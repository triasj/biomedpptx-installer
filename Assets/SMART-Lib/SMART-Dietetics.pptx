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40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  <p:sldId id="293" r:id="rId28"/>
    <p:sldId id="294" r:id="rId29"/>
    <p:sldId id="295" r:id="rId30"/>
    <p:sldId id="296" r:id="rId31"/>
    <p:sldId id="297" r:id="rId32"/>
    <p:sldId id="298" r:id="rId33"/>
    <p:sldId id="299" r:id="rId34"/>
    <p:sldId id="300" r:id="rId35"/>
    <p:sldId id="301" r:id="rId36"/>
    <p:sldId id="302" r:id="rId37"/>
    <p:sldId id="303" r:id="rId38"/>
    <p:sldId id="304" r:id="rId39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DF573CA-062D-4C85-9FA9-B555193E3956}" v="1" dt="2024-11-28T08:48:04.90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viewProps" Target="viewProp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notesMaster" Target="notesMasters/notesMaster1.xml"/><Relationship Id="rId45" Type="http://schemas.microsoft.com/office/2016/11/relationships/changesInfo" Target="changesInfos/changesInfo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theme" Target="theme/theme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microsoft.com/office/2015/10/relationships/revisionInfo" Target="revisionInfo.xml"/><Relationship Id="rId20" Type="http://schemas.openxmlformats.org/officeDocument/2006/relationships/slide" Target="slides/slide16.xml"/><Relationship Id="rId41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EDF573CA-062D-4C85-9FA9-B555193E3956}"/>
    <pc:docChg chg="custSel modSld modMainMaster">
      <pc:chgData name="LESUR Christophe SI" userId="a0bda02c-4e6d-4ba6-bae4-63d8a5b4dc4b" providerId="ADAL" clId="{EDF573CA-062D-4C85-9FA9-B555193E3956}" dt="2024-11-28T08:48:17.745" v="2" actId="2696"/>
      <pc:docMkLst>
        <pc:docMk/>
      </pc:docMkLst>
      <pc:sldChg chg="delSp modSp mod modClrScheme chgLayout">
        <pc:chgData name="LESUR Christophe SI" userId="a0bda02c-4e6d-4ba6-bae4-63d8a5b4dc4b" providerId="ADAL" clId="{EDF573CA-062D-4C85-9FA9-B555193E3956}" dt="2024-11-28T08:48:09.005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EDF573CA-062D-4C85-9FA9-B555193E3956}" dt="2024-11-28T08:48:09.005" v="1" actId="700"/>
          <ac:spMkLst>
            <pc:docMk/>
            <pc:sldMk cId="0" sldId="262"/>
            <ac:spMk id="2" creationId="{1AA35D2F-26BC-4ADD-9DF1-E6098FCD20E8}"/>
          </ac:spMkLst>
        </pc:spChg>
        <pc:spChg chg="mod ord">
          <ac:chgData name="LESUR Christophe SI" userId="a0bda02c-4e6d-4ba6-bae4-63d8a5b4dc4b" providerId="ADAL" clId="{EDF573CA-062D-4C85-9FA9-B555193E3956}" dt="2024-11-28T08:48:09.005" v="1" actId="700"/>
          <ac:spMkLst>
            <pc:docMk/>
            <pc:sldMk cId="0" sldId="262"/>
            <ac:spMk id="5122" creationId="{0A4BD4FF-1481-41FF-A1ED-FA396789FCAF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72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72"/>
            <ac:spMk id="6146" creationId="{20D48D58-3529-433C-8895-0A4C36478EF7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73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73"/>
            <ac:spMk id="7170" creationId="{F0A3F16F-C5DC-4DDE-BB4C-05D3B5C228B0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74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74"/>
            <ac:spMk id="11266" creationId="{637412E0-E806-4E21-985C-C8EA7C823FB8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75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75"/>
            <ac:spMk id="14338" creationId="{4A84EE0C-6615-4ED3-9B6B-69B7689888E8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76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76"/>
            <ac:spMk id="15362" creationId="{1DE9AF5B-7D4F-4FF9-A645-7EFCF9F7F2B6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77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77"/>
            <ac:spMk id="16386" creationId="{F47BEA98-7E1A-4727-85CA-4FE232974516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78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78"/>
            <ac:spMk id="17410" creationId="{AD3C8820-12A6-4F96-9901-4D5EC303EBA0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79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79"/>
            <ac:spMk id="20484" creationId="{B083F183-571A-4DCE-ACF3-42362F984265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0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0"/>
            <ac:spMk id="21506" creationId="{F114232B-097B-4DD7-A27C-F2F8CE8427B2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1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1"/>
            <ac:spMk id="22530" creationId="{FE6D9B86-1D2F-49DF-B68C-4A31C1F4F251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2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2"/>
            <ac:spMk id="23554" creationId="{38EFFB5E-AB70-44BF-A2EA-F3CD18654FE4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3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3"/>
            <ac:spMk id="31746" creationId="{4B9BFC8B-F461-44A4-8F84-26E3E0B994AF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4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4"/>
            <ac:spMk id="32770" creationId="{0A15EC90-812D-47A1-94EA-C543F738C292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5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5"/>
            <ac:spMk id="33794" creationId="{A2858F20-7258-40AB-94C1-84896728AE73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6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6"/>
            <ac:spMk id="34818" creationId="{86440D78-CC6B-469D-AC11-C39776E6B3F3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7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7"/>
            <ac:spMk id="36866" creationId="{0CDB3CC7-2320-4D2F-BB2D-22DA41254915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8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8"/>
            <ac:spMk id="37890" creationId="{D6F3AD06-E9DD-4E5E-B7B5-9A27A201EB6B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89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89"/>
            <ac:spMk id="38914" creationId="{AAA1302F-FAD4-4D8E-884E-EB651757DF91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0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0"/>
            <ac:spMk id="39938" creationId="{EB734AA6-4D9C-4C5B-867C-0235BDA591D3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1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1"/>
            <ac:spMk id="40962" creationId="{CEA2DBA1-592D-4D71-A863-E44B5174AA8C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2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2"/>
            <ac:spMk id="41986" creationId="{6B157E7B-2265-4A93-B6E0-4A638B91A21A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3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3"/>
            <ac:spMk id="45058" creationId="{4E146B37-D7DE-4750-9632-A38613ADDA4D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4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4"/>
            <ac:spMk id="46082" creationId="{CD7A3ACC-57F1-424D-95F6-71C90406C076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5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5"/>
            <ac:spMk id="48130" creationId="{F99995B7-6891-4F20-BE49-67626F1D4399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6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6"/>
            <ac:spMk id="49154" creationId="{36131DE2-EA94-4D84-BFC6-18B7837AA2F4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7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7"/>
            <ac:spMk id="50178" creationId="{DE107E4E-C3BE-4781-B236-6D0B7EAF8942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8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8"/>
            <ac:spMk id="51202" creationId="{E118AF91-6765-47C0-A007-2EB74A1DBE88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299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299"/>
            <ac:spMk id="52226" creationId="{A814DD66-4B64-4C5A-9248-8ED0EE82048B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300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300"/>
            <ac:spMk id="53250" creationId="{CFD4B02D-014E-42CE-B187-352ECA38CDC5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301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301"/>
            <ac:spMk id="54274" creationId="{598DBBA2-5624-40E5-8BF6-FF85B91995B2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302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302"/>
            <ac:spMk id="56330" creationId="{E7EF8AC1-3015-446C-866A-32192364D537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303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303"/>
            <ac:spMk id="58370" creationId="{CC8AC0C8-DFF0-4040-BEB9-9CB3245BC6FF}"/>
          </ac:spMkLst>
        </pc:spChg>
      </pc:sldChg>
      <pc:sldChg chg="modSp">
        <pc:chgData name="LESUR Christophe SI" userId="a0bda02c-4e6d-4ba6-bae4-63d8a5b4dc4b" providerId="ADAL" clId="{EDF573CA-062D-4C85-9FA9-B555193E3956}" dt="2024-11-28T08:48:04.903" v="0"/>
        <pc:sldMkLst>
          <pc:docMk/>
          <pc:sldMk cId="0" sldId="304"/>
        </pc:sldMkLst>
        <pc:spChg chg="mod">
          <ac:chgData name="LESUR Christophe SI" userId="a0bda02c-4e6d-4ba6-bae4-63d8a5b4dc4b" providerId="ADAL" clId="{EDF573CA-062D-4C85-9FA9-B555193E3956}" dt="2024-11-28T08:48:04.903" v="0"/>
          <ac:spMkLst>
            <pc:docMk/>
            <pc:sldMk cId="0" sldId="304"/>
            <ac:spMk id="59394" creationId="{F3FA8574-5D59-47AB-BA61-265DEEC95883}"/>
          </ac:spMkLst>
        </pc:spChg>
      </pc:sldChg>
      <pc:sldMasterChg chg="delSldLayout modSldLayout">
        <pc:chgData name="LESUR Christophe SI" userId="a0bda02c-4e6d-4ba6-bae4-63d8a5b4dc4b" providerId="ADAL" clId="{EDF573CA-062D-4C85-9FA9-B555193E3956}" dt="2024-11-28T08:48:17.745" v="2" actId="2696"/>
        <pc:sldMasterMkLst>
          <pc:docMk/>
          <pc:sldMasterMk cId="3515169885" sldId="2147483738"/>
        </pc:sldMasterMkLst>
        <pc:sldLayoutChg chg="delSp del">
          <pc:chgData name="LESUR Christophe SI" userId="a0bda02c-4e6d-4ba6-bae4-63d8a5b4dc4b" providerId="ADAL" clId="{EDF573CA-062D-4C85-9FA9-B555193E3956}" dt="2024-11-28T08:48:17.745" v="2" actId="2696"/>
          <pc:sldLayoutMkLst>
            <pc:docMk/>
            <pc:sldMasterMk cId="3515169885" sldId="2147483738"/>
            <pc:sldLayoutMk cId="543013382" sldId="2147483742"/>
          </pc:sldLayoutMkLst>
          <pc:spChg chg="del">
            <ac:chgData name="LESUR Christophe SI" userId="a0bda02c-4e6d-4ba6-bae4-63d8a5b4dc4b" providerId="ADAL" clId="{EDF573CA-062D-4C85-9FA9-B555193E3956}" dt="2024-11-28T08:48:04.903" v="0"/>
            <ac:spMkLst>
              <pc:docMk/>
              <pc:sldMasterMk cId="3515169885" sldId="2147483738"/>
              <pc:sldLayoutMk cId="543013382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68E91BE-2F54-46F2-9784-A72327F03560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A790671-97DA-4D9C-B8BA-8A88B1DA29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400699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1" name="Espace réservé de l'image des diapositives 1">
            <a:extLst>
              <a:ext uri="{FF2B5EF4-FFF2-40B4-BE49-F238E27FC236}">
                <a16:creationId xmlns:a16="http://schemas.microsoft.com/office/drawing/2014/main" id="{B90BB41F-0D40-48E4-B129-05ED10A9ACC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2" name="Espace réservé des commentaires 2">
            <a:extLst>
              <a:ext uri="{FF2B5EF4-FFF2-40B4-BE49-F238E27FC236}">
                <a16:creationId xmlns:a16="http://schemas.microsoft.com/office/drawing/2014/main" id="{DD93E72E-5424-4F2F-868D-DDCE3FFCEDF7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0243" name="Espace réservé du numéro de diapositive 3">
            <a:extLst>
              <a:ext uri="{FF2B5EF4-FFF2-40B4-BE49-F238E27FC236}">
                <a16:creationId xmlns:a16="http://schemas.microsoft.com/office/drawing/2014/main" id="{EE1B3BB1-945C-4A38-855D-25A29D9806E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8F455AD-1A40-46D2-9937-106F1BC33D04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573120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53275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48774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5169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7632559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0A4BD4FF-1481-41FF-A1ED-FA396789FC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Dietetics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0D48D58-3529-433C-8895-0A4C36478E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Fruits (1)</a:t>
            </a:r>
          </a:p>
        </p:txBody>
      </p:sp>
      <p:grpSp>
        <p:nvGrpSpPr>
          <p:cNvPr id="11266" name="apricot-fruit-graphic-illustration">
            <a:extLst>
              <a:ext uri="{FF2B5EF4-FFF2-40B4-BE49-F238E27FC236}">
                <a16:creationId xmlns:a16="http://schemas.microsoft.com/office/drawing/2014/main" id="{255CF195-BFD4-409D-B9CA-BD99534A41B8}"/>
              </a:ext>
            </a:extLst>
          </p:cNvPr>
          <p:cNvGrpSpPr>
            <a:grpSpLocks/>
          </p:cNvGrpSpPr>
          <p:nvPr/>
        </p:nvGrpSpPr>
        <p:grpSpPr bwMode="auto">
          <a:xfrm>
            <a:off x="8193088" y="4802188"/>
            <a:ext cx="1460500" cy="1506537"/>
            <a:chOff x="508" y="988"/>
            <a:chExt cx="510" cy="526"/>
          </a:xfrm>
        </p:grpSpPr>
        <p:sp>
          <p:nvSpPr>
            <p:cNvPr id="11716" name="Freeform 4">
              <a:extLst>
                <a:ext uri="{FF2B5EF4-FFF2-40B4-BE49-F238E27FC236}">
                  <a16:creationId xmlns:a16="http://schemas.microsoft.com/office/drawing/2014/main" id="{5CDA7329-D835-4120-A800-8348358F1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988"/>
              <a:ext cx="510" cy="526"/>
            </a:xfrm>
            <a:custGeom>
              <a:avLst/>
              <a:gdLst>
                <a:gd name="T0" fmla="*/ 438 w 204"/>
                <a:gd name="T1" fmla="*/ 513 h 197"/>
                <a:gd name="T2" fmla="*/ 95 w 204"/>
                <a:gd name="T3" fmla="*/ 2438 h 197"/>
                <a:gd name="T4" fmla="*/ 1375 w 204"/>
                <a:gd name="T5" fmla="*/ 3714 h 197"/>
                <a:gd name="T6" fmla="*/ 2345 w 204"/>
                <a:gd name="T7" fmla="*/ 3522 h 197"/>
                <a:gd name="T8" fmla="*/ 3125 w 204"/>
                <a:gd name="T9" fmla="*/ 2246 h 197"/>
                <a:gd name="T10" fmla="*/ 1970 w 204"/>
                <a:gd name="T11" fmla="*/ 192 h 197"/>
                <a:gd name="T12" fmla="*/ 438 w 204"/>
                <a:gd name="T13" fmla="*/ 513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197">
                  <a:moveTo>
                    <a:pt x="28" y="27"/>
                  </a:moveTo>
                  <a:cubicBezTo>
                    <a:pt x="6" y="51"/>
                    <a:pt x="0" y="97"/>
                    <a:pt x="6" y="128"/>
                  </a:cubicBezTo>
                  <a:cubicBezTo>
                    <a:pt x="13" y="159"/>
                    <a:pt x="49" y="193"/>
                    <a:pt x="88" y="195"/>
                  </a:cubicBezTo>
                  <a:cubicBezTo>
                    <a:pt x="119" y="197"/>
                    <a:pt x="139" y="196"/>
                    <a:pt x="150" y="185"/>
                  </a:cubicBezTo>
                  <a:cubicBezTo>
                    <a:pt x="167" y="186"/>
                    <a:pt x="197" y="155"/>
                    <a:pt x="200" y="118"/>
                  </a:cubicBezTo>
                  <a:cubicBezTo>
                    <a:pt x="204" y="81"/>
                    <a:pt x="184" y="19"/>
                    <a:pt x="126" y="10"/>
                  </a:cubicBezTo>
                  <a:cubicBezTo>
                    <a:pt x="68" y="0"/>
                    <a:pt x="52" y="1"/>
                    <a:pt x="28" y="27"/>
                  </a:cubicBezTo>
                  <a:close/>
                </a:path>
              </a:pathLst>
            </a:custGeom>
            <a:solidFill>
              <a:srgbClr val="F7B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7" name="Freeform 5">
              <a:extLst>
                <a:ext uri="{FF2B5EF4-FFF2-40B4-BE49-F238E27FC236}">
                  <a16:creationId xmlns:a16="http://schemas.microsoft.com/office/drawing/2014/main" id="{A6DD930B-034B-4E18-B70A-EB86B733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060"/>
              <a:ext cx="245" cy="422"/>
            </a:xfrm>
            <a:custGeom>
              <a:avLst/>
              <a:gdLst>
                <a:gd name="T0" fmla="*/ 83 w 98"/>
                <a:gd name="T1" fmla="*/ 0 h 158"/>
                <a:gd name="T2" fmla="*/ 270 w 98"/>
                <a:gd name="T3" fmla="*/ 150 h 158"/>
                <a:gd name="T4" fmla="*/ 1345 w 98"/>
                <a:gd name="T5" fmla="*/ 1183 h 158"/>
                <a:gd name="T6" fmla="*/ 1113 w 98"/>
                <a:gd name="T7" fmla="*/ 301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58">
                  <a:moveTo>
                    <a:pt x="5" y="0"/>
                  </a:moveTo>
                  <a:cubicBezTo>
                    <a:pt x="0" y="5"/>
                    <a:pt x="5" y="8"/>
                    <a:pt x="17" y="8"/>
                  </a:cubicBezTo>
                  <a:cubicBezTo>
                    <a:pt x="29" y="8"/>
                    <a:pt x="73" y="1"/>
                    <a:pt x="86" y="62"/>
                  </a:cubicBezTo>
                  <a:cubicBezTo>
                    <a:pt x="98" y="113"/>
                    <a:pt x="87" y="140"/>
                    <a:pt x="71" y="158"/>
                  </a:cubicBezTo>
                </a:path>
              </a:pathLst>
            </a:custGeom>
            <a:solidFill>
              <a:srgbClr val="F7B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8" name="Freeform 6">
              <a:extLst>
                <a:ext uri="{FF2B5EF4-FFF2-40B4-BE49-F238E27FC236}">
                  <a16:creationId xmlns:a16="http://schemas.microsoft.com/office/drawing/2014/main" id="{908A4687-9D14-4767-89EC-F0BE8D561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058"/>
              <a:ext cx="50" cy="24"/>
            </a:xfrm>
            <a:custGeom>
              <a:avLst/>
              <a:gdLst>
                <a:gd name="T0" fmla="*/ 188 w 20"/>
                <a:gd name="T1" fmla="*/ 171 h 9"/>
                <a:gd name="T2" fmla="*/ 313 w 20"/>
                <a:gd name="T3" fmla="*/ 171 h 9"/>
                <a:gd name="T4" fmla="*/ 313 w 20"/>
                <a:gd name="T5" fmla="*/ 115 h 9"/>
                <a:gd name="T6" fmla="*/ 208 w 20"/>
                <a:gd name="T7" fmla="*/ 21 h 9"/>
                <a:gd name="T8" fmla="*/ 33 w 20"/>
                <a:gd name="T9" fmla="*/ 149 h 9"/>
                <a:gd name="T10" fmla="*/ 188 w 20"/>
                <a:gd name="T11" fmla="*/ 17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">
                  <a:moveTo>
                    <a:pt x="12" y="9"/>
                  </a:moveTo>
                  <a:cubicBezTo>
                    <a:pt x="14" y="9"/>
                    <a:pt x="17" y="9"/>
                    <a:pt x="20" y="9"/>
                  </a:cubicBezTo>
                  <a:cubicBezTo>
                    <a:pt x="20" y="8"/>
                    <a:pt x="20" y="7"/>
                    <a:pt x="20" y="6"/>
                  </a:cubicBezTo>
                  <a:cubicBezTo>
                    <a:pt x="19" y="3"/>
                    <a:pt x="16" y="2"/>
                    <a:pt x="13" y="1"/>
                  </a:cubicBezTo>
                  <a:cubicBezTo>
                    <a:pt x="8" y="0"/>
                    <a:pt x="0" y="2"/>
                    <a:pt x="2" y="8"/>
                  </a:cubicBezTo>
                  <a:cubicBezTo>
                    <a:pt x="4" y="9"/>
                    <a:pt x="8" y="9"/>
                    <a:pt x="12" y="9"/>
                  </a:cubicBezTo>
                  <a:close/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9" name="Freeform 7">
              <a:extLst>
                <a:ext uri="{FF2B5EF4-FFF2-40B4-BE49-F238E27FC236}">
                  <a16:creationId xmlns:a16="http://schemas.microsoft.com/office/drawing/2014/main" id="{C9FFE10A-BD76-45EC-A824-D4499431A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047"/>
              <a:ext cx="90" cy="27"/>
            </a:xfrm>
            <a:custGeom>
              <a:avLst/>
              <a:gdLst>
                <a:gd name="T0" fmla="*/ 563 w 36"/>
                <a:gd name="T1" fmla="*/ 138 h 10"/>
                <a:gd name="T2" fmla="*/ 363 w 36"/>
                <a:gd name="T3" fmla="*/ 103 h 10"/>
                <a:gd name="T4" fmla="*/ 0 w 36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36" y="7"/>
                  </a:moveTo>
                  <a:cubicBezTo>
                    <a:pt x="32" y="10"/>
                    <a:pt x="26" y="6"/>
                    <a:pt x="23" y="5"/>
                  </a:cubicBezTo>
                  <a:cubicBezTo>
                    <a:pt x="14" y="1"/>
                    <a:pt x="9" y="0"/>
                    <a:pt x="0" y="1"/>
                  </a:cubicBezTo>
                </a:path>
              </a:pathLst>
            </a:custGeom>
            <a:solidFill>
              <a:srgbClr val="F7B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0" name="Freeform 8">
              <a:extLst>
                <a:ext uri="{FF2B5EF4-FFF2-40B4-BE49-F238E27FC236}">
                  <a16:creationId xmlns:a16="http://schemas.microsoft.com/office/drawing/2014/main" id="{D2B983D8-32C3-4889-91A1-2C6428CD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055"/>
              <a:ext cx="348" cy="323"/>
            </a:xfrm>
            <a:custGeom>
              <a:avLst/>
              <a:gdLst>
                <a:gd name="T0" fmla="*/ 188 w 139"/>
                <a:gd name="T1" fmla="*/ 2301 h 121"/>
                <a:gd name="T2" fmla="*/ 83 w 139"/>
                <a:gd name="T3" fmla="*/ 1025 h 121"/>
                <a:gd name="T4" fmla="*/ 458 w 139"/>
                <a:gd name="T5" fmla="*/ 77 h 121"/>
                <a:gd name="T6" fmla="*/ 814 w 139"/>
                <a:gd name="T7" fmla="*/ 35 h 121"/>
                <a:gd name="T8" fmla="*/ 1272 w 139"/>
                <a:gd name="T9" fmla="*/ 227 h 121"/>
                <a:gd name="T10" fmla="*/ 1805 w 139"/>
                <a:gd name="T11" fmla="*/ 286 h 121"/>
                <a:gd name="T12" fmla="*/ 2181 w 139"/>
                <a:gd name="T13" fmla="*/ 534 h 121"/>
                <a:gd name="T14" fmla="*/ 1647 w 139"/>
                <a:gd name="T15" fmla="*/ 398 h 121"/>
                <a:gd name="T16" fmla="*/ 739 w 139"/>
                <a:gd name="T17" fmla="*/ 398 h 121"/>
                <a:gd name="T18" fmla="*/ 188 w 139"/>
                <a:gd name="T19" fmla="*/ 2301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121">
                  <a:moveTo>
                    <a:pt x="12" y="121"/>
                  </a:moveTo>
                  <a:cubicBezTo>
                    <a:pt x="3" y="103"/>
                    <a:pt x="1" y="84"/>
                    <a:pt x="5" y="54"/>
                  </a:cubicBezTo>
                  <a:cubicBezTo>
                    <a:pt x="9" y="25"/>
                    <a:pt x="25" y="9"/>
                    <a:pt x="29" y="4"/>
                  </a:cubicBezTo>
                  <a:cubicBezTo>
                    <a:pt x="34" y="0"/>
                    <a:pt x="45" y="0"/>
                    <a:pt x="52" y="2"/>
                  </a:cubicBezTo>
                  <a:cubicBezTo>
                    <a:pt x="58" y="4"/>
                    <a:pt x="63" y="10"/>
                    <a:pt x="81" y="12"/>
                  </a:cubicBezTo>
                  <a:cubicBezTo>
                    <a:pt x="99" y="14"/>
                    <a:pt x="105" y="14"/>
                    <a:pt x="115" y="15"/>
                  </a:cubicBezTo>
                  <a:cubicBezTo>
                    <a:pt x="125" y="16"/>
                    <a:pt x="136" y="23"/>
                    <a:pt x="139" y="28"/>
                  </a:cubicBezTo>
                  <a:cubicBezTo>
                    <a:pt x="130" y="22"/>
                    <a:pt x="114" y="20"/>
                    <a:pt x="105" y="21"/>
                  </a:cubicBezTo>
                  <a:cubicBezTo>
                    <a:pt x="90" y="24"/>
                    <a:pt x="61" y="16"/>
                    <a:pt x="47" y="21"/>
                  </a:cubicBezTo>
                  <a:cubicBezTo>
                    <a:pt x="31" y="26"/>
                    <a:pt x="0" y="47"/>
                    <a:pt x="12" y="121"/>
                  </a:cubicBezTo>
                  <a:close/>
                </a:path>
              </a:pathLst>
            </a:custGeom>
            <a:solidFill>
              <a:srgbClr val="FAD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1" name="Freeform 9">
              <a:extLst>
                <a:ext uri="{FF2B5EF4-FFF2-40B4-BE49-F238E27FC236}">
                  <a16:creationId xmlns:a16="http://schemas.microsoft.com/office/drawing/2014/main" id="{D47C10D0-755C-4BBC-9D8C-1172060F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044"/>
              <a:ext cx="316" cy="187"/>
            </a:xfrm>
            <a:custGeom>
              <a:avLst/>
              <a:gdLst>
                <a:gd name="T0" fmla="*/ 301 w 126"/>
                <a:gd name="T1" fmla="*/ 379 h 70"/>
                <a:gd name="T2" fmla="*/ 772 w 126"/>
                <a:gd name="T3" fmla="*/ 206 h 70"/>
                <a:gd name="T4" fmla="*/ 1389 w 126"/>
                <a:gd name="T5" fmla="*/ 379 h 70"/>
                <a:gd name="T6" fmla="*/ 1989 w 126"/>
                <a:gd name="T7" fmla="*/ 435 h 70"/>
                <a:gd name="T8" fmla="*/ 1359 w 126"/>
                <a:gd name="T9" fmla="*/ 321 h 70"/>
                <a:gd name="T10" fmla="*/ 900 w 126"/>
                <a:gd name="T11" fmla="*/ 192 h 70"/>
                <a:gd name="T12" fmla="*/ 396 w 126"/>
                <a:gd name="T13" fmla="*/ 150 h 70"/>
                <a:gd name="T14" fmla="*/ 0 w 126"/>
                <a:gd name="T15" fmla="*/ 1336 h 70"/>
                <a:gd name="T16" fmla="*/ 301 w 126"/>
                <a:gd name="T17" fmla="*/ 379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70">
                  <a:moveTo>
                    <a:pt x="19" y="20"/>
                  </a:moveTo>
                  <a:cubicBezTo>
                    <a:pt x="27" y="11"/>
                    <a:pt x="37" y="7"/>
                    <a:pt x="49" y="11"/>
                  </a:cubicBezTo>
                  <a:cubicBezTo>
                    <a:pt x="56" y="14"/>
                    <a:pt x="73" y="20"/>
                    <a:pt x="88" y="20"/>
                  </a:cubicBezTo>
                  <a:cubicBezTo>
                    <a:pt x="102" y="19"/>
                    <a:pt x="118" y="18"/>
                    <a:pt x="126" y="23"/>
                  </a:cubicBezTo>
                  <a:cubicBezTo>
                    <a:pt x="120" y="19"/>
                    <a:pt x="97" y="17"/>
                    <a:pt x="86" y="17"/>
                  </a:cubicBezTo>
                  <a:cubicBezTo>
                    <a:pt x="75" y="17"/>
                    <a:pt x="66" y="13"/>
                    <a:pt x="57" y="10"/>
                  </a:cubicBezTo>
                  <a:cubicBezTo>
                    <a:pt x="47" y="6"/>
                    <a:pt x="39" y="0"/>
                    <a:pt x="25" y="8"/>
                  </a:cubicBezTo>
                  <a:cubicBezTo>
                    <a:pt x="9" y="18"/>
                    <a:pt x="1" y="48"/>
                    <a:pt x="0" y="70"/>
                  </a:cubicBezTo>
                  <a:cubicBezTo>
                    <a:pt x="2" y="50"/>
                    <a:pt x="9" y="30"/>
                    <a:pt x="1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2" name="Freeform 10">
              <a:extLst>
                <a:ext uri="{FF2B5EF4-FFF2-40B4-BE49-F238E27FC236}">
                  <a16:creationId xmlns:a16="http://schemas.microsoft.com/office/drawing/2014/main" id="{10656AAE-5555-4C7A-935E-57E56D58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066"/>
              <a:ext cx="145" cy="362"/>
            </a:xfrm>
            <a:custGeom>
              <a:avLst/>
              <a:gdLst>
                <a:gd name="T0" fmla="*/ 0 w 58"/>
                <a:gd name="T1" fmla="*/ 35 h 136"/>
                <a:gd name="T2" fmla="*/ 625 w 58"/>
                <a:gd name="T3" fmla="*/ 886 h 136"/>
                <a:gd name="T4" fmla="*/ 583 w 58"/>
                <a:gd name="T5" fmla="*/ 2566 h 136"/>
                <a:gd name="T6" fmla="*/ 875 w 58"/>
                <a:gd name="T7" fmla="*/ 1680 h 136"/>
                <a:gd name="T8" fmla="*/ 583 w 58"/>
                <a:gd name="T9" fmla="*/ 303 h 136"/>
                <a:gd name="T10" fmla="*/ 0 w 58"/>
                <a:gd name="T11" fmla="*/ 35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36">
                  <a:moveTo>
                    <a:pt x="0" y="2"/>
                  </a:moveTo>
                  <a:cubicBezTo>
                    <a:pt x="19" y="4"/>
                    <a:pt x="33" y="18"/>
                    <a:pt x="40" y="47"/>
                  </a:cubicBezTo>
                  <a:cubicBezTo>
                    <a:pt x="47" y="76"/>
                    <a:pt x="53" y="109"/>
                    <a:pt x="37" y="136"/>
                  </a:cubicBezTo>
                  <a:cubicBezTo>
                    <a:pt x="48" y="124"/>
                    <a:pt x="55" y="112"/>
                    <a:pt x="56" y="89"/>
                  </a:cubicBezTo>
                  <a:cubicBezTo>
                    <a:pt x="58" y="65"/>
                    <a:pt x="51" y="30"/>
                    <a:pt x="37" y="16"/>
                  </a:cubicBezTo>
                  <a:cubicBezTo>
                    <a:pt x="23" y="2"/>
                    <a:pt x="10" y="0"/>
                    <a:pt x="0" y="2"/>
                  </a:cubicBezTo>
                  <a:close/>
                </a:path>
              </a:pathLst>
            </a:custGeom>
            <a:solidFill>
              <a:srgbClr val="FAD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3" name="Freeform 11">
              <a:extLst>
                <a:ext uri="{FF2B5EF4-FFF2-40B4-BE49-F238E27FC236}">
                  <a16:creationId xmlns:a16="http://schemas.microsoft.com/office/drawing/2014/main" id="{03FC050D-2D03-4C11-AC1A-52D26B878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095"/>
              <a:ext cx="78" cy="283"/>
            </a:xfrm>
            <a:custGeom>
              <a:avLst/>
              <a:gdLst>
                <a:gd name="T0" fmla="*/ 0 w 31"/>
                <a:gd name="T1" fmla="*/ 0 h 106"/>
                <a:gd name="T2" fmla="*/ 317 w 31"/>
                <a:gd name="T3" fmla="*/ 683 h 106"/>
                <a:gd name="T4" fmla="*/ 400 w 31"/>
                <a:gd name="T5" fmla="*/ 2018 h 106"/>
                <a:gd name="T6" fmla="*/ 430 w 31"/>
                <a:gd name="T7" fmla="*/ 833 h 106"/>
                <a:gd name="T8" fmla="*/ 0 w 31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6">
                  <a:moveTo>
                    <a:pt x="0" y="0"/>
                  </a:moveTo>
                  <a:cubicBezTo>
                    <a:pt x="10" y="5"/>
                    <a:pt x="16" y="16"/>
                    <a:pt x="20" y="36"/>
                  </a:cubicBezTo>
                  <a:cubicBezTo>
                    <a:pt x="25" y="56"/>
                    <a:pt x="30" y="88"/>
                    <a:pt x="25" y="106"/>
                  </a:cubicBezTo>
                  <a:cubicBezTo>
                    <a:pt x="30" y="96"/>
                    <a:pt x="31" y="65"/>
                    <a:pt x="27" y="44"/>
                  </a:cubicBezTo>
                  <a:cubicBezTo>
                    <a:pt x="22" y="24"/>
                    <a:pt x="17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4" name="Freeform 12">
              <a:extLst>
                <a:ext uri="{FF2B5EF4-FFF2-40B4-BE49-F238E27FC236}">
                  <a16:creationId xmlns:a16="http://schemas.microsoft.com/office/drawing/2014/main" id="{B942B7D1-0865-4A4B-B1BA-80ECC16B3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031"/>
              <a:ext cx="185" cy="72"/>
            </a:xfrm>
            <a:custGeom>
              <a:avLst/>
              <a:gdLst>
                <a:gd name="T0" fmla="*/ 270 w 74"/>
                <a:gd name="T1" fmla="*/ 56 h 27"/>
                <a:gd name="T2" fmla="*/ 438 w 74"/>
                <a:gd name="T3" fmla="*/ 171 h 27"/>
                <a:gd name="T4" fmla="*/ 688 w 74"/>
                <a:gd name="T5" fmla="*/ 192 h 27"/>
                <a:gd name="T6" fmla="*/ 1125 w 74"/>
                <a:gd name="T7" fmla="*/ 419 h 27"/>
                <a:gd name="T8" fmla="*/ 1158 w 74"/>
                <a:gd name="T9" fmla="*/ 512 h 27"/>
                <a:gd name="T10" fmla="*/ 970 w 74"/>
                <a:gd name="T11" fmla="*/ 419 h 27"/>
                <a:gd name="T12" fmla="*/ 688 w 74"/>
                <a:gd name="T13" fmla="*/ 285 h 27"/>
                <a:gd name="T14" fmla="*/ 500 w 74"/>
                <a:gd name="T15" fmla="*/ 285 h 27"/>
                <a:gd name="T16" fmla="*/ 333 w 74"/>
                <a:gd name="T17" fmla="*/ 285 h 27"/>
                <a:gd name="T18" fmla="*/ 175 w 74"/>
                <a:gd name="T19" fmla="*/ 136 h 27"/>
                <a:gd name="T20" fmla="*/ 0 w 74"/>
                <a:gd name="T21" fmla="*/ 136 h 27"/>
                <a:gd name="T22" fmla="*/ 270 w 74"/>
                <a:gd name="T23" fmla="*/ 56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27">
                  <a:moveTo>
                    <a:pt x="17" y="3"/>
                  </a:moveTo>
                  <a:cubicBezTo>
                    <a:pt x="23" y="4"/>
                    <a:pt x="23" y="6"/>
                    <a:pt x="28" y="9"/>
                  </a:cubicBezTo>
                  <a:cubicBezTo>
                    <a:pt x="32" y="11"/>
                    <a:pt x="37" y="9"/>
                    <a:pt x="44" y="10"/>
                  </a:cubicBezTo>
                  <a:cubicBezTo>
                    <a:pt x="52" y="10"/>
                    <a:pt x="67" y="16"/>
                    <a:pt x="72" y="22"/>
                  </a:cubicBezTo>
                  <a:cubicBezTo>
                    <a:pt x="74" y="24"/>
                    <a:pt x="74" y="25"/>
                    <a:pt x="74" y="27"/>
                  </a:cubicBezTo>
                  <a:cubicBezTo>
                    <a:pt x="72" y="25"/>
                    <a:pt x="66" y="24"/>
                    <a:pt x="62" y="22"/>
                  </a:cubicBezTo>
                  <a:cubicBezTo>
                    <a:pt x="57" y="17"/>
                    <a:pt x="49" y="15"/>
                    <a:pt x="44" y="15"/>
                  </a:cubicBezTo>
                  <a:cubicBezTo>
                    <a:pt x="40" y="14"/>
                    <a:pt x="35" y="15"/>
                    <a:pt x="32" y="15"/>
                  </a:cubicBezTo>
                  <a:cubicBezTo>
                    <a:pt x="28" y="15"/>
                    <a:pt x="25" y="16"/>
                    <a:pt x="21" y="15"/>
                  </a:cubicBezTo>
                  <a:cubicBezTo>
                    <a:pt x="17" y="14"/>
                    <a:pt x="16" y="8"/>
                    <a:pt x="11" y="7"/>
                  </a:cubicBezTo>
                  <a:cubicBezTo>
                    <a:pt x="7" y="5"/>
                    <a:pt x="4" y="5"/>
                    <a:pt x="0" y="7"/>
                  </a:cubicBezTo>
                  <a:cubicBezTo>
                    <a:pt x="0" y="5"/>
                    <a:pt x="5" y="0"/>
                    <a:pt x="17" y="3"/>
                  </a:cubicBezTo>
                  <a:close/>
                </a:path>
              </a:pathLst>
            </a:custGeom>
            <a:solidFill>
              <a:srgbClr val="FAD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5" name="Freeform 13">
              <a:extLst>
                <a:ext uri="{FF2B5EF4-FFF2-40B4-BE49-F238E27FC236}">
                  <a16:creationId xmlns:a16="http://schemas.microsoft.com/office/drawing/2014/main" id="{1C8E169C-29F1-4177-8BEB-64497C8C4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031"/>
              <a:ext cx="102" cy="29"/>
            </a:xfrm>
            <a:custGeom>
              <a:avLst/>
              <a:gdLst>
                <a:gd name="T0" fmla="*/ 0 w 41"/>
                <a:gd name="T1" fmla="*/ 21 h 11"/>
                <a:gd name="T2" fmla="*/ 216 w 41"/>
                <a:gd name="T3" fmla="*/ 111 h 11"/>
                <a:gd name="T4" fmla="*/ 371 w 41"/>
                <a:gd name="T5" fmla="*/ 182 h 11"/>
                <a:gd name="T6" fmla="*/ 632 w 41"/>
                <a:gd name="T7" fmla="*/ 200 h 11"/>
                <a:gd name="T8" fmla="*/ 371 w 41"/>
                <a:gd name="T9" fmla="*/ 145 h 11"/>
                <a:gd name="T10" fmla="*/ 259 w 41"/>
                <a:gd name="T11" fmla="*/ 90 h 11"/>
                <a:gd name="T12" fmla="*/ 0 w 41"/>
                <a:gd name="T13" fmla="*/ 2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1">
                  <a:moveTo>
                    <a:pt x="0" y="1"/>
                  </a:moveTo>
                  <a:cubicBezTo>
                    <a:pt x="5" y="1"/>
                    <a:pt x="12" y="4"/>
                    <a:pt x="14" y="6"/>
                  </a:cubicBezTo>
                  <a:cubicBezTo>
                    <a:pt x="17" y="8"/>
                    <a:pt x="17" y="11"/>
                    <a:pt x="24" y="10"/>
                  </a:cubicBezTo>
                  <a:cubicBezTo>
                    <a:pt x="31" y="10"/>
                    <a:pt x="37" y="10"/>
                    <a:pt x="41" y="11"/>
                  </a:cubicBezTo>
                  <a:cubicBezTo>
                    <a:pt x="37" y="9"/>
                    <a:pt x="28" y="8"/>
                    <a:pt x="24" y="8"/>
                  </a:cubicBezTo>
                  <a:cubicBezTo>
                    <a:pt x="21" y="8"/>
                    <a:pt x="21" y="7"/>
                    <a:pt x="17" y="5"/>
                  </a:cubicBezTo>
                  <a:cubicBezTo>
                    <a:pt x="13" y="2"/>
                    <a:pt x="4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6" name="Freeform 14">
              <a:extLst>
                <a:ext uri="{FF2B5EF4-FFF2-40B4-BE49-F238E27FC236}">
                  <a16:creationId xmlns:a16="http://schemas.microsoft.com/office/drawing/2014/main" id="{AF17D4B8-4042-44BF-8C7F-069406E8D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154"/>
              <a:ext cx="342" cy="352"/>
            </a:xfrm>
            <a:custGeom>
              <a:avLst/>
              <a:gdLst>
                <a:gd name="T0" fmla="*/ 1153 w 137"/>
                <a:gd name="T1" fmla="*/ 2083 h 132"/>
                <a:gd name="T2" fmla="*/ 1820 w 137"/>
                <a:gd name="T3" fmla="*/ 1387 h 132"/>
                <a:gd name="T4" fmla="*/ 1882 w 137"/>
                <a:gd name="T5" fmla="*/ 0 h 132"/>
                <a:gd name="T6" fmla="*/ 2119 w 137"/>
                <a:gd name="T7" fmla="*/ 1421 h 132"/>
                <a:gd name="T8" fmla="*/ 1820 w 137"/>
                <a:gd name="T9" fmla="*/ 2219 h 132"/>
                <a:gd name="T10" fmla="*/ 1246 w 137"/>
                <a:gd name="T11" fmla="*/ 2445 h 132"/>
                <a:gd name="T12" fmla="*/ 667 w 137"/>
                <a:gd name="T13" fmla="*/ 2411 h 132"/>
                <a:gd name="T14" fmla="*/ 0 w 137"/>
                <a:gd name="T15" fmla="*/ 1877 h 132"/>
                <a:gd name="T16" fmla="*/ 1153 w 137"/>
                <a:gd name="T17" fmla="*/ 2083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132">
                  <a:moveTo>
                    <a:pt x="74" y="110"/>
                  </a:moveTo>
                  <a:cubicBezTo>
                    <a:pt x="95" y="105"/>
                    <a:pt x="107" y="96"/>
                    <a:pt x="117" y="73"/>
                  </a:cubicBezTo>
                  <a:cubicBezTo>
                    <a:pt x="126" y="50"/>
                    <a:pt x="127" y="14"/>
                    <a:pt x="121" y="0"/>
                  </a:cubicBezTo>
                  <a:cubicBezTo>
                    <a:pt x="131" y="13"/>
                    <a:pt x="137" y="58"/>
                    <a:pt x="136" y="75"/>
                  </a:cubicBezTo>
                  <a:cubicBezTo>
                    <a:pt x="134" y="91"/>
                    <a:pt x="128" y="104"/>
                    <a:pt x="117" y="117"/>
                  </a:cubicBezTo>
                  <a:cubicBezTo>
                    <a:pt x="106" y="130"/>
                    <a:pt x="93" y="130"/>
                    <a:pt x="80" y="129"/>
                  </a:cubicBezTo>
                  <a:cubicBezTo>
                    <a:pt x="67" y="129"/>
                    <a:pt x="60" y="132"/>
                    <a:pt x="43" y="127"/>
                  </a:cubicBezTo>
                  <a:cubicBezTo>
                    <a:pt x="26" y="123"/>
                    <a:pt x="7" y="108"/>
                    <a:pt x="0" y="99"/>
                  </a:cubicBezTo>
                  <a:cubicBezTo>
                    <a:pt x="11" y="106"/>
                    <a:pt x="42" y="113"/>
                    <a:pt x="74" y="110"/>
                  </a:cubicBezTo>
                  <a:close/>
                </a:path>
              </a:pathLst>
            </a:custGeom>
            <a:solidFill>
              <a:srgbClr val="EC9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7" name="Freeform 15">
              <a:extLst>
                <a:ext uri="{FF2B5EF4-FFF2-40B4-BE49-F238E27FC236}">
                  <a16:creationId xmlns:a16="http://schemas.microsoft.com/office/drawing/2014/main" id="{A483914E-B922-4446-90B8-61D9E6A8A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076"/>
              <a:ext cx="168" cy="400"/>
            </a:xfrm>
            <a:custGeom>
              <a:avLst/>
              <a:gdLst>
                <a:gd name="T0" fmla="*/ 0 w 67"/>
                <a:gd name="T1" fmla="*/ 35 h 150"/>
                <a:gd name="T2" fmla="*/ 722 w 67"/>
                <a:gd name="T3" fmla="*/ 512 h 150"/>
                <a:gd name="T4" fmla="*/ 943 w 67"/>
                <a:gd name="T5" fmla="*/ 2083 h 150"/>
                <a:gd name="T6" fmla="*/ 680 w 67"/>
                <a:gd name="T7" fmla="*/ 2845 h 150"/>
                <a:gd name="T8" fmla="*/ 1026 w 67"/>
                <a:gd name="T9" fmla="*/ 1992 h 150"/>
                <a:gd name="T10" fmla="*/ 772 w 67"/>
                <a:gd name="T11" fmla="*/ 435 h 150"/>
                <a:gd name="T12" fmla="*/ 0 w 67"/>
                <a:gd name="T13" fmla="*/ 35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50">
                  <a:moveTo>
                    <a:pt x="0" y="2"/>
                  </a:moveTo>
                  <a:cubicBezTo>
                    <a:pt x="15" y="3"/>
                    <a:pt x="35" y="9"/>
                    <a:pt x="46" y="27"/>
                  </a:cubicBezTo>
                  <a:cubicBezTo>
                    <a:pt x="56" y="46"/>
                    <a:pt x="63" y="86"/>
                    <a:pt x="60" y="110"/>
                  </a:cubicBezTo>
                  <a:cubicBezTo>
                    <a:pt x="57" y="135"/>
                    <a:pt x="43" y="150"/>
                    <a:pt x="43" y="150"/>
                  </a:cubicBezTo>
                  <a:cubicBezTo>
                    <a:pt x="52" y="145"/>
                    <a:pt x="63" y="128"/>
                    <a:pt x="65" y="105"/>
                  </a:cubicBezTo>
                  <a:cubicBezTo>
                    <a:pt x="67" y="82"/>
                    <a:pt x="62" y="45"/>
                    <a:pt x="49" y="23"/>
                  </a:cubicBezTo>
                  <a:cubicBezTo>
                    <a:pt x="36" y="1"/>
                    <a:pt x="14" y="0"/>
                    <a:pt x="0" y="2"/>
                  </a:cubicBezTo>
                  <a:close/>
                </a:path>
              </a:pathLst>
            </a:custGeom>
            <a:solidFill>
              <a:srgbClr val="EC9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8" name="Freeform 16">
              <a:extLst>
                <a:ext uri="{FF2B5EF4-FFF2-40B4-BE49-F238E27FC236}">
                  <a16:creationId xmlns:a16="http://schemas.microsoft.com/office/drawing/2014/main" id="{22447493-DDF6-4EB0-95C6-49DF5409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215"/>
              <a:ext cx="115" cy="259"/>
            </a:xfrm>
            <a:custGeom>
              <a:avLst/>
              <a:gdLst>
                <a:gd name="T0" fmla="*/ 613 w 46"/>
                <a:gd name="T1" fmla="*/ 0 h 97"/>
                <a:gd name="T2" fmla="*/ 533 w 46"/>
                <a:gd name="T3" fmla="*/ 1183 h 97"/>
                <a:gd name="T4" fmla="*/ 0 w 46"/>
                <a:gd name="T5" fmla="*/ 1848 h 97"/>
                <a:gd name="T6" fmla="*/ 83 w 46"/>
                <a:gd name="T7" fmla="*/ 1674 h 97"/>
                <a:gd name="T8" fmla="*/ 188 w 46"/>
                <a:gd name="T9" fmla="*/ 1426 h 97"/>
                <a:gd name="T10" fmla="*/ 220 w 46"/>
                <a:gd name="T11" fmla="*/ 1298 h 97"/>
                <a:gd name="T12" fmla="*/ 375 w 46"/>
                <a:gd name="T13" fmla="*/ 1276 h 97"/>
                <a:gd name="T14" fmla="*/ 613 w 46"/>
                <a:gd name="T15" fmla="*/ 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97">
                  <a:moveTo>
                    <a:pt x="39" y="0"/>
                  </a:moveTo>
                  <a:cubicBezTo>
                    <a:pt x="44" y="18"/>
                    <a:pt x="44" y="42"/>
                    <a:pt x="34" y="62"/>
                  </a:cubicBezTo>
                  <a:cubicBezTo>
                    <a:pt x="24" y="83"/>
                    <a:pt x="8" y="94"/>
                    <a:pt x="0" y="97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3" y="76"/>
                    <a:pt x="18" y="73"/>
                    <a:pt x="24" y="67"/>
                  </a:cubicBezTo>
                  <a:cubicBezTo>
                    <a:pt x="29" y="62"/>
                    <a:pt x="46" y="30"/>
                    <a:pt x="39" y="0"/>
                  </a:cubicBezTo>
                  <a:close/>
                </a:path>
              </a:pathLst>
            </a:custGeom>
            <a:solidFill>
              <a:srgbClr val="EC9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29" name="Freeform 17">
              <a:extLst>
                <a:ext uri="{FF2B5EF4-FFF2-40B4-BE49-F238E27FC236}">
                  <a16:creationId xmlns:a16="http://schemas.microsoft.com/office/drawing/2014/main" id="{BBC09FCC-9005-42C5-A102-BFB436146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066"/>
              <a:ext cx="30" cy="10"/>
            </a:xfrm>
            <a:custGeom>
              <a:avLst/>
              <a:gdLst>
                <a:gd name="T0" fmla="*/ 0 w 12"/>
                <a:gd name="T1" fmla="*/ 63 h 4"/>
                <a:gd name="T2" fmla="*/ 33 w 12"/>
                <a:gd name="T3" fmla="*/ 63 h 4"/>
                <a:gd name="T4" fmla="*/ 83 w 12"/>
                <a:gd name="T5" fmla="*/ 63 h 4"/>
                <a:gd name="T6" fmla="*/ 145 w 12"/>
                <a:gd name="T7" fmla="*/ 63 h 4"/>
                <a:gd name="T8" fmla="*/ 175 w 12"/>
                <a:gd name="T9" fmla="*/ 50 h 4"/>
                <a:gd name="T10" fmla="*/ 125 w 12"/>
                <a:gd name="T11" fmla="*/ 20 h 4"/>
                <a:gd name="T12" fmla="*/ 83 w 12"/>
                <a:gd name="T13" fmla="*/ 0 h 4"/>
                <a:gd name="T14" fmla="*/ 50 w 12"/>
                <a:gd name="T15" fmla="*/ 5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6" y="4"/>
                    <a:pt x="8" y="4"/>
                    <a:pt x="9" y="4"/>
                  </a:cubicBezTo>
                  <a:cubicBezTo>
                    <a:pt x="10" y="4"/>
                    <a:pt x="12" y="4"/>
                    <a:pt x="11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7" y="1"/>
                    <a:pt x="4" y="3"/>
                    <a:pt x="3" y="3"/>
                  </a:cubicBezTo>
                </a:path>
              </a:pathLst>
            </a:custGeom>
            <a:solidFill>
              <a:srgbClr val="86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0" name="Freeform 18">
              <a:extLst>
                <a:ext uri="{FF2B5EF4-FFF2-40B4-BE49-F238E27FC236}">
                  <a16:creationId xmlns:a16="http://schemas.microsoft.com/office/drawing/2014/main" id="{46102E07-08C4-4096-A131-B8686D141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050"/>
              <a:ext cx="52" cy="24"/>
            </a:xfrm>
            <a:custGeom>
              <a:avLst/>
              <a:gdLst>
                <a:gd name="T0" fmla="*/ 12 w 21"/>
                <a:gd name="T1" fmla="*/ 171 h 9"/>
                <a:gd name="T2" fmla="*/ 12 w 21"/>
                <a:gd name="T3" fmla="*/ 77 h 9"/>
                <a:gd name="T4" fmla="*/ 154 w 21"/>
                <a:gd name="T5" fmla="*/ 0 h 9"/>
                <a:gd name="T6" fmla="*/ 275 w 21"/>
                <a:gd name="T7" fmla="*/ 56 h 9"/>
                <a:gd name="T8" fmla="*/ 319 w 21"/>
                <a:gd name="T9" fmla="*/ 115 h 9"/>
                <a:gd name="T10" fmla="*/ 154 w 21"/>
                <a:gd name="T11" fmla="*/ 56 h 9"/>
                <a:gd name="T12" fmla="*/ 42 w 21"/>
                <a:gd name="T13" fmla="*/ 17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9">
                  <a:moveTo>
                    <a:pt x="1" y="9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4" y="0"/>
                    <a:pt x="16" y="0"/>
                    <a:pt x="18" y="3"/>
                  </a:cubicBezTo>
                  <a:cubicBezTo>
                    <a:pt x="19" y="4"/>
                    <a:pt x="21" y="5"/>
                    <a:pt x="21" y="6"/>
                  </a:cubicBezTo>
                  <a:cubicBezTo>
                    <a:pt x="18" y="4"/>
                    <a:pt x="14" y="3"/>
                    <a:pt x="10" y="3"/>
                  </a:cubicBezTo>
                  <a:cubicBezTo>
                    <a:pt x="8" y="4"/>
                    <a:pt x="3" y="7"/>
                    <a:pt x="3" y="9"/>
                  </a:cubicBezTo>
                </a:path>
              </a:pathLst>
            </a:custGeom>
            <a:solidFill>
              <a:srgbClr val="EC9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1" name="Freeform 19">
              <a:extLst>
                <a:ext uri="{FF2B5EF4-FFF2-40B4-BE49-F238E27FC236}">
                  <a16:creationId xmlns:a16="http://schemas.microsoft.com/office/drawing/2014/main" id="{F20B3A2D-A859-422C-804A-E4998644A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988"/>
              <a:ext cx="510" cy="526"/>
            </a:xfrm>
            <a:custGeom>
              <a:avLst/>
              <a:gdLst>
                <a:gd name="T0" fmla="*/ 438 w 204"/>
                <a:gd name="T1" fmla="*/ 513 h 197"/>
                <a:gd name="T2" fmla="*/ 95 w 204"/>
                <a:gd name="T3" fmla="*/ 2438 h 197"/>
                <a:gd name="T4" fmla="*/ 1375 w 204"/>
                <a:gd name="T5" fmla="*/ 3714 h 197"/>
                <a:gd name="T6" fmla="*/ 2345 w 204"/>
                <a:gd name="T7" fmla="*/ 3522 h 197"/>
                <a:gd name="T8" fmla="*/ 3125 w 204"/>
                <a:gd name="T9" fmla="*/ 2246 h 197"/>
                <a:gd name="T10" fmla="*/ 1970 w 204"/>
                <a:gd name="T11" fmla="*/ 192 h 197"/>
                <a:gd name="T12" fmla="*/ 438 w 204"/>
                <a:gd name="T13" fmla="*/ 513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197">
                  <a:moveTo>
                    <a:pt x="28" y="27"/>
                  </a:moveTo>
                  <a:cubicBezTo>
                    <a:pt x="6" y="51"/>
                    <a:pt x="0" y="97"/>
                    <a:pt x="6" y="128"/>
                  </a:cubicBezTo>
                  <a:cubicBezTo>
                    <a:pt x="13" y="159"/>
                    <a:pt x="49" y="193"/>
                    <a:pt x="88" y="195"/>
                  </a:cubicBezTo>
                  <a:cubicBezTo>
                    <a:pt x="119" y="197"/>
                    <a:pt x="139" y="196"/>
                    <a:pt x="150" y="185"/>
                  </a:cubicBezTo>
                  <a:cubicBezTo>
                    <a:pt x="167" y="186"/>
                    <a:pt x="197" y="155"/>
                    <a:pt x="200" y="118"/>
                  </a:cubicBezTo>
                  <a:cubicBezTo>
                    <a:pt x="204" y="81"/>
                    <a:pt x="184" y="19"/>
                    <a:pt x="126" y="10"/>
                  </a:cubicBezTo>
                  <a:cubicBezTo>
                    <a:pt x="68" y="0"/>
                    <a:pt x="52" y="1"/>
                    <a:pt x="28" y="2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2" name="Freeform 20">
              <a:extLst>
                <a:ext uri="{FF2B5EF4-FFF2-40B4-BE49-F238E27FC236}">
                  <a16:creationId xmlns:a16="http://schemas.microsoft.com/office/drawing/2014/main" id="{189D7DD4-DA8A-4214-8FCF-84CF32320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060"/>
              <a:ext cx="245" cy="422"/>
            </a:xfrm>
            <a:custGeom>
              <a:avLst/>
              <a:gdLst>
                <a:gd name="T0" fmla="*/ 83 w 98"/>
                <a:gd name="T1" fmla="*/ 0 h 158"/>
                <a:gd name="T2" fmla="*/ 270 w 98"/>
                <a:gd name="T3" fmla="*/ 150 h 158"/>
                <a:gd name="T4" fmla="*/ 1345 w 98"/>
                <a:gd name="T5" fmla="*/ 1183 h 158"/>
                <a:gd name="T6" fmla="*/ 1113 w 98"/>
                <a:gd name="T7" fmla="*/ 301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58">
                  <a:moveTo>
                    <a:pt x="5" y="0"/>
                  </a:moveTo>
                  <a:cubicBezTo>
                    <a:pt x="0" y="5"/>
                    <a:pt x="5" y="8"/>
                    <a:pt x="17" y="8"/>
                  </a:cubicBezTo>
                  <a:cubicBezTo>
                    <a:pt x="29" y="8"/>
                    <a:pt x="73" y="1"/>
                    <a:pt x="86" y="62"/>
                  </a:cubicBezTo>
                  <a:cubicBezTo>
                    <a:pt x="98" y="113"/>
                    <a:pt x="87" y="140"/>
                    <a:pt x="71" y="15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3" name="Freeform 21">
              <a:extLst>
                <a:ext uri="{FF2B5EF4-FFF2-40B4-BE49-F238E27FC236}">
                  <a16:creationId xmlns:a16="http://schemas.microsoft.com/office/drawing/2014/main" id="{9D1DDE26-D03A-4FBA-813A-8755BF6C2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058"/>
              <a:ext cx="50" cy="24"/>
            </a:xfrm>
            <a:custGeom>
              <a:avLst/>
              <a:gdLst>
                <a:gd name="T0" fmla="*/ 188 w 20"/>
                <a:gd name="T1" fmla="*/ 171 h 9"/>
                <a:gd name="T2" fmla="*/ 313 w 20"/>
                <a:gd name="T3" fmla="*/ 171 h 9"/>
                <a:gd name="T4" fmla="*/ 313 w 20"/>
                <a:gd name="T5" fmla="*/ 115 h 9"/>
                <a:gd name="T6" fmla="*/ 208 w 20"/>
                <a:gd name="T7" fmla="*/ 21 h 9"/>
                <a:gd name="T8" fmla="*/ 33 w 20"/>
                <a:gd name="T9" fmla="*/ 149 h 9"/>
                <a:gd name="T10" fmla="*/ 188 w 20"/>
                <a:gd name="T11" fmla="*/ 17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">
                  <a:moveTo>
                    <a:pt x="12" y="9"/>
                  </a:moveTo>
                  <a:cubicBezTo>
                    <a:pt x="14" y="9"/>
                    <a:pt x="17" y="9"/>
                    <a:pt x="20" y="9"/>
                  </a:cubicBezTo>
                  <a:cubicBezTo>
                    <a:pt x="20" y="8"/>
                    <a:pt x="20" y="7"/>
                    <a:pt x="20" y="6"/>
                  </a:cubicBezTo>
                  <a:cubicBezTo>
                    <a:pt x="19" y="3"/>
                    <a:pt x="16" y="2"/>
                    <a:pt x="13" y="1"/>
                  </a:cubicBezTo>
                  <a:cubicBezTo>
                    <a:pt x="8" y="0"/>
                    <a:pt x="0" y="2"/>
                    <a:pt x="2" y="8"/>
                  </a:cubicBezTo>
                  <a:cubicBezTo>
                    <a:pt x="4" y="9"/>
                    <a:pt x="8" y="9"/>
                    <a:pt x="12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4" name="Freeform 22">
              <a:extLst>
                <a:ext uri="{FF2B5EF4-FFF2-40B4-BE49-F238E27FC236}">
                  <a16:creationId xmlns:a16="http://schemas.microsoft.com/office/drawing/2014/main" id="{83B46FC5-4870-4DBA-ABE8-1256AB64E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047"/>
              <a:ext cx="90" cy="27"/>
            </a:xfrm>
            <a:custGeom>
              <a:avLst/>
              <a:gdLst>
                <a:gd name="T0" fmla="*/ 563 w 36"/>
                <a:gd name="T1" fmla="*/ 138 h 10"/>
                <a:gd name="T2" fmla="*/ 363 w 36"/>
                <a:gd name="T3" fmla="*/ 103 h 10"/>
                <a:gd name="T4" fmla="*/ 0 w 36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36" y="7"/>
                  </a:moveTo>
                  <a:cubicBezTo>
                    <a:pt x="32" y="10"/>
                    <a:pt x="26" y="6"/>
                    <a:pt x="23" y="5"/>
                  </a:cubicBezTo>
                  <a:cubicBezTo>
                    <a:pt x="14" y="1"/>
                    <a:pt x="9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5" name="Freeform 23">
              <a:extLst>
                <a:ext uri="{FF2B5EF4-FFF2-40B4-BE49-F238E27FC236}">
                  <a16:creationId xmlns:a16="http://schemas.microsoft.com/office/drawing/2014/main" id="{36A3D8B4-FC37-4B66-AEBA-DC1005CE2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036"/>
              <a:ext cx="15" cy="16"/>
            </a:xfrm>
            <a:custGeom>
              <a:avLst/>
              <a:gdLst>
                <a:gd name="T0" fmla="*/ 20 w 6"/>
                <a:gd name="T1" fmla="*/ 115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cubicBezTo>
                    <a:pt x="0" y="1"/>
                    <a:pt x="6" y="0"/>
                    <a:pt x="6" y="6"/>
                  </a:cubicBezTo>
                </a:path>
              </a:pathLst>
            </a:custGeom>
            <a:noFill/>
            <a:ln w="7938" cap="rnd">
              <a:solidFill>
                <a:srgbClr val="F7B87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36" name="Freeform 24">
              <a:extLst>
                <a:ext uri="{FF2B5EF4-FFF2-40B4-BE49-F238E27FC236}">
                  <a16:creationId xmlns:a16="http://schemas.microsoft.com/office/drawing/2014/main" id="{12F7C2D6-28A5-4075-9A56-7A884508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058"/>
              <a:ext cx="5" cy="13"/>
            </a:xfrm>
            <a:custGeom>
              <a:avLst/>
              <a:gdLst>
                <a:gd name="T0" fmla="*/ 33 w 2"/>
                <a:gd name="T1" fmla="*/ 88 h 5"/>
                <a:gd name="T2" fmla="*/ 2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7B87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7" name="Vector-illustration-of-a-peach">
            <a:extLst>
              <a:ext uri="{FF2B5EF4-FFF2-40B4-BE49-F238E27FC236}">
                <a16:creationId xmlns:a16="http://schemas.microsoft.com/office/drawing/2014/main" id="{AD0FC952-6CC8-4A6C-88A6-B3A2DF3F3D75}"/>
              </a:ext>
            </a:extLst>
          </p:cNvPr>
          <p:cNvGrpSpPr>
            <a:grpSpLocks/>
          </p:cNvGrpSpPr>
          <p:nvPr/>
        </p:nvGrpSpPr>
        <p:grpSpPr bwMode="auto">
          <a:xfrm>
            <a:off x="7345363" y="1617663"/>
            <a:ext cx="2497137" cy="2549525"/>
            <a:chOff x="4149" y="2485"/>
            <a:chExt cx="763" cy="779"/>
          </a:xfrm>
        </p:grpSpPr>
        <p:sp>
          <p:nvSpPr>
            <p:cNvPr id="11683" name="Freeform 26">
              <a:extLst>
                <a:ext uri="{FF2B5EF4-FFF2-40B4-BE49-F238E27FC236}">
                  <a16:creationId xmlns:a16="http://schemas.microsoft.com/office/drawing/2014/main" id="{FFD1CB55-420D-4C73-B5D1-50CAE6269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485"/>
              <a:ext cx="741" cy="779"/>
            </a:xfrm>
            <a:custGeom>
              <a:avLst/>
              <a:gdLst>
                <a:gd name="T0" fmla="*/ 4456 w 296"/>
                <a:gd name="T1" fmla="*/ 1878 h 292"/>
                <a:gd name="T2" fmla="*/ 3465 w 296"/>
                <a:gd name="T3" fmla="*/ 4805 h 292"/>
                <a:gd name="T4" fmla="*/ 1054 w 296"/>
                <a:gd name="T5" fmla="*/ 4783 h 292"/>
                <a:gd name="T6" fmla="*/ 376 w 296"/>
                <a:gd name="T7" fmla="*/ 1233 h 292"/>
                <a:gd name="T8" fmla="*/ 2338 w 296"/>
                <a:gd name="T9" fmla="*/ 21 h 292"/>
                <a:gd name="T10" fmla="*/ 4456 w 296"/>
                <a:gd name="T11" fmla="*/ 1878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6" h="292">
                  <a:moveTo>
                    <a:pt x="284" y="99"/>
                  </a:moveTo>
                  <a:cubicBezTo>
                    <a:pt x="296" y="168"/>
                    <a:pt x="252" y="228"/>
                    <a:pt x="221" y="253"/>
                  </a:cubicBezTo>
                  <a:cubicBezTo>
                    <a:pt x="191" y="277"/>
                    <a:pt x="134" y="292"/>
                    <a:pt x="67" y="252"/>
                  </a:cubicBezTo>
                  <a:cubicBezTo>
                    <a:pt x="0" y="211"/>
                    <a:pt x="6" y="108"/>
                    <a:pt x="24" y="65"/>
                  </a:cubicBezTo>
                  <a:cubicBezTo>
                    <a:pt x="42" y="23"/>
                    <a:pt x="96" y="0"/>
                    <a:pt x="149" y="1"/>
                  </a:cubicBezTo>
                  <a:cubicBezTo>
                    <a:pt x="192" y="1"/>
                    <a:pt x="272" y="34"/>
                    <a:pt x="284" y="99"/>
                  </a:cubicBezTo>
                  <a:close/>
                </a:path>
              </a:pathLst>
            </a:custGeom>
            <a:solidFill>
              <a:srgbClr val="ECB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4" name="Freeform 27">
              <a:extLst>
                <a:ext uri="{FF2B5EF4-FFF2-40B4-BE49-F238E27FC236}">
                  <a16:creationId xmlns:a16="http://schemas.microsoft.com/office/drawing/2014/main" id="{2979253E-4C78-4F94-803E-DAF21B204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544"/>
              <a:ext cx="673" cy="685"/>
            </a:xfrm>
            <a:custGeom>
              <a:avLst/>
              <a:gdLst>
                <a:gd name="T0" fmla="*/ 0 w 269"/>
                <a:gd name="T1" fmla="*/ 2615 h 257"/>
                <a:gd name="T2" fmla="*/ 751 w 269"/>
                <a:gd name="T3" fmla="*/ 4206 h 257"/>
                <a:gd name="T4" fmla="*/ 2397 w 269"/>
                <a:gd name="T5" fmla="*/ 4638 h 257"/>
                <a:gd name="T6" fmla="*/ 3618 w 269"/>
                <a:gd name="T7" fmla="*/ 3481 h 257"/>
                <a:gd name="T8" fmla="*/ 3963 w 269"/>
                <a:gd name="T9" fmla="*/ 1215 h 257"/>
                <a:gd name="T10" fmla="*/ 2960 w 269"/>
                <a:gd name="T11" fmla="*/ 0 h 257"/>
                <a:gd name="T12" fmla="*/ 3443 w 269"/>
                <a:gd name="T13" fmla="*/ 2351 h 257"/>
                <a:gd name="T14" fmla="*/ 1754 w 269"/>
                <a:gd name="T15" fmla="*/ 3822 h 257"/>
                <a:gd name="T16" fmla="*/ 0 w 269"/>
                <a:gd name="T17" fmla="*/ 2615 h 2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7">
                  <a:moveTo>
                    <a:pt x="0" y="138"/>
                  </a:moveTo>
                  <a:cubicBezTo>
                    <a:pt x="2" y="159"/>
                    <a:pt x="18" y="206"/>
                    <a:pt x="48" y="222"/>
                  </a:cubicBezTo>
                  <a:cubicBezTo>
                    <a:pt x="78" y="238"/>
                    <a:pt x="108" y="257"/>
                    <a:pt x="153" y="245"/>
                  </a:cubicBezTo>
                  <a:cubicBezTo>
                    <a:pt x="198" y="233"/>
                    <a:pt x="217" y="209"/>
                    <a:pt x="231" y="184"/>
                  </a:cubicBezTo>
                  <a:cubicBezTo>
                    <a:pt x="245" y="159"/>
                    <a:pt x="269" y="109"/>
                    <a:pt x="253" y="64"/>
                  </a:cubicBezTo>
                  <a:cubicBezTo>
                    <a:pt x="237" y="19"/>
                    <a:pt x="203" y="8"/>
                    <a:pt x="189" y="0"/>
                  </a:cubicBezTo>
                  <a:cubicBezTo>
                    <a:pt x="207" y="14"/>
                    <a:pt x="241" y="64"/>
                    <a:pt x="220" y="124"/>
                  </a:cubicBezTo>
                  <a:cubicBezTo>
                    <a:pt x="199" y="184"/>
                    <a:pt x="156" y="213"/>
                    <a:pt x="112" y="202"/>
                  </a:cubicBezTo>
                  <a:cubicBezTo>
                    <a:pt x="68" y="191"/>
                    <a:pt x="15" y="196"/>
                    <a:pt x="0" y="138"/>
                  </a:cubicBezTo>
                  <a:close/>
                </a:path>
              </a:pathLst>
            </a:custGeom>
            <a:solidFill>
              <a:srgbClr val="E3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5" name="Freeform 28">
              <a:extLst>
                <a:ext uri="{FF2B5EF4-FFF2-40B4-BE49-F238E27FC236}">
                  <a16:creationId xmlns:a16="http://schemas.microsoft.com/office/drawing/2014/main" id="{7CFC26BC-28D7-4CAA-A5C4-DC3CE1CAC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549"/>
              <a:ext cx="272" cy="536"/>
            </a:xfrm>
            <a:custGeom>
              <a:avLst/>
              <a:gdLst>
                <a:gd name="T0" fmla="*/ 903 w 109"/>
                <a:gd name="T1" fmla="*/ 0 h 201"/>
                <a:gd name="T2" fmla="*/ 167 w 109"/>
                <a:gd name="T3" fmla="*/ 989 h 201"/>
                <a:gd name="T4" fmla="*/ 0 w 109"/>
                <a:gd name="T5" fmla="*/ 2219 h 201"/>
                <a:gd name="T6" fmla="*/ 250 w 109"/>
                <a:gd name="T7" fmla="*/ 3413 h 201"/>
                <a:gd name="T8" fmla="*/ 591 w 109"/>
                <a:gd name="T9" fmla="*/ 3720 h 201"/>
                <a:gd name="T10" fmla="*/ 791 w 109"/>
                <a:gd name="T11" fmla="*/ 3789 h 201"/>
                <a:gd name="T12" fmla="*/ 1103 w 109"/>
                <a:gd name="T13" fmla="*/ 3677 h 201"/>
                <a:gd name="T14" fmla="*/ 1320 w 109"/>
                <a:gd name="T15" fmla="*/ 3776 h 201"/>
                <a:gd name="T16" fmla="*/ 1495 w 109"/>
                <a:gd name="T17" fmla="*/ 3811 h 201"/>
                <a:gd name="T18" fmla="*/ 1694 w 109"/>
                <a:gd name="T19" fmla="*/ 3733 h 201"/>
                <a:gd name="T20" fmla="*/ 1662 w 109"/>
                <a:gd name="T21" fmla="*/ 3776 h 201"/>
                <a:gd name="T22" fmla="*/ 1120 w 109"/>
                <a:gd name="T23" fmla="*/ 2936 h 201"/>
                <a:gd name="T24" fmla="*/ 1165 w 109"/>
                <a:gd name="T25" fmla="*/ 2240 h 201"/>
                <a:gd name="T26" fmla="*/ 916 w 109"/>
                <a:gd name="T27" fmla="*/ 1843 h 201"/>
                <a:gd name="T28" fmla="*/ 696 w 109"/>
                <a:gd name="T29" fmla="*/ 739 h 201"/>
                <a:gd name="T30" fmla="*/ 821 w 109"/>
                <a:gd name="T31" fmla="*/ 56 h 2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201">
                  <a:moveTo>
                    <a:pt x="58" y="0"/>
                  </a:moveTo>
                  <a:cubicBezTo>
                    <a:pt x="34" y="13"/>
                    <a:pt x="20" y="26"/>
                    <a:pt x="11" y="52"/>
                  </a:cubicBezTo>
                  <a:cubicBezTo>
                    <a:pt x="3" y="74"/>
                    <a:pt x="0" y="95"/>
                    <a:pt x="0" y="117"/>
                  </a:cubicBezTo>
                  <a:cubicBezTo>
                    <a:pt x="0" y="139"/>
                    <a:pt x="6" y="161"/>
                    <a:pt x="16" y="180"/>
                  </a:cubicBezTo>
                  <a:cubicBezTo>
                    <a:pt x="21" y="191"/>
                    <a:pt x="27" y="194"/>
                    <a:pt x="38" y="196"/>
                  </a:cubicBezTo>
                  <a:cubicBezTo>
                    <a:pt x="42" y="198"/>
                    <a:pt x="46" y="200"/>
                    <a:pt x="51" y="200"/>
                  </a:cubicBezTo>
                  <a:cubicBezTo>
                    <a:pt x="59" y="201"/>
                    <a:pt x="64" y="196"/>
                    <a:pt x="71" y="194"/>
                  </a:cubicBezTo>
                  <a:cubicBezTo>
                    <a:pt x="77" y="193"/>
                    <a:pt x="81" y="194"/>
                    <a:pt x="85" y="199"/>
                  </a:cubicBezTo>
                  <a:cubicBezTo>
                    <a:pt x="89" y="199"/>
                    <a:pt x="92" y="201"/>
                    <a:pt x="96" y="201"/>
                  </a:cubicBezTo>
                  <a:cubicBezTo>
                    <a:pt x="101" y="201"/>
                    <a:pt x="104" y="198"/>
                    <a:pt x="109" y="197"/>
                  </a:cubicBezTo>
                  <a:cubicBezTo>
                    <a:pt x="108" y="197"/>
                    <a:pt x="107" y="199"/>
                    <a:pt x="107" y="199"/>
                  </a:cubicBezTo>
                  <a:cubicBezTo>
                    <a:pt x="88" y="190"/>
                    <a:pt x="75" y="178"/>
                    <a:pt x="72" y="155"/>
                  </a:cubicBezTo>
                  <a:cubicBezTo>
                    <a:pt x="71" y="144"/>
                    <a:pt x="77" y="128"/>
                    <a:pt x="75" y="118"/>
                  </a:cubicBezTo>
                  <a:cubicBezTo>
                    <a:pt x="73" y="113"/>
                    <a:pt x="62" y="103"/>
                    <a:pt x="59" y="97"/>
                  </a:cubicBezTo>
                  <a:cubicBezTo>
                    <a:pt x="51" y="80"/>
                    <a:pt x="42" y="57"/>
                    <a:pt x="45" y="39"/>
                  </a:cubicBezTo>
                  <a:cubicBezTo>
                    <a:pt x="46" y="30"/>
                    <a:pt x="45" y="9"/>
                    <a:pt x="53" y="3"/>
                  </a:cubicBezTo>
                </a:path>
              </a:pathLst>
            </a:custGeom>
            <a:solidFill>
              <a:srgbClr val="E3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6" name="Freeform 29">
              <a:extLst>
                <a:ext uri="{FF2B5EF4-FFF2-40B4-BE49-F238E27FC236}">
                  <a16:creationId xmlns:a16="http://schemas.microsoft.com/office/drawing/2014/main" id="{8C695FD8-E292-487A-BE11-A0155FAC2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621"/>
              <a:ext cx="222" cy="411"/>
            </a:xfrm>
            <a:custGeom>
              <a:avLst/>
              <a:gdLst>
                <a:gd name="T0" fmla="*/ 0 w 89"/>
                <a:gd name="T1" fmla="*/ 320 h 154"/>
                <a:gd name="T2" fmla="*/ 417 w 89"/>
                <a:gd name="T3" fmla="*/ 93 h 154"/>
                <a:gd name="T4" fmla="*/ 995 w 89"/>
                <a:gd name="T5" fmla="*/ 342 h 154"/>
                <a:gd name="T6" fmla="*/ 1287 w 89"/>
                <a:gd name="T7" fmla="*/ 1254 h 154"/>
                <a:gd name="T8" fmla="*/ 1287 w 89"/>
                <a:gd name="T9" fmla="*/ 2015 h 154"/>
                <a:gd name="T10" fmla="*/ 915 w 89"/>
                <a:gd name="T11" fmla="*/ 2928 h 154"/>
                <a:gd name="T12" fmla="*/ 1132 w 89"/>
                <a:gd name="T13" fmla="*/ 1980 h 154"/>
                <a:gd name="T14" fmla="*/ 1058 w 89"/>
                <a:gd name="T15" fmla="*/ 1118 h 154"/>
                <a:gd name="T16" fmla="*/ 279 w 89"/>
                <a:gd name="T17" fmla="*/ 206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154">
                  <a:moveTo>
                    <a:pt x="0" y="17"/>
                  </a:moveTo>
                  <a:cubicBezTo>
                    <a:pt x="10" y="12"/>
                    <a:pt x="15" y="6"/>
                    <a:pt x="27" y="5"/>
                  </a:cubicBezTo>
                  <a:cubicBezTo>
                    <a:pt x="39" y="5"/>
                    <a:pt x="56" y="10"/>
                    <a:pt x="64" y="18"/>
                  </a:cubicBezTo>
                  <a:cubicBezTo>
                    <a:pt x="75" y="30"/>
                    <a:pt x="79" y="51"/>
                    <a:pt x="83" y="66"/>
                  </a:cubicBezTo>
                  <a:cubicBezTo>
                    <a:pt x="87" y="82"/>
                    <a:pt x="89" y="91"/>
                    <a:pt x="83" y="106"/>
                  </a:cubicBezTo>
                  <a:cubicBezTo>
                    <a:pt x="78" y="121"/>
                    <a:pt x="69" y="143"/>
                    <a:pt x="59" y="154"/>
                  </a:cubicBezTo>
                  <a:cubicBezTo>
                    <a:pt x="61" y="138"/>
                    <a:pt x="70" y="121"/>
                    <a:pt x="73" y="104"/>
                  </a:cubicBezTo>
                  <a:cubicBezTo>
                    <a:pt x="76" y="89"/>
                    <a:pt x="72" y="73"/>
                    <a:pt x="68" y="59"/>
                  </a:cubicBezTo>
                  <a:cubicBezTo>
                    <a:pt x="63" y="40"/>
                    <a:pt x="45" y="0"/>
                    <a:pt x="18" y="11"/>
                  </a:cubicBezTo>
                </a:path>
              </a:pathLst>
            </a:custGeom>
            <a:solidFill>
              <a:srgbClr val="E3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7" name="Freeform 30">
              <a:extLst>
                <a:ext uri="{FF2B5EF4-FFF2-40B4-BE49-F238E27FC236}">
                  <a16:creationId xmlns:a16="http://schemas.microsoft.com/office/drawing/2014/main" id="{ECD1E6A6-3A4B-482B-AA18-3F2533215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600"/>
              <a:ext cx="116" cy="269"/>
            </a:xfrm>
            <a:custGeom>
              <a:avLst/>
              <a:gdLst>
                <a:gd name="T0" fmla="*/ 126 w 46"/>
                <a:gd name="T1" fmla="*/ 0 h 101"/>
                <a:gd name="T2" fmla="*/ 0 w 46"/>
                <a:gd name="T3" fmla="*/ 397 h 101"/>
                <a:gd name="T4" fmla="*/ 159 w 46"/>
                <a:gd name="T5" fmla="*/ 1036 h 101"/>
                <a:gd name="T6" fmla="*/ 451 w 46"/>
                <a:gd name="T7" fmla="*/ 1907 h 101"/>
                <a:gd name="T8" fmla="*/ 431 w 46"/>
                <a:gd name="T9" fmla="*/ 34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1">
                  <a:moveTo>
                    <a:pt x="8" y="0"/>
                  </a:moveTo>
                  <a:cubicBezTo>
                    <a:pt x="21" y="11"/>
                    <a:pt x="20" y="33"/>
                    <a:pt x="0" y="21"/>
                  </a:cubicBezTo>
                  <a:cubicBezTo>
                    <a:pt x="6" y="26"/>
                    <a:pt x="9" y="48"/>
                    <a:pt x="10" y="55"/>
                  </a:cubicBezTo>
                  <a:cubicBezTo>
                    <a:pt x="15" y="74"/>
                    <a:pt x="17" y="84"/>
                    <a:pt x="28" y="101"/>
                  </a:cubicBezTo>
                  <a:cubicBezTo>
                    <a:pt x="46" y="87"/>
                    <a:pt x="38" y="34"/>
                    <a:pt x="27" y="18"/>
                  </a:cubicBezTo>
                </a:path>
              </a:pathLst>
            </a:custGeom>
            <a:solidFill>
              <a:srgbClr val="E3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8" name="Freeform 31">
              <a:extLst>
                <a:ext uri="{FF2B5EF4-FFF2-40B4-BE49-F238E27FC236}">
                  <a16:creationId xmlns:a16="http://schemas.microsoft.com/office/drawing/2014/main" id="{94D2A900-1C5F-494B-96AE-9D5AD5221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498"/>
              <a:ext cx="252" cy="190"/>
            </a:xfrm>
            <a:custGeom>
              <a:avLst/>
              <a:gdLst>
                <a:gd name="T0" fmla="*/ 841 w 101"/>
                <a:gd name="T1" fmla="*/ 150 h 71"/>
                <a:gd name="T2" fmla="*/ 1569 w 101"/>
                <a:gd name="T3" fmla="*/ 56 h 71"/>
                <a:gd name="T4" fmla="*/ 1287 w 101"/>
                <a:gd name="T5" fmla="*/ 615 h 71"/>
                <a:gd name="T6" fmla="*/ 1382 w 101"/>
                <a:gd name="T7" fmla="*/ 995 h 71"/>
                <a:gd name="T8" fmla="*/ 1258 w 101"/>
                <a:gd name="T9" fmla="*/ 803 h 71"/>
                <a:gd name="T10" fmla="*/ 574 w 101"/>
                <a:gd name="T11" fmla="*/ 538 h 71"/>
                <a:gd name="T12" fmla="*/ 250 w 101"/>
                <a:gd name="T13" fmla="*/ 1359 h 71"/>
                <a:gd name="T14" fmla="*/ 75 w 101"/>
                <a:gd name="T15" fmla="*/ 688 h 71"/>
                <a:gd name="T16" fmla="*/ 374 w 101"/>
                <a:gd name="T17" fmla="*/ 401 h 71"/>
                <a:gd name="T18" fmla="*/ 841 w 101"/>
                <a:gd name="T19" fmla="*/ 15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71">
                  <a:moveTo>
                    <a:pt x="54" y="8"/>
                  </a:moveTo>
                  <a:cubicBezTo>
                    <a:pt x="63" y="4"/>
                    <a:pt x="94" y="0"/>
                    <a:pt x="101" y="3"/>
                  </a:cubicBezTo>
                  <a:cubicBezTo>
                    <a:pt x="89" y="10"/>
                    <a:pt x="82" y="16"/>
                    <a:pt x="83" y="32"/>
                  </a:cubicBezTo>
                  <a:cubicBezTo>
                    <a:pt x="84" y="40"/>
                    <a:pt x="89" y="44"/>
                    <a:pt x="89" y="52"/>
                  </a:cubicBezTo>
                  <a:cubicBezTo>
                    <a:pt x="86" y="49"/>
                    <a:pt x="84" y="45"/>
                    <a:pt x="81" y="42"/>
                  </a:cubicBezTo>
                  <a:cubicBezTo>
                    <a:pt x="68" y="31"/>
                    <a:pt x="52" y="26"/>
                    <a:pt x="37" y="28"/>
                  </a:cubicBezTo>
                  <a:cubicBezTo>
                    <a:pt x="27" y="29"/>
                    <a:pt x="16" y="43"/>
                    <a:pt x="16" y="71"/>
                  </a:cubicBezTo>
                  <a:cubicBezTo>
                    <a:pt x="15" y="58"/>
                    <a:pt x="0" y="48"/>
                    <a:pt x="5" y="36"/>
                  </a:cubicBezTo>
                  <a:cubicBezTo>
                    <a:pt x="6" y="33"/>
                    <a:pt x="21" y="23"/>
                    <a:pt x="24" y="21"/>
                  </a:cubicBezTo>
                  <a:cubicBezTo>
                    <a:pt x="31" y="16"/>
                    <a:pt x="40" y="12"/>
                    <a:pt x="54" y="8"/>
                  </a:cubicBezTo>
                </a:path>
              </a:pathLst>
            </a:custGeom>
            <a:solidFill>
              <a:srgbClr val="E3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89" name="Freeform 32">
              <a:extLst>
                <a:ext uri="{FF2B5EF4-FFF2-40B4-BE49-F238E27FC236}">
                  <a16:creationId xmlns:a16="http://schemas.microsoft.com/office/drawing/2014/main" id="{E5789732-F42B-4FDD-9711-CFB887FAB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33"/>
              <a:ext cx="240" cy="109"/>
            </a:xfrm>
            <a:custGeom>
              <a:avLst/>
              <a:gdLst>
                <a:gd name="T0" fmla="*/ 333 w 96"/>
                <a:gd name="T1" fmla="*/ 734 h 41"/>
                <a:gd name="T2" fmla="*/ 958 w 96"/>
                <a:gd name="T3" fmla="*/ 319 h 41"/>
                <a:gd name="T4" fmla="*/ 1175 w 96"/>
                <a:gd name="T5" fmla="*/ 396 h 41"/>
                <a:gd name="T6" fmla="*/ 1333 w 96"/>
                <a:gd name="T7" fmla="*/ 524 h 41"/>
                <a:gd name="T8" fmla="*/ 1408 w 96"/>
                <a:gd name="T9" fmla="*/ 678 h 41"/>
                <a:gd name="T10" fmla="*/ 1470 w 96"/>
                <a:gd name="T11" fmla="*/ 771 h 41"/>
                <a:gd name="T12" fmla="*/ 1375 w 96"/>
                <a:gd name="T13" fmla="*/ 465 h 41"/>
                <a:gd name="T14" fmla="*/ 1238 w 96"/>
                <a:gd name="T15" fmla="*/ 303 h 41"/>
                <a:gd name="T16" fmla="*/ 1113 w 96"/>
                <a:gd name="T17" fmla="*/ 149 h 41"/>
                <a:gd name="T18" fmla="*/ 583 w 96"/>
                <a:gd name="T19" fmla="*/ 170 h 41"/>
                <a:gd name="T20" fmla="*/ 345 w 96"/>
                <a:gd name="T21" fmla="*/ 431 h 41"/>
                <a:gd name="T22" fmla="*/ 283 w 96"/>
                <a:gd name="T23" fmla="*/ 508 h 41"/>
                <a:gd name="T24" fmla="*/ 175 w 96"/>
                <a:gd name="T25" fmla="*/ 566 h 41"/>
                <a:gd name="T26" fmla="*/ 0 w 96"/>
                <a:gd name="T27" fmla="*/ 678 h 41"/>
                <a:gd name="T28" fmla="*/ 283 w 96"/>
                <a:gd name="T29" fmla="*/ 734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6" h="41">
                  <a:moveTo>
                    <a:pt x="21" y="39"/>
                  </a:moveTo>
                  <a:cubicBezTo>
                    <a:pt x="30" y="25"/>
                    <a:pt x="45" y="17"/>
                    <a:pt x="61" y="17"/>
                  </a:cubicBezTo>
                  <a:cubicBezTo>
                    <a:pt x="66" y="17"/>
                    <a:pt x="70" y="19"/>
                    <a:pt x="75" y="21"/>
                  </a:cubicBezTo>
                  <a:cubicBezTo>
                    <a:pt x="79" y="23"/>
                    <a:pt x="82" y="25"/>
                    <a:pt x="85" y="28"/>
                  </a:cubicBezTo>
                  <a:cubicBezTo>
                    <a:pt x="86" y="31"/>
                    <a:pt x="89" y="33"/>
                    <a:pt x="90" y="36"/>
                  </a:cubicBezTo>
                  <a:cubicBezTo>
                    <a:pt x="91" y="37"/>
                    <a:pt x="92" y="41"/>
                    <a:pt x="94" y="41"/>
                  </a:cubicBezTo>
                  <a:cubicBezTo>
                    <a:pt x="96" y="38"/>
                    <a:pt x="90" y="29"/>
                    <a:pt x="88" y="25"/>
                  </a:cubicBezTo>
                  <a:cubicBezTo>
                    <a:pt x="85" y="22"/>
                    <a:pt x="82" y="19"/>
                    <a:pt x="79" y="16"/>
                  </a:cubicBezTo>
                  <a:cubicBezTo>
                    <a:pt x="76" y="14"/>
                    <a:pt x="74" y="10"/>
                    <a:pt x="71" y="8"/>
                  </a:cubicBezTo>
                  <a:cubicBezTo>
                    <a:pt x="62" y="0"/>
                    <a:pt x="47" y="5"/>
                    <a:pt x="37" y="9"/>
                  </a:cubicBezTo>
                  <a:cubicBezTo>
                    <a:pt x="30" y="12"/>
                    <a:pt x="26" y="17"/>
                    <a:pt x="22" y="23"/>
                  </a:cubicBezTo>
                  <a:cubicBezTo>
                    <a:pt x="20" y="25"/>
                    <a:pt x="20" y="25"/>
                    <a:pt x="18" y="27"/>
                  </a:cubicBezTo>
                  <a:cubicBezTo>
                    <a:pt x="16" y="30"/>
                    <a:pt x="14" y="30"/>
                    <a:pt x="11" y="30"/>
                  </a:cubicBezTo>
                  <a:cubicBezTo>
                    <a:pt x="7" y="29"/>
                    <a:pt x="3" y="33"/>
                    <a:pt x="0" y="36"/>
                  </a:cubicBezTo>
                  <a:cubicBezTo>
                    <a:pt x="6" y="31"/>
                    <a:pt x="13" y="38"/>
                    <a:pt x="18" y="39"/>
                  </a:cubicBezTo>
                </a:path>
              </a:pathLst>
            </a:custGeom>
            <a:solidFill>
              <a:srgbClr val="E3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0" name="Freeform 33">
              <a:extLst>
                <a:ext uri="{FF2B5EF4-FFF2-40B4-BE49-F238E27FC236}">
                  <a16:creationId xmlns:a16="http://schemas.microsoft.com/office/drawing/2014/main" id="{8491EDC5-012E-4F42-8613-B43EAFA8B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04"/>
              <a:ext cx="143" cy="106"/>
            </a:xfrm>
            <a:custGeom>
              <a:avLst/>
              <a:gdLst>
                <a:gd name="T0" fmla="*/ 334 w 57"/>
                <a:gd name="T1" fmla="*/ 111 h 40"/>
                <a:gd name="T2" fmla="*/ 176 w 57"/>
                <a:gd name="T3" fmla="*/ 745 h 40"/>
                <a:gd name="T4" fmla="*/ 334 w 57"/>
                <a:gd name="T5" fmla="*/ 225 h 40"/>
                <a:gd name="T6" fmla="*/ 901 w 57"/>
                <a:gd name="T7" fmla="*/ 170 h 40"/>
                <a:gd name="T8" fmla="*/ 334 w 5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0">
                  <a:moveTo>
                    <a:pt x="21" y="6"/>
                  </a:moveTo>
                  <a:cubicBezTo>
                    <a:pt x="9" y="11"/>
                    <a:pt x="0" y="29"/>
                    <a:pt x="11" y="40"/>
                  </a:cubicBezTo>
                  <a:cubicBezTo>
                    <a:pt x="6" y="32"/>
                    <a:pt x="14" y="17"/>
                    <a:pt x="21" y="12"/>
                  </a:cubicBezTo>
                  <a:cubicBezTo>
                    <a:pt x="32" y="4"/>
                    <a:pt x="49" y="5"/>
                    <a:pt x="57" y="9"/>
                  </a:cubicBezTo>
                  <a:cubicBezTo>
                    <a:pt x="51" y="0"/>
                    <a:pt x="31" y="0"/>
                    <a:pt x="21" y="5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1" name="Freeform 34">
              <a:extLst>
                <a:ext uri="{FF2B5EF4-FFF2-40B4-BE49-F238E27FC236}">
                  <a16:creationId xmlns:a16="http://schemas.microsoft.com/office/drawing/2014/main" id="{69882FD2-F354-4A57-AA22-A6A1134C9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562"/>
              <a:ext cx="128" cy="75"/>
            </a:xfrm>
            <a:custGeom>
              <a:avLst/>
              <a:gdLst>
                <a:gd name="T0" fmla="*/ 0 w 51"/>
                <a:gd name="T1" fmla="*/ 423 h 28"/>
                <a:gd name="T2" fmla="*/ 806 w 51"/>
                <a:gd name="T3" fmla="*/ 538 h 28"/>
                <a:gd name="T4" fmla="*/ 20 w 51"/>
                <a:gd name="T5" fmla="*/ 42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8">
                  <a:moveTo>
                    <a:pt x="0" y="22"/>
                  </a:moveTo>
                  <a:cubicBezTo>
                    <a:pt x="10" y="10"/>
                    <a:pt x="47" y="0"/>
                    <a:pt x="51" y="28"/>
                  </a:cubicBezTo>
                  <a:cubicBezTo>
                    <a:pt x="47" y="12"/>
                    <a:pt x="15" y="10"/>
                    <a:pt x="1" y="22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2" name="Freeform 35">
              <a:extLst>
                <a:ext uri="{FF2B5EF4-FFF2-40B4-BE49-F238E27FC236}">
                  <a16:creationId xmlns:a16="http://schemas.microsoft.com/office/drawing/2014/main" id="{4C8A4408-50FD-4F96-9058-6803047CA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509"/>
              <a:ext cx="290" cy="315"/>
            </a:xfrm>
            <a:custGeom>
              <a:avLst/>
              <a:gdLst>
                <a:gd name="T0" fmla="*/ 895 w 116"/>
                <a:gd name="T1" fmla="*/ 248 h 118"/>
                <a:gd name="T2" fmla="*/ 300 w 116"/>
                <a:gd name="T3" fmla="*/ 934 h 118"/>
                <a:gd name="T4" fmla="*/ 113 w 116"/>
                <a:gd name="T5" fmla="*/ 1482 h 118"/>
                <a:gd name="T6" fmla="*/ 33 w 116"/>
                <a:gd name="T7" fmla="*/ 1903 h 118"/>
                <a:gd name="T8" fmla="*/ 33 w 116"/>
                <a:gd name="T9" fmla="*/ 2245 h 118"/>
                <a:gd name="T10" fmla="*/ 83 w 116"/>
                <a:gd name="T11" fmla="*/ 1938 h 118"/>
                <a:gd name="T12" fmla="*/ 238 w 116"/>
                <a:gd name="T13" fmla="*/ 1447 h 118"/>
                <a:gd name="T14" fmla="*/ 533 w 116"/>
                <a:gd name="T15" fmla="*/ 876 h 118"/>
                <a:gd name="T16" fmla="*/ 1050 w 116"/>
                <a:gd name="T17" fmla="*/ 422 h 118"/>
                <a:gd name="T18" fmla="*/ 1438 w 116"/>
                <a:gd name="T19" fmla="*/ 513 h 118"/>
                <a:gd name="T20" fmla="*/ 1813 w 116"/>
                <a:gd name="T21" fmla="*/ 742 h 118"/>
                <a:gd name="T22" fmla="*/ 1500 w 116"/>
                <a:gd name="T23" fmla="*/ 35 h 118"/>
                <a:gd name="T24" fmla="*/ 908 w 116"/>
                <a:gd name="T25" fmla="*/ 227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" h="118">
                  <a:moveTo>
                    <a:pt x="57" y="13"/>
                  </a:moveTo>
                  <a:cubicBezTo>
                    <a:pt x="42" y="23"/>
                    <a:pt x="30" y="33"/>
                    <a:pt x="19" y="49"/>
                  </a:cubicBezTo>
                  <a:cubicBezTo>
                    <a:pt x="14" y="57"/>
                    <a:pt x="10" y="68"/>
                    <a:pt x="7" y="78"/>
                  </a:cubicBezTo>
                  <a:cubicBezTo>
                    <a:pt x="5" y="85"/>
                    <a:pt x="3" y="92"/>
                    <a:pt x="2" y="100"/>
                  </a:cubicBezTo>
                  <a:cubicBezTo>
                    <a:pt x="2" y="106"/>
                    <a:pt x="0" y="111"/>
                    <a:pt x="2" y="118"/>
                  </a:cubicBezTo>
                  <a:cubicBezTo>
                    <a:pt x="2" y="111"/>
                    <a:pt x="4" y="107"/>
                    <a:pt x="5" y="102"/>
                  </a:cubicBezTo>
                  <a:cubicBezTo>
                    <a:pt x="7" y="94"/>
                    <a:pt x="11" y="83"/>
                    <a:pt x="15" y="76"/>
                  </a:cubicBezTo>
                  <a:cubicBezTo>
                    <a:pt x="21" y="65"/>
                    <a:pt x="26" y="56"/>
                    <a:pt x="34" y="46"/>
                  </a:cubicBezTo>
                  <a:cubicBezTo>
                    <a:pt x="42" y="35"/>
                    <a:pt x="53" y="24"/>
                    <a:pt x="67" y="22"/>
                  </a:cubicBezTo>
                  <a:cubicBezTo>
                    <a:pt x="78" y="21"/>
                    <a:pt x="83" y="24"/>
                    <a:pt x="92" y="27"/>
                  </a:cubicBezTo>
                  <a:cubicBezTo>
                    <a:pt x="101" y="31"/>
                    <a:pt x="111" y="31"/>
                    <a:pt x="116" y="39"/>
                  </a:cubicBezTo>
                  <a:cubicBezTo>
                    <a:pt x="110" y="32"/>
                    <a:pt x="74" y="14"/>
                    <a:pt x="96" y="2"/>
                  </a:cubicBezTo>
                  <a:cubicBezTo>
                    <a:pt x="84" y="0"/>
                    <a:pt x="68" y="6"/>
                    <a:pt x="58" y="12"/>
                  </a:cubicBezTo>
                </a:path>
              </a:pathLst>
            </a:custGeom>
            <a:solidFill>
              <a:srgbClr val="D5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3" name="Freeform 36">
              <a:extLst>
                <a:ext uri="{FF2B5EF4-FFF2-40B4-BE49-F238E27FC236}">
                  <a16:creationId xmlns:a16="http://schemas.microsoft.com/office/drawing/2014/main" id="{D5CD8ABD-FAEB-4ECD-AA05-BF731112D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690"/>
              <a:ext cx="470" cy="504"/>
            </a:xfrm>
            <a:custGeom>
              <a:avLst/>
              <a:gdLst>
                <a:gd name="T0" fmla="*/ 1750 w 188"/>
                <a:gd name="T1" fmla="*/ 0 h 189"/>
                <a:gd name="T2" fmla="*/ 1925 w 188"/>
                <a:gd name="T3" fmla="*/ 1856 h 189"/>
                <a:gd name="T4" fmla="*/ 0 w 188"/>
                <a:gd name="T5" fmla="*/ 2424 h 189"/>
                <a:gd name="T6" fmla="*/ 783 w 188"/>
                <a:gd name="T7" fmla="*/ 2995 h 189"/>
                <a:gd name="T8" fmla="*/ 1095 w 188"/>
                <a:gd name="T9" fmla="*/ 3584 h 189"/>
                <a:gd name="T10" fmla="*/ 2425 w 188"/>
                <a:gd name="T11" fmla="*/ 2333 h 189"/>
                <a:gd name="T12" fmla="*/ 2658 w 188"/>
                <a:gd name="T13" fmla="*/ 56 h 189"/>
                <a:gd name="T14" fmla="*/ 2458 w 188"/>
                <a:gd name="T15" fmla="*/ 1557 h 189"/>
                <a:gd name="T16" fmla="*/ 1750 w 188"/>
                <a:gd name="T17" fmla="*/ 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89">
                  <a:moveTo>
                    <a:pt x="112" y="0"/>
                  </a:moveTo>
                  <a:cubicBezTo>
                    <a:pt x="129" y="22"/>
                    <a:pt x="142" y="60"/>
                    <a:pt x="123" y="98"/>
                  </a:cubicBezTo>
                  <a:cubicBezTo>
                    <a:pt x="104" y="136"/>
                    <a:pt x="29" y="164"/>
                    <a:pt x="0" y="128"/>
                  </a:cubicBezTo>
                  <a:cubicBezTo>
                    <a:pt x="2" y="139"/>
                    <a:pt x="28" y="152"/>
                    <a:pt x="50" y="158"/>
                  </a:cubicBezTo>
                  <a:cubicBezTo>
                    <a:pt x="71" y="163"/>
                    <a:pt x="79" y="182"/>
                    <a:pt x="70" y="189"/>
                  </a:cubicBezTo>
                  <a:cubicBezTo>
                    <a:pt x="93" y="183"/>
                    <a:pt x="132" y="172"/>
                    <a:pt x="155" y="123"/>
                  </a:cubicBezTo>
                  <a:cubicBezTo>
                    <a:pt x="178" y="73"/>
                    <a:pt x="188" y="40"/>
                    <a:pt x="170" y="3"/>
                  </a:cubicBezTo>
                  <a:cubicBezTo>
                    <a:pt x="173" y="18"/>
                    <a:pt x="174" y="62"/>
                    <a:pt x="157" y="82"/>
                  </a:cubicBezTo>
                  <a:cubicBezTo>
                    <a:pt x="140" y="101"/>
                    <a:pt x="148" y="21"/>
                    <a:pt x="112" y="0"/>
                  </a:cubicBezTo>
                  <a:close/>
                </a:path>
              </a:pathLst>
            </a:custGeom>
            <a:solidFill>
              <a:srgbClr val="D5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4" name="Freeform 37">
              <a:extLst>
                <a:ext uri="{FF2B5EF4-FFF2-40B4-BE49-F238E27FC236}">
                  <a16:creationId xmlns:a16="http://schemas.microsoft.com/office/drawing/2014/main" id="{CE5B9D24-2813-46FD-8E08-6477DAC4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576"/>
              <a:ext cx="138" cy="66"/>
            </a:xfrm>
            <a:custGeom>
              <a:avLst/>
              <a:gdLst>
                <a:gd name="T0" fmla="*/ 284 w 55"/>
                <a:gd name="T1" fmla="*/ 335 h 25"/>
                <a:gd name="T2" fmla="*/ 396 w 55"/>
                <a:gd name="T3" fmla="*/ 459 h 25"/>
                <a:gd name="T4" fmla="*/ 868 w 55"/>
                <a:gd name="T5" fmla="*/ 34 h 25"/>
                <a:gd name="T6" fmla="*/ 396 w 55"/>
                <a:gd name="T7" fmla="*/ 238 h 25"/>
                <a:gd name="T8" fmla="*/ 176 w 55"/>
                <a:gd name="T9" fmla="*/ 259 h 25"/>
                <a:gd name="T10" fmla="*/ 0 w 55"/>
                <a:gd name="T11" fmla="*/ 40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5">
                  <a:moveTo>
                    <a:pt x="18" y="18"/>
                  </a:moveTo>
                  <a:cubicBezTo>
                    <a:pt x="22" y="19"/>
                    <a:pt x="22" y="23"/>
                    <a:pt x="25" y="25"/>
                  </a:cubicBezTo>
                  <a:cubicBezTo>
                    <a:pt x="25" y="18"/>
                    <a:pt x="49" y="5"/>
                    <a:pt x="55" y="2"/>
                  </a:cubicBezTo>
                  <a:cubicBezTo>
                    <a:pt x="44" y="0"/>
                    <a:pt x="34" y="13"/>
                    <a:pt x="25" y="13"/>
                  </a:cubicBezTo>
                  <a:cubicBezTo>
                    <a:pt x="20" y="13"/>
                    <a:pt x="16" y="12"/>
                    <a:pt x="11" y="14"/>
                  </a:cubicBezTo>
                  <a:cubicBezTo>
                    <a:pt x="7" y="16"/>
                    <a:pt x="4" y="19"/>
                    <a:pt x="0" y="22"/>
                  </a:cubicBezTo>
                </a:path>
              </a:pathLst>
            </a:custGeom>
            <a:solidFill>
              <a:srgbClr val="D5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5" name="Freeform 38">
              <a:extLst>
                <a:ext uri="{FF2B5EF4-FFF2-40B4-BE49-F238E27FC236}">
                  <a16:creationId xmlns:a16="http://schemas.microsoft.com/office/drawing/2014/main" id="{1ECCE52F-A893-4BC6-BF8C-04C19199F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618"/>
              <a:ext cx="68" cy="38"/>
            </a:xfrm>
            <a:custGeom>
              <a:avLst/>
              <a:gdLst>
                <a:gd name="T0" fmla="*/ 0 w 27"/>
                <a:gd name="T1" fmla="*/ 163 h 14"/>
                <a:gd name="T2" fmla="*/ 380 w 27"/>
                <a:gd name="T3" fmla="*/ 141 h 14"/>
                <a:gd name="T4" fmla="*/ 285 w 27"/>
                <a:gd name="T5" fmla="*/ 258 h 14"/>
                <a:gd name="T6" fmla="*/ 33 w 27"/>
                <a:gd name="T7" fmla="*/ 19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4">
                  <a:moveTo>
                    <a:pt x="0" y="8"/>
                  </a:moveTo>
                  <a:cubicBezTo>
                    <a:pt x="3" y="2"/>
                    <a:pt x="19" y="0"/>
                    <a:pt x="24" y="7"/>
                  </a:cubicBezTo>
                  <a:cubicBezTo>
                    <a:pt x="27" y="11"/>
                    <a:pt x="22" y="13"/>
                    <a:pt x="18" y="13"/>
                  </a:cubicBezTo>
                  <a:cubicBezTo>
                    <a:pt x="13" y="14"/>
                    <a:pt x="7" y="14"/>
                    <a:pt x="2" y="10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6" name="Freeform 39">
              <a:extLst>
                <a:ext uri="{FF2B5EF4-FFF2-40B4-BE49-F238E27FC236}">
                  <a16:creationId xmlns:a16="http://schemas.microsoft.com/office/drawing/2014/main" id="{26FCD2F1-983E-4082-AAF0-B222E8CB3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578"/>
              <a:ext cx="205" cy="163"/>
            </a:xfrm>
            <a:custGeom>
              <a:avLst/>
              <a:gdLst>
                <a:gd name="T0" fmla="*/ 83 w 82"/>
                <a:gd name="T1" fmla="*/ 401 h 61"/>
                <a:gd name="T2" fmla="*/ 800 w 82"/>
                <a:gd name="T3" fmla="*/ 230 h 61"/>
                <a:gd name="T4" fmla="*/ 1283 w 82"/>
                <a:gd name="T5" fmla="*/ 615 h 61"/>
                <a:gd name="T6" fmla="*/ 1158 w 82"/>
                <a:gd name="T7" fmla="*/ 628 h 61"/>
                <a:gd name="T8" fmla="*/ 1020 w 82"/>
                <a:gd name="T9" fmla="*/ 572 h 61"/>
                <a:gd name="T10" fmla="*/ 488 w 82"/>
                <a:gd name="T11" fmla="*/ 342 h 61"/>
                <a:gd name="T12" fmla="*/ 175 w 82"/>
                <a:gd name="T13" fmla="*/ 615 h 61"/>
                <a:gd name="T14" fmla="*/ 125 w 82"/>
                <a:gd name="T15" fmla="*/ 1165 h 61"/>
                <a:gd name="T16" fmla="*/ 83 w 82"/>
                <a:gd name="T17" fmla="*/ 401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61">
                  <a:moveTo>
                    <a:pt x="5" y="21"/>
                  </a:moveTo>
                  <a:cubicBezTo>
                    <a:pt x="12" y="0"/>
                    <a:pt x="35" y="1"/>
                    <a:pt x="51" y="12"/>
                  </a:cubicBezTo>
                  <a:cubicBezTo>
                    <a:pt x="60" y="18"/>
                    <a:pt x="69" y="33"/>
                    <a:pt x="82" y="32"/>
                  </a:cubicBezTo>
                  <a:cubicBezTo>
                    <a:pt x="79" y="32"/>
                    <a:pt x="77" y="33"/>
                    <a:pt x="74" y="33"/>
                  </a:cubicBezTo>
                  <a:cubicBezTo>
                    <a:pt x="70" y="33"/>
                    <a:pt x="68" y="32"/>
                    <a:pt x="65" y="30"/>
                  </a:cubicBezTo>
                  <a:cubicBezTo>
                    <a:pt x="55" y="25"/>
                    <a:pt x="43" y="18"/>
                    <a:pt x="31" y="18"/>
                  </a:cubicBezTo>
                  <a:cubicBezTo>
                    <a:pt x="22" y="19"/>
                    <a:pt x="15" y="23"/>
                    <a:pt x="11" y="32"/>
                  </a:cubicBezTo>
                  <a:cubicBezTo>
                    <a:pt x="7" y="40"/>
                    <a:pt x="4" y="49"/>
                    <a:pt x="8" y="61"/>
                  </a:cubicBezTo>
                  <a:cubicBezTo>
                    <a:pt x="1" y="56"/>
                    <a:pt x="0" y="31"/>
                    <a:pt x="5" y="21"/>
                  </a:cubicBezTo>
                </a:path>
              </a:pathLst>
            </a:custGeom>
            <a:solidFill>
              <a:srgbClr val="FBD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7" name="Freeform 40">
              <a:extLst>
                <a:ext uri="{FF2B5EF4-FFF2-40B4-BE49-F238E27FC236}">
                  <a16:creationId xmlns:a16="http://schemas.microsoft.com/office/drawing/2014/main" id="{D0D2F480-DF83-4ABC-9A3F-625CB7DDF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578"/>
              <a:ext cx="115" cy="56"/>
            </a:xfrm>
            <a:custGeom>
              <a:avLst/>
              <a:gdLst>
                <a:gd name="T0" fmla="*/ 720 w 46"/>
                <a:gd name="T1" fmla="*/ 227 h 21"/>
                <a:gd name="T2" fmla="*/ 0 w 46"/>
                <a:gd name="T3" fmla="*/ 397 h 21"/>
                <a:gd name="T4" fmla="*/ 720 w 46"/>
                <a:gd name="T5" fmla="*/ 2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1">
                  <a:moveTo>
                    <a:pt x="46" y="12"/>
                  </a:moveTo>
                  <a:cubicBezTo>
                    <a:pt x="30" y="1"/>
                    <a:pt x="7" y="0"/>
                    <a:pt x="0" y="21"/>
                  </a:cubicBezTo>
                  <a:cubicBezTo>
                    <a:pt x="4" y="13"/>
                    <a:pt x="19" y="0"/>
                    <a:pt x="4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8" name="Freeform 41">
              <a:extLst>
                <a:ext uri="{FF2B5EF4-FFF2-40B4-BE49-F238E27FC236}">
                  <a16:creationId xmlns:a16="http://schemas.microsoft.com/office/drawing/2014/main" id="{30901AF9-A029-425F-BE95-5265C13E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530"/>
              <a:ext cx="60" cy="83"/>
            </a:xfrm>
            <a:custGeom>
              <a:avLst/>
              <a:gdLst>
                <a:gd name="T0" fmla="*/ 250 w 24"/>
                <a:gd name="T1" fmla="*/ 0 h 31"/>
                <a:gd name="T2" fmla="*/ 63 w 24"/>
                <a:gd name="T3" fmla="*/ 538 h 31"/>
                <a:gd name="T4" fmla="*/ 238 w 24"/>
                <a:gd name="T5" fmla="*/ 501 h 31"/>
                <a:gd name="T6" fmla="*/ 250 w 2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1">
                  <a:moveTo>
                    <a:pt x="16" y="0"/>
                  </a:moveTo>
                  <a:cubicBezTo>
                    <a:pt x="4" y="7"/>
                    <a:pt x="0" y="22"/>
                    <a:pt x="4" y="28"/>
                  </a:cubicBezTo>
                  <a:cubicBezTo>
                    <a:pt x="6" y="31"/>
                    <a:pt x="5" y="27"/>
                    <a:pt x="15" y="26"/>
                  </a:cubicBezTo>
                  <a:cubicBezTo>
                    <a:pt x="24" y="25"/>
                    <a:pt x="3" y="28"/>
                    <a:pt x="16" y="0"/>
                  </a:cubicBezTo>
                  <a:close/>
                </a:path>
              </a:pathLst>
            </a:custGeom>
            <a:solidFill>
              <a:srgbClr val="FBD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99" name="Freeform 42">
              <a:extLst>
                <a:ext uri="{FF2B5EF4-FFF2-40B4-BE49-F238E27FC236}">
                  <a16:creationId xmlns:a16="http://schemas.microsoft.com/office/drawing/2014/main" id="{286778C9-FB49-4A02-AE83-DE361CA7E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650"/>
              <a:ext cx="165" cy="358"/>
            </a:xfrm>
            <a:custGeom>
              <a:avLst/>
              <a:gdLst>
                <a:gd name="T0" fmla="*/ 0 w 66"/>
                <a:gd name="T1" fmla="*/ 136 h 134"/>
                <a:gd name="T2" fmla="*/ 833 w 66"/>
                <a:gd name="T3" fmla="*/ 935 h 134"/>
                <a:gd name="T4" fmla="*/ 363 w 66"/>
                <a:gd name="T5" fmla="*/ 2554 h 134"/>
                <a:gd name="T6" fmla="*/ 688 w 66"/>
                <a:gd name="T7" fmla="*/ 935 h 134"/>
                <a:gd name="T8" fmla="*/ 0 w 66"/>
                <a:gd name="T9" fmla="*/ 136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34">
                  <a:moveTo>
                    <a:pt x="0" y="7"/>
                  </a:moveTo>
                  <a:cubicBezTo>
                    <a:pt x="13" y="0"/>
                    <a:pt x="40" y="6"/>
                    <a:pt x="53" y="49"/>
                  </a:cubicBezTo>
                  <a:cubicBezTo>
                    <a:pt x="66" y="92"/>
                    <a:pt x="37" y="128"/>
                    <a:pt x="23" y="134"/>
                  </a:cubicBezTo>
                  <a:cubicBezTo>
                    <a:pt x="35" y="125"/>
                    <a:pt x="61" y="91"/>
                    <a:pt x="44" y="49"/>
                  </a:cubicBezTo>
                  <a:cubicBezTo>
                    <a:pt x="28" y="7"/>
                    <a:pt x="13" y="3"/>
                    <a:pt x="0" y="7"/>
                  </a:cubicBezTo>
                  <a:close/>
                </a:path>
              </a:pathLst>
            </a:custGeom>
            <a:solidFill>
              <a:srgbClr val="FBD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0" name="Freeform 43">
              <a:extLst>
                <a:ext uri="{FF2B5EF4-FFF2-40B4-BE49-F238E27FC236}">
                  <a16:creationId xmlns:a16="http://schemas.microsoft.com/office/drawing/2014/main" id="{E9199AF3-98F5-4995-A79B-52E330A45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576"/>
              <a:ext cx="95" cy="32"/>
            </a:xfrm>
            <a:custGeom>
              <a:avLst/>
              <a:gdLst>
                <a:gd name="T0" fmla="*/ 0 w 38"/>
                <a:gd name="T1" fmla="*/ 205 h 12"/>
                <a:gd name="T2" fmla="*/ 595 w 38"/>
                <a:gd name="T3" fmla="*/ 227 h 12"/>
                <a:gd name="T4" fmla="*/ 0 w 38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11"/>
                  </a:moveTo>
                  <a:cubicBezTo>
                    <a:pt x="8" y="6"/>
                    <a:pt x="29" y="0"/>
                    <a:pt x="38" y="12"/>
                  </a:cubicBezTo>
                  <a:cubicBezTo>
                    <a:pt x="33" y="8"/>
                    <a:pt x="21" y="3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1" name="Freeform 44">
              <a:extLst>
                <a:ext uri="{FF2B5EF4-FFF2-40B4-BE49-F238E27FC236}">
                  <a16:creationId xmlns:a16="http://schemas.microsoft.com/office/drawing/2014/main" id="{6868D92B-A1AC-44B4-B103-7AD361F4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626"/>
              <a:ext cx="45" cy="32"/>
            </a:xfrm>
            <a:custGeom>
              <a:avLst/>
              <a:gdLst>
                <a:gd name="T0" fmla="*/ 0 w 18"/>
                <a:gd name="T1" fmla="*/ 171 h 12"/>
                <a:gd name="T2" fmla="*/ 238 w 18"/>
                <a:gd name="T3" fmla="*/ 171 h 12"/>
                <a:gd name="T4" fmla="*/ 270 w 18"/>
                <a:gd name="T5" fmla="*/ 77 h 12"/>
                <a:gd name="T6" fmla="*/ 145 w 18"/>
                <a:gd name="T7" fmla="*/ 21 h 12"/>
                <a:gd name="T8" fmla="*/ 63 w 18"/>
                <a:gd name="T9" fmla="*/ 1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0" y="9"/>
                  </a:moveTo>
                  <a:cubicBezTo>
                    <a:pt x="5" y="10"/>
                    <a:pt x="10" y="12"/>
                    <a:pt x="15" y="9"/>
                  </a:cubicBezTo>
                  <a:cubicBezTo>
                    <a:pt x="17" y="8"/>
                    <a:pt x="18" y="6"/>
                    <a:pt x="17" y="4"/>
                  </a:cubicBezTo>
                  <a:cubicBezTo>
                    <a:pt x="17" y="2"/>
                    <a:pt x="11" y="0"/>
                    <a:pt x="9" y="1"/>
                  </a:cubicBezTo>
                  <a:cubicBezTo>
                    <a:pt x="16" y="2"/>
                    <a:pt x="8" y="9"/>
                    <a:pt x="4" y="8"/>
                  </a:cubicBezTo>
                </a:path>
              </a:pathLst>
            </a:custGeom>
            <a:solidFill>
              <a:srgbClr val="86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2" name="Freeform 45">
              <a:extLst>
                <a:ext uri="{FF2B5EF4-FFF2-40B4-BE49-F238E27FC236}">
                  <a16:creationId xmlns:a16="http://schemas.microsoft.com/office/drawing/2014/main" id="{F98B9119-92BA-4705-A375-4C9905D64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610"/>
              <a:ext cx="72" cy="32"/>
            </a:xfrm>
            <a:custGeom>
              <a:avLst/>
              <a:gdLst>
                <a:gd name="T0" fmla="*/ 0 w 29"/>
                <a:gd name="T1" fmla="*/ 77 h 12"/>
                <a:gd name="T2" fmla="*/ 290 w 29"/>
                <a:gd name="T3" fmla="*/ 93 h 12"/>
                <a:gd name="T4" fmla="*/ 444 w 29"/>
                <a:gd name="T5" fmla="*/ 0 h 12"/>
                <a:gd name="T6" fmla="*/ 246 w 29"/>
                <a:gd name="T7" fmla="*/ 227 h 12"/>
                <a:gd name="T8" fmla="*/ 104 w 29"/>
                <a:gd name="T9" fmla="*/ 9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2">
                  <a:moveTo>
                    <a:pt x="0" y="4"/>
                  </a:moveTo>
                  <a:cubicBezTo>
                    <a:pt x="6" y="2"/>
                    <a:pt x="14" y="2"/>
                    <a:pt x="19" y="5"/>
                  </a:cubicBezTo>
                  <a:cubicBezTo>
                    <a:pt x="22" y="2"/>
                    <a:pt x="25" y="1"/>
                    <a:pt x="29" y="0"/>
                  </a:cubicBezTo>
                  <a:cubicBezTo>
                    <a:pt x="25" y="3"/>
                    <a:pt x="20" y="8"/>
                    <a:pt x="16" y="12"/>
                  </a:cubicBezTo>
                  <a:cubicBezTo>
                    <a:pt x="16" y="8"/>
                    <a:pt x="11" y="5"/>
                    <a:pt x="7" y="5"/>
                  </a:cubicBezTo>
                </a:path>
              </a:pathLst>
            </a:custGeom>
            <a:solidFill>
              <a:srgbClr val="BC0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3" name="Freeform 46">
              <a:extLst>
                <a:ext uri="{FF2B5EF4-FFF2-40B4-BE49-F238E27FC236}">
                  <a16:creationId xmlns:a16="http://schemas.microsoft.com/office/drawing/2014/main" id="{7348A4AC-468B-4813-B4E1-7F80CFBA2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642"/>
              <a:ext cx="248" cy="224"/>
            </a:xfrm>
            <a:custGeom>
              <a:avLst/>
              <a:gdLst>
                <a:gd name="T0" fmla="*/ 1005 w 99"/>
                <a:gd name="T1" fmla="*/ 227 h 84"/>
                <a:gd name="T2" fmla="*/ 1475 w 99"/>
                <a:gd name="T3" fmla="*/ 776 h 84"/>
                <a:gd name="T4" fmla="*/ 1538 w 99"/>
                <a:gd name="T5" fmla="*/ 1272 h 84"/>
                <a:gd name="T6" fmla="*/ 1350 w 99"/>
                <a:gd name="T7" fmla="*/ 1592 h 84"/>
                <a:gd name="T8" fmla="*/ 1400 w 99"/>
                <a:gd name="T9" fmla="*/ 1387 h 84"/>
                <a:gd name="T10" fmla="*/ 1368 w 99"/>
                <a:gd name="T11" fmla="*/ 1080 h 84"/>
                <a:gd name="T12" fmla="*/ 1117 w 99"/>
                <a:gd name="T13" fmla="*/ 491 h 84"/>
                <a:gd name="T14" fmla="*/ 551 w 99"/>
                <a:gd name="T15" fmla="*/ 341 h 84"/>
                <a:gd name="T16" fmla="*/ 0 w 99"/>
                <a:gd name="T17" fmla="*/ 77 h 84"/>
                <a:gd name="T18" fmla="*/ 125 w 99"/>
                <a:gd name="T19" fmla="*/ 21 h 84"/>
                <a:gd name="T20" fmla="*/ 458 w 99"/>
                <a:gd name="T21" fmla="*/ 115 h 84"/>
                <a:gd name="T22" fmla="*/ 754 w 99"/>
                <a:gd name="T23" fmla="*/ 264 h 84"/>
                <a:gd name="T24" fmla="*/ 1085 w 99"/>
                <a:gd name="T25" fmla="*/ 285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84">
                  <a:moveTo>
                    <a:pt x="64" y="12"/>
                  </a:moveTo>
                  <a:cubicBezTo>
                    <a:pt x="82" y="12"/>
                    <a:pt x="91" y="26"/>
                    <a:pt x="94" y="41"/>
                  </a:cubicBezTo>
                  <a:cubicBezTo>
                    <a:pt x="96" y="50"/>
                    <a:pt x="99" y="59"/>
                    <a:pt x="98" y="67"/>
                  </a:cubicBezTo>
                  <a:cubicBezTo>
                    <a:pt x="98" y="74"/>
                    <a:pt x="94" y="84"/>
                    <a:pt x="86" y="84"/>
                  </a:cubicBezTo>
                  <a:cubicBezTo>
                    <a:pt x="86" y="81"/>
                    <a:pt x="89" y="77"/>
                    <a:pt x="89" y="73"/>
                  </a:cubicBezTo>
                  <a:cubicBezTo>
                    <a:pt x="90" y="68"/>
                    <a:pt x="89" y="62"/>
                    <a:pt x="87" y="57"/>
                  </a:cubicBezTo>
                  <a:cubicBezTo>
                    <a:pt x="84" y="48"/>
                    <a:pt x="80" y="31"/>
                    <a:pt x="71" y="26"/>
                  </a:cubicBezTo>
                  <a:cubicBezTo>
                    <a:pt x="61" y="20"/>
                    <a:pt x="46" y="19"/>
                    <a:pt x="35" y="18"/>
                  </a:cubicBezTo>
                  <a:cubicBezTo>
                    <a:pt x="26" y="17"/>
                    <a:pt x="20" y="1"/>
                    <a:pt x="0" y="4"/>
                  </a:cubicBezTo>
                  <a:cubicBezTo>
                    <a:pt x="2" y="2"/>
                    <a:pt x="5" y="1"/>
                    <a:pt x="8" y="1"/>
                  </a:cubicBezTo>
                  <a:cubicBezTo>
                    <a:pt x="14" y="0"/>
                    <a:pt x="23" y="3"/>
                    <a:pt x="29" y="6"/>
                  </a:cubicBezTo>
                  <a:cubicBezTo>
                    <a:pt x="36" y="10"/>
                    <a:pt x="40" y="13"/>
                    <a:pt x="48" y="14"/>
                  </a:cubicBezTo>
                  <a:cubicBezTo>
                    <a:pt x="54" y="15"/>
                    <a:pt x="64" y="10"/>
                    <a:pt x="69" y="15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4" name="Freeform 47">
              <a:extLst>
                <a:ext uri="{FF2B5EF4-FFF2-40B4-BE49-F238E27FC236}">
                  <a16:creationId xmlns:a16="http://schemas.microsoft.com/office/drawing/2014/main" id="{4F8847DA-F7B9-42FA-BC7D-601B5AB16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485"/>
              <a:ext cx="741" cy="779"/>
            </a:xfrm>
            <a:custGeom>
              <a:avLst/>
              <a:gdLst>
                <a:gd name="T0" fmla="*/ 4456 w 296"/>
                <a:gd name="T1" fmla="*/ 1878 h 292"/>
                <a:gd name="T2" fmla="*/ 3465 w 296"/>
                <a:gd name="T3" fmla="*/ 4805 h 292"/>
                <a:gd name="T4" fmla="*/ 1054 w 296"/>
                <a:gd name="T5" fmla="*/ 4783 h 292"/>
                <a:gd name="T6" fmla="*/ 376 w 296"/>
                <a:gd name="T7" fmla="*/ 1233 h 292"/>
                <a:gd name="T8" fmla="*/ 2338 w 296"/>
                <a:gd name="T9" fmla="*/ 21 h 292"/>
                <a:gd name="T10" fmla="*/ 4456 w 296"/>
                <a:gd name="T11" fmla="*/ 1878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6" h="292">
                  <a:moveTo>
                    <a:pt x="284" y="99"/>
                  </a:moveTo>
                  <a:cubicBezTo>
                    <a:pt x="296" y="168"/>
                    <a:pt x="252" y="228"/>
                    <a:pt x="221" y="253"/>
                  </a:cubicBezTo>
                  <a:cubicBezTo>
                    <a:pt x="191" y="277"/>
                    <a:pt x="134" y="292"/>
                    <a:pt x="67" y="252"/>
                  </a:cubicBezTo>
                  <a:cubicBezTo>
                    <a:pt x="0" y="211"/>
                    <a:pt x="6" y="108"/>
                    <a:pt x="24" y="65"/>
                  </a:cubicBezTo>
                  <a:cubicBezTo>
                    <a:pt x="42" y="23"/>
                    <a:pt x="96" y="0"/>
                    <a:pt x="149" y="1"/>
                  </a:cubicBezTo>
                  <a:cubicBezTo>
                    <a:pt x="192" y="1"/>
                    <a:pt x="272" y="34"/>
                    <a:pt x="284" y="9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5" name="Freeform 48">
              <a:extLst>
                <a:ext uri="{FF2B5EF4-FFF2-40B4-BE49-F238E27FC236}">
                  <a16:creationId xmlns:a16="http://schemas.microsoft.com/office/drawing/2014/main" id="{5ACB8C06-CB5A-4595-9C73-7EF038332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621"/>
              <a:ext cx="57" cy="21"/>
            </a:xfrm>
            <a:custGeom>
              <a:avLst/>
              <a:gdLst>
                <a:gd name="T0" fmla="*/ 0 w 23"/>
                <a:gd name="T1" fmla="*/ 123 h 8"/>
                <a:gd name="T2" fmla="*/ 196 w 23"/>
                <a:gd name="T3" fmla="*/ 21 h 8"/>
                <a:gd name="T4" fmla="*/ 349 w 23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">
                  <a:moveTo>
                    <a:pt x="0" y="7"/>
                  </a:moveTo>
                  <a:cubicBezTo>
                    <a:pt x="1" y="2"/>
                    <a:pt x="8" y="0"/>
                    <a:pt x="13" y="1"/>
                  </a:cubicBezTo>
                  <a:cubicBezTo>
                    <a:pt x="19" y="2"/>
                    <a:pt x="22" y="4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6" name="Freeform 49">
              <a:extLst>
                <a:ext uri="{FF2B5EF4-FFF2-40B4-BE49-F238E27FC236}">
                  <a16:creationId xmlns:a16="http://schemas.microsoft.com/office/drawing/2014/main" id="{3C38D9E6-FBD8-49EF-8764-ACD09A08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570"/>
              <a:ext cx="275" cy="86"/>
            </a:xfrm>
            <a:custGeom>
              <a:avLst/>
              <a:gdLst>
                <a:gd name="T0" fmla="*/ 0 w 110"/>
                <a:gd name="T1" fmla="*/ 81 h 32"/>
                <a:gd name="T2" fmla="*/ 533 w 110"/>
                <a:gd name="T3" fmla="*/ 449 h 32"/>
                <a:gd name="T4" fmla="*/ 770 w 110"/>
                <a:gd name="T5" fmla="*/ 621 h 32"/>
                <a:gd name="T6" fmla="*/ 1000 w 110"/>
                <a:gd name="T7" fmla="*/ 449 h 32"/>
                <a:gd name="T8" fmla="*/ 1720 w 110"/>
                <a:gd name="T9" fmla="*/ 9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32">
                  <a:moveTo>
                    <a:pt x="0" y="4"/>
                  </a:moveTo>
                  <a:cubicBezTo>
                    <a:pt x="14" y="2"/>
                    <a:pt x="30" y="17"/>
                    <a:pt x="34" y="23"/>
                  </a:cubicBezTo>
                  <a:cubicBezTo>
                    <a:pt x="37" y="30"/>
                    <a:pt x="44" y="32"/>
                    <a:pt x="49" y="32"/>
                  </a:cubicBezTo>
                  <a:cubicBezTo>
                    <a:pt x="53" y="31"/>
                    <a:pt x="55" y="32"/>
                    <a:pt x="64" y="23"/>
                  </a:cubicBezTo>
                  <a:cubicBezTo>
                    <a:pt x="72" y="14"/>
                    <a:pt x="88" y="0"/>
                    <a:pt x="11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7" name="Freeform 50">
              <a:extLst>
                <a:ext uri="{FF2B5EF4-FFF2-40B4-BE49-F238E27FC236}">
                  <a16:creationId xmlns:a16="http://schemas.microsoft.com/office/drawing/2014/main" id="{A6B01658-A329-4479-970F-2518AFF71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576"/>
              <a:ext cx="12" cy="16"/>
            </a:xfrm>
            <a:custGeom>
              <a:avLst/>
              <a:gdLst>
                <a:gd name="T0" fmla="*/ 12 w 5"/>
                <a:gd name="T1" fmla="*/ 0 h 6"/>
                <a:gd name="T2" fmla="*/ 7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6"/>
                    <a:pt x="5" y="4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ECB0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8" name="Freeform 51">
              <a:extLst>
                <a:ext uri="{FF2B5EF4-FFF2-40B4-BE49-F238E27FC236}">
                  <a16:creationId xmlns:a16="http://schemas.microsoft.com/office/drawing/2014/main" id="{E07A59DB-DA8F-4E46-9AD1-2C2DCD618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578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2"/>
                    <a:pt x="1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ECB0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09" name="Freeform 52">
              <a:extLst>
                <a:ext uri="{FF2B5EF4-FFF2-40B4-BE49-F238E27FC236}">
                  <a16:creationId xmlns:a16="http://schemas.microsoft.com/office/drawing/2014/main" id="{F4DACFC5-E10E-4870-A8D1-B2365288F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93"/>
              <a:ext cx="365" cy="152"/>
            </a:xfrm>
            <a:custGeom>
              <a:avLst/>
              <a:gdLst>
                <a:gd name="T0" fmla="*/ 1208 w 146"/>
                <a:gd name="T1" fmla="*/ 77 h 57"/>
                <a:gd name="T2" fmla="*/ 533 w 146"/>
                <a:gd name="T3" fmla="*/ 307 h 57"/>
                <a:gd name="T4" fmla="*/ 0 w 146"/>
                <a:gd name="T5" fmla="*/ 968 h 57"/>
                <a:gd name="T6" fmla="*/ 50 w 146"/>
                <a:gd name="T7" fmla="*/ 1024 h 57"/>
                <a:gd name="T8" fmla="*/ 50 w 146"/>
                <a:gd name="T9" fmla="*/ 1080 h 57"/>
                <a:gd name="T10" fmla="*/ 158 w 146"/>
                <a:gd name="T11" fmla="*/ 968 h 57"/>
                <a:gd name="T12" fmla="*/ 425 w 146"/>
                <a:gd name="T13" fmla="*/ 717 h 57"/>
                <a:gd name="T14" fmla="*/ 1345 w 146"/>
                <a:gd name="T15" fmla="*/ 533 h 57"/>
                <a:gd name="T16" fmla="*/ 2283 w 146"/>
                <a:gd name="T17" fmla="*/ 776 h 57"/>
                <a:gd name="T18" fmla="*/ 1208 w 146"/>
                <a:gd name="T19" fmla="*/ 77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57">
                  <a:moveTo>
                    <a:pt x="77" y="4"/>
                  </a:moveTo>
                  <a:cubicBezTo>
                    <a:pt x="64" y="0"/>
                    <a:pt x="48" y="3"/>
                    <a:pt x="34" y="16"/>
                  </a:cubicBezTo>
                  <a:cubicBezTo>
                    <a:pt x="21" y="29"/>
                    <a:pt x="8" y="44"/>
                    <a:pt x="0" y="51"/>
                  </a:cubicBezTo>
                  <a:cubicBezTo>
                    <a:pt x="1" y="52"/>
                    <a:pt x="2" y="53"/>
                    <a:pt x="3" y="54"/>
                  </a:cubicBezTo>
                  <a:cubicBezTo>
                    <a:pt x="4" y="55"/>
                    <a:pt x="4" y="56"/>
                    <a:pt x="3" y="57"/>
                  </a:cubicBezTo>
                  <a:cubicBezTo>
                    <a:pt x="5" y="55"/>
                    <a:pt x="7" y="53"/>
                    <a:pt x="10" y="51"/>
                  </a:cubicBezTo>
                  <a:cubicBezTo>
                    <a:pt x="13" y="47"/>
                    <a:pt x="20" y="41"/>
                    <a:pt x="27" y="38"/>
                  </a:cubicBezTo>
                  <a:cubicBezTo>
                    <a:pt x="40" y="30"/>
                    <a:pt x="67" y="25"/>
                    <a:pt x="86" y="28"/>
                  </a:cubicBezTo>
                  <a:cubicBezTo>
                    <a:pt x="104" y="31"/>
                    <a:pt x="130" y="43"/>
                    <a:pt x="146" y="41"/>
                  </a:cubicBezTo>
                  <a:cubicBezTo>
                    <a:pt x="137" y="37"/>
                    <a:pt x="91" y="8"/>
                    <a:pt x="77" y="4"/>
                  </a:cubicBezTo>
                  <a:close/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0" name="Freeform 53">
              <a:extLst>
                <a:ext uri="{FF2B5EF4-FFF2-40B4-BE49-F238E27FC236}">
                  <a16:creationId xmlns:a16="http://schemas.microsoft.com/office/drawing/2014/main" id="{800C8C74-C356-447A-A18C-A0C26A983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568"/>
              <a:ext cx="95" cy="29"/>
            </a:xfrm>
            <a:custGeom>
              <a:avLst/>
              <a:gdLst>
                <a:gd name="T0" fmla="*/ 595 w 38"/>
                <a:gd name="T1" fmla="*/ 200 h 11"/>
                <a:gd name="T2" fmla="*/ 0 w 38"/>
                <a:gd name="T3" fmla="*/ 0 h 11"/>
                <a:gd name="T4" fmla="*/ 313 w 38"/>
                <a:gd name="T5" fmla="*/ 34 h 11"/>
                <a:gd name="T6" fmla="*/ 595 w 38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1">
                  <a:moveTo>
                    <a:pt x="38" y="11"/>
                  </a:moveTo>
                  <a:cubicBezTo>
                    <a:pt x="32" y="10"/>
                    <a:pt x="12" y="4"/>
                    <a:pt x="0" y="0"/>
                  </a:cubicBezTo>
                  <a:cubicBezTo>
                    <a:pt x="6" y="0"/>
                    <a:pt x="19" y="3"/>
                    <a:pt x="20" y="2"/>
                  </a:cubicBezTo>
                  <a:cubicBezTo>
                    <a:pt x="22" y="1"/>
                    <a:pt x="34" y="10"/>
                    <a:pt x="38" y="11"/>
                  </a:cubicBezTo>
                  <a:close/>
                </a:path>
              </a:pathLst>
            </a:custGeom>
            <a:solidFill>
              <a:srgbClr val="006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1" name="Freeform 54">
              <a:extLst>
                <a:ext uri="{FF2B5EF4-FFF2-40B4-BE49-F238E27FC236}">
                  <a16:creationId xmlns:a16="http://schemas.microsoft.com/office/drawing/2014/main" id="{49D3B27B-A0BC-4201-8F25-64B120D68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93"/>
              <a:ext cx="365" cy="152"/>
            </a:xfrm>
            <a:custGeom>
              <a:avLst/>
              <a:gdLst>
                <a:gd name="T0" fmla="*/ 1208 w 146"/>
                <a:gd name="T1" fmla="*/ 77 h 57"/>
                <a:gd name="T2" fmla="*/ 533 w 146"/>
                <a:gd name="T3" fmla="*/ 307 h 57"/>
                <a:gd name="T4" fmla="*/ 0 w 146"/>
                <a:gd name="T5" fmla="*/ 968 h 57"/>
                <a:gd name="T6" fmla="*/ 50 w 146"/>
                <a:gd name="T7" fmla="*/ 1024 h 57"/>
                <a:gd name="T8" fmla="*/ 50 w 146"/>
                <a:gd name="T9" fmla="*/ 1080 h 57"/>
                <a:gd name="T10" fmla="*/ 158 w 146"/>
                <a:gd name="T11" fmla="*/ 968 h 57"/>
                <a:gd name="T12" fmla="*/ 425 w 146"/>
                <a:gd name="T13" fmla="*/ 717 h 57"/>
                <a:gd name="T14" fmla="*/ 1345 w 146"/>
                <a:gd name="T15" fmla="*/ 533 h 57"/>
                <a:gd name="T16" fmla="*/ 2283 w 146"/>
                <a:gd name="T17" fmla="*/ 776 h 57"/>
                <a:gd name="T18" fmla="*/ 1208 w 146"/>
                <a:gd name="T19" fmla="*/ 77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57">
                  <a:moveTo>
                    <a:pt x="77" y="4"/>
                  </a:moveTo>
                  <a:cubicBezTo>
                    <a:pt x="64" y="0"/>
                    <a:pt x="48" y="3"/>
                    <a:pt x="34" y="16"/>
                  </a:cubicBezTo>
                  <a:cubicBezTo>
                    <a:pt x="21" y="29"/>
                    <a:pt x="8" y="44"/>
                    <a:pt x="0" y="51"/>
                  </a:cubicBezTo>
                  <a:cubicBezTo>
                    <a:pt x="1" y="52"/>
                    <a:pt x="2" y="53"/>
                    <a:pt x="3" y="54"/>
                  </a:cubicBezTo>
                  <a:cubicBezTo>
                    <a:pt x="4" y="55"/>
                    <a:pt x="4" y="56"/>
                    <a:pt x="3" y="57"/>
                  </a:cubicBezTo>
                  <a:cubicBezTo>
                    <a:pt x="5" y="55"/>
                    <a:pt x="7" y="53"/>
                    <a:pt x="10" y="51"/>
                  </a:cubicBezTo>
                  <a:cubicBezTo>
                    <a:pt x="13" y="47"/>
                    <a:pt x="20" y="41"/>
                    <a:pt x="27" y="38"/>
                  </a:cubicBezTo>
                  <a:cubicBezTo>
                    <a:pt x="40" y="30"/>
                    <a:pt x="67" y="25"/>
                    <a:pt x="86" y="28"/>
                  </a:cubicBezTo>
                  <a:cubicBezTo>
                    <a:pt x="104" y="31"/>
                    <a:pt x="130" y="43"/>
                    <a:pt x="146" y="41"/>
                  </a:cubicBezTo>
                  <a:cubicBezTo>
                    <a:pt x="137" y="37"/>
                    <a:pt x="91" y="8"/>
                    <a:pt x="77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2" name="Freeform 55">
              <a:extLst>
                <a:ext uri="{FF2B5EF4-FFF2-40B4-BE49-F238E27FC236}">
                  <a16:creationId xmlns:a16="http://schemas.microsoft.com/office/drawing/2014/main" id="{C9554B2C-A919-48BB-B9A4-B578B92F0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581"/>
              <a:ext cx="60" cy="56"/>
            </a:xfrm>
            <a:custGeom>
              <a:avLst/>
              <a:gdLst>
                <a:gd name="T0" fmla="*/ 0 w 24"/>
                <a:gd name="T1" fmla="*/ 341 h 21"/>
                <a:gd name="T2" fmla="*/ 33 w 24"/>
                <a:gd name="T3" fmla="*/ 397 h 21"/>
                <a:gd name="T4" fmla="*/ 145 w 24"/>
                <a:gd name="T5" fmla="*/ 227 h 21"/>
                <a:gd name="T6" fmla="*/ 375 w 24"/>
                <a:gd name="T7" fmla="*/ 21 h 21"/>
                <a:gd name="T8" fmla="*/ 238 w 24"/>
                <a:gd name="T9" fmla="*/ 0 h 21"/>
                <a:gd name="T10" fmla="*/ 20 w 24"/>
                <a:gd name="T11" fmla="*/ 30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18"/>
                  </a:moveTo>
                  <a:cubicBezTo>
                    <a:pt x="1" y="19"/>
                    <a:pt x="2" y="20"/>
                    <a:pt x="2" y="21"/>
                  </a:cubicBezTo>
                  <a:cubicBezTo>
                    <a:pt x="3" y="18"/>
                    <a:pt x="7" y="14"/>
                    <a:pt x="9" y="12"/>
                  </a:cubicBezTo>
                  <a:cubicBezTo>
                    <a:pt x="13" y="8"/>
                    <a:pt x="19" y="5"/>
                    <a:pt x="24" y="1"/>
                  </a:cubicBezTo>
                  <a:cubicBezTo>
                    <a:pt x="19" y="3"/>
                    <a:pt x="18" y="4"/>
                    <a:pt x="15" y="0"/>
                  </a:cubicBezTo>
                  <a:cubicBezTo>
                    <a:pt x="12" y="6"/>
                    <a:pt x="5" y="12"/>
                    <a:pt x="1" y="16"/>
                  </a:cubicBezTo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3" name="Freeform 56">
              <a:extLst>
                <a:ext uri="{FF2B5EF4-FFF2-40B4-BE49-F238E27FC236}">
                  <a16:creationId xmlns:a16="http://schemas.microsoft.com/office/drawing/2014/main" id="{908CA83E-D7F0-4064-A8B0-13B053E51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504"/>
              <a:ext cx="118" cy="58"/>
            </a:xfrm>
            <a:custGeom>
              <a:avLst/>
              <a:gdLst>
                <a:gd name="T0" fmla="*/ 0 w 47"/>
                <a:gd name="T1" fmla="*/ 124 h 22"/>
                <a:gd name="T2" fmla="*/ 472 w 47"/>
                <a:gd name="T3" fmla="*/ 34 h 22"/>
                <a:gd name="T4" fmla="*/ 743 w 47"/>
                <a:gd name="T5" fmla="*/ 403 h 22"/>
                <a:gd name="T6" fmla="*/ 367 w 47"/>
                <a:gd name="T7" fmla="*/ 111 h 22"/>
                <a:gd name="T8" fmla="*/ 0 w 4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2">
                  <a:moveTo>
                    <a:pt x="0" y="7"/>
                  </a:moveTo>
                  <a:cubicBezTo>
                    <a:pt x="10" y="2"/>
                    <a:pt x="21" y="0"/>
                    <a:pt x="30" y="2"/>
                  </a:cubicBezTo>
                  <a:cubicBezTo>
                    <a:pt x="38" y="4"/>
                    <a:pt x="37" y="19"/>
                    <a:pt x="47" y="22"/>
                  </a:cubicBezTo>
                  <a:cubicBezTo>
                    <a:pt x="37" y="21"/>
                    <a:pt x="34" y="9"/>
                    <a:pt x="23" y="6"/>
                  </a:cubicBezTo>
                  <a:cubicBezTo>
                    <a:pt x="14" y="3"/>
                    <a:pt x="2" y="5"/>
                    <a:pt x="0" y="7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4" name="Freeform 57">
              <a:extLst>
                <a:ext uri="{FF2B5EF4-FFF2-40B4-BE49-F238E27FC236}">
                  <a16:creationId xmlns:a16="http://schemas.microsoft.com/office/drawing/2014/main" id="{96CAF896-05EC-4E5C-BDAA-27FCD09C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509"/>
              <a:ext cx="112" cy="88"/>
            </a:xfrm>
            <a:custGeom>
              <a:avLst/>
              <a:gdLst>
                <a:gd name="T0" fmla="*/ 383 w 45"/>
                <a:gd name="T1" fmla="*/ 227 h 33"/>
                <a:gd name="T2" fmla="*/ 0 w 45"/>
                <a:gd name="T3" fmla="*/ 627 h 33"/>
                <a:gd name="T4" fmla="*/ 694 w 45"/>
                <a:gd name="T5" fmla="*/ 0 h 33"/>
                <a:gd name="T6" fmla="*/ 383 w 45"/>
                <a:gd name="T7" fmla="*/ 2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3">
                  <a:moveTo>
                    <a:pt x="25" y="12"/>
                  </a:moveTo>
                  <a:cubicBezTo>
                    <a:pt x="15" y="20"/>
                    <a:pt x="4" y="30"/>
                    <a:pt x="0" y="33"/>
                  </a:cubicBezTo>
                  <a:cubicBezTo>
                    <a:pt x="7" y="25"/>
                    <a:pt x="29" y="1"/>
                    <a:pt x="45" y="0"/>
                  </a:cubicBezTo>
                  <a:cubicBezTo>
                    <a:pt x="43" y="0"/>
                    <a:pt x="34" y="5"/>
                    <a:pt x="25" y="12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15" name="Freeform 58">
              <a:extLst>
                <a:ext uri="{FF2B5EF4-FFF2-40B4-BE49-F238E27FC236}">
                  <a16:creationId xmlns:a16="http://schemas.microsoft.com/office/drawing/2014/main" id="{8265BEA6-71CC-4FD5-B4ED-13849AC8C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501"/>
              <a:ext cx="75" cy="27"/>
            </a:xfrm>
            <a:custGeom>
              <a:avLst/>
              <a:gdLst>
                <a:gd name="T0" fmla="*/ 0 w 30"/>
                <a:gd name="T1" fmla="*/ 138 h 10"/>
                <a:gd name="T2" fmla="*/ 470 w 30"/>
                <a:gd name="T3" fmla="*/ 59 h 10"/>
                <a:gd name="T4" fmla="*/ 0 w 3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0">
                  <a:moveTo>
                    <a:pt x="0" y="7"/>
                  </a:moveTo>
                  <a:cubicBezTo>
                    <a:pt x="5" y="3"/>
                    <a:pt x="20" y="0"/>
                    <a:pt x="30" y="3"/>
                  </a:cubicBezTo>
                  <a:cubicBezTo>
                    <a:pt x="22" y="3"/>
                    <a:pt x="12" y="3"/>
                    <a:pt x="0" y="10"/>
                  </a:cubicBezTo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8" name="yellow-pear-fruit-illustration">
            <a:extLst>
              <a:ext uri="{FF2B5EF4-FFF2-40B4-BE49-F238E27FC236}">
                <a16:creationId xmlns:a16="http://schemas.microsoft.com/office/drawing/2014/main" id="{FB463B80-6765-44EF-956B-20D94E918C7C}"/>
              </a:ext>
            </a:extLst>
          </p:cNvPr>
          <p:cNvGrpSpPr>
            <a:grpSpLocks/>
          </p:cNvGrpSpPr>
          <p:nvPr/>
        </p:nvGrpSpPr>
        <p:grpSpPr bwMode="auto">
          <a:xfrm>
            <a:off x="2022475" y="1755775"/>
            <a:ext cx="2257425" cy="4013200"/>
            <a:chOff x="4280" y="838"/>
            <a:chExt cx="723" cy="1285"/>
          </a:xfrm>
        </p:grpSpPr>
        <p:grpSp>
          <p:nvGrpSpPr>
            <p:cNvPr id="11330" name="Group 60">
              <a:extLst>
                <a:ext uri="{FF2B5EF4-FFF2-40B4-BE49-F238E27FC236}">
                  <a16:creationId xmlns:a16="http://schemas.microsoft.com/office/drawing/2014/main" id="{F471CF1D-E439-43A1-BCB3-0C912008D2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0" y="838"/>
              <a:ext cx="723" cy="1285"/>
              <a:chOff x="4280" y="838"/>
              <a:chExt cx="723" cy="1285"/>
            </a:xfrm>
          </p:grpSpPr>
          <p:sp>
            <p:nvSpPr>
              <p:cNvPr id="11483" name="Freeform 61">
                <a:extLst>
                  <a:ext uri="{FF2B5EF4-FFF2-40B4-BE49-F238E27FC236}">
                    <a16:creationId xmlns:a16="http://schemas.microsoft.com/office/drawing/2014/main" id="{71372C6C-5A1F-48F4-A7C7-BB5306E62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102"/>
                <a:ext cx="77" cy="21"/>
              </a:xfrm>
              <a:custGeom>
                <a:avLst/>
                <a:gdLst>
                  <a:gd name="T0" fmla="*/ 42 w 31"/>
                  <a:gd name="T1" fmla="*/ 76 h 8"/>
                  <a:gd name="T2" fmla="*/ 229 w 31"/>
                  <a:gd name="T3" fmla="*/ 144 h 8"/>
                  <a:gd name="T4" fmla="*/ 474 w 31"/>
                  <a:gd name="T5" fmla="*/ 89 h 8"/>
                  <a:gd name="T6" fmla="*/ 370 w 31"/>
                  <a:gd name="T7" fmla="*/ 76 h 8"/>
                  <a:gd name="T8" fmla="*/ 229 w 31"/>
                  <a:gd name="T9" fmla="*/ 21 h 8"/>
                  <a:gd name="T10" fmla="*/ 62 w 31"/>
                  <a:gd name="T11" fmla="*/ 3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8">
                    <a:moveTo>
                      <a:pt x="3" y="4"/>
                    </a:moveTo>
                    <a:cubicBezTo>
                      <a:pt x="0" y="7"/>
                      <a:pt x="13" y="8"/>
                      <a:pt x="15" y="8"/>
                    </a:cubicBezTo>
                    <a:cubicBezTo>
                      <a:pt x="19" y="8"/>
                      <a:pt x="30" y="8"/>
                      <a:pt x="31" y="5"/>
                    </a:cubicBezTo>
                    <a:cubicBezTo>
                      <a:pt x="29" y="3"/>
                      <a:pt x="27" y="4"/>
                      <a:pt x="24" y="4"/>
                    </a:cubicBezTo>
                    <a:cubicBezTo>
                      <a:pt x="21" y="3"/>
                      <a:pt x="18" y="2"/>
                      <a:pt x="15" y="1"/>
                    </a:cubicBezTo>
                    <a:cubicBezTo>
                      <a:pt x="7" y="0"/>
                      <a:pt x="11" y="0"/>
                      <a:pt x="4" y="2"/>
                    </a:cubicBezTo>
                  </a:path>
                </a:pathLst>
              </a:custGeom>
              <a:solidFill>
                <a:srgbClr val="9F69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84" name="Freeform 62">
                <a:extLst>
                  <a:ext uri="{FF2B5EF4-FFF2-40B4-BE49-F238E27FC236}">
                    <a16:creationId xmlns:a16="http://schemas.microsoft.com/office/drawing/2014/main" id="{BF7DE4D2-E217-4359-AEBF-89974D61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123"/>
                <a:ext cx="723" cy="990"/>
              </a:xfrm>
              <a:custGeom>
                <a:avLst/>
                <a:gdLst>
                  <a:gd name="T0" fmla="*/ 2692 w 289"/>
                  <a:gd name="T1" fmla="*/ 115 h 371"/>
                  <a:gd name="T2" fmla="*/ 1909 w 289"/>
                  <a:gd name="T3" fmla="*/ 1003 h 371"/>
                  <a:gd name="T4" fmla="*/ 645 w 289"/>
                  <a:gd name="T5" fmla="*/ 2813 h 371"/>
                  <a:gd name="T6" fmla="*/ 613 w 289"/>
                  <a:gd name="T7" fmla="*/ 5967 h 371"/>
                  <a:gd name="T8" fmla="*/ 2534 w 289"/>
                  <a:gd name="T9" fmla="*/ 7050 h 371"/>
                  <a:gd name="T10" fmla="*/ 4338 w 289"/>
                  <a:gd name="T11" fmla="*/ 5241 h 371"/>
                  <a:gd name="T12" fmla="*/ 4005 w 289"/>
                  <a:gd name="T13" fmla="*/ 2642 h 371"/>
                  <a:gd name="T14" fmla="*/ 3222 w 289"/>
                  <a:gd name="T15" fmla="*/ 648 h 371"/>
                  <a:gd name="T16" fmla="*/ 2692 w 289"/>
                  <a:gd name="T17" fmla="*/ 115 h 3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9" h="371">
                    <a:moveTo>
                      <a:pt x="172" y="6"/>
                    </a:moveTo>
                    <a:cubicBezTo>
                      <a:pt x="148" y="0"/>
                      <a:pt x="128" y="40"/>
                      <a:pt x="122" y="53"/>
                    </a:cubicBezTo>
                    <a:cubicBezTo>
                      <a:pt x="106" y="85"/>
                      <a:pt x="66" y="112"/>
                      <a:pt x="41" y="148"/>
                    </a:cubicBezTo>
                    <a:cubicBezTo>
                      <a:pt x="16" y="185"/>
                      <a:pt x="0" y="258"/>
                      <a:pt x="39" y="314"/>
                    </a:cubicBezTo>
                    <a:cubicBezTo>
                      <a:pt x="78" y="370"/>
                      <a:pt x="126" y="371"/>
                      <a:pt x="162" y="371"/>
                    </a:cubicBezTo>
                    <a:cubicBezTo>
                      <a:pt x="197" y="371"/>
                      <a:pt x="261" y="349"/>
                      <a:pt x="277" y="276"/>
                    </a:cubicBezTo>
                    <a:cubicBezTo>
                      <a:pt x="289" y="218"/>
                      <a:pt x="275" y="176"/>
                      <a:pt x="256" y="139"/>
                    </a:cubicBezTo>
                    <a:cubicBezTo>
                      <a:pt x="237" y="101"/>
                      <a:pt x="215" y="51"/>
                      <a:pt x="206" y="34"/>
                    </a:cubicBezTo>
                    <a:cubicBezTo>
                      <a:pt x="197" y="16"/>
                      <a:pt x="189" y="6"/>
                      <a:pt x="172" y="6"/>
                    </a:cubicBezTo>
                    <a:close/>
                  </a:path>
                </a:pathLst>
              </a:custGeom>
              <a:solidFill>
                <a:srgbClr val="FFE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85" name="Freeform 63">
                <a:extLst>
                  <a:ext uri="{FF2B5EF4-FFF2-40B4-BE49-F238E27FC236}">
                    <a16:creationId xmlns:a16="http://schemas.microsoft.com/office/drawing/2014/main" id="{8F5D133F-4AD6-409E-BC96-9471AC13C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233"/>
                <a:ext cx="388" cy="653"/>
              </a:xfrm>
              <a:custGeom>
                <a:avLst/>
                <a:gdLst>
                  <a:gd name="T0" fmla="*/ 300 w 155"/>
                  <a:gd name="T1" fmla="*/ 2649 h 245"/>
                  <a:gd name="T2" fmla="*/ 408 w 155"/>
                  <a:gd name="T3" fmla="*/ 4638 h 245"/>
                  <a:gd name="T4" fmla="*/ 471 w 155"/>
                  <a:gd name="T5" fmla="*/ 3694 h 245"/>
                  <a:gd name="T6" fmla="*/ 1034 w 155"/>
                  <a:gd name="T7" fmla="*/ 2855 h 245"/>
                  <a:gd name="T8" fmla="*/ 2163 w 155"/>
                  <a:gd name="T9" fmla="*/ 1954 h 245"/>
                  <a:gd name="T10" fmla="*/ 2255 w 155"/>
                  <a:gd name="T11" fmla="*/ 717 h 245"/>
                  <a:gd name="T12" fmla="*/ 2055 w 155"/>
                  <a:gd name="T13" fmla="*/ 0 h 245"/>
                  <a:gd name="T14" fmla="*/ 1785 w 155"/>
                  <a:gd name="T15" fmla="*/ 490 h 245"/>
                  <a:gd name="T16" fmla="*/ 1367 w 155"/>
                  <a:gd name="T17" fmla="*/ 1058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5" h="245">
                    <a:moveTo>
                      <a:pt x="19" y="140"/>
                    </a:moveTo>
                    <a:cubicBezTo>
                      <a:pt x="5" y="171"/>
                      <a:pt x="0" y="220"/>
                      <a:pt x="26" y="245"/>
                    </a:cubicBezTo>
                    <a:cubicBezTo>
                      <a:pt x="23" y="225"/>
                      <a:pt x="27" y="207"/>
                      <a:pt x="30" y="195"/>
                    </a:cubicBezTo>
                    <a:cubicBezTo>
                      <a:pt x="34" y="177"/>
                      <a:pt x="52" y="160"/>
                      <a:pt x="66" y="151"/>
                    </a:cubicBezTo>
                    <a:cubicBezTo>
                      <a:pt x="92" y="134"/>
                      <a:pt x="121" y="131"/>
                      <a:pt x="138" y="103"/>
                    </a:cubicBezTo>
                    <a:cubicBezTo>
                      <a:pt x="150" y="82"/>
                      <a:pt x="155" y="60"/>
                      <a:pt x="144" y="38"/>
                    </a:cubicBezTo>
                    <a:cubicBezTo>
                      <a:pt x="137" y="25"/>
                      <a:pt x="135" y="13"/>
                      <a:pt x="131" y="0"/>
                    </a:cubicBezTo>
                    <a:cubicBezTo>
                      <a:pt x="122" y="4"/>
                      <a:pt x="118" y="17"/>
                      <a:pt x="114" y="26"/>
                    </a:cubicBezTo>
                    <a:cubicBezTo>
                      <a:pt x="108" y="39"/>
                      <a:pt x="101" y="50"/>
                      <a:pt x="87" y="56"/>
                    </a:cubicBezTo>
                  </a:path>
                </a:pathLst>
              </a:custGeom>
              <a:solidFill>
                <a:srgbClr val="FFE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86" name="Freeform 64">
                <a:extLst>
                  <a:ext uri="{FF2B5EF4-FFF2-40B4-BE49-F238E27FC236}">
                    <a16:creationId xmlns:a16="http://schemas.microsoft.com/office/drawing/2014/main" id="{F345F719-80BF-4DDD-855A-77D7EC156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838"/>
                <a:ext cx="62" cy="304"/>
              </a:xfrm>
              <a:custGeom>
                <a:avLst/>
                <a:gdLst>
                  <a:gd name="T0" fmla="*/ 42 w 25"/>
                  <a:gd name="T1" fmla="*/ 2141 h 114"/>
                  <a:gd name="T2" fmla="*/ 104 w 25"/>
                  <a:gd name="T3" fmla="*/ 2141 h 114"/>
                  <a:gd name="T4" fmla="*/ 184 w 25"/>
                  <a:gd name="T5" fmla="*/ 2163 h 114"/>
                  <a:gd name="T6" fmla="*/ 337 w 25"/>
                  <a:gd name="T7" fmla="*/ 547 h 114"/>
                  <a:gd name="T8" fmla="*/ 290 w 25"/>
                  <a:gd name="T9" fmla="*/ 136 h 114"/>
                  <a:gd name="T10" fmla="*/ 62 w 25"/>
                  <a:gd name="T11" fmla="*/ 320 h 114"/>
                  <a:gd name="T12" fmla="*/ 42 w 25"/>
                  <a:gd name="T13" fmla="*/ 2141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14">
                    <a:moveTo>
                      <a:pt x="3" y="113"/>
                    </a:moveTo>
                    <a:cubicBezTo>
                      <a:pt x="4" y="113"/>
                      <a:pt x="6" y="113"/>
                      <a:pt x="7" y="113"/>
                    </a:cubicBezTo>
                    <a:cubicBezTo>
                      <a:pt x="8" y="113"/>
                      <a:pt x="10" y="113"/>
                      <a:pt x="12" y="114"/>
                    </a:cubicBezTo>
                    <a:cubicBezTo>
                      <a:pt x="14" y="104"/>
                      <a:pt x="25" y="60"/>
                      <a:pt x="22" y="29"/>
                    </a:cubicBezTo>
                    <a:cubicBezTo>
                      <a:pt x="20" y="13"/>
                      <a:pt x="19" y="7"/>
                      <a:pt x="19" y="7"/>
                    </a:cubicBezTo>
                    <a:cubicBezTo>
                      <a:pt x="14" y="0"/>
                      <a:pt x="0" y="11"/>
                      <a:pt x="4" y="17"/>
                    </a:cubicBezTo>
                    <a:cubicBezTo>
                      <a:pt x="21" y="28"/>
                      <a:pt x="13" y="85"/>
                      <a:pt x="3" y="113"/>
                    </a:cubicBezTo>
                    <a:close/>
                  </a:path>
                </a:pathLst>
              </a:custGeom>
              <a:solidFill>
                <a:srgbClr val="9F69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87" name="Freeform 65">
                <a:extLst>
                  <a:ext uri="{FF2B5EF4-FFF2-40B4-BE49-F238E27FC236}">
                    <a16:creationId xmlns:a16="http://schemas.microsoft.com/office/drawing/2014/main" id="{41838B74-B396-494C-85E6-C12840C7D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841"/>
                <a:ext cx="50" cy="56"/>
              </a:xfrm>
              <a:custGeom>
                <a:avLst/>
                <a:gdLst>
                  <a:gd name="T0" fmla="*/ 270 w 20"/>
                  <a:gd name="T1" fmla="*/ 93 h 21"/>
                  <a:gd name="T2" fmla="*/ 50 w 20"/>
                  <a:gd name="T3" fmla="*/ 307 h 21"/>
                  <a:gd name="T4" fmla="*/ 270 w 20"/>
                  <a:gd name="T5" fmla="*/ 9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17" y="5"/>
                    </a:moveTo>
                    <a:cubicBezTo>
                      <a:pt x="12" y="0"/>
                      <a:pt x="0" y="10"/>
                      <a:pt x="3" y="16"/>
                    </a:cubicBezTo>
                    <a:cubicBezTo>
                      <a:pt x="6" y="21"/>
                      <a:pt x="20" y="11"/>
                      <a:pt x="17" y="5"/>
                    </a:cubicBezTo>
                    <a:close/>
                  </a:path>
                </a:pathLst>
              </a:custGeom>
              <a:solidFill>
                <a:srgbClr val="D48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88" name="Freeform 66">
                <a:extLst>
                  <a:ext uri="{FF2B5EF4-FFF2-40B4-BE49-F238E27FC236}">
                    <a16:creationId xmlns:a16="http://schemas.microsoft.com/office/drawing/2014/main" id="{69DD5B51-FA26-4261-96E9-82A461E09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153"/>
                <a:ext cx="603" cy="962"/>
              </a:xfrm>
              <a:custGeom>
                <a:avLst/>
                <a:gdLst>
                  <a:gd name="T0" fmla="*/ 2159 w 241"/>
                  <a:gd name="T1" fmla="*/ 21 h 361"/>
                  <a:gd name="T2" fmla="*/ 2647 w 241"/>
                  <a:gd name="T3" fmla="*/ 533 h 361"/>
                  <a:gd name="T4" fmla="*/ 3213 w 241"/>
                  <a:gd name="T5" fmla="*/ 2060 h 361"/>
                  <a:gd name="T6" fmla="*/ 3756 w 241"/>
                  <a:gd name="T7" fmla="*/ 4048 h 361"/>
                  <a:gd name="T8" fmla="*/ 2867 w 241"/>
                  <a:gd name="T9" fmla="*/ 6377 h 361"/>
                  <a:gd name="T10" fmla="*/ 1158 w 241"/>
                  <a:gd name="T11" fmla="*/ 6569 h 361"/>
                  <a:gd name="T12" fmla="*/ 0 w 241"/>
                  <a:gd name="T13" fmla="*/ 5298 h 361"/>
                  <a:gd name="T14" fmla="*/ 1584 w 241"/>
                  <a:gd name="T15" fmla="*/ 6262 h 361"/>
                  <a:gd name="T16" fmla="*/ 3318 w 241"/>
                  <a:gd name="T17" fmla="*/ 4376 h 361"/>
                  <a:gd name="T18" fmla="*/ 2930 w 241"/>
                  <a:gd name="T19" fmla="*/ 1855 h 361"/>
                  <a:gd name="T20" fmla="*/ 2460 w 241"/>
                  <a:gd name="T21" fmla="*/ 418 h 361"/>
                  <a:gd name="T22" fmla="*/ 2159 w 241"/>
                  <a:gd name="T23" fmla="*/ 21 h 3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1" h="361">
                    <a:moveTo>
                      <a:pt x="138" y="1"/>
                    </a:moveTo>
                    <a:cubicBezTo>
                      <a:pt x="149" y="0"/>
                      <a:pt x="159" y="5"/>
                      <a:pt x="169" y="28"/>
                    </a:cubicBezTo>
                    <a:cubicBezTo>
                      <a:pt x="179" y="51"/>
                      <a:pt x="192" y="83"/>
                      <a:pt x="205" y="109"/>
                    </a:cubicBezTo>
                    <a:cubicBezTo>
                      <a:pt x="218" y="135"/>
                      <a:pt x="241" y="178"/>
                      <a:pt x="240" y="214"/>
                    </a:cubicBezTo>
                    <a:cubicBezTo>
                      <a:pt x="239" y="250"/>
                      <a:pt x="229" y="313"/>
                      <a:pt x="183" y="337"/>
                    </a:cubicBezTo>
                    <a:cubicBezTo>
                      <a:pt x="136" y="361"/>
                      <a:pt x="92" y="351"/>
                      <a:pt x="74" y="347"/>
                    </a:cubicBezTo>
                    <a:cubicBezTo>
                      <a:pt x="55" y="342"/>
                      <a:pt x="14" y="318"/>
                      <a:pt x="0" y="280"/>
                    </a:cubicBezTo>
                    <a:cubicBezTo>
                      <a:pt x="11" y="305"/>
                      <a:pt x="51" y="332"/>
                      <a:pt x="101" y="331"/>
                    </a:cubicBezTo>
                    <a:cubicBezTo>
                      <a:pt x="151" y="329"/>
                      <a:pt x="208" y="298"/>
                      <a:pt x="212" y="231"/>
                    </a:cubicBezTo>
                    <a:cubicBezTo>
                      <a:pt x="216" y="164"/>
                      <a:pt x="199" y="125"/>
                      <a:pt x="187" y="98"/>
                    </a:cubicBezTo>
                    <a:cubicBezTo>
                      <a:pt x="175" y="71"/>
                      <a:pt x="164" y="32"/>
                      <a:pt x="157" y="22"/>
                    </a:cubicBezTo>
                    <a:cubicBezTo>
                      <a:pt x="151" y="11"/>
                      <a:pt x="149" y="0"/>
                      <a:pt x="138" y="1"/>
                    </a:cubicBezTo>
                    <a:close/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89" name="Freeform 67">
                <a:extLst>
                  <a:ext uri="{FF2B5EF4-FFF2-40B4-BE49-F238E27FC236}">
                    <a16:creationId xmlns:a16="http://schemas.microsoft.com/office/drawing/2014/main" id="{B1EE9557-E2BB-4FCF-A84D-3B1913D50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158"/>
                <a:ext cx="368" cy="587"/>
              </a:xfrm>
              <a:custGeom>
                <a:avLst/>
                <a:gdLst>
                  <a:gd name="T0" fmla="*/ 1913 w 147"/>
                  <a:gd name="T1" fmla="*/ 342 h 220"/>
                  <a:gd name="T2" fmla="*/ 1317 w 147"/>
                  <a:gd name="T3" fmla="*/ 1446 h 220"/>
                  <a:gd name="T4" fmla="*/ 33 w 147"/>
                  <a:gd name="T5" fmla="*/ 4178 h 220"/>
                  <a:gd name="T6" fmla="*/ 864 w 147"/>
                  <a:gd name="T7" fmla="*/ 2436 h 220"/>
                  <a:gd name="T8" fmla="*/ 1930 w 147"/>
                  <a:gd name="T9" fmla="*/ 739 h 220"/>
                  <a:gd name="T10" fmla="*/ 2306 w 147"/>
                  <a:gd name="T11" fmla="*/ 0 h 220"/>
                  <a:gd name="T12" fmla="*/ 1913 w 147"/>
                  <a:gd name="T13" fmla="*/ 342 h 2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220">
                    <a:moveTo>
                      <a:pt x="122" y="18"/>
                    </a:moveTo>
                    <a:cubicBezTo>
                      <a:pt x="111" y="32"/>
                      <a:pt x="108" y="53"/>
                      <a:pt x="84" y="76"/>
                    </a:cubicBezTo>
                    <a:cubicBezTo>
                      <a:pt x="51" y="107"/>
                      <a:pt x="0" y="148"/>
                      <a:pt x="2" y="220"/>
                    </a:cubicBezTo>
                    <a:cubicBezTo>
                      <a:pt x="1" y="195"/>
                      <a:pt x="33" y="143"/>
                      <a:pt x="55" y="128"/>
                    </a:cubicBezTo>
                    <a:cubicBezTo>
                      <a:pt x="77" y="113"/>
                      <a:pt x="120" y="61"/>
                      <a:pt x="123" y="39"/>
                    </a:cubicBezTo>
                    <a:cubicBezTo>
                      <a:pt x="127" y="17"/>
                      <a:pt x="137" y="0"/>
                      <a:pt x="147" y="0"/>
                    </a:cubicBezTo>
                    <a:cubicBezTo>
                      <a:pt x="136" y="0"/>
                      <a:pt x="129" y="6"/>
                      <a:pt x="122" y="18"/>
                    </a:cubicBezTo>
                    <a:close/>
                  </a:path>
                </a:pathLst>
              </a:custGeom>
              <a:solidFill>
                <a:srgbClr val="FFE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0" name="Freeform 68">
                <a:extLst>
                  <a:ext uri="{FF2B5EF4-FFF2-40B4-BE49-F238E27FC236}">
                    <a16:creationId xmlns:a16="http://schemas.microsoft.com/office/drawing/2014/main" id="{86A87E31-D9FD-465C-8C32-6F587B63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206"/>
                <a:ext cx="305" cy="539"/>
              </a:xfrm>
              <a:custGeom>
                <a:avLst/>
                <a:gdLst>
                  <a:gd name="T0" fmla="*/ 33 w 122"/>
                  <a:gd name="T1" fmla="*/ 3837 h 202"/>
                  <a:gd name="T2" fmla="*/ 1313 w 122"/>
                  <a:gd name="T3" fmla="*/ 1105 h 202"/>
                  <a:gd name="T4" fmla="*/ 1908 w 122"/>
                  <a:gd name="T5" fmla="*/ 0 h 202"/>
                  <a:gd name="T6" fmla="*/ 1363 w 122"/>
                  <a:gd name="T7" fmla="*/ 1161 h 202"/>
                  <a:gd name="T8" fmla="*/ 520 w 122"/>
                  <a:gd name="T9" fmla="*/ 2244 h 202"/>
                  <a:gd name="T10" fmla="*/ 33 w 122"/>
                  <a:gd name="T11" fmla="*/ 3837 h 2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202">
                    <a:moveTo>
                      <a:pt x="2" y="202"/>
                    </a:moveTo>
                    <a:cubicBezTo>
                      <a:pt x="0" y="130"/>
                      <a:pt x="51" y="89"/>
                      <a:pt x="84" y="58"/>
                    </a:cubicBezTo>
                    <a:cubicBezTo>
                      <a:pt x="108" y="35"/>
                      <a:pt x="111" y="14"/>
                      <a:pt x="122" y="0"/>
                    </a:cubicBezTo>
                    <a:cubicBezTo>
                      <a:pt x="116" y="23"/>
                      <a:pt x="100" y="51"/>
                      <a:pt x="87" y="61"/>
                    </a:cubicBezTo>
                    <a:cubicBezTo>
                      <a:pt x="75" y="72"/>
                      <a:pt x="45" y="103"/>
                      <a:pt x="33" y="118"/>
                    </a:cubicBezTo>
                    <a:cubicBezTo>
                      <a:pt x="24" y="128"/>
                      <a:pt x="4" y="156"/>
                      <a:pt x="2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1" name="Freeform 69">
                <a:extLst>
                  <a:ext uri="{FF2B5EF4-FFF2-40B4-BE49-F238E27FC236}">
                    <a16:creationId xmlns:a16="http://schemas.microsoft.com/office/drawing/2014/main" id="{5A027095-15EF-48DC-82D6-61EBC3539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150"/>
                <a:ext cx="170" cy="232"/>
              </a:xfrm>
              <a:custGeom>
                <a:avLst/>
                <a:gdLst>
                  <a:gd name="T0" fmla="*/ 500 w 68"/>
                  <a:gd name="T1" fmla="*/ 77 h 87"/>
                  <a:gd name="T2" fmla="*/ 220 w 68"/>
                  <a:gd name="T3" fmla="*/ 93 h 87"/>
                  <a:gd name="T4" fmla="*/ 175 w 68"/>
                  <a:gd name="T5" fmla="*/ 227 h 87"/>
                  <a:gd name="T6" fmla="*/ 83 w 68"/>
                  <a:gd name="T7" fmla="*/ 376 h 87"/>
                  <a:gd name="T8" fmla="*/ 220 w 68"/>
                  <a:gd name="T9" fmla="*/ 547 h 87"/>
                  <a:gd name="T10" fmla="*/ 188 w 68"/>
                  <a:gd name="T11" fmla="*/ 648 h 87"/>
                  <a:gd name="T12" fmla="*/ 188 w 68"/>
                  <a:gd name="T13" fmla="*/ 717 h 87"/>
                  <a:gd name="T14" fmla="*/ 220 w 68"/>
                  <a:gd name="T15" fmla="*/ 797 h 87"/>
                  <a:gd name="T16" fmla="*/ 208 w 68"/>
                  <a:gd name="T17" fmla="*/ 888 h 87"/>
                  <a:gd name="T18" fmla="*/ 300 w 68"/>
                  <a:gd name="T19" fmla="*/ 888 h 87"/>
                  <a:gd name="T20" fmla="*/ 363 w 68"/>
                  <a:gd name="T21" fmla="*/ 968 h 87"/>
                  <a:gd name="T22" fmla="*/ 500 w 68"/>
                  <a:gd name="T23" fmla="*/ 1045 h 87"/>
                  <a:gd name="T24" fmla="*/ 520 w 68"/>
                  <a:gd name="T25" fmla="*/ 1272 h 87"/>
                  <a:gd name="T26" fmla="*/ 645 w 68"/>
                  <a:gd name="T27" fmla="*/ 1309 h 87"/>
                  <a:gd name="T28" fmla="*/ 708 w 68"/>
                  <a:gd name="T29" fmla="*/ 1080 h 87"/>
                  <a:gd name="T30" fmla="*/ 783 w 68"/>
                  <a:gd name="T31" fmla="*/ 1195 h 87"/>
                  <a:gd name="T32" fmla="*/ 908 w 68"/>
                  <a:gd name="T33" fmla="*/ 1443 h 87"/>
                  <a:gd name="T34" fmla="*/ 1063 w 68"/>
                  <a:gd name="T35" fmla="*/ 1536 h 87"/>
                  <a:gd name="T36" fmla="*/ 688 w 68"/>
                  <a:gd name="T37" fmla="*/ 307 h 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8" h="87">
                    <a:moveTo>
                      <a:pt x="32" y="4"/>
                    </a:moveTo>
                    <a:cubicBezTo>
                      <a:pt x="29" y="1"/>
                      <a:pt x="16" y="0"/>
                      <a:pt x="14" y="5"/>
                    </a:cubicBezTo>
                    <a:cubicBezTo>
                      <a:pt x="12" y="7"/>
                      <a:pt x="14" y="9"/>
                      <a:pt x="11" y="12"/>
                    </a:cubicBezTo>
                    <a:cubicBezTo>
                      <a:pt x="8" y="15"/>
                      <a:pt x="7" y="16"/>
                      <a:pt x="5" y="20"/>
                    </a:cubicBezTo>
                    <a:cubicBezTo>
                      <a:pt x="0" y="34"/>
                      <a:pt x="15" y="16"/>
                      <a:pt x="14" y="29"/>
                    </a:cubicBezTo>
                    <a:cubicBezTo>
                      <a:pt x="14" y="31"/>
                      <a:pt x="12" y="33"/>
                      <a:pt x="12" y="34"/>
                    </a:cubicBezTo>
                    <a:cubicBezTo>
                      <a:pt x="12" y="36"/>
                      <a:pt x="12" y="36"/>
                      <a:pt x="12" y="38"/>
                    </a:cubicBezTo>
                    <a:cubicBezTo>
                      <a:pt x="12" y="39"/>
                      <a:pt x="14" y="40"/>
                      <a:pt x="14" y="42"/>
                    </a:cubicBezTo>
                    <a:cubicBezTo>
                      <a:pt x="15" y="44"/>
                      <a:pt x="13" y="45"/>
                      <a:pt x="13" y="47"/>
                    </a:cubicBezTo>
                    <a:cubicBezTo>
                      <a:pt x="15" y="48"/>
                      <a:pt x="17" y="47"/>
                      <a:pt x="19" y="47"/>
                    </a:cubicBezTo>
                    <a:cubicBezTo>
                      <a:pt x="20" y="48"/>
                      <a:pt x="21" y="50"/>
                      <a:pt x="23" y="51"/>
                    </a:cubicBezTo>
                    <a:cubicBezTo>
                      <a:pt x="27" y="53"/>
                      <a:pt x="29" y="51"/>
                      <a:pt x="32" y="55"/>
                    </a:cubicBezTo>
                    <a:cubicBezTo>
                      <a:pt x="37" y="60"/>
                      <a:pt x="33" y="61"/>
                      <a:pt x="33" y="67"/>
                    </a:cubicBezTo>
                    <a:cubicBezTo>
                      <a:pt x="33" y="72"/>
                      <a:pt x="37" y="74"/>
                      <a:pt x="41" y="69"/>
                    </a:cubicBezTo>
                    <a:cubicBezTo>
                      <a:pt x="42" y="67"/>
                      <a:pt x="42" y="58"/>
                      <a:pt x="45" y="57"/>
                    </a:cubicBezTo>
                    <a:cubicBezTo>
                      <a:pt x="47" y="57"/>
                      <a:pt x="48" y="62"/>
                      <a:pt x="50" y="63"/>
                    </a:cubicBezTo>
                    <a:cubicBezTo>
                      <a:pt x="54" y="68"/>
                      <a:pt x="56" y="70"/>
                      <a:pt x="58" y="76"/>
                    </a:cubicBezTo>
                    <a:cubicBezTo>
                      <a:pt x="59" y="81"/>
                      <a:pt x="63" y="87"/>
                      <a:pt x="68" y="81"/>
                    </a:cubicBezTo>
                    <a:cubicBezTo>
                      <a:pt x="58" y="61"/>
                      <a:pt x="51" y="38"/>
                      <a:pt x="44" y="16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2" name="Freeform 70">
                <a:extLst>
                  <a:ext uri="{FF2B5EF4-FFF2-40B4-BE49-F238E27FC236}">
                    <a16:creationId xmlns:a16="http://schemas.microsoft.com/office/drawing/2014/main" id="{C990B77C-9F67-4AB5-B24C-9E664CAB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662"/>
                <a:ext cx="410" cy="403"/>
              </a:xfrm>
              <a:custGeom>
                <a:avLst/>
                <a:gdLst>
                  <a:gd name="T0" fmla="*/ 2395 w 164"/>
                  <a:gd name="T1" fmla="*/ 0 h 151"/>
                  <a:gd name="T2" fmla="*/ 2375 w 164"/>
                  <a:gd name="T3" fmla="*/ 592 h 151"/>
                  <a:gd name="T4" fmla="*/ 2063 w 164"/>
                  <a:gd name="T5" fmla="*/ 1174 h 151"/>
                  <a:gd name="T6" fmla="*/ 1813 w 164"/>
                  <a:gd name="T7" fmla="*/ 1753 h 151"/>
                  <a:gd name="T8" fmla="*/ 1625 w 164"/>
                  <a:gd name="T9" fmla="*/ 1844 h 151"/>
                  <a:gd name="T10" fmla="*/ 1500 w 164"/>
                  <a:gd name="T11" fmla="*/ 1924 h 151"/>
                  <a:gd name="T12" fmla="*/ 1238 w 164"/>
                  <a:gd name="T13" fmla="*/ 2036 h 151"/>
                  <a:gd name="T14" fmla="*/ 1125 w 164"/>
                  <a:gd name="T15" fmla="*/ 2223 h 151"/>
                  <a:gd name="T16" fmla="*/ 925 w 164"/>
                  <a:gd name="T17" fmla="*/ 2394 h 151"/>
                  <a:gd name="T18" fmla="*/ 783 w 164"/>
                  <a:gd name="T19" fmla="*/ 2437 h 151"/>
                  <a:gd name="T20" fmla="*/ 625 w 164"/>
                  <a:gd name="T21" fmla="*/ 2506 h 151"/>
                  <a:gd name="T22" fmla="*/ 408 w 164"/>
                  <a:gd name="T23" fmla="*/ 2642 h 151"/>
                  <a:gd name="T24" fmla="*/ 0 w 164"/>
                  <a:gd name="T25" fmla="*/ 2642 h 151"/>
                  <a:gd name="T26" fmla="*/ 238 w 164"/>
                  <a:gd name="T27" fmla="*/ 2757 h 151"/>
                  <a:gd name="T28" fmla="*/ 813 w 164"/>
                  <a:gd name="T29" fmla="*/ 2850 h 151"/>
                  <a:gd name="T30" fmla="*/ 1800 w 164"/>
                  <a:gd name="T31" fmla="*/ 2549 h 151"/>
                  <a:gd name="T32" fmla="*/ 2063 w 164"/>
                  <a:gd name="T33" fmla="*/ 2335 h 151"/>
                  <a:gd name="T34" fmla="*/ 2158 w 164"/>
                  <a:gd name="T35" fmla="*/ 2074 h 151"/>
                  <a:gd name="T36" fmla="*/ 2283 w 164"/>
                  <a:gd name="T37" fmla="*/ 1809 h 151"/>
                  <a:gd name="T38" fmla="*/ 2520 w 164"/>
                  <a:gd name="T39" fmla="*/ 1404 h 151"/>
                  <a:gd name="T40" fmla="*/ 2550 w 164"/>
                  <a:gd name="T41" fmla="*/ 934 h 151"/>
                  <a:gd name="T42" fmla="*/ 2563 w 164"/>
                  <a:gd name="T43" fmla="*/ 363 h 1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4" h="151">
                    <a:moveTo>
                      <a:pt x="153" y="0"/>
                    </a:moveTo>
                    <a:cubicBezTo>
                      <a:pt x="153" y="10"/>
                      <a:pt x="153" y="21"/>
                      <a:pt x="152" y="31"/>
                    </a:cubicBezTo>
                    <a:cubicBezTo>
                      <a:pt x="150" y="46"/>
                      <a:pt x="142" y="53"/>
                      <a:pt x="132" y="62"/>
                    </a:cubicBezTo>
                    <a:cubicBezTo>
                      <a:pt x="124" y="70"/>
                      <a:pt x="125" y="84"/>
                      <a:pt x="116" y="92"/>
                    </a:cubicBezTo>
                    <a:cubicBezTo>
                      <a:pt x="113" y="95"/>
                      <a:pt x="109" y="96"/>
                      <a:pt x="104" y="97"/>
                    </a:cubicBezTo>
                    <a:cubicBezTo>
                      <a:pt x="100" y="98"/>
                      <a:pt x="100" y="100"/>
                      <a:pt x="96" y="101"/>
                    </a:cubicBezTo>
                    <a:cubicBezTo>
                      <a:pt x="90" y="104"/>
                      <a:pt x="83" y="99"/>
                      <a:pt x="79" y="107"/>
                    </a:cubicBezTo>
                    <a:cubicBezTo>
                      <a:pt x="77" y="112"/>
                      <a:pt x="76" y="114"/>
                      <a:pt x="72" y="117"/>
                    </a:cubicBezTo>
                    <a:cubicBezTo>
                      <a:pt x="68" y="121"/>
                      <a:pt x="64" y="125"/>
                      <a:pt x="59" y="126"/>
                    </a:cubicBezTo>
                    <a:cubicBezTo>
                      <a:pt x="55" y="127"/>
                      <a:pt x="54" y="126"/>
                      <a:pt x="50" y="128"/>
                    </a:cubicBezTo>
                    <a:cubicBezTo>
                      <a:pt x="46" y="130"/>
                      <a:pt x="44" y="131"/>
                      <a:pt x="40" y="132"/>
                    </a:cubicBezTo>
                    <a:cubicBezTo>
                      <a:pt x="35" y="134"/>
                      <a:pt x="31" y="138"/>
                      <a:pt x="26" y="139"/>
                    </a:cubicBezTo>
                    <a:cubicBezTo>
                      <a:pt x="19" y="141"/>
                      <a:pt x="5" y="135"/>
                      <a:pt x="0" y="139"/>
                    </a:cubicBezTo>
                    <a:cubicBezTo>
                      <a:pt x="3" y="142"/>
                      <a:pt x="11" y="144"/>
                      <a:pt x="15" y="145"/>
                    </a:cubicBezTo>
                    <a:cubicBezTo>
                      <a:pt x="27" y="148"/>
                      <a:pt x="39" y="150"/>
                      <a:pt x="52" y="150"/>
                    </a:cubicBezTo>
                    <a:cubicBezTo>
                      <a:pt x="75" y="151"/>
                      <a:pt x="95" y="144"/>
                      <a:pt x="115" y="134"/>
                    </a:cubicBezTo>
                    <a:cubicBezTo>
                      <a:pt x="121" y="131"/>
                      <a:pt x="128" y="129"/>
                      <a:pt x="132" y="123"/>
                    </a:cubicBezTo>
                    <a:cubicBezTo>
                      <a:pt x="135" y="119"/>
                      <a:pt x="136" y="113"/>
                      <a:pt x="138" y="109"/>
                    </a:cubicBezTo>
                    <a:cubicBezTo>
                      <a:pt x="140" y="104"/>
                      <a:pt x="143" y="99"/>
                      <a:pt x="146" y="95"/>
                    </a:cubicBezTo>
                    <a:cubicBezTo>
                      <a:pt x="151" y="88"/>
                      <a:pt x="158" y="81"/>
                      <a:pt x="161" y="74"/>
                    </a:cubicBezTo>
                    <a:cubicBezTo>
                      <a:pt x="164" y="67"/>
                      <a:pt x="163" y="57"/>
                      <a:pt x="163" y="49"/>
                    </a:cubicBezTo>
                    <a:cubicBezTo>
                      <a:pt x="163" y="39"/>
                      <a:pt x="163" y="29"/>
                      <a:pt x="164" y="19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3" name="Freeform 71">
                <a:extLst>
                  <a:ext uri="{FF2B5EF4-FFF2-40B4-BE49-F238E27FC236}">
                    <a16:creationId xmlns:a16="http://schemas.microsoft.com/office/drawing/2014/main" id="{D1652FBD-4D9F-4FA5-ABDF-040DE2243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731"/>
                <a:ext cx="363" cy="366"/>
              </a:xfrm>
              <a:custGeom>
                <a:avLst/>
                <a:gdLst>
                  <a:gd name="T0" fmla="*/ 0 w 145"/>
                  <a:gd name="T1" fmla="*/ 2519 h 137"/>
                  <a:gd name="T2" fmla="*/ 158 w 145"/>
                  <a:gd name="T3" fmla="*/ 2575 h 137"/>
                  <a:gd name="T4" fmla="*/ 408 w 145"/>
                  <a:gd name="T5" fmla="*/ 2575 h 137"/>
                  <a:gd name="T6" fmla="*/ 959 w 145"/>
                  <a:gd name="T7" fmla="*/ 2519 h 137"/>
                  <a:gd name="T8" fmla="*/ 1785 w 145"/>
                  <a:gd name="T9" fmla="*/ 1905 h 137"/>
                  <a:gd name="T10" fmla="*/ 2163 w 145"/>
                  <a:gd name="T11" fmla="*/ 935 h 137"/>
                  <a:gd name="T12" fmla="*/ 2193 w 145"/>
                  <a:gd name="T13" fmla="*/ 513 h 137"/>
                  <a:gd name="T14" fmla="*/ 2226 w 145"/>
                  <a:gd name="T15" fmla="*/ 0 h 137"/>
                  <a:gd name="T16" fmla="*/ 2226 w 145"/>
                  <a:gd name="T17" fmla="*/ 227 h 137"/>
                  <a:gd name="T18" fmla="*/ 2130 w 145"/>
                  <a:gd name="T19" fmla="*/ 671 h 137"/>
                  <a:gd name="T20" fmla="*/ 1880 w 145"/>
                  <a:gd name="T21" fmla="*/ 1221 h 137"/>
                  <a:gd name="T22" fmla="*/ 1692 w 145"/>
                  <a:gd name="T23" fmla="*/ 1563 h 137"/>
                  <a:gd name="T24" fmla="*/ 1522 w 145"/>
                  <a:gd name="T25" fmla="*/ 1699 h 137"/>
                  <a:gd name="T26" fmla="*/ 1397 w 145"/>
                  <a:gd name="T27" fmla="*/ 1942 h 137"/>
                  <a:gd name="T28" fmla="*/ 658 w 145"/>
                  <a:gd name="T29" fmla="*/ 2420 h 137"/>
                  <a:gd name="T30" fmla="*/ 20 w 145"/>
                  <a:gd name="T31" fmla="*/ 2533 h 1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37">
                    <a:moveTo>
                      <a:pt x="0" y="132"/>
                    </a:moveTo>
                    <a:cubicBezTo>
                      <a:pt x="4" y="132"/>
                      <a:pt x="6" y="134"/>
                      <a:pt x="10" y="135"/>
                    </a:cubicBezTo>
                    <a:cubicBezTo>
                      <a:pt x="15" y="135"/>
                      <a:pt x="21" y="135"/>
                      <a:pt x="26" y="135"/>
                    </a:cubicBezTo>
                    <a:cubicBezTo>
                      <a:pt x="38" y="135"/>
                      <a:pt x="49" y="134"/>
                      <a:pt x="61" y="132"/>
                    </a:cubicBezTo>
                    <a:cubicBezTo>
                      <a:pt x="81" y="128"/>
                      <a:pt x="102" y="117"/>
                      <a:pt x="114" y="100"/>
                    </a:cubicBezTo>
                    <a:cubicBezTo>
                      <a:pt x="125" y="85"/>
                      <a:pt x="134" y="67"/>
                      <a:pt x="138" y="49"/>
                    </a:cubicBezTo>
                    <a:cubicBezTo>
                      <a:pt x="140" y="42"/>
                      <a:pt x="140" y="35"/>
                      <a:pt x="140" y="27"/>
                    </a:cubicBezTo>
                    <a:cubicBezTo>
                      <a:pt x="141" y="20"/>
                      <a:pt x="145" y="7"/>
                      <a:pt x="142" y="0"/>
                    </a:cubicBezTo>
                    <a:cubicBezTo>
                      <a:pt x="141" y="4"/>
                      <a:pt x="142" y="8"/>
                      <a:pt x="142" y="12"/>
                    </a:cubicBezTo>
                    <a:cubicBezTo>
                      <a:pt x="141" y="19"/>
                      <a:pt x="138" y="27"/>
                      <a:pt x="136" y="35"/>
                    </a:cubicBezTo>
                    <a:cubicBezTo>
                      <a:pt x="133" y="49"/>
                      <a:pt x="130" y="54"/>
                      <a:pt x="120" y="64"/>
                    </a:cubicBezTo>
                    <a:cubicBezTo>
                      <a:pt x="115" y="70"/>
                      <a:pt x="114" y="77"/>
                      <a:pt x="108" y="82"/>
                    </a:cubicBezTo>
                    <a:cubicBezTo>
                      <a:pt x="105" y="85"/>
                      <a:pt x="101" y="86"/>
                      <a:pt x="97" y="89"/>
                    </a:cubicBezTo>
                    <a:cubicBezTo>
                      <a:pt x="94" y="93"/>
                      <a:pt x="92" y="98"/>
                      <a:pt x="89" y="102"/>
                    </a:cubicBezTo>
                    <a:cubicBezTo>
                      <a:pt x="79" y="116"/>
                      <a:pt x="58" y="119"/>
                      <a:pt x="42" y="127"/>
                    </a:cubicBezTo>
                    <a:cubicBezTo>
                      <a:pt x="30" y="132"/>
                      <a:pt x="14" y="137"/>
                      <a:pt x="1" y="133"/>
                    </a:cubicBezTo>
                  </a:path>
                </a:pathLst>
              </a:custGeom>
              <a:solidFill>
                <a:srgbClr val="EF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4" name="Freeform 72">
                <a:extLst>
                  <a:ext uri="{FF2B5EF4-FFF2-40B4-BE49-F238E27FC236}">
                    <a16:creationId xmlns:a16="http://schemas.microsoft.com/office/drawing/2014/main" id="{CEBBEEBE-62D7-41BB-B373-2E978F69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166"/>
                <a:ext cx="90" cy="192"/>
              </a:xfrm>
              <a:custGeom>
                <a:avLst/>
                <a:gdLst>
                  <a:gd name="T0" fmla="*/ 0 w 36"/>
                  <a:gd name="T1" fmla="*/ 0 h 72"/>
                  <a:gd name="T2" fmla="*/ 188 w 36"/>
                  <a:gd name="T3" fmla="*/ 227 h 72"/>
                  <a:gd name="T4" fmla="*/ 313 w 36"/>
                  <a:gd name="T5" fmla="*/ 568 h 72"/>
                  <a:gd name="T6" fmla="*/ 563 w 36"/>
                  <a:gd name="T7" fmla="*/ 1365 h 72"/>
                  <a:gd name="T8" fmla="*/ 345 w 36"/>
                  <a:gd name="T9" fmla="*/ 989 h 72"/>
                  <a:gd name="T10" fmla="*/ 125 w 36"/>
                  <a:gd name="T11" fmla="*/ 648 h 72"/>
                  <a:gd name="T12" fmla="*/ 83 w 36"/>
                  <a:gd name="T13" fmla="*/ 248 h 72"/>
                  <a:gd name="T14" fmla="*/ 0 w 36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2">
                    <a:moveTo>
                      <a:pt x="0" y="0"/>
                    </a:moveTo>
                    <a:cubicBezTo>
                      <a:pt x="4" y="3"/>
                      <a:pt x="8" y="6"/>
                      <a:pt x="12" y="12"/>
                    </a:cubicBezTo>
                    <a:cubicBezTo>
                      <a:pt x="15" y="17"/>
                      <a:pt x="18" y="24"/>
                      <a:pt x="20" y="30"/>
                    </a:cubicBezTo>
                    <a:cubicBezTo>
                      <a:pt x="24" y="45"/>
                      <a:pt x="30" y="58"/>
                      <a:pt x="36" y="72"/>
                    </a:cubicBezTo>
                    <a:cubicBezTo>
                      <a:pt x="33" y="65"/>
                      <a:pt x="26" y="60"/>
                      <a:pt x="22" y="52"/>
                    </a:cubicBezTo>
                    <a:cubicBezTo>
                      <a:pt x="19" y="44"/>
                      <a:pt x="13" y="41"/>
                      <a:pt x="8" y="34"/>
                    </a:cubicBezTo>
                    <a:cubicBezTo>
                      <a:pt x="3" y="27"/>
                      <a:pt x="7" y="21"/>
                      <a:pt x="5" y="13"/>
                    </a:cubicBezTo>
                    <a:cubicBezTo>
                      <a:pt x="5" y="10"/>
                      <a:pt x="3" y="2"/>
                      <a:pt x="0" y="0"/>
                    </a:cubicBezTo>
                  </a:path>
                </a:pathLst>
              </a:custGeom>
              <a:solidFill>
                <a:srgbClr val="EF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5" name="Freeform 73">
                <a:extLst>
                  <a:ext uri="{FF2B5EF4-FFF2-40B4-BE49-F238E27FC236}">
                    <a16:creationId xmlns:a16="http://schemas.microsoft.com/office/drawing/2014/main" id="{30278B49-A749-4096-8925-A4866166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913"/>
                <a:ext cx="28" cy="189"/>
              </a:xfrm>
              <a:custGeom>
                <a:avLst/>
                <a:gdLst>
                  <a:gd name="T0" fmla="*/ 64 w 11"/>
                  <a:gd name="T1" fmla="*/ 0 h 71"/>
                  <a:gd name="T2" fmla="*/ 0 w 11"/>
                  <a:gd name="T3" fmla="*/ 1339 h 71"/>
                  <a:gd name="T4" fmla="*/ 64 w 11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1">
                    <a:moveTo>
                      <a:pt x="4" y="0"/>
                    </a:moveTo>
                    <a:cubicBezTo>
                      <a:pt x="9" y="10"/>
                      <a:pt x="11" y="32"/>
                      <a:pt x="0" y="71"/>
                    </a:cubicBezTo>
                    <a:cubicBezTo>
                      <a:pt x="3" y="56"/>
                      <a:pt x="10" y="22"/>
                      <a:pt x="4" y="0"/>
                    </a:cubicBezTo>
                    <a:close/>
                  </a:path>
                </a:pathLst>
              </a:custGeom>
              <a:solidFill>
                <a:srgbClr val="D48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6" name="Freeform 74">
                <a:extLst>
                  <a:ext uri="{FF2B5EF4-FFF2-40B4-BE49-F238E27FC236}">
                    <a16:creationId xmlns:a16="http://schemas.microsoft.com/office/drawing/2014/main" id="{1B9DAC83-7509-4303-B55E-49C09F5F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857"/>
                <a:ext cx="20" cy="26"/>
              </a:xfrm>
              <a:custGeom>
                <a:avLst/>
                <a:gdLst>
                  <a:gd name="T0" fmla="*/ 125 w 8"/>
                  <a:gd name="T1" fmla="*/ 0 h 10"/>
                  <a:gd name="T2" fmla="*/ 20 w 8"/>
                  <a:gd name="T3" fmla="*/ 109 h 10"/>
                  <a:gd name="T4" fmla="*/ 113 w 8"/>
                  <a:gd name="T5" fmla="*/ 143 h 10"/>
                  <a:gd name="T6" fmla="*/ 63 w 8"/>
                  <a:gd name="T7" fmla="*/ 68 h 10"/>
                  <a:gd name="T8" fmla="*/ 125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5" y="1"/>
                      <a:pt x="3" y="3"/>
                      <a:pt x="1" y="6"/>
                    </a:cubicBezTo>
                    <a:cubicBezTo>
                      <a:pt x="0" y="10"/>
                      <a:pt x="5" y="9"/>
                      <a:pt x="7" y="8"/>
                    </a:cubicBezTo>
                    <a:cubicBezTo>
                      <a:pt x="4" y="8"/>
                      <a:pt x="3" y="7"/>
                      <a:pt x="4" y="4"/>
                    </a:cubicBezTo>
                    <a:cubicBezTo>
                      <a:pt x="5" y="3"/>
                      <a:pt x="7" y="1"/>
                      <a:pt x="8" y="0"/>
                    </a:cubicBezTo>
                  </a:path>
                </a:pathLst>
              </a:custGeom>
              <a:solidFill>
                <a:srgbClr val="EFD5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7" name="Freeform 75">
                <a:extLst>
                  <a:ext uri="{FF2B5EF4-FFF2-40B4-BE49-F238E27FC236}">
                    <a16:creationId xmlns:a16="http://schemas.microsoft.com/office/drawing/2014/main" id="{58F8EF39-4877-4E0B-923A-B7CEF685F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123"/>
                <a:ext cx="723" cy="990"/>
              </a:xfrm>
              <a:custGeom>
                <a:avLst/>
                <a:gdLst>
                  <a:gd name="T0" fmla="*/ 2692 w 289"/>
                  <a:gd name="T1" fmla="*/ 115 h 371"/>
                  <a:gd name="T2" fmla="*/ 1909 w 289"/>
                  <a:gd name="T3" fmla="*/ 1003 h 371"/>
                  <a:gd name="T4" fmla="*/ 645 w 289"/>
                  <a:gd name="T5" fmla="*/ 2813 h 371"/>
                  <a:gd name="T6" fmla="*/ 613 w 289"/>
                  <a:gd name="T7" fmla="*/ 5967 h 371"/>
                  <a:gd name="T8" fmla="*/ 2534 w 289"/>
                  <a:gd name="T9" fmla="*/ 7050 h 371"/>
                  <a:gd name="T10" fmla="*/ 4338 w 289"/>
                  <a:gd name="T11" fmla="*/ 5241 h 371"/>
                  <a:gd name="T12" fmla="*/ 4005 w 289"/>
                  <a:gd name="T13" fmla="*/ 2642 h 371"/>
                  <a:gd name="T14" fmla="*/ 3222 w 289"/>
                  <a:gd name="T15" fmla="*/ 648 h 371"/>
                  <a:gd name="T16" fmla="*/ 2692 w 289"/>
                  <a:gd name="T17" fmla="*/ 115 h 3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9" h="371">
                    <a:moveTo>
                      <a:pt x="172" y="6"/>
                    </a:moveTo>
                    <a:cubicBezTo>
                      <a:pt x="148" y="0"/>
                      <a:pt x="128" y="40"/>
                      <a:pt x="122" y="53"/>
                    </a:cubicBezTo>
                    <a:cubicBezTo>
                      <a:pt x="106" y="85"/>
                      <a:pt x="66" y="112"/>
                      <a:pt x="41" y="148"/>
                    </a:cubicBezTo>
                    <a:cubicBezTo>
                      <a:pt x="16" y="185"/>
                      <a:pt x="0" y="258"/>
                      <a:pt x="39" y="314"/>
                    </a:cubicBezTo>
                    <a:cubicBezTo>
                      <a:pt x="78" y="370"/>
                      <a:pt x="126" y="371"/>
                      <a:pt x="162" y="371"/>
                    </a:cubicBezTo>
                    <a:cubicBezTo>
                      <a:pt x="197" y="371"/>
                      <a:pt x="261" y="349"/>
                      <a:pt x="277" y="276"/>
                    </a:cubicBezTo>
                    <a:cubicBezTo>
                      <a:pt x="289" y="218"/>
                      <a:pt x="275" y="176"/>
                      <a:pt x="256" y="139"/>
                    </a:cubicBezTo>
                    <a:cubicBezTo>
                      <a:pt x="237" y="101"/>
                      <a:pt x="215" y="51"/>
                      <a:pt x="206" y="34"/>
                    </a:cubicBezTo>
                    <a:cubicBezTo>
                      <a:pt x="197" y="16"/>
                      <a:pt x="189" y="6"/>
                      <a:pt x="17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8" name="Freeform 76">
                <a:extLst>
                  <a:ext uri="{FF2B5EF4-FFF2-40B4-BE49-F238E27FC236}">
                    <a16:creationId xmlns:a16="http://schemas.microsoft.com/office/drawing/2014/main" id="{360B73E0-9EBC-4FBE-A843-5B5968E99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110"/>
                <a:ext cx="77" cy="13"/>
              </a:xfrm>
              <a:custGeom>
                <a:avLst/>
                <a:gdLst>
                  <a:gd name="T0" fmla="*/ 42 w 31"/>
                  <a:gd name="T1" fmla="*/ 0 h 5"/>
                  <a:gd name="T2" fmla="*/ 42 w 31"/>
                  <a:gd name="T3" fmla="*/ 21 h 5"/>
                  <a:gd name="T4" fmla="*/ 229 w 31"/>
                  <a:gd name="T5" fmla="*/ 88 h 5"/>
                  <a:gd name="T6" fmla="*/ 474 w 31"/>
                  <a:gd name="T7" fmla="*/ 34 h 5"/>
                  <a:gd name="T8" fmla="*/ 445 w 31"/>
                  <a:gd name="T9" fmla="*/ 21 h 5"/>
                  <a:gd name="T10" fmla="*/ 42 w 3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0" y="4"/>
                      <a:pt x="13" y="5"/>
                      <a:pt x="15" y="5"/>
                    </a:cubicBezTo>
                    <a:cubicBezTo>
                      <a:pt x="19" y="5"/>
                      <a:pt x="30" y="5"/>
                      <a:pt x="31" y="2"/>
                    </a:cubicBezTo>
                    <a:cubicBezTo>
                      <a:pt x="31" y="2"/>
                      <a:pt x="30" y="1"/>
                      <a:pt x="29" y="1"/>
                    </a:cubicBezTo>
                    <a:cubicBezTo>
                      <a:pt x="21" y="1"/>
                      <a:pt x="12" y="1"/>
                      <a:pt x="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9" name="Freeform 77">
                <a:extLst>
                  <a:ext uri="{FF2B5EF4-FFF2-40B4-BE49-F238E27FC236}">
                    <a16:creationId xmlns:a16="http://schemas.microsoft.com/office/drawing/2014/main" id="{AB13CBE7-62C7-4838-9A0B-79C3AD292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838"/>
                <a:ext cx="62" cy="304"/>
              </a:xfrm>
              <a:custGeom>
                <a:avLst/>
                <a:gdLst>
                  <a:gd name="T0" fmla="*/ 42 w 25"/>
                  <a:gd name="T1" fmla="*/ 2141 h 114"/>
                  <a:gd name="T2" fmla="*/ 104 w 25"/>
                  <a:gd name="T3" fmla="*/ 2141 h 114"/>
                  <a:gd name="T4" fmla="*/ 184 w 25"/>
                  <a:gd name="T5" fmla="*/ 2163 h 114"/>
                  <a:gd name="T6" fmla="*/ 337 w 25"/>
                  <a:gd name="T7" fmla="*/ 547 h 114"/>
                  <a:gd name="T8" fmla="*/ 290 w 25"/>
                  <a:gd name="T9" fmla="*/ 136 h 114"/>
                  <a:gd name="T10" fmla="*/ 62 w 25"/>
                  <a:gd name="T11" fmla="*/ 320 h 114"/>
                  <a:gd name="T12" fmla="*/ 42 w 25"/>
                  <a:gd name="T13" fmla="*/ 2141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14">
                    <a:moveTo>
                      <a:pt x="3" y="113"/>
                    </a:moveTo>
                    <a:cubicBezTo>
                      <a:pt x="4" y="113"/>
                      <a:pt x="6" y="113"/>
                      <a:pt x="7" y="113"/>
                    </a:cubicBezTo>
                    <a:cubicBezTo>
                      <a:pt x="8" y="113"/>
                      <a:pt x="10" y="113"/>
                      <a:pt x="12" y="114"/>
                    </a:cubicBezTo>
                    <a:cubicBezTo>
                      <a:pt x="14" y="104"/>
                      <a:pt x="25" y="60"/>
                      <a:pt x="22" y="29"/>
                    </a:cubicBezTo>
                    <a:cubicBezTo>
                      <a:pt x="20" y="13"/>
                      <a:pt x="19" y="7"/>
                      <a:pt x="19" y="7"/>
                    </a:cubicBezTo>
                    <a:cubicBezTo>
                      <a:pt x="14" y="0"/>
                      <a:pt x="0" y="11"/>
                      <a:pt x="4" y="17"/>
                    </a:cubicBezTo>
                    <a:cubicBezTo>
                      <a:pt x="21" y="28"/>
                      <a:pt x="13" y="85"/>
                      <a:pt x="3" y="1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00" name="Freeform 78">
                <a:extLst>
                  <a:ext uri="{FF2B5EF4-FFF2-40B4-BE49-F238E27FC236}">
                    <a16:creationId xmlns:a16="http://schemas.microsoft.com/office/drawing/2014/main" id="{92B3C313-8A63-4DA3-A642-B9042DDC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854"/>
                <a:ext cx="45" cy="43"/>
              </a:xfrm>
              <a:custGeom>
                <a:avLst/>
                <a:gdLst>
                  <a:gd name="T0" fmla="*/ 0 w 18"/>
                  <a:gd name="T1" fmla="*/ 218 h 16"/>
                  <a:gd name="T2" fmla="*/ 220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1"/>
                    </a:moveTo>
                    <a:cubicBezTo>
                      <a:pt x="3" y="16"/>
                      <a:pt x="18" y="6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01" name="Oval 79">
                <a:extLst>
                  <a:ext uri="{FF2B5EF4-FFF2-40B4-BE49-F238E27FC236}">
                    <a16:creationId xmlns:a16="http://schemas.microsoft.com/office/drawing/2014/main" id="{7655173E-A7BA-43F7-825B-2833EE62B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3" y="1798"/>
                <a:ext cx="7" cy="11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02" name="Oval 80">
                <a:extLst>
                  <a:ext uri="{FF2B5EF4-FFF2-40B4-BE49-F238E27FC236}">
                    <a16:creationId xmlns:a16="http://schemas.microsoft.com/office/drawing/2014/main" id="{2CE9C89B-B81A-483F-930A-1D9FBA0E0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769"/>
                <a:ext cx="8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03" name="Oval 81">
                <a:extLst>
                  <a:ext uri="{FF2B5EF4-FFF2-40B4-BE49-F238E27FC236}">
                    <a16:creationId xmlns:a16="http://schemas.microsoft.com/office/drawing/2014/main" id="{ED195E4F-6D6E-40F0-AEEF-84DC75102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3" y="1777"/>
                <a:ext cx="7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04" name="Oval 82">
                <a:extLst>
                  <a:ext uri="{FF2B5EF4-FFF2-40B4-BE49-F238E27FC236}">
                    <a16:creationId xmlns:a16="http://schemas.microsoft.com/office/drawing/2014/main" id="{9C6CA4B6-B4AE-4F50-BB44-192F40108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1883"/>
                <a:ext cx="7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05" name="Oval 83">
                <a:extLst>
                  <a:ext uri="{FF2B5EF4-FFF2-40B4-BE49-F238E27FC236}">
                    <a16:creationId xmlns:a16="http://schemas.microsoft.com/office/drawing/2014/main" id="{8DD49F10-FDE0-4503-9670-C208C31F3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1902"/>
                <a:ext cx="7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06" name="Oval 84">
                <a:extLst>
                  <a:ext uri="{FF2B5EF4-FFF2-40B4-BE49-F238E27FC236}">
                    <a16:creationId xmlns:a16="http://schemas.microsoft.com/office/drawing/2014/main" id="{B8B4E33A-866D-4125-82E6-670D0FD6A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1929"/>
                <a:ext cx="7" cy="10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07" name="Oval 85">
                <a:extLst>
                  <a:ext uri="{FF2B5EF4-FFF2-40B4-BE49-F238E27FC236}">
                    <a16:creationId xmlns:a16="http://schemas.microsoft.com/office/drawing/2014/main" id="{F3A5240B-3EB9-4E5F-B003-F292FBAE3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1873"/>
                <a:ext cx="8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08" name="Oval 86">
                <a:extLst>
                  <a:ext uri="{FF2B5EF4-FFF2-40B4-BE49-F238E27FC236}">
                    <a16:creationId xmlns:a16="http://schemas.microsoft.com/office/drawing/2014/main" id="{A92AA37D-9072-4304-9D3C-B6B1BDFB1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5" y="1870"/>
                <a:ext cx="8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09" name="Oval 87">
                <a:extLst>
                  <a:ext uri="{FF2B5EF4-FFF2-40B4-BE49-F238E27FC236}">
                    <a16:creationId xmlns:a16="http://schemas.microsoft.com/office/drawing/2014/main" id="{CBF7BA7A-3681-4C26-9B26-A812919C8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1835"/>
                <a:ext cx="8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10" name="Oval 88">
                <a:extLst>
                  <a:ext uri="{FF2B5EF4-FFF2-40B4-BE49-F238E27FC236}">
                    <a16:creationId xmlns:a16="http://schemas.microsoft.com/office/drawing/2014/main" id="{C66D200A-1FE1-428F-8D5C-E5436216B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1846"/>
                <a:ext cx="7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11" name="Oval 89">
                <a:extLst>
                  <a:ext uri="{FF2B5EF4-FFF2-40B4-BE49-F238E27FC236}">
                    <a16:creationId xmlns:a16="http://schemas.microsoft.com/office/drawing/2014/main" id="{F8FB4AB2-D7BB-49E4-9FE1-F308997F6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1803"/>
                <a:ext cx="7" cy="11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12" name="Oval 90">
                <a:extLst>
                  <a:ext uri="{FF2B5EF4-FFF2-40B4-BE49-F238E27FC236}">
                    <a16:creationId xmlns:a16="http://schemas.microsoft.com/office/drawing/2014/main" id="{D11F4A15-60D9-45E4-8617-7839B9E44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5" y="1731"/>
                <a:ext cx="8" cy="8"/>
              </a:xfrm>
              <a:prstGeom prst="ellipse">
                <a:avLst/>
              </a:prstGeom>
              <a:solidFill>
                <a:srgbClr val="FFD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13" name="Oval 91">
                <a:extLst>
                  <a:ext uri="{FF2B5EF4-FFF2-40B4-BE49-F238E27FC236}">
                    <a16:creationId xmlns:a16="http://schemas.microsoft.com/office/drawing/2014/main" id="{E933859A-4F05-4F8D-B7B6-7D83A8CDF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1729"/>
                <a:ext cx="8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14" name="Freeform 92">
                <a:extLst>
                  <a:ext uri="{FF2B5EF4-FFF2-40B4-BE49-F238E27FC236}">
                    <a16:creationId xmlns:a16="http://schemas.microsoft.com/office/drawing/2014/main" id="{70C177A1-DC25-4124-8661-2E8E8D706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74"/>
                <a:ext cx="15" cy="13"/>
              </a:xfrm>
              <a:custGeom>
                <a:avLst/>
                <a:gdLst>
                  <a:gd name="T0" fmla="*/ 20 w 6"/>
                  <a:gd name="T1" fmla="*/ 55 h 5"/>
                  <a:gd name="T2" fmla="*/ 0 w 6"/>
                  <a:gd name="T3" fmla="*/ 55 h 5"/>
                  <a:gd name="T4" fmla="*/ 33 w 6"/>
                  <a:gd name="T5" fmla="*/ 88 h 5"/>
                  <a:gd name="T6" fmla="*/ 63 w 6"/>
                  <a:gd name="T7" fmla="*/ 68 h 5"/>
                  <a:gd name="T8" fmla="*/ 95 w 6"/>
                  <a:gd name="T9" fmla="*/ 55 h 5"/>
                  <a:gd name="T10" fmla="*/ 20 w 6"/>
                  <a:gd name="T11" fmla="*/ 34 h 5"/>
                  <a:gd name="T12" fmla="*/ 20 w 6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4" y="3"/>
                      <a:pt x="3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15" name="Freeform 93">
                <a:extLst>
                  <a:ext uri="{FF2B5EF4-FFF2-40B4-BE49-F238E27FC236}">
                    <a16:creationId xmlns:a16="http://schemas.microsoft.com/office/drawing/2014/main" id="{433A2C6D-756E-4390-9072-9C7CF89F4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745"/>
                <a:ext cx="25" cy="21"/>
              </a:xfrm>
              <a:custGeom>
                <a:avLst/>
                <a:gdLst>
                  <a:gd name="T0" fmla="*/ 50 w 10"/>
                  <a:gd name="T1" fmla="*/ 55 h 8"/>
                  <a:gd name="T2" fmla="*/ 0 w 10"/>
                  <a:gd name="T3" fmla="*/ 110 h 8"/>
                  <a:gd name="T4" fmla="*/ 125 w 10"/>
                  <a:gd name="T5" fmla="*/ 110 h 8"/>
                  <a:gd name="T6" fmla="*/ 158 w 10"/>
                  <a:gd name="T7" fmla="*/ 55 h 8"/>
                  <a:gd name="T8" fmla="*/ 113 w 10"/>
                  <a:gd name="T9" fmla="*/ 55 h 8"/>
                  <a:gd name="T10" fmla="*/ 33 w 10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3" y="3"/>
                    </a:moveTo>
                    <a:cubicBezTo>
                      <a:pt x="2" y="4"/>
                      <a:pt x="1" y="6"/>
                      <a:pt x="0" y="6"/>
                    </a:cubicBezTo>
                    <a:cubicBezTo>
                      <a:pt x="2" y="6"/>
                      <a:pt x="6" y="8"/>
                      <a:pt x="8" y="6"/>
                    </a:cubicBezTo>
                    <a:cubicBezTo>
                      <a:pt x="8" y="5"/>
                      <a:pt x="9" y="4"/>
                      <a:pt x="10" y="3"/>
                    </a:cubicBezTo>
                    <a:cubicBezTo>
                      <a:pt x="9" y="0"/>
                      <a:pt x="8" y="3"/>
                      <a:pt x="7" y="3"/>
                    </a:cubicBezTo>
                    <a:cubicBezTo>
                      <a:pt x="5" y="4"/>
                      <a:pt x="4" y="3"/>
                      <a:pt x="2" y="3"/>
                    </a:cubicBezTo>
                  </a:path>
                </a:pathLst>
              </a:custGeom>
              <a:solidFill>
                <a:srgbClr val="FFD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16" name="Freeform 94">
                <a:extLst>
                  <a:ext uri="{FF2B5EF4-FFF2-40B4-BE49-F238E27FC236}">
                    <a16:creationId xmlns:a16="http://schemas.microsoft.com/office/drawing/2014/main" id="{28240032-9144-4601-97A6-C0077E3C3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761"/>
                <a:ext cx="12" cy="8"/>
              </a:xfrm>
              <a:custGeom>
                <a:avLst/>
                <a:gdLst>
                  <a:gd name="T0" fmla="*/ 58 w 5"/>
                  <a:gd name="T1" fmla="*/ 0 h 3"/>
                  <a:gd name="T2" fmla="*/ 0 w 5"/>
                  <a:gd name="T3" fmla="*/ 35 h 3"/>
                  <a:gd name="T4" fmla="*/ 41 w 5"/>
                  <a:gd name="T5" fmla="*/ 56 h 3"/>
                  <a:gd name="T6" fmla="*/ 70 w 5"/>
                  <a:gd name="T7" fmla="*/ 0 h 3"/>
                  <a:gd name="T8" fmla="*/ 58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1" y="2"/>
                      <a:pt x="3" y="2"/>
                      <a:pt x="3" y="3"/>
                    </a:cubicBezTo>
                    <a:cubicBezTo>
                      <a:pt x="4" y="3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17" name="Freeform 95">
                <a:extLst>
                  <a:ext uri="{FF2B5EF4-FFF2-40B4-BE49-F238E27FC236}">
                    <a16:creationId xmlns:a16="http://schemas.microsoft.com/office/drawing/2014/main" id="{DAD60CEC-9DC7-4271-ACBD-B80151C01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947"/>
                <a:ext cx="10" cy="16"/>
              </a:xfrm>
              <a:custGeom>
                <a:avLst/>
                <a:gdLst>
                  <a:gd name="T0" fmla="*/ 33 w 4"/>
                  <a:gd name="T1" fmla="*/ 77 h 6"/>
                  <a:gd name="T2" fmla="*/ 50 w 4"/>
                  <a:gd name="T3" fmla="*/ 35 h 6"/>
                  <a:gd name="T4" fmla="*/ 63 w 4"/>
                  <a:gd name="T5" fmla="*/ 115 h 6"/>
                  <a:gd name="T6" fmla="*/ 33 w 4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0" y="1"/>
                      <a:pt x="2" y="0"/>
                      <a:pt x="3" y="2"/>
                    </a:cubicBezTo>
                    <a:cubicBezTo>
                      <a:pt x="4" y="3"/>
                      <a:pt x="4" y="4"/>
                      <a:pt x="4" y="6"/>
                    </a:cubicBezTo>
                    <a:cubicBezTo>
                      <a:pt x="4" y="5"/>
                      <a:pt x="2" y="5"/>
                      <a:pt x="2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18" name="Freeform 96">
                <a:extLst>
                  <a:ext uri="{FF2B5EF4-FFF2-40B4-BE49-F238E27FC236}">
                    <a16:creationId xmlns:a16="http://schemas.microsoft.com/office/drawing/2014/main" id="{94730C9C-18EC-4881-AC54-A3CA7C641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934"/>
                <a:ext cx="15" cy="13"/>
              </a:xfrm>
              <a:custGeom>
                <a:avLst/>
                <a:gdLst>
                  <a:gd name="T0" fmla="*/ 50 w 6"/>
                  <a:gd name="T1" fmla="*/ 0 h 5"/>
                  <a:gd name="T2" fmla="*/ 0 w 6"/>
                  <a:gd name="T3" fmla="*/ 68 h 5"/>
                  <a:gd name="T4" fmla="*/ 50 w 6"/>
                  <a:gd name="T5" fmla="*/ 88 h 5"/>
                  <a:gd name="T6" fmla="*/ 50 w 6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6" y="3"/>
                      <a:pt x="3" y="2"/>
                      <a:pt x="3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19" name="Freeform 97">
                <a:extLst>
                  <a:ext uri="{FF2B5EF4-FFF2-40B4-BE49-F238E27FC236}">
                    <a16:creationId xmlns:a16="http://schemas.microsoft.com/office/drawing/2014/main" id="{1EE46056-42C8-4A31-81CE-FF160DD09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92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0" name="Freeform 98">
                <a:extLst>
                  <a:ext uri="{FF2B5EF4-FFF2-40B4-BE49-F238E27FC236}">
                    <a16:creationId xmlns:a16="http://schemas.microsoft.com/office/drawing/2014/main" id="{E3298AB5-E95B-4FC2-ACAA-4E19F233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91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2"/>
                      <a:pt x="2" y="3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1" name="Freeform 99">
                <a:extLst>
                  <a:ext uri="{FF2B5EF4-FFF2-40B4-BE49-F238E27FC236}">
                    <a16:creationId xmlns:a16="http://schemas.microsoft.com/office/drawing/2014/main" id="{6A125F04-8F6A-482B-AC67-271584B39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878"/>
                <a:ext cx="18" cy="13"/>
              </a:xfrm>
              <a:custGeom>
                <a:avLst/>
                <a:gdLst>
                  <a:gd name="T0" fmla="*/ 85 w 7"/>
                  <a:gd name="T1" fmla="*/ 0 h 5"/>
                  <a:gd name="T2" fmla="*/ 118 w 7"/>
                  <a:gd name="T3" fmla="*/ 21 h 5"/>
                  <a:gd name="T4" fmla="*/ 67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0" y="0"/>
                      <a:pt x="5" y="5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2" name="Freeform 100">
                <a:extLst>
                  <a:ext uri="{FF2B5EF4-FFF2-40B4-BE49-F238E27FC236}">
                    <a16:creationId xmlns:a16="http://schemas.microsoft.com/office/drawing/2014/main" id="{2691DDA5-08FE-4563-9B34-AC8B9D0B5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89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33 w 2"/>
                  <a:gd name="T5" fmla="*/ 20 h 2"/>
                  <a:gd name="T6" fmla="*/ 2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3" name="Freeform 101">
                <a:extLst>
                  <a:ext uri="{FF2B5EF4-FFF2-40B4-BE49-F238E27FC236}">
                    <a16:creationId xmlns:a16="http://schemas.microsoft.com/office/drawing/2014/main" id="{B800737B-81DF-452F-93FF-BF672BC09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1881"/>
                <a:ext cx="18" cy="21"/>
              </a:xfrm>
              <a:custGeom>
                <a:avLst/>
                <a:gdLst>
                  <a:gd name="T0" fmla="*/ 33 w 7"/>
                  <a:gd name="T1" fmla="*/ 76 h 8"/>
                  <a:gd name="T2" fmla="*/ 118 w 7"/>
                  <a:gd name="T3" fmla="*/ 89 h 8"/>
                  <a:gd name="T4" fmla="*/ 21 w 7"/>
                  <a:gd name="T5" fmla="*/ 76 h 8"/>
                  <a:gd name="T6" fmla="*/ 21 w 7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4"/>
                    </a:moveTo>
                    <a:cubicBezTo>
                      <a:pt x="4" y="0"/>
                      <a:pt x="6" y="3"/>
                      <a:pt x="7" y="5"/>
                    </a:cubicBezTo>
                    <a:cubicBezTo>
                      <a:pt x="4" y="8"/>
                      <a:pt x="3" y="5"/>
                      <a:pt x="1" y="4"/>
                    </a:cubicBezTo>
                    <a:cubicBezTo>
                      <a:pt x="0" y="4"/>
                      <a:pt x="1" y="4"/>
                      <a:pt x="1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4" name="Freeform 102">
                <a:extLst>
                  <a:ext uri="{FF2B5EF4-FFF2-40B4-BE49-F238E27FC236}">
                    <a16:creationId xmlns:a16="http://schemas.microsoft.com/office/drawing/2014/main" id="{95F61778-D5E7-4B11-88A2-811093F9E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897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50 h 4"/>
                  <a:gd name="T4" fmla="*/ 63 w 4"/>
                  <a:gd name="T5" fmla="*/ 33 h 4"/>
                  <a:gd name="T6" fmla="*/ 33 w 4"/>
                  <a:gd name="T7" fmla="*/ 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3" y="3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5" name="Freeform 103">
                <a:extLst>
                  <a:ext uri="{FF2B5EF4-FFF2-40B4-BE49-F238E27FC236}">
                    <a16:creationId xmlns:a16="http://schemas.microsoft.com/office/drawing/2014/main" id="{56D657FA-8AC8-44DC-BA96-0561CDC9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921"/>
                <a:ext cx="18" cy="21"/>
              </a:xfrm>
              <a:custGeom>
                <a:avLst/>
                <a:gdLst>
                  <a:gd name="T0" fmla="*/ 33 w 7"/>
                  <a:gd name="T1" fmla="*/ 110 h 8"/>
                  <a:gd name="T2" fmla="*/ 54 w 7"/>
                  <a:gd name="T3" fmla="*/ 0 h 8"/>
                  <a:gd name="T4" fmla="*/ 118 w 7"/>
                  <a:gd name="T5" fmla="*/ 34 h 8"/>
                  <a:gd name="T6" fmla="*/ 54 w 7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6"/>
                    </a:moveTo>
                    <a:cubicBezTo>
                      <a:pt x="1" y="4"/>
                      <a:pt x="0" y="1"/>
                      <a:pt x="3" y="0"/>
                    </a:cubicBezTo>
                    <a:cubicBezTo>
                      <a:pt x="3" y="1"/>
                      <a:pt x="5" y="2"/>
                      <a:pt x="7" y="2"/>
                    </a:cubicBezTo>
                    <a:cubicBezTo>
                      <a:pt x="7" y="5"/>
                      <a:pt x="4" y="6"/>
                      <a:pt x="3" y="8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6" name="Oval 104">
                <a:extLst>
                  <a:ext uri="{FF2B5EF4-FFF2-40B4-BE49-F238E27FC236}">
                    <a16:creationId xmlns:a16="http://schemas.microsoft.com/office/drawing/2014/main" id="{B49AFB04-BC76-4A8F-84A2-7828094B3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1950"/>
                <a:ext cx="8" cy="11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27" name="Oval 105">
                <a:extLst>
                  <a:ext uri="{FF2B5EF4-FFF2-40B4-BE49-F238E27FC236}">
                    <a16:creationId xmlns:a16="http://schemas.microsoft.com/office/drawing/2014/main" id="{1DF18335-CBCE-420D-B013-86ED70E1A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1971"/>
                <a:ext cx="7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28" name="Freeform 106">
                <a:extLst>
                  <a:ext uri="{FF2B5EF4-FFF2-40B4-BE49-F238E27FC236}">
                    <a16:creationId xmlns:a16="http://schemas.microsoft.com/office/drawing/2014/main" id="{A8FC8C4E-35D0-4A1F-952F-C7DF0D194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1987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21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3"/>
                      <a:pt x="3" y="1"/>
                    </a:cubicBezTo>
                    <a:cubicBezTo>
                      <a:pt x="3" y="1"/>
                      <a:pt x="1" y="0"/>
                      <a:pt x="2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9" name="Freeform 107">
                <a:extLst>
                  <a:ext uri="{FF2B5EF4-FFF2-40B4-BE49-F238E27FC236}">
                    <a16:creationId xmlns:a16="http://schemas.microsoft.com/office/drawing/2014/main" id="{3914E93D-6D0D-45FF-928F-ED19C393C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993"/>
                <a:ext cx="15" cy="18"/>
              </a:xfrm>
              <a:custGeom>
                <a:avLst/>
                <a:gdLst>
                  <a:gd name="T0" fmla="*/ 20 w 6"/>
                  <a:gd name="T1" fmla="*/ 54 h 7"/>
                  <a:gd name="T2" fmla="*/ 95 w 6"/>
                  <a:gd name="T3" fmla="*/ 85 h 7"/>
                  <a:gd name="T4" fmla="*/ 0 w 6"/>
                  <a:gd name="T5" fmla="*/ 67 h 7"/>
                  <a:gd name="T6" fmla="*/ 20 w 6"/>
                  <a:gd name="T7" fmla="*/ 5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3" y="0"/>
                      <a:pt x="5" y="3"/>
                      <a:pt x="6" y="5"/>
                    </a:cubicBezTo>
                    <a:cubicBezTo>
                      <a:pt x="3" y="7"/>
                      <a:pt x="2" y="5"/>
                      <a:pt x="0" y="4"/>
                    </a:cubicBezTo>
                    <a:cubicBezTo>
                      <a:pt x="0" y="3"/>
                      <a:pt x="0" y="4"/>
                      <a:pt x="1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0" name="Freeform 108">
                <a:extLst>
                  <a:ext uri="{FF2B5EF4-FFF2-40B4-BE49-F238E27FC236}">
                    <a16:creationId xmlns:a16="http://schemas.microsoft.com/office/drawing/2014/main" id="{384DBE92-E368-41DD-B2CF-6C47B92C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966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56 h 3"/>
                  <a:gd name="T4" fmla="*/ 63 w 4"/>
                  <a:gd name="T5" fmla="*/ 35 h 3"/>
                  <a:gd name="T6" fmla="*/ 33 w 4"/>
                  <a:gd name="T7" fmla="*/ 0 h 3"/>
                  <a:gd name="T8" fmla="*/ 3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1" name="Freeform 109">
                <a:extLst>
                  <a:ext uri="{FF2B5EF4-FFF2-40B4-BE49-F238E27FC236}">
                    <a16:creationId xmlns:a16="http://schemas.microsoft.com/office/drawing/2014/main" id="{F2333E7F-B1AE-4994-9A08-8F0469AA1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987"/>
                <a:ext cx="18" cy="22"/>
              </a:xfrm>
              <a:custGeom>
                <a:avLst/>
                <a:gdLst>
                  <a:gd name="T0" fmla="*/ 33 w 7"/>
                  <a:gd name="T1" fmla="*/ 129 h 8"/>
                  <a:gd name="T2" fmla="*/ 33 w 7"/>
                  <a:gd name="T3" fmla="*/ 0 h 8"/>
                  <a:gd name="T4" fmla="*/ 100 w 7"/>
                  <a:gd name="T5" fmla="*/ 61 h 8"/>
                  <a:gd name="T6" fmla="*/ 33 w 7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6"/>
                    </a:moveTo>
                    <a:cubicBezTo>
                      <a:pt x="0" y="5"/>
                      <a:pt x="0" y="2"/>
                      <a:pt x="2" y="0"/>
                    </a:cubicBezTo>
                    <a:cubicBezTo>
                      <a:pt x="3" y="2"/>
                      <a:pt x="4" y="3"/>
                      <a:pt x="6" y="3"/>
                    </a:cubicBezTo>
                    <a:cubicBezTo>
                      <a:pt x="7" y="6"/>
                      <a:pt x="4" y="7"/>
                      <a:pt x="2" y="8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2" name="Freeform 110">
                <a:extLst>
                  <a:ext uri="{FF2B5EF4-FFF2-40B4-BE49-F238E27FC236}">
                    <a16:creationId xmlns:a16="http://schemas.microsoft.com/office/drawing/2014/main" id="{D79D1B2F-CB9D-4A4B-9BFD-11D9BA342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910"/>
                <a:ext cx="8" cy="16"/>
              </a:xfrm>
              <a:custGeom>
                <a:avLst/>
                <a:gdLst>
                  <a:gd name="T0" fmla="*/ 21 w 3"/>
                  <a:gd name="T1" fmla="*/ 56 h 6"/>
                  <a:gd name="T2" fmla="*/ 0 w 3"/>
                  <a:gd name="T3" fmla="*/ 21 h 6"/>
                  <a:gd name="T4" fmla="*/ 0 w 3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3" y="0"/>
                      <a:pt x="3" y="6"/>
                      <a:pt x="0" y="5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3" name="Freeform 111">
                <a:extLst>
                  <a:ext uri="{FF2B5EF4-FFF2-40B4-BE49-F238E27FC236}">
                    <a16:creationId xmlns:a16="http://schemas.microsoft.com/office/drawing/2014/main" id="{B2104932-CD74-4AF6-9B5C-D232CA368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905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27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4" name="Oval 112">
                <a:extLst>
                  <a:ext uri="{FF2B5EF4-FFF2-40B4-BE49-F238E27FC236}">
                    <a16:creationId xmlns:a16="http://schemas.microsoft.com/office/drawing/2014/main" id="{886D931D-3845-4B52-98C4-98261B54B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1862"/>
                <a:ext cx="8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35" name="Freeform 113">
                <a:extLst>
                  <a:ext uri="{FF2B5EF4-FFF2-40B4-BE49-F238E27FC236}">
                    <a16:creationId xmlns:a16="http://schemas.microsoft.com/office/drawing/2014/main" id="{6ED8F376-30B3-4411-BC44-C0192050E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838"/>
                <a:ext cx="17" cy="21"/>
              </a:xfrm>
              <a:custGeom>
                <a:avLst/>
                <a:gdLst>
                  <a:gd name="T0" fmla="*/ 29 w 7"/>
                  <a:gd name="T1" fmla="*/ 76 h 8"/>
                  <a:gd name="T2" fmla="*/ 100 w 7"/>
                  <a:gd name="T3" fmla="*/ 110 h 8"/>
                  <a:gd name="T4" fmla="*/ 12 w 7"/>
                  <a:gd name="T5" fmla="*/ 89 h 8"/>
                  <a:gd name="T6" fmla="*/ 12 w 7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4"/>
                    </a:moveTo>
                    <a:cubicBezTo>
                      <a:pt x="4" y="0"/>
                      <a:pt x="6" y="4"/>
                      <a:pt x="7" y="6"/>
                    </a:cubicBezTo>
                    <a:cubicBezTo>
                      <a:pt x="4" y="8"/>
                      <a:pt x="3" y="6"/>
                      <a:pt x="1" y="5"/>
                    </a:cubicBezTo>
                    <a:cubicBezTo>
                      <a:pt x="0" y="4"/>
                      <a:pt x="1" y="5"/>
                      <a:pt x="1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6" name="Freeform 114">
                <a:extLst>
                  <a:ext uri="{FF2B5EF4-FFF2-40B4-BE49-F238E27FC236}">
                    <a16:creationId xmlns:a16="http://schemas.microsoft.com/office/drawing/2014/main" id="{6B83C592-3575-43BF-8D55-56DD6A9E0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857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56 h 3"/>
                  <a:gd name="T4" fmla="*/ 63 w 4"/>
                  <a:gd name="T5" fmla="*/ 35 h 3"/>
                  <a:gd name="T6" fmla="*/ 33 w 4"/>
                  <a:gd name="T7" fmla="*/ 0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7" name="Freeform 115">
                <a:extLst>
                  <a:ext uri="{FF2B5EF4-FFF2-40B4-BE49-F238E27FC236}">
                    <a16:creationId xmlns:a16="http://schemas.microsoft.com/office/drawing/2014/main" id="{D5B24496-BB0F-47E8-9BAB-A69FB367C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86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8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8" name="Oval 116">
                <a:extLst>
                  <a:ext uri="{FF2B5EF4-FFF2-40B4-BE49-F238E27FC236}">
                    <a16:creationId xmlns:a16="http://schemas.microsoft.com/office/drawing/2014/main" id="{3CA1AB85-07D4-4AB7-BA04-7114AEAD6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3" y="1819"/>
                <a:ext cx="10" cy="8"/>
              </a:xfrm>
              <a:prstGeom prst="ellipse">
                <a:avLst/>
              </a:pr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1539" name="Freeform 117">
                <a:extLst>
                  <a:ext uri="{FF2B5EF4-FFF2-40B4-BE49-F238E27FC236}">
                    <a16:creationId xmlns:a16="http://schemas.microsoft.com/office/drawing/2014/main" id="{5FA30B3D-F114-4899-AA53-0C86D0104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795"/>
                <a:ext cx="15" cy="22"/>
              </a:xfrm>
              <a:custGeom>
                <a:avLst/>
                <a:gdLst>
                  <a:gd name="T0" fmla="*/ 33 w 6"/>
                  <a:gd name="T1" fmla="*/ 83 h 8"/>
                  <a:gd name="T2" fmla="*/ 95 w 6"/>
                  <a:gd name="T3" fmla="*/ 129 h 8"/>
                  <a:gd name="T4" fmla="*/ 0 w 6"/>
                  <a:gd name="T5" fmla="*/ 107 h 8"/>
                  <a:gd name="T6" fmla="*/ 20 w 6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4"/>
                    </a:moveTo>
                    <a:cubicBezTo>
                      <a:pt x="3" y="0"/>
                      <a:pt x="5" y="4"/>
                      <a:pt x="6" y="6"/>
                    </a:cubicBezTo>
                    <a:cubicBezTo>
                      <a:pt x="4" y="8"/>
                      <a:pt x="2" y="6"/>
                      <a:pt x="0" y="5"/>
                    </a:cubicBezTo>
                    <a:cubicBezTo>
                      <a:pt x="0" y="4"/>
                      <a:pt x="1" y="4"/>
                      <a:pt x="1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0" name="Freeform 118">
                <a:extLst>
                  <a:ext uri="{FF2B5EF4-FFF2-40B4-BE49-F238E27FC236}">
                    <a16:creationId xmlns:a16="http://schemas.microsoft.com/office/drawing/2014/main" id="{A5BC0A6E-8456-4D9C-A863-86D4FF4F3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1782"/>
                <a:ext cx="15" cy="21"/>
              </a:xfrm>
              <a:custGeom>
                <a:avLst/>
                <a:gdLst>
                  <a:gd name="T0" fmla="*/ 20 w 6"/>
                  <a:gd name="T1" fmla="*/ 76 h 8"/>
                  <a:gd name="T2" fmla="*/ 95 w 6"/>
                  <a:gd name="T3" fmla="*/ 89 h 8"/>
                  <a:gd name="T4" fmla="*/ 0 w 6"/>
                  <a:gd name="T5" fmla="*/ 76 h 8"/>
                  <a:gd name="T6" fmla="*/ 20 w 6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4"/>
                    </a:moveTo>
                    <a:cubicBezTo>
                      <a:pt x="3" y="0"/>
                      <a:pt x="5" y="3"/>
                      <a:pt x="6" y="5"/>
                    </a:cubicBezTo>
                    <a:cubicBezTo>
                      <a:pt x="3" y="8"/>
                      <a:pt x="2" y="5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1" name="Freeform 119">
                <a:extLst>
                  <a:ext uri="{FF2B5EF4-FFF2-40B4-BE49-F238E27FC236}">
                    <a16:creationId xmlns:a16="http://schemas.microsoft.com/office/drawing/2014/main" id="{12F7AA7A-21DB-44BD-98AC-79EE07A68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814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56 h 3"/>
                  <a:gd name="T4" fmla="*/ 63 w 4"/>
                  <a:gd name="T5" fmla="*/ 21 h 3"/>
                  <a:gd name="T6" fmla="*/ 33 w 4"/>
                  <a:gd name="T7" fmla="*/ 0 h 3"/>
                  <a:gd name="T8" fmla="*/ 3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1" y="2"/>
                      <a:pt x="0" y="3"/>
                    </a:cubicBezTo>
                    <a:cubicBezTo>
                      <a:pt x="2" y="3"/>
                      <a:pt x="3" y="3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2" name="Freeform 120">
                <a:extLst>
                  <a:ext uri="{FF2B5EF4-FFF2-40B4-BE49-F238E27FC236}">
                    <a16:creationId xmlns:a16="http://schemas.microsoft.com/office/drawing/2014/main" id="{1D31FF3A-9BAE-4BE5-A8D4-E9F62E39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82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33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3" name="Freeform 121">
                <a:extLst>
                  <a:ext uri="{FF2B5EF4-FFF2-40B4-BE49-F238E27FC236}">
                    <a16:creationId xmlns:a16="http://schemas.microsoft.com/office/drawing/2014/main" id="{28D57B2E-D4F7-43C0-9477-DE93F55B7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779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54 h 2"/>
                  <a:gd name="T4" fmla="*/ 33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4" name="Freeform 122">
                <a:extLst>
                  <a:ext uri="{FF2B5EF4-FFF2-40B4-BE49-F238E27FC236}">
                    <a16:creationId xmlns:a16="http://schemas.microsoft.com/office/drawing/2014/main" id="{6FAC3AF6-8D22-475C-8E05-FFF0D8B4E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819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8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5" name="Freeform 123">
                <a:extLst>
                  <a:ext uri="{FF2B5EF4-FFF2-40B4-BE49-F238E27FC236}">
                    <a16:creationId xmlns:a16="http://schemas.microsoft.com/office/drawing/2014/main" id="{EC82D3A0-3178-41FB-8B55-52EFE4098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851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6" name="Freeform 124">
                <a:extLst>
                  <a:ext uri="{FF2B5EF4-FFF2-40B4-BE49-F238E27FC236}">
                    <a16:creationId xmlns:a16="http://schemas.microsoft.com/office/drawing/2014/main" id="{294F076E-E6C5-47B8-8B05-E2B838BA9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939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7" name="Freeform 125">
                <a:extLst>
                  <a:ext uri="{FF2B5EF4-FFF2-40B4-BE49-F238E27FC236}">
                    <a16:creationId xmlns:a16="http://schemas.microsoft.com/office/drawing/2014/main" id="{EFA84E58-2031-4F6B-B681-697CD2752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894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55 w 5"/>
                  <a:gd name="T3" fmla="*/ 61 h 4"/>
                  <a:gd name="T4" fmla="*/ 21 w 5"/>
                  <a:gd name="T5" fmla="*/ 22 h 4"/>
                  <a:gd name="T6" fmla="*/ 21 w 5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0" y="4"/>
                      <a:pt x="3" y="3"/>
                    </a:cubicBezTo>
                    <a:cubicBezTo>
                      <a:pt x="5" y="2"/>
                      <a:pt x="4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8" name="Freeform 126">
                <a:extLst>
                  <a:ext uri="{FF2B5EF4-FFF2-40B4-BE49-F238E27FC236}">
                    <a16:creationId xmlns:a16="http://schemas.microsoft.com/office/drawing/2014/main" id="{97A63FFD-E09C-4B3D-849D-BB37FC5FD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902"/>
                <a:ext cx="20" cy="13"/>
              </a:xfrm>
              <a:custGeom>
                <a:avLst/>
                <a:gdLst>
                  <a:gd name="T0" fmla="*/ 113 w 8"/>
                  <a:gd name="T1" fmla="*/ 0 h 5"/>
                  <a:gd name="T2" fmla="*/ 0 w 8"/>
                  <a:gd name="T3" fmla="*/ 68 h 5"/>
                  <a:gd name="T4" fmla="*/ 125 w 8"/>
                  <a:gd name="T5" fmla="*/ 55 h 5"/>
                  <a:gd name="T6" fmla="*/ 83 w 8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4" y="1"/>
                      <a:pt x="1" y="1"/>
                      <a:pt x="0" y="4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8" y="1"/>
                      <a:pt x="6" y="1"/>
                      <a:pt x="5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9" name="Freeform 127">
                <a:extLst>
                  <a:ext uri="{FF2B5EF4-FFF2-40B4-BE49-F238E27FC236}">
                    <a16:creationId xmlns:a16="http://schemas.microsoft.com/office/drawing/2014/main" id="{4D6DAD22-862B-44D5-8571-71B3AA5DF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894"/>
                <a:ext cx="12" cy="8"/>
              </a:xfrm>
              <a:custGeom>
                <a:avLst/>
                <a:gdLst>
                  <a:gd name="T0" fmla="*/ 0 w 5"/>
                  <a:gd name="T1" fmla="*/ 21 h 3"/>
                  <a:gd name="T2" fmla="*/ 12 w 5"/>
                  <a:gd name="T3" fmla="*/ 56 h 3"/>
                  <a:gd name="T4" fmla="*/ 70 w 5"/>
                  <a:gd name="T5" fmla="*/ 21 h 3"/>
                  <a:gd name="T6" fmla="*/ 0 w 5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0" name="Freeform 128">
                <a:extLst>
                  <a:ext uri="{FF2B5EF4-FFF2-40B4-BE49-F238E27FC236}">
                    <a16:creationId xmlns:a16="http://schemas.microsoft.com/office/drawing/2014/main" id="{401A36DB-8E96-46C4-B531-A4FB03A1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966"/>
                <a:ext cx="12" cy="11"/>
              </a:xfrm>
              <a:custGeom>
                <a:avLst/>
                <a:gdLst>
                  <a:gd name="T0" fmla="*/ 29 w 5"/>
                  <a:gd name="T1" fmla="*/ 0 h 4"/>
                  <a:gd name="T2" fmla="*/ 0 w 5"/>
                  <a:gd name="T3" fmla="*/ 83 h 4"/>
                  <a:gd name="T4" fmla="*/ 70 w 5"/>
                  <a:gd name="T5" fmla="*/ 61 h 4"/>
                  <a:gd name="T6" fmla="*/ 41 w 5"/>
                  <a:gd name="T7" fmla="*/ 0 h 4"/>
                  <a:gd name="T8" fmla="*/ 4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1" y="4"/>
                      <a:pt x="3" y="4"/>
                      <a:pt x="5" y="3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1" name="Freeform 129">
                <a:extLst>
                  <a:ext uri="{FF2B5EF4-FFF2-40B4-BE49-F238E27FC236}">
                    <a16:creationId xmlns:a16="http://schemas.microsoft.com/office/drawing/2014/main" id="{E244A53E-2C5A-4477-8431-4578D4B13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974"/>
                <a:ext cx="25" cy="16"/>
              </a:xfrm>
              <a:custGeom>
                <a:avLst/>
                <a:gdLst>
                  <a:gd name="T0" fmla="*/ 63 w 10"/>
                  <a:gd name="T1" fmla="*/ 93 h 6"/>
                  <a:gd name="T2" fmla="*/ 95 w 10"/>
                  <a:gd name="T3" fmla="*/ 115 h 6"/>
                  <a:gd name="T4" fmla="*/ 63 w 10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5"/>
                    </a:moveTo>
                    <a:cubicBezTo>
                      <a:pt x="0" y="0"/>
                      <a:pt x="10" y="3"/>
                      <a:pt x="6" y="6"/>
                    </a:cubicBezTo>
                    <a:cubicBezTo>
                      <a:pt x="5" y="6"/>
                      <a:pt x="4" y="5"/>
                      <a:pt x="4" y="5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2" name="Freeform 130">
                <a:extLst>
                  <a:ext uri="{FF2B5EF4-FFF2-40B4-BE49-F238E27FC236}">
                    <a16:creationId xmlns:a16="http://schemas.microsoft.com/office/drawing/2014/main" id="{394A0927-C569-4954-90E7-7EFB6F465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974"/>
                <a:ext cx="17" cy="19"/>
              </a:xfrm>
              <a:custGeom>
                <a:avLst/>
                <a:gdLst>
                  <a:gd name="T0" fmla="*/ 41 w 7"/>
                  <a:gd name="T1" fmla="*/ 0 h 7"/>
                  <a:gd name="T2" fmla="*/ 100 w 7"/>
                  <a:gd name="T3" fmla="*/ 22 h 7"/>
                  <a:gd name="T4" fmla="*/ 58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0" y="7"/>
                      <a:pt x="7" y="5"/>
                      <a:pt x="7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3" name="Freeform 131">
                <a:extLst>
                  <a:ext uri="{FF2B5EF4-FFF2-40B4-BE49-F238E27FC236}">
                    <a16:creationId xmlns:a16="http://schemas.microsoft.com/office/drawing/2014/main" id="{32F6930F-2CEA-48A8-9839-8AE2A5A99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95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54 h 2"/>
                  <a:gd name="T4" fmla="*/ 33 w 2"/>
                  <a:gd name="T5" fmla="*/ 0 h 2"/>
                  <a:gd name="T6" fmla="*/ 20 w 2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4" name="Freeform 132">
                <a:extLst>
                  <a:ext uri="{FF2B5EF4-FFF2-40B4-BE49-F238E27FC236}">
                    <a16:creationId xmlns:a16="http://schemas.microsoft.com/office/drawing/2014/main" id="{B2A1A52A-75C2-41DF-B615-12F94DFB9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945"/>
                <a:ext cx="8" cy="5"/>
              </a:xfrm>
              <a:custGeom>
                <a:avLst/>
                <a:gdLst>
                  <a:gd name="T0" fmla="*/ 56 w 3"/>
                  <a:gd name="T1" fmla="*/ 0 h 2"/>
                  <a:gd name="T2" fmla="*/ 21 w 3"/>
                  <a:gd name="T3" fmla="*/ 20 h 2"/>
                  <a:gd name="T4" fmla="*/ 0 w 3"/>
                  <a:gd name="T5" fmla="*/ 0 h 2"/>
                  <a:gd name="T6" fmla="*/ 35 w 3"/>
                  <a:gd name="T7" fmla="*/ 33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2" y="0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5" name="Freeform 133">
                <a:extLst>
                  <a:ext uri="{FF2B5EF4-FFF2-40B4-BE49-F238E27FC236}">
                    <a16:creationId xmlns:a16="http://schemas.microsoft.com/office/drawing/2014/main" id="{AC426DA3-374E-4985-BE3B-461BA55F1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926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33 w 2"/>
                  <a:gd name="T3" fmla="*/ 35 h 3"/>
                  <a:gd name="T4" fmla="*/ 20 w 2"/>
                  <a:gd name="T5" fmla="*/ 0 h 3"/>
                  <a:gd name="T6" fmla="*/ 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6" name="Freeform 134">
                <a:extLst>
                  <a:ext uri="{FF2B5EF4-FFF2-40B4-BE49-F238E27FC236}">
                    <a16:creationId xmlns:a16="http://schemas.microsoft.com/office/drawing/2014/main" id="{C42E9DE8-93AD-4BA5-B798-2724D2E5B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1918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8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7" name="Freeform 135">
                <a:extLst>
                  <a:ext uri="{FF2B5EF4-FFF2-40B4-BE49-F238E27FC236}">
                    <a16:creationId xmlns:a16="http://schemas.microsoft.com/office/drawing/2014/main" id="{1FDA0F71-7126-4B9A-8346-8504A1303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1854"/>
                <a:ext cx="12" cy="11"/>
              </a:xfrm>
              <a:custGeom>
                <a:avLst/>
                <a:gdLst>
                  <a:gd name="T0" fmla="*/ 58 w 5"/>
                  <a:gd name="T1" fmla="*/ 0 h 4"/>
                  <a:gd name="T2" fmla="*/ 12 w 5"/>
                  <a:gd name="T3" fmla="*/ 61 h 4"/>
                  <a:gd name="T4" fmla="*/ 58 w 5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4" y="4"/>
                      <a:pt x="5" y="2"/>
                      <a:pt x="4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8" name="Freeform 136">
                <a:extLst>
                  <a:ext uri="{FF2B5EF4-FFF2-40B4-BE49-F238E27FC236}">
                    <a16:creationId xmlns:a16="http://schemas.microsoft.com/office/drawing/2014/main" id="{A1116425-62E1-47DF-802C-93309DE24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862"/>
                <a:ext cx="12" cy="24"/>
              </a:xfrm>
              <a:custGeom>
                <a:avLst/>
                <a:gdLst>
                  <a:gd name="T0" fmla="*/ 29 w 5"/>
                  <a:gd name="T1" fmla="*/ 77 h 9"/>
                  <a:gd name="T2" fmla="*/ 0 w 5"/>
                  <a:gd name="T3" fmla="*/ 171 h 9"/>
                  <a:gd name="T4" fmla="*/ 70 w 5"/>
                  <a:gd name="T5" fmla="*/ 171 h 9"/>
                  <a:gd name="T6" fmla="*/ 12 w 5"/>
                  <a:gd name="T7" fmla="*/ 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1" y="5"/>
                      <a:pt x="0" y="7"/>
                      <a:pt x="0" y="9"/>
                    </a:cubicBezTo>
                    <a:cubicBezTo>
                      <a:pt x="2" y="9"/>
                      <a:pt x="3" y="9"/>
                      <a:pt x="5" y="9"/>
                    </a:cubicBezTo>
                    <a:cubicBezTo>
                      <a:pt x="5" y="6"/>
                      <a:pt x="2" y="0"/>
                      <a:pt x="1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9" name="Freeform 137">
                <a:extLst>
                  <a:ext uri="{FF2B5EF4-FFF2-40B4-BE49-F238E27FC236}">
                    <a16:creationId xmlns:a16="http://schemas.microsoft.com/office/drawing/2014/main" id="{0A6586D6-9EA7-4D58-81AA-ED404CFBE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78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8 w 1"/>
                  <a:gd name="T5" fmla="*/ 33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0" name="Freeform 138">
                <a:extLst>
                  <a:ext uri="{FF2B5EF4-FFF2-40B4-BE49-F238E27FC236}">
                    <a16:creationId xmlns:a16="http://schemas.microsoft.com/office/drawing/2014/main" id="{099A6C1F-9EC7-415E-8DD3-59266C20C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70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0 w 4"/>
                  <a:gd name="T3" fmla="*/ 55 h 5"/>
                  <a:gd name="T4" fmla="*/ 20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5"/>
                      <a:pt x="4" y="0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1" name="Freeform 139">
                <a:extLst>
                  <a:ext uri="{FF2B5EF4-FFF2-40B4-BE49-F238E27FC236}">
                    <a16:creationId xmlns:a16="http://schemas.microsoft.com/office/drawing/2014/main" id="{1B134F9C-BCBF-406C-A0CF-04303172E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678"/>
                <a:ext cx="10" cy="11"/>
              </a:xfrm>
              <a:custGeom>
                <a:avLst/>
                <a:gdLst>
                  <a:gd name="T0" fmla="*/ 50 w 4"/>
                  <a:gd name="T1" fmla="*/ 0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3" y="4"/>
                      <a:pt x="4" y="3"/>
                      <a:pt x="3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2" name="Freeform 140">
                <a:extLst>
                  <a:ext uri="{FF2B5EF4-FFF2-40B4-BE49-F238E27FC236}">
                    <a16:creationId xmlns:a16="http://schemas.microsoft.com/office/drawing/2014/main" id="{19F32FD5-B1EE-4CD1-9F2B-81B2618A0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657"/>
                <a:ext cx="17" cy="16"/>
              </a:xfrm>
              <a:custGeom>
                <a:avLst/>
                <a:gdLst>
                  <a:gd name="T0" fmla="*/ 70 w 7"/>
                  <a:gd name="T1" fmla="*/ 0 h 6"/>
                  <a:gd name="T2" fmla="*/ 58 w 7"/>
                  <a:gd name="T3" fmla="*/ 115 h 6"/>
                  <a:gd name="T4" fmla="*/ 87 w 7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2" y="1"/>
                      <a:pt x="0" y="6"/>
                      <a:pt x="4" y="6"/>
                    </a:cubicBezTo>
                    <a:cubicBezTo>
                      <a:pt x="7" y="6"/>
                      <a:pt x="7" y="3"/>
                      <a:pt x="6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3" name="Freeform 141">
                <a:extLst>
                  <a:ext uri="{FF2B5EF4-FFF2-40B4-BE49-F238E27FC236}">
                    <a16:creationId xmlns:a16="http://schemas.microsoft.com/office/drawing/2014/main" id="{02F44C77-9EE9-4A28-B552-195B34060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635"/>
                <a:ext cx="17" cy="19"/>
              </a:xfrm>
              <a:custGeom>
                <a:avLst/>
                <a:gdLst>
                  <a:gd name="T0" fmla="*/ 100 w 7"/>
                  <a:gd name="T1" fmla="*/ 0 h 7"/>
                  <a:gd name="T2" fmla="*/ 100 w 7"/>
                  <a:gd name="T3" fmla="*/ 6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0" y="0"/>
                      <a:pt x="7" y="7"/>
                      <a:pt x="7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4" name="Freeform 142">
                <a:extLst>
                  <a:ext uri="{FF2B5EF4-FFF2-40B4-BE49-F238E27FC236}">
                    <a16:creationId xmlns:a16="http://schemas.microsoft.com/office/drawing/2014/main" id="{34FF94B6-A00B-4798-ABA0-DA595A201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646"/>
                <a:ext cx="5" cy="11"/>
              </a:xfrm>
              <a:custGeom>
                <a:avLst/>
                <a:gdLst>
                  <a:gd name="T0" fmla="*/ 20 w 2"/>
                  <a:gd name="T1" fmla="*/ 47 h 4"/>
                  <a:gd name="T2" fmla="*/ 0 w 2"/>
                  <a:gd name="T3" fmla="*/ 83 h 4"/>
                  <a:gd name="T4" fmla="*/ 33 w 2"/>
                  <a:gd name="T5" fmla="*/ 22 h 4"/>
                  <a:gd name="T6" fmla="*/ 0 w 2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5" name="Freeform 143">
                <a:extLst>
                  <a:ext uri="{FF2B5EF4-FFF2-40B4-BE49-F238E27FC236}">
                    <a16:creationId xmlns:a16="http://schemas.microsoft.com/office/drawing/2014/main" id="{3EC2D995-1E88-4117-AE73-FC5FF0B7A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67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12 w 3"/>
                  <a:gd name="T3" fmla="*/ 56 h 3"/>
                  <a:gd name="T4" fmla="*/ 28 w 3"/>
                  <a:gd name="T5" fmla="*/ 0 h 3"/>
                  <a:gd name="T6" fmla="*/ 12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1"/>
                      <a:pt x="1" y="3"/>
                    </a:cubicBezTo>
                    <a:cubicBezTo>
                      <a:pt x="2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6" name="Freeform 144">
                <a:extLst>
                  <a:ext uri="{FF2B5EF4-FFF2-40B4-BE49-F238E27FC236}">
                    <a16:creationId xmlns:a16="http://schemas.microsoft.com/office/drawing/2014/main" id="{C40E28CC-FEF5-4235-BF51-D58A373F3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691"/>
                <a:ext cx="12" cy="11"/>
              </a:xfrm>
              <a:custGeom>
                <a:avLst/>
                <a:gdLst>
                  <a:gd name="T0" fmla="*/ 41 w 5"/>
                  <a:gd name="T1" fmla="*/ 0 h 4"/>
                  <a:gd name="T2" fmla="*/ 0 w 5"/>
                  <a:gd name="T3" fmla="*/ 47 h 4"/>
                  <a:gd name="T4" fmla="*/ 29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2" y="4"/>
                      <a:pt x="5" y="1"/>
                      <a:pt x="2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7" name="Freeform 145">
                <a:extLst>
                  <a:ext uri="{FF2B5EF4-FFF2-40B4-BE49-F238E27FC236}">
                    <a16:creationId xmlns:a16="http://schemas.microsoft.com/office/drawing/2014/main" id="{8BDF6693-3231-42E1-982A-86E9F78A8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595"/>
                <a:ext cx="12" cy="14"/>
              </a:xfrm>
              <a:custGeom>
                <a:avLst/>
                <a:gdLst>
                  <a:gd name="T0" fmla="*/ 29 w 5"/>
                  <a:gd name="T1" fmla="*/ 48 h 5"/>
                  <a:gd name="T2" fmla="*/ 0 w 5"/>
                  <a:gd name="T3" fmla="*/ 87 h 5"/>
                  <a:gd name="T4" fmla="*/ 29 w 5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4" y="5"/>
                      <a:pt x="5" y="0"/>
                      <a:pt x="2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8" name="Freeform 146">
                <a:extLst>
                  <a:ext uri="{FF2B5EF4-FFF2-40B4-BE49-F238E27FC236}">
                    <a16:creationId xmlns:a16="http://schemas.microsoft.com/office/drawing/2014/main" id="{E3443261-4F79-4053-AF93-A17A73402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553"/>
                <a:ext cx="18" cy="13"/>
              </a:xfrm>
              <a:custGeom>
                <a:avLst/>
                <a:gdLst>
                  <a:gd name="T0" fmla="*/ 85 w 7"/>
                  <a:gd name="T1" fmla="*/ 0 h 5"/>
                  <a:gd name="T2" fmla="*/ 67 w 7"/>
                  <a:gd name="T3" fmla="*/ 88 h 5"/>
                  <a:gd name="T4" fmla="*/ 85 w 7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2" y="1"/>
                      <a:pt x="0" y="5"/>
                      <a:pt x="4" y="5"/>
                    </a:cubicBezTo>
                    <a:cubicBezTo>
                      <a:pt x="6" y="5"/>
                      <a:pt x="7" y="3"/>
                      <a:pt x="5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9" name="Freeform 147">
                <a:extLst>
                  <a:ext uri="{FF2B5EF4-FFF2-40B4-BE49-F238E27FC236}">
                    <a16:creationId xmlns:a16="http://schemas.microsoft.com/office/drawing/2014/main" id="{89C04883-5C54-4AAC-9365-9870C96A5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54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56 h 3"/>
                  <a:gd name="T4" fmla="*/ 33 w 2"/>
                  <a:gd name="T5" fmla="*/ 21 h 3"/>
                  <a:gd name="T6" fmla="*/ 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0" name="Freeform 148">
                <a:extLst>
                  <a:ext uri="{FF2B5EF4-FFF2-40B4-BE49-F238E27FC236}">
                    <a16:creationId xmlns:a16="http://schemas.microsoft.com/office/drawing/2014/main" id="{DA4D7612-8004-49EE-B402-02E4F942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571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33 w 2"/>
                  <a:gd name="T5" fmla="*/ 0 h 3"/>
                  <a:gd name="T6" fmla="*/ 2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1" name="Freeform 149">
                <a:extLst>
                  <a:ext uri="{FF2B5EF4-FFF2-40B4-BE49-F238E27FC236}">
                    <a16:creationId xmlns:a16="http://schemas.microsoft.com/office/drawing/2014/main" id="{FC64D2F7-D195-4444-BCC7-8D2993D02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585"/>
                <a:ext cx="15" cy="10"/>
              </a:xfrm>
              <a:custGeom>
                <a:avLst/>
                <a:gdLst>
                  <a:gd name="T0" fmla="*/ 63 w 6"/>
                  <a:gd name="T1" fmla="*/ 20 h 4"/>
                  <a:gd name="T2" fmla="*/ 0 w 6"/>
                  <a:gd name="T3" fmla="*/ 50 h 4"/>
                  <a:gd name="T4" fmla="*/ 50 w 6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3" y="4"/>
                      <a:pt x="6" y="2"/>
                      <a:pt x="3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2" name="Freeform 150">
                <a:extLst>
                  <a:ext uri="{FF2B5EF4-FFF2-40B4-BE49-F238E27FC236}">
                    <a16:creationId xmlns:a16="http://schemas.microsoft.com/office/drawing/2014/main" id="{70AAEE73-156F-476A-84DA-D4DD6C0FB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747"/>
                <a:ext cx="10" cy="14"/>
              </a:xfrm>
              <a:custGeom>
                <a:avLst/>
                <a:gdLst>
                  <a:gd name="T0" fmla="*/ 20 w 4"/>
                  <a:gd name="T1" fmla="*/ 48 h 5"/>
                  <a:gd name="T2" fmla="*/ 0 w 4"/>
                  <a:gd name="T3" fmla="*/ 109 h 5"/>
                  <a:gd name="T4" fmla="*/ 0 w 4"/>
                  <a:gd name="T5" fmla="*/ 0 h 5"/>
                  <a:gd name="T6" fmla="*/ 20 w 4"/>
                  <a:gd name="T7" fmla="*/ 4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4" y="5"/>
                      <a:pt x="3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solidFill>
                <a:srgbClr val="FFD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3" name="Freeform 151">
                <a:extLst>
                  <a:ext uri="{FF2B5EF4-FFF2-40B4-BE49-F238E27FC236}">
                    <a16:creationId xmlns:a16="http://schemas.microsoft.com/office/drawing/2014/main" id="{65311C4D-FF64-4FAE-ACE8-608A78F0C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758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33 w 2"/>
                  <a:gd name="T5" fmla="*/ 35 h 3"/>
                  <a:gd name="T6" fmla="*/ 20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4" name="Freeform 152">
                <a:extLst>
                  <a:ext uri="{FF2B5EF4-FFF2-40B4-BE49-F238E27FC236}">
                    <a16:creationId xmlns:a16="http://schemas.microsoft.com/office/drawing/2014/main" id="{1E878528-E96D-44EF-80D9-205E8961C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801"/>
                <a:ext cx="22" cy="29"/>
              </a:xfrm>
              <a:custGeom>
                <a:avLst/>
                <a:gdLst>
                  <a:gd name="T0" fmla="*/ 120 w 9"/>
                  <a:gd name="T1" fmla="*/ 55 h 11"/>
                  <a:gd name="T2" fmla="*/ 42 w 9"/>
                  <a:gd name="T3" fmla="*/ 145 h 11"/>
                  <a:gd name="T4" fmla="*/ 120 w 9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8" y="3"/>
                    </a:moveTo>
                    <a:cubicBezTo>
                      <a:pt x="5" y="0"/>
                      <a:pt x="0" y="6"/>
                      <a:pt x="3" y="8"/>
                    </a:cubicBezTo>
                    <a:cubicBezTo>
                      <a:pt x="5" y="11"/>
                      <a:pt x="9" y="6"/>
                      <a:pt x="8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5" name="Freeform 153">
                <a:extLst>
                  <a:ext uri="{FF2B5EF4-FFF2-40B4-BE49-F238E27FC236}">
                    <a16:creationId xmlns:a16="http://schemas.microsoft.com/office/drawing/2014/main" id="{8E2892E3-4E8E-480A-BC43-85DA59066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849"/>
                <a:ext cx="15" cy="18"/>
              </a:xfrm>
              <a:custGeom>
                <a:avLst/>
                <a:gdLst>
                  <a:gd name="T0" fmla="*/ 83 w 6"/>
                  <a:gd name="T1" fmla="*/ 21 h 7"/>
                  <a:gd name="T2" fmla="*/ 0 w 6"/>
                  <a:gd name="T3" fmla="*/ 67 h 7"/>
                  <a:gd name="T4" fmla="*/ 95 w 6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2" y="5"/>
                      <a:pt x="5" y="5"/>
                      <a:pt x="6" y="7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6" name="Freeform 154">
                <a:extLst>
                  <a:ext uri="{FF2B5EF4-FFF2-40B4-BE49-F238E27FC236}">
                    <a16:creationId xmlns:a16="http://schemas.microsoft.com/office/drawing/2014/main" id="{CA56E0A2-8A62-4A2C-B854-763770E10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827"/>
                <a:ext cx="13" cy="14"/>
              </a:xfrm>
              <a:custGeom>
                <a:avLst/>
                <a:gdLst>
                  <a:gd name="T0" fmla="*/ 55 w 5"/>
                  <a:gd name="T1" fmla="*/ 0 h 5"/>
                  <a:gd name="T2" fmla="*/ 88 w 5"/>
                  <a:gd name="T3" fmla="*/ 48 h 5"/>
                  <a:gd name="T4" fmla="*/ 55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3"/>
                      <a:pt x="3" y="5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7" name="Freeform 155">
                <a:extLst>
                  <a:ext uri="{FF2B5EF4-FFF2-40B4-BE49-F238E27FC236}">
                    <a16:creationId xmlns:a16="http://schemas.microsoft.com/office/drawing/2014/main" id="{9170157E-8014-4389-B835-80DE654D7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84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33 w 2"/>
                  <a:gd name="T5" fmla="*/ 0 h 2"/>
                  <a:gd name="T6" fmla="*/ 2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2" y="2"/>
                      <a:pt x="1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8" name="Freeform 156">
                <a:extLst>
                  <a:ext uri="{FF2B5EF4-FFF2-40B4-BE49-F238E27FC236}">
                    <a16:creationId xmlns:a16="http://schemas.microsoft.com/office/drawing/2014/main" id="{16795AC2-B6B8-4398-B3BF-8ABDB8CCD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446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47 h 4"/>
                  <a:gd name="T6" fmla="*/ 33 w 4"/>
                  <a:gd name="T7" fmla="*/ 61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9" name="Freeform 157">
                <a:extLst>
                  <a:ext uri="{FF2B5EF4-FFF2-40B4-BE49-F238E27FC236}">
                    <a16:creationId xmlns:a16="http://schemas.microsoft.com/office/drawing/2014/main" id="{76EFB115-D9A4-48B7-9CF0-3CB58E774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459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50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0" name="Freeform 158">
                <a:extLst>
                  <a:ext uri="{FF2B5EF4-FFF2-40B4-BE49-F238E27FC236}">
                    <a16:creationId xmlns:a16="http://schemas.microsoft.com/office/drawing/2014/main" id="{F14ACC39-CC73-455B-B52E-D29AED0B1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473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56 h 3"/>
                  <a:gd name="T4" fmla="*/ 63 w 4"/>
                  <a:gd name="T5" fmla="*/ 21 h 3"/>
                  <a:gd name="T6" fmla="*/ 33 w 4"/>
                  <a:gd name="T7" fmla="*/ 0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1" name="Freeform 159">
                <a:extLst>
                  <a:ext uri="{FF2B5EF4-FFF2-40B4-BE49-F238E27FC236}">
                    <a16:creationId xmlns:a16="http://schemas.microsoft.com/office/drawing/2014/main" id="{BB042F12-9641-473D-8410-AB55B2F8C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430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50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2" name="Freeform 160">
                <a:extLst>
                  <a:ext uri="{FF2B5EF4-FFF2-40B4-BE49-F238E27FC236}">
                    <a16:creationId xmlns:a16="http://schemas.microsoft.com/office/drawing/2014/main" id="{A0407CE8-90F6-4D9A-A7FB-55B5FDB2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411"/>
                <a:ext cx="15" cy="19"/>
              </a:xfrm>
              <a:custGeom>
                <a:avLst/>
                <a:gdLst>
                  <a:gd name="T0" fmla="*/ 20 w 6"/>
                  <a:gd name="T1" fmla="*/ 81 h 7"/>
                  <a:gd name="T2" fmla="*/ 95 w 6"/>
                  <a:gd name="T3" fmla="*/ 81 h 7"/>
                  <a:gd name="T4" fmla="*/ 0 w 6"/>
                  <a:gd name="T5" fmla="*/ 103 h 7"/>
                  <a:gd name="T6" fmla="*/ 20 w 6"/>
                  <a:gd name="T7" fmla="*/ 8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2" y="0"/>
                      <a:pt x="5" y="3"/>
                      <a:pt x="6" y="4"/>
                    </a:cubicBezTo>
                    <a:cubicBezTo>
                      <a:pt x="4" y="7"/>
                      <a:pt x="2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3" name="Freeform 161">
                <a:extLst>
                  <a:ext uri="{FF2B5EF4-FFF2-40B4-BE49-F238E27FC236}">
                    <a16:creationId xmlns:a16="http://schemas.microsoft.com/office/drawing/2014/main" id="{EB30098A-A37F-4B68-A1FB-F9086777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459"/>
                <a:ext cx="15" cy="16"/>
              </a:xfrm>
              <a:custGeom>
                <a:avLst/>
                <a:gdLst>
                  <a:gd name="T0" fmla="*/ 63 w 6"/>
                  <a:gd name="T1" fmla="*/ 0 h 6"/>
                  <a:gd name="T2" fmla="*/ 0 w 6"/>
                  <a:gd name="T3" fmla="*/ 93 h 6"/>
                  <a:gd name="T4" fmla="*/ 95 w 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1" y="0"/>
                      <a:pt x="0" y="3"/>
                      <a:pt x="0" y="5"/>
                    </a:cubicBezTo>
                    <a:cubicBezTo>
                      <a:pt x="2" y="5"/>
                      <a:pt x="5" y="5"/>
                      <a:pt x="6" y="6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4" name="Freeform 162">
                <a:extLst>
                  <a:ext uri="{FF2B5EF4-FFF2-40B4-BE49-F238E27FC236}">
                    <a16:creationId xmlns:a16="http://schemas.microsoft.com/office/drawing/2014/main" id="{E29FA2BD-573D-4EE0-B2E4-66439B5F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443"/>
                <a:ext cx="15" cy="14"/>
              </a:xfrm>
              <a:custGeom>
                <a:avLst/>
                <a:gdLst>
                  <a:gd name="T0" fmla="*/ 50 w 6"/>
                  <a:gd name="T1" fmla="*/ 0 h 5"/>
                  <a:gd name="T2" fmla="*/ 95 w 6"/>
                  <a:gd name="T3" fmla="*/ 48 h 5"/>
                  <a:gd name="T4" fmla="*/ 5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3"/>
                      <a:pt x="4" y="5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5" name="Freeform 163">
                <a:extLst>
                  <a:ext uri="{FF2B5EF4-FFF2-40B4-BE49-F238E27FC236}">
                    <a16:creationId xmlns:a16="http://schemas.microsoft.com/office/drawing/2014/main" id="{3A2AF098-4CFE-4A6E-BC0A-42F5BEDC3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45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54 h 2"/>
                  <a:gd name="T4" fmla="*/ 20 w 2"/>
                  <a:gd name="T5" fmla="*/ 0 h 2"/>
                  <a:gd name="T6" fmla="*/ 20 w 2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2"/>
                      <a:pt x="1" y="2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6" name="Freeform 164">
                <a:extLst>
                  <a:ext uri="{FF2B5EF4-FFF2-40B4-BE49-F238E27FC236}">
                    <a16:creationId xmlns:a16="http://schemas.microsoft.com/office/drawing/2014/main" id="{8A8DEDEF-A5CE-4EA9-8F41-618BA9AC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902"/>
                <a:ext cx="20" cy="16"/>
              </a:xfrm>
              <a:custGeom>
                <a:avLst/>
                <a:gdLst>
                  <a:gd name="T0" fmla="*/ 95 w 8"/>
                  <a:gd name="T1" fmla="*/ 21 h 6"/>
                  <a:gd name="T2" fmla="*/ 63 w 8"/>
                  <a:gd name="T3" fmla="*/ 93 h 6"/>
                  <a:gd name="T4" fmla="*/ 113 w 8"/>
                  <a:gd name="T5" fmla="*/ 0 h 6"/>
                  <a:gd name="T6" fmla="*/ 83 w 8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6" y="1"/>
                    </a:moveTo>
                    <a:cubicBezTo>
                      <a:pt x="1" y="0"/>
                      <a:pt x="0" y="4"/>
                      <a:pt x="4" y="5"/>
                    </a:cubicBezTo>
                    <a:cubicBezTo>
                      <a:pt x="8" y="6"/>
                      <a:pt x="8" y="3"/>
                      <a:pt x="7" y="0"/>
                    </a:cubicBezTo>
                    <a:cubicBezTo>
                      <a:pt x="6" y="0"/>
                      <a:pt x="6" y="1"/>
                      <a:pt x="5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7" name="Freeform 165">
                <a:extLst>
                  <a:ext uri="{FF2B5EF4-FFF2-40B4-BE49-F238E27FC236}">
                    <a16:creationId xmlns:a16="http://schemas.microsoft.com/office/drawing/2014/main" id="{A9EAA7F6-9757-49A9-9BE3-17AEB9B79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1921"/>
                <a:ext cx="23" cy="26"/>
              </a:xfrm>
              <a:custGeom>
                <a:avLst/>
                <a:gdLst>
                  <a:gd name="T0" fmla="*/ 51 w 9"/>
                  <a:gd name="T1" fmla="*/ 177 h 10"/>
                  <a:gd name="T2" fmla="*/ 151 w 9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3" y="10"/>
                    </a:moveTo>
                    <a:cubicBezTo>
                      <a:pt x="0" y="0"/>
                      <a:pt x="9" y="1"/>
                      <a:pt x="9" y="1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8" name="Freeform 166">
                <a:extLst>
                  <a:ext uri="{FF2B5EF4-FFF2-40B4-BE49-F238E27FC236}">
                    <a16:creationId xmlns:a16="http://schemas.microsoft.com/office/drawing/2014/main" id="{A36B9FCC-0EAC-4646-A217-2019E88AF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950"/>
                <a:ext cx="12" cy="19"/>
              </a:xfrm>
              <a:custGeom>
                <a:avLst/>
                <a:gdLst>
                  <a:gd name="T0" fmla="*/ 70 w 5"/>
                  <a:gd name="T1" fmla="*/ 22 h 7"/>
                  <a:gd name="T2" fmla="*/ 58 w 5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1"/>
                    </a:moveTo>
                    <a:cubicBezTo>
                      <a:pt x="1" y="0"/>
                      <a:pt x="0" y="7"/>
                      <a:pt x="4" y="7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9" name="Freeform 167">
                <a:extLst>
                  <a:ext uri="{FF2B5EF4-FFF2-40B4-BE49-F238E27FC236}">
                    <a16:creationId xmlns:a16="http://schemas.microsoft.com/office/drawing/2014/main" id="{299CF781-36DD-4304-8B48-296FAF5D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910"/>
                <a:ext cx="12" cy="11"/>
              </a:xfrm>
              <a:custGeom>
                <a:avLst/>
                <a:gdLst>
                  <a:gd name="T0" fmla="*/ 0 w 5"/>
                  <a:gd name="T1" fmla="*/ 61 h 4"/>
                  <a:gd name="T2" fmla="*/ 41 w 5"/>
                  <a:gd name="T3" fmla="*/ 0 h 4"/>
                  <a:gd name="T4" fmla="*/ 12 w 5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5" y="2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0" name="Freeform 168">
                <a:extLst>
                  <a:ext uri="{FF2B5EF4-FFF2-40B4-BE49-F238E27FC236}">
                    <a16:creationId xmlns:a16="http://schemas.microsoft.com/office/drawing/2014/main" id="{F289B8C1-E3F1-477C-9E40-30BDDF466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894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33 h 2"/>
                  <a:gd name="T4" fmla="*/ 37 w 3"/>
                  <a:gd name="T5" fmla="*/ 20 h 2"/>
                  <a:gd name="T6" fmla="*/ 28 w 3"/>
                  <a:gd name="T7" fmla="*/ 0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1" name="Freeform 169">
                <a:extLst>
                  <a:ext uri="{FF2B5EF4-FFF2-40B4-BE49-F238E27FC236}">
                    <a16:creationId xmlns:a16="http://schemas.microsoft.com/office/drawing/2014/main" id="{48605F18-4432-4CA6-9BC0-1B7F5683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009"/>
                <a:ext cx="30" cy="34"/>
              </a:xfrm>
              <a:custGeom>
                <a:avLst/>
                <a:gdLst>
                  <a:gd name="T0" fmla="*/ 33 w 12"/>
                  <a:gd name="T1" fmla="*/ 110 h 13"/>
                  <a:gd name="T2" fmla="*/ 188 w 12"/>
                  <a:gd name="T3" fmla="*/ 165 h 13"/>
                  <a:gd name="T4" fmla="*/ 0 w 12"/>
                  <a:gd name="T5" fmla="*/ 1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0"/>
                      <a:pt x="12" y="5"/>
                      <a:pt x="12" y="9"/>
                    </a:cubicBezTo>
                    <a:cubicBezTo>
                      <a:pt x="9" y="10"/>
                      <a:pt x="0" y="13"/>
                      <a:pt x="0" y="7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2" name="Freeform 170">
                <a:extLst>
                  <a:ext uri="{FF2B5EF4-FFF2-40B4-BE49-F238E27FC236}">
                    <a16:creationId xmlns:a16="http://schemas.microsoft.com/office/drawing/2014/main" id="{99711F2C-DB98-47AF-A660-3F951C816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014"/>
                <a:ext cx="10" cy="5"/>
              </a:xfrm>
              <a:custGeom>
                <a:avLst/>
                <a:gdLst>
                  <a:gd name="T0" fmla="*/ 20 w 4"/>
                  <a:gd name="T1" fmla="*/ 20 h 2"/>
                  <a:gd name="T2" fmla="*/ 50 w 4"/>
                  <a:gd name="T3" fmla="*/ 33 h 2"/>
                  <a:gd name="T4" fmla="*/ 50 w 4"/>
                  <a:gd name="T5" fmla="*/ 20 h 2"/>
                  <a:gd name="T6" fmla="*/ 0 w 4"/>
                  <a:gd name="T7" fmla="*/ 33 h 2"/>
                  <a:gd name="T8" fmla="*/ 20 w 4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3" name="Freeform 171">
                <a:extLst>
                  <a:ext uri="{FF2B5EF4-FFF2-40B4-BE49-F238E27FC236}">
                    <a16:creationId xmlns:a16="http://schemas.microsoft.com/office/drawing/2014/main" id="{F6F92632-BB05-4BAB-9338-34F2FC77B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017"/>
                <a:ext cx="35" cy="24"/>
              </a:xfrm>
              <a:custGeom>
                <a:avLst/>
                <a:gdLst>
                  <a:gd name="T0" fmla="*/ 50 w 14"/>
                  <a:gd name="T1" fmla="*/ 149 h 9"/>
                  <a:gd name="T2" fmla="*/ 63 w 1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3" y="8"/>
                    </a:moveTo>
                    <a:cubicBezTo>
                      <a:pt x="0" y="0"/>
                      <a:pt x="14" y="5"/>
                      <a:pt x="4" y="9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4" name="Freeform 172">
                <a:extLst>
                  <a:ext uri="{FF2B5EF4-FFF2-40B4-BE49-F238E27FC236}">
                    <a16:creationId xmlns:a16="http://schemas.microsoft.com/office/drawing/2014/main" id="{3928F352-3B0E-4F14-9FE7-84286CF81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009"/>
                <a:ext cx="7" cy="8"/>
              </a:xfrm>
              <a:custGeom>
                <a:avLst/>
                <a:gdLst>
                  <a:gd name="T0" fmla="*/ 28 w 3"/>
                  <a:gd name="T1" fmla="*/ 21 h 3"/>
                  <a:gd name="T2" fmla="*/ 28 w 3"/>
                  <a:gd name="T3" fmla="*/ 56 h 3"/>
                  <a:gd name="T4" fmla="*/ 37 w 3"/>
                  <a:gd name="T5" fmla="*/ 0 h 3"/>
                  <a:gd name="T6" fmla="*/ 12 w 3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5" name="Freeform 173">
                <a:extLst>
                  <a:ext uri="{FF2B5EF4-FFF2-40B4-BE49-F238E27FC236}">
                    <a16:creationId xmlns:a16="http://schemas.microsoft.com/office/drawing/2014/main" id="{9C8E7071-D563-414A-A002-8C8D2B472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990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56 w 3"/>
                  <a:gd name="T3" fmla="*/ 56 h 3"/>
                  <a:gd name="T4" fmla="*/ 0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0"/>
                      <a:pt x="3" y="0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6" name="Freeform 174">
                <a:extLst>
                  <a:ext uri="{FF2B5EF4-FFF2-40B4-BE49-F238E27FC236}">
                    <a16:creationId xmlns:a16="http://schemas.microsoft.com/office/drawing/2014/main" id="{1CA02264-5B9F-4EC2-AC4B-7AA951E0A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001"/>
                <a:ext cx="10" cy="13"/>
              </a:xfrm>
              <a:custGeom>
                <a:avLst/>
                <a:gdLst>
                  <a:gd name="T0" fmla="*/ 20 w 4"/>
                  <a:gd name="T1" fmla="*/ 0 h 5"/>
                  <a:gd name="T2" fmla="*/ 20 w 4"/>
                  <a:gd name="T3" fmla="*/ 88 h 5"/>
                  <a:gd name="T4" fmla="*/ 63 w 4"/>
                  <a:gd name="T5" fmla="*/ 21 h 5"/>
                  <a:gd name="T6" fmla="*/ 20 w 4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0"/>
                      <a:pt x="1" y="0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7" name="Freeform 175">
                <a:extLst>
                  <a:ext uri="{FF2B5EF4-FFF2-40B4-BE49-F238E27FC236}">
                    <a16:creationId xmlns:a16="http://schemas.microsoft.com/office/drawing/2014/main" id="{1F02EF1F-CC73-4F45-9A13-1DCCBA22B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001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63 w 8"/>
                  <a:gd name="T3" fmla="*/ 21 h 7"/>
                  <a:gd name="T4" fmla="*/ 125 w 8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2" y="4"/>
                      <a:pt x="0" y="0"/>
                      <a:pt x="4" y="1"/>
                    </a:cubicBezTo>
                    <a:cubicBezTo>
                      <a:pt x="7" y="2"/>
                      <a:pt x="7" y="6"/>
                      <a:pt x="8" y="6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8" name="Freeform 176">
                <a:extLst>
                  <a:ext uri="{FF2B5EF4-FFF2-40B4-BE49-F238E27FC236}">
                    <a16:creationId xmlns:a16="http://schemas.microsoft.com/office/drawing/2014/main" id="{7E8E13FA-E626-4B02-8F6F-4FEDFC9C1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982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27 h 1"/>
                  <a:gd name="T4" fmla="*/ 33 w 2"/>
                  <a:gd name="T5" fmla="*/ 0 h 1"/>
                  <a:gd name="T6" fmla="*/ 0 w 2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9" name="Freeform 177">
                <a:extLst>
                  <a:ext uri="{FF2B5EF4-FFF2-40B4-BE49-F238E27FC236}">
                    <a16:creationId xmlns:a16="http://schemas.microsoft.com/office/drawing/2014/main" id="{EC03170D-B52B-4852-9A86-FF5C5612B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987"/>
                <a:ext cx="20" cy="14"/>
              </a:xfrm>
              <a:custGeom>
                <a:avLst/>
                <a:gdLst>
                  <a:gd name="T0" fmla="*/ 63 w 8"/>
                  <a:gd name="T1" fmla="*/ 48 h 5"/>
                  <a:gd name="T2" fmla="*/ 83 w 8"/>
                  <a:gd name="T3" fmla="*/ 0 h 5"/>
                  <a:gd name="T4" fmla="*/ 50 w 8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2"/>
                    </a:moveTo>
                    <a:cubicBezTo>
                      <a:pt x="0" y="5"/>
                      <a:pt x="8" y="4"/>
                      <a:pt x="5" y="0"/>
                    </a:cubicBezTo>
                    <a:cubicBezTo>
                      <a:pt x="4" y="0"/>
                      <a:pt x="4" y="1"/>
                      <a:pt x="3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0" name="Freeform 178">
                <a:extLst>
                  <a:ext uri="{FF2B5EF4-FFF2-40B4-BE49-F238E27FC236}">
                    <a16:creationId xmlns:a16="http://schemas.microsoft.com/office/drawing/2014/main" id="{60C6A6DD-F6AE-4175-9EF9-9EBA96A6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998"/>
                <a:ext cx="17" cy="19"/>
              </a:xfrm>
              <a:custGeom>
                <a:avLst/>
                <a:gdLst>
                  <a:gd name="T0" fmla="*/ 12 w 7"/>
                  <a:gd name="T1" fmla="*/ 60 h 7"/>
                  <a:gd name="T2" fmla="*/ 100 w 7"/>
                  <a:gd name="T3" fmla="*/ 117 h 7"/>
                  <a:gd name="T4" fmla="*/ 0 w 7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3" y="0"/>
                      <a:pt x="6" y="4"/>
                      <a:pt x="7" y="6"/>
                    </a:cubicBezTo>
                    <a:cubicBezTo>
                      <a:pt x="5" y="7"/>
                      <a:pt x="1" y="7"/>
                      <a:pt x="0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1" name="Freeform 179">
                <a:extLst>
                  <a:ext uri="{FF2B5EF4-FFF2-40B4-BE49-F238E27FC236}">
                    <a16:creationId xmlns:a16="http://schemas.microsoft.com/office/drawing/2014/main" id="{A714BD51-EEA2-42E7-947D-EBF87D1F0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006"/>
                <a:ext cx="15" cy="21"/>
              </a:xfrm>
              <a:custGeom>
                <a:avLst/>
                <a:gdLst>
                  <a:gd name="T0" fmla="*/ 20 w 6"/>
                  <a:gd name="T1" fmla="*/ 76 h 8"/>
                  <a:gd name="T2" fmla="*/ 95 w 6"/>
                  <a:gd name="T3" fmla="*/ 76 h 8"/>
                  <a:gd name="T4" fmla="*/ 0 w 6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4"/>
                    </a:moveTo>
                    <a:cubicBezTo>
                      <a:pt x="0" y="0"/>
                      <a:pt x="6" y="0"/>
                      <a:pt x="6" y="4"/>
                    </a:cubicBezTo>
                    <a:cubicBezTo>
                      <a:pt x="5" y="8"/>
                      <a:pt x="2" y="6"/>
                      <a:pt x="0" y="5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2" name="Freeform 180">
                <a:extLst>
                  <a:ext uri="{FF2B5EF4-FFF2-40B4-BE49-F238E27FC236}">
                    <a16:creationId xmlns:a16="http://schemas.microsoft.com/office/drawing/2014/main" id="{39F36F9E-05B8-41E9-960C-768A8419B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990"/>
                <a:ext cx="15" cy="13"/>
              </a:xfrm>
              <a:custGeom>
                <a:avLst/>
                <a:gdLst>
                  <a:gd name="T0" fmla="*/ 95 w 6"/>
                  <a:gd name="T1" fmla="*/ 88 h 5"/>
                  <a:gd name="T2" fmla="*/ 95 w 6"/>
                  <a:gd name="T3" fmla="*/ 68 h 5"/>
                  <a:gd name="T4" fmla="*/ 83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0" y="5"/>
                      <a:pt x="4" y="0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3" name="Freeform 181">
                <a:extLst>
                  <a:ext uri="{FF2B5EF4-FFF2-40B4-BE49-F238E27FC236}">
                    <a16:creationId xmlns:a16="http://schemas.microsoft.com/office/drawing/2014/main" id="{CBF17ADD-B99A-431F-A371-0EE485C73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001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21 w 5"/>
                  <a:gd name="T3" fmla="*/ 63 h 4"/>
                  <a:gd name="T4" fmla="*/ 88 w 5"/>
                  <a:gd name="T5" fmla="*/ 33 h 4"/>
                  <a:gd name="T6" fmla="*/ 21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4"/>
                      <a:pt x="4" y="3"/>
                      <a:pt x="5" y="2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4" name="Freeform 182">
                <a:extLst>
                  <a:ext uri="{FF2B5EF4-FFF2-40B4-BE49-F238E27FC236}">
                    <a16:creationId xmlns:a16="http://schemas.microsoft.com/office/drawing/2014/main" id="{6A8D81BC-B27C-4C67-BBDE-F6CF95C2A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001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35 w 3"/>
                  <a:gd name="T3" fmla="*/ 33 h 2"/>
                  <a:gd name="T4" fmla="*/ 56 w 3"/>
                  <a:gd name="T5" fmla="*/ 20 h 2"/>
                  <a:gd name="T6" fmla="*/ 0 w 3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5" name="Freeform 183">
                <a:extLst>
                  <a:ext uri="{FF2B5EF4-FFF2-40B4-BE49-F238E27FC236}">
                    <a16:creationId xmlns:a16="http://schemas.microsoft.com/office/drawing/2014/main" id="{8FA8EBE3-ABAD-46CD-AC26-42BF98DC8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14"/>
                <a:ext cx="10" cy="16"/>
              </a:xfrm>
              <a:custGeom>
                <a:avLst/>
                <a:gdLst>
                  <a:gd name="T0" fmla="*/ 0 w 4"/>
                  <a:gd name="T1" fmla="*/ 56 h 6"/>
                  <a:gd name="T2" fmla="*/ 50 w 4"/>
                  <a:gd name="T3" fmla="*/ 0 h 6"/>
                  <a:gd name="T4" fmla="*/ 50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2"/>
                      <a:pt x="3" y="4"/>
                      <a:pt x="3" y="6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6" name="Freeform 184">
                <a:extLst>
                  <a:ext uri="{FF2B5EF4-FFF2-40B4-BE49-F238E27FC236}">
                    <a16:creationId xmlns:a16="http://schemas.microsoft.com/office/drawing/2014/main" id="{F16D6B0B-E580-4946-9103-AA401F7D7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985"/>
                <a:ext cx="5" cy="10"/>
              </a:xfrm>
              <a:custGeom>
                <a:avLst/>
                <a:gdLst>
                  <a:gd name="T0" fmla="*/ 0 w 2"/>
                  <a:gd name="T1" fmla="*/ 33 h 4"/>
                  <a:gd name="T2" fmla="*/ 0 w 2"/>
                  <a:gd name="T3" fmla="*/ 63 h 4"/>
                  <a:gd name="T4" fmla="*/ 33 w 2"/>
                  <a:gd name="T5" fmla="*/ 20 h 4"/>
                  <a:gd name="T6" fmla="*/ 0 w 2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4"/>
                      <a:pt x="2" y="3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7" name="Freeform 185">
                <a:extLst>
                  <a:ext uri="{FF2B5EF4-FFF2-40B4-BE49-F238E27FC236}">
                    <a16:creationId xmlns:a16="http://schemas.microsoft.com/office/drawing/2014/main" id="{A1FEB86D-BF03-440B-BA3D-BE473D83B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90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33 w 4"/>
                  <a:gd name="T3" fmla="*/ 83 h 4"/>
                  <a:gd name="T4" fmla="*/ 50 w 4"/>
                  <a:gd name="T5" fmla="*/ 0 h 4"/>
                  <a:gd name="T6" fmla="*/ 0 w 4"/>
                  <a:gd name="T7" fmla="*/ 47 h 4"/>
                  <a:gd name="T8" fmla="*/ 3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3"/>
                      <a:pt x="2" y="3"/>
                      <a:pt x="2" y="4"/>
                    </a:cubicBezTo>
                    <a:cubicBezTo>
                      <a:pt x="4" y="3"/>
                      <a:pt x="4" y="1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2"/>
                      <a:pt x="1" y="1"/>
                      <a:pt x="2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8" name="Freeform 186">
                <a:extLst>
                  <a:ext uri="{FF2B5EF4-FFF2-40B4-BE49-F238E27FC236}">
                    <a16:creationId xmlns:a16="http://schemas.microsoft.com/office/drawing/2014/main" id="{3E36DDB3-D43B-44AF-B8F6-59B91AFDA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998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56 h 3"/>
                  <a:gd name="T4" fmla="*/ 33 w 2"/>
                  <a:gd name="T5" fmla="*/ 0 h 3"/>
                  <a:gd name="T6" fmla="*/ 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2"/>
                      <a:pt x="2" y="2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9" name="Freeform 187">
                <a:extLst>
                  <a:ext uri="{FF2B5EF4-FFF2-40B4-BE49-F238E27FC236}">
                    <a16:creationId xmlns:a16="http://schemas.microsoft.com/office/drawing/2014/main" id="{BDF7EA4A-FF81-47EB-AC1D-BAD5E5CD9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982"/>
                <a:ext cx="32" cy="32"/>
              </a:xfrm>
              <a:custGeom>
                <a:avLst/>
                <a:gdLst>
                  <a:gd name="T0" fmla="*/ 133 w 13"/>
                  <a:gd name="T1" fmla="*/ 21 h 12"/>
                  <a:gd name="T2" fmla="*/ 30 w 13"/>
                  <a:gd name="T3" fmla="*/ 149 h 12"/>
                  <a:gd name="T4" fmla="*/ 194 w 13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9" y="1"/>
                    </a:moveTo>
                    <a:cubicBezTo>
                      <a:pt x="5" y="0"/>
                      <a:pt x="0" y="4"/>
                      <a:pt x="2" y="8"/>
                    </a:cubicBezTo>
                    <a:cubicBezTo>
                      <a:pt x="4" y="12"/>
                      <a:pt x="10" y="4"/>
                      <a:pt x="13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0" name="Freeform 188">
                <a:extLst>
                  <a:ext uri="{FF2B5EF4-FFF2-40B4-BE49-F238E27FC236}">
                    <a16:creationId xmlns:a16="http://schemas.microsoft.com/office/drawing/2014/main" id="{F469F392-B24E-4E72-89E8-AEC4F25A8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1979"/>
                <a:ext cx="16" cy="22"/>
              </a:xfrm>
              <a:custGeom>
                <a:avLst/>
                <a:gdLst>
                  <a:gd name="T0" fmla="*/ 0 w 6"/>
                  <a:gd name="T1" fmla="*/ 107 h 8"/>
                  <a:gd name="T2" fmla="*/ 93 w 6"/>
                  <a:gd name="T3" fmla="*/ 143 h 8"/>
                  <a:gd name="T4" fmla="*/ 0 w 6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2" y="0"/>
                      <a:pt x="6" y="4"/>
                      <a:pt x="5" y="7"/>
                    </a:cubicBezTo>
                    <a:cubicBezTo>
                      <a:pt x="3" y="8"/>
                      <a:pt x="1" y="8"/>
                      <a:pt x="0" y="7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1" name="Freeform 189">
                <a:extLst>
                  <a:ext uri="{FF2B5EF4-FFF2-40B4-BE49-F238E27FC236}">
                    <a16:creationId xmlns:a16="http://schemas.microsoft.com/office/drawing/2014/main" id="{EA3B2DDA-9745-4BC9-836D-46DE4C9D8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99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33 h 2"/>
                  <a:gd name="T4" fmla="*/ 33 w 2"/>
                  <a:gd name="T5" fmla="*/ 0 h 2"/>
                  <a:gd name="T6" fmla="*/ 0 w 2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2" name="Freeform 190">
                <a:extLst>
                  <a:ext uri="{FF2B5EF4-FFF2-40B4-BE49-F238E27FC236}">
                    <a16:creationId xmlns:a16="http://schemas.microsoft.com/office/drawing/2014/main" id="{C1629E56-0D23-4897-AE18-EEE734BE8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97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0 h 3"/>
                  <a:gd name="T4" fmla="*/ 12 w 3"/>
                  <a:gd name="T5" fmla="*/ 56 h 3"/>
                  <a:gd name="T6" fmla="*/ 12 w 3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3" y="0"/>
                      <a:pt x="3" y="2"/>
                      <a:pt x="1" y="3"/>
                    </a:cubicBezTo>
                    <a:cubicBezTo>
                      <a:pt x="0" y="3"/>
                      <a:pt x="1" y="3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3" name="Freeform 191">
                <a:extLst>
                  <a:ext uri="{FF2B5EF4-FFF2-40B4-BE49-F238E27FC236}">
                    <a16:creationId xmlns:a16="http://schemas.microsoft.com/office/drawing/2014/main" id="{7CE0BB66-DD25-4055-BDE1-935BF2EFF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241"/>
                <a:ext cx="20" cy="21"/>
              </a:xfrm>
              <a:custGeom>
                <a:avLst/>
                <a:gdLst>
                  <a:gd name="T0" fmla="*/ 50 w 8"/>
                  <a:gd name="T1" fmla="*/ 21 h 8"/>
                  <a:gd name="T2" fmla="*/ 63 w 8"/>
                  <a:gd name="T3" fmla="*/ 89 h 8"/>
                  <a:gd name="T4" fmla="*/ 33 w 8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0" y="3"/>
                      <a:pt x="2" y="8"/>
                      <a:pt x="4" y="5"/>
                    </a:cubicBezTo>
                    <a:cubicBezTo>
                      <a:pt x="8" y="2"/>
                      <a:pt x="0" y="0"/>
                      <a:pt x="2" y="5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4" name="Freeform 192">
                <a:extLst>
                  <a:ext uri="{FF2B5EF4-FFF2-40B4-BE49-F238E27FC236}">
                    <a16:creationId xmlns:a16="http://schemas.microsoft.com/office/drawing/2014/main" id="{3A1A8BE6-CBDE-49F4-8A19-9734BFEE3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235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35 h 3"/>
                  <a:gd name="T4" fmla="*/ 63 w 4"/>
                  <a:gd name="T5" fmla="*/ 21 h 3"/>
                  <a:gd name="T6" fmla="*/ 33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2" y="3"/>
                      <a:pt x="3" y="3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5" name="Freeform 193">
                <a:extLst>
                  <a:ext uri="{FF2B5EF4-FFF2-40B4-BE49-F238E27FC236}">
                    <a16:creationId xmlns:a16="http://schemas.microsoft.com/office/drawing/2014/main" id="{27564B14-9995-4C95-A4D2-FCFCEA1E7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222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8 w 1"/>
                  <a:gd name="T5" fmla="*/ 0 h 2"/>
                  <a:gd name="T6" fmla="*/ 0 w 1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6" name="Freeform 194">
                <a:extLst>
                  <a:ext uri="{FF2B5EF4-FFF2-40B4-BE49-F238E27FC236}">
                    <a16:creationId xmlns:a16="http://schemas.microsoft.com/office/drawing/2014/main" id="{3C306A56-4D32-4E30-84DA-BD420D33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195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20 w 4"/>
                  <a:gd name="T3" fmla="*/ 83 h 4"/>
                  <a:gd name="T4" fmla="*/ 33 w 4"/>
                  <a:gd name="T5" fmla="*/ 22 h 4"/>
                  <a:gd name="T6" fmla="*/ 33 w 4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4" y="3"/>
                      <a:pt x="3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7" name="Freeform 195">
                <a:extLst>
                  <a:ext uri="{FF2B5EF4-FFF2-40B4-BE49-F238E27FC236}">
                    <a16:creationId xmlns:a16="http://schemas.microsoft.com/office/drawing/2014/main" id="{3898CBBD-4747-4A80-8087-5038A522A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18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56 w 3"/>
                  <a:gd name="T3" fmla="*/ 35 h 3"/>
                  <a:gd name="T4" fmla="*/ 21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3" y="2"/>
                      <a:pt x="3" y="2"/>
                    </a:cubicBezTo>
                    <a:cubicBezTo>
                      <a:pt x="2" y="0"/>
                      <a:pt x="0" y="1"/>
                      <a:pt x="1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8" name="Freeform 196">
                <a:extLst>
                  <a:ext uri="{FF2B5EF4-FFF2-40B4-BE49-F238E27FC236}">
                    <a16:creationId xmlns:a16="http://schemas.microsoft.com/office/drawing/2014/main" id="{DA18BD97-AE52-4C9C-B750-F49E73960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169"/>
                <a:ext cx="18" cy="21"/>
              </a:xfrm>
              <a:custGeom>
                <a:avLst/>
                <a:gdLst>
                  <a:gd name="T0" fmla="*/ 85 w 7"/>
                  <a:gd name="T1" fmla="*/ 55 h 8"/>
                  <a:gd name="T2" fmla="*/ 100 w 7"/>
                  <a:gd name="T3" fmla="*/ 89 h 8"/>
                  <a:gd name="T4" fmla="*/ 54 w 7"/>
                  <a:gd name="T5" fmla="*/ 5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3"/>
                    </a:moveTo>
                    <a:cubicBezTo>
                      <a:pt x="0" y="2"/>
                      <a:pt x="4" y="8"/>
                      <a:pt x="6" y="5"/>
                    </a:cubicBezTo>
                    <a:cubicBezTo>
                      <a:pt x="7" y="3"/>
                      <a:pt x="4" y="0"/>
                      <a:pt x="3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9" name="Freeform 197">
                <a:extLst>
                  <a:ext uri="{FF2B5EF4-FFF2-40B4-BE49-F238E27FC236}">
                    <a16:creationId xmlns:a16="http://schemas.microsoft.com/office/drawing/2014/main" id="{A78EA81D-7644-4CE8-8AC1-1819BF469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174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63 w 4"/>
                  <a:gd name="T3" fmla="*/ 34 h 5"/>
                  <a:gd name="T4" fmla="*/ 33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0" y="2"/>
                      <a:pt x="2" y="5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0" name="Freeform 198">
                <a:extLst>
                  <a:ext uri="{FF2B5EF4-FFF2-40B4-BE49-F238E27FC236}">
                    <a16:creationId xmlns:a16="http://schemas.microsoft.com/office/drawing/2014/main" id="{9913BE0B-8F4C-4B4D-83A5-00F6D776C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214"/>
                <a:ext cx="15" cy="19"/>
              </a:xfrm>
              <a:custGeom>
                <a:avLst/>
                <a:gdLst>
                  <a:gd name="T0" fmla="*/ 63 w 6"/>
                  <a:gd name="T1" fmla="*/ 38 h 7"/>
                  <a:gd name="T2" fmla="*/ 50 w 6"/>
                  <a:gd name="T3" fmla="*/ 117 h 7"/>
                  <a:gd name="T4" fmla="*/ 50 w 6"/>
                  <a:gd name="T5" fmla="*/ 0 h 7"/>
                  <a:gd name="T6" fmla="*/ 33 w 6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2"/>
                    </a:moveTo>
                    <a:cubicBezTo>
                      <a:pt x="1" y="2"/>
                      <a:pt x="0" y="4"/>
                      <a:pt x="3" y="6"/>
                    </a:cubicBezTo>
                    <a:cubicBezTo>
                      <a:pt x="6" y="7"/>
                      <a:pt x="5" y="1"/>
                      <a:pt x="3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1" name="Freeform 199">
                <a:extLst>
                  <a:ext uri="{FF2B5EF4-FFF2-40B4-BE49-F238E27FC236}">
                    <a16:creationId xmlns:a16="http://schemas.microsoft.com/office/drawing/2014/main" id="{1441CDD5-BC85-4D9A-96ED-0710060D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225"/>
                <a:ext cx="18" cy="16"/>
              </a:xfrm>
              <a:custGeom>
                <a:avLst/>
                <a:gdLst>
                  <a:gd name="T0" fmla="*/ 100 w 7"/>
                  <a:gd name="T1" fmla="*/ 0 h 6"/>
                  <a:gd name="T2" fmla="*/ 118 w 7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0" y="1"/>
                      <a:pt x="6" y="6"/>
                      <a:pt x="7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2" name="Freeform 200">
                <a:extLst>
                  <a:ext uri="{FF2B5EF4-FFF2-40B4-BE49-F238E27FC236}">
                    <a16:creationId xmlns:a16="http://schemas.microsoft.com/office/drawing/2014/main" id="{A7E9E341-A0A6-4634-A376-DCEE3649C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24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56 h 3"/>
                  <a:gd name="T4" fmla="*/ 33 w 2"/>
                  <a:gd name="T5" fmla="*/ 21 h 3"/>
                  <a:gd name="T6" fmla="*/ 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1" y="0"/>
                      <a:pt x="1" y="2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3" name="Freeform 201">
                <a:extLst>
                  <a:ext uri="{FF2B5EF4-FFF2-40B4-BE49-F238E27FC236}">
                    <a16:creationId xmlns:a16="http://schemas.microsoft.com/office/drawing/2014/main" id="{D4024059-4735-45AB-8A04-E3542305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265"/>
                <a:ext cx="10" cy="13"/>
              </a:xfrm>
              <a:custGeom>
                <a:avLst/>
                <a:gdLst>
                  <a:gd name="T0" fmla="*/ 33 w 4"/>
                  <a:gd name="T1" fmla="*/ 21 h 5"/>
                  <a:gd name="T2" fmla="*/ 0 w 4"/>
                  <a:gd name="T3" fmla="*/ 55 h 5"/>
                  <a:gd name="T4" fmla="*/ 50 w 4"/>
                  <a:gd name="T5" fmla="*/ 21 h 5"/>
                  <a:gd name="T6" fmla="*/ 0 w 4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5"/>
                      <a:pt x="4" y="3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4" name="Freeform 202">
                <a:extLst>
                  <a:ext uri="{FF2B5EF4-FFF2-40B4-BE49-F238E27FC236}">
                    <a16:creationId xmlns:a16="http://schemas.microsoft.com/office/drawing/2014/main" id="{55335EC2-4331-4F59-8EB4-6142E88A8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25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28 w 3"/>
                  <a:gd name="T3" fmla="*/ 56 h 3"/>
                  <a:gd name="T4" fmla="*/ 0 w 3"/>
                  <a:gd name="T5" fmla="*/ 21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5" name="Freeform 203">
                <a:extLst>
                  <a:ext uri="{FF2B5EF4-FFF2-40B4-BE49-F238E27FC236}">
                    <a16:creationId xmlns:a16="http://schemas.microsoft.com/office/drawing/2014/main" id="{B015BC7D-5722-4883-9CDC-F1361B16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23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33 w 2"/>
                  <a:gd name="T5" fmla="*/ 0 h 1"/>
                  <a:gd name="T6" fmla="*/ 2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6" name="Freeform 204">
                <a:extLst>
                  <a:ext uri="{FF2B5EF4-FFF2-40B4-BE49-F238E27FC236}">
                    <a16:creationId xmlns:a16="http://schemas.microsoft.com/office/drawing/2014/main" id="{F2A8B26E-8BE6-4157-9394-4AB967812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273"/>
                <a:ext cx="10" cy="8"/>
              </a:xfrm>
              <a:custGeom>
                <a:avLst/>
                <a:gdLst>
                  <a:gd name="T0" fmla="*/ 50 w 4"/>
                  <a:gd name="T1" fmla="*/ 0 h 3"/>
                  <a:gd name="T2" fmla="*/ 0 w 4"/>
                  <a:gd name="T3" fmla="*/ 35 h 3"/>
                  <a:gd name="T4" fmla="*/ 63 w 4"/>
                  <a:gd name="T5" fmla="*/ 21 h 3"/>
                  <a:gd name="T6" fmla="*/ 33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2" y="3"/>
                      <a:pt x="3" y="3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7" name="Freeform 205">
                <a:extLst>
                  <a:ext uri="{FF2B5EF4-FFF2-40B4-BE49-F238E27FC236}">
                    <a16:creationId xmlns:a16="http://schemas.microsoft.com/office/drawing/2014/main" id="{DBA52F35-7C31-41E8-935D-EB2E94151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289"/>
                <a:ext cx="12" cy="13"/>
              </a:xfrm>
              <a:custGeom>
                <a:avLst/>
                <a:gdLst>
                  <a:gd name="T0" fmla="*/ 41 w 5"/>
                  <a:gd name="T1" fmla="*/ 21 h 5"/>
                  <a:gd name="T2" fmla="*/ 70 w 5"/>
                  <a:gd name="T3" fmla="*/ 55 h 5"/>
                  <a:gd name="T4" fmla="*/ 12 w 5"/>
                  <a:gd name="T5" fmla="*/ 21 h 5"/>
                  <a:gd name="T6" fmla="*/ 12 w 5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0" y="5"/>
                      <a:pt x="5" y="4"/>
                      <a:pt x="5" y="3"/>
                    </a:cubicBezTo>
                    <a:cubicBezTo>
                      <a:pt x="4" y="1"/>
                      <a:pt x="3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8" name="Freeform 206">
                <a:extLst>
                  <a:ext uri="{FF2B5EF4-FFF2-40B4-BE49-F238E27FC236}">
                    <a16:creationId xmlns:a16="http://schemas.microsoft.com/office/drawing/2014/main" id="{5A02193F-51F3-48EC-9944-E23EA7A8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297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56 w 3"/>
                  <a:gd name="T3" fmla="*/ 0 h 3"/>
                  <a:gd name="T4" fmla="*/ 35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2"/>
                      <a:pt x="0" y="1"/>
                      <a:pt x="3" y="0"/>
                    </a:cubicBezTo>
                    <a:cubicBezTo>
                      <a:pt x="3" y="2"/>
                      <a:pt x="3" y="2"/>
                      <a:pt x="2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9" name="Freeform 207">
                <a:extLst>
                  <a:ext uri="{FF2B5EF4-FFF2-40B4-BE49-F238E27FC236}">
                    <a16:creationId xmlns:a16="http://schemas.microsoft.com/office/drawing/2014/main" id="{27A535C5-999D-4241-94A8-0CDF059F5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31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33 w 2"/>
                  <a:gd name="T5" fmla="*/ 0 h 2"/>
                  <a:gd name="T6" fmla="*/ 0 w 2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0" name="Freeform 208">
                <a:extLst>
                  <a:ext uri="{FF2B5EF4-FFF2-40B4-BE49-F238E27FC236}">
                    <a16:creationId xmlns:a16="http://schemas.microsoft.com/office/drawing/2014/main" id="{DE4AA338-37CE-495A-9743-F0A5218ED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1297"/>
                <a:ext cx="23" cy="18"/>
              </a:xfrm>
              <a:custGeom>
                <a:avLst/>
                <a:gdLst>
                  <a:gd name="T0" fmla="*/ 66 w 9"/>
                  <a:gd name="T1" fmla="*/ 33 h 7"/>
                  <a:gd name="T2" fmla="*/ 51 w 9"/>
                  <a:gd name="T3" fmla="*/ 21 h 7"/>
                  <a:gd name="T4" fmla="*/ 97 w 9"/>
                  <a:gd name="T5" fmla="*/ 85 h 7"/>
                  <a:gd name="T6" fmla="*/ 66 w 9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2"/>
                    </a:moveTo>
                    <a:cubicBezTo>
                      <a:pt x="4" y="2"/>
                      <a:pt x="3" y="1"/>
                      <a:pt x="3" y="1"/>
                    </a:cubicBezTo>
                    <a:cubicBezTo>
                      <a:pt x="0" y="4"/>
                      <a:pt x="3" y="7"/>
                      <a:pt x="6" y="5"/>
                    </a:cubicBezTo>
                    <a:cubicBezTo>
                      <a:pt x="9" y="3"/>
                      <a:pt x="6" y="0"/>
                      <a:pt x="4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1" name="Freeform 209">
                <a:extLst>
                  <a:ext uri="{FF2B5EF4-FFF2-40B4-BE49-F238E27FC236}">
                    <a16:creationId xmlns:a16="http://schemas.microsoft.com/office/drawing/2014/main" id="{E20E566B-6469-4D43-B1B7-0DF9ADCB7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31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33 h 2"/>
                  <a:gd name="T4" fmla="*/ 33 w 2"/>
                  <a:gd name="T5" fmla="*/ 0 h 2"/>
                  <a:gd name="T6" fmla="*/ 20 w 2"/>
                  <a:gd name="T7" fmla="*/ 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0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2" name="Freeform 210">
                <a:extLst>
                  <a:ext uri="{FF2B5EF4-FFF2-40B4-BE49-F238E27FC236}">
                    <a16:creationId xmlns:a16="http://schemas.microsoft.com/office/drawing/2014/main" id="{40A1DAF7-0B4F-4C07-9E1B-D61440814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318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29 w 5"/>
                  <a:gd name="T3" fmla="*/ 68 h 5"/>
                  <a:gd name="T4" fmla="*/ 12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1"/>
                      <a:pt x="0" y="5"/>
                      <a:pt x="2" y="4"/>
                    </a:cubicBezTo>
                    <a:cubicBezTo>
                      <a:pt x="5" y="4"/>
                      <a:pt x="3" y="0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3" name="Freeform 211">
                <a:extLst>
                  <a:ext uri="{FF2B5EF4-FFF2-40B4-BE49-F238E27FC236}">
                    <a16:creationId xmlns:a16="http://schemas.microsoft.com/office/drawing/2014/main" id="{5EEF2FB3-DABF-4B6E-A52A-4DB0BC716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33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4" name="Freeform 212">
                <a:extLst>
                  <a:ext uri="{FF2B5EF4-FFF2-40B4-BE49-F238E27FC236}">
                    <a16:creationId xmlns:a16="http://schemas.microsoft.com/office/drawing/2014/main" id="{90F5F24A-80C1-4C87-93C8-134628492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33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54 h 2"/>
                  <a:gd name="T4" fmla="*/ 33 w 2"/>
                  <a:gd name="T5" fmla="*/ 27 h 2"/>
                  <a:gd name="T6" fmla="*/ 0 w 2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5" name="Freeform 213">
                <a:extLst>
                  <a:ext uri="{FF2B5EF4-FFF2-40B4-BE49-F238E27FC236}">
                    <a16:creationId xmlns:a16="http://schemas.microsoft.com/office/drawing/2014/main" id="{F425AD42-FCE8-4630-8FAE-E16E541BE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297"/>
                <a:ext cx="15" cy="21"/>
              </a:xfrm>
              <a:custGeom>
                <a:avLst/>
                <a:gdLst>
                  <a:gd name="T0" fmla="*/ 0 w 6"/>
                  <a:gd name="T1" fmla="*/ 89 h 8"/>
                  <a:gd name="T2" fmla="*/ 0 w 6"/>
                  <a:gd name="T3" fmla="*/ 110 h 8"/>
                  <a:gd name="T4" fmla="*/ 20 w 6"/>
                  <a:gd name="T5" fmla="*/ 5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6" y="8"/>
                      <a:pt x="2" y="0"/>
                      <a:pt x="1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6" name="Freeform 214">
                <a:extLst>
                  <a:ext uri="{FF2B5EF4-FFF2-40B4-BE49-F238E27FC236}">
                    <a16:creationId xmlns:a16="http://schemas.microsoft.com/office/drawing/2014/main" id="{716B742E-BCAC-4285-8BC4-DCC67DDB6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337"/>
                <a:ext cx="12" cy="13"/>
              </a:xfrm>
              <a:custGeom>
                <a:avLst/>
                <a:gdLst>
                  <a:gd name="T0" fmla="*/ 12 w 5"/>
                  <a:gd name="T1" fmla="*/ 34 h 5"/>
                  <a:gd name="T2" fmla="*/ 0 w 5"/>
                  <a:gd name="T3" fmla="*/ 88 h 5"/>
                  <a:gd name="T4" fmla="*/ 29 w 5"/>
                  <a:gd name="T5" fmla="*/ 0 h 5"/>
                  <a:gd name="T6" fmla="*/ 12 w 5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4" y="5"/>
                      <a:pt x="5" y="1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7" name="Freeform 215">
                <a:extLst>
                  <a:ext uri="{FF2B5EF4-FFF2-40B4-BE49-F238E27FC236}">
                    <a16:creationId xmlns:a16="http://schemas.microsoft.com/office/drawing/2014/main" id="{87C2D022-75C3-4A2F-AFDE-FDD5328BC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366"/>
                <a:ext cx="20" cy="19"/>
              </a:xfrm>
              <a:custGeom>
                <a:avLst/>
                <a:gdLst>
                  <a:gd name="T0" fmla="*/ 95 w 8"/>
                  <a:gd name="T1" fmla="*/ 38 h 7"/>
                  <a:gd name="T2" fmla="*/ 50 w 8"/>
                  <a:gd name="T3" fmla="*/ 117 h 7"/>
                  <a:gd name="T4" fmla="*/ 63 w 8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2"/>
                    </a:moveTo>
                    <a:cubicBezTo>
                      <a:pt x="3" y="0"/>
                      <a:pt x="0" y="5"/>
                      <a:pt x="3" y="6"/>
                    </a:cubicBezTo>
                    <a:cubicBezTo>
                      <a:pt x="7" y="7"/>
                      <a:pt x="8" y="2"/>
                      <a:pt x="4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8" name="Freeform 216">
                <a:extLst>
                  <a:ext uri="{FF2B5EF4-FFF2-40B4-BE49-F238E27FC236}">
                    <a16:creationId xmlns:a16="http://schemas.microsoft.com/office/drawing/2014/main" id="{D0DFA902-1664-4CDE-AD48-4CC8C3342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38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0 w 2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9" name="Freeform 217">
                <a:extLst>
                  <a:ext uri="{FF2B5EF4-FFF2-40B4-BE49-F238E27FC236}">
                    <a16:creationId xmlns:a16="http://schemas.microsoft.com/office/drawing/2014/main" id="{6D9DD1FA-D02A-474E-B516-5B3C42797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398"/>
                <a:ext cx="15" cy="11"/>
              </a:xfrm>
              <a:custGeom>
                <a:avLst/>
                <a:gdLst>
                  <a:gd name="T0" fmla="*/ 50 w 6"/>
                  <a:gd name="T1" fmla="*/ 22 h 4"/>
                  <a:gd name="T2" fmla="*/ 33 w 6"/>
                  <a:gd name="T3" fmla="*/ 83 h 4"/>
                  <a:gd name="T4" fmla="*/ 83 w 6"/>
                  <a:gd name="T5" fmla="*/ 22 h 4"/>
                  <a:gd name="T6" fmla="*/ 50 w 6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1"/>
                    </a:moveTo>
                    <a:cubicBezTo>
                      <a:pt x="2" y="1"/>
                      <a:pt x="0" y="2"/>
                      <a:pt x="2" y="4"/>
                    </a:cubicBezTo>
                    <a:cubicBezTo>
                      <a:pt x="4" y="4"/>
                      <a:pt x="6" y="3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0" name="Freeform 218">
                <a:extLst>
                  <a:ext uri="{FF2B5EF4-FFF2-40B4-BE49-F238E27FC236}">
                    <a16:creationId xmlns:a16="http://schemas.microsoft.com/office/drawing/2014/main" id="{4798D368-7BBC-44ED-926C-AC7AAAD1F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481"/>
                <a:ext cx="7" cy="8"/>
              </a:xfrm>
              <a:custGeom>
                <a:avLst/>
                <a:gdLst>
                  <a:gd name="T0" fmla="*/ 28 w 3"/>
                  <a:gd name="T1" fmla="*/ 21 h 3"/>
                  <a:gd name="T2" fmla="*/ 0 w 3"/>
                  <a:gd name="T3" fmla="*/ 56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3" y="2"/>
                      <a:pt x="1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1" name="Freeform 219">
                <a:extLst>
                  <a:ext uri="{FF2B5EF4-FFF2-40B4-BE49-F238E27FC236}">
                    <a16:creationId xmlns:a16="http://schemas.microsoft.com/office/drawing/2014/main" id="{B5D75CA7-899B-4075-9D36-17E88AD6B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1475"/>
                <a:ext cx="17" cy="22"/>
              </a:xfrm>
              <a:custGeom>
                <a:avLst/>
                <a:gdLst>
                  <a:gd name="T0" fmla="*/ 70 w 7"/>
                  <a:gd name="T1" fmla="*/ 47 h 8"/>
                  <a:gd name="T2" fmla="*/ 41 w 7"/>
                  <a:gd name="T3" fmla="*/ 143 h 8"/>
                  <a:gd name="T4" fmla="*/ 41 w 7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2"/>
                    </a:moveTo>
                    <a:cubicBezTo>
                      <a:pt x="2" y="0"/>
                      <a:pt x="0" y="5"/>
                      <a:pt x="3" y="7"/>
                    </a:cubicBezTo>
                    <a:cubicBezTo>
                      <a:pt x="7" y="8"/>
                      <a:pt x="7" y="1"/>
                      <a:pt x="3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2" name="Freeform 220">
                <a:extLst>
                  <a:ext uri="{FF2B5EF4-FFF2-40B4-BE49-F238E27FC236}">
                    <a16:creationId xmlns:a16="http://schemas.microsoft.com/office/drawing/2014/main" id="{9DA9ECF6-1081-41AC-821D-26347803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499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27 h 1"/>
                  <a:gd name="T4" fmla="*/ 20 w 2"/>
                  <a:gd name="T5" fmla="*/ 0 h 1"/>
                  <a:gd name="T6" fmla="*/ 0 w 2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3" name="Freeform 221">
                <a:extLst>
                  <a:ext uri="{FF2B5EF4-FFF2-40B4-BE49-F238E27FC236}">
                    <a16:creationId xmlns:a16="http://schemas.microsoft.com/office/drawing/2014/main" id="{8D94DA59-5A6B-418D-B8F3-E7F09179A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499"/>
                <a:ext cx="33" cy="24"/>
              </a:xfrm>
              <a:custGeom>
                <a:avLst/>
                <a:gdLst>
                  <a:gd name="T0" fmla="*/ 117 w 13"/>
                  <a:gd name="T1" fmla="*/ 35 h 9"/>
                  <a:gd name="T2" fmla="*/ 129 w 13"/>
                  <a:gd name="T3" fmla="*/ 115 h 9"/>
                  <a:gd name="T4" fmla="*/ 63 w 13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7" y="2"/>
                    </a:moveTo>
                    <a:cubicBezTo>
                      <a:pt x="2" y="2"/>
                      <a:pt x="4" y="9"/>
                      <a:pt x="8" y="6"/>
                    </a:cubicBezTo>
                    <a:cubicBezTo>
                      <a:pt x="13" y="0"/>
                      <a:pt x="0" y="0"/>
                      <a:pt x="4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4" name="Freeform 222">
                <a:extLst>
                  <a:ext uri="{FF2B5EF4-FFF2-40B4-BE49-F238E27FC236}">
                    <a16:creationId xmlns:a16="http://schemas.microsoft.com/office/drawing/2014/main" id="{E4D6DAA8-DDB8-43D1-A236-F1523BE2B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521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12 w 3"/>
                  <a:gd name="T3" fmla="*/ 63 h 4"/>
                  <a:gd name="T4" fmla="*/ 28 w 3"/>
                  <a:gd name="T5" fmla="*/ 0 h 4"/>
                  <a:gd name="T6" fmla="*/ 28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3" y="3"/>
                      <a:pt x="3" y="1"/>
                      <a:pt x="2" y="0"/>
                    </a:cubicBez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5" name="Freeform 223">
                <a:extLst>
                  <a:ext uri="{FF2B5EF4-FFF2-40B4-BE49-F238E27FC236}">
                    <a16:creationId xmlns:a16="http://schemas.microsoft.com/office/drawing/2014/main" id="{3BFD20C1-435E-4C34-A664-125E153B1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529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33 w 4"/>
                  <a:gd name="T3" fmla="*/ 63 h 4"/>
                  <a:gd name="T4" fmla="*/ 33 w 4"/>
                  <a:gd name="T5" fmla="*/ 0 h 4"/>
                  <a:gd name="T6" fmla="*/ 20 w 4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4" y="3"/>
                      <a:pt x="4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6" name="Freeform 224">
                <a:extLst>
                  <a:ext uri="{FF2B5EF4-FFF2-40B4-BE49-F238E27FC236}">
                    <a16:creationId xmlns:a16="http://schemas.microsoft.com/office/drawing/2014/main" id="{322591C0-BF09-489B-9A46-06BF05461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577"/>
                <a:ext cx="15" cy="21"/>
              </a:xfrm>
              <a:custGeom>
                <a:avLst/>
                <a:gdLst>
                  <a:gd name="T0" fmla="*/ 83 w 6"/>
                  <a:gd name="T1" fmla="*/ 55 h 8"/>
                  <a:gd name="T2" fmla="*/ 33 w 6"/>
                  <a:gd name="T3" fmla="*/ 110 h 8"/>
                  <a:gd name="T4" fmla="*/ 63 w 6"/>
                  <a:gd name="T5" fmla="*/ 0 h 8"/>
                  <a:gd name="T6" fmla="*/ 50 w 6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5" y="3"/>
                    </a:moveTo>
                    <a:cubicBezTo>
                      <a:pt x="3" y="0"/>
                      <a:pt x="0" y="4"/>
                      <a:pt x="2" y="6"/>
                    </a:cubicBezTo>
                    <a:cubicBezTo>
                      <a:pt x="5" y="8"/>
                      <a:pt x="6" y="2"/>
                      <a:pt x="4" y="0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7" name="Freeform 225">
                <a:extLst>
                  <a:ext uri="{FF2B5EF4-FFF2-40B4-BE49-F238E27FC236}">
                    <a16:creationId xmlns:a16="http://schemas.microsoft.com/office/drawing/2014/main" id="{DA20F2B2-E9BA-4E59-A533-32C21DEFE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606"/>
                <a:ext cx="22" cy="24"/>
              </a:xfrm>
              <a:custGeom>
                <a:avLst/>
                <a:gdLst>
                  <a:gd name="T0" fmla="*/ 90 w 9"/>
                  <a:gd name="T1" fmla="*/ 35 h 9"/>
                  <a:gd name="T2" fmla="*/ 59 w 9"/>
                  <a:gd name="T3" fmla="*/ 149 h 9"/>
                  <a:gd name="T4" fmla="*/ 59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2"/>
                    </a:moveTo>
                    <a:cubicBezTo>
                      <a:pt x="2" y="0"/>
                      <a:pt x="0" y="7"/>
                      <a:pt x="4" y="8"/>
                    </a:cubicBezTo>
                    <a:cubicBezTo>
                      <a:pt x="7" y="9"/>
                      <a:pt x="9" y="1"/>
                      <a:pt x="4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8" name="Freeform 226">
                <a:extLst>
                  <a:ext uri="{FF2B5EF4-FFF2-40B4-BE49-F238E27FC236}">
                    <a16:creationId xmlns:a16="http://schemas.microsoft.com/office/drawing/2014/main" id="{5E7D4B34-9FCB-4FD9-87C8-5EE71FC8E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62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9" name="Freeform 227">
                <a:extLst>
                  <a:ext uri="{FF2B5EF4-FFF2-40B4-BE49-F238E27FC236}">
                    <a16:creationId xmlns:a16="http://schemas.microsoft.com/office/drawing/2014/main" id="{F2C68B2A-BEC0-4FC2-A0C6-D68F041F7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331"/>
                <a:ext cx="20" cy="27"/>
              </a:xfrm>
              <a:custGeom>
                <a:avLst/>
                <a:gdLst>
                  <a:gd name="T0" fmla="*/ 50 w 8"/>
                  <a:gd name="T1" fmla="*/ 81 h 10"/>
                  <a:gd name="T2" fmla="*/ 63 w 8"/>
                  <a:gd name="T3" fmla="*/ 159 h 10"/>
                  <a:gd name="T4" fmla="*/ 33 w 8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4"/>
                    </a:moveTo>
                    <a:cubicBezTo>
                      <a:pt x="0" y="5"/>
                      <a:pt x="1" y="10"/>
                      <a:pt x="4" y="8"/>
                    </a:cubicBezTo>
                    <a:cubicBezTo>
                      <a:pt x="8" y="6"/>
                      <a:pt x="5" y="0"/>
                      <a:pt x="2" y="4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0" name="Freeform 228">
                <a:extLst>
                  <a:ext uri="{FF2B5EF4-FFF2-40B4-BE49-F238E27FC236}">
                    <a16:creationId xmlns:a16="http://schemas.microsoft.com/office/drawing/2014/main" id="{8F48D332-7CD2-428F-AD78-E499F151F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358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0 w 3"/>
                  <a:gd name="T3" fmla="*/ 33 h 2"/>
                  <a:gd name="T4" fmla="*/ 21 w 3"/>
                  <a:gd name="T5" fmla="*/ 0 h 2"/>
                  <a:gd name="T6" fmla="*/ 0 w 3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2"/>
                      <a:pt x="3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1" name="Freeform 229">
                <a:extLst>
                  <a:ext uri="{FF2B5EF4-FFF2-40B4-BE49-F238E27FC236}">
                    <a16:creationId xmlns:a16="http://schemas.microsoft.com/office/drawing/2014/main" id="{B8925EA1-3D66-4A3D-848F-34372DB74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321"/>
                <a:ext cx="15" cy="18"/>
              </a:xfrm>
              <a:custGeom>
                <a:avLst/>
                <a:gdLst>
                  <a:gd name="T0" fmla="*/ 83 w 6"/>
                  <a:gd name="T1" fmla="*/ 21 h 7"/>
                  <a:gd name="T2" fmla="*/ 95 w 6"/>
                  <a:gd name="T3" fmla="*/ 67 h 7"/>
                  <a:gd name="T4" fmla="*/ 63 w 6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0" y="0"/>
                      <a:pt x="1" y="7"/>
                      <a:pt x="6" y="4"/>
                    </a:cubicBezTo>
                    <a:cubicBezTo>
                      <a:pt x="6" y="3"/>
                      <a:pt x="5" y="2"/>
                      <a:pt x="4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2" name="Freeform 230">
                <a:extLst>
                  <a:ext uri="{FF2B5EF4-FFF2-40B4-BE49-F238E27FC236}">
                    <a16:creationId xmlns:a16="http://schemas.microsoft.com/office/drawing/2014/main" id="{27C010CE-21EC-4F6F-8B3A-0EB9CDE1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34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12 w 3"/>
                  <a:gd name="T3" fmla="*/ 56 h 3"/>
                  <a:gd name="T4" fmla="*/ 28 w 3"/>
                  <a:gd name="T5" fmla="*/ 0 h 3"/>
                  <a:gd name="T6" fmla="*/ 12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3" name="Freeform 231">
                <a:extLst>
                  <a:ext uri="{FF2B5EF4-FFF2-40B4-BE49-F238E27FC236}">
                    <a16:creationId xmlns:a16="http://schemas.microsoft.com/office/drawing/2014/main" id="{08A3D564-8478-41BB-AA00-F8F6C42A3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313"/>
                <a:ext cx="10" cy="16"/>
              </a:xfrm>
              <a:custGeom>
                <a:avLst/>
                <a:gdLst>
                  <a:gd name="T0" fmla="*/ 0 w 4"/>
                  <a:gd name="T1" fmla="*/ 77 h 6"/>
                  <a:gd name="T2" fmla="*/ 20 w 4"/>
                  <a:gd name="T3" fmla="*/ 115 h 6"/>
                  <a:gd name="T4" fmla="*/ 33 w 4"/>
                  <a:gd name="T5" fmla="*/ 0 h 6"/>
                  <a:gd name="T6" fmla="*/ 20 w 4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5"/>
                      <a:pt x="0" y="5"/>
                      <a:pt x="1" y="6"/>
                    </a:cubicBezTo>
                    <a:cubicBezTo>
                      <a:pt x="4" y="6"/>
                      <a:pt x="4" y="2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4" name="Freeform 232">
                <a:extLst>
                  <a:ext uri="{FF2B5EF4-FFF2-40B4-BE49-F238E27FC236}">
                    <a16:creationId xmlns:a16="http://schemas.microsoft.com/office/drawing/2014/main" id="{27B41021-E12C-4A40-8712-CC0AB15C0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369"/>
                <a:ext cx="18" cy="18"/>
              </a:xfrm>
              <a:custGeom>
                <a:avLst/>
                <a:gdLst>
                  <a:gd name="T0" fmla="*/ 54 w 7"/>
                  <a:gd name="T1" fmla="*/ 0 h 7"/>
                  <a:gd name="T2" fmla="*/ 54 w 7"/>
                  <a:gd name="T3" fmla="*/ 100 h 7"/>
                  <a:gd name="T4" fmla="*/ 67 w 7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1"/>
                      <a:pt x="0" y="5"/>
                      <a:pt x="3" y="6"/>
                    </a:cubicBezTo>
                    <a:cubicBezTo>
                      <a:pt x="7" y="7"/>
                      <a:pt x="7" y="2"/>
                      <a:pt x="4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5" name="Freeform 233">
                <a:extLst>
                  <a:ext uri="{FF2B5EF4-FFF2-40B4-BE49-F238E27FC236}">
                    <a16:creationId xmlns:a16="http://schemas.microsoft.com/office/drawing/2014/main" id="{AB7A7224-C32F-47EF-BF02-9EBA2855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390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21 w 3"/>
                  <a:gd name="T3" fmla="*/ 56 h 3"/>
                  <a:gd name="T4" fmla="*/ 56 w 3"/>
                  <a:gd name="T5" fmla="*/ 21 h 3"/>
                  <a:gd name="T6" fmla="*/ 21 w 3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2" y="0"/>
                      <a:pt x="2" y="1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6" name="Freeform 234">
                <a:extLst>
                  <a:ext uri="{FF2B5EF4-FFF2-40B4-BE49-F238E27FC236}">
                    <a16:creationId xmlns:a16="http://schemas.microsoft.com/office/drawing/2014/main" id="{90F9E45D-32BE-4970-BD01-8C00B7383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41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0 w 2"/>
                  <a:gd name="T3" fmla="*/ 56 h 3"/>
                  <a:gd name="T4" fmla="*/ 0 w 2"/>
                  <a:gd name="T5" fmla="*/ 0 h 3"/>
                  <a:gd name="T6" fmla="*/ 0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7" name="Freeform 235">
                <a:extLst>
                  <a:ext uri="{FF2B5EF4-FFF2-40B4-BE49-F238E27FC236}">
                    <a16:creationId xmlns:a16="http://schemas.microsoft.com/office/drawing/2014/main" id="{CD1F7BFD-F44B-4108-A527-FF868A404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441"/>
                <a:ext cx="37" cy="26"/>
              </a:xfrm>
              <a:custGeom>
                <a:avLst/>
                <a:gdLst>
                  <a:gd name="T0" fmla="*/ 133 w 15"/>
                  <a:gd name="T1" fmla="*/ 0 h 10"/>
                  <a:gd name="T2" fmla="*/ 165 w 15"/>
                  <a:gd name="T3" fmla="*/ 177 h 10"/>
                  <a:gd name="T4" fmla="*/ 224 w 15"/>
                  <a:gd name="T5" fmla="*/ 10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cubicBezTo>
                      <a:pt x="0" y="2"/>
                      <a:pt x="9" y="7"/>
                      <a:pt x="11" y="10"/>
                    </a:cubicBezTo>
                    <a:cubicBezTo>
                      <a:pt x="13" y="9"/>
                      <a:pt x="14" y="8"/>
                      <a:pt x="15" y="6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8" name="Freeform 236">
                <a:extLst>
                  <a:ext uri="{FF2B5EF4-FFF2-40B4-BE49-F238E27FC236}">
                    <a16:creationId xmlns:a16="http://schemas.microsoft.com/office/drawing/2014/main" id="{45CF1E9E-6CFB-4308-B44D-814B2B077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1401"/>
                <a:ext cx="10" cy="21"/>
              </a:xfrm>
              <a:custGeom>
                <a:avLst/>
                <a:gdLst>
                  <a:gd name="T0" fmla="*/ 0 w 4"/>
                  <a:gd name="T1" fmla="*/ 21 h 8"/>
                  <a:gd name="T2" fmla="*/ 33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1"/>
                    </a:moveTo>
                    <a:cubicBezTo>
                      <a:pt x="4" y="0"/>
                      <a:pt x="4" y="7"/>
                      <a:pt x="2" y="8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9" name="Freeform 237">
                <a:extLst>
                  <a:ext uri="{FF2B5EF4-FFF2-40B4-BE49-F238E27FC236}">
                    <a16:creationId xmlns:a16="http://schemas.microsoft.com/office/drawing/2014/main" id="{23D4CDDB-6D75-4578-833B-8DB442731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433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12 w 3"/>
                  <a:gd name="T3" fmla="*/ 0 h 4"/>
                  <a:gd name="T4" fmla="*/ 12 w 3"/>
                  <a:gd name="T5" fmla="*/ 63 h 4"/>
                  <a:gd name="T6" fmla="*/ 0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1"/>
                      <a:pt x="3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0" name="Freeform 238">
                <a:extLst>
                  <a:ext uri="{FF2B5EF4-FFF2-40B4-BE49-F238E27FC236}">
                    <a16:creationId xmlns:a16="http://schemas.microsoft.com/office/drawing/2014/main" id="{F50B802F-E8A0-43FB-8DFE-E17A3D146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374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0" y="2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1" name="Freeform 239">
                <a:extLst>
                  <a:ext uri="{FF2B5EF4-FFF2-40B4-BE49-F238E27FC236}">
                    <a16:creationId xmlns:a16="http://schemas.microsoft.com/office/drawing/2014/main" id="{9F4D9460-4A87-41B0-8B55-29FEC0370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417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56 w 3"/>
                  <a:gd name="T3" fmla="*/ 20 h 2"/>
                  <a:gd name="T4" fmla="*/ 0 w 3"/>
                  <a:gd name="T5" fmla="*/ 20 h 2"/>
                  <a:gd name="T6" fmla="*/ 21 w 3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2" name="Freeform 240">
                <a:extLst>
                  <a:ext uri="{FF2B5EF4-FFF2-40B4-BE49-F238E27FC236}">
                    <a16:creationId xmlns:a16="http://schemas.microsoft.com/office/drawing/2014/main" id="{7E7E2A7C-2829-4844-A140-289E60396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438"/>
                <a:ext cx="12" cy="24"/>
              </a:xfrm>
              <a:custGeom>
                <a:avLst/>
                <a:gdLst>
                  <a:gd name="T0" fmla="*/ 0 w 5"/>
                  <a:gd name="T1" fmla="*/ 93 h 9"/>
                  <a:gd name="T2" fmla="*/ 29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cubicBezTo>
                      <a:pt x="1" y="0"/>
                      <a:pt x="5" y="6"/>
                      <a:pt x="2" y="9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3" name="Freeform 241">
                <a:extLst>
                  <a:ext uri="{FF2B5EF4-FFF2-40B4-BE49-F238E27FC236}">
                    <a16:creationId xmlns:a16="http://schemas.microsoft.com/office/drawing/2014/main" id="{7544335F-53FA-457B-BD29-06FF1D69E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465"/>
                <a:ext cx="20" cy="21"/>
              </a:xfrm>
              <a:custGeom>
                <a:avLst/>
                <a:gdLst>
                  <a:gd name="T0" fmla="*/ 63 w 8"/>
                  <a:gd name="T1" fmla="*/ 76 h 8"/>
                  <a:gd name="T2" fmla="*/ 63 w 8"/>
                  <a:gd name="T3" fmla="*/ 76 h 8"/>
                  <a:gd name="T4" fmla="*/ 33 w 8"/>
                  <a:gd name="T5" fmla="*/ 21 h 8"/>
                  <a:gd name="T6" fmla="*/ 95 w 8"/>
                  <a:gd name="T7" fmla="*/ 89 h 8"/>
                  <a:gd name="T8" fmla="*/ 33 w 8"/>
                  <a:gd name="T9" fmla="*/ 3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4"/>
                    </a:moveTo>
                    <a:cubicBezTo>
                      <a:pt x="4" y="4"/>
                      <a:pt x="3" y="5"/>
                      <a:pt x="4" y="4"/>
                    </a:cubicBezTo>
                    <a:cubicBezTo>
                      <a:pt x="4" y="3"/>
                      <a:pt x="3" y="1"/>
                      <a:pt x="2" y="1"/>
                    </a:cubicBezTo>
                    <a:cubicBezTo>
                      <a:pt x="0" y="3"/>
                      <a:pt x="3" y="8"/>
                      <a:pt x="6" y="5"/>
                    </a:cubicBezTo>
                    <a:cubicBezTo>
                      <a:pt x="8" y="4"/>
                      <a:pt x="4" y="0"/>
                      <a:pt x="2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4" name="Freeform 242">
                <a:extLst>
                  <a:ext uri="{FF2B5EF4-FFF2-40B4-BE49-F238E27FC236}">
                    <a16:creationId xmlns:a16="http://schemas.microsoft.com/office/drawing/2014/main" id="{0AF83987-2962-48E9-A714-8B072F398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489"/>
                <a:ext cx="10" cy="13"/>
              </a:xfrm>
              <a:custGeom>
                <a:avLst/>
                <a:gdLst>
                  <a:gd name="T0" fmla="*/ 63 w 4"/>
                  <a:gd name="T1" fmla="*/ 21 h 5"/>
                  <a:gd name="T2" fmla="*/ 63 w 4"/>
                  <a:gd name="T3" fmla="*/ 55 h 5"/>
                  <a:gd name="T4" fmla="*/ 33 w 4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3" y="2"/>
                      <a:pt x="2" y="3"/>
                      <a:pt x="4" y="3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5" name="Freeform 243">
                <a:extLst>
                  <a:ext uri="{FF2B5EF4-FFF2-40B4-BE49-F238E27FC236}">
                    <a16:creationId xmlns:a16="http://schemas.microsoft.com/office/drawing/2014/main" id="{11EDA60B-D0C4-4DA2-B9A6-326A7D5BF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507"/>
                <a:ext cx="17" cy="24"/>
              </a:xfrm>
              <a:custGeom>
                <a:avLst/>
                <a:gdLst>
                  <a:gd name="T0" fmla="*/ 0 w 7"/>
                  <a:gd name="T1" fmla="*/ 77 h 9"/>
                  <a:gd name="T2" fmla="*/ 12 w 7"/>
                  <a:gd name="T3" fmla="*/ 171 h 9"/>
                  <a:gd name="T4" fmla="*/ 0 w 7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4"/>
                    </a:moveTo>
                    <a:cubicBezTo>
                      <a:pt x="2" y="0"/>
                      <a:pt x="7" y="7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6" name="Freeform 244">
                <a:extLst>
                  <a:ext uri="{FF2B5EF4-FFF2-40B4-BE49-F238E27FC236}">
                    <a16:creationId xmlns:a16="http://schemas.microsoft.com/office/drawing/2014/main" id="{0AA92D8F-A0AC-4A72-AA98-DC0AB0DF4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26"/>
                <a:ext cx="2" cy="8"/>
              </a:xfrm>
              <a:custGeom>
                <a:avLst/>
                <a:gdLst>
                  <a:gd name="T0" fmla="*/ 8 w 1"/>
                  <a:gd name="T1" fmla="*/ 35 h 3"/>
                  <a:gd name="T2" fmla="*/ 8 w 1"/>
                  <a:gd name="T3" fmla="*/ 35 h 3"/>
                  <a:gd name="T4" fmla="*/ 0 w 1"/>
                  <a:gd name="T5" fmla="*/ 0 h 3"/>
                  <a:gd name="T6" fmla="*/ 0 w 1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7" name="Freeform 245">
                <a:extLst>
                  <a:ext uri="{FF2B5EF4-FFF2-40B4-BE49-F238E27FC236}">
                    <a16:creationId xmlns:a16="http://schemas.microsoft.com/office/drawing/2014/main" id="{6A991313-9E5E-4BB3-A612-6B0D254EB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539"/>
                <a:ext cx="23" cy="30"/>
              </a:xfrm>
              <a:custGeom>
                <a:avLst/>
                <a:gdLst>
                  <a:gd name="T0" fmla="*/ 0 w 9"/>
                  <a:gd name="T1" fmla="*/ 120 h 11"/>
                  <a:gd name="T2" fmla="*/ 66 w 9"/>
                  <a:gd name="T3" fmla="*/ 224 h 11"/>
                  <a:gd name="T4" fmla="*/ 33 w 9"/>
                  <a:gd name="T5" fmla="*/ 14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cubicBezTo>
                      <a:pt x="3" y="0"/>
                      <a:pt x="9" y="8"/>
                      <a:pt x="4" y="11"/>
                    </a:cubicBezTo>
                    <a:cubicBezTo>
                      <a:pt x="3" y="11"/>
                      <a:pt x="2" y="9"/>
                      <a:pt x="2" y="7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8" name="Freeform 246">
                <a:extLst>
                  <a:ext uri="{FF2B5EF4-FFF2-40B4-BE49-F238E27FC236}">
                    <a16:creationId xmlns:a16="http://schemas.microsoft.com/office/drawing/2014/main" id="{2CF27B50-DACD-486A-8C67-D7F223BF0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57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33 h 2"/>
                  <a:gd name="T4" fmla="*/ 20 w 2"/>
                  <a:gd name="T5" fmla="*/ 0 h 2"/>
                  <a:gd name="T6" fmla="*/ 2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9" name="Freeform 247">
                <a:extLst>
                  <a:ext uri="{FF2B5EF4-FFF2-40B4-BE49-F238E27FC236}">
                    <a16:creationId xmlns:a16="http://schemas.microsoft.com/office/drawing/2014/main" id="{10C0E5B8-7D5E-4F39-9C89-9ADA47086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641"/>
                <a:ext cx="25" cy="37"/>
              </a:xfrm>
              <a:custGeom>
                <a:avLst/>
                <a:gdLst>
                  <a:gd name="T0" fmla="*/ 50 w 10"/>
                  <a:gd name="T1" fmla="*/ 77 h 14"/>
                  <a:gd name="T2" fmla="*/ 95 w 10"/>
                  <a:gd name="T3" fmla="*/ 182 h 14"/>
                  <a:gd name="T4" fmla="*/ 20 w 10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3" y="4"/>
                    </a:moveTo>
                    <a:cubicBezTo>
                      <a:pt x="1" y="7"/>
                      <a:pt x="3" y="14"/>
                      <a:pt x="6" y="10"/>
                    </a:cubicBezTo>
                    <a:cubicBezTo>
                      <a:pt x="10" y="6"/>
                      <a:pt x="0" y="0"/>
                      <a:pt x="1" y="6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0" name="Freeform 248">
                <a:extLst>
                  <a:ext uri="{FF2B5EF4-FFF2-40B4-BE49-F238E27FC236}">
                    <a16:creationId xmlns:a16="http://schemas.microsoft.com/office/drawing/2014/main" id="{74B3922E-CFA7-4686-907A-72BFBCF37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68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56 h 3"/>
                  <a:gd name="T4" fmla="*/ 20 w 2"/>
                  <a:gd name="T5" fmla="*/ 0 h 3"/>
                  <a:gd name="T6" fmla="*/ 0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1" name="Freeform 249">
                <a:extLst>
                  <a:ext uri="{FF2B5EF4-FFF2-40B4-BE49-F238E27FC236}">
                    <a16:creationId xmlns:a16="http://schemas.microsoft.com/office/drawing/2014/main" id="{B0BCA1CE-6515-4ADE-A6A0-F299E4908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611"/>
                <a:ext cx="17" cy="22"/>
              </a:xfrm>
              <a:custGeom>
                <a:avLst/>
                <a:gdLst>
                  <a:gd name="T0" fmla="*/ 12 w 7"/>
                  <a:gd name="T1" fmla="*/ 47 h 8"/>
                  <a:gd name="T2" fmla="*/ 70 w 7"/>
                  <a:gd name="T3" fmla="*/ 129 h 8"/>
                  <a:gd name="T4" fmla="*/ 0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1" y="4"/>
                      <a:pt x="3" y="8"/>
                      <a:pt x="5" y="6"/>
                    </a:cubicBezTo>
                    <a:cubicBezTo>
                      <a:pt x="7" y="3"/>
                      <a:pt x="3" y="0"/>
                      <a:pt x="0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2" name="Freeform 250">
                <a:extLst>
                  <a:ext uri="{FF2B5EF4-FFF2-40B4-BE49-F238E27FC236}">
                    <a16:creationId xmlns:a16="http://schemas.microsoft.com/office/drawing/2014/main" id="{9EDBAE89-7EE8-4711-9629-14371138B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59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56 h 3"/>
                  <a:gd name="T4" fmla="*/ 20 w 2"/>
                  <a:gd name="T5" fmla="*/ 0 h 3"/>
                  <a:gd name="T6" fmla="*/ 20 w 2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2" y="2"/>
                      <a:pt x="2" y="2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3" name="Freeform 251">
                <a:extLst>
                  <a:ext uri="{FF2B5EF4-FFF2-40B4-BE49-F238E27FC236}">
                    <a16:creationId xmlns:a16="http://schemas.microsoft.com/office/drawing/2014/main" id="{005D94AB-D899-4465-A64F-D0F9A0875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715"/>
                <a:ext cx="13" cy="14"/>
              </a:xfrm>
              <a:custGeom>
                <a:avLst/>
                <a:gdLst>
                  <a:gd name="T0" fmla="*/ 0 w 5"/>
                  <a:gd name="T1" fmla="*/ 87 h 5"/>
                  <a:gd name="T2" fmla="*/ 88 w 5"/>
                  <a:gd name="T3" fmla="*/ 48 h 5"/>
                  <a:gd name="T4" fmla="*/ 21 w 5"/>
                  <a:gd name="T5" fmla="*/ 6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3" y="5"/>
                      <a:pt x="5" y="4"/>
                      <a:pt x="5" y="2"/>
                    </a:cubicBezTo>
                    <a:cubicBezTo>
                      <a:pt x="3" y="0"/>
                      <a:pt x="0" y="1"/>
                      <a:pt x="1" y="3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4" name="Freeform 252">
                <a:extLst>
                  <a:ext uri="{FF2B5EF4-FFF2-40B4-BE49-F238E27FC236}">
                    <a16:creationId xmlns:a16="http://schemas.microsoft.com/office/drawing/2014/main" id="{204B82A3-BAAC-4726-9803-5B381678D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734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5 w 3"/>
                  <a:gd name="T3" fmla="*/ 83 h 4"/>
                  <a:gd name="T4" fmla="*/ 2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3" y="2"/>
                      <a:pt x="3" y="1"/>
                      <a:pt x="1" y="0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5" name="Freeform 253">
                <a:extLst>
                  <a:ext uri="{FF2B5EF4-FFF2-40B4-BE49-F238E27FC236}">
                    <a16:creationId xmlns:a16="http://schemas.microsoft.com/office/drawing/2014/main" id="{40642A95-7E84-4A97-A7DC-B446F576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702"/>
                <a:ext cx="5" cy="13"/>
              </a:xfrm>
              <a:custGeom>
                <a:avLst/>
                <a:gdLst>
                  <a:gd name="T0" fmla="*/ 0 w 2"/>
                  <a:gd name="T1" fmla="*/ 21 h 5"/>
                  <a:gd name="T2" fmla="*/ 20 w 2"/>
                  <a:gd name="T3" fmla="*/ 88 h 5"/>
                  <a:gd name="T4" fmla="*/ 33 w 2"/>
                  <a:gd name="T5" fmla="*/ 0 h 5"/>
                  <a:gd name="T6" fmla="*/ 20 w 2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1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6" name="Freeform 254">
                <a:extLst>
                  <a:ext uri="{FF2B5EF4-FFF2-40B4-BE49-F238E27FC236}">
                    <a16:creationId xmlns:a16="http://schemas.microsoft.com/office/drawing/2014/main" id="{2AEB0202-6A83-48ED-A7B9-E06721F14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721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0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3" y="3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7" name="Freeform 255">
                <a:extLst>
                  <a:ext uri="{FF2B5EF4-FFF2-40B4-BE49-F238E27FC236}">
                    <a16:creationId xmlns:a16="http://schemas.microsoft.com/office/drawing/2014/main" id="{3F742A35-AD9B-4AF3-90C7-71B59FA5E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0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33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8" name="Freeform 256">
                <a:extLst>
                  <a:ext uri="{FF2B5EF4-FFF2-40B4-BE49-F238E27FC236}">
                    <a16:creationId xmlns:a16="http://schemas.microsoft.com/office/drawing/2014/main" id="{818A2C66-64DA-481F-9E50-A385F2491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678"/>
                <a:ext cx="8" cy="11"/>
              </a:xfrm>
              <a:custGeom>
                <a:avLst/>
                <a:gdLst>
                  <a:gd name="T0" fmla="*/ 21 w 3"/>
                  <a:gd name="T1" fmla="*/ 83 h 4"/>
                  <a:gd name="T2" fmla="*/ 0 w 3"/>
                  <a:gd name="T3" fmla="*/ 47 h 4"/>
                  <a:gd name="T4" fmla="*/ 21 w 3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3" y="0"/>
                      <a:pt x="1" y="2"/>
                      <a:pt x="1" y="2"/>
                    </a:cubicBezTo>
                  </a:path>
                </a:pathLst>
              </a:custGeom>
              <a:solidFill>
                <a:srgbClr val="F8C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9" name="Freeform 257">
                <a:extLst>
                  <a:ext uri="{FF2B5EF4-FFF2-40B4-BE49-F238E27FC236}">
                    <a16:creationId xmlns:a16="http://schemas.microsoft.com/office/drawing/2014/main" id="{827B85A8-B822-480A-A85C-D91E89785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766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33 w 4"/>
                  <a:gd name="T3" fmla="*/ 83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4" y="2"/>
                      <a:pt x="3" y="0"/>
                      <a:pt x="1" y="0"/>
                    </a:cubicBezTo>
                  </a:path>
                </a:pathLst>
              </a:custGeom>
              <a:solidFill>
                <a:srgbClr val="FFD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80" name="Freeform 258">
                <a:extLst>
                  <a:ext uri="{FF2B5EF4-FFF2-40B4-BE49-F238E27FC236}">
                    <a16:creationId xmlns:a16="http://schemas.microsoft.com/office/drawing/2014/main" id="{7AB4F5D5-D5E5-4F2D-BDE3-B436B92B7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987"/>
                <a:ext cx="5" cy="11"/>
              </a:xfrm>
              <a:custGeom>
                <a:avLst/>
                <a:gdLst>
                  <a:gd name="T0" fmla="*/ 20 w 2"/>
                  <a:gd name="T1" fmla="*/ 22 h 4"/>
                  <a:gd name="T2" fmla="*/ 20 w 2"/>
                  <a:gd name="T3" fmla="*/ 83 h 4"/>
                  <a:gd name="T4" fmla="*/ 33 w 2"/>
                  <a:gd name="T5" fmla="*/ 22 h 4"/>
                  <a:gd name="T6" fmla="*/ 20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EF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81" name="Freeform 259">
                <a:extLst>
                  <a:ext uri="{FF2B5EF4-FFF2-40B4-BE49-F238E27FC236}">
                    <a16:creationId xmlns:a16="http://schemas.microsoft.com/office/drawing/2014/main" id="{6696B6FE-787D-4883-8869-5BE11E0C6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979"/>
                <a:ext cx="20" cy="24"/>
              </a:xfrm>
              <a:custGeom>
                <a:avLst/>
                <a:gdLst>
                  <a:gd name="T0" fmla="*/ 95 w 8"/>
                  <a:gd name="T1" fmla="*/ 115 h 9"/>
                  <a:gd name="T2" fmla="*/ 125 w 8"/>
                  <a:gd name="T3" fmla="*/ 77 h 9"/>
                  <a:gd name="T4" fmla="*/ 50 w 8"/>
                  <a:gd name="T5" fmla="*/ 171 h 9"/>
                  <a:gd name="T6" fmla="*/ 33 w 8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6" y="6"/>
                    </a:moveTo>
                    <a:cubicBezTo>
                      <a:pt x="0" y="3"/>
                      <a:pt x="7" y="0"/>
                      <a:pt x="8" y="4"/>
                    </a:cubicBezTo>
                    <a:cubicBezTo>
                      <a:pt x="8" y="5"/>
                      <a:pt x="5" y="8"/>
                      <a:pt x="3" y="9"/>
                    </a:cubicBezTo>
                    <a:cubicBezTo>
                      <a:pt x="3" y="8"/>
                      <a:pt x="2" y="8"/>
                      <a:pt x="2" y="7"/>
                    </a:cubicBezTo>
                  </a:path>
                </a:pathLst>
              </a:custGeom>
              <a:solidFill>
                <a:srgbClr val="EF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82" name="Freeform 260">
                <a:extLst>
                  <a:ext uri="{FF2B5EF4-FFF2-40B4-BE49-F238E27FC236}">
                    <a16:creationId xmlns:a16="http://schemas.microsoft.com/office/drawing/2014/main" id="{DC175DFA-DA57-4829-B341-CE68588B5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971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21 w 3"/>
                  <a:gd name="T3" fmla="*/ 83 h 4"/>
                  <a:gd name="T4" fmla="*/ 35 w 3"/>
                  <a:gd name="T5" fmla="*/ 0 h 4"/>
                  <a:gd name="T6" fmla="*/ 21 w 3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0" y="3"/>
                      <a:pt x="1" y="4"/>
                    </a:cubicBezTo>
                    <a:cubicBezTo>
                      <a:pt x="2" y="3"/>
                      <a:pt x="3" y="2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EF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331" name="Freeform 261">
              <a:extLst>
                <a:ext uri="{FF2B5EF4-FFF2-40B4-BE49-F238E27FC236}">
                  <a16:creationId xmlns:a16="http://schemas.microsoft.com/office/drawing/2014/main" id="{90D1163F-16A9-4220-B57D-B91091A3E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977"/>
              <a:ext cx="18" cy="24"/>
            </a:xfrm>
            <a:custGeom>
              <a:avLst/>
              <a:gdLst>
                <a:gd name="T0" fmla="*/ 21 w 7"/>
                <a:gd name="T1" fmla="*/ 93 h 9"/>
                <a:gd name="T2" fmla="*/ 21 w 7"/>
                <a:gd name="T3" fmla="*/ 149 h 9"/>
                <a:gd name="T4" fmla="*/ 0 w 7"/>
                <a:gd name="T5" fmla="*/ 115 h 9"/>
                <a:gd name="T6" fmla="*/ 33 w 7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1" y="5"/>
                  </a:moveTo>
                  <a:cubicBezTo>
                    <a:pt x="0" y="6"/>
                    <a:pt x="0" y="6"/>
                    <a:pt x="1" y="8"/>
                  </a:cubicBezTo>
                  <a:cubicBezTo>
                    <a:pt x="7" y="9"/>
                    <a:pt x="1" y="0"/>
                    <a:pt x="0" y="6"/>
                  </a:cubicBezTo>
                  <a:cubicBezTo>
                    <a:pt x="1" y="6"/>
                    <a:pt x="2" y="5"/>
                    <a:pt x="2" y="4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262">
              <a:extLst>
                <a:ext uri="{FF2B5EF4-FFF2-40B4-BE49-F238E27FC236}">
                  <a16:creationId xmlns:a16="http://schemas.microsoft.com/office/drawing/2014/main" id="{B8CF8EBA-41D9-420F-8E11-26E56BFE1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966"/>
              <a:ext cx="18" cy="11"/>
            </a:xfrm>
            <a:custGeom>
              <a:avLst/>
              <a:gdLst>
                <a:gd name="T0" fmla="*/ 33 w 7"/>
                <a:gd name="T1" fmla="*/ 83 h 4"/>
                <a:gd name="T2" fmla="*/ 33 w 7"/>
                <a:gd name="T3" fmla="*/ 0 h 4"/>
                <a:gd name="T4" fmla="*/ 54 w 7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4"/>
                  </a:moveTo>
                  <a:cubicBezTo>
                    <a:pt x="1" y="4"/>
                    <a:pt x="0" y="2"/>
                    <a:pt x="2" y="0"/>
                  </a:cubicBezTo>
                  <a:cubicBezTo>
                    <a:pt x="5" y="0"/>
                    <a:pt x="7" y="4"/>
                    <a:pt x="3" y="4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Freeform 263">
              <a:extLst>
                <a:ext uri="{FF2B5EF4-FFF2-40B4-BE49-F238E27FC236}">
                  <a16:creationId xmlns:a16="http://schemas.microsoft.com/office/drawing/2014/main" id="{1852ADEF-1B34-469D-9A84-5150EF619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950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12 w 3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4" name="Freeform 264">
              <a:extLst>
                <a:ext uri="{FF2B5EF4-FFF2-40B4-BE49-F238E27FC236}">
                  <a16:creationId xmlns:a16="http://schemas.microsoft.com/office/drawing/2014/main" id="{33622DD7-992E-4248-9575-CB881ACD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945"/>
              <a:ext cx="13" cy="16"/>
            </a:xfrm>
            <a:custGeom>
              <a:avLst/>
              <a:gdLst>
                <a:gd name="T0" fmla="*/ 34 w 5"/>
                <a:gd name="T1" fmla="*/ 77 h 6"/>
                <a:gd name="T2" fmla="*/ 0 w 5"/>
                <a:gd name="T3" fmla="*/ 56 h 6"/>
                <a:gd name="T4" fmla="*/ 34 w 5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4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3" y="0"/>
                    <a:pt x="5" y="6"/>
                    <a:pt x="2" y="5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5" name="Freeform 265">
              <a:extLst>
                <a:ext uri="{FF2B5EF4-FFF2-40B4-BE49-F238E27FC236}">
                  <a16:creationId xmlns:a16="http://schemas.microsoft.com/office/drawing/2014/main" id="{2A01CB8A-079F-4DA8-9A60-EBAF21EF8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939"/>
              <a:ext cx="3" cy="6"/>
            </a:xfrm>
            <a:custGeom>
              <a:avLst/>
              <a:gdLst>
                <a:gd name="T0" fmla="*/ 0 w 1"/>
                <a:gd name="T1" fmla="*/ 27 h 2"/>
                <a:gd name="T2" fmla="*/ 27 w 1"/>
                <a:gd name="T3" fmla="*/ 0 h 2"/>
                <a:gd name="T4" fmla="*/ 0 w 1"/>
                <a:gd name="T5" fmla="*/ 54 h 2"/>
                <a:gd name="T6" fmla="*/ 27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6" name="Freeform 266">
              <a:extLst>
                <a:ext uri="{FF2B5EF4-FFF2-40B4-BE49-F238E27FC236}">
                  <a16:creationId xmlns:a16="http://schemas.microsoft.com/office/drawing/2014/main" id="{BA66177D-A041-40A1-8F98-1FDD70B01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926"/>
              <a:ext cx="17" cy="19"/>
            </a:xfrm>
            <a:custGeom>
              <a:avLst/>
              <a:gdLst>
                <a:gd name="T0" fmla="*/ 58 w 7"/>
                <a:gd name="T1" fmla="*/ 22 h 7"/>
                <a:gd name="T2" fmla="*/ 87 w 7"/>
                <a:gd name="T3" fmla="*/ 141 h 7"/>
                <a:gd name="T4" fmla="*/ 41 w 7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0" y="2"/>
                    <a:pt x="3" y="6"/>
                    <a:pt x="6" y="7"/>
                  </a:cubicBezTo>
                  <a:cubicBezTo>
                    <a:pt x="6" y="4"/>
                    <a:pt x="7" y="0"/>
                    <a:pt x="3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7" name="Freeform 267">
              <a:extLst>
                <a:ext uri="{FF2B5EF4-FFF2-40B4-BE49-F238E27FC236}">
                  <a16:creationId xmlns:a16="http://schemas.microsoft.com/office/drawing/2014/main" id="{668B5D11-ED34-482D-B257-F1ED5675A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1939"/>
              <a:ext cx="12" cy="14"/>
            </a:xfrm>
            <a:custGeom>
              <a:avLst/>
              <a:gdLst>
                <a:gd name="T0" fmla="*/ 29 w 5"/>
                <a:gd name="T1" fmla="*/ 22 h 5"/>
                <a:gd name="T2" fmla="*/ 12 w 5"/>
                <a:gd name="T3" fmla="*/ 109 h 5"/>
                <a:gd name="T4" fmla="*/ 58 w 5"/>
                <a:gd name="T5" fmla="*/ 0 h 5"/>
                <a:gd name="T6" fmla="*/ 29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5" y="3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8" name="Freeform 268">
              <a:extLst>
                <a:ext uri="{FF2B5EF4-FFF2-40B4-BE49-F238E27FC236}">
                  <a16:creationId xmlns:a16="http://schemas.microsoft.com/office/drawing/2014/main" id="{F59A683A-F692-4011-8A2B-82BC83710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915"/>
              <a:ext cx="10" cy="14"/>
            </a:xfrm>
            <a:custGeom>
              <a:avLst/>
              <a:gdLst>
                <a:gd name="T0" fmla="*/ 63 w 4"/>
                <a:gd name="T1" fmla="*/ 87 h 5"/>
                <a:gd name="T2" fmla="*/ 63 w 4"/>
                <a:gd name="T3" fmla="*/ 48 h 5"/>
                <a:gd name="T4" fmla="*/ 33 w 4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0" y="5"/>
                    <a:pt x="1" y="0"/>
                    <a:pt x="4" y="2"/>
                  </a:cubicBezTo>
                  <a:cubicBezTo>
                    <a:pt x="4" y="4"/>
                    <a:pt x="4" y="4"/>
                    <a:pt x="2" y="4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9" name="Freeform 269">
              <a:extLst>
                <a:ext uri="{FF2B5EF4-FFF2-40B4-BE49-F238E27FC236}">
                  <a16:creationId xmlns:a16="http://schemas.microsoft.com/office/drawing/2014/main" id="{9BF4A0BE-6BB1-4B79-A600-D05707BC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1913"/>
              <a:ext cx="7" cy="5"/>
            </a:xfrm>
            <a:custGeom>
              <a:avLst/>
              <a:gdLst>
                <a:gd name="T0" fmla="*/ 37 w 3"/>
                <a:gd name="T1" fmla="*/ 33 h 2"/>
                <a:gd name="T2" fmla="*/ 12 w 3"/>
                <a:gd name="T3" fmla="*/ 0 h 2"/>
                <a:gd name="T4" fmla="*/ 28 w 3"/>
                <a:gd name="T5" fmla="*/ 20 h 2"/>
                <a:gd name="T6" fmla="*/ 28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0" y="2"/>
                    <a:pt x="1" y="0"/>
                  </a:cubicBezTo>
                  <a:cubicBezTo>
                    <a:pt x="2" y="0"/>
                    <a:pt x="1" y="1"/>
                    <a:pt x="2" y="1"/>
                  </a:cubicBezTo>
                  <a:cubicBezTo>
                    <a:pt x="2" y="2"/>
                    <a:pt x="2" y="1"/>
                    <a:pt x="2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0" name="Freeform 270">
              <a:extLst>
                <a:ext uri="{FF2B5EF4-FFF2-40B4-BE49-F238E27FC236}">
                  <a16:creationId xmlns:a16="http://schemas.microsoft.com/office/drawing/2014/main" id="{1DAA2F07-A38B-4BB9-8F98-4956E96A6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881"/>
              <a:ext cx="13" cy="24"/>
            </a:xfrm>
            <a:custGeom>
              <a:avLst/>
              <a:gdLst>
                <a:gd name="T0" fmla="*/ 68 w 5"/>
                <a:gd name="T1" fmla="*/ 35 h 9"/>
                <a:gd name="T2" fmla="*/ 88 w 5"/>
                <a:gd name="T3" fmla="*/ 77 h 9"/>
                <a:gd name="T4" fmla="*/ 34 w 5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2"/>
                  </a:moveTo>
                  <a:cubicBezTo>
                    <a:pt x="0" y="0"/>
                    <a:pt x="2" y="9"/>
                    <a:pt x="5" y="4"/>
                  </a:cubicBezTo>
                  <a:cubicBezTo>
                    <a:pt x="5" y="2"/>
                    <a:pt x="4" y="2"/>
                    <a:pt x="2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1" name="Freeform 271">
              <a:extLst>
                <a:ext uri="{FF2B5EF4-FFF2-40B4-BE49-F238E27FC236}">
                  <a16:creationId xmlns:a16="http://schemas.microsoft.com/office/drawing/2014/main" id="{63647C39-AA43-4371-84A5-6650A5AC1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1878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0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1"/>
                    <a:pt x="1" y="2"/>
                    <a:pt x="2" y="0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272">
              <a:extLst>
                <a:ext uri="{FF2B5EF4-FFF2-40B4-BE49-F238E27FC236}">
                  <a16:creationId xmlns:a16="http://schemas.microsoft.com/office/drawing/2014/main" id="{23D1F706-4368-4630-A018-3661F47C8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870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33 w 2"/>
                <a:gd name="T3" fmla="*/ 0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2"/>
                    <a:pt x="2" y="3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273">
              <a:extLst>
                <a:ext uri="{FF2B5EF4-FFF2-40B4-BE49-F238E27FC236}">
                  <a16:creationId xmlns:a16="http://schemas.microsoft.com/office/drawing/2014/main" id="{EA81F50C-FBC3-4504-B741-923E51C33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862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20 w 6"/>
                <a:gd name="T3" fmla="*/ 115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1" y="3"/>
                    <a:pt x="1" y="5"/>
                    <a:pt x="1" y="6"/>
                  </a:cubicBezTo>
                  <a:cubicBezTo>
                    <a:pt x="6" y="6"/>
                    <a:pt x="1" y="0"/>
                    <a:pt x="0" y="4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274">
              <a:extLst>
                <a:ext uri="{FF2B5EF4-FFF2-40B4-BE49-F238E27FC236}">
                  <a16:creationId xmlns:a16="http://schemas.microsoft.com/office/drawing/2014/main" id="{6297CD91-C7E0-4D44-8A1F-0C5940391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883"/>
              <a:ext cx="15" cy="19"/>
            </a:xfrm>
            <a:custGeom>
              <a:avLst/>
              <a:gdLst>
                <a:gd name="T0" fmla="*/ 83 w 6"/>
                <a:gd name="T1" fmla="*/ 60 h 7"/>
                <a:gd name="T2" fmla="*/ 5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5" y="3"/>
                  </a:moveTo>
                  <a:cubicBezTo>
                    <a:pt x="0" y="0"/>
                    <a:pt x="1" y="7"/>
                    <a:pt x="3" y="6"/>
                  </a:cubicBezTo>
                  <a:cubicBezTo>
                    <a:pt x="6" y="4"/>
                    <a:pt x="3" y="1"/>
                    <a:pt x="2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275">
              <a:extLst>
                <a:ext uri="{FF2B5EF4-FFF2-40B4-BE49-F238E27FC236}">
                  <a16:creationId xmlns:a16="http://schemas.microsoft.com/office/drawing/2014/main" id="{47503331-EE8C-44F5-87CB-87BA814D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878"/>
              <a:ext cx="18" cy="16"/>
            </a:xfrm>
            <a:custGeom>
              <a:avLst/>
              <a:gdLst>
                <a:gd name="T0" fmla="*/ 54 w 7"/>
                <a:gd name="T1" fmla="*/ 0 h 6"/>
                <a:gd name="T2" fmla="*/ 21 w 7"/>
                <a:gd name="T3" fmla="*/ 93 h 6"/>
                <a:gd name="T4" fmla="*/ 33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7" y="6"/>
                    <a:pt x="2" y="0"/>
                    <a:pt x="2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276">
              <a:extLst>
                <a:ext uri="{FF2B5EF4-FFF2-40B4-BE49-F238E27FC236}">
                  <a16:creationId xmlns:a16="http://schemas.microsoft.com/office/drawing/2014/main" id="{131FD815-A979-4489-B662-B489EE13A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905"/>
              <a:ext cx="15" cy="13"/>
            </a:xfrm>
            <a:custGeom>
              <a:avLst/>
              <a:gdLst>
                <a:gd name="T0" fmla="*/ 95 w 6"/>
                <a:gd name="T1" fmla="*/ 34 h 5"/>
                <a:gd name="T2" fmla="*/ 83 w 6"/>
                <a:gd name="T3" fmla="*/ 0 h 5"/>
                <a:gd name="T4" fmla="*/ 33 w 6"/>
                <a:gd name="T5" fmla="*/ 88 h 5"/>
                <a:gd name="T6" fmla="*/ 63 w 6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1"/>
                    <a:pt x="6" y="1"/>
                    <a:pt x="5" y="0"/>
                  </a:cubicBezTo>
                  <a:cubicBezTo>
                    <a:pt x="3" y="2"/>
                    <a:pt x="0" y="3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277">
              <a:extLst>
                <a:ext uri="{FF2B5EF4-FFF2-40B4-BE49-F238E27FC236}">
                  <a16:creationId xmlns:a16="http://schemas.microsoft.com/office/drawing/2014/main" id="{FCD1A54E-E6DE-4D29-81BC-920743EB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902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33 w 2"/>
                <a:gd name="T5" fmla="*/ 35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278">
              <a:extLst>
                <a:ext uri="{FF2B5EF4-FFF2-40B4-BE49-F238E27FC236}">
                  <a16:creationId xmlns:a16="http://schemas.microsoft.com/office/drawing/2014/main" id="{EA674235-2E60-41BD-BE75-F65EDAC06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854"/>
              <a:ext cx="30" cy="21"/>
            </a:xfrm>
            <a:custGeom>
              <a:avLst/>
              <a:gdLst>
                <a:gd name="T0" fmla="*/ 83 w 12"/>
                <a:gd name="T1" fmla="*/ 123 h 8"/>
                <a:gd name="T2" fmla="*/ 50 w 12"/>
                <a:gd name="T3" fmla="*/ 123 h 8"/>
                <a:gd name="T4" fmla="*/ 8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5" y="7"/>
                  </a:moveTo>
                  <a:cubicBezTo>
                    <a:pt x="4" y="7"/>
                    <a:pt x="4" y="8"/>
                    <a:pt x="3" y="7"/>
                  </a:cubicBezTo>
                  <a:cubicBezTo>
                    <a:pt x="0" y="0"/>
                    <a:pt x="12" y="5"/>
                    <a:pt x="5" y="7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279">
              <a:extLst>
                <a:ext uri="{FF2B5EF4-FFF2-40B4-BE49-F238E27FC236}">
                  <a16:creationId xmlns:a16="http://schemas.microsoft.com/office/drawing/2014/main" id="{C2436F6E-0B4D-46D0-9A3F-49A253524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854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20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Freeform 280">
              <a:extLst>
                <a:ext uri="{FF2B5EF4-FFF2-40B4-BE49-F238E27FC236}">
                  <a16:creationId xmlns:a16="http://schemas.microsoft.com/office/drawing/2014/main" id="{0061EB36-AF09-4290-9029-4477AEC58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841"/>
              <a:ext cx="20" cy="16"/>
            </a:xfrm>
            <a:custGeom>
              <a:avLst/>
              <a:gdLst>
                <a:gd name="T0" fmla="*/ 63 w 8"/>
                <a:gd name="T1" fmla="*/ 0 h 6"/>
                <a:gd name="T2" fmla="*/ 125 w 8"/>
                <a:gd name="T3" fmla="*/ 56 h 6"/>
                <a:gd name="T4" fmla="*/ 8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0" y="2"/>
                    <a:pt x="5" y="6"/>
                    <a:pt x="8" y="3"/>
                  </a:cubicBezTo>
                  <a:cubicBezTo>
                    <a:pt x="8" y="2"/>
                    <a:pt x="7" y="1"/>
                    <a:pt x="5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1" name="Freeform 281">
              <a:extLst>
                <a:ext uri="{FF2B5EF4-FFF2-40B4-BE49-F238E27FC236}">
                  <a16:creationId xmlns:a16="http://schemas.microsoft.com/office/drawing/2014/main" id="{B8DD2707-FC96-4FB2-92A2-446F8C1C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1830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83 h 4"/>
                <a:gd name="T4" fmla="*/ 5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2" name="Freeform 282">
              <a:extLst>
                <a:ext uri="{FF2B5EF4-FFF2-40B4-BE49-F238E27FC236}">
                  <a16:creationId xmlns:a16="http://schemas.microsoft.com/office/drawing/2014/main" id="{E0119B0A-B531-4A36-8BDC-5CA76F73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1809"/>
              <a:ext cx="18" cy="13"/>
            </a:xfrm>
            <a:custGeom>
              <a:avLst/>
              <a:gdLst>
                <a:gd name="T0" fmla="*/ 54 w 7"/>
                <a:gd name="T1" fmla="*/ 21 h 5"/>
                <a:gd name="T2" fmla="*/ 0 w 7"/>
                <a:gd name="T3" fmla="*/ 55 h 5"/>
                <a:gd name="T4" fmla="*/ 6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5"/>
                    <a:pt x="7" y="2"/>
                    <a:pt x="4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3" name="Freeform 283">
              <a:extLst>
                <a:ext uri="{FF2B5EF4-FFF2-40B4-BE49-F238E27FC236}">
                  <a16:creationId xmlns:a16="http://schemas.microsoft.com/office/drawing/2014/main" id="{182445F8-EBE6-4EE7-9BB4-D97203758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790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20 w 4"/>
                <a:gd name="T3" fmla="*/ 56 h 3"/>
                <a:gd name="T4" fmla="*/ 20 w 4"/>
                <a:gd name="T5" fmla="*/ 0 h 3"/>
                <a:gd name="T6" fmla="*/ 20 w 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3" y="0"/>
                    <a:pt x="4" y="2"/>
                    <a:pt x="1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4" name="Freeform 284">
              <a:extLst>
                <a:ext uri="{FF2B5EF4-FFF2-40B4-BE49-F238E27FC236}">
                  <a16:creationId xmlns:a16="http://schemas.microsoft.com/office/drawing/2014/main" id="{6E4D85DB-1B10-4E75-A789-601F1B31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798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2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0" y="0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5" name="Freeform 285">
              <a:extLst>
                <a:ext uri="{FF2B5EF4-FFF2-40B4-BE49-F238E27FC236}">
                  <a16:creationId xmlns:a16="http://schemas.microsoft.com/office/drawing/2014/main" id="{B2B2935E-D685-48A4-B3D3-FF3B09CE5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833"/>
              <a:ext cx="8" cy="10"/>
            </a:xfrm>
            <a:custGeom>
              <a:avLst/>
              <a:gdLst>
                <a:gd name="T0" fmla="*/ 35 w 3"/>
                <a:gd name="T1" fmla="*/ 0 h 4"/>
                <a:gd name="T2" fmla="*/ 0 w 3"/>
                <a:gd name="T3" fmla="*/ 50 h 4"/>
                <a:gd name="T4" fmla="*/ 56 w 3"/>
                <a:gd name="T5" fmla="*/ 20 h 4"/>
                <a:gd name="T6" fmla="*/ 35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4"/>
                    <a:pt x="3" y="3"/>
                    <a:pt x="3" y="1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6" name="Freeform 286">
              <a:extLst>
                <a:ext uri="{FF2B5EF4-FFF2-40B4-BE49-F238E27FC236}">
                  <a16:creationId xmlns:a16="http://schemas.microsoft.com/office/drawing/2014/main" id="{2086CA3C-BAF5-4DED-818D-1D58B2ACE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001"/>
              <a:ext cx="22" cy="24"/>
            </a:xfrm>
            <a:custGeom>
              <a:avLst/>
              <a:gdLst>
                <a:gd name="T0" fmla="*/ 59 w 9"/>
                <a:gd name="T1" fmla="*/ 115 h 9"/>
                <a:gd name="T2" fmla="*/ 42 w 9"/>
                <a:gd name="T3" fmla="*/ 136 h 9"/>
                <a:gd name="T4" fmla="*/ 103 w 9"/>
                <a:gd name="T5" fmla="*/ 56 h 9"/>
                <a:gd name="T6" fmla="*/ 42 w 9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4" y="6"/>
                  </a:moveTo>
                  <a:cubicBezTo>
                    <a:pt x="4" y="6"/>
                    <a:pt x="4" y="7"/>
                    <a:pt x="3" y="7"/>
                  </a:cubicBezTo>
                  <a:cubicBezTo>
                    <a:pt x="0" y="4"/>
                    <a:pt x="5" y="0"/>
                    <a:pt x="7" y="3"/>
                  </a:cubicBezTo>
                  <a:cubicBezTo>
                    <a:pt x="9" y="6"/>
                    <a:pt x="5" y="9"/>
                    <a:pt x="3" y="7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7" name="Freeform 287">
              <a:extLst>
                <a:ext uri="{FF2B5EF4-FFF2-40B4-BE49-F238E27FC236}">
                  <a16:creationId xmlns:a16="http://schemas.microsoft.com/office/drawing/2014/main" id="{C032A78F-AF3F-480F-8B7E-8C88551F6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019"/>
              <a:ext cx="10" cy="14"/>
            </a:xfrm>
            <a:custGeom>
              <a:avLst/>
              <a:gdLst>
                <a:gd name="T0" fmla="*/ 50 w 4"/>
                <a:gd name="T1" fmla="*/ 87 h 5"/>
                <a:gd name="T2" fmla="*/ 33 w 4"/>
                <a:gd name="T3" fmla="*/ 0 h 5"/>
                <a:gd name="T4" fmla="*/ 20 w 4"/>
                <a:gd name="T5" fmla="*/ 109 h 5"/>
                <a:gd name="T6" fmla="*/ 50 w 4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0" y="1"/>
                    <a:pt x="0" y="3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8" name="Freeform 288">
              <a:extLst>
                <a:ext uri="{FF2B5EF4-FFF2-40B4-BE49-F238E27FC236}">
                  <a16:creationId xmlns:a16="http://schemas.microsoft.com/office/drawing/2014/main" id="{A58B1F79-C604-4FAF-90AF-5DDE5A8BF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017"/>
              <a:ext cx="8" cy="5"/>
            </a:xfrm>
            <a:custGeom>
              <a:avLst/>
              <a:gdLst>
                <a:gd name="T0" fmla="*/ 35 w 3"/>
                <a:gd name="T1" fmla="*/ 20 h 2"/>
                <a:gd name="T2" fmla="*/ 21 w 3"/>
                <a:gd name="T3" fmla="*/ 33 h 2"/>
                <a:gd name="T4" fmla="*/ 0 w 3"/>
                <a:gd name="T5" fmla="*/ 20 h 2"/>
                <a:gd name="T6" fmla="*/ 35 w 3"/>
                <a:gd name="T7" fmla="*/ 20 h 2"/>
                <a:gd name="T8" fmla="*/ 35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3" y="2"/>
                    <a:pt x="2" y="1"/>
                    <a:pt x="2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289">
              <a:extLst>
                <a:ext uri="{FF2B5EF4-FFF2-40B4-BE49-F238E27FC236}">
                  <a16:creationId xmlns:a16="http://schemas.microsoft.com/office/drawing/2014/main" id="{92BC915F-DAFB-462A-8D61-795A4403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027"/>
              <a:ext cx="20" cy="22"/>
            </a:xfrm>
            <a:custGeom>
              <a:avLst/>
              <a:gdLst>
                <a:gd name="T0" fmla="*/ 50 w 8"/>
                <a:gd name="T1" fmla="*/ 83 h 8"/>
                <a:gd name="T2" fmla="*/ 50 w 8"/>
                <a:gd name="T3" fmla="*/ 168 h 8"/>
                <a:gd name="T4" fmla="*/ 63 w 8"/>
                <a:gd name="T5" fmla="*/ 0 h 8"/>
                <a:gd name="T6" fmla="*/ 33 w 8"/>
                <a:gd name="T7" fmla="*/ 1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4"/>
                  </a:moveTo>
                  <a:cubicBezTo>
                    <a:pt x="0" y="4"/>
                    <a:pt x="0" y="8"/>
                    <a:pt x="3" y="8"/>
                  </a:cubicBezTo>
                  <a:cubicBezTo>
                    <a:pt x="7" y="8"/>
                    <a:pt x="8" y="1"/>
                    <a:pt x="4" y="0"/>
                  </a:cubicBezTo>
                  <a:cubicBezTo>
                    <a:pt x="2" y="1"/>
                    <a:pt x="2" y="3"/>
                    <a:pt x="2" y="6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290">
              <a:extLst>
                <a:ext uri="{FF2B5EF4-FFF2-40B4-BE49-F238E27FC236}">
                  <a16:creationId xmlns:a16="http://schemas.microsoft.com/office/drawing/2014/main" id="{1A51B19C-DF1D-4D48-A711-7F7599769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006"/>
              <a:ext cx="7" cy="5"/>
            </a:xfrm>
            <a:custGeom>
              <a:avLst/>
              <a:gdLst>
                <a:gd name="T0" fmla="*/ 28 w 3"/>
                <a:gd name="T1" fmla="*/ 20 h 2"/>
                <a:gd name="T2" fmla="*/ 0 w 3"/>
                <a:gd name="T3" fmla="*/ 33 h 2"/>
                <a:gd name="T4" fmla="*/ 28 w 3"/>
                <a:gd name="T5" fmla="*/ 0 h 2"/>
                <a:gd name="T6" fmla="*/ 28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1" y="0"/>
                    <a:pt x="0" y="1"/>
                    <a:pt x="2" y="0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291">
              <a:extLst>
                <a:ext uri="{FF2B5EF4-FFF2-40B4-BE49-F238E27FC236}">
                  <a16:creationId xmlns:a16="http://schemas.microsoft.com/office/drawing/2014/main" id="{334BFF1E-1136-4C66-B16B-658B288E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969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33 w 2"/>
                <a:gd name="T5" fmla="*/ 0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292">
              <a:extLst>
                <a:ext uri="{FF2B5EF4-FFF2-40B4-BE49-F238E27FC236}">
                  <a16:creationId xmlns:a16="http://schemas.microsoft.com/office/drawing/2014/main" id="{A5FB10DE-6B79-4091-87F0-0A2263C4F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075"/>
              <a:ext cx="18" cy="24"/>
            </a:xfrm>
            <a:custGeom>
              <a:avLst/>
              <a:gdLst>
                <a:gd name="T0" fmla="*/ 21 w 7"/>
                <a:gd name="T1" fmla="*/ 93 h 9"/>
                <a:gd name="T2" fmla="*/ 67 w 7"/>
                <a:gd name="T3" fmla="*/ 35 h 9"/>
                <a:gd name="T4" fmla="*/ 33 w 7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5"/>
                  </a:moveTo>
                  <a:cubicBezTo>
                    <a:pt x="0" y="3"/>
                    <a:pt x="2" y="0"/>
                    <a:pt x="4" y="2"/>
                  </a:cubicBezTo>
                  <a:cubicBezTo>
                    <a:pt x="7" y="4"/>
                    <a:pt x="4" y="9"/>
                    <a:pt x="2" y="5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293">
              <a:extLst>
                <a:ext uri="{FF2B5EF4-FFF2-40B4-BE49-F238E27FC236}">
                  <a16:creationId xmlns:a16="http://schemas.microsoft.com/office/drawing/2014/main" id="{0F1AB904-BFF7-453D-B11E-0519D7ED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081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0 h 3"/>
                <a:gd name="T4" fmla="*/ 50 w 4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3"/>
                    <a:pt x="4" y="2"/>
                    <a:pt x="4" y="0"/>
                  </a:cubicBezTo>
                  <a:cubicBezTo>
                    <a:pt x="2" y="1"/>
                    <a:pt x="3" y="2"/>
                    <a:pt x="3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294">
              <a:extLst>
                <a:ext uri="{FF2B5EF4-FFF2-40B4-BE49-F238E27FC236}">
                  <a16:creationId xmlns:a16="http://schemas.microsoft.com/office/drawing/2014/main" id="{7619AB5E-CD6C-4B13-9A42-5D4ECC708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075"/>
              <a:ext cx="23" cy="19"/>
            </a:xfrm>
            <a:custGeom>
              <a:avLst/>
              <a:gdLst>
                <a:gd name="T0" fmla="*/ 66 w 9"/>
                <a:gd name="T1" fmla="*/ 22 h 7"/>
                <a:gd name="T2" fmla="*/ 151 w 9"/>
                <a:gd name="T3" fmla="*/ 38 h 7"/>
                <a:gd name="T4" fmla="*/ 84 w 9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1"/>
                  </a:moveTo>
                  <a:cubicBezTo>
                    <a:pt x="0" y="4"/>
                    <a:pt x="7" y="7"/>
                    <a:pt x="9" y="2"/>
                  </a:cubicBezTo>
                  <a:cubicBezTo>
                    <a:pt x="8" y="0"/>
                    <a:pt x="6" y="0"/>
                    <a:pt x="5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295">
              <a:extLst>
                <a:ext uri="{FF2B5EF4-FFF2-40B4-BE49-F238E27FC236}">
                  <a16:creationId xmlns:a16="http://schemas.microsoft.com/office/drawing/2014/main" id="{6D818280-1305-4315-8A7D-B7A726918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075"/>
              <a:ext cx="8" cy="6"/>
            </a:xfrm>
            <a:custGeom>
              <a:avLst/>
              <a:gdLst>
                <a:gd name="T0" fmla="*/ 35 w 3"/>
                <a:gd name="T1" fmla="*/ 27 h 2"/>
                <a:gd name="T2" fmla="*/ 35 w 3"/>
                <a:gd name="T3" fmla="*/ 0 h 2"/>
                <a:gd name="T4" fmla="*/ 35 w 3"/>
                <a:gd name="T5" fmla="*/ 54 h 2"/>
                <a:gd name="T6" fmla="*/ 0 w 3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3" y="2"/>
                    <a:pt x="3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296">
              <a:extLst>
                <a:ext uri="{FF2B5EF4-FFF2-40B4-BE49-F238E27FC236}">
                  <a16:creationId xmlns:a16="http://schemas.microsoft.com/office/drawing/2014/main" id="{632567D2-1B2A-474C-9EE8-D461BFAF0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057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33 h 2"/>
                <a:gd name="T4" fmla="*/ 33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Freeform 297">
              <a:extLst>
                <a:ext uri="{FF2B5EF4-FFF2-40B4-BE49-F238E27FC236}">
                  <a16:creationId xmlns:a16="http://schemas.microsoft.com/office/drawing/2014/main" id="{140EF79A-484F-46A4-A26A-34449149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051"/>
              <a:ext cx="12" cy="11"/>
            </a:xfrm>
            <a:custGeom>
              <a:avLst/>
              <a:gdLst>
                <a:gd name="T0" fmla="*/ 12 w 5"/>
                <a:gd name="T1" fmla="*/ 47 h 4"/>
                <a:gd name="T2" fmla="*/ 12 w 5"/>
                <a:gd name="T3" fmla="*/ 83 h 4"/>
                <a:gd name="T4" fmla="*/ 29 w 5"/>
                <a:gd name="T5" fmla="*/ 0 h 4"/>
                <a:gd name="T6" fmla="*/ 12 w 5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8" name="Freeform 298">
              <a:extLst>
                <a:ext uri="{FF2B5EF4-FFF2-40B4-BE49-F238E27FC236}">
                  <a16:creationId xmlns:a16="http://schemas.microsoft.com/office/drawing/2014/main" id="{47EA40C5-4B63-4909-8C7D-81CD1C382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059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95 w 6"/>
                <a:gd name="T3" fmla="*/ 56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4"/>
                    <a:pt x="5" y="6"/>
                    <a:pt x="6" y="3"/>
                  </a:cubicBezTo>
                  <a:cubicBezTo>
                    <a:pt x="6" y="1"/>
                    <a:pt x="2" y="0"/>
                    <a:pt x="2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9" name="Freeform 299">
              <a:extLst>
                <a:ext uri="{FF2B5EF4-FFF2-40B4-BE49-F238E27FC236}">
                  <a16:creationId xmlns:a16="http://schemas.microsoft.com/office/drawing/2014/main" id="{3CB68F88-7419-47DE-98BC-77528F4B5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057"/>
              <a:ext cx="15" cy="16"/>
            </a:xfrm>
            <a:custGeom>
              <a:avLst/>
              <a:gdLst>
                <a:gd name="T0" fmla="*/ 50 w 6"/>
                <a:gd name="T1" fmla="*/ 56 h 6"/>
                <a:gd name="T2" fmla="*/ 20 w 6"/>
                <a:gd name="T3" fmla="*/ 0 h 6"/>
                <a:gd name="T4" fmla="*/ 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3"/>
                  </a:moveTo>
                  <a:cubicBezTo>
                    <a:pt x="0" y="3"/>
                    <a:pt x="0" y="2"/>
                    <a:pt x="1" y="0"/>
                  </a:cubicBezTo>
                  <a:cubicBezTo>
                    <a:pt x="6" y="0"/>
                    <a:pt x="2" y="6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0" name="Freeform 300">
              <a:extLst>
                <a:ext uri="{FF2B5EF4-FFF2-40B4-BE49-F238E27FC236}">
                  <a16:creationId xmlns:a16="http://schemas.microsoft.com/office/drawing/2014/main" id="{A6B3A9AE-EAE1-47A5-BC95-BD85E868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049"/>
              <a:ext cx="12" cy="10"/>
            </a:xfrm>
            <a:custGeom>
              <a:avLst/>
              <a:gdLst>
                <a:gd name="T0" fmla="*/ 12 w 5"/>
                <a:gd name="T1" fmla="*/ 0 h 4"/>
                <a:gd name="T2" fmla="*/ 29 w 5"/>
                <a:gd name="T3" fmla="*/ 63 h 4"/>
                <a:gd name="T4" fmla="*/ 4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5" y="2"/>
                    <a:pt x="3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" name="Freeform 301">
              <a:extLst>
                <a:ext uri="{FF2B5EF4-FFF2-40B4-BE49-F238E27FC236}">
                  <a16:creationId xmlns:a16="http://schemas.microsoft.com/office/drawing/2014/main" id="{11B3A969-BE5B-4C54-A859-839C7BC3C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009"/>
              <a:ext cx="8" cy="5"/>
            </a:xfrm>
            <a:custGeom>
              <a:avLst/>
              <a:gdLst>
                <a:gd name="T0" fmla="*/ 35 w 3"/>
                <a:gd name="T1" fmla="*/ 33 h 2"/>
                <a:gd name="T2" fmla="*/ 56 w 3"/>
                <a:gd name="T3" fmla="*/ 33 h 2"/>
                <a:gd name="T4" fmla="*/ 56 w 3"/>
                <a:gd name="T5" fmla="*/ 0 h 2"/>
                <a:gd name="T6" fmla="*/ 0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2" y="2"/>
                    <a:pt x="3" y="2"/>
                  </a:cubicBezTo>
                  <a:cubicBezTo>
                    <a:pt x="3" y="1"/>
                    <a:pt x="3" y="2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" name="Freeform 302">
              <a:extLst>
                <a:ext uri="{FF2B5EF4-FFF2-40B4-BE49-F238E27FC236}">
                  <a16:creationId xmlns:a16="http://schemas.microsoft.com/office/drawing/2014/main" id="{289F2970-1E48-4E70-9EF2-5465D034F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030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28 w 3"/>
                <a:gd name="T5" fmla="*/ 21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3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" name="Freeform 303">
              <a:extLst>
                <a:ext uri="{FF2B5EF4-FFF2-40B4-BE49-F238E27FC236}">
                  <a16:creationId xmlns:a16="http://schemas.microsoft.com/office/drawing/2014/main" id="{F5DC3BE5-D678-41CE-9B66-707DC3C3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046"/>
              <a:ext cx="13" cy="8"/>
            </a:xfrm>
            <a:custGeom>
              <a:avLst/>
              <a:gdLst>
                <a:gd name="T0" fmla="*/ 0 w 5"/>
                <a:gd name="T1" fmla="*/ 21 h 3"/>
                <a:gd name="T2" fmla="*/ 34 w 5"/>
                <a:gd name="T3" fmla="*/ 56 h 3"/>
                <a:gd name="T4" fmla="*/ 21 w 5"/>
                <a:gd name="T5" fmla="*/ 0 h 3"/>
                <a:gd name="T6" fmla="*/ 21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5" y="2"/>
                    <a:pt x="4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4" name="Freeform 304">
              <a:extLst>
                <a:ext uri="{FF2B5EF4-FFF2-40B4-BE49-F238E27FC236}">
                  <a16:creationId xmlns:a16="http://schemas.microsoft.com/office/drawing/2014/main" id="{5B111ED9-955B-499E-959A-BB4B76D12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96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0 h 2"/>
                <a:gd name="T4" fmla="*/ 0 w 2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305">
              <a:extLst>
                <a:ext uri="{FF2B5EF4-FFF2-40B4-BE49-F238E27FC236}">
                  <a16:creationId xmlns:a16="http://schemas.microsoft.com/office/drawing/2014/main" id="{EA804C3B-BEE5-4B58-B023-8B42ECF39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897"/>
              <a:ext cx="3" cy="5"/>
            </a:xfrm>
            <a:custGeom>
              <a:avLst/>
              <a:gdLst>
                <a:gd name="T0" fmla="*/ 0 w 1"/>
                <a:gd name="T1" fmla="*/ 33 h 2"/>
                <a:gd name="T2" fmla="*/ 27 w 1"/>
                <a:gd name="T3" fmla="*/ 20 h 2"/>
                <a:gd name="T4" fmla="*/ 0 w 1"/>
                <a:gd name="T5" fmla="*/ 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2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306">
              <a:extLst>
                <a:ext uri="{FF2B5EF4-FFF2-40B4-BE49-F238E27FC236}">
                  <a16:creationId xmlns:a16="http://schemas.microsoft.com/office/drawing/2014/main" id="{014DEBA1-3DE8-4679-81C4-653863FAD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849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0 w 3"/>
                <a:gd name="T3" fmla="*/ 56 h 3"/>
                <a:gd name="T4" fmla="*/ 56 w 3"/>
                <a:gd name="T5" fmla="*/ 21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307">
              <a:extLst>
                <a:ext uri="{FF2B5EF4-FFF2-40B4-BE49-F238E27FC236}">
                  <a16:creationId xmlns:a16="http://schemas.microsoft.com/office/drawing/2014/main" id="{2974D793-EC32-4CE9-B052-F2C04C70B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1769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35 h 3"/>
                <a:gd name="T4" fmla="*/ 56 w 3"/>
                <a:gd name="T5" fmla="*/ 21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308">
              <a:extLst>
                <a:ext uri="{FF2B5EF4-FFF2-40B4-BE49-F238E27FC236}">
                  <a16:creationId xmlns:a16="http://schemas.microsoft.com/office/drawing/2014/main" id="{FD720508-9EDE-4A47-9594-CDE9036E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03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20 w 2"/>
                <a:gd name="T5" fmla="*/ 0 h 2"/>
                <a:gd name="T6" fmla="*/ 2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309">
              <a:extLst>
                <a:ext uri="{FF2B5EF4-FFF2-40B4-BE49-F238E27FC236}">
                  <a16:creationId xmlns:a16="http://schemas.microsoft.com/office/drawing/2014/main" id="{CE1033E9-BE7B-4495-A5BB-8CE71810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06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8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310">
              <a:extLst>
                <a:ext uri="{FF2B5EF4-FFF2-40B4-BE49-F238E27FC236}">
                  <a16:creationId xmlns:a16="http://schemas.microsoft.com/office/drawing/2014/main" id="{F39A31F4-4C29-45E5-95D1-224BD649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073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0 w 4"/>
                <a:gd name="T3" fmla="*/ 63 h 4"/>
                <a:gd name="T4" fmla="*/ 0 w 4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4" y="3"/>
                    <a:pt x="1" y="0"/>
                    <a:pt x="0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311">
              <a:extLst>
                <a:ext uri="{FF2B5EF4-FFF2-40B4-BE49-F238E27FC236}">
                  <a16:creationId xmlns:a16="http://schemas.microsoft.com/office/drawing/2014/main" id="{1E7F9BDF-2739-42EE-8BB7-DE566EE6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819"/>
              <a:ext cx="20" cy="8"/>
            </a:xfrm>
            <a:custGeom>
              <a:avLst/>
              <a:gdLst>
                <a:gd name="T0" fmla="*/ 63 w 8"/>
                <a:gd name="T1" fmla="*/ 0 h 3"/>
                <a:gd name="T2" fmla="*/ 83 w 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0" y="3"/>
                    <a:pt x="8" y="3"/>
                    <a:pt x="5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312">
              <a:extLst>
                <a:ext uri="{FF2B5EF4-FFF2-40B4-BE49-F238E27FC236}">
                  <a16:creationId xmlns:a16="http://schemas.microsoft.com/office/drawing/2014/main" id="{D8A4C773-1888-4BC5-BD6D-FE1BAC364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777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33 w 2"/>
                <a:gd name="T5" fmla="*/ 2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313">
              <a:extLst>
                <a:ext uri="{FF2B5EF4-FFF2-40B4-BE49-F238E27FC236}">
                  <a16:creationId xmlns:a16="http://schemas.microsoft.com/office/drawing/2014/main" id="{2270E2A4-7EAD-4382-BC48-657FDA719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742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35 w 3"/>
                <a:gd name="T5" fmla="*/ 35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314">
              <a:extLst>
                <a:ext uri="{FF2B5EF4-FFF2-40B4-BE49-F238E27FC236}">
                  <a16:creationId xmlns:a16="http://schemas.microsoft.com/office/drawing/2014/main" id="{B2B8254C-202A-4027-8515-4ADC13CE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1790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83 h 4"/>
                <a:gd name="T4" fmla="*/ 34 w 5"/>
                <a:gd name="T5" fmla="*/ 0 h 4"/>
                <a:gd name="T6" fmla="*/ 34 w 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5" name="Freeform 315">
              <a:extLst>
                <a:ext uri="{FF2B5EF4-FFF2-40B4-BE49-F238E27FC236}">
                  <a16:creationId xmlns:a16="http://schemas.microsoft.com/office/drawing/2014/main" id="{04B46865-B931-4996-96DC-1D4D5D3A6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1750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33 h 2"/>
                <a:gd name="T4" fmla="*/ 33 w 2"/>
                <a:gd name="T5" fmla="*/ 2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316">
              <a:extLst>
                <a:ext uri="{FF2B5EF4-FFF2-40B4-BE49-F238E27FC236}">
                  <a16:creationId xmlns:a16="http://schemas.microsoft.com/office/drawing/2014/main" id="{BE01FF26-EB45-4EFF-80C9-29C27644E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710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317">
              <a:extLst>
                <a:ext uri="{FF2B5EF4-FFF2-40B4-BE49-F238E27FC236}">
                  <a16:creationId xmlns:a16="http://schemas.microsoft.com/office/drawing/2014/main" id="{37C9C857-6063-4F10-B09A-79667AC24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918"/>
              <a:ext cx="8" cy="5"/>
            </a:xfrm>
            <a:custGeom>
              <a:avLst/>
              <a:gdLst>
                <a:gd name="T0" fmla="*/ 35 w 3"/>
                <a:gd name="T1" fmla="*/ 20 h 2"/>
                <a:gd name="T2" fmla="*/ 0 w 3"/>
                <a:gd name="T3" fmla="*/ 20 h 2"/>
                <a:gd name="T4" fmla="*/ 56 w 3"/>
                <a:gd name="T5" fmla="*/ 0 h 2"/>
                <a:gd name="T6" fmla="*/ 21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0"/>
                    <a:pt x="1" y="0"/>
                    <a:pt x="3" y="0"/>
                  </a:cubicBezTo>
                  <a:cubicBezTo>
                    <a:pt x="2" y="1"/>
                    <a:pt x="2" y="2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318">
              <a:extLst>
                <a:ext uri="{FF2B5EF4-FFF2-40B4-BE49-F238E27FC236}">
                  <a16:creationId xmlns:a16="http://schemas.microsoft.com/office/drawing/2014/main" id="{5051EE72-5C2A-49AD-8F86-029FE919B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99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33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319">
              <a:extLst>
                <a:ext uri="{FF2B5EF4-FFF2-40B4-BE49-F238E27FC236}">
                  <a16:creationId xmlns:a16="http://schemas.microsoft.com/office/drawing/2014/main" id="{0231D033-E67A-48A6-9053-251778555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022"/>
              <a:ext cx="8" cy="11"/>
            </a:xfrm>
            <a:custGeom>
              <a:avLst/>
              <a:gdLst>
                <a:gd name="T0" fmla="*/ 35 w 3"/>
                <a:gd name="T1" fmla="*/ 61 h 4"/>
                <a:gd name="T2" fmla="*/ 56 w 3"/>
                <a:gd name="T3" fmla="*/ 0 h 4"/>
                <a:gd name="T4" fmla="*/ 21 w 3"/>
                <a:gd name="T5" fmla="*/ 83 h 4"/>
                <a:gd name="T6" fmla="*/ 21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2"/>
                    <a:pt x="1" y="1"/>
                    <a:pt x="3" y="0"/>
                  </a:cubicBezTo>
                  <a:cubicBezTo>
                    <a:pt x="3" y="2"/>
                    <a:pt x="2" y="3"/>
                    <a:pt x="1" y="4"/>
                  </a:cubicBezTo>
                  <a:cubicBezTo>
                    <a:pt x="1" y="4"/>
                    <a:pt x="0" y="3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320">
              <a:extLst>
                <a:ext uri="{FF2B5EF4-FFF2-40B4-BE49-F238E27FC236}">
                  <a16:creationId xmlns:a16="http://schemas.microsoft.com/office/drawing/2014/main" id="{D402469D-31E1-445F-BD50-FBC0386F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03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321">
              <a:extLst>
                <a:ext uri="{FF2B5EF4-FFF2-40B4-BE49-F238E27FC236}">
                  <a16:creationId xmlns:a16="http://schemas.microsoft.com/office/drawing/2014/main" id="{05A43AB2-79F7-4C1B-8155-02F1D6C00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057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322">
              <a:extLst>
                <a:ext uri="{FF2B5EF4-FFF2-40B4-BE49-F238E27FC236}">
                  <a16:creationId xmlns:a16="http://schemas.microsoft.com/office/drawing/2014/main" id="{715E727E-056F-48CC-BBAE-D3CD09794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04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20 w 2"/>
                <a:gd name="T5" fmla="*/ 0 h 2"/>
                <a:gd name="T6" fmla="*/ 33 w 2"/>
                <a:gd name="T7" fmla="*/ 54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323">
              <a:extLst>
                <a:ext uri="{FF2B5EF4-FFF2-40B4-BE49-F238E27FC236}">
                  <a16:creationId xmlns:a16="http://schemas.microsoft.com/office/drawing/2014/main" id="{BCB5C963-73B5-4075-803D-E4CB19009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038"/>
              <a:ext cx="8" cy="13"/>
            </a:xfrm>
            <a:custGeom>
              <a:avLst/>
              <a:gdLst>
                <a:gd name="T0" fmla="*/ 21 w 3"/>
                <a:gd name="T1" fmla="*/ 55 h 5"/>
                <a:gd name="T2" fmla="*/ 21 w 3"/>
                <a:gd name="T3" fmla="*/ 88 h 5"/>
                <a:gd name="T4" fmla="*/ 21 w 3"/>
                <a:gd name="T5" fmla="*/ 0 h 5"/>
                <a:gd name="T6" fmla="*/ 21 w 3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4"/>
                    <a:pt x="0" y="4"/>
                    <a:pt x="1" y="5"/>
                  </a:cubicBezTo>
                  <a:cubicBezTo>
                    <a:pt x="3" y="4"/>
                    <a:pt x="3" y="2"/>
                    <a:pt x="1" y="0"/>
                  </a:cubicBez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324">
              <a:extLst>
                <a:ext uri="{FF2B5EF4-FFF2-40B4-BE49-F238E27FC236}">
                  <a16:creationId xmlns:a16="http://schemas.microsoft.com/office/drawing/2014/main" id="{4D1578BC-8835-4173-8763-43249032E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6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0 w 3"/>
                <a:gd name="T5" fmla="*/ 0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1"/>
                    <a:pt x="2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Freeform 325">
              <a:extLst>
                <a:ext uri="{FF2B5EF4-FFF2-40B4-BE49-F238E27FC236}">
                  <a16:creationId xmlns:a16="http://schemas.microsoft.com/office/drawing/2014/main" id="{B3C77F91-2CCC-4B0B-ADA0-5DE07D1A4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923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6" name="Freeform 326">
              <a:extLst>
                <a:ext uri="{FF2B5EF4-FFF2-40B4-BE49-F238E27FC236}">
                  <a16:creationId xmlns:a16="http://schemas.microsoft.com/office/drawing/2014/main" id="{D39CBC35-3680-4321-8F5D-5A64E8B44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7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33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7" name="Freeform 327">
              <a:extLst>
                <a:ext uri="{FF2B5EF4-FFF2-40B4-BE49-F238E27FC236}">
                  <a16:creationId xmlns:a16="http://schemas.microsoft.com/office/drawing/2014/main" id="{038D60BD-1955-49BF-8282-7BBC2D9B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825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8" name="Freeform 328">
              <a:extLst>
                <a:ext uri="{FF2B5EF4-FFF2-40B4-BE49-F238E27FC236}">
                  <a16:creationId xmlns:a16="http://schemas.microsoft.com/office/drawing/2014/main" id="{412434B3-91E5-40E0-814A-CC7603223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838"/>
              <a:ext cx="5" cy="8"/>
            </a:xfrm>
            <a:custGeom>
              <a:avLst/>
              <a:gdLst>
                <a:gd name="T0" fmla="*/ 0 w 2"/>
                <a:gd name="T1" fmla="*/ 21 h 3"/>
                <a:gd name="T2" fmla="*/ 0 w 2"/>
                <a:gd name="T3" fmla="*/ 56 h 3"/>
                <a:gd name="T4" fmla="*/ 20 w 2"/>
                <a:gd name="T5" fmla="*/ 0 h 3"/>
                <a:gd name="T6" fmla="*/ 0 w 2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9" name="Freeform 329">
              <a:extLst>
                <a:ext uri="{FF2B5EF4-FFF2-40B4-BE49-F238E27FC236}">
                  <a16:creationId xmlns:a16="http://schemas.microsoft.com/office/drawing/2014/main" id="{2E6D94CF-9BA3-4011-B580-E392AA7A1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942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0" name="Freeform 330">
              <a:extLst>
                <a:ext uri="{FF2B5EF4-FFF2-40B4-BE49-F238E27FC236}">
                  <a16:creationId xmlns:a16="http://schemas.microsoft.com/office/drawing/2014/main" id="{5B9E5EE7-F875-4E3C-A901-EAB959D4D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937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33 w 2"/>
                <a:gd name="T5" fmla="*/ 35 h 3"/>
                <a:gd name="T6" fmla="*/ 0 w 2"/>
                <a:gd name="T7" fmla="*/ 21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1" y="1"/>
                    <a:pt x="1" y="2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1" name="Freeform 331">
              <a:extLst>
                <a:ext uri="{FF2B5EF4-FFF2-40B4-BE49-F238E27FC236}">
                  <a16:creationId xmlns:a16="http://schemas.microsoft.com/office/drawing/2014/main" id="{E9DC9B39-2C73-4C4C-BA89-BC9041E1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979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37 w 3"/>
                <a:gd name="T3" fmla="*/ 21 h 3"/>
                <a:gd name="T4" fmla="*/ 12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2" name="Freeform 332">
              <a:extLst>
                <a:ext uri="{FF2B5EF4-FFF2-40B4-BE49-F238E27FC236}">
                  <a16:creationId xmlns:a16="http://schemas.microsoft.com/office/drawing/2014/main" id="{4B2E2DB0-512C-43DE-B35C-DEC17C839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990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20 w 2"/>
                <a:gd name="T5" fmla="*/ 0 h 2"/>
                <a:gd name="T6" fmla="*/ 2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3" name="Freeform 333">
              <a:extLst>
                <a:ext uri="{FF2B5EF4-FFF2-40B4-BE49-F238E27FC236}">
                  <a16:creationId xmlns:a16="http://schemas.microsoft.com/office/drawing/2014/main" id="{4FEF4A14-D65C-4BE9-AB9D-D197CEA75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795"/>
              <a:ext cx="5" cy="8"/>
            </a:xfrm>
            <a:custGeom>
              <a:avLst/>
              <a:gdLst>
                <a:gd name="T0" fmla="*/ 20 w 2"/>
                <a:gd name="T1" fmla="*/ 35 h 3"/>
                <a:gd name="T2" fmla="*/ 0 w 2"/>
                <a:gd name="T3" fmla="*/ 56 h 3"/>
                <a:gd name="T4" fmla="*/ 33 w 2"/>
                <a:gd name="T5" fmla="*/ 21 h 3"/>
                <a:gd name="T6" fmla="*/ 0 w 2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0" y="1"/>
                    <a:pt x="0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4" name="Freeform 334">
              <a:extLst>
                <a:ext uri="{FF2B5EF4-FFF2-40B4-BE49-F238E27FC236}">
                  <a16:creationId xmlns:a16="http://schemas.microsoft.com/office/drawing/2014/main" id="{80DB9908-6136-4C40-A6D7-B46319841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718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33 w 2"/>
                <a:gd name="T5" fmla="*/ 35 h 3"/>
                <a:gd name="T6" fmla="*/ 0 w 2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5" name="Freeform 335">
              <a:extLst>
                <a:ext uri="{FF2B5EF4-FFF2-40B4-BE49-F238E27FC236}">
                  <a16:creationId xmlns:a16="http://schemas.microsoft.com/office/drawing/2014/main" id="{88EB4B8F-CE6D-48AE-A38A-E3D761111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168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33 w 2"/>
                <a:gd name="T5" fmla="*/ 0 h 1"/>
                <a:gd name="T6" fmla="*/ 0 w 2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6" name="Freeform 336">
              <a:extLst>
                <a:ext uri="{FF2B5EF4-FFF2-40B4-BE49-F238E27FC236}">
                  <a16:creationId xmlns:a16="http://schemas.microsoft.com/office/drawing/2014/main" id="{FB8D3088-CAC3-4998-8015-3BD9AF23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61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20 w 2"/>
                <a:gd name="T3" fmla="*/ 56 h 3"/>
                <a:gd name="T4" fmla="*/ 33 w 2"/>
                <a:gd name="T5" fmla="*/ 0 h 3"/>
                <a:gd name="T6" fmla="*/ 0 w 2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3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7" name="Freeform 337">
              <a:extLst>
                <a:ext uri="{FF2B5EF4-FFF2-40B4-BE49-F238E27FC236}">
                  <a16:creationId xmlns:a16="http://schemas.microsoft.com/office/drawing/2014/main" id="{4B7C0309-889D-4885-80C5-26AEB0109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702"/>
              <a:ext cx="10" cy="13"/>
            </a:xfrm>
            <a:custGeom>
              <a:avLst/>
              <a:gdLst>
                <a:gd name="T0" fmla="*/ 50 w 4"/>
                <a:gd name="T1" fmla="*/ 34 h 5"/>
                <a:gd name="T2" fmla="*/ 20 w 4"/>
                <a:gd name="T3" fmla="*/ 68 h 5"/>
                <a:gd name="T4" fmla="*/ 50 w 4"/>
                <a:gd name="T5" fmla="*/ 21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1" y="0"/>
                    <a:pt x="0" y="4"/>
                    <a:pt x="1" y="4"/>
                  </a:cubicBezTo>
                  <a:cubicBezTo>
                    <a:pt x="3" y="5"/>
                    <a:pt x="4" y="2"/>
                    <a:pt x="3" y="1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8" name="Freeform 338">
              <a:extLst>
                <a:ext uri="{FF2B5EF4-FFF2-40B4-BE49-F238E27FC236}">
                  <a16:creationId xmlns:a16="http://schemas.microsoft.com/office/drawing/2014/main" id="{7AD29FBE-2D8D-4EFC-A45C-F8361C4EE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747"/>
              <a:ext cx="17" cy="24"/>
            </a:xfrm>
            <a:custGeom>
              <a:avLst/>
              <a:gdLst>
                <a:gd name="T0" fmla="*/ 70 w 7"/>
                <a:gd name="T1" fmla="*/ 77 h 9"/>
                <a:gd name="T2" fmla="*/ 12 w 7"/>
                <a:gd name="T3" fmla="*/ 115 h 9"/>
                <a:gd name="T4" fmla="*/ 58 w 7"/>
                <a:gd name="T5" fmla="*/ 56 h 9"/>
                <a:gd name="T6" fmla="*/ 41 w 7"/>
                <a:gd name="T7" fmla="*/ 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5" y="4"/>
                  </a:moveTo>
                  <a:cubicBezTo>
                    <a:pt x="4" y="0"/>
                    <a:pt x="0" y="4"/>
                    <a:pt x="1" y="6"/>
                  </a:cubicBezTo>
                  <a:cubicBezTo>
                    <a:pt x="3" y="9"/>
                    <a:pt x="7" y="5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9" name="Freeform 339">
              <a:extLst>
                <a:ext uri="{FF2B5EF4-FFF2-40B4-BE49-F238E27FC236}">
                  <a16:creationId xmlns:a16="http://schemas.microsoft.com/office/drawing/2014/main" id="{4ABA419B-B0D9-4E7B-A54E-1A97A41F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673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28 w 3"/>
                <a:gd name="T3" fmla="*/ 35 h 3"/>
                <a:gd name="T4" fmla="*/ 12 w 3"/>
                <a:gd name="T5" fmla="*/ 0 h 3"/>
                <a:gd name="T6" fmla="*/ 12 w 3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1" y="0"/>
                  </a:cubicBez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0" name="Freeform 340">
              <a:extLst>
                <a:ext uri="{FF2B5EF4-FFF2-40B4-BE49-F238E27FC236}">
                  <a16:creationId xmlns:a16="http://schemas.microsoft.com/office/drawing/2014/main" id="{8E1537EE-AE3F-4216-9904-E39D7F138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030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12 w 3"/>
                <a:gd name="T3" fmla="*/ 83 h 4"/>
                <a:gd name="T4" fmla="*/ 28 w 3"/>
                <a:gd name="T5" fmla="*/ 22 h 4"/>
                <a:gd name="T6" fmla="*/ 12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2"/>
                    <a:pt x="2" y="1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1" name="Freeform 341">
              <a:extLst>
                <a:ext uri="{FF2B5EF4-FFF2-40B4-BE49-F238E27FC236}">
                  <a16:creationId xmlns:a16="http://schemas.microsoft.com/office/drawing/2014/main" id="{BE031A70-092C-4AE1-B7D1-9DF6E889F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019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20 w 4"/>
                <a:gd name="T3" fmla="*/ 0 h 5"/>
                <a:gd name="T4" fmla="*/ 20 w 4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5"/>
                    <a:pt x="4" y="2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2" name="Freeform 342">
              <a:extLst>
                <a:ext uri="{FF2B5EF4-FFF2-40B4-BE49-F238E27FC236}">
                  <a16:creationId xmlns:a16="http://schemas.microsoft.com/office/drawing/2014/main" id="{8F2543FB-004A-4991-B739-044909DBA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038"/>
              <a:ext cx="8" cy="13"/>
            </a:xfrm>
            <a:custGeom>
              <a:avLst/>
              <a:gdLst>
                <a:gd name="T0" fmla="*/ 0 w 3"/>
                <a:gd name="T1" fmla="*/ 34 h 5"/>
                <a:gd name="T2" fmla="*/ 21 w 3"/>
                <a:gd name="T3" fmla="*/ 88 h 5"/>
                <a:gd name="T4" fmla="*/ 21 w 3"/>
                <a:gd name="T5" fmla="*/ 0 h 5"/>
                <a:gd name="T6" fmla="*/ 0 w 3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3" name="Freeform 343">
              <a:extLst>
                <a:ext uri="{FF2B5EF4-FFF2-40B4-BE49-F238E27FC236}">
                  <a16:creationId xmlns:a16="http://schemas.microsoft.com/office/drawing/2014/main" id="{6AA297BD-D95D-44F2-9D4E-C5574EA36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022"/>
              <a:ext cx="12" cy="13"/>
            </a:xfrm>
            <a:custGeom>
              <a:avLst/>
              <a:gdLst>
                <a:gd name="T0" fmla="*/ 41 w 5"/>
                <a:gd name="T1" fmla="*/ 34 h 5"/>
                <a:gd name="T2" fmla="*/ 41 w 5"/>
                <a:gd name="T3" fmla="*/ 88 h 5"/>
                <a:gd name="T4" fmla="*/ 4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0" y="2"/>
                    <a:pt x="0" y="4"/>
                    <a:pt x="3" y="5"/>
                  </a:cubicBezTo>
                  <a:cubicBezTo>
                    <a:pt x="5" y="4"/>
                    <a:pt x="5" y="0"/>
                    <a:pt x="3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4" name="Freeform 344">
              <a:extLst>
                <a:ext uri="{FF2B5EF4-FFF2-40B4-BE49-F238E27FC236}">
                  <a16:creationId xmlns:a16="http://schemas.microsoft.com/office/drawing/2014/main" id="{DC3587A2-63EA-497B-B714-FB2F34767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995"/>
              <a:ext cx="17" cy="19"/>
            </a:xfrm>
            <a:custGeom>
              <a:avLst/>
              <a:gdLst>
                <a:gd name="T0" fmla="*/ 41 w 7"/>
                <a:gd name="T1" fmla="*/ 117 h 7"/>
                <a:gd name="T2" fmla="*/ 29 w 7"/>
                <a:gd name="T3" fmla="*/ 38 h 7"/>
                <a:gd name="T4" fmla="*/ 58 w 7"/>
                <a:gd name="T5" fmla="*/ 141 h 7"/>
                <a:gd name="T6" fmla="*/ 41 w 7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3" y="6"/>
                  </a:moveTo>
                  <a:cubicBezTo>
                    <a:pt x="1" y="6"/>
                    <a:pt x="0" y="4"/>
                    <a:pt x="2" y="2"/>
                  </a:cubicBezTo>
                  <a:cubicBezTo>
                    <a:pt x="5" y="0"/>
                    <a:pt x="7" y="5"/>
                    <a:pt x="4" y="7"/>
                  </a:cubicBezTo>
                  <a:cubicBezTo>
                    <a:pt x="3" y="6"/>
                    <a:pt x="3" y="6"/>
                    <a:pt x="3" y="4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5" name="Freeform 345">
              <a:extLst>
                <a:ext uri="{FF2B5EF4-FFF2-40B4-BE49-F238E27FC236}">
                  <a16:creationId xmlns:a16="http://schemas.microsoft.com/office/drawing/2014/main" id="{65BD5C97-F4A2-40A2-B80C-7628BD60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1995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20 w 4"/>
                <a:gd name="T3" fmla="*/ 83 h 4"/>
                <a:gd name="T4" fmla="*/ 50 w 4"/>
                <a:gd name="T5" fmla="*/ 0 h 4"/>
                <a:gd name="T6" fmla="*/ 20 w 4"/>
                <a:gd name="T7" fmla="*/ 22 h 4"/>
                <a:gd name="T8" fmla="*/ 33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4" y="2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6" name="Freeform 346">
              <a:extLst>
                <a:ext uri="{FF2B5EF4-FFF2-40B4-BE49-F238E27FC236}">
                  <a16:creationId xmlns:a16="http://schemas.microsoft.com/office/drawing/2014/main" id="{D9DAD963-438B-417C-BEB8-9F61DB1D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31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12 w 3"/>
                <a:gd name="T3" fmla="*/ 83 h 4"/>
                <a:gd name="T4" fmla="*/ 28 w 3"/>
                <a:gd name="T5" fmla="*/ 0 h 4"/>
                <a:gd name="T6" fmla="*/ 12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7" name="Freeform 347">
              <a:extLst>
                <a:ext uri="{FF2B5EF4-FFF2-40B4-BE49-F238E27FC236}">
                  <a16:creationId xmlns:a16="http://schemas.microsoft.com/office/drawing/2014/main" id="{28249116-F8C6-4249-8EAD-EA17553B8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939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20 w 4"/>
                <a:gd name="T3" fmla="*/ 83 h 4"/>
                <a:gd name="T4" fmla="*/ 20 w 4"/>
                <a:gd name="T5" fmla="*/ 0 h 4"/>
                <a:gd name="T6" fmla="*/ 20 w 4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8" name="Freeform 348">
              <a:extLst>
                <a:ext uri="{FF2B5EF4-FFF2-40B4-BE49-F238E27FC236}">
                  <a16:creationId xmlns:a16="http://schemas.microsoft.com/office/drawing/2014/main" id="{E9415C05-7983-4D72-9D0D-ED8728362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606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56 h 3"/>
                <a:gd name="T4" fmla="*/ 12 w 3"/>
                <a:gd name="T5" fmla="*/ 0 h 3"/>
                <a:gd name="T6" fmla="*/ 12 w 3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3" y="3"/>
                    <a:pt x="3" y="1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9" name="Freeform 349">
              <a:extLst>
                <a:ext uri="{FF2B5EF4-FFF2-40B4-BE49-F238E27FC236}">
                  <a16:creationId xmlns:a16="http://schemas.microsoft.com/office/drawing/2014/main" id="{3D555D70-CE7A-4106-851A-8880ED75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638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33 w 2"/>
                <a:gd name="T5" fmla="*/ 33 h 2"/>
                <a:gd name="T6" fmla="*/ 20 w 2"/>
                <a:gd name="T7" fmla="*/ 0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0" name="Freeform 350">
              <a:extLst>
                <a:ext uri="{FF2B5EF4-FFF2-40B4-BE49-F238E27FC236}">
                  <a16:creationId xmlns:a16="http://schemas.microsoft.com/office/drawing/2014/main" id="{ABBAEACE-E13B-4601-AD9B-A4CC2E1D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67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33 w 2"/>
                <a:gd name="T5" fmla="*/ 33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1" name="Freeform 351">
              <a:extLst>
                <a:ext uri="{FF2B5EF4-FFF2-40B4-BE49-F238E27FC236}">
                  <a16:creationId xmlns:a16="http://schemas.microsoft.com/office/drawing/2014/main" id="{16CD685B-96C0-49D5-9777-69743A6BC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654"/>
              <a:ext cx="12" cy="19"/>
            </a:xfrm>
            <a:custGeom>
              <a:avLst/>
              <a:gdLst>
                <a:gd name="T0" fmla="*/ 58 w 5"/>
                <a:gd name="T1" fmla="*/ 22 h 7"/>
                <a:gd name="T2" fmla="*/ 29 w 5"/>
                <a:gd name="T3" fmla="*/ 103 h 7"/>
                <a:gd name="T4" fmla="*/ 41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1"/>
                  </a:moveTo>
                  <a:cubicBezTo>
                    <a:pt x="2" y="1"/>
                    <a:pt x="0" y="3"/>
                    <a:pt x="2" y="5"/>
                  </a:cubicBezTo>
                  <a:cubicBezTo>
                    <a:pt x="4" y="7"/>
                    <a:pt x="5" y="2"/>
                    <a:pt x="3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2" name="Freeform 352">
              <a:extLst>
                <a:ext uri="{FF2B5EF4-FFF2-40B4-BE49-F238E27FC236}">
                  <a16:creationId xmlns:a16="http://schemas.microsoft.com/office/drawing/2014/main" id="{C1B45BF1-09AE-45E9-B8A9-69FBB572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779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21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3" name="Freeform 353">
              <a:extLst>
                <a:ext uri="{FF2B5EF4-FFF2-40B4-BE49-F238E27FC236}">
                  <a16:creationId xmlns:a16="http://schemas.microsoft.com/office/drawing/2014/main" id="{35EA0BF6-53B7-4ADC-8F79-6D776C8B1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966"/>
              <a:ext cx="15" cy="21"/>
            </a:xfrm>
            <a:custGeom>
              <a:avLst/>
              <a:gdLst>
                <a:gd name="T0" fmla="*/ 33 w 6"/>
                <a:gd name="T1" fmla="*/ 55 h 8"/>
                <a:gd name="T2" fmla="*/ 0 w 6"/>
                <a:gd name="T3" fmla="*/ 110 h 8"/>
                <a:gd name="T4" fmla="*/ 2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3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6" y="8"/>
                    <a:pt x="5" y="0"/>
                    <a:pt x="1" y="3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4" name="Freeform 354">
              <a:extLst>
                <a:ext uri="{FF2B5EF4-FFF2-40B4-BE49-F238E27FC236}">
                  <a16:creationId xmlns:a16="http://schemas.microsoft.com/office/drawing/2014/main" id="{98D9999D-1945-4106-8044-5D4865C7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1995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54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5" name="Freeform 355">
              <a:extLst>
                <a:ext uri="{FF2B5EF4-FFF2-40B4-BE49-F238E27FC236}">
                  <a16:creationId xmlns:a16="http://schemas.microsoft.com/office/drawing/2014/main" id="{B4E69E33-62CE-4213-9B71-BB87EE464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955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61 h 4"/>
                <a:gd name="T4" fmla="*/ 63 w 4"/>
                <a:gd name="T5" fmla="*/ 22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4"/>
                    <a:pt x="4" y="3"/>
                    <a:pt x="4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6" name="Freeform 356">
              <a:extLst>
                <a:ext uri="{FF2B5EF4-FFF2-40B4-BE49-F238E27FC236}">
                  <a16:creationId xmlns:a16="http://schemas.microsoft.com/office/drawing/2014/main" id="{316FB953-0CFE-49FC-8F3A-CD3C5063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929"/>
              <a:ext cx="5" cy="5"/>
            </a:xfrm>
            <a:custGeom>
              <a:avLst/>
              <a:gdLst>
                <a:gd name="T0" fmla="*/ 33 w 2"/>
                <a:gd name="T1" fmla="*/ 20 h 2"/>
                <a:gd name="T2" fmla="*/ 20 w 2"/>
                <a:gd name="T3" fmla="*/ 33 h 2"/>
                <a:gd name="T4" fmla="*/ 33 w 2"/>
                <a:gd name="T5" fmla="*/ 2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7" name="Freeform 357">
              <a:extLst>
                <a:ext uri="{FF2B5EF4-FFF2-40B4-BE49-F238E27FC236}">
                  <a16:creationId xmlns:a16="http://schemas.microsoft.com/office/drawing/2014/main" id="{D3243CF4-AAA5-4353-8034-35A4A7BCE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918"/>
              <a:ext cx="8" cy="8"/>
            </a:xfrm>
            <a:custGeom>
              <a:avLst/>
              <a:gdLst>
                <a:gd name="T0" fmla="*/ 56 w 3"/>
                <a:gd name="T1" fmla="*/ 0 h 3"/>
                <a:gd name="T2" fmla="*/ 0 w 3"/>
                <a:gd name="T3" fmla="*/ 56 h 3"/>
                <a:gd name="T4" fmla="*/ 56 w 3"/>
                <a:gd name="T5" fmla="*/ 35 h 3"/>
                <a:gd name="T6" fmla="*/ 56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8" name="Freeform 358">
              <a:extLst>
                <a:ext uri="{FF2B5EF4-FFF2-40B4-BE49-F238E27FC236}">
                  <a16:creationId xmlns:a16="http://schemas.microsoft.com/office/drawing/2014/main" id="{B4287B37-145C-4227-8E2E-A5991909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942"/>
              <a:ext cx="5" cy="5"/>
            </a:xfrm>
            <a:custGeom>
              <a:avLst/>
              <a:gdLst>
                <a:gd name="T0" fmla="*/ 0 w 2"/>
                <a:gd name="T1" fmla="*/ 20 h 2"/>
                <a:gd name="T2" fmla="*/ 33 w 2"/>
                <a:gd name="T3" fmla="*/ 0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2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9" name="Freeform 359">
              <a:extLst>
                <a:ext uri="{FF2B5EF4-FFF2-40B4-BE49-F238E27FC236}">
                  <a16:creationId xmlns:a16="http://schemas.microsoft.com/office/drawing/2014/main" id="{A5B0ECB4-545B-49AD-B0DF-540687F3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1235"/>
              <a:ext cx="2" cy="6"/>
            </a:xfrm>
            <a:custGeom>
              <a:avLst/>
              <a:gdLst>
                <a:gd name="T0" fmla="*/ 8 w 1"/>
                <a:gd name="T1" fmla="*/ 54 h 2"/>
                <a:gd name="T2" fmla="*/ 8 w 1"/>
                <a:gd name="T3" fmla="*/ 0 h 2"/>
                <a:gd name="T4" fmla="*/ 0 w 1"/>
                <a:gd name="T5" fmla="*/ 54 h 2"/>
                <a:gd name="T6" fmla="*/ 8 w 1"/>
                <a:gd name="T7" fmla="*/ 27 h 2"/>
                <a:gd name="T8" fmla="*/ 8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0" name="Freeform 360">
              <a:extLst>
                <a:ext uri="{FF2B5EF4-FFF2-40B4-BE49-F238E27FC236}">
                  <a16:creationId xmlns:a16="http://schemas.microsoft.com/office/drawing/2014/main" id="{C7609D7A-A2A0-4E7A-AAF0-8A4CA44B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222"/>
              <a:ext cx="18" cy="19"/>
            </a:xfrm>
            <a:custGeom>
              <a:avLst/>
              <a:gdLst>
                <a:gd name="T0" fmla="*/ 67 w 7"/>
                <a:gd name="T1" fmla="*/ 22 h 7"/>
                <a:gd name="T2" fmla="*/ 100 w 7"/>
                <a:gd name="T3" fmla="*/ 141 h 7"/>
                <a:gd name="T4" fmla="*/ 67 w 7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0" y="2"/>
                    <a:pt x="3" y="6"/>
                    <a:pt x="6" y="7"/>
                  </a:cubicBezTo>
                  <a:cubicBezTo>
                    <a:pt x="6" y="5"/>
                    <a:pt x="7" y="0"/>
                    <a:pt x="4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1" name="Freeform 361">
              <a:extLst>
                <a:ext uri="{FF2B5EF4-FFF2-40B4-BE49-F238E27FC236}">
                  <a16:creationId xmlns:a16="http://schemas.microsoft.com/office/drawing/2014/main" id="{6E0B5921-E3B3-4B1B-ADA4-B879DB2D1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211"/>
              <a:ext cx="8" cy="6"/>
            </a:xfrm>
            <a:custGeom>
              <a:avLst/>
              <a:gdLst>
                <a:gd name="T0" fmla="*/ 56 w 3"/>
                <a:gd name="T1" fmla="*/ 27 h 2"/>
                <a:gd name="T2" fmla="*/ 21 w 3"/>
                <a:gd name="T3" fmla="*/ 0 h 2"/>
                <a:gd name="T4" fmla="*/ 35 w 3"/>
                <a:gd name="T5" fmla="*/ 0 h 2"/>
                <a:gd name="T6" fmla="*/ 35 w 3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1" y="2"/>
                    <a:pt x="0" y="2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2" name="Freeform 362">
              <a:extLst>
                <a:ext uri="{FF2B5EF4-FFF2-40B4-BE49-F238E27FC236}">
                  <a16:creationId xmlns:a16="http://schemas.microsoft.com/office/drawing/2014/main" id="{43B327B1-E7C9-420F-A53F-E6C76761C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179"/>
              <a:ext cx="15" cy="24"/>
            </a:xfrm>
            <a:custGeom>
              <a:avLst/>
              <a:gdLst>
                <a:gd name="T0" fmla="*/ 63 w 6"/>
                <a:gd name="T1" fmla="*/ 21 h 9"/>
                <a:gd name="T2" fmla="*/ 95 w 6"/>
                <a:gd name="T3" fmla="*/ 56 h 9"/>
                <a:gd name="T4" fmla="*/ 33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0" y="0"/>
                    <a:pt x="2" y="9"/>
                    <a:pt x="6" y="3"/>
                  </a:cubicBezTo>
                  <a:cubicBezTo>
                    <a:pt x="5" y="2"/>
                    <a:pt x="4" y="1"/>
                    <a:pt x="2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3" name="Freeform 363">
              <a:extLst>
                <a:ext uri="{FF2B5EF4-FFF2-40B4-BE49-F238E27FC236}">
                  <a16:creationId xmlns:a16="http://schemas.microsoft.com/office/drawing/2014/main" id="{4A1715BA-DE54-4961-84B8-03CE38D77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17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1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4" name="Freeform 364">
              <a:extLst>
                <a:ext uri="{FF2B5EF4-FFF2-40B4-BE49-F238E27FC236}">
                  <a16:creationId xmlns:a16="http://schemas.microsoft.com/office/drawing/2014/main" id="{AFB9AD15-8148-4816-A683-BF732C5BB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166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33 w 2"/>
                <a:gd name="T3" fmla="*/ 21 h 3"/>
                <a:gd name="T4" fmla="*/ 0 w 2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3"/>
                    <a:pt x="2" y="3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5" name="Freeform 365">
              <a:extLst>
                <a:ext uri="{FF2B5EF4-FFF2-40B4-BE49-F238E27FC236}">
                  <a16:creationId xmlns:a16="http://schemas.microsoft.com/office/drawing/2014/main" id="{011904AF-EAC2-4FD8-9CF3-9C5C85004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198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33 w 2"/>
                <a:gd name="T5" fmla="*/ 35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6" name="Freeform 366">
              <a:extLst>
                <a:ext uri="{FF2B5EF4-FFF2-40B4-BE49-F238E27FC236}">
                  <a16:creationId xmlns:a16="http://schemas.microsoft.com/office/drawing/2014/main" id="{B4100332-2DE5-4CFE-A5F2-3B57DE7D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193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33 h 2"/>
                <a:gd name="T4" fmla="*/ 0 w 1"/>
                <a:gd name="T5" fmla="*/ 0 h 2"/>
                <a:gd name="T6" fmla="*/ 0 w 1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7" name="Freeform 367">
              <a:extLst>
                <a:ext uri="{FF2B5EF4-FFF2-40B4-BE49-F238E27FC236}">
                  <a16:creationId xmlns:a16="http://schemas.microsoft.com/office/drawing/2014/main" id="{70D83E9E-2D11-4FA1-B517-661F38582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214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0 w 3"/>
                <a:gd name="T3" fmla="*/ 35 h 3"/>
                <a:gd name="T4" fmla="*/ 37 w 3"/>
                <a:gd name="T5" fmla="*/ 21 h 3"/>
                <a:gd name="T6" fmla="*/ 12 w 3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2" y="2"/>
                    <a:pt x="2" y="2"/>
                    <a:pt x="1" y="3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8" name="Freeform 368">
              <a:extLst>
                <a:ext uri="{FF2B5EF4-FFF2-40B4-BE49-F238E27FC236}">
                  <a16:creationId xmlns:a16="http://schemas.microsoft.com/office/drawing/2014/main" id="{BBB34D27-648E-40F1-AD38-18523B447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169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33 w 2"/>
                <a:gd name="T5" fmla="*/ 2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9" name="Freeform 369">
              <a:extLst>
                <a:ext uri="{FF2B5EF4-FFF2-40B4-BE49-F238E27FC236}">
                  <a16:creationId xmlns:a16="http://schemas.microsoft.com/office/drawing/2014/main" id="{7E83642A-C0C4-492B-BBE9-532B30566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238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20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2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0" name="Freeform 370">
              <a:extLst>
                <a:ext uri="{FF2B5EF4-FFF2-40B4-BE49-F238E27FC236}">
                  <a16:creationId xmlns:a16="http://schemas.microsoft.com/office/drawing/2014/main" id="{6F94C6E9-33A1-48FB-BCCA-64239D81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977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12 w 3"/>
                <a:gd name="T5" fmla="*/ 0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2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1" name="Freeform 371">
              <a:extLst>
                <a:ext uri="{FF2B5EF4-FFF2-40B4-BE49-F238E27FC236}">
                  <a16:creationId xmlns:a16="http://schemas.microsoft.com/office/drawing/2014/main" id="{35441413-1674-48FC-8253-C47A7F153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00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28 w 3"/>
                <a:gd name="T5" fmla="*/ 56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2"/>
                    <a:pt x="3" y="1"/>
                    <a:pt x="1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2" name="Freeform 372">
              <a:extLst>
                <a:ext uri="{FF2B5EF4-FFF2-40B4-BE49-F238E27FC236}">
                  <a16:creationId xmlns:a16="http://schemas.microsoft.com/office/drawing/2014/main" id="{86203F26-9490-4245-B423-B7463520B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038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37 w 3"/>
                <a:gd name="T3" fmla="*/ 47 h 4"/>
                <a:gd name="T4" fmla="*/ 12 w 3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0" y="4"/>
                    <a:pt x="0" y="0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3" name="Freeform 373">
              <a:extLst>
                <a:ext uri="{FF2B5EF4-FFF2-40B4-BE49-F238E27FC236}">
                  <a16:creationId xmlns:a16="http://schemas.microsoft.com/office/drawing/2014/main" id="{6E770821-2A64-4AD8-A602-7206FAC6E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046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33 w 2"/>
                <a:gd name="T5" fmla="*/ 21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1" y="3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4" name="Freeform 374">
              <a:extLst>
                <a:ext uri="{FF2B5EF4-FFF2-40B4-BE49-F238E27FC236}">
                  <a16:creationId xmlns:a16="http://schemas.microsoft.com/office/drawing/2014/main" id="{51B6F261-BB06-401D-9B4D-DD6E5B0F2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2014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35 h 3"/>
                <a:gd name="T4" fmla="*/ 20 w 2"/>
                <a:gd name="T5" fmla="*/ 0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2" y="2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5" name="Freeform 375">
              <a:extLst>
                <a:ext uri="{FF2B5EF4-FFF2-40B4-BE49-F238E27FC236}">
                  <a16:creationId xmlns:a16="http://schemas.microsoft.com/office/drawing/2014/main" id="{483EC4D3-491B-4BD9-A885-BDFE79238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57"/>
              <a:ext cx="13" cy="13"/>
            </a:xfrm>
            <a:custGeom>
              <a:avLst/>
              <a:gdLst>
                <a:gd name="T0" fmla="*/ 55 w 5"/>
                <a:gd name="T1" fmla="*/ 68 h 5"/>
                <a:gd name="T2" fmla="*/ 34 w 5"/>
                <a:gd name="T3" fmla="*/ 0 h 5"/>
                <a:gd name="T4" fmla="*/ 34 w 5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0" y="5"/>
                    <a:pt x="0" y="0"/>
                    <a:pt x="2" y="0"/>
                  </a:cubicBezTo>
                  <a:cubicBezTo>
                    <a:pt x="5" y="0"/>
                    <a:pt x="5" y="4"/>
                    <a:pt x="2" y="5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6" name="Freeform 376">
              <a:extLst>
                <a:ext uri="{FF2B5EF4-FFF2-40B4-BE49-F238E27FC236}">
                  <a16:creationId xmlns:a16="http://schemas.microsoft.com/office/drawing/2014/main" id="{17B2DDF5-4072-4216-99AA-85CF2AABC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067"/>
              <a:ext cx="5" cy="6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54 h 2"/>
                <a:gd name="T4" fmla="*/ 33 w 2"/>
                <a:gd name="T5" fmla="*/ 0 h 2"/>
                <a:gd name="T6" fmla="*/ 0 w 2"/>
                <a:gd name="T7" fmla="*/ 54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2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7" name="Freeform 377">
              <a:extLst>
                <a:ext uri="{FF2B5EF4-FFF2-40B4-BE49-F238E27FC236}">
                  <a16:creationId xmlns:a16="http://schemas.microsoft.com/office/drawing/2014/main" id="{108E09DC-EEEF-4231-A547-660310E7A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041"/>
              <a:ext cx="5" cy="5"/>
            </a:xfrm>
            <a:custGeom>
              <a:avLst/>
              <a:gdLst>
                <a:gd name="T0" fmla="*/ 33 w 2"/>
                <a:gd name="T1" fmla="*/ 20 h 2"/>
                <a:gd name="T2" fmla="*/ 20 w 2"/>
                <a:gd name="T3" fmla="*/ 33 h 2"/>
                <a:gd name="T4" fmla="*/ 33 w 2"/>
                <a:gd name="T5" fmla="*/ 2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8" name="Freeform 378">
              <a:extLst>
                <a:ext uri="{FF2B5EF4-FFF2-40B4-BE49-F238E27FC236}">
                  <a16:creationId xmlns:a16="http://schemas.microsoft.com/office/drawing/2014/main" id="{2B37E78C-AFF7-4DF9-B21A-2DF51CDB1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278"/>
              <a:ext cx="2" cy="8"/>
            </a:xfrm>
            <a:custGeom>
              <a:avLst/>
              <a:gdLst>
                <a:gd name="T0" fmla="*/ 0 w 1"/>
                <a:gd name="T1" fmla="*/ 21 h 3"/>
                <a:gd name="T2" fmla="*/ 8 w 1"/>
                <a:gd name="T3" fmla="*/ 56 h 3"/>
                <a:gd name="T4" fmla="*/ 0 w 1"/>
                <a:gd name="T5" fmla="*/ 0 h 3"/>
                <a:gd name="T6" fmla="*/ 0 w 1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9" name="Freeform 379">
              <a:extLst>
                <a:ext uri="{FF2B5EF4-FFF2-40B4-BE49-F238E27FC236}">
                  <a16:creationId xmlns:a16="http://schemas.microsoft.com/office/drawing/2014/main" id="{4D0044D9-ECEB-4871-9BD6-8762D8D3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270"/>
              <a:ext cx="5" cy="11"/>
            </a:xfrm>
            <a:custGeom>
              <a:avLst/>
              <a:gdLst>
                <a:gd name="T0" fmla="*/ 20 w 2"/>
                <a:gd name="T1" fmla="*/ 47 h 4"/>
                <a:gd name="T2" fmla="*/ 33 w 2"/>
                <a:gd name="T3" fmla="*/ 0 h 4"/>
                <a:gd name="T4" fmla="*/ 20 w 2"/>
                <a:gd name="T5" fmla="*/ 83 h 4"/>
                <a:gd name="T6" fmla="*/ 0 w 2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0" name="Freeform 380">
              <a:extLst>
                <a:ext uri="{FF2B5EF4-FFF2-40B4-BE49-F238E27FC236}">
                  <a16:creationId xmlns:a16="http://schemas.microsoft.com/office/drawing/2014/main" id="{3B7D385A-8A0A-4C24-9439-E0DA3ACC1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286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20 w 4"/>
                <a:gd name="T3" fmla="*/ 83 h 4"/>
                <a:gd name="T4" fmla="*/ 20 w 4"/>
                <a:gd name="T5" fmla="*/ 0 h 4"/>
                <a:gd name="T6" fmla="*/ 20 w 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1" name="Freeform 381">
              <a:extLst>
                <a:ext uri="{FF2B5EF4-FFF2-40B4-BE49-F238E27FC236}">
                  <a16:creationId xmlns:a16="http://schemas.microsoft.com/office/drawing/2014/main" id="{7C116644-E974-4C27-9797-441E1E4D4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243"/>
              <a:ext cx="15" cy="16"/>
            </a:xfrm>
            <a:custGeom>
              <a:avLst/>
              <a:gdLst>
                <a:gd name="T0" fmla="*/ 33 w 6"/>
                <a:gd name="T1" fmla="*/ 93 h 6"/>
                <a:gd name="T2" fmla="*/ 20 w 6"/>
                <a:gd name="T3" fmla="*/ 35 h 6"/>
                <a:gd name="T4" fmla="*/ 50 w 6"/>
                <a:gd name="T5" fmla="*/ 115 h 6"/>
                <a:gd name="T6" fmla="*/ 33 w 6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5"/>
                  </a:moveTo>
                  <a:cubicBezTo>
                    <a:pt x="0" y="5"/>
                    <a:pt x="0" y="3"/>
                    <a:pt x="1" y="2"/>
                  </a:cubicBezTo>
                  <a:cubicBezTo>
                    <a:pt x="4" y="0"/>
                    <a:pt x="6" y="4"/>
                    <a:pt x="3" y="6"/>
                  </a:cubicBezTo>
                  <a:cubicBezTo>
                    <a:pt x="2" y="6"/>
                    <a:pt x="2" y="5"/>
                    <a:pt x="2" y="4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2" name="Freeform 382">
              <a:extLst>
                <a:ext uri="{FF2B5EF4-FFF2-40B4-BE49-F238E27FC236}">
                  <a16:creationId xmlns:a16="http://schemas.microsoft.com/office/drawing/2014/main" id="{6EC7B5AF-7283-4C33-9F62-35296BD9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24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21 w 3"/>
                <a:gd name="T7" fmla="*/ 0 h 3"/>
                <a:gd name="T8" fmla="*/ 21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3" name="Freeform 383">
              <a:extLst>
                <a:ext uri="{FF2B5EF4-FFF2-40B4-BE49-F238E27FC236}">
                  <a16:creationId xmlns:a16="http://schemas.microsoft.com/office/drawing/2014/main" id="{45FA1E51-2818-4A81-B74B-EB8621B70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286"/>
              <a:ext cx="7" cy="5"/>
            </a:xfrm>
            <a:custGeom>
              <a:avLst/>
              <a:gdLst>
                <a:gd name="T0" fmla="*/ 28 w 3"/>
                <a:gd name="T1" fmla="*/ 20 h 2"/>
                <a:gd name="T2" fmla="*/ 12 w 3"/>
                <a:gd name="T3" fmla="*/ 33 h 2"/>
                <a:gd name="T4" fmla="*/ 37 w 3"/>
                <a:gd name="T5" fmla="*/ 20 h 2"/>
                <a:gd name="T6" fmla="*/ 0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1" y="0"/>
                    <a:pt x="1" y="2"/>
                    <a:pt x="0" y="2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4" name="Freeform 384">
              <a:extLst>
                <a:ext uri="{FF2B5EF4-FFF2-40B4-BE49-F238E27FC236}">
                  <a16:creationId xmlns:a16="http://schemas.microsoft.com/office/drawing/2014/main" id="{C0DDB92A-FA9A-4A01-BA12-4CDC7903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046"/>
              <a:ext cx="10" cy="16"/>
            </a:xfrm>
            <a:custGeom>
              <a:avLst/>
              <a:gdLst>
                <a:gd name="T0" fmla="*/ 20 w 4"/>
                <a:gd name="T1" fmla="*/ 56 h 6"/>
                <a:gd name="T2" fmla="*/ 0 w 4"/>
                <a:gd name="T3" fmla="*/ 93 h 6"/>
                <a:gd name="T4" fmla="*/ 33 w 4"/>
                <a:gd name="T5" fmla="*/ 35 h 6"/>
                <a:gd name="T6" fmla="*/ 0 w 4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2" y="6"/>
                    <a:pt x="4" y="4"/>
                    <a:pt x="2" y="2"/>
                  </a:cubicBezTo>
                  <a:cubicBezTo>
                    <a:pt x="1" y="0"/>
                    <a:pt x="0" y="4"/>
                    <a:pt x="0" y="5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5" name="Freeform 385">
              <a:extLst>
                <a:ext uri="{FF2B5EF4-FFF2-40B4-BE49-F238E27FC236}">
                  <a16:creationId xmlns:a16="http://schemas.microsoft.com/office/drawing/2014/main" id="{5174819C-45B5-434B-A2F8-316BF188E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73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33 w 4"/>
                <a:gd name="T3" fmla="*/ 56 h 3"/>
                <a:gd name="T4" fmla="*/ 2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4" y="2"/>
                    <a:pt x="3" y="1"/>
                    <a:pt x="1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6" name="Freeform 386">
              <a:extLst>
                <a:ext uri="{FF2B5EF4-FFF2-40B4-BE49-F238E27FC236}">
                  <a16:creationId xmlns:a16="http://schemas.microsoft.com/office/drawing/2014/main" id="{B16D5A02-F759-4A6F-B581-6B8E393C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022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0 w 4"/>
                <a:gd name="T3" fmla="*/ 0 h 4"/>
                <a:gd name="T4" fmla="*/ 20 w 4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4" y="0"/>
                    <a:pt x="3" y="4"/>
                    <a:pt x="1" y="4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7" name="Freeform 387">
              <a:extLst>
                <a:ext uri="{FF2B5EF4-FFF2-40B4-BE49-F238E27FC236}">
                  <a16:creationId xmlns:a16="http://schemas.microsoft.com/office/drawing/2014/main" id="{9BA79197-9002-45CB-8CD4-894DB3E6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019"/>
              <a:ext cx="8" cy="6"/>
            </a:xfrm>
            <a:custGeom>
              <a:avLst/>
              <a:gdLst>
                <a:gd name="T0" fmla="*/ 35 w 3"/>
                <a:gd name="T1" fmla="*/ 0 h 2"/>
                <a:gd name="T2" fmla="*/ 0 w 3"/>
                <a:gd name="T3" fmla="*/ 54 h 2"/>
                <a:gd name="T4" fmla="*/ 56 w 3"/>
                <a:gd name="T5" fmla="*/ 0 h 2"/>
                <a:gd name="T6" fmla="*/ 35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8" name="Freeform 388">
              <a:extLst>
                <a:ext uri="{FF2B5EF4-FFF2-40B4-BE49-F238E27FC236}">
                  <a16:creationId xmlns:a16="http://schemas.microsoft.com/office/drawing/2014/main" id="{F86970E8-26D5-4B5B-9432-1B448EF9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88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56 h 3"/>
                <a:gd name="T4" fmla="*/ 56 w 3"/>
                <a:gd name="T5" fmla="*/ 21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9" name="Freeform 389">
              <a:extLst>
                <a:ext uri="{FF2B5EF4-FFF2-40B4-BE49-F238E27FC236}">
                  <a16:creationId xmlns:a16="http://schemas.microsoft.com/office/drawing/2014/main" id="{6FAC62C6-A8DF-414E-B9E6-0583F2D0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1846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21 w 3"/>
                <a:gd name="T3" fmla="*/ 83 h 4"/>
                <a:gd name="T4" fmla="*/ 56 w 3"/>
                <a:gd name="T5" fmla="*/ 47 h 4"/>
                <a:gd name="T6" fmla="*/ 35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4"/>
                    <a:pt x="3" y="4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0" name="Freeform 390">
              <a:extLst>
                <a:ext uri="{FF2B5EF4-FFF2-40B4-BE49-F238E27FC236}">
                  <a16:creationId xmlns:a16="http://schemas.microsoft.com/office/drawing/2014/main" id="{F55873D6-EB8A-4E43-8BC8-368630505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878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2"/>
                    <a:pt x="3" y="0"/>
                    <a:pt x="1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1" name="Freeform 391">
              <a:extLst>
                <a:ext uri="{FF2B5EF4-FFF2-40B4-BE49-F238E27FC236}">
                  <a16:creationId xmlns:a16="http://schemas.microsoft.com/office/drawing/2014/main" id="{4B2935DA-893B-4F18-90D0-CE609B73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894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41 w 5"/>
                <a:gd name="T3" fmla="*/ 88 h 5"/>
                <a:gd name="T4" fmla="*/ 29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5"/>
                    <a:pt x="3" y="5"/>
                  </a:cubicBezTo>
                  <a:cubicBezTo>
                    <a:pt x="5" y="5"/>
                    <a:pt x="5" y="0"/>
                    <a:pt x="2" y="2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2" name="Freeform 392">
              <a:extLst>
                <a:ext uri="{FF2B5EF4-FFF2-40B4-BE49-F238E27FC236}">
                  <a16:creationId xmlns:a16="http://schemas.microsoft.com/office/drawing/2014/main" id="{997BFCFF-4F7E-472F-B273-93E4E4CA2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185"/>
              <a:ext cx="8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35 h 3"/>
                <a:gd name="T4" fmla="*/ 0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0"/>
                    <a:pt x="0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3" name="Freeform 393">
              <a:extLst>
                <a:ext uri="{FF2B5EF4-FFF2-40B4-BE49-F238E27FC236}">
                  <a16:creationId xmlns:a16="http://schemas.microsoft.com/office/drawing/2014/main" id="{D99D0B7F-240B-4DCB-8DBB-D6A2DFF5F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198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1"/>
                    <a:pt x="1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4" name="Freeform 394">
              <a:extLst>
                <a:ext uri="{FF2B5EF4-FFF2-40B4-BE49-F238E27FC236}">
                  <a16:creationId xmlns:a16="http://schemas.microsoft.com/office/drawing/2014/main" id="{2D857E76-D488-4726-9837-855BB5443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217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20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5" name="Freeform 395">
              <a:extLst>
                <a:ext uri="{FF2B5EF4-FFF2-40B4-BE49-F238E27FC236}">
                  <a16:creationId xmlns:a16="http://schemas.microsoft.com/office/drawing/2014/main" id="{9B161679-B960-4C55-94DB-F18572A8C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225"/>
              <a:ext cx="15" cy="13"/>
            </a:xfrm>
            <a:custGeom>
              <a:avLst/>
              <a:gdLst>
                <a:gd name="T0" fmla="*/ 33 w 6"/>
                <a:gd name="T1" fmla="*/ 68 h 5"/>
                <a:gd name="T2" fmla="*/ 50 w 6"/>
                <a:gd name="T3" fmla="*/ 21 h 5"/>
                <a:gd name="T4" fmla="*/ 50 w 6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4"/>
                  </a:moveTo>
                  <a:cubicBezTo>
                    <a:pt x="0" y="3"/>
                    <a:pt x="1" y="0"/>
                    <a:pt x="3" y="1"/>
                  </a:cubicBezTo>
                  <a:cubicBezTo>
                    <a:pt x="6" y="2"/>
                    <a:pt x="4" y="5"/>
                    <a:pt x="3" y="4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6" name="Freeform 396">
              <a:extLst>
                <a:ext uri="{FF2B5EF4-FFF2-40B4-BE49-F238E27FC236}">
                  <a16:creationId xmlns:a16="http://schemas.microsoft.com/office/drawing/2014/main" id="{C756F5A3-DBD4-4971-B444-62EEFC56A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230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7" name="Freeform 397">
              <a:extLst>
                <a:ext uri="{FF2B5EF4-FFF2-40B4-BE49-F238E27FC236}">
                  <a16:creationId xmlns:a16="http://schemas.microsoft.com/office/drawing/2014/main" id="{66F52B7E-0190-4550-A654-F25BC6999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49"/>
              <a:ext cx="10" cy="13"/>
            </a:xfrm>
            <a:custGeom>
              <a:avLst/>
              <a:gdLst>
                <a:gd name="T0" fmla="*/ 50 w 4"/>
                <a:gd name="T1" fmla="*/ 21 h 5"/>
                <a:gd name="T2" fmla="*/ 33 w 4"/>
                <a:gd name="T3" fmla="*/ 6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0" y="0"/>
                    <a:pt x="0" y="4"/>
                    <a:pt x="2" y="4"/>
                  </a:cubicBezTo>
                  <a:cubicBezTo>
                    <a:pt x="4" y="5"/>
                    <a:pt x="3" y="1"/>
                    <a:pt x="2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8" name="Freeform 398">
              <a:extLst>
                <a:ext uri="{FF2B5EF4-FFF2-40B4-BE49-F238E27FC236}">
                  <a16:creationId xmlns:a16="http://schemas.microsoft.com/office/drawing/2014/main" id="{D6084AE6-E575-417E-BF1C-380C42593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27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" name="Freeform 399">
              <a:extLst>
                <a:ext uri="{FF2B5EF4-FFF2-40B4-BE49-F238E27FC236}">
                  <a16:creationId xmlns:a16="http://schemas.microsoft.com/office/drawing/2014/main" id="{719E9A34-70C2-446B-A058-987FB96E8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24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0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3" y="2"/>
                    <a:pt x="2" y="0"/>
                    <a:pt x="0" y="1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" name="Freeform 400">
              <a:extLst>
                <a:ext uri="{FF2B5EF4-FFF2-40B4-BE49-F238E27FC236}">
                  <a16:creationId xmlns:a16="http://schemas.microsoft.com/office/drawing/2014/main" id="{0F13DCB1-4452-4D48-9A2E-23128DC46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28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B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" name="Freeform 401">
              <a:extLst>
                <a:ext uri="{FF2B5EF4-FFF2-40B4-BE49-F238E27FC236}">
                  <a16:creationId xmlns:a16="http://schemas.microsoft.com/office/drawing/2014/main" id="{5DB768E8-E5C0-4A8B-8641-0DF70EF42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219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54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" name="Freeform 402">
              <a:extLst>
                <a:ext uri="{FF2B5EF4-FFF2-40B4-BE49-F238E27FC236}">
                  <a16:creationId xmlns:a16="http://schemas.microsoft.com/office/drawing/2014/main" id="{31D537E6-A52E-4B60-B9D4-56A012133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219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2" y="2"/>
                    <a:pt x="1" y="0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" name="Freeform 403">
              <a:extLst>
                <a:ext uri="{FF2B5EF4-FFF2-40B4-BE49-F238E27FC236}">
                  <a16:creationId xmlns:a16="http://schemas.microsoft.com/office/drawing/2014/main" id="{5B9B6E5D-CA97-4B67-B0D6-F8C7D6431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227"/>
              <a:ext cx="5" cy="6"/>
            </a:xfrm>
            <a:custGeom>
              <a:avLst/>
              <a:gdLst>
                <a:gd name="T0" fmla="*/ 0 w 2"/>
                <a:gd name="T1" fmla="*/ 27 h 2"/>
                <a:gd name="T2" fmla="*/ 0 w 2"/>
                <a:gd name="T3" fmla="*/ 54 h 2"/>
                <a:gd name="T4" fmla="*/ 0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1" y="0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" name="Freeform 404">
              <a:extLst>
                <a:ext uri="{FF2B5EF4-FFF2-40B4-BE49-F238E27FC236}">
                  <a16:creationId xmlns:a16="http://schemas.microsoft.com/office/drawing/2014/main" id="{6DA21F1A-0163-4455-BAE8-790EDD1F9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259"/>
              <a:ext cx="15" cy="11"/>
            </a:xfrm>
            <a:custGeom>
              <a:avLst/>
              <a:gdLst>
                <a:gd name="T0" fmla="*/ 63 w 6"/>
                <a:gd name="T1" fmla="*/ 22 h 4"/>
                <a:gd name="T2" fmla="*/ 83 w 6"/>
                <a:gd name="T3" fmla="*/ 47 h 4"/>
                <a:gd name="T4" fmla="*/ 63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0" y="2"/>
                    <a:pt x="4" y="4"/>
                    <a:pt x="5" y="2"/>
                  </a:cubicBezTo>
                  <a:cubicBezTo>
                    <a:pt x="6" y="2"/>
                    <a:pt x="5" y="0"/>
                    <a:pt x="4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" name="Freeform 405">
              <a:extLst>
                <a:ext uri="{FF2B5EF4-FFF2-40B4-BE49-F238E27FC236}">
                  <a16:creationId xmlns:a16="http://schemas.microsoft.com/office/drawing/2014/main" id="{63DE8DBB-939D-4601-90CB-854D343F1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28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" name="Freeform 406">
              <a:extLst>
                <a:ext uri="{FF2B5EF4-FFF2-40B4-BE49-F238E27FC236}">
                  <a16:creationId xmlns:a16="http://schemas.microsoft.com/office/drawing/2014/main" id="{26B82F9D-C1A6-4091-8CA0-D2FBE2C26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29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35 h 3"/>
                <a:gd name="T4" fmla="*/ 2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1" y="3"/>
                    <a:pt x="3" y="2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" name="Freeform 407">
              <a:extLst>
                <a:ext uri="{FF2B5EF4-FFF2-40B4-BE49-F238E27FC236}">
                  <a16:creationId xmlns:a16="http://schemas.microsoft.com/office/drawing/2014/main" id="{8DC858E8-2CF4-4462-8E53-F5C6F8190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321"/>
              <a:ext cx="10" cy="5"/>
            </a:xfrm>
            <a:custGeom>
              <a:avLst/>
              <a:gdLst>
                <a:gd name="T0" fmla="*/ 33 w 4"/>
                <a:gd name="T1" fmla="*/ 0 h 2"/>
                <a:gd name="T2" fmla="*/ 33 w 4"/>
                <a:gd name="T3" fmla="*/ 0 h 2"/>
                <a:gd name="T4" fmla="*/ 3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2"/>
                    <a:pt x="4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" name="Freeform 408">
              <a:extLst>
                <a:ext uri="{FF2B5EF4-FFF2-40B4-BE49-F238E27FC236}">
                  <a16:creationId xmlns:a16="http://schemas.microsoft.com/office/drawing/2014/main" id="{0D24E65B-FD76-4651-9426-CA568C547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361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" name="Freeform 409">
              <a:extLst>
                <a:ext uri="{FF2B5EF4-FFF2-40B4-BE49-F238E27FC236}">
                  <a16:creationId xmlns:a16="http://schemas.microsoft.com/office/drawing/2014/main" id="{D723D66A-9AC3-4087-BA62-B02E346D4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342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35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1" y="0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" name="Freeform 410">
              <a:extLst>
                <a:ext uri="{FF2B5EF4-FFF2-40B4-BE49-F238E27FC236}">
                  <a16:creationId xmlns:a16="http://schemas.microsoft.com/office/drawing/2014/main" id="{6573D0FA-EF23-4738-BBA3-607D38D49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331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" name="Freeform 411">
              <a:extLst>
                <a:ext uri="{FF2B5EF4-FFF2-40B4-BE49-F238E27FC236}">
                  <a16:creationId xmlns:a16="http://schemas.microsoft.com/office/drawing/2014/main" id="{F212EBDF-7D99-40D2-9D78-764D9F253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198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35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" name="Freeform 412">
              <a:extLst>
                <a:ext uri="{FF2B5EF4-FFF2-40B4-BE49-F238E27FC236}">
                  <a16:creationId xmlns:a16="http://schemas.microsoft.com/office/drawing/2014/main" id="{B0D99E70-6B91-4A13-BAB6-FE246F8CD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16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21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3" y="3"/>
                    <a:pt x="2" y="0"/>
                    <a:pt x="1" y="1"/>
                  </a:cubicBezTo>
                </a:path>
              </a:pathLst>
            </a:custGeom>
            <a:solidFill>
              <a:srgbClr val="E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9" name="Fresh-red-tomato-illustration">
            <a:extLst>
              <a:ext uri="{FF2B5EF4-FFF2-40B4-BE49-F238E27FC236}">
                <a16:creationId xmlns:a16="http://schemas.microsoft.com/office/drawing/2014/main" id="{20B4CC6F-8517-43A1-85AD-A8182B2284E5}"/>
              </a:ext>
            </a:extLst>
          </p:cNvPr>
          <p:cNvGrpSpPr>
            <a:grpSpLocks/>
          </p:cNvGrpSpPr>
          <p:nvPr/>
        </p:nvGrpSpPr>
        <p:grpSpPr bwMode="auto">
          <a:xfrm>
            <a:off x="4752975" y="2778125"/>
            <a:ext cx="2384425" cy="2576513"/>
            <a:chOff x="2221" y="1815"/>
            <a:chExt cx="1259" cy="1360"/>
          </a:xfrm>
        </p:grpSpPr>
        <p:sp>
          <p:nvSpPr>
            <p:cNvPr id="11270" name="Freeform 414">
              <a:extLst>
                <a:ext uri="{FF2B5EF4-FFF2-40B4-BE49-F238E27FC236}">
                  <a16:creationId xmlns:a16="http://schemas.microsoft.com/office/drawing/2014/main" id="{0024495B-DC65-47CC-BD5E-F299AC484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815"/>
              <a:ext cx="1259" cy="1360"/>
            </a:xfrm>
            <a:custGeom>
              <a:avLst/>
              <a:gdLst>
                <a:gd name="T0" fmla="*/ 198 w 1660"/>
                <a:gd name="T1" fmla="*/ 65 h 1682"/>
                <a:gd name="T2" fmla="*/ 410 w 1660"/>
                <a:gd name="T3" fmla="*/ 26 h 1682"/>
                <a:gd name="T4" fmla="*/ 613 w 1660"/>
                <a:gd name="T5" fmla="*/ 179 h 1682"/>
                <a:gd name="T6" fmla="*/ 694 w 1660"/>
                <a:gd name="T7" fmla="*/ 518 h 1682"/>
                <a:gd name="T8" fmla="*/ 303 w 1660"/>
                <a:gd name="T9" fmla="*/ 811 h 1682"/>
                <a:gd name="T10" fmla="*/ 58 w 1660"/>
                <a:gd name="T11" fmla="*/ 218 h 1682"/>
                <a:gd name="T12" fmla="*/ 198 w 1660"/>
                <a:gd name="T13" fmla="*/ 65 h 16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0" h="1682">
                  <a:moveTo>
                    <a:pt x="454" y="123"/>
                  </a:moveTo>
                  <a:cubicBezTo>
                    <a:pt x="454" y="123"/>
                    <a:pt x="724" y="0"/>
                    <a:pt x="939" y="49"/>
                  </a:cubicBezTo>
                  <a:cubicBezTo>
                    <a:pt x="1155" y="98"/>
                    <a:pt x="1322" y="182"/>
                    <a:pt x="1405" y="338"/>
                  </a:cubicBezTo>
                  <a:cubicBezTo>
                    <a:pt x="1488" y="495"/>
                    <a:pt x="1660" y="790"/>
                    <a:pt x="1591" y="981"/>
                  </a:cubicBezTo>
                  <a:cubicBezTo>
                    <a:pt x="1523" y="1172"/>
                    <a:pt x="1312" y="1682"/>
                    <a:pt x="694" y="1535"/>
                  </a:cubicBezTo>
                  <a:cubicBezTo>
                    <a:pt x="76" y="1388"/>
                    <a:pt x="0" y="612"/>
                    <a:pt x="135" y="412"/>
                  </a:cubicBezTo>
                  <a:cubicBezTo>
                    <a:pt x="297" y="172"/>
                    <a:pt x="454" y="123"/>
                    <a:pt x="454" y="123"/>
                  </a:cubicBezTo>
                  <a:close/>
                </a:path>
              </a:pathLst>
            </a:custGeom>
            <a:solidFill>
              <a:srgbClr val="DD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" name="Freeform 415">
              <a:extLst>
                <a:ext uri="{FF2B5EF4-FFF2-40B4-BE49-F238E27FC236}">
                  <a16:creationId xmlns:a16="http://schemas.microsoft.com/office/drawing/2014/main" id="{8F36F4F4-15A1-49FD-804F-7DAC9CC89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571"/>
              <a:ext cx="847" cy="528"/>
            </a:xfrm>
            <a:custGeom>
              <a:avLst/>
              <a:gdLst>
                <a:gd name="T0" fmla="*/ 14 w 1117"/>
                <a:gd name="T1" fmla="*/ 79 h 652"/>
                <a:gd name="T2" fmla="*/ 44 w 1117"/>
                <a:gd name="T3" fmla="*/ 138 h 652"/>
                <a:gd name="T4" fmla="*/ 75 w 1117"/>
                <a:gd name="T5" fmla="*/ 198 h 652"/>
                <a:gd name="T6" fmla="*/ 187 w 1117"/>
                <a:gd name="T7" fmla="*/ 281 h 652"/>
                <a:gd name="T8" fmla="*/ 445 w 1117"/>
                <a:gd name="T9" fmla="*/ 286 h 652"/>
                <a:gd name="T10" fmla="*/ 404 w 1117"/>
                <a:gd name="T11" fmla="*/ 219 h 652"/>
                <a:gd name="T12" fmla="*/ 384 w 1117"/>
                <a:gd name="T13" fmla="*/ 169 h 652"/>
                <a:gd name="T14" fmla="*/ 334 w 1117"/>
                <a:gd name="T15" fmla="*/ 148 h 652"/>
                <a:gd name="T16" fmla="*/ 199 w 1117"/>
                <a:gd name="T17" fmla="*/ 105 h 652"/>
                <a:gd name="T18" fmla="*/ 74 w 1117"/>
                <a:gd name="T19" fmla="*/ 8 h 652"/>
                <a:gd name="T20" fmla="*/ 8 w 1117"/>
                <a:gd name="T21" fmla="*/ 26 h 652"/>
                <a:gd name="T22" fmla="*/ 17 w 1117"/>
                <a:gd name="T23" fmla="*/ 88 h 6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7" h="652">
                  <a:moveTo>
                    <a:pt x="31" y="150"/>
                  </a:moveTo>
                  <a:cubicBezTo>
                    <a:pt x="57" y="169"/>
                    <a:pt x="79" y="230"/>
                    <a:pt x="100" y="259"/>
                  </a:cubicBezTo>
                  <a:cubicBezTo>
                    <a:pt x="126" y="296"/>
                    <a:pt x="143" y="338"/>
                    <a:pt x="173" y="373"/>
                  </a:cubicBezTo>
                  <a:cubicBezTo>
                    <a:pt x="230" y="443"/>
                    <a:pt x="347" y="496"/>
                    <a:pt x="428" y="529"/>
                  </a:cubicBezTo>
                  <a:cubicBezTo>
                    <a:pt x="616" y="606"/>
                    <a:pt x="840" y="652"/>
                    <a:pt x="1021" y="539"/>
                  </a:cubicBezTo>
                  <a:cubicBezTo>
                    <a:pt x="1117" y="480"/>
                    <a:pt x="962" y="452"/>
                    <a:pt x="927" y="413"/>
                  </a:cubicBezTo>
                  <a:cubicBezTo>
                    <a:pt x="904" y="388"/>
                    <a:pt x="899" y="348"/>
                    <a:pt x="880" y="319"/>
                  </a:cubicBezTo>
                  <a:cubicBezTo>
                    <a:pt x="851" y="274"/>
                    <a:pt x="818" y="279"/>
                    <a:pt x="768" y="279"/>
                  </a:cubicBezTo>
                  <a:cubicBezTo>
                    <a:pt x="653" y="279"/>
                    <a:pt x="551" y="269"/>
                    <a:pt x="458" y="198"/>
                  </a:cubicBezTo>
                  <a:cubicBezTo>
                    <a:pt x="362" y="124"/>
                    <a:pt x="295" y="40"/>
                    <a:pt x="169" y="15"/>
                  </a:cubicBezTo>
                  <a:cubicBezTo>
                    <a:pt x="118" y="6"/>
                    <a:pt x="44" y="0"/>
                    <a:pt x="18" y="49"/>
                  </a:cubicBezTo>
                  <a:cubicBezTo>
                    <a:pt x="0" y="82"/>
                    <a:pt x="8" y="151"/>
                    <a:pt x="39" y="166"/>
                  </a:cubicBezTo>
                </a:path>
              </a:pathLst>
            </a:custGeom>
            <a:solidFill>
              <a:srgbClr val="CE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" name="Freeform 416">
              <a:extLst>
                <a:ext uri="{FF2B5EF4-FFF2-40B4-BE49-F238E27FC236}">
                  <a16:creationId xmlns:a16="http://schemas.microsoft.com/office/drawing/2014/main" id="{186E6595-E543-4FC0-95D5-54A74F20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981"/>
              <a:ext cx="357" cy="646"/>
            </a:xfrm>
            <a:custGeom>
              <a:avLst/>
              <a:gdLst>
                <a:gd name="T0" fmla="*/ 32 w 471"/>
                <a:gd name="T1" fmla="*/ 36 h 799"/>
                <a:gd name="T2" fmla="*/ 124 w 471"/>
                <a:gd name="T3" fmla="*/ 22 h 799"/>
                <a:gd name="T4" fmla="*/ 177 w 471"/>
                <a:gd name="T5" fmla="*/ 70 h 799"/>
                <a:gd name="T6" fmla="*/ 186 w 471"/>
                <a:gd name="T7" fmla="*/ 133 h 799"/>
                <a:gd name="T8" fmla="*/ 184 w 471"/>
                <a:gd name="T9" fmla="*/ 196 h 799"/>
                <a:gd name="T10" fmla="*/ 193 w 471"/>
                <a:gd name="T11" fmla="*/ 323 h 799"/>
                <a:gd name="T12" fmla="*/ 102 w 471"/>
                <a:gd name="T13" fmla="*/ 401 h 799"/>
                <a:gd name="T14" fmla="*/ 37 w 471"/>
                <a:gd name="T15" fmla="*/ 331 h 799"/>
                <a:gd name="T16" fmla="*/ 2 w 471"/>
                <a:gd name="T17" fmla="*/ 228 h 799"/>
                <a:gd name="T18" fmla="*/ 39 w 471"/>
                <a:gd name="T19" fmla="*/ 39 h 7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1" h="799">
                  <a:moveTo>
                    <a:pt x="74" y="68"/>
                  </a:moveTo>
                  <a:cubicBezTo>
                    <a:pt x="154" y="48"/>
                    <a:pt x="196" y="0"/>
                    <a:pt x="283" y="42"/>
                  </a:cubicBezTo>
                  <a:cubicBezTo>
                    <a:pt x="321" y="61"/>
                    <a:pt x="389" y="98"/>
                    <a:pt x="408" y="133"/>
                  </a:cubicBezTo>
                  <a:cubicBezTo>
                    <a:pt x="423" y="161"/>
                    <a:pt x="424" y="221"/>
                    <a:pt x="429" y="252"/>
                  </a:cubicBezTo>
                  <a:cubicBezTo>
                    <a:pt x="435" y="295"/>
                    <a:pt x="414" y="330"/>
                    <a:pt x="422" y="372"/>
                  </a:cubicBezTo>
                  <a:cubicBezTo>
                    <a:pt x="439" y="460"/>
                    <a:pt x="471" y="517"/>
                    <a:pt x="443" y="611"/>
                  </a:cubicBezTo>
                  <a:cubicBezTo>
                    <a:pt x="414" y="708"/>
                    <a:pt x="343" y="799"/>
                    <a:pt x="235" y="760"/>
                  </a:cubicBezTo>
                  <a:cubicBezTo>
                    <a:pt x="163" y="734"/>
                    <a:pt x="133" y="682"/>
                    <a:pt x="85" y="627"/>
                  </a:cubicBezTo>
                  <a:cubicBezTo>
                    <a:pt x="25" y="560"/>
                    <a:pt x="9" y="522"/>
                    <a:pt x="5" y="432"/>
                  </a:cubicBezTo>
                  <a:cubicBezTo>
                    <a:pt x="0" y="323"/>
                    <a:pt x="9" y="150"/>
                    <a:pt x="89" y="73"/>
                  </a:cubicBezTo>
                </a:path>
              </a:pathLst>
            </a:custGeom>
            <a:solidFill>
              <a:srgbClr val="DB4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" name="Freeform 417">
              <a:extLst>
                <a:ext uri="{FF2B5EF4-FFF2-40B4-BE49-F238E27FC236}">
                  <a16:creationId xmlns:a16="http://schemas.microsoft.com/office/drawing/2014/main" id="{9363AB9E-4FA1-4186-9B17-26FCE660D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925"/>
              <a:ext cx="459" cy="982"/>
            </a:xfrm>
            <a:custGeom>
              <a:avLst/>
              <a:gdLst>
                <a:gd name="T0" fmla="*/ 77 w 605"/>
                <a:gd name="T1" fmla="*/ 620 h 1214"/>
                <a:gd name="T2" fmla="*/ 28 w 605"/>
                <a:gd name="T3" fmla="*/ 515 h 1214"/>
                <a:gd name="T4" fmla="*/ 63 w 605"/>
                <a:gd name="T5" fmla="*/ 406 h 1214"/>
                <a:gd name="T6" fmla="*/ 127 w 605"/>
                <a:gd name="T7" fmla="*/ 349 h 1214"/>
                <a:gd name="T8" fmla="*/ 117 w 605"/>
                <a:gd name="T9" fmla="*/ 244 h 1214"/>
                <a:gd name="T10" fmla="*/ 90 w 605"/>
                <a:gd name="T11" fmla="*/ 198 h 1214"/>
                <a:gd name="T12" fmla="*/ 37 w 605"/>
                <a:gd name="T13" fmla="*/ 155 h 1214"/>
                <a:gd name="T14" fmla="*/ 28 w 605"/>
                <a:gd name="T15" fmla="*/ 28 h 1214"/>
                <a:gd name="T16" fmla="*/ 124 w 605"/>
                <a:gd name="T17" fmla="*/ 40 h 1214"/>
                <a:gd name="T18" fmla="*/ 184 w 605"/>
                <a:gd name="T19" fmla="*/ 143 h 1214"/>
                <a:gd name="T20" fmla="*/ 237 w 605"/>
                <a:gd name="T21" fmla="*/ 265 h 1214"/>
                <a:gd name="T22" fmla="*/ 261 w 605"/>
                <a:gd name="T23" fmla="*/ 386 h 1214"/>
                <a:gd name="T24" fmla="*/ 231 w 605"/>
                <a:gd name="T25" fmla="*/ 500 h 1214"/>
                <a:gd name="T26" fmla="*/ 161 w 605"/>
                <a:gd name="T27" fmla="*/ 618 h 1214"/>
                <a:gd name="T28" fmla="*/ 72 w 605"/>
                <a:gd name="T29" fmla="*/ 615 h 12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5" h="1214">
                  <a:moveTo>
                    <a:pt x="175" y="1172"/>
                  </a:moveTo>
                  <a:cubicBezTo>
                    <a:pt x="126" y="1098"/>
                    <a:pt x="67" y="1073"/>
                    <a:pt x="65" y="974"/>
                  </a:cubicBezTo>
                  <a:cubicBezTo>
                    <a:pt x="63" y="894"/>
                    <a:pt x="86" y="820"/>
                    <a:pt x="145" y="767"/>
                  </a:cubicBezTo>
                  <a:cubicBezTo>
                    <a:pt x="193" y="725"/>
                    <a:pt x="269" y="727"/>
                    <a:pt x="290" y="659"/>
                  </a:cubicBezTo>
                  <a:cubicBezTo>
                    <a:pt x="310" y="593"/>
                    <a:pt x="283" y="523"/>
                    <a:pt x="268" y="461"/>
                  </a:cubicBezTo>
                  <a:cubicBezTo>
                    <a:pt x="244" y="442"/>
                    <a:pt x="231" y="401"/>
                    <a:pt x="205" y="375"/>
                  </a:cubicBezTo>
                  <a:cubicBezTo>
                    <a:pt x="169" y="340"/>
                    <a:pt x="122" y="325"/>
                    <a:pt x="85" y="293"/>
                  </a:cubicBezTo>
                  <a:cubicBezTo>
                    <a:pt x="20" y="238"/>
                    <a:pt x="0" y="113"/>
                    <a:pt x="65" y="52"/>
                  </a:cubicBezTo>
                  <a:cubicBezTo>
                    <a:pt x="120" y="0"/>
                    <a:pt x="229" y="41"/>
                    <a:pt x="284" y="77"/>
                  </a:cubicBezTo>
                  <a:cubicBezTo>
                    <a:pt x="362" y="126"/>
                    <a:pt x="372" y="198"/>
                    <a:pt x="422" y="271"/>
                  </a:cubicBezTo>
                  <a:cubicBezTo>
                    <a:pt x="469" y="341"/>
                    <a:pt x="519" y="420"/>
                    <a:pt x="544" y="500"/>
                  </a:cubicBezTo>
                  <a:cubicBezTo>
                    <a:pt x="566" y="569"/>
                    <a:pt x="605" y="655"/>
                    <a:pt x="598" y="729"/>
                  </a:cubicBezTo>
                  <a:cubicBezTo>
                    <a:pt x="590" y="809"/>
                    <a:pt x="563" y="874"/>
                    <a:pt x="529" y="944"/>
                  </a:cubicBezTo>
                  <a:cubicBezTo>
                    <a:pt x="487" y="1031"/>
                    <a:pt x="454" y="1111"/>
                    <a:pt x="369" y="1168"/>
                  </a:cubicBezTo>
                  <a:cubicBezTo>
                    <a:pt x="298" y="1214"/>
                    <a:pt x="231" y="1214"/>
                    <a:pt x="165" y="1162"/>
                  </a:cubicBezTo>
                </a:path>
              </a:pathLst>
            </a:custGeom>
            <a:solidFill>
              <a:srgbClr val="DB4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" name="Freeform 418">
              <a:extLst>
                <a:ext uri="{FF2B5EF4-FFF2-40B4-BE49-F238E27FC236}">
                  <a16:creationId xmlns:a16="http://schemas.microsoft.com/office/drawing/2014/main" id="{99E786F6-EB0E-417E-BFAE-EC1E4EA7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108"/>
              <a:ext cx="208" cy="162"/>
            </a:xfrm>
            <a:custGeom>
              <a:avLst/>
              <a:gdLst>
                <a:gd name="T0" fmla="*/ 102 w 274"/>
                <a:gd name="T1" fmla="*/ 29 h 201"/>
                <a:gd name="T2" fmla="*/ 8 w 274"/>
                <a:gd name="T3" fmla="*/ 28 h 201"/>
                <a:gd name="T4" fmla="*/ 25 w 274"/>
                <a:gd name="T5" fmla="*/ 74 h 201"/>
                <a:gd name="T6" fmla="*/ 61 w 274"/>
                <a:gd name="T7" fmla="*/ 105 h 201"/>
                <a:gd name="T8" fmla="*/ 102 w 274"/>
                <a:gd name="T9" fmla="*/ 97 h 201"/>
                <a:gd name="T10" fmla="*/ 119 w 274"/>
                <a:gd name="T11" fmla="*/ 69 h 201"/>
                <a:gd name="T12" fmla="*/ 99 w 274"/>
                <a:gd name="T13" fmla="*/ 28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01">
                  <a:moveTo>
                    <a:pt x="233" y="56"/>
                  </a:moveTo>
                  <a:cubicBezTo>
                    <a:pt x="186" y="47"/>
                    <a:pt x="54" y="0"/>
                    <a:pt x="20" y="53"/>
                  </a:cubicBezTo>
                  <a:cubicBezTo>
                    <a:pt x="0" y="85"/>
                    <a:pt x="44" y="117"/>
                    <a:pt x="57" y="142"/>
                  </a:cubicBezTo>
                  <a:cubicBezTo>
                    <a:pt x="73" y="175"/>
                    <a:pt x="101" y="201"/>
                    <a:pt x="141" y="200"/>
                  </a:cubicBezTo>
                  <a:cubicBezTo>
                    <a:pt x="164" y="200"/>
                    <a:pt x="210" y="194"/>
                    <a:pt x="232" y="185"/>
                  </a:cubicBezTo>
                  <a:cubicBezTo>
                    <a:pt x="253" y="177"/>
                    <a:pt x="274" y="153"/>
                    <a:pt x="273" y="130"/>
                  </a:cubicBezTo>
                  <a:cubicBezTo>
                    <a:pt x="271" y="97"/>
                    <a:pt x="250" y="68"/>
                    <a:pt x="225" y="53"/>
                  </a:cubicBezTo>
                </a:path>
              </a:pathLst>
            </a:custGeom>
            <a:solidFill>
              <a:srgbClr val="D86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5" name="Freeform 419">
              <a:extLst>
                <a:ext uri="{FF2B5EF4-FFF2-40B4-BE49-F238E27FC236}">
                  <a16:creationId xmlns:a16="http://schemas.microsoft.com/office/drawing/2014/main" id="{F9DB015E-BDFD-459B-9EB3-3B5111AA6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449"/>
              <a:ext cx="128" cy="197"/>
            </a:xfrm>
            <a:custGeom>
              <a:avLst/>
              <a:gdLst>
                <a:gd name="T0" fmla="*/ 64 w 168"/>
                <a:gd name="T1" fmla="*/ 31 h 244"/>
                <a:gd name="T2" fmla="*/ 3 w 168"/>
                <a:gd name="T3" fmla="*/ 38 h 244"/>
                <a:gd name="T4" fmla="*/ 27 w 168"/>
                <a:gd name="T5" fmla="*/ 99 h 244"/>
                <a:gd name="T6" fmla="*/ 38 w 168"/>
                <a:gd name="T7" fmla="*/ 127 h 244"/>
                <a:gd name="T8" fmla="*/ 51 w 168"/>
                <a:gd name="T9" fmla="*/ 93 h 244"/>
                <a:gd name="T10" fmla="*/ 64 w 168"/>
                <a:gd name="T11" fmla="*/ 36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244">
                  <a:moveTo>
                    <a:pt x="144" y="60"/>
                  </a:moveTo>
                  <a:cubicBezTo>
                    <a:pt x="109" y="72"/>
                    <a:pt x="25" y="0"/>
                    <a:pt x="7" y="72"/>
                  </a:cubicBezTo>
                  <a:cubicBezTo>
                    <a:pt x="0" y="101"/>
                    <a:pt x="51" y="154"/>
                    <a:pt x="62" y="187"/>
                  </a:cubicBezTo>
                  <a:cubicBezTo>
                    <a:pt x="67" y="199"/>
                    <a:pt x="71" y="238"/>
                    <a:pt x="86" y="240"/>
                  </a:cubicBezTo>
                  <a:cubicBezTo>
                    <a:pt x="111" y="244"/>
                    <a:pt x="112" y="191"/>
                    <a:pt x="116" y="177"/>
                  </a:cubicBezTo>
                  <a:cubicBezTo>
                    <a:pt x="125" y="142"/>
                    <a:pt x="168" y="105"/>
                    <a:pt x="144" y="67"/>
                  </a:cubicBezTo>
                </a:path>
              </a:pathLst>
            </a:custGeom>
            <a:solidFill>
              <a:srgbClr val="D86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" name="Freeform 420">
              <a:extLst>
                <a:ext uri="{FF2B5EF4-FFF2-40B4-BE49-F238E27FC236}">
                  <a16:creationId xmlns:a16="http://schemas.microsoft.com/office/drawing/2014/main" id="{9568898B-4D05-4507-8054-C6FC55F5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79"/>
              <a:ext cx="119" cy="135"/>
            </a:xfrm>
            <a:custGeom>
              <a:avLst/>
              <a:gdLst>
                <a:gd name="T0" fmla="*/ 58 w 157"/>
                <a:gd name="T1" fmla="*/ 29 h 167"/>
                <a:gd name="T2" fmla="*/ 48 w 157"/>
                <a:gd name="T3" fmla="*/ 7 h 167"/>
                <a:gd name="T4" fmla="*/ 28 w 157"/>
                <a:gd name="T5" fmla="*/ 15 h 167"/>
                <a:gd name="T6" fmla="*/ 8 w 157"/>
                <a:gd name="T7" fmla="*/ 72 h 167"/>
                <a:gd name="T8" fmla="*/ 53 w 157"/>
                <a:gd name="T9" fmla="*/ 66 h 167"/>
                <a:gd name="T10" fmla="*/ 61 w 157"/>
                <a:gd name="T11" fmla="*/ 26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167">
                  <a:moveTo>
                    <a:pt x="134" y="55"/>
                  </a:moveTo>
                  <a:cubicBezTo>
                    <a:pt x="133" y="39"/>
                    <a:pt x="123" y="23"/>
                    <a:pt x="110" y="14"/>
                  </a:cubicBezTo>
                  <a:cubicBezTo>
                    <a:pt x="90" y="0"/>
                    <a:pt x="86" y="12"/>
                    <a:pt x="65" y="28"/>
                  </a:cubicBezTo>
                  <a:cubicBezTo>
                    <a:pt x="44" y="45"/>
                    <a:pt x="0" y="104"/>
                    <a:pt x="17" y="136"/>
                  </a:cubicBezTo>
                  <a:cubicBezTo>
                    <a:pt x="33" y="167"/>
                    <a:pt x="100" y="134"/>
                    <a:pt x="122" y="125"/>
                  </a:cubicBezTo>
                  <a:cubicBezTo>
                    <a:pt x="157" y="111"/>
                    <a:pt x="148" y="79"/>
                    <a:pt x="139" y="48"/>
                  </a:cubicBezTo>
                </a:path>
              </a:pathLst>
            </a:custGeom>
            <a:solidFill>
              <a:srgbClr val="D86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" name="Freeform 421">
              <a:extLst>
                <a:ext uri="{FF2B5EF4-FFF2-40B4-BE49-F238E27FC236}">
                  <a16:creationId xmlns:a16="http://schemas.microsoft.com/office/drawing/2014/main" id="{0CBBE328-5A04-4514-98F1-21870E48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479"/>
              <a:ext cx="81" cy="150"/>
            </a:xfrm>
            <a:custGeom>
              <a:avLst/>
              <a:gdLst>
                <a:gd name="T0" fmla="*/ 30 w 107"/>
                <a:gd name="T1" fmla="*/ 6 h 186"/>
                <a:gd name="T2" fmla="*/ 33 w 107"/>
                <a:gd name="T3" fmla="*/ 80 h 186"/>
                <a:gd name="T4" fmla="*/ 6 w 107"/>
                <a:gd name="T5" fmla="*/ 81 h 186"/>
                <a:gd name="T6" fmla="*/ 14 w 107"/>
                <a:gd name="T7" fmla="*/ 26 h 186"/>
                <a:gd name="T8" fmla="*/ 33 w 107"/>
                <a:gd name="T9" fmla="*/ 12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86">
                  <a:moveTo>
                    <a:pt x="68" y="13"/>
                  </a:moveTo>
                  <a:cubicBezTo>
                    <a:pt x="107" y="52"/>
                    <a:pt x="104" y="104"/>
                    <a:pt x="76" y="152"/>
                  </a:cubicBezTo>
                  <a:cubicBezTo>
                    <a:pt x="59" y="180"/>
                    <a:pt x="28" y="186"/>
                    <a:pt x="13" y="155"/>
                  </a:cubicBezTo>
                  <a:cubicBezTo>
                    <a:pt x="0" y="127"/>
                    <a:pt x="26" y="78"/>
                    <a:pt x="32" y="49"/>
                  </a:cubicBezTo>
                  <a:cubicBezTo>
                    <a:pt x="36" y="30"/>
                    <a:pt x="54" y="0"/>
                    <a:pt x="76" y="23"/>
                  </a:cubicBezTo>
                </a:path>
              </a:pathLst>
            </a:custGeom>
            <a:solidFill>
              <a:srgbClr val="D86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" name="Freeform 422">
              <a:extLst>
                <a:ext uri="{FF2B5EF4-FFF2-40B4-BE49-F238E27FC236}">
                  <a16:creationId xmlns:a16="http://schemas.microsoft.com/office/drawing/2014/main" id="{BD5CB4E2-0D18-4A55-83F1-5461D7867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40"/>
              <a:ext cx="93" cy="27"/>
            </a:xfrm>
            <a:custGeom>
              <a:avLst/>
              <a:gdLst>
                <a:gd name="T0" fmla="*/ 0 w 123"/>
                <a:gd name="T1" fmla="*/ 13 h 33"/>
                <a:gd name="T2" fmla="*/ 42 w 123"/>
                <a:gd name="T3" fmla="*/ 0 h 33"/>
                <a:gd name="T4" fmla="*/ 53 w 123"/>
                <a:gd name="T5" fmla="*/ 1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3">
                  <a:moveTo>
                    <a:pt x="0" y="24"/>
                  </a:moveTo>
                  <a:cubicBezTo>
                    <a:pt x="0" y="24"/>
                    <a:pt x="86" y="5"/>
                    <a:pt x="96" y="0"/>
                  </a:cubicBezTo>
                  <a:cubicBezTo>
                    <a:pt x="96" y="0"/>
                    <a:pt x="120" y="21"/>
                    <a:pt x="123" y="33"/>
                  </a:cubicBezTo>
                </a:path>
              </a:pathLst>
            </a:custGeom>
            <a:noFill/>
            <a:ln w="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Line 423">
              <a:extLst>
                <a:ext uri="{FF2B5EF4-FFF2-40B4-BE49-F238E27FC236}">
                  <a16:creationId xmlns:a16="http://schemas.microsoft.com/office/drawing/2014/main" id="{D81231E8-5A81-4816-9AD5-F5655C2EBE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5" y="2313"/>
              <a:ext cx="34" cy="6"/>
            </a:xfrm>
            <a:prstGeom prst="line">
              <a:avLst/>
            </a:prstGeom>
            <a:noFill/>
            <a:ln w="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Line 424">
              <a:extLst>
                <a:ext uri="{FF2B5EF4-FFF2-40B4-BE49-F238E27FC236}">
                  <a16:creationId xmlns:a16="http://schemas.microsoft.com/office/drawing/2014/main" id="{2D3D51E7-0D08-4990-BD3B-BF2C229281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4" y="2320"/>
              <a:ext cx="12" cy="1"/>
            </a:xfrm>
            <a:prstGeom prst="line">
              <a:avLst/>
            </a:prstGeom>
            <a:noFill/>
            <a:ln w="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Line 425">
              <a:extLst>
                <a:ext uri="{FF2B5EF4-FFF2-40B4-BE49-F238E27FC236}">
                  <a16:creationId xmlns:a16="http://schemas.microsoft.com/office/drawing/2014/main" id="{A02ACB47-6E7F-47FA-8B36-1E54C674FB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0" y="2261"/>
              <a:ext cx="12" cy="2"/>
            </a:xfrm>
            <a:prstGeom prst="line">
              <a:avLst/>
            </a:prstGeom>
            <a:noFill/>
            <a:ln w="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426">
              <a:extLst>
                <a:ext uri="{FF2B5EF4-FFF2-40B4-BE49-F238E27FC236}">
                  <a16:creationId xmlns:a16="http://schemas.microsoft.com/office/drawing/2014/main" id="{0C5B2FE3-143F-44B3-B1C5-2402411C0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283"/>
              <a:ext cx="66" cy="44"/>
            </a:xfrm>
            <a:custGeom>
              <a:avLst/>
              <a:gdLst>
                <a:gd name="T0" fmla="*/ 5 w 86"/>
                <a:gd name="T1" fmla="*/ 0 h 54"/>
                <a:gd name="T2" fmla="*/ 12 w 86"/>
                <a:gd name="T3" fmla="*/ 25 h 54"/>
                <a:gd name="T4" fmla="*/ 39 w 86"/>
                <a:gd name="T5" fmla="*/ 2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54">
                  <a:moveTo>
                    <a:pt x="10" y="0"/>
                  </a:moveTo>
                  <a:cubicBezTo>
                    <a:pt x="10" y="0"/>
                    <a:pt x="0" y="37"/>
                    <a:pt x="26" y="47"/>
                  </a:cubicBezTo>
                  <a:cubicBezTo>
                    <a:pt x="26" y="47"/>
                    <a:pt x="42" y="54"/>
                    <a:pt x="86" y="52"/>
                  </a:cubicBezTo>
                </a:path>
              </a:pathLst>
            </a:custGeom>
            <a:noFill/>
            <a:ln w="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427">
              <a:extLst>
                <a:ext uri="{FF2B5EF4-FFF2-40B4-BE49-F238E27FC236}">
                  <a16:creationId xmlns:a16="http://schemas.microsoft.com/office/drawing/2014/main" id="{A28E7918-5033-4548-83DD-DC67EAE28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574"/>
              <a:ext cx="72" cy="85"/>
            </a:xfrm>
            <a:custGeom>
              <a:avLst/>
              <a:gdLst>
                <a:gd name="T0" fmla="*/ 32 w 96"/>
                <a:gd name="T1" fmla="*/ 26 h 105"/>
                <a:gd name="T2" fmla="*/ 0 w 96"/>
                <a:gd name="T3" fmla="*/ 54 h 105"/>
                <a:gd name="T4" fmla="*/ 31 w 96"/>
                <a:gd name="T5" fmla="*/ 28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05">
                  <a:moveTo>
                    <a:pt x="75" y="49"/>
                  </a:moveTo>
                  <a:cubicBezTo>
                    <a:pt x="40" y="0"/>
                    <a:pt x="1" y="62"/>
                    <a:pt x="0" y="103"/>
                  </a:cubicBezTo>
                  <a:cubicBezTo>
                    <a:pt x="19" y="105"/>
                    <a:pt x="96" y="68"/>
                    <a:pt x="72" y="52"/>
                  </a:cubicBezTo>
                </a:path>
              </a:pathLst>
            </a:custGeom>
            <a:solidFill>
              <a:srgbClr val="D68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428">
              <a:extLst>
                <a:ext uri="{FF2B5EF4-FFF2-40B4-BE49-F238E27FC236}">
                  <a16:creationId xmlns:a16="http://schemas.microsoft.com/office/drawing/2014/main" id="{140D6E31-855B-4001-8F60-7C34C862A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549"/>
              <a:ext cx="45" cy="52"/>
            </a:xfrm>
            <a:custGeom>
              <a:avLst/>
              <a:gdLst>
                <a:gd name="T0" fmla="*/ 0 w 60"/>
                <a:gd name="T1" fmla="*/ 6 h 65"/>
                <a:gd name="T2" fmla="*/ 11 w 60"/>
                <a:gd name="T3" fmla="*/ 31 h 65"/>
                <a:gd name="T4" fmla="*/ 26 w 60"/>
                <a:gd name="T5" fmla="*/ 0 h 65"/>
                <a:gd name="T6" fmla="*/ 6 w 60"/>
                <a:gd name="T7" fmla="*/ 1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5">
                  <a:moveTo>
                    <a:pt x="0" y="11"/>
                  </a:moveTo>
                  <a:cubicBezTo>
                    <a:pt x="9" y="27"/>
                    <a:pt x="8" y="65"/>
                    <a:pt x="27" y="61"/>
                  </a:cubicBezTo>
                  <a:cubicBezTo>
                    <a:pt x="42" y="57"/>
                    <a:pt x="60" y="13"/>
                    <a:pt x="60" y="0"/>
                  </a:cubicBezTo>
                  <a:cubicBezTo>
                    <a:pt x="45" y="1"/>
                    <a:pt x="25" y="9"/>
                    <a:pt x="14" y="20"/>
                  </a:cubicBezTo>
                </a:path>
              </a:pathLst>
            </a:custGeom>
            <a:solidFill>
              <a:srgbClr val="D68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429">
              <a:extLst>
                <a:ext uri="{FF2B5EF4-FFF2-40B4-BE49-F238E27FC236}">
                  <a16:creationId xmlns:a16="http://schemas.microsoft.com/office/drawing/2014/main" id="{C7938C1D-4CB0-4E8F-9B03-96810715B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158"/>
              <a:ext cx="104" cy="95"/>
            </a:xfrm>
            <a:custGeom>
              <a:avLst/>
              <a:gdLst>
                <a:gd name="T0" fmla="*/ 0 w 138"/>
                <a:gd name="T1" fmla="*/ 3 h 117"/>
                <a:gd name="T2" fmla="*/ 59 w 138"/>
                <a:gd name="T3" fmla="*/ 63 h 117"/>
                <a:gd name="T4" fmla="*/ 31 w 138"/>
                <a:gd name="T5" fmla="*/ 28 h 117"/>
                <a:gd name="T6" fmla="*/ 2 w 138"/>
                <a:gd name="T7" fmla="*/ 7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117">
                  <a:moveTo>
                    <a:pt x="0" y="6"/>
                  </a:moveTo>
                  <a:cubicBezTo>
                    <a:pt x="66" y="0"/>
                    <a:pt x="132" y="52"/>
                    <a:pt x="138" y="117"/>
                  </a:cubicBezTo>
                  <a:cubicBezTo>
                    <a:pt x="113" y="91"/>
                    <a:pt x="104" y="70"/>
                    <a:pt x="72" y="52"/>
                  </a:cubicBezTo>
                  <a:cubicBezTo>
                    <a:pt x="50" y="39"/>
                    <a:pt x="24" y="26"/>
                    <a:pt x="3" y="14"/>
                  </a:cubicBezTo>
                </a:path>
              </a:pathLst>
            </a:custGeom>
            <a:solidFill>
              <a:srgbClr val="D68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Oval 430">
              <a:extLst>
                <a:ext uri="{FF2B5EF4-FFF2-40B4-BE49-F238E27FC236}">
                  <a16:creationId xmlns:a16="http://schemas.microsoft.com/office/drawing/2014/main" id="{A0E52F57-C3B1-4E8B-A1E4-931271418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591"/>
              <a:ext cx="19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87" name="Oval 431">
              <a:extLst>
                <a:ext uri="{FF2B5EF4-FFF2-40B4-BE49-F238E27FC236}">
                  <a16:creationId xmlns:a16="http://schemas.microsoft.com/office/drawing/2014/main" id="{F427A532-5A5B-428D-9EF8-F91E724BA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6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88" name="Oval 432">
              <a:extLst>
                <a:ext uri="{FF2B5EF4-FFF2-40B4-BE49-F238E27FC236}">
                  <a16:creationId xmlns:a16="http://schemas.microsoft.com/office/drawing/2014/main" id="{5697EE0F-525A-4041-9049-454085B0A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553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89" name="Oval 433">
              <a:extLst>
                <a:ext uri="{FF2B5EF4-FFF2-40B4-BE49-F238E27FC236}">
                  <a16:creationId xmlns:a16="http://schemas.microsoft.com/office/drawing/2014/main" id="{52D5DC53-F165-4106-A77B-65EF459E8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2555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290" name="Freeform 434">
              <a:extLst>
                <a:ext uri="{FF2B5EF4-FFF2-40B4-BE49-F238E27FC236}">
                  <a16:creationId xmlns:a16="http://schemas.microsoft.com/office/drawing/2014/main" id="{0053E9DC-A9A7-4CF1-86B7-0631540DA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028"/>
              <a:ext cx="892" cy="910"/>
            </a:xfrm>
            <a:custGeom>
              <a:avLst/>
              <a:gdLst>
                <a:gd name="T0" fmla="*/ 0 w 1177"/>
                <a:gd name="T1" fmla="*/ 212 h 1124"/>
                <a:gd name="T2" fmla="*/ 61 w 1177"/>
                <a:gd name="T3" fmla="*/ 172 h 1124"/>
                <a:gd name="T4" fmla="*/ 208 w 1177"/>
                <a:gd name="T5" fmla="*/ 155 h 1124"/>
                <a:gd name="T6" fmla="*/ 283 w 1177"/>
                <a:gd name="T7" fmla="*/ 185 h 1124"/>
                <a:gd name="T8" fmla="*/ 276 w 1177"/>
                <a:gd name="T9" fmla="*/ 325 h 1124"/>
                <a:gd name="T10" fmla="*/ 339 w 1177"/>
                <a:gd name="T11" fmla="*/ 597 h 1124"/>
                <a:gd name="T12" fmla="*/ 271 w 1177"/>
                <a:gd name="T13" fmla="*/ 461 h 1124"/>
                <a:gd name="T14" fmla="*/ 323 w 1177"/>
                <a:gd name="T15" fmla="*/ 284 h 1124"/>
                <a:gd name="T16" fmla="*/ 366 w 1177"/>
                <a:gd name="T17" fmla="*/ 266 h 1124"/>
                <a:gd name="T18" fmla="*/ 404 w 1177"/>
                <a:gd name="T19" fmla="*/ 355 h 1124"/>
                <a:gd name="T20" fmla="*/ 385 w 1177"/>
                <a:gd name="T21" fmla="*/ 258 h 1124"/>
                <a:gd name="T22" fmla="*/ 432 w 1177"/>
                <a:gd name="T23" fmla="*/ 266 h 1124"/>
                <a:gd name="T24" fmla="*/ 497 w 1177"/>
                <a:gd name="T25" fmla="*/ 438 h 1124"/>
                <a:gd name="T26" fmla="*/ 499 w 1177"/>
                <a:gd name="T27" fmla="*/ 517 h 1124"/>
                <a:gd name="T28" fmla="*/ 512 w 1177"/>
                <a:gd name="T29" fmla="*/ 414 h 1124"/>
                <a:gd name="T30" fmla="*/ 404 w 1177"/>
                <a:gd name="T31" fmla="*/ 206 h 1124"/>
                <a:gd name="T32" fmla="*/ 443 w 1177"/>
                <a:gd name="T33" fmla="*/ 167 h 1124"/>
                <a:gd name="T34" fmla="*/ 424 w 1177"/>
                <a:gd name="T35" fmla="*/ 133 h 1124"/>
                <a:gd name="T36" fmla="*/ 387 w 1177"/>
                <a:gd name="T37" fmla="*/ 113 h 1124"/>
                <a:gd name="T38" fmla="*/ 338 w 1177"/>
                <a:gd name="T39" fmla="*/ 97 h 1124"/>
                <a:gd name="T40" fmla="*/ 319 w 1177"/>
                <a:gd name="T41" fmla="*/ 26 h 1124"/>
                <a:gd name="T42" fmla="*/ 278 w 1177"/>
                <a:gd name="T43" fmla="*/ 28 h 1124"/>
                <a:gd name="T44" fmla="*/ 250 w 1177"/>
                <a:gd name="T45" fmla="*/ 79 h 1124"/>
                <a:gd name="T46" fmla="*/ 149 w 1177"/>
                <a:gd name="T47" fmla="*/ 9 h 1124"/>
                <a:gd name="T48" fmla="*/ 247 w 1177"/>
                <a:gd name="T49" fmla="*/ 85 h 1124"/>
                <a:gd name="T50" fmla="*/ 271 w 1177"/>
                <a:gd name="T51" fmla="*/ 131 h 1124"/>
                <a:gd name="T52" fmla="*/ 84 w 1177"/>
                <a:gd name="T53" fmla="*/ 138 h 1124"/>
                <a:gd name="T54" fmla="*/ 0 w 1177"/>
                <a:gd name="T55" fmla="*/ 212 h 11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77" h="1124">
                  <a:moveTo>
                    <a:pt x="0" y="399"/>
                  </a:moveTo>
                  <a:cubicBezTo>
                    <a:pt x="0" y="399"/>
                    <a:pt x="55" y="330"/>
                    <a:pt x="139" y="325"/>
                  </a:cubicBezTo>
                  <a:cubicBezTo>
                    <a:pt x="222" y="320"/>
                    <a:pt x="408" y="310"/>
                    <a:pt x="477" y="291"/>
                  </a:cubicBezTo>
                  <a:cubicBezTo>
                    <a:pt x="546" y="271"/>
                    <a:pt x="624" y="305"/>
                    <a:pt x="649" y="350"/>
                  </a:cubicBezTo>
                  <a:cubicBezTo>
                    <a:pt x="673" y="394"/>
                    <a:pt x="705" y="525"/>
                    <a:pt x="634" y="614"/>
                  </a:cubicBezTo>
                  <a:cubicBezTo>
                    <a:pt x="433" y="868"/>
                    <a:pt x="681" y="1050"/>
                    <a:pt x="779" y="1124"/>
                  </a:cubicBezTo>
                  <a:cubicBezTo>
                    <a:pt x="779" y="1124"/>
                    <a:pt x="627" y="971"/>
                    <a:pt x="622" y="868"/>
                  </a:cubicBezTo>
                  <a:cubicBezTo>
                    <a:pt x="617" y="765"/>
                    <a:pt x="678" y="575"/>
                    <a:pt x="742" y="536"/>
                  </a:cubicBezTo>
                  <a:cubicBezTo>
                    <a:pt x="805" y="497"/>
                    <a:pt x="835" y="457"/>
                    <a:pt x="840" y="502"/>
                  </a:cubicBezTo>
                  <a:cubicBezTo>
                    <a:pt x="845" y="546"/>
                    <a:pt x="859" y="644"/>
                    <a:pt x="928" y="668"/>
                  </a:cubicBezTo>
                  <a:cubicBezTo>
                    <a:pt x="928" y="668"/>
                    <a:pt x="850" y="521"/>
                    <a:pt x="884" y="487"/>
                  </a:cubicBezTo>
                  <a:cubicBezTo>
                    <a:pt x="918" y="452"/>
                    <a:pt x="972" y="472"/>
                    <a:pt x="992" y="502"/>
                  </a:cubicBezTo>
                  <a:cubicBezTo>
                    <a:pt x="1011" y="531"/>
                    <a:pt x="1153" y="732"/>
                    <a:pt x="1143" y="825"/>
                  </a:cubicBezTo>
                  <a:cubicBezTo>
                    <a:pt x="1133" y="918"/>
                    <a:pt x="1148" y="974"/>
                    <a:pt x="1148" y="974"/>
                  </a:cubicBezTo>
                  <a:cubicBezTo>
                    <a:pt x="1177" y="779"/>
                    <a:pt x="1177" y="779"/>
                    <a:pt x="1177" y="779"/>
                  </a:cubicBezTo>
                  <a:cubicBezTo>
                    <a:pt x="1177" y="779"/>
                    <a:pt x="1060" y="443"/>
                    <a:pt x="928" y="389"/>
                  </a:cubicBezTo>
                  <a:cubicBezTo>
                    <a:pt x="1019" y="314"/>
                    <a:pt x="1019" y="314"/>
                    <a:pt x="1019" y="314"/>
                  </a:cubicBezTo>
                  <a:cubicBezTo>
                    <a:pt x="1019" y="314"/>
                    <a:pt x="987" y="271"/>
                    <a:pt x="972" y="251"/>
                  </a:cubicBezTo>
                  <a:cubicBezTo>
                    <a:pt x="957" y="232"/>
                    <a:pt x="933" y="202"/>
                    <a:pt x="889" y="212"/>
                  </a:cubicBezTo>
                  <a:cubicBezTo>
                    <a:pt x="845" y="222"/>
                    <a:pt x="796" y="242"/>
                    <a:pt x="776" y="183"/>
                  </a:cubicBezTo>
                  <a:cubicBezTo>
                    <a:pt x="756" y="124"/>
                    <a:pt x="732" y="50"/>
                    <a:pt x="732" y="50"/>
                  </a:cubicBezTo>
                  <a:cubicBezTo>
                    <a:pt x="638" y="52"/>
                    <a:pt x="638" y="52"/>
                    <a:pt x="638" y="52"/>
                  </a:cubicBezTo>
                  <a:cubicBezTo>
                    <a:pt x="638" y="52"/>
                    <a:pt x="693" y="212"/>
                    <a:pt x="575" y="149"/>
                  </a:cubicBezTo>
                  <a:cubicBezTo>
                    <a:pt x="575" y="149"/>
                    <a:pt x="387" y="0"/>
                    <a:pt x="343" y="17"/>
                  </a:cubicBezTo>
                  <a:cubicBezTo>
                    <a:pt x="343" y="17"/>
                    <a:pt x="416" y="22"/>
                    <a:pt x="567" y="161"/>
                  </a:cubicBezTo>
                  <a:cubicBezTo>
                    <a:pt x="683" y="268"/>
                    <a:pt x="673" y="256"/>
                    <a:pt x="624" y="247"/>
                  </a:cubicBezTo>
                  <a:cubicBezTo>
                    <a:pt x="575" y="237"/>
                    <a:pt x="315" y="207"/>
                    <a:pt x="193" y="261"/>
                  </a:cubicBezTo>
                  <a:cubicBezTo>
                    <a:pt x="70" y="315"/>
                    <a:pt x="0" y="399"/>
                    <a:pt x="0" y="399"/>
                  </a:cubicBezTo>
                  <a:close/>
                </a:path>
              </a:pathLst>
            </a:custGeom>
            <a:solidFill>
              <a:srgbClr val="B20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1" name="Freeform 435">
              <a:extLst>
                <a:ext uri="{FF2B5EF4-FFF2-40B4-BE49-F238E27FC236}">
                  <a16:creationId xmlns:a16="http://schemas.microsoft.com/office/drawing/2014/main" id="{8E43EDAF-EBE5-4DA7-9E53-15019A03C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998"/>
              <a:ext cx="937" cy="940"/>
            </a:xfrm>
            <a:custGeom>
              <a:avLst/>
              <a:gdLst>
                <a:gd name="T0" fmla="*/ 0 w 1236"/>
                <a:gd name="T1" fmla="*/ 205 h 1162"/>
                <a:gd name="T2" fmla="*/ 66 w 1236"/>
                <a:gd name="T3" fmla="*/ 181 h 1162"/>
                <a:gd name="T4" fmla="*/ 213 w 1236"/>
                <a:gd name="T5" fmla="*/ 163 h 1162"/>
                <a:gd name="T6" fmla="*/ 289 w 1236"/>
                <a:gd name="T7" fmla="*/ 194 h 1162"/>
                <a:gd name="T8" fmla="*/ 281 w 1236"/>
                <a:gd name="T9" fmla="*/ 334 h 1162"/>
                <a:gd name="T10" fmla="*/ 342 w 1236"/>
                <a:gd name="T11" fmla="*/ 615 h 1162"/>
                <a:gd name="T12" fmla="*/ 295 w 1236"/>
                <a:gd name="T13" fmla="*/ 478 h 1162"/>
                <a:gd name="T14" fmla="*/ 329 w 1236"/>
                <a:gd name="T15" fmla="*/ 293 h 1162"/>
                <a:gd name="T16" fmla="*/ 371 w 1236"/>
                <a:gd name="T17" fmla="*/ 275 h 1162"/>
                <a:gd name="T18" fmla="*/ 410 w 1236"/>
                <a:gd name="T19" fmla="*/ 363 h 1162"/>
                <a:gd name="T20" fmla="*/ 391 w 1236"/>
                <a:gd name="T21" fmla="*/ 268 h 1162"/>
                <a:gd name="T22" fmla="*/ 438 w 1236"/>
                <a:gd name="T23" fmla="*/ 275 h 1162"/>
                <a:gd name="T24" fmla="*/ 525 w 1236"/>
                <a:gd name="T25" fmla="*/ 454 h 1162"/>
                <a:gd name="T26" fmla="*/ 530 w 1236"/>
                <a:gd name="T27" fmla="*/ 547 h 1162"/>
                <a:gd name="T28" fmla="*/ 538 w 1236"/>
                <a:gd name="T29" fmla="*/ 447 h 1162"/>
                <a:gd name="T30" fmla="*/ 410 w 1236"/>
                <a:gd name="T31" fmla="*/ 215 h 1162"/>
                <a:gd name="T32" fmla="*/ 442 w 1236"/>
                <a:gd name="T33" fmla="*/ 168 h 1162"/>
                <a:gd name="T34" fmla="*/ 429 w 1236"/>
                <a:gd name="T35" fmla="*/ 142 h 1162"/>
                <a:gd name="T36" fmla="*/ 393 w 1236"/>
                <a:gd name="T37" fmla="*/ 121 h 1162"/>
                <a:gd name="T38" fmla="*/ 344 w 1236"/>
                <a:gd name="T39" fmla="*/ 107 h 1162"/>
                <a:gd name="T40" fmla="*/ 324 w 1236"/>
                <a:gd name="T41" fmla="*/ 36 h 1162"/>
                <a:gd name="T42" fmla="*/ 297 w 1236"/>
                <a:gd name="T43" fmla="*/ 39 h 1162"/>
                <a:gd name="T44" fmla="*/ 257 w 1236"/>
                <a:gd name="T45" fmla="*/ 87 h 1162"/>
                <a:gd name="T46" fmla="*/ 175 w 1236"/>
                <a:gd name="T47" fmla="*/ 0 h 1162"/>
                <a:gd name="T48" fmla="*/ 252 w 1236"/>
                <a:gd name="T49" fmla="*/ 95 h 1162"/>
                <a:gd name="T50" fmla="*/ 278 w 1236"/>
                <a:gd name="T51" fmla="*/ 140 h 1162"/>
                <a:gd name="T52" fmla="*/ 89 w 1236"/>
                <a:gd name="T53" fmla="*/ 148 h 1162"/>
                <a:gd name="T54" fmla="*/ 0 w 1236"/>
                <a:gd name="T55" fmla="*/ 205 h 11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36" h="1162">
                  <a:moveTo>
                    <a:pt x="0" y="387"/>
                  </a:moveTo>
                  <a:cubicBezTo>
                    <a:pt x="0" y="387"/>
                    <a:pt x="69" y="348"/>
                    <a:pt x="152" y="343"/>
                  </a:cubicBezTo>
                  <a:cubicBezTo>
                    <a:pt x="235" y="338"/>
                    <a:pt x="422" y="328"/>
                    <a:pt x="490" y="309"/>
                  </a:cubicBezTo>
                  <a:cubicBezTo>
                    <a:pt x="559" y="289"/>
                    <a:pt x="638" y="323"/>
                    <a:pt x="662" y="367"/>
                  </a:cubicBezTo>
                  <a:cubicBezTo>
                    <a:pt x="687" y="412"/>
                    <a:pt x="706" y="534"/>
                    <a:pt x="647" y="632"/>
                  </a:cubicBezTo>
                  <a:cubicBezTo>
                    <a:pt x="589" y="730"/>
                    <a:pt x="687" y="1088"/>
                    <a:pt x="785" y="1162"/>
                  </a:cubicBezTo>
                  <a:cubicBezTo>
                    <a:pt x="785" y="1162"/>
                    <a:pt x="682" y="1005"/>
                    <a:pt x="677" y="902"/>
                  </a:cubicBezTo>
                  <a:cubicBezTo>
                    <a:pt x="672" y="799"/>
                    <a:pt x="691" y="593"/>
                    <a:pt x="755" y="554"/>
                  </a:cubicBezTo>
                  <a:cubicBezTo>
                    <a:pt x="819" y="514"/>
                    <a:pt x="848" y="475"/>
                    <a:pt x="853" y="519"/>
                  </a:cubicBezTo>
                  <a:cubicBezTo>
                    <a:pt x="858" y="564"/>
                    <a:pt x="873" y="662"/>
                    <a:pt x="942" y="686"/>
                  </a:cubicBezTo>
                  <a:cubicBezTo>
                    <a:pt x="942" y="686"/>
                    <a:pt x="863" y="539"/>
                    <a:pt x="897" y="505"/>
                  </a:cubicBezTo>
                  <a:cubicBezTo>
                    <a:pt x="932" y="470"/>
                    <a:pt x="986" y="490"/>
                    <a:pt x="1005" y="519"/>
                  </a:cubicBezTo>
                  <a:cubicBezTo>
                    <a:pt x="1025" y="549"/>
                    <a:pt x="1216" y="765"/>
                    <a:pt x="1206" y="858"/>
                  </a:cubicBezTo>
                  <a:cubicBezTo>
                    <a:pt x="1196" y="951"/>
                    <a:pt x="1216" y="1034"/>
                    <a:pt x="1216" y="1034"/>
                  </a:cubicBezTo>
                  <a:cubicBezTo>
                    <a:pt x="1236" y="843"/>
                    <a:pt x="1236" y="843"/>
                    <a:pt x="1236" y="843"/>
                  </a:cubicBezTo>
                  <a:cubicBezTo>
                    <a:pt x="1236" y="843"/>
                    <a:pt x="1074" y="461"/>
                    <a:pt x="942" y="407"/>
                  </a:cubicBezTo>
                  <a:cubicBezTo>
                    <a:pt x="1015" y="318"/>
                    <a:pt x="1015" y="318"/>
                    <a:pt x="1015" y="318"/>
                  </a:cubicBezTo>
                  <a:cubicBezTo>
                    <a:pt x="1015" y="318"/>
                    <a:pt x="1000" y="289"/>
                    <a:pt x="986" y="269"/>
                  </a:cubicBezTo>
                  <a:cubicBezTo>
                    <a:pt x="971" y="250"/>
                    <a:pt x="946" y="220"/>
                    <a:pt x="902" y="230"/>
                  </a:cubicBezTo>
                  <a:cubicBezTo>
                    <a:pt x="858" y="240"/>
                    <a:pt x="809" y="260"/>
                    <a:pt x="790" y="201"/>
                  </a:cubicBezTo>
                  <a:cubicBezTo>
                    <a:pt x="770" y="142"/>
                    <a:pt x="745" y="68"/>
                    <a:pt x="745" y="68"/>
                  </a:cubicBezTo>
                  <a:cubicBezTo>
                    <a:pt x="682" y="73"/>
                    <a:pt x="682" y="73"/>
                    <a:pt x="682" y="73"/>
                  </a:cubicBezTo>
                  <a:cubicBezTo>
                    <a:pt x="682" y="73"/>
                    <a:pt x="706" y="230"/>
                    <a:pt x="589" y="166"/>
                  </a:cubicBezTo>
                  <a:cubicBezTo>
                    <a:pt x="589" y="166"/>
                    <a:pt x="407" y="83"/>
                    <a:pt x="402" y="0"/>
                  </a:cubicBezTo>
                  <a:cubicBezTo>
                    <a:pt x="402" y="0"/>
                    <a:pt x="407" y="83"/>
                    <a:pt x="579" y="181"/>
                  </a:cubicBezTo>
                  <a:cubicBezTo>
                    <a:pt x="750" y="279"/>
                    <a:pt x="687" y="274"/>
                    <a:pt x="638" y="264"/>
                  </a:cubicBezTo>
                  <a:cubicBezTo>
                    <a:pt x="589" y="255"/>
                    <a:pt x="329" y="225"/>
                    <a:pt x="206" y="279"/>
                  </a:cubicBezTo>
                  <a:cubicBezTo>
                    <a:pt x="84" y="333"/>
                    <a:pt x="0" y="387"/>
                    <a:pt x="0" y="387"/>
                  </a:cubicBezTo>
                  <a:close/>
                </a:path>
              </a:pathLst>
            </a:custGeom>
            <a:solidFill>
              <a:srgbClr val="0D7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2" name="Freeform 436">
              <a:extLst>
                <a:ext uri="{FF2B5EF4-FFF2-40B4-BE49-F238E27FC236}">
                  <a16:creationId xmlns:a16="http://schemas.microsoft.com/office/drawing/2014/main" id="{033A0812-C1F7-4361-A265-5C337644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239"/>
              <a:ext cx="81" cy="131"/>
            </a:xfrm>
            <a:custGeom>
              <a:avLst/>
              <a:gdLst>
                <a:gd name="T0" fmla="*/ 45 w 107"/>
                <a:gd name="T1" fmla="*/ 16 h 162"/>
                <a:gd name="T2" fmla="*/ 27 w 107"/>
                <a:gd name="T3" fmla="*/ 12 h 162"/>
                <a:gd name="T4" fmla="*/ 15 w 107"/>
                <a:gd name="T5" fmla="*/ 3 h 162"/>
                <a:gd name="T6" fmla="*/ 4 w 107"/>
                <a:gd name="T7" fmla="*/ 9 h 162"/>
                <a:gd name="T8" fmla="*/ 1 w 107"/>
                <a:gd name="T9" fmla="*/ 32 h 162"/>
                <a:gd name="T10" fmla="*/ 6 w 107"/>
                <a:gd name="T11" fmla="*/ 53 h 162"/>
                <a:gd name="T12" fmla="*/ 2 w 107"/>
                <a:gd name="T13" fmla="*/ 70 h 162"/>
                <a:gd name="T14" fmla="*/ 14 w 107"/>
                <a:gd name="T15" fmla="*/ 70 h 162"/>
                <a:gd name="T16" fmla="*/ 29 w 107"/>
                <a:gd name="T17" fmla="*/ 62 h 162"/>
                <a:gd name="T18" fmla="*/ 46 w 107"/>
                <a:gd name="T19" fmla="*/ 21 h 1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162">
                  <a:moveTo>
                    <a:pt x="103" y="31"/>
                  </a:moveTo>
                  <a:cubicBezTo>
                    <a:pt x="90" y="32"/>
                    <a:pt x="74" y="30"/>
                    <a:pt x="63" y="23"/>
                  </a:cubicBezTo>
                  <a:cubicBezTo>
                    <a:pt x="52" y="16"/>
                    <a:pt x="48" y="10"/>
                    <a:pt x="34" y="6"/>
                  </a:cubicBezTo>
                  <a:cubicBezTo>
                    <a:pt x="17" y="2"/>
                    <a:pt x="13" y="0"/>
                    <a:pt x="8" y="17"/>
                  </a:cubicBezTo>
                  <a:cubicBezTo>
                    <a:pt x="3" y="31"/>
                    <a:pt x="0" y="47"/>
                    <a:pt x="1" y="62"/>
                  </a:cubicBezTo>
                  <a:cubicBezTo>
                    <a:pt x="1" y="78"/>
                    <a:pt x="7" y="86"/>
                    <a:pt x="13" y="99"/>
                  </a:cubicBezTo>
                  <a:cubicBezTo>
                    <a:pt x="20" y="116"/>
                    <a:pt x="7" y="120"/>
                    <a:pt x="5" y="134"/>
                  </a:cubicBezTo>
                  <a:cubicBezTo>
                    <a:pt x="1" y="162"/>
                    <a:pt x="25" y="142"/>
                    <a:pt x="33" y="134"/>
                  </a:cubicBezTo>
                  <a:cubicBezTo>
                    <a:pt x="44" y="123"/>
                    <a:pt x="51" y="121"/>
                    <a:pt x="66" y="117"/>
                  </a:cubicBezTo>
                  <a:cubicBezTo>
                    <a:pt x="98" y="107"/>
                    <a:pt x="102" y="68"/>
                    <a:pt x="107" y="40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3" name="Freeform 437">
              <a:extLst>
                <a:ext uri="{FF2B5EF4-FFF2-40B4-BE49-F238E27FC236}">
                  <a16:creationId xmlns:a16="http://schemas.microsoft.com/office/drawing/2014/main" id="{337B6142-7AD8-4796-B568-8F373F16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240"/>
              <a:ext cx="225" cy="93"/>
            </a:xfrm>
            <a:custGeom>
              <a:avLst/>
              <a:gdLst>
                <a:gd name="T0" fmla="*/ 19 w 297"/>
                <a:gd name="T1" fmla="*/ 11 h 114"/>
                <a:gd name="T2" fmla="*/ 24 w 297"/>
                <a:gd name="T3" fmla="*/ 56 h 114"/>
                <a:gd name="T4" fmla="*/ 127 w 297"/>
                <a:gd name="T5" fmla="*/ 44 h 114"/>
                <a:gd name="T6" fmla="*/ 112 w 297"/>
                <a:gd name="T7" fmla="*/ 0 h 114"/>
                <a:gd name="T8" fmla="*/ 19 w 297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114">
                  <a:moveTo>
                    <a:pt x="43" y="20"/>
                  </a:moveTo>
                  <a:cubicBezTo>
                    <a:pt x="43" y="20"/>
                    <a:pt x="0" y="93"/>
                    <a:pt x="56" y="103"/>
                  </a:cubicBezTo>
                  <a:cubicBezTo>
                    <a:pt x="111" y="114"/>
                    <a:pt x="292" y="81"/>
                    <a:pt x="292" y="81"/>
                  </a:cubicBezTo>
                  <a:cubicBezTo>
                    <a:pt x="292" y="81"/>
                    <a:pt x="297" y="33"/>
                    <a:pt x="257" y="0"/>
                  </a:cubicBezTo>
                  <a:cubicBezTo>
                    <a:pt x="257" y="0"/>
                    <a:pt x="86" y="56"/>
                    <a:pt x="43" y="20"/>
                  </a:cubicBezTo>
                  <a:close/>
                </a:path>
              </a:pathLst>
            </a:custGeom>
            <a:solidFill>
              <a:srgbClr val="0B6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438">
              <a:extLst>
                <a:ext uri="{FF2B5EF4-FFF2-40B4-BE49-F238E27FC236}">
                  <a16:creationId xmlns:a16="http://schemas.microsoft.com/office/drawing/2014/main" id="{E57EA007-07D4-4BF4-BCB4-D90A6283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253"/>
              <a:ext cx="188" cy="50"/>
            </a:xfrm>
            <a:custGeom>
              <a:avLst/>
              <a:gdLst>
                <a:gd name="T0" fmla="*/ 4 w 248"/>
                <a:gd name="T1" fmla="*/ 13 h 62"/>
                <a:gd name="T2" fmla="*/ 11 w 248"/>
                <a:gd name="T3" fmla="*/ 15 h 62"/>
                <a:gd name="T4" fmla="*/ 34 w 248"/>
                <a:gd name="T5" fmla="*/ 19 h 62"/>
                <a:gd name="T6" fmla="*/ 54 w 248"/>
                <a:gd name="T7" fmla="*/ 15 h 62"/>
                <a:gd name="T8" fmla="*/ 71 w 248"/>
                <a:gd name="T9" fmla="*/ 11 h 62"/>
                <a:gd name="T10" fmla="*/ 92 w 248"/>
                <a:gd name="T11" fmla="*/ 5 h 62"/>
                <a:gd name="T12" fmla="*/ 101 w 248"/>
                <a:gd name="T13" fmla="*/ 0 h 62"/>
                <a:gd name="T14" fmla="*/ 108 w 248"/>
                <a:gd name="T15" fmla="*/ 16 h 62"/>
                <a:gd name="T16" fmla="*/ 100 w 248"/>
                <a:gd name="T17" fmla="*/ 19 h 62"/>
                <a:gd name="T18" fmla="*/ 82 w 248"/>
                <a:gd name="T19" fmla="*/ 23 h 62"/>
                <a:gd name="T20" fmla="*/ 42 w 248"/>
                <a:gd name="T21" fmla="*/ 31 h 62"/>
                <a:gd name="T22" fmla="*/ 8 w 248"/>
                <a:gd name="T23" fmla="*/ 31 h 62"/>
                <a:gd name="T24" fmla="*/ 3 w 248"/>
                <a:gd name="T25" fmla="*/ 31 h 62"/>
                <a:gd name="T26" fmla="*/ 2 w 248"/>
                <a:gd name="T27" fmla="*/ 24 h 62"/>
                <a:gd name="T28" fmla="*/ 4 w 248"/>
                <a:gd name="T29" fmla="*/ 13 h 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62">
                  <a:moveTo>
                    <a:pt x="9" y="25"/>
                  </a:moveTo>
                  <a:cubicBezTo>
                    <a:pt x="12" y="26"/>
                    <a:pt x="20" y="29"/>
                    <a:pt x="26" y="30"/>
                  </a:cubicBezTo>
                  <a:cubicBezTo>
                    <a:pt x="44" y="33"/>
                    <a:pt x="60" y="37"/>
                    <a:pt x="78" y="35"/>
                  </a:cubicBezTo>
                  <a:cubicBezTo>
                    <a:pt x="93" y="33"/>
                    <a:pt x="108" y="29"/>
                    <a:pt x="123" y="27"/>
                  </a:cubicBezTo>
                  <a:cubicBezTo>
                    <a:pt x="137" y="25"/>
                    <a:pt x="150" y="24"/>
                    <a:pt x="164" y="21"/>
                  </a:cubicBezTo>
                  <a:cubicBezTo>
                    <a:pt x="180" y="17"/>
                    <a:pt x="197" y="17"/>
                    <a:pt x="213" y="10"/>
                  </a:cubicBezTo>
                  <a:cubicBezTo>
                    <a:pt x="219" y="7"/>
                    <a:pt x="225" y="4"/>
                    <a:pt x="231" y="0"/>
                  </a:cubicBezTo>
                  <a:cubicBezTo>
                    <a:pt x="238" y="10"/>
                    <a:pt x="242" y="21"/>
                    <a:pt x="248" y="31"/>
                  </a:cubicBezTo>
                  <a:cubicBezTo>
                    <a:pt x="241" y="32"/>
                    <a:pt x="236" y="32"/>
                    <a:pt x="230" y="35"/>
                  </a:cubicBezTo>
                  <a:cubicBezTo>
                    <a:pt x="216" y="40"/>
                    <a:pt x="201" y="41"/>
                    <a:pt x="187" y="44"/>
                  </a:cubicBezTo>
                  <a:cubicBezTo>
                    <a:pt x="157" y="51"/>
                    <a:pt x="126" y="56"/>
                    <a:pt x="96" y="58"/>
                  </a:cubicBezTo>
                  <a:cubicBezTo>
                    <a:pt x="70" y="59"/>
                    <a:pt x="44" y="57"/>
                    <a:pt x="18" y="60"/>
                  </a:cubicBezTo>
                  <a:cubicBezTo>
                    <a:pt x="14" y="61"/>
                    <a:pt x="9" y="62"/>
                    <a:pt x="6" y="58"/>
                  </a:cubicBezTo>
                  <a:cubicBezTo>
                    <a:pt x="4" y="56"/>
                    <a:pt x="2" y="49"/>
                    <a:pt x="2" y="46"/>
                  </a:cubicBezTo>
                  <a:cubicBezTo>
                    <a:pt x="0" y="37"/>
                    <a:pt x="2" y="30"/>
                    <a:pt x="8" y="25"/>
                  </a:cubicBezTo>
                </a:path>
              </a:pathLst>
            </a:custGeom>
            <a:solidFill>
              <a:srgbClr val="06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5" name="Freeform 439">
              <a:extLst>
                <a:ext uri="{FF2B5EF4-FFF2-40B4-BE49-F238E27FC236}">
                  <a16:creationId xmlns:a16="http://schemas.microsoft.com/office/drawing/2014/main" id="{BDFB750D-524D-4A2E-A10A-E35253896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267"/>
              <a:ext cx="177" cy="28"/>
            </a:xfrm>
            <a:custGeom>
              <a:avLst/>
              <a:gdLst>
                <a:gd name="T0" fmla="*/ 2 w 233"/>
                <a:gd name="T1" fmla="*/ 8 h 35"/>
                <a:gd name="T2" fmla="*/ 18 w 233"/>
                <a:gd name="T3" fmla="*/ 12 h 35"/>
                <a:gd name="T4" fmla="*/ 25 w 233"/>
                <a:gd name="T5" fmla="*/ 14 h 35"/>
                <a:gd name="T6" fmla="*/ 31 w 233"/>
                <a:gd name="T7" fmla="*/ 13 h 35"/>
                <a:gd name="T8" fmla="*/ 38 w 233"/>
                <a:gd name="T9" fmla="*/ 13 h 35"/>
                <a:gd name="T10" fmla="*/ 52 w 233"/>
                <a:gd name="T11" fmla="*/ 11 h 35"/>
                <a:gd name="T12" fmla="*/ 68 w 233"/>
                <a:gd name="T13" fmla="*/ 11 h 35"/>
                <a:gd name="T14" fmla="*/ 87 w 233"/>
                <a:gd name="T15" fmla="*/ 8 h 35"/>
                <a:gd name="T16" fmla="*/ 94 w 233"/>
                <a:gd name="T17" fmla="*/ 5 h 35"/>
                <a:gd name="T18" fmla="*/ 100 w 233"/>
                <a:gd name="T19" fmla="*/ 0 h 35"/>
                <a:gd name="T20" fmla="*/ 102 w 233"/>
                <a:gd name="T21" fmla="*/ 3 h 35"/>
                <a:gd name="T22" fmla="*/ 75 w 233"/>
                <a:gd name="T23" fmla="*/ 14 h 35"/>
                <a:gd name="T24" fmla="*/ 52 w 233"/>
                <a:gd name="T25" fmla="*/ 14 h 35"/>
                <a:gd name="T26" fmla="*/ 32 w 233"/>
                <a:gd name="T27" fmla="*/ 18 h 35"/>
                <a:gd name="T28" fmla="*/ 19 w 233"/>
                <a:gd name="T29" fmla="*/ 17 h 35"/>
                <a:gd name="T30" fmla="*/ 8 w 233"/>
                <a:gd name="T31" fmla="*/ 18 h 35"/>
                <a:gd name="T32" fmla="*/ 5 w 233"/>
                <a:gd name="T33" fmla="*/ 17 h 35"/>
                <a:gd name="T34" fmla="*/ 4 w 233"/>
                <a:gd name="T35" fmla="*/ 14 h 35"/>
                <a:gd name="T36" fmla="*/ 0 w 233"/>
                <a:gd name="T37" fmla="*/ 12 h 35"/>
                <a:gd name="T38" fmla="*/ 2 w 233"/>
                <a:gd name="T39" fmla="*/ 9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33" h="35">
                  <a:moveTo>
                    <a:pt x="4" y="16"/>
                  </a:moveTo>
                  <a:cubicBezTo>
                    <a:pt x="14" y="24"/>
                    <a:pt x="29" y="24"/>
                    <a:pt x="41" y="24"/>
                  </a:cubicBezTo>
                  <a:cubicBezTo>
                    <a:pt x="45" y="15"/>
                    <a:pt x="51" y="26"/>
                    <a:pt x="56" y="27"/>
                  </a:cubicBezTo>
                  <a:cubicBezTo>
                    <a:pt x="61" y="28"/>
                    <a:pt x="66" y="25"/>
                    <a:pt x="71" y="25"/>
                  </a:cubicBezTo>
                  <a:cubicBezTo>
                    <a:pt x="76" y="24"/>
                    <a:pt x="82" y="25"/>
                    <a:pt x="87" y="25"/>
                  </a:cubicBezTo>
                  <a:cubicBezTo>
                    <a:pt x="97" y="25"/>
                    <a:pt x="107" y="23"/>
                    <a:pt x="118" y="23"/>
                  </a:cubicBezTo>
                  <a:cubicBezTo>
                    <a:pt x="130" y="22"/>
                    <a:pt x="143" y="22"/>
                    <a:pt x="155" y="21"/>
                  </a:cubicBezTo>
                  <a:cubicBezTo>
                    <a:pt x="169" y="20"/>
                    <a:pt x="185" y="19"/>
                    <a:pt x="198" y="16"/>
                  </a:cubicBezTo>
                  <a:cubicBezTo>
                    <a:pt x="204" y="14"/>
                    <a:pt x="209" y="10"/>
                    <a:pt x="214" y="9"/>
                  </a:cubicBezTo>
                  <a:cubicBezTo>
                    <a:pt x="216" y="18"/>
                    <a:pt x="225" y="0"/>
                    <a:pt x="226" y="0"/>
                  </a:cubicBezTo>
                  <a:cubicBezTo>
                    <a:pt x="228" y="2"/>
                    <a:pt x="230" y="6"/>
                    <a:pt x="233" y="6"/>
                  </a:cubicBezTo>
                  <a:cubicBezTo>
                    <a:pt x="218" y="22"/>
                    <a:pt x="191" y="26"/>
                    <a:pt x="171" y="26"/>
                  </a:cubicBezTo>
                  <a:cubicBezTo>
                    <a:pt x="153" y="26"/>
                    <a:pt x="135" y="29"/>
                    <a:pt x="118" y="29"/>
                  </a:cubicBezTo>
                  <a:cubicBezTo>
                    <a:pt x="103" y="30"/>
                    <a:pt x="88" y="35"/>
                    <a:pt x="73" y="34"/>
                  </a:cubicBezTo>
                  <a:cubicBezTo>
                    <a:pt x="64" y="33"/>
                    <a:pt x="54" y="33"/>
                    <a:pt x="44" y="32"/>
                  </a:cubicBezTo>
                  <a:cubicBezTo>
                    <a:pt x="36" y="31"/>
                    <a:pt x="27" y="34"/>
                    <a:pt x="18" y="34"/>
                  </a:cubicBezTo>
                  <a:cubicBezTo>
                    <a:pt x="15" y="34"/>
                    <a:pt x="12" y="34"/>
                    <a:pt x="10" y="33"/>
                  </a:cubicBezTo>
                  <a:cubicBezTo>
                    <a:pt x="8" y="31"/>
                    <a:pt x="9" y="29"/>
                    <a:pt x="8" y="28"/>
                  </a:cubicBezTo>
                  <a:cubicBezTo>
                    <a:pt x="6" y="26"/>
                    <a:pt x="2" y="27"/>
                    <a:pt x="0" y="24"/>
                  </a:cubicBezTo>
                  <a:cubicBezTo>
                    <a:pt x="1" y="22"/>
                    <a:pt x="2" y="19"/>
                    <a:pt x="3" y="18"/>
                  </a:cubicBezTo>
                </a:path>
              </a:pathLst>
            </a:custGeom>
            <a:solidFill>
              <a:srgbClr val="00A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Freeform 440">
              <a:extLst>
                <a:ext uri="{FF2B5EF4-FFF2-40B4-BE49-F238E27FC236}">
                  <a16:creationId xmlns:a16="http://schemas.microsoft.com/office/drawing/2014/main" id="{C4A3E4CB-5FFD-4F12-BCC0-B3A980FA5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062"/>
              <a:ext cx="65" cy="141"/>
            </a:xfrm>
            <a:custGeom>
              <a:avLst/>
              <a:gdLst>
                <a:gd name="T0" fmla="*/ 33 w 85"/>
                <a:gd name="T1" fmla="*/ 0 h 175"/>
                <a:gd name="T2" fmla="*/ 35 w 85"/>
                <a:gd name="T3" fmla="*/ 52 h 175"/>
                <a:gd name="T4" fmla="*/ 35 w 85"/>
                <a:gd name="T5" fmla="*/ 92 h 175"/>
                <a:gd name="T6" fmla="*/ 0 w 85"/>
                <a:gd name="T7" fmla="*/ 54 h 175"/>
                <a:gd name="T8" fmla="*/ 29 w 85"/>
                <a:gd name="T9" fmla="*/ 43 h 175"/>
                <a:gd name="T10" fmla="*/ 34 w 85"/>
                <a:gd name="T11" fmla="*/ 3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75">
                  <a:moveTo>
                    <a:pt x="73" y="0"/>
                  </a:moveTo>
                  <a:cubicBezTo>
                    <a:pt x="85" y="29"/>
                    <a:pt x="78" y="68"/>
                    <a:pt x="78" y="99"/>
                  </a:cubicBezTo>
                  <a:cubicBezTo>
                    <a:pt x="78" y="125"/>
                    <a:pt x="77" y="150"/>
                    <a:pt x="78" y="175"/>
                  </a:cubicBezTo>
                  <a:cubicBezTo>
                    <a:pt x="68" y="142"/>
                    <a:pt x="29" y="115"/>
                    <a:pt x="0" y="103"/>
                  </a:cubicBezTo>
                  <a:cubicBezTo>
                    <a:pt x="22" y="114"/>
                    <a:pt x="53" y="104"/>
                    <a:pt x="66" y="82"/>
                  </a:cubicBezTo>
                  <a:cubicBezTo>
                    <a:pt x="78" y="62"/>
                    <a:pt x="75" y="29"/>
                    <a:pt x="75" y="6"/>
                  </a:cubicBezTo>
                </a:path>
              </a:pathLst>
            </a:custGeom>
            <a:solidFill>
              <a:srgbClr val="0B6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Freeform 441">
              <a:extLst>
                <a:ext uri="{FF2B5EF4-FFF2-40B4-BE49-F238E27FC236}">
                  <a16:creationId xmlns:a16="http://schemas.microsoft.com/office/drawing/2014/main" id="{22911637-D242-451B-9870-23BAD7AF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050"/>
              <a:ext cx="42" cy="51"/>
            </a:xfrm>
            <a:custGeom>
              <a:avLst/>
              <a:gdLst>
                <a:gd name="T0" fmla="*/ 2 w 56"/>
                <a:gd name="T1" fmla="*/ 33 h 63"/>
                <a:gd name="T2" fmla="*/ 0 w 56"/>
                <a:gd name="T3" fmla="*/ 9 h 63"/>
                <a:gd name="T4" fmla="*/ 24 w 56"/>
                <a:gd name="T5" fmla="*/ 16 h 63"/>
                <a:gd name="T6" fmla="*/ 6 w 56"/>
                <a:gd name="T7" fmla="*/ 11 h 63"/>
                <a:gd name="T8" fmla="*/ 3 w 56"/>
                <a:gd name="T9" fmla="*/ 2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">
                  <a:moveTo>
                    <a:pt x="3" y="63"/>
                  </a:moveTo>
                  <a:cubicBezTo>
                    <a:pt x="6" y="55"/>
                    <a:pt x="4" y="24"/>
                    <a:pt x="0" y="16"/>
                  </a:cubicBezTo>
                  <a:cubicBezTo>
                    <a:pt x="38" y="0"/>
                    <a:pt x="45" y="2"/>
                    <a:pt x="56" y="31"/>
                  </a:cubicBezTo>
                  <a:cubicBezTo>
                    <a:pt x="47" y="18"/>
                    <a:pt x="28" y="11"/>
                    <a:pt x="14" y="21"/>
                  </a:cubicBezTo>
                  <a:cubicBezTo>
                    <a:pt x="0" y="31"/>
                    <a:pt x="13" y="48"/>
                    <a:pt x="7" y="55"/>
                  </a:cubicBezTo>
                </a:path>
              </a:pathLst>
            </a:custGeom>
            <a:solidFill>
              <a:srgbClr val="00A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442">
              <a:extLst>
                <a:ext uri="{FF2B5EF4-FFF2-40B4-BE49-F238E27FC236}">
                  <a16:creationId xmlns:a16="http://schemas.microsoft.com/office/drawing/2014/main" id="{1550A36D-E712-4618-9EF0-2DF70EF0C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430"/>
              <a:ext cx="87" cy="257"/>
            </a:xfrm>
            <a:custGeom>
              <a:avLst/>
              <a:gdLst>
                <a:gd name="T0" fmla="*/ 50 w 115"/>
                <a:gd name="T1" fmla="*/ 0 h 317"/>
                <a:gd name="T2" fmla="*/ 26 w 115"/>
                <a:gd name="T3" fmla="*/ 32 h 317"/>
                <a:gd name="T4" fmla="*/ 13 w 115"/>
                <a:gd name="T5" fmla="*/ 80 h 317"/>
                <a:gd name="T6" fmla="*/ 7 w 115"/>
                <a:gd name="T7" fmla="*/ 131 h 317"/>
                <a:gd name="T8" fmla="*/ 5 w 115"/>
                <a:gd name="T9" fmla="*/ 169 h 317"/>
                <a:gd name="T10" fmla="*/ 1 w 115"/>
                <a:gd name="T11" fmla="*/ 118 h 317"/>
                <a:gd name="T12" fmla="*/ 11 w 115"/>
                <a:gd name="T13" fmla="*/ 48 h 317"/>
                <a:gd name="T14" fmla="*/ 48 w 115"/>
                <a:gd name="T15" fmla="*/ 0 h 3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317">
                  <a:moveTo>
                    <a:pt x="115" y="0"/>
                  </a:moveTo>
                  <a:cubicBezTo>
                    <a:pt x="88" y="6"/>
                    <a:pt x="72" y="38"/>
                    <a:pt x="59" y="59"/>
                  </a:cubicBezTo>
                  <a:cubicBezTo>
                    <a:pt x="43" y="85"/>
                    <a:pt x="33" y="120"/>
                    <a:pt x="29" y="151"/>
                  </a:cubicBezTo>
                  <a:cubicBezTo>
                    <a:pt x="25" y="182"/>
                    <a:pt x="19" y="213"/>
                    <a:pt x="16" y="244"/>
                  </a:cubicBezTo>
                  <a:cubicBezTo>
                    <a:pt x="14" y="267"/>
                    <a:pt x="6" y="294"/>
                    <a:pt x="12" y="317"/>
                  </a:cubicBezTo>
                  <a:cubicBezTo>
                    <a:pt x="8" y="285"/>
                    <a:pt x="0" y="253"/>
                    <a:pt x="1" y="221"/>
                  </a:cubicBezTo>
                  <a:cubicBezTo>
                    <a:pt x="1" y="178"/>
                    <a:pt x="13" y="131"/>
                    <a:pt x="24" y="90"/>
                  </a:cubicBezTo>
                  <a:cubicBezTo>
                    <a:pt x="36" y="47"/>
                    <a:pt x="81" y="23"/>
                    <a:pt x="113" y="0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443">
              <a:extLst>
                <a:ext uri="{FF2B5EF4-FFF2-40B4-BE49-F238E27FC236}">
                  <a16:creationId xmlns:a16="http://schemas.microsoft.com/office/drawing/2014/main" id="{A732D12B-EDB3-401E-BC4D-056406327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355"/>
              <a:ext cx="114" cy="78"/>
            </a:xfrm>
            <a:custGeom>
              <a:avLst/>
              <a:gdLst>
                <a:gd name="T0" fmla="*/ 63 w 150"/>
                <a:gd name="T1" fmla="*/ 49 h 96"/>
                <a:gd name="T2" fmla="*/ 37 w 150"/>
                <a:gd name="T3" fmla="*/ 22 h 96"/>
                <a:gd name="T4" fmla="*/ 19 w 150"/>
                <a:gd name="T5" fmla="*/ 10 h 96"/>
                <a:gd name="T6" fmla="*/ 0 w 150"/>
                <a:gd name="T7" fmla="*/ 0 h 96"/>
                <a:gd name="T8" fmla="*/ 27 w 150"/>
                <a:gd name="T9" fmla="*/ 12 h 96"/>
                <a:gd name="T10" fmla="*/ 45 w 150"/>
                <a:gd name="T11" fmla="*/ 21 h 96"/>
                <a:gd name="T12" fmla="*/ 58 w 150"/>
                <a:gd name="T13" fmla="*/ 36 h 96"/>
                <a:gd name="T14" fmla="*/ 66 w 150"/>
                <a:gd name="T15" fmla="*/ 51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96">
                  <a:moveTo>
                    <a:pt x="143" y="91"/>
                  </a:moveTo>
                  <a:cubicBezTo>
                    <a:pt x="146" y="63"/>
                    <a:pt x="106" y="51"/>
                    <a:pt x="86" y="41"/>
                  </a:cubicBezTo>
                  <a:cubicBezTo>
                    <a:pt x="72" y="34"/>
                    <a:pt x="59" y="24"/>
                    <a:pt x="44" y="19"/>
                  </a:cubicBezTo>
                  <a:cubicBezTo>
                    <a:pt x="32" y="15"/>
                    <a:pt x="6" y="11"/>
                    <a:pt x="0" y="0"/>
                  </a:cubicBezTo>
                  <a:cubicBezTo>
                    <a:pt x="19" y="11"/>
                    <a:pt x="42" y="16"/>
                    <a:pt x="63" y="22"/>
                  </a:cubicBezTo>
                  <a:cubicBezTo>
                    <a:pt x="78" y="26"/>
                    <a:pt x="89" y="31"/>
                    <a:pt x="103" y="39"/>
                  </a:cubicBezTo>
                  <a:cubicBezTo>
                    <a:pt x="116" y="46"/>
                    <a:pt x="125" y="54"/>
                    <a:pt x="132" y="66"/>
                  </a:cubicBezTo>
                  <a:cubicBezTo>
                    <a:pt x="137" y="76"/>
                    <a:pt x="140" y="90"/>
                    <a:pt x="150" y="96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444">
              <a:extLst>
                <a:ext uri="{FF2B5EF4-FFF2-40B4-BE49-F238E27FC236}">
                  <a16:creationId xmlns:a16="http://schemas.microsoft.com/office/drawing/2014/main" id="{A0C8AFD3-A8DA-4114-9A08-69D3E07A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229"/>
              <a:ext cx="208" cy="35"/>
            </a:xfrm>
            <a:custGeom>
              <a:avLst/>
              <a:gdLst>
                <a:gd name="T0" fmla="*/ 119 w 275"/>
                <a:gd name="T1" fmla="*/ 7 h 43"/>
                <a:gd name="T2" fmla="*/ 104 w 275"/>
                <a:gd name="T3" fmla="*/ 3 h 43"/>
                <a:gd name="T4" fmla="*/ 88 w 275"/>
                <a:gd name="T5" fmla="*/ 2 h 43"/>
                <a:gd name="T6" fmla="*/ 56 w 275"/>
                <a:gd name="T7" fmla="*/ 5 h 43"/>
                <a:gd name="T8" fmla="*/ 27 w 275"/>
                <a:gd name="T9" fmla="*/ 13 h 43"/>
                <a:gd name="T10" fmla="*/ 0 w 275"/>
                <a:gd name="T11" fmla="*/ 20 h 43"/>
                <a:gd name="T12" fmla="*/ 35 w 275"/>
                <a:gd name="T13" fmla="*/ 23 h 43"/>
                <a:gd name="T14" fmla="*/ 64 w 275"/>
                <a:gd name="T15" fmla="*/ 19 h 43"/>
                <a:gd name="T16" fmla="*/ 91 w 275"/>
                <a:gd name="T17" fmla="*/ 11 h 43"/>
                <a:gd name="T18" fmla="*/ 115 w 275"/>
                <a:gd name="T19" fmla="*/ 9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5" h="43">
                  <a:moveTo>
                    <a:pt x="275" y="13"/>
                  </a:moveTo>
                  <a:cubicBezTo>
                    <a:pt x="265" y="14"/>
                    <a:pt x="252" y="8"/>
                    <a:pt x="242" y="6"/>
                  </a:cubicBezTo>
                  <a:cubicBezTo>
                    <a:pt x="229" y="3"/>
                    <a:pt x="217" y="0"/>
                    <a:pt x="203" y="2"/>
                  </a:cubicBezTo>
                  <a:cubicBezTo>
                    <a:pt x="179" y="4"/>
                    <a:pt x="154" y="6"/>
                    <a:pt x="130" y="8"/>
                  </a:cubicBezTo>
                  <a:cubicBezTo>
                    <a:pt x="107" y="10"/>
                    <a:pt x="84" y="18"/>
                    <a:pt x="62" y="24"/>
                  </a:cubicBezTo>
                  <a:cubicBezTo>
                    <a:pt x="43" y="28"/>
                    <a:pt x="20" y="39"/>
                    <a:pt x="0" y="38"/>
                  </a:cubicBezTo>
                  <a:cubicBezTo>
                    <a:pt x="24" y="41"/>
                    <a:pt x="55" y="41"/>
                    <a:pt x="81" y="42"/>
                  </a:cubicBezTo>
                  <a:cubicBezTo>
                    <a:pt x="105" y="43"/>
                    <a:pt x="126" y="37"/>
                    <a:pt x="148" y="34"/>
                  </a:cubicBezTo>
                  <a:cubicBezTo>
                    <a:pt x="169" y="31"/>
                    <a:pt x="188" y="24"/>
                    <a:pt x="209" y="21"/>
                  </a:cubicBezTo>
                  <a:cubicBezTo>
                    <a:pt x="228" y="18"/>
                    <a:pt x="247" y="18"/>
                    <a:pt x="266" y="17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445">
              <a:extLst>
                <a:ext uri="{FF2B5EF4-FFF2-40B4-BE49-F238E27FC236}">
                  <a16:creationId xmlns:a16="http://schemas.microsoft.com/office/drawing/2014/main" id="{0D63D6C3-BB10-471E-A89D-6AACE7E59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240"/>
              <a:ext cx="95" cy="84"/>
            </a:xfrm>
            <a:custGeom>
              <a:avLst/>
              <a:gdLst>
                <a:gd name="T0" fmla="*/ 2 w 125"/>
                <a:gd name="T1" fmla="*/ 0 h 104"/>
                <a:gd name="T2" fmla="*/ 21 w 125"/>
                <a:gd name="T3" fmla="*/ 9 h 104"/>
                <a:gd name="T4" fmla="*/ 37 w 125"/>
                <a:gd name="T5" fmla="*/ 20 h 104"/>
                <a:gd name="T6" fmla="*/ 49 w 125"/>
                <a:gd name="T7" fmla="*/ 36 h 104"/>
                <a:gd name="T8" fmla="*/ 52 w 125"/>
                <a:gd name="T9" fmla="*/ 46 h 104"/>
                <a:gd name="T10" fmla="*/ 54 w 125"/>
                <a:gd name="T11" fmla="*/ 55 h 104"/>
                <a:gd name="T12" fmla="*/ 52 w 125"/>
                <a:gd name="T13" fmla="*/ 40 h 104"/>
                <a:gd name="T14" fmla="*/ 46 w 125"/>
                <a:gd name="T15" fmla="*/ 26 h 104"/>
                <a:gd name="T16" fmla="*/ 33 w 125"/>
                <a:gd name="T17" fmla="*/ 15 h 104"/>
                <a:gd name="T18" fmla="*/ 0 w 125"/>
                <a:gd name="T19" fmla="*/ 1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104">
                  <a:moveTo>
                    <a:pt x="4" y="0"/>
                  </a:moveTo>
                  <a:cubicBezTo>
                    <a:pt x="9" y="15"/>
                    <a:pt x="35" y="13"/>
                    <a:pt x="47" y="17"/>
                  </a:cubicBezTo>
                  <a:cubicBezTo>
                    <a:pt x="60" y="20"/>
                    <a:pt x="74" y="30"/>
                    <a:pt x="84" y="38"/>
                  </a:cubicBezTo>
                  <a:cubicBezTo>
                    <a:pt x="95" y="47"/>
                    <a:pt x="107" y="54"/>
                    <a:pt x="110" y="69"/>
                  </a:cubicBezTo>
                  <a:cubicBezTo>
                    <a:pt x="112" y="77"/>
                    <a:pt x="113" y="81"/>
                    <a:pt x="118" y="88"/>
                  </a:cubicBezTo>
                  <a:cubicBezTo>
                    <a:pt x="121" y="93"/>
                    <a:pt x="124" y="98"/>
                    <a:pt x="124" y="104"/>
                  </a:cubicBezTo>
                  <a:cubicBezTo>
                    <a:pt x="125" y="94"/>
                    <a:pt x="122" y="83"/>
                    <a:pt x="118" y="75"/>
                  </a:cubicBezTo>
                  <a:cubicBezTo>
                    <a:pt x="114" y="67"/>
                    <a:pt x="110" y="57"/>
                    <a:pt x="104" y="49"/>
                  </a:cubicBezTo>
                  <a:cubicBezTo>
                    <a:pt x="97" y="40"/>
                    <a:pt x="84" y="34"/>
                    <a:pt x="74" y="27"/>
                  </a:cubicBezTo>
                  <a:cubicBezTo>
                    <a:pt x="52" y="11"/>
                    <a:pt x="24" y="12"/>
                    <a:pt x="0" y="1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446">
              <a:extLst>
                <a:ext uri="{FF2B5EF4-FFF2-40B4-BE49-F238E27FC236}">
                  <a16:creationId xmlns:a16="http://schemas.microsoft.com/office/drawing/2014/main" id="{1248AB8E-FCE1-4CF3-B69A-76D5EB2DC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337"/>
              <a:ext cx="14" cy="79"/>
            </a:xfrm>
            <a:custGeom>
              <a:avLst/>
              <a:gdLst>
                <a:gd name="T0" fmla="*/ 0 w 18"/>
                <a:gd name="T1" fmla="*/ 0 h 98"/>
                <a:gd name="T2" fmla="*/ 3 w 18"/>
                <a:gd name="T3" fmla="*/ 26 h 98"/>
                <a:gd name="T4" fmla="*/ 4 w 18"/>
                <a:gd name="T5" fmla="*/ 52 h 98"/>
                <a:gd name="T6" fmla="*/ 8 w 18"/>
                <a:gd name="T7" fmla="*/ 33 h 98"/>
                <a:gd name="T8" fmla="*/ 7 w 18"/>
                <a:gd name="T9" fmla="*/ 19 h 98"/>
                <a:gd name="T10" fmla="*/ 2 w 18"/>
                <a:gd name="T11" fmla="*/ 0 h 98"/>
                <a:gd name="T12" fmla="*/ 1 w 18"/>
                <a:gd name="T13" fmla="*/ 1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8">
                  <a:moveTo>
                    <a:pt x="0" y="0"/>
                  </a:moveTo>
                  <a:cubicBezTo>
                    <a:pt x="7" y="14"/>
                    <a:pt x="6" y="33"/>
                    <a:pt x="7" y="49"/>
                  </a:cubicBezTo>
                  <a:cubicBezTo>
                    <a:pt x="8" y="65"/>
                    <a:pt x="9" y="81"/>
                    <a:pt x="8" y="98"/>
                  </a:cubicBezTo>
                  <a:cubicBezTo>
                    <a:pt x="10" y="89"/>
                    <a:pt x="16" y="75"/>
                    <a:pt x="17" y="63"/>
                  </a:cubicBezTo>
                  <a:cubicBezTo>
                    <a:pt x="18" y="54"/>
                    <a:pt x="16" y="45"/>
                    <a:pt x="15" y="36"/>
                  </a:cubicBezTo>
                  <a:cubicBezTo>
                    <a:pt x="14" y="23"/>
                    <a:pt x="6" y="12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447">
              <a:extLst>
                <a:ext uri="{FF2B5EF4-FFF2-40B4-BE49-F238E27FC236}">
                  <a16:creationId xmlns:a16="http://schemas.microsoft.com/office/drawing/2014/main" id="{D1F74529-3468-4D72-B6FC-9D2DAD96C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358"/>
              <a:ext cx="42" cy="98"/>
            </a:xfrm>
            <a:custGeom>
              <a:avLst/>
              <a:gdLst>
                <a:gd name="T0" fmla="*/ 18 w 55"/>
                <a:gd name="T1" fmla="*/ 0 h 121"/>
                <a:gd name="T2" fmla="*/ 24 w 55"/>
                <a:gd name="T3" fmla="*/ 9 h 121"/>
                <a:gd name="T4" fmla="*/ 20 w 55"/>
                <a:gd name="T5" fmla="*/ 13 h 121"/>
                <a:gd name="T6" fmla="*/ 21 w 55"/>
                <a:gd name="T7" fmla="*/ 20 h 121"/>
                <a:gd name="T8" fmla="*/ 15 w 55"/>
                <a:gd name="T9" fmla="*/ 29 h 121"/>
                <a:gd name="T10" fmla="*/ 12 w 55"/>
                <a:gd name="T11" fmla="*/ 41 h 121"/>
                <a:gd name="T12" fmla="*/ 5 w 55"/>
                <a:gd name="T13" fmla="*/ 54 h 121"/>
                <a:gd name="T14" fmla="*/ 0 w 55"/>
                <a:gd name="T15" fmla="*/ 64 h 121"/>
                <a:gd name="T16" fmla="*/ 11 w 55"/>
                <a:gd name="T17" fmla="*/ 36 h 121"/>
                <a:gd name="T18" fmla="*/ 11 w 55"/>
                <a:gd name="T19" fmla="*/ 29 h 121"/>
                <a:gd name="T20" fmla="*/ 15 w 55"/>
                <a:gd name="T21" fmla="*/ 23 h 121"/>
                <a:gd name="T22" fmla="*/ 15 w 55"/>
                <a:gd name="T23" fmla="*/ 10 h 121"/>
                <a:gd name="T24" fmla="*/ 18 w 55"/>
                <a:gd name="T25" fmla="*/ 0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121">
                  <a:moveTo>
                    <a:pt x="42" y="0"/>
                  </a:moveTo>
                  <a:cubicBezTo>
                    <a:pt x="39" y="12"/>
                    <a:pt x="55" y="5"/>
                    <a:pt x="52" y="16"/>
                  </a:cubicBezTo>
                  <a:cubicBezTo>
                    <a:pt x="50" y="20"/>
                    <a:pt x="44" y="20"/>
                    <a:pt x="44" y="25"/>
                  </a:cubicBezTo>
                  <a:cubicBezTo>
                    <a:pt x="43" y="30"/>
                    <a:pt x="47" y="31"/>
                    <a:pt x="46" y="38"/>
                  </a:cubicBezTo>
                  <a:cubicBezTo>
                    <a:pt x="44" y="45"/>
                    <a:pt x="37" y="49"/>
                    <a:pt x="33" y="55"/>
                  </a:cubicBezTo>
                  <a:cubicBezTo>
                    <a:pt x="28" y="63"/>
                    <a:pt x="30" y="69"/>
                    <a:pt x="27" y="78"/>
                  </a:cubicBezTo>
                  <a:cubicBezTo>
                    <a:pt x="25" y="87"/>
                    <a:pt x="16" y="93"/>
                    <a:pt x="11" y="102"/>
                  </a:cubicBezTo>
                  <a:cubicBezTo>
                    <a:pt x="7" y="108"/>
                    <a:pt x="4" y="115"/>
                    <a:pt x="0" y="121"/>
                  </a:cubicBezTo>
                  <a:cubicBezTo>
                    <a:pt x="5" y="102"/>
                    <a:pt x="19" y="87"/>
                    <a:pt x="23" y="67"/>
                  </a:cubicBezTo>
                  <a:cubicBezTo>
                    <a:pt x="24" y="63"/>
                    <a:pt x="23" y="60"/>
                    <a:pt x="25" y="55"/>
                  </a:cubicBezTo>
                  <a:cubicBezTo>
                    <a:pt x="26" y="50"/>
                    <a:pt x="32" y="47"/>
                    <a:pt x="33" y="42"/>
                  </a:cubicBezTo>
                  <a:cubicBezTo>
                    <a:pt x="35" y="35"/>
                    <a:pt x="32" y="27"/>
                    <a:pt x="34" y="19"/>
                  </a:cubicBezTo>
                  <a:cubicBezTo>
                    <a:pt x="35" y="13"/>
                    <a:pt x="38" y="7"/>
                    <a:pt x="40" y="0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448">
              <a:extLst>
                <a:ext uri="{FF2B5EF4-FFF2-40B4-BE49-F238E27FC236}">
                  <a16:creationId xmlns:a16="http://schemas.microsoft.com/office/drawing/2014/main" id="{E877EE03-886F-4E0D-B759-7538CB9AA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03"/>
              <a:ext cx="30" cy="136"/>
            </a:xfrm>
            <a:custGeom>
              <a:avLst/>
              <a:gdLst>
                <a:gd name="T0" fmla="*/ 8 w 40"/>
                <a:gd name="T1" fmla="*/ 88 h 168"/>
                <a:gd name="T2" fmla="*/ 17 w 40"/>
                <a:gd name="T3" fmla="*/ 86 h 168"/>
                <a:gd name="T4" fmla="*/ 14 w 40"/>
                <a:gd name="T5" fmla="*/ 81 h 168"/>
                <a:gd name="T6" fmla="*/ 11 w 40"/>
                <a:gd name="T7" fmla="*/ 69 h 168"/>
                <a:gd name="T8" fmla="*/ 10 w 40"/>
                <a:gd name="T9" fmla="*/ 45 h 168"/>
                <a:gd name="T10" fmla="*/ 7 w 40"/>
                <a:gd name="T11" fmla="*/ 35 h 168"/>
                <a:gd name="T12" fmla="*/ 5 w 40"/>
                <a:gd name="T13" fmla="*/ 22 h 168"/>
                <a:gd name="T14" fmla="*/ 3 w 40"/>
                <a:gd name="T15" fmla="*/ 0 h 168"/>
                <a:gd name="T16" fmla="*/ 3 w 40"/>
                <a:gd name="T17" fmla="*/ 19 h 168"/>
                <a:gd name="T18" fmla="*/ 5 w 40"/>
                <a:gd name="T19" fmla="*/ 40 h 168"/>
                <a:gd name="T20" fmla="*/ 9 w 40"/>
                <a:gd name="T21" fmla="*/ 64 h 168"/>
                <a:gd name="T22" fmla="*/ 12 w 40"/>
                <a:gd name="T23" fmla="*/ 80 h 168"/>
                <a:gd name="T24" fmla="*/ 6 w 40"/>
                <a:gd name="T25" fmla="*/ 89 h 1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168">
                  <a:moveTo>
                    <a:pt x="19" y="167"/>
                  </a:moveTo>
                  <a:cubicBezTo>
                    <a:pt x="26" y="164"/>
                    <a:pt x="33" y="162"/>
                    <a:pt x="40" y="162"/>
                  </a:cubicBezTo>
                  <a:cubicBezTo>
                    <a:pt x="39" y="157"/>
                    <a:pt x="35" y="156"/>
                    <a:pt x="33" y="152"/>
                  </a:cubicBezTo>
                  <a:cubicBezTo>
                    <a:pt x="28" y="145"/>
                    <a:pt x="28" y="138"/>
                    <a:pt x="27" y="130"/>
                  </a:cubicBezTo>
                  <a:cubicBezTo>
                    <a:pt x="25" y="115"/>
                    <a:pt x="24" y="100"/>
                    <a:pt x="23" y="85"/>
                  </a:cubicBezTo>
                  <a:cubicBezTo>
                    <a:pt x="22" y="76"/>
                    <a:pt x="19" y="73"/>
                    <a:pt x="16" y="65"/>
                  </a:cubicBezTo>
                  <a:cubicBezTo>
                    <a:pt x="12" y="57"/>
                    <a:pt x="11" y="50"/>
                    <a:pt x="11" y="41"/>
                  </a:cubicBezTo>
                  <a:cubicBezTo>
                    <a:pt x="11" y="27"/>
                    <a:pt x="10" y="13"/>
                    <a:pt x="6" y="0"/>
                  </a:cubicBezTo>
                  <a:cubicBezTo>
                    <a:pt x="0" y="4"/>
                    <a:pt x="7" y="28"/>
                    <a:pt x="7" y="35"/>
                  </a:cubicBezTo>
                  <a:cubicBezTo>
                    <a:pt x="8" y="49"/>
                    <a:pt x="9" y="62"/>
                    <a:pt x="11" y="76"/>
                  </a:cubicBezTo>
                  <a:cubicBezTo>
                    <a:pt x="13" y="91"/>
                    <a:pt x="16" y="106"/>
                    <a:pt x="21" y="120"/>
                  </a:cubicBezTo>
                  <a:cubicBezTo>
                    <a:pt x="25" y="129"/>
                    <a:pt x="30" y="141"/>
                    <a:pt x="28" y="151"/>
                  </a:cubicBezTo>
                  <a:cubicBezTo>
                    <a:pt x="27" y="160"/>
                    <a:pt x="21" y="164"/>
                    <a:pt x="15" y="168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Freeform 449">
              <a:extLst>
                <a:ext uri="{FF2B5EF4-FFF2-40B4-BE49-F238E27FC236}">
                  <a16:creationId xmlns:a16="http://schemas.microsoft.com/office/drawing/2014/main" id="{5B8D986B-7A30-48FA-920C-168650AD9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210"/>
              <a:ext cx="100" cy="51"/>
            </a:xfrm>
            <a:custGeom>
              <a:avLst/>
              <a:gdLst>
                <a:gd name="T0" fmla="*/ 1 w 133"/>
                <a:gd name="T1" fmla="*/ 32 h 62"/>
                <a:gd name="T2" fmla="*/ 14 w 133"/>
                <a:gd name="T3" fmla="*/ 24 h 62"/>
                <a:gd name="T4" fmla="*/ 33 w 133"/>
                <a:gd name="T5" fmla="*/ 16 h 62"/>
                <a:gd name="T6" fmla="*/ 44 w 133"/>
                <a:gd name="T7" fmla="*/ 8 h 62"/>
                <a:gd name="T8" fmla="*/ 52 w 133"/>
                <a:gd name="T9" fmla="*/ 5 h 62"/>
                <a:gd name="T10" fmla="*/ 56 w 133"/>
                <a:gd name="T11" fmla="*/ 0 h 62"/>
                <a:gd name="T12" fmla="*/ 38 w 133"/>
                <a:gd name="T13" fmla="*/ 13 h 62"/>
                <a:gd name="T14" fmla="*/ 20 w 133"/>
                <a:gd name="T15" fmla="*/ 24 h 62"/>
                <a:gd name="T16" fmla="*/ 8 w 133"/>
                <a:gd name="T17" fmla="*/ 32 h 62"/>
                <a:gd name="T18" fmla="*/ 0 w 133"/>
                <a:gd name="T19" fmla="*/ 33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62">
                  <a:moveTo>
                    <a:pt x="1" y="57"/>
                  </a:moveTo>
                  <a:cubicBezTo>
                    <a:pt x="4" y="61"/>
                    <a:pt x="26" y="46"/>
                    <a:pt x="33" y="43"/>
                  </a:cubicBezTo>
                  <a:cubicBezTo>
                    <a:pt x="48" y="38"/>
                    <a:pt x="63" y="36"/>
                    <a:pt x="77" y="28"/>
                  </a:cubicBezTo>
                  <a:cubicBezTo>
                    <a:pt x="86" y="23"/>
                    <a:pt x="94" y="16"/>
                    <a:pt x="104" y="14"/>
                  </a:cubicBezTo>
                  <a:cubicBezTo>
                    <a:pt x="111" y="12"/>
                    <a:pt x="117" y="13"/>
                    <a:pt x="123" y="8"/>
                  </a:cubicBezTo>
                  <a:cubicBezTo>
                    <a:pt x="127" y="5"/>
                    <a:pt x="129" y="1"/>
                    <a:pt x="133" y="0"/>
                  </a:cubicBezTo>
                  <a:cubicBezTo>
                    <a:pt x="125" y="12"/>
                    <a:pt x="103" y="18"/>
                    <a:pt x="90" y="24"/>
                  </a:cubicBezTo>
                  <a:cubicBezTo>
                    <a:pt x="76" y="30"/>
                    <a:pt x="60" y="35"/>
                    <a:pt x="47" y="42"/>
                  </a:cubicBezTo>
                  <a:cubicBezTo>
                    <a:pt x="38" y="48"/>
                    <a:pt x="27" y="53"/>
                    <a:pt x="19" y="58"/>
                  </a:cubicBezTo>
                  <a:cubicBezTo>
                    <a:pt x="13" y="62"/>
                    <a:pt x="6" y="62"/>
                    <a:pt x="0" y="60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6" name="Freeform 450">
              <a:extLst>
                <a:ext uri="{FF2B5EF4-FFF2-40B4-BE49-F238E27FC236}">
                  <a16:creationId xmlns:a16="http://schemas.microsoft.com/office/drawing/2014/main" id="{291482C5-17DE-46E3-9683-EA2A7B1C8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338"/>
              <a:ext cx="44" cy="160"/>
            </a:xfrm>
            <a:custGeom>
              <a:avLst/>
              <a:gdLst>
                <a:gd name="T0" fmla="*/ 2 w 58"/>
                <a:gd name="T1" fmla="*/ 0 h 198"/>
                <a:gd name="T2" fmla="*/ 8 w 58"/>
                <a:gd name="T3" fmla="*/ 10 h 198"/>
                <a:gd name="T4" fmla="*/ 11 w 58"/>
                <a:gd name="T5" fmla="*/ 23 h 198"/>
                <a:gd name="T6" fmla="*/ 11 w 58"/>
                <a:gd name="T7" fmla="*/ 41 h 198"/>
                <a:gd name="T8" fmla="*/ 15 w 58"/>
                <a:gd name="T9" fmla="*/ 52 h 198"/>
                <a:gd name="T10" fmla="*/ 16 w 58"/>
                <a:gd name="T11" fmla="*/ 66 h 198"/>
                <a:gd name="T12" fmla="*/ 20 w 58"/>
                <a:gd name="T13" fmla="*/ 90 h 198"/>
                <a:gd name="T14" fmla="*/ 23 w 58"/>
                <a:gd name="T15" fmla="*/ 96 h 198"/>
                <a:gd name="T16" fmla="*/ 25 w 58"/>
                <a:gd name="T17" fmla="*/ 104 h 198"/>
                <a:gd name="T18" fmla="*/ 19 w 58"/>
                <a:gd name="T19" fmla="*/ 83 h 198"/>
                <a:gd name="T20" fmla="*/ 17 w 58"/>
                <a:gd name="T21" fmla="*/ 67 h 198"/>
                <a:gd name="T22" fmla="*/ 17 w 58"/>
                <a:gd name="T23" fmla="*/ 52 h 198"/>
                <a:gd name="T24" fmla="*/ 14 w 58"/>
                <a:gd name="T25" fmla="*/ 41 h 198"/>
                <a:gd name="T26" fmla="*/ 11 w 58"/>
                <a:gd name="T27" fmla="*/ 12 h 198"/>
                <a:gd name="T28" fmla="*/ 6 w 58"/>
                <a:gd name="T29" fmla="*/ 6 h 198"/>
                <a:gd name="T30" fmla="*/ 0 w 58"/>
                <a:gd name="T31" fmla="*/ 1 h 1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198">
                  <a:moveTo>
                    <a:pt x="5" y="0"/>
                  </a:moveTo>
                  <a:cubicBezTo>
                    <a:pt x="8" y="7"/>
                    <a:pt x="14" y="12"/>
                    <a:pt x="18" y="19"/>
                  </a:cubicBezTo>
                  <a:cubicBezTo>
                    <a:pt x="22" y="26"/>
                    <a:pt x="23" y="35"/>
                    <a:pt x="25" y="43"/>
                  </a:cubicBezTo>
                  <a:cubicBezTo>
                    <a:pt x="26" y="55"/>
                    <a:pt x="26" y="67"/>
                    <a:pt x="27" y="78"/>
                  </a:cubicBezTo>
                  <a:cubicBezTo>
                    <a:pt x="28" y="87"/>
                    <a:pt x="33" y="90"/>
                    <a:pt x="35" y="98"/>
                  </a:cubicBezTo>
                  <a:cubicBezTo>
                    <a:pt x="37" y="106"/>
                    <a:pt x="36" y="117"/>
                    <a:pt x="37" y="126"/>
                  </a:cubicBezTo>
                  <a:cubicBezTo>
                    <a:pt x="40" y="142"/>
                    <a:pt x="39" y="154"/>
                    <a:pt x="47" y="169"/>
                  </a:cubicBezTo>
                  <a:cubicBezTo>
                    <a:pt x="49" y="174"/>
                    <a:pt x="52" y="178"/>
                    <a:pt x="53" y="182"/>
                  </a:cubicBezTo>
                  <a:cubicBezTo>
                    <a:pt x="55" y="188"/>
                    <a:pt x="55" y="194"/>
                    <a:pt x="58" y="198"/>
                  </a:cubicBezTo>
                  <a:cubicBezTo>
                    <a:pt x="58" y="185"/>
                    <a:pt x="46" y="171"/>
                    <a:pt x="43" y="158"/>
                  </a:cubicBezTo>
                  <a:cubicBezTo>
                    <a:pt x="41" y="149"/>
                    <a:pt x="39" y="138"/>
                    <a:pt x="38" y="128"/>
                  </a:cubicBezTo>
                  <a:cubicBezTo>
                    <a:pt x="38" y="119"/>
                    <a:pt x="41" y="108"/>
                    <a:pt x="39" y="98"/>
                  </a:cubicBezTo>
                  <a:cubicBezTo>
                    <a:pt x="38" y="91"/>
                    <a:pt x="34" y="85"/>
                    <a:pt x="33" y="78"/>
                  </a:cubicBezTo>
                  <a:cubicBezTo>
                    <a:pt x="29" y="60"/>
                    <a:pt x="31" y="42"/>
                    <a:pt x="24" y="24"/>
                  </a:cubicBezTo>
                  <a:cubicBezTo>
                    <a:pt x="21" y="18"/>
                    <a:pt x="19" y="15"/>
                    <a:pt x="13" y="11"/>
                  </a:cubicBezTo>
                  <a:cubicBezTo>
                    <a:pt x="9" y="7"/>
                    <a:pt x="4" y="7"/>
                    <a:pt x="0" y="1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7" name="Freeform 451">
              <a:extLst>
                <a:ext uri="{FF2B5EF4-FFF2-40B4-BE49-F238E27FC236}">
                  <a16:creationId xmlns:a16="http://schemas.microsoft.com/office/drawing/2014/main" id="{FE8CDC94-8FB4-4CAF-A729-E40C926A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211"/>
              <a:ext cx="147" cy="56"/>
            </a:xfrm>
            <a:custGeom>
              <a:avLst/>
              <a:gdLst>
                <a:gd name="T0" fmla="*/ 84 w 193"/>
                <a:gd name="T1" fmla="*/ 33 h 69"/>
                <a:gd name="T2" fmla="*/ 61 w 193"/>
                <a:gd name="T3" fmla="*/ 15 h 69"/>
                <a:gd name="T4" fmla="*/ 47 w 193"/>
                <a:gd name="T5" fmla="*/ 11 h 69"/>
                <a:gd name="T6" fmla="*/ 35 w 193"/>
                <a:gd name="T7" fmla="*/ 5 h 69"/>
                <a:gd name="T8" fmla="*/ 0 w 193"/>
                <a:gd name="T9" fmla="*/ 0 h 69"/>
                <a:gd name="T10" fmla="*/ 32 w 193"/>
                <a:gd name="T11" fmla="*/ 11 h 69"/>
                <a:gd name="T12" fmla="*/ 56 w 193"/>
                <a:gd name="T13" fmla="*/ 19 h 69"/>
                <a:gd name="T14" fmla="*/ 77 w 193"/>
                <a:gd name="T15" fmla="*/ 26 h 69"/>
                <a:gd name="T16" fmla="*/ 85 w 193"/>
                <a:gd name="T17" fmla="*/ 37 h 69"/>
                <a:gd name="T18" fmla="*/ 85 w 193"/>
                <a:gd name="T19" fmla="*/ 34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69">
                  <a:moveTo>
                    <a:pt x="189" y="62"/>
                  </a:moveTo>
                  <a:cubicBezTo>
                    <a:pt x="176" y="45"/>
                    <a:pt x="158" y="34"/>
                    <a:pt x="138" y="29"/>
                  </a:cubicBezTo>
                  <a:cubicBezTo>
                    <a:pt x="127" y="26"/>
                    <a:pt x="116" y="24"/>
                    <a:pt x="106" y="21"/>
                  </a:cubicBezTo>
                  <a:cubicBezTo>
                    <a:pt x="96" y="19"/>
                    <a:pt x="90" y="11"/>
                    <a:pt x="80" y="10"/>
                  </a:cubicBezTo>
                  <a:cubicBezTo>
                    <a:pt x="54" y="5"/>
                    <a:pt x="25" y="13"/>
                    <a:pt x="0" y="0"/>
                  </a:cubicBezTo>
                  <a:cubicBezTo>
                    <a:pt x="22" y="15"/>
                    <a:pt x="48" y="14"/>
                    <a:pt x="72" y="20"/>
                  </a:cubicBezTo>
                  <a:cubicBezTo>
                    <a:pt x="91" y="26"/>
                    <a:pt x="108" y="29"/>
                    <a:pt x="126" y="35"/>
                  </a:cubicBezTo>
                  <a:cubicBezTo>
                    <a:pt x="140" y="40"/>
                    <a:pt x="160" y="41"/>
                    <a:pt x="173" y="48"/>
                  </a:cubicBezTo>
                  <a:cubicBezTo>
                    <a:pt x="180" y="52"/>
                    <a:pt x="188" y="63"/>
                    <a:pt x="192" y="69"/>
                  </a:cubicBezTo>
                  <a:cubicBezTo>
                    <a:pt x="193" y="67"/>
                    <a:pt x="192" y="66"/>
                    <a:pt x="192" y="64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8" name="Freeform 452">
              <a:extLst>
                <a:ext uri="{FF2B5EF4-FFF2-40B4-BE49-F238E27FC236}">
                  <a16:creationId xmlns:a16="http://schemas.microsoft.com/office/drawing/2014/main" id="{F00CB5E9-9774-475A-B237-89D885DC5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224"/>
              <a:ext cx="227" cy="66"/>
            </a:xfrm>
            <a:custGeom>
              <a:avLst/>
              <a:gdLst>
                <a:gd name="T0" fmla="*/ 0 w 300"/>
                <a:gd name="T1" fmla="*/ 44 h 81"/>
                <a:gd name="T2" fmla="*/ 30 w 300"/>
                <a:gd name="T3" fmla="*/ 33 h 81"/>
                <a:gd name="T4" fmla="*/ 44 w 300"/>
                <a:gd name="T5" fmla="*/ 24 h 81"/>
                <a:gd name="T6" fmla="*/ 60 w 300"/>
                <a:gd name="T7" fmla="*/ 12 h 81"/>
                <a:gd name="T8" fmla="*/ 75 w 300"/>
                <a:gd name="T9" fmla="*/ 7 h 81"/>
                <a:gd name="T10" fmla="*/ 93 w 300"/>
                <a:gd name="T11" fmla="*/ 2 h 81"/>
                <a:gd name="T12" fmla="*/ 130 w 300"/>
                <a:gd name="T13" fmla="*/ 0 h 81"/>
                <a:gd name="T14" fmla="*/ 102 w 300"/>
                <a:gd name="T15" fmla="*/ 5 h 81"/>
                <a:gd name="T16" fmla="*/ 76 w 300"/>
                <a:gd name="T17" fmla="*/ 10 h 81"/>
                <a:gd name="T18" fmla="*/ 49 w 300"/>
                <a:gd name="T19" fmla="*/ 22 h 81"/>
                <a:gd name="T20" fmla="*/ 19 w 300"/>
                <a:gd name="T21" fmla="*/ 34 h 81"/>
                <a:gd name="T22" fmla="*/ 2 w 300"/>
                <a:gd name="T23" fmla="*/ 42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0" h="81">
                  <a:moveTo>
                    <a:pt x="0" y="81"/>
                  </a:moveTo>
                  <a:cubicBezTo>
                    <a:pt x="22" y="73"/>
                    <a:pt x="45" y="69"/>
                    <a:pt x="67" y="60"/>
                  </a:cubicBezTo>
                  <a:cubicBezTo>
                    <a:pt x="79" y="55"/>
                    <a:pt x="91" y="50"/>
                    <a:pt x="102" y="44"/>
                  </a:cubicBezTo>
                  <a:cubicBezTo>
                    <a:pt x="114" y="38"/>
                    <a:pt x="125" y="27"/>
                    <a:pt x="138" y="22"/>
                  </a:cubicBezTo>
                  <a:cubicBezTo>
                    <a:pt x="148" y="18"/>
                    <a:pt x="162" y="18"/>
                    <a:pt x="173" y="14"/>
                  </a:cubicBezTo>
                  <a:cubicBezTo>
                    <a:pt x="188" y="10"/>
                    <a:pt x="201" y="7"/>
                    <a:pt x="216" y="5"/>
                  </a:cubicBezTo>
                  <a:cubicBezTo>
                    <a:pt x="245" y="1"/>
                    <a:pt x="271" y="1"/>
                    <a:pt x="300" y="0"/>
                  </a:cubicBezTo>
                  <a:cubicBezTo>
                    <a:pt x="279" y="0"/>
                    <a:pt x="256" y="6"/>
                    <a:pt x="236" y="9"/>
                  </a:cubicBezTo>
                  <a:cubicBezTo>
                    <a:pt x="216" y="13"/>
                    <a:pt x="195" y="14"/>
                    <a:pt x="175" y="18"/>
                  </a:cubicBezTo>
                  <a:cubicBezTo>
                    <a:pt x="153" y="23"/>
                    <a:pt x="133" y="30"/>
                    <a:pt x="114" y="41"/>
                  </a:cubicBezTo>
                  <a:cubicBezTo>
                    <a:pt x="92" y="53"/>
                    <a:pt x="67" y="55"/>
                    <a:pt x="43" y="62"/>
                  </a:cubicBezTo>
                  <a:cubicBezTo>
                    <a:pt x="31" y="65"/>
                    <a:pt x="13" y="70"/>
                    <a:pt x="3" y="77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Freeform 453">
              <a:extLst>
                <a:ext uri="{FF2B5EF4-FFF2-40B4-BE49-F238E27FC236}">
                  <a16:creationId xmlns:a16="http://schemas.microsoft.com/office/drawing/2014/main" id="{174D465F-1ADA-4FF3-AE61-C9598D497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317"/>
              <a:ext cx="49" cy="35"/>
            </a:xfrm>
            <a:custGeom>
              <a:avLst/>
              <a:gdLst>
                <a:gd name="T0" fmla="*/ 16 w 64"/>
                <a:gd name="T1" fmla="*/ 0 h 43"/>
                <a:gd name="T2" fmla="*/ 6 w 64"/>
                <a:gd name="T3" fmla="*/ 9 h 43"/>
                <a:gd name="T4" fmla="*/ 14 w 64"/>
                <a:gd name="T5" fmla="*/ 11 h 43"/>
                <a:gd name="T6" fmla="*/ 15 w 64"/>
                <a:gd name="T7" fmla="*/ 13 h 43"/>
                <a:gd name="T8" fmla="*/ 18 w 64"/>
                <a:gd name="T9" fmla="*/ 13 h 43"/>
                <a:gd name="T10" fmla="*/ 24 w 64"/>
                <a:gd name="T11" fmla="*/ 19 h 43"/>
                <a:gd name="T12" fmla="*/ 26 w 64"/>
                <a:gd name="T13" fmla="*/ 19 h 43"/>
                <a:gd name="T14" fmla="*/ 26 w 64"/>
                <a:gd name="T15" fmla="*/ 20 h 43"/>
                <a:gd name="T16" fmla="*/ 29 w 64"/>
                <a:gd name="T17" fmla="*/ 23 h 43"/>
                <a:gd name="T18" fmla="*/ 11 w 64"/>
                <a:gd name="T19" fmla="*/ 15 h 43"/>
                <a:gd name="T20" fmla="*/ 0 w 64"/>
                <a:gd name="T21" fmla="*/ 9 h 43"/>
                <a:gd name="T22" fmla="*/ 11 w 64"/>
                <a:gd name="T23" fmla="*/ 5 h 43"/>
                <a:gd name="T24" fmla="*/ 16 w 64"/>
                <a:gd name="T25" fmla="*/ 1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43">
                  <a:moveTo>
                    <a:pt x="35" y="0"/>
                  </a:moveTo>
                  <a:cubicBezTo>
                    <a:pt x="30" y="8"/>
                    <a:pt x="18" y="11"/>
                    <a:pt x="15" y="17"/>
                  </a:cubicBezTo>
                  <a:cubicBezTo>
                    <a:pt x="20" y="18"/>
                    <a:pt x="26" y="18"/>
                    <a:pt x="31" y="20"/>
                  </a:cubicBezTo>
                  <a:cubicBezTo>
                    <a:pt x="32" y="21"/>
                    <a:pt x="32" y="23"/>
                    <a:pt x="33" y="24"/>
                  </a:cubicBezTo>
                  <a:cubicBezTo>
                    <a:pt x="35" y="25"/>
                    <a:pt x="37" y="24"/>
                    <a:pt x="39" y="25"/>
                  </a:cubicBezTo>
                  <a:cubicBezTo>
                    <a:pt x="45" y="27"/>
                    <a:pt x="49" y="32"/>
                    <a:pt x="53" y="35"/>
                  </a:cubicBezTo>
                  <a:cubicBezTo>
                    <a:pt x="54" y="35"/>
                    <a:pt x="56" y="34"/>
                    <a:pt x="57" y="35"/>
                  </a:cubicBezTo>
                  <a:cubicBezTo>
                    <a:pt x="58" y="36"/>
                    <a:pt x="58" y="37"/>
                    <a:pt x="59" y="38"/>
                  </a:cubicBezTo>
                  <a:cubicBezTo>
                    <a:pt x="61" y="39"/>
                    <a:pt x="62" y="41"/>
                    <a:pt x="64" y="42"/>
                  </a:cubicBezTo>
                  <a:cubicBezTo>
                    <a:pt x="54" y="43"/>
                    <a:pt x="36" y="32"/>
                    <a:pt x="26" y="27"/>
                  </a:cubicBezTo>
                  <a:cubicBezTo>
                    <a:pt x="19" y="23"/>
                    <a:pt x="5" y="22"/>
                    <a:pt x="0" y="16"/>
                  </a:cubicBezTo>
                  <a:cubicBezTo>
                    <a:pt x="8" y="14"/>
                    <a:pt x="16" y="12"/>
                    <a:pt x="23" y="9"/>
                  </a:cubicBezTo>
                  <a:cubicBezTo>
                    <a:pt x="27" y="8"/>
                    <a:pt x="34" y="6"/>
                    <a:pt x="35" y="1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Freeform 454">
              <a:extLst>
                <a:ext uri="{FF2B5EF4-FFF2-40B4-BE49-F238E27FC236}">
                  <a16:creationId xmlns:a16="http://schemas.microsoft.com/office/drawing/2014/main" id="{A10C2735-6834-48F2-8CA4-4A7317065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176"/>
              <a:ext cx="66" cy="27"/>
            </a:xfrm>
            <a:custGeom>
              <a:avLst/>
              <a:gdLst>
                <a:gd name="T0" fmla="*/ 2 w 87"/>
                <a:gd name="T1" fmla="*/ 0 h 33"/>
                <a:gd name="T2" fmla="*/ 12 w 87"/>
                <a:gd name="T3" fmla="*/ 13 h 33"/>
                <a:gd name="T4" fmla="*/ 20 w 87"/>
                <a:gd name="T5" fmla="*/ 15 h 33"/>
                <a:gd name="T6" fmla="*/ 30 w 87"/>
                <a:gd name="T7" fmla="*/ 15 h 33"/>
                <a:gd name="T8" fmla="*/ 38 w 87"/>
                <a:gd name="T9" fmla="*/ 14 h 33"/>
                <a:gd name="T10" fmla="*/ 25 w 87"/>
                <a:gd name="T11" fmla="*/ 18 h 33"/>
                <a:gd name="T12" fmla="*/ 15 w 87"/>
                <a:gd name="T13" fmla="*/ 16 h 33"/>
                <a:gd name="T14" fmla="*/ 8 w 87"/>
                <a:gd name="T15" fmla="*/ 15 h 33"/>
                <a:gd name="T16" fmla="*/ 5 w 87"/>
                <a:gd name="T17" fmla="*/ 6 h 33"/>
                <a:gd name="T18" fmla="*/ 0 w 87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33">
                  <a:moveTo>
                    <a:pt x="2" y="0"/>
                  </a:moveTo>
                  <a:cubicBezTo>
                    <a:pt x="8" y="10"/>
                    <a:pt x="20" y="15"/>
                    <a:pt x="28" y="23"/>
                  </a:cubicBezTo>
                  <a:cubicBezTo>
                    <a:pt x="35" y="29"/>
                    <a:pt x="37" y="27"/>
                    <a:pt x="45" y="27"/>
                  </a:cubicBezTo>
                  <a:cubicBezTo>
                    <a:pt x="53" y="26"/>
                    <a:pt x="61" y="27"/>
                    <a:pt x="68" y="27"/>
                  </a:cubicBezTo>
                  <a:cubicBezTo>
                    <a:pt x="74" y="26"/>
                    <a:pt x="81" y="24"/>
                    <a:pt x="87" y="26"/>
                  </a:cubicBezTo>
                  <a:cubicBezTo>
                    <a:pt x="77" y="28"/>
                    <a:pt x="68" y="32"/>
                    <a:pt x="57" y="33"/>
                  </a:cubicBezTo>
                  <a:cubicBezTo>
                    <a:pt x="50" y="33"/>
                    <a:pt x="42" y="32"/>
                    <a:pt x="35" y="31"/>
                  </a:cubicBezTo>
                  <a:cubicBezTo>
                    <a:pt x="29" y="30"/>
                    <a:pt x="22" y="30"/>
                    <a:pt x="18" y="27"/>
                  </a:cubicBezTo>
                  <a:cubicBezTo>
                    <a:pt x="14" y="23"/>
                    <a:pt x="13" y="15"/>
                    <a:pt x="11" y="10"/>
                  </a:cubicBezTo>
                  <a:cubicBezTo>
                    <a:pt x="7" y="7"/>
                    <a:pt x="3" y="5"/>
                    <a:pt x="0" y="0"/>
                  </a:cubicBezTo>
                </a:path>
              </a:pathLst>
            </a:custGeom>
            <a:solidFill>
              <a:srgbClr val="0D5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1" name="Freeform 455">
              <a:extLst>
                <a:ext uri="{FF2B5EF4-FFF2-40B4-BE49-F238E27FC236}">
                  <a16:creationId xmlns:a16="http://schemas.microsoft.com/office/drawing/2014/main" id="{722A57AD-E177-4EE1-9F11-74EDB857D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249"/>
              <a:ext cx="35" cy="33"/>
            </a:xfrm>
            <a:custGeom>
              <a:avLst/>
              <a:gdLst>
                <a:gd name="T0" fmla="*/ 21 w 46"/>
                <a:gd name="T1" fmla="*/ 9 h 41"/>
                <a:gd name="T2" fmla="*/ 16 w 46"/>
                <a:gd name="T3" fmla="*/ 6 h 41"/>
                <a:gd name="T4" fmla="*/ 11 w 46"/>
                <a:gd name="T5" fmla="*/ 5 h 41"/>
                <a:gd name="T6" fmla="*/ 7 w 46"/>
                <a:gd name="T7" fmla="*/ 13 h 41"/>
                <a:gd name="T8" fmla="*/ 4 w 46"/>
                <a:gd name="T9" fmla="*/ 22 h 41"/>
                <a:gd name="T10" fmla="*/ 8 w 46"/>
                <a:gd name="T11" fmla="*/ 2 h 41"/>
                <a:gd name="T12" fmla="*/ 21 w 46"/>
                <a:gd name="T13" fmla="*/ 1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1">
                  <a:moveTo>
                    <a:pt x="46" y="17"/>
                  </a:moveTo>
                  <a:cubicBezTo>
                    <a:pt x="42" y="17"/>
                    <a:pt x="39" y="12"/>
                    <a:pt x="35" y="11"/>
                  </a:cubicBezTo>
                  <a:cubicBezTo>
                    <a:pt x="32" y="9"/>
                    <a:pt x="28" y="9"/>
                    <a:pt x="24" y="9"/>
                  </a:cubicBezTo>
                  <a:cubicBezTo>
                    <a:pt x="22" y="15"/>
                    <a:pt x="18" y="19"/>
                    <a:pt x="16" y="25"/>
                  </a:cubicBezTo>
                  <a:cubicBezTo>
                    <a:pt x="14" y="30"/>
                    <a:pt x="15" y="37"/>
                    <a:pt x="9" y="41"/>
                  </a:cubicBezTo>
                  <a:cubicBezTo>
                    <a:pt x="0" y="33"/>
                    <a:pt x="10" y="8"/>
                    <a:pt x="20" y="4"/>
                  </a:cubicBezTo>
                  <a:cubicBezTo>
                    <a:pt x="31" y="0"/>
                    <a:pt x="41" y="10"/>
                    <a:pt x="46" y="19"/>
                  </a:cubicBezTo>
                </a:path>
              </a:pathLst>
            </a:custGeom>
            <a:solidFill>
              <a:srgbClr val="09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Freeform 456">
              <a:extLst>
                <a:ext uri="{FF2B5EF4-FFF2-40B4-BE49-F238E27FC236}">
                  <a16:creationId xmlns:a16="http://schemas.microsoft.com/office/drawing/2014/main" id="{9C3EA624-7652-419C-A92B-EFD96CD22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303"/>
              <a:ext cx="34" cy="30"/>
            </a:xfrm>
            <a:custGeom>
              <a:avLst/>
              <a:gdLst>
                <a:gd name="T0" fmla="*/ 2 w 45"/>
                <a:gd name="T1" fmla="*/ 0 h 37"/>
                <a:gd name="T2" fmla="*/ 8 w 45"/>
                <a:gd name="T3" fmla="*/ 12 h 37"/>
                <a:gd name="T4" fmla="*/ 20 w 45"/>
                <a:gd name="T5" fmla="*/ 16 h 37"/>
                <a:gd name="T6" fmla="*/ 5 w 45"/>
                <a:gd name="T7" fmla="*/ 15 h 37"/>
                <a:gd name="T8" fmla="*/ 2 w 45"/>
                <a:gd name="T9" fmla="*/ 9 h 37"/>
                <a:gd name="T10" fmla="*/ 2 w 45"/>
                <a:gd name="T11" fmla="*/ 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7">
                  <a:moveTo>
                    <a:pt x="3" y="0"/>
                  </a:moveTo>
                  <a:cubicBezTo>
                    <a:pt x="2" y="11"/>
                    <a:pt x="12" y="19"/>
                    <a:pt x="20" y="23"/>
                  </a:cubicBezTo>
                  <a:cubicBezTo>
                    <a:pt x="26" y="26"/>
                    <a:pt x="38" y="34"/>
                    <a:pt x="45" y="31"/>
                  </a:cubicBezTo>
                  <a:cubicBezTo>
                    <a:pt x="38" y="37"/>
                    <a:pt x="17" y="36"/>
                    <a:pt x="11" y="29"/>
                  </a:cubicBezTo>
                  <a:cubicBezTo>
                    <a:pt x="8" y="26"/>
                    <a:pt x="6" y="20"/>
                    <a:pt x="3" y="16"/>
                  </a:cubicBezTo>
                  <a:cubicBezTo>
                    <a:pt x="1" y="12"/>
                    <a:pt x="0" y="7"/>
                    <a:pt x="2" y="2"/>
                  </a:cubicBezTo>
                </a:path>
              </a:pathLst>
            </a:custGeom>
            <a:solidFill>
              <a:srgbClr val="09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Freeform 457">
              <a:extLst>
                <a:ext uri="{FF2B5EF4-FFF2-40B4-BE49-F238E27FC236}">
                  <a16:creationId xmlns:a16="http://schemas.microsoft.com/office/drawing/2014/main" id="{F55E21A0-4E39-4534-AC59-0640B0643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244"/>
              <a:ext cx="26" cy="52"/>
            </a:xfrm>
            <a:custGeom>
              <a:avLst/>
              <a:gdLst>
                <a:gd name="T0" fmla="*/ 1 w 35"/>
                <a:gd name="T1" fmla="*/ 0 h 65"/>
                <a:gd name="T2" fmla="*/ 4 w 35"/>
                <a:gd name="T3" fmla="*/ 8 h 65"/>
                <a:gd name="T4" fmla="*/ 10 w 35"/>
                <a:gd name="T5" fmla="*/ 14 h 65"/>
                <a:gd name="T6" fmla="*/ 14 w 35"/>
                <a:gd name="T7" fmla="*/ 34 h 65"/>
                <a:gd name="T8" fmla="*/ 10 w 35"/>
                <a:gd name="T9" fmla="*/ 22 h 65"/>
                <a:gd name="T10" fmla="*/ 8 w 35"/>
                <a:gd name="T11" fmla="*/ 14 h 65"/>
                <a:gd name="T12" fmla="*/ 5 w 35"/>
                <a:gd name="T13" fmla="*/ 11 h 65"/>
                <a:gd name="T14" fmla="*/ 4 w 35"/>
                <a:gd name="T15" fmla="*/ 8 h 65"/>
                <a:gd name="T16" fmla="*/ 1 w 35"/>
                <a:gd name="T17" fmla="*/ 2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65">
                  <a:moveTo>
                    <a:pt x="3" y="0"/>
                  </a:moveTo>
                  <a:cubicBezTo>
                    <a:pt x="3" y="7"/>
                    <a:pt x="6" y="10"/>
                    <a:pt x="10" y="16"/>
                  </a:cubicBezTo>
                  <a:cubicBezTo>
                    <a:pt x="14" y="20"/>
                    <a:pt x="20" y="21"/>
                    <a:pt x="23" y="26"/>
                  </a:cubicBezTo>
                  <a:cubicBezTo>
                    <a:pt x="29" y="36"/>
                    <a:pt x="35" y="52"/>
                    <a:pt x="34" y="65"/>
                  </a:cubicBezTo>
                  <a:cubicBezTo>
                    <a:pt x="34" y="59"/>
                    <a:pt x="29" y="49"/>
                    <a:pt x="26" y="44"/>
                  </a:cubicBezTo>
                  <a:cubicBezTo>
                    <a:pt x="24" y="39"/>
                    <a:pt x="23" y="31"/>
                    <a:pt x="20" y="28"/>
                  </a:cubicBezTo>
                  <a:cubicBezTo>
                    <a:pt x="18" y="25"/>
                    <a:pt x="14" y="25"/>
                    <a:pt x="12" y="22"/>
                  </a:cubicBezTo>
                  <a:cubicBezTo>
                    <a:pt x="10" y="20"/>
                    <a:pt x="10" y="18"/>
                    <a:pt x="9" y="16"/>
                  </a:cubicBezTo>
                  <a:cubicBezTo>
                    <a:pt x="7" y="12"/>
                    <a:pt x="0" y="8"/>
                    <a:pt x="4" y="3"/>
                  </a:cubicBezTo>
                </a:path>
              </a:pathLst>
            </a:custGeom>
            <a:solidFill>
              <a:srgbClr val="09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Freeform 458">
              <a:extLst>
                <a:ext uri="{FF2B5EF4-FFF2-40B4-BE49-F238E27FC236}">
                  <a16:creationId xmlns:a16="http://schemas.microsoft.com/office/drawing/2014/main" id="{BDAE6C40-5ADF-489D-98B9-667FC106F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236"/>
              <a:ext cx="87" cy="146"/>
            </a:xfrm>
            <a:custGeom>
              <a:avLst/>
              <a:gdLst>
                <a:gd name="T0" fmla="*/ 2 w 114"/>
                <a:gd name="T1" fmla="*/ 7 h 180"/>
                <a:gd name="T2" fmla="*/ 18 w 114"/>
                <a:gd name="T3" fmla="*/ 27 h 180"/>
                <a:gd name="T4" fmla="*/ 29 w 114"/>
                <a:gd name="T5" fmla="*/ 46 h 180"/>
                <a:gd name="T6" fmla="*/ 36 w 114"/>
                <a:gd name="T7" fmla="*/ 70 h 180"/>
                <a:gd name="T8" fmla="*/ 37 w 114"/>
                <a:gd name="T9" fmla="*/ 96 h 180"/>
                <a:gd name="T10" fmla="*/ 43 w 114"/>
                <a:gd name="T11" fmla="*/ 25 h 180"/>
                <a:gd name="T12" fmla="*/ 24 w 114"/>
                <a:gd name="T13" fmla="*/ 9 h 180"/>
                <a:gd name="T14" fmla="*/ 0 w 114"/>
                <a:gd name="T15" fmla="*/ 4 h 180"/>
                <a:gd name="T16" fmla="*/ 2 w 114"/>
                <a:gd name="T17" fmla="*/ 7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180">
                  <a:moveTo>
                    <a:pt x="2" y="14"/>
                  </a:moveTo>
                  <a:cubicBezTo>
                    <a:pt x="17" y="17"/>
                    <a:pt x="31" y="38"/>
                    <a:pt x="41" y="50"/>
                  </a:cubicBezTo>
                  <a:cubicBezTo>
                    <a:pt x="50" y="62"/>
                    <a:pt x="60" y="72"/>
                    <a:pt x="66" y="86"/>
                  </a:cubicBezTo>
                  <a:cubicBezTo>
                    <a:pt x="71" y="100"/>
                    <a:pt x="78" y="116"/>
                    <a:pt x="81" y="131"/>
                  </a:cubicBezTo>
                  <a:cubicBezTo>
                    <a:pt x="84" y="146"/>
                    <a:pt x="79" y="164"/>
                    <a:pt x="84" y="180"/>
                  </a:cubicBezTo>
                  <a:cubicBezTo>
                    <a:pt x="114" y="179"/>
                    <a:pt x="105" y="67"/>
                    <a:pt x="97" y="47"/>
                  </a:cubicBezTo>
                  <a:cubicBezTo>
                    <a:pt x="88" y="25"/>
                    <a:pt x="75" y="22"/>
                    <a:pt x="54" y="16"/>
                  </a:cubicBezTo>
                  <a:cubicBezTo>
                    <a:pt x="40" y="11"/>
                    <a:pt x="14" y="0"/>
                    <a:pt x="0" y="8"/>
                  </a:cubicBezTo>
                  <a:cubicBezTo>
                    <a:pt x="0" y="11"/>
                    <a:pt x="1" y="11"/>
                    <a:pt x="2" y="13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" name="Freeform 459">
              <a:extLst>
                <a:ext uri="{FF2B5EF4-FFF2-40B4-BE49-F238E27FC236}">
                  <a16:creationId xmlns:a16="http://schemas.microsoft.com/office/drawing/2014/main" id="{CC8B4353-F9D1-4B61-AF1E-A4BA1D8BE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20"/>
              <a:ext cx="48" cy="120"/>
            </a:xfrm>
            <a:custGeom>
              <a:avLst/>
              <a:gdLst>
                <a:gd name="T0" fmla="*/ 19 w 63"/>
                <a:gd name="T1" fmla="*/ 74 h 149"/>
                <a:gd name="T2" fmla="*/ 19 w 63"/>
                <a:gd name="T3" fmla="*/ 39 h 149"/>
                <a:gd name="T4" fmla="*/ 14 w 63"/>
                <a:gd name="T5" fmla="*/ 14 h 149"/>
                <a:gd name="T6" fmla="*/ 8 w 63"/>
                <a:gd name="T7" fmla="*/ 0 h 149"/>
                <a:gd name="T8" fmla="*/ 8 w 63"/>
                <a:gd name="T9" fmla="*/ 23 h 149"/>
                <a:gd name="T10" fmla="*/ 8 w 63"/>
                <a:gd name="T11" fmla="*/ 46 h 149"/>
                <a:gd name="T12" fmla="*/ 0 w 63"/>
                <a:gd name="T13" fmla="*/ 68 h 149"/>
                <a:gd name="T14" fmla="*/ 19 w 63"/>
                <a:gd name="T15" fmla="*/ 77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49">
                  <a:moveTo>
                    <a:pt x="43" y="142"/>
                  </a:moveTo>
                  <a:cubicBezTo>
                    <a:pt x="63" y="149"/>
                    <a:pt x="45" y="82"/>
                    <a:pt x="43" y="74"/>
                  </a:cubicBezTo>
                  <a:cubicBezTo>
                    <a:pt x="39" y="58"/>
                    <a:pt x="34" y="43"/>
                    <a:pt x="31" y="27"/>
                  </a:cubicBezTo>
                  <a:cubicBezTo>
                    <a:pt x="29" y="17"/>
                    <a:pt x="26" y="6"/>
                    <a:pt x="19" y="0"/>
                  </a:cubicBezTo>
                  <a:cubicBezTo>
                    <a:pt x="14" y="12"/>
                    <a:pt x="20" y="30"/>
                    <a:pt x="20" y="43"/>
                  </a:cubicBezTo>
                  <a:cubicBezTo>
                    <a:pt x="21" y="58"/>
                    <a:pt x="20" y="73"/>
                    <a:pt x="19" y="88"/>
                  </a:cubicBezTo>
                  <a:cubicBezTo>
                    <a:pt x="18" y="100"/>
                    <a:pt x="15" y="128"/>
                    <a:pt x="0" y="130"/>
                  </a:cubicBezTo>
                  <a:cubicBezTo>
                    <a:pt x="0" y="140"/>
                    <a:pt x="34" y="143"/>
                    <a:pt x="43" y="148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Freeform 460">
              <a:extLst>
                <a:ext uri="{FF2B5EF4-FFF2-40B4-BE49-F238E27FC236}">
                  <a16:creationId xmlns:a16="http://schemas.microsoft.com/office/drawing/2014/main" id="{DC5488F7-9F24-4086-836B-C23C3FCB4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191"/>
              <a:ext cx="91" cy="65"/>
            </a:xfrm>
            <a:custGeom>
              <a:avLst/>
              <a:gdLst>
                <a:gd name="T0" fmla="*/ 0 w 121"/>
                <a:gd name="T1" fmla="*/ 1 h 80"/>
                <a:gd name="T2" fmla="*/ 5 w 121"/>
                <a:gd name="T3" fmla="*/ 26 h 80"/>
                <a:gd name="T4" fmla="*/ 18 w 121"/>
                <a:gd name="T5" fmla="*/ 37 h 80"/>
                <a:gd name="T6" fmla="*/ 31 w 121"/>
                <a:gd name="T7" fmla="*/ 40 h 80"/>
                <a:gd name="T8" fmla="*/ 46 w 121"/>
                <a:gd name="T9" fmla="*/ 30 h 80"/>
                <a:gd name="T10" fmla="*/ 43 w 121"/>
                <a:gd name="T11" fmla="*/ 20 h 80"/>
                <a:gd name="T12" fmla="*/ 23 w 121"/>
                <a:gd name="T13" fmla="*/ 14 h 80"/>
                <a:gd name="T14" fmla="*/ 2 w 121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80">
                  <a:moveTo>
                    <a:pt x="0" y="1"/>
                  </a:moveTo>
                  <a:cubicBezTo>
                    <a:pt x="8" y="15"/>
                    <a:pt x="3" y="35"/>
                    <a:pt x="12" y="48"/>
                  </a:cubicBezTo>
                  <a:cubicBezTo>
                    <a:pt x="18" y="57"/>
                    <a:pt x="34" y="64"/>
                    <a:pt x="43" y="70"/>
                  </a:cubicBezTo>
                  <a:cubicBezTo>
                    <a:pt x="56" y="78"/>
                    <a:pt x="59" y="80"/>
                    <a:pt x="72" y="74"/>
                  </a:cubicBezTo>
                  <a:cubicBezTo>
                    <a:pt x="83" y="69"/>
                    <a:pt x="99" y="63"/>
                    <a:pt x="108" y="55"/>
                  </a:cubicBezTo>
                  <a:cubicBezTo>
                    <a:pt x="121" y="42"/>
                    <a:pt x="114" y="38"/>
                    <a:pt x="101" y="36"/>
                  </a:cubicBezTo>
                  <a:cubicBezTo>
                    <a:pt x="86" y="33"/>
                    <a:pt x="68" y="33"/>
                    <a:pt x="54" y="26"/>
                  </a:cubicBezTo>
                  <a:cubicBezTo>
                    <a:pt x="37" y="18"/>
                    <a:pt x="18" y="6"/>
                    <a:pt x="3" y="0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Freeform 461">
              <a:extLst>
                <a:ext uri="{FF2B5EF4-FFF2-40B4-BE49-F238E27FC236}">
                  <a16:creationId xmlns:a16="http://schemas.microsoft.com/office/drawing/2014/main" id="{1537A174-4EA2-47F1-AAB8-CA5595DF1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340"/>
              <a:ext cx="95" cy="71"/>
            </a:xfrm>
            <a:custGeom>
              <a:avLst/>
              <a:gdLst>
                <a:gd name="T0" fmla="*/ 41 w 125"/>
                <a:gd name="T1" fmla="*/ 5 h 88"/>
                <a:gd name="T2" fmla="*/ 14 w 125"/>
                <a:gd name="T3" fmla="*/ 16 h 88"/>
                <a:gd name="T4" fmla="*/ 0 w 125"/>
                <a:gd name="T5" fmla="*/ 42 h 88"/>
                <a:gd name="T6" fmla="*/ 28 w 125"/>
                <a:gd name="T7" fmla="*/ 16 h 88"/>
                <a:gd name="T8" fmla="*/ 52 w 125"/>
                <a:gd name="T9" fmla="*/ 18 h 88"/>
                <a:gd name="T10" fmla="*/ 37 w 125"/>
                <a:gd name="T11" fmla="*/ 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88">
                  <a:moveTo>
                    <a:pt x="93" y="9"/>
                  </a:moveTo>
                  <a:cubicBezTo>
                    <a:pt x="70" y="0"/>
                    <a:pt x="47" y="12"/>
                    <a:pt x="33" y="31"/>
                  </a:cubicBezTo>
                  <a:cubicBezTo>
                    <a:pt x="23" y="45"/>
                    <a:pt x="7" y="65"/>
                    <a:pt x="0" y="80"/>
                  </a:cubicBezTo>
                  <a:cubicBezTo>
                    <a:pt x="22" y="88"/>
                    <a:pt x="45" y="40"/>
                    <a:pt x="65" y="31"/>
                  </a:cubicBezTo>
                  <a:cubicBezTo>
                    <a:pt x="84" y="22"/>
                    <a:pt x="100" y="27"/>
                    <a:pt x="118" y="34"/>
                  </a:cubicBezTo>
                  <a:cubicBezTo>
                    <a:pt x="125" y="18"/>
                    <a:pt x="96" y="8"/>
                    <a:pt x="84" y="7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Freeform 462">
              <a:extLst>
                <a:ext uri="{FF2B5EF4-FFF2-40B4-BE49-F238E27FC236}">
                  <a16:creationId xmlns:a16="http://schemas.microsoft.com/office/drawing/2014/main" id="{023EDF6B-6C08-46C1-9788-BB1C2E839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326"/>
              <a:ext cx="54" cy="30"/>
            </a:xfrm>
            <a:custGeom>
              <a:avLst/>
              <a:gdLst>
                <a:gd name="T0" fmla="*/ 4 w 71"/>
                <a:gd name="T1" fmla="*/ 8 h 37"/>
                <a:gd name="T2" fmla="*/ 31 w 71"/>
                <a:gd name="T3" fmla="*/ 19 h 37"/>
                <a:gd name="T4" fmla="*/ 0 w 71"/>
                <a:gd name="T5" fmla="*/ 0 h 37"/>
                <a:gd name="T6" fmla="*/ 5 w 71"/>
                <a:gd name="T7" fmla="*/ 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37">
                  <a:moveTo>
                    <a:pt x="9" y="15"/>
                  </a:moveTo>
                  <a:cubicBezTo>
                    <a:pt x="27" y="26"/>
                    <a:pt x="51" y="34"/>
                    <a:pt x="71" y="37"/>
                  </a:cubicBezTo>
                  <a:cubicBezTo>
                    <a:pt x="52" y="12"/>
                    <a:pt x="31" y="2"/>
                    <a:pt x="0" y="0"/>
                  </a:cubicBezTo>
                  <a:cubicBezTo>
                    <a:pt x="2" y="5"/>
                    <a:pt x="7" y="10"/>
                    <a:pt x="10" y="14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463">
              <a:extLst>
                <a:ext uri="{FF2B5EF4-FFF2-40B4-BE49-F238E27FC236}">
                  <a16:creationId xmlns:a16="http://schemas.microsoft.com/office/drawing/2014/main" id="{28A08DDF-31CF-4F84-83A9-CF7AAC25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372"/>
              <a:ext cx="31" cy="29"/>
            </a:xfrm>
            <a:custGeom>
              <a:avLst/>
              <a:gdLst>
                <a:gd name="T0" fmla="*/ 2 w 40"/>
                <a:gd name="T1" fmla="*/ 0 h 35"/>
                <a:gd name="T2" fmla="*/ 5 w 40"/>
                <a:gd name="T3" fmla="*/ 20 h 35"/>
                <a:gd name="T4" fmla="*/ 19 w 40"/>
                <a:gd name="T5" fmla="*/ 9 h 35"/>
                <a:gd name="T6" fmla="*/ 0 w 40"/>
                <a:gd name="T7" fmla="*/ 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5">
                  <a:moveTo>
                    <a:pt x="3" y="0"/>
                  </a:moveTo>
                  <a:cubicBezTo>
                    <a:pt x="3" y="5"/>
                    <a:pt x="7" y="34"/>
                    <a:pt x="12" y="35"/>
                  </a:cubicBezTo>
                  <a:cubicBezTo>
                    <a:pt x="15" y="35"/>
                    <a:pt x="35" y="18"/>
                    <a:pt x="40" y="16"/>
                  </a:cubicBezTo>
                  <a:cubicBezTo>
                    <a:pt x="33" y="5"/>
                    <a:pt x="11" y="3"/>
                    <a:pt x="0" y="1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Freeform 464">
              <a:extLst>
                <a:ext uri="{FF2B5EF4-FFF2-40B4-BE49-F238E27FC236}">
                  <a16:creationId xmlns:a16="http://schemas.microsoft.com/office/drawing/2014/main" id="{552743AA-F0E2-4ACE-9EC6-13C4D69E6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354"/>
              <a:ext cx="80" cy="61"/>
            </a:xfrm>
            <a:custGeom>
              <a:avLst/>
              <a:gdLst>
                <a:gd name="T0" fmla="*/ 44 w 106"/>
                <a:gd name="T1" fmla="*/ 14 h 76"/>
                <a:gd name="T2" fmla="*/ 0 w 106"/>
                <a:gd name="T3" fmla="*/ 35 h 76"/>
                <a:gd name="T4" fmla="*/ 29 w 106"/>
                <a:gd name="T5" fmla="*/ 32 h 76"/>
                <a:gd name="T6" fmla="*/ 43 w 106"/>
                <a:gd name="T7" fmla="*/ 12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76">
                  <a:moveTo>
                    <a:pt x="102" y="26"/>
                  </a:moveTo>
                  <a:cubicBezTo>
                    <a:pt x="68" y="0"/>
                    <a:pt x="24" y="49"/>
                    <a:pt x="0" y="69"/>
                  </a:cubicBezTo>
                  <a:cubicBezTo>
                    <a:pt x="19" y="76"/>
                    <a:pt x="53" y="73"/>
                    <a:pt x="68" y="62"/>
                  </a:cubicBezTo>
                  <a:cubicBezTo>
                    <a:pt x="77" y="55"/>
                    <a:pt x="106" y="37"/>
                    <a:pt x="99" y="24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1" name="Freeform 465">
              <a:extLst>
                <a:ext uri="{FF2B5EF4-FFF2-40B4-BE49-F238E27FC236}">
                  <a16:creationId xmlns:a16="http://schemas.microsoft.com/office/drawing/2014/main" id="{88043798-9AB3-4AE4-B5C2-6425A36DD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217"/>
              <a:ext cx="240" cy="53"/>
            </a:xfrm>
            <a:custGeom>
              <a:avLst/>
              <a:gdLst>
                <a:gd name="T0" fmla="*/ 137 w 316"/>
                <a:gd name="T1" fmla="*/ 0 h 65"/>
                <a:gd name="T2" fmla="*/ 90 w 316"/>
                <a:gd name="T3" fmla="*/ 7 h 65"/>
                <a:gd name="T4" fmla="*/ 74 w 316"/>
                <a:gd name="T5" fmla="*/ 7 h 65"/>
                <a:gd name="T6" fmla="*/ 61 w 316"/>
                <a:gd name="T7" fmla="*/ 11 h 65"/>
                <a:gd name="T8" fmla="*/ 28 w 316"/>
                <a:gd name="T9" fmla="*/ 18 h 65"/>
                <a:gd name="T10" fmla="*/ 13 w 316"/>
                <a:gd name="T11" fmla="*/ 25 h 65"/>
                <a:gd name="T12" fmla="*/ 0 w 316"/>
                <a:gd name="T13" fmla="*/ 35 h 65"/>
                <a:gd name="T14" fmla="*/ 72 w 316"/>
                <a:gd name="T15" fmla="*/ 26 h 65"/>
                <a:gd name="T16" fmla="*/ 90 w 316"/>
                <a:gd name="T17" fmla="*/ 20 h 65"/>
                <a:gd name="T18" fmla="*/ 112 w 316"/>
                <a:gd name="T19" fmla="*/ 13 h 65"/>
                <a:gd name="T20" fmla="*/ 128 w 316"/>
                <a:gd name="T21" fmla="*/ 5 h 65"/>
                <a:gd name="T22" fmla="*/ 138 w 316"/>
                <a:gd name="T23" fmla="*/ 2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6" h="65">
                  <a:moveTo>
                    <a:pt x="314" y="0"/>
                  </a:moveTo>
                  <a:cubicBezTo>
                    <a:pt x="278" y="0"/>
                    <a:pt x="243" y="9"/>
                    <a:pt x="207" y="12"/>
                  </a:cubicBezTo>
                  <a:cubicBezTo>
                    <a:pt x="194" y="13"/>
                    <a:pt x="181" y="12"/>
                    <a:pt x="168" y="14"/>
                  </a:cubicBezTo>
                  <a:cubicBezTo>
                    <a:pt x="158" y="15"/>
                    <a:pt x="149" y="18"/>
                    <a:pt x="138" y="20"/>
                  </a:cubicBezTo>
                  <a:cubicBezTo>
                    <a:pt x="113" y="23"/>
                    <a:pt x="88" y="26"/>
                    <a:pt x="64" y="33"/>
                  </a:cubicBezTo>
                  <a:cubicBezTo>
                    <a:pt x="52" y="36"/>
                    <a:pt x="41" y="41"/>
                    <a:pt x="30" y="46"/>
                  </a:cubicBezTo>
                  <a:cubicBezTo>
                    <a:pt x="22" y="51"/>
                    <a:pt x="6" y="57"/>
                    <a:pt x="0" y="65"/>
                  </a:cubicBezTo>
                  <a:cubicBezTo>
                    <a:pt x="54" y="62"/>
                    <a:pt x="113" y="64"/>
                    <a:pt x="165" y="48"/>
                  </a:cubicBezTo>
                  <a:cubicBezTo>
                    <a:pt x="178" y="44"/>
                    <a:pt x="192" y="41"/>
                    <a:pt x="206" y="36"/>
                  </a:cubicBezTo>
                  <a:cubicBezTo>
                    <a:pt x="222" y="30"/>
                    <a:pt x="239" y="30"/>
                    <a:pt x="255" y="24"/>
                  </a:cubicBezTo>
                  <a:cubicBezTo>
                    <a:pt x="269" y="19"/>
                    <a:pt x="281" y="13"/>
                    <a:pt x="294" y="8"/>
                  </a:cubicBezTo>
                  <a:cubicBezTo>
                    <a:pt x="301" y="6"/>
                    <a:pt x="309" y="5"/>
                    <a:pt x="316" y="3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2" name="Freeform 466">
              <a:extLst>
                <a:ext uri="{FF2B5EF4-FFF2-40B4-BE49-F238E27FC236}">
                  <a16:creationId xmlns:a16="http://schemas.microsoft.com/office/drawing/2014/main" id="{990BB6CD-3C7D-4E9D-A3FE-E20CC1D8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185"/>
              <a:ext cx="39" cy="21"/>
            </a:xfrm>
            <a:custGeom>
              <a:avLst/>
              <a:gdLst>
                <a:gd name="T0" fmla="*/ 0 w 51"/>
                <a:gd name="T1" fmla="*/ 0 h 27"/>
                <a:gd name="T2" fmla="*/ 14 w 51"/>
                <a:gd name="T3" fmla="*/ 5 h 27"/>
                <a:gd name="T4" fmla="*/ 23 w 51"/>
                <a:gd name="T5" fmla="*/ 12 h 27"/>
                <a:gd name="T6" fmla="*/ 8 w 51"/>
                <a:gd name="T7" fmla="*/ 6 h 27"/>
                <a:gd name="T8" fmla="*/ 0 w 51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0" y="0"/>
                  </a:moveTo>
                  <a:cubicBezTo>
                    <a:pt x="10" y="5"/>
                    <a:pt x="22" y="7"/>
                    <a:pt x="31" y="12"/>
                  </a:cubicBezTo>
                  <a:cubicBezTo>
                    <a:pt x="39" y="16"/>
                    <a:pt x="45" y="22"/>
                    <a:pt x="51" y="27"/>
                  </a:cubicBezTo>
                  <a:cubicBezTo>
                    <a:pt x="41" y="22"/>
                    <a:pt x="30" y="20"/>
                    <a:pt x="20" y="13"/>
                  </a:cubicBezTo>
                  <a:cubicBezTo>
                    <a:pt x="14" y="8"/>
                    <a:pt x="7" y="3"/>
                    <a:pt x="0" y="1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3" name="Freeform 467">
              <a:extLst>
                <a:ext uri="{FF2B5EF4-FFF2-40B4-BE49-F238E27FC236}">
                  <a16:creationId xmlns:a16="http://schemas.microsoft.com/office/drawing/2014/main" id="{6C2A900B-96DF-4538-A09E-80F15ECEB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216"/>
              <a:ext cx="15" cy="33"/>
            </a:xfrm>
            <a:custGeom>
              <a:avLst/>
              <a:gdLst>
                <a:gd name="T0" fmla="*/ 1 w 21"/>
                <a:gd name="T1" fmla="*/ 0 h 41"/>
                <a:gd name="T2" fmla="*/ 4 w 21"/>
                <a:gd name="T3" fmla="*/ 10 h 41"/>
                <a:gd name="T4" fmla="*/ 8 w 21"/>
                <a:gd name="T5" fmla="*/ 22 h 41"/>
                <a:gd name="T6" fmla="*/ 0 w 21"/>
                <a:gd name="T7" fmla="*/ 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1">
                  <a:moveTo>
                    <a:pt x="1" y="0"/>
                  </a:moveTo>
                  <a:cubicBezTo>
                    <a:pt x="0" y="6"/>
                    <a:pt x="10" y="15"/>
                    <a:pt x="13" y="20"/>
                  </a:cubicBezTo>
                  <a:cubicBezTo>
                    <a:pt x="17" y="26"/>
                    <a:pt x="19" y="34"/>
                    <a:pt x="21" y="41"/>
                  </a:cubicBezTo>
                  <a:cubicBezTo>
                    <a:pt x="12" y="31"/>
                    <a:pt x="6" y="13"/>
                    <a:pt x="0" y="3"/>
                  </a:cubicBezTo>
                </a:path>
              </a:pathLst>
            </a:custGeom>
            <a:solidFill>
              <a:srgbClr val="0F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4" name="Freeform 468">
              <a:extLst>
                <a:ext uri="{FF2B5EF4-FFF2-40B4-BE49-F238E27FC236}">
                  <a16:creationId xmlns:a16="http://schemas.microsoft.com/office/drawing/2014/main" id="{CEAB377C-CA0B-4C89-807F-4590004F1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267"/>
              <a:ext cx="283" cy="210"/>
            </a:xfrm>
            <a:custGeom>
              <a:avLst/>
              <a:gdLst>
                <a:gd name="T0" fmla="*/ 154 w 374"/>
                <a:gd name="T1" fmla="*/ 17 h 260"/>
                <a:gd name="T2" fmla="*/ 108 w 374"/>
                <a:gd name="T3" fmla="*/ 6 h 260"/>
                <a:gd name="T4" fmla="*/ 30 w 374"/>
                <a:gd name="T5" fmla="*/ 26 h 260"/>
                <a:gd name="T6" fmla="*/ 2 w 374"/>
                <a:gd name="T7" fmla="*/ 53 h 260"/>
                <a:gd name="T8" fmla="*/ 36 w 374"/>
                <a:gd name="T9" fmla="*/ 124 h 260"/>
                <a:gd name="T10" fmla="*/ 105 w 374"/>
                <a:gd name="T11" fmla="*/ 122 h 260"/>
                <a:gd name="T12" fmla="*/ 135 w 374"/>
                <a:gd name="T13" fmla="*/ 83 h 260"/>
                <a:gd name="T14" fmla="*/ 152 w 374"/>
                <a:gd name="T15" fmla="*/ 16 h 2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260">
                  <a:moveTo>
                    <a:pt x="354" y="32"/>
                  </a:moveTo>
                  <a:cubicBezTo>
                    <a:pt x="321" y="4"/>
                    <a:pt x="290" y="0"/>
                    <a:pt x="250" y="12"/>
                  </a:cubicBezTo>
                  <a:cubicBezTo>
                    <a:pt x="189" y="30"/>
                    <a:pt x="129" y="42"/>
                    <a:pt x="67" y="50"/>
                  </a:cubicBezTo>
                  <a:cubicBezTo>
                    <a:pt x="33" y="54"/>
                    <a:pt x="7" y="63"/>
                    <a:pt x="4" y="102"/>
                  </a:cubicBezTo>
                  <a:cubicBezTo>
                    <a:pt x="0" y="155"/>
                    <a:pt x="36" y="212"/>
                    <a:pt x="83" y="236"/>
                  </a:cubicBezTo>
                  <a:cubicBezTo>
                    <a:pt x="131" y="260"/>
                    <a:pt x="197" y="259"/>
                    <a:pt x="243" y="231"/>
                  </a:cubicBezTo>
                  <a:cubicBezTo>
                    <a:pt x="271" y="214"/>
                    <a:pt x="292" y="185"/>
                    <a:pt x="310" y="159"/>
                  </a:cubicBezTo>
                  <a:cubicBezTo>
                    <a:pt x="334" y="124"/>
                    <a:pt x="374" y="71"/>
                    <a:pt x="352" y="31"/>
                  </a:cubicBezTo>
                </a:path>
              </a:pathLst>
            </a:custGeom>
            <a:solidFill>
              <a:srgbClr val="D868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469">
              <a:extLst>
                <a:ext uri="{FF2B5EF4-FFF2-40B4-BE49-F238E27FC236}">
                  <a16:creationId xmlns:a16="http://schemas.microsoft.com/office/drawing/2014/main" id="{000A5F21-5FDA-4BC9-A35E-6F6598445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83"/>
              <a:ext cx="128" cy="117"/>
            </a:xfrm>
            <a:custGeom>
              <a:avLst/>
              <a:gdLst>
                <a:gd name="T0" fmla="*/ 11 w 169"/>
                <a:gd name="T1" fmla="*/ 11 h 144"/>
                <a:gd name="T2" fmla="*/ 42 w 169"/>
                <a:gd name="T3" fmla="*/ 2 h 144"/>
                <a:gd name="T4" fmla="*/ 65 w 169"/>
                <a:gd name="T5" fmla="*/ 5 h 144"/>
                <a:gd name="T6" fmla="*/ 70 w 169"/>
                <a:gd name="T7" fmla="*/ 28 h 144"/>
                <a:gd name="T8" fmla="*/ 62 w 169"/>
                <a:gd name="T9" fmla="*/ 49 h 144"/>
                <a:gd name="T10" fmla="*/ 55 w 169"/>
                <a:gd name="T11" fmla="*/ 67 h 144"/>
                <a:gd name="T12" fmla="*/ 27 w 169"/>
                <a:gd name="T13" fmla="*/ 62 h 144"/>
                <a:gd name="T14" fmla="*/ 7 w 169"/>
                <a:gd name="T15" fmla="*/ 44 h 144"/>
                <a:gd name="T16" fmla="*/ 12 w 169"/>
                <a:gd name="T17" fmla="*/ 10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9" h="144">
                  <a:moveTo>
                    <a:pt x="27" y="20"/>
                  </a:moveTo>
                  <a:cubicBezTo>
                    <a:pt x="49" y="14"/>
                    <a:pt x="74" y="8"/>
                    <a:pt x="97" y="3"/>
                  </a:cubicBezTo>
                  <a:cubicBezTo>
                    <a:pt x="113" y="0"/>
                    <a:pt x="137" y="0"/>
                    <a:pt x="151" y="8"/>
                  </a:cubicBezTo>
                  <a:cubicBezTo>
                    <a:pt x="167" y="18"/>
                    <a:pt x="169" y="38"/>
                    <a:pt x="163" y="53"/>
                  </a:cubicBezTo>
                  <a:cubicBezTo>
                    <a:pt x="158" y="68"/>
                    <a:pt x="150" y="79"/>
                    <a:pt x="142" y="91"/>
                  </a:cubicBezTo>
                  <a:cubicBezTo>
                    <a:pt x="135" y="102"/>
                    <a:pt x="133" y="116"/>
                    <a:pt x="125" y="125"/>
                  </a:cubicBezTo>
                  <a:cubicBezTo>
                    <a:pt x="106" y="144"/>
                    <a:pt x="82" y="125"/>
                    <a:pt x="64" y="115"/>
                  </a:cubicBezTo>
                  <a:cubicBezTo>
                    <a:pt x="47" y="105"/>
                    <a:pt x="27" y="100"/>
                    <a:pt x="16" y="82"/>
                  </a:cubicBezTo>
                  <a:cubicBezTo>
                    <a:pt x="0" y="56"/>
                    <a:pt x="14" y="38"/>
                    <a:pt x="28" y="18"/>
                  </a:cubicBezTo>
                </a:path>
              </a:pathLst>
            </a:custGeom>
            <a:solidFill>
              <a:srgbClr val="D68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Oval 470">
              <a:extLst>
                <a:ext uri="{FF2B5EF4-FFF2-40B4-BE49-F238E27FC236}">
                  <a16:creationId xmlns:a16="http://schemas.microsoft.com/office/drawing/2014/main" id="{62242AC7-1100-49CD-A61A-686A7D58F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28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327" name="Oval 471">
              <a:extLst>
                <a:ext uri="{FF2B5EF4-FFF2-40B4-BE49-F238E27FC236}">
                  <a16:creationId xmlns:a16="http://schemas.microsoft.com/office/drawing/2014/main" id="{63B8F1AA-718D-40BC-8734-4264806C6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228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1328" name="Freeform 472">
              <a:extLst>
                <a:ext uri="{FF2B5EF4-FFF2-40B4-BE49-F238E27FC236}">
                  <a16:creationId xmlns:a16="http://schemas.microsoft.com/office/drawing/2014/main" id="{C67868FA-0B41-4EF4-97E6-EFEDFB2C8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815"/>
              <a:ext cx="1259" cy="1360"/>
            </a:xfrm>
            <a:custGeom>
              <a:avLst/>
              <a:gdLst>
                <a:gd name="T0" fmla="*/ 198 w 1660"/>
                <a:gd name="T1" fmla="*/ 65 h 1682"/>
                <a:gd name="T2" fmla="*/ 410 w 1660"/>
                <a:gd name="T3" fmla="*/ 26 h 1682"/>
                <a:gd name="T4" fmla="*/ 613 w 1660"/>
                <a:gd name="T5" fmla="*/ 179 h 1682"/>
                <a:gd name="T6" fmla="*/ 694 w 1660"/>
                <a:gd name="T7" fmla="*/ 518 h 1682"/>
                <a:gd name="T8" fmla="*/ 303 w 1660"/>
                <a:gd name="T9" fmla="*/ 811 h 1682"/>
                <a:gd name="T10" fmla="*/ 58 w 1660"/>
                <a:gd name="T11" fmla="*/ 218 h 1682"/>
                <a:gd name="T12" fmla="*/ 198 w 1660"/>
                <a:gd name="T13" fmla="*/ 65 h 16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0" h="1682">
                  <a:moveTo>
                    <a:pt x="454" y="123"/>
                  </a:moveTo>
                  <a:cubicBezTo>
                    <a:pt x="454" y="123"/>
                    <a:pt x="723" y="0"/>
                    <a:pt x="939" y="49"/>
                  </a:cubicBezTo>
                  <a:cubicBezTo>
                    <a:pt x="1155" y="98"/>
                    <a:pt x="1322" y="181"/>
                    <a:pt x="1405" y="338"/>
                  </a:cubicBezTo>
                  <a:cubicBezTo>
                    <a:pt x="1488" y="495"/>
                    <a:pt x="1660" y="789"/>
                    <a:pt x="1591" y="981"/>
                  </a:cubicBezTo>
                  <a:cubicBezTo>
                    <a:pt x="1523" y="1172"/>
                    <a:pt x="1312" y="1682"/>
                    <a:pt x="694" y="1535"/>
                  </a:cubicBezTo>
                  <a:cubicBezTo>
                    <a:pt x="76" y="1388"/>
                    <a:pt x="0" y="612"/>
                    <a:pt x="135" y="412"/>
                  </a:cubicBezTo>
                  <a:cubicBezTo>
                    <a:pt x="297" y="172"/>
                    <a:pt x="454" y="123"/>
                    <a:pt x="454" y="12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9" name="Freeform 473">
              <a:extLst>
                <a:ext uri="{FF2B5EF4-FFF2-40B4-BE49-F238E27FC236}">
                  <a16:creationId xmlns:a16="http://schemas.microsoft.com/office/drawing/2014/main" id="{0504C29D-075B-45E2-9063-8905CD2BF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997"/>
              <a:ext cx="936" cy="940"/>
            </a:xfrm>
            <a:custGeom>
              <a:avLst/>
              <a:gdLst>
                <a:gd name="T0" fmla="*/ 416 w 1235"/>
                <a:gd name="T1" fmla="*/ 207 h 1162"/>
                <a:gd name="T2" fmla="*/ 409 w 1235"/>
                <a:gd name="T3" fmla="*/ 215 h 1162"/>
                <a:gd name="T4" fmla="*/ 537 w 1235"/>
                <a:gd name="T5" fmla="*/ 447 h 1162"/>
                <a:gd name="T6" fmla="*/ 530 w 1235"/>
                <a:gd name="T7" fmla="*/ 548 h 1162"/>
                <a:gd name="T8" fmla="*/ 525 w 1235"/>
                <a:gd name="T9" fmla="*/ 454 h 1162"/>
                <a:gd name="T10" fmla="*/ 438 w 1235"/>
                <a:gd name="T11" fmla="*/ 276 h 1162"/>
                <a:gd name="T12" fmla="*/ 390 w 1235"/>
                <a:gd name="T13" fmla="*/ 268 h 1162"/>
                <a:gd name="T14" fmla="*/ 409 w 1235"/>
                <a:gd name="T15" fmla="*/ 364 h 1162"/>
                <a:gd name="T16" fmla="*/ 371 w 1235"/>
                <a:gd name="T17" fmla="*/ 276 h 1162"/>
                <a:gd name="T18" fmla="*/ 329 w 1235"/>
                <a:gd name="T19" fmla="*/ 293 h 1162"/>
                <a:gd name="T20" fmla="*/ 294 w 1235"/>
                <a:gd name="T21" fmla="*/ 478 h 1162"/>
                <a:gd name="T22" fmla="*/ 341 w 1235"/>
                <a:gd name="T23" fmla="*/ 615 h 1162"/>
                <a:gd name="T24" fmla="*/ 281 w 1235"/>
                <a:gd name="T25" fmla="*/ 335 h 1162"/>
                <a:gd name="T26" fmla="*/ 288 w 1235"/>
                <a:gd name="T27" fmla="*/ 195 h 1162"/>
                <a:gd name="T28" fmla="*/ 213 w 1235"/>
                <a:gd name="T29" fmla="*/ 163 h 1162"/>
                <a:gd name="T30" fmla="*/ 66 w 1235"/>
                <a:gd name="T31" fmla="*/ 181 h 1162"/>
                <a:gd name="T32" fmla="*/ 0 w 1235"/>
                <a:gd name="T33" fmla="*/ 205 h 1162"/>
                <a:gd name="T34" fmla="*/ 89 w 1235"/>
                <a:gd name="T35" fmla="*/ 149 h 1162"/>
                <a:gd name="T36" fmla="*/ 277 w 1235"/>
                <a:gd name="T37" fmla="*/ 140 h 1162"/>
                <a:gd name="T38" fmla="*/ 252 w 1235"/>
                <a:gd name="T39" fmla="*/ 96 h 1162"/>
                <a:gd name="T40" fmla="*/ 175 w 1235"/>
                <a:gd name="T41" fmla="*/ 0 h 1162"/>
                <a:gd name="T42" fmla="*/ 256 w 1235"/>
                <a:gd name="T43" fmla="*/ 88 h 1162"/>
                <a:gd name="T44" fmla="*/ 296 w 1235"/>
                <a:gd name="T45" fmla="*/ 40 h 1162"/>
                <a:gd name="T46" fmla="*/ 324 w 1235"/>
                <a:gd name="T47" fmla="*/ 36 h 1162"/>
                <a:gd name="T48" fmla="*/ 343 w 1235"/>
                <a:gd name="T49" fmla="*/ 107 h 1162"/>
                <a:gd name="T50" fmla="*/ 393 w 1235"/>
                <a:gd name="T51" fmla="*/ 122 h 1162"/>
                <a:gd name="T52" fmla="*/ 429 w 1235"/>
                <a:gd name="T53" fmla="*/ 142 h 1162"/>
                <a:gd name="T54" fmla="*/ 442 w 1235"/>
                <a:gd name="T55" fmla="*/ 169 h 1162"/>
                <a:gd name="T56" fmla="*/ 437 w 1235"/>
                <a:gd name="T57" fmla="*/ 176 h 1162"/>
                <a:gd name="T58" fmla="*/ 440 w 1235"/>
                <a:gd name="T59" fmla="*/ 201 h 1162"/>
                <a:gd name="T60" fmla="*/ 416 w 1235"/>
                <a:gd name="T61" fmla="*/ 207 h 1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35" h="1162">
                  <a:moveTo>
                    <a:pt x="955" y="391"/>
                  </a:moveTo>
                  <a:cubicBezTo>
                    <a:pt x="941" y="407"/>
                    <a:pt x="941" y="407"/>
                    <a:pt x="941" y="407"/>
                  </a:cubicBezTo>
                  <a:cubicBezTo>
                    <a:pt x="1074" y="461"/>
                    <a:pt x="1235" y="843"/>
                    <a:pt x="1235" y="843"/>
                  </a:cubicBezTo>
                  <a:cubicBezTo>
                    <a:pt x="1216" y="1035"/>
                    <a:pt x="1216" y="1035"/>
                    <a:pt x="1216" y="1035"/>
                  </a:cubicBezTo>
                  <a:cubicBezTo>
                    <a:pt x="1216" y="1035"/>
                    <a:pt x="1196" y="951"/>
                    <a:pt x="1206" y="858"/>
                  </a:cubicBezTo>
                  <a:cubicBezTo>
                    <a:pt x="1216" y="765"/>
                    <a:pt x="1025" y="549"/>
                    <a:pt x="1005" y="520"/>
                  </a:cubicBezTo>
                  <a:cubicBezTo>
                    <a:pt x="985" y="490"/>
                    <a:pt x="931" y="471"/>
                    <a:pt x="897" y="505"/>
                  </a:cubicBezTo>
                  <a:cubicBezTo>
                    <a:pt x="863" y="539"/>
                    <a:pt x="941" y="687"/>
                    <a:pt x="941" y="687"/>
                  </a:cubicBezTo>
                  <a:cubicBezTo>
                    <a:pt x="873" y="662"/>
                    <a:pt x="858" y="564"/>
                    <a:pt x="853" y="520"/>
                  </a:cubicBezTo>
                  <a:cubicBezTo>
                    <a:pt x="848" y="476"/>
                    <a:pt x="819" y="515"/>
                    <a:pt x="755" y="554"/>
                  </a:cubicBezTo>
                  <a:cubicBezTo>
                    <a:pt x="691" y="593"/>
                    <a:pt x="671" y="799"/>
                    <a:pt x="676" y="902"/>
                  </a:cubicBezTo>
                  <a:cubicBezTo>
                    <a:pt x="681" y="1005"/>
                    <a:pt x="784" y="1162"/>
                    <a:pt x="784" y="1162"/>
                  </a:cubicBezTo>
                  <a:cubicBezTo>
                    <a:pt x="686" y="1089"/>
                    <a:pt x="588" y="731"/>
                    <a:pt x="647" y="633"/>
                  </a:cubicBezTo>
                  <a:cubicBezTo>
                    <a:pt x="706" y="535"/>
                    <a:pt x="686" y="412"/>
                    <a:pt x="662" y="368"/>
                  </a:cubicBezTo>
                  <a:cubicBezTo>
                    <a:pt x="637" y="324"/>
                    <a:pt x="559" y="289"/>
                    <a:pt x="490" y="309"/>
                  </a:cubicBezTo>
                  <a:cubicBezTo>
                    <a:pt x="421" y="329"/>
                    <a:pt x="235" y="338"/>
                    <a:pt x="152" y="343"/>
                  </a:cubicBezTo>
                  <a:cubicBezTo>
                    <a:pt x="68" y="348"/>
                    <a:pt x="0" y="387"/>
                    <a:pt x="0" y="387"/>
                  </a:cubicBezTo>
                  <a:cubicBezTo>
                    <a:pt x="0" y="387"/>
                    <a:pt x="83" y="334"/>
                    <a:pt x="206" y="280"/>
                  </a:cubicBezTo>
                  <a:cubicBezTo>
                    <a:pt x="328" y="226"/>
                    <a:pt x="588" y="255"/>
                    <a:pt x="637" y="265"/>
                  </a:cubicBezTo>
                  <a:cubicBezTo>
                    <a:pt x="686" y="275"/>
                    <a:pt x="750" y="280"/>
                    <a:pt x="578" y="182"/>
                  </a:cubicBezTo>
                  <a:cubicBezTo>
                    <a:pt x="407" y="83"/>
                    <a:pt x="402" y="0"/>
                    <a:pt x="402" y="0"/>
                  </a:cubicBezTo>
                  <a:cubicBezTo>
                    <a:pt x="407" y="83"/>
                    <a:pt x="588" y="167"/>
                    <a:pt x="588" y="167"/>
                  </a:cubicBezTo>
                  <a:cubicBezTo>
                    <a:pt x="706" y="231"/>
                    <a:pt x="681" y="74"/>
                    <a:pt x="681" y="74"/>
                  </a:cubicBezTo>
                  <a:cubicBezTo>
                    <a:pt x="745" y="69"/>
                    <a:pt x="745" y="69"/>
                    <a:pt x="745" y="69"/>
                  </a:cubicBezTo>
                  <a:cubicBezTo>
                    <a:pt x="745" y="69"/>
                    <a:pt x="770" y="142"/>
                    <a:pt x="789" y="201"/>
                  </a:cubicBezTo>
                  <a:cubicBezTo>
                    <a:pt x="809" y="260"/>
                    <a:pt x="858" y="240"/>
                    <a:pt x="902" y="231"/>
                  </a:cubicBezTo>
                  <a:cubicBezTo>
                    <a:pt x="946" y="221"/>
                    <a:pt x="971" y="250"/>
                    <a:pt x="985" y="270"/>
                  </a:cubicBezTo>
                  <a:cubicBezTo>
                    <a:pt x="1000" y="289"/>
                    <a:pt x="1015" y="319"/>
                    <a:pt x="1015" y="319"/>
                  </a:cubicBezTo>
                  <a:cubicBezTo>
                    <a:pt x="1003" y="333"/>
                    <a:pt x="1003" y="333"/>
                    <a:pt x="1003" y="333"/>
                  </a:cubicBezTo>
                  <a:cubicBezTo>
                    <a:pt x="1003" y="333"/>
                    <a:pt x="1015" y="365"/>
                    <a:pt x="1011" y="381"/>
                  </a:cubicBezTo>
                  <a:lnTo>
                    <a:pt x="955" y="391"/>
                  </a:ln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0A3F16F-C5DC-4DDE-BB4C-05D3B5C228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Fruits (2)</a:t>
            </a:r>
          </a:p>
        </p:txBody>
      </p:sp>
      <p:grpSp>
        <p:nvGrpSpPr>
          <p:cNvPr id="12290" name="whole-lemon-and-lemon-wedge">
            <a:extLst>
              <a:ext uri="{FF2B5EF4-FFF2-40B4-BE49-F238E27FC236}">
                <a16:creationId xmlns:a16="http://schemas.microsoft.com/office/drawing/2014/main" id="{BD959531-AF05-4BB5-90A9-126141FEEF9C}"/>
              </a:ext>
            </a:extLst>
          </p:cNvPr>
          <p:cNvGrpSpPr>
            <a:grpSpLocks/>
          </p:cNvGrpSpPr>
          <p:nvPr/>
        </p:nvGrpSpPr>
        <p:grpSpPr bwMode="auto">
          <a:xfrm>
            <a:off x="2457450" y="3800475"/>
            <a:ext cx="2544763" cy="2138363"/>
            <a:chOff x="800" y="2475"/>
            <a:chExt cx="883" cy="742"/>
          </a:xfrm>
        </p:grpSpPr>
        <p:grpSp>
          <p:nvGrpSpPr>
            <p:cNvPr id="52408" name="Group 4">
              <a:extLst>
                <a:ext uri="{FF2B5EF4-FFF2-40B4-BE49-F238E27FC236}">
                  <a16:creationId xmlns:a16="http://schemas.microsoft.com/office/drawing/2014/main" id="{E934CFB7-CE40-433A-B975-5D52C6CA1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0" y="2475"/>
              <a:ext cx="765" cy="670"/>
              <a:chOff x="800" y="2475"/>
              <a:chExt cx="765" cy="670"/>
            </a:xfrm>
          </p:grpSpPr>
          <p:sp>
            <p:nvSpPr>
              <p:cNvPr id="53106" name="Freeform 5">
                <a:extLst>
                  <a:ext uri="{FF2B5EF4-FFF2-40B4-BE49-F238E27FC236}">
                    <a16:creationId xmlns:a16="http://schemas.microsoft.com/office/drawing/2014/main" id="{CA8C6A68-7740-4DF6-9800-9553E8037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2475"/>
                <a:ext cx="765" cy="670"/>
              </a:xfrm>
              <a:custGeom>
                <a:avLst/>
                <a:gdLst>
                  <a:gd name="T0" fmla="*/ 563 w 306"/>
                  <a:gd name="T1" fmla="*/ 990 h 251"/>
                  <a:gd name="T2" fmla="*/ 83 w 306"/>
                  <a:gd name="T3" fmla="*/ 1866 h 251"/>
                  <a:gd name="T4" fmla="*/ 50 w 306"/>
                  <a:gd name="T5" fmla="*/ 2894 h 251"/>
                  <a:gd name="T6" fmla="*/ 208 w 306"/>
                  <a:gd name="T7" fmla="*/ 3419 h 251"/>
                  <a:gd name="T8" fmla="*/ 863 w 306"/>
                  <a:gd name="T9" fmla="*/ 4298 h 251"/>
                  <a:gd name="T10" fmla="*/ 2583 w 306"/>
                  <a:gd name="T11" fmla="*/ 4661 h 251"/>
                  <a:gd name="T12" fmla="*/ 3708 w 306"/>
                  <a:gd name="T13" fmla="*/ 4239 h 251"/>
                  <a:gd name="T14" fmla="*/ 4438 w 306"/>
                  <a:gd name="T15" fmla="*/ 3193 h 251"/>
                  <a:gd name="T16" fmla="*/ 4708 w 306"/>
                  <a:gd name="T17" fmla="*/ 1959 h 251"/>
                  <a:gd name="T18" fmla="*/ 4720 w 306"/>
                  <a:gd name="T19" fmla="*/ 1311 h 251"/>
                  <a:gd name="T20" fmla="*/ 4595 w 306"/>
                  <a:gd name="T21" fmla="*/ 876 h 251"/>
                  <a:gd name="T22" fmla="*/ 4270 w 306"/>
                  <a:gd name="T23" fmla="*/ 721 h 251"/>
                  <a:gd name="T24" fmla="*/ 3738 w 306"/>
                  <a:gd name="T25" fmla="*/ 342 h 251"/>
                  <a:gd name="T26" fmla="*/ 2175 w 306"/>
                  <a:gd name="T27" fmla="*/ 93 h 251"/>
                  <a:gd name="T28" fmla="*/ 563 w 306"/>
                  <a:gd name="T29" fmla="*/ 990 h 2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6" h="251">
                    <a:moveTo>
                      <a:pt x="36" y="52"/>
                    </a:moveTo>
                    <a:cubicBezTo>
                      <a:pt x="21" y="67"/>
                      <a:pt x="10" y="82"/>
                      <a:pt x="5" y="98"/>
                    </a:cubicBezTo>
                    <a:cubicBezTo>
                      <a:pt x="0" y="115"/>
                      <a:pt x="0" y="136"/>
                      <a:pt x="3" y="152"/>
                    </a:cubicBezTo>
                    <a:cubicBezTo>
                      <a:pt x="7" y="167"/>
                      <a:pt x="6" y="161"/>
                      <a:pt x="13" y="180"/>
                    </a:cubicBezTo>
                    <a:cubicBezTo>
                      <a:pt x="21" y="199"/>
                      <a:pt x="29" y="208"/>
                      <a:pt x="55" y="226"/>
                    </a:cubicBezTo>
                    <a:cubicBezTo>
                      <a:pt x="82" y="243"/>
                      <a:pt x="115" y="251"/>
                      <a:pt x="165" y="245"/>
                    </a:cubicBezTo>
                    <a:cubicBezTo>
                      <a:pt x="216" y="239"/>
                      <a:pt x="221" y="231"/>
                      <a:pt x="237" y="223"/>
                    </a:cubicBezTo>
                    <a:cubicBezTo>
                      <a:pt x="254" y="214"/>
                      <a:pt x="273" y="190"/>
                      <a:pt x="284" y="168"/>
                    </a:cubicBezTo>
                    <a:cubicBezTo>
                      <a:pt x="296" y="143"/>
                      <a:pt x="301" y="115"/>
                      <a:pt x="301" y="103"/>
                    </a:cubicBezTo>
                    <a:cubicBezTo>
                      <a:pt x="301" y="89"/>
                      <a:pt x="306" y="79"/>
                      <a:pt x="302" y="69"/>
                    </a:cubicBezTo>
                    <a:cubicBezTo>
                      <a:pt x="299" y="59"/>
                      <a:pt x="298" y="51"/>
                      <a:pt x="294" y="46"/>
                    </a:cubicBezTo>
                    <a:cubicBezTo>
                      <a:pt x="289" y="42"/>
                      <a:pt x="278" y="37"/>
                      <a:pt x="273" y="38"/>
                    </a:cubicBezTo>
                    <a:cubicBezTo>
                      <a:pt x="268" y="39"/>
                      <a:pt x="266" y="28"/>
                      <a:pt x="239" y="18"/>
                    </a:cubicBezTo>
                    <a:cubicBezTo>
                      <a:pt x="211" y="8"/>
                      <a:pt x="175" y="0"/>
                      <a:pt x="139" y="5"/>
                    </a:cubicBezTo>
                    <a:cubicBezTo>
                      <a:pt x="103" y="10"/>
                      <a:pt x="70" y="18"/>
                      <a:pt x="36" y="52"/>
                    </a:cubicBezTo>
                    <a:close/>
                  </a:path>
                </a:pathLst>
              </a:custGeom>
              <a:solidFill>
                <a:srgbClr val="FFE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7" name="Freeform 6">
                <a:extLst>
                  <a:ext uri="{FF2B5EF4-FFF2-40B4-BE49-F238E27FC236}">
                    <a16:creationId xmlns:a16="http://schemas.microsoft.com/office/drawing/2014/main" id="{BC9A1D67-9A41-466C-BB4C-422B582A2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851"/>
                <a:ext cx="17" cy="27"/>
              </a:xfrm>
              <a:custGeom>
                <a:avLst/>
                <a:gdLst>
                  <a:gd name="T0" fmla="*/ 0 w 7"/>
                  <a:gd name="T1" fmla="*/ 22 h 10"/>
                  <a:gd name="T2" fmla="*/ 58 w 7"/>
                  <a:gd name="T3" fmla="*/ 116 h 10"/>
                  <a:gd name="T4" fmla="*/ 100 w 7"/>
                  <a:gd name="T5" fmla="*/ 197 h 10"/>
                  <a:gd name="T6" fmla="*/ 100 w 7"/>
                  <a:gd name="T7" fmla="*/ 197 h 10"/>
                  <a:gd name="T8" fmla="*/ 12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0" y="1"/>
                    </a:moveTo>
                    <a:cubicBezTo>
                      <a:pt x="2" y="3"/>
                      <a:pt x="2" y="4"/>
                      <a:pt x="4" y="6"/>
                    </a:cubicBezTo>
                    <a:cubicBezTo>
                      <a:pt x="4" y="7"/>
                      <a:pt x="6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5"/>
                      <a:pt x="7" y="1"/>
                      <a:pt x="1" y="0"/>
                    </a:cubicBezTo>
                  </a:path>
                </a:pathLst>
              </a:custGeom>
              <a:solidFill>
                <a:srgbClr val="9D7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8" name="Freeform 7">
                <a:extLst>
                  <a:ext uri="{FF2B5EF4-FFF2-40B4-BE49-F238E27FC236}">
                    <a16:creationId xmlns:a16="http://schemas.microsoft.com/office/drawing/2014/main" id="{261E116C-7C16-4996-ACA4-FD87C8891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585"/>
                <a:ext cx="697" cy="549"/>
              </a:xfrm>
              <a:custGeom>
                <a:avLst/>
                <a:gdLst>
                  <a:gd name="T0" fmla="*/ 3945 w 279"/>
                  <a:gd name="T1" fmla="*/ 0 h 206"/>
                  <a:gd name="T2" fmla="*/ 4182 w 279"/>
                  <a:gd name="T3" fmla="*/ 93 h 206"/>
                  <a:gd name="T4" fmla="*/ 4287 w 279"/>
                  <a:gd name="T5" fmla="*/ 362 h 206"/>
                  <a:gd name="T6" fmla="*/ 4337 w 279"/>
                  <a:gd name="T7" fmla="*/ 717 h 206"/>
                  <a:gd name="T8" fmla="*/ 4307 w 279"/>
                  <a:gd name="T9" fmla="*/ 1045 h 206"/>
                  <a:gd name="T10" fmla="*/ 4257 w 279"/>
                  <a:gd name="T11" fmla="*/ 1591 h 206"/>
                  <a:gd name="T12" fmla="*/ 4132 w 279"/>
                  <a:gd name="T13" fmla="*/ 2081 h 206"/>
                  <a:gd name="T14" fmla="*/ 2945 w 279"/>
                  <a:gd name="T15" fmla="*/ 3481 h 206"/>
                  <a:gd name="T16" fmla="*/ 2603 w 279"/>
                  <a:gd name="T17" fmla="*/ 3672 h 206"/>
                  <a:gd name="T18" fmla="*/ 1167 w 279"/>
                  <a:gd name="T19" fmla="*/ 3707 h 206"/>
                  <a:gd name="T20" fmla="*/ 605 w 279"/>
                  <a:gd name="T21" fmla="*/ 3409 h 206"/>
                  <a:gd name="T22" fmla="*/ 12 w 279"/>
                  <a:gd name="T23" fmla="*/ 2684 h 206"/>
                  <a:gd name="T24" fmla="*/ 75 w 279"/>
                  <a:gd name="T25" fmla="*/ 2500 h 206"/>
                  <a:gd name="T26" fmla="*/ 187 w 279"/>
                  <a:gd name="T27" fmla="*/ 2231 h 206"/>
                  <a:gd name="T28" fmla="*/ 250 w 279"/>
                  <a:gd name="T29" fmla="*/ 2457 h 206"/>
                  <a:gd name="T30" fmla="*/ 1529 w 279"/>
                  <a:gd name="T31" fmla="*/ 2956 h 206"/>
                  <a:gd name="T32" fmla="*/ 2633 w 279"/>
                  <a:gd name="T33" fmla="*/ 2401 h 206"/>
                  <a:gd name="T34" fmla="*/ 3028 w 279"/>
                  <a:gd name="T35" fmla="*/ 1953 h 206"/>
                  <a:gd name="T36" fmla="*/ 4132 w 279"/>
                  <a:gd name="T37" fmla="*/ 760 h 206"/>
                  <a:gd name="T38" fmla="*/ 4037 w 279"/>
                  <a:gd name="T39" fmla="*/ 264 h 206"/>
                  <a:gd name="T40" fmla="*/ 3945 w 279"/>
                  <a:gd name="T41" fmla="*/ 0 h 2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79" h="206">
                    <a:moveTo>
                      <a:pt x="253" y="0"/>
                    </a:moveTo>
                    <a:cubicBezTo>
                      <a:pt x="259" y="0"/>
                      <a:pt x="264" y="0"/>
                      <a:pt x="268" y="5"/>
                    </a:cubicBezTo>
                    <a:cubicBezTo>
                      <a:pt x="271" y="9"/>
                      <a:pt x="274" y="15"/>
                      <a:pt x="275" y="19"/>
                    </a:cubicBezTo>
                    <a:cubicBezTo>
                      <a:pt x="276" y="25"/>
                      <a:pt x="279" y="31"/>
                      <a:pt x="278" y="38"/>
                    </a:cubicBezTo>
                    <a:cubicBezTo>
                      <a:pt x="278" y="43"/>
                      <a:pt x="276" y="49"/>
                      <a:pt x="276" y="55"/>
                    </a:cubicBezTo>
                    <a:cubicBezTo>
                      <a:pt x="275" y="65"/>
                      <a:pt x="275" y="75"/>
                      <a:pt x="273" y="84"/>
                    </a:cubicBezTo>
                    <a:cubicBezTo>
                      <a:pt x="271" y="93"/>
                      <a:pt x="267" y="101"/>
                      <a:pt x="265" y="110"/>
                    </a:cubicBezTo>
                    <a:cubicBezTo>
                      <a:pt x="258" y="145"/>
                      <a:pt x="220" y="171"/>
                      <a:pt x="189" y="184"/>
                    </a:cubicBezTo>
                    <a:cubicBezTo>
                      <a:pt x="182" y="187"/>
                      <a:pt x="175" y="192"/>
                      <a:pt x="167" y="194"/>
                    </a:cubicBezTo>
                    <a:cubicBezTo>
                      <a:pt x="159" y="197"/>
                      <a:pt x="112" y="206"/>
                      <a:pt x="75" y="196"/>
                    </a:cubicBezTo>
                    <a:cubicBezTo>
                      <a:pt x="66" y="194"/>
                      <a:pt x="47" y="186"/>
                      <a:pt x="39" y="180"/>
                    </a:cubicBezTo>
                    <a:cubicBezTo>
                      <a:pt x="30" y="173"/>
                      <a:pt x="4" y="161"/>
                      <a:pt x="1" y="142"/>
                    </a:cubicBezTo>
                    <a:cubicBezTo>
                      <a:pt x="0" y="135"/>
                      <a:pt x="3" y="137"/>
                      <a:pt x="5" y="132"/>
                    </a:cubicBezTo>
                    <a:cubicBezTo>
                      <a:pt x="6" y="130"/>
                      <a:pt x="8" y="117"/>
                      <a:pt x="12" y="118"/>
                    </a:cubicBezTo>
                    <a:cubicBezTo>
                      <a:pt x="15" y="118"/>
                      <a:pt x="15" y="128"/>
                      <a:pt x="16" y="130"/>
                    </a:cubicBezTo>
                    <a:cubicBezTo>
                      <a:pt x="20" y="142"/>
                      <a:pt x="58" y="157"/>
                      <a:pt x="98" y="156"/>
                    </a:cubicBezTo>
                    <a:cubicBezTo>
                      <a:pt x="127" y="154"/>
                      <a:pt x="148" y="145"/>
                      <a:pt x="169" y="127"/>
                    </a:cubicBezTo>
                    <a:cubicBezTo>
                      <a:pt x="178" y="119"/>
                      <a:pt x="185" y="110"/>
                      <a:pt x="194" y="103"/>
                    </a:cubicBezTo>
                    <a:cubicBezTo>
                      <a:pt x="203" y="96"/>
                      <a:pt x="254" y="99"/>
                      <a:pt x="265" y="40"/>
                    </a:cubicBezTo>
                    <a:cubicBezTo>
                      <a:pt x="268" y="28"/>
                      <a:pt x="261" y="19"/>
                      <a:pt x="259" y="14"/>
                    </a:cubicBezTo>
                    <a:cubicBezTo>
                      <a:pt x="257" y="9"/>
                      <a:pt x="254" y="5"/>
                      <a:pt x="253" y="0"/>
                    </a:cubicBezTo>
                  </a:path>
                </a:pathLst>
              </a:custGeom>
              <a:solidFill>
                <a:srgbClr val="FFD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9" name="Freeform 8">
                <a:extLst>
                  <a:ext uri="{FF2B5EF4-FFF2-40B4-BE49-F238E27FC236}">
                    <a16:creationId xmlns:a16="http://schemas.microsoft.com/office/drawing/2014/main" id="{723D109D-A59C-4D9D-B925-DF14E951E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875"/>
                <a:ext cx="43" cy="107"/>
              </a:xfrm>
              <a:custGeom>
                <a:avLst/>
                <a:gdLst>
                  <a:gd name="T0" fmla="*/ 63 w 17"/>
                  <a:gd name="T1" fmla="*/ 0 h 40"/>
                  <a:gd name="T2" fmla="*/ 51 w 17"/>
                  <a:gd name="T3" fmla="*/ 115 h 40"/>
                  <a:gd name="T4" fmla="*/ 33 w 17"/>
                  <a:gd name="T5" fmla="*/ 321 h 40"/>
                  <a:gd name="T6" fmla="*/ 192 w 17"/>
                  <a:gd name="T7" fmla="*/ 765 h 40"/>
                  <a:gd name="T8" fmla="*/ 225 w 17"/>
                  <a:gd name="T9" fmla="*/ 444 h 40"/>
                  <a:gd name="T10" fmla="*/ 243 w 17"/>
                  <a:gd name="T11" fmla="*/ 308 h 40"/>
                  <a:gd name="T12" fmla="*/ 192 w 17"/>
                  <a:gd name="T13" fmla="*/ 286 h 40"/>
                  <a:gd name="T14" fmla="*/ 129 w 17"/>
                  <a:gd name="T15" fmla="*/ 193 h 40"/>
                  <a:gd name="T16" fmla="*/ 83 w 17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40">
                    <a:moveTo>
                      <a:pt x="4" y="0"/>
                    </a:moveTo>
                    <a:cubicBezTo>
                      <a:pt x="0" y="2"/>
                      <a:pt x="3" y="3"/>
                      <a:pt x="3" y="6"/>
                    </a:cubicBezTo>
                    <a:cubicBezTo>
                      <a:pt x="4" y="10"/>
                      <a:pt x="3" y="13"/>
                      <a:pt x="2" y="17"/>
                    </a:cubicBezTo>
                    <a:cubicBezTo>
                      <a:pt x="1" y="24"/>
                      <a:pt x="5" y="37"/>
                      <a:pt x="12" y="40"/>
                    </a:cubicBezTo>
                    <a:cubicBezTo>
                      <a:pt x="14" y="34"/>
                      <a:pt x="13" y="28"/>
                      <a:pt x="14" y="23"/>
                    </a:cubicBezTo>
                    <a:cubicBezTo>
                      <a:pt x="15" y="20"/>
                      <a:pt x="17" y="18"/>
                      <a:pt x="15" y="16"/>
                    </a:cubicBezTo>
                    <a:cubicBezTo>
                      <a:pt x="15" y="16"/>
                      <a:pt x="12" y="15"/>
                      <a:pt x="12" y="15"/>
                    </a:cubicBezTo>
                    <a:cubicBezTo>
                      <a:pt x="10" y="13"/>
                      <a:pt x="9" y="12"/>
                      <a:pt x="8" y="10"/>
                    </a:cubicBezTo>
                    <a:cubicBezTo>
                      <a:pt x="7" y="7"/>
                      <a:pt x="4" y="3"/>
                      <a:pt x="5" y="0"/>
                    </a:cubicBezTo>
                  </a:path>
                </a:pathLst>
              </a:custGeom>
              <a:solidFill>
                <a:srgbClr val="FFD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0" name="Freeform 9">
                <a:extLst>
                  <a:ext uri="{FF2B5EF4-FFF2-40B4-BE49-F238E27FC236}">
                    <a16:creationId xmlns:a16="http://schemas.microsoft.com/office/drawing/2014/main" id="{55456A56-88A3-4196-AAFD-DBC5784FF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915"/>
                <a:ext cx="155" cy="123"/>
              </a:xfrm>
              <a:custGeom>
                <a:avLst/>
                <a:gdLst>
                  <a:gd name="T0" fmla="*/ 0 w 62"/>
                  <a:gd name="T1" fmla="*/ 94 h 46"/>
                  <a:gd name="T2" fmla="*/ 175 w 62"/>
                  <a:gd name="T3" fmla="*/ 78 h 46"/>
                  <a:gd name="T4" fmla="*/ 158 w 62"/>
                  <a:gd name="T5" fmla="*/ 21 h 46"/>
                  <a:gd name="T6" fmla="*/ 438 w 62"/>
                  <a:gd name="T7" fmla="*/ 364 h 46"/>
                  <a:gd name="T8" fmla="*/ 688 w 62"/>
                  <a:gd name="T9" fmla="*/ 671 h 46"/>
                  <a:gd name="T10" fmla="*/ 970 w 62"/>
                  <a:gd name="T11" fmla="*/ 880 h 46"/>
                  <a:gd name="T12" fmla="*/ 50 w 62"/>
                  <a:gd name="T13" fmla="*/ 479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6">
                    <a:moveTo>
                      <a:pt x="0" y="5"/>
                    </a:moveTo>
                    <a:cubicBezTo>
                      <a:pt x="3" y="12"/>
                      <a:pt x="10" y="11"/>
                      <a:pt x="11" y="4"/>
                    </a:cubicBezTo>
                    <a:cubicBezTo>
                      <a:pt x="11" y="0"/>
                      <a:pt x="7" y="5"/>
                      <a:pt x="10" y="1"/>
                    </a:cubicBezTo>
                    <a:cubicBezTo>
                      <a:pt x="8" y="11"/>
                      <a:pt x="21" y="14"/>
                      <a:pt x="28" y="19"/>
                    </a:cubicBezTo>
                    <a:cubicBezTo>
                      <a:pt x="36" y="23"/>
                      <a:pt x="38" y="30"/>
                      <a:pt x="44" y="35"/>
                    </a:cubicBezTo>
                    <a:cubicBezTo>
                      <a:pt x="49" y="39"/>
                      <a:pt x="60" y="40"/>
                      <a:pt x="62" y="46"/>
                    </a:cubicBezTo>
                    <a:cubicBezTo>
                      <a:pt x="42" y="44"/>
                      <a:pt x="21" y="35"/>
                      <a:pt x="3" y="25"/>
                    </a:cubicBezTo>
                  </a:path>
                </a:pathLst>
              </a:custGeom>
              <a:solidFill>
                <a:srgbClr val="FFD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1" name="Freeform 10">
                <a:extLst>
                  <a:ext uri="{FF2B5EF4-FFF2-40B4-BE49-F238E27FC236}">
                    <a16:creationId xmlns:a16="http://schemas.microsoft.com/office/drawing/2014/main" id="{CEE814C6-82D6-4BF7-AFE5-96269B5A7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974"/>
                <a:ext cx="180" cy="80"/>
              </a:xfrm>
              <a:custGeom>
                <a:avLst/>
                <a:gdLst>
                  <a:gd name="T0" fmla="*/ 0 w 72"/>
                  <a:gd name="T1" fmla="*/ 0 h 30"/>
                  <a:gd name="T2" fmla="*/ 313 w 72"/>
                  <a:gd name="T3" fmla="*/ 35 h 30"/>
                  <a:gd name="T4" fmla="*/ 500 w 72"/>
                  <a:gd name="T5" fmla="*/ 149 h 30"/>
                  <a:gd name="T6" fmla="*/ 675 w 72"/>
                  <a:gd name="T7" fmla="*/ 149 h 30"/>
                  <a:gd name="T8" fmla="*/ 1000 w 72"/>
                  <a:gd name="T9" fmla="*/ 264 h 30"/>
                  <a:gd name="T10" fmla="*/ 188 w 72"/>
                  <a:gd name="T11" fmla="*/ 43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30">
                    <a:moveTo>
                      <a:pt x="0" y="0"/>
                    </a:moveTo>
                    <a:cubicBezTo>
                      <a:pt x="3" y="7"/>
                      <a:pt x="16" y="0"/>
                      <a:pt x="20" y="2"/>
                    </a:cubicBezTo>
                    <a:cubicBezTo>
                      <a:pt x="25" y="3"/>
                      <a:pt x="28" y="6"/>
                      <a:pt x="32" y="8"/>
                    </a:cubicBezTo>
                    <a:cubicBezTo>
                      <a:pt x="38" y="10"/>
                      <a:pt x="38" y="8"/>
                      <a:pt x="43" y="8"/>
                    </a:cubicBezTo>
                    <a:cubicBezTo>
                      <a:pt x="49" y="7"/>
                      <a:pt x="61" y="8"/>
                      <a:pt x="64" y="14"/>
                    </a:cubicBezTo>
                    <a:cubicBezTo>
                      <a:pt x="72" y="30"/>
                      <a:pt x="18" y="23"/>
                      <a:pt x="12" y="23"/>
                    </a:cubicBezTo>
                  </a:path>
                </a:pathLst>
              </a:custGeom>
              <a:solidFill>
                <a:srgbClr val="FFD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2" name="Freeform 11">
                <a:extLst>
                  <a:ext uri="{FF2B5EF4-FFF2-40B4-BE49-F238E27FC236}">
                    <a16:creationId xmlns:a16="http://schemas.microsoft.com/office/drawing/2014/main" id="{DC49CEBF-139D-4F6B-94C9-11A2FD110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638"/>
                <a:ext cx="112" cy="192"/>
              </a:xfrm>
              <a:custGeom>
                <a:avLst/>
                <a:gdLst>
                  <a:gd name="T0" fmla="*/ 0 w 45"/>
                  <a:gd name="T1" fmla="*/ 1331 h 72"/>
                  <a:gd name="T2" fmla="*/ 75 w 45"/>
                  <a:gd name="T3" fmla="*/ 1195 h 72"/>
                  <a:gd name="T4" fmla="*/ 92 w 45"/>
                  <a:gd name="T5" fmla="*/ 1059 h 72"/>
                  <a:gd name="T6" fmla="*/ 217 w 45"/>
                  <a:gd name="T7" fmla="*/ 931 h 72"/>
                  <a:gd name="T8" fmla="*/ 279 w 45"/>
                  <a:gd name="T9" fmla="*/ 739 h 72"/>
                  <a:gd name="T10" fmla="*/ 416 w 45"/>
                  <a:gd name="T11" fmla="*/ 568 h 72"/>
                  <a:gd name="T12" fmla="*/ 465 w 45"/>
                  <a:gd name="T13" fmla="*/ 397 h 72"/>
                  <a:gd name="T14" fmla="*/ 495 w 45"/>
                  <a:gd name="T15" fmla="*/ 285 h 72"/>
                  <a:gd name="T16" fmla="*/ 478 w 45"/>
                  <a:gd name="T17" fmla="*/ 115 h 72"/>
                  <a:gd name="T18" fmla="*/ 540 w 45"/>
                  <a:gd name="T19" fmla="*/ 21 h 72"/>
                  <a:gd name="T20" fmla="*/ 600 w 45"/>
                  <a:gd name="T21" fmla="*/ 77 h 72"/>
                  <a:gd name="T22" fmla="*/ 650 w 45"/>
                  <a:gd name="T23" fmla="*/ 320 h 72"/>
                  <a:gd name="T24" fmla="*/ 682 w 45"/>
                  <a:gd name="T25" fmla="*/ 683 h 72"/>
                  <a:gd name="T26" fmla="*/ 446 w 45"/>
                  <a:gd name="T27" fmla="*/ 1365 h 7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5" h="72">
                    <a:moveTo>
                      <a:pt x="0" y="70"/>
                    </a:moveTo>
                    <a:cubicBezTo>
                      <a:pt x="2" y="68"/>
                      <a:pt x="4" y="65"/>
                      <a:pt x="5" y="63"/>
                    </a:cubicBezTo>
                    <a:cubicBezTo>
                      <a:pt x="6" y="61"/>
                      <a:pt x="5" y="58"/>
                      <a:pt x="6" y="56"/>
                    </a:cubicBezTo>
                    <a:cubicBezTo>
                      <a:pt x="7" y="53"/>
                      <a:pt x="11" y="51"/>
                      <a:pt x="14" y="49"/>
                    </a:cubicBezTo>
                    <a:cubicBezTo>
                      <a:pt x="17" y="45"/>
                      <a:pt x="17" y="43"/>
                      <a:pt x="18" y="39"/>
                    </a:cubicBezTo>
                    <a:cubicBezTo>
                      <a:pt x="20" y="34"/>
                      <a:pt x="24" y="34"/>
                      <a:pt x="27" y="30"/>
                    </a:cubicBezTo>
                    <a:cubicBezTo>
                      <a:pt x="29" y="28"/>
                      <a:pt x="29" y="24"/>
                      <a:pt x="30" y="21"/>
                    </a:cubicBezTo>
                    <a:cubicBezTo>
                      <a:pt x="31" y="19"/>
                      <a:pt x="32" y="17"/>
                      <a:pt x="32" y="15"/>
                    </a:cubicBezTo>
                    <a:cubicBezTo>
                      <a:pt x="33" y="12"/>
                      <a:pt x="31" y="9"/>
                      <a:pt x="31" y="6"/>
                    </a:cubicBezTo>
                    <a:cubicBezTo>
                      <a:pt x="32" y="5"/>
                      <a:pt x="33" y="2"/>
                      <a:pt x="35" y="1"/>
                    </a:cubicBezTo>
                    <a:cubicBezTo>
                      <a:pt x="38" y="0"/>
                      <a:pt x="37" y="1"/>
                      <a:pt x="39" y="4"/>
                    </a:cubicBezTo>
                    <a:cubicBezTo>
                      <a:pt x="41" y="7"/>
                      <a:pt x="41" y="14"/>
                      <a:pt x="42" y="17"/>
                    </a:cubicBezTo>
                    <a:cubicBezTo>
                      <a:pt x="44" y="24"/>
                      <a:pt x="45" y="29"/>
                      <a:pt x="44" y="36"/>
                    </a:cubicBezTo>
                    <a:cubicBezTo>
                      <a:pt x="42" y="48"/>
                      <a:pt x="35" y="61"/>
                      <a:pt x="29" y="72"/>
                    </a:cubicBezTo>
                  </a:path>
                </a:pathLst>
              </a:custGeom>
              <a:solidFill>
                <a:srgbClr val="FFD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3" name="Freeform 12">
                <a:extLst>
                  <a:ext uri="{FF2B5EF4-FFF2-40B4-BE49-F238E27FC236}">
                    <a16:creationId xmlns:a16="http://schemas.microsoft.com/office/drawing/2014/main" id="{2E184BE2-B1BD-4B7F-9932-7D0FF37C2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2499"/>
                <a:ext cx="503" cy="326"/>
              </a:xfrm>
              <a:custGeom>
                <a:avLst/>
                <a:gdLst>
                  <a:gd name="T0" fmla="*/ 20 w 201"/>
                  <a:gd name="T1" fmla="*/ 2213 h 122"/>
                  <a:gd name="T2" fmla="*/ 95 w 201"/>
                  <a:gd name="T3" fmla="*/ 1622 h 122"/>
                  <a:gd name="T4" fmla="*/ 333 w 201"/>
                  <a:gd name="T5" fmla="*/ 1165 h 122"/>
                  <a:gd name="T6" fmla="*/ 1051 w 201"/>
                  <a:gd name="T7" fmla="*/ 401 h 122"/>
                  <a:gd name="T8" fmla="*/ 2035 w 201"/>
                  <a:gd name="T9" fmla="*/ 35 h 122"/>
                  <a:gd name="T10" fmla="*/ 2588 w 201"/>
                  <a:gd name="T11" fmla="*/ 0 h 122"/>
                  <a:gd name="T12" fmla="*/ 3151 w 201"/>
                  <a:gd name="T13" fmla="*/ 136 h 122"/>
                  <a:gd name="T14" fmla="*/ 2755 w 201"/>
                  <a:gd name="T15" fmla="*/ 94 h 122"/>
                  <a:gd name="T16" fmla="*/ 2335 w 201"/>
                  <a:gd name="T17" fmla="*/ 115 h 122"/>
                  <a:gd name="T18" fmla="*/ 2067 w 201"/>
                  <a:gd name="T19" fmla="*/ 307 h 122"/>
                  <a:gd name="T20" fmla="*/ 1834 w 201"/>
                  <a:gd name="T21" fmla="*/ 321 h 122"/>
                  <a:gd name="T22" fmla="*/ 1504 w 201"/>
                  <a:gd name="T23" fmla="*/ 492 h 122"/>
                  <a:gd name="T24" fmla="*/ 1084 w 201"/>
                  <a:gd name="T25" fmla="*/ 671 h 122"/>
                  <a:gd name="T26" fmla="*/ 876 w 201"/>
                  <a:gd name="T27" fmla="*/ 820 h 122"/>
                  <a:gd name="T28" fmla="*/ 708 w 201"/>
                  <a:gd name="T29" fmla="*/ 1128 h 122"/>
                  <a:gd name="T30" fmla="*/ 333 w 201"/>
                  <a:gd name="T31" fmla="*/ 1585 h 122"/>
                  <a:gd name="T32" fmla="*/ 95 w 201"/>
                  <a:gd name="T33" fmla="*/ 1964 h 122"/>
                  <a:gd name="T34" fmla="*/ 50 w 201"/>
                  <a:gd name="T35" fmla="*/ 2327 h 1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1" h="122">
                    <a:moveTo>
                      <a:pt x="1" y="116"/>
                    </a:moveTo>
                    <a:cubicBezTo>
                      <a:pt x="2" y="105"/>
                      <a:pt x="2" y="95"/>
                      <a:pt x="6" y="85"/>
                    </a:cubicBezTo>
                    <a:cubicBezTo>
                      <a:pt x="10" y="76"/>
                      <a:pt x="15" y="68"/>
                      <a:pt x="21" y="61"/>
                    </a:cubicBezTo>
                    <a:cubicBezTo>
                      <a:pt x="35" y="45"/>
                      <a:pt x="48" y="31"/>
                      <a:pt x="67" y="21"/>
                    </a:cubicBezTo>
                    <a:cubicBezTo>
                      <a:pt x="86" y="10"/>
                      <a:pt x="108" y="3"/>
                      <a:pt x="130" y="2"/>
                    </a:cubicBezTo>
                    <a:cubicBezTo>
                      <a:pt x="142" y="1"/>
                      <a:pt x="154" y="0"/>
                      <a:pt x="165" y="0"/>
                    </a:cubicBezTo>
                    <a:cubicBezTo>
                      <a:pt x="178" y="0"/>
                      <a:pt x="198" y="3"/>
                      <a:pt x="201" y="7"/>
                    </a:cubicBezTo>
                    <a:cubicBezTo>
                      <a:pt x="196" y="2"/>
                      <a:pt x="183" y="5"/>
                      <a:pt x="176" y="5"/>
                    </a:cubicBezTo>
                    <a:cubicBezTo>
                      <a:pt x="168" y="5"/>
                      <a:pt x="158" y="3"/>
                      <a:pt x="149" y="6"/>
                    </a:cubicBezTo>
                    <a:cubicBezTo>
                      <a:pt x="143" y="8"/>
                      <a:pt x="138" y="13"/>
                      <a:pt x="132" y="16"/>
                    </a:cubicBezTo>
                    <a:cubicBezTo>
                      <a:pt x="127" y="17"/>
                      <a:pt x="122" y="16"/>
                      <a:pt x="117" y="17"/>
                    </a:cubicBezTo>
                    <a:cubicBezTo>
                      <a:pt x="110" y="19"/>
                      <a:pt x="104" y="25"/>
                      <a:pt x="96" y="26"/>
                    </a:cubicBezTo>
                    <a:cubicBezTo>
                      <a:pt x="86" y="28"/>
                      <a:pt x="79" y="31"/>
                      <a:pt x="69" y="35"/>
                    </a:cubicBezTo>
                    <a:cubicBezTo>
                      <a:pt x="65" y="37"/>
                      <a:pt x="60" y="40"/>
                      <a:pt x="56" y="43"/>
                    </a:cubicBezTo>
                    <a:cubicBezTo>
                      <a:pt x="50" y="48"/>
                      <a:pt x="49" y="53"/>
                      <a:pt x="45" y="59"/>
                    </a:cubicBezTo>
                    <a:cubicBezTo>
                      <a:pt x="40" y="70"/>
                      <a:pt x="31" y="76"/>
                      <a:pt x="21" y="83"/>
                    </a:cubicBezTo>
                    <a:cubicBezTo>
                      <a:pt x="12" y="89"/>
                      <a:pt x="10" y="94"/>
                      <a:pt x="6" y="103"/>
                    </a:cubicBezTo>
                    <a:cubicBezTo>
                      <a:pt x="4" y="109"/>
                      <a:pt x="0" y="116"/>
                      <a:pt x="3" y="122"/>
                    </a:cubicBezTo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4" name="Freeform 13">
                <a:extLst>
                  <a:ext uri="{FF2B5EF4-FFF2-40B4-BE49-F238E27FC236}">
                    <a16:creationId xmlns:a16="http://schemas.microsoft.com/office/drawing/2014/main" id="{8A794D9F-CA93-4964-B6CB-DACFCDE49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819"/>
                <a:ext cx="17" cy="91"/>
              </a:xfrm>
              <a:custGeom>
                <a:avLst/>
                <a:gdLst>
                  <a:gd name="T0" fmla="*/ 87 w 7"/>
                  <a:gd name="T1" fmla="*/ 0 h 34"/>
                  <a:gd name="T2" fmla="*/ 87 w 7"/>
                  <a:gd name="T3" fmla="*/ 653 h 34"/>
                  <a:gd name="T4" fmla="*/ 87 w 7"/>
                  <a:gd name="T5" fmla="*/ 500 h 34"/>
                  <a:gd name="T6" fmla="*/ 87 w 7"/>
                  <a:gd name="T7" fmla="*/ 308 h 34"/>
                  <a:gd name="T8" fmla="*/ 70 w 7"/>
                  <a:gd name="T9" fmla="*/ 137 h 34"/>
                  <a:gd name="T10" fmla="*/ 87 w 7"/>
                  <a:gd name="T11" fmla="*/ 2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4">
                    <a:moveTo>
                      <a:pt x="6" y="0"/>
                    </a:moveTo>
                    <a:cubicBezTo>
                      <a:pt x="0" y="8"/>
                      <a:pt x="3" y="25"/>
                      <a:pt x="6" y="34"/>
                    </a:cubicBezTo>
                    <a:cubicBezTo>
                      <a:pt x="7" y="31"/>
                      <a:pt x="6" y="29"/>
                      <a:pt x="6" y="26"/>
                    </a:cubicBezTo>
                    <a:cubicBezTo>
                      <a:pt x="6" y="22"/>
                      <a:pt x="6" y="19"/>
                      <a:pt x="6" y="16"/>
                    </a:cubicBezTo>
                    <a:cubicBezTo>
                      <a:pt x="6" y="13"/>
                      <a:pt x="5" y="10"/>
                      <a:pt x="5" y="7"/>
                    </a:cubicBezTo>
                    <a:cubicBezTo>
                      <a:pt x="5" y="5"/>
                      <a:pt x="4" y="3"/>
                      <a:pt x="6" y="1"/>
                    </a:cubicBezTo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5" name="Freeform 14">
                <a:extLst>
                  <a:ext uri="{FF2B5EF4-FFF2-40B4-BE49-F238E27FC236}">
                    <a16:creationId xmlns:a16="http://schemas.microsoft.com/office/drawing/2014/main" id="{449F65F0-8203-4670-9D63-01F9E5223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715"/>
                <a:ext cx="310" cy="176"/>
              </a:xfrm>
              <a:custGeom>
                <a:avLst/>
                <a:gdLst>
                  <a:gd name="T0" fmla="*/ 1875 w 124"/>
                  <a:gd name="T1" fmla="*/ 760 h 66"/>
                  <a:gd name="T2" fmla="*/ 1658 w 124"/>
                  <a:gd name="T3" fmla="*/ 739 h 66"/>
                  <a:gd name="T4" fmla="*/ 1250 w 124"/>
                  <a:gd name="T5" fmla="*/ 533 h 66"/>
                  <a:gd name="T6" fmla="*/ 833 w 124"/>
                  <a:gd name="T7" fmla="*/ 320 h 66"/>
                  <a:gd name="T8" fmla="*/ 500 w 124"/>
                  <a:gd name="T9" fmla="*/ 192 h 66"/>
                  <a:gd name="T10" fmla="*/ 375 w 124"/>
                  <a:gd name="T11" fmla="*/ 77 h 66"/>
                  <a:gd name="T12" fmla="*/ 238 w 124"/>
                  <a:gd name="T13" fmla="*/ 0 h 66"/>
                  <a:gd name="T14" fmla="*/ 83 w 124"/>
                  <a:gd name="T15" fmla="*/ 35 h 66"/>
                  <a:gd name="T16" fmla="*/ 33 w 124"/>
                  <a:gd name="T17" fmla="*/ 192 h 66"/>
                  <a:gd name="T18" fmla="*/ 20 w 124"/>
                  <a:gd name="T19" fmla="*/ 491 h 66"/>
                  <a:gd name="T20" fmla="*/ 208 w 124"/>
                  <a:gd name="T21" fmla="*/ 776 h 66"/>
                  <a:gd name="T22" fmla="*/ 1145 w 124"/>
                  <a:gd name="T23" fmla="*/ 1101 h 66"/>
                  <a:gd name="T24" fmla="*/ 1625 w 124"/>
                  <a:gd name="T25" fmla="*/ 1216 h 66"/>
                  <a:gd name="T26" fmla="*/ 1938 w 124"/>
                  <a:gd name="T27" fmla="*/ 1195 h 6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4" h="66">
                    <a:moveTo>
                      <a:pt x="120" y="40"/>
                    </a:moveTo>
                    <a:cubicBezTo>
                      <a:pt x="117" y="42"/>
                      <a:pt x="109" y="40"/>
                      <a:pt x="106" y="39"/>
                    </a:cubicBezTo>
                    <a:cubicBezTo>
                      <a:pt x="97" y="36"/>
                      <a:pt x="89" y="32"/>
                      <a:pt x="80" y="28"/>
                    </a:cubicBezTo>
                    <a:cubicBezTo>
                      <a:pt x="71" y="25"/>
                      <a:pt x="62" y="21"/>
                      <a:pt x="53" y="17"/>
                    </a:cubicBezTo>
                    <a:cubicBezTo>
                      <a:pt x="46" y="14"/>
                      <a:pt x="39" y="12"/>
                      <a:pt x="32" y="10"/>
                    </a:cubicBezTo>
                    <a:cubicBezTo>
                      <a:pt x="29" y="8"/>
                      <a:pt x="27" y="6"/>
                      <a:pt x="24" y="4"/>
                    </a:cubicBezTo>
                    <a:cubicBezTo>
                      <a:pt x="21" y="2"/>
                      <a:pt x="18" y="1"/>
                      <a:pt x="15" y="0"/>
                    </a:cubicBezTo>
                    <a:cubicBezTo>
                      <a:pt x="12" y="0"/>
                      <a:pt x="7" y="0"/>
                      <a:pt x="5" y="2"/>
                    </a:cubicBezTo>
                    <a:cubicBezTo>
                      <a:pt x="3" y="4"/>
                      <a:pt x="2" y="8"/>
                      <a:pt x="2" y="10"/>
                    </a:cubicBezTo>
                    <a:cubicBezTo>
                      <a:pt x="1" y="15"/>
                      <a:pt x="0" y="21"/>
                      <a:pt x="1" y="26"/>
                    </a:cubicBezTo>
                    <a:cubicBezTo>
                      <a:pt x="2" y="33"/>
                      <a:pt x="6" y="38"/>
                      <a:pt x="13" y="41"/>
                    </a:cubicBezTo>
                    <a:cubicBezTo>
                      <a:pt x="32" y="49"/>
                      <a:pt x="53" y="53"/>
                      <a:pt x="73" y="58"/>
                    </a:cubicBezTo>
                    <a:cubicBezTo>
                      <a:pt x="83" y="60"/>
                      <a:pt x="94" y="64"/>
                      <a:pt x="104" y="64"/>
                    </a:cubicBezTo>
                    <a:cubicBezTo>
                      <a:pt x="111" y="65"/>
                      <a:pt x="118" y="66"/>
                      <a:pt x="124" y="63"/>
                    </a:cubicBezTo>
                  </a:path>
                </a:pathLst>
              </a:custGeom>
              <a:solidFill>
                <a:srgbClr val="FFD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6" name="Freeform 15">
                <a:extLst>
                  <a:ext uri="{FF2B5EF4-FFF2-40B4-BE49-F238E27FC236}">
                    <a16:creationId xmlns:a16="http://schemas.microsoft.com/office/drawing/2014/main" id="{6A7E01E6-37AB-46E7-9C34-32CD35342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809"/>
                <a:ext cx="110" cy="216"/>
              </a:xfrm>
              <a:custGeom>
                <a:avLst/>
                <a:gdLst>
                  <a:gd name="T0" fmla="*/ 208 w 44"/>
                  <a:gd name="T1" fmla="*/ 0 h 81"/>
                  <a:gd name="T2" fmla="*/ 83 w 44"/>
                  <a:gd name="T3" fmla="*/ 320 h 81"/>
                  <a:gd name="T4" fmla="*/ 83 w 44"/>
                  <a:gd name="T5" fmla="*/ 627 h 81"/>
                  <a:gd name="T6" fmla="*/ 158 w 44"/>
                  <a:gd name="T7" fmla="*/ 1045 h 81"/>
                  <a:gd name="T8" fmla="*/ 125 w 44"/>
                  <a:gd name="T9" fmla="*/ 1173 h 81"/>
                  <a:gd name="T10" fmla="*/ 83 w 44"/>
                  <a:gd name="T11" fmla="*/ 1331 h 81"/>
                  <a:gd name="T12" fmla="*/ 408 w 44"/>
                  <a:gd name="T13" fmla="*/ 1501 h 81"/>
                  <a:gd name="T14" fmla="*/ 675 w 44"/>
                  <a:gd name="T15" fmla="*/ 1400 h 81"/>
                  <a:gd name="T16" fmla="*/ 595 w 44"/>
                  <a:gd name="T17" fmla="*/ 1139 h 81"/>
                  <a:gd name="T18" fmla="*/ 363 w 44"/>
                  <a:gd name="T19" fmla="*/ 589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81">
                    <a:moveTo>
                      <a:pt x="13" y="0"/>
                    </a:moveTo>
                    <a:cubicBezTo>
                      <a:pt x="11" y="6"/>
                      <a:pt x="7" y="10"/>
                      <a:pt x="5" y="17"/>
                    </a:cubicBezTo>
                    <a:cubicBezTo>
                      <a:pt x="4" y="22"/>
                      <a:pt x="5" y="28"/>
                      <a:pt x="5" y="33"/>
                    </a:cubicBezTo>
                    <a:cubicBezTo>
                      <a:pt x="5" y="42"/>
                      <a:pt x="5" y="47"/>
                      <a:pt x="10" y="55"/>
                    </a:cubicBezTo>
                    <a:cubicBezTo>
                      <a:pt x="8" y="57"/>
                      <a:pt x="9" y="59"/>
                      <a:pt x="8" y="62"/>
                    </a:cubicBezTo>
                    <a:cubicBezTo>
                      <a:pt x="8" y="66"/>
                      <a:pt x="7" y="66"/>
                      <a:pt x="5" y="70"/>
                    </a:cubicBezTo>
                    <a:cubicBezTo>
                      <a:pt x="0" y="81"/>
                      <a:pt x="20" y="80"/>
                      <a:pt x="26" y="79"/>
                    </a:cubicBezTo>
                    <a:cubicBezTo>
                      <a:pt x="31" y="78"/>
                      <a:pt x="41" y="79"/>
                      <a:pt x="43" y="74"/>
                    </a:cubicBezTo>
                    <a:cubicBezTo>
                      <a:pt x="44" y="71"/>
                      <a:pt x="39" y="62"/>
                      <a:pt x="38" y="60"/>
                    </a:cubicBezTo>
                    <a:cubicBezTo>
                      <a:pt x="34" y="50"/>
                      <a:pt x="29" y="41"/>
                      <a:pt x="23" y="31"/>
                    </a:cubicBezTo>
                  </a:path>
                </a:pathLst>
              </a:custGeom>
              <a:solidFill>
                <a:srgbClr val="FFD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7" name="Freeform 16">
                <a:extLst>
                  <a:ext uri="{FF2B5EF4-FFF2-40B4-BE49-F238E27FC236}">
                    <a16:creationId xmlns:a16="http://schemas.microsoft.com/office/drawing/2014/main" id="{6928CC37-92AC-469E-9779-611FAD57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603"/>
                <a:ext cx="150" cy="331"/>
              </a:xfrm>
              <a:custGeom>
                <a:avLst/>
                <a:gdLst>
                  <a:gd name="T0" fmla="*/ 845 w 60"/>
                  <a:gd name="T1" fmla="*/ 93 h 124"/>
                  <a:gd name="T2" fmla="*/ 875 w 60"/>
                  <a:gd name="T3" fmla="*/ 363 h 124"/>
                  <a:gd name="T4" fmla="*/ 925 w 60"/>
                  <a:gd name="T5" fmla="*/ 649 h 124"/>
                  <a:gd name="T6" fmla="*/ 863 w 60"/>
                  <a:gd name="T7" fmla="*/ 1255 h 124"/>
                  <a:gd name="T8" fmla="*/ 708 w 60"/>
                  <a:gd name="T9" fmla="*/ 1959 h 124"/>
                  <a:gd name="T10" fmla="*/ 595 w 60"/>
                  <a:gd name="T11" fmla="*/ 2338 h 124"/>
                  <a:gd name="T12" fmla="*/ 408 w 60"/>
                  <a:gd name="T13" fmla="*/ 2280 h 124"/>
                  <a:gd name="T14" fmla="*/ 0 w 60"/>
                  <a:gd name="T15" fmla="*/ 2074 h 124"/>
                  <a:gd name="T16" fmla="*/ 408 w 60"/>
                  <a:gd name="T17" fmla="*/ 1994 h 124"/>
                  <a:gd name="T18" fmla="*/ 583 w 60"/>
                  <a:gd name="T19" fmla="*/ 1767 h 124"/>
                  <a:gd name="T20" fmla="*/ 675 w 60"/>
                  <a:gd name="T21" fmla="*/ 1618 h 124"/>
                  <a:gd name="T22" fmla="*/ 708 w 60"/>
                  <a:gd name="T23" fmla="*/ 1412 h 124"/>
                  <a:gd name="T24" fmla="*/ 800 w 60"/>
                  <a:gd name="T25" fmla="*/ 1062 h 124"/>
                  <a:gd name="T26" fmla="*/ 833 w 60"/>
                  <a:gd name="T27" fmla="*/ 534 h 124"/>
                  <a:gd name="T28" fmla="*/ 645 w 60"/>
                  <a:gd name="T29" fmla="*/ 0 h 124"/>
                  <a:gd name="T30" fmla="*/ 750 w 60"/>
                  <a:gd name="T31" fmla="*/ 136 h 124"/>
                  <a:gd name="T32" fmla="*/ 845 w 60"/>
                  <a:gd name="T33" fmla="*/ 115 h 1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0" h="124">
                    <a:moveTo>
                      <a:pt x="54" y="5"/>
                    </a:moveTo>
                    <a:cubicBezTo>
                      <a:pt x="55" y="10"/>
                      <a:pt x="55" y="15"/>
                      <a:pt x="56" y="19"/>
                    </a:cubicBezTo>
                    <a:cubicBezTo>
                      <a:pt x="58" y="25"/>
                      <a:pt x="60" y="28"/>
                      <a:pt x="59" y="34"/>
                    </a:cubicBezTo>
                    <a:cubicBezTo>
                      <a:pt x="58" y="44"/>
                      <a:pt x="57" y="55"/>
                      <a:pt x="55" y="66"/>
                    </a:cubicBezTo>
                    <a:cubicBezTo>
                      <a:pt x="53" y="79"/>
                      <a:pt x="49" y="90"/>
                      <a:pt x="45" y="103"/>
                    </a:cubicBezTo>
                    <a:cubicBezTo>
                      <a:pt x="44" y="108"/>
                      <a:pt x="43" y="120"/>
                      <a:pt x="38" y="123"/>
                    </a:cubicBezTo>
                    <a:cubicBezTo>
                      <a:pt x="35" y="124"/>
                      <a:pt x="29" y="121"/>
                      <a:pt x="26" y="120"/>
                    </a:cubicBezTo>
                    <a:cubicBezTo>
                      <a:pt x="18" y="117"/>
                      <a:pt x="10" y="109"/>
                      <a:pt x="0" y="109"/>
                    </a:cubicBezTo>
                    <a:cubicBezTo>
                      <a:pt x="8" y="107"/>
                      <a:pt x="18" y="108"/>
                      <a:pt x="26" y="105"/>
                    </a:cubicBezTo>
                    <a:cubicBezTo>
                      <a:pt x="33" y="103"/>
                      <a:pt x="34" y="99"/>
                      <a:pt x="37" y="93"/>
                    </a:cubicBezTo>
                    <a:cubicBezTo>
                      <a:pt x="38" y="90"/>
                      <a:pt x="41" y="88"/>
                      <a:pt x="43" y="85"/>
                    </a:cubicBezTo>
                    <a:cubicBezTo>
                      <a:pt x="45" y="82"/>
                      <a:pt x="44" y="78"/>
                      <a:pt x="45" y="74"/>
                    </a:cubicBezTo>
                    <a:cubicBezTo>
                      <a:pt x="46" y="68"/>
                      <a:pt x="50" y="62"/>
                      <a:pt x="51" y="56"/>
                    </a:cubicBezTo>
                    <a:cubicBezTo>
                      <a:pt x="53" y="46"/>
                      <a:pt x="55" y="38"/>
                      <a:pt x="53" y="28"/>
                    </a:cubicBezTo>
                    <a:cubicBezTo>
                      <a:pt x="51" y="18"/>
                      <a:pt x="47" y="8"/>
                      <a:pt x="41" y="0"/>
                    </a:cubicBezTo>
                    <a:cubicBezTo>
                      <a:pt x="44" y="2"/>
                      <a:pt x="45" y="6"/>
                      <a:pt x="48" y="7"/>
                    </a:cubicBezTo>
                    <a:cubicBezTo>
                      <a:pt x="49" y="8"/>
                      <a:pt x="53" y="6"/>
                      <a:pt x="54" y="6"/>
                    </a:cubicBezTo>
                  </a:path>
                </a:pathLst>
              </a:cu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8" name="Freeform 17">
                <a:extLst>
                  <a:ext uri="{FF2B5EF4-FFF2-40B4-BE49-F238E27FC236}">
                    <a16:creationId xmlns:a16="http://schemas.microsoft.com/office/drawing/2014/main" id="{6CFB21BE-A756-4554-8736-5E20D32C3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3001"/>
                <a:ext cx="335" cy="117"/>
              </a:xfrm>
              <a:custGeom>
                <a:avLst/>
                <a:gdLst>
                  <a:gd name="T0" fmla="*/ 0 w 134"/>
                  <a:gd name="T1" fmla="*/ 261 h 44"/>
                  <a:gd name="T2" fmla="*/ 250 w 134"/>
                  <a:gd name="T3" fmla="*/ 468 h 44"/>
                  <a:gd name="T4" fmla="*/ 550 w 134"/>
                  <a:gd name="T5" fmla="*/ 678 h 44"/>
                  <a:gd name="T6" fmla="*/ 1208 w 134"/>
                  <a:gd name="T7" fmla="*/ 806 h 44"/>
                  <a:gd name="T8" fmla="*/ 1738 w 134"/>
                  <a:gd name="T9" fmla="*/ 806 h 44"/>
                  <a:gd name="T10" fmla="*/ 2095 w 134"/>
                  <a:gd name="T11" fmla="*/ 750 h 44"/>
                  <a:gd name="T12" fmla="*/ 1750 w 134"/>
                  <a:gd name="T13" fmla="*/ 417 h 44"/>
                  <a:gd name="T14" fmla="*/ 1500 w 134"/>
                  <a:gd name="T15" fmla="*/ 0 h 44"/>
                  <a:gd name="T16" fmla="*/ 1583 w 134"/>
                  <a:gd name="T17" fmla="*/ 580 h 44"/>
                  <a:gd name="T18" fmla="*/ 1283 w 134"/>
                  <a:gd name="T19" fmla="*/ 622 h 44"/>
                  <a:gd name="T20" fmla="*/ 1020 w 134"/>
                  <a:gd name="T21" fmla="*/ 524 h 44"/>
                  <a:gd name="T22" fmla="*/ 470 w 134"/>
                  <a:gd name="T23" fmla="*/ 452 h 44"/>
                  <a:gd name="T24" fmla="*/ 208 w 134"/>
                  <a:gd name="T25" fmla="*/ 362 h 44"/>
                  <a:gd name="T26" fmla="*/ 20 w 134"/>
                  <a:gd name="T27" fmla="*/ 282 h 44"/>
                  <a:gd name="T28" fmla="*/ 20 w 134"/>
                  <a:gd name="T29" fmla="*/ 261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4" h="44">
                    <a:moveTo>
                      <a:pt x="0" y="14"/>
                    </a:moveTo>
                    <a:cubicBezTo>
                      <a:pt x="4" y="19"/>
                      <a:pt x="11" y="21"/>
                      <a:pt x="16" y="25"/>
                    </a:cubicBezTo>
                    <a:cubicBezTo>
                      <a:pt x="22" y="29"/>
                      <a:pt x="28" y="33"/>
                      <a:pt x="35" y="36"/>
                    </a:cubicBezTo>
                    <a:cubicBezTo>
                      <a:pt x="48" y="41"/>
                      <a:pt x="64" y="42"/>
                      <a:pt x="77" y="43"/>
                    </a:cubicBezTo>
                    <a:cubicBezTo>
                      <a:pt x="89" y="44"/>
                      <a:pt x="100" y="43"/>
                      <a:pt x="111" y="43"/>
                    </a:cubicBezTo>
                    <a:cubicBezTo>
                      <a:pt x="118" y="43"/>
                      <a:pt x="128" y="43"/>
                      <a:pt x="134" y="40"/>
                    </a:cubicBezTo>
                    <a:cubicBezTo>
                      <a:pt x="127" y="41"/>
                      <a:pt x="116" y="27"/>
                      <a:pt x="112" y="22"/>
                    </a:cubicBezTo>
                    <a:cubicBezTo>
                      <a:pt x="107" y="15"/>
                      <a:pt x="102" y="6"/>
                      <a:pt x="96" y="0"/>
                    </a:cubicBezTo>
                    <a:cubicBezTo>
                      <a:pt x="100" y="5"/>
                      <a:pt x="111" y="27"/>
                      <a:pt x="101" y="31"/>
                    </a:cubicBezTo>
                    <a:cubicBezTo>
                      <a:pt x="96" y="34"/>
                      <a:pt x="87" y="34"/>
                      <a:pt x="82" y="33"/>
                    </a:cubicBezTo>
                    <a:cubicBezTo>
                      <a:pt x="76" y="33"/>
                      <a:pt x="71" y="28"/>
                      <a:pt x="65" y="28"/>
                    </a:cubicBezTo>
                    <a:cubicBezTo>
                      <a:pt x="53" y="28"/>
                      <a:pt x="42" y="27"/>
                      <a:pt x="30" y="24"/>
                    </a:cubicBezTo>
                    <a:cubicBezTo>
                      <a:pt x="25" y="22"/>
                      <a:pt x="19" y="21"/>
                      <a:pt x="13" y="19"/>
                    </a:cubicBezTo>
                    <a:cubicBezTo>
                      <a:pt x="9" y="17"/>
                      <a:pt x="6" y="15"/>
                      <a:pt x="1" y="15"/>
                    </a:cubicBezTo>
                    <a:cubicBezTo>
                      <a:pt x="1" y="15"/>
                      <a:pt x="1" y="15"/>
                      <a:pt x="1" y="14"/>
                    </a:cubicBezTo>
                  </a:path>
                </a:pathLst>
              </a:cu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9" name="Freeform 18">
                <a:extLst>
                  <a:ext uri="{FF2B5EF4-FFF2-40B4-BE49-F238E27FC236}">
                    <a16:creationId xmlns:a16="http://schemas.microsoft.com/office/drawing/2014/main" id="{C548F6A9-C6CE-4452-9A57-1A58F5F41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510"/>
                <a:ext cx="265" cy="176"/>
              </a:xfrm>
              <a:custGeom>
                <a:avLst/>
                <a:gdLst>
                  <a:gd name="T0" fmla="*/ 0 w 106"/>
                  <a:gd name="T1" fmla="*/ 1251 h 66"/>
                  <a:gd name="T2" fmla="*/ 1658 w 106"/>
                  <a:gd name="T3" fmla="*/ 0 h 66"/>
                  <a:gd name="T4" fmla="*/ 1063 w 106"/>
                  <a:gd name="T5" fmla="*/ 248 h 66"/>
                  <a:gd name="T6" fmla="*/ 833 w 106"/>
                  <a:gd name="T7" fmla="*/ 419 h 66"/>
                  <a:gd name="T8" fmla="*/ 625 w 106"/>
                  <a:gd name="T9" fmla="*/ 605 h 66"/>
                  <a:gd name="T10" fmla="*/ 488 w 106"/>
                  <a:gd name="T11" fmla="*/ 739 h 66"/>
                  <a:gd name="T12" fmla="*/ 345 w 106"/>
                  <a:gd name="T13" fmla="*/ 931 h 66"/>
                  <a:gd name="T14" fmla="*/ 125 w 106"/>
                  <a:gd name="T15" fmla="*/ 1101 h 66"/>
                  <a:gd name="T16" fmla="*/ 20 w 106"/>
                  <a:gd name="T17" fmla="*/ 1251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6" h="66">
                    <a:moveTo>
                      <a:pt x="0" y="66"/>
                    </a:moveTo>
                    <a:cubicBezTo>
                      <a:pt x="23" y="31"/>
                      <a:pt x="63" y="3"/>
                      <a:pt x="106" y="0"/>
                    </a:cubicBezTo>
                    <a:cubicBezTo>
                      <a:pt x="93" y="3"/>
                      <a:pt x="80" y="8"/>
                      <a:pt x="68" y="13"/>
                    </a:cubicBezTo>
                    <a:cubicBezTo>
                      <a:pt x="62" y="15"/>
                      <a:pt x="58" y="19"/>
                      <a:pt x="53" y="22"/>
                    </a:cubicBezTo>
                    <a:cubicBezTo>
                      <a:pt x="47" y="24"/>
                      <a:pt x="43" y="27"/>
                      <a:pt x="40" y="32"/>
                    </a:cubicBezTo>
                    <a:cubicBezTo>
                      <a:pt x="37" y="35"/>
                      <a:pt x="34" y="36"/>
                      <a:pt x="31" y="39"/>
                    </a:cubicBezTo>
                    <a:cubicBezTo>
                      <a:pt x="27" y="42"/>
                      <a:pt x="25" y="46"/>
                      <a:pt x="22" y="49"/>
                    </a:cubicBezTo>
                    <a:cubicBezTo>
                      <a:pt x="18" y="53"/>
                      <a:pt x="12" y="54"/>
                      <a:pt x="8" y="58"/>
                    </a:cubicBezTo>
                    <a:cubicBezTo>
                      <a:pt x="5" y="61"/>
                      <a:pt x="3" y="64"/>
                      <a:pt x="1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0" name="Freeform 19">
                <a:extLst>
                  <a:ext uri="{FF2B5EF4-FFF2-40B4-BE49-F238E27FC236}">
                    <a16:creationId xmlns:a16="http://schemas.microsoft.com/office/drawing/2014/main" id="{9E2D8BC8-8705-4EFC-910E-32F8947BE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843"/>
                <a:ext cx="8" cy="48"/>
              </a:xfrm>
              <a:custGeom>
                <a:avLst/>
                <a:gdLst>
                  <a:gd name="T0" fmla="*/ 35 w 3"/>
                  <a:gd name="T1" fmla="*/ 0 h 18"/>
                  <a:gd name="T2" fmla="*/ 56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2" y="0"/>
                    </a:moveTo>
                    <a:cubicBezTo>
                      <a:pt x="0" y="5"/>
                      <a:pt x="1" y="14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1" name="Freeform 20">
                <a:extLst>
                  <a:ext uri="{FF2B5EF4-FFF2-40B4-BE49-F238E27FC236}">
                    <a16:creationId xmlns:a16="http://schemas.microsoft.com/office/drawing/2014/main" id="{B33E9586-9E6B-4FA6-9BDB-B7A43AA33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851"/>
                <a:ext cx="48" cy="62"/>
              </a:xfrm>
              <a:custGeom>
                <a:avLst/>
                <a:gdLst>
                  <a:gd name="T0" fmla="*/ 255 w 19"/>
                  <a:gd name="T1" fmla="*/ 218 h 23"/>
                  <a:gd name="T2" fmla="*/ 192 w 19"/>
                  <a:gd name="T3" fmla="*/ 429 h 23"/>
                  <a:gd name="T4" fmla="*/ 63 w 19"/>
                  <a:gd name="T5" fmla="*/ 275 h 23"/>
                  <a:gd name="T6" fmla="*/ 96 w 19"/>
                  <a:gd name="T7" fmla="*/ 35 h 23"/>
                  <a:gd name="T8" fmla="*/ 255 w 19"/>
                  <a:gd name="T9" fmla="*/ 21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16" y="11"/>
                    </a:moveTo>
                    <a:cubicBezTo>
                      <a:pt x="19" y="17"/>
                      <a:pt x="16" y="22"/>
                      <a:pt x="12" y="22"/>
                    </a:cubicBezTo>
                    <a:cubicBezTo>
                      <a:pt x="8" y="23"/>
                      <a:pt x="6" y="20"/>
                      <a:pt x="4" y="14"/>
                    </a:cubicBezTo>
                    <a:cubicBezTo>
                      <a:pt x="2" y="9"/>
                      <a:pt x="0" y="5"/>
                      <a:pt x="6" y="2"/>
                    </a:cubicBezTo>
                    <a:cubicBezTo>
                      <a:pt x="10" y="0"/>
                      <a:pt x="13" y="5"/>
                      <a:pt x="16" y="11"/>
                    </a:cubicBezTo>
                    <a:close/>
                  </a:path>
                </a:pathLst>
              </a:custGeom>
              <a:solidFill>
                <a:srgbClr val="D1BA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2" name="Freeform 21">
                <a:extLst>
                  <a:ext uri="{FF2B5EF4-FFF2-40B4-BE49-F238E27FC236}">
                    <a16:creationId xmlns:a16="http://schemas.microsoft.com/office/drawing/2014/main" id="{3F2C10FE-2620-4976-B2BB-C1B769E37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881"/>
                <a:ext cx="13" cy="21"/>
              </a:xfrm>
              <a:custGeom>
                <a:avLst/>
                <a:gdLst>
                  <a:gd name="T0" fmla="*/ 0 w 5"/>
                  <a:gd name="T1" fmla="*/ 123 h 8"/>
                  <a:gd name="T2" fmla="*/ 55 w 5"/>
                  <a:gd name="T3" fmla="*/ 0 h 8"/>
                  <a:gd name="T4" fmla="*/ 68 w 5"/>
                  <a:gd name="T5" fmla="*/ 89 h 8"/>
                  <a:gd name="T6" fmla="*/ 0 w 5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4" y="7"/>
                      <a:pt x="3" y="3"/>
                      <a:pt x="3" y="0"/>
                    </a:cubicBezTo>
                    <a:cubicBezTo>
                      <a:pt x="4" y="1"/>
                      <a:pt x="5" y="3"/>
                      <a:pt x="4" y="5"/>
                    </a:cubicBezTo>
                    <a:cubicBezTo>
                      <a:pt x="4" y="7"/>
                      <a:pt x="2" y="8"/>
                      <a:pt x="0" y="7"/>
                    </a:cubicBezTo>
                  </a:path>
                </a:pathLst>
              </a:custGeom>
              <a:solidFill>
                <a:srgbClr val="EEE5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3" name="Freeform 22">
                <a:extLst>
                  <a:ext uri="{FF2B5EF4-FFF2-40B4-BE49-F238E27FC236}">
                    <a16:creationId xmlns:a16="http://schemas.microsoft.com/office/drawing/2014/main" id="{111D5428-D6D5-49FF-BEBE-2848FC0EE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2475"/>
                <a:ext cx="765" cy="670"/>
              </a:xfrm>
              <a:custGeom>
                <a:avLst/>
                <a:gdLst>
                  <a:gd name="T0" fmla="*/ 563 w 306"/>
                  <a:gd name="T1" fmla="*/ 990 h 251"/>
                  <a:gd name="T2" fmla="*/ 83 w 306"/>
                  <a:gd name="T3" fmla="*/ 1866 h 251"/>
                  <a:gd name="T4" fmla="*/ 50 w 306"/>
                  <a:gd name="T5" fmla="*/ 2894 h 251"/>
                  <a:gd name="T6" fmla="*/ 208 w 306"/>
                  <a:gd name="T7" fmla="*/ 3419 h 251"/>
                  <a:gd name="T8" fmla="*/ 863 w 306"/>
                  <a:gd name="T9" fmla="*/ 4298 h 251"/>
                  <a:gd name="T10" fmla="*/ 2583 w 306"/>
                  <a:gd name="T11" fmla="*/ 4661 h 251"/>
                  <a:gd name="T12" fmla="*/ 3708 w 306"/>
                  <a:gd name="T13" fmla="*/ 4239 h 251"/>
                  <a:gd name="T14" fmla="*/ 4438 w 306"/>
                  <a:gd name="T15" fmla="*/ 3193 h 251"/>
                  <a:gd name="T16" fmla="*/ 4708 w 306"/>
                  <a:gd name="T17" fmla="*/ 1959 h 251"/>
                  <a:gd name="T18" fmla="*/ 4720 w 306"/>
                  <a:gd name="T19" fmla="*/ 1311 h 251"/>
                  <a:gd name="T20" fmla="*/ 4595 w 306"/>
                  <a:gd name="T21" fmla="*/ 876 h 251"/>
                  <a:gd name="T22" fmla="*/ 4270 w 306"/>
                  <a:gd name="T23" fmla="*/ 721 h 251"/>
                  <a:gd name="T24" fmla="*/ 3738 w 306"/>
                  <a:gd name="T25" fmla="*/ 342 h 251"/>
                  <a:gd name="T26" fmla="*/ 2175 w 306"/>
                  <a:gd name="T27" fmla="*/ 93 h 251"/>
                  <a:gd name="T28" fmla="*/ 563 w 306"/>
                  <a:gd name="T29" fmla="*/ 990 h 2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6" h="251">
                    <a:moveTo>
                      <a:pt x="36" y="52"/>
                    </a:moveTo>
                    <a:cubicBezTo>
                      <a:pt x="21" y="67"/>
                      <a:pt x="10" y="82"/>
                      <a:pt x="5" y="98"/>
                    </a:cubicBezTo>
                    <a:cubicBezTo>
                      <a:pt x="0" y="115"/>
                      <a:pt x="0" y="136"/>
                      <a:pt x="3" y="152"/>
                    </a:cubicBezTo>
                    <a:cubicBezTo>
                      <a:pt x="7" y="167"/>
                      <a:pt x="6" y="161"/>
                      <a:pt x="13" y="180"/>
                    </a:cubicBezTo>
                    <a:cubicBezTo>
                      <a:pt x="21" y="199"/>
                      <a:pt x="29" y="208"/>
                      <a:pt x="55" y="226"/>
                    </a:cubicBezTo>
                    <a:cubicBezTo>
                      <a:pt x="82" y="243"/>
                      <a:pt x="115" y="251"/>
                      <a:pt x="165" y="245"/>
                    </a:cubicBezTo>
                    <a:cubicBezTo>
                      <a:pt x="216" y="239"/>
                      <a:pt x="221" y="231"/>
                      <a:pt x="237" y="223"/>
                    </a:cubicBezTo>
                    <a:cubicBezTo>
                      <a:pt x="254" y="214"/>
                      <a:pt x="273" y="190"/>
                      <a:pt x="284" y="168"/>
                    </a:cubicBezTo>
                    <a:cubicBezTo>
                      <a:pt x="296" y="143"/>
                      <a:pt x="301" y="115"/>
                      <a:pt x="301" y="103"/>
                    </a:cubicBezTo>
                    <a:cubicBezTo>
                      <a:pt x="301" y="89"/>
                      <a:pt x="306" y="79"/>
                      <a:pt x="302" y="69"/>
                    </a:cubicBezTo>
                    <a:cubicBezTo>
                      <a:pt x="299" y="59"/>
                      <a:pt x="298" y="51"/>
                      <a:pt x="294" y="46"/>
                    </a:cubicBezTo>
                    <a:cubicBezTo>
                      <a:pt x="289" y="42"/>
                      <a:pt x="278" y="37"/>
                      <a:pt x="273" y="38"/>
                    </a:cubicBezTo>
                    <a:cubicBezTo>
                      <a:pt x="268" y="39"/>
                      <a:pt x="266" y="28"/>
                      <a:pt x="239" y="18"/>
                    </a:cubicBezTo>
                    <a:cubicBezTo>
                      <a:pt x="211" y="8"/>
                      <a:pt x="175" y="0"/>
                      <a:pt x="139" y="5"/>
                    </a:cubicBezTo>
                    <a:cubicBezTo>
                      <a:pt x="103" y="10"/>
                      <a:pt x="70" y="18"/>
                      <a:pt x="36" y="5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4" name="Freeform 23">
                <a:extLst>
                  <a:ext uri="{FF2B5EF4-FFF2-40B4-BE49-F238E27FC236}">
                    <a16:creationId xmlns:a16="http://schemas.microsoft.com/office/drawing/2014/main" id="{EBCF2BD7-5A90-4B3D-8DFE-2811CA3C6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851"/>
                <a:ext cx="48" cy="62"/>
              </a:xfrm>
              <a:custGeom>
                <a:avLst/>
                <a:gdLst>
                  <a:gd name="T0" fmla="*/ 255 w 19"/>
                  <a:gd name="T1" fmla="*/ 218 h 23"/>
                  <a:gd name="T2" fmla="*/ 192 w 19"/>
                  <a:gd name="T3" fmla="*/ 429 h 23"/>
                  <a:gd name="T4" fmla="*/ 63 w 19"/>
                  <a:gd name="T5" fmla="*/ 275 h 23"/>
                  <a:gd name="T6" fmla="*/ 96 w 19"/>
                  <a:gd name="T7" fmla="*/ 35 h 23"/>
                  <a:gd name="T8" fmla="*/ 255 w 19"/>
                  <a:gd name="T9" fmla="*/ 21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16" y="11"/>
                    </a:moveTo>
                    <a:cubicBezTo>
                      <a:pt x="19" y="17"/>
                      <a:pt x="16" y="22"/>
                      <a:pt x="12" y="22"/>
                    </a:cubicBezTo>
                    <a:cubicBezTo>
                      <a:pt x="8" y="23"/>
                      <a:pt x="6" y="20"/>
                      <a:pt x="4" y="14"/>
                    </a:cubicBezTo>
                    <a:cubicBezTo>
                      <a:pt x="2" y="9"/>
                      <a:pt x="0" y="5"/>
                      <a:pt x="6" y="2"/>
                    </a:cubicBezTo>
                    <a:cubicBezTo>
                      <a:pt x="10" y="0"/>
                      <a:pt x="13" y="5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5" name="Freeform 24">
                <a:extLst>
                  <a:ext uri="{FF2B5EF4-FFF2-40B4-BE49-F238E27FC236}">
                    <a16:creationId xmlns:a16="http://schemas.microsoft.com/office/drawing/2014/main" id="{1C0DF111-0672-4A3F-AEB6-95D71F1EE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849"/>
                <a:ext cx="25" cy="13"/>
              </a:xfrm>
              <a:custGeom>
                <a:avLst/>
                <a:gdLst>
                  <a:gd name="T0" fmla="*/ 0 w 10"/>
                  <a:gd name="T1" fmla="*/ 55 h 5"/>
                  <a:gd name="T2" fmla="*/ 158 w 10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4" y="0"/>
                      <a:pt x="8" y="3"/>
                      <a:pt x="1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6" name="Freeform 25">
                <a:extLst>
                  <a:ext uri="{FF2B5EF4-FFF2-40B4-BE49-F238E27FC236}">
                    <a16:creationId xmlns:a16="http://schemas.microsoft.com/office/drawing/2014/main" id="{CBA5E4A9-525B-4245-BB23-1340DD10F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830"/>
                <a:ext cx="13" cy="99"/>
              </a:xfrm>
              <a:custGeom>
                <a:avLst/>
                <a:gdLst>
                  <a:gd name="T0" fmla="*/ 88 w 5"/>
                  <a:gd name="T1" fmla="*/ 709 h 37"/>
                  <a:gd name="T2" fmla="*/ 21 w 5"/>
                  <a:gd name="T3" fmla="*/ 136 h 37"/>
                  <a:gd name="T4" fmla="*/ 21 w 5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5" y="37"/>
                    </a:moveTo>
                    <a:cubicBezTo>
                      <a:pt x="2" y="29"/>
                      <a:pt x="0" y="16"/>
                      <a:pt x="1" y="7"/>
                    </a:cubicBezTo>
                    <a:cubicBezTo>
                      <a:pt x="1" y="4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7" name="Freeform 26">
                <a:extLst>
                  <a:ext uri="{FF2B5EF4-FFF2-40B4-BE49-F238E27FC236}">
                    <a16:creationId xmlns:a16="http://schemas.microsoft.com/office/drawing/2014/main" id="{839C038A-10FD-49AE-8040-D1CFF34DC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873"/>
                <a:ext cx="15" cy="21"/>
              </a:xfrm>
              <a:custGeom>
                <a:avLst/>
                <a:gdLst>
                  <a:gd name="T0" fmla="*/ 0 w 6"/>
                  <a:gd name="T1" fmla="*/ 21 h 8"/>
                  <a:gd name="T2" fmla="*/ 33 w 6"/>
                  <a:gd name="T3" fmla="*/ 0 h 8"/>
                  <a:gd name="T4" fmla="*/ 6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4" y="2"/>
                      <a:pt x="6" y="8"/>
                      <a:pt x="4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8" name="Freeform 27">
                <a:extLst>
                  <a:ext uri="{FF2B5EF4-FFF2-40B4-BE49-F238E27FC236}">
                    <a16:creationId xmlns:a16="http://schemas.microsoft.com/office/drawing/2014/main" id="{FEFE19CC-FF42-41B2-916A-563E612F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915"/>
                <a:ext cx="18" cy="14"/>
              </a:xfrm>
              <a:custGeom>
                <a:avLst/>
                <a:gdLst>
                  <a:gd name="T0" fmla="*/ 21 w 7"/>
                  <a:gd name="T1" fmla="*/ 109 h 5"/>
                  <a:gd name="T2" fmla="*/ 85 w 7"/>
                  <a:gd name="T3" fmla="*/ 22 h 5"/>
                  <a:gd name="T4" fmla="*/ 0 w 7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3" y="4"/>
                      <a:pt x="7" y="4"/>
                      <a:pt x="5" y="1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7938" cap="flat">
                <a:solidFill>
                  <a:srgbClr val="FFE06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9" name="Freeform 28">
                <a:extLst>
                  <a:ext uri="{FF2B5EF4-FFF2-40B4-BE49-F238E27FC236}">
                    <a16:creationId xmlns:a16="http://schemas.microsoft.com/office/drawing/2014/main" id="{FEF9CA91-45BB-43B8-BA4C-E85753070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843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188 w 1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4" y="2"/>
                      <a:pt x="8" y="3"/>
                      <a:pt x="1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0" name="Freeform 29">
                <a:extLst>
                  <a:ext uri="{FF2B5EF4-FFF2-40B4-BE49-F238E27FC236}">
                    <a16:creationId xmlns:a16="http://schemas.microsoft.com/office/drawing/2014/main" id="{F8D63EE9-9EDD-4913-A634-0BF3B15AD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902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95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1" name="Freeform 30">
                <a:extLst>
                  <a:ext uri="{FF2B5EF4-FFF2-40B4-BE49-F238E27FC236}">
                    <a16:creationId xmlns:a16="http://schemas.microsoft.com/office/drawing/2014/main" id="{0CD5BE39-6ABA-4633-8092-947110E2D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830"/>
                <a:ext cx="15" cy="19"/>
              </a:xfrm>
              <a:custGeom>
                <a:avLst/>
                <a:gdLst>
                  <a:gd name="T0" fmla="*/ 0 w 6"/>
                  <a:gd name="T1" fmla="*/ 141 h 7"/>
                  <a:gd name="T2" fmla="*/ 9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6"/>
                      <a:pt x="5" y="2"/>
                      <a:pt x="6" y="0"/>
                    </a:cubicBezTo>
                  </a:path>
                </a:pathLst>
              </a:custGeom>
              <a:noFill/>
              <a:ln w="7938" cap="flat">
                <a:solidFill>
                  <a:srgbClr val="FFE06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2" name="Freeform 31">
                <a:extLst>
                  <a:ext uri="{FF2B5EF4-FFF2-40B4-BE49-F238E27FC236}">
                    <a16:creationId xmlns:a16="http://schemas.microsoft.com/office/drawing/2014/main" id="{FCBE3A8A-98F6-4D4F-B2C4-B338EFA0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833"/>
                <a:ext cx="13" cy="1"/>
              </a:xfrm>
              <a:custGeom>
                <a:avLst/>
                <a:gdLst>
                  <a:gd name="T0" fmla="*/ 88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E06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3" name="Freeform 32">
                <a:extLst>
                  <a:ext uri="{FF2B5EF4-FFF2-40B4-BE49-F238E27FC236}">
                    <a16:creationId xmlns:a16="http://schemas.microsoft.com/office/drawing/2014/main" id="{C1A8EC26-504A-4C47-8035-B8A9380CC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577"/>
                <a:ext cx="38" cy="48"/>
              </a:xfrm>
              <a:custGeom>
                <a:avLst/>
                <a:gdLst>
                  <a:gd name="T0" fmla="*/ 0 w 15"/>
                  <a:gd name="T1" fmla="*/ 0 h 18"/>
                  <a:gd name="T2" fmla="*/ 147 w 15"/>
                  <a:gd name="T3" fmla="*/ 149 h 18"/>
                  <a:gd name="T4" fmla="*/ 243 w 15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0" y="0"/>
                    </a:moveTo>
                    <a:cubicBezTo>
                      <a:pt x="4" y="1"/>
                      <a:pt x="7" y="5"/>
                      <a:pt x="9" y="8"/>
                    </a:cubicBezTo>
                    <a:cubicBezTo>
                      <a:pt x="10" y="10"/>
                      <a:pt x="13" y="13"/>
                      <a:pt x="15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4" name="Freeform 33">
                <a:extLst>
                  <a:ext uri="{FF2B5EF4-FFF2-40B4-BE49-F238E27FC236}">
                    <a16:creationId xmlns:a16="http://schemas.microsoft.com/office/drawing/2014/main" id="{4C98B348-19BE-4A93-88B1-01A0548D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606"/>
                <a:ext cx="25" cy="19"/>
              </a:xfrm>
              <a:custGeom>
                <a:avLst/>
                <a:gdLst>
                  <a:gd name="T0" fmla="*/ 50 w 10"/>
                  <a:gd name="T1" fmla="*/ 141 h 7"/>
                  <a:gd name="T2" fmla="*/ 125 w 10"/>
                  <a:gd name="T3" fmla="*/ 0 h 7"/>
                  <a:gd name="T4" fmla="*/ 0 w 10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3" y="7"/>
                    </a:moveTo>
                    <a:cubicBezTo>
                      <a:pt x="5" y="5"/>
                      <a:pt x="10" y="3"/>
                      <a:pt x="8" y="0"/>
                    </a:cubicBezTo>
                    <a:cubicBezTo>
                      <a:pt x="5" y="0"/>
                      <a:pt x="1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FDA3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5" name="Freeform 34">
                <a:extLst>
                  <a:ext uri="{FF2B5EF4-FFF2-40B4-BE49-F238E27FC236}">
                    <a16:creationId xmlns:a16="http://schemas.microsoft.com/office/drawing/2014/main" id="{E4F15F17-F3BF-48A4-9A1C-73F8492D0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918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50 w 6"/>
                  <a:gd name="T3" fmla="*/ 21 h 3"/>
                  <a:gd name="T4" fmla="*/ 95 w 6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FFDA3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6" name="Oval 35">
                <a:extLst>
                  <a:ext uri="{FF2B5EF4-FFF2-40B4-BE49-F238E27FC236}">
                    <a16:creationId xmlns:a16="http://schemas.microsoft.com/office/drawing/2014/main" id="{C9FF5265-54F3-4046-831F-4CF3D585C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2702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7" name="Freeform 36">
                <a:extLst>
                  <a:ext uri="{FF2B5EF4-FFF2-40B4-BE49-F238E27FC236}">
                    <a16:creationId xmlns:a16="http://schemas.microsoft.com/office/drawing/2014/main" id="{AE6DB3B4-B951-484C-A899-74A5F1E5B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70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8" name="Oval 37">
                <a:extLst>
                  <a:ext uri="{FF2B5EF4-FFF2-40B4-BE49-F238E27FC236}">
                    <a16:creationId xmlns:a16="http://schemas.microsoft.com/office/drawing/2014/main" id="{04561ADA-C8BB-4A7D-BC62-3F9E0B995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5" y="2675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39" name="Freeform 38">
                <a:extLst>
                  <a:ext uri="{FF2B5EF4-FFF2-40B4-BE49-F238E27FC236}">
                    <a16:creationId xmlns:a16="http://schemas.microsoft.com/office/drawing/2014/main" id="{6023571C-2FC6-49AB-BEEE-BD881923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67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0" name="Oval 39">
                <a:extLst>
                  <a:ext uri="{FF2B5EF4-FFF2-40B4-BE49-F238E27FC236}">
                    <a16:creationId xmlns:a16="http://schemas.microsoft.com/office/drawing/2014/main" id="{C23EB176-8C2B-4C3A-BC98-6352AC909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3" y="2707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41" name="Freeform 40">
                <a:extLst>
                  <a:ext uri="{FF2B5EF4-FFF2-40B4-BE49-F238E27FC236}">
                    <a16:creationId xmlns:a16="http://schemas.microsoft.com/office/drawing/2014/main" id="{5600760E-805D-4D40-BFC9-6E27432A7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70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Oval 41">
                <a:extLst>
                  <a:ext uri="{FF2B5EF4-FFF2-40B4-BE49-F238E27FC236}">
                    <a16:creationId xmlns:a16="http://schemas.microsoft.com/office/drawing/2014/main" id="{F2F5DF5D-F47A-45FA-8B2D-A689E7080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8" y="2729"/>
                <a:ext cx="7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43" name="Freeform 42">
                <a:extLst>
                  <a:ext uri="{FF2B5EF4-FFF2-40B4-BE49-F238E27FC236}">
                    <a16:creationId xmlns:a16="http://schemas.microsoft.com/office/drawing/2014/main" id="{05B6DAEE-7557-442D-AFD5-10A948FF5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72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Oval 43">
                <a:extLst>
                  <a:ext uri="{FF2B5EF4-FFF2-40B4-BE49-F238E27FC236}">
                    <a16:creationId xmlns:a16="http://schemas.microsoft.com/office/drawing/2014/main" id="{A38D9AC6-EF4D-4C61-BA53-995F6DB9E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" y="2713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45" name="Freeform 44">
                <a:extLst>
                  <a:ext uri="{FF2B5EF4-FFF2-40B4-BE49-F238E27FC236}">
                    <a16:creationId xmlns:a16="http://schemas.microsoft.com/office/drawing/2014/main" id="{6B4A0F65-3645-41B8-B597-D9279263E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71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Oval 45">
                <a:extLst>
                  <a:ext uri="{FF2B5EF4-FFF2-40B4-BE49-F238E27FC236}">
                    <a16:creationId xmlns:a16="http://schemas.microsoft.com/office/drawing/2014/main" id="{EACFCC7D-C96F-435F-A2E2-9AB13D6FE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68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47" name="Freeform 46">
                <a:extLst>
                  <a:ext uri="{FF2B5EF4-FFF2-40B4-BE49-F238E27FC236}">
                    <a16:creationId xmlns:a16="http://schemas.microsoft.com/office/drawing/2014/main" id="{0139C4E3-5008-4D13-91A1-10BE3466C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686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Oval 47">
                <a:extLst>
                  <a:ext uri="{FF2B5EF4-FFF2-40B4-BE49-F238E27FC236}">
                    <a16:creationId xmlns:a16="http://schemas.microsoft.com/office/drawing/2014/main" id="{4BF8EA2A-765A-448F-B2FF-8EA66D8D9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" y="2697"/>
                <a:ext cx="3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49" name="Freeform 48">
                <a:extLst>
                  <a:ext uri="{FF2B5EF4-FFF2-40B4-BE49-F238E27FC236}">
                    <a16:creationId xmlns:a16="http://schemas.microsoft.com/office/drawing/2014/main" id="{4083D4E7-F704-4F95-A33E-A7B76CE37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69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Oval 49">
                <a:extLst>
                  <a:ext uri="{FF2B5EF4-FFF2-40B4-BE49-F238E27FC236}">
                    <a16:creationId xmlns:a16="http://schemas.microsoft.com/office/drawing/2014/main" id="{A7EEAF97-30FB-45F1-9EBA-C5667A756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0" y="2713"/>
                <a:ext cx="5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51" name="Freeform 50">
                <a:extLst>
                  <a:ext uri="{FF2B5EF4-FFF2-40B4-BE49-F238E27FC236}">
                    <a16:creationId xmlns:a16="http://schemas.microsoft.com/office/drawing/2014/main" id="{31C22E5D-622E-4F4D-8585-C931B4A11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71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Oval 51">
                <a:extLst>
                  <a:ext uri="{FF2B5EF4-FFF2-40B4-BE49-F238E27FC236}">
                    <a16:creationId xmlns:a16="http://schemas.microsoft.com/office/drawing/2014/main" id="{7AC29377-DF30-40D1-AC6C-D9E974D78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3" y="2742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53" name="Freeform 52">
                <a:extLst>
                  <a:ext uri="{FF2B5EF4-FFF2-40B4-BE49-F238E27FC236}">
                    <a16:creationId xmlns:a16="http://schemas.microsoft.com/office/drawing/2014/main" id="{A4B79BF0-2FCD-453C-BF48-437FC3CB6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74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Oval 53">
                <a:extLst>
                  <a:ext uri="{FF2B5EF4-FFF2-40B4-BE49-F238E27FC236}">
                    <a16:creationId xmlns:a16="http://schemas.microsoft.com/office/drawing/2014/main" id="{CFA0C9E0-E402-4489-B169-F25012057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0" y="2630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55" name="Freeform 54">
                <a:extLst>
                  <a:ext uri="{FF2B5EF4-FFF2-40B4-BE49-F238E27FC236}">
                    <a16:creationId xmlns:a16="http://schemas.microsoft.com/office/drawing/2014/main" id="{AFBE399D-13B7-4615-9D96-5FCE5CA81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63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Oval 55">
                <a:extLst>
                  <a:ext uri="{FF2B5EF4-FFF2-40B4-BE49-F238E27FC236}">
                    <a16:creationId xmlns:a16="http://schemas.microsoft.com/office/drawing/2014/main" id="{26277D0D-AEA0-4A19-B07B-59AB63BA2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5" y="2603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57" name="Freeform 56">
                <a:extLst>
                  <a:ext uri="{FF2B5EF4-FFF2-40B4-BE49-F238E27FC236}">
                    <a16:creationId xmlns:a16="http://schemas.microsoft.com/office/drawing/2014/main" id="{D93BFB1A-9C69-44B7-B0C0-D2BCF54BC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60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Oval 57">
                <a:extLst>
                  <a:ext uri="{FF2B5EF4-FFF2-40B4-BE49-F238E27FC236}">
                    <a16:creationId xmlns:a16="http://schemas.microsoft.com/office/drawing/2014/main" id="{3D36944E-FD6B-4148-9827-C56187961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" y="2635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59" name="Freeform 58">
                <a:extLst>
                  <a:ext uri="{FF2B5EF4-FFF2-40B4-BE49-F238E27FC236}">
                    <a16:creationId xmlns:a16="http://schemas.microsoft.com/office/drawing/2014/main" id="{7F67E00B-5C5D-4B23-8A82-851E36420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63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Oval 59">
                <a:extLst>
                  <a:ext uri="{FF2B5EF4-FFF2-40B4-BE49-F238E27FC236}">
                    <a16:creationId xmlns:a16="http://schemas.microsoft.com/office/drawing/2014/main" id="{02CCDF6C-088A-41DB-B4C3-967DB575B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657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61" name="Freeform 60">
                <a:extLst>
                  <a:ext uri="{FF2B5EF4-FFF2-40B4-BE49-F238E27FC236}">
                    <a16:creationId xmlns:a16="http://schemas.microsoft.com/office/drawing/2014/main" id="{C25BC621-4B4F-4997-92A8-6A6560DE0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657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Oval 61">
                <a:extLst>
                  <a:ext uri="{FF2B5EF4-FFF2-40B4-BE49-F238E27FC236}">
                    <a16:creationId xmlns:a16="http://schemas.microsoft.com/office/drawing/2014/main" id="{ADF94959-1D1C-4529-9320-1885A0410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8" y="2638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63" name="Freeform 62">
                <a:extLst>
                  <a:ext uri="{FF2B5EF4-FFF2-40B4-BE49-F238E27FC236}">
                    <a16:creationId xmlns:a16="http://schemas.microsoft.com/office/drawing/2014/main" id="{45F00C12-A10F-4F30-BA25-2B7A48A3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63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Oval 63">
                <a:extLst>
                  <a:ext uri="{FF2B5EF4-FFF2-40B4-BE49-F238E27FC236}">
                    <a16:creationId xmlns:a16="http://schemas.microsoft.com/office/drawing/2014/main" id="{63457BE5-632A-4029-884C-2E3A4769F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582"/>
                <a:ext cx="7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65" name="Freeform 64">
                <a:extLst>
                  <a:ext uri="{FF2B5EF4-FFF2-40B4-BE49-F238E27FC236}">
                    <a16:creationId xmlns:a16="http://schemas.microsoft.com/office/drawing/2014/main" id="{41142B6C-2DA7-4B66-A430-950E15EB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58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Oval 65">
                <a:extLst>
                  <a:ext uri="{FF2B5EF4-FFF2-40B4-BE49-F238E27FC236}">
                    <a16:creationId xmlns:a16="http://schemas.microsoft.com/office/drawing/2014/main" id="{CEE87233-9587-43CE-804B-D09357060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" y="2585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67" name="Freeform 66">
                <a:extLst>
                  <a:ext uri="{FF2B5EF4-FFF2-40B4-BE49-F238E27FC236}">
                    <a16:creationId xmlns:a16="http://schemas.microsoft.com/office/drawing/2014/main" id="{264B1D4D-2851-4B0F-BB0B-69902D8D9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58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Oval 67">
                <a:extLst>
                  <a:ext uri="{FF2B5EF4-FFF2-40B4-BE49-F238E27FC236}">
                    <a16:creationId xmlns:a16="http://schemas.microsoft.com/office/drawing/2014/main" id="{F81B3787-8427-47BD-BDE8-C21DC8B8A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569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69" name="Freeform 68">
                <a:extLst>
                  <a:ext uri="{FF2B5EF4-FFF2-40B4-BE49-F238E27FC236}">
                    <a16:creationId xmlns:a16="http://schemas.microsoft.com/office/drawing/2014/main" id="{78F68EA7-5DCD-46BC-AA6B-BD0F5E0B9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57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Oval 69">
                <a:extLst>
                  <a:ext uri="{FF2B5EF4-FFF2-40B4-BE49-F238E27FC236}">
                    <a16:creationId xmlns:a16="http://schemas.microsoft.com/office/drawing/2014/main" id="{F58542DF-2126-4230-94EE-6A5B37257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0" y="2649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71" name="Freeform 70">
                <a:extLst>
                  <a:ext uri="{FF2B5EF4-FFF2-40B4-BE49-F238E27FC236}">
                    <a16:creationId xmlns:a16="http://schemas.microsoft.com/office/drawing/2014/main" id="{132C50AF-D6F2-4296-8A0B-1F4A4F401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649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Oval 71">
                <a:extLst>
                  <a:ext uri="{FF2B5EF4-FFF2-40B4-BE49-F238E27FC236}">
                    <a16:creationId xmlns:a16="http://schemas.microsoft.com/office/drawing/2014/main" id="{2601C4BE-591B-4664-8D90-CB5303661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" y="2659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73" name="Freeform 72">
                <a:extLst>
                  <a:ext uri="{FF2B5EF4-FFF2-40B4-BE49-F238E27FC236}">
                    <a16:creationId xmlns:a16="http://schemas.microsoft.com/office/drawing/2014/main" id="{1330651A-0378-457C-9C4D-054E315A0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65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Oval 73">
                <a:extLst>
                  <a:ext uri="{FF2B5EF4-FFF2-40B4-BE49-F238E27FC236}">
                    <a16:creationId xmlns:a16="http://schemas.microsoft.com/office/drawing/2014/main" id="{942E168E-7ADB-450F-B466-A650BA3DB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3" y="2569"/>
                <a:ext cx="5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75" name="Freeform 74">
                <a:extLst>
                  <a:ext uri="{FF2B5EF4-FFF2-40B4-BE49-F238E27FC236}">
                    <a16:creationId xmlns:a16="http://schemas.microsoft.com/office/drawing/2014/main" id="{D43F4A0C-4106-42A4-9A5A-1874BF9FF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569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Oval 75">
                <a:extLst>
                  <a:ext uri="{FF2B5EF4-FFF2-40B4-BE49-F238E27FC236}">
                    <a16:creationId xmlns:a16="http://schemas.microsoft.com/office/drawing/2014/main" id="{283BD116-BC16-40A9-9D49-CD2190BDA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2598"/>
                <a:ext cx="3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77" name="Freeform 76">
                <a:extLst>
                  <a:ext uri="{FF2B5EF4-FFF2-40B4-BE49-F238E27FC236}">
                    <a16:creationId xmlns:a16="http://schemas.microsoft.com/office/drawing/2014/main" id="{3B0723A7-CA98-445C-A265-3B123B479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259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Oval 77">
                <a:extLst>
                  <a:ext uri="{FF2B5EF4-FFF2-40B4-BE49-F238E27FC236}">
                    <a16:creationId xmlns:a16="http://schemas.microsoft.com/office/drawing/2014/main" id="{E5540717-0F3B-4A54-88EC-FCAE73268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5" y="2537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79" name="Freeform 78">
                <a:extLst>
                  <a:ext uri="{FF2B5EF4-FFF2-40B4-BE49-F238E27FC236}">
                    <a16:creationId xmlns:a16="http://schemas.microsoft.com/office/drawing/2014/main" id="{ED318979-E7C4-45EB-A5CF-9D7FF92D4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53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Oval 79">
                <a:extLst>
                  <a:ext uri="{FF2B5EF4-FFF2-40B4-BE49-F238E27FC236}">
                    <a16:creationId xmlns:a16="http://schemas.microsoft.com/office/drawing/2014/main" id="{A5BE6FC1-22B9-443C-A699-82A5863DA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555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81" name="Freeform 80">
                <a:extLst>
                  <a:ext uri="{FF2B5EF4-FFF2-40B4-BE49-F238E27FC236}">
                    <a16:creationId xmlns:a16="http://schemas.microsoft.com/office/drawing/2014/main" id="{40A3EECB-2729-4C4B-B35B-0BC9BB03B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55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Oval 81">
                <a:extLst>
                  <a:ext uri="{FF2B5EF4-FFF2-40B4-BE49-F238E27FC236}">
                    <a16:creationId xmlns:a16="http://schemas.microsoft.com/office/drawing/2014/main" id="{25FCE557-128D-4950-B42E-9A621EDA0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" y="2625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83" name="Freeform 82">
                <a:extLst>
                  <a:ext uri="{FF2B5EF4-FFF2-40B4-BE49-F238E27FC236}">
                    <a16:creationId xmlns:a16="http://schemas.microsoft.com/office/drawing/2014/main" id="{022EADB1-3D62-45A0-BFBD-81C8D0515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627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54 h 2"/>
                  <a:gd name="T6" fmla="*/ 0 w 3"/>
                  <a:gd name="T7" fmla="*/ 54 h 2"/>
                  <a:gd name="T8" fmla="*/ 35 w 3"/>
                  <a:gd name="T9" fmla="*/ 54 h 2"/>
                  <a:gd name="T10" fmla="*/ 56 w 3"/>
                  <a:gd name="T11" fmla="*/ 27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Oval 83">
                <a:extLst>
                  <a:ext uri="{FF2B5EF4-FFF2-40B4-BE49-F238E27FC236}">
                    <a16:creationId xmlns:a16="http://schemas.microsoft.com/office/drawing/2014/main" id="{C3F749A6-C7B2-41F4-A222-A8CEAD066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3" y="2585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85" name="Freeform 84">
                <a:extLst>
                  <a:ext uri="{FF2B5EF4-FFF2-40B4-BE49-F238E27FC236}">
                    <a16:creationId xmlns:a16="http://schemas.microsoft.com/office/drawing/2014/main" id="{787F95D7-98EC-4C1F-99C8-5660DF5E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58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Oval 85">
                <a:extLst>
                  <a:ext uri="{FF2B5EF4-FFF2-40B4-BE49-F238E27FC236}">
                    <a16:creationId xmlns:a16="http://schemas.microsoft.com/office/drawing/2014/main" id="{4F807843-6AC6-4D54-8099-134A5F626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" y="2609"/>
                <a:ext cx="7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87" name="Freeform 86">
                <a:extLst>
                  <a:ext uri="{FF2B5EF4-FFF2-40B4-BE49-F238E27FC236}">
                    <a16:creationId xmlns:a16="http://schemas.microsoft.com/office/drawing/2014/main" id="{418724C5-732E-4486-A892-F6BDECFF3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609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56 h 3"/>
                  <a:gd name="T8" fmla="*/ 33 w 4"/>
                  <a:gd name="T9" fmla="*/ 56 h 3"/>
                  <a:gd name="T10" fmla="*/ 63 w 4"/>
                  <a:gd name="T11" fmla="*/ 35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Oval 87">
                <a:extLst>
                  <a:ext uri="{FF2B5EF4-FFF2-40B4-BE49-F238E27FC236}">
                    <a16:creationId xmlns:a16="http://schemas.microsoft.com/office/drawing/2014/main" id="{68B32B98-0D34-46EE-992E-BA1892794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643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89" name="Freeform 88">
                <a:extLst>
                  <a:ext uri="{FF2B5EF4-FFF2-40B4-BE49-F238E27FC236}">
                    <a16:creationId xmlns:a16="http://schemas.microsoft.com/office/drawing/2014/main" id="{60AB9134-42EC-4471-B878-4D2C772A5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643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Oval 89">
                <a:extLst>
                  <a:ext uri="{FF2B5EF4-FFF2-40B4-BE49-F238E27FC236}">
                    <a16:creationId xmlns:a16="http://schemas.microsoft.com/office/drawing/2014/main" id="{77722BF2-3867-469B-BE21-23816CA32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614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91" name="Freeform 90">
                <a:extLst>
                  <a:ext uri="{FF2B5EF4-FFF2-40B4-BE49-F238E27FC236}">
                    <a16:creationId xmlns:a16="http://schemas.microsoft.com/office/drawing/2014/main" id="{0554C47D-82C7-4711-ACC8-2C4352A50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614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Oval 91">
                <a:extLst>
                  <a:ext uri="{FF2B5EF4-FFF2-40B4-BE49-F238E27FC236}">
                    <a16:creationId xmlns:a16="http://schemas.microsoft.com/office/drawing/2014/main" id="{9860E562-5A9C-4C62-B4EB-B9E441006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2625"/>
                <a:ext cx="3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93" name="Freeform 92">
                <a:extLst>
                  <a:ext uri="{FF2B5EF4-FFF2-40B4-BE49-F238E27FC236}">
                    <a16:creationId xmlns:a16="http://schemas.microsoft.com/office/drawing/2014/main" id="{940C05DA-376E-4D35-B3D2-DA454E91A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62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Oval 93">
                <a:extLst>
                  <a:ext uri="{FF2B5EF4-FFF2-40B4-BE49-F238E27FC236}">
                    <a16:creationId xmlns:a16="http://schemas.microsoft.com/office/drawing/2014/main" id="{784D922B-32DA-4DD9-B3AC-81DC214D4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2641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95" name="Freeform 94">
                <a:extLst>
                  <a:ext uri="{FF2B5EF4-FFF2-40B4-BE49-F238E27FC236}">
                    <a16:creationId xmlns:a16="http://schemas.microsoft.com/office/drawing/2014/main" id="{262C8AA4-AE3D-41CE-98BA-943EC8B5B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64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Oval 95">
                <a:extLst>
                  <a:ext uri="{FF2B5EF4-FFF2-40B4-BE49-F238E27FC236}">
                    <a16:creationId xmlns:a16="http://schemas.microsoft.com/office/drawing/2014/main" id="{D50212D1-6F12-4307-A8C0-3ADB58158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3" y="2670"/>
                <a:ext cx="2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97" name="Freeform 96">
                <a:extLst>
                  <a:ext uri="{FF2B5EF4-FFF2-40B4-BE49-F238E27FC236}">
                    <a16:creationId xmlns:a16="http://schemas.microsoft.com/office/drawing/2014/main" id="{BF1F2DA0-B342-478D-8809-DD9B2B51F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67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Oval 97">
                <a:extLst>
                  <a:ext uri="{FF2B5EF4-FFF2-40B4-BE49-F238E27FC236}">
                    <a16:creationId xmlns:a16="http://schemas.microsoft.com/office/drawing/2014/main" id="{8401E963-79C4-451D-AB2C-B453E4C6A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2649"/>
                <a:ext cx="7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99" name="Freeform 98">
                <a:extLst>
                  <a:ext uri="{FF2B5EF4-FFF2-40B4-BE49-F238E27FC236}">
                    <a16:creationId xmlns:a16="http://schemas.microsoft.com/office/drawing/2014/main" id="{8C39A2FF-CCE5-48F9-96A1-7A15F794A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64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0" name="Oval 99">
                <a:extLst>
                  <a:ext uri="{FF2B5EF4-FFF2-40B4-BE49-F238E27FC236}">
                    <a16:creationId xmlns:a16="http://schemas.microsoft.com/office/drawing/2014/main" id="{E7AB5AE8-FCAE-4B36-956F-D006764E3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3" y="2622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01" name="Freeform 100">
                <a:extLst>
                  <a:ext uri="{FF2B5EF4-FFF2-40B4-BE49-F238E27FC236}">
                    <a16:creationId xmlns:a16="http://schemas.microsoft.com/office/drawing/2014/main" id="{FC5556CE-C9A5-4893-B8DF-553B13806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62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Oval 101">
                <a:extLst>
                  <a:ext uri="{FF2B5EF4-FFF2-40B4-BE49-F238E27FC236}">
                    <a16:creationId xmlns:a16="http://schemas.microsoft.com/office/drawing/2014/main" id="{9554597C-074D-43D9-AB06-CE04D86CE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0" y="2654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03" name="Freeform 102">
                <a:extLst>
                  <a:ext uri="{FF2B5EF4-FFF2-40B4-BE49-F238E27FC236}">
                    <a16:creationId xmlns:a16="http://schemas.microsoft.com/office/drawing/2014/main" id="{EF628075-8094-484C-A7C6-9796DDC13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65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4" name="Oval 103">
                <a:extLst>
                  <a:ext uri="{FF2B5EF4-FFF2-40B4-BE49-F238E27FC236}">
                    <a16:creationId xmlns:a16="http://schemas.microsoft.com/office/drawing/2014/main" id="{5414F1A9-4FAE-4DAD-9F5D-19CD57E05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5" y="2675"/>
                <a:ext cx="8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05" name="Freeform 104">
                <a:extLst>
                  <a:ext uri="{FF2B5EF4-FFF2-40B4-BE49-F238E27FC236}">
                    <a16:creationId xmlns:a16="http://schemas.microsoft.com/office/drawing/2014/main" id="{D26DD93F-A9FC-40E5-A916-8D03C3411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675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Oval 105">
                <a:extLst>
                  <a:ext uri="{FF2B5EF4-FFF2-40B4-BE49-F238E27FC236}">
                    <a16:creationId xmlns:a16="http://schemas.microsoft.com/office/drawing/2014/main" id="{B2989A50-7C8E-459C-A8B8-177B98909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2659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07" name="Freeform 106">
                <a:extLst>
                  <a:ext uri="{FF2B5EF4-FFF2-40B4-BE49-F238E27FC236}">
                    <a16:creationId xmlns:a16="http://schemas.microsoft.com/office/drawing/2014/main" id="{8497F653-03A9-4A09-B339-0C07FCC10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66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Oval 107">
                <a:extLst>
                  <a:ext uri="{FF2B5EF4-FFF2-40B4-BE49-F238E27FC236}">
                    <a16:creationId xmlns:a16="http://schemas.microsoft.com/office/drawing/2014/main" id="{4FD4D787-B53E-44EA-9761-8FC89695E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2630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09" name="Freeform 108">
                <a:extLst>
                  <a:ext uri="{FF2B5EF4-FFF2-40B4-BE49-F238E27FC236}">
                    <a16:creationId xmlns:a16="http://schemas.microsoft.com/office/drawing/2014/main" id="{13D817E4-4E0F-4319-9EA8-C6CC12261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633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Oval 109">
                <a:extLst>
                  <a:ext uri="{FF2B5EF4-FFF2-40B4-BE49-F238E27FC236}">
                    <a16:creationId xmlns:a16="http://schemas.microsoft.com/office/drawing/2014/main" id="{CFBBF834-4F47-48E4-A2AD-C60EFF925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8" y="2643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11" name="Freeform 110">
                <a:extLst>
                  <a:ext uri="{FF2B5EF4-FFF2-40B4-BE49-F238E27FC236}">
                    <a16:creationId xmlns:a16="http://schemas.microsoft.com/office/drawing/2014/main" id="{90FE019A-04E6-41D0-B60E-2FD28A956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64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Oval 111">
                <a:extLst>
                  <a:ext uri="{FF2B5EF4-FFF2-40B4-BE49-F238E27FC236}">
                    <a16:creationId xmlns:a16="http://schemas.microsoft.com/office/drawing/2014/main" id="{30D69DE7-A50D-4C79-B005-7F9B57E66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2659"/>
                <a:ext cx="5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13" name="Freeform 112">
                <a:extLst>
                  <a:ext uri="{FF2B5EF4-FFF2-40B4-BE49-F238E27FC236}">
                    <a16:creationId xmlns:a16="http://schemas.microsoft.com/office/drawing/2014/main" id="{80FA8E51-73D2-4531-9299-F67D0B99E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65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Oval 113">
                <a:extLst>
                  <a:ext uri="{FF2B5EF4-FFF2-40B4-BE49-F238E27FC236}">
                    <a16:creationId xmlns:a16="http://schemas.microsoft.com/office/drawing/2014/main" id="{1F9DE99E-CE15-4803-898E-D40B6E784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5" y="2870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15" name="Freeform 114">
                <a:extLst>
                  <a:ext uri="{FF2B5EF4-FFF2-40B4-BE49-F238E27FC236}">
                    <a16:creationId xmlns:a16="http://schemas.microsoft.com/office/drawing/2014/main" id="{829C8CD7-1A13-4AF0-9ED7-98ADF070F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87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Oval 115">
                <a:extLst>
                  <a:ext uri="{FF2B5EF4-FFF2-40B4-BE49-F238E27FC236}">
                    <a16:creationId xmlns:a16="http://schemas.microsoft.com/office/drawing/2014/main" id="{F1DF1943-6D85-49F7-B28D-C133EBB48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8" y="2843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17" name="Freeform 116">
                <a:extLst>
                  <a:ext uri="{FF2B5EF4-FFF2-40B4-BE49-F238E27FC236}">
                    <a16:creationId xmlns:a16="http://schemas.microsoft.com/office/drawing/2014/main" id="{5FB296AF-A084-426E-ACF1-B72DFE06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84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Oval 117">
                <a:extLst>
                  <a:ext uri="{FF2B5EF4-FFF2-40B4-BE49-F238E27FC236}">
                    <a16:creationId xmlns:a16="http://schemas.microsoft.com/office/drawing/2014/main" id="{D6366FA0-BC14-4490-A964-934DA96FF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5" y="2875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19" name="Freeform 118">
                <a:extLst>
                  <a:ext uri="{FF2B5EF4-FFF2-40B4-BE49-F238E27FC236}">
                    <a16:creationId xmlns:a16="http://schemas.microsoft.com/office/drawing/2014/main" id="{914D7273-A7F4-4947-A882-CAFB38B64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87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Oval 119">
                <a:extLst>
                  <a:ext uri="{FF2B5EF4-FFF2-40B4-BE49-F238E27FC236}">
                    <a16:creationId xmlns:a16="http://schemas.microsoft.com/office/drawing/2014/main" id="{9D80DBBC-0342-45F0-9C4C-C492774D1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2897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21" name="Freeform 120">
                <a:extLst>
                  <a:ext uri="{FF2B5EF4-FFF2-40B4-BE49-F238E27FC236}">
                    <a16:creationId xmlns:a16="http://schemas.microsoft.com/office/drawing/2014/main" id="{E15D8E88-59F7-4366-B03E-64D85F02F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897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Oval 121">
                <a:extLst>
                  <a:ext uri="{FF2B5EF4-FFF2-40B4-BE49-F238E27FC236}">
                    <a16:creationId xmlns:a16="http://schemas.microsoft.com/office/drawing/2014/main" id="{C85C3D4B-9CD5-42AF-809D-208421CB8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0" y="2883"/>
                <a:ext cx="8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23" name="Freeform 122">
                <a:extLst>
                  <a:ext uri="{FF2B5EF4-FFF2-40B4-BE49-F238E27FC236}">
                    <a16:creationId xmlns:a16="http://schemas.microsoft.com/office/drawing/2014/main" id="{A0F8A0B9-5C7E-423D-A4D7-88708B847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883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Oval 123">
                <a:extLst>
                  <a:ext uri="{FF2B5EF4-FFF2-40B4-BE49-F238E27FC236}">
                    <a16:creationId xmlns:a16="http://schemas.microsoft.com/office/drawing/2014/main" id="{0CDFE119-0CEB-4634-B54F-AFBD6794D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" y="2854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25" name="Freeform 124">
                <a:extLst>
                  <a:ext uri="{FF2B5EF4-FFF2-40B4-BE49-F238E27FC236}">
                    <a16:creationId xmlns:a16="http://schemas.microsoft.com/office/drawing/2014/main" id="{0BDC24A5-D9CA-40DF-9EF7-DF2FDB7D4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854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12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Oval 125">
                <a:extLst>
                  <a:ext uri="{FF2B5EF4-FFF2-40B4-BE49-F238E27FC236}">
                    <a16:creationId xmlns:a16="http://schemas.microsoft.com/office/drawing/2014/main" id="{E5ACF6BD-3325-4058-9115-68D48B087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3" y="2865"/>
                <a:ext cx="2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27" name="Freeform 126">
                <a:extLst>
                  <a:ext uri="{FF2B5EF4-FFF2-40B4-BE49-F238E27FC236}">
                    <a16:creationId xmlns:a16="http://schemas.microsoft.com/office/drawing/2014/main" id="{717F2BE6-5650-4D05-A058-F8C510FFF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86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Oval 127">
                <a:extLst>
                  <a:ext uri="{FF2B5EF4-FFF2-40B4-BE49-F238E27FC236}">
                    <a16:creationId xmlns:a16="http://schemas.microsoft.com/office/drawing/2014/main" id="{11BD5AAC-CE96-4D94-9166-F5ECF41A8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3" y="2881"/>
                <a:ext cx="5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29" name="Freeform 128">
                <a:extLst>
                  <a:ext uri="{FF2B5EF4-FFF2-40B4-BE49-F238E27FC236}">
                    <a16:creationId xmlns:a16="http://schemas.microsoft.com/office/drawing/2014/main" id="{5254D955-646A-48AF-ADD4-138FAEDF7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88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0" name="Oval 129">
                <a:extLst>
                  <a:ext uri="{FF2B5EF4-FFF2-40B4-BE49-F238E27FC236}">
                    <a16:creationId xmlns:a16="http://schemas.microsoft.com/office/drawing/2014/main" id="{58983A30-4186-402C-ABA5-75A2A9571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2801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31" name="Freeform 130">
                <a:extLst>
                  <a:ext uri="{FF2B5EF4-FFF2-40B4-BE49-F238E27FC236}">
                    <a16:creationId xmlns:a16="http://schemas.microsoft.com/office/drawing/2014/main" id="{4A6B942A-AD9A-4870-8987-029A8A737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80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Oval 131">
                <a:extLst>
                  <a:ext uri="{FF2B5EF4-FFF2-40B4-BE49-F238E27FC236}">
                    <a16:creationId xmlns:a16="http://schemas.microsoft.com/office/drawing/2014/main" id="{4EF9AD0F-A96E-40AE-8E1D-AF5E70C44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774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33" name="Freeform 132">
                <a:extLst>
                  <a:ext uri="{FF2B5EF4-FFF2-40B4-BE49-F238E27FC236}">
                    <a16:creationId xmlns:a16="http://schemas.microsoft.com/office/drawing/2014/main" id="{3B38C84E-B82C-4E90-ADCB-4277E7D1B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77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Oval 133">
                <a:extLst>
                  <a:ext uri="{FF2B5EF4-FFF2-40B4-BE49-F238E27FC236}">
                    <a16:creationId xmlns:a16="http://schemas.microsoft.com/office/drawing/2014/main" id="{027BF3A1-0C2E-4EE0-B5F5-C0A75C3A7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5" y="2710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35" name="Freeform 134">
                <a:extLst>
                  <a:ext uri="{FF2B5EF4-FFF2-40B4-BE49-F238E27FC236}">
                    <a16:creationId xmlns:a16="http://schemas.microsoft.com/office/drawing/2014/main" id="{98A47EA6-A492-4747-A7A9-B0EE9839A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71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Oval 135">
                <a:extLst>
                  <a:ext uri="{FF2B5EF4-FFF2-40B4-BE49-F238E27FC236}">
                    <a16:creationId xmlns:a16="http://schemas.microsoft.com/office/drawing/2014/main" id="{6F1259A3-7D5C-441C-85BA-DB4D39C6B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3" y="2729"/>
                <a:ext cx="7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37" name="Freeform 136">
                <a:extLst>
                  <a:ext uri="{FF2B5EF4-FFF2-40B4-BE49-F238E27FC236}">
                    <a16:creationId xmlns:a16="http://schemas.microsoft.com/office/drawing/2014/main" id="{FE49A5EF-6F87-4A82-86E5-E714E832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272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Oval 137">
                <a:extLst>
                  <a:ext uri="{FF2B5EF4-FFF2-40B4-BE49-F238E27FC236}">
                    <a16:creationId xmlns:a16="http://schemas.microsoft.com/office/drawing/2014/main" id="{A298AD56-0010-4A1C-AEB3-56246F980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5" y="280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39" name="Freeform 138">
                <a:extLst>
                  <a:ext uri="{FF2B5EF4-FFF2-40B4-BE49-F238E27FC236}">
                    <a16:creationId xmlns:a16="http://schemas.microsoft.com/office/drawing/2014/main" id="{F27B7D42-A5EC-40FD-89B2-AFE337B72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806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33 h 2"/>
                  <a:gd name="T6" fmla="*/ 0 w 3"/>
                  <a:gd name="T7" fmla="*/ 33 h 2"/>
                  <a:gd name="T8" fmla="*/ 35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Oval 139">
                <a:extLst>
                  <a:ext uri="{FF2B5EF4-FFF2-40B4-BE49-F238E27FC236}">
                    <a16:creationId xmlns:a16="http://schemas.microsoft.com/office/drawing/2014/main" id="{872A6338-0ED2-4B9E-8197-C73FD581B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3" y="2825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41" name="Freeform 140">
                <a:extLst>
                  <a:ext uri="{FF2B5EF4-FFF2-40B4-BE49-F238E27FC236}">
                    <a16:creationId xmlns:a16="http://schemas.microsoft.com/office/drawing/2014/main" id="{EB72D73B-FBA1-4511-B833-3D16395C6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827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Oval 141">
                <a:extLst>
                  <a:ext uri="{FF2B5EF4-FFF2-40B4-BE49-F238E27FC236}">
                    <a16:creationId xmlns:a16="http://schemas.microsoft.com/office/drawing/2014/main" id="{07CDF643-689D-46E9-B068-F277C53A9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2806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43" name="Freeform 142">
                <a:extLst>
                  <a:ext uri="{FF2B5EF4-FFF2-40B4-BE49-F238E27FC236}">
                    <a16:creationId xmlns:a16="http://schemas.microsoft.com/office/drawing/2014/main" id="{BAC489C4-85E5-4790-98C0-79FB0DFFC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809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12 w 3"/>
                  <a:gd name="T9" fmla="*/ 33 h 2"/>
                  <a:gd name="T10" fmla="*/ 37 w 3"/>
                  <a:gd name="T11" fmla="*/ 20 h 2"/>
                  <a:gd name="T12" fmla="*/ 28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Oval 143">
                <a:extLst>
                  <a:ext uri="{FF2B5EF4-FFF2-40B4-BE49-F238E27FC236}">
                    <a16:creationId xmlns:a16="http://schemas.microsoft.com/office/drawing/2014/main" id="{4DAC2DD6-76A9-454B-8EF3-56A66168B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3" y="2750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45" name="Freeform 144">
                <a:extLst>
                  <a:ext uri="{FF2B5EF4-FFF2-40B4-BE49-F238E27FC236}">
                    <a16:creationId xmlns:a16="http://schemas.microsoft.com/office/drawing/2014/main" id="{7E096AC8-444B-417A-A77A-3274B1333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75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Oval 145">
                <a:extLst>
                  <a:ext uri="{FF2B5EF4-FFF2-40B4-BE49-F238E27FC236}">
                    <a16:creationId xmlns:a16="http://schemas.microsoft.com/office/drawing/2014/main" id="{7869CD4C-4DAD-4E45-9C53-D91C70C57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3" y="2753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47" name="Freeform 146">
                <a:extLst>
                  <a:ext uri="{FF2B5EF4-FFF2-40B4-BE49-F238E27FC236}">
                    <a16:creationId xmlns:a16="http://schemas.microsoft.com/office/drawing/2014/main" id="{D42F67E9-02B1-47BD-8007-5BFDB07C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753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8" name="Oval 147">
                <a:extLst>
                  <a:ext uri="{FF2B5EF4-FFF2-40B4-BE49-F238E27FC236}">
                    <a16:creationId xmlns:a16="http://schemas.microsoft.com/office/drawing/2014/main" id="{6703EC55-AF1C-4779-9209-C53EA6ED2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3" y="2739"/>
                <a:ext cx="7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49" name="Freeform 148">
                <a:extLst>
                  <a:ext uri="{FF2B5EF4-FFF2-40B4-BE49-F238E27FC236}">
                    <a16:creationId xmlns:a16="http://schemas.microsoft.com/office/drawing/2014/main" id="{CBD527A7-883E-451A-A399-AAD7184AD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739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0" name="Oval 149">
                <a:extLst>
                  <a:ext uri="{FF2B5EF4-FFF2-40B4-BE49-F238E27FC236}">
                    <a16:creationId xmlns:a16="http://schemas.microsoft.com/office/drawing/2014/main" id="{0958305C-63B9-45F5-8BF1-7987A92D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" y="2817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1" name="Freeform 150">
                <a:extLst>
                  <a:ext uri="{FF2B5EF4-FFF2-40B4-BE49-F238E27FC236}">
                    <a16:creationId xmlns:a16="http://schemas.microsoft.com/office/drawing/2014/main" id="{311F110D-D444-4130-BB3E-1E5A51D33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817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21 w 3"/>
                  <a:gd name="T9" fmla="*/ 63 h 4"/>
                  <a:gd name="T10" fmla="*/ 56 w 3"/>
                  <a:gd name="T11" fmla="*/ 33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2" name="Oval 151">
                <a:extLst>
                  <a:ext uri="{FF2B5EF4-FFF2-40B4-BE49-F238E27FC236}">
                    <a16:creationId xmlns:a16="http://schemas.microsoft.com/office/drawing/2014/main" id="{0D595DC1-A0FA-487F-B9DB-5AD15DDBD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2827"/>
                <a:ext cx="3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3" name="Freeform 152">
                <a:extLst>
                  <a:ext uri="{FF2B5EF4-FFF2-40B4-BE49-F238E27FC236}">
                    <a16:creationId xmlns:a16="http://schemas.microsoft.com/office/drawing/2014/main" id="{EE310F52-8F7A-4AB2-9A78-207E59CA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82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4" name="Oval 153">
                <a:extLst>
                  <a:ext uri="{FF2B5EF4-FFF2-40B4-BE49-F238E27FC236}">
                    <a16:creationId xmlns:a16="http://schemas.microsoft.com/office/drawing/2014/main" id="{FBE1C1E1-49A1-44D9-A45C-48C045628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2737"/>
                <a:ext cx="5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5" name="Freeform 154">
                <a:extLst>
                  <a:ext uri="{FF2B5EF4-FFF2-40B4-BE49-F238E27FC236}">
                    <a16:creationId xmlns:a16="http://schemas.microsoft.com/office/drawing/2014/main" id="{D44D99DD-8D68-4080-BF6D-D844AA8D0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73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6" name="Oval 155">
                <a:extLst>
                  <a:ext uri="{FF2B5EF4-FFF2-40B4-BE49-F238E27FC236}">
                    <a16:creationId xmlns:a16="http://schemas.microsoft.com/office/drawing/2014/main" id="{50B394A3-7963-4437-8537-7C09DE149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8" y="2766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7" name="Freeform 156">
                <a:extLst>
                  <a:ext uri="{FF2B5EF4-FFF2-40B4-BE49-F238E27FC236}">
                    <a16:creationId xmlns:a16="http://schemas.microsoft.com/office/drawing/2014/main" id="{DB26D53F-805B-420A-8B43-651DD0423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76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58" name="Oval 157">
                <a:extLst>
                  <a:ext uri="{FF2B5EF4-FFF2-40B4-BE49-F238E27FC236}">
                    <a16:creationId xmlns:a16="http://schemas.microsoft.com/office/drawing/2014/main" id="{6F23A5B0-39B0-4B62-B4BE-7F69307E3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8" y="2795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59" name="Freeform 158">
                <a:extLst>
                  <a:ext uri="{FF2B5EF4-FFF2-40B4-BE49-F238E27FC236}">
                    <a16:creationId xmlns:a16="http://schemas.microsoft.com/office/drawing/2014/main" id="{895652D5-863E-4BA4-9E17-2E51C505C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79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0" name="Oval 159">
                <a:extLst>
                  <a:ext uri="{FF2B5EF4-FFF2-40B4-BE49-F238E27FC236}">
                    <a16:creationId xmlns:a16="http://schemas.microsoft.com/office/drawing/2014/main" id="{3E264C3C-99FD-41AE-BBA6-3A1F407D0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" y="2755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1" name="Freeform 160">
                <a:extLst>
                  <a:ext uri="{FF2B5EF4-FFF2-40B4-BE49-F238E27FC236}">
                    <a16:creationId xmlns:a16="http://schemas.microsoft.com/office/drawing/2014/main" id="{B6685F06-A1C7-4FA2-BAAF-1EA8A53BA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75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2" name="Oval 161">
                <a:extLst>
                  <a:ext uri="{FF2B5EF4-FFF2-40B4-BE49-F238E27FC236}">
                    <a16:creationId xmlns:a16="http://schemas.microsoft.com/office/drawing/2014/main" id="{2A865E1E-6B82-4B6D-B192-96980992A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3" y="2777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3" name="Freeform 162">
                <a:extLst>
                  <a:ext uri="{FF2B5EF4-FFF2-40B4-BE49-F238E27FC236}">
                    <a16:creationId xmlns:a16="http://schemas.microsoft.com/office/drawing/2014/main" id="{3F36DB5F-5972-47DF-BAF0-4EF881388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777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4" name="Oval 163">
                <a:extLst>
                  <a:ext uri="{FF2B5EF4-FFF2-40B4-BE49-F238E27FC236}">
                    <a16:creationId xmlns:a16="http://schemas.microsoft.com/office/drawing/2014/main" id="{F65E39C0-8A9A-4A42-96BF-77E73722F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2811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5" name="Freeform 164">
                <a:extLst>
                  <a:ext uri="{FF2B5EF4-FFF2-40B4-BE49-F238E27FC236}">
                    <a16:creationId xmlns:a16="http://schemas.microsoft.com/office/drawing/2014/main" id="{95B50D53-F512-44BC-966F-E89E7DFF0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811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6" name="Oval 165">
                <a:extLst>
                  <a:ext uri="{FF2B5EF4-FFF2-40B4-BE49-F238E27FC236}">
                    <a16:creationId xmlns:a16="http://schemas.microsoft.com/office/drawing/2014/main" id="{46DB13EC-A567-4282-BF82-35842F5E6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2782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7" name="Freeform 166">
                <a:extLst>
                  <a:ext uri="{FF2B5EF4-FFF2-40B4-BE49-F238E27FC236}">
                    <a16:creationId xmlns:a16="http://schemas.microsoft.com/office/drawing/2014/main" id="{D0F9332C-09D6-4DD1-9E85-FB18B6373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782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8" name="Oval 167">
                <a:extLst>
                  <a:ext uri="{FF2B5EF4-FFF2-40B4-BE49-F238E27FC236}">
                    <a16:creationId xmlns:a16="http://schemas.microsoft.com/office/drawing/2014/main" id="{772316D1-8CC3-4905-A076-2D4BB94CF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3" y="2793"/>
                <a:ext cx="2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69" name="Freeform 168">
                <a:extLst>
                  <a:ext uri="{FF2B5EF4-FFF2-40B4-BE49-F238E27FC236}">
                    <a16:creationId xmlns:a16="http://schemas.microsoft.com/office/drawing/2014/main" id="{5B98AACD-4754-45C4-B9C6-9B04BB54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79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0" name="Oval 169">
                <a:extLst>
                  <a:ext uri="{FF2B5EF4-FFF2-40B4-BE49-F238E27FC236}">
                    <a16:creationId xmlns:a16="http://schemas.microsoft.com/office/drawing/2014/main" id="{FF8DF029-6B98-4533-B85B-766F3DD2D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5" y="2809"/>
                <a:ext cx="3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1" name="Freeform 170">
                <a:extLst>
                  <a:ext uri="{FF2B5EF4-FFF2-40B4-BE49-F238E27FC236}">
                    <a16:creationId xmlns:a16="http://schemas.microsoft.com/office/drawing/2014/main" id="{71695CA0-62BE-492C-9A55-4FBD944DB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81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2" name="Oval 171">
                <a:extLst>
                  <a:ext uri="{FF2B5EF4-FFF2-40B4-BE49-F238E27FC236}">
                    <a16:creationId xmlns:a16="http://schemas.microsoft.com/office/drawing/2014/main" id="{1A24EC64-D43B-4DB8-91B0-5064F6132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838"/>
                <a:ext cx="3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3" name="Freeform 172">
                <a:extLst>
                  <a:ext uri="{FF2B5EF4-FFF2-40B4-BE49-F238E27FC236}">
                    <a16:creationId xmlns:a16="http://schemas.microsoft.com/office/drawing/2014/main" id="{E9FDEC76-A99E-4E34-B7F2-749B123B4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84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8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4" name="Oval 173">
                <a:extLst>
                  <a:ext uri="{FF2B5EF4-FFF2-40B4-BE49-F238E27FC236}">
                    <a16:creationId xmlns:a16="http://schemas.microsoft.com/office/drawing/2014/main" id="{A4FC42C8-7E2B-43D5-AB66-F9DF49178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3" y="2822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5" name="Freeform 174">
                <a:extLst>
                  <a:ext uri="{FF2B5EF4-FFF2-40B4-BE49-F238E27FC236}">
                    <a16:creationId xmlns:a16="http://schemas.microsoft.com/office/drawing/2014/main" id="{91A4F9AC-8049-48BC-933F-732014A7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82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6" name="Oval 175">
                <a:extLst>
                  <a:ext uri="{FF2B5EF4-FFF2-40B4-BE49-F238E27FC236}">
                    <a16:creationId xmlns:a16="http://schemas.microsoft.com/office/drawing/2014/main" id="{32187D9E-01D0-47AB-AE25-66EE3B46C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" y="284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7" name="Freeform 176">
                <a:extLst>
                  <a:ext uri="{FF2B5EF4-FFF2-40B4-BE49-F238E27FC236}">
                    <a16:creationId xmlns:a16="http://schemas.microsoft.com/office/drawing/2014/main" id="{E5913A75-2833-482F-AB45-5B16BA0EB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843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78" name="Oval 177">
                <a:extLst>
                  <a:ext uri="{FF2B5EF4-FFF2-40B4-BE49-F238E27FC236}">
                    <a16:creationId xmlns:a16="http://schemas.microsoft.com/office/drawing/2014/main" id="{0C3F7411-2946-441A-8AF2-BDCB0610E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3" y="2827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79" name="Freeform 178">
                <a:extLst>
                  <a:ext uri="{FF2B5EF4-FFF2-40B4-BE49-F238E27FC236}">
                    <a16:creationId xmlns:a16="http://schemas.microsoft.com/office/drawing/2014/main" id="{6DA0AAEB-CACE-4FB5-9427-EFAA8005E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82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0" name="Oval 179">
                <a:extLst>
                  <a:ext uri="{FF2B5EF4-FFF2-40B4-BE49-F238E27FC236}">
                    <a16:creationId xmlns:a16="http://schemas.microsoft.com/office/drawing/2014/main" id="{F9EB1C12-9FF8-4403-94AA-699C72AA5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689"/>
                <a:ext cx="3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1" name="Freeform 180">
                <a:extLst>
                  <a:ext uri="{FF2B5EF4-FFF2-40B4-BE49-F238E27FC236}">
                    <a16:creationId xmlns:a16="http://schemas.microsoft.com/office/drawing/2014/main" id="{2CDA79FC-5FB3-4FE7-BE15-35427327D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68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2" name="Oval 181">
                <a:extLst>
                  <a:ext uri="{FF2B5EF4-FFF2-40B4-BE49-F238E27FC236}">
                    <a16:creationId xmlns:a16="http://schemas.microsoft.com/office/drawing/2014/main" id="{1481A1AE-9842-4BD0-B515-ADD409110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3" y="2721"/>
                <a:ext cx="7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3" name="Freeform 182">
                <a:extLst>
                  <a:ext uri="{FF2B5EF4-FFF2-40B4-BE49-F238E27FC236}">
                    <a16:creationId xmlns:a16="http://schemas.microsoft.com/office/drawing/2014/main" id="{9E2CAE6D-17CD-4843-87EC-BD58BBAC4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721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21 w 3"/>
                  <a:gd name="T9" fmla="*/ 63 h 4"/>
                  <a:gd name="T10" fmla="*/ 56 w 3"/>
                  <a:gd name="T11" fmla="*/ 33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4" name="Oval 183">
                <a:extLst>
                  <a:ext uri="{FF2B5EF4-FFF2-40B4-BE49-F238E27FC236}">
                    <a16:creationId xmlns:a16="http://schemas.microsoft.com/office/drawing/2014/main" id="{6453ADF5-EF94-4F2F-B9FA-BFB91CE41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705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5" name="Freeform 184">
                <a:extLst>
                  <a:ext uri="{FF2B5EF4-FFF2-40B4-BE49-F238E27FC236}">
                    <a16:creationId xmlns:a16="http://schemas.microsoft.com/office/drawing/2014/main" id="{8FB239DF-CA91-4D09-B485-A2C8DCA60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707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6" name="Oval 185">
                <a:extLst>
                  <a:ext uri="{FF2B5EF4-FFF2-40B4-BE49-F238E27FC236}">
                    <a16:creationId xmlns:a16="http://schemas.microsoft.com/office/drawing/2014/main" id="{9B761257-2072-4E7F-B28F-1FF478371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2689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7" name="Freeform 186">
                <a:extLst>
                  <a:ext uri="{FF2B5EF4-FFF2-40B4-BE49-F238E27FC236}">
                    <a16:creationId xmlns:a16="http://schemas.microsoft.com/office/drawing/2014/main" id="{9D58CBDF-EE9F-4BE7-A744-08E3F2C94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689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56 h 3"/>
                  <a:gd name="T8" fmla="*/ 33 w 4"/>
                  <a:gd name="T9" fmla="*/ 56 h 3"/>
                  <a:gd name="T10" fmla="*/ 63 w 4"/>
                  <a:gd name="T11" fmla="*/ 35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88" name="Oval 187">
                <a:extLst>
                  <a:ext uri="{FF2B5EF4-FFF2-40B4-BE49-F238E27FC236}">
                    <a16:creationId xmlns:a16="http://schemas.microsoft.com/office/drawing/2014/main" id="{62AFCA7C-45E7-4E0A-A96B-A58008244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8" y="2726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89" name="Freeform 188">
                <a:extLst>
                  <a:ext uri="{FF2B5EF4-FFF2-40B4-BE49-F238E27FC236}">
                    <a16:creationId xmlns:a16="http://schemas.microsoft.com/office/drawing/2014/main" id="{274AABE0-0A97-4923-B4D7-7047A2E3C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72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0" name="Oval 189">
                <a:extLst>
                  <a:ext uri="{FF2B5EF4-FFF2-40B4-BE49-F238E27FC236}">
                    <a16:creationId xmlns:a16="http://schemas.microsoft.com/office/drawing/2014/main" id="{6833A87B-A2C6-4299-B89B-A718B3BF2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2899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1" name="Freeform 190">
                <a:extLst>
                  <a:ext uri="{FF2B5EF4-FFF2-40B4-BE49-F238E27FC236}">
                    <a16:creationId xmlns:a16="http://schemas.microsoft.com/office/drawing/2014/main" id="{8F4FA970-3714-44B7-A592-40128E2F1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90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2" name="Oval 191">
                <a:extLst>
                  <a:ext uri="{FF2B5EF4-FFF2-40B4-BE49-F238E27FC236}">
                    <a16:creationId xmlns:a16="http://schemas.microsoft.com/office/drawing/2014/main" id="{2005A659-B8A3-48FF-821A-060FD92FE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3" y="2897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3" name="Freeform 192">
                <a:extLst>
                  <a:ext uri="{FF2B5EF4-FFF2-40B4-BE49-F238E27FC236}">
                    <a16:creationId xmlns:a16="http://schemas.microsoft.com/office/drawing/2014/main" id="{93A09CF5-2A66-4616-B924-FD993992C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89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4" name="Oval 193">
                <a:extLst>
                  <a:ext uri="{FF2B5EF4-FFF2-40B4-BE49-F238E27FC236}">
                    <a16:creationId xmlns:a16="http://schemas.microsoft.com/office/drawing/2014/main" id="{3915449E-F3E3-4FC7-8FF2-4ED506953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" y="2753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5" name="Freeform 194">
                <a:extLst>
                  <a:ext uri="{FF2B5EF4-FFF2-40B4-BE49-F238E27FC236}">
                    <a16:creationId xmlns:a16="http://schemas.microsoft.com/office/drawing/2014/main" id="{95F77BF8-5C8F-4BDD-B978-723BDFC6A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75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6" name="Oval 195">
                <a:extLst>
                  <a:ext uri="{FF2B5EF4-FFF2-40B4-BE49-F238E27FC236}">
                    <a16:creationId xmlns:a16="http://schemas.microsoft.com/office/drawing/2014/main" id="{FFFF5779-15F9-42AA-965C-5E619EA7F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5" y="2739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7" name="Freeform 196">
                <a:extLst>
                  <a:ext uri="{FF2B5EF4-FFF2-40B4-BE49-F238E27FC236}">
                    <a16:creationId xmlns:a16="http://schemas.microsoft.com/office/drawing/2014/main" id="{ADA91352-239A-4940-9FC8-4EA518003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739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98" name="Oval 197">
                <a:extLst>
                  <a:ext uri="{FF2B5EF4-FFF2-40B4-BE49-F238E27FC236}">
                    <a16:creationId xmlns:a16="http://schemas.microsoft.com/office/drawing/2014/main" id="{80AD255A-C1F2-44F0-8C87-AB14F96E8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2710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299" name="Freeform 198">
                <a:extLst>
                  <a:ext uri="{FF2B5EF4-FFF2-40B4-BE49-F238E27FC236}">
                    <a16:creationId xmlns:a16="http://schemas.microsoft.com/office/drawing/2014/main" id="{4FAD0848-F36A-481C-A0B2-5C216B216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710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0" name="Oval 199">
                <a:extLst>
                  <a:ext uri="{FF2B5EF4-FFF2-40B4-BE49-F238E27FC236}">
                    <a16:creationId xmlns:a16="http://schemas.microsoft.com/office/drawing/2014/main" id="{683D5FBD-5B2E-4B3D-AC65-64CF06B6A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" y="2721"/>
                <a:ext cx="2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01" name="Freeform 200">
                <a:extLst>
                  <a:ext uri="{FF2B5EF4-FFF2-40B4-BE49-F238E27FC236}">
                    <a16:creationId xmlns:a16="http://schemas.microsoft.com/office/drawing/2014/main" id="{A37B142A-878B-4FE8-A176-E225471D2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72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2" name="Oval 201">
                <a:extLst>
                  <a:ext uri="{FF2B5EF4-FFF2-40B4-BE49-F238E27FC236}">
                    <a16:creationId xmlns:a16="http://schemas.microsoft.com/office/drawing/2014/main" id="{3E88E8DE-8027-4DE0-8C1B-24FD4B5B0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8" y="2737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03" name="Freeform 202">
                <a:extLst>
                  <a:ext uri="{FF2B5EF4-FFF2-40B4-BE49-F238E27FC236}">
                    <a16:creationId xmlns:a16="http://schemas.microsoft.com/office/drawing/2014/main" id="{D772611B-210A-43BF-BFE9-9261978EB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73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27 w 1"/>
                  <a:gd name="T11" fmla="*/ 0 h 1"/>
                  <a:gd name="T12" fmla="*/ 27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04" name="Oval 203">
                <a:extLst>
                  <a:ext uri="{FF2B5EF4-FFF2-40B4-BE49-F238E27FC236}">
                    <a16:creationId xmlns:a16="http://schemas.microsoft.com/office/drawing/2014/main" id="{82C64D0F-700F-443F-B409-FE60D28EC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0" y="2766"/>
                <a:ext cx="3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305" name="Freeform 204">
                <a:extLst>
                  <a:ext uri="{FF2B5EF4-FFF2-40B4-BE49-F238E27FC236}">
                    <a16:creationId xmlns:a16="http://schemas.microsoft.com/office/drawing/2014/main" id="{FF3FE0D5-1B23-43F6-9B95-52869BA83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76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8 h 1"/>
                  <a:gd name="T6" fmla="*/ 0 w 2"/>
                  <a:gd name="T7" fmla="*/ 8 h 1"/>
                  <a:gd name="T8" fmla="*/ 20 w 2"/>
                  <a:gd name="T9" fmla="*/ 8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409" name="Group 205">
              <a:extLst>
                <a:ext uri="{FF2B5EF4-FFF2-40B4-BE49-F238E27FC236}">
                  <a16:creationId xmlns:a16="http://schemas.microsoft.com/office/drawing/2014/main" id="{D5FA846C-6205-493F-8331-5404F8F3F0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7" y="2657"/>
              <a:ext cx="686" cy="458"/>
              <a:chOff x="817" y="2657"/>
              <a:chExt cx="686" cy="458"/>
            </a:xfrm>
          </p:grpSpPr>
          <p:sp>
            <p:nvSpPr>
              <p:cNvPr id="52906" name="Oval 206">
                <a:extLst>
                  <a:ext uri="{FF2B5EF4-FFF2-40B4-BE49-F238E27FC236}">
                    <a16:creationId xmlns:a16="http://schemas.microsoft.com/office/drawing/2014/main" id="{0955E72A-4C5B-4DA2-A9BF-8C48B40F4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" y="2657"/>
                <a:ext cx="7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07" name="Freeform 207">
                <a:extLst>
                  <a:ext uri="{FF2B5EF4-FFF2-40B4-BE49-F238E27FC236}">
                    <a16:creationId xmlns:a16="http://schemas.microsoft.com/office/drawing/2014/main" id="{E58DAF03-3A40-4478-8530-54C4E05E3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65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Oval 208">
                <a:extLst>
                  <a:ext uri="{FF2B5EF4-FFF2-40B4-BE49-F238E27FC236}">
                    <a16:creationId xmlns:a16="http://schemas.microsoft.com/office/drawing/2014/main" id="{24EB8D12-CEF8-4C09-9245-B50F45DFE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2902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09" name="Freeform 209">
                <a:extLst>
                  <a:ext uri="{FF2B5EF4-FFF2-40B4-BE49-F238E27FC236}">
                    <a16:creationId xmlns:a16="http://schemas.microsoft.com/office/drawing/2014/main" id="{2FF89D0A-D285-4D3A-B79B-795411419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90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Oval 210">
                <a:extLst>
                  <a:ext uri="{FF2B5EF4-FFF2-40B4-BE49-F238E27FC236}">
                    <a16:creationId xmlns:a16="http://schemas.microsoft.com/office/drawing/2014/main" id="{DC5D9476-07CC-4D78-A8CA-E6D059C69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2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11" name="Freeform 211">
                <a:extLst>
                  <a:ext uri="{FF2B5EF4-FFF2-40B4-BE49-F238E27FC236}">
                    <a16:creationId xmlns:a16="http://schemas.microsoft.com/office/drawing/2014/main" id="{D1139C30-40B2-4C81-AD78-BDB2FBB57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92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Oval 212">
                <a:extLst>
                  <a:ext uri="{FF2B5EF4-FFF2-40B4-BE49-F238E27FC236}">
                    <a16:creationId xmlns:a16="http://schemas.microsoft.com/office/drawing/2014/main" id="{73981763-1A54-40C6-9A22-CE380E77E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" y="2905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13" name="Freeform 213">
                <a:extLst>
                  <a:ext uri="{FF2B5EF4-FFF2-40B4-BE49-F238E27FC236}">
                    <a16:creationId xmlns:a16="http://schemas.microsoft.com/office/drawing/2014/main" id="{3E1392D1-F251-4653-8617-710192265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90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0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Oval 214">
                <a:extLst>
                  <a:ext uri="{FF2B5EF4-FFF2-40B4-BE49-F238E27FC236}">
                    <a16:creationId xmlns:a16="http://schemas.microsoft.com/office/drawing/2014/main" id="{EF0D752C-D1A3-479A-8B22-0B0EC2334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" y="2915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15" name="Freeform 215">
                <a:extLst>
                  <a:ext uri="{FF2B5EF4-FFF2-40B4-BE49-F238E27FC236}">
                    <a16:creationId xmlns:a16="http://schemas.microsoft.com/office/drawing/2014/main" id="{0946584C-5375-4C88-9422-73CAD39C2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915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21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Oval 216">
                <a:extLst>
                  <a:ext uri="{FF2B5EF4-FFF2-40B4-BE49-F238E27FC236}">
                    <a16:creationId xmlns:a16="http://schemas.microsoft.com/office/drawing/2014/main" id="{AD2FE392-7957-4C05-804C-798B60FA3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0" y="2926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17" name="Freeform 217">
                <a:extLst>
                  <a:ext uri="{FF2B5EF4-FFF2-40B4-BE49-F238E27FC236}">
                    <a16:creationId xmlns:a16="http://schemas.microsoft.com/office/drawing/2014/main" id="{BDB59668-262C-44C8-9FA4-2A31EAF99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92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Oval 218">
                <a:extLst>
                  <a:ext uri="{FF2B5EF4-FFF2-40B4-BE49-F238E27FC236}">
                    <a16:creationId xmlns:a16="http://schemas.microsoft.com/office/drawing/2014/main" id="{D3C90CC9-F475-4D7E-90CA-708037E7E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0" y="2681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19" name="Freeform 219">
                <a:extLst>
                  <a:ext uri="{FF2B5EF4-FFF2-40B4-BE49-F238E27FC236}">
                    <a16:creationId xmlns:a16="http://schemas.microsoft.com/office/drawing/2014/main" id="{AD18E41F-C421-4970-9193-337816132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681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Oval 220">
                <a:extLst>
                  <a:ext uri="{FF2B5EF4-FFF2-40B4-BE49-F238E27FC236}">
                    <a16:creationId xmlns:a16="http://schemas.microsoft.com/office/drawing/2014/main" id="{F9BA12D0-5C7F-4082-AE32-9BEFDD743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" y="2907"/>
                <a:ext cx="3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21" name="Freeform 221">
                <a:extLst>
                  <a:ext uri="{FF2B5EF4-FFF2-40B4-BE49-F238E27FC236}">
                    <a16:creationId xmlns:a16="http://schemas.microsoft.com/office/drawing/2014/main" id="{6AA61595-384B-4F48-A0DC-A3D868B65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91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Oval 222">
                <a:extLst>
                  <a:ext uri="{FF2B5EF4-FFF2-40B4-BE49-F238E27FC236}">
                    <a16:creationId xmlns:a16="http://schemas.microsoft.com/office/drawing/2014/main" id="{4B60286D-2D31-48DE-95A7-6525617D8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" y="2697"/>
                <a:ext cx="3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23" name="Freeform 223">
                <a:extLst>
                  <a:ext uri="{FF2B5EF4-FFF2-40B4-BE49-F238E27FC236}">
                    <a16:creationId xmlns:a16="http://schemas.microsoft.com/office/drawing/2014/main" id="{52331607-1252-4719-B665-FF613A73A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69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Oval 224">
                <a:extLst>
                  <a:ext uri="{FF2B5EF4-FFF2-40B4-BE49-F238E27FC236}">
                    <a16:creationId xmlns:a16="http://schemas.microsoft.com/office/drawing/2014/main" id="{2058BF4E-89D3-4394-939F-CBED773E6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" y="2678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25" name="Freeform 225">
                <a:extLst>
                  <a:ext uri="{FF2B5EF4-FFF2-40B4-BE49-F238E27FC236}">
                    <a16:creationId xmlns:a16="http://schemas.microsoft.com/office/drawing/2014/main" id="{4F584D38-6C07-4929-91B6-ED5593D7B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681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0 h 2"/>
                  <a:gd name="T4" fmla="*/ 12 w 3"/>
                  <a:gd name="T5" fmla="*/ 33 h 2"/>
                  <a:gd name="T6" fmla="*/ 0 w 3"/>
                  <a:gd name="T7" fmla="*/ 33 h 2"/>
                  <a:gd name="T8" fmla="*/ 28 w 3"/>
                  <a:gd name="T9" fmla="*/ 33 h 2"/>
                  <a:gd name="T10" fmla="*/ 37 w 3"/>
                  <a:gd name="T11" fmla="*/ 20 h 2"/>
                  <a:gd name="T12" fmla="*/ 28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Oval 226">
                <a:extLst>
                  <a:ext uri="{FF2B5EF4-FFF2-40B4-BE49-F238E27FC236}">
                    <a16:creationId xmlns:a16="http://schemas.microsoft.com/office/drawing/2014/main" id="{C753DE8B-2A5B-4ED6-8716-DF363695F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" y="2699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27" name="Freeform 227">
                <a:extLst>
                  <a:ext uri="{FF2B5EF4-FFF2-40B4-BE49-F238E27FC236}">
                    <a16:creationId xmlns:a16="http://schemas.microsoft.com/office/drawing/2014/main" id="{3DD60628-5FAB-4A2A-A79A-8A2DC862F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702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Oval 228">
                <a:extLst>
                  <a:ext uri="{FF2B5EF4-FFF2-40B4-BE49-F238E27FC236}">
                    <a16:creationId xmlns:a16="http://schemas.microsoft.com/office/drawing/2014/main" id="{99ED8130-4065-4D3C-911F-2486A4F0B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0" y="2942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29" name="Freeform 229">
                <a:extLst>
                  <a:ext uri="{FF2B5EF4-FFF2-40B4-BE49-F238E27FC236}">
                    <a16:creationId xmlns:a16="http://schemas.microsoft.com/office/drawing/2014/main" id="{223E820A-D6E6-4E3A-9391-9AC7E4C1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94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Oval 230">
                <a:extLst>
                  <a:ext uri="{FF2B5EF4-FFF2-40B4-BE49-F238E27FC236}">
                    <a16:creationId xmlns:a16="http://schemas.microsoft.com/office/drawing/2014/main" id="{097E357C-5DFB-41A8-B4DC-F142A42AB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942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31" name="Freeform 231">
                <a:extLst>
                  <a:ext uri="{FF2B5EF4-FFF2-40B4-BE49-F238E27FC236}">
                    <a16:creationId xmlns:a16="http://schemas.microsoft.com/office/drawing/2014/main" id="{E45D167C-EB38-43ED-8B63-D43DF8E5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94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Oval 232">
                <a:extLst>
                  <a:ext uri="{FF2B5EF4-FFF2-40B4-BE49-F238E27FC236}">
                    <a16:creationId xmlns:a16="http://schemas.microsoft.com/office/drawing/2014/main" id="{F50C1AE0-FD2A-40E6-9356-000F39245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50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33" name="Freeform 233">
                <a:extLst>
                  <a:ext uri="{FF2B5EF4-FFF2-40B4-BE49-F238E27FC236}">
                    <a16:creationId xmlns:a16="http://schemas.microsoft.com/office/drawing/2014/main" id="{66017FA6-F7BD-409C-AB49-A1B5BDFB1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95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Oval 234">
                <a:extLst>
                  <a:ext uri="{FF2B5EF4-FFF2-40B4-BE49-F238E27FC236}">
                    <a16:creationId xmlns:a16="http://schemas.microsoft.com/office/drawing/2014/main" id="{2A4D32AA-FAFB-42ED-B331-0CE19815B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2963"/>
                <a:ext cx="5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35" name="Freeform 235">
                <a:extLst>
                  <a:ext uri="{FF2B5EF4-FFF2-40B4-BE49-F238E27FC236}">
                    <a16:creationId xmlns:a16="http://schemas.microsoft.com/office/drawing/2014/main" id="{147E56B3-3002-4457-A3DC-643177256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963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7 h 2"/>
                  <a:gd name="T6" fmla="*/ 0 w 1"/>
                  <a:gd name="T7" fmla="*/ 27 h 2"/>
                  <a:gd name="T8" fmla="*/ 0 w 1"/>
                  <a:gd name="T9" fmla="*/ 54 h 2"/>
                  <a:gd name="T10" fmla="*/ 8 w 1"/>
                  <a:gd name="T11" fmla="*/ 27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Oval 236">
                <a:extLst>
                  <a:ext uri="{FF2B5EF4-FFF2-40B4-BE49-F238E27FC236}">
                    <a16:creationId xmlns:a16="http://schemas.microsoft.com/office/drawing/2014/main" id="{F8E54A35-AAAF-436B-898A-5F4E5FE9E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3009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37" name="Freeform 237">
                <a:extLst>
                  <a:ext uri="{FF2B5EF4-FFF2-40B4-BE49-F238E27FC236}">
                    <a16:creationId xmlns:a16="http://schemas.microsoft.com/office/drawing/2014/main" id="{80E5EAEA-FBF7-432B-AD40-7CD23D7B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01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Oval 238">
                <a:extLst>
                  <a:ext uri="{FF2B5EF4-FFF2-40B4-BE49-F238E27FC236}">
                    <a16:creationId xmlns:a16="http://schemas.microsoft.com/office/drawing/2014/main" id="{7C69A114-88FB-4230-9C01-3A5C721F8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2958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39" name="Freeform 239">
                <a:extLst>
                  <a:ext uri="{FF2B5EF4-FFF2-40B4-BE49-F238E27FC236}">
                    <a16:creationId xmlns:a16="http://schemas.microsoft.com/office/drawing/2014/main" id="{F37B2F4D-E5C7-40C5-9B43-3CC72E78F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96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Oval 240">
                <a:extLst>
                  <a:ext uri="{FF2B5EF4-FFF2-40B4-BE49-F238E27FC236}">
                    <a16:creationId xmlns:a16="http://schemas.microsoft.com/office/drawing/2014/main" id="{D0A521E0-BD42-49EA-9F71-AA54D6776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" y="2929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41" name="Freeform 241">
                <a:extLst>
                  <a:ext uri="{FF2B5EF4-FFF2-40B4-BE49-F238E27FC236}">
                    <a16:creationId xmlns:a16="http://schemas.microsoft.com/office/drawing/2014/main" id="{05D36070-8D63-4C6D-B745-08878E161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92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Oval 242">
                <a:extLst>
                  <a:ext uri="{FF2B5EF4-FFF2-40B4-BE49-F238E27FC236}">
                    <a16:creationId xmlns:a16="http://schemas.microsoft.com/office/drawing/2014/main" id="{5D5DBEF7-7FB6-485A-A7BC-BCAFCD122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985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43" name="Freeform 243">
                <a:extLst>
                  <a:ext uri="{FF2B5EF4-FFF2-40B4-BE49-F238E27FC236}">
                    <a16:creationId xmlns:a16="http://schemas.microsoft.com/office/drawing/2014/main" id="{705CDCB3-E742-4810-A00A-CF199AC2C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98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Oval 244">
                <a:extLst>
                  <a:ext uri="{FF2B5EF4-FFF2-40B4-BE49-F238E27FC236}">
                    <a16:creationId xmlns:a16="http://schemas.microsoft.com/office/drawing/2014/main" id="{8B4014D8-DEF4-42CA-90A8-238F4DBC3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3" y="2974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45" name="Freeform 245">
                <a:extLst>
                  <a:ext uri="{FF2B5EF4-FFF2-40B4-BE49-F238E27FC236}">
                    <a16:creationId xmlns:a16="http://schemas.microsoft.com/office/drawing/2014/main" id="{58D0505E-63EB-483C-9E8F-BCD7B9E54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97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Oval 246">
                <a:extLst>
                  <a:ext uri="{FF2B5EF4-FFF2-40B4-BE49-F238E27FC236}">
                    <a16:creationId xmlns:a16="http://schemas.microsoft.com/office/drawing/2014/main" id="{5D821FC4-AA45-4714-9118-4A13137DB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0" y="3019"/>
                <a:ext cx="8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47" name="Freeform 247">
                <a:extLst>
                  <a:ext uri="{FF2B5EF4-FFF2-40B4-BE49-F238E27FC236}">
                    <a16:creationId xmlns:a16="http://schemas.microsoft.com/office/drawing/2014/main" id="{042A1F4A-4636-403C-B9BB-327377A4C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01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Oval 248">
                <a:extLst>
                  <a:ext uri="{FF2B5EF4-FFF2-40B4-BE49-F238E27FC236}">
                    <a16:creationId xmlns:a16="http://schemas.microsoft.com/office/drawing/2014/main" id="{B5BE8CD4-AC46-45EF-BC64-9ABE15C22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2977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49" name="Freeform 249">
                <a:extLst>
                  <a:ext uri="{FF2B5EF4-FFF2-40B4-BE49-F238E27FC236}">
                    <a16:creationId xmlns:a16="http://schemas.microsoft.com/office/drawing/2014/main" id="{DD06AEFB-EAAE-48BC-9A88-84992620F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97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Oval 250">
                <a:extLst>
                  <a:ext uri="{FF2B5EF4-FFF2-40B4-BE49-F238E27FC236}">
                    <a16:creationId xmlns:a16="http://schemas.microsoft.com/office/drawing/2014/main" id="{71D02104-3B2E-418E-A676-6B2F054C1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" y="2875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51" name="Freeform 251">
                <a:extLst>
                  <a:ext uri="{FF2B5EF4-FFF2-40B4-BE49-F238E27FC236}">
                    <a16:creationId xmlns:a16="http://schemas.microsoft.com/office/drawing/2014/main" id="{A856BCA5-033E-422D-A728-7EFD19729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87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Oval 252">
                <a:extLst>
                  <a:ext uri="{FF2B5EF4-FFF2-40B4-BE49-F238E27FC236}">
                    <a16:creationId xmlns:a16="http://schemas.microsoft.com/office/drawing/2014/main" id="{7A26DF1C-FCED-47FF-87D7-DF1C43A68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2854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53" name="Freeform 253">
                <a:extLst>
                  <a:ext uri="{FF2B5EF4-FFF2-40B4-BE49-F238E27FC236}">
                    <a16:creationId xmlns:a16="http://schemas.microsoft.com/office/drawing/2014/main" id="{273B125F-2BD3-4AE0-9119-69B4CDA19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85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Oval 254">
                <a:extLst>
                  <a:ext uri="{FF2B5EF4-FFF2-40B4-BE49-F238E27FC236}">
                    <a16:creationId xmlns:a16="http://schemas.microsoft.com/office/drawing/2014/main" id="{9B650D24-8486-412C-9B46-CFEF4F52D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2793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55" name="Freeform 255">
                <a:extLst>
                  <a:ext uri="{FF2B5EF4-FFF2-40B4-BE49-F238E27FC236}">
                    <a16:creationId xmlns:a16="http://schemas.microsoft.com/office/drawing/2014/main" id="{F9F275C1-19E1-44BC-999B-68FF30793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279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Oval 256">
                <a:extLst>
                  <a:ext uri="{FF2B5EF4-FFF2-40B4-BE49-F238E27FC236}">
                    <a16:creationId xmlns:a16="http://schemas.microsoft.com/office/drawing/2014/main" id="{F99C4A94-0031-4D3A-8D28-FF3F9A447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758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57" name="Freeform 257">
                <a:extLst>
                  <a:ext uri="{FF2B5EF4-FFF2-40B4-BE49-F238E27FC236}">
                    <a16:creationId xmlns:a16="http://schemas.microsoft.com/office/drawing/2014/main" id="{902A1EBD-F6DD-46F1-B583-FA7F1379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76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Oval 258">
                <a:extLst>
                  <a:ext uri="{FF2B5EF4-FFF2-40B4-BE49-F238E27FC236}">
                    <a16:creationId xmlns:a16="http://schemas.microsoft.com/office/drawing/2014/main" id="{E2F73CED-242C-44CE-A9B1-CF7DE69CE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2873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59" name="Freeform 259">
                <a:extLst>
                  <a:ext uri="{FF2B5EF4-FFF2-40B4-BE49-F238E27FC236}">
                    <a16:creationId xmlns:a16="http://schemas.microsoft.com/office/drawing/2014/main" id="{56936ABB-B9CC-4B67-9131-5B20F0AB1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287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Oval 260">
                <a:extLst>
                  <a:ext uri="{FF2B5EF4-FFF2-40B4-BE49-F238E27FC236}">
                    <a16:creationId xmlns:a16="http://schemas.microsoft.com/office/drawing/2014/main" id="{58356BBD-B2E6-457F-9BB5-46D6E89A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2" y="2902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61" name="Freeform 261">
                <a:extLst>
                  <a:ext uri="{FF2B5EF4-FFF2-40B4-BE49-F238E27FC236}">
                    <a16:creationId xmlns:a16="http://schemas.microsoft.com/office/drawing/2014/main" id="{4B707F00-FF59-49F8-B938-9FF0FCD2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290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Oval 262">
                <a:extLst>
                  <a:ext uri="{FF2B5EF4-FFF2-40B4-BE49-F238E27FC236}">
                    <a16:creationId xmlns:a16="http://schemas.microsoft.com/office/drawing/2014/main" id="{2B6B49BC-99BB-4177-A154-0E5262140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" y="2923"/>
                <a:ext cx="8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63" name="Freeform 263">
                <a:extLst>
                  <a:ext uri="{FF2B5EF4-FFF2-40B4-BE49-F238E27FC236}">
                    <a16:creationId xmlns:a16="http://schemas.microsoft.com/office/drawing/2014/main" id="{683C26C4-0E0F-492D-9139-E2D4A4889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2923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56 h 3"/>
                  <a:gd name="T8" fmla="*/ 33 w 4"/>
                  <a:gd name="T9" fmla="*/ 56 h 3"/>
                  <a:gd name="T10" fmla="*/ 63 w 4"/>
                  <a:gd name="T11" fmla="*/ 35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Oval 264">
                <a:extLst>
                  <a:ext uri="{FF2B5EF4-FFF2-40B4-BE49-F238E27FC236}">
                    <a16:creationId xmlns:a16="http://schemas.microsoft.com/office/drawing/2014/main" id="{DC632ED5-D8EA-4FD1-BCDC-18791129C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8" y="295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65" name="Freeform 265">
                <a:extLst>
                  <a:ext uri="{FF2B5EF4-FFF2-40B4-BE49-F238E27FC236}">
                    <a16:creationId xmlns:a16="http://schemas.microsoft.com/office/drawing/2014/main" id="{FCBF2FEF-3F08-43F1-A677-EF793011A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955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Oval 266">
                <a:extLst>
                  <a:ext uri="{FF2B5EF4-FFF2-40B4-BE49-F238E27FC236}">
                    <a16:creationId xmlns:a16="http://schemas.microsoft.com/office/drawing/2014/main" id="{157D9FD0-2B4D-4EE3-A0A9-7DD201207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5" y="2923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67" name="Freeform 267">
                <a:extLst>
                  <a:ext uri="{FF2B5EF4-FFF2-40B4-BE49-F238E27FC236}">
                    <a16:creationId xmlns:a16="http://schemas.microsoft.com/office/drawing/2014/main" id="{79AFBAB0-4FC7-4BDB-93D2-A1FCB5D10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926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Oval 268">
                <a:extLst>
                  <a:ext uri="{FF2B5EF4-FFF2-40B4-BE49-F238E27FC236}">
                    <a16:creationId xmlns:a16="http://schemas.microsoft.com/office/drawing/2014/main" id="{05E31912-09E6-4566-A06B-0EB158B21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8" y="2937"/>
                <a:ext cx="5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69" name="Freeform 269">
                <a:extLst>
                  <a:ext uri="{FF2B5EF4-FFF2-40B4-BE49-F238E27FC236}">
                    <a16:creationId xmlns:a16="http://schemas.microsoft.com/office/drawing/2014/main" id="{167F4144-972D-47A5-AC9C-4FDE16CED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93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Oval 270">
                <a:extLst>
                  <a:ext uri="{FF2B5EF4-FFF2-40B4-BE49-F238E27FC236}">
                    <a16:creationId xmlns:a16="http://schemas.microsoft.com/office/drawing/2014/main" id="{737DADE5-E258-44BC-8758-4636DF3C4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" y="2883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71" name="Freeform 271">
                <a:extLst>
                  <a:ext uri="{FF2B5EF4-FFF2-40B4-BE49-F238E27FC236}">
                    <a16:creationId xmlns:a16="http://schemas.microsoft.com/office/drawing/2014/main" id="{00EB1551-0AE0-4585-8142-F7CF7341F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288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Oval 272">
                <a:extLst>
                  <a:ext uri="{FF2B5EF4-FFF2-40B4-BE49-F238E27FC236}">
                    <a16:creationId xmlns:a16="http://schemas.microsoft.com/office/drawing/2014/main" id="{466B8016-EE6E-4EED-874A-906C8F70B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" y="2825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73" name="Freeform 273">
                <a:extLst>
                  <a:ext uri="{FF2B5EF4-FFF2-40B4-BE49-F238E27FC236}">
                    <a16:creationId xmlns:a16="http://schemas.microsoft.com/office/drawing/2014/main" id="{41F948B4-1C6C-4320-BEBE-D7632F729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82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Oval 274">
                <a:extLst>
                  <a:ext uri="{FF2B5EF4-FFF2-40B4-BE49-F238E27FC236}">
                    <a16:creationId xmlns:a16="http://schemas.microsoft.com/office/drawing/2014/main" id="{9D324C73-5384-43E5-BA79-B0FD48B50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2798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75" name="Freeform 275">
                <a:extLst>
                  <a:ext uri="{FF2B5EF4-FFF2-40B4-BE49-F238E27FC236}">
                    <a16:creationId xmlns:a16="http://schemas.microsoft.com/office/drawing/2014/main" id="{63FED6F5-6A83-4E0F-9CC2-EC7B7CCB7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79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Oval 276">
                <a:extLst>
                  <a:ext uri="{FF2B5EF4-FFF2-40B4-BE49-F238E27FC236}">
                    <a16:creationId xmlns:a16="http://schemas.microsoft.com/office/drawing/2014/main" id="{57FD343E-5BAA-4912-8E62-811543F72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3" y="2737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77" name="Freeform 277">
                <a:extLst>
                  <a:ext uri="{FF2B5EF4-FFF2-40B4-BE49-F238E27FC236}">
                    <a16:creationId xmlns:a16="http://schemas.microsoft.com/office/drawing/2014/main" id="{528BD3FF-79C1-4FD9-B3EB-5748FE935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73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Oval 278">
                <a:extLst>
                  <a:ext uri="{FF2B5EF4-FFF2-40B4-BE49-F238E27FC236}">
                    <a16:creationId xmlns:a16="http://schemas.microsoft.com/office/drawing/2014/main" id="{5CEC7561-CBE8-4778-8BEB-7FB1637E9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" y="2753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79" name="Freeform 279">
                <a:extLst>
                  <a:ext uri="{FF2B5EF4-FFF2-40B4-BE49-F238E27FC236}">
                    <a16:creationId xmlns:a16="http://schemas.microsoft.com/office/drawing/2014/main" id="{2453BD25-E10E-4ECF-84DF-67165DCD9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75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Oval 280">
                <a:extLst>
                  <a:ext uri="{FF2B5EF4-FFF2-40B4-BE49-F238E27FC236}">
                    <a16:creationId xmlns:a16="http://schemas.microsoft.com/office/drawing/2014/main" id="{0BB7690D-D7A9-432C-BB5B-9CF2EAB67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3" y="2830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81" name="Freeform 281">
                <a:extLst>
                  <a:ext uri="{FF2B5EF4-FFF2-40B4-BE49-F238E27FC236}">
                    <a16:creationId xmlns:a16="http://schemas.microsoft.com/office/drawing/2014/main" id="{F2F327E5-9A9C-4FBC-AD07-D2424D23C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83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Oval 282">
                <a:extLst>
                  <a:ext uri="{FF2B5EF4-FFF2-40B4-BE49-F238E27FC236}">
                    <a16:creationId xmlns:a16="http://schemas.microsoft.com/office/drawing/2014/main" id="{CE2032DA-635F-4B51-B19B-FF9B78C61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0" y="2947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83" name="Freeform 283">
                <a:extLst>
                  <a:ext uri="{FF2B5EF4-FFF2-40B4-BE49-F238E27FC236}">
                    <a16:creationId xmlns:a16="http://schemas.microsoft.com/office/drawing/2014/main" id="{382D60D2-6375-4AD0-999E-8D91E222F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947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Oval 284">
                <a:extLst>
                  <a:ext uri="{FF2B5EF4-FFF2-40B4-BE49-F238E27FC236}">
                    <a16:creationId xmlns:a16="http://schemas.microsoft.com/office/drawing/2014/main" id="{E0F7505A-1978-474B-863B-C319F0181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" y="3011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85" name="Freeform 285">
                <a:extLst>
                  <a:ext uri="{FF2B5EF4-FFF2-40B4-BE49-F238E27FC236}">
                    <a16:creationId xmlns:a16="http://schemas.microsoft.com/office/drawing/2014/main" id="{670AAC8B-5471-428B-AE7B-7183A00AD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3011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Oval 286">
                <a:extLst>
                  <a:ext uri="{FF2B5EF4-FFF2-40B4-BE49-F238E27FC236}">
                    <a16:creationId xmlns:a16="http://schemas.microsoft.com/office/drawing/2014/main" id="{AB5ADC81-82D9-4D6B-A202-FD28745E2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3025"/>
                <a:ext cx="5" cy="2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87" name="Freeform 287">
                <a:extLst>
                  <a:ext uri="{FF2B5EF4-FFF2-40B4-BE49-F238E27FC236}">
                    <a16:creationId xmlns:a16="http://schemas.microsoft.com/office/drawing/2014/main" id="{FA30AB36-4EDE-4E4B-92CB-E14C073F4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302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Oval 288">
                <a:extLst>
                  <a:ext uri="{FF2B5EF4-FFF2-40B4-BE49-F238E27FC236}">
                    <a16:creationId xmlns:a16="http://schemas.microsoft.com/office/drawing/2014/main" id="{8A9B8E50-3788-4914-8308-571B55DA0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3059"/>
                <a:ext cx="3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89" name="Freeform 289">
                <a:extLst>
                  <a:ext uri="{FF2B5EF4-FFF2-40B4-BE49-F238E27FC236}">
                    <a16:creationId xmlns:a16="http://schemas.microsoft.com/office/drawing/2014/main" id="{9E600D89-63C6-4FCE-9136-80A09008E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05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Oval 290">
                <a:extLst>
                  <a:ext uri="{FF2B5EF4-FFF2-40B4-BE49-F238E27FC236}">
                    <a16:creationId xmlns:a16="http://schemas.microsoft.com/office/drawing/2014/main" id="{E7FE06ED-1D0D-4022-91A7-BF5E2A54F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027"/>
                <a:ext cx="5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91" name="Freeform 291">
                <a:extLst>
                  <a:ext uri="{FF2B5EF4-FFF2-40B4-BE49-F238E27FC236}">
                    <a16:creationId xmlns:a16="http://schemas.microsoft.com/office/drawing/2014/main" id="{49979D95-3C2E-403C-A227-356CEE71F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03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27 w 1"/>
                  <a:gd name="T11" fmla="*/ 0 h 1"/>
                  <a:gd name="T12" fmla="*/ 27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Oval 292">
                <a:extLst>
                  <a:ext uri="{FF2B5EF4-FFF2-40B4-BE49-F238E27FC236}">
                    <a16:creationId xmlns:a16="http://schemas.microsoft.com/office/drawing/2014/main" id="{5C2556E0-9A57-4BB9-8CBF-D34A17212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3038"/>
                <a:ext cx="5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93" name="Freeform 293">
                <a:extLst>
                  <a:ext uri="{FF2B5EF4-FFF2-40B4-BE49-F238E27FC236}">
                    <a16:creationId xmlns:a16="http://schemas.microsoft.com/office/drawing/2014/main" id="{7A65B6B4-3966-4090-8341-7444922C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03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Oval 294">
                <a:extLst>
                  <a:ext uri="{FF2B5EF4-FFF2-40B4-BE49-F238E27FC236}">
                    <a16:creationId xmlns:a16="http://schemas.microsoft.com/office/drawing/2014/main" id="{32D8341C-C1E4-4A49-B9D1-8328C3648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5" y="3049"/>
                <a:ext cx="5" cy="2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95" name="Freeform 295">
                <a:extLst>
                  <a:ext uri="{FF2B5EF4-FFF2-40B4-BE49-F238E27FC236}">
                    <a16:creationId xmlns:a16="http://schemas.microsoft.com/office/drawing/2014/main" id="{0681B3C9-31C4-4F80-B832-C289BE225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304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Oval 296">
                <a:extLst>
                  <a:ext uri="{FF2B5EF4-FFF2-40B4-BE49-F238E27FC236}">
                    <a16:creationId xmlns:a16="http://schemas.microsoft.com/office/drawing/2014/main" id="{957CA3AE-964D-47A5-985C-DD0E9AE06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" y="3014"/>
                <a:ext cx="5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97" name="Freeform 297">
                <a:extLst>
                  <a:ext uri="{FF2B5EF4-FFF2-40B4-BE49-F238E27FC236}">
                    <a16:creationId xmlns:a16="http://schemas.microsoft.com/office/drawing/2014/main" id="{B5D683F9-1EE6-4B7E-BE21-9E7356198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301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Oval 298">
                <a:extLst>
                  <a:ext uri="{FF2B5EF4-FFF2-40B4-BE49-F238E27FC236}">
                    <a16:creationId xmlns:a16="http://schemas.microsoft.com/office/drawing/2014/main" id="{E7D76547-8871-42A1-92F0-1B14DEF16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" y="2963"/>
                <a:ext cx="2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99" name="Freeform 299">
                <a:extLst>
                  <a:ext uri="{FF2B5EF4-FFF2-40B4-BE49-F238E27FC236}">
                    <a16:creationId xmlns:a16="http://schemas.microsoft.com/office/drawing/2014/main" id="{57832E9A-EEA3-41B5-B906-64345BC10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96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0" name="Oval 300">
                <a:extLst>
                  <a:ext uri="{FF2B5EF4-FFF2-40B4-BE49-F238E27FC236}">
                    <a16:creationId xmlns:a16="http://schemas.microsoft.com/office/drawing/2014/main" id="{C850697C-0951-411E-BE58-DB21A7400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" y="2987"/>
                <a:ext cx="5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1" name="Freeform 301">
                <a:extLst>
                  <a:ext uri="{FF2B5EF4-FFF2-40B4-BE49-F238E27FC236}">
                    <a16:creationId xmlns:a16="http://schemas.microsoft.com/office/drawing/2014/main" id="{2CEB91FC-7583-40B6-9FEB-91E0C83F4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98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0 h 2"/>
                  <a:gd name="T4" fmla="*/ 0 w 1"/>
                  <a:gd name="T5" fmla="*/ 27 h 2"/>
                  <a:gd name="T6" fmla="*/ 0 w 1"/>
                  <a:gd name="T7" fmla="*/ 27 h 2"/>
                  <a:gd name="T8" fmla="*/ 0 w 1"/>
                  <a:gd name="T9" fmla="*/ 54 h 2"/>
                  <a:gd name="T10" fmla="*/ 27 w 1"/>
                  <a:gd name="T11" fmla="*/ 27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2" name="Oval 302">
                <a:extLst>
                  <a:ext uri="{FF2B5EF4-FFF2-40B4-BE49-F238E27FC236}">
                    <a16:creationId xmlns:a16="http://schemas.microsoft.com/office/drawing/2014/main" id="{195EB344-5D7A-4656-BAA3-177D235EB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" y="3006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3" name="Freeform 303">
                <a:extLst>
                  <a:ext uri="{FF2B5EF4-FFF2-40B4-BE49-F238E27FC236}">
                    <a16:creationId xmlns:a16="http://schemas.microsoft.com/office/drawing/2014/main" id="{C43ECC15-5908-4C83-B25B-941610999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00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4" name="Oval 304">
                <a:extLst>
                  <a:ext uri="{FF2B5EF4-FFF2-40B4-BE49-F238E27FC236}">
                    <a16:creationId xmlns:a16="http://schemas.microsoft.com/office/drawing/2014/main" id="{8742344E-4CF7-4893-986E-3BD235574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8" y="2985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5" name="Freeform 305">
                <a:extLst>
                  <a:ext uri="{FF2B5EF4-FFF2-40B4-BE49-F238E27FC236}">
                    <a16:creationId xmlns:a16="http://schemas.microsoft.com/office/drawing/2014/main" id="{DC095F1E-DE13-47BB-AD2F-72377D01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98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6" name="Oval 306">
                <a:extLst>
                  <a:ext uri="{FF2B5EF4-FFF2-40B4-BE49-F238E27FC236}">
                    <a16:creationId xmlns:a16="http://schemas.microsoft.com/office/drawing/2014/main" id="{766A2216-8AC9-437D-80E2-57702B5D0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977"/>
                <a:ext cx="2" cy="2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7" name="Freeform 307">
                <a:extLst>
                  <a:ext uri="{FF2B5EF4-FFF2-40B4-BE49-F238E27FC236}">
                    <a16:creationId xmlns:a16="http://schemas.microsoft.com/office/drawing/2014/main" id="{EDD3E8C2-630B-4DAD-AD25-159CF480E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97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8" name="Oval 308">
                <a:extLst>
                  <a:ext uri="{FF2B5EF4-FFF2-40B4-BE49-F238E27FC236}">
                    <a16:creationId xmlns:a16="http://schemas.microsoft.com/office/drawing/2014/main" id="{09637137-39BF-4A44-AC76-FE5F1E30A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5" y="2942"/>
                <a:ext cx="3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09" name="Freeform 309">
                <a:extLst>
                  <a:ext uri="{FF2B5EF4-FFF2-40B4-BE49-F238E27FC236}">
                    <a16:creationId xmlns:a16="http://schemas.microsoft.com/office/drawing/2014/main" id="{621EADBF-3561-4EA6-A809-03B592863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94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8 h 1"/>
                  <a:gd name="T6" fmla="*/ 0 w 2"/>
                  <a:gd name="T7" fmla="*/ 8 h 1"/>
                  <a:gd name="T8" fmla="*/ 20 w 2"/>
                  <a:gd name="T9" fmla="*/ 8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0" name="Oval 310">
                <a:extLst>
                  <a:ext uri="{FF2B5EF4-FFF2-40B4-BE49-F238E27FC236}">
                    <a16:creationId xmlns:a16="http://schemas.microsoft.com/office/drawing/2014/main" id="{476FEB09-7D73-4BF8-83F7-EA8FE7F06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" y="2934"/>
                <a:ext cx="3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1" name="Freeform 311">
                <a:extLst>
                  <a:ext uri="{FF2B5EF4-FFF2-40B4-BE49-F238E27FC236}">
                    <a16:creationId xmlns:a16="http://schemas.microsoft.com/office/drawing/2014/main" id="{1FA190AF-DE9C-425D-B8C4-EA488D4C0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93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2" name="Oval 312">
                <a:extLst>
                  <a:ext uri="{FF2B5EF4-FFF2-40B4-BE49-F238E27FC236}">
                    <a16:creationId xmlns:a16="http://schemas.microsoft.com/office/drawing/2014/main" id="{2C3738E6-4057-4B3E-A7E7-C79783EF9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2947"/>
                <a:ext cx="3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3" name="Freeform 313">
                <a:extLst>
                  <a:ext uri="{FF2B5EF4-FFF2-40B4-BE49-F238E27FC236}">
                    <a16:creationId xmlns:a16="http://schemas.microsoft.com/office/drawing/2014/main" id="{DBF19240-EF4D-4059-99B7-270202F2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94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4" name="Oval 314">
                <a:extLst>
                  <a:ext uri="{FF2B5EF4-FFF2-40B4-BE49-F238E27FC236}">
                    <a16:creationId xmlns:a16="http://schemas.microsoft.com/office/drawing/2014/main" id="{0E466F33-2FCD-472F-8728-BE884DF25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8" y="3038"/>
                <a:ext cx="2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5" name="Freeform 315">
                <a:extLst>
                  <a:ext uri="{FF2B5EF4-FFF2-40B4-BE49-F238E27FC236}">
                    <a16:creationId xmlns:a16="http://schemas.microsoft.com/office/drawing/2014/main" id="{16A3F11B-2920-4A07-BF1D-549D2FB1D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04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8 h 1"/>
                  <a:gd name="T6" fmla="*/ 0 w 2"/>
                  <a:gd name="T7" fmla="*/ 8 h 1"/>
                  <a:gd name="T8" fmla="*/ 20 w 2"/>
                  <a:gd name="T9" fmla="*/ 8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6" name="Oval 316">
                <a:extLst>
                  <a:ext uri="{FF2B5EF4-FFF2-40B4-BE49-F238E27FC236}">
                    <a16:creationId xmlns:a16="http://schemas.microsoft.com/office/drawing/2014/main" id="{6560843D-D120-4297-B220-CAACC6A72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3" y="2998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7" name="Freeform 317">
                <a:extLst>
                  <a:ext uri="{FF2B5EF4-FFF2-40B4-BE49-F238E27FC236}">
                    <a16:creationId xmlns:a16="http://schemas.microsoft.com/office/drawing/2014/main" id="{F7528E7F-5882-4952-A42E-CE82BC7A7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99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8" name="Oval 318">
                <a:extLst>
                  <a:ext uri="{FF2B5EF4-FFF2-40B4-BE49-F238E27FC236}">
                    <a16:creationId xmlns:a16="http://schemas.microsoft.com/office/drawing/2014/main" id="{44023628-97BC-4D0E-BBDF-C69628F6E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3003"/>
                <a:ext cx="5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19" name="Freeform 319">
                <a:extLst>
                  <a:ext uri="{FF2B5EF4-FFF2-40B4-BE49-F238E27FC236}">
                    <a16:creationId xmlns:a16="http://schemas.microsoft.com/office/drawing/2014/main" id="{72C79D79-9845-4431-95D4-9217BF719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00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27 w 1"/>
                  <a:gd name="T11" fmla="*/ 0 h 1"/>
                  <a:gd name="T12" fmla="*/ 27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0" name="Oval 320">
                <a:extLst>
                  <a:ext uri="{FF2B5EF4-FFF2-40B4-BE49-F238E27FC236}">
                    <a16:creationId xmlns:a16="http://schemas.microsoft.com/office/drawing/2014/main" id="{EF45FA51-2630-467E-9A39-93D2ECAB0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966"/>
                <a:ext cx="5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1" name="Freeform 321">
                <a:extLst>
                  <a:ext uri="{FF2B5EF4-FFF2-40B4-BE49-F238E27FC236}">
                    <a16:creationId xmlns:a16="http://schemas.microsoft.com/office/drawing/2014/main" id="{14551E6E-2509-473E-8786-CE99F912B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96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2" name="Oval 322">
                <a:extLst>
                  <a:ext uri="{FF2B5EF4-FFF2-40B4-BE49-F238E27FC236}">
                    <a16:creationId xmlns:a16="http://schemas.microsoft.com/office/drawing/2014/main" id="{55450D9D-B78B-4040-B764-2ACDA096C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8" y="2931"/>
                <a:ext cx="5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3" name="Freeform 323">
                <a:extLst>
                  <a:ext uri="{FF2B5EF4-FFF2-40B4-BE49-F238E27FC236}">
                    <a16:creationId xmlns:a16="http://schemas.microsoft.com/office/drawing/2014/main" id="{B7A183D3-CF8B-4CA2-9812-33461B56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93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4" name="Oval 324">
                <a:extLst>
                  <a:ext uri="{FF2B5EF4-FFF2-40B4-BE49-F238E27FC236}">
                    <a16:creationId xmlns:a16="http://schemas.microsoft.com/office/drawing/2014/main" id="{934E3C46-08E9-4ADC-9F5A-D5EDDAD2F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3022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5" name="Freeform 325">
                <a:extLst>
                  <a:ext uri="{FF2B5EF4-FFF2-40B4-BE49-F238E27FC236}">
                    <a16:creationId xmlns:a16="http://schemas.microsoft.com/office/drawing/2014/main" id="{A5731CC8-3BFF-4833-B864-0FEED291F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302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6" name="Oval 326">
                <a:extLst>
                  <a:ext uri="{FF2B5EF4-FFF2-40B4-BE49-F238E27FC236}">
                    <a16:creationId xmlns:a16="http://schemas.microsoft.com/office/drawing/2014/main" id="{A2335F0D-34DF-4089-9958-0CA4BE1BB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8" y="3051"/>
                <a:ext cx="2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7" name="Freeform 327">
                <a:extLst>
                  <a:ext uri="{FF2B5EF4-FFF2-40B4-BE49-F238E27FC236}">
                    <a16:creationId xmlns:a16="http://schemas.microsoft.com/office/drawing/2014/main" id="{E563F0EC-D5ED-407D-8498-E2657D3CD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305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8" name="Oval 328">
                <a:extLst>
                  <a:ext uri="{FF2B5EF4-FFF2-40B4-BE49-F238E27FC236}">
                    <a16:creationId xmlns:a16="http://schemas.microsoft.com/office/drawing/2014/main" id="{9C4B1320-063C-4469-AC45-D2F77B1DC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5" y="3073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29" name="Freeform 329">
                <a:extLst>
                  <a:ext uri="{FF2B5EF4-FFF2-40B4-BE49-F238E27FC236}">
                    <a16:creationId xmlns:a16="http://schemas.microsoft.com/office/drawing/2014/main" id="{FA71FC2C-0BD1-4BE6-AA24-28A30E38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307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0" name="Oval 330">
                <a:extLst>
                  <a:ext uri="{FF2B5EF4-FFF2-40B4-BE49-F238E27FC236}">
                    <a16:creationId xmlns:a16="http://schemas.microsoft.com/office/drawing/2014/main" id="{8821265D-85EF-49EC-A3F6-D2DE6AE36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5" y="3033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1" name="Freeform 331">
                <a:extLst>
                  <a:ext uri="{FF2B5EF4-FFF2-40B4-BE49-F238E27FC236}">
                    <a16:creationId xmlns:a16="http://schemas.microsoft.com/office/drawing/2014/main" id="{ECF69671-2293-4AE7-B0D8-7FADE7C9F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03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2" name="Oval 332">
                <a:extLst>
                  <a:ext uri="{FF2B5EF4-FFF2-40B4-BE49-F238E27FC236}">
                    <a16:creationId xmlns:a16="http://schemas.microsoft.com/office/drawing/2014/main" id="{34957FD3-0C87-4CF3-94DF-9CE021B26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3049"/>
                <a:ext cx="8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3" name="Freeform 333">
                <a:extLst>
                  <a:ext uri="{FF2B5EF4-FFF2-40B4-BE49-F238E27FC236}">
                    <a16:creationId xmlns:a16="http://schemas.microsoft.com/office/drawing/2014/main" id="{84F450CD-0F72-4AE0-B6CD-94130F6E0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04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4" name="Oval 334">
                <a:extLst>
                  <a:ext uri="{FF2B5EF4-FFF2-40B4-BE49-F238E27FC236}">
                    <a16:creationId xmlns:a16="http://schemas.microsoft.com/office/drawing/2014/main" id="{68C70C2E-88DF-4BF4-9E0A-83C10F217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3" y="3067"/>
                <a:ext cx="5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5" name="Freeform 335">
                <a:extLst>
                  <a:ext uri="{FF2B5EF4-FFF2-40B4-BE49-F238E27FC236}">
                    <a16:creationId xmlns:a16="http://schemas.microsoft.com/office/drawing/2014/main" id="{1A96E779-B6C1-4353-B60E-7D056BB8F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06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6" name="Oval 336">
                <a:extLst>
                  <a:ext uri="{FF2B5EF4-FFF2-40B4-BE49-F238E27FC236}">
                    <a16:creationId xmlns:a16="http://schemas.microsoft.com/office/drawing/2014/main" id="{F0202950-D3B5-4FE1-B843-4F5494FC7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3051"/>
                <a:ext cx="8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7" name="Freeform 337">
                <a:extLst>
                  <a:ext uri="{FF2B5EF4-FFF2-40B4-BE49-F238E27FC236}">
                    <a16:creationId xmlns:a16="http://schemas.microsoft.com/office/drawing/2014/main" id="{6833EC07-AED3-41CC-A567-263C9D07E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305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8" name="Oval 338">
                <a:extLst>
                  <a:ext uri="{FF2B5EF4-FFF2-40B4-BE49-F238E27FC236}">
                    <a16:creationId xmlns:a16="http://schemas.microsoft.com/office/drawing/2014/main" id="{8D3B9BAC-58CD-4357-9A3E-6C9DA7296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3081"/>
                <a:ext cx="5" cy="5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39" name="Freeform 339">
                <a:extLst>
                  <a:ext uri="{FF2B5EF4-FFF2-40B4-BE49-F238E27FC236}">
                    <a16:creationId xmlns:a16="http://schemas.microsoft.com/office/drawing/2014/main" id="{7FA79260-A37B-4836-A78B-99C400AFC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08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0" name="Oval 340">
                <a:extLst>
                  <a:ext uri="{FF2B5EF4-FFF2-40B4-BE49-F238E27FC236}">
                    <a16:creationId xmlns:a16="http://schemas.microsoft.com/office/drawing/2014/main" id="{2C1CC861-F941-4A9A-A7E7-D6F88BF47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5" y="3102"/>
                <a:ext cx="5" cy="5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1" name="Freeform 341">
                <a:extLst>
                  <a:ext uri="{FF2B5EF4-FFF2-40B4-BE49-F238E27FC236}">
                    <a16:creationId xmlns:a16="http://schemas.microsoft.com/office/drawing/2014/main" id="{BEAA6B02-5B8B-41DD-B7FC-423E7B3D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10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2" name="Oval 342">
                <a:extLst>
                  <a:ext uri="{FF2B5EF4-FFF2-40B4-BE49-F238E27FC236}">
                    <a16:creationId xmlns:a16="http://schemas.microsoft.com/office/drawing/2014/main" id="{596A99FA-6DA6-48D7-8B79-BFE6B4C08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3089"/>
                <a:ext cx="5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3" name="Freeform 343">
                <a:extLst>
                  <a:ext uri="{FF2B5EF4-FFF2-40B4-BE49-F238E27FC236}">
                    <a16:creationId xmlns:a16="http://schemas.microsoft.com/office/drawing/2014/main" id="{BFC4D43A-7BAA-48D8-A78F-0EFFBEA90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309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4" name="Oval 344">
                <a:extLst>
                  <a:ext uri="{FF2B5EF4-FFF2-40B4-BE49-F238E27FC236}">
                    <a16:creationId xmlns:a16="http://schemas.microsoft.com/office/drawing/2014/main" id="{95F4F18E-2CF3-4548-B2AE-CA0D9B716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3" y="3102"/>
                <a:ext cx="5" cy="5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5" name="Freeform 345">
                <a:extLst>
                  <a:ext uri="{FF2B5EF4-FFF2-40B4-BE49-F238E27FC236}">
                    <a16:creationId xmlns:a16="http://schemas.microsoft.com/office/drawing/2014/main" id="{21127C7E-7D7F-4CF1-A5DD-BD423240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10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6" name="Oval 346">
                <a:extLst>
                  <a:ext uri="{FF2B5EF4-FFF2-40B4-BE49-F238E27FC236}">
                    <a16:creationId xmlns:a16="http://schemas.microsoft.com/office/drawing/2014/main" id="{3F329C5F-0139-4E99-B773-60C1F79E8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5" y="3078"/>
                <a:ext cx="5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7" name="Freeform 347">
                <a:extLst>
                  <a:ext uri="{FF2B5EF4-FFF2-40B4-BE49-F238E27FC236}">
                    <a16:creationId xmlns:a16="http://schemas.microsoft.com/office/drawing/2014/main" id="{5EEA5918-F3A5-43AC-98BD-947EB92AC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308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12 w 3"/>
                  <a:gd name="T9" fmla="*/ 33 h 2"/>
                  <a:gd name="T10" fmla="*/ 37 w 3"/>
                  <a:gd name="T11" fmla="*/ 20 h 2"/>
                  <a:gd name="T12" fmla="*/ 12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8" name="Oval 348">
                <a:extLst>
                  <a:ext uri="{FF2B5EF4-FFF2-40B4-BE49-F238E27FC236}">
                    <a16:creationId xmlns:a16="http://schemas.microsoft.com/office/drawing/2014/main" id="{331334F4-F4D3-4346-9290-ABC7A61A5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" y="3075"/>
                <a:ext cx="7" cy="6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49" name="Freeform 349">
                <a:extLst>
                  <a:ext uri="{FF2B5EF4-FFF2-40B4-BE49-F238E27FC236}">
                    <a16:creationId xmlns:a16="http://schemas.microsoft.com/office/drawing/2014/main" id="{D909328C-E7E0-4C59-92BD-723839D4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7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0" name="Oval 350">
                <a:extLst>
                  <a:ext uri="{FF2B5EF4-FFF2-40B4-BE49-F238E27FC236}">
                    <a16:creationId xmlns:a16="http://schemas.microsoft.com/office/drawing/2014/main" id="{797114FE-E881-4C06-B34B-21273DC62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" y="3059"/>
                <a:ext cx="5" cy="6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1" name="Freeform 351">
                <a:extLst>
                  <a:ext uri="{FF2B5EF4-FFF2-40B4-BE49-F238E27FC236}">
                    <a16:creationId xmlns:a16="http://schemas.microsoft.com/office/drawing/2014/main" id="{53CD6E72-DA2A-4D5B-A9F5-4F0F9A4A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305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2" name="Oval 352">
                <a:extLst>
                  <a:ext uri="{FF2B5EF4-FFF2-40B4-BE49-F238E27FC236}">
                    <a16:creationId xmlns:a16="http://schemas.microsoft.com/office/drawing/2014/main" id="{1EA9E842-447F-4FDC-A2A1-28134EC53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3091"/>
                <a:ext cx="5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3" name="Freeform 353">
                <a:extLst>
                  <a:ext uri="{FF2B5EF4-FFF2-40B4-BE49-F238E27FC236}">
                    <a16:creationId xmlns:a16="http://schemas.microsoft.com/office/drawing/2014/main" id="{9A11EE90-9911-457A-AC34-D99FA3A7B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094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4" name="Oval 354">
                <a:extLst>
                  <a:ext uri="{FF2B5EF4-FFF2-40B4-BE49-F238E27FC236}">
                    <a16:creationId xmlns:a16="http://schemas.microsoft.com/office/drawing/2014/main" id="{18FB5DEC-1F3D-4639-AA85-17FB64691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3001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5" name="Freeform 355">
                <a:extLst>
                  <a:ext uri="{FF2B5EF4-FFF2-40B4-BE49-F238E27FC236}">
                    <a16:creationId xmlns:a16="http://schemas.microsoft.com/office/drawing/2014/main" id="{96C09FBB-F008-447F-B559-7FE037D3D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3001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6" name="Oval 356">
                <a:extLst>
                  <a:ext uri="{FF2B5EF4-FFF2-40B4-BE49-F238E27FC236}">
                    <a16:creationId xmlns:a16="http://schemas.microsoft.com/office/drawing/2014/main" id="{BCCF487E-C0D0-4CB6-BF4E-6EF75A311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" y="3006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7" name="Freeform 357">
                <a:extLst>
                  <a:ext uri="{FF2B5EF4-FFF2-40B4-BE49-F238E27FC236}">
                    <a16:creationId xmlns:a16="http://schemas.microsoft.com/office/drawing/2014/main" id="{9BFD92F8-733B-43B6-B8B4-2F71CF959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00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8" name="Oval 358">
                <a:extLst>
                  <a:ext uri="{FF2B5EF4-FFF2-40B4-BE49-F238E27FC236}">
                    <a16:creationId xmlns:a16="http://schemas.microsoft.com/office/drawing/2014/main" id="{03B7B39C-E403-473D-9AC6-6FD25BBF2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5" y="3006"/>
                <a:ext cx="8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59" name="Freeform 359">
                <a:extLst>
                  <a:ext uri="{FF2B5EF4-FFF2-40B4-BE49-F238E27FC236}">
                    <a16:creationId xmlns:a16="http://schemas.microsoft.com/office/drawing/2014/main" id="{5618235D-4092-4A76-95E3-D68C4F59D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00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0" name="Oval 360">
                <a:extLst>
                  <a:ext uri="{FF2B5EF4-FFF2-40B4-BE49-F238E27FC236}">
                    <a16:creationId xmlns:a16="http://schemas.microsoft.com/office/drawing/2014/main" id="{802B0800-4F17-4BB0-9591-A6A629EF2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3" y="2966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1" name="Freeform 361">
                <a:extLst>
                  <a:ext uri="{FF2B5EF4-FFF2-40B4-BE49-F238E27FC236}">
                    <a16:creationId xmlns:a16="http://schemas.microsoft.com/office/drawing/2014/main" id="{D06680F5-C42C-437E-B4A6-ED9AE50D5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96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2" name="Oval 362">
                <a:extLst>
                  <a:ext uri="{FF2B5EF4-FFF2-40B4-BE49-F238E27FC236}">
                    <a16:creationId xmlns:a16="http://schemas.microsoft.com/office/drawing/2014/main" id="{D0E653DD-02D9-4C30-9B8D-3A21CC8CB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0" y="2923"/>
                <a:ext cx="8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3" name="Freeform 363">
                <a:extLst>
                  <a:ext uri="{FF2B5EF4-FFF2-40B4-BE49-F238E27FC236}">
                    <a16:creationId xmlns:a16="http://schemas.microsoft.com/office/drawing/2014/main" id="{146F72F0-8DE7-492A-95DE-443467241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92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4" name="Oval 364">
                <a:extLst>
                  <a:ext uri="{FF2B5EF4-FFF2-40B4-BE49-F238E27FC236}">
                    <a16:creationId xmlns:a16="http://schemas.microsoft.com/office/drawing/2014/main" id="{2563EF51-FDED-4992-85A2-D4BD6123B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3" y="2966"/>
                <a:ext cx="7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5" name="Freeform 365">
                <a:extLst>
                  <a:ext uri="{FF2B5EF4-FFF2-40B4-BE49-F238E27FC236}">
                    <a16:creationId xmlns:a16="http://schemas.microsoft.com/office/drawing/2014/main" id="{BD0ED40C-D04B-4812-9764-5F083D639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96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6" name="Oval 366">
                <a:extLst>
                  <a:ext uri="{FF2B5EF4-FFF2-40B4-BE49-F238E27FC236}">
                    <a16:creationId xmlns:a16="http://schemas.microsoft.com/office/drawing/2014/main" id="{45F211A7-0923-482C-AC47-059CD2922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3017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7" name="Freeform 367">
                <a:extLst>
                  <a:ext uri="{FF2B5EF4-FFF2-40B4-BE49-F238E27FC236}">
                    <a16:creationId xmlns:a16="http://schemas.microsoft.com/office/drawing/2014/main" id="{F36ECFC6-809F-40D7-9EF5-EFF8CB612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301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8" name="Oval 368">
                <a:extLst>
                  <a:ext uri="{FF2B5EF4-FFF2-40B4-BE49-F238E27FC236}">
                    <a16:creationId xmlns:a16="http://schemas.microsoft.com/office/drawing/2014/main" id="{57E9B4FB-1897-4456-AD53-BC87396EB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5" y="3003"/>
                <a:ext cx="5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69" name="Freeform 369">
                <a:extLst>
                  <a:ext uri="{FF2B5EF4-FFF2-40B4-BE49-F238E27FC236}">
                    <a16:creationId xmlns:a16="http://schemas.microsoft.com/office/drawing/2014/main" id="{53313853-D4F8-4A55-9ADF-3377464A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300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0" name="Oval 370">
                <a:extLst>
                  <a:ext uri="{FF2B5EF4-FFF2-40B4-BE49-F238E27FC236}">
                    <a16:creationId xmlns:a16="http://schemas.microsoft.com/office/drawing/2014/main" id="{74EB0828-7627-4C1E-A4CE-678C8B7E1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8" y="3003"/>
                <a:ext cx="5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1" name="Freeform 371">
                <a:extLst>
                  <a:ext uri="{FF2B5EF4-FFF2-40B4-BE49-F238E27FC236}">
                    <a16:creationId xmlns:a16="http://schemas.microsoft.com/office/drawing/2014/main" id="{100A1E3C-690F-4F3D-A849-E10F2FBD3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00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2" name="Oval 372">
                <a:extLst>
                  <a:ext uri="{FF2B5EF4-FFF2-40B4-BE49-F238E27FC236}">
                    <a16:creationId xmlns:a16="http://schemas.microsoft.com/office/drawing/2014/main" id="{E187881D-8674-44D8-80D6-13EB65B46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8" y="3027"/>
                <a:ext cx="7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3" name="Freeform 373">
                <a:extLst>
                  <a:ext uri="{FF2B5EF4-FFF2-40B4-BE49-F238E27FC236}">
                    <a16:creationId xmlns:a16="http://schemas.microsoft.com/office/drawing/2014/main" id="{AA657DCA-CC6D-4B74-BCF0-8CC904058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02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4" name="Oval 374">
                <a:extLst>
                  <a:ext uri="{FF2B5EF4-FFF2-40B4-BE49-F238E27FC236}">
                    <a16:creationId xmlns:a16="http://schemas.microsoft.com/office/drawing/2014/main" id="{0A980909-CE54-49F1-9AA6-567BA4043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3" y="3062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5" name="Freeform 375">
                <a:extLst>
                  <a:ext uri="{FF2B5EF4-FFF2-40B4-BE49-F238E27FC236}">
                    <a16:creationId xmlns:a16="http://schemas.microsoft.com/office/drawing/2014/main" id="{7F10BF6B-B61A-42EE-9071-1CFFE815F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306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6" name="Oval 376">
                <a:extLst>
                  <a:ext uri="{FF2B5EF4-FFF2-40B4-BE49-F238E27FC236}">
                    <a16:creationId xmlns:a16="http://schemas.microsoft.com/office/drawing/2014/main" id="{DFC13CB4-5BCB-43E2-9145-F87919764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3025"/>
                <a:ext cx="7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7" name="Freeform 377">
                <a:extLst>
                  <a:ext uri="{FF2B5EF4-FFF2-40B4-BE49-F238E27FC236}">
                    <a16:creationId xmlns:a16="http://schemas.microsoft.com/office/drawing/2014/main" id="{C65E8742-CEE8-4C5E-A82A-F4901F070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027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8" name="Oval 378">
                <a:extLst>
                  <a:ext uri="{FF2B5EF4-FFF2-40B4-BE49-F238E27FC236}">
                    <a16:creationId xmlns:a16="http://schemas.microsoft.com/office/drawing/2014/main" id="{FDFC1B70-74BA-4A3F-9552-C438B601A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3038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79" name="Freeform 379">
                <a:extLst>
                  <a:ext uri="{FF2B5EF4-FFF2-40B4-BE49-F238E27FC236}">
                    <a16:creationId xmlns:a16="http://schemas.microsoft.com/office/drawing/2014/main" id="{42598E80-6B38-490C-9631-EBA563ACB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04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0" name="Oval 380">
                <a:extLst>
                  <a:ext uri="{FF2B5EF4-FFF2-40B4-BE49-F238E27FC236}">
                    <a16:creationId xmlns:a16="http://schemas.microsoft.com/office/drawing/2014/main" id="{7668B3F9-001D-47A5-9D23-C5B6ECB6E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5" y="3070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1" name="Freeform 381">
                <a:extLst>
                  <a:ext uri="{FF2B5EF4-FFF2-40B4-BE49-F238E27FC236}">
                    <a16:creationId xmlns:a16="http://schemas.microsoft.com/office/drawing/2014/main" id="{E08E2472-9A65-4544-AD13-0AC1FFEAF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3073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2" name="Oval 382">
                <a:extLst>
                  <a:ext uri="{FF2B5EF4-FFF2-40B4-BE49-F238E27FC236}">
                    <a16:creationId xmlns:a16="http://schemas.microsoft.com/office/drawing/2014/main" id="{293F8DE9-6493-4B99-AC3D-B08E4F5ED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3" y="3102"/>
                <a:ext cx="2" cy="3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3" name="Freeform 383">
                <a:extLst>
                  <a:ext uri="{FF2B5EF4-FFF2-40B4-BE49-F238E27FC236}">
                    <a16:creationId xmlns:a16="http://schemas.microsoft.com/office/drawing/2014/main" id="{D4E627BF-1B62-4FAF-A866-9A5693740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310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4" name="Oval 384">
                <a:extLst>
                  <a:ext uri="{FF2B5EF4-FFF2-40B4-BE49-F238E27FC236}">
                    <a16:creationId xmlns:a16="http://schemas.microsoft.com/office/drawing/2014/main" id="{FC18AA02-90A3-4160-89D7-AF9511723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086"/>
                <a:ext cx="3" cy="3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5" name="Freeform 385">
                <a:extLst>
                  <a:ext uri="{FF2B5EF4-FFF2-40B4-BE49-F238E27FC236}">
                    <a16:creationId xmlns:a16="http://schemas.microsoft.com/office/drawing/2014/main" id="{7B9F8A22-DE4D-4B72-A10D-C8D101A5D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08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6" name="Oval 386">
                <a:extLst>
                  <a:ext uri="{FF2B5EF4-FFF2-40B4-BE49-F238E27FC236}">
                    <a16:creationId xmlns:a16="http://schemas.microsoft.com/office/drawing/2014/main" id="{E3650DE5-F21F-493B-A0AF-C39E13D04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0" y="3062"/>
                <a:ext cx="3" cy="3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7" name="Freeform 387">
                <a:extLst>
                  <a:ext uri="{FF2B5EF4-FFF2-40B4-BE49-F238E27FC236}">
                    <a16:creationId xmlns:a16="http://schemas.microsoft.com/office/drawing/2014/main" id="{5B034494-99DF-4664-A1F6-A6C39B3D3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306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8" name="Oval 388">
                <a:extLst>
                  <a:ext uri="{FF2B5EF4-FFF2-40B4-BE49-F238E27FC236}">
                    <a16:creationId xmlns:a16="http://schemas.microsoft.com/office/drawing/2014/main" id="{0D82E9E5-AE70-4C5D-BBC3-7A66E62B7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8" y="3091"/>
                <a:ext cx="5" cy="6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89" name="Freeform 389">
                <a:extLst>
                  <a:ext uri="{FF2B5EF4-FFF2-40B4-BE49-F238E27FC236}">
                    <a16:creationId xmlns:a16="http://schemas.microsoft.com/office/drawing/2014/main" id="{102464FB-F5AE-489D-BF82-6F7A13DA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09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27 w 1"/>
                  <a:gd name="T11" fmla="*/ 0 h 1"/>
                  <a:gd name="T12" fmla="*/ 27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0" name="Oval 390">
                <a:extLst>
                  <a:ext uri="{FF2B5EF4-FFF2-40B4-BE49-F238E27FC236}">
                    <a16:creationId xmlns:a16="http://schemas.microsoft.com/office/drawing/2014/main" id="{43194528-BC26-4987-8110-2C896B0C6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5" y="3110"/>
                <a:ext cx="5" cy="3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1" name="Freeform 391">
                <a:extLst>
                  <a:ext uri="{FF2B5EF4-FFF2-40B4-BE49-F238E27FC236}">
                    <a16:creationId xmlns:a16="http://schemas.microsoft.com/office/drawing/2014/main" id="{5A7370DC-C0D2-476F-AA70-DAE29ABBE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311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2" name="Oval 392">
                <a:extLst>
                  <a:ext uri="{FF2B5EF4-FFF2-40B4-BE49-F238E27FC236}">
                    <a16:creationId xmlns:a16="http://schemas.microsoft.com/office/drawing/2014/main" id="{322FEF90-34CF-475B-8364-68B943F18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3107"/>
                <a:ext cx="3" cy="6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3" name="Freeform 393">
                <a:extLst>
                  <a:ext uri="{FF2B5EF4-FFF2-40B4-BE49-F238E27FC236}">
                    <a16:creationId xmlns:a16="http://schemas.microsoft.com/office/drawing/2014/main" id="{A8FB17C2-9902-42A8-8509-C528A1A67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11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4" name="Oval 394">
                <a:extLst>
                  <a:ext uri="{FF2B5EF4-FFF2-40B4-BE49-F238E27FC236}">
                    <a16:creationId xmlns:a16="http://schemas.microsoft.com/office/drawing/2014/main" id="{60EE39D6-AE78-4509-BBFB-867E24D89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5" y="3094"/>
                <a:ext cx="3" cy="3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5" name="Freeform 395">
                <a:extLst>
                  <a:ext uri="{FF2B5EF4-FFF2-40B4-BE49-F238E27FC236}">
                    <a16:creationId xmlns:a16="http://schemas.microsoft.com/office/drawing/2014/main" id="{32024381-2629-4ABE-BA30-8291D6309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09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6" name="Oval 396">
                <a:extLst>
                  <a:ext uri="{FF2B5EF4-FFF2-40B4-BE49-F238E27FC236}">
                    <a16:creationId xmlns:a16="http://schemas.microsoft.com/office/drawing/2014/main" id="{19927E9C-FF6A-40EC-B018-AC81FC3FC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3083"/>
                <a:ext cx="2" cy="6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7" name="Freeform 397">
                <a:extLst>
                  <a:ext uri="{FF2B5EF4-FFF2-40B4-BE49-F238E27FC236}">
                    <a16:creationId xmlns:a16="http://schemas.microsoft.com/office/drawing/2014/main" id="{342E8329-5F61-496A-BB9A-76314F549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08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8" name="Oval 398">
                <a:extLst>
                  <a:ext uri="{FF2B5EF4-FFF2-40B4-BE49-F238E27FC236}">
                    <a16:creationId xmlns:a16="http://schemas.microsoft.com/office/drawing/2014/main" id="{A2837520-839B-4606-BB57-AD8ED685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3" y="3097"/>
                <a:ext cx="5" cy="2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099" name="Freeform 399">
                <a:extLst>
                  <a:ext uri="{FF2B5EF4-FFF2-40B4-BE49-F238E27FC236}">
                    <a16:creationId xmlns:a16="http://schemas.microsoft.com/office/drawing/2014/main" id="{912AC3CD-1F44-4B54-A65A-DDAF56200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3097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0" name="Oval 400">
                <a:extLst>
                  <a:ext uri="{FF2B5EF4-FFF2-40B4-BE49-F238E27FC236}">
                    <a16:creationId xmlns:a16="http://schemas.microsoft.com/office/drawing/2014/main" id="{25DA0A2B-F168-495B-8614-31B450AF9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5" y="3094"/>
                <a:ext cx="5" cy="3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1" name="Freeform 401">
                <a:extLst>
                  <a:ext uri="{FF2B5EF4-FFF2-40B4-BE49-F238E27FC236}">
                    <a16:creationId xmlns:a16="http://schemas.microsoft.com/office/drawing/2014/main" id="{6295B748-0515-48FF-8E07-3B2173CD6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309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2" name="Oval 402">
                <a:extLst>
                  <a:ext uri="{FF2B5EF4-FFF2-40B4-BE49-F238E27FC236}">
                    <a16:creationId xmlns:a16="http://schemas.microsoft.com/office/drawing/2014/main" id="{A3A4BAFB-8E22-425D-9E8D-0C5B315AA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3099"/>
                <a:ext cx="7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3" name="Freeform 403">
                <a:extLst>
                  <a:ext uri="{FF2B5EF4-FFF2-40B4-BE49-F238E27FC236}">
                    <a16:creationId xmlns:a16="http://schemas.microsoft.com/office/drawing/2014/main" id="{E8BD2B77-BBE7-4777-ACF7-DD535DEB9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099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4" name="Oval 404">
                <a:extLst>
                  <a:ext uri="{FF2B5EF4-FFF2-40B4-BE49-F238E27FC236}">
                    <a16:creationId xmlns:a16="http://schemas.microsoft.com/office/drawing/2014/main" id="{390AA9EA-D741-431A-AABA-6A2ECB36A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867"/>
                <a:ext cx="5" cy="6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105" name="Freeform 405">
                <a:extLst>
                  <a:ext uri="{FF2B5EF4-FFF2-40B4-BE49-F238E27FC236}">
                    <a16:creationId xmlns:a16="http://schemas.microsoft.com/office/drawing/2014/main" id="{4AFE03A0-BAFB-43B2-8483-AD8D2E3DC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86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410" name="Group 406">
              <a:extLst>
                <a:ext uri="{FF2B5EF4-FFF2-40B4-BE49-F238E27FC236}">
                  <a16:creationId xmlns:a16="http://schemas.microsoft.com/office/drawing/2014/main" id="{08BAC4EB-84F3-4E4D-9686-584B50C8F4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7" y="2550"/>
              <a:ext cx="736" cy="563"/>
              <a:chOff x="807" y="2550"/>
              <a:chExt cx="736" cy="563"/>
            </a:xfrm>
          </p:grpSpPr>
          <p:sp>
            <p:nvSpPr>
              <p:cNvPr id="52706" name="Oval 407">
                <a:extLst>
                  <a:ext uri="{FF2B5EF4-FFF2-40B4-BE49-F238E27FC236}">
                    <a16:creationId xmlns:a16="http://schemas.microsoft.com/office/drawing/2014/main" id="{3FAD4277-50A3-4DB1-B6AA-FF89CC32B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0" y="2846"/>
                <a:ext cx="5" cy="5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07" name="Freeform 408">
                <a:extLst>
                  <a:ext uri="{FF2B5EF4-FFF2-40B4-BE49-F238E27FC236}">
                    <a16:creationId xmlns:a16="http://schemas.microsoft.com/office/drawing/2014/main" id="{8BE4C816-AF68-4579-BF79-A2535B11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84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Oval 409">
                <a:extLst>
                  <a:ext uri="{FF2B5EF4-FFF2-40B4-BE49-F238E27FC236}">
                    <a16:creationId xmlns:a16="http://schemas.microsoft.com/office/drawing/2014/main" id="{D08E08C2-E091-43F1-8D8C-21F272D33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14"/>
                <a:ext cx="5" cy="5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09" name="Freeform 410">
                <a:extLst>
                  <a:ext uri="{FF2B5EF4-FFF2-40B4-BE49-F238E27FC236}">
                    <a16:creationId xmlns:a16="http://schemas.microsoft.com/office/drawing/2014/main" id="{F3BB819D-410C-4CD7-BC63-F48DCF453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81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Oval 411">
                <a:extLst>
                  <a:ext uri="{FF2B5EF4-FFF2-40B4-BE49-F238E27FC236}">
                    <a16:creationId xmlns:a16="http://schemas.microsoft.com/office/drawing/2014/main" id="{EE28CFD4-49DC-4B33-9BBF-B860AAB0C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774"/>
                <a:ext cx="8" cy="5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11" name="Freeform 412">
                <a:extLst>
                  <a:ext uri="{FF2B5EF4-FFF2-40B4-BE49-F238E27FC236}">
                    <a16:creationId xmlns:a16="http://schemas.microsoft.com/office/drawing/2014/main" id="{31C70E7F-B0A0-4AF2-A587-75533CB10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77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Oval 413">
                <a:extLst>
                  <a:ext uri="{FF2B5EF4-FFF2-40B4-BE49-F238E27FC236}">
                    <a16:creationId xmlns:a16="http://schemas.microsoft.com/office/drawing/2014/main" id="{76246C8F-31ED-4C05-B564-923B50BF2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627"/>
                <a:ext cx="5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13" name="Freeform 414">
                <a:extLst>
                  <a:ext uri="{FF2B5EF4-FFF2-40B4-BE49-F238E27FC236}">
                    <a16:creationId xmlns:a16="http://schemas.microsoft.com/office/drawing/2014/main" id="{459B90DC-8036-4025-8AD7-792170EDD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63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Oval 415">
                <a:extLst>
                  <a:ext uri="{FF2B5EF4-FFF2-40B4-BE49-F238E27FC236}">
                    <a16:creationId xmlns:a16="http://schemas.microsoft.com/office/drawing/2014/main" id="{B1703F81-EAF7-496D-9DDE-B926ADE59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889"/>
                <a:ext cx="2" cy="2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15" name="Freeform 416">
                <a:extLst>
                  <a:ext uri="{FF2B5EF4-FFF2-40B4-BE49-F238E27FC236}">
                    <a16:creationId xmlns:a16="http://schemas.microsoft.com/office/drawing/2014/main" id="{00D12B95-F90F-472F-BD05-E9246F732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88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Oval 417">
                <a:extLst>
                  <a:ext uri="{FF2B5EF4-FFF2-40B4-BE49-F238E27FC236}">
                    <a16:creationId xmlns:a16="http://schemas.microsoft.com/office/drawing/2014/main" id="{9C97722B-EBA0-419E-9D0D-E880F1B6C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3" y="2833"/>
                <a:ext cx="5" cy="5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17" name="Freeform 418">
                <a:extLst>
                  <a:ext uri="{FF2B5EF4-FFF2-40B4-BE49-F238E27FC236}">
                    <a16:creationId xmlns:a16="http://schemas.microsoft.com/office/drawing/2014/main" id="{7FBC5470-70B0-469D-8865-C904B949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83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27 w 1"/>
                  <a:gd name="T11" fmla="*/ 0 h 1"/>
                  <a:gd name="T12" fmla="*/ 27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Oval 419">
                <a:extLst>
                  <a:ext uri="{FF2B5EF4-FFF2-40B4-BE49-F238E27FC236}">
                    <a16:creationId xmlns:a16="http://schemas.microsoft.com/office/drawing/2014/main" id="{C35CF837-5C41-457F-95E4-A23192073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2795"/>
                <a:ext cx="2" cy="3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19" name="Freeform 420">
                <a:extLst>
                  <a:ext uri="{FF2B5EF4-FFF2-40B4-BE49-F238E27FC236}">
                    <a16:creationId xmlns:a16="http://schemas.microsoft.com/office/drawing/2014/main" id="{D9E035FB-7FB4-43AC-95D3-D1CBCC245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279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Oval 421">
                <a:extLst>
                  <a:ext uri="{FF2B5EF4-FFF2-40B4-BE49-F238E27FC236}">
                    <a16:creationId xmlns:a16="http://schemas.microsoft.com/office/drawing/2014/main" id="{8B87FF16-1FB9-47F6-BAF0-363618A1F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758"/>
                <a:ext cx="2" cy="3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21" name="Freeform 422">
                <a:extLst>
                  <a:ext uri="{FF2B5EF4-FFF2-40B4-BE49-F238E27FC236}">
                    <a16:creationId xmlns:a16="http://schemas.microsoft.com/office/drawing/2014/main" id="{97169B3D-A7B3-4FEE-BA33-19CCD0973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75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Oval 423">
                <a:extLst>
                  <a:ext uri="{FF2B5EF4-FFF2-40B4-BE49-F238E27FC236}">
                    <a16:creationId xmlns:a16="http://schemas.microsoft.com/office/drawing/2014/main" id="{1027C78F-14BF-49BA-980F-3E094480D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713"/>
                <a:ext cx="5" cy="5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23" name="Freeform 424">
                <a:extLst>
                  <a:ext uri="{FF2B5EF4-FFF2-40B4-BE49-F238E27FC236}">
                    <a16:creationId xmlns:a16="http://schemas.microsoft.com/office/drawing/2014/main" id="{CA81DFF1-B309-40D3-B615-19D6DEFBC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71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27 w 1"/>
                  <a:gd name="T11" fmla="*/ 0 h 1"/>
                  <a:gd name="T12" fmla="*/ 27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Oval 425">
                <a:extLst>
                  <a:ext uri="{FF2B5EF4-FFF2-40B4-BE49-F238E27FC236}">
                    <a16:creationId xmlns:a16="http://schemas.microsoft.com/office/drawing/2014/main" id="{A4EC973B-FD29-4154-98FA-0124C24F7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665"/>
                <a:ext cx="5" cy="5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25" name="Freeform 426">
                <a:extLst>
                  <a:ext uri="{FF2B5EF4-FFF2-40B4-BE49-F238E27FC236}">
                    <a16:creationId xmlns:a16="http://schemas.microsoft.com/office/drawing/2014/main" id="{59E07216-B11B-47AB-9F26-C234AD488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66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8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Oval 427">
                <a:extLst>
                  <a:ext uri="{FF2B5EF4-FFF2-40B4-BE49-F238E27FC236}">
                    <a16:creationId xmlns:a16="http://schemas.microsoft.com/office/drawing/2014/main" id="{AEB08DD1-66F7-4A52-B2F3-A71FBA165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886"/>
                <a:ext cx="7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27" name="Freeform 428">
                <a:extLst>
                  <a:ext uri="{FF2B5EF4-FFF2-40B4-BE49-F238E27FC236}">
                    <a16:creationId xmlns:a16="http://schemas.microsoft.com/office/drawing/2014/main" id="{71916320-6EE9-40A0-BE6C-1C21D3908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886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21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Oval 429">
                <a:extLst>
                  <a:ext uri="{FF2B5EF4-FFF2-40B4-BE49-F238E27FC236}">
                    <a16:creationId xmlns:a16="http://schemas.microsoft.com/office/drawing/2014/main" id="{47416DAF-8640-4E6C-8FDF-ED4870858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091"/>
                <a:ext cx="8" cy="6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29" name="Freeform 430">
                <a:extLst>
                  <a:ext uri="{FF2B5EF4-FFF2-40B4-BE49-F238E27FC236}">
                    <a16:creationId xmlns:a16="http://schemas.microsoft.com/office/drawing/2014/main" id="{621D155C-C25C-45B6-8BE2-079F1E7CB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09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Oval 431">
                <a:extLst>
                  <a:ext uri="{FF2B5EF4-FFF2-40B4-BE49-F238E27FC236}">
                    <a16:creationId xmlns:a16="http://schemas.microsoft.com/office/drawing/2014/main" id="{E901B9AF-A151-41D9-AF36-7109E1363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3102"/>
                <a:ext cx="8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31" name="Freeform 432">
                <a:extLst>
                  <a:ext uri="{FF2B5EF4-FFF2-40B4-BE49-F238E27FC236}">
                    <a16:creationId xmlns:a16="http://schemas.microsoft.com/office/drawing/2014/main" id="{52F0EC13-D40B-4247-B1C4-05B8CD95F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310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Oval 433">
                <a:extLst>
                  <a:ext uri="{FF2B5EF4-FFF2-40B4-BE49-F238E27FC236}">
                    <a16:creationId xmlns:a16="http://schemas.microsoft.com/office/drawing/2014/main" id="{91DC03A5-6181-496A-A700-106918A75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3081"/>
                <a:ext cx="8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33" name="Freeform 434">
                <a:extLst>
                  <a:ext uri="{FF2B5EF4-FFF2-40B4-BE49-F238E27FC236}">
                    <a16:creationId xmlns:a16="http://schemas.microsoft.com/office/drawing/2014/main" id="{052D13F0-B1F5-4021-AA53-BE0CF7851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08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Oval 435">
                <a:extLst>
                  <a:ext uri="{FF2B5EF4-FFF2-40B4-BE49-F238E27FC236}">
                    <a16:creationId xmlns:a16="http://schemas.microsoft.com/office/drawing/2014/main" id="{1A5C6CA3-5549-4E39-B956-B356B67F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0" y="3086"/>
                <a:ext cx="8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35" name="Freeform 436">
                <a:extLst>
                  <a:ext uri="{FF2B5EF4-FFF2-40B4-BE49-F238E27FC236}">
                    <a16:creationId xmlns:a16="http://schemas.microsoft.com/office/drawing/2014/main" id="{62A221D1-F65D-4EF4-AADF-5F0C93C4C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308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Oval 437">
                <a:extLst>
                  <a:ext uri="{FF2B5EF4-FFF2-40B4-BE49-F238E27FC236}">
                    <a16:creationId xmlns:a16="http://schemas.microsoft.com/office/drawing/2014/main" id="{E4A4E51D-E896-4111-91CF-585E438AE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0" y="3067"/>
                <a:ext cx="5" cy="8"/>
              </a:xfrm>
              <a:prstGeom prst="ellipse">
                <a:avLst/>
              </a:prstGeom>
              <a:solidFill>
                <a:srgbClr val="F2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37" name="Freeform 438">
                <a:extLst>
                  <a:ext uri="{FF2B5EF4-FFF2-40B4-BE49-F238E27FC236}">
                    <a16:creationId xmlns:a16="http://schemas.microsoft.com/office/drawing/2014/main" id="{D744A53C-FB29-4876-8A9C-270F8705F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070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D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Oval 439">
                <a:extLst>
                  <a:ext uri="{FF2B5EF4-FFF2-40B4-BE49-F238E27FC236}">
                    <a16:creationId xmlns:a16="http://schemas.microsoft.com/office/drawing/2014/main" id="{ADA4C023-13AD-4A7C-A857-25A660513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5" y="3059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39" name="Freeform 440">
                <a:extLst>
                  <a:ext uri="{FF2B5EF4-FFF2-40B4-BE49-F238E27FC236}">
                    <a16:creationId xmlns:a16="http://schemas.microsoft.com/office/drawing/2014/main" id="{DFCED638-9334-46C5-B00F-895CE6D7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059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Oval 441">
                <a:extLst>
                  <a:ext uri="{FF2B5EF4-FFF2-40B4-BE49-F238E27FC236}">
                    <a16:creationId xmlns:a16="http://schemas.microsoft.com/office/drawing/2014/main" id="{685E7E92-D868-4737-8299-5B464BDB4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3001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41" name="Freeform 442">
                <a:extLst>
                  <a:ext uri="{FF2B5EF4-FFF2-40B4-BE49-F238E27FC236}">
                    <a16:creationId xmlns:a16="http://schemas.microsoft.com/office/drawing/2014/main" id="{8F92F75B-95EB-43E6-B942-58C4EAB93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300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Oval 443">
                <a:extLst>
                  <a:ext uri="{FF2B5EF4-FFF2-40B4-BE49-F238E27FC236}">
                    <a16:creationId xmlns:a16="http://schemas.microsoft.com/office/drawing/2014/main" id="{58F76AE0-BD9C-4F43-ABA8-59330B3C6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785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43" name="Freeform 444">
                <a:extLst>
                  <a:ext uri="{FF2B5EF4-FFF2-40B4-BE49-F238E27FC236}">
                    <a16:creationId xmlns:a16="http://schemas.microsoft.com/office/drawing/2014/main" id="{B4DA9E36-E891-4693-BF8E-42BECBB3C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78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Oval 445">
                <a:extLst>
                  <a:ext uri="{FF2B5EF4-FFF2-40B4-BE49-F238E27FC236}">
                    <a16:creationId xmlns:a16="http://schemas.microsoft.com/office/drawing/2014/main" id="{364BD7D1-A06C-4207-863B-653480EE3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8" y="2798"/>
                <a:ext cx="2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45" name="Freeform 446">
                <a:extLst>
                  <a:ext uri="{FF2B5EF4-FFF2-40B4-BE49-F238E27FC236}">
                    <a16:creationId xmlns:a16="http://schemas.microsoft.com/office/drawing/2014/main" id="{687F787B-7496-49F5-B3A3-B7DED1185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79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Oval 447">
                <a:extLst>
                  <a:ext uri="{FF2B5EF4-FFF2-40B4-BE49-F238E27FC236}">
                    <a16:creationId xmlns:a16="http://schemas.microsoft.com/office/drawing/2014/main" id="{6C4E0D6E-6828-434E-A253-4DC4B5CAC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2827"/>
                <a:ext cx="3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47" name="Freeform 448">
                <a:extLst>
                  <a:ext uri="{FF2B5EF4-FFF2-40B4-BE49-F238E27FC236}">
                    <a16:creationId xmlns:a16="http://schemas.microsoft.com/office/drawing/2014/main" id="{901618D9-5A2B-4E2E-A96F-01098A1F7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2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Oval 449">
                <a:extLst>
                  <a:ext uri="{FF2B5EF4-FFF2-40B4-BE49-F238E27FC236}">
                    <a16:creationId xmlns:a16="http://schemas.microsoft.com/office/drawing/2014/main" id="{E6CBDDBC-C7C3-48A1-AEAA-AC2ABAF55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846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49" name="Freeform 450">
                <a:extLst>
                  <a:ext uri="{FF2B5EF4-FFF2-40B4-BE49-F238E27FC236}">
                    <a16:creationId xmlns:a16="http://schemas.microsoft.com/office/drawing/2014/main" id="{85CBF172-01AC-4F3C-89C1-F6EEDFB7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46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Oval 451">
                <a:extLst>
                  <a:ext uri="{FF2B5EF4-FFF2-40B4-BE49-F238E27FC236}">
                    <a16:creationId xmlns:a16="http://schemas.microsoft.com/office/drawing/2014/main" id="{3A3754BD-FFD2-4E4F-8501-AAEF64214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801"/>
                <a:ext cx="5" cy="2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51" name="Freeform 452">
                <a:extLst>
                  <a:ext uri="{FF2B5EF4-FFF2-40B4-BE49-F238E27FC236}">
                    <a16:creationId xmlns:a16="http://schemas.microsoft.com/office/drawing/2014/main" id="{B3ABDFA0-6997-48EF-B233-61822BF43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80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Oval 453">
                <a:extLst>
                  <a:ext uri="{FF2B5EF4-FFF2-40B4-BE49-F238E27FC236}">
                    <a16:creationId xmlns:a16="http://schemas.microsoft.com/office/drawing/2014/main" id="{36E70882-4BEF-4367-B74B-23BFE9C35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2769"/>
                <a:ext cx="3" cy="2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53" name="Freeform 454">
                <a:extLst>
                  <a:ext uri="{FF2B5EF4-FFF2-40B4-BE49-F238E27FC236}">
                    <a16:creationId xmlns:a16="http://schemas.microsoft.com/office/drawing/2014/main" id="{7F24D16F-D004-497B-BDA0-D507D65C1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76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Oval 455">
                <a:extLst>
                  <a:ext uri="{FF2B5EF4-FFF2-40B4-BE49-F238E27FC236}">
                    <a16:creationId xmlns:a16="http://schemas.microsoft.com/office/drawing/2014/main" id="{E5BD7B17-A9F6-4C85-9DD1-B104D628B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833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55" name="Freeform 456">
                <a:extLst>
                  <a:ext uri="{FF2B5EF4-FFF2-40B4-BE49-F238E27FC236}">
                    <a16:creationId xmlns:a16="http://schemas.microsoft.com/office/drawing/2014/main" id="{D5C81E1B-8D1E-418B-BA45-67F344191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83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Oval 457">
                <a:extLst>
                  <a:ext uri="{FF2B5EF4-FFF2-40B4-BE49-F238E27FC236}">
                    <a16:creationId xmlns:a16="http://schemas.microsoft.com/office/drawing/2014/main" id="{EFE0E591-4C1E-4F2D-A3EC-103BD68E0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803"/>
                <a:ext cx="3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57" name="Freeform 458">
                <a:extLst>
                  <a:ext uri="{FF2B5EF4-FFF2-40B4-BE49-F238E27FC236}">
                    <a16:creationId xmlns:a16="http://schemas.microsoft.com/office/drawing/2014/main" id="{69D5B5D7-42A9-4C97-82D0-401244887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80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Oval 459">
                <a:extLst>
                  <a:ext uri="{FF2B5EF4-FFF2-40B4-BE49-F238E27FC236}">
                    <a16:creationId xmlns:a16="http://schemas.microsoft.com/office/drawing/2014/main" id="{D451EA1F-8758-4558-B8AB-5B317B3EA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766"/>
                <a:ext cx="5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59" name="Freeform 460">
                <a:extLst>
                  <a:ext uri="{FF2B5EF4-FFF2-40B4-BE49-F238E27FC236}">
                    <a16:creationId xmlns:a16="http://schemas.microsoft.com/office/drawing/2014/main" id="{3665EBFD-FC95-487A-9850-553FB4975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76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Oval 461">
                <a:extLst>
                  <a:ext uri="{FF2B5EF4-FFF2-40B4-BE49-F238E27FC236}">
                    <a16:creationId xmlns:a16="http://schemas.microsoft.com/office/drawing/2014/main" id="{49517D24-1EB6-446C-92A3-159718781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678"/>
                <a:ext cx="3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61" name="Freeform 462">
                <a:extLst>
                  <a:ext uri="{FF2B5EF4-FFF2-40B4-BE49-F238E27FC236}">
                    <a16:creationId xmlns:a16="http://schemas.microsoft.com/office/drawing/2014/main" id="{C5B47109-9297-4BA9-B8B1-F424396A9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67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Oval 463">
                <a:extLst>
                  <a:ext uri="{FF2B5EF4-FFF2-40B4-BE49-F238E27FC236}">
                    <a16:creationId xmlns:a16="http://schemas.microsoft.com/office/drawing/2014/main" id="{BEC15B50-93C7-4B25-8654-6EB59FB8D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707"/>
                <a:ext cx="5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63" name="Freeform 464">
                <a:extLst>
                  <a:ext uri="{FF2B5EF4-FFF2-40B4-BE49-F238E27FC236}">
                    <a16:creationId xmlns:a16="http://schemas.microsoft.com/office/drawing/2014/main" id="{01163B07-0BB0-4368-93B4-0E8F03FD2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70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Oval 465">
                <a:extLst>
                  <a:ext uri="{FF2B5EF4-FFF2-40B4-BE49-F238E27FC236}">
                    <a16:creationId xmlns:a16="http://schemas.microsoft.com/office/drawing/2014/main" id="{6EB247BB-BC5F-4A07-A5C3-D4C0F0128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742"/>
                <a:ext cx="5" cy="3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65" name="Freeform 466">
                <a:extLst>
                  <a:ext uri="{FF2B5EF4-FFF2-40B4-BE49-F238E27FC236}">
                    <a16:creationId xmlns:a16="http://schemas.microsoft.com/office/drawing/2014/main" id="{EE01F0DD-EF41-422F-8C81-3C5646219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74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Oval 467">
                <a:extLst>
                  <a:ext uri="{FF2B5EF4-FFF2-40B4-BE49-F238E27FC236}">
                    <a16:creationId xmlns:a16="http://schemas.microsoft.com/office/drawing/2014/main" id="{85383036-5FE8-4E0E-8E39-D6A3F4797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806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67" name="Freeform 468">
                <a:extLst>
                  <a:ext uri="{FF2B5EF4-FFF2-40B4-BE49-F238E27FC236}">
                    <a16:creationId xmlns:a16="http://schemas.microsoft.com/office/drawing/2014/main" id="{77DDEC97-E70A-48D7-97BB-6CDB07C30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809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0 h 2"/>
                  <a:gd name="T4" fmla="*/ 12 w 3"/>
                  <a:gd name="T5" fmla="*/ 33 h 2"/>
                  <a:gd name="T6" fmla="*/ 0 w 3"/>
                  <a:gd name="T7" fmla="*/ 33 h 2"/>
                  <a:gd name="T8" fmla="*/ 12 w 3"/>
                  <a:gd name="T9" fmla="*/ 33 h 2"/>
                  <a:gd name="T10" fmla="*/ 37 w 3"/>
                  <a:gd name="T11" fmla="*/ 20 h 2"/>
                  <a:gd name="T12" fmla="*/ 28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Oval 469">
                <a:extLst>
                  <a:ext uri="{FF2B5EF4-FFF2-40B4-BE49-F238E27FC236}">
                    <a16:creationId xmlns:a16="http://schemas.microsoft.com/office/drawing/2014/main" id="{48575F46-0CAD-40D4-A8AA-AA0F289BE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851"/>
                <a:ext cx="5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69" name="Freeform 470">
                <a:extLst>
                  <a:ext uri="{FF2B5EF4-FFF2-40B4-BE49-F238E27FC236}">
                    <a16:creationId xmlns:a16="http://schemas.microsoft.com/office/drawing/2014/main" id="{08FCE323-A3C0-40B0-A40E-50560C55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5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0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Oval 471">
                <a:extLst>
                  <a:ext uri="{FF2B5EF4-FFF2-40B4-BE49-F238E27FC236}">
                    <a16:creationId xmlns:a16="http://schemas.microsoft.com/office/drawing/2014/main" id="{04958B73-E559-4889-B723-018ADF3E0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833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71" name="Freeform 472">
                <a:extLst>
                  <a:ext uri="{FF2B5EF4-FFF2-40B4-BE49-F238E27FC236}">
                    <a16:creationId xmlns:a16="http://schemas.microsoft.com/office/drawing/2014/main" id="{88D83E3B-98AB-4FCA-82A5-ABC113DF2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83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Oval 473">
                <a:extLst>
                  <a:ext uri="{FF2B5EF4-FFF2-40B4-BE49-F238E27FC236}">
                    <a16:creationId xmlns:a16="http://schemas.microsoft.com/office/drawing/2014/main" id="{A3D67C57-345A-4EDD-89DE-F85F6FB27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793"/>
                <a:ext cx="8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73" name="Freeform 474">
                <a:extLst>
                  <a:ext uri="{FF2B5EF4-FFF2-40B4-BE49-F238E27FC236}">
                    <a16:creationId xmlns:a16="http://schemas.microsoft.com/office/drawing/2014/main" id="{256BA133-46B1-476E-BA63-25A3BEBF7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795"/>
                <a:ext cx="7" cy="6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0 h 2"/>
                  <a:gd name="T4" fmla="*/ 0 w 3"/>
                  <a:gd name="T5" fmla="*/ 54 h 2"/>
                  <a:gd name="T6" fmla="*/ 0 w 3"/>
                  <a:gd name="T7" fmla="*/ 54 h 2"/>
                  <a:gd name="T8" fmla="*/ 12 w 3"/>
                  <a:gd name="T9" fmla="*/ 54 h 2"/>
                  <a:gd name="T10" fmla="*/ 37 w 3"/>
                  <a:gd name="T11" fmla="*/ 27 h 2"/>
                  <a:gd name="T12" fmla="*/ 28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Oval 475">
                <a:extLst>
                  <a:ext uri="{FF2B5EF4-FFF2-40B4-BE49-F238E27FC236}">
                    <a16:creationId xmlns:a16="http://schemas.microsoft.com/office/drawing/2014/main" id="{15E7DB3B-BEAB-4639-8183-17F70990A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2785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75" name="Freeform 476">
                <a:extLst>
                  <a:ext uri="{FF2B5EF4-FFF2-40B4-BE49-F238E27FC236}">
                    <a16:creationId xmlns:a16="http://schemas.microsoft.com/office/drawing/2014/main" id="{ED0E8CE2-1D18-4F53-AE97-D928CF6E2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78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Oval 477">
                <a:extLst>
                  <a:ext uri="{FF2B5EF4-FFF2-40B4-BE49-F238E27FC236}">
                    <a16:creationId xmlns:a16="http://schemas.microsoft.com/office/drawing/2014/main" id="{0CECA87E-83C8-4357-9A45-56DDB7A15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2755"/>
                <a:ext cx="8" cy="6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77" name="Freeform 478">
                <a:extLst>
                  <a:ext uri="{FF2B5EF4-FFF2-40B4-BE49-F238E27FC236}">
                    <a16:creationId xmlns:a16="http://schemas.microsoft.com/office/drawing/2014/main" id="{0C54E0A1-9C23-4F31-9A71-49DC5791B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75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Oval 479">
                <a:extLst>
                  <a:ext uri="{FF2B5EF4-FFF2-40B4-BE49-F238E27FC236}">
                    <a16:creationId xmlns:a16="http://schemas.microsoft.com/office/drawing/2014/main" id="{8EE45286-4691-49B0-A23A-53D3D40F1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782"/>
                <a:ext cx="5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79" name="Freeform 480">
                <a:extLst>
                  <a:ext uri="{FF2B5EF4-FFF2-40B4-BE49-F238E27FC236}">
                    <a16:creationId xmlns:a16="http://schemas.microsoft.com/office/drawing/2014/main" id="{FD2A0F77-3C27-47CA-BEA6-8F8E48FF2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8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0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Oval 481">
                <a:extLst>
                  <a:ext uri="{FF2B5EF4-FFF2-40B4-BE49-F238E27FC236}">
                    <a16:creationId xmlns:a16="http://schemas.microsoft.com/office/drawing/2014/main" id="{08EE3F28-E612-4B5B-B847-D872C8222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830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81" name="Freeform 482">
                <a:extLst>
                  <a:ext uri="{FF2B5EF4-FFF2-40B4-BE49-F238E27FC236}">
                    <a16:creationId xmlns:a16="http://schemas.microsoft.com/office/drawing/2014/main" id="{C5ABD9FC-3A9F-4A02-8022-A68FD1C63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3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Oval 483">
                <a:extLst>
                  <a:ext uri="{FF2B5EF4-FFF2-40B4-BE49-F238E27FC236}">
                    <a16:creationId xmlns:a16="http://schemas.microsoft.com/office/drawing/2014/main" id="{001CFC36-D805-46C4-BD50-06B2677EE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870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83" name="Freeform 484">
                <a:extLst>
                  <a:ext uri="{FF2B5EF4-FFF2-40B4-BE49-F238E27FC236}">
                    <a16:creationId xmlns:a16="http://schemas.microsoft.com/office/drawing/2014/main" id="{6CB9F0CF-EB31-406C-8871-36716CB4A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7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Oval 485">
                <a:extLst>
                  <a:ext uri="{FF2B5EF4-FFF2-40B4-BE49-F238E27FC236}">
                    <a16:creationId xmlns:a16="http://schemas.microsoft.com/office/drawing/2014/main" id="{FE7F1723-431A-4971-9FE2-A3C4DE98C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854"/>
                <a:ext cx="5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85" name="Freeform 486">
                <a:extLst>
                  <a:ext uri="{FF2B5EF4-FFF2-40B4-BE49-F238E27FC236}">
                    <a16:creationId xmlns:a16="http://schemas.microsoft.com/office/drawing/2014/main" id="{37EF6303-DEBC-4B01-ACEE-D8732BEB0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85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Oval 487">
                <a:extLst>
                  <a:ext uri="{FF2B5EF4-FFF2-40B4-BE49-F238E27FC236}">
                    <a16:creationId xmlns:a16="http://schemas.microsoft.com/office/drawing/2014/main" id="{5B8AB5C9-CC0B-4C33-818D-0235C9CA6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57"/>
                <a:ext cx="5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87" name="Freeform 488">
                <a:extLst>
                  <a:ext uri="{FF2B5EF4-FFF2-40B4-BE49-F238E27FC236}">
                    <a16:creationId xmlns:a16="http://schemas.microsoft.com/office/drawing/2014/main" id="{8B46F335-07B3-45A2-A100-1D5258ED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65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Oval 489">
                <a:extLst>
                  <a:ext uri="{FF2B5EF4-FFF2-40B4-BE49-F238E27FC236}">
                    <a16:creationId xmlns:a16="http://schemas.microsoft.com/office/drawing/2014/main" id="{36DBF14A-E7C4-4E52-9C6D-7955F1E20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21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89" name="Freeform 490">
                <a:extLst>
                  <a:ext uri="{FF2B5EF4-FFF2-40B4-BE49-F238E27FC236}">
                    <a16:creationId xmlns:a16="http://schemas.microsoft.com/office/drawing/2014/main" id="{1B33A291-39A0-40FB-BF81-7AC405E3D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272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Oval 491">
                <a:extLst>
                  <a:ext uri="{FF2B5EF4-FFF2-40B4-BE49-F238E27FC236}">
                    <a16:creationId xmlns:a16="http://schemas.microsoft.com/office/drawing/2014/main" id="{4782465B-BC04-4B40-A220-A24FE9AC6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3" y="2689"/>
                <a:ext cx="5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91" name="Freeform 492">
                <a:extLst>
                  <a:ext uri="{FF2B5EF4-FFF2-40B4-BE49-F238E27FC236}">
                    <a16:creationId xmlns:a16="http://schemas.microsoft.com/office/drawing/2014/main" id="{17A2E6B8-FBFB-4A3C-A3B1-DE8A519F3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689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Oval 493">
                <a:extLst>
                  <a:ext uri="{FF2B5EF4-FFF2-40B4-BE49-F238E27FC236}">
                    <a16:creationId xmlns:a16="http://schemas.microsoft.com/office/drawing/2014/main" id="{6896CB00-E156-4708-BDF9-163981D6E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2739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93" name="Freeform 494">
                <a:extLst>
                  <a:ext uri="{FF2B5EF4-FFF2-40B4-BE49-F238E27FC236}">
                    <a16:creationId xmlns:a16="http://schemas.microsoft.com/office/drawing/2014/main" id="{E9137C6F-F4B3-43FD-AF16-269268441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739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28 w 3"/>
                  <a:gd name="T3" fmla="*/ 47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12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Oval 495">
                <a:extLst>
                  <a:ext uri="{FF2B5EF4-FFF2-40B4-BE49-F238E27FC236}">
                    <a16:creationId xmlns:a16="http://schemas.microsoft.com/office/drawing/2014/main" id="{5A7AD304-E131-4194-A2FF-1A3CDDA45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817"/>
                <a:ext cx="7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95" name="Freeform 496">
                <a:extLst>
                  <a:ext uri="{FF2B5EF4-FFF2-40B4-BE49-F238E27FC236}">
                    <a16:creationId xmlns:a16="http://schemas.microsoft.com/office/drawing/2014/main" id="{742FA88C-990B-4BB7-A4D7-477EC0DF6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81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Oval 497">
                <a:extLst>
                  <a:ext uri="{FF2B5EF4-FFF2-40B4-BE49-F238E27FC236}">
                    <a16:creationId xmlns:a16="http://schemas.microsoft.com/office/drawing/2014/main" id="{51351C3E-FBB9-446E-B479-5BBC637C3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833"/>
                <a:ext cx="5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97" name="Freeform 498">
                <a:extLst>
                  <a:ext uri="{FF2B5EF4-FFF2-40B4-BE49-F238E27FC236}">
                    <a16:creationId xmlns:a16="http://schemas.microsoft.com/office/drawing/2014/main" id="{7118A306-9E77-4571-A9C3-EAA3D467C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833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Oval 499">
                <a:extLst>
                  <a:ext uri="{FF2B5EF4-FFF2-40B4-BE49-F238E27FC236}">
                    <a16:creationId xmlns:a16="http://schemas.microsoft.com/office/drawing/2014/main" id="{B6726E2E-2541-418D-ACBE-F35BC857E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2777"/>
                <a:ext cx="8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99" name="Freeform 500">
                <a:extLst>
                  <a:ext uri="{FF2B5EF4-FFF2-40B4-BE49-F238E27FC236}">
                    <a16:creationId xmlns:a16="http://schemas.microsoft.com/office/drawing/2014/main" id="{5D10187E-FDF3-4929-9F8A-0A8BB8815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777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0" name="Oval 501">
                <a:extLst>
                  <a:ext uri="{FF2B5EF4-FFF2-40B4-BE49-F238E27FC236}">
                    <a16:creationId xmlns:a16="http://schemas.microsoft.com/office/drawing/2014/main" id="{892D9CF1-E343-4D23-9563-B546512CC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825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01" name="Freeform 502">
                <a:extLst>
                  <a:ext uri="{FF2B5EF4-FFF2-40B4-BE49-F238E27FC236}">
                    <a16:creationId xmlns:a16="http://schemas.microsoft.com/office/drawing/2014/main" id="{15DC8FBF-95D9-4BA4-B50B-1095D78A9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2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Oval 503">
                <a:extLst>
                  <a:ext uri="{FF2B5EF4-FFF2-40B4-BE49-F238E27FC236}">
                    <a16:creationId xmlns:a16="http://schemas.microsoft.com/office/drawing/2014/main" id="{9A30CC62-C62C-4F2B-8C91-89ACD515E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849"/>
                <a:ext cx="7" cy="5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03" name="Freeform 504">
                <a:extLst>
                  <a:ext uri="{FF2B5EF4-FFF2-40B4-BE49-F238E27FC236}">
                    <a16:creationId xmlns:a16="http://schemas.microsoft.com/office/drawing/2014/main" id="{AC3D51B7-CAD6-4FA3-A1E6-F17526644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84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4" name="Oval 505">
                <a:extLst>
                  <a:ext uri="{FF2B5EF4-FFF2-40B4-BE49-F238E27FC236}">
                    <a16:creationId xmlns:a16="http://schemas.microsoft.com/office/drawing/2014/main" id="{AE0BC354-D40A-49A9-BB0D-4413059E0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811"/>
                <a:ext cx="7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05" name="Freeform 506">
                <a:extLst>
                  <a:ext uri="{FF2B5EF4-FFF2-40B4-BE49-F238E27FC236}">
                    <a16:creationId xmlns:a16="http://schemas.microsoft.com/office/drawing/2014/main" id="{60B90846-D45D-4ADA-8C97-7F8D6608A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11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21 w 3"/>
                  <a:gd name="T5" fmla="*/ 61 h 4"/>
                  <a:gd name="T6" fmla="*/ 0 w 3"/>
                  <a:gd name="T7" fmla="*/ 61 h 4"/>
                  <a:gd name="T8" fmla="*/ 35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Oval 507">
                <a:extLst>
                  <a:ext uri="{FF2B5EF4-FFF2-40B4-BE49-F238E27FC236}">
                    <a16:creationId xmlns:a16="http://schemas.microsoft.com/office/drawing/2014/main" id="{4CFE1551-34EE-4179-85D3-D08608940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985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07" name="Freeform 508">
                <a:extLst>
                  <a:ext uri="{FF2B5EF4-FFF2-40B4-BE49-F238E27FC236}">
                    <a16:creationId xmlns:a16="http://schemas.microsoft.com/office/drawing/2014/main" id="{451C97A9-C7A4-47D3-91AB-71A56441C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985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Oval 509">
                <a:extLst>
                  <a:ext uri="{FF2B5EF4-FFF2-40B4-BE49-F238E27FC236}">
                    <a16:creationId xmlns:a16="http://schemas.microsoft.com/office/drawing/2014/main" id="{10627449-4CBC-4F2C-A4F2-CFC6ABE75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0" y="2987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09" name="Freeform 510">
                <a:extLst>
                  <a:ext uri="{FF2B5EF4-FFF2-40B4-BE49-F238E27FC236}">
                    <a16:creationId xmlns:a16="http://schemas.microsoft.com/office/drawing/2014/main" id="{3937F2E1-0FA3-409B-B8CF-1F96A260A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99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Oval 511">
                <a:extLst>
                  <a:ext uri="{FF2B5EF4-FFF2-40B4-BE49-F238E27FC236}">
                    <a16:creationId xmlns:a16="http://schemas.microsoft.com/office/drawing/2014/main" id="{FF9971AB-D245-4761-8768-57D9EBAFC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2985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11" name="Freeform 512">
                <a:extLst>
                  <a:ext uri="{FF2B5EF4-FFF2-40B4-BE49-F238E27FC236}">
                    <a16:creationId xmlns:a16="http://schemas.microsoft.com/office/drawing/2014/main" id="{0AB8ADB4-CFBB-4B12-B56B-F797FE0DD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985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Oval 513">
                <a:extLst>
                  <a:ext uri="{FF2B5EF4-FFF2-40B4-BE49-F238E27FC236}">
                    <a16:creationId xmlns:a16="http://schemas.microsoft.com/office/drawing/2014/main" id="{9FDD56D6-B865-4727-917F-983E35369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3" y="2990"/>
                <a:ext cx="7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13" name="Freeform 514">
                <a:extLst>
                  <a:ext uri="{FF2B5EF4-FFF2-40B4-BE49-F238E27FC236}">
                    <a16:creationId xmlns:a16="http://schemas.microsoft.com/office/drawing/2014/main" id="{62D61BE1-A90A-403B-A276-AB4775C45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990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Oval 515">
                <a:extLst>
                  <a:ext uri="{FF2B5EF4-FFF2-40B4-BE49-F238E27FC236}">
                    <a16:creationId xmlns:a16="http://schemas.microsoft.com/office/drawing/2014/main" id="{10B00039-DAFD-4F73-96D6-BBD774CE0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2950"/>
                <a:ext cx="7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15" name="Freeform 516">
                <a:extLst>
                  <a:ext uri="{FF2B5EF4-FFF2-40B4-BE49-F238E27FC236}">
                    <a16:creationId xmlns:a16="http://schemas.microsoft.com/office/drawing/2014/main" id="{A04E1D99-F33C-47C2-AB60-A499BD310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2950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Oval 517">
                <a:extLst>
                  <a:ext uri="{FF2B5EF4-FFF2-40B4-BE49-F238E27FC236}">
                    <a16:creationId xmlns:a16="http://schemas.microsoft.com/office/drawing/2014/main" id="{1E1C90E0-DFF6-460C-8617-C02C7623F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3" y="2995"/>
                <a:ext cx="7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17" name="Freeform 518">
                <a:extLst>
                  <a:ext uri="{FF2B5EF4-FFF2-40B4-BE49-F238E27FC236}">
                    <a16:creationId xmlns:a16="http://schemas.microsoft.com/office/drawing/2014/main" id="{808B5984-C90A-496E-B740-A1229A5C0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998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56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Oval 519">
                <a:extLst>
                  <a:ext uri="{FF2B5EF4-FFF2-40B4-BE49-F238E27FC236}">
                    <a16:creationId xmlns:a16="http://schemas.microsoft.com/office/drawing/2014/main" id="{8C778532-0D38-44AE-AE74-F3B176DD0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2961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19" name="Freeform 520">
                <a:extLst>
                  <a:ext uri="{FF2B5EF4-FFF2-40B4-BE49-F238E27FC236}">
                    <a16:creationId xmlns:a16="http://schemas.microsoft.com/office/drawing/2014/main" id="{5801067C-CAA1-42A8-92CC-2041B7AAD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961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Oval 521">
                <a:extLst>
                  <a:ext uri="{FF2B5EF4-FFF2-40B4-BE49-F238E27FC236}">
                    <a16:creationId xmlns:a16="http://schemas.microsoft.com/office/drawing/2014/main" id="{CD77027A-22D5-4BD3-B289-B122E6421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" y="3017"/>
                <a:ext cx="7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21" name="Freeform 522">
                <a:extLst>
                  <a:ext uri="{FF2B5EF4-FFF2-40B4-BE49-F238E27FC236}">
                    <a16:creationId xmlns:a16="http://schemas.microsoft.com/office/drawing/2014/main" id="{DC5CFAD8-178D-4FE1-A5E5-24B95D4AE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017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Oval 523">
                <a:extLst>
                  <a:ext uri="{FF2B5EF4-FFF2-40B4-BE49-F238E27FC236}">
                    <a16:creationId xmlns:a16="http://schemas.microsoft.com/office/drawing/2014/main" id="{E778785F-2F75-49A3-9C44-370363A81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0" y="2990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23" name="Freeform 524">
                <a:extLst>
                  <a:ext uri="{FF2B5EF4-FFF2-40B4-BE49-F238E27FC236}">
                    <a16:creationId xmlns:a16="http://schemas.microsoft.com/office/drawing/2014/main" id="{9D795DF4-2386-4245-B7BA-998CC3DDA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993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56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Oval 525">
                <a:extLst>
                  <a:ext uri="{FF2B5EF4-FFF2-40B4-BE49-F238E27FC236}">
                    <a16:creationId xmlns:a16="http://schemas.microsoft.com/office/drawing/2014/main" id="{40EFDB4C-BA5F-4B42-9AF2-8C17341A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" y="3025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25" name="Freeform 526">
                <a:extLst>
                  <a:ext uri="{FF2B5EF4-FFF2-40B4-BE49-F238E27FC236}">
                    <a16:creationId xmlns:a16="http://schemas.microsoft.com/office/drawing/2014/main" id="{FBCA6B5D-9609-490F-BC5B-850631094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3027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56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Oval 527">
                <a:extLst>
                  <a:ext uri="{FF2B5EF4-FFF2-40B4-BE49-F238E27FC236}">
                    <a16:creationId xmlns:a16="http://schemas.microsoft.com/office/drawing/2014/main" id="{29C7469A-66FC-4673-A482-45D698204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8" y="3043"/>
                <a:ext cx="7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27" name="Freeform 528">
                <a:extLst>
                  <a:ext uri="{FF2B5EF4-FFF2-40B4-BE49-F238E27FC236}">
                    <a16:creationId xmlns:a16="http://schemas.microsoft.com/office/drawing/2014/main" id="{CB862E16-9C8D-4F24-BE3C-9190F5420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043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Oval 529">
                <a:extLst>
                  <a:ext uri="{FF2B5EF4-FFF2-40B4-BE49-F238E27FC236}">
                    <a16:creationId xmlns:a16="http://schemas.microsoft.com/office/drawing/2014/main" id="{BA30FB8B-A78B-402E-8C62-31280F003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3051"/>
                <a:ext cx="7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29" name="Freeform 530">
                <a:extLst>
                  <a:ext uri="{FF2B5EF4-FFF2-40B4-BE49-F238E27FC236}">
                    <a16:creationId xmlns:a16="http://schemas.microsoft.com/office/drawing/2014/main" id="{A4EC09F1-874F-4442-83A9-5A339FC9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51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0" name="Oval 531">
                <a:extLst>
                  <a:ext uri="{FF2B5EF4-FFF2-40B4-BE49-F238E27FC236}">
                    <a16:creationId xmlns:a16="http://schemas.microsoft.com/office/drawing/2014/main" id="{0A52ED9F-A4BC-4EA8-BAC7-EB631DBA2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3041"/>
                <a:ext cx="8" cy="8"/>
              </a:xfrm>
              <a:prstGeom prst="ellipse">
                <a:avLst/>
              </a:prstGeom>
              <a:solidFill>
                <a:srgbClr val="FFC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31" name="Freeform 532">
                <a:extLst>
                  <a:ext uri="{FF2B5EF4-FFF2-40B4-BE49-F238E27FC236}">
                    <a16:creationId xmlns:a16="http://schemas.microsoft.com/office/drawing/2014/main" id="{816980BF-FDF3-4ADE-A822-42F2459CB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041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Oval 533">
                <a:extLst>
                  <a:ext uri="{FF2B5EF4-FFF2-40B4-BE49-F238E27FC236}">
                    <a16:creationId xmlns:a16="http://schemas.microsoft.com/office/drawing/2014/main" id="{48F5A397-2897-4178-8624-2FCB991D8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" y="2833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33" name="Freeform 534">
                <a:extLst>
                  <a:ext uri="{FF2B5EF4-FFF2-40B4-BE49-F238E27FC236}">
                    <a16:creationId xmlns:a16="http://schemas.microsoft.com/office/drawing/2014/main" id="{8267239D-DEF2-4D6B-9B16-BBCCC47E5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83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Oval 535">
                <a:extLst>
                  <a:ext uri="{FF2B5EF4-FFF2-40B4-BE49-F238E27FC236}">
                    <a16:creationId xmlns:a16="http://schemas.microsoft.com/office/drawing/2014/main" id="{D0A9316E-64A2-40D1-94EE-D9FAC23B4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0" y="2777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35" name="Freeform 536">
                <a:extLst>
                  <a:ext uri="{FF2B5EF4-FFF2-40B4-BE49-F238E27FC236}">
                    <a16:creationId xmlns:a16="http://schemas.microsoft.com/office/drawing/2014/main" id="{30804379-F9D1-4F40-9261-88CB15927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77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Oval 537">
                <a:extLst>
                  <a:ext uri="{FF2B5EF4-FFF2-40B4-BE49-F238E27FC236}">
                    <a16:creationId xmlns:a16="http://schemas.microsoft.com/office/drawing/2014/main" id="{4B7E9FE1-2B24-48F6-9D9D-9B1CB0994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" y="2779"/>
                <a:ext cx="8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37" name="Freeform 538">
                <a:extLst>
                  <a:ext uri="{FF2B5EF4-FFF2-40B4-BE49-F238E27FC236}">
                    <a16:creationId xmlns:a16="http://schemas.microsoft.com/office/drawing/2014/main" id="{816A1837-3F67-4B0C-BCCA-0FD886205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2779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56 h 3"/>
                  <a:gd name="T8" fmla="*/ 33 w 4"/>
                  <a:gd name="T9" fmla="*/ 56 h 3"/>
                  <a:gd name="T10" fmla="*/ 63 w 4"/>
                  <a:gd name="T11" fmla="*/ 35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Oval 539">
                <a:extLst>
                  <a:ext uri="{FF2B5EF4-FFF2-40B4-BE49-F238E27FC236}">
                    <a16:creationId xmlns:a16="http://schemas.microsoft.com/office/drawing/2014/main" id="{52CE0DA0-7001-444C-B42F-27B3C3F1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2763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39" name="Freeform 540">
                <a:extLst>
                  <a:ext uri="{FF2B5EF4-FFF2-40B4-BE49-F238E27FC236}">
                    <a16:creationId xmlns:a16="http://schemas.microsoft.com/office/drawing/2014/main" id="{2A9E37FA-5FF0-4C2F-A7B4-A5B691827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76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Oval 541">
                <a:extLst>
                  <a:ext uri="{FF2B5EF4-FFF2-40B4-BE49-F238E27FC236}">
                    <a16:creationId xmlns:a16="http://schemas.microsoft.com/office/drawing/2014/main" id="{DD550DE0-2C36-4FF1-9755-131DECBE2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" y="2851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41" name="Freeform 542">
                <a:extLst>
                  <a:ext uri="{FF2B5EF4-FFF2-40B4-BE49-F238E27FC236}">
                    <a16:creationId xmlns:a16="http://schemas.microsoft.com/office/drawing/2014/main" id="{A6F0706E-D4B2-4181-B1D6-20B523F4D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851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Oval 543">
                <a:extLst>
                  <a:ext uri="{FF2B5EF4-FFF2-40B4-BE49-F238E27FC236}">
                    <a16:creationId xmlns:a16="http://schemas.microsoft.com/office/drawing/2014/main" id="{C9DE01F6-9068-4BC6-8D2F-50D092729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2" y="2854"/>
                <a:ext cx="3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43" name="Freeform 544">
                <a:extLst>
                  <a:ext uri="{FF2B5EF4-FFF2-40B4-BE49-F238E27FC236}">
                    <a16:creationId xmlns:a16="http://schemas.microsoft.com/office/drawing/2014/main" id="{7CA11CD7-C678-4F7D-A29D-5D86CABA1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285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Oval 545">
                <a:extLst>
                  <a:ext uri="{FF2B5EF4-FFF2-40B4-BE49-F238E27FC236}">
                    <a16:creationId xmlns:a16="http://schemas.microsoft.com/office/drawing/2014/main" id="{F667962A-76A6-460D-B08D-8CC39091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" y="2763"/>
                <a:ext cx="5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45" name="Freeform 546">
                <a:extLst>
                  <a:ext uri="{FF2B5EF4-FFF2-40B4-BE49-F238E27FC236}">
                    <a16:creationId xmlns:a16="http://schemas.microsoft.com/office/drawing/2014/main" id="{87AFEC85-DD97-42F1-A64F-BDA10058C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76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Oval 547">
                <a:extLst>
                  <a:ext uri="{FF2B5EF4-FFF2-40B4-BE49-F238E27FC236}">
                    <a16:creationId xmlns:a16="http://schemas.microsoft.com/office/drawing/2014/main" id="{5BEB99BF-6C00-4444-B904-6A6ECCA89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5" y="2793"/>
                <a:ext cx="3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47" name="Freeform 548">
                <a:extLst>
                  <a:ext uri="{FF2B5EF4-FFF2-40B4-BE49-F238E27FC236}">
                    <a16:creationId xmlns:a16="http://schemas.microsoft.com/office/drawing/2014/main" id="{A87B0003-3AB6-4EA8-915D-9A7C847DE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79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Oval 549">
                <a:extLst>
                  <a:ext uri="{FF2B5EF4-FFF2-40B4-BE49-F238E27FC236}">
                    <a16:creationId xmlns:a16="http://schemas.microsoft.com/office/drawing/2014/main" id="{C0A2A93D-B1D5-4A63-9DEB-870C2CCFC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5" y="2819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49" name="Freeform 550">
                <a:extLst>
                  <a:ext uri="{FF2B5EF4-FFF2-40B4-BE49-F238E27FC236}">
                    <a16:creationId xmlns:a16="http://schemas.microsoft.com/office/drawing/2014/main" id="{2440FE23-CF52-4873-808D-2E655522F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819"/>
                <a:ext cx="6" cy="8"/>
              </a:xfrm>
              <a:custGeom>
                <a:avLst/>
                <a:gdLst>
                  <a:gd name="T0" fmla="*/ 27 w 2"/>
                  <a:gd name="T1" fmla="*/ 0 h 3"/>
                  <a:gd name="T2" fmla="*/ 54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7 w 2"/>
                  <a:gd name="T9" fmla="*/ 56 h 3"/>
                  <a:gd name="T10" fmla="*/ 54 w 2"/>
                  <a:gd name="T11" fmla="*/ 35 h 3"/>
                  <a:gd name="T12" fmla="*/ 27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Oval 551">
                <a:extLst>
                  <a:ext uri="{FF2B5EF4-FFF2-40B4-BE49-F238E27FC236}">
                    <a16:creationId xmlns:a16="http://schemas.microsoft.com/office/drawing/2014/main" id="{DC5425E1-4882-4F0D-9117-20DF15FD1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3" y="2779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51" name="Freeform 552">
                <a:extLst>
                  <a:ext uri="{FF2B5EF4-FFF2-40B4-BE49-F238E27FC236}">
                    <a16:creationId xmlns:a16="http://schemas.microsoft.com/office/drawing/2014/main" id="{3C3306A6-8673-44F4-AA5F-B6322FDA3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78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Oval 553">
                <a:extLst>
                  <a:ext uri="{FF2B5EF4-FFF2-40B4-BE49-F238E27FC236}">
                    <a16:creationId xmlns:a16="http://schemas.microsoft.com/office/drawing/2014/main" id="{B2B81514-E717-45F4-9CC4-D703974D7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803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53" name="Freeform 554">
                <a:extLst>
                  <a:ext uri="{FF2B5EF4-FFF2-40B4-BE49-F238E27FC236}">
                    <a16:creationId xmlns:a16="http://schemas.microsoft.com/office/drawing/2014/main" id="{F5252483-57AB-4976-9B19-6199EEB9E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803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56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Oval 555">
                <a:extLst>
                  <a:ext uri="{FF2B5EF4-FFF2-40B4-BE49-F238E27FC236}">
                    <a16:creationId xmlns:a16="http://schemas.microsoft.com/office/drawing/2014/main" id="{D0305EDE-0C3D-4B03-AF04-7E37671D0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" y="2835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55" name="Freeform 556">
                <a:extLst>
                  <a:ext uri="{FF2B5EF4-FFF2-40B4-BE49-F238E27FC236}">
                    <a16:creationId xmlns:a16="http://schemas.microsoft.com/office/drawing/2014/main" id="{804BE854-66F9-4A23-978F-58CAB3AEE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2835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Oval 557">
                <a:extLst>
                  <a:ext uri="{FF2B5EF4-FFF2-40B4-BE49-F238E27FC236}">
                    <a16:creationId xmlns:a16="http://schemas.microsoft.com/office/drawing/2014/main" id="{D3F5581F-EFC8-40F7-B4CF-B159C028B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2809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57" name="Freeform 558">
                <a:extLst>
                  <a:ext uri="{FF2B5EF4-FFF2-40B4-BE49-F238E27FC236}">
                    <a16:creationId xmlns:a16="http://schemas.microsoft.com/office/drawing/2014/main" id="{54140088-395B-4781-B9ED-7B6EEC9FE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809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21 w 3"/>
                  <a:gd name="T9" fmla="*/ 63 h 4"/>
                  <a:gd name="T10" fmla="*/ 56 w 3"/>
                  <a:gd name="T11" fmla="*/ 33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Oval 559">
                <a:extLst>
                  <a:ext uri="{FF2B5EF4-FFF2-40B4-BE49-F238E27FC236}">
                    <a16:creationId xmlns:a16="http://schemas.microsoft.com/office/drawing/2014/main" id="{9E62FF16-0FC9-42A9-AF17-E6B420D73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0" y="2819"/>
                <a:ext cx="3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59" name="Freeform 560">
                <a:extLst>
                  <a:ext uri="{FF2B5EF4-FFF2-40B4-BE49-F238E27FC236}">
                    <a16:creationId xmlns:a16="http://schemas.microsoft.com/office/drawing/2014/main" id="{0BAF4DBA-EC45-4A88-AE71-D96D1E08D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81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Oval 561">
                <a:extLst>
                  <a:ext uri="{FF2B5EF4-FFF2-40B4-BE49-F238E27FC236}">
                    <a16:creationId xmlns:a16="http://schemas.microsoft.com/office/drawing/2014/main" id="{5D078160-1DC2-4F41-84C6-28D190C68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3" y="2931"/>
                <a:ext cx="2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61" name="Freeform 562">
                <a:extLst>
                  <a:ext uri="{FF2B5EF4-FFF2-40B4-BE49-F238E27FC236}">
                    <a16:creationId xmlns:a16="http://schemas.microsoft.com/office/drawing/2014/main" id="{899D4EFD-1BA2-4FB2-BB29-D0D8DEAF1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93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Oval 563">
                <a:extLst>
                  <a:ext uri="{FF2B5EF4-FFF2-40B4-BE49-F238E27FC236}">
                    <a16:creationId xmlns:a16="http://schemas.microsoft.com/office/drawing/2014/main" id="{AD14ABB1-6113-421D-8704-C295B3909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3" y="2870"/>
                <a:ext cx="2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63" name="Freeform 564">
                <a:extLst>
                  <a:ext uri="{FF2B5EF4-FFF2-40B4-BE49-F238E27FC236}">
                    <a16:creationId xmlns:a16="http://schemas.microsoft.com/office/drawing/2014/main" id="{8B09D107-7BFB-49BA-AB65-F340D5B8F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287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Oval 565">
                <a:extLst>
                  <a:ext uri="{FF2B5EF4-FFF2-40B4-BE49-F238E27FC236}">
                    <a16:creationId xmlns:a16="http://schemas.microsoft.com/office/drawing/2014/main" id="{94AEBE21-E529-4E6E-9F37-A17DC1CD4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0" y="2849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65" name="Freeform 566">
                <a:extLst>
                  <a:ext uri="{FF2B5EF4-FFF2-40B4-BE49-F238E27FC236}">
                    <a16:creationId xmlns:a16="http://schemas.microsoft.com/office/drawing/2014/main" id="{0A5A34CB-6B36-41F9-ABA0-53544342C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84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Oval 567">
                <a:extLst>
                  <a:ext uri="{FF2B5EF4-FFF2-40B4-BE49-F238E27FC236}">
                    <a16:creationId xmlns:a16="http://schemas.microsoft.com/office/drawing/2014/main" id="{9A008D5D-9271-41D6-94AA-1B8DCB5C2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" y="2870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67" name="Freeform 568">
                <a:extLst>
                  <a:ext uri="{FF2B5EF4-FFF2-40B4-BE49-F238E27FC236}">
                    <a16:creationId xmlns:a16="http://schemas.microsoft.com/office/drawing/2014/main" id="{80EAAE84-2F31-4916-A324-304897509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2870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Oval 569">
                <a:extLst>
                  <a:ext uri="{FF2B5EF4-FFF2-40B4-BE49-F238E27FC236}">
                    <a16:creationId xmlns:a16="http://schemas.microsoft.com/office/drawing/2014/main" id="{B689EFB7-98E3-4409-B584-41FD9961B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2854"/>
                <a:ext cx="3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69" name="Freeform 570">
                <a:extLst>
                  <a:ext uri="{FF2B5EF4-FFF2-40B4-BE49-F238E27FC236}">
                    <a16:creationId xmlns:a16="http://schemas.microsoft.com/office/drawing/2014/main" id="{58177A69-86C1-4985-97E7-3BA4E5C3F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85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Oval 571">
                <a:extLst>
                  <a:ext uri="{FF2B5EF4-FFF2-40B4-BE49-F238E27FC236}">
                    <a16:creationId xmlns:a16="http://schemas.microsoft.com/office/drawing/2014/main" id="{B604942D-03FA-471F-BC0D-AC7A80F88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" y="271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71" name="Freeform 572">
                <a:extLst>
                  <a:ext uri="{FF2B5EF4-FFF2-40B4-BE49-F238E27FC236}">
                    <a16:creationId xmlns:a16="http://schemas.microsoft.com/office/drawing/2014/main" id="{4B654380-E228-4FCE-9DBA-90C32C58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715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Oval 573">
                <a:extLst>
                  <a:ext uri="{FF2B5EF4-FFF2-40B4-BE49-F238E27FC236}">
                    <a16:creationId xmlns:a16="http://schemas.microsoft.com/office/drawing/2014/main" id="{AC742555-7E63-40B1-B51B-065F1662D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683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73" name="Freeform 574">
                <a:extLst>
                  <a:ext uri="{FF2B5EF4-FFF2-40B4-BE49-F238E27FC236}">
                    <a16:creationId xmlns:a16="http://schemas.microsoft.com/office/drawing/2014/main" id="{D017D67A-C1E6-414F-BC07-B2BA5AD29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68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Oval 575">
                <a:extLst>
                  <a:ext uri="{FF2B5EF4-FFF2-40B4-BE49-F238E27FC236}">
                    <a16:creationId xmlns:a16="http://schemas.microsoft.com/office/drawing/2014/main" id="{BE21F823-FA03-40D0-AE1C-2A9BCDDB2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2734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75" name="Freeform 576">
                <a:extLst>
                  <a:ext uri="{FF2B5EF4-FFF2-40B4-BE49-F238E27FC236}">
                    <a16:creationId xmlns:a16="http://schemas.microsoft.com/office/drawing/2014/main" id="{477F817C-AE15-4791-A06E-A4A90241E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73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Oval 577">
                <a:extLst>
                  <a:ext uri="{FF2B5EF4-FFF2-40B4-BE49-F238E27FC236}">
                    <a16:creationId xmlns:a16="http://schemas.microsoft.com/office/drawing/2014/main" id="{153C1749-FA3A-42DF-A0A5-27DCCD037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0" y="2577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77" name="Freeform 578">
                <a:extLst>
                  <a:ext uri="{FF2B5EF4-FFF2-40B4-BE49-F238E27FC236}">
                    <a16:creationId xmlns:a16="http://schemas.microsoft.com/office/drawing/2014/main" id="{695525DE-FFB2-40CE-8067-6C425788A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579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54 h 2"/>
                  <a:gd name="T6" fmla="*/ 0 w 3"/>
                  <a:gd name="T7" fmla="*/ 54 h 2"/>
                  <a:gd name="T8" fmla="*/ 21 w 3"/>
                  <a:gd name="T9" fmla="*/ 54 h 2"/>
                  <a:gd name="T10" fmla="*/ 56 w 3"/>
                  <a:gd name="T11" fmla="*/ 27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Oval 579">
                <a:extLst>
                  <a:ext uri="{FF2B5EF4-FFF2-40B4-BE49-F238E27FC236}">
                    <a16:creationId xmlns:a16="http://schemas.microsoft.com/office/drawing/2014/main" id="{16E1B5A2-936E-4517-8FBD-DD0C2F64E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550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79" name="Freeform 580">
                <a:extLst>
                  <a:ext uri="{FF2B5EF4-FFF2-40B4-BE49-F238E27FC236}">
                    <a16:creationId xmlns:a16="http://schemas.microsoft.com/office/drawing/2014/main" id="{A97F76E6-F137-443C-9726-4BB0FC637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55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Oval 581">
                <a:extLst>
                  <a:ext uri="{FF2B5EF4-FFF2-40B4-BE49-F238E27FC236}">
                    <a16:creationId xmlns:a16="http://schemas.microsoft.com/office/drawing/2014/main" id="{899E25F4-A1A3-43B6-B177-82859745F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582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81" name="Freeform 582">
                <a:extLst>
                  <a:ext uri="{FF2B5EF4-FFF2-40B4-BE49-F238E27FC236}">
                    <a16:creationId xmlns:a16="http://schemas.microsoft.com/office/drawing/2014/main" id="{8E9A2EF0-5D81-495E-B616-E2E9F2B48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58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Oval 583">
                <a:extLst>
                  <a:ext uri="{FF2B5EF4-FFF2-40B4-BE49-F238E27FC236}">
                    <a16:creationId xmlns:a16="http://schemas.microsoft.com/office/drawing/2014/main" id="{D326A9E3-E332-4B65-82F4-D0A59987C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260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83" name="Freeform 584">
                <a:extLst>
                  <a:ext uri="{FF2B5EF4-FFF2-40B4-BE49-F238E27FC236}">
                    <a16:creationId xmlns:a16="http://schemas.microsoft.com/office/drawing/2014/main" id="{997992CF-D4BF-465E-BDF3-53F9B6990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603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Oval 585">
                <a:extLst>
                  <a:ext uri="{FF2B5EF4-FFF2-40B4-BE49-F238E27FC236}">
                    <a16:creationId xmlns:a16="http://schemas.microsoft.com/office/drawing/2014/main" id="{FD6FE6CF-C53F-47B2-96B2-72B089CCE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5" y="2590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85" name="Freeform 586">
                <a:extLst>
                  <a:ext uri="{FF2B5EF4-FFF2-40B4-BE49-F238E27FC236}">
                    <a16:creationId xmlns:a16="http://schemas.microsoft.com/office/drawing/2014/main" id="{CB0663B6-DEF3-40CE-8D77-C09692AAE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590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Oval 587">
                <a:extLst>
                  <a:ext uri="{FF2B5EF4-FFF2-40B4-BE49-F238E27FC236}">
                    <a16:creationId xmlns:a16="http://schemas.microsoft.com/office/drawing/2014/main" id="{F65027B2-3F36-424A-B3DA-BBFF5E63A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5" y="2561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87" name="Freeform 588">
                <a:extLst>
                  <a:ext uri="{FF2B5EF4-FFF2-40B4-BE49-F238E27FC236}">
                    <a16:creationId xmlns:a16="http://schemas.microsoft.com/office/drawing/2014/main" id="{0432E218-E00A-460A-96ED-D5F961814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561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Oval 589">
                <a:extLst>
                  <a:ext uri="{FF2B5EF4-FFF2-40B4-BE49-F238E27FC236}">
                    <a16:creationId xmlns:a16="http://schemas.microsoft.com/office/drawing/2014/main" id="{3E90A810-0328-4620-A2B5-15D3B6639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8" y="2571"/>
                <a:ext cx="2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89" name="Freeform 590">
                <a:extLst>
                  <a:ext uri="{FF2B5EF4-FFF2-40B4-BE49-F238E27FC236}">
                    <a16:creationId xmlns:a16="http://schemas.microsoft.com/office/drawing/2014/main" id="{FF38DAEF-BADB-40F1-B011-7CE31B3AA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57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Oval 591">
                <a:extLst>
                  <a:ext uri="{FF2B5EF4-FFF2-40B4-BE49-F238E27FC236}">
                    <a16:creationId xmlns:a16="http://schemas.microsoft.com/office/drawing/2014/main" id="{A5369B6C-CF54-4F42-9838-783B2CC69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587"/>
                <a:ext cx="3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91" name="Freeform 592">
                <a:extLst>
                  <a:ext uri="{FF2B5EF4-FFF2-40B4-BE49-F238E27FC236}">
                    <a16:creationId xmlns:a16="http://schemas.microsoft.com/office/drawing/2014/main" id="{9CB07A0C-AF86-4033-8D1A-8307CDFCC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58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Oval 593">
                <a:extLst>
                  <a:ext uri="{FF2B5EF4-FFF2-40B4-BE49-F238E27FC236}">
                    <a16:creationId xmlns:a16="http://schemas.microsoft.com/office/drawing/2014/main" id="{712B2873-567F-4ABD-AD3B-A6CA78F94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617"/>
                <a:ext cx="3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93" name="Freeform 594">
                <a:extLst>
                  <a:ext uri="{FF2B5EF4-FFF2-40B4-BE49-F238E27FC236}">
                    <a16:creationId xmlns:a16="http://schemas.microsoft.com/office/drawing/2014/main" id="{2746AEFE-BADB-47E9-AFC5-845C0934E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61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Oval 595">
                <a:extLst>
                  <a:ext uri="{FF2B5EF4-FFF2-40B4-BE49-F238E27FC236}">
                    <a16:creationId xmlns:a16="http://schemas.microsoft.com/office/drawing/2014/main" id="{2D666579-68E8-45D8-96FC-DA3E68B7F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0" y="2561"/>
                <a:ext cx="3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95" name="Freeform 596">
                <a:extLst>
                  <a:ext uri="{FF2B5EF4-FFF2-40B4-BE49-F238E27FC236}">
                    <a16:creationId xmlns:a16="http://schemas.microsoft.com/office/drawing/2014/main" id="{920FD773-D9AF-427C-ADAC-FD07DB604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56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Oval 597">
                <a:extLst>
                  <a:ext uri="{FF2B5EF4-FFF2-40B4-BE49-F238E27FC236}">
                    <a16:creationId xmlns:a16="http://schemas.microsoft.com/office/drawing/2014/main" id="{6D1F8737-61DE-43A9-B896-7F4567778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5" y="2665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97" name="Freeform 598">
                <a:extLst>
                  <a:ext uri="{FF2B5EF4-FFF2-40B4-BE49-F238E27FC236}">
                    <a16:creationId xmlns:a16="http://schemas.microsoft.com/office/drawing/2014/main" id="{FE2AA80D-9339-4CC0-9AC4-54B3CD517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66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Oval 599">
                <a:extLst>
                  <a:ext uri="{FF2B5EF4-FFF2-40B4-BE49-F238E27FC236}">
                    <a16:creationId xmlns:a16="http://schemas.microsoft.com/office/drawing/2014/main" id="{5BB7C0D8-E45E-4F17-989D-36A23E967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0" y="2638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899" name="Freeform 600">
                <a:extLst>
                  <a:ext uri="{FF2B5EF4-FFF2-40B4-BE49-F238E27FC236}">
                    <a16:creationId xmlns:a16="http://schemas.microsoft.com/office/drawing/2014/main" id="{85ED413E-CBFA-4F35-9F78-52658F1FE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63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Oval 601">
                <a:extLst>
                  <a:ext uri="{FF2B5EF4-FFF2-40B4-BE49-F238E27FC236}">
                    <a16:creationId xmlns:a16="http://schemas.microsoft.com/office/drawing/2014/main" id="{E77D3AD6-AEDB-4B31-84EF-12D02C5FF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8" y="2670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01" name="Freeform 602">
                <a:extLst>
                  <a:ext uri="{FF2B5EF4-FFF2-40B4-BE49-F238E27FC236}">
                    <a16:creationId xmlns:a16="http://schemas.microsoft.com/office/drawing/2014/main" id="{5970A639-EF6C-4218-A6F8-56417F684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67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Oval 603">
                <a:extLst>
                  <a:ext uri="{FF2B5EF4-FFF2-40B4-BE49-F238E27FC236}">
                    <a16:creationId xmlns:a16="http://schemas.microsoft.com/office/drawing/2014/main" id="{4D6E2B67-3365-48A8-9919-144D0DB24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691"/>
                <a:ext cx="7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03" name="Freeform 604">
                <a:extLst>
                  <a:ext uri="{FF2B5EF4-FFF2-40B4-BE49-F238E27FC236}">
                    <a16:creationId xmlns:a16="http://schemas.microsoft.com/office/drawing/2014/main" id="{058C1162-3D42-4D61-A72C-D68799C18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69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Oval 605">
                <a:extLst>
                  <a:ext uri="{FF2B5EF4-FFF2-40B4-BE49-F238E27FC236}">
                    <a16:creationId xmlns:a16="http://schemas.microsoft.com/office/drawing/2014/main" id="{82FCCA46-E8AA-47AE-8139-62B9E3A22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675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905" name="Freeform 606">
                <a:extLst>
                  <a:ext uri="{FF2B5EF4-FFF2-40B4-BE49-F238E27FC236}">
                    <a16:creationId xmlns:a16="http://schemas.microsoft.com/office/drawing/2014/main" id="{6E25F714-8DBA-430B-AD0E-CD90F7E04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67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411" name="Group 607">
              <a:extLst>
                <a:ext uri="{FF2B5EF4-FFF2-40B4-BE49-F238E27FC236}">
                  <a16:creationId xmlns:a16="http://schemas.microsoft.com/office/drawing/2014/main" id="{1DDCC0BB-0D35-4C51-A404-AB695503E0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8" y="2513"/>
              <a:ext cx="355" cy="301"/>
              <a:chOff x="1148" y="2513"/>
              <a:chExt cx="355" cy="301"/>
            </a:xfrm>
          </p:grpSpPr>
          <p:sp>
            <p:nvSpPr>
              <p:cNvPr id="52506" name="Oval 608">
                <a:extLst>
                  <a:ext uri="{FF2B5EF4-FFF2-40B4-BE49-F238E27FC236}">
                    <a16:creationId xmlns:a16="http://schemas.microsoft.com/office/drawing/2014/main" id="{957CD088-2197-408D-B24B-1406A7E6A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3" y="2646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7" name="Freeform 609">
                <a:extLst>
                  <a:ext uri="{FF2B5EF4-FFF2-40B4-BE49-F238E27FC236}">
                    <a16:creationId xmlns:a16="http://schemas.microsoft.com/office/drawing/2014/main" id="{0005470A-8A6C-4E46-9077-CC3B85FF2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649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Oval 610">
                <a:extLst>
                  <a:ext uri="{FF2B5EF4-FFF2-40B4-BE49-F238E27FC236}">
                    <a16:creationId xmlns:a16="http://schemas.microsoft.com/office/drawing/2014/main" id="{E3EA5879-C49E-4E06-B33C-B32367085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635"/>
                <a:ext cx="8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9" name="Freeform 611">
                <a:extLst>
                  <a:ext uri="{FF2B5EF4-FFF2-40B4-BE49-F238E27FC236}">
                    <a16:creationId xmlns:a16="http://schemas.microsoft.com/office/drawing/2014/main" id="{55C3661E-7035-45F5-BFD4-A6F2B98E3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63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Oval 612">
                <a:extLst>
                  <a:ext uri="{FF2B5EF4-FFF2-40B4-BE49-F238E27FC236}">
                    <a16:creationId xmlns:a16="http://schemas.microsoft.com/office/drawing/2014/main" id="{7C195761-3F8F-495D-A88F-4FB8EEA23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649"/>
                <a:ext cx="7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1" name="Freeform 613">
                <a:extLst>
                  <a:ext uri="{FF2B5EF4-FFF2-40B4-BE49-F238E27FC236}">
                    <a16:creationId xmlns:a16="http://schemas.microsoft.com/office/drawing/2014/main" id="{F96ED803-29BF-43BE-8C4F-5EF2D693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49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21 w 3"/>
                  <a:gd name="T9" fmla="*/ 63 h 4"/>
                  <a:gd name="T10" fmla="*/ 56 w 3"/>
                  <a:gd name="T11" fmla="*/ 33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Oval 614">
                <a:extLst>
                  <a:ext uri="{FF2B5EF4-FFF2-40B4-BE49-F238E27FC236}">
                    <a16:creationId xmlns:a16="http://schemas.microsoft.com/office/drawing/2014/main" id="{D586DB41-FCD9-48D7-9B01-982550158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619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3" name="Freeform 615">
                <a:extLst>
                  <a:ext uri="{FF2B5EF4-FFF2-40B4-BE49-F238E27FC236}">
                    <a16:creationId xmlns:a16="http://schemas.microsoft.com/office/drawing/2014/main" id="{2D45A1AF-2DFE-4A76-9238-82EFAF90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619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Oval 616">
                <a:extLst>
                  <a:ext uri="{FF2B5EF4-FFF2-40B4-BE49-F238E27FC236}">
                    <a16:creationId xmlns:a16="http://schemas.microsoft.com/office/drawing/2014/main" id="{91533388-C7F1-49BC-B36E-97AEBA6DF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5" y="2659"/>
                <a:ext cx="3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5" name="Freeform 617">
                <a:extLst>
                  <a:ext uri="{FF2B5EF4-FFF2-40B4-BE49-F238E27FC236}">
                    <a16:creationId xmlns:a16="http://schemas.microsoft.com/office/drawing/2014/main" id="{46CC0802-78E2-400C-8342-B62A08251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65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Oval 618">
                <a:extLst>
                  <a:ext uri="{FF2B5EF4-FFF2-40B4-BE49-F238E27FC236}">
                    <a16:creationId xmlns:a16="http://schemas.microsoft.com/office/drawing/2014/main" id="{F767203C-D63E-477B-918A-74FEE6C37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2675"/>
                <a:ext cx="5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7" name="Freeform 619">
                <a:extLst>
                  <a:ext uri="{FF2B5EF4-FFF2-40B4-BE49-F238E27FC236}">
                    <a16:creationId xmlns:a16="http://schemas.microsoft.com/office/drawing/2014/main" id="{D5F79630-9B70-4CCE-83D2-05CBE487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675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7 h 2"/>
                  <a:gd name="T6" fmla="*/ 0 w 1"/>
                  <a:gd name="T7" fmla="*/ 27 h 2"/>
                  <a:gd name="T8" fmla="*/ 0 w 1"/>
                  <a:gd name="T9" fmla="*/ 54 h 2"/>
                  <a:gd name="T10" fmla="*/ 8 w 1"/>
                  <a:gd name="T11" fmla="*/ 27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Oval 620">
                <a:extLst>
                  <a:ext uri="{FF2B5EF4-FFF2-40B4-BE49-F238E27FC236}">
                    <a16:creationId xmlns:a16="http://schemas.microsoft.com/office/drawing/2014/main" id="{7471AD27-19E1-49D0-AF98-2B1299C9F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8" y="2705"/>
                <a:ext cx="2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9" name="Freeform 621">
                <a:extLst>
                  <a:ext uri="{FF2B5EF4-FFF2-40B4-BE49-F238E27FC236}">
                    <a16:creationId xmlns:a16="http://schemas.microsoft.com/office/drawing/2014/main" id="{CE0E81F2-D483-4E4C-A0E2-8C9CB5E38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70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Oval 622">
                <a:extLst>
                  <a:ext uri="{FF2B5EF4-FFF2-40B4-BE49-F238E27FC236}">
                    <a16:creationId xmlns:a16="http://schemas.microsoft.com/office/drawing/2014/main" id="{450B7D56-F983-4144-9BF3-2ABE432AE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2593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1" name="Freeform 623">
                <a:extLst>
                  <a:ext uri="{FF2B5EF4-FFF2-40B4-BE49-F238E27FC236}">
                    <a16:creationId xmlns:a16="http://schemas.microsoft.com/office/drawing/2014/main" id="{702F79D0-2C2D-4E86-A12C-5E486FD0C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59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Oval 624">
                <a:extLst>
                  <a:ext uri="{FF2B5EF4-FFF2-40B4-BE49-F238E27FC236}">
                    <a16:creationId xmlns:a16="http://schemas.microsoft.com/office/drawing/2014/main" id="{CA9A5344-772B-49BE-9F25-E014669F1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0" y="2566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3" name="Freeform 625">
                <a:extLst>
                  <a:ext uri="{FF2B5EF4-FFF2-40B4-BE49-F238E27FC236}">
                    <a16:creationId xmlns:a16="http://schemas.microsoft.com/office/drawing/2014/main" id="{DD8400E1-7CD7-47CA-A20B-09090F56E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56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Oval 626">
                <a:extLst>
                  <a:ext uri="{FF2B5EF4-FFF2-40B4-BE49-F238E27FC236}">
                    <a16:creationId xmlns:a16="http://schemas.microsoft.com/office/drawing/2014/main" id="{42F68DE9-ED83-41F8-A554-C35F4FB15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8" y="2598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5" name="Freeform 627">
                <a:extLst>
                  <a:ext uri="{FF2B5EF4-FFF2-40B4-BE49-F238E27FC236}">
                    <a16:creationId xmlns:a16="http://schemas.microsoft.com/office/drawing/2014/main" id="{5A27F8DD-293D-4F3A-B1EC-248A6313A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59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Oval 628">
                <a:extLst>
                  <a:ext uri="{FF2B5EF4-FFF2-40B4-BE49-F238E27FC236}">
                    <a16:creationId xmlns:a16="http://schemas.microsoft.com/office/drawing/2014/main" id="{F74DB488-9655-4A3C-9872-E5E45932B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3" y="2619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7" name="Freeform 629">
                <a:extLst>
                  <a:ext uri="{FF2B5EF4-FFF2-40B4-BE49-F238E27FC236}">
                    <a16:creationId xmlns:a16="http://schemas.microsoft.com/office/drawing/2014/main" id="{87726646-A283-4BD4-B49C-7F2E827EB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619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Oval 630">
                <a:extLst>
                  <a:ext uri="{FF2B5EF4-FFF2-40B4-BE49-F238E27FC236}">
                    <a16:creationId xmlns:a16="http://schemas.microsoft.com/office/drawing/2014/main" id="{C3635A8A-27E6-4EA2-BDAF-23A0EF4D4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3" y="2606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9" name="Freeform 631">
                <a:extLst>
                  <a:ext uri="{FF2B5EF4-FFF2-40B4-BE49-F238E27FC236}">
                    <a16:creationId xmlns:a16="http://schemas.microsoft.com/office/drawing/2014/main" id="{D6956E8F-7F0D-4370-92AB-960FF832D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06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21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Oval 632">
                <a:extLst>
                  <a:ext uri="{FF2B5EF4-FFF2-40B4-BE49-F238E27FC236}">
                    <a16:creationId xmlns:a16="http://schemas.microsoft.com/office/drawing/2014/main" id="{5DEC848E-7F08-447C-BBD4-F2790225C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3" y="2577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1" name="Freeform 633">
                <a:extLst>
                  <a:ext uri="{FF2B5EF4-FFF2-40B4-BE49-F238E27FC236}">
                    <a16:creationId xmlns:a16="http://schemas.microsoft.com/office/drawing/2014/main" id="{1DE756FC-0BF1-41BC-B6E6-FB85AC655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577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Oval 634">
                <a:extLst>
                  <a:ext uri="{FF2B5EF4-FFF2-40B4-BE49-F238E27FC236}">
                    <a16:creationId xmlns:a16="http://schemas.microsoft.com/office/drawing/2014/main" id="{77E3AD61-9070-4459-AE82-58B3494A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2601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3" name="Freeform 635">
                <a:extLst>
                  <a:ext uri="{FF2B5EF4-FFF2-40B4-BE49-F238E27FC236}">
                    <a16:creationId xmlns:a16="http://schemas.microsoft.com/office/drawing/2014/main" id="{A90AD22C-859C-4D8B-9E3A-1B8B28AC6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603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Oval 636">
                <a:extLst>
                  <a:ext uri="{FF2B5EF4-FFF2-40B4-BE49-F238E27FC236}">
                    <a16:creationId xmlns:a16="http://schemas.microsoft.com/office/drawing/2014/main" id="{D609AA6D-BE09-4C78-8AFA-361F606D6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8" y="2638"/>
                <a:ext cx="7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5" name="Freeform 637">
                <a:extLst>
                  <a:ext uri="{FF2B5EF4-FFF2-40B4-BE49-F238E27FC236}">
                    <a16:creationId xmlns:a16="http://schemas.microsoft.com/office/drawing/2014/main" id="{8766FAF3-596B-4ECC-8EFB-6772839F0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638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56 h 3"/>
                  <a:gd name="T8" fmla="*/ 33 w 4"/>
                  <a:gd name="T9" fmla="*/ 56 h 3"/>
                  <a:gd name="T10" fmla="*/ 63 w 4"/>
                  <a:gd name="T11" fmla="*/ 35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Oval 638">
                <a:extLst>
                  <a:ext uri="{FF2B5EF4-FFF2-40B4-BE49-F238E27FC236}">
                    <a16:creationId xmlns:a16="http://schemas.microsoft.com/office/drawing/2014/main" id="{C5E45FF6-E5B7-4A24-8DB8-B6DC411F1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587"/>
                <a:ext cx="3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7" name="Freeform 639">
                <a:extLst>
                  <a:ext uri="{FF2B5EF4-FFF2-40B4-BE49-F238E27FC236}">
                    <a16:creationId xmlns:a16="http://schemas.microsoft.com/office/drawing/2014/main" id="{C959582E-DBDC-4FFB-86C1-092227AF9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58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Oval 640">
                <a:extLst>
                  <a:ext uri="{FF2B5EF4-FFF2-40B4-BE49-F238E27FC236}">
                    <a16:creationId xmlns:a16="http://schemas.microsoft.com/office/drawing/2014/main" id="{B4C085FE-C7AD-485F-8B25-C72C19245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5" y="2603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9" name="Freeform 641">
                <a:extLst>
                  <a:ext uri="{FF2B5EF4-FFF2-40B4-BE49-F238E27FC236}">
                    <a16:creationId xmlns:a16="http://schemas.microsoft.com/office/drawing/2014/main" id="{5A759222-8E12-43DF-81F5-E70983018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60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Oval 642">
                <a:extLst>
                  <a:ext uri="{FF2B5EF4-FFF2-40B4-BE49-F238E27FC236}">
                    <a16:creationId xmlns:a16="http://schemas.microsoft.com/office/drawing/2014/main" id="{CE99A561-A3F6-4B95-BD42-7DF270FAE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8" y="2633"/>
                <a:ext cx="2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1" name="Freeform 643">
                <a:extLst>
                  <a:ext uri="{FF2B5EF4-FFF2-40B4-BE49-F238E27FC236}">
                    <a16:creationId xmlns:a16="http://schemas.microsoft.com/office/drawing/2014/main" id="{A1C0F2BC-DEF8-4A9B-B159-D20A0DCCC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63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Oval 644">
                <a:extLst>
                  <a:ext uri="{FF2B5EF4-FFF2-40B4-BE49-F238E27FC236}">
                    <a16:creationId xmlns:a16="http://schemas.microsoft.com/office/drawing/2014/main" id="{87B0EE94-EA06-4D24-9F13-26C952C7F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611"/>
                <a:ext cx="7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3" name="Freeform 645">
                <a:extLst>
                  <a:ext uri="{FF2B5EF4-FFF2-40B4-BE49-F238E27FC236}">
                    <a16:creationId xmlns:a16="http://schemas.microsoft.com/office/drawing/2014/main" id="{2426AA81-A36F-4DF9-A7EF-939B51DF6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61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Oval 646">
                <a:extLst>
                  <a:ext uri="{FF2B5EF4-FFF2-40B4-BE49-F238E27FC236}">
                    <a16:creationId xmlns:a16="http://schemas.microsoft.com/office/drawing/2014/main" id="{7FE1A46A-4856-44A8-983E-B368435D2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2585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5" name="Freeform 647">
                <a:extLst>
                  <a:ext uri="{FF2B5EF4-FFF2-40B4-BE49-F238E27FC236}">
                    <a16:creationId xmlns:a16="http://schemas.microsoft.com/office/drawing/2014/main" id="{53585637-77C7-4B29-B748-37AE9DACB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58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Oval 648">
                <a:extLst>
                  <a:ext uri="{FF2B5EF4-FFF2-40B4-BE49-F238E27FC236}">
                    <a16:creationId xmlns:a16="http://schemas.microsoft.com/office/drawing/2014/main" id="{C139AE28-7C28-41D8-AD88-227CC29FD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0" y="2561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7" name="Freeform 649">
                <a:extLst>
                  <a:ext uri="{FF2B5EF4-FFF2-40B4-BE49-F238E27FC236}">
                    <a16:creationId xmlns:a16="http://schemas.microsoft.com/office/drawing/2014/main" id="{CF2A9971-7201-4CB5-B4C1-06D2BD6DF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56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Oval 650">
                <a:extLst>
                  <a:ext uri="{FF2B5EF4-FFF2-40B4-BE49-F238E27FC236}">
                    <a16:creationId xmlns:a16="http://schemas.microsoft.com/office/drawing/2014/main" id="{6752C1D5-6CE4-46D5-A797-3773AE556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3" y="2521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9" name="Freeform 651">
                <a:extLst>
                  <a:ext uri="{FF2B5EF4-FFF2-40B4-BE49-F238E27FC236}">
                    <a16:creationId xmlns:a16="http://schemas.microsoft.com/office/drawing/2014/main" id="{7B5D2A49-2FFF-404A-93A3-DBD54F25C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521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Oval 652">
                <a:extLst>
                  <a:ext uri="{FF2B5EF4-FFF2-40B4-BE49-F238E27FC236}">
                    <a16:creationId xmlns:a16="http://schemas.microsoft.com/office/drawing/2014/main" id="{2F331289-3DB9-4054-8155-18C260DAC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2617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1" name="Freeform 653">
                <a:extLst>
                  <a:ext uri="{FF2B5EF4-FFF2-40B4-BE49-F238E27FC236}">
                    <a16:creationId xmlns:a16="http://schemas.microsoft.com/office/drawing/2014/main" id="{C07B2640-B656-41B0-8086-CF43266BD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61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Oval 654">
                <a:extLst>
                  <a:ext uri="{FF2B5EF4-FFF2-40B4-BE49-F238E27FC236}">
                    <a16:creationId xmlns:a16="http://schemas.microsoft.com/office/drawing/2014/main" id="{210CACCD-96A6-4C93-8450-94C651331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2638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3" name="Freeform 655">
                <a:extLst>
                  <a:ext uri="{FF2B5EF4-FFF2-40B4-BE49-F238E27FC236}">
                    <a16:creationId xmlns:a16="http://schemas.microsoft.com/office/drawing/2014/main" id="{EBB0E413-7395-4EB8-94EF-4B6680E9D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638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Oval 656">
                <a:extLst>
                  <a:ext uri="{FF2B5EF4-FFF2-40B4-BE49-F238E27FC236}">
                    <a16:creationId xmlns:a16="http://schemas.microsoft.com/office/drawing/2014/main" id="{4D5CAD44-25FD-48C6-8B0A-FAC0617F9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2622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5" name="Freeform 657">
                <a:extLst>
                  <a:ext uri="{FF2B5EF4-FFF2-40B4-BE49-F238E27FC236}">
                    <a16:creationId xmlns:a16="http://schemas.microsoft.com/office/drawing/2014/main" id="{13E64C37-2D19-40BC-8B07-FAE45BD04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62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Oval 658">
                <a:extLst>
                  <a:ext uri="{FF2B5EF4-FFF2-40B4-BE49-F238E27FC236}">
                    <a16:creationId xmlns:a16="http://schemas.microsoft.com/office/drawing/2014/main" id="{29B9614E-1F1F-4C8B-B7E2-7D0A941A2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59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7" name="Freeform 659">
                <a:extLst>
                  <a:ext uri="{FF2B5EF4-FFF2-40B4-BE49-F238E27FC236}">
                    <a16:creationId xmlns:a16="http://schemas.microsoft.com/office/drawing/2014/main" id="{E3B72333-779F-4F3F-8F99-502BBB9DA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595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Oval 660">
                <a:extLst>
                  <a:ext uri="{FF2B5EF4-FFF2-40B4-BE49-F238E27FC236}">
                    <a16:creationId xmlns:a16="http://schemas.microsoft.com/office/drawing/2014/main" id="{10E44D81-1281-4D7A-A6A6-48927A6CF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3" y="2606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9" name="Freeform 661">
                <a:extLst>
                  <a:ext uri="{FF2B5EF4-FFF2-40B4-BE49-F238E27FC236}">
                    <a16:creationId xmlns:a16="http://schemas.microsoft.com/office/drawing/2014/main" id="{1FA7A218-51C7-4C2D-A800-6C10D8E9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60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Oval 662">
                <a:extLst>
                  <a:ext uri="{FF2B5EF4-FFF2-40B4-BE49-F238E27FC236}">
                    <a16:creationId xmlns:a16="http://schemas.microsoft.com/office/drawing/2014/main" id="{FA8F7227-FC9B-4516-9E27-AB712C228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2622"/>
                <a:ext cx="5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1" name="Freeform 663">
                <a:extLst>
                  <a:ext uri="{FF2B5EF4-FFF2-40B4-BE49-F238E27FC236}">
                    <a16:creationId xmlns:a16="http://schemas.microsoft.com/office/drawing/2014/main" id="{B79ED459-E65D-4BCE-AD32-3CDB61427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62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Oval 664">
                <a:extLst>
                  <a:ext uri="{FF2B5EF4-FFF2-40B4-BE49-F238E27FC236}">
                    <a16:creationId xmlns:a16="http://schemas.microsoft.com/office/drawing/2014/main" id="{8E654FDF-01EB-49DF-A1F1-D51B9519D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651"/>
                <a:ext cx="3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3" name="Freeform 665">
                <a:extLst>
                  <a:ext uri="{FF2B5EF4-FFF2-40B4-BE49-F238E27FC236}">
                    <a16:creationId xmlns:a16="http://schemas.microsoft.com/office/drawing/2014/main" id="{3A5CD31E-238E-451E-BAC8-91997564A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65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Oval 666">
                <a:extLst>
                  <a:ext uri="{FF2B5EF4-FFF2-40B4-BE49-F238E27FC236}">
                    <a16:creationId xmlns:a16="http://schemas.microsoft.com/office/drawing/2014/main" id="{E3AFA143-68B6-47C0-A586-E459CB446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2689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5" name="Freeform 667">
                <a:extLst>
                  <a:ext uri="{FF2B5EF4-FFF2-40B4-BE49-F238E27FC236}">
                    <a16:creationId xmlns:a16="http://schemas.microsoft.com/office/drawing/2014/main" id="{9A3FF646-8E3D-4606-B5ED-6B410B43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68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Oval 668">
                <a:extLst>
                  <a:ext uri="{FF2B5EF4-FFF2-40B4-BE49-F238E27FC236}">
                    <a16:creationId xmlns:a16="http://schemas.microsoft.com/office/drawing/2014/main" id="{E67C2DEB-F2C1-4607-B293-740E7B29F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2673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7" name="Freeform 669">
                <a:extLst>
                  <a:ext uri="{FF2B5EF4-FFF2-40B4-BE49-F238E27FC236}">
                    <a16:creationId xmlns:a16="http://schemas.microsoft.com/office/drawing/2014/main" id="{D35A6213-7A9C-4935-99F3-5375076E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673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Oval 670">
                <a:extLst>
                  <a:ext uri="{FF2B5EF4-FFF2-40B4-BE49-F238E27FC236}">
                    <a16:creationId xmlns:a16="http://schemas.microsoft.com/office/drawing/2014/main" id="{65D67450-0364-415C-8D4B-8E40FDA05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707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9" name="Freeform 671">
                <a:extLst>
                  <a:ext uri="{FF2B5EF4-FFF2-40B4-BE49-F238E27FC236}">
                    <a16:creationId xmlns:a16="http://schemas.microsoft.com/office/drawing/2014/main" id="{64701416-EBD6-4713-992F-AC93153F0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70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Oval 672">
                <a:extLst>
                  <a:ext uri="{FF2B5EF4-FFF2-40B4-BE49-F238E27FC236}">
                    <a16:creationId xmlns:a16="http://schemas.microsoft.com/office/drawing/2014/main" id="{0AE5A464-391C-472F-9D07-C8E3C9E5D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681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1" name="Freeform 673">
                <a:extLst>
                  <a:ext uri="{FF2B5EF4-FFF2-40B4-BE49-F238E27FC236}">
                    <a16:creationId xmlns:a16="http://schemas.microsoft.com/office/drawing/2014/main" id="{739192E6-177C-48FC-A768-698C347E9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68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Oval 674">
                <a:extLst>
                  <a:ext uri="{FF2B5EF4-FFF2-40B4-BE49-F238E27FC236}">
                    <a16:creationId xmlns:a16="http://schemas.microsoft.com/office/drawing/2014/main" id="{3AB4ACED-ACD2-4438-8E0B-BA4CFADEE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713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3" name="Freeform 675">
                <a:extLst>
                  <a:ext uri="{FF2B5EF4-FFF2-40B4-BE49-F238E27FC236}">
                    <a16:creationId xmlns:a16="http://schemas.microsoft.com/office/drawing/2014/main" id="{00BCD4C0-1CBC-45CA-9DED-7B57F1F3E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71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Oval 676">
                <a:extLst>
                  <a:ext uri="{FF2B5EF4-FFF2-40B4-BE49-F238E27FC236}">
                    <a16:creationId xmlns:a16="http://schemas.microsoft.com/office/drawing/2014/main" id="{1F87468B-02DE-4D64-BEEB-C9DB97123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734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5" name="Freeform 677">
                <a:extLst>
                  <a:ext uri="{FF2B5EF4-FFF2-40B4-BE49-F238E27FC236}">
                    <a16:creationId xmlns:a16="http://schemas.microsoft.com/office/drawing/2014/main" id="{D259CEAC-CECC-463B-BD28-66F5985EF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734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Oval 678">
                <a:extLst>
                  <a:ext uri="{FF2B5EF4-FFF2-40B4-BE49-F238E27FC236}">
                    <a16:creationId xmlns:a16="http://schemas.microsoft.com/office/drawing/2014/main" id="{395733E3-03D5-4843-A1B5-59A0919CE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718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7" name="Freeform 679">
                <a:extLst>
                  <a:ext uri="{FF2B5EF4-FFF2-40B4-BE49-F238E27FC236}">
                    <a16:creationId xmlns:a16="http://schemas.microsoft.com/office/drawing/2014/main" id="{13C555FC-8540-44FB-967D-826DB916C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21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Oval 680">
                <a:extLst>
                  <a:ext uri="{FF2B5EF4-FFF2-40B4-BE49-F238E27FC236}">
                    <a16:creationId xmlns:a16="http://schemas.microsoft.com/office/drawing/2014/main" id="{D4AF1598-753C-42F2-96B0-667287FFB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689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9" name="Freeform 681">
                <a:extLst>
                  <a:ext uri="{FF2B5EF4-FFF2-40B4-BE49-F238E27FC236}">
                    <a16:creationId xmlns:a16="http://schemas.microsoft.com/office/drawing/2014/main" id="{AE3502FB-ED67-4205-815A-A93A14EB4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69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Oval 682">
                <a:extLst>
                  <a:ext uri="{FF2B5EF4-FFF2-40B4-BE49-F238E27FC236}">
                    <a16:creationId xmlns:a16="http://schemas.microsoft.com/office/drawing/2014/main" id="{9C3220C2-401B-45F1-8BDE-FF504F488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2662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1" name="Freeform 683">
                <a:extLst>
                  <a:ext uri="{FF2B5EF4-FFF2-40B4-BE49-F238E27FC236}">
                    <a16:creationId xmlns:a16="http://schemas.microsoft.com/office/drawing/2014/main" id="{C356B938-162F-4DD0-AE60-EC1A0B1EF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62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Oval 684">
                <a:extLst>
                  <a:ext uri="{FF2B5EF4-FFF2-40B4-BE49-F238E27FC236}">
                    <a16:creationId xmlns:a16="http://schemas.microsoft.com/office/drawing/2014/main" id="{368042E2-0364-4E8F-8C2D-27AF87674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539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3" name="Freeform 685">
                <a:extLst>
                  <a:ext uri="{FF2B5EF4-FFF2-40B4-BE49-F238E27FC236}">
                    <a16:creationId xmlns:a16="http://schemas.microsoft.com/office/drawing/2014/main" id="{80D5755C-69A8-403A-A691-8C4ADFD5D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39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Oval 686">
                <a:extLst>
                  <a:ext uri="{FF2B5EF4-FFF2-40B4-BE49-F238E27FC236}">
                    <a16:creationId xmlns:a16="http://schemas.microsoft.com/office/drawing/2014/main" id="{5489DDA5-6567-4A20-867D-49E8D4808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702"/>
                <a:ext cx="5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5" name="Freeform 687">
                <a:extLst>
                  <a:ext uri="{FF2B5EF4-FFF2-40B4-BE49-F238E27FC236}">
                    <a16:creationId xmlns:a16="http://schemas.microsoft.com/office/drawing/2014/main" id="{BC5B7886-46FC-49D3-9993-9F613425C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02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Oval 688">
                <a:extLst>
                  <a:ext uri="{FF2B5EF4-FFF2-40B4-BE49-F238E27FC236}">
                    <a16:creationId xmlns:a16="http://schemas.microsoft.com/office/drawing/2014/main" id="{F272C739-06B4-42D1-B3CE-AFABDE931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718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7" name="Freeform 689">
                <a:extLst>
                  <a:ext uri="{FF2B5EF4-FFF2-40B4-BE49-F238E27FC236}">
                    <a16:creationId xmlns:a16="http://schemas.microsoft.com/office/drawing/2014/main" id="{B47000E2-59E3-4E7F-AA4D-8851C50A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1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Oval 690">
                <a:extLst>
                  <a:ext uri="{FF2B5EF4-FFF2-40B4-BE49-F238E27FC236}">
                    <a16:creationId xmlns:a16="http://schemas.microsoft.com/office/drawing/2014/main" id="{D03B3F50-28C0-4D10-A6FF-736708FE8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747"/>
                <a:ext cx="5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9" name="Freeform 691">
                <a:extLst>
                  <a:ext uri="{FF2B5EF4-FFF2-40B4-BE49-F238E27FC236}">
                    <a16:creationId xmlns:a16="http://schemas.microsoft.com/office/drawing/2014/main" id="{2D3C5C0D-D5E2-4C18-92AD-525271272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4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Oval 692">
                <a:extLst>
                  <a:ext uri="{FF2B5EF4-FFF2-40B4-BE49-F238E27FC236}">
                    <a16:creationId xmlns:a16="http://schemas.microsoft.com/office/drawing/2014/main" id="{82656329-FB84-4FE4-A276-B0E4CDAAC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0" y="2702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1" name="Freeform 693">
                <a:extLst>
                  <a:ext uri="{FF2B5EF4-FFF2-40B4-BE49-F238E27FC236}">
                    <a16:creationId xmlns:a16="http://schemas.microsoft.com/office/drawing/2014/main" id="{137C9F84-55AB-4CF5-A036-5AAFAB84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70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Oval 694">
                <a:extLst>
                  <a:ext uri="{FF2B5EF4-FFF2-40B4-BE49-F238E27FC236}">
                    <a16:creationId xmlns:a16="http://schemas.microsoft.com/office/drawing/2014/main" id="{6FD12DBC-A2AD-4C0D-B88C-2C391AB14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272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3" name="Freeform 695">
                <a:extLst>
                  <a:ext uri="{FF2B5EF4-FFF2-40B4-BE49-F238E27FC236}">
                    <a16:creationId xmlns:a16="http://schemas.microsoft.com/office/drawing/2014/main" id="{B2A75BC9-9A7D-4B6C-A25A-ABB3881DB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726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Oval 696">
                <a:extLst>
                  <a:ext uri="{FF2B5EF4-FFF2-40B4-BE49-F238E27FC236}">
                    <a16:creationId xmlns:a16="http://schemas.microsoft.com/office/drawing/2014/main" id="{E92A16AA-8BD0-476C-9AC4-90D5EDE7D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763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5" name="Freeform 697">
                <a:extLst>
                  <a:ext uri="{FF2B5EF4-FFF2-40B4-BE49-F238E27FC236}">
                    <a16:creationId xmlns:a16="http://schemas.microsoft.com/office/drawing/2014/main" id="{3839A21E-2E0A-43BC-9212-07AA532DF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763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12 w 3"/>
                  <a:gd name="T5" fmla="*/ 61 h 4"/>
                  <a:gd name="T6" fmla="*/ 0 w 3"/>
                  <a:gd name="T7" fmla="*/ 61 h 4"/>
                  <a:gd name="T8" fmla="*/ 28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Oval 698">
                <a:extLst>
                  <a:ext uri="{FF2B5EF4-FFF2-40B4-BE49-F238E27FC236}">
                    <a16:creationId xmlns:a16="http://schemas.microsoft.com/office/drawing/2014/main" id="{7E1B3494-B37D-4EC9-941C-BF22FCD03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713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7" name="Freeform 699">
                <a:extLst>
                  <a:ext uri="{FF2B5EF4-FFF2-40B4-BE49-F238E27FC236}">
                    <a16:creationId xmlns:a16="http://schemas.microsoft.com/office/drawing/2014/main" id="{8E77F982-5E3E-4C5F-8CC9-65BED6696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713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0 h 4"/>
                  <a:gd name="T4" fmla="*/ 20 w 4"/>
                  <a:gd name="T5" fmla="*/ 50 h 4"/>
                  <a:gd name="T6" fmla="*/ 0 w 4"/>
                  <a:gd name="T7" fmla="*/ 50 h 4"/>
                  <a:gd name="T8" fmla="*/ 33 w 4"/>
                  <a:gd name="T9" fmla="*/ 63 h 4"/>
                  <a:gd name="T10" fmla="*/ 63 w 4"/>
                  <a:gd name="T11" fmla="*/ 33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Oval 700">
                <a:extLst>
                  <a:ext uri="{FF2B5EF4-FFF2-40B4-BE49-F238E27FC236}">
                    <a16:creationId xmlns:a16="http://schemas.microsoft.com/office/drawing/2014/main" id="{253C359A-04AE-48B1-8743-CA06825ED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2803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9" name="Freeform 701">
                <a:extLst>
                  <a:ext uri="{FF2B5EF4-FFF2-40B4-BE49-F238E27FC236}">
                    <a16:creationId xmlns:a16="http://schemas.microsoft.com/office/drawing/2014/main" id="{000175A0-BC9B-4D1E-9D56-7681914D9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803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0" name="Oval 702">
                <a:extLst>
                  <a:ext uri="{FF2B5EF4-FFF2-40B4-BE49-F238E27FC236}">
                    <a16:creationId xmlns:a16="http://schemas.microsoft.com/office/drawing/2014/main" id="{2E48149C-B2DE-4379-BD29-9372F3F08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0" y="2646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1" name="Freeform 703">
                <a:extLst>
                  <a:ext uri="{FF2B5EF4-FFF2-40B4-BE49-F238E27FC236}">
                    <a16:creationId xmlns:a16="http://schemas.microsoft.com/office/drawing/2014/main" id="{7590FDC6-CF85-4E09-B78A-2288237A1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646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Oval 704">
                <a:extLst>
                  <a:ext uri="{FF2B5EF4-FFF2-40B4-BE49-F238E27FC236}">
                    <a16:creationId xmlns:a16="http://schemas.microsoft.com/office/drawing/2014/main" id="{6BB92242-22DD-4717-8486-C5C02011C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694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3" name="Freeform 705">
                <a:extLst>
                  <a:ext uri="{FF2B5EF4-FFF2-40B4-BE49-F238E27FC236}">
                    <a16:creationId xmlns:a16="http://schemas.microsoft.com/office/drawing/2014/main" id="{0A650128-9C7A-4511-B9BB-5FBF46C7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694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4" name="Oval 706">
                <a:extLst>
                  <a:ext uri="{FF2B5EF4-FFF2-40B4-BE49-F238E27FC236}">
                    <a16:creationId xmlns:a16="http://schemas.microsoft.com/office/drawing/2014/main" id="{75FC8845-B09C-49E7-94DE-B2BEBC01B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721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5" name="Freeform 707">
                <a:extLst>
                  <a:ext uri="{FF2B5EF4-FFF2-40B4-BE49-F238E27FC236}">
                    <a16:creationId xmlns:a16="http://schemas.microsoft.com/office/drawing/2014/main" id="{E0946752-3EED-438F-AB2C-7183B03E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721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12 w 3"/>
                  <a:gd name="T5" fmla="*/ 50 h 4"/>
                  <a:gd name="T6" fmla="*/ 0 w 3"/>
                  <a:gd name="T7" fmla="*/ 50 h 4"/>
                  <a:gd name="T8" fmla="*/ 28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Oval 708">
                <a:extLst>
                  <a:ext uri="{FF2B5EF4-FFF2-40B4-BE49-F238E27FC236}">
                    <a16:creationId xmlns:a16="http://schemas.microsoft.com/office/drawing/2014/main" id="{19C71258-F75C-40F0-B93D-5AC856333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2771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7" name="Freeform 709">
                <a:extLst>
                  <a:ext uri="{FF2B5EF4-FFF2-40B4-BE49-F238E27FC236}">
                    <a16:creationId xmlns:a16="http://schemas.microsoft.com/office/drawing/2014/main" id="{4887CC22-A9A3-4D50-BA7F-50CC4567F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771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2 h 4"/>
                  <a:gd name="T4" fmla="*/ 21 w 3"/>
                  <a:gd name="T5" fmla="*/ 61 h 4"/>
                  <a:gd name="T6" fmla="*/ 0 w 3"/>
                  <a:gd name="T7" fmla="*/ 61 h 4"/>
                  <a:gd name="T8" fmla="*/ 35 w 3"/>
                  <a:gd name="T9" fmla="*/ 83 h 4"/>
                  <a:gd name="T10" fmla="*/ 56 w 3"/>
                  <a:gd name="T11" fmla="*/ 47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Oval 710">
                <a:extLst>
                  <a:ext uri="{FF2B5EF4-FFF2-40B4-BE49-F238E27FC236}">
                    <a16:creationId xmlns:a16="http://schemas.microsoft.com/office/drawing/2014/main" id="{C009AD3E-8499-41AB-A2EF-095AF6091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3" y="2646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9" name="Freeform 711">
                <a:extLst>
                  <a:ext uri="{FF2B5EF4-FFF2-40B4-BE49-F238E27FC236}">
                    <a16:creationId xmlns:a16="http://schemas.microsoft.com/office/drawing/2014/main" id="{D00BC987-595F-40CC-8827-DED2AE66A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46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Oval 712">
                <a:extLst>
                  <a:ext uri="{FF2B5EF4-FFF2-40B4-BE49-F238E27FC236}">
                    <a16:creationId xmlns:a16="http://schemas.microsoft.com/office/drawing/2014/main" id="{3D73AE47-FD21-4A90-B4C4-C7B30B9CD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710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1" name="Freeform 713">
                <a:extLst>
                  <a:ext uri="{FF2B5EF4-FFF2-40B4-BE49-F238E27FC236}">
                    <a16:creationId xmlns:a16="http://schemas.microsoft.com/office/drawing/2014/main" id="{4E917C14-0E41-493C-8D8A-EBB6CA055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710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Oval 714">
                <a:extLst>
                  <a:ext uri="{FF2B5EF4-FFF2-40B4-BE49-F238E27FC236}">
                    <a16:creationId xmlns:a16="http://schemas.microsoft.com/office/drawing/2014/main" id="{AB42A60B-8C86-4931-BBB2-206AE0DE0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2691"/>
                <a:ext cx="2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3" name="Freeform 715">
                <a:extLst>
                  <a:ext uri="{FF2B5EF4-FFF2-40B4-BE49-F238E27FC236}">
                    <a16:creationId xmlns:a16="http://schemas.microsoft.com/office/drawing/2014/main" id="{AAD7B694-3E99-4FC9-8D10-DFE4F2D64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69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Oval 716">
                <a:extLst>
                  <a:ext uri="{FF2B5EF4-FFF2-40B4-BE49-F238E27FC236}">
                    <a16:creationId xmlns:a16="http://schemas.microsoft.com/office/drawing/2014/main" id="{0A8EE9A8-1C16-4AC9-BF3A-3F068D2EA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0" y="2707"/>
                <a:ext cx="3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5" name="Freeform 717">
                <a:extLst>
                  <a:ext uri="{FF2B5EF4-FFF2-40B4-BE49-F238E27FC236}">
                    <a16:creationId xmlns:a16="http://schemas.microsoft.com/office/drawing/2014/main" id="{32B5B422-EC3D-4513-9452-D368BA309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71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Oval 718">
                <a:extLst>
                  <a:ext uri="{FF2B5EF4-FFF2-40B4-BE49-F238E27FC236}">
                    <a16:creationId xmlns:a16="http://schemas.microsoft.com/office/drawing/2014/main" id="{7C3FDFB6-D888-4FC2-9E48-DA342DFC1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737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7" name="Freeform 719">
                <a:extLst>
                  <a:ext uri="{FF2B5EF4-FFF2-40B4-BE49-F238E27FC236}">
                    <a16:creationId xmlns:a16="http://schemas.microsoft.com/office/drawing/2014/main" id="{34515540-F2E0-46C8-AEC0-E623533FC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73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8 w 1"/>
                  <a:gd name="T11" fmla="*/ 0 h 1"/>
                  <a:gd name="T12" fmla="*/ 8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Oval 720">
                <a:extLst>
                  <a:ext uri="{FF2B5EF4-FFF2-40B4-BE49-F238E27FC236}">
                    <a16:creationId xmlns:a16="http://schemas.microsoft.com/office/drawing/2014/main" id="{6FECF122-07D2-4827-94CD-BA29D2F2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590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9" name="Freeform 721">
                <a:extLst>
                  <a:ext uri="{FF2B5EF4-FFF2-40B4-BE49-F238E27FC236}">
                    <a16:creationId xmlns:a16="http://schemas.microsoft.com/office/drawing/2014/main" id="{9F3B9EFE-585D-4838-BD40-3FD7F8CF2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59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Oval 722">
                <a:extLst>
                  <a:ext uri="{FF2B5EF4-FFF2-40B4-BE49-F238E27FC236}">
                    <a16:creationId xmlns:a16="http://schemas.microsoft.com/office/drawing/2014/main" id="{B03A9EC5-8D6A-457D-910F-1EE458408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574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1" name="Freeform 723">
                <a:extLst>
                  <a:ext uri="{FF2B5EF4-FFF2-40B4-BE49-F238E27FC236}">
                    <a16:creationId xmlns:a16="http://schemas.microsoft.com/office/drawing/2014/main" id="{E33947A6-5BB5-455A-A7C5-E9903A10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574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Oval 724">
                <a:extLst>
                  <a:ext uri="{FF2B5EF4-FFF2-40B4-BE49-F238E27FC236}">
                    <a16:creationId xmlns:a16="http://schemas.microsoft.com/office/drawing/2014/main" id="{9624D658-3127-4FD5-A5D9-F7CD4D763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609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3" name="Freeform 725">
                <a:extLst>
                  <a:ext uri="{FF2B5EF4-FFF2-40B4-BE49-F238E27FC236}">
                    <a16:creationId xmlns:a16="http://schemas.microsoft.com/office/drawing/2014/main" id="{5ACB937D-56C9-43D1-9C29-AA64E7A06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60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Oval 726">
                <a:extLst>
                  <a:ext uri="{FF2B5EF4-FFF2-40B4-BE49-F238E27FC236}">
                    <a16:creationId xmlns:a16="http://schemas.microsoft.com/office/drawing/2014/main" id="{9271532B-EA84-4ED3-9E9F-AAE1F41E7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582"/>
                <a:ext cx="8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5" name="Freeform 727">
                <a:extLst>
                  <a:ext uri="{FF2B5EF4-FFF2-40B4-BE49-F238E27FC236}">
                    <a16:creationId xmlns:a16="http://schemas.microsoft.com/office/drawing/2014/main" id="{AAFCFA44-9955-496E-904D-AF965489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8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Oval 728">
                <a:extLst>
                  <a:ext uri="{FF2B5EF4-FFF2-40B4-BE49-F238E27FC236}">
                    <a16:creationId xmlns:a16="http://schemas.microsoft.com/office/drawing/2014/main" id="{2A27F155-B16A-490F-8202-4A28743E6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2614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7" name="Freeform 729">
                <a:extLst>
                  <a:ext uri="{FF2B5EF4-FFF2-40B4-BE49-F238E27FC236}">
                    <a16:creationId xmlns:a16="http://schemas.microsoft.com/office/drawing/2014/main" id="{61BD9EC9-E981-4D80-9978-A54F40F01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61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Oval 730">
                <a:extLst>
                  <a:ext uri="{FF2B5EF4-FFF2-40B4-BE49-F238E27FC236}">
                    <a16:creationId xmlns:a16="http://schemas.microsoft.com/office/drawing/2014/main" id="{0091A250-833A-4289-B215-99EAC0C5E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635"/>
                <a:ext cx="8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9" name="Freeform 731">
                <a:extLst>
                  <a:ext uri="{FF2B5EF4-FFF2-40B4-BE49-F238E27FC236}">
                    <a16:creationId xmlns:a16="http://schemas.microsoft.com/office/drawing/2014/main" id="{BDBA5309-3FE0-4227-863F-F069B5CE3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635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Oval 732">
                <a:extLst>
                  <a:ext uri="{FF2B5EF4-FFF2-40B4-BE49-F238E27FC236}">
                    <a16:creationId xmlns:a16="http://schemas.microsoft.com/office/drawing/2014/main" id="{1636202C-E2EF-4452-B419-94606C896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619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31" name="Freeform 733">
                <a:extLst>
                  <a:ext uri="{FF2B5EF4-FFF2-40B4-BE49-F238E27FC236}">
                    <a16:creationId xmlns:a16="http://schemas.microsoft.com/office/drawing/2014/main" id="{57BE11E0-683C-4F1C-9DFA-30D8E802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622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Oval 734">
                <a:extLst>
                  <a:ext uri="{FF2B5EF4-FFF2-40B4-BE49-F238E27FC236}">
                    <a16:creationId xmlns:a16="http://schemas.microsoft.com/office/drawing/2014/main" id="{257654E9-3C8E-42B9-831A-222778394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590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33" name="Freeform 735">
                <a:extLst>
                  <a:ext uri="{FF2B5EF4-FFF2-40B4-BE49-F238E27FC236}">
                    <a16:creationId xmlns:a16="http://schemas.microsoft.com/office/drawing/2014/main" id="{D86B53E5-A18A-40C7-A25B-6F7FD41E7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59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Oval 736">
                <a:extLst>
                  <a:ext uri="{FF2B5EF4-FFF2-40B4-BE49-F238E27FC236}">
                    <a16:creationId xmlns:a16="http://schemas.microsoft.com/office/drawing/2014/main" id="{C9E6F28C-2701-4225-B851-4A15D680D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603"/>
                <a:ext cx="5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35" name="Freeform 737">
                <a:extLst>
                  <a:ext uri="{FF2B5EF4-FFF2-40B4-BE49-F238E27FC236}">
                    <a16:creationId xmlns:a16="http://schemas.microsoft.com/office/drawing/2014/main" id="{8F6F9ED7-4FA3-4932-A692-AD6873276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603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7 h 2"/>
                  <a:gd name="T6" fmla="*/ 0 w 1"/>
                  <a:gd name="T7" fmla="*/ 27 h 2"/>
                  <a:gd name="T8" fmla="*/ 0 w 1"/>
                  <a:gd name="T9" fmla="*/ 54 h 2"/>
                  <a:gd name="T10" fmla="*/ 8 w 1"/>
                  <a:gd name="T11" fmla="*/ 27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Oval 738">
                <a:extLst>
                  <a:ext uri="{FF2B5EF4-FFF2-40B4-BE49-F238E27FC236}">
                    <a16:creationId xmlns:a16="http://schemas.microsoft.com/office/drawing/2014/main" id="{6AECA7B3-26F9-4BDF-84B3-54AF101C9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619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37" name="Freeform 739">
                <a:extLst>
                  <a:ext uri="{FF2B5EF4-FFF2-40B4-BE49-F238E27FC236}">
                    <a16:creationId xmlns:a16="http://schemas.microsoft.com/office/drawing/2014/main" id="{A1EE38F4-9545-4105-AE03-F6351BFB4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61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Oval 740">
                <a:extLst>
                  <a:ext uri="{FF2B5EF4-FFF2-40B4-BE49-F238E27FC236}">
                    <a16:creationId xmlns:a16="http://schemas.microsoft.com/office/drawing/2014/main" id="{170C90F0-BB6C-4E4C-952A-FD67DA9AD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649"/>
                <a:ext cx="5" cy="2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39" name="Freeform 741">
                <a:extLst>
                  <a:ext uri="{FF2B5EF4-FFF2-40B4-BE49-F238E27FC236}">
                    <a16:creationId xmlns:a16="http://schemas.microsoft.com/office/drawing/2014/main" id="{CE8630D2-CF74-465A-99A9-85127FF7E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4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Oval 742">
                <a:extLst>
                  <a:ext uri="{FF2B5EF4-FFF2-40B4-BE49-F238E27FC236}">
                    <a16:creationId xmlns:a16="http://schemas.microsoft.com/office/drawing/2014/main" id="{EBC4DE22-2B5C-439E-BBC7-EDFDA9BF6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2587"/>
                <a:ext cx="8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1" name="Freeform 743">
                <a:extLst>
                  <a:ext uri="{FF2B5EF4-FFF2-40B4-BE49-F238E27FC236}">
                    <a16:creationId xmlns:a16="http://schemas.microsoft.com/office/drawing/2014/main" id="{8681ACBF-27B3-434F-A537-AF57AE85F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58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Oval 744">
                <a:extLst>
                  <a:ext uri="{FF2B5EF4-FFF2-40B4-BE49-F238E27FC236}">
                    <a16:creationId xmlns:a16="http://schemas.microsoft.com/office/drawing/2014/main" id="{E90E48DA-B8E9-4ACA-8FA8-CEA05CF65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2569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3" name="Freeform 745">
                <a:extLst>
                  <a:ext uri="{FF2B5EF4-FFF2-40B4-BE49-F238E27FC236}">
                    <a16:creationId xmlns:a16="http://schemas.microsoft.com/office/drawing/2014/main" id="{C467DE94-316C-44D6-B552-437B22B4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571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21 h 3"/>
                  <a:gd name="T4" fmla="*/ 20 w 4"/>
                  <a:gd name="T5" fmla="*/ 56 h 3"/>
                  <a:gd name="T6" fmla="*/ 0 w 4"/>
                  <a:gd name="T7" fmla="*/ 35 h 3"/>
                  <a:gd name="T8" fmla="*/ 33 w 4"/>
                  <a:gd name="T9" fmla="*/ 56 h 3"/>
                  <a:gd name="T10" fmla="*/ 63 w 4"/>
                  <a:gd name="T11" fmla="*/ 21 h 3"/>
                  <a:gd name="T12" fmla="*/ 33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Oval 746">
                <a:extLst>
                  <a:ext uri="{FF2B5EF4-FFF2-40B4-BE49-F238E27FC236}">
                    <a16:creationId xmlns:a16="http://schemas.microsoft.com/office/drawing/2014/main" id="{F9BA19D4-A39B-4527-BAC2-02DB8F3B1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2603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5" name="Freeform 747">
                <a:extLst>
                  <a:ext uri="{FF2B5EF4-FFF2-40B4-BE49-F238E27FC236}">
                    <a16:creationId xmlns:a16="http://schemas.microsoft.com/office/drawing/2014/main" id="{ECD6249B-E3B4-468E-A1B2-B0807B271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606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Oval 748">
                <a:extLst>
                  <a:ext uri="{FF2B5EF4-FFF2-40B4-BE49-F238E27FC236}">
                    <a16:creationId xmlns:a16="http://schemas.microsoft.com/office/drawing/2014/main" id="{FF357E91-1905-40EB-A492-A27AD4D83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577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7" name="Freeform 749">
                <a:extLst>
                  <a:ext uri="{FF2B5EF4-FFF2-40B4-BE49-F238E27FC236}">
                    <a16:creationId xmlns:a16="http://schemas.microsoft.com/office/drawing/2014/main" id="{7AC9E277-9DE9-4D74-9D6E-9BF3A44AD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57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Oval 750">
                <a:extLst>
                  <a:ext uri="{FF2B5EF4-FFF2-40B4-BE49-F238E27FC236}">
                    <a16:creationId xmlns:a16="http://schemas.microsoft.com/office/drawing/2014/main" id="{FF1FCA1A-7660-47D9-99DE-90E7B3FD6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2609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9" name="Freeform 751">
                <a:extLst>
                  <a:ext uri="{FF2B5EF4-FFF2-40B4-BE49-F238E27FC236}">
                    <a16:creationId xmlns:a16="http://schemas.microsoft.com/office/drawing/2014/main" id="{3DDA5ADD-812F-48AF-9E87-32569C02A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60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Oval 752">
                <a:extLst>
                  <a:ext uri="{FF2B5EF4-FFF2-40B4-BE49-F238E27FC236}">
                    <a16:creationId xmlns:a16="http://schemas.microsoft.com/office/drawing/2014/main" id="{5696C4AC-8F77-4D0E-A483-7C416B9E3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2630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1" name="Freeform 753">
                <a:extLst>
                  <a:ext uri="{FF2B5EF4-FFF2-40B4-BE49-F238E27FC236}">
                    <a16:creationId xmlns:a16="http://schemas.microsoft.com/office/drawing/2014/main" id="{2CF4AB41-6C8B-48AC-A4F8-6F3BB77E9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630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47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2" name="Oval 754">
                <a:extLst>
                  <a:ext uri="{FF2B5EF4-FFF2-40B4-BE49-F238E27FC236}">
                    <a16:creationId xmlns:a16="http://schemas.microsoft.com/office/drawing/2014/main" id="{4C43608A-225F-4C26-A84D-07B9390AC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617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3" name="Freeform 755">
                <a:extLst>
                  <a:ext uri="{FF2B5EF4-FFF2-40B4-BE49-F238E27FC236}">
                    <a16:creationId xmlns:a16="http://schemas.microsoft.com/office/drawing/2014/main" id="{F2FF2B2C-6098-4D72-B785-1A05008E3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617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Oval 756">
                <a:extLst>
                  <a:ext uri="{FF2B5EF4-FFF2-40B4-BE49-F238E27FC236}">
                    <a16:creationId xmlns:a16="http://schemas.microsoft.com/office/drawing/2014/main" id="{20B5EDDA-53B9-4F24-AF7B-429D1553A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587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5" name="Freeform 757">
                <a:extLst>
                  <a:ext uri="{FF2B5EF4-FFF2-40B4-BE49-F238E27FC236}">
                    <a16:creationId xmlns:a16="http://schemas.microsoft.com/office/drawing/2014/main" id="{636BB0BC-7A64-498F-B866-6EB96E739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587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6" name="Oval 758">
                <a:extLst>
                  <a:ext uri="{FF2B5EF4-FFF2-40B4-BE49-F238E27FC236}">
                    <a16:creationId xmlns:a16="http://schemas.microsoft.com/office/drawing/2014/main" id="{34E3DD0F-6303-4850-988D-E2F37648B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8" y="2598"/>
                <a:ext cx="2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7" name="Freeform 759">
                <a:extLst>
                  <a:ext uri="{FF2B5EF4-FFF2-40B4-BE49-F238E27FC236}">
                    <a16:creationId xmlns:a16="http://schemas.microsoft.com/office/drawing/2014/main" id="{E54A1DE2-0D44-4061-8CC4-C6DFA5BA8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59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Oval 760">
                <a:extLst>
                  <a:ext uri="{FF2B5EF4-FFF2-40B4-BE49-F238E27FC236}">
                    <a16:creationId xmlns:a16="http://schemas.microsoft.com/office/drawing/2014/main" id="{B1C5FC54-10E9-4AE6-B7EB-5787AA655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614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9" name="Freeform 761">
                <a:extLst>
                  <a:ext uri="{FF2B5EF4-FFF2-40B4-BE49-F238E27FC236}">
                    <a16:creationId xmlns:a16="http://schemas.microsoft.com/office/drawing/2014/main" id="{1E6167C1-0EF8-4A87-AF7C-B8ACF198A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61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0" name="Oval 762">
                <a:extLst>
                  <a:ext uri="{FF2B5EF4-FFF2-40B4-BE49-F238E27FC236}">
                    <a16:creationId xmlns:a16="http://schemas.microsoft.com/office/drawing/2014/main" id="{09D43702-4620-486D-A30F-69C884A4A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643"/>
                <a:ext cx="3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1" name="Freeform 763">
                <a:extLst>
                  <a:ext uri="{FF2B5EF4-FFF2-40B4-BE49-F238E27FC236}">
                    <a16:creationId xmlns:a16="http://schemas.microsoft.com/office/drawing/2014/main" id="{4F4BECDF-B3D9-4E14-9FB7-2CF13E74C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64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Oval 764">
                <a:extLst>
                  <a:ext uri="{FF2B5EF4-FFF2-40B4-BE49-F238E27FC236}">
                    <a16:creationId xmlns:a16="http://schemas.microsoft.com/office/drawing/2014/main" id="{D10DDA01-D855-4771-AF88-7B6AE870E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2539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3" name="Freeform 765">
                <a:extLst>
                  <a:ext uri="{FF2B5EF4-FFF2-40B4-BE49-F238E27FC236}">
                    <a16:creationId xmlns:a16="http://schemas.microsoft.com/office/drawing/2014/main" id="{17290CFA-9BE0-4C8A-A130-9ADE8050E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542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4" name="Oval 766">
                <a:extLst>
                  <a:ext uri="{FF2B5EF4-FFF2-40B4-BE49-F238E27FC236}">
                    <a16:creationId xmlns:a16="http://schemas.microsoft.com/office/drawing/2014/main" id="{6E20AE03-2868-4A63-9B70-B19FBA1E0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51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5" name="Freeform 767">
                <a:extLst>
                  <a:ext uri="{FF2B5EF4-FFF2-40B4-BE49-F238E27FC236}">
                    <a16:creationId xmlns:a16="http://schemas.microsoft.com/office/drawing/2014/main" id="{C7B15BF0-F091-4F98-B230-887CC8A12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51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Oval 768">
                <a:extLst>
                  <a:ext uri="{FF2B5EF4-FFF2-40B4-BE49-F238E27FC236}">
                    <a16:creationId xmlns:a16="http://schemas.microsoft.com/office/drawing/2014/main" id="{96A2D131-3185-432F-9F7B-5120B82A6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545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7" name="Freeform 769">
                <a:extLst>
                  <a:ext uri="{FF2B5EF4-FFF2-40B4-BE49-F238E27FC236}">
                    <a16:creationId xmlns:a16="http://schemas.microsoft.com/office/drawing/2014/main" id="{705EC2AD-4B9B-4C9C-9E75-FD9B3D50F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54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8" name="Oval 770">
                <a:extLst>
                  <a:ext uri="{FF2B5EF4-FFF2-40B4-BE49-F238E27FC236}">
                    <a16:creationId xmlns:a16="http://schemas.microsoft.com/office/drawing/2014/main" id="{D079BB9C-9E3D-4F5E-9F60-E4D546820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566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9" name="Freeform 771">
                <a:extLst>
                  <a:ext uri="{FF2B5EF4-FFF2-40B4-BE49-F238E27FC236}">
                    <a16:creationId xmlns:a16="http://schemas.microsoft.com/office/drawing/2014/main" id="{4B394CA2-87FD-47FE-867E-0356625E9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566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Oval 772">
                <a:extLst>
                  <a:ext uri="{FF2B5EF4-FFF2-40B4-BE49-F238E27FC236}">
                    <a16:creationId xmlns:a16="http://schemas.microsoft.com/office/drawing/2014/main" id="{E476809B-9D7A-4DC3-8A9D-3EF1A8A87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553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1" name="Freeform 773">
                <a:extLst>
                  <a:ext uri="{FF2B5EF4-FFF2-40B4-BE49-F238E27FC236}">
                    <a16:creationId xmlns:a16="http://schemas.microsoft.com/office/drawing/2014/main" id="{55AF206F-1BE7-432F-9593-5A38440E6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553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2" name="Oval 774">
                <a:extLst>
                  <a:ext uri="{FF2B5EF4-FFF2-40B4-BE49-F238E27FC236}">
                    <a16:creationId xmlns:a16="http://schemas.microsoft.com/office/drawing/2014/main" id="{BB3B2339-AFBD-4D50-A525-D5FBABE4D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523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3" name="Freeform 775">
                <a:extLst>
                  <a:ext uri="{FF2B5EF4-FFF2-40B4-BE49-F238E27FC236}">
                    <a16:creationId xmlns:a16="http://schemas.microsoft.com/office/drawing/2014/main" id="{4CFB63B0-2B6A-4D1B-A2DB-C7741091C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523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2 h 4"/>
                  <a:gd name="T4" fmla="*/ 0 w 3"/>
                  <a:gd name="T5" fmla="*/ 61 h 4"/>
                  <a:gd name="T6" fmla="*/ 0 w 3"/>
                  <a:gd name="T7" fmla="*/ 61 h 4"/>
                  <a:gd name="T8" fmla="*/ 12 w 3"/>
                  <a:gd name="T9" fmla="*/ 83 h 4"/>
                  <a:gd name="T10" fmla="*/ 37 w 3"/>
                  <a:gd name="T11" fmla="*/ 47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Oval 776">
                <a:extLst>
                  <a:ext uri="{FF2B5EF4-FFF2-40B4-BE49-F238E27FC236}">
                    <a16:creationId xmlns:a16="http://schemas.microsoft.com/office/drawing/2014/main" id="{36C1A00F-0642-4393-AE93-1174F763B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534"/>
                <a:ext cx="2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5" name="Freeform 777">
                <a:extLst>
                  <a:ext uri="{FF2B5EF4-FFF2-40B4-BE49-F238E27FC236}">
                    <a16:creationId xmlns:a16="http://schemas.microsoft.com/office/drawing/2014/main" id="{98A8F034-F0B5-478A-AF96-F96525879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53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6" name="Oval 778">
                <a:extLst>
                  <a:ext uri="{FF2B5EF4-FFF2-40B4-BE49-F238E27FC236}">
                    <a16:creationId xmlns:a16="http://schemas.microsoft.com/office/drawing/2014/main" id="{A001FCAB-5BB3-4218-8AB8-4040D7F9F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550"/>
                <a:ext cx="3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7" name="Freeform 779">
                <a:extLst>
                  <a:ext uri="{FF2B5EF4-FFF2-40B4-BE49-F238E27FC236}">
                    <a16:creationId xmlns:a16="http://schemas.microsoft.com/office/drawing/2014/main" id="{8B234DD2-15D5-4922-9957-7952EE8BB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55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Oval 780">
                <a:extLst>
                  <a:ext uri="{FF2B5EF4-FFF2-40B4-BE49-F238E27FC236}">
                    <a16:creationId xmlns:a16="http://schemas.microsoft.com/office/drawing/2014/main" id="{20FA2F50-6851-4397-A1AE-02391DED0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0" y="2537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79" name="Freeform 781">
                <a:extLst>
                  <a:ext uri="{FF2B5EF4-FFF2-40B4-BE49-F238E27FC236}">
                    <a16:creationId xmlns:a16="http://schemas.microsoft.com/office/drawing/2014/main" id="{C952CD5A-4E0E-4581-B373-6531C7BB7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53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0" name="Oval 782">
                <a:extLst>
                  <a:ext uri="{FF2B5EF4-FFF2-40B4-BE49-F238E27FC236}">
                    <a16:creationId xmlns:a16="http://schemas.microsoft.com/office/drawing/2014/main" id="{D7DA39E8-894D-47B6-9608-5C4EF284D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5" y="2515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1" name="Freeform 783">
                <a:extLst>
                  <a:ext uri="{FF2B5EF4-FFF2-40B4-BE49-F238E27FC236}">
                    <a16:creationId xmlns:a16="http://schemas.microsoft.com/office/drawing/2014/main" id="{A77D006C-64F8-4BAD-A59C-6621D84A2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51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Oval 784">
                <a:extLst>
                  <a:ext uri="{FF2B5EF4-FFF2-40B4-BE49-F238E27FC236}">
                    <a16:creationId xmlns:a16="http://schemas.microsoft.com/office/drawing/2014/main" id="{DA6602B7-B9C9-4E64-879E-2BE07F57B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2542"/>
                <a:ext cx="5" cy="5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3" name="Freeform 785">
                <a:extLst>
                  <a:ext uri="{FF2B5EF4-FFF2-40B4-BE49-F238E27FC236}">
                    <a16:creationId xmlns:a16="http://schemas.microsoft.com/office/drawing/2014/main" id="{0E31BE0F-320E-4199-B949-E740FD4A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54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4" name="Oval 786">
                <a:extLst>
                  <a:ext uri="{FF2B5EF4-FFF2-40B4-BE49-F238E27FC236}">
                    <a16:creationId xmlns:a16="http://schemas.microsoft.com/office/drawing/2014/main" id="{3639C58D-A70C-4CEF-B9E7-DC48F85BD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550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5" name="Freeform 787">
                <a:extLst>
                  <a:ext uri="{FF2B5EF4-FFF2-40B4-BE49-F238E27FC236}">
                    <a16:creationId xmlns:a16="http://schemas.microsoft.com/office/drawing/2014/main" id="{F8EE7A4A-D6B7-4663-9F67-6FFFE9F16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550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Oval 788">
                <a:extLst>
                  <a:ext uri="{FF2B5EF4-FFF2-40B4-BE49-F238E27FC236}">
                    <a16:creationId xmlns:a16="http://schemas.microsoft.com/office/drawing/2014/main" id="{E2AE2130-B780-4484-974B-A5835636B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2521"/>
                <a:ext cx="8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7" name="Freeform 789">
                <a:extLst>
                  <a:ext uri="{FF2B5EF4-FFF2-40B4-BE49-F238E27FC236}">
                    <a16:creationId xmlns:a16="http://schemas.microsoft.com/office/drawing/2014/main" id="{AD27B8A2-EE57-4884-B387-21E5CD4F2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521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12 w 3"/>
                  <a:gd name="T9" fmla="*/ 63 h 4"/>
                  <a:gd name="T10" fmla="*/ 37 w 3"/>
                  <a:gd name="T11" fmla="*/ 33 h 4"/>
                  <a:gd name="T12" fmla="*/ 28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Oval 790">
                <a:extLst>
                  <a:ext uri="{FF2B5EF4-FFF2-40B4-BE49-F238E27FC236}">
                    <a16:creationId xmlns:a16="http://schemas.microsoft.com/office/drawing/2014/main" id="{45CF0FCD-93B1-4744-BA7A-BE7B0AA55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8" y="2531"/>
                <a:ext cx="5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89" name="Freeform 791">
                <a:extLst>
                  <a:ext uri="{FF2B5EF4-FFF2-40B4-BE49-F238E27FC236}">
                    <a16:creationId xmlns:a16="http://schemas.microsoft.com/office/drawing/2014/main" id="{76A07CF7-0826-483E-A393-650571FE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531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54 h 2"/>
                  <a:gd name="T8" fmla="*/ 0 w 1"/>
                  <a:gd name="T9" fmla="*/ 54 h 2"/>
                  <a:gd name="T10" fmla="*/ 27 w 1"/>
                  <a:gd name="T11" fmla="*/ 27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Oval 792">
                <a:extLst>
                  <a:ext uri="{FF2B5EF4-FFF2-40B4-BE49-F238E27FC236}">
                    <a16:creationId xmlns:a16="http://schemas.microsoft.com/office/drawing/2014/main" id="{918C5881-2D65-4706-8FE0-B8232C285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0" y="2547"/>
                <a:ext cx="3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91" name="Freeform 793">
                <a:extLst>
                  <a:ext uri="{FF2B5EF4-FFF2-40B4-BE49-F238E27FC236}">
                    <a16:creationId xmlns:a16="http://schemas.microsoft.com/office/drawing/2014/main" id="{2DD70C0C-FDEB-471F-9A8E-CFED7C7D8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54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Oval 794">
                <a:extLst>
                  <a:ext uri="{FF2B5EF4-FFF2-40B4-BE49-F238E27FC236}">
                    <a16:creationId xmlns:a16="http://schemas.microsoft.com/office/drawing/2014/main" id="{56A175AA-F24F-4E02-B828-04F0FDDCE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579"/>
                <a:ext cx="3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93" name="Freeform 795">
                <a:extLst>
                  <a:ext uri="{FF2B5EF4-FFF2-40B4-BE49-F238E27FC236}">
                    <a16:creationId xmlns:a16="http://schemas.microsoft.com/office/drawing/2014/main" id="{35FDE62C-5CF9-470A-87B5-3B908EFA9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57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Oval 796">
                <a:extLst>
                  <a:ext uri="{FF2B5EF4-FFF2-40B4-BE49-F238E27FC236}">
                    <a16:creationId xmlns:a16="http://schemas.microsoft.com/office/drawing/2014/main" id="{BAF3ECDD-94B2-4A35-8848-FCC9E03D3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566"/>
                <a:ext cx="3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95" name="Freeform 797">
                <a:extLst>
                  <a:ext uri="{FF2B5EF4-FFF2-40B4-BE49-F238E27FC236}">
                    <a16:creationId xmlns:a16="http://schemas.microsoft.com/office/drawing/2014/main" id="{CE0C3CAC-66F9-4CBD-B7F5-930BF177F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6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Oval 798">
                <a:extLst>
                  <a:ext uri="{FF2B5EF4-FFF2-40B4-BE49-F238E27FC236}">
                    <a16:creationId xmlns:a16="http://schemas.microsoft.com/office/drawing/2014/main" id="{4CC52C08-D354-4DC1-AAD6-BD421A40A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566"/>
                <a:ext cx="2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97" name="Freeform 799">
                <a:extLst>
                  <a:ext uri="{FF2B5EF4-FFF2-40B4-BE49-F238E27FC236}">
                    <a16:creationId xmlns:a16="http://schemas.microsoft.com/office/drawing/2014/main" id="{93A24648-F967-4C96-8823-0A7A31541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56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Oval 800">
                <a:extLst>
                  <a:ext uri="{FF2B5EF4-FFF2-40B4-BE49-F238E27FC236}">
                    <a16:creationId xmlns:a16="http://schemas.microsoft.com/office/drawing/2014/main" id="{4C529605-4F85-4078-9ED8-473A0BD37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3" y="2670"/>
                <a:ext cx="5" cy="3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99" name="Freeform 801">
                <a:extLst>
                  <a:ext uri="{FF2B5EF4-FFF2-40B4-BE49-F238E27FC236}">
                    <a16:creationId xmlns:a16="http://schemas.microsoft.com/office/drawing/2014/main" id="{F462067D-525F-4956-B525-D2BFBA19C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67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Oval 802">
                <a:extLst>
                  <a:ext uri="{FF2B5EF4-FFF2-40B4-BE49-F238E27FC236}">
                    <a16:creationId xmlns:a16="http://schemas.microsoft.com/office/drawing/2014/main" id="{65BEFB18-8848-4ADD-884C-581663249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" y="2739"/>
                <a:ext cx="8" cy="6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01" name="Freeform 803">
                <a:extLst>
                  <a:ext uri="{FF2B5EF4-FFF2-40B4-BE49-F238E27FC236}">
                    <a16:creationId xmlns:a16="http://schemas.microsoft.com/office/drawing/2014/main" id="{CA110C3E-650D-4E85-9933-960DA257C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73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Oval 804">
                <a:extLst>
                  <a:ext uri="{FF2B5EF4-FFF2-40B4-BE49-F238E27FC236}">
                    <a16:creationId xmlns:a16="http://schemas.microsoft.com/office/drawing/2014/main" id="{AF88D577-3399-422C-81FB-25C134AB8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753"/>
                <a:ext cx="7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03" name="Freeform 805">
                <a:extLst>
                  <a:ext uri="{FF2B5EF4-FFF2-40B4-BE49-F238E27FC236}">
                    <a16:creationId xmlns:a16="http://schemas.microsoft.com/office/drawing/2014/main" id="{23381350-7B3F-428A-9925-11DE666E0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753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20 h 4"/>
                  <a:gd name="T4" fmla="*/ 0 w 3"/>
                  <a:gd name="T5" fmla="*/ 50 h 4"/>
                  <a:gd name="T6" fmla="*/ 0 w 3"/>
                  <a:gd name="T7" fmla="*/ 50 h 4"/>
                  <a:gd name="T8" fmla="*/ 21 w 3"/>
                  <a:gd name="T9" fmla="*/ 63 h 4"/>
                  <a:gd name="T10" fmla="*/ 56 w 3"/>
                  <a:gd name="T11" fmla="*/ 33 h 4"/>
                  <a:gd name="T12" fmla="*/ 3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Oval 806">
                <a:extLst>
                  <a:ext uri="{FF2B5EF4-FFF2-40B4-BE49-F238E27FC236}">
                    <a16:creationId xmlns:a16="http://schemas.microsoft.com/office/drawing/2014/main" id="{466B036E-F923-43AE-B100-06C7B4594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723"/>
                <a:ext cx="5" cy="8"/>
              </a:xfrm>
              <a:prstGeom prst="ellipse">
                <a:avLst/>
              </a:prstGeom>
              <a:solidFill>
                <a:srgbClr val="FFD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705" name="Freeform 807">
                <a:extLst>
                  <a:ext uri="{FF2B5EF4-FFF2-40B4-BE49-F238E27FC236}">
                    <a16:creationId xmlns:a16="http://schemas.microsoft.com/office/drawing/2014/main" id="{75321F17-013A-48D3-B83F-F38A284DA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723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22 h 4"/>
                  <a:gd name="T4" fmla="*/ 20 w 4"/>
                  <a:gd name="T5" fmla="*/ 61 h 4"/>
                  <a:gd name="T6" fmla="*/ 0 w 4"/>
                  <a:gd name="T7" fmla="*/ 61 h 4"/>
                  <a:gd name="T8" fmla="*/ 33 w 4"/>
                  <a:gd name="T9" fmla="*/ 83 h 4"/>
                  <a:gd name="T10" fmla="*/ 63 w 4"/>
                  <a:gd name="T11" fmla="*/ 47 h 4"/>
                  <a:gd name="T12" fmla="*/ 3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2412" name="Oval 808">
              <a:extLst>
                <a:ext uri="{FF2B5EF4-FFF2-40B4-BE49-F238E27FC236}">
                  <a16:creationId xmlns:a16="http://schemas.microsoft.com/office/drawing/2014/main" id="{909887AF-A07F-4C0E-978C-144CBE12D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758"/>
              <a:ext cx="7" cy="5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13" name="Freeform 809">
              <a:extLst>
                <a:ext uri="{FF2B5EF4-FFF2-40B4-BE49-F238E27FC236}">
                  <a16:creationId xmlns:a16="http://schemas.microsoft.com/office/drawing/2014/main" id="{44617FD4-F623-4629-AD5A-7D696ABA9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75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4" name="Oval 810">
              <a:extLst>
                <a:ext uri="{FF2B5EF4-FFF2-40B4-BE49-F238E27FC236}">
                  <a16:creationId xmlns:a16="http://schemas.microsoft.com/office/drawing/2014/main" id="{5D9786F6-F028-4336-819C-904422A21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731"/>
              <a:ext cx="5" cy="6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15" name="Freeform 811">
              <a:extLst>
                <a:ext uri="{FF2B5EF4-FFF2-40B4-BE49-F238E27FC236}">
                  <a16:creationId xmlns:a16="http://schemas.microsoft.com/office/drawing/2014/main" id="{0E47B552-A09C-4C7B-B827-2064646E7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731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6" name="Oval 812">
              <a:extLst>
                <a:ext uri="{FF2B5EF4-FFF2-40B4-BE49-F238E27FC236}">
                  <a16:creationId xmlns:a16="http://schemas.microsoft.com/office/drawing/2014/main" id="{A912FD01-F226-4227-93AA-7E7145E19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707"/>
              <a:ext cx="8" cy="6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17" name="Freeform 813">
              <a:extLst>
                <a:ext uri="{FF2B5EF4-FFF2-40B4-BE49-F238E27FC236}">
                  <a16:creationId xmlns:a16="http://schemas.microsoft.com/office/drawing/2014/main" id="{20C3AA1F-E492-4333-87A1-085327DA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707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8" name="Oval 814">
              <a:extLst>
                <a:ext uri="{FF2B5EF4-FFF2-40B4-BE49-F238E27FC236}">
                  <a16:creationId xmlns:a16="http://schemas.microsoft.com/office/drawing/2014/main" id="{157F8769-C1C4-46CB-AFD0-528CFC2A0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2667"/>
              <a:ext cx="5" cy="6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19" name="Freeform 815">
              <a:extLst>
                <a:ext uri="{FF2B5EF4-FFF2-40B4-BE49-F238E27FC236}">
                  <a16:creationId xmlns:a16="http://schemas.microsoft.com/office/drawing/2014/main" id="{CB290F2E-4707-49AB-B8C1-441B7B2B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667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0" name="Oval 816">
              <a:extLst>
                <a:ext uri="{FF2B5EF4-FFF2-40B4-BE49-F238E27FC236}">
                  <a16:creationId xmlns:a16="http://schemas.microsoft.com/office/drawing/2014/main" id="{98F22A66-CB30-4E79-90E7-633033F87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2763"/>
              <a:ext cx="5" cy="6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21" name="Freeform 817">
              <a:extLst>
                <a:ext uri="{FF2B5EF4-FFF2-40B4-BE49-F238E27FC236}">
                  <a16:creationId xmlns:a16="http://schemas.microsoft.com/office/drawing/2014/main" id="{E2609E53-61A2-44A3-B6D1-CC906049C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76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35 h 3"/>
                <a:gd name="T6" fmla="*/ 0 w 3"/>
                <a:gd name="T7" fmla="*/ 35 h 3"/>
                <a:gd name="T8" fmla="*/ 35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2" name="Oval 818">
              <a:extLst>
                <a:ext uri="{FF2B5EF4-FFF2-40B4-BE49-F238E27FC236}">
                  <a16:creationId xmlns:a16="http://schemas.microsoft.com/office/drawing/2014/main" id="{3E7737AB-5409-4984-BD58-D87A70D30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" y="2785"/>
              <a:ext cx="8" cy="5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23" name="Freeform 819">
              <a:extLst>
                <a:ext uri="{FF2B5EF4-FFF2-40B4-BE49-F238E27FC236}">
                  <a16:creationId xmlns:a16="http://schemas.microsoft.com/office/drawing/2014/main" id="{12883293-401F-4AF9-92F0-5C293F7B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78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20 h 4"/>
                <a:gd name="T4" fmla="*/ 20 w 4"/>
                <a:gd name="T5" fmla="*/ 50 h 4"/>
                <a:gd name="T6" fmla="*/ 0 w 4"/>
                <a:gd name="T7" fmla="*/ 50 h 4"/>
                <a:gd name="T8" fmla="*/ 33 w 4"/>
                <a:gd name="T9" fmla="*/ 63 h 4"/>
                <a:gd name="T10" fmla="*/ 63 w 4"/>
                <a:gd name="T11" fmla="*/ 33 h 4"/>
                <a:gd name="T12" fmla="*/ 33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4" name="Oval 820">
              <a:extLst>
                <a:ext uri="{FF2B5EF4-FFF2-40B4-BE49-F238E27FC236}">
                  <a16:creationId xmlns:a16="http://schemas.microsoft.com/office/drawing/2014/main" id="{A099DD26-47DD-490F-AAF1-B9C160B1E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2769"/>
              <a:ext cx="8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25" name="Freeform 821">
              <a:extLst>
                <a:ext uri="{FF2B5EF4-FFF2-40B4-BE49-F238E27FC236}">
                  <a16:creationId xmlns:a16="http://schemas.microsoft.com/office/drawing/2014/main" id="{C2D567DD-C630-4CDC-B19A-5A6CFCA4C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7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0 w 3"/>
                <a:gd name="T5" fmla="*/ 56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6" name="Oval 822">
              <a:extLst>
                <a:ext uri="{FF2B5EF4-FFF2-40B4-BE49-F238E27FC236}">
                  <a16:creationId xmlns:a16="http://schemas.microsoft.com/office/drawing/2014/main" id="{C30E924D-1FFA-4DC0-892A-0DD5A2398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2739"/>
              <a:ext cx="5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27" name="Freeform 823">
              <a:extLst>
                <a:ext uri="{FF2B5EF4-FFF2-40B4-BE49-F238E27FC236}">
                  <a16:creationId xmlns:a16="http://schemas.microsoft.com/office/drawing/2014/main" id="{DAC5F03B-B0BB-4F83-8CAE-E2911992E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742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21 h 3"/>
                <a:gd name="T4" fmla="*/ 20 w 4"/>
                <a:gd name="T5" fmla="*/ 56 h 3"/>
                <a:gd name="T6" fmla="*/ 0 w 4"/>
                <a:gd name="T7" fmla="*/ 35 h 3"/>
                <a:gd name="T8" fmla="*/ 33 w 4"/>
                <a:gd name="T9" fmla="*/ 56 h 3"/>
                <a:gd name="T10" fmla="*/ 63 w 4"/>
                <a:gd name="T11" fmla="*/ 21 h 3"/>
                <a:gd name="T12" fmla="*/ 33 w 4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8" name="Oval 824">
              <a:extLst>
                <a:ext uri="{FF2B5EF4-FFF2-40B4-BE49-F238E27FC236}">
                  <a16:creationId xmlns:a16="http://schemas.microsoft.com/office/drawing/2014/main" id="{0F899C1B-9663-4B25-AE43-3EB6E5AEB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2753"/>
              <a:ext cx="2" cy="2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29" name="Freeform 825">
              <a:extLst>
                <a:ext uri="{FF2B5EF4-FFF2-40B4-BE49-F238E27FC236}">
                  <a16:creationId xmlns:a16="http://schemas.microsoft.com/office/drawing/2014/main" id="{37E4E963-B2C1-4ED5-A347-7D9901BA3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75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0 h 2"/>
                <a:gd name="T4" fmla="*/ 0 w 2"/>
                <a:gd name="T5" fmla="*/ 20 h 2"/>
                <a:gd name="T6" fmla="*/ 0 w 2"/>
                <a:gd name="T7" fmla="*/ 20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0" name="Oval 826">
              <a:extLst>
                <a:ext uri="{FF2B5EF4-FFF2-40B4-BE49-F238E27FC236}">
                  <a16:creationId xmlns:a16="http://schemas.microsoft.com/office/drawing/2014/main" id="{AEEF2B71-41FA-4127-B456-046CB5D02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2769"/>
              <a:ext cx="5" cy="2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31" name="Freeform 827">
              <a:extLst>
                <a:ext uri="{FF2B5EF4-FFF2-40B4-BE49-F238E27FC236}">
                  <a16:creationId xmlns:a16="http://schemas.microsoft.com/office/drawing/2014/main" id="{F509FBF5-B583-4750-8318-1622C8E29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76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0 h 2"/>
                <a:gd name="T4" fmla="*/ 0 w 2"/>
                <a:gd name="T5" fmla="*/ 20 h 2"/>
                <a:gd name="T6" fmla="*/ 0 w 2"/>
                <a:gd name="T7" fmla="*/ 20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2" name="Oval 828">
              <a:extLst>
                <a:ext uri="{FF2B5EF4-FFF2-40B4-BE49-F238E27FC236}">
                  <a16:creationId xmlns:a16="http://schemas.microsoft.com/office/drawing/2014/main" id="{966D3B53-C64F-4D42-A4C1-D61FC61D7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806"/>
              <a:ext cx="2" cy="5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33" name="Freeform 829">
              <a:extLst>
                <a:ext uri="{FF2B5EF4-FFF2-40B4-BE49-F238E27FC236}">
                  <a16:creationId xmlns:a16="http://schemas.microsoft.com/office/drawing/2014/main" id="{17219484-9ED0-4C4A-BCA6-2EDA45D6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80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4" name="Oval 830">
              <a:extLst>
                <a:ext uri="{FF2B5EF4-FFF2-40B4-BE49-F238E27FC236}">
                  <a16:creationId xmlns:a16="http://schemas.microsoft.com/office/drawing/2014/main" id="{83D60D73-9FAF-4F18-9FBF-E35946416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2686"/>
              <a:ext cx="5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35" name="Freeform 831">
              <a:extLst>
                <a:ext uri="{FF2B5EF4-FFF2-40B4-BE49-F238E27FC236}">
                  <a16:creationId xmlns:a16="http://schemas.microsoft.com/office/drawing/2014/main" id="{62E1A0B7-6D88-45A6-958D-007D9D92F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689"/>
              <a:ext cx="8" cy="5"/>
            </a:xfrm>
            <a:custGeom>
              <a:avLst/>
              <a:gdLst>
                <a:gd name="T0" fmla="*/ 35 w 3"/>
                <a:gd name="T1" fmla="*/ 0 h 2"/>
                <a:gd name="T2" fmla="*/ 35 w 3"/>
                <a:gd name="T3" fmla="*/ 0 h 2"/>
                <a:gd name="T4" fmla="*/ 21 w 3"/>
                <a:gd name="T5" fmla="*/ 33 h 2"/>
                <a:gd name="T6" fmla="*/ 0 w 3"/>
                <a:gd name="T7" fmla="*/ 33 h 2"/>
                <a:gd name="T8" fmla="*/ 21 w 3"/>
                <a:gd name="T9" fmla="*/ 33 h 2"/>
                <a:gd name="T10" fmla="*/ 56 w 3"/>
                <a:gd name="T11" fmla="*/ 20 h 2"/>
                <a:gd name="T12" fmla="*/ 35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6" name="Oval 832">
              <a:extLst>
                <a:ext uri="{FF2B5EF4-FFF2-40B4-BE49-F238E27FC236}">
                  <a16:creationId xmlns:a16="http://schemas.microsoft.com/office/drawing/2014/main" id="{32DFF432-B791-483F-B765-E5E47DC3A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2659"/>
              <a:ext cx="5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37" name="Freeform 833">
              <a:extLst>
                <a:ext uri="{FF2B5EF4-FFF2-40B4-BE49-F238E27FC236}">
                  <a16:creationId xmlns:a16="http://schemas.microsoft.com/office/drawing/2014/main" id="{708FCF54-97F3-472D-AE3C-7397C22BC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66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8" name="Oval 834">
              <a:extLst>
                <a:ext uri="{FF2B5EF4-FFF2-40B4-BE49-F238E27FC236}">
                  <a16:creationId xmlns:a16="http://schemas.microsoft.com/office/drawing/2014/main" id="{542E6D74-517C-4CE7-A39F-8D379A758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691"/>
              <a:ext cx="5" cy="6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39" name="Freeform 835">
              <a:extLst>
                <a:ext uri="{FF2B5EF4-FFF2-40B4-BE49-F238E27FC236}">
                  <a16:creationId xmlns:a16="http://schemas.microsoft.com/office/drawing/2014/main" id="{5818EFC3-73FF-4910-9A64-D5A8FFB5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691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56 h 3"/>
                <a:gd name="T6" fmla="*/ 0 w 3"/>
                <a:gd name="T7" fmla="*/ 35 h 3"/>
                <a:gd name="T8" fmla="*/ 35 w 3"/>
                <a:gd name="T9" fmla="*/ 56 h 3"/>
                <a:gd name="T10" fmla="*/ 56 w 3"/>
                <a:gd name="T11" fmla="*/ 35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0" name="Oval 836">
              <a:extLst>
                <a:ext uri="{FF2B5EF4-FFF2-40B4-BE49-F238E27FC236}">
                  <a16:creationId xmlns:a16="http://schemas.microsoft.com/office/drawing/2014/main" id="{04D37189-83EF-45B6-BC78-029409B1B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713"/>
              <a:ext cx="5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41" name="Freeform 837">
              <a:extLst>
                <a:ext uri="{FF2B5EF4-FFF2-40B4-BE49-F238E27FC236}">
                  <a16:creationId xmlns:a16="http://schemas.microsoft.com/office/drawing/2014/main" id="{FD40C71D-EA32-4A04-8FB9-CB5697B1A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713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20 h 4"/>
                <a:gd name="T4" fmla="*/ 20 w 4"/>
                <a:gd name="T5" fmla="*/ 50 h 4"/>
                <a:gd name="T6" fmla="*/ 0 w 4"/>
                <a:gd name="T7" fmla="*/ 50 h 4"/>
                <a:gd name="T8" fmla="*/ 33 w 4"/>
                <a:gd name="T9" fmla="*/ 63 h 4"/>
                <a:gd name="T10" fmla="*/ 63 w 4"/>
                <a:gd name="T11" fmla="*/ 33 h 4"/>
                <a:gd name="T12" fmla="*/ 33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2" name="Oval 838">
              <a:extLst>
                <a:ext uri="{FF2B5EF4-FFF2-40B4-BE49-F238E27FC236}">
                  <a16:creationId xmlns:a16="http://schemas.microsoft.com/office/drawing/2014/main" id="{6B478CF2-FDD6-41C7-8E2B-1EFDBE23F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2699"/>
              <a:ext cx="8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43" name="Freeform 839">
              <a:extLst>
                <a:ext uri="{FF2B5EF4-FFF2-40B4-BE49-F238E27FC236}">
                  <a16:creationId xmlns:a16="http://schemas.microsoft.com/office/drawing/2014/main" id="{B71A736E-18F6-485C-B9CF-DF360B500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699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22 h 4"/>
                <a:gd name="T4" fmla="*/ 0 w 3"/>
                <a:gd name="T5" fmla="*/ 61 h 4"/>
                <a:gd name="T6" fmla="*/ 0 w 3"/>
                <a:gd name="T7" fmla="*/ 61 h 4"/>
                <a:gd name="T8" fmla="*/ 12 w 3"/>
                <a:gd name="T9" fmla="*/ 83 h 4"/>
                <a:gd name="T10" fmla="*/ 37 w 3"/>
                <a:gd name="T11" fmla="*/ 47 h 4"/>
                <a:gd name="T12" fmla="*/ 28 w 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4" name="Oval 840">
              <a:extLst>
                <a:ext uri="{FF2B5EF4-FFF2-40B4-BE49-F238E27FC236}">
                  <a16:creationId xmlns:a16="http://schemas.microsoft.com/office/drawing/2014/main" id="{1A7F5467-E729-432B-8238-8755968A9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2670"/>
              <a:ext cx="8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45" name="Freeform 841">
              <a:extLst>
                <a:ext uri="{FF2B5EF4-FFF2-40B4-BE49-F238E27FC236}">
                  <a16:creationId xmlns:a16="http://schemas.microsoft.com/office/drawing/2014/main" id="{216A056D-3A5E-42D0-B36C-611422C3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670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22 h 4"/>
                <a:gd name="T4" fmla="*/ 0 w 3"/>
                <a:gd name="T5" fmla="*/ 61 h 4"/>
                <a:gd name="T6" fmla="*/ 0 w 3"/>
                <a:gd name="T7" fmla="*/ 61 h 4"/>
                <a:gd name="T8" fmla="*/ 12 w 3"/>
                <a:gd name="T9" fmla="*/ 83 h 4"/>
                <a:gd name="T10" fmla="*/ 37 w 3"/>
                <a:gd name="T11" fmla="*/ 47 h 4"/>
                <a:gd name="T12" fmla="*/ 28 w 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6" name="Oval 842">
              <a:extLst>
                <a:ext uri="{FF2B5EF4-FFF2-40B4-BE49-F238E27FC236}">
                  <a16:creationId xmlns:a16="http://schemas.microsoft.com/office/drawing/2014/main" id="{23BD607E-1389-402B-9BAC-9BC95F6A6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2681"/>
              <a:ext cx="2" cy="5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47" name="Freeform 843">
              <a:extLst>
                <a:ext uri="{FF2B5EF4-FFF2-40B4-BE49-F238E27FC236}">
                  <a16:creationId xmlns:a16="http://schemas.microsoft.com/office/drawing/2014/main" id="{D74A21C9-0D36-4842-8929-3AF56335D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68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8" name="Oval 844">
              <a:extLst>
                <a:ext uri="{FF2B5EF4-FFF2-40B4-BE49-F238E27FC236}">
                  <a16:creationId xmlns:a16="http://schemas.microsoft.com/office/drawing/2014/main" id="{7D357E20-A96A-44E9-8C7C-E27166F23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2697"/>
              <a:ext cx="3" cy="5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49" name="Freeform 845">
              <a:extLst>
                <a:ext uri="{FF2B5EF4-FFF2-40B4-BE49-F238E27FC236}">
                  <a16:creationId xmlns:a16="http://schemas.microsoft.com/office/drawing/2014/main" id="{49D1844F-B1EF-4E07-BE85-C2CC3136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69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0" name="Oval 846">
              <a:extLst>
                <a:ext uri="{FF2B5EF4-FFF2-40B4-BE49-F238E27FC236}">
                  <a16:creationId xmlns:a16="http://schemas.microsoft.com/office/drawing/2014/main" id="{57D78312-643E-4EE8-88F8-FA1C04BBF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683"/>
              <a:ext cx="5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51" name="Freeform 847">
              <a:extLst>
                <a:ext uri="{FF2B5EF4-FFF2-40B4-BE49-F238E27FC236}">
                  <a16:creationId xmlns:a16="http://schemas.microsoft.com/office/drawing/2014/main" id="{958BBDFE-6FB8-4B9E-90F5-841C18557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68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0 h 2"/>
                <a:gd name="T4" fmla="*/ 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2" name="Oval 848">
              <a:extLst>
                <a:ext uri="{FF2B5EF4-FFF2-40B4-BE49-F238E27FC236}">
                  <a16:creationId xmlns:a16="http://schemas.microsoft.com/office/drawing/2014/main" id="{47286C73-2638-4653-AC7A-8800C4AB5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5" y="2697"/>
              <a:ext cx="8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53" name="Freeform 849">
              <a:extLst>
                <a:ext uri="{FF2B5EF4-FFF2-40B4-BE49-F238E27FC236}">
                  <a16:creationId xmlns:a16="http://schemas.microsoft.com/office/drawing/2014/main" id="{6B3A1BCF-A905-4F36-AF10-28962FE3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69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20 h 4"/>
                <a:gd name="T4" fmla="*/ 20 w 4"/>
                <a:gd name="T5" fmla="*/ 50 h 4"/>
                <a:gd name="T6" fmla="*/ 0 w 4"/>
                <a:gd name="T7" fmla="*/ 50 h 4"/>
                <a:gd name="T8" fmla="*/ 33 w 4"/>
                <a:gd name="T9" fmla="*/ 63 h 4"/>
                <a:gd name="T10" fmla="*/ 63 w 4"/>
                <a:gd name="T11" fmla="*/ 33 h 4"/>
                <a:gd name="T12" fmla="*/ 33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4" name="Oval 850">
              <a:extLst>
                <a:ext uri="{FF2B5EF4-FFF2-40B4-BE49-F238E27FC236}">
                  <a16:creationId xmlns:a16="http://schemas.microsoft.com/office/drawing/2014/main" id="{663575FE-BEF6-4A76-9D80-AE48C92F4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2667"/>
              <a:ext cx="8" cy="8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55" name="Freeform 851">
              <a:extLst>
                <a:ext uri="{FF2B5EF4-FFF2-40B4-BE49-F238E27FC236}">
                  <a16:creationId xmlns:a16="http://schemas.microsoft.com/office/drawing/2014/main" id="{0029A36D-3FF8-4319-A5DC-E022A43A0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667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22 h 4"/>
                <a:gd name="T4" fmla="*/ 0 w 3"/>
                <a:gd name="T5" fmla="*/ 61 h 4"/>
                <a:gd name="T6" fmla="*/ 0 w 3"/>
                <a:gd name="T7" fmla="*/ 61 h 4"/>
                <a:gd name="T8" fmla="*/ 12 w 3"/>
                <a:gd name="T9" fmla="*/ 83 h 4"/>
                <a:gd name="T10" fmla="*/ 37 w 3"/>
                <a:gd name="T11" fmla="*/ 47 h 4"/>
                <a:gd name="T12" fmla="*/ 28 w 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6" name="Oval 852">
              <a:extLst>
                <a:ext uri="{FF2B5EF4-FFF2-40B4-BE49-F238E27FC236}">
                  <a16:creationId xmlns:a16="http://schemas.microsoft.com/office/drawing/2014/main" id="{2E28FF5F-D99D-43C1-ABF9-4601442C0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2678"/>
              <a:ext cx="5" cy="5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57" name="Freeform 853">
              <a:extLst>
                <a:ext uri="{FF2B5EF4-FFF2-40B4-BE49-F238E27FC236}">
                  <a16:creationId xmlns:a16="http://schemas.microsoft.com/office/drawing/2014/main" id="{62C0FD14-B5FB-440D-A967-3EAE2D23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678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20 h 2"/>
                <a:gd name="T4" fmla="*/ 0 w 1"/>
                <a:gd name="T5" fmla="*/ 33 h 2"/>
                <a:gd name="T6" fmla="*/ 0 w 1"/>
                <a:gd name="T7" fmla="*/ 33 h 2"/>
                <a:gd name="T8" fmla="*/ 0 w 1"/>
                <a:gd name="T9" fmla="*/ 33 h 2"/>
                <a:gd name="T10" fmla="*/ 27 w 1"/>
                <a:gd name="T11" fmla="*/ 20 h 2"/>
                <a:gd name="T12" fmla="*/ 27 w 1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8" name="Oval 854">
              <a:extLst>
                <a:ext uri="{FF2B5EF4-FFF2-40B4-BE49-F238E27FC236}">
                  <a16:creationId xmlns:a16="http://schemas.microsoft.com/office/drawing/2014/main" id="{80C89AE6-57E7-4EA3-9DC8-E55622C71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726"/>
              <a:ext cx="3" cy="5"/>
            </a:xfrm>
            <a:prstGeom prst="ellipse">
              <a:avLst/>
            </a:pr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59" name="Freeform 855">
              <a:extLst>
                <a:ext uri="{FF2B5EF4-FFF2-40B4-BE49-F238E27FC236}">
                  <a16:creationId xmlns:a16="http://schemas.microsoft.com/office/drawing/2014/main" id="{EDD9FB26-42EC-40A1-8275-FCFD2B2F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72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0" name="Freeform 856">
              <a:extLst>
                <a:ext uri="{FF2B5EF4-FFF2-40B4-BE49-F238E27FC236}">
                  <a16:creationId xmlns:a16="http://schemas.microsoft.com/office/drawing/2014/main" id="{F2C20417-5D69-447E-96E1-4D9637255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721"/>
              <a:ext cx="593" cy="496"/>
            </a:xfrm>
            <a:custGeom>
              <a:avLst/>
              <a:gdLst>
                <a:gd name="T0" fmla="*/ 3681 w 237"/>
                <a:gd name="T1" fmla="*/ 2163 h 186"/>
                <a:gd name="T2" fmla="*/ 3651 w 237"/>
                <a:gd name="T3" fmla="*/ 1992 h 186"/>
                <a:gd name="T4" fmla="*/ 3538 w 237"/>
                <a:gd name="T5" fmla="*/ 1955 h 186"/>
                <a:gd name="T6" fmla="*/ 3463 w 237"/>
                <a:gd name="T7" fmla="*/ 1912 h 186"/>
                <a:gd name="T8" fmla="*/ 3100 w 237"/>
                <a:gd name="T9" fmla="*/ 1728 h 186"/>
                <a:gd name="T10" fmla="*/ 2284 w 237"/>
                <a:gd name="T11" fmla="*/ 1216 h 186"/>
                <a:gd name="T12" fmla="*/ 1251 w 237"/>
                <a:gd name="T13" fmla="*/ 605 h 186"/>
                <a:gd name="T14" fmla="*/ 771 w 237"/>
                <a:gd name="T15" fmla="*/ 307 h 186"/>
                <a:gd name="T16" fmla="*/ 520 w 237"/>
                <a:gd name="T17" fmla="*/ 56 h 186"/>
                <a:gd name="T18" fmla="*/ 395 w 237"/>
                <a:gd name="T19" fmla="*/ 0 h 186"/>
                <a:gd name="T20" fmla="*/ 63 w 237"/>
                <a:gd name="T21" fmla="*/ 947 h 186"/>
                <a:gd name="T22" fmla="*/ 1409 w 237"/>
                <a:gd name="T23" fmla="*/ 3037 h 186"/>
                <a:gd name="T24" fmla="*/ 3180 w 237"/>
                <a:gd name="T25" fmla="*/ 2880 h 186"/>
                <a:gd name="T26" fmla="*/ 3681 w 237"/>
                <a:gd name="T27" fmla="*/ 2240 h 186"/>
                <a:gd name="T28" fmla="*/ 3681 w 237"/>
                <a:gd name="T29" fmla="*/ 2163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7" h="186">
                  <a:moveTo>
                    <a:pt x="235" y="114"/>
                  </a:moveTo>
                  <a:cubicBezTo>
                    <a:pt x="235" y="110"/>
                    <a:pt x="237" y="108"/>
                    <a:pt x="233" y="105"/>
                  </a:cubicBezTo>
                  <a:cubicBezTo>
                    <a:pt x="229" y="102"/>
                    <a:pt x="228" y="104"/>
                    <a:pt x="226" y="103"/>
                  </a:cubicBezTo>
                  <a:cubicBezTo>
                    <a:pt x="225" y="101"/>
                    <a:pt x="226" y="103"/>
                    <a:pt x="221" y="101"/>
                  </a:cubicBezTo>
                  <a:cubicBezTo>
                    <a:pt x="215" y="97"/>
                    <a:pt x="208" y="97"/>
                    <a:pt x="198" y="91"/>
                  </a:cubicBezTo>
                  <a:cubicBezTo>
                    <a:pt x="187" y="85"/>
                    <a:pt x="173" y="76"/>
                    <a:pt x="146" y="64"/>
                  </a:cubicBezTo>
                  <a:cubicBezTo>
                    <a:pt x="119" y="52"/>
                    <a:pt x="101" y="42"/>
                    <a:pt x="80" y="32"/>
                  </a:cubicBezTo>
                  <a:cubicBezTo>
                    <a:pt x="60" y="22"/>
                    <a:pt x="52" y="18"/>
                    <a:pt x="49" y="16"/>
                  </a:cubicBezTo>
                  <a:cubicBezTo>
                    <a:pt x="45" y="13"/>
                    <a:pt x="45" y="10"/>
                    <a:pt x="33" y="3"/>
                  </a:cubicBezTo>
                  <a:cubicBezTo>
                    <a:pt x="31" y="1"/>
                    <a:pt x="28" y="0"/>
                    <a:pt x="25" y="0"/>
                  </a:cubicBezTo>
                  <a:cubicBezTo>
                    <a:pt x="16" y="7"/>
                    <a:pt x="7" y="26"/>
                    <a:pt x="4" y="50"/>
                  </a:cubicBezTo>
                  <a:cubicBezTo>
                    <a:pt x="0" y="77"/>
                    <a:pt x="34" y="135"/>
                    <a:pt x="90" y="160"/>
                  </a:cubicBezTo>
                  <a:cubicBezTo>
                    <a:pt x="146" y="186"/>
                    <a:pt x="189" y="157"/>
                    <a:pt x="203" y="152"/>
                  </a:cubicBezTo>
                  <a:cubicBezTo>
                    <a:pt x="216" y="147"/>
                    <a:pt x="229" y="137"/>
                    <a:pt x="235" y="118"/>
                  </a:cubicBezTo>
                  <a:cubicBezTo>
                    <a:pt x="235" y="117"/>
                    <a:pt x="235" y="116"/>
                    <a:pt x="235" y="114"/>
                  </a:cubicBezTo>
                  <a:close/>
                </a:path>
              </a:pathLst>
            </a:custGeom>
            <a:solidFill>
              <a:srgbClr val="FFDB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1" name="Freeform 857">
              <a:extLst>
                <a:ext uri="{FF2B5EF4-FFF2-40B4-BE49-F238E27FC236}">
                  <a16:creationId xmlns:a16="http://schemas.microsoft.com/office/drawing/2014/main" id="{50785314-02FB-465C-B876-92BF70DCE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26"/>
              <a:ext cx="538" cy="403"/>
            </a:xfrm>
            <a:custGeom>
              <a:avLst/>
              <a:gdLst>
                <a:gd name="T0" fmla="*/ 3276 w 215"/>
                <a:gd name="T1" fmla="*/ 1882 h 151"/>
                <a:gd name="T2" fmla="*/ 2913 w 215"/>
                <a:gd name="T3" fmla="*/ 1695 h 151"/>
                <a:gd name="T4" fmla="*/ 2097 w 215"/>
                <a:gd name="T5" fmla="*/ 1174 h 151"/>
                <a:gd name="T6" fmla="*/ 1063 w 215"/>
                <a:gd name="T7" fmla="*/ 571 h 151"/>
                <a:gd name="T8" fmla="*/ 583 w 215"/>
                <a:gd name="T9" fmla="*/ 264 h 151"/>
                <a:gd name="T10" fmla="*/ 333 w 215"/>
                <a:gd name="T11" fmla="*/ 21 h 151"/>
                <a:gd name="T12" fmla="*/ 313 w 215"/>
                <a:gd name="T13" fmla="*/ 0 h 151"/>
                <a:gd name="T14" fmla="*/ 50 w 215"/>
                <a:gd name="T15" fmla="*/ 649 h 151"/>
                <a:gd name="T16" fmla="*/ 771 w 215"/>
                <a:gd name="T17" fmla="*/ 2151 h 151"/>
                <a:gd name="T18" fmla="*/ 2555 w 215"/>
                <a:gd name="T19" fmla="*/ 2722 h 151"/>
                <a:gd name="T20" fmla="*/ 3318 w 215"/>
                <a:gd name="T21" fmla="*/ 2207 h 151"/>
                <a:gd name="T22" fmla="*/ 3351 w 215"/>
                <a:gd name="T23" fmla="*/ 1903 h 151"/>
                <a:gd name="T24" fmla="*/ 3276 w 215"/>
                <a:gd name="T25" fmla="*/ 1882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" h="151">
                  <a:moveTo>
                    <a:pt x="209" y="99"/>
                  </a:moveTo>
                  <a:cubicBezTo>
                    <a:pt x="203" y="95"/>
                    <a:pt x="196" y="95"/>
                    <a:pt x="186" y="89"/>
                  </a:cubicBezTo>
                  <a:cubicBezTo>
                    <a:pt x="175" y="83"/>
                    <a:pt x="161" y="74"/>
                    <a:pt x="134" y="62"/>
                  </a:cubicBezTo>
                  <a:cubicBezTo>
                    <a:pt x="107" y="50"/>
                    <a:pt x="89" y="40"/>
                    <a:pt x="68" y="30"/>
                  </a:cubicBezTo>
                  <a:cubicBezTo>
                    <a:pt x="48" y="20"/>
                    <a:pt x="40" y="16"/>
                    <a:pt x="37" y="14"/>
                  </a:cubicBezTo>
                  <a:cubicBezTo>
                    <a:pt x="33" y="11"/>
                    <a:pt x="33" y="8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13" y="8"/>
                    <a:pt x="5" y="19"/>
                    <a:pt x="3" y="34"/>
                  </a:cubicBezTo>
                  <a:cubicBezTo>
                    <a:pt x="0" y="52"/>
                    <a:pt x="16" y="91"/>
                    <a:pt x="49" y="113"/>
                  </a:cubicBezTo>
                  <a:cubicBezTo>
                    <a:pt x="79" y="133"/>
                    <a:pt x="127" y="151"/>
                    <a:pt x="163" y="143"/>
                  </a:cubicBezTo>
                  <a:cubicBezTo>
                    <a:pt x="191" y="137"/>
                    <a:pt x="207" y="129"/>
                    <a:pt x="212" y="116"/>
                  </a:cubicBezTo>
                  <a:cubicBezTo>
                    <a:pt x="215" y="111"/>
                    <a:pt x="215" y="106"/>
                    <a:pt x="214" y="100"/>
                  </a:cubicBezTo>
                  <a:cubicBezTo>
                    <a:pt x="213" y="99"/>
                    <a:pt x="214" y="100"/>
                    <a:pt x="209" y="99"/>
                  </a:cubicBezTo>
                  <a:close/>
                </a:path>
              </a:pathLst>
            </a:custGeom>
            <a:solidFill>
              <a:srgbClr val="F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2" name="Freeform 858">
              <a:extLst>
                <a:ext uri="{FF2B5EF4-FFF2-40B4-BE49-F238E27FC236}">
                  <a16:creationId xmlns:a16="http://schemas.microsoft.com/office/drawing/2014/main" id="{7B656C34-9447-4451-B5D5-648EB1173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993"/>
              <a:ext cx="22" cy="37"/>
            </a:xfrm>
            <a:custGeom>
              <a:avLst/>
              <a:gdLst>
                <a:gd name="T0" fmla="*/ 103 w 9"/>
                <a:gd name="T1" fmla="*/ 56 h 14"/>
                <a:gd name="T2" fmla="*/ 0 w 9"/>
                <a:gd name="T3" fmla="*/ 21 h 14"/>
                <a:gd name="T4" fmla="*/ 0 w 9"/>
                <a:gd name="T5" fmla="*/ 0 h 14"/>
                <a:gd name="T6" fmla="*/ 0 w 9"/>
                <a:gd name="T7" fmla="*/ 204 h 14"/>
                <a:gd name="T8" fmla="*/ 132 w 9"/>
                <a:gd name="T9" fmla="*/ 148 h 14"/>
                <a:gd name="T10" fmla="*/ 103 w 9"/>
                <a:gd name="T11" fmla="*/ 5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4">
                  <a:moveTo>
                    <a:pt x="7" y="3"/>
                  </a:moveTo>
                  <a:cubicBezTo>
                    <a:pt x="3" y="0"/>
                    <a:pt x="2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8"/>
                    <a:pt x="0" y="11"/>
                  </a:cubicBezTo>
                  <a:cubicBezTo>
                    <a:pt x="2" y="14"/>
                    <a:pt x="8" y="14"/>
                    <a:pt x="9" y="8"/>
                  </a:cubicBezTo>
                  <a:cubicBezTo>
                    <a:pt x="9" y="6"/>
                    <a:pt x="9" y="5"/>
                    <a:pt x="7" y="3"/>
                  </a:cubicBezTo>
                  <a:close/>
                </a:path>
              </a:pathLst>
            </a:custGeom>
            <a:solidFill>
              <a:srgbClr val="9D7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3" name="Freeform 859">
              <a:extLst>
                <a:ext uri="{FF2B5EF4-FFF2-40B4-BE49-F238E27FC236}">
                  <a16:creationId xmlns:a16="http://schemas.microsoft.com/office/drawing/2014/main" id="{8166C7A9-BD33-4C6E-AB0A-E2BC8972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731"/>
              <a:ext cx="520" cy="387"/>
            </a:xfrm>
            <a:custGeom>
              <a:avLst/>
              <a:gdLst>
                <a:gd name="T0" fmla="*/ 2863 w 208"/>
                <a:gd name="T1" fmla="*/ 1652 h 145"/>
                <a:gd name="T2" fmla="*/ 2050 w 208"/>
                <a:gd name="T3" fmla="*/ 1140 h 145"/>
                <a:gd name="T4" fmla="*/ 1020 w 208"/>
                <a:gd name="T5" fmla="*/ 534 h 145"/>
                <a:gd name="T6" fmla="*/ 533 w 208"/>
                <a:gd name="T7" fmla="*/ 227 h 145"/>
                <a:gd name="T8" fmla="*/ 313 w 208"/>
                <a:gd name="T9" fmla="*/ 0 h 145"/>
                <a:gd name="T10" fmla="*/ 50 w 208"/>
                <a:gd name="T11" fmla="*/ 627 h 145"/>
                <a:gd name="T12" fmla="*/ 750 w 208"/>
                <a:gd name="T13" fmla="*/ 2052 h 145"/>
                <a:gd name="T14" fmla="*/ 2500 w 208"/>
                <a:gd name="T15" fmla="*/ 2621 h 145"/>
                <a:gd name="T16" fmla="*/ 3238 w 208"/>
                <a:gd name="T17" fmla="*/ 2095 h 145"/>
                <a:gd name="T18" fmla="*/ 3220 w 208"/>
                <a:gd name="T19" fmla="*/ 1844 h 145"/>
                <a:gd name="T20" fmla="*/ 2863 w 208"/>
                <a:gd name="T21" fmla="*/ 1652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145">
                  <a:moveTo>
                    <a:pt x="183" y="87"/>
                  </a:moveTo>
                  <a:cubicBezTo>
                    <a:pt x="172" y="81"/>
                    <a:pt x="158" y="72"/>
                    <a:pt x="131" y="60"/>
                  </a:cubicBezTo>
                  <a:cubicBezTo>
                    <a:pt x="104" y="48"/>
                    <a:pt x="86" y="38"/>
                    <a:pt x="65" y="28"/>
                  </a:cubicBezTo>
                  <a:cubicBezTo>
                    <a:pt x="45" y="18"/>
                    <a:pt x="37" y="14"/>
                    <a:pt x="34" y="12"/>
                  </a:cubicBezTo>
                  <a:cubicBezTo>
                    <a:pt x="30" y="9"/>
                    <a:pt x="30" y="6"/>
                    <a:pt x="20" y="0"/>
                  </a:cubicBezTo>
                  <a:cubicBezTo>
                    <a:pt x="12" y="7"/>
                    <a:pt x="5" y="19"/>
                    <a:pt x="3" y="33"/>
                  </a:cubicBezTo>
                  <a:cubicBezTo>
                    <a:pt x="0" y="49"/>
                    <a:pt x="15" y="87"/>
                    <a:pt x="48" y="108"/>
                  </a:cubicBezTo>
                  <a:cubicBezTo>
                    <a:pt x="80" y="130"/>
                    <a:pt x="127" y="145"/>
                    <a:pt x="160" y="138"/>
                  </a:cubicBezTo>
                  <a:cubicBezTo>
                    <a:pt x="183" y="133"/>
                    <a:pt x="203" y="125"/>
                    <a:pt x="207" y="110"/>
                  </a:cubicBezTo>
                  <a:cubicBezTo>
                    <a:pt x="208" y="106"/>
                    <a:pt x="208" y="101"/>
                    <a:pt x="206" y="97"/>
                  </a:cubicBezTo>
                  <a:cubicBezTo>
                    <a:pt x="200" y="93"/>
                    <a:pt x="193" y="93"/>
                    <a:pt x="183" y="87"/>
                  </a:cubicBezTo>
                  <a:close/>
                </a:path>
              </a:pathLst>
            </a:custGeom>
            <a:solidFill>
              <a:srgbClr val="FFF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4" name="Freeform 860">
              <a:extLst>
                <a:ext uri="{FF2B5EF4-FFF2-40B4-BE49-F238E27FC236}">
                  <a16:creationId xmlns:a16="http://schemas.microsoft.com/office/drawing/2014/main" id="{CCDC1948-3CC2-40D0-9CD9-A9E48B0B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761"/>
              <a:ext cx="430" cy="325"/>
            </a:xfrm>
            <a:custGeom>
              <a:avLst/>
              <a:gdLst>
                <a:gd name="T0" fmla="*/ 2583 w 172"/>
                <a:gd name="T1" fmla="*/ 1455 h 122"/>
                <a:gd name="T2" fmla="*/ 2488 w 172"/>
                <a:gd name="T3" fmla="*/ 1361 h 122"/>
                <a:gd name="T4" fmla="*/ 1800 w 172"/>
                <a:gd name="T5" fmla="*/ 930 h 122"/>
                <a:gd name="T6" fmla="*/ 770 w 172"/>
                <a:gd name="T7" fmla="*/ 320 h 122"/>
                <a:gd name="T8" fmla="*/ 283 w 172"/>
                <a:gd name="T9" fmla="*/ 21 h 122"/>
                <a:gd name="T10" fmla="*/ 270 w 172"/>
                <a:gd name="T11" fmla="*/ 0 h 122"/>
                <a:gd name="T12" fmla="*/ 33 w 172"/>
                <a:gd name="T13" fmla="*/ 490 h 122"/>
                <a:gd name="T14" fmla="*/ 1063 w 172"/>
                <a:gd name="T15" fmla="*/ 1987 h 122"/>
                <a:gd name="T16" fmla="*/ 2408 w 172"/>
                <a:gd name="T17" fmla="*/ 2022 h 122"/>
                <a:gd name="T18" fmla="*/ 2583 w 172"/>
                <a:gd name="T19" fmla="*/ 1455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2" h="122">
                  <a:moveTo>
                    <a:pt x="165" y="77"/>
                  </a:moveTo>
                  <a:cubicBezTo>
                    <a:pt x="163" y="76"/>
                    <a:pt x="161" y="74"/>
                    <a:pt x="159" y="72"/>
                  </a:cubicBezTo>
                  <a:cubicBezTo>
                    <a:pt x="149" y="66"/>
                    <a:pt x="137" y="58"/>
                    <a:pt x="115" y="49"/>
                  </a:cubicBezTo>
                  <a:cubicBezTo>
                    <a:pt x="88" y="37"/>
                    <a:pt x="70" y="27"/>
                    <a:pt x="49" y="17"/>
                  </a:cubicBezTo>
                  <a:cubicBezTo>
                    <a:pt x="29" y="7"/>
                    <a:pt x="21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9" y="7"/>
                    <a:pt x="3" y="12"/>
                    <a:pt x="2" y="26"/>
                  </a:cubicBezTo>
                  <a:cubicBezTo>
                    <a:pt x="0" y="42"/>
                    <a:pt x="17" y="89"/>
                    <a:pt x="68" y="105"/>
                  </a:cubicBezTo>
                  <a:cubicBezTo>
                    <a:pt x="119" y="122"/>
                    <a:pt x="141" y="115"/>
                    <a:pt x="154" y="107"/>
                  </a:cubicBezTo>
                  <a:cubicBezTo>
                    <a:pt x="167" y="99"/>
                    <a:pt x="172" y="85"/>
                    <a:pt x="165" y="77"/>
                  </a:cubicBezTo>
                  <a:close/>
                </a:path>
              </a:pathLst>
            </a:custGeom>
            <a:solidFill>
              <a:srgbClr val="FFF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5" name="Freeform 861">
              <a:extLst>
                <a:ext uri="{FF2B5EF4-FFF2-40B4-BE49-F238E27FC236}">
                  <a16:creationId xmlns:a16="http://schemas.microsoft.com/office/drawing/2014/main" id="{6D1E25E0-E0B1-45A0-AC48-3CE95CDD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033"/>
              <a:ext cx="446" cy="141"/>
            </a:xfrm>
            <a:custGeom>
              <a:avLst/>
              <a:gdLst>
                <a:gd name="T0" fmla="*/ 0 w 178"/>
                <a:gd name="T1" fmla="*/ 261 h 53"/>
                <a:gd name="T2" fmla="*/ 1055 w 178"/>
                <a:gd name="T3" fmla="*/ 920 h 53"/>
                <a:gd name="T4" fmla="*/ 1997 w 178"/>
                <a:gd name="T5" fmla="*/ 772 h 53"/>
                <a:gd name="T6" fmla="*/ 2456 w 178"/>
                <a:gd name="T7" fmla="*/ 524 h 53"/>
                <a:gd name="T8" fmla="*/ 2801 w 178"/>
                <a:gd name="T9" fmla="*/ 0 h 53"/>
                <a:gd name="T10" fmla="*/ 2736 w 178"/>
                <a:gd name="T11" fmla="*/ 0 h 53"/>
                <a:gd name="T12" fmla="*/ 2435 w 178"/>
                <a:gd name="T13" fmla="*/ 375 h 53"/>
                <a:gd name="T14" fmla="*/ 1859 w 178"/>
                <a:gd name="T15" fmla="*/ 580 h 53"/>
                <a:gd name="T16" fmla="*/ 1005 w 178"/>
                <a:gd name="T17" fmla="*/ 490 h 53"/>
                <a:gd name="T18" fmla="*/ 1463 w 178"/>
                <a:gd name="T19" fmla="*/ 694 h 53"/>
                <a:gd name="T20" fmla="*/ 1193 w 178"/>
                <a:gd name="T21" fmla="*/ 849 h 53"/>
                <a:gd name="T22" fmla="*/ 0 w 178"/>
                <a:gd name="T23" fmla="*/ 261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53">
                  <a:moveTo>
                    <a:pt x="0" y="14"/>
                  </a:moveTo>
                  <a:cubicBezTo>
                    <a:pt x="13" y="26"/>
                    <a:pt x="38" y="45"/>
                    <a:pt x="67" y="49"/>
                  </a:cubicBezTo>
                  <a:cubicBezTo>
                    <a:pt x="95" y="53"/>
                    <a:pt x="115" y="46"/>
                    <a:pt x="127" y="41"/>
                  </a:cubicBezTo>
                  <a:cubicBezTo>
                    <a:pt x="138" y="37"/>
                    <a:pt x="146" y="33"/>
                    <a:pt x="156" y="28"/>
                  </a:cubicBezTo>
                  <a:cubicBezTo>
                    <a:pt x="167" y="23"/>
                    <a:pt x="176" y="8"/>
                    <a:pt x="178" y="0"/>
                  </a:cubicBezTo>
                  <a:cubicBezTo>
                    <a:pt x="176" y="0"/>
                    <a:pt x="174" y="0"/>
                    <a:pt x="174" y="0"/>
                  </a:cubicBezTo>
                  <a:cubicBezTo>
                    <a:pt x="171" y="7"/>
                    <a:pt x="165" y="16"/>
                    <a:pt x="155" y="20"/>
                  </a:cubicBezTo>
                  <a:cubicBezTo>
                    <a:pt x="144" y="24"/>
                    <a:pt x="131" y="31"/>
                    <a:pt x="118" y="31"/>
                  </a:cubicBezTo>
                  <a:cubicBezTo>
                    <a:pt x="104" y="32"/>
                    <a:pt x="89" y="36"/>
                    <a:pt x="64" y="26"/>
                  </a:cubicBezTo>
                  <a:cubicBezTo>
                    <a:pt x="72" y="32"/>
                    <a:pt x="84" y="35"/>
                    <a:pt x="93" y="37"/>
                  </a:cubicBezTo>
                  <a:cubicBezTo>
                    <a:pt x="103" y="39"/>
                    <a:pt x="87" y="46"/>
                    <a:pt x="76" y="45"/>
                  </a:cubicBezTo>
                  <a:cubicBezTo>
                    <a:pt x="55" y="43"/>
                    <a:pt x="23" y="34"/>
                    <a:pt x="0" y="14"/>
                  </a:cubicBezTo>
                  <a:close/>
                </a:path>
              </a:pathLst>
            </a:cu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6" name="Freeform 862">
              <a:extLst>
                <a:ext uri="{FF2B5EF4-FFF2-40B4-BE49-F238E27FC236}">
                  <a16:creationId xmlns:a16="http://schemas.microsoft.com/office/drawing/2014/main" id="{AAA62316-36FE-41D5-8843-285495AAA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814"/>
              <a:ext cx="90" cy="227"/>
            </a:xfrm>
            <a:custGeom>
              <a:avLst/>
              <a:gdLst>
                <a:gd name="T0" fmla="*/ 95 w 36"/>
                <a:gd name="T1" fmla="*/ 0 h 85"/>
                <a:gd name="T2" fmla="*/ 95 w 36"/>
                <a:gd name="T3" fmla="*/ 705 h 85"/>
                <a:gd name="T4" fmla="*/ 563 w 36"/>
                <a:gd name="T5" fmla="*/ 1618 h 85"/>
                <a:gd name="T6" fmla="*/ 145 w 36"/>
                <a:gd name="T7" fmla="*/ 662 h 85"/>
                <a:gd name="T8" fmla="*/ 95 w 3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5">
                  <a:moveTo>
                    <a:pt x="6" y="0"/>
                  </a:moveTo>
                  <a:cubicBezTo>
                    <a:pt x="3" y="10"/>
                    <a:pt x="0" y="21"/>
                    <a:pt x="6" y="37"/>
                  </a:cubicBezTo>
                  <a:cubicBezTo>
                    <a:pt x="12" y="53"/>
                    <a:pt x="26" y="73"/>
                    <a:pt x="36" y="85"/>
                  </a:cubicBezTo>
                  <a:cubicBezTo>
                    <a:pt x="28" y="75"/>
                    <a:pt x="13" y="47"/>
                    <a:pt x="9" y="35"/>
                  </a:cubicBezTo>
                  <a:cubicBezTo>
                    <a:pt x="5" y="22"/>
                    <a:pt x="5" y="10"/>
                    <a:pt x="6" y="0"/>
                  </a:cubicBezTo>
                  <a:close/>
                </a:path>
              </a:pathLst>
            </a:custGeom>
            <a:solidFill>
              <a:srgbClr val="FFE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7" name="Freeform 863">
              <a:extLst>
                <a:ext uri="{FF2B5EF4-FFF2-40B4-BE49-F238E27FC236}">
                  <a16:creationId xmlns:a16="http://schemas.microsoft.com/office/drawing/2014/main" id="{82CDEDC0-825F-46B1-A0AB-E1AC4F173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001"/>
              <a:ext cx="10" cy="18"/>
            </a:xfrm>
            <a:custGeom>
              <a:avLst/>
              <a:gdLst>
                <a:gd name="T0" fmla="*/ 20 w 4"/>
                <a:gd name="T1" fmla="*/ 118 h 7"/>
                <a:gd name="T2" fmla="*/ 20 w 4"/>
                <a:gd name="T3" fmla="*/ 0 h 7"/>
                <a:gd name="T4" fmla="*/ 63 w 4"/>
                <a:gd name="T5" fmla="*/ 54 h 7"/>
                <a:gd name="T6" fmla="*/ 20 w 4"/>
                <a:gd name="T7" fmla="*/ 10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1" y="4"/>
                    <a:pt x="0" y="2"/>
                    <a:pt x="1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2" y="2"/>
                    <a:pt x="1" y="4"/>
                    <a:pt x="1" y="6"/>
                  </a:cubicBezTo>
                </a:path>
              </a:pathLst>
            </a:custGeom>
            <a:solidFill>
              <a:srgbClr val="D1B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8" name="Freeform 864">
              <a:extLst>
                <a:ext uri="{FF2B5EF4-FFF2-40B4-BE49-F238E27FC236}">
                  <a16:creationId xmlns:a16="http://schemas.microsoft.com/office/drawing/2014/main" id="{02C47133-43D8-4DB1-94C2-02E1C16A1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942"/>
              <a:ext cx="295" cy="117"/>
            </a:xfrm>
            <a:custGeom>
              <a:avLst/>
              <a:gdLst>
                <a:gd name="T0" fmla="*/ 20 w 118"/>
                <a:gd name="T1" fmla="*/ 375 h 44"/>
                <a:gd name="T2" fmla="*/ 145 w 118"/>
                <a:gd name="T3" fmla="*/ 487 h 44"/>
                <a:gd name="T4" fmla="*/ 283 w 118"/>
                <a:gd name="T5" fmla="*/ 580 h 44"/>
                <a:gd name="T6" fmla="*/ 583 w 118"/>
                <a:gd name="T7" fmla="*/ 694 h 44"/>
                <a:gd name="T8" fmla="*/ 738 w 118"/>
                <a:gd name="T9" fmla="*/ 737 h 44"/>
                <a:gd name="T10" fmla="*/ 895 w 118"/>
                <a:gd name="T11" fmla="*/ 771 h 44"/>
                <a:gd name="T12" fmla="*/ 1208 w 118"/>
                <a:gd name="T13" fmla="*/ 827 h 44"/>
                <a:gd name="T14" fmla="*/ 1488 w 118"/>
                <a:gd name="T15" fmla="*/ 771 h 44"/>
                <a:gd name="T16" fmla="*/ 1720 w 118"/>
                <a:gd name="T17" fmla="*/ 601 h 44"/>
                <a:gd name="T18" fmla="*/ 1833 w 118"/>
                <a:gd name="T19" fmla="*/ 319 h 44"/>
                <a:gd name="T20" fmla="*/ 1783 w 118"/>
                <a:gd name="T21" fmla="*/ 149 h 44"/>
                <a:gd name="T22" fmla="*/ 1613 w 118"/>
                <a:gd name="T23" fmla="*/ 0 h 44"/>
                <a:gd name="T24" fmla="*/ 1675 w 118"/>
                <a:gd name="T25" fmla="*/ 319 h 44"/>
                <a:gd name="T26" fmla="*/ 1520 w 118"/>
                <a:gd name="T27" fmla="*/ 545 h 44"/>
                <a:gd name="T28" fmla="*/ 1270 w 118"/>
                <a:gd name="T29" fmla="*/ 622 h 44"/>
                <a:gd name="T30" fmla="*/ 908 w 118"/>
                <a:gd name="T31" fmla="*/ 622 h 44"/>
                <a:gd name="T32" fmla="*/ 363 w 118"/>
                <a:gd name="T33" fmla="*/ 487 h 44"/>
                <a:gd name="T34" fmla="*/ 145 w 118"/>
                <a:gd name="T35" fmla="*/ 452 h 44"/>
                <a:gd name="T36" fmla="*/ 0 w 118"/>
                <a:gd name="T37" fmla="*/ 375 h 4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8" h="44">
                  <a:moveTo>
                    <a:pt x="1" y="20"/>
                  </a:moveTo>
                  <a:cubicBezTo>
                    <a:pt x="2" y="23"/>
                    <a:pt x="6" y="24"/>
                    <a:pt x="9" y="26"/>
                  </a:cubicBezTo>
                  <a:cubicBezTo>
                    <a:pt x="12" y="28"/>
                    <a:pt x="15" y="29"/>
                    <a:pt x="18" y="31"/>
                  </a:cubicBezTo>
                  <a:cubicBezTo>
                    <a:pt x="24" y="33"/>
                    <a:pt x="31" y="35"/>
                    <a:pt x="37" y="37"/>
                  </a:cubicBezTo>
                  <a:cubicBezTo>
                    <a:pt x="41" y="37"/>
                    <a:pt x="43" y="39"/>
                    <a:pt x="47" y="39"/>
                  </a:cubicBezTo>
                  <a:cubicBezTo>
                    <a:pt x="50" y="40"/>
                    <a:pt x="54" y="40"/>
                    <a:pt x="57" y="41"/>
                  </a:cubicBezTo>
                  <a:cubicBezTo>
                    <a:pt x="64" y="42"/>
                    <a:pt x="70" y="44"/>
                    <a:pt x="77" y="44"/>
                  </a:cubicBezTo>
                  <a:cubicBezTo>
                    <a:pt x="83" y="44"/>
                    <a:pt x="89" y="42"/>
                    <a:pt x="95" y="41"/>
                  </a:cubicBezTo>
                  <a:cubicBezTo>
                    <a:pt x="101" y="40"/>
                    <a:pt x="105" y="36"/>
                    <a:pt x="110" y="32"/>
                  </a:cubicBezTo>
                  <a:cubicBezTo>
                    <a:pt x="116" y="28"/>
                    <a:pt x="118" y="24"/>
                    <a:pt x="117" y="17"/>
                  </a:cubicBezTo>
                  <a:cubicBezTo>
                    <a:pt x="117" y="14"/>
                    <a:pt x="116" y="10"/>
                    <a:pt x="114" y="8"/>
                  </a:cubicBezTo>
                  <a:cubicBezTo>
                    <a:pt x="111" y="5"/>
                    <a:pt x="106" y="3"/>
                    <a:pt x="103" y="0"/>
                  </a:cubicBezTo>
                  <a:cubicBezTo>
                    <a:pt x="104" y="6"/>
                    <a:pt x="109" y="11"/>
                    <a:pt x="107" y="17"/>
                  </a:cubicBezTo>
                  <a:cubicBezTo>
                    <a:pt x="105" y="21"/>
                    <a:pt x="100" y="26"/>
                    <a:pt x="97" y="29"/>
                  </a:cubicBezTo>
                  <a:cubicBezTo>
                    <a:pt x="93" y="32"/>
                    <a:pt x="86" y="32"/>
                    <a:pt x="81" y="33"/>
                  </a:cubicBezTo>
                  <a:cubicBezTo>
                    <a:pt x="73" y="34"/>
                    <a:pt x="65" y="35"/>
                    <a:pt x="58" y="33"/>
                  </a:cubicBezTo>
                  <a:cubicBezTo>
                    <a:pt x="47" y="30"/>
                    <a:pt x="35" y="27"/>
                    <a:pt x="23" y="26"/>
                  </a:cubicBezTo>
                  <a:cubicBezTo>
                    <a:pt x="18" y="25"/>
                    <a:pt x="14" y="25"/>
                    <a:pt x="9" y="24"/>
                  </a:cubicBezTo>
                  <a:cubicBezTo>
                    <a:pt x="5" y="23"/>
                    <a:pt x="3" y="21"/>
                    <a:pt x="0" y="20"/>
                  </a:cubicBezTo>
                </a:path>
              </a:pathLst>
            </a:custGeom>
            <a:solidFill>
              <a:srgbClr val="FFE7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9" name="Freeform 865">
              <a:extLst>
                <a:ext uri="{FF2B5EF4-FFF2-40B4-BE49-F238E27FC236}">
                  <a16:creationId xmlns:a16="http://schemas.microsoft.com/office/drawing/2014/main" id="{BBC6662C-D471-4DBB-836A-36AAF842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777"/>
              <a:ext cx="128" cy="101"/>
            </a:xfrm>
            <a:custGeom>
              <a:avLst/>
              <a:gdLst>
                <a:gd name="T0" fmla="*/ 20 w 51"/>
                <a:gd name="T1" fmla="*/ 508 h 38"/>
                <a:gd name="T2" fmla="*/ 221 w 51"/>
                <a:gd name="T3" fmla="*/ 77 h 38"/>
                <a:gd name="T4" fmla="*/ 806 w 51"/>
                <a:gd name="T5" fmla="*/ 465 h 38"/>
                <a:gd name="T6" fmla="*/ 630 w 51"/>
                <a:gd name="T7" fmla="*/ 375 h 38"/>
                <a:gd name="T8" fmla="*/ 429 w 51"/>
                <a:gd name="T9" fmla="*/ 247 h 38"/>
                <a:gd name="T10" fmla="*/ 146 w 51"/>
                <a:gd name="T11" fmla="*/ 247 h 38"/>
                <a:gd name="T12" fmla="*/ 50 w 51"/>
                <a:gd name="T13" fmla="*/ 452 h 38"/>
                <a:gd name="T14" fmla="*/ 83 w 51"/>
                <a:gd name="T15" fmla="*/ 712 h 38"/>
                <a:gd name="T16" fmla="*/ 50 w 51"/>
                <a:gd name="T17" fmla="*/ 50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8">
                  <a:moveTo>
                    <a:pt x="1" y="27"/>
                  </a:moveTo>
                  <a:cubicBezTo>
                    <a:pt x="0" y="20"/>
                    <a:pt x="4" y="0"/>
                    <a:pt x="14" y="4"/>
                  </a:cubicBezTo>
                  <a:cubicBezTo>
                    <a:pt x="27" y="9"/>
                    <a:pt x="38" y="19"/>
                    <a:pt x="51" y="25"/>
                  </a:cubicBezTo>
                  <a:cubicBezTo>
                    <a:pt x="47" y="23"/>
                    <a:pt x="43" y="22"/>
                    <a:pt x="40" y="20"/>
                  </a:cubicBezTo>
                  <a:cubicBezTo>
                    <a:pt x="35" y="18"/>
                    <a:pt x="32" y="15"/>
                    <a:pt x="27" y="13"/>
                  </a:cubicBezTo>
                  <a:cubicBezTo>
                    <a:pt x="21" y="11"/>
                    <a:pt x="14" y="9"/>
                    <a:pt x="9" y="13"/>
                  </a:cubicBezTo>
                  <a:cubicBezTo>
                    <a:pt x="5" y="16"/>
                    <a:pt x="4" y="20"/>
                    <a:pt x="3" y="24"/>
                  </a:cubicBezTo>
                  <a:cubicBezTo>
                    <a:pt x="3" y="29"/>
                    <a:pt x="5" y="33"/>
                    <a:pt x="5" y="38"/>
                  </a:cubicBezTo>
                  <a:cubicBezTo>
                    <a:pt x="4" y="35"/>
                    <a:pt x="2" y="31"/>
                    <a:pt x="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0" name="Freeform 866">
              <a:extLst>
                <a:ext uri="{FF2B5EF4-FFF2-40B4-BE49-F238E27FC236}">
                  <a16:creationId xmlns:a16="http://schemas.microsoft.com/office/drawing/2014/main" id="{FA3FDD8D-EA8E-4827-A26B-3DF0F7C3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894"/>
              <a:ext cx="45" cy="59"/>
            </a:xfrm>
            <a:custGeom>
              <a:avLst/>
              <a:gdLst>
                <a:gd name="T0" fmla="*/ 220 w 18"/>
                <a:gd name="T1" fmla="*/ 0 h 22"/>
                <a:gd name="T2" fmla="*/ 0 w 18"/>
                <a:gd name="T3" fmla="*/ 308 h 22"/>
                <a:gd name="T4" fmla="*/ 250 w 18"/>
                <a:gd name="T5" fmla="*/ 274 h 22"/>
                <a:gd name="T6" fmla="*/ 238 w 18"/>
                <a:gd name="T7" fmla="*/ 3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14" y="0"/>
                  </a:moveTo>
                  <a:cubicBezTo>
                    <a:pt x="16" y="9"/>
                    <a:pt x="12" y="22"/>
                    <a:pt x="0" y="16"/>
                  </a:cubicBezTo>
                  <a:cubicBezTo>
                    <a:pt x="6" y="20"/>
                    <a:pt x="13" y="21"/>
                    <a:pt x="16" y="14"/>
                  </a:cubicBezTo>
                  <a:cubicBezTo>
                    <a:pt x="18" y="11"/>
                    <a:pt x="16" y="5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1" name="Freeform 867">
              <a:extLst>
                <a:ext uri="{FF2B5EF4-FFF2-40B4-BE49-F238E27FC236}">
                  <a16:creationId xmlns:a16="http://schemas.microsoft.com/office/drawing/2014/main" id="{D20756B6-573A-42AC-9A22-EA307A4EC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742"/>
              <a:ext cx="68" cy="235"/>
            </a:xfrm>
            <a:custGeom>
              <a:avLst/>
              <a:gdLst>
                <a:gd name="T0" fmla="*/ 242 w 27"/>
                <a:gd name="T1" fmla="*/ 35 h 88"/>
                <a:gd name="T2" fmla="*/ 33 w 27"/>
                <a:gd name="T3" fmla="*/ 721 h 88"/>
                <a:gd name="T4" fmla="*/ 431 w 27"/>
                <a:gd name="T5" fmla="*/ 1677 h 88"/>
                <a:gd name="T6" fmla="*/ 113 w 27"/>
                <a:gd name="T7" fmla="*/ 491 h 88"/>
                <a:gd name="T8" fmla="*/ 335 w 27"/>
                <a:gd name="T9" fmla="*/ 150 h 88"/>
                <a:gd name="T10" fmla="*/ 242 w 27"/>
                <a:gd name="T11" fmla="*/ 35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88">
                  <a:moveTo>
                    <a:pt x="15" y="2"/>
                  </a:moveTo>
                  <a:cubicBezTo>
                    <a:pt x="7" y="8"/>
                    <a:pt x="0" y="27"/>
                    <a:pt x="2" y="38"/>
                  </a:cubicBezTo>
                  <a:cubicBezTo>
                    <a:pt x="4" y="49"/>
                    <a:pt x="10" y="68"/>
                    <a:pt x="27" y="88"/>
                  </a:cubicBezTo>
                  <a:cubicBezTo>
                    <a:pt x="21" y="80"/>
                    <a:pt x="1" y="49"/>
                    <a:pt x="7" y="26"/>
                  </a:cubicBezTo>
                  <a:cubicBezTo>
                    <a:pt x="10" y="16"/>
                    <a:pt x="17" y="10"/>
                    <a:pt x="21" y="8"/>
                  </a:cubicBezTo>
                  <a:cubicBezTo>
                    <a:pt x="25" y="6"/>
                    <a:pt x="16" y="0"/>
                    <a:pt x="15" y="2"/>
                  </a:cubicBezTo>
                  <a:close/>
                </a:path>
              </a:pathLst>
            </a:custGeom>
            <a:solidFill>
              <a:srgbClr val="FF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2" name="Freeform 868">
              <a:extLst>
                <a:ext uri="{FF2B5EF4-FFF2-40B4-BE49-F238E27FC236}">
                  <a16:creationId xmlns:a16="http://schemas.microsoft.com/office/drawing/2014/main" id="{53D57704-CB9C-46A2-BA4D-7EF1E5168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987"/>
              <a:ext cx="45" cy="78"/>
            </a:xfrm>
            <a:custGeom>
              <a:avLst/>
              <a:gdLst>
                <a:gd name="T0" fmla="*/ 145 w 18"/>
                <a:gd name="T1" fmla="*/ 0 h 29"/>
                <a:gd name="T2" fmla="*/ 283 w 18"/>
                <a:gd name="T3" fmla="*/ 218 h 29"/>
                <a:gd name="T4" fmla="*/ 0 w 18"/>
                <a:gd name="T5" fmla="*/ 565 h 29"/>
                <a:gd name="T6" fmla="*/ 208 w 18"/>
                <a:gd name="T7" fmla="*/ 253 h 29"/>
                <a:gd name="T8" fmla="*/ 188 w 18"/>
                <a:gd name="T9" fmla="*/ 94 h 29"/>
                <a:gd name="T10" fmla="*/ 158 w 18"/>
                <a:gd name="T11" fmla="*/ 3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9" y="0"/>
                  </a:moveTo>
                  <a:cubicBezTo>
                    <a:pt x="15" y="1"/>
                    <a:pt x="18" y="4"/>
                    <a:pt x="18" y="11"/>
                  </a:cubicBezTo>
                  <a:cubicBezTo>
                    <a:pt x="17" y="21"/>
                    <a:pt x="8" y="25"/>
                    <a:pt x="0" y="29"/>
                  </a:cubicBezTo>
                  <a:cubicBezTo>
                    <a:pt x="6" y="27"/>
                    <a:pt x="12" y="19"/>
                    <a:pt x="13" y="13"/>
                  </a:cubicBezTo>
                  <a:cubicBezTo>
                    <a:pt x="13" y="11"/>
                    <a:pt x="13" y="7"/>
                    <a:pt x="12" y="5"/>
                  </a:cubicBezTo>
                  <a:cubicBezTo>
                    <a:pt x="12" y="4"/>
                    <a:pt x="11" y="3"/>
                    <a:pt x="10" y="2"/>
                  </a:cubicBezTo>
                </a:path>
              </a:pathLst>
            </a:custGeom>
            <a:solidFill>
              <a:srgbClr val="FF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3" name="Freeform 869">
              <a:extLst>
                <a:ext uri="{FF2B5EF4-FFF2-40B4-BE49-F238E27FC236}">
                  <a16:creationId xmlns:a16="http://schemas.microsoft.com/office/drawing/2014/main" id="{0BA25542-B824-4A84-8FDA-3E6BF0F29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910"/>
              <a:ext cx="228" cy="149"/>
            </a:xfrm>
            <a:custGeom>
              <a:avLst/>
              <a:gdLst>
                <a:gd name="T0" fmla="*/ 0 w 91"/>
                <a:gd name="T1" fmla="*/ 532 h 56"/>
                <a:gd name="T2" fmla="*/ 175 w 91"/>
                <a:gd name="T3" fmla="*/ 375 h 56"/>
                <a:gd name="T4" fmla="*/ 313 w 91"/>
                <a:gd name="T5" fmla="*/ 205 h 56"/>
                <a:gd name="T6" fmla="*/ 175 w 91"/>
                <a:gd name="T7" fmla="*/ 623 h 56"/>
                <a:gd name="T8" fmla="*/ 346 w 91"/>
                <a:gd name="T9" fmla="*/ 303 h 56"/>
                <a:gd name="T10" fmla="*/ 521 w 91"/>
                <a:gd name="T11" fmla="*/ 0 h 56"/>
                <a:gd name="T12" fmla="*/ 459 w 91"/>
                <a:gd name="T13" fmla="*/ 319 h 56"/>
                <a:gd name="T14" fmla="*/ 346 w 91"/>
                <a:gd name="T15" fmla="*/ 545 h 56"/>
                <a:gd name="T16" fmla="*/ 438 w 91"/>
                <a:gd name="T17" fmla="*/ 601 h 56"/>
                <a:gd name="T18" fmla="*/ 584 w 91"/>
                <a:gd name="T19" fmla="*/ 303 h 56"/>
                <a:gd name="T20" fmla="*/ 616 w 91"/>
                <a:gd name="T21" fmla="*/ 750 h 56"/>
                <a:gd name="T22" fmla="*/ 804 w 91"/>
                <a:gd name="T23" fmla="*/ 474 h 56"/>
                <a:gd name="T24" fmla="*/ 942 w 91"/>
                <a:gd name="T25" fmla="*/ 21 h 56"/>
                <a:gd name="T26" fmla="*/ 909 w 91"/>
                <a:gd name="T27" fmla="*/ 303 h 56"/>
                <a:gd name="T28" fmla="*/ 817 w 91"/>
                <a:gd name="T29" fmla="*/ 678 h 56"/>
                <a:gd name="T30" fmla="*/ 897 w 91"/>
                <a:gd name="T31" fmla="*/ 793 h 56"/>
                <a:gd name="T32" fmla="*/ 972 w 91"/>
                <a:gd name="T33" fmla="*/ 567 h 56"/>
                <a:gd name="T34" fmla="*/ 1067 w 91"/>
                <a:gd name="T35" fmla="*/ 886 h 56"/>
                <a:gd name="T36" fmla="*/ 1180 w 91"/>
                <a:gd name="T37" fmla="*/ 567 h 56"/>
                <a:gd name="T38" fmla="*/ 1225 w 91"/>
                <a:gd name="T39" fmla="*/ 921 h 56"/>
                <a:gd name="T40" fmla="*/ 1288 w 91"/>
                <a:gd name="T41" fmla="*/ 623 h 56"/>
                <a:gd name="T42" fmla="*/ 1431 w 91"/>
                <a:gd name="T43" fmla="*/ 976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1" h="56">
                  <a:moveTo>
                    <a:pt x="0" y="28"/>
                  </a:moveTo>
                  <a:cubicBezTo>
                    <a:pt x="3" y="26"/>
                    <a:pt x="8" y="23"/>
                    <a:pt x="11" y="20"/>
                  </a:cubicBezTo>
                  <a:cubicBezTo>
                    <a:pt x="14" y="18"/>
                    <a:pt x="15" y="11"/>
                    <a:pt x="20" y="11"/>
                  </a:cubicBezTo>
                  <a:cubicBezTo>
                    <a:pt x="20" y="14"/>
                    <a:pt x="5" y="33"/>
                    <a:pt x="11" y="33"/>
                  </a:cubicBezTo>
                  <a:cubicBezTo>
                    <a:pt x="15" y="34"/>
                    <a:pt x="21" y="19"/>
                    <a:pt x="22" y="16"/>
                  </a:cubicBezTo>
                  <a:cubicBezTo>
                    <a:pt x="25" y="11"/>
                    <a:pt x="27" y="2"/>
                    <a:pt x="33" y="0"/>
                  </a:cubicBezTo>
                  <a:cubicBezTo>
                    <a:pt x="33" y="6"/>
                    <a:pt x="31" y="12"/>
                    <a:pt x="29" y="17"/>
                  </a:cubicBezTo>
                  <a:cubicBezTo>
                    <a:pt x="27" y="21"/>
                    <a:pt x="23" y="24"/>
                    <a:pt x="22" y="29"/>
                  </a:cubicBezTo>
                  <a:cubicBezTo>
                    <a:pt x="21" y="35"/>
                    <a:pt x="24" y="36"/>
                    <a:pt x="28" y="32"/>
                  </a:cubicBezTo>
                  <a:cubicBezTo>
                    <a:pt x="31" y="28"/>
                    <a:pt x="33" y="17"/>
                    <a:pt x="37" y="16"/>
                  </a:cubicBezTo>
                  <a:cubicBezTo>
                    <a:pt x="39" y="21"/>
                    <a:pt x="24" y="45"/>
                    <a:pt x="39" y="40"/>
                  </a:cubicBezTo>
                  <a:cubicBezTo>
                    <a:pt x="45" y="39"/>
                    <a:pt x="49" y="29"/>
                    <a:pt x="51" y="25"/>
                  </a:cubicBezTo>
                  <a:cubicBezTo>
                    <a:pt x="53" y="17"/>
                    <a:pt x="51" y="5"/>
                    <a:pt x="60" y="1"/>
                  </a:cubicBezTo>
                  <a:cubicBezTo>
                    <a:pt x="63" y="4"/>
                    <a:pt x="59" y="13"/>
                    <a:pt x="58" y="16"/>
                  </a:cubicBezTo>
                  <a:cubicBezTo>
                    <a:pt x="56" y="22"/>
                    <a:pt x="52" y="29"/>
                    <a:pt x="52" y="36"/>
                  </a:cubicBezTo>
                  <a:cubicBezTo>
                    <a:pt x="52" y="39"/>
                    <a:pt x="53" y="43"/>
                    <a:pt x="57" y="42"/>
                  </a:cubicBezTo>
                  <a:cubicBezTo>
                    <a:pt x="62" y="41"/>
                    <a:pt x="61" y="33"/>
                    <a:pt x="62" y="30"/>
                  </a:cubicBezTo>
                  <a:cubicBezTo>
                    <a:pt x="71" y="29"/>
                    <a:pt x="62" y="45"/>
                    <a:pt x="68" y="47"/>
                  </a:cubicBezTo>
                  <a:cubicBezTo>
                    <a:pt x="74" y="50"/>
                    <a:pt x="72" y="31"/>
                    <a:pt x="75" y="30"/>
                  </a:cubicBezTo>
                  <a:cubicBezTo>
                    <a:pt x="79" y="35"/>
                    <a:pt x="73" y="45"/>
                    <a:pt x="78" y="49"/>
                  </a:cubicBezTo>
                  <a:cubicBezTo>
                    <a:pt x="86" y="56"/>
                    <a:pt x="81" y="36"/>
                    <a:pt x="82" y="33"/>
                  </a:cubicBezTo>
                  <a:cubicBezTo>
                    <a:pt x="91" y="33"/>
                    <a:pt x="86" y="49"/>
                    <a:pt x="91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4" name="Freeform 870">
              <a:extLst>
                <a:ext uri="{FF2B5EF4-FFF2-40B4-BE49-F238E27FC236}">
                  <a16:creationId xmlns:a16="http://schemas.microsoft.com/office/drawing/2014/main" id="{66C8D8F9-0CD3-4726-A9C9-99A967BE2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921"/>
              <a:ext cx="12" cy="82"/>
            </a:xfrm>
            <a:custGeom>
              <a:avLst/>
              <a:gdLst>
                <a:gd name="T0" fmla="*/ 12 w 5"/>
                <a:gd name="T1" fmla="*/ 574 h 31"/>
                <a:gd name="T2" fmla="*/ 41 w 5"/>
                <a:gd name="T3" fmla="*/ 238 h 31"/>
                <a:gd name="T4" fmla="*/ 41 w 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1">
                  <a:moveTo>
                    <a:pt x="1" y="31"/>
                  </a:moveTo>
                  <a:cubicBezTo>
                    <a:pt x="0" y="24"/>
                    <a:pt x="1" y="19"/>
                    <a:pt x="3" y="13"/>
                  </a:cubicBezTo>
                  <a:cubicBezTo>
                    <a:pt x="5" y="8"/>
                    <a:pt x="4" y="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5" name="Freeform 871">
              <a:extLst>
                <a:ext uri="{FF2B5EF4-FFF2-40B4-BE49-F238E27FC236}">
                  <a16:creationId xmlns:a16="http://schemas.microsoft.com/office/drawing/2014/main" id="{FFC1D7AF-202D-4C62-ADF8-657E2B7BC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955"/>
              <a:ext cx="15" cy="80"/>
            </a:xfrm>
            <a:custGeom>
              <a:avLst/>
              <a:gdLst>
                <a:gd name="T0" fmla="*/ 33 w 6"/>
                <a:gd name="T1" fmla="*/ 0 h 30"/>
                <a:gd name="T2" fmla="*/ 63 w 6"/>
                <a:gd name="T3" fmla="*/ 376 h 30"/>
                <a:gd name="T4" fmla="*/ 0 w 6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0">
                  <a:moveTo>
                    <a:pt x="2" y="0"/>
                  </a:moveTo>
                  <a:cubicBezTo>
                    <a:pt x="5" y="6"/>
                    <a:pt x="6" y="13"/>
                    <a:pt x="4" y="20"/>
                  </a:cubicBezTo>
                  <a:cubicBezTo>
                    <a:pt x="2" y="23"/>
                    <a:pt x="0" y="26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6" name="Freeform 872">
              <a:extLst>
                <a:ext uri="{FF2B5EF4-FFF2-40B4-BE49-F238E27FC236}">
                  <a16:creationId xmlns:a16="http://schemas.microsoft.com/office/drawing/2014/main" id="{F9762C4F-307F-4988-8250-C60DF7D5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958"/>
              <a:ext cx="8" cy="77"/>
            </a:xfrm>
            <a:custGeom>
              <a:avLst/>
              <a:gdLst>
                <a:gd name="T0" fmla="*/ 56 w 3"/>
                <a:gd name="T1" fmla="*/ 0 h 29"/>
                <a:gd name="T2" fmla="*/ 35 w 3"/>
                <a:gd name="T3" fmla="*/ 353 h 29"/>
                <a:gd name="T4" fmla="*/ 35 w 3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3" y="7"/>
                    <a:pt x="0" y="13"/>
                    <a:pt x="2" y="19"/>
                  </a:cubicBezTo>
                  <a:cubicBezTo>
                    <a:pt x="2" y="23"/>
                    <a:pt x="3" y="26"/>
                    <a:pt x="2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7" name="Freeform 873">
              <a:extLst>
                <a:ext uri="{FF2B5EF4-FFF2-40B4-BE49-F238E27FC236}">
                  <a16:creationId xmlns:a16="http://schemas.microsoft.com/office/drawing/2014/main" id="{D64FAC55-5D91-4BD3-A386-59AC04EB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966"/>
              <a:ext cx="17" cy="64"/>
            </a:xfrm>
            <a:custGeom>
              <a:avLst/>
              <a:gdLst>
                <a:gd name="T0" fmla="*/ 41 w 7"/>
                <a:gd name="T1" fmla="*/ 0 h 24"/>
                <a:gd name="T2" fmla="*/ 70 w 7"/>
                <a:gd name="T3" fmla="*/ 248 h 24"/>
                <a:gd name="T4" fmla="*/ 12 w 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3" y="0"/>
                  </a:moveTo>
                  <a:cubicBezTo>
                    <a:pt x="4" y="4"/>
                    <a:pt x="7" y="8"/>
                    <a:pt x="5" y="13"/>
                  </a:cubicBezTo>
                  <a:cubicBezTo>
                    <a:pt x="4" y="17"/>
                    <a:pt x="0" y="20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8" name="Freeform 874">
              <a:extLst>
                <a:ext uri="{FF2B5EF4-FFF2-40B4-BE49-F238E27FC236}">
                  <a16:creationId xmlns:a16="http://schemas.microsoft.com/office/drawing/2014/main" id="{C38CE2A9-09FA-4D0B-BC52-FDDA8FA6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961"/>
              <a:ext cx="10" cy="58"/>
            </a:xfrm>
            <a:custGeom>
              <a:avLst/>
              <a:gdLst>
                <a:gd name="T0" fmla="*/ 0 w 4"/>
                <a:gd name="T1" fmla="*/ 0 h 22"/>
                <a:gd name="T2" fmla="*/ 33 w 4"/>
                <a:gd name="T3" fmla="*/ 258 h 22"/>
                <a:gd name="T4" fmla="*/ 50 w 4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1" y="5"/>
                    <a:pt x="1" y="9"/>
                    <a:pt x="2" y="14"/>
                  </a:cubicBezTo>
                  <a:cubicBezTo>
                    <a:pt x="2" y="16"/>
                    <a:pt x="4" y="19"/>
                    <a:pt x="3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9" name="Freeform 875">
              <a:extLst>
                <a:ext uri="{FF2B5EF4-FFF2-40B4-BE49-F238E27FC236}">
                  <a16:creationId xmlns:a16="http://schemas.microsoft.com/office/drawing/2014/main" id="{1F76AE88-0980-47E6-9F08-62F6550CD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785"/>
              <a:ext cx="52" cy="74"/>
            </a:xfrm>
            <a:custGeom>
              <a:avLst/>
              <a:gdLst>
                <a:gd name="T0" fmla="*/ 92 w 21"/>
                <a:gd name="T1" fmla="*/ 77 h 28"/>
                <a:gd name="T2" fmla="*/ 215 w 21"/>
                <a:gd name="T3" fmla="*/ 21 h 28"/>
                <a:gd name="T4" fmla="*/ 12 w 21"/>
                <a:gd name="T5" fmla="*/ 315 h 28"/>
                <a:gd name="T6" fmla="*/ 124 w 21"/>
                <a:gd name="T7" fmla="*/ 336 h 28"/>
                <a:gd name="T8" fmla="*/ 74 w 21"/>
                <a:gd name="T9" fmla="*/ 518 h 28"/>
                <a:gd name="T10" fmla="*/ 196 w 21"/>
                <a:gd name="T11" fmla="*/ 280 h 28"/>
                <a:gd name="T12" fmla="*/ 319 w 21"/>
                <a:gd name="T13" fmla="*/ 7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6" y="4"/>
                  </a:moveTo>
                  <a:cubicBezTo>
                    <a:pt x="9" y="4"/>
                    <a:pt x="11" y="0"/>
                    <a:pt x="14" y="1"/>
                  </a:cubicBezTo>
                  <a:cubicBezTo>
                    <a:pt x="14" y="8"/>
                    <a:pt x="1" y="9"/>
                    <a:pt x="1" y="17"/>
                  </a:cubicBezTo>
                  <a:cubicBezTo>
                    <a:pt x="4" y="17"/>
                    <a:pt x="14" y="10"/>
                    <a:pt x="8" y="18"/>
                  </a:cubicBezTo>
                  <a:cubicBezTo>
                    <a:pt x="5" y="22"/>
                    <a:pt x="0" y="24"/>
                    <a:pt x="5" y="28"/>
                  </a:cubicBezTo>
                  <a:cubicBezTo>
                    <a:pt x="12" y="24"/>
                    <a:pt x="10" y="21"/>
                    <a:pt x="13" y="15"/>
                  </a:cubicBezTo>
                  <a:cubicBezTo>
                    <a:pt x="14" y="12"/>
                    <a:pt x="17" y="4"/>
                    <a:pt x="21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0" name="Freeform 876">
              <a:extLst>
                <a:ext uri="{FF2B5EF4-FFF2-40B4-BE49-F238E27FC236}">
                  <a16:creationId xmlns:a16="http://schemas.microsoft.com/office/drawing/2014/main" id="{4BDBBDC9-3462-4646-A8CB-2BA20944B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801"/>
              <a:ext cx="22" cy="48"/>
            </a:xfrm>
            <a:custGeom>
              <a:avLst/>
              <a:gdLst>
                <a:gd name="T0" fmla="*/ 103 w 9"/>
                <a:gd name="T1" fmla="*/ 0 h 18"/>
                <a:gd name="T2" fmla="*/ 0 w 9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7" y="0"/>
                  </a:moveTo>
                  <a:cubicBezTo>
                    <a:pt x="9" y="7"/>
                    <a:pt x="5" y="13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1" name="Freeform 877">
              <a:extLst>
                <a:ext uri="{FF2B5EF4-FFF2-40B4-BE49-F238E27FC236}">
                  <a16:creationId xmlns:a16="http://schemas.microsoft.com/office/drawing/2014/main" id="{E09B9A4F-2D4B-443A-BA91-503660C4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833"/>
              <a:ext cx="53" cy="93"/>
            </a:xfrm>
            <a:custGeom>
              <a:avLst/>
              <a:gdLst>
                <a:gd name="T0" fmla="*/ 338 w 21"/>
                <a:gd name="T1" fmla="*/ 0 h 35"/>
                <a:gd name="T2" fmla="*/ 33 w 21"/>
                <a:gd name="T3" fmla="*/ 409 h 35"/>
                <a:gd name="T4" fmla="*/ 50 w 21"/>
                <a:gd name="T5" fmla="*/ 579 h 35"/>
                <a:gd name="T6" fmla="*/ 20 w 21"/>
                <a:gd name="T7" fmla="*/ 65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21" y="0"/>
                  </a:moveTo>
                  <a:cubicBezTo>
                    <a:pt x="16" y="9"/>
                    <a:pt x="6" y="13"/>
                    <a:pt x="2" y="22"/>
                  </a:cubicBezTo>
                  <a:cubicBezTo>
                    <a:pt x="0" y="26"/>
                    <a:pt x="2" y="27"/>
                    <a:pt x="3" y="31"/>
                  </a:cubicBezTo>
                  <a:cubicBezTo>
                    <a:pt x="3" y="33"/>
                    <a:pt x="4" y="34"/>
                    <a:pt x="1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2" name="Freeform 878">
              <a:extLst>
                <a:ext uri="{FF2B5EF4-FFF2-40B4-BE49-F238E27FC236}">
                  <a16:creationId xmlns:a16="http://schemas.microsoft.com/office/drawing/2014/main" id="{8DD5F6C8-0B6E-4503-9264-7863D6C0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849"/>
              <a:ext cx="32" cy="56"/>
            </a:xfrm>
            <a:custGeom>
              <a:avLst/>
              <a:gdLst>
                <a:gd name="T0" fmla="*/ 194 w 13"/>
                <a:gd name="T1" fmla="*/ 0 h 21"/>
                <a:gd name="T2" fmla="*/ 0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1" y="11"/>
                    <a:pt x="6" y="13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3" name="Freeform 879">
              <a:extLst>
                <a:ext uri="{FF2B5EF4-FFF2-40B4-BE49-F238E27FC236}">
                  <a16:creationId xmlns:a16="http://schemas.microsoft.com/office/drawing/2014/main" id="{C8F33CBF-9BBF-4846-A543-2345A2536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81"/>
              <a:ext cx="57" cy="93"/>
            </a:xfrm>
            <a:custGeom>
              <a:avLst/>
              <a:gdLst>
                <a:gd name="T0" fmla="*/ 0 w 23"/>
                <a:gd name="T1" fmla="*/ 508 h 35"/>
                <a:gd name="T2" fmla="*/ 337 w 23"/>
                <a:gd name="T3" fmla="*/ 0 h 35"/>
                <a:gd name="T4" fmla="*/ 320 w 23"/>
                <a:gd name="T5" fmla="*/ 114 h 35"/>
                <a:gd name="T6" fmla="*/ 228 w 23"/>
                <a:gd name="T7" fmla="*/ 353 h 35"/>
                <a:gd name="T8" fmla="*/ 92 w 23"/>
                <a:gd name="T9" fmla="*/ 601 h 35"/>
                <a:gd name="T10" fmla="*/ 278 w 23"/>
                <a:gd name="T11" fmla="*/ 396 h 35"/>
                <a:gd name="T12" fmla="*/ 258 w 23"/>
                <a:gd name="T13" fmla="*/ 56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5">
                  <a:moveTo>
                    <a:pt x="0" y="27"/>
                  </a:moveTo>
                  <a:cubicBezTo>
                    <a:pt x="7" y="19"/>
                    <a:pt x="12" y="6"/>
                    <a:pt x="22" y="0"/>
                  </a:cubicBezTo>
                  <a:cubicBezTo>
                    <a:pt x="23" y="2"/>
                    <a:pt x="21" y="4"/>
                    <a:pt x="21" y="6"/>
                  </a:cubicBezTo>
                  <a:cubicBezTo>
                    <a:pt x="19" y="11"/>
                    <a:pt x="19" y="15"/>
                    <a:pt x="15" y="19"/>
                  </a:cubicBezTo>
                  <a:cubicBezTo>
                    <a:pt x="12" y="23"/>
                    <a:pt x="6" y="27"/>
                    <a:pt x="6" y="32"/>
                  </a:cubicBezTo>
                  <a:cubicBezTo>
                    <a:pt x="12" y="35"/>
                    <a:pt x="14" y="23"/>
                    <a:pt x="18" y="21"/>
                  </a:cubicBezTo>
                  <a:cubicBezTo>
                    <a:pt x="20" y="24"/>
                    <a:pt x="19" y="28"/>
                    <a:pt x="17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4" name="Freeform 880">
              <a:extLst>
                <a:ext uri="{FF2B5EF4-FFF2-40B4-BE49-F238E27FC236}">
                  <a16:creationId xmlns:a16="http://schemas.microsoft.com/office/drawing/2014/main" id="{E468F498-5030-447C-9CB5-20301C628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854"/>
              <a:ext cx="30" cy="59"/>
            </a:xfrm>
            <a:custGeom>
              <a:avLst/>
              <a:gdLst>
                <a:gd name="T0" fmla="*/ 0 w 12"/>
                <a:gd name="T1" fmla="*/ 424 h 22"/>
                <a:gd name="T2" fmla="*/ 125 w 12"/>
                <a:gd name="T3" fmla="*/ 231 h 22"/>
                <a:gd name="T4" fmla="*/ 188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3" y="18"/>
                    <a:pt x="6" y="17"/>
                    <a:pt x="8" y="12"/>
                  </a:cubicBezTo>
                  <a:cubicBezTo>
                    <a:pt x="9" y="9"/>
                    <a:pt x="8" y="2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5" name="Freeform 881">
              <a:extLst>
                <a:ext uri="{FF2B5EF4-FFF2-40B4-BE49-F238E27FC236}">
                  <a16:creationId xmlns:a16="http://schemas.microsoft.com/office/drawing/2014/main" id="{226A2554-C5DC-4FA3-9D68-0D1927BA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875"/>
              <a:ext cx="30" cy="96"/>
            </a:xfrm>
            <a:custGeom>
              <a:avLst/>
              <a:gdLst>
                <a:gd name="T0" fmla="*/ 188 w 12"/>
                <a:gd name="T1" fmla="*/ 0 h 36"/>
                <a:gd name="T2" fmla="*/ 50 w 12"/>
                <a:gd name="T3" fmla="*/ 435 h 36"/>
                <a:gd name="T4" fmla="*/ 0 w 12"/>
                <a:gd name="T5" fmla="*/ 683 h 36"/>
                <a:gd name="T6" fmla="*/ 125 w 12"/>
                <a:gd name="T7" fmla="*/ 435 h 36"/>
                <a:gd name="T8" fmla="*/ 158 w 12"/>
                <a:gd name="T9" fmla="*/ 7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12" y="0"/>
                  </a:moveTo>
                  <a:cubicBezTo>
                    <a:pt x="7" y="8"/>
                    <a:pt x="5" y="14"/>
                    <a:pt x="3" y="23"/>
                  </a:cubicBezTo>
                  <a:cubicBezTo>
                    <a:pt x="3" y="28"/>
                    <a:pt x="1" y="31"/>
                    <a:pt x="0" y="36"/>
                  </a:cubicBezTo>
                  <a:cubicBezTo>
                    <a:pt x="3" y="32"/>
                    <a:pt x="6" y="28"/>
                    <a:pt x="8" y="23"/>
                  </a:cubicBezTo>
                  <a:cubicBezTo>
                    <a:pt x="10" y="17"/>
                    <a:pt x="10" y="11"/>
                    <a:pt x="1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6" name="Freeform 882">
              <a:extLst>
                <a:ext uri="{FF2B5EF4-FFF2-40B4-BE49-F238E27FC236}">
                  <a16:creationId xmlns:a16="http://schemas.microsoft.com/office/drawing/2014/main" id="{752D362D-0E3B-436A-9BA2-1F600968C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915"/>
              <a:ext cx="35" cy="83"/>
            </a:xfrm>
            <a:custGeom>
              <a:avLst/>
              <a:gdLst>
                <a:gd name="T0" fmla="*/ 83 w 14"/>
                <a:gd name="T1" fmla="*/ 594 h 31"/>
                <a:gd name="T2" fmla="*/ 208 w 14"/>
                <a:gd name="T3" fmla="*/ 0 h 31"/>
                <a:gd name="T4" fmla="*/ 125 w 14"/>
                <a:gd name="T5" fmla="*/ 150 h 31"/>
                <a:gd name="T6" fmla="*/ 50 w 14"/>
                <a:gd name="T7" fmla="*/ 56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1">
                  <a:moveTo>
                    <a:pt x="5" y="31"/>
                  </a:moveTo>
                  <a:cubicBezTo>
                    <a:pt x="0" y="20"/>
                    <a:pt x="14" y="11"/>
                    <a:pt x="13" y="0"/>
                  </a:cubicBezTo>
                  <a:cubicBezTo>
                    <a:pt x="12" y="5"/>
                    <a:pt x="11" y="5"/>
                    <a:pt x="8" y="8"/>
                  </a:cubicBezTo>
                  <a:cubicBezTo>
                    <a:pt x="2" y="15"/>
                    <a:pt x="3" y="21"/>
                    <a:pt x="3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7" name="Freeform 883">
              <a:extLst>
                <a:ext uri="{FF2B5EF4-FFF2-40B4-BE49-F238E27FC236}">
                  <a16:creationId xmlns:a16="http://schemas.microsoft.com/office/drawing/2014/main" id="{29936011-D4F6-41E6-9D1F-16CA061F5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931"/>
              <a:ext cx="13" cy="67"/>
            </a:xfrm>
            <a:custGeom>
              <a:avLst/>
              <a:gdLst>
                <a:gd name="T0" fmla="*/ 34 w 5"/>
                <a:gd name="T1" fmla="*/ 0 h 25"/>
                <a:gd name="T2" fmla="*/ 68 w 5"/>
                <a:gd name="T3" fmla="*/ 230 h 25"/>
                <a:gd name="T4" fmla="*/ 0 w 5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5">
                  <a:moveTo>
                    <a:pt x="2" y="0"/>
                  </a:moveTo>
                  <a:cubicBezTo>
                    <a:pt x="3" y="5"/>
                    <a:pt x="5" y="7"/>
                    <a:pt x="4" y="12"/>
                  </a:cubicBezTo>
                  <a:cubicBezTo>
                    <a:pt x="3" y="17"/>
                    <a:pt x="1" y="20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8" name="Freeform 884">
              <a:extLst>
                <a:ext uri="{FF2B5EF4-FFF2-40B4-BE49-F238E27FC236}">
                  <a16:creationId xmlns:a16="http://schemas.microsoft.com/office/drawing/2014/main" id="{B3867A94-A002-4437-9D74-64ADC377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870"/>
              <a:ext cx="15" cy="40"/>
            </a:xfrm>
            <a:custGeom>
              <a:avLst/>
              <a:gdLst>
                <a:gd name="T0" fmla="*/ 0 w 6"/>
                <a:gd name="T1" fmla="*/ 285 h 15"/>
                <a:gd name="T2" fmla="*/ 95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15"/>
                  </a:moveTo>
                  <a:cubicBezTo>
                    <a:pt x="0" y="9"/>
                    <a:pt x="4" y="5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9" name="Freeform 885">
              <a:extLst>
                <a:ext uri="{FF2B5EF4-FFF2-40B4-BE49-F238E27FC236}">
                  <a16:creationId xmlns:a16="http://schemas.microsoft.com/office/drawing/2014/main" id="{6D1F40E5-0D07-4FFA-A7E8-C6BEDA644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870"/>
              <a:ext cx="45" cy="72"/>
            </a:xfrm>
            <a:custGeom>
              <a:avLst/>
              <a:gdLst>
                <a:gd name="T0" fmla="*/ 283 w 18"/>
                <a:gd name="T1" fmla="*/ 0 h 27"/>
                <a:gd name="T2" fmla="*/ 20 w 18"/>
                <a:gd name="T3" fmla="*/ 285 h 27"/>
                <a:gd name="T4" fmla="*/ 0 w 18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8" y="2"/>
                    <a:pt x="3" y="5"/>
                    <a:pt x="1" y="15"/>
                  </a:cubicBezTo>
                  <a:cubicBezTo>
                    <a:pt x="1" y="19"/>
                    <a:pt x="2" y="24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0" name="Freeform 886">
              <a:extLst>
                <a:ext uri="{FF2B5EF4-FFF2-40B4-BE49-F238E27FC236}">
                  <a16:creationId xmlns:a16="http://schemas.microsoft.com/office/drawing/2014/main" id="{1E097769-F349-4BEF-B74D-02909D4B3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022"/>
              <a:ext cx="67" cy="32"/>
            </a:xfrm>
            <a:custGeom>
              <a:avLst/>
              <a:gdLst>
                <a:gd name="T0" fmla="*/ 104 w 27"/>
                <a:gd name="T1" fmla="*/ 0 h 12"/>
                <a:gd name="T2" fmla="*/ 74 w 27"/>
                <a:gd name="T3" fmla="*/ 205 h 12"/>
                <a:gd name="T4" fmla="*/ 136 w 27"/>
                <a:gd name="T5" fmla="*/ 171 h 12"/>
                <a:gd name="T6" fmla="*/ 216 w 27"/>
                <a:gd name="T7" fmla="*/ 192 h 12"/>
                <a:gd name="T8" fmla="*/ 320 w 27"/>
                <a:gd name="T9" fmla="*/ 205 h 12"/>
                <a:gd name="T10" fmla="*/ 382 w 27"/>
                <a:gd name="T11" fmla="*/ 192 h 12"/>
                <a:gd name="T12" fmla="*/ 412 w 27"/>
                <a:gd name="T13" fmla="*/ 7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2">
                  <a:moveTo>
                    <a:pt x="7" y="0"/>
                  </a:moveTo>
                  <a:cubicBezTo>
                    <a:pt x="6" y="2"/>
                    <a:pt x="0" y="9"/>
                    <a:pt x="5" y="11"/>
                  </a:cubicBezTo>
                  <a:cubicBezTo>
                    <a:pt x="6" y="12"/>
                    <a:pt x="8" y="10"/>
                    <a:pt x="9" y="9"/>
                  </a:cubicBezTo>
                  <a:cubicBezTo>
                    <a:pt x="11" y="9"/>
                    <a:pt x="12" y="10"/>
                    <a:pt x="14" y="10"/>
                  </a:cubicBezTo>
                  <a:cubicBezTo>
                    <a:pt x="16" y="11"/>
                    <a:pt x="19" y="12"/>
                    <a:pt x="21" y="11"/>
                  </a:cubicBezTo>
                  <a:cubicBezTo>
                    <a:pt x="24" y="11"/>
                    <a:pt x="23" y="12"/>
                    <a:pt x="25" y="10"/>
                  </a:cubicBezTo>
                  <a:cubicBezTo>
                    <a:pt x="26" y="8"/>
                    <a:pt x="25" y="6"/>
                    <a:pt x="27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1" name="Freeform 887">
              <a:extLst>
                <a:ext uri="{FF2B5EF4-FFF2-40B4-BE49-F238E27FC236}">
                  <a16:creationId xmlns:a16="http://schemas.microsoft.com/office/drawing/2014/main" id="{FE4126C7-0F6C-451E-AF71-2457FE360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50"/>
              <a:ext cx="33" cy="91"/>
            </a:xfrm>
            <a:custGeom>
              <a:avLst/>
              <a:gdLst>
                <a:gd name="T0" fmla="*/ 213 w 13"/>
                <a:gd name="T1" fmla="*/ 0 h 34"/>
                <a:gd name="T2" fmla="*/ 0 w 13"/>
                <a:gd name="T3" fmla="*/ 423 h 34"/>
                <a:gd name="T4" fmla="*/ 0 w 13"/>
                <a:gd name="T5" fmla="*/ 594 h 34"/>
                <a:gd name="T6" fmla="*/ 96 w 13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7" y="7"/>
                    <a:pt x="0" y="12"/>
                    <a:pt x="0" y="22"/>
                  </a:cubicBezTo>
                  <a:cubicBezTo>
                    <a:pt x="1" y="25"/>
                    <a:pt x="2" y="29"/>
                    <a:pt x="0" y="31"/>
                  </a:cubicBezTo>
                  <a:cubicBezTo>
                    <a:pt x="2" y="33"/>
                    <a:pt x="5" y="33"/>
                    <a:pt x="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2" name="Freeform 888">
              <a:extLst>
                <a:ext uri="{FF2B5EF4-FFF2-40B4-BE49-F238E27FC236}">
                  <a16:creationId xmlns:a16="http://schemas.microsoft.com/office/drawing/2014/main" id="{F825F2AD-74F2-45C1-9286-C9C2D9A0A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886"/>
              <a:ext cx="5" cy="27"/>
            </a:xfrm>
            <a:custGeom>
              <a:avLst/>
              <a:gdLst>
                <a:gd name="T0" fmla="*/ 0 w 2"/>
                <a:gd name="T1" fmla="*/ 197 h 10"/>
                <a:gd name="T2" fmla="*/ 33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2" y="7"/>
                    <a:pt x="2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3" name="Freeform 889">
              <a:extLst>
                <a:ext uri="{FF2B5EF4-FFF2-40B4-BE49-F238E27FC236}">
                  <a16:creationId xmlns:a16="http://schemas.microsoft.com/office/drawing/2014/main" id="{4526F86D-4CD0-4E03-9ECF-9C9EAC9E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825"/>
              <a:ext cx="38" cy="40"/>
            </a:xfrm>
            <a:custGeom>
              <a:avLst/>
              <a:gdLst>
                <a:gd name="T0" fmla="*/ 0 w 15"/>
                <a:gd name="T1" fmla="*/ 205 h 15"/>
                <a:gd name="T2" fmla="*/ 243 w 1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0" y="11"/>
                  </a:moveTo>
                  <a:cubicBezTo>
                    <a:pt x="8" y="15"/>
                    <a:pt x="13" y="5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4" name="Freeform 890">
              <a:extLst>
                <a:ext uri="{FF2B5EF4-FFF2-40B4-BE49-F238E27FC236}">
                  <a16:creationId xmlns:a16="http://schemas.microsoft.com/office/drawing/2014/main" id="{4B6E8C4E-58B2-4681-8253-CCD789FD6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822"/>
              <a:ext cx="28" cy="91"/>
            </a:xfrm>
            <a:custGeom>
              <a:avLst/>
              <a:gdLst>
                <a:gd name="T0" fmla="*/ 181 w 11"/>
                <a:gd name="T1" fmla="*/ 0 h 34"/>
                <a:gd name="T2" fmla="*/ 84 w 11"/>
                <a:gd name="T3" fmla="*/ 388 h 34"/>
                <a:gd name="T4" fmla="*/ 33 w 11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11" y="0"/>
                  </a:moveTo>
                  <a:cubicBezTo>
                    <a:pt x="11" y="7"/>
                    <a:pt x="10" y="15"/>
                    <a:pt x="5" y="20"/>
                  </a:cubicBezTo>
                  <a:cubicBezTo>
                    <a:pt x="3" y="24"/>
                    <a:pt x="0" y="30"/>
                    <a:pt x="2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5" name="Freeform 891">
              <a:extLst>
                <a:ext uri="{FF2B5EF4-FFF2-40B4-BE49-F238E27FC236}">
                  <a16:creationId xmlns:a16="http://schemas.microsoft.com/office/drawing/2014/main" id="{B4432E38-A155-4E7E-9EA9-E6ED5F94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811"/>
              <a:ext cx="25" cy="64"/>
            </a:xfrm>
            <a:custGeom>
              <a:avLst/>
              <a:gdLst>
                <a:gd name="T0" fmla="*/ 0 w 10"/>
                <a:gd name="T1" fmla="*/ 456 h 24"/>
                <a:gd name="T2" fmla="*/ 63 w 10"/>
                <a:gd name="T3" fmla="*/ 149 h 24"/>
                <a:gd name="T4" fmla="*/ 125 w 1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18"/>
                    <a:pt x="0" y="12"/>
                    <a:pt x="4" y="8"/>
                  </a:cubicBezTo>
                  <a:cubicBezTo>
                    <a:pt x="6" y="5"/>
                    <a:pt x="10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6" name="Freeform 892">
              <a:extLst>
                <a:ext uri="{FF2B5EF4-FFF2-40B4-BE49-F238E27FC236}">
                  <a16:creationId xmlns:a16="http://schemas.microsoft.com/office/drawing/2014/main" id="{217E1C4C-A1B1-4B9A-854F-1E14DB886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846"/>
              <a:ext cx="37" cy="37"/>
            </a:xfrm>
            <a:custGeom>
              <a:avLst/>
              <a:gdLst>
                <a:gd name="T0" fmla="*/ 0 w 15"/>
                <a:gd name="T1" fmla="*/ 259 h 14"/>
                <a:gd name="T2" fmla="*/ 121 w 15"/>
                <a:gd name="T3" fmla="*/ 34 h 14"/>
                <a:gd name="T4" fmla="*/ 224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0" y="10"/>
                    <a:pt x="4" y="4"/>
                    <a:pt x="8" y="2"/>
                  </a:cubicBezTo>
                  <a:cubicBezTo>
                    <a:pt x="10" y="1"/>
                    <a:pt x="13" y="1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7" name="Freeform 893">
              <a:extLst>
                <a:ext uri="{FF2B5EF4-FFF2-40B4-BE49-F238E27FC236}">
                  <a16:creationId xmlns:a16="http://schemas.microsoft.com/office/drawing/2014/main" id="{BB6BCED2-0A1F-4C12-8092-4479034B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881"/>
              <a:ext cx="48" cy="56"/>
            </a:xfrm>
            <a:custGeom>
              <a:avLst/>
              <a:gdLst>
                <a:gd name="T0" fmla="*/ 0 w 19"/>
                <a:gd name="T1" fmla="*/ 397 h 21"/>
                <a:gd name="T2" fmla="*/ 114 w 19"/>
                <a:gd name="T3" fmla="*/ 77 h 21"/>
                <a:gd name="T4" fmla="*/ 306 w 1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21"/>
                  </a:moveTo>
                  <a:cubicBezTo>
                    <a:pt x="4" y="16"/>
                    <a:pt x="1" y="8"/>
                    <a:pt x="7" y="4"/>
                  </a:cubicBezTo>
                  <a:cubicBezTo>
                    <a:pt x="10" y="2"/>
                    <a:pt x="15" y="2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8" name="Freeform 894">
              <a:extLst>
                <a:ext uri="{FF2B5EF4-FFF2-40B4-BE49-F238E27FC236}">
                  <a16:creationId xmlns:a16="http://schemas.microsoft.com/office/drawing/2014/main" id="{70360737-B3E5-4292-B2D0-CFD5DC1DB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721"/>
              <a:ext cx="593" cy="496"/>
            </a:xfrm>
            <a:custGeom>
              <a:avLst/>
              <a:gdLst>
                <a:gd name="T0" fmla="*/ 3681 w 237"/>
                <a:gd name="T1" fmla="*/ 2163 h 186"/>
                <a:gd name="T2" fmla="*/ 3651 w 237"/>
                <a:gd name="T3" fmla="*/ 1992 h 186"/>
                <a:gd name="T4" fmla="*/ 3538 w 237"/>
                <a:gd name="T5" fmla="*/ 1955 h 186"/>
                <a:gd name="T6" fmla="*/ 3463 w 237"/>
                <a:gd name="T7" fmla="*/ 1912 h 186"/>
                <a:gd name="T8" fmla="*/ 3100 w 237"/>
                <a:gd name="T9" fmla="*/ 1728 h 186"/>
                <a:gd name="T10" fmla="*/ 2284 w 237"/>
                <a:gd name="T11" fmla="*/ 1216 h 186"/>
                <a:gd name="T12" fmla="*/ 1251 w 237"/>
                <a:gd name="T13" fmla="*/ 605 h 186"/>
                <a:gd name="T14" fmla="*/ 771 w 237"/>
                <a:gd name="T15" fmla="*/ 307 h 186"/>
                <a:gd name="T16" fmla="*/ 520 w 237"/>
                <a:gd name="T17" fmla="*/ 56 h 186"/>
                <a:gd name="T18" fmla="*/ 395 w 237"/>
                <a:gd name="T19" fmla="*/ 0 h 186"/>
                <a:gd name="T20" fmla="*/ 63 w 237"/>
                <a:gd name="T21" fmla="*/ 947 h 186"/>
                <a:gd name="T22" fmla="*/ 1409 w 237"/>
                <a:gd name="T23" fmla="*/ 3037 h 186"/>
                <a:gd name="T24" fmla="*/ 3180 w 237"/>
                <a:gd name="T25" fmla="*/ 2880 h 186"/>
                <a:gd name="T26" fmla="*/ 3681 w 237"/>
                <a:gd name="T27" fmla="*/ 2240 h 186"/>
                <a:gd name="T28" fmla="*/ 3681 w 237"/>
                <a:gd name="T29" fmla="*/ 2163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7" h="186">
                  <a:moveTo>
                    <a:pt x="235" y="114"/>
                  </a:moveTo>
                  <a:cubicBezTo>
                    <a:pt x="235" y="110"/>
                    <a:pt x="237" y="108"/>
                    <a:pt x="233" y="105"/>
                  </a:cubicBezTo>
                  <a:cubicBezTo>
                    <a:pt x="229" y="102"/>
                    <a:pt x="228" y="104"/>
                    <a:pt x="226" y="103"/>
                  </a:cubicBezTo>
                  <a:cubicBezTo>
                    <a:pt x="225" y="101"/>
                    <a:pt x="226" y="103"/>
                    <a:pt x="221" y="101"/>
                  </a:cubicBezTo>
                  <a:cubicBezTo>
                    <a:pt x="215" y="97"/>
                    <a:pt x="208" y="97"/>
                    <a:pt x="198" y="91"/>
                  </a:cubicBezTo>
                  <a:cubicBezTo>
                    <a:pt x="187" y="85"/>
                    <a:pt x="173" y="76"/>
                    <a:pt x="146" y="64"/>
                  </a:cubicBezTo>
                  <a:cubicBezTo>
                    <a:pt x="119" y="52"/>
                    <a:pt x="101" y="42"/>
                    <a:pt x="80" y="32"/>
                  </a:cubicBezTo>
                  <a:cubicBezTo>
                    <a:pt x="60" y="22"/>
                    <a:pt x="52" y="18"/>
                    <a:pt x="49" y="16"/>
                  </a:cubicBezTo>
                  <a:cubicBezTo>
                    <a:pt x="45" y="13"/>
                    <a:pt x="45" y="10"/>
                    <a:pt x="33" y="3"/>
                  </a:cubicBezTo>
                  <a:cubicBezTo>
                    <a:pt x="31" y="1"/>
                    <a:pt x="28" y="0"/>
                    <a:pt x="25" y="0"/>
                  </a:cubicBezTo>
                  <a:cubicBezTo>
                    <a:pt x="16" y="7"/>
                    <a:pt x="7" y="26"/>
                    <a:pt x="4" y="50"/>
                  </a:cubicBezTo>
                  <a:cubicBezTo>
                    <a:pt x="0" y="77"/>
                    <a:pt x="34" y="135"/>
                    <a:pt x="90" y="160"/>
                  </a:cubicBezTo>
                  <a:cubicBezTo>
                    <a:pt x="146" y="186"/>
                    <a:pt x="189" y="157"/>
                    <a:pt x="203" y="152"/>
                  </a:cubicBezTo>
                  <a:cubicBezTo>
                    <a:pt x="216" y="147"/>
                    <a:pt x="229" y="137"/>
                    <a:pt x="235" y="118"/>
                  </a:cubicBezTo>
                  <a:cubicBezTo>
                    <a:pt x="235" y="117"/>
                    <a:pt x="235" y="116"/>
                    <a:pt x="235" y="1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9" name="Freeform 895">
              <a:extLst>
                <a:ext uri="{FF2B5EF4-FFF2-40B4-BE49-F238E27FC236}">
                  <a16:creationId xmlns:a16="http://schemas.microsoft.com/office/drawing/2014/main" id="{9DAF4DA0-3137-4FD0-844D-969B61059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26"/>
              <a:ext cx="538" cy="403"/>
            </a:xfrm>
            <a:custGeom>
              <a:avLst/>
              <a:gdLst>
                <a:gd name="T0" fmla="*/ 3276 w 215"/>
                <a:gd name="T1" fmla="*/ 1882 h 151"/>
                <a:gd name="T2" fmla="*/ 2913 w 215"/>
                <a:gd name="T3" fmla="*/ 1695 h 151"/>
                <a:gd name="T4" fmla="*/ 2097 w 215"/>
                <a:gd name="T5" fmla="*/ 1174 h 151"/>
                <a:gd name="T6" fmla="*/ 1063 w 215"/>
                <a:gd name="T7" fmla="*/ 571 h 151"/>
                <a:gd name="T8" fmla="*/ 583 w 215"/>
                <a:gd name="T9" fmla="*/ 264 h 151"/>
                <a:gd name="T10" fmla="*/ 333 w 215"/>
                <a:gd name="T11" fmla="*/ 21 h 151"/>
                <a:gd name="T12" fmla="*/ 313 w 215"/>
                <a:gd name="T13" fmla="*/ 0 h 151"/>
                <a:gd name="T14" fmla="*/ 50 w 215"/>
                <a:gd name="T15" fmla="*/ 649 h 151"/>
                <a:gd name="T16" fmla="*/ 771 w 215"/>
                <a:gd name="T17" fmla="*/ 2151 h 151"/>
                <a:gd name="T18" fmla="*/ 2555 w 215"/>
                <a:gd name="T19" fmla="*/ 2722 h 151"/>
                <a:gd name="T20" fmla="*/ 3318 w 215"/>
                <a:gd name="T21" fmla="*/ 2207 h 151"/>
                <a:gd name="T22" fmla="*/ 3351 w 215"/>
                <a:gd name="T23" fmla="*/ 1903 h 151"/>
                <a:gd name="T24" fmla="*/ 3276 w 215"/>
                <a:gd name="T25" fmla="*/ 1882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" h="151">
                  <a:moveTo>
                    <a:pt x="209" y="99"/>
                  </a:moveTo>
                  <a:cubicBezTo>
                    <a:pt x="203" y="95"/>
                    <a:pt x="196" y="95"/>
                    <a:pt x="186" y="89"/>
                  </a:cubicBezTo>
                  <a:cubicBezTo>
                    <a:pt x="175" y="83"/>
                    <a:pt x="161" y="74"/>
                    <a:pt x="134" y="62"/>
                  </a:cubicBezTo>
                  <a:cubicBezTo>
                    <a:pt x="107" y="50"/>
                    <a:pt x="89" y="40"/>
                    <a:pt x="68" y="30"/>
                  </a:cubicBezTo>
                  <a:cubicBezTo>
                    <a:pt x="48" y="20"/>
                    <a:pt x="40" y="16"/>
                    <a:pt x="37" y="14"/>
                  </a:cubicBezTo>
                  <a:cubicBezTo>
                    <a:pt x="33" y="11"/>
                    <a:pt x="33" y="8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13" y="8"/>
                    <a:pt x="5" y="19"/>
                    <a:pt x="3" y="34"/>
                  </a:cubicBezTo>
                  <a:cubicBezTo>
                    <a:pt x="0" y="52"/>
                    <a:pt x="16" y="91"/>
                    <a:pt x="49" y="113"/>
                  </a:cubicBezTo>
                  <a:cubicBezTo>
                    <a:pt x="79" y="133"/>
                    <a:pt x="127" y="151"/>
                    <a:pt x="163" y="143"/>
                  </a:cubicBezTo>
                  <a:cubicBezTo>
                    <a:pt x="191" y="137"/>
                    <a:pt x="207" y="129"/>
                    <a:pt x="212" y="116"/>
                  </a:cubicBezTo>
                  <a:cubicBezTo>
                    <a:pt x="215" y="111"/>
                    <a:pt x="215" y="106"/>
                    <a:pt x="214" y="100"/>
                  </a:cubicBezTo>
                  <a:cubicBezTo>
                    <a:pt x="213" y="99"/>
                    <a:pt x="214" y="100"/>
                    <a:pt x="209" y="9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0" name="Freeform 896">
              <a:extLst>
                <a:ext uri="{FF2B5EF4-FFF2-40B4-BE49-F238E27FC236}">
                  <a16:creationId xmlns:a16="http://schemas.microsoft.com/office/drawing/2014/main" id="{B6223437-D711-43EA-B8E1-7026F2591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993"/>
              <a:ext cx="22" cy="37"/>
            </a:xfrm>
            <a:custGeom>
              <a:avLst/>
              <a:gdLst>
                <a:gd name="T0" fmla="*/ 103 w 9"/>
                <a:gd name="T1" fmla="*/ 56 h 14"/>
                <a:gd name="T2" fmla="*/ 0 w 9"/>
                <a:gd name="T3" fmla="*/ 21 h 14"/>
                <a:gd name="T4" fmla="*/ 0 w 9"/>
                <a:gd name="T5" fmla="*/ 0 h 14"/>
                <a:gd name="T6" fmla="*/ 0 w 9"/>
                <a:gd name="T7" fmla="*/ 204 h 14"/>
                <a:gd name="T8" fmla="*/ 132 w 9"/>
                <a:gd name="T9" fmla="*/ 148 h 14"/>
                <a:gd name="T10" fmla="*/ 103 w 9"/>
                <a:gd name="T11" fmla="*/ 5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4">
                  <a:moveTo>
                    <a:pt x="7" y="3"/>
                  </a:moveTo>
                  <a:cubicBezTo>
                    <a:pt x="3" y="0"/>
                    <a:pt x="2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8"/>
                    <a:pt x="0" y="11"/>
                  </a:cubicBezTo>
                  <a:cubicBezTo>
                    <a:pt x="2" y="14"/>
                    <a:pt x="8" y="14"/>
                    <a:pt x="9" y="8"/>
                  </a:cubicBezTo>
                  <a:cubicBezTo>
                    <a:pt x="9" y="6"/>
                    <a:pt x="9" y="5"/>
                    <a:pt x="7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1" name="Freeform 897">
              <a:extLst>
                <a:ext uri="{FF2B5EF4-FFF2-40B4-BE49-F238E27FC236}">
                  <a16:creationId xmlns:a16="http://schemas.microsoft.com/office/drawing/2014/main" id="{1D691AC6-BCB6-49B0-BF97-9C7610608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731"/>
              <a:ext cx="520" cy="387"/>
            </a:xfrm>
            <a:custGeom>
              <a:avLst/>
              <a:gdLst>
                <a:gd name="T0" fmla="*/ 2863 w 208"/>
                <a:gd name="T1" fmla="*/ 1652 h 145"/>
                <a:gd name="T2" fmla="*/ 2050 w 208"/>
                <a:gd name="T3" fmla="*/ 1140 h 145"/>
                <a:gd name="T4" fmla="*/ 1020 w 208"/>
                <a:gd name="T5" fmla="*/ 534 h 145"/>
                <a:gd name="T6" fmla="*/ 533 w 208"/>
                <a:gd name="T7" fmla="*/ 227 h 145"/>
                <a:gd name="T8" fmla="*/ 313 w 208"/>
                <a:gd name="T9" fmla="*/ 0 h 145"/>
                <a:gd name="T10" fmla="*/ 50 w 208"/>
                <a:gd name="T11" fmla="*/ 627 h 145"/>
                <a:gd name="T12" fmla="*/ 750 w 208"/>
                <a:gd name="T13" fmla="*/ 2052 h 145"/>
                <a:gd name="T14" fmla="*/ 2500 w 208"/>
                <a:gd name="T15" fmla="*/ 2621 h 145"/>
                <a:gd name="T16" fmla="*/ 3238 w 208"/>
                <a:gd name="T17" fmla="*/ 2095 h 145"/>
                <a:gd name="T18" fmla="*/ 3220 w 208"/>
                <a:gd name="T19" fmla="*/ 1844 h 145"/>
                <a:gd name="T20" fmla="*/ 2863 w 208"/>
                <a:gd name="T21" fmla="*/ 1652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145">
                  <a:moveTo>
                    <a:pt x="183" y="87"/>
                  </a:moveTo>
                  <a:cubicBezTo>
                    <a:pt x="172" y="81"/>
                    <a:pt x="158" y="72"/>
                    <a:pt x="131" y="60"/>
                  </a:cubicBezTo>
                  <a:cubicBezTo>
                    <a:pt x="104" y="48"/>
                    <a:pt x="86" y="38"/>
                    <a:pt x="65" y="28"/>
                  </a:cubicBezTo>
                  <a:cubicBezTo>
                    <a:pt x="45" y="18"/>
                    <a:pt x="37" y="14"/>
                    <a:pt x="34" y="12"/>
                  </a:cubicBezTo>
                  <a:cubicBezTo>
                    <a:pt x="30" y="9"/>
                    <a:pt x="30" y="6"/>
                    <a:pt x="20" y="0"/>
                  </a:cubicBezTo>
                  <a:cubicBezTo>
                    <a:pt x="12" y="7"/>
                    <a:pt x="5" y="19"/>
                    <a:pt x="3" y="33"/>
                  </a:cubicBezTo>
                  <a:cubicBezTo>
                    <a:pt x="0" y="49"/>
                    <a:pt x="15" y="87"/>
                    <a:pt x="48" y="108"/>
                  </a:cubicBezTo>
                  <a:cubicBezTo>
                    <a:pt x="80" y="130"/>
                    <a:pt x="127" y="145"/>
                    <a:pt x="160" y="138"/>
                  </a:cubicBezTo>
                  <a:cubicBezTo>
                    <a:pt x="183" y="133"/>
                    <a:pt x="203" y="125"/>
                    <a:pt x="207" y="110"/>
                  </a:cubicBezTo>
                  <a:cubicBezTo>
                    <a:pt x="208" y="106"/>
                    <a:pt x="208" y="101"/>
                    <a:pt x="206" y="97"/>
                  </a:cubicBezTo>
                  <a:cubicBezTo>
                    <a:pt x="200" y="93"/>
                    <a:pt x="193" y="93"/>
                    <a:pt x="183" y="87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2" name="Freeform 898">
              <a:extLst>
                <a:ext uri="{FF2B5EF4-FFF2-40B4-BE49-F238E27FC236}">
                  <a16:creationId xmlns:a16="http://schemas.microsoft.com/office/drawing/2014/main" id="{F4004EB0-0E0F-4FA5-A136-745CFACB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761"/>
              <a:ext cx="430" cy="325"/>
            </a:xfrm>
            <a:custGeom>
              <a:avLst/>
              <a:gdLst>
                <a:gd name="T0" fmla="*/ 2583 w 172"/>
                <a:gd name="T1" fmla="*/ 1455 h 122"/>
                <a:gd name="T2" fmla="*/ 2488 w 172"/>
                <a:gd name="T3" fmla="*/ 1361 h 122"/>
                <a:gd name="T4" fmla="*/ 1800 w 172"/>
                <a:gd name="T5" fmla="*/ 930 h 122"/>
                <a:gd name="T6" fmla="*/ 770 w 172"/>
                <a:gd name="T7" fmla="*/ 320 h 122"/>
                <a:gd name="T8" fmla="*/ 283 w 172"/>
                <a:gd name="T9" fmla="*/ 21 h 122"/>
                <a:gd name="T10" fmla="*/ 270 w 172"/>
                <a:gd name="T11" fmla="*/ 0 h 122"/>
                <a:gd name="T12" fmla="*/ 33 w 172"/>
                <a:gd name="T13" fmla="*/ 490 h 122"/>
                <a:gd name="T14" fmla="*/ 1063 w 172"/>
                <a:gd name="T15" fmla="*/ 1987 h 122"/>
                <a:gd name="T16" fmla="*/ 2408 w 172"/>
                <a:gd name="T17" fmla="*/ 2022 h 122"/>
                <a:gd name="T18" fmla="*/ 2583 w 172"/>
                <a:gd name="T19" fmla="*/ 1455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2" h="122">
                  <a:moveTo>
                    <a:pt x="165" y="77"/>
                  </a:moveTo>
                  <a:cubicBezTo>
                    <a:pt x="163" y="76"/>
                    <a:pt x="161" y="74"/>
                    <a:pt x="159" y="72"/>
                  </a:cubicBezTo>
                  <a:cubicBezTo>
                    <a:pt x="149" y="66"/>
                    <a:pt x="137" y="58"/>
                    <a:pt x="115" y="49"/>
                  </a:cubicBezTo>
                  <a:cubicBezTo>
                    <a:pt x="88" y="37"/>
                    <a:pt x="70" y="27"/>
                    <a:pt x="49" y="17"/>
                  </a:cubicBezTo>
                  <a:cubicBezTo>
                    <a:pt x="29" y="7"/>
                    <a:pt x="21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9" y="7"/>
                    <a:pt x="3" y="12"/>
                    <a:pt x="2" y="26"/>
                  </a:cubicBezTo>
                  <a:cubicBezTo>
                    <a:pt x="0" y="42"/>
                    <a:pt x="17" y="89"/>
                    <a:pt x="68" y="105"/>
                  </a:cubicBezTo>
                  <a:cubicBezTo>
                    <a:pt x="119" y="122"/>
                    <a:pt x="141" y="115"/>
                    <a:pt x="154" y="107"/>
                  </a:cubicBezTo>
                  <a:cubicBezTo>
                    <a:pt x="167" y="99"/>
                    <a:pt x="172" y="85"/>
                    <a:pt x="165" y="7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3" name="Freeform 899">
              <a:extLst>
                <a:ext uri="{FF2B5EF4-FFF2-40B4-BE49-F238E27FC236}">
                  <a16:creationId xmlns:a16="http://schemas.microsoft.com/office/drawing/2014/main" id="{3507FCBF-402F-4E47-86E5-010A828E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878"/>
              <a:ext cx="35" cy="56"/>
            </a:xfrm>
            <a:custGeom>
              <a:avLst/>
              <a:gdLst>
                <a:gd name="T0" fmla="*/ 158 w 14"/>
                <a:gd name="T1" fmla="*/ 21 h 21"/>
                <a:gd name="T2" fmla="*/ 33 w 14"/>
                <a:gd name="T3" fmla="*/ 149 h 21"/>
                <a:gd name="T4" fmla="*/ 83 w 14"/>
                <a:gd name="T5" fmla="*/ 363 h 21"/>
                <a:gd name="T6" fmla="*/ 175 w 1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10" y="1"/>
                  </a:moveTo>
                  <a:cubicBezTo>
                    <a:pt x="6" y="2"/>
                    <a:pt x="3" y="4"/>
                    <a:pt x="2" y="8"/>
                  </a:cubicBezTo>
                  <a:cubicBezTo>
                    <a:pt x="1" y="11"/>
                    <a:pt x="0" y="18"/>
                    <a:pt x="5" y="19"/>
                  </a:cubicBezTo>
                  <a:cubicBezTo>
                    <a:pt x="14" y="21"/>
                    <a:pt x="13" y="4"/>
                    <a:pt x="11" y="0"/>
                  </a:cubicBezTo>
                </a:path>
              </a:pathLst>
            </a:custGeom>
            <a:solidFill>
              <a:srgbClr val="F4E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4" name="Freeform 900">
              <a:extLst>
                <a:ext uri="{FF2B5EF4-FFF2-40B4-BE49-F238E27FC236}">
                  <a16:creationId xmlns:a16="http://schemas.microsoft.com/office/drawing/2014/main" id="{E569B552-45BF-4FDC-A360-2CF844592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878"/>
              <a:ext cx="35" cy="56"/>
            </a:xfrm>
            <a:custGeom>
              <a:avLst/>
              <a:gdLst>
                <a:gd name="T0" fmla="*/ 158 w 14"/>
                <a:gd name="T1" fmla="*/ 21 h 21"/>
                <a:gd name="T2" fmla="*/ 33 w 14"/>
                <a:gd name="T3" fmla="*/ 149 h 21"/>
                <a:gd name="T4" fmla="*/ 83 w 14"/>
                <a:gd name="T5" fmla="*/ 363 h 21"/>
                <a:gd name="T6" fmla="*/ 175 w 1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10" y="1"/>
                  </a:moveTo>
                  <a:cubicBezTo>
                    <a:pt x="6" y="2"/>
                    <a:pt x="3" y="4"/>
                    <a:pt x="2" y="8"/>
                  </a:cubicBezTo>
                  <a:cubicBezTo>
                    <a:pt x="1" y="11"/>
                    <a:pt x="0" y="18"/>
                    <a:pt x="5" y="19"/>
                  </a:cubicBezTo>
                  <a:cubicBezTo>
                    <a:pt x="14" y="21"/>
                    <a:pt x="13" y="4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5" name="Freeform 901">
              <a:extLst>
                <a:ext uri="{FF2B5EF4-FFF2-40B4-BE49-F238E27FC236}">
                  <a16:creationId xmlns:a16="http://schemas.microsoft.com/office/drawing/2014/main" id="{738785F6-40A2-478D-AA14-CE46CF66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889"/>
              <a:ext cx="18" cy="26"/>
            </a:xfrm>
            <a:custGeom>
              <a:avLst/>
              <a:gdLst>
                <a:gd name="T0" fmla="*/ 118 w 7"/>
                <a:gd name="T1" fmla="*/ 0 h 10"/>
                <a:gd name="T2" fmla="*/ 67 w 7"/>
                <a:gd name="T3" fmla="*/ 177 h 10"/>
                <a:gd name="T4" fmla="*/ 118 w 7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4" y="2"/>
                    <a:pt x="0" y="6"/>
                    <a:pt x="4" y="10"/>
                  </a:cubicBezTo>
                  <a:cubicBezTo>
                    <a:pt x="5" y="7"/>
                    <a:pt x="4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1" name="three-fresh-ripe-strawberries">
            <a:extLst>
              <a:ext uri="{FF2B5EF4-FFF2-40B4-BE49-F238E27FC236}">
                <a16:creationId xmlns:a16="http://schemas.microsoft.com/office/drawing/2014/main" id="{B910552B-F34A-4FAD-92B7-E294239DF1BE}"/>
              </a:ext>
            </a:extLst>
          </p:cNvPr>
          <p:cNvGrpSpPr>
            <a:grpSpLocks/>
          </p:cNvGrpSpPr>
          <p:nvPr/>
        </p:nvGrpSpPr>
        <p:grpSpPr bwMode="auto">
          <a:xfrm>
            <a:off x="3629025" y="1554163"/>
            <a:ext cx="1892300" cy="1931987"/>
            <a:chOff x="2156" y="2061"/>
            <a:chExt cx="771" cy="787"/>
          </a:xfrm>
        </p:grpSpPr>
        <p:grpSp>
          <p:nvGrpSpPr>
            <p:cNvPr id="51756" name="Group 903">
              <a:extLst>
                <a:ext uri="{FF2B5EF4-FFF2-40B4-BE49-F238E27FC236}">
                  <a16:creationId xmlns:a16="http://schemas.microsoft.com/office/drawing/2014/main" id="{A2B1FBAD-9047-4BBC-870E-3A2309E510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1" y="2061"/>
              <a:ext cx="366" cy="488"/>
              <a:chOff x="2561" y="2061"/>
              <a:chExt cx="366" cy="488"/>
            </a:xfrm>
          </p:grpSpPr>
          <p:sp>
            <p:nvSpPr>
              <p:cNvPr id="52208" name="Freeform 904">
                <a:extLst>
                  <a:ext uri="{FF2B5EF4-FFF2-40B4-BE49-F238E27FC236}">
                    <a16:creationId xmlns:a16="http://schemas.microsoft.com/office/drawing/2014/main" id="{BC96E272-E069-4F69-8416-ABE56A687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139"/>
                <a:ext cx="366" cy="410"/>
              </a:xfrm>
              <a:custGeom>
                <a:avLst/>
                <a:gdLst>
                  <a:gd name="T0" fmla="*/ 175 w 146"/>
                  <a:gd name="T1" fmla="*/ 546 h 154"/>
                  <a:gd name="T2" fmla="*/ 1181 w 146"/>
                  <a:gd name="T3" fmla="*/ 21 h 154"/>
                  <a:gd name="T4" fmla="*/ 1702 w 146"/>
                  <a:gd name="T5" fmla="*/ 282 h 154"/>
                  <a:gd name="T6" fmla="*/ 2031 w 146"/>
                  <a:gd name="T7" fmla="*/ 602 h 154"/>
                  <a:gd name="T8" fmla="*/ 2061 w 146"/>
                  <a:gd name="T9" fmla="*/ 2021 h 154"/>
                  <a:gd name="T10" fmla="*/ 617 w 146"/>
                  <a:gd name="T11" fmla="*/ 2793 h 154"/>
                  <a:gd name="T12" fmla="*/ 20 w 146"/>
                  <a:gd name="T13" fmla="*/ 1475 h 154"/>
                  <a:gd name="T14" fmla="*/ 175 w 146"/>
                  <a:gd name="T15" fmla="*/ 546 h 1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54">
                    <a:moveTo>
                      <a:pt x="11" y="29"/>
                    </a:moveTo>
                    <a:cubicBezTo>
                      <a:pt x="20" y="12"/>
                      <a:pt x="58" y="0"/>
                      <a:pt x="75" y="1"/>
                    </a:cubicBezTo>
                    <a:cubicBezTo>
                      <a:pt x="91" y="3"/>
                      <a:pt x="91" y="2"/>
                      <a:pt x="108" y="15"/>
                    </a:cubicBezTo>
                    <a:cubicBezTo>
                      <a:pt x="120" y="24"/>
                      <a:pt x="122" y="25"/>
                      <a:pt x="129" y="32"/>
                    </a:cubicBezTo>
                    <a:cubicBezTo>
                      <a:pt x="143" y="44"/>
                      <a:pt x="146" y="78"/>
                      <a:pt x="131" y="107"/>
                    </a:cubicBezTo>
                    <a:cubicBezTo>
                      <a:pt x="114" y="135"/>
                      <a:pt x="54" y="154"/>
                      <a:pt x="39" y="148"/>
                    </a:cubicBezTo>
                    <a:cubicBezTo>
                      <a:pt x="23" y="143"/>
                      <a:pt x="2" y="103"/>
                      <a:pt x="1" y="78"/>
                    </a:cubicBezTo>
                    <a:cubicBezTo>
                      <a:pt x="0" y="52"/>
                      <a:pt x="2" y="43"/>
                      <a:pt x="11" y="29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9" name="Freeform 905">
                <a:extLst>
                  <a:ext uri="{FF2B5EF4-FFF2-40B4-BE49-F238E27FC236}">
                    <a16:creationId xmlns:a16="http://schemas.microsoft.com/office/drawing/2014/main" id="{2575F63B-7937-41CC-A00C-EAA651A26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139"/>
                <a:ext cx="366" cy="410"/>
              </a:xfrm>
              <a:custGeom>
                <a:avLst/>
                <a:gdLst>
                  <a:gd name="T0" fmla="*/ 175 w 146"/>
                  <a:gd name="T1" fmla="*/ 546 h 154"/>
                  <a:gd name="T2" fmla="*/ 1168 w 146"/>
                  <a:gd name="T3" fmla="*/ 21 h 154"/>
                  <a:gd name="T4" fmla="*/ 1685 w 146"/>
                  <a:gd name="T5" fmla="*/ 282 h 154"/>
                  <a:gd name="T6" fmla="*/ 2018 w 146"/>
                  <a:gd name="T7" fmla="*/ 602 h 154"/>
                  <a:gd name="T8" fmla="*/ 2048 w 146"/>
                  <a:gd name="T9" fmla="*/ 2021 h 154"/>
                  <a:gd name="T10" fmla="*/ 597 w 146"/>
                  <a:gd name="T11" fmla="*/ 2793 h 154"/>
                  <a:gd name="T12" fmla="*/ 20 w 146"/>
                  <a:gd name="T13" fmla="*/ 1475 h 154"/>
                  <a:gd name="T14" fmla="*/ 175 w 146"/>
                  <a:gd name="T15" fmla="*/ 546 h 1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54">
                    <a:moveTo>
                      <a:pt x="11" y="29"/>
                    </a:moveTo>
                    <a:cubicBezTo>
                      <a:pt x="20" y="12"/>
                      <a:pt x="58" y="0"/>
                      <a:pt x="74" y="1"/>
                    </a:cubicBezTo>
                    <a:cubicBezTo>
                      <a:pt x="91" y="3"/>
                      <a:pt x="91" y="2"/>
                      <a:pt x="107" y="15"/>
                    </a:cubicBezTo>
                    <a:cubicBezTo>
                      <a:pt x="119" y="24"/>
                      <a:pt x="121" y="25"/>
                      <a:pt x="128" y="32"/>
                    </a:cubicBezTo>
                    <a:cubicBezTo>
                      <a:pt x="143" y="44"/>
                      <a:pt x="146" y="78"/>
                      <a:pt x="130" y="107"/>
                    </a:cubicBezTo>
                    <a:cubicBezTo>
                      <a:pt x="114" y="135"/>
                      <a:pt x="54" y="154"/>
                      <a:pt x="38" y="148"/>
                    </a:cubicBezTo>
                    <a:cubicBezTo>
                      <a:pt x="22" y="143"/>
                      <a:pt x="2" y="103"/>
                      <a:pt x="1" y="78"/>
                    </a:cubicBezTo>
                    <a:cubicBezTo>
                      <a:pt x="0" y="52"/>
                      <a:pt x="2" y="43"/>
                      <a:pt x="11" y="29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0" name="Freeform 906">
                <a:extLst>
                  <a:ext uri="{FF2B5EF4-FFF2-40B4-BE49-F238E27FC236}">
                    <a16:creationId xmlns:a16="http://schemas.microsoft.com/office/drawing/2014/main" id="{C82DCAB1-77BA-4B1C-B442-3166DD1E41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91" y="2061"/>
                <a:ext cx="156" cy="112"/>
              </a:xfrm>
              <a:custGeom>
                <a:avLst/>
                <a:gdLst>
                  <a:gd name="T0" fmla="*/ 33 w 62"/>
                  <a:gd name="T1" fmla="*/ 227 h 42"/>
                  <a:gd name="T2" fmla="*/ 63 w 62"/>
                  <a:gd name="T3" fmla="*/ 605 h 42"/>
                  <a:gd name="T4" fmla="*/ 367 w 62"/>
                  <a:gd name="T5" fmla="*/ 568 h 42"/>
                  <a:gd name="T6" fmla="*/ 413 w 62"/>
                  <a:gd name="T7" fmla="*/ 568 h 42"/>
                  <a:gd name="T8" fmla="*/ 33 w 62"/>
                  <a:gd name="T9" fmla="*/ 227 h 42"/>
                  <a:gd name="T10" fmla="*/ 830 w 62"/>
                  <a:gd name="T11" fmla="*/ 0 h 42"/>
                  <a:gd name="T12" fmla="*/ 430 w 62"/>
                  <a:gd name="T13" fmla="*/ 568 h 42"/>
                  <a:gd name="T14" fmla="*/ 861 w 62"/>
                  <a:gd name="T15" fmla="*/ 797 h 42"/>
                  <a:gd name="T16" fmla="*/ 830 w 62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42">
                    <a:moveTo>
                      <a:pt x="2" y="12"/>
                    </a:moveTo>
                    <a:cubicBezTo>
                      <a:pt x="0" y="15"/>
                      <a:pt x="2" y="24"/>
                      <a:pt x="4" y="32"/>
                    </a:cubicBezTo>
                    <a:cubicBezTo>
                      <a:pt x="12" y="30"/>
                      <a:pt x="18" y="30"/>
                      <a:pt x="23" y="30"/>
                    </a:cubicBezTo>
                    <a:cubicBezTo>
                      <a:pt x="24" y="30"/>
                      <a:pt x="25" y="30"/>
                      <a:pt x="26" y="30"/>
                    </a:cubicBezTo>
                    <a:cubicBezTo>
                      <a:pt x="21" y="21"/>
                      <a:pt x="6" y="11"/>
                      <a:pt x="2" y="12"/>
                    </a:cubicBezTo>
                    <a:close/>
                    <a:moveTo>
                      <a:pt x="52" y="0"/>
                    </a:moveTo>
                    <a:cubicBezTo>
                      <a:pt x="49" y="2"/>
                      <a:pt x="30" y="15"/>
                      <a:pt x="27" y="30"/>
                    </a:cubicBezTo>
                    <a:cubicBezTo>
                      <a:pt x="39" y="31"/>
                      <a:pt x="41" y="32"/>
                      <a:pt x="54" y="42"/>
                    </a:cubicBezTo>
                    <a:cubicBezTo>
                      <a:pt x="62" y="26"/>
                      <a:pt x="57" y="4"/>
                      <a:pt x="52" y="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1" name="Freeform 907">
                <a:extLst>
                  <a:ext uri="{FF2B5EF4-FFF2-40B4-BE49-F238E27FC236}">
                    <a16:creationId xmlns:a16="http://schemas.microsoft.com/office/drawing/2014/main" id="{69374C9F-01D3-4C9F-8CBE-5AF1B02EC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165"/>
                <a:ext cx="65" cy="54"/>
              </a:xfrm>
              <a:custGeom>
                <a:avLst/>
                <a:gdLst>
                  <a:gd name="T0" fmla="*/ 283 w 26"/>
                  <a:gd name="T1" fmla="*/ 394 h 20"/>
                  <a:gd name="T2" fmla="*/ 363 w 26"/>
                  <a:gd name="T3" fmla="*/ 22 h 20"/>
                  <a:gd name="T4" fmla="*/ 0 w 26"/>
                  <a:gd name="T5" fmla="*/ 116 h 20"/>
                  <a:gd name="T6" fmla="*/ 283 w 26"/>
                  <a:gd name="T7" fmla="*/ 3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0">
                    <a:moveTo>
                      <a:pt x="18" y="20"/>
                    </a:moveTo>
                    <a:cubicBezTo>
                      <a:pt x="23" y="12"/>
                      <a:pt x="26" y="2"/>
                      <a:pt x="23" y="1"/>
                    </a:cubicBezTo>
                    <a:cubicBezTo>
                      <a:pt x="19" y="1"/>
                      <a:pt x="9" y="0"/>
                      <a:pt x="0" y="6"/>
                    </a:cubicBezTo>
                    <a:cubicBezTo>
                      <a:pt x="10" y="13"/>
                      <a:pt x="13" y="15"/>
                      <a:pt x="18" y="2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2" name="Freeform 908">
                <a:extLst>
                  <a:ext uri="{FF2B5EF4-FFF2-40B4-BE49-F238E27FC236}">
                    <a16:creationId xmlns:a16="http://schemas.microsoft.com/office/drawing/2014/main" id="{96353725-309C-462A-890A-2A91F9D9F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128"/>
                <a:ext cx="80" cy="45"/>
              </a:xfrm>
              <a:custGeom>
                <a:avLst/>
                <a:gdLst>
                  <a:gd name="T0" fmla="*/ 500 w 32"/>
                  <a:gd name="T1" fmla="*/ 148 h 17"/>
                  <a:gd name="T2" fmla="*/ 50 w 32"/>
                  <a:gd name="T3" fmla="*/ 77 h 17"/>
                  <a:gd name="T4" fmla="*/ 113 w 32"/>
                  <a:gd name="T5" fmla="*/ 315 h 17"/>
                  <a:gd name="T6" fmla="*/ 500 w 32"/>
                  <a:gd name="T7" fmla="*/ 14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7">
                    <a:moveTo>
                      <a:pt x="32" y="8"/>
                    </a:moveTo>
                    <a:cubicBezTo>
                      <a:pt x="19" y="5"/>
                      <a:pt x="8" y="10"/>
                      <a:pt x="3" y="4"/>
                    </a:cubicBezTo>
                    <a:cubicBezTo>
                      <a:pt x="0" y="0"/>
                      <a:pt x="4" y="10"/>
                      <a:pt x="7" y="17"/>
                    </a:cubicBezTo>
                    <a:cubicBezTo>
                      <a:pt x="15" y="13"/>
                      <a:pt x="24" y="10"/>
                      <a:pt x="32" y="8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3" name="Freeform 909">
                <a:extLst>
                  <a:ext uri="{FF2B5EF4-FFF2-40B4-BE49-F238E27FC236}">
                    <a16:creationId xmlns:a16="http://schemas.microsoft.com/office/drawing/2014/main" id="{C4DA23B8-6DB7-4DD3-8C43-739697A2D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123"/>
                <a:ext cx="65" cy="58"/>
              </a:xfrm>
              <a:custGeom>
                <a:avLst/>
                <a:gdLst>
                  <a:gd name="T0" fmla="*/ 0 w 26"/>
                  <a:gd name="T1" fmla="*/ 348 h 22"/>
                  <a:gd name="T2" fmla="*/ 33 w 26"/>
                  <a:gd name="T3" fmla="*/ 382 h 22"/>
                  <a:gd name="T4" fmla="*/ 50 w 26"/>
                  <a:gd name="T5" fmla="*/ 403 h 22"/>
                  <a:gd name="T6" fmla="*/ 83 w 26"/>
                  <a:gd name="T7" fmla="*/ 382 h 22"/>
                  <a:gd name="T8" fmla="*/ 158 w 26"/>
                  <a:gd name="T9" fmla="*/ 182 h 22"/>
                  <a:gd name="T10" fmla="*/ 395 w 26"/>
                  <a:gd name="T11" fmla="*/ 55 h 22"/>
                  <a:gd name="T12" fmla="*/ 375 w 26"/>
                  <a:gd name="T13" fmla="*/ 0 h 22"/>
                  <a:gd name="T14" fmla="*/ 0 w 26"/>
                  <a:gd name="T15" fmla="*/ 327 h 22"/>
                  <a:gd name="T16" fmla="*/ 0 w 26"/>
                  <a:gd name="T17" fmla="*/ 348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2">
                    <a:moveTo>
                      <a:pt x="0" y="19"/>
                    </a:moveTo>
                    <a:cubicBezTo>
                      <a:pt x="0" y="20"/>
                      <a:pt x="1" y="20"/>
                      <a:pt x="2" y="21"/>
                    </a:cubicBezTo>
                    <a:cubicBezTo>
                      <a:pt x="2" y="21"/>
                      <a:pt x="3" y="21"/>
                      <a:pt x="3" y="22"/>
                    </a:cubicBezTo>
                    <a:cubicBezTo>
                      <a:pt x="4" y="21"/>
                      <a:pt x="4" y="21"/>
                      <a:pt x="5" y="21"/>
                    </a:cubicBezTo>
                    <a:cubicBezTo>
                      <a:pt x="6" y="17"/>
                      <a:pt x="8" y="13"/>
                      <a:pt x="10" y="10"/>
                    </a:cubicBezTo>
                    <a:cubicBezTo>
                      <a:pt x="13" y="7"/>
                      <a:pt x="20" y="2"/>
                      <a:pt x="25" y="3"/>
                    </a:cubicBezTo>
                    <a:cubicBezTo>
                      <a:pt x="26" y="2"/>
                      <a:pt x="25" y="0"/>
                      <a:pt x="24" y="0"/>
                    </a:cubicBezTo>
                    <a:cubicBezTo>
                      <a:pt x="14" y="0"/>
                      <a:pt x="5" y="9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4" name="Freeform 910">
                <a:extLst>
                  <a:ext uri="{FF2B5EF4-FFF2-40B4-BE49-F238E27FC236}">
                    <a16:creationId xmlns:a16="http://schemas.microsoft.com/office/drawing/2014/main" id="{E808BCAC-5323-4E87-807E-D273EFCE9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069"/>
                <a:ext cx="56" cy="67"/>
              </a:xfrm>
              <a:custGeom>
                <a:avLst/>
                <a:gdLst>
                  <a:gd name="T0" fmla="*/ 0 w 22"/>
                  <a:gd name="T1" fmla="*/ 461 h 25"/>
                  <a:gd name="T2" fmla="*/ 33 w 22"/>
                  <a:gd name="T3" fmla="*/ 389 h 25"/>
                  <a:gd name="T4" fmla="*/ 84 w 22"/>
                  <a:gd name="T5" fmla="*/ 287 h 25"/>
                  <a:gd name="T6" fmla="*/ 181 w 22"/>
                  <a:gd name="T7" fmla="*/ 172 h 25"/>
                  <a:gd name="T8" fmla="*/ 364 w 22"/>
                  <a:gd name="T9" fmla="*/ 0 h 25"/>
                  <a:gd name="T10" fmla="*/ 298 w 22"/>
                  <a:gd name="T11" fmla="*/ 78 h 25"/>
                  <a:gd name="T12" fmla="*/ 214 w 22"/>
                  <a:gd name="T13" fmla="*/ 193 h 25"/>
                  <a:gd name="T14" fmla="*/ 117 w 22"/>
                  <a:gd name="T15" fmla="*/ 482 h 25"/>
                  <a:gd name="T16" fmla="*/ 0 w 22"/>
                  <a:gd name="T17" fmla="*/ 461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5">
                    <a:moveTo>
                      <a:pt x="0" y="24"/>
                    </a:moveTo>
                    <a:cubicBezTo>
                      <a:pt x="1" y="23"/>
                      <a:pt x="1" y="22"/>
                      <a:pt x="2" y="20"/>
                    </a:cubicBezTo>
                    <a:cubicBezTo>
                      <a:pt x="3" y="19"/>
                      <a:pt x="4" y="17"/>
                      <a:pt x="5" y="15"/>
                    </a:cubicBezTo>
                    <a:cubicBezTo>
                      <a:pt x="7" y="13"/>
                      <a:pt x="9" y="11"/>
                      <a:pt x="11" y="9"/>
                    </a:cubicBezTo>
                    <a:cubicBezTo>
                      <a:pt x="14" y="6"/>
                      <a:pt x="17" y="2"/>
                      <a:pt x="22" y="0"/>
                    </a:cubicBezTo>
                    <a:cubicBezTo>
                      <a:pt x="21" y="1"/>
                      <a:pt x="19" y="2"/>
                      <a:pt x="18" y="4"/>
                    </a:cubicBezTo>
                    <a:cubicBezTo>
                      <a:pt x="17" y="6"/>
                      <a:pt x="15" y="8"/>
                      <a:pt x="13" y="10"/>
                    </a:cubicBezTo>
                    <a:cubicBezTo>
                      <a:pt x="9" y="15"/>
                      <a:pt x="8" y="19"/>
                      <a:pt x="7" y="25"/>
                    </a:cubicBezTo>
                    <a:cubicBezTo>
                      <a:pt x="5" y="24"/>
                      <a:pt x="2" y="24"/>
                      <a:pt x="0" y="24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5" name="Freeform 911">
                <a:extLst>
                  <a:ext uri="{FF2B5EF4-FFF2-40B4-BE49-F238E27FC236}">
                    <a16:creationId xmlns:a16="http://schemas.microsoft.com/office/drawing/2014/main" id="{C40538C3-5CFF-4935-9B15-73F09FC2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099"/>
                <a:ext cx="10" cy="40"/>
              </a:xfrm>
              <a:custGeom>
                <a:avLst/>
                <a:gdLst>
                  <a:gd name="T0" fmla="*/ 0 w 4"/>
                  <a:gd name="T1" fmla="*/ 21 h 15"/>
                  <a:gd name="T2" fmla="*/ 63 w 4"/>
                  <a:gd name="T3" fmla="*/ 285 h 15"/>
                  <a:gd name="T4" fmla="*/ 50 w 4"/>
                  <a:gd name="T5" fmla="*/ 77 h 15"/>
                  <a:gd name="T6" fmla="*/ 20 w 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0" y="1"/>
                    </a:moveTo>
                    <a:cubicBezTo>
                      <a:pt x="1" y="6"/>
                      <a:pt x="1" y="11"/>
                      <a:pt x="4" y="15"/>
                    </a:cubicBezTo>
                    <a:cubicBezTo>
                      <a:pt x="3" y="12"/>
                      <a:pt x="2" y="7"/>
                      <a:pt x="3" y="4"/>
                    </a:cubicBezTo>
                    <a:cubicBezTo>
                      <a:pt x="3" y="2"/>
                      <a:pt x="3" y="0"/>
                      <a:pt x="1" y="0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6" name="Freeform 912">
                <a:extLst>
                  <a:ext uri="{FF2B5EF4-FFF2-40B4-BE49-F238E27FC236}">
                    <a16:creationId xmlns:a16="http://schemas.microsoft.com/office/drawing/2014/main" id="{295B4FBE-4368-42B2-B8D4-2CFB7393D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173"/>
                <a:ext cx="43" cy="19"/>
              </a:xfrm>
              <a:custGeom>
                <a:avLst/>
                <a:gdLst>
                  <a:gd name="T0" fmla="*/ 0 w 17"/>
                  <a:gd name="T1" fmla="*/ 60 h 7"/>
                  <a:gd name="T2" fmla="*/ 159 w 17"/>
                  <a:gd name="T3" fmla="*/ 22 h 7"/>
                  <a:gd name="T4" fmla="*/ 276 w 17"/>
                  <a:gd name="T5" fmla="*/ 38 h 7"/>
                  <a:gd name="T6" fmla="*/ 129 w 17"/>
                  <a:gd name="T7" fmla="*/ 81 h 7"/>
                  <a:gd name="T8" fmla="*/ 96 w 17"/>
                  <a:gd name="T9" fmla="*/ 141 h 7"/>
                  <a:gd name="T10" fmla="*/ 20 w 17"/>
                  <a:gd name="T11" fmla="*/ 8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0" y="3"/>
                    </a:moveTo>
                    <a:cubicBezTo>
                      <a:pt x="3" y="3"/>
                      <a:pt x="7" y="1"/>
                      <a:pt x="10" y="1"/>
                    </a:cubicBezTo>
                    <a:cubicBezTo>
                      <a:pt x="12" y="0"/>
                      <a:pt x="16" y="0"/>
                      <a:pt x="17" y="2"/>
                    </a:cubicBezTo>
                    <a:cubicBezTo>
                      <a:pt x="14" y="1"/>
                      <a:pt x="10" y="2"/>
                      <a:pt x="8" y="4"/>
                    </a:cubicBezTo>
                    <a:cubicBezTo>
                      <a:pt x="7" y="6"/>
                      <a:pt x="7" y="7"/>
                      <a:pt x="6" y="7"/>
                    </a:cubicBezTo>
                    <a:cubicBezTo>
                      <a:pt x="4" y="7"/>
                      <a:pt x="3" y="4"/>
                      <a:pt x="1" y="4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7" name="Freeform 913">
                <a:extLst>
                  <a:ext uri="{FF2B5EF4-FFF2-40B4-BE49-F238E27FC236}">
                    <a16:creationId xmlns:a16="http://schemas.microsoft.com/office/drawing/2014/main" id="{EC68449E-6805-45B3-BFBD-587F8B3B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080"/>
                <a:ext cx="40" cy="48"/>
              </a:xfrm>
              <a:custGeom>
                <a:avLst/>
                <a:gdLst>
                  <a:gd name="T0" fmla="*/ 250 w 16"/>
                  <a:gd name="T1" fmla="*/ 0 h 18"/>
                  <a:gd name="T2" fmla="*/ 0 w 1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cubicBezTo>
                      <a:pt x="10" y="4"/>
                      <a:pt x="4" y="10"/>
                      <a:pt x="0" y="18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8" name="Freeform 914">
                <a:extLst>
                  <a:ext uri="{FF2B5EF4-FFF2-40B4-BE49-F238E27FC236}">
                    <a16:creationId xmlns:a16="http://schemas.microsoft.com/office/drawing/2014/main" id="{66A41524-57AB-4DD5-8178-44130E4D2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71"/>
                <a:ext cx="37" cy="10"/>
              </a:xfrm>
              <a:custGeom>
                <a:avLst/>
                <a:gdLst>
                  <a:gd name="T0" fmla="*/ 224 w 15"/>
                  <a:gd name="T1" fmla="*/ 33 h 4"/>
                  <a:gd name="T2" fmla="*/ 0 w 15"/>
                  <a:gd name="T3" fmla="*/ 63 h 4"/>
                  <a:gd name="T4" fmla="*/ 224 w 15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5" y="2"/>
                    </a:moveTo>
                    <a:cubicBezTo>
                      <a:pt x="8" y="0"/>
                      <a:pt x="4" y="2"/>
                      <a:pt x="0" y="4"/>
                    </a:cubicBezTo>
                    <a:cubicBezTo>
                      <a:pt x="4" y="3"/>
                      <a:pt x="12" y="1"/>
                      <a:pt x="15" y="2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19" name="Freeform 915">
                <a:extLst>
                  <a:ext uri="{FF2B5EF4-FFF2-40B4-BE49-F238E27FC236}">
                    <a16:creationId xmlns:a16="http://schemas.microsoft.com/office/drawing/2014/main" id="{873D09F1-1AD4-44A3-AAC6-C48550408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149"/>
                <a:ext cx="45" cy="19"/>
              </a:xfrm>
              <a:custGeom>
                <a:avLst/>
                <a:gdLst>
                  <a:gd name="T0" fmla="*/ 20 w 18"/>
                  <a:gd name="T1" fmla="*/ 117 h 7"/>
                  <a:gd name="T2" fmla="*/ 0 w 18"/>
                  <a:gd name="T3" fmla="*/ 22 h 7"/>
                  <a:gd name="T4" fmla="*/ 145 w 18"/>
                  <a:gd name="T5" fmla="*/ 0 h 7"/>
                  <a:gd name="T6" fmla="*/ 283 w 18"/>
                  <a:gd name="T7" fmla="*/ 22 h 7"/>
                  <a:gd name="T8" fmla="*/ 158 w 18"/>
                  <a:gd name="T9" fmla="*/ 60 h 7"/>
                  <a:gd name="T10" fmla="*/ 50 w 18"/>
                  <a:gd name="T11" fmla="*/ 14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">
                    <a:moveTo>
                      <a:pt x="1" y="6"/>
                    </a:moveTo>
                    <a:cubicBezTo>
                      <a:pt x="5" y="5"/>
                      <a:pt x="2" y="2"/>
                      <a:pt x="0" y="1"/>
                    </a:cubicBezTo>
                    <a:cubicBezTo>
                      <a:pt x="3" y="1"/>
                      <a:pt x="6" y="1"/>
                      <a:pt x="9" y="0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15" y="1"/>
                      <a:pt x="12" y="2"/>
                      <a:pt x="10" y="3"/>
                    </a:cubicBezTo>
                    <a:cubicBezTo>
                      <a:pt x="8" y="4"/>
                      <a:pt x="4" y="5"/>
                      <a:pt x="3" y="7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0" name="Freeform 916">
                <a:extLst>
                  <a:ext uri="{FF2B5EF4-FFF2-40B4-BE49-F238E27FC236}">
                    <a16:creationId xmlns:a16="http://schemas.microsoft.com/office/drawing/2014/main" id="{300DCEC4-DC63-4B29-8CB0-714965538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112"/>
                <a:ext cx="40" cy="29"/>
              </a:xfrm>
              <a:custGeom>
                <a:avLst/>
                <a:gdLst>
                  <a:gd name="T0" fmla="*/ 83 w 16"/>
                  <a:gd name="T1" fmla="*/ 0 h 11"/>
                  <a:gd name="T2" fmla="*/ 0 w 16"/>
                  <a:gd name="T3" fmla="*/ 200 h 11"/>
                  <a:gd name="T4" fmla="*/ 250 w 16"/>
                  <a:gd name="T5" fmla="*/ 182 h 11"/>
                  <a:gd name="T6" fmla="*/ 83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5" y="0"/>
                    </a:moveTo>
                    <a:cubicBezTo>
                      <a:pt x="8" y="3"/>
                      <a:pt x="3" y="10"/>
                      <a:pt x="0" y="11"/>
                    </a:cubicBezTo>
                    <a:cubicBezTo>
                      <a:pt x="5" y="10"/>
                      <a:pt x="11" y="10"/>
                      <a:pt x="16" y="10"/>
                    </a:cubicBezTo>
                    <a:cubicBezTo>
                      <a:pt x="13" y="7"/>
                      <a:pt x="10" y="0"/>
                      <a:pt x="5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1" name="Freeform 917">
                <a:extLst>
                  <a:ext uri="{FF2B5EF4-FFF2-40B4-BE49-F238E27FC236}">
                    <a16:creationId xmlns:a16="http://schemas.microsoft.com/office/drawing/2014/main" id="{60D1C9D9-AEA0-4F61-9CB3-246C1F10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091"/>
                <a:ext cx="33" cy="72"/>
              </a:xfrm>
              <a:custGeom>
                <a:avLst/>
                <a:gdLst>
                  <a:gd name="T0" fmla="*/ 193 w 13"/>
                  <a:gd name="T1" fmla="*/ 0 h 27"/>
                  <a:gd name="T2" fmla="*/ 213 w 13"/>
                  <a:gd name="T3" fmla="*/ 171 h 27"/>
                  <a:gd name="T4" fmla="*/ 193 w 13"/>
                  <a:gd name="T5" fmla="*/ 341 h 27"/>
                  <a:gd name="T6" fmla="*/ 147 w 13"/>
                  <a:gd name="T7" fmla="*/ 512 h 27"/>
                  <a:gd name="T8" fmla="*/ 63 w 13"/>
                  <a:gd name="T9" fmla="*/ 456 h 27"/>
                  <a:gd name="T10" fmla="*/ 0 w 13"/>
                  <a:gd name="T11" fmla="*/ 397 h 27"/>
                  <a:gd name="T12" fmla="*/ 129 w 13"/>
                  <a:gd name="T13" fmla="*/ 320 h 27"/>
                  <a:gd name="T14" fmla="*/ 160 w 13"/>
                  <a:gd name="T15" fmla="*/ 136 h 27"/>
                  <a:gd name="T16" fmla="*/ 180 w 13"/>
                  <a:gd name="T17" fmla="*/ 21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7">
                    <a:moveTo>
                      <a:pt x="12" y="0"/>
                    </a:moveTo>
                    <a:cubicBezTo>
                      <a:pt x="13" y="2"/>
                      <a:pt x="13" y="6"/>
                      <a:pt x="13" y="9"/>
                    </a:cubicBezTo>
                    <a:cubicBezTo>
                      <a:pt x="13" y="12"/>
                      <a:pt x="12" y="15"/>
                      <a:pt x="12" y="18"/>
                    </a:cubicBezTo>
                    <a:cubicBezTo>
                      <a:pt x="11" y="21"/>
                      <a:pt x="11" y="26"/>
                      <a:pt x="9" y="27"/>
                    </a:cubicBezTo>
                    <a:cubicBezTo>
                      <a:pt x="8" y="26"/>
                      <a:pt x="6" y="25"/>
                      <a:pt x="4" y="24"/>
                    </a:cubicBezTo>
                    <a:cubicBezTo>
                      <a:pt x="3" y="23"/>
                      <a:pt x="1" y="22"/>
                      <a:pt x="0" y="21"/>
                    </a:cubicBezTo>
                    <a:cubicBezTo>
                      <a:pt x="3" y="22"/>
                      <a:pt x="6" y="20"/>
                      <a:pt x="8" y="17"/>
                    </a:cubicBezTo>
                    <a:cubicBezTo>
                      <a:pt x="9" y="14"/>
                      <a:pt x="10" y="11"/>
                      <a:pt x="10" y="7"/>
                    </a:cubicBezTo>
                    <a:cubicBezTo>
                      <a:pt x="11" y="5"/>
                      <a:pt x="11" y="4"/>
                      <a:pt x="11" y="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2" name="Freeform 918">
                <a:extLst>
                  <a:ext uri="{FF2B5EF4-FFF2-40B4-BE49-F238E27FC236}">
                    <a16:creationId xmlns:a16="http://schemas.microsoft.com/office/drawing/2014/main" id="{DA2560E2-2640-4EE9-8A17-1DE1B18C0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187"/>
                <a:ext cx="20" cy="24"/>
              </a:xfrm>
              <a:custGeom>
                <a:avLst/>
                <a:gdLst>
                  <a:gd name="T0" fmla="*/ 0 w 8"/>
                  <a:gd name="T1" fmla="*/ 93 h 9"/>
                  <a:gd name="T2" fmla="*/ 63 w 8"/>
                  <a:gd name="T3" fmla="*/ 171 h 9"/>
                  <a:gd name="T4" fmla="*/ 125 w 8"/>
                  <a:gd name="T5" fmla="*/ 0 h 9"/>
                  <a:gd name="T6" fmla="*/ 83 w 8"/>
                  <a:gd name="T7" fmla="*/ 77 h 9"/>
                  <a:gd name="T8" fmla="*/ 0 w 8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1" y="5"/>
                      <a:pt x="3" y="9"/>
                      <a:pt x="4" y="9"/>
                    </a:cubicBezTo>
                    <a:cubicBezTo>
                      <a:pt x="6" y="9"/>
                      <a:pt x="8" y="1"/>
                      <a:pt x="8" y="0"/>
                    </a:cubicBezTo>
                    <a:cubicBezTo>
                      <a:pt x="7" y="1"/>
                      <a:pt x="7" y="3"/>
                      <a:pt x="5" y="4"/>
                    </a:cubicBezTo>
                    <a:cubicBezTo>
                      <a:pt x="4" y="5"/>
                      <a:pt x="2" y="5"/>
                      <a:pt x="0" y="5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3" name="Freeform 919">
                <a:extLst>
                  <a:ext uri="{FF2B5EF4-FFF2-40B4-BE49-F238E27FC236}">
                    <a16:creationId xmlns:a16="http://schemas.microsoft.com/office/drawing/2014/main" id="{FEC33B02-DE67-4046-B939-C60E3FD96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200"/>
                <a:ext cx="22" cy="21"/>
              </a:xfrm>
              <a:custGeom>
                <a:avLst/>
                <a:gdLst>
                  <a:gd name="T0" fmla="*/ 12 w 9"/>
                  <a:gd name="T1" fmla="*/ 144 h 8"/>
                  <a:gd name="T2" fmla="*/ 132 w 9"/>
                  <a:gd name="T3" fmla="*/ 34 h 8"/>
                  <a:gd name="T4" fmla="*/ 59 w 9"/>
                  <a:gd name="T5" fmla="*/ 21 h 8"/>
                  <a:gd name="T6" fmla="*/ 0 w 9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8"/>
                    </a:moveTo>
                    <a:cubicBezTo>
                      <a:pt x="2" y="3"/>
                      <a:pt x="5" y="3"/>
                      <a:pt x="9" y="2"/>
                    </a:cubicBezTo>
                    <a:cubicBezTo>
                      <a:pt x="8" y="0"/>
                      <a:pt x="6" y="1"/>
                      <a:pt x="4" y="1"/>
                    </a:cubicBezTo>
                    <a:cubicBezTo>
                      <a:pt x="1" y="3"/>
                      <a:pt x="0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4" name="Freeform 920">
                <a:extLst>
                  <a:ext uri="{FF2B5EF4-FFF2-40B4-BE49-F238E27FC236}">
                    <a16:creationId xmlns:a16="http://schemas.microsoft.com/office/drawing/2014/main" id="{0038A197-C5C7-4A51-9D01-B4A00353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192"/>
                <a:ext cx="20" cy="21"/>
              </a:xfrm>
              <a:custGeom>
                <a:avLst/>
                <a:gdLst>
                  <a:gd name="T0" fmla="*/ 0 w 8"/>
                  <a:gd name="T1" fmla="*/ 144 h 8"/>
                  <a:gd name="T2" fmla="*/ 125 w 8"/>
                  <a:gd name="T3" fmla="*/ 76 h 8"/>
                  <a:gd name="T4" fmla="*/ 0 w 8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4"/>
                      <a:pt x="4" y="3"/>
                      <a:pt x="8" y="4"/>
                    </a:cubicBezTo>
                    <a:cubicBezTo>
                      <a:pt x="5" y="0"/>
                      <a:pt x="1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5" name="Freeform 921">
                <a:extLst>
                  <a:ext uri="{FF2B5EF4-FFF2-40B4-BE49-F238E27FC236}">
                    <a16:creationId xmlns:a16="http://schemas.microsoft.com/office/drawing/2014/main" id="{192668DD-3EB9-4DB6-BA35-382A7259C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224"/>
                <a:ext cx="25" cy="27"/>
              </a:xfrm>
              <a:custGeom>
                <a:avLst/>
                <a:gdLst>
                  <a:gd name="T0" fmla="*/ 50 w 10"/>
                  <a:gd name="T1" fmla="*/ 197 h 10"/>
                  <a:gd name="T2" fmla="*/ 158 w 10"/>
                  <a:gd name="T3" fmla="*/ 59 h 10"/>
                  <a:gd name="T4" fmla="*/ 50 w 10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3" y="10"/>
                    </a:moveTo>
                    <a:cubicBezTo>
                      <a:pt x="3" y="6"/>
                      <a:pt x="6" y="3"/>
                      <a:pt x="10" y="3"/>
                    </a:cubicBezTo>
                    <a:cubicBezTo>
                      <a:pt x="6" y="0"/>
                      <a:pt x="0" y="6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6" name="Freeform 922">
                <a:extLst>
                  <a:ext uri="{FF2B5EF4-FFF2-40B4-BE49-F238E27FC236}">
                    <a16:creationId xmlns:a16="http://schemas.microsoft.com/office/drawing/2014/main" id="{DE4915E1-A62C-4742-958A-0D9CB31CC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189"/>
                <a:ext cx="37" cy="22"/>
              </a:xfrm>
              <a:custGeom>
                <a:avLst/>
                <a:gdLst>
                  <a:gd name="T0" fmla="*/ 12 w 15"/>
                  <a:gd name="T1" fmla="*/ 129 h 8"/>
                  <a:gd name="T2" fmla="*/ 165 w 15"/>
                  <a:gd name="T3" fmla="*/ 129 h 8"/>
                  <a:gd name="T4" fmla="*/ 91 w 15"/>
                  <a:gd name="T5" fmla="*/ 0 h 8"/>
                  <a:gd name="T6" fmla="*/ 0 w 15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" y="6"/>
                    </a:moveTo>
                    <a:cubicBezTo>
                      <a:pt x="4" y="2"/>
                      <a:pt x="9" y="2"/>
                      <a:pt x="11" y="6"/>
                    </a:cubicBezTo>
                    <a:cubicBezTo>
                      <a:pt x="15" y="5"/>
                      <a:pt x="8" y="0"/>
                      <a:pt x="6" y="0"/>
                    </a:cubicBezTo>
                    <a:cubicBezTo>
                      <a:pt x="2" y="0"/>
                      <a:pt x="0" y="4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7" name="Freeform 923">
                <a:extLst>
                  <a:ext uri="{FF2B5EF4-FFF2-40B4-BE49-F238E27FC236}">
                    <a16:creationId xmlns:a16="http://schemas.microsoft.com/office/drawing/2014/main" id="{26D1AD4E-EE23-4023-A880-0856E752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181"/>
                <a:ext cx="45" cy="30"/>
              </a:xfrm>
              <a:custGeom>
                <a:avLst/>
                <a:gdLst>
                  <a:gd name="T0" fmla="*/ 20 w 18"/>
                  <a:gd name="T1" fmla="*/ 120 h 11"/>
                  <a:gd name="T2" fmla="*/ 113 w 18"/>
                  <a:gd name="T3" fmla="*/ 224 h 11"/>
                  <a:gd name="T4" fmla="*/ 175 w 18"/>
                  <a:gd name="T5" fmla="*/ 82 h 11"/>
                  <a:gd name="T6" fmla="*/ 283 w 18"/>
                  <a:gd name="T7" fmla="*/ 38 h 11"/>
                  <a:gd name="T8" fmla="*/ 145 w 18"/>
                  <a:gd name="T9" fmla="*/ 22 h 11"/>
                  <a:gd name="T10" fmla="*/ 0 w 18"/>
                  <a:gd name="T11" fmla="*/ 6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1">
                    <a:moveTo>
                      <a:pt x="1" y="6"/>
                    </a:moveTo>
                    <a:cubicBezTo>
                      <a:pt x="6" y="8"/>
                      <a:pt x="3" y="11"/>
                      <a:pt x="7" y="11"/>
                    </a:cubicBezTo>
                    <a:cubicBezTo>
                      <a:pt x="9" y="11"/>
                      <a:pt x="10" y="5"/>
                      <a:pt x="11" y="4"/>
                    </a:cubicBezTo>
                    <a:cubicBezTo>
                      <a:pt x="13" y="2"/>
                      <a:pt x="15" y="2"/>
                      <a:pt x="18" y="2"/>
                    </a:cubicBezTo>
                    <a:cubicBezTo>
                      <a:pt x="15" y="1"/>
                      <a:pt x="12" y="0"/>
                      <a:pt x="9" y="1"/>
                    </a:cubicBezTo>
                    <a:cubicBezTo>
                      <a:pt x="6" y="2"/>
                      <a:pt x="2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8" name="Freeform 924">
                <a:extLst>
                  <a:ext uri="{FF2B5EF4-FFF2-40B4-BE49-F238E27FC236}">
                    <a16:creationId xmlns:a16="http://schemas.microsoft.com/office/drawing/2014/main" id="{29CD2EA2-2BA1-4754-BDFC-6AD95ED98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165"/>
                <a:ext cx="17" cy="19"/>
              </a:xfrm>
              <a:custGeom>
                <a:avLst/>
                <a:gdLst>
                  <a:gd name="T0" fmla="*/ 29 w 7"/>
                  <a:gd name="T1" fmla="*/ 141 h 7"/>
                  <a:gd name="T2" fmla="*/ 100 w 7"/>
                  <a:gd name="T3" fmla="*/ 60 h 7"/>
                  <a:gd name="T4" fmla="*/ 29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3" y="4"/>
                      <a:pt x="5" y="3"/>
                      <a:pt x="7" y="3"/>
                    </a:cubicBezTo>
                    <a:cubicBezTo>
                      <a:pt x="5" y="0"/>
                      <a:pt x="0" y="6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29" name="Freeform 925">
                <a:extLst>
                  <a:ext uri="{FF2B5EF4-FFF2-40B4-BE49-F238E27FC236}">
                    <a16:creationId xmlns:a16="http://schemas.microsoft.com/office/drawing/2014/main" id="{B8F47C1B-9A9F-40A8-9A89-F98685B2F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216"/>
                <a:ext cx="17" cy="21"/>
              </a:xfrm>
              <a:custGeom>
                <a:avLst/>
                <a:gdLst>
                  <a:gd name="T0" fmla="*/ 12 w 7"/>
                  <a:gd name="T1" fmla="*/ 144 h 8"/>
                  <a:gd name="T2" fmla="*/ 100 w 7"/>
                  <a:gd name="T3" fmla="*/ 55 h 8"/>
                  <a:gd name="T4" fmla="*/ 12 w 7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0" y="6"/>
                      <a:pt x="4" y="2"/>
                      <a:pt x="7" y="3"/>
                    </a:cubicBezTo>
                    <a:cubicBezTo>
                      <a:pt x="4" y="0"/>
                      <a:pt x="0" y="5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0" name="Freeform 926">
                <a:extLst>
                  <a:ext uri="{FF2B5EF4-FFF2-40B4-BE49-F238E27FC236}">
                    <a16:creationId xmlns:a16="http://schemas.microsoft.com/office/drawing/2014/main" id="{80770F66-5C3D-4E49-AAEA-DB9934A3A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208"/>
                <a:ext cx="13" cy="16"/>
              </a:xfrm>
              <a:custGeom>
                <a:avLst/>
                <a:gdLst>
                  <a:gd name="T0" fmla="*/ 0 w 5"/>
                  <a:gd name="T1" fmla="*/ 115 h 6"/>
                  <a:gd name="T2" fmla="*/ 88 w 5"/>
                  <a:gd name="T3" fmla="*/ 35 h 6"/>
                  <a:gd name="T4" fmla="*/ 21 w 5"/>
                  <a:gd name="T5" fmla="*/ 35 h 6"/>
                  <a:gd name="T6" fmla="*/ 0 w 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2" y="2"/>
                      <a:pt x="5" y="2"/>
                    </a:cubicBezTo>
                    <a:cubicBezTo>
                      <a:pt x="5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1" name="Freeform 927">
                <a:extLst>
                  <a:ext uri="{FF2B5EF4-FFF2-40B4-BE49-F238E27FC236}">
                    <a16:creationId xmlns:a16="http://schemas.microsoft.com/office/drawing/2014/main" id="{DAE21CE2-55FE-4751-B924-B8C4A2CFF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187"/>
                <a:ext cx="15" cy="16"/>
              </a:xfrm>
              <a:custGeom>
                <a:avLst/>
                <a:gdLst>
                  <a:gd name="T0" fmla="*/ 20 w 6"/>
                  <a:gd name="T1" fmla="*/ 115 h 6"/>
                  <a:gd name="T2" fmla="*/ 95 w 6"/>
                  <a:gd name="T3" fmla="*/ 21 h 6"/>
                  <a:gd name="T4" fmla="*/ 33 w 6"/>
                  <a:gd name="T5" fmla="*/ 35 h 6"/>
                  <a:gd name="T6" fmla="*/ 0 w 6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0" y="4"/>
                      <a:pt x="4" y="1"/>
                      <a:pt x="6" y="1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0" y="3"/>
                      <a:pt x="0" y="4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2" name="Freeform 928">
                <a:extLst>
                  <a:ext uri="{FF2B5EF4-FFF2-40B4-BE49-F238E27FC236}">
                    <a16:creationId xmlns:a16="http://schemas.microsoft.com/office/drawing/2014/main" id="{30896301-3E97-43F8-A4F4-7B9E56C59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243"/>
                <a:ext cx="18" cy="24"/>
              </a:xfrm>
              <a:custGeom>
                <a:avLst/>
                <a:gdLst>
                  <a:gd name="T0" fmla="*/ 54 w 7"/>
                  <a:gd name="T1" fmla="*/ 171 h 9"/>
                  <a:gd name="T2" fmla="*/ 118 w 7"/>
                  <a:gd name="T3" fmla="*/ 56 h 9"/>
                  <a:gd name="T4" fmla="*/ 33 w 7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3" y="6"/>
                      <a:pt x="4" y="2"/>
                      <a:pt x="7" y="3"/>
                    </a:cubicBezTo>
                    <a:cubicBezTo>
                      <a:pt x="4" y="0"/>
                      <a:pt x="0" y="5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3" name="Freeform 929">
                <a:extLst>
                  <a:ext uri="{FF2B5EF4-FFF2-40B4-BE49-F238E27FC236}">
                    <a16:creationId xmlns:a16="http://schemas.microsoft.com/office/drawing/2014/main" id="{1AA94D0D-DEEB-4B24-BF0B-39DA4DF2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259"/>
                <a:ext cx="15" cy="18"/>
              </a:xfrm>
              <a:custGeom>
                <a:avLst/>
                <a:gdLst>
                  <a:gd name="T0" fmla="*/ 33 w 6"/>
                  <a:gd name="T1" fmla="*/ 100 h 7"/>
                  <a:gd name="T2" fmla="*/ 95 w 6"/>
                  <a:gd name="T3" fmla="*/ 54 h 7"/>
                  <a:gd name="T4" fmla="*/ 20 w 6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6"/>
                    </a:moveTo>
                    <a:cubicBezTo>
                      <a:pt x="2" y="5"/>
                      <a:pt x="4" y="2"/>
                      <a:pt x="6" y="3"/>
                    </a:cubicBezTo>
                    <a:cubicBezTo>
                      <a:pt x="3" y="0"/>
                      <a:pt x="0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4" name="Freeform 930">
                <a:extLst>
                  <a:ext uri="{FF2B5EF4-FFF2-40B4-BE49-F238E27FC236}">
                    <a16:creationId xmlns:a16="http://schemas.microsoft.com/office/drawing/2014/main" id="{3AC8D3D2-D941-418F-B3EF-4A1EB5FED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61"/>
                <a:ext cx="45" cy="24"/>
              </a:xfrm>
              <a:custGeom>
                <a:avLst/>
                <a:gdLst>
                  <a:gd name="T0" fmla="*/ 0 w 18"/>
                  <a:gd name="T1" fmla="*/ 171 h 9"/>
                  <a:gd name="T2" fmla="*/ 83 w 18"/>
                  <a:gd name="T3" fmla="*/ 77 h 9"/>
                  <a:gd name="T4" fmla="*/ 125 w 18"/>
                  <a:gd name="T5" fmla="*/ 77 h 9"/>
                  <a:gd name="T6" fmla="*/ 158 w 18"/>
                  <a:gd name="T7" fmla="*/ 136 h 9"/>
                  <a:gd name="T8" fmla="*/ 188 w 18"/>
                  <a:gd name="T9" fmla="*/ 93 h 9"/>
                  <a:gd name="T10" fmla="*/ 283 w 18"/>
                  <a:gd name="T11" fmla="*/ 35 h 9"/>
                  <a:gd name="T12" fmla="*/ 220 w 18"/>
                  <a:gd name="T13" fmla="*/ 21 h 9"/>
                  <a:gd name="T14" fmla="*/ 158 w 18"/>
                  <a:gd name="T15" fmla="*/ 56 h 9"/>
                  <a:gd name="T16" fmla="*/ 63 w 18"/>
                  <a:gd name="T17" fmla="*/ 56 h 9"/>
                  <a:gd name="T18" fmla="*/ 0 w 18"/>
                  <a:gd name="T19" fmla="*/ 14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9">
                    <a:moveTo>
                      <a:pt x="0" y="9"/>
                    </a:moveTo>
                    <a:cubicBezTo>
                      <a:pt x="0" y="7"/>
                      <a:pt x="3" y="5"/>
                      <a:pt x="5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9" y="5"/>
                      <a:pt x="9" y="6"/>
                      <a:pt x="10" y="7"/>
                    </a:cubicBezTo>
                    <a:cubicBezTo>
                      <a:pt x="12" y="8"/>
                      <a:pt x="12" y="6"/>
                      <a:pt x="12" y="5"/>
                    </a:cubicBezTo>
                    <a:cubicBezTo>
                      <a:pt x="14" y="3"/>
                      <a:pt x="16" y="0"/>
                      <a:pt x="18" y="2"/>
                    </a:cubicBezTo>
                    <a:cubicBezTo>
                      <a:pt x="17" y="1"/>
                      <a:pt x="16" y="0"/>
                      <a:pt x="14" y="1"/>
                    </a:cubicBezTo>
                    <a:cubicBezTo>
                      <a:pt x="13" y="1"/>
                      <a:pt x="12" y="3"/>
                      <a:pt x="10" y="3"/>
                    </a:cubicBezTo>
                    <a:cubicBezTo>
                      <a:pt x="8" y="4"/>
                      <a:pt x="6" y="2"/>
                      <a:pt x="4" y="3"/>
                    </a:cubicBezTo>
                    <a:cubicBezTo>
                      <a:pt x="2" y="4"/>
                      <a:pt x="0" y="6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5" name="Freeform 931">
                <a:extLst>
                  <a:ext uri="{FF2B5EF4-FFF2-40B4-BE49-F238E27FC236}">
                    <a16:creationId xmlns:a16="http://schemas.microsoft.com/office/drawing/2014/main" id="{54F0230F-5164-4C9A-9A4B-205918C4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157"/>
                <a:ext cx="22" cy="19"/>
              </a:xfrm>
              <a:custGeom>
                <a:avLst/>
                <a:gdLst>
                  <a:gd name="T0" fmla="*/ 132 w 9"/>
                  <a:gd name="T1" fmla="*/ 0 h 7"/>
                  <a:gd name="T2" fmla="*/ 42 w 9"/>
                  <a:gd name="T3" fmla="*/ 141 h 7"/>
                  <a:gd name="T4" fmla="*/ 132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6" y="1"/>
                      <a:pt x="2" y="3"/>
                      <a:pt x="3" y="7"/>
                    </a:cubicBezTo>
                    <a:cubicBezTo>
                      <a:pt x="0" y="2"/>
                      <a:pt x="5" y="0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6" name="Freeform 932">
                <a:extLst>
                  <a:ext uri="{FF2B5EF4-FFF2-40B4-BE49-F238E27FC236}">
                    <a16:creationId xmlns:a16="http://schemas.microsoft.com/office/drawing/2014/main" id="{40ECEE5A-CDFB-4F99-8B08-A4C9E05E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149"/>
                <a:ext cx="10" cy="16"/>
              </a:xfrm>
              <a:custGeom>
                <a:avLst/>
                <a:gdLst>
                  <a:gd name="T0" fmla="*/ 33 w 4"/>
                  <a:gd name="T1" fmla="*/ 115 h 6"/>
                  <a:gd name="T2" fmla="*/ 63 w 4"/>
                  <a:gd name="T3" fmla="*/ 21 h 6"/>
                  <a:gd name="T4" fmla="*/ 20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1" y="4"/>
                      <a:pt x="2" y="1"/>
                      <a:pt x="4" y="1"/>
                    </a:cubicBez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7" name="Freeform 933">
                <a:extLst>
                  <a:ext uri="{FF2B5EF4-FFF2-40B4-BE49-F238E27FC236}">
                    <a16:creationId xmlns:a16="http://schemas.microsoft.com/office/drawing/2014/main" id="{0E3701DA-1BC9-430C-A9A6-9BA078818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192"/>
                <a:ext cx="58" cy="51"/>
              </a:xfrm>
              <a:custGeom>
                <a:avLst/>
                <a:gdLst>
                  <a:gd name="T0" fmla="*/ 63 w 23"/>
                  <a:gd name="T1" fmla="*/ 81 h 19"/>
                  <a:gd name="T2" fmla="*/ 83 w 23"/>
                  <a:gd name="T3" fmla="*/ 193 h 19"/>
                  <a:gd name="T4" fmla="*/ 20 w 23"/>
                  <a:gd name="T5" fmla="*/ 368 h 19"/>
                  <a:gd name="T6" fmla="*/ 96 w 23"/>
                  <a:gd name="T7" fmla="*/ 231 h 19"/>
                  <a:gd name="T8" fmla="*/ 192 w 23"/>
                  <a:gd name="T9" fmla="*/ 252 h 19"/>
                  <a:gd name="T10" fmla="*/ 305 w 23"/>
                  <a:gd name="T11" fmla="*/ 252 h 19"/>
                  <a:gd name="T12" fmla="*/ 285 w 23"/>
                  <a:gd name="T13" fmla="*/ 193 h 19"/>
                  <a:gd name="T14" fmla="*/ 305 w 23"/>
                  <a:gd name="T15" fmla="*/ 172 h 19"/>
                  <a:gd name="T16" fmla="*/ 368 w 23"/>
                  <a:gd name="T17" fmla="*/ 137 h 19"/>
                  <a:gd name="T18" fmla="*/ 242 w 23"/>
                  <a:gd name="T19" fmla="*/ 172 h 19"/>
                  <a:gd name="T20" fmla="*/ 159 w 23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9">
                    <a:moveTo>
                      <a:pt x="4" y="4"/>
                    </a:moveTo>
                    <a:cubicBezTo>
                      <a:pt x="6" y="6"/>
                      <a:pt x="6" y="8"/>
                      <a:pt x="5" y="10"/>
                    </a:cubicBezTo>
                    <a:cubicBezTo>
                      <a:pt x="2" y="13"/>
                      <a:pt x="0" y="15"/>
                      <a:pt x="1" y="19"/>
                    </a:cubicBezTo>
                    <a:cubicBezTo>
                      <a:pt x="2" y="17"/>
                      <a:pt x="2" y="13"/>
                      <a:pt x="6" y="12"/>
                    </a:cubicBezTo>
                    <a:cubicBezTo>
                      <a:pt x="8" y="11"/>
                      <a:pt x="10" y="13"/>
                      <a:pt x="12" y="13"/>
                    </a:cubicBezTo>
                    <a:cubicBezTo>
                      <a:pt x="15" y="14"/>
                      <a:pt x="16" y="9"/>
                      <a:pt x="19" y="13"/>
                    </a:cubicBezTo>
                    <a:cubicBezTo>
                      <a:pt x="19" y="13"/>
                      <a:pt x="17" y="10"/>
                      <a:pt x="18" y="10"/>
                    </a:cubicBezTo>
                    <a:cubicBezTo>
                      <a:pt x="19" y="10"/>
                      <a:pt x="19" y="9"/>
                      <a:pt x="19" y="9"/>
                    </a:cubicBezTo>
                    <a:cubicBezTo>
                      <a:pt x="21" y="8"/>
                      <a:pt x="21" y="7"/>
                      <a:pt x="23" y="7"/>
                    </a:cubicBezTo>
                    <a:cubicBezTo>
                      <a:pt x="21" y="5"/>
                      <a:pt x="17" y="8"/>
                      <a:pt x="15" y="9"/>
                    </a:cubicBezTo>
                    <a:cubicBezTo>
                      <a:pt x="9" y="10"/>
                      <a:pt x="10" y="3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8" name="Freeform 934">
                <a:extLst>
                  <a:ext uri="{FF2B5EF4-FFF2-40B4-BE49-F238E27FC236}">
                    <a16:creationId xmlns:a16="http://schemas.microsoft.com/office/drawing/2014/main" id="{6E1AF9DC-7235-4F69-960A-16449D296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224"/>
                <a:ext cx="50" cy="43"/>
              </a:xfrm>
              <a:custGeom>
                <a:avLst/>
                <a:gdLst>
                  <a:gd name="T0" fmla="*/ 250 w 20"/>
                  <a:gd name="T1" fmla="*/ 59 h 16"/>
                  <a:gd name="T2" fmla="*/ 188 w 20"/>
                  <a:gd name="T3" fmla="*/ 137 h 16"/>
                  <a:gd name="T4" fmla="*/ 188 w 20"/>
                  <a:gd name="T5" fmla="*/ 175 h 16"/>
                  <a:gd name="T6" fmla="*/ 145 w 20"/>
                  <a:gd name="T7" fmla="*/ 175 h 16"/>
                  <a:gd name="T8" fmla="*/ 20 w 20"/>
                  <a:gd name="T9" fmla="*/ 312 h 16"/>
                  <a:gd name="T10" fmla="*/ 33 w 20"/>
                  <a:gd name="T11" fmla="*/ 218 h 16"/>
                  <a:gd name="T12" fmla="*/ 113 w 20"/>
                  <a:gd name="T13" fmla="*/ 137 h 16"/>
                  <a:gd name="T14" fmla="*/ 145 w 20"/>
                  <a:gd name="T15" fmla="*/ 81 h 16"/>
                  <a:gd name="T16" fmla="*/ 220 w 20"/>
                  <a:gd name="T17" fmla="*/ 22 h 16"/>
                  <a:gd name="T18" fmla="*/ 300 w 20"/>
                  <a:gd name="T19" fmla="*/ 59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16">
                    <a:moveTo>
                      <a:pt x="16" y="3"/>
                    </a:moveTo>
                    <a:cubicBezTo>
                      <a:pt x="14" y="4"/>
                      <a:pt x="13" y="5"/>
                      <a:pt x="12" y="7"/>
                    </a:cubicBezTo>
                    <a:cubicBezTo>
                      <a:pt x="12" y="7"/>
                      <a:pt x="12" y="9"/>
                      <a:pt x="12" y="9"/>
                    </a:cubicBezTo>
                    <a:cubicBezTo>
                      <a:pt x="10" y="10"/>
                      <a:pt x="10" y="9"/>
                      <a:pt x="9" y="9"/>
                    </a:cubicBezTo>
                    <a:cubicBezTo>
                      <a:pt x="6" y="9"/>
                      <a:pt x="2" y="12"/>
                      <a:pt x="1" y="16"/>
                    </a:cubicBezTo>
                    <a:cubicBezTo>
                      <a:pt x="0" y="14"/>
                      <a:pt x="1" y="12"/>
                      <a:pt x="2" y="11"/>
                    </a:cubicBezTo>
                    <a:cubicBezTo>
                      <a:pt x="3" y="9"/>
                      <a:pt x="5" y="8"/>
                      <a:pt x="7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0" y="3"/>
                      <a:pt x="12" y="2"/>
                      <a:pt x="14" y="1"/>
                    </a:cubicBezTo>
                    <a:cubicBezTo>
                      <a:pt x="16" y="1"/>
                      <a:pt x="20" y="0"/>
                      <a:pt x="1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39" name="Freeform 935">
                <a:extLst>
                  <a:ext uri="{FF2B5EF4-FFF2-40B4-BE49-F238E27FC236}">
                    <a16:creationId xmlns:a16="http://schemas.microsoft.com/office/drawing/2014/main" id="{A537B136-929D-4180-81BD-15A516867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245"/>
                <a:ext cx="15" cy="22"/>
              </a:xfrm>
              <a:custGeom>
                <a:avLst/>
                <a:gdLst>
                  <a:gd name="T0" fmla="*/ 20 w 6"/>
                  <a:gd name="T1" fmla="*/ 143 h 8"/>
                  <a:gd name="T2" fmla="*/ 95 w 6"/>
                  <a:gd name="T3" fmla="*/ 47 h 8"/>
                  <a:gd name="T4" fmla="*/ 20 w 6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0" y="4"/>
                      <a:pt x="4" y="3"/>
                      <a:pt x="6" y="2"/>
                    </a:cubicBezTo>
                    <a:cubicBezTo>
                      <a:pt x="2" y="0"/>
                      <a:pt x="1" y="4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0" name="Freeform 936">
                <a:extLst>
                  <a:ext uri="{FF2B5EF4-FFF2-40B4-BE49-F238E27FC236}">
                    <a16:creationId xmlns:a16="http://schemas.microsoft.com/office/drawing/2014/main" id="{11372F37-CDE2-49FE-8E4A-494511217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296"/>
                <a:ext cx="20" cy="24"/>
              </a:xfrm>
              <a:custGeom>
                <a:avLst/>
                <a:gdLst>
                  <a:gd name="T0" fmla="*/ 20 w 8"/>
                  <a:gd name="T1" fmla="*/ 149 h 9"/>
                  <a:gd name="T2" fmla="*/ 125 w 8"/>
                  <a:gd name="T3" fmla="*/ 35 h 9"/>
                  <a:gd name="T4" fmla="*/ 20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1" y="8"/>
                    </a:moveTo>
                    <a:cubicBezTo>
                      <a:pt x="2" y="5"/>
                      <a:pt x="4" y="1"/>
                      <a:pt x="8" y="2"/>
                    </a:cubicBezTo>
                    <a:cubicBezTo>
                      <a:pt x="2" y="0"/>
                      <a:pt x="0" y="3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1" name="Freeform 937">
                <a:extLst>
                  <a:ext uri="{FF2B5EF4-FFF2-40B4-BE49-F238E27FC236}">
                    <a16:creationId xmlns:a16="http://schemas.microsoft.com/office/drawing/2014/main" id="{24F5F9EC-D0E1-4C9A-B859-DF9F2757E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277"/>
                <a:ext cx="17" cy="22"/>
              </a:xfrm>
              <a:custGeom>
                <a:avLst/>
                <a:gdLst>
                  <a:gd name="T0" fmla="*/ 12 w 7"/>
                  <a:gd name="T1" fmla="*/ 168 h 8"/>
                  <a:gd name="T2" fmla="*/ 100 w 7"/>
                  <a:gd name="T3" fmla="*/ 61 h 8"/>
                  <a:gd name="T4" fmla="*/ 12 w 7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5"/>
                      <a:pt x="4" y="3"/>
                      <a:pt x="7" y="3"/>
                    </a:cubicBezTo>
                    <a:cubicBezTo>
                      <a:pt x="4" y="0"/>
                      <a:pt x="0" y="5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2" name="Freeform 938">
                <a:extLst>
                  <a:ext uri="{FF2B5EF4-FFF2-40B4-BE49-F238E27FC236}">
                    <a16:creationId xmlns:a16="http://schemas.microsoft.com/office/drawing/2014/main" id="{F70A19D5-C2A9-4466-86F1-2F6DD8B71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267"/>
                <a:ext cx="15" cy="18"/>
              </a:xfrm>
              <a:custGeom>
                <a:avLst/>
                <a:gdLst>
                  <a:gd name="T0" fmla="*/ 20 w 6"/>
                  <a:gd name="T1" fmla="*/ 118 h 7"/>
                  <a:gd name="T2" fmla="*/ 95 w 6"/>
                  <a:gd name="T3" fmla="*/ 54 h 7"/>
                  <a:gd name="T4" fmla="*/ 0 w 6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7"/>
                    </a:moveTo>
                    <a:cubicBezTo>
                      <a:pt x="1" y="5"/>
                      <a:pt x="3" y="2"/>
                      <a:pt x="6" y="3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3" name="Freeform 939">
                <a:extLst>
                  <a:ext uri="{FF2B5EF4-FFF2-40B4-BE49-F238E27FC236}">
                    <a16:creationId xmlns:a16="http://schemas.microsoft.com/office/drawing/2014/main" id="{4C0A993B-C496-4F28-B55A-14479A8E1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232"/>
                <a:ext cx="12" cy="19"/>
              </a:xfrm>
              <a:custGeom>
                <a:avLst/>
                <a:gdLst>
                  <a:gd name="T0" fmla="*/ 0 w 5"/>
                  <a:gd name="T1" fmla="*/ 141 h 7"/>
                  <a:gd name="T2" fmla="*/ 70 w 5"/>
                  <a:gd name="T3" fmla="*/ 38 h 7"/>
                  <a:gd name="T4" fmla="*/ 0 w 5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0" y="4"/>
                      <a:pt x="2" y="2"/>
                      <a:pt x="5" y="2"/>
                    </a:cubicBezTo>
                    <a:cubicBezTo>
                      <a:pt x="2" y="0"/>
                      <a:pt x="0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4" name="Freeform 940">
                <a:extLst>
                  <a:ext uri="{FF2B5EF4-FFF2-40B4-BE49-F238E27FC236}">
                    <a16:creationId xmlns:a16="http://schemas.microsoft.com/office/drawing/2014/main" id="{7C787B88-AAFA-4548-94F8-FB57E4FC0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293"/>
                <a:ext cx="17" cy="24"/>
              </a:xfrm>
              <a:custGeom>
                <a:avLst/>
                <a:gdLst>
                  <a:gd name="T0" fmla="*/ 41 w 7"/>
                  <a:gd name="T1" fmla="*/ 149 h 9"/>
                  <a:gd name="T2" fmla="*/ 100 w 7"/>
                  <a:gd name="T3" fmla="*/ 35 h 9"/>
                  <a:gd name="T4" fmla="*/ 41 w 7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3" y="8"/>
                    </a:moveTo>
                    <a:cubicBezTo>
                      <a:pt x="3" y="6"/>
                      <a:pt x="5" y="1"/>
                      <a:pt x="7" y="2"/>
                    </a:cubicBezTo>
                    <a:cubicBezTo>
                      <a:pt x="4" y="0"/>
                      <a:pt x="0" y="7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5" name="Freeform 941">
                <a:extLst>
                  <a:ext uri="{FF2B5EF4-FFF2-40B4-BE49-F238E27FC236}">
                    <a16:creationId xmlns:a16="http://schemas.microsoft.com/office/drawing/2014/main" id="{F80CE3B0-9684-494F-98A8-D1B675F74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309"/>
                <a:ext cx="18" cy="22"/>
              </a:xfrm>
              <a:custGeom>
                <a:avLst/>
                <a:gdLst>
                  <a:gd name="T0" fmla="*/ 54 w 7"/>
                  <a:gd name="T1" fmla="*/ 143 h 8"/>
                  <a:gd name="T2" fmla="*/ 118 w 7"/>
                  <a:gd name="T3" fmla="*/ 0 h 8"/>
                  <a:gd name="T4" fmla="*/ 54 w 7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7"/>
                    </a:moveTo>
                    <a:cubicBezTo>
                      <a:pt x="4" y="4"/>
                      <a:pt x="4" y="1"/>
                      <a:pt x="7" y="0"/>
                    </a:cubicBezTo>
                    <a:cubicBezTo>
                      <a:pt x="3" y="0"/>
                      <a:pt x="0" y="6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6" name="Freeform 942">
                <a:extLst>
                  <a:ext uri="{FF2B5EF4-FFF2-40B4-BE49-F238E27FC236}">
                    <a16:creationId xmlns:a16="http://schemas.microsoft.com/office/drawing/2014/main" id="{1FC586E7-A8BB-4035-9576-AA7717AE9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333"/>
                <a:ext cx="17" cy="16"/>
              </a:xfrm>
              <a:custGeom>
                <a:avLst/>
                <a:gdLst>
                  <a:gd name="T0" fmla="*/ 12 w 7"/>
                  <a:gd name="T1" fmla="*/ 115 h 6"/>
                  <a:gd name="T2" fmla="*/ 100 w 7"/>
                  <a:gd name="T3" fmla="*/ 21 h 6"/>
                  <a:gd name="T4" fmla="*/ 0 w 7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6"/>
                    </a:moveTo>
                    <a:cubicBezTo>
                      <a:pt x="0" y="3"/>
                      <a:pt x="5" y="1"/>
                      <a:pt x="7" y="1"/>
                    </a:cubicBezTo>
                    <a:cubicBezTo>
                      <a:pt x="5" y="0"/>
                      <a:pt x="0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7" name="Freeform 943">
                <a:extLst>
                  <a:ext uri="{FF2B5EF4-FFF2-40B4-BE49-F238E27FC236}">
                    <a16:creationId xmlns:a16="http://schemas.microsoft.com/office/drawing/2014/main" id="{A16B9668-CC3E-4A7F-9B24-584DF0F45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312"/>
                <a:ext cx="20" cy="24"/>
              </a:xfrm>
              <a:custGeom>
                <a:avLst/>
                <a:gdLst>
                  <a:gd name="T0" fmla="*/ 50 w 8"/>
                  <a:gd name="T1" fmla="*/ 149 h 9"/>
                  <a:gd name="T2" fmla="*/ 125 w 8"/>
                  <a:gd name="T3" fmla="*/ 35 h 9"/>
                  <a:gd name="T4" fmla="*/ 50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8"/>
                    </a:moveTo>
                    <a:cubicBezTo>
                      <a:pt x="4" y="6"/>
                      <a:pt x="4" y="2"/>
                      <a:pt x="8" y="2"/>
                    </a:cubicBezTo>
                    <a:cubicBezTo>
                      <a:pt x="4" y="0"/>
                      <a:pt x="0" y="6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8" name="Freeform 944">
                <a:extLst>
                  <a:ext uri="{FF2B5EF4-FFF2-40B4-BE49-F238E27FC236}">
                    <a16:creationId xmlns:a16="http://schemas.microsoft.com/office/drawing/2014/main" id="{0F97FAE5-F6A7-4F98-B935-BAB854BDC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237"/>
                <a:ext cx="13" cy="19"/>
              </a:xfrm>
              <a:custGeom>
                <a:avLst/>
                <a:gdLst>
                  <a:gd name="T0" fmla="*/ 34 w 5"/>
                  <a:gd name="T1" fmla="*/ 141 h 7"/>
                  <a:gd name="T2" fmla="*/ 88 w 5"/>
                  <a:gd name="T3" fmla="*/ 0 h 7"/>
                  <a:gd name="T4" fmla="*/ 21 w 5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1" y="3"/>
                      <a:pt x="3" y="2"/>
                      <a:pt x="5" y="0"/>
                    </a:cubicBezTo>
                    <a:cubicBezTo>
                      <a:pt x="2" y="0"/>
                      <a:pt x="0" y="4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9" name="Freeform 945">
                <a:extLst>
                  <a:ext uri="{FF2B5EF4-FFF2-40B4-BE49-F238E27FC236}">
                    <a16:creationId xmlns:a16="http://schemas.microsoft.com/office/drawing/2014/main" id="{F81D912C-E24C-4490-B108-0A3B7100B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288"/>
                <a:ext cx="10" cy="16"/>
              </a:xfrm>
              <a:custGeom>
                <a:avLst/>
                <a:gdLst>
                  <a:gd name="T0" fmla="*/ 33 w 4"/>
                  <a:gd name="T1" fmla="*/ 115 h 6"/>
                  <a:gd name="T2" fmla="*/ 63 w 4"/>
                  <a:gd name="T3" fmla="*/ 35 h 6"/>
                  <a:gd name="T4" fmla="*/ 33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1" y="5"/>
                      <a:pt x="2" y="3"/>
                      <a:pt x="4" y="2"/>
                    </a:cubicBezTo>
                    <a:cubicBezTo>
                      <a:pt x="2" y="0"/>
                      <a:pt x="0" y="4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0" name="Freeform 946">
                <a:extLst>
                  <a:ext uri="{FF2B5EF4-FFF2-40B4-BE49-F238E27FC236}">
                    <a16:creationId xmlns:a16="http://schemas.microsoft.com/office/drawing/2014/main" id="{8A1C69FC-DCD4-4F5E-B3F5-EEA747829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360"/>
                <a:ext cx="7" cy="21"/>
              </a:xfrm>
              <a:custGeom>
                <a:avLst/>
                <a:gdLst>
                  <a:gd name="T0" fmla="*/ 28 w 3"/>
                  <a:gd name="T1" fmla="*/ 123 h 8"/>
                  <a:gd name="T2" fmla="*/ 37 w 3"/>
                  <a:gd name="T3" fmla="*/ 0 h 8"/>
                  <a:gd name="T4" fmla="*/ 0 w 3"/>
                  <a:gd name="T5" fmla="*/ 34 h 8"/>
                  <a:gd name="T6" fmla="*/ 28 w 3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2" y="7"/>
                    </a:moveTo>
                    <a:cubicBezTo>
                      <a:pt x="0" y="5"/>
                      <a:pt x="1" y="1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ubicBezTo>
                      <a:pt x="0" y="4"/>
                      <a:pt x="1" y="7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1" name="Freeform 947">
                <a:extLst>
                  <a:ext uri="{FF2B5EF4-FFF2-40B4-BE49-F238E27FC236}">
                    <a16:creationId xmlns:a16="http://schemas.microsoft.com/office/drawing/2014/main" id="{3BB33732-13D3-4170-8D91-6360987C6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323"/>
                <a:ext cx="20" cy="24"/>
              </a:xfrm>
              <a:custGeom>
                <a:avLst/>
                <a:gdLst>
                  <a:gd name="T0" fmla="*/ 33 w 8"/>
                  <a:gd name="T1" fmla="*/ 149 h 9"/>
                  <a:gd name="T2" fmla="*/ 125 w 8"/>
                  <a:gd name="T3" fmla="*/ 56 h 9"/>
                  <a:gd name="T4" fmla="*/ 20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2" y="8"/>
                    </a:moveTo>
                    <a:cubicBezTo>
                      <a:pt x="3" y="6"/>
                      <a:pt x="5" y="3"/>
                      <a:pt x="8" y="3"/>
                    </a:cubicBezTo>
                    <a:cubicBezTo>
                      <a:pt x="5" y="0"/>
                      <a:pt x="0" y="5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2" name="Freeform 948">
                <a:extLst>
                  <a:ext uri="{FF2B5EF4-FFF2-40B4-BE49-F238E27FC236}">
                    <a16:creationId xmlns:a16="http://schemas.microsoft.com/office/drawing/2014/main" id="{086FE06D-1243-4441-89B0-51E19C58C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352"/>
                <a:ext cx="12" cy="19"/>
              </a:xfrm>
              <a:custGeom>
                <a:avLst/>
                <a:gdLst>
                  <a:gd name="T0" fmla="*/ 29 w 5"/>
                  <a:gd name="T1" fmla="*/ 141 h 7"/>
                  <a:gd name="T2" fmla="*/ 70 w 5"/>
                  <a:gd name="T3" fmla="*/ 0 h 7"/>
                  <a:gd name="T4" fmla="*/ 12 w 5"/>
                  <a:gd name="T5" fmla="*/ 22 h 7"/>
                  <a:gd name="T6" fmla="*/ 12 w 5"/>
                  <a:gd name="T7" fmla="*/ 1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1" y="4"/>
                      <a:pt x="2" y="1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3" name="Freeform 949">
                <a:extLst>
                  <a:ext uri="{FF2B5EF4-FFF2-40B4-BE49-F238E27FC236}">
                    <a16:creationId xmlns:a16="http://schemas.microsoft.com/office/drawing/2014/main" id="{FEAD5A84-6908-4E3B-B1C1-6636897C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363"/>
                <a:ext cx="15" cy="21"/>
              </a:xfrm>
              <a:custGeom>
                <a:avLst/>
                <a:gdLst>
                  <a:gd name="T0" fmla="*/ 20 w 6"/>
                  <a:gd name="T1" fmla="*/ 110 h 8"/>
                  <a:gd name="T2" fmla="*/ 95 w 6"/>
                  <a:gd name="T3" fmla="*/ 21 h 8"/>
                  <a:gd name="T4" fmla="*/ 20 w 6"/>
                  <a:gd name="T5" fmla="*/ 55 h 8"/>
                  <a:gd name="T6" fmla="*/ 0 w 6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6"/>
                    </a:moveTo>
                    <a:cubicBezTo>
                      <a:pt x="1" y="3"/>
                      <a:pt x="4" y="2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0" y="6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4" name="Freeform 950">
                <a:extLst>
                  <a:ext uri="{FF2B5EF4-FFF2-40B4-BE49-F238E27FC236}">
                    <a16:creationId xmlns:a16="http://schemas.microsoft.com/office/drawing/2014/main" id="{B96CA050-E96E-4C36-AA94-C6E506676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49"/>
                <a:ext cx="261" cy="387"/>
              </a:xfrm>
              <a:custGeom>
                <a:avLst/>
                <a:gdLst>
                  <a:gd name="T0" fmla="*/ 0 w 104"/>
                  <a:gd name="T1" fmla="*/ 2680 h 145"/>
                  <a:gd name="T2" fmla="*/ 617 w 104"/>
                  <a:gd name="T3" fmla="*/ 2586 h 145"/>
                  <a:gd name="T4" fmla="*/ 1423 w 104"/>
                  <a:gd name="T5" fmla="*/ 1980 h 145"/>
                  <a:gd name="T6" fmla="*/ 1594 w 104"/>
                  <a:gd name="T7" fmla="*/ 947 h 145"/>
                  <a:gd name="T8" fmla="*/ 1360 w 104"/>
                  <a:gd name="T9" fmla="*/ 478 h 145"/>
                  <a:gd name="T10" fmla="*/ 931 w 104"/>
                  <a:gd name="T11" fmla="*/ 93 h 145"/>
                  <a:gd name="T12" fmla="*/ 713 w 104"/>
                  <a:gd name="T13" fmla="*/ 0 h 145"/>
                  <a:gd name="T14" fmla="*/ 1122 w 104"/>
                  <a:gd name="T15" fmla="*/ 593 h 145"/>
                  <a:gd name="T16" fmla="*/ 951 w 104"/>
                  <a:gd name="T17" fmla="*/ 1903 h 145"/>
                  <a:gd name="T18" fmla="*/ 0 w 104"/>
                  <a:gd name="T19" fmla="*/ 2680 h 1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145">
                    <a:moveTo>
                      <a:pt x="0" y="141"/>
                    </a:moveTo>
                    <a:cubicBezTo>
                      <a:pt x="6" y="145"/>
                      <a:pt x="26" y="141"/>
                      <a:pt x="39" y="136"/>
                    </a:cubicBezTo>
                    <a:cubicBezTo>
                      <a:pt x="52" y="131"/>
                      <a:pt x="78" y="121"/>
                      <a:pt x="90" y="104"/>
                    </a:cubicBezTo>
                    <a:cubicBezTo>
                      <a:pt x="102" y="87"/>
                      <a:pt x="104" y="62"/>
                      <a:pt x="101" y="50"/>
                    </a:cubicBezTo>
                    <a:cubicBezTo>
                      <a:pt x="99" y="38"/>
                      <a:pt x="95" y="32"/>
                      <a:pt x="86" y="25"/>
                    </a:cubicBezTo>
                    <a:cubicBezTo>
                      <a:pt x="76" y="18"/>
                      <a:pt x="64" y="9"/>
                      <a:pt x="59" y="5"/>
                    </a:cubicBezTo>
                    <a:cubicBezTo>
                      <a:pt x="54" y="0"/>
                      <a:pt x="47" y="0"/>
                      <a:pt x="45" y="0"/>
                    </a:cubicBezTo>
                    <a:cubicBezTo>
                      <a:pt x="51" y="2"/>
                      <a:pt x="68" y="12"/>
                      <a:pt x="71" y="31"/>
                    </a:cubicBezTo>
                    <a:cubicBezTo>
                      <a:pt x="74" y="50"/>
                      <a:pt x="78" y="78"/>
                      <a:pt x="60" y="100"/>
                    </a:cubicBezTo>
                    <a:cubicBezTo>
                      <a:pt x="42" y="122"/>
                      <a:pt x="22" y="145"/>
                      <a:pt x="0" y="141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5" name="Freeform 951">
                <a:extLst>
                  <a:ext uri="{FF2B5EF4-FFF2-40B4-BE49-F238E27FC236}">
                    <a16:creationId xmlns:a16="http://schemas.microsoft.com/office/drawing/2014/main" id="{476EE14A-2F17-40C8-A82D-529146F93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283"/>
                <a:ext cx="261" cy="253"/>
              </a:xfrm>
              <a:custGeom>
                <a:avLst/>
                <a:gdLst>
                  <a:gd name="T0" fmla="*/ 0 w 104"/>
                  <a:gd name="T1" fmla="*/ 1715 h 95"/>
                  <a:gd name="T2" fmla="*/ 617 w 104"/>
                  <a:gd name="T3" fmla="*/ 1625 h 95"/>
                  <a:gd name="T4" fmla="*/ 1423 w 104"/>
                  <a:gd name="T5" fmla="*/ 1020 h 95"/>
                  <a:gd name="T6" fmla="*/ 1594 w 104"/>
                  <a:gd name="T7" fmla="*/ 0 h 95"/>
                  <a:gd name="T8" fmla="*/ 1109 w 104"/>
                  <a:gd name="T9" fmla="*/ 1190 h 95"/>
                  <a:gd name="T10" fmla="*/ 0 w 104"/>
                  <a:gd name="T11" fmla="*/ 1702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95">
                    <a:moveTo>
                      <a:pt x="0" y="91"/>
                    </a:moveTo>
                    <a:cubicBezTo>
                      <a:pt x="6" y="95"/>
                      <a:pt x="26" y="91"/>
                      <a:pt x="39" y="86"/>
                    </a:cubicBezTo>
                    <a:cubicBezTo>
                      <a:pt x="52" y="81"/>
                      <a:pt x="78" y="71"/>
                      <a:pt x="90" y="54"/>
                    </a:cubicBezTo>
                    <a:cubicBezTo>
                      <a:pt x="102" y="37"/>
                      <a:pt x="104" y="12"/>
                      <a:pt x="101" y="0"/>
                    </a:cubicBezTo>
                    <a:cubicBezTo>
                      <a:pt x="101" y="13"/>
                      <a:pt x="94" y="44"/>
                      <a:pt x="70" y="63"/>
                    </a:cubicBezTo>
                    <a:cubicBezTo>
                      <a:pt x="51" y="79"/>
                      <a:pt x="13" y="94"/>
                      <a:pt x="0" y="9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6" name="Freeform 952">
                <a:extLst>
                  <a:ext uri="{FF2B5EF4-FFF2-40B4-BE49-F238E27FC236}">
                    <a16:creationId xmlns:a16="http://schemas.microsoft.com/office/drawing/2014/main" id="{571FE231-B3CE-42E7-B082-30D80300D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360"/>
                <a:ext cx="127" cy="171"/>
              </a:xfrm>
              <a:custGeom>
                <a:avLst/>
                <a:gdLst>
                  <a:gd name="T0" fmla="*/ 0 w 51"/>
                  <a:gd name="T1" fmla="*/ 0 h 64"/>
                  <a:gd name="T2" fmla="*/ 167 w 51"/>
                  <a:gd name="T3" fmla="*/ 671 h 64"/>
                  <a:gd name="T4" fmla="*/ 558 w 51"/>
                  <a:gd name="T5" fmla="*/ 1200 h 64"/>
                  <a:gd name="T6" fmla="*/ 787 w 51"/>
                  <a:gd name="T7" fmla="*/ 1128 h 64"/>
                  <a:gd name="T8" fmla="*/ 446 w 51"/>
                  <a:gd name="T9" fmla="*/ 1029 h 64"/>
                  <a:gd name="T10" fmla="*/ 0 w 51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64">
                    <a:moveTo>
                      <a:pt x="0" y="0"/>
                    </a:moveTo>
                    <a:cubicBezTo>
                      <a:pt x="1" y="11"/>
                      <a:pt x="2" y="16"/>
                      <a:pt x="11" y="35"/>
                    </a:cubicBezTo>
                    <a:cubicBezTo>
                      <a:pt x="20" y="53"/>
                      <a:pt x="29" y="62"/>
                      <a:pt x="36" y="63"/>
                    </a:cubicBezTo>
                    <a:cubicBezTo>
                      <a:pt x="41" y="64"/>
                      <a:pt x="51" y="59"/>
                      <a:pt x="51" y="59"/>
                    </a:cubicBezTo>
                    <a:cubicBezTo>
                      <a:pt x="47" y="61"/>
                      <a:pt x="34" y="61"/>
                      <a:pt x="29" y="54"/>
                    </a:cubicBezTo>
                    <a:cubicBezTo>
                      <a:pt x="23" y="48"/>
                      <a:pt x="5" y="22"/>
                      <a:pt x="0" y="0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7" name="Freeform 953">
                <a:extLst>
                  <a:ext uri="{FF2B5EF4-FFF2-40B4-BE49-F238E27FC236}">
                    <a16:creationId xmlns:a16="http://schemas.microsoft.com/office/drawing/2014/main" id="{A04DFA30-F6B8-4DE6-B37A-578C965E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200"/>
                <a:ext cx="42" cy="24"/>
              </a:xfrm>
              <a:custGeom>
                <a:avLst/>
                <a:gdLst>
                  <a:gd name="T0" fmla="*/ 12 w 17"/>
                  <a:gd name="T1" fmla="*/ 171 h 9"/>
                  <a:gd name="T2" fmla="*/ 91 w 17"/>
                  <a:gd name="T3" fmla="*/ 56 h 9"/>
                  <a:gd name="T4" fmla="*/ 133 w 17"/>
                  <a:gd name="T5" fmla="*/ 77 h 9"/>
                  <a:gd name="T6" fmla="*/ 153 w 17"/>
                  <a:gd name="T7" fmla="*/ 93 h 9"/>
                  <a:gd name="T8" fmla="*/ 212 w 17"/>
                  <a:gd name="T9" fmla="*/ 93 h 9"/>
                  <a:gd name="T10" fmla="*/ 225 w 17"/>
                  <a:gd name="T11" fmla="*/ 56 h 9"/>
                  <a:gd name="T12" fmla="*/ 257 w 17"/>
                  <a:gd name="T13" fmla="*/ 21 h 9"/>
                  <a:gd name="T14" fmla="*/ 245 w 17"/>
                  <a:gd name="T15" fmla="*/ 21 h 9"/>
                  <a:gd name="T16" fmla="*/ 212 w 17"/>
                  <a:gd name="T17" fmla="*/ 35 h 9"/>
                  <a:gd name="T18" fmla="*/ 195 w 17"/>
                  <a:gd name="T19" fmla="*/ 56 h 9"/>
                  <a:gd name="T20" fmla="*/ 166 w 17"/>
                  <a:gd name="T21" fmla="*/ 35 h 9"/>
                  <a:gd name="T22" fmla="*/ 104 w 17"/>
                  <a:gd name="T23" fmla="*/ 21 h 9"/>
                  <a:gd name="T24" fmla="*/ 74 w 17"/>
                  <a:gd name="T25" fmla="*/ 35 h 9"/>
                  <a:gd name="T26" fmla="*/ 42 w 17"/>
                  <a:gd name="T27" fmla="*/ 56 h 9"/>
                  <a:gd name="T28" fmla="*/ 12 w 17"/>
                  <a:gd name="T29" fmla="*/ 93 h 9"/>
                  <a:gd name="T30" fmla="*/ 0 w 17"/>
                  <a:gd name="T31" fmla="*/ 136 h 9"/>
                  <a:gd name="T32" fmla="*/ 12 w 17"/>
                  <a:gd name="T33" fmla="*/ 171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9">
                    <a:moveTo>
                      <a:pt x="1" y="9"/>
                    </a:moveTo>
                    <a:cubicBezTo>
                      <a:pt x="2" y="6"/>
                      <a:pt x="3" y="4"/>
                      <a:pt x="6" y="3"/>
                    </a:cubicBezTo>
                    <a:cubicBezTo>
                      <a:pt x="7" y="3"/>
                      <a:pt x="8" y="3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12" y="7"/>
                      <a:pt x="13" y="6"/>
                      <a:pt x="14" y="5"/>
                    </a:cubicBezTo>
                    <a:cubicBezTo>
                      <a:pt x="14" y="4"/>
                      <a:pt x="15" y="3"/>
                      <a:pt x="15" y="3"/>
                    </a:cubicBezTo>
                    <a:cubicBezTo>
                      <a:pt x="15" y="2"/>
                      <a:pt x="16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5" y="2"/>
                      <a:pt x="14" y="2"/>
                    </a:cubicBezTo>
                    <a:cubicBezTo>
                      <a:pt x="14" y="2"/>
                      <a:pt x="14" y="3"/>
                      <a:pt x="13" y="3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10" y="1"/>
                      <a:pt x="9" y="0"/>
                      <a:pt x="7" y="1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8" name="Freeform 954">
                <a:extLst>
                  <a:ext uri="{FF2B5EF4-FFF2-40B4-BE49-F238E27FC236}">
                    <a16:creationId xmlns:a16="http://schemas.microsoft.com/office/drawing/2014/main" id="{0CCB9607-FD20-4BFF-8721-BF2ABCD1A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139"/>
                <a:ext cx="366" cy="410"/>
              </a:xfrm>
              <a:custGeom>
                <a:avLst/>
                <a:gdLst>
                  <a:gd name="T0" fmla="*/ 175 w 146"/>
                  <a:gd name="T1" fmla="*/ 546 h 154"/>
                  <a:gd name="T2" fmla="*/ 1181 w 146"/>
                  <a:gd name="T3" fmla="*/ 21 h 154"/>
                  <a:gd name="T4" fmla="*/ 1702 w 146"/>
                  <a:gd name="T5" fmla="*/ 282 h 154"/>
                  <a:gd name="T6" fmla="*/ 2031 w 146"/>
                  <a:gd name="T7" fmla="*/ 602 h 154"/>
                  <a:gd name="T8" fmla="*/ 2061 w 146"/>
                  <a:gd name="T9" fmla="*/ 2021 h 154"/>
                  <a:gd name="T10" fmla="*/ 617 w 146"/>
                  <a:gd name="T11" fmla="*/ 2793 h 154"/>
                  <a:gd name="T12" fmla="*/ 20 w 146"/>
                  <a:gd name="T13" fmla="*/ 1475 h 154"/>
                  <a:gd name="T14" fmla="*/ 175 w 146"/>
                  <a:gd name="T15" fmla="*/ 546 h 1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54">
                    <a:moveTo>
                      <a:pt x="11" y="29"/>
                    </a:moveTo>
                    <a:cubicBezTo>
                      <a:pt x="20" y="12"/>
                      <a:pt x="58" y="0"/>
                      <a:pt x="75" y="1"/>
                    </a:cubicBezTo>
                    <a:cubicBezTo>
                      <a:pt x="91" y="3"/>
                      <a:pt x="91" y="2"/>
                      <a:pt x="108" y="15"/>
                    </a:cubicBezTo>
                    <a:cubicBezTo>
                      <a:pt x="120" y="24"/>
                      <a:pt x="122" y="25"/>
                      <a:pt x="129" y="32"/>
                    </a:cubicBezTo>
                    <a:cubicBezTo>
                      <a:pt x="143" y="44"/>
                      <a:pt x="146" y="78"/>
                      <a:pt x="131" y="107"/>
                    </a:cubicBezTo>
                    <a:cubicBezTo>
                      <a:pt x="114" y="135"/>
                      <a:pt x="54" y="154"/>
                      <a:pt x="39" y="148"/>
                    </a:cubicBezTo>
                    <a:cubicBezTo>
                      <a:pt x="23" y="143"/>
                      <a:pt x="2" y="103"/>
                      <a:pt x="1" y="78"/>
                    </a:cubicBezTo>
                    <a:cubicBezTo>
                      <a:pt x="0" y="52"/>
                      <a:pt x="2" y="43"/>
                      <a:pt x="11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59" name="Freeform 955">
                <a:extLst>
                  <a:ext uri="{FF2B5EF4-FFF2-40B4-BE49-F238E27FC236}">
                    <a16:creationId xmlns:a16="http://schemas.microsoft.com/office/drawing/2014/main" id="{FBE15A43-CC99-40EA-92E6-40D1671408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91" y="2061"/>
                <a:ext cx="156" cy="112"/>
              </a:xfrm>
              <a:custGeom>
                <a:avLst/>
                <a:gdLst>
                  <a:gd name="T0" fmla="*/ 33 w 62"/>
                  <a:gd name="T1" fmla="*/ 227 h 42"/>
                  <a:gd name="T2" fmla="*/ 63 w 62"/>
                  <a:gd name="T3" fmla="*/ 605 h 42"/>
                  <a:gd name="T4" fmla="*/ 367 w 62"/>
                  <a:gd name="T5" fmla="*/ 568 h 42"/>
                  <a:gd name="T6" fmla="*/ 413 w 62"/>
                  <a:gd name="T7" fmla="*/ 568 h 42"/>
                  <a:gd name="T8" fmla="*/ 33 w 62"/>
                  <a:gd name="T9" fmla="*/ 227 h 42"/>
                  <a:gd name="T10" fmla="*/ 830 w 62"/>
                  <a:gd name="T11" fmla="*/ 0 h 42"/>
                  <a:gd name="T12" fmla="*/ 430 w 62"/>
                  <a:gd name="T13" fmla="*/ 568 h 42"/>
                  <a:gd name="T14" fmla="*/ 861 w 62"/>
                  <a:gd name="T15" fmla="*/ 797 h 42"/>
                  <a:gd name="T16" fmla="*/ 830 w 62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42">
                    <a:moveTo>
                      <a:pt x="2" y="12"/>
                    </a:moveTo>
                    <a:cubicBezTo>
                      <a:pt x="0" y="15"/>
                      <a:pt x="2" y="24"/>
                      <a:pt x="4" y="32"/>
                    </a:cubicBezTo>
                    <a:cubicBezTo>
                      <a:pt x="12" y="30"/>
                      <a:pt x="18" y="30"/>
                      <a:pt x="23" y="30"/>
                    </a:cubicBezTo>
                    <a:cubicBezTo>
                      <a:pt x="24" y="30"/>
                      <a:pt x="25" y="30"/>
                      <a:pt x="26" y="30"/>
                    </a:cubicBezTo>
                    <a:cubicBezTo>
                      <a:pt x="21" y="21"/>
                      <a:pt x="6" y="11"/>
                      <a:pt x="2" y="12"/>
                    </a:cubicBezTo>
                    <a:close/>
                    <a:moveTo>
                      <a:pt x="52" y="0"/>
                    </a:moveTo>
                    <a:cubicBezTo>
                      <a:pt x="49" y="2"/>
                      <a:pt x="30" y="15"/>
                      <a:pt x="27" y="30"/>
                    </a:cubicBezTo>
                    <a:cubicBezTo>
                      <a:pt x="39" y="31"/>
                      <a:pt x="41" y="32"/>
                      <a:pt x="54" y="42"/>
                    </a:cubicBezTo>
                    <a:cubicBezTo>
                      <a:pt x="62" y="26"/>
                      <a:pt x="57" y="4"/>
                      <a:pt x="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0" name="Freeform 956">
                <a:extLst>
                  <a:ext uri="{FF2B5EF4-FFF2-40B4-BE49-F238E27FC236}">
                    <a16:creationId xmlns:a16="http://schemas.microsoft.com/office/drawing/2014/main" id="{E8558D57-82AB-48FC-983A-CAD20D77C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165"/>
                <a:ext cx="65" cy="54"/>
              </a:xfrm>
              <a:custGeom>
                <a:avLst/>
                <a:gdLst>
                  <a:gd name="T0" fmla="*/ 283 w 26"/>
                  <a:gd name="T1" fmla="*/ 394 h 20"/>
                  <a:gd name="T2" fmla="*/ 363 w 26"/>
                  <a:gd name="T3" fmla="*/ 22 h 20"/>
                  <a:gd name="T4" fmla="*/ 0 w 26"/>
                  <a:gd name="T5" fmla="*/ 116 h 20"/>
                  <a:gd name="T6" fmla="*/ 283 w 26"/>
                  <a:gd name="T7" fmla="*/ 3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0">
                    <a:moveTo>
                      <a:pt x="18" y="20"/>
                    </a:moveTo>
                    <a:cubicBezTo>
                      <a:pt x="23" y="12"/>
                      <a:pt x="26" y="2"/>
                      <a:pt x="23" y="1"/>
                    </a:cubicBezTo>
                    <a:cubicBezTo>
                      <a:pt x="19" y="1"/>
                      <a:pt x="9" y="0"/>
                      <a:pt x="0" y="6"/>
                    </a:cubicBezTo>
                    <a:cubicBezTo>
                      <a:pt x="10" y="13"/>
                      <a:pt x="13" y="15"/>
                      <a:pt x="18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1" name="Freeform 957">
                <a:extLst>
                  <a:ext uri="{FF2B5EF4-FFF2-40B4-BE49-F238E27FC236}">
                    <a16:creationId xmlns:a16="http://schemas.microsoft.com/office/drawing/2014/main" id="{4BF572EE-0779-41D2-9DAA-6746B54AD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128"/>
                <a:ext cx="80" cy="45"/>
              </a:xfrm>
              <a:custGeom>
                <a:avLst/>
                <a:gdLst>
                  <a:gd name="T0" fmla="*/ 500 w 32"/>
                  <a:gd name="T1" fmla="*/ 148 h 17"/>
                  <a:gd name="T2" fmla="*/ 50 w 32"/>
                  <a:gd name="T3" fmla="*/ 77 h 17"/>
                  <a:gd name="T4" fmla="*/ 113 w 32"/>
                  <a:gd name="T5" fmla="*/ 315 h 17"/>
                  <a:gd name="T6" fmla="*/ 500 w 32"/>
                  <a:gd name="T7" fmla="*/ 14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7">
                    <a:moveTo>
                      <a:pt x="32" y="8"/>
                    </a:moveTo>
                    <a:cubicBezTo>
                      <a:pt x="19" y="5"/>
                      <a:pt x="8" y="10"/>
                      <a:pt x="3" y="4"/>
                    </a:cubicBezTo>
                    <a:cubicBezTo>
                      <a:pt x="0" y="0"/>
                      <a:pt x="4" y="10"/>
                      <a:pt x="7" y="17"/>
                    </a:cubicBezTo>
                    <a:cubicBezTo>
                      <a:pt x="15" y="13"/>
                      <a:pt x="24" y="10"/>
                      <a:pt x="32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2" name="Freeform 958">
                <a:extLst>
                  <a:ext uri="{FF2B5EF4-FFF2-40B4-BE49-F238E27FC236}">
                    <a16:creationId xmlns:a16="http://schemas.microsoft.com/office/drawing/2014/main" id="{14DB5954-675A-4C36-8EE9-7B6B2BD36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123"/>
                <a:ext cx="65" cy="58"/>
              </a:xfrm>
              <a:custGeom>
                <a:avLst/>
                <a:gdLst>
                  <a:gd name="T0" fmla="*/ 0 w 26"/>
                  <a:gd name="T1" fmla="*/ 348 h 22"/>
                  <a:gd name="T2" fmla="*/ 33 w 26"/>
                  <a:gd name="T3" fmla="*/ 382 h 22"/>
                  <a:gd name="T4" fmla="*/ 50 w 26"/>
                  <a:gd name="T5" fmla="*/ 403 h 22"/>
                  <a:gd name="T6" fmla="*/ 83 w 26"/>
                  <a:gd name="T7" fmla="*/ 382 h 22"/>
                  <a:gd name="T8" fmla="*/ 158 w 26"/>
                  <a:gd name="T9" fmla="*/ 182 h 22"/>
                  <a:gd name="T10" fmla="*/ 395 w 26"/>
                  <a:gd name="T11" fmla="*/ 55 h 22"/>
                  <a:gd name="T12" fmla="*/ 375 w 26"/>
                  <a:gd name="T13" fmla="*/ 0 h 22"/>
                  <a:gd name="T14" fmla="*/ 0 w 26"/>
                  <a:gd name="T15" fmla="*/ 327 h 22"/>
                  <a:gd name="T16" fmla="*/ 0 w 26"/>
                  <a:gd name="T17" fmla="*/ 348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2">
                    <a:moveTo>
                      <a:pt x="0" y="19"/>
                    </a:moveTo>
                    <a:cubicBezTo>
                      <a:pt x="0" y="20"/>
                      <a:pt x="1" y="20"/>
                      <a:pt x="2" y="21"/>
                    </a:cubicBezTo>
                    <a:cubicBezTo>
                      <a:pt x="2" y="21"/>
                      <a:pt x="3" y="21"/>
                      <a:pt x="3" y="22"/>
                    </a:cubicBezTo>
                    <a:cubicBezTo>
                      <a:pt x="4" y="21"/>
                      <a:pt x="4" y="21"/>
                      <a:pt x="5" y="21"/>
                    </a:cubicBezTo>
                    <a:cubicBezTo>
                      <a:pt x="6" y="17"/>
                      <a:pt x="8" y="13"/>
                      <a:pt x="10" y="10"/>
                    </a:cubicBezTo>
                    <a:cubicBezTo>
                      <a:pt x="13" y="7"/>
                      <a:pt x="20" y="2"/>
                      <a:pt x="25" y="3"/>
                    </a:cubicBezTo>
                    <a:cubicBezTo>
                      <a:pt x="26" y="2"/>
                      <a:pt x="25" y="0"/>
                      <a:pt x="24" y="0"/>
                    </a:cubicBezTo>
                    <a:cubicBezTo>
                      <a:pt x="14" y="0"/>
                      <a:pt x="5" y="9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3" name="Freeform 959">
                <a:extLst>
                  <a:ext uri="{FF2B5EF4-FFF2-40B4-BE49-F238E27FC236}">
                    <a16:creationId xmlns:a16="http://schemas.microsoft.com/office/drawing/2014/main" id="{9F57D0D3-0D92-440E-A1F4-83AD366B8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224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50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3"/>
                      <a:pt x="5" y="9"/>
                      <a:pt x="3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4" name="Freeform 960">
                <a:extLst>
                  <a:ext uri="{FF2B5EF4-FFF2-40B4-BE49-F238E27FC236}">
                    <a16:creationId xmlns:a16="http://schemas.microsoft.com/office/drawing/2014/main" id="{2831F2D0-1002-4AAD-A0FF-86958E9A2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304"/>
                <a:ext cx="18" cy="24"/>
              </a:xfrm>
              <a:custGeom>
                <a:avLst/>
                <a:gdLst>
                  <a:gd name="T0" fmla="*/ 100 w 7"/>
                  <a:gd name="T1" fmla="*/ 35 h 9"/>
                  <a:gd name="T2" fmla="*/ 33 w 7"/>
                  <a:gd name="T3" fmla="*/ 149 h 9"/>
                  <a:gd name="T4" fmla="*/ 100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5" name="Freeform 961">
                <a:extLst>
                  <a:ext uri="{FF2B5EF4-FFF2-40B4-BE49-F238E27FC236}">
                    <a16:creationId xmlns:a16="http://schemas.microsoft.com/office/drawing/2014/main" id="{C44FF550-CDE5-4DFA-8B9A-D2B5CC093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443"/>
                <a:ext cx="18" cy="24"/>
              </a:xfrm>
              <a:custGeom>
                <a:avLst/>
                <a:gdLst>
                  <a:gd name="T0" fmla="*/ 67 w 7"/>
                  <a:gd name="T1" fmla="*/ 0 h 9"/>
                  <a:gd name="T2" fmla="*/ 54 w 7"/>
                  <a:gd name="T3" fmla="*/ 149 h 9"/>
                  <a:gd name="T4" fmla="*/ 67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7" y="1"/>
                      <a:pt x="6" y="8"/>
                      <a:pt x="3" y="8"/>
                    </a:cubicBezTo>
                    <a:cubicBezTo>
                      <a:pt x="0" y="9"/>
                      <a:pt x="0" y="0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6" name="Freeform 962">
                <a:extLst>
                  <a:ext uri="{FF2B5EF4-FFF2-40B4-BE49-F238E27FC236}">
                    <a16:creationId xmlns:a16="http://schemas.microsoft.com/office/drawing/2014/main" id="{61C641E9-F99A-4305-9781-B83815F3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320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50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3"/>
                      <a:pt x="5" y="9"/>
                      <a:pt x="3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7" name="Freeform 963">
                <a:extLst>
                  <a:ext uri="{FF2B5EF4-FFF2-40B4-BE49-F238E27FC236}">
                    <a16:creationId xmlns:a16="http://schemas.microsoft.com/office/drawing/2014/main" id="{C27144B6-E4F9-4CF6-8193-7BF5FF170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291"/>
                <a:ext cx="12" cy="13"/>
              </a:xfrm>
              <a:custGeom>
                <a:avLst/>
                <a:gdLst>
                  <a:gd name="T0" fmla="*/ 58 w 5"/>
                  <a:gd name="T1" fmla="*/ 0 h 5"/>
                  <a:gd name="T2" fmla="*/ 29 w 5"/>
                  <a:gd name="T3" fmla="*/ 68 h 5"/>
                  <a:gd name="T4" fmla="*/ 5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5" y="1"/>
                      <a:pt x="4" y="5"/>
                      <a:pt x="2" y="4"/>
                    </a:cubicBezTo>
                    <a:cubicBezTo>
                      <a:pt x="0" y="4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8" name="Freeform 964">
                <a:extLst>
                  <a:ext uri="{FF2B5EF4-FFF2-40B4-BE49-F238E27FC236}">
                    <a16:creationId xmlns:a16="http://schemas.microsoft.com/office/drawing/2014/main" id="{748EBCF4-9206-4074-93D8-FC3FCA932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267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33 w 4"/>
                  <a:gd name="T3" fmla="*/ 68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4" y="0"/>
                      <a:pt x="4" y="4"/>
                      <a:pt x="2" y="4"/>
                    </a:cubicBezTo>
                    <a:cubicBezTo>
                      <a:pt x="1" y="5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69" name="Freeform 965">
                <a:extLst>
                  <a:ext uri="{FF2B5EF4-FFF2-40B4-BE49-F238E27FC236}">
                    <a16:creationId xmlns:a16="http://schemas.microsoft.com/office/drawing/2014/main" id="{CF531632-8AAA-4578-9FD1-AFB1E2C4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192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20 w 4"/>
                  <a:gd name="T3" fmla="*/ 83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4" y="1"/>
                      <a:pt x="3" y="4"/>
                      <a:pt x="1" y="4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0" name="Freeform 966">
                <a:extLst>
                  <a:ext uri="{FF2B5EF4-FFF2-40B4-BE49-F238E27FC236}">
                    <a16:creationId xmlns:a16="http://schemas.microsoft.com/office/drawing/2014/main" id="{F0A282A3-B6CC-4993-856B-9F5C93965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349"/>
                <a:ext cx="11" cy="14"/>
              </a:xfrm>
              <a:custGeom>
                <a:avLst/>
                <a:gdLst>
                  <a:gd name="T0" fmla="*/ 61 w 4"/>
                  <a:gd name="T1" fmla="*/ 22 h 5"/>
                  <a:gd name="T2" fmla="*/ 22 w 4"/>
                  <a:gd name="T3" fmla="*/ 109 h 5"/>
                  <a:gd name="T4" fmla="*/ 61 w 4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4" y="2"/>
                      <a:pt x="3" y="5"/>
                      <a:pt x="1" y="5"/>
                    </a:cubicBezTo>
                    <a:cubicBezTo>
                      <a:pt x="0" y="5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1" name="Freeform 967">
                <a:extLst>
                  <a:ext uri="{FF2B5EF4-FFF2-40B4-BE49-F238E27FC236}">
                    <a16:creationId xmlns:a16="http://schemas.microsoft.com/office/drawing/2014/main" id="{2A975E01-9032-469D-9165-5A916DAB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299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33 w 4"/>
                  <a:gd name="T3" fmla="*/ 63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4" y="0"/>
                      <a:pt x="4" y="4"/>
                      <a:pt x="2" y="4"/>
                    </a:cubicBezTo>
                    <a:cubicBezTo>
                      <a:pt x="1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2" name="Freeform 968">
                <a:extLst>
                  <a:ext uri="{FF2B5EF4-FFF2-40B4-BE49-F238E27FC236}">
                    <a16:creationId xmlns:a16="http://schemas.microsoft.com/office/drawing/2014/main" id="{6859D9D3-A988-4D6D-8B2C-16211E6C2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296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83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4"/>
                      <a:pt x="2" y="4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3" name="Freeform 969">
                <a:extLst>
                  <a:ext uri="{FF2B5EF4-FFF2-40B4-BE49-F238E27FC236}">
                    <a16:creationId xmlns:a16="http://schemas.microsoft.com/office/drawing/2014/main" id="{50460C46-1B07-4EE5-8C27-E5AF78698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355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6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4"/>
                      <a:pt x="2" y="4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4" name="Freeform 970">
                <a:extLst>
                  <a:ext uri="{FF2B5EF4-FFF2-40B4-BE49-F238E27FC236}">
                    <a16:creationId xmlns:a16="http://schemas.microsoft.com/office/drawing/2014/main" id="{756266A8-8705-463B-8696-8FBA48020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312"/>
                <a:ext cx="21" cy="21"/>
              </a:xfrm>
              <a:custGeom>
                <a:avLst/>
                <a:gdLst>
                  <a:gd name="T0" fmla="*/ 123 w 8"/>
                  <a:gd name="T1" fmla="*/ 34 h 8"/>
                  <a:gd name="T2" fmla="*/ 34 w 8"/>
                  <a:gd name="T3" fmla="*/ 123 h 8"/>
                  <a:gd name="T4" fmla="*/ 123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2"/>
                    </a:moveTo>
                    <a:cubicBezTo>
                      <a:pt x="8" y="3"/>
                      <a:pt x="5" y="8"/>
                      <a:pt x="2" y="7"/>
                    </a:cubicBezTo>
                    <a:cubicBezTo>
                      <a:pt x="0" y="7"/>
                      <a:pt x="3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5" name="Freeform 971">
                <a:extLst>
                  <a:ext uri="{FF2B5EF4-FFF2-40B4-BE49-F238E27FC236}">
                    <a16:creationId xmlns:a16="http://schemas.microsoft.com/office/drawing/2014/main" id="{5A650902-8FBE-4E40-BAAD-0584067E2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275"/>
                <a:ext cx="18" cy="24"/>
              </a:xfrm>
              <a:custGeom>
                <a:avLst/>
                <a:gdLst>
                  <a:gd name="T0" fmla="*/ 100 w 7"/>
                  <a:gd name="T1" fmla="*/ 35 h 9"/>
                  <a:gd name="T2" fmla="*/ 33 w 7"/>
                  <a:gd name="T3" fmla="*/ 149 h 9"/>
                  <a:gd name="T4" fmla="*/ 100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6" name="Freeform 972">
                <a:extLst>
                  <a:ext uri="{FF2B5EF4-FFF2-40B4-BE49-F238E27FC236}">
                    <a16:creationId xmlns:a16="http://schemas.microsoft.com/office/drawing/2014/main" id="{86900D70-2587-410B-9702-4A6C2D498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240"/>
                <a:ext cx="18" cy="21"/>
              </a:xfrm>
              <a:custGeom>
                <a:avLst/>
                <a:gdLst>
                  <a:gd name="T0" fmla="*/ 100 w 7"/>
                  <a:gd name="T1" fmla="*/ 21 h 8"/>
                  <a:gd name="T2" fmla="*/ 33 w 7"/>
                  <a:gd name="T3" fmla="*/ 144 h 8"/>
                  <a:gd name="T4" fmla="*/ 100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3"/>
                      <a:pt x="5" y="8"/>
                      <a:pt x="2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7" name="Freeform 973">
                <a:extLst>
                  <a:ext uri="{FF2B5EF4-FFF2-40B4-BE49-F238E27FC236}">
                    <a16:creationId xmlns:a16="http://schemas.microsoft.com/office/drawing/2014/main" id="{B2B22671-4F50-42FB-B303-2C101088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213"/>
                <a:ext cx="17" cy="22"/>
              </a:xfrm>
              <a:custGeom>
                <a:avLst/>
                <a:gdLst>
                  <a:gd name="T0" fmla="*/ 87 w 7"/>
                  <a:gd name="T1" fmla="*/ 47 h 8"/>
                  <a:gd name="T2" fmla="*/ 29 w 7"/>
                  <a:gd name="T3" fmla="*/ 168 h 8"/>
                  <a:gd name="T4" fmla="*/ 87 w 7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2"/>
                    </a:moveTo>
                    <a:cubicBezTo>
                      <a:pt x="7" y="3"/>
                      <a:pt x="5" y="8"/>
                      <a:pt x="2" y="8"/>
                    </a:cubicBezTo>
                    <a:cubicBezTo>
                      <a:pt x="0" y="7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8" name="Freeform 974">
                <a:extLst>
                  <a:ext uri="{FF2B5EF4-FFF2-40B4-BE49-F238E27FC236}">
                    <a16:creationId xmlns:a16="http://schemas.microsoft.com/office/drawing/2014/main" id="{484183EA-D152-4958-B982-050FEBB17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253"/>
                <a:ext cx="18" cy="22"/>
              </a:xfrm>
              <a:custGeom>
                <a:avLst/>
                <a:gdLst>
                  <a:gd name="T0" fmla="*/ 100 w 7"/>
                  <a:gd name="T1" fmla="*/ 22 h 8"/>
                  <a:gd name="T2" fmla="*/ 54 w 7"/>
                  <a:gd name="T3" fmla="*/ 168 h 8"/>
                  <a:gd name="T4" fmla="*/ 100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6" y="8"/>
                      <a:pt x="3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79" name="Freeform 975">
                <a:extLst>
                  <a:ext uri="{FF2B5EF4-FFF2-40B4-BE49-F238E27FC236}">
                    <a16:creationId xmlns:a16="http://schemas.microsoft.com/office/drawing/2014/main" id="{DED71E02-5A63-4D50-8357-CEBD51E79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288"/>
                <a:ext cx="20" cy="21"/>
              </a:xfrm>
              <a:custGeom>
                <a:avLst/>
                <a:gdLst>
                  <a:gd name="T0" fmla="*/ 95 w 8"/>
                  <a:gd name="T1" fmla="*/ 21 h 8"/>
                  <a:gd name="T2" fmla="*/ 50 w 8"/>
                  <a:gd name="T3" fmla="*/ 123 h 8"/>
                  <a:gd name="T4" fmla="*/ 95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8" y="2"/>
                      <a:pt x="5" y="8"/>
                      <a:pt x="3" y="7"/>
                    </a:cubicBezTo>
                    <a:cubicBezTo>
                      <a:pt x="0" y="7"/>
                      <a:pt x="3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0" name="Freeform 976">
                <a:extLst>
                  <a:ext uri="{FF2B5EF4-FFF2-40B4-BE49-F238E27FC236}">
                    <a16:creationId xmlns:a16="http://schemas.microsoft.com/office/drawing/2014/main" id="{3D6D5EA7-0F98-4FB1-912F-58AC9A487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227"/>
                <a:ext cx="18" cy="18"/>
              </a:xfrm>
              <a:custGeom>
                <a:avLst/>
                <a:gdLst>
                  <a:gd name="T0" fmla="*/ 85 w 7"/>
                  <a:gd name="T1" fmla="*/ 0 h 7"/>
                  <a:gd name="T2" fmla="*/ 54 w 7"/>
                  <a:gd name="T3" fmla="*/ 118 h 7"/>
                  <a:gd name="T4" fmla="*/ 85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7" y="1"/>
                      <a:pt x="6" y="7"/>
                      <a:pt x="3" y="7"/>
                    </a:cubicBezTo>
                    <a:cubicBezTo>
                      <a:pt x="0" y="7"/>
                      <a:pt x="1" y="0"/>
                      <a:pt x="5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1" name="Freeform 977">
                <a:extLst>
                  <a:ext uri="{FF2B5EF4-FFF2-40B4-BE49-F238E27FC236}">
                    <a16:creationId xmlns:a16="http://schemas.microsoft.com/office/drawing/2014/main" id="{FD88D9B6-AA44-49CF-8690-BCAD46710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192"/>
                <a:ext cx="18" cy="21"/>
              </a:xfrm>
              <a:custGeom>
                <a:avLst/>
                <a:gdLst>
                  <a:gd name="T0" fmla="*/ 85 w 7"/>
                  <a:gd name="T1" fmla="*/ 21 h 8"/>
                  <a:gd name="T2" fmla="*/ 33 w 7"/>
                  <a:gd name="T3" fmla="*/ 144 h 8"/>
                  <a:gd name="T4" fmla="*/ 85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5" y="8"/>
                      <a:pt x="2" y="8"/>
                    </a:cubicBezTo>
                    <a:cubicBezTo>
                      <a:pt x="0" y="7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2" name="Freeform 978">
                <a:extLst>
                  <a:ext uri="{FF2B5EF4-FFF2-40B4-BE49-F238E27FC236}">
                    <a16:creationId xmlns:a16="http://schemas.microsoft.com/office/drawing/2014/main" id="{085B945A-DA61-4D3B-AE9A-FF33E1AFE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195"/>
                <a:ext cx="15" cy="16"/>
              </a:xfrm>
              <a:custGeom>
                <a:avLst/>
                <a:gdLst>
                  <a:gd name="T0" fmla="*/ 83 w 6"/>
                  <a:gd name="T1" fmla="*/ 21 h 6"/>
                  <a:gd name="T2" fmla="*/ 33 w 6"/>
                  <a:gd name="T3" fmla="*/ 93 h 6"/>
                  <a:gd name="T4" fmla="*/ 83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6" y="2"/>
                      <a:pt x="4" y="6"/>
                      <a:pt x="2" y="5"/>
                    </a:cubicBezTo>
                    <a:cubicBezTo>
                      <a:pt x="0" y="5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3" name="Freeform 979">
                <a:extLst>
                  <a:ext uri="{FF2B5EF4-FFF2-40B4-BE49-F238E27FC236}">
                    <a16:creationId xmlns:a16="http://schemas.microsoft.com/office/drawing/2014/main" id="{6A35D5BB-E021-40E9-813D-20DFF071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291"/>
                <a:ext cx="18" cy="21"/>
              </a:xfrm>
              <a:custGeom>
                <a:avLst/>
                <a:gdLst>
                  <a:gd name="T0" fmla="*/ 85 w 7"/>
                  <a:gd name="T1" fmla="*/ 21 h 8"/>
                  <a:gd name="T2" fmla="*/ 54 w 7"/>
                  <a:gd name="T3" fmla="*/ 123 h 8"/>
                  <a:gd name="T4" fmla="*/ 85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5" y="8"/>
                      <a:pt x="3" y="7"/>
                    </a:cubicBezTo>
                    <a:cubicBezTo>
                      <a:pt x="0" y="7"/>
                      <a:pt x="1" y="0"/>
                      <a:pt x="5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4" name="Freeform 980">
                <a:extLst>
                  <a:ext uri="{FF2B5EF4-FFF2-40B4-BE49-F238E27FC236}">
                    <a16:creationId xmlns:a16="http://schemas.microsoft.com/office/drawing/2014/main" id="{8C8417D1-DD3F-4E0F-9972-8B98B83A8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237"/>
                <a:ext cx="17" cy="22"/>
              </a:xfrm>
              <a:custGeom>
                <a:avLst/>
                <a:gdLst>
                  <a:gd name="T0" fmla="*/ 87 w 7"/>
                  <a:gd name="T1" fmla="*/ 22 h 8"/>
                  <a:gd name="T2" fmla="*/ 29 w 7"/>
                  <a:gd name="T3" fmla="*/ 168 h 8"/>
                  <a:gd name="T4" fmla="*/ 87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3"/>
                      <a:pt x="5" y="8"/>
                      <a:pt x="2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5" name="Freeform 981">
                <a:extLst>
                  <a:ext uri="{FF2B5EF4-FFF2-40B4-BE49-F238E27FC236}">
                    <a16:creationId xmlns:a16="http://schemas.microsoft.com/office/drawing/2014/main" id="{8407A426-9952-4070-ACB7-652686733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320"/>
                <a:ext cx="15" cy="21"/>
              </a:xfrm>
              <a:custGeom>
                <a:avLst/>
                <a:gdLst>
                  <a:gd name="T0" fmla="*/ 63 w 6"/>
                  <a:gd name="T1" fmla="*/ 0 h 8"/>
                  <a:gd name="T2" fmla="*/ 63 w 6"/>
                  <a:gd name="T3" fmla="*/ 123 h 8"/>
                  <a:gd name="T4" fmla="*/ 63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6" y="0"/>
                      <a:pt x="6" y="6"/>
                      <a:pt x="4" y="7"/>
                    </a:cubicBezTo>
                    <a:cubicBezTo>
                      <a:pt x="1" y="8"/>
                      <a:pt x="0" y="0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6" name="Freeform 982">
                <a:extLst>
                  <a:ext uri="{FF2B5EF4-FFF2-40B4-BE49-F238E27FC236}">
                    <a16:creationId xmlns:a16="http://schemas.microsoft.com/office/drawing/2014/main" id="{9D9BAC4C-29E5-4CD2-A724-730D6AACE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333"/>
                <a:ext cx="17" cy="22"/>
              </a:xfrm>
              <a:custGeom>
                <a:avLst/>
                <a:gdLst>
                  <a:gd name="T0" fmla="*/ 87 w 7"/>
                  <a:gd name="T1" fmla="*/ 22 h 8"/>
                  <a:gd name="T2" fmla="*/ 29 w 7"/>
                  <a:gd name="T3" fmla="*/ 168 h 8"/>
                  <a:gd name="T4" fmla="*/ 87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3"/>
                      <a:pt x="5" y="8"/>
                      <a:pt x="2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7" name="Freeform 983">
                <a:extLst>
                  <a:ext uri="{FF2B5EF4-FFF2-40B4-BE49-F238E27FC236}">
                    <a16:creationId xmlns:a16="http://schemas.microsoft.com/office/drawing/2014/main" id="{9DEE9988-B6FF-41D8-A437-931E30054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12"/>
                <a:ext cx="18" cy="21"/>
              </a:xfrm>
              <a:custGeom>
                <a:avLst/>
                <a:gdLst>
                  <a:gd name="T0" fmla="*/ 100 w 7"/>
                  <a:gd name="T1" fmla="*/ 21 h 8"/>
                  <a:gd name="T2" fmla="*/ 54 w 7"/>
                  <a:gd name="T3" fmla="*/ 144 h 8"/>
                  <a:gd name="T4" fmla="*/ 100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6" y="8"/>
                      <a:pt x="3" y="8"/>
                    </a:cubicBezTo>
                    <a:cubicBezTo>
                      <a:pt x="0" y="8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8" name="Freeform 984">
                <a:extLst>
                  <a:ext uri="{FF2B5EF4-FFF2-40B4-BE49-F238E27FC236}">
                    <a16:creationId xmlns:a16="http://schemas.microsoft.com/office/drawing/2014/main" id="{CA2393D7-11BD-466F-A8DC-A5757ACB1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277"/>
                <a:ext cx="18" cy="22"/>
              </a:xfrm>
              <a:custGeom>
                <a:avLst/>
                <a:gdLst>
                  <a:gd name="T0" fmla="*/ 85 w 7"/>
                  <a:gd name="T1" fmla="*/ 22 h 8"/>
                  <a:gd name="T2" fmla="*/ 33 w 7"/>
                  <a:gd name="T3" fmla="*/ 168 h 8"/>
                  <a:gd name="T4" fmla="*/ 85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5" y="8"/>
                      <a:pt x="2" y="8"/>
                    </a:cubicBezTo>
                    <a:cubicBezTo>
                      <a:pt x="0" y="7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89" name="Freeform 985">
                <a:extLst>
                  <a:ext uri="{FF2B5EF4-FFF2-40B4-BE49-F238E27FC236}">
                    <a16:creationId xmlns:a16="http://schemas.microsoft.com/office/drawing/2014/main" id="{5E2554C1-2D5E-497C-ACD8-EABE62020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355"/>
                <a:ext cx="15" cy="21"/>
              </a:xfrm>
              <a:custGeom>
                <a:avLst/>
                <a:gdLst>
                  <a:gd name="T0" fmla="*/ 63 w 6"/>
                  <a:gd name="T1" fmla="*/ 21 h 8"/>
                  <a:gd name="T2" fmla="*/ 33 w 6"/>
                  <a:gd name="T3" fmla="*/ 144 h 8"/>
                  <a:gd name="T4" fmla="*/ 63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1"/>
                    </a:moveTo>
                    <a:cubicBezTo>
                      <a:pt x="6" y="2"/>
                      <a:pt x="5" y="8"/>
                      <a:pt x="2" y="8"/>
                    </a:cubicBezTo>
                    <a:cubicBezTo>
                      <a:pt x="0" y="8"/>
                      <a:pt x="0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0" name="Freeform 986">
                <a:extLst>
                  <a:ext uri="{FF2B5EF4-FFF2-40B4-BE49-F238E27FC236}">
                    <a16:creationId xmlns:a16="http://schemas.microsoft.com/office/drawing/2014/main" id="{E8E405B7-C77B-4F36-A10B-432043CEE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408"/>
                <a:ext cx="18" cy="21"/>
              </a:xfrm>
              <a:custGeom>
                <a:avLst/>
                <a:gdLst>
                  <a:gd name="T0" fmla="*/ 67 w 7"/>
                  <a:gd name="T1" fmla="*/ 0 h 8"/>
                  <a:gd name="T2" fmla="*/ 85 w 7"/>
                  <a:gd name="T3" fmla="*/ 123 h 8"/>
                  <a:gd name="T4" fmla="*/ 67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0"/>
                      <a:pt x="7" y="6"/>
                      <a:pt x="5" y="7"/>
                    </a:cubicBezTo>
                    <a:cubicBezTo>
                      <a:pt x="2" y="8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1" name="Freeform 987">
                <a:extLst>
                  <a:ext uri="{FF2B5EF4-FFF2-40B4-BE49-F238E27FC236}">
                    <a16:creationId xmlns:a16="http://schemas.microsoft.com/office/drawing/2014/main" id="{43C71338-F674-4355-B3AA-9E767D43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253"/>
                <a:ext cx="18" cy="22"/>
              </a:xfrm>
              <a:custGeom>
                <a:avLst/>
                <a:gdLst>
                  <a:gd name="T0" fmla="*/ 85 w 7"/>
                  <a:gd name="T1" fmla="*/ 22 h 8"/>
                  <a:gd name="T2" fmla="*/ 33 w 7"/>
                  <a:gd name="T3" fmla="*/ 168 h 8"/>
                  <a:gd name="T4" fmla="*/ 85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5" y="8"/>
                      <a:pt x="2" y="8"/>
                    </a:cubicBezTo>
                    <a:cubicBezTo>
                      <a:pt x="0" y="7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2" name="Freeform 988">
                <a:extLst>
                  <a:ext uri="{FF2B5EF4-FFF2-40B4-BE49-F238E27FC236}">
                    <a16:creationId xmlns:a16="http://schemas.microsoft.com/office/drawing/2014/main" id="{E99398A5-EE50-4546-B89F-2951322EA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211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50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3"/>
                      <a:pt x="5" y="9"/>
                      <a:pt x="3" y="8"/>
                    </a:cubicBezTo>
                    <a:cubicBezTo>
                      <a:pt x="0" y="7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3" name="Freeform 989">
                <a:extLst>
                  <a:ext uri="{FF2B5EF4-FFF2-40B4-BE49-F238E27FC236}">
                    <a16:creationId xmlns:a16="http://schemas.microsoft.com/office/drawing/2014/main" id="{744D7AAB-8117-452B-8665-BFD24A539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176"/>
                <a:ext cx="20" cy="21"/>
              </a:xfrm>
              <a:custGeom>
                <a:avLst/>
                <a:gdLst>
                  <a:gd name="T0" fmla="*/ 113 w 8"/>
                  <a:gd name="T1" fmla="*/ 34 h 8"/>
                  <a:gd name="T2" fmla="*/ 33 w 8"/>
                  <a:gd name="T3" fmla="*/ 123 h 8"/>
                  <a:gd name="T4" fmla="*/ 113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2"/>
                    </a:moveTo>
                    <a:cubicBezTo>
                      <a:pt x="8" y="3"/>
                      <a:pt x="5" y="8"/>
                      <a:pt x="2" y="7"/>
                    </a:cubicBezTo>
                    <a:cubicBezTo>
                      <a:pt x="0" y="6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4" name="Freeform 990">
                <a:extLst>
                  <a:ext uri="{FF2B5EF4-FFF2-40B4-BE49-F238E27FC236}">
                    <a16:creationId xmlns:a16="http://schemas.microsoft.com/office/drawing/2014/main" id="{4F73F6AB-B93D-40DD-A15B-61DB6ACB2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173"/>
                <a:ext cx="18" cy="19"/>
              </a:xfrm>
              <a:custGeom>
                <a:avLst/>
                <a:gdLst>
                  <a:gd name="T0" fmla="*/ 100 w 7"/>
                  <a:gd name="T1" fmla="*/ 38 h 7"/>
                  <a:gd name="T2" fmla="*/ 33 w 7"/>
                  <a:gd name="T3" fmla="*/ 117 h 7"/>
                  <a:gd name="T4" fmla="*/ 100 w 7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7" y="3"/>
                      <a:pt x="4" y="7"/>
                      <a:pt x="2" y="6"/>
                    </a:cubicBezTo>
                    <a:cubicBezTo>
                      <a:pt x="0" y="5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5" name="Freeform 991">
                <a:extLst>
                  <a:ext uri="{FF2B5EF4-FFF2-40B4-BE49-F238E27FC236}">
                    <a16:creationId xmlns:a16="http://schemas.microsoft.com/office/drawing/2014/main" id="{0702E864-9FCA-45EF-BCDB-8D4FD56A9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160"/>
                <a:ext cx="20" cy="16"/>
              </a:xfrm>
              <a:custGeom>
                <a:avLst/>
                <a:gdLst>
                  <a:gd name="T0" fmla="*/ 113 w 8"/>
                  <a:gd name="T1" fmla="*/ 21 h 6"/>
                  <a:gd name="T2" fmla="*/ 50 w 8"/>
                  <a:gd name="T3" fmla="*/ 115 h 6"/>
                  <a:gd name="T4" fmla="*/ 113 w 8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7" y="1"/>
                    </a:moveTo>
                    <a:cubicBezTo>
                      <a:pt x="8" y="2"/>
                      <a:pt x="5" y="6"/>
                      <a:pt x="3" y="6"/>
                    </a:cubicBezTo>
                    <a:cubicBezTo>
                      <a:pt x="0" y="5"/>
                      <a:pt x="4" y="0"/>
                      <a:pt x="7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6" name="Freeform 992">
                <a:extLst>
                  <a:ext uri="{FF2B5EF4-FFF2-40B4-BE49-F238E27FC236}">
                    <a16:creationId xmlns:a16="http://schemas.microsoft.com/office/drawing/2014/main" id="{93EAC8F4-60EF-4BED-B601-EDFBE444D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267"/>
                <a:ext cx="12" cy="18"/>
              </a:xfrm>
              <a:custGeom>
                <a:avLst/>
                <a:gdLst>
                  <a:gd name="T0" fmla="*/ 58 w 5"/>
                  <a:gd name="T1" fmla="*/ 21 h 7"/>
                  <a:gd name="T2" fmla="*/ 29 w 5"/>
                  <a:gd name="T3" fmla="*/ 118 h 7"/>
                  <a:gd name="T4" fmla="*/ 58 w 5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4" y="1"/>
                    </a:moveTo>
                    <a:cubicBezTo>
                      <a:pt x="5" y="2"/>
                      <a:pt x="4" y="7"/>
                      <a:pt x="2" y="7"/>
                    </a:cubicBezTo>
                    <a:cubicBezTo>
                      <a:pt x="0" y="6"/>
                      <a:pt x="1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7" name="Freeform 993">
                <a:extLst>
                  <a:ext uri="{FF2B5EF4-FFF2-40B4-BE49-F238E27FC236}">
                    <a16:creationId xmlns:a16="http://schemas.microsoft.com/office/drawing/2014/main" id="{67BD2231-55CE-49E0-8280-5DFFF645A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299"/>
                <a:ext cx="17" cy="24"/>
              </a:xfrm>
              <a:custGeom>
                <a:avLst/>
                <a:gdLst>
                  <a:gd name="T0" fmla="*/ 87 w 7"/>
                  <a:gd name="T1" fmla="*/ 35 h 9"/>
                  <a:gd name="T2" fmla="*/ 29 w 7"/>
                  <a:gd name="T3" fmla="*/ 149 h 9"/>
                  <a:gd name="T4" fmla="*/ 87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8" name="Freeform 994">
                <a:extLst>
                  <a:ext uri="{FF2B5EF4-FFF2-40B4-BE49-F238E27FC236}">
                    <a16:creationId xmlns:a16="http://schemas.microsoft.com/office/drawing/2014/main" id="{51861403-6ACF-4483-9863-FA7769EC9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363"/>
                <a:ext cx="17" cy="24"/>
              </a:xfrm>
              <a:custGeom>
                <a:avLst/>
                <a:gdLst>
                  <a:gd name="T0" fmla="*/ 58 w 7"/>
                  <a:gd name="T1" fmla="*/ 0 h 9"/>
                  <a:gd name="T2" fmla="*/ 70 w 7"/>
                  <a:gd name="T3" fmla="*/ 149 h 9"/>
                  <a:gd name="T4" fmla="*/ 58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6" y="1"/>
                      <a:pt x="7" y="7"/>
                      <a:pt x="5" y="8"/>
                    </a:cubicBezTo>
                    <a:cubicBezTo>
                      <a:pt x="3" y="9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99" name="Freeform 995">
                <a:extLst>
                  <a:ext uri="{FF2B5EF4-FFF2-40B4-BE49-F238E27FC236}">
                    <a16:creationId xmlns:a16="http://schemas.microsoft.com/office/drawing/2014/main" id="{4C7A704A-E0FF-49CB-9E6A-12D3D1A2A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397"/>
                <a:ext cx="20" cy="24"/>
              </a:xfrm>
              <a:custGeom>
                <a:avLst/>
                <a:gdLst>
                  <a:gd name="T0" fmla="*/ 50 w 8"/>
                  <a:gd name="T1" fmla="*/ 0 h 9"/>
                  <a:gd name="T2" fmla="*/ 83 w 8"/>
                  <a:gd name="T3" fmla="*/ 136 h 9"/>
                  <a:gd name="T4" fmla="*/ 50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5" y="0"/>
                      <a:pt x="8" y="6"/>
                      <a:pt x="5" y="7"/>
                    </a:cubicBezTo>
                    <a:cubicBezTo>
                      <a:pt x="3" y="9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Freeform 996">
                <a:extLst>
                  <a:ext uri="{FF2B5EF4-FFF2-40B4-BE49-F238E27FC236}">
                    <a16:creationId xmlns:a16="http://schemas.microsoft.com/office/drawing/2014/main" id="{E613DE7B-6B72-4135-8F53-6FC742B2E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408"/>
                <a:ext cx="12" cy="16"/>
              </a:xfrm>
              <a:custGeom>
                <a:avLst/>
                <a:gdLst>
                  <a:gd name="T0" fmla="*/ 29 w 5"/>
                  <a:gd name="T1" fmla="*/ 21 h 6"/>
                  <a:gd name="T2" fmla="*/ 58 w 5"/>
                  <a:gd name="T3" fmla="*/ 93 h 6"/>
                  <a:gd name="T4" fmla="*/ 29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3" y="0"/>
                      <a:pt x="5" y="3"/>
                      <a:pt x="4" y="5"/>
                    </a:cubicBezTo>
                    <a:cubicBezTo>
                      <a:pt x="3" y="6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Freeform 997">
                <a:extLst>
                  <a:ext uri="{FF2B5EF4-FFF2-40B4-BE49-F238E27FC236}">
                    <a16:creationId xmlns:a16="http://schemas.microsoft.com/office/drawing/2014/main" id="{BE06FF70-0311-4B7E-9F89-0B17B733A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443"/>
                <a:ext cx="12" cy="16"/>
              </a:xfrm>
              <a:custGeom>
                <a:avLst/>
                <a:gdLst>
                  <a:gd name="T0" fmla="*/ 29 w 5"/>
                  <a:gd name="T1" fmla="*/ 21 h 6"/>
                  <a:gd name="T2" fmla="*/ 58 w 5"/>
                  <a:gd name="T3" fmla="*/ 77 h 6"/>
                  <a:gd name="T4" fmla="*/ 29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6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Freeform 998">
                <a:extLst>
                  <a:ext uri="{FF2B5EF4-FFF2-40B4-BE49-F238E27FC236}">
                    <a16:creationId xmlns:a16="http://schemas.microsoft.com/office/drawing/2014/main" id="{C6CDC884-AF90-4A84-B91F-F61783D97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493"/>
                <a:ext cx="12" cy="14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87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3" name="Freeform 999">
                <a:extLst>
                  <a:ext uri="{FF2B5EF4-FFF2-40B4-BE49-F238E27FC236}">
                    <a16:creationId xmlns:a16="http://schemas.microsoft.com/office/drawing/2014/main" id="{16343850-4B5E-4318-A88C-763222219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456"/>
                <a:ext cx="22" cy="24"/>
              </a:xfrm>
              <a:custGeom>
                <a:avLst/>
                <a:gdLst>
                  <a:gd name="T0" fmla="*/ 59 w 9"/>
                  <a:gd name="T1" fmla="*/ 0 h 9"/>
                  <a:gd name="T2" fmla="*/ 103 w 9"/>
                  <a:gd name="T3" fmla="*/ 136 h 9"/>
                  <a:gd name="T4" fmla="*/ 59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4" name="Freeform 1000">
                <a:extLst>
                  <a:ext uri="{FF2B5EF4-FFF2-40B4-BE49-F238E27FC236}">
                    <a16:creationId xmlns:a16="http://schemas.microsoft.com/office/drawing/2014/main" id="{13DC0EC6-FE89-4D16-8D37-485D15F51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477"/>
                <a:ext cx="20" cy="24"/>
              </a:xfrm>
              <a:custGeom>
                <a:avLst/>
                <a:gdLst>
                  <a:gd name="T0" fmla="*/ 20 w 8"/>
                  <a:gd name="T1" fmla="*/ 115 h 9"/>
                  <a:gd name="T2" fmla="*/ 95 w 8"/>
                  <a:gd name="T3" fmla="*/ 21 h 9"/>
                  <a:gd name="T4" fmla="*/ 20 w 8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1" y="6"/>
                    </a:moveTo>
                    <a:cubicBezTo>
                      <a:pt x="0" y="5"/>
                      <a:pt x="4" y="0"/>
                      <a:pt x="6" y="1"/>
                    </a:cubicBezTo>
                    <a:cubicBezTo>
                      <a:pt x="8" y="2"/>
                      <a:pt x="4" y="9"/>
                      <a:pt x="1" y="6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5" name="Freeform 1001">
                <a:extLst>
                  <a:ext uri="{FF2B5EF4-FFF2-40B4-BE49-F238E27FC236}">
                    <a16:creationId xmlns:a16="http://schemas.microsoft.com/office/drawing/2014/main" id="{155F0538-5CE8-4D70-B461-7B49F65AF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237"/>
                <a:ext cx="17" cy="22"/>
              </a:xfrm>
              <a:custGeom>
                <a:avLst/>
                <a:gdLst>
                  <a:gd name="T0" fmla="*/ 70 w 7"/>
                  <a:gd name="T1" fmla="*/ 22 h 8"/>
                  <a:gd name="T2" fmla="*/ 29 w 7"/>
                  <a:gd name="T3" fmla="*/ 168 h 8"/>
                  <a:gd name="T4" fmla="*/ 70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5" y="8"/>
                      <a:pt x="2" y="8"/>
                    </a:cubicBezTo>
                    <a:cubicBezTo>
                      <a:pt x="0" y="8"/>
                      <a:pt x="1" y="0"/>
                      <a:pt x="5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1002">
                <a:extLst>
                  <a:ext uri="{FF2B5EF4-FFF2-40B4-BE49-F238E27FC236}">
                    <a16:creationId xmlns:a16="http://schemas.microsoft.com/office/drawing/2014/main" id="{2D243579-7C30-4958-87C6-8B1198253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200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33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3"/>
                      <a:pt x="5" y="9"/>
                      <a:pt x="2" y="8"/>
                    </a:cubicBezTo>
                    <a:cubicBezTo>
                      <a:pt x="0" y="7"/>
                      <a:pt x="3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1003">
                <a:extLst>
                  <a:ext uri="{FF2B5EF4-FFF2-40B4-BE49-F238E27FC236}">
                    <a16:creationId xmlns:a16="http://schemas.microsoft.com/office/drawing/2014/main" id="{30269ED4-C7B7-4F4F-B6A8-15F383730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192"/>
                <a:ext cx="13" cy="16"/>
              </a:xfrm>
              <a:custGeom>
                <a:avLst/>
                <a:gdLst>
                  <a:gd name="T0" fmla="*/ 68 w 5"/>
                  <a:gd name="T1" fmla="*/ 21 h 6"/>
                  <a:gd name="T2" fmla="*/ 21 w 5"/>
                  <a:gd name="T3" fmla="*/ 93 h 6"/>
                  <a:gd name="T4" fmla="*/ 68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5" y="2"/>
                      <a:pt x="3" y="6"/>
                      <a:pt x="1" y="5"/>
                    </a:cubicBezTo>
                    <a:cubicBezTo>
                      <a:pt x="0" y="5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1004">
                <a:extLst>
                  <a:ext uri="{FF2B5EF4-FFF2-40B4-BE49-F238E27FC236}">
                    <a16:creationId xmlns:a16="http://schemas.microsoft.com/office/drawing/2014/main" id="{5F6EF7A6-CA7B-4456-BCEA-ACAFE9307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171"/>
                <a:ext cx="13" cy="16"/>
              </a:xfrm>
              <a:custGeom>
                <a:avLst/>
                <a:gdLst>
                  <a:gd name="T0" fmla="*/ 68 w 5"/>
                  <a:gd name="T1" fmla="*/ 21 h 6"/>
                  <a:gd name="T2" fmla="*/ 34 w 5"/>
                  <a:gd name="T3" fmla="*/ 93 h 6"/>
                  <a:gd name="T4" fmla="*/ 68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5" y="2"/>
                      <a:pt x="4" y="6"/>
                      <a:pt x="2" y="5"/>
                    </a:cubicBezTo>
                    <a:cubicBezTo>
                      <a:pt x="0" y="5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1005">
                <a:extLst>
                  <a:ext uri="{FF2B5EF4-FFF2-40B4-BE49-F238E27FC236}">
                    <a16:creationId xmlns:a16="http://schemas.microsoft.com/office/drawing/2014/main" id="{4E31FC8D-12AD-464D-A913-95B36348F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152"/>
                <a:ext cx="15" cy="16"/>
              </a:xfrm>
              <a:custGeom>
                <a:avLst/>
                <a:gdLst>
                  <a:gd name="T0" fmla="*/ 83 w 6"/>
                  <a:gd name="T1" fmla="*/ 35 h 6"/>
                  <a:gd name="T2" fmla="*/ 33 w 6"/>
                  <a:gd name="T3" fmla="*/ 93 h 6"/>
                  <a:gd name="T4" fmla="*/ 83 w 6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2"/>
                    </a:moveTo>
                    <a:cubicBezTo>
                      <a:pt x="6" y="3"/>
                      <a:pt x="3" y="6"/>
                      <a:pt x="2" y="5"/>
                    </a:cubicBezTo>
                    <a:cubicBezTo>
                      <a:pt x="0" y="5"/>
                      <a:pt x="2" y="0"/>
                      <a:pt x="5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1006">
                <a:extLst>
                  <a:ext uri="{FF2B5EF4-FFF2-40B4-BE49-F238E27FC236}">
                    <a16:creationId xmlns:a16="http://schemas.microsoft.com/office/drawing/2014/main" id="{40FC20C8-9C81-449D-9457-D0A0E89B9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205"/>
                <a:ext cx="20" cy="19"/>
              </a:xfrm>
              <a:custGeom>
                <a:avLst/>
                <a:gdLst>
                  <a:gd name="T0" fmla="*/ 95 w 8"/>
                  <a:gd name="T1" fmla="*/ 22 h 7"/>
                  <a:gd name="T2" fmla="*/ 50 w 8"/>
                  <a:gd name="T3" fmla="*/ 141 h 7"/>
                  <a:gd name="T4" fmla="*/ 95 w 8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1"/>
                    </a:moveTo>
                    <a:cubicBezTo>
                      <a:pt x="8" y="2"/>
                      <a:pt x="5" y="7"/>
                      <a:pt x="3" y="7"/>
                    </a:cubicBezTo>
                    <a:cubicBezTo>
                      <a:pt x="0" y="6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1007">
                <a:extLst>
                  <a:ext uri="{FF2B5EF4-FFF2-40B4-BE49-F238E27FC236}">
                    <a16:creationId xmlns:a16="http://schemas.microsoft.com/office/drawing/2014/main" id="{590DCC47-9833-4E60-AAE6-2D9284E44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269"/>
                <a:ext cx="12" cy="16"/>
              </a:xfrm>
              <a:custGeom>
                <a:avLst/>
                <a:gdLst>
                  <a:gd name="T0" fmla="*/ 41 w 5"/>
                  <a:gd name="T1" fmla="*/ 21 h 6"/>
                  <a:gd name="T2" fmla="*/ 29 w 5"/>
                  <a:gd name="T3" fmla="*/ 93 h 6"/>
                  <a:gd name="T4" fmla="*/ 41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5" y="2"/>
                      <a:pt x="3" y="6"/>
                      <a:pt x="2" y="5"/>
                    </a:cubicBezTo>
                    <a:cubicBezTo>
                      <a:pt x="0" y="5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1008">
                <a:extLst>
                  <a:ext uri="{FF2B5EF4-FFF2-40B4-BE49-F238E27FC236}">
                    <a16:creationId xmlns:a16="http://schemas.microsoft.com/office/drawing/2014/main" id="{FFE5D528-AE9B-464A-8B69-99221F5F0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259"/>
                <a:ext cx="13" cy="13"/>
              </a:xfrm>
              <a:custGeom>
                <a:avLst/>
                <a:gdLst>
                  <a:gd name="T0" fmla="*/ 55 w 5"/>
                  <a:gd name="T1" fmla="*/ 0 h 5"/>
                  <a:gd name="T2" fmla="*/ 21 w 5"/>
                  <a:gd name="T3" fmla="*/ 88 h 5"/>
                  <a:gd name="T4" fmla="*/ 55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5" y="1"/>
                      <a:pt x="3" y="5"/>
                      <a:pt x="1" y="5"/>
                    </a:cubicBezTo>
                    <a:cubicBezTo>
                      <a:pt x="0" y="5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1009">
                <a:extLst>
                  <a:ext uri="{FF2B5EF4-FFF2-40B4-BE49-F238E27FC236}">
                    <a16:creationId xmlns:a16="http://schemas.microsoft.com/office/drawing/2014/main" id="{D0DE4FC2-324A-4EFB-AA89-0003FCD9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363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33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4"/>
                      <a:pt x="5" y="9"/>
                      <a:pt x="2" y="8"/>
                    </a:cubicBezTo>
                    <a:cubicBezTo>
                      <a:pt x="0" y="7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1010">
                <a:extLst>
                  <a:ext uri="{FF2B5EF4-FFF2-40B4-BE49-F238E27FC236}">
                    <a16:creationId xmlns:a16="http://schemas.microsoft.com/office/drawing/2014/main" id="{F35557E2-A5D5-4E71-82E2-5CB2D9E44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440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33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4"/>
                      <a:pt x="5" y="9"/>
                      <a:pt x="2" y="8"/>
                    </a:cubicBezTo>
                    <a:cubicBezTo>
                      <a:pt x="0" y="7"/>
                      <a:pt x="3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1011">
                <a:extLst>
                  <a:ext uri="{FF2B5EF4-FFF2-40B4-BE49-F238E27FC236}">
                    <a16:creationId xmlns:a16="http://schemas.microsoft.com/office/drawing/2014/main" id="{88F7B68A-0F10-4CCF-A972-EAEC130DD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69"/>
                <a:ext cx="23" cy="22"/>
              </a:xfrm>
              <a:custGeom>
                <a:avLst/>
                <a:gdLst>
                  <a:gd name="T0" fmla="*/ 130 w 9"/>
                  <a:gd name="T1" fmla="*/ 61 h 8"/>
                  <a:gd name="T2" fmla="*/ 33 w 9"/>
                  <a:gd name="T3" fmla="*/ 143 h 8"/>
                  <a:gd name="T4" fmla="*/ 130 w 9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8" y="3"/>
                    </a:moveTo>
                    <a:cubicBezTo>
                      <a:pt x="9" y="5"/>
                      <a:pt x="4" y="8"/>
                      <a:pt x="2" y="7"/>
                    </a:cubicBezTo>
                    <a:cubicBezTo>
                      <a:pt x="0" y="5"/>
                      <a:pt x="6" y="0"/>
                      <a:pt x="8" y="3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1012">
                <a:extLst>
                  <a:ext uri="{FF2B5EF4-FFF2-40B4-BE49-F238E27FC236}">
                    <a16:creationId xmlns:a16="http://schemas.microsoft.com/office/drawing/2014/main" id="{C219E2B0-2505-42B8-B667-38A9396EB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464"/>
                <a:ext cx="20" cy="24"/>
              </a:xfrm>
              <a:custGeom>
                <a:avLst/>
                <a:gdLst>
                  <a:gd name="T0" fmla="*/ 113 w 8"/>
                  <a:gd name="T1" fmla="*/ 56 h 9"/>
                  <a:gd name="T2" fmla="*/ 33 w 8"/>
                  <a:gd name="T3" fmla="*/ 149 h 9"/>
                  <a:gd name="T4" fmla="*/ 113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3"/>
                    </a:moveTo>
                    <a:cubicBezTo>
                      <a:pt x="8" y="4"/>
                      <a:pt x="4" y="9"/>
                      <a:pt x="2" y="8"/>
                    </a:cubicBezTo>
                    <a:cubicBezTo>
                      <a:pt x="0" y="6"/>
                      <a:pt x="4" y="0"/>
                      <a:pt x="7" y="3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1013">
                <a:extLst>
                  <a:ext uri="{FF2B5EF4-FFF2-40B4-BE49-F238E27FC236}">
                    <a16:creationId xmlns:a16="http://schemas.microsoft.com/office/drawing/2014/main" id="{1F8D48C2-F60B-42AC-872D-140B334B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427"/>
                <a:ext cx="22" cy="24"/>
              </a:xfrm>
              <a:custGeom>
                <a:avLst/>
                <a:gdLst>
                  <a:gd name="T0" fmla="*/ 103 w 9"/>
                  <a:gd name="T1" fmla="*/ 35 h 9"/>
                  <a:gd name="T2" fmla="*/ 42 w 9"/>
                  <a:gd name="T3" fmla="*/ 149 h 9"/>
                  <a:gd name="T4" fmla="*/ 103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9" y="4"/>
                      <a:pt x="5" y="9"/>
                      <a:pt x="3" y="8"/>
                    </a:cubicBezTo>
                    <a:cubicBezTo>
                      <a:pt x="0" y="7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1014">
                <a:extLst>
                  <a:ext uri="{FF2B5EF4-FFF2-40B4-BE49-F238E27FC236}">
                    <a16:creationId xmlns:a16="http://schemas.microsoft.com/office/drawing/2014/main" id="{5DE6813F-6831-4012-A684-63189D36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89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50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4"/>
                      <a:pt x="5" y="9"/>
                      <a:pt x="3" y="8"/>
                    </a:cubicBezTo>
                    <a:cubicBezTo>
                      <a:pt x="0" y="7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1015">
                <a:extLst>
                  <a:ext uri="{FF2B5EF4-FFF2-40B4-BE49-F238E27FC236}">
                    <a16:creationId xmlns:a16="http://schemas.microsoft.com/office/drawing/2014/main" id="{0710FD1D-71BF-4065-A51A-B7D8A42A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360"/>
                <a:ext cx="22" cy="24"/>
              </a:xfrm>
              <a:custGeom>
                <a:avLst/>
                <a:gdLst>
                  <a:gd name="T0" fmla="*/ 103 w 9"/>
                  <a:gd name="T1" fmla="*/ 35 h 9"/>
                  <a:gd name="T2" fmla="*/ 42 w 9"/>
                  <a:gd name="T3" fmla="*/ 149 h 9"/>
                  <a:gd name="T4" fmla="*/ 103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9" y="4"/>
                      <a:pt x="5" y="9"/>
                      <a:pt x="3" y="8"/>
                    </a:cubicBezTo>
                    <a:cubicBezTo>
                      <a:pt x="0" y="7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1016">
                <a:extLst>
                  <a:ext uri="{FF2B5EF4-FFF2-40B4-BE49-F238E27FC236}">
                    <a16:creationId xmlns:a16="http://schemas.microsoft.com/office/drawing/2014/main" id="{1204BD6D-FCB5-4EB0-8D5D-6503E38EB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371"/>
                <a:ext cx="13" cy="18"/>
              </a:xfrm>
              <a:custGeom>
                <a:avLst/>
                <a:gdLst>
                  <a:gd name="T0" fmla="*/ 68 w 5"/>
                  <a:gd name="T1" fmla="*/ 21 h 7"/>
                  <a:gd name="T2" fmla="*/ 34 w 5"/>
                  <a:gd name="T3" fmla="*/ 118 h 7"/>
                  <a:gd name="T4" fmla="*/ 68 w 5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4" y="1"/>
                    </a:moveTo>
                    <a:cubicBezTo>
                      <a:pt x="5" y="2"/>
                      <a:pt x="5" y="7"/>
                      <a:pt x="2" y="7"/>
                    </a:cubicBezTo>
                    <a:cubicBezTo>
                      <a:pt x="0" y="7"/>
                      <a:pt x="1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1017">
                <a:extLst>
                  <a:ext uri="{FF2B5EF4-FFF2-40B4-BE49-F238E27FC236}">
                    <a16:creationId xmlns:a16="http://schemas.microsoft.com/office/drawing/2014/main" id="{BFC25664-F5EA-4CA0-B080-4E0B8A21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360"/>
                <a:ext cx="15" cy="21"/>
              </a:xfrm>
              <a:custGeom>
                <a:avLst/>
                <a:gdLst>
                  <a:gd name="T0" fmla="*/ 83 w 6"/>
                  <a:gd name="T1" fmla="*/ 21 h 8"/>
                  <a:gd name="T2" fmla="*/ 33 w 6"/>
                  <a:gd name="T3" fmla="*/ 144 h 8"/>
                  <a:gd name="T4" fmla="*/ 83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5" y="1"/>
                    </a:moveTo>
                    <a:cubicBezTo>
                      <a:pt x="6" y="2"/>
                      <a:pt x="5" y="8"/>
                      <a:pt x="2" y="8"/>
                    </a:cubicBezTo>
                    <a:cubicBezTo>
                      <a:pt x="0" y="8"/>
                      <a:pt x="1" y="0"/>
                      <a:pt x="5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1018">
                <a:extLst>
                  <a:ext uri="{FF2B5EF4-FFF2-40B4-BE49-F238E27FC236}">
                    <a16:creationId xmlns:a16="http://schemas.microsoft.com/office/drawing/2014/main" id="{64797476-ABB5-4543-A0A6-1421B4CA8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395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50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3"/>
                      <a:pt x="5" y="9"/>
                      <a:pt x="3" y="8"/>
                    </a:cubicBezTo>
                    <a:cubicBezTo>
                      <a:pt x="0" y="7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1019">
                <a:extLst>
                  <a:ext uri="{FF2B5EF4-FFF2-40B4-BE49-F238E27FC236}">
                    <a16:creationId xmlns:a16="http://schemas.microsoft.com/office/drawing/2014/main" id="{D1ABE17D-077D-4D41-ACDA-35DDA64CE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429"/>
                <a:ext cx="22" cy="24"/>
              </a:xfrm>
              <a:custGeom>
                <a:avLst/>
                <a:gdLst>
                  <a:gd name="T0" fmla="*/ 103 w 9"/>
                  <a:gd name="T1" fmla="*/ 35 h 9"/>
                  <a:gd name="T2" fmla="*/ 42 w 9"/>
                  <a:gd name="T3" fmla="*/ 149 h 9"/>
                  <a:gd name="T4" fmla="*/ 103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9" y="4"/>
                      <a:pt x="5" y="9"/>
                      <a:pt x="3" y="8"/>
                    </a:cubicBezTo>
                    <a:cubicBezTo>
                      <a:pt x="0" y="6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1020">
                <a:extLst>
                  <a:ext uri="{FF2B5EF4-FFF2-40B4-BE49-F238E27FC236}">
                    <a16:creationId xmlns:a16="http://schemas.microsoft.com/office/drawing/2014/main" id="{44E92CA9-7E7D-4900-AD0B-84331C388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56"/>
                <a:ext cx="20" cy="19"/>
              </a:xfrm>
              <a:custGeom>
                <a:avLst/>
                <a:gdLst>
                  <a:gd name="T0" fmla="*/ 113 w 8"/>
                  <a:gd name="T1" fmla="*/ 38 h 7"/>
                  <a:gd name="T2" fmla="*/ 33 w 8"/>
                  <a:gd name="T3" fmla="*/ 117 h 7"/>
                  <a:gd name="T4" fmla="*/ 113 w 8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8" y="4"/>
                      <a:pt x="4" y="7"/>
                      <a:pt x="2" y="6"/>
                    </a:cubicBezTo>
                    <a:cubicBezTo>
                      <a:pt x="0" y="5"/>
                      <a:pt x="5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1021">
                <a:extLst>
                  <a:ext uri="{FF2B5EF4-FFF2-40B4-BE49-F238E27FC236}">
                    <a16:creationId xmlns:a16="http://schemas.microsoft.com/office/drawing/2014/main" id="{FE6D783F-A8D5-4DB5-99B4-1045B3B3F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381"/>
                <a:ext cx="18" cy="22"/>
              </a:xfrm>
              <a:custGeom>
                <a:avLst/>
                <a:gdLst>
                  <a:gd name="T0" fmla="*/ 85 w 7"/>
                  <a:gd name="T1" fmla="*/ 22 h 8"/>
                  <a:gd name="T2" fmla="*/ 33 w 7"/>
                  <a:gd name="T3" fmla="*/ 168 h 8"/>
                  <a:gd name="T4" fmla="*/ 85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5" y="8"/>
                      <a:pt x="2" y="8"/>
                    </a:cubicBezTo>
                    <a:cubicBezTo>
                      <a:pt x="0" y="8"/>
                      <a:pt x="1" y="0"/>
                      <a:pt x="5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1022">
                <a:extLst>
                  <a:ext uri="{FF2B5EF4-FFF2-40B4-BE49-F238E27FC236}">
                    <a16:creationId xmlns:a16="http://schemas.microsoft.com/office/drawing/2014/main" id="{841E68A6-3913-44E2-8D87-5CE2819A9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416"/>
                <a:ext cx="20" cy="16"/>
              </a:xfrm>
              <a:custGeom>
                <a:avLst/>
                <a:gdLst>
                  <a:gd name="T0" fmla="*/ 95 w 8"/>
                  <a:gd name="T1" fmla="*/ 0 h 6"/>
                  <a:gd name="T2" fmla="*/ 50 w 8"/>
                  <a:gd name="T3" fmla="*/ 93 h 6"/>
                  <a:gd name="T4" fmla="*/ 95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8" y="0"/>
                      <a:pt x="6" y="5"/>
                      <a:pt x="3" y="5"/>
                    </a:cubicBezTo>
                    <a:cubicBezTo>
                      <a:pt x="0" y="6"/>
                      <a:pt x="1" y="0"/>
                      <a:pt x="6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Freeform 1023">
                <a:extLst>
                  <a:ext uri="{FF2B5EF4-FFF2-40B4-BE49-F238E27FC236}">
                    <a16:creationId xmlns:a16="http://schemas.microsoft.com/office/drawing/2014/main" id="{90EFCAE7-4A81-4601-8C3F-9470B8ECE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328"/>
                <a:ext cx="18" cy="21"/>
              </a:xfrm>
              <a:custGeom>
                <a:avLst/>
                <a:gdLst>
                  <a:gd name="T0" fmla="*/ 100 w 7"/>
                  <a:gd name="T1" fmla="*/ 21 h 8"/>
                  <a:gd name="T2" fmla="*/ 33 w 7"/>
                  <a:gd name="T3" fmla="*/ 144 h 8"/>
                  <a:gd name="T4" fmla="*/ 100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3"/>
                      <a:pt x="5" y="8"/>
                      <a:pt x="2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8" name="Freeform 1024">
                <a:extLst>
                  <a:ext uri="{FF2B5EF4-FFF2-40B4-BE49-F238E27FC236}">
                    <a16:creationId xmlns:a16="http://schemas.microsoft.com/office/drawing/2014/main" id="{766E11F7-E8A9-481C-B667-9C666A4B2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496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21 w 5"/>
                  <a:gd name="T3" fmla="*/ 68 h 5"/>
                  <a:gd name="T4" fmla="*/ 88 w 5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2" y="5"/>
                      <a:pt x="1" y="4"/>
                    </a:cubicBezTo>
                    <a:cubicBezTo>
                      <a:pt x="0" y="3"/>
                      <a:pt x="4" y="0"/>
                      <a:pt x="5" y="3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9" name="Freeform 1025">
                <a:extLst>
                  <a:ext uri="{FF2B5EF4-FFF2-40B4-BE49-F238E27FC236}">
                    <a16:creationId xmlns:a16="http://schemas.microsoft.com/office/drawing/2014/main" id="{B75B4F60-2A54-49DE-A33C-315F5A407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515"/>
                <a:ext cx="12" cy="10"/>
              </a:xfrm>
              <a:custGeom>
                <a:avLst/>
                <a:gdLst>
                  <a:gd name="T0" fmla="*/ 70 w 5"/>
                  <a:gd name="T1" fmla="*/ 50 h 4"/>
                  <a:gd name="T2" fmla="*/ 12 w 5"/>
                  <a:gd name="T3" fmla="*/ 50 h 4"/>
                  <a:gd name="T4" fmla="*/ 70 w 5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5" y="4"/>
                      <a:pt x="1" y="4"/>
                      <a:pt x="1" y="3"/>
                    </a:cubicBezTo>
                    <a:cubicBezTo>
                      <a:pt x="0" y="1"/>
                      <a:pt x="5" y="0"/>
                      <a:pt x="5" y="3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1026">
                <a:extLst>
                  <a:ext uri="{FF2B5EF4-FFF2-40B4-BE49-F238E27FC236}">
                    <a16:creationId xmlns:a16="http://schemas.microsoft.com/office/drawing/2014/main" id="{33712205-5086-442E-80F5-40D860A81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507"/>
                <a:ext cx="22" cy="21"/>
              </a:xfrm>
              <a:custGeom>
                <a:avLst/>
                <a:gdLst>
                  <a:gd name="T0" fmla="*/ 120 w 9"/>
                  <a:gd name="T1" fmla="*/ 76 h 8"/>
                  <a:gd name="T2" fmla="*/ 12 w 9"/>
                  <a:gd name="T3" fmla="*/ 110 h 8"/>
                  <a:gd name="T4" fmla="*/ 120 w 9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8" y="4"/>
                    </a:moveTo>
                    <a:cubicBezTo>
                      <a:pt x="9" y="6"/>
                      <a:pt x="3" y="8"/>
                      <a:pt x="1" y="6"/>
                    </a:cubicBezTo>
                    <a:cubicBezTo>
                      <a:pt x="0" y="3"/>
                      <a:pt x="7" y="0"/>
                      <a:pt x="8" y="4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1027">
                <a:extLst>
                  <a:ext uri="{FF2B5EF4-FFF2-40B4-BE49-F238E27FC236}">
                    <a16:creationId xmlns:a16="http://schemas.microsoft.com/office/drawing/2014/main" id="{545DF172-96E7-45BE-8FBD-38AED90CF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17"/>
                <a:ext cx="15" cy="19"/>
              </a:xfrm>
              <a:custGeom>
                <a:avLst/>
                <a:gdLst>
                  <a:gd name="T0" fmla="*/ 63 w 6"/>
                  <a:gd name="T1" fmla="*/ 0 h 7"/>
                  <a:gd name="T2" fmla="*/ 33 w 6"/>
                  <a:gd name="T3" fmla="*/ 141 h 7"/>
                  <a:gd name="T4" fmla="*/ 6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6" y="1"/>
                      <a:pt x="5" y="7"/>
                      <a:pt x="2" y="7"/>
                    </a:cubicBezTo>
                    <a:cubicBezTo>
                      <a:pt x="0" y="7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1028">
                <a:extLst>
                  <a:ext uri="{FF2B5EF4-FFF2-40B4-BE49-F238E27FC236}">
                    <a16:creationId xmlns:a16="http://schemas.microsoft.com/office/drawing/2014/main" id="{498D01DA-8B7A-49D6-A5D5-B0FF83B40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251"/>
                <a:ext cx="17" cy="24"/>
              </a:xfrm>
              <a:custGeom>
                <a:avLst/>
                <a:gdLst>
                  <a:gd name="T0" fmla="*/ 70 w 7"/>
                  <a:gd name="T1" fmla="*/ 35 h 9"/>
                  <a:gd name="T2" fmla="*/ 29 w 7"/>
                  <a:gd name="T3" fmla="*/ 149 h 9"/>
                  <a:gd name="T4" fmla="*/ 70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5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5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1029">
                <a:extLst>
                  <a:ext uri="{FF2B5EF4-FFF2-40B4-BE49-F238E27FC236}">
                    <a16:creationId xmlns:a16="http://schemas.microsoft.com/office/drawing/2014/main" id="{3D6C9680-4C10-4354-92C2-43A054C3C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219"/>
                <a:ext cx="15" cy="21"/>
              </a:xfrm>
              <a:custGeom>
                <a:avLst/>
                <a:gdLst>
                  <a:gd name="T0" fmla="*/ 63 w 6"/>
                  <a:gd name="T1" fmla="*/ 21 h 8"/>
                  <a:gd name="T2" fmla="*/ 33 w 6"/>
                  <a:gd name="T3" fmla="*/ 144 h 8"/>
                  <a:gd name="T4" fmla="*/ 63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1"/>
                    </a:moveTo>
                    <a:cubicBezTo>
                      <a:pt x="6" y="2"/>
                      <a:pt x="5" y="8"/>
                      <a:pt x="2" y="8"/>
                    </a:cubicBezTo>
                    <a:cubicBezTo>
                      <a:pt x="0" y="8"/>
                      <a:pt x="0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1030">
                <a:extLst>
                  <a:ext uri="{FF2B5EF4-FFF2-40B4-BE49-F238E27FC236}">
                    <a16:creationId xmlns:a16="http://schemas.microsoft.com/office/drawing/2014/main" id="{EAECBB6C-673A-4E83-8D23-9450A0C05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448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33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4"/>
                      <a:pt x="5" y="9"/>
                      <a:pt x="2" y="8"/>
                    </a:cubicBezTo>
                    <a:cubicBezTo>
                      <a:pt x="0" y="7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1031">
                <a:extLst>
                  <a:ext uri="{FF2B5EF4-FFF2-40B4-BE49-F238E27FC236}">
                    <a16:creationId xmlns:a16="http://schemas.microsoft.com/office/drawing/2014/main" id="{A7A93898-C244-4FD5-A226-FE1A5367A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403"/>
                <a:ext cx="17" cy="21"/>
              </a:xfrm>
              <a:custGeom>
                <a:avLst/>
                <a:gdLst>
                  <a:gd name="T0" fmla="*/ 87 w 7"/>
                  <a:gd name="T1" fmla="*/ 21 h 8"/>
                  <a:gd name="T2" fmla="*/ 29 w 7"/>
                  <a:gd name="T3" fmla="*/ 144 h 8"/>
                  <a:gd name="T4" fmla="*/ 87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3"/>
                      <a:pt x="5" y="8"/>
                      <a:pt x="2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1032">
                <a:extLst>
                  <a:ext uri="{FF2B5EF4-FFF2-40B4-BE49-F238E27FC236}">
                    <a16:creationId xmlns:a16="http://schemas.microsoft.com/office/drawing/2014/main" id="{03AD20D4-682B-4178-9B36-F47936DF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405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33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3"/>
                      <a:pt x="5" y="9"/>
                      <a:pt x="2" y="8"/>
                    </a:cubicBezTo>
                    <a:cubicBezTo>
                      <a:pt x="0" y="7"/>
                      <a:pt x="3" y="0"/>
                      <a:pt x="7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1033">
                <a:extLst>
                  <a:ext uri="{FF2B5EF4-FFF2-40B4-BE49-F238E27FC236}">
                    <a16:creationId xmlns:a16="http://schemas.microsoft.com/office/drawing/2014/main" id="{FBD24C46-16CD-4CB3-B995-FD3D5B023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368"/>
                <a:ext cx="20" cy="21"/>
              </a:xfrm>
              <a:custGeom>
                <a:avLst/>
                <a:gdLst>
                  <a:gd name="T0" fmla="*/ 95 w 8"/>
                  <a:gd name="T1" fmla="*/ 21 h 8"/>
                  <a:gd name="T2" fmla="*/ 33 w 8"/>
                  <a:gd name="T3" fmla="*/ 123 h 8"/>
                  <a:gd name="T4" fmla="*/ 95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8" y="3"/>
                      <a:pt x="5" y="8"/>
                      <a:pt x="2" y="7"/>
                    </a:cubicBezTo>
                    <a:cubicBezTo>
                      <a:pt x="0" y="7"/>
                      <a:pt x="3" y="0"/>
                      <a:pt x="6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1034">
                <a:extLst>
                  <a:ext uri="{FF2B5EF4-FFF2-40B4-BE49-F238E27FC236}">
                    <a16:creationId xmlns:a16="http://schemas.microsoft.com/office/drawing/2014/main" id="{C7A30640-A293-43CA-AE25-8F38936C4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376"/>
                <a:ext cx="13" cy="16"/>
              </a:xfrm>
              <a:custGeom>
                <a:avLst/>
                <a:gdLst>
                  <a:gd name="T0" fmla="*/ 55 w 5"/>
                  <a:gd name="T1" fmla="*/ 0 h 6"/>
                  <a:gd name="T2" fmla="*/ 55 w 5"/>
                  <a:gd name="T3" fmla="*/ 115 h 6"/>
                  <a:gd name="T4" fmla="*/ 55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4" y="0"/>
                      <a:pt x="5" y="5"/>
                      <a:pt x="3" y="6"/>
                    </a:cubicBezTo>
                    <a:cubicBezTo>
                      <a:pt x="2" y="6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1035">
                <a:extLst>
                  <a:ext uri="{FF2B5EF4-FFF2-40B4-BE49-F238E27FC236}">
                    <a16:creationId xmlns:a16="http://schemas.microsoft.com/office/drawing/2014/main" id="{0ABD1305-F19E-49DB-89E9-D105119C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336"/>
                <a:ext cx="20" cy="24"/>
              </a:xfrm>
              <a:custGeom>
                <a:avLst/>
                <a:gdLst>
                  <a:gd name="T0" fmla="*/ 113 w 8"/>
                  <a:gd name="T1" fmla="*/ 56 h 9"/>
                  <a:gd name="T2" fmla="*/ 33 w 8"/>
                  <a:gd name="T3" fmla="*/ 149 h 9"/>
                  <a:gd name="T4" fmla="*/ 113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3"/>
                    </a:moveTo>
                    <a:cubicBezTo>
                      <a:pt x="8" y="4"/>
                      <a:pt x="4" y="9"/>
                      <a:pt x="2" y="8"/>
                    </a:cubicBezTo>
                    <a:cubicBezTo>
                      <a:pt x="0" y="6"/>
                      <a:pt x="4" y="0"/>
                      <a:pt x="7" y="3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1036">
                <a:extLst>
                  <a:ext uri="{FF2B5EF4-FFF2-40B4-BE49-F238E27FC236}">
                    <a16:creationId xmlns:a16="http://schemas.microsoft.com/office/drawing/2014/main" id="{C35A5C19-460B-402E-B062-26D252EC2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405"/>
                <a:ext cx="13" cy="14"/>
              </a:xfrm>
              <a:custGeom>
                <a:avLst/>
                <a:gdLst>
                  <a:gd name="T0" fmla="*/ 68 w 5"/>
                  <a:gd name="T1" fmla="*/ 22 h 5"/>
                  <a:gd name="T2" fmla="*/ 34 w 5"/>
                  <a:gd name="T3" fmla="*/ 109 h 5"/>
                  <a:gd name="T4" fmla="*/ 68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2"/>
                      <a:pt x="3" y="5"/>
                      <a:pt x="2" y="5"/>
                    </a:cubicBezTo>
                    <a:cubicBezTo>
                      <a:pt x="0" y="5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Freeform 1037">
                <a:extLst>
                  <a:ext uri="{FF2B5EF4-FFF2-40B4-BE49-F238E27FC236}">
                    <a16:creationId xmlns:a16="http://schemas.microsoft.com/office/drawing/2014/main" id="{74CBC373-6FEE-47F2-81E9-ACC31D776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224"/>
                <a:ext cx="18" cy="21"/>
              </a:xfrm>
              <a:custGeom>
                <a:avLst/>
                <a:gdLst>
                  <a:gd name="T0" fmla="*/ 100 w 7"/>
                  <a:gd name="T1" fmla="*/ 21 h 8"/>
                  <a:gd name="T2" fmla="*/ 54 w 7"/>
                  <a:gd name="T3" fmla="*/ 144 h 8"/>
                  <a:gd name="T4" fmla="*/ 100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5" y="8"/>
                      <a:pt x="3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2" name="Freeform 1038">
                <a:extLst>
                  <a:ext uri="{FF2B5EF4-FFF2-40B4-BE49-F238E27FC236}">
                    <a16:creationId xmlns:a16="http://schemas.microsoft.com/office/drawing/2014/main" id="{5AE4D5FA-6DEA-47D6-B825-579969CC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304"/>
                <a:ext cx="17" cy="21"/>
              </a:xfrm>
              <a:custGeom>
                <a:avLst/>
                <a:gdLst>
                  <a:gd name="T0" fmla="*/ 87 w 7"/>
                  <a:gd name="T1" fmla="*/ 21 h 8"/>
                  <a:gd name="T2" fmla="*/ 29 w 7"/>
                  <a:gd name="T3" fmla="*/ 123 h 8"/>
                  <a:gd name="T4" fmla="*/ 87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5" y="8"/>
                      <a:pt x="2" y="7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1039">
                <a:extLst>
                  <a:ext uri="{FF2B5EF4-FFF2-40B4-BE49-F238E27FC236}">
                    <a16:creationId xmlns:a16="http://schemas.microsoft.com/office/drawing/2014/main" id="{703A7F22-40ED-481B-9AC1-ACE7F6F06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440"/>
                <a:ext cx="15" cy="24"/>
              </a:xfrm>
              <a:custGeom>
                <a:avLst/>
                <a:gdLst>
                  <a:gd name="T0" fmla="*/ 63 w 6"/>
                  <a:gd name="T1" fmla="*/ 0 h 9"/>
                  <a:gd name="T2" fmla="*/ 50 w 6"/>
                  <a:gd name="T3" fmla="*/ 171 h 9"/>
                  <a:gd name="T4" fmla="*/ 6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6" y="1"/>
                      <a:pt x="6" y="8"/>
                      <a:pt x="3" y="9"/>
                    </a:cubicBezTo>
                    <a:cubicBezTo>
                      <a:pt x="0" y="9"/>
                      <a:pt x="0" y="0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1040">
                <a:extLst>
                  <a:ext uri="{FF2B5EF4-FFF2-40B4-BE49-F238E27FC236}">
                    <a16:creationId xmlns:a16="http://schemas.microsoft.com/office/drawing/2014/main" id="{76B56443-C1A7-4A23-A07E-0232218F3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320"/>
                <a:ext cx="18" cy="21"/>
              </a:xfrm>
              <a:custGeom>
                <a:avLst/>
                <a:gdLst>
                  <a:gd name="T0" fmla="*/ 100 w 7"/>
                  <a:gd name="T1" fmla="*/ 21 h 8"/>
                  <a:gd name="T2" fmla="*/ 54 w 7"/>
                  <a:gd name="T3" fmla="*/ 144 h 8"/>
                  <a:gd name="T4" fmla="*/ 100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5" y="8"/>
                      <a:pt x="3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1041">
                <a:extLst>
                  <a:ext uri="{FF2B5EF4-FFF2-40B4-BE49-F238E27FC236}">
                    <a16:creationId xmlns:a16="http://schemas.microsoft.com/office/drawing/2014/main" id="{203BE740-9BE5-4C27-8A12-3DF4ABA1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288"/>
                <a:ext cx="13" cy="13"/>
              </a:xfrm>
              <a:custGeom>
                <a:avLst/>
                <a:gdLst>
                  <a:gd name="T0" fmla="*/ 68 w 5"/>
                  <a:gd name="T1" fmla="*/ 21 h 5"/>
                  <a:gd name="T2" fmla="*/ 34 w 5"/>
                  <a:gd name="T3" fmla="*/ 88 h 5"/>
                  <a:gd name="T4" fmla="*/ 68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1"/>
                      <a:pt x="3" y="5"/>
                      <a:pt x="2" y="5"/>
                    </a:cubicBezTo>
                    <a:cubicBezTo>
                      <a:pt x="0" y="4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1042">
                <a:extLst>
                  <a:ext uri="{FF2B5EF4-FFF2-40B4-BE49-F238E27FC236}">
                    <a16:creationId xmlns:a16="http://schemas.microsoft.com/office/drawing/2014/main" id="{27FF670B-DF27-4697-AE27-E96613A4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264"/>
                <a:ext cx="10" cy="13"/>
              </a:xfrm>
              <a:custGeom>
                <a:avLst/>
                <a:gdLst>
                  <a:gd name="T0" fmla="*/ 33 w 4"/>
                  <a:gd name="T1" fmla="*/ 0 h 5"/>
                  <a:gd name="T2" fmla="*/ 33 w 4"/>
                  <a:gd name="T3" fmla="*/ 88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4" y="0"/>
                      <a:pt x="4" y="4"/>
                      <a:pt x="2" y="5"/>
                    </a:cubicBezTo>
                    <a:cubicBezTo>
                      <a:pt x="1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1043">
                <a:extLst>
                  <a:ext uri="{FF2B5EF4-FFF2-40B4-BE49-F238E27FC236}">
                    <a16:creationId xmlns:a16="http://schemas.microsoft.com/office/drawing/2014/main" id="{420808B7-6316-47CE-83FB-F4D21146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189"/>
                <a:ext cx="8" cy="14"/>
              </a:xfrm>
              <a:custGeom>
                <a:avLst/>
                <a:gdLst>
                  <a:gd name="T0" fmla="*/ 35 w 3"/>
                  <a:gd name="T1" fmla="*/ 0 h 5"/>
                  <a:gd name="T2" fmla="*/ 21 w 3"/>
                  <a:gd name="T3" fmla="*/ 109 h 5"/>
                  <a:gd name="T4" fmla="*/ 35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1"/>
                      <a:pt x="3" y="5"/>
                      <a:pt x="1" y="5"/>
                    </a:cubicBezTo>
                    <a:cubicBezTo>
                      <a:pt x="0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1044">
                <a:extLst>
                  <a:ext uri="{FF2B5EF4-FFF2-40B4-BE49-F238E27FC236}">
                    <a16:creationId xmlns:a16="http://schemas.microsoft.com/office/drawing/2014/main" id="{F16F37F2-47B4-4721-97B0-25087FF3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49"/>
                <a:ext cx="10" cy="14"/>
              </a:xfrm>
              <a:custGeom>
                <a:avLst/>
                <a:gdLst>
                  <a:gd name="T0" fmla="*/ 50 w 4"/>
                  <a:gd name="T1" fmla="*/ 0 h 5"/>
                  <a:gd name="T2" fmla="*/ 20 w 4"/>
                  <a:gd name="T3" fmla="*/ 87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4" y="1"/>
                      <a:pt x="3" y="5"/>
                      <a:pt x="1" y="4"/>
                    </a:cubicBezTo>
                    <a:cubicBezTo>
                      <a:pt x="0" y="4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1045">
                <a:extLst>
                  <a:ext uri="{FF2B5EF4-FFF2-40B4-BE49-F238E27FC236}">
                    <a16:creationId xmlns:a16="http://schemas.microsoft.com/office/drawing/2014/main" id="{194341AE-70A6-423C-B98C-42DD7BEE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296"/>
                <a:ext cx="8" cy="13"/>
              </a:xfrm>
              <a:custGeom>
                <a:avLst/>
                <a:gdLst>
                  <a:gd name="T0" fmla="*/ 35 w 3"/>
                  <a:gd name="T1" fmla="*/ 0 h 5"/>
                  <a:gd name="T2" fmla="*/ 35 w 3"/>
                  <a:gd name="T3" fmla="*/ 68 h 5"/>
                  <a:gd name="T4" fmla="*/ 35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0"/>
                      <a:pt x="3" y="4"/>
                      <a:pt x="2" y="4"/>
                    </a:cubicBezTo>
                    <a:cubicBezTo>
                      <a:pt x="0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1046">
                <a:extLst>
                  <a:ext uri="{FF2B5EF4-FFF2-40B4-BE49-F238E27FC236}">
                    <a16:creationId xmlns:a16="http://schemas.microsoft.com/office/drawing/2014/main" id="{E4EED37A-EBE0-46B5-A60A-CE406875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293"/>
                <a:ext cx="7" cy="14"/>
              </a:xfrm>
              <a:custGeom>
                <a:avLst/>
                <a:gdLst>
                  <a:gd name="T0" fmla="*/ 28 w 3"/>
                  <a:gd name="T1" fmla="*/ 0 h 5"/>
                  <a:gd name="T2" fmla="*/ 28 w 3"/>
                  <a:gd name="T3" fmla="*/ 87 h 5"/>
                  <a:gd name="T4" fmla="*/ 28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0"/>
                      <a:pt x="3" y="4"/>
                      <a:pt x="2" y="4"/>
                    </a:cubicBezTo>
                    <a:cubicBezTo>
                      <a:pt x="0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1047">
                <a:extLst>
                  <a:ext uri="{FF2B5EF4-FFF2-40B4-BE49-F238E27FC236}">
                    <a16:creationId xmlns:a16="http://schemas.microsoft.com/office/drawing/2014/main" id="{0251B538-C92E-4E58-A448-DD1C0D0CA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352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50 w 4"/>
                  <a:gd name="T3" fmla="*/ 68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4" y="0"/>
                      <a:pt x="4" y="4"/>
                      <a:pt x="3" y="4"/>
                    </a:cubicBezTo>
                    <a:cubicBezTo>
                      <a:pt x="1" y="5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1048">
                <a:extLst>
                  <a:ext uri="{FF2B5EF4-FFF2-40B4-BE49-F238E27FC236}">
                    <a16:creationId xmlns:a16="http://schemas.microsoft.com/office/drawing/2014/main" id="{047290D7-EB62-4756-B69C-C44DB2DFE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309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33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3"/>
                      <a:pt x="5" y="9"/>
                      <a:pt x="2" y="8"/>
                    </a:cubicBezTo>
                    <a:cubicBezTo>
                      <a:pt x="0" y="7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1049">
                <a:extLst>
                  <a:ext uri="{FF2B5EF4-FFF2-40B4-BE49-F238E27FC236}">
                    <a16:creationId xmlns:a16="http://schemas.microsoft.com/office/drawing/2014/main" id="{A430A7D0-AED9-4599-8254-08E54A284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275"/>
                <a:ext cx="17" cy="21"/>
              </a:xfrm>
              <a:custGeom>
                <a:avLst/>
                <a:gdLst>
                  <a:gd name="T0" fmla="*/ 70 w 7"/>
                  <a:gd name="T1" fmla="*/ 21 h 8"/>
                  <a:gd name="T2" fmla="*/ 29 w 7"/>
                  <a:gd name="T3" fmla="*/ 123 h 8"/>
                  <a:gd name="T4" fmla="*/ 70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5" y="8"/>
                      <a:pt x="2" y="7"/>
                    </a:cubicBezTo>
                    <a:cubicBezTo>
                      <a:pt x="0" y="7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1050">
                <a:extLst>
                  <a:ext uri="{FF2B5EF4-FFF2-40B4-BE49-F238E27FC236}">
                    <a16:creationId xmlns:a16="http://schemas.microsoft.com/office/drawing/2014/main" id="{DA2B4FC7-E295-4901-B812-429EE6BAF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237"/>
                <a:ext cx="17" cy="24"/>
              </a:xfrm>
              <a:custGeom>
                <a:avLst/>
                <a:gdLst>
                  <a:gd name="T0" fmla="*/ 87 w 7"/>
                  <a:gd name="T1" fmla="*/ 35 h 9"/>
                  <a:gd name="T2" fmla="*/ 29 w 7"/>
                  <a:gd name="T3" fmla="*/ 149 h 9"/>
                  <a:gd name="T4" fmla="*/ 87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1051">
                <a:extLst>
                  <a:ext uri="{FF2B5EF4-FFF2-40B4-BE49-F238E27FC236}">
                    <a16:creationId xmlns:a16="http://schemas.microsoft.com/office/drawing/2014/main" id="{CB8EED70-EB8E-4894-B408-BE8665A65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211"/>
                <a:ext cx="18" cy="24"/>
              </a:xfrm>
              <a:custGeom>
                <a:avLst/>
                <a:gdLst>
                  <a:gd name="T0" fmla="*/ 100 w 7"/>
                  <a:gd name="T1" fmla="*/ 35 h 9"/>
                  <a:gd name="T2" fmla="*/ 33 w 7"/>
                  <a:gd name="T3" fmla="*/ 149 h 9"/>
                  <a:gd name="T4" fmla="*/ 100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1052">
                <a:extLst>
                  <a:ext uri="{FF2B5EF4-FFF2-40B4-BE49-F238E27FC236}">
                    <a16:creationId xmlns:a16="http://schemas.microsoft.com/office/drawing/2014/main" id="{5945B66B-D3BE-4F9A-BB99-F7DD1FB29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251"/>
                <a:ext cx="17" cy="21"/>
              </a:xfrm>
              <a:custGeom>
                <a:avLst/>
                <a:gdLst>
                  <a:gd name="T0" fmla="*/ 87 w 7"/>
                  <a:gd name="T1" fmla="*/ 21 h 8"/>
                  <a:gd name="T2" fmla="*/ 41 w 7"/>
                  <a:gd name="T3" fmla="*/ 144 h 8"/>
                  <a:gd name="T4" fmla="*/ 87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6" y="8"/>
                      <a:pt x="3" y="8"/>
                    </a:cubicBezTo>
                    <a:cubicBezTo>
                      <a:pt x="0" y="8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1053">
                <a:extLst>
                  <a:ext uri="{FF2B5EF4-FFF2-40B4-BE49-F238E27FC236}">
                    <a16:creationId xmlns:a16="http://schemas.microsoft.com/office/drawing/2014/main" id="{600F1623-8834-47CB-B9F4-D5A4DD2DB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285"/>
                <a:ext cx="20" cy="22"/>
              </a:xfrm>
              <a:custGeom>
                <a:avLst/>
                <a:gdLst>
                  <a:gd name="T0" fmla="*/ 95 w 8"/>
                  <a:gd name="T1" fmla="*/ 22 h 8"/>
                  <a:gd name="T2" fmla="*/ 33 w 8"/>
                  <a:gd name="T3" fmla="*/ 168 h 8"/>
                  <a:gd name="T4" fmla="*/ 95 w 8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8" y="3"/>
                      <a:pt x="5" y="8"/>
                      <a:pt x="2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1054">
                <a:extLst>
                  <a:ext uri="{FF2B5EF4-FFF2-40B4-BE49-F238E27FC236}">
                    <a16:creationId xmlns:a16="http://schemas.microsoft.com/office/drawing/2014/main" id="{4E0FAD42-0C83-4E0D-AC4B-D048A9565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224"/>
                <a:ext cx="16" cy="21"/>
              </a:xfrm>
              <a:custGeom>
                <a:avLst/>
                <a:gdLst>
                  <a:gd name="T0" fmla="*/ 93 w 6"/>
                  <a:gd name="T1" fmla="*/ 21 h 8"/>
                  <a:gd name="T2" fmla="*/ 56 w 6"/>
                  <a:gd name="T3" fmla="*/ 144 h 8"/>
                  <a:gd name="T4" fmla="*/ 93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5" y="1"/>
                    </a:moveTo>
                    <a:cubicBezTo>
                      <a:pt x="6" y="1"/>
                      <a:pt x="6" y="8"/>
                      <a:pt x="3" y="8"/>
                    </a:cubicBezTo>
                    <a:cubicBezTo>
                      <a:pt x="0" y="8"/>
                      <a:pt x="1" y="0"/>
                      <a:pt x="5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1055">
                <a:extLst>
                  <a:ext uri="{FF2B5EF4-FFF2-40B4-BE49-F238E27FC236}">
                    <a16:creationId xmlns:a16="http://schemas.microsoft.com/office/drawing/2014/main" id="{BA28499E-C3A9-485A-82AD-A98C874D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189"/>
                <a:ext cx="17" cy="24"/>
              </a:xfrm>
              <a:custGeom>
                <a:avLst/>
                <a:gdLst>
                  <a:gd name="T0" fmla="*/ 70 w 7"/>
                  <a:gd name="T1" fmla="*/ 35 h 9"/>
                  <a:gd name="T2" fmla="*/ 29 w 7"/>
                  <a:gd name="T3" fmla="*/ 149 h 9"/>
                  <a:gd name="T4" fmla="*/ 70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5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5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1056">
                <a:extLst>
                  <a:ext uri="{FF2B5EF4-FFF2-40B4-BE49-F238E27FC236}">
                    <a16:creationId xmlns:a16="http://schemas.microsoft.com/office/drawing/2014/main" id="{B109E10F-6661-4840-A6C7-8750E518A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192"/>
                <a:ext cx="15" cy="16"/>
              </a:xfrm>
              <a:custGeom>
                <a:avLst/>
                <a:gdLst>
                  <a:gd name="T0" fmla="*/ 83 w 6"/>
                  <a:gd name="T1" fmla="*/ 21 h 6"/>
                  <a:gd name="T2" fmla="*/ 33 w 6"/>
                  <a:gd name="T3" fmla="*/ 115 h 6"/>
                  <a:gd name="T4" fmla="*/ 83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6" y="2"/>
                      <a:pt x="4" y="6"/>
                      <a:pt x="2" y="6"/>
                    </a:cubicBezTo>
                    <a:cubicBezTo>
                      <a:pt x="0" y="5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1057">
                <a:extLst>
                  <a:ext uri="{FF2B5EF4-FFF2-40B4-BE49-F238E27FC236}">
                    <a16:creationId xmlns:a16="http://schemas.microsoft.com/office/drawing/2014/main" id="{3D324503-24B5-4CB9-90C9-33263D4F8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288"/>
                <a:ext cx="17" cy="21"/>
              </a:xfrm>
              <a:custGeom>
                <a:avLst/>
                <a:gdLst>
                  <a:gd name="T0" fmla="*/ 70 w 7"/>
                  <a:gd name="T1" fmla="*/ 21 h 8"/>
                  <a:gd name="T2" fmla="*/ 29 w 7"/>
                  <a:gd name="T3" fmla="*/ 144 h 8"/>
                  <a:gd name="T4" fmla="*/ 70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5" y="8"/>
                      <a:pt x="2" y="8"/>
                    </a:cubicBezTo>
                    <a:cubicBezTo>
                      <a:pt x="0" y="7"/>
                      <a:pt x="1" y="0"/>
                      <a:pt x="5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1058">
                <a:extLst>
                  <a:ext uri="{FF2B5EF4-FFF2-40B4-BE49-F238E27FC236}">
                    <a16:creationId xmlns:a16="http://schemas.microsoft.com/office/drawing/2014/main" id="{F078AB9E-3794-4DB2-A48F-56146BD94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235"/>
                <a:ext cx="18" cy="24"/>
              </a:xfrm>
              <a:custGeom>
                <a:avLst/>
                <a:gdLst>
                  <a:gd name="T0" fmla="*/ 100 w 7"/>
                  <a:gd name="T1" fmla="*/ 35 h 9"/>
                  <a:gd name="T2" fmla="*/ 33 w 7"/>
                  <a:gd name="T3" fmla="*/ 149 h 9"/>
                  <a:gd name="T4" fmla="*/ 100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1059">
                <a:extLst>
                  <a:ext uri="{FF2B5EF4-FFF2-40B4-BE49-F238E27FC236}">
                    <a16:creationId xmlns:a16="http://schemas.microsoft.com/office/drawing/2014/main" id="{57A0E538-5D3F-4F22-8491-44CDF6DD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317"/>
                <a:ext cx="15" cy="22"/>
              </a:xfrm>
              <a:custGeom>
                <a:avLst/>
                <a:gdLst>
                  <a:gd name="T0" fmla="*/ 63 w 6"/>
                  <a:gd name="T1" fmla="*/ 0 h 8"/>
                  <a:gd name="T2" fmla="*/ 63 w 6"/>
                  <a:gd name="T3" fmla="*/ 143 h 8"/>
                  <a:gd name="T4" fmla="*/ 63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6" y="0"/>
                      <a:pt x="6" y="7"/>
                      <a:pt x="4" y="7"/>
                    </a:cubicBezTo>
                    <a:cubicBezTo>
                      <a:pt x="1" y="8"/>
                      <a:pt x="0" y="0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1060">
                <a:extLst>
                  <a:ext uri="{FF2B5EF4-FFF2-40B4-BE49-F238E27FC236}">
                    <a16:creationId xmlns:a16="http://schemas.microsoft.com/office/drawing/2014/main" id="{376B6E7B-4C95-47A6-8999-F66DA293B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331"/>
                <a:ext cx="18" cy="24"/>
              </a:xfrm>
              <a:custGeom>
                <a:avLst/>
                <a:gdLst>
                  <a:gd name="T0" fmla="*/ 100 w 7"/>
                  <a:gd name="T1" fmla="*/ 35 h 9"/>
                  <a:gd name="T2" fmla="*/ 33 w 7"/>
                  <a:gd name="T3" fmla="*/ 149 h 9"/>
                  <a:gd name="T4" fmla="*/ 100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1061">
                <a:extLst>
                  <a:ext uri="{FF2B5EF4-FFF2-40B4-BE49-F238E27FC236}">
                    <a16:creationId xmlns:a16="http://schemas.microsoft.com/office/drawing/2014/main" id="{A1D407C8-B136-46AC-AD90-F4385C0E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312"/>
                <a:ext cx="17" cy="21"/>
              </a:xfrm>
              <a:custGeom>
                <a:avLst/>
                <a:gdLst>
                  <a:gd name="T0" fmla="*/ 87 w 7"/>
                  <a:gd name="T1" fmla="*/ 21 h 8"/>
                  <a:gd name="T2" fmla="*/ 41 w 7"/>
                  <a:gd name="T3" fmla="*/ 123 h 8"/>
                  <a:gd name="T4" fmla="*/ 87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5" y="8"/>
                      <a:pt x="3" y="7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1062">
                <a:extLst>
                  <a:ext uri="{FF2B5EF4-FFF2-40B4-BE49-F238E27FC236}">
                    <a16:creationId xmlns:a16="http://schemas.microsoft.com/office/drawing/2014/main" id="{B6EA7DE9-F3DF-4CB1-A086-EFDAE3CDE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75"/>
                <a:ext cx="20" cy="21"/>
              </a:xfrm>
              <a:custGeom>
                <a:avLst/>
                <a:gdLst>
                  <a:gd name="T0" fmla="*/ 95 w 8"/>
                  <a:gd name="T1" fmla="*/ 21 h 8"/>
                  <a:gd name="T2" fmla="*/ 50 w 8"/>
                  <a:gd name="T3" fmla="*/ 144 h 8"/>
                  <a:gd name="T4" fmla="*/ 95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8" y="3"/>
                      <a:pt x="6" y="8"/>
                      <a:pt x="3" y="8"/>
                    </a:cubicBezTo>
                    <a:cubicBezTo>
                      <a:pt x="0" y="7"/>
                      <a:pt x="3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1063">
                <a:extLst>
                  <a:ext uri="{FF2B5EF4-FFF2-40B4-BE49-F238E27FC236}">
                    <a16:creationId xmlns:a16="http://schemas.microsoft.com/office/drawing/2014/main" id="{3C799CE1-E0E0-4C6C-AF06-2A6325092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355"/>
                <a:ext cx="17" cy="18"/>
              </a:xfrm>
              <a:custGeom>
                <a:avLst/>
                <a:gdLst>
                  <a:gd name="T0" fmla="*/ 70 w 7"/>
                  <a:gd name="T1" fmla="*/ 0 h 7"/>
                  <a:gd name="T2" fmla="*/ 41 w 7"/>
                  <a:gd name="T3" fmla="*/ 118 h 7"/>
                  <a:gd name="T4" fmla="*/ 7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7" y="1"/>
                      <a:pt x="6" y="7"/>
                      <a:pt x="3" y="7"/>
                    </a:cubicBezTo>
                    <a:cubicBezTo>
                      <a:pt x="0" y="7"/>
                      <a:pt x="1" y="0"/>
                      <a:pt x="5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1064">
                <a:extLst>
                  <a:ext uri="{FF2B5EF4-FFF2-40B4-BE49-F238E27FC236}">
                    <a16:creationId xmlns:a16="http://schemas.microsoft.com/office/drawing/2014/main" id="{98F22A52-83E0-45BE-9590-954971B6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405"/>
                <a:ext cx="17" cy="22"/>
              </a:xfrm>
              <a:custGeom>
                <a:avLst/>
                <a:gdLst>
                  <a:gd name="T0" fmla="*/ 58 w 7"/>
                  <a:gd name="T1" fmla="*/ 0 h 8"/>
                  <a:gd name="T2" fmla="*/ 70 w 7"/>
                  <a:gd name="T3" fmla="*/ 143 h 8"/>
                  <a:gd name="T4" fmla="*/ 58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0"/>
                      <a:pt x="7" y="6"/>
                      <a:pt x="5" y="7"/>
                    </a:cubicBezTo>
                    <a:cubicBezTo>
                      <a:pt x="2" y="8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1065">
                <a:extLst>
                  <a:ext uri="{FF2B5EF4-FFF2-40B4-BE49-F238E27FC236}">
                    <a16:creationId xmlns:a16="http://schemas.microsoft.com/office/drawing/2014/main" id="{0A95ADAC-6F50-4D68-AAC0-7ACAB9A3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251"/>
                <a:ext cx="20" cy="21"/>
              </a:xfrm>
              <a:custGeom>
                <a:avLst/>
                <a:gdLst>
                  <a:gd name="T0" fmla="*/ 95 w 8"/>
                  <a:gd name="T1" fmla="*/ 21 h 8"/>
                  <a:gd name="T2" fmla="*/ 50 w 8"/>
                  <a:gd name="T3" fmla="*/ 144 h 8"/>
                  <a:gd name="T4" fmla="*/ 95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8" y="3"/>
                      <a:pt x="6" y="8"/>
                      <a:pt x="3" y="8"/>
                    </a:cubicBezTo>
                    <a:cubicBezTo>
                      <a:pt x="0" y="7"/>
                      <a:pt x="3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1066">
                <a:extLst>
                  <a:ext uri="{FF2B5EF4-FFF2-40B4-BE49-F238E27FC236}">
                    <a16:creationId xmlns:a16="http://schemas.microsoft.com/office/drawing/2014/main" id="{B93927AC-1B8B-4002-AD57-155E1037D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208"/>
                <a:ext cx="17" cy="24"/>
              </a:xfrm>
              <a:custGeom>
                <a:avLst/>
                <a:gdLst>
                  <a:gd name="T0" fmla="*/ 87 w 7"/>
                  <a:gd name="T1" fmla="*/ 35 h 9"/>
                  <a:gd name="T2" fmla="*/ 29 w 7"/>
                  <a:gd name="T3" fmla="*/ 149 h 9"/>
                  <a:gd name="T4" fmla="*/ 87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1067">
                <a:extLst>
                  <a:ext uri="{FF2B5EF4-FFF2-40B4-BE49-F238E27FC236}">
                    <a16:creationId xmlns:a16="http://schemas.microsoft.com/office/drawing/2014/main" id="{E26403A1-C0AC-4C49-A7F0-D9566C9A8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173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33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4"/>
                      <a:pt x="5" y="9"/>
                      <a:pt x="2" y="8"/>
                    </a:cubicBezTo>
                    <a:cubicBezTo>
                      <a:pt x="0" y="7"/>
                      <a:pt x="3" y="0"/>
                      <a:pt x="7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1068">
                <a:extLst>
                  <a:ext uri="{FF2B5EF4-FFF2-40B4-BE49-F238E27FC236}">
                    <a16:creationId xmlns:a16="http://schemas.microsoft.com/office/drawing/2014/main" id="{0FDAFF1E-AC82-45E4-AAC8-A1CC16F41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173"/>
                <a:ext cx="17" cy="16"/>
              </a:xfrm>
              <a:custGeom>
                <a:avLst/>
                <a:gdLst>
                  <a:gd name="T0" fmla="*/ 87 w 7"/>
                  <a:gd name="T1" fmla="*/ 21 h 6"/>
                  <a:gd name="T2" fmla="*/ 29 w 7"/>
                  <a:gd name="T3" fmla="*/ 93 h 6"/>
                  <a:gd name="T4" fmla="*/ 87 w 7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7" y="2"/>
                      <a:pt x="4" y="6"/>
                      <a:pt x="2" y="5"/>
                    </a:cubicBezTo>
                    <a:cubicBezTo>
                      <a:pt x="0" y="5"/>
                      <a:pt x="3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1069">
                <a:extLst>
                  <a:ext uri="{FF2B5EF4-FFF2-40B4-BE49-F238E27FC236}">
                    <a16:creationId xmlns:a16="http://schemas.microsoft.com/office/drawing/2014/main" id="{BA32E6EA-0799-4DE2-A98E-BFB0EA898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157"/>
                <a:ext cx="20" cy="19"/>
              </a:xfrm>
              <a:custGeom>
                <a:avLst/>
                <a:gdLst>
                  <a:gd name="T0" fmla="*/ 95 w 8"/>
                  <a:gd name="T1" fmla="*/ 38 h 7"/>
                  <a:gd name="T2" fmla="*/ 33 w 8"/>
                  <a:gd name="T3" fmla="*/ 117 h 7"/>
                  <a:gd name="T4" fmla="*/ 95 w 8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2"/>
                    </a:moveTo>
                    <a:cubicBezTo>
                      <a:pt x="8" y="3"/>
                      <a:pt x="4" y="7"/>
                      <a:pt x="2" y="6"/>
                    </a:cubicBezTo>
                    <a:cubicBezTo>
                      <a:pt x="0" y="5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1070">
                <a:extLst>
                  <a:ext uri="{FF2B5EF4-FFF2-40B4-BE49-F238E27FC236}">
                    <a16:creationId xmlns:a16="http://schemas.microsoft.com/office/drawing/2014/main" id="{D39DA430-E731-4A9D-9D99-D2C9F35C8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267"/>
                <a:ext cx="13" cy="16"/>
              </a:xfrm>
              <a:custGeom>
                <a:avLst/>
                <a:gdLst>
                  <a:gd name="T0" fmla="*/ 68 w 5"/>
                  <a:gd name="T1" fmla="*/ 21 h 6"/>
                  <a:gd name="T2" fmla="*/ 34 w 5"/>
                  <a:gd name="T3" fmla="*/ 115 h 6"/>
                  <a:gd name="T4" fmla="*/ 68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5" y="1"/>
                      <a:pt x="4" y="6"/>
                      <a:pt x="2" y="6"/>
                    </a:cubicBezTo>
                    <a:cubicBezTo>
                      <a:pt x="0" y="6"/>
                      <a:pt x="1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1071">
                <a:extLst>
                  <a:ext uri="{FF2B5EF4-FFF2-40B4-BE49-F238E27FC236}">
                    <a16:creationId xmlns:a16="http://schemas.microsoft.com/office/drawing/2014/main" id="{7EC188A2-56E5-46AB-9647-7F3DA27FD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99"/>
                <a:ext cx="18" cy="21"/>
              </a:xfrm>
              <a:custGeom>
                <a:avLst/>
                <a:gdLst>
                  <a:gd name="T0" fmla="*/ 100 w 7"/>
                  <a:gd name="T1" fmla="*/ 21 h 8"/>
                  <a:gd name="T2" fmla="*/ 33 w 7"/>
                  <a:gd name="T3" fmla="*/ 123 h 8"/>
                  <a:gd name="T4" fmla="*/ 100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5" y="8"/>
                      <a:pt x="2" y="7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1072">
                <a:extLst>
                  <a:ext uri="{FF2B5EF4-FFF2-40B4-BE49-F238E27FC236}">
                    <a16:creationId xmlns:a16="http://schemas.microsoft.com/office/drawing/2014/main" id="{ADDBB510-B38B-4399-A4CF-737A7EC84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363"/>
                <a:ext cx="18" cy="21"/>
              </a:xfrm>
              <a:custGeom>
                <a:avLst/>
                <a:gdLst>
                  <a:gd name="T0" fmla="*/ 67 w 7"/>
                  <a:gd name="T1" fmla="*/ 0 h 8"/>
                  <a:gd name="T2" fmla="*/ 85 w 7"/>
                  <a:gd name="T3" fmla="*/ 123 h 8"/>
                  <a:gd name="T4" fmla="*/ 67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0"/>
                      <a:pt x="7" y="6"/>
                      <a:pt x="5" y="7"/>
                    </a:cubicBezTo>
                    <a:cubicBezTo>
                      <a:pt x="2" y="8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1073">
                <a:extLst>
                  <a:ext uri="{FF2B5EF4-FFF2-40B4-BE49-F238E27FC236}">
                    <a16:creationId xmlns:a16="http://schemas.microsoft.com/office/drawing/2014/main" id="{D121F8A9-8A81-4675-BC30-1CFFB1D6E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395"/>
                <a:ext cx="20" cy="24"/>
              </a:xfrm>
              <a:custGeom>
                <a:avLst/>
                <a:gdLst>
                  <a:gd name="T0" fmla="*/ 63 w 8"/>
                  <a:gd name="T1" fmla="*/ 21 h 9"/>
                  <a:gd name="T2" fmla="*/ 95 w 8"/>
                  <a:gd name="T3" fmla="*/ 149 h 9"/>
                  <a:gd name="T4" fmla="*/ 63 w 8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6"/>
                      <a:pt x="6" y="8"/>
                    </a:cubicBezTo>
                    <a:cubicBezTo>
                      <a:pt x="4" y="9"/>
                      <a:pt x="0" y="2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1074">
                <a:extLst>
                  <a:ext uri="{FF2B5EF4-FFF2-40B4-BE49-F238E27FC236}">
                    <a16:creationId xmlns:a16="http://schemas.microsoft.com/office/drawing/2014/main" id="{C96F9D70-F728-4DF2-9A7B-5E4CF16CD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408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1075">
                <a:extLst>
                  <a:ext uri="{FF2B5EF4-FFF2-40B4-BE49-F238E27FC236}">
                    <a16:creationId xmlns:a16="http://schemas.microsoft.com/office/drawing/2014/main" id="{DF8FEE1E-9020-4376-82B2-13E78658B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443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1076">
                <a:extLst>
                  <a:ext uri="{FF2B5EF4-FFF2-40B4-BE49-F238E27FC236}">
                    <a16:creationId xmlns:a16="http://schemas.microsoft.com/office/drawing/2014/main" id="{D6A0425E-1489-4570-B153-B29384606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491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1077">
                <a:extLst>
                  <a:ext uri="{FF2B5EF4-FFF2-40B4-BE49-F238E27FC236}">
                    <a16:creationId xmlns:a16="http://schemas.microsoft.com/office/drawing/2014/main" id="{14E5B013-DE13-47AC-B908-854356112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453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1078">
                <a:extLst>
                  <a:ext uri="{FF2B5EF4-FFF2-40B4-BE49-F238E27FC236}">
                    <a16:creationId xmlns:a16="http://schemas.microsoft.com/office/drawing/2014/main" id="{25F7B423-8253-4268-8E48-D1F012F91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475"/>
                <a:ext cx="20" cy="24"/>
              </a:xfrm>
              <a:custGeom>
                <a:avLst/>
                <a:gdLst>
                  <a:gd name="T0" fmla="*/ 20 w 8"/>
                  <a:gd name="T1" fmla="*/ 115 h 9"/>
                  <a:gd name="T2" fmla="*/ 95 w 8"/>
                  <a:gd name="T3" fmla="*/ 21 h 9"/>
                  <a:gd name="T4" fmla="*/ 20 w 8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1" y="6"/>
                    </a:moveTo>
                    <a:cubicBezTo>
                      <a:pt x="0" y="5"/>
                      <a:pt x="4" y="0"/>
                      <a:pt x="6" y="1"/>
                    </a:cubicBezTo>
                    <a:cubicBezTo>
                      <a:pt x="8" y="2"/>
                      <a:pt x="4" y="9"/>
                      <a:pt x="1" y="6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1079">
                <a:extLst>
                  <a:ext uri="{FF2B5EF4-FFF2-40B4-BE49-F238E27FC236}">
                    <a16:creationId xmlns:a16="http://schemas.microsoft.com/office/drawing/2014/main" id="{852D2DE8-181B-4C46-99BF-B35A3B0D7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235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50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3"/>
                      <a:pt x="6" y="9"/>
                      <a:pt x="3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1080">
                <a:extLst>
                  <a:ext uri="{FF2B5EF4-FFF2-40B4-BE49-F238E27FC236}">
                    <a16:creationId xmlns:a16="http://schemas.microsoft.com/office/drawing/2014/main" id="{83EE1921-0434-498C-962C-4BD520E45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97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33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4"/>
                      <a:pt x="5" y="9"/>
                      <a:pt x="2" y="8"/>
                    </a:cubicBezTo>
                    <a:cubicBezTo>
                      <a:pt x="0" y="7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1081">
                <a:extLst>
                  <a:ext uri="{FF2B5EF4-FFF2-40B4-BE49-F238E27FC236}">
                    <a16:creationId xmlns:a16="http://schemas.microsoft.com/office/drawing/2014/main" id="{FB1D7812-B907-49E8-A8CA-3BF9CB5CD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189"/>
                <a:ext cx="12" cy="16"/>
              </a:xfrm>
              <a:custGeom>
                <a:avLst/>
                <a:gdLst>
                  <a:gd name="T0" fmla="*/ 58 w 5"/>
                  <a:gd name="T1" fmla="*/ 35 h 6"/>
                  <a:gd name="T2" fmla="*/ 12 w 5"/>
                  <a:gd name="T3" fmla="*/ 115 h 6"/>
                  <a:gd name="T4" fmla="*/ 58 w 5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2"/>
                    </a:moveTo>
                    <a:cubicBezTo>
                      <a:pt x="5" y="3"/>
                      <a:pt x="3" y="6"/>
                      <a:pt x="1" y="6"/>
                    </a:cubicBezTo>
                    <a:cubicBezTo>
                      <a:pt x="0" y="5"/>
                      <a:pt x="2" y="0"/>
                      <a:pt x="4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1082">
                <a:extLst>
                  <a:ext uri="{FF2B5EF4-FFF2-40B4-BE49-F238E27FC236}">
                    <a16:creationId xmlns:a16="http://schemas.microsoft.com/office/drawing/2014/main" id="{8F14E42D-D8BA-4CF0-BB2E-EF42EBA80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171"/>
                <a:ext cx="12" cy="13"/>
              </a:xfrm>
              <a:custGeom>
                <a:avLst/>
                <a:gdLst>
                  <a:gd name="T0" fmla="*/ 58 w 5"/>
                  <a:gd name="T1" fmla="*/ 0 h 5"/>
                  <a:gd name="T2" fmla="*/ 29 w 5"/>
                  <a:gd name="T3" fmla="*/ 88 h 5"/>
                  <a:gd name="T4" fmla="*/ 5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5" y="1"/>
                      <a:pt x="4" y="5"/>
                      <a:pt x="2" y="5"/>
                    </a:cubicBezTo>
                    <a:cubicBezTo>
                      <a:pt x="0" y="4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1083">
                <a:extLst>
                  <a:ext uri="{FF2B5EF4-FFF2-40B4-BE49-F238E27FC236}">
                    <a16:creationId xmlns:a16="http://schemas.microsoft.com/office/drawing/2014/main" id="{A5CBCCF2-2AF7-4AF3-99F6-775F892B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152"/>
                <a:ext cx="12" cy="13"/>
              </a:xfrm>
              <a:custGeom>
                <a:avLst/>
                <a:gdLst>
                  <a:gd name="T0" fmla="*/ 58 w 5"/>
                  <a:gd name="T1" fmla="*/ 21 h 5"/>
                  <a:gd name="T2" fmla="*/ 29 w 5"/>
                  <a:gd name="T3" fmla="*/ 88 h 5"/>
                  <a:gd name="T4" fmla="*/ 58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2"/>
                      <a:pt x="3" y="5"/>
                      <a:pt x="2" y="5"/>
                    </a:cubicBezTo>
                    <a:cubicBezTo>
                      <a:pt x="0" y="4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1084">
                <a:extLst>
                  <a:ext uri="{FF2B5EF4-FFF2-40B4-BE49-F238E27FC236}">
                    <a16:creationId xmlns:a16="http://schemas.microsoft.com/office/drawing/2014/main" id="{BD37BAAE-0CA1-4E38-BE9D-E00489A1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205"/>
                <a:ext cx="20" cy="16"/>
              </a:xfrm>
              <a:custGeom>
                <a:avLst/>
                <a:gdLst>
                  <a:gd name="T0" fmla="*/ 95 w 8"/>
                  <a:gd name="T1" fmla="*/ 21 h 6"/>
                  <a:gd name="T2" fmla="*/ 50 w 8"/>
                  <a:gd name="T3" fmla="*/ 115 h 6"/>
                  <a:gd name="T4" fmla="*/ 95 w 8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6" y="1"/>
                    </a:moveTo>
                    <a:cubicBezTo>
                      <a:pt x="8" y="2"/>
                      <a:pt x="5" y="6"/>
                      <a:pt x="3" y="6"/>
                    </a:cubicBezTo>
                    <a:cubicBezTo>
                      <a:pt x="0" y="6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1085">
                <a:extLst>
                  <a:ext uri="{FF2B5EF4-FFF2-40B4-BE49-F238E27FC236}">
                    <a16:creationId xmlns:a16="http://schemas.microsoft.com/office/drawing/2014/main" id="{76448656-3B93-44C7-A444-F4A59FA49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269"/>
                <a:ext cx="10" cy="14"/>
              </a:xfrm>
              <a:custGeom>
                <a:avLst/>
                <a:gdLst>
                  <a:gd name="T0" fmla="*/ 50 w 4"/>
                  <a:gd name="T1" fmla="*/ 0 h 5"/>
                  <a:gd name="T2" fmla="*/ 33 w 4"/>
                  <a:gd name="T3" fmla="*/ 109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4" y="1"/>
                      <a:pt x="3" y="5"/>
                      <a:pt x="2" y="5"/>
                    </a:cubicBezTo>
                    <a:cubicBezTo>
                      <a:pt x="0" y="5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1086">
                <a:extLst>
                  <a:ext uri="{FF2B5EF4-FFF2-40B4-BE49-F238E27FC236}">
                    <a16:creationId xmlns:a16="http://schemas.microsoft.com/office/drawing/2014/main" id="{70B18E0A-56CC-459A-9DDA-CD7132E5B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256"/>
                <a:ext cx="13" cy="13"/>
              </a:xfrm>
              <a:custGeom>
                <a:avLst/>
                <a:gdLst>
                  <a:gd name="T0" fmla="*/ 68 w 5"/>
                  <a:gd name="T1" fmla="*/ 21 h 5"/>
                  <a:gd name="T2" fmla="*/ 34 w 5"/>
                  <a:gd name="T3" fmla="*/ 88 h 5"/>
                  <a:gd name="T4" fmla="*/ 68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2"/>
                      <a:pt x="4" y="5"/>
                      <a:pt x="2" y="5"/>
                    </a:cubicBezTo>
                    <a:cubicBezTo>
                      <a:pt x="0" y="5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1087">
                <a:extLst>
                  <a:ext uri="{FF2B5EF4-FFF2-40B4-BE49-F238E27FC236}">
                    <a16:creationId xmlns:a16="http://schemas.microsoft.com/office/drawing/2014/main" id="{A0C5B778-2E83-4F5C-BF8B-9AD668E1C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63"/>
                <a:ext cx="20" cy="21"/>
              </a:xfrm>
              <a:custGeom>
                <a:avLst/>
                <a:gdLst>
                  <a:gd name="T0" fmla="*/ 113 w 8"/>
                  <a:gd name="T1" fmla="*/ 34 h 8"/>
                  <a:gd name="T2" fmla="*/ 33 w 8"/>
                  <a:gd name="T3" fmla="*/ 123 h 8"/>
                  <a:gd name="T4" fmla="*/ 113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2"/>
                    </a:moveTo>
                    <a:cubicBezTo>
                      <a:pt x="8" y="3"/>
                      <a:pt x="5" y="8"/>
                      <a:pt x="2" y="7"/>
                    </a:cubicBezTo>
                    <a:cubicBezTo>
                      <a:pt x="0" y="7"/>
                      <a:pt x="3" y="0"/>
                      <a:pt x="7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1088">
                <a:extLst>
                  <a:ext uri="{FF2B5EF4-FFF2-40B4-BE49-F238E27FC236}">
                    <a16:creationId xmlns:a16="http://schemas.microsoft.com/office/drawing/2014/main" id="{EC86E62B-B695-49CF-A143-38A9349E2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437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33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4"/>
                      <a:pt x="5" y="9"/>
                      <a:pt x="2" y="8"/>
                    </a:cubicBezTo>
                    <a:cubicBezTo>
                      <a:pt x="0" y="7"/>
                      <a:pt x="3" y="0"/>
                      <a:pt x="7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1089">
                <a:extLst>
                  <a:ext uri="{FF2B5EF4-FFF2-40B4-BE49-F238E27FC236}">
                    <a16:creationId xmlns:a16="http://schemas.microsoft.com/office/drawing/2014/main" id="{F7581FFE-C33A-4220-8EA6-B7AE4CB30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467"/>
                <a:ext cx="22" cy="24"/>
              </a:xfrm>
              <a:custGeom>
                <a:avLst/>
                <a:gdLst>
                  <a:gd name="T0" fmla="*/ 120 w 9"/>
                  <a:gd name="T1" fmla="*/ 56 h 9"/>
                  <a:gd name="T2" fmla="*/ 29 w 9"/>
                  <a:gd name="T3" fmla="*/ 136 h 9"/>
                  <a:gd name="T4" fmla="*/ 120 w 9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9" y="5"/>
                      <a:pt x="4" y="9"/>
                      <a:pt x="2" y="7"/>
                    </a:cubicBezTo>
                    <a:cubicBezTo>
                      <a:pt x="0" y="5"/>
                      <a:pt x="6" y="0"/>
                      <a:pt x="8" y="3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1090">
                <a:extLst>
                  <a:ext uri="{FF2B5EF4-FFF2-40B4-BE49-F238E27FC236}">
                    <a16:creationId xmlns:a16="http://schemas.microsoft.com/office/drawing/2014/main" id="{4DAC102C-DC79-45DD-8B51-0F7BD1E1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464"/>
                <a:ext cx="20" cy="21"/>
              </a:xfrm>
              <a:custGeom>
                <a:avLst/>
                <a:gdLst>
                  <a:gd name="T0" fmla="*/ 113 w 8"/>
                  <a:gd name="T1" fmla="*/ 34 h 8"/>
                  <a:gd name="T2" fmla="*/ 33 w 8"/>
                  <a:gd name="T3" fmla="*/ 123 h 8"/>
                  <a:gd name="T4" fmla="*/ 113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2"/>
                    </a:moveTo>
                    <a:cubicBezTo>
                      <a:pt x="8" y="4"/>
                      <a:pt x="4" y="8"/>
                      <a:pt x="2" y="7"/>
                    </a:cubicBezTo>
                    <a:cubicBezTo>
                      <a:pt x="0" y="6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1091">
                <a:extLst>
                  <a:ext uri="{FF2B5EF4-FFF2-40B4-BE49-F238E27FC236}">
                    <a16:creationId xmlns:a16="http://schemas.microsoft.com/office/drawing/2014/main" id="{54C0AA5E-D36A-4221-AA04-FA3799A5A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424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50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4"/>
                      <a:pt x="5" y="9"/>
                      <a:pt x="3" y="8"/>
                    </a:cubicBezTo>
                    <a:cubicBezTo>
                      <a:pt x="0" y="7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1092">
                <a:extLst>
                  <a:ext uri="{FF2B5EF4-FFF2-40B4-BE49-F238E27FC236}">
                    <a16:creationId xmlns:a16="http://schemas.microsoft.com/office/drawing/2014/main" id="{DDD2517B-C896-4E1C-AE13-383987B1D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389"/>
                <a:ext cx="20" cy="22"/>
              </a:xfrm>
              <a:custGeom>
                <a:avLst/>
                <a:gdLst>
                  <a:gd name="T0" fmla="*/ 113 w 8"/>
                  <a:gd name="T1" fmla="*/ 47 h 8"/>
                  <a:gd name="T2" fmla="*/ 33 w 8"/>
                  <a:gd name="T3" fmla="*/ 143 h 8"/>
                  <a:gd name="T4" fmla="*/ 113 w 8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2"/>
                    </a:moveTo>
                    <a:cubicBezTo>
                      <a:pt x="8" y="3"/>
                      <a:pt x="5" y="8"/>
                      <a:pt x="2" y="7"/>
                    </a:cubicBezTo>
                    <a:cubicBezTo>
                      <a:pt x="0" y="6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1093">
                <a:extLst>
                  <a:ext uri="{FF2B5EF4-FFF2-40B4-BE49-F238E27FC236}">
                    <a16:creationId xmlns:a16="http://schemas.microsoft.com/office/drawing/2014/main" id="{70277965-9E06-4B07-9206-A04C2D8C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357"/>
                <a:ext cx="20" cy="24"/>
              </a:xfrm>
              <a:custGeom>
                <a:avLst/>
                <a:gdLst>
                  <a:gd name="T0" fmla="*/ 113 w 8"/>
                  <a:gd name="T1" fmla="*/ 56 h 9"/>
                  <a:gd name="T2" fmla="*/ 33 w 8"/>
                  <a:gd name="T3" fmla="*/ 149 h 9"/>
                  <a:gd name="T4" fmla="*/ 113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3"/>
                    </a:moveTo>
                    <a:cubicBezTo>
                      <a:pt x="8" y="4"/>
                      <a:pt x="5" y="9"/>
                      <a:pt x="2" y="8"/>
                    </a:cubicBezTo>
                    <a:cubicBezTo>
                      <a:pt x="0" y="7"/>
                      <a:pt x="4" y="0"/>
                      <a:pt x="7" y="3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1094">
                <a:extLst>
                  <a:ext uri="{FF2B5EF4-FFF2-40B4-BE49-F238E27FC236}">
                    <a16:creationId xmlns:a16="http://schemas.microsoft.com/office/drawing/2014/main" id="{89E71F49-259F-436D-A018-C73090D7A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371"/>
                <a:ext cx="12" cy="16"/>
              </a:xfrm>
              <a:custGeom>
                <a:avLst/>
                <a:gdLst>
                  <a:gd name="T0" fmla="*/ 58 w 5"/>
                  <a:gd name="T1" fmla="*/ 0 h 6"/>
                  <a:gd name="T2" fmla="*/ 29 w 5"/>
                  <a:gd name="T3" fmla="*/ 115 h 6"/>
                  <a:gd name="T4" fmla="*/ 58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5" y="1"/>
                      <a:pt x="4" y="6"/>
                      <a:pt x="2" y="6"/>
                    </a:cubicBezTo>
                    <a:cubicBezTo>
                      <a:pt x="0" y="6"/>
                      <a:pt x="0" y="0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1095">
                <a:extLst>
                  <a:ext uri="{FF2B5EF4-FFF2-40B4-BE49-F238E27FC236}">
                    <a16:creationId xmlns:a16="http://schemas.microsoft.com/office/drawing/2014/main" id="{D029767A-FA40-4292-8C02-437FCE9D5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360"/>
                <a:ext cx="15" cy="19"/>
              </a:xfrm>
              <a:custGeom>
                <a:avLst/>
                <a:gdLst>
                  <a:gd name="T0" fmla="*/ 63 w 6"/>
                  <a:gd name="T1" fmla="*/ 0 h 7"/>
                  <a:gd name="T2" fmla="*/ 33 w 6"/>
                  <a:gd name="T3" fmla="*/ 141 h 7"/>
                  <a:gd name="T4" fmla="*/ 6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6" y="1"/>
                      <a:pt x="5" y="7"/>
                      <a:pt x="2" y="7"/>
                    </a:cubicBezTo>
                    <a:cubicBezTo>
                      <a:pt x="0" y="7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0" name="Freeform 1096">
                <a:extLst>
                  <a:ext uri="{FF2B5EF4-FFF2-40B4-BE49-F238E27FC236}">
                    <a16:creationId xmlns:a16="http://schemas.microsoft.com/office/drawing/2014/main" id="{245DEBF6-775C-41C6-BBF0-4BDE9C009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395"/>
                <a:ext cx="20" cy="21"/>
              </a:xfrm>
              <a:custGeom>
                <a:avLst/>
                <a:gdLst>
                  <a:gd name="T0" fmla="*/ 95 w 8"/>
                  <a:gd name="T1" fmla="*/ 21 h 8"/>
                  <a:gd name="T2" fmla="*/ 33 w 8"/>
                  <a:gd name="T3" fmla="*/ 123 h 8"/>
                  <a:gd name="T4" fmla="*/ 95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8" y="3"/>
                      <a:pt x="5" y="8"/>
                      <a:pt x="2" y="7"/>
                    </a:cubicBezTo>
                    <a:cubicBezTo>
                      <a:pt x="0" y="7"/>
                      <a:pt x="3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1097">
                <a:extLst>
                  <a:ext uri="{FF2B5EF4-FFF2-40B4-BE49-F238E27FC236}">
                    <a16:creationId xmlns:a16="http://schemas.microsoft.com/office/drawing/2014/main" id="{B9F7FF54-AA5B-4680-ADA7-4F060E447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427"/>
                <a:ext cx="23" cy="24"/>
              </a:xfrm>
              <a:custGeom>
                <a:avLst/>
                <a:gdLst>
                  <a:gd name="T0" fmla="*/ 118 w 9"/>
                  <a:gd name="T1" fmla="*/ 35 h 9"/>
                  <a:gd name="T2" fmla="*/ 51 w 9"/>
                  <a:gd name="T3" fmla="*/ 149 h 9"/>
                  <a:gd name="T4" fmla="*/ 118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9" y="4"/>
                      <a:pt x="5" y="9"/>
                      <a:pt x="3" y="8"/>
                    </a:cubicBezTo>
                    <a:cubicBezTo>
                      <a:pt x="0" y="7"/>
                      <a:pt x="4" y="0"/>
                      <a:pt x="7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1098">
                <a:extLst>
                  <a:ext uri="{FF2B5EF4-FFF2-40B4-BE49-F238E27FC236}">
                    <a16:creationId xmlns:a16="http://schemas.microsoft.com/office/drawing/2014/main" id="{E86881B1-0B59-4B64-8FF6-6628A4AB2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453"/>
                <a:ext cx="17" cy="19"/>
              </a:xfrm>
              <a:custGeom>
                <a:avLst/>
                <a:gdLst>
                  <a:gd name="T0" fmla="*/ 100 w 7"/>
                  <a:gd name="T1" fmla="*/ 60 h 7"/>
                  <a:gd name="T2" fmla="*/ 29 w 7"/>
                  <a:gd name="T3" fmla="*/ 117 h 7"/>
                  <a:gd name="T4" fmla="*/ 100 w 7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7" y="4"/>
                      <a:pt x="4" y="7"/>
                      <a:pt x="2" y="6"/>
                    </a:cubicBezTo>
                    <a:cubicBezTo>
                      <a:pt x="0" y="5"/>
                      <a:pt x="4" y="0"/>
                      <a:pt x="7" y="3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1099">
                <a:extLst>
                  <a:ext uri="{FF2B5EF4-FFF2-40B4-BE49-F238E27FC236}">
                    <a16:creationId xmlns:a16="http://schemas.microsoft.com/office/drawing/2014/main" id="{E73ACD19-6DC4-4923-B7AD-9F58D37E6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379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50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3"/>
                      <a:pt x="5" y="9"/>
                      <a:pt x="3" y="8"/>
                    </a:cubicBezTo>
                    <a:cubicBezTo>
                      <a:pt x="0" y="8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4" name="Freeform 1100">
                <a:extLst>
                  <a:ext uri="{FF2B5EF4-FFF2-40B4-BE49-F238E27FC236}">
                    <a16:creationId xmlns:a16="http://schemas.microsoft.com/office/drawing/2014/main" id="{8CF2B054-5AA6-4D5C-B582-B2EEC06A6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413"/>
                <a:ext cx="20" cy="16"/>
              </a:xfrm>
              <a:custGeom>
                <a:avLst/>
                <a:gdLst>
                  <a:gd name="T0" fmla="*/ 83 w 8"/>
                  <a:gd name="T1" fmla="*/ 0 h 6"/>
                  <a:gd name="T2" fmla="*/ 50 w 8"/>
                  <a:gd name="T3" fmla="*/ 115 h 6"/>
                  <a:gd name="T4" fmla="*/ 83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8" y="0"/>
                      <a:pt x="6" y="5"/>
                      <a:pt x="3" y="6"/>
                    </a:cubicBezTo>
                    <a:cubicBezTo>
                      <a:pt x="0" y="6"/>
                      <a:pt x="1" y="0"/>
                      <a:pt x="5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1101">
                <a:extLst>
                  <a:ext uri="{FF2B5EF4-FFF2-40B4-BE49-F238E27FC236}">
                    <a16:creationId xmlns:a16="http://schemas.microsoft.com/office/drawing/2014/main" id="{0B390D11-76B5-4E13-814E-EBBE09704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325"/>
                <a:ext cx="17" cy="24"/>
              </a:xfrm>
              <a:custGeom>
                <a:avLst/>
                <a:gdLst>
                  <a:gd name="T0" fmla="*/ 87 w 7"/>
                  <a:gd name="T1" fmla="*/ 35 h 9"/>
                  <a:gd name="T2" fmla="*/ 29 w 7"/>
                  <a:gd name="T3" fmla="*/ 149 h 9"/>
                  <a:gd name="T4" fmla="*/ 87 w 7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3"/>
                      <a:pt x="5" y="9"/>
                      <a:pt x="2" y="8"/>
                    </a:cubicBezTo>
                    <a:cubicBezTo>
                      <a:pt x="0" y="7"/>
                      <a:pt x="2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1102">
                <a:extLst>
                  <a:ext uri="{FF2B5EF4-FFF2-40B4-BE49-F238E27FC236}">
                    <a16:creationId xmlns:a16="http://schemas.microsoft.com/office/drawing/2014/main" id="{CB78A21B-6B96-4C00-A9B6-66809A366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496"/>
                <a:ext cx="12" cy="13"/>
              </a:xfrm>
              <a:custGeom>
                <a:avLst/>
                <a:gdLst>
                  <a:gd name="T0" fmla="*/ 70 w 5"/>
                  <a:gd name="T1" fmla="*/ 34 h 5"/>
                  <a:gd name="T2" fmla="*/ 12 w 5"/>
                  <a:gd name="T3" fmla="*/ 55 h 5"/>
                  <a:gd name="T4" fmla="*/ 70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2" y="5"/>
                      <a:pt x="1" y="3"/>
                    </a:cubicBezTo>
                    <a:cubicBezTo>
                      <a:pt x="0" y="2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1103">
                <a:extLst>
                  <a:ext uri="{FF2B5EF4-FFF2-40B4-BE49-F238E27FC236}">
                    <a16:creationId xmlns:a16="http://schemas.microsoft.com/office/drawing/2014/main" id="{B1CCDE40-15F0-478D-809F-FFDABBAD4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515"/>
                <a:ext cx="13" cy="10"/>
              </a:xfrm>
              <a:custGeom>
                <a:avLst/>
                <a:gdLst>
                  <a:gd name="T0" fmla="*/ 88 w 5"/>
                  <a:gd name="T1" fmla="*/ 33 h 4"/>
                  <a:gd name="T2" fmla="*/ 0 w 5"/>
                  <a:gd name="T3" fmla="*/ 33 h 4"/>
                  <a:gd name="T4" fmla="*/ 88 w 5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5" y="3"/>
                      <a:pt x="1" y="4"/>
                      <a:pt x="0" y="2"/>
                    </a:cubicBezTo>
                    <a:cubicBezTo>
                      <a:pt x="0" y="1"/>
                      <a:pt x="5" y="0"/>
                      <a:pt x="5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757" name="Group 1104">
              <a:extLst>
                <a:ext uri="{FF2B5EF4-FFF2-40B4-BE49-F238E27FC236}">
                  <a16:creationId xmlns:a16="http://schemas.microsoft.com/office/drawing/2014/main" id="{A2FFFE9C-E8B4-426B-9C47-98C542566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6" y="2139"/>
              <a:ext cx="741" cy="453"/>
              <a:chOff x="2156" y="2139"/>
              <a:chExt cx="741" cy="453"/>
            </a:xfrm>
          </p:grpSpPr>
          <p:sp>
            <p:nvSpPr>
              <p:cNvPr id="52008" name="Freeform 1105">
                <a:extLst>
                  <a:ext uri="{FF2B5EF4-FFF2-40B4-BE49-F238E27FC236}">
                    <a16:creationId xmlns:a16="http://schemas.microsoft.com/office/drawing/2014/main" id="{5869E6C1-C847-425A-8F55-AC1F6E3AE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507"/>
                <a:ext cx="20" cy="18"/>
              </a:xfrm>
              <a:custGeom>
                <a:avLst/>
                <a:gdLst>
                  <a:gd name="T0" fmla="*/ 125 w 8"/>
                  <a:gd name="T1" fmla="*/ 67 h 7"/>
                  <a:gd name="T2" fmla="*/ 20 w 8"/>
                  <a:gd name="T3" fmla="*/ 85 h 7"/>
                  <a:gd name="T4" fmla="*/ 125 w 8"/>
                  <a:gd name="T5" fmla="*/ 6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8" y="6"/>
                      <a:pt x="2" y="7"/>
                      <a:pt x="1" y="5"/>
                    </a:cubicBezTo>
                    <a:cubicBezTo>
                      <a:pt x="0" y="3"/>
                      <a:pt x="7" y="0"/>
                      <a:pt x="8" y="4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9" name="Freeform 1106">
                <a:extLst>
                  <a:ext uri="{FF2B5EF4-FFF2-40B4-BE49-F238E27FC236}">
                    <a16:creationId xmlns:a16="http://schemas.microsoft.com/office/drawing/2014/main" id="{CAC52D95-5352-4021-8C4E-03EFD780F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315"/>
                <a:ext cx="18" cy="21"/>
              </a:xfrm>
              <a:custGeom>
                <a:avLst/>
                <a:gdLst>
                  <a:gd name="T0" fmla="*/ 85 w 7"/>
                  <a:gd name="T1" fmla="*/ 21 h 8"/>
                  <a:gd name="T2" fmla="*/ 54 w 7"/>
                  <a:gd name="T3" fmla="*/ 144 h 8"/>
                  <a:gd name="T4" fmla="*/ 85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6" y="8"/>
                      <a:pt x="3" y="8"/>
                    </a:cubicBezTo>
                    <a:cubicBezTo>
                      <a:pt x="0" y="8"/>
                      <a:pt x="1" y="0"/>
                      <a:pt x="5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0" name="Freeform 1107">
                <a:extLst>
                  <a:ext uri="{FF2B5EF4-FFF2-40B4-BE49-F238E27FC236}">
                    <a16:creationId xmlns:a16="http://schemas.microsoft.com/office/drawing/2014/main" id="{C2FE618D-916D-407F-A141-D8F6BBB0E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251"/>
                <a:ext cx="20" cy="21"/>
              </a:xfrm>
              <a:custGeom>
                <a:avLst/>
                <a:gdLst>
                  <a:gd name="T0" fmla="*/ 95 w 8"/>
                  <a:gd name="T1" fmla="*/ 21 h 8"/>
                  <a:gd name="T2" fmla="*/ 50 w 8"/>
                  <a:gd name="T3" fmla="*/ 144 h 8"/>
                  <a:gd name="T4" fmla="*/ 95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8" y="2"/>
                      <a:pt x="6" y="8"/>
                      <a:pt x="3" y="8"/>
                    </a:cubicBezTo>
                    <a:cubicBezTo>
                      <a:pt x="0" y="7"/>
                      <a:pt x="2" y="0"/>
                      <a:pt x="6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1" name="Freeform 1108">
                <a:extLst>
                  <a:ext uri="{FF2B5EF4-FFF2-40B4-BE49-F238E27FC236}">
                    <a16:creationId xmlns:a16="http://schemas.microsoft.com/office/drawing/2014/main" id="{5162443D-4128-4AE7-9D5A-B8C6FAFB0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219"/>
                <a:ext cx="15" cy="18"/>
              </a:xfrm>
              <a:custGeom>
                <a:avLst/>
                <a:gdLst>
                  <a:gd name="T0" fmla="*/ 63 w 6"/>
                  <a:gd name="T1" fmla="*/ 0 h 7"/>
                  <a:gd name="T2" fmla="*/ 33 w 6"/>
                  <a:gd name="T3" fmla="*/ 118 h 7"/>
                  <a:gd name="T4" fmla="*/ 6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6" y="1"/>
                      <a:pt x="5" y="7"/>
                      <a:pt x="2" y="7"/>
                    </a:cubicBezTo>
                    <a:cubicBezTo>
                      <a:pt x="0" y="7"/>
                      <a:pt x="0" y="0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2" name="Freeform 1109">
                <a:extLst>
                  <a:ext uri="{FF2B5EF4-FFF2-40B4-BE49-F238E27FC236}">
                    <a16:creationId xmlns:a16="http://schemas.microsoft.com/office/drawing/2014/main" id="{DCB8246D-E042-49BE-9175-56824AEF5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445"/>
                <a:ext cx="20" cy="24"/>
              </a:xfrm>
              <a:custGeom>
                <a:avLst/>
                <a:gdLst>
                  <a:gd name="T0" fmla="*/ 113 w 8"/>
                  <a:gd name="T1" fmla="*/ 56 h 9"/>
                  <a:gd name="T2" fmla="*/ 33 w 8"/>
                  <a:gd name="T3" fmla="*/ 149 h 9"/>
                  <a:gd name="T4" fmla="*/ 113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3"/>
                    </a:moveTo>
                    <a:cubicBezTo>
                      <a:pt x="8" y="4"/>
                      <a:pt x="4" y="9"/>
                      <a:pt x="2" y="8"/>
                    </a:cubicBezTo>
                    <a:cubicBezTo>
                      <a:pt x="0" y="7"/>
                      <a:pt x="4" y="0"/>
                      <a:pt x="7" y="3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3" name="Freeform 1110">
                <a:extLst>
                  <a:ext uri="{FF2B5EF4-FFF2-40B4-BE49-F238E27FC236}">
                    <a16:creationId xmlns:a16="http://schemas.microsoft.com/office/drawing/2014/main" id="{740D424B-76C4-43E2-873C-355664941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400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50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3"/>
                      <a:pt x="5" y="9"/>
                      <a:pt x="3" y="8"/>
                    </a:cubicBezTo>
                    <a:cubicBezTo>
                      <a:pt x="0" y="7"/>
                      <a:pt x="3" y="0"/>
                      <a:pt x="7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4" name="Freeform 1111">
                <a:extLst>
                  <a:ext uri="{FF2B5EF4-FFF2-40B4-BE49-F238E27FC236}">
                    <a16:creationId xmlns:a16="http://schemas.microsoft.com/office/drawing/2014/main" id="{7A592300-757D-44D8-B0A4-7AEFE7900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403"/>
                <a:ext cx="20" cy="24"/>
              </a:xfrm>
              <a:custGeom>
                <a:avLst/>
                <a:gdLst>
                  <a:gd name="T0" fmla="*/ 113 w 8"/>
                  <a:gd name="T1" fmla="*/ 35 h 9"/>
                  <a:gd name="T2" fmla="*/ 33 w 8"/>
                  <a:gd name="T3" fmla="*/ 149 h 9"/>
                  <a:gd name="T4" fmla="*/ 113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8" y="4"/>
                      <a:pt x="5" y="9"/>
                      <a:pt x="2" y="8"/>
                    </a:cubicBezTo>
                    <a:cubicBezTo>
                      <a:pt x="0" y="7"/>
                      <a:pt x="3" y="0"/>
                      <a:pt x="7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5" name="Freeform 1112">
                <a:extLst>
                  <a:ext uri="{FF2B5EF4-FFF2-40B4-BE49-F238E27FC236}">
                    <a16:creationId xmlns:a16="http://schemas.microsoft.com/office/drawing/2014/main" id="{43D06998-C429-441F-B71C-F6FAD3F5E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365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33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3"/>
                      <a:pt x="5" y="9"/>
                      <a:pt x="2" y="8"/>
                    </a:cubicBezTo>
                    <a:cubicBezTo>
                      <a:pt x="0" y="7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6" name="Freeform 1113">
                <a:extLst>
                  <a:ext uri="{FF2B5EF4-FFF2-40B4-BE49-F238E27FC236}">
                    <a16:creationId xmlns:a16="http://schemas.microsoft.com/office/drawing/2014/main" id="{272A1495-C21F-4AFB-A9AA-F18AFBB05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373"/>
                <a:ext cx="12" cy="19"/>
              </a:xfrm>
              <a:custGeom>
                <a:avLst/>
                <a:gdLst>
                  <a:gd name="T0" fmla="*/ 41 w 5"/>
                  <a:gd name="T1" fmla="*/ 0 h 7"/>
                  <a:gd name="T2" fmla="*/ 41 w 5"/>
                  <a:gd name="T3" fmla="*/ 117 h 7"/>
                  <a:gd name="T4" fmla="*/ 41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4" y="0"/>
                      <a:pt x="5" y="5"/>
                      <a:pt x="3" y="6"/>
                    </a:cubicBezTo>
                    <a:cubicBezTo>
                      <a:pt x="1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7" name="Freeform 1114">
                <a:extLst>
                  <a:ext uri="{FF2B5EF4-FFF2-40B4-BE49-F238E27FC236}">
                    <a16:creationId xmlns:a16="http://schemas.microsoft.com/office/drawing/2014/main" id="{54ACA8B0-79D4-461C-B349-B769DAC06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333"/>
                <a:ext cx="20" cy="24"/>
              </a:xfrm>
              <a:custGeom>
                <a:avLst/>
                <a:gdLst>
                  <a:gd name="T0" fmla="*/ 113 w 8"/>
                  <a:gd name="T1" fmla="*/ 56 h 9"/>
                  <a:gd name="T2" fmla="*/ 33 w 8"/>
                  <a:gd name="T3" fmla="*/ 149 h 9"/>
                  <a:gd name="T4" fmla="*/ 113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3"/>
                    </a:moveTo>
                    <a:cubicBezTo>
                      <a:pt x="8" y="5"/>
                      <a:pt x="4" y="9"/>
                      <a:pt x="2" y="8"/>
                    </a:cubicBezTo>
                    <a:cubicBezTo>
                      <a:pt x="0" y="7"/>
                      <a:pt x="4" y="0"/>
                      <a:pt x="7" y="3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8" name="Freeform 1115">
                <a:extLst>
                  <a:ext uri="{FF2B5EF4-FFF2-40B4-BE49-F238E27FC236}">
                    <a16:creationId xmlns:a16="http://schemas.microsoft.com/office/drawing/2014/main" id="{3C44284E-333A-480A-967B-491B3955A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403"/>
                <a:ext cx="12" cy="16"/>
              </a:xfrm>
              <a:custGeom>
                <a:avLst/>
                <a:gdLst>
                  <a:gd name="T0" fmla="*/ 58 w 5"/>
                  <a:gd name="T1" fmla="*/ 21 h 6"/>
                  <a:gd name="T2" fmla="*/ 29 w 5"/>
                  <a:gd name="T3" fmla="*/ 93 h 6"/>
                  <a:gd name="T4" fmla="*/ 58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5" y="2"/>
                      <a:pt x="3" y="6"/>
                      <a:pt x="2" y="5"/>
                    </a:cubicBezTo>
                    <a:cubicBezTo>
                      <a:pt x="0" y="5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19" name="Freeform 1116">
                <a:extLst>
                  <a:ext uri="{FF2B5EF4-FFF2-40B4-BE49-F238E27FC236}">
                    <a16:creationId xmlns:a16="http://schemas.microsoft.com/office/drawing/2014/main" id="{F35C1697-5E19-460B-93A8-4F9BD0839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73"/>
                <a:ext cx="248" cy="232"/>
              </a:xfrm>
              <a:custGeom>
                <a:avLst/>
                <a:gdLst>
                  <a:gd name="T0" fmla="*/ 629 w 99"/>
                  <a:gd name="T1" fmla="*/ 1195 h 87"/>
                  <a:gd name="T2" fmla="*/ 972 w 99"/>
                  <a:gd name="T3" fmla="*/ 1101 h 87"/>
                  <a:gd name="T4" fmla="*/ 1022 w 99"/>
                  <a:gd name="T5" fmla="*/ 661 h 87"/>
                  <a:gd name="T6" fmla="*/ 1338 w 99"/>
                  <a:gd name="T7" fmla="*/ 397 h 87"/>
                  <a:gd name="T8" fmla="*/ 1538 w 99"/>
                  <a:gd name="T9" fmla="*/ 0 h 87"/>
                  <a:gd name="T10" fmla="*/ 959 w 99"/>
                  <a:gd name="T11" fmla="*/ 397 h 87"/>
                  <a:gd name="T12" fmla="*/ 709 w 99"/>
                  <a:gd name="T13" fmla="*/ 93 h 87"/>
                  <a:gd name="T14" fmla="*/ 679 w 99"/>
                  <a:gd name="T15" fmla="*/ 717 h 87"/>
                  <a:gd name="T16" fmla="*/ 551 w 99"/>
                  <a:gd name="T17" fmla="*/ 875 h 87"/>
                  <a:gd name="T18" fmla="*/ 220 w 99"/>
                  <a:gd name="T19" fmla="*/ 1101 h 87"/>
                  <a:gd name="T20" fmla="*/ 458 w 99"/>
                  <a:gd name="T21" fmla="*/ 1229 h 87"/>
                  <a:gd name="T22" fmla="*/ 0 w 99"/>
                  <a:gd name="T23" fmla="*/ 1592 h 87"/>
                  <a:gd name="T24" fmla="*/ 551 w 99"/>
                  <a:gd name="T25" fmla="*/ 1387 h 87"/>
                  <a:gd name="T26" fmla="*/ 629 w 99"/>
                  <a:gd name="T27" fmla="*/ 1195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9" h="87">
                    <a:moveTo>
                      <a:pt x="40" y="63"/>
                    </a:moveTo>
                    <a:cubicBezTo>
                      <a:pt x="48" y="58"/>
                      <a:pt x="58" y="56"/>
                      <a:pt x="62" y="58"/>
                    </a:cubicBezTo>
                    <a:cubicBezTo>
                      <a:pt x="66" y="60"/>
                      <a:pt x="60" y="43"/>
                      <a:pt x="65" y="35"/>
                    </a:cubicBezTo>
                    <a:cubicBezTo>
                      <a:pt x="68" y="28"/>
                      <a:pt x="78" y="27"/>
                      <a:pt x="85" y="21"/>
                    </a:cubicBezTo>
                    <a:cubicBezTo>
                      <a:pt x="93" y="15"/>
                      <a:pt x="99" y="8"/>
                      <a:pt x="98" y="0"/>
                    </a:cubicBezTo>
                    <a:cubicBezTo>
                      <a:pt x="95" y="9"/>
                      <a:pt x="71" y="18"/>
                      <a:pt x="61" y="21"/>
                    </a:cubicBezTo>
                    <a:cubicBezTo>
                      <a:pt x="61" y="11"/>
                      <a:pt x="54" y="4"/>
                      <a:pt x="45" y="5"/>
                    </a:cubicBezTo>
                    <a:cubicBezTo>
                      <a:pt x="53" y="15"/>
                      <a:pt x="53" y="29"/>
                      <a:pt x="43" y="38"/>
                    </a:cubicBezTo>
                    <a:cubicBezTo>
                      <a:pt x="41" y="40"/>
                      <a:pt x="38" y="40"/>
                      <a:pt x="35" y="46"/>
                    </a:cubicBezTo>
                    <a:cubicBezTo>
                      <a:pt x="31" y="51"/>
                      <a:pt x="25" y="58"/>
                      <a:pt x="14" y="58"/>
                    </a:cubicBezTo>
                    <a:cubicBezTo>
                      <a:pt x="17" y="63"/>
                      <a:pt x="25" y="66"/>
                      <a:pt x="29" y="65"/>
                    </a:cubicBezTo>
                    <a:cubicBezTo>
                      <a:pt x="27" y="69"/>
                      <a:pt x="13" y="84"/>
                      <a:pt x="0" y="84"/>
                    </a:cubicBezTo>
                    <a:cubicBezTo>
                      <a:pt x="10" y="87"/>
                      <a:pt x="25" y="83"/>
                      <a:pt x="35" y="73"/>
                    </a:cubicBezTo>
                    <a:cubicBezTo>
                      <a:pt x="42" y="67"/>
                      <a:pt x="39" y="64"/>
                      <a:pt x="40" y="63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0" name="Freeform 1117">
                <a:extLst>
                  <a:ext uri="{FF2B5EF4-FFF2-40B4-BE49-F238E27FC236}">
                    <a16:creationId xmlns:a16="http://schemas.microsoft.com/office/drawing/2014/main" id="{FF83D03B-3444-4429-9BA0-00A65DF4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211"/>
                <a:ext cx="395" cy="376"/>
              </a:xfrm>
              <a:custGeom>
                <a:avLst/>
                <a:gdLst>
                  <a:gd name="T0" fmla="*/ 2250 w 158"/>
                  <a:gd name="T1" fmla="*/ 1685 h 141"/>
                  <a:gd name="T2" fmla="*/ 1783 w 158"/>
                  <a:gd name="T3" fmla="*/ 419 h 141"/>
                  <a:gd name="T4" fmla="*/ 1063 w 158"/>
                  <a:gd name="T5" fmla="*/ 77 h 141"/>
                  <a:gd name="T6" fmla="*/ 1000 w 158"/>
                  <a:gd name="T7" fmla="*/ 136 h 141"/>
                  <a:gd name="T8" fmla="*/ 688 w 158"/>
                  <a:gd name="T9" fmla="*/ 397 h 141"/>
                  <a:gd name="T10" fmla="*/ 645 w 158"/>
                  <a:gd name="T11" fmla="*/ 832 h 141"/>
                  <a:gd name="T12" fmla="*/ 313 w 158"/>
                  <a:gd name="T13" fmla="*/ 931 h 141"/>
                  <a:gd name="T14" fmla="*/ 300 w 158"/>
                  <a:gd name="T15" fmla="*/ 947 h 141"/>
                  <a:gd name="T16" fmla="*/ 220 w 158"/>
                  <a:gd name="T17" fmla="*/ 1117 h 141"/>
                  <a:gd name="T18" fmla="*/ 145 w 158"/>
                  <a:gd name="T19" fmla="*/ 1195 h 141"/>
                  <a:gd name="T20" fmla="*/ 208 w 158"/>
                  <a:gd name="T21" fmla="*/ 2163 h 141"/>
                  <a:gd name="T22" fmla="*/ 1033 w 158"/>
                  <a:gd name="T23" fmla="*/ 2616 h 141"/>
                  <a:gd name="T24" fmla="*/ 1908 w 158"/>
                  <a:gd name="T25" fmla="*/ 2653 h 141"/>
                  <a:gd name="T26" fmla="*/ 2375 w 158"/>
                  <a:gd name="T27" fmla="*/ 2525 h 141"/>
                  <a:gd name="T28" fmla="*/ 2250 w 158"/>
                  <a:gd name="T29" fmla="*/ 1685 h 1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8" h="141">
                    <a:moveTo>
                      <a:pt x="144" y="89"/>
                    </a:moveTo>
                    <a:cubicBezTo>
                      <a:pt x="132" y="66"/>
                      <a:pt x="124" y="41"/>
                      <a:pt x="114" y="22"/>
                    </a:cubicBezTo>
                    <a:cubicBezTo>
                      <a:pt x="105" y="7"/>
                      <a:pt x="85" y="0"/>
                      <a:pt x="68" y="4"/>
                    </a:cubicBezTo>
                    <a:cubicBezTo>
                      <a:pt x="66" y="5"/>
                      <a:pt x="65" y="6"/>
                      <a:pt x="64" y="7"/>
                    </a:cubicBezTo>
                    <a:cubicBezTo>
                      <a:pt x="57" y="13"/>
                      <a:pt x="47" y="14"/>
                      <a:pt x="44" y="21"/>
                    </a:cubicBezTo>
                    <a:cubicBezTo>
                      <a:pt x="39" y="29"/>
                      <a:pt x="45" y="46"/>
                      <a:pt x="41" y="44"/>
                    </a:cubicBezTo>
                    <a:cubicBezTo>
                      <a:pt x="37" y="42"/>
                      <a:pt x="27" y="44"/>
                      <a:pt x="20" y="49"/>
                    </a:cubicBezTo>
                    <a:cubicBezTo>
                      <a:pt x="19" y="49"/>
                      <a:pt x="19" y="49"/>
                      <a:pt x="19" y="50"/>
                    </a:cubicBezTo>
                    <a:cubicBezTo>
                      <a:pt x="19" y="51"/>
                      <a:pt x="20" y="54"/>
                      <a:pt x="14" y="59"/>
                    </a:cubicBezTo>
                    <a:cubicBezTo>
                      <a:pt x="12" y="61"/>
                      <a:pt x="11" y="62"/>
                      <a:pt x="9" y="63"/>
                    </a:cubicBezTo>
                    <a:cubicBezTo>
                      <a:pt x="0" y="77"/>
                      <a:pt x="0" y="96"/>
                      <a:pt x="13" y="114"/>
                    </a:cubicBezTo>
                    <a:cubicBezTo>
                      <a:pt x="27" y="132"/>
                      <a:pt x="46" y="139"/>
                      <a:pt x="66" y="138"/>
                    </a:cubicBezTo>
                    <a:cubicBezTo>
                      <a:pt x="86" y="138"/>
                      <a:pt x="107" y="140"/>
                      <a:pt x="122" y="140"/>
                    </a:cubicBezTo>
                    <a:cubicBezTo>
                      <a:pt x="137" y="140"/>
                      <a:pt x="146" y="141"/>
                      <a:pt x="152" y="133"/>
                    </a:cubicBezTo>
                    <a:cubicBezTo>
                      <a:pt x="158" y="123"/>
                      <a:pt x="156" y="112"/>
                      <a:pt x="144" y="89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1" name="Freeform 1118">
                <a:extLst>
                  <a:ext uri="{FF2B5EF4-FFF2-40B4-BE49-F238E27FC236}">
                    <a16:creationId xmlns:a16="http://schemas.microsoft.com/office/drawing/2014/main" id="{E9CF7CF9-A4D8-4E53-87AB-8CF0D72C0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139"/>
                <a:ext cx="62" cy="90"/>
              </a:xfrm>
              <a:custGeom>
                <a:avLst/>
                <a:gdLst>
                  <a:gd name="T0" fmla="*/ 0 w 25"/>
                  <a:gd name="T1" fmla="*/ 630 h 34"/>
                  <a:gd name="T2" fmla="*/ 350 w 25"/>
                  <a:gd name="T3" fmla="*/ 463 h 34"/>
                  <a:gd name="T4" fmla="*/ 370 w 25"/>
                  <a:gd name="T5" fmla="*/ 447 h 34"/>
                  <a:gd name="T6" fmla="*/ 278 w 25"/>
                  <a:gd name="T7" fmla="*/ 0 h 34"/>
                  <a:gd name="T8" fmla="*/ 0 w 25"/>
                  <a:gd name="T9" fmla="*/ 596 h 34"/>
                  <a:gd name="T10" fmla="*/ 0 w 25"/>
                  <a:gd name="T11" fmla="*/ 596 h 34"/>
                  <a:gd name="T12" fmla="*/ 0 w 25"/>
                  <a:gd name="T13" fmla="*/ 63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4">
                    <a:moveTo>
                      <a:pt x="0" y="34"/>
                    </a:moveTo>
                    <a:cubicBezTo>
                      <a:pt x="6" y="32"/>
                      <a:pt x="15" y="29"/>
                      <a:pt x="23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2"/>
                      <a:pt x="25" y="5"/>
                      <a:pt x="18" y="0"/>
                    </a:cubicBezTo>
                    <a:cubicBezTo>
                      <a:pt x="19" y="17"/>
                      <a:pt x="11" y="29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3"/>
                      <a:pt x="0" y="34"/>
                      <a:pt x="0" y="34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2" name="Freeform 1119">
                <a:extLst>
                  <a:ext uri="{FF2B5EF4-FFF2-40B4-BE49-F238E27FC236}">
                    <a16:creationId xmlns:a16="http://schemas.microsoft.com/office/drawing/2014/main" id="{2EA9713E-598C-44BE-A86B-122403353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224"/>
                <a:ext cx="13" cy="13"/>
              </a:xfrm>
              <a:custGeom>
                <a:avLst/>
                <a:gdLst>
                  <a:gd name="T0" fmla="*/ 21 w 5"/>
                  <a:gd name="T1" fmla="*/ 68 h 5"/>
                  <a:gd name="T2" fmla="*/ 68 w 5"/>
                  <a:gd name="T3" fmla="*/ 21 h 5"/>
                  <a:gd name="T4" fmla="*/ 21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2" y="5"/>
                      <a:pt x="5" y="3"/>
                      <a:pt x="4" y="1"/>
                    </a:cubicBezTo>
                    <a:cubicBezTo>
                      <a:pt x="3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3" name="Freeform 1120">
                <a:extLst>
                  <a:ext uri="{FF2B5EF4-FFF2-40B4-BE49-F238E27FC236}">
                    <a16:creationId xmlns:a16="http://schemas.microsoft.com/office/drawing/2014/main" id="{8BD746F2-B06E-48E7-A960-D3C1ED305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227"/>
                <a:ext cx="50" cy="61"/>
              </a:xfrm>
              <a:custGeom>
                <a:avLst/>
                <a:gdLst>
                  <a:gd name="T0" fmla="*/ 188 w 20"/>
                  <a:gd name="T1" fmla="*/ 191 h 23"/>
                  <a:gd name="T2" fmla="*/ 50 w 20"/>
                  <a:gd name="T3" fmla="*/ 0 h 23"/>
                  <a:gd name="T4" fmla="*/ 0 w 20"/>
                  <a:gd name="T5" fmla="*/ 56 h 23"/>
                  <a:gd name="T6" fmla="*/ 158 w 20"/>
                  <a:gd name="T7" fmla="*/ 430 h 23"/>
                  <a:gd name="T8" fmla="*/ 158 w 20"/>
                  <a:gd name="T9" fmla="*/ 430 h 23"/>
                  <a:gd name="T10" fmla="*/ 250 w 20"/>
                  <a:gd name="T11" fmla="*/ 337 h 23"/>
                  <a:gd name="T12" fmla="*/ 313 w 20"/>
                  <a:gd name="T13" fmla="*/ 260 h 23"/>
                  <a:gd name="T14" fmla="*/ 188 w 20"/>
                  <a:gd name="T15" fmla="*/ 19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23">
                    <a:moveTo>
                      <a:pt x="12" y="10"/>
                    </a:moveTo>
                    <a:cubicBezTo>
                      <a:pt x="10" y="8"/>
                      <a:pt x="6" y="3"/>
                      <a:pt x="3" y="0"/>
                    </a:cubicBezTo>
                    <a:cubicBezTo>
                      <a:pt x="4" y="2"/>
                      <a:pt x="1" y="4"/>
                      <a:pt x="0" y="3"/>
                    </a:cubicBezTo>
                    <a:cubicBezTo>
                      <a:pt x="5" y="8"/>
                      <a:pt x="11" y="14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2" y="20"/>
                      <a:pt x="14" y="20"/>
                      <a:pt x="16" y="18"/>
                    </a:cubicBezTo>
                    <a:cubicBezTo>
                      <a:pt x="18" y="17"/>
                      <a:pt x="19" y="15"/>
                      <a:pt x="20" y="14"/>
                    </a:cubicBezTo>
                    <a:cubicBezTo>
                      <a:pt x="17" y="14"/>
                      <a:pt x="14" y="14"/>
                      <a:pt x="12" y="10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4" name="Freeform 1121">
                <a:extLst>
                  <a:ext uri="{FF2B5EF4-FFF2-40B4-BE49-F238E27FC236}">
                    <a16:creationId xmlns:a16="http://schemas.microsoft.com/office/drawing/2014/main" id="{5B0F860A-9D06-44AF-B4EF-CF121EC1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301"/>
                <a:ext cx="30" cy="30"/>
              </a:xfrm>
              <a:custGeom>
                <a:avLst/>
                <a:gdLst>
                  <a:gd name="T0" fmla="*/ 83 w 12"/>
                  <a:gd name="T1" fmla="*/ 22 h 11"/>
                  <a:gd name="T2" fmla="*/ 20 w 12"/>
                  <a:gd name="T3" fmla="*/ 224 h 11"/>
                  <a:gd name="T4" fmla="*/ 188 w 12"/>
                  <a:gd name="T5" fmla="*/ 120 h 11"/>
                  <a:gd name="T6" fmla="*/ 95 w 12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5" y="1"/>
                    </a:moveTo>
                    <a:cubicBezTo>
                      <a:pt x="3" y="4"/>
                      <a:pt x="0" y="7"/>
                      <a:pt x="1" y="11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8" y="6"/>
                      <a:pt x="5" y="4"/>
                      <a:pt x="6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5" name="Freeform 1122">
                <a:extLst>
                  <a:ext uri="{FF2B5EF4-FFF2-40B4-BE49-F238E27FC236}">
                    <a16:creationId xmlns:a16="http://schemas.microsoft.com/office/drawing/2014/main" id="{7402B6E3-B038-429A-A567-B3FEA30A7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269"/>
                <a:ext cx="15" cy="43"/>
              </a:xfrm>
              <a:custGeom>
                <a:avLst/>
                <a:gdLst>
                  <a:gd name="T0" fmla="*/ 0 w 6"/>
                  <a:gd name="T1" fmla="*/ 81 h 16"/>
                  <a:gd name="T2" fmla="*/ 95 w 6"/>
                  <a:gd name="T3" fmla="*/ 22 h 16"/>
                  <a:gd name="T4" fmla="*/ 83 w 6"/>
                  <a:gd name="T5" fmla="*/ 312 h 16"/>
                  <a:gd name="T6" fmla="*/ 0 w 6"/>
                  <a:gd name="T7" fmla="*/ 9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0" y="4"/>
                    </a:moveTo>
                    <a:cubicBezTo>
                      <a:pt x="2" y="3"/>
                      <a:pt x="4" y="0"/>
                      <a:pt x="6" y="1"/>
                    </a:cubicBezTo>
                    <a:cubicBezTo>
                      <a:pt x="4" y="6"/>
                      <a:pt x="5" y="11"/>
                      <a:pt x="5" y="16"/>
                    </a:cubicBezTo>
                    <a:cubicBezTo>
                      <a:pt x="3" y="12"/>
                      <a:pt x="4" y="8"/>
                      <a:pt x="0" y="5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6" name="Freeform 1123">
                <a:extLst>
                  <a:ext uri="{FF2B5EF4-FFF2-40B4-BE49-F238E27FC236}">
                    <a16:creationId xmlns:a16="http://schemas.microsoft.com/office/drawing/2014/main" id="{C8E050C2-87EA-4EFC-8B8B-2A5C6C982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165"/>
                <a:ext cx="20" cy="46"/>
              </a:xfrm>
              <a:custGeom>
                <a:avLst/>
                <a:gdLst>
                  <a:gd name="T0" fmla="*/ 95 w 8"/>
                  <a:gd name="T1" fmla="*/ 0 h 17"/>
                  <a:gd name="T2" fmla="*/ 113 w 8"/>
                  <a:gd name="T3" fmla="*/ 257 h 17"/>
                  <a:gd name="T4" fmla="*/ 95 w 8"/>
                  <a:gd name="T5" fmla="*/ 300 h 17"/>
                  <a:gd name="T6" fmla="*/ 0 w 8"/>
                  <a:gd name="T7" fmla="*/ 336 h 17"/>
                  <a:gd name="T8" fmla="*/ 50 w 8"/>
                  <a:gd name="T9" fmla="*/ 219 h 17"/>
                  <a:gd name="T10" fmla="*/ 83 w 8"/>
                  <a:gd name="T11" fmla="*/ 2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7">
                    <a:moveTo>
                      <a:pt x="6" y="0"/>
                    </a:moveTo>
                    <a:cubicBezTo>
                      <a:pt x="6" y="4"/>
                      <a:pt x="7" y="8"/>
                      <a:pt x="7" y="13"/>
                    </a:cubicBezTo>
                    <a:cubicBezTo>
                      <a:pt x="7" y="14"/>
                      <a:pt x="7" y="14"/>
                      <a:pt x="6" y="15"/>
                    </a:cubicBezTo>
                    <a:cubicBezTo>
                      <a:pt x="5" y="16"/>
                      <a:pt x="1" y="17"/>
                      <a:pt x="0" y="17"/>
                    </a:cubicBezTo>
                    <a:cubicBezTo>
                      <a:pt x="2" y="16"/>
                      <a:pt x="2" y="13"/>
                      <a:pt x="3" y="11"/>
                    </a:cubicBezTo>
                    <a:cubicBezTo>
                      <a:pt x="5" y="8"/>
                      <a:pt x="8" y="4"/>
                      <a:pt x="5" y="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7" name="Freeform 1124">
                <a:extLst>
                  <a:ext uri="{FF2B5EF4-FFF2-40B4-BE49-F238E27FC236}">
                    <a16:creationId xmlns:a16="http://schemas.microsoft.com/office/drawing/2014/main" id="{EBD27251-A323-4DFE-A218-8B73559E2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200"/>
                <a:ext cx="22" cy="59"/>
              </a:xfrm>
              <a:custGeom>
                <a:avLst/>
                <a:gdLst>
                  <a:gd name="T0" fmla="*/ 29 w 9"/>
                  <a:gd name="T1" fmla="*/ 21 h 22"/>
                  <a:gd name="T2" fmla="*/ 29 w 9"/>
                  <a:gd name="T3" fmla="*/ 424 h 22"/>
                  <a:gd name="T4" fmla="*/ 42 w 9"/>
                  <a:gd name="T5" fmla="*/ 150 h 22"/>
                  <a:gd name="T6" fmla="*/ 0 w 9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2">
                    <a:moveTo>
                      <a:pt x="2" y="1"/>
                    </a:moveTo>
                    <a:cubicBezTo>
                      <a:pt x="7" y="7"/>
                      <a:pt x="9" y="15"/>
                      <a:pt x="2" y="22"/>
                    </a:cubicBezTo>
                    <a:cubicBezTo>
                      <a:pt x="4" y="18"/>
                      <a:pt x="4" y="12"/>
                      <a:pt x="3" y="8"/>
                    </a:cubicBezTo>
                    <a:cubicBezTo>
                      <a:pt x="3" y="6"/>
                      <a:pt x="2" y="1"/>
                      <a:pt x="0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8" name="Freeform 1125">
                <a:extLst>
                  <a:ext uri="{FF2B5EF4-FFF2-40B4-BE49-F238E27FC236}">
                    <a16:creationId xmlns:a16="http://schemas.microsoft.com/office/drawing/2014/main" id="{10C0A3B6-8E90-449F-BA34-704EFB4CF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307"/>
                <a:ext cx="37" cy="37"/>
              </a:xfrm>
              <a:custGeom>
                <a:avLst/>
                <a:gdLst>
                  <a:gd name="T0" fmla="*/ 0 w 15"/>
                  <a:gd name="T1" fmla="*/ 225 h 14"/>
                  <a:gd name="T2" fmla="*/ 121 w 15"/>
                  <a:gd name="T3" fmla="*/ 225 h 14"/>
                  <a:gd name="T4" fmla="*/ 224 w 15"/>
                  <a:gd name="T5" fmla="*/ 0 h 14"/>
                  <a:gd name="T6" fmla="*/ 153 w 15"/>
                  <a:gd name="T7" fmla="*/ 132 h 14"/>
                  <a:gd name="T8" fmla="*/ 0 w 15"/>
                  <a:gd name="T9" fmla="*/ 20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12"/>
                    </a:moveTo>
                    <a:cubicBezTo>
                      <a:pt x="2" y="13"/>
                      <a:pt x="6" y="14"/>
                      <a:pt x="8" y="12"/>
                    </a:cubicBezTo>
                    <a:cubicBezTo>
                      <a:pt x="11" y="11"/>
                      <a:pt x="15" y="3"/>
                      <a:pt x="15" y="0"/>
                    </a:cubicBezTo>
                    <a:cubicBezTo>
                      <a:pt x="13" y="2"/>
                      <a:pt x="12" y="5"/>
                      <a:pt x="10" y="7"/>
                    </a:cubicBezTo>
                    <a:cubicBezTo>
                      <a:pt x="7" y="9"/>
                      <a:pt x="4" y="10"/>
                      <a:pt x="0" y="1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29" name="Freeform 1126">
                <a:extLst>
                  <a:ext uri="{FF2B5EF4-FFF2-40B4-BE49-F238E27FC236}">
                    <a16:creationId xmlns:a16="http://schemas.microsoft.com/office/drawing/2014/main" id="{67D59137-84B0-4154-9F68-FD2BEA221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309"/>
                <a:ext cx="58" cy="78"/>
              </a:xfrm>
              <a:custGeom>
                <a:avLst/>
                <a:gdLst>
                  <a:gd name="T0" fmla="*/ 0 w 23"/>
                  <a:gd name="T1" fmla="*/ 565 h 29"/>
                  <a:gd name="T2" fmla="*/ 368 w 23"/>
                  <a:gd name="T3" fmla="*/ 0 h 29"/>
                  <a:gd name="T4" fmla="*/ 0 w 23"/>
                  <a:gd name="T5" fmla="*/ 56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9">
                    <a:moveTo>
                      <a:pt x="0" y="29"/>
                    </a:moveTo>
                    <a:cubicBezTo>
                      <a:pt x="6" y="27"/>
                      <a:pt x="19" y="13"/>
                      <a:pt x="23" y="0"/>
                    </a:cubicBezTo>
                    <a:cubicBezTo>
                      <a:pt x="22" y="7"/>
                      <a:pt x="21" y="23"/>
                      <a:pt x="0" y="29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0" name="Freeform 1127">
                <a:extLst>
                  <a:ext uri="{FF2B5EF4-FFF2-40B4-BE49-F238E27FC236}">
                    <a16:creationId xmlns:a16="http://schemas.microsoft.com/office/drawing/2014/main" id="{871FAE72-4F7F-4D01-966B-0E02DD09F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195"/>
                <a:ext cx="70" cy="37"/>
              </a:xfrm>
              <a:custGeom>
                <a:avLst/>
                <a:gdLst>
                  <a:gd name="T0" fmla="*/ 0 w 28"/>
                  <a:gd name="T1" fmla="*/ 259 h 14"/>
                  <a:gd name="T2" fmla="*/ 438 w 28"/>
                  <a:gd name="T3" fmla="*/ 0 h 14"/>
                  <a:gd name="T4" fmla="*/ 0 w 28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4"/>
                    </a:moveTo>
                    <a:cubicBezTo>
                      <a:pt x="10" y="11"/>
                      <a:pt x="23" y="5"/>
                      <a:pt x="28" y="0"/>
                    </a:cubicBezTo>
                    <a:cubicBezTo>
                      <a:pt x="25" y="5"/>
                      <a:pt x="19" y="13"/>
                      <a:pt x="0" y="14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1" name="Freeform 1128">
                <a:extLst>
                  <a:ext uri="{FF2B5EF4-FFF2-40B4-BE49-F238E27FC236}">
                    <a16:creationId xmlns:a16="http://schemas.microsoft.com/office/drawing/2014/main" id="{6BB6AD7C-83B8-4EF7-A89F-638C350CD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296"/>
                <a:ext cx="25" cy="27"/>
              </a:xfrm>
              <a:custGeom>
                <a:avLst/>
                <a:gdLst>
                  <a:gd name="T0" fmla="*/ 0 w 10"/>
                  <a:gd name="T1" fmla="*/ 197 h 10"/>
                  <a:gd name="T2" fmla="*/ 158 w 10"/>
                  <a:gd name="T3" fmla="*/ 0 h 10"/>
                  <a:gd name="T4" fmla="*/ 0 w 10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6" y="8"/>
                      <a:pt x="9" y="4"/>
                      <a:pt x="10" y="0"/>
                    </a:cubicBezTo>
                    <a:cubicBezTo>
                      <a:pt x="10" y="4"/>
                      <a:pt x="6" y="10"/>
                      <a:pt x="0" y="1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2" name="Freeform 1129">
                <a:extLst>
                  <a:ext uri="{FF2B5EF4-FFF2-40B4-BE49-F238E27FC236}">
                    <a16:creationId xmlns:a16="http://schemas.microsoft.com/office/drawing/2014/main" id="{382415D6-29FD-4990-802C-0757698BD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197"/>
                <a:ext cx="43" cy="88"/>
              </a:xfrm>
              <a:custGeom>
                <a:avLst/>
                <a:gdLst>
                  <a:gd name="T0" fmla="*/ 147 w 17"/>
                  <a:gd name="T1" fmla="*/ 0 h 33"/>
                  <a:gd name="T2" fmla="*/ 0 w 17"/>
                  <a:gd name="T3" fmla="*/ 627 h 33"/>
                  <a:gd name="T4" fmla="*/ 147 w 17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9" y="0"/>
                    </a:moveTo>
                    <a:cubicBezTo>
                      <a:pt x="12" y="6"/>
                      <a:pt x="13" y="24"/>
                      <a:pt x="0" y="33"/>
                    </a:cubicBezTo>
                    <a:cubicBezTo>
                      <a:pt x="9" y="29"/>
                      <a:pt x="17" y="14"/>
                      <a:pt x="9" y="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3" name="Freeform 1130">
                <a:extLst>
                  <a:ext uri="{FF2B5EF4-FFF2-40B4-BE49-F238E27FC236}">
                    <a16:creationId xmlns:a16="http://schemas.microsoft.com/office/drawing/2014/main" id="{826734A5-B423-41E2-A708-BECD4A5E4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331"/>
                <a:ext cx="35" cy="45"/>
              </a:xfrm>
              <a:custGeom>
                <a:avLst/>
                <a:gdLst>
                  <a:gd name="T0" fmla="*/ 0 w 14"/>
                  <a:gd name="T1" fmla="*/ 315 h 17"/>
                  <a:gd name="T2" fmla="*/ 220 w 14"/>
                  <a:gd name="T3" fmla="*/ 0 h 17"/>
                  <a:gd name="T4" fmla="*/ 0 w 14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0" y="17"/>
                    </a:moveTo>
                    <a:cubicBezTo>
                      <a:pt x="4" y="15"/>
                      <a:pt x="11" y="8"/>
                      <a:pt x="14" y="0"/>
                    </a:cubicBezTo>
                    <a:cubicBezTo>
                      <a:pt x="12" y="3"/>
                      <a:pt x="3" y="16"/>
                      <a:pt x="0" y="17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4" name="Freeform 1131">
                <a:extLst>
                  <a:ext uri="{FF2B5EF4-FFF2-40B4-BE49-F238E27FC236}">
                    <a16:creationId xmlns:a16="http://schemas.microsoft.com/office/drawing/2014/main" id="{09BB4CB9-F78D-48D6-97F6-202C4B207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224"/>
                <a:ext cx="20" cy="53"/>
              </a:xfrm>
              <a:custGeom>
                <a:avLst/>
                <a:gdLst>
                  <a:gd name="T0" fmla="*/ 113 w 8"/>
                  <a:gd name="T1" fmla="*/ 0 h 20"/>
                  <a:gd name="T2" fmla="*/ 0 w 8"/>
                  <a:gd name="T3" fmla="*/ 371 h 20"/>
                  <a:gd name="T4" fmla="*/ 113 w 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7" y="0"/>
                    </a:moveTo>
                    <a:cubicBezTo>
                      <a:pt x="8" y="4"/>
                      <a:pt x="7" y="15"/>
                      <a:pt x="0" y="20"/>
                    </a:cubicBezTo>
                    <a:cubicBezTo>
                      <a:pt x="4" y="15"/>
                      <a:pt x="7" y="9"/>
                      <a:pt x="7" y="0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5" name="Freeform 1132">
                <a:extLst>
                  <a:ext uri="{FF2B5EF4-FFF2-40B4-BE49-F238E27FC236}">
                    <a16:creationId xmlns:a16="http://schemas.microsoft.com/office/drawing/2014/main" id="{089AB9DE-E45E-44E9-8F4A-668166256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205"/>
                <a:ext cx="40" cy="22"/>
              </a:xfrm>
              <a:custGeom>
                <a:avLst/>
                <a:gdLst>
                  <a:gd name="T0" fmla="*/ 0 w 16"/>
                  <a:gd name="T1" fmla="*/ 168 h 8"/>
                  <a:gd name="T2" fmla="*/ 25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7"/>
                      <a:pt x="13" y="4"/>
                      <a:pt x="16" y="0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6" name="Freeform 1133">
                <a:extLst>
                  <a:ext uri="{FF2B5EF4-FFF2-40B4-BE49-F238E27FC236}">
                    <a16:creationId xmlns:a16="http://schemas.microsoft.com/office/drawing/2014/main" id="{B4B228AD-ACFA-4A56-A31C-C6A7B8011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213"/>
                <a:ext cx="332" cy="379"/>
              </a:xfrm>
              <a:custGeom>
                <a:avLst/>
                <a:gdLst>
                  <a:gd name="T0" fmla="*/ 624 w 133"/>
                  <a:gd name="T1" fmla="*/ 115 h 142"/>
                  <a:gd name="T2" fmla="*/ 1278 w 133"/>
                  <a:gd name="T3" fmla="*/ 307 h 142"/>
                  <a:gd name="T4" fmla="*/ 1662 w 133"/>
                  <a:gd name="T5" fmla="*/ 1289 h 142"/>
                  <a:gd name="T6" fmla="*/ 1912 w 133"/>
                  <a:gd name="T7" fmla="*/ 1903 h 142"/>
                  <a:gd name="T8" fmla="*/ 1962 w 133"/>
                  <a:gd name="T9" fmla="*/ 2493 h 142"/>
                  <a:gd name="T10" fmla="*/ 779 w 133"/>
                  <a:gd name="T11" fmla="*/ 2565 h 142"/>
                  <a:gd name="T12" fmla="*/ 0 w 133"/>
                  <a:gd name="T13" fmla="*/ 2279 h 142"/>
                  <a:gd name="T14" fmla="*/ 592 w 133"/>
                  <a:gd name="T15" fmla="*/ 2472 h 142"/>
                  <a:gd name="T16" fmla="*/ 1353 w 133"/>
                  <a:gd name="T17" fmla="*/ 2415 h 142"/>
                  <a:gd name="T18" fmla="*/ 1682 w 133"/>
                  <a:gd name="T19" fmla="*/ 1994 h 142"/>
                  <a:gd name="T20" fmla="*/ 1340 w 133"/>
                  <a:gd name="T21" fmla="*/ 990 h 142"/>
                  <a:gd name="T22" fmla="*/ 624 w 133"/>
                  <a:gd name="T23" fmla="*/ 115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142">
                    <a:moveTo>
                      <a:pt x="40" y="6"/>
                    </a:moveTo>
                    <a:cubicBezTo>
                      <a:pt x="51" y="3"/>
                      <a:pt x="71" y="4"/>
                      <a:pt x="82" y="16"/>
                    </a:cubicBezTo>
                    <a:cubicBezTo>
                      <a:pt x="93" y="27"/>
                      <a:pt x="100" y="52"/>
                      <a:pt x="107" y="68"/>
                    </a:cubicBezTo>
                    <a:cubicBezTo>
                      <a:pt x="114" y="85"/>
                      <a:pt x="120" y="92"/>
                      <a:pt x="123" y="100"/>
                    </a:cubicBezTo>
                    <a:cubicBezTo>
                      <a:pt x="126" y="108"/>
                      <a:pt x="133" y="121"/>
                      <a:pt x="126" y="131"/>
                    </a:cubicBezTo>
                    <a:cubicBezTo>
                      <a:pt x="118" y="142"/>
                      <a:pt x="74" y="134"/>
                      <a:pt x="50" y="135"/>
                    </a:cubicBezTo>
                    <a:cubicBezTo>
                      <a:pt x="26" y="136"/>
                      <a:pt x="6" y="128"/>
                      <a:pt x="0" y="120"/>
                    </a:cubicBezTo>
                    <a:cubicBezTo>
                      <a:pt x="9" y="127"/>
                      <a:pt x="25" y="130"/>
                      <a:pt x="38" y="130"/>
                    </a:cubicBezTo>
                    <a:cubicBezTo>
                      <a:pt x="52" y="130"/>
                      <a:pt x="71" y="127"/>
                      <a:pt x="87" y="127"/>
                    </a:cubicBezTo>
                    <a:cubicBezTo>
                      <a:pt x="103" y="127"/>
                      <a:pt x="115" y="118"/>
                      <a:pt x="108" y="105"/>
                    </a:cubicBezTo>
                    <a:cubicBezTo>
                      <a:pt x="100" y="92"/>
                      <a:pt x="89" y="71"/>
                      <a:pt x="86" y="52"/>
                    </a:cubicBezTo>
                    <a:cubicBezTo>
                      <a:pt x="82" y="33"/>
                      <a:pt x="74" y="0"/>
                      <a:pt x="40" y="6"/>
                    </a:cubicBezTo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7" name="Freeform 1134">
                <a:extLst>
                  <a:ext uri="{FF2B5EF4-FFF2-40B4-BE49-F238E27FC236}">
                    <a16:creationId xmlns:a16="http://schemas.microsoft.com/office/drawing/2014/main" id="{ACD1C961-021F-4F12-BD1C-7C9AB318E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224"/>
                <a:ext cx="145" cy="117"/>
              </a:xfrm>
              <a:custGeom>
                <a:avLst/>
                <a:gdLst>
                  <a:gd name="T0" fmla="*/ 675 w 58"/>
                  <a:gd name="T1" fmla="*/ 21 h 44"/>
                  <a:gd name="T2" fmla="*/ 658 w 58"/>
                  <a:gd name="T3" fmla="*/ 35 h 44"/>
                  <a:gd name="T4" fmla="*/ 345 w 58"/>
                  <a:gd name="T5" fmla="*/ 303 h 44"/>
                  <a:gd name="T6" fmla="*/ 300 w 58"/>
                  <a:gd name="T7" fmla="*/ 737 h 44"/>
                  <a:gd name="T8" fmla="*/ 145 w 58"/>
                  <a:gd name="T9" fmla="*/ 737 h 44"/>
                  <a:gd name="T10" fmla="*/ 0 w 58"/>
                  <a:gd name="T11" fmla="*/ 806 h 44"/>
                  <a:gd name="T12" fmla="*/ 375 w 58"/>
                  <a:gd name="T13" fmla="*/ 827 h 44"/>
                  <a:gd name="T14" fmla="*/ 395 w 58"/>
                  <a:gd name="T15" fmla="*/ 678 h 44"/>
                  <a:gd name="T16" fmla="*/ 408 w 58"/>
                  <a:gd name="T17" fmla="*/ 508 h 44"/>
                  <a:gd name="T18" fmla="*/ 500 w 58"/>
                  <a:gd name="T19" fmla="*/ 282 h 44"/>
                  <a:gd name="T20" fmla="*/ 720 w 58"/>
                  <a:gd name="T21" fmla="*/ 114 h 44"/>
                  <a:gd name="T22" fmla="*/ 908 w 58"/>
                  <a:gd name="T23" fmla="*/ 0 h 44"/>
                  <a:gd name="T24" fmla="*/ 675 w 58"/>
                  <a:gd name="T25" fmla="*/ 21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8" h="44">
                    <a:moveTo>
                      <a:pt x="43" y="1"/>
                    </a:moveTo>
                    <a:cubicBezTo>
                      <a:pt x="43" y="1"/>
                      <a:pt x="42" y="2"/>
                      <a:pt x="42" y="2"/>
                    </a:cubicBezTo>
                    <a:cubicBezTo>
                      <a:pt x="35" y="8"/>
                      <a:pt x="25" y="9"/>
                      <a:pt x="22" y="16"/>
                    </a:cubicBezTo>
                    <a:cubicBezTo>
                      <a:pt x="17" y="24"/>
                      <a:pt x="23" y="41"/>
                      <a:pt x="19" y="39"/>
                    </a:cubicBezTo>
                    <a:cubicBezTo>
                      <a:pt x="17" y="38"/>
                      <a:pt x="13" y="38"/>
                      <a:pt x="9" y="39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8" y="41"/>
                      <a:pt x="16" y="42"/>
                      <a:pt x="24" y="44"/>
                    </a:cubicBezTo>
                    <a:cubicBezTo>
                      <a:pt x="26" y="41"/>
                      <a:pt x="25" y="39"/>
                      <a:pt x="25" y="36"/>
                    </a:cubicBezTo>
                    <a:cubicBezTo>
                      <a:pt x="25" y="33"/>
                      <a:pt x="26" y="30"/>
                      <a:pt x="26" y="27"/>
                    </a:cubicBezTo>
                    <a:cubicBezTo>
                      <a:pt x="27" y="22"/>
                      <a:pt x="29" y="18"/>
                      <a:pt x="32" y="15"/>
                    </a:cubicBezTo>
                    <a:cubicBezTo>
                      <a:pt x="36" y="12"/>
                      <a:pt x="42" y="9"/>
                      <a:pt x="46" y="6"/>
                    </a:cubicBezTo>
                    <a:cubicBezTo>
                      <a:pt x="50" y="3"/>
                      <a:pt x="54" y="3"/>
                      <a:pt x="58" y="0"/>
                    </a:cubicBezTo>
                    <a:cubicBezTo>
                      <a:pt x="54" y="0"/>
                      <a:pt x="48" y="0"/>
                      <a:pt x="43" y="1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8" name="Freeform 1135">
                <a:extLst>
                  <a:ext uri="{FF2B5EF4-FFF2-40B4-BE49-F238E27FC236}">
                    <a16:creationId xmlns:a16="http://schemas.microsoft.com/office/drawing/2014/main" id="{A414C9D7-79EB-42CE-B117-F9148662B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365"/>
                <a:ext cx="53" cy="54"/>
              </a:xfrm>
              <a:custGeom>
                <a:avLst/>
                <a:gdLst>
                  <a:gd name="T0" fmla="*/ 33 w 21"/>
                  <a:gd name="T1" fmla="*/ 356 h 20"/>
                  <a:gd name="T2" fmla="*/ 192 w 21"/>
                  <a:gd name="T3" fmla="*/ 300 h 20"/>
                  <a:gd name="T4" fmla="*/ 242 w 21"/>
                  <a:gd name="T5" fmla="*/ 394 h 20"/>
                  <a:gd name="T6" fmla="*/ 242 w 21"/>
                  <a:gd name="T7" fmla="*/ 335 h 20"/>
                  <a:gd name="T8" fmla="*/ 255 w 21"/>
                  <a:gd name="T9" fmla="*/ 278 h 20"/>
                  <a:gd name="T10" fmla="*/ 288 w 21"/>
                  <a:gd name="T11" fmla="*/ 232 h 20"/>
                  <a:gd name="T12" fmla="*/ 288 w 21"/>
                  <a:gd name="T13" fmla="*/ 219 h 20"/>
                  <a:gd name="T14" fmla="*/ 305 w 21"/>
                  <a:gd name="T15" fmla="*/ 176 h 20"/>
                  <a:gd name="T16" fmla="*/ 255 w 21"/>
                  <a:gd name="T17" fmla="*/ 197 h 20"/>
                  <a:gd name="T18" fmla="*/ 96 w 21"/>
                  <a:gd name="T19" fmla="*/ 0 h 20"/>
                  <a:gd name="T20" fmla="*/ 83 w 21"/>
                  <a:gd name="T21" fmla="*/ 103 h 20"/>
                  <a:gd name="T22" fmla="*/ 126 w 21"/>
                  <a:gd name="T23" fmla="*/ 219 h 20"/>
                  <a:gd name="T24" fmla="*/ 33 w 21"/>
                  <a:gd name="T25" fmla="*/ 232 h 20"/>
                  <a:gd name="T26" fmla="*/ 33 w 21"/>
                  <a:gd name="T27" fmla="*/ 356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20">
                    <a:moveTo>
                      <a:pt x="2" y="18"/>
                    </a:moveTo>
                    <a:cubicBezTo>
                      <a:pt x="0" y="12"/>
                      <a:pt x="10" y="12"/>
                      <a:pt x="12" y="15"/>
                    </a:cubicBezTo>
                    <a:cubicBezTo>
                      <a:pt x="13" y="16"/>
                      <a:pt x="13" y="20"/>
                      <a:pt x="15" y="20"/>
                    </a:cubicBezTo>
                    <a:cubicBezTo>
                      <a:pt x="16" y="19"/>
                      <a:pt x="15" y="18"/>
                      <a:pt x="15" y="17"/>
                    </a:cubicBezTo>
                    <a:cubicBezTo>
                      <a:pt x="15" y="16"/>
                      <a:pt x="15" y="15"/>
                      <a:pt x="16" y="14"/>
                    </a:cubicBezTo>
                    <a:cubicBezTo>
                      <a:pt x="17" y="14"/>
                      <a:pt x="17" y="13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0"/>
                      <a:pt x="19" y="10"/>
                      <a:pt x="19" y="9"/>
                    </a:cubicBezTo>
                    <a:cubicBezTo>
                      <a:pt x="21" y="6"/>
                      <a:pt x="18" y="9"/>
                      <a:pt x="16" y="10"/>
                    </a:cubicBezTo>
                    <a:cubicBezTo>
                      <a:pt x="11" y="12"/>
                      <a:pt x="6" y="5"/>
                      <a:pt x="6" y="0"/>
                    </a:cubicBezTo>
                    <a:cubicBezTo>
                      <a:pt x="5" y="1"/>
                      <a:pt x="5" y="3"/>
                      <a:pt x="5" y="5"/>
                    </a:cubicBezTo>
                    <a:cubicBezTo>
                      <a:pt x="6" y="7"/>
                      <a:pt x="9" y="9"/>
                      <a:pt x="8" y="11"/>
                    </a:cubicBezTo>
                    <a:cubicBezTo>
                      <a:pt x="7" y="12"/>
                      <a:pt x="3" y="11"/>
                      <a:pt x="2" y="12"/>
                    </a:cubicBezTo>
                    <a:cubicBezTo>
                      <a:pt x="1" y="13"/>
                      <a:pt x="0" y="18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39" name="Freeform 1136">
                <a:extLst>
                  <a:ext uri="{FF2B5EF4-FFF2-40B4-BE49-F238E27FC236}">
                    <a16:creationId xmlns:a16="http://schemas.microsoft.com/office/drawing/2014/main" id="{3EABC842-43FD-46B6-9B60-83DEA3D6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349"/>
                <a:ext cx="43" cy="27"/>
              </a:xfrm>
              <a:custGeom>
                <a:avLst/>
                <a:gdLst>
                  <a:gd name="T0" fmla="*/ 20 w 17"/>
                  <a:gd name="T1" fmla="*/ 138 h 10"/>
                  <a:gd name="T2" fmla="*/ 129 w 17"/>
                  <a:gd name="T3" fmla="*/ 81 h 10"/>
                  <a:gd name="T4" fmla="*/ 180 w 17"/>
                  <a:gd name="T5" fmla="*/ 197 h 10"/>
                  <a:gd name="T6" fmla="*/ 276 w 17"/>
                  <a:gd name="T7" fmla="*/ 59 h 10"/>
                  <a:gd name="T8" fmla="*/ 210 w 17"/>
                  <a:gd name="T9" fmla="*/ 38 h 10"/>
                  <a:gd name="T10" fmla="*/ 129 w 17"/>
                  <a:gd name="T11" fmla="*/ 38 h 10"/>
                  <a:gd name="T12" fmla="*/ 0 w 17"/>
                  <a:gd name="T13" fmla="*/ 13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1" y="7"/>
                    </a:moveTo>
                    <a:cubicBezTo>
                      <a:pt x="0" y="4"/>
                      <a:pt x="5" y="3"/>
                      <a:pt x="8" y="4"/>
                    </a:cubicBezTo>
                    <a:cubicBezTo>
                      <a:pt x="11" y="5"/>
                      <a:pt x="10" y="7"/>
                      <a:pt x="11" y="10"/>
                    </a:cubicBezTo>
                    <a:cubicBezTo>
                      <a:pt x="13" y="8"/>
                      <a:pt x="12" y="0"/>
                      <a:pt x="17" y="3"/>
                    </a:cubicBezTo>
                    <a:cubicBezTo>
                      <a:pt x="17" y="2"/>
                      <a:pt x="14" y="1"/>
                      <a:pt x="13" y="2"/>
                    </a:cubicBezTo>
                    <a:cubicBezTo>
                      <a:pt x="11" y="2"/>
                      <a:pt x="11" y="3"/>
                      <a:pt x="8" y="2"/>
                    </a:cubicBezTo>
                    <a:cubicBezTo>
                      <a:pt x="5" y="2"/>
                      <a:pt x="0" y="3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0" name="Freeform 1137">
                <a:extLst>
                  <a:ext uri="{FF2B5EF4-FFF2-40B4-BE49-F238E27FC236}">
                    <a16:creationId xmlns:a16="http://schemas.microsoft.com/office/drawing/2014/main" id="{A77E49B7-D4F4-42A7-B3B8-926565C6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339"/>
                <a:ext cx="17" cy="24"/>
              </a:xfrm>
              <a:custGeom>
                <a:avLst/>
                <a:gdLst>
                  <a:gd name="T0" fmla="*/ 29 w 7"/>
                  <a:gd name="T1" fmla="*/ 171 h 9"/>
                  <a:gd name="T2" fmla="*/ 58 w 7"/>
                  <a:gd name="T3" fmla="*/ 56 h 9"/>
                  <a:gd name="T4" fmla="*/ 70 w 7"/>
                  <a:gd name="T5" fmla="*/ 0 h 9"/>
                  <a:gd name="T6" fmla="*/ 41 w 7"/>
                  <a:gd name="T7" fmla="*/ 56 h 9"/>
                  <a:gd name="T8" fmla="*/ 12 w 7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1" y="6"/>
                      <a:pt x="1" y="5"/>
                      <a:pt x="4" y="3"/>
                    </a:cubicBezTo>
                    <a:cubicBezTo>
                      <a:pt x="7" y="2"/>
                      <a:pt x="5" y="2"/>
                      <a:pt x="5" y="0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4"/>
                      <a:pt x="0" y="8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1" name="Freeform 1138">
                <a:extLst>
                  <a:ext uri="{FF2B5EF4-FFF2-40B4-BE49-F238E27FC236}">
                    <a16:creationId xmlns:a16="http://schemas.microsoft.com/office/drawing/2014/main" id="{7FF2BE28-DD69-4595-B785-EB17FC18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280"/>
                <a:ext cx="20" cy="43"/>
              </a:xfrm>
              <a:custGeom>
                <a:avLst/>
                <a:gdLst>
                  <a:gd name="T0" fmla="*/ 83 w 8"/>
                  <a:gd name="T1" fmla="*/ 312 h 16"/>
                  <a:gd name="T2" fmla="*/ 95 w 8"/>
                  <a:gd name="T3" fmla="*/ 218 h 16"/>
                  <a:gd name="T4" fmla="*/ 95 w 8"/>
                  <a:gd name="T5" fmla="*/ 137 h 16"/>
                  <a:gd name="T6" fmla="*/ 63 w 8"/>
                  <a:gd name="T7" fmla="*/ 0 h 16"/>
                  <a:gd name="T8" fmla="*/ 50 w 8"/>
                  <a:gd name="T9" fmla="*/ 81 h 16"/>
                  <a:gd name="T10" fmla="*/ 83 w 8"/>
                  <a:gd name="T11" fmla="*/ 159 h 16"/>
                  <a:gd name="T12" fmla="*/ 83 w 8"/>
                  <a:gd name="T13" fmla="*/ 31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5" y="16"/>
                    </a:moveTo>
                    <a:cubicBezTo>
                      <a:pt x="4" y="13"/>
                      <a:pt x="4" y="12"/>
                      <a:pt x="6" y="11"/>
                    </a:cubicBezTo>
                    <a:cubicBezTo>
                      <a:pt x="7" y="9"/>
                      <a:pt x="8" y="9"/>
                      <a:pt x="6" y="7"/>
                    </a:cubicBezTo>
                    <a:cubicBezTo>
                      <a:pt x="5" y="6"/>
                      <a:pt x="2" y="3"/>
                      <a:pt x="4" y="0"/>
                    </a:cubicBezTo>
                    <a:cubicBezTo>
                      <a:pt x="3" y="1"/>
                      <a:pt x="3" y="2"/>
                      <a:pt x="3" y="4"/>
                    </a:cubicBezTo>
                    <a:cubicBezTo>
                      <a:pt x="3" y="5"/>
                      <a:pt x="4" y="6"/>
                      <a:pt x="5" y="8"/>
                    </a:cubicBezTo>
                    <a:cubicBezTo>
                      <a:pt x="6" y="10"/>
                      <a:pt x="0" y="14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2" name="Freeform 1139">
                <a:extLst>
                  <a:ext uri="{FF2B5EF4-FFF2-40B4-BE49-F238E27FC236}">
                    <a16:creationId xmlns:a16="http://schemas.microsoft.com/office/drawing/2014/main" id="{2BD5FE0A-7412-45B3-9F2F-E4B9204E5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389"/>
                <a:ext cx="23" cy="24"/>
              </a:xfrm>
              <a:custGeom>
                <a:avLst/>
                <a:gdLst>
                  <a:gd name="T0" fmla="*/ 51 w 9"/>
                  <a:gd name="T1" fmla="*/ 115 h 9"/>
                  <a:gd name="T2" fmla="*/ 97 w 9"/>
                  <a:gd name="T3" fmla="*/ 35 h 9"/>
                  <a:gd name="T4" fmla="*/ 151 w 9"/>
                  <a:gd name="T5" fmla="*/ 0 h 9"/>
                  <a:gd name="T6" fmla="*/ 33 w 9"/>
                  <a:gd name="T7" fmla="*/ 35 h 9"/>
                  <a:gd name="T8" fmla="*/ 33 w 9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6"/>
                    </a:move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8" y="2"/>
                      <a:pt x="9" y="0"/>
                    </a:cubicBezTo>
                    <a:cubicBezTo>
                      <a:pt x="7" y="2"/>
                      <a:pt x="5" y="1"/>
                      <a:pt x="2" y="2"/>
                    </a:cubicBezTo>
                    <a:cubicBezTo>
                      <a:pt x="0" y="4"/>
                      <a:pt x="1" y="7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3" name="Freeform 1140">
                <a:extLst>
                  <a:ext uri="{FF2B5EF4-FFF2-40B4-BE49-F238E27FC236}">
                    <a16:creationId xmlns:a16="http://schemas.microsoft.com/office/drawing/2014/main" id="{C452DF47-8DB2-4277-8916-29D03A5A8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429"/>
                <a:ext cx="12" cy="22"/>
              </a:xfrm>
              <a:custGeom>
                <a:avLst/>
                <a:gdLst>
                  <a:gd name="T0" fmla="*/ 41 w 5"/>
                  <a:gd name="T1" fmla="*/ 143 h 8"/>
                  <a:gd name="T2" fmla="*/ 70 w 5"/>
                  <a:gd name="T3" fmla="*/ 22 h 8"/>
                  <a:gd name="T4" fmla="*/ 12 w 5"/>
                  <a:gd name="T5" fmla="*/ 47 h 8"/>
                  <a:gd name="T6" fmla="*/ 41 w 5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7"/>
                    </a:moveTo>
                    <a:cubicBezTo>
                      <a:pt x="2" y="5"/>
                      <a:pt x="2" y="1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0" y="4"/>
                      <a:pt x="1" y="7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4" name="Freeform 1141">
                <a:extLst>
                  <a:ext uri="{FF2B5EF4-FFF2-40B4-BE49-F238E27FC236}">
                    <a16:creationId xmlns:a16="http://schemas.microsoft.com/office/drawing/2014/main" id="{752DA5F8-8C85-414E-A79F-1EEA09C1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435"/>
                <a:ext cx="12" cy="21"/>
              </a:xfrm>
              <a:custGeom>
                <a:avLst/>
                <a:gdLst>
                  <a:gd name="T0" fmla="*/ 70 w 5"/>
                  <a:gd name="T1" fmla="*/ 0 h 8"/>
                  <a:gd name="T2" fmla="*/ 58 w 5"/>
                  <a:gd name="T3" fmla="*/ 144 h 8"/>
                  <a:gd name="T4" fmla="*/ 70 w 5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1"/>
                      <a:pt x="3" y="6"/>
                      <a:pt x="4" y="8"/>
                    </a:cubicBezTo>
                    <a:cubicBezTo>
                      <a:pt x="2" y="6"/>
                      <a:pt x="0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5" name="Freeform 1142">
                <a:extLst>
                  <a:ext uri="{FF2B5EF4-FFF2-40B4-BE49-F238E27FC236}">
                    <a16:creationId xmlns:a16="http://schemas.microsoft.com/office/drawing/2014/main" id="{8A147658-9402-4C2B-9707-349F72D2C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408"/>
                <a:ext cx="12" cy="35"/>
              </a:xfrm>
              <a:custGeom>
                <a:avLst/>
                <a:gdLst>
                  <a:gd name="T0" fmla="*/ 0 w 5"/>
                  <a:gd name="T1" fmla="*/ 35 h 13"/>
                  <a:gd name="T2" fmla="*/ 29 w 5"/>
                  <a:gd name="T3" fmla="*/ 159 h 13"/>
                  <a:gd name="T4" fmla="*/ 70 w 5"/>
                  <a:gd name="T5" fmla="*/ 253 h 13"/>
                  <a:gd name="T6" fmla="*/ 41 w 5"/>
                  <a:gd name="T7" fmla="*/ 175 h 13"/>
                  <a:gd name="T8" fmla="*/ 70 w 5"/>
                  <a:gd name="T9" fmla="*/ 116 h 13"/>
                  <a:gd name="T10" fmla="*/ 41 w 5"/>
                  <a:gd name="T11" fmla="*/ 81 h 13"/>
                  <a:gd name="T12" fmla="*/ 12 w 5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0" y="2"/>
                    </a:moveTo>
                    <a:cubicBezTo>
                      <a:pt x="1" y="5"/>
                      <a:pt x="2" y="6"/>
                      <a:pt x="2" y="8"/>
                    </a:cubicBezTo>
                    <a:cubicBezTo>
                      <a:pt x="3" y="10"/>
                      <a:pt x="3" y="12"/>
                      <a:pt x="5" y="13"/>
                    </a:cubicBezTo>
                    <a:cubicBezTo>
                      <a:pt x="4" y="12"/>
                      <a:pt x="3" y="11"/>
                      <a:pt x="3" y="9"/>
                    </a:cubicBezTo>
                    <a:cubicBezTo>
                      <a:pt x="3" y="8"/>
                      <a:pt x="5" y="7"/>
                      <a:pt x="5" y="6"/>
                    </a:cubicBezTo>
                    <a:cubicBezTo>
                      <a:pt x="4" y="4"/>
                      <a:pt x="4" y="5"/>
                      <a:pt x="3" y="4"/>
                    </a:cubicBez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6" name="Freeform 1143">
                <a:extLst>
                  <a:ext uri="{FF2B5EF4-FFF2-40B4-BE49-F238E27FC236}">
                    <a16:creationId xmlns:a16="http://schemas.microsoft.com/office/drawing/2014/main" id="{3B3CF43F-64E5-41E5-AEF3-81B172A7A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89"/>
                <a:ext cx="15" cy="24"/>
              </a:xfrm>
              <a:custGeom>
                <a:avLst/>
                <a:gdLst>
                  <a:gd name="T0" fmla="*/ 95 w 6"/>
                  <a:gd name="T1" fmla="*/ 35 h 9"/>
                  <a:gd name="T2" fmla="*/ 50 w 6"/>
                  <a:gd name="T3" fmla="*/ 171 h 9"/>
                  <a:gd name="T4" fmla="*/ 95 w 6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2"/>
                    </a:moveTo>
                    <a:cubicBezTo>
                      <a:pt x="2" y="3"/>
                      <a:pt x="2" y="6"/>
                      <a:pt x="3" y="9"/>
                    </a:cubicBezTo>
                    <a:cubicBezTo>
                      <a:pt x="0" y="6"/>
                      <a:pt x="3" y="0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7" name="Freeform 1144">
                <a:extLst>
                  <a:ext uri="{FF2B5EF4-FFF2-40B4-BE49-F238E27FC236}">
                    <a16:creationId xmlns:a16="http://schemas.microsoft.com/office/drawing/2014/main" id="{F80E7335-1781-4F73-9503-3D37342D4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352"/>
                <a:ext cx="12" cy="19"/>
              </a:xfrm>
              <a:custGeom>
                <a:avLst/>
                <a:gdLst>
                  <a:gd name="T0" fmla="*/ 70 w 5"/>
                  <a:gd name="T1" fmla="*/ 22 h 7"/>
                  <a:gd name="T2" fmla="*/ 12 w 5"/>
                  <a:gd name="T3" fmla="*/ 141 h 7"/>
                  <a:gd name="T4" fmla="*/ 12 w 5"/>
                  <a:gd name="T5" fmla="*/ 38 h 7"/>
                  <a:gd name="T6" fmla="*/ 58 w 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1"/>
                    </a:moveTo>
                    <a:cubicBezTo>
                      <a:pt x="1" y="1"/>
                      <a:pt x="1" y="4"/>
                      <a:pt x="1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8" name="Freeform 1145">
                <a:extLst>
                  <a:ext uri="{FF2B5EF4-FFF2-40B4-BE49-F238E27FC236}">
                    <a16:creationId xmlns:a16="http://schemas.microsoft.com/office/drawing/2014/main" id="{0BD77B4D-4C9F-4258-AE7E-922007530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312"/>
                <a:ext cx="15" cy="21"/>
              </a:xfrm>
              <a:custGeom>
                <a:avLst/>
                <a:gdLst>
                  <a:gd name="T0" fmla="*/ 95 w 6"/>
                  <a:gd name="T1" fmla="*/ 21 h 8"/>
                  <a:gd name="T2" fmla="*/ 33 w 6"/>
                  <a:gd name="T3" fmla="*/ 144 h 8"/>
                  <a:gd name="T4" fmla="*/ 95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2" y="0"/>
                      <a:pt x="1" y="5"/>
                      <a:pt x="2" y="8"/>
                    </a:cubicBezTo>
                    <a:cubicBezTo>
                      <a:pt x="0" y="4"/>
                      <a:pt x="1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49" name="Freeform 1146">
                <a:extLst>
                  <a:ext uri="{FF2B5EF4-FFF2-40B4-BE49-F238E27FC236}">
                    <a16:creationId xmlns:a16="http://schemas.microsoft.com/office/drawing/2014/main" id="{47C2ED3E-CF92-405D-BE93-54A7009A8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69"/>
                <a:ext cx="10" cy="16"/>
              </a:xfrm>
              <a:custGeom>
                <a:avLst/>
                <a:gdLst>
                  <a:gd name="T0" fmla="*/ 63 w 4"/>
                  <a:gd name="T1" fmla="*/ 21 h 6"/>
                  <a:gd name="T2" fmla="*/ 50 w 4"/>
                  <a:gd name="T3" fmla="*/ 115 h 6"/>
                  <a:gd name="T4" fmla="*/ 63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1"/>
                    </a:moveTo>
                    <a:cubicBezTo>
                      <a:pt x="2" y="2"/>
                      <a:pt x="2" y="5"/>
                      <a:pt x="3" y="6"/>
                    </a:cubicBezTo>
                    <a:cubicBezTo>
                      <a:pt x="1" y="6"/>
                      <a:pt x="0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0" name="Freeform 1147">
                <a:extLst>
                  <a:ext uri="{FF2B5EF4-FFF2-40B4-BE49-F238E27FC236}">
                    <a16:creationId xmlns:a16="http://schemas.microsoft.com/office/drawing/2014/main" id="{C2056D2B-70EE-4B27-9601-89F08646E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448"/>
                <a:ext cx="15" cy="21"/>
              </a:xfrm>
              <a:custGeom>
                <a:avLst/>
                <a:gdLst>
                  <a:gd name="T0" fmla="*/ 95 w 6"/>
                  <a:gd name="T1" fmla="*/ 55 h 8"/>
                  <a:gd name="T2" fmla="*/ 33 w 6"/>
                  <a:gd name="T3" fmla="*/ 144 h 8"/>
                  <a:gd name="T4" fmla="*/ 95 w 6"/>
                  <a:gd name="T5" fmla="*/ 5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3" y="2"/>
                      <a:pt x="1" y="5"/>
                      <a:pt x="2" y="8"/>
                    </a:cubicBezTo>
                    <a:cubicBezTo>
                      <a:pt x="0" y="6"/>
                      <a:pt x="0" y="0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1" name="Freeform 1148">
                <a:extLst>
                  <a:ext uri="{FF2B5EF4-FFF2-40B4-BE49-F238E27FC236}">
                    <a16:creationId xmlns:a16="http://schemas.microsoft.com/office/drawing/2014/main" id="{C75A687F-4C31-41E6-8906-87E70AB12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485"/>
                <a:ext cx="12" cy="16"/>
              </a:xfrm>
              <a:custGeom>
                <a:avLst/>
                <a:gdLst>
                  <a:gd name="T0" fmla="*/ 58 w 5"/>
                  <a:gd name="T1" fmla="*/ 0 h 6"/>
                  <a:gd name="T2" fmla="*/ 70 w 5"/>
                  <a:gd name="T3" fmla="*/ 115 h 6"/>
                  <a:gd name="T4" fmla="*/ 58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2" y="2"/>
                      <a:pt x="3" y="5"/>
                      <a:pt x="5" y="6"/>
                    </a:cubicBezTo>
                    <a:cubicBezTo>
                      <a:pt x="2" y="6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2" name="Freeform 1149">
                <a:extLst>
                  <a:ext uri="{FF2B5EF4-FFF2-40B4-BE49-F238E27FC236}">
                    <a16:creationId xmlns:a16="http://schemas.microsoft.com/office/drawing/2014/main" id="{652C13E2-A02F-4472-9520-0A6301A1A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77"/>
                <a:ext cx="13" cy="14"/>
              </a:xfrm>
              <a:custGeom>
                <a:avLst/>
                <a:gdLst>
                  <a:gd name="T0" fmla="*/ 88 w 5"/>
                  <a:gd name="T1" fmla="*/ 0 h 5"/>
                  <a:gd name="T2" fmla="*/ 68 w 5"/>
                  <a:gd name="T3" fmla="*/ 109 h 5"/>
                  <a:gd name="T4" fmla="*/ 8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2" y="0"/>
                      <a:pt x="2" y="2"/>
                      <a:pt x="4" y="5"/>
                    </a:cubicBezTo>
                    <a:cubicBezTo>
                      <a:pt x="2" y="4"/>
                      <a:pt x="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3" name="Freeform 1150">
                <a:extLst>
                  <a:ext uri="{FF2B5EF4-FFF2-40B4-BE49-F238E27FC236}">
                    <a16:creationId xmlns:a16="http://schemas.microsoft.com/office/drawing/2014/main" id="{C4411024-F6D0-4538-806A-DDDFE7E5A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00"/>
                <a:ext cx="10" cy="16"/>
              </a:xfrm>
              <a:custGeom>
                <a:avLst/>
                <a:gdLst>
                  <a:gd name="T0" fmla="*/ 63 w 4"/>
                  <a:gd name="T1" fmla="*/ 21 h 6"/>
                  <a:gd name="T2" fmla="*/ 20 w 4"/>
                  <a:gd name="T3" fmla="*/ 115 h 6"/>
                  <a:gd name="T4" fmla="*/ 50 w 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1"/>
                    </a:moveTo>
                    <a:cubicBezTo>
                      <a:pt x="1" y="1"/>
                      <a:pt x="0" y="4"/>
                      <a:pt x="1" y="6"/>
                    </a:cubicBezTo>
                    <a:cubicBezTo>
                      <a:pt x="0" y="4"/>
                      <a:pt x="0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4" name="Freeform 1151">
                <a:extLst>
                  <a:ext uri="{FF2B5EF4-FFF2-40B4-BE49-F238E27FC236}">
                    <a16:creationId xmlns:a16="http://schemas.microsoft.com/office/drawing/2014/main" id="{39B44F21-4F26-478A-BBCA-815B24DFE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357"/>
                <a:ext cx="10" cy="22"/>
              </a:xfrm>
              <a:custGeom>
                <a:avLst/>
                <a:gdLst>
                  <a:gd name="T0" fmla="*/ 63 w 4"/>
                  <a:gd name="T1" fmla="*/ 22 h 8"/>
                  <a:gd name="T2" fmla="*/ 50 w 4"/>
                  <a:gd name="T3" fmla="*/ 168 h 8"/>
                  <a:gd name="T4" fmla="*/ 50 w 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cubicBezTo>
                      <a:pt x="0" y="1"/>
                      <a:pt x="2" y="6"/>
                      <a:pt x="3" y="8"/>
                    </a:cubicBezTo>
                    <a:cubicBezTo>
                      <a:pt x="0" y="5"/>
                      <a:pt x="0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5" name="Freeform 1152">
                <a:extLst>
                  <a:ext uri="{FF2B5EF4-FFF2-40B4-BE49-F238E27FC236}">
                    <a16:creationId xmlns:a16="http://schemas.microsoft.com/office/drawing/2014/main" id="{8FAA19F2-8682-41F6-B2B9-1BAF9B64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315"/>
                <a:ext cx="13" cy="21"/>
              </a:xfrm>
              <a:custGeom>
                <a:avLst/>
                <a:gdLst>
                  <a:gd name="T0" fmla="*/ 88 w 5"/>
                  <a:gd name="T1" fmla="*/ 21 h 8"/>
                  <a:gd name="T2" fmla="*/ 68 w 5"/>
                  <a:gd name="T3" fmla="*/ 144 h 8"/>
                  <a:gd name="T4" fmla="*/ 68 w 5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1"/>
                    </a:moveTo>
                    <a:cubicBezTo>
                      <a:pt x="2" y="3"/>
                      <a:pt x="3" y="5"/>
                      <a:pt x="4" y="8"/>
                    </a:cubicBezTo>
                    <a:cubicBezTo>
                      <a:pt x="0" y="6"/>
                      <a:pt x="1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6" name="Freeform 1153">
                <a:extLst>
                  <a:ext uri="{FF2B5EF4-FFF2-40B4-BE49-F238E27FC236}">
                    <a16:creationId xmlns:a16="http://schemas.microsoft.com/office/drawing/2014/main" id="{049CFFF2-B2C7-4825-9C48-5DB54378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397"/>
                <a:ext cx="22" cy="48"/>
              </a:xfrm>
              <a:custGeom>
                <a:avLst/>
                <a:gdLst>
                  <a:gd name="T0" fmla="*/ 71 w 9"/>
                  <a:gd name="T1" fmla="*/ 0 h 18"/>
                  <a:gd name="T2" fmla="*/ 42 w 9"/>
                  <a:gd name="T3" fmla="*/ 115 h 18"/>
                  <a:gd name="T4" fmla="*/ 59 w 9"/>
                  <a:gd name="T5" fmla="*/ 171 h 18"/>
                  <a:gd name="T6" fmla="*/ 12 w 9"/>
                  <a:gd name="T7" fmla="*/ 227 h 18"/>
                  <a:gd name="T8" fmla="*/ 12 w 9"/>
                  <a:gd name="T9" fmla="*/ 341 h 18"/>
                  <a:gd name="T10" fmla="*/ 103 w 9"/>
                  <a:gd name="T11" fmla="*/ 248 h 18"/>
                  <a:gd name="T12" fmla="*/ 90 w 9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5" y="0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3" y="7"/>
                      <a:pt x="4" y="8"/>
                      <a:pt x="4" y="9"/>
                    </a:cubicBezTo>
                    <a:cubicBezTo>
                      <a:pt x="4" y="11"/>
                      <a:pt x="2" y="11"/>
                      <a:pt x="1" y="12"/>
                    </a:cubicBezTo>
                    <a:cubicBezTo>
                      <a:pt x="0" y="14"/>
                      <a:pt x="0" y="16"/>
                      <a:pt x="1" y="18"/>
                    </a:cubicBezTo>
                    <a:cubicBezTo>
                      <a:pt x="1" y="15"/>
                      <a:pt x="4" y="11"/>
                      <a:pt x="7" y="13"/>
                    </a:cubicBezTo>
                    <a:cubicBezTo>
                      <a:pt x="9" y="10"/>
                      <a:pt x="4" y="4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7" name="Freeform 1154">
                <a:extLst>
                  <a:ext uri="{FF2B5EF4-FFF2-40B4-BE49-F238E27FC236}">
                    <a16:creationId xmlns:a16="http://schemas.microsoft.com/office/drawing/2014/main" id="{28D1FEED-E751-4C95-97A8-1F5B993AF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480"/>
                <a:ext cx="12" cy="16"/>
              </a:xfrm>
              <a:custGeom>
                <a:avLst/>
                <a:gdLst>
                  <a:gd name="T0" fmla="*/ 70 w 5"/>
                  <a:gd name="T1" fmla="*/ 21 h 6"/>
                  <a:gd name="T2" fmla="*/ 41 w 5"/>
                  <a:gd name="T3" fmla="*/ 115 h 6"/>
                  <a:gd name="T4" fmla="*/ 70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3" y="2"/>
                      <a:pt x="3" y="4"/>
                      <a:pt x="3" y="6"/>
                    </a:cubicBezTo>
                    <a:cubicBezTo>
                      <a:pt x="0" y="4"/>
                      <a:pt x="2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8" name="Freeform 1155">
                <a:extLst>
                  <a:ext uri="{FF2B5EF4-FFF2-40B4-BE49-F238E27FC236}">
                    <a16:creationId xmlns:a16="http://schemas.microsoft.com/office/drawing/2014/main" id="{CFA0AD4C-5159-4DD6-A6B1-76266DFF2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443"/>
                <a:ext cx="10" cy="13"/>
              </a:xfrm>
              <a:custGeom>
                <a:avLst/>
                <a:gdLst>
                  <a:gd name="T0" fmla="*/ 63 w 4"/>
                  <a:gd name="T1" fmla="*/ 0 h 5"/>
                  <a:gd name="T2" fmla="*/ 50 w 4"/>
                  <a:gd name="T3" fmla="*/ 88 h 5"/>
                  <a:gd name="T4" fmla="*/ 20 w 4"/>
                  <a:gd name="T5" fmla="*/ 34 h 5"/>
                  <a:gd name="T6" fmla="*/ 63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1" y="0"/>
                      <a:pt x="2" y="4"/>
                      <a:pt x="3" y="5"/>
                    </a:cubicBezTo>
                    <a:cubicBezTo>
                      <a:pt x="2" y="4"/>
                      <a:pt x="0" y="4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59" name="Freeform 1156">
                <a:extLst>
                  <a:ext uri="{FF2B5EF4-FFF2-40B4-BE49-F238E27FC236}">
                    <a16:creationId xmlns:a16="http://schemas.microsoft.com/office/drawing/2014/main" id="{AD402FC4-96B7-4C86-B334-9215598BE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448"/>
                <a:ext cx="8" cy="16"/>
              </a:xfrm>
              <a:custGeom>
                <a:avLst/>
                <a:gdLst>
                  <a:gd name="T0" fmla="*/ 56 w 3"/>
                  <a:gd name="T1" fmla="*/ 0 h 6"/>
                  <a:gd name="T2" fmla="*/ 35 w 3"/>
                  <a:gd name="T3" fmla="*/ 115 h 6"/>
                  <a:gd name="T4" fmla="*/ 56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2" y="3"/>
                      <a:pt x="2" y="6"/>
                    </a:cubicBezTo>
                    <a:cubicBezTo>
                      <a:pt x="0" y="4"/>
                      <a:pt x="0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0" name="Freeform 1157">
                <a:extLst>
                  <a:ext uri="{FF2B5EF4-FFF2-40B4-BE49-F238E27FC236}">
                    <a16:creationId xmlns:a16="http://schemas.microsoft.com/office/drawing/2014/main" id="{D726F358-FFEB-4DBB-9067-BA28F02DC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400"/>
                <a:ext cx="7" cy="19"/>
              </a:xfrm>
              <a:custGeom>
                <a:avLst/>
                <a:gdLst>
                  <a:gd name="T0" fmla="*/ 37 w 3"/>
                  <a:gd name="T1" fmla="*/ 38 h 7"/>
                  <a:gd name="T2" fmla="*/ 12 w 3"/>
                  <a:gd name="T3" fmla="*/ 141 h 7"/>
                  <a:gd name="T4" fmla="*/ 37 w 3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2"/>
                    </a:moveTo>
                    <a:cubicBezTo>
                      <a:pt x="1" y="4"/>
                      <a:pt x="1" y="4"/>
                      <a:pt x="1" y="7"/>
                    </a:cubicBezTo>
                    <a:cubicBezTo>
                      <a:pt x="0" y="5"/>
                      <a:pt x="0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1" name="Freeform 1158">
                <a:extLst>
                  <a:ext uri="{FF2B5EF4-FFF2-40B4-BE49-F238E27FC236}">
                    <a16:creationId xmlns:a16="http://schemas.microsoft.com/office/drawing/2014/main" id="{610940A6-49D8-4386-8943-298BE2BAF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363"/>
                <a:ext cx="8" cy="16"/>
              </a:xfrm>
              <a:custGeom>
                <a:avLst/>
                <a:gdLst>
                  <a:gd name="T0" fmla="*/ 56 w 3"/>
                  <a:gd name="T1" fmla="*/ 21 h 6"/>
                  <a:gd name="T2" fmla="*/ 35 w 3"/>
                  <a:gd name="T3" fmla="*/ 115 h 6"/>
                  <a:gd name="T4" fmla="*/ 56 w 3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1" y="2"/>
                      <a:pt x="2" y="4"/>
                      <a:pt x="2" y="6"/>
                    </a:cubicBezTo>
                    <a:cubicBezTo>
                      <a:pt x="0" y="5"/>
                      <a:pt x="0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2" name="Freeform 1159">
                <a:extLst>
                  <a:ext uri="{FF2B5EF4-FFF2-40B4-BE49-F238E27FC236}">
                    <a16:creationId xmlns:a16="http://schemas.microsoft.com/office/drawing/2014/main" id="{EE20575E-25A2-430F-86BA-BD0533A9E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485"/>
                <a:ext cx="8" cy="16"/>
              </a:xfrm>
              <a:custGeom>
                <a:avLst/>
                <a:gdLst>
                  <a:gd name="T0" fmla="*/ 35 w 3"/>
                  <a:gd name="T1" fmla="*/ 21 h 6"/>
                  <a:gd name="T2" fmla="*/ 21 w 3"/>
                  <a:gd name="T3" fmla="*/ 115 h 6"/>
                  <a:gd name="T4" fmla="*/ 56 w 3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0" y="4"/>
                      <a:pt x="0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3" name="Freeform 1160">
                <a:extLst>
                  <a:ext uri="{FF2B5EF4-FFF2-40B4-BE49-F238E27FC236}">
                    <a16:creationId xmlns:a16="http://schemas.microsoft.com/office/drawing/2014/main" id="{38AA81BB-F8FF-4F38-8212-5304BFF64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477"/>
                <a:ext cx="7" cy="14"/>
              </a:xfrm>
              <a:custGeom>
                <a:avLst/>
                <a:gdLst>
                  <a:gd name="T0" fmla="*/ 37 w 3"/>
                  <a:gd name="T1" fmla="*/ 0 h 5"/>
                  <a:gd name="T2" fmla="*/ 28 w 3"/>
                  <a:gd name="T3" fmla="*/ 109 h 5"/>
                  <a:gd name="T4" fmla="*/ 12 w 3"/>
                  <a:gd name="T5" fmla="*/ 22 h 5"/>
                  <a:gd name="T6" fmla="*/ 37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0"/>
                      <a:pt x="2" y="3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4" name="Freeform 1161">
                <a:extLst>
                  <a:ext uri="{FF2B5EF4-FFF2-40B4-BE49-F238E27FC236}">
                    <a16:creationId xmlns:a16="http://schemas.microsoft.com/office/drawing/2014/main" id="{E351FF88-456C-4B65-A37A-BE872FDC6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392"/>
                <a:ext cx="53" cy="133"/>
              </a:xfrm>
              <a:custGeom>
                <a:avLst/>
                <a:gdLst>
                  <a:gd name="T0" fmla="*/ 179 w 21"/>
                  <a:gd name="T1" fmla="*/ 0 h 50"/>
                  <a:gd name="T2" fmla="*/ 338 w 21"/>
                  <a:gd name="T3" fmla="*/ 942 h 50"/>
                  <a:gd name="T4" fmla="*/ 146 w 21"/>
                  <a:gd name="T5" fmla="*/ 340 h 50"/>
                  <a:gd name="T6" fmla="*/ 179 w 21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0">
                    <a:moveTo>
                      <a:pt x="11" y="0"/>
                    </a:moveTo>
                    <a:cubicBezTo>
                      <a:pt x="6" y="8"/>
                      <a:pt x="0" y="29"/>
                      <a:pt x="21" y="50"/>
                    </a:cubicBezTo>
                    <a:cubicBezTo>
                      <a:pt x="15" y="44"/>
                      <a:pt x="8" y="31"/>
                      <a:pt x="9" y="18"/>
                    </a:cubicBezTo>
                    <a:cubicBezTo>
                      <a:pt x="11" y="4"/>
                      <a:pt x="10" y="3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5" name="Freeform 1162">
                <a:extLst>
                  <a:ext uri="{FF2B5EF4-FFF2-40B4-BE49-F238E27FC236}">
                    <a16:creationId xmlns:a16="http://schemas.microsoft.com/office/drawing/2014/main" id="{F2D94E58-E9DD-41CD-87D0-DF92AEF29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387"/>
                <a:ext cx="22" cy="122"/>
              </a:xfrm>
              <a:custGeom>
                <a:avLst/>
                <a:gdLst>
                  <a:gd name="T0" fmla="*/ 42 w 9"/>
                  <a:gd name="T1" fmla="*/ 56 h 46"/>
                  <a:gd name="T2" fmla="*/ 90 w 9"/>
                  <a:gd name="T3" fmla="*/ 0 h 46"/>
                  <a:gd name="T4" fmla="*/ 103 w 9"/>
                  <a:gd name="T5" fmla="*/ 170 h 46"/>
                  <a:gd name="T6" fmla="*/ 59 w 9"/>
                  <a:gd name="T7" fmla="*/ 316 h 46"/>
                  <a:gd name="T8" fmla="*/ 42 w 9"/>
                  <a:gd name="T9" fmla="*/ 395 h 46"/>
                  <a:gd name="T10" fmla="*/ 42 w 9"/>
                  <a:gd name="T11" fmla="*/ 464 h 46"/>
                  <a:gd name="T12" fmla="*/ 59 w 9"/>
                  <a:gd name="T13" fmla="*/ 520 h 46"/>
                  <a:gd name="T14" fmla="*/ 71 w 9"/>
                  <a:gd name="T15" fmla="*/ 618 h 46"/>
                  <a:gd name="T16" fmla="*/ 103 w 9"/>
                  <a:gd name="T17" fmla="*/ 690 h 46"/>
                  <a:gd name="T18" fmla="*/ 120 w 9"/>
                  <a:gd name="T19" fmla="*/ 780 h 46"/>
                  <a:gd name="T20" fmla="*/ 132 w 9"/>
                  <a:gd name="T21" fmla="*/ 859 h 46"/>
                  <a:gd name="T22" fmla="*/ 29 w 9"/>
                  <a:gd name="T23" fmla="*/ 618 h 46"/>
                  <a:gd name="T24" fmla="*/ 0 w 9"/>
                  <a:gd name="T25" fmla="*/ 430 h 46"/>
                  <a:gd name="T26" fmla="*/ 29 w 9"/>
                  <a:gd name="T27" fmla="*/ 191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46">
                    <a:moveTo>
                      <a:pt x="3" y="3"/>
                    </a:moveTo>
                    <a:cubicBezTo>
                      <a:pt x="4" y="2"/>
                      <a:pt x="4" y="1"/>
                      <a:pt x="6" y="0"/>
                    </a:cubicBezTo>
                    <a:cubicBezTo>
                      <a:pt x="5" y="3"/>
                      <a:pt x="4" y="7"/>
                      <a:pt x="7" y="9"/>
                    </a:cubicBezTo>
                    <a:cubicBezTo>
                      <a:pt x="3" y="11"/>
                      <a:pt x="4" y="14"/>
                      <a:pt x="4" y="17"/>
                    </a:cubicBezTo>
                    <a:cubicBezTo>
                      <a:pt x="4" y="19"/>
                      <a:pt x="3" y="19"/>
                      <a:pt x="3" y="21"/>
                    </a:cubicBezTo>
                    <a:cubicBezTo>
                      <a:pt x="3" y="22"/>
                      <a:pt x="3" y="24"/>
                      <a:pt x="3" y="25"/>
                    </a:cubicBezTo>
                    <a:cubicBezTo>
                      <a:pt x="4" y="26"/>
                      <a:pt x="4" y="27"/>
                      <a:pt x="4" y="28"/>
                    </a:cubicBezTo>
                    <a:cubicBezTo>
                      <a:pt x="4" y="30"/>
                      <a:pt x="4" y="31"/>
                      <a:pt x="5" y="33"/>
                    </a:cubicBezTo>
                    <a:cubicBezTo>
                      <a:pt x="5" y="35"/>
                      <a:pt x="7" y="36"/>
                      <a:pt x="7" y="37"/>
                    </a:cubicBezTo>
                    <a:cubicBezTo>
                      <a:pt x="7" y="39"/>
                      <a:pt x="7" y="41"/>
                      <a:pt x="8" y="42"/>
                    </a:cubicBezTo>
                    <a:cubicBezTo>
                      <a:pt x="8" y="43"/>
                      <a:pt x="9" y="46"/>
                      <a:pt x="9" y="46"/>
                    </a:cubicBezTo>
                    <a:cubicBezTo>
                      <a:pt x="6" y="43"/>
                      <a:pt x="4" y="37"/>
                      <a:pt x="2" y="33"/>
                    </a:cubicBezTo>
                    <a:cubicBezTo>
                      <a:pt x="1" y="30"/>
                      <a:pt x="0" y="26"/>
                      <a:pt x="0" y="23"/>
                    </a:cubicBezTo>
                    <a:cubicBezTo>
                      <a:pt x="0" y="19"/>
                      <a:pt x="0" y="14"/>
                      <a:pt x="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6" name="Freeform 1163">
                <a:extLst>
                  <a:ext uri="{FF2B5EF4-FFF2-40B4-BE49-F238E27FC236}">
                    <a16:creationId xmlns:a16="http://schemas.microsoft.com/office/drawing/2014/main" id="{430067CB-9256-4BDD-AD2A-E0332EAA2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355"/>
                <a:ext cx="135" cy="221"/>
              </a:xfrm>
              <a:custGeom>
                <a:avLst/>
                <a:gdLst>
                  <a:gd name="T0" fmla="*/ 313 w 54"/>
                  <a:gd name="T1" fmla="*/ 0 h 83"/>
                  <a:gd name="T2" fmla="*/ 583 w 54"/>
                  <a:gd name="T3" fmla="*/ 716 h 83"/>
                  <a:gd name="T4" fmla="*/ 688 w 54"/>
                  <a:gd name="T5" fmla="*/ 1488 h 83"/>
                  <a:gd name="T6" fmla="*/ 363 w 54"/>
                  <a:gd name="T7" fmla="*/ 1544 h 83"/>
                  <a:gd name="T8" fmla="*/ 0 w 54"/>
                  <a:gd name="T9" fmla="*/ 1544 h 83"/>
                  <a:gd name="T10" fmla="*/ 625 w 54"/>
                  <a:gd name="T11" fmla="*/ 1419 h 83"/>
                  <a:gd name="T12" fmla="*/ 550 w 54"/>
                  <a:gd name="T13" fmla="*/ 809 h 83"/>
                  <a:gd name="T14" fmla="*/ 313 w 54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83">
                    <a:moveTo>
                      <a:pt x="20" y="0"/>
                    </a:moveTo>
                    <a:cubicBezTo>
                      <a:pt x="24" y="11"/>
                      <a:pt x="31" y="26"/>
                      <a:pt x="37" y="38"/>
                    </a:cubicBezTo>
                    <a:cubicBezTo>
                      <a:pt x="43" y="49"/>
                      <a:pt x="54" y="68"/>
                      <a:pt x="44" y="79"/>
                    </a:cubicBezTo>
                    <a:cubicBezTo>
                      <a:pt x="38" y="83"/>
                      <a:pt x="35" y="83"/>
                      <a:pt x="23" y="82"/>
                    </a:cubicBezTo>
                    <a:cubicBezTo>
                      <a:pt x="11" y="81"/>
                      <a:pt x="0" y="82"/>
                      <a:pt x="0" y="82"/>
                    </a:cubicBezTo>
                    <a:cubicBezTo>
                      <a:pt x="11" y="79"/>
                      <a:pt x="36" y="80"/>
                      <a:pt x="40" y="75"/>
                    </a:cubicBezTo>
                    <a:cubicBezTo>
                      <a:pt x="43" y="71"/>
                      <a:pt x="41" y="58"/>
                      <a:pt x="35" y="43"/>
                    </a:cubicBezTo>
                    <a:cubicBezTo>
                      <a:pt x="29" y="28"/>
                      <a:pt x="22" y="10"/>
                      <a:pt x="20" y="0"/>
                    </a:cubicBezTo>
                    <a:close/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7" name="Freeform 1164">
                <a:extLst>
                  <a:ext uri="{FF2B5EF4-FFF2-40B4-BE49-F238E27FC236}">
                    <a16:creationId xmlns:a16="http://schemas.microsoft.com/office/drawing/2014/main" id="{05B1C728-D497-4223-9D93-82E91D745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320"/>
                <a:ext cx="62" cy="45"/>
              </a:xfrm>
              <a:custGeom>
                <a:avLst/>
                <a:gdLst>
                  <a:gd name="T0" fmla="*/ 0 w 25"/>
                  <a:gd name="T1" fmla="*/ 315 h 17"/>
                  <a:gd name="T2" fmla="*/ 136 w 25"/>
                  <a:gd name="T3" fmla="*/ 132 h 17"/>
                  <a:gd name="T4" fmla="*/ 382 w 25"/>
                  <a:gd name="T5" fmla="*/ 90 h 17"/>
                  <a:gd name="T6" fmla="*/ 124 w 25"/>
                  <a:gd name="T7" fmla="*/ 90 h 17"/>
                  <a:gd name="T8" fmla="*/ 42 w 25"/>
                  <a:gd name="T9" fmla="*/ 148 h 17"/>
                  <a:gd name="T10" fmla="*/ 12 w 25"/>
                  <a:gd name="T11" fmla="*/ 259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6" y="17"/>
                      <a:pt x="6" y="9"/>
                      <a:pt x="9" y="7"/>
                    </a:cubicBezTo>
                    <a:cubicBezTo>
                      <a:pt x="14" y="5"/>
                      <a:pt x="20" y="6"/>
                      <a:pt x="25" y="5"/>
                    </a:cubicBezTo>
                    <a:cubicBezTo>
                      <a:pt x="22" y="0"/>
                      <a:pt x="12" y="4"/>
                      <a:pt x="8" y="5"/>
                    </a:cubicBezTo>
                    <a:cubicBezTo>
                      <a:pt x="7" y="6"/>
                      <a:pt x="4" y="7"/>
                      <a:pt x="3" y="8"/>
                    </a:cubicBezTo>
                    <a:cubicBezTo>
                      <a:pt x="2" y="10"/>
                      <a:pt x="3" y="13"/>
                      <a:pt x="1" y="1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8" name="Freeform 1165">
                <a:extLst>
                  <a:ext uri="{FF2B5EF4-FFF2-40B4-BE49-F238E27FC236}">
                    <a16:creationId xmlns:a16="http://schemas.microsoft.com/office/drawing/2014/main" id="{A5A6EB23-0BBF-45F3-9300-29EE582DD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232"/>
                <a:ext cx="58" cy="88"/>
              </a:xfrm>
              <a:custGeom>
                <a:avLst/>
                <a:gdLst>
                  <a:gd name="T0" fmla="*/ 33 w 23"/>
                  <a:gd name="T1" fmla="*/ 627 h 33"/>
                  <a:gd name="T2" fmla="*/ 126 w 23"/>
                  <a:gd name="T3" fmla="*/ 248 h 33"/>
                  <a:gd name="T4" fmla="*/ 368 w 23"/>
                  <a:gd name="T5" fmla="*/ 0 h 33"/>
                  <a:gd name="T6" fmla="*/ 113 w 23"/>
                  <a:gd name="T7" fmla="*/ 149 h 33"/>
                  <a:gd name="T8" fmla="*/ 20 w 23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2" y="33"/>
                    </a:moveTo>
                    <a:cubicBezTo>
                      <a:pt x="2" y="26"/>
                      <a:pt x="3" y="19"/>
                      <a:pt x="8" y="13"/>
                    </a:cubicBezTo>
                    <a:cubicBezTo>
                      <a:pt x="12" y="7"/>
                      <a:pt x="19" y="5"/>
                      <a:pt x="23" y="0"/>
                    </a:cubicBezTo>
                    <a:cubicBezTo>
                      <a:pt x="18" y="2"/>
                      <a:pt x="12" y="5"/>
                      <a:pt x="7" y="8"/>
                    </a:cubicBezTo>
                    <a:cubicBezTo>
                      <a:pt x="1" y="11"/>
                      <a:pt x="0" y="18"/>
                      <a:pt x="1" y="2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69" name="Freeform 1166">
                <a:extLst>
                  <a:ext uri="{FF2B5EF4-FFF2-40B4-BE49-F238E27FC236}">
                    <a16:creationId xmlns:a16="http://schemas.microsoft.com/office/drawing/2014/main" id="{5616BCFC-1C2A-43DA-8A34-D69151796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229"/>
                <a:ext cx="18" cy="38"/>
              </a:xfrm>
              <a:custGeom>
                <a:avLst/>
                <a:gdLst>
                  <a:gd name="T0" fmla="*/ 118 w 7"/>
                  <a:gd name="T1" fmla="*/ 0 h 14"/>
                  <a:gd name="T2" fmla="*/ 118 w 7"/>
                  <a:gd name="T3" fmla="*/ 81 h 14"/>
                  <a:gd name="T4" fmla="*/ 0 w 7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7" y="2"/>
                      <a:pt x="7" y="3"/>
                      <a:pt x="7" y="4"/>
                    </a:cubicBezTo>
                    <a:cubicBezTo>
                      <a:pt x="7" y="7"/>
                      <a:pt x="5" y="11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0" name="Freeform 1167">
                <a:extLst>
                  <a:ext uri="{FF2B5EF4-FFF2-40B4-BE49-F238E27FC236}">
                    <a16:creationId xmlns:a16="http://schemas.microsoft.com/office/drawing/2014/main" id="{80EFEE1B-E038-4109-AF91-F0D706C16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73"/>
                <a:ext cx="248" cy="232"/>
              </a:xfrm>
              <a:custGeom>
                <a:avLst/>
                <a:gdLst>
                  <a:gd name="T0" fmla="*/ 629 w 99"/>
                  <a:gd name="T1" fmla="*/ 1195 h 87"/>
                  <a:gd name="T2" fmla="*/ 972 w 99"/>
                  <a:gd name="T3" fmla="*/ 1101 h 87"/>
                  <a:gd name="T4" fmla="*/ 1022 w 99"/>
                  <a:gd name="T5" fmla="*/ 661 h 87"/>
                  <a:gd name="T6" fmla="*/ 1338 w 99"/>
                  <a:gd name="T7" fmla="*/ 397 h 87"/>
                  <a:gd name="T8" fmla="*/ 1538 w 99"/>
                  <a:gd name="T9" fmla="*/ 0 h 87"/>
                  <a:gd name="T10" fmla="*/ 959 w 99"/>
                  <a:gd name="T11" fmla="*/ 397 h 87"/>
                  <a:gd name="T12" fmla="*/ 709 w 99"/>
                  <a:gd name="T13" fmla="*/ 93 h 87"/>
                  <a:gd name="T14" fmla="*/ 679 w 99"/>
                  <a:gd name="T15" fmla="*/ 717 h 87"/>
                  <a:gd name="T16" fmla="*/ 551 w 99"/>
                  <a:gd name="T17" fmla="*/ 875 h 87"/>
                  <a:gd name="T18" fmla="*/ 220 w 99"/>
                  <a:gd name="T19" fmla="*/ 1101 h 87"/>
                  <a:gd name="T20" fmla="*/ 458 w 99"/>
                  <a:gd name="T21" fmla="*/ 1229 h 87"/>
                  <a:gd name="T22" fmla="*/ 0 w 99"/>
                  <a:gd name="T23" fmla="*/ 1592 h 87"/>
                  <a:gd name="T24" fmla="*/ 551 w 99"/>
                  <a:gd name="T25" fmla="*/ 1387 h 87"/>
                  <a:gd name="T26" fmla="*/ 629 w 99"/>
                  <a:gd name="T27" fmla="*/ 1195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9" h="87">
                    <a:moveTo>
                      <a:pt x="40" y="63"/>
                    </a:moveTo>
                    <a:cubicBezTo>
                      <a:pt x="48" y="58"/>
                      <a:pt x="58" y="56"/>
                      <a:pt x="62" y="58"/>
                    </a:cubicBezTo>
                    <a:cubicBezTo>
                      <a:pt x="66" y="60"/>
                      <a:pt x="60" y="43"/>
                      <a:pt x="65" y="35"/>
                    </a:cubicBezTo>
                    <a:cubicBezTo>
                      <a:pt x="68" y="28"/>
                      <a:pt x="78" y="27"/>
                      <a:pt x="85" y="21"/>
                    </a:cubicBezTo>
                    <a:cubicBezTo>
                      <a:pt x="93" y="15"/>
                      <a:pt x="99" y="8"/>
                      <a:pt x="98" y="0"/>
                    </a:cubicBezTo>
                    <a:cubicBezTo>
                      <a:pt x="95" y="9"/>
                      <a:pt x="71" y="18"/>
                      <a:pt x="61" y="21"/>
                    </a:cubicBezTo>
                    <a:cubicBezTo>
                      <a:pt x="61" y="11"/>
                      <a:pt x="54" y="4"/>
                      <a:pt x="45" y="5"/>
                    </a:cubicBezTo>
                    <a:cubicBezTo>
                      <a:pt x="53" y="15"/>
                      <a:pt x="53" y="29"/>
                      <a:pt x="43" y="38"/>
                    </a:cubicBezTo>
                    <a:cubicBezTo>
                      <a:pt x="41" y="40"/>
                      <a:pt x="38" y="40"/>
                      <a:pt x="35" y="46"/>
                    </a:cubicBezTo>
                    <a:cubicBezTo>
                      <a:pt x="31" y="51"/>
                      <a:pt x="25" y="58"/>
                      <a:pt x="14" y="58"/>
                    </a:cubicBezTo>
                    <a:cubicBezTo>
                      <a:pt x="17" y="63"/>
                      <a:pt x="25" y="66"/>
                      <a:pt x="29" y="65"/>
                    </a:cubicBezTo>
                    <a:cubicBezTo>
                      <a:pt x="27" y="69"/>
                      <a:pt x="13" y="84"/>
                      <a:pt x="0" y="84"/>
                    </a:cubicBezTo>
                    <a:cubicBezTo>
                      <a:pt x="10" y="87"/>
                      <a:pt x="25" y="83"/>
                      <a:pt x="35" y="73"/>
                    </a:cubicBezTo>
                    <a:cubicBezTo>
                      <a:pt x="42" y="67"/>
                      <a:pt x="39" y="64"/>
                      <a:pt x="40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1" name="Freeform 1168">
                <a:extLst>
                  <a:ext uri="{FF2B5EF4-FFF2-40B4-BE49-F238E27FC236}">
                    <a16:creationId xmlns:a16="http://schemas.microsoft.com/office/drawing/2014/main" id="{5BF033E7-82AC-41AC-AE76-3DE66DED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211"/>
                <a:ext cx="395" cy="376"/>
              </a:xfrm>
              <a:custGeom>
                <a:avLst/>
                <a:gdLst>
                  <a:gd name="T0" fmla="*/ 2250 w 158"/>
                  <a:gd name="T1" fmla="*/ 1685 h 141"/>
                  <a:gd name="T2" fmla="*/ 1783 w 158"/>
                  <a:gd name="T3" fmla="*/ 419 h 141"/>
                  <a:gd name="T4" fmla="*/ 1063 w 158"/>
                  <a:gd name="T5" fmla="*/ 77 h 141"/>
                  <a:gd name="T6" fmla="*/ 1000 w 158"/>
                  <a:gd name="T7" fmla="*/ 136 h 141"/>
                  <a:gd name="T8" fmla="*/ 688 w 158"/>
                  <a:gd name="T9" fmla="*/ 397 h 141"/>
                  <a:gd name="T10" fmla="*/ 645 w 158"/>
                  <a:gd name="T11" fmla="*/ 832 h 141"/>
                  <a:gd name="T12" fmla="*/ 313 w 158"/>
                  <a:gd name="T13" fmla="*/ 931 h 141"/>
                  <a:gd name="T14" fmla="*/ 300 w 158"/>
                  <a:gd name="T15" fmla="*/ 947 h 141"/>
                  <a:gd name="T16" fmla="*/ 220 w 158"/>
                  <a:gd name="T17" fmla="*/ 1117 h 141"/>
                  <a:gd name="T18" fmla="*/ 145 w 158"/>
                  <a:gd name="T19" fmla="*/ 1195 h 141"/>
                  <a:gd name="T20" fmla="*/ 208 w 158"/>
                  <a:gd name="T21" fmla="*/ 2163 h 141"/>
                  <a:gd name="T22" fmla="*/ 1033 w 158"/>
                  <a:gd name="T23" fmla="*/ 2616 h 141"/>
                  <a:gd name="T24" fmla="*/ 1908 w 158"/>
                  <a:gd name="T25" fmla="*/ 2653 h 141"/>
                  <a:gd name="T26" fmla="*/ 2375 w 158"/>
                  <a:gd name="T27" fmla="*/ 2525 h 141"/>
                  <a:gd name="T28" fmla="*/ 2250 w 158"/>
                  <a:gd name="T29" fmla="*/ 1685 h 1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8" h="141">
                    <a:moveTo>
                      <a:pt x="144" y="89"/>
                    </a:moveTo>
                    <a:cubicBezTo>
                      <a:pt x="132" y="66"/>
                      <a:pt x="124" y="41"/>
                      <a:pt x="114" y="22"/>
                    </a:cubicBezTo>
                    <a:cubicBezTo>
                      <a:pt x="105" y="7"/>
                      <a:pt x="85" y="0"/>
                      <a:pt x="68" y="4"/>
                    </a:cubicBezTo>
                    <a:cubicBezTo>
                      <a:pt x="66" y="5"/>
                      <a:pt x="65" y="6"/>
                      <a:pt x="64" y="7"/>
                    </a:cubicBezTo>
                    <a:cubicBezTo>
                      <a:pt x="57" y="13"/>
                      <a:pt x="47" y="14"/>
                      <a:pt x="44" y="21"/>
                    </a:cubicBezTo>
                    <a:cubicBezTo>
                      <a:pt x="39" y="29"/>
                      <a:pt x="45" y="46"/>
                      <a:pt x="41" y="44"/>
                    </a:cubicBezTo>
                    <a:cubicBezTo>
                      <a:pt x="37" y="42"/>
                      <a:pt x="27" y="44"/>
                      <a:pt x="20" y="49"/>
                    </a:cubicBezTo>
                    <a:cubicBezTo>
                      <a:pt x="19" y="49"/>
                      <a:pt x="19" y="49"/>
                      <a:pt x="19" y="50"/>
                    </a:cubicBezTo>
                    <a:cubicBezTo>
                      <a:pt x="19" y="51"/>
                      <a:pt x="20" y="54"/>
                      <a:pt x="14" y="59"/>
                    </a:cubicBezTo>
                    <a:cubicBezTo>
                      <a:pt x="12" y="61"/>
                      <a:pt x="11" y="62"/>
                      <a:pt x="9" y="63"/>
                    </a:cubicBezTo>
                    <a:cubicBezTo>
                      <a:pt x="0" y="77"/>
                      <a:pt x="0" y="96"/>
                      <a:pt x="13" y="114"/>
                    </a:cubicBezTo>
                    <a:cubicBezTo>
                      <a:pt x="27" y="132"/>
                      <a:pt x="46" y="139"/>
                      <a:pt x="66" y="138"/>
                    </a:cubicBezTo>
                    <a:cubicBezTo>
                      <a:pt x="86" y="138"/>
                      <a:pt x="107" y="140"/>
                      <a:pt x="122" y="140"/>
                    </a:cubicBezTo>
                    <a:cubicBezTo>
                      <a:pt x="137" y="140"/>
                      <a:pt x="146" y="141"/>
                      <a:pt x="152" y="133"/>
                    </a:cubicBezTo>
                    <a:cubicBezTo>
                      <a:pt x="158" y="123"/>
                      <a:pt x="156" y="112"/>
                      <a:pt x="144" y="8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2" name="Freeform 1169">
                <a:extLst>
                  <a:ext uri="{FF2B5EF4-FFF2-40B4-BE49-F238E27FC236}">
                    <a16:creationId xmlns:a16="http://schemas.microsoft.com/office/drawing/2014/main" id="{FD0D68BC-E0A1-4825-92FD-22DC4E96A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139"/>
                <a:ext cx="62" cy="90"/>
              </a:xfrm>
              <a:custGeom>
                <a:avLst/>
                <a:gdLst>
                  <a:gd name="T0" fmla="*/ 0 w 25"/>
                  <a:gd name="T1" fmla="*/ 630 h 34"/>
                  <a:gd name="T2" fmla="*/ 350 w 25"/>
                  <a:gd name="T3" fmla="*/ 463 h 34"/>
                  <a:gd name="T4" fmla="*/ 370 w 25"/>
                  <a:gd name="T5" fmla="*/ 447 h 34"/>
                  <a:gd name="T6" fmla="*/ 278 w 25"/>
                  <a:gd name="T7" fmla="*/ 0 h 34"/>
                  <a:gd name="T8" fmla="*/ 0 w 25"/>
                  <a:gd name="T9" fmla="*/ 596 h 34"/>
                  <a:gd name="T10" fmla="*/ 0 w 25"/>
                  <a:gd name="T11" fmla="*/ 596 h 34"/>
                  <a:gd name="T12" fmla="*/ 0 w 25"/>
                  <a:gd name="T13" fmla="*/ 63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4">
                    <a:moveTo>
                      <a:pt x="0" y="34"/>
                    </a:moveTo>
                    <a:cubicBezTo>
                      <a:pt x="6" y="32"/>
                      <a:pt x="15" y="29"/>
                      <a:pt x="23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2"/>
                      <a:pt x="25" y="5"/>
                      <a:pt x="18" y="0"/>
                    </a:cubicBezTo>
                    <a:cubicBezTo>
                      <a:pt x="19" y="17"/>
                      <a:pt x="11" y="29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3"/>
                      <a:pt x="0" y="34"/>
                      <a:pt x="0" y="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3" name="Freeform 1170">
                <a:extLst>
                  <a:ext uri="{FF2B5EF4-FFF2-40B4-BE49-F238E27FC236}">
                    <a16:creationId xmlns:a16="http://schemas.microsoft.com/office/drawing/2014/main" id="{D1C28EE2-35E0-47E4-B29F-BE3A5FA4E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224"/>
                <a:ext cx="13" cy="13"/>
              </a:xfrm>
              <a:custGeom>
                <a:avLst/>
                <a:gdLst>
                  <a:gd name="T0" fmla="*/ 21 w 5"/>
                  <a:gd name="T1" fmla="*/ 68 h 5"/>
                  <a:gd name="T2" fmla="*/ 68 w 5"/>
                  <a:gd name="T3" fmla="*/ 21 h 5"/>
                  <a:gd name="T4" fmla="*/ 21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2" y="5"/>
                      <a:pt x="5" y="3"/>
                      <a:pt x="4" y="1"/>
                    </a:cubicBezTo>
                    <a:cubicBezTo>
                      <a:pt x="3" y="0"/>
                      <a:pt x="0" y="2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4" name="Freeform 1171">
                <a:extLst>
                  <a:ext uri="{FF2B5EF4-FFF2-40B4-BE49-F238E27FC236}">
                    <a16:creationId xmlns:a16="http://schemas.microsoft.com/office/drawing/2014/main" id="{776C8FE0-FDF6-472D-8EB9-76243144A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227"/>
                <a:ext cx="50" cy="61"/>
              </a:xfrm>
              <a:custGeom>
                <a:avLst/>
                <a:gdLst>
                  <a:gd name="T0" fmla="*/ 188 w 20"/>
                  <a:gd name="T1" fmla="*/ 191 h 23"/>
                  <a:gd name="T2" fmla="*/ 50 w 20"/>
                  <a:gd name="T3" fmla="*/ 0 h 23"/>
                  <a:gd name="T4" fmla="*/ 0 w 20"/>
                  <a:gd name="T5" fmla="*/ 56 h 23"/>
                  <a:gd name="T6" fmla="*/ 158 w 20"/>
                  <a:gd name="T7" fmla="*/ 430 h 23"/>
                  <a:gd name="T8" fmla="*/ 158 w 20"/>
                  <a:gd name="T9" fmla="*/ 430 h 23"/>
                  <a:gd name="T10" fmla="*/ 250 w 20"/>
                  <a:gd name="T11" fmla="*/ 337 h 23"/>
                  <a:gd name="T12" fmla="*/ 313 w 20"/>
                  <a:gd name="T13" fmla="*/ 260 h 23"/>
                  <a:gd name="T14" fmla="*/ 188 w 20"/>
                  <a:gd name="T15" fmla="*/ 19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23">
                    <a:moveTo>
                      <a:pt x="12" y="10"/>
                    </a:moveTo>
                    <a:cubicBezTo>
                      <a:pt x="10" y="8"/>
                      <a:pt x="6" y="3"/>
                      <a:pt x="3" y="0"/>
                    </a:cubicBezTo>
                    <a:cubicBezTo>
                      <a:pt x="4" y="2"/>
                      <a:pt x="1" y="4"/>
                      <a:pt x="0" y="3"/>
                    </a:cubicBezTo>
                    <a:cubicBezTo>
                      <a:pt x="5" y="8"/>
                      <a:pt x="11" y="14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2" y="20"/>
                      <a:pt x="14" y="20"/>
                      <a:pt x="16" y="18"/>
                    </a:cubicBezTo>
                    <a:cubicBezTo>
                      <a:pt x="18" y="17"/>
                      <a:pt x="19" y="15"/>
                      <a:pt x="20" y="14"/>
                    </a:cubicBezTo>
                    <a:cubicBezTo>
                      <a:pt x="17" y="14"/>
                      <a:pt x="14" y="14"/>
                      <a:pt x="12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5" name="Freeform 1172">
                <a:extLst>
                  <a:ext uri="{FF2B5EF4-FFF2-40B4-BE49-F238E27FC236}">
                    <a16:creationId xmlns:a16="http://schemas.microsoft.com/office/drawing/2014/main" id="{B9152AA0-8F67-4135-979A-F51FFCE8A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288"/>
                <a:ext cx="27" cy="61"/>
              </a:xfrm>
              <a:custGeom>
                <a:avLst/>
                <a:gdLst>
                  <a:gd name="T0" fmla="*/ 0 w 11"/>
                  <a:gd name="T1" fmla="*/ 430 h 23"/>
                  <a:gd name="T2" fmla="*/ 150 w 1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0" y="23"/>
                    </a:moveTo>
                    <a:cubicBezTo>
                      <a:pt x="4" y="18"/>
                      <a:pt x="11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6" name="Freeform 1173">
                <a:extLst>
                  <a:ext uri="{FF2B5EF4-FFF2-40B4-BE49-F238E27FC236}">
                    <a16:creationId xmlns:a16="http://schemas.microsoft.com/office/drawing/2014/main" id="{90CFABEB-4C77-4247-8AA6-98516BF34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251"/>
                <a:ext cx="50" cy="34"/>
              </a:xfrm>
              <a:custGeom>
                <a:avLst/>
                <a:gdLst>
                  <a:gd name="T0" fmla="*/ 0 w 20"/>
                  <a:gd name="T1" fmla="*/ 233 h 13"/>
                  <a:gd name="T2" fmla="*/ 95 w 20"/>
                  <a:gd name="T3" fmla="*/ 144 h 13"/>
                  <a:gd name="T4" fmla="*/ 313 w 2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2" y="11"/>
                      <a:pt x="4" y="10"/>
                      <a:pt x="6" y="8"/>
                    </a:cubicBezTo>
                    <a:cubicBezTo>
                      <a:pt x="11" y="5"/>
                      <a:pt x="13" y="3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7" name="Freeform 1174">
                <a:extLst>
                  <a:ext uri="{FF2B5EF4-FFF2-40B4-BE49-F238E27FC236}">
                    <a16:creationId xmlns:a16="http://schemas.microsoft.com/office/drawing/2014/main" id="{FF4636B5-63AC-428B-B6A5-ABAAB9B7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299"/>
                <a:ext cx="18" cy="45"/>
              </a:xfrm>
              <a:custGeom>
                <a:avLst/>
                <a:gdLst>
                  <a:gd name="T0" fmla="*/ 0 w 7"/>
                  <a:gd name="T1" fmla="*/ 315 h 17"/>
                  <a:gd name="T2" fmla="*/ 54 w 7"/>
                  <a:gd name="T3" fmla="*/ 90 h 17"/>
                  <a:gd name="T4" fmla="*/ 118 w 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0" y="17"/>
                    </a:moveTo>
                    <a:cubicBezTo>
                      <a:pt x="1" y="11"/>
                      <a:pt x="1" y="9"/>
                      <a:pt x="3" y="5"/>
                    </a:cubicBezTo>
                    <a:cubicBezTo>
                      <a:pt x="4" y="3"/>
                      <a:pt x="6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8" name="Freeform 1175">
                <a:extLst>
                  <a:ext uri="{FF2B5EF4-FFF2-40B4-BE49-F238E27FC236}">
                    <a16:creationId xmlns:a16="http://schemas.microsoft.com/office/drawing/2014/main" id="{2A9A692E-7391-4A6C-8582-65A139EC1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272"/>
                <a:ext cx="12" cy="13"/>
              </a:xfrm>
              <a:custGeom>
                <a:avLst/>
                <a:gdLst>
                  <a:gd name="T0" fmla="*/ 58 w 5"/>
                  <a:gd name="T1" fmla="*/ 68 h 5"/>
                  <a:gd name="T2" fmla="*/ 0 w 5"/>
                  <a:gd name="T3" fmla="*/ 34 h 5"/>
                  <a:gd name="T4" fmla="*/ 58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5"/>
                      <a:pt x="0" y="3"/>
                      <a:pt x="0" y="2"/>
                    </a:cubicBezTo>
                    <a:cubicBezTo>
                      <a:pt x="1" y="0"/>
                      <a:pt x="5" y="2"/>
                      <a:pt x="4" y="4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79" name="Freeform 1176">
                <a:extLst>
                  <a:ext uri="{FF2B5EF4-FFF2-40B4-BE49-F238E27FC236}">
                    <a16:creationId xmlns:a16="http://schemas.microsoft.com/office/drawing/2014/main" id="{7D129116-7DA7-455B-99DE-FC375B342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229"/>
                <a:ext cx="22" cy="22"/>
              </a:xfrm>
              <a:custGeom>
                <a:avLst/>
                <a:gdLst>
                  <a:gd name="T0" fmla="*/ 90 w 9"/>
                  <a:gd name="T1" fmla="*/ 143 h 8"/>
                  <a:gd name="T2" fmla="*/ 12 w 9"/>
                  <a:gd name="T3" fmla="*/ 47 h 8"/>
                  <a:gd name="T4" fmla="*/ 90 w 9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6" y="7"/>
                    </a:moveTo>
                    <a:cubicBezTo>
                      <a:pt x="5" y="8"/>
                      <a:pt x="0" y="4"/>
                      <a:pt x="1" y="2"/>
                    </a:cubicBezTo>
                    <a:cubicBezTo>
                      <a:pt x="2" y="0"/>
                      <a:pt x="9" y="4"/>
                      <a:pt x="6" y="7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0" name="Freeform 1177">
                <a:extLst>
                  <a:ext uri="{FF2B5EF4-FFF2-40B4-BE49-F238E27FC236}">
                    <a16:creationId xmlns:a16="http://schemas.microsoft.com/office/drawing/2014/main" id="{F15CA937-27D4-46B4-8738-425B18797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272"/>
                <a:ext cx="22" cy="21"/>
              </a:xfrm>
              <a:custGeom>
                <a:avLst/>
                <a:gdLst>
                  <a:gd name="T0" fmla="*/ 90 w 9"/>
                  <a:gd name="T1" fmla="*/ 123 h 8"/>
                  <a:gd name="T2" fmla="*/ 12 w 9"/>
                  <a:gd name="T3" fmla="*/ 34 h 8"/>
                  <a:gd name="T4" fmla="*/ 90 w 9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6" y="7"/>
                    </a:moveTo>
                    <a:cubicBezTo>
                      <a:pt x="5" y="8"/>
                      <a:pt x="0" y="5"/>
                      <a:pt x="1" y="2"/>
                    </a:cubicBezTo>
                    <a:cubicBezTo>
                      <a:pt x="2" y="0"/>
                      <a:pt x="9" y="4"/>
                      <a:pt x="6" y="7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1" name="Freeform 1178">
                <a:extLst>
                  <a:ext uri="{FF2B5EF4-FFF2-40B4-BE49-F238E27FC236}">
                    <a16:creationId xmlns:a16="http://schemas.microsoft.com/office/drawing/2014/main" id="{F1DE8640-18E6-441E-BA99-B2A5E8682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275"/>
                <a:ext cx="23" cy="21"/>
              </a:xfrm>
              <a:custGeom>
                <a:avLst/>
                <a:gdLst>
                  <a:gd name="T0" fmla="*/ 118 w 9"/>
                  <a:gd name="T1" fmla="*/ 123 h 8"/>
                  <a:gd name="T2" fmla="*/ 20 w 9"/>
                  <a:gd name="T3" fmla="*/ 34 h 8"/>
                  <a:gd name="T4" fmla="*/ 118 w 9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5" y="8"/>
                      <a:pt x="0" y="5"/>
                      <a:pt x="1" y="2"/>
                    </a:cubicBezTo>
                    <a:cubicBezTo>
                      <a:pt x="2" y="0"/>
                      <a:pt x="9" y="3"/>
                      <a:pt x="7" y="7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2" name="Freeform 1179">
                <a:extLst>
                  <a:ext uri="{FF2B5EF4-FFF2-40B4-BE49-F238E27FC236}">
                    <a16:creationId xmlns:a16="http://schemas.microsoft.com/office/drawing/2014/main" id="{984BE28C-6EB4-431F-A744-AE6C73E70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243"/>
                <a:ext cx="23" cy="21"/>
              </a:xfrm>
              <a:custGeom>
                <a:avLst/>
                <a:gdLst>
                  <a:gd name="T0" fmla="*/ 118 w 9"/>
                  <a:gd name="T1" fmla="*/ 110 h 8"/>
                  <a:gd name="T2" fmla="*/ 20 w 9"/>
                  <a:gd name="T3" fmla="*/ 55 h 8"/>
                  <a:gd name="T4" fmla="*/ 118 w 9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6"/>
                    </a:moveTo>
                    <a:cubicBezTo>
                      <a:pt x="6" y="8"/>
                      <a:pt x="0" y="5"/>
                      <a:pt x="1" y="3"/>
                    </a:cubicBezTo>
                    <a:cubicBezTo>
                      <a:pt x="2" y="0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3" name="Freeform 1180">
                <a:extLst>
                  <a:ext uri="{FF2B5EF4-FFF2-40B4-BE49-F238E27FC236}">
                    <a16:creationId xmlns:a16="http://schemas.microsoft.com/office/drawing/2014/main" id="{7DD76D09-ABD0-4665-92FE-B4266D3AA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243"/>
                <a:ext cx="23" cy="24"/>
              </a:xfrm>
              <a:custGeom>
                <a:avLst/>
                <a:gdLst>
                  <a:gd name="T0" fmla="*/ 97 w 9"/>
                  <a:gd name="T1" fmla="*/ 149 h 9"/>
                  <a:gd name="T2" fmla="*/ 20 w 9"/>
                  <a:gd name="T3" fmla="*/ 35 h 9"/>
                  <a:gd name="T4" fmla="*/ 97 w 9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5" y="9"/>
                      <a:pt x="0" y="5"/>
                      <a:pt x="1" y="2"/>
                    </a:cubicBezTo>
                    <a:cubicBezTo>
                      <a:pt x="3" y="0"/>
                      <a:pt x="9" y="5"/>
                      <a:pt x="6" y="8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4" name="Freeform 1181">
                <a:extLst>
                  <a:ext uri="{FF2B5EF4-FFF2-40B4-BE49-F238E27FC236}">
                    <a16:creationId xmlns:a16="http://schemas.microsoft.com/office/drawing/2014/main" id="{6B1DF5D3-82B9-4DC5-8007-C9C66B6C4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280"/>
                <a:ext cx="20" cy="24"/>
              </a:xfrm>
              <a:custGeom>
                <a:avLst/>
                <a:gdLst>
                  <a:gd name="T0" fmla="*/ 63 w 8"/>
                  <a:gd name="T1" fmla="*/ 171 h 9"/>
                  <a:gd name="T2" fmla="*/ 33 w 8"/>
                  <a:gd name="T3" fmla="*/ 35 h 9"/>
                  <a:gd name="T4" fmla="*/ 63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4" y="9"/>
                    </a:moveTo>
                    <a:cubicBezTo>
                      <a:pt x="3" y="9"/>
                      <a:pt x="0" y="3"/>
                      <a:pt x="2" y="2"/>
                    </a:cubicBezTo>
                    <a:cubicBezTo>
                      <a:pt x="4" y="0"/>
                      <a:pt x="8" y="7"/>
                      <a:pt x="4" y="9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5" name="Freeform 1182">
                <a:extLst>
                  <a:ext uri="{FF2B5EF4-FFF2-40B4-BE49-F238E27FC236}">
                    <a16:creationId xmlns:a16="http://schemas.microsoft.com/office/drawing/2014/main" id="{B98D3314-AC64-4D5F-8E3F-FBD408A3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360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4" y="0"/>
                      <a:pt x="9" y="5"/>
                      <a:pt x="7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6" name="Freeform 1183">
                <a:extLst>
                  <a:ext uri="{FF2B5EF4-FFF2-40B4-BE49-F238E27FC236}">
                    <a16:creationId xmlns:a16="http://schemas.microsoft.com/office/drawing/2014/main" id="{888C1BF3-CCD1-4B3C-B0A9-5CF5CD2B0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403"/>
                <a:ext cx="20" cy="21"/>
              </a:xfrm>
              <a:custGeom>
                <a:avLst/>
                <a:gdLst>
                  <a:gd name="T0" fmla="*/ 33 w 8"/>
                  <a:gd name="T1" fmla="*/ 21 h 8"/>
                  <a:gd name="T2" fmla="*/ 113 w 8"/>
                  <a:gd name="T3" fmla="*/ 110 h 8"/>
                  <a:gd name="T4" fmla="*/ 33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8" y="4"/>
                      <a:pt x="7" y="6"/>
                    </a:cubicBezTo>
                    <a:cubicBezTo>
                      <a:pt x="5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7" name="Freeform 1184">
                <a:extLst>
                  <a:ext uri="{FF2B5EF4-FFF2-40B4-BE49-F238E27FC236}">
                    <a16:creationId xmlns:a16="http://schemas.microsoft.com/office/drawing/2014/main" id="{B07AEA74-1246-4AD6-85F2-C9092BD0C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01"/>
                <a:ext cx="22" cy="24"/>
              </a:xfrm>
              <a:custGeom>
                <a:avLst/>
                <a:gdLst>
                  <a:gd name="T0" fmla="*/ 29 w 9"/>
                  <a:gd name="T1" fmla="*/ 21 h 9"/>
                  <a:gd name="T2" fmla="*/ 132 w 9"/>
                  <a:gd name="T3" fmla="*/ 115 h 9"/>
                  <a:gd name="T4" fmla="*/ 29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3" y="0"/>
                      <a:pt x="9" y="3"/>
                      <a:pt x="9" y="6"/>
                    </a:cubicBezTo>
                    <a:cubicBezTo>
                      <a:pt x="8" y="9"/>
                      <a:pt x="0" y="5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8" name="Freeform 1185">
                <a:extLst>
                  <a:ext uri="{FF2B5EF4-FFF2-40B4-BE49-F238E27FC236}">
                    <a16:creationId xmlns:a16="http://schemas.microsoft.com/office/drawing/2014/main" id="{B55F96B0-F177-42BF-9F9C-B3D385BF5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533"/>
                <a:ext cx="20" cy="19"/>
              </a:xfrm>
              <a:custGeom>
                <a:avLst/>
                <a:gdLst>
                  <a:gd name="T0" fmla="*/ 33 w 8"/>
                  <a:gd name="T1" fmla="*/ 22 h 7"/>
                  <a:gd name="T2" fmla="*/ 113 w 8"/>
                  <a:gd name="T3" fmla="*/ 103 h 7"/>
                  <a:gd name="T4" fmla="*/ 33 w 8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8" y="3"/>
                      <a:pt x="7" y="5"/>
                    </a:cubicBezTo>
                    <a:cubicBezTo>
                      <a:pt x="6" y="7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89" name="Freeform 1186">
                <a:extLst>
                  <a:ext uri="{FF2B5EF4-FFF2-40B4-BE49-F238E27FC236}">
                    <a16:creationId xmlns:a16="http://schemas.microsoft.com/office/drawing/2014/main" id="{8E55953E-6737-47AB-BF1C-4E8DCF825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363"/>
                <a:ext cx="23" cy="21"/>
              </a:xfrm>
              <a:custGeom>
                <a:avLst/>
                <a:gdLst>
                  <a:gd name="T0" fmla="*/ 51 w 9"/>
                  <a:gd name="T1" fmla="*/ 21 h 8"/>
                  <a:gd name="T2" fmla="*/ 118 w 9"/>
                  <a:gd name="T3" fmla="*/ 110 h 8"/>
                  <a:gd name="T4" fmla="*/ 51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1"/>
                    </a:moveTo>
                    <a:cubicBezTo>
                      <a:pt x="5" y="0"/>
                      <a:pt x="9" y="4"/>
                      <a:pt x="7" y="6"/>
                    </a:cubicBezTo>
                    <a:cubicBezTo>
                      <a:pt x="6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0" name="Freeform 1187">
                <a:extLst>
                  <a:ext uri="{FF2B5EF4-FFF2-40B4-BE49-F238E27FC236}">
                    <a16:creationId xmlns:a16="http://schemas.microsoft.com/office/drawing/2014/main" id="{EB62B5C5-9983-4BB0-9A86-1DC80EF42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333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83 w 6"/>
                  <a:gd name="T3" fmla="*/ 77 h 6"/>
                  <a:gd name="T4" fmla="*/ 33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6" y="3"/>
                      <a:pt x="5" y="4"/>
                    </a:cubicBezTo>
                    <a:cubicBezTo>
                      <a:pt x="4" y="6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1" name="Freeform 1188">
                <a:extLst>
                  <a:ext uri="{FF2B5EF4-FFF2-40B4-BE49-F238E27FC236}">
                    <a16:creationId xmlns:a16="http://schemas.microsoft.com/office/drawing/2014/main" id="{982DDA3C-3A68-437E-9F00-B0F8470B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293"/>
                <a:ext cx="12" cy="14"/>
              </a:xfrm>
              <a:custGeom>
                <a:avLst/>
                <a:gdLst>
                  <a:gd name="T0" fmla="*/ 41 w 5"/>
                  <a:gd name="T1" fmla="*/ 0 h 5"/>
                  <a:gd name="T2" fmla="*/ 58 w 5"/>
                  <a:gd name="T3" fmla="*/ 87 h 5"/>
                  <a:gd name="T4" fmla="*/ 4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4" y="0"/>
                      <a:pt x="5" y="3"/>
                      <a:pt x="4" y="4"/>
                    </a:cubicBezTo>
                    <a:cubicBezTo>
                      <a:pt x="2" y="5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2" name="Freeform 1189">
                <a:extLst>
                  <a:ext uri="{FF2B5EF4-FFF2-40B4-BE49-F238E27FC236}">
                    <a16:creationId xmlns:a16="http://schemas.microsoft.com/office/drawing/2014/main" id="{5195593F-0A4D-495A-8592-13DB6E05B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256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55 h 5"/>
                  <a:gd name="T4" fmla="*/ 21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4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3" name="Freeform 1190">
                <a:extLst>
                  <a:ext uri="{FF2B5EF4-FFF2-40B4-BE49-F238E27FC236}">
                    <a16:creationId xmlns:a16="http://schemas.microsoft.com/office/drawing/2014/main" id="{5D25357C-BD89-4A28-A942-B33476C1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509"/>
                <a:ext cx="13" cy="14"/>
              </a:xfrm>
              <a:custGeom>
                <a:avLst/>
                <a:gdLst>
                  <a:gd name="T0" fmla="*/ 0 w 5"/>
                  <a:gd name="T1" fmla="*/ 22 h 5"/>
                  <a:gd name="T2" fmla="*/ 68 w 5"/>
                  <a:gd name="T3" fmla="*/ 62 h 5"/>
                  <a:gd name="T4" fmla="*/ 0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5" y="2"/>
                      <a:pt x="4" y="3"/>
                    </a:cubicBezTo>
                    <a:cubicBezTo>
                      <a:pt x="4" y="5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4" name="Freeform 1191">
                <a:extLst>
                  <a:ext uri="{FF2B5EF4-FFF2-40B4-BE49-F238E27FC236}">
                    <a16:creationId xmlns:a16="http://schemas.microsoft.com/office/drawing/2014/main" id="{7D7DAFEE-5C2C-4160-AAE8-63C8A108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557"/>
                <a:ext cx="12" cy="8"/>
              </a:xfrm>
              <a:custGeom>
                <a:avLst/>
                <a:gdLst>
                  <a:gd name="T0" fmla="*/ 0 w 5"/>
                  <a:gd name="T1" fmla="*/ 21 h 3"/>
                  <a:gd name="T2" fmla="*/ 58 w 5"/>
                  <a:gd name="T3" fmla="*/ 21 h 3"/>
                  <a:gd name="T4" fmla="*/ 0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0" y="0"/>
                      <a:pt x="4" y="0"/>
                      <a:pt x="4" y="1"/>
                    </a:cubicBezTo>
                    <a:cubicBezTo>
                      <a:pt x="5" y="3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5" name="Freeform 1192">
                <a:extLst>
                  <a:ext uri="{FF2B5EF4-FFF2-40B4-BE49-F238E27FC236}">
                    <a16:creationId xmlns:a16="http://schemas.microsoft.com/office/drawing/2014/main" id="{16F0976B-D7FE-41DA-8F97-BE8EA64D0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536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70 w 5"/>
                  <a:gd name="T3" fmla="*/ 61 h 4"/>
                  <a:gd name="T4" fmla="*/ 12 w 5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5" y="1"/>
                      <a:pt x="5" y="3"/>
                    </a:cubicBezTo>
                    <a:cubicBezTo>
                      <a:pt x="4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6" name="Freeform 1193">
                <a:extLst>
                  <a:ext uri="{FF2B5EF4-FFF2-40B4-BE49-F238E27FC236}">
                    <a16:creationId xmlns:a16="http://schemas.microsoft.com/office/drawing/2014/main" id="{6E0ED4CF-B04E-4331-89A9-5A2C53368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483"/>
                <a:ext cx="13" cy="16"/>
              </a:xfrm>
              <a:custGeom>
                <a:avLst/>
                <a:gdLst>
                  <a:gd name="T0" fmla="*/ 21 w 5"/>
                  <a:gd name="T1" fmla="*/ 21 h 6"/>
                  <a:gd name="T2" fmla="*/ 68 w 5"/>
                  <a:gd name="T3" fmla="*/ 77 h 6"/>
                  <a:gd name="T4" fmla="*/ 21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6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7" name="Freeform 1194">
                <a:extLst>
                  <a:ext uri="{FF2B5EF4-FFF2-40B4-BE49-F238E27FC236}">
                    <a16:creationId xmlns:a16="http://schemas.microsoft.com/office/drawing/2014/main" id="{FB66D42F-DDC6-4AFE-B6F2-1108CAD9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20"/>
                <a:ext cx="22" cy="24"/>
              </a:xfrm>
              <a:custGeom>
                <a:avLst/>
                <a:gdLst>
                  <a:gd name="T0" fmla="*/ 59 w 9"/>
                  <a:gd name="T1" fmla="*/ 21 h 9"/>
                  <a:gd name="T2" fmla="*/ 103 w 9"/>
                  <a:gd name="T3" fmla="*/ 136 h 9"/>
                  <a:gd name="T4" fmla="*/ 59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5" y="0"/>
                      <a:pt x="9" y="6"/>
                      <a:pt x="7" y="7"/>
                    </a:cubicBezTo>
                    <a:cubicBezTo>
                      <a:pt x="5" y="9"/>
                      <a:pt x="0" y="3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8" name="Freeform 1195">
                <a:extLst>
                  <a:ext uri="{FF2B5EF4-FFF2-40B4-BE49-F238E27FC236}">
                    <a16:creationId xmlns:a16="http://schemas.microsoft.com/office/drawing/2014/main" id="{2274766A-D53D-4805-B4F2-516A43A14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317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15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4"/>
                      <a:pt x="7" y="6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99" name="Freeform 1196">
                <a:extLst>
                  <a:ext uri="{FF2B5EF4-FFF2-40B4-BE49-F238E27FC236}">
                    <a16:creationId xmlns:a16="http://schemas.microsoft.com/office/drawing/2014/main" id="{A0C31FAF-5045-435F-9478-62622932A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312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20 w 9"/>
                  <a:gd name="T3" fmla="*/ 115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4"/>
                      <a:pt x="8" y="6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0" name="Freeform 1197">
                <a:extLst>
                  <a:ext uri="{FF2B5EF4-FFF2-40B4-BE49-F238E27FC236}">
                    <a16:creationId xmlns:a16="http://schemas.microsoft.com/office/drawing/2014/main" id="{EC70EDF2-42F2-46DC-8E71-E5CFF9F20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317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20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8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1" name="Freeform 1198">
                <a:extLst>
                  <a:ext uri="{FF2B5EF4-FFF2-40B4-BE49-F238E27FC236}">
                    <a16:creationId xmlns:a16="http://schemas.microsoft.com/office/drawing/2014/main" id="{0AD22FC3-7C42-402B-A5C2-8D1B11364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349"/>
                <a:ext cx="23" cy="24"/>
              </a:xfrm>
              <a:custGeom>
                <a:avLst/>
                <a:gdLst>
                  <a:gd name="T0" fmla="*/ 33 w 9"/>
                  <a:gd name="T1" fmla="*/ 21 h 9"/>
                  <a:gd name="T2" fmla="*/ 118 w 9"/>
                  <a:gd name="T3" fmla="*/ 136 h 9"/>
                  <a:gd name="T4" fmla="*/ 33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9" y="4"/>
                      <a:pt x="7" y="7"/>
                    </a:cubicBezTo>
                    <a:cubicBezTo>
                      <a:pt x="6" y="9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2" name="Freeform 1199">
                <a:extLst>
                  <a:ext uri="{FF2B5EF4-FFF2-40B4-BE49-F238E27FC236}">
                    <a16:creationId xmlns:a16="http://schemas.microsoft.com/office/drawing/2014/main" id="{C762BFFE-1639-453A-9B45-B1A223DB9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357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6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3" name="Freeform 1200">
                <a:extLst>
                  <a:ext uri="{FF2B5EF4-FFF2-40B4-BE49-F238E27FC236}">
                    <a16:creationId xmlns:a16="http://schemas.microsoft.com/office/drawing/2014/main" id="{13CD85EE-7E23-4806-8D0C-78D0B7C2E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280"/>
                <a:ext cx="20" cy="21"/>
              </a:xfrm>
              <a:custGeom>
                <a:avLst/>
                <a:gdLst>
                  <a:gd name="T0" fmla="*/ 33 w 8"/>
                  <a:gd name="T1" fmla="*/ 21 h 8"/>
                  <a:gd name="T2" fmla="*/ 113 w 8"/>
                  <a:gd name="T3" fmla="*/ 110 h 8"/>
                  <a:gd name="T4" fmla="*/ 33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8" y="3"/>
                      <a:pt x="7" y="6"/>
                    </a:cubicBezTo>
                    <a:cubicBezTo>
                      <a:pt x="6" y="8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4" name="Freeform 1201">
                <a:extLst>
                  <a:ext uri="{FF2B5EF4-FFF2-40B4-BE49-F238E27FC236}">
                    <a16:creationId xmlns:a16="http://schemas.microsoft.com/office/drawing/2014/main" id="{EBED016D-27B8-45C3-ABE0-2F6D855B9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488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15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4"/>
                      <a:pt x="7" y="6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5" name="Freeform 1202">
                <a:extLst>
                  <a:ext uri="{FF2B5EF4-FFF2-40B4-BE49-F238E27FC236}">
                    <a16:creationId xmlns:a16="http://schemas.microsoft.com/office/drawing/2014/main" id="{DB453F2D-8C95-4C5F-97DB-C92AB888D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488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20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8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6" name="Freeform 1203">
                <a:extLst>
                  <a:ext uri="{FF2B5EF4-FFF2-40B4-BE49-F238E27FC236}">
                    <a16:creationId xmlns:a16="http://schemas.microsoft.com/office/drawing/2014/main" id="{5A125CF0-4D96-46ED-AB40-2CCB3B79A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445"/>
                <a:ext cx="23" cy="22"/>
              </a:xfrm>
              <a:custGeom>
                <a:avLst/>
                <a:gdLst>
                  <a:gd name="T0" fmla="*/ 51 w 9"/>
                  <a:gd name="T1" fmla="*/ 22 h 8"/>
                  <a:gd name="T2" fmla="*/ 130 w 9"/>
                  <a:gd name="T3" fmla="*/ 129 h 8"/>
                  <a:gd name="T4" fmla="*/ 51 w 9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1"/>
                    </a:moveTo>
                    <a:cubicBezTo>
                      <a:pt x="4" y="0"/>
                      <a:pt x="9" y="4"/>
                      <a:pt x="8" y="6"/>
                    </a:cubicBezTo>
                    <a:cubicBezTo>
                      <a:pt x="6" y="8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7" name="Freeform 1204">
                <a:extLst>
                  <a:ext uri="{FF2B5EF4-FFF2-40B4-BE49-F238E27FC236}">
                    <a16:creationId xmlns:a16="http://schemas.microsoft.com/office/drawing/2014/main" id="{B6D3C3EF-EB44-4F7E-9282-36A0E3FA8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424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8" name="Freeform 1205">
                <a:extLst>
                  <a:ext uri="{FF2B5EF4-FFF2-40B4-BE49-F238E27FC236}">
                    <a16:creationId xmlns:a16="http://schemas.microsoft.com/office/drawing/2014/main" id="{0BC23DC2-2ACD-4F2C-A0D5-7C02EF8FC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77"/>
                <a:ext cx="20" cy="22"/>
              </a:xfrm>
              <a:custGeom>
                <a:avLst/>
                <a:gdLst>
                  <a:gd name="T0" fmla="*/ 33 w 8"/>
                  <a:gd name="T1" fmla="*/ 22 h 8"/>
                  <a:gd name="T2" fmla="*/ 113 w 8"/>
                  <a:gd name="T3" fmla="*/ 129 h 8"/>
                  <a:gd name="T4" fmla="*/ 33 w 8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8" y="4"/>
                      <a:pt x="7" y="6"/>
                    </a:cubicBezTo>
                    <a:cubicBezTo>
                      <a:pt x="6" y="8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09" name="Freeform 1206">
                <a:extLst>
                  <a:ext uri="{FF2B5EF4-FFF2-40B4-BE49-F238E27FC236}">
                    <a16:creationId xmlns:a16="http://schemas.microsoft.com/office/drawing/2014/main" id="{FFF65F71-00FC-497D-90C0-A40E0BC63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515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118 w 7"/>
                  <a:gd name="T3" fmla="*/ 67 h 7"/>
                  <a:gd name="T4" fmla="*/ 0 w 7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7" y="2"/>
                      <a:pt x="7" y="4"/>
                    </a:cubicBezTo>
                    <a:cubicBezTo>
                      <a:pt x="7" y="7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0" name="Freeform 1207">
                <a:extLst>
                  <a:ext uri="{FF2B5EF4-FFF2-40B4-BE49-F238E27FC236}">
                    <a16:creationId xmlns:a16="http://schemas.microsoft.com/office/drawing/2014/main" id="{D203494D-7EB5-4836-9224-2973917EC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440"/>
                <a:ext cx="20" cy="21"/>
              </a:xfrm>
              <a:custGeom>
                <a:avLst/>
                <a:gdLst>
                  <a:gd name="T0" fmla="*/ 33 w 8"/>
                  <a:gd name="T1" fmla="*/ 21 h 8"/>
                  <a:gd name="T2" fmla="*/ 113 w 8"/>
                  <a:gd name="T3" fmla="*/ 110 h 8"/>
                  <a:gd name="T4" fmla="*/ 33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8" y="4"/>
                      <a:pt x="7" y="6"/>
                    </a:cubicBezTo>
                    <a:cubicBezTo>
                      <a:pt x="5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1" name="Freeform 1208">
                <a:extLst>
                  <a:ext uri="{FF2B5EF4-FFF2-40B4-BE49-F238E27FC236}">
                    <a16:creationId xmlns:a16="http://schemas.microsoft.com/office/drawing/2014/main" id="{3790E714-B101-4907-A65F-B88830C10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435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2" name="Freeform 1209">
                <a:extLst>
                  <a:ext uri="{FF2B5EF4-FFF2-40B4-BE49-F238E27FC236}">
                    <a16:creationId xmlns:a16="http://schemas.microsoft.com/office/drawing/2014/main" id="{EC220BEA-D7E5-4D7B-9553-E80044E8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480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103 h 7"/>
                  <a:gd name="T4" fmla="*/ 33 w 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7" y="3"/>
                      <a:pt x="6" y="5"/>
                    </a:cubicBezTo>
                    <a:cubicBezTo>
                      <a:pt x="5" y="7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3" name="Freeform 1210">
                <a:extLst>
                  <a:ext uri="{FF2B5EF4-FFF2-40B4-BE49-F238E27FC236}">
                    <a16:creationId xmlns:a16="http://schemas.microsoft.com/office/drawing/2014/main" id="{4A7D6E24-8893-4106-8467-71E80A8F4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533"/>
                <a:ext cx="15" cy="14"/>
              </a:xfrm>
              <a:custGeom>
                <a:avLst/>
                <a:gdLst>
                  <a:gd name="T0" fmla="*/ 20 w 6"/>
                  <a:gd name="T1" fmla="*/ 22 h 5"/>
                  <a:gd name="T2" fmla="*/ 95 w 6"/>
                  <a:gd name="T3" fmla="*/ 62 h 5"/>
                  <a:gd name="T4" fmla="*/ 20 w 6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6" y="1"/>
                      <a:pt x="6" y="3"/>
                    </a:cubicBezTo>
                    <a:cubicBezTo>
                      <a:pt x="6" y="5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4" name="Freeform 1211">
                <a:extLst>
                  <a:ext uri="{FF2B5EF4-FFF2-40B4-BE49-F238E27FC236}">
                    <a16:creationId xmlns:a16="http://schemas.microsoft.com/office/drawing/2014/main" id="{AFA51FFD-0E15-4A14-A2F2-663C1F46B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485"/>
                <a:ext cx="23" cy="22"/>
              </a:xfrm>
              <a:custGeom>
                <a:avLst/>
                <a:gdLst>
                  <a:gd name="T0" fmla="*/ 51 w 9"/>
                  <a:gd name="T1" fmla="*/ 0 h 8"/>
                  <a:gd name="T2" fmla="*/ 118 w 9"/>
                  <a:gd name="T3" fmla="*/ 129 h 8"/>
                  <a:gd name="T4" fmla="*/ 51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5" y="0"/>
                      <a:pt x="9" y="4"/>
                      <a:pt x="7" y="6"/>
                    </a:cubicBezTo>
                    <a:cubicBezTo>
                      <a:pt x="6" y="8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5" name="Freeform 1212">
                <a:extLst>
                  <a:ext uri="{FF2B5EF4-FFF2-40B4-BE49-F238E27FC236}">
                    <a16:creationId xmlns:a16="http://schemas.microsoft.com/office/drawing/2014/main" id="{B9E67351-3B9D-4F04-B91B-E3A774FB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555"/>
                <a:ext cx="20" cy="16"/>
              </a:xfrm>
              <a:custGeom>
                <a:avLst/>
                <a:gdLst>
                  <a:gd name="T0" fmla="*/ 0 w 8"/>
                  <a:gd name="T1" fmla="*/ 35 h 6"/>
                  <a:gd name="T2" fmla="*/ 113 w 8"/>
                  <a:gd name="T3" fmla="*/ 35 h 6"/>
                  <a:gd name="T4" fmla="*/ 0 w 8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2"/>
                    </a:moveTo>
                    <a:cubicBezTo>
                      <a:pt x="0" y="0"/>
                      <a:pt x="6" y="0"/>
                      <a:pt x="7" y="2"/>
                    </a:cubicBezTo>
                    <a:cubicBezTo>
                      <a:pt x="8" y="5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6" name="Freeform 1213">
                <a:extLst>
                  <a:ext uri="{FF2B5EF4-FFF2-40B4-BE49-F238E27FC236}">
                    <a16:creationId xmlns:a16="http://schemas.microsoft.com/office/drawing/2014/main" id="{644F2801-C99C-4AF0-B1D8-B127FA516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23"/>
                <a:ext cx="23" cy="21"/>
              </a:xfrm>
              <a:custGeom>
                <a:avLst/>
                <a:gdLst>
                  <a:gd name="T0" fmla="*/ 33 w 9"/>
                  <a:gd name="T1" fmla="*/ 34 h 8"/>
                  <a:gd name="T2" fmla="*/ 130 w 9"/>
                  <a:gd name="T3" fmla="*/ 89 h 8"/>
                  <a:gd name="T4" fmla="*/ 33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3" y="0"/>
                      <a:pt x="9" y="3"/>
                      <a:pt x="8" y="5"/>
                    </a:cubicBezTo>
                    <a:cubicBezTo>
                      <a:pt x="8" y="8"/>
                      <a:pt x="0" y="5"/>
                      <a:pt x="2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7" name="Freeform 1214">
                <a:extLst>
                  <a:ext uri="{FF2B5EF4-FFF2-40B4-BE49-F238E27FC236}">
                    <a16:creationId xmlns:a16="http://schemas.microsoft.com/office/drawing/2014/main" id="{EE3D5D7A-62AE-4FF2-98EA-9C08CF399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459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8" name="Freeform 1215">
                <a:extLst>
                  <a:ext uri="{FF2B5EF4-FFF2-40B4-BE49-F238E27FC236}">
                    <a16:creationId xmlns:a16="http://schemas.microsoft.com/office/drawing/2014/main" id="{0733D47C-8E50-47AF-8E24-93D6AB336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440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4" y="0"/>
                      <a:pt x="9" y="4"/>
                      <a:pt x="7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19" name="Freeform 1216">
                <a:extLst>
                  <a:ext uri="{FF2B5EF4-FFF2-40B4-BE49-F238E27FC236}">
                    <a16:creationId xmlns:a16="http://schemas.microsoft.com/office/drawing/2014/main" id="{7C1BD35B-38BA-4EEE-B51B-D29F2A3EC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525"/>
                <a:ext cx="17" cy="16"/>
              </a:xfrm>
              <a:custGeom>
                <a:avLst/>
                <a:gdLst>
                  <a:gd name="T0" fmla="*/ 0 w 7"/>
                  <a:gd name="T1" fmla="*/ 35 h 6"/>
                  <a:gd name="T2" fmla="*/ 100 w 7"/>
                  <a:gd name="T3" fmla="*/ 77 h 6"/>
                  <a:gd name="T4" fmla="*/ 0 w 7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0"/>
                      <a:pt x="7" y="1"/>
                      <a:pt x="7" y="4"/>
                    </a:cubicBezTo>
                    <a:cubicBezTo>
                      <a:pt x="7" y="6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0" name="Freeform 1217">
                <a:extLst>
                  <a:ext uri="{FF2B5EF4-FFF2-40B4-BE49-F238E27FC236}">
                    <a16:creationId xmlns:a16="http://schemas.microsoft.com/office/drawing/2014/main" id="{BAB19A65-F02A-4918-A97A-83772FCAC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541"/>
                <a:ext cx="12" cy="11"/>
              </a:xfrm>
              <a:custGeom>
                <a:avLst/>
                <a:gdLst>
                  <a:gd name="T0" fmla="*/ 0 w 5"/>
                  <a:gd name="T1" fmla="*/ 22 h 4"/>
                  <a:gd name="T2" fmla="*/ 58 w 5"/>
                  <a:gd name="T3" fmla="*/ 22 h 4"/>
                  <a:gd name="T4" fmla="*/ 0 w 5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0"/>
                      <a:pt x="4" y="0"/>
                      <a:pt x="4" y="1"/>
                    </a:cubicBezTo>
                    <a:cubicBezTo>
                      <a:pt x="5" y="3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1" name="Freeform 1218">
                <a:extLst>
                  <a:ext uri="{FF2B5EF4-FFF2-40B4-BE49-F238E27FC236}">
                    <a16:creationId xmlns:a16="http://schemas.microsoft.com/office/drawing/2014/main" id="{9ED94A8E-65D7-40BA-AC95-C811C5CA8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568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88 w 5"/>
                  <a:gd name="T3" fmla="*/ 34 h 5"/>
                  <a:gd name="T4" fmla="*/ 0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4" y="0"/>
                      <a:pt x="5" y="2"/>
                    </a:cubicBezTo>
                    <a:cubicBezTo>
                      <a:pt x="5" y="3"/>
                      <a:pt x="1" y="5"/>
                      <a:pt x="0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2" name="Freeform 1219">
                <a:extLst>
                  <a:ext uri="{FF2B5EF4-FFF2-40B4-BE49-F238E27FC236}">
                    <a16:creationId xmlns:a16="http://schemas.microsoft.com/office/drawing/2014/main" id="{0FAF2CBB-2EFA-4BAC-87EC-473A8C10B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568"/>
                <a:ext cx="13" cy="11"/>
              </a:xfrm>
              <a:custGeom>
                <a:avLst/>
                <a:gdLst>
                  <a:gd name="T0" fmla="*/ 0 w 5"/>
                  <a:gd name="T1" fmla="*/ 47 h 4"/>
                  <a:gd name="T2" fmla="*/ 68 w 5"/>
                  <a:gd name="T3" fmla="*/ 22 h 4"/>
                  <a:gd name="T4" fmla="*/ 0 w 5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0"/>
                      <a:pt x="4" y="0"/>
                      <a:pt x="4" y="1"/>
                    </a:cubicBezTo>
                    <a:cubicBezTo>
                      <a:pt x="5" y="3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3" name="Freeform 1220">
                <a:extLst>
                  <a:ext uri="{FF2B5EF4-FFF2-40B4-BE49-F238E27FC236}">
                    <a16:creationId xmlns:a16="http://schemas.microsoft.com/office/drawing/2014/main" id="{E44B0912-5280-4C99-8B96-1CD5E4C4E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547"/>
                <a:ext cx="20" cy="16"/>
              </a:xfrm>
              <a:custGeom>
                <a:avLst/>
                <a:gdLst>
                  <a:gd name="T0" fmla="*/ 0 w 8"/>
                  <a:gd name="T1" fmla="*/ 35 h 6"/>
                  <a:gd name="T2" fmla="*/ 113 w 8"/>
                  <a:gd name="T3" fmla="*/ 56 h 6"/>
                  <a:gd name="T4" fmla="*/ 0 w 8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2"/>
                    </a:moveTo>
                    <a:cubicBezTo>
                      <a:pt x="1" y="0"/>
                      <a:pt x="7" y="1"/>
                      <a:pt x="7" y="3"/>
                    </a:cubicBezTo>
                    <a:cubicBezTo>
                      <a:pt x="8" y="6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4" name="Freeform 1221">
                <a:extLst>
                  <a:ext uri="{FF2B5EF4-FFF2-40B4-BE49-F238E27FC236}">
                    <a16:creationId xmlns:a16="http://schemas.microsoft.com/office/drawing/2014/main" id="{58814996-2557-4972-BF75-C850F0660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493"/>
                <a:ext cx="20" cy="24"/>
              </a:xfrm>
              <a:custGeom>
                <a:avLst/>
                <a:gdLst>
                  <a:gd name="T0" fmla="*/ 63 w 8"/>
                  <a:gd name="T1" fmla="*/ 149 h 9"/>
                  <a:gd name="T2" fmla="*/ 33 w 8"/>
                  <a:gd name="T3" fmla="*/ 35 h 9"/>
                  <a:gd name="T4" fmla="*/ 63 w 8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4" y="8"/>
                    </a:moveTo>
                    <a:cubicBezTo>
                      <a:pt x="3" y="9"/>
                      <a:pt x="0" y="3"/>
                      <a:pt x="2" y="2"/>
                    </a:cubicBezTo>
                    <a:cubicBezTo>
                      <a:pt x="4" y="0"/>
                      <a:pt x="8" y="6"/>
                      <a:pt x="4" y="8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5" name="Freeform 1222">
                <a:extLst>
                  <a:ext uri="{FF2B5EF4-FFF2-40B4-BE49-F238E27FC236}">
                    <a16:creationId xmlns:a16="http://schemas.microsoft.com/office/drawing/2014/main" id="{52C5C266-D43C-4EB9-A0DD-6F1B570BA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405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4" y="0"/>
                      <a:pt x="9" y="5"/>
                      <a:pt x="7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6" name="Freeform 1223">
                <a:extLst>
                  <a:ext uri="{FF2B5EF4-FFF2-40B4-BE49-F238E27FC236}">
                    <a16:creationId xmlns:a16="http://schemas.microsoft.com/office/drawing/2014/main" id="{D59E75E6-C333-49BE-A0C0-BF149EDA9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365"/>
                <a:ext cx="23" cy="24"/>
              </a:xfrm>
              <a:custGeom>
                <a:avLst/>
                <a:gdLst>
                  <a:gd name="T0" fmla="*/ 51 w 9"/>
                  <a:gd name="T1" fmla="*/ 0 h 9"/>
                  <a:gd name="T2" fmla="*/ 118 w 9"/>
                  <a:gd name="T3" fmla="*/ 136 h 9"/>
                  <a:gd name="T4" fmla="*/ 5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7" name="Freeform 1224">
                <a:extLst>
                  <a:ext uri="{FF2B5EF4-FFF2-40B4-BE49-F238E27FC236}">
                    <a16:creationId xmlns:a16="http://schemas.microsoft.com/office/drawing/2014/main" id="{3705F0CB-BAEB-4271-B4AE-179616226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400"/>
                <a:ext cx="18" cy="24"/>
              </a:xfrm>
              <a:custGeom>
                <a:avLst/>
                <a:gdLst>
                  <a:gd name="T0" fmla="*/ 54 w 7"/>
                  <a:gd name="T1" fmla="*/ 21 h 9"/>
                  <a:gd name="T2" fmla="*/ 100 w 7"/>
                  <a:gd name="T3" fmla="*/ 115 h 9"/>
                  <a:gd name="T4" fmla="*/ 54 w 7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3" y="1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5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8" name="Freeform 1225">
                <a:extLst>
                  <a:ext uri="{FF2B5EF4-FFF2-40B4-BE49-F238E27FC236}">
                    <a16:creationId xmlns:a16="http://schemas.microsoft.com/office/drawing/2014/main" id="{C91C2F93-604E-4670-AE0E-D79ECBB2C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395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83 w 6"/>
                  <a:gd name="T3" fmla="*/ 77 h 6"/>
                  <a:gd name="T4" fmla="*/ 33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6" y="3"/>
                      <a:pt x="5" y="4"/>
                    </a:cubicBezTo>
                    <a:cubicBezTo>
                      <a:pt x="4" y="6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29" name="Freeform 1226">
                <a:extLst>
                  <a:ext uri="{FF2B5EF4-FFF2-40B4-BE49-F238E27FC236}">
                    <a16:creationId xmlns:a16="http://schemas.microsoft.com/office/drawing/2014/main" id="{63EE22EC-2884-4DEC-A5C7-2A45C18EC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408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0" name="Freeform 1227">
                <a:extLst>
                  <a:ext uri="{FF2B5EF4-FFF2-40B4-BE49-F238E27FC236}">
                    <a16:creationId xmlns:a16="http://schemas.microsoft.com/office/drawing/2014/main" id="{05E72531-DF06-4453-85B7-61E8F2E84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461"/>
                <a:ext cx="23" cy="24"/>
              </a:xfrm>
              <a:custGeom>
                <a:avLst/>
                <a:gdLst>
                  <a:gd name="T0" fmla="*/ 66 w 9"/>
                  <a:gd name="T1" fmla="*/ 21 h 9"/>
                  <a:gd name="T2" fmla="*/ 118 w 9"/>
                  <a:gd name="T3" fmla="*/ 136 h 9"/>
                  <a:gd name="T4" fmla="*/ 66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1" name="Freeform 1228">
                <a:extLst>
                  <a:ext uri="{FF2B5EF4-FFF2-40B4-BE49-F238E27FC236}">
                    <a16:creationId xmlns:a16="http://schemas.microsoft.com/office/drawing/2014/main" id="{0C4FC63B-7784-416F-9290-2C84B9D92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467"/>
                <a:ext cx="18" cy="21"/>
              </a:xfrm>
              <a:custGeom>
                <a:avLst/>
                <a:gdLst>
                  <a:gd name="T0" fmla="*/ 67 w 7"/>
                  <a:gd name="T1" fmla="*/ 0 h 8"/>
                  <a:gd name="T2" fmla="*/ 85 w 7"/>
                  <a:gd name="T3" fmla="*/ 123 h 8"/>
                  <a:gd name="T4" fmla="*/ 67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0"/>
                      <a:pt x="7" y="6"/>
                      <a:pt x="5" y="7"/>
                    </a:cubicBezTo>
                    <a:cubicBezTo>
                      <a:pt x="3" y="8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2" name="Freeform 1229">
                <a:extLst>
                  <a:ext uri="{FF2B5EF4-FFF2-40B4-BE49-F238E27FC236}">
                    <a16:creationId xmlns:a16="http://schemas.microsoft.com/office/drawing/2014/main" id="{338C6D4B-2329-4B4E-A09A-A792DF5E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379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6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3" name="Freeform 1230">
                <a:extLst>
                  <a:ext uri="{FF2B5EF4-FFF2-40B4-BE49-F238E27FC236}">
                    <a16:creationId xmlns:a16="http://schemas.microsoft.com/office/drawing/2014/main" id="{4603266A-F6FC-43E2-A490-339250B5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368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4" name="Freeform 1231">
                <a:extLst>
                  <a:ext uri="{FF2B5EF4-FFF2-40B4-BE49-F238E27FC236}">
                    <a16:creationId xmlns:a16="http://schemas.microsoft.com/office/drawing/2014/main" id="{5FD55DFD-4B35-4863-9F4F-C752F476A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368"/>
                <a:ext cx="20" cy="24"/>
              </a:xfrm>
              <a:custGeom>
                <a:avLst/>
                <a:gdLst>
                  <a:gd name="T0" fmla="*/ 50 w 8"/>
                  <a:gd name="T1" fmla="*/ 0 h 9"/>
                  <a:gd name="T2" fmla="*/ 95 w 8"/>
                  <a:gd name="T3" fmla="*/ 136 h 9"/>
                  <a:gd name="T4" fmla="*/ 50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5" y="0"/>
                      <a:pt x="8" y="5"/>
                      <a:pt x="6" y="7"/>
                    </a:cubicBezTo>
                    <a:cubicBezTo>
                      <a:pt x="5" y="9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5" name="Freeform 1232">
                <a:extLst>
                  <a:ext uri="{FF2B5EF4-FFF2-40B4-BE49-F238E27FC236}">
                    <a16:creationId xmlns:a16="http://schemas.microsoft.com/office/drawing/2014/main" id="{350C32E1-7AC0-4DBE-AB28-3E1DD0E5D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405"/>
                <a:ext cx="20" cy="24"/>
              </a:xfrm>
              <a:custGeom>
                <a:avLst/>
                <a:gdLst>
                  <a:gd name="T0" fmla="*/ 50 w 8"/>
                  <a:gd name="T1" fmla="*/ 0 h 9"/>
                  <a:gd name="T2" fmla="*/ 113 w 8"/>
                  <a:gd name="T3" fmla="*/ 136 h 9"/>
                  <a:gd name="T4" fmla="*/ 50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5" y="0"/>
                      <a:pt x="8" y="5"/>
                      <a:pt x="7" y="7"/>
                    </a:cubicBezTo>
                    <a:cubicBezTo>
                      <a:pt x="5" y="9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6" name="Freeform 1233">
                <a:extLst>
                  <a:ext uri="{FF2B5EF4-FFF2-40B4-BE49-F238E27FC236}">
                    <a16:creationId xmlns:a16="http://schemas.microsoft.com/office/drawing/2014/main" id="{F624610E-F8F0-44DF-B534-059F135EC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424"/>
                <a:ext cx="23" cy="24"/>
              </a:xfrm>
              <a:custGeom>
                <a:avLst/>
                <a:gdLst>
                  <a:gd name="T0" fmla="*/ 66 w 9"/>
                  <a:gd name="T1" fmla="*/ 21 h 9"/>
                  <a:gd name="T2" fmla="*/ 118 w 9"/>
                  <a:gd name="T3" fmla="*/ 136 h 9"/>
                  <a:gd name="T4" fmla="*/ 66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9" y="6"/>
                      <a:pt x="7" y="7"/>
                    </a:cubicBezTo>
                    <a:cubicBezTo>
                      <a:pt x="5" y="9"/>
                      <a:pt x="0" y="3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7" name="Freeform 1234">
                <a:extLst>
                  <a:ext uri="{FF2B5EF4-FFF2-40B4-BE49-F238E27FC236}">
                    <a16:creationId xmlns:a16="http://schemas.microsoft.com/office/drawing/2014/main" id="{7679522E-C2B3-49C1-8C35-0D9FC3FE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416"/>
                <a:ext cx="15" cy="19"/>
              </a:xfrm>
              <a:custGeom>
                <a:avLst/>
                <a:gdLst>
                  <a:gd name="T0" fmla="*/ 50 w 6"/>
                  <a:gd name="T1" fmla="*/ 0 h 7"/>
                  <a:gd name="T2" fmla="*/ 63 w 6"/>
                  <a:gd name="T3" fmla="*/ 117 h 7"/>
                  <a:gd name="T4" fmla="*/ 5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5"/>
                      <a:pt x="4" y="6"/>
                    </a:cubicBezTo>
                    <a:cubicBezTo>
                      <a:pt x="2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8" name="Freeform 1235">
                <a:extLst>
                  <a:ext uri="{FF2B5EF4-FFF2-40B4-BE49-F238E27FC236}">
                    <a16:creationId xmlns:a16="http://schemas.microsoft.com/office/drawing/2014/main" id="{BE48670D-0C2B-4EF7-A0EF-0A59C5B5E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336"/>
                <a:ext cx="20" cy="21"/>
              </a:xfrm>
              <a:custGeom>
                <a:avLst/>
                <a:gdLst>
                  <a:gd name="T0" fmla="*/ 33 w 8"/>
                  <a:gd name="T1" fmla="*/ 21 h 8"/>
                  <a:gd name="T2" fmla="*/ 113 w 8"/>
                  <a:gd name="T3" fmla="*/ 110 h 8"/>
                  <a:gd name="T4" fmla="*/ 33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8" y="4"/>
                      <a:pt x="7" y="6"/>
                    </a:cubicBezTo>
                    <a:cubicBezTo>
                      <a:pt x="6" y="8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9" name="Freeform 1236">
                <a:extLst>
                  <a:ext uri="{FF2B5EF4-FFF2-40B4-BE49-F238E27FC236}">
                    <a16:creationId xmlns:a16="http://schemas.microsoft.com/office/drawing/2014/main" id="{89B0CCC2-84C0-45E5-A114-06D95E712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547"/>
                <a:ext cx="10" cy="13"/>
              </a:xfrm>
              <a:custGeom>
                <a:avLst/>
                <a:gdLst>
                  <a:gd name="T0" fmla="*/ 50 w 4"/>
                  <a:gd name="T1" fmla="*/ 21 h 5"/>
                  <a:gd name="T2" fmla="*/ 20 w 4"/>
                  <a:gd name="T3" fmla="*/ 88 h 5"/>
                  <a:gd name="T4" fmla="*/ 50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4" y="1"/>
                      <a:pt x="3" y="5"/>
                      <a:pt x="1" y="5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0" name="Freeform 1237">
                <a:extLst>
                  <a:ext uri="{FF2B5EF4-FFF2-40B4-BE49-F238E27FC236}">
                    <a16:creationId xmlns:a16="http://schemas.microsoft.com/office/drawing/2014/main" id="{A01602DB-58A8-4E16-AA79-421C441E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501"/>
                <a:ext cx="17" cy="22"/>
              </a:xfrm>
              <a:custGeom>
                <a:avLst/>
                <a:gdLst>
                  <a:gd name="T0" fmla="*/ 41 w 7"/>
                  <a:gd name="T1" fmla="*/ 0 h 8"/>
                  <a:gd name="T2" fmla="*/ 70 w 7"/>
                  <a:gd name="T3" fmla="*/ 143 h 8"/>
                  <a:gd name="T4" fmla="*/ 41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7" y="6"/>
                      <a:pt x="5" y="7"/>
                    </a:cubicBezTo>
                    <a:cubicBezTo>
                      <a:pt x="3" y="8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1" name="Freeform 1238">
                <a:extLst>
                  <a:ext uri="{FF2B5EF4-FFF2-40B4-BE49-F238E27FC236}">
                    <a16:creationId xmlns:a16="http://schemas.microsoft.com/office/drawing/2014/main" id="{97937D19-A561-4964-9D59-C021CD9C1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477"/>
                <a:ext cx="22" cy="22"/>
              </a:xfrm>
              <a:custGeom>
                <a:avLst/>
                <a:gdLst>
                  <a:gd name="T0" fmla="*/ 59 w 9"/>
                  <a:gd name="T1" fmla="*/ 0 h 8"/>
                  <a:gd name="T2" fmla="*/ 103 w 9"/>
                  <a:gd name="T3" fmla="*/ 143 h 8"/>
                  <a:gd name="T4" fmla="*/ 59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9" y="5"/>
                      <a:pt x="7" y="7"/>
                    </a:cubicBezTo>
                    <a:cubicBezTo>
                      <a:pt x="5" y="8"/>
                      <a:pt x="0" y="2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2" name="Freeform 1239">
                <a:extLst>
                  <a:ext uri="{FF2B5EF4-FFF2-40B4-BE49-F238E27FC236}">
                    <a16:creationId xmlns:a16="http://schemas.microsoft.com/office/drawing/2014/main" id="{F23E1374-E97A-4637-90E2-2C60F9E38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451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3" name="Freeform 1240">
                <a:extLst>
                  <a:ext uri="{FF2B5EF4-FFF2-40B4-BE49-F238E27FC236}">
                    <a16:creationId xmlns:a16="http://schemas.microsoft.com/office/drawing/2014/main" id="{48297A01-4674-4185-BC4C-453CD0882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509"/>
                <a:ext cx="15" cy="14"/>
              </a:xfrm>
              <a:custGeom>
                <a:avLst/>
                <a:gdLst>
                  <a:gd name="T0" fmla="*/ 20 w 6"/>
                  <a:gd name="T1" fmla="*/ 22 h 5"/>
                  <a:gd name="T2" fmla="*/ 95 w 6"/>
                  <a:gd name="T3" fmla="*/ 62 h 5"/>
                  <a:gd name="T4" fmla="*/ 20 w 6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1" y="0"/>
                      <a:pt x="6" y="1"/>
                      <a:pt x="6" y="3"/>
                    </a:cubicBezTo>
                    <a:cubicBezTo>
                      <a:pt x="6" y="5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4" name="Freeform 1241">
                <a:extLst>
                  <a:ext uri="{FF2B5EF4-FFF2-40B4-BE49-F238E27FC236}">
                    <a16:creationId xmlns:a16="http://schemas.microsoft.com/office/drawing/2014/main" id="{16A839E2-A0AA-4E44-AD97-613E3E303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405"/>
                <a:ext cx="20" cy="24"/>
              </a:xfrm>
              <a:custGeom>
                <a:avLst/>
                <a:gdLst>
                  <a:gd name="T0" fmla="*/ 50 w 8"/>
                  <a:gd name="T1" fmla="*/ 21 h 9"/>
                  <a:gd name="T2" fmla="*/ 95 w 8"/>
                  <a:gd name="T3" fmla="*/ 149 h 9"/>
                  <a:gd name="T4" fmla="*/ 50 w 8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8" y="6"/>
                      <a:pt x="6" y="8"/>
                    </a:cubicBezTo>
                    <a:cubicBezTo>
                      <a:pt x="4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5" name="Freeform 1242">
                <a:extLst>
                  <a:ext uri="{FF2B5EF4-FFF2-40B4-BE49-F238E27FC236}">
                    <a16:creationId xmlns:a16="http://schemas.microsoft.com/office/drawing/2014/main" id="{4FF0648A-DD00-484D-B333-6818F3F1E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363"/>
                <a:ext cx="22" cy="21"/>
              </a:xfrm>
              <a:custGeom>
                <a:avLst/>
                <a:gdLst>
                  <a:gd name="T0" fmla="*/ 29 w 9"/>
                  <a:gd name="T1" fmla="*/ 34 h 8"/>
                  <a:gd name="T2" fmla="*/ 120 w 9"/>
                  <a:gd name="T3" fmla="*/ 110 h 8"/>
                  <a:gd name="T4" fmla="*/ 29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3" y="0"/>
                      <a:pt x="9" y="4"/>
                      <a:pt x="8" y="6"/>
                    </a:cubicBezTo>
                    <a:cubicBezTo>
                      <a:pt x="7" y="8"/>
                      <a:pt x="0" y="5"/>
                      <a:pt x="2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6" name="Freeform 1243">
                <a:extLst>
                  <a:ext uri="{FF2B5EF4-FFF2-40B4-BE49-F238E27FC236}">
                    <a16:creationId xmlns:a16="http://schemas.microsoft.com/office/drawing/2014/main" id="{C732E9DB-E3D2-4A65-89CB-B0EA812DC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392"/>
                <a:ext cx="23" cy="21"/>
              </a:xfrm>
              <a:custGeom>
                <a:avLst/>
                <a:gdLst>
                  <a:gd name="T0" fmla="*/ 33 w 9"/>
                  <a:gd name="T1" fmla="*/ 21 h 8"/>
                  <a:gd name="T2" fmla="*/ 130 w 9"/>
                  <a:gd name="T3" fmla="*/ 110 h 8"/>
                  <a:gd name="T4" fmla="*/ 33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0"/>
                      <a:pt x="9" y="4"/>
                      <a:pt x="8" y="6"/>
                    </a:cubicBezTo>
                    <a:cubicBezTo>
                      <a:pt x="6" y="8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7" name="Freeform 1244">
                <a:extLst>
                  <a:ext uri="{FF2B5EF4-FFF2-40B4-BE49-F238E27FC236}">
                    <a16:creationId xmlns:a16="http://schemas.microsoft.com/office/drawing/2014/main" id="{30031542-ABA8-4365-A5B5-3B024769B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448"/>
                <a:ext cx="12" cy="16"/>
              </a:xfrm>
              <a:custGeom>
                <a:avLst/>
                <a:gdLst>
                  <a:gd name="T0" fmla="*/ 29 w 5"/>
                  <a:gd name="T1" fmla="*/ 0 h 6"/>
                  <a:gd name="T2" fmla="*/ 58 w 5"/>
                  <a:gd name="T3" fmla="*/ 77 h 6"/>
                  <a:gd name="T4" fmla="*/ 29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6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8" name="Freeform 1245">
                <a:extLst>
                  <a:ext uri="{FF2B5EF4-FFF2-40B4-BE49-F238E27FC236}">
                    <a16:creationId xmlns:a16="http://schemas.microsoft.com/office/drawing/2014/main" id="{C10D5B73-BBC5-4C0D-9609-E747B4E01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272"/>
                <a:ext cx="13" cy="13"/>
              </a:xfrm>
              <a:custGeom>
                <a:avLst/>
                <a:gdLst>
                  <a:gd name="T0" fmla="*/ 68 w 5"/>
                  <a:gd name="T1" fmla="*/ 68 h 5"/>
                  <a:gd name="T2" fmla="*/ 0 w 5"/>
                  <a:gd name="T3" fmla="*/ 21 h 5"/>
                  <a:gd name="T4" fmla="*/ 68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5"/>
                      <a:pt x="0" y="2"/>
                      <a:pt x="0" y="1"/>
                    </a:cubicBezTo>
                    <a:cubicBezTo>
                      <a:pt x="1" y="0"/>
                      <a:pt x="5" y="2"/>
                      <a:pt x="4" y="4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9" name="Freeform 1246">
                <a:extLst>
                  <a:ext uri="{FF2B5EF4-FFF2-40B4-BE49-F238E27FC236}">
                    <a16:creationId xmlns:a16="http://schemas.microsoft.com/office/drawing/2014/main" id="{5B02A794-EF18-4F16-AD72-9197826F2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227"/>
                <a:ext cx="23" cy="24"/>
              </a:xfrm>
              <a:custGeom>
                <a:avLst/>
                <a:gdLst>
                  <a:gd name="T0" fmla="*/ 97 w 9"/>
                  <a:gd name="T1" fmla="*/ 136 h 9"/>
                  <a:gd name="T2" fmla="*/ 20 w 9"/>
                  <a:gd name="T3" fmla="*/ 35 h 9"/>
                  <a:gd name="T4" fmla="*/ 97 w 9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5" y="9"/>
                      <a:pt x="0" y="5"/>
                      <a:pt x="1" y="2"/>
                    </a:cubicBezTo>
                    <a:cubicBezTo>
                      <a:pt x="2" y="0"/>
                      <a:pt x="9" y="4"/>
                      <a:pt x="6" y="7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0" name="Freeform 1247">
                <a:extLst>
                  <a:ext uri="{FF2B5EF4-FFF2-40B4-BE49-F238E27FC236}">
                    <a16:creationId xmlns:a16="http://schemas.microsoft.com/office/drawing/2014/main" id="{B40ADA44-3581-44E4-8B9D-22425CAAC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269"/>
                <a:ext cx="20" cy="24"/>
              </a:xfrm>
              <a:custGeom>
                <a:avLst/>
                <a:gdLst>
                  <a:gd name="T0" fmla="*/ 95 w 8"/>
                  <a:gd name="T1" fmla="*/ 149 h 9"/>
                  <a:gd name="T2" fmla="*/ 20 w 8"/>
                  <a:gd name="T3" fmla="*/ 56 h 9"/>
                  <a:gd name="T4" fmla="*/ 95 w 8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8"/>
                    </a:moveTo>
                    <a:cubicBezTo>
                      <a:pt x="4" y="9"/>
                      <a:pt x="0" y="5"/>
                      <a:pt x="1" y="3"/>
                    </a:cubicBezTo>
                    <a:cubicBezTo>
                      <a:pt x="2" y="0"/>
                      <a:pt x="8" y="4"/>
                      <a:pt x="6" y="8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1" name="Freeform 1248">
                <a:extLst>
                  <a:ext uri="{FF2B5EF4-FFF2-40B4-BE49-F238E27FC236}">
                    <a16:creationId xmlns:a16="http://schemas.microsoft.com/office/drawing/2014/main" id="{1EF35BF7-9168-4348-8837-C01BA7A3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272"/>
                <a:ext cx="22" cy="21"/>
              </a:xfrm>
              <a:custGeom>
                <a:avLst/>
                <a:gdLst>
                  <a:gd name="T0" fmla="*/ 103 w 9"/>
                  <a:gd name="T1" fmla="*/ 123 h 8"/>
                  <a:gd name="T2" fmla="*/ 12 w 9"/>
                  <a:gd name="T3" fmla="*/ 34 h 8"/>
                  <a:gd name="T4" fmla="*/ 103 w 9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5" y="8"/>
                      <a:pt x="0" y="5"/>
                      <a:pt x="1" y="2"/>
                    </a:cubicBezTo>
                    <a:cubicBezTo>
                      <a:pt x="2" y="0"/>
                      <a:pt x="9" y="4"/>
                      <a:pt x="7" y="7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2" name="Freeform 1249">
                <a:extLst>
                  <a:ext uri="{FF2B5EF4-FFF2-40B4-BE49-F238E27FC236}">
                    <a16:creationId xmlns:a16="http://schemas.microsoft.com/office/drawing/2014/main" id="{2631F3AC-AC6D-4623-8B79-2940BD1D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240"/>
                <a:ext cx="22" cy="21"/>
              </a:xfrm>
              <a:custGeom>
                <a:avLst/>
                <a:gdLst>
                  <a:gd name="T0" fmla="*/ 103 w 9"/>
                  <a:gd name="T1" fmla="*/ 123 h 8"/>
                  <a:gd name="T2" fmla="*/ 12 w 9"/>
                  <a:gd name="T3" fmla="*/ 55 h 8"/>
                  <a:gd name="T4" fmla="*/ 103 w 9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6" y="8"/>
                      <a:pt x="0" y="5"/>
                      <a:pt x="1" y="3"/>
                    </a:cubicBezTo>
                    <a:cubicBezTo>
                      <a:pt x="2" y="0"/>
                      <a:pt x="9" y="3"/>
                      <a:pt x="7" y="7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3" name="Freeform 1250">
                <a:extLst>
                  <a:ext uri="{FF2B5EF4-FFF2-40B4-BE49-F238E27FC236}">
                    <a16:creationId xmlns:a16="http://schemas.microsoft.com/office/drawing/2014/main" id="{EC422616-3672-4242-9FB3-41D4E8FF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240"/>
                <a:ext cx="22" cy="24"/>
              </a:xfrm>
              <a:custGeom>
                <a:avLst/>
                <a:gdLst>
                  <a:gd name="T0" fmla="*/ 90 w 9"/>
                  <a:gd name="T1" fmla="*/ 149 h 9"/>
                  <a:gd name="T2" fmla="*/ 12 w 9"/>
                  <a:gd name="T3" fmla="*/ 56 h 9"/>
                  <a:gd name="T4" fmla="*/ 90 w 9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5" y="9"/>
                      <a:pt x="0" y="5"/>
                      <a:pt x="1" y="3"/>
                    </a:cubicBezTo>
                    <a:cubicBezTo>
                      <a:pt x="3" y="0"/>
                      <a:pt x="9" y="5"/>
                      <a:pt x="6" y="8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4" name="Freeform 1251">
                <a:extLst>
                  <a:ext uri="{FF2B5EF4-FFF2-40B4-BE49-F238E27FC236}">
                    <a16:creationId xmlns:a16="http://schemas.microsoft.com/office/drawing/2014/main" id="{2F145D71-EC93-4CFB-A374-3303381C0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280"/>
                <a:ext cx="20" cy="21"/>
              </a:xfrm>
              <a:custGeom>
                <a:avLst/>
                <a:gdLst>
                  <a:gd name="T0" fmla="*/ 63 w 8"/>
                  <a:gd name="T1" fmla="*/ 144 h 8"/>
                  <a:gd name="T2" fmla="*/ 33 w 8"/>
                  <a:gd name="T3" fmla="*/ 21 h 8"/>
                  <a:gd name="T4" fmla="*/ 63 w 8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2" y="8"/>
                      <a:pt x="0" y="3"/>
                      <a:pt x="2" y="1"/>
                    </a:cubicBezTo>
                    <a:cubicBezTo>
                      <a:pt x="4" y="0"/>
                      <a:pt x="8" y="6"/>
                      <a:pt x="4" y="8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5" name="Freeform 1252">
                <a:extLst>
                  <a:ext uri="{FF2B5EF4-FFF2-40B4-BE49-F238E27FC236}">
                    <a16:creationId xmlns:a16="http://schemas.microsoft.com/office/drawing/2014/main" id="{4995D5C6-612C-4910-9B3E-87BA6343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357"/>
                <a:ext cx="20" cy="24"/>
              </a:xfrm>
              <a:custGeom>
                <a:avLst/>
                <a:gdLst>
                  <a:gd name="T0" fmla="*/ 33 w 8"/>
                  <a:gd name="T1" fmla="*/ 21 h 9"/>
                  <a:gd name="T2" fmla="*/ 113 w 8"/>
                  <a:gd name="T3" fmla="*/ 136 h 9"/>
                  <a:gd name="T4" fmla="*/ 33 w 8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2" y="1"/>
                    </a:moveTo>
                    <a:cubicBezTo>
                      <a:pt x="4" y="0"/>
                      <a:pt x="8" y="5"/>
                      <a:pt x="7" y="7"/>
                    </a:cubicBezTo>
                    <a:cubicBezTo>
                      <a:pt x="6" y="9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6" name="Freeform 1253">
                <a:extLst>
                  <a:ext uri="{FF2B5EF4-FFF2-40B4-BE49-F238E27FC236}">
                    <a16:creationId xmlns:a16="http://schemas.microsoft.com/office/drawing/2014/main" id="{0E7E8DDA-E8C3-4497-90E0-F6B83F334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400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20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4"/>
                      <a:pt x="8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7" name="Freeform 1254">
                <a:extLst>
                  <a:ext uri="{FF2B5EF4-FFF2-40B4-BE49-F238E27FC236}">
                    <a16:creationId xmlns:a16="http://schemas.microsoft.com/office/drawing/2014/main" id="{EC88A95C-AC90-4A57-97B2-387CA129B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99"/>
                <a:ext cx="25" cy="24"/>
              </a:xfrm>
              <a:custGeom>
                <a:avLst/>
                <a:gdLst>
                  <a:gd name="T0" fmla="*/ 33 w 10"/>
                  <a:gd name="T1" fmla="*/ 35 h 9"/>
                  <a:gd name="T2" fmla="*/ 145 w 10"/>
                  <a:gd name="T3" fmla="*/ 115 h 9"/>
                  <a:gd name="T4" fmla="*/ 33 w 10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2" y="2"/>
                    </a:moveTo>
                    <a:cubicBezTo>
                      <a:pt x="4" y="0"/>
                      <a:pt x="10" y="3"/>
                      <a:pt x="9" y="6"/>
                    </a:cubicBezTo>
                    <a:cubicBezTo>
                      <a:pt x="9" y="9"/>
                      <a:pt x="0" y="6"/>
                      <a:pt x="2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8" name="Freeform 1255">
                <a:extLst>
                  <a:ext uri="{FF2B5EF4-FFF2-40B4-BE49-F238E27FC236}">
                    <a16:creationId xmlns:a16="http://schemas.microsoft.com/office/drawing/2014/main" id="{242E7D1D-07BA-4BF7-BE85-0FD47CD8C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53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100 w 7"/>
                  <a:gd name="T3" fmla="*/ 85 h 7"/>
                  <a:gd name="T4" fmla="*/ 12 w 7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0"/>
                      <a:pt x="7" y="3"/>
                      <a:pt x="7" y="5"/>
                    </a:cubicBezTo>
                    <a:cubicBezTo>
                      <a:pt x="6" y="7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9" name="Freeform 1256">
                <a:extLst>
                  <a:ext uri="{FF2B5EF4-FFF2-40B4-BE49-F238E27FC236}">
                    <a16:creationId xmlns:a16="http://schemas.microsoft.com/office/drawing/2014/main" id="{FB3005E9-052B-4297-BDEF-1444C5217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360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4" y="0"/>
                      <a:pt x="9" y="4"/>
                      <a:pt x="7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0" name="Freeform 1257">
                <a:extLst>
                  <a:ext uri="{FF2B5EF4-FFF2-40B4-BE49-F238E27FC236}">
                    <a16:creationId xmlns:a16="http://schemas.microsoft.com/office/drawing/2014/main" id="{DE2938E8-1FC8-4111-8AAC-2F370169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333"/>
                <a:ext cx="15" cy="14"/>
              </a:xfrm>
              <a:custGeom>
                <a:avLst/>
                <a:gdLst>
                  <a:gd name="T0" fmla="*/ 33 w 6"/>
                  <a:gd name="T1" fmla="*/ 0 h 5"/>
                  <a:gd name="T2" fmla="*/ 83 w 6"/>
                  <a:gd name="T3" fmla="*/ 87 h 5"/>
                  <a:gd name="T4" fmla="*/ 33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3" y="0"/>
                      <a:pt x="6" y="2"/>
                      <a:pt x="5" y="4"/>
                    </a:cubicBezTo>
                    <a:cubicBezTo>
                      <a:pt x="4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1" name="Freeform 1258">
                <a:extLst>
                  <a:ext uri="{FF2B5EF4-FFF2-40B4-BE49-F238E27FC236}">
                    <a16:creationId xmlns:a16="http://schemas.microsoft.com/office/drawing/2014/main" id="{BB338AD1-D14F-4C98-B94E-471F24FAE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291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4"/>
                      <a:pt x="4" y="4"/>
                    </a:cubicBezTo>
                    <a:cubicBezTo>
                      <a:pt x="2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2" name="Freeform 1259">
                <a:extLst>
                  <a:ext uri="{FF2B5EF4-FFF2-40B4-BE49-F238E27FC236}">
                    <a16:creationId xmlns:a16="http://schemas.microsoft.com/office/drawing/2014/main" id="{8C6A22B2-2D38-4142-B97E-024DE16AF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253"/>
                <a:ext cx="15" cy="14"/>
              </a:xfrm>
              <a:custGeom>
                <a:avLst/>
                <a:gdLst>
                  <a:gd name="T0" fmla="*/ 33 w 6"/>
                  <a:gd name="T1" fmla="*/ 22 h 5"/>
                  <a:gd name="T2" fmla="*/ 83 w 6"/>
                  <a:gd name="T3" fmla="*/ 87 h 5"/>
                  <a:gd name="T4" fmla="*/ 33 w 6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2" y="0"/>
                      <a:pt x="6" y="2"/>
                      <a:pt x="5" y="4"/>
                    </a:cubicBezTo>
                    <a:cubicBezTo>
                      <a:pt x="5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3" name="Freeform 1260">
                <a:extLst>
                  <a:ext uri="{FF2B5EF4-FFF2-40B4-BE49-F238E27FC236}">
                    <a16:creationId xmlns:a16="http://schemas.microsoft.com/office/drawing/2014/main" id="{504DDD14-2440-4F71-88B0-3C4041F58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507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83 w 6"/>
                  <a:gd name="T3" fmla="*/ 55 h 5"/>
                  <a:gd name="T4" fmla="*/ 2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6" y="2"/>
                      <a:pt x="5" y="3"/>
                    </a:cubicBezTo>
                    <a:cubicBezTo>
                      <a:pt x="5" y="5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4" name="Freeform 1261">
                <a:extLst>
                  <a:ext uri="{FF2B5EF4-FFF2-40B4-BE49-F238E27FC236}">
                    <a16:creationId xmlns:a16="http://schemas.microsoft.com/office/drawing/2014/main" id="{5AA72FC5-ECCD-4B11-ACC9-4DE59B2C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55"/>
                <a:ext cx="13" cy="10"/>
              </a:xfrm>
              <a:custGeom>
                <a:avLst/>
                <a:gdLst>
                  <a:gd name="T0" fmla="*/ 0 w 5"/>
                  <a:gd name="T1" fmla="*/ 20 h 4"/>
                  <a:gd name="T2" fmla="*/ 68 w 5"/>
                  <a:gd name="T3" fmla="*/ 33 h 4"/>
                  <a:gd name="T4" fmla="*/ 0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0"/>
                      <a:pt x="4" y="0"/>
                      <a:pt x="4" y="2"/>
                    </a:cubicBezTo>
                    <a:cubicBezTo>
                      <a:pt x="5" y="3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5" name="Freeform 1262">
                <a:extLst>
                  <a:ext uri="{FF2B5EF4-FFF2-40B4-BE49-F238E27FC236}">
                    <a16:creationId xmlns:a16="http://schemas.microsoft.com/office/drawing/2014/main" id="{47149081-E2A9-46F3-BCB0-B88CA6F86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533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62 h 5"/>
                  <a:gd name="T4" fmla="*/ 21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5" y="2"/>
                      <a:pt x="4" y="3"/>
                    </a:cubicBezTo>
                    <a:cubicBezTo>
                      <a:pt x="4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6" name="Freeform 1263">
                <a:extLst>
                  <a:ext uri="{FF2B5EF4-FFF2-40B4-BE49-F238E27FC236}">
                    <a16:creationId xmlns:a16="http://schemas.microsoft.com/office/drawing/2014/main" id="{047BCF21-E5C5-4979-896A-6347D8C6C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483"/>
                <a:ext cx="15" cy="13"/>
              </a:xfrm>
              <a:custGeom>
                <a:avLst/>
                <a:gdLst>
                  <a:gd name="T0" fmla="*/ 33 w 6"/>
                  <a:gd name="T1" fmla="*/ 0 h 5"/>
                  <a:gd name="T2" fmla="*/ 83 w 6"/>
                  <a:gd name="T3" fmla="*/ 68 h 5"/>
                  <a:gd name="T4" fmla="*/ 33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3" y="0"/>
                      <a:pt x="6" y="3"/>
                      <a:pt x="5" y="4"/>
                    </a:cubicBezTo>
                    <a:cubicBezTo>
                      <a:pt x="4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7" name="Freeform 1264">
                <a:extLst>
                  <a:ext uri="{FF2B5EF4-FFF2-40B4-BE49-F238E27FC236}">
                    <a16:creationId xmlns:a16="http://schemas.microsoft.com/office/drawing/2014/main" id="{5B3F7CEE-9273-4433-B159-56D7A3F3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320"/>
                <a:ext cx="23" cy="24"/>
              </a:xfrm>
              <a:custGeom>
                <a:avLst/>
                <a:gdLst>
                  <a:gd name="T0" fmla="*/ 51 w 9"/>
                  <a:gd name="T1" fmla="*/ 0 h 9"/>
                  <a:gd name="T2" fmla="*/ 118 w 9"/>
                  <a:gd name="T3" fmla="*/ 136 h 9"/>
                  <a:gd name="T4" fmla="*/ 5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8" name="Freeform 1265">
                <a:extLst>
                  <a:ext uri="{FF2B5EF4-FFF2-40B4-BE49-F238E27FC236}">
                    <a16:creationId xmlns:a16="http://schemas.microsoft.com/office/drawing/2014/main" id="{73000926-EC8B-4C6F-A3EA-56226E2D5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315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4" y="0"/>
                      <a:pt x="9" y="5"/>
                      <a:pt x="7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69" name="Freeform 1266">
                <a:extLst>
                  <a:ext uri="{FF2B5EF4-FFF2-40B4-BE49-F238E27FC236}">
                    <a16:creationId xmlns:a16="http://schemas.microsoft.com/office/drawing/2014/main" id="{27DAAF40-9652-4AA4-A55D-A40E6081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309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30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8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0" name="Freeform 1267">
                <a:extLst>
                  <a:ext uri="{FF2B5EF4-FFF2-40B4-BE49-F238E27FC236}">
                    <a16:creationId xmlns:a16="http://schemas.microsoft.com/office/drawing/2014/main" id="{BF558EB7-6F61-495C-9C67-BB1210EB0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315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30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8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1" name="Freeform 1268">
                <a:extLst>
                  <a:ext uri="{FF2B5EF4-FFF2-40B4-BE49-F238E27FC236}">
                    <a16:creationId xmlns:a16="http://schemas.microsoft.com/office/drawing/2014/main" id="{3FE12CB2-B8AC-45D4-8711-3358575DA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349"/>
                <a:ext cx="22" cy="22"/>
              </a:xfrm>
              <a:custGeom>
                <a:avLst/>
                <a:gdLst>
                  <a:gd name="T0" fmla="*/ 29 w 9"/>
                  <a:gd name="T1" fmla="*/ 22 h 8"/>
                  <a:gd name="T2" fmla="*/ 103 w 9"/>
                  <a:gd name="T3" fmla="*/ 129 h 8"/>
                  <a:gd name="T4" fmla="*/ 29 w 9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0"/>
                      <a:pt x="9" y="4"/>
                      <a:pt x="7" y="6"/>
                    </a:cubicBezTo>
                    <a:cubicBezTo>
                      <a:pt x="6" y="8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2" name="Freeform 1269">
                <a:extLst>
                  <a:ext uri="{FF2B5EF4-FFF2-40B4-BE49-F238E27FC236}">
                    <a16:creationId xmlns:a16="http://schemas.microsoft.com/office/drawing/2014/main" id="{ABC00B51-BAFB-4E16-A828-3B237564C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355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18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3" name="Freeform 1270">
                <a:extLst>
                  <a:ext uri="{FF2B5EF4-FFF2-40B4-BE49-F238E27FC236}">
                    <a16:creationId xmlns:a16="http://schemas.microsoft.com/office/drawing/2014/main" id="{D35D7FBF-F0DF-4CCD-B879-BE08737D9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277"/>
                <a:ext cx="22" cy="22"/>
              </a:xfrm>
              <a:custGeom>
                <a:avLst/>
                <a:gdLst>
                  <a:gd name="T0" fmla="*/ 42 w 9"/>
                  <a:gd name="T1" fmla="*/ 22 h 8"/>
                  <a:gd name="T2" fmla="*/ 120 w 9"/>
                  <a:gd name="T3" fmla="*/ 129 h 8"/>
                  <a:gd name="T4" fmla="*/ 42 w 9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1"/>
                    </a:moveTo>
                    <a:cubicBezTo>
                      <a:pt x="4" y="0"/>
                      <a:pt x="9" y="3"/>
                      <a:pt x="8" y="6"/>
                    </a:cubicBezTo>
                    <a:cubicBezTo>
                      <a:pt x="7" y="8"/>
                      <a:pt x="0" y="5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4" name="Freeform 1271">
                <a:extLst>
                  <a:ext uri="{FF2B5EF4-FFF2-40B4-BE49-F238E27FC236}">
                    <a16:creationId xmlns:a16="http://schemas.microsoft.com/office/drawing/2014/main" id="{4C66B403-9946-45B0-9E30-AB940FCDB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485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4" y="0"/>
                      <a:pt x="9" y="5"/>
                      <a:pt x="7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5" name="Freeform 1272">
                <a:extLst>
                  <a:ext uri="{FF2B5EF4-FFF2-40B4-BE49-F238E27FC236}">
                    <a16:creationId xmlns:a16="http://schemas.microsoft.com/office/drawing/2014/main" id="{C1F02E5F-89F6-44DC-8C77-B632CE02A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488"/>
                <a:ext cx="23" cy="21"/>
              </a:xfrm>
              <a:custGeom>
                <a:avLst/>
                <a:gdLst>
                  <a:gd name="T0" fmla="*/ 51 w 9"/>
                  <a:gd name="T1" fmla="*/ 21 h 8"/>
                  <a:gd name="T2" fmla="*/ 130 w 9"/>
                  <a:gd name="T3" fmla="*/ 110 h 8"/>
                  <a:gd name="T4" fmla="*/ 51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1"/>
                    </a:moveTo>
                    <a:cubicBezTo>
                      <a:pt x="5" y="0"/>
                      <a:pt x="9" y="4"/>
                      <a:pt x="8" y="6"/>
                    </a:cubicBezTo>
                    <a:cubicBezTo>
                      <a:pt x="6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6" name="Freeform 1273">
                <a:extLst>
                  <a:ext uri="{FF2B5EF4-FFF2-40B4-BE49-F238E27FC236}">
                    <a16:creationId xmlns:a16="http://schemas.microsoft.com/office/drawing/2014/main" id="{72F9CEDB-1C4B-4FF2-951C-70E3B785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443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20 w 9"/>
                  <a:gd name="T3" fmla="*/ 115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4" y="0"/>
                      <a:pt x="9" y="4"/>
                      <a:pt x="8" y="6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7" name="Freeform 1274">
                <a:extLst>
                  <a:ext uri="{FF2B5EF4-FFF2-40B4-BE49-F238E27FC236}">
                    <a16:creationId xmlns:a16="http://schemas.microsoft.com/office/drawing/2014/main" id="{E9FAF43B-1D8D-4BD4-A7A2-A288EEBC7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424"/>
                <a:ext cx="23" cy="21"/>
              </a:xfrm>
              <a:custGeom>
                <a:avLst/>
                <a:gdLst>
                  <a:gd name="T0" fmla="*/ 51 w 9"/>
                  <a:gd name="T1" fmla="*/ 21 h 8"/>
                  <a:gd name="T2" fmla="*/ 118 w 9"/>
                  <a:gd name="T3" fmla="*/ 110 h 8"/>
                  <a:gd name="T4" fmla="*/ 51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1"/>
                    </a:moveTo>
                    <a:cubicBezTo>
                      <a:pt x="4" y="0"/>
                      <a:pt x="9" y="4"/>
                      <a:pt x="7" y="6"/>
                    </a:cubicBezTo>
                    <a:cubicBezTo>
                      <a:pt x="6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8" name="Freeform 1275">
                <a:extLst>
                  <a:ext uri="{FF2B5EF4-FFF2-40B4-BE49-F238E27FC236}">
                    <a16:creationId xmlns:a16="http://schemas.microsoft.com/office/drawing/2014/main" id="{228AB01D-AD8A-45E9-8774-8B474728F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475"/>
                <a:ext cx="23" cy="24"/>
              </a:xfrm>
              <a:custGeom>
                <a:avLst/>
                <a:gdLst>
                  <a:gd name="T0" fmla="*/ 51 w 9"/>
                  <a:gd name="T1" fmla="*/ 35 h 9"/>
                  <a:gd name="T2" fmla="*/ 130 w 9"/>
                  <a:gd name="T3" fmla="*/ 115 h 9"/>
                  <a:gd name="T4" fmla="*/ 51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2"/>
                    </a:moveTo>
                    <a:cubicBezTo>
                      <a:pt x="4" y="0"/>
                      <a:pt x="9" y="4"/>
                      <a:pt x="8" y="6"/>
                    </a:cubicBezTo>
                    <a:cubicBezTo>
                      <a:pt x="7" y="9"/>
                      <a:pt x="0" y="5"/>
                      <a:pt x="3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79" name="Freeform 1276">
                <a:extLst>
                  <a:ext uri="{FF2B5EF4-FFF2-40B4-BE49-F238E27FC236}">
                    <a16:creationId xmlns:a16="http://schemas.microsoft.com/office/drawing/2014/main" id="{1CB02F2C-BAA3-4695-A2A4-5FBFB028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512"/>
                <a:ext cx="20" cy="19"/>
              </a:xfrm>
              <a:custGeom>
                <a:avLst/>
                <a:gdLst>
                  <a:gd name="T0" fmla="*/ 20 w 8"/>
                  <a:gd name="T1" fmla="*/ 38 h 7"/>
                  <a:gd name="T2" fmla="*/ 125 w 8"/>
                  <a:gd name="T3" fmla="*/ 103 h 7"/>
                  <a:gd name="T4" fmla="*/ 20 w 8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8" y="2"/>
                      <a:pt x="8" y="5"/>
                    </a:cubicBezTo>
                    <a:cubicBezTo>
                      <a:pt x="8" y="7"/>
                      <a:pt x="0" y="6"/>
                      <a:pt x="1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0" name="Freeform 1277">
                <a:extLst>
                  <a:ext uri="{FF2B5EF4-FFF2-40B4-BE49-F238E27FC236}">
                    <a16:creationId xmlns:a16="http://schemas.microsoft.com/office/drawing/2014/main" id="{295F5B40-3E7D-4068-B32C-77C5C20F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437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20 w 9"/>
                  <a:gd name="T3" fmla="*/ 115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4"/>
                      <a:pt x="8" y="6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1" name="Freeform 1278">
                <a:extLst>
                  <a:ext uri="{FF2B5EF4-FFF2-40B4-BE49-F238E27FC236}">
                    <a16:creationId xmlns:a16="http://schemas.microsoft.com/office/drawing/2014/main" id="{F5BFB8E6-8AC2-45F4-99BB-E90F6F1E4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432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2" name="Freeform 1279">
                <a:extLst>
                  <a:ext uri="{FF2B5EF4-FFF2-40B4-BE49-F238E27FC236}">
                    <a16:creationId xmlns:a16="http://schemas.microsoft.com/office/drawing/2014/main" id="{DF02DC46-7103-4409-B0C0-3C3320F7D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47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103 h 7"/>
                  <a:gd name="T4" fmla="*/ 29 w 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7" y="3"/>
                      <a:pt x="6" y="5"/>
                    </a:cubicBezTo>
                    <a:cubicBezTo>
                      <a:pt x="5" y="7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3" name="Freeform 1280">
                <a:extLst>
                  <a:ext uri="{FF2B5EF4-FFF2-40B4-BE49-F238E27FC236}">
                    <a16:creationId xmlns:a16="http://schemas.microsoft.com/office/drawing/2014/main" id="{C9230215-A75D-4393-8E90-E9F80502C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31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95 w 6"/>
                  <a:gd name="T3" fmla="*/ 77 h 6"/>
                  <a:gd name="T4" fmla="*/ 20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6" y="2"/>
                      <a:pt x="6" y="4"/>
                    </a:cubicBezTo>
                    <a:cubicBezTo>
                      <a:pt x="6" y="6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4" name="Freeform 1281">
                <a:extLst>
                  <a:ext uri="{FF2B5EF4-FFF2-40B4-BE49-F238E27FC236}">
                    <a16:creationId xmlns:a16="http://schemas.microsoft.com/office/drawing/2014/main" id="{9A1AF444-447B-4AB7-B0CD-DD5F7743D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483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6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5" name="Freeform 1282">
                <a:extLst>
                  <a:ext uri="{FF2B5EF4-FFF2-40B4-BE49-F238E27FC236}">
                    <a16:creationId xmlns:a16="http://schemas.microsoft.com/office/drawing/2014/main" id="{9B111CAF-2700-472C-AD2A-541858E93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552"/>
                <a:ext cx="20" cy="19"/>
              </a:xfrm>
              <a:custGeom>
                <a:avLst/>
                <a:gdLst>
                  <a:gd name="T0" fmla="*/ 0 w 8"/>
                  <a:gd name="T1" fmla="*/ 60 h 7"/>
                  <a:gd name="T2" fmla="*/ 113 w 8"/>
                  <a:gd name="T3" fmla="*/ 60 h 7"/>
                  <a:gd name="T4" fmla="*/ 0 w 8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0" y="1"/>
                      <a:pt x="6" y="0"/>
                      <a:pt x="7" y="3"/>
                    </a:cubicBezTo>
                    <a:cubicBezTo>
                      <a:pt x="8" y="5"/>
                      <a:pt x="0" y="7"/>
                      <a:pt x="0" y="3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6" name="Freeform 1283">
                <a:extLst>
                  <a:ext uri="{FF2B5EF4-FFF2-40B4-BE49-F238E27FC236}">
                    <a16:creationId xmlns:a16="http://schemas.microsoft.com/office/drawing/2014/main" id="{27F78029-2046-4F7B-9B1F-305757698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520"/>
                <a:ext cx="22" cy="21"/>
              </a:xfrm>
              <a:custGeom>
                <a:avLst/>
                <a:gdLst>
                  <a:gd name="T0" fmla="*/ 29 w 9"/>
                  <a:gd name="T1" fmla="*/ 34 h 8"/>
                  <a:gd name="T2" fmla="*/ 120 w 9"/>
                  <a:gd name="T3" fmla="*/ 110 h 8"/>
                  <a:gd name="T4" fmla="*/ 29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3" y="0"/>
                      <a:pt x="9" y="3"/>
                      <a:pt x="8" y="6"/>
                    </a:cubicBezTo>
                    <a:cubicBezTo>
                      <a:pt x="7" y="8"/>
                      <a:pt x="0" y="5"/>
                      <a:pt x="2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7" name="Freeform 1284">
                <a:extLst>
                  <a:ext uri="{FF2B5EF4-FFF2-40B4-BE49-F238E27FC236}">
                    <a16:creationId xmlns:a16="http://schemas.microsoft.com/office/drawing/2014/main" id="{E470D05E-440F-4F23-A3DB-462B9C6EE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456"/>
                <a:ext cx="20" cy="24"/>
              </a:xfrm>
              <a:custGeom>
                <a:avLst/>
                <a:gdLst>
                  <a:gd name="T0" fmla="*/ 50 w 8"/>
                  <a:gd name="T1" fmla="*/ 21 h 9"/>
                  <a:gd name="T2" fmla="*/ 113 w 8"/>
                  <a:gd name="T3" fmla="*/ 136 h 9"/>
                  <a:gd name="T4" fmla="*/ 50 w 8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4" y="0"/>
                      <a:pt x="8" y="5"/>
                      <a:pt x="7" y="7"/>
                    </a:cubicBezTo>
                    <a:cubicBezTo>
                      <a:pt x="5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8" name="Freeform 1285">
                <a:extLst>
                  <a:ext uri="{FF2B5EF4-FFF2-40B4-BE49-F238E27FC236}">
                    <a16:creationId xmlns:a16="http://schemas.microsoft.com/office/drawing/2014/main" id="{5D065B3A-5186-4623-AE71-AB899EF8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437"/>
                <a:ext cx="20" cy="24"/>
              </a:xfrm>
              <a:custGeom>
                <a:avLst/>
                <a:gdLst>
                  <a:gd name="T0" fmla="*/ 33 w 8"/>
                  <a:gd name="T1" fmla="*/ 21 h 9"/>
                  <a:gd name="T2" fmla="*/ 113 w 8"/>
                  <a:gd name="T3" fmla="*/ 136 h 9"/>
                  <a:gd name="T4" fmla="*/ 33 w 8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2" y="1"/>
                    </a:moveTo>
                    <a:cubicBezTo>
                      <a:pt x="4" y="0"/>
                      <a:pt x="8" y="5"/>
                      <a:pt x="7" y="7"/>
                    </a:cubicBezTo>
                    <a:cubicBezTo>
                      <a:pt x="5" y="9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89" name="Freeform 1286">
                <a:extLst>
                  <a:ext uri="{FF2B5EF4-FFF2-40B4-BE49-F238E27FC236}">
                    <a16:creationId xmlns:a16="http://schemas.microsoft.com/office/drawing/2014/main" id="{B44B943B-BEA3-49E1-8400-EF57D10C6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523"/>
                <a:ext cx="20" cy="18"/>
              </a:xfrm>
              <a:custGeom>
                <a:avLst/>
                <a:gdLst>
                  <a:gd name="T0" fmla="*/ 20 w 8"/>
                  <a:gd name="T1" fmla="*/ 33 h 7"/>
                  <a:gd name="T2" fmla="*/ 125 w 8"/>
                  <a:gd name="T3" fmla="*/ 67 h 7"/>
                  <a:gd name="T4" fmla="*/ 20 w 8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8" y="1"/>
                      <a:pt x="8" y="4"/>
                    </a:cubicBezTo>
                    <a:cubicBezTo>
                      <a:pt x="8" y="7"/>
                      <a:pt x="0" y="6"/>
                      <a:pt x="1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0" name="Freeform 1287">
                <a:extLst>
                  <a:ext uri="{FF2B5EF4-FFF2-40B4-BE49-F238E27FC236}">
                    <a16:creationId xmlns:a16="http://schemas.microsoft.com/office/drawing/2014/main" id="{196C5B8B-A8D8-4164-B2BF-ED3D89394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539"/>
                <a:ext cx="13" cy="10"/>
              </a:xfrm>
              <a:custGeom>
                <a:avLst/>
                <a:gdLst>
                  <a:gd name="T0" fmla="*/ 0 w 5"/>
                  <a:gd name="T1" fmla="*/ 33 h 4"/>
                  <a:gd name="T2" fmla="*/ 68 w 5"/>
                  <a:gd name="T3" fmla="*/ 33 h 4"/>
                  <a:gd name="T4" fmla="*/ 0 w 5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1"/>
                      <a:pt x="4" y="0"/>
                      <a:pt x="4" y="2"/>
                    </a:cubicBezTo>
                    <a:cubicBezTo>
                      <a:pt x="5" y="3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1" name="Freeform 1288">
                <a:extLst>
                  <a:ext uri="{FF2B5EF4-FFF2-40B4-BE49-F238E27FC236}">
                    <a16:creationId xmlns:a16="http://schemas.microsoft.com/office/drawing/2014/main" id="{B7F86458-A921-4AA1-8ECD-1E639F98E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568"/>
                <a:ext cx="12" cy="11"/>
              </a:xfrm>
              <a:custGeom>
                <a:avLst/>
                <a:gdLst>
                  <a:gd name="T0" fmla="*/ 0 w 5"/>
                  <a:gd name="T1" fmla="*/ 22 h 4"/>
                  <a:gd name="T2" fmla="*/ 70 w 5"/>
                  <a:gd name="T3" fmla="*/ 22 h 4"/>
                  <a:gd name="T4" fmla="*/ 0 w 5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0"/>
                      <a:pt x="4" y="0"/>
                      <a:pt x="5" y="1"/>
                    </a:cubicBezTo>
                    <a:cubicBezTo>
                      <a:pt x="5" y="3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2" name="Freeform 1289">
                <a:extLst>
                  <a:ext uri="{FF2B5EF4-FFF2-40B4-BE49-F238E27FC236}">
                    <a16:creationId xmlns:a16="http://schemas.microsoft.com/office/drawing/2014/main" id="{CABCB5A4-54E6-4ACA-8F72-F3CDFE0CC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565"/>
                <a:ext cx="12" cy="11"/>
              </a:xfrm>
              <a:custGeom>
                <a:avLst/>
                <a:gdLst>
                  <a:gd name="T0" fmla="*/ 0 w 5"/>
                  <a:gd name="T1" fmla="*/ 47 h 4"/>
                  <a:gd name="T2" fmla="*/ 58 w 5"/>
                  <a:gd name="T3" fmla="*/ 47 h 4"/>
                  <a:gd name="T4" fmla="*/ 0 w 5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1"/>
                      <a:pt x="4" y="0"/>
                      <a:pt x="4" y="2"/>
                    </a:cubicBezTo>
                    <a:cubicBezTo>
                      <a:pt x="5" y="3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3" name="Freeform 1290">
                <a:extLst>
                  <a:ext uri="{FF2B5EF4-FFF2-40B4-BE49-F238E27FC236}">
                    <a16:creationId xmlns:a16="http://schemas.microsoft.com/office/drawing/2014/main" id="{6A32F33A-C964-4460-9616-7D8E5D636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47"/>
                <a:ext cx="17" cy="13"/>
              </a:xfrm>
              <a:custGeom>
                <a:avLst/>
                <a:gdLst>
                  <a:gd name="T0" fmla="*/ 0 w 7"/>
                  <a:gd name="T1" fmla="*/ 21 h 5"/>
                  <a:gd name="T2" fmla="*/ 100 w 7"/>
                  <a:gd name="T3" fmla="*/ 55 h 5"/>
                  <a:gd name="T4" fmla="*/ 0 w 7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1" y="0"/>
                      <a:pt x="7" y="0"/>
                      <a:pt x="7" y="3"/>
                    </a:cubicBezTo>
                    <a:cubicBezTo>
                      <a:pt x="7" y="5"/>
                      <a:pt x="0" y="5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4" name="Freeform 1291">
                <a:extLst>
                  <a:ext uri="{FF2B5EF4-FFF2-40B4-BE49-F238E27FC236}">
                    <a16:creationId xmlns:a16="http://schemas.microsoft.com/office/drawing/2014/main" id="{1B8211C7-2A80-4A2C-8944-9E2139B78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491"/>
                <a:ext cx="20" cy="24"/>
              </a:xfrm>
              <a:custGeom>
                <a:avLst/>
                <a:gdLst>
                  <a:gd name="T0" fmla="*/ 63 w 8"/>
                  <a:gd name="T1" fmla="*/ 171 h 9"/>
                  <a:gd name="T2" fmla="*/ 33 w 8"/>
                  <a:gd name="T3" fmla="*/ 35 h 9"/>
                  <a:gd name="T4" fmla="*/ 63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4" y="9"/>
                    </a:moveTo>
                    <a:cubicBezTo>
                      <a:pt x="2" y="9"/>
                      <a:pt x="0" y="3"/>
                      <a:pt x="2" y="2"/>
                    </a:cubicBezTo>
                    <a:cubicBezTo>
                      <a:pt x="4" y="0"/>
                      <a:pt x="8" y="7"/>
                      <a:pt x="4" y="9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5" name="Freeform 1292">
                <a:extLst>
                  <a:ext uri="{FF2B5EF4-FFF2-40B4-BE49-F238E27FC236}">
                    <a16:creationId xmlns:a16="http://schemas.microsoft.com/office/drawing/2014/main" id="{3CFF465D-1CB4-408A-9BFC-4C19D978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405"/>
                <a:ext cx="22" cy="22"/>
              </a:xfrm>
              <a:custGeom>
                <a:avLst/>
                <a:gdLst>
                  <a:gd name="T0" fmla="*/ 29 w 9"/>
                  <a:gd name="T1" fmla="*/ 22 h 8"/>
                  <a:gd name="T2" fmla="*/ 103 w 9"/>
                  <a:gd name="T3" fmla="*/ 129 h 8"/>
                  <a:gd name="T4" fmla="*/ 29 w 9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4" y="0"/>
                      <a:pt x="9" y="4"/>
                      <a:pt x="7" y="6"/>
                    </a:cubicBezTo>
                    <a:cubicBezTo>
                      <a:pt x="6" y="8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6" name="Freeform 1293">
                <a:extLst>
                  <a:ext uri="{FF2B5EF4-FFF2-40B4-BE49-F238E27FC236}">
                    <a16:creationId xmlns:a16="http://schemas.microsoft.com/office/drawing/2014/main" id="{270297E9-3841-48DE-9E9C-23F967019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363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7" name="Freeform 1294">
                <a:extLst>
                  <a:ext uri="{FF2B5EF4-FFF2-40B4-BE49-F238E27FC236}">
                    <a16:creationId xmlns:a16="http://schemas.microsoft.com/office/drawing/2014/main" id="{2826CD60-AA52-4D30-BD71-E51822DF0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397"/>
                <a:ext cx="17" cy="24"/>
              </a:xfrm>
              <a:custGeom>
                <a:avLst/>
                <a:gdLst>
                  <a:gd name="T0" fmla="*/ 29 w 7"/>
                  <a:gd name="T1" fmla="*/ 21 h 9"/>
                  <a:gd name="T2" fmla="*/ 87 w 7"/>
                  <a:gd name="T3" fmla="*/ 136 h 9"/>
                  <a:gd name="T4" fmla="*/ 29 w 7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2" y="1"/>
                    </a:moveTo>
                    <a:cubicBezTo>
                      <a:pt x="4" y="0"/>
                      <a:pt x="7" y="4"/>
                      <a:pt x="6" y="7"/>
                    </a:cubicBezTo>
                    <a:cubicBezTo>
                      <a:pt x="4" y="9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8" name="Freeform 1295">
                <a:extLst>
                  <a:ext uri="{FF2B5EF4-FFF2-40B4-BE49-F238E27FC236}">
                    <a16:creationId xmlns:a16="http://schemas.microsoft.com/office/drawing/2014/main" id="{211CB7B6-EB5A-4572-900A-565219427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392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83 w 6"/>
                  <a:gd name="T3" fmla="*/ 93 h 6"/>
                  <a:gd name="T4" fmla="*/ 20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6" y="3"/>
                      <a:pt x="5" y="5"/>
                    </a:cubicBezTo>
                    <a:cubicBezTo>
                      <a:pt x="4" y="6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99" name="Freeform 1296">
                <a:extLst>
                  <a:ext uri="{FF2B5EF4-FFF2-40B4-BE49-F238E27FC236}">
                    <a16:creationId xmlns:a16="http://schemas.microsoft.com/office/drawing/2014/main" id="{BDC1C566-2908-4F71-A74A-DDA56DFE1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405"/>
                <a:ext cx="22" cy="24"/>
              </a:xfrm>
              <a:custGeom>
                <a:avLst/>
                <a:gdLst>
                  <a:gd name="T0" fmla="*/ 42 w 9"/>
                  <a:gd name="T1" fmla="*/ 21 h 9"/>
                  <a:gd name="T2" fmla="*/ 103 w 9"/>
                  <a:gd name="T3" fmla="*/ 136 h 9"/>
                  <a:gd name="T4" fmla="*/ 42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6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0" name="Freeform 1297">
                <a:extLst>
                  <a:ext uri="{FF2B5EF4-FFF2-40B4-BE49-F238E27FC236}">
                    <a16:creationId xmlns:a16="http://schemas.microsoft.com/office/drawing/2014/main" id="{770AE8AF-49DB-4281-A658-9398CDDB8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459"/>
                <a:ext cx="22" cy="24"/>
              </a:xfrm>
              <a:custGeom>
                <a:avLst/>
                <a:gdLst>
                  <a:gd name="T0" fmla="*/ 59 w 9"/>
                  <a:gd name="T1" fmla="*/ 21 h 9"/>
                  <a:gd name="T2" fmla="*/ 103 w 9"/>
                  <a:gd name="T3" fmla="*/ 149 h 9"/>
                  <a:gd name="T4" fmla="*/ 59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9" y="6"/>
                      <a:pt x="7" y="8"/>
                    </a:cubicBezTo>
                    <a:cubicBezTo>
                      <a:pt x="5" y="9"/>
                      <a:pt x="0" y="3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1" name="Freeform 1298">
                <a:extLst>
                  <a:ext uri="{FF2B5EF4-FFF2-40B4-BE49-F238E27FC236}">
                    <a16:creationId xmlns:a16="http://schemas.microsoft.com/office/drawing/2014/main" id="{5A17DA53-3B11-4BCB-AA75-25AAF3BE9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464"/>
                <a:ext cx="17" cy="24"/>
              </a:xfrm>
              <a:custGeom>
                <a:avLst/>
                <a:gdLst>
                  <a:gd name="T0" fmla="*/ 58 w 7"/>
                  <a:gd name="T1" fmla="*/ 0 h 9"/>
                  <a:gd name="T2" fmla="*/ 70 w 7"/>
                  <a:gd name="T3" fmla="*/ 149 h 9"/>
                  <a:gd name="T4" fmla="*/ 58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6" y="0"/>
                      <a:pt x="7" y="7"/>
                      <a:pt x="5" y="8"/>
                    </a:cubicBezTo>
                    <a:cubicBezTo>
                      <a:pt x="3" y="9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2" name="Freeform 1299">
                <a:extLst>
                  <a:ext uri="{FF2B5EF4-FFF2-40B4-BE49-F238E27FC236}">
                    <a16:creationId xmlns:a16="http://schemas.microsoft.com/office/drawing/2014/main" id="{43CC1388-CD9A-4A1E-A729-FB2F7E1C7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79"/>
                <a:ext cx="20" cy="24"/>
              </a:xfrm>
              <a:custGeom>
                <a:avLst/>
                <a:gdLst>
                  <a:gd name="T0" fmla="*/ 50 w 8"/>
                  <a:gd name="T1" fmla="*/ 0 h 9"/>
                  <a:gd name="T2" fmla="*/ 113 w 8"/>
                  <a:gd name="T3" fmla="*/ 136 h 9"/>
                  <a:gd name="T4" fmla="*/ 50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5" y="0"/>
                      <a:pt x="8" y="5"/>
                      <a:pt x="7" y="7"/>
                    </a:cubicBezTo>
                    <a:cubicBezTo>
                      <a:pt x="5" y="9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3" name="Freeform 1300">
                <a:extLst>
                  <a:ext uri="{FF2B5EF4-FFF2-40B4-BE49-F238E27FC236}">
                    <a16:creationId xmlns:a16="http://schemas.microsoft.com/office/drawing/2014/main" id="{B9C1AA0E-24B3-4FEA-9EFE-756530E72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365"/>
                <a:ext cx="20" cy="24"/>
              </a:xfrm>
              <a:custGeom>
                <a:avLst/>
                <a:gdLst>
                  <a:gd name="T0" fmla="*/ 50 w 8"/>
                  <a:gd name="T1" fmla="*/ 21 h 9"/>
                  <a:gd name="T2" fmla="*/ 113 w 8"/>
                  <a:gd name="T3" fmla="*/ 136 h 9"/>
                  <a:gd name="T4" fmla="*/ 50 w 8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8" y="5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4" name="Freeform 1301">
                <a:extLst>
                  <a:ext uri="{FF2B5EF4-FFF2-40B4-BE49-F238E27FC236}">
                    <a16:creationId xmlns:a16="http://schemas.microsoft.com/office/drawing/2014/main" id="{E9FF7D0A-F05A-4490-9D32-A0FCFC2AA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365"/>
                <a:ext cx="20" cy="24"/>
              </a:xfrm>
              <a:custGeom>
                <a:avLst/>
                <a:gdLst>
                  <a:gd name="T0" fmla="*/ 50 w 8"/>
                  <a:gd name="T1" fmla="*/ 21 h 9"/>
                  <a:gd name="T2" fmla="*/ 95 w 8"/>
                  <a:gd name="T3" fmla="*/ 136 h 9"/>
                  <a:gd name="T4" fmla="*/ 50 w 8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8" y="5"/>
                      <a:pt x="6" y="7"/>
                    </a:cubicBezTo>
                    <a:cubicBezTo>
                      <a:pt x="4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5" name="Freeform 1302">
                <a:extLst>
                  <a:ext uri="{FF2B5EF4-FFF2-40B4-BE49-F238E27FC236}">
                    <a16:creationId xmlns:a16="http://schemas.microsoft.com/office/drawing/2014/main" id="{88B011F7-AC43-4052-BF51-5CE94BE64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403"/>
                <a:ext cx="20" cy="24"/>
              </a:xfrm>
              <a:custGeom>
                <a:avLst/>
                <a:gdLst>
                  <a:gd name="T0" fmla="*/ 50 w 8"/>
                  <a:gd name="T1" fmla="*/ 21 h 9"/>
                  <a:gd name="T2" fmla="*/ 113 w 8"/>
                  <a:gd name="T3" fmla="*/ 136 h 9"/>
                  <a:gd name="T4" fmla="*/ 50 w 8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4" y="0"/>
                      <a:pt x="8" y="5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6" name="Freeform 1303">
                <a:extLst>
                  <a:ext uri="{FF2B5EF4-FFF2-40B4-BE49-F238E27FC236}">
                    <a16:creationId xmlns:a16="http://schemas.microsoft.com/office/drawing/2014/main" id="{DD35C9D7-35AB-4E08-9096-AAB2DC637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21"/>
                <a:ext cx="22" cy="24"/>
              </a:xfrm>
              <a:custGeom>
                <a:avLst/>
                <a:gdLst>
                  <a:gd name="T0" fmla="*/ 59 w 9"/>
                  <a:gd name="T1" fmla="*/ 21 h 9"/>
                  <a:gd name="T2" fmla="*/ 103 w 9"/>
                  <a:gd name="T3" fmla="*/ 149 h 9"/>
                  <a:gd name="T4" fmla="*/ 59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9" y="6"/>
                      <a:pt x="7" y="8"/>
                    </a:cubicBezTo>
                    <a:cubicBezTo>
                      <a:pt x="5" y="9"/>
                      <a:pt x="0" y="3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07" name="Freeform 1304">
                <a:extLst>
                  <a:ext uri="{FF2B5EF4-FFF2-40B4-BE49-F238E27FC236}">
                    <a16:creationId xmlns:a16="http://schemas.microsoft.com/office/drawing/2014/main" id="{FA10384D-6516-4587-A03A-11A91182B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416"/>
                <a:ext cx="18" cy="16"/>
              </a:xfrm>
              <a:custGeom>
                <a:avLst/>
                <a:gdLst>
                  <a:gd name="T0" fmla="*/ 67 w 7"/>
                  <a:gd name="T1" fmla="*/ 0 h 6"/>
                  <a:gd name="T2" fmla="*/ 85 w 7"/>
                  <a:gd name="T3" fmla="*/ 93 h 6"/>
                  <a:gd name="T4" fmla="*/ 67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5" y="0"/>
                      <a:pt x="7" y="4"/>
                      <a:pt x="5" y="5"/>
                    </a:cubicBezTo>
                    <a:cubicBezTo>
                      <a:pt x="3" y="6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758" name="Group 1305">
              <a:extLst>
                <a:ext uri="{FF2B5EF4-FFF2-40B4-BE49-F238E27FC236}">
                  <a16:creationId xmlns:a16="http://schemas.microsoft.com/office/drawing/2014/main" id="{1D08FA8B-20B5-4831-BFCA-0A3CE239FE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4" y="2333"/>
              <a:ext cx="663" cy="515"/>
              <a:chOff x="2234" y="2333"/>
              <a:chExt cx="663" cy="515"/>
            </a:xfrm>
          </p:grpSpPr>
          <p:sp>
            <p:nvSpPr>
              <p:cNvPr id="51808" name="Freeform 1306">
                <a:extLst>
                  <a:ext uri="{FF2B5EF4-FFF2-40B4-BE49-F238E27FC236}">
                    <a16:creationId xmlns:a16="http://schemas.microsoft.com/office/drawing/2014/main" id="{2B6D314D-8D57-4C7E-97A2-0E32D684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333"/>
                <a:ext cx="23" cy="24"/>
              </a:xfrm>
              <a:custGeom>
                <a:avLst/>
                <a:gdLst>
                  <a:gd name="T0" fmla="*/ 51 w 9"/>
                  <a:gd name="T1" fmla="*/ 21 h 9"/>
                  <a:gd name="T2" fmla="*/ 130 w 9"/>
                  <a:gd name="T3" fmla="*/ 136 h 9"/>
                  <a:gd name="T4" fmla="*/ 5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9" y="4"/>
                      <a:pt x="8" y="7"/>
                    </a:cubicBezTo>
                    <a:cubicBezTo>
                      <a:pt x="6" y="9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09" name="Freeform 1307">
                <a:extLst>
                  <a:ext uri="{FF2B5EF4-FFF2-40B4-BE49-F238E27FC236}">
                    <a16:creationId xmlns:a16="http://schemas.microsoft.com/office/drawing/2014/main" id="{8269E85A-4A1B-4750-AEA6-63A569510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544"/>
                <a:ext cx="12" cy="13"/>
              </a:xfrm>
              <a:custGeom>
                <a:avLst/>
                <a:gdLst>
                  <a:gd name="T0" fmla="*/ 58 w 5"/>
                  <a:gd name="T1" fmla="*/ 21 h 5"/>
                  <a:gd name="T2" fmla="*/ 29 w 5"/>
                  <a:gd name="T3" fmla="*/ 88 h 5"/>
                  <a:gd name="T4" fmla="*/ 58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2"/>
                      <a:pt x="3" y="5"/>
                      <a:pt x="2" y="5"/>
                    </a:cubicBezTo>
                    <a:cubicBezTo>
                      <a:pt x="0" y="5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0" name="Freeform 1308">
                <a:extLst>
                  <a:ext uri="{FF2B5EF4-FFF2-40B4-BE49-F238E27FC236}">
                    <a16:creationId xmlns:a16="http://schemas.microsoft.com/office/drawing/2014/main" id="{37160E3F-86FA-43F1-960C-AD8F5DAAE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499"/>
                <a:ext cx="20" cy="21"/>
              </a:xfrm>
              <a:custGeom>
                <a:avLst/>
                <a:gdLst>
                  <a:gd name="T0" fmla="*/ 63 w 8"/>
                  <a:gd name="T1" fmla="*/ 0 h 8"/>
                  <a:gd name="T2" fmla="*/ 95 w 8"/>
                  <a:gd name="T3" fmla="*/ 123 h 8"/>
                  <a:gd name="T4" fmla="*/ 63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6"/>
                      <a:pt x="6" y="7"/>
                    </a:cubicBezTo>
                    <a:cubicBezTo>
                      <a:pt x="3" y="8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1" name="Freeform 1309">
                <a:extLst>
                  <a:ext uri="{FF2B5EF4-FFF2-40B4-BE49-F238E27FC236}">
                    <a16:creationId xmlns:a16="http://schemas.microsoft.com/office/drawing/2014/main" id="{BFAEDEB6-240A-4143-8956-2EDC5DC5B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475"/>
                <a:ext cx="23" cy="24"/>
              </a:xfrm>
              <a:custGeom>
                <a:avLst/>
                <a:gdLst>
                  <a:gd name="T0" fmla="*/ 66 w 9"/>
                  <a:gd name="T1" fmla="*/ 0 h 9"/>
                  <a:gd name="T2" fmla="*/ 118 w 9"/>
                  <a:gd name="T3" fmla="*/ 136 h 9"/>
                  <a:gd name="T4" fmla="*/ 66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9" y="5"/>
                      <a:pt x="7" y="7"/>
                    </a:cubicBezTo>
                    <a:cubicBezTo>
                      <a:pt x="5" y="9"/>
                      <a:pt x="0" y="3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2" name="Freeform 1310">
                <a:extLst>
                  <a:ext uri="{FF2B5EF4-FFF2-40B4-BE49-F238E27FC236}">
                    <a16:creationId xmlns:a16="http://schemas.microsoft.com/office/drawing/2014/main" id="{3EEEAC9C-5343-46CB-9738-7D03F15E2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448"/>
                <a:ext cx="20" cy="24"/>
              </a:xfrm>
              <a:custGeom>
                <a:avLst/>
                <a:gdLst>
                  <a:gd name="T0" fmla="*/ 50 w 8"/>
                  <a:gd name="T1" fmla="*/ 21 h 9"/>
                  <a:gd name="T2" fmla="*/ 113 w 8"/>
                  <a:gd name="T3" fmla="*/ 136 h 9"/>
                  <a:gd name="T4" fmla="*/ 50 w 8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8" y="6"/>
                      <a:pt x="7" y="7"/>
                    </a:cubicBezTo>
                    <a:cubicBezTo>
                      <a:pt x="5" y="9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3" name="Freeform 1311">
                <a:extLst>
                  <a:ext uri="{FF2B5EF4-FFF2-40B4-BE49-F238E27FC236}">
                    <a16:creationId xmlns:a16="http://schemas.microsoft.com/office/drawing/2014/main" id="{4A1A0D4D-1760-4CDB-BF4C-63A266BF3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507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95 w 6"/>
                  <a:gd name="T3" fmla="*/ 55 h 5"/>
                  <a:gd name="T4" fmla="*/ 2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1" y="0"/>
                      <a:pt x="6" y="1"/>
                      <a:pt x="6" y="3"/>
                    </a:cubicBezTo>
                    <a:cubicBezTo>
                      <a:pt x="6" y="5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4" name="Freeform 1312">
                <a:extLst>
                  <a:ext uri="{FF2B5EF4-FFF2-40B4-BE49-F238E27FC236}">
                    <a16:creationId xmlns:a16="http://schemas.microsoft.com/office/drawing/2014/main" id="{4742F149-2683-4024-AEB6-EFD7A8FCB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05"/>
                <a:ext cx="23" cy="22"/>
              </a:xfrm>
              <a:custGeom>
                <a:avLst/>
                <a:gdLst>
                  <a:gd name="T0" fmla="*/ 66 w 9"/>
                  <a:gd name="T1" fmla="*/ 0 h 8"/>
                  <a:gd name="T2" fmla="*/ 97 w 9"/>
                  <a:gd name="T3" fmla="*/ 143 h 8"/>
                  <a:gd name="T4" fmla="*/ 66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9" y="5"/>
                      <a:pt x="6" y="7"/>
                    </a:cubicBezTo>
                    <a:cubicBezTo>
                      <a:pt x="4" y="8"/>
                      <a:pt x="0" y="2"/>
                      <a:pt x="4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5" name="Freeform 1313">
                <a:extLst>
                  <a:ext uri="{FF2B5EF4-FFF2-40B4-BE49-F238E27FC236}">
                    <a16:creationId xmlns:a16="http://schemas.microsoft.com/office/drawing/2014/main" id="{25760CF3-3DFE-4889-B9A1-AE5AF41B2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363"/>
                <a:ext cx="23" cy="21"/>
              </a:xfrm>
              <a:custGeom>
                <a:avLst/>
                <a:gdLst>
                  <a:gd name="T0" fmla="*/ 33 w 9"/>
                  <a:gd name="T1" fmla="*/ 21 h 8"/>
                  <a:gd name="T2" fmla="*/ 130 w 9"/>
                  <a:gd name="T3" fmla="*/ 89 h 8"/>
                  <a:gd name="T4" fmla="*/ 33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3" y="0"/>
                      <a:pt x="9" y="3"/>
                      <a:pt x="8" y="5"/>
                    </a:cubicBezTo>
                    <a:cubicBezTo>
                      <a:pt x="7" y="8"/>
                      <a:pt x="0" y="5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6" name="Freeform 1314">
                <a:extLst>
                  <a:ext uri="{FF2B5EF4-FFF2-40B4-BE49-F238E27FC236}">
                    <a16:creationId xmlns:a16="http://schemas.microsoft.com/office/drawing/2014/main" id="{35F2D1B0-50D3-42C9-B516-BCFD2EB49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389"/>
                <a:ext cx="22" cy="24"/>
              </a:xfrm>
              <a:custGeom>
                <a:avLst/>
                <a:gdLst>
                  <a:gd name="T0" fmla="*/ 29 w 9"/>
                  <a:gd name="T1" fmla="*/ 21 h 9"/>
                  <a:gd name="T2" fmla="*/ 103 w 9"/>
                  <a:gd name="T3" fmla="*/ 115 h 9"/>
                  <a:gd name="T4" fmla="*/ 29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9" y="4"/>
                      <a:pt x="7" y="6"/>
                    </a:cubicBezTo>
                    <a:cubicBezTo>
                      <a:pt x="6" y="9"/>
                      <a:pt x="0" y="5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7" name="Freeform 1315">
                <a:extLst>
                  <a:ext uri="{FF2B5EF4-FFF2-40B4-BE49-F238E27FC236}">
                    <a16:creationId xmlns:a16="http://schemas.microsoft.com/office/drawing/2014/main" id="{66FF1AE5-6F34-4088-98D0-3CF1099F9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445"/>
                <a:ext cx="13" cy="16"/>
              </a:xfrm>
              <a:custGeom>
                <a:avLst/>
                <a:gdLst>
                  <a:gd name="T0" fmla="*/ 34 w 5"/>
                  <a:gd name="T1" fmla="*/ 21 h 6"/>
                  <a:gd name="T2" fmla="*/ 68 w 5"/>
                  <a:gd name="T3" fmla="*/ 93 h 6"/>
                  <a:gd name="T4" fmla="*/ 34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3" y="0"/>
                      <a:pt x="5" y="3"/>
                      <a:pt x="4" y="5"/>
                    </a:cubicBezTo>
                    <a:cubicBezTo>
                      <a:pt x="3" y="6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8" name="Freeform 1316">
                <a:extLst>
                  <a:ext uri="{FF2B5EF4-FFF2-40B4-BE49-F238E27FC236}">
                    <a16:creationId xmlns:a16="http://schemas.microsoft.com/office/drawing/2014/main" id="{8A0D70F5-4EAB-4185-9B3E-3B22471C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68"/>
                <a:ext cx="140" cy="157"/>
              </a:xfrm>
              <a:custGeom>
                <a:avLst/>
                <a:gdLst>
                  <a:gd name="T0" fmla="*/ 875 w 56"/>
                  <a:gd name="T1" fmla="*/ 849 h 59"/>
                  <a:gd name="T2" fmla="*/ 595 w 56"/>
                  <a:gd name="T3" fmla="*/ 636 h 59"/>
                  <a:gd name="T4" fmla="*/ 50 w 56"/>
                  <a:gd name="T5" fmla="*/ 0 h 59"/>
                  <a:gd name="T6" fmla="*/ 0 w 56"/>
                  <a:gd name="T7" fmla="*/ 35 h 59"/>
                  <a:gd name="T8" fmla="*/ 595 w 56"/>
                  <a:gd name="T9" fmla="*/ 772 h 59"/>
                  <a:gd name="T10" fmla="*/ 720 w 56"/>
                  <a:gd name="T11" fmla="*/ 1035 h 59"/>
                  <a:gd name="T12" fmla="*/ 800 w 56"/>
                  <a:gd name="T13" fmla="*/ 1035 h 59"/>
                  <a:gd name="T14" fmla="*/ 875 w 56"/>
                  <a:gd name="T15" fmla="*/ 849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59">
                    <a:moveTo>
                      <a:pt x="56" y="45"/>
                    </a:moveTo>
                    <a:cubicBezTo>
                      <a:pt x="51" y="42"/>
                      <a:pt x="49" y="40"/>
                      <a:pt x="38" y="34"/>
                    </a:cubicBezTo>
                    <a:cubicBezTo>
                      <a:pt x="26" y="28"/>
                      <a:pt x="7" y="5"/>
                      <a:pt x="3" y="0"/>
                    </a:cubicBezTo>
                    <a:cubicBezTo>
                      <a:pt x="3" y="2"/>
                      <a:pt x="1" y="3"/>
                      <a:pt x="0" y="2"/>
                    </a:cubicBezTo>
                    <a:cubicBezTo>
                      <a:pt x="5" y="14"/>
                      <a:pt x="23" y="31"/>
                      <a:pt x="38" y="41"/>
                    </a:cubicBezTo>
                    <a:cubicBezTo>
                      <a:pt x="42" y="44"/>
                      <a:pt x="47" y="50"/>
                      <a:pt x="46" y="55"/>
                    </a:cubicBezTo>
                    <a:cubicBezTo>
                      <a:pt x="46" y="59"/>
                      <a:pt x="49" y="58"/>
                      <a:pt x="51" y="55"/>
                    </a:cubicBezTo>
                    <a:cubicBezTo>
                      <a:pt x="54" y="53"/>
                      <a:pt x="52" y="46"/>
                      <a:pt x="56" y="45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19" name="Freeform 1317">
                <a:extLst>
                  <a:ext uri="{FF2B5EF4-FFF2-40B4-BE49-F238E27FC236}">
                    <a16:creationId xmlns:a16="http://schemas.microsoft.com/office/drawing/2014/main" id="{C3943293-74EF-4FDB-8F87-47FE2ECA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451"/>
                <a:ext cx="366" cy="397"/>
              </a:xfrm>
              <a:custGeom>
                <a:avLst/>
                <a:gdLst>
                  <a:gd name="T0" fmla="*/ 2093 w 146"/>
                  <a:gd name="T1" fmla="*/ 512 h 149"/>
                  <a:gd name="T2" fmla="*/ 1484 w 146"/>
                  <a:gd name="T3" fmla="*/ 0 h 149"/>
                  <a:gd name="T4" fmla="*/ 1464 w 146"/>
                  <a:gd name="T5" fmla="*/ 35 h 149"/>
                  <a:gd name="T6" fmla="*/ 1201 w 146"/>
                  <a:gd name="T7" fmla="*/ 35 h 149"/>
                  <a:gd name="T8" fmla="*/ 1369 w 146"/>
                  <a:gd name="T9" fmla="*/ 205 h 149"/>
                  <a:gd name="T10" fmla="*/ 1577 w 146"/>
                  <a:gd name="T11" fmla="*/ 477 h 149"/>
                  <a:gd name="T12" fmla="*/ 1118 w 146"/>
                  <a:gd name="T13" fmla="*/ 397 h 149"/>
                  <a:gd name="T14" fmla="*/ 1276 w 146"/>
                  <a:gd name="T15" fmla="*/ 589 h 149"/>
                  <a:gd name="T16" fmla="*/ 897 w 146"/>
                  <a:gd name="T17" fmla="*/ 661 h 149"/>
                  <a:gd name="T18" fmla="*/ 897 w 146"/>
                  <a:gd name="T19" fmla="*/ 909 h 149"/>
                  <a:gd name="T20" fmla="*/ 847 w 146"/>
                  <a:gd name="T21" fmla="*/ 1135 h 149"/>
                  <a:gd name="T22" fmla="*/ 554 w 146"/>
                  <a:gd name="T23" fmla="*/ 930 h 149"/>
                  <a:gd name="T24" fmla="*/ 376 w 146"/>
                  <a:gd name="T25" fmla="*/ 1399 h 149"/>
                  <a:gd name="T26" fmla="*/ 301 w 146"/>
                  <a:gd name="T27" fmla="*/ 602 h 149"/>
                  <a:gd name="T28" fmla="*/ 125 w 146"/>
                  <a:gd name="T29" fmla="*/ 703 h 149"/>
                  <a:gd name="T30" fmla="*/ 188 w 146"/>
                  <a:gd name="T31" fmla="*/ 1852 h 149"/>
                  <a:gd name="T32" fmla="*/ 1702 w 146"/>
                  <a:gd name="T33" fmla="*/ 2704 h 149"/>
                  <a:gd name="T34" fmla="*/ 2093 w 146"/>
                  <a:gd name="T35" fmla="*/ 1910 h 149"/>
                  <a:gd name="T36" fmla="*/ 2093 w 146"/>
                  <a:gd name="T37" fmla="*/ 512 h 1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49">
                    <a:moveTo>
                      <a:pt x="133" y="27"/>
                    </a:moveTo>
                    <a:cubicBezTo>
                      <a:pt x="122" y="11"/>
                      <a:pt x="111" y="4"/>
                      <a:pt x="94" y="0"/>
                    </a:cubicBezTo>
                    <a:cubicBezTo>
                      <a:pt x="94" y="1"/>
                      <a:pt x="93" y="1"/>
                      <a:pt x="93" y="2"/>
                    </a:cubicBezTo>
                    <a:cubicBezTo>
                      <a:pt x="88" y="4"/>
                      <a:pt x="80" y="3"/>
                      <a:pt x="76" y="2"/>
                    </a:cubicBezTo>
                    <a:cubicBezTo>
                      <a:pt x="82" y="4"/>
                      <a:pt x="83" y="6"/>
                      <a:pt x="87" y="11"/>
                    </a:cubicBezTo>
                    <a:cubicBezTo>
                      <a:pt x="92" y="17"/>
                      <a:pt x="96" y="24"/>
                      <a:pt x="100" y="25"/>
                    </a:cubicBezTo>
                    <a:cubicBezTo>
                      <a:pt x="94" y="27"/>
                      <a:pt x="76" y="25"/>
                      <a:pt x="71" y="21"/>
                    </a:cubicBezTo>
                    <a:cubicBezTo>
                      <a:pt x="78" y="28"/>
                      <a:pt x="79" y="31"/>
                      <a:pt x="81" y="31"/>
                    </a:cubicBezTo>
                    <a:cubicBezTo>
                      <a:pt x="71" y="33"/>
                      <a:pt x="67" y="38"/>
                      <a:pt x="57" y="35"/>
                    </a:cubicBezTo>
                    <a:cubicBezTo>
                      <a:pt x="60" y="39"/>
                      <a:pt x="59" y="42"/>
                      <a:pt x="57" y="48"/>
                    </a:cubicBezTo>
                    <a:cubicBezTo>
                      <a:pt x="56" y="53"/>
                      <a:pt x="54" y="60"/>
                      <a:pt x="54" y="60"/>
                    </a:cubicBezTo>
                    <a:cubicBezTo>
                      <a:pt x="54" y="60"/>
                      <a:pt x="39" y="59"/>
                      <a:pt x="35" y="49"/>
                    </a:cubicBezTo>
                    <a:cubicBezTo>
                      <a:pt x="33" y="54"/>
                      <a:pt x="30" y="67"/>
                      <a:pt x="24" y="74"/>
                    </a:cubicBezTo>
                    <a:cubicBezTo>
                      <a:pt x="27" y="71"/>
                      <a:pt x="12" y="41"/>
                      <a:pt x="19" y="32"/>
                    </a:cubicBezTo>
                    <a:cubicBezTo>
                      <a:pt x="17" y="33"/>
                      <a:pt x="13" y="35"/>
                      <a:pt x="8" y="37"/>
                    </a:cubicBezTo>
                    <a:cubicBezTo>
                      <a:pt x="0" y="53"/>
                      <a:pt x="1" y="75"/>
                      <a:pt x="12" y="98"/>
                    </a:cubicBezTo>
                    <a:cubicBezTo>
                      <a:pt x="31" y="136"/>
                      <a:pt x="95" y="149"/>
                      <a:pt x="108" y="143"/>
                    </a:cubicBezTo>
                    <a:cubicBezTo>
                      <a:pt x="120" y="136"/>
                      <a:pt x="127" y="119"/>
                      <a:pt x="133" y="101"/>
                    </a:cubicBezTo>
                    <a:cubicBezTo>
                      <a:pt x="138" y="83"/>
                      <a:pt x="146" y="47"/>
                      <a:pt x="133" y="27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0" name="Freeform 1318">
                <a:extLst>
                  <a:ext uri="{FF2B5EF4-FFF2-40B4-BE49-F238E27FC236}">
                    <a16:creationId xmlns:a16="http://schemas.microsoft.com/office/drawing/2014/main" id="{0CDF3336-876E-4853-93B1-AF5A7A8DE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6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63 w 4"/>
                  <a:gd name="T3" fmla="*/ 47 h 4"/>
                  <a:gd name="T4" fmla="*/ 20 w 4"/>
                  <a:gd name="T5" fmla="*/ 0 h 4"/>
                  <a:gd name="T6" fmla="*/ 20 w 4"/>
                  <a:gd name="T7" fmla="*/ 61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4" y="3"/>
                      <a:pt x="4" y="1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1" name="Freeform 1319">
                <a:extLst>
                  <a:ext uri="{FF2B5EF4-FFF2-40B4-BE49-F238E27FC236}">
                    <a16:creationId xmlns:a16="http://schemas.microsoft.com/office/drawing/2014/main" id="{89793B9F-08E7-471B-8518-D090F4830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427"/>
                <a:ext cx="40" cy="48"/>
              </a:xfrm>
              <a:custGeom>
                <a:avLst/>
                <a:gdLst>
                  <a:gd name="T0" fmla="*/ 63 w 16"/>
                  <a:gd name="T1" fmla="*/ 0 h 18"/>
                  <a:gd name="T2" fmla="*/ 33 w 16"/>
                  <a:gd name="T3" fmla="*/ 320 h 18"/>
                  <a:gd name="T4" fmla="*/ 63 w 16"/>
                  <a:gd name="T5" fmla="*/ 341 h 18"/>
                  <a:gd name="T6" fmla="*/ 83 w 16"/>
                  <a:gd name="T7" fmla="*/ 264 h 18"/>
                  <a:gd name="T8" fmla="*/ 238 w 16"/>
                  <a:gd name="T9" fmla="*/ 35 h 18"/>
                  <a:gd name="T10" fmla="*/ 250 w 16"/>
                  <a:gd name="T11" fmla="*/ 21 h 18"/>
                  <a:gd name="T12" fmla="*/ 63 w 16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4" y="0"/>
                    </a:moveTo>
                    <a:cubicBezTo>
                      <a:pt x="3" y="5"/>
                      <a:pt x="0" y="14"/>
                      <a:pt x="2" y="17"/>
                    </a:cubicBezTo>
                    <a:cubicBezTo>
                      <a:pt x="2" y="17"/>
                      <a:pt x="3" y="18"/>
                      <a:pt x="4" y="18"/>
                    </a:cubicBezTo>
                    <a:cubicBezTo>
                      <a:pt x="4" y="17"/>
                      <a:pt x="5" y="16"/>
                      <a:pt x="5" y="14"/>
                    </a:cubicBezTo>
                    <a:cubicBezTo>
                      <a:pt x="8" y="11"/>
                      <a:pt x="10" y="7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9" y="2"/>
                      <a:pt x="4" y="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2" name="Freeform 1320">
                <a:extLst>
                  <a:ext uri="{FF2B5EF4-FFF2-40B4-BE49-F238E27FC236}">
                    <a16:creationId xmlns:a16="http://schemas.microsoft.com/office/drawing/2014/main" id="{BB9816D1-14BE-4F08-B5A1-9CE518AD1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16"/>
                <a:ext cx="295" cy="232"/>
              </a:xfrm>
              <a:custGeom>
                <a:avLst/>
                <a:gdLst>
                  <a:gd name="T0" fmla="*/ 1563 w 118"/>
                  <a:gd name="T1" fmla="*/ 456 h 87"/>
                  <a:gd name="T2" fmla="*/ 1395 w 118"/>
                  <a:gd name="T3" fmla="*/ 285 h 87"/>
                  <a:gd name="T4" fmla="*/ 1658 w 118"/>
                  <a:gd name="T5" fmla="*/ 285 h 87"/>
                  <a:gd name="T6" fmla="*/ 1845 w 118"/>
                  <a:gd name="T7" fmla="*/ 93 h 87"/>
                  <a:gd name="T8" fmla="*/ 1613 w 118"/>
                  <a:gd name="T9" fmla="*/ 205 h 87"/>
                  <a:gd name="T10" fmla="*/ 1375 w 118"/>
                  <a:gd name="T11" fmla="*/ 136 h 87"/>
                  <a:gd name="T12" fmla="*/ 1563 w 118"/>
                  <a:gd name="T13" fmla="*/ 115 h 87"/>
                  <a:gd name="T14" fmla="*/ 1720 w 118"/>
                  <a:gd name="T15" fmla="*/ 0 h 87"/>
                  <a:gd name="T16" fmla="*/ 1520 w 118"/>
                  <a:gd name="T17" fmla="*/ 56 h 87"/>
                  <a:gd name="T18" fmla="*/ 1300 w 118"/>
                  <a:gd name="T19" fmla="*/ 35 h 87"/>
                  <a:gd name="T20" fmla="*/ 988 w 118"/>
                  <a:gd name="T21" fmla="*/ 115 h 87"/>
                  <a:gd name="T22" fmla="*/ 833 w 118"/>
                  <a:gd name="T23" fmla="*/ 341 h 87"/>
                  <a:gd name="T24" fmla="*/ 813 w 118"/>
                  <a:gd name="T25" fmla="*/ 419 h 87"/>
                  <a:gd name="T26" fmla="*/ 925 w 118"/>
                  <a:gd name="T27" fmla="*/ 512 h 87"/>
                  <a:gd name="T28" fmla="*/ 845 w 118"/>
                  <a:gd name="T29" fmla="*/ 704 h 87"/>
                  <a:gd name="T30" fmla="*/ 770 w 118"/>
                  <a:gd name="T31" fmla="*/ 704 h 87"/>
                  <a:gd name="T32" fmla="*/ 720 w 118"/>
                  <a:gd name="T33" fmla="*/ 533 h 87"/>
                  <a:gd name="T34" fmla="*/ 613 w 118"/>
                  <a:gd name="T35" fmla="*/ 533 h 87"/>
                  <a:gd name="T36" fmla="*/ 125 w 118"/>
                  <a:gd name="T37" fmla="*/ 739 h 87"/>
                  <a:gd name="T38" fmla="*/ 0 w 118"/>
                  <a:gd name="T39" fmla="*/ 832 h 87"/>
                  <a:gd name="T40" fmla="*/ 270 w 118"/>
                  <a:gd name="T41" fmla="*/ 968 h 87"/>
                  <a:gd name="T42" fmla="*/ 500 w 118"/>
                  <a:gd name="T43" fmla="*/ 853 h 87"/>
                  <a:gd name="T44" fmla="*/ 583 w 118"/>
                  <a:gd name="T45" fmla="*/ 1651 h 87"/>
                  <a:gd name="T46" fmla="*/ 750 w 118"/>
                  <a:gd name="T47" fmla="*/ 1173 h 87"/>
                  <a:gd name="T48" fmla="*/ 1050 w 118"/>
                  <a:gd name="T49" fmla="*/ 1387 h 87"/>
                  <a:gd name="T50" fmla="*/ 1095 w 118"/>
                  <a:gd name="T51" fmla="*/ 1160 h 87"/>
                  <a:gd name="T52" fmla="*/ 1095 w 118"/>
                  <a:gd name="T53" fmla="*/ 909 h 87"/>
                  <a:gd name="T54" fmla="*/ 1470 w 118"/>
                  <a:gd name="T55" fmla="*/ 832 h 87"/>
                  <a:gd name="T56" fmla="*/ 1313 w 118"/>
                  <a:gd name="T57" fmla="*/ 648 h 87"/>
                  <a:gd name="T58" fmla="*/ 1770 w 118"/>
                  <a:gd name="T59" fmla="*/ 717 h 87"/>
                  <a:gd name="T60" fmla="*/ 1563 w 118"/>
                  <a:gd name="T61" fmla="*/ 456 h 8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8" h="87">
                    <a:moveTo>
                      <a:pt x="100" y="24"/>
                    </a:moveTo>
                    <a:cubicBezTo>
                      <a:pt x="96" y="19"/>
                      <a:pt x="95" y="17"/>
                      <a:pt x="89" y="15"/>
                    </a:cubicBezTo>
                    <a:cubicBezTo>
                      <a:pt x="93" y="16"/>
                      <a:pt x="101" y="17"/>
                      <a:pt x="106" y="15"/>
                    </a:cubicBezTo>
                    <a:cubicBezTo>
                      <a:pt x="110" y="12"/>
                      <a:pt x="113" y="8"/>
                      <a:pt x="118" y="5"/>
                    </a:cubicBezTo>
                    <a:cubicBezTo>
                      <a:pt x="113" y="6"/>
                      <a:pt x="107" y="11"/>
                      <a:pt x="103" y="11"/>
                    </a:cubicBezTo>
                    <a:cubicBezTo>
                      <a:pt x="98" y="11"/>
                      <a:pt x="94" y="9"/>
                      <a:pt x="88" y="7"/>
                    </a:cubicBezTo>
                    <a:cubicBezTo>
                      <a:pt x="89" y="7"/>
                      <a:pt x="94" y="7"/>
                      <a:pt x="100" y="6"/>
                    </a:cubicBezTo>
                    <a:cubicBezTo>
                      <a:pt x="106" y="5"/>
                      <a:pt x="108" y="5"/>
                      <a:pt x="110" y="0"/>
                    </a:cubicBezTo>
                    <a:cubicBezTo>
                      <a:pt x="108" y="2"/>
                      <a:pt x="105" y="3"/>
                      <a:pt x="97" y="3"/>
                    </a:cubicBezTo>
                    <a:cubicBezTo>
                      <a:pt x="90" y="3"/>
                      <a:pt x="87" y="2"/>
                      <a:pt x="83" y="2"/>
                    </a:cubicBezTo>
                    <a:cubicBezTo>
                      <a:pt x="76" y="2"/>
                      <a:pt x="68" y="1"/>
                      <a:pt x="63" y="6"/>
                    </a:cubicBezTo>
                    <a:cubicBezTo>
                      <a:pt x="58" y="11"/>
                      <a:pt x="56" y="15"/>
                      <a:pt x="53" y="18"/>
                    </a:cubicBezTo>
                    <a:cubicBezTo>
                      <a:pt x="53" y="20"/>
                      <a:pt x="52" y="21"/>
                      <a:pt x="52" y="22"/>
                    </a:cubicBezTo>
                    <a:cubicBezTo>
                      <a:pt x="55" y="24"/>
                      <a:pt x="56" y="25"/>
                      <a:pt x="59" y="27"/>
                    </a:cubicBezTo>
                    <a:cubicBezTo>
                      <a:pt x="55" y="28"/>
                      <a:pt x="57" y="35"/>
                      <a:pt x="54" y="37"/>
                    </a:cubicBezTo>
                    <a:cubicBezTo>
                      <a:pt x="52" y="40"/>
                      <a:pt x="49" y="41"/>
                      <a:pt x="49" y="37"/>
                    </a:cubicBezTo>
                    <a:cubicBezTo>
                      <a:pt x="49" y="34"/>
                      <a:pt x="48" y="31"/>
                      <a:pt x="46" y="28"/>
                    </a:cubicBezTo>
                    <a:cubicBezTo>
                      <a:pt x="44" y="29"/>
                      <a:pt x="42" y="29"/>
                      <a:pt x="39" y="28"/>
                    </a:cubicBezTo>
                    <a:cubicBezTo>
                      <a:pt x="24" y="23"/>
                      <a:pt x="9" y="37"/>
                      <a:pt x="8" y="39"/>
                    </a:cubicBezTo>
                    <a:cubicBezTo>
                      <a:pt x="7" y="41"/>
                      <a:pt x="4" y="44"/>
                      <a:pt x="0" y="44"/>
                    </a:cubicBezTo>
                    <a:cubicBezTo>
                      <a:pt x="4" y="49"/>
                      <a:pt x="11" y="52"/>
                      <a:pt x="17" y="51"/>
                    </a:cubicBezTo>
                    <a:cubicBezTo>
                      <a:pt x="24" y="50"/>
                      <a:pt x="29" y="46"/>
                      <a:pt x="32" y="45"/>
                    </a:cubicBezTo>
                    <a:cubicBezTo>
                      <a:pt x="25" y="54"/>
                      <a:pt x="40" y="84"/>
                      <a:pt x="37" y="87"/>
                    </a:cubicBezTo>
                    <a:cubicBezTo>
                      <a:pt x="43" y="80"/>
                      <a:pt x="46" y="67"/>
                      <a:pt x="48" y="62"/>
                    </a:cubicBezTo>
                    <a:cubicBezTo>
                      <a:pt x="52" y="72"/>
                      <a:pt x="67" y="73"/>
                      <a:pt x="67" y="73"/>
                    </a:cubicBezTo>
                    <a:cubicBezTo>
                      <a:pt x="67" y="73"/>
                      <a:pt x="69" y="66"/>
                      <a:pt x="70" y="61"/>
                    </a:cubicBezTo>
                    <a:cubicBezTo>
                      <a:pt x="72" y="55"/>
                      <a:pt x="73" y="52"/>
                      <a:pt x="70" y="48"/>
                    </a:cubicBezTo>
                    <a:cubicBezTo>
                      <a:pt x="80" y="51"/>
                      <a:pt x="84" y="46"/>
                      <a:pt x="94" y="44"/>
                    </a:cubicBezTo>
                    <a:cubicBezTo>
                      <a:pt x="92" y="44"/>
                      <a:pt x="91" y="41"/>
                      <a:pt x="84" y="34"/>
                    </a:cubicBezTo>
                    <a:cubicBezTo>
                      <a:pt x="89" y="38"/>
                      <a:pt x="107" y="40"/>
                      <a:pt x="113" y="38"/>
                    </a:cubicBezTo>
                    <a:cubicBezTo>
                      <a:pt x="109" y="37"/>
                      <a:pt x="105" y="30"/>
                      <a:pt x="100" y="24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3" name="Freeform 1321">
                <a:extLst>
                  <a:ext uri="{FF2B5EF4-FFF2-40B4-BE49-F238E27FC236}">
                    <a16:creationId xmlns:a16="http://schemas.microsoft.com/office/drawing/2014/main" id="{7133F2E6-F024-4E76-9A51-E15C8B852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515"/>
                <a:ext cx="40" cy="82"/>
              </a:xfrm>
              <a:custGeom>
                <a:avLst/>
                <a:gdLst>
                  <a:gd name="T0" fmla="*/ 220 w 16"/>
                  <a:gd name="T1" fmla="*/ 21 h 31"/>
                  <a:gd name="T2" fmla="*/ 33 w 16"/>
                  <a:gd name="T3" fmla="*/ 204 h 31"/>
                  <a:gd name="T4" fmla="*/ 83 w 16"/>
                  <a:gd name="T5" fmla="*/ 574 h 31"/>
                  <a:gd name="T6" fmla="*/ 145 w 16"/>
                  <a:gd name="T7" fmla="*/ 148 h 31"/>
                  <a:gd name="T8" fmla="*/ 238 w 1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14" y="1"/>
                    </a:moveTo>
                    <a:cubicBezTo>
                      <a:pt x="10" y="2"/>
                      <a:pt x="4" y="7"/>
                      <a:pt x="2" y="11"/>
                    </a:cubicBezTo>
                    <a:cubicBezTo>
                      <a:pt x="0" y="17"/>
                      <a:pt x="2" y="26"/>
                      <a:pt x="5" y="31"/>
                    </a:cubicBezTo>
                    <a:cubicBezTo>
                      <a:pt x="4" y="23"/>
                      <a:pt x="5" y="16"/>
                      <a:pt x="9" y="8"/>
                    </a:cubicBezTo>
                    <a:cubicBezTo>
                      <a:pt x="10" y="7"/>
                      <a:pt x="16" y="0"/>
                      <a:pt x="15" y="0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4" name="Freeform 1322">
                <a:extLst>
                  <a:ext uri="{FF2B5EF4-FFF2-40B4-BE49-F238E27FC236}">
                    <a16:creationId xmlns:a16="http://schemas.microsoft.com/office/drawing/2014/main" id="{74B2B39A-3DF8-4BCC-B87F-FFED99371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88"/>
                <a:ext cx="40" cy="43"/>
              </a:xfrm>
              <a:custGeom>
                <a:avLst/>
                <a:gdLst>
                  <a:gd name="T0" fmla="*/ 250 w 16"/>
                  <a:gd name="T1" fmla="*/ 59 h 16"/>
                  <a:gd name="T2" fmla="*/ 33 w 16"/>
                  <a:gd name="T3" fmla="*/ 81 h 16"/>
                  <a:gd name="T4" fmla="*/ 33 w 16"/>
                  <a:gd name="T5" fmla="*/ 196 h 16"/>
                  <a:gd name="T6" fmla="*/ 95 w 16"/>
                  <a:gd name="T7" fmla="*/ 231 h 16"/>
                  <a:gd name="T8" fmla="*/ 175 w 16"/>
                  <a:gd name="T9" fmla="*/ 312 h 16"/>
                  <a:gd name="T10" fmla="*/ 83 w 16"/>
                  <a:gd name="T11" fmla="*/ 137 h 16"/>
                  <a:gd name="T12" fmla="*/ 188 w 16"/>
                  <a:gd name="T13" fmla="*/ 5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16" y="3"/>
                    </a:moveTo>
                    <a:cubicBezTo>
                      <a:pt x="12" y="2"/>
                      <a:pt x="5" y="0"/>
                      <a:pt x="2" y="4"/>
                    </a:cubicBezTo>
                    <a:cubicBezTo>
                      <a:pt x="1" y="6"/>
                      <a:pt x="0" y="8"/>
                      <a:pt x="2" y="10"/>
                    </a:cubicBezTo>
                    <a:cubicBezTo>
                      <a:pt x="3" y="11"/>
                      <a:pt x="5" y="11"/>
                      <a:pt x="6" y="12"/>
                    </a:cubicBezTo>
                    <a:cubicBezTo>
                      <a:pt x="8" y="13"/>
                      <a:pt x="9" y="15"/>
                      <a:pt x="11" y="16"/>
                    </a:cubicBezTo>
                    <a:cubicBezTo>
                      <a:pt x="10" y="14"/>
                      <a:pt x="5" y="9"/>
                      <a:pt x="5" y="7"/>
                    </a:cubicBezTo>
                    <a:cubicBezTo>
                      <a:pt x="5" y="4"/>
                      <a:pt x="10" y="4"/>
                      <a:pt x="12" y="3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5" name="Freeform 1323">
                <a:extLst>
                  <a:ext uri="{FF2B5EF4-FFF2-40B4-BE49-F238E27FC236}">
                    <a16:creationId xmlns:a16="http://schemas.microsoft.com/office/drawing/2014/main" id="{7A9D335F-8017-46E2-B954-7FFD7AE46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461"/>
                <a:ext cx="80" cy="24"/>
              </a:xfrm>
              <a:custGeom>
                <a:avLst/>
                <a:gdLst>
                  <a:gd name="T0" fmla="*/ 0 w 32"/>
                  <a:gd name="T1" fmla="*/ 115 h 9"/>
                  <a:gd name="T2" fmla="*/ 145 w 32"/>
                  <a:gd name="T3" fmla="*/ 21 h 9"/>
                  <a:gd name="T4" fmla="*/ 250 w 32"/>
                  <a:gd name="T5" fmla="*/ 0 h 9"/>
                  <a:gd name="T6" fmla="*/ 500 w 32"/>
                  <a:gd name="T7" fmla="*/ 171 h 9"/>
                  <a:gd name="T8" fmla="*/ 220 w 32"/>
                  <a:gd name="T9" fmla="*/ 56 h 9"/>
                  <a:gd name="T10" fmla="*/ 20 w 32"/>
                  <a:gd name="T11" fmla="*/ 9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">
                    <a:moveTo>
                      <a:pt x="0" y="6"/>
                    </a:moveTo>
                    <a:cubicBezTo>
                      <a:pt x="3" y="5"/>
                      <a:pt x="6" y="2"/>
                      <a:pt x="9" y="1"/>
                    </a:cubicBezTo>
                    <a:cubicBezTo>
                      <a:pt x="11" y="1"/>
                      <a:pt x="14" y="0"/>
                      <a:pt x="16" y="0"/>
                    </a:cubicBezTo>
                    <a:cubicBezTo>
                      <a:pt x="24" y="0"/>
                      <a:pt x="26" y="5"/>
                      <a:pt x="32" y="9"/>
                    </a:cubicBezTo>
                    <a:cubicBezTo>
                      <a:pt x="26" y="6"/>
                      <a:pt x="21" y="3"/>
                      <a:pt x="14" y="3"/>
                    </a:cubicBezTo>
                    <a:cubicBezTo>
                      <a:pt x="10" y="3"/>
                      <a:pt x="5" y="3"/>
                      <a:pt x="1" y="5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6" name="Freeform 1324">
                <a:extLst>
                  <a:ext uri="{FF2B5EF4-FFF2-40B4-BE49-F238E27FC236}">
                    <a16:creationId xmlns:a16="http://schemas.microsoft.com/office/drawing/2014/main" id="{17539505-8CC7-452E-8B56-52F7BA17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491"/>
                <a:ext cx="82" cy="40"/>
              </a:xfrm>
              <a:custGeom>
                <a:avLst/>
                <a:gdLst>
                  <a:gd name="T0" fmla="*/ 0 w 33"/>
                  <a:gd name="T1" fmla="*/ 285 h 15"/>
                  <a:gd name="T2" fmla="*/ 199 w 33"/>
                  <a:gd name="T3" fmla="*/ 93 h 15"/>
                  <a:gd name="T4" fmla="*/ 507 w 33"/>
                  <a:gd name="T5" fmla="*/ 56 h 15"/>
                  <a:gd name="T6" fmla="*/ 291 w 33"/>
                  <a:gd name="T7" fmla="*/ 93 h 15"/>
                  <a:gd name="T8" fmla="*/ 186 w 33"/>
                  <a:gd name="T9" fmla="*/ 171 h 15"/>
                  <a:gd name="T10" fmla="*/ 30 w 33"/>
                  <a:gd name="T11" fmla="*/ 264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5" y="12"/>
                      <a:pt x="8" y="7"/>
                      <a:pt x="13" y="5"/>
                    </a:cubicBezTo>
                    <a:cubicBezTo>
                      <a:pt x="19" y="2"/>
                      <a:pt x="27" y="0"/>
                      <a:pt x="33" y="3"/>
                    </a:cubicBezTo>
                    <a:cubicBezTo>
                      <a:pt x="28" y="2"/>
                      <a:pt x="23" y="3"/>
                      <a:pt x="19" y="5"/>
                    </a:cubicBezTo>
                    <a:cubicBezTo>
                      <a:pt x="17" y="6"/>
                      <a:pt x="14" y="8"/>
                      <a:pt x="12" y="9"/>
                    </a:cubicBezTo>
                    <a:cubicBezTo>
                      <a:pt x="10" y="10"/>
                      <a:pt x="5" y="13"/>
                      <a:pt x="2" y="14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7" name="Freeform 1325">
                <a:extLst>
                  <a:ext uri="{FF2B5EF4-FFF2-40B4-BE49-F238E27FC236}">
                    <a16:creationId xmlns:a16="http://schemas.microsoft.com/office/drawing/2014/main" id="{BCA3EC96-6C89-4712-B59D-21B7AF833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429"/>
                <a:ext cx="33" cy="40"/>
              </a:xfrm>
              <a:custGeom>
                <a:avLst/>
                <a:gdLst>
                  <a:gd name="T0" fmla="*/ 0 w 13"/>
                  <a:gd name="T1" fmla="*/ 285 h 15"/>
                  <a:gd name="T2" fmla="*/ 213 w 13"/>
                  <a:gd name="T3" fmla="*/ 0 h 15"/>
                  <a:gd name="T4" fmla="*/ 129 w 13"/>
                  <a:gd name="T5" fmla="*/ 136 h 15"/>
                  <a:gd name="T6" fmla="*/ 0 w 13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2" y="9"/>
                      <a:pt x="8" y="3"/>
                      <a:pt x="13" y="0"/>
                    </a:cubicBezTo>
                    <a:cubicBezTo>
                      <a:pt x="11" y="2"/>
                      <a:pt x="10" y="4"/>
                      <a:pt x="8" y="7"/>
                    </a:cubicBezTo>
                    <a:cubicBezTo>
                      <a:pt x="6" y="10"/>
                      <a:pt x="3" y="12"/>
                      <a:pt x="0" y="15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8" name="Freeform 1326">
                <a:extLst>
                  <a:ext uri="{FF2B5EF4-FFF2-40B4-BE49-F238E27FC236}">
                    <a16:creationId xmlns:a16="http://schemas.microsoft.com/office/drawing/2014/main" id="{17438B1B-7502-446D-981C-B7A12613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437"/>
                <a:ext cx="15" cy="22"/>
              </a:xfrm>
              <a:custGeom>
                <a:avLst/>
                <a:gdLst>
                  <a:gd name="T0" fmla="*/ 0 w 6"/>
                  <a:gd name="T1" fmla="*/ 168 h 8"/>
                  <a:gd name="T2" fmla="*/ 50 w 6"/>
                  <a:gd name="T3" fmla="*/ 0 h 8"/>
                  <a:gd name="T4" fmla="*/ 95 w 6"/>
                  <a:gd name="T5" fmla="*/ 22 h 8"/>
                  <a:gd name="T6" fmla="*/ 0 w 6"/>
                  <a:gd name="T7" fmla="*/ 14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5"/>
                      <a:pt x="1" y="2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3" y="2"/>
                      <a:pt x="1" y="4"/>
                      <a:pt x="0" y="7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29" name="Freeform 1327">
                <a:extLst>
                  <a:ext uri="{FF2B5EF4-FFF2-40B4-BE49-F238E27FC236}">
                    <a16:creationId xmlns:a16="http://schemas.microsoft.com/office/drawing/2014/main" id="{CBDD41C2-F5E1-4F60-B022-09B704457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437"/>
                <a:ext cx="80" cy="19"/>
              </a:xfrm>
              <a:custGeom>
                <a:avLst/>
                <a:gdLst>
                  <a:gd name="T0" fmla="*/ 0 w 32"/>
                  <a:gd name="T1" fmla="*/ 141 h 7"/>
                  <a:gd name="T2" fmla="*/ 313 w 32"/>
                  <a:gd name="T3" fmla="*/ 38 h 7"/>
                  <a:gd name="T4" fmla="*/ 500 w 32"/>
                  <a:gd name="T5" fmla="*/ 103 h 7"/>
                  <a:gd name="T6" fmla="*/ 283 w 32"/>
                  <a:gd name="T7" fmla="*/ 38 h 7"/>
                  <a:gd name="T8" fmla="*/ 0 w 32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">
                    <a:moveTo>
                      <a:pt x="0" y="7"/>
                    </a:moveTo>
                    <a:cubicBezTo>
                      <a:pt x="3" y="2"/>
                      <a:pt x="12" y="0"/>
                      <a:pt x="20" y="2"/>
                    </a:cubicBezTo>
                    <a:cubicBezTo>
                      <a:pt x="24" y="3"/>
                      <a:pt x="30" y="4"/>
                      <a:pt x="32" y="5"/>
                    </a:cubicBezTo>
                    <a:cubicBezTo>
                      <a:pt x="28" y="5"/>
                      <a:pt x="22" y="3"/>
                      <a:pt x="18" y="2"/>
                    </a:cubicBezTo>
                    <a:cubicBezTo>
                      <a:pt x="14" y="2"/>
                      <a:pt x="5" y="2"/>
                      <a:pt x="0" y="7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0" name="Freeform 1328">
                <a:extLst>
                  <a:ext uri="{FF2B5EF4-FFF2-40B4-BE49-F238E27FC236}">
                    <a16:creationId xmlns:a16="http://schemas.microsoft.com/office/drawing/2014/main" id="{5DF6262F-B3AD-455B-B8CE-4496B6B2F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525"/>
                <a:ext cx="18" cy="72"/>
              </a:xfrm>
              <a:custGeom>
                <a:avLst/>
                <a:gdLst>
                  <a:gd name="T0" fmla="*/ 54 w 7"/>
                  <a:gd name="T1" fmla="*/ 0 h 27"/>
                  <a:gd name="T2" fmla="*/ 0 w 7"/>
                  <a:gd name="T3" fmla="*/ 56 h 27"/>
                  <a:gd name="T4" fmla="*/ 0 w 7"/>
                  <a:gd name="T5" fmla="*/ 363 h 27"/>
                  <a:gd name="T6" fmla="*/ 118 w 7"/>
                  <a:gd name="T7" fmla="*/ 512 h 27"/>
                  <a:gd name="T8" fmla="*/ 33 w 7"/>
                  <a:gd name="T9" fmla="*/ 341 h 27"/>
                  <a:gd name="T10" fmla="*/ 54 w 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7">
                    <a:moveTo>
                      <a:pt x="3" y="0"/>
                    </a:moveTo>
                    <a:cubicBezTo>
                      <a:pt x="1" y="0"/>
                      <a:pt x="0" y="0"/>
                      <a:pt x="0" y="3"/>
                    </a:cubicBezTo>
                    <a:cubicBezTo>
                      <a:pt x="0" y="5"/>
                      <a:pt x="0" y="15"/>
                      <a:pt x="0" y="19"/>
                    </a:cubicBezTo>
                    <a:cubicBezTo>
                      <a:pt x="0" y="22"/>
                      <a:pt x="2" y="25"/>
                      <a:pt x="7" y="27"/>
                    </a:cubicBezTo>
                    <a:cubicBezTo>
                      <a:pt x="4" y="25"/>
                      <a:pt x="2" y="22"/>
                      <a:pt x="2" y="18"/>
                    </a:cubicBezTo>
                    <a:cubicBezTo>
                      <a:pt x="2" y="13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1" name="Freeform 1329">
                <a:extLst>
                  <a:ext uri="{FF2B5EF4-FFF2-40B4-BE49-F238E27FC236}">
                    <a16:creationId xmlns:a16="http://schemas.microsoft.com/office/drawing/2014/main" id="{2A9050AF-01BD-4E96-B69E-1C439930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475"/>
                <a:ext cx="25" cy="42"/>
              </a:xfrm>
              <a:custGeom>
                <a:avLst/>
                <a:gdLst>
                  <a:gd name="T0" fmla="*/ 0 w 10"/>
                  <a:gd name="T1" fmla="*/ 0 h 16"/>
                  <a:gd name="T2" fmla="*/ 125 w 10"/>
                  <a:gd name="T3" fmla="*/ 165 h 16"/>
                  <a:gd name="T4" fmla="*/ 145 w 10"/>
                  <a:gd name="T5" fmla="*/ 289 h 16"/>
                  <a:gd name="T6" fmla="*/ 145 w 10"/>
                  <a:gd name="T7" fmla="*/ 123 h 16"/>
                  <a:gd name="T8" fmla="*/ 0 w 1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4" y="3"/>
                      <a:pt x="7" y="6"/>
                      <a:pt x="8" y="9"/>
                    </a:cubicBezTo>
                    <a:cubicBezTo>
                      <a:pt x="9" y="12"/>
                      <a:pt x="9" y="16"/>
                      <a:pt x="9" y="16"/>
                    </a:cubicBezTo>
                    <a:cubicBezTo>
                      <a:pt x="10" y="11"/>
                      <a:pt x="10" y="9"/>
                      <a:pt x="9" y="7"/>
                    </a:cubicBezTo>
                    <a:cubicBezTo>
                      <a:pt x="7" y="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2" name="Freeform 1330">
                <a:extLst>
                  <a:ext uri="{FF2B5EF4-FFF2-40B4-BE49-F238E27FC236}">
                    <a16:creationId xmlns:a16="http://schemas.microsoft.com/office/drawing/2014/main" id="{E00BB877-3C78-42BB-8E37-4C8805089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91"/>
                <a:ext cx="25" cy="21"/>
              </a:xfrm>
              <a:custGeom>
                <a:avLst/>
                <a:gdLst>
                  <a:gd name="T0" fmla="*/ 33 w 10"/>
                  <a:gd name="T1" fmla="*/ 144 h 8"/>
                  <a:gd name="T2" fmla="*/ 50 w 10"/>
                  <a:gd name="T3" fmla="*/ 21 h 8"/>
                  <a:gd name="T4" fmla="*/ 158 w 10"/>
                  <a:gd name="T5" fmla="*/ 21 h 8"/>
                  <a:gd name="T6" fmla="*/ 33 w 10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2" y="8"/>
                    </a:moveTo>
                    <a:cubicBezTo>
                      <a:pt x="0" y="7"/>
                      <a:pt x="1" y="2"/>
                      <a:pt x="3" y="1"/>
                    </a:cubicBezTo>
                    <a:cubicBezTo>
                      <a:pt x="5" y="0"/>
                      <a:pt x="8" y="1"/>
                      <a:pt x="10" y="1"/>
                    </a:cubicBezTo>
                    <a:cubicBezTo>
                      <a:pt x="7" y="0"/>
                      <a:pt x="0" y="4"/>
                      <a:pt x="2" y="8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3" name="Freeform 1331">
                <a:extLst>
                  <a:ext uri="{FF2B5EF4-FFF2-40B4-BE49-F238E27FC236}">
                    <a16:creationId xmlns:a16="http://schemas.microsoft.com/office/drawing/2014/main" id="{A3416AD0-D100-483C-8F3F-C1D2CB03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493"/>
                <a:ext cx="45" cy="22"/>
              </a:xfrm>
              <a:custGeom>
                <a:avLst/>
                <a:gdLst>
                  <a:gd name="T0" fmla="*/ 0 w 18"/>
                  <a:gd name="T1" fmla="*/ 168 h 8"/>
                  <a:gd name="T2" fmla="*/ 283 w 18"/>
                  <a:gd name="T3" fmla="*/ 22 h 8"/>
                  <a:gd name="T4" fmla="*/ 0 w 18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cubicBezTo>
                      <a:pt x="3" y="4"/>
                      <a:pt x="11" y="0"/>
                      <a:pt x="18" y="1"/>
                    </a:cubicBezTo>
                    <a:cubicBezTo>
                      <a:pt x="15" y="1"/>
                      <a:pt x="6" y="3"/>
                      <a:pt x="0" y="8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4" name="Freeform 1332">
                <a:extLst>
                  <a:ext uri="{FF2B5EF4-FFF2-40B4-BE49-F238E27FC236}">
                    <a16:creationId xmlns:a16="http://schemas.microsoft.com/office/drawing/2014/main" id="{20A96301-00AB-4863-9270-B7762E11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523"/>
                <a:ext cx="23" cy="42"/>
              </a:xfrm>
              <a:custGeom>
                <a:avLst/>
                <a:gdLst>
                  <a:gd name="T0" fmla="*/ 151 w 9"/>
                  <a:gd name="T1" fmla="*/ 0 h 16"/>
                  <a:gd name="T2" fmla="*/ 0 w 9"/>
                  <a:gd name="T3" fmla="*/ 289 h 16"/>
                  <a:gd name="T4" fmla="*/ 151 w 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cubicBezTo>
                      <a:pt x="4" y="2"/>
                      <a:pt x="0" y="8"/>
                      <a:pt x="0" y="16"/>
                    </a:cubicBezTo>
                    <a:cubicBezTo>
                      <a:pt x="1" y="12"/>
                      <a:pt x="4" y="5"/>
                      <a:pt x="9" y="0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5" name="Freeform 1333">
                <a:extLst>
                  <a:ext uri="{FF2B5EF4-FFF2-40B4-BE49-F238E27FC236}">
                    <a16:creationId xmlns:a16="http://schemas.microsoft.com/office/drawing/2014/main" id="{44C392BF-7847-418E-B0CB-DD7354421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456"/>
                <a:ext cx="50" cy="19"/>
              </a:xfrm>
              <a:custGeom>
                <a:avLst/>
                <a:gdLst>
                  <a:gd name="T0" fmla="*/ 313 w 20"/>
                  <a:gd name="T1" fmla="*/ 141 h 7"/>
                  <a:gd name="T2" fmla="*/ 0 w 20"/>
                  <a:gd name="T3" fmla="*/ 81 h 7"/>
                  <a:gd name="T4" fmla="*/ 313 w 20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20" y="7"/>
                    </a:moveTo>
                    <a:cubicBezTo>
                      <a:pt x="14" y="0"/>
                      <a:pt x="6" y="2"/>
                      <a:pt x="0" y="4"/>
                    </a:cubicBezTo>
                    <a:cubicBezTo>
                      <a:pt x="6" y="2"/>
                      <a:pt x="16" y="3"/>
                      <a:pt x="20" y="7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6" name="Freeform 1334">
                <a:extLst>
                  <a:ext uri="{FF2B5EF4-FFF2-40B4-BE49-F238E27FC236}">
                    <a16:creationId xmlns:a16="http://schemas.microsoft.com/office/drawing/2014/main" id="{BA1FB9DE-B082-4AFA-B7AA-72713379F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437"/>
                <a:ext cx="20" cy="24"/>
              </a:xfrm>
              <a:custGeom>
                <a:avLst/>
                <a:gdLst>
                  <a:gd name="T0" fmla="*/ 125 w 8"/>
                  <a:gd name="T1" fmla="*/ 0 h 9"/>
                  <a:gd name="T2" fmla="*/ 0 w 8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5" y="2"/>
                      <a:pt x="1" y="7"/>
                      <a:pt x="0" y="9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7" name="Freeform 1335">
                <a:extLst>
                  <a:ext uri="{FF2B5EF4-FFF2-40B4-BE49-F238E27FC236}">
                    <a16:creationId xmlns:a16="http://schemas.microsoft.com/office/drawing/2014/main" id="{CF8F9A76-6755-439A-94A1-E974C8523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28"/>
                <a:ext cx="25" cy="69"/>
              </a:xfrm>
              <a:custGeom>
                <a:avLst/>
                <a:gdLst>
                  <a:gd name="T0" fmla="*/ 0 w 10"/>
                  <a:gd name="T1" fmla="*/ 21 h 26"/>
                  <a:gd name="T2" fmla="*/ 33 w 10"/>
                  <a:gd name="T3" fmla="*/ 77 h 26"/>
                  <a:gd name="T4" fmla="*/ 95 w 10"/>
                  <a:gd name="T5" fmla="*/ 111 h 26"/>
                  <a:gd name="T6" fmla="*/ 145 w 10"/>
                  <a:gd name="T7" fmla="*/ 191 h 26"/>
                  <a:gd name="T8" fmla="*/ 95 w 10"/>
                  <a:gd name="T9" fmla="*/ 486 h 26"/>
                  <a:gd name="T10" fmla="*/ 83 w 10"/>
                  <a:gd name="T11" fmla="*/ 204 h 26"/>
                  <a:gd name="T12" fmla="*/ 33 w 10"/>
                  <a:gd name="T13" fmla="*/ 111 h 26"/>
                  <a:gd name="T14" fmla="*/ 20 w 10"/>
                  <a:gd name="T15" fmla="*/ 56 h 26"/>
                  <a:gd name="T16" fmla="*/ 0 w 10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6">
                    <a:moveTo>
                      <a:pt x="0" y="1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5"/>
                      <a:pt x="5" y="5"/>
                      <a:pt x="6" y="6"/>
                    </a:cubicBezTo>
                    <a:cubicBezTo>
                      <a:pt x="7" y="7"/>
                      <a:pt x="9" y="8"/>
                      <a:pt x="9" y="10"/>
                    </a:cubicBezTo>
                    <a:cubicBezTo>
                      <a:pt x="10" y="15"/>
                      <a:pt x="7" y="22"/>
                      <a:pt x="6" y="26"/>
                    </a:cubicBezTo>
                    <a:cubicBezTo>
                      <a:pt x="7" y="21"/>
                      <a:pt x="6" y="16"/>
                      <a:pt x="5" y="11"/>
                    </a:cubicBezTo>
                    <a:cubicBezTo>
                      <a:pt x="4" y="9"/>
                      <a:pt x="3" y="8"/>
                      <a:pt x="2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0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8" name="Freeform 1336">
                <a:extLst>
                  <a:ext uri="{FF2B5EF4-FFF2-40B4-BE49-F238E27FC236}">
                    <a16:creationId xmlns:a16="http://schemas.microsoft.com/office/drawing/2014/main" id="{A58E16CF-9C25-4AC0-ACF4-3E493AD5B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509"/>
                <a:ext cx="35" cy="30"/>
              </a:xfrm>
              <a:custGeom>
                <a:avLst/>
                <a:gdLst>
                  <a:gd name="T0" fmla="*/ 95 w 14"/>
                  <a:gd name="T1" fmla="*/ 0 h 11"/>
                  <a:gd name="T2" fmla="*/ 220 w 14"/>
                  <a:gd name="T3" fmla="*/ 164 h 11"/>
                  <a:gd name="T4" fmla="*/ 125 w 14"/>
                  <a:gd name="T5" fmla="*/ 202 h 11"/>
                  <a:gd name="T6" fmla="*/ 0 w 14"/>
                  <a:gd name="T7" fmla="*/ 224 h 11"/>
                  <a:gd name="T8" fmla="*/ 113 w 14"/>
                  <a:gd name="T9" fmla="*/ 3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6" y="0"/>
                    </a:moveTo>
                    <a:cubicBezTo>
                      <a:pt x="8" y="2"/>
                      <a:pt x="11" y="6"/>
                      <a:pt x="14" y="8"/>
                    </a:cubicBezTo>
                    <a:cubicBezTo>
                      <a:pt x="12" y="8"/>
                      <a:pt x="10" y="9"/>
                      <a:pt x="8" y="10"/>
                    </a:cubicBezTo>
                    <a:cubicBezTo>
                      <a:pt x="5" y="11"/>
                      <a:pt x="3" y="10"/>
                      <a:pt x="0" y="11"/>
                    </a:cubicBezTo>
                    <a:cubicBezTo>
                      <a:pt x="5" y="10"/>
                      <a:pt x="11" y="7"/>
                      <a:pt x="7" y="2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39" name="Freeform 1337">
                <a:extLst>
                  <a:ext uri="{FF2B5EF4-FFF2-40B4-BE49-F238E27FC236}">
                    <a16:creationId xmlns:a16="http://schemas.microsoft.com/office/drawing/2014/main" id="{E151C17E-BB25-46DF-A820-82A2E46F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488"/>
                <a:ext cx="42" cy="24"/>
              </a:xfrm>
              <a:custGeom>
                <a:avLst/>
                <a:gdLst>
                  <a:gd name="T0" fmla="*/ 0 w 17"/>
                  <a:gd name="T1" fmla="*/ 149 h 9"/>
                  <a:gd name="T2" fmla="*/ 153 w 17"/>
                  <a:gd name="T3" fmla="*/ 171 h 9"/>
                  <a:gd name="T4" fmla="*/ 257 w 17"/>
                  <a:gd name="T5" fmla="*/ 171 h 9"/>
                  <a:gd name="T6" fmla="*/ 153 w 17"/>
                  <a:gd name="T7" fmla="*/ 0 h 9"/>
                  <a:gd name="T8" fmla="*/ 91 w 17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0" y="8"/>
                    </a:moveTo>
                    <a:cubicBezTo>
                      <a:pt x="3" y="8"/>
                      <a:pt x="7" y="8"/>
                      <a:pt x="10" y="9"/>
                    </a:cubicBezTo>
                    <a:cubicBezTo>
                      <a:pt x="12" y="9"/>
                      <a:pt x="15" y="8"/>
                      <a:pt x="17" y="9"/>
                    </a:cubicBezTo>
                    <a:cubicBezTo>
                      <a:pt x="13" y="7"/>
                      <a:pt x="12" y="3"/>
                      <a:pt x="10" y="0"/>
                    </a:cubicBezTo>
                    <a:cubicBezTo>
                      <a:pt x="12" y="4"/>
                      <a:pt x="11" y="7"/>
                      <a:pt x="6" y="7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0" name="Freeform 1338">
                <a:extLst>
                  <a:ext uri="{FF2B5EF4-FFF2-40B4-BE49-F238E27FC236}">
                    <a16:creationId xmlns:a16="http://schemas.microsoft.com/office/drawing/2014/main" id="{1EAB6A6B-9315-4AF9-8F4B-7469400B2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459"/>
                <a:ext cx="25" cy="24"/>
              </a:xfrm>
              <a:custGeom>
                <a:avLst/>
                <a:gdLst>
                  <a:gd name="T0" fmla="*/ 0 w 10"/>
                  <a:gd name="T1" fmla="*/ 115 h 9"/>
                  <a:gd name="T2" fmla="*/ 113 w 10"/>
                  <a:gd name="T3" fmla="*/ 136 h 9"/>
                  <a:gd name="T4" fmla="*/ 158 w 10"/>
                  <a:gd name="T5" fmla="*/ 0 h 9"/>
                  <a:gd name="T6" fmla="*/ 0 w 10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2" y="7"/>
                      <a:pt x="6" y="9"/>
                      <a:pt x="7" y="7"/>
                    </a:cubicBezTo>
                    <a:cubicBezTo>
                      <a:pt x="9" y="6"/>
                      <a:pt x="8" y="2"/>
                      <a:pt x="10" y="0"/>
                    </a:cubicBezTo>
                    <a:cubicBezTo>
                      <a:pt x="7" y="3"/>
                      <a:pt x="5" y="5"/>
                      <a:pt x="0" y="5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1" name="Freeform 1339">
                <a:extLst>
                  <a:ext uri="{FF2B5EF4-FFF2-40B4-BE49-F238E27FC236}">
                    <a16:creationId xmlns:a16="http://schemas.microsoft.com/office/drawing/2014/main" id="{A20C21E2-5718-44F3-ADE5-11E8F477C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493"/>
                <a:ext cx="40" cy="38"/>
              </a:xfrm>
              <a:custGeom>
                <a:avLst/>
                <a:gdLst>
                  <a:gd name="T0" fmla="*/ 50 w 16"/>
                  <a:gd name="T1" fmla="*/ 198 h 14"/>
                  <a:gd name="T2" fmla="*/ 188 w 16"/>
                  <a:gd name="T3" fmla="*/ 103 h 14"/>
                  <a:gd name="T4" fmla="*/ 250 w 16"/>
                  <a:gd name="T5" fmla="*/ 60 h 14"/>
                  <a:gd name="T6" fmla="*/ 238 w 16"/>
                  <a:gd name="T7" fmla="*/ 0 h 14"/>
                  <a:gd name="T8" fmla="*/ 208 w 16"/>
                  <a:gd name="T9" fmla="*/ 22 h 14"/>
                  <a:gd name="T10" fmla="*/ 175 w 16"/>
                  <a:gd name="T11" fmla="*/ 60 h 14"/>
                  <a:gd name="T12" fmla="*/ 0 w 16"/>
                  <a:gd name="T13" fmla="*/ 28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3" y="10"/>
                    </a:moveTo>
                    <a:cubicBezTo>
                      <a:pt x="5" y="8"/>
                      <a:pt x="8" y="6"/>
                      <a:pt x="12" y="5"/>
                    </a:cubicBezTo>
                    <a:cubicBezTo>
                      <a:pt x="13" y="4"/>
                      <a:pt x="15" y="4"/>
                      <a:pt x="16" y="3"/>
                    </a:cubicBezTo>
                    <a:cubicBezTo>
                      <a:pt x="15" y="3"/>
                      <a:pt x="15" y="1"/>
                      <a:pt x="15" y="0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1" y="2"/>
                      <a:pt x="12" y="2"/>
                      <a:pt x="11" y="3"/>
                    </a:cubicBezTo>
                    <a:cubicBezTo>
                      <a:pt x="8" y="7"/>
                      <a:pt x="1" y="8"/>
                      <a:pt x="0" y="14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2" name="Freeform 1340">
                <a:extLst>
                  <a:ext uri="{FF2B5EF4-FFF2-40B4-BE49-F238E27FC236}">
                    <a16:creationId xmlns:a16="http://schemas.microsoft.com/office/drawing/2014/main" id="{139900F5-48BC-45EB-9FA6-649454705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36"/>
                <a:ext cx="20" cy="93"/>
              </a:xfrm>
              <a:custGeom>
                <a:avLst/>
                <a:gdLst>
                  <a:gd name="T0" fmla="*/ 125 w 8"/>
                  <a:gd name="T1" fmla="*/ 0 h 35"/>
                  <a:gd name="T2" fmla="*/ 113 w 8"/>
                  <a:gd name="T3" fmla="*/ 205 h 35"/>
                  <a:gd name="T4" fmla="*/ 95 w 8"/>
                  <a:gd name="T5" fmla="*/ 340 h 35"/>
                  <a:gd name="T6" fmla="*/ 0 w 8"/>
                  <a:gd name="T7" fmla="*/ 656 h 35"/>
                  <a:gd name="T8" fmla="*/ 63 w 8"/>
                  <a:gd name="T9" fmla="*/ 340 h 35"/>
                  <a:gd name="T10" fmla="*/ 125 w 8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5">
                    <a:moveTo>
                      <a:pt x="8" y="0"/>
                    </a:moveTo>
                    <a:cubicBezTo>
                      <a:pt x="8" y="4"/>
                      <a:pt x="7" y="7"/>
                      <a:pt x="7" y="11"/>
                    </a:cubicBezTo>
                    <a:cubicBezTo>
                      <a:pt x="7" y="13"/>
                      <a:pt x="7" y="16"/>
                      <a:pt x="6" y="18"/>
                    </a:cubicBezTo>
                    <a:cubicBezTo>
                      <a:pt x="5" y="24"/>
                      <a:pt x="0" y="29"/>
                      <a:pt x="0" y="35"/>
                    </a:cubicBezTo>
                    <a:cubicBezTo>
                      <a:pt x="0" y="29"/>
                      <a:pt x="2" y="23"/>
                      <a:pt x="4" y="18"/>
                    </a:cubicBezTo>
                    <a:cubicBezTo>
                      <a:pt x="6" y="12"/>
                      <a:pt x="6" y="6"/>
                      <a:pt x="8" y="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3" name="Freeform 1341">
                <a:extLst>
                  <a:ext uri="{FF2B5EF4-FFF2-40B4-BE49-F238E27FC236}">
                    <a16:creationId xmlns:a16="http://schemas.microsoft.com/office/drawing/2014/main" id="{A3C72BB7-FE39-4CC5-982E-5F60B7E8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461"/>
                <a:ext cx="275" cy="382"/>
              </a:xfrm>
              <a:custGeom>
                <a:avLst/>
                <a:gdLst>
                  <a:gd name="T0" fmla="*/ 1688 w 110"/>
                  <a:gd name="T1" fmla="*/ 914 h 143"/>
                  <a:gd name="T2" fmla="*/ 1113 w 110"/>
                  <a:gd name="T3" fmla="*/ 0 h 143"/>
                  <a:gd name="T4" fmla="*/ 813 w 110"/>
                  <a:gd name="T5" fmla="*/ 0 h 143"/>
                  <a:gd name="T6" fmla="*/ 938 w 110"/>
                  <a:gd name="T7" fmla="*/ 136 h 143"/>
                  <a:gd name="T8" fmla="*/ 1145 w 110"/>
                  <a:gd name="T9" fmla="*/ 401 h 143"/>
                  <a:gd name="T10" fmla="*/ 688 w 110"/>
                  <a:gd name="T11" fmla="*/ 321 h 143"/>
                  <a:gd name="T12" fmla="*/ 845 w 110"/>
                  <a:gd name="T13" fmla="*/ 513 h 143"/>
                  <a:gd name="T14" fmla="*/ 470 w 110"/>
                  <a:gd name="T15" fmla="*/ 593 h 143"/>
                  <a:gd name="T16" fmla="*/ 470 w 110"/>
                  <a:gd name="T17" fmla="*/ 841 h 143"/>
                  <a:gd name="T18" fmla="*/ 425 w 110"/>
                  <a:gd name="T19" fmla="*/ 1071 h 143"/>
                  <a:gd name="T20" fmla="*/ 125 w 110"/>
                  <a:gd name="T21" fmla="*/ 857 h 143"/>
                  <a:gd name="T22" fmla="*/ 0 w 110"/>
                  <a:gd name="T23" fmla="*/ 1277 h 143"/>
                  <a:gd name="T24" fmla="*/ 20 w 110"/>
                  <a:gd name="T25" fmla="*/ 1298 h 143"/>
                  <a:gd name="T26" fmla="*/ 145 w 110"/>
                  <a:gd name="T27" fmla="*/ 1028 h 143"/>
                  <a:gd name="T28" fmla="*/ 488 w 110"/>
                  <a:gd name="T29" fmla="*/ 1199 h 143"/>
                  <a:gd name="T30" fmla="*/ 708 w 110"/>
                  <a:gd name="T31" fmla="*/ 820 h 143"/>
                  <a:gd name="T32" fmla="*/ 1145 w 110"/>
                  <a:gd name="T33" fmla="*/ 743 h 143"/>
                  <a:gd name="T34" fmla="*/ 1270 w 110"/>
                  <a:gd name="T35" fmla="*/ 2134 h 143"/>
                  <a:gd name="T36" fmla="*/ 438 w 110"/>
                  <a:gd name="T37" fmla="*/ 2383 h 143"/>
                  <a:gd name="T38" fmla="*/ 1363 w 110"/>
                  <a:gd name="T39" fmla="*/ 2420 h 143"/>
                  <a:gd name="T40" fmla="*/ 1688 w 110"/>
                  <a:gd name="T41" fmla="*/ 914 h 14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0" h="143">
                    <a:moveTo>
                      <a:pt x="108" y="48"/>
                    </a:moveTo>
                    <a:cubicBezTo>
                      <a:pt x="106" y="17"/>
                      <a:pt x="83" y="3"/>
                      <a:pt x="71" y="0"/>
                    </a:cubicBezTo>
                    <a:cubicBezTo>
                      <a:pt x="65" y="0"/>
                      <a:pt x="57" y="0"/>
                      <a:pt x="52" y="0"/>
                    </a:cubicBezTo>
                    <a:cubicBezTo>
                      <a:pt x="56" y="1"/>
                      <a:pt x="57" y="3"/>
                      <a:pt x="60" y="7"/>
                    </a:cubicBezTo>
                    <a:cubicBezTo>
                      <a:pt x="65" y="13"/>
                      <a:pt x="69" y="20"/>
                      <a:pt x="73" y="21"/>
                    </a:cubicBezTo>
                    <a:cubicBezTo>
                      <a:pt x="67" y="23"/>
                      <a:pt x="49" y="21"/>
                      <a:pt x="44" y="17"/>
                    </a:cubicBezTo>
                    <a:cubicBezTo>
                      <a:pt x="51" y="24"/>
                      <a:pt x="52" y="27"/>
                      <a:pt x="54" y="27"/>
                    </a:cubicBezTo>
                    <a:cubicBezTo>
                      <a:pt x="44" y="29"/>
                      <a:pt x="40" y="34"/>
                      <a:pt x="30" y="31"/>
                    </a:cubicBezTo>
                    <a:cubicBezTo>
                      <a:pt x="33" y="35"/>
                      <a:pt x="32" y="38"/>
                      <a:pt x="30" y="44"/>
                    </a:cubicBezTo>
                    <a:cubicBezTo>
                      <a:pt x="29" y="49"/>
                      <a:pt x="27" y="56"/>
                      <a:pt x="27" y="56"/>
                    </a:cubicBezTo>
                    <a:cubicBezTo>
                      <a:pt x="27" y="56"/>
                      <a:pt x="12" y="55"/>
                      <a:pt x="8" y="45"/>
                    </a:cubicBezTo>
                    <a:cubicBezTo>
                      <a:pt x="6" y="49"/>
                      <a:pt x="4" y="59"/>
                      <a:pt x="0" y="67"/>
                    </a:cubicBezTo>
                    <a:cubicBezTo>
                      <a:pt x="0" y="68"/>
                      <a:pt x="0" y="68"/>
                      <a:pt x="1" y="68"/>
                    </a:cubicBezTo>
                    <a:cubicBezTo>
                      <a:pt x="4" y="67"/>
                      <a:pt x="6" y="59"/>
                      <a:pt x="9" y="54"/>
                    </a:cubicBezTo>
                    <a:cubicBezTo>
                      <a:pt x="11" y="57"/>
                      <a:pt x="29" y="64"/>
                      <a:pt x="31" y="63"/>
                    </a:cubicBezTo>
                    <a:cubicBezTo>
                      <a:pt x="32" y="62"/>
                      <a:pt x="40" y="44"/>
                      <a:pt x="45" y="43"/>
                    </a:cubicBezTo>
                    <a:cubicBezTo>
                      <a:pt x="50" y="41"/>
                      <a:pt x="57" y="37"/>
                      <a:pt x="73" y="39"/>
                    </a:cubicBezTo>
                    <a:cubicBezTo>
                      <a:pt x="90" y="41"/>
                      <a:pt x="90" y="94"/>
                      <a:pt x="81" y="112"/>
                    </a:cubicBezTo>
                    <a:cubicBezTo>
                      <a:pt x="73" y="131"/>
                      <a:pt x="43" y="130"/>
                      <a:pt x="28" y="125"/>
                    </a:cubicBezTo>
                    <a:cubicBezTo>
                      <a:pt x="43" y="134"/>
                      <a:pt x="75" y="143"/>
                      <a:pt x="87" y="127"/>
                    </a:cubicBezTo>
                    <a:cubicBezTo>
                      <a:pt x="100" y="111"/>
                      <a:pt x="110" y="78"/>
                      <a:pt x="108" y="48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4" name="Freeform 1342">
                <a:extLst>
                  <a:ext uri="{FF2B5EF4-FFF2-40B4-BE49-F238E27FC236}">
                    <a16:creationId xmlns:a16="http://schemas.microsoft.com/office/drawing/2014/main" id="{1379B439-A20B-417F-921E-86FC06911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43"/>
                <a:ext cx="55" cy="45"/>
              </a:xfrm>
              <a:custGeom>
                <a:avLst/>
                <a:gdLst>
                  <a:gd name="T0" fmla="*/ 175 w 22"/>
                  <a:gd name="T1" fmla="*/ 315 h 17"/>
                  <a:gd name="T2" fmla="*/ 238 w 22"/>
                  <a:gd name="T3" fmla="*/ 225 h 17"/>
                  <a:gd name="T4" fmla="*/ 270 w 22"/>
                  <a:gd name="T5" fmla="*/ 225 h 17"/>
                  <a:gd name="T6" fmla="*/ 250 w 22"/>
                  <a:gd name="T7" fmla="*/ 183 h 17"/>
                  <a:gd name="T8" fmla="*/ 283 w 22"/>
                  <a:gd name="T9" fmla="*/ 56 h 17"/>
                  <a:gd name="T10" fmla="*/ 313 w 22"/>
                  <a:gd name="T11" fmla="*/ 0 h 17"/>
                  <a:gd name="T12" fmla="*/ 238 w 22"/>
                  <a:gd name="T13" fmla="*/ 56 h 17"/>
                  <a:gd name="T14" fmla="*/ 188 w 22"/>
                  <a:gd name="T15" fmla="*/ 132 h 17"/>
                  <a:gd name="T16" fmla="*/ 95 w 22"/>
                  <a:gd name="T17" fmla="*/ 77 h 17"/>
                  <a:gd name="T18" fmla="*/ 0 w 22"/>
                  <a:gd name="T19" fmla="*/ 183 h 17"/>
                  <a:gd name="T20" fmla="*/ 145 w 22"/>
                  <a:gd name="T21" fmla="*/ 132 h 17"/>
                  <a:gd name="T22" fmla="*/ 188 w 22"/>
                  <a:gd name="T23" fmla="*/ 259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17">
                    <a:moveTo>
                      <a:pt x="11" y="17"/>
                    </a:moveTo>
                    <a:cubicBezTo>
                      <a:pt x="12" y="14"/>
                      <a:pt x="13" y="13"/>
                      <a:pt x="15" y="12"/>
                    </a:cubicBezTo>
                    <a:cubicBezTo>
                      <a:pt x="16" y="12"/>
                      <a:pt x="17" y="14"/>
                      <a:pt x="17" y="12"/>
                    </a:cubicBezTo>
                    <a:cubicBezTo>
                      <a:pt x="17" y="11"/>
                      <a:pt x="16" y="10"/>
                      <a:pt x="16" y="10"/>
                    </a:cubicBezTo>
                    <a:cubicBezTo>
                      <a:pt x="14" y="7"/>
                      <a:pt x="16" y="5"/>
                      <a:pt x="18" y="3"/>
                    </a:cubicBezTo>
                    <a:cubicBezTo>
                      <a:pt x="20" y="2"/>
                      <a:pt x="22" y="2"/>
                      <a:pt x="20" y="0"/>
                    </a:cubicBezTo>
                    <a:cubicBezTo>
                      <a:pt x="19" y="2"/>
                      <a:pt x="17" y="1"/>
                      <a:pt x="15" y="3"/>
                    </a:cubicBezTo>
                    <a:cubicBezTo>
                      <a:pt x="14" y="4"/>
                      <a:pt x="14" y="6"/>
                      <a:pt x="12" y="7"/>
                    </a:cubicBezTo>
                    <a:cubicBezTo>
                      <a:pt x="10" y="7"/>
                      <a:pt x="8" y="4"/>
                      <a:pt x="6" y="4"/>
                    </a:cubicBezTo>
                    <a:cubicBezTo>
                      <a:pt x="3" y="4"/>
                      <a:pt x="0" y="8"/>
                      <a:pt x="0" y="10"/>
                    </a:cubicBezTo>
                    <a:cubicBezTo>
                      <a:pt x="2" y="7"/>
                      <a:pt x="5" y="5"/>
                      <a:pt x="9" y="7"/>
                    </a:cubicBezTo>
                    <a:cubicBezTo>
                      <a:pt x="12" y="9"/>
                      <a:pt x="12" y="11"/>
                      <a:pt x="12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5" name="Freeform 1343">
                <a:extLst>
                  <a:ext uri="{FF2B5EF4-FFF2-40B4-BE49-F238E27FC236}">
                    <a16:creationId xmlns:a16="http://schemas.microsoft.com/office/drawing/2014/main" id="{54629947-17AF-4C3F-AD88-B84C405A2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592"/>
                <a:ext cx="20" cy="51"/>
              </a:xfrm>
              <a:custGeom>
                <a:avLst/>
                <a:gdLst>
                  <a:gd name="T0" fmla="*/ 50 w 8"/>
                  <a:gd name="T1" fmla="*/ 368 h 19"/>
                  <a:gd name="T2" fmla="*/ 113 w 8"/>
                  <a:gd name="T3" fmla="*/ 231 h 19"/>
                  <a:gd name="T4" fmla="*/ 125 w 8"/>
                  <a:gd name="T5" fmla="*/ 0 h 19"/>
                  <a:gd name="T6" fmla="*/ 63 w 8"/>
                  <a:gd name="T7" fmla="*/ 150 h 19"/>
                  <a:gd name="T8" fmla="*/ 33 w 8"/>
                  <a:gd name="T9" fmla="*/ 231 h 19"/>
                  <a:gd name="T10" fmla="*/ 20 w 8"/>
                  <a:gd name="T11" fmla="*/ 287 h 19"/>
                  <a:gd name="T12" fmla="*/ 20 w 8"/>
                  <a:gd name="T13" fmla="*/ 36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9">
                    <a:moveTo>
                      <a:pt x="3" y="19"/>
                    </a:moveTo>
                    <a:cubicBezTo>
                      <a:pt x="2" y="16"/>
                      <a:pt x="3" y="12"/>
                      <a:pt x="7" y="12"/>
                    </a:cubicBezTo>
                    <a:cubicBezTo>
                      <a:pt x="7" y="10"/>
                      <a:pt x="3" y="2"/>
                      <a:pt x="8" y="0"/>
                    </a:cubicBezTo>
                    <a:cubicBezTo>
                      <a:pt x="4" y="1"/>
                      <a:pt x="4" y="4"/>
                      <a:pt x="4" y="8"/>
                    </a:cubicBezTo>
                    <a:cubicBezTo>
                      <a:pt x="4" y="10"/>
                      <a:pt x="4" y="10"/>
                      <a:pt x="2" y="12"/>
                    </a:cubicBezTo>
                    <a:cubicBezTo>
                      <a:pt x="2" y="13"/>
                      <a:pt x="1" y="13"/>
                      <a:pt x="1" y="15"/>
                    </a:cubicBezTo>
                    <a:cubicBezTo>
                      <a:pt x="0" y="16"/>
                      <a:pt x="1" y="18"/>
                      <a:pt x="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6" name="Freeform 1344">
                <a:extLst>
                  <a:ext uri="{FF2B5EF4-FFF2-40B4-BE49-F238E27FC236}">
                    <a16:creationId xmlns:a16="http://schemas.microsoft.com/office/drawing/2014/main" id="{692B622D-8FB9-496D-B97D-D62D1D814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597"/>
                <a:ext cx="23" cy="48"/>
              </a:xfrm>
              <a:custGeom>
                <a:avLst/>
                <a:gdLst>
                  <a:gd name="T0" fmla="*/ 151 w 9"/>
                  <a:gd name="T1" fmla="*/ 0 h 18"/>
                  <a:gd name="T2" fmla="*/ 84 w 9"/>
                  <a:gd name="T3" fmla="*/ 93 h 18"/>
                  <a:gd name="T4" fmla="*/ 118 w 9"/>
                  <a:gd name="T5" fmla="*/ 192 h 18"/>
                  <a:gd name="T6" fmla="*/ 66 w 9"/>
                  <a:gd name="T7" fmla="*/ 227 h 18"/>
                  <a:gd name="T8" fmla="*/ 20 w 9"/>
                  <a:gd name="T9" fmla="*/ 341 h 18"/>
                  <a:gd name="T10" fmla="*/ 20 w 9"/>
                  <a:gd name="T11" fmla="*/ 227 h 18"/>
                  <a:gd name="T12" fmla="*/ 51 w 9"/>
                  <a:gd name="T13" fmla="*/ 171 h 18"/>
                  <a:gd name="T14" fmla="*/ 51 w 9"/>
                  <a:gd name="T15" fmla="*/ 77 h 18"/>
                  <a:gd name="T16" fmla="*/ 118 w 9"/>
                  <a:gd name="T17" fmla="*/ 2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8">
                    <a:moveTo>
                      <a:pt x="9" y="0"/>
                    </a:moveTo>
                    <a:cubicBezTo>
                      <a:pt x="7" y="1"/>
                      <a:pt x="5" y="2"/>
                      <a:pt x="5" y="5"/>
                    </a:cubicBezTo>
                    <a:cubicBezTo>
                      <a:pt x="5" y="6"/>
                      <a:pt x="7" y="8"/>
                      <a:pt x="7" y="10"/>
                    </a:cubicBezTo>
                    <a:cubicBezTo>
                      <a:pt x="8" y="12"/>
                      <a:pt x="6" y="11"/>
                      <a:pt x="4" y="12"/>
                    </a:cubicBezTo>
                    <a:cubicBezTo>
                      <a:pt x="1" y="14"/>
                      <a:pt x="2" y="15"/>
                      <a:pt x="1" y="18"/>
                    </a:cubicBezTo>
                    <a:cubicBezTo>
                      <a:pt x="0" y="16"/>
                      <a:pt x="0" y="14"/>
                      <a:pt x="1" y="12"/>
                    </a:cubicBezTo>
                    <a:cubicBezTo>
                      <a:pt x="1" y="11"/>
                      <a:pt x="3" y="11"/>
                      <a:pt x="3" y="9"/>
                    </a:cubicBezTo>
                    <a:cubicBezTo>
                      <a:pt x="4" y="8"/>
                      <a:pt x="2" y="6"/>
                      <a:pt x="3" y="4"/>
                    </a:cubicBezTo>
                    <a:cubicBezTo>
                      <a:pt x="3" y="2"/>
                      <a:pt x="5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7" name="Freeform 1345">
                <a:extLst>
                  <a:ext uri="{FF2B5EF4-FFF2-40B4-BE49-F238E27FC236}">
                    <a16:creationId xmlns:a16="http://schemas.microsoft.com/office/drawing/2014/main" id="{6BCB3461-D23B-4F04-9091-058BCEEAE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632"/>
                <a:ext cx="30" cy="45"/>
              </a:xfrm>
              <a:custGeom>
                <a:avLst/>
                <a:gdLst>
                  <a:gd name="T0" fmla="*/ 113 w 12"/>
                  <a:gd name="T1" fmla="*/ 294 h 17"/>
                  <a:gd name="T2" fmla="*/ 145 w 12"/>
                  <a:gd name="T3" fmla="*/ 204 h 17"/>
                  <a:gd name="T4" fmla="*/ 175 w 12"/>
                  <a:gd name="T5" fmla="*/ 132 h 17"/>
                  <a:gd name="T6" fmla="*/ 145 w 12"/>
                  <a:gd name="T7" fmla="*/ 56 h 17"/>
                  <a:gd name="T8" fmla="*/ 125 w 12"/>
                  <a:gd name="T9" fmla="*/ 0 h 17"/>
                  <a:gd name="T10" fmla="*/ 95 w 12"/>
                  <a:gd name="T11" fmla="*/ 90 h 17"/>
                  <a:gd name="T12" fmla="*/ 33 w 12"/>
                  <a:gd name="T13" fmla="*/ 77 h 17"/>
                  <a:gd name="T14" fmla="*/ 0 w 12"/>
                  <a:gd name="T15" fmla="*/ 111 h 17"/>
                  <a:gd name="T16" fmla="*/ 113 w 12"/>
                  <a:gd name="T17" fmla="*/ 169 h 17"/>
                  <a:gd name="T18" fmla="*/ 113 w 12"/>
                  <a:gd name="T19" fmla="*/ 315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17">
                    <a:moveTo>
                      <a:pt x="7" y="16"/>
                    </a:moveTo>
                    <a:cubicBezTo>
                      <a:pt x="7" y="14"/>
                      <a:pt x="7" y="12"/>
                      <a:pt x="9" y="11"/>
                    </a:cubicBezTo>
                    <a:cubicBezTo>
                      <a:pt x="11" y="10"/>
                      <a:pt x="12" y="10"/>
                      <a:pt x="11" y="7"/>
                    </a:cubicBezTo>
                    <a:cubicBezTo>
                      <a:pt x="11" y="6"/>
                      <a:pt x="9" y="5"/>
                      <a:pt x="9" y="3"/>
                    </a:cubicBezTo>
                    <a:cubicBezTo>
                      <a:pt x="8" y="2"/>
                      <a:pt x="9" y="0"/>
                      <a:pt x="8" y="0"/>
                    </a:cubicBezTo>
                    <a:cubicBezTo>
                      <a:pt x="6" y="1"/>
                      <a:pt x="8" y="4"/>
                      <a:pt x="6" y="5"/>
                    </a:cubicBezTo>
                    <a:cubicBezTo>
                      <a:pt x="5" y="5"/>
                      <a:pt x="4" y="3"/>
                      <a:pt x="2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2" y="5"/>
                      <a:pt x="6" y="7"/>
                      <a:pt x="7" y="9"/>
                    </a:cubicBezTo>
                    <a:cubicBezTo>
                      <a:pt x="7" y="12"/>
                      <a:pt x="4" y="14"/>
                      <a:pt x="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8" name="Freeform 1346">
                <a:extLst>
                  <a:ext uri="{FF2B5EF4-FFF2-40B4-BE49-F238E27FC236}">
                    <a16:creationId xmlns:a16="http://schemas.microsoft.com/office/drawing/2014/main" id="{C98E5595-816C-48F9-AC28-72344710D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667"/>
                <a:ext cx="25" cy="45"/>
              </a:xfrm>
              <a:custGeom>
                <a:avLst/>
                <a:gdLst>
                  <a:gd name="T0" fmla="*/ 83 w 10"/>
                  <a:gd name="T1" fmla="*/ 204 h 17"/>
                  <a:gd name="T2" fmla="*/ 20 w 10"/>
                  <a:gd name="T3" fmla="*/ 315 h 17"/>
                  <a:gd name="T4" fmla="*/ 0 w 10"/>
                  <a:gd name="T5" fmla="*/ 225 h 17"/>
                  <a:gd name="T6" fmla="*/ 50 w 10"/>
                  <a:gd name="T7" fmla="*/ 169 h 17"/>
                  <a:gd name="T8" fmla="*/ 50 w 10"/>
                  <a:gd name="T9" fmla="*/ 77 h 17"/>
                  <a:gd name="T10" fmla="*/ 83 w 10"/>
                  <a:gd name="T11" fmla="*/ 0 h 17"/>
                  <a:gd name="T12" fmla="*/ 158 w 10"/>
                  <a:gd name="T13" fmla="*/ 148 h 17"/>
                  <a:gd name="T14" fmla="*/ 63 w 10"/>
                  <a:gd name="T15" fmla="*/ 204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5" y="11"/>
                    </a:moveTo>
                    <a:cubicBezTo>
                      <a:pt x="2" y="11"/>
                      <a:pt x="0" y="14"/>
                      <a:pt x="1" y="17"/>
                    </a:cubicBezTo>
                    <a:cubicBezTo>
                      <a:pt x="0" y="16"/>
                      <a:pt x="0" y="13"/>
                      <a:pt x="0" y="12"/>
                    </a:cubicBezTo>
                    <a:cubicBezTo>
                      <a:pt x="1" y="10"/>
                      <a:pt x="2" y="10"/>
                      <a:pt x="3" y="9"/>
                    </a:cubicBezTo>
                    <a:cubicBezTo>
                      <a:pt x="4" y="8"/>
                      <a:pt x="3" y="6"/>
                      <a:pt x="3" y="4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5" y="4"/>
                      <a:pt x="7" y="5"/>
                      <a:pt x="10" y="8"/>
                    </a:cubicBezTo>
                    <a:cubicBezTo>
                      <a:pt x="8" y="8"/>
                      <a:pt x="6" y="10"/>
                      <a:pt x="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49" name="Freeform 1347">
                <a:extLst>
                  <a:ext uri="{FF2B5EF4-FFF2-40B4-BE49-F238E27FC236}">
                    <a16:creationId xmlns:a16="http://schemas.microsoft.com/office/drawing/2014/main" id="{942C54D9-E0AF-402E-B76A-AD939F5C8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688"/>
                <a:ext cx="20" cy="11"/>
              </a:xfrm>
              <a:custGeom>
                <a:avLst/>
                <a:gdLst>
                  <a:gd name="T0" fmla="*/ 0 w 8"/>
                  <a:gd name="T1" fmla="*/ 47 h 4"/>
                  <a:gd name="T2" fmla="*/ 95 w 8"/>
                  <a:gd name="T3" fmla="*/ 61 h 4"/>
                  <a:gd name="T4" fmla="*/ 83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2"/>
                    </a:moveTo>
                    <a:cubicBezTo>
                      <a:pt x="3" y="1"/>
                      <a:pt x="4" y="4"/>
                      <a:pt x="6" y="3"/>
                    </a:cubicBezTo>
                    <a:cubicBezTo>
                      <a:pt x="8" y="2"/>
                      <a:pt x="7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0" name="Freeform 1348">
                <a:extLst>
                  <a:ext uri="{FF2B5EF4-FFF2-40B4-BE49-F238E27FC236}">
                    <a16:creationId xmlns:a16="http://schemas.microsoft.com/office/drawing/2014/main" id="{A2296907-35F4-4A95-B549-E3CA79821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659"/>
                <a:ext cx="17" cy="45"/>
              </a:xfrm>
              <a:custGeom>
                <a:avLst/>
                <a:gdLst>
                  <a:gd name="T0" fmla="*/ 70 w 7"/>
                  <a:gd name="T1" fmla="*/ 0 h 17"/>
                  <a:gd name="T2" fmla="*/ 41 w 7"/>
                  <a:gd name="T3" fmla="*/ 169 h 17"/>
                  <a:gd name="T4" fmla="*/ 41 w 7"/>
                  <a:gd name="T5" fmla="*/ 315 h 17"/>
                  <a:gd name="T6" fmla="*/ 87 w 7"/>
                  <a:gd name="T7" fmla="*/ 169 h 17"/>
                  <a:gd name="T8" fmla="*/ 70 w 7"/>
                  <a:gd name="T9" fmla="*/ 56 h 17"/>
                  <a:gd name="T10" fmla="*/ 100 w 7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7">
                    <a:moveTo>
                      <a:pt x="5" y="0"/>
                    </a:moveTo>
                    <a:cubicBezTo>
                      <a:pt x="2" y="3"/>
                      <a:pt x="4" y="5"/>
                      <a:pt x="3" y="9"/>
                    </a:cubicBezTo>
                    <a:cubicBezTo>
                      <a:pt x="3" y="11"/>
                      <a:pt x="0" y="14"/>
                      <a:pt x="3" y="17"/>
                    </a:cubicBezTo>
                    <a:cubicBezTo>
                      <a:pt x="2" y="13"/>
                      <a:pt x="5" y="12"/>
                      <a:pt x="6" y="9"/>
                    </a:cubicBezTo>
                    <a:cubicBezTo>
                      <a:pt x="6" y="7"/>
                      <a:pt x="4" y="5"/>
                      <a:pt x="5" y="3"/>
                    </a:cubicBezTo>
                    <a:cubicBezTo>
                      <a:pt x="5" y="1"/>
                      <a:pt x="6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1" name="Freeform 1349">
                <a:extLst>
                  <a:ext uri="{FF2B5EF4-FFF2-40B4-BE49-F238E27FC236}">
                    <a16:creationId xmlns:a16="http://schemas.microsoft.com/office/drawing/2014/main" id="{421749BA-F360-45DA-8360-5EA68BC1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656"/>
                <a:ext cx="23" cy="29"/>
              </a:xfrm>
              <a:custGeom>
                <a:avLst/>
                <a:gdLst>
                  <a:gd name="T0" fmla="*/ 51 w 9"/>
                  <a:gd name="T1" fmla="*/ 200 h 11"/>
                  <a:gd name="T2" fmla="*/ 84 w 9"/>
                  <a:gd name="T3" fmla="*/ 76 h 11"/>
                  <a:gd name="T4" fmla="*/ 151 w 9"/>
                  <a:gd name="T5" fmla="*/ 90 h 11"/>
                  <a:gd name="T6" fmla="*/ 33 w 9"/>
                  <a:gd name="T7" fmla="*/ 1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2" y="8"/>
                      <a:pt x="3" y="5"/>
                      <a:pt x="5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5" y="0"/>
                      <a:pt x="0" y="4"/>
                      <a:pt x="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2" name="Freeform 1350">
                <a:extLst>
                  <a:ext uri="{FF2B5EF4-FFF2-40B4-BE49-F238E27FC236}">
                    <a16:creationId xmlns:a16="http://schemas.microsoft.com/office/drawing/2014/main" id="{A00E8CC7-D2CD-45BD-9824-70DB3EF91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667"/>
                <a:ext cx="18" cy="16"/>
              </a:xfrm>
              <a:custGeom>
                <a:avLst/>
                <a:gdLst>
                  <a:gd name="T0" fmla="*/ 33 w 7"/>
                  <a:gd name="T1" fmla="*/ 115 h 6"/>
                  <a:gd name="T2" fmla="*/ 118 w 7"/>
                  <a:gd name="T3" fmla="*/ 21 h 6"/>
                  <a:gd name="T4" fmla="*/ 54 w 7"/>
                  <a:gd name="T5" fmla="*/ 0 h 6"/>
                  <a:gd name="T6" fmla="*/ 33 w 7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2" y="3"/>
                      <a:pt x="4" y="0"/>
                      <a:pt x="7" y="1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0" y="1"/>
                      <a:pt x="1" y="4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3" name="Freeform 1351">
                <a:extLst>
                  <a:ext uri="{FF2B5EF4-FFF2-40B4-BE49-F238E27FC236}">
                    <a16:creationId xmlns:a16="http://schemas.microsoft.com/office/drawing/2014/main" id="{0E73B182-EC3B-40CB-8001-48BA7002F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701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63 w 4"/>
                  <a:gd name="T3" fmla="*/ 35 h 6"/>
                  <a:gd name="T4" fmla="*/ 20 w 4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4"/>
                      <a:pt x="2" y="2"/>
                      <a:pt x="4" y="2"/>
                    </a:cubicBezTo>
                    <a:cubicBezTo>
                      <a:pt x="2" y="0"/>
                      <a:pt x="0" y="3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4" name="Freeform 1352">
                <a:extLst>
                  <a:ext uri="{FF2B5EF4-FFF2-40B4-BE49-F238E27FC236}">
                    <a16:creationId xmlns:a16="http://schemas.microsoft.com/office/drawing/2014/main" id="{CED0B319-653B-409B-8CAA-A85ACB84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701"/>
                <a:ext cx="18" cy="19"/>
              </a:xfrm>
              <a:custGeom>
                <a:avLst/>
                <a:gdLst>
                  <a:gd name="T0" fmla="*/ 54 w 7"/>
                  <a:gd name="T1" fmla="*/ 141 h 7"/>
                  <a:gd name="T2" fmla="*/ 118 w 7"/>
                  <a:gd name="T3" fmla="*/ 60 h 7"/>
                  <a:gd name="T4" fmla="*/ 54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4" y="5"/>
                      <a:pt x="3" y="2"/>
                      <a:pt x="7" y="3"/>
                    </a:cubicBezTo>
                    <a:cubicBezTo>
                      <a:pt x="4" y="0"/>
                      <a:pt x="0" y="5"/>
                      <a:pt x="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5" name="Freeform 1353">
                <a:extLst>
                  <a:ext uri="{FF2B5EF4-FFF2-40B4-BE49-F238E27FC236}">
                    <a16:creationId xmlns:a16="http://schemas.microsoft.com/office/drawing/2014/main" id="{D8ED5EEB-0875-47C1-AE16-542FDCE7F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723"/>
                <a:ext cx="13" cy="16"/>
              </a:xfrm>
              <a:custGeom>
                <a:avLst/>
                <a:gdLst>
                  <a:gd name="T0" fmla="*/ 34 w 5"/>
                  <a:gd name="T1" fmla="*/ 115 h 6"/>
                  <a:gd name="T2" fmla="*/ 88 w 5"/>
                  <a:gd name="T3" fmla="*/ 21 h 6"/>
                  <a:gd name="T4" fmla="*/ 21 w 5"/>
                  <a:gd name="T5" fmla="*/ 21 h 6"/>
                  <a:gd name="T6" fmla="*/ 34 w 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3"/>
                      <a:pt x="2" y="1"/>
                      <a:pt x="5" y="1"/>
                    </a:cubicBezTo>
                    <a:cubicBezTo>
                      <a:pt x="4" y="0"/>
                      <a:pt x="3" y="0"/>
                      <a:pt x="1" y="1"/>
                    </a:cubicBezTo>
                    <a:cubicBezTo>
                      <a:pt x="0" y="3"/>
                      <a:pt x="1" y="4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6" name="Freeform 1354">
                <a:extLst>
                  <a:ext uri="{FF2B5EF4-FFF2-40B4-BE49-F238E27FC236}">
                    <a16:creationId xmlns:a16="http://schemas.microsoft.com/office/drawing/2014/main" id="{AF9CFD53-426C-4614-BBB0-8166061A5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728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63 w 4"/>
                  <a:gd name="T3" fmla="*/ 21 h 6"/>
                  <a:gd name="T4" fmla="*/ 20 w 4"/>
                  <a:gd name="T5" fmla="*/ 35 h 6"/>
                  <a:gd name="T6" fmla="*/ 20 w 4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4"/>
                      <a:pt x="2" y="2"/>
                      <a:pt x="4" y="1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1" y="5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7" name="Freeform 1355">
                <a:extLst>
                  <a:ext uri="{FF2B5EF4-FFF2-40B4-BE49-F238E27FC236}">
                    <a16:creationId xmlns:a16="http://schemas.microsoft.com/office/drawing/2014/main" id="{1087913E-C13E-4E4E-A35A-829592041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717"/>
                <a:ext cx="17" cy="19"/>
              </a:xfrm>
              <a:custGeom>
                <a:avLst/>
                <a:gdLst>
                  <a:gd name="T0" fmla="*/ 29 w 7"/>
                  <a:gd name="T1" fmla="*/ 141 h 7"/>
                  <a:gd name="T2" fmla="*/ 100 w 7"/>
                  <a:gd name="T3" fmla="*/ 60 h 7"/>
                  <a:gd name="T4" fmla="*/ 29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2" y="5"/>
                      <a:pt x="5" y="2"/>
                      <a:pt x="7" y="3"/>
                    </a:cubicBezTo>
                    <a:cubicBezTo>
                      <a:pt x="4" y="0"/>
                      <a:pt x="0" y="4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8" name="Freeform 1356">
                <a:extLst>
                  <a:ext uri="{FF2B5EF4-FFF2-40B4-BE49-F238E27FC236}">
                    <a16:creationId xmlns:a16="http://schemas.microsoft.com/office/drawing/2014/main" id="{D5056AA1-D4BA-4DFC-A704-CE1E18D07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685"/>
                <a:ext cx="18" cy="14"/>
              </a:xfrm>
              <a:custGeom>
                <a:avLst/>
                <a:gdLst>
                  <a:gd name="T0" fmla="*/ 54 w 7"/>
                  <a:gd name="T1" fmla="*/ 109 h 5"/>
                  <a:gd name="T2" fmla="*/ 118 w 7"/>
                  <a:gd name="T3" fmla="*/ 22 h 5"/>
                  <a:gd name="T4" fmla="*/ 54 w 7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3"/>
                      <a:pt x="5" y="1"/>
                      <a:pt x="7" y="1"/>
                    </a:cubicBezTo>
                    <a:cubicBezTo>
                      <a:pt x="4" y="0"/>
                      <a:pt x="0" y="2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59" name="Freeform 1357">
                <a:extLst>
                  <a:ext uri="{FF2B5EF4-FFF2-40B4-BE49-F238E27FC236}">
                    <a16:creationId xmlns:a16="http://schemas.microsoft.com/office/drawing/2014/main" id="{E45A7BE1-F3BC-47C3-9B6E-D64E91EB6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643"/>
                <a:ext cx="12" cy="16"/>
              </a:xfrm>
              <a:custGeom>
                <a:avLst/>
                <a:gdLst>
                  <a:gd name="T0" fmla="*/ 12 w 5"/>
                  <a:gd name="T1" fmla="*/ 115 h 6"/>
                  <a:gd name="T2" fmla="*/ 70 w 5"/>
                  <a:gd name="T3" fmla="*/ 35 h 6"/>
                  <a:gd name="T4" fmla="*/ 12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1" y="4"/>
                      <a:pt x="3" y="2"/>
                      <a:pt x="5" y="2"/>
                    </a:cubicBezTo>
                    <a:cubicBezTo>
                      <a:pt x="2" y="0"/>
                      <a:pt x="0" y="3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0" name="Freeform 1358">
                <a:extLst>
                  <a:ext uri="{FF2B5EF4-FFF2-40B4-BE49-F238E27FC236}">
                    <a16:creationId xmlns:a16="http://schemas.microsoft.com/office/drawing/2014/main" id="{551157E4-5887-408E-A86C-BC4689EE3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637"/>
                <a:ext cx="10" cy="16"/>
              </a:xfrm>
              <a:custGeom>
                <a:avLst/>
                <a:gdLst>
                  <a:gd name="T0" fmla="*/ 63 w 4"/>
                  <a:gd name="T1" fmla="*/ 21 h 6"/>
                  <a:gd name="T2" fmla="*/ 20 w 4"/>
                  <a:gd name="T3" fmla="*/ 115 h 6"/>
                  <a:gd name="T4" fmla="*/ 0 w 4"/>
                  <a:gd name="T5" fmla="*/ 35 h 6"/>
                  <a:gd name="T6" fmla="*/ 63 w 4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1"/>
                    </a:moveTo>
                    <a:cubicBezTo>
                      <a:pt x="2" y="1"/>
                      <a:pt x="0" y="4"/>
                      <a:pt x="1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1" name="Freeform 1359">
                <a:extLst>
                  <a:ext uri="{FF2B5EF4-FFF2-40B4-BE49-F238E27FC236}">
                    <a16:creationId xmlns:a16="http://schemas.microsoft.com/office/drawing/2014/main" id="{B4BA4C9F-1356-47CA-909A-B230596C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608"/>
                <a:ext cx="10" cy="16"/>
              </a:xfrm>
              <a:custGeom>
                <a:avLst/>
                <a:gdLst>
                  <a:gd name="T0" fmla="*/ 63 w 4"/>
                  <a:gd name="T1" fmla="*/ 35 h 6"/>
                  <a:gd name="T2" fmla="*/ 33 w 4"/>
                  <a:gd name="T3" fmla="*/ 115 h 6"/>
                  <a:gd name="T4" fmla="*/ 50 w 4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2"/>
                    </a:moveTo>
                    <a:cubicBezTo>
                      <a:pt x="2" y="1"/>
                      <a:pt x="2" y="5"/>
                      <a:pt x="2" y="6"/>
                    </a:cubicBezTo>
                    <a:cubicBezTo>
                      <a:pt x="0" y="5"/>
                      <a:pt x="1" y="0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2" name="Freeform 1360">
                <a:extLst>
                  <a:ext uri="{FF2B5EF4-FFF2-40B4-BE49-F238E27FC236}">
                    <a16:creationId xmlns:a16="http://schemas.microsoft.com/office/drawing/2014/main" id="{50555E83-B194-42AB-85EE-2BF270C60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643"/>
                <a:ext cx="10" cy="18"/>
              </a:xfrm>
              <a:custGeom>
                <a:avLst/>
                <a:gdLst>
                  <a:gd name="T0" fmla="*/ 63 w 4"/>
                  <a:gd name="T1" fmla="*/ 21 h 7"/>
                  <a:gd name="T2" fmla="*/ 33 w 4"/>
                  <a:gd name="T3" fmla="*/ 118 h 7"/>
                  <a:gd name="T4" fmla="*/ 0 w 4"/>
                  <a:gd name="T5" fmla="*/ 21 h 7"/>
                  <a:gd name="T6" fmla="*/ 63 w 4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4" y="1"/>
                    </a:moveTo>
                    <a:cubicBezTo>
                      <a:pt x="1" y="0"/>
                      <a:pt x="1" y="5"/>
                      <a:pt x="2" y="7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3" name="Freeform 1361">
                <a:extLst>
                  <a:ext uri="{FF2B5EF4-FFF2-40B4-BE49-F238E27FC236}">
                    <a16:creationId xmlns:a16="http://schemas.microsoft.com/office/drawing/2014/main" id="{8C4AAB01-7E1F-4127-B92C-5D52FA4F6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680"/>
                <a:ext cx="15" cy="27"/>
              </a:xfrm>
              <a:custGeom>
                <a:avLst/>
                <a:gdLst>
                  <a:gd name="T0" fmla="*/ 95 w 6"/>
                  <a:gd name="T1" fmla="*/ 81 h 10"/>
                  <a:gd name="T2" fmla="*/ 33 w 6"/>
                  <a:gd name="T3" fmla="*/ 197 h 10"/>
                  <a:gd name="T4" fmla="*/ 83 w 6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4"/>
                    </a:moveTo>
                    <a:cubicBezTo>
                      <a:pt x="2" y="3"/>
                      <a:pt x="2" y="7"/>
                      <a:pt x="2" y="10"/>
                    </a:cubicBezTo>
                    <a:cubicBezTo>
                      <a:pt x="0" y="8"/>
                      <a:pt x="2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4" name="Freeform 1362">
                <a:extLst>
                  <a:ext uri="{FF2B5EF4-FFF2-40B4-BE49-F238E27FC236}">
                    <a16:creationId xmlns:a16="http://schemas.microsoft.com/office/drawing/2014/main" id="{5CA2F243-36E1-4CCA-B92C-919425527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675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50 w 4"/>
                  <a:gd name="T3" fmla="*/ 115 h 6"/>
                  <a:gd name="T4" fmla="*/ 63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3" y="4"/>
                      <a:pt x="3" y="6"/>
                    </a:cubicBezTo>
                    <a:cubicBezTo>
                      <a:pt x="2" y="4"/>
                      <a:pt x="0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5" name="Freeform 1363">
                <a:extLst>
                  <a:ext uri="{FF2B5EF4-FFF2-40B4-BE49-F238E27FC236}">
                    <a16:creationId xmlns:a16="http://schemas.microsoft.com/office/drawing/2014/main" id="{ED060DD1-ADF0-4D44-83D4-4C030416B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723"/>
                <a:ext cx="13" cy="18"/>
              </a:xfrm>
              <a:custGeom>
                <a:avLst/>
                <a:gdLst>
                  <a:gd name="T0" fmla="*/ 88 w 5"/>
                  <a:gd name="T1" fmla="*/ 21 h 7"/>
                  <a:gd name="T2" fmla="*/ 34 w 5"/>
                  <a:gd name="T3" fmla="*/ 118 h 7"/>
                  <a:gd name="T4" fmla="*/ 21 w 5"/>
                  <a:gd name="T5" fmla="*/ 54 h 7"/>
                  <a:gd name="T6" fmla="*/ 68 w 5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1"/>
                    </a:moveTo>
                    <a:cubicBezTo>
                      <a:pt x="1" y="0"/>
                      <a:pt x="2" y="5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6" name="Freeform 1364">
                <a:extLst>
                  <a:ext uri="{FF2B5EF4-FFF2-40B4-BE49-F238E27FC236}">
                    <a16:creationId xmlns:a16="http://schemas.microsoft.com/office/drawing/2014/main" id="{4747F167-AB94-407B-820F-0C87A391F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731"/>
                <a:ext cx="10" cy="21"/>
              </a:xfrm>
              <a:custGeom>
                <a:avLst/>
                <a:gdLst>
                  <a:gd name="T0" fmla="*/ 63 w 4"/>
                  <a:gd name="T1" fmla="*/ 21 h 8"/>
                  <a:gd name="T2" fmla="*/ 20 w 4"/>
                  <a:gd name="T3" fmla="*/ 55 h 8"/>
                  <a:gd name="T4" fmla="*/ 33 w 4"/>
                  <a:gd name="T5" fmla="*/ 144 h 8"/>
                  <a:gd name="T6" fmla="*/ 0 w 4"/>
                  <a:gd name="T7" fmla="*/ 34 h 8"/>
                  <a:gd name="T8" fmla="*/ 63 w 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1" y="5"/>
                      <a:pt x="2" y="6"/>
                      <a:pt x="2" y="8"/>
                    </a:cubicBezTo>
                    <a:cubicBezTo>
                      <a:pt x="1" y="7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7" name="Freeform 1365">
                <a:extLst>
                  <a:ext uri="{FF2B5EF4-FFF2-40B4-BE49-F238E27FC236}">
                    <a16:creationId xmlns:a16="http://schemas.microsoft.com/office/drawing/2014/main" id="{E173E1EF-EA55-470E-B096-93D91F6A2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765"/>
                <a:ext cx="8" cy="16"/>
              </a:xfrm>
              <a:custGeom>
                <a:avLst/>
                <a:gdLst>
                  <a:gd name="T0" fmla="*/ 56 w 3"/>
                  <a:gd name="T1" fmla="*/ 21 h 6"/>
                  <a:gd name="T2" fmla="*/ 21 w 3"/>
                  <a:gd name="T3" fmla="*/ 56 h 6"/>
                  <a:gd name="T4" fmla="*/ 35 w 3"/>
                  <a:gd name="T5" fmla="*/ 115 h 6"/>
                  <a:gd name="T6" fmla="*/ 0 w 3"/>
                  <a:gd name="T7" fmla="*/ 56 h 6"/>
                  <a:gd name="T8" fmla="*/ 35 w 3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8" name="Freeform 1366">
                <a:extLst>
                  <a:ext uri="{FF2B5EF4-FFF2-40B4-BE49-F238E27FC236}">
                    <a16:creationId xmlns:a16="http://schemas.microsoft.com/office/drawing/2014/main" id="{3D274009-FDB7-4ADD-AABD-45CA5D2F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752"/>
                <a:ext cx="13" cy="13"/>
              </a:xfrm>
              <a:custGeom>
                <a:avLst/>
                <a:gdLst>
                  <a:gd name="T0" fmla="*/ 88 w 5"/>
                  <a:gd name="T1" fmla="*/ 21 h 5"/>
                  <a:gd name="T2" fmla="*/ 34 w 5"/>
                  <a:gd name="T3" fmla="*/ 88 h 5"/>
                  <a:gd name="T4" fmla="*/ 6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2" y="1"/>
                      <a:pt x="1" y="3"/>
                      <a:pt x="2" y="5"/>
                    </a:cubicBezTo>
                    <a:cubicBezTo>
                      <a:pt x="1" y="4"/>
                      <a:pt x="0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69" name="Freeform 1367">
                <a:extLst>
                  <a:ext uri="{FF2B5EF4-FFF2-40B4-BE49-F238E27FC236}">
                    <a16:creationId xmlns:a16="http://schemas.microsoft.com/office/drawing/2014/main" id="{294392E2-3AD9-4406-9F69-920FCAEB3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755"/>
                <a:ext cx="10" cy="13"/>
              </a:xfrm>
              <a:custGeom>
                <a:avLst/>
                <a:gdLst>
                  <a:gd name="T0" fmla="*/ 63 w 4"/>
                  <a:gd name="T1" fmla="*/ 0 h 5"/>
                  <a:gd name="T2" fmla="*/ 33 w 4"/>
                  <a:gd name="T3" fmla="*/ 88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0"/>
                      <a:pt x="1" y="3"/>
                      <a:pt x="2" y="5"/>
                    </a:cubicBezTo>
                    <a:cubicBezTo>
                      <a:pt x="0" y="2"/>
                      <a:pt x="0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0" name="Freeform 1368">
                <a:extLst>
                  <a:ext uri="{FF2B5EF4-FFF2-40B4-BE49-F238E27FC236}">
                    <a16:creationId xmlns:a16="http://schemas.microsoft.com/office/drawing/2014/main" id="{02E9A4A9-FA24-4156-BC86-676637A27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592"/>
                <a:ext cx="10" cy="13"/>
              </a:xfrm>
              <a:custGeom>
                <a:avLst/>
                <a:gdLst>
                  <a:gd name="T0" fmla="*/ 63 w 4"/>
                  <a:gd name="T1" fmla="*/ 0 h 5"/>
                  <a:gd name="T2" fmla="*/ 33 w 4"/>
                  <a:gd name="T3" fmla="*/ 88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1" y="1"/>
                      <a:pt x="1" y="3"/>
                      <a:pt x="2" y="5"/>
                    </a:cubicBezTo>
                    <a:cubicBezTo>
                      <a:pt x="0" y="3"/>
                      <a:pt x="0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1" name="Freeform 1369">
                <a:extLst>
                  <a:ext uri="{FF2B5EF4-FFF2-40B4-BE49-F238E27FC236}">
                    <a16:creationId xmlns:a16="http://schemas.microsoft.com/office/drawing/2014/main" id="{0E3597FB-0D2D-415B-831C-D498C024B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573"/>
                <a:ext cx="8" cy="14"/>
              </a:xfrm>
              <a:custGeom>
                <a:avLst/>
                <a:gdLst>
                  <a:gd name="T0" fmla="*/ 56 w 3"/>
                  <a:gd name="T1" fmla="*/ 0 h 5"/>
                  <a:gd name="T2" fmla="*/ 35 w 3"/>
                  <a:gd name="T3" fmla="*/ 109 h 5"/>
                  <a:gd name="T4" fmla="*/ 56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1" y="4"/>
                      <a:pt x="2" y="5"/>
                    </a:cubicBezTo>
                    <a:cubicBezTo>
                      <a:pt x="0" y="4"/>
                      <a:pt x="0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2" name="Freeform 1370">
                <a:extLst>
                  <a:ext uri="{FF2B5EF4-FFF2-40B4-BE49-F238E27FC236}">
                    <a16:creationId xmlns:a16="http://schemas.microsoft.com/office/drawing/2014/main" id="{CF49FC9C-E199-48D8-A526-8CB10D4A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619"/>
                <a:ext cx="7" cy="13"/>
              </a:xfrm>
              <a:custGeom>
                <a:avLst/>
                <a:gdLst>
                  <a:gd name="T0" fmla="*/ 37 w 3"/>
                  <a:gd name="T1" fmla="*/ 21 h 5"/>
                  <a:gd name="T2" fmla="*/ 28 w 3"/>
                  <a:gd name="T3" fmla="*/ 88 h 5"/>
                  <a:gd name="T4" fmla="*/ 28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1" y="2"/>
                      <a:pt x="1" y="4"/>
                      <a:pt x="2" y="5"/>
                    </a:cubicBez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3" name="Freeform 1371">
                <a:extLst>
                  <a:ext uri="{FF2B5EF4-FFF2-40B4-BE49-F238E27FC236}">
                    <a16:creationId xmlns:a16="http://schemas.microsoft.com/office/drawing/2014/main" id="{F10C2515-A847-4955-B94D-6AC8A94A2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656"/>
                <a:ext cx="10" cy="19"/>
              </a:xfrm>
              <a:custGeom>
                <a:avLst/>
                <a:gdLst>
                  <a:gd name="T0" fmla="*/ 63 w 4"/>
                  <a:gd name="T1" fmla="*/ 22 h 7"/>
                  <a:gd name="T2" fmla="*/ 33 w 4"/>
                  <a:gd name="T3" fmla="*/ 141 h 7"/>
                  <a:gd name="T4" fmla="*/ 63 w 4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1"/>
                    </a:moveTo>
                    <a:cubicBezTo>
                      <a:pt x="2" y="2"/>
                      <a:pt x="2" y="5"/>
                      <a:pt x="2" y="7"/>
                    </a:cubicBezTo>
                    <a:cubicBezTo>
                      <a:pt x="1" y="5"/>
                      <a:pt x="0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4" name="Freeform 1372">
                <a:extLst>
                  <a:ext uri="{FF2B5EF4-FFF2-40B4-BE49-F238E27FC236}">
                    <a16:creationId xmlns:a16="http://schemas.microsoft.com/office/drawing/2014/main" id="{A840BD12-510C-40A5-B392-116BA4297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568"/>
                <a:ext cx="10" cy="21"/>
              </a:xfrm>
              <a:custGeom>
                <a:avLst/>
                <a:gdLst>
                  <a:gd name="T0" fmla="*/ 63 w 4"/>
                  <a:gd name="T1" fmla="*/ 21 h 8"/>
                  <a:gd name="T2" fmla="*/ 50 w 4"/>
                  <a:gd name="T3" fmla="*/ 144 h 8"/>
                  <a:gd name="T4" fmla="*/ 0 w 4"/>
                  <a:gd name="T5" fmla="*/ 34 h 8"/>
                  <a:gd name="T6" fmla="*/ 50 w 4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cubicBezTo>
                      <a:pt x="0" y="2"/>
                      <a:pt x="1" y="5"/>
                      <a:pt x="3" y="8"/>
                    </a:cubicBezTo>
                    <a:cubicBezTo>
                      <a:pt x="1" y="7"/>
                      <a:pt x="0" y="4"/>
                      <a:pt x="0" y="2"/>
                    </a:cubicBezTo>
                    <a:cubicBezTo>
                      <a:pt x="1" y="1"/>
                      <a:pt x="3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5" name="Freeform 1373">
                <a:extLst>
                  <a:ext uri="{FF2B5EF4-FFF2-40B4-BE49-F238E27FC236}">
                    <a16:creationId xmlns:a16="http://schemas.microsoft.com/office/drawing/2014/main" id="{9E25358E-6E4D-4801-B97F-236192D03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544"/>
                <a:ext cx="10" cy="21"/>
              </a:xfrm>
              <a:custGeom>
                <a:avLst/>
                <a:gdLst>
                  <a:gd name="T0" fmla="*/ 50 w 4"/>
                  <a:gd name="T1" fmla="*/ 34 h 8"/>
                  <a:gd name="T2" fmla="*/ 50 w 4"/>
                  <a:gd name="T3" fmla="*/ 144 h 8"/>
                  <a:gd name="T4" fmla="*/ 63 w 4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3" y="2"/>
                    </a:moveTo>
                    <a:cubicBezTo>
                      <a:pt x="1" y="4"/>
                      <a:pt x="2" y="6"/>
                      <a:pt x="3" y="8"/>
                    </a:cubicBezTo>
                    <a:cubicBezTo>
                      <a:pt x="0" y="7"/>
                      <a:pt x="0" y="0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6" name="Freeform 1374">
                <a:extLst>
                  <a:ext uri="{FF2B5EF4-FFF2-40B4-BE49-F238E27FC236}">
                    <a16:creationId xmlns:a16="http://schemas.microsoft.com/office/drawing/2014/main" id="{9F511151-3375-4731-BAE7-8FD4DDD80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608"/>
                <a:ext cx="11" cy="13"/>
              </a:xfrm>
              <a:custGeom>
                <a:avLst/>
                <a:gdLst>
                  <a:gd name="T0" fmla="*/ 83 w 4"/>
                  <a:gd name="T1" fmla="*/ 0 h 5"/>
                  <a:gd name="T2" fmla="*/ 47 w 4"/>
                  <a:gd name="T3" fmla="*/ 88 h 5"/>
                  <a:gd name="T4" fmla="*/ 8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2" y="3"/>
                      <a:pt x="2" y="5"/>
                    </a:cubicBezTo>
                    <a:cubicBezTo>
                      <a:pt x="1" y="3"/>
                      <a:pt x="0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7" name="Freeform 1375">
                <a:extLst>
                  <a:ext uri="{FF2B5EF4-FFF2-40B4-BE49-F238E27FC236}">
                    <a16:creationId xmlns:a16="http://schemas.microsoft.com/office/drawing/2014/main" id="{25C020B4-D700-47A5-B503-65FBD23AB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720"/>
                <a:ext cx="7" cy="13"/>
              </a:xfrm>
              <a:custGeom>
                <a:avLst/>
                <a:gdLst>
                  <a:gd name="T0" fmla="*/ 37 w 3"/>
                  <a:gd name="T1" fmla="*/ 21 h 5"/>
                  <a:gd name="T2" fmla="*/ 37 w 3"/>
                  <a:gd name="T3" fmla="*/ 88 h 5"/>
                  <a:gd name="T4" fmla="*/ 37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1" y="2"/>
                      <a:pt x="2" y="4"/>
                      <a:pt x="3" y="5"/>
                    </a:cubicBezTo>
                    <a:cubicBezTo>
                      <a:pt x="2" y="4"/>
                      <a:pt x="0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8" name="Freeform 1376">
                <a:extLst>
                  <a:ext uri="{FF2B5EF4-FFF2-40B4-BE49-F238E27FC236}">
                    <a16:creationId xmlns:a16="http://schemas.microsoft.com/office/drawing/2014/main" id="{FC5D0597-69A3-4F51-8B15-63A2DB3E4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749"/>
                <a:ext cx="10" cy="11"/>
              </a:xfrm>
              <a:custGeom>
                <a:avLst/>
                <a:gdLst>
                  <a:gd name="T0" fmla="*/ 50 w 4"/>
                  <a:gd name="T1" fmla="*/ 0 h 4"/>
                  <a:gd name="T2" fmla="*/ 63 w 4"/>
                  <a:gd name="T3" fmla="*/ 83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3" y="4"/>
                      <a:pt x="4" y="4"/>
                    </a:cubicBezTo>
                    <a:cubicBezTo>
                      <a:pt x="2" y="4"/>
                      <a:pt x="0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79" name="Freeform 1377">
                <a:extLst>
                  <a:ext uri="{FF2B5EF4-FFF2-40B4-BE49-F238E27FC236}">
                    <a16:creationId xmlns:a16="http://schemas.microsoft.com/office/drawing/2014/main" id="{B4D4CEEE-42C2-4BFF-B88D-2418F0773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621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12 w 3"/>
                  <a:gd name="T3" fmla="*/ 115 h 6"/>
                  <a:gd name="T4" fmla="*/ 0 w 3"/>
                  <a:gd name="T5" fmla="*/ 35 h 6"/>
                  <a:gd name="T6" fmla="*/ 28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1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0" name="Freeform 1378">
                <a:extLst>
                  <a:ext uri="{FF2B5EF4-FFF2-40B4-BE49-F238E27FC236}">
                    <a16:creationId xmlns:a16="http://schemas.microsoft.com/office/drawing/2014/main" id="{8E3F48E2-656B-4965-8A0E-CA598F021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616"/>
                <a:ext cx="8" cy="13"/>
              </a:xfrm>
              <a:custGeom>
                <a:avLst/>
                <a:gdLst>
                  <a:gd name="T0" fmla="*/ 56 w 3"/>
                  <a:gd name="T1" fmla="*/ 0 h 5"/>
                  <a:gd name="T2" fmla="*/ 35 w 3"/>
                  <a:gd name="T3" fmla="*/ 88 h 5"/>
                  <a:gd name="T4" fmla="*/ 35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2" y="4"/>
                      <a:pt x="2" y="5"/>
                    </a:cubicBezTo>
                    <a:cubicBezTo>
                      <a:pt x="1" y="5"/>
                      <a:pt x="0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1" name="Freeform 1379">
                <a:extLst>
                  <a:ext uri="{FF2B5EF4-FFF2-40B4-BE49-F238E27FC236}">
                    <a16:creationId xmlns:a16="http://schemas.microsoft.com/office/drawing/2014/main" id="{401655F7-B66D-4EBA-82D4-CE4CBB4F3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619"/>
                <a:ext cx="23" cy="40"/>
              </a:xfrm>
              <a:custGeom>
                <a:avLst/>
                <a:gdLst>
                  <a:gd name="T0" fmla="*/ 0 w 9"/>
                  <a:gd name="T1" fmla="*/ 285 h 15"/>
                  <a:gd name="T2" fmla="*/ 97 w 9"/>
                  <a:gd name="T3" fmla="*/ 205 h 15"/>
                  <a:gd name="T4" fmla="*/ 151 w 9"/>
                  <a:gd name="T5" fmla="*/ 21 h 15"/>
                  <a:gd name="T6" fmla="*/ 84 w 9"/>
                  <a:gd name="T7" fmla="*/ 77 h 15"/>
                  <a:gd name="T8" fmla="*/ 51 w 9"/>
                  <a:gd name="T9" fmla="*/ 149 h 15"/>
                  <a:gd name="T10" fmla="*/ 0 w 9"/>
                  <a:gd name="T11" fmla="*/ 248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0" y="15"/>
                    </a:moveTo>
                    <a:cubicBezTo>
                      <a:pt x="0" y="11"/>
                      <a:pt x="3" y="12"/>
                      <a:pt x="6" y="11"/>
                    </a:cubicBezTo>
                    <a:cubicBezTo>
                      <a:pt x="5" y="7"/>
                      <a:pt x="6" y="3"/>
                      <a:pt x="9" y="1"/>
                    </a:cubicBezTo>
                    <a:cubicBezTo>
                      <a:pt x="8" y="0"/>
                      <a:pt x="6" y="3"/>
                      <a:pt x="5" y="4"/>
                    </a:cubicBezTo>
                    <a:cubicBezTo>
                      <a:pt x="4" y="5"/>
                      <a:pt x="4" y="7"/>
                      <a:pt x="3" y="8"/>
                    </a:cubicBezTo>
                    <a:cubicBezTo>
                      <a:pt x="2" y="10"/>
                      <a:pt x="0" y="1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2" name="Freeform 1380">
                <a:extLst>
                  <a:ext uri="{FF2B5EF4-FFF2-40B4-BE49-F238E27FC236}">
                    <a16:creationId xmlns:a16="http://schemas.microsoft.com/office/drawing/2014/main" id="{BDC60CD7-9255-47F0-97AA-8A7D32D02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573"/>
                <a:ext cx="33" cy="75"/>
              </a:xfrm>
              <a:custGeom>
                <a:avLst/>
                <a:gdLst>
                  <a:gd name="T0" fmla="*/ 160 w 13"/>
                  <a:gd name="T1" fmla="*/ 150 h 28"/>
                  <a:gd name="T2" fmla="*/ 180 w 13"/>
                  <a:gd name="T3" fmla="*/ 252 h 28"/>
                  <a:gd name="T4" fmla="*/ 193 w 13"/>
                  <a:gd name="T5" fmla="*/ 367 h 28"/>
                  <a:gd name="T6" fmla="*/ 213 w 13"/>
                  <a:gd name="T7" fmla="*/ 538 h 28"/>
                  <a:gd name="T8" fmla="*/ 160 w 13"/>
                  <a:gd name="T9" fmla="*/ 329 h 28"/>
                  <a:gd name="T10" fmla="*/ 117 w 13"/>
                  <a:gd name="T11" fmla="*/ 209 h 28"/>
                  <a:gd name="T12" fmla="*/ 33 w 13"/>
                  <a:gd name="T13" fmla="*/ 150 h 28"/>
                  <a:gd name="T14" fmla="*/ 33 w 13"/>
                  <a:gd name="T15" fmla="*/ 0 h 28"/>
                  <a:gd name="T16" fmla="*/ 63 w 13"/>
                  <a:gd name="T17" fmla="*/ 137 h 28"/>
                  <a:gd name="T18" fmla="*/ 147 w 13"/>
                  <a:gd name="T19" fmla="*/ 137 h 28"/>
                  <a:gd name="T20" fmla="*/ 160 w 13"/>
                  <a:gd name="T21" fmla="*/ 171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8">
                    <a:moveTo>
                      <a:pt x="10" y="8"/>
                    </a:moveTo>
                    <a:cubicBezTo>
                      <a:pt x="10" y="10"/>
                      <a:pt x="10" y="11"/>
                      <a:pt x="11" y="13"/>
                    </a:cubicBezTo>
                    <a:cubicBezTo>
                      <a:pt x="11" y="15"/>
                      <a:pt x="12" y="17"/>
                      <a:pt x="12" y="19"/>
                    </a:cubicBezTo>
                    <a:cubicBezTo>
                      <a:pt x="13" y="22"/>
                      <a:pt x="13" y="25"/>
                      <a:pt x="13" y="28"/>
                    </a:cubicBezTo>
                    <a:cubicBezTo>
                      <a:pt x="12" y="25"/>
                      <a:pt x="12" y="21"/>
                      <a:pt x="10" y="17"/>
                    </a:cubicBezTo>
                    <a:cubicBezTo>
                      <a:pt x="10" y="15"/>
                      <a:pt x="9" y="13"/>
                      <a:pt x="7" y="11"/>
                    </a:cubicBezTo>
                    <a:cubicBezTo>
                      <a:pt x="6" y="11"/>
                      <a:pt x="3" y="10"/>
                      <a:pt x="2" y="8"/>
                    </a:cubicBezTo>
                    <a:cubicBezTo>
                      <a:pt x="0" y="6"/>
                      <a:pt x="1" y="2"/>
                      <a:pt x="2" y="0"/>
                    </a:cubicBezTo>
                    <a:cubicBezTo>
                      <a:pt x="2" y="2"/>
                      <a:pt x="1" y="6"/>
                      <a:pt x="4" y="7"/>
                    </a:cubicBezTo>
                    <a:cubicBezTo>
                      <a:pt x="5" y="8"/>
                      <a:pt x="8" y="8"/>
                      <a:pt x="9" y="7"/>
                    </a:cubicBezTo>
                    <a:cubicBezTo>
                      <a:pt x="9" y="8"/>
                      <a:pt x="10" y="8"/>
                      <a:pt x="1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3" name="Freeform 1381">
                <a:extLst>
                  <a:ext uri="{FF2B5EF4-FFF2-40B4-BE49-F238E27FC236}">
                    <a16:creationId xmlns:a16="http://schemas.microsoft.com/office/drawing/2014/main" id="{E83D5287-32ED-4076-BD6D-05FE5AF96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611"/>
                <a:ext cx="12" cy="16"/>
              </a:xfrm>
              <a:custGeom>
                <a:avLst/>
                <a:gdLst>
                  <a:gd name="T0" fmla="*/ 70 w 5"/>
                  <a:gd name="T1" fmla="*/ 21 h 6"/>
                  <a:gd name="T2" fmla="*/ 29 w 5"/>
                  <a:gd name="T3" fmla="*/ 115 h 6"/>
                  <a:gd name="T4" fmla="*/ 7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2" y="1"/>
                      <a:pt x="1" y="4"/>
                      <a:pt x="2" y="6"/>
                    </a:cubicBezTo>
                    <a:cubicBezTo>
                      <a:pt x="2" y="3"/>
                      <a:pt x="0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4" name="Freeform 1382">
                <a:extLst>
                  <a:ext uri="{FF2B5EF4-FFF2-40B4-BE49-F238E27FC236}">
                    <a16:creationId xmlns:a16="http://schemas.microsoft.com/office/drawing/2014/main" id="{A8C8714A-9F2A-46A0-9DDA-D8A254083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589"/>
                <a:ext cx="17" cy="75"/>
              </a:xfrm>
              <a:custGeom>
                <a:avLst/>
                <a:gdLst>
                  <a:gd name="T0" fmla="*/ 0 w 7"/>
                  <a:gd name="T1" fmla="*/ 35 h 28"/>
                  <a:gd name="T2" fmla="*/ 29 w 7"/>
                  <a:gd name="T3" fmla="*/ 115 h 28"/>
                  <a:gd name="T4" fmla="*/ 70 w 7"/>
                  <a:gd name="T5" fmla="*/ 287 h 28"/>
                  <a:gd name="T6" fmla="*/ 87 w 7"/>
                  <a:gd name="T7" fmla="*/ 423 h 28"/>
                  <a:gd name="T8" fmla="*/ 58 w 7"/>
                  <a:gd name="T9" fmla="*/ 458 h 28"/>
                  <a:gd name="T10" fmla="*/ 58 w 7"/>
                  <a:gd name="T11" fmla="*/ 538 h 28"/>
                  <a:gd name="T12" fmla="*/ 29 w 7"/>
                  <a:gd name="T13" fmla="*/ 308 h 28"/>
                  <a:gd name="T14" fmla="*/ 0 w 7"/>
                  <a:gd name="T15" fmla="*/ 115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8">
                    <a:moveTo>
                      <a:pt x="0" y="2"/>
                    </a:moveTo>
                    <a:cubicBezTo>
                      <a:pt x="2" y="0"/>
                      <a:pt x="2" y="4"/>
                      <a:pt x="2" y="6"/>
                    </a:cubicBezTo>
                    <a:cubicBezTo>
                      <a:pt x="3" y="9"/>
                      <a:pt x="4" y="12"/>
                      <a:pt x="5" y="15"/>
                    </a:cubicBezTo>
                    <a:cubicBezTo>
                      <a:pt x="5" y="17"/>
                      <a:pt x="7" y="21"/>
                      <a:pt x="6" y="22"/>
                    </a:cubicBezTo>
                    <a:cubicBezTo>
                      <a:pt x="5" y="23"/>
                      <a:pt x="4" y="23"/>
                      <a:pt x="4" y="24"/>
                    </a:cubicBezTo>
                    <a:cubicBezTo>
                      <a:pt x="3" y="25"/>
                      <a:pt x="4" y="27"/>
                      <a:pt x="4" y="28"/>
                    </a:cubicBezTo>
                    <a:cubicBezTo>
                      <a:pt x="2" y="24"/>
                      <a:pt x="3" y="20"/>
                      <a:pt x="2" y="16"/>
                    </a:cubicBezTo>
                    <a:cubicBezTo>
                      <a:pt x="2" y="14"/>
                      <a:pt x="2" y="8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5" name="Freeform 1383">
                <a:extLst>
                  <a:ext uri="{FF2B5EF4-FFF2-40B4-BE49-F238E27FC236}">
                    <a16:creationId xmlns:a16="http://schemas.microsoft.com/office/drawing/2014/main" id="{AF8D26C0-19DB-4433-B5C2-943D3301B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597"/>
                <a:ext cx="28" cy="30"/>
              </a:xfrm>
              <a:custGeom>
                <a:avLst/>
                <a:gdLst>
                  <a:gd name="T0" fmla="*/ 0 w 11"/>
                  <a:gd name="T1" fmla="*/ 224 h 11"/>
                  <a:gd name="T2" fmla="*/ 64 w 11"/>
                  <a:gd name="T3" fmla="*/ 120 h 11"/>
                  <a:gd name="T4" fmla="*/ 130 w 11"/>
                  <a:gd name="T5" fmla="*/ 120 h 11"/>
                  <a:gd name="T6" fmla="*/ 150 w 11"/>
                  <a:gd name="T7" fmla="*/ 22 h 11"/>
                  <a:gd name="T8" fmla="*/ 51 w 11"/>
                  <a:gd name="T9" fmla="*/ 0 h 11"/>
                  <a:gd name="T10" fmla="*/ 84 w 11"/>
                  <a:gd name="T11" fmla="*/ 60 h 11"/>
                  <a:gd name="T12" fmla="*/ 51 w 11"/>
                  <a:gd name="T13" fmla="*/ 82 h 11"/>
                  <a:gd name="T14" fmla="*/ 0 w 11"/>
                  <a:gd name="T15" fmla="*/ 185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1" y="9"/>
                      <a:pt x="1" y="7"/>
                      <a:pt x="4" y="6"/>
                    </a:cubicBezTo>
                    <a:cubicBezTo>
                      <a:pt x="5" y="6"/>
                      <a:pt x="6" y="7"/>
                      <a:pt x="8" y="6"/>
                    </a:cubicBezTo>
                    <a:cubicBezTo>
                      <a:pt x="10" y="5"/>
                      <a:pt x="11" y="3"/>
                      <a:pt x="9" y="1"/>
                    </a:cubicBezTo>
                    <a:cubicBezTo>
                      <a:pt x="8" y="0"/>
                      <a:pt x="4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3"/>
                      <a:pt x="3" y="4"/>
                      <a:pt x="3" y="4"/>
                    </a:cubicBezTo>
                    <a:cubicBezTo>
                      <a:pt x="0" y="5"/>
                      <a:pt x="0" y="6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6" name="Freeform 1384">
                <a:extLst>
                  <a:ext uri="{FF2B5EF4-FFF2-40B4-BE49-F238E27FC236}">
                    <a16:creationId xmlns:a16="http://schemas.microsoft.com/office/drawing/2014/main" id="{70649C1B-EF48-4FE4-8266-C0EB79A76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605"/>
                <a:ext cx="15" cy="22"/>
              </a:xfrm>
              <a:custGeom>
                <a:avLst/>
                <a:gdLst>
                  <a:gd name="T0" fmla="*/ 0 w 6"/>
                  <a:gd name="T1" fmla="*/ 61 h 8"/>
                  <a:gd name="T2" fmla="*/ 50 w 6"/>
                  <a:gd name="T3" fmla="*/ 83 h 8"/>
                  <a:gd name="T4" fmla="*/ 95 w 6"/>
                  <a:gd name="T5" fmla="*/ 168 h 8"/>
                  <a:gd name="T6" fmla="*/ 50 w 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1" y="4"/>
                      <a:pt x="2" y="3"/>
                      <a:pt x="3" y="4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5" y="6"/>
                      <a:pt x="5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7" name="Freeform 1385">
                <a:extLst>
                  <a:ext uri="{FF2B5EF4-FFF2-40B4-BE49-F238E27FC236}">
                    <a16:creationId xmlns:a16="http://schemas.microsoft.com/office/drawing/2014/main" id="{4EE5E703-06F1-4CF0-BB42-A36C88B25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24"/>
                <a:ext cx="27" cy="29"/>
              </a:xfrm>
              <a:custGeom>
                <a:avLst/>
                <a:gdLst>
                  <a:gd name="T0" fmla="*/ 0 w 11"/>
                  <a:gd name="T1" fmla="*/ 200 h 11"/>
                  <a:gd name="T2" fmla="*/ 120 w 11"/>
                  <a:gd name="T3" fmla="*/ 182 h 11"/>
                  <a:gd name="T4" fmla="*/ 120 w 11"/>
                  <a:gd name="T5" fmla="*/ 0 h 11"/>
                  <a:gd name="T6" fmla="*/ 91 w 11"/>
                  <a:gd name="T7" fmla="*/ 145 h 11"/>
                  <a:gd name="T8" fmla="*/ 0 w 11"/>
                  <a:gd name="T9" fmla="*/ 1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0" y="8"/>
                      <a:pt x="6" y="11"/>
                      <a:pt x="8" y="10"/>
                    </a:cubicBezTo>
                    <a:cubicBezTo>
                      <a:pt x="11" y="9"/>
                      <a:pt x="10" y="2"/>
                      <a:pt x="8" y="0"/>
                    </a:cubicBezTo>
                    <a:cubicBezTo>
                      <a:pt x="8" y="2"/>
                      <a:pt x="9" y="7"/>
                      <a:pt x="6" y="8"/>
                    </a:cubicBezTo>
                    <a:cubicBezTo>
                      <a:pt x="4" y="9"/>
                      <a:pt x="1" y="8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8" name="Freeform 1386">
                <a:extLst>
                  <a:ext uri="{FF2B5EF4-FFF2-40B4-BE49-F238E27FC236}">
                    <a16:creationId xmlns:a16="http://schemas.microsoft.com/office/drawing/2014/main" id="{354885E5-D321-4A4F-B306-91921621B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461"/>
                <a:ext cx="178" cy="366"/>
              </a:xfrm>
              <a:custGeom>
                <a:avLst/>
                <a:gdLst>
                  <a:gd name="T0" fmla="*/ 439 w 71"/>
                  <a:gd name="T1" fmla="*/ 0 h 137"/>
                  <a:gd name="T2" fmla="*/ 1068 w 71"/>
                  <a:gd name="T3" fmla="*/ 842 h 137"/>
                  <a:gd name="T4" fmla="*/ 567 w 71"/>
                  <a:gd name="T5" fmla="*/ 2554 h 137"/>
                  <a:gd name="T6" fmla="*/ 0 w 71"/>
                  <a:gd name="T7" fmla="*/ 2477 h 137"/>
                  <a:gd name="T8" fmla="*/ 659 w 71"/>
                  <a:gd name="T9" fmla="*/ 2348 h 137"/>
                  <a:gd name="T10" fmla="*/ 963 w 71"/>
                  <a:gd name="T11" fmla="*/ 799 h 137"/>
                  <a:gd name="T12" fmla="*/ 439 w 71"/>
                  <a:gd name="T13" fmla="*/ 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37">
                    <a:moveTo>
                      <a:pt x="28" y="0"/>
                    </a:moveTo>
                    <a:cubicBezTo>
                      <a:pt x="36" y="2"/>
                      <a:pt x="65" y="14"/>
                      <a:pt x="68" y="44"/>
                    </a:cubicBezTo>
                    <a:cubicBezTo>
                      <a:pt x="71" y="74"/>
                      <a:pt x="56" y="127"/>
                      <a:pt x="36" y="134"/>
                    </a:cubicBezTo>
                    <a:cubicBezTo>
                      <a:pt x="26" y="137"/>
                      <a:pt x="8" y="134"/>
                      <a:pt x="0" y="130"/>
                    </a:cubicBezTo>
                    <a:cubicBezTo>
                      <a:pt x="8" y="133"/>
                      <a:pt x="31" y="136"/>
                      <a:pt x="42" y="123"/>
                    </a:cubicBezTo>
                    <a:cubicBezTo>
                      <a:pt x="53" y="111"/>
                      <a:pt x="66" y="74"/>
                      <a:pt x="61" y="42"/>
                    </a:cubicBezTo>
                    <a:cubicBezTo>
                      <a:pt x="59" y="27"/>
                      <a:pt x="52" y="12"/>
                      <a:pt x="28" y="0"/>
                    </a:cubicBezTo>
                    <a:close/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89" name="Freeform 1387">
                <a:extLst>
                  <a:ext uri="{FF2B5EF4-FFF2-40B4-BE49-F238E27FC236}">
                    <a16:creationId xmlns:a16="http://schemas.microsoft.com/office/drawing/2014/main" id="{5126EF8F-6F4C-4019-91D4-E99D8E65D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533"/>
                <a:ext cx="65" cy="75"/>
              </a:xfrm>
              <a:custGeom>
                <a:avLst/>
                <a:gdLst>
                  <a:gd name="T0" fmla="*/ 63 w 26"/>
                  <a:gd name="T1" fmla="*/ 94 h 28"/>
                  <a:gd name="T2" fmla="*/ 50 w 26"/>
                  <a:gd name="T3" fmla="*/ 287 h 28"/>
                  <a:gd name="T4" fmla="*/ 0 w 26"/>
                  <a:gd name="T5" fmla="*/ 538 h 28"/>
                  <a:gd name="T6" fmla="*/ 95 w 26"/>
                  <a:gd name="T7" fmla="*/ 308 h 28"/>
                  <a:gd name="T8" fmla="*/ 145 w 26"/>
                  <a:gd name="T9" fmla="*/ 171 h 28"/>
                  <a:gd name="T10" fmla="*/ 408 w 26"/>
                  <a:gd name="T11" fmla="*/ 0 h 28"/>
                  <a:gd name="T12" fmla="*/ 270 w 26"/>
                  <a:gd name="T13" fmla="*/ 56 h 28"/>
                  <a:gd name="T14" fmla="*/ 95 w 26"/>
                  <a:gd name="T15" fmla="*/ 94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4" y="5"/>
                    </a:moveTo>
                    <a:cubicBezTo>
                      <a:pt x="4" y="9"/>
                      <a:pt x="4" y="11"/>
                      <a:pt x="3" y="15"/>
                    </a:cubicBezTo>
                    <a:cubicBezTo>
                      <a:pt x="2" y="19"/>
                      <a:pt x="2" y="25"/>
                      <a:pt x="0" y="28"/>
                    </a:cubicBezTo>
                    <a:cubicBezTo>
                      <a:pt x="2" y="24"/>
                      <a:pt x="4" y="21"/>
                      <a:pt x="6" y="16"/>
                    </a:cubicBezTo>
                    <a:cubicBezTo>
                      <a:pt x="6" y="14"/>
                      <a:pt x="7" y="10"/>
                      <a:pt x="9" y="9"/>
                    </a:cubicBezTo>
                    <a:cubicBezTo>
                      <a:pt x="14" y="5"/>
                      <a:pt x="24" y="7"/>
                      <a:pt x="26" y="0"/>
                    </a:cubicBezTo>
                    <a:cubicBezTo>
                      <a:pt x="23" y="2"/>
                      <a:pt x="20" y="2"/>
                      <a:pt x="17" y="3"/>
                    </a:cubicBezTo>
                    <a:cubicBezTo>
                      <a:pt x="14" y="3"/>
                      <a:pt x="9" y="6"/>
                      <a:pt x="6" y="5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0" name="Freeform 1388">
                <a:extLst>
                  <a:ext uri="{FF2B5EF4-FFF2-40B4-BE49-F238E27FC236}">
                    <a16:creationId xmlns:a16="http://schemas.microsoft.com/office/drawing/2014/main" id="{A7686538-CD15-493B-A1E6-D812BDF9E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512"/>
                <a:ext cx="58" cy="19"/>
              </a:xfrm>
              <a:custGeom>
                <a:avLst/>
                <a:gdLst>
                  <a:gd name="T0" fmla="*/ 83 w 23"/>
                  <a:gd name="T1" fmla="*/ 141 h 7"/>
                  <a:gd name="T2" fmla="*/ 255 w 23"/>
                  <a:gd name="T3" fmla="*/ 103 h 7"/>
                  <a:gd name="T4" fmla="*/ 368 w 23"/>
                  <a:gd name="T5" fmla="*/ 38 h 7"/>
                  <a:gd name="T6" fmla="*/ 305 w 23"/>
                  <a:gd name="T7" fmla="*/ 38 h 7"/>
                  <a:gd name="T8" fmla="*/ 146 w 23"/>
                  <a:gd name="T9" fmla="*/ 38 h 7"/>
                  <a:gd name="T10" fmla="*/ 0 w 2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7">
                    <a:moveTo>
                      <a:pt x="5" y="7"/>
                    </a:moveTo>
                    <a:cubicBezTo>
                      <a:pt x="7" y="4"/>
                      <a:pt x="13" y="5"/>
                      <a:pt x="16" y="5"/>
                    </a:cubicBezTo>
                    <a:cubicBezTo>
                      <a:pt x="19" y="5"/>
                      <a:pt x="21" y="3"/>
                      <a:pt x="23" y="2"/>
                    </a:cubicBezTo>
                    <a:cubicBezTo>
                      <a:pt x="22" y="3"/>
                      <a:pt x="20" y="2"/>
                      <a:pt x="19" y="2"/>
                    </a:cubicBezTo>
                    <a:cubicBezTo>
                      <a:pt x="15" y="2"/>
                      <a:pt x="13" y="2"/>
                      <a:pt x="9" y="2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1" name="Freeform 1389">
                <a:extLst>
                  <a:ext uri="{FF2B5EF4-FFF2-40B4-BE49-F238E27FC236}">
                    <a16:creationId xmlns:a16="http://schemas.microsoft.com/office/drawing/2014/main" id="{2DE6E9C3-6DA3-422C-B8A8-E97A4C7B4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587"/>
                <a:ext cx="23" cy="37"/>
              </a:xfrm>
              <a:custGeom>
                <a:avLst/>
                <a:gdLst>
                  <a:gd name="T0" fmla="*/ 0 w 9"/>
                  <a:gd name="T1" fmla="*/ 259 h 14"/>
                  <a:gd name="T2" fmla="*/ 151 w 9"/>
                  <a:gd name="T3" fmla="*/ 56 h 14"/>
                  <a:gd name="T4" fmla="*/ 84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14"/>
                    </a:moveTo>
                    <a:cubicBezTo>
                      <a:pt x="3" y="11"/>
                      <a:pt x="6" y="7"/>
                      <a:pt x="9" y="3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2" name="Freeform 1390">
                <a:extLst>
                  <a:ext uri="{FF2B5EF4-FFF2-40B4-BE49-F238E27FC236}">
                    <a16:creationId xmlns:a16="http://schemas.microsoft.com/office/drawing/2014/main" id="{9584487E-C220-4031-9147-F15CB08F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68"/>
                <a:ext cx="140" cy="157"/>
              </a:xfrm>
              <a:custGeom>
                <a:avLst/>
                <a:gdLst>
                  <a:gd name="T0" fmla="*/ 875 w 56"/>
                  <a:gd name="T1" fmla="*/ 849 h 59"/>
                  <a:gd name="T2" fmla="*/ 595 w 56"/>
                  <a:gd name="T3" fmla="*/ 636 h 59"/>
                  <a:gd name="T4" fmla="*/ 50 w 56"/>
                  <a:gd name="T5" fmla="*/ 0 h 59"/>
                  <a:gd name="T6" fmla="*/ 0 w 56"/>
                  <a:gd name="T7" fmla="*/ 35 h 59"/>
                  <a:gd name="T8" fmla="*/ 595 w 56"/>
                  <a:gd name="T9" fmla="*/ 772 h 59"/>
                  <a:gd name="T10" fmla="*/ 720 w 56"/>
                  <a:gd name="T11" fmla="*/ 1035 h 59"/>
                  <a:gd name="T12" fmla="*/ 800 w 56"/>
                  <a:gd name="T13" fmla="*/ 1035 h 59"/>
                  <a:gd name="T14" fmla="*/ 875 w 56"/>
                  <a:gd name="T15" fmla="*/ 849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59">
                    <a:moveTo>
                      <a:pt x="56" y="45"/>
                    </a:moveTo>
                    <a:cubicBezTo>
                      <a:pt x="51" y="42"/>
                      <a:pt x="49" y="40"/>
                      <a:pt x="38" y="34"/>
                    </a:cubicBezTo>
                    <a:cubicBezTo>
                      <a:pt x="26" y="28"/>
                      <a:pt x="7" y="5"/>
                      <a:pt x="3" y="0"/>
                    </a:cubicBezTo>
                    <a:cubicBezTo>
                      <a:pt x="3" y="2"/>
                      <a:pt x="1" y="3"/>
                      <a:pt x="0" y="2"/>
                    </a:cubicBezTo>
                    <a:cubicBezTo>
                      <a:pt x="5" y="14"/>
                      <a:pt x="23" y="31"/>
                      <a:pt x="38" y="41"/>
                    </a:cubicBezTo>
                    <a:cubicBezTo>
                      <a:pt x="42" y="44"/>
                      <a:pt x="47" y="50"/>
                      <a:pt x="46" y="55"/>
                    </a:cubicBezTo>
                    <a:cubicBezTo>
                      <a:pt x="46" y="59"/>
                      <a:pt x="49" y="58"/>
                      <a:pt x="51" y="55"/>
                    </a:cubicBezTo>
                    <a:cubicBezTo>
                      <a:pt x="54" y="53"/>
                      <a:pt x="52" y="46"/>
                      <a:pt x="56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3" name="Freeform 1391">
                <a:extLst>
                  <a:ext uri="{FF2B5EF4-FFF2-40B4-BE49-F238E27FC236}">
                    <a16:creationId xmlns:a16="http://schemas.microsoft.com/office/drawing/2014/main" id="{4D682FB1-02F4-4C9F-86A8-C1F3A90A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477"/>
                <a:ext cx="63" cy="30"/>
              </a:xfrm>
              <a:custGeom>
                <a:avLst/>
                <a:gdLst>
                  <a:gd name="T0" fmla="*/ 0 w 25"/>
                  <a:gd name="T1" fmla="*/ 82 h 11"/>
                  <a:gd name="T2" fmla="*/ 401 w 2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">
                    <a:moveTo>
                      <a:pt x="0" y="4"/>
                    </a:moveTo>
                    <a:cubicBezTo>
                      <a:pt x="6" y="2"/>
                      <a:pt x="11" y="0"/>
                      <a:pt x="25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4" name="Freeform 1392">
                <a:extLst>
                  <a:ext uri="{FF2B5EF4-FFF2-40B4-BE49-F238E27FC236}">
                    <a16:creationId xmlns:a16="http://schemas.microsoft.com/office/drawing/2014/main" id="{48DF3465-2484-4FF3-B067-2050F2B10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453"/>
                <a:ext cx="67" cy="30"/>
              </a:xfrm>
              <a:custGeom>
                <a:avLst/>
                <a:gdLst>
                  <a:gd name="T0" fmla="*/ 0 w 27"/>
                  <a:gd name="T1" fmla="*/ 224 h 11"/>
                  <a:gd name="T2" fmla="*/ 184 w 27"/>
                  <a:gd name="T3" fmla="*/ 38 h 11"/>
                  <a:gd name="T4" fmla="*/ 412 w 27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1">
                    <a:moveTo>
                      <a:pt x="0" y="11"/>
                    </a:moveTo>
                    <a:cubicBezTo>
                      <a:pt x="4" y="5"/>
                      <a:pt x="6" y="4"/>
                      <a:pt x="12" y="2"/>
                    </a:cubicBezTo>
                    <a:cubicBezTo>
                      <a:pt x="18" y="0"/>
                      <a:pt x="23" y="1"/>
                      <a:pt x="2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5" name="Freeform 1393">
                <a:extLst>
                  <a:ext uri="{FF2B5EF4-FFF2-40B4-BE49-F238E27FC236}">
                    <a16:creationId xmlns:a16="http://schemas.microsoft.com/office/drawing/2014/main" id="{D18873FD-B9F0-47AB-86AE-B5046DDE6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435"/>
                <a:ext cx="60" cy="37"/>
              </a:xfrm>
              <a:custGeom>
                <a:avLst/>
                <a:gdLst>
                  <a:gd name="T0" fmla="*/ 375 w 24"/>
                  <a:gd name="T1" fmla="*/ 0 h 14"/>
                  <a:gd name="T2" fmla="*/ 83 w 24"/>
                  <a:gd name="T3" fmla="*/ 90 h 14"/>
                  <a:gd name="T4" fmla="*/ 0 w 24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24" y="0"/>
                    </a:moveTo>
                    <a:cubicBezTo>
                      <a:pt x="18" y="0"/>
                      <a:pt x="9" y="0"/>
                      <a:pt x="5" y="5"/>
                    </a:cubicBezTo>
                    <a:cubicBezTo>
                      <a:pt x="0" y="10"/>
                      <a:pt x="1" y="12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6" name="Freeform 1394">
                <a:extLst>
                  <a:ext uri="{FF2B5EF4-FFF2-40B4-BE49-F238E27FC236}">
                    <a16:creationId xmlns:a16="http://schemas.microsoft.com/office/drawing/2014/main" id="{3FE049D7-DABC-44B8-BC69-A561C7889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507"/>
                <a:ext cx="42" cy="29"/>
              </a:xfrm>
              <a:custGeom>
                <a:avLst/>
                <a:gdLst>
                  <a:gd name="T0" fmla="*/ 0 w 17"/>
                  <a:gd name="T1" fmla="*/ 200 h 11"/>
                  <a:gd name="T2" fmla="*/ 257 w 1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11"/>
                    </a:moveTo>
                    <a:cubicBezTo>
                      <a:pt x="5" y="4"/>
                      <a:pt x="13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7" name="Freeform 1395">
                <a:extLst>
                  <a:ext uri="{FF2B5EF4-FFF2-40B4-BE49-F238E27FC236}">
                    <a16:creationId xmlns:a16="http://schemas.microsoft.com/office/drawing/2014/main" id="{1C41AB9F-534A-4812-A2D4-F126D268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520"/>
                <a:ext cx="5" cy="61"/>
              </a:xfrm>
              <a:custGeom>
                <a:avLst/>
                <a:gdLst>
                  <a:gd name="T0" fmla="*/ 20 w 2"/>
                  <a:gd name="T1" fmla="*/ 0 h 23"/>
                  <a:gd name="T2" fmla="*/ 0 w 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1" y="0"/>
                    </a:moveTo>
                    <a:cubicBezTo>
                      <a:pt x="2" y="6"/>
                      <a:pt x="0" y="20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8" name="Freeform 1396">
                <a:extLst>
                  <a:ext uri="{FF2B5EF4-FFF2-40B4-BE49-F238E27FC236}">
                    <a16:creationId xmlns:a16="http://schemas.microsoft.com/office/drawing/2014/main" id="{1A48130A-C915-49ED-BA21-E3335DD9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512"/>
                <a:ext cx="35" cy="32"/>
              </a:xfrm>
              <a:custGeom>
                <a:avLst/>
                <a:gdLst>
                  <a:gd name="T0" fmla="*/ 0 w 14"/>
                  <a:gd name="T1" fmla="*/ 0 h 12"/>
                  <a:gd name="T2" fmla="*/ 220 w 14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2" y="6"/>
                      <a:pt x="11" y="9"/>
                      <a:pt x="14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99" name="Freeform 1397">
                <a:extLst>
                  <a:ext uri="{FF2B5EF4-FFF2-40B4-BE49-F238E27FC236}">
                    <a16:creationId xmlns:a16="http://schemas.microsoft.com/office/drawing/2014/main" id="{4944E86C-B1E7-4412-AD25-1FCE4A62E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451"/>
                <a:ext cx="366" cy="397"/>
              </a:xfrm>
              <a:custGeom>
                <a:avLst/>
                <a:gdLst>
                  <a:gd name="T0" fmla="*/ 2093 w 146"/>
                  <a:gd name="T1" fmla="*/ 512 h 149"/>
                  <a:gd name="T2" fmla="*/ 1484 w 146"/>
                  <a:gd name="T3" fmla="*/ 0 h 149"/>
                  <a:gd name="T4" fmla="*/ 1464 w 146"/>
                  <a:gd name="T5" fmla="*/ 35 h 149"/>
                  <a:gd name="T6" fmla="*/ 1201 w 146"/>
                  <a:gd name="T7" fmla="*/ 35 h 149"/>
                  <a:gd name="T8" fmla="*/ 1369 w 146"/>
                  <a:gd name="T9" fmla="*/ 205 h 149"/>
                  <a:gd name="T10" fmla="*/ 1577 w 146"/>
                  <a:gd name="T11" fmla="*/ 477 h 149"/>
                  <a:gd name="T12" fmla="*/ 1118 w 146"/>
                  <a:gd name="T13" fmla="*/ 397 h 149"/>
                  <a:gd name="T14" fmla="*/ 1276 w 146"/>
                  <a:gd name="T15" fmla="*/ 589 h 149"/>
                  <a:gd name="T16" fmla="*/ 897 w 146"/>
                  <a:gd name="T17" fmla="*/ 661 h 149"/>
                  <a:gd name="T18" fmla="*/ 897 w 146"/>
                  <a:gd name="T19" fmla="*/ 909 h 149"/>
                  <a:gd name="T20" fmla="*/ 847 w 146"/>
                  <a:gd name="T21" fmla="*/ 1135 h 149"/>
                  <a:gd name="T22" fmla="*/ 554 w 146"/>
                  <a:gd name="T23" fmla="*/ 930 h 149"/>
                  <a:gd name="T24" fmla="*/ 376 w 146"/>
                  <a:gd name="T25" fmla="*/ 1399 h 149"/>
                  <a:gd name="T26" fmla="*/ 301 w 146"/>
                  <a:gd name="T27" fmla="*/ 602 h 149"/>
                  <a:gd name="T28" fmla="*/ 125 w 146"/>
                  <a:gd name="T29" fmla="*/ 703 h 149"/>
                  <a:gd name="T30" fmla="*/ 188 w 146"/>
                  <a:gd name="T31" fmla="*/ 1852 h 149"/>
                  <a:gd name="T32" fmla="*/ 1702 w 146"/>
                  <a:gd name="T33" fmla="*/ 2704 h 149"/>
                  <a:gd name="T34" fmla="*/ 2093 w 146"/>
                  <a:gd name="T35" fmla="*/ 1910 h 149"/>
                  <a:gd name="T36" fmla="*/ 2093 w 146"/>
                  <a:gd name="T37" fmla="*/ 512 h 1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49">
                    <a:moveTo>
                      <a:pt x="133" y="27"/>
                    </a:moveTo>
                    <a:cubicBezTo>
                      <a:pt x="122" y="11"/>
                      <a:pt x="111" y="4"/>
                      <a:pt x="94" y="0"/>
                    </a:cubicBezTo>
                    <a:cubicBezTo>
                      <a:pt x="94" y="1"/>
                      <a:pt x="93" y="1"/>
                      <a:pt x="93" y="2"/>
                    </a:cubicBezTo>
                    <a:cubicBezTo>
                      <a:pt x="88" y="4"/>
                      <a:pt x="80" y="3"/>
                      <a:pt x="76" y="2"/>
                    </a:cubicBezTo>
                    <a:cubicBezTo>
                      <a:pt x="82" y="4"/>
                      <a:pt x="83" y="6"/>
                      <a:pt x="87" y="11"/>
                    </a:cubicBezTo>
                    <a:cubicBezTo>
                      <a:pt x="92" y="17"/>
                      <a:pt x="96" y="24"/>
                      <a:pt x="100" y="25"/>
                    </a:cubicBezTo>
                    <a:cubicBezTo>
                      <a:pt x="94" y="27"/>
                      <a:pt x="76" y="25"/>
                      <a:pt x="71" y="21"/>
                    </a:cubicBezTo>
                    <a:cubicBezTo>
                      <a:pt x="78" y="28"/>
                      <a:pt x="79" y="31"/>
                      <a:pt x="81" y="31"/>
                    </a:cubicBezTo>
                    <a:cubicBezTo>
                      <a:pt x="71" y="33"/>
                      <a:pt x="67" y="38"/>
                      <a:pt x="57" y="35"/>
                    </a:cubicBezTo>
                    <a:cubicBezTo>
                      <a:pt x="60" y="39"/>
                      <a:pt x="59" y="42"/>
                      <a:pt x="57" y="48"/>
                    </a:cubicBezTo>
                    <a:cubicBezTo>
                      <a:pt x="56" y="53"/>
                      <a:pt x="54" y="60"/>
                      <a:pt x="54" y="60"/>
                    </a:cubicBezTo>
                    <a:cubicBezTo>
                      <a:pt x="54" y="60"/>
                      <a:pt x="39" y="59"/>
                      <a:pt x="35" y="49"/>
                    </a:cubicBezTo>
                    <a:cubicBezTo>
                      <a:pt x="33" y="54"/>
                      <a:pt x="30" y="67"/>
                      <a:pt x="24" y="74"/>
                    </a:cubicBezTo>
                    <a:cubicBezTo>
                      <a:pt x="27" y="71"/>
                      <a:pt x="12" y="41"/>
                      <a:pt x="19" y="32"/>
                    </a:cubicBezTo>
                    <a:cubicBezTo>
                      <a:pt x="17" y="33"/>
                      <a:pt x="13" y="35"/>
                      <a:pt x="8" y="37"/>
                    </a:cubicBezTo>
                    <a:cubicBezTo>
                      <a:pt x="0" y="53"/>
                      <a:pt x="1" y="75"/>
                      <a:pt x="12" y="98"/>
                    </a:cubicBezTo>
                    <a:cubicBezTo>
                      <a:pt x="31" y="136"/>
                      <a:pt x="95" y="149"/>
                      <a:pt x="108" y="143"/>
                    </a:cubicBezTo>
                    <a:cubicBezTo>
                      <a:pt x="120" y="136"/>
                      <a:pt x="127" y="119"/>
                      <a:pt x="133" y="101"/>
                    </a:cubicBezTo>
                    <a:cubicBezTo>
                      <a:pt x="138" y="83"/>
                      <a:pt x="146" y="47"/>
                      <a:pt x="133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0" name="Freeform 1398">
                <a:extLst>
                  <a:ext uri="{FF2B5EF4-FFF2-40B4-BE49-F238E27FC236}">
                    <a16:creationId xmlns:a16="http://schemas.microsoft.com/office/drawing/2014/main" id="{F060C6D5-48A4-4B93-8EF1-4C65F8D4D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6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63 w 4"/>
                  <a:gd name="T3" fmla="*/ 47 h 4"/>
                  <a:gd name="T4" fmla="*/ 20 w 4"/>
                  <a:gd name="T5" fmla="*/ 0 h 4"/>
                  <a:gd name="T6" fmla="*/ 20 w 4"/>
                  <a:gd name="T7" fmla="*/ 61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4" y="3"/>
                      <a:pt x="4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1" name="Freeform 1399">
                <a:extLst>
                  <a:ext uri="{FF2B5EF4-FFF2-40B4-BE49-F238E27FC236}">
                    <a16:creationId xmlns:a16="http://schemas.microsoft.com/office/drawing/2014/main" id="{02E2887D-49F3-424A-A894-57CA8527C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427"/>
                <a:ext cx="40" cy="48"/>
              </a:xfrm>
              <a:custGeom>
                <a:avLst/>
                <a:gdLst>
                  <a:gd name="T0" fmla="*/ 63 w 16"/>
                  <a:gd name="T1" fmla="*/ 0 h 18"/>
                  <a:gd name="T2" fmla="*/ 33 w 16"/>
                  <a:gd name="T3" fmla="*/ 320 h 18"/>
                  <a:gd name="T4" fmla="*/ 63 w 16"/>
                  <a:gd name="T5" fmla="*/ 341 h 18"/>
                  <a:gd name="T6" fmla="*/ 83 w 16"/>
                  <a:gd name="T7" fmla="*/ 264 h 18"/>
                  <a:gd name="T8" fmla="*/ 238 w 16"/>
                  <a:gd name="T9" fmla="*/ 35 h 18"/>
                  <a:gd name="T10" fmla="*/ 250 w 16"/>
                  <a:gd name="T11" fmla="*/ 21 h 18"/>
                  <a:gd name="T12" fmla="*/ 63 w 16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4" y="0"/>
                    </a:moveTo>
                    <a:cubicBezTo>
                      <a:pt x="3" y="5"/>
                      <a:pt x="0" y="14"/>
                      <a:pt x="2" y="17"/>
                    </a:cubicBezTo>
                    <a:cubicBezTo>
                      <a:pt x="2" y="17"/>
                      <a:pt x="3" y="18"/>
                      <a:pt x="4" y="18"/>
                    </a:cubicBezTo>
                    <a:cubicBezTo>
                      <a:pt x="4" y="17"/>
                      <a:pt x="5" y="16"/>
                      <a:pt x="5" y="14"/>
                    </a:cubicBezTo>
                    <a:cubicBezTo>
                      <a:pt x="8" y="11"/>
                      <a:pt x="10" y="7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9" y="2"/>
                      <a:pt x="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2" name="Freeform 1400">
                <a:extLst>
                  <a:ext uri="{FF2B5EF4-FFF2-40B4-BE49-F238E27FC236}">
                    <a16:creationId xmlns:a16="http://schemas.microsoft.com/office/drawing/2014/main" id="{012E332F-E0AD-493E-A185-A54DCC87E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16"/>
                <a:ext cx="295" cy="232"/>
              </a:xfrm>
              <a:custGeom>
                <a:avLst/>
                <a:gdLst>
                  <a:gd name="T0" fmla="*/ 1563 w 118"/>
                  <a:gd name="T1" fmla="*/ 456 h 87"/>
                  <a:gd name="T2" fmla="*/ 1395 w 118"/>
                  <a:gd name="T3" fmla="*/ 285 h 87"/>
                  <a:gd name="T4" fmla="*/ 1658 w 118"/>
                  <a:gd name="T5" fmla="*/ 285 h 87"/>
                  <a:gd name="T6" fmla="*/ 1845 w 118"/>
                  <a:gd name="T7" fmla="*/ 93 h 87"/>
                  <a:gd name="T8" fmla="*/ 1613 w 118"/>
                  <a:gd name="T9" fmla="*/ 205 h 87"/>
                  <a:gd name="T10" fmla="*/ 1375 w 118"/>
                  <a:gd name="T11" fmla="*/ 136 h 87"/>
                  <a:gd name="T12" fmla="*/ 1563 w 118"/>
                  <a:gd name="T13" fmla="*/ 115 h 87"/>
                  <a:gd name="T14" fmla="*/ 1720 w 118"/>
                  <a:gd name="T15" fmla="*/ 0 h 87"/>
                  <a:gd name="T16" fmla="*/ 1520 w 118"/>
                  <a:gd name="T17" fmla="*/ 56 h 87"/>
                  <a:gd name="T18" fmla="*/ 1300 w 118"/>
                  <a:gd name="T19" fmla="*/ 35 h 87"/>
                  <a:gd name="T20" fmla="*/ 988 w 118"/>
                  <a:gd name="T21" fmla="*/ 115 h 87"/>
                  <a:gd name="T22" fmla="*/ 833 w 118"/>
                  <a:gd name="T23" fmla="*/ 341 h 87"/>
                  <a:gd name="T24" fmla="*/ 813 w 118"/>
                  <a:gd name="T25" fmla="*/ 419 h 87"/>
                  <a:gd name="T26" fmla="*/ 925 w 118"/>
                  <a:gd name="T27" fmla="*/ 512 h 87"/>
                  <a:gd name="T28" fmla="*/ 845 w 118"/>
                  <a:gd name="T29" fmla="*/ 704 h 87"/>
                  <a:gd name="T30" fmla="*/ 770 w 118"/>
                  <a:gd name="T31" fmla="*/ 704 h 87"/>
                  <a:gd name="T32" fmla="*/ 720 w 118"/>
                  <a:gd name="T33" fmla="*/ 533 h 87"/>
                  <a:gd name="T34" fmla="*/ 613 w 118"/>
                  <a:gd name="T35" fmla="*/ 533 h 87"/>
                  <a:gd name="T36" fmla="*/ 125 w 118"/>
                  <a:gd name="T37" fmla="*/ 739 h 87"/>
                  <a:gd name="T38" fmla="*/ 0 w 118"/>
                  <a:gd name="T39" fmla="*/ 832 h 87"/>
                  <a:gd name="T40" fmla="*/ 270 w 118"/>
                  <a:gd name="T41" fmla="*/ 968 h 87"/>
                  <a:gd name="T42" fmla="*/ 500 w 118"/>
                  <a:gd name="T43" fmla="*/ 853 h 87"/>
                  <a:gd name="T44" fmla="*/ 583 w 118"/>
                  <a:gd name="T45" fmla="*/ 1651 h 87"/>
                  <a:gd name="T46" fmla="*/ 750 w 118"/>
                  <a:gd name="T47" fmla="*/ 1173 h 87"/>
                  <a:gd name="T48" fmla="*/ 1050 w 118"/>
                  <a:gd name="T49" fmla="*/ 1387 h 87"/>
                  <a:gd name="T50" fmla="*/ 1095 w 118"/>
                  <a:gd name="T51" fmla="*/ 1160 h 87"/>
                  <a:gd name="T52" fmla="*/ 1095 w 118"/>
                  <a:gd name="T53" fmla="*/ 909 h 87"/>
                  <a:gd name="T54" fmla="*/ 1470 w 118"/>
                  <a:gd name="T55" fmla="*/ 832 h 87"/>
                  <a:gd name="T56" fmla="*/ 1313 w 118"/>
                  <a:gd name="T57" fmla="*/ 648 h 87"/>
                  <a:gd name="T58" fmla="*/ 1770 w 118"/>
                  <a:gd name="T59" fmla="*/ 717 h 87"/>
                  <a:gd name="T60" fmla="*/ 1563 w 118"/>
                  <a:gd name="T61" fmla="*/ 456 h 8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8" h="87">
                    <a:moveTo>
                      <a:pt x="100" y="24"/>
                    </a:moveTo>
                    <a:cubicBezTo>
                      <a:pt x="96" y="19"/>
                      <a:pt x="95" y="17"/>
                      <a:pt x="89" y="15"/>
                    </a:cubicBezTo>
                    <a:cubicBezTo>
                      <a:pt x="93" y="16"/>
                      <a:pt x="101" y="17"/>
                      <a:pt x="106" y="15"/>
                    </a:cubicBezTo>
                    <a:cubicBezTo>
                      <a:pt x="110" y="12"/>
                      <a:pt x="113" y="8"/>
                      <a:pt x="118" y="5"/>
                    </a:cubicBezTo>
                    <a:cubicBezTo>
                      <a:pt x="113" y="6"/>
                      <a:pt x="107" y="11"/>
                      <a:pt x="103" y="11"/>
                    </a:cubicBezTo>
                    <a:cubicBezTo>
                      <a:pt x="98" y="11"/>
                      <a:pt x="94" y="9"/>
                      <a:pt x="88" y="7"/>
                    </a:cubicBezTo>
                    <a:cubicBezTo>
                      <a:pt x="89" y="7"/>
                      <a:pt x="94" y="7"/>
                      <a:pt x="100" y="6"/>
                    </a:cubicBezTo>
                    <a:cubicBezTo>
                      <a:pt x="106" y="5"/>
                      <a:pt x="108" y="5"/>
                      <a:pt x="110" y="0"/>
                    </a:cubicBezTo>
                    <a:cubicBezTo>
                      <a:pt x="108" y="2"/>
                      <a:pt x="105" y="3"/>
                      <a:pt x="97" y="3"/>
                    </a:cubicBezTo>
                    <a:cubicBezTo>
                      <a:pt x="90" y="3"/>
                      <a:pt x="87" y="2"/>
                      <a:pt x="83" y="2"/>
                    </a:cubicBezTo>
                    <a:cubicBezTo>
                      <a:pt x="76" y="2"/>
                      <a:pt x="68" y="1"/>
                      <a:pt x="63" y="6"/>
                    </a:cubicBezTo>
                    <a:cubicBezTo>
                      <a:pt x="58" y="11"/>
                      <a:pt x="56" y="15"/>
                      <a:pt x="53" y="18"/>
                    </a:cubicBezTo>
                    <a:cubicBezTo>
                      <a:pt x="53" y="20"/>
                      <a:pt x="52" y="21"/>
                      <a:pt x="52" y="22"/>
                    </a:cubicBezTo>
                    <a:cubicBezTo>
                      <a:pt x="55" y="24"/>
                      <a:pt x="56" y="25"/>
                      <a:pt x="59" y="27"/>
                    </a:cubicBezTo>
                    <a:cubicBezTo>
                      <a:pt x="55" y="28"/>
                      <a:pt x="57" y="35"/>
                      <a:pt x="54" y="37"/>
                    </a:cubicBezTo>
                    <a:cubicBezTo>
                      <a:pt x="52" y="40"/>
                      <a:pt x="49" y="41"/>
                      <a:pt x="49" y="37"/>
                    </a:cubicBezTo>
                    <a:cubicBezTo>
                      <a:pt x="49" y="34"/>
                      <a:pt x="48" y="31"/>
                      <a:pt x="46" y="28"/>
                    </a:cubicBezTo>
                    <a:cubicBezTo>
                      <a:pt x="44" y="29"/>
                      <a:pt x="42" y="29"/>
                      <a:pt x="39" y="28"/>
                    </a:cubicBezTo>
                    <a:cubicBezTo>
                      <a:pt x="24" y="23"/>
                      <a:pt x="9" y="37"/>
                      <a:pt x="8" y="39"/>
                    </a:cubicBezTo>
                    <a:cubicBezTo>
                      <a:pt x="7" y="41"/>
                      <a:pt x="4" y="44"/>
                      <a:pt x="0" y="44"/>
                    </a:cubicBezTo>
                    <a:cubicBezTo>
                      <a:pt x="4" y="49"/>
                      <a:pt x="11" y="52"/>
                      <a:pt x="17" y="51"/>
                    </a:cubicBezTo>
                    <a:cubicBezTo>
                      <a:pt x="24" y="50"/>
                      <a:pt x="29" y="46"/>
                      <a:pt x="32" y="45"/>
                    </a:cubicBezTo>
                    <a:cubicBezTo>
                      <a:pt x="25" y="54"/>
                      <a:pt x="40" y="84"/>
                      <a:pt x="37" y="87"/>
                    </a:cubicBezTo>
                    <a:cubicBezTo>
                      <a:pt x="43" y="80"/>
                      <a:pt x="46" y="67"/>
                      <a:pt x="48" y="62"/>
                    </a:cubicBezTo>
                    <a:cubicBezTo>
                      <a:pt x="52" y="72"/>
                      <a:pt x="67" y="73"/>
                      <a:pt x="67" y="73"/>
                    </a:cubicBezTo>
                    <a:cubicBezTo>
                      <a:pt x="67" y="73"/>
                      <a:pt x="69" y="66"/>
                      <a:pt x="70" y="61"/>
                    </a:cubicBezTo>
                    <a:cubicBezTo>
                      <a:pt x="72" y="55"/>
                      <a:pt x="73" y="52"/>
                      <a:pt x="70" y="48"/>
                    </a:cubicBezTo>
                    <a:cubicBezTo>
                      <a:pt x="80" y="51"/>
                      <a:pt x="84" y="46"/>
                      <a:pt x="94" y="44"/>
                    </a:cubicBezTo>
                    <a:cubicBezTo>
                      <a:pt x="92" y="44"/>
                      <a:pt x="91" y="41"/>
                      <a:pt x="84" y="34"/>
                    </a:cubicBezTo>
                    <a:cubicBezTo>
                      <a:pt x="89" y="38"/>
                      <a:pt x="107" y="40"/>
                      <a:pt x="113" y="38"/>
                    </a:cubicBezTo>
                    <a:cubicBezTo>
                      <a:pt x="109" y="37"/>
                      <a:pt x="105" y="30"/>
                      <a:pt x="10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3" name="Freeform 1401">
                <a:extLst>
                  <a:ext uri="{FF2B5EF4-FFF2-40B4-BE49-F238E27FC236}">
                    <a16:creationId xmlns:a16="http://schemas.microsoft.com/office/drawing/2014/main" id="{57252CEA-BB04-494A-843A-D1A80B3A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805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70 w 5"/>
                  <a:gd name="T3" fmla="*/ 47 h 4"/>
                  <a:gd name="T4" fmla="*/ 12 w 5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0"/>
                      <a:pt x="5" y="1"/>
                      <a:pt x="5" y="2"/>
                    </a:cubicBezTo>
                    <a:cubicBezTo>
                      <a:pt x="5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4" name="Freeform 1402">
                <a:extLst>
                  <a:ext uri="{FF2B5EF4-FFF2-40B4-BE49-F238E27FC236}">
                    <a16:creationId xmlns:a16="http://schemas.microsoft.com/office/drawing/2014/main" id="{BEE90D0B-74C1-4852-9AFC-8D569AC9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819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63 w 4"/>
                  <a:gd name="T3" fmla="*/ 50 h 4"/>
                  <a:gd name="T4" fmla="*/ 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4" y="1"/>
                      <a:pt x="4" y="3"/>
                    </a:cubicBezTo>
                    <a:cubicBezTo>
                      <a:pt x="4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5" name="Freeform 1403">
                <a:extLst>
                  <a:ext uri="{FF2B5EF4-FFF2-40B4-BE49-F238E27FC236}">
                    <a16:creationId xmlns:a16="http://schemas.microsoft.com/office/drawing/2014/main" id="{E0355F11-0769-4135-9A2E-BE3591901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795"/>
                <a:ext cx="20" cy="18"/>
              </a:xfrm>
              <a:custGeom>
                <a:avLst/>
                <a:gdLst>
                  <a:gd name="T0" fmla="*/ 20 w 8"/>
                  <a:gd name="T1" fmla="*/ 33 h 7"/>
                  <a:gd name="T2" fmla="*/ 125 w 8"/>
                  <a:gd name="T3" fmla="*/ 67 h 7"/>
                  <a:gd name="T4" fmla="*/ 20 w 8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8" y="1"/>
                      <a:pt x="8" y="4"/>
                    </a:cubicBezTo>
                    <a:cubicBezTo>
                      <a:pt x="8" y="7"/>
                      <a:pt x="0" y="6"/>
                      <a:pt x="1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6" name="Freeform 1404">
                <a:extLst>
                  <a:ext uri="{FF2B5EF4-FFF2-40B4-BE49-F238E27FC236}">
                    <a16:creationId xmlns:a16="http://schemas.microsoft.com/office/drawing/2014/main" id="{0226FFEF-9EC0-4F2C-9DE0-EE043575C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744"/>
                <a:ext cx="12" cy="13"/>
              </a:xfrm>
              <a:custGeom>
                <a:avLst/>
                <a:gdLst>
                  <a:gd name="T0" fmla="*/ 58 w 5"/>
                  <a:gd name="T1" fmla="*/ 21 h 5"/>
                  <a:gd name="T2" fmla="*/ 29 w 5"/>
                  <a:gd name="T3" fmla="*/ 68 h 5"/>
                  <a:gd name="T4" fmla="*/ 58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1"/>
                      <a:pt x="3" y="5"/>
                      <a:pt x="2" y="4"/>
                    </a:cubicBezTo>
                    <a:cubicBezTo>
                      <a:pt x="0" y="4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7" name="Freeform 1405">
                <a:extLst>
                  <a:ext uri="{FF2B5EF4-FFF2-40B4-BE49-F238E27FC236}">
                    <a16:creationId xmlns:a16="http://schemas.microsoft.com/office/drawing/2014/main" id="{003236F2-B87C-4612-AB2C-FCE319286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811"/>
                <a:ext cx="13" cy="13"/>
              </a:xfrm>
              <a:custGeom>
                <a:avLst/>
                <a:gdLst>
                  <a:gd name="T0" fmla="*/ 68 w 5"/>
                  <a:gd name="T1" fmla="*/ 34 h 5"/>
                  <a:gd name="T2" fmla="*/ 21 w 5"/>
                  <a:gd name="T3" fmla="*/ 88 h 5"/>
                  <a:gd name="T4" fmla="*/ 68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5" y="3"/>
                      <a:pt x="2" y="5"/>
                      <a:pt x="1" y="5"/>
                    </a:cubicBezTo>
                    <a:cubicBezTo>
                      <a:pt x="0" y="4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8" name="Freeform 1406">
                <a:extLst>
                  <a:ext uri="{FF2B5EF4-FFF2-40B4-BE49-F238E27FC236}">
                    <a16:creationId xmlns:a16="http://schemas.microsoft.com/office/drawing/2014/main" id="{0A8F07D5-A04E-4B2C-AE23-AE1874078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773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33 w 8"/>
                  <a:gd name="T3" fmla="*/ 149 h 9"/>
                  <a:gd name="T4" fmla="*/ 9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4"/>
                      <a:pt x="5" y="9"/>
                      <a:pt x="2" y="8"/>
                    </a:cubicBezTo>
                    <a:cubicBezTo>
                      <a:pt x="0" y="7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09" name="Freeform 1407">
                <a:extLst>
                  <a:ext uri="{FF2B5EF4-FFF2-40B4-BE49-F238E27FC236}">
                    <a16:creationId xmlns:a16="http://schemas.microsoft.com/office/drawing/2014/main" id="{A60D22FA-72BA-4626-BD2C-44DFE2FE8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624"/>
                <a:ext cx="18" cy="21"/>
              </a:xfrm>
              <a:custGeom>
                <a:avLst/>
                <a:gdLst>
                  <a:gd name="T0" fmla="*/ 33 w 7"/>
                  <a:gd name="T1" fmla="*/ 21 h 8"/>
                  <a:gd name="T2" fmla="*/ 100 w 7"/>
                  <a:gd name="T3" fmla="*/ 110 h 8"/>
                  <a:gd name="T4" fmla="*/ 33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0" name="Freeform 1408">
                <a:extLst>
                  <a:ext uri="{FF2B5EF4-FFF2-40B4-BE49-F238E27FC236}">
                    <a16:creationId xmlns:a16="http://schemas.microsoft.com/office/drawing/2014/main" id="{5EF688B4-BB92-4FC9-BDED-8B9E971FC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667"/>
                <a:ext cx="18" cy="18"/>
              </a:xfrm>
              <a:custGeom>
                <a:avLst/>
                <a:gdLst>
                  <a:gd name="T0" fmla="*/ 54 w 7"/>
                  <a:gd name="T1" fmla="*/ 21 h 7"/>
                  <a:gd name="T2" fmla="*/ 100 w 7"/>
                  <a:gd name="T3" fmla="*/ 100 h 7"/>
                  <a:gd name="T4" fmla="*/ 54 w 7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1" name="Freeform 1409">
                <a:extLst>
                  <a:ext uri="{FF2B5EF4-FFF2-40B4-BE49-F238E27FC236}">
                    <a16:creationId xmlns:a16="http://schemas.microsoft.com/office/drawing/2014/main" id="{FD1697A1-7157-44F9-BD9A-BA26B3AA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637"/>
                <a:ext cx="17" cy="19"/>
              </a:xfrm>
              <a:custGeom>
                <a:avLst/>
                <a:gdLst>
                  <a:gd name="T0" fmla="*/ 41 w 7"/>
                  <a:gd name="T1" fmla="*/ 0 h 7"/>
                  <a:gd name="T2" fmla="*/ 87 w 7"/>
                  <a:gd name="T3" fmla="*/ 117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2" name="Freeform 1410">
                <a:extLst>
                  <a:ext uri="{FF2B5EF4-FFF2-40B4-BE49-F238E27FC236}">
                    <a16:creationId xmlns:a16="http://schemas.microsoft.com/office/drawing/2014/main" id="{C363A09E-8307-4F11-BF20-6C5586ACA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619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50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4" y="2"/>
                      <a:pt x="4" y="3"/>
                    </a:cubicBezTo>
                    <a:cubicBezTo>
                      <a:pt x="3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3" name="Freeform 1411">
                <a:extLst>
                  <a:ext uri="{FF2B5EF4-FFF2-40B4-BE49-F238E27FC236}">
                    <a16:creationId xmlns:a16="http://schemas.microsoft.com/office/drawing/2014/main" id="{D85EC838-9868-467A-B81B-A9A8D3669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75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61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4" y="1"/>
                      <a:pt x="4" y="3"/>
                    </a:cubicBezTo>
                    <a:cubicBezTo>
                      <a:pt x="3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4" name="Freeform 1412">
                <a:extLst>
                  <a:ext uri="{FF2B5EF4-FFF2-40B4-BE49-F238E27FC236}">
                    <a16:creationId xmlns:a16="http://schemas.microsoft.com/office/drawing/2014/main" id="{2803BB01-3626-4F28-8CEA-7C979DB01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603"/>
                <a:ext cx="17" cy="21"/>
              </a:xfrm>
              <a:custGeom>
                <a:avLst/>
                <a:gdLst>
                  <a:gd name="T0" fmla="*/ 41 w 7"/>
                  <a:gd name="T1" fmla="*/ 21 h 8"/>
                  <a:gd name="T2" fmla="*/ 87 w 7"/>
                  <a:gd name="T3" fmla="*/ 110 h 8"/>
                  <a:gd name="T4" fmla="*/ 41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5" y="0"/>
                      <a:pt x="7" y="5"/>
                      <a:pt x="6" y="6"/>
                    </a:cubicBezTo>
                    <a:cubicBezTo>
                      <a:pt x="4" y="8"/>
                      <a:pt x="0" y="2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5" name="Freeform 1413">
                <a:extLst>
                  <a:ext uri="{FF2B5EF4-FFF2-40B4-BE49-F238E27FC236}">
                    <a16:creationId xmlns:a16="http://schemas.microsoft.com/office/drawing/2014/main" id="{D1A03605-445C-40EE-B9CF-EEAE2D5F8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595"/>
                <a:ext cx="20" cy="21"/>
              </a:xfrm>
              <a:custGeom>
                <a:avLst/>
                <a:gdLst>
                  <a:gd name="T0" fmla="*/ 50 w 8"/>
                  <a:gd name="T1" fmla="*/ 21 h 8"/>
                  <a:gd name="T2" fmla="*/ 95 w 8"/>
                  <a:gd name="T3" fmla="*/ 110 h 8"/>
                  <a:gd name="T4" fmla="*/ 5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5" y="0"/>
                      <a:pt x="8" y="5"/>
                      <a:pt x="6" y="6"/>
                    </a:cubicBezTo>
                    <a:cubicBezTo>
                      <a:pt x="5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6" name="Freeform 1414">
                <a:extLst>
                  <a:ext uri="{FF2B5EF4-FFF2-40B4-BE49-F238E27FC236}">
                    <a16:creationId xmlns:a16="http://schemas.microsoft.com/office/drawing/2014/main" id="{6B6EF9CE-FF8A-4A5D-A5C6-9F40C976B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587"/>
                <a:ext cx="18" cy="21"/>
              </a:xfrm>
              <a:custGeom>
                <a:avLst/>
                <a:gdLst>
                  <a:gd name="T0" fmla="*/ 54 w 7"/>
                  <a:gd name="T1" fmla="*/ 21 h 8"/>
                  <a:gd name="T2" fmla="*/ 100 w 7"/>
                  <a:gd name="T3" fmla="*/ 110 h 8"/>
                  <a:gd name="T4" fmla="*/ 54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7" name="Freeform 1415">
                <a:extLst>
                  <a:ext uri="{FF2B5EF4-FFF2-40B4-BE49-F238E27FC236}">
                    <a16:creationId xmlns:a16="http://schemas.microsoft.com/office/drawing/2014/main" id="{F23423AC-4AA5-44F9-851B-421B271A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579"/>
                <a:ext cx="18" cy="21"/>
              </a:xfrm>
              <a:custGeom>
                <a:avLst/>
                <a:gdLst>
                  <a:gd name="T0" fmla="*/ 54 w 7"/>
                  <a:gd name="T1" fmla="*/ 21 h 8"/>
                  <a:gd name="T2" fmla="*/ 85 w 7"/>
                  <a:gd name="T3" fmla="*/ 110 h 8"/>
                  <a:gd name="T4" fmla="*/ 54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5" y="0"/>
                      <a:pt x="7" y="5"/>
                      <a:pt x="5" y="6"/>
                    </a:cubicBezTo>
                    <a:cubicBezTo>
                      <a:pt x="3" y="8"/>
                      <a:pt x="0" y="2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8" name="Freeform 1416">
                <a:extLst>
                  <a:ext uri="{FF2B5EF4-FFF2-40B4-BE49-F238E27FC236}">
                    <a16:creationId xmlns:a16="http://schemas.microsoft.com/office/drawing/2014/main" id="{6BB7C0A6-9CA2-448B-82D5-0F3F0C076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619"/>
                <a:ext cx="20" cy="21"/>
              </a:xfrm>
              <a:custGeom>
                <a:avLst/>
                <a:gdLst>
                  <a:gd name="T0" fmla="*/ 50 w 8"/>
                  <a:gd name="T1" fmla="*/ 21 h 8"/>
                  <a:gd name="T2" fmla="*/ 95 w 8"/>
                  <a:gd name="T3" fmla="*/ 110 h 8"/>
                  <a:gd name="T4" fmla="*/ 5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4" y="0"/>
                      <a:pt x="8" y="4"/>
                      <a:pt x="6" y="6"/>
                    </a:cubicBezTo>
                    <a:cubicBezTo>
                      <a:pt x="5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19" name="Freeform 1417">
                <a:extLst>
                  <a:ext uri="{FF2B5EF4-FFF2-40B4-BE49-F238E27FC236}">
                    <a16:creationId xmlns:a16="http://schemas.microsoft.com/office/drawing/2014/main" id="{4C56D79E-7CDC-4968-B41E-A7020E79F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541"/>
                <a:ext cx="15" cy="19"/>
              </a:xfrm>
              <a:custGeom>
                <a:avLst/>
                <a:gdLst>
                  <a:gd name="T0" fmla="*/ 50 w 6"/>
                  <a:gd name="T1" fmla="*/ 0 h 7"/>
                  <a:gd name="T2" fmla="*/ 63 w 6"/>
                  <a:gd name="T3" fmla="*/ 117 h 7"/>
                  <a:gd name="T4" fmla="*/ 5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5"/>
                      <a:pt x="4" y="6"/>
                    </a:cubicBezTo>
                    <a:cubicBezTo>
                      <a:pt x="2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0" name="Freeform 1418">
                <a:extLst>
                  <a:ext uri="{FF2B5EF4-FFF2-40B4-BE49-F238E27FC236}">
                    <a16:creationId xmlns:a16="http://schemas.microsoft.com/office/drawing/2014/main" id="{8F08ECB6-5F31-43CB-9BD9-71014F5C4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629"/>
                <a:ext cx="18" cy="19"/>
              </a:xfrm>
              <a:custGeom>
                <a:avLst/>
                <a:gdLst>
                  <a:gd name="T0" fmla="*/ 54 w 7"/>
                  <a:gd name="T1" fmla="*/ 0 h 7"/>
                  <a:gd name="T2" fmla="*/ 100 w 7"/>
                  <a:gd name="T3" fmla="*/ 117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1" name="Freeform 1419">
                <a:extLst>
                  <a:ext uri="{FF2B5EF4-FFF2-40B4-BE49-F238E27FC236}">
                    <a16:creationId xmlns:a16="http://schemas.microsoft.com/office/drawing/2014/main" id="{E33B40EC-1F11-4D47-B2DC-A040E603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557"/>
                <a:ext cx="20" cy="22"/>
              </a:xfrm>
              <a:custGeom>
                <a:avLst/>
                <a:gdLst>
                  <a:gd name="T0" fmla="*/ 50 w 8"/>
                  <a:gd name="T1" fmla="*/ 22 h 8"/>
                  <a:gd name="T2" fmla="*/ 113 w 8"/>
                  <a:gd name="T3" fmla="*/ 129 h 8"/>
                  <a:gd name="T4" fmla="*/ 50 w 8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4" y="0"/>
                      <a:pt x="8" y="4"/>
                      <a:pt x="7" y="6"/>
                    </a:cubicBezTo>
                    <a:cubicBezTo>
                      <a:pt x="6" y="8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2" name="Freeform 1420">
                <a:extLst>
                  <a:ext uri="{FF2B5EF4-FFF2-40B4-BE49-F238E27FC236}">
                    <a16:creationId xmlns:a16="http://schemas.microsoft.com/office/drawing/2014/main" id="{96A66471-2364-4C62-84FD-340A7D31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552"/>
                <a:ext cx="20" cy="21"/>
              </a:xfrm>
              <a:custGeom>
                <a:avLst/>
                <a:gdLst>
                  <a:gd name="T0" fmla="*/ 50 w 8"/>
                  <a:gd name="T1" fmla="*/ 21 h 8"/>
                  <a:gd name="T2" fmla="*/ 95 w 8"/>
                  <a:gd name="T3" fmla="*/ 110 h 8"/>
                  <a:gd name="T4" fmla="*/ 5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5" y="0"/>
                      <a:pt x="8" y="4"/>
                      <a:pt x="6" y="6"/>
                    </a:cubicBezTo>
                    <a:cubicBezTo>
                      <a:pt x="5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3" name="Freeform 1421">
                <a:extLst>
                  <a:ext uri="{FF2B5EF4-FFF2-40B4-BE49-F238E27FC236}">
                    <a16:creationId xmlns:a16="http://schemas.microsoft.com/office/drawing/2014/main" id="{1021A8BD-6FDF-4888-B124-732BA06D8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701"/>
                <a:ext cx="12" cy="16"/>
              </a:xfrm>
              <a:custGeom>
                <a:avLst/>
                <a:gdLst>
                  <a:gd name="T0" fmla="*/ 29 w 5"/>
                  <a:gd name="T1" fmla="*/ 0 h 6"/>
                  <a:gd name="T2" fmla="*/ 58 w 5"/>
                  <a:gd name="T3" fmla="*/ 93 h 6"/>
                  <a:gd name="T4" fmla="*/ 29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3" y="0"/>
                      <a:pt x="5" y="4"/>
                      <a:pt x="4" y="5"/>
                    </a:cubicBezTo>
                    <a:cubicBezTo>
                      <a:pt x="2" y="6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4" name="Freeform 1422">
                <a:extLst>
                  <a:ext uri="{FF2B5EF4-FFF2-40B4-BE49-F238E27FC236}">
                    <a16:creationId xmlns:a16="http://schemas.microsoft.com/office/drawing/2014/main" id="{0B0E27E6-56A8-468A-8EDB-4D448850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57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117 h 7"/>
                  <a:gd name="T4" fmla="*/ 33 w 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5" y="7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5" name="Freeform 1423">
                <a:extLst>
                  <a:ext uri="{FF2B5EF4-FFF2-40B4-BE49-F238E27FC236}">
                    <a16:creationId xmlns:a16="http://schemas.microsoft.com/office/drawing/2014/main" id="{B6E0A316-FCF7-4704-A372-C0891AB39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733"/>
                <a:ext cx="20" cy="22"/>
              </a:xfrm>
              <a:custGeom>
                <a:avLst/>
                <a:gdLst>
                  <a:gd name="T0" fmla="*/ 50 w 8"/>
                  <a:gd name="T1" fmla="*/ 22 h 8"/>
                  <a:gd name="T2" fmla="*/ 95 w 8"/>
                  <a:gd name="T3" fmla="*/ 129 h 8"/>
                  <a:gd name="T4" fmla="*/ 50 w 8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4" y="0"/>
                      <a:pt x="8" y="4"/>
                      <a:pt x="6" y="6"/>
                    </a:cubicBezTo>
                    <a:cubicBezTo>
                      <a:pt x="5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6" name="Freeform 1424">
                <a:extLst>
                  <a:ext uri="{FF2B5EF4-FFF2-40B4-BE49-F238E27FC236}">
                    <a16:creationId xmlns:a16="http://schemas.microsoft.com/office/drawing/2014/main" id="{D675A112-7DF7-4B9F-9EB1-721C48A71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71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67 h 7"/>
                  <a:gd name="T4" fmla="*/ 12 w 7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7" y="2"/>
                      <a:pt x="6" y="4"/>
                    </a:cubicBezTo>
                    <a:cubicBezTo>
                      <a:pt x="6" y="7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7" name="Freeform 1425">
                <a:extLst>
                  <a:ext uri="{FF2B5EF4-FFF2-40B4-BE49-F238E27FC236}">
                    <a16:creationId xmlns:a16="http://schemas.microsoft.com/office/drawing/2014/main" id="{6D4135F1-3AF1-4D8D-92CB-B116BD14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739"/>
                <a:ext cx="18" cy="21"/>
              </a:xfrm>
              <a:custGeom>
                <a:avLst/>
                <a:gdLst>
                  <a:gd name="T0" fmla="*/ 33 w 7"/>
                  <a:gd name="T1" fmla="*/ 21 h 8"/>
                  <a:gd name="T2" fmla="*/ 100 w 7"/>
                  <a:gd name="T3" fmla="*/ 110 h 8"/>
                  <a:gd name="T4" fmla="*/ 33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4" y="0"/>
                      <a:pt x="7" y="5"/>
                      <a:pt x="6" y="6"/>
                    </a:cubicBezTo>
                    <a:cubicBezTo>
                      <a:pt x="4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8" name="Freeform 1426">
                <a:extLst>
                  <a:ext uri="{FF2B5EF4-FFF2-40B4-BE49-F238E27FC236}">
                    <a16:creationId xmlns:a16="http://schemas.microsoft.com/office/drawing/2014/main" id="{E91C8C91-B5CE-443B-A154-6AE968B1B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701"/>
                <a:ext cx="17" cy="19"/>
              </a:xfrm>
              <a:custGeom>
                <a:avLst/>
                <a:gdLst>
                  <a:gd name="T0" fmla="*/ 29 w 7"/>
                  <a:gd name="T1" fmla="*/ 0 h 7"/>
                  <a:gd name="T2" fmla="*/ 87 w 7"/>
                  <a:gd name="T3" fmla="*/ 103 h 7"/>
                  <a:gd name="T4" fmla="*/ 29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4" y="0"/>
                      <a:pt x="7" y="4"/>
                      <a:pt x="6" y="5"/>
                    </a:cubicBezTo>
                    <a:cubicBezTo>
                      <a:pt x="5" y="7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9" name="Freeform 1427">
                <a:extLst>
                  <a:ext uri="{FF2B5EF4-FFF2-40B4-BE49-F238E27FC236}">
                    <a16:creationId xmlns:a16="http://schemas.microsoft.com/office/drawing/2014/main" id="{47A291E9-D86A-4393-8856-491B828F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683"/>
                <a:ext cx="18" cy="18"/>
              </a:xfrm>
              <a:custGeom>
                <a:avLst/>
                <a:gdLst>
                  <a:gd name="T0" fmla="*/ 33 w 7"/>
                  <a:gd name="T1" fmla="*/ 0 h 7"/>
                  <a:gd name="T2" fmla="*/ 100 w 7"/>
                  <a:gd name="T3" fmla="*/ 100 h 7"/>
                  <a:gd name="T4" fmla="*/ 33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0" name="Freeform 1428">
                <a:extLst>
                  <a:ext uri="{FF2B5EF4-FFF2-40B4-BE49-F238E27FC236}">
                    <a16:creationId xmlns:a16="http://schemas.microsoft.com/office/drawing/2014/main" id="{E447EF29-D5A4-465E-B1A2-BC278C316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731"/>
                <a:ext cx="20" cy="21"/>
              </a:xfrm>
              <a:custGeom>
                <a:avLst/>
                <a:gdLst>
                  <a:gd name="T0" fmla="*/ 50 w 8"/>
                  <a:gd name="T1" fmla="*/ 21 h 8"/>
                  <a:gd name="T2" fmla="*/ 113 w 8"/>
                  <a:gd name="T3" fmla="*/ 110 h 8"/>
                  <a:gd name="T4" fmla="*/ 5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4" y="0"/>
                      <a:pt x="8" y="4"/>
                      <a:pt x="7" y="6"/>
                    </a:cubicBezTo>
                    <a:cubicBezTo>
                      <a:pt x="6" y="8"/>
                      <a:pt x="0" y="4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1" name="Freeform 1429">
                <a:extLst>
                  <a:ext uri="{FF2B5EF4-FFF2-40B4-BE49-F238E27FC236}">
                    <a16:creationId xmlns:a16="http://schemas.microsoft.com/office/drawing/2014/main" id="{7212112A-DD63-4365-9295-766BB27A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544"/>
                <a:ext cx="17" cy="21"/>
              </a:xfrm>
              <a:custGeom>
                <a:avLst/>
                <a:gdLst>
                  <a:gd name="T0" fmla="*/ 29 w 7"/>
                  <a:gd name="T1" fmla="*/ 21 h 8"/>
                  <a:gd name="T2" fmla="*/ 87 w 7"/>
                  <a:gd name="T3" fmla="*/ 110 h 8"/>
                  <a:gd name="T4" fmla="*/ 29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7" y="4"/>
                      <a:pt x="6" y="6"/>
                    </a:cubicBezTo>
                    <a:cubicBezTo>
                      <a:pt x="5" y="8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2" name="Freeform 1430">
                <a:extLst>
                  <a:ext uri="{FF2B5EF4-FFF2-40B4-BE49-F238E27FC236}">
                    <a16:creationId xmlns:a16="http://schemas.microsoft.com/office/drawing/2014/main" id="{0B6F9C61-6990-4F26-AB39-0AE5900EF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771"/>
                <a:ext cx="13" cy="16"/>
              </a:xfrm>
              <a:custGeom>
                <a:avLst/>
                <a:gdLst>
                  <a:gd name="T0" fmla="*/ 21 w 5"/>
                  <a:gd name="T1" fmla="*/ 35 h 6"/>
                  <a:gd name="T2" fmla="*/ 88 w 5"/>
                  <a:gd name="T3" fmla="*/ 77 h 6"/>
                  <a:gd name="T4" fmla="*/ 21 w 5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0"/>
                      <a:pt x="5" y="2"/>
                      <a:pt x="5" y="4"/>
                    </a:cubicBezTo>
                    <a:cubicBezTo>
                      <a:pt x="5" y="6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3" name="Freeform 1431">
                <a:extLst>
                  <a:ext uri="{FF2B5EF4-FFF2-40B4-BE49-F238E27FC236}">
                    <a16:creationId xmlns:a16="http://schemas.microsoft.com/office/drawing/2014/main" id="{86AD40E4-AB53-4026-8D7D-81F81B5C9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691"/>
                <a:ext cx="17" cy="18"/>
              </a:xfrm>
              <a:custGeom>
                <a:avLst/>
                <a:gdLst>
                  <a:gd name="T0" fmla="*/ 29 w 7"/>
                  <a:gd name="T1" fmla="*/ 0 h 7"/>
                  <a:gd name="T2" fmla="*/ 87 w 7"/>
                  <a:gd name="T3" fmla="*/ 100 h 7"/>
                  <a:gd name="T4" fmla="*/ 29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4" name="Freeform 1432">
                <a:extLst>
                  <a:ext uri="{FF2B5EF4-FFF2-40B4-BE49-F238E27FC236}">
                    <a16:creationId xmlns:a16="http://schemas.microsoft.com/office/drawing/2014/main" id="{AC27B10D-D602-47CA-ACEA-FADF0797C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693"/>
                <a:ext cx="17" cy="22"/>
              </a:xfrm>
              <a:custGeom>
                <a:avLst/>
                <a:gdLst>
                  <a:gd name="T0" fmla="*/ 29 w 7"/>
                  <a:gd name="T1" fmla="*/ 22 h 8"/>
                  <a:gd name="T2" fmla="*/ 70 w 7"/>
                  <a:gd name="T3" fmla="*/ 129 h 8"/>
                  <a:gd name="T4" fmla="*/ 29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4" y="0"/>
                      <a:pt x="7" y="5"/>
                      <a:pt x="5" y="6"/>
                    </a:cubicBezTo>
                    <a:cubicBezTo>
                      <a:pt x="4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5" name="Freeform 1433">
                <a:extLst>
                  <a:ext uri="{FF2B5EF4-FFF2-40B4-BE49-F238E27FC236}">
                    <a16:creationId xmlns:a16="http://schemas.microsoft.com/office/drawing/2014/main" id="{8863CAAD-7FBF-40DE-8AB0-C9421B561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653"/>
                <a:ext cx="17" cy="19"/>
              </a:xfrm>
              <a:custGeom>
                <a:avLst/>
                <a:gdLst>
                  <a:gd name="T0" fmla="*/ 41 w 7"/>
                  <a:gd name="T1" fmla="*/ 0 h 7"/>
                  <a:gd name="T2" fmla="*/ 70 w 7"/>
                  <a:gd name="T3" fmla="*/ 117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4"/>
                      <a:pt x="5" y="6"/>
                    </a:cubicBezTo>
                    <a:cubicBezTo>
                      <a:pt x="3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6" name="Freeform 1434">
                <a:extLst>
                  <a:ext uri="{FF2B5EF4-FFF2-40B4-BE49-F238E27FC236}">
                    <a16:creationId xmlns:a16="http://schemas.microsoft.com/office/drawing/2014/main" id="{3C10141D-0537-4AF5-A1A3-6C8B14BE0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71"/>
                <a:ext cx="13" cy="18"/>
              </a:xfrm>
              <a:custGeom>
                <a:avLst/>
                <a:gdLst>
                  <a:gd name="T0" fmla="*/ 68 w 5"/>
                  <a:gd name="T1" fmla="*/ 21 h 7"/>
                  <a:gd name="T2" fmla="*/ 55 w 5"/>
                  <a:gd name="T3" fmla="*/ 118 h 7"/>
                  <a:gd name="T4" fmla="*/ 68 w 5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4" y="1"/>
                    </a:moveTo>
                    <a:cubicBezTo>
                      <a:pt x="5" y="1"/>
                      <a:pt x="5" y="6"/>
                      <a:pt x="3" y="7"/>
                    </a:cubicBezTo>
                    <a:cubicBezTo>
                      <a:pt x="1" y="7"/>
                      <a:pt x="0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7" name="Freeform 1435">
                <a:extLst>
                  <a:ext uri="{FF2B5EF4-FFF2-40B4-BE49-F238E27FC236}">
                    <a16:creationId xmlns:a16="http://schemas.microsoft.com/office/drawing/2014/main" id="{8C0B8AE2-6590-43EE-9823-2C9B76171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653"/>
                <a:ext cx="13" cy="16"/>
              </a:xfrm>
              <a:custGeom>
                <a:avLst/>
                <a:gdLst>
                  <a:gd name="T0" fmla="*/ 34 w 5"/>
                  <a:gd name="T1" fmla="*/ 21 h 6"/>
                  <a:gd name="T2" fmla="*/ 68 w 5"/>
                  <a:gd name="T3" fmla="*/ 93 h 6"/>
                  <a:gd name="T4" fmla="*/ 34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3" y="0"/>
                      <a:pt x="5" y="4"/>
                      <a:pt x="4" y="5"/>
                    </a:cubicBezTo>
                    <a:cubicBezTo>
                      <a:pt x="2" y="6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8" name="Freeform 1436">
                <a:extLst>
                  <a:ext uri="{FF2B5EF4-FFF2-40B4-BE49-F238E27FC236}">
                    <a16:creationId xmlns:a16="http://schemas.microsoft.com/office/drawing/2014/main" id="{BD7B62CB-C7A9-433E-8017-735451096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725"/>
                <a:ext cx="15" cy="14"/>
              </a:xfrm>
              <a:custGeom>
                <a:avLst/>
                <a:gdLst>
                  <a:gd name="T0" fmla="*/ 33 w 6"/>
                  <a:gd name="T1" fmla="*/ 0 h 5"/>
                  <a:gd name="T2" fmla="*/ 83 w 6"/>
                  <a:gd name="T3" fmla="*/ 87 h 5"/>
                  <a:gd name="T4" fmla="*/ 33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3" y="0"/>
                      <a:pt x="6" y="3"/>
                      <a:pt x="5" y="4"/>
                    </a:cubicBezTo>
                    <a:cubicBezTo>
                      <a:pt x="4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9" name="Freeform 1437">
                <a:extLst>
                  <a:ext uri="{FF2B5EF4-FFF2-40B4-BE49-F238E27FC236}">
                    <a16:creationId xmlns:a16="http://schemas.microsoft.com/office/drawing/2014/main" id="{00BFD160-4410-4578-BDBB-321C80BBA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731"/>
                <a:ext cx="17" cy="21"/>
              </a:xfrm>
              <a:custGeom>
                <a:avLst/>
                <a:gdLst>
                  <a:gd name="T0" fmla="*/ 41 w 7"/>
                  <a:gd name="T1" fmla="*/ 21 h 8"/>
                  <a:gd name="T2" fmla="*/ 87 w 7"/>
                  <a:gd name="T3" fmla="*/ 110 h 8"/>
                  <a:gd name="T4" fmla="*/ 41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4" y="0"/>
                      <a:pt x="7" y="5"/>
                      <a:pt x="6" y="6"/>
                    </a:cubicBezTo>
                    <a:cubicBezTo>
                      <a:pt x="4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0" name="Freeform 1438">
                <a:extLst>
                  <a:ext uri="{FF2B5EF4-FFF2-40B4-BE49-F238E27FC236}">
                    <a16:creationId xmlns:a16="http://schemas.microsoft.com/office/drawing/2014/main" id="{C08FC49C-2086-479E-BF0F-184B07E65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781"/>
                <a:ext cx="17" cy="16"/>
              </a:xfrm>
              <a:custGeom>
                <a:avLst/>
                <a:gdLst>
                  <a:gd name="T0" fmla="*/ 12 w 7"/>
                  <a:gd name="T1" fmla="*/ 35 h 6"/>
                  <a:gd name="T2" fmla="*/ 100 w 7"/>
                  <a:gd name="T3" fmla="*/ 77 h 6"/>
                  <a:gd name="T4" fmla="*/ 12 w 7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2" y="0"/>
                      <a:pt x="7" y="2"/>
                      <a:pt x="7" y="4"/>
                    </a:cubicBezTo>
                    <a:cubicBezTo>
                      <a:pt x="6" y="6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1" name="Freeform 1439">
                <a:extLst>
                  <a:ext uri="{FF2B5EF4-FFF2-40B4-BE49-F238E27FC236}">
                    <a16:creationId xmlns:a16="http://schemas.microsoft.com/office/drawing/2014/main" id="{9F4367C6-735C-4891-A9A6-9B845059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760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2" name="Freeform 1440">
                <a:extLst>
                  <a:ext uri="{FF2B5EF4-FFF2-40B4-BE49-F238E27FC236}">
                    <a16:creationId xmlns:a16="http://schemas.microsoft.com/office/drawing/2014/main" id="{76F28018-9D77-4A8A-8D76-E75F7301D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741"/>
                <a:ext cx="8" cy="14"/>
              </a:xfrm>
              <a:custGeom>
                <a:avLst/>
                <a:gdLst>
                  <a:gd name="T0" fmla="*/ 35 w 3"/>
                  <a:gd name="T1" fmla="*/ 22 h 5"/>
                  <a:gd name="T2" fmla="*/ 21 w 3"/>
                  <a:gd name="T3" fmla="*/ 109 h 5"/>
                  <a:gd name="T4" fmla="*/ 35 w 3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3" y="1"/>
                      <a:pt x="3" y="5"/>
                      <a:pt x="1" y="5"/>
                    </a:cubicBezTo>
                    <a:cubicBezTo>
                      <a:pt x="0" y="5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3" name="Freeform 1441">
                <a:extLst>
                  <a:ext uri="{FF2B5EF4-FFF2-40B4-BE49-F238E27FC236}">
                    <a16:creationId xmlns:a16="http://schemas.microsoft.com/office/drawing/2014/main" id="{BFA5BA34-37C1-4970-832D-C1B526E5D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715"/>
                <a:ext cx="10" cy="13"/>
              </a:xfrm>
              <a:custGeom>
                <a:avLst/>
                <a:gdLst>
                  <a:gd name="T0" fmla="*/ 33 w 4"/>
                  <a:gd name="T1" fmla="*/ 0 h 5"/>
                  <a:gd name="T2" fmla="*/ 50 w 4"/>
                  <a:gd name="T3" fmla="*/ 68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4" y="0"/>
                      <a:pt x="4" y="3"/>
                      <a:pt x="3" y="4"/>
                    </a:cubicBezTo>
                    <a:cubicBezTo>
                      <a:pt x="2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4" name="Freeform 1442">
                <a:extLst>
                  <a:ext uri="{FF2B5EF4-FFF2-40B4-BE49-F238E27FC236}">
                    <a16:creationId xmlns:a16="http://schemas.microsoft.com/office/drawing/2014/main" id="{008E614F-B6EE-4687-842B-CA8B2DF82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661"/>
                <a:ext cx="20" cy="22"/>
              </a:xfrm>
              <a:custGeom>
                <a:avLst/>
                <a:gdLst>
                  <a:gd name="T0" fmla="*/ 50 w 8"/>
                  <a:gd name="T1" fmla="*/ 22 h 8"/>
                  <a:gd name="T2" fmla="*/ 95 w 8"/>
                  <a:gd name="T3" fmla="*/ 129 h 8"/>
                  <a:gd name="T4" fmla="*/ 50 w 8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5" y="0"/>
                      <a:pt x="8" y="4"/>
                      <a:pt x="6" y="6"/>
                    </a:cubicBezTo>
                    <a:cubicBezTo>
                      <a:pt x="5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5" name="Freeform 1443">
                <a:extLst>
                  <a:ext uri="{FF2B5EF4-FFF2-40B4-BE49-F238E27FC236}">
                    <a16:creationId xmlns:a16="http://schemas.microsoft.com/office/drawing/2014/main" id="{EEA61C2A-84D8-4554-A7BF-BFEEC8208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624"/>
                <a:ext cx="17" cy="21"/>
              </a:xfrm>
              <a:custGeom>
                <a:avLst/>
                <a:gdLst>
                  <a:gd name="T0" fmla="*/ 41 w 7"/>
                  <a:gd name="T1" fmla="*/ 21 h 8"/>
                  <a:gd name="T2" fmla="*/ 70 w 7"/>
                  <a:gd name="T3" fmla="*/ 110 h 8"/>
                  <a:gd name="T4" fmla="*/ 41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4" y="0"/>
                      <a:pt x="7" y="5"/>
                      <a:pt x="5" y="6"/>
                    </a:cubicBezTo>
                    <a:cubicBezTo>
                      <a:pt x="3" y="8"/>
                      <a:pt x="0" y="2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6" name="Freeform 1444">
                <a:extLst>
                  <a:ext uri="{FF2B5EF4-FFF2-40B4-BE49-F238E27FC236}">
                    <a16:creationId xmlns:a16="http://schemas.microsoft.com/office/drawing/2014/main" id="{71DAB145-6C68-445A-981F-96BB11149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603"/>
                <a:ext cx="10" cy="13"/>
              </a:xfrm>
              <a:custGeom>
                <a:avLst/>
                <a:gdLst>
                  <a:gd name="T0" fmla="*/ 20 w 4"/>
                  <a:gd name="T1" fmla="*/ 0 h 5"/>
                  <a:gd name="T2" fmla="*/ 50 w 4"/>
                  <a:gd name="T3" fmla="*/ 68 h 5"/>
                  <a:gd name="T4" fmla="*/ 2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3" y="0"/>
                      <a:pt x="4" y="3"/>
                      <a:pt x="3" y="4"/>
                    </a:cubicBezTo>
                    <a:cubicBezTo>
                      <a:pt x="2" y="5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7" name="Freeform 1445">
                <a:extLst>
                  <a:ext uri="{FF2B5EF4-FFF2-40B4-BE49-F238E27FC236}">
                    <a16:creationId xmlns:a16="http://schemas.microsoft.com/office/drawing/2014/main" id="{18D57163-43E3-46E6-848D-06663424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19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6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4"/>
                      <a:pt x="2" y="4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8" name="Freeform 1446">
                <a:extLst>
                  <a:ext uri="{FF2B5EF4-FFF2-40B4-BE49-F238E27FC236}">
                    <a16:creationId xmlns:a16="http://schemas.microsoft.com/office/drawing/2014/main" id="{A58101C2-E58B-4773-877E-541133087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653"/>
                <a:ext cx="17" cy="19"/>
              </a:xfrm>
              <a:custGeom>
                <a:avLst/>
                <a:gdLst>
                  <a:gd name="T0" fmla="*/ 41 w 7"/>
                  <a:gd name="T1" fmla="*/ 22 h 7"/>
                  <a:gd name="T2" fmla="*/ 70 w 7"/>
                  <a:gd name="T3" fmla="*/ 117 h 7"/>
                  <a:gd name="T4" fmla="*/ 41 w 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4" y="0"/>
                      <a:pt x="7" y="4"/>
                      <a:pt x="5" y="6"/>
                    </a:cubicBezTo>
                    <a:cubicBezTo>
                      <a:pt x="4" y="7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9" name="Freeform 1447">
                <a:extLst>
                  <a:ext uri="{FF2B5EF4-FFF2-40B4-BE49-F238E27FC236}">
                    <a16:creationId xmlns:a16="http://schemas.microsoft.com/office/drawing/2014/main" id="{6CA7F016-CD31-46C5-8BA2-568FF2999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656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68 h 5"/>
                  <a:gd name="T4" fmla="*/ 21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0" name="Freeform 1448">
                <a:extLst>
                  <a:ext uri="{FF2B5EF4-FFF2-40B4-BE49-F238E27FC236}">
                    <a16:creationId xmlns:a16="http://schemas.microsoft.com/office/drawing/2014/main" id="{D7DC9823-3C5B-4DEF-B376-733DB5375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565"/>
                <a:ext cx="12" cy="14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87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1" name="Freeform 1449">
                <a:extLst>
                  <a:ext uri="{FF2B5EF4-FFF2-40B4-BE49-F238E27FC236}">
                    <a16:creationId xmlns:a16="http://schemas.microsoft.com/office/drawing/2014/main" id="{047EF7EA-8976-4E26-B449-81BE2BC4D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680"/>
                <a:ext cx="18" cy="19"/>
              </a:xfrm>
              <a:custGeom>
                <a:avLst/>
                <a:gdLst>
                  <a:gd name="T0" fmla="*/ 54 w 7"/>
                  <a:gd name="T1" fmla="*/ 0 h 7"/>
                  <a:gd name="T2" fmla="*/ 85 w 7"/>
                  <a:gd name="T3" fmla="*/ 117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4" y="0"/>
                      <a:pt x="7" y="4"/>
                      <a:pt x="5" y="6"/>
                    </a:cubicBezTo>
                    <a:cubicBezTo>
                      <a:pt x="3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2" name="Freeform 1450">
                <a:extLst>
                  <a:ext uri="{FF2B5EF4-FFF2-40B4-BE49-F238E27FC236}">
                    <a16:creationId xmlns:a16="http://schemas.microsoft.com/office/drawing/2014/main" id="{A3BCDBD3-40ED-4B00-B433-5658C3F5D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731"/>
                <a:ext cx="18" cy="21"/>
              </a:xfrm>
              <a:custGeom>
                <a:avLst/>
                <a:gdLst>
                  <a:gd name="T0" fmla="*/ 54 w 7"/>
                  <a:gd name="T1" fmla="*/ 0 h 8"/>
                  <a:gd name="T2" fmla="*/ 100 w 7"/>
                  <a:gd name="T3" fmla="*/ 110 h 8"/>
                  <a:gd name="T4" fmla="*/ 5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7" y="5"/>
                      <a:pt x="6" y="6"/>
                    </a:cubicBezTo>
                    <a:cubicBezTo>
                      <a:pt x="4" y="8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3" name="Freeform 1451">
                <a:extLst>
                  <a:ext uri="{FF2B5EF4-FFF2-40B4-BE49-F238E27FC236}">
                    <a16:creationId xmlns:a16="http://schemas.microsoft.com/office/drawing/2014/main" id="{76930803-82C4-4846-886B-C61032B0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709"/>
                <a:ext cx="18" cy="19"/>
              </a:xfrm>
              <a:custGeom>
                <a:avLst/>
                <a:gdLst>
                  <a:gd name="T0" fmla="*/ 54 w 7"/>
                  <a:gd name="T1" fmla="*/ 0 h 7"/>
                  <a:gd name="T2" fmla="*/ 100 w 7"/>
                  <a:gd name="T3" fmla="*/ 117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4"/>
                      <a:pt x="6" y="6"/>
                    </a:cubicBezTo>
                    <a:cubicBezTo>
                      <a:pt x="4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4" name="Freeform 1452">
                <a:extLst>
                  <a:ext uri="{FF2B5EF4-FFF2-40B4-BE49-F238E27FC236}">
                    <a16:creationId xmlns:a16="http://schemas.microsoft.com/office/drawing/2014/main" id="{4FAC67CB-77E0-4866-BB36-ACA2A3E0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656"/>
                <a:ext cx="15" cy="19"/>
              </a:xfrm>
              <a:custGeom>
                <a:avLst/>
                <a:gdLst>
                  <a:gd name="T0" fmla="*/ 33 w 6"/>
                  <a:gd name="T1" fmla="*/ 22 h 7"/>
                  <a:gd name="T2" fmla="*/ 63 w 6"/>
                  <a:gd name="T3" fmla="*/ 117 h 7"/>
                  <a:gd name="T4" fmla="*/ 33 w 6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4" y="0"/>
                      <a:pt x="6" y="4"/>
                      <a:pt x="4" y="6"/>
                    </a:cubicBezTo>
                    <a:cubicBezTo>
                      <a:pt x="3" y="7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5" name="Freeform 1453">
                <a:extLst>
                  <a:ext uri="{FF2B5EF4-FFF2-40B4-BE49-F238E27FC236}">
                    <a16:creationId xmlns:a16="http://schemas.microsoft.com/office/drawing/2014/main" id="{66A4FB6E-57F4-41B1-B356-3FD846A09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677"/>
                <a:ext cx="17" cy="22"/>
              </a:xfrm>
              <a:custGeom>
                <a:avLst/>
                <a:gdLst>
                  <a:gd name="T0" fmla="*/ 58 w 7"/>
                  <a:gd name="T1" fmla="*/ 0 h 8"/>
                  <a:gd name="T2" fmla="*/ 70 w 7"/>
                  <a:gd name="T3" fmla="*/ 143 h 8"/>
                  <a:gd name="T4" fmla="*/ 58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5" y="0"/>
                      <a:pt x="7" y="6"/>
                      <a:pt x="5" y="7"/>
                    </a:cubicBezTo>
                    <a:cubicBezTo>
                      <a:pt x="3" y="8"/>
                      <a:pt x="0" y="1"/>
                      <a:pt x="4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6" name="Freeform 1454">
                <a:extLst>
                  <a:ext uri="{FF2B5EF4-FFF2-40B4-BE49-F238E27FC236}">
                    <a16:creationId xmlns:a16="http://schemas.microsoft.com/office/drawing/2014/main" id="{9D04DE7F-EF79-4F77-92A4-76DA03E23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664"/>
                <a:ext cx="18" cy="19"/>
              </a:xfrm>
              <a:custGeom>
                <a:avLst/>
                <a:gdLst>
                  <a:gd name="T0" fmla="*/ 54 w 7"/>
                  <a:gd name="T1" fmla="*/ 0 h 7"/>
                  <a:gd name="T2" fmla="*/ 85 w 7"/>
                  <a:gd name="T3" fmla="*/ 117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5"/>
                      <a:pt x="5" y="6"/>
                    </a:cubicBezTo>
                    <a:cubicBezTo>
                      <a:pt x="3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7" name="Freeform 1455">
                <a:extLst>
                  <a:ext uri="{FF2B5EF4-FFF2-40B4-BE49-F238E27FC236}">
                    <a16:creationId xmlns:a16="http://schemas.microsoft.com/office/drawing/2014/main" id="{A02A8826-8AC8-42B7-991D-5A9973F03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651"/>
                <a:ext cx="15" cy="18"/>
              </a:xfrm>
              <a:custGeom>
                <a:avLst/>
                <a:gdLst>
                  <a:gd name="T0" fmla="*/ 50 w 6"/>
                  <a:gd name="T1" fmla="*/ 0 h 7"/>
                  <a:gd name="T2" fmla="*/ 83 w 6"/>
                  <a:gd name="T3" fmla="*/ 100 h 7"/>
                  <a:gd name="T4" fmla="*/ 5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5"/>
                      <a:pt x="5" y="6"/>
                    </a:cubicBezTo>
                    <a:cubicBezTo>
                      <a:pt x="3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8" name="Freeform 1456">
                <a:extLst>
                  <a:ext uri="{FF2B5EF4-FFF2-40B4-BE49-F238E27FC236}">
                    <a16:creationId xmlns:a16="http://schemas.microsoft.com/office/drawing/2014/main" id="{9F08F69A-49F5-4A7B-826D-1B42628CE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645"/>
                <a:ext cx="18" cy="22"/>
              </a:xfrm>
              <a:custGeom>
                <a:avLst/>
                <a:gdLst>
                  <a:gd name="T0" fmla="*/ 54 w 7"/>
                  <a:gd name="T1" fmla="*/ 22 h 8"/>
                  <a:gd name="T2" fmla="*/ 85 w 7"/>
                  <a:gd name="T3" fmla="*/ 129 h 8"/>
                  <a:gd name="T4" fmla="*/ 54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5" y="0"/>
                      <a:pt x="7" y="5"/>
                      <a:pt x="5" y="6"/>
                    </a:cubicBezTo>
                    <a:cubicBezTo>
                      <a:pt x="4" y="8"/>
                      <a:pt x="0" y="2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59" name="Freeform 1457">
                <a:extLst>
                  <a:ext uri="{FF2B5EF4-FFF2-40B4-BE49-F238E27FC236}">
                    <a16:creationId xmlns:a16="http://schemas.microsoft.com/office/drawing/2014/main" id="{CF8696B0-6B33-418B-844A-E485B9A7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520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100 w 7"/>
                  <a:gd name="T3" fmla="*/ 103 h 7"/>
                  <a:gd name="T4" fmla="*/ 29 w 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7" y="3"/>
                      <a:pt x="7" y="5"/>
                    </a:cubicBezTo>
                    <a:cubicBezTo>
                      <a:pt x="6" y="7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0" name="Freeform 1458">
                <a:extLst>
                  <a:ext uri="{FF2B5EF4-FFF2-40B4-BE49-F238E27FC236}">
                    <a16:creationId xmlns:a16="http://schemas.microsoft.com/office/drawing/2014/main" id="{998D1F11-8A96-4CB2-BD51-85A27C4EB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483"/>
                <a:ext cx="20" cy="21"/>
              </a:xfrm>
              <a:custGeom>
                <a:avLst/>
                <a:gdLst>
                  <a:gd name="T0" fmla="*/ 33 w 8"/>
                  <a:gd name="T1" fmla="*/ 21 h 8"/>
                  <a:gd name="T2" fmla="*/ 113 w 8"/>
                  <a:gd name="T3" fmla="*/ 110 h 8"/>
                  <a:gd name="T4" fmla="*/ 33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8" y="4"/>
                      <a:pt x="7" y="6"/>
                    </a:cubicBezTo>
                    <a:cubicBezTo>
                      <a:pt x="6" y="8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1" name="Freeform 1459">
                <a:extLst>
                  <a:ext uri="{FF2B5EF4-FFF2-40B4-BE49-F238E27FC236}">
                    <a16:creationId xmlns:a16="http://schemas.microsoft.com/office/drawing/2014/main" id="{3E1C6617-DDD4-4F74-8917-C1710222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507"/>
                <a:ext cx="20" cy="21"/>
              </a:xfrm>
              <a:custGeom>
                <a:avLst/>
                <a:gdLst>
                  <a:gd name="T0" fmla="*/ 50 w 8"/>
                  <a:gd name="T1" fmla="*/ 21 h 8"/>
                  <a:gd name="T2" fmla="*/ 113 w 8"/>
                  <a:gd name="T3" fmla="*/ 110 h 8"/>
                  <a:gd name="T4" fmla="*/ 5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4" y="0"/>
                      <a:pt x="8" y="4"/>
                      <a:pt x="7" y="6"/>
                    </a:cubicBezTo>
                    <a:cubicBezTo>
                      <a:pt x="5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2" name="Freeform 1460">
                <a:extLst>
                  <a:ext uri="{FF2B5EF4-FFF2-40B4-BE49-F238E27FC236}">
                    <a16:creationId xmlns:a16="http://schemas.microsoft.com/office/drawing/2014/main" id="{A83076E9-9992-4F1B-9D25-FB1E8B70E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69"/>
                <a:ext cx="20" cy="19"/>
              </a:xfrm>
              <a:custGeom>
                <a:avLst/>
                <a:gdLst>
                  <a:gd name="T0" fmla="*/ 33 w 8"/>
                  <a:gd name="T1" fmla="*/ 22 h 7"/>
                  <a:gd name="T2" fmla="*/ 113 w 8"/>
                  <a:gd name="T3" fmla="*/ 103 h 7"/>
                  <a:gd name="T4" fmla="*/ 33 w 8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8" y="3"/>
                      <a:pt x="7" y="5"/>
                    </a:cubicBezTo>
                    <a:cubicBezTo>
                      <a:pt x="7" y="7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3" name="Freeform 1461">
                <a:extLst>
                  <a:ext uri="{FF2B5EF4-FFF2-40B4-BE49-F238E27FC236}">
                    <a16:creationId xmlns:a16="http://schemas.microsoft.com/office/drawing/2014/main" id="{DC185FF8-9C28-4A82-97FF-99A5B79A6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595"/>
                <a:ext cx="18" cy="21"/>
              </a:xfrm>
              <a:custGeom>
                <a:avLst/>
                <a:gdLst>
                  <a:gd name="T0" fmla="*/ 54 w 7"/>
                  <a:gd name="T1" fmla="*/ 21 h 8"/>
                  <a:gd name="T2" fmla="*/ 85 w 7"/>
                  <a:gd name="T3" fmla="*/ 123 h 8"/>
                  <a:gd name="T4" fmla="*/ 54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5" y="0"/>
                      <a:pt x="7" y="5"/>
                      <a:pt x="5" y="7"/>
                    </a:cubicBezTo>
                    <a:cubicBezTo>
                      <a:pt x="3" y="8"/>
                      <a:pt x="0" y="2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4" name="Freeform 1462">
                <a:extLst>
                  <a:ext uri="{FF2B5EF4-FFF2-40B4-BE49-F238E27FC236}">
                    <a16:creationId xmlns:a16="http://schemas.microsoft.com/office/drawing/2014/main" id="{CCEC5AFA-7C4B-4B5C-B051-B8A18E732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680"/>
                <a:ext cx="17" cy="19"/>
              </a:xfrm>
              <a:custGeom>
                <a:avLst/>
                <a:gdLst>
                  <a:gd name="T0" fmla="*/ 41 w 7"/>
                  <a:gd name="T1" fmla="*/ 0 h 7"/>
                  <a:gd name="T2" fmla="*/ 87 w 7"/>
                  <a:gd name="T3" fmla="*/ 117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5"/>
                      <a:pt x="6" y="6"/>
                    </a:cubicBezTo>
                    <a:cubicBezTo>
                      <a:pt x="4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5" name="Freeform 1463">
                <a:extLst>
                  <a:ext uri="{FF2B5EF4-FFF2-40B4-BE49-F238E27FC236}">
                    <a16:creationId xmlns:a16="http://schemas.microsoft.com/office/drawing/2014/main" id="{0599B558-AAF5-4298-9368-C12DAF394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613"/>
                <a:ext cx="18" cy="19"/>
              </a:xfrm>
              <a:custGeom>
                <a:avLst/>
                <a:gdLst>
                  <a:gd name="T0" fmla="*/ 54 w 7"/>
                  <a:gd name="T1" fmla="*/ 0 h 7"/>
                  <a:gd name="T2" fmla="*/ 85 w 7"/>
                  <a:gd name="T3" fmla="*/ 117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5"/>
                      <a:pt x="5" y="6"/>
                    </a:cubicBezTo>
                    <a:cubicBezTo>
                      <a:pt x="3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6" name="Freeform 1464">
                <a:extLst>
                  <a:ext uri="{FF2B5EF4-FFF2-40B4-BE49-F238E27FC236}">
                    <a16:creationId xmlns:a16="http://schemas.microsoft.com/office/drawing/2014/main" id="{FE139AA8-3426-414D-90BF-211565A3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573"/>
                <a:ext cx="13" cy="16"/>
              </a:xfrm>
              <a:custGeom>
                <a:avLst/>
                <a:gdLst>
                  <a:gd name="T0" fmla="*/ 34 w 5"/>
                  <a:gd name="T1" fmla="*/ 0 h 6"/>
                  <a:gd name="T2" fmla="*/ 55 w 5"/>
                  <a:gd name="T3" fmla="*/ 93 h 6"/>
                  <a:gd name="T4" fmla="*/ 3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5"/>
                      <a:pt x="3" y="5"/>
                    </a:cubicBezTo>
                    <a:cubicBezTo>
                      <a:pt x="1" y="6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7" name="Freeform 1465">
                <a:extLst>
                  <a:ext uri="{FF2B5EF4-FFF2-40B4-BE49-F238E27FC236}">
                    <a16:creationId xmlns:a16="http://schemas.microsoft.com/office/drawing/2014/main" id="{E0E29B84-175F-40A2-9A2B-3BB99185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576"/>
                <a:ext cx="18" cy="21"/>
              </a:xfrm>
              <a:custGeom>
                <a:avLst/>
                <a:gdLst>
                  <a:gd name="T0" fmla="*/ 54 w 7"/>
                  <a:gd name="T1" fmla="*/ 0 h 8"/>
                  <a:gd name="T2" fmla="*/ 100 w 7"/>
                  <a:gd name="T3" fmla="*/ 110 h 8"/>
                  <a:gd name="T4" fmla="*/ 5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7" y="5"/>
                      <a:pt x="6" y="6"/>
                    </a:cubicBezTo>
                    <a:cubicBezTo>
                      <a:pt x="4" y="8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8" name="Freeform 1466">
                <a:extLst>
                  <a:ext uri="{FF2B5EF4-FFF2-40B4-BE49-F238E27FC236}">
                    <a16:creationId xmlns:a16="http://schemas.microsoft.com/office/drawing/2014/main" id="{332C2180-2C63-4E4B-B266-C146E7B72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616"/>
                <a:ext cx="15" cy="19"/>
              </a:xfrm>
              <a:custGeom>
                <a:avLst/>
                <a:gdLst>
                  <a:gd name="T0" fmla="*/ 50 w 6"/>
                  <a:gd name="T1" fmla="*/ 0 h 7"/>
                  <a:gd name="T2" fmla="*/ 63 w 6"/>
                  <a:gd name="T3" fmla="*/ 117 h 7"/>
                  <a:gd name="T4" fmla="*/ 5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5" y="0"/>
                      <a:pt x="6" y="5"/>
                      <a:pt x="4" y="6"/>
                    </a:cubicBezTo>
                    <a:cubicBezTo>
                      <a:pt x="3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69" name="Freeform 1467">
                <a:extLst>
                  <a:ext uri="{FF2B5EF4-FFF2-40B4-BE49-F238E27FC236}">
                    <a16:creationId xmlns:a16="http://schemas.microsoft.com/office/drawing/2014/main" id="{C848BE1E-EC5D-43D7-B5CD-BD3E4B3B1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696"/>
                <a:ext cx="17" cy="19"/>
              </a:xfrm>
              <a:custGeom>
                <a:avLst/>
                <a:gdLst>
                  <a:gd name="T0" fmla="*/ 41 w 7"/>
                  <a:gd name="T1" fmla="*/ 0 h 7"/>
                  <a:gd name="T2" fmla="*/ 70 w 7"/>
                  <a:gd name="T3" fmla="*/ 117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5"/>
                      <a:pt x="5" y="6"/>
                    </a:cubicBezTo>
                    <a:cubicBezTo>
                      <a:pt x="3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0" name="Freeform 1468">
                <a:extLst>
                  <a:ext uri="{FF2B5EF4-FFF2-40B4-BE49-F238E27FC236}">
                    <a16:creationId xmlns:a16="http://schemas.microsoft.com/office/drawing/2014/main" id="{4D75F5E8-DAA0-4D41-8FF5-2D34874BF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62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117 h 7"/>
                  <a:gd name="T4" fmla="*/ 33 w 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1" name="Freeform 1469">
                <a:extLst>
                  <a:ext uri="{FF2B5EF4-FFF2-40B4-BE49-F238E27FC236}">
                    <a16:creationId xmlns:a16="http://schemas.microsoft.com/office/drawing/2014/main" id="{B5A9194F-1F40-4FC3-93E6-CF5BCDAC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573"/>
                <a:ext cx="17" cy="22"/>
              </a:xfrm>
              <a:custGeom>
                <a:avLst/>
                <a:gdLst>
                  <a:gd name="T0" fmla="*/ 41 w 7"/>
                  <a:gd name="T1" fmla="*/ 22 h 8"/>
                  <a:gd name="T2" fmla="*/ 87 w 7"/>
                  <a:gd name="T3" fmla="*/ 129 h 8"/>
                  <a:gd name="T4" fmla="*/ 41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5" y="0"/>
                      <a:pt x="7" y="5"/>
                      <a:pt x="6" y="6"/>
                    </a:cubicBezTo>
                    <a:cubicBezTo>
                      <a:pt x="4" y="8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2" name="Freeform 1470">
                <a:extLst>
                  <a:ext uri="{FF2B5EF4-FFF2-40B4-BE49-F238E27FC236}">
                    <a16:creationId xmlns:a16="http://schemas.microsoft.com/office/drawing/2014/main" id="{F3322CC4-2868-4093-A44E-22907B20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541"/>
                <a:ext cx="17" cy="19"/>
              </a:xfrm>
              <a:custGeom>
                <a:avLst/>
                <a:gdLst>
                  <a:gd name="T0" fmla="*/ 41 w 7"/>
                  <a:gd name="T1" fmla="*/ 0 h 7"/>
                  <a:gd name="T2" fmla="*/ 70 w 7"/>
                  <a:gd name="T3" fmla="*/ 117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5"/>
                      <a:pt x="5" y="6"/>
                    </a:cubicBezTo>
                    <a:cubicBezTo>
                      <a:pt x="3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3" name="Freeform 1471">
                <a:extLst>
                  <a:ext uri="{FF2B5EF4-FFF2-40B4-BE49-F238E27FC236}">
                    <a16:creationId xmlns:a16="http://schemas.microsoft.com/office/drawing/2014/main" id="{50A2A506-E14D-4B3D-B1BB-84208B964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643"/>
                <a:ext cx="17" cy="18"/>
              </a:xfrm>
              <a:custGeom>
                <a:avLst/>
                <a:gdLst>
                  <a:gd name="T0" fmla="*/ 41 w 7"/>
                  <a:gd name="T1" fmla="*/ 0 h 7"/>
                  <a:gd name="T2" fmla="*/ 70 w 7"/>
                  <a:gd name="T3" fmla="*/ 100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5"/>
                      <a:pt x="5" y="6"/>
                    </a:cubicBezTo>
                    <a:cubicBezTo>
                      <a:pt x="3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4" name="Freeform 1472">
                <a:extLst>
                  <a:ext uri="{FF2B5EF4-FFF2-40B4-BE49-F238E27FC236}">
                    <a16:creationId xmlns:a16="http://schemas.microsoft.com/office/drawing/2014/main" id="{F4CD2F29-B660-4594-91D5-CA8621A5C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739"/>
                <a:ext cx="17" cy="18"/>
              </a:xfrm>
              <a:custGeom>
                <a:avLst/>
                <a:gdLst>
                  <a:gd name="T0" fmla="*/ 41 w 7"/>
                  <a:gd name="T1" fmla="*/ 0 h 7"/>
                  <a:gd name="T2" fmla="*/ 87 w 7"/>
                  <a:gd name="T3" fmla="*/ 100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5"/>
                      <a:pt x="6" y="6"/>
                    </a:cubicBezTo>
                    <a:cubicBezTo>
                      <a:pt x="4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5" name="Freeform 1473">
                <a:extLst>
                  <a:ext uri="{FF2B5EF4-FFF2-40B4-BE49-F238E27FC236}">
                    <a16:creationId xmlns:a16="http://schemas.microsoft.com/office/drawing/2014/main" id="{ABF81CD3-DF7C-474A-ACA3-9614BC00A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787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85 h 7"/>
                  <a:gd name="T4" fmla="*/ 29 w 7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7" y="3"/>
                      <a:pt x="6" y="5"/>
                    </a:cubicBezTo>
                    <a:cubicBezTo>
                      <a:pt x="6" y="7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6" name="Freeform 1474">
                <a:extLst>
                  <a:ext uri="{FF2B5EF4-FFF2-40B4-BE49-F238E27FC236}">
                    <a16:creationId xmlns:a16="http://schemas.microsoft.com/office/drawing/2014/main" id="{C03A6867-7F32-4724-8370-7D5A5CBFD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715"/>
                <a:ext cx="17" cy="18"/>
              </a:xfrm>
              <a:custGeom>
                <a:avLst/>
                <a:gdLst>
                  <a:gd name="T0" fmla="*/ 41 w 7"/>
                  <a:gd name="T1" fmla="*/ 0 h 7"/>
                  <a:gd name="T2" fmla="*/ 70 w 7"/>
                  <a:gd name="T3" fmla="*/ 100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4" y="0"/>
                      <a:pt x="7" y="4"/>
                      <a:pt x="5" y="6"/>
                    </a:cubicBezTo>
                    <a:cubicBezTo>
                      <a:pt x="3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7" name="Freeform 1475">
                <a:extLst>
                  <a:ext uri="{FF2B5EF4-FFF2-40B4-BE49-F238E27FC236}">
                    <a16:creationId xmlns:a16="http://schemas.microsoft.com/office/drawing/2014/main" id="{D14A800F-C48C-42A1-9E00-52E043103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760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95 w 6"/>
                  <a:gd name="T3" fmla="*/ 55 h 5"/>
                  <a:gd name="T4" fmla="*/ 2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6" y="1"/>
                      <a:pt x="6" y="3"/>
                    </a:cubicBezTo>
                    <a:cubicBezTo>
                      <a:pt x="5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8" name="Freeform 1476">
                <a:extLst>
                  <a:ext uri="{FF2B5EF4-FFF2-40B4-BE49-F238E27FC236}">
                    <a16:creationId xmlns:a16="http://schemas.microsoft.com/office/drawing/2014/main" id="{120381CE-A212-4915-B3FE-48D7AF6AE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675"/>
                <a:ext cx="15" cy="18"/>
              </a:xfrm>
              <a:custGeom>
                <a:avLst/>
                <a:gdLst>
                  <a:gd name="T0" fmla="*/ 50 w 6"/>
                  <a:gd name="T1" fmla="*/ 0 h 7"/>
                  <a:gd name="T2" fmla="*/ 63 w 6"/>
                  <a:gd name="T3" fmla="*/ 100 h 7"/>
                  <a:gd name="T4" fmla="*/ 5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5" y="0"/>
                      <a:pt x="6" y="5"/>
                      <a:pt x="4" y="6"/>
                    </a:cubicBezTo>
                    <a:cubicBezTo>
                      <a:pt x="3" y="7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79" name="Freeform 1477">
                <a:extLst>
                  <a:ext uri="{FF2B5EF4-FFF2-40B4-BE49-F238E27FC236}">
                    <a16:creationId xmlns:a16="http://schemas.microsoft.com/office/drawing/2014/main" id="{7C501FC3-67AE-4DD1-8FBC-8C4068CB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715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68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0" name="Freeform 1478">
                <a:extLst>
                  <a:ext uri="{FF2B5EF4-FFF2-40B4-BE49-F238E27FC236}">
                    <a16:creationId xmlns:a16="http://schemas.microsoft.com/office/drawing/2014/main" id="{7165EF0C-6363-43C9-9592-7AF79E18B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03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88 w 5"/>
                  <a:gd name="T3" fmla="*/ 50 h 4"/>
                  <a:gd name="T4" fmla="*/ 21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0"/>
                      <a:pt x="5" y="1"/>
                      <a:pt x="5" y="3"/>
                    </a:cubicBezTo>
                    <a:cubicBezTo>
                      <a:pt x="5" y="4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1" name="Freeform 1479">
                <a:extLst>
                  <a:ext uri="{FF2B5EF4-FFF2-40B4-BE49-F238E27FC236}">
                    <a16:creationId xmlns:a16="http://schemas.microsoft.com/office/drawing/2014/main" id="{0192CFB3-8699-4077-8365-270353F15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819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70 w 5"/>
                  <a:gd name="T3" fmla="*/ 33 h 4"/>
                  <a:gd name="T4" fmla="*/ 12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5" y="1"/>
                      <a:pt x="5" y="2"/>
                    </a:cubicBezTo>
                    <a:cubicBezTo>
                      <a:pt x="5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2" name="Freeform 1480">
                <a:extLst>
                  <a:ext uri="{FF2B5EF4-FFF2-40B4-BE49-F238E27FC236}">
                    <a16:creationId xmlns:a16="http://schemas.microsoft.com/office/drawing/2014/main" id="{C8BD6608-1E23-4C63-A385-5AEF4D6B1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795"/>
                <a:ext cx="20" cy="16"/>
              </a:xfrm>
              <a:custGeom>
                <a:avLst/>
                <a:gdLst>
                  <a:gd name="T0" fmla="*/ 20 w 8"/>
                  <a:gd name="T1" fmla="*/ 21 h 6"/>
                  <a:gd name="T2" fmla="*/ 125 w 8"/>
                  <a:gd name="T3" fmla="*/ 77 h 6"/>
                  <a:gd name="T4" fmla="*/ 20 w 8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2" y="0"/>
                      <a:pt x="8" y="1"/>
                      <a:pt x="8" y="4"/>
                    </a:cubicBezTo>
                    <a:cubicBezTo>
                      <a:pt x="8" y="6"/>
                      <a:pt x="0" y="5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3" name="Freeform 1481">
                <a:extLst>
                  <a:ext uri="{FF2B5EF4-FFF2-40B4-BE49-F238E27FC236}">
                    <a16:creationId xmlns:a16="http://schemas.microsoft.com/office/drawing/2014/main" id="{F18D7C57-E767-430A-9F67-937B1915C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741"/>
                <a:ext cx="13" cy="14"/>
              </a:xfrm>
              <a:custGeom>
                <a:avLst/>
                <a:gdLst>
                  <a:gd name="T0" fmla="*/ 68 w 5"/>
                  <a:gd name="T1" fmla="*/ 22 h 5"/>
                  <a:gd name="T2" fmla="*/ 34 w 5"/>
                  <a:gd name="T3" fmla="*/ 109 h 5"/>
                  <a:gd name="T4" fmla="*/ 68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2"/>
                      <a:pt x="3" y="5"/>
                      <a:pt x="2" y="5"/>
                    </a:cubicBezTo>
                    <a:cubicBezTo>
                      <a:pt x="0" y="5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4" name="Freeform 1482">
                <a:extLst>
                  <a:ext uri="{FF2B5EF4-FFF2-40B4-BE49-F238E27FC236}">
                    <a16:creationId xmlns:a16="http://schemas.microsoft.com/office/drawing/2014/main" id="{FA3F8221-8F69-4195-9216-58DD55C9B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811"/>
                <a:ext cx="12" cy="13"/>
              </a:xfrm>
              <a:custGeom>
                <a:avLst/>
                <a:gdLst>
                  <a:gd name="T0" fmla="*/ 58 w 5"/>
                  <a:gd name="T1" fmla="*/ 21 h 5"/>
                  <a:gd name="T2" fmla="*/ 12 w 5"/>
                  <a:gd name="T3" fmla="*/ 68 h 5"/>
                  <a:gd name="T4" fmla="*/ 58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2"/>
                      <a:pt x="2" y="5"/>
                      <a:pt x="1" y="4"/>
                    </a:cubicBezTo>
                    <a:cubicBezTo>
                      <a:pt x="0" y="3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5" name="Freeform 1483">
                <a:extLst>
                  <a:ext uri="{FF2B5EF4-FFF2-40B4-BE49-F238E27FC236}">
                    <a16:creationId xmlns:a16="http://schemas.microsoft.com/office/drawing/2014/main" id="{988C3EBF-BDAE-44C5-A1A5-EFDA9EAC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773"/>
                <a:ext cx="21" cy="24"/>
              </a:xfrm>
              <a:custGeom>
                <a:avLst/>
                <a:gdLst>
                  <a:gd name="T0" fmla="*/ 110 w 8"/>
                  <a:gd name="T1" fmla="*/ 35 h 9"/>
                  <a:gd name="T2" fmla="*/ 34 w 8"/>
                  <a:gd name="T3" fmla="*/ 149 h 9"/>
                  <a:gd name="T4" fmla="*/ 110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8" y="3"/>
                      <a:pt x="4" y="9"/>
                      <a:pt x="2" y="8"/>
                    </a:cubicBezTo>
                    <a:cubicBezTo>
                      <a:pt x="0" y="7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6" name="Freeform 1484">
                <a:extLst>
                  <a:ext uri="{FF2B5EF4-FFF2-40B4-BE49-F238E27FC236}">
                    <a16:creationId xmlns:a16="http://schemas.microsoft.com/office/drawing/2014/main" id="{C344697A-F03E-445E-B478-8DC5563F3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624"/>
                <a:ext cx="17" cy="19"/>
              </a:xfrm>
              <a:custGeom>
                <a:avLst/>
                <a:gdLst>
                  <a:gd name="T0" fmla="*/ 29 w 7"/>
                  <a:gd name="T1" fmla="*/ 0 h 7"/>
                  <a:gd name="T2" fmla="*/ 70 w 7"/>
                  <a:gd name="T3" fmla="*/ 117 h 7"/>
                  <a:gd name="T4" fmla="*/ 29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4" y="0"/>
                      <a:pt x="7" y="4"/>
                      <a:pt x="5" y="6"/>
                    </a:cubicBezTo>
                    <a:cubicBezTo>
                      <a:pt x="4" y="7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7" name="Freeform 1485">
                <a:extLst>
                  <a:ext uri="{FF2B5EF4-FFF2-40B4-BE49-F238E27FC236}">
                    <a16:creationId xmlns:a16="http://schemas.microsoft.com/office/drawing/2014/main" id="{04F5A687-C758-4B40-9A39-996CBAC40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667"/>
                <a:ext cx="17" cy="18"/>
              </a:xfrm>
              <a:custGeom>
                <a:avLst/>
                <a:gdLst>
                  <a:gd name="T0" fmla="*/ 29 w 7"/>
                  <a:gd name="T1" fmla="*/ 0 h 7"/>
                  <a:gd name="T2" fmla="*/ 87 w 7"/>
                  <a:gd name="T3" fmla="*/ 100 h 7"/>
                  <a:gd name="T4" fmla="*/ 29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8" name="Freeform 1486">
                <a:extLst>
                  <a:ext uri="{FF2B5EF4-FFF2-40B4-BE49-F238E27FC236}">
                    <a16:creationId xmlns:a16="http://schemas.microsoft.com/office/drawing/2014/main" id="{0F746523-8B8D-4FD8-8C8A-840DF834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635"/>
                <a:ext cx="18" cy="21"/>
              </a:xfrm>
              <a:custGeom>
                <a:avLst/>
                <a:gdLst>
                  <a:gd name="T0" fmla="*/ 33 w 7"/>
                  <a:gd name="T1" fmla="*/ 21 h 8"/>
                  <a:gd name="T2" fmla="*/ 100 w 7"/>
                  <a:gd name="T3" fmla="*/ 110 h 8"/>
                  <a:gd name="T4" fmla="*/ 33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4" y="0"/>
                      <a:pt x="7" y="5"/>
                      <a:pt x="6" y="6"/>
                    </a:cubicBezTo>
                    <a:cubicBezTo>
                      <a:pt x="4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89" name="Freeform 1487">
                <a:extLst>
                  <a:ext uri="{FF2B5EF4-FFF2-40B4-BE49-F238E27FC236}">
                    <a16:creationId xmlns:a16="http://schemas.microsoft.com/office/drawing/2014/main" id="{36416A1D-EA68-4F2F-A29D-0C83F2E9A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61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68 h 5"/>
                  <a:gd name="T4" fmla="*/ 20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4" y="3"/>
                      <a:pt x="3" y="4"/>
                    </a:cubicBezTo>
                    <a:cubicBezTo>
                      <a:pt x="3" y="5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0" name="Freeform 1488">
                <a:extLst>
                  <a:ext uri="{FF2B5EF4-FFF2-40B4-BE49-F238E27FC236}">
                    <a16:creationId xmlns:a16="http://schemas.microsoft.com/office/drawing/2014/main" id="{F1B41570-0BE4-4698-96CA-00C592BE7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749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61 h 4"/>
                  <a:gd name="T4" fmla="*/ 2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4" y="2"/>
                      <a:pt x="4" y="3"/>
                    </a:cubicBezTo>
                    <a:cubicBezTo>
                      <a:pt x="3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1" name="Freeform 1489">
                <a:extLst>
                  <a:ext uri="{FF2B5EF4-FFF2-40B4-BE49-F238E27FC236}">
                    <a16:creationId xmlns:a16="http://schemas.microsoft.com/office/drawing/2014/main" id="{51BFAB98-AF33-4AB0-99D3-744CA339A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603"/>
                <a:ext cx="18" cy="18"/>
              </a:xfrm>
              <a:custGeom>
                <a:avLst/>
                <a:gdLst>
                  <a:gd name="T0" fmla="*/ 54 w 7"/>
                  <a:gd name="T1" fmla="*/ 0 h 7"/>
                  <a:gd name="T2" fmla="*/ 100 w 7"/>
                  <a:gd name="T3" fmla="*/ 100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5"/>
                      <a:pt x="6" y="6"/>
                    </a:cubicBezTo>
                    <a:cubicBezTo>
                      <a:pt x="4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2" name="Freeform 1490">
                <a:extLst>
                  <a:ext uri="{FF2B5EF4-FFF2-40B4-BE49-F238E27FC236}">
                    <a16:creationId xmlns:a16="http://schemas.microsoft.com/office/drawing/2014/main" id="{F5D92C94-9564-4BCB-BAB4-0DCD56B3E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595"/>
                <a:ext cx="20" cy="18"/>
              </a:xfrm>
              <a:custGeom>
                <a:avLst/>
                <a:gdLst>
                  <a:gd name="T0" fmla="*/ 50 w 8"/>
                  <a:gd name="T1" fmla="*/ 21 h 7"/>
                  <a:gd name="T2" fmla="*/ 95 w 8"/>
                  <a:gd name="T3" fmla="*/ 100 h 7"/>
                  <a:gd name="T4" fmla="*/ 50 w 8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1"/>
                    </a:moveTo>
                    <a:cubicBezTo>
                      <a:pt x="4" y="0"/>
                      <a:pt x="8" y="4"/>
                      <a:pt x="6" y="6"/>
                    </a:cubicBezTo>
                    <a:cubicBezTo>
                      <a:pt x="5" y="7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3" name="Freeform 1491">
                <a:extLst>
                  <a:ext uri="{FF2B5EF4-FFF2-40B4-BE49-F238E27FC236}">
                    <a16:creationId xmlns:a16="http://schemas.microsoft.com/office/drawing/2014/main" id="{84D6B810-F5EC-4A5E-B0DD-B06D8680E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587"/>
                <a:ext cx="17" cy="18"/>
              </a:xfrm>
              <a:custGeom>
                <a:avLst/>
                <a:gdLst>
                  <a:gd name="T0" fmla="*/ 41 w 7"/>
                  <a:gd name="T1" fmla="*/ 0 h 7"/>
                  <a:gd name="T2" fmla="*/ 87 w 7"/>
                  <a:gd name="T3" fmla="*/ 100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4" name="Freeform 1492">
                <a:extLst>
                  <a:ext uri="{FF2B5EF4-FFF2-40B4-BE49-F238E27FC236}">
                    <a16:creationId xmlns:a16="http://schemas.microsoft.com/office/drawing/2014/main" id="{8852DB2C-ACE4-4BB4-B2DE-C0A7FAF9E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579"/>
                <a:ext cx="18" cy="18"/>
              </a:xfrm>
              <a:custGeom>
                <a:avLst/>
                <a:gdLst>
                  <a:gd name="T0" fmla="*/ 54 w 7"/>
                  <a:gd name="T1" fmla="*/ 0 h 7"/>
                  <a:gd name="T2" fmla="*/ 85 w 7"/>
                  <a:gd name="T3" fmla="*/ 100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5"/>
                      <a:pt x="5" y="6"/>
                    </a:cubicBezTo>
                    <a:cubicBezTo>
                      <a:pt x="3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5" name="Freeform 1493">
                <a:extLst>
                  <a:ext uri="{FF2B5EF4-FFF2-40B4-BE49-F238E27FC236}">
                    <a16:creationId xmlns:a16="http://schemas.microsoft.com/office/drawing/2014/main" id="{08EC8BC3-AECC-471F-9282-C0C8C4E86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619"/>
                <a:ext cx="20" cy="18"/>
              </a:xfrm>
              <a:custGeom>
                <a:avLst/>
                <a:gdLst>
                  <a:gd name="T0" fmla="*/ 33 w 8"/>
                  <a:gd name="T1" fmla="*/ 21 h 7"/>
                  <a:gd name="T2" fmla="*/ 95 w 8"/>
                  <a:gd name="T3" fmla="*/ 100 h 7"/>
                  <a:gd name="T4" fmla="*/ 33 w 8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8" y="4"/>
                      <a:pt x="6" y="6"/>
                    </a:cubicBezTo>
                    <a:cubicBezTo>
                      <a:pt x="5" y="7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6" name="Freeform 1494">
                <a:extLst>
                  <a:ext uri="{FF2B5EF4-FFF2-40B4-BE49-F238E27FC236}">
                    <a16:creationId xmlns:a16="http://schemas.microsoft.com/office/drawing/2014/main" id="{CC96A707-5F93-4B3A-81E7-1BFF54584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539"/>
                <a:ext cx="18" cy="21"/>
              </a:xfrm>
              <a:custGeom>
                <a:avLst/>
                <a:gdLst>
                  <a:gd name="T0" fmla="*/ 67 w 7"/>
                  <a:gd name="T1" fmla="*/ 21 h 8"/>
                  <a:gd name="T2" fmla="*/ 85 w 7"/>
                  <a:gd name="T3" fmla="*/ 123 h 8"/>
                  <a:gd name="T4" fmla="*/ 67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1"/>
                    </a:moveTo>
                    <a:cubicBezTo>
                      <a:pt x="5" y="0"/>
                      <a:pt x="7" y="6"/>
                      <a:pt x="5" y="7"/>
                    </a:cubicBezTo>
                    <a:cubicBezTo>
                      <a:pt x="3" y="8"/>
                      <a:pt x="0" y="2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7" name="Freeform 1495">
                <a:extLst>
                  <a:ext uri="{FF2B5EF4-FFF2-40B4-BE49-F238E27FC236}">
                    <a16:creationId xmlns:a16="http://schemas.microsoft.com/office/drawing/2014/main" id="{AE2E3568-3625-4DAE-B056-C80CF5B6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629"/>
                <a:ext cx="17" cy="19"/>
              </a:xfrm>
              <a:custGeom>
                <a:avLst/>
                <a:gdLst>
                  <a:gd name="T0" fmla="*/ 41 w 7"/>
                  <a:gd name="T1" fmla="*/ 0 h 7"/>
                  <a:gd name="T2" fmla="*/ 87 w 7"/>
                  <a:gd name="T3" fmla="*/ 117 h 7"/>
                  <a:gd name="T4" fmla="*/ 41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8" name="Freeform 1496">
                <a:extLst>
                  <a:ext uri="{FF2B5EF4-FFF2-40B4-BE49-F238E27FC236}">
                    <a16:creationId xmlns:a16="http://schemas.microsoft.com/office/drawing/2014/main" id="{28634827-A3B8-4A3F-8BFB-080B86C63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57"/>
                <a:ext cx="20" cy="19"/>
              </a:xfrm>
              <a:custGeom>
                <a:avLst/>
                <a:gdLst>
                  <a:gd name="T0" fmla="*/ 33 w 8"/>
                  <a:gd name="T1" fmla="*/ 22 h 7"/>
                  <a:gd name="T2" fmla="*/ 113 w 8"/>
                  <a:gd name="T3" fmla="*/ 103 h 7"/>
                  <a:gd name="T4" fmla="*/ 33 w 8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8" y="4"/>
                      <a:pt x="7" y="5"/>
                    </a:cubicBezTo>
                    <a:cubicBezTo>
                      <a:pt x="6" y="7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99" name="Freeform 1497">
                <a:extLst>
                  <a:ext uri="{FF2B5EF4-FFF2-40B4-BE49-F238E27FC236}">
                    <a16:creationId xmlns:a16="http://schemas.microsoft.com/office/drawing/2014/main" id="{55957739-11E5-4346-8BF9-D29C6000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552"/>
                <a:ext cx="20" cy="19"/>
              </a:xfrm>
              <a:custGeom>
                <a:avLst/>
                <a:gdLst>
                  <a:gd name="T0" fmla="*/ 50 w 8"/>
                  <a:gd name="T1" fmla="*/ 0 h 7"/>
                  <a:gd name="T2" fmla="*/ 95 w 8"/>
                  <a:gd name="T3" fmla="*/ 117 h 7"/>
                  <a:gd name="T4" fmla="*/ 50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4" y="0"/>
                      <a:pt x="8" y="4"/>
                      <a:pt x="6" y="6"/>
                    </a:cubicBezTo>
                    <a:cubicBezTo>
                      <a:pt x="5" y="7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0" name="Freeform 1498">
                <a:extLst>
                  <a:ext uri="{FF2B5EF4-FFF2-40B4-BE49-F238E27FC236}">
                    <a16:creationId xmlns:a16="http://schemas.microsoft.com/office/drawing/2014/main" id="{BA35DBE6-1E07-43D1-BF2F-61C220E19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701"/>
                <a:ext cx="15" cy="14"/>
              </a:xfrm>
              <a:custGeom>
                <a:avLst/>
                <a:gdLst>
                  <a:gd name="T0" fmla="*/ 50 w 6"/>
                  <a:gd name="T1" fmla="*/ 0 h 5"/>
                  <a:gd name="T2" fmla="*/ 63 w 6"/>
                  <a:gd name="T3" fmla="*/ 87 h 5"/>
                  <a:gd name="T4" fmla="*/ 5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3"/>
                      <a:pt x="4" y="4"/>
                    </a:cubicBezTo>
                    <a:cubicBezTo>
                      <a:pt x="3" y="5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1" name="Freeform 1499">
                <a:extLst>
                  <a:ext uri="{FF2B5EF4-FFF2-40B4-BE49-F238E27FC236}">
                    <a16:creationId xmlns:a16="http://schemas.microsoft.com/office/drawing/2014/main" id="{8E0FBED5-9626-42F9-88E8-57B403D64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571"/>
                <a:ext cx="17" cy="21"/>
              </a:xfrm>
              <a:custGeom>
                <a:avLst/>
                <a:gdLst>
                  <a:gd name="T0" fmla="*/ 29 w 7"/>
                  <a:gd name="T1" fmla="*/ 21 h 8"/>
                  <a:gd name="T2" fmla="*/ 87 w 7"/>
                  <a:gd name="T3" fmla="*/ 110 h 8"/>
                  <a:gd name="T4" fmla="*/ 29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8"/>
                      <a:pt x="0" y="4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2" name="Freeform 1500">
                <a:extLst>
                  <a:ext uri="{FF2B5EF4-FFF2-40B4-BE49-F238E27FC236}">
                    <a16:creationId xmlns:a16="http://schemas.microsoft.com/office/drawing/2014/main" id="{F91A3D1E-B2AF-4196-B936-C1102E138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733"/>
                <a:ext cx="18" cy="19"/>
              </a:xfrm>
              <a:custGeom>
                <a:avLst/>
                <a:gdLst>
                  <a:gd name="T0" fmla="*/ 54 w 7"/>
                  <a:gd name="T1" fmla="*/ 0 h 7"/>
                  <a:gd name="T2" fmla="*/ 100 w 7"/>
                  <a:gd name="T3" fmla="*/ 117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4" y="7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3" name="Freeform 1501">
                <a:extLst>
                  <a:ext uri="{FF2B5EF4-FFF2-40B4-BE49-F238E27FC236}">
                    <a16:creationId xmlns:a16="http://schemas.microsoft.com/office/drawing/2014/main" id="{BF96E7B7-D16A-46CB-9016-A3032E55E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768"/>
                <a:ext cx="20" cy="19"/>
              </a:xfrm>
              <a:custGeom>
                <a:avLst/>
                <a:gdLst>
                  <a:gd name="T0" fmla="*/ 33 w 8"/>
                  <a:gd name="T1" fmla="*/ 38 h 7"/>
                  <a:gd name="T2" fmla="*/ 113 w 8"/>
                  <a:gd name="T3" fmla="*/ 103 h 7"/>
                  <a:gd name="T4" fmla="*/ 33 w 8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2"/>
                    </a:moveTo>
                    <a:cubicBezTo>
                      <a:pt x="3" y="0"/>
                      <a:pt x="8" y="3"/>
                      <a:pt x="7" y="5"/>
                    </a:cubicBezTo>
                    <a:cubicBezTo>
                      <a:pt x="7" y="7"/>
                      <a:pt x="0" y="5"/>
                      <a:pt x="2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4" name="Freeform 1502">
                <a:extLst>
                  <a:ext uri="{FF2B5EF4-FFF2-40B4-BE49-F238E27FC236}">
                    <a16:creationId xmlns:a16="http://schemas.microsoft.com/office/drawing/2014/main" id="{D584D950-1714-4534-A783-A926D74D4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739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70 w 7"/>
                  <a:gd name="T3" fmla="*/ 100 h 7"/>
                  <a:gd name="T4" fmla="*/ 29 w 7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7" y="4"/>
                      <a:pt x="5" y="6"/>
                    </a:cubicBezTo>
                    <a:cubicBezTo>
                      <a:pt x="4" y="7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5" name="Freeform 1503">
                <a:extLst>
                  <a:ext uri="{FF2B5EF4-FFF2-40B4-BE49-F238E27FC236}">
                    <a16:creationId xmlns:a16="http://schemas.microsoft.com/office/drawing/2014/main" id="{EF9AB5DE-8F64-4DA8-8484-4F8F32F1A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699"/>
                <a:ext cx="18" cy="21"/>
              </a:xfrm>
              <a:custGeom>
                <a:avLst/>
                <a:gdLst>
                  <a:gd name="T0" fmla="*/ 33 w 7"/>
                  <a:gd name="T1" fmla="*/ 21 h 8"/>
                  <a:gd name="T2" fmla="*/ 100 w 7"/>
                  <a:gd name="T3" fmla="*/ 110 h 8"/>
                  <a:gd name="T4" fmla="*/ 33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4" y="0"/>
                      <a:pt x="7" y="4"/>
                      <a:pt x="6" y="6"/>
                    </a:cubicBezTo>
                    <a:cubicBezTo>
                      <a:pt x="5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6" name="Freeform 1504">
                <a:extLst>
                  <a:ext uri="{FF2B5EF4-FFF2-40B4-BE49-F238E27FC236}">
                    <a16:creationId xmlns:a16="http://schemas.microsoft.com/office/drawing/2014/main" id="{666B50EF-5A55-4BD7-B4C1-2A406C266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680"/>
                <a:ext cx="17" cy="21"/>
              </a:xfrm>
              <a:custGeom>
                <a:avLst/>
                <a:gdLst>
                  <a:gd name="T0" fmla="*/ 29 w 7"/>
                  <a:gd name="T1" fmla="*/ 21 h 8"/>
                  <a:gd name="T2" fmla="*/ 87 w 7"/>
                  <a:gd name="T3" fmla="*/ 110 h 8"/>
                  <a:gd name="T4" fmla="*/ 29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4" y="0"/>
                      <a:pt x="7" y="5"/>
                      <a:pt x="6" y="6"/>
                    </a:cubicBezTo>
                    <a:cubicBezTo>
                      <a:pt x="4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07" name="Freeform 1505">
                <a:extLst>
                  <a:ext uri="{FF2B5EF4-FFF2-40B4-BE49-F238E27FC236}">
                    <a16:creationId xmlns:a16="http://schemas.microsoft.com/office/drawing/2014/main" id="{0809CC27-B69D-4E90-B58B-BEE358061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731"/>
                <a:ext cx="20" cy="18"/>
              </a:xfrm>
              <a:custGeom>
                <a:avLst/>
                <a:gdLst>
                  <a:gd name="T0" fmla="*/ 33 w 8"/>
                  <a:gd name="T1" fmla="*/ 21 h 7"/>
                  <a:gd name="T2" fmla="*/ 113 w 8"/>
                  <a:gd name="T3" fmla="*/ 100 h 7"/>
                  <a:gd name="T4" fmla="*/ 33 w 8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8" y="4"/>
                      <a:pt x="7" y="6"/>
                    </a:cubicBezTo>
                    <a:cubicBezTo>
                      <a:pt x="6" y="7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759" name="Freeform 1506">
              <a:extLst>
                <a:ext uri="{FF2B5EF4-FFF2-40B4-BE49-F238E27FC236}">
                  <a16:creationId xmlns:a16="http://schemas.microsoft.com/office/drawing/2014/main" id="{0F0313F3-3F90-4A20-9ADD-169BEBF3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44"/>
              <a:ext cx="18" cy="21"/>
            </a:xfrm>
            <a:custGeom>
              <a:avLst/>
              <a:gdLst>
                <a:gd name="T0" fmla="*/ 33 w 7"/>
                <a:gd name="T1" fmla="*/ 21 h 8"/>
                <a:gd name="T2" fmla="*/ 100 w 7"/>
                <a:gd name="T3" fmla="*/ 110 h 8"/>
                <a:gd name="T4" fmla="*/ 33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3" y="0"/>
                    <a:pt x="7" y="4"/>
                    <a:pt x="6" y="6"/>
                  </a:cubicBezTo>
                  <a:cubicBezTo>
                    <a:pt x="5" y="8"/>
                    <a:pt x="0" y="4"/>
                    <a:pt x="2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0" name="Freeform 1507">
              <a:extLst>
                <a:ext uri="{FF2B5EF4-FFF2-40B4-BE49-F238E27FC236}">
                  <a16:creationId xmlns:a16="http://schemas.microsoft.com/office/drawing/2014/main" id="{BAE0492E-24D6-4E94-AB81-322B9D25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77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95 w 6"/>
                <a:gd name="T3" fmla="*/ 77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6" y="2"/>
                    <a:pt x="6" y="4"/>
                  </a:cubicBezTo>
                  <a:cubicBezTo>
                    <a:pt x="5" y="6"/>
                    <a:pt x="0" y="4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1" name="Freeform 1508">
              <a:extLst>
                <a:ext uri="{FF2B5EF4-FFF2-40B4-BE49-F238E27FC236}">
                  <a16:creationId xmlns:a16="http://schemas.microsoft.com/office/drawing/2014/main" id="{6F12840E-1BF4-4B86-94E8-E34F2CDA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688"/>
              <a:ext cx="18" cy="21"/>
            </a:xfrm>
            <a:custGeom>
              <a:avLst/>
              <a:gdLst>
                <a:gd name="T0" fmla="*/ 33 w 7"/>
                <a:gd name="T1" fmla="*/ 21 h 8"/>
                <a:gd name="T2" fmla="*/ 85 w 7"/>
                <a:gd name="T3" fmla="*/ 110 h 8"/>
                <a:gd name="T4" fmla="*/ 33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4" y="0"/>
                    <a:pt x="7" y="5"/>
                    <a:pt x="5" y="6"/>
                  </a:cubicBezTo>
                  <a:cubicBezTo>
                    <a:pt x="4" y="8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2" name="Freeform 1509">
              <a:extLst>
                <a:ext uri="{FF2B5EF4-FFF2-40B4-BE49-F238E27FC236}">
                  <a16:creationId xmlns:a16="http://schemas.microsoft.com/office/drawing/2014/main" id="{A162590A-F85A-491A-BC6F-8D01DEA76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693"/>
              <a:ext cx="20" cy="22"/>
            </a:xfrm>
            <a:custGeom>
              <a:avLst/>
              <a:gdLst>
                <a:gd name="T0" fmla="*/ 50 w 8"/>
                <a:gd name="T1" fmla="*/ 22 h 8"/>
                <a:gd name="T2" fmla="*/ 95 w 8"/>
                <a:gd name="T3" fmla="*/ 129 h 8"/>
                <a:gd name="T4" fmla="*/ 50 w 8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5" y="0"/>
                    <a:pt x="8" y="4"/>
                    <a:pt x="6" y="6"/>
                  </a:cubicBezTo>
                  <a:cubicBezTo>
                    <a:pt x="5" y="8"/>
                    <a:pt x="0" y="3"/>
                    <a:pt x="3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3" name="Freeform 1510">
              <a:extLst>
                <a:ext uri="{FF2B5EF4-FFF2-40B4-BE49-F238E27FC236}">
                  <a16:creationId xmlns:a16="http://schemas.microsoft.com/office/drawing/2014/main" id="{EF261FB9-67EA-46F5-A59C-A0B08CF76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651"/>
              <a:ext cx="18" cy="21"/>
            </a:xfrm>
            <a:custGeom>
              <a:avLst/>
              <a:gdLst>
                <a:gd name="T0" fmla="*/ 54 w 7"/>
                <a:gd name="T1" fmla="*/ 0 h 8"/>
                <a:gd name="T2" fmla="*/ 85 w 7"/>
                <a:gd name="T3" fmla="*/ 110 h 8"/>
                <a:gd name="T4" fmla="*/ 5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5" y="0"/>
                    <a:pt x="7" y="5"/>
                    <a:pt x="5" y="6"/>
                  </a:cubicBezTo>
                  <a:cubicBezTo>
                    <a:pt x="3" y="8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4" name="Freeform 1511">
              <a:extLst>
                <a:ext uri="{FF2B5EF4-FFF2-40B4-BE49-F238E27FC236}">
                  <a16:creationId xmlns:a16="http://schemas.microsoft.com/office/drawing/2014/main" id="{05D0A018-F00D-4C2C-9A05-2AF915F67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571"/>
              <a:ext cx="12" cy="18"/>
            </a:xfrm>
            <a:custGeom>
              <a:avLst/>
              <a:gdLst>
                <a:gd name="T0" fmla="*/ 58 w 5"/>
                <a:gd name="T1" fmla="*/ 0 h 7"/>
                <a:gd name="T2" fmla="*/ 41 w 5"/>
                <a:gd name="T3" fmla="*/ 100 h 7"/>
                <a:gd name="T4" fmla="*/ 5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5" y="1"/>
                    <a:pt x="5" y="6"/>
                    <a:pt x="3" y="6"/>
                  </a:cubicBezTo>
                  <a:cubicBezTo>
                    <a:pt x="0" y="7"/>
                    <a:pt x="0" y="0"/>
                    <a:pt x="4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5" name="Freeform 1512">
              <a:extLst>
                <a:ext uri="{FF2B5EF4-FFF2-40B4-BE49-F238E27FC236}">
                  <a16:creationId xmlns:a16="http://schemas.microsoft.com/office/drawing/2014/main" id="{B72F3D98-A4F2-4285-8AB6-3253869F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653"/>
              <a:ext cx="12" cy="16"/>
            </a:xfrm>
            <a:custGeom>
              <a:avLst/>
              <a:gdLst>
                <a:gd name="T0" fmla="*/ 29 w 5"/>
                <a:gd name="T1" fmla="*/ 0 h 6"/>
                <a:gd name="T2" fmla="*/ 41 w 5"/>
                <a:gd name="T3" fmla="*/ 93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0"/>
                    <a:pt x="5" y="4"/>
                    <a:pt x="3" y="5"/>
                  </a:cubicBezTo>
                  <a:cubicBezTo>
                    <a:pt x="2" y="6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6" name="Freeform 1513">
              <a:extLst>
                <a:ext uri="{FF2B5EF4-FFF2-40B4-BE49-F238E27FC236}">
                  <a16:creationId xmlns:a16="http://schemas.microsoft.com/office/drawing/2014/main" id="{D01E4C37-5E0A-4583-A9FD-C677BAE34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723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68 w 5"/>
                <a:gd name="T3" fmla="*/ 93 h 6"/>
                <a:gd name="T4" fmla="*/ 34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3" y="0"/>
                    <a:pt x="5" y="3"/>
                    <a:pt x="4" y="5"/>
                  </a:cubicBezTo>
                  <a:cubicBezTo>
                    <a:pt x="3" y="6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7" name="Freeform 1514">
              <a:extLst>
                <a:ext uri="{FF2B5EF4-FFF2-40B4-BE49-F238E27FC236}">
                  <a16:creationId xmlns:a16="http://schemas.microsoft.com/office/drawing/2014/main" id="{93A79B4F-3CA9-4EF3-9AEB-E6C68C005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731"/>
              <a:ext cx="18" cy="21"/>
            </a:xfrm>
            <a:custGeom>
              <a:avLst/>
              <a:gdLst>
                <a:gd name="T0" fmla="*/ 33 w 7"/>
                <a:gd name="T1" fmla="*/ 21 h 8"/>
                <a:gd name="T2" fmla="*/ 85 w 7"/>
                <a:gd name="T3" fmla="*/ 110 h 8"/>
                <a:gd name="T4" fmla="*/ 33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4" y="0"/>
                    <a:pt x="7" y="5"/>
                    <a:pt x="5" y="6"/>
                  </a:cubicBezTo>
                  <a:cubicBezTo>
                    <a:pt x="4" y="8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8" name="Freeform 1515">
              <a:extLst>
                <a:ext uri="{FF2B5EF4-FFF2-40B4-BE49-F238E27FC236}">
                  <a16:creationId xmlns:a16="http://schemas.microsoft.com/office/drawing/2014/main" id="{41099702-067E-4429-940C-2BAB6C65A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781"/>
              <a:ext cx="18" cy="16"/>
            </a:xfrm>
            <a:custGeom>
              <a:avLst/>
              <a:gdLst>
                <a:gd name="T0" fmla="*/ 21 w 7"/>
                <a:gd name="T1" fmla="*/ 21 h 6"/>
                <a:gd name="T2" fmla="*/ 100 w 7"/>
                <a:gd name="T3" fmla="*/ 77 h 6"/>
                <a:gd name="T4" fmla="*/ 21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7" y="2"/>
                    <a:pt x="6" y="4"/>
                  </a:cubicBezTo>
                  <a:cubicBezTo>
                    <a:pt x="6" y="6"/>
                    <a:pt x="0" y="4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9" name="Freeform 1516">
              <a:extLst>
                <a:ext uri="{FF2B5EF4-FFF2-40B4-BE49-F238E27FC236}">
                  <a16:creationId xmlns:a16="http://schemas.microsoft.com/office/drawing/2014/main" id="{1C35CF5E-F6C4-4529-9559-8D8A51674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757"/>
              <a:ext cx="12" cy="14"/>
            </a:xfrm>
            <a:custGeom>
              <a:avLst/>
              <a:gdLst>
                <a:gd name="T0" fmla="*/ 29 w 5"/>
                <a:gd name="T1" fmla="*/ 22 h 5"/>
                <a:gd name="T2" fmla="*/ 58 w 5"/>
                <a:gd name="T3" fmla="*/ 87 h 5"/>
                <a:gd name="T4" fmla="*/ 29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3" y="0"/>
                    <a:pt x="5" y="3"/>
                    <a:pt x="4" y="4"/>
                  </a:cubicBezTo>
                  <a:cubicBezTo>
                    <a:pt x="3" y="5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0" name="Freeform 1517">
              <a:extLst>
                <a:ext uri="{FF2B5EF4-FFF2-40B4-BE49-F238E27FC236}">
                  <a16:creationId xmlns:a16="http://schemas.microsoft.com/office/drawing/2014/main" id="{737B7AD8-ED3C-46CF-B392-393EFF28B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741"/>
              <a:ext cx="8" cy="14"/>
            </a:xfrm>
            <a:custGeom>
              <a:avLst/>
              <a:gdLst>
                <a:gd name="T0" fmla="*/ 35 w 3"/>
                <a:gd name="T1" fmla="*/ 0 h 5"/>
                <a:gd name="T2" fmla="*/ 21 w 3"/>
                <a:gd name="T3" fmla="*/ 87 h 5"/>
                <a:gd name="T4" fmla="*/ 35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3" y="1"/>
                    <a:pt x="3" y="4"/>
                    <a:pt x="1" y="4"/>
                  </a:cubicBezTo>
                  <a:cubicBezTo>
                    <a:pt x="0" y="5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1" name="Freeform 1518">
              <a:extLst>
                <a:ext uri="{FF2B5EF4-FFF2-40B4-BE49-F238E27FC236}">
                  <a16:creationId xmlns:a16="http://schemas.microsoft.com/office/drawing/2014/main" id="{290CCF49-D13B-4459-85D5-DA4D336C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12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5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0"/>
                    <a:pt x="4" y="4"/>
                    <a:pt x="3" y="5"/>
                  </a:cubicBezTo>
                  <a:cubicBezTo>
                    <a:pt x="2" y="5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2" name="Freeform 1519">
              <a:extLst>
                <a:ext uri="{FF2B5EF4-FFF2-40B4-BE49-F238E27FC236}">
                  <a16:creationId xmlns:a16="http://schemas.microsoft.com/office/drawing/2014/main" id="{4B30D69B-9715-4C83-B672-866042C08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661"/>
              <a:ext cx="20" cy="19"/>
            </a:xfrm>
            <a:custGeom>
              <a:avLst/>
              <a:gdLst>
                <a:gd name="T0" fmla="*/ 50 w 8"/>
                <a:gd name="T1" fmla="*/ 22 h 7"/>
                <a:gd name="T2" fmla="*/ 95 w 8"/>
                <a:gd name="T3" fmla="*/ 117 h 7"/>
                <a:gd name="T4" fmla="*/ 50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4" y="0"/>
                    <a:pt x="8" y="4"/>
                    <a:pt x="6" y="6"/>
                  </a:cubicBezTo>
                  <a:cubicBezTo>
                    <a:pt x="5" y="7"/>
                    <a:pt x="0" y="3"/>
                    <a:pt x="3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3" name="Freeform 1520">
              <a:extLst>
                <a:ext uri="{FF2B5EF4-FFF2-40B4-BE49-F238E27FC236}">
                  <a16:creationId xmlns:a16="http://schemas.microsoft.com/office/drawing/2014/main" id="{FB0FF6A3-C606-47D6-AD0B-7F41CAE72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624"/>
              <a:ext cx="20" cy="19"/>
            </a:xfrm>
            <a:custGeom>
              <a:avLst/>
              <a:gdLst>
                <a:gd name="T0" fmla="*/ 50 w 8"/>
                <a:gd name="T1" fmla="*/ 0 h 7"/>
                <a:gd name="T2" fmla="*/ 95 w 8"/>
                <a:gd name="T3" fmla="*/ 117 h 7"/>
                <a:gd name="T4" fmla="*/ 5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5" y="0"/>
                    <a:pt x="8" y="5"/>
                    <a:pt x="6" y="6"/>
                  </a:cubicBezTo>
                  <a:cubicBezTo>
                    <a:pt x="4" y="7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4" name="Freeform 1521">
              <a:extLst>
                <a:ext uri="{FF2B5EF4-FFF2-40B4-BE49-F238E27FC236}">
                  <a16:creationId xmlns:a16="http://schemas.microsoft.com/office/drawing/2014/main" id="{22B3385D-66AB-46EA-A374-9241BE547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03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58 w 5"/>
                <a:gd name="T3" fmla="*/ 6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0"/>
                    <a:pt x="5" y="3"/>
                    <a:pt x="4" y="4"/>
                  </a:cubicBezTo>
                  <a:cubicBezTo>
                    <a:pt x="3" y="5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5" name="Freeform 1522">
              <a:extLst>
                <a:ext uri="{FF2B5EF4-FFF2-40B4-BE49-F238E27FC236}">
                  <a16:creationId xmlns:a16="http://schemas.microsoft.com/office/drawing/2014/main" id="{C2A84FFF-CE12-496A-9811-BA1E0C483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619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33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3"/>
                    <a:pt x="2" y="4"/>
                  </a:cubicBezTo>
                  <a:cubicBezTo>
                    <a:pt x="1" y="4"/>
                    <a:pt x="0" y="0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6" name="Freeform 1523">
              <a:extLst>
                <a:ext uri="{FF2B5EF4-FFF2-40B4-BE49-F238E27FC236}">
                  <a16:creationId xmlns:a16="http://schemas.microsoft.com/office/drawing/2014/main" id="{F1272367-1814-42AC-8E56-4953E1C09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53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85 w 7"/>
                <a:gd name="T3" fmla="*/ 103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4" y="0"/>
                    <a:pt x="7" y="4"/>
                    <a:pt x="5" y="5"/>
                  </a:cubicBezTo>
                  <a:cubicBezTo>
                    <a:pt x="4" y="7"/>
                    <a:pt x="0" y="3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7" name="Freeform 1524">
              <a:extLst>
                <a:ext uri="{FF2B5EF4-FFF2-40B4-BE49-F238E27FC236}">
                  <a16:creationId xmlns:a16="http://schemas.microsoft.com/office/drawing/2014/main" id="{75EBD4F0-FDF6-4BF4-B466-C573F2FFB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656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68 w 5"/>
                <a:gd name="T3" fmla="*/ 6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0"/>
                    <a:pt x="5" y="3"/>
                    <a:pt x="4" y="4"/>
                  </a:cubicBezTo>
                  <a:cubicBezTo>
                    <a:pt x="4" y="5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8" name="Freeform 1525">
              <a:extLst>
                <a:ext uri="{FF2B5EF4-FFF2-40B4-BE49-F238E27FC236}">
                  <a16:creationId xmlns:a16="http://schemas.microsoft.com/office/drawing/2014/main" id="{DE14E8C8-B780-4855-9A31-E85672F40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565"/>
              <a:ext cx="13" cy="14"/>
            </a:xfrm>
            <a:custGeom>
              <a:avLst/>
              <a:gdLst>
                <a:gd name="T0" fmla="*/ 21 w 5"/>
                <a:gd name="T1" fmla="*/ 0 h 5"/>
                <a:gd name="T2" fmla="*/ 68 w 5"/>
                <a:gd name="T3" fmla="*/ 87 h 5"/>
                <a:gd name="T4" fmla="*/ 2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0"/>
                    <a:pt x="5" y="3"/>
                    <a:pt x="4" y="4"/>
                  </a:cubicBezTo>
                  <a:cubicBezTo>
                    <a:pt x="3" y="5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9" name="Freeform 1526">
              <a:extLst>
                <a:ext uri="{FF2B5EF4-FFF2-40B4-BE49-F238E27FC236}">
                  <a16:creationId xmlns:a16="http://schemas.microsoft.com/office/drawing/2014/main" id="{62FE014F-115B-428B-98DE-36F296F6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677"/>
              <a:ext cx="17" cy="22"/>
            </a:xfrm>
            <a:custGeom>
              <a:avLst/>
              <a:gdLst>
                <a:gd name="T0" fmla="*/ 41 w 7"/>
                <a:gd name="T1" fmla="*/ 22 h 8"/>
                <a:gd name="T2" fmla="*/ 70 w 7"/>
                <a:gd name="T3" fmla="*/ 129 h 8"/>
                <a:gd name="T4" fmla="*/ 41 w 7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4" y="0"/>
                    <a:pt x="7" y="5"/>
                    <a:pt x="5" y="6"/>
                  </a:cubicBezTo>
                  <a:cubicBezTo>
                    <a:pt x="3" y="8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0" name="Freeform 1527">
              <a:extLst>
                <a:ext uri="{FF2B5EF4-FFF2-40B4-BE49-F238E27FC236}">
                  <a16:creationId xmlns:a16="http://schemas.microsoft.com/office/drawing/2014/main" id="{B944B3F3-402A-4447-983C-A3CA20DBE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731"/>
              <a:ext cx="17" cy="18"/>
            </a:xfrm>
            <a:custGeom>
              <a:avLst/>
              <a:gdLst>
                <a:gd name="T0" fmla="*/ 41 w 7"/>
                <a:gd name="T1" fmla="*/ 0 h 7"/>
                <a:gd name="T2" fmla="*/ 70 w 7"/>
                <a:gd name="T3" fmla="*/ 100 h 7"/>
                <a:gd name="T4" fmla="*/ 4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5"/>
                    <a:pt x="5" y="6"/>
                  </a:cubicBezTo>
                  <a:cubicBezTo>
                    <a:pt x="4" y="7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1" name="Freeform 1528">
              <a:extLst>
                <a:ext uri="{FF2B5EF4-FFF2-40B4-BE49-F238E27FC236}">
                  <a16:creationId xmlns:a16="http://schemas.microsoft.com/office/drawing/2014/main" id="{DDF762FD-1D8F-4657-97EC-8DEBCF03B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707"/>
              <a:ext cx="18" cy="21"/>
            </a:xfrm>
            <a:custGeom>
              <a:avLst/>
              <a:gdLst>
                <a:gd name="T0" fmla="*/ 54 w 7"/>
                <a:gd name="T1" fmla="*/ 21 h 8"/>
                <a:gd name="T2" fmla="*/ 85 w 7"/>
                <a:gd name="T3" fmla="*/ 110 h 8"/>
                <a:gd name="T4" fmla="*/ 54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5" y="0"/>
                    <a:pt x="7" y="5"/>
                    <a:pt x="5" y="6"/>
                  </a:cubicBezTo>
                  <a:cubicBezTo>
                    <a:pt x="4" y="8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2" name="Freeform 1529">
              <a:extLst>
                <a:ext uri="{FF2B5EF4-FFF2-40B4-BE49-F238E27FC236}">
                  <a16:creationId xmlns:a16="http://schemas.microsoft.com/office/drawing/2014/main" id="{2FD720DF-A8AF-41C2-A5D0-CD8C9C976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656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83 w 6"/>
                <a:gd name="T3" fmla="*/ 93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0"/>
                    <a:pt x="6" y="4"/>
                    <a:pt x="5" y="5"/>
                  </a:cubicBezTo>
                  <a:cubicBezTo>
                    <a:pt x="3" y="6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3" name="Freeform 1530">
              <a:extLst>
                <a:ext uri="{FF2B5EF4-FFF2-40B4-BE49-F238E27FC236}">
                  <a16:creationId xmlns:a16="http://schemas.microsoft.com/office/drawing/2014/main" id="{EF9AC9E0-9D3E-4B12-B061-1EC6F48BC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77"/>
              <a:ext cx="18" cy="19"/>
            </a:xfrm>
            <a:custGeom>
              <a:avLst/>
              <a:gdLst>
                <a:gd name="T0" fmla="*/ 67 w 7"/>
                <a:gd name="T1" fmla="*/ 0 h 7"/>
                <a:gd name="T2" fmla="*/ 85 w 7"/>
                <a:gd name="T3" fmla="*/ 117 h 7"/>
                <a:gd name="T4" fmla="*/ 67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5" y="0"/>
                    <a:pt x="7" y="5"/>
                    <a:pt x="5" y="6"/>
                  </a:cubicBezTo>
                  <a:cubicBezTo>
                    <a:pt x="3" y="7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4" name="Freeform 1531">
              <a:extLst>
                <a:ext uri="{FF2B5EF4-FFF2-40B4-BE49-F238E27FC236}">
                  <a16:creationId xmlns:a16="http://schemas.microsoft.com/office/drawing/2014/main" id="{63530304-6BA1-48E5-91C6-210D78F4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664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85 w 7"/>
                <a:gd name="T3" fmla="*/ 117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5"/>
                    <a:pt x="5" y="6"/>
                  </a:cubicBezTo>
                  <a:cubicBezTo>
                    <a:pt x="3" y="7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5" name="Freeform 1532">
              <a:extLst>
                <a:ext uri="{FF2B5EF4-FFF2-40B4-BE49-F238E27FC236}">
                  <a16:creationId xmlns:a16="http://schemas.microsoft.com/office/drawing/2014/main" id="{0FE2488E-347F-4F0C-8D9D-F8A17A806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648"/>
              <a:ext cx="17" cy="21"/>
            </a:xfrm>
            <a:custGeom>
              <a:avLst/>
              <a:gdLst>
                <a:gd name="T0" fmla="*/ 41 w 7"/>
                <a:gd name="T1" fmla="*/ 21 h 8"/>
                <a:gd name="T2" fmla="*/ 87 w 7"/>
                <a:gd name="T3" fmla="*/ 123 h 8"/>
                <a:gd name="T4" fmla="*/ 41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5" y="0"/>
                    <a:pt x="7" y="5"/>
                    <a:pt x="6" y="7"/>
                  </a:cubicBezTo>
                  <a:cubicBezTo>
                    <a:pt x="4" y="8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6" name="Freeform 1533">
              <a:extLst>
                <a:ext uri="{FF2B5EF4-FFF2-40B4-BE49-F238E27FC236}">
                  <a16:creationId xmlns:a16="http://schemas.microsoft.com/office/drawing/2014/main" id="{FC38D6E3-0AFD-47A7-90CF-C97259BB6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645"/>
              <a:ext cx="17" cy="19"/>
            </a:xfrm>
            <a:custGeom>
              <a:avLst/>
              <a:gdLst>
                <a:gd name="T0" fmla="*/ 41 w 7"/>
                <a:gd name="T1" fmla="*/ 0 h 7"/>
                <a:gd name="T2" fmla="*/ 70 w 7"/>
                <a:gd name="T3" fmla="*/ 117 h 7"/>
                <a:gd name="T4" fmla="*/ 4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5"/>
                    <a:pt x="5" y="6"/>
                  </a:cubicBezTo>
                  <a:cubicBezTo>
                    <a:pt x="3" y="7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7" name="Freeform 1534">
              <a:extLst>
                <a:ext uri="{FF2B5EF4-FFF2-40B4-BE49-F238E27FC236}">
                  <a16:creationId xmlns:a16="http://schemas.microsoft.com/office/drawing/2014/main" id="{F26682DE-47DD-4D40-8E44-462EEDE84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517"/>
              <a:ext cx="18" cy="19"/>
            </a:xfrm>
            <a:custGeom>
              <a:avLst/>
              <a:gdLst>
                <a:gd name="T0" fmla="*/ 33 w 7"/>
                <a:gd name="T1" fmla="*/ 38 h 7"/>
                <a:gd name="T2" fmla="*/ 100 w 7"/>
                <a:gd name="T3" fmla="*/ 103 h 7"/>
                <a:gd name="T4" fmla="*/ 33 w 7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3" y="0"/>
                    <a:pt x="7" y="3"/>
                    <a:pt x="6" y="5"/>
                  </a:cubicBezTo>
                  <a:cubicBezTo>
                    <a:pt x="6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8" name="Freeform 1535">
              <a:extLst>
                <a:ext uri="{FF2B5EF4-FFF2-40B4-BE49-F238E27FC236}">
                  <a16:creationId xmlns:a16="http://schemas.microsoft.com/office/drawing/2014/main" id="{A5EAF258-D18E-4A70-8C0A-4225C8BE8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483"/>
              <a:ext cx="20" cy="18"/>
            </a:xfrm>
            <a:custGeom>
              <a:avLst/>
              <a:gdLst>
                <a:gd name="T0" fmla="*/ 33 w 8"/>
                <a:gd name="T1" fmla="*/ 21 h 7"/>
                <a:gd name="T2" fmla="*/ 113 w 8"/>
                <a:gd name="T3" fmla="*/ 85 h 7"/>
                <a:gd name="T4" fmla="*/ 3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4" y="0"/>
                    <a:pt x="8" y="4"/>
                    <a:pt x="7" y="5"/>
                  </a:cubicBezTo>
                  <a:cubicBezTo>
                    <a:pt x="5" y="7"/>
                    <a:pt x="0" y="4"/>
                    <a:pt x="2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9" name="Freeform 1536">
              <a:extLst>
                <a:ext uri="{FF2B5EF4-FFF2-40B4-BE49-F238E27FC236}">
                  <a16:creationId xmlns:a16="http://schemas.microsoft.com/office/drawing/2014/main" id="{9B722666-38D0-4D2F-BF80-05D4671A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507"/>
              <a:ext cx="20" cy="18"/>
            </a:xfrm>
            <a:custGeom>
              <a:avLst/>
              <a:gdLst>
                <a:gd name="T0" fmla="*/ 33 w 8"/>
                <a:gd name="T1" fmla="*/ 21 h 7"/>
                <a:gd name="T2" fmla="*/ 95 w 8"/>
                <a:gd name="T3" fmla="*/ 85 h 7"/>
                <a:gd name="T4" fmla="*/ 3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4" y="0"/>
                    <a:pt x="8" y="4"/>
                    <a:pt x="6" y="5"/>
                  </a:cubicBezTo>
                  <a:cubicBezTo>
                    <a:pt x="5" y="7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0" name="Freeform 1537">
              <a:extLst>
                <a:ext uri="{FF2B5EF4-FFF2-40B4-BE49-F238E27FC236}">
                  <a16:creationId xmlns:a16="http://schemas.microsoft.com/office/drawing/2014/main" id="{AD158D36-2E50-484B-9D33-3964595C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69"/>
              <a:ext cx="20" cy="19"/>
            </a:xfrm>
            <a:custGeom>
              <a:avLst/>
              <a:gdLst>
                <a:gd name="T0" fmla="*/ 33 w 8"/>
                <a:gd name="T1" fmla="*/ 22 h 7"/>
                <a:gd name="T2" fmla="*/ 113 w 8"/>
                <a:gd name="T3" fmla="*/ 81 h 7"/>
                <a:gd name="T4" fmla="*/ 33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8" y="2"/>
                    <a:pt x="7" y="4"/>
                  </a:cubicBezTo>
                  <a:cubicBezTo>
                    <a:pt x="6" y="7"/>
                    <a:pt x="0" y="4"/>
                    <a:pt x="2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1" name="Freeform 1538">
              <a:extLst>
                <a:ext uri="{FF2B5EF4-FFF2-40B4-BE49-F238E27FC236}">
                  <a16:creationId xmlns:a16="http://schemas.microsoft.com/office/drawing/2014/main" id="{E8ABEF94-B1E4-46AF-B952-9FD452053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595"/>
              <a:ext cx="17" cy="21"/>
            </a:xfrm>
            <a:custGeom>
              <a:avLst/>
              <a:gdLst>
                <a:gd name="T0" fmla="*/ 41 w 7"/>
                <a:gd name="T1" fmla="*/ 0 h 8"/>
                <a:gd name="T2" fmla="*/ 70 w 7"/>
                <a:gd name="T3" fmla="*/ 110 h 8"/>
                <a:gd name="T4" fmla="*/ 4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5" y="0"/>
                    <a:pt x="7" y="5"/>
                    <a:pt x="5" y="6"/>
                  </a:cubicBezTo>
                  <a:cubicBezTo>
                    <a:pt x="3" y="8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2" name="Freeform 1539">
              <a:extLst>
                <a:ext uri="{FF2B5EF4-FFF2-40B4-BE49-F238E27FC236}">
                  <a16:creationId xmlns:a16="http://schemas.microsoft.com/office/drawing/2014/main" id="{3469B597-D779-4B1D-9D43-BC5451580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680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100 w 7"/>
                <a:gd name="T3" fmla="*/ 117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4"/>
                    <a:pt x="6" y="6"/>
                  </a:cubicBezTo>
                  <a:cubicBezTo>
                    <a:pt x="4" y="7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3" name="Freeform 1540">
              <a:extLst>
                <a:ext uri="{FF2B5EF4-FFF2-40B4-BE49-F238E27FC236}">
                  <a16:creationId xmlns:a16="http://schemas.microsoft.com/office/drawing/2014/main" id="{3670A05B-8FA8-4624-831C-16ACAB8C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11"/>
              <a:ext cx="15" cy="21"/>
            </a:xfrm>
            <a:custGeom>
              <a:avLst/>
              <a:gdLst>
                <a:gd name="T0" fmla="*/ 50 w 6"/>
                <a:gd name="T1" fmla="*/ 21 h 8"/>
                <a:gd name="T2" fmla="*/ 63 w 6"/>
                <a:gd name="T3" fmla="*/ 123 h 8"/>
                <a:gd name="T4" fmla="*/ 50 w 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5" y="0"/>
                    <a:pt x="6" y="6"/>
                    <a:pt x="4" y="7"/>
                  </a:cubicBezTo>
                  <a:cubicBezTo>
                    <a:pt x="3" y="8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4" name="Freeform 1541">
              <a:extLst>
                <a:ext uri="{FF2B5EF4-FFF2-40B4-BE49-F238E27FC236}">
                  <a16:creationId xmlns:a16="http://schemas.microsoft.com/office/drawing/2014/main" id="{D1159478-B4A6-4F1F-8503-06A80826C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573"/>
              <a:ext cx="10" cy="14"/>
            </a:xfrm>
            <a:custGeom>
              <a:avLst/>
              <a:gdLst>
                <a:gd name="T0" fmla="*/ 33 w 4"/>
                <a:gd name="T1" fmla="*/ 0 h 5"/>
                <a:gd name="T2" fmla="*/ 50 w 4"/>
                <a:gd name="T3" fmla="*/ 109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4" y="0"/>
                    <a:pt x="4" y="4"/>
                    <a:pt x="3" y="5"/>
                  </a:cubicBezTo>
                  <a:cubicBezTo>
                    <a:pt x="1" y="5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5" name="Freeform 1542">
              <a:extLst>
                <a:ext uri="{FF2B5EF4-FFF2-40B4-BE49-F238E27FC236}">
                  <a16:creationId xmlns:a16="http://schemas.microsoft.com/office/drawing/2014/main" id="{3B09EF80-B0CB-4FE9-9253-73B2FCAE4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576"/>
              <a:ext cx="17" cy="19"/>
            </a:xfrm>
            <a:custGeom>
              <a:avLst/>
              <a:gdLst>
                <a:gd name="T0" fmla="*/ 41 w 7"/>
                <a:gd name="T1" fmla="*/ 0 h 7"/>
                <a:gd name="T2" fmla="*/ 70 w 7"/>
                <a:gd name="T3" fmla="*/ 117 h 7"/>
                <a:gd name="T4" fmla="*/ 4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4" y="0"/>
                    <a:pt x="7" y="4"/>
                    <a:pt x="5" y="6"/>
                  </a:cubicBezTo>
                  <a:cubicBezTo>
                    <a:pt x="4" y="7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6" name="Freeform 1543">
              <a:extLst>
                <a:ext uri="{FF2B5EF4-FFF2-40B4-BE49-F238E27FC236}">
                  <a16:creationId xmlns:a16="http://schemas.microsoft.com/office/drawing/2014/main" id="{ED3E424A-7DA1-4FA1-A492-50A69E72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16"/>
              <a:ext cx="15" cy="19"/>
            </a:xfrm>
            <a:custGeom>
              <a:avLst/>
              <a:gdLst>
                <a:gd name="T0" fmla="*/ 50 w 6"/>
                <a:gd name="T1" fmla="*/ 0 h 7"/>
                <a:gd name="T2" fmla="*/ 63 w 6"/>
                <a:gd name="T3" fmla="*/ 117 h 7"/>
                <a:gd name="T4" fmla="*/ 5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5" y="0"/>
                    <a:pt x="6" y="5"/>
                    <a:pt x="4" y="6"/>
                  </a:cubicBezTo>
                  <a:cubicBezTo>
                    <a:pt x="2" y="7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7" name="Freeform 1544">
              <a:extLst>
                <a:ext uri="{FF2B5EF4-FFF2-40B4-BE49-F238E27FC236}">
                  <a16:creationId xmlns:a16="http://schemas.microsoft.com/office/drawing/2014/main" id="{73E16620-1124-4F5D-878B-78928CD8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693"/>
              <a:ext cx="18" cy="22"/>
            </a:xfrm>
            <a:custGeom>
              <a:avLst/>
              <a:gdLst>
                <a:gd name="T0" fmla="*/ 54 w 7"/>
                <a:gd name="T1" fmla="*/ 22 h 8"/>
                <a:gd name="T2" fmla="*/ 85 w 7"/>
                <a:gd name="T3" fmla="*/ 143 h 8"/>
                <a:gd name="T4" fmla="*/ 54 w 7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5" y="0"/>
                    <a:pt x="7" y="5"/>
                    <a:pt x="5" y="7"/>
                  </a:cubicBezTo>
                  <a:cubicBezTo>
                    <a:pt x="3" y="8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8" name="Freeform 1545">
              <a:extLst>
                <a:ext uri="{FF2B5EF4-FFF2-40B4-BE49-F238E27FC236}">
                  <a16:creationId xmlns:a16="http://schemas.microsoft.com/office/drawing/2014/main" id="{2AAA4780-7C4A-4CEF-A6BE-44E368782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21"/>
              <a:ext cx="20" cy="22"/>
            </a:xfrm>
            <a:custGeom>
              <a:avLst/>
              <a:gdLst>
                <a:gd name="T0" fmla="*/ 50 w 8"/>
                <a:gd name="T1" fmla="*/ 22 h 8"/>
                <a:gd name="T2" fmla="*/ 95 w 8"/>
                <a:gd name="T3" fmla="*/ 129 h 8"/>
                <a:gd name="T4" fmla="*/ 50 w 8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5" y="0"/>
                    <a:pt x="8" y="5"/>
                    <a:pt x="6" y="6"/>
                  </a:cubicBezTo>
                  <a:cubicBezTo>
                    <a:pt x="5" y="8"/>
                    <a:pt x="0" y="3"/>
                    <a:pt x="3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9" name="Freeform 1546">
              <a:extLst>
                <a:ext uri="{FF2B5EF4-FFF2-40B4-BE49-F238E27FC236}">
                  <a16:creationId xmlns:a16="http://schemas.microsoft.com/office/drawing/2014/main" id="{37F962AA-A7C2-43D0-A655-CA521C547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573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100 w 7"/>
                <a:gd name="T3" fmla="*/ 117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4" y="0"/>
                    <a:pt x="7" y="4"/>
                    <a:pt x="6" y="6"/>
                  </a:cubicBezTo>
                  <a:cubicBezTo>
                    <a:pt x="4" y="7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0" name="Freeform 1547">
              <a:extLst>
                <a:ext uri="{FF2B5EF4-FFF2-40B4-BE49-F238E27FC236}">
                  <a16:creationId xmlns:a16="http://schemas.microsoft.com/office/drawing/2014/main" id="{768C56FD-389B-4974-99A0-18DC63934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541"/>
              <a:ext cx="15" cy="19"/>
            </a:xfrm>
            <a:custGeom>
              <a:avLst/>
              <a:gdLst>
                <a:gd name="T0" fmla="*/ 50 w 6"/>
                <a:gd name="T1" fmla="*/ 0 h 7"/>
                <a:gd name="T2" fmla="*/ 63 w 6"/>
                <a:gd name="T3" fmla="*/ 117 h 7"/>
                <a:gd name="T4" fmla="*/ 5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5" y="0"/>
                    <a:pt x="6" y="5"/>
                    <a:pt x="4" y="6"/>
                  </a:cubicBezTo>
                  <a:cubicBezTo>
                    <a:pt x="3" y="7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1" name="Freeform 1548">
              <a:extLst>
                <a:ext uri="{FF2B5EF4-FFF2-40B4-BE49-F238E27FC236}">
                  <a16:creationId xmlns:a16="http://schemas.microsoft.com/office/drawing/2014/main" id="{C71C7DB7-0897-4CB3-B2CF-E2685C746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643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83 w 6"/>
                <a:gd name="T3" fmla="*/ 100 h 7"/>
                <a:gd name="T4" fmla="*/ 5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5" y="0"/>
                    <a:pt x="6" y="5"/>
                    <a:pt x="5" y="6"/>
                  </a:cubicBezTo>
                  <a:cubicBezTo>
                    <a:pt x="3" y="7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2" name="Freeform 1549">
              <a:extLst>
                <a:ext uri="{FF2B5EF4-FFF2-40B4-BE49-F238E27FC236}">
                  <a16:creationId xmlns:a16="http://schemas.microsoft.com/office/drawing/2014/main" id="{F0E1FEA2-5A1E-4FC1-8043-88FDDF60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739"/>
              <a:ext cx="18" cy="18"/>
            </a:xfrm>
            <a:custGeom>
              <a:avLst/>
              <a:gdLst>
                <a:gd name="T0" fmla="*/ 54 w 7"/>
                <a:gd name="T1" fmla="*/ 0 h 7"/>
                <a:gd name="T2" fmla="*/ 85 w 7"/>
                <a:gd name="T3" fmla="*/ 100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4"/>
                    <a:pt x="5" y="6"/>
                  </a:cubicBezTo>
                  <a:cubicBezTo>
                    <a:pt x="4" y="7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3" name="Freeform 1550">
              <a:extLst>
                <a:ext uri="{FF2B5EF4-FFF2-40B4-BE49-F238E27FC236}">
                  <a16:creationId xmlns:a16="http://schemas.microsoft.com/office/drawing/2014/main" id="{5964E9AA-3EF4-4B48-9F1C-AAAEF6200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787"/>
              <a:ext cx="18" cy="18"/>
            </a:xfrm>
            <a:custGeom>
              <a:avLst/>
              <a:gdLst>
                <a:gd name="T0" fmla="*/ 21 w 7"/>
                <a:gd name="T1" fmla="*/ 21 h 7"/>
                <a:gd name="T2" fmla="*/ 100 w 7"/>
                <a:gd name="T3" fmla="*/ 85 h 7"/>
                <a:gd name="T4" fmla="*/ 21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7" y="3"/>
                    <a:pt x="6" y="5"/>
                  </a:cubicBezTo>
                  <a:cubicBezTo>
                    <a:pt x="5" y="7"/>
                    <a:pt x="0" y="4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4" name="Freeform 1551">
              <a:extLst>
                <a:ext uri="{FF2B5EF4-FFF2-40B4-BE49-F238E27FC236}">
                  <a16:creationId xmlns:a16="http://schemas.microsoft.com/office/drawing/2014/main" id="{8F9492CD-10B6-4E06-B299-E6D92BCD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712"/>
              <a:ext cx="18" cy="21"/>
            </a:xfrm>
            <a:custGeom>
              <a:avLst/>
              <a:gdLst>
                <a:gd name="T0" fmla="*/ 54 w 7"/>
                <a:gd name="T1" fmla="*/ 21 h 8"/>
                <a:gd name="T2" fmla="*/ 85 w 7"/>
                <a:gd name="T3" fmla="*/ 110 h 8"/>
                <a:gd name="T4" fmla="*/ 54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4" y="0"/>
                    <a:pt x="7" y="5"/>
                    <a:pt x="5" y="6"/>
                  </a:cubicBezTo>
                  <a:cubicBezTo>
                    <a:pt x="3" y="8"/>
                    <a:pt x="0" y="2"/>
                    <a:pt x="3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5" name="Freeform 1552">
              <a:extLst>
                <a:ext uri="{FF2B5EF4-FFF2-40B4-BE49-F238E27FC236}">
                  <a16:creationId xmlns:a16="http://schemas.microsoft.com/office/drawing/2014/main" id="{4CA7F8D2-20EC-476C-9489-D49C50BED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57"/>
              <a:ext cx="15" cy="14"/>
            </a:xfrm>
            <a:custGeom>
              <a:avLst/>
              <a:gdLst>
                <a:gd name="T0" fmla="*/ 20 w 6"/>
                <a:gd name="T1" fmla="*/ 48 h 5"/>
                <a:gd name="T2" fmla="*/ 83 w 6"/>
                <a:gd name="T3" fmla="*/ 87 h 5"/>
                <a:gd name="T4" fmla="*/ 20 w 6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2" y="0"/>
                    <a:pt x="6" y="2"/>
                    <a:pt x="5" y="4"/>
                  </a:cubicBezTo>
                  <a:cubicBezTo>
                    <a:pt x="5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6" name="Freeform 1553">
              <a:extLst>
                <a:ext uri="{FF2B5EF4-FFF2-40B4-BE49-F238E27FC236}">
                  <a16:creationId xmlns:a16="http://schemas.microsoft.com/office/drawing/2014/main" id="{589235C1-54E8-4095-9986-C31F96EBD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675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63 w 6"/>
                <a:gd name="T3" fmla="*/ 100 h 7"/>
                <a:gd name="T4" fmla="*/ 5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5" y="0"/>
                    <a:pt x="6" y="5"/>
                    <a:pt x="4" y="6"/>
                  </a:cubicBezTo>
                  <a:cubicBezTo>
                    <a:pt x="2" y="7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7" name="Freeform 1554">
              <a:extLst>
                <a:ext uri="{FF2B5EF4-FFF2-40B4-BE49-F238E27FC236}">
                  <a16:creationId xmlns:a16="http://schemas.microsoft.com/office/drawing/2014/main" id="{0779F332-628A-4A57-B259-E7D6F6B85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15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68 w 5"/>
                <a:gd name="T3" fmla="*/ 6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0"/>
                    <a:pt x="5" y="3"/>
                    <a:pt x="4" y="4"/>
                  </a:cubicBezTo>
                  <a:cubicBezTo>
                    <a:pt x="3" y="5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" name="three-red-raspberries-illustration">
            <a:extLst>
              <a:ext uri="{FF2B5EF4-FFF2-40B4-BE49-F238E27FC236}">
                <a16:creationId xmlns:a16="http://schemas.microsoft.com/office/drawing/2014/main" id="{51616D26-64A8-4900-9CAF-EE508E54C003}"/>
              </a:ext>
            </a:extLst>
          </p:cNvPr>
          <p:cNvGrpSpPr>
            <a:grpSpLocks/>
          </p:cNvGrpSpPr>
          <p:nvPr/>
        </p:nvGrpSpPr>
        <p:grpSpPr bwMode="auto">
          <a:xfrm>
            <a:off x="7904163" y="4540250"/>
            <a:ext cx="1362075" cy="1185863"/>
            <a:chOff x="3472" y="2453"/>
            <a:chExt cx="503" cy="438"/>
          </a:xfrm>
        </p:grpSpPr>
        <p:sp>
          <p:nvSpPr>
            <p:cNvPr id="51556" name="Freeform 1556">
              <a:extLst>
                <a:ext uri="{FF2B5EF4-FFF2-40B4-BE49-F238E27FC236}">
                  <a16:creationId xmlns:a16="http://schemas.microsoft.com/office/drawing/2014/main" id="{0B7FF4E4-670A-404F-91A7-1CF9BB212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624"/>
              <a:ext cx="250" cy="267"/>
            </a:xfrm>
            <a:custGeom>
              <a:avLst/>
              <a:gdLst>
                <a:gd name="T0" fmla="*/ 220 w 100"/>
                <a:gd name="T1" fmla="*/ 401 h 100"/>
                <a:gd name="T2" fmla="*/ 438 w 100"/>
                <a:gd name="T3" fmla="*/ 206 h 100"/>
                <a:gd name="T4" fmla="*/ 658 w 100"/>
                <a:gd name="T5" fmla="*/ 56 h 100"/>
                <a:gd name="T6" fmla="*/ 845 w 100"/>
                <a:gd name="T7" fmla="*/ 21 h 100"/>
                <a:gd name="T8" fmla="*/ 1250 w 100"/>
                <a:gd name="T9" fmla="*/ 227 h 100"/>
                <a:gd name="T10" fmla="*/ 1395 w 100"/>
                <a:gd name="T11" fmla="*/ 320 h 100"/>
                <a:gd name="T12" fmla="*/ 1438 w 100"/>
                <a:gd name="T13" fmla="*/ 491 h 100"/>
                <a:gd name="T14" fmla="*/ 1533 w 100"/>
                <a:gd name="T15" fmla="*/ 606 h 100"/>
                <a:gd name="T16" fmla="*/ 1563 w 100"/>
                <a:gd name="T17" fmla="*/ 854 h 100"/>
                <a:gd name="T18" fmla="*/ 1488 w 100"/>
                <a:gd name="T19" fmla="*/ 1183 h 100"/>
                <a:gd name="T20" fmla="*/ 1345 w 100"/>
                <a:gd name="T21" fmla="*/ 1412 h 100"/>
                <a:gd name="T22" fmla="*/ 1033 w 100"/>
                <a:gd name="T23" fmla="*/ 1789 h 100"/>
                <a:gd name="T24" fmla="*/ 283 w 100"/>
                <a:gd name="T25" fmla="*/ 1754 h 100"/>
                <a:gd name="T26" fmla="*/ 33 w 100"/>
                <a:gd name="T27" fmla="*/ 1199 h 100"/>
                <a:gd name="T28" fmla="*/ 220 w 100"/>
                <a:gd name="T29" fmla="*/ 435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100">
                  <a:moveTo>
                    <a:pt x="14" y="21"/>
                  </a:moveTo>
                  <a:cubicBezTo>
                    <a:pt x="15" y="15"/>
                    <a:pt x="21" y="9"/>
                    <a:pt x="28" y="11"/>
                  </a:cubicBezTo>
                  <a:cubicBezTo>
                    <a:pt x="30" y="5"/>
                    <a:pt x="36" y="3"/>
                    <a:pt x="42" y="3"/>
                  </a:cubicBezTo>
                  <a:cubicBezTo>
                    <a:pt x="46" y="2"/>
                    <a:pt x="50" y="1"/>
                    <a:pt x="54" y="1"/>
                  </a:cubicBezTo>
                  <a:cubicBezTo>
                    <a:pt x="61" y="0"/>
                    <a:pt x="78" y="6"/>
                    <a:pt x="80" y="12"/>
                  </a:cubicBezTo>
                  <a:cubicBezTo>
                    <a:pt x="84" y="12"/>
                    <a:pt x="87" y="14"/>
                    <a:pt x="89" y="17"/>
                  </a:cubicBezTo>
                  <a:cubicBezTo>
                    <a:pt x="92" y="20"/>
                    <a:pt x="90" y="23"/>
                    <a:pt x="92" y="26"/>
                  </a:cubicBezTo>
                  <a:cubicBezTo>
                    <a:pt x="93" y="29"/>
                    <a:pt x="96" y="29"/>
                    <a:pt x="98" y="32"/>
                  </a:cubicBezTo>
                  <a:cubicBezTo>
                    <a:pt x="100" y="35"/>
                    <a:pt x="100" y="41"/>
                    <a:pt x="100" y="45"/>
                  </a:cubicBezTo>
                  <a:cubicBezTo>
                    <a:pt x="100" y="53"/>
                    <a:pt x="99" y="57"/>
                    <a:pt x="95" y="62"/>
                  </a:cubicBezTo>
                  <a:cubicBezTo>
                    <a:pt x="93" y="66"/>
                    <a:pt x="92" y="73"/>
                    <a:pt x="86" y="74"/>
                  </a:cubicBezTo>
                  <a:cubicBezTo>
                    <a:pt x="85" y="83"/>
                    <a:pt x="74" y="92"/>
                    <a:pt x="66" y="94"/>
                  </a:cubicBezTo>
                  <a:cubicBezTo>
                    <a:pt x="51" y="99"/>
                    <a:pt x="33" y="100"/>
                    <a:pt x="18" y="92"/>
                  </a:cubicBezTo>
                  <a:cubicBezTo>
                    <a:pt x="9" y="86"/>
                    <a:pt x="3" y="74"/>
                    <a:pt x="2" y="63"/>
                  </a:cubicBezTo>
                  <a:cubicBezTo>
                    <a:pt x="0" y="55"/>
                    <a:pt x="2" y="27"/>
                    <a:pt x="14" y="23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7" name="Freeform 1557">
              <a:extLst>
                <a:ext uri="{FF2B5EF4-FFF2-40B4-BE49-F238E27FC236}">
                  <a16:creationId xmlns:a16="http://schemas.microsoft.com/office/drawing/2014/main" id="{70847E42-0320-485C-835C-86E2357A2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675"/>
              <a:ext cx="60" cy="72"/>
            </a:xfrm>
            <a:custGeom>
              <a:avLst/>
              <a:gdLst>
                <a:gd name="T0" fmla="*/ 0 w 24"/>
                <a:gd name="T1" fmla="*/ 320 h 27"/>
                <a:gd name="T2" fmla="*/ 145 w 24"/>
                <a:gd name="T3" fmla="*/ 477 h 27"/>
                <a:gd name="T4" fmla="*/ 270 w 24"/>
                <a:gd name="T5" fmla="*/ 341 h 27"/>
                <a:gd name="T6" fmla="*/ 345 w 24"/>
                <a:gd name="T7" fmla="*/ 192 h 27"/>
                <a:gd name="T8" fmla="*/ 250 w 24"/>
                <a:gd name="T9" fmla="*/ 21 h 27"/>
                <a:gd name="T10" fmla="*/ 33 w 24"/>
                <a:gd name="T11" fmla="*/ 30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7">
                  <a:moveTo>
                    <a:pt x="0" y="17"/>
                  </a:moveTo>
                  <a:cubicBezTo>
                    <a:pt x="2" y="20"/>
                    <a:pt x="5" y="27"/>
                    <a:pt x="9" y="25"/>
                  </a:cubicBezTo>
                  <a:cubicBezTo>
                    <a:pt x="12" y="24"/>
                    <a:pt x="14" y="20"/>
                    <a:pt x="17" y="18"/>
                  </a:cubicBezTo>
                  <a:cubicBezTo>
                    <a:pt x="19" y="16"/>
                    <a:pt x="21" y="14"/>
                    <a:pt x="22" y="10"/>
                  </a:cubicBezTo>
                  <a:cubicBezTo>
                    <a:pt x="24" y="6"/>
                    <a:pt x="21" y="2"/>
                    <a:pt x="16" y="1"/>
                  </a:cubicBezTo>
                  <a:cubicBezTo>
                    <a:pt x="9" y="0"/>
                    <a:pt x="5" y="11"/>
                    <a:pt x="2" y="16"/>
                  </a:cubicBezTo>
                </a:path>
              </a:pathLst>
            </a:custGeom>
            <a:solidFill>
              <a:srgbClr val="E43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8" name="Freeform 1558">
              <a:extLst>
                <a:ext uri="{FF2B5EF4-FFF2-40B4-BE49-F238E27FC236}">
                  <a16:creationId xmlns:a16="http://schemas.microsoft.com/office/drawing/2014/main" id="{91DF5BFD-655A-4FBF-A21F-6E717A1C2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787"/>
              <a:ext cx="68" cy="80"/>
            </a:xfrm>
            <a:custGeom>
              <a:avLst/>
              <a:gdLst>
                <a:gd name="T0" fmla="*/ 96 w 27"/>
                <a:gd name="T1" fmla="*/ 0 h 30"/>
                <a:gd name="T2" fmla="*/ 83 w 27"/>
                <a:gd name="T3" fmla="*/ 307 h 30"/>
                <a:gd name="T4" fmla="*/ 209 w 27"/>
                <a:gd name="T5" fmla="*/ 512 h 30"/>
                <a:gd name="T6" fmla="*/ 317 w 27"/>
                <a:gd name="T7" fmla="*/ 456 h 30"/>
                <a:gd name="T8" fmla="*/ 413 w 27"/>
                <a:gd name="T9" fmla="*/ 248 h 30"/>
                <a:gd name="T10" fmla="*/ 242 w 27"/>
                <a:gd name="T11" fmla="*/ 149 h 30"/>
                <a:gd name="T12" fmla="*/ 126 w 27"/>
                <a:gd name="T13" fmla="*/ 2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0">
                  <a:moveTo>
                    <a:pt x="6" y="0"/>
                  </a:moveTo>
                  <a:cubicBezTo>
                    <a:pt x="0" y="5"/>
                    <a:pt x="3" y="10"/>
                    <a:pt x="5" y="16"/>
                  </a:cubicBezTo>
                  <a:cubicBezTo>
                    <a:pt x="7" y="21"/>
                    <a:pt x="9" y="24"/>
                    <a:pt x="13" y="27"/>
                  </a:cubicBezTo>
                  <a:cubicBezTo>
                    <a:pt x="17" y="30"/>
                    <a:pt x="17" y="27"/>
                    <a:pt x="20" y="24"/>
                  </a:cubicBezTo>
                  <a:cubicBezTo>
                    <a:pt x="22" y="21"/>
                    <a:pt x="27" y="18"/>
                    <a:pt x="26" y="13"/>
                  </a:cubicBezTo>
                  <a:cubicBezTo>
                    <a:pt x="22" y="12"/>
                    <a:pt x="18" y="10"/>
                    <a:pt x="15" y="8"/>
                  </a:cubicBezTo>
                  <a:cubicBezTo>
                    <a:pt x="13" y="7"/>
                    <a:pt x="7" y="4"/>
                    <a:pt x="8" y="1"/>
                  </a:cubicBezTo>
                </a:path>
              </a:pathLst>
            </a:custGeom>
            <a:solidFill>
              <a:srgbClr val="E43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9" name="Freeform 1559">
              <a:extLst>
                <a:ext uri="{FF2B5EF4-FFF2-40B4-BE49-F238E27FC236}">
                  <a16:creationId xmlns:a16="http://schemas.microsoft.com/office/drawing/2014/main" id="{A7607A2A-D9C6-43AB-8BB7-D7CFA0A7C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677"/>
              <a:ext cx="58" cy="67"/>
            </a:xfrm>
            <a:custGeom>
              <a:avLst/>
              <a:gdLst>
                <a:gd name="T0" fmla="*/ 146 w 23"/>
                <a:gd name="T1" fmla="*/ 0 h 25"/>
                <a:gd name="T2" fmla="*/ 351 w 23"/>
                <a:gd name="T3" fmla="*/ 308 h 25"/>
                <a:gd name="T4" fmla="*/ 255 w 23"/>
                <a:gd name="T5" fmla="*/ 461 h 25"/>
                <a:gd name="T6" fmla="*/ 83 w 23"/>
                <a:gd name="T7" fmla="*/ 346 h 25"/>
                <a:gd name="T8" fmla="*/ 20 w 23"/>
                <a:gd name="T9" fmla="*/ 137 h 25"/>
                <a:gd name="T10" fmla="*/ 113 w 23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5">
                  <a:moveTo>
                    <a:pt x="9" y="0"/>
                  </a:moveTo>
                  <a:cubicBezTo>
                    <a:pt x="14" y="4"/>
                    <a:pt x="20" y="10"/>
                    <a:pt x="22" y="16"/>
                  </a:cubicBezTo>
                  <a:cubicBezTo>
                    <a:pt x="23" y="21"/>
                    <a:pt x="20" y="22"/>
                    <a:pt x="16" y="24"/>
                  </a:cubicBezTo>
                  <a:cubicBezTo>
                    <a:pt x="11" y="25"/>
                    <a:pt x="8" y="22"/>
                    <a:pt x="5" y="18"/>
                  </a:cubicBezTo>
                  <a:cubicBezTo>
                    <a:pt x="3" y="16"/>
                    <a:pt x="0" y="10"/>
                    <a:pt x="1" y="7"/>
                  </a:cubicBez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solidFill>
              <a:srgbClr val="E43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0" name="Freeform 1560">
              <a:extLst>
                <a:ext uri="{FF2B5EF4-FFF2-40B4-BE49-F238E27FC236}">
                  <a16:creationId xmlns:a16="http://schemas.microsoft.com/office/drawing/2014/main" id="{1599EA50-CFF1-4352-B10A-C0AE6DC9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453"/>
              <a:ext cx="252" cy="222"/>
            </a:xfrm>
            <a:custGeom>
              <a:avLst/>
              <a:gdLst>
                <a:gd name="T0" fmla="*/ 262 w 101"/>
                <a:gd name="T1" fmla="*/ 1589 h 83"/>
                <a:gd name="T2" fmla="*/ 479 w 101"/>
                <a:gd name="T3" fmla="*/ 1439 h 83"/>
                <a:gd name="T4" fmla="*/ 696 w 101"/>
                <a:gd name="T5" fmla="*/ 1281 h 83"/>
                <a:gd name="T6" fmla="*/ 883 w 101"/>
                <a:gd name="T7" fmla="*/ 1244 h 83"/>
                <a:gd name="T8" fmla="*/ 1287 w 101"/>
                <a:gd name="T9" fmla="*/ 1452 h 83"/>
                <a:gd name="T10" fmla="*/ 1412 w 101"/>
                <a:gd name="T11" fmla="*/ 1509 h 83"/>
                <a:gd name="T12" fmla="*/ 1432 w 101"/>
                <a:gd name="T13" fmla="*/ 1495 h 83"/>
                <a:gd name="T14" fmla="*/ 1507 w 101"/>
                <a:gd name="T15" fmla="*/ 1244 h 83"/>
                <a:gd name="T16" fmla="*/ 1557 w 101"/>
                <a:gd name="T17" fmla="*/ 1110 h 83"/>
                <a:gd name="T18" fmla="*/ 1569 w 101"/>
                <a:gd name="T19" fmla="*/ 915 h 83"/>
                <a:gd name="T20" fmla="*/ 1537 w 101"/>
                <a:gd name="T21" fmla="*/ 845 h 83"/>
                <a:gd name="T22" fmla="*/ 1537 w 101"/>
                <a:gd name="T23" fmla="*/ 730 h 83"/>
                <a:gd name="T24" fmla="*/ 1462 w 101"/>
                <a:gd name="T25" fmla="*/ 444 h 83"/>
                <a:gd name="T26" fmla="*/ 1370 w 101"/>
                <a:gd name="T27" fmla="*/ 286 h 83"/>
                <a:gd name="T28" fmla="*/ 1153 w 101"/>
                <a:gd name="T29" fmla="*/ 150 h 83"/>
                <a:gd name="T30" fmla="*/ 853 w 101"/>
                <a:gd name="T31" fmla="*/ 78 h 83"/>
                <a:gd name="T32" fmla="*/ 591 w 101"/>
                <a:gd name="T33" fmla="*/ 94 h 83"/>
                <a:gd name="T34" fmla="*/ 437 w 101"/>
                <a:gd name="T35" fmla="*/ 136 h 83"/>
                <a:gd name="T36" fmla="*/ 312 w 101"/>
                <a:gd name="T37" fmla="*/ 251 h 83"/>
                <a:gd name="T38" fmla="*/ 279 w 101"/>
                <a:gd name="T39" fmla="*/ 321 h 83"/>
                <a:gd name="T40" fmla="*/ 187 w 101"/>
                <a:gd name="T41" fmla="*/ 401 h 83"/>
                <a:gd name="T42" fmla="*/ 105 w 101"/>
                <a:gd name="T43" fmla="*/ 629 h 83"/>
                <a:gd name="T44" fmla="*/ 30 w 101"/>
                <a:gd name="T45" fmla="*/ 936 h 83"/>
                <a:gd name="T46" fmla="*/ 217 w 101"/>
                <a:gd name="T47" fmla="*/ 1509 h 83"/>
                <a:gd name="T48" fmla="*/ 262 w 101"/>
                <a:gd name="T49" fmla="*/ 1589 h 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83">
                  <a:moveTo>
                    <a:pt x="17" y="83"/>
                  </a:moveTo>
                  <a:cubicBezTo>
                    <a:pt x="20" y="78"/>
                    <a:pt x="25" y="73"/>
                    <a:pt x="31" y="75"/>
                  </a:cubicBezTo>
                  <a:cubicBezTo>
                    <a:pt x="33" y="69"/>
                    <a:pt x="39" y="67"/>
                    <a:pt x="45" y="67"/>
                  </a:cubicBezTo>
                  <a:cubicBezTo>
                    <a:pt x="49" y="66"/>
                    <a:pt x="53" y="65"/>
                    <a:pt x="57" y="65"/>
                  </a:cubicBezTo>
                  <a:cubicBezTo>
                    <a:pt x="64" y="64"/>
                    <a:pt x="81" y="70"/>
                    <a:pt x="83" y="76"/>
                  </a:cubicBezTo>
                  <a:cubicBezTo>
                    <a:pt x="86" y="76"/>
                    <a:pt x="89" y="77"/>
                    <a:pt x="91" y="79"/>
                  </a:cubicBezTo>
                  <a:cubicBezTo>
                    <a:pt x="91" y="79"/>
                    <a:pt x="92" y="78"/>
                    <a:pt x="92" y="78"/>
                  </a:cubicBezTo>
                  <a:cubicBezTo>
                    <a:pt x="96" y="74"/>
                    <a:pt x="95" y="69"/>
                    <a:pt x="97" y="65"/>
                  </a:cubicBezTo>
                  <a:cubicBezTo>
                    <a:pt x="98" y="62"/>
                    <a:pt x="100" y="61"/>
                    <a:pt x="100" y="58"/>
                  </a:cubicBezTo>
                  <a:cubicBezTo>
                    <a:pt x="101" y="55"/>
                    <a:pt x="101" y="51"/>
                    <a:pt x="101" y="48"/>
                  </a:cubicBezTo>
                  <a:cubicBezTo>
                    <a:pt x="100" y="46"/>
                    <a:pt x="99" y="45"/>
                    <a:pt x="99" y="44"/>
                  </a:cubicBezTo>
                  <a:cubicBezTo>
                    <a:pt x="99" y="42"/>
                    <a:pt x="99" y="41"/>
                    <a:pt x="99" y="38"/>
                  </a:cubicBezTo>
                  <a:cubicBezTo>
                    <a:pt x="99" y="33"/>
                    <a:pt x="98" y="27"/>
                    <a:pt x="94" y="23"/>
                  </a:cubicBezTo>
                  <a:cubicBezTo>
                    <a:pt x="92" y="20"/>
                    <a:pt x="90" y="18"/>
                    <a:pt x="88" y="15"/>
                  </a:cubicBezTo>
                  <a:cubicBezTo>
                    <a:pt x="84" y="10"/>
                    <a:pt x="78" y="11"/>
                    <a:pt x="74" y="8"/>
                  </a:cubicBezTo>
                  <a:cubicBezTo>
                    <a:pt x="68" y="5"/>
                    <a:pt x="62" y="2"/>
                    <a:pt x="55" y="4"/>
                  </a:cubicBezTo>
                  <a:cubicBezTo>
                    <a:pt x="50" y="0"/>
                    <a:pt x="43" y="3"/>
                    <a:pt x="38" y="5"/>
                  </a:cubicBezTo>
                  <a:cubicBezTo>
                    <a:pt x="35" y="6"/>
                    <a:pt x="32" y="6"/>
                    <a:pt x="28" y="7"/>
                  </a:cubicBezTo>
                  <a:cubicBezTo>
                    <a:pt x="25" y="8"/>
                    <a:pt x="21" y="10"/>
                    <a:pt x="20" y="13"/>
                  </a:cubicBezTo>
                  <a:cubicBezTo>
                    <a:pt x="19" y="15"/>
                    <a:pt x="19" y="16"/>
                    <a:pt x="18" y="17"/>
                  </a:cubicBezTo>
                  <a:cubicBezTo>
                    <a:pt x="16" y="19"/>
                    <a:pt x="14" y="20"/>
                    <a:pt x="12" y="21"/>
                  </a:cubicBezTo>
                  <a:cubicBezTo>
                    <a:pt x="8" y="25"/>
                    <a:pt x="8" y="28"/>
                    <a:pt x="7" y="33"/>
                  </a:cubicBezTo>
                  <a:cubicBezTo>
                    <a:pt x="6" y="38"/>
                    <a:pt x="2" y="43"/>
                    <a:pt x="2" y="49"/>
                  </a:cubicBezTo>
                  <a:cubicBezTo>
                    <a:pt x="0" y="61"/>
                    <a:pt x="7" y="70"/>
                    <a:pt x="14" y="79"/>
                  </a:cubicBezTo>
                  <a:cubicBezTo>
                    <a:pt x="15" y="80"/>
                    <a:pt x="16" y="82"/>
                    <a:pt x="17" y="83"/>
                  </a:cubicBezTo>
                  <a:close/>
                </a:path>
              </a:pathLst>
            </a:custGeom>
            <a:solidFill>
              <a:srgbClr val="E43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1" name="Freeform 1561">
              <a:extLst>
                <a:ext uri="{FF2B5EF4-FFF2-40B4-BE49-F238E27FC236}">
                  <a16:creationId xmlns:a16="http://schemas.microsoft.com/office/drawing/2014/main" id="{DB316945-7587-4E18-BCD2-24F0074B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539"/>
              <a:ext cx="258" cy="282"/>
            </a:xfrm>
            <a:custGeom>
              <a:avLst/>
              <a:gdLst>
                <a:gd name="T0" fmla="*/ 408 w 103"/>
                <a:gd name="T1" fmla="*/ 261 h 106"/>
                <a:gd name="T2" fmla="*/ 626 w 103"/>
                <a:gd name="T3" fmla="*/ 77 h 106"/>
                <a:gd name="T4" fmla="*/ 804 w 103"/>
                <a:gd name="T5" fmla="*/ 0 h 106"/>
                <a:gd name="T6" fmla="*/ 897 w 103"/>
                <a:gd name="T7" fmla="*/ 21 h 106"/>
                <a:gd name="T8" fmla="*/ 909 w 103"/>
                <a:gd name="T9" fmla="*/ 56 h 106"/>
                <a:gd name="T10" fmla="*/ 1180 w 103"/>
                <a:gd name="T11" fmla="*/ 136 h 106"/>
                <a:gd name="T12" fmla="*/ 1380 w 103"/>
                <a:gd name="T13" fmla="*/ 303 h 106"/>
                <a:gd name="T14" fmla="*/ 1413 w 103"/>
                <a:gd name="T15" fmla="*/ 375 h 106"/>
                <a:gd name="T16" fmla="*/ 1493 w 103"/>
                <a:gd name="T17" fmla="*/ 474 h 106"/>
                <a:gd name="T18" fmla="*/ 1525 w 103"/>
                <a:gd name="T19" fmla="*/ 567 h 106"/>
                <a:gd name="T20" fmla="*/ 1525 w 103"/>
                <a:gd name="T21" fmla="*/ 601 h 106"/>
                <a:gd name="T22" fmla="*/ 1538 w 103"/>
                <a:gd name="T23" fmla="*/ 623 h 106"/>
                <a:gd name="T24" fmla="*/ 1556 w 103"/>
                <a:gd name="T25" fmla="*/ 849 h 106"/>
                <a:gd name="T26" fmla="*/ 1568 w 103"/>
                <a:gd name="T27" fmla="*/ 1133 h 106"/>
                <a:gd name="T28" fmla="*/ 1601 w 103"/>
                <a:gd name="T29" fmla="*/ 1189 h 106"/>
                <a:gd name="T30" fmla="*/ 1601 w 103"/>
                <a:gd name="T31" fmla="*/ 1304 h 106"/>
                <a:gd name="T32" fmla="*/ 1538 w 103"/>
                <a:gd name="T33" fmla="*/ 1450 h 106"/>
                <a:gd name="T34" fmla="*/ 1493 w 103"/>
                <a:gd name="T35" fmla="*/ 1620 h 106"/>
                <a:gd name="T36" fmla="*/ 1380 w 103"/>
                <a:gd name="T37" fmla="*/ 1679 h 106"/>
                <a:gd name="T38" fmla="*/ 1305 w 103"/>
                <a:gd name="T39" fmla="*/ 1790 h 106"/>
                <a:gd name="T40" fmla="*/ 1130 w 103"/>
                <a:gd name="T41" fmla="*/ 1862 h 106"/>
                <a:gd name="T42" fmla="*/ 817 w 103"/>
                <a:gd name="T43" fmla="*/ 1995 h 106"/>
                <a:gd name="T44" fmla="*/ 458 w 103"/>
                <a:gd name="T45" fmla="*/ 1884 h 106"/>
                <a:gd name="T46" fmla="*/ 313 w 103"/>
                <a:gd name="T47" fmla="*/ 1769 h 106"/>
                <a:gd name="T48" fmla="*/ 113 w 103"/>
                <a:gd name="T49" fmla="*/ 1564 h 106"/>
                <a:gd name="T50" fmla="*/ 95 w 103"/>
                <a:gd name="T51" fmla="*/ 1487 h 106"/>
                <a:gd name="T52" fmla="*/ 33 w 103"/>
                <a:gd name="T53" fmla="*/ 1317 h 106"/>
                <a:gd name="T54" fmla="*/ 50 w 103"/>
                <a:gd name="T55" fmla="*/ 1054 h 106"/>
                <a:gd name="T56" fmla="*/ 95 w 103"/>
                <a:gd name="T57" fmla="*/ 793 h 106"/>
                <a:gd name="T58" fmla="*/ 145 w 103"/>
                <a:gd name="T59" fmla="*/ 678 h 106"/>
                <a:gd name="T60" fmla="*/ 175 w 103"/>
                <a:gd name="T61" fmla="*/ 545 h 106"/>
                <a:gd name="T62" fmla="*/ 238 w 103"/>
                <a:gd name="T63" fmla="*/ 474 h 106"/>
                <a:gd name="T64" fmla="*/ 301 w 103"/>
                <a:gd name="T65" fmla="*/ 341 h 106"/>
                <a:gd name="T66" fmla="*/ 408 w 103"/>
                <a:gd name="T67" fmla="*/ 261 h 10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3" h="106">
                  <a:moveTo>
                    <a:pt x="26" y="14"/>
                  </a:moveTo>
                  <a:cubicBezTo>
                    <a:pt x="26" y="10"/>
                    <a:pt x="36" y="3"/>
                    <a:pt x="40" y="4"/>
                  </a:cubicBezTo>
                  <a:cubicBezTo>
                    <a:pt x="43" y="2"/>
                    <a:pt x="47" y="0"/>
                    <a:pt x="51" y="0"/>
                  </a:cubicBezTo>
                  <a:cubicBezTo>
                    <a:pt x="53" y="0"/>
                    <a:pt x="55" y="1"/>
                    <a:pt x="57" y="1"/>
                  </a:cubicBezTo>
                  <a:cubicBezTo>
                    <a:pt x="57" y="2"/>
                    <a:pt x="57" y="2"/>
                    <a:pt x="58" y="3"/>
                  </a:cubicBezTo>
                  <a:cubicBezTo>
                    <a:pt x="61" y="4"/>
                    <a:pt x="74" y="1"/>
                    <a:pt x="75" y="7"/>
                  </a:cubicBezTo>
                  <a:cubicBezTo>
                    <a:pt x="80" y="7"/>
                    <a:pt x="86" y="12"/>
                    <a:pt x="88" y="16"/>
                  </a:cubicBezTo>
                  <a:cubicBezTo>
                    <a:pt x="89" y="17"/>
                    <a:pt x="89" y="19"/>
                    <a:pt x="90" y="20"/>
                  </a:cubicBezTo>
                  <a:cubicBezTo>
                    <a:pt x="91" y="22"/>
                    <a:pt x="93" y="23"/>
                    <a:pt x="95" y="25"/>
                  </a:cubicBezTo>
                  <a:cubicBezTo>
                    <a:pt x="96" y="27"/>
                    <a:pt x="96" y="29"/>
                    <a:pt x="97" y="30"/>
                  </a:cubicBezTo>
                  <a:cubicBezTo>
                    <a:pt x="97" y="31"/>
                    <a:pt x="97" y="31"/>
                    <a:pt x="97" y="32"/>
                  </a:cubicBezTo>
                  <a:cubicBezTo>
                    <a:pt x="97" y="32"/>
                    <a:pt x="98" y="33"/>
                    <a:pt x="98" y="33"/>
                  </a:cubicBezTo>
                  <a:cubicBezTo>
                    <a:pt x="100" y="36"/>
                    <a:pt x="101" y="42"/>
                    <a:pt x="99" y="45"/>
                  </a:cubicBezTo>
                  <a:cubicBezTo>
                    <a:pt x="103" y="49"/>
                    <a:pt x="99" y="55"/>
                    <a:pt x="100" y="60"/>
                  </a:cubicBezTo>
                  <a:cubicBezTo>
                    <a:pt x="100" y="60"/>
                    <a:pt x="102" y="62"/>
                    <a:pt x="102" y="63"/>
                  </a:cubicBezTo>
                  <a:cubicBezTo>
                    <a:pt x="103" y="65"/>
                    <a:pt x="103" y="67"/>
                    <a:pt x="102" y="69"/>
                  </a:cubicBezTo>
                  <a:cubicBezTo>
                    <a:pt x="102" y="72"/>
                    <a:pt x="99" y="75"/>
                    <a:pt x="98" y="77"/>
                  </a:cubicBezTo>
                  <a:cubicBezTo>
                    <a:pt x="97" y="80"/>
                    <a:pt x="98" y="84"/>
                    <a:pt x="95" y="86"/>
                  </a:cubicBezTo>
                  <a:cubicBezTo>
                    <a:pt x="93" y="88"/>
                    <a:pt x="90" y="88"/>
                    <a:pt x="88" y="89"/>
                  </a:cubicBezTo>
                  <a:cubicBezTo>
                    <a:pt x="86" y="90"/>
                    <a:pt x="85" y="93"/>
                    <a:pt x="83" y="95"/>
                  </a:cubicBezTo>
                  <a:cubicBezTo>
                    <a:pt x="80" y="98"/>
                    <a:pt x="76" y="98"/>
                    <a:pt x="72" y="99"/>
                  </a:cubicBezTo>
                  <a:cubicBezTo>
                    <a:pt x="71" y="106"/>
                    <a:pt x="57" y="106"/>
                    <a:pt x="52" y="106"/>
                  </a:cubicBezTo>
                  <a:cubicBezTo>
                    <a:pt x="44" y="105"/>
                    <a:pt x="37" y="103"/>
                    <a:pt x="29" y="100"/>
                  </a:cubicBezTo>
                  <a:cubicBezTo>
                    <a:pt x="26" y="99"/>
                    <a:pt x="22" y="95"/>
                    <a:pt x="20" y="94"/>
                  </a:cubicBezTo>
                  <a:cubicBezTo>
                    <a:pt x="15" y="92"/>
                    <a:pt x="10" y="89"/>
                    <a:pt x="7" y="83"/>
                  </a:cubicBezTo>
                  <a:cubicBezTo>
                    <a:pt x="7" y="82"/>
                    <a:pt x="7" y="80"/>
                    <a:pt x="6" y="79"/>
                  </a:cubicBezTo>
                  <a:cubicBezTo>
                    <a:pt x="5" y="76"/>
                    <a:pt x="3" y="73"/>
                    <a:pt x="2" y="70"/>
                  </a:cubicBezTo>
                  <a:cubicBezTo>
                    <a:pt x="1" y="66"/>
                    <a:pt x="0" y="59"/>
                    <a:pt x="3" y="56"/>
                  </a:cubicBezTo>
                  <a:cubicBezTo>
                    <a:pt x="1" y="51"/>
                    <a:pt x="2" y="46"/>
                    <a:pt x="6" y="42"/>
                  </a:cubicBezTo>
                  <a:cubicBezTo>
                    <a:pt x="9" y="40"/>
                    <a:pt x="8" y="40"/>
                    <a:pt x="9" y="36"/>
                  </a:cubicBezTo>
                  <a:cubicBezTo>
                    <a:pt x="9" y="34"/>
                    <a:pt x="10" y="30"/>
                    <a:pt x="11" y="29"/>
                  </a:cubicBezTo>
                  <a:cubicBezTo>
                    <a:pt x="12" y="27"/>
                    <a:pt x="14" y="27"/>
                    <a:pt x="15" y="25"/>
                  </a:cubicBezTo>
                  <a:cubicBezTo>
                    <a:pt x="17" y="22"/>
                    <a:pt x="15" y="20"/>
                    <a:pt x="19" y="18"/>
                  </a:cubicBezTo>
                  <a:cubicBezTo>
                    <a:pt x="20" y="17"/>
                    <a:pt x="24" y="15"/>
                    <a:pt x="26" y="14"/>
                  </a:cubicBezTo>
                  <a:close/>
                </a:path>
              </a:pathLst>
            </a:custGeom>
            <a:solidFill>
              <a:srgbClr val="D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2" name="Freeform 1562">
              <a:extLst>
                <a:ext uri="{FF2B5EF4-FFF2-40B4-BE49-F238E27FC236}">
                  <a16:creationId xmlns:a16="http://schemas.microsoft.com/office/drawing/2014/main" id="{858DE854-01E6-44C1-AE26-7BBC8535F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15"/>
              <a:ext cx="88" cy="88"/>
            </a:xfrm>
            <a:custGeom>
              <a:avLst/>
              <a:gdLst>
                <a:gd name="T0" fmla="*/ 20 w 35"/>
                <a:gd name="T1" fmla="*/ 320 h 33"/>
                <a:gd name="T2" fmla="*/ 113 w 35"/>
                <a:gd name="T3" fmla="*/ 227 h 33"/>
                <a:gd name="T4" fmla="*/ 317 w 35"/>
                <a:gd name="T5" fmla="*/ 0 h 33"/>
                <a:gd name="T6" fmla="*/ 463 w 35"/>
                <a:gd name="T7" fmla="*/ 56 h 33"/>
                <a:gd name="T8" fmla="*/ 556 w 35"/>
                <a:gd name="T9" fmla="*/ 248 h 33"/>
                <a:gd name="T10" fmla="*/ 410 w 35"/>
                <a:gd name="T11" fmla="*/ 568 h 33"/>
                <a:gd name="T12" fmla="*/ 272 w 35"/>
                <a:gd name="T13" fmla="*/ 627 h 33"/>
                <a:gd name="T14" fmla="*/ 113 w 35"/>
                <a:gd name="T15" fmla="*/ 605 h 33"/>
                <a:gd name="T16" fmla="*/ 0 w 35"/>
                <a:gd name="T17" fmla="*/ 512 h 33"/>
                <a:gd name="T18" fmla="*/ 20 w 35"/>
                <a:gd name="T19" fmla="*/ 3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3">
                  <a:moveTo>
                    <a:pt x="1" y="17"/>
                  </a:moveTo>
                  <a:cubicBezTo>
                    <a:pt x="4" y="18"/>
                    <a:pt x="7" y="16"/>
                    <a:pt x="7" y="12"/>
                  </a:cubicBezTo>
                  <a:cubicBezTo>
                    <a:pt x="12" y="11"/>
                    <a:pt x="22" y="7"/>
                    <a:pt x="20" y="0"/>
                  </a:cubicBezTo>
                  <a:cubicBezTo>
                    <a:pt x="22" y="2"/>
                    <a:pt x="27" y="1"/>
                    <a:pt x="29" y="3"/>
                  </a:cubicBezTo>
                  <a:cubicBezTo>
                    <a:pt x="31" y="5"/>
                    <a:pt x="32" y="10"/>
                    <a:pt x="35" y="13"/>
                  </a:cubicBezTo>
                  <a:cubicBezTo>
                    <a:pt x="31" y="18"/>
                    <a:pt x="32" y="25"/>
                    <a:pt x="26" y="30"/>
                  </a:cubicBezTo>
                  <a:cubicBezTo>
                    <a:pt x="24" y="31"/>
                    <a:pt x="21" y="33"/>
                    <a:pt x="17" y="33"/>
                  </a:cubicBezTo>
                  <a:cubicBezTo>
                    <a:pt x="14" y="33"/>
                    <a:pt x="10" y="30"/>
                    <a:pt x="7" y="32"/>
                  </a:cubicBezTo>
                  <a:cubicBezTo>
                    <a:pt x="5" y="30"/>
                    <a:pt x="4" y="27"/>
                    <a:pt x="0" y="27"/>
                  </a:cubicBezTo>
                  <a:cubicBezTo>
                    <a:pt x="1" y="24"/>
                    <a:pt x="2" y="20"/>
                    <a:pt x="1" y="17"/>
                  </a:cubicBezTo>
                  <a:close/>
                </a:path>
              </a:pathLst>
            </a:custGeom>
            <a:solidFill>
              <a:srgbClr val="8A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3" name="Freeform 1563">
              <a:extLst>
                <a:ext uri="{FF2B5EF4-FFF2-40B4-BE49-F238E27FC236}">
                  <a16:creationId xmlns:a16="http://schemas.microsoft.com/office/drawing/2014/main" id="{9CC27D62-1014-4D36-AD6D-70605352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15"/>
              <a:ext cx="88" cy="88"/>
            </a:xfrm>
            <a:custGeom>
              <a:avLst/>
              <a:gdLst>
                <a:gd name="T0" fmla="*/ 20 w 35"/>
                <a:gd name="T1" fmla="*/ 320 h 33"/>
                <a:gd name="T2" fmla="*/ 113 w 35"/>
                <a:gd name="T3" fmla="*/ 227 h 33"/>
                <a:gd name="T4" fmla="*/ 317 w 35"/>
                <a:gd name="T5" fmla="*/ 0 h 33"/>
                <a:gd name="T6" fmla="*/ 463 w 35"/>
                <a:gd name="T7" fmla="*/ 56 h 33"/>
                <a:gd name="T8" fmla="*/ 556 w 35"/>
                <a:gd name="T9" fmla="*/ 248 h 33"/>
                <a:gd name="T10" fmla="*/ 410 w 35"/>
                <a:gd name="T11" fmla="*/ 568 h 33"/>
                <a:gd name="T12" fmla="*/ 272 w 35"/>
                <a:gd name="T13" fmla="*/ 627 h 33"/>
                <a:gd name="T14" fmla="*/ 113 w 35"/>
                <a:gd name="T15" fmla="*/ 605 h 33"/>
                <a:gd name="T16" fmla="*/ 0 w 35"/>
                <a:gd name="T17" fmla="*/ 512 h 33"/>
                <a:gd name="T18" fmla="*/ 20 w 35"/>
                <a:gd name="T19" fmla="*/ 3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3">
                  <a:moveTo>
                    <a:pt x="1" y="17"/>
                  </a:moveTo>
                  <a:cubicBezTo>
                    <a:pt x="4" y="18"/>
                    <a:pt x="7" y="16"/>
                    <a:pt x="7" y="12"/>
                  </a:cubicBezTo>
                  <a:cubicBezTo>
                    <a:pt x="12" y="11"/>
                    <a:pt x="22" y="7"/>
                    <a:pt x="20" y="0"/>
                  </a:cubicBezTo>
                  <a:cubicBezTo>
                    <a:pt x="22" y="2"/>
                    <a:pt x="27" y="1"/>
                    <a:pt x="29" y="3"/>
                  </a:cubicBezTo>
                  <a:cubicBezTo>
                    <a:pt x="31" y="5"/>
                    <a:pt x="32" y="10"/>
                    <a:pt x="35" y="13"/>
                  </a:cubicBezTo>
                  <a:cubicBezTo>
                    <a:pt x="31" y="18"/>
                    <a:pt x="32" y="25"/>
                    <a:pt x="26" y="30"/>
                  </a:cubicBezTo>
                  <a:cubicBezTo>
                    <a:pt x="24" y="31"/>
                    <a:pt x="21" y="33"/>
                    <a:pt x="17" y="33"/>
                  </a:cubicBezTo>
                  <a:cubicBezTo>
                    <a:pt x="14" y="33"/>
                    <a:pt x="10" y="30"/>
                    <a:pt x="7" y="32"/>
                  </a:cubicBezTo>
                  <a:cubicBezTo>
                    <a:pt x="5" y="30"/>
                    <a:pt x="4" y="27"/>
                    <a:pt x="0" y="27"/>
                  </a:cubicBezTo>
                  <a:cubicBezTo>
                    <a:pt x="1" y="24"/>
                    <a:pt x="2" y="20"/>
                    <a:pt x="1" y="17"/>
                  </a:cubicBezTo>
                  <a:close/>
                </a:path>
              </a:pathLst>
            </a:custGeom>
            <a:solidFill>
              <a:srgbClr val="A3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4" name="Freeform 1564">
              <a:extLst>
                <a:ext uri="{FF2B5EF4-FFF2-40B4-BE49-F238E27FC236}">
                  <a16:creationId xmlns:a16="http://schemas.microsoft.com/office/drawing/2014/main" id="{B41B7559-FF77-4FC3-B5CB-0C281F6B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523"/>
              <a:ext cx="60" cy="98"/>
            </a:xfrm>
            <a:custGeom>
              <a:avLst/>
              <a:gdLst>
                <a:gd name="T0" fmla="*/ 63 w 24"/>
                <a:gd name="T1" fmla="*/ 21 h 37"/>
                <a:gd name="T2" fmla="*/ 158 w 24"/>
                <a:gd name="T3" fmla="*/ 392 h 37"/>
                <a:gd name="T4" fmla="*/ 238 w 24"/>
                <a:gd name="T5" fmla="*/ 596 h 37"/>
                <a:gd name="T6" fmla="*/ 333 w 24"/>
                <a:gd name="T7" fmla="*/ 689 h 37"/>
                <a:gd name="T8" fmla="*/ 375 w 24"/>
                <a:gd name="T9" fmla="*/ 540 h 37"/>
                <a:gd name="T10" fmla="*/ 333 w 24"/>
                <a:gd name="T11" fmla="*/ 336 h 37"/>
                <a:gd name="T12" fmla="*/ 238 w 24"/>
                <a:gd name="T13" fmla="*/ 77 h 37"/>
                <a:gd name="T14" fmla="*/ 83 w 2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7">
                  <a:moveTo>
                    <a:pt x="4" y="1"/>
                  </a:moveTo>
                  <a:cubicBezTo>
                    <a:pt x="0" y="7"/>
                    <a:pt x="17" y="13"/>
                    <a:pt x="10" y="21"/>
                  </a:cubicBezTo>
                  <a:cubicBezTo>
                    <a:pt x="14" y="22"/>
                    <a:pt x="16" y="28"/>
                    <a:pt x="15" y="32"/>
                  </a:cubicBezTo>
                  <a:cubicBezTo>
                    <a:pt x="18" y="32"/>
                    <a:pt x="21" y="34"/>
                    <a:pt x="21" y="37"/>
                  </a:cubicBezTo>
                  <a:cubicBezTo>
                    <a:pt x="22" y="34"/>
                    <a:pt x="24" y="32"/>
                    <a:pt x="24" y="29"/>
                  </a:cubicBezTo>
                  <a:cubicBezTo>
                    <a:pt x="24" y="25"/>
                    <a:pt x="22" y="22"/>
                    <a:pt x="21" y="18"/>
                  </a:cubicBezTo>
                  <a:cubicBezTo>
                    <a:pt x="20" y="13"/>
                    <a:pt x="19" y="8"/>
                    <a:pt x="15" y="4"/>
                  </a:cubicBezTo>
                  <a:cubicBezTo>
                    <a:pt x="13" y="2"/>
                    <a:pt x="8" y="0"/>
                    <a:pt x="5" y="0"/>
                  </a:cubicBezTo>
                </a:path>
              </a:pathLst>
            </a:custGeom>
            <a:solidFill>
              <a:srgbClr val="A3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5" name="Freeform 1565">
              <a:extLst>
                <a:ext uri="{FF2B5EF4-FFF2-40B4-BE49-F238E27FC236}">
                  <a16:creationId xmlns:a16="http://schemas.microsoft.com/office/drawing/2014/main" id="{6A25C7A5-D7C3-4ACF-AE1F-0CD5FC622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95"/>
              <a:ext cx="88" cy="109"/>
            </a:xfrm>
            <a:custGeom>
              <a:avLst/>
              <a:gdLst>
                <a:gd name="T0" fmla="*/ 146 w 35"/>
                <a:gd name="T1" fmla="*/ 247 h 41"/>
                <a:gd name="T2" fmla="*/ 189 w 35"/>
                <a:gd name="T3" fmla="*/ 114 h 41"/>
                <a:gd name="T4" fmla="*/ 304 w 35"/>
                <a:gd name="T5" fmla="*/ 0 h 41"/>
                <a:gd name="T6" fmla="*/ 397 w 35"/>
                <a:gd name="T7" fmla="*/ 21 h 41"/>
                <a:gd name="T8" fmla="*/ 475 w 35"/>
                <a:gd name="T9" fmla="*/ 21 h 41"/>
                <a:gd name="T10" fmla="*/ 556 w 35"/>
                <a:gd name="T11" fmla="*/ 77 h 41"/>
                <a:gd name="T12" fmla="*/ 475 w 35"/>
                <a:gd name="T13" fmla="*/ 261 h 41"/>
                <a:gd name="T14" fmla="*/ 463 w 35"/>
                <a:gd name="T15" fmla="*/ 431 h 41"/>
                <a:gd name="T16" fmla="*/ 284 w 35"/>
                <a:gd name="T17" fmla="*/ 622 h 41"/>
                <a:gd name="T18" fmla="*/ 146 w 35"/>
                <a:gd name="T19" fmla="*/ 771 h 41"/>
                <a:gd name="T20" fmla="*/ 83 w 35"/>
                <a:gd name="T21" fmla="*/ 734 h 41"/>
                <a:gd name="T22" fmla="*/ 0 w 35"/>
                <a:gd name="T23" fmla="*/ 657 h 41"/>
                <a:gd name="T24" fmla="*/ 50 w 35"/>
                <a:gd name="T25" fmla="*/ 452 h 41"/>
                <a:gd name="T26" fmla="*/ 146 w 35"/>
                <a:gd name="T27" fmla="*/ 247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41">
                  <a:moveTo>
                    <a:pt x="9" y="13"/>
                  </a:moveTo>
                  <a:cubicBezTo>
                    <a:pt x="13" y="14"/>
                    <a:pt x="14" y="9"/>
                    <a:pt x="12" y="6"/>
                  </a:cubicBezTo>
                  <a:cubicBezTo>
                    <a:pt x="15" y="4"/>
                    <a:pt x="18" y="5"/>
                    <a:pt x="19" y="0"/>
                  </a:cubicBezTo>
                  <a:cubicBezTo>
                    <a:pt x="21" y="1"/>
                    <a:pt x="23" y="1"/>
                    <a:pt x="25" y="1"/>
                  </a:cubicBezTo>
                  <a:cubicBezTo>
                    <a:pt x="26" y="1"/>
                    <a:pt x="29" y="0"/>
                    <a:pt x="30" y="1"/>
                  </a:cubicBezTo>
                  <a:cubicBezTo>
                    <a:pt x="32" y="1"/>
                    <a:pt x="33" y="4"/>
                    <a:pt x="35" y="4"/>
                  </a:cubicBezTo>
                  <a:cubicBezTo>
                    <a:pt x="32" y="8"/>
                    <a:pt x="30" y="9"/>
                    <a:pt x="30" y="14"/>
                  </a:cubicBezTo>
                  <a:cubicBezTo>
                    <a:pt x="30" y="17"/>
                    <a:pt x="28" y="21"/>
                    <a:pt x="29" y="23"/>
                  </a:cubicBezTo>
                  <a:cubicBezTo>
                    <a:pt x="24" y="23"/>
                    <a:pt x="18" y="28"/>
                    <a:pt x="18" y="33"/>
                  </a:cubicBezTo>
                  <a:cubicBezTo>
                    <a:pt x="14" y="32"/>
                    <a:pt x="9" y="38"/>
                    <a:pt x="9" y="41"/>
                  </a:cubicBezTo>
                  <a:cubicBezTo>
                    <a:pt x="8" y="40"/>
                    <a:pt x="7" y="39"/>
                    <a:pt x="5" y="39"/>
                  </a:cubicBezTo>
                  <a:cubicBezTo>
                    <a:pt x="5" y="37"/>
                    <a:pt x="2" y="36"/>
                    <a:pt x="0" y="35"/>
                  </a:cubicBezTo>
                  <a:cubicBezTo>
                    <a:pt x="4" y="32"/>
                    <a:pt x="5" y="28"/>
                    <a:pt x="3" y="24"/>
                  </a:cubicBezTo>
                  <a:cubicBezTo>
                    <a:pt x="8" y="21"/>
                    <a:pt x="9" y="17"/>
                    <a:pt x="9" y="13"/>
                  </a:cubicBezTo>
                  <a:close/>
                </a:path>
              </a:pathLst>
            </a:custGeom>
            <a:solidFill>
              <a:srgbClr val="A3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6" name="Freeform 1566">
              <a:extLst>
                <a:ext uri="{FF2B5EF4-FFF2-40B4-BE49-F238E27FC236}">
                  <a16:creationId xmlns:a16="http://schemas.microsoft.com/office/drawing/2014/main" id="{8740C1D5-EFD9-43F2-BD14-59C1E4FB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709"/>
              <a:ext cx="22" cy="32"/>
            </a:xfrm>
            <a:custGeom>
              <a:avLst/>
              <a:gdLst>
                <a:gd name="T0" fmla="*/ 103 w 9"/>
                <a:gd name="T1" fmla="*/ 0 h 12"/>
                <a:gd name="T2" fmla="*/ 12 w 9"/>
                <a:gd name="T3" fmla="*/ 93 h 12"/>
                <a:gd name="T4" fmla="*/ 132 w 9"/>
                <a:gd name="T5" fmla="*/ 227 h 12"/>
                <a:gd name="T6" fmla="*/ 103 w 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7" y="0"/>
                  </a:moveTo>
                  <a:cubicBezTo>
                    <a:pt x="5" y="1"/>
                    <a:pt x="1" y="2"/>
                    <a:pt x="1" y="5"/>
                  </a:cubicBezTo>
                  <a:cubicBezTo>
                    <a:pt x="0" y="8"/>
                    <a:pt x="6" y="12"/>
                    <a:pt x="9" y="12"/>
                  </a:cubicBezTo>
                  <a:cubicBezTo>
                    <a:pt x="7" y="9"/>
                    <a:pt x="2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7" name="Freeform 1567">
              <a:extLst>
                <a:ext uri="{FF2B5EF4-FFF2-40B4-BE49-F238E27FC236}">
                  <a16:creationId xmlns:a16="http://schemas.microsoft.com/office/drawing/2014/main" id="{2AEBF8A9-6E83-44F3-AE6B-9B6C5FFEE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685"/>
              <a:ext cx="12" cy="35"/>
            </a:xfrm>
            <a:custGeom>
              <a:avLst/>
              <a:gdLst>
                <a:gd name="T0" fmla="*/ 58 w 5"/>
                <a:gd name="T1" fmla="*/ 253 h 13"/>
                <a:gd name="T2" fmla="*/ 0 w 5"/>
                <a:gd name="T3" fmla="*/ 94 h 13"/>
                <a:gd name="T4" fmla="*/ 70 w 5"/>
                <a:gd name="T5" fmla="*/ 0 h 13"/>
                <a:gd name="T6" fmla="*/ 58 w 5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4" y="13"/>
                  </a:moveTo>
                  <a:cubicBezTo>
                    <a:pt x="2" y="11"/>
                    <a:pt x="0" y="7"/>
                    <a:pt x="0" y="5"/>
                  </a:cubicBezTo>
                  <a:cubicBezTo>
                    <a:pt x="0" y="2"/>
                    <a:pt x="3" y="1"/>
                    <a:pt x="5" y="0"/>
                  </a:cubicBezTo>
                  <a:cubicBezTo>
                    <a:pt x="1" y="3"/>
                    <a:pt x="0" y="8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8" name="Freeform 1568">
              <a:extLst>
                <a:ext uri="{FF2B5EF4-FFF2-40B4-BE49-F238E27FC236}">
                  <a16:creationId xmlns:a16="http://schemas.microsoft.com/office/drawing/2014/main" id="{FFEE2307-3125-4C64-8E01-4F106D039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659"/>
              <a:ext cx="20" cy="32"/>
            </a:xfrm>
            <a:custGeom>
              <a:avLst/>
              <a:gdLst>
                <a:gd name="T0" fmla="*/ 125 w 8"/>
                <a:gd name="T1" fmla="*/ 0 h 12"/>
                <a:gd name="T2" fmla="*/ 0 w 8"/>
                <a:gd name="T3" fmla="*/ 93 h 12"/>
                <a:gd name="T4" fmla="*/ 33 w 8"/>
                <a:gd name="T5" fmla="*/ 136 h 12"/>
                <a:gd name="T6" fmla="*/ 113 w 8"/>
                <a:gd name="T7" fmla="*/ 227 h 12"/>
                <a:gd name="T8" fmla="*/ 125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0"/>
                    <a:pt x="0" y="2"/>
                    <a:pt x="0" y="5"/>
                  </a:cubicBezTo>
                  <a:cubicBezTo>
                    <a:pt x="0" y="7"/>
                    <a:pt x="1" y="7"/>
                    <a:pt x="2" y="7"/>
                  </a:cubicBezTo>
                  <a:cubicBezTo>
                    <a:pt x="4" y="8"/>
                    <a:pt x="5" y="10"/>
                    <a:pt x="7" y="12"/>
                  </a:cubicBezTo>
                  <a:cubicBezTo>
                    <a:pt x="3" y="9"/>
                    <a:pt x="2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9" name="Freeform 1569">
              <a:extLst>
                <a:ext uri="{FF2B5EF4-FFF2-40B4-BE49-F238E27FC236}">
                  <a16:creationId xmlns:a16="http://schemas.microsoft.com/office/drawing/2014/main" id="{BEA92108-B042-456E-9E89-6BCC22A0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667"/>
              <a:ext cx="25" cy="34"/>
            </a:xfrm>
            <a:custGeom>
              <a:avLst/>
              <a:gdLst>
                <a:gd name="T0" fmla="*/ 0 w 10"/>
                <a:gd name="T1" fmla="*/ 233 h 13"/>
                <a:gd name="T2" fmla="*/ 158 w 10"/>
                <a:gd name="T3" fmla="*/ 89 h 13"/>
                <a:gd name="T4" fmla="*/ 20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2" y="8"/>
                    <a:pt x="3" y="0"/>
                    <a:pt x="10" y="5"/>
                  </a:cubicBezTo>
                  <a:cubicBezTo>
                    <a:pt x="7" y="3"/>
                    <a:pt x="3" y="6"/>
                    <a:pt x="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0" name="Freeform 1570">
              <a:extLst>
                <a:ext uri="{FF2B5EF4-FFF2-40B4-BE49-F238E27FC236}">
                  <a16:creationId xmlns:a16="http://schemas.microsoft.com/office/drawing/2014/main" id="{E3EBF8D9-747C-4CC9-A297-D0CAD8173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677"/>
              <a:ext cx="40" cy="38"/>
            </a:xfrm>
            <a:custGeom>
              <a:avLst/>
              <a:gdLst>
                <a:gd name="T0" fmla="*/ 0 w 16"/>
                <a:gd name="T1" fmla="*/ 280 h 14"/>
                <a:gd name="T2" fmla="*/ 125 w 16"/>
                <a:gd name="T3" fmla="*/ 60 h 14"/>
                <a:gd name="T4" fmla="*/ 250 w 16"/>
                <a:gd name="T5" fmla="*/ 103 h 14"/>
                <a:gd name="T6" fmla="*/ 33 w 16"/>
                <a:gd name="T7" fmla="*/ 2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0" y="14"/>
                  </a:moveTo>
                  <a:cubicBezTo>
                    <a:pt x="2" y="10"/>
                    <a:pt x="5" y="6"/>
                    <a:pt x="8" y="3"/>
                  </a:cubicBezTo>
                  <a:cubicBezTo>
                    <a:pt x="11" y="0"/>
                    <a:pt x="14" y="3"/>
                    <a:pt x="16" y="5"/>
                  </a:cubicBezTo>
                  <a:cubicBezTo>
                    <a:pt x="11" y="2"/>
                    <a:pt x="4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1" name="Freeform 1571">
              <a:extLst>
                <a:ext uri="{FF2B5EF4-FFF2-40B4-BE49-F238E27FC236}">
                  <a16:creationId xmlns:a16="http://schemas.microsoft.com/office/drawing/2014/main" id="{3577A478-8212-46B5-AFEA-7D3F0FFF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648"/>
              <a:ext cx="22" cy="11"/>
            </a:xfrm>
            <a:custGeom>
              <a:avLst/>
              <a:gdLst>
                <a:gd name="T0" fmla="*/ 0 w 9"/>
                <a:gd name="T1" fmla="*/ 61 h 4"/>
                <a:gd name="T2" fmla="*/ 132 w 9"/>
                <a:gd name="T3" fmla="*/ 47 h 4"/>
                <a:gd name="T4" fmla="*/ 12 w 9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2" y="0"/>
                    <a:pt x="7" y="2"/>
                    <a:pt x="9" y="2"/>
                  </a:cubicBezTo>
                  <a:cubicBezTo>
                    <a:pt x="6" y="2"/>
                    <a:pt x="4" y="4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2" name="Freeform 1572">
              <a:extLst>
                <a:ext uri="{FF2B5EF4-FFF2-40B4-BE49-F238E27FC236}">
                  <a16:creationId xmlns:a16="http://schemas.microsoft.com/office/drawing/2014/main" id="{5E44F6C6-A726-4AAF-823A-8C90FBBAD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659"/>
              <a:ext cx="15" cy="26"/>
            </a:xfrm>
            <a:custGeom>
              <a:avLst/>
              <a:gdLst>
                <a:gd name="T0" fmla="*/ 95 w 6"/>
                <a:gd name="T1" fmla="*/ 0 h 10"/>
                <a:gd name="T2" fmla="*/ 0 w 6"/>
                <a:gd name="T3" fmla="*/ 88 h 10"/>
                <a:gd name="T4" fmla="*/ 95 w 6"/>
                <a:gd name="T5" fmla="*/ 177 h 10"/>
                <a:gd name="T6" fmla="*/ 83 w 6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0"/>
                    <a:pt x="1" y="3"/>
                    <a:pt x="0" y="5"/>
                  </a:cubicBezTo>
                  <a:cubicBezTo>
                    <a:pt x="0" y="9"/>
                    <a:pt x="4" y="9"/>
                    <a:pt x="6" y="10"/>
                  </a:cubicBezTo>
                  <a:cubicBezTo>
                    <a:pt x="1" y="7"/>
                    <a:pt x="3" y="4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3" name="Freeform 1573">
              <a:extLst>
                <a:ext uri="{FF2B5EF4-FFF2-40B4-BE49-F238E27FC236}">
                  <a16:creationId xmlns:a16="http://schemas.microsoft.com/office/drawing/2014/main" id="{6EA78E0E-7404-41B7-83FD-A242F544C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637"/>
              <a:ext cx="28" cy="30"/>
            </a:xfrm>
            <a:custGeom>
              <a:avLst/>
              <a:gdLst>
                <a:gd name="T0" fmla="*/ 181 w 11"/>
                <a:gd name="T1" fmla="*/ 0 h 11"/>
                <a:gd name="T2" fmla="*/ 33 w 11"/>
                <a:gd name="T3" fmla="*/ 60 h 11"/>
                <a:gd name="T4" fmla="*/ 51 w 11"/>
                <a:gd name="T5" fmla="*/ 224 h 11"/>
                <a:gd name="T6" fmla="*/ 150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8" y="0"/>
                    <a:pt x="4" y="1"/>
                    <a:pt x="2" y="3"/>
                  </a:cubicBezTo>
                  <a:cubicBezTo>
                    <a:pt x="0" y="6"/>
                    <a:pt x="2" y="8"/>
                    <a:pt x="3" y="11"/>
                  </a:cubicBezTo>
                  <a:cubicBezTo>
                    <a:pt x="2" y="6"/>
                    <a:pt x="6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4" name="Freeform 1574">
              <a:extLst>
                <a:ext uri="{FF2B5EF4-FFF2-40B4-BE49-F238E27FC236}">
                  <a16:creationId xmlns:a16="http://schemas.microsoft.com/office/drawing/2014/main" id="{6DDDC7ED-80F6-45AD-BB16-E21EDA7F0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693"/>
              <a:ext cx="23" cy="35"/>
            </a:xfrm>
            <a:custGeom>
              <a:avLst/>
              <a:gdLst>
                <a:gd name="T0" fmla="*/ 130 w 9"/>
                <a:gd name="T1" fmla="*/ 22 h 13"/>
                <a:gd name="T2" fmla="*/ 118 w 9"/>
                <a:gd name="T3" fmla="*/ 253 h 13"/>
                <a:gd name="T4" fmla="*/ 151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8" y="1"/>
                  </a:moveTo>
                  <a:cubicBezTo>
                    <a:pt x="6" y="3"/>
                    <a:pt x="0" y="13"/>
                    <a:pt x="7" y="13"/>
                  </a:cubicBezTo>
                  <a:cubicBezTo>
                    <a:pt x="5" y="11"/>
                    <a:pt x="6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5" name="Freeform 1575">
              <a:extLst>
                <a:ext uri="{FF2B5EF4-FFF2-40B4-BE49-F238E27FC236}">
                  <a16:creationId xmlns:a16="http://schemas.microsoft.com/office/drawing/2014/main" id="{77054513-BFF7-4F40-9993-6058551C7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736"/>
              <a:ext cx="27" cy="35"/>
            </a:xfrm>
            <a:custGeom>
              <a:avLst/>
              <a:gdLst>
                <a:gd name="T0" fmla="*/ 71 w 11"/>
                <a:gd name="T1" fmla="*/ 0 h 13"/>
                <a:gd name="T2" fmla="*/ 12 w 11"/>
                <a:gd name="T3" fmla="*/ 159 h 13"/>
                <a:gd name="T4" fmla="*/ 162 w 11"/>
                <a:gd name="T5" fmla="*/ 253 h 13"/>
                <a:gd name="T6" fmla="*/ 61 w 11"/>
                <a:gd name="T7" fmla="*/ 22 h 13"/>
                <a:gd name="T8" fmla="*/ 71 w 11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4" y="2"/>
                    <a:pt x="0" y="5"/>
                    <a:pt x="1" y="8"/>
                  </a:cubicBezTo>
                  <a:cubicBezTo>
                    <a:pt x="2" y="13"/>
                    <a:pt x="8" y="13"/>
                    <a:pt x="11" y="13"/>
                  </a:cubicBezTo>
                  <a:cubicBezTo>
                    <a:pt x="4" y="13"/>
                    <a:pt x="3" y="7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6" name="Freeform 1576">
              <a:extLst>
                <a:ext uri="{FF2B5EF4-FFF2-40B4-BE49-F238E27FC236}">
                  <a16:creationId xmlns:a16="http://schemas.microsoft.com/office/drawing/2014/main" id="{AA8FCDDB-B804-413E-A8B1-9F1E8028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781"/>
              <a:ext cx="45" cy="24"/>
            </a:xfrm>
            <a:custGeom>
              <a:avLst/>
              <a:gdLst>
                <a:gd name="T0" fmla="*/ 50 w 18"/>
                <a:gd name="T1" fmla="*/ 171 h 9"/>
                <a:gd name="T2" fmla="*/ 50 w 18"/>
                <a:gd name="T3" fmla="*/ 0 h 9"/>
                <a:gd name="T4" fmla="*/ 283 w 18"/>
                <a:gd name="T5" fmla="*/ 77 h 9"/>
                <a:gd name="T6" fmla="*/ 95 w 18"/>
                <a:gd name="T7" fmla="*/ 77 h 9"/>
                <a:gd name="T8" fmla="*/ 33 w 18"/>
                <a:gd name="T9" fmla="*/ 115 h 9"/>
                <a:gd name="T10" fmla="*/ 50 w 18"/>
                <a:gd name="T11" fmla="*/ 17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9">
                  <a:moveTo>
                    <a:pt x="3" y="9"/>
                  </a:moveTo>
                  <a:cubicBezTo>
                    <a:pt x="1" y="8"/>
                    <a:pt x="0" y="1"/>
                    <a:pt x="3" y="0"/>
                  </a:cubicBezTo>
                  <a:cubicBezTo>
                    <a:pt x="6" y="4"/>
                    <a:pt x="13" y="5"/>
                    <a:pt x="18" y="4"/>
                  </a:cubicBezTo>
                  <a:cubicBezTo>
                    <a:pt x="13" y="6"/>
                    <a:pt x="10" y="5"/>
                    <a:pt x="6" y="4"/>
                  </a:cubicBezTo>
                  <a:cubicBezTo>
                    <a:pt x="4" y="4"/>
                    <a:pt x="2" y="4"/>
                    <a:pt x="2" y="6"/>
                  </a:cubicBezTo>
                  <a:cubicBezTo>
                    <a:pt x="2" y="7"/>
                    <a:pt x="2" y="8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7" name="Freeform 1577">
              <a:extLst>
                <a:ext uri="{FF2B5EF4-FFF2-40B4-BE49-F238E27FC236}">
                  <a16:creationId xmlns:a16="http://schemas.microsoft.com/office/drawing/2014/main" id="{5F9FA314-E2EB-40C7-82CD-12B71CE89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803"/>
              <a:ext cx="43" cy="45"/>
            </a:xfrm>
            <a:custGeom>
              <a:avLst/>
              <a:gdLst>
                <a:gd name="T0" fmla="*/ 20 w 17"/>
                <a:gd name="T1" fmla="*/ 281 h 17"/>
                <a:gd name="T2" fmla="*/ 20 w 17"/>
                <a:gd name="T3" fmla="*/ 204 h 17"/>
                <a:gd name="T4" fmla="*/ 83 w 17"/>
                <a:gd name="T5" fmla="*/ 169 h 17"/>
                <a:gd name="T6" fmla="*/ 276 w 17"/>
                <a:gd name="T7" fmla="*/ 0 h 17"/>
                <a:gd name="T8" fmla="*/ 225 w 17"/>
                <a:gd name="T9" fmla="*/ 56 h 17"/>
                <a:gd name="T10" fmla="*/ 147 w 17"/>
                <a:gd name="T11" fmla="*/ 148 h 17"/>
                <a:gd name="T12" fmla="*/ 129 w 17"/>
                <a:gd name="T13" fmla="*/ 204 h 17"/>
                <a:gd name="T14" fmla="*/ 83 w 17"/>
                <a:gd name="T15" fmla="*/ 225 h 17"/>
                <a:gd name="T16" fmla="*/ 51 w 17"/>
                <a:gd name="T17" fmla="*/ 294 h 17"/>
                <a:gd name="T18" fmla="*/ 51 w 17"/>
                <a:gd name="T19" fmla="*/ 294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7">
                  <a:moveTo>
                    <a:pt x="1" y="15"/>
                  </a:moveTo>
                  <a:cubicBezTo>
                    <a:pt x="0" y="14"/>
                    <a:pt x="0" y="12"/>
                    <a:pt x="1" y="11"/>
                  </a:cubicBezTo>
                  <a:cubicBezTo>
                    <a:pt x="1" y="9"/>
                    <a:pt x="3" y="9"/>
                    <a:pt x="5" y="9"/>
                  </a:cubicBezTo>
                  <a:cubicBezTo>
                    <a:pt x="10" y="7"/>
                    <a:pt x="12" y="2"/>
                    <a:pt x="17" y="0"/>
                  </a:cubicBezTo>
                  <a:cubicBezTo>
                    <a:pt x="17" y="2"/>
                    <a:pt x="15" y="2"/>
                    <a:pt x="14" y="3"/>
                  </a:cubicBezTo>
                  <a:cubicBezTo>
                    <a:pt x="13" y="5"/>
                    <a:pt x="11" y="7"/>
                    <a:pt x="9" y="8"/>
                  </a:cubicBezTo>
                  <a:cubicBezTo>
                    <a:pt x="9" y="9"/>
                    <a:pt x="9" y="10"/>
                    <a:pt x="8" y="11"/>
                  </a:cubicBezTo>
                  <a:cubicBezTo>
                    <a:pt x="7" y="12"/>
                    <a:pt x="6" y="12"/>
                    <a:pt x="5" y="12"/>
                  </a:cubicBezTo>
                  <a:cubicBezTo>
                    <a:pt x="3" y="13"/>
                    <a:pt x="4" y="15"/>
                    <a:pt x="3" y="16"/>
                  </a:cubicBezTo>
                  <a:cubicBezTo>
                    <a:pt x="3" y="17"/>
                    <a:pt x="3" y="17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8" name="Freeform 1578">
              <a:extLst>
                <a:ext uri="{FF2B5EF4-FFF2-40B4-BE49-F238E27FC236}">
                  <a16:creationId xmlns:a16="http://schemas.microsoft.com/office/drawing/2014/main" id="{C0EC0DE9-D543-4DB3-AB97-53F67BC18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805"/>
              <a:ext cx="25" cy="30"/>
            </a:xfrm>
            <a:custGeom>
              <a:avLst/>
              <a:gdLst>
                <a:gd name="T0" fmla="*/ 158 w 10"/>
                <a:gd name="T1" fmla="*/ 22 h 11"/>
                <a:gd name="T2" fmla="*/ 83 w 10"/>
                <a:gd name="T3" fmla="*/ 38 h 11"/>
                <a:gd name="T4" fmla="*/ 0 w 10"/>
                <a:gd name="T5" fmla="*/ 224 h 11"/>
                <a:gd name="T6" fmla="*/ 158 w 10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0" y="1"/>
                  </a:moveTo>
                  <a:cubicBezTo>
                    <a:pt x="8" y="1"/>
                    <a:pt x="7" y="0"/>
                    <a:pt x="5" y="2"/>
                  </a:cubicBezTo>
                  <a:cubicBezTo>
                    <a:pt x="3" y="4"/>
                    <a:pt x="1" y="8"/>
                    <a:pt x="0" y="11"/>
                  </a:cubicBezTo>
                  <a:cubicBezTo>
                    <a:pt x="4" y="8"/>
                    <a:pt x="5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9" name="Freeform 1579">
              <a:extLst>
                <a:ext uri="{FF2B5EF4-FFF2-40B4-BE49-F238E27FC236}">
                  <a16:creationId xmlns:a16="http://schemas.microsoft.com/office/drawing/2014/main" id="{59DC80B6-95D6-4D05-8DB9-27CA1042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808"/>
              <a:ext cx="25" cy="40"/>
            </a:xfrm>
            <a:custGeom>
              <a:avLst/>
              <a:gdLst>
                <a:gd name="T0" fmla="*/ 158 w 10"/>
                <a:gd name="T1" fmla="*/ 0 h 15"/>
                <a:gd name="T2" fmla="*/ 0 w 10"/>
                <a:gd name="T3" fmla="*/ 285 h 15"/>
                <a:gd name="T4" fmla="*/ 20 w 10"/>
                <a:gd name="T5" fmla="*/ 192 h 15"/>
                <a:gd name="T6" fmla="*/ 95 w 10"/>
                <a:gd name="T7" fmla="*/ 77 h 15"/>
                <a:gd name="T8" fmla="*/ 125 w 10"/>
                <a:gd name="T9" fmla="*/ 21 h 15"/>
                <a:gd name="T10" fmla="*/ 158 w 10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2" y="0"/>
                    <a:pt x="0" y="9"/>
                    <a:pt x="0" y="15"/>
                  </a:cubicBezTo>
                  <a:cubicBezTo>
                    <a:pt x="0" y="13"/>
                    <a:pt x="1" y="12"/>
                    <a:pt x="1" y="10"/>
                  </a:cubicBezTo>
                  <a:cubicBezTo>
                    <a:pt x="3" y="8"/>
                    <a:pt x="4" y="6"/>
                    <a:pt x="6" y="4"/>
                  </a:cubicBezTo>
                  <a:cubicBezTo>
                    <a:pt x="6" y="3"/>
                    <a:pt x="7" y="2"/>
                    <a:pt x="8" y="1"/>
                  </a:cubicBezTo>
                  <a:cubicBezTo>
                    <a:pt x="9" y="1"/>
                    <a:pt x="9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0" name="Freeform 1580">
              <a:extLst>
                <a:ext uri="{FF2B5EF4-FFF2-40B4-BE49-F238E27FC236}">
                  <a16:creationId xmlns:a16="http://schemas.microsoft.com/office/drawing/2014/main" id="{7E7AC107-7CC3-4DA0-88BC-A72BA878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95"/>
              <a:ext cx="13" cy="29"/>
            </a:xfrm>
            <a:custGeom>
              <a:avLst/>
              <a:gdLst>
                <a:gd name="T0" fmla="*/ 68 w 5"/>
                <a:gd name="T1" fmla="*/ 0 h 11"/>
                <a:gd name="T2" fmla="*/ 68 w 5"/>
                <a:gd name="T3" fmla="*/ 200 h 11"/>
                <a:gd name="T4" fmla="*/ 68 w 5"/>
                <a:gd name="T5" fmla="*/ 76 h 11"/>
                <a:gd name="T6" fmla="*/ 68 w 5"/>
                <a:gd name="T7" fmla="*/ 2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0" y="1"/>
                    <a:pt x="3" y="9"/>
                    <a:pt x="4" y="11"/>
                  </a:cubicBezTo>
                  <a:cubicBezTo>
                    <a:pt x="5" y="9"/>
                    <a:pt x="3" y="7"/>
                    <a:pt x="4" y="4"/>
                  </a:cubicBezTo>
                  <a:cubicBezTo>
                    <a:pt x="5" y="2"/>
                    <a:pt x="5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1" name="Freeform 1581">
              <a:extLst>
                <a:ext uri="{FF2B5EF4-FFF2-40B4-BE49-F238E27FC236}">
                  <a16:creationId xmlns:a16="http://schemas.microsoft.com/office/drawing/2014/main" id="{5E29458A-B8C9-4EE2-93F6-B7208D16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763"/>
              <a:ext cx="38" cy="32"/>
            </a:xfrm>
            <a:custGeom>
              <a:avLst/>
              <a:gdLst>
                <a:gd name="T0" fmla="*/ 0 w 15"/>
                <a:gd name="T1" fmla="*/ 136 h 12"/>
                <a:gd name="T2" fmla="*/ 243 w 15"/>
                <a:gd name="T3" fmla="*/ 77 h 12"/>
                <a:gd name="T4" fmla="*/ 96 w 15"/>
                <a:gd name="T5" fmla="*/ 115 h 12"/>
                <a:gd name="T6" fmla="*/ 96 w 15"/>
                <a:gd name="T7" fmla="*/ 227 h 12"/>
                <a:gd name="T8" fmla="*/ 20 w 15"/>
                <a:gd name="T9" fmla="*/ 1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7"/>
                  </a:moveTo>
                  <a:cubicBezTo>
                    <a:pt x="1" y="0"/>
                    <a:pt x="10" y="2"/>
                    <a:pt x="15" y="4"/>
                  </a:cubicBezTo>
                  <a:cubicBezTo>
                    <a:pt x="12" y="2"/>
                    <a:pt x="8" y="4"/>
                    <a:pt x="6" y="6"/>
                  </a:cubicBezTo>
                  <a:cubicBezTo>
                    <a:pt x="3" y="8"/>
                    <a:pt x="6" y="10"/>
                    <a:pt x="6" y="12"/>
                  </a:cubicBezTo>
                  <a:cubicBezTo>
                    <a:pt x="5" y="12"/>
                    <a:pt x="2" y="10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2" name="Freeform 1582">
              <a:extLst>
                <a:ext uri="{FF2B5EF4-FFF2-40B4-BE49-F238E27FC236}">
                  <a16:creationId xmlns:a16="http://schemas.microsoft.com/office/drawing/2014/main" id="{0BC44364-7D79-41B7-81F7-19DEDEED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704"/>
              <a:ext cx="25" cy="27"/>
            </a:xfrm>
            <a:custGeom>
              <a:avLst/>
              <a:gdLst>
                <a:gd name="T0" fmla="*/ 0 w 10"/>
                <a:gd name="T1" fmla="*/ 197 h 10"/>
                <a:gd name="T2" fmla="*/ 158 w 10"/>
                <a:gd name="T3" fmla="*/ 81 h 10"/>
                <a:gd name="T4" fmla="*/ 95 w 10"/>
                <a:gd name="T5" fmla="*/ 116 h 10"/>
                <a:gd name="T6" fmla="*/ 33 w 10"/>
                <a:gd name="T7" fmla="*/ 1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2" y="8"/>
                    <a:pt x="6" y="0"/>
                    <a:pt x="10" y="4"/>
                  </a:cubicBezTo>
                  <a:cubicBezTo>
                    <a:pt x="8" y="3"/>
                    <a:pt x="7" y="5"/>
                    <a:pt x="6" y="6"/>
                  </a:cubicBezTo>
                  <a:cubicBezTo>
                    <a:pt x="5" y="7"/>
                    <a:pt x="2" y="7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3" name="Freeform 1583">
              <a:extLst>
                <a:ext uri="{FF2B5EF4-FFF2-40B4-BE49-F238E27FC236}">
                  <a16:creationId xmlns:a16="http://schemas.microsoft.com/office/drawing/2014/main" id="{2920769F-D49B-48EE-AABE-7B5821852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739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145 w 10"/>
                <a:gd name="T3" fmla="*/ 35 h 6"/>
                <a:gd name="T4" fmla="*/ 125 w 10"/>
                <a:gd name="T5" fmla="*/ 93 h 6"/>
                <a:gd name="T6" fmla="*/ 50 w 10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2" y="5"/>
                    <a:pt x="7" y="0"/>
                    <a:pt x="9" y="2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7" y="6"/>
                    <a:pt x="5" y="4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4" name="Freeform 1584">
              <a:extLst>
                <a:ext uri="{FF2B5EF4-FFF2-40B4-BE49-F238E27FC236}">
                  <a16:creationId xmlns:a16="http://schemas.microsoft.com/office/drawing/2014/main" id="{BB6B122C-0FBE-4154-942C-DC4C02BBD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629"/>
              <a:ext cx="18" cy="16"/>
            </a:xfrm>
            <a:custGeom>
              <a:avLst/>
              <a:gdLst>
                <a:gd name="T0" fmla="*/ 21 w 7"/>
                <a:gd name="T1" fmla="*/ 115 h 6"/>
                <a:gd name="T2" fmla="*/ 118 w 7"/>
                <a:gd name="T3" fmla="*/ 0 h 6"/>
                <a:gd name="T4" fmla="*/ 33 w 7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0" y="1"/>
                    <a:pt x="3" y="0"/>
                    <a:pt x="7" y="0"/>
                  </a:cubicBezTo>
                  <a:cubicBezTo>
                    <a:pt x="5" y="2"/>
                    <a:pt x="2" y="2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5" name="Freeform 1585">
              <a:extLst>
                <a:ext uri="{FF2B5EF4-FFF2-40B4-BE49-F238E27FC236}">
                  <a16:creationId xmlns:a16="http://schemas.microsoft.com/office/drawing/2014/main" id="{BF20F2DC-9B10-4BF7-A96C-8C9FC61C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40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63 w 4"/>
                <a:gd name="T3" fmla="*/ 83 h 4"/>
                <a:gd name="T4" fmla="*/ 20 w 4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2" y="0"/>
                    <a:pt x="3" y="3"/>
                    <a:pt x="4" y="4"/>
                  </a:cubicBezTo>
                  <a:cubicBezTo>
                    <a:pt x="3" y="3"/>
                    <a:pt x="2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6" name="Freeform 1586">
              <a:extLst>
                <a:ext uri="{FF2B5EF4-FFF2-40B4-BE49-F238E27FC236}">
                  <a16:creationId xmlns:a16="http://schemas.microsoft.com/office/drawing/2014/main" id="{CC875A5F-3945-49FA-B544-930E680F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659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33 h 4"/>
                <a:gd name="T4" fmla="*/ 0 w 4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3" y="0"/>
                    <a:pt x="4" y="2"/>
                  </a:cubicBezTo>
                  <a:cubicBezTo>
                    <a:pt x="3" y="2"/>
                    <a:pt x="1" y="3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7" name="Freeform 1587">
              <a:extLst>
                <a:ext uri="{FF2B5EF4-FFF2-40B4-BE49-F238E27FC236}">
                  <a16:creationId xmlns:a16="http://schemas.microsoft.com/office/drawing/2014/main" id="{E8BF9D2F-C135-4505-B5C4-09F2AC965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827"/>
              <a:ext cx="55" cy="45"/>
            </a:xfrm>
            <a:custGeom>
              <a:avLst/>
              <a:gdLst>
                <a:gd name="T0" fmla="*/ 0 w 22"/>
                <a:gd name="T1" fmla="*/ 281 h 17"/>
                <a:gd name="T2" fmla="*/ 125 w 22"/>
                <a:gd name="T3" fmla="*/ 259 h 17"/>
                <a:gd name="T4" fmla="*/ 300 w 22"/>
                <a:gd name="T5" fmla="*/ 238 h 17"/>
                <a:gd name="T6" fmla="*/ 300 w 22"/>
                <a:gd name="T7" fmla="*/ 169 h 17"/>
                <a:gd name="T8" fmla="*/ 220 w 22"/>
                <a:gd name="T9" fmla="*/ 0 h 17"/>
                <a:gd name="T10" fmla="*/ 220 w 22"/>
                <a:gd name="T11" fmla="*/ 148 h 17"/>
                <a:gd name="T12" fmla="*/ 50 w 22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7">
                  <a:moveTo>
                    <a:pt x="0" y="15"/>
                  </a:moveTo>
                  <a:cubicBezTo>
                    <a:pt x="3" y="17"/>
                    <a:pt x="5" y="15"/>
                    <a:pt x="8" y="14"/>
                  </a:cubicBezTo>
                  <a:cubicBezTo>
                    <a:pt x="12" y="13"/>
                    <a:pt x="16" y="14"/>
                    <a:pt x="19" y="13"/>
                  </a:cubicBezTo>
                  <a:cubicBezTo>
                    <a:pt x="22" y="11"/>
                    <a:pt x="21" y="11"/>
                    <a:pt x="19" y="9"/>
                  </a:cubicBezTo>
                  <a:cubicBezTo>
                    <a:pt x="17" y="7"/>
                    <a:pt x="15" y="3"/>
                    <a:pt x="14" y="0"/>
                  </a:cubicBezTo>
                  <a:cubicBezTo>
                    <a:pt x="13" y="3"/>
                    <a:pt x="16" y="6"/>
                    <a:pt x="14" y="8"/>
                  </a:cubicBezTo>
                  <a:cubicBezTo>
                    <a:pt x="12" y="11"/>
                    <a:pt x="6" y="13"/>
                    <a:pt x="3" y="14"/>
                  </a:cubicBezTo>
                </a:path>
              </a:pathLst>
            </a:custGeom>
            <a:solidFill>
              <a:srgbClr val="CB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8" name="Freeform 1588">
              <a:extLst>
                <a:ext uri="{FF2B5EF4-FFF2-40B4-BE49-F238E27FC236}">
                  <a16:creationId xmlns:a16="http://schemas.microsoft.com/office/drawing/2014/main" id="{200D6DA1-3C54-4B9D-B95D-36C1A7666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771"/>
              <a:ext cx="35" cy="42"/>
            </a:xfrm>
            <a:custGeom>
              <a:avLst/>
              <a:gdLst>
                <a:gd name="T0" fmla="*/ 0 w 14"/>
                <a:gd name="T1" fmla="*/ 255 h 16"/>
                <a:gd name="T2" fmla="*/ 113 w 14"/>
                <a:gd name="T3" fmla="*/ 255 h 16"/>
                <a:gd name="T4" fmla="*/ 175 w 14"/>
                <a:gd name="T5" fmla="*/ 144 h 16"/>
                <a:gd name="T6" fmla="*/ 188 w 14"/>
                <a:gd name="T7" fmla="*/ 55 h 16"/>
                <a:gd name="T8" fmla="*/ 95 w 14"/>
                <a:gd name="T9" fmla="*/ 21 h 16"/>
                <a:gd name="T10" fmla="*/ 95 w 14"/>
                <a:gd name="T11" fmla="*/ 22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6">
                  <a:moveTo>
                    <a:pt x="0" y="14"/>
                  </a:moveTo>
                  <a:cubicBezTo>
                    <a:pt x="2" y="14"/>
                    <a:pt x="5" y="16"/>
                    <a:pt x="7" y="14"/>
                  </a:cubicBezTo>
                  <a:cubicBezTo>
                    <a:pt x="9" y="13"/>
                    <a:pt x="10" y="10"/>
                    <a:pt x="11" y="8"/>
                  </a:cubicBezTo>
                  <a:cubicBezTo>
                    <a:pt x="12" y="7"/>
                    <a:pt x="14" y="4"/>
                    <a:pt x="12" y="3"/>
                  </a:cubicBezTo>
                  <a:cubicBezTo>
                    <a:pt x="12" y="2"/>
                    <a:pt x="7" y="0"/>
                    <a:pt x="6" y="1"/>
                  </a:cubicBezTo>
                  <a:cubicBezTo>
                    <a:pt x="9" y="3"/>
                    <a:pt x="8" y="8"/>
                    <a:pt x="6" y="12"/>
                  </a:cubicBezTo>
                </a:path>
              </a:pathLst>
            </a:custGeom>
            <a:solidFill>
              <a:srgbClr val="CB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9" name="Freeform 1589">
              <a:extLst>
                <a:ext uri="{FF2B5EF4-FFF2-40B4-BE49-F238E27FC236}">
                  <a16:creationId xmlns:a16="http://schemas.microsoft.com/office/drawing/2014/main" id="{7F96E0B8-4439-4B1B-9794-1481EC21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688"/>
              <a:ext cx="30" cy="32"/>
            </a:xfrm>
            <a:custGeom>
              <a:avLst/>
              <a:gdLst>
                <a:gd name="T0" fmla="*/ 0 w 12"/>
                <a:gd name="T1" fmla="*/ 136 h 12"/>
                <a:gd name="T2" fmla="*/ 188 w 12"/>
                <a:gd name="T3" fmla="*/ 0 h 12"/>
                <a:gd name="T4" fmla="*/ 33 w 12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7"/>
                  </a:moveTo>
                  <a:cubicBezTo>
                    <a:pt x="7" y="12"/>
                    <a:pt x="8" y="4"/>
                    <a:pt x="12" y="0"/>
                  </a:cubicBezTo>
                  <a:cubicBezTo>
                    <a:pt x="8" y="2"/>
                    <a:pt x="6" y="5"/>
                    <a:pt x="2" y="7"/>
                  </a:cubicBezTo>
                </a:path>
              </a:pathLst>
            </a:custGeom>
            <a:solidFill>
              <a:srgbClr val="CB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0" name="Freeform 1590">
              <a:extLst>
                <a:ext uri="{FF2B5EF4-FFF2-40B4-BE49-F238E27FC236}">
                  <a16:creationId xmlns:a16="http://schemas.microsoft.com/office/drawing/2014/main" id="{2A4AF1F5-6940-4FC6-9847-D647C023F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664"/>
              <a:ext cx="10" cy="40"/>
            </a:xfrm>
            <a:custGeom>
              <a:avLst/>
              <a:gdLst>
                <a:gd name="T0" fmla="*/ 0 w 4"/>
                <a:gd name="T1" fmla="*/ 0 h 15"/>
                <a:gd name="T2" fmla="*/ 50 w 4"/>
                <a:gd name="T3" fmla="*/ 115 h 15"/>
                <a:gd name="T4" fmla="*/ 33 w 4"/>
                <a:gd name="T5" fmla="*/ 285 h 15"/>
                <a:gd name="T6" fmla="*/ 20 w 4"/>
                <a:gd name="T7" fmla="*/ 136 h 15"/>
                <a:gd name="T8" fmla="*/ 0 w 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3" y="1"/>
                    <a:pt x="4" y="2"/>
                    <a:pt x="3" y="6"/>
                  </a:cubicBezTo>
                  <a:cubicBezTo>
                    <a:pt x="3" y="9"/>
                    <a:pt x="3" y="12"/>
                    <a:pt x="2" y="15"/>
                  </a:cubicBezTo>
                  <a:cubicBezTo>
                    <a:pt x="2" y="13"/>
                    <a:pt x="1" y="10"/>
                    <a:pt x="1" y="7"/>
                  </a:cubicBezTo>
                  <a:cubicBezTo>
                    <a:pt x="0" y="5"/>
                    <a:pt x="1" y="2"/>
                    <a:pt x="0" y="0"/>
                  </a:cubicBezTo>
                </a:path>
              </a:pathLst>
            </a:custGeom>
            <a:solidFill>
              <a:srgbClr val="CB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1" name="Freeform 1591">
              <a:extLst>
                <a:ext uri="{FF2B5EF4-FFF2-40B4-BE49-F238E27FC236}">
                  <a16:creationId xmlns:a16="http://schemas.microsoft.com/office/drawing/2014/main" id="{3CB1B46F-A22E-4927-912C-AD4E88E00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733"/>
              <a:ext cx="20" cy="24"/>
            </a:xfrm>
            <a:custGeom>
              <a:avLst/>
              <a:gdLst>
                <a:gd name="T0" fmla="*/ 0 w 8"/>
                <a:gd name="T1" fmla="*/ 115 h 9"/>
                <a:gd name="T2" fmla="*/ 113 w 8"/>
                <a:gd name="T3" fmla="*/ 136 h 9"/>
                <a:gd name="T4" fmla="*/ 33 w 8"/>
                <a:gd name="T5" fmla="*/ 0 h 9"/>
                <a:gd name="T6" fmla="*/ 33 w 8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6"/>
                  </a:moveTo>
                  <a:cubicBezTo>
                    <a:pt x="1" y="7"/>
                    <a:pt x="6" y="9"/>
                    <a:pt x="7" y="7"/>
                  </a:cubicBezTo>
                  <a:cubicBezTo>
                    <a:pt x="8" y="5"/>
                    <a:pt x="3" y="1"/>
                    <a:pt x="2" y="0"/>
                  </a:cubicBezTo>
                  <a:cubicBezTo>
                    <a:pt x="2" y="1"/>
                    <a:pt x="5" y="5"/>
                    <a:pt x="2" y="6"/>
                  </a:cubicBezTo>
                </a:path>
              </a:pathLst>
            </a:custGeom>
            <a:solidFill>
              <a:srgbClr val="CB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2" name="Freeform 1592">
              <a:extLst>
                <a:ext uri="{FF2B5EF4-FFF2-40B4-BE49-F238E27FC236}">
                  <a16:creationId xmlns:a16="http://schemas.microsoft.com/office/drawing/2014/main" id="{994995D3-2CAF-451E-AAAF-3A1248BF9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763"/>
              <a:ext cx="22" cy="16"/>
            </a:xfrm>
            <a:custGeom>
              <a:avLst/>
              <a:gdLst>
                <a:gd name="T0" fmla="*/ 0 w 9"/>
                <a:gd name="T1" fmla="*/ 93 h 6"/>
                <a:gd name="T2" fmla="*/ 120 w 9"/>
                <a:gd name="T3" fmla="*/ 56 h 6"/>
                <a:gd name="T4" fmla="*/ 42 w 9"/>
                <a:gd name="T5" fmla="*/ 0 h 6"/>
                <a:gd name="T6" fmla="*/ 59 w 9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2" y="6"/>
                    <a:pt x="7" y="5"/>
                    <a:pt x="8" y="3"/>
                  </a:cubicBezTo>
                  <a:cubicBezTo>
                    <a:pt x="9" y="0"/>
                    <a:pt x="5" y="1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</a:path>
              </a:pathLst>
            </a:custGeom>
            <a:solidFill>
              <a:srgbClr val="CB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3" name="Freeform 1593">
              <a:extLst>
                <a:ext uri="{FF2B5EF4-FFF2-40B4-BE49-F238E27FC236}">
                  <a16:creationId xmlns:a16="http://schemas.microsoft.com/office/drawing/2014/main" id="{7124BC3D-7BDA-409A-AB4A-2E11C84B5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819"/>
              <a:ext cx="25" cy="34"/>
            </a:xfrm>
            <a:custGeom>
              <a:avLst/>
              <a:gdLst>
                <a:gd name="T0" fmla="*/ 20 w 10"/>
                <a:gd name="T1" fmla="*/ 212 h 13"/>
                <a:gd name="T2" fmla="*/ 113 w 10"/>
                <a:gd name="T3" fmla="*/ 165 h 13"/>
                <a:gd name="T4" fmla="*/ 125 w 10"/>
                <a:gd name="T5" fmla="*/ 68 h 13"/>
                <a:gd name="T6" fmla="*/ 158 w 10"/>
                <a:gd name="T7" fmla="*/ 0 h 13"/>
                <a:gd name="T8" fmla="*/ 83 w 10"/>
                <a:gd name="T9" fmla="*/ 110 h 13"/>
                <a:gd name="T10" fmla="*/ 50 w 10"/>
                <a:gd name="T11" fmla="*/ 199 h 13"/>
                <a:gd name="T12" fmla="*/ 0 w 10"/>
                <a:gd name="T13" fmla="*/ 23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3">
                  <a:moveTo>
                    <a:pt x="1" y="12"/>
                  </a:moveTo>
                  <a:cubicBezTo>
                    <a:pt x="4" y="13"/>
                    <a:pt x="6" y="11"/>
                    <a:pt x="7" y="9"/>
                  </a:cubicBezTo>
                  <a:cubicBezTo>
                    <a:pt x="8" y="7"/>
                    <a:pt x="8" y="5"/>
                    <a:pt x="8" y="4"/>
                  </a:cubicBezTo>
                  <a:cubicBezTo>
                    <a:pt x="9" y="3"/>
                    <a:pt x="9" y="2"/>
                    <a:pt x="10" y="0"/>
                  </a:cubicBezTo>
                  <a:cubicBezTo>
                    <a:pt x="8" y="2"/>
                    <a:pt x="6" y="4"/>
                    <a:pt x="5" y="6"/>
                  </a:cubicBezTo>
                  <a:cubicBezTo>
                    <a:pt x="4" y="8"/>
                    <a:pt x="4" y="9"/>
                    <a:pt x="3" y="11"/>
                  </a:cubicBezTo>
                  <a:cubicBezTo>
                    <a:pt x="2" y="12"/>
                    <a:pt x="1" y="12"/>
                    <a:pt x="0" y="13"/>
                  </a:cubicBezTo>
                </a:path>
              </a:pathLst>
            </a:custGeom>
            <a:solidFill>
              <a:srgbClr val="CB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4" name="Freeform 1594">
              <a:extLst>
                <a:ext uri="{FF2B5EF4-FFF2-40B4-BE49-F238E27FC236}">
                  <a16:creationId xmlns:a16="http://schemas.microsoft.com/office/drawing/2014/main" id="{70BFF8B0-2DE0-4F14-A92A-42F6E610E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819"/>
              <a:ext cx="25" cy="45"/>
            </a:xfrm>
            <a:custGeom>
              <a:avLst/>
              <a:gdLst>
                <a:gd name="T0" fmla="*/ 0 w 10"/>
                <a:gd name="T1" fmla="*/ 238 h 17"/>
                <a:gd name="T2" fmla="*/ 145 w 10"/>
                <a:gd name="T3" fmla="*/ 90 h 17"/>
                <a:gd name="T4" fmla="*/ 145 w 10"/>
                <a:gd name="T5" fmla="*/ 34 h 17"/>
                <a:gd name="T6" fmla="*/ 95 w 10"/>
                <a:gd name="T7" fmla="*/ 21 h 17"/>
                <a:gd name="T8" fmla="*/ 50 w 10"/>
                <a:gd name="T9" fmla="*/ 0 h 17"/>
                <a:gd name="T10" fmla="*/ 33 w 10"/>
                <a:gd name="T11" fmla="*/ 20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0" y="13"/>
                  </a:moveTo>
                  <a:cubicBezTo>
                    <a:pt x="3" y="17"/>
                    <a:pt x="8" y="7"/>
                    <a:pt x="9" y="5"/>
                  </a:cubicBezTo>
                  <a:cubicBezTo>
                    <a:pt x="9" y="4"/>
                    <a:pt x="10" y="3"/>
                    <a:pt x="9" y="2"/>
                  </a:cubicBezTo>
                  <a:cubicBezTo>
                    <a:pt x="8" y="1"/>
                    <a:pt x="6" y="2"/>
                    <a:pt x="6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6" y="4"/>
                    <a:pt x="5" y="7"/>
                    <a:pt x="2" y="11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5" name="Freeform 1595">
              <a:extLst>
                <a:ext uri="{FF2B5EF4-FFF2-40B4-BE49-F238E27FC236}">
                  <a16:creationId xmlns:a16="http://schemas.microsoft.com/office/drawing/2014/main" id="{D765997F-5EDF-4859-8257-D11589C3B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707"/>
              <a:ext cx="25" cy="34"/>
            </a:xfrm>
            <a:custGeom>
              <a:avLst/>
              <a:gdLst>
                <a:gd name="T0" fmla="*/ 0 w 10"/>
                <a:gd name="T1" fmla="*/ 144 h 13"/>
                <a:gd name="T2" fmla="*/ 125 w 10"/>
                <a:gd name="T3" fmla="*/ 178 h 13"/>
                <a:gd name="T4" fmla="*/ 63 w 10"/>
                <a:gd name="T5" fmla="*/ 0 h 13"/>
                <a:gd name="T6" fmla="*/ 50 w 10"/>
                <a:gd name="T7" fmla="*/ 1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8"/>
                  </a:moveTo>
                  <a:cubicBezTo>
                    <a:pt x="1" y="11"/>
                    <a:pt x="6" y="13"/>
                    <a:pt x="8" y="10"/>
                  </a:cubicBezTo>
                  <a:cubicBezTo>
                    <a:pt x="10" y="7"/>
                    <a:pt x="6" y="2"/>
                    <a:pt x="4" y="0"/>
                  </a:cubicBezTo>
                  <a:cubicBezTo>
                    <a:pt x="7" y="3"/>
                    <a:pt x="5" y="5"/>
                    <a:pt x="3" y="8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6" name="Freeform 1596">
              <a:extLst>
                <a:ext uri="{FF2B5EF4-FFF2-40B4-BE49-F238E27FC236}">
                  <a16:creationId xmlns:a16="http://schemas.microsoft.com/office/drawing/2014/main" id="{F86EA877-8C21-44DA-A942-4751E7612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709"/>
              <a:ext cx="35" cy="32"/>
            </a:xfrm>
            <a:custGeom>
              <a:avLst/>
              <a:gdLst>
                <a:gd name="T0" fmla="*/ 0 w 14"/>
                <a:gd name="T1" fmla="*/ 149 h 12"/>
                <a:gd name="T2" fmla="*/ 95 w 14"/>
                <a:gd name="T3" fmla="*/ 192 h 12"/>
                <a:gd name="T4" fmla="*/ 220 w 14"/>
                <a:gd name="T5" fmla="*/ 0 h 12"/>
                <a:gd name="T6" fmla="*/ 33 w 14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8"/>
                  </a:moveTo>
                  <a:cubicBezTo>
                    <a:pt x="2" y="11"/>
                    <a:pt x="3" y="12"/>
                    <a:pt x="6" y="10"/>
                  </a:cubicBezTo>
                  <a:cubicBezTo>
                    <a:pt x="8" y="8"/>
                    <a:pt x="14" y="3"/>
                    <a:pt x="14" y="0"/>
                  </a:cubicBezTo>
                  <a:cubicBezTo>
                    <a:pt x="11" y="3"/>
                    <a:pt x="6" y="10"/>
                    <a:pt x="2" y="7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7" name="Freeform 1597">
              <a:extLst>
                <a:ext uri="{FF2B5EF4-FFF2-40B4-BE49-F238E27FC236}">
                  <a16:creationId xmlns:a16="http://schemas.microsoft.com/office/drawing/2014/main" id="{F790045E-0F29-4A8C-AEAD-889E7D224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15"/>
              <a:ext cx="88" cy="82"/>
            </a:xfrm>
            <a:custGeom>
              <a:avLst/>
              <a:gdLst>
                <a:gd name="T0" fmla="*/ 463 w 35"/>
                <a:gd name="T1" fmla="*/ 56 h 31"/>
                <a:gd name="T2" fmla="*/ 317 w 35"/>
                <a:gd name="T3" fmla="*/ 0 h 31"/>
                <a:gd name="T4" fmla="*/ 113 w 35"/>
                <a:gd name="T5" fmla="*/ 225 h 31"/>
                <a:gd name="T6" fmla="*/ 20 w 35"/>
                <a:gd name="T7" fmla="*/ 315 h 31"/>
                <a:gd name="T8" fmla="*/ 0 w 35"/>
                <a:gd name="T9" fmla="*/ 484 h 31"/>
                <a:gd name="T10" fmla="*/ 20 w 35"/>
                <a:gd name="T11" fmla="*/ 497 h 31"/>
                <a:gd name="T12" fmla="*/ 63 w 35"/>
                <a:gd name="T13" fmla="*/ 518 h 31"/>
                <a:gd name="T14" fmla="*/ 126 w 35"/>
                <a:gd name="T15" fmla="*/ 574 h 31"/>
                <a:gd name="T16" fmla="*/ 126 w 35"/>
                <a:gd name="T17" fmla="*/ 442 h 31"/>
                <a:gd name="T18" fmla="*/ 176 w 35"/>
                <a:gd name="T19" fmla="*/ 405 h 31"/>
                <a:gd name="T20" fmla="*/ 272 w 35"/>
                <a:gd name="T21" fmla="*/ 294 h 31"/>
                <a:gd name="T22" fmla="*/ 317 w 35"/>
                <a:gd name="T23" fmla="*/ 259 h 31"/>
                <a:gd name="T24" fmla="*/ 347 w 35"/>
                <a:gd name="T25" fmla="*/ 225 h 31"/>
                <a:gd name="T26" fmla="*/ 367 w 35"/>
                <a:gd name="T27" fmla="*/ 167 h 31"/>
                <a:gd name="T28" fmla="*/ 430 w 35"/>
                <a:gd name="T29" fmla="*/ 167 h 31"/>
                <a:gd name="T30" fmla="*/ 525 w 35"/>
                <a:gd name="T31" fmla="*/ 294 h 31"/>
                <a:gd name="T32" fmla="*/ 556 w 35"/>
                <a:gd name="T33" fmla="*/ 238 h 31"/>
                <a:gd name="T34" fmla="*/ 463 w 35"/>
                <a:gd name="T35" fmla="*/ 56 h 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31">
                  <a:moveTo>
                    <a:pt x="29" y="3"/>
                  </a:moveTo>
                  <a:cubicBezTo>
                    <a:pt x="27" y="1"/>
                    <a:pt x="22" y="2"/>
                    <a:pt x="20" y="0"/>
                  </a:cubicBezTo>
                  <a:cubicBezTo>
                    <a:pt x="22" y="7"/>
                    <a:pt x="12" y="11"/>
                    <a:pt x="7" y="12"/>
                  </a:cubicBezTo>
                  <a:cubicBezTo>
                    <a:pt x="7" y="16"/>
                    <a:pt x="4" y="18"/>
                    <a:pt x="1" y="17"/>
                  </a:cubicBezTo>
                  <a:cubicBezTo>
                    <a:pt x="2" y="20"/>
                    <a:pt x="1" y="24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27"/>
                    <a:pt x="3" y="28"/>
                    <a:pt x="4" y="28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7" y="29"/>
                    <a:pt x="7" y="26"/>
                    <a:pt x="8" y="24"/>
                  </a:cubicBezTo>
                  <a:cubicBezTo>
                    <a:pt x="9" y="22"/>
                    <a:pt x="9" y="23"/>
                    <a:pt x="11" y="22"/>
                  </a:cubicBezTo>
                  <a:cubicBezTo>
                    <a:pt x="15" y="21"/>
                    <a:pt x="15" y="18"/>
                    <a:pt x="17" y="16"/>
                  </a:cubicBezTo>
                  <a:cubicBezTo>
                    <a:pt x="17" y="15"/>
                    <a:pt x="18" y="15"/>
                    <a:pt x="20" y="14"/>
                  </a:cubicBezTo>
                  <a:cubicBezTo>
                    <a:pt x="21" y="13"/>
                    <a:pt x="21" y="13"/>
                    <a:pt x="22" y="12"/>
                  </a:cubicBezTo>
                  <a:cubicBezTo>
                    <a:pt x="23" y="12"/>
                    <a:pt x="23" y="10"/>
                    <a:pt x="23" y="9"/>
                  </a:cubicBezTo>
                  <a:cubicBezTo>
                    <a:pt x="24" y="9"/>
                    <a:pt x="26" y="9"/>
                    <a:pt x="27" y="9"/>
                  </a:cubicBezTo>
                  <a:cubicBezTo>
                    <a:pt x="30" y="10"/>
                    <a:pt x="32" y="13"/>
                    <a:pt x="33" y="16"/>
                  </a:cubicBezTo>
                  <a:cubicBezTo>
                    <a:pt x="34" y="15"/>
                    <a:pt x="34" y="14"/>
                    <a:pt x="35" y="13"/>
                  </a:cubicBezTo>
                  <a:cubicBezTo>
                    <a:pt x="32" y="10"/>
                    <a:pt x="31" y="5"/>
                    <a:pt x="29" y="3"/>
                  </a:cubicBezTo>
                  <a:close/>
                </a:path>
              </a:pathLst>
            </a:custGeom>
            <a:solidFill>
              <a:srgbClr val="8A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8" name="Freeform 1598">
              <a:extLst>
                <a:ext uri="{FF2B5EF4-FFF2-40B4-BE49-F238E27FC236}">
                  <a16:creationId xmlns:a16="http://schemas.microsoft.com/office/drawing/2014/main" id="{867D9087-EFFC-4FCC-8044-CBA820403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691"/>
              <a:ext cx="20" cy="40"/>
            </a:xfrm>
            <a:custGeom>
              <a:avLst/>
              <a:gdLst>
                <a:gd name="T0" fmla="*/ 125 w 8"/>
                <a:gd name="T1" fmla="*/ 285 h 15"/>
                <a:gd name="T2" fmla="*/ 20 w 8"/>
                <a:gd name="T3" fmla="*/ 136 h 15"/>
                <a:gd name="T4" fmla="*/ 95 w 8"/>
                <a:gd name="T5" fmla="*/ 0 h 15"/>
                <a:gd name="T6" fmla="*/ 125 w 8"/>
                <a:gd name="T7" fmla="*/ 26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7" y="11"/>
                    <a:pt x="3" y="10"/>
                    <a:pt x="1" y="7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" y="3"/>
                    <a:pt x="7" y="10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9" name="Freeform 1599">
              <a:extLst>
                <a:ext uri="{FF2B5EF4-FFF2-40B4-BE49-F238E27FC236}">
                  <a16:creationId xmlns:a16="http://schemas.microsoft.com/office/drawing/2014/main" id="{72502F6C-9509-405E-8E1E-BDDFFF0EE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661"/>
              <a:ext cx="35" cy="30"/>
            </a:xfrm>
            <a:custGeom>
              <a:avLst/>
              <a:gdLst>
                <a:gd name="T0" fmla="*/ 113 w 14"/>
                <a:gd name="T1" fmla="*/ 224 h 11"/>
                <a:gd name="T2" fmla="*/ 20 w 14"/>
                <a:gd name="T3" fmla="*/ 82 h 11"/>
                <a:gd name="T4" fmla="*/ 220 w 14"/>
                <a:gd name="T5" fmla="*/ 38 h 11"/>
                <a:gd name="T6" fmla="*/ 95 w 14"/>
                <a:gd name="T7" fmla="*/ 60 h 11"/>
                <a:gd name="T8" fmla="*/ 83 w 14"/>
                <a:gd name="T9" fmla="*/ 18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7" y="11"/>
                  </a:moveTo>
                  <a:cubicBezTo>
                    <a:pt x="5" y="9"/>
                    <a:pt x="0" y="7"/>
                    <a:pt x="1" y="4"/>
                  </a:cubicBezTo>
                  <a:cubicBezTo>
                    <a:pt x="3" y="0"/>
                    <a:pt x="11" y="0"/>
                    <a:pt x="14" y="2"/>
                  </a:cubicBezTo>
                  <a:cubicBezTo>
                    <a:pt x="12" y="0"/>
                    <a:pt x="8" y="2"/>
                    <a:pt x="6" y="3"/>
                  </a:cubicBezTo>
                  <a:cubicBezTo>
                    <a:pt x="4" y="5"/>
                    <a:pt x="3" y="6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0" name="Freeform 1600">
              <a:extLst>
                <a:ext uri="{FF2B5EF4-FFF2-40B4-BE49-F238E27FC236}">
                  <a16:creationId xmlns:a16="http://schemas.microsoft.com/office/drawing/2014/main" id="{6B02E11A-5FF5-4210-8A00-E4CD23057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03"/>
              <a:ext cx="43" cy="42"/>
            </a:xfrm>
            <a:custGeom>
              <a:avLst/>
              <a:gdLst>
                <a:gd name="T0" fmla="*/ 0 w 17"/>
                <a:gd name="T1" fmla="*/ 289 h 16"/>
                <a:gd name="T2" fmla="*/ 63 w 17"/>
                <a:gd name="T3" fmla="*/ 76 h 16"/>
                <a:gd name="T4" fmla="*/ 276 w 17"/>
                <a:gd name="T5" fmla="*/ 110 h 16"/>
                <a:gd name="T6" fmla="*/ 96 w 17"/>
                <a:gd name="T7" fmla="*/ 110 h 16"/>
                <a:gd name="T8" fmla="*/ 51 w 17"/>
                <a:gd name="T9" fmla="*/ 179 h 16"/>
                <a:gd name="T10" fmla="*/ 20 w 17"/>
                <a:gd name="T11" fmla="*/ 26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2" y="13"/>
                    <a:pt x="0" y="7"/>
                    <a:pt x="4" y="4"/>
                  </a:cubicBezTo>
                  <a:cubicBezTo>
                    <a:pt x="9" y="0"/>
                    <a:pt x="13" y="2"/>
                    <a:pt x="17" y="6"/>
                  </a:cubicBezTo>
                  <a:cubicBezTo>
                    <a:pt x="13" y="5"/>
                    <a:pt x="10" y="4"/>
                    <a:pt x="6" y="6"/>
                  </a:cubicBezTo>
                  <a:cubicBezTo>
                    <a:pt x="5" y="7"/>
                    <a:pt x="4" y="9"/>
                    <a:pt x="3" y="10"/>
                  </a:cubicBezTo>
                  <a:cubicBezTo>
                    <a:pt x="2" y="12"/>
                    <a:pt x="1" y="14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1" name="Freeform 1601">
              <a:extLst>
                <a:ext uri="{FF2B5EF4-FFF2-40B4-BE49-F238E27FC236}">
                  <a16:creationId xmlns:a16="http://schemas.microsoft.com/office/drawing/2014/main" id="{69E39EF1-3292-492E-A831-6DA32E281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587"/>
              <a:ext cx="40" cy="32"/>
            </a:xfrm>
            <a:custGeom>
              <a:avLst/>
              <a:gdLst>
                <a:gd name="T0" fmla="*/ 0 w 16"/>
                <a:gd name="T1" fmla="*/ 56 h 12"/>
                <a:gd name="T2" fmla="*/ 125 w 16"/>
                <a:gd name="T3" fmla="*/ 35 h 12"/>
                <a:gd name="T4" fmla="*/ 250 w 16"/>
                <a:gd name="T5" fmla="*/ 77 h 12"/>
                <a:gd name="T6" fmla="*/ 95 w 16"/>
                <a:gd name="T7" fmla="*/ 93 h 12"/>
                <a:gd name="T8" fmla="*/ 145 w 16"/>
                <a:gd name="T9" fmla="*/ 227 h 12"/>
                <a:gd name="T10" fmla="*/ 20 w 16"/>
                <a:gd name="T11" fmla="*/ 7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3"/>
                  </a:moveTo>
                  <a:cubicBezTo>
                    <a:pt x="3" y="0"/>
                    <a:pt x="5" y="1"/>
                    <a:pt x="8" y="2"/>
                  </a:cubicBezTo>
                  <a:cubicBezTo>
                    <a:pt x="10" y="2"/>
                    <a:pt x="15" y="1"/>
                    <a:pt x="16" y="4"/>
                  </a:cubicBezTo>
                  <a:cubicBezTo>
                    <a:pt x="13" y="4"/>
                    <a:pt x="8" y="3"/>
                    <a:pt x="6" y="5"/>
                  </a:cubicBezTo>
                  <a:cubicBezTo>
                    <a:pt x="5" y="8"/>
                    <a:pt x="9" y="10"/>
                    <a:pt x="9" y="12"/>
                  </a:cubicBezTo>
                  <a:cubicBezTo>
                    <a:pt x="6" y="10"/>
                    <a:pt x="5" y="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2" name="Freeform 1602">
              <a:extLst>
                <a:ext uri="{FF2B5EF4-FFF2-40B4-BE49-F238E27FC236}">
                  <a16:creationId xmlns:a16="http://schemas.microsoft.com/office/drawing/2014/main" id="{58A9E51E-8531-46A7-BC7E-493FF985F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563"/>
              <a:ext cx="38" cy="32"/>
            </a:xfrm>
            <a:custGeom>
              <a:avLst/>
              <a:gdLst>
                <a:gd name="T0" fmla="*/ 0 w 15"/>
                <a:gd name="T1" fmla="*/ 227 h 12"/>
                <a:gd name="T2" fmla="*/ 84 w 15"/>
                <a:gd name="T3" fmla="*/ 56 h 12"/>
                <a:gd name="T4" fmla="*/ 243 w 15"/>
                <a:gd name="T5" fmla="*/ 0 h 12"/>
                <a:gd name="T6" fmla="*/ 96 w 15"/>
                <a:gd name="T7" fmla="*/ 77 h 12"/>
                <a:gd name="T8" fmla="*/ 20 w 15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1" y="8"/>
                    <a:pt x="2" y="5"/>
                    <a:pt x="5" y="3"/>
                  </a:cubicBezTo>
                  <a:cubicBezTo>
                    <a:pt x="8" y="1"/>
                    <a:pt x="11" y="0"/>
                    <a:pt x="15" y="0"/>
                  </a:cubicBezTo>
                  <a:cubicBezTo>
                    <a:pt x="12" y="0"/>
                    <a:pt x="8" y="2"/>
                    <a:pt x="6" y="4"/>
                  </a:cubicBezTo>
                  <a:cubicBezTo>
                    <a:pt x="4" y="6"/>
                    <a:pt x="3" y="9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3" name="Freeform 1603">
              <a:extLst>
                <a:ext uri="{FF2B5EF4-FFF2-40B4-BE49-F238E27FC236}">
                  <a16:creationId xmlns:a16="http://schemas.microsoft.com/office/drawing/2014/main" id="{486DDA20-E009-4CE8-AFBE-053F4EBE9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547"/>
              <a:ext cx="25" cy="40"/>
            </a:xfrm>
            <a:custGeom>
              <a:avLst/>
              <a:gdLst>
                <a:gd name="T0" fmla="*/ 0 w 10"/>
                <a:gd name="T1" fmla="*/ 264 h 15"/>
                <a:gd name="T2" fmla="*/ 158 w 10"/>
                <a:gd name="T3" fmla="*/ 21 h 15"/>
                <a:gd name="T4" fmla="*/ 63 w 10"/>
                <a:gd name="T5" fmla="*/ 136 h 15"/>
                <a:gd name="T6" fmla="*/ 0 w 10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14"/>
                  </a:moveTo>
                  <a:cubicBezTo>
                    <a:pt x="1" y="10"/>
                    <a:pt x="4" y="0"/>
                    <a:pt x="10" y="1"/>
                  </a:cubicBezTo>
                  <a:cubicBezTo>
                    <a:pt x="7" y="3"/>
                    <a:pt x="5" y="4"/>
                    <a:pt x="4" y="7"/>
                  </a:cubicBezTo>
                  <a:cubicBezTo>
                    <a:pt x="2" y="9"/>
                    <a:pt x="2" y="13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4" name="Freeform 1604">
              <a:extLst>
                <a:ext uri="{FF2B5EF4-FFF2-40B4-BE49-F238E27FC236}">
                  <a16:creationId xmlns:a16="http://schemas.microsoft.com/office/drawing/2014/main" id="{5CDB8A04-5310-4E17-8EC9-D42CBCF9B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552"/>
              <a:ext cx="18" cy="40"/>
            </a:xfrm>
            <a:custGeom>
              <a:avLst/>
              <a:gdLst>
                <a:gd name="T0" fmla="*/ 21 w 7"/>
                <a:gd name="T1" fmla="*/ 21 h 15"/>
                <a:gd name="T2" fmla="*/ 21 w 7"/>
                <a:gd name="T3" fmla="*/ 205 h 15"/>
                <a:gd name="T4" fmla="*/ 118 w 7"/>
                <a:gd name="T5" fmla="*/ 248 h 15"/>
                <a:gd name="T6" fmla="*/ 33 w 7"/>
                <a:gd name="T7" fmla="*/ 115 h 15"/>
                <a:gd name="T8" fmla="*/ 21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1" y="1"/>
                  </a:moveTo>
                  <a:cubicBezTo>
                    <a:pt x="1" y="4"/>
                    <a:pt x="0" y="8"/>
                    <a:pt x="1" y="11"/>
                  </a:cubicBezTo>
                  <a:cubicBezTo>
                    <a:pt x="1" y="14"/>
                    <a:pt x="4" y="15"/>
                    <a:pt x="7" y="13"/>
                  </a:cubicBezTo>
                  <a:cubicBezTo>
                    <a:pt x="4" y="11"/>
                    <a:pt x="3" y="9"/>
                    <a:pt x="2" y="6"/>
                  </a:cubicBezTo>
                  <a:cubicBezTo>
                    <a:pt x="2" y="4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5" name="Freeform 1605">
              <a:extLst>
                <a:ext uri="{FF2B5EF4-FFF2-40B4-BE49-F238E27FC236}">
                  <a16:creationId xmlns:a16="http://schemas.microsoft.com/office/drawing/2014/main" id="{3B900320-EB90-4088-A43F-14F2ED746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5"/>
              <a:ext cx="15" cy="38"/>
            </a:xfrm>
            <a:custGeom>
              <a:avLst/>
              <a:gdLst>
                <a:gd name="T0" fmla="*/ 63 w 6"/>
                <a:gd name="T1" fmla="*/ 0 h 14"/>
                <a:gd name="T2" fmla="*/ 20 w 6"/>
                <a:gd name="T3" fmla="*/ 141 h 14"/>
                <a:gd name="T4" fmla="*/ 95 w 6"/>
                <a:gd name="T5" fmla="*/ 280 h 14"/>
                <a:gd name="T6" fmla="*/ 83 w 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4" y="0"/>
                  </a:moveTo>
                  <a:cubicBezTo>
                    <a:pt x="2" y="2"/>
                    <a:pt x="0" y="3"/>
                    <a:pt x="1" y="7"/>
                  </a:cubicBezTo>
                  <a:cubicBezTo>
                    <a:pt x="1" y="10"/>
                    <a:pt x="4" y="11"/>
                    <a:pt x="6" y="14"/>
                  </a:cubicBezTo>
                  <a:cubicBezTo>
                    <a:pt x="3" y="11"/>
                    <a:pt x="1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6" name="Freeform 1606">
              <a:extLst>
                <a:ext uri="{FF2B5EF4-FFF2-40B4-BE49-F238E27FC236}">
                  <a16:creationId xmlns:a16="http://schemas.microsoft.com/office/drawing/2014/main" id="{798E391A-C650-479F-8897-8C6044491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589"/>
              <a:ext cx="23" cy="19"/>
            </a:xfrm>
            <a:custGeom>
              <a:avLst/>
              <a:gdLst>
                <a:gd name="T0" fmla="*/ 84 w 9"/>
                <a:gd name="T1" fmla="*/ 0 h 7"/>
                <a:gd name="T2" fmla="*/ 151 w 9"/>
                <a:gd name="T3" fmla="*/ 141 h 7"/>
                <a:gd name="T4" fmla="*/ 97 w 9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0" y="4"/>
                    <a:pt x="4" y="5"/>
                    <a:pt x="9" y="7"/>
                  </a:cubicBezTo>
                  <a:cubicBezTo>
                    <a:pt x="7" y="7"/>
                    <a:pt x="3" y="1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7" name="Freeform 1607">
              <a:extLst>
                <a:ext uri="{FF2B5EF4-FFF2-40B4-BE49-F238E27FC236}">
                  <a16:creationId xmlns:a16="http://schemas.microsoft.com/office/drawing/2014/main" id="{98C8C0B9-98AC-4668-A28B-C2B8ECF91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616"/>
              <a:ext cx="28" cy="29"/>
            </a:xfrm>
            <a:custGeom>
              <a:avLst/>
              <a:gdLst>
                <a:gd name="T0" fmla="*/ 64 w 11"/>
                <a:gd name="T1" fmla="*/ 0 h 11"/>
                <a:gd name="T2" fmla="*/ 20 w 11"/>
                <a:gd name="T3" fmla="*/ 124 h 11"/>
                <a:gd name="T4" fmla="*/ 181 w 11"/>
                <a:gd name="T5" fmla="*/ 200 h 11"/>
                <a:gd name="T6" fmla="*/ 64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4" y="0"/>
                  </a:moveTo>
                  <a:cubicBezTo>
                    <a:pt x="2" y="1"/>
                    <a:pt x="0" y="5"/>
                    <a:pt x="1" y="7"/>
                  </a:cubicBezTo>
                  <a:cubicBezTo>
                    <a:pt x="3" y="9"/>
                    <a:pt x="8" y="9"/>
                    <a:pt x="11" y="11"/>
                  </a:cubicBezTo>
                  <a:cubicBezTo>
                    <a:pt x="5" y="8"/>
                    <a:pt x="2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8" name="Freeform 1608">
              <a:extLst>
                <a:ext uri="{FF2B5EF4-FFF2-40B4-BE49-F238E27FC236}">
                  <a16:creationId xmlns:a16="http://schemas.microsoft.com/office/drawing/2014/main" id="{9DE1FED6-1B4E-4767-9F26-1A0BC74A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651"/>
              <a:ext cx="27" cy="24"/>
            </a:xfrm>
            <a:custGeom>
              <a:avLst/>
              <a:gdLst>
                <a:gd name="T0" fmla="*/ 12 w 11"/>
                <a:gd name="T1" fmla="*/ 171 h 9"/>
                <a:gd name="T2" fmla="*/ 162 w 11"/>
                <a:gd name="T3" fmla="*/ 35 h 9"/>
                <a:gd name="T4" fmla="*/ 29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" y="9"/>
                  </a:moveTo>
                  <a:cubicBezTo>
                    <a:pt x="0" y="3"/>
                    <a:pt x="6" y="0"/>
                    <a:pt x="11" y="2"/>
                  </a:cubicBezTo>
                  <a:cubicBezTo>
                    <a:pt x="6" y="1"/>
                    <a:pt x="5" y="4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9" name="Freeform 1609">
              <a:extLst>
                <a:ext uri="{FF2B5EF4-FFF2-40B4-BE49-F238E27FC236}">
                  <a16:creationId xmlns:a16="http://schemas.microsoft.com/office/drawing/2014/main" id="{85C27FF3-DFE5-41DD-8895-87FBE367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680"/>
              <a:ext cx="30" cy="48"/>
            </a:xfrm>
            <a:custGeom>
              <a:avLst/>
              <a:gdLst>
                <a:gd name="T0" fmla="*/ 63 w 12"/>
                <a:gd name="T1" fmla="*/ 341 h 18"/>
                <a:gd name="T2" fmla="*/ 33 w 12"/>
                <a:gd name="T3" fmla="*/ 93 h 18"/>
                <a:gd name="T4" fmla="*/ 188 w 12"/>
                <a:gd name="T5" fmla="*/ 0 h 18"/>
                <a:gd name="T6" fmla="*/ 63 w 12"/>
                <a:gd name="T7" fmla="*/ 136 h 18"/>
                <a:gd name="T8" fmla="*/ 63 w 12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8">
                  <a:moveTo>
                    <a:pt x="4" y="18"/>
                  </a:moveTo>
                  <a:cubicBezTo>
                    <a:pt x="3" y="14"/>
                    <a:pt x="0" y="9"/>
                    <a:pt x="2" y="5"/>
                  </a:cubicBezTo>
                  <a:cubicBezTo>
                    <a:pt x="4" y="1"/>
                    <a:pt x="8" y="0"/>
                    <a:pt x="12" y="0"/>
                  </a:cubicBezTo>
                  <a:cubicBezTo>
                    <a:pt x="10" y="0"/>
                    <a:pt x="5" y="5"/>
                    <a:pt x="4" y="7"/>
                  </a:cubicBezTo>
                  <a:cubicBezTo>
                    <a:pt x="2" y="10"/>
                    <a:pt x="4" y="15"/>
                    <a:pt x="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0" name="Freeform 1610">
              <a:extLst>
                <a:ext uri="{FF2B5EF4-FFF2-40B4-BE49-F238E27FC236}">
                  <a16:creationId xmlns:a16="http://schemas.microsoft.com/office/drawing/2014/main" id="{5C329104-4D07-493E-8602-0544A216E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93"/>
              <a:ext cx="31" cy="35"/>
            </a:xfrm>
            <a:custGeom>
              <a:avLst/>
              <a:gdLst>
                <a:gd name="T0" fmla="*/ 0 w 12"/>
                <a:gd name="T1" fmla="*/ 253 h 13"/>
                <a:gd name="T2" fmla="*/ 106 w 12"/>
                <a:gd name="T3" fmla="*/ 22 h 13"/>
                <a:gd name="T4" fmla="*/ 140 w 12"/>
                <a:gd name="T5" fmla="*/ 116 h 13"/>
                <a:gd name="T6" fmla="*/ 207 w 12"/>
                <a:gd name="T7" fmla="*/ 175 h 13"/>
                <a:gd name="T8" fmla="*/ 88 w 12"/>
                <a:gd name="T9" fmla="*/ 94 h 13"/>
                <a:gd name="T10" fmla="*/ 21 w 12"/>
                <a:gd name="T11" fmla="*/ 21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0" y="12"/>
                    <a:pt x="2" y="0"/>
                    <a:pt x="6" y="1"/>
                  </a:cubicBezTo>
                  <a:cubicBezTo>
                    <a:pt x="7" y="1"/>
                    <a:pt x="7" y="5"/>
                    <a:pt x="8" y="6"/>
                  </a:cubicBezTo>
                  <a:cubicBezTo>
                    <a:pt x="10" y="7"/>
                    <a:pt x="11" y="7"/>
                    <a:pt x="12" y="9"/>
                  </a:cubicBezTo>
                  <a:cubicBezTo>
                    <a:pt x="9" y="9"/>
                    <a:pt x="8" y="6"/>
                    <a:pt x="5" y="5"/>
                  </a:cubicBezTo>
                  <a:cubicBezTo>
                    <a:pt x="3" y="5"/>
                    <a:pt x="3" y="9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1" name="Freeform 1611">
              <a:extLst>
                <a:ext uri="{FF2B5EF4-FFF2-40B4-BE49-F238E27FC236}">
                  <a16:creationId xmlns:a16="http://schemas.microsoft.com/office/drawing/2014/main" id="{B0C537EF-7BE6-4961-929D-70DD99BF6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728"/>
              <a:ext cx="18" cy="35"/>
            </a:xfrm>
            <a:custGeom>
              <a:avLst/>
              <a:gdLst>
                <a:gd name="T0" fmla="*/ 100 w 7"/>
                <a:gd name="T1" fmla="*/ 0 h 13"/>
                <a:gd name="T2" fmla="*/ 21 w 7"/>
                <a:gd name="T3" fmla="*/ 253 h 13"/>
                <a:gd name="T4" fmla="*/ 67 w 7"/>
                <a:gd name="T5" fmla="*/ 59 h 13"/>
                <a:gd name="T6" fmla="*/ 118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6" y="0"/>
                  </a:moveTo>
                  <a:cubicBezTo>
                    <a:pt x="0" y="1"/>
                    <a:pt x="0" y="8"/>
                    <a:pt x="1" y="13"/>
                  </a:cubicBezTo>
                  <a:cubicBezTo>
                    <a:pt x="2" y="10"/>
                    <a:pt x="2" y="6"/>
                    <a:pt x="4" y="3"/>
                  </a:cubicBezTo>
                  <a:cubicBezTo>
                    <a:pt x="5" y="2"/>
                    <a:pt x="7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2" name="Freeform 1612">
              <a:extLst>
                <a:ext uri="{FF2B5EF4-FFF2-40B4-BE49-F238E27FC236}">
                  <a16:creationId xmlns:a16="http://schemas.microsoft.com/office/drawing/2014/main" id="{C0F0BECE-2C36-407F-9D02-24E7E057F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741"/>
              <a:ext cx="20" cy="43"/>
            </a:xfrm>
            <a:custGeom>
              <a:avLst/>
              <a:gdLst>
                <a:gd name="T0" fmla="*/ 33 w 8"/>
                <a:gd name="T1" fmla="*/ 59 h 16"/>
                <a:gd name="T2" fmla="*/ 33 w 8"/>
                <a:gd name="T3" fmla="*/ 231 h 16"/>
                <a:gd name="T4" fmla="*/ 50 w 8"/>
                <a:gd name="T5" fmla="*/ 290 h 16"/>
                <a:gd name="T6" fmla="*/ 63 w 8"/>
                <a:gd name="T7" fmla="*/ 231 h 16"/>
                <a:gd name="T8" fmla="*/ 63 w 8"/>
                <a:gd name="T9" fmla="*/ 116 h 16"/>
                <a:gd name="T10" fmla="*/ 113 w 8"/>
                <a:gd name="T11" fmla="*/ 0 h 16"/>
                <a:gd name="T12" fmla="*/ 33 w 8"/>
                <a:gd name="T13" fmla="*/ 5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6">
                  <a:moveTo>
                    <a:pt x="2" y="3"/>
                  </a:moveTo>
                  <a:cubicBezTo>
                    <a:pt x="3" y="6"/>
                    <a:pt x="3" y="9"/>
                    <a:pt x="2" y="12"/>
                  </a:cubicBezTo>
                  <a:cubicBezTo>
                    <a:pt x="2" y="13"/>
                    <a:pt x="0" y="16"/>
                    <a:pt x="3" y="15"/>
                  </a:cubicBezTo>
                  <a:cubicBezTo>
                    <a:pt x="5" y="14"/>
                    <a:pt x="4" y="13"/>
                    <a:pt x="4" y="12"/>
                  </a:cubicBezTo>
                  <a:cubicBezTo>
                    <a:pt x="4" y="9"/>
                    <a:pt x="4" y="8"/>
                    <a:pt x="4" y="6"/>
                  </a:cubicBezTo>
                  <a:cubicBezTo>
                    <a:pt x="5" y="4"/>
                    <a:pt x="8" y="1"/>
                    <a:pt x="7" y="0"/>
                  </a:cubicBezTo>
                  <a:cubicBezTo>
                    <a:pt x="5" y="1"/>
                    <a:pt x="4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3" name="Freeform 1613">
              <a:extLst>
                <a:ext uri="{FF2B5EF4-FFF2-40B4-BE49-F238E27FC236}">
                  <a16:creationId xmlns:a16="http://schemas.microsoft.com/office/drawing/2014/main" id="{1F6252C4-141C-4F46-AB81-1C849696D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709"/>
              <a:ext cx="15" cy="38"/>
            </a:xfrm>
            <a:custGeom>
              <a:avLst/>
              <a:gdLst>
                <a:gd name="T0" fmla="*/ 83 w 6"/>
                <a:gd name="T1" fmla="*/ 0 h 14"/>
                <a:gd name="T2" fmla="*/ 20 w 6"/>
                <a:gd name="T3" fmla="*/ 117 h 14"/>
                <a:gd name="T4" fmla="*/ 63 w 6"/>
                <a:gd name="T5" fmla="*/ 176 h 14"/>
                <a:gd name="T6" fmla="*/ 95 w 6"/>
                <a:gd name="T7" fmla="*/ 280 h 14"/>
                <a:gd name="T8" fmla="*/ 63 w 6"/>
                <a:gd name="T9" fmla="*/ 117 h 14"/>
                <a:gd name="T10" fmla="*/ 83 w 6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3" y="2"/>
                    <a:pt x="0" y="3"/>
                    <a:pt x="1" y="6"/>
                  </a:cubicBezTo>
                  <a:cubicBezTo>
                    <a:pt x="2" y="7"/>
                    <a:pt x="3" y="8"/>
                    <a:pt x="4" y="9"/>
                  </a:cubicBezTo>
                  <a:cubicBezTo>
                    <a:pt x="5" y="10"/>
                    <a:pt x="6" y="13"/>
                    <a:pt x="6" y="14"/>
                  </a:cubicBezTo>
                  <a:cubicBezTo>
                    <a:pt x="6" y="11"/>
                    <a:pt x="4" y="9"/>
                    <a:pt x="4" y="6"/>
                  </a:cubicBezTo>
                  <a:cubicBezTo>
                    <a:pt x="4" y="4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4" name="Freeform 1614">
              <a:extLst>
                <a:ext uri="{FF2B5EF4-FFF2-40B4-BE49-F238E27FC236}">
                  <a16:creationId xmlns:a16="http://schemas.microsoft.com/office/drawing/2014/main" id="{948C69F7-2B1D-46B8-9755-DE4F22EF5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664"/>
              <a:ext cx="23" cy="29"/>
            </a:xfrm>
            <a:custGeom>
              <a:avLst/>
              <a:gdLst>
                <a:gd name="T0" fmla="*/ 97 w 9"/>
                <a:gd name="T1" fmla="*/ 0 h 11"/>
                <a:gd name="T2" fmla="*/ 20 w 9"/>
                <a:gd name="T3" fmla="*/ 90 h 11"/>
                <a:gd name="T4" fmla="*/ 0 w 9"/>
                <a:gd name="T5" fmla="*/ 200 h 11"/>
                <a:gd name="T6" fmla="*/ 66 w 9"/>
                <a:gd name="T7" fmla="*/ 90 h 11"/>
                <a:gd name="T8" fmla="*/ 151 w 9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cubicBezTo>
                    <a:pt x="5" y="2"/>
                    <a:pt x="2" y="2"/>
                    <a:pt x="1" y="5"/>
                  </a:cubicBezTo>
                  <a:cubicBezTo>
                    <a:pt x="0" y="6"/>
                    <a:pt x="0" y="10"/>
                    <a:pt x="0" y="11"/>
                  </a:cubicBezTo>
                  <a:cubicBezTo>
                    <a:pt x="3" y="11"/>
                    <a:pt x="3" y="7"/>
                    <a:pt x="4" y="5"/>
                  </a:cubicBezTo>
                  <a:cubicBezTo>
                    <a:pt x="5" y="3"/>
                    <a:pt x="7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5" name="Freeform 1615">
              <a:extLst>
                <a:ext uri="{FF2B5EF4-FFF2-40B4-BE49-F238E27FC236}">
                  <a16:creationId xmlns:a16="http://schemas.microsoft.com/office/drawing/2014/main" id="{FF2105A9-F959-4F2D-B14C-2BDD40406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637"/>
              <a:ext cx="13" cy="14"/>
            </a:xfrm>
            <a:custGeom>
              <a:avLst/>
              <a:gdLst>
                <a:gd name="T0" fmla="*/ 0 w 5"/>
                <a:gd name="T1" fmla="*/ 109 h 5"/>
                <a:gd name="T2" fmla="*/ 88 w 5"/>
                <a:gd name="T3" fmla="*/ 62 h 5"/>
                <a:gd name="T4" fmla="*/ 21 w 5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1"/>
                    <a:pt x="2" y="0"/>
                    <a:pt x="5" y="3"/>
                  </a:cubicBezTo>
                  <a:cubicBezTo>
                    <a:pt x="4" y="2"/>
                    <a:pt x="2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6" name="Freeform 1616">
              <a:extLst>
                <a:ext uri="{FF2B5EF4-FFF2-40B4-BE49-F238E27FC236}">
                  <a16:creationId xmlns:a16="http://schemas.microsoft.com/office/drawing/2014/main" id="{33C14AAA-9F4A-4F3C-AD13-10003EF0E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627"/>
              <a:ext cx="12" cy="18"/>
            </a:xfrm>
            <a:custGeom>
              <a:avLst/>
              <a:gdLst>
                <a:gd name="T0" fmla="*/ 0 w 5"/>
                <a:gd name="T1" fmla="*/ 118 h 7"/>
                <a:gd name="T2" fmla="*/ 12 w 5"/>
                <a:gd name="T3" fmla="*/ 21 h 7"/>
                <a:gd name="T4" fmla="*/ 70 w 5"/>
                <a:gd name="T5" fmla="*/ 0 h 7"/>
                <a:gd name="T6" fmla="*/ 12 w 5"/>
                <a:gd name="T7" fmla="*/ 8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4" y="1"/>
                    <a:pt x="2" y="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7" name="Freeform 1617">
              <a:extLst>
                <a:ext uri="{FF2B5EF4-FFF2-40B4-BE49-F238E27FC236}">
                  <a16:creationId xmlns:a16="http://schemas.microsoft.com/office/drawing/2014/main" id="{3B1D8F06-9B81-4707-A098-699BA978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752"/>
              <a:ext cx="28" cy="32"/>
            </a:xfrm>
            <a:custGeom>
              <a:avLst/>
              <a:gdLst>
                <a:gd name="T0" fmla="*/ 0 w 11"/>
                <a:gd name="T1" fmla="*/ 149 h 12"/>
                <a:gd name="T2" fmla="*/ 0 w 11"/>
                <a:gd name="T3" fmla="*/ 205 h 12"/>
                <a:gd name="T4" fmla="*/ 33 w 11"/>
                <a:gd name="T5" fmla="*/ 192 h 12"/>
                <a:gd name="T6" fmla="*/ 84 w 11"/>
                <a:gd name="T7" fmla="*/ 136 h 12"/>
                <a:gd name="T8" fmla="*/ 181 w 11"/>
                <a:gd name="T9" fmla="*/ 0 h 12"/>
                <a:gd name="T10" fmla="*/ 33 w 11"/>
                <a:gd name="T11" fmla="*/ 1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0" y="8"/>
                  </a:moveTo>
                  <a:cubicBezTo>
                    <a:pt x="1" y="9"/>
                    <a:pt x="0" y="10"/>
                    <a:pt x="0" y="11"/>
                  </a:cubicBezTo>
                  <a:cubicBezTo>
                    <a:pt x="1" y="12"/>
                    <a:pt x="1" y="11"/>
                    <a:pt x="2" y="10"/>
                  </a:cubicBezTo>
                  <a:cubicBezTo>
                    <a:pt x="3" y="9"/>
                    <a:pt x="4" y="8"/>
                    <a:pt x="5" y="7"/>
                  </a:cubicBezTo>
                  <a:cubicBezTo>
                    <a:pt x="9" y="5"/>
                    <a:pt x="11" y="4"/>
                    <a:pt x="11" y="0"/>
                  </a:cubicBezTo>
                  <a:cubicBezTo>
                    <a:pt x="11" y="2"/>
                    <a:pt x="4" y="8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8" name="Freeform 1618">
              <a:extLst>
                <a:ext uri="{FF2B5EF4-FFF2-40B4-BE49-F238E27FC236}">
                  <a16:creationId xmlns:a16="http://schemas.microsoft.com/office/drawing/2014/main" id="{6202678E-7553-4974-87F2-2A115F2C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680"/>
              <a:ext cx="15" cy="35"/>
            </a:xfrm>
            <a:custGeom>
              <a:avLst/>
              <a:gdLst>
                <a:gd name="T0" fmla="*/ 33 w 6"/>
                <a:gd name="T1" fmla="*/ 22 h 13"/>
                <a:gd name="T2" fmla="*/ 0 w 6"/>
                <a:gd name="T3" fmla="*/ 253 h 13"/>
                <a:gd name="T4" fmla="*/ 50 w 6"/>
                <a:gd name="T5" fmla="*/ 137 h 13"/>
                <a:gd name="T6" fmla="*/ 95 w 6"/>
                <a:gd name="T7" fmla="*/ 59 h 13"/>
                <a:gd name="T8" fmla="*/ 33 w 6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2" y="1"/>
                  </a:moveTo>
                  <a:cubicBezTo>
                    <a:pt x="2" y="5"/>
                    <a:pt x="1" y="9"/>
                    <a:pt x="0" y="13"/>
                  </a:cubicBezTo>
                  <a:cubicBezTo>
                    <a:pt x="3" y="13"/>
                    <a:pt x="2" y="9"/>
                    <a:pt x="3" y="7"/>
                  </a:cubicBezTo>
                  <a:cubicBezTo>
                    <a:pt x="3" y="5"/>
                    <a:pt x="5" y="4"/>
                    <a:pt x="6" y="3"/>
                  </a:cubicBezTo>
                  <a:cubicBezTo>
                    <a:pt x="5" y="2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9" name="Freeform 1619">
              <a:extLst>
                <a:ext uri="{FF2B5EF4-FFF2-40B4-BE49-F238E27FC236}">
                  <a16:creationId xmlns:a16="http://schemas.microsoft.com/office/drawing/2014/main" id="{63EACCE7-4489-4ECD-B449-FDB1B00E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20"/>
              <a:ext cx="13" cy="21"/>
            </a:xfrm>
            <a:custGeom>
              <a:avLst/>
              <a:gdLst>
                <a:gd name="T0" fmla="*/ 0 w 5"/>
                <a:gd name="T1" fmla="*/ 144 h 8"/>
                <a:gd name="T2" fmla="*/ 88 w 5"/>
                <a:gd name="T3" fmla="*/ 89 h 8"/>
                <a:gd name="T4" fmla="*/ 21 w 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1" y="0"/>
                    <a:pt x="5" y="5"/>
                  </a:cubicBezTo>
                  <a:cubicBezTo>
                    <a:pt x="3" y="4"/>
                    <a:pt x="2" y="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0" name="Freeform 1620">
              <a:extLst>
                <a:ext uri="{FF2B5EF4-FFF2-40B4-BE49-F238E27FC236}">
                  <a16:creationId xmlns:a16="http://schemas.microsoft.com/office/drawing/2014/main" id="{B5A79EEB-B7A4-4346-82D7-70FC1914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523"/>
              <a:ext cx="38" cy="32"/>
            </a:xfrm>
            <a:custGeom>
              <a:avLst/>
              <a:gdLst>
                <a:gd name="T0" fmla="*/ 0 w 15"/>
                <a:gd name="T1" fmla="*/ 227 h 12"/>
                <a:gd name="T2" fmla="*/ 243 w 15"/>
                <a:gd name="T3" fmla="*/ 56 h 12"/>
                <a:gd name="T4" fmla="*/ 84 w 15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6" y="7"/>
                    <a:pt x="7" y="0"/>
                    <a:pt x="15" y="3"/>
                  </a:cubicBezTo>
                  <a:cubicBezTo>
                    <a:pt x="12" y="3"/>
                    <a:pt x="8" y="6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1" name="Freeform 1621">
              <a:extLst>
                <a:ext uri="{FF2B5EF4-FFF2-40B4-BE49-F238E27FC236}">
                  <a16:creationId xmlns:a16="http://schemas.microsoft.com/office/drawing/2014/main" id="{7DA34E36-DDF4-458E-AA3C-26C872F3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509"/>
              <a:ext cx="28" cy="40"/>
            </a:xfrm>
            <a:custGeom>
              <a:avLst/>
              <a:gdLst>
                <a:gd name="T0" fmla="*/ 20 w 11"/>
                <a:gd name="T1" fmla="*/ 285 h 15"/>
                <a:gd name="T2" fmla="*/ 51 w 11"/>
                <a:gd name="T3" fmla="*/ 93 h 15"/>
                <a:gd name="T4" fmla="*/ 181 w 11"/>
                <a:gd name="T5" fmla="*/ 21 h 15"/>
                <a:gd name="T6" fmla="*/ 84 w 11"/>
                <a:gd name="T7" fmla="*/ 171 h 15"/>
                <a:gd name="T8" fmla="*/ 51 w 11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0" y="11"/>
                    <a:pt x="0" y="8"/>
                    <a:pt x="3" y="5"/>
                  </a:cubicBezTo>
                  <a:cubicBezTo>
                    <a:pt x="5" y="3"/>
                    <a:pt x="8" y="0"/>
                    <a:pt x="11" y="1"/>
                  </a:cubicBezTo>
                  <a:cubicBezTo>
                    <a:pt x="7" y="1"/>
                    <a:pt x="6" y="6"/>
                    <a:pt x="5" y="9"/>
                  </a:cubicBezTo>
                  <a:cubicBezTo>
                    <a:pt x="3" y="11"/>
                    <a:pt x="1" y="12"/>
                    <a:pt x="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2" name="Freeform 1622">
              <a:extLst>
                <a:ext uri="{FF2B5EF4-FFF2-40B4-BE49-F238E27FC236}">
                  <a16:creationId xmlns:a16="http://schemas.microsoft.com/office/drawing/2014/main" id="{37858594-90D6-49AC-8CFC-01B76500F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541"/>
              <a:ext cx="23" cy="38"/>
            </a:xfrm>
            <a:custGeom>
              <a:avLst/>
              <a:gdLst>
                <a:gd name="T0" fmla="*/ 151 w 9"/>
                <a:gd name="T1" fmla="*/ 0 h 14"/>
                <a:gd name="T2" fmla="*/ 20 w 9"/>
                <a:gd name="T3" fmla="*/ 103 h 14"/>
                <a:gd name="T4" fmla="*/ 0 w 9"/>
                <a:gd name="T5" fmla="*/ 163 h 14"/>
                <a:gd name="T6" fmla="*/ 66 w 9"/>
                <a:gd name="T7" fmla="*/ 280 h 14"/>
                <a:gd name="T8" fmla="*/ 66 w 9"/>
                <a:gd name="T9" fmla="*/ 103 h 14"/>
                <a:gd name="T10" fmla="*/ 151 w 9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7" y="2"/>
                    <a:pt x="3" y="3"/>
                    <a:pt x="1" y="5"/>
                  </a:cubicBezTo>
                  <a:cubicBezTo>
                    <a:pt x="0" y="7"/>
                    <a:pt x="0" y="6"/>
                    <a:pt x="0" y="8"/>
                  </a:cubicBezTo>
                  <a:cubicBezTo>
                    <a:pt x="1" y="11"/>
                    <a:pt x="3" y="12"/>
                    <a:pt x="4" y="14"/>
                  </a:cubicBezTo>
                  <a:cubicBezTo>
                    <a:pt x="3" y="12"/>
                    <a:pt x="2" y="8"/>
                    <a:pt x="4" y="5"/>
                  </a:cubicBezTo>
                  <a:cubicBezTo>
                    <a:pt x="5" y="3"/>
                    <a:pt x="8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3" name="Freeform 1623">
              <a:extLst>
                <a:ext uri="{FF2B5EF4-FFF2-40B4-BE49-F238E27FC236}">
                  <a16:creationId xmlns:a16="http://schemas.microsoft.com/office/drawing/2014/main" id="{34EBBF69-880B-4AC2-BFF6-EF9D84874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467"/>
              <a:ext cx="33" cy="45"/>
            </a:xfrm>
            <a:custGeom>
              <a:avLst/>
              <a:gdLst>
                <a:gd name="T0" fmla="*/ 213 w 13"/>
                <a:gd name="T1" fmla="*/ 90 h 17"/>
                <a:gd name="T2" fmla="*/ 20 w 13"/>
                <a:gd name="T3" fmla="*/ 56 h 17"/>
                <a:gd name="T4" fmla="*/ 33 w 13"/>
                <a:gd name="T5" fmla="*/ 148 h 17"/>
                <a:gd name="T6" fmla="*/ 51 w 13"/>
                <a:gd name="T7" fmla="*/ 315 h 17"/>
                <a:gd name="T8" fmla="*/ 96 w 13"/>
                <a:gd name="T9" fmla="*/ 132 h 17"/>
                <a:gd name="T10" fmla="*/ 213 w 13"/>
                <a:gd name="T11" fmla="*/ 11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7">
                  <a:moveTo>
                    <a:pt x="13" y="5"/>
                  </a:moveTo>
                  <a:cubicBezTo>
                    <a:pt x="10" y="6"/>
                    <a:pt x="4" y="0"/>
                    <a:pt x="1" y="3"/>
                  </a:cubicBezTo>
                  <a:cubicBezTo>
                    <a:pt x="0" y="5"/>
                    <a:pt x="2" y="6"/>
                    <a:pt x="2" y="8"/>
                  </a:cubicBezTo>
                  <a:cubicBezTo>
                    <a:pt x="3" y="11"/>
                    <a:pt x="3" y="14"/>
                    <a:pt x="3" y="17"/>
                  </a:cubicBezTo>
                  <a:cubicBezTo>
                    <a:pt x="3" y="14"/>
                    <a:pt x="4" y="9"/>
                    <a:pt x="6" y="7"/>
                  </a:cubicBezTo>
                  <a:cubicBezTo>
                    <a:pt x="8" y="5"/>
                    <a:pt x="10" y="7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4" name="Freeform 1624">
              <a:extLst>
                <a:ext uri="{FF2B5EF4-FFF2-40B4-BE49-F238E27FC236}">
                  <a16:creationId xmlns:a16="http://schemas.microsoft.com/office/drawing/2014/main" id="{23D3FF99-A64E-4133-81F5-264FB454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491"/>
              <a:ext cx="30" cy="29"/>
            </a:xfrm>
            <a:custGeom>
              <a:avLst/>
              <a:gdLst>
                <a:gd name="T0" fmla="*/ 188 w 12"/>
                <a:gd name="T1" fmla="*/ 124 h 11"/>
                <a:gd name="T2" fmla="*/ 50 w 12"/>
                <a:gd name="T3" fmla="*/ 0 h 11"/>
                <a:gd name="T4" fmla="*/ 0 w 12"/>
                <a:gd name="T5" fmla="*/ 200 h 11"/>
                <a:gd name="T6" fmla="*/ 33 w 12"/>
                <a:gd name="T7" fmla="*/ 166 h 11"/>
                <a:gd name="T8" fmla="*/ 83 w 12"/>
                <a:gd name="T9" fmla="*/ 76 h 11"/>
                <a:gd name="T10" fmla="*/ 145 w 12"/>
                <a:gd name="T11" fmla="*/ 7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12" y="7"/>
                  </a:moveTo>
                  <a:cubicBezTo>
                    <a:pt x="10" y="4"/>
                    <a:pt x="7" y="0"/>
                    <a:pt x="3" y="0"/>
                  </a:cubicBezTo>
                  <a:cubicBezTo>
                    <a:pt x="3" y="5"/>
                    <a:pt x="1" y="7"/>
                    <a:pt x="0" y="11"/>
                  </a:cubicBezTo>
                  <a:cubicBezTo>
                    <a:pt x="1" y="10"/>
                    <a:pt x="2" y="10"/>
                    <a:pt x="2" y="9"/>
                  </a:cubicBezTo>
                  <a:cubicBezTo>
                    <a:pt x="3" y="8"/>
                    <a:pt x="4" y="5"/>
                    <a:pt x="5" y="4"/>
                  </a:cubicBezTo>
                  <a:cubicBezTo>
                    <a:pt x="6" y="3"/>
                    <a:pt x="8" y="3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5" name="Freeform 1625">
              <a:extLst>
                <a:ext uri="{FF2B5EF4-FFF2-40B4-BE49-F238E27FC236}">
                  <a16:creationId xmlns:a16="http://schemas.microsoft.com/office/drawing/2014/main" id="{C7A79817-A231-4A24-97DA-A7011759F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528"/>
              <a:ext cx="45" cy="43"/>
            </a:xfrm>
            <a:custGeom>
              <a:avLst/>
              <a:gdLst>
                <a:gd name="T0" fmla="*/ 20 w 18"/>
                <a:gd name="T1" fmla="*/ 175 h 16"/>
                <a:gd name="T2" fmla="*/ 125 w 18"/>
                <a:gd name="T3" fmla="*/ 94 h 16"/>
                <a:gd name="T4" fmla="*/ 283 w 18"/>
                <a:gd name="T5" fmla="*/ 0 h 16"/>
                <a:gd name="T6" fmla="*/ 270 w 18"/>
                <a:gd name="T7" fmla="*/ 94 h 16"/>
                <a:gd name="T8" fmla="*/ 158 w 18"/>
                <a:gd name="T9" fmla="*/ 137 h 16"/>
                <a:gd name="T10" fmla="*/ 50 w 18"/>
                <a:gd name="T11" fmla="*/ 312 h 16"/>
                <a:gd name="T12" fmla="*/ 20 w 18"/>
                <a:gd name="T13" fmla="*/ 19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1" y="9"/>
                  </a:moveTo>
                  <a:cubicBezTo>
                    <a:pt x="2" y="6"/>
                    <a:pt x="4" y="6"/>
                    <a:pt x="8" y="5"/>
                  </a:cubicBezTo>
                  <a:cubicBezTo>
                    <a:pt x="12" y="4"/>
                    <a:pt x="15" y="3"/>
                    <a:pt x="18" y="0"/>
                  </a:cubicBezTo>
                  <a:cubicBezTo>
                    <a:pt x="18" y="2"/>
                    <a:pt x="18" y="4"/>
                    <a:pt x="17" y="5"/>
                  </a:cubicBezTo>
                  <a:cubicBezTo>
                    <a:pt x="15" y="6"/>
                    <a:pt x="12" y="7"/>
                    <a:pt x="10" y="7"/>
                  </a:cubicBezTo>
                  <a:cubicBezTo>
                    <a:pt x="5" y="9"/>
                    <a:pt x="4" y="11"/>
                    <a:pt x="3" y="16"/>
                  </a:cubicBezTo>
                  <a:cubicBezTo>
                    <a:pt x="0" y="15"/>
                    <a:pt x="1" y="12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6" name="Freeform 1626">
              <a:extLst>
                <a:ext uri="{FF2B5EF4-FFF2-40B4-BE49-F238E27FC236}">
                  <a16:creationId xmlns:a16="http://schemas.microsoft.com/office/drawing/2014/main" id="{A2C31C88-1436-4DBD-80CB-BC673ED27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584"/>
              <a:ext cx="40" cy="21"/>
            </a:xfrm>
            <a:custGeom>
              <a:avLst/>
              <a:gdLst>
                <a:gd name="T0" fmla="*/ 0 w 16"/>
                <a:gd name="T1" fmla="*/ 76 h 8"/>
                <a:gd name="T2" fmla="*/ 250 w 16"/>
                <a:gd name="T3" fmla="*/ 0 h 8"/>
                <a:gd name="T4" fmla="*/ 145 w 16"/>
                <a:gd name="T5" fmla="*/ 123 h 8"/>
                <a:gd name="T6" fmla="*/ 20 w 16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0" y="4"/>
                  </a:moveTo>
                  <a:cubicBezTo>
                    <a:pt x="5" y="7"/>
                    <a:pt x="12" y="2"/>
                    <a:pt x="16" y="0"/>
                  </a:cubicBezTo>
                  <a:cubicBezTo>
                    <a:pt x="14" y="3"/>
                    <a:pt x="13" y="6"/>
                    <a:pt x="9" y="7"/>
                  </a:cubicBezTo>
                  <a:cubicBezTo>
                    <a:pt x="6" y="8"/>
                    <a:pt x="3" y="6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7" name="Freeform 1627">
              <a:extLst>
                <a:ext uri="{FF2B5EF4-FFF2-40B4-BE49-F238E27FC236}">
                  <a16:creationId xmlns:a16="http://schemas.microsoft.com/office/drawing/2014/main" id="{D0D519F4-59E6-4A2F-803A-7B773A105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568"/>
              <a:ext cx="30" cy="40"/>
            </a:xfrm>
            <a:custGeom>
              <a:avLst/>
              <a:gdLst>
                <a:gd name="T0" fmla="*/ 188 w 12"/>
                <a:gd name="T1" fmla="*/ 0 h 15"/>
                <a:gd name="T2" fmla="*/ 113 w 12"/>
                <a:gd name="T3" fmla="*/ 0 h 15"/>
                <a:gd name="T4" fmla="*/ 50 w 12"/>
                <a:gd name="T5" fmla="*/ 77 h 15"/>
                <a:gd name="T6" fmla="*/ 0 w 12"/>
                <a:gd name="T7" fmla="*/ 149 h 15"/>
                <a:gd name="T8" fmla="*/ 63 w 12"/>
                <a:gd name="T9" fmla="*/ 285 h 15"/>
                <a:gd name="T10" fmla="*/ 95 w 12"/>
                <a:gd name="T11" fmla="*/ 93 h 15"/>
                <a:gd name="T12" fmla="*/ 175 w 12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11" y="1"/>
                    <a:pt x="9" y="0"/>
                    <a:pt x="7" y="0"/>
                  </a:cubicBezTo>
                  <a:cubicBezTo>
                    <a:pt x="4" y="1"/>
                    <a:pt x="4" y="2"/>
                    <a:pt x="3" y="4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0"/>
                    <a:pt x="2" y="14"/>
                    <a:pt x="4" y="15"/>
                  </a:cubicBezTo>
                  <a:cubicBezTo>
                    <a:pt x="4" y="10"/>
                    <a:pt x="3" y="8"/>
                    <a:pt x="6" y="5"/>
                  </a:cubicBezTo>
                  <a:cubicBezTo>
                    <a:pt x="8" y="4"/>
                    <a:pt x="11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8" name="Freeform 1628">
              <a:extLst>
                <a:ext uri="{FF2B5EF4-FFF2-40B4-BE49-F238E27FC236}">
                  <a16:creationId xmlns:a16="http://schemas.microsoft.com/office/drawing/2014/main" id="{1DEBAE5B-E39D-4009-A26F-76323EB1E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576"/>
              <a:ext cx="40" cy="32"/>
            </a:xfrm>
            <a:custGeom>
              <a:avLst/>
              <a:gdLst>
                <a:gd name="T0" fmla="*/ 250 w 16"/>
                <a:gd name="T1" fmla="*/ 93 h 12"/>
                <a:gd name="T2" fmla="*/ 63 w 16"/>
                <a:gd name="T3" fmla="*/ 56 h 12"/>
                <a:gd name="T4" fmla="*/ 33 w 16"/>
                <a:gd name="T5" fmla="*/ 227 h 12"/>
                <a:gd name="T6" fmla="*/ 113 w 16"/>
                <a:gd name="T7" fmla="*/ 93 h 12"/>
                <a:gd name="T8" fmla="*/ 188 w 16"/>
                <a:gd name="T9" fmla="*/ 115 h 12"/>
                <a:gd name="T10" fmla="*/ 238 w 16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16" y="5"/>
                  </a:moveTo>
                  <a:cubicBezTo>
                    <a:pt x="11" y="6"/>
                    <a:pt x="10" y="0"/>
                    <a:pt x="4" y="3"/>
                  </a:cubicBezTo>
                  <a:cubicBezTo>
                    <a:pt x="0" y="5"/>
                    <a:pt x="0" y="8"/>
                    <a:pt x="2" y="12"/>
                  </a:cubicBezTo>
                  <a:cubicBezTo>
                    <a:pt x="1" y="9"/>
                    <a:pt x="3" y="5"/>
                    <a:pt x="7" y="5"/>
                  </a:cubicBezTo>
                  <a:cubicBezTo>
                    <a:pt x="9" y="5"/>
                    <a:pt x="10" y="6"/>
                    <a:pt x="12" y="6"/>
                  </a:cubicBezTo>
                  <a:cubicBezTo>
                    <a:pt x="13" y="6"/>
                    <a:pt x="14" y="5"/>
                    <a:pt x="1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9" name="Freeform 1629">
              <a:extLst>
                <a:ext uri="{FF2B5EF4-FFF2-40B4-BE49-F238E27FC236}">
                  <a16:creationId xmlns:a16="http://schemas.microsoft.com/office/drawing/2014/main" id="{4628AA71-A4DD-4109-98E3-BAC84CA8B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619"/>
              <a:ext cx="35" cy="18"/>
            </a:xfrm>
            <a:custGeom>
              <a:avLst/>
              <a:gdLst>
                <a:gd name="T0" fmla="*/ 0 w 14"/>
                <a:gd name="T1" fmla="*/ 100 h 7"/>
                <a:gd name="T2" fmla="*/ 220 w 14"/>
                <a:gd name="T3" fmla="*/ 0 h 7"/>
                <a:gd name="T4" fmla="*/ 158 w 14"/>
                <a:gd name="T5" fmla="*/ 100 h 7"/>
                <a:gd name="T6" fmla="*/ 83 w 14"/>
                <a:gd name="T7" fmla="*/ 118 h 7"/>
                <a:gd name="T8" fmla="*/ 20 w 14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6"/>
                  </a:moveTo>
                  <a:cubicBezTo>
                    <a:pt x="6" y="6"/>
                    <a:pt x="10" y="4"/>
                    <a:pt x="14" y="0"/>
                  </a:cubicBezTo>
                  <a:cubicBezTo>
                    <a:pt x="13" y="2"/>
                    <a:pt x="13" y="4"/>
                    <a:pt x="10" y="6"/>
                  </a:cubicBezTo>
                  <a:cubicBezTo>
                    <a:pt x="9" y="6"/>
                    <a:pt x="7" y="7"/>
                    <a:pt x="5" y="7"/>
                  </a:cubicBezTo>
                  <a:cubicBezTo>
                    <a:pt x="4" y="7"/>
                    <a:pt x="2" y="6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0" name="Freeform 1630">
              <a:extLst>
                <a:ext uri="{FF2B5EF4-FFF2-40B4-BE49-F238E27FC236}">
                  <a16:creationId xmlns:a16="http://schemas.microsoft.com/office/drawing/2014/main" id="{B129D8D6-8D95-447E-879D-FE672DF6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589"/>
              <a:ext cx="38" cy="16"/>
            </a:xfrm>
            <a:custGeom>
              <a:avLst/>
              <a:gdLst>
                <a:gd name="T0" fmla="*/ 0 w 15"/>
                <a:gd name="T1" fmla="*/ 93 h 6"/>
                <a:gd name="T2" fmla="*/ 147 w 15"/>
                <a:gd name="T3" fmla="*/ 21 h 6"/>
                <a:gd name="T4" fmla="*/ 225 w 15"/>
                <a:gd name="T5" fmla="*/ 77 h 6"/>
                <a:gd name="T6" fmla="*/ 147 w 15"/>
                <a:gd name="T7" fmla="*/ 77 h 6"/>
                <a:gd name="T8" fmla="*/ 20 w 1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5"/>
                  </a:moveTo>
                  <a:cubicBezTo>
                    <a:pt x="3" y="6"/>
                    <a:pt x="6" y="3"/>
                    <a:pt x="9" y="1"/>
                  </a:cubicBezTo>
                  <a:cubicBezTo>
                    <a:pt x="12" y="0"/>
                    <a:pt x="15" y="0"/>
                    <a:pt x="14" y="4"/>
                  </a:cubicBezTo>
                  <a:cubicBezTo>
                    <a:pt x="14" y="1"/>
                    <a:pt x="11" y="3"/>
                    <a:pt x="9" y="4"/>
                  </a:cubicBezTo>
                  <a:cubicBezTo>
                    <a:pt x="6" y="6"/>
                    <a:pt x="4" y="6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1" name="Freeform 1631">
              <a:extLst>
                <a:ext uri="{FF2B5EF4-FFF2-40B4-BE49-F238E27FC236}">
                  <a16:creationId xmlns:a16="http://schemas.microsoft.com/office/drawing/2014/main" id="{3D969F91-C345-411E-8E8E-F382196B7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480"/>
              <a:ext cx="30" cy="16"/>
            </a:xfrm>
            <a:custGeom>
              <a:avLst/>
              <a:gdLst>
                <a:gd name="T0" fmla="*/ 33 w 12"/>
                <a:gd name="T1" fmla="*/ 93 h 6"/>
                <a:gd name="T2" fmla="*/ 188 w 12"/>
                <a:gd name="T3" fmla="*/ 21 h 6"/>
                <a:gd name="T4" fmla="*/ 50 w 12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2" y="5"/>
                  </a:moveTo>
                  <a:cubicBezTo>
                    <a:pt x="0" y="0"/>
                    <a:pt x="10" y="1"/>
                    <a:pt x="12" y="1"/>
                  </a:cubicBezTo>
                  <a:cubicBezTo>
                    <a:pt x="9" y="3"/>
                    <a:pt x="4" y="2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2" name="Freeform 1632">
              <a:extLst>
                <a:ext uri="{FF2B5EF4-FFF2-40B4-BE49-F238E27FC236}">
                  <a16:creationId xmlns:a16="http://schemas.microsoft.com/office/drawing/2014/main" id="{277399E9-0200-4DCA-B332-9D9CD6AB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477"/>
              <a:ext cx="28" cy="38"/>
            </a:xfrm>
            <a:custGeom>
              <a:avLst/>
              <a:gdLst>
                <a:gd name="T0" fmla="*/ 33 w 11"/>
                <a:gd name="T1" fmla="*/ 258 h 14"/>
                <a:gd name="T2" fmla="*/ 20 w 11"/>
                <a:gd name="T3" fmla="*/ 103 h 14"/>
                <a:gd name="T4" fmla="*/ 181 w 11"/>
                <a:gd name="T5" fmla="*/ 0 h 14"/>
                <a:gd name="T6" fmla="*/ 51 w 11"/>
                <a:gd name="T7" fmla="*/ 141 h 14"/>
                <a:gd name="T8" fmla="*/ 51 w 11"/>
                <a:gd name="T9" fmla="*/ 28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2" y="13"/>
                  </a:moveTo>
                  <a:cubicBezTo>
                    <a:pt x="0" y="11"/>
                    <a:pt x="0" y="7"/>
                    <a:pt x="1" y="5"/>
                  </a:cubicBezTo>
                  <a:cubicBezTo>
                    <a:pt x="3" y="2"/>
                    <a:pt x="8" y="0"/>
                    <a:pt x="11" y="0"/>
                  </a:cubicBezTo>
                  <a:cubicBezTo>
                    <a:pt x="8" y="2"/>
                    <a:pt x="4" y="3"/>
                    <a:pt x="3" y="7"/>
                  </a:cubicBezTo>
                  <a:cubicBezTo>
                    <a:pt x="3" y="10"/>
                    <a:pt x="4" y="12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3" name="Freeform 1633">
              <a:extLst>
                <a:ext uri="{FF2B5EF4-FFF2-40B4-BE49-F238E27FC236}">
                  <a16:creationId xmlns:a16="http://schemas.microsoft.com/office/drawing/2014/main" id="{04E5FEA3-ED3D-4790-828F-5C9ADD8A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95"/>
              <a:ext cx="88" cy="109"/>
            </a:xfrm>
            <a:custGeom>
              <a:avLst/>
              <a:gdLst>
                <a:gd name="T0" fmla="*/ 556 w 35"/>
                <a:gd name="T1" fmla="*/ 77 h 41"/>
                <a:gd name="T2" fmla="*/ 475 w 35"/>
                <a:gd name="T3" fmla="*/ 21 h 41"/>
                <a:gd name="T4" fmla="*/ 397 w 35"/>
                <a:gd name="T5" fmla="*/ 21 h 41"/>
                <a:gd name="T6" fmla="*/ 304 w 35"/>
                <a:gd name="T7" fmla="*/ 0 h 41"/>
                <a:gd name="T8" fmla="*/ 189 w 35"/>
                <a:gd name="T9" fmla="*/ 114 h 41"/>
                <a:gd name="T10" fmla="*/ 146 w 35"/>
                <a:gd name="T11" fmla="*/ 247 h 41"/>
                <a:gd name="T12" fmla="*/ 50 w 35"/>
                <a:gd name="T13" fmla="*/ 452 h 41"/>
                <a:gd name="T14" fmla="*/ 0 w 35"/>
                <a:gd name="T15" fmla="*/ 657 h 41"/>
                <a:gd name="T16" fmla="*/ 83 w 35"/>
                <a:gd name="T17" fmla="*/ 734 h 41"/>
                <a:gd name="T18" fmla="*/ 146 w 35"/>
                <a:gd name="T19" fmla="*/ 771 h 41"/>
                <a:gd name="T20" fmla="*/ 158 w 35"/>
                <a:gd name="T21" fmla="*/ 734 h 41"/>
                <a:gd name="T22" fmla="*/ 146 w 35"/>
                <a:gd name="T23" fmla="*/ 580 h 41"/>
                <a:gd name="T24" fmla="*/ 189 w 35"/>
                <a:gd name="T25" fmla="*/ 524 h 41"/>
                <a:gd name="T26" fmla="*/ 221 w 35"/>
                <a:gd name="T27" fmla="*/ 452 h 41"/>
                <a:gd name="T28" fmla="*/ 317 w 35"/>
                <a:gd name="T29" fmla="*/ 247 h 41"/>
                <a:gd name="T30" fmla="*/ 410 w 35"/>
                <a:gd name="T31" fmla="*/ 205 h 41"/>
                <a:gd name="T32" fmla="*/ 475 w 35"/>
                <a:gd name="T33" fmla="*/ 247 h 41"/>
                <a:gd name="T34" fmla="*/ 556 w 35"/>
                <a:gd name="T35" fmla="*/ 77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41">
                  <a:moveTo>
                    <a:pt x="35" y="4"/>
                  </a:moveTo>
                  <a:cubicBezTo>
                    <a:pt x="33" y="4"/>
                    <a:pt x="32" y="1"/>
                    <a:pt x="30" y="1"/>
                  </a:cubicBezTo>
                  <a:cubicBezTo>
                    <a:pt x="29" y="0"/>
                    <a:pt x="26" y="1"/>
                    <a:pt x="25" y="1"/>
                  </a:cubicBezTo>
                  <a:cubicBezTo>
                    <a:pt x="23" y="1"/>
                    <a:pt x="21" y="1"/>
                    <a:pt x="19" y="0"/>
                  </a:cubicBezTo>
                  <a:cubicBezTo>
                    <a:pt x="18" y="5"/>
                    <a:pt x="15" y="4"/>
                    <a:pt x="12" y="6"/>
                  </a:cubicBezTo>
                  <a:cubicBezTo>
                    <a:pt x="14" y="9"/>
                    <a:pt x="13" y="14"/>
                    <a:pt x="9" y="13"/>
                  </a:cubicBezTo>
                  <a:cubicBezTo>
                    <a:pt x="9" y="17"/>
                    <a:pt x="8" y="21"/>
                    <a:pt x="3" y="24"/>
                  </a:cubicBezTo>
                  <a:cubicBezTo>
                    <a:pt x="5" y="28"/>
                    <a:pt x="4" y="32"/>
                    <a:pt x="0" y="35"/>
                  </a:cubicBezTo>
                  <a:cubicBezTo>
                    <a:pt x="2" y="36"/>
                    <a:pt x="5" y="37"/>
                    <a:pt x="5" y="39"/>
                  </a:cubicBezTo>
                  <a:cubicBezTo>
                    <a:pt x="7" y="39"/>
                    <a:pt x="8" y="40"/>
                    <a:pt x="9" y="41"/>
                  </a:cubicBezTo>
                  <a:cubicBezTo>
                    <a:pt x="9" y="40"/>
                    <a:pt x="9" y="39"/>
                    <a:pt x="10" y="39"/>
                  </a:cubicBezTo>
                  <a:cubicBezTo>
                    <a:pt x="9" y="36"/>
                    <a:pt x="8" y="33"/>
                    <a:pt x="9" y="31"/>
                  </a:cubicBezTo>
                  <a:cubicBezTo>
                    <a:pt x="10" y="30"/>
                    <a:pt x="11" y="29"/>
                    <a:pt x="12" y="28"/>
                  </a:cubicBezTo>
                  <a:cubicBezTo>
                    <a:pt x="13" y="27"/>
                    <a:pt x="13" y="25"/>
                    <a:pt x="14" y="24"/>
                  </a:cubicBezTo>
                  <a:cubicBezTo>
                    <a:pt x="15" y="20"/>
                    <a:pt x="17" y="16"/>
                    <a:pt x="20" y="13"/>
                  </a:cubicBezTo>
                  <a:cubicBezTo>
                    <a:pt x="22" y="11"/>
                    <a:pt x="23" y="10"/>
                    <a:pt x="26" y="11"/>
                  </a:cubicBezTo>
                  <a:cubicBezTo>
                    <a:pt x="28" y="11"/>
                    <a:pt x="29" y="12"/>
                    <a:pt x="30" y="13"/>
                  </a:cubicBezTo>
                  <a:cubicBezTo>
                    <a:pt x="31" y="9"/>
                    <a:pt x="33" y="8"/>
                    <a:pt x="35" y="4"/>
                  </a:cubicBezTo>
                  <a:close/>
                </a:path>
              </a:pathLst>
            </a:custGeom>
            <a:solidFill>
              <a:srgbClr val="8A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4" name="Freeform 1634">
              <a:extLst>
                <a:ext uri="{FF2B5EF4-FFF2-40B4-BE49-F238E27FC236}">
                  <a16:creationId xmlns:a16="http://schemas.microsoft.com/office/drawing/2014/main" id="{93AF99BD-E58C-417B-8A7A-C82FA752B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533"/>
              <a:ext cx="45" cy="78"/>
            </a:xfrm>
            <a:custGeom>
              <a:avLst/>
              <a:gdLst>
                <a:gd name="T0" fmla="*/ 250 w 18"/>
                <a:gd name="T1" fmla="*/ 565 h 29"/>
                <a:gd name="T2" fmla="*/ 283 w 18"/>
                <a:gd name="T3" fmla="*/ 471 h 29"/>
                <a:gd name="T4" fmla="*/ 238 w 18"/>
                <a:gd name="T5" fmla="*/ 290 h 29"/>
                <a:gd name="T6" fmla="*/ 20 w 18"/>
                <a:gd name="T7" fmla="*/ 0 h 29"/>
                <a:gd name="T8" fmla="*/ 0 w 18"/>
                <a:gd name="T9" fmla="*/ 0 h 29"/>
                <a:gd name="T10" fmla="*/ 113 w 18"/>
                <a:gd name="T11" fmla="*/ 334 h 29"/>
                <a:gd name="T12" fmla="*/ 188 w 18"/>
                <a:gd name="T13" fmla="*/ 543 h 29"/>
                <a:gd name="T14" fmla="*/ 250 w 18"/>
                <a:gd name="T15" fmla="*/ 56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9">
                  <a:moveTo>
                    <a:pt x="16" y="29"/>
                  </a:moveTo>
                  <a:cubicBezTo>
                    <a:pt x="17" y="27"/>
                    <a:pt x="18" y="26"/>
                    <a:pt x="18" y="24"/>
                  </a:cubicBezTo>
                  <a:cubicBezTo>
                    <a:pt x="17" y="21"/>
                    <a:pt x="16" y="18"/>
                    <a:pt x="15" y="15"/>
                  </a:cubicBezTo>
                  <a:cubicBezTo>
                    <a:pt x="12" y="7"/>
                    <a:pt x="1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13" y="10"/>
                    <a:pt x="7" y="17"/>
                  </a:cubicBezTo>
                  <a:cubicBezTo>
                    <a:pt x="11" y="18"/>
                    <a:pt x="13" y="24"/>
                    <a:pt x="12" y="28"/>
                  </a:cubicBezTo>
                  <a:cubicBezTo>
                    <a:pt x="14" y="28"/>
                    <a:pt x="15" y="28"/>
                    <a:pt x="16" y="29"/>
                  </a:cubicBezTo>
                  <a:close/>
                </a:path>
              </a:pathLst>
            </a:custGeom>
            <a:solidFill>
              <a:srgbClr val="8A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5" name="Freeform 1635">
              <a:extLst>
                <a:ext uri="{FF2B5EF4-FFF2-40B4-BE49-F238E27FC236}">
                  <a16:creationId xmlns:a16="http://schemas.microsoft.com/office/drawing/2014/main" id="{792263E3-CCB5-4625-ACBD-B1F702E9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627"/>
              <a:ext cx="38" cy="26"/>
            </a:xfrm>
            <a:custGeom>
              <a:avLst/>
              <a:gdLst>
                <a:gd name="T0" fmla="*/ 0 w 15"/>
                <a:gd name="T1" fmla="*/ 0 h 10"/>
                <a:gd name="T2" fmla="*/ 117 w 15"/>
                <a:gd name="T3" fmla="*/ 143 h 10"/>
                <a:gd name="T4" fmla="*/ 180 w 15"/>
                <a:gd name="T5" fmla="*/ 156 h 10"/>
                <a:gd name="T6" fmla="*/ 243 w 15"/>
                <a:gd name="T7" fmla="*/ 55 h 10"/>
                <a:gd name="T8" fmla="*/ 33 w 1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0" y="6"/>
                    <a:pt x="3" y="6"/>
                    <a:pt x="7" y="8"/>
                  </a:cubicBezTo>
                  <a:cubicBezTo>
                    <a:pt x="9" y="9"/>
                    <a:pt x="10" y="10"/>
                    <a:pt x="11" y="9"/>
                  </a:cubicBezTo>
                  <a:cubicBezTo>
                    <a:pt x="13" y="8"/>
                    <a:pt x="14" y="4"/>
                    <a:pt x="15" y="3"/>
                  </a:cubicBezTo>
                  <a:cubicBezTo>
                    <a:pt x="11" y="6"/>
                    <a:pt x="4" y="4"/>
                    <a:pt x="2" y="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6" name="Freeform 1636">
              <a:extLst>
                <a:ext uri="{FF2B5EF4-FFF2-40B4-BE49-F238E27FC236}">
                  <a16:creationId xmlns:a16="http://schemas.microsoft.com/office/drawing/2014/main" id="{561DC120-E827-46B4-89B3-9038507D6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587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45 w 12"/>
                <a:gd name="T3" fmla="*/ 205 h 12"/>
                <a:gd name="T4" fmla="*/ 158 w 12"/>
                <a:gd name="T5" fmla="*/ 0 h 12"/>
                <a:gd name="T6" fmla="*/ 2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2" y="12"/>
                    <a:pt x="7" y="12"/>
                    <a:pt x="9" y="11"/>
                  </a:cubicBezTo>
                  <a:cubicBezTo>
                    <a:pt x="11" y="9"/>
                    <a:pt x="12" y="2"/>
                    <a:pt x="10" y="0"/>
                  </a:cubicBezTo>
                  <a:cubicBezTo>
                    <a:pt x="9" y="5"/>
                    <a:pt x="6" y="12"/>
                    <a:pt x="1" y="12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7" name="Freeform 1637">
              <a:extLst>
                <a:ext uri="{FF2B5EF4-FFF2-40B4-BE49-F238E27FC236}">
                  <a16:creationId xmlns:a16="http://schemas.microsoft.com/office/drawing/2014/main" id="{59EE6564-2C89-4F6D-9598-26D0AC5A2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536"/>
              <a:ext cx="27" cy="45"/>
            </a:xfrm>
            <a:custGeom>
              <a:avLst/>
              <a:gdLst>
                <a:gd name="T0" fmla="*/ 0 w 11"/>
                <a:gd name="T1" fmla="*/ 315 h 17"/>
                <a:gd name="T2" fmla="*/ 61 w 11"/>
                <a:gd name="T3" fmla="*/ 238 h 17"/>
                <a:gd name="T4" fmla="*/ 133 w 11"/>
                <a:gd name="T5" fmla="*/ 204 h 17"/>
                <a:gd name="T6" fmla="*/ 133 w 11"/>
                <a:gd name="T7" fmla="*/ 0 h 17"/>
                <a:gd name="T8" fmla="*/ 61 w 11"/>
                <a:gd name="T9" fmla="*/ 183 h 17"/>
                <a:gd name="T10" fmla="*/ 12 w 11"/>
                <a:gd name="T11" fmla="*/ 225 h 17"/>
                <a:gd name="T12" fmla="*/ 0 w 11"/>
                <a:gd name="T13" fmla="*/ 29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2" y="16"/>
                    <a:pt x="3" y="14"/>
                    <a:pt x="4" y="13"/>
                  </a:cubicBezTo>
                  <a:cubicBezTo>
                    <a:pt x="6" y="12"/>
                    <a:pt x="8" y="12"/>
                    <a:pt x="9" y="11"/>
                  </a:cubicBezTo>
                  <a:cubicBezTo>
                    <a:pt x="11" y="9"/>
                    <a:pt x="11" y="2"/>
                    <a:pt x="9" y="0"/>
                  </a:cubicBezTo>
                  <a:cubicBezTo>
                    <a:pt x="8" y="4"/>
                    <a:pt x="9" y="7"/>
                    <a:pt x="4" y="10"/>
                  </a:cubicBezTo>
                  <a:cubicBezTo>
                    <a:pt x="2" y="11"/>
                    <a:pt x="2" y="10"/>
                    <a:pt x="1" y="12"/>
                  </a:cubicBezTo>
                  <a:cubicBezTo>
                    <a:pt x="0" y="13"/>
                    <a:pt x="1" y="15"/>
                    <a:pt x="0" y="16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8" name="Freeform 1638">
              <a:extLst>
                <a:ext uri="{FF2B5EF4-FFF2-40B4-BE49-F238E27FC236}">
                  <a16:creationId xmlns:a16="http://schemas.microsoft.com/office/drawing/2014/main" id="{2111644A-69F4-46E0-B7C7-5EAFB3B4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603"/>
              <a:ext cx="25" cy="16"/>
            </a:xfrm>
            <a:custGeom>
              <a:avLst/>
              <a:gdLst>
                <a:gd name="T0" fmla="*/ 0 w 10"/>
                <a:gd name="T1" fmla="*/ 77 h 6"/>
                <a:gd name="T2" fmla="*/ 63 w 10"/>
                <a:gd name="T3" fmla="*/ 115 h 6"/>
                <a:gd name="T4" fmla="*/ 158 w 10"/>
                <a:gd name="T5" fmla="*/ 21 h 6"/>
                <a:gd name="T6" fmla="*/ 0 w 10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1" y="5"/>
                    <a:pt x="2" y="6"/>
                    <a:pt x="4" y="6"/>
                  </a:cubicBezTo>
                  <a:cubicBezTo>
                    <a:pt x="5" y="6"/>
                    <a:pt x="9" y="2"/>
                    <a:pt x="10" y="1"/>
                  </a:cubicBezTo>
                  <a:cubicBezTo>
                    <a:pt x="7" y="0"/>
                    <a:pt x="3" y="3"/>
                    <a:pt x="0" y="4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9" name="Freeform 1639">
              <a:extLst>
                <a:ext uri="{FF2B5EF4-FFF2-40B4-BE49-F238E27FC236}">
                  <a16:creationId xmlns:a16="http://schemas.microsoft.com/office/drawing/2014/main" id="{B7CEEF71-F649-4BD9-BC06-31FE4358A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616"/>
              <a:ext cx="20" cy="13"/>
            </a:xfrm>
            <a:custGeom>
              <a:avLst/>
              <a:gdLst>
                <a:gd name="T0" fmla="*/ 20 w 8"/>
                <a:gd name="T1" fmla="*/ 55 h 5"/>
                <a:gd name="T2" fmla="*/ 125 w 8"/>
                <a:gd name="T3" fmla="*/ 88 h 5"/>
                <a:gd name="T4" fmla="*/ 83 w 8"/>
                <a:gd name="T5" fmla="*/ 0 h 5"/>
                <a:gd name="T6" fmla="*/ 0 w 8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4" y="3"/>
                    <a:pt x="6" y="5"/>
                    <a:pt x="8" y="5"/>
                  </a:cubicBezTo>
                  <a:cubicBezTo>
                    <a:pt x="8" y="3"/>
                    <a:pt x="7" y="1"/>
                    <a:pt x="5" y="0"/>
                  </a:cubicBezTo>
                  <a:cubicBezTo>
                    <a:pt x="5" y="3"/>
                    <a:pt x="3" y="3"/>
                    <a:pt x="0" y="3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0" name="Freeform 1640">
              <a:extLst>
                <a:ext uri="{FF2B5EF4-FFF2-40B4-BE49-F238E27FC236}">
                  <a16:creationId xmlns:a16="http://schemas.microsoft.com/office/drawing/2014/main" id="{4F8EE34F-3E93-406D-9ADF-1DA637C5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613"/>
              <a:ext cx="40" cy="16"/>
            </a:xfrm>
            <a:custGeom>
              <a:avLst/>
              <a:gdLst>
                <a:gd name="T0" fmla="*/ 20 w 16"/>
                <a:gd name="T1" fmla="*/ 115 h 6"/>
                <a:gd name="T2" fmla="*/ 158 w 16"/>
                <a:gd name="T3" fmla="*/ 35 h 6"/>
                <a:gd name="T4" fmla="*/ 0 w 16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1" y="6"/>
                  </a:moveTo>
                  <a:cubicBezTo>
                    <a:pt x="3" y="5"/>
                    <a:pt x="16" y="5"/>
                    <a:pt x="10" y="2"/>
                  </a:cubicBezTo>
                  <a:cubicBezTo>
                    <a:pt x="6" y="0"/>
                    <a:pt x="4" y="5"/>
                    <a:pt x="0" y="5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1" name="Freeform 1641">
              <a:extLst>
                <a:ext uri="{FF2B5EF4-FFF2-40B4-BE49-F238E27FC236}">
                  <a16:creationId xmlns:a16="http://schemas.microsoft.com/office/drawing/2014/main" id="{4EB3DF10-87E9-494E-8601-0C05A98E2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576"/>
              <a:ext cx="25" cy="40"/>
            </a:xfrm>
            <a:custGeom>
              <a:avLst/>
              <a:gdLst>
                <a:gd name="T0" fmla="*/ 20 w 10"/>
                <a:gd name="T1" fmla="*/ 285 h 15"/>
                <a:gd name="T2" fmla="*/ 145 w 10"/>
                <a:gd name="T3" fmla="*/ 149 h 15"/>
                <a:gd name="T4" fmla="*/ 83 w 10"/>
                <a:gd name="T5" fmla="*/ 0 h 15"/>
                <a:gd name="T6" fmla="*/ 83 w 10"/>
                <a:gd name="T7" fmla="*/ 136 h 15"/>
                <a:gd name="T8" fmla="*/ 0 w 10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" y="15"/>
                  </a:moveTo>
                  <a:cubicBezTo>
                    <a:pt x="3" y="13"/>
                    <a:pt x="9" y="11"/>
                    <a:pt x="9" y="8"/>
                  </a:cubicBezTo>
                  <a:cubicBezTo>
                    <a:pt x="10" y="5"/>
                    <a:pt x="6" y="2"/>
                    <a:pt x="5" y="0"/>
                  </a:cubicBezTo>
                  <a:cubicBezTo>
                    <a:pt x="5" y="2"/>
                    <a:pt x="6" y="5"/>
                    <a:pt x="5" y="7"/>
                  </a:cubicBezTo>
                  <a:cubicBezTo>
                    <a:pt x="4" y="10"/>
                    <a:pt x="2" y="11"/>
                    <a:pt x="0" y="13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2" name="Freeform 1642">
              <a:extLst>
                <a:ext uri="{FF2B5EF4-FFF2-40B4-BE49-F238E27FC236}">
                  <a16:creationId xmlns:a16="http://schemas.microsoft.com/office/drawing/2014/main" id="{AE0A6BCF-86DE-4743-AE6A-F983AF4BD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552"/>
              <a:ext cx="22" cy="35"/>
            </a:xfrm>
            <a:custGeom>
              <a:avLst/>
              <a:gdLst>
                <a:gd name="T0" fmla="*/ 0 w 9"/>
                <a:gd name="T1" fmla="*/ 253 h 13"/>
                <a:gd name="T2" fmla="*/ 59 w 9"/>
                <a:gd name="T3" fmla="*/ 197 h 13"/>
                <a:gd name="T4" fmla="*/ 120 w 9"/>
                <a:gd name="T5" fmla="*/ 116 h 13"/>
                <a:gd name="T6" fmla="*/ 42 w 9"/>
                <a:gd name="T7" fmla="*/ 0 h 13"/>
                <a:gd name="T8" fmla="*/ 0 w 9"/>
                <a:gd name="T9" fmla="*/ 21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1" y="12"/>
                    <a:pt x="3" y="11"/>
                    <a:pt x="4" y="10"/>
                  </a:cubicBezTo>
                  <a:cubicBezTo>
                    <a:pt x="6" y="9"/>
                    <a:pt x="8" y="9"/>
                    <a:pt x="8" y="6"/>
                  </a:cubicBezTo>
                  <a:cubicBezTo>
                    <a:pt x="9" y="3"/>
                    <a:pt x="6" y="2"/>
                    <a:pt x="3" y="0"/>
                  </a:cubicBezTo>
                  <a:cubicBezTo>
                    <a:pt x="6" y="6"/>
                    <a:pt x="3" y="7"/>
                    <a:pt x="0" y="11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3" name="Freeform 1643">
              <a:extLst>
                <a:ext uri="{FF2B5EF4-FFF2-40B4-BE49-F238E27FC236}">
                  <a16:creationId xmlns:a16="http://schemas.microsoft.com/office/drawing/2014/main" id="{A5CEFA84-A094-47BF-A3F5-953C76D75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621"/>
              <a:ext cx="33" cy="35"/>
            </a:xfrm>
            <a:custGeom>
              <a:avLst/>
              <a:gdLst>
                <a:gd name="T0" fmla="*/ 0 w 13"/>
                <a:gd name="T1" fmla="*/ 253 h 13"/>
                <a:gd name="T2" fmla="*/ 96 w 13"/>
                <a:gd name="T3" fmla="*/ 175 h 13"/>
                <a:gd name="T4" fmla="*/ 180 w 13"/>
                <a:gd name="T5" fmla="*/ 137 h 13"/>
                <a:gd name="T6" fmla="*/ 129 w 13"/>
                <a:gd name="T7" fmla="*/ 0 h 13"/>
                <a:gd name="T8" fmla="*/ 129 w 13"/>
                <a:gd name="T9" fmla="*/ 116 h 13"/>
                <a:gd name="T10" fmla="*/ 20 w 13"/>
                <a:gd name="T11" fmla="*/ 21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1" y="11"/>
                    <a:pt x="3" y="9"/>
                    <a:pt x="6" y="9"/>
                  </a:cubicBezTo>
                  <a:cubicBezTo>
                    <a:pt x="8" y="9"/>
                    <a:pt x="10" y="10"/>
                    <a:pt x="11" y="7"/>
                  </a:cubicBezTo>
                  <a:cubicBezTo>
                    <a:pt x="13" y="3"/>
                    <a:pt x="10" y="2"/>
                    <a:pt x="8" y="0"/>
                  </a:cubicBezTo>
                  <a:cubicBezTo>
                    <a:pt x="8" y="2"/>
                    <a:pt x="9" y="4"/>
                    <a:pt x="8" y="6"/>
                  </a:cubicBezTo>
                  <a:cubicBezTo>
                    <a:pt x="6" y="8"/>
                    <a:pt x="2" y="8"/>
                    <a:pt x="1" y="11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4" name="Freeform 1644">
              <a:extLst>
                <a:ext uri="{FF2B5EF4-FFF2-40B4-BE49-F238E27FC236}">
                  <a16:creationId xmlns:a16="http://schemas.microsoft.com/office/drawing/2014/main" id="{C26CCAEF-9DE1-44A3-814A-1D705D7C7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595"/>
              <a:ext cx="38" cy="24"/>
            </a:xfrm>
            <a:custGeom>
              <a:avLst/>
              <a:gdLst>
                <a:gd name="T0" fmla="*/ 0 w 15"/>
                <a:gd name="T1" fmla="*/ 149 h 9"/>
                <a:gd name="T2" fmla="*/ 180 w 15"/>
                <a:gd name="T3" fmla="*/ 115 h 9"/>
                <a:gd name="T4" fmla="*/ 193 w 15"/>
                <a:gd name="T5" fmla="*/ 0 h 9"/>
                <a:gd name="T6" fmla="*/ 0 w 15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4" y="9"/>
                    <a:pt x="8" y="8"/>
                    <a:pt x="11" y="6"/>
                  </a:cubicBezTo>
                  <a:cubicBezTo>
                    <a:pt x="12" y="5"/>
                    <a:pt x="15" y="0"/>
                    <a:pt x="12" y="0"/>
                  </a:cubicBezTo>
                  <a:cubicBezTo>
                    <a:pt x="12" y="4"/>
                    <a:pt x="3" y="6"/>
                    <a:pt x="0" y="9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5" name="Freeform 1645">
              <a:extLst>
                <a:ext uri="{FF2B5EF4-FFF2-40B4-BE49-F238E27FC236}">
                  <a16:creationId xmlns:a16="http://schemas.microsoft.com/office/drawing/2014/main" id="{F1972F15-59B4-45E1-BFD3-DA771BA20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541"/>
              <a:ext cx="25" cy="38"/>
            </a:xfrm>
            <a:custGeom>
              <a:avLst/>
              <a:gdLst>
                <a:gd name="T0" fmla="*/ 20 w 10"/>
                <a:gd name="T1" fmla="*/ 198 h 14"/>
                <a:gd name="T2" fmla="*/ 145 w 10"/>
                <a:gd name="T3" fmla="*/ 198 h 14"/>
                <a:gd name="T4" fmla="*/ 145 w 10"/>
                <a:gd name="T5" fmla="*/ 60 h 14"/>
                <a:gd name="T6" fmla="*/ 158 w 10"/>
                <a:gd name="T7" fmla="*/ 0 h 14"/>
                <a:gd name="T8" fmla="*/ 113 w 10"/>
                <a:gd name="T9" fmla="*/ 117 h 14"/>
                <a:gd name="T10" fmla="*/ 63 w 10"/>
                <a:gd name="T11" fmla="*/ 198 h 14"/>
                <a:gd name="T12" fmla="*/ 0 w 10"/>
                <a:gd name="T13" fmla="*/ 22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4">
                  <a:moveTo>
                    <a:pt x="1" y="10"/>
                  </a:moveTo>
                  <a:cubicBezTo>
                    <a:pt x="4" y="14"/>
                    <a:pt x="8" y="14"/>
                    <a:pt x="9" y="10"/>
                  </a:cubicBezTo>
                  <a:cubicBezTo>
                    <a:pt x="10" y="8"/>
                    <a:pt x="9" y="6"/>
                    <a:pt x="9" y="3"/>
                  </a:cubicBezTo>
                  <a:cubicBezTo>
                    <a:pt x="9" y="2"/>
                    <a:pt x="10" y="1"/>
                    <a:pt x="10" y="0"/>
                  </a:cubicBezTo>
                  <a:cubicBezTo>
                    <a:pt x="9" y="0"/>
                    <a:pt x="8" y="4"/>
                    <a:pt x="7" y="6"/>
                  </a:cubicBezTo>
                  <a:cubicBezTo>
                    <a:pt x="6" y="8"/>
                    <a:pt x="6" y="9"/>
                    <a:pt x="4" y="10"/>
                  </a:cubicBezTo>
                  <a:cubicBezTo>
                    <a:pt x="3" y="10"/>
                    <a:pt x="1" y="10"/>
                    <a:pt x="0" y="11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6" name="Freeform 1646">
              <a:extLst>
                <a:ext uri="{FF2B5EF4-FFF2-40B4-BE49-F238E27FC236}">
                  <a16:creationId xmlns:a16="http://schemas.microsoft.com/office/drawing/2014/main" id="{26699DA6-7174-4CDD-800E-C93661392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517"/>
              <a:ext cx="43" cy="35"/>
            </a:xfrm>
            <a:custGeom>
              <a:avLst/>
              <a:gdLst>
                <a:gd name="T0" fmla="*/ 0 w 17"/>
                <a:gd name="T1" fmla="*/ 253 h 13"/>
                <a:gd name="T2" fmla="*/ 116 w 17"/>
                <a:gd name="T3" fmla="*/ 197 h 13"/>
                <a:gd name="T4" fmla="*/ 276 w 17"/>
                <a:gd name="T5" fmla="*/ 59 h 13"/>
                <a:gd name="T6" fmla="*/ 147 w 17"/>
                <a:gd name="T7" fmla="*/ 0 h 13"/>
                <a:gd name="T8" fmla="*/ 147 w 17"/>
                <a:gd name="T9" fmla="*/ 94 h 13"/>
                <a:gd name="T10" fmla="*/ 20 w 17"/>
                <a:gd name="T11" fmla="*/ 23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3">
                  <a:moveTo>
                    <a:pt x="0" y="13"/>
                  </a:moveTo>
                  <a:cubicBezTo>
                    <a:pt x="3" y="13"/>
                    <a:pt x="5" y="13"/>
                    <a:pt x="7" y="10"/>
                  </a:cubicBezTo>
                  <a:cubicBezTo>
                    <a:pt x="10" y="7"/>
                    <a:pt x="13" y="5"/>
                    <a:pt x="17" y="3"/>
                  </a:cubicBezTo>
                  <a:cubicBezTo>
                    <a:pt x="14" y="3"/>
                    <a:pt x="12" y="1"/>
                    <a:pt x="9" y="0"/>
                  </a:cubicBezTo>
                  <a:cubicBezTo>
                    <a:pt x="11" y="2"/>
                    <a:pt x="11" y="3"/>
                    <a:pt x="9" y="5"/>
                  </a:cubicBezTo>
                  <a:cubicBezTo>
                    <a:pt x="7" y="8"/>
                    <a:pt x="4" y="10"/>
                    <a:pt x="1" y="12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7" name="Freeform 1647">
              <a:extLst>
                <a:ext uri="{FF2B5EF4-FFF2-40B4-BE49-F238E27FC236}">
                  <a16:creationId xmlns:a16="http://schemas.microsoft.com/office/drawing/2014/main" id="{5A8BC72A-25F5-4856-B938-37C0A8AE7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91"/>
              <a:ext cx="20" cy="29"/>
            </a:xfrm>
            <a:custGeom>
              <a:avLst/>
              <a:gdLst>
                <a:gd name="T0" fmla="*/ 95 w 8"/>
                <a:gd name="T1" fmla="*/ 0 h 11"/>
                <a:gd name="T2" fmla="*/ 95 w 8"/>
                <a:gd name="T3" fmla="*/ 182 h 11"/>
                <a:gd name="T4" fmla="*/ 0 w 8"/>
                <a:gd name="T5" fmla="*/ 76 h 11"/>
                <a:gd name="T6" fmla="*/ 83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6" y="0"/>
                  </a:moveTo>
                  <a:cubicBezTo>
                    <a:pt x="7" y="1"/>
                    <a:pt x="8" y="10"/>
                    <a:pt x="6" y="10"/>
                  </a:cubicBezTo>
                  <a:cubicBezTo>
                    <a:pt x="4" y="11"/>
                    <a:pt x="1" y="5"/>
                    <a:pt x="0" y="4"/>
                  </a:cubicBezTo>
                  <a:cubicBezTo>
                    <a:pt x="2" y="7"/>
                    <a:pt x="5" y="2"/>
                    <a:pt x="5" y="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8" name="Freeform 1648">
              <a:extLst>
                <a:ext uri="{FF2B5EF4-FFF2-40B4-BE49-F238E27FC236}">
                  <a16:creationId xmlns:a16="http://schemas.microsoft.com/office/drawing/2014/main" id="{33D6D95C-2A1D-4E2D-AD88-A02A6A270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493"/>
              <a:ext cx="33" cy="32"/>
            </a:xfrm>
            <a:custGeom>
              <a:avLst/>
              <a:gdLst>
                <a:gd name="T0" fmla="*/ 33 w 13"/>
                <a:gd name="T1" fmla="*/ 171 h 12"/>
                <a:gd name="T2" fmla="*/ 96 w 13"/>
                <a:gd name="T3" fmla="*/ 171 h 12"/>
                <a:gd name="T4" fmla="*/ 147 w 13"/>
                <a:gd name="T5" fmla="*/ 227 h 12"/>
                <a:gd name="T6" fmla="*/ 213 w 13"/>
                <a:gd name="T7" fmla="*/ 0 h 12"/>
                <a:gd name="T8" fmla="*/ 129 w 13"/>
                <a:gd name="T9" fmla="*/ 136 h 12"/>
                <a:gd name="T10" fmla="*/ 0 w 13"/>
                <a:gd name="T11" fmla="*/ 19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2">
                  <a:moveTo>
                    <a:pt x="2" y="9"/>
                  </a:moveTo>
                  <a:cubicBezTo>
                    <a:pt x="4" y="9"/>
                    <a:pt x="5" y="9"/>
                    <a:pt x="6" y="9"/>
                  </a:cubicBezTo>
                  <a:cubicBezTo>
                    <a:pt x="8" y="10"/>
                    <a:pt x="8" y="12"/>
                    <a:pt x="9" y="12"/>
                  </a:cubicBezTo>
                  <a:cubicBezTo>
                    <a:pt x="11" y="11"/>
                    <a:pt x="13" y="2"/>
                    <a:pt x="13" y="0"/>
                  </a:cubicBezTo>
                  <a:cubicBezTo>
                    <a:pt x="11" y="2"/>
                    <a:pt x="12" y="6"/>
                    <a:pt x="8" y="7"/>
                  </a:cubicBezTo>
                  <a:cubicBezTo>
                    <a:pt x="5" y="8"/>
                    <a:pt x="3" y="7"/>
                    <a:pt x="0" y="1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9" name="Freeform 1649">
              <a:extLst>
                <a:ext uri="{FF2B5EF4-FFF2-40B4-BE49-F238E27FC236}">
                  <a16:creationId xmlns:a16="http://schemas.microsoft.com/office/drawing/2014/main" id="{6EF5F39A-FF7E-46F1-A4FD-D8808089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624"/>
              <a:ext cx="37" cy="35"/>
            </a:xfrm>
            <a:custGeom>
              <a:avLst/>
              <a:gdLst>
                <a:gd name="T0" fmla="*/ 0 w 15"/>
                <a:gd name="T1" fmla="*/ 197 h 13"/>
                <a:gd name="T2" fmla="*/ 153 w 15"/>
                <a:gd name="T3" fmla="*/ 218 h 13"/>
                <a:gd name="T4" fmla="*/ 195 w 15"/>
                <a:gd name="T5" fmla="*/ 0 h 13"/>
                <a:gd name="T6" fmla="*/ 0 w 15"/>
                <a:gd name="T7" fmla="*/ 17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10"/>
                  </a:moveTo>
                  <a:cubicBezTo>
                    <a:pt x="4" y="9"/>
                    <a:pt x="6" y="13"/>
                    <a:pt x="10" y="11"/>
                  </a:cubicBezTo>
                  <a:cubicBezTo>
                    <a:pt x="15" y="9"/>
                    <a:pt x="15" y="4"/>
                    <a:pt x="13" y="0"/>
                  </a:cubicBezTo>
                  <a:cubicBezTo>
                    <a:pt x="14" y="8"/>
                    <a:pt x="6" y="7"/>
                    <a:pt x="0" y="9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0" name="Freeform 1650">
              <a:extLst>
                <a:ext uri="{FF2B5EF4-FFF2-40B4-BE49-F238E27FC236}">
                  <a16:creationId xmlns:a16="http://schemas.microsoft.com/office/drawing/2014/main" id="{01D13CB0-5696-4C37-AFA8-5DDAD05C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667"/>
              <a:ext cx="20" cy="40"/>
            </a:xfrm>
            <a:custGeom>
              <a:avLst/>
              <a:gdLst>
                <a:gd name="T0" fmla="*/ 0 w 8"/>
                <a:gd name="T1" fmla="*/ 264 h 15"/>
                <a:gd name="T2" fmla="*/ 20 w 8"/>
                <a:gd name="T3" fmla="*/ 285 h 15"/>
                <a:gd name="T4" fmla="*/ 113 w 8"/>
                <a:gd name="T5" fmla="*/ 115 h 15"/>
                <a:gd name="T6" fmla="*/ 63 w 8"/>
                <a:gd name="T7" fmla="*/ 21 h 15"/>
                <a:gd name="T8" fmla="*/ 63 w 8"/>
                <a:gd name="T9" fmla="*/ 115 h 15"/>
                <a:gd name="T10" fmla="*/ 0 w 8"/>
                <a:gd name="T11" fmla="*/ 22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0" y="14"/>
                  </a:moveTo>
                  <a:cubicBezTo>
                    <a:pt x="0" y="15"/>
                    <a:pt x="1" y="15"/>
                    <a:pt x="1" y="15"/>
                  </a:cubicBezTo>
                  <a:cubicBezTo>
                    <a:pt x="3" y="12"/>
                    <a:pt x="6" y="10"/>
                    <a:pt x="7" y="6"/>
                  </a:cubicBezTo>
                  <a:cubicBezTo>
                    <a:pt x="8" y="3"/>
                    <a:pt x="7" y="0"/>
                    <a:pt x="4" y="1"/>
                  </a:cubicBezTo>
                  <a:cubicBezTo>
                    <a:pt x="4" y="2"/>
                    <a:pt x="5" y="4"/>
                    <a:pt x="4" y="6"/>
                  </a:cubicBezTo>
                  <a:cubicBezTo>
                    <a:pt x="4" y="8"/>
                    <a:pt x="0" y="9"/>
                    <a:pt x="0" y="12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1" name="Freeform 1651">
              <a:extLst>
                <a:ext uri="{FF2B5EF4-FFF2-40B4-BE49-F238E27FC236}">
                  <a16:creationId xmlns:a16="http://schemas.microsoft.com/office/drawing/2014/main" id="{59B0A067-2C68-42D8-9B24-C2BD10205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667"/>
              <a:ext cx="30" cy="50"/>
            </a:xfrm>
            <a:custGeom>
              <a:avLst/>
              <a:gdLst>
                <a:gd name="T0" fmla="*/ 0 w 12"/>
                <a:gd name="T1" fmla="*/ 234 h 19"/>
                <a:gd name="T2" fmla="*/ 125 w 12"/>
                <a:gd name="T3" fmla="*/ 234 h 19"/>
                <a:gd name="T4" fmla="*/ 113 w 12"/>
                <a:gd name="T5" fmla="*/ 21 h 19"/>
                <a:gd name="T6" fmla="*/ 0 w 12"/>
                <a:gd name="T7" fmla="*/ 2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13"/>
                  </a:moveTo>
                  <a:cubicBezTo>
                    <a:pt x="3" y="13"/>
                    <a:pt x="7" y="19"/>
                    <a:pt x="8" y="13"/>
                  </a:cubicBezTo>
                  <a:cubicBezTo>
                    <a:pt x="9" y="11"/>
                    <a:pt x="12" y="0"/>
                    <a:pt x="7" y="1"/>
                  </a:cubicBezTo>
                  <a:cubicBezTo>
                    <a:pt x="9" y="6"/>
                    <a:pt x="5" y="10"/>
                    <a:pt x="0" y="13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2" name="Freeform 1652">
              <a:extLst>
                <a:ext uri="{FF2B5EF4-FFF2-40B4-BE49-F238E27FC236}">
                  <a16:creationId xmlns:a16="http://schemas.microsoft.com/office/drawing/2014/main" id="{00C3C7DA-76A6-40D9-87E7-FFCC21AE2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99"/>
              <a:ext cx="12" cy="21"/>
            </a:xfrm>
            <a:custGeom>
              <a:avLst/>
              <a:gdLst>
                <a:gd name="T0" fmla="*/ 12 w 5"/>
                <a:gd name="T1" fmla="*/ 144 h 8"/>
                <a:gd name="T2" fmla="*/ 70 w 5"/>
                <a:gd name="T3" fmla="*/ 0 h 8"/>
                <a:gd name="T4" fmla="*/ 0 w 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5" y="7"/>
                    <a:pt x="5" y="3"/>
                    <a:pt x="5" y="0"/>
                  </a:cubicBezTo>
                  <a:cubicBezTo>
                    <a:pt x="4" y="2"/>
                    <a:pt x="1" y="4"/>
                    <a:pt x="0" y="7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3" name="Freeform 1653">
              <a:extLst>
                <a:ext uri="{FF2B5EF4-FFF2-40B4-BE49-F238E27FC236}">
                  <a16:creationId xmlns:a16="http://schemas.microsoft.com/office/drawing/2014/main" id="{E6ED963B-FD3A-4984-A15E-8A57A2EBA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741"/>
              <a:ext cx="18" cy="35"/>
            </a:xfrm>
            <a:custGeom>
              <a:avLst/>
              <a:gdLst>
                <a:gd name="T0" fmla="*/ 0 w 7"/>
                <a:gd name="T1" fmla="*/ 59 h 13"/>
                <a:gd name="T2" fmla="*/ 54 w 7"/>
                <a:gd name="T3" fmla="*/ 175 h 13"/>
                <a:gd name="T4" fmla="*/ 67 w 7"/>
                <a:gd name="T5" fmla="*/ 253 h 13"/>
                <a:gd name="T6" fmla="*/ 100 w 7"/>
                <a:gd name="T7" fmla="*/ 0 h 13"/>
                <a:gd name="T8" fmla="*/ 33 w 7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0" y="3"/>
                  </a:moveTo>
                  <a:cubicBezTo>
                    <a:pt x="0" y="5"/>
                    <a:pt x="2" y="7"/>
                    <a:pt x="3" y="9"/>
                  </a:cubicBezTo>
                  <a:cubicBezTo>
                    <a:pt x="3" y="10"/>
                    <a:pt x="3" y="12"/>
                    <a:pt x="4" y="13"/>
                  </a:cubicBezTo>
                  <a:cubicBezTo>
                    <a:pt x="7" y="12"/>
                    <a:pt x="7" y="3"/>
                    <a:pt x="6" y="0"/>
                  </a:cubicBezTo>
                  <a:cubicBezTo>
                    <a:pt x="5" y="1"/>
                    <a:pt x="6" y="10"/>
                    <a:pt x="2" y="8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4" name="Freeform 1654">
              <a:extLst>
                <a:ext uri="{FF2B5EF4-FFF2-40B4-BE49-F238E27FC236}">
                  <a16:creationId xmlns:a16="http://schemas.microsoft.com/office/drawing/2014/main" id="{8FAEC657-B605-4EEE-AE2B-AA934713B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733"/>
              <a:ext cx="13" cy="32"/>
            </a:xfrm>
            <a:custGeom>
              <a:avLst/>
              <a:gdLst>
                <a:gd name="T0" fmla="*/ 34 w 5"/>
                <a:gd name="T1" fmla="*/ 227 h 12"/>
                <a:gd name="T2" fmla="*/ 55 w 5"/>
                <a:gd name="T3" fmla="*/ 0 h 12"/>
                <a:gd name="T4" fmla="*/ 0 w 5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2" y="12"/>
                  </a:moveTo>
                  <a:cubicBezTo>
                    <a:pt x="5" y="9"/>
                    <a:pt x="5" y="4"/>
                    <a:pt x="3" y="0"/>
                  </a:cubicBezTo>
                  <a:cubicBezTo>
                    <a:pt x="3" y="4"/>
                    <a:pt x="0" y="6"/>
                    <a:pt x="0" y="1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5" name="Freeform 1655">
              <a:extLst>
                <a:ext uri="{FF2B5EF4-FFF2-40B4-BE49-F238E27FC236}">
                  <a16:creationId xmlns:a16="http://schemas.microsoft.com/office/drawing/2014/main" id="{206A34F8-3455-4374-BF1F-173407ECB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709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68 w 5"/>
                <a:gd name="T3" fmla="*/ 115 h 6"/>
                <a:gd name="T4" fmla="*/ 8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2" y="3"/>
                    <a:pt x="3" y="5"/>
                    <a:pt x="4" y="6"/>
                  </a:cubicBezTo>
                  <a:cubicBezTo>
                    <a:pt x="5" y="5"/>
                    <a:pt x="5" y="2"/>
                    <a:pt x="5" y="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6" name="Freeform 1656">
              <a:extLst>
                <a:ext uri="{FF2B5EF4-FFF2-40B4-BE49-F238E27FC236}">
                  <a16:creationId xmlns:a16="http://schemas.microsoft.com/office/drawing/2014/main" id="{A67FD562-159C-4570-931D-E84A3F0DB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667"/>
              <a:ext cx="12" cy="32"/>
            </a:xfrm>
            <a:custGeom>
              <a:avLst/>
              <a:gdLst>
                <a:gd name="T0" fmla="*/ 0 w 5"/>
                <a:gd name="T1" fmla="*/ 93 h 12"/>
                <a:gd name="T2" fmla="*/ 29 w 5"/>
                <a:gd name="T3" fmla="*/ 227 h 12"/>
                <a:gd name="T4" fmla="*/ 58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5"/>
                  </a:moveTo>
                  <a:cubicBezTo>
                    <a:pt x="2" y="7"/>
                    <a:pt x="2" y="9"/>
                    <a:pt x="2" y="12"/>
                  </a:cubicBezTo>
                  <a:cubicBezTo>
                    <a:pt x="4" y="10"/>
                    <a:pt x="5" y="3"/>
                    <a:pt x="4" y="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7" name="Freeform 1657">
              <a:extLst>
                <a:ext uri="{FF2B5EF4-FFF2-40B4-BE49-F238E27FC236}">
                  <a16:creationId xmlns:a16="http://schemas.microsoft.com/office/drawing/2014/main" id="{CF429671-2079-48E7-8ECA-8C8358681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637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83 w 6"/>
                <a:gd name="T3" fmla="*/ 0 h 9"/>
                <a:gd name="T4" fmla="*/ 0 w 6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5" y="9"/>
                    <a:pt x="6" y="3"/>
                    <a:pt x="5" y="0"/>
                  </a:cubicBezTo>
                  <a:cubicBezTo>
                    <a:pt x="5" y="3"/>
                    <a:pt x="3" y="5"/>
                    <a:pt x="0" y="6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8" name="Freeform 1658">
              <a:extLst>
                <a:ext uri="{FF2B5EF4-FFF2-40B4-BE49-F238E27FC236}">
                  <a16:creationId xmlns:a16="http://schemas.microsoft.com/office/drawing/2014/main" id="{CA9E6DBD-77BC-4935-8E3D-5EB54F02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603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63 h 4"/>
                <a:gd name="T4" fmla="*/ 63 w 4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4"/>
                    <a:pt x="3" y="3"/>
                    <a:pt x="4" y="4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9" name="Freeform 1659">
              <a:extLst>
                <a:ext uri="{FF2B5EF4-FFF2-40B4-BE49-F238E27FC236}">
                  <a16:creationId xmlns:a16="http://schemas.microsoft.com/office/drawing/2014/main" id="{D9068378-C8EC-4F4B-93F9-BA0F7739E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600"/>
              <a:ext cx="20" cy="35"/>
            </a:xfrm>
            <a:custGeom>
              <a:avLst/>
              <a:gdLst>
                <a:gd name="T0" fmla="*/ 113 w 8"/>
                <a:gd name="T1" fmla="*/ 22 h 13"/>
                <a:gd name="T2" fmla="*/ 113 w 8"/>
                <a:gd name="T3" fmla="*/ 253 h 13"/>
                <a:gd name="T4" fmla="*/ 0 w 8"/>
                <a:gd name="T5" fmla="*/ 218 h 13"/>
                <a:gd name="T6" fmla="*/ 63 w 8"/>
                <a:gd name="T7" fmla="*/ 159 h 13"/>
                <a:gd name="T8" fmla="*/ 113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7" y="1"/>
                  </a:moveTo>
                  <a:cubicBezTo>
                    <a:pt x="7" y="4"/>
                    <a:pt x="8" y="10"/>
                    <a:pt x="7" y="13"/>
                  </a:cubicBezTo>
                  <a:cubicBezTo>
                    <a:pt x="4" y="13"/>
                    <a:pt x="2" y="11"/>
                    <a:pt x="0" y="11"/>
                  </a:cubicBezTo>
                  <a:cubicBezTo>
                    <a:pt x="2" y="11"/>
                    <a:pt x="3" y="10"/>
                    <a:pt x="4" y="8"/>
                  </a:cubicBezTo>
                  <a:cubicBezTo>
                    <a:pt x="5" y="6"/>
                    <a:pt x="8" y="1"/>
                    <a:pt x="7" y="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0" name="Freeform 1660">
              <a:extLst>
                <a:ext uri="{FF2B5EF4-FFF2-40B4-BE49-F238E27FC236}">
                  <a16:creationId xmlns:a16="http://schemas.microsoft.com/office/drawing/2014/main" id="{E2307E8C-F45C-4A17-AB8C-A2D49BF7C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699"/>
              <a:ext cx="27" cy="37"/>
            </a:xfrm>
            <a:custGeom>
              <a:avLst/>
              <a:gdLst>
                <a:gd name="T0" fmla="*/ 29 w 11"/>
                <a:gd name="T1" fmla="*/ 0 h 14"/>
                <a:gd name="T2" fmla="*/ 133 w 11"/>
                <a:gd name="T3" fmla="*/ 182 h 14"/>
                <a:gd name="T4" fmla="*/ 0 w 11"/>
                <a:gd name="T5" fmla="*/ 238 h 14"/>
                <a:gd name="T6" fmla="*/ 29 w 11"/>
                <a:gd name="T7" fmla="*/ 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2" y="0"/>
                  </a:moveTo>
                  <a:cubicBezTo>
                    <a:pt x="5" y="1"/>
                    <a:pt x="11" y="7"/>
                    <a:pt x="9" y="10"/>
                  </a:cubicBezTo>
                  <a:cubicBezTo>
                    <a:pt x="8" y="13"/>
                    <a:pt x="2" y="14"/>
                    <a:pt x="0" y="13"/>
                  </a:cubicBezTo>
                  <a:cubicBezTo>
                    <a:pt x="4" y="11"/>
                    <a:pt x="7" y="6"/>
                    <a:pt x="2" y="2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1" name="Freeform 1661">
              <a:extLst>
                <a:ext uri="{FF2B5EF4-FFF2-40B4-BE49-F238E27FC236}">
                  <a16:creationId xmlns:a16="http://schemas.microsoft.com/office/drawing/2014/main" id="{2373CC63-0DA5-4A6D-A523-78BAD915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749"/>
              <a:ext cx="23" cy="35"/>
            </a:xfrm>
            <a:custGeom>
              <a:avLst/>
              <a:gdLst>
                <a:gd name="T0" fmla="*/ 0 w 9"/>
                <a:gd name="T1" fmla="*/ 232 h 13"/>
                <a:gd name="T2" fmla="*/ 51 w 9"/>
                <a:gd name="T3" fmla="*/ 0 h 13"/>
                <a:gd name="T4" fmla="*/ 20 w 9"/>
                <a:gd name="T5" fmla="*/ 19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12"/>
                  </a:moveTo>
                  <a:cubicBezTo>
                    <a:pt x="9" y="13"/>
                    <a:pt x="8" y="4"/>
                    <a:pt x="3" y="0"/>
                  </a:cubicBezTo>
                  <a:cubicBezTo>
                    <a:pt x="4" y="4"/>
                    <a:pt x="4" y="7"/>
                    <a:pt x="1" y="1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2" name="Freeform 1662">
              <a:extLst>
                <a:ext uri="{FF2B5EF4-FFF2-40B4-BE49-F238E27FC236}">
                  <a16:creationId xmlns:a16="http://schemas.microsoft.com/office/drawing/2014/main" id="{75F79B51-5944-4BED-B4A4-AA6779F3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715"/>
              <a:ext cx="17" cy="40"/>
            </a:xfrm>
            <a:custGeom>
              <a:avLst/>
              <a:gdLst>
                <a:gd name="T0" fmla="*/ 0 w 7"/>
                <a:gd name="T1" fmla="*/ 285 h 15"/>
                <a:gd name="T2" fmla="*/ 100 w 7"/>
                <a:gd name="T3" fmla="*/ 77 h 15"/>
                <a:gd name="T4" fmla="*/ 0 w 7"/>
                <a:gd name="T5" fmla="*/ 0 h 15"/>
                <a:gd name="T6" fmla="*/ 0 w 7"/>
                <a:gd name="T7" fmla="*/ 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3" y="13"/>
                    <a:pt x="7" y="7"/>
                    <a:pt x="7" y="4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5" y="4"/>
                    <a:pt x="3" y="8"/>
                    <a:pt x="0" y="13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3" name="Freeform 1663">
              <a:extLst>
                <a:ext uri="{FF2B5EF4-FFF2-40B4-BE49-F238E27FC236}">
                  <a16:creationId xmlns:a16="http://schemas.microsoft.com/office/drawing/2014/main" id="{CF28840E-8EAA-4D25-A344-1704F480F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765"/>
              <a:ext cx="30" cy="30"/>
            </a:xfrm>
            <a:custGeom>
              <a:avLst/>
              <a:gdLst>
                <a:gd name="T0" fmla="*/ 0 w 12"/>
                <a:gd name="T1" fmla="*/ 202 h 11"/>
                <a:gd name="T2" fmla="*/ 158 w 12"/>
                <a:gd name="T3" fmla="*/ 185 h 11"/>
                <a:gd name="T4" fmla="*/ 125 w 12"/>
                <a:gd name="T5" fmla="*/ 0 h 11"/>
                <a:gd name="T6" fmla="*/ 20 w 12"/>
                <a:gd name="T7" fmla="*/ 20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0" y="10"/>
                  </a:moveTo>
                  <a:cubicBezTo>
                    <a:pt x="3" y="11"/>
                    <a:pt x="9" y="11"/>
                    <a:pt x="10" y="9"/>
                  </a:cubicBezTo>
                  <a:cubicBezTo>
                    <a:pt x="12" y="7"/>
                    <a:pt x="10" y="2"/>
                    <a:pt x="8" y="0"/>
                  </a:cubicBezTo>
                  <a:cubicBezTo>
                    <a:pt x="10" y="4"/>
                    <a:pt x="5" y="10"/>
                    <a:pt x="1" y="1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4" name="Freeform 1664">
              <a:extLst>
                <a:ext uri="{FF2B5EF4-FFF2-40B4-BE49-F238E27FC236}">
                  <a16:creationId xmlns:a16="http://schemas.microsoft.com/office/drawing/2014/main" id="{769C33D4-B462-4FBC-B52F-21BAE07CB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795"/>
              <a:ext cx="43" cy="18"/>
            </a:xfrm>
            <a:custGeom>
              <a:avLst/>
              <a:gdLst>
                <a:gd name="T0" fmla="*/ 0 w 17"/>
                <a:gd name="T1" fmla="*/ 100 h 7"/>
                <a:gd name="T2" fmla="*/ 192 w 17"/>
                <a:gd name="T3" fmla="*/ 100 h 7"/>
                <a:gd name="T4" fmla="*/ 276 w 17"/>
                <a:gd name="T5" fmla="*/ 67 h 7"/>
                <a:gd name="T6" fmla="*/ 147 w 17"/>
                <a:gd name="T7" fmla="*/ 0 h 7"/>
                <a:gd name="T8" fmla="*/ 20 w 17"/>
                <a:gd name="T9" fmla="*/ 21 h 7"/>
                <a:gd name="T10" fmla="*/ 33 w 17"/>
                <a:gd name="T11" fmla="*/ 8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">
                  <a:moveTo>
                    <a:pt x="0" y="6"/>
                  </a:moveTo>
                  <a:cubicBezTo>
                    <a:pt x="4" y="6"/>
                    <a:pt x="8" y="7"/>
                    <a:pt x="12" y="6"/>
                  </a:cubicBezTo>
                  <a:cubicBezTo>
                    <a:pt x="13" y="6"/>
                    <a:pt x="16" y="6"/>
                    <a:pt x="17" y="4"/>
                  </a:cubicBezTo>
                  <a:cubicBezTo>
                    <a:pt x="13" y="4"/>
                    <a:pt x="11" y="3"/>
                    <a:pt x="9" y="0"/>
                  </a:cubicBezTo>
                  <a:cubicBezTo>
                    <a:pt x="6" y="1"/>
                    <a:pt x="3" y="1"/>
                    <a:pt x="1" y="1"/>
                  </a:cubicBezTo>
                  <a:cubicBezTo>
                    <a:pt x="3" y="2"/>
                    <a:pt x="4" y="5"/>
                    <a:pt x="2" y="5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5" name="Freeform 1665">
              <a:extLst>
                <a:ext uri="{FF2B5EF4-FFF2-40B4-BE49-F238E27FC236}">
                  <a16:creationId xmlns:a16="http://schemas.microsoft.com/office/drawing/2014/main" id="{CE1B8873-96BA-4E52-8620-F46930233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784"/>
              <a:ext cx="38" cy="32"/>
            </a:xfrm>
            <a:custGeom>
              <a:avLst/>
              <a:gdLst>
                <a:gd name="T0" fmla="*/ 0 w 15"/>
                <a:gd name="T1" fmla="*/ 93 h 12"/>
                <a:gd name="T2" fmla="*/ 213 w 15"/>
                <a:gd name="T3" fmla="*/ 77 h 12"/>
                <a:gd name="T4" fmla="*/ 96 w 15"/>
                <a:gd name="T5" fmla="*/ 0 h 12"/>
                <a:gd name="T6" fmla="*/ 84 w 15"/>
                <a:gd name="T7" fmla="*/ 21 h 12"/>
                <a:gd name="T8" fmla="*/ 51 w 15"/>
                <a:gd name="T9" fmla="*/ 77 h 12"/>
                <a:gd name="T10" fmla="*/ 0 w 15"/>
                <a:gd name="T11" fmla="*/ 7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">
                  <a:moveTo>
                    <a:pt x="0" y="5"/>
                  </a:moveTo>
                  <a:cubicBezTo>
                    <a:pt x="3" y="6"/>
                    <a:pt x="15" y="12"/>
                    <a:pt x="13" y="4"/>
                  </a:cubicBezTo>
                  <a:cubicBezTo>
                    <a:pt x="10" y="3"/>
                    <a:pt x="8" y="0"/>
                    <a:pt x="6" y="0"/>
                  </a:cubicBezTo>
                  <a:cubicBezTo>
                    <a:pt x="5" y="0"/>
                    <a:pt x="5" y="1"/>
                    <a:pt x="5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6" name="Freeform 1666">
              <a:extLst>
                <a:ext uri="{FF2B5EF4-FFF2-40B4-BE49-F238E27FC236}">
                  <a16:creationId xmlns:a16="http://schemas.microsoft.com/office/drawing/2014/main" id="{27EF33AA-A0BB-4B05-9F3B-CA7073FB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744"/>
              <a:ext cx="25" cy="32"/>
            </a:xfrm>
            <a:custGeom>
              <a:avLst/>
              <a:gdLst>
                <a:gd name="T0" fmla="*/ 0 w 10"/>
                <a:gd name="T1" fmla="*/ 192 h 12"/>
                <a:gd name="T2" fmla="*/ 63 w 10"/>
                <a:gd name="T3" fmla="*/ 192 h 12"/>
                <a:gd name="T4" fmla="*/ 125 w 10"/>
                <a:gd name="T5" fmla="*/ 205 h 12"/>
                <a:gd name="T6" fmla="*/ 113 w 10"/>
                <a:gd name="T7" fmla="*/ 0 h 12"/>
                <a:gd name="T8" fmla="*/ 0 w 10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2" y="10"/>
                    <a:pt x="3" y="9"/>
                    <a:pt x="4" y="10"/>
                  </a:cubicBezTo>
                  <a:cubicBezTo>
                    <a:pt x="5" y="10"/>
                    <a:pt x="6" y="12"/>
                    <a:pt x="8" y="11"/>
                  </a:cubicBezTo>
                  <a:cubicBezTo>
                    <a:pt x="10" y="9"/>
                    <a:pt x="7" y="2"/>
                    <a:pt x="7" y="0"/>
                  </a:cubicBezTo>
                  <a:cubicBezTo>
                    <a:pt x="5" y="3"/>
                    <a:pt x="4" y="5"/>
                    <a:pt x="0" y="7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7" name="Freeform 1667">
              <a:extLst>
                <a:ext uri="{FF2B5EF4-FFF2-40B4-BE49-F238E27FC236}">
                  <a16:creationId xmlns:a16="http://schemas.microsoft.com/office/drawing/2014/main" id="{393D9A19-94CA-4FBA-8FD6-B44705AEA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763"/>
              <a:ext cx="17" cy="16"/>
            </a:xfrm>
            <a:custGeom>
              <a:avLst/>
              <a:gdLst>
                <a:gd name="T0" fmla="*/ 0 w 7"/>
                <a:gd name="T1" fmla="*/ 21 h 6"/>
                <a:gd name="T2" fmla="*/ 87 w 7"/>
                <a:gd name="T3" fmla="*/ 115 h 6"/>
                <a:gd name="T4" fmla="*/ 87 w 7"/>
                <a:gd name="T5" fmla="*/ 0 h 6"/>
                <a:gd name="T6" fmla="*/ 29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2" y="2"/>
                    <a:pt x="4" y="5"/>
                    <a:pt x="6" y="6"/>
                  </a:cubicBezTo>
                  <a:cubicBezTo>
                    <a:pt x="7" y="4"/>
                    <a:pt x="6" y="2"/>
                    <a:pt x="6" y="0"/>
                  </a:cubicBezTo>
                  <a:cubicBezTo>
                    <a:pt x="5" y="1"/>
                    <a:pt x="3" y="0"/>
                    <a:pt x="2" y="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8" name="Freeform 1668">
              <a:extLst>
                <a:ext uri="{FF2B5EF4-FFF2-40B4-BE49-F238E27FC236}">
                  <a16:creationId xmlns:a16="http://schemas.microsoft.com/office/drawing/2014/main" id="{67802853-F1EE-4ADC-99F7-95574B6E4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25"/>
              <a:ext cx="18" cy="24"/>
            </a:xfrm>
            <a:custGeom>
              <a:avLst/>
              <a:gdLst>
                <a:gd name="T0" fmla="*/ 0 w 7"/>
                <a:gd name="T1" fmla="*/ 93 h 9"/>
                <a:gd name="T2" fmla="*/ 85 w 7"/>
                <a:gd name="T3" fmla="*/ 171 h 9"/>
                <a:gd name="T4" fmla="*/ 85 w 7"/>
                <a:gd name="T5" fmla="*/ 115 h 9"/>
                <a:gd name="T6" fmla="*/ 118 w 7"/>
                <a:gd name="T7" fmla="*/ 0 h 9"/>
                <a:gd name="T8" fmla="*/ 21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2" y="7"/>
                    <a:pt x="2" y="9"/>
                    <a:pt x="5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3"/>
                    <a:pt x="6" y="2"/>
                    <a:pt x="7" y="0"/>
                  </a:cubicBezTo>
                  <a:cubicBezTo>
                    <a:pt x="5" y="1"/>
                    <a:pt x="3" y="3"/>
                    <a:pt x="1" y="4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9" name="Freeform 1669">
              <a:extLst>
                <a:ext uri="{FF2B5EF4-FFF2-40B4-BE49-F238E27FC236}">
                  <a16:creationId xmlns:a16="http://schemas.microsoft.com/office/drawing/2014/main" id="{864A1E52-2710-4DDB-B286-1A222341C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656"/>
              <a:ext cx="26" cy="19"/>
            </a:xfrm>
            <a:custGeom>
              <a:avLst/>
              <a:gdLst>
                <a:gd name="T0" fmla="*/ 21 w 10"/>
                <a:gd name="T1" fmla="*/ 81 h 7"/>
                <a:gd name="T2" fmla="*/ 122 w 10"/>
                <a:gd name="T3" fmla="*/ 103 h 7"/>
                <a:gd name="T4" fmla="*/ 156 w 10"/>
                <a:gd name="T5" fmla="*/ 117 h 7"/>
                <a:gd name="T6" fmla="*/ 156 w 10"/>
                <a:gd name="T7" fmla="*/ 38 h 7"/>
                <a:gd name="T8" fmla="*/ 143 w 10"/>
                <a:gd name="T9" fmla="*/ 0 h 7"/>
                <a:gd name="T10" fmla="*/ 109 w 10"/>
                <a:gd name="T11" fmla="*/ 22 h 7"/>
                <a:gd name="T12" fmla="*/ 0 w 10"/>
                <a:gd name="T13" fmla="*/ 8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7">
                  <a:moveTo>
                    <a:pt x="1" y="4"/>
                  </a:moveTo>
                  <a:cubicBezTo>
                    <a:pt x="3" y="3"/>
                    <a:pt x="6" y="4"/>
                    <a:pt x="7" y="5"/>
                  </a:cubicBezTo>
                  <a:cubicBezTo>
                    <a:pt x="8" y="5"/>
                    <a:pt x="8" y="7"/>
                    <a:pt x="9" y="6"/>
                  </a:cubicBezTo>
                  <a:cubicBezTo>
                    <a:pt x="10" y="6"/>
                    <a:pt x="10" y="3"/>
                    <a:pt x="9" y="2"/>
                  </a:cubicBezTo>
                  <a:cubicBezTo>
                    <a:pt x="9" y="1"/>
                    <a:pt x="9" y="0"/>
                    <a:pt x="8" y="0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4" y="2"/>
                    <a:pt x="2" y="3"/>
                    <a:pt x="0" y="4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0" name="Freeform 1670">
              <a:extLst>
                <a:ext uri="{FF2B5EF4-FFF2-40B4-BE49-F238E27FC236}">
                  <a16:creationId xmlns:a16="http://schemas.microsoft.com/office/drawing/2014/main" id="{5957D037-4DB0-4974-8FBE-0BADA38EC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627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63 w 6"/>
                <a:gd name="T3" fmla="*/ 34 h 8"/>
                <a:gd name="T4" fmla="*/ 0 w 6"/>
                <a:gd name="T5" fmla="*/ 0 h 8"/>
                <a:gd name="T6" fmla="*/ 0 w 6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2" y="8"/>
                    <a:pt x="6" y="5"/>
                    <a:pt x="4" y="2"/>
                  </a:cubicBezTo>
                  <a:cubicBezTo>
                    <a:pt x="4" y="1"/>
                    <a:pt x="1" y="0"/>
                    <a:pt x="0" y="0"/>
                  </a:cubicBez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1" name="Freeform 1671">
              <a:extLst>
                <a:ext uri="{FF2B5EF4-FFF2-40B4-BE49-F238E27FC236}">
                  <a16:creationId xmlns:a16="http://schemas.microsoft.com/office/drawing/2014/main" id="{33383C33-9807-4B63-9D70-C5017F4F7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613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56 h 3"/>
                <a:gd name="T4" fmla="*/ 70 w 5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1"/>
                    <a:pt x="3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2" name="Freeform 1672">
              <a:extLst>
                <a:ext uri="{FF2B5EF4-FFF2-40B4-BE49-F238E27FC236}">
                  <a16:creationId xmlns:a16="http://schemas.microsoft.com/office/drawing/2014/main" id="{D9E4DF0E-2454-451F-923B-0ACDC5678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563"/>
              <a:ext cx="7" cy="40"/>
            </a:xfrm>
            <a:custGeom>
              <a:avLst/>
              <a:gdLst>
                <a:gd name="T0" fmla="*/ 0 w 3"/>
                <a:gd name="T1" fmla="*/ 285 h 15"/>
                <a:gd name="T2" fmla="*/ 37 w 3"/>
                <a:gd name="T3" fmla="*/ 227 h 15"/>
                <a:gd name="T4" fmla="*/ 37 w 3"/>
                <a:gd name="T5" fmla="*/ 0 h 15"/>
                <a:gd name="T6" fmla="*/ 0 w 3"/>
                <a:gd name="T7" fmla="*/ 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5">
                  <a:moveTo>
                    <a:pt x="0" y="15"/>
                  </a:moveTo>
                  <a:cubicBezTo>
                    <a:pt x="1" y="14"/>
                    <a:pt x="2" y="12"/>
                    <a:pt x="3" y="12"/>
                  </a:cubicBezTo>
                  <a:cubicBezTo>
                    <a:pt x="2" y="8"/>
                    <a:pt x="2" y="4"/>
                    <a:pt x="3" y="0"/>
                  </a:cubicBezTo>
                  <a:cubicBezTo>
                    <a:pt x="0" y="4"/>
                    <a:pt x="0" y="9"/>
                    <a:pt x="0" y="13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3" name="Freeform 1673">
              <a:extLst>
                <a:ext uri="{FF2B5EF4-FFF2-40B4-BE49-F238E27FC236}">
                  <a16:creationId xmlns:a16="http://schemas.microsoft.com/office/drawing/2014/main" id="{7A44C580-5BFA-40C6-8A47-5F7276E0D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563"/>
              <a:ext cx="30" cy="18"/>
            </a:xfrm>
            <a:custGeom>
              <a:avLst/>
              <a:gdLst>
                <a:gd name="T0" fmla="*/ 0 w 12"/>
                <a:gd name="T1" fmla="*/ 100 h 7"/>
                <a:gd name="T2" fmla="*/ 113 w 12"/>
                <a:gd name="T3" fmla="*/ 85 h 7"/>
                <a:gd name="T4" fmla="*/ 188 w 12"/>
                <a:gd name="T5" fmla="*/ 100 h 7"/>
                <a:gd name="T6" fmla="*/ 95 w 12"/>
                <a:gd name="T7" fmla="*/ 21 h 7"/>
                <a:gd name="T8" fmla="*/ 63 w 12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3" y="5"/>
                    <a:pt x="5" y="5"/>
                    <a:pt x="7" y="5"/>
                  </a:cubicBezTo>
                  <a:cubicBezTo>
                    <a:pt x="8" y="6"/>
                    <a:pt x="10" y="7"/>
                    <a:pt x="12" y="6"/>
                  </a:cubicBezTo>
                  <a:cubicBezTo>
                    <a:pt x="11" y="5"/>
                    <a:pt x="8" y="0"/>
                    <a:pt x="6" y="1"/>
                  </a:cubicBezTo>
                  <a:cubicBezTo>
                    <a:pt x="5" y="1"/>
                    <a:pt x="8" y="4"/>
                    <a:pt x="4" y="4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4" name="Freeform 1674">
              <a:extLst>
                <a:ext uri="{FF2B5EF4-FFF2-40B4-BE49-F238E27FC236}">
                  <a16:creationId xmlns:a16="http://schemas.microsoft.com/office/drawing/2014/main" id="{EB4D8552-FE3F-47D2-BF35-85546A006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624"/>
              <a:ext cx="250" cy="267"/>
            </a:xfrm>
            <a:custGeom>
              <a:avLst/>
              <a:gdLst>
                <a:gd name="T0" fmla="*/ 220 w 100"/>
                <a:gd name="T1" fmla="*/ 401 h 100"/>
                <a:gd name="T2" fmla="*/ 438 w 100"/>
                <a:gd name="T3" fmla="*/ 206 h 100"/>
                <a:gd name="T4" fmla="*/ 658 w 100"/>
                <a:gd name="T5" fmla="*/ 56 h 100"/>
                <a:gd name="T6" fmla="*/ 845 w 100"/>
                <a:gd name="T7" fmla="*/ 21 h 100"/>
                <a:gd name="T8" fmla="*/ 1250 w 100"/>
                <a:gd name="T9" fmla="*/ 227 h 100"/>
                <a:gd name="T10" fmla="*/ 1395 w 100"/>
                <a:gd name="T11" fmla="*/ 320 h 100"/>
                <a:gd name="T12" fmla="*/ 1438 w 100"/>
                <a:gd name="T13" fmla="*/ 491 h 100"/>
                <a:gd name="T14" fmla="*/ 1533 w 100"/>
                <a:gd name="T15" fmla="*/ 606 h 100"/>
                <a:gd name="T16" fmla="*/ 1563 w 100"/>
                <a:gd name="T17" fmla="*/ 854 h 100"/>
                <a:gd name="T18" fmla="*/ 1488 w 100"/>
                <a:gd name="T19" fmla="*/ 1183 h 100"/>
                <a:gd name="T20" fmla="*/ 1345 w 100"/>
                <a:gd name="T21" fmla="*/ 1412 h 100"/>
                <a:gd name="T22" fmla="*/ 1033 w 100"/>
                <a:gd name="T23" fmla="*/ 1789 h 100"/>
                <a:gd name="T24" fmla="*/ 283 w 100"/>
                <a:gd name="T25" fmla="*/ 1754 h 100"/>
                <a:gd name="T26" fmla="*/ 33 w 100"/>
                <a:gd name="T27" fmla="*/ 1199 h 100"/>
                <a:gd name="T28" fmla="*/ 220 w 100"/>
                <a:gd name="T29" fmla="*/ 435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100">
                  <a:moveTo>
                    <a:pt x="14" y="21"/>
                  </a:moveTo>
                  <a:cubicBezTo>
                    <a:pt x="15" y="15"/>
                    <a:pt x="21" y="9"/>
                    <a:pt x="28" y="11"/>
                  </a:cubicBezTo>
                  <a:cubicBezTo>
                    <a:pt x="30" y="5"/>
                    <a:pt x="36" y="3"/>
                    <a:pt x="42" y="3"/>
                  </a:cubicBezTo>
                  <a:cubicBezTo>
                    <a:pt x="46" y="2"/>
                    <a:pt x="50" y="1"/>
                    <a:pt x="54" y="1"/>
                  </a:cubicBezTo>
                  <a:cubicBezTo>
                    <a:pt x="61" y="0"/>
                    <a:pt x="78" y="6"/>
                    <a:pt x="80" y="12"/>
                  </a:cubicBezTo>
                  <a:cubicBezTo>
                    <a:pt x="84" y="12"/>
                    <a:pt x="87" y="14"/>
                    <a:pt x="89" y="17"/>
                  </a:cubicBezTo>
                  <a:cubicBezTo>
                    <a:pt x="92" y="20"/>
                    <a:pt x="90" y="23"/>
                    <a:pt x="92" y="26"/>
                  </a:cubicBezTo>
                  <a:cubicBezTo>
                    <a:pt x="93" y="29"/>
                    <a:pt x="96" y="29"/>
                    <a:pt x="98" y="32"/>
                  </a:cubicBezTo>
                  <a:cubicBezTo>
                    <a:pt x="100" y="35"/>
                    <a:pt x="100" y="41"/>
                    <a:pt x="100" y="45"/>
                  </a:cubicBezTo>
                  <a:cubicBezTo>
                    <a:pt x="100" y="53"/>
                    <a:pt x="99" y="57"/>
                    <a:pt x="95" y="62"/>
                  </a:cubicBezTo>
                  <a:cubicBezTo>
                    <a:pt x="93" y="66"/>
                    <a:pt x="92" y="73"/>
                    <a:pt x="86" y="74"/>
                  </a:cubicBezTo>
                  <a:cubicBezTo>
                    <a:pt x="85" y="83"/>
                    <a:pt x="74" y="92"/>
                    <a:pt x="66" y="94"/>
                  </a:cubicBezTo>
                  <a:cubicBezTo>
                    <a:pt x="51" y="99"/>
                    <a:pt x="33" y="100"/>
                    <a:pt x="18" y="92"/>
                  </a:cubicBezTo>
                  <a:cubicBezTo>
                    <a:pt x="9" y="86"/>
                    <a:pt x="3" y="74"/>
                    <a:pt x="2" y="63"/>
                  </a:cubicBezTo>
                  <a:cubicBezTo>
                    <a:pt x="0" y="55"/>
                    <a:pt x="2" y="27"/>
                    <a:pt x="14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5" name="Freeform 1675">
              <a:extLst>
                <a:ext uri="{FF2B5EF4-FFF2-40B4-BE49-F238E27FC236}">
                  <a16:creationId xmlns:a16="http://schemas.microsoft.com/office/drawing/2014/main" id="{5886C8C9-3B35-4FE4-99BF-96AEE708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15"/>
              <a:ext cx="88" cy="88"/>
            </a:xfrm>
            <a:custGeom>
              <a:avLst/>
              <a:gdLst>
                <a:gd name="T0" fmla="*/ 20 w 35"/>
                <a:gd name="T1" fmla="*/ 320 h 33"/>
                <a:gd name="T2" fmla="*/ 113 w 35"/>
                <a:gd name="T3" fmla="*/ 227 h 33"/>
                <a:gd name="T4" fmla="*/ 317 w 35"/>
                <a:gd name="T5" fmla="*/ 0 h 33"/>
                <a:gd name="T6" fmla="*/ 463 w 35"/>
                <a:gd name="T7" fmla="*/ 56 h 33"/>
                <a:gd name="T8" fmla="*/ 556 w 35"/>
                <a:gd name="T9" fmla="*/ 248 h 33"/>
                <a:gd name="T10" fmla="*/ 410 w 35"/>
                <a:gd name="T11" fmla="*/ 568 h 33"/>
                <a:gd name="T12" fmla="*/ 272 w 35"/>
                <a:gd name="T13" fmla="*/ 627 h 33"/>
                <a:gd name="T14" fmla="*/ 113 w 35"/>
                <a:gd name="T15" fmla="*/ 605 h 33"/>
                <a:gd name="T16" fmla="*/ 0 w 35"/>
                <a:gd name="T17" fmla="*/ 512 h 33"/>
                <a:gd name="T18" fmla="*/ 20 w 35"/>
                <a:gd name="T19" fmla="*/ 3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3">
                  <a:moveTo>
                    <a:pt x="1" y="17"/>
                  </a:moveTo>
                  <a:cubicBezTo>
                    <a:pt x="4" y="18"/>
                    <a:pt x="7" y="16"/>
                    <a:pt x="7" y="12"/>
                  </a:cubicBezTo>
                  <a:cubicBezTo>
                    <a:pt x="12" y="11"/>
                    <a:pt x="22" y="7"/>
                    <a:pt x="20" y="0"/>
                  </a:cubicBezTo>
                  <a:cubicBezTo>
                    <a:pt x="22" y="2"/>
                    <a:pt x="27" y="1"/>
                    <a:pt x="29" y="3"/>
                  </a:cubicBezTo>
                  <a:cubicBezTo>
                    <a:pt x="31" y="5"/>
                    <a:pt x="32" y="10"/>
                    <a:pt x="35" y="13"/>
                  </a:cubicBezTo>
                  <a:cubicBezTo>
                    <a:pt x="31" y="18"/>
                    <a:pt x="32" y="25"/>
                    <a:pt x="26" y="30"/>
                  </a:cubicBezTo>
                  <a:cubicBezTo>
                    <a:pt x="24" y="31"/>
                    <a:pt x="21" y="33"/>
                    <a:pt x="17" y="33"/>
                  </a:cubicBezTo>
                  <a:cubicBezTo>
                    <a:pt x="14" y="33"/>
                    <a:pt x="10" y="30"/>
                    <a:pt x="7" y="32"/>
                  </a:cubicBezTo>
                  <a:cubicBezTo>
                    <a:pt x="5" y="30"/>
                    <a:pt x="4" y="27"/>
                    <a:pt x="0" y="27"/>
                  </a:cubicBezTo>
                  <a:cubicBezTo>
                    <a:pt x="1" y="24"/>
                    <a:pt x="2" y="20"/>
                    <a:pt x="1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6" name="Freeform 1676">
              <a:extLst>
                <a:ext uri="{FF2B5EF4-FFF2-40B4-BE49-F238E27FC236}">
                  <a16:creationId xmlns:a16="http://schemas.microsoft.com/office/drawing/2014/main" id="{6A9C7B7B-CE96-430A-AC91-3449A909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651"/>
              <a:ext cx="235" cy="229"/>
            </a:xfrm>
            <a:custGeom>
              <a:avLst/>
              <a:gdLst>
                <a:gd name="T0" fmla="*/ 1458 w 94"/>
                <a:gd name="T1" fmla="*/ 943 h 86"/>
                <a:gd name="T2" fmla="*/ 1333 w 94"/>
                <a:gd name="T3" fmla="*/ 815 h 86"/>
                <a:gd name="T4" fmla="*/ 1300 w 94"/>
                <a:gd name="T5" fmla="*/ 794 h 86"/>
                <a:gd name="T6" fmla="*/ 1283 w 94"/>
                <a:gd name="T7" fmla="*/ 759 h 86"/>
                <a:gd name="T8" fmla="*/ 1250 w 94"/>
                <a:gd name="T9" fmla="*/ 716 h 86"/>
                <a:gd name="T10" fmla="*/ 1425 w 94"/>
                <a:gd name="T11" fmla="*/ 623 h 86"/>
                <a:gd name="T12" fmla="*/ 1458 w 94"/>
                <a:gd name="T13" fmla="*/ 490 h 86"/>
                <a:gd name="T14" fmla="*/ 1375 w 94"/>
                <a:gd name="T15" fmla="*/ 375 h 86"/>
                <a:gd name="T16" fmla="*/ 1250 w 94"/>
                <a:gd name="T17" fmla="*/ 511 h 86"/>
                <a:gd name="T18" fmla="*/ 1300 w 94"/>
                <a:gd name="T19" fmla="*/ 248 h 86"/>
                <a:gd name="T20" fmla="*/ 1188 w 94"/>
                <a:gd name="T21" fmla="*/ 170 h 86"/>
                <a:gd name="T22" fmla="*/ 1083 w 94"/>
                <a:gd name="T23" fmla="*/ 264 h 86"/>
                <a:gd name="T24" fmla="*/ 908 w 94"/>
                <a:gd name="T25" fmla="*/ 136 h 86"/>
                <a:gd name="T26" fmla="*/ 833 w 94"/>
                <a:gd name="T27" fmla="*/ 136 h 86"/>
                <a:gd name="T28" fmla="*/ 783 w 94"/>
                <a:gd name="T29" fmla="*/ 56 h 86"/>
                <a:gd name="T30" fmla="*/ 583 w 94"/>
                <a:gd name="T31" fmla="*/ 35 h 86"/>
                <a:gd name="T32" fmla="*/ 520 w 94"/>
                <a:gd name="T33" fmla="*/ 192 h 86"/>
                <a:gd name="T34" fmla="*/ 395 w 94"/>
                <a:gd name="T35" fmla="*/ 362 h 86"/>
                <a:gd name="T36" fmla="*/ 208 w 94"/>
                <a:gd name="T37" fmla="*/ 533 h 86"/>
                <a:gd name="T38" fmla="*/ 63 w 94"/>
                <a:gd name="T39" fmla="*/ 831 h 86"/>
                <a:gd name="T40" fmla="*/ 50 w 94"/>
                <a:gd name="T41" fmla="*/ 1092 h 86"/>
                <a:gd name="T42" fmla="*/ 158 w 94"/>
                <a:gd name="T43" fmla="*/ 1228 h 86"/>
                <a:gd name="T44" fmla="*/ 220 w 94"/>
                <a:gd name="T45" fmla="*/ 1433 h 86"/>
                <a:gd name="T46" fmla="*/ 395 w 94"/>
                <a:gd name="T47" fmla="*/ 1489 h 86"/>
                <a:gd name="T48" fmla="*/ 595 w 94"/>
                <a:gd name="T49" fmla="*/ 1544 h 86"/>
                <a:gd name="T50" fmla="*/ 833 w 94"/>
                <a:gd name="T51" fmla="*/ 1587 h 86"/>
                <a:gd name="T52" fmla="*/ 1113 w 94"/>
                <a:gd name="T53" fmla="*/ 1531 h 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4" h="86">
                  <a:moveTo>
                    <a:pt x="93" y="50"/>
                  </a:moveTo>
                  <a:cubicBezTo>
                    <a:pt x="93" y="48"/>
                    <a:pt x="89" y="44"/>
                    <a:pt x="85" y="43"/>
                  </a:cubicBezTo>
                  <a:cubicBezTo>
                    <a:pt x="85" y="43"/>
                    <a:pt x="84" y="42"/>
                    <a:pt x="83" y="42"/>
                  </a:cubicBezTo>
                  <a:cubicBezTo>
                    <a:pt x="82" y="41"/>
                    <a:pt x="83" y="41"/>
                    <a:pt x="82" y="40"/>
                  </a:cubicBezTo>
                  <a:cubicBezTo>
                    <a:pt x="82" y="38"/>
                    <a:pt x="81" y="39"/>
                    <a:pt x="80" y="38"/>
                  </a:cubicBezTo>
                  <a:cubicBezTo>
                    <a:pt x="83" y="37"/>
                    <a:pt x="88" y="35"/>
                    <a:pt x="91" y="33"/>
                  </a:cubicBezTo>
                  <a:cubicBezTo>
                    <a:pt x="93" y="31"/>
                    <a:pt x="94" y="29"/>
                    <a:pt x="93" y="26"/>
                  </a:cubicBezTo>
                  <a:cubicBezTo>
                    <a:pt x="92" y="24"/>
                    <a:pt x="90" y="20"/>
                    <a:pt x="88" y="20"/>
                  </a:cubicBezTo>
                  <a:cubicBezTo>
                    <a:pt x="85" y="20"/>
                    <a:pt x="82" y="25"/>
                    <a:pt x="80" y="27"/>
                  </a:cubicBezTo>
                  <a:cubicBezTo>
                    <a:pt x="84" y="23"/>
                    <a:pt x="88" y="17"/>
                    <a:pt x="83" y="13"/>
                  </a:cubicBezTo>
                  <a:cubicBezTo>
                    <a:pt x="81" y="12"/>
                    <a:pt x="78" y="8"/>
                    <a:pt x="76" y="9"/>
                  </a:cubicBezTo>
                  <a:cubicBezTo>
                    <a:pt x="73" y="9"/>
                    <a:pt x="71" y="12"/>
                    <a:pt x="69" y="14"/>
                  </a:cubicBezTo>
                  <a:cubicBezTo>
                    <a:pt x="68" y="9"/>
                    <a:pt x="62" y="7"/>
                    <a:pt x="58" y="7"/>
                  </a:cubicBezTo>
                  <a:cubicBezTo>
                    <a:pt x="57" y="7"/>
                    <a:pt x="54" y="8"/>
                    <a:pt x="53" y="7"/>
                  </a:cubicBezTo>
                  <a:cubicBezTo>
                    <a:pt x="52" y="7"/>
                    <a:pt x="51" y="4"/>
                    <a:pt x="50" y="3"/>
                  </a:cubicBezTo>
                  <a:cubicBezTo>
                    <a:pt x="47" y="0"/>
                    <a:pt x="41" y="0"/>
                    <a:pt x="37" y="2"/>
                  </a:cubicBezTo>
                  <a:cubicBezTo>
                    <a:pt x="36" y="3"/>
                    <a:pt x="31" y="9"/>
                    <a:pt x="33" y="10"/>
                  </a:cubicBezTo>
                  <a:cubicBezTo>
                    <a:pt x="30" y="11"/>
                    <a:pt x="24" y="15"/>
                    <a:pt x="25" y="19"/>
                  </a:cubicBezTo>
                  <a:cubicBezTo>
                    <a:pt x="21" y="17"/>
                    <a:pt x="13" y="24"/>
                    <a:pt x="13" y="28"/>
                  </a:cubicBezTo>
                  <a:cubicBezTo>
                    <a:pt x="10" y="29"/>
                    <a:pt x="2" y="37"/>
                    <a:pt x="4" y="44"/>
                  </a:cubicBezTo>
                  <a:cubicBezTo>
                    <a:pt x="2" y="46"/>
                    <a:pt x="0" y="52"/>
                    <a:pt x="3" y="58"/>
                  </a:cubicBezTo>
                  <a:cubicBezTo>
                    <a:pt x="5" y="64"/>
                    <a:pt x="8" y="65"/>
                    <a:pt x="10" y="65"/>
                  </a:cubicBezTo>
                  <a:cubicBezTo>
                    <a:pt x="9" y="69"/>
                    <a:pt x="11" y="72"/>
                    <a:pt x="14" y="76"/>
                  </a:cubicBezTo>
                  <a:cubicBezTo>
                    <a:pt x="18" y="80"/>
                    <a:pt x="23" y="80"/>
                    <a:pt x="25" y="79"/>
                  </a:cubicBezTo>
                  <a:cubicBezTo>
                    <a:pt x="27" y="83"/>
                    <a:pt x="35" y="85"/>
                    <a:pt x="38" y="82"/>
                  </a:cubicBezTo>
                  <a:cubicBezTo>
                    <a:pt x="40" y="86"/>
                    <a:pt x="49" y="86"/>
                    <a:pt x="53" y="84"/>
                  </a:cubicBezTo>
                  <a:cubicBezTo>
                    <a:pt x="58" y="82"/>
                    <a:pt x="66" y="83"/>
                    <a:pt x="71" y="8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7" name="Freeform 1677">
              <a:extLst>
                <a:ext uri="{FF2B5EF4-FFF2-40B4-BE49-F238E27FC236}">
                  <a16:creationId xmlns:a16="http://schemas.microsoft.com/office/drawing/2014/main" id="{6CB3084F-B555-4048-93C4-1C2F1FE5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723"/>
              <a:ext cx="38" cy="29"/>
            </a:xfrm>
            <a:custGeom>
              <a:avLst/>
              <a:gdLst>
                <a:gd name="T0" fmla="*/ 243 w 15"/>
                <a:gd name="T1" fmla="*/ 0 h 11"/>
                <a:gd name="T2" fmla="*/ 0 w 1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13" y="3"/>
                    <a:pt x="3" y="1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8" name="Freeform 1678">
              <a:extLst>
                <a:ext uri="{FF2B5EF4-FFF2-40B4-BE49-F238E27FC236}">
                  <a16:creationId xmlns:a16="http://schemas.microsoft.com/office/drawing/2014/main" id="{CB75C3F2-07FF-41D2-8B1A-5F978CA4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688"/>
              <a:ext cx="22" cy="37"/>
            </a:xfrm>
            <a:custGeom>
              <a:avLst/>
              <a:gdLst>
                <a:gd name="T0" fmla="*/ 132 w 9"/>
                <a:gd name="T1" fmla="*/ 0 h 14"/>
                <a:gd name="T2" fmla="*/ 12 w 9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6" y="4"/>
                    <a:pt x="0" y="12"/>
                    <a:pt x="1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9" name="Freeform 1679">
              <a:extLst>
                <a:ext uri="{FF2B5EF4-FFF2-40B4-BE49-F238E27FC236}">
                  <a16:creationId xmlns:a16="http://schemas.microsoft.com/office/drawing/2014/main" id="{DC752387-8895-47FC-9DD1-194E575A9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669"/>
              <a:ext cx="12" cy="46"/>
            </a:xfrm>
            <a:custGeom>
              <a:avLst/>
              <a:gdLst>
                <a:gd name="T0" fmla="*/ 41 w 5"/>
                <a:gd name="T1" fmla="*/ 0 h 17"/>
                <a:gd name="T2" fmla="*/ 12 w 5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5" y="4"/>
                    <a:pt x="0" y="11"/>
                    <a:pt x="1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0" name="Freeform 1680">
              <a:extLst>
                <a:ext uri="{FF2B5EF4-FFF2-40B4-BE49-F238E27FC236}">
                  <a16:creationId xmlns:a16="http://schemas.microsoft.com/office/drawing/2014/main" id="{059970EA-BE34-4627-9D3F-0981EF96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677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3" y="1"/>
                    <a:pt x="13" y="7"/>
                    <a:pt x="14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1" name="Freeform 1681">
              <a:extLst>
                <a:ext uri="{FF2B5EF4-FFF2-40B4-BE49-F238E27FC236}">
                  <a16:creationId xmlns:a16="http://schemas.microsoft.com/office/drawing/2014/main" id="{64AAAC1C-BEFE-4126-8498-7F601C8B4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701"/>
              <a:ext cx="33" cy="46"/>
            </a:xfrm>
            <a:custGeom>
              <a:avLst/>
              <a:gdLst>
                <a:gd name="T0" fmla="*/ 0 w 13"/>
                <a:gd name="T1" fmla="*/ 0 h 17"/>
                <a:gd name="T2" fmla="*/ 213 w 13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2" y="5"/>
                    <a:pt x="9" y="15"/>
                    <a:pt x="13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2" name="Freeform 1682">
              <a:extLst>
                <a:ext uri="{FF2B5EF4-FFF2-40B4-BE49-F238E27FC236}">
                  <a16:creationId xmlns:a16="http://schemas.microsoft.com/office/drawing/2014/main" id="{CF4049DF-13BB-4F7E-A6E8-AA675828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760"/>
              <a:ext cx="50" cy="5"/>
            </a:xfrm>
            <a:custGeom>
              <a:avLst/>
              <a:gdLst>
                <a:gd name="T0" fmla="*/ 313 w 20"/>
                <a:gd name="T1" fmla="*/ 20 h 2"/>
                <a:gd name="T2" fmla="*/ 0 w 2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20" y="1"/>
                  </a:moveTo>
                  <a:cubicBezTo>
                    <a:pt x="16" y="0"/>
                    <a:pt x="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3" name="Freeform 1683">
              <a:extLst>
                <a:ext uri="{FF2B5EF4-FFF2-40B4-BE49-F238E27FC236}">
                  <a16:creationId xmlns:a16="http://schemas.microsoft.com/office/drawing/2014/main" id="{81597E53-EE4C-46BB-ADC1-B9877FFC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787"/>
              <a:ext cx="55" cy="34"/>
            </a:xfrm>
            <a:custGeom>
              <a:avLst/>
              <a:gdLst>
                <a:gd name="T0" fmla="*/ 0 w 22"/>
                <a:gd name="T1" fmla="*/ 0 h 13"/>
                <a:gd name="T2" fmla="*/ 345 w 2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3">
                  <a:moveTo>
                    <a:pt x="0" y="0"/>
                  </a:moveTo>
                  <a:cubicBezTo>
                    <a:pt x="4" y="5"/>
                    <a:pt x="17" y="13"/>
                    <a:pt x="22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4" name="Freeform 1684">
              <a:extLst>
                <a:ext uri="{FF2B5EF4-FFF2-40B4-BE49-F238E27FC236}">
                  <a16:creationId xmlns:a16="http://schemas.microsoft.com/office/drawing/2014/main" id="{35F29C7E-EB86-48C2-AAEC-4679A763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803"/>
              <a:ext cx="25" cy="69"/>
            </a:xfrm>
            <a:custGeom>
              <a:avLst/>
              <a:gdLst>
                <a:gd name="T0" fmla="*/ 158 w 10"/>
                <a:gd name="T1" fmla="*/ 0 h 26"/>
                <a:gd name="T2" fmla="*/ 0 w 10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10" y="0"/>
                  </a:moveTo>
                  <a:cubicBezTo>
                    <a:pt x="6" y="2"/>
                    <a:pt x="1" y="21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5" name="Freeform 1685">
              <a:extLst>
                <a:ext uri="{FF2B5EF4-FFF2-40B4-BE49-F238E27FC236}">
                  <a16:creationId xmlns:a16="http://schemas.microsoft.com/office/drawing/2014/main" id="{65A9FE74-B996-484C-8EE2-62C34D5ED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800"/>
              <a:ext cx="33" cy="61"/>
            </a:xfrm>
            <a:custGeom>
              <a:avLst/>
              <a:gdLst>
                <a:gd name="T0" fmla="*/ 0 w 13"/>
                <a:gd name="T1" fmla="*/ 430 h 23"/>
                <a:gd name="T2" fmla="*/ 117 w 13"/>
                <a:gd name="T3" fmla="*/ 170 h 23"/>
                <a:gd name="T4" fmla="*/ 213 w 1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23"/>
                  </a:moveTo>
                  <a:cubicBezTo>
                    <a:pt x="4" y="20"/>
                    <a:pt x="6" y="14"/>
                    <a:pt x="7" y="9"/>
                  </a:cubicBezTo>
                  <a:cubicBezTo>
                    <a:pt x="9" y="4"/>
                    <a:pt x="13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6" name="Freeform 1686">
              <a:extLst>
                <a:ext uri="{FF2B5EF4-FFF2-40B4-BE49-F238E27FC236}">
                  <a16:creationId xmlns:a16="http://schemas.microsoft.com/office/drawing/2014/main" id="{87D84CD1-8B5F-41F7-90D5-88F090F02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784"/>
              <a:ext cx="55" cy="40"/>
            </a:xfrm>
            <a:custGeom>
              <a:avLst/>
              <a:gdLst>
                <a:gd name="T0" fmla="*/ 0 w 22"/>
                <a:gd name="T1" fmla="*/ 285 h 15"/>
                <a:gd name="T2" fmla="*/ 188 w 22"/>
                <a:gd name="T3" fmla="*/ 192 h 15"/>
                <a:gd name="T4" fmla="*/ 345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15"/>
                  </a:moveTo>
                  <a:cubicBezTo>
                    <a:pt x="4" y="15"/>
                    <a:pt x="7" y="13"/>
                    <a:pt x="12" y="10"/>
                  </a:cubicBezTo>
                  <a:cubicBezTo>
                    <a:pt x="16" y="6"/>
                    <a:pt x="21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7" name="Freeform 1687">
              <a:extLst>
                <a:ext uri="{FF2B5EF4-FFF2-40B4-BE49-F238E27FC236}">
                  <a16:creationId xmlns:a16="http://schemas.microsoft.com/office/drawing/2014/main" id="{4820C954-2820-426D-8819-BC8C7360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768"/>
              <a:ext cx="68" cy="19"/>
            </a:xfrm>
            <a:custGeom>
              <a:avLst/>
              <a:gdLst>
                <a:gd name="T0" fmla="*/ 0 w 27"/>
                <a:gd name="T1" fmla="*/ 0 h 7"/>
                <a:gd name="T2" fmla="*/ 272 w 27"/>
                <a:gd name="T3" fmla="*/ 117 h 7"/>
                <a:gd name="T4" fmla="*/ 431 w 27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cubicBezTo>
                    <a:pt x="3" y="4"/>
                    <a:pt x="13" y="7"/>
                    <a:pt x="17" y="6"/>
                  </a:cubicBezTo>
                  <a:cubicBezTo>
                    <a:pt x="22" y="5"/>
                    <a:pt x="26" y="5"/>
                    <a:pt x="27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8" name="Freeform 1688">
              <a:extLst>
                <a:ext uri="{FF2B5EF4-FFF2-40B4-BE49-F238E27FC236}">
                  <a16:creationId xmlns:a16="http://schemas.microsoft.com/office/drawing/2014/main" id="{2AD12DCD-E1AB-41CF-8395-61EC23982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725"/>
              <a:ext cx="48" cy="35"/>
            </a:xfrm>
            <a:custGeom>
              <a:avLst/>
              <a:gdLst>
                <a:gd name="T0" fmla="*/ 0 w 19"/>
                <a:gd name="T1" fmla="*/ 0 h 13"/>
                <a:gd name="T2" fmla="*/ 306 w 19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1" y="6"/>
                    <a:pt x="10" y="13"/>
                    <a:pt x="19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9" name="Freeform 1689">
              <a:extLst>
                <a:ext uri="{FF2B5EF4-FFF2-40B4-BE49-F238E27FC236}">
                  <a16:creationId xmlns:a16="http://schemas.microsoft.com/office/drawing/2014/main" id="{6CA78EBC-B90E-4E3C-8C78-E952E812D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752"/>
              <a:ext cx="40" cy="5"/>
            </a:xfrm>
            <a:custGeom>
              <a:avLst/>
              <a:gdLst>
                <a:gd name="T0" fmla="*/ 0 w 16"/>
                <a:gd name="T1" fmla="*/ 0 h 2"/>
                <a:gd name="T2" fmla="*/ 250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2"/>
                    <a:pt x="12" y="1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0" name="Freeform 1690">
              <a:extLst>
                <a:ext uri="{FF2B5EF4-FFF2-40B4-BE49-F238E27FC236}">
                  <a16:creationId xmlns:a16="http://schemas.microsoft.com/office/drawing/2014/main" id="{1EC3565E-5FB4-4C46-842F-1B8AE952E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685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4" y="0"/>
                    <a:pt x="9" y="3"/>
                    <a:pt x="1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1" name="Freeform 1691">
              <a:extLst>
                <a:ext uri="{FF2B5EF4-FFF2-40B4-BE49-F238E27FC236}">
                  <a16:creationId xmlns:a16="http://schemas.microsoft.com/office/drawing/2014/main" id="{B14478ED-A3E9-44FA-BD0D-565302452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653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88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3"/>
                    <a:pt x="5" y="7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2" name="Freeform 1692">
              <a:extLst>
                <a:ext uri="{FF2B5EF4-FFF2-40B4-BE49-F238E27FC236}">
                  <a16:creationId xmlns:a16="http://schemas.microsoft.com/office/drawing/2014/main" id="{5E11E815-AC38-4DCB-A041-3BF39F338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629"/>
              <a:ext cx="3" cy="22"/>
            </a:xfrm>
            <a:custGeom>
              <a:avLst/>
              <a:gdLst>
                <a:gd name="T0" fmla="*/ 27 w 1"/>
                <a:gd name="T1" fmla="*/ 0 h 8"/>
                <a:gd name="T2" fmla="*/ 27 w 1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3" name="Freeform 1693">
              <a:extLst>
                <a:ext uri="{FF2B5EF4-FFF2-40B4-BE49-F238E27FC236}">
                  <a16:creationId xmlns:a16="http://schemas.microsoft.com/office/drawing/2014/main" id="{E992F0BA-53A3-4521-90B0-3251AE152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645"/>
              <a:ext cx="50" cy="32"/>
            </a:xfrm>
            <a:custGeom>
              <a:avLst/>
              <a:gdLst>
                <a:gd name="T0" fmla="*/ 0 w 20"/>
                <a:gd name="T1" fmla="*/ 56 h 12"/>
                <a:gd name="T2" fmla="*/ 63 w 20"/>
                <a:gd name="T3" fmla="*/ 0 h 12"/>
                <a:gd name="T4" fmla="*/ 125 w 20"/>
                <a:gd name="T5" fmla="*/ 0 h 12"/>
                <a:gd name="T6" fmla="*/ 283 w 20"/>
                <a:gd name="T7" fmla="*/ 56 h 12"/>
                <a:gd name="T8" fmla="*/ 283 w 20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0" y="3"/>
                  </a:moveTo>
                  <a:cubicBezTo>
                    <a:pt x="2" y="3"/>
                    <a:pt x="2" y="1"/>
                    <a:pt x="4" y="0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11" y="0"/>
                    <a:pt x="16" y="0"/>
                    <a:pt x="18" y="3"/>
                  </a:cubicBezTo>
                  <a:cubicBezTo>
                    <a:pt x="20" y="5"/>
                    <a:pt x="20" y="11"/>
                    <a:pt x="18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4" name="Freeform 1694">
              <a:extLst>
                <a:ext uri="{FF2B5EF4-FFF2-40B4-BE49-F238E27FC236}">
                  <a16:creationId xmlns:a16="http://schemas.microsoft.com/office/drawing/2014/main" id="{FF88D946-90C9-4767-8315-539ADB37D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656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5" name="Freeform 1695">
              <a:extLst>
                <a:ext uri="{FF2B5EF4-FFF2-40B4-BE49-F238E27FC236}">
                  <a16:creationId xmlns:a16="http://schemas.microsoft.com/office/drawing/2014/main" id="{8CE48702-69C0-47AD-84D4-E0F4873D1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637"/>
              <a:ext cx="5" cy="11"/>
            </a:xfrm>
            <a:custGeom>
              <a:avLst/>
              <a:gdLst>
                <a:gd name="T0" fmla="*/ 0 w 2"/>
                <a:gd name="T1" fmla="*/ 8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0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6" name="Freeform 1696">
              <a:extLst>
                <a:ext uri="{FF2B5EF4-FFF2-40B4-BE49-F238E27FC236}">
                  <a16:creationId xmlns:a16="http://schemas.microsoft.com/office/drawing/2014/main" id="{496B2AD8-1408-4F7F-890F-5668628EC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693"/>
              <a:ext cx="7" cy="6"/>
            </a:xfrm>
            <a:custGeom>
              <a:avLst/>
              <a:gdLst>
                <a:gd name="T0" fmla="*/ 0 w 3"/>
                <a:gd name="T1" fmla="*/ 54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7" name="Freeform 1697">
              <a:extLst>
                <a:ext uri="{FF2B5EF4-FFF2-40B4-BE49-F238E27FC236}">
                  <a16:creationId xmlns:a16="http://schemas.microsoft.com/office/drawing/2014/main" id="{26D0CF75-481D-490A-8E96-7F7D95879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736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8" name="Freeform 1698">
              <a:extLst>
                <a:ext uri="{FF2B5EF4-FFF2-40B4-BE49-F238E27FC236}">
                  <a16:creationId xmlns:a16="http://schemas.microsoft.com/office/drawing/2014/main" id="{59287942-9B07-4F33-9AD1-5C529A15E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97"/>
              <a:ext cx="33" cy="67"/>
            </a:xfrm>
            <a:custGeom>
              <a:avLst/>
              <a:gdLst>
                <a:gd name="T0" fmla="*/ 0 w 13"/>
                <a:gd name="T1" fmla="*/ 0 h 25"/>
                <a:gd name="T2" fmla="*/ 96 w 13"/>
                <a:gd name="T3" fmla="*/ 389 h 25"/>
                <a:gd name="T4" fmla="*/ 213 w 13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0" y="7"/>
                    <a:pt x="1" y="15"/>
                    <a:pt x="6" y="20"/>
                  </a:cubicBezTo>
                  <a:cubicBezTo>
                    <a:pt x="8" y="22"/>
                    <a:pt x="11" y="24"/>
                    <a:pt x="13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9" name="Freeform 1699">
              <a:extLst>
                <a:ext uri="{FF2B5EF4-FFF2-40B4-BE49-F238E27FC236}">
                  <a16:creationId xmlns:a16="http://schemas.microsoft.com/office/drawing/2014/main" id="{7049AC3E-B26F-477B-BDDB-86F3B09C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715"/>
              <a:ext cx="12" cy="24"/>
            </a:xfrm>
            <a:custGeom>
              <a:avLst/>
              <a:gdLst>
                <a:gd name="T0" fmla="*/ 0 w 5"/>
                <a:gd name="T1" fmla="*/ 0 h 9"/>
                <a:gd name="T2" fmla="*/ 7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1" y="6"/>
                    <a:pt x="5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0" name="Freeform 1700">
              <a:extLst>
                <a:ext uri="{FF2B5EF4-FFF2-40B4-BE49-F238E27FC236}">
                  <a16:creationId xmlns:a16="http://schemas.microsoft.com/office/drawing/2014/main" id="{4AC2FB5D-79C8-4A87-97E8-AC2AF252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776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1" name="Freeform 1701">
              <a:extLst>
                <a:ext uri="{FF2B5EF4-FFF2-40B4-BE49-F238E27FC236}">
                  <a16:creationId xmlns:a16="http://schemas.microsoft.com/office/drawing/2014/main" id="{6778486E-85CE-434C-8F27-0D332DBE9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821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2" name="Freeform 1702">
              <a:extLst>
                <a:ext uri="{FF2B5EF4-FFF2-40B4-BE49-F238E27FC236}">
                  <a16:creationId xmlns:a16="http://schemas.microsoft.com/office/drawing/2014/main" id="{32DC652B-BCF4-499C-8B0E-C7618F2CA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861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3" name="Freeform 1703">
              <a:extLst>
                <a:ext uri="{FF2B5EF4-FFF2-40B4-BE49-F238E27FC236}">
                  <a16:creationId xmlns:a16="http://schemas.microsoft.com/office/drawing/2014/main" id="{735C7B7F-9E96-4645-9E69-4680E2BFA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453"/>
              <a:ext cx="252" cy="222"/>
            </a:xfrm>
            <a:custGeom>
              <a:avLst/>
              <a:gdLst>
                <a:gd name="T0" fmla="*/ 262 w 101"/>
                <a:gd name="T1" fmla="*/ 1589 h 83"/>
                <a:gd name="T2" fmla="*/ 479 w 101"/>
                <a:gd name="T3" fmla="*/ 1439 h 83"/>
                <a:gd name="T4" fmla="*/ 696 w 101"/>
                <a:gd name="T5" fmla="*/ 1281 h 83"/>
                <a:gd name="T6" fmla="*/ 883 w 101"/>
                <a:gd name="T7" fmla="*/ 1244 h 83"/>
                <a:gd name="T8" fmla="*/ 1287 w 101"/>
                <a:gd name="T9" fmla="*/ 1452 h 83"/>
                <a:gd name="T10" fmla="*/ 1412 w 101"/>
                <a:gd name="T11" fmla="*/ 1509 h 83"/>
                <a:gd name="T12" fmla="*/ 1432 w 101"/>
                <a:gd name="T13" fmla="*/ 1495 h 83"/>
                <a:gd name="T14" fmla="*/ 1507 w 101"/>
                <a:gd name="T15" fmla="*/ 1244 h 83"/>
                <a:gd name="T16" fmla="*/ 1557 w 101"/>
                <a:gd name="T17" fmla="*/ 1110 h 83"/>
                <a:gd name="T18" fmla="*/ 1569 w 101"/>
                <a:gd name="T19" fmla="*/ 915 h 83"/>
                <a:gd name="T20" fmla="*/ 1537 w 101"/>
                <a:gd name="T21" fmla="*/ 845 h 83"/>
                <a:gd name="T22" fmla="*/ 1537 w 101"/>
                <a:gd name="T23" fmla="*/ 730 h 83"/>
                <a:gd name="T24" fmla="*/ 1462 w 101"/>
                <a:gd name="T25" fmla="*/ 444 h 83"/>
                <a:gd name="T26" fmla="*/ 1370 w 101"/>
                <a:gd name="T27" fmla="*/ 286 h 83"/>
                <a:gd name="T28" fmla="*/ 1153 w 101"/>
                <a:gd name="T29" fmla="*/ 150 h 83"/>
                <a:gd name="T30" fmla="*/ 853 w 101"/>
                <a:gd name="T31" fmla="*/ 78 h 83"/>
                <a:gd name="T32" fmla="*/ 591 w 101"/>
                <a:gd name="T33" fmla="*/ 94 h 83"/>
                <a:gd name="T34" fmla="*/ 437 w 101"/>
                <a:gd name="T35" fmla="*/ 136 h 83"/>
                <a:gd name="T36" fmla="*/ 312 w 101"/>
                <a:gd name="T37" fmla="*/ 251 h 83"/>
                <a:gd name="T38" fmla="*/ 279 w 101"/>
                <a:gd name="T39" fmla="*/ 321 h 83"/>
                <a:gd name="T40" fmla="*/ 187 w 101"/>
                <a:gd name="T41" fmla="*/ 401 h 83"/>
                <a:gd name="T42" fmla="*/ 105 w 101"/>
                <a:gd name="T43" fmla="*/ 629 h 83"/>
                <a:gd name="T44" fmla="*/ 30 w 101"/>
                <a:gd name="T45" fmla="*/ 936 h 83"/>
                <a:gd name="T46" fmla="*/ 217 w 101"/>
                <a:gd name="T47" fmla="*/ 1509 h 83"/>
                <a:gd name="T48" fmla="*/ 262 w 101"/>
                <a:gd name="T49" fmla="*/ 1589 h 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83">
                  <a:moveTo>
                    <a:pt x="17" y="83"/>
                  </a:moveTo>
                  <a:cubicBezTo>
                    <a:pt x="20" y="78"/>
                    <a:pt x="25" y="73"/>
                    <a:pt x="31" y="75"/>
                  </a:cubicBezTo>
                  <a:cubicBezTo>
                    <a:pt x="33" y="69"/>
                    <a:pt x="39" y="67"/>
                    <a:pt x="45" y="67"/>
                  </a:cubicBezTo>
                  <a:cubicBezTo>
                    <a:pt x="49" y="66"/>
                    <a:pt x="53" y="65"/>
                    <a:pt x="57" y="65"/>
                  </a:cubicBezTo>
                  <a:cubicBezTo>
                    <a:pt x="64" y="64"/>
                    <a:pt x="81" y="70"/>
                    <a:pt x="83" y="76"/>
                  </a:cubicBezTo>
                  <a:cubicBezTo>
                    <a:pt x="86" y="76"/>
                    <a:pt x="89" y="77"/>
                    <a:pt x="91" y="79"/>
                  </a:cubicBezTo>
                  <a:cubicBezTo>
                    <a:pt x="91" y="79"/>
                    <a:pt x="92" y="78"/>
                    <a:pt x="92" y="78"/>
                  </a:cubicBezTo>
                  <a:cubicBezTo>
                    <a:pt x="96" y="74"/>
                    <a:pt x="95" y="69"/>
                    <a:pt x="97" y="65"/>
                  </a:cubicBezTo>
                  <a:cubicBezTo>
                    <a:pt x="98" y="62"/>
                    <a:pt x="100" y="61"/>
                    <a:pt x="100" y="58"/>
                  </a:cubicBezTo>
                  <a:cubicBezTo>
                    <a:pt x="101" y="55"/>
                    <a:pt x="101" y="51"/>
                    <a:pt x="101" y="48"/>
                  </a:cubicBezTo>
                  <a:cubicBezTo>
                    <a:pt x="100" y="46"/>
                    <a:pt x="99" y="45"/>
                    <a:pt x="99" y="44"/>
                  </a:cubicBezTo>
                  <a:cubicBezTo>
                    <a:pt x="99" y="42"/>
                    <a:pt x="99" y="41"/>
                    <a:pt x="99" y="38"/>
                  </a:cubicBezTo>
                  <a:cubicBezTo>
                    <a:pt x="99" y="33"/>
                    <a:pt x="98" y="27"/>
                    <a:pt x="94" y="23"/>
                  </a:cubicBezTo>
                  <a:cubicBezTo>
                    <a:pt x="92" y="20"/>
                    <a:pt x="90" y="18"/>
                    <a:pt x="88" y="15"/>
                  </a:cubicBezTo>
                  <a:cubicBezTo>
                    <a:pt x="84" y="10"/>
                    <a:pt x="78" y="11"/>
                    <a:pt x="74" y="8"/>
                  </a:cubicBezTo>
                  <a:cubicBezTo>
                    <a:pt x="68" y="5"/>
                    <a:pt x="62" y="2"/>
                    <a:pt x="55" y="4"/>
                  </a:cubicBezTo>
                  <a:cubicBezTo>
                    <a:pt x="50" y="0"/>
                    <a:pt x="43" y="3"/>
                    <a:pt x="38" y="5"/>
                  </a:cubicBezTo>
                  <a:cubicBezTo>
                    <a:pt x="35" y="6"/>
                    <a:pt x="32" y="6"/>
                    <a:pt x="28" y="7"/>
                  </a:cubicBezTo>
                  <a:cubicBezTo>
                    <a:pt x="25" y="8"/>
                    <a:pt x="21" y="10"/>
                    <a:pt x="20" y="13"/>
                  </a:cubicBezTo>
                  <a:cubicBezTo>
                    <a:pt x="19" y="15"/>
                    <a:pt x="19" y="16"/>
                    <a:pt x="18" y="17"/>
                  </a:cubicBezTo>
                  <a:cubicBezTo>
                    <a:pt x="16" y="19"/>
                    <a:pt x="14" y="20"/>
                    <a:pt x="12" y="21"/>
                  </a:cubicBezTo>
                  <a:cubicBezTo>
                    <a:pt x="8" y="25"/>
                    <a:pt x="8" y="28"/>
                    <a:pt x="7" y="33"/>
                  </a:cubicBezTo>
                  <a:cubicBezTo>
                    <a:pt x="6" y="38"/>
                    <a:pt x="2" y="43"/>
                    <a:pt x="2" y="49"/>
                  </a:cubicBezTo>
                  <a:cubicBezTo>
                    <a:pt x="0" y="61"/>
                    <a:pt x="7" y="70"/>
                    <a:pt x="14" y="79"/>
                  </a:cubicBezTo>
                  <a:cubicBezTo>
                    <a:pt x="15" y="80"/>
                    <a:pt x="16" y="82"/>
                    <a:pt x="17" y="8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4" name="Freeform 1704">
              <a:extLst>
                <a:ext uri="{FF2B5EF4-FFF2-40B4-BE49-F238E27FC236}">
                  <a16:creationId xmlns:a16="http://schemas.microsoft.com/office/drawing/2014/main" id="{97268BF6-5DF3-49B3-9FA6-5BE7475A0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523"/>
              <a:ext cx="60" cy="98"/>
            </a:xfrm>
            <a:custGeom>
              <a:avLst/>
              <a:gdLst>
                <a:gd name="T0" fmla="*/ 63 w 24"/>
                <a:gd name="T1" fmla="*/ 21 h 37"/>
                <a:gd name="T2" fmla="*/ 158 w 24"/>
                <a:gd name="T3" fmla="*/ 392 h 37"/>
                <a:gd name="T4" fmla="*/ 238 w 24"/>
                <a:gd name="T5" fmla="*/ 596 h 37"/>
                <a:gd name="T6" fmla="*/ 333 w 24"/>
                <a:gd name="T7" fmla="*/ 689 h 37"/>
                <a:gd name="T8" fmla="*/ 375 w 24"/>
                <a:gd name="T9" fmla="*/ 540 h 37"/>
                <a:gd name="T10" fmla="*/ 333 w 24"/>
                <a:gd name="T11" fmla="*/ 336 h 37"/>
                <a:gd name="T12" fmla="*/ 238 w 24"/>
                <a:gd name="T13" fmla="*/ 77 h 37"/>
                <a:gd name="T14" fmla="*/ 83 w 2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7">
                  <a:moveTo>
                    <a:pt x="4" y="1"/>
                  </a:moveTo>
                  <a:cubicBezTo>
                    <a:pt x="0" y="7"/>
                    <a:pt x="17" y="13"/>
                    <a:pt x="10" y="21"/>
                  </a:cubicBezTo>
                  <a:cubicBezTo>
                    <a:pt x="14" y="22"/>
                    <a:pt x="16" y="28"/>
                    <a:pt x="15" y="32"/>
                  </a:cubicBezTo>
                  <a:cubicBezTo>
                    <a:pt x="18" y="32"/>
                    <a:pt x="21" y="34"/>
                    <a:pt x="21" y="37"/>
                  </a:cubicBezTo>
                  <a:cubicBezTo>
                    <a:pt x="22" y="34"/>
                    <a:pt x="24" y="32"/>
                    <a:pt x="24" y="29"/>
                  </a:cubicBezTo>
                  <a:cubicBezTo>
                    <a:pt x="24" y="25"/>
                    <a:pt x="22" y="22"/>
                    <a:pt x="21" y="18"/>
                  </a:cubicBezTo>
                  <a:cubicBezTo>
                    <a:pt x="20" y="13"/>
                    <a:pt x="19" y="8"/>
                    <a:pt x="15" y="4"/>
                  </a:cubicBezTo>
                  <a:cubicBezTo>
                    <a:pt x="13" y="2"/>
                    <a:pt x="8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5" name="Freeform 1705">
              <a:extLst>
                <a:ext uri="{FF2B5EF4-FFF2-40B4-BE49-F238E27FC236}">
                  <a16:creationId xmlns:a16="http://schemas.microsoft.com/office/drawing/2014/main" id="{CE04F543-C420-407B-BAD4-A43A37A0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515"/>
              <a:ext cx="55" cy="32"/>
            </a:xfrm>
            <a:custGeom>
              <a:avLst/>
              <a:gdLst>
                <a:gd name="T0" fmla="*/ 0 w 22"/>
                <a:gd name="T1" fmla="*/ 227 h 12"/>
                <a:gd name="T2" fmla="*/ 345 w 2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5" y="3"/>
                    <a:pt x="18" y="1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6" name="Freeform 1706">
              <a:extLst>
                <a:ext uri="{FF2B5EF4-FFF2-40B4-BE49-F238E27FC236}">
                  <a16:creationId xmlns:a16="http://schemas.microsoft.com/office/drawing/2014/main" id="{8B18D148-1EC9-4F96-A70D-7B059A8E5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565"/>
              <a:ext cx="55" cy="35"/>
            </a:xfrm>
            <a:custGeom>
              <a:avLst/>
              <a:gdLst>
                <a:gd name="T0" fmla="*/ 0 w 22"/>
                <a:gd name="T1" fmla="*/ 116 h 13"/>
                <a:gd name="T2" fmla="*/ 345 w 2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3">
                  <a:moveTo>
                    <a:pt x="0" y="6"/>
                  </a:moveTo>
                  <a:cubicBezTo>
                    <a:pt x="7" y="13"/>
                    <a:pt x="18" y="6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7" name="Freeform 1707">
              <a:extLst>
                <a:ext uri="{FF2B5EF4-FFF2-40B4-BE49-F238E27FC236}">
                  <a16:creationId xmlns:a16="http://schemas.microsoft.com/office/drawing/2014/main" id="{8547456C-12FE-412B-9E22-912A2B675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605"/>
              <a:ext cx="52" cy="24"/>
            </a:xfrm>
            <a:custGeom>
              <a:avLst/>
              <a:gdLst>
                <a:gd name="T0" fmla="*/ 0 w 21"/>
                <a:gd name="T1" fmla="*/ 0 h 9"/>
                <a:gd name="T2" fmla="*/ 74 w 21"/>
                <a:gd name="T3" fmla="*/ 77 h 9"/>
                <a:gd name="T4" fmla="*/ 196 w 21"/>
                <a:gd name="T5" fmla="*/ 136 h 9"/>
                <a:gd name="T6" fmla="*/ 319 w 21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7" y="6"/>
                    <a:pt x="10" y="7"/>
                    <a:pt x="13" y="7"/>
                  </a:cubicBezTo>
                  <a:cubicBezTo>
                    <a:pt x="16" y="8"/>
                    <a:pt x="18" y="9"/>
                    <a:pt x="21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8" name="Freeform 1708">
              <a:extLst>
                <a:ext uri="{FF2B5EF4-FFF2-40B4-BE49-F238E27FC236}">
                  <a16:creationId xmlns:a16="http://schemas.microsoft.com/office/drawing/2014/main" id="{C3BB032A-BD44-4D70-87F0-7995DCE1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499"/>
              <a:ext cx="125" cy="58"/>
            </a:xfrm>
            <a:custGeom>
              <a:avLst/>
              <a:gdLst>
                <a:gd name="T0" fmla="*/ 783 w 50"/>
                <a:gd name="T1" fmla="*/ 182 h 22"/>
                <a:gd name="T2" fmla="*/ 533 w 50"/>
                <a:gd name="T3" fmla="*/ 21 h 22"/>
                <a:gd name="T4" fmla="*/ 425 w 50"/>
                <a:gd name="T5" fmla="*/ 111 h 22"/>
                <a:gd name="T6" fmla="*/ 363 w 50"/>
                <a:gd name="T7" fmla="*/ 182 h 22"/>
                <a:gd name="T8" fmla="*/ 188 w 50"/>
                <a:gd name="T9" fmla="*/ 166 h 22"/>
                <a:gd name="T10" fmla="*/ 33 w 50"/>
                <a:gd name="T11" fmla="*/ 403 h 22"/>
                <a:gd name="T12" fmla="*/ 0 w 50"/>
                <a:gd name="T13" fmla="*/ 38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2">
                  <a:moveTo>
                    <a:pt x="50" y="10"/>
                  </a:moveTo>
                  <a:cubicBezTo>
                    <a:pt x="44" y="10"/>
                    <a:pt x="42" y="0"/>
                    <a:pt x="34" y="1"/>
                  </a:cubicBezTo>
                  <a:cubicBezTo>
                    <a:pt x="32" y="2"/>
                    <a:pt x="28" y="4"/>
                    <a:pt x="27" y="6"/>
                  </a:cubicBezTo>
                  <a:cubicBezTo>
                    <a:pt x="25" y="8"/>
                    <a:pt x="25" y="10"/>
                    <a:pt x="23" y="10"/>
                  </a:cubicBezTo>
                  <a:cubicBezTo>
                    <a:pt x="19" y="11"/>
                    <a:pt x="16" y="6"/>
                    <a:pt x="12" y="9"/>
                  </a:cubicBezTo>
                  <a:cubicBezTo>
                    <a:pt x="7" y="12"/>
                    <a:pt x="4" y="17"/>
                    <a:pt x="2" y="22"/>
                  </a:cubicBezTo>
                  <a:cubicBezTo>
                    <a:pt x="1" y="21"/>
                    <a:pt x="1" y="21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9" name="Freeform 1709">
              <a:extLst>
                <a:ext uri="{FF2B5EF4-FFF2-40B4-BE49-F238E27FC236}">
                  <a16:creationId xmlns:a16="http://schemas.microsoft.com/office/drawing/2014/main" id="{41029ACC-2654-43BE-B91F-BE53C0490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523"/>
              <a:ext cx="55" cy="61"/>
            </a:xfrm>
            <a:custGeom>
              <a:avLst/>
              <a:gdLst>
                <a:gd name="T0" fmla="*/ 0 w 22"/>
                <a:gd name="T1" fmla="*/ 239 h 23"/>
                <a:gd name="T2" fmla="*/ 208 w 22"/>
                <a:gd name="T3" fmla="*/ 408 h 23"/>
                <a:gd name="T4" fmla="*/ 300 w 22"/>
                <a:gd name="T5" fmla="*/ 353 h 23"/>
                <a:gd name="T6" fmla="*/ 345 w 22"/>
                <a:gd name="T7" fmla="*/ 191 h 23"/>
                <a:gd name="T8" fmla="*/ 333 w 22"/>
                <a:gd name="T9" fmla="*/ 77 h 23"/>
                <a:gd name="T10" fmla="*/ 345 w 22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0" y="13"/>
                  </a:moveTo>
                  <a:cubicBezTo>
                    <a:pt x="4" y="17"/>
                    <a:pt x="7" y="21"/>
                    <a:pt x="13" y="22"/>
                  </a:cubicBezTo>
                  <a:cubicBezTo>
                    <a:pt x="18" y="23"/>
                    <a:pt x="18" y="23"/>
                    <a:pt x="19" y="19"/>
                  </a:cubicBezTo>
                  <a:cubicBezTo>
                    <a:pt x="20" y="16"/>
                    <a:pt x="22" y="14"/>
                    <a:pt x="22" y="10"/>
                  </a:cubicBezTo>
                  <a:cubicBezTo>
                    <a:pt x="21" y="8"/>
                    <a:pt x="20" y="6"/>
                    <a:pt x="21" y="4"/>
                  </a:cubicBezTo>
                  <a:cubicBezTo>
                    <a:pt x="21" y="3"/>
                    <a:pt x="22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0" name="Freeform 1710">
              <a:extLst>
                <a:ext uri="{FF2B5EF4-FFF2-40B4-BE49-F238E27FC236}">
                  <a16:creationId xmlns:a16="http://schemas.microsoft.com/office/drawing/2014/main" id="{1CB0676F-083F-4C93-9F28-31E597B57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533"/>
              <a:ext cx="70" cy="30"/>
            </a:xfrm>
            <a:custGeom>
              <a:avLst/>
              <a:gdLst>
                <a:gd name="T0" fmla="*/ 0 w 28"/>
                <a:gd name="T1" fmla="*/ 224 h 11"/>
                <a:gd name="T2" fmla="*/ 158 w 28"/>
                <a:gd name="T3" fmla="*/ 202 h 11"/>
                <a:gd name="T4" fmla="*/ 208 w 28"/>
                <a:gd name="T5" fmla="*/ 164 h 11"/>
                <a:gd name="T6" fmla="*/ 438 w 2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1">
                  <a:moveTo>
                    <a:pt x="0" y="11"/>
                  </a:moveTo>
                  <a:cubicBezTo>
                    <a:pt x="3" y="10"/>
                    <a:pt x="7" y="10"/>
                    <a:pt x="10" y="10"/>
                  </a:cubicBezTo>
                  <a:cubicBezTo>
                    <a:pt x="12" y="9"/>
                    <a:pt x="12" y="10"/>
                    <a:pt x="13" y="8"/>
                  </a:cubicBezTo>
                  <a:cubicBezTo>
                    <a:pt x="17" y="5"/>
                    <a:pt x="22" y="0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1" name="Freeform 1711">
              <a:extLst>
                <a:ext uri="{FF2B5EF4-FFF2-40B4-BE49-F238E27FC236}">
                  <a16:creationId xmlns:a16="http://schemas.microsoft.com/office/drawing/2014/main" id="{AE3C7C23-AA9E-44C9-B78F-D250808D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472"/>
              <a:ext cx="62" cy="51"/>
            </a:xfrm>
            <a:custGeom>
              <a:avLst/>
              <a:gdLst>
                <a:gd name="T0" fmla="*/ 62 w 25"/>
                <a:gd name="T1" fmla="*/ 217 h 19"/>
                <a:gd name="T2" fmla="*/ 92 w 25"/>
                <a:gd name="T3" fmla="*/ 35 h 19"/>
                <a:gd name="T4" fmla="*/ 290 w 25"/>
                <a:gd name="T5" fmla="*/ 35 h 19"/>
                <a:gd name="T6" fmla="*/ 350 w 25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4" y="11"/>
                  </a:moveTo>
                  <a:cubicBezTo>
                    <a:pt x="2" y="6"/>
                    <a:pt x="0" y="4"/>
                    <a:pt x="6" y="2"/>
                  </a:cubicBezTo>
                  <a:cubicBezTo>
                    <a:pt x="10" y="1"/>
                    <a:pt x="15" y="0"/>
                    <a:pt x="19" y="2"/>
                  </a:cubicBezTo>
                  <a:cubicBezTo>
                    <a:pt x="25" y="4"/>
                    <a:pt x="25" y="14"/>
                    <a:pt x="23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2" name="Freeform 1712">
              <a:extLst>
                <a:ext uri="{FF2B5EF4-FFF2-40B4-BE49-F238E27FC236}">
                  <a16:creationId xmlns:a16="http://schemas.microsoft.com/office/drawing/2014/main" id="{76524140-CB20-486A-9CE9-373004A4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464"/>
              <a:ext cx="2" cy="19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1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3" name="Freeform 1713">
              <a:extLst>
                <a:ext uri="{FF2B5EF4-FFF2-40B4-BE49-F238E27FC236}">
                  <a16:creationId xmlns:a16="http://schemas.microsoft.com/office/drawing/2014/main" id="{DCA908CE-2044-4002-A9E5-A0A19E51C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480"/>
              <a:ext cx="23" cy="56"/>
            </a:xfrm>
            <a:custGeom>
              <a:avLst/>
              <a:gdLst>
                <a:gd name="T0" fmla="*/ 130 w 9"/>
                <a:gd name="T1" fmla="*/ 0 h 21"/>
                <a:gd name="T2" fmla="*/ 0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8" y="0"/>
                  </a:moveTo>
                  <a:cubicBezTo>
                    <a:pt x="9" y="6"/>
                    <a:pt x="7" y="18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4" name="Freeform 1714">
              <a:extLst>
                <a:ext uri="{FF2B5EF4-FFF2-40B4-BE49-F238E27FC236}">
                  <a16:creationId xmlns:a16="http://schemas.microsoft.com/office/drawing/2014/main" id="{25CAAFB0-AFFE-476B-A723-92F2D194B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469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5" name="Freeform 1715">
              <a:extLst>
                <a:ext uri="{FF2B5EF4-FFF2-40B4-BE49-F238E27FC236}">
                  <a16:creationId xmlns:a16="http://schemas.microsoft.com/office/drawing/2014/main" id="{F81B033E-C151-4CBF-BEE1-5C4C55325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501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50 w 4"/>
                <a:gd name="T3" fmla="*/ 141 h 7"/>
                <a:gd name="T4" fmla="*/ 63 w 4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3"/>
                    <a:pt x="3" y="5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6" name="Freeform 1716">
              <a:extLst>
                <a:ext uri="{FF2B5EF4-FFF2-40B4-BE49-F238E27FC236}">
                  <a16:creationId xmlns:a16="http://schemas.microsoft.com/office/drawing/2014/main" id="{C57E9477-E7EA-467E-A62B-941C151F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557"/>
              <a:ext cx="80" cy="70"/>
            </a:xfrm>
            <a:custGeom>
              <a:avLst/>
              <a:gdLst>
                <a:gd name="T0" fmla="*/ 300 w 32"/>
                <a:gd name="T1" fmla="*/ 0 h 26"/>
                <a:gd name="T2" fmla="*/ 313 w 32"/>
                <a:gd name="T3" fmla="*/ 412 h 26"/>
                <a:gd name="T4" fmla="*/ 113 w 32"/>
                <a:gd name="T5" fmla="*/ 450 h 26"/>
                <a:gd name="T6" fmla="*/ 0 w 32"/>
                <a:gd name="T7" fmla="*/ 19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19" y="0"/>
                  </a:moveTo>
                  <a:cubicBezTo>
                    <a:pt x="19" y="9"/>
                    <a:pt x="32" y="16"/>
                    <a:pt x="20" y="21"/>
                  </a:cubicBezTo>
                  <a:cubicBezTo>
                    <a:pt x="17" y="23"/>
                    <a:pt x="11" y="26"/>
                    <a:pt x="7" y="23"/>
                  </a:cubicBezTo>
                  <a:cubicBezTo>
                    <a:pt x="3" y="21"/>
                    <a:pt x="1" y="14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7" name="Freeform 1717">
              <a:extLst>
                <a:ext uri="{FF2B5EF4-FFF2-40B4-BE49-F238E27FC236}">
                  <a16:creationId xmlns:a16="http://schemas.microsoft.com/office/drawing/2014/main" id="{BC050571-7B0F-4584-A055-546084D43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576"/>
              <a:ext cx="40" cy="21"/>
            </a:xfrm>
            <a:custGeom>
              <a:avLst/>
              <a:gdLst>
                <a:gd name="T0" fmla="*/ 0 w 16"/>
                <a:gd name="T1" fmla="*/ 123 h 8"/>
                <a:gd name="T2" fmla="*/ 2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7"/>
                  </a:moveTo>
                  <a:cubicBezTo>
                    <a:pt x="6" y="8"/>
                    <a:pt x="11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8" name="Freeform 1718">
              <a:extLst>
                <a:ext uri="{FF2B5EF4-FFF2-40B4-BE49-F238E27FC236}">
                  <a16:creationId xmlns:a16="http://schemas.microsoft.com/office/drawing/2014/main" id="{B81DC947-C69D-48DB-9B49-16906D64E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608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3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9" name="Freeform 1719">
              <a:extLst>
                <a:ext uri="{FF2B5EF4-FFF2-40B4-BE49-F238E27FC236}">
                  <a16:creationId xmlns:a16="http://schemas.microsoft.com/office/drawing/2014/main" id="{9DDF0C84-5BE1-409C-8C2D-8FC744BD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61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5"/>
                    <a:pt x="1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0" name="Freeform 1720">
              <a:extLst>
                <a:ext uri="{FF2B5EF4-FFF2-40B4-BE49-F238E27FC236}">
                  <a16:creationId xmlns:a16="http://schemas.microsoft.com/office/drawing/2014/main" id="{EAE0DC8B-4B69-4EC5-9AD2-181AD1DFB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571"/>
              <a:ext cx="27" cy="16"/>
            </a:xfrm>
            <a:custGeom>
              <a:avLst/>
              <a:gdLst>
                <a:gd name="T0" fmla="*/ 162 w 11"/>
                <a:gd name="T1" fmla="*/ 0 h 6"/>
                <a:gd name="T2" fmla="*/ 0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6" y="0"/>
                    <a:pt x="2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1" name="Freeform 1721">
              <a:extLst>
                <a:ext uri="{FF2B5EF4-FFF2-40B4-BE49-F238E27FC236}">
                  <a16:creationId xmlns:a16="http://schemas.microsoft.com/office/drawing/2014/main" id="{7F92B675-F26A-4BF6-B8D0-01EF6BEB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608"/>
              <a:ext cx="53" cy="21"/>
            </a:xfrm>
            <a:custGeom>
              <a:avLst/>
              <a:gdLst>
                <a:gd name="T0" fmla="*/ 0 w 21"/>
                <a:gd name="T1" fmla="*/ 89 h 8"/>
                <a:gd name="T2" fmla="*/ 338 w 2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5"/>
                  </a:moveTo>
                  <a:cubicBezTo>
                    <a:pt x="9" y="8"/>
                    <a:pt x="14" y="6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2" name="Freeform 1722">
              <a:extLst>
                <a:ext uri="{FF2B5EF4-FFF2-40B4-BE49-F238E27FC236}">
                  <a16:creationId xmlns:a16="http://schemas.microsoft.com/office/drawing/2014/main" id="{5EFB04BB-F80F-478B-A09A-8914E9CF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24"/>
              <a:ext cx="2" cy="16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3" name="Freeform 1723">
              <a:extLst>
                <a:ext uri="{FF2B5EF4-FFF2-40B4-BE49-F238E27FC236}">
                  <a16:creationId xmlns:a16="http://schemas.microsoft.com/office/drawing/2014/main" id="{C9AFEAA7-A2E6-4C18-9895-5385CBE50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608"/>
              <a:ext cx="20" cy="19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4" y="2"/>
                    <a:pt x="7" y="4"/>
                    <a:pt x="8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4" name="Freeform 1724">
              <a:extLst>
                <a:ext uri="{FF2B5EF4-FFF2-40B4-BE49-F238E27FC236}">
                  <a16:creationId xmlns:a16="http://schemas.microsoft.com/office/drawing/2014/main" id="{B233C4C1-4D99-4642-B81F-A6923C8C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539"/>
              <a:ext cx="258" cy="282"/>
            </a:xfrm>
            <a:custGeom>
              <a:avLst/>
              <a:gdLst>
                <a:gd name="T0" fmla="*/ 408 w 103"/>
                <a:gd name="T1" fmla="*/ 261 h 106"/>
                <a:gd name="T2" fmla="*/ 626 w 103"/>
                <a:gd name="T3" fmla="*/ 77 h 106"/>
                <a:gd name="T4" fmla="*/ 804 w 103"/>
                <a:gd name="T5" fmla="*/ 0 h 106"/>
                <a:gd name="T6" fmla="*/ 897 w 103"/>
                <a:gd name="T7" fmla="*/ 21 h 106"/>
                <a:gd name="T8" fmla="*/ 909 w 103"/>
                <a:gd name="T9" fmla="*/ 56 h 106"/>
                <a:gd name="T10" fmla="*/ 1180 w 103"/>
                <a:gd name="T11" fmla="*/ 136 h 106"/>
                <a:gd name="T12" fmla="*/ 1380 w 103"/>
                <a:gd name="T13" fmla="*/ 303 h 106"/>
                <a:gd name="T14" fmla="*/ 1413 w 103"/>
                <a:gd name="T15" fmla="*/ 375 h 106"/>
                <a:gd name="T16" fmla="*/ 1493 w 103"/>
                <a:gd name="T17" fmla="*/ 474 h 106"/>
                <a:gd name="T18" fmla="*/ 1525 w 103"/>
                <a:gd name="T19" fmla="*/ 567 h 106"/>
                <a:gd name="T20" fmla="*/ 1525 w 103"/>
                <a:gd name="T21" fmla="*/ 601 h 106"/>
                <a:gd name="T22" fmla="*/ 1538 w 103"/>
                <a:gd name="T23" fmla="*/ 623 h 106"/>
                <a:gd name="T24" fmla="*/ 1556 w 103"/>
                <a:gd name="T25" fmla="*/ 849 h 106"/>
                <a:gd name="T26" fmla="*/ 1568 w 103"/>
                <a:gd name="T27" fmla="*/ 1133 h 106"/>
                <a:gd name="T28" fmla="*/ 1601 w 103"/>
                <a:gd name="T29" fmla="*/ 1189 h 106"/>
                <a:gd name="T30" fmla="*/ 1601 w 103"/>
                <a:gd name="T31" fmla="*/ 1304 h 106"/>
                <a:gd name="T32" fmla="*/ 1538 w 103"/>
                <a:gd name="T33" fmla="*/ 1450 h 106"/>
                <a:gd name="T34" fmla="*/ 1493 w 103"/>
                <a:gd name="T35" fmla="*/ 1620 h 106"/>
                <a:gd name="T36" fmla="*/ 1380 w 103"/>
                <a:gd name="T37" fmla="*/ 1679 h 106"/>
                <a:gd name="T38" fmla="*/ 1305 w 103"/>
                <a:gd name="T39" fmla="*/ 1790 h 106"/>
                <a:gd name="T40" fmla="*/ 1130 w 103"/>
                <a:gd name="T41" fmla="*/ 1862 h 106"/>
                <a:gd name="T42" fmla="*/ 817 w 103"/>
                <a:gd name="T43" fmla="*/ 1995 h 106"/>
                <a:gd name="T44" fmla="*/ 458 w 103"/>
                <a:gd name="T45" fmla="*/ 1884 h 106"/>
                <a:gd name="T46" fmla="*/ 313 w 103"/>
                <a:gd name="T47" fmla="*/ 1769 h 106"/>
                <a:gd name="T48" fmla="*/ 113 w 103"/>
                <a:gd name="T49" fmla="*/ 1564 h 106"/>
                <a:gd name="T50" fmla="*/ 95 w 103"/>
                <a:gd name="T51" fmla="*/ 1487 h 106"/>
                <a:gd name="T52" fmla="*/ 33 w 103"/>
                <a:gd name="T53" fmla="*/ 1317 h 106"/>
                <a:gd name="T54" fmla="*/ 50 w 103"/>
                <a:gd name="T55" fmla="*/ 1054 h 106"/>
                <a:gd name="T56" fmla="*/ 95 w 103"/>
                <a:gd name="T57" fmla="*/ 793 h 106"/>
                <a:gd name="T58" fmla="*/ 145 w 103"/>
                <a:gd name="T59" fmla="*/ 678 h 106"/>
                <a:gd name="T60" fmla="*/ 175 w 103"/>
                <a:gd name="T61" fmla="*/ 545 h 106"/>
                <a:gd name="T62" fmla="*/ 238 w 103"/>
                <a:gd name="T63" fmla="*/ 474 h 106"/>
                <a:gd name="T64" fmla="*/ 301 w 103"/>
                <a:gd name="T65" fmla="*/ 341 h 106"/>
                <a:gd name="T66" fmla="*/ 408 w 103"/>
                <a:gd name="T67" fmla="*/ 261 h 10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3" h="106">
                  <a:moveTo>
                    <a:pt x="26" y="14"/>
                  </a:moveTo>
                  <a:cubicBezTo>
                    <a:pt x="26" y="10"/>
                    <a:pt x="36" y="3"/>
                    <a:pt x="40" y="4"/>
                  </a:cubicBezTo>
                  <a:cubicBezTo>
                    <a:pt x="43" y="2"/>
                    <a:pt x="47" y="0"/>
                    <a:pt x="51" y="0"/>
                  </a:cubicBezTo>
                  <a:cubicBezTo>
                    <a:pt x="53" y="0"/>
                    <a:pt x="55" y="1"/>
                    <a:pt x="57" y="1"/>
                  </a:cubicBezTo>
                  <a:cubicBezTo>
                    <a:pt x="57" y="2"/>
                    <a:pt x="57" y="2"/>
                    <a:pt x="58" y="3"/>
                  </a:cubicBezTo>
                  <a:cubicBezTo>
                    <a:pt x="61" y="4"/>
                    <a:pt x="74" y="1"/>
                    <a:pt x="75" y="7"/>
                  </a:cubicBezTo>
                  <a:cubicBezTo>
                    <a:pt x="80" y="7"/>
                    <a:pt x="86" y="12"/>
                    <a:pt x="88" y="16"/>
                  </a:cubicBezTo>
                  <a:cubicBezTo>
                    <a:pt x="89" y="17"/>
                    <a:pt x="89" y="19"/>
                    <a:pt x="90" y="20"/>
                  </a:cubicBezTo>
                  <a:cubicBezTo>
                    <a:pt x="91" y="22"/>
                    <a:pt x="93" y="23"/>
                    <a:pt x="95" y="25"/>
                  </a:cubicBezTo>
                  <a:cubicBezTo>
                    <a:pt x="96" y="27"/>
                    <a:pt x="96" y="29"/>
                    <a:pt x="97" y="30"/>
                  </a:cubicBezTo>
                  <a:cubicBezTo>
                    <a:pt x="97" y="31"/>
                    <a:pt x="97" y="31"/>
                    <a:pt x="97" y="32"/>
                  </a:cubicBezTo>
                  <a:cubicBezTo>
                    <a:pt x="97" y="32"/>
                    <a:pt x="98" y="33"/>
                    <a:pt x="98" y="33"/>
                  </a:cubicBezTo>
                  <a:cubicBezTo>
                    <a:pt x="100" y="36"/>
                    <a:pt x="101" y="42"/>
                    <a:pt x="99" y="45"/>
                  </a:cubicBezTo>
                  <a:cubicBezTo>
                    <a:pt x="103" y="49"/>
                    <a:pt x="99" y="55"/>
                    <a:pt x="100" y="60"/>
                  </a:cubicBezTo>
                  <a:cubicBezTo>
                    <a:pt x="100" y="60"/>
                    <a:pt x="102" y="62"/>
                    <a:pt x="102" y="63"/>
                  </a:cubicBezTo>
                  <a:cubicBezTo>
                    <a:pt x="103" y="65"/>
                    <a:pt x="103" y="67"/>
                    <a:pt x="102" y="69"/>
                  </a:cubicBezTo>
                  <a:cubicBezTo>
                    <a:pt x="102" y="72"/>
                    <a:pt x="99" y="75"/>
                    <a:pt x="98" y="77"/>
                  </a:cubicBezTo>
                  <a:cubicBezTo>
                    <a:pt x="97" y="80"/>
                    <a:pt x="98" y="84"/>
                    <a:pt x="95" y="86"/>
                  </a:cubicBezTo>
                  <a:cubicBezTo>
                    <a:pt x="93" y="88"/>
                    <a:pt x="90" y="88"/>
                    <a:pt x="88" y="89"/>
                  </a:cubicBezTo>
                  <a:cubicBezTo>
                    <a:pt x="86" y="90"/>
                    <a:pt x="85" y="93"/>
                    <a:pt x="83" y="95"/>
                  </a:cubicBezTo>
                  <a:cubicBezTo>
                    <a:pt x="80" y="98"/>
                    <a:pt x="76" y="98"/>
                    <a:pt x="72" y="99"/>
                  </a:cubicBezTo>
                  <a:cubicBezTo>
                    <a:pt x="71" y="106"/>
                    <a:pt x="57" y="106"/>
                    <a:pt x="52" y="106"/>
                  </a:cubicBezTo>
                  <a:cubicBezTo>
                    <a:pt x="44" y="105"/>
                    <a:pt x="37" y="103"/>
                    <a:pt x="29" y="100"/>
                  </a:cubicBezTo>
                  <a:cubicBezTo>
                    <a:pt x="26" y="99"/>
                    <a:pt x="22" y="95"/>
                    <a:pt x="20" y="94"/>
                  </a:cubicBezTo>
                  <a:cubicBezTo>
                    <a:pt x="15" y="92"/>
                    <a:pt x="10" y="89"/>
                    <a:pt x="7" y="83"/>
                  </a:cubicBezTo>
                  <a:cubicBezTo>
                    <a:pt x="7" y="82"/>
                    <a:pt x="7" y="80"/>
                    <a:pt x="6" y="79"/>
                  </a:cubicBezTo>
                  <a:cubicBezTo>
                    <a:pt x="5" y="76"/>
                    <a:pt x="3" y="73"/>
                    <a:pt x="2" y="70"/>
                  </a:cubicBezTo>
                  <a:cubicBezTo>
                    <a:pt x="1" y="66"/>
                    <a:pt x="0" y="59"/>
                    <a:pt x="3" y="56"/>
                  </a:cubicBezTo>
                  <a:cubicBezTo>
                    <a:pt x="1" y="51"/>
                    <a:pt x="2" y="46"/>
                    <a:pt x="6" y="42"/>
                  </a:cubicBezTo>
                  <a:cubicBezTo>
                    <a:pt x="9" y="40"/>
                    <a:pt x="8" y="40"/>
                    <a:pt x="9" y="36"/>
                  </a:cubicBezTo>
                  <a:cubicBezTo>
                    <a:pt x="9" y="34"/>
                    <a:pt x="10" y="30"/>
                    <a:pt x="11" y="29"/>
                  </a:cubicBezTo>
                  <a:cubicBezTo>
                    <a:pt x="12" y="27"/>
                    <a:pt x="14" y="27"/>
                    <a:pt x="15" y="25"/>
                  </a:cubicBezTo>
                  <a:cubicBezTo>
                    <a:pt x="17" y="22"/>
                    <a:pt x="15" y="20"/>
                    <a:pt x="19" y="18"/>
                  </a:cubicBezTo>
                  <a:cubicBezTo>
                    <a:pt x="20" y="17"/>
                    <a:pt x="24" y="15"/>
                    <a:pt x="26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5" name="Freeform 1725">
              <a:extLst>
                <a:ext uri="{FF2B5EF4-FFF2-40B4-BE49-F238E27FC236}">
                  <a16:creationId xmlns:a16="http://schemas.microsoft.com/office/drawing/2014/main" id="{D933E130-7051-4B6D-B4FF-025752EFC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95"/>
              <a:ext cx="88" cy="109"/>
            </a:xfrm>
            <a:custGeom>
              <a:avLst/>
              <a:gdLst>
                <a:gd name="T0" fmla="*/ 146 w 35"/>
                <a:gd name="T1" fmla="*/ 247 h 41"/>
                <a:gd name="T2" fmla="*/ 189 w 35"/>
                <a:gd name="T3" fmla="*/ 114 h 41"/>
                <a:gd name="T4" fmla="*/ 304 w 35"/>
                <a:gd name="T5" fmla="*/ 0 h 41"/>
                <a:gd name="T6" fmla="*/ 397 w 35"/>
                <a:gd name="T7" fmla="*/ 21 h 41"/>
                <a:gd name="T8" fmla="*/ 475 w 35"/>
                <a:gd name="T9" fmla="*/ 21 h 41"/>
                <a:gd name="T10" fmla="*/ 556 w 35"/>
                <a:gd name="T11" fmla="*/ 77 h 41"/>
                <a:gd name="T12" fmla="*/ 475 w 35"/>
                <a:gd name="T13" fmla="*/ 261 h 41"/>
                <a:gd name="T14" fmla="*/ 463 w 35"/>
                <a:gd name="T15" fmla="*/ 431 h 41"/>
                <a:gd name="T16" fmla="*/ 284 w 35"/>
                <a:gd name="T17" fmla="*/ 622 h 41"/>
                <a:gd name="T18" fmla="*/ 146 w 35"/>
                <a:gd name="T19" fmla="*/ 771 h 41"/>
                <a:gd name="T20" fmla="*/ 83 w 35"/>
                <a:gd name="T21" fmla="*/ 734 h 41"/>
                <a:gd name="T22" fmla="*/ 0 w 35"/>
                <a:gd name="T23" fmla="*/ 657 h 41"/>
                <a:gd name="T24" fmla="*/ 50 w 35"/>
                <a:gd name="T25" fmla="*/ 452 h 41"/>
                <a:gd name="T26" fmla="*/ 146 w 35"/>
                <a:gd name="T27" fmla="*/ 247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41">
                  <a:moveTo>
                    <a:pt x="9" y="13"/>
                  </a:moveTo>
                  <a:cubicBezTo>
                    <a:pt x="13" y="14"/>
                    <a:pt x="14" y="9"/>
                    <a:pt x="12" y="6"/>
                  </a:cubicBezTo>
                  <a:cubicBezTo>
                    <a:pt x="15" y="4"/>
                    <a:pt x="18" y="5"/>
                    <a:pt x="19" y="0"/>
                  </a:cubicBezTo>
                  <a:cubicBezTo>
                    <a:pt x="21" y="1"/>
                    <a:pt x="23" y="1"/>
                    <a:pt x="25" y="1"/>
                  </a:cubicBezTo>
                  <a:cubicBezTo>
                    <a:pt x="26" y="1"/>
                    <a:pt x="29" y="0"/>
                    <a:pt x="30" y="1"/>
                  </a:cubicBezTo>
                  <a:cubicBezTo>
                    <a:pt x="32" y="1"/>
                    <a:pt x="33" y="4"/>
                    <a:pt x="35" y="4"/>
                  </a:cubicBezTo>
                  <a:cubicBezTo>
                    <a:pt x="32" y="8"/>
                    <a:pt x="30" y="9"/>
                    <a:pt x="30" y="14"/>
                  </a:cubicBezTo>
                  <a:cubicBezTo>
                    <a:pt x="30" y="17"/>
                    <a:pt x="28" y="21"/>
                    <a:pt x="29" y="23"/>
                  </a:cubicBezTo>
                  <a:cubicBezTo>
                    <a:pt x="24" y="23"/>
                    <a:pt x="18" y="28"/>
                    <a:pt x="18" y="33"/>
                  </a:cubicBezTo>
                  <a:cubicBezTo>
                    <a:pt x="14" y="32"/>
                    <a:pt x="9" y="38"/>
                    <a:pt x="9" y="41"/>
                  </a:cubicBezTo>
                  <a:cubicBezTo>
                    <a:pt x="8" y="40"/>
                    <a:pt x="7" y="39"/>
                    <a:pt x="5" y="39"/>
                  </a:cubicBezTo>
                  <a:cubicBezTo>
                    <a:pt x="5" y="37"/>
                    <a:pt x="2" y="36"/>
                    <a:pt x="0" y="35"/>
                  </a:cubicBezTo>
                  <a:cubicBezTo>
                    <a:pt x="4" y="32"/>
                    <a:pt x="5" y="28"/>
                    <a:pt x="3" y="24"/>
                  </a:cubicBezTo>
                  <a:cubicBezTo>
                    <a:pt x="8" y="21"/>
                    <a:pt x="9" y="17"/>
                    <a:pt x="9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6" name="Freeform 1726">
              <a:extLst>
                <a:ext uri="{FF2B5EF4-FFF2-40B4-BE49-F238E27FC236}">
                  <a16:creationId xmlns:a16="http://schemas.microsoft.com/office/drawing/2014/main" id="{EAB22A64-1870-4A4B-8A81-2F69297E4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640"/>
              <a:ext cx="43" cy="16"/>
            </a:xfrm>
            <a:custGeom>
              <a:avLst/>
              <a:gdLst>
                <a:gd name="T0" fmla="*/ 0 w 17"/>
                <a:gd name="T1" fmla="*/ 56 h 6"/>
                <a:gd name="T2" fmla="*/ 276 w 1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3"/>
                  </a:moveTo>
                  <a:cubicBezTo>
                    <a:pt x="7" y="0"/>
                    <a:pt x="15" y="5"/>
                    <a:pt x="17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7" name="Freeform 1727">
              <a:extLst>
                <a:ext uri="{FF2B5EF4-FFF2-40B4-BE49-F238E27FC236}">
                  <a16:creationId xmlns:a16="http://schemas.microsoft.com/office/drawing/2014/main" id="{9A90AFDC-75AE-47B9-B365-1EC5C971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605"/>
              <a:ext cx="40" cy="27"/>
            </a:xfrm>
            <a:custGeom>
              <a:avLst/>
              <a:gdLst>
                <a:gd name="T0" fmla="*/ 0 w 16"/>
                <a:gd name="T1" fmla="*/ 22 h 10"/>
                <a:gd name="T2" fmla="*/ 250 w 1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1"/>
                  </a:moveTo>
                  <a:cubicBezTo>
                    <a:pt x="6" y="0"/>
                    <a:pt x="14" y="9"/>
                    <a:pt x="16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8" name="Freeform 1728">
              <a:extLst>
                <a:ext uri="{FF2B5EF4-FFF2-40B4-BE49-F238E27FC236}">
                  <a16:creationId xmlns:a16="http://schemas.microsoft.com/office/drawing/2014/main" id="{63EA7573-2944-4BBD-B54D-2210AB65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576"/>
              <a:ext cx="17" cy="35"/>
            </a:xfrm>
            <a:custGeom>
              <a:avLst/>
              <a:gdLst>
                <a:gd name="T0" fmla="*/ 0 w 7"/>
                <a:gd name="T1" fmla="*/ 0 h 13"/>
                <a:gd name="T2" fmla="*/ 100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6"/>
                    <a:pt x="3" y="11"/>
                    <a:pt x="7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9" name="Freeform 1729">
              <a:extLst>
                <a:ext uri="{FF2B5EF4-FFF2-40B4-BE49-F238E27FC236}">
                  <a16:creationId xmlns:a16="http://schemas.microsoft.com/office/drawing/2014/main" id="{8CE62CA1-DF5F-4418-A731-0DFE92F2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549"/>
              <a:ext cx="5" cy="46"/>
            </a:xfrm>
            <a:custGeom>
              <a:avLst/>
              <a:gdLst>
                <a:gd name="T0" fmla="*/ 20 w 2"/>
                <a:gd name="T1" fmla="*/ 0 h 17"/>
                <a:gd name="T2" fmla="*/ 33 w 2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1" y="0"/>
                  </a:moveTo>
                  <a:cubicBezTo>
                    <a:pt x="0" y="5"/>
                    <a:pt x="0" y="13"/>
                    <a:pt x="2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0" name="Freeform 1730">
              <a:extLst>
                <a:ext uri="{FF2B5EF4-FFF2-40B4-BE49-F238E27FC236}">
                  <a16:creationId xmlns:a16="http://schemas.microsoft.com/office/drawing/2014/main" id="{6D3A3AE1-B22D-493E-893F-89A337C44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547"/>
              <a:ext cx="20" cy="50"/>
            </a:xfrm>
            <a:custGeom>
              <a:avLst/>
              <a:gdLst>
                <a:gd name="T0" fmla="*/ 125 w 8"/>
                <a:gd name="T1" fmla="*/ 0 h 19"/>
                <a:gd name="T2" fmla="*/ 20 w 8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4" y="4"/>
                    <a:pt x="0" y="16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1" name="Freeform 1731">
              <a:extLst>
                <a:ext uri="{FF2B5EF4-FFF2-40B4-BE49-F238E27FC236}">
                  <a16:creationId xmlns:a16="http://schemas.microsoft.com/office/drawing/2014/main" id="{D201CB04-55AF-4FFE-BCA3-5C3D71906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595"/>
              <a:ext cx="50" cy="42"/>
            </a:xfrm>
            <a:custGeom>
              <a:avLst/>
              <a:gdLst>
                <a:gd name="T0" fmla="*/ 0 w 20"/>
                <a:gd name="T1" fmla="*/ 76 h 16"/>
                <a:gd name="T2" fmla="*/ 238 w 20"/>
                <a:gd name="T3" fmla="*/ 89 h 16"/>
                <a:gd name="T4" fmla="*/ 300 w 20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4"/>
                  </a:moveTo>
                  <a:cubicBezTo>
                    <a:pt x="6" y="0"/>
                    <a:pt x="11" y="2"/>
                    <a:pt x="15" y="5"/>
                  </a:cubicBezTo>
                  <a:cubicBezTo>
                    <a:pt x="20" y="8"/>
                    <a:pt x="20" y="13"/>
                    <a:pt x="19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2" name="Freeform 1732">
              <a:extLst>
                <a:ext uri="{FF2B5EF4-FFF2-40B4-BE49-F238E27FC236}">
                  <a16:creationId xmlns:a16="http://schemas.microsoft.com/office/drawing/2014/main" id="{987C9157-71E2-4EA6-9B41-03FE0D389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555"/>
              <a:ext cx="43" cy="45"/>
            </a:xfrm>
            <a:custGeom>
              <a:avLst/>
              <a:gdLst>
                <a:gd name="T0" fmla="*/ 0 w 17"/>
                <a:gd name="T1" fmla="*/ 315 h 17"/>
                <a:gd name="T2" fmla="*/ 96 w 17"/>
                <a:gd name="T3" fmla="*/ 56 h 17"/>
                <a:gd name="T4" fmla="*/ 276 w 17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0" y="12"/>
                    <a:pt x="1" y="5"/>
                    <a:pt x="6" y="3"/>
                  </a:cubicBezTo>
                  <a:cubicBezTo>
                    <a:pt x="9" y="2"/>
                    <a:pt x="14" y="0"/>
                    <a:pt x="1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3" name="Freeform 1733">
              <a:extLst>
                <a:ext uri="{FF2B5EF4-FFF2-40B4-BE49-F238E27FC236}">
                  <a16:creationId xmlns:a16="http://schemas.microsoft.com/office/drawing/2014/main" id="{2E765C32-E62D-4A98-BA37-8D7EB859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581"/>
              <a:ext cx="65" cy="62"/>
            </a:xfrm>
            <a:custGeom>
              <a:avLst/>
              <a:gdLst>
                <a:gd name="T0" fmla="*/ 0 w 26"/>
                <a:gd name="T1" fmla="*/ 116 h 23"/>
                <a:gd name="T2" fmla="*/ 125 w 26"/>
                <a:gd name="T3" fmla="*/ 22 h 23"/>
                <a:gd name="T4" fmla="*/ 333 w 26"/>
                <a:gd name="T5" fmla="*/ 35 h 23"/>
                <a:gd name="T6" fmla="*/ 395 w 26"/>
                <a:gd name="T7" fmla="*/ 218 h 23"/>
                <a:gd name="T8" fmla="*/ 363 w 26"/>
                <a:gd name="T9" fmla="*/ 45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0" y="6"/>
                  </a:moveTo>
                  <a:cubicBezTo>
                    <a:pt x="3" y="3"/>
                    <a:pt x="3" y="1"/>
                    <a:pt x="8" y="1"/>
                  </a:cubicBezTo>
                  <a:cubicBezTo>
                    <a:pt x="12" y="0"/>
                    <a:pt x="18" y="0"/>
                    <a:pt x="21" y="2"/>
                  </a:cubicBezTo>
                  <a:cubicBezTo>
                    <a:pt x="24" y="5"/>
                    <a:pt x="26" y="7"/>
                    <a:pt x="25" y="11"/>
                  </a:cubicBezTo>
                  <a:cubicBezTo>
                    <a:pt x="25" y="14"/>
                    <a:pt x="24" y="22"/>
                    <a:pt x="23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4" name="Freeform 1734">
              <a:extLst>
                <a:ext uri="{FF2B5EF4-FFF2-40B4-BE49-F238E27FC236}">
                  <a16:creationId xmlns:a16="http://schemas.microsoft.com/office/drawing/2014/main" id="{90461C0E-BCE0-47C7-8B45-A97587E6C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58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5" name="Freeform 1735">
              <a:extLst>
                <a:ext uri="{FF2B5EF4-FFF2-40B4-BE49-F238E27FC236}">
                  <a16:creationId xmlns:a16="http://schemas.microsoft.com/office/drawing/2014/main" id="{64ECEAD3-FB53-4785-AFD8-7AAC2C579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653"/>
              <a:ext cx="70" cy="62"/>
            </a:xfrm>
            <a:custGeom>
              <a:avLst/>
              <a:gdLst>
                <a:gd name="T0" fmla="*/ 158 w 28"/>
                <a:gd name="T1" fmla="*/ 22 h 23"/>
                <a:gd name="T2" fmla="*/ 395 w 28"/>
                <a:gd name="T3" fmla="*/ 94 h 23"/>
                <a:gd name="T4" fmla="*/ 345 w 28"/>
                <a:gd name="T5" fmla="*/ 356 h 23"/>
                <a:gd name="T6" fmla="*/ 250 w 28"/>
                <a:gd name="T7" fmla="*/ 450 h 23"/>
                <a:gd name="T8" fmla="*/ 175 w 28"/>
                <a:gd name="T9" fmla="*/ 356 h 23"/>
                <a:gd name="T10" fmla="*/ 0 w 28"/>
                <a:gd name="T11" fmla="*/ 21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3">
                  <a:moveTo>
                    <a:pt x="10" y="1"/>
                  </a:moveTo>
                  <a:cubicBezTo>
                    <a:pt x="15" y="1"/>
                    <a:pt x="23" y="0"/>
                    <a:pt x="25" y="5"/>
                  </a:cubicBezTo>
                  <a:cubicBezTo>
                    <a:pt x="28" y="10"/>
                    <a:pt x="26" y="14"/>
                    <a:pt x="22" y="18"/>
                  </a:cubicBezTo>
                  <a:cubicBezTo>
                    <a:pt x="21" y="19"/>
                    <a:pt x="18" y="23"/>
                    <a:pt x="16" y="23"/>
                  </a:cubicBezTo>
                  <a:cubicBezTo>
                    <a:pt x="14" y="23"/>
                    <a:pt x="13" y="20"/>
                    <a:pt x="11" y="18"/>
                  </a:cubicBezTo>
                  <a:cubicBezTo>
                    <a:pt x="8" y="15"/>
                    <a:pt x="4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6" name="Freeform 1736">
              <a:extLst>
                <a:ext uri="{FF2B5EF4-FFF2-40B4-BE49-F238E27FC236}">
                  <a16:creationId xmlns:a16="http://schemas.microsoft.com/office/drawing/2014/main" id="{3822DFBB-7024-4FC8-AD38-6BB501FBE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704"/>
              <a:ext cx="60" cy="40"/>
            </a:xfrm>
            <a:custGeom>
              <a:avLst/>
              <a:gdLst>
                <a:gd name="T0" fmla="*/ 0 w 24"/>
                <a:gd name="T1" fmla="*/ 0 h 15"/>
                <a:gd name="T2" fmla="*/ 95 w 24"/>
                <a:gd name="T3" fmla="*/ 136 h 15"/>
                <a:gd name="T4" fmla="*/ 175 w 24"/>
                <a:gd name="T5" fmla="*/ 264 h 15"/>
                <a:gd name="T6" fmla="*/ 333 w 24"/>
                <a:gd name="T7" fmla="*/ 227 h 15"/>
                <a:gd name="T8" fmla="*/ 375 w 2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1" y="4"/>
                    <a:pt x="4" y="4"/>
                    <a:pt x="6" y="7"/>
                  </a:cubicBezTo>
                  <a:cubicBezTo>
                    <a:pt x="8" y="9"/>
                    <a:pt x="8" y="14"/>
                    <a:pt x="11" y="14"/>
                  </a:cubicBezTo>
                  <a:cubicBezTo>
                    <a:pt x="13" y="15"/>
                    <a:pt x="20" y="13"/>
                    <a:pt x="21" y="12"/>
                  </a:cubicBezTo>
                  <a:cubicBezTo>
                    <a:pt x="24" y="10"/>
                    <a:pt x="22" y="6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7" name="Freeform 1737">
              <a:extLst>
                <a:ext uri="{FF2B5EF4-FFF2-40B4-BE49-F238E27FC236}">
                  <a16:creationId xmlns:a16="http://schemas.microsoft.com/office/drawing/2014/main" id="{E21162F0-BFF1-493F-BD83-C839C705E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717"/>
              <a:ext cx="48" cy="70"/>
            </a:xfrm>
            <a:custGeom>
              <a:avLst/>
              <a:gdLst>
                <a:gd name="T0" fmla="*/ 179 w 19"/>
                <a:gd name="T1" fmla="*/ 0 h 26"/>
                <a:gd name="T2" fmla="*/ 33 w 19"/>
                <a:gd name="T3" fmla="*/ 137 h 26"/>
                <a:gd name="T4" fmla="*/ 51 w 19"/>
                <a:gd name="T5" fmla="*/ 412 h 26"/>
                <a:gd name="T6" fmla="*/ 192 w 19"/>
                <a:gd name="T7" fmla="*/ 450 h 26"/>
                <a:gd name="T8" fmla="*/ 275 w 19"/>
                <a:gd name="T9" fmla="*/ 428 h 26"/>
                <a:gd name="T10" fmla="*/ 288 w 19"/>
                <a:gd name="T11" fmla="*/ 17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11" y="0"/>
                  </a:moveTo>
                  <a:cubicBezTo>
                    <a:pt x="6" y="2"/>
                    <a:pt x="3" y="2"/>
                    <a:pt x="2" y="7"/>
                  </a:cubicBezTo>
                  <a:cubicBezTo>
                    <a:pt x="0" y="10"/>
                    <a:pt x="1" y="18"/>
                    <a:pt x="3" y="21"/>
                  </a:cubicBezTo>
                  <a:cubicBezTo>
                    <a:pt x="6" y="23"/>
                    <a:pt x="9" y="22"/>
                    <a:pt x="12" y="23"/>
                  </a:cubicBezTo>
                  <a:cubicBezTo>
                    <a:pt x="16" y="24"/>
                    <a:pt x="16" y="26"/>
                    <a:pt x="17" y="22"/>
                  </a:cubicBezTo>
                  <a:cubicBezTo>
                    <a:pt x="19" y="19"/>
                    <a:pt x="19" y="12"/>
                    <a:pt x="18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8" name="Freeform 1738">
              <a:extLst>
                <a:ext uri="{FF2B5EF4-FFF2-40B4-BE49-F238E27FC236}">
                  <a16:creationId xmlns:a16="http://schemas.microsoft.com/office/drawing/2014/main" id="{70893870-62F1-4DDA-9310-7E93B31AE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688"/>
              <a:ext cx="38" cy="56"/>
            </a:xfrm>
            <a:custGeom>
              <a:avLst/>
              <a:gdLst>
                <a:gd name="T0" fmla="*/ 243 w 15"/>
                <a:gd name="T1" fmla="*/ 0 h 21"/>
                <a:gd name="T2" fmla="*/ 96 w 15"/>
                <a:gd name="T3" fmla="*/ 248 h 21"/>
                <a:gd name="T4" fmla="*/ 0 w 15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0"/>
                  </a:moveTo>
                  <a:cubicBezTo>
                    <a:pt x="9" y="1"/>
                    <a:pt x="7" y="8"/>
                    <a:pt x="6" y="13"/>
                  </a:cubicBezTo>
                  <a:cubicBezTo>
                    <a:pt x="5" y="18"/>
                    <a:pt x="4" y="20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9" name="Freeform 1739">
              <a:extLst>
                <a:ext uri="{FF2B5EF4-FFF2-40B4-BE49-F238E27FC236}">
                  <a16:creationId xmlns:a16="http://schemas.microsoft.com/office/drawing/2014/main" id="{887ADCAF-C453-436B-9F40-D6AC7D75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669"/>
              <a:ext cx="48" cy="19"/>
            </a:xfrm>
            <a:custGeom>
              <a:avLst/>
              <a:gdLst>
                <a:gd name="T0" fmla="*/ 0 w 19"/>
                <a:gd name="T1" fmla="*/ 141 h 7"/>
                <a:gd name="T2" fmla="*/ 210 w 19"/>
                <a:gd name="T3" fmla="*/ 22 h 7"/>
                <a:gd name="T4" fmla="*/ 306 w 19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2" y="3"/>
                    <a:pt x="9" y="0"/>
                    <a:pt x="13" y="1"/>
                  </a:cubicBezTo>
                  <a:cubicBezTo>
                    <a:pt x="15" y="1"/>
                    <a:pt x="19" y="5"/>
                    <a:pt x="19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0" name="Freeform 1740">
              <a:extLst>
                <a:ext uri="{FF2B5EF4-FFF2-40B4-BE49-F238E27FC236}">
                  <a16:creationId xmlns:a16="http://schemas.microsoft.com/office/drawing/2014/main" id="{86FC315D-6324-4E23-BE1D-987007942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651"/>
              <a:ext cx="53" cy="66"/>
            </a:xfrm>
            <a:custGeom>
              <a:avLst/>
              <a:gdLst>
                <a:gd name="T0" fmla="*/ 33 w 21"/>
                <a:gd name="T1" fmla="*/ 111 h 25"/>
                <a:gd name="T2" fmla="*/ 242 w 21"/>
                <a:gd name="T3" fmla="*/ 77 h 25"/>
                <a:gd name="T4" fmla="*/ 318 w 21"/>
                <a:gd name="T5" fmla="*/ 293 h 25"/>
                <a:gd name="T6" fmla="*/ 255 w 21"/>
                <a:gd name="T7" fmla="*/ 438 h 25"/>
                <a:gd name="T8" fmla="*/ 192 w 21"/>
                <a:gd name="T9" fmla="*/ 459 h 25"/>
                <a:gd name="T10" fmla="*/ 0 w 21"/>
                <a:gd name="T11" fmla="*/ 31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2" y="6"/>
                  </a:moveTo>
                  <a:cubicBezTo>
                    <a:pt x="7" y="5"/>
                    <a:pt x="10" y="0"/>
                    <a:pt x="15" y="4"/>
                  </a:cubicBezTo>
                  <a:cubicBezTo>
                    <a:pt x="20" y="7"/>
                    <a:pt x="21" y="10"/>
                    <a:pt x="20" y="16"/>
                  </a:cubicBezTo>
                  <a:cubicBezTo>
                    <a:pt x="19" y="18"/>
                    <a:pt x="18" y="22"/>
                    <a:pt x="16" y="24"/>
                  </a:cubicBezTo>
                  <a:cubicBezTo>
                    <a:pt x="14" y="25"/>
                    <a:pt x="15" y="25"/>
                    <a:pt x="12" y="25"/>
                  </a:cubicBezTo>
                  <a:cubicBezTo>
                    <a:pt x="6" y="24"/>
                    <a:pt x="4" y="20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1" name="Freeform 1741">
              <a:extLst>
                <a:ext uri="{FF2B5EF4-FFF2-40B4-BE49-F238E27FC236}">
                  <a16:creationId xmlns:a16="http://schemas.microsoft.com/office/drawing/2014/main" id="{4E818E57-02EE-4D4B-B11B-872E433DF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603"/>
              <a:ext cx="60" cy="74"/>
            </a:xfrm>
            <a:custGeom>
              <a:avLst/>
              <a:gdLst>
                <a:gd name="T0" fmla="*/ 0 w 24"/>
                <a:gd name="T1" fmla="*/ 370 h 28"/>
                <a:gd name="T2" fmla="*/ 145 w 24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0" y="20"/>
                  </a:moveTo>
                  <a:cubicBezTo>
                    <a:pt x="2" y="0"/>
                    <a:pt x="24" y="23"/>
                    <a:pt x="9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2" name="Freeform 1742">
              <a:extLst>
                <a:ext uri="{FF2B5EF4-FFF2-40B4-BE49-F238E27FC236}">
                  <a16:creationId xmlns:a16="http://schemas.microsoft.com/office/drawing/2014/main" id="{24DF8301-472C-4773-BF8C-5BCAC072A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619"/>
              <a:ext cx="17" cy="5"/>
            </a:xfrm>
            <a:custGeom>
              <a:avLst/>
              <a:gdLst>
                <a:gd name="T0" fmla="*/ 0 w 7"/>
                <a:gd name="T1" fmla="*/ 33 h 2"/>
                <a:gd name="T2" fmla="*/ 10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6" y="0"/>
                    <a:pt x="7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3" name="Freeform 1743">
              <a:extLst>
                <a:ext uri="{FF2B5EF4-FFF2-40B4-BE49-F238E27FC236}">
                  <a16:creationId xmlns:a16="http://schemas.microsoft.com/office/drawing/2014/main" id="{74835239-3474-4310-8B24-5DA32EE1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653"/>
              <a:ext cx="27" cy="22"/>
            </a:xfrm>
            <a:custGeom>
              <a:avLst/>
              <a:gdLst>
                <a:gd name="T0" fmla="*/ 0 w 11"/>
                <a:gd name="T1" fmla="*/ 129 h 8"/>
                <a:gd name="T2" fmla="*/ 162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7" y="8"/>
                    <a:pt x="10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4" name="Freeform 1744">
              <a:extLst>
                <a:ext uri="{FF2B5EF4-FFF2-40B4-BE49-F238E27FC236}">
                  <a16:creationId xmlns:a16="http://schemas.microsoft.com/office/drawing/2014/main" id="{F7A6036A-AAD2-4F2D-A8B1-D0B5A2E3E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675"/>
              <a:ext cx="40" cy="58"/>
            </a:xfrm>
            <a:custGeom>
              <a:avLst/>
              <a:gdLst>
                <a:gd name="T0" fmla="*/ 0 w 16"/>
                <a:gd name="T1" fmla="*/ 293 h 22"/>
                <a:gd name="T2" fmla="*/ 175 w 16"/>
                <a:gd name="T3" fmla="*/ 369 h 22"/>
                <a:gd name="T4" fmla="*/ 250 w 16"/>
                <a:gd name="T5" fmla="*/ 182 h 22"/>
                <a:gd name="T6" fmla="*/ 145 w 1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0" y="16"/>
                  </a:moveTo>
                  <a:cubicBezTo>
                    <a:pt x="3" y="18"/>
                    <a:pt x="8" y="22"/>
                    <a:pt x="11" y="20"/>
                  </a:cubicBezTo>
                  <a:cubicBezTo>
                    <a:pt x="14" y="18"/>
                    <a:pt x="16" y="13"/>
                    <a:pt x="16" y="10"/>
                  </a:cubicBezTo>
                  <a:cubicBezTo>
                    <a:pt x="16" y="5"/>
                    <a:pt x="13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5" name="Freeform 1745">
              <a:extLst>
                <a:ext uri="{FF2B5EF4-FFF2-40B4-BE49-F238E27FC236}">
                  <a16:creationId xmlns:a16="http://schemas.microsoft.com/office/drawing/2014/main" id="{DCBD2AD3-ECB2-4081-8377-3F8916E6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720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5" y="2"/>
                    <a:pt x="6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6" name="Freeform 1746">
              <a:extLst>
                <a:ext uri="{FF2B5EF4-FFF2-40B4-BE49-F238E27FC236}">
                  <a16:creationId xmlns:a16="http://schemas.microsoft.com/office/drawing/2014/main" id="{EEDD1179-5F55-4AB2-B276-143CDD15C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696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4"/>
                    <a:pt x="5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7" name="Freeform 1747">
              <a:extLst>
                <a:ext uri="{FF2B5EF4-FFF2-40B4-BE49-F238E27FC236}">
                  <a16:creationId xmlns:a16="http://schemas.microsoft.com/office/drawing/2014/main" id="{56401C0B-85E4-40C9-B2F9-7B58286E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731"/>
              <a:ext cx="63" cy="64"/>
            </a:xfrm>
            <a:custGeom>
              <a:avLst/>
              <a:gdLst>
                <a:gd name="T0" fmla="*/ 222 w 25"/>
                <a:gd name="T1" fmla="*/ 0 h 24"/>
                <a:gd name="T2" fmla="*/ 305 w 25"/>
                <a:gd name="T3" fmla="*/ 397 h 24"/>
                <a:gd name="T4" fmla="*/ 0 w 25"/>
                <a:gd name="T5" fmla="*/ 36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cubicBezTo>
                    <a:pt x="20" y="3"/>
                    <a:pt x="25" y="16"/>
                    <a:pt x="19" y="21"/>
                  </a:cubicBezTo>
                  <a:cubicBezTo>
                    <a:pt x="15" y="24"/>
                    <a:pt x="2" y="2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8" name="Freeform 1748">
              <a:extLst>
                <a:ext uri="{FF2B5EF4-FFF2-40B4-BE49-F238E27FC236}">
                  <a16:creationId xmlns:a16="http://schemas.microsoft.com/office/drawing/2014/main" id="{30B67F6D-66AE-4633-A673-8B70C3C32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728"/>
              <a:ext cx="31" cy="32"/>
            </a:xfrm>
            <a:custGeom>
              <a:avLst/>
              <a:gdLst>
                <a:gd name="T0" fmla="*/ 0 w 12"/>
                <a:gd name="T1" fmla="*/ 0 h 12"/>
                <a:gd name="T2" fmla="*/ 106 w 12"/>
                <a:gd name="T3" fmla="*/ 205 h 12"/>
                <a:gd name="T4" fmla="*/ 207 w 1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1" y="5"/>
                    <a:pt x="2" y="8"/>
                    <a:pt x="6" y="11"/>
                  </a:cubicBezTo>
                  <a:cubicBezTo>
                    <a:pt x="8" y="12"/>
                    <a:pt x="10" y="12"/>
                    <a:pt x="12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9" name="Freeform 1749">
              <a:extLst>
                <a:ext uri="{FF2B5EF4-FFF2-40B4-BE49-F238E27FC236}">
                  <a16:creationId xmlns:a16="http://schemas.microsoft.com/office/drawing/2014/main" id="{23AF4EC8-A0D7-48AD-A33A-E7E4A86E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760"/>
              <a:ext cx="15" cy="40"/>
            </a:xfrm>
            <a:custGeom>
              <a:avLst/>
              <a:gdLst>
                <a:gd name="T0" fmla="*/ 0 w 6"/>
                <a:gd name="T1" fmla="*/ 0 h 15"/>
                <a:gd name="T2" fmla="*/ 95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0" y="5"/>
                    <a:pt x="2" y="13"/>
                    <a:pt x="6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0" name="Freeform 1750">
              <a:extLst>
                <a:ext uri="{FF2B5EF4-FFF2-40B4-BE49-F238E27FC236}">
                  <a16:creationId xmlns:a16="http://schemas.microsoft.com/office/drawing/2014/main" id="{A765EAA3-803A-4F94-822B-80D6DED8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789"/>
              <a:ext cx="7" cy="24"/>
            </a:xfrm>
            <a:custGeom>
              <a:avLst/>
              <a:gdLst>
                <a:gd name="T0" fmla="*/ 37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3"/>
                    <a:pt x="3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1" name="Freeform 1751">
              <a:extLst>
                <a:ext uri="{FF2B5EF4-FFF2-40B4-BE49-F238E27FC236}">
                  <a16:creationId xmlns:a16="http://schemas.microsoft.com/office/drawing/2014/main" id="{004AF4A4-E221-411E-814F-65BA7256C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784"/>
              <a:ext cx="35" cy="19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0" y="6"/>
                    <a:pt x="10" y="7"/>
                    <a:pt x="14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2" name="Freeform 1752">
              <a:extLst>
                <a:ext uri="{FF2B5EF4-FFF2-40B4-BE49-F238E27FC236}">
                  <a16:creationId xmlns:a16="http://schemas.microsoft.com/office/drawing/2014/main" id="{523E1702-E2DC-4E1C-B852-A72A625CF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720"/>
              <a:ext cx="40" cy="48"/>
            </a:xfrm>
            <a:custGeom>
              <a:avLst/>
              <a:gdLst>
                <a:gd name="T0" fmla="*/ 0 w 16"/>
                <a:gd name="T1" fmla="*/ 320 h 18"/>
                <a:gd name="T2" fmla="*/ 188 w 16"/>
                <a:gd name="T3" fmla="*/ 192 h 18"/>
                <a:gd name="T4" fmla="*/ 22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7"/>
                  </a:moveTo>
                  <a:cubicBezTo>
                    <a:pt x="5" y="18"/>
                    <a:pt x="10" y="13"/>
                    <a:pt x="12" y="10"/>
                  </a:cubicBezTo>
                  <a:cubicBezTo>
                    <a:pt x="14" y="7"/>
                    <a:pt x="16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3" name="Freeform 1753">
              <a:extLst>
                <a:ext uri="{FF2B5EF4-FFF2-40B4-BE49-F238E27FC236}">
                  <a16:creationId xmlns:a16="http://schemas.microsoft.com/office/drawing/2014/main" id="{AB742895-8097-4024-84E8-8EAEC99B6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744"/>
              <a:ext cx="20" cy="51"/>
            </a:xfrm>
            <a:custGeom>
              <a:avLst/>
              <a:gdLst>
                <a:gd name="T0" fmla="*/ 0 w 8"/>
                <a:gd name="T1" fmla="*/ 0 h 19"/>
                <a:gd name="T2" fmla="*/ 125 w 8"/>
                <a:gd name="T3" fmla="*/ 231 h 19"/>
                <a:gd name="T4" fmla="*/ 113 w 8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4" y="2"/>
                    <a:pt x="7" y="8"/>
                    <a:pt x="8" y="12"/>
                  </a:cubicBezTo>
                  <a:cubicBezTo>
                    <a:pt x="8" y="15"/>
                    <a:pt x="7" y="17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4" name="Freeform 1754">
              <a:extLst>
                <a:ext uri="{FF2B5EF4-FFF2-40B4-BE49-F238E27FC236}">
                  <a16:creationId xmlns:a16="http://schemas.microsoft.com/office/drawing/2014/main" id="{C154E754-35D0-491A-BC64-C4631E3E9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728"/>
              <a:ext cx="8" cy="51"/>
            </a:xfrm>
            <a:custGeom>
              <a:avLst/>
              <a:gdLst>
                <a:gd name="T0" fmla="*/ 21 w 3"/>
                <a:gd name="T1" fmla="*/ 0 h 19"/>
                <a:gd name="T2" fmla="*/ 35 w 3"/>
                <a:gd name="T3" fmla="*/ 252 h 19"/>
                <a:gd name="T4" fmla="*/ 0 w 3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9">
                  <a:moveTo>
                    <a:pt x="1" y="0"/>
                  </a:moveTo>
                  <a:cubicBezTo>
                    <a:pt x="3" y="4"/>
                    <a:pt x="3" y="9"/>
                    <a:pt x="2" y="13"/>
                  </a:cubicBezTo>
                  <a:cubicBezTo>
                    <a:pt x="2" y="15"/>
                    <a:pt x="1" y="17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5" name="Freeform 1755">
              <a:extLst>
                <a:ext uri="{FF2B5EF4-FFF2-40B4-BE49-F238E27FC236}">
                  <a16:creationId xmlns:a16="http://schemas.microsoft.com/office/drawing/2014/main" id="{C33568FB-940D-4908-8DBA-5E90B565F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872"/>
              <a:ext cx="8" cy="11"/>
            </a:xfrm>
            <a:custGeom>
              <a:avLst/>
              <a:gdLst>
                <a:gd name="T0" fmla="*/ 0 w 3"/>
                <a:gd name="T1" fmla="*/ 8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3" name="whole-and-sliced-orange-illustration">
            <a:extLst>
              <a:ext uri="{FF2B5EF4-FFF2-40B4-BE49-F238E27FC236}">
                <a16:creationId xmlns:a16="http://schemas.microsoft.com/office/drawing/2014/main" id="{F6D8C115-BB99-4DAE-83C1-CD55C21AE8A2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1447800"/>
            <a:ext cx="3271838" cy="2686050"/>
            <a:chOff x="3140" y="990"/>
            <a:chExt cx="1023" cy="840"/>
          </a:xfrm>
        </p:grpSpPr>
        <p:grpSp>
          <p:nvGrpSpPr>
            <p:cNvPr id="12294" name="Group 1757">
              <a:extLst>
                <a:ext uri="{FF2B5EF4-FFF2-40B4-BE49-F238E27FC236}">
                  <a16:creationId xmlns:a16="http://schemas.microsoft.com/office/drawing/2014/main" id="{462FDDE6-0FEB-4649-A3EE-1F9B440922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0" y="990"/>
              <a:ext cx="1023" cy="840"/>
              <a:chOff x="3140" y="990"/>
              <a:chExt cx="1023" cy="840"/>
            </a:xfrm>
          </p:grpSpPr>
          <p:sp>
            <p:nvSpPr>
              <p:cNvPr id="51356" name="Freeform 1758">
                <a:extLst>
                  <a:ext uri="{FF2B5EF4-FFF2-40B4-BE49-F238E27FC236}">
                    <a16:creationId xmlns:a16="http://schemas.microsoft.com/office/drawing/2014/main" id="{EA0AC7A2-79D3-45B8-939B-CD74EFD55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990"/>
                <a:ext cx="615" cy="720"/>
              </a:xfrm>
              <a:custGeom>
                <a:avLst/>
                <a:gdLst>
                  <a:gd name="T0" fmla="*/ 3813 w 246"/>
                  <a:gd name="T1" fmla="*/ 2483 h 270"/>
                  <a:gd name="T2" fmla="*/ 3283 w 246"/>
                  <a:gd name="T3" fmla="*/ 832 h 270"/>
                  <a:gd name="T4" fmla="*/ 2813 w 246"/>
                  <a:gd name="T5" fmla="*/ 341 h 270"/>
                  <a:gd name="T6" fmla="*/ 2363 w 246"/>
                  <a:gd name="T7" fmla="*/ 171 h 270"/>
                  <a:gd name="T8" fmla="*/ 1958 w 246"/>
                  <a:gd name="T9" fmla="*/ 35 h 270"/>
                  <a:gd name="T10" fmla="*/ 1438 w 246"/>
                  <a:gd name="T11" fmla="*/ 56 h 270"/>
                  <a:gd name="T12" fmla="*/ 1063 w 246"/>
                  <a:gd name="T13" fmla="*/ 115 h 270"/>
                  <a:gd name="T14" fmla="*/ 333 w 246"/>
                  <a:gd name="T15" fmla="*/ 547 h 270"/>
                  <a:gd name="T16" fmla="*/ 0 w 246"/>
                  <a:gd name="T17" fmla="*/ 968 h 270"/>
                  <a:gd name="T18" fmla="*/ 925 w 246"/>
                  <a:gd name="T19" fmla="*/ 1344 h 270"/>
                  <a:gd name="T20" fmla="*/ 1300 w 246"/>
                  <a:gd name="T21" fmla="*/ 5027 h 270"/>
                  <a:gd name="T22" fmla="*/ 2625 w 246"/>
                  <a:gd name="T23" fmla="*/ 4872 h 270"/>
                  <a:gd name="T24" fmla="*/ 3813 w 246"/>
                  <a:gd name="T25" fmla="*/ 2483 h 2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6" h="270">
                    <a:moveTo>
                      <a:pt x="244" y="131"/>
                    </a:moveTo>
                    <a:cubicBezTo>
                      <a:pt x="242" y="83"/>
                      <a:pt x="225" y="56"/>
                      <a:pt x="210" y="44"/>
                    </a:cubicBezTo>
                    <a:cubicBezTo>
                      <a:pt x="194" y="33"/>
                      <a:pt x="189" y="21"/>
                      <a:pt x="180" y="18"/>
                    </a:cubicBezTo>
                    <a:cubicBezTo>
                      <a:pt x="171" y="15"/>
                      <a:pt x="162" y="12"/>
                      <a:pt x="151" y="9"/>
                    </a:cubicBezTo>
                    <a:cubicBezTo>
                      <a:pt x="141" y="5"/>
                      <a:pt x="131" y="1"/>
                      <a:pt x="125" y="2"/>
                    </a:cubicBezTo>
                    <a:cubicBezTo>
                      <a:pt x="119" y="4"/>
                      <a:pt x="99" y="0"/>
                      <a:pt x="92" y="3"/>
                    </a:cubicBezTo>
                    <a:cubicBezTo>
                      <a:pt x="80" y="3"/>
                      <a:pt x="76" y="2"/>
                      <a:pt x="68" y="6"/>
                    </a:cubicBezTo>
                    <a:cubicBezTo>
                      <a:pt x="59" y="10"/>
                      <a:pt x="36" y="17"/>
                      <a:pt x="21" y="29"/>
                    </a:cubicBezTo>
                    <a:cubicBezTo>
                      <a:pt x="14" y="35"/>
                      <a:pt x="7" y="42"/>
                      <a:pt x="0" y="51"/>
                    </a:cubicBezTo>
                    <a:cubicBezTo>
                      <a:pt x="18" y="53"/>
                      <a:pt x="38" y="60"/>
                      <a:pt x="59" y="71"/>
                    </a:cubicBezTo>
                    <a:cubicBezTo>
                      <a:pt x="132" y="112"/>
                      <a:pt x="131" y="208"/>
                      <a:pt x="83" y="265"/>
                    </a:cubicBezTo>
                    <a:cubicBezTo>
                      <a:pt x="116" y="270"/>
                      <a:pt x="149" y="268"/>
                      <a:pt x="168" y="257"/>
                    </a:cubicBezTo>
                    <a:cubicBezTo>
                      <a:pt x="210" y="233"/>
                      <a:pt x="246" y="179"/>
                      <a:pt x="244" y="131"/>
                    </a:cubicBezTo>
                    <a:close/>
                  </a:path>
                </a:pathLst>
              </a:cu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7" name="Freeform 1759">
                <a:extLst>
                  <a:ext uri="{FF2B5EF4-FFF2-40B4-BE49-F238E27FC236}">
                    <a16:creationId xmlns:a16="http://schemas.microsoft.com/office/drawing/2014/main" id="{408EDC14-4A6A-41BD-86EF-EBF00FA86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190"/>
                <a:ext cx="633" cy="640"/>
              </a:xfrm>
              <a:custGeom>
                <a:avLst/>
                <a:gdLst>
                  <a:gd name="T0" fmla="*/ 1646 w 253"/>
                  <a:gd name="T1" fmla="*/ 35 h 240"/>
                  <a:gd name="T2" fmla="*/ 395 w 253"/>
                  <a:gd name="T3" fmla="*/ 1059 h 240"/>
                  <a:gd name="T4" fmla="*/ 125 w 253"/>
                  <a:gd name="T5" fmla="*/ 2880 h 240"/>
                  <a:gd name="T6" fmla="*/ 896 w 253"/>
                  <a:gd name="T7" fmla="*/ 4211 h 240"/>
                  <a:gd name="T8" fmla="*/ 2067 w 253"/>
                  <a:gd name="T9" fmla="*/ 4531 h 240"/>
                  <a:gd name="T10" fmla="*/ 3413 w 253"/>
                  <a:gd name="T11" fmla="*/ 3661 h 240"/>
                  <a:gd name="T12" fmla="*/ 3806 w 253"/>
                  <a:gd name="T13" fmla="*/ 1843 h 240"/>
                  <a:gd name="T14" fmla="*/ 3067 w 253"/>
                  <a:gd name="T15" fmla="*/ 435 h 240"/>
                  <a:gd name="T16" fmla="*/ 1646 w 253"/>
                  <a:gd name="T17" fmla="*/ 35 h 2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3" h="240">
                    <a:moveTo>
                      <a:pt x="105" y="2"/>
                    </a:moveTo>
                    <a:cubicBezTo>
                      <a:pt x="84" y="5"/>
                      <a:pt x="37" y="28"/>
                      <a:pt x="25" y="56"/>
                    </a:cubicBezTo>
                    <a:cubicBezTo>
                      <a:pt x="13" y="83"/>
                      <a:pt x="0" y="123"/>
                      <a:pt x="8" y="152"/>
                    </a:cubicBezTo>
                    <a:cubicBezTo>
                      <a:pt x="15" y="181"/>
                      <a:pt x="41" y="210"/>
                      <a:pt x="57" y="222"/>
                    </a:cubicBezTo>
                    <a:cubicBezTo>
                      <a:pt x="73" y="234"/>
                      <a:pt x="107" y="240"/>
                      <a:pt x="132" y="239"/>
                    </a:cubicBezTo>
                    <a:cubicBezTo>
                      <a:pt x="158" y="239"/>
                      <a:pt x="195" y="219"/>
                      <a:pt x="218" y="193"/>
                    </a:cubicBezTo>
                    <a:cubicBezTo>
                      <a:pt x="241" y="167"/>
                      <a:pt x="253" y="126"/>
                      <a:pt x="243" y="97"/>
                    </a:cubicBezTo>
                    <a:cubicBezTo>
                      <a:pt x="233" y="68"/>
                      <a:pt x="213" y="35"/>
                      <a:pt x="196" y="23"/>
                    </a:cubicBezTo>
                    <a:cubicBezTo>
                      <a:pt x="179" y="12"/>
                      <a:pt x="150" y="0"/>
                      <a:pt x="105" y="2"/>
                    </a:cubicBezTo>
                    <a:close/>
                  </a:path>
                </a:pathLst>
              </a:custGeom>
              <a:solidFill>
                <a:srgbClr val="FFE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8" name="Freeform 1760">
                <a:extLst>
                  <a:ext uri="{FF2B5EF4-FFF2-40B4-BE49-F238E27FC236}">
                    <a16:creationId xmlns:a16="http://schemas.microsoft.com/office/drawing/2014/main" id="{4D645E59-FE33-4173-8371-76C2EE42C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232"/>
                <a:ext cx="518" cy="542"/>
              </a:xfrm>
              <a:custGeom>
                <a:avLst/>
                <a:gdLst>
                  <a:gd name="T0" fmla="*/ 1396 w 207"/>
                  <a:gd name="T1" fmla="*/ 136 h 203"/>
                  <a:gd name="T2" fmla="*/ 1629 w 207"/>
                  <a:gd name="T3" fmla="*/ 227 h 203"/>
                  <a:gd name="T4" fmla="*/ 2410 w 207"/>
                  <a:gd name="T5" fmla="*/ 478 h 203"/>
                  <a:gd name="T6" fmla="*/ 2680 w 207"/>
                  <a:gd name="T7" fmla="*/ 571 h 203"/>
                  <a:gd name="T8" fmla="*/ 2993 w 207"/>
                  <a:gd name="T9" fmla="*/ 1140 h 203"/>
                  <a:gd name="T10" fmla="*/ 3213 w 207"/>
                  <a:gd name="T11" fmla="*/ 1789 h 203"/>
                  <a:gd name="T12" fmla="*/ 3193 w 207"/>
                  <a:gd name="T13" fmla="*/ 2224 h 203"/>
                  <a:gd name="T14" fmla="*/ 3193 w 207"/>
                  <a:gd name="T15" fmla="*/ 2531 h 203"/>
                  <a:gd name="T16" fmla="*/ 3068 w 207"/>
                  <a:gd name="T17" fmla="*/ 2723 h 203"/>
                  <a:gd name="T18" fmla="*/ 2913 w 207"/>
                  <a:gd name="T19" fmla="*/ 3121 h 203"/>
                  <a:gd name="T20" fmla="*/ 2743 w 207"/>
                  <a:gd name="T21" fmla="*/ 3180 h 203"/>
                  <a:gd name="T22" fmla="*/ 2022 w 207"/>
                  <a:gd name="T23" fmla="*/ 3658 h 203"/>
                  <a:gd name="T24" fmla="*/ 1459 w 207"/>
                  <a:gd name="T25" fmla="*/ 3829 h 203"/>
                  <a:gd name="T26" fmla="*/ 1251 w 207"/>
                  <a:gd name="T27" fmla="*/ 3658 h 203"/>
                  <a:gd name="T28" fmla="*/ 771 w 207"/>
                  <a:gd name="T29" fmla="*/ 3543 h 203"/>
                  <a:gd name="T30" fmla="*/ 500 w 207"/>
                  <a:gd name="T31" fmla="*/ 2929 h 203"/>
                  <a:gd name="T32" fmla="*/ 145 w 207"/>
                  <a:gd name="T33" fmla="*/ 2267 h 203"/>
                  <a:gd name="T34" fmla="*/ 238 w 207"/>
                  <a:gd name="T35" fmla="*/ 1583 h 203"/>
                  <a:gd name="T36" fmla="*/ 458 w 207"/>
                  <a:gd name="T37" fmla="*/ 892 h 203"/>
                  <a:gd name="T38" fmla="*/ 688 w 207"/>
                  <a:gd name="T39" fmla="*/ 721 h 203"/>
                  <a:gd name="T40" fmla="*/ 926 w 207"/>
                  <a:gd name="T41" fmla="*/ 363 h 203"/>
                  <a:gd name="T42" fmla="*/ 1396 w 207"/>
                  <a:gd name="T43" fmla="*/ 136 h 2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7" h="203">
                    <a:moveTo>
                      <a:pt x="89" y="7"/>
                    </a:moveTo>
                    <a:cubicBezTo>
                      <a:pt x="96" y="6"/>
                      <a:pt x="103" y="8"/>
                      <a:pt x="104" y="12"/>
                    </a:cubicBezTo>
                    <a:cubicBezTo>
                      <a:pt x="108" y="0"/>
                      <a:pt x="156" y="13"/>
                      <a:pt x="154" y="25"/>
                    </a:cubicBezTo>
                    <a:cubicBezTo>
                      <a:pt x="163" y="26"/>
                      <a:pt x="164" y="26"/>
                      <a:pt x="171" y="30"/>
                    </a:cubicBezTo>
                    <a:cubicBezTo>
                      <a:pt x="183" y="38"/>
                      <a:pt x="193" y="55"/>
                      <a:pt x="191" y="60"/>
                    </a:cubicBezTo>
                    <a:cubicBezTo>
                      <a:pt x="201" y="66"/>
                      <a:pt x="204" y="88"/>
                      <a:pt x="205" y="94"/>
                    </a:cubicBezTo>
                    <a:cubicBezTo>
                      <a:pt x="206" y="98"/>
                      <a:pt x="207" y="116"/>
                      <a:pt x="204" y="117"/>
                    </a:cubicBezTo>
                    <a:cubicBezTo>
                      <a:pt x="205" y="123"/>
                      <a:pt x="207" y="128"/>
                      <a:pt x="204" y="133"/>
                    </a:cubicBezTo>
                    <a:cubicBezTo>
                      <a:pt x="200" y="139"/>
                      <a:pt x="200" y="141"/>
                      <a:pt x="196" y="143"/>
                    </a:cubicBezTo>
                    <a:cubicBezTo>
                      <a:pt x="193" y="153"/>
                      <a:pt x="194" y="161"/>
                      <a:pt x="186" y="164"/>
                    </a:cubicBezTo>
                    <a:cubicBezTo>
                      <a:pt x="177" y="168"/>
                      <a:pt x="175" y="167"/>
                      <a:pt x="175" y="167"/>
                    </a:cubicBezTo>
                    <a:cubicBezTo>
                      <a:pt x="174" y="177"/>
                      <a:pt x="142" y="201"/>
                      <a:pt x="129" y="192"/>
                    </a:cubicBezTo>
                    <a:cubicBezTo>
                      <a:pt x="125" y="200"/>
                      <a:pt x="102" y="203"/>
                      <a:pt x="93" y="201"/>
                    </a:cubicBezTo>
                    <a:cubicBezTo>
                      <a:pt x="85" y="198"/>
                      <a:pt x="80" y="192"/>
                      <a:pt x="80" y="192"/>
                    </a:cubicBezTo>
                    <a:cubicBezTo>
                      <a:pt x="68" y="195"/>
                      <a:pt x="60" y="192"/>
                      <a:pt x="49" y="186"/>
                    </a:cubicBezTo>
                    <a:cubicBezTo>
                      <a:pt x="39" y="179"/>
                      <a:pt x="25" y="162"/>
                      <a:pt x="32" y="154"/>
                    </a:cubicBezTo>
                    <a:cubicBezTo>
                      <a:pt x="16" y="151"/>
                      <a:pt x="4" y="130"/>
                      <a:pt x="9" y="119"/>
                    </a:cubicBezTo>
                    <a:cubicBezTo>
                      <a:pt x="0" y="111"/>
                      <a:pt x="6" y="85"/>
                      <a:pt x="15" y="83"/>
                    </a:cubicBezTo>
                    <a:cubicBezTo>
                      <a:pt x="13" y="69"/>
                      <a:pt x="24" y="53"/>
                      <a:pt x="29" y="47"/>
                    </a:cubicBezTo>
                    <a:cubicBezTo>
                      <a:pt x="34" y="42"/>
                      <a:pt x="38" y="37"/>
                      <a:pt x="44" y="38"/>
                    </a:cubicBezTo>
                    <a:cubicBezTo>
                      <a:pt x="47" y="26"/>
                      <a:pt x="51" y="23"/>
                      <a:pt x="59" y="19"/>
                    </a:cubicBezTo>
                    <a:cubicBezTo>
                      <a:pt x="66" y="14"/>
                      <a:pt x="82" y="7"/>
                      <a:pt x="89" y="7"/>
                    </a:cubicBezTo>
                    <a:close/>
                  </a:path>
                </a:pathLst>
              </a:custGeom>
              <a:solidFill>
                <a:srgbClr val="F9B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9" name="Freeform 1761">
                <a:extLst>
                  <a:ext uri="{FF2B5EF4-FFF2-40B4-BE49-F238E27FC236}">
                    <a16:creationId xmlns:a16="http://schemas.microsoft.com/office/drawing/2014/main" id="{D25CECE0-A3BD-4965-9025-72EB48CED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459"/>
                <a:ext cx="85" cy="101"/>
              </a:xfrm>
              <a:custGeom>
                <a:avLst/>
                <a:gdLst>
                  <a:gd name="T0" fmla="*/ 83 w 34"/>
                  <a:gd name="T1" fmla="*/ 93 h 38"/>
                  <a:gd name="T2" fmla="*/ 208 w 34"/>
                  <a:gd name="T3" fmla="*/ 93 h 38"/>
                  <a:gd name="T4" fmla="*/ 250 w 34"/>
                  <a:gd name="T5" fmla="*/ 0 h 38"/>
                  <a:gd name="T6" fmla="*/ 395 w 34"/>
                  <a:gd name="T7" fmla="*/ 35 h 38"/>
                  <a:gd name="T8" fmla="*/ 500 w 34"/>
                  <a:gd name="T9" fmla="*/ 170 h 38"/>
                  <a:gd name="T10" fmla="*/ 533 w 34"/>
                  <a:gd name="T11" fmla="*/ 396 h 38"/>
                  <a:gd name="T12" fmla="*/ 488 w 34"/>
                  <a:gd name="T13" fmla="*/ 545 h 38"/>
                  <a:gd name="T14" fmla="*/ 333 w 34"/>
                  <a:gd name="T15" fmla="*/ 712 h 38"/>
                  <a:gd name="T16" fmla="*/ 158 w 34"/>
                  <a:gd name="T17" fmla="*/ 657 h 38"/>
                  <a:gd name="T18" fmla="*/ 63 w 34"/>
                  <a:gd name="T19" fmla="*/ 622 h 38"/>
                  <a:gd name="T20" fmla="*/ 0 w 34"/>
                  <a:gd name="T21" fmla="*/ 452 h 38"/>
                  <a:gd name="T22" fmla="*/ 0 w 34"/>
                  <a:gd name="T23" fmla="*/ 319 h 38"/>
                  <a:gd name="T24" fmla="*/ 83 w 34"/>
                  <a:gd name="T25" fmla="*/ 93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38">
                    <a:moveTo>
                      <a:pt x="5" y="5"/>
                    </a:moveTo>
                    <a:cubicBezTo>
                      <a:pt x="8" y="6"/>
                      <a:pt x="11" y="7"/>
                      <a:pt x="13" y="5"/>
                    </a:cubicBezTo>
                    <a:cubicBezTo>
                      <a:pt x="14" y="3"/>
                      <a:pt x="16" y="0"/>
                      <a:pt x="16" y="0"/>
                    </a:cubicBezTo>
                    <a:cubicBezTo>
                      <a:pt x="18" y="4"/>
                      <a:pt x="19" y="7"/>
                      <a:pt x="25" y="2"/>
                    </a:cubicBezTo>
                    <a:cubicBezTo>
                      <a:pt x="25" y="5"/>
                      <a:pt x="26" y="10"/>
                      <a:pt x="32" y="9"/>
                    </a:cubicBezTo>
                    <a:cubicBezTo>
                      <a:pt x="29" y="12"/>
                      <a:pt x="28" y="18"/>
                      <a:pt x="34" y="21"/>
                    </a:cubicBezTo>
                    <a:cubicBezTo>
                      <a:pt x="29" y="21"/>
                      <a:pt x="26" y="24"/>
                      <a:pt x="31" y="29"/>
                    </a:cubicBezTo>
                    <a:cubicBezTo>
                      <a:pt x="24" y="26"/>
                      <a:pt x="21" y="29"/>
                      <a:pt x="21" y="38"/>
                    </a:cubicBezTo>
                    <a:cubicBezTo>
                      <a:pt x="18" y="31"/>
                      <a:pt x="13" y="27"/>
                      <a:pt x="10" y="35"/>
                    </a:cubicBezTo>
                    <a:cubicBezTo>
                      <a:pt x="9" y="31"/>
                      <a:pt x="7" y="31"/>
                      <a:pt x="4" y="33"/>
                    </a:cubicBezTo>
                    <a:cubicBezTo>
                      <a:pt x="8" y="28"/>
                      <a:pt x="8" y="25"/>
                      <a:pt x="0" y="24"/>
                    </a:cubicBezTo>
                    <a:cubicBezTo>
                      <a:pt x="3" y="22"/>
                      <a:pt x="4" y="18"/>
                      <a:pt x="0" y="17"/>
                    </a:cubicBezTo>
                    <a:cubicBezTo>
                      <a:pt x="6" y="15"/>
                      <a:pt x="8" y="10"/>
                      <a:pt x="5" y="5"/>
                    </a:cubicBezTo>
                    <a:close/>
                  </a:path>
                </a:pathLst>
              </a:custGeom>
              <a:solidFill>
                <a:srgbClr val="FFE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0" name="Freeform 1762">
                <a:extLst>
                  <a:ext uri="{FF2B5EF4-FFF2-40B4-BE49-F238E27FC236}">
                    <a16:creationId xmlns:a16="http://schemas.microsoft.com/office/drawing/2014/main" id="{7E36EDFB-9AC3-4D92-8B6D-B2DBC7808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027"/>
                <a:ext cx="770" cy="792"/>
              </a:xfrm>
              <a:custGeom>
                <a:avLst/>
                <a:gdLst>
                  <a:gd name="T0" fmla="*/ 3158 w 308"/>
                  <a:gd name="T1" fmla="*/ 1080 h 297"/>
                  <a:gd name="T2" fmla="*/ 63 w 308"/>
                  <a:gd name="T3" fmla="*/ 2240 h 297"/>
                  <a:gd name="T4" fmla="*/ 0 w 308"/>
                  <a:gd name="T5" fmla="*/ 2445 h 297"/>
                  <a:gd name="T6" fmla="*/ 83 w 308"/>
                  <a:gd name="T7" fmla="*/ 2219 h 297"/>
                  <a:gd name="T8" fmla="*/ 1333 w 308"/>
                  <a:gd name="T9" fmla="*/ 1195 h 297"/>
                  <a:gd name="T10" fmla="*/ 2750 w 308"/>
                  <a:gd name="T11" fmla="*/ 1592 h 297"/>
                  <a:gd name="T12" fmla="*/ 3488 w 308"/>
                  <a:gd name="T13" fmla="*/ 2995 h 297"/>
                  <a:gd name="T14" fmla="*/ 3095 w 308"/>
                  <a:gd name="T15" fmla="*/ 4813 h 297"/>
                  <a:gd name="T16" fmla="*/ 2050 w 308"/>
                  <a:gd name="T17" fmla="*/ 5632 h 297"/>
                  <a:gd name="T18" fmla="*/ 3158 w 308"/>
                  <a:gd name="T19" fmla="*/ 1080 h 2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8" h="297">
                    <a:moveTo>
                      <a:pt x="202" y="57"/>
                    </a:moveTo>
                    <a:cubicBezTo>
                      <a:pt x="101" y="0"/>
                      <a:pt x="26" y="67"/>
                      <a:pt x="4" y="118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" y="125"/>
                      <a:pt x="3" y="121"/>
                      <a:pt x="5" y="117"/>
                    </a:cubicBezTo>
                    <a:cubicBezTo>
                      <a:pt x="17" y="89"/>
                      <a:pt x="64" y="66"/>
                      <a:pt x="85" y="63"/>
                    </a:cubicBezTo>
                    <a:cubicBezTo>
                      <a:pt x="130" y="61"/>
                      <a:pt x="159" y="73"/>
                      <a:pt x="176" y="84"/>
                    </a:cubicBezTo>
                    <a:cubicBezTo>
                      <a:pt x="193" y="96"/>
                      <a:pt x="213" y="129"/>
                      <a:pt x="223" y="158"/>
                    </a:cubicBezTo>
                    <a:cubicBezTo>
                      <a:pt x="233" y="187"/>
                      <a:pt x="221" y="228"/>
                      <a:pt x="198" y="254"/>
                    </a:cubicBezTo>
                    <a:cubicBezTo>
                      <a:pt x="180" y="274"/>
                      <a:pt x="153" y="291"/>
                      <a:pt x="131" y="297"/>
                    </a:cubicBezTo>
                    <a:cubicBezTo>
                      <a:pt x="258" y="295"/>
                      <a:pt x="308" y="117"/>
                      <a:pt x="202" y="57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1" name="Freeform 1763">
                <a:extLst>
                  <a:ext uri="{FF2B5EF4-FFF2-40B4-BE49-F238E27FC236}">
                    <a16:creationId xmlns:a16="http://schemas.microsoft.com/office/drawing/2014/main" id="{D938F5D9-5593-4373-91F7-DFB49189E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158"/>
                <a:ext cx="285" cy="650"/>
              </a:xfrm>
              <a:custGeom>
                <a:avLst/>
                <a:gdLst>
                  <a:gd name="T0" fmla="*/ 313 w 114"/>
                  <a:gd name="T1" fmla="*/ 0 h 244"/>
                  <a:gd name="T2" fmla="*/ 1645 w 114"/>
                  <a:gd name="T3" fmla="*/ 1795 h 244"/>
                  <a:gd name="T4" fmla="*/ 0 w 114"/>
                  <a:gd name="T5" fmla="*/ 4614 h 244"/>
                  <a:gd name="T6" fmla="*/ 1125 w 114"/>
                  <a:gd name="T7" fmla="*/ 3250 h 244"/>
                  <a:gd name="T8" fmla="*/ 1083 w 114"/>
                  <a:gd name="T9" fmla="*/ 1681 h 244"/>
                  <a:gd name="T10" fmla="*/ 1438 w 114"/>
                  <a:gd name="T11" fmla="*/ 2043 h 244"/>
                  <a:gd name="T12" fmla="*/ 313 w 114"/>
                  <a:gd name="T13" fmla="*/ 0 h 2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244">
                    <a:moveTo>
                      <a:pt x="20" y="0"/>
                    </a:moveTo>
                    <a:cubicBezTo>
                      <a:pt x="35" y="4"/>
                      <a:pt x="95" y="25"/>
                      <a:pt x="105" y="95"/>
                    </a:cubicBezTo>
                    <a:cubicBezTo>
                      <a:pt x="114" y="166"/>
                      <a:pt x="63" y="230"/>
                      <a:pt x="0" y="244"/>
                    </a:cubicBezTo>
                    <a:cubicBezTo>
                      <a:pt x="11" y="240"/>
                      <a:pt x="57" y="219"/>
                      <a:pt x="72" y="172"/>
                    </a:cubicBezTo>
                    <a:cubicBezTo>
                      <a:pt x="87" y="124"/>
                      <a:pt x="78" y="105"/>
                      <a:pt x="69" y="89"/>
                    </a:cubicBezTo>
                    <a:cubicBezTo>
                      <a:pt x="76" y="101"/>
                      <a:pt x="82" y="114"/>
                      <a:pt x="92" y="108"/>
                    </a:cubicBezTo>
                    <a:cubicBezTo>
                      <a:pt x="102" y="103"/>
                      <a:pt x="92" y="24"/>
                      <a:pt x="20" y="0"/>
                    </a:cubicBezTo>
                    <a:close/>
                  </a:path>
                </a:pathLst>
              </a:cu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2" name="Freeform 1764">
                <a:extLst>
                  <a:ext uri="{FF2B5EF4-FFF2-40B4-BE49-F238E27FC236}">
                    <a16:creationId xmlns:a16="http://schemas.microsoft.com/office/drawing/2014/main" id="{8E970EEF-D61E-459F-8381-119608A56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104"/>
                <a:ext cx="308" cy="112"/>
              </a:xfrm>
              <a:custGeom>
                <a:avLst/>
                <a:gdLst>
                  <a:gd name="T0" fmla="*/ 1931 w 123"/>
                  <a:gd name="T1" fmla="*/ 341 h 42"/>
                  <a:gd name="T2" fmla="*/ 0 w 123"/>
                  <a:gd name="T3" fmla="*/ 797 h 42"/>
                  <a:gd name="T4" fmla="*/ 1931 w 123"/>
                  <a:gd name="T5" fmla="*/ 34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42">
                    <a:moveTo>
                      <a:pt x="123" y="18"/>
                    </a:moveTo>
                    <a:cubicBezTo>
                      <a:pt x="78" y="0"/>
                      <a:pt x="28" y="18"/>
                      <a:pt x="0" y="42"/>
                    </a:cubicBezTo>
                    <a:cubicBezTo>
                      <a:pt x="22" y="31"/>
                      <a:pt x="65" y="6"/>
                      <a:pt x="123" y="18"/>
                    </a:cubicBezTo>
                    <a:close/>
                  </a:path>
                </a:pathLst>
              </a:custGeom>
              <a:solidFill>
                <a:srgbClr val="FCE6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3" name="Freeform 1765">
                <a:extLst>
                  <a:ext uri="{FF2B5EF4-FFF2-40B4-BE49-F238E27FC236}">
                    <a16:creationId xmlns:a16="http://schemas.microsoft.com/office/drawing/2014/main" id="{D81ECA52-6011-47D3-8314-2E0C90B3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208"/>
                <a:ext cx="232" cy="459"/>
              </a:xfrm>
              <a:custGeom>
                <a:avLst/>
                <a:gdLst>
                  <a:gd name="T0" fmla="*/ 1444 w 93"/>
                  <a:gd name="T1" fmla="*/ 0 h 172"/>
                  <a:gd name="T2" fmla="*/ 437 w 93"/>
                  <a:gd name="T3" fmla="*/ 798 h 172"/>
                  <a:gd name="T4" fmla="*/ 75 w 93"/>
                  <a:gd name="T5" fmla="*/ 1980 h 172"/>
                  <a:gd name="T6" fmla="*/ 279 w 93"/>
                  <a:gd name="T7" fmla="*/ 3269 h 172"/>
                  <a:gd name="T8" fmla="*/ 155 w 93"/>
                  <a:gd name="T9" fmla="*/ 2052 h 172"/>
                  <a:gd name="T10" fmla="*/ 574 w 93"/>
                  <a:gd name="T11" fmla="*/ 777 h 172"/>
                  <a:gd name="T12" fmla="*/ 1444 w 93"/>
                  <a:gd name="T13" fmla="*/ 0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72">
                    <a:moveTo>
                      <a:pt x="93" y="0"/>
                    </a:moveTo>
                    <a:cubicBezTo>
                      <a:pt x="71" y="8"/>
                      <a:pt x="41" y="25"/>
                      <a:pt x="28" y="42"/>
                    </a:cubicBezTo>
                    <a:cubicBezTo>
                      <a:pt x="16" y="59"/>
                      <a:pt x="9" y="89"/>
                      <a:pt x="5" y="104"/>
                    </a:cubicBezTo>
                    <a:cubicBezTo>
                      <a:pt x="2" y="120"/>
                      <a:pt x="0" y="144"/>
                      <a:pt x="18" y="172"/>
                    </a:cubicBezTo>
                    <a:cubicBezTo>
                      <a:pt x="9" y="162"/>
                      <a:pt x="7" y="127"/>
                      <a:pt x="10" y="108"/>
                    </a:cubicBezTo>
                    <a:cubicBezTo>
                      <a:pt x="14" y="90"/>
                      <a:pt x="24" y="57"/>
                      <a:pt x="37" y="41"/>
                    </a:cubicBezTo>
                    <a:cubicBezTo>
                      <a:pt x="50" y="25"/>
                      <a:pt x="81" y="6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4" name="Freeform 1766">
                <a:extLst>
                  <a:ext uri="{FF2B5EF4-FFF2-40B4-BE49-F238E27FC236}">
                    <a16:creationId xmlns:a16="http://schemas.microsoft.com/office/drawing/2014/main" id="{8C15877A-9629-4117-9673-96EAB3994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424"/>
                <a:ext cx="145" cy="323"/>
              </a:xfrm>
              <a:custGeom>
                <a:avLst/>
                <a:gdLst>
                  <a:gd name="T0" fmla="*/ 708 w 58"/>
                  <a:gd name="T1" fmla="*/ 0 h 121"/>
                  <a:gd name="T2" fmla="*/ 800 w 58"/>
                  <a:gd name="T3" fmla="*/ 876 h 121"/>
                  <a:gd name="T4" fmla="*/ 688 w 58"/>
                  <a:gd name="T5" fmla="*/ 1332 h 121"/>
                  <a:gd name="T6" fmla="*/ 625 w 58"/>
                  <a:gd name="T7" fmla="*/ 1524 h 121"/>
                  <a:gd name="T8" fmla="*/ 345 w 58"/>
                  <a:gd name="T9" fmla="*/ 1882 h 121"/>
                  <a:gd name="T10" fmla="*/ 0 w 58"/>
                  <a:gd name="T11" fmla="*/ 2280 h 121"/>
                  <a:gd name="T12" fmla="*/ 333 w 58"/>
                  <a:gd name="T13" fmla="*/ 2053 h 121"/>
                  <a:gd name="T14" fmla="*/ 675 w 58"/>
                  <a:gd name="T15" fmla="*/ 1618 h 121"/>
                  <a:gd name="T16" fmla="*/ 833 w 58"/>
                  <a:gd name="T17" fmla="*/ 1183 h 121"/>
                  <a:gd name="T18" fmla="*/ 895 w 58"/>
                  <a:gd name="T19" fmla="*/ 721 h 121"/>
                  <a:gd name="T20" fmla="*/ 708 w 58"/>
                  <a:gd name="T21" fmla="*/ 0 h 1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121">
                    <a:moveTo>
                      <a:pt x="45" y="0"/>
                    </a:moveTo>
                    <a:cubicBezTo>
                      <a:pt x="55" y="14"/>
                      <a:pt x="53" y="40"/>
                      <a:pt x="51" y="46"/>
                    </a:cubicBezTo>
                    <a:cubicBezTo>
                      <a:pt x="51" y="55"/>
                      <a:pt x="51" y="63"/>
                      <a:pt x="44" y="70"/>
                    </a:cubicBezTo>
                    <a:cubicBezTo>
                      <a:pt x="41" y="74"/>
                      <a:pt x="42" y="73"/>
                      <a:pt x="40" y="80"/>
                    </a:cubicBezTo>
                    <a:cubicBezTo>
                      <a:pt x="38" y="87"/>
                      <a:pt x="33" y="97"/>
                      <a:pt x="22" y="99"/>
                    </a:cubicBezTo>
                    <a:cubicBezTo>
                      <a:pt x="18" y="102"/>
                      <a:pt x="9" y="116"/>
                      <a:pt x="0" y="120"/>
                    </a:cubicBezTo>
                    <a:cubicBezTo>
                      <a:pt x="11" y="121"/>
                      <a:pt x="17" y="113"/>
                      <a:pt x="21" y="108"/>
                    </a:cubicBezTo>
                    <a:cubicBezTo>
                      <a:pt x="26" y="103"/>
                      <a:pt x="38" y="96"/>
                      <a:pt x="43" y="85"/>
                    </a:cubicBezTo>
                    <a:cubicBezTo>
                      <a:pt x="48" y="73"/>
                      <a:pt x="50" y="76"/>
                      <a:pt x="53" y="62"/>
                    </a:cubicBezTo>
                    <a:cubicBezTo>
                      <a:pt x="57" y="49"/>
                      <a:pt x="56" y="55"/>
                      <a:pt x="57" y="38"/>
                    </a:cubicBezTo>
                    <a:cubicBezTo>
                      <a:pt x="58" y="20"/>
                      <a:pt x="52" y="5"/>
                      <a:pt x="45" y="0"/>
                    </a:cubicBezTo>
                    <a:close/>
                  </a:path>
                </a:pathLst>
              </a:custGeom>
              <a:solidFill>
                <a:srgbClr val="FD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5" name="Freeform 1767">
                <a:extLst>
                  <a:ext uri="{FF2B5EF4-FFF2-40B4-BE49-F238E27FC236}">
                    <a16:creationId xmlns:a16="http://schemas.microsoft.com/office/drawing/2014/main" id="{8978A12B-42E7-45F4-860F-37124C7E8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587"/>
                <a:ext cx="240" cy="221"/>
              </a:xfrm>
              <a:custGeom>
                <a:avLst/>
                <a:gdLst>
                  <a:gd name="T0" fmla="*/ 1500 w 96"/>
                  <a:gd name="T1" fmla="*/ 0 h 83"/>
                  <a:gd name="T2" fmla="*/ 1050 w 96"/>
                  <a:gd name="T3" fmla="*/ 588 h 83"/>
                  <a:gd name="T4" fmla="*/ 1050 w 96"/>
                  <a:gd name="T5" fmla="*/ 453 h 83"/>
                  <a:gd name="T6" fmla="*/ 0 w 96"/>
                  <a:gd name="T7" fmla="*/ 1566 h 83"/>
                  <a:gd name="T8" fmla="*/ 1500 w 96"/>
                  <a:gd name="T9" fmla="*/ 21 h 83"/>
                  <a:gd name="T10" fmla="*/ 1500 w 96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83">
                    <a:moveTo>
                      <a:pt x="96" y="0"/>
                    </a:moveTo>
                    <a:cubicBezTo>
                      <a:pt x="91" y="11"/>
                      <a:pt x="73" y="33"/>
                      <a:pt x="67" y="31"/>
                    </a:cubicBezTo>
                    <a:cubicBezTo>
                      <a:pt x="65" y="31"/>
                      <a:pt x="66" y="28"/>
                      <a:pt x="67" y="24"/>
                    </a:cubicBezTo>
                    <a:cubicBezTo>
                      <a:pt x="48" y="62"/>
                      <a:pt x="10" y="80"/>
                      <a:pt x="0" y="83"/>
                    </a:cubicBezTo>
                    <a:cubicBezTo>
                      <a:pt x="42" y="74"/>
                      <a:pt x="79" y="42"/>
                      <a:pt x="96" y="1"/>
                    </a:cubicBezTo>
                    <a:cubicBezTo>
                      <a:pt x="96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6" name="Freeform 1768">
                <a:extLst>
                  <a:ext uri="{FF2B5EF4-FFF2-40B4-BE49-F238E27FC236}">
                    <a16:creationId xmlns:a16="http://schemas.microsoft.com/office/drawing/2014/main" id="{2E0336BB-E29A-4D59-8074-23E8889F2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040"/>
                <a:ext cx="58" cy="27"/>
              </a:xfrm>
              <a:custGeom>
                <a:avLst/>
                <a:gdLst>
                  <a:gd name="T0" fmla="*/ 96 w 23"/>
                  <a:gd name="T1" fmla="*/ 0 h 10"/>
                  <a:gd name="T2" fmla="*/ 0 w 23"/>
                  <a:gd name="T3" fmla="*/ 103 h 10"/>
                  <a:gd name="T4" fmla="*/ 192 w 23"/>
                  <a:gd name="T5" fmla="*/ 176 h 10"/>
                  <a:gd name="T6" fmla="*/ 351 w 23"/>
                  <a:gd name="T7" fmla="*/ 138 h 10"/>
                  <a:gd name="T8" fmla="*/ 192 w 23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0">
                    <a:moveTo>
                      <a:pt x="6" y="0"/>
                    </a:moveTo>
                    <a:cubicBezTo>
                      <a:pt x="4" y="2"/>
                      <a:pt x="2" y="3"/>
                      <a:pt x="0" y="5"/>
                    </a:cubicBezTo>
                    <a:cubicBezTo>
                      <a:pt x="4" y="6"/>
                      <a:pt x="8" y="8"/>
                      <a:pt x="12" y="9"/>
                    </a:cubicBezTo>
                    <a:cubicBezTo>
                      <a:pt x="16" y="10"/>
                      <a:pt x="18" y="7"/>
                      <a:pt x="22" y="7"/>
                    </a:cubicBezTo>
                    <a:cubicBezTo>
                      <a:pt x="23" y="2"/>
                      <a:pt x="16" y="2"/>
                      <a:pt x="12" y="1"/>
                    </a:cubicBezTo>
                  </a:path>
                </a:pathLst>
              </a:custGeom>
              <a:solidFill>
                <a:srgbClr val="FFD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7" name="Freeform 1769">
                <a:extLst>
                  <a:ext uri="{FF2B5EF4-FFF2-40B4-BE49-F238E27FC236}">
                    <a16:creationId xmlns:a16="http://schemas.microsoft.com/office/drawing/2014/main" id="{03F11863-1EEC-4B1A-8E49-FE3DF2F4B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051"/>
                <a:ext cx="60" cy="21"/>
              </a:xfrm>
              <a:custGeom>
                <a:avLst/>
                <a:gdLst>
                  <a:gd name="T0" fmla="*/ 0 w 24"/>
                  <a:gd name="T1" fmla="*/ 21 h 8"/>
                  <a:gd name="T2" fmla="*/ 33 w 24"/>
                  <a:gd name="T3" fmla="*/ 76 h 8"/>
                  <a:gd name="T4" fmla="*/ 63 w 24"/>
                  <a:gd name="T5" fmla="*/ 76 h 8"/>
                  <a:gd name="T6" fmla="*/ 95 w 24"/>
                  <a:gd name="T7" fmla="*/ 89 h 8"/>
                  <a:gd name="T8" fmla="*/ 188 w 24"/>
                  <a:gd name="T9" fmla="*/ 110 h 8"/>
                  <a:gd name="T10" fmla="*/ 250 w 24"/>
                  <a:gd name="T11" fmla="*/ 144 h 8"/>
                  <a:gd name="T12" fmla="*/ 283 w 24"/>
                  <a:gd name="T13" fmla="*/ 144 h 8"/>
                  <a:gd name="T14" fmla="*/ 313 w 24"/>
                  <a:gd name="T15" fmla="*/ 110 h 8"/>
                  <a:gd name="T16" fmla="*/ 363 w 24"/>
                  <a:gd name="T17" fmla="*/ 89 h 8"/>
                  <a:gd name="T18" fmla="*/ 363 w 24"/>
                  <a:gd name="T19" fmla="*/ 55 h 8"/>
                  <a:gd name="T20" fmla="*/ 333 w 24"/>
                  <a:gd name="T21" fmla="*/ 21 h 8"/>
                  <a:gd name="T22" fmla="*/ 313 w 24"/>
                  <a:gd name="T23" fmla="*/ 0 h 8"/>
                  <a:gd name="T24" fmla="*/ 270 w 24"/>
                  <a:gd name="T25" fmla="*/ 34 h 8"/>
                  <a:gd name="T26" fmla="*/ 125 w 24"/>
                  <a:gd name="T27" fmla="*/ 21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8">
                    <a:moveTo>
                      <a:pt x="0" y="1"/>
                    </a:moveTo>
                    <a:cubicBezTo>
                      <a:pt x="0" y="2"/>
                      <a:pt x="1" y="4"/>
                      <a:pt x="2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4"/>
                      <a:pt x="5" y="5"/>
                      <a:pt x="6" y="5"/>
                    </a:cubicBezTo>
                    <a:cubicBezTo>
                      <a:pt x="8" y="5"/>
                      <a:pt x="10" y="4"/>
                      <a:pt x="12" y="6"/>
                    </a:cubicBezTo>
                    <a:cubicBezTo>
                      <a:pt x="13" y="6"/>
                      <a:pt x="15" y="7"/>
                      <a:pt x="16" y="8"/>
                    </a:cubicBezTo>
                    <a:cubicBezTo>
                      <a:pt x="17" y="8"/>
                      <a:pt x="18" y="8"/>
                      <a:pt x="18" y="8"/>
                    </a:cubicBezTo>
                    <a:cubicBezTo>
                      <a:pt x="19" y="7"/>
                      <a:pt x="19" y="6"/>
                      <a:pt x="20" y="6"/>
                    </a:cubicBezTo>
                    <a:cubicBezTo>
                      <a:pt x="21" y="5"/>
                      <a:pt x="22" y="5"/>
                      <a:pt x="23" y="5"/>
                    </a:cubicBezTo>
                    <a:cubicBezTo>
                      <a:pt x="24" y="4"/>
                      <a:pt x="24" y="3"/>
                      <a:pt x="23" y="3"/>
                    </a:cubicBezTo>
                    <a:cubicBezTo>
                      <a:pt x="22" y="2"/>
                      <a:pt x="22" y="1"/>
                      <a:pt x="21" y="1"/>
                    </a:cubicBezTo>
                    <a:cubicBezTo>
                      <a:pt x="21" y="1"/>
                      <a:pt x="21" y="1"/>
                      <a:pt x="20" y="0"/>
                    </a:cubicBezTo>
                    <a:cubicBezTo>
                      <a:pt x="20" y="2"/>
                      <a:pt x="18" y="2"/>
                      <a:pt x="17" y="2"/>
                    </a:cubicBezTo>
                    <a:cubicBezTo>
                      <a:pt x="14" y="2"/>
                      <a:pt x="11" y="1"/>
                      <a:pt x="8" y="1"/>
                    </a:cubicBezTo>
                  </a:path>
                </a:pathLst>
              </a:custGeom>
              <a:solidFill>
                <a:srgbClr val="FFD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8" name="Freeform 1770">
                <a:extLst>
                  <a:ext uri="{FF2B5EF4-FFF2-40B4-BE49-F238E27FC236}">
                    <a16:creationId xmlns:a16="http://schemas.microsoft.com/office/drawing/2014/main" id="{ED86D70F-A145-43CB-B798-A7B0F2507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046"/>
                <a:ext cx="25" cy="16"/>
              </a:xfrm>
              <a:custGeom>
                <a:avLst/>
                <a:gdLst>
                  <a:gd name="T0" fmla="*/ 0 w 10"/>
                  <a:gd name="T1" fmla="*/ 77 h 6"/>
                  <a:gd name="T2" fmla="*/ 63 w 10"/>
                  <a:gd name="T3" fmla="*/ 21 h 6"/>
                  <a:gd name="T4" fmla="*/ 158 w 10"/>
                  <a:gd name="T5" fmla="*/ 21 h 6"/>
                  <a:gd name="T6" fmla="*/ 95 w 10"/>
                  <a:gd name="T7" fmla="*/ 35 h 6"/>
                  <a:gd name="T8" fmla="*/ 95 w 10"/>
                  <a:gd name="T9" fmla="*/ 93 h 6"/>
                  <a:gd name="T10" fmla="*/ 63 w 10"/>
                  <a:gd name="T11" fmla="*/ 115 h 6"/>
                  <a:gd name="T12" fmla="*/ 0 w 10"/>
                  <a:gd name="T13" fmla="*/ 9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0" y="4"/>
                    </a:moveTo>
                    <a:cubicBezTo>
                      <a:pt x="0" y="3"/>
                      <a:pt x="3" y="2"/>
                      <a:pt x="4" y="1"/>
                    </a:cubicBezTo>
                    <a:cubicBezTo>
                      <a:pt x="6" y="1"/>
                      <a:pt x="9" y="0"/>
                      <a:pt x="10" y="1"/>
                    </a:cubicBezTo>
                    <a:cubicBezTo>
                      <a:pt x="9" y="1"/>
                      <a:pt x="7" y="1"/>
                      <a:pt x="6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2" y="5"/>
                      <a:pt x="2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9" name="Freeform 1771">
                <a:extLst>
                  <a:ext uri="{FF2B5EF4-FFF2-40B4-BE49-F238E27FC236}">
                    <a16:creationId xmlns:a16="http://schemas.microsoft.com/office/drawing/2014/main" id="{A9D3B77C-BA01-4950-AE58-E0A0BA15E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054"/>
                <a:ext cx="22" cy="13"/>
              </a:xfrm>
              <a:custGeom>
                <a:avLst/>
                <a:gdLst>
                  <a:gd name="T0" fmla="*/ 0 w 9"/>
                  <a:gd name="T1" fmla="*/ 68 h 5"/>
                  <a:gd name="T2" fmla="*/ 29 w 9"/>
                  <a:gd name="T3" fmla="*/ 68 h 5"/>
                  <a:gd name="T4" fmla="*/ 59 w 9"/>
                  <a:gd name="T5" fmla="*/ 88 h 5"/>
                  <a:gd name="T6" fmla="*/ 103 w 9"/>
                  <a:gd name="T7" fmla="*/ 68 h 5"/>
                  <a:gd name="T8" fmla="*/ 120 w 9"/>
                  <a:gd name="T9" fmla="*/ 34 h 5"/>
                  <a:gd name="T10" fmla="*/ 103 w 9"/>
                  <a:gd name="T11" fmla="*/ 21 h 5"/>
                  <a:gd name="T12" fmla="*/ 71 w 9"/>
                  <a:gd name="T13" fmla="*/ 0 h 5"/>
                  <a:gd name="T14" fmla="*/ 29 w 9"/>
                  <a:gd name="T15" fmla="*/ 5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0" y="4"/>
                    </a:move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5"/>
                      <a:pt x="6" y="4"/>
                      <a:pt x="7" y="4"/>
                    </a:cubicBezTo>
                    <a:cubicBezTo>
                      <a:pt x="7" y="3"/>
                      <a:pt x="9" y="3"/>
                      <a:pt x="8" y="2"/>
                    </a:cubicBezTo>
                    <a:cubicBezTo>
                      <a:pt x="8" y="2"/>
                      <a:pt x="7" y="1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7" y="2"/>
                      <a:pt x="3" y="3"/>
                      <a:pt x="2" y="3"/>
                    </a:cubicBezTo>
                  </a:path>
                </a:pathLst>
              </a:custGeom>
              <a:solidFill>
                <a:srgbClr val="D9A9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0" name="Freeform 1772">
                <a:extLst>
                  <a:ext uri="{FF2B5EF4-FFF2-40B4-BE49-F238E27FC236}">
                    <a16:creationId xmlns:a16="http://schemas.microsoft.com/office/drawing/2014/main" id="{0A88F7E0-F559-4A0D-8671-C0A208874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008"/>
                <a:ext cx="293" cy="416"/>
              </a:xfrm>
              <a:custGeom>
                <a:avLst/>
                <a:gdLst>
                  <a:gd name="T0" fmla="*/ 113 w 117"/>
                  <a:gd name="T1" fmla="*/ 605 h 156"/>
                  <a:gd name="T2" fmla="*/ 721 w 117"/>
                  <a:gd name="T3" fmla="*/ 171 h 156"/>
                  <a:gd name="T4" fmla="*/ 1129 w 117"/>
                  <a:gd name="T5" fmla="*/ 21 h 156"/>
                  <a:gd name="T6" fmla="*/ 1442 w 117"/>
                  <a:gd name="T7" fmla="*/ 0 h 156"/>
                  <a:gd name="T8" fmla="*/ 1600 w 117"/>
                  <a:gd name="T9" fmla="*/ 149 h 156"/>
                  <a:gd name="T10" fmla="*/ 1222 w 117"/>
                  <a:gd name="T11" fmla="*/ 115 h 156"/>
                  <a:gd name="T12" fmla="*/ 754 w 117"/>
                  <a:gd name="T13" fmla="*/ 533 h 156"/>
                  <a:gd name="T14" fmla="*/ 1147 w 117"/>
                  <a:gd name="T15" fmla="*/ 1160 h 156"/>
                  <a:gd name="T16" fmla="*/ 1743 w 117"/>
                  <a:gd name="T17" fmla="*/ 2957 h 156"/>
                  <a:gd name="T18" fmla="*/ 1097 w 117"/>
                  <a:gd name="T19" fmla="*/ 1288 h 156"/>
                  <a:gd name="T20" fmla="*/ 220 w 117"/>
                  <a:gd name="T21" fmla="*/ 776 h 156"/>
                  <a:gd name="T22" fmla="*/ 113 w 117"/>
                  <a:gd name="T23" fmla="*/ 605 h 1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156">
                    <a:moveTo>
                      <a:pt x="7" y="32"/>
                    </a:moveTo>
                    <a:cubicBezTo>
                      <a:pt x="18" y="21"/>
                      <a:pt x="37" y="13"/>
                      <a:pt x="46" y="9"/>
                    </a:cubicBezTo>
                    <a:cubicBezTo>
                      <a:pt x="56" y="5"/>
                      <a:pt x="63" y="1"/>
                      <a:pt x="72" y="1"/>
                    </a:cubicBezTo>
                    <a:cubicBezTo>
                      <a:pt x="80" y="1"/>
                      <a:pt x="84" y="0"/>
                      <a:pt x="92" y="0"/>
                    </a:cubicBezTo>
                    <a:cubicBezTo>
                      <a:pt x="99" y="0"/>
                      <a:pt x="102" y="8"/>
                      <a:pt x="102" y="8"/>
                    </a:cubicBezTo>
                    <a:cubicBezTo>
                      <a:pt x="94" y="1"/>
                      <a:pt x="95" y="1"/>
                      <a:pt x="78" y="6"/>
                    </a:cubicBezTo>
                    <a:cubicBezTo>
                      <a:pt x="62" y="11"/>
                      <a:pt x="55" y="19"/>
                      <a:pt x="48" y="28"/>
                    </a:cubicBezTo>
                    <a:cubicBezTo>
                      <a:pt x="40" y="37"/>
                      <a:pt x="50" y="43"/>
                      <a:pt x="73" y="61"/>
                    </a:cubicBezTo>
                    <a:cubicBezTo>
                      <a:pt x="98" y="82"/>
                      <a:pt x="117" y="118"/>
                      <a:pt x="111" y="156"/>
                    </a:cubicBezTo>
                    <a:cubicBezTo>
                      <a:pt x="113" y="136"/>
                      <a:pt x="94" y="86"/>
                      <a:pt x="70" y="68"/>
                    </a:cubicBezTo>
                    <a:cubicBezTo>
                      <a:pt x="47" y="51"/>
                      <a:pt x="23" y="42"/>
                      <a:pt x="14" y="41"/>
                    </a:cubicBezTo>
                    <a:cubicBezTo>
                      <a:pt x="0" y="41"/>
                      <a:pt x="5" y="34"/>
                      <a:pt x="7" y="32"/>
                    </a:cubicBezTo>
                    <a:close/>
                  </a:path>
                </a:pathLst>
              </a:custGeom>
              <a:solidFill>
                <a:srgbClr val="FBD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1" name="Freeform 1773">
                <a:extLst>
                  <a:ext uri="{FF2B5EF4-FFF2-40B4-BE49-F238E27FC236}">
                    <a16:creationId xmlns:a16="http://schemas.microsoft.com/office/drawing/2014/main" id="{7F8FC08E-4790-4C93-B957-66A7ACAC6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067"/>
                <a:ext cx="122" cy="211"/>
              </a:xfrm>
              <a:custGeom>
                <a:avLst/>
                <a:gdLst>
                  <a:gd name="T0" fmla="*/ 0 w 49"/>
                  <a:gd name="T1" fmla="*/ 628 h 79"/>
                  <a:gd name="T2" fmla="*/ 217 w 49"/>
                  <a:gd name="T3" fmla="*/ 628 h 79"/>
                  <a:gd name="T4" fmla="*/ 354 w 49"/>
                  <a:gd name="T5" fmla="*/ 307 h 79"/>
                  <a:gd name="T6" fmla="*/ 508 w 49"/>
                  <a:gd name="T7" fmla="*/ 93 h 79"/>
                  <a:gd name="T8" fmla="*/ 632 w 49"/>
                  <a:gd name="T9" fmla="*/ 35 h 79"/>
                  <a:gd name="T10" fmla="*/ 757 w 49"/>
                  <a:gd name="T11" fmla="*/ 93 h 79"/>
                  <a:gd name="T12" fmla="*/ 416 w 49"/>
                  <a:gd name="T13" fmla="*/ 534 h 79"/>
                  <a:gd name="T14" fmla="*/ 466 w 49"/>
                  <a:gd name="T15" fmla="*/ 1084 h 79"/>
                  <a:gd name="T16" fmla="*/ 508 w 49"/>
                  <a:gd name="T17" fmla="*/ 1370 h 79"/>
                  <a:gd name="T18" fmla="*/ 528 w 49"/>
                  <a:gd name="T19" fmla="*/ 1506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79">
                    <a:moveTo>
                      <a:pt x="0" y="33"/>
                    </a:moveTo>
                    <a:cubicBezTo>
                      <a:pt x="6" y="40"/>
                      <a:pt x="12" y="36"/>
                      <a:pt x="14" y="33"/>
                    </a:cubicBezTo>
                    <a:cubicBezTo>
                      <a:pt x="17" y="28"/>
                      <a:pt x="20" y="21"/>
                      <a:pt x="23" y="16"/>
                    </a:cubicBezTo>
                    <a:cubicBezTo>
                      <a:pt x="25" y="11"/>
                      <a:pt x="29" y="7"/>
                      <a:pt x="33" y="5"/>
                    </a:cubicBezTo>
                    <a:cubicBezTo>
                      <a:pt x="36" y="3"/>
                      <a:pt x="38" y="3"/>
                      <a:pt x="41" y="2"/>
                    </a:cubicBezTo>
                    <a:cubicBezTo>
                      <a:pt x="45" y="2"/>
                      <a:pt x="46" y="4"/>
                      <a:pt x="49" y="5"/>
                    </a:cubicBezTo>
                    <a:cubicBezTo>
                      <a:pt x="35" y="0"/>
                      <a:pt x="29" y="18"/>
                      <a:pt x="27" y="28"/>
                    </a:cubicBezTo>
                    <a:cubicBezTo>
                      <a:pt x="25" y="38"/>
                      <a:pt x="27" y="47"/>
                      <a:pt x="30" y="57"/>
                    </a:cubicBezTo>
                    <a:cubicBezTo>
                      <a:pt x="31" y="62"/>
                      <a:pt x="32" y="67"/>
                      <a:pt x="33" y="72"/>
                    </a:cubicBezTo>
                    <a:cubicBezTo>
                      <a:pt x="34" y="74"/>
                      <a:pt x="35" y="78"/>
                      <a:pt x="34" y="79"/>
                    </a:cubicBezTo>
                  </a:path>
                </a:pathLst>
              </a:custGeom>
              <a:solidFill>
                <a:srgbClr val="FBD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2" name="Freeform 1774">
                <a:extLst>
                  <a:ext uri="{FF2B5EF4-FFF2-40B4-BE49-F238E27FC236}">
                    <a16:creationId xmlns:a16="http://schemas.microsoft.com/office/drawing/2014/main" id="{2F8F3B22-654A-4597-9C08-9CE7ACFEA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067"/>
                <a:ext cx="47" cy="72"/>
              </a:xfrm>
              <a:custGeom>
                <a:avLst/>
                <a:gdLst>
                  <a:gd name="T0" fmla="*/ 287 w 19"/>
                  <a:gd name="T1" fmla="*/ 0 h 27"/>
                  <a:gd name="T2" fmla="*/ 30 w 19"/>
                  <a:gd name="T3" fmla="*/ 93 h 27"/>
                  <a:gd name="T4" fmla="*/ 62 w 19"/>
                  <a:gd name="T5" fmla="*/ 248 h 27"/>
                  <a:gd name="T6" fmla="*/ 74 w 19"/>
                  <a:gd name="T7" fmla="*/ 512 h 27"/>
                  <a:gd name="T8" fmla="*/ 104 w 19"/>
                  <a:gd name="T9" fmla="*/ 341 h 27"/>
                  <a:gd name="T10" fmla="*/ 104 w 19"/>
                  <a:gd name="T11" fmla="*/ 171 h 27"/>
                  <a:gd name="T12" fmla="*/ 257 w 1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9" y="0"/>
                    </a:moveTo>
                    <a:cubicBezTo>
                      <a:pt x="15" y="0"/>
                      <a:pt x="4" y="1"/>
                      <a:pt x="2" y="5"/>
                    </a:cubicBezTo>
                    <a:cubicBezTo>
                      <a:pt x="0" y="7"/>
                      <a:pt x="3" y="10"/>
                      <a:pt x="4" y="13"/>
                    </a:cubicBezTo>
                    <a:cubicBezTo>
                      <a:pt x="5" y="17"/>
                      <a:pt x="5" y="23"/>
                      <a:pt x="5" y="27"/>
                    </a:cubicBezTo>
                    <a:cubicBezTo>
                      <a:pt x="7" y="24"/>
                      <a:pt x="7" y="21"/>
                      <a:pt x="7" y="18"/>
                    </a:cubicBezTo>
                    <a:cubicBezTo>
                      <a:pt x="7" y="15"/>
                      <a:pt x="7" y="12"/>
                      <a:pt x="7" y="9"/>
                    </a:cubicBezTo>
                    <a:cubicBezTo>
                      <a:pt x="7" y="3"/>
                      <a:pt x="14" y="1"/>
                      <a:pt x="17" y="0"/>
                    </a:cubicBezTo>
                  </a:path>
                </a:pathLst>
              </a:custGeom>
              <a:solidFill>
                <a:srgbClr val="FBD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3" name="Freeform 1775">
                <a:extLst>
                  <a:ext uri="{FF2B5EF4-FFF2-40B4-BE49-F238E27FC236}">
                    <a16:creationId xmlns:a16="http://schemas.microsoft.com/office/drawing/2014/main" id="{FEE2E6CD-A757-4FD4-867B-216D1B5FB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019"/>
                <a:ext cx="85" cy="35"/>
              </a:xfrm>
              <a:custGeom>
                <a:avLst/>
                <a:gdLst>
                  <a:gd name="T0" fmla="*/ 63 w 34"/>
                  <a:gd name="T1" fmla="*/ 253 h 13"/>
                  <a:gd name="T2" fmla="*/ 125 w 34"/>
                  <a:gd name="T3" fmla="*/ 35 h 13"/>
                  <a:gd name="T4" fmla="*/ 270 w 34"/>
                  <a:gd name="T5" fmla="*/ 22 h 13"/>
                  <a:gd name="T6" fmla="*/ 533 w 34"/>
                  <a:gd name="T7" fmla="*/ 94 h 13"/>
                  <a:gd name="T8" fmla="*/ 63 w 3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3">
                    <a:moveTo>
                      <a:pt x="4" y="13"/>
                    </a:moveTo>
                    <a:cubicBezTo>
                      <a:pt x="0" y="11"/>
                      <a:pt x="6" y="4"/>
                      <a:pt x="8" y="2"/>
                    </a:cubicBezTo>
                    <a:cubicBezTo>
                      <a:pt x="10" y="1"/>
                      <a:pt x="14" y="0"/>
                      <a:pt x="17" y="1"/>
                    </a:cubicBezTo>
                    <a:cubicBezTo>
                      <a:pt x="23" y="2"/>
                      <a:pt x="29" y="4"/>
                      <a:pt x="34" y="5"/>
                    </a:cubicBezTo>
                    <a:cubicBezTo>
                      <a:pt x="25" y="4"/>
                      <a:pt x="6" y="2"/>
                      <a:pt x="4" y="12"/>
                    </a:cubicBezTo>
                  </a:path>
                </a:pathLst>
              </a:custGeom>
              <a:solidFill>
                <a:srgbClr val="FBD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4" name="Freeform 1776">
                <a:extLst>
                  <a:ext uri="{FF2B5EF4-FFF2-40B4-BE49-F238E27FC236}">
                    <a16:creationId xmlns:a16="http://schemas.microsoft.com/office/drawing/2014/main" id="{5FBED37F-5DB9-479D-A779-347268E81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998"/>
                <a:ext cx="47" cy="26"/>
              </a:xfrm>
              <a:custGeom>
                <a:avLst/>
                <a:gdLst>
                  <a:gd name="T0" fmla="*/ 0 w 19"/>
                  <a:gd name="T1" fmla="*/ 55 h 10"/>
                  <a:gd name="T2" fmla="*/ 287 w 19"/>
                  <a:gd name="T3" fmla="*/ 88 h 10"/>
                  <a:gd name="T4" fmla="*/ 74 w 19"/>
                  <a:gd name="T5" fmla="*/ 177 h 10"/>
                  <a:gd name="T6" fmla="*/ 12 w 19"/>
                  <a:gd name="T7" fmla="*/ 6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0" y="3"/>
                    </a:moveTo>
                    <a:cubicBezTo>
                      <a:pt x="6" y="2"/>
                      <a:pt x="15" y="0"/>
                      <a:pt x="19" y="5"/>
                    </a:cubicBezTo>
                    <a:cubicBezTo>
                      <a:pt x="14" y="3"/>
                      <a:pt x="6" y="4"/>
                      <a:pt x="5" y="10"/>
                    </a:cubicBezTo>
                    <a:cubicBezTo>
                      <a:pt x="4" y="8"/>
                      <a:pt x="0" y="7"/>
                      <a:pt x="1" y="4"/>
                    </a:cubicBezTo>
                  </a:path>
                </a:pathLst>
              </a:custGeom>
              <a:solidFill>
                <a:srgbClr val="FBD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5" name="Freeform 1777">
                <a:extLst>
                  <a:ext uri="{FF2B5EF4-FFF2-40B4-BE49-F238E27FC236}">
                    <a16:creationId xmlns:a16="http://schemas.microsoft.com/office/drawing/2014/main" id="{697A8034-80D9-4886-BA54-9D5BE8938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062"/>
                <a:ext cx="383" cy="640"/>
              </a:xfrm>
              <a:custGeom>
                <a:avLst/>
                <a:gdLst>
                  <a:gd name="T0" fmla="*/ 438 w 153"/>
                  <a:gd name="T1" fmla="*/ 3221 h 240"/>
                  <a:gd name="T2" fmla="*/ 0 w 153"/>
                  <a:gd name="T3" fmla="*/ 4437 h 240"/>
                  <a:gd name="T4" fmla="*/ 1084 w 153"/>
                  <a:gd name="T5" fmla="*/ 4344 h 240"/>
                  <a:gd name="T6" fmla="*/ 2180 w 153"/>
                  <a:gd name="T7" fmla="*/ 2824 h 240"/>
                  <a:gd name="T8" fmla="*/ 2213 w 153"/>
                  <a:gd name="T9" fmla="*/ 1173 h 240"/>
                  <a:gd name="T10" fmla="*/ 1847 w 153"/>
                  <a:gd name="T11" fmla="*/ 435 h 240"/>
                  <a:gd name="T12" fmla="*/ 1472 w 153"/>
                  <a:gd name="T13" fmla="*/ 0 h 240"/>
                  <a:gd name="T14" fmla="*/ 1835 w 153"/>
                  <a:gd name="T15" fmla="*/ 776 h 240"/>
                  <a:gd name="T16" fmla="*/ 1409 w 153"/>
                  <a:gd name="T17" fmla="*/ 3072 h 240"/>
                  <a:gd name="T18" fmla="*/ 551 w 153"/>
                  <a:gd name="T19" fmla="*/ 3208 h 240"/>
                  <a:gd name="T20" fmla="*/ 438 w 153"/>
                  <a:gd name="T21" fmla="*/ 3221 h 2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3" h="240">
                    <a:moveTo>
                      <a:pt x="28" y="170"/>
                    </a:moveTo>
                    <a:cubicBezTo>
                      <a:pt x="24" y="189"/>
                      <a:pt x="12" y="223"/>
                      <a:pt x="0" y="234"/>
                    </a:cubicBezTo>
                    <a:cubicBezTo>
                      <a:pt x="12" y="237"/>
                      <a:pt x="47" y="240"/>
                      <a:pt x="69" y="229"/>
                    </a:cubicBezTo>
                    <a:cubicBezTo>
                      <a:pt x="92" y="218"/>
                      <a:pt x="125" y="183"/>
                      <a:pt x="139" y="149"/>
                    </a:cubicBezTo>
                    <a:cubicBezTo>
                      <a:pt x="153" y="115"/>
                      <a:pt x="147" y="80"/>
                      <a:pt x="141" y="62"/>
                    </a:cubicBezTo>
                    <a:cubicBezTo>
                      <a:pt x="135" y="44"/>
                      <a:pt x="126" y="28"/>
                      <a:pt x="118" y="23"/>
                    </a:cubicBezTo>
                    <a:cubicBezTo>
                      <a:pt x="110" y="17"/>
                      <a:pt x="99" y="5"/>
                      <a:pt x="94" y="0"/>
                    </a:cubicBezTo>
                    <a:cubicBezTo>
                      <a:pt x="105" y="12"/>
                      <a:pt x="111" y="23"/>
                      <a:pt x="117" y="41"/>
                    </a:cubicBezTo>
                    <a:cubicBezTo>
                      <a:pt x="123" y="60"/>
                      <a:pt x="120" y="136"/>
                      <a:pt x="90" y="162"/>
                    </a:cubicBezTo>
                    <a:cubicBezTo>
                      <a:pt x="66" y="183"/>
                      <a:pt x="45" y="180"/>
                      <a:pt x="35" y="169"/>
                    </a:cubicBezTo>
                    <a:cubicBezTo>
                      <a:pt x="32" y="166"/>
                      <a:pt x="29" y="165"/>
                      <a:pt x="28" y="170"/>
                    </a:cubicBezTo>
                    <a:close/>
                  </a:path>
                </a:pathLst>
              </a:custGeom>
              <a:solidFill>
                <a:srgbClr val="F19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6" name="Freeform 1778">
                <a:extLst>
                  <a:ext uri="{FF2B5EF4-FFF2-40B4-BE49-F238E27FC236}">
                    <a16:creationId xmlns:a16="http://schemas.microsoft.com/office/drawing/2014/main" id="{682E8E7D-897C-4571-AC3B-21131509F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088"/>
                <a:ext cx="10" cy="78"/>
              </a:xfrm>
              <a:custGeom>
                <a:avLst/>
                <a:gdLst>
                  <a:gd name="T0" fmla="*/ 20 w 4"/>
                  <a:gd name="T1" fmla="*/ 0 h 29"/>
                  <a:gd name="T2" fmla="*/ 63 w 4"/>
                  <a:gd name="T3" fmla="*/ 274 h 29"/>
                  <a:gd name="T4" fmla="*/ 50 w 4"/>
                  <a:gd name="T5" fmla="*/ 565 h 29"/>
                  <a:gd name="T6" fmla="*/ 20 w 4"/>
                  <a:gd name="T7" fmla="*/ 218 h 29"/>
                  <a:gd name="T8" fmla="*/ 0 w 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9">
                    <a:moveTo>
                      <a:pt x="1" y="0"/>
                    </a:moveTo>
                    <a:cubicBezTo>
                      <a:pt x="2" y="5"/>
                      <a:pt x="4" y="9"/>
                      <a:pt x="4" y="14"/>
                    </a:cubicBezTo>
                    <a:cubicBezTo>
                      <a:pt x="4" y="19"/>
                      <a:pt x="3" y="24"/>
                      <a:pt x="3" y="29"/>
                    </a:cubicBezTo>
                    <a:cubicBezTo>
                      <a:pt x="2" y="23"/>
                      <a:pt x="2" y="17"/>
                      <a:pt x="1" y="11"/>
                    </a:cubicBezTo>
                    <a:cubicBezTo>
                      <a:pt x="1" y="8"/>
                      <a:pt x="1" y="3"/>
                      <a:pt x="0" y="0"/>
                    </a:cubicBezTo>
                  </a:path>
                </a:pathLst>
              </a:custGeom>
              <a:solidFill>
                <a:srgbClr val="F19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7" name="Freeform 1779">
                <a:extLst>
                  <a:ext uri="{FF2B5EF4-FFF2-40B4-BE49-F238E27FC236}">
                    <a16:creationId xmlns:a16="http://schemas.microsoft.com/office/drawing/2014/main" id="{DC99EC71-64DF-4300-872E-DF92A293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048"/>
                <a:ext cx="50" cy="70"/>
              </a:xfrm>
              <a:custGeom>
                <a:avLst/>
                <a:gdLst>
                  <a:gd name="T0" fmla="*/ 220 w 20"/>
                  <a:gd name="T1" fmla="*/ 0 h 26"/>
                  <a:gd name="T2" fmla="*/ 283 w 20"/>
                  <a:gd name="T3" fmla="*/ 35 h 26"/>
                  <a:gd name="T4" fmla="*/ 313 w 20"/>
                  <a:gd name="T5" fmla="*/ 81 h 26"/>
                  <a:gd name="T6" fmla="*/ 175 w 20"/>
                  <a:gd name="T7" fmla="*/ 197 h 26"/>
                  <a:gd name="T8" fmla="*/ 0 w 20"/>
                  <a:gd name="T9" fmla="*/ 506 h 26"/>
                  <a:gd name="T10" fmla="*/ 125 w 20"/>
                  <a:gd name="T11" fmla="*/ 197 h 26"/>
                  <a:gd name="T12" fmla="*/ 220 w 20"/>
                  <a:gd name="T13" fmla="*/ 3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6">
                    <a:moveTo>
                      <a:pt x="14" y="0"/>
                    </a:moveTo>
                    <a:cubicBezTo>
                      <a:pt x="16" y="1"/>
                      <a:pt x="17" y="1"/>
                      <a:pt x="18" y="2"/>
                    </a:cubicBezTo>
                    <a:cubicBezTo>
                      <a:pt x="19" y="3"/>
                      <a:pt x="19" y="4"/>
                      <a:pt x="20" y="4"/>
                    </a:cubicBezTo>
                    <a:cubicBezTo>
                      <a:pt x="17" y="5"/>
                      <a:pt x="14" y="8"/>
                      <a:pt x="11" y="10"/>
                    </a:cubicBezTo>
                    <a:cubicBezTo>
                      <a:pt x="5" y="14"/>
                      <a:pt x="4" y="20"/>
                      <a:pt x="0" y="26"/>
                    </a:cubicBezTo>
                    <a:cubicBezTo>
                      <a:pt x="0" y="20"/>
                      <a:pt x="4" y="14"/>
                      <a:pt x="8" y="10"/>
                    </a:cubicBezTo>
                    <a:cubicBezTo>
                      <a:pt x="10" y="8"/>
                      <a:pt x="14" y="5"/>
                      <a:pt x="14" y="2"/>
                    </a:cubicBezTo>
                  </a:path>
                </a:pathLst>
              </a:custGeom>
              <a:solidFill>
                <a:srgbClr val="F19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8" name="Freeform 1780">
                <a:extLst>
                  <a:ext uri="{FF2B5EF4-FFF2-40B4-BE49-F238E27FC236}">
                    <a16:creationId xmlns:a16="http://schemas.microsoft.com/office/drawing/2014/main" id="{16CB5DCC-6801-4141-8D18-0C19FCA84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038"/>
                <a:ext cx="53" cy="24"/>
              </a:xfrm>
              <a:custGeom>
                <a:avLst/>
                <a:gdLst>
                  <a:gd name="T0" fmla="*/ 0 w 21"/>
                  <a:gd name="T1" fmla="*/ 115 h 9"/>
                  <a:gd name="T2" fmla="*/ 338 w 21"/>
                  <a:gd name="T3" fmla="*/ 171 h 9"/>
                  <a:gd name="T4" fmla="*/ 20 w 21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8" y="5"/>
                      <a:pt x="13" y="6"/>
                      <a:pt x="21" y="9"/>
                    </a:cubicBezTo>
                    <a:cubicBezTo>
                      <a:pt x="18" y="5"/>
                      <a:pt x="4" y="0"/>
                      <a:pt x="1" y="5"/>
                    </a:cubicBezTo>
                  </a:path>
                </a:pathLst>
              </a:custGeom>
              <a:solidFill>
                <a:srgbClr val="F19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9" name="Freeform 1781">
                <a:extLst>
                  <a:ext uri="{FF2B5EF4-FFF2-40B4-BE49-F238E27FC236}">
                    <a16:creationId xmlns:a16="http://schemas.microsoft.com/office/drawing/2014/main" id="{78928AB9-69EF-4B26-B619-00F4EF305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016"/>
                <a:ext cx="37" cy="24"/>
              </a:xfrm>
              <a:custGeom>
                <a:avLst/>
                <a:gdLst>
                  <a:gd name="T0" fmla="*/ 12 w 15"/>
                  <a:gd name="T1" fmla="*/ 115 h 9"/>
                  <a:gd name="T2" fmla="*/ 133 w 15"/>
                  <a:gd name="T3" fmla="*/ 149 h 9"/>
                  <a:gd name="T4" fmla="*/ 224 w 15"/>
                  <a:gd name="T5" fmla="*/ 0 h 9"/>
                  <a:gd name="T6" fmla="*/ 133 w 15"/>
                  <a:gd name="T7" fmla="*/ 56 h 9"/>
                  <a:gd name="T8" fmla="*/ 0 w 15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" y="6"/>
                    </a:moveTo>
                    <a:cubicBezTo>
                      <a:pt x="4" y="5"/>
                      <a:pt x="7" y="9"/>
                      <a:pt x="9" y="8"/>
                    </a:cubicBezTo>
                    <a:cubicBezTo>
                      <a:pt x="10" y="7"/>
                      <a:pt x="14" y="1"/>
                      <a:pt x="15" y="0"/>
                    </a:cubicBezTo>
                    <a:cubicBezTo>
                      <a:pt x="13" y="1"/>
                      <a:pt x="11" y="2"/>
                      <a:pt x="9" y="3"/>
                    </a:cubicBezTo>
                    <a:cubicBezTo>
                      <a:pt x="6" y="5"/>
                      <a:pt x="3" y="6"/>
                      <a:pt x="0" y="7"/>
                    </a:cubicBezTo>
                  </a:path>
                </a:pathLst>
              </a:custGeom>
              <a:solidFill>
                <a:srgbClr val="F19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0" name="Freeform 1782">
                <a:extLst>
                  <a:ext uri="{FF2B5EF4-FFF2-40B4-BE49-F238E27FC236}">
                    <a16:creationId xmlns:a16="http://schemas.microsoft.com/office/drawing/2014/main" id="{6D2ADBAF-848D-4874-B40E-1D9393E7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190"/>
                <a:ext cx="633" cy="640"/>
              </a:xfrm>
              <a:custGeom>
                <a:avLst/>
                <a:gdLst>
                  <a:gd name="T0" fmla="*/ 1646 w 253"/>
                  <a:gd name="T1" fmla="*/ 35 h 240"/>
                  <a:gd name="T2" fmla="*/ 395 w 253"/>
                  <a:gd name="T3" fmla="*/ 1059 h 240"/>
                  <a:gd name="T4" fmla="*/ 125 w 253"/>
                  <a:gd name="T5" fmla="*/ 2880 h 240"/>
                  <a:gd name="T6" fmla="*/ 896 w 253"/>
                  <a:gd name="T7" fmla="*/ 4211 h 240"/>
                  <a:gd name="T8" fmla="*/ 2067 w 253"/>
                  <a:gd name="T9" fmla="*/ 4531 h 240"/>
                  <a:gd name="T10" fmla="*/ 3413 w 253"/>
                  <a:gd name="T11" fmla="*/ 3661 h 240"/>
                  <a:gd name="T12" fmla="*/ 3806 w 253"/>
                  <a:gd name="T13" fmla="*/ 1843 h 240"/>
                  <a:gd name="T14" fmla="*/ 3067 w 253"/>
                  <a:gd name="T15" fmla="*/ 435 h 240"/>
                  <a:gd name="T16" fmla="*/ 1646 w 253"/>
                  <a:gd name="T17" fmla="*/ 35 h 2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3" h="240">
                    <a:moveTo>
                      <a:pt x="105" y="2"/>
                    </a:moveTo>
                    <a:cubicBezTo>
                      <a:pt x="84" y="5"/>
                      <a:pt x="37" y="28"/>
                      <a:pt x="25" y="56"/>
                    </a:cubicBezTo>
                    <a:cubicBezTo>
                      <a:pt x="13" y="83"/>
                      <a:pt x="0" y="123"/>
                      <a:pt x="8" y="152"/>
                    </a:cubicBezTo>
                    <a:cubicBezTo>
                      <a:pt x="15" y="181"/>
                      <a:pt x="41" y="210"/>
                      <a:pt x="57" y="222"/>
                    </a:cubicBezTo>
                    <a:cubicBezTo>
                      <a:pt x="73" y="234"/>
                      <a:pt x="107" y="240"/>
                      <a:pt x="132" y="239"/>
                    </a:cubicBezTo>
                    <a:cubicBezTo>
                      <a:pt x="158" y="239"/>
                      <a:pt x="195" y="219"/>
                      <a:pt x="218" y="193"/>
                    </a:cubicBezTo>
                    <a:cubicBezTo>
                      <a:pt x="241" y="167"/>
                      <a:pt x="253" y="126"/>
                      <a:pt x="243" y="97"/>
                    </a:cubicBezTo>
                    <a:cubicBezTo>
                      <a:pt x="233" y="68"/>
                      <a:pt x="213" y="35"/>
                      <a:pt x="196" y="23"/>
                    </a:cubicBezTo>
                    <a:cubicBezTo>
                      <a:pt x="179" y="12"/>
                      <a:pt x="150" y="0"/>
                      <a:pt x="10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1" name="Freeform 1783">
                <a:extLst>
                  <a:ext uri="{FF2B5EF4-FFF2-40B4-BE49-F238E27FC236}">
                    <a16:creationId xmlns:a16="http://schemas.microsoft.com/office/drawing/2014/main" id="{536F89CA-43F2-4D50-9CEE-1417A498A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459"/>
                <a:ext cx="85" cy="101"/>
              </a:xfrm>
              <a:custGeom>
                <a:avLst/>
                <a:gdLst>
                  <a:gd name="T0" fmla="*/ 83 w 34"/>
                  <a:gd name="T1" fmla="*/ 93 h 38"/>
                  <a:gd name="T2" fmla="*/ 208 w 34"/>
                  <a:gd name="T3" fmla="*/ 93 h 38"/>
                  <a:gd name="T4" fmla="*/ 250 w 34"/>
                  <a:gd name="T5" fmla="*/ 0 h 38"/>
                  <a:gd name="T6" fmla="*/ 395 w 34"/>
                  <a:gd name="T7" fmla="*/ 35 h 38"/>
                  <a:gd name="T8" fmla="*/ 500 w 34"/>
                  <a:gd name="T9" fmla="*/ 170 h 38"/>
                  <a:gd name="T10" fmla="*/ 533 w 34"/>
                  <a:gd name="T11" fmla="*/ 396 h 38"/>
                  <a:gd name="T12" fmla="*/ 488 w 34"/>
                  <a:gd name="T13" fmla="*/ 545 h 38"/>
                  <a:gd name="T14" fmla="*/ 333 w 34"/>
                  <a:gd name="T15" fmla="*/ 712 h 38"/>
                  <a:gd name="T16" fmla="*/ 158 w 34"/>
                  <a:gd name="T17" fmla="*/ 657 h 38"/>
                  <a:gd name="T18" fmla="*/ 63 w 34"/>
                  <a:gd name="T19" fmla="*/ 622 h 38"/>
                  <a:gd name="T20" fmla="*/ 0 w 34"/>
                  <a:gd name="T21" fmla="*/ 452 h 38"/>
                  <a:gd name="T22" fmla="*/ 0 w 34"/>
                  <a:gd name="T23" fmla="*/ 319 h 38"/>
                  <a:gd name="T24" fmla="*/ 83 w 34"/>
                  <a:gd name="T25" fmla="*/ 93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38">
                    <a:moveTo>
                      <a:pt x="5" y="5"/>
                    </a:moveTo>
                    <a:cubicBezTo>
                      <a:pt x="8" y="6"/>
                      <a:pt x="11" y="7"/>
                      <a:pt x="13" y="5"/>
                    </a:cubicBezTo>
                    <a:cubicBezTo>
                      <a:pt x="14" y="3"/>
                      <a:pt x="16" y="0"/>
                      <a:pt x="16" y="0"/>
                    </a:cubicBezTo>
                    <a:cubicBezTo>
                      <a:pt x="18" y="4"/>
                      <a:pt x="19" y="7"/>
                      <a:pt x="25" y="2"/>
                    </a:cubicBezTo>
                    <a:cubicBezTo>
                      <a:pt x="25" y="5"/>
                      <a:pt x="26" y="10"/>
                      <a:pt x="32" y="9"/>
                    </a:cubicBezTo>
                    <a:cubicBezTo>
                      <a:pt x="29" y="12"/>
                      <a:pt x="28" y="18"/>
                      <a:pt x="34" y="21"/>
                    </a:cubicBezTo>
                    <a:cubicBezTo>
                      <a:pt x="29" y="21"/>
                      <a:pt x="26" y="24"/>
                      <a:pt x="31" y="29"/>
                    </a:cubicBezTo>
                    <a:cubicBezTo>
                      <a:pt x="24" y="26"/>
                      <a:pt x="21" y="29"/>
                      <a:pt x="21" y="38"/>
                    </a:cubicBezTo>
                    <a:cubicBezTo>
                      <a:pt x="18" y="31"/>
                      <a:pt x="13" y="27"/>
                      <a:pt x="10" y="35"/>
                    </a:cubicBezTo>
                    <a:cubicBezTo>
                      <a:pt x="9" y="31"/>
                      <a:pt x="7" y="31"/>
                      <a:pt x="4" y="33"/>
                    </a:cubicBezTo>
                    <a:cubicBezTo>
                      <a:pt x="8" y="28"/>
                      <a:pt x="8" y="25"/>
                      <a:pt x="0" y="24"/>
                    </a:cubicBezTo>
                    <a:cubicBezTo>
                      <a:pt x="3" y="22"/>
                      <a:pt x="4" y="18"/>
                      <a:pt x="0" y="17"/>
                    </a:cubicBezTo>
                    <a:cubicBezTo>
                      <a:pt x="6" y="15"/>
                      <a:pt x="8" y="10"/>
                      <a:pt x="5" y="5"/>
                    </a:cubicBezTo>
                    <a:close/>
                  </a:path>
                </a:pathLst>
              </a:custGeom>
              <a:noFill/>
              <a:ln w="12700" cap="flat">
                <a:solidFill>
                  <a:srgbClr val="FFF2D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2" name="Freeform 1784">
                <a:extLst>
                  <a:ext uri="{FF2B5EF4-FFF2-40B4-BE49-F238E27FC236}">
                    <a16:creationId xmlns:a16="http://schemas.microsoft.com/office/drawing/2014/main" id="{9F38906B-3637-48E7-BDCD-74EA7D103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027"/>
                <a:ext cx="770" cy="792"/>
              </a:xfrm>
              <a:custGeom>
                <a:avLst/>
                <a:gdLst>
                  <a:gd name="T0" fmla="*/ 3158 w 308"/>
                  <a:gd name="T1" fmla="*/ 1080 h 297"/>
                  <a:gd name="T2" fmla="*/ 63 w 308"/>
                  <a:gd name="T3" fmla="*/ 2240 h 297"/>
                  <a:gd name="T4" fmla="*/ 0 w 308"/>
                  <a:gd name="T5" fmla="*/ 2445 h 297"/>
                  <a:gd name="T6" fmla="*/ 83 w 308"/>
                  <a:gd name="T7" fmla="*/ 2219 h 297"/>
                  <a:gd name="T8" fmla="*/ 1333 w 308"/>
                  <a:gd name="T9" fmla="*/ 1195 h 297"/>
                  <a:gd name="T10" fmla="*/ 2750 w 308"/>
                  <a:gd name="T11" fmla="*/ 1592 h 297"/>
                  <a:gd name="T12" fmla="*/ 3488 w 308"/>
                  <a:gd name="T13" fmla="*/ 2995 h 297"/>
                  <a:gd name="T14" fmla="*/ 3095 w 308"/>
                  <a:gd name="T15" fmla="*/ 4813 h 297"/>
                  <a:gd name="T16" fmla="*/ 2050 w 308"/>
                  <a:gd name="T17" fmla="*/ 5632 h 297"/>
                  <a:gd name="T18" fmla="*/ 3158 w 308"/>
                  <a:gd name="T19" fmla="*/ 1080 h 2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8" h="297">
                    <a:moveTo>
                      <a:pt x="202" y="57"/>
                    </a:moveTo>
                    <a:cubicBezTo>
                      <a:pt x="101" y="0"/>
                      <a:pt x="26" y="67"/>
                      <a:pt x="4" y="118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" y="125"/>
                      <a:pt x="3" y="121"/>
                      <a:pt x="5" y="117"/>
                    </a:cubicBezTo>
                    <a:cubicBezTo>
                      <a:pt x="17" y="89"/>
                      <a:pt x="64" y="66"/>
                      <a:pt x="85" y="63"/>
                    </a:cubicBezTo>
                    <a:cubicBezTo>
                      <a:pt x="130" y="61"/>
                      <a:pt x="159" y="73"/>
                      <a:pt x="176" y="84"/>
                    </a:cubicBezTo>
                    <a:cubicBezTo>
                      <a:pt x="193" y="96"/>
                      <a:pt x="213" y="129"/>
                      <a:pt x="223" y="158"/>
                    </a:cubicBezTo>
                    <a:cubicBezTo>
                      <a:pt x="233" y="187"/>
                      <a:pt x="221" y="228"/>
                      <a:pt x="198" y="254"/>
                    </a:cubicBezTo>
                    <a:cubicBezTo>
                      <a:pt x="180" y="274"/>
                      <a:pt x="153" y="291"/>
                      <a:pt x="131" y="297"/>
                    </a:cubicBezTo>
                    <a:cubicBezTo>
                      <a:pt x="258" y="295"/>
                      <a:pt x="308" y="117"/>
                      <a:pt x="202" y="5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3" name="Freeform 1785">
                <a:extLst>
                  <a:ext uri="{FF2B5EF4-FFF2-40B4-BE49-F238E27FC236}">
                    <a16:creationId xmlns:a16="http://schemas.microsoft.com/office/drawing/2014/main" id="{CD3EE638-3A48-467C-B6C7-8AE17504B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547"/>
                <a:ext cx="163" cy="96"/>
              </a:xfrm>
              <a:custGeom>
                <a:avLst/>
                <a:gdLst>
                  <a:gd name="T0" fmla="*/ 1026 w 65"/>
                  <a:gd name="T1" fmla="*/ 0 h 36"/>
                  <a:gd name="T2" fmla="*/ 0 w 65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6">
                    <a:moveTo>
                      <a:pt x="65" y="0"/>
                    </a:moveTo>
                    <a:cubicBezTo>
                      <a:pt x="62" y="5"/>
                      <a:pt x="10" y="20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4" name="Freeform 1786">
                <a:extLst>
                  <a:ext uri="{FF2B5EF4-FFF2-40B4-BE49-F238E27FC236}">
                    <a16:creationId xmlns:a16="http://schemas.microsoft.com/office/drawing/2014/main" id="{D5380D4D-A2FD-40C7-B845-467809D5C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552"/>
                <a:ext cx="68" cy="192"/>
              </a:xfrm>
              <a:custGeom>
                <a:avLst/>
                <a:gdLst>
                  <a:gd name="T0" fmla="*/ 431 w 27"/>
                  <a:gd name="T1" fmla="*/ 0 h 72"/>
                  <a:gd name="T2" fmla="*/ 63 w 27"/>
                  <a:gd name="T3" fmla="*/ 136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2">
                    <a:moveTo>
                      <a:pt x="27" y="0"/>
                    </a:moveTo>
                    <a:cubicBezTo>
                      <a:pt x="23" y="15"/>
                      <a:pt x="0" y="51"/>
                      <a:pt x="4" y="7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5" name="Freeform 1787">
                <a:extLst>
                  <a:ext uri="{FF2B5EF4-FFF2-40B4-BE49-F238E27FC236}">
                    <a16:creationId xmlns:a16="http://schemas.microsoft.com/office/drawing/2014/main" id="{B5BD6D04-238C-4107-A589-6B7174BB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560"/>
                <a:ext cx="38" cy="184"/>
              </a:xfrm>
              <a:custGeom>
                <a:avLst/>
                <a:gdLst>
                  <a:gd name="T0" fmla="*/ 0 w 15"/>
                  <a:gd name="T1" fmla="*/ 0 h 69"/>
                  <a:gd name="T2" fmla="*/ 243 w 15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9">
                    <a:moveTo>
                      <a:pt x="0" y="0"/>
                    </a:moveTo>
                    <a:cubicBezTo>
                      <a:pt x="3" y="10"/>
                      <a:pt x="13" y="50"/>
                      <a:pt x="15" y="6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6" name="Freeform 1788">
                <a:extLst>
                  <a:ext uri="{FF2B5EF4-FFF2-40B4-BE49-F238E27FC236}">
                    <a16:creationId xmlns:a16="http://schemas.microsoft.com/office/drawing/2014/main" id="{5C5B5B5A-BCC1-48B7-8BFF-4B15231E6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392"/>
                <a:ext cx="170" cy="94"/>
              </a:xfrm>
              <a:custGeom>
                <a:avLst/>
                <a:gdLst>
                  <a:gd name="T0" fmla="*/ 0 w 68"/>
                  <a:gd name="T1" fmla="*/ 677 h 35"/>
                  <a:gd name="T2" fmla="*/ 1063 w 68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5">
                    <a:moveTo>
                      <a:pt x="0" y="35"/>
                    </a:moveTo>
                    <a:cubicBezTo>
                      <a:pt x="10" y="26"/>
                      <a:pt x="50" y="1"/>
                      <a:pt x="6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7" name="Freeform 1789">
                <a:extLst>
                  <a:ext uri="{FF2B5EF4-FFF2-40B4-BE49-F238E27FC236}">
                    <a16:creationId xmlns:a16="http://schemas.microsoft.com/office/drawing/2014/main" id="{369F8873-B26A-4AEC-9580-28C2EF2D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232"/>
                <a:ext cx="518" cy="542"/>
              </a:xfrm>
              <a:custGeom>
                <a:avLst/>
                <a:gdLst>
                  <a:gd name="T0" fmla="*/ 1396 w 207"/>
                  <a:gd name="T1" fmla="*/ 136 h 203"/>
                  <a:gd name="T2" fmla="*/ 1629 w 207"/>
                  <a:gd name="T3" fmla="*/ 227 h 203"/>
                  <a:gd name="T4" fmla="*/ 2410 w 207"/>
                  <a:gd name="T5" fmla="*/ 478 h 203"/>
                  <a:gd name="T6" fmla="*/ 2680 w 207"/>
                  <a:gd name="T7" fmla="*/ 571 h 203"/>
                  <a:gd name="T8" fmla="*/ 2993 w 207"/>
                  <a:gd name="T9" fmla="*/ 1140 h 203"/>
                  <a:gd name="T10" fmla="*/ 3213 w 207"/>
                  <a:gd name="T11" fmla="*/ 1789 h 203"/>
                  <a:gd name="T12" fmla="*/ 3193 w 207"/>
                  <a:gd name="T13" fmla="*/ 2224 h 203"/>
                  <a:gd name="T14" fmla="*/ 3193 w 207"/>
                  <a:gd name="T15" fmla="*/ 2531 h 203"/>
                  <a:gd name="T16" fmla="*/ 3068 w 207"/>
                  <a:gd name="T17" fmla="*/ 2723 h 203"/>
                  <a:gd name="T18" fmla="*/ 2913 w 207"/>
                  <a:gd name="T19" fmla="*/ 3121 h 203"/>
                  <a:gd name="T20" fmla="*/ 2743 w 207"/>
                  <a:gd name="T21" fmla="*/ 3180 h 203"/>
                  <a:gd name="T22" fmla="*/ 2022 w 207"/>
                  <a:gd name="T23" fmla="*/ 3658 h 203"/>
                  <a:gd name="T24" fmla="*/ 1459 w 207"/>
                  <a:gd name="T25" fmla="*/ 3829 h 203"/>
                  <a:gd name="T26" fmla="*/ 1251 w 207"/>
                  <a:gd name="T27" fmla="*/ 3658 h 203"/>
                  <a:gd name="T28" fmla="*/ 771 w 207"/>
                  <a:gd name="T29" fmla="*/ 3543 h 203"/>
                  <a:gd name="T30" fmla="*/ 500 w 207"/>
                  <a:gd name="T31" fmla="*/ 2929 h 203"/>
                  <a:gd name="T32" fmla="*/ 145 w 207"/>
                  <a:gd name="T33" fmla="*/ 2267 h 203"/>
                  <a:gd name="T34" fmla="*/ 238 w 207"/>
                  <a:gd name="T35" fmla="*/ 1583 h 203"/>
                  <a:gd name="T36" fmla="*/ 458 w 207"/>
                  <a:gd name="T37" fmla="*/ 892 h 203"/>
                  <a:gd name="T38" fmla="*/ 688 w 207"/>
                  <a:gd name="T39" fmla="*/ 721 h 203"/>
                  <a:gd name="T40" fmla="*/ 926 w 207"/>
                  <a:gd name="T41" fmla="*/ 363 h 203"/>
                  <a:gd name="T42" fmla="*/ 1396 w 207"/>
                  <a:gd name="T43" fmla="*/ 136 h 2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7" h="203">
                    <a:moveTo>
                      <a:pt x="89" y="7"/>
                    </a:moveTo>
                    <a:cubicBezTo>
                      <a:pt x="96" y="6"/>
                      <a:pt x="103" y="8"/>
                      <a:pt x="104" y="12"/>
                    </a:cubicBezTo>
                    <a:cubicBezTo>
                      <a:pt x="108" y="0"/>
                      <a:pt x="156" y="13"/>
                      <a:pt x="154" y="25"/>
                    </a:cubicBezTo>
                    <a:cubicBezTo>
                      <a:pt x="163" y="26"/>
                      <a:pt x="164" y="26"/>
                      <a:pt x="171" y="30"/>
                    </a:cubicBezTo>
                    <a:cubicBezTo>
                      <a:pt x="183" y="38"/>
                      <a:pt x="193" y="55"/>
                      <a:pt x="191" y="60"/>
                    </a:cubicBezTo>
                    <a:cubicBezTo>
                      <a:pt x="201" y="66"/>
                      <a:pt x="204" y="88"/>
                      <a:pt x="205" y="94"/>
                    </a:cubicBezTo>
                    <a:cubicBezTo>
                      <a:pt x="206" y="98"/>
                      <a:pt x="207" y="116"/>
                      <a:pt x="204" y="117"/>
                    </a:cubicBezTo>
                    <a:cubicBezTo>
                      <a:pt x="205" y="123"/>
                      <a:pt x="207" y="128"/>
                      <a:pt x="204" y="133"/>
                    </a:cubicBezTo>
                    <a:cubicBezTo>
                      <a:pt x="200" y="139"/>
                      <a:pt x="200" y="141"/>
                      <a:pt x="196" y="143"/>
                    </a:cubicBezTo>
                    <a:cubicBezTo>
                      <a:pt x="193" y="153"/>
                      <a:pt x="194" y="161"/>
                      <a:pt x="186" y="164"/>
                    </a:cubicBezTo>
                    <a:cubicBezTo>
                      <a:pt x="177" y="168"/>
                      <a:pt x="175" y="167"/>
                      <a:pt x="175" y="167"/>
                    </a:cubicBezTo>
                    <a:cubicBezTo>
                      <a:pt x="174" y="177"/>
                      <a:pt x="142" y="201"/>
                      <a:pt x="129" y="192"/>
                    </a:cubicBezTo>
                    <a:cubicBezTo>
                      <a:pt x="125" y="200"/>
                      <a:pt x="102" y="203"/>
                      <a:pt x="93" y="201"/>
                    </a:cubicBezTo>
                    <a:cubicBezTo>
                      <a:pt x="85" y="198"/>
                      <a:pt x="80" y="192"/>
                      <a:pt x="80" y="192"/>
                    </a:cubicBezTo>
                    <a:cubicBezTo>
                      <a:pt x="68" y="195"/>
                      <a:pt x="60" y="192"/>
                      <a:pt x="49" y="186"/>
                    </a:cubicBezTo>
                    <a:cubicBezTo>
                      <a:pt x="39" y="179"/>
                      <a:pt x="25" y="162"/>
                      <a:pt x="32" y="154"/>
                    </a:cubicBezTo>
                    <a:cubicBezTo>
                      <a:pt x="16" y="151"/>
                      <a:pt x="4" y="130"/>
                      <a:pt x="9" y="119"/>
                    </a:cubicBezTo>
                    <a:cubicBezTo>
                      <a:pt x="0" y="111"/>
                      <a:pt x="6" y="85"/>
                      <a:pt x="15" y="83"/>
                    </a:cubicBezTo>
                    <a:cubicBezTo>
                      <a:pt x="13" y="69"/>
                      <a:pt x="24" y="53"/>
                      <a:pt x="29" y="47"/>
                    </a:cubicBezTo>
                    <a:cubicBezTo>
                      <a:pt x="34" y="42"/>
                      <a:pt x="38" y="37"/>
                      <a:pt x="44" y="38"/>
                    </a:cubicBezTo>
                    <a:cubicBezTo>
                      <a:pt x="47" y="26"/>
                      <a:pt x="51" y="23"/>
                      <a:pt x="59" y="19"/>
                    </a:cubicBezTo>
                    <a:cubicBezTo>
                      <a:pt x="66" y="14"/>
                      <a:pt x="82" y="7"/>
                      <a:pt x="89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8" name="Freeform 1790">
                <a:extLst>
                  <a:ext uri="{FF2B5EF4-FFF2-40B4-BE49-F238E27FC236}">
                    <a16:creationId xmlns:a16="http://schemas.microsoft.com/office/drawing/2014/main" id="{7A0798DC-9D25-4AE9-B987-DBB221922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299"/>
                <a:ext cx="93" cy="165"/>
              </a:xfrm>
              <a:custGeom>
                <a:avLst/>
                <a:gdLst>
                  <a:gd name="T0" fmla="*/ 588 w 37"/>
                  <a:gd name="T1" fmla="*/ 0 h 62"/>
                  <a:gd name="T2" fmla="*/ 0 w 37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2">
                    <a:moveTo>
                      <a:pt x="37" y="0"/>
                    </a:moveTo>
                    <a:cubicBezTo>
                      <a:pt x="35" y="8"/>
                      <a:pt x="4" y="42"/>
                      <a:pt x="0" y="6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9" name="Freeform 1791">
                <a:extLst>
                  <a:ext uri="{FF2B5EF4-FFF2-40B4-BE49-F238E27FC236}">
                    <a16:creationId xmlns:a16="http://schemas.microsoft.com/office/drawing/2014/main" id="{5977D864-2E06-4FF4-A1D2-5BCB244B4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512"/>
                <a:ext cx="192" cy="32"/>
              </a:xfrm>
              <a:custGeom>
                <a:avLst/>
                <a:gdLst>
                  <a:gd name="T0" fmla="*/ 0 w 77"/>
                  <a:gd name="T1" fmla="*/ 21 h 12"/>
                  <a:gd name="T2" fmla="*/ 1194 w 77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2">
                    <a:moveTo>
                      <a:pt x="0" y="1"/>
                    </a:moveTo>
                    <a:cubicBezTo>
                      <a:pt x="9" y="4"/>
                      <a:pt x="63" y="0"/>
                      <a:pt x="77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0" name="Freeform 1792">
                <a:extLst>
                  <a:ext uri="{FF2B5EF4-FFF2-40B4-BE49-F238E27FC236}">
                    <a16:creationId xmlns:a16="http://schemas.microsoft.com/office/drawing/2014/main" id="{B764F100-6B14-491F-8762-6B20A3A94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36"/>
                <a:ext cx="130" cy="144"/>
              </a:xfrm>
              <a:custGeom>
                <a:avLst/>
                <a:gdLst>
                  <a:gd name="T0" fmla="*/ 0 w 52"/>
                  <a:gd name="T1" fmla="*/ 0 h 54"/>
                  <a:gd name="T2" fmla="*/ 813 w 52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54">
                    <a:moveTo>
                      <a:pt x="0" y="0"/>
                    </a:moveTo>
                    <a:cubicBezTo>
                      <a:pt x="9" y="5"/>
                      <a:pt x="49" y="36"/>
                      <a:pt x="52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1" name="Freeform 1793">
                <a:extLst>
                  <a:ext uri="{FF2B5EF4-FFF2-40B4-BE49-F238E27FC236}">
                    <a16:creationId xmlns:a16="http://schemas.microsoft.com/office/drawing/2014/main" id="{94123BFA-01AA-426C-9AB5-78C74E389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598"/>
                <a:ext cx="110" cy="16"/>
              </a:xfrm>
              <a:custGeom>
                <a:avLst/>
                <a:gdLst>
                  <a:gd name="T0" fmla="*/ 0 w 44"/>
                  <a:gd name="T1" fmla="*/ 0 h 6"/>
                  <a:gd name="T2" fmla="*/ 688 w 4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6">
                    <a:moveTo>
                      <a:pt x="0" y="0"/>
                    </a:moveTo>
                    <a:cubicBezTo>
                      <a:pt x="9" y="5"/>
                      <a:pt x="31" y="0"/>
                      <a:pt x="44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2" name="Freeform 1794">
                <a:extLst>
                  <a:ext uri="{FF2B5EF4-FFF2-40B4-BE49-F238E27FC236}">
                    <a16:creationId xmlns:a16="http://schemas.microsoft.com/office/drawing/2014/main" id="{6A2953A8-8C49-4B2A-9F15-0302F0E05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523"/>
                <a:ext cx="212" cy="27"/>
              </a:xfrm>
              <a:custGeom>
                <a:avLst/>
                <a:gdLst>
                  <a:gd name="T0" fmla="*/ 0 w 85"/>
                  <a:gd name="T1" fmla="*/ 197 h 10"/>
                  <a:gd name="T2" fmla="*/ 1319 w 8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10">
                    <a:moveTo>
                      <a:pt x="0" y="10"/>
                    </a:moveTo>
                    <a:cubicBezTo>
                      <a:pt x="7" y="3"/>
                      <a:pt x="70" y="0"/>
                      <a:pt x="8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3" name="Freeform 1795">
                <a:extLst>
                  <a:ext uri="{FF2B5EF4-FFF2-40B4-BE49-F238E27FC236}">
                    <a16:creationId xmlns:a16="http://schemas.microsoft.com/office/drawing/2014/main" id="{7E2AC0FB-76E7-455B-9EDF-E629534A9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454"/>
                <a:ext cx="195" cy="53"/>
              </a:xfrm>
              <a:custGeom>
                <a:avLst/>
                <a:gdLst>
                  <a:gd name="T0" fmla="*/ 0 w 78"/>
                  <a:gd name="T1" fmla="*/ 0 h 20"/>
                  <a:gd name="T2" fmla="*/ 1220 w 78"/>
                  <a:gd name="T3" fmla="*/ 35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0">
                    <a:moveTo>
                      <a:pt x="0" y="0"/>
                    </a:moveTo>
                    <a:cubicBezTo>
                      <a:pt x="8" y="5"/>
                      <a:pt x="60" y="20"/>
                      <a:pt x="78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4" name="Freeform 1796">
                <a:extLst>
                  <a:ext uri="{FF2B5EF4-FFF2-40B4-BE49-F238E27FC236}">
                    <a16:creationId xmlns:a16="http://schemas.microsoft.com/office/drawing/2014/main" id="{785D209E-F137-4796-8544-958A538C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34"/>
                <a:ext cx="135" cy="138"/>
              </a:xfrm>
              <a:custGeom>
                <a:avLst/>
                <a:gdLst>
                  <a:gd name="T0" fmla="*/ 0 w 54"/>
                  <a:gd name="T1" fmla="*/ 0 h 52"/>
                  <a:gd name="T2" fmla="*/ 845 w 54"/>
                  <a:gd name="T3" fmla="*/ 97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52">
                    <a:moveTo>
                      <a:pt x="0" y="0"/>
                    </a:moveTo>
                    <a:cubicBezTo>
                      <a:pt x="8" y="5"/>
                      <a:pt x="48" y="44"/>
                      <a:pt x="54" y="5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5" name="Freeform 1797">
                <a:extLst>
                  <a:ext uri="{FF2B5EF4-FFF2-40B4-BE49-F238E27FC236}">
                    <a16:creationId xmlns:a16="http://schemas.microsoft.com/office/drawing/2014/main" id="{A76B6815-B86A-4653-A551-535A22846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264"/>
                <a:ext cx="23" cy="195"/>
              </a:xfrm>
              <a:custGeom>
                <a:avLst/>
                <a:gdLst>
                  <a:gd name="T0" fmla="*/ 33 w 9"/>
                  <a:gd name="T1" fmla="*/ 0 h 73"/>
                  <a:gd name="T2" fmla="*/ 118 w 9"/>
                  <a:gd name="T3" fmla="*/ 1392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3">
                    <a:moveTo>
                      <a:pt x="2" y="0"/>
                    </a:moveTo>
                    <a:cubicBezTo>
                      <a:pt x="0" y="6"/>
                      <a:pt x="9" y="59"/>
                      <a:pt x="7" y="7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6" name="Freeform 1798">
                <a:extLst>
                  <a:ext uri="{FF2B5EF4-FFF2-40B4-BE49-F238E27FC236}">
                    <a16:creationId xmlns:a16="http://schemas.microsoft.com/office/drawing/2014/main" id="{4D1C7FBC-494E-43BD-B219-CEF0AD8B4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990"/>
                <a:ext cx="615" cy="720"/>
              </a:xfrm>
              <a:custGeom>
                <a:avLst/>
                <a:gdLst>
                  <a:gd name="T0" fmla="*/ 3813 w 246"/>
                  <a:gd name="T1" fmla="*/ 2483 h 270"/>
                  <a:gd name="T2" fmla="*/ 3283 w 246"/>
                  <a:gd name="T3" fmla="*/ 832 h 270"/>
                  <a:gd name="T4" fmla="*/ 2813 w 246"/>
                  <a:gd name="T5" fmla="*/ 341 h 270"/>
                  <a:gd name="T6" fmla="*/ 2363 w 246"/>
                  <a:gd name="T7" fmla="*/ 171 h 270"/>
                  <a:gd name="T8" fmla="*/ 1958 w 246"/>
                  <a:gd name="T9" fmla="*/ 35 h 270"/>
                  <a:gd name="T10" fmla="*/ 1438 w 246"/>
                  <a:gd name="T11" fmla="*/ 56 h 270"/>
                  <a:gd name="T12" fmla="*/ 1063 w 246"/>
                  <a:gd name="T13" fmla="*/ 115 h 270"/>
                  <a:gd name="T14" fmla="*/ 333 w 246"/>
                  <a:gd name="T15" fmla="*/ 547 h 270"/>
                  <a:gd name="T16" fmla="*/ 0 w 246"/>
                  <a:gd name="T17" fmla="*/ 968 h 270"/>
                  <a:gd name="T18" fmla="*/ 925 w 246"/>
                  <a:gd name="T19" fmla="*/ 1344 h 270"/>
                  <a:gd name="T20" fmla="*/ 1300 w 246"/>
                  <a:gd name="T21" fmla="*/ 5027 h 270"/>
                  <a:gd name="T22" fmla="*/ 2625 w 246"/>
                  <a:gd name="T23" fmla="*/ 4872 h 270"/>
                  <a:gd name="T24" fmla="*/ 3813 w 246"/>
                  <a:gd name="T25" fmla="*/ 2483 h 2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6" h="270">
                    <a:moveTo>
                      <a:pt x="244" y="131"/>
                    </a:moveTo>
                    <a:cubicBezTo>
                      <a:pt x="242" y="83"/>
                      <a:pt x="225" y="56"/>
                      <a:pt x="210" y="44"/>
                    </a:cubicBezTo>
                    <a:cubicBezTo>
                      <a:pt x="194" y="33"/>
                      <a:pt x="189" y="21"/>
                      <a:pt x="180" y="18"/>
                    </a:cubicBezTo>
                    <a:cubicBezTo>
                      <a:pt x="171" y="15"/>
                      <a:pt x="162" y="12"/>
                      <a:pt x="151" y="9"/>
                    </a:cubicBezTo>
                    <a:cubicBezTo>
                      <a:pt x="141" y="5"/>
                      <a:pt x="131" y="1"/>
                      <a:pt x="125" y="2"/>
                    </a:cubicBezTo>
                    <a:cubicBezTo>
                      <a:pt x="119" y="4"/>
                      <a:pt x="99" y="0"/>
                      <a:pt x="92" y="3"/>
                    </a:cubicBezTo>
                    <a:cubicBezTo>
                      <a:pt x="80" y="3"/>
                      <a:pt x="76" y="2"/>
                      <a:pt x="68" y="6"/>
                    </a:cubicBezTo>
                    <a:cubicBezTo>
                      <a:pt x="59" y="10"/>
                      <a:pt x="36" y="17"/>
                      <a:pt x="21" y="29"/>
                    </a:cubicBezTo>
                    <a:cubicBezTo>
                      <a:pt x="14" y="35"/>
                      <a:pt x="7" y="42"/>
                      <a:pt x="0" y="51"/>
                    </a:cubicBezTo>
                    <a:cubicBezTo>
                      <a:pt x="18" y="53"/>
                      <a:pt x="38" y="60"/>
                      <a:pt x="59" y="71"/>
                    </a:cubicBezTo>
                    <a:cubicBezTo>
                      <a:pt x="132" y="112"/>
                      <a:pt x="131" y="208"/>
                      <a:pt x="83" y="265"/>
                    </a:cubicBezTo>
                    <a:cubicBezTo>
                      <a:pt x="116" y="270"/>
                      <a:pt x="149" y="268"/>
                      <a:pt x="168" y="257"/>
                    </a:cubicBezTo>
                    <a:cubicBezTo>
                      <a:pt x="210" y="233"/>
                      <a:pt x="246" y="179"/>
                      <a:pt x="244" y="1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7" name="Freeform 1799">
                <a:extLst>
                  <a:ext uri="{FF2B5EF4-FFF2-40B4-BE49-F238E27FC236}">
                    <a16:creationId xmlns:a16="http://schemas.microsoft.com/office/drawing/2014/main" id="{09B0F1FC-A727-4C44-A1A6-747F8EBBA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051"/>
                <a:ext cx="130" cy="24"/>
              </a:xfrm>
              <a:custGeom>
                <a:avLst/>
                <a:gdLst>
                  <a:gd name="T0" fmla="*/ 0 w 52"/>
                  <a:gd name="T1" fmla="*/ 0 h 9"/>
                  <a:gd name="T2" fmla="*/ 83 w 52"/>
                  <a:gd name="T3" fmla="*/ 77 h 9"/>
                  <a:gd name="T4" fmla="*/ 333 w 52"/>
                  <a:gd name="T5" fmla="*/ 171 h 9"/>
                  <a:gd name="T6" fmla="*/ 488 w 52"/>
                  <a:gd name="T7" fmla="*/ 93 h 9"/>
                  <a:gd name="T8" fmla="*/ 813 w 52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9">
                    <a:moveTo>
                      <a:pt x="0" y="0"/>
                    </a:moveTo>
                    <a:cubicBezTo>
                      <a:pt x="0" y="0"/>
                      <a:pt x="3" y="1"/>
                      <a:pt x="5" y="4"/>
                    </a:cubicBezTo>
                    <a:cubicBezTo>
                      <a:pt x="5" y="4"/>
                      <a:pt x="19" y="5"/>
                      <a:pt x="21" y="9"/>
                    </a:cubicBezTo>
                    <a:cubicBezTo>
                      <a:pt x="22" y="7"/>
                      <a:pt x="28" y="5"/>
                      <a:pt x="31" y="5"/>
                    </a:cubicBezTo>
                    <a:cubicBezTo>
                      <a:pt x="40" y="3"/>
                      <a:pt x="46" y="4"/>
                      <a:pt x="52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8" name="Freeform 1800">
                <a:extLst>
                  <a:ext uri="{FF2B5EF4-FFF2-40B4-BE49-F238E27FC236}">
                    <a16:creationId xmlns:a16="http://schemas.microsoft.com/office/drawing/2014/main" id="{81482A51-A06C-4276-8766-CA6D559D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062"/>
                <a:ext cx="70" cy="88"/>
              </a:xfrm>
              <a:custGeom>
                <a:avLst/>
                <a:gdLst>
                  <a:gd name="T0" fmla="*/ 438 w 28"/>
                  <a:gd name="T1" fmla="*/ 0 h 33"/>
                  <a:gd name="T2" fmla="*/ 0 w 28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3">
                    <a:moveTo>
                      <a:pt x="28" y="0"/>
                    </a:moveTo>
                    <a:cubicBezTo>
                      <a:pt x="17" y="2"/>
                      <a:pt x="4" y="18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9" name="Freeform 1801">
                <a:extLst>
                  <a:ext uri="{FF2B5EF4-FFF2-40B4-BE49-F238E27FC236}">
                    <a16:creationId xmlns:a16="http://schemas.microsoft.com/office/drawing/2014/main" id="{AC5E1072-8463-4847-AD6E-C59C95A6A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075"/>
                <a:ext cx="12" cy="77"/>
              </a:xfrm>
              <a:custGeom>
                <a:avLst/>
                <a:gdLst>
                  <a:gd name="T0" fmla="*/ 0 w 5"/>
                  <a:gd name="T1" fmla="*/ 0 h 29"/>
                  <a:gd name="T2" fmla="*/ 58 w 5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9">
                    <a:moveTo>
                      <a:pt x="0" y="0"/>
                    </a:moveTo>
                    <a:cubicBezTo>
                      <a:pt x="2" y="6"/>
                      <a:pt x="5" y="19"/>
                      <a:pt x="4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0" name="Freeform 1802">
                <a:extLst>
                  <a:ext uri="{FF2B5EF4-FFF2-40B4-BE49-F238E27FC236}">
                    <a16:creationId xmlns:a16="http://schemas.microsoft.com/office/drawing/2014/main" id="{F9030C69-F4EE-41A4-9342-02FC15116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032"/>
                <a:ext cx="65" cy="32"/>
              </a:xfrm>
              <a:custGeom>
                <a:avLst/>
                <a:gdLst>
                  <a:gd name="T0" fmla="*/ 0 w 26"/>
                  <a:gd name="T1" fmla="*/ 171 h 12"/>
                  <a:gd name="T2" fmla="*/ 408 w 2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2">
                    <a:moveTo>
                      <a:pt x="0" y="9"/>
                    </a:moveTo>
                    <a:cubicBezTo>
                      <a:pt x="5" y="0"/>
                      <a:pt x="22" y="2"/>
                      <a:pt x="26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1" name="Freeform 1803">
                <a:extLst>
                  <a:ext uri="{FF2B5EF4-FFF2-40B4-BE49-F238E27FC236}">
                    <a16:creationId xmlns:a16="http://schemas.microsoft.com/office/drawing/2014/main" id="{C6965379-85FF-4CB9-A8A2-2860ECBF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014"/>
                <a:ext cx="25" cy="32"/>
              </a:xfrm>
              <a:custGeom>
                <a:avLst/>
                <a:gdLst>
                  <a:gd name="T0" fmla="*/ 0 w 10"/>
                  <a:gd name="T1" fmla="*/ 227 h 12"/>
                  <a:gd name="T2" fmla="*/ 158 w 1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0" y="12"/>
                    </a:moveTo>
                    <a:cubicBezTo>
                      <a:pt x="2" y="5"/>
                      <a:pt x="10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2" name="Freeform 1804">
                <a:extLst>
                  <a:ext uri="{FF2B5EF4-FFF2-40B4-BE49-F238E27FC236}">
                    <a16:creationId xmlns:a16="http://schemas.microsoft.com/office/drawing/2014/main" id="{8B415EED-28FD-4E8C-B8F4-1924AD6D1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014"/>
                <a:ext cx="17" cy="26"/>
              </a:xfrm>
              <a:custGeom>
                <a:avLst/>
                <a:gdLst>
                  <a:gd name="T0" fmla="*/ 0 w 7"/>
                  <a:gd name="T1" fmla="*/ 0 h 10"/>
                  <a:gd name="T2" fmla="*/ 100 w 7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5" y="2"/>
                      <a:pt x="7" y="10"/>
                      <a:pt x="7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3" name="Freeform 1805">
                <a:extLst>
                  <a:ext uri="{FF2B5EF4-FFF2-40B4-BE49-F238E27FC236}">
                    <a16:creationId xmlns:a16="http://schemas.microsoft.com/office/drawing/2014/main" id="{0F4E9C47-F5AE-40E9-BCCB-09C1234BA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131"/>
                <a:ext cx="13" cy="16"/>
              </a:xfrm>
              <a:custGeom>
                <a:avLst/>
                <a:gdLst>
                  <a:gd name="T0" fmla="*/ 88 w 5"/>
                  <a:gd name="T1" fmla="*/ 0 h 6"/>
                  <a:gd name="T2" fmla="*/ 0 w 5"/>
                  <a:gd name="T3" fmla="*/ 56 h 6"/>
                  <a:gd name="T4" fmla="*/ 88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0"/>
                      <a:pt x="0" y="0"/>
                      <a:pt x="0" y="3"/>
                    </a:cubicBezTo>
                    <a:cubicBezTo>
                      <a:pt x="0" y="6"/>
                      <a:pt x="3" y="5"/>
                      <a:pt x="5" y="6"/>
                    </a:cubicBezTo>
                  </a:path>
                </a:pathLst>
              </a:custGeom>
              <a:noFill/>
              <a:ln w="7938" cap="rnd">
                <a:solidFill>
                  <a:srgbClr val="F7B7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4" name="Freeform 1806">
                <a:extLst>
                  <a:ext uri="{FF2B5EF4-FFF2-40B4-BE49-F238E27FC236}">
                    <a16:creationId xmlns:a16="http://schemas.microsoft.com/office/drawing/2014/main" id="{562F3EBC-714D-43CE-8060-617001D3F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118"/>
                <a:ext cx="20" cy="32"/>
              </a:xfrm>
              <a:custGeom>
                <a:avLst/>
                <a:gdLst>
                  <a:gd name="T0" fmla="*/ 63 w 8"/>
                  <a:gd name="T1" fmla="*/ 227 h 12"/>
                  <a:gd name="T2" fmla="*/ 0 w 8"/>
                  <a:gd name="T3" fmla="*/ 136 h 12"/>
                  <a:gd name="T4" fmla="*/ 125 w 8"/>
                  <a:gd name="T5" fmla="*/ 115 h 12"/>
                  <a:gd name="T6" fmla="*/ 33 w 8"/>
                  <a:gd name="T7" fmla="*/ 35 h 12"/>
                  <a:gd name="T8" fmla="*/ 95 w 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4" y="12"/>
                    </a:moveTo>
                    <a:cubicBezTo>
                      <a:pt x="3" y="11"/>
                      <a:pt x="1" y="9"/>
                      <a:pt x="0" y="7"/>
                    </a:cubicBezTo>
                    <a:cubicBezTo>
                      <a:pt x="2" y="7"/>
                      <a:pt x="7" y="9"/>
                      <a:pt x="8" y="6"/>
                    </a:cubicBezTo>
                    <a:cubicBezTo>
                      <a:pt x="8" y="3"/>
                      <a:pt x="4" y="3"/>
                      <a:pt x="2" y="2"/>
                    </a:cubicBezTo>
                    <a:cubicBezTo>
                      <a:pt x="3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7B7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5" name="Freeform 1807">
                <a:extLst>
                  <a:ext uri="{FF2B5EF4-FFF2-40B4-BE49-F238E27FC236}">
                    <a16:creationId xmlns:a16="http://schemas.microsoft.com/office/drawing/2014/main" id="{877F4E19-9174-48E3-85F1-3AC89FF35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051"/>
                <a:ext cx="25" cy="21"/>
              </a:xfrm>
              <a:custGeom>
                <a:avLst/>
                <a:gdLst>
                  <a:gd name="T0" fmla="*/ 95 w 10"/>
                  <a:gd name="T1" fmla="*/ 123 h 8"/>
                  <a:gd name="T2" fmla="*/ 50 w 10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6" y="7"/>
                    </a:moveTo>
                    <a:cubicBezTo>
                      <a:pt x="10" y="2"/>
                      <a:pt x="0" y="0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F7B7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6" name="Freeform 1808">
                <a:extLst>
                  <a:ext uri="{FF2B5EF4-FFF2-40B4-BE49-F238E27FC236}">
                    <a16:creationId xmlns:a16="http://schemas.microsoft.com/office/drawing/2014/main" id="{1D52B1A9-C15E-4ACF-96DA-9152CF65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008"/>
                <a:ext cx="23" cy="16"/>
              </a:xfrm>
              <a:custGeom>
                <a:avLst/>
                <a:gdLst>
                  <a:gd name="T0" fmla="*/ 151 w 9"/>
                  <a:gd name="T1" fmla="*/ 77 h 6"/>
                  <a:gd name="T2" fmla="*/ 97 w 9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4"/>
                    </a:moveTo>
                    <a:cubicBezTo>
                      <a:pt x="9" y="0"/>
                      <a:pt x="0" y="1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7B7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7" name="Freeform 1809">
                <a:extLst>
                  <a:ext uri="{FF2B5EF4-FFF2-40B4-BE49-F238E27FC236}">
                    <a16:creationId xmlns:a16="http://schemas.microsoft.com/office/drawing/2014/main" id="{546F076C-4D24-468D-A8FD-ACDB0197F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01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29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0" y="1"/>
                      <a:pt x="4" y="0"/>
                      <a:pt x="5" y="1"/>
                    </a:cubicBezTo>
                    <a:cubicBezTo>
                      <a:pt x="7" y="4"/>
                      <a:pt x="4" y="6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F7B7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8" name="Freeform 1810">
                <a:extLst>
                  <a:ext uri="{FF2B5EF4-FFF2-40B4-BE49-F238E27FC236}">
                    <a16:creationId xmlns:a16="http://schemas.microsoft.com/office/drawing/2014/main" id="{898610AD-0429-40E5-84DD-FAA5F7E84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105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7B7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9" name="Freeform 1811">
                <a:extLst>
                  <a:ext uri="{FF2B5EF4-FFF2-40B4-BE49-F238E27FC236}">
                    <a16:creationId xmlns:a16="http://schemas.microsoft.com/office/drawing/2014/main" id="{CB5A04E9-DAAF-47E9-B782-99A2AB14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008"/>
                <a:ext cx="200" cy="86"/>
              </a:xfrm>
              <a:custGeom>
                <a:avLst/>
                <a:gdLst>
                  <a:gd name="T0" fmla="*/ 0 w 80"/>
                  <a:gd name="T1" fmla="*/ 621 h 32"/>
                  <a:gd name="T2" fmla="*/ 595 w 80"/>
                  <a:gd name="T3" fmla="*/ 175 h 32"/>
                  <a:gd name="T4" fmla="*/ 1000 w 80"/>
                  <a:gd name="T5" fmla="*/ 22 h 32"/>
                  <a:gd name="T6" fmla="*/ 1250 w 80"/>
                  <a:gd name="T7" fmla="*/ 0 h 32"/>
                  <a:gd name="T8" fmla="*/ 958 w 80"/>
                  <a:gd name="T9" fmla="*/ 81 h 32"/>
                  <a:gd name="T10" fmla="*/ 0 w 80"/>
                  <a:gd name="T11" fmla="*/ 62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32">
                    <a:moveTo>
                      <a:pt x="0" y="32"/>
                    </a:moveTo>
                    <a:cubicBezTo>
                      <a:pt x="8" y="24"/>
                      <a:pt x="26" y="15"/>
                      <a:pt x="38" y="9"/>
                    </a:cubicBezTo>
                    <a:cubicBezTo>
                      <a:pt x="50" y="4"/>
                      <a:pt x="56" y="1"/>
                      <a:pt x="64" y="1"/>
                    </a:cubicBezTo>
                    <a:cubicBezTo>
                      <a:pt x="71" y="0"/>
                      <a:pt x="76" y="0"/>
                      <a:pt x="80" y="0"/>
                    </a:cubicBezTo>
                    <a:cubicBezTo>
                      <a:pt x="73" y="2"/>
                      <a:pt x="69" y="2"/>
                      <a:pt x="61" y="4"/>
                    </a:cubicBezTo>
                    <a:cubicBezTo>
                      <a:pt x="54" y="6"/>
                      <a:pt x="26" y="16"/>
                      <a:pt x="0" y="32"/>
                    </a:cubicBezTo>
                    <a:close/>
                  </a:path>
                </a:pathLst>
              </a:custGeom>
              <a:solidFill>
                <a:srgbClr val="FF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0" name="Freeform 1812">
                <a:extLst>
                  <a:ext uri="{FF2B5EF4-FFF2-40B4-BE49-F238E27FC236}">
                    <a16:creationId xmlns:a16="http://schemas.microsoft.com/office/drawing/2014/main" id="{AAAE8F48-D40E-4BF7-A984-AFA9419F4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075"/>
                <a:ext cx="63" cy="83"/>
              </a:xfrm>
              <a:custGeom>
                <a:avLst/>
                <a:gdLst>
                  <a:gd name="T0" fmla="*/ 0 w 25"/>
                  <a:gd name="T1" fmla="*/ 594 h 31"/>
                  <a:gd name="T2" fmla="*/ 126 w 25"/>
                  <a:gd name="T3" fmla="*/ 329 h 31"/>
                  <a:gd name="T4" fmla="*/ 401 w 25"/>
                  <a:gd name="T5" fmla="*/ 0 h 31"/>
                  <a:gd name="T6" fmla="*/ 179 w 25"/>
                  <a:gd name="T7" fmla="*/ 308 h 31"/>
                  <a:gd name="T8" fmla="*/ 0 w 25"/>
                  <a:gd name="T9" fmla="*/ 59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0" y="31"/>
                    </a:moveTo>
                    <a:cubicBezTo>
                      <a:pt x="0" y="31"/>
                      <a:pt x="3" y="27"/>
                      <a:pt x="8" y="17"/>
                    </a:cubicBezTo>
                    <a:cubicBezTo>
                      <a:pt x="13" y="7"/>
                      <a:pt x="15" y="4"/>
                      <a:pt x="25" y="0"/>
                    </a:cubicBezTo>
                    <a:cubicBezTo>
                      <a:pt x="22" y="2"/>
                      <a:pt x="14" y="9"/>
                      <a:pt x="11" y="16"/>
                    </a:cubicBezTo>
                    <a:cubicBezTo>
                      <a:pt x="9" y="23"/>
                      <a:pt x="2" y="30"/>
                      <a:pt x="0" y="31"/>
                    </a:cubicBezTo>
                    <a:close/>
                  </a:path>
                </a:pathLst>
              </a:custGeom>
              <a:solidFill>
                <a:srgbClr val="FF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1" name="Freeform 1813">
                <a:extLst>
                  <a:ext uri="{FF2B5EF4-FFF2-40B4-BE49-F238E27FC236}">
                    <a16:creationId xmlns:a16="http://schemas.microsoft.com/office/drawing/2014/main" id="{DA4FADF8-938A-4793-BF6D-80A3ED39C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070"/>
                <a:ext cx="22" cy="45"/>
              </a:xfrm>
              <a:custGeom>
                <a:avLst/>
                <a:gdLst>
                  <a:gd name="T0" fmla="*/ 132 w 9"/>
                  <a:gd name="T1" fmla="*/ 0 h 17"/>
                  <a:gd name="T2" fmla="*/ 29 w 9"/>
                  <a:gd name="T3" fmla="*/ 132 h 17"/>
                  <a:gd name="T4" fmla="*/ 71 w 9"/>
                  <a:gd name="T5" fmla="*/ 315 h 17"/>
                  <a:gd name="T6" fmla="*/ 59 w 9"/>
                  <a:gd name="T7" fmla="*/ 90 h 17"/>
                  <a:gd name="T8" fmla="*/ 132 w 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cubicBezTo>
                      <a:pt x="2" y="0"/>
                      <a:pt x="0" y="4"/>
                      <a:pt x="2" y="7"/>
                    </a:cubicBezTo>
                    <a:cubicBezTo>
                      <a:pt x="4" y="10"/>
                      <a:pt x="5" y="15"/>
                      <a:pt x="5" y="17"/>
                    </a:cubicBezTo>
                    <a:cubicBezTo>
                      <a:pt x="5" y="9"/>
                      <a:pt x="4" y="8"/>
                      <a:pt x="4" y="5"/>
                    </a:cubicBezTo>
                    <a:cubicBezTo>
                      <a:pt x="5" y="2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FF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2" name="Freeform 1814">
                <a:extLst>
                  <a:ext uri="{FF2B5EF4-FFF2-40B4-BE49-F238E27FC236}">
                    <a16:creationId xmlns:a16="http://schemas.microsoft.com/office/drawing/2014/main" id="{8E7008F6-D6DB-40E5-B683-D56A155A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227"/>
                <a:ext cx="383" cy="475"/>
              </a:xfrm>
              <a:custGeom>
                <a:avLst/>
                <a:gdLst>
                  <a:gd name="T0" fmla="*/ 2213 w 153"/>
                  <a:gd name="T1" fmla="*/ 0 h 178"/>
                  <a:gd name="T2" fmla="*/ 2180 w 153"/>
                  <a:gd name="T3" fmla="*/ 1652 h 178"/>
                  <a:gd name="T4" fmla="*/ 1084 w 153"/>
                  <a:gd name="T5" fmla="*/ 3176 h 178"/>
                  <a:gd name="T6" fmla="*/ 0 w 153"/>
                  <a:gd name="T7" fmla="*/ 3269 h 178"/>
                  <a:gd name="T8" fmla="*/ 208 w 153"/>
                  <a:gd name="T9" fmla="*/ 2927 h 178"/>
                  <a:gd name="T10" fmla="*/ 1066 w 153"/>
                  <a:gd name="T11" fmla="*/ 2949 h 178"/>
                  <a:gd name="T12" fmla="*/ 2150 w 153"/>
                  <a:gd name="T13" fmla="*/ 1516 h 178"/>
                  <a:gd name="T14" fmla="*/ 2213 w 153"/>
                  <a:gd name="T15" fmla="*/ 0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178">
                    <a:moveTo>
                      <a:pt x="141" y="0"/>
                    </a:moveTo>
                    <a:cubicBezTo>
                      <a:pt x="147" y="18"/>
                      <a:pt x="153" y="53"/>
                      <a:pt x="139" y="87"/>
                    </a:cubicBezTo>
                    <a:cubicBezTo>
                      <a:pt x="125" y="121"/>
                      <a:pt x="92" y="156"/>
                      <a:pt x="69" y="167"/>
                    </a:cubicBezTo>
                    <a:cubicBezTo>
                      <a:pt x="47" y="178"/>
                      <a:pt x="12" y="175"/>
                      <a:pt x="0" y="172"/>
                    </a:cubicBezTo>
                    <a:cubicBezTo>
                      <a:pt x="5" y="169"/>
                      <a:pt x="13" y="154"/>
                      <a:pt x="13" y="154"/>
                    </a:cubicBezTo>
                    <a:cubicBezTo>
                      <a:pt x="16" y="163"/>
                      <a:pt x="49" y="167"/>
                      <a:pt x="68" y="155"/>
                    </a:cubicBezTo>
                    <a:cubicBezTo>
                      <a:pt x="87" y="144"/>
                      <a:pt x="125" y="117"/>
                      <a:pt x="137" y="80"/>
                    </a:cubicBezTo>
                    <a:cubicBezTo>
                      <a:pt x="150" y="43"/>
                      <a:pt x="146" y="19"/>
                      <a:pt x="141" y="0"/>
                    </a:cubicBezTo>
                    <a:close/>
                  </a:path>
                </a:pathLst>
              </a:custGeom>
              <a:solidFill>
                <a:srgbClr val="E07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3" name="Freeform 1815">
                <a:extLst>
                  <a:ext uri="{FF2B5EF4-FFF2-40B4-BE49-F238E27FC236}">
                    <a16:creationId xmlns:a16="http://schemas.microsoft.com/office/drawing/2014/main" id="{59B3FC76-8CC4-48B4-9AA1-19BFCBF7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542"/>
                <a:ext cx="35" cy="136"/>
              </a:xfrm>
              <a:custGeom>
                <a:avLst/>
                <a:gdLst>
                  <a:gd name="T0" fmla="*/ 83 w 14"/>
                  <a:gd name="T1" fmla="*/ 0 h 51"/>
                  <a:gd name="T2" fmla="*/ 33 w 14"/>
                  <a:gd name="T3" fmla="*/ 285 h 51"/>
                  <a:gd name="T4" fmla="*/ 83 w 14"/>
                  <a:gd name="T5" fmla="*/ 376 h 51"/>
                  <a:gd name="T6" fmla="*/ 113 w 14"/>
                  <a:gd name="T7" fmla="*/ 533 h 51"/>
                  <a:gd name="T8" fmla="*/ 208 w 14"/>
                  <a:gd name="T9" fmla="*/ 717 h 51"/>
                  <a:gd name="T10" fmla="*/ 145 w 14"/>
                  <a:gd name="T11" fmla="*/ 9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1">
                    <a:moveTo>
                      <a:pt x="5" y="0"/>
                    </a:moveTo>
                    <a:cubicBezTo>
                      <a:pt x="6" y="6"/>
                      <a:pt x="0" y="10"/>
                      <a:pt x="2" y="15"/>
                    </a:cubicBezTo>
                    <a:cubicBezTo>
                      <a:pt x="3" y="17"/>
                      <a:pt x="5" y="18"/>
                      <a:pt x="5" y="20"/>
                    </a:cubicBezTo>
                    <a:cubicBezTo>
                      <a:pt x="6" y="23"/>
                      <a:pt x="5" y="25"/>
                      <a:pt x="7" y="28"/>
                    </a:cubicBezTo>
                    <a:cubicBezTo>
                      <a:pt x="9" y="31"/>
                      <a:pt x="14" y="33"/>
                      <a:pt x="13" y="38"/>
                    </a:cubicBezTo>
                    <a:cubicBezTo>
                      <a:pt x="12" y="43"/>
                      <a:pt x="9" y="46"/>
                      <a:pt x="9" y="5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4" name="Freeform 1816">
                <a:extLst>
                  <a:ext uri="{FF2B5EF4-FFF2-40B4-BE49-F238E27FC236}">
                    <a16:creationId xmlns:a16="http://schemas.microsoft.com/office/drawing/2014/main" id="{7ACB39DC-B545-42A6-8113-0C90823ED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603"/>
                <a:ext cx="52" cy="101"/>
              </a:xfrm>
              <a:custGeom>
                <a:avLst/>
                <a:gdLst>
                  <a:gd name="T0" fmla="*/ 0 w 21"/>
                  <a:gd name="T1" fmla="*/ 0 h 38"/>
                  <a:gd name="T2" fmla="*/ 62 w 21"/>
                  <a:gd name="T3" fmla="*/ 77 h 38"/>
                  <a:gd name="T4" fmla="*/ 62 w 21"/>
                  <a:gd name="T5" fmla="*/ 170 h 38"/>
                  <a:gd name="T6" fmla="*/ 92 w 21"/>
                  <a:gd name="T7" fmla="*/ 205 h 38"/>
                  <a:gd name="T8" fmla="*/ 134 w 21"/>
                  <a:gd name="T9" fmla="*/ 303 h 38"/>
                  <a:gd name="T10" fmla="*/ 134 w 21"/>
                  <a:gd name="T11" fmla="*/ 396 h 38"/>
                  <a:gd name="T12" fmla="*/ 196 w 21"/>
                  <a:gd name="T13" fmla="*/ 508 h 38"/>
                  <a:gd name="T14" fmla="*/ 307 w 21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38">
                    <a:moveTo>
                      <a:pt x="0" y="0"/>
                    </a:moveTo>
                    <a:cubicBezTo>
                      <a:pt x="1" y="1"/>
                      <a:pt x="3" y="2"/>
                      <a:pt x="4" y="4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5" y="11"/>
                      <a:pt x="6" y="10"/>
                      <a:pt x="6" y="11"/>
                    </a:cubicBezTo>
                    <a:cubicBezTo>
                      <a:pt x="8" y="13"/>
                      <a:pt x="9" y="14"/>
                      <a:pt x="9" y="16"/>
                    </a:cubicBezTo>
                    <a:cubicBezTo>
                      <a:pt x="10" y="18"/>
                      <a:pt x="9" y="20"/>
                      <a:pt x="9" y="21"/>
                    </a:cubicBezTo>
                    <a:cubicBezTo>
                      <a:pt x="9" y="24"/>
                      <a:pt x="12" y="26"/>
                      <a:pt x="13" y="27"/>
                    </a:cubicBezTo>
                    <a:cubicBezTo>
                      <a:pt x="17" y="30"/>
                      <a:pt x="21" y="33"/>
                      <a:pt x="20" y="3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5" name="Freeform 1817">
                <a:extLst>
                  <a:ext uri="{FF2B5EF4-FFF2-40B4-BE49-F238E27FC236}">
                    <a16:creationId xmlns:a16="http://schemas.microsoft.com/office/drawing/2014/main" id="{5BD810B8-12F5-4E21-9A23-950331096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566"/>
                <a:ext cx="25" cy="48"/>
              </a:xfrm>
              <a:custGeom>
                <a:avLst/>
                <a:gdLst>
                  <a:gd name="T0" fmla="*/ 125 w 10"/>
                  <a:gd name="T1" fmla="*/ 341 h 18"/>
                  <a:gd name="T2" fmla="*/ 63 w 10"/>
                  <a:gd name="T3" fmla="*/ 136 h 18"/>
                  <a:gd name="T4" fmla="*/ 0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8" y="18"/>
                    </a:moveTo>
                    <a:cubicBezTo>
                      <a:pt x="10" y="15"/>
                      <a:pt x="6" y="9"/>
                      <a:pt x="4" y="7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6" name="Freeform 1818">
                <a:extLst>
                  <a:ext uri="{FF2B5EF4-FFF2-40B4-BE49-F238E27FC236}">
                    <a16:creationId xmlns:a16="http://schemas.microsoft.com/office/drawing/2014/main" id="{9044E260-85A3-49B5-A970-271194DC3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584"/>
                <a:ext cx="33" cy="62"/>
              </a:xfrm>
              <a:custGeom>
                <a:avLst/>
                <a:gdLst>
                  <a:gd name="T0" fmla="*/ 0 w 13"/>
                  <a:gd name="T1" fmla="*/ 0 h 23"/>
                  <a:gd name="T2" fmla="*/ 129 w 13"/>
                  <a:gd name="T3" fmla="*/ 137 h 23"/>
                  <a:gd name="T4" fmla="*/ 193 w 13"/>
                  <a:gd name="T5" fmla="*/ 232 h 23"/>
                  <a:gd name="T6" fmla="*/ 213 w 13"/>
                  <a:gd name="T7" fmla="*/ 45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4" y="1"/>
                      <a:pt x="6" y="5"/>
                      <a:pt x="8" y="7"/>
                    </a:cubicBezTo>
                    <a:cubicBezTo>
                      <a:pt x="9" y="9"/>
                      <a:pt x="11" y="11"/>
                      <a:pt x="12" y="12"/>
                    </a:cubicBezTo>
                    <a:cubicBezTo>
                      <a:pt x="13" y="15"/>
                      <a:pt x="12" y="20"/>
                      <a:pt x="13" y="2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7" name="Freeform 1819">
                <a:extLst>
                  <a:ext uri="{FF2B5EF4-FFF2-40B4-BE49-F238E27FC236}">
                    <a16:creationId xmlns:a16="http://schemas.microsoft.com/office/drawing/2014/main" id="{8242B506-5C08-46C6-BD69-EAAE3339D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603"/>
                <a:ext cx="32" cy="32"/>
              </a:xfrm>
              <a:custGeom>
                <a:avLst/>
                <a:gdLst>
                  <a:gd name="T0" fmla="*/ 0 w 13"/>
                  <a:gd name="T1" fmla="*/ 35 h 12"/>
                  <a:gd name="T2" fmla="*/ 194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2"/>
                    </a:moveTo>
                    <a:cubicBezTo>
                      <a:pt x="8" y="0"/>
                      <a:pt x="10" y="7"/>
                      <a:pt x="13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8" name="Freeform 1820">
                <a:extLst>
                  <a:ext uri="{FF2B5EF4-FFF2-40B4-BE49-F238E27FC236}">
                    <a16:creationId xmlns:a16="http://schemas.microsoft.com/office/drawing/2014/main" id="{5C970DDD-55D5-4A83-8C76-C3DAA712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611"/>
                <a:ext cx="23" cy="3"/>
              </a:xfrm>
              <a:custGeom>
                <a:avLst/>
                <a:gdLst>
                  <a:gd name="T0" fmla="*/ 0 w 9"/>
                  <a:gd name="T1" fmla="*/ 27 h 1"/>
                  <a:gd name="T2" fmla="*/ 151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9" name="Freeform 1821">
                <a:extLst>
                  <a:ext uri="{FF2B5EF4-FFF2-40B4-BE49-F238E27FC236}">
                    <a16:creationId xmlns:a16="http://schemas.microsoft.com/office/drawing/2014/main" id="{7A2DB1D3-D007-4208-AC3A-E78FAD17E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590"/>
                <a:ext cx="27" cy="21"/>
              </a:xfrm>
              <a:custGeom>
                <a:avLst/>
                <a:gdLst>
                  <a:gd name="T0" fmla="*/ 0 w 11"/>
                  <a:gd name="T1" fmla="*/ 0 h 8"/>
                  <a:gd name="T2" fmla="*/ 162 w 1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6" y="0"/>
                      <a:pt x="9" y="3"/>
                      <a:pt x="11" y="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0" name="Freeform 1822">
                <a:extLst>
                  <a:ext uri="{FF2B5EF4-FFF2-40B4-BE49-F238E27FC236}">
                    <a16:creationId xmlns:a16="http://schemas.microsoft.com/office/drawing/2014/main" id="{6CE97268-6E07-4ADA-83D2-960C4D936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550"/>
                <a:ext cx="28" cy="40"/>
              </a:xfrm>
              <a:custGeom>
                <a:avLst/>
                <a:gdLst>
                  <a:gd name="T0" fmla="*/ 181 w 11"/>
                  <a:gd name="T1" fmla="*/ 285 h 15"/>
                  <a:gd name="T2" fmla="*/ 97 w 11"/>
                  <a:gd name="T3" fmla="*/ 56 h 15"/>
                  <a:gd name="T4" fmla="*/ 0 w 11"/>
                  <a:gd name="T5" fmla="*/ 2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11" y="15"/>
                    </a:moveTo>
                    <a:cubicBezTo>
                      <a:pt x="10" y="11"/>
                      <a:pt x="7" y="7"/>
                      <a:pt x="6" y="3"/>
                    </a:cubicBezTo>
                    <a:cubicBezTo>
                      <a:pt x="4" y="1"/>
                      <a:pt x="4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1" name="Freeform 1823">
                <a:extLst>
                  <a:ext uri="{FF2B5EF4-FFF2-40B4-BE49-F238E27FC236}">
                    <a16:creationId xmlns:a16="http://schemas.microsoft.com/office/drawing/2014/main" id="{2FF02639-3A78-47F9-841B-7F0AC599E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571"/>
                <a:ext cx="47" cy="29"/>
              </a:xfrm>
              <a:custGeom>
                <a:avLst/>
                <a:gdLst>
                  <a:gd name="T0" fmla="*/ 0 w 19"/>
                  <a:gd name="T1" fmla="*/ 0 h 11"/>
                  <a:gd name="T2" fmla="*/ 183 w 19"/>
                  <a:gd name="T3" fmla="*/ 182 h 11"/>
                  <a:gd name="T4" fmla="*/ 287 w 19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6" y="1"/>
                      <a:pt x="7" y="8"/>
                      <a:pt x="12" y="10"/>
                    </a:cubicBezTo>
                    <a:cubicBezTo>
                      <a:pt x="14" y="10"/>
                      <a:pt x="17" y="10"/>
                      <a:pt x="19" y="1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2" name="Freeform 1824">
                <a:extLst>
                  <a:ext uri="{FF2B5EF4-FFF2-40B4-BE49-F238E27FC236}">
                    <a16:creationId xmlns:a16="http://schemas.microsoft.com/office/drawing/2014/main" id="{B8171E10-966D-431E-B420-47176208C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619"/>
                <a:ext cx="8" cy="43"/>
              </a:xfrm>
              <a:custGeom>
                <a:avLst/>
                <a:gdLst>
                  <a:gd name="T0" fmla="*/ 21 w 3"/>
                  <a:gd name="T1" fmla="*/ 0 h 16"/>
                  <a:gd name="T2" fmla="*/ 56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1" y="0"/>
                    </a:moveTo>
                    <a:cubicBezTo>
                      <a:pt x="0" y="5"/>
                      <a:pt x="0" y="11"/>
                      <a:pt x="3" y="1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3" name="Freeform 1825">
                <a:extLst>
                  <a:ext uri="{FF2B5EF4-FFF2-40B4-BE49-F238E27FC236}">
                    <a16:creationId xmlns:a16="http://schemas.microsoft.com/office/drawing/2014/main" id="{074C9B81-4E67-485F-9C9B-B2347DC33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544"/>
                <a:ext cx="10" cy="16"/>
              </a:xfrm>
              <a:custGeom>
                <a:avLst/>
                <a:gdLst>
                  <a:gd name="T0" fmla="*/ 63 w 4"/>
                  <a:gd name="T1" fmla="*/ 115 h 6"/>
                  <a:gd name="T2" fmla="*/ 20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4" y="4"/>
                      <a:pt x="0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4" name="Freeform 1826">
                <a:extLst>
                  <a:ext uri="{FF2B5EF4-FFF2-40B4-BE49-F238E27FC236}">
                    <a16:creationId xmlns:a16="http://schemas.microsoft.com/office/drawing/2014/main" id="{D0A8324C-3C7F-4423-90FC-0FFACF318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643"/>
                <a:ext cx="50" cy="45"/>
              </a:xfrm>
              <a:custGeom>
                <a:avLst/>
                <a:gdLst>
                  <a:gd name="T0" fmla="*/ 0 w 20"/>
                  <a:gd name="T1" fmla="*/ 0 h 17"/>
                  <a:gd name="T2" fmla="*/ 95 w 20"/>
                  <a:gd name="T3" fmla="*/ 34 h 17"/>
                  <a:gd name="T4" fmla="*/ 188 w 20"/>
                  <a:gd name="T5" fmla="*/ 148 h 17"/>
                  <a:gd name="T6" fmla="*/ 250 w 20"/>
                  <a:gd name="T7" fmla="*/ 225 h 17"/>
                  <a:gd name="T8" fmla="*/ 313 w 20"/>
                  <a:gd name="T9" fmla="*/ 31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3" y="0"/>
                      <a:pt x="4" y="0"/>
                      <a:pt x="6" y="2"/>
                    </a:cubicBezTo>
                    <a:cubicBezTo>
                      <a:pt x="8" y="4"/>
                      <a:pt x="10" y="6"/>
                      <a:pt x="12" y="8"/>
                    </a:cubicBezTo>
                    <a:cubicBezTo>
                      <a:pt x="14" y="9"/>
                      <a:pt x="15" y="10"/>
                      <a:pt x="16" y="12"/>
                    </a:cubicBezTo>
                    <a:cubicBezTo>
                      <a:pt x="16" y="15"/>
                      <a:pt x="18" y="15"/>
                      <a:pt x="20" y="1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5" name="Freeform 1827">
                <a:extLst>
                  <a:ext uri="{FF2B5EF4-FFF2-40B4-BE49-F238E27FC236}">
                    <a16:creationId xmlns:a16="http://schemas.microsoft.com/office/drawing/2014/main" id="{8E34D284-0FBA-41C0-BA9F-739478E9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656"/>
                <a:ext cx="47" cy="72"/>
              </a:xfrm>
              <a:custGeom>
                <a:avLst/>
                <a:gdLst>
                  <a:gd name="T0" fmla="*/ 0 w 19"/>
                  <a:gd name="T1" fmla="*/ 0 h 27"/>
                  <a:gd name="T2" fmla="*/ 121 w 19"/>
                  <a:gd name="T3" fmla="*/ 171 h 27"/>
                  <a:gd name="T4" fmla="*/ 153 w 19"/>
                  <a:gd name="T5" fmla="*/ 227 h 27"/>
                  <a:gd name="T6" fmla="*/ 275 w 19"/>
                  <a:gd name="T7" fmla="*/ 376 h 27"/>
                  <a:gd name="T8" fmla="*/ 287 w 19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0" y="0"/>
                    </a:moveTo>
                    <a:cubicBezTo>
                      <a:pt x="5" y="1"/>
                      <a:pt x="7" y="4"/>
                      <a:pt x="8" y="9"/>
                    </a:cubicBezTo>
                    <a:cubicBezTo>
                      <a:pt x="8" y="11"/>
                      <a:pt x="8" y="11"/>
                      <a:pt x="10" y="12"/>
                    </a:cubicBezTo>
                    <a:cubicBezTo>
                      <a:pt x="13" y="15"/>
                      <a:pt x="17" y="16"/>
                      <a:pt x="18" y="20"/>
                    </a:cubicBezTo>
                    <a:cubicBezTo>
                      <a:pt x="19" y="22"/>
                      <a:pt x="19" y="25"/>
                      <a:pt x="19" y="2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6" name="Freeform 1828">
                <a:extLst>
                  <a:ext uri="{FF2B5EF4-FFF2-40B4-BE49-F238E27FC236}">
                    <a16:creationId xmlns:a16="http://schemas.microsoft.com/office/drawing/2014/main" id="{2A54585E-D2F2-4754-AC37-61D94A69E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664"/>
                <a:ext cx="30" cy="72"/>
              </a:xfrm>
              <a:custGeom>
                <a:avLst/>
                <a:gdLst>
                  <a:gd name="T0" fmla="*/ 0 w 12"/>
                  <a:gd name="T1" fmla="*/ 0 h 27"/>
                  <a:gd name="T2" fmla="*/ 50 w 12"/>
                  <a:gd name="T3" fmla="*/ 136 h 27"/>
                  <a:gd name="T4" fmla="*/ 158 w 12"/>
                  <a:gd name="T5" fmla="*/ 248 h 27"/>
                  <a:gd name="T6" fmla="*/ 158 w 12"/>
                  <a:gd name="T7" fmla="*/ 419 h 27"/>
                  <a:gd name="T8" fmla="*/ 188 w 12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0" y="3"/>
                      <a:pt x="1" y="5"/>
                      <a:pt x="3" y="7"/>
                    </a:cubicBezTo>
                    <a:cubicBezTo>
                      <a:pt x="6" y="9"/>
                      <a:pt x="9" y="9"/>
                      <a:pt x="10" y="13"/>
                    </a:cubicBezTo>
                    <a:cubicBezTo>
                      <a:pt x="11" y="15"/>
                      <a:pt x="9" y="19"/>
                      <a:pt x="10" y="22"/>
                    </a:cubicBezTo>
                    <a:cubicBezTo>
                      <a:pt x="10" y="23"/>
                      <a:pt x="11" y="25"/>
                      <a:pt x="12" y="2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7" name="Freeform 1829">
                <a:extLst>
                  <a:ext uri="{FF2B5EF4-FFF2-40B4-BE49-F238E27FC236}">
                    <a16:creationId xmlns:a16="http://schemas.microsoft.com/office/drawing/2014/main" id="{A9617BFE-B450-4C78-B896-249C48C1E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686"/>
                <a:ext cx="15" cy="37"/>
              </a:xfrm>
              <a:custGeom>
                <a:avLst/>
                <a:gdLst>
                  <a:gd name="T0" fmla="*/ 20 w 6"/>
                  <a:gd name="T1" fmla="*/ 0 h 14"/>
                  <a:gd name="T2" fmla="*/ 95 w 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cubicBezTo>
                      <a:pt x="0" y="6"/>
                      <a:pt x="1" y="11"/>
                      <a:pt x="6" y="1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8" name="Freeform 1830">
                <a:extLst>
                  <a:ext uri="{FF2B5EF4-FFF2-40B4-BE49-F238E27FC236}">
                    <a16:creationId xmlns:a16="http://schemas.microsoft.com/office/drawing/2014/main" id="{C2D98C44-D025-4287-AD8F-2FDBA0A9B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718"/>
                <a:ext cx="5" cy="26"/>
              </a:xfrm>
              <a:custGeom>
                <a:avLst/>
                <a:gdLst>
                  <a:gd name="T0" fmla="*/ 33 w 2"/>
                  <a:gd name="T1" fmla="*/ 0 h 10"/>
                  <a:gd name="T2" fmla="*/ 0 w 2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0" y="4"/>
                      <a:pt x="0" y="7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9" name="Freeform 1831">
                <a:extLst>
                  <a:ext uri="{FF2B5EF4-FFF2-40B4-BE49-F238E27FC236}">
                    <a16:creationId xmlns:a16="http://schemas.microsoft.com/office/drawing/2014/main" id="{24A72BE8-0564-4017-857E-2E9EC4CA4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630"/>
                <a:ext cx="35" cy="50"/>
              </a:xfrm>
              <a:custGeom>
                <a:avLst/>
                <a:gdLst>
                  <a:gd name="T0" fmla="*/ 0 w 14"/>
                  <a:gd name="T1" fmla="*/ 0 h 19"/>
                  <a:gd name="T2" fmla="*/ 113 w 14"/>
                  <a:gd name="T3" fmla="*/ 34 h 19"/>
                  <a:gd name="T4" fmla="*/ 188 w 14"/>
                  <a:gd name="T5" fmla="*/ 124 h 19"/>
                  <a:gd name="T6" fmla="*/ 208 w 14"/>
                  <a:gd name="T7" fmla="*/ 292 h 19"/>
                  <a:gd name="T8" fmla="*/ 188 w 14"/>
                  <a:gd name="T9" fmla="*/ 34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3"/>
                      <a:pt x="5" y="2"/>
                      <a:pt x="7" y="2"/>
                    </a:cubicBezTo>
                    <a:cubicBezTo>
                      <a:pt x="9" y="3"/>
                      <a:pt x="11" y="5"/>
                      <a:pt x="12" y="7"/>
                    </a:cubicBezTo>
                    <a:cubicBezTo>
                      <a:pt x="14" y="10"/>
                      <a:pt x="14" y="13"/>
                      <a:pt x="13" y="16"/>
                    </a:cubicBezTo>
                    <a:cubicBezTo>
                      <a:pt x="13" y="17"/>
                      <a:pt x="11" y="19"/>
                      <a:pt x="12" y="1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0" name="Freeform 1832">
                <a:extLst>
                  <a:ext uri="{FF2B5EF4-FFF2-40B4-BE49-F238E27FC236}">
                    <a16:creationId xmlns:a16="http://schemas.microsoft.com/office/drawing/2014/main" id="{985E4D2E-1AFB-4D8A-AB96-1F6014EE0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632"/>
                <a:ext cx="35" cy="8"/>
              </a:xfrm>
              <a:custGeom>
                <a:avLst/>
                <a:gdLst>
                  <a:gd name="T0" fmla="*/ 0 w 14"/>
                  <a:gd name="T1" fmla="*/ 35 h 3"/>
                  <a:gd name="T2" fmla="*/ 145 w 14"/>
                  <a:gd name="T3" fmla="*/ 21 h 3"/>
                  <a:gd name="T4" fmla="*/ 220 w 14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">
                    <a:moveTo>
                      <a:pt x="0" y="2"/>
                    </a:moveTo>
                    <a:cubicBezTo>
                      <a:pt x="3" y="3"/>
                      <a:pt x="6" y="3"/>
                      <a:pt x="9" y="1"/>
                    </a:cubicBezTo>
                    <a:cubicBezTo>
                      <a:pt x="11" y="1"/>
                      <a:pt x="14" y="0"/>
                      <a:pt x="14" y="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1" name="Freeform 1833">
                <a:extLst>
                  <a:ext uri="{FF2B5EF4-FFF2-40B4-BE49-F238E27FC236}">
                    <a16:creationId xmlns:a16="http://schemas.microsoft.com/office/drawing/2014/main" id="{0ED8BE05-8541-47F1-9337-B640566E1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614"/>
                <a:ext cx="43" cy="96"/>
              </a:xfrm>
              <a:custGeom>
                <a:avLst/>
                <a:gdLst>
                  <a:gd name="T0" fmla="*/ 0 w 17"/>
                  <a:gd name="T1" fmla="*/ 0 h 36"/>
                  <a:gd name="T2" fmla="*/ 83 w 17"/>
                  <a:gd name="T3" fmla="*/ 192 h 36"/>
                  <a:gd name="T4" fmla="*/ 192 w 17"/>
                  <a:gd name="T5" fmla="*/ 320 h 36"/>
                  <a:gd name="T6" fmla="*/ 192 w 17"/>
                  <a:gd name="T7" fmla="*/ 435 h 36"/>
                  <a:gd name="T8" fmla="*/ 225 w 17"/>
                  <a:gd name="T9" fmla="*/ 533 h 36"/>
                  <a:gd name="T10" fmla="*/ 243 w 17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6">
                    <a:moveTo>
                      <a:pt x="0" y="0"/>
                    </a:moveTo>
                    <a:cubicBezTo>
                      <a:pt x="4" y="1"/>
                      <a:pt x="4" y="7"/>
                      <a:pt x="5" y="10"/>
                    </a:cubicBezTo>
                    <a:cubicBezTo>
                      <a:pt x="6" y="14"/>
                      <a:pt x="10" y="14"/>
                      <a:pt x="12" y="17"/>
                    </a:cubicBezTo>
                    <a:cubicBezTo>
                      <a:pt x="13" y="19"/>
                      <a:pt x="12" y="21"/>
                      <a:pt x="12" y="23"/>
                    </a:cubicBezTo>
                    <a:cubicBezTo>
                      <a:pt x="13" y="25"/>
                      <a:pt x="13" y="27"/>
                      <a:pt x="14" y="28"/>
                    </a:cubicBezTo>
                    <a:cubicBezTo>
                      <a:pt x="14" y="30"/>
                      <a:pt x="17" y="34"/>
                      <a:pt x="15" y="3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2" name="Freeform 1834">
                <a:extLst>
                  <a:ext uri="{FF2B5EF4-FFF2-40B4-BE49-F238E27FC236}">
                    <a16:creationId xmlns:a16="http://schemas.microsoft.com/office/drawing/2014/main" id="{390E5839-028E-4EC2-8150-FA6723903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662"/>
                <a:ext cx="40" cy="29"/>
              </a:xfrm>
              <a:custGeom>
                <a:avLst/>
                <a:gdLst>
                  <a:gd name="T0" fmla="*/ 0 w 16"/>
                  <a:gd name="T1" fmla="*/ 0 h 11"/>
                  <a:gd name="T2" fmla="*/ 95 w 16"/>
                  <a:gd name="T3" fmla="*/ 76 h 11"/>
                  <a:gd name="T4" fmla="*/ 145 w 16"/>
                  <a:gd name="T5" fmla="*/ 124 h 11"/>
                  <a:gd name="T6" fmla="*/ 250 w 16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cubicBezTo>
                      <a:pt x="1" y="3"/>
                      <a:pt x="3" y="3"/>
                      <a:pt x="6" y="4"/>
                    </a:cubicBezTo>
                    <a:cubicBezTo>
                      <a:pt x="7" y="5"/>
                      <a:pt x="8" y="6"/>
                      <a:pt x="9" y="7"/>
                    </a:cubicBezTo>
                    <a:cubicBezTo>
                      <a:pt x="12" y="8"/>
                      <a:pt x="15" y="7"/>
                      <a:pt x="16" y="1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3" name="Freeform 1835">
                <a:extLst>
                  <a:ext uri="{FF2B5EF4-FFF2-40B4-BE49-F238E27FC236}">
                    <a16:creationId xmlns:a16="http://schemas.microsoft.com/office/drawing/2014/main" id="{E750F2BC-45BF-4098-8964-D6D450D90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672"/>
                <a:ext cx="10" cy="43"/>
              </a:xfrm>
              <a:custGeom>
                <a:avLst/>
                <a:gdLst>
                  <a:gd name="T0" fmla="*/ 50 w 4"/>
                  <a:gd name="T1" fmla="*/ 0 h 16"/>
                  <a:gd name="T2" fmla="*/ 50 w 4"/>
                  <a:gd name="T3" fmla="*/ 94 h 16"/>
                  <a:gd name="T4" fmla="*/ 20 w 4"/>
                  <a:gd name="T5" fmla="*/ 175 h 16"/>
                  <a:gd name="T6" fmla="*/ 20 w 4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6">
                    <a:moveTo>
                      <a:pt x="3" y="0"/>
                    </a:moveTo>
                    <a:cubicBezTo>
                      <a:pt x="4" y="2"/>
                      <a:pt x="4" y="3"/>
                      <a:pt x="3" y="5"/>
                    </a:cubicBezTo>
                    <a:cubicBezTo>
                      <a:pt x="3" y="6"/>
                      <a:pt x="1" y="7"/>
                      <a:pt x="1" y="9"/>
                    </a:cubicBezTo>
                    <a:cubicBezTo>
                      <a:pt x="0" y="11"/>
                      <a:pt x="1" y="14"/>
                      <a:pt x="1" y="1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4" name="Freeform 1836">
                <a:extLst>
                  <a:ext uri="{FF2B5EF4-FFF2-40B4-BE49-F238E27FC236}">
                    <a16:creationId xmlns:a16="http://schemas.microsoft.com/office/drawing/2014/main" id="{6CD8DDDC-8EAC-4DAC-A96C-5ED5DDDB8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683"/>
                <a:ext cx="15" cy="45"/>
              </a:xfrm>
              <a:custGeom>
                <a:avLst/>
                <a:gdLst>
                  <a:gd name="T0" fmla="*/ 50 w 6"/>
                  <a:gd name="T1" fmla="*/ 0 h 17"/>
                  <a:gd name="T2" fmla="*/ 63 w 6"/>
                  <a:gd name="T3" fmla="*/ 204 h 17"/>
                  <a:gd name="T4" fmla="*/ 0 w 6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6" y="2"/>
                      <a:pt x="6" y="8"/>
                      <a:pt x="4" y="11"/>
                    </a:cubicBezTo>
                    <a:cubicBezTo>
                      <a:pt x="3" y="13"/>
                      <a:pt x="1" y="15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5" name="Freeform 1837">
                <a:extLst>
                  <a:ext uri="{FF2B5EF4-FFF2-40B4-BE49-F238E27FC236}">
                    <a16:creationId xmlns:a16="http://schemas.microsoft.com/office/drawing/2014/main" id="{E64BEC83-6CDA-4BBF-8B88-7A889DF7C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38"/>
                <a:ext cx="28" cy="42"/>
              </a:xfrm>
              <a:custGeom>
                <a:avLst/>
                <a:gdLst>
                  <a:gd name="T0" fmla="*/ 20 w 11"/>
                  <a:gd name="T1" fmla="*/ 0 h 16"/>
                  <a:gd name="T2" fmla="*/ 97 w 11"/>
                  <a:gd name="T3" fmla="*/ 200 h 16"/>
                  <a:gd name="T4" fmla="*/ 181 w 11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" y="0"/>
                    </a:moveTo>
                    <a:cubicBezTo>
                      <a:pt x="0" y="4"/>
                      <a:pt x="2" y="9"/>
                      <a:pt x="6" y="11"/>
                    </a:cubicBezTo>
                    <a:cubicBezTo>
                      <a:pt x="7" y="12"/>
                      <a:pt x="10" y="14"/>
                      <a:pt x="11" y="1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6" name="Freeform 1838">
                <a:extLst>
                  <a:ext uri="{FF2B5EF4-FFF2-40B4-BE49-F238E27FC236}">
                    <a16:creationId xmlns:a16="http://schemas.microsoft.com/office/drawing/2014/main" id="{89FF3C3C-FED4-4F9F-BB00-997A08FA1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683"/>
                <a:ext cx="30" cy="48"/>
              </a:xfrm>
              <a:custGeom>
                <a:avLst/>
                <a:gdLst>
                  <a:gd name="T0" fmla="*/ 20 w 12"/>
                  <a:gd name="T1" fmla="*/ 0 h 18"/>
                  <a:gd name="T2" fmla="*/ 33 w 12"/>
                  <a:gd name="T3" fmla="*/ 136 h 18"/>
                  <a:gd name="T4" fmla="*/ 125 w 12"/>
                  <a:gd name="T5" fmla="*/ 192 h 18"/>
                  <a:gd name="T6" fmla="*/ 158 w 12"/>
                  <a:gd name="T7" fmla="*/ 285 h 18"/>
                  <a:gd name="T8" fmla="*/ 188 w 12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1" y="0"/>
                    </a:moveTo>
                    <a:cubicBezTo>
                      <a:pt x="2" y="2"/>
                      <a:pt x="0" y="5"/>
                      <a:pt x="2" y="7"/>
                    </a:cubicBezTo>
                    <a:cubicBezTo>
                      <a:pt x="3" y="9"/>
                      <a:pt x="6" y="9"/>
                      <a:pt x="8" y="10"/>
                    </a:cubicBezTo>
                    <a:cubicBezTo>
                      <a:pt x="9" y="12"/>
                      <a:pt x="9" y="14"/>
                      <a:pt x="10" y="15"/>
                    </a:cubicBezTo>
                    <a:cubicBezTo>
                      <a:pt x="11" y="16"/>
                      <a:pt x="12" y="17"/>
                      <a:pt x="12" y="1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7" name="Freeform 1839">
                <a:extLst>
                  <a:ext uri="{FF2B5EF4-FFF2-40B4-BE49-F238E27FC236}">
                    <a16:creationId xmlns:a16="http://schemas.microsoft.com/office/drawing/2014/main" id="{79B71556-6163-4C1F-8E92-5D7A218BF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707"/>
                <a:ext cx="15" cy="37"/>
              </a:xfrm>
              <a:custGeom>
                <a:avLst/>
                <a:gdLst>
                  <a:gd name="T0" fmla="*/ 95 w 6"/>
                  <a:gd name="T1" fmla="*/ 0 h 14"/>
                  <a:gd name="T2" fmla="*/ 33 w 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5" y="5"/>
                      <a:pt x="0" y="9"/>
                      <a:pt x="2" y="1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8" name="Freeform 1840">
                <a:extLst>
                  <a:ext uri="{FF2B5EF4-FFF2-40B4-BE49-F238E27FC236}">
                    <a16:creationId xmlns:a16="http://schemas.microsoft.com/office/drawing/2014/main" id="{BF030180-C3E3-42CE-B0B3-2FEF4FD07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550"/>
                <a:ext cx="63" cy="122"/>
              </a:xfrm>
              <a:custGeom>
                <a:avLst/>
                <a:gdLst>
                  <a:gd name="T0" fmla="*/ 401 w 25"/>
                  <a:gd name="T1" fmla="*/ 0 h 46"/>
                  <a:gd name="T2" fmla="*/ 242 w 25"/>
                  <a:gd name="T3" fmla="*/ 239 h 46"/>
                  <a:gd name="T4" fmla="*/ 242 w 25"/>
                  <a:gd name="T5" fmla="*/ 353 h 46"/>
                  <a:gd name="T6" fmla="*/ 192 w 25"/>
                  <a:gd name="T7" fmla="*/ 485 h 46"/>
                  <a:gd name="T8" fmla="*/ 179 w 25"/>
                  <a:gd name="T9" fmla="*/ 711 h 46"/>
                  <a:gd name="T10" fmla="*/ 0 w 25"/>
                  <a:gd name="T11" fmla="*/ 85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6">
                    <a:moveTo>
                      <a:pt x="25" y="0"/>
                    </a:moveTo>
                    <a:cubicBezTo>
                      <a:pt x="22" y="6"/>
                      <a:pt x="17" y="7"/>
                      <a:pt x="15" y="13"/>
                    </a:cubicBezTo>
                    <a:cubicBezTo>
                      <a:pt x="15" y="15"/>
                      <a:pt x="16" y="16"/>
                      <a:pt x="15" y="19"/>
                    </a:cubicBezTo>
                    <a:cubicBezTo>
                      <a:pt x="14" y="21"/>
                      <a:pt x="12" y="23"/>
                      <a:pt x="12" y="26"/>
                    </a:cubicBezTo>
                    <a:cubicBezTo>
                      <a:pt x="12" y="30"/>
                      <a:pt x="14" y="34"/>
                      <a:pt x="11" y="38"/>
                    </a:cubicBezTo>
                    <a:cubicBezTo>
                      <a:pt x="8" y="41"/>
                      <a:pt x="3" y="42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9" name="Freeform 1841">
                <a:extLst>
                  <a:ext uri="{FF2B5EF4-FFF2-40B4-BE49-F238E27FC236}">
                    <a16:creationId xmlns:a16="http://schemas.microsoft.com/office/drawing/2014/main" id="{32A9B7E4-E1F7-408D-B06E-ED5803FFF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608"/>
                <a:ext cx="17" cy="112"/>
              </a:xfrm>
              <a:custGeom>
                <a:avLst/>
                <a:gdLst>
                  <a:gd name="T0" fmla="*/ 87 w 7"/>
                  <a:gd name="T1" fmla="*/ 0 h 42"/>
                  <a:gd name="T2" fmla="*/ 100 w 7"/>
                  <a:gd name="T3" fmla="*/ 115 h 42"/>
                  <a:gd name="T4" fmla="*/ 58 w 7"/>
                  <a:gd name="T5" fmla="*/ 192 h 42"/>
                  <a:gd name="T6" fmla="*/ 70 w 7"/>
                  <a:gd name="T7" fmla="*/ 248 h 42"/>
                  <a:gd name="T8" fmla="*/ 58 w 7"/>
                  <a:gd name="T9" fmla="*/ 341 h 42"/>
                  <a:gd name="T10" fmla="*/ 12 w 7"/>
                  <a:gd name="T11" fmla="*/ 435 h 42"/>
                  <a:gd name="T12" fmla="*/ 12 w 7"/>
                  <a:gd name="T13" fmla="*/ 568 h 42"/>
                  <a:gd name="T14" fmla="*/ 0 w 7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42">
                    <a:moveTo>
                      <a:pt x="6" y="0"/>
                    </a:moveTo>
                    <a:cubicBezTo>
                      <a:pt x="6" y="2"/>
                      <a:pt x="7" y="3"/>
                      <a:pt x="7" y="6"/>
                    </a:cubicBezTo>
                    <a:cubicBezTo>
                      <a:pt x="7" y="7"/>
                      <a:pt x="4" y="8"/>
                      <a:pt x="4" y="10"/>
                    </a:cubicBezTo>
                    <a:cubicBezTo>
                      <a:pt x="4" y="11"/>
                      <a:pt x="5" y="12"/>
                      <a:pt x="5" y="13"/>
                    </a:cubicBezTo>
                    <a:cubicBezTo>
                      <a:pt x="5" y="15"/>
                      <a:pt x="5" y="16"/>
                      <a:pt x="4" y="18"/>
                    </a:cubicBezTo>
                    <a:cubicBezTo>
                      <a:pt x="3" y="21"/>
                      <a:pt x="2" y="21"/>
                      <a:pt x="1" y="23"/>
                    </a:cubicBezTo>
                    <a:cubicBezTo>
                      <a:pt x="0" y="24"/>
                      <a:pt x="1" y="28"/>
                      <a:pt x="1" y="30"/>
                    </a:cubicBezTo>
                    <a:cubicBezTo>
                      <a:pt x="2" y="34"/>
                      <a:pt x="4" y="39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0" name="Freeform 1842">
                <a:extLst>
                  <a:ext uri="{FF2B5EF4-FFF2-40B4-BE49-F238E27FC236}">
                    <a16:creationId xmlns:a16="http://schemas.microsoft.com/office/drawing/2014/main" id="{A456B745-5F5A-456E-9819-3D15D54E5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571"/>
                <a:ext cx="8" cy="51"/>
              </a:xfrm>
              <a:custGeom>
                <a:avLst/>
                <a:gdLst>
                  <a:gd name="T0" fmla="*/ 0 w 3"/>
                  <a:gd name="T1" fmla="*/ 368 h 19"/>
                  <a:gd name="T2" fmla="*/ 56 w 3"/>
                  <a:gd name="T3" fmla="*/ 150 h 19"/>
                  <a:gd name="T4" fmla="*/ 56 w 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9">
                    <a:moveTo>
                      <a:pt x="0" y="19"/>
                    </a:moveTo>
                    <a:cubicBezTo>
                      <a:pt x="3" y="17"/>
                      <a:pt x="3" y="11"/>
                      <a:pt x="3" y="8"/>
                    </a:cubicBezTo>
                    <a:cubicBezTo>
                      <a:pt x="3" y="5"/>
                      <a:pt x="3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1" name="Freeform 1843">
                <a:extLst>
                  <a:ext uri="{FF2B5EF4-FFF2-40B4-BE49-F238E27FC236}">
                    <a16:creationId xmlns:a16="http://schemas.microsoft.com/office/drawing/2014/main" id="{CC5A314F-A231-484E-8026-C1F6C0B68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595"/>
                <a:ext cx="18" cy="69"/>
              </a:xfrm>
              <a:custGeom>
                <a:avLst/>
                <a:gdLst>
                  <a:gd name="T0" fmla="*/ 54 w 7"/>
                  <a:gd name="T1" fmla="*/ 0 h 26"/>
                  <a:gd name="T2" fmla="*/ 100 w 7"/>
                  <a:gd name="T3" fmla="*/ 191 h 26"/>
                  <a:gd name="T4" fmla="*/ 100 w 7"/>
                  <a:gd name="T5" fmla="*/ 295 h 26"/>
                  <a:gd name="T6" fmla="*/ 0 w 7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6">
                    <a:moveTo>
                      <a:pt x="3" y="0"/>
                    </a:moveTo>
                    <a:cubicBezTo>
                      <a:pt x="6" y="2"/>
                      <a:pt x="6" y="7"/>
                      <a:pt x="6" y="10"/>
                    </a:cubicBezTo>
                    <a:cubicBezTo>
                      <a:pt x="6" y="12"/>
                      <a:pt x="7" y="15"/>
                      <a:pt x="6" y="16"/>
                    </a:cubicBezTo>
                    <a:cubicBezTo>
                      <a:pt x="6" y="19"/>
                      <a:pt x="2" y="23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2" name="Freeform 1844">
                <a:extLst>
                  <a:ext uri="{FF2B5EF4-FFF2-40B4-BE49-F238E27FC236}">
                    <a16:creationId xmlns:a16="http://schemas.microsoft.com/office/drawing/2014/main" id="{71AEC8CE-076F-4B93-9D74-909C62D2C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627"/>
                <a:ext cx="18" cy="43"/>
              </a:xfrm>
              <a:custGeom>
                <a:avLst/>
                <a:gdLst>
                  <a:gd name="T0" fmla="*/ 0 w 7"/>
                  <a:gd name="T1" fmla="*/ 0 h 16"/>
                  <a:gd name="T2" fmla="*/ 67 w 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7" y="3"/>
                      <a:pt x="5" y="10"/>
                      <a:pt x="4" y="1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3" name="Freeform 1845">
                <a:extLst>
                  <a:ext uri="{FF2B5EF4-FFF2-40B4-BE49-F238E27FC236}">
                    <a16:creationId xmlns:a16="http://schemas.microsoft.com/office/drawing/2014/main" id="{951C8C16-E354-4B67-8D33-D506870C4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646"/>
                <a:ext cx="20" cy="10"/>
              </a:xfrm>
              <a:custGeom>
                <a:avLst/>
                <a:gdLst>
                  <a:gd name="T0" fmla="*/ 0 w 8"/>
                  <a:gd name="T1" fmla="*/ 0 h 4"/>
                  <a:gd name="T2" fmla="*/ 125 w 8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4" name="Freeform 1846">
                <a:extLst>
                  <a:ext uri="{FF2B5EF4-FFF2-40B4-BE49-F238E27FC236}">
                    <a16:creationId xmlns:a16="http://schemas.microsoft.com/office/drawing/2014/main" id="{09336D4B-CC65-494B-A894-C01A954FE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608"/>
                <a:ext cx="12" cy="32"/>
              </a:xfrm>
              <a:custGeom>
                <a:avLst/>
                <a:gdLst>
                  <a:gd name="T0" fmla="*/ 0 w 5"/>
                  <a:gd name="T1" fmla="*/ 0 h 12"/>
                  <a:gd name="T2" fmla="*/ 58 w 5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4" y="3"/>
                      <a:pt x="5" y="7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5" name="Freeform 1847">
                <a:extLst>
                  <a:ext uri="{FF2B5EF4-FFF2-40B4-BE49-F238E27FC236}">
                    <a16:creationId xmlns:a16="http://schemas.microsoft.com/office/drawing/2014/main" id="{C94EBCDB-28E3-4CB1-89D1-A80A186C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558"/>
                <a:ext cx="10" cy="50"/>
              </a:xfrm>
              <a:custGeom>
                <a:avLst/>
                <a:gdLst>
                  <a:gd name="T0" fmla="*/ 0 w 4"/>
                  <a:gd name="T1" fmla="*/ 347 h 19"/>
                  <a:gd name="T2" fmla="*/ 33 w 4"/>
                  <a:gd name="T3" fmla="*/ 124 h 19"/>
                  <a:gd name="T4" fmla="*/ 0 w 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9">
                    <a:moveTo>
                      <a:pt x="0" y="19"/>
                    </a:moveTo>
                    <a:cubicBezTo>
                      <a:pt x="1" y="15"/>
                      <a:pt x="2" y="11"/>
                      <a:pt x="2" y="7"/>
                    </a:cubicBezTo>
                    <a:cubicBezTo>
                      <a:pt x="3" y="4"/>
                      <a:pt x="4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6" name="Freeform 1848">
                <a:extLst>
                  <a:ext uri="{FF2B5EF4-FFF2-40B4-BE49-F238E27FC236}">
                    <a16:creationId xmlns:a16="http://schemas.microsoft.com/office/drawing/2014/main" id="{F426B551-4566-4DA0-B305-0E1F672B7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590"/>
                <a:ext cx="25" cy="56"/>
              </a:xfrm>
              <a:custGeom>
                <a:avLst/>
                <a:gdLst>
                  <a:gd name="T0" fmla="*/ 0 w 10"/>
                  <a:gd name="T1" fmla="*/ 0 h 21"/>
                  <a:gd name="T2" fmla="*/ 83 w 10"/>
                  <a:gd name="T3" fmla="*/ 285 h 21"/>
                  <a:gd name="T4" fmla="*/ 158 w 10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cubicBezTo>
                      <a:pt x="5" y="5"/>
                      <a:pt x="2" y="11"/>
                      <a:pt x="5" y="15"/>
                    </a:cubicBezTo>
                    <a:cubicBezTo>
                      <a:pt x="6" y="17"/>
                      <a:pt x="9" y="18"/>
                      <a:pt x="10" y="2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7" name="Freeform 1849">
                <a:extLst>
                  <a:ext uri="{FF2B5EF4-FFF2-40B4-BE49-F238E27FC236}">
                    <a16:creationId xmlns:a16="http://schemas.microsoft.com/office/drawing/2014/main" id="{02508098-BE81-443B-9B79-CA437DF1E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622"/>
                <a:ext cx="20" cy="37"/>
              </a:xfrm>
              <a:custGeom>
                <a:avLst/>
                <a:gdLst>
                  <a:gd name="T0" fmla="*/ 125 w 8"/>
                  <a:gd name="T1" fmla="*/ 0 h 14"/>
                  <a:gd name="T2" fmla="*/ 0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4" y="3"/>
                      <a:pt x="0" y="8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8" name="Freeform 1850">
                <a:extLst>
                  <a:ext uri="{FF2B5EF4-FFF2-40B4-BE49-F238E27FC236}">
                    <a16:creationId xmlns:a16="http://schemas.microsoft.com/office/drawing/2014/main" id="{83A8FECC-D0F8-41DF-B100-66BBDE0C1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547"/>
                <a:ext cx="5" cy="19"/>
              </a:xfrm>
              <a:custGeom>
                <a:avLst/>
                <a:gdLst>
                  <a:gd name="T0" fmla="*/ 20 w 2"/>
                  <a:gd name="T1" fmla="*/ 141 h 7"/>
                  <a:gd name="T2" fmla="*/ 20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2" y="5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9" name="Freeform 1851">
                <a:extLst>
                  <a:ext uri="{FF2B5EF4-FFF2-40B4-BE49-F238E27FC236}">
                    <a16:creationId xmlns:a16="http://schemas.microsoft.com/office/drawing/2014/main" id="{F443794E-2DBB-4D3A-BAE4-02B1A379B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654"/>
                <a:ext cx="18" cy="69"/>
              </a:xfrm>
              <a:custGeom>
                <a:avLst/>
                <a:gdLst>
                  <a:gd name="T0" fmla="*/ 0 w 7"/>
                  <a:gd name="T1" fmla="*/ 0 h 26"/>
                  <a:gd name="T2" fmla="*/ 54 w 7"/>
                  <a:gd name="T3" fmla="*/ 93 h 26"/>
                  <a:gd name="T4" fmla="*/ 85 w 7"/>
                  <a:gd name="T5" fmla="*/ 260 h 26"/>
                  <a:gd name="T6" fmla="*/ 85 w 7"/>
                  <a:gd name="T7" fmla="*/ 353 h 26"/>
                  <a:gd name="T8" fmla="*/ 118 w 7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2" y="2"/>
                      <a:pt x="3" y="2"/>
                      <a:pt x="3" y="5"/>
                    </a:cubicBezTo>
                    <a:cubicBezTo>
                      <a:pt x="4" y="8"/>
                      <a:pt x="4" y="11"/>
                      <a:pt x="5" y="14"/>
                    </a:cubicBezTo>
                    <a:cubicBezTo>
                      <a:pt x="6" y="16"/>
                      <a:pt x="6" y="17"/>
                      <a:pt x="5" y="19"/>
                    </a:cubicBezTo>
                    <a:cubicBezTo>
                      <a:pt x="4" y="22"/>
                      <a:pt x="6" y="23"/>
                      <a:pt x="7" y="2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0" name="Freeform 1852">
                <a:extLst>
                  <a:ext uri="{FF2B5EF4-FFF2-40B4-BE49-F238E27FC236}">
                    <a16:creationId xmlns:a16="http://schemas.microsoft.com/office/drawing/2014/main" id="{55104141-3F23-4DDA-B79F-A4A9E6181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667"/>
                <a:ext cx="10" cy="88"/>
              </a:xfrm>
              <a:custGeom>
                <a:avLst/>
                <a:gdLst>
                  <a:gd name="T0" fmla="*/ 0 w 4"/>
                  <a:gd name="T1" fmla="*/ 0 h 33"/>
                  <a:gd name="T2" fmla="*/ 20 w 4"/>
                  <a:gd name="T3" fmla="*/ 205 h 33"/>
                  <a:gd name="T4" fmla="*/ 20 w 4"/>
                  <a:gd name="T5" fmla="*/ 307 h 33"/>
                  <a:gd name="T6" fmla="*/ 50 w 4"/>
                  <a:gd name="T7" fmla="*/ 512 h 33"/>
                  <a:gd name="T8" fmla="*/ 0 w 4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3">
                    <a:moveTo>
                      <a:pt x="0" y="0"/>
                    </a:moveTo>
                    <a:cubicBezTo>
                      <a:pt x="3" y="3"/>
                      <a:pt x="3" y="8"/>
                      <a:pt x="1" y="11"/>
                    </a:cubicBezTo>
                    <a:cubicBezTo>
                      <a:pt x="0" y="14"/>
                      <a:pt x="0" y="13"/>
                      <a:pt x="1" y="16"/>
                    </a:cubicBezTo>
                    <a:cubicBezTo>
                      <a:pt x="2" y="19"/>
                      <a:pt x="4" y="22"/>
                      <a:pt x="3" y="27"/>
                    </a:cubicBezTo>
                    <a:cubicBezTo>
                      <a:pt x="2" y="29"/>
                      <a:pt x="1" y="31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1" name="Freeform 1853">
                <a:extLst>
                  <a:ext uri="{FF2B5EF4-FFF2-40B4-BE49-F238E27FC236}">
                    <a16:creationId xmlns:a16="http://schemas.microsoft.com/office/drawing/2014/main" id="{D6D35816-373B-4158-8BFE-8ED5EFE26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664"/>
                <a:ext cx="20" cy="78"/>
              </a:xfrm>
              <a:custGeom>
                <a:avLst/>
                <a:gdLst>
                  <a:gd name="T0" fmla="*/ 95 w 8"/>
                  <a:gd name="T1" fmla="*/ 0 h 29"/>
                  <a:gd name="T2" fmla="*/ 83 w 8"/>
                  <a:gd name="T3" fmla="*/ 159 h 29"/>
                  <a:gd name="T4" fmla="*/ 113 w 8"/>
                  <a:gd name="T5" fmla="*/ 312 h 29"/>
                  <a:gd name="T6" fmla="*/ 20 w 8"/>
                  <a:gd name="T7" fmla="*/ 449 h 29"/>
                  <a:gd name="T8" fmla="*/ 0 w 8"/>
                  <a:gd name="T9" fmla="*/ 5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9">
                    <a:moveTo>
                      <a:pt x="6" y="0"/>
                    </a:moveTo>
                    <a:cubicBezTo>
                      <a:pt x="4" y="3"/>
                      <a:pt x="3" y="5"/>
                      <a:pt x="5" y="8"/>
                    </a:cubicBezTo>
                    <a:cubicBezTo>
                      <a:pt x="6" y="10"/>
                      <a:pt x="8" y="13"/>
                      <a:pt x="7" y="16"/>
                    </a:cubicBezTo>
                    <a:cubicBezTo>
                      <a:pt x="6" y="19"/>
                      <a:pt x="3" y="20"/>
                      <a:pt x="1" y="23"/>
                    </a:cubicBezTo>
                    <a:cubicBezTo>
                      <a:pt x="1" y="25"/>
                      <a:pt x="1" y="27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2" name="Freeform 1854">
                <a:extLst>
                  <a:ext uri="{FF2B5EF4-FFF2-40B4-BE49-F238E27FC236}">
                    <a16:creationId xmlns:a16="http://schemas.microsoft.com/office/drawing/2014/main" id="{E9729FA5-C4CD-4A3A-85A0-D154A6549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686"/>
                <a:ext cx="15" cy="40"/>
              </a:xfrm>
              <a:custGeom>
                <a:avLst/>
                <a:gdLst>
                  <a:gd name="T0" fmla="*/ 95 w 6"/>
                  <a:gd name="T1" fmla="*/ 0 h 15"/>
                  <a:gd name="T2" fmla="*/ 50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cubicBezTo>
                      <a:pt x="2" y="5"/>
                      <a:pt x="0" y="10"/>
                      <a:pt x="3" y="1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3" name="Freeform 1855">
                <a:extLst>
                  <a:ext uri="{FF2B5EF4-FFF2-40B4-BE49-F238E27FC236}">
                    <a16:creationId xmlns:a16="http://schemas.microsoft.com/office/drawing/2014/main" id="{E5766C52-4126-4BB4-A299-62A494C49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718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0" y="2"/>
                      <a:pt x="2" y="6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4" name="Freeform 1856">
                <a:extLst>
                  <a:ext uri="{FF2B5EF4-FFF2-40B4-BE49-F238E27FC236}">
                    <a16:creationId xmlns:a16="http://schemas.microsoft.com/office/drawing/2014/main" id="{E9AF91A1-4CFF-4CFA-A8D6-BEBF62FC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651"/>
                <a:ext cx="20" cy="59"/>
              </a:xfrm>
              <a:custGeom>
                <a:avLst/>
                <a:gdLst>
                  <a:gd name="T0" fmla="*/ 20 w 8"/>
                  <a:gd name="T1" fmla="*/ 0 h 22"/>
                  <a:gd name="T2" fmla="*/ 95 w 8"/>
                  <a:gd name="T3" fmla="*/ 115 h 22"/>
                  <a:gd name="T4" fmla="*/ 113 w 8"/>
                  <a:gd name="T5" fmla="*/ 252 h 22"/>
                  <a:gd name="T6" fmla="*/ 50 w 8"/>
                  <a:gd name="T7" fmla="*/ 389 h 22"/>
                  <a:gd name="T8" fmla="*/ 20 w 8"/>
                  <a:gd name="T9" fmla="*/ 4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2">
                    <a:moveTo>
                      <a:pt x="1" y="0"/>
                    </a:moveTo>
                    <a:cubicBezTo>
                      <a:pt x="1" y="3"/>
                      <a:pt x="4" y="4"/>
                      <a:pt x="6" y="6"/>
                    </a:cubicBezTo>
                    <a:cubicBezTo>
                      <a:pt x="7" y="8"/>
                      <a:pt x="8" y="10"/>
                      <a:pt x="7" y="13"/>
                    </a:cubicBezTo>
                    <a:cubicBezTo>
                      <a:pt x="7" y="16"/>
                      <a:pt x="6" y="18"/>
                      <a:pt x="3" y="20"/>
                    </a:cubicBezTo>
                    <a:cubicBezTo>
                      <a:pt x="2" y="21"/>
                      <a:pt x="0" y="22"/>
                      <a:pt x="1" y="2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5" name="Freeform 1857">
                <a:extLst>
                  <a:ext uri="{FF2B5EF4-FFF2-40B4-BE49-F238E27FC236}">
                    <a16:creationId xmlns:a16="http://schemas.microsoft.com/office/drawing/2014/main" id="{8F1AFC55-1C84-42A7-B9C8-D2C100E5A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672"/>
                <a:ext cx="30" cy="22"/>
              </a:xfrm>
              <a:custGeom>
                <a:avLst/>
                <a:gdLst>
                  <a:gd name="T0" fmla="*/ 0 w 12"/>
                  <a:gd name="T1" fmla="*/ 0 h 8"/>
                  <a:gd name="T2" fmla="*/ 125 w 12"/>
                  <a:gd name="T3" fmla="*/ 83 h 8"/>
                  <a:gd name="T4" fmla="*/ 188 w 12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2" y="3"/>
                      <a:pt x="4" y="3"/>
                      <a:pt x="8" y="4"/>
                    </a:cubicBezTo>
                    <a:cubicBezTo>
                      <a:pt x="10" y="5"/>
                      <a:pt x="12" y="6"/>
                      <a:pt x="12" y="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6" name="Freeform 1858">
                <a:extLst>
                  <a:ext uri="{FF2B5EF4-FFF2-40B4-BE49-F238E27FC236}">
                    <a16:creationId xmlns:a16="http://schemas.microsoft.com/office/drawing/2014/main" id="{0E83690D-1B6A-4507-8361-F55F6432C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656"/>
                <a:ext cx="27" cy="99"/>
              </a:xfrm>
              <a:custGeom>
                <a:avLst/>
                <a:gdLst>
                  <a:gd name="T0" fmla="*/ 120 w 11"/>
                  <a:gd name="T1" fmla="*/ 0 h 37"/>
                  <a:gd name="T2" fmla="*/ 91 w 11"/>
                  <a:gd name="T3" fmla="*/ 193 h 37"/>
                  <a:gd name="T4" fmla="*/ 120 w 11"/>
                  <a:gd name="T5" fmla="*/ 385 h 37"/>
                  <a:gd name="T6" fmla="*/ 71 w 11"/>
                  <a:gd name="T7" fmla="*/ 479 h 37"/>
                  <a:gd name="T8" fmla="*/ 42 w 11"/>
                  <a:gd name="T9" fmla="*/ 594 h 37"/>
                  <a:gd name="T10" fmla="*/ 0 w 11"/>
                  <a:gd name="T11" fmla="*/ 70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7">
                    <a:moveTo>
                      <a:pt x="8" y="0"/>
                    </a:moveTo>
                    <a:cubicBezTo>
                      <a:pt x="11" y="3"/>
                      <a:pt x="7" y="7"/>
                      <a:pt x="6" y="10"/>
                    </a:cubicBezTo>
                    <a:cubicBezTo>
                      <a:pt x="5" y="14"/>
                      <a:pt x="8" y="17"/>
                      <a:pt x="8" y="20"/>
                    </a:cubicBezTo>
                    <a:cubicBezTo>
                      <a:pt x="7" y="22"/>
                      <a:pt x="6" y="23"/>
                      <a:pt x="5" y="25"/>
                    </a:cubicBezTo>
                    <a:cubicBezTo>
                      <a:pt x="4" y="27"/>
                      <a:pt x="4" y="29"/>
                      <a:pt x="3" y="31"/>
                    </a:cubicBezTo>
                    <a:cubicBezTo>
                      <a:pt x="2" y="32"/>
                      <a:pt x="2" y="37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7" name="Freeform 1859">
                <a:extLst>
                  <a:ext uri="{FF2B5EF4-FFF2-40B4-BE49-F238E27FC236}">
                    <a16:creationId xmlns:a16="http://schemas.microsoft.com/office/drawing/2014/main" id="{FD76ADF6-1F86-45F6-A881-B2DE6FD5B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699"/>
                <a:ext cx="23" cy="48"/>
              </a:xfrm>
              <a:custGeom>
                <a:avLst/>
                <a:gdLst>
                  <a:gd name="T0" fmla="*/ 20 w 9"/>
                  <a:gd name="T1" fmla="*/ 0 h 18"/>
                  <a:gd name="T2" fmla="*/ 51 w 9"/>
                  <a:gd name="T3" fmla="*/ 136 h 18"/>
                  <a:gd name="T4" fmla="*/ 84 w 9"/>
                  <a:gd name="T5" fmla="*/ 192 h 18"/>
                  <a:gd name="T6" fmla="*/ 130 w 9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0" y="3"/>
                      <a:pt x="2" y="4"/>
                      <a:pt x="3" y="7"/>
                    </a:cubicBezTo>
                    <a:cubicBezTo>
                      <a:pt x="4" y="8"/>
                      <a:pt x="4" y="9"/>
                      <a:pt x="5" y="10"/>
                    </a:cubicBezTo>
                    <a:cubicBezTo>
                      <a:pt x="6" y="13"/>
                      <a:pt x="9" y="14"/>
                      <a:pt x="8" y="1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8" name="Freeform 1860">
                <a:extLst>
                  <a:ext uri="{FF2B5EF4-FFF2-40B4-BE49-F238E27FC236}">
                    <a16:creationId xmlns:a16="http://schemas.microsoft.com/office/drawing/2014/main" id="{F1E98ABB-31B6-48E2-9B8E-5C65DA538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712"/>
                <a:ext cx="30" cy="32"/>
              </a:xfrm>
              <a:custGeom>
                <a:avLst/>
                <a:gdLst>
                  <a:gd name="T0" fmla="*/ 188 w 12"/>
                  <a:gd name="T1" fmla="*/ 0 h 12"/>
                  <a:gd name="T2" fmla="*/ 145 w 12"/>
                  <a:gd name="T3" fmla="*/ 77 h 12"/>
                  <a:gd name="T4" fmla="*/ 63 w 12"/>
                  <a:gd name="T5" fmla="*/ 115 h 12"/>
                  <a:gd name="T6" fmla="*/ 0 w 12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11" y="2"/>
                      <a:pt x="11" y="3"/>
                      <a:pt x="9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7"/>
                      <a:pt x="1" y="10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9" name="Freeform 1861">
                <a:extLst>
                  <a:ext uri="{FF2B5EF4-FFF2-40B4-BE49-F238E27FC236}">
                    <a16:creationId xmlns:a16="http://schemas.microsoft.com/office/drawing/2014/main" id="{A507BDFA-0E47-4091-8BDA-3013410CB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723"/>
                <a:ext cx="33" cy="32"/>
              </a:xfrm>
              <a:custGeom>
                <a:avLst/>
                <a:gdLst>
                  <a:gd name="T0" fmla="*/ 193 w 13"/>
                  <a:gd name="T1" fmla="*/ 0 h 12"/>
                  <a:gd name="T2" fmla="*/ 96 w 13"/>
                  <a:gd name="T3" fmla="*/ 192 h 12"/>
                  <a:gd name="T4" fmla="*/ 0 w 13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2" y="0"/>
                    </a:moveTo>
                    <a:cubicBezTo>
                      <a:pt x="13" y="3"/>
                      <a:pt x="9" y="8"/>
                      <a:pt x="6" y="10"/>
                    </a:cubicBezTo>
                    <a:cubicBezTo>
                      <a:pt x="4" y="11"/>
                      <a:pt x="2" y="11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0" name="Freeform 1862">
                <a:extLst>
                  <a:ext uri="{FF2B5EF4-FFF2-40B4-BE49-F238E27FC236}">
                    <a16:creationId xmlns:a16="http://schemas.microsoft.com/office/drawing/2014/main" id="{F2339A16-ABD5-4356-83DD-8CAC495E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694"/>
                <a:ext cx="7" cy="50"/>
              </a:xfrm>
              <a:custGeom>
                <a:avLst/>
                <a:gdLst>
                  <a:gd name="T0" fmla="*/ 37 w 3"/>
                  <a:gd name="T1" fmla="*/ 0 h 19"/>
                  <a:gd name="T2" fmla="*/ 12 w 3"/>
                  <a:gd name="T3" fmla="*/ 221 h 19"/>
                  <a:gd name="T4" fmla="*/ 37 w 3"/>
                  <a:gd name="T5" fmla="*/ 34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9">
                    <a:moveTo>
                      <a:pt x="3" y="0"/>
                    </a:moveTo>
                    <a:cubicBezTo>
                      <a:pt x="1" y="3"/>
                      <a:pt x="0" y="8"/>
                      <a:pt x="1" y="12"/>
                    </a:cubicBezTo>
                    <a:cubicBezTo>
                      <a:pt x="2" y="14"/>
                      <a:pt x="3" y="17"/>
                      <a:pt x="3" y="1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1" name="Freeform 1863">
                <a:extLst>
                  <a:ext uri="{FF2B5EF4-FFF2-40B4-BE49-F238E27FC236}">
                    <a16:creationId xmlns:a16="http://schemas.microsoft.com/office/drawing/2014/main" id="{B915FAF8-7555-4F14-991A-60FF66E8C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696"/>
                <a:ext cx="10" cy="56"/>
              </a:xfrm>
              <a:custGeom>
                <a:avLst/>
                <a:gdLst>
                  <a:gd name="T0" fmla="*/ 63 w 4"/>
                  <a:gd name="T1" fmla="*/ 0 h 21"/>
                  <a:gd name="T2" fmla="*/ 20 w 4"/>
                  <a:gd name="T3" fmla="*/ 136 h 21"/>
                  <a:gd name="T4" fmla="*/ 50 w 4"/>
                  <a:gd name="T5" fmla="*/ 248 h 21"/>
                  <a:gd name="T6" fmla="*/ 33 w 4"/>
                  <a:gd name="T7" fmla="*/ 341 h 21"/>
                  <a:gd name="T8" fmla="*/ 33 w 4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3" y="3"/>
                      <a:pt x="0" y="4"/>
                      <a:pt x="1" y="7"/>
                    </a:cubicBezTo>
                    <a:cubicBezTo>
                      <a:pt x="1" y="9"/>
                      <a:pt x="3" y="10"/>
                      <a:pt x="3" y="13"/>
                    </a:cubicBezTo>
                    <a:cubicBezTo>
                      <a:pt x="3" y="15"/>
                      <a:pt x="2" y="16"/>
                      <a:pt x="2" y="18"/>
                    </a:cubicBezTo>
                    <a:cubicBezTo>
                      <a:pt x="2" y="19"/>
                      <a:pt x="3" y="20"/>
                      <a:pt x="2" y="2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2" name="Freeform 1864">
                <a:extLst>
                  <a:ext uri="{FF2B5EF4-FFF2-40B4-BE49-F238E27FC236}">
                    <a16:creationId xmlns:a16="http://schemas.microsoft.com/office/drawing/2014/main" id="{8F21BFA1-4251-4F4E-B2C3-15DBFDEC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726"/>
                <a:ext cx="25" cy="24"/>
              </a:xfrm>
              <a:custGeom>
                <a:avLst/>
                <a:gdLst>
                  <a:gd name="T0" fmla="*/ 158 w 10"/>
                  <a:gd name="T1" fmla="*/ 0 h 9"/>
                  <a:gd name="T2" fmla="*/ 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7" y="3"/>
                      <a:pt x="1" y="4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3" name="Freeform 1865">
                <a:extLst>
                  <a:ext uri="{FF2B5EF4-FFF2-40B4-BE49-F238E27FC236}">
                    <a16:creationId xmlns:a16="http://schemas.microsoft.com/office/drawing/2014/main" id="{892641C8-346E-4750-A2C4-86C0579C2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1387"/>
                <a:ext cx="75" cy="107"/>
              </a:xfrm>
              <a:custGeom>
                <a:avLst/>
                <a:gdLst>
                  <a:gd name="T0" fmla="*/ 470 w 30"/>
                  <a:gd name="T1" fmla="*/ 765 h 40"/>
                  <a:gd name="T2" fmla="*/ 395 w 30"/>
                  <a:gd name="T3" fmla="*/ 516 h 40"/>
                  <a:gd name="T4" fmla="*/ 300 w 30"/>
                  <a:gd name="T5" fmla="*/ 457 h 40"/>
                  <a:gd name="T6" fmla="*/ 220 w 30"/>
                  <a:gd name="T7" fmla="*/ 342 h 40"/>
                  <a:gd name="T8" fmla="*/ 50 w 30"/>
                  <a:gd name="T9" fmla="*/ 251 h 40"/>
                  <a:gd name="T10" fmla="*/ 0 w 30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0">
                    <a:moveTo>
                      <a:pt x="30" y="40"/>
                    </a:moveTo>
                    <a:cubicBezTo>
                      <a:pt x="26" y="36"/>
                      <a:pt x="29" y="30"/>
                      <a:pt x="25" y="27"/>
                    </a:cubicBezTo>
                    <a:cubicBezTo>
                      <a:pt x="23" y="25"/>
                      <a:pt x="21" y="26"/>
                      <a:pt x="19" y="24"/>
                    </a:cubicBezTo>
                    <a:cubicBezTo>
                      <a:pt x="17" y="22"/>
                      <a:pt x="17" y="20"/>
                      <a:pt x="14" y="18"/>
                    </a:cubicBezTo>
                    <a:cubicBezTo>
                      <a:pt x="10" y="17"/>
                      <a:pt x="5" y="18"/>
                      <a:pt x="3" y="13"/>
                    </a:cubicBezTo>
                    <a:cubicBezTo>
                      <a:pt x="1" y="9"/>
                      <a:pt x="2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4" name="Freeform 1866">
                <a:extLst>
                  <a:ext uri="{FF2B5EF4-FFF2-40B4-BE49-F238E27FC236}">
                    <a16:creationId xmlns:a16="http://schemas.microsoft.com/office/drawing/2014/main" id="{40D68BE6-418B-4BC9-8013-3B8B380DD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392"/>
                <a:ext cx="95" cy="56"/>
              </a:xfrm>
              <a:custGeom>
                <a:avLst/>
                <a:gdLst>
                  <a:gd name="T0" fmla="*/ 595 w 38"/>
                  <a:gd name="T1" fmla="*/ 397 h 21"/>
                  <a:gd name="T2" fmla="*/ 500 w 38"/>
                  <a:gd name="T3" fmla="*/ 376 h 21"/>
                  <a:gd name="T4" fmla="*/ 458 w 38"/>
                  <a:gd name="T5" fmla="*/ 285 h 21"/>
                  <a:gd name="T6" fmla="*/ 408 w 38"/>
                  <a:gd name="T7" fmla="*/ 285 h 21"/>
                  <a:gd name="T8" fmla="*/ 333 w 38"/>
                  <a:gd name="T9" fmla="*/ 227 h 21"/>
                  <a:gd name="T10" fmla="*/ 283 w 38"/>
                  <a:gd name="T11" fmla="*/ 149 h 21"/>
                  <a:gd name="T12" fmla="*/ 175 w 38"/>
                  <a:gd name="T13" fmla="*/ 93 h 21"/>
                  <a:gd name="T14" fmla="*/ 0 w 38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1">
                    <a:moveTo>
                      <a:pt x="38" y="21"/>
                    </a:moveTo>
                    <a:cubicBezTo>
                      <a:pt x="36" y="20"/>
                      <a:pt x="33" y="21"/>
                      <a:pt x="32" y="20"/>
                    </a:cubicBezTo>
                    <a:cubicBezTo>
                      <a:pt x="30" y="19"/>
                      <a:pt x="30" y="16"/>
                      <a:pt x="29" y="15"/>
                    </a:cubicBezTo>
                    <a:cubicBezTo>
                      <a:pt x="28" y="14"/>
                      <a:pt x="27" y="15"/>
                      <a:pt x="26" y="15"/>
                    </a:cubicBezTo>
                    <a:cubicBezTo>
                      <a:pt x="24" y="14"/>
                      <a:pt x="22" y="14"/>
                      <a:pt x="21" y="12"/>
                    </a:cubicBezTo>
                    <a:cubicBezTo>
                      <a:pt x="19" y="11"/>
                      <a:pt x="19" y="9"/>
                      <a:pt x="18" y="8"/>
                    </a:cubicBezTo>
                    <a:cubicBezTo>
                      <a:pt x="17" y="6"/>
                      <a:pt x="13" y="6"/>
                      <a:pt x="11" y="5"/>
                    </a:cubicBezTo>
                    <a:cubicBezTo>
                      <a:pt x="7" y="5"/>
                      <a:pt x="2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5" name="Freeform 1867">
                <a:extLst>
                  <a:ext uri="{FF2B5EF4-FFF2-40B4-BE49-F238E27FC236}">
                    <a16:creationId xmlns:a16="http://schemas.microsoft.com/office/drawing/2014/main" id="{0D1E49A2-F578-4993-8893-20D1A126E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446"/>
                <a:ext cx="40" cy="26"/>
              </a:xfrm>
              <a:custGeom>
                <a:avLst/>
                <a:gdLst>
                  <a:gd name="T0" fmla="*/ 0 w 16"/>
                  <a:gd name="T1" fmla="*/ 0 h 10"/>
                  <a:gd name="T2" fmla="*/ 145 w 16"/>
                  <a:gd name="T3" fmla="*/ 122 h 10"/>
                  <a:gd name="T4" fmla="*/ 250 w 16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0" y="3"/>
                      <a:pt x="6" y="5"/>
                      <a:pt x="9" y="7"/>
                    </a:cubicBezTo>
                    <a:cubicBezTo>
                      <a:pt x="12" y="8"/>
                      <a:pt x="14" y="9"/>
                      <a:pt x="16" y="1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6" name="Freeform 1868">
                <a:extLst>
                  <a:ext uri="{FF2B5EF4-FFF2-40B4-BE49-F238E27FC236}">
                    <a16:creationId xmlns:a16="http://schemas.microsoft.com/office/drawing/2014/main" id="{B8B6D26D-68A7-431C-B219-E1A55D021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430"/>
                <a:ext cx="58" cy="40"/>
              </a:xfrm>
              <a:custGeom>
                <a:avLst/>
                <a:gdLst>
                  <a:gd name="T0" fmla="*/ 368 w 23"/>
                  <a:gd name="T1" fmla="*/ 248 h 15"/>
                  <a:gd name="T2" fmla="*/ 209 w 23"/>
                  <a:gd name="T3" fmla="*/ 205 h 15"/>
                  <a:gd name="T4" fmla="*/ 113 w 23"/>
                  <a:gd name="T5" fmla="*/ 171 h 15"/>
                  <a:gd name="T6" fmla="*/ 0 w 2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23" y="13"/>
                    </a:moveTo>
                    <a:cubicBezTo>
                      <a:pt x="20" y="15"/>
                      <a:pt x="16" y="12"/>
                      <a:pt x="13" y="11"/>
                    </a:cubicBezTo>
                    <a:cubicBezTo>
                      <a:pt x="11" y="11"/>
                      <a:pt x="8" y="10"/>
                      <a:pt x="7" y="9"/>
                    </a:cubicBezTo>
                    <a:cubicBezTo>
                      <a:pt x="4" y="8"/>
                      <a:pt x="3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7" name="Freeform 1869">
                <a:extLst>
                  <a:ext uri="{FF2B5EF4-FFF2-40B4-BE49-F238E27FC236}">
                    <a16:creationId xmlns:a16="http://schemas.microsoft.com/office/drawing/2014/main" id="{AD72205F-5866-43DB-B344-8AD645685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454"/>
                <a:ext cx="43" cy="18"/>
              </a:xfrm>
              <a:custGeom>
                <a:avLst/>
                <a:gdLst>
                  <a:gd name="T0" fmla="*/ 276 w 17"/>
                  <a:gd name="T1" fmla="*/ 33 h 7"/>
                  <a:gd name="T2" fmla="*/ 0 w 1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1" y="7"/>
                      <a:pt x="6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8" name="Freeform 1870">
                <a:extLst>
                  <a:ext uri="{FF2B5EF4-FFF2-40B4-BE49-F238E27FC236}">
                    <a16:creationId xmlns:a16="http://schemas.microsoft.com/office/drawing/2014/main" id="{CC4526AD-4383-4B72-A618-7878353D8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1467"/>
                <a:ext cx="15" cy="16"/>
              </a:xfrm>
              <a:custGeom>
                <a:avLst/>
                <a:gdLst>
                  <a:gd name="T0" fmla="*/ 95 w 6"/>
                  <a:gd name="T1" fmla="*/ 0 h 6"/>
                  <a:gd name="T2" fmla="*/ 0 w 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1"/>
                      <a:pt x="2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9" name="Freeform 1871">
                <a:extLst>
                  <a:ext uri="{FF2B5EF4-FFF2-40B4-BE49-F238E27FC236}">
                    <a16:creationId xmlns:a16="http://schemas.microsoft.com/office/drawing/2014/main" id="{F4C9E3F3-5B19-446D-BD08-94336959F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1467"/>
                <a:ext cx="35" cy="8"/>
              </a:xfrm>
              <a:custGeom>
                <a:avLst/>
                <a:gdLst>
                  <a:gd name="T0" fmla="*/ 220 w 14"/>
                  <a:gd name="T1" fmla="*/ 0 h 3"/>
                  <a:gd name="T2" fmla="*/ 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0"/>
                    </a:moveTo>
                    <a:cubicBezTo>
                      <a:pt x="9" y="3"/>
                      <a:pt x="5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0" name="Freeform 1872">
                <a:extLst>
                  <a:ext uri="{FF2B5EF4-FFF2-40B4-BE49-F238E27FC236}">
                    <a16:creationId xmlns:a16="http://schemas.microsoft.com/office/drawing/2014/main" id="{4B163A9B-0BCA-4D39-AC6C-ECB4CEEEC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470"/>
                <a:ext cx="42" cy="26"/>
              </a:xfrm>
              <a:custGeom>
                <a:avLst/>
                <a:gdLst>
                  <a:gd name="T0" fmla="*/ 0 w 17"/>
                  <a:gd name="T1" fmla="*/ 0 h 10"/>
                  <a:gd name="T2" fmla="*/ 153 w 17"/>
                  <a:gd name="T3" fmla="*/ 122 h 10"/>
                  <a:gd name="T4" fmla="*/ 257 w 17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0">
                    <a:moveTo>
                      <a:pt x="0" y="0"/>
                    </a:moveTo>
                    <a:cubicBezTo>
                      <a:pt x="3" y="3"/>
                      <a:pt x="7" y="5"/>
                      <a:pt x="10" y="7"/>
                    </a:cubicBezTo>
                    <a:cubicBezTo>
                      <a:pt x="13" y="9"/>
                      <a:pt x="14" y="10"/>
                      <a:pt x="17" y="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1" name="Freeform 1873">
                <a:extLst>
                  <a:ext uri="{FF2B5EF4-FFF2-40B4-BE49-F238E27FC236}">
                    <a16:creationId xmlns:a16="http://schemas.microsoft.com/office/drawing/2014/main" id="{8CD0BFE8-E196-44CC-82D8-1096F4971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475"/>
                <a:ext cx="55" cy="13"/>
              </a:xfrm>
              <a:custGeom>
                <a:avLst/>
                <a:gdLst>
                  <a:gd name="T0" fmla="*/ 345 w 22"/>
                  <a:gd name="T1" fmla="*/ 55 h 5"/>
                  <a:gd name="T2" fmla="*/ 95 w 22"/>
                  <a:gd name="T3" fmla="*/ 34 h 5"/>
                  <a:gd name="T4" fmla="*/ 0 w 22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22" y="3"/>
                    </a:moveTo>
                    <a:cubicBezTo>
                      <a:pt x="16" y="5"/>
                      <a:pt x="12" y="0"/>
                      <a:pt x="6" y="2"/>
                    </a:cubicBezTo>
                    <a:cubicBezTo>
                      <a:pt x="5" y="2"/>
                      <a:pt x="2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2" name="Freeform 1874">
                <a:extLst>
                  <a:ext uri="{FF2B5EF4-FFF2-40B4-BE49-F238E27FC236}">
                    <a16:creationId xmlns:a16="http://schemas.microsoft.com/office/drawing/2014/main" id="{D98F149A-4DAB-4E10-8DDC-F48AFE9A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403"/>
                <a:ext cx="28" cy="32"/>
              </a:xfrm>
              <a:custGeom>
                <a:avLst/>
                <a:gdLst>
                  <a:gd name="T0" fmla="*/ 181 w 11"/>
                  <a:gd name="T1" fmla="*/ 227 h 12"/>
                  <a:gd name="T2" fmla="*/ 0 w 1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12"/>
                    </a:moveTo>
                    <a:cubicBezTo>
                      <a:pt x="9" y="7"/>
                      <a:pt x="6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3" name="Freeform 1875">
                <a:extLst>
                  <a:ext uri="{FF2B5EF4-FFF2-40B4-BE49-F238E27FC236}">
                    <a16:creationId xmlns:a16="http://schemas.microsoft.com/office/drawing/2014/main" id="{48F052B0-5608-4672-AA6D-8128364E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475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2"/>
                      <a:pt x="5" y="1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4" name="Freeform 1876">
                <a:extLst>
                  <a:ext uri="{FF2B5EF4-FFF2-40B4-BE49-F238E27FC236}">
                    <a16:creationId xmlns:a16="http://schemas.microsoft.com/office/drawing/2014/main" id="{35E536F3-CC8B-4063-A912-48DDED0A9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416"/>
                <a:ext cx="68" cy="16"/>
              </a:xfrm>
              <a:custGeom>
                <a:avLst/>
                <a:gdLst>
                  <a:gd name="T0" fmla="*/ 431 w 27"/>
                  <a:gd name="T1" fmla="*/ 77 h 6"/>
                  <a:gd name="T2" fmla="*/ 335 w 27"/>
                  <a:gd name="T3" fmla="*/ 115 h 6"/>
                  <a:gd name="T4" fmla="*/ 191 w 27"/>
                  <a:gd name="T5" fmla="*/ 77 h 6"/>
                  <a:gd name="T6" fmla="*/ 113 w 27"/>
                  <a:gd name="T7" fmla="*/ 35 h 6"/>
                  <a:gd name="T8" fmla="*/ 0 w 2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">
                    <a:moveTo>
                      <a:pt x="27" y="4"/>
                    </a:moveTo>
                    <a:cubicBezTo>
                      <a:pt x="24" y="5"/>
                      <a:pt x="24" y="6"/>
                      <a:pt x="21" y="6"/>
                    </a:cubicBezTo>
                    <a:cubicBezTo>
                      <a:pt x="18" y="5"/>
                      <a:pt x="15" y="4"/>
                      <a:pt x="12" y="4"/>
                    </a:cubicBezTo>
                    <a:cubicBezTo>
                      <a:pt x="10" y="4"/>
                      <a:pt x="9" y="4"/>
                      <a:pt x="7" y="2"/>
                    </a:cubicBezTo>
                    <a:cubicBezTo>
                      <a:pt x="5" y="0"/>
                      <a:pt x="3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5" name="Freeform 1877">
                <a:extLst>
                  <a:ext uri="{FF2B5EF4-FFF2-40B4-BE49-F238E27FC236}">
                    <a16:creationId xmlns:a16="http://schemas.microsoft.com/office/drawing/2014/main" id="{992AB6FE-9EF3-44D3-8AEB-51D5323A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387"/>
                <a:ext cx="78" cy="37"/>
              </a:xfrm>
              <a:custGeom>
                <a:avLst/>
                <a:gdLst>
                  <a:gd name="T0" fmla="*/ 493 w 31"/>
                  <a:gd name="T1" fmla="*/ 225 h 14"/>
                  <a:gd name="T2" fmla="*/ 317 w 31"/>
                  <a:gd name="T3" fmla="*/ 167 h 14"/>
                  <a:gd name="T4" fmla="*/ 254 w 31"/>
                  <a:gd name="T5" fmla="*/ 132 h 14"/>
                  <a:gd name="T6" fmla="*/ 83 w 31"/>
                  <a:gd name="T7" fmla="*/ 77 h 14"/>
                  <a:gd name="T8" fmla="*/ 0 w 3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4">
                    <a:moveTo>
                      <a:pt x="31" y="12"/>
                    </a:moveTo>
                    <a:cubicBezTo>
                      <a:pt x="27" y="14"/>
                      <a:pt x="23" y="12"/>
                      <a:pt x="20" y="9"/>
                    </a:cubicBezTo>
                    <a:cubicBezTo>
                      <a:pt x="18" y="7"/>
                      <a:pt x="19" y="7"/>
                      <a:pt x="16" y="7"/>
                    </a:cubicBezTo>
                    <a:cubicBezTo>
                      <a:pt x="12" y="6"/>
                      <a:pt x="9" y="7"/>
                      <a:pt x="5" y="4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6" name="Freeform 1878">
                <a:extLst>
                  <a:ext uri="{FF2B5EF4-FFF2-40B4-BE49-F238E27FC236}">
                    <a16:creationId xmlns:a16="http://schemas.microsoft.com/office/drawing/2014/main" id="{AB3A1922-4557-47EA-93A3-5DCCF8A19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358"/>
                <a:ext cx="63" cy="42"/>
              </a:xfrm>
              <a:custGeom>
                <a:avLst/>
                <a:gdLst>
                  <a:gd name="T0" fmla="*/ 401 w 25"/>
                  <a:gd name="T1" fmla="*/ 289 h 16"/>
                  <a:gd name="T2" fmla="*/ 285 w 25"/>
                  <a:gd name="T3" fmla="*/ 221 h 16"/>
                  <a:gd name="T4" fmla="*/ 146 w 25"/>
                  <a:gd name="T5" fmla="*/ 221 h 16"/>
                  <a:gd name="T6" fmla="*/ 83 w 25"/>
                  <a:gd name="T7" fmla="*/ 76 h 16"/>
                  <a:gd name="T8" fmla="*/ 0 w 2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25" y="16"/>
                    </a:moveTo>
                    <a:cubicBezTo>
                      <a:pt x="22" y="14"/>
                      <a:pt x="21" y="12"/>
                      <a:pt x="18" y="12"/>
                    </a:cubicBezTo>
                    <a:cubicBezTo>
                      <a:pt x="15" y="12"/>
                      <a:pt x="12" y="14"/>
                      <a:pt x="9" y="12"/>
                    </a:cubicBezTo>
                    <a:cubicBezTo>
                      <a:pt x="7" y="10"/>
                      <a:pt x="7" y="6"/>
                      <a:pt x="5" y="4"/>
                    </a:cubicBezTo>
                    <a:cubicBezTo>
                      <a:pt x="3" y="2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7" name="Freeform 1879">
                <a:extLst>
                  <a:ext uri="{FF2B5EF4-FFF2-40B4-BE49-F238E27FC236}">
                    <a16:creationId xmlns:a16="http://schemas.microsoft.com/office/drawing/2014/main" id="{E980647E-D0E5-4E8F-AFA6-9E4F99DF4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366"/>
                <a:ext cx="30" cy="24"/>
              </a:xfrm>
              <a:custGeom>
                <a:avLst/>
                <a:gdLst>
                  <a:gd name="T0" fmla="*/ 188 w 12"/>
                  <a:gd name="T1" fmla="*/ 171 h 9"/>
                  <a:gd name="T2" fmla="*/ 0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10" y="4"/>
                      <a:pt x="6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8" name="Freeform 1880">
                <a:extLst>
                  <a:ext uri="{FF2B5EF4-FFF2-40B4-BE49-F238E27FC236}">
                    <a16:creationId xmlns:a16="http://schemas.microsoft.com/office/drawing/2014/main" id="{35A57616-1E15-4248-8411-74344C13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339"/>
                <a:ext cx="10" cy="27"/>
              </a:xfrm>
              <a:custGeom>
                <a:avLst/>
                <a:gdLst>
                  <a:gd name="T0" fmla="*/ 63 w 4"/>
                  <a:gd name="T1" fmla="*/ 197 h 10"/>
                  <a:gd name="T2" fmla="*/ 0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9" name="Freeform 1881">
                <a:extLst>
                  <a:ext uri="{FF2B5EF4-FFF2-40B4-BE49-F238E27FC236}">
                    <a16:creationId xmlns:a16="http://schemas.microsoft.com/office/drawing/2014/main" id="{E89FDC43-09C9-4D23-9670-E033BC7DD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422"/>
                <a:ext cx="50" cy="29"/>
              </a:xfrm>
              <a:custGeom>
                <a:avLst/>
                <a:gdLst>
                  <a:gd name="T0" fmla="*/ 313 w 20"/>
                  <a:gd name="T1" fmla="*/ 166 h 11"/>
                  <a:gd name="T2" fmla="*/ 208 w 20"/>
                  <a:gd name="T3" fmla="*/ 200 h 11"/>
                  <a:gd name="T4" fmla="*/ 95 w 20"/>
                  <a:gd name="T5" fmla="*/ 182 h 11"/>
                  <a:gd name="T6" fmla="*/ 20 w 20"/>
                  <a:gd name="T7" fmla="*/ 55 h 11"/>
                  <a:gd name="T8" fmla="*/ 0 w 2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20" y="9"/>
                    </a:moveTo>
                    <a:cubicBezTo>
                      <a:pt x="18" y="7"/>
                      <a:pt x="15" y="10"/>
                      <a:pt x="13" y="11"/>
                    </a:cubicBezTo>
                    <a:cubicBezTo>
                      <a:pt x="11" y="11"/>
                      <a:pt x="8" y="11"/>
                      <a:pt x="6" y="10"/>
                    </a:cubicBezTo>
                    <a:cubicBezTo>
                      <a:pt x="3" y="8"/>
                      <a:pt x="2" y="6"/>
                      <a:pt x="1" y="3"/>
                    </a:cubicBezTo>
                    <a:cubicBezTo>
                      <a:pt x="1" y="2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0" name="Freeform 1882">
                <a:extLst>
                  <a:ext uri="{FF2B5EF4-FFF2-40B4-BE49-F238E27FC236}">
                    <a16:creationId xmlns:a16="http://schemas.microsoft.com/office/drawing/2014/main" id="{ED13CDEB-5B96-4F5E-A03B-B75BC48A2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451"/>
                <a:ext cx="30" cy="24"/>
              </a:xfrm>
              <a:custGeom>
                <a:avLst/>
                <a:gdLst>
                  <a:gd name="T0" fmla="*/ 188 w 12"/>
                  <a:gd name="T1" fmla="*/ 0 h 9"/>
                  <a:gd name="T2" fmla="*/ 83 w 12"/>
                  <a:gd name="T3" fmla="*/ 115 h 9"/>
                  <a:gd name="T4" fmla="*/ 0 w 12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cubicBezTo>
                      <a:pt x="9" y="1"/>
                      <a:pt x="7" y="3"/>
                      <a:pt x="5" y="6"/>
                    </a:cubicBezTo>
                    <a:cubicBezTo>
                      <a:pt x="3" y="7"/>
                      <a:pt x="1" y="9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1" name="Freeform 1883">
                <a:extLst>
                  <a:ext uri="{FF2B5EF4-FFF2-40B4-BE49-F238E27FC236}">
                    <a16:creationId xmlns:a16="http://schemas.microsoft.com/office/drawing/2014/main" id="{22E638D8-FCB2-4734-B17F-134AF650A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416"/>
                <a:ext cx="80" cy="62"/>
              </a:xfrm>
              <a:custGeom>
                <a:avLst/>
                <a:gdLst>
                  <a:gd name="T0" fmla="*/ 500 w 32"/>
                  <a:gd name="T1" fmla="*/ 429 h 23"/>
                  <a:gd name="T2" fmla="*/ 363 w 32"/>
                  <a:gd name="T3" fmla="*/ 313 h 23"/>
                  <a:gd name="T4" fmla="*/ 208 w 32"/>
                  <a:gd name="T5" fmla="*/ 275 h 23"/>
                  <a:gd name="T6" fmla="*/ 158 w 32"/>
                  <a:gd name="T7" fmla="*/ 197 h 23"/>
                  <a:gd name="T8" fmla="*/ 83 w 32"/>
                  <a:gd name="T9" fmla="*/ 116 h 23"/>
                  <a:gd name="T10" fmla="*/ 0 w 32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3">
                    <a:moveTo>
                      <a:pt x="32" y="22"/>
                    </a:moveTo>
                    <a:cubicBezTo>
                      <a:pt x="28" y="23"/>
                      <a:pt x="25" y="18"/>
                      <a:pt x="23" y="16"/>
                    </a:cubicBezTo>
                    <a:cubicBezTo>
                      <a:pt x="20" y="14"/>
                      <a:pt x="16" y="16"/>
                      <a:pt x="13" y="14"/>
                    </a:cubicBezTo>
                    <a:cubicBezTo>
                      <a:pt x="11" y="13"/>
                      <a:pt x="11" y="11"/>
                      <a:pt x="10" y="10"/>
                    </a:cubicBezTo>
                    <a:cubicBezTo>
                      <a:pt x="8" y="8"/>
                      <a:pt x="6" y="7"/>
                      <a:pt x="5" y="6"/>
                    </a:cubicBezTo>
                    <a:cubicBezTo>
                      <a:pt x="4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2" name="Freeform 1884">
                <a:extLst>
                  <a:ext uri="{FF2B5EF4-FFF2-40B4-BE49-F238E27FC236}">
                    <a16:creationId xmlns:a16="http://schemas.microsoft.com/office/drawing/2014/main" id="{6F53A78C-66DF-4085-B1D6-B9CDAE534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435"/>
                <a:ext cx="48" cy="11"/>
              </a:xfrm>
              <a:custGeom>
                <a:avLst/>
                <a:gdLst>
                  <a:gd name="T0" fmla="*/ 306 w 19"/>
                  <a:gd name="T1" fmla="*/ 22 h 4"/>
                  <a:gd name="T2" fmla="*/ 192 w 19"/>
                  <a:gd name="T3" fmla="*/ 22 h 4"/>
                  <a:gd name="T4" fmla="*/ 129 w 19"/>
                  <a:gd name="T5" fmla="*/ 22 h 4"/>
                  <a:gd name="T6" fmla="*/ 0 w 19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">
                    <a:moveTo>
                      <a:pt x="19" y="1"/>
                    </a:moveTo>
                    <a:cubicBezTo>
                      <a:pt x="16" y="0"/>
                      <a:pt x="14" y="1"/>
                      <a:pt x="12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5" y="1"/>
                      <a:pt x="3" y="4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3" name="Freeform 1885">
                <a:extLst>
                  <a:ext uri="{FF2B5EF4-FFF2-40B4-BE49-F238E27FC236}">
                    <a16:creationId xmlns:a16="http://schemas.microsoft.com/office/drawing/2014/main" id="{E61C6449-609E-4886-90F7-21BFDF2E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395"/>
                <a:ext cx="17" cy="40"/>
              </a:xfrm>
              <a:custGeom>
                <a:avLst/>
                <a:gdLst>
                  <a:gd name="T0" fmla="*/ 100 w 7"/>
                  <a:gd name="T1" fmla="*/ 285 h 15"/>
                  <a:gd name="T2" fmla="*/ 58 w 7"/>
                  <a:gd name="T3" fmla="*/ 205 h 15"/>
                  <a:gd name="T4" fmla="*/ 58 w 7"/>
                  <a:gd name="T5" fmla="*/ 115 h 15"/>
                  <a:gd name="T6" fmla="*/ 0 w 7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6" y="14"/>
                      <a:pt x="4" y="13"/>
                      <a:pt x="4" y="11"/>
                    </a:cubicBezTo>
                    <a:cubicBezTo>
                      <a:pt x="4" y="9"/>
                      <a:pt x="5" y="8"/>
                      <a:pt x="4" y="6"/>
                    </a:cubicBezTo>
                    <a:cubicBezTo>
                      <a:pt x="4" y="4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4" name="Freeform 1886">
                <a:extLst>
                  <a:ext uri="{FF2B5EF4-FFF2-40B4-BE49-F238E27FC236}">
                    <a16:creationId xmlns:a16="http://schemas.microsoft.com/office/drawing/2014/main" id="{EAA75003-72A4-4E61-83B7-5E95366E2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384"/>
                <a:ext cx="18" cy="43"/>
              </a:xfrm>
              <a:custGeom>
                <a:avLst/>
                <a:gdLst>
                  <a:gd name="T0" fmla="*/ 118 w 7"/>
                  <a:gd name="T1" fmla="*/ 312 h 16"/>
                  <a:gd name="T2" fmla="*/ 0 w 7"/>
                  <a:gd name="T3" fmla="*/ 137 h 16"/>
                  <a:gd name="T4" fmla="*/ 0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7" y="16"/>
                    </a:moveTo>
                    <a:cubicBezTo>
                      <a:pt x="3" y="16"/>
                      <a:pt x="0" y="11"/>
                      <a:pt x="0" y="7"/>
                    </a:cubicBez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5" name="Freeform 1887">
                <a:extLst>
                  <a:ext uri="{FF2B5EF4-FFF2-40B4-BE49-F238E27FC236}">
                    <a16:creationId xmlns:a16="http://schemas.microsoft.com/office/drawing/2014/main" id="{18444E91-F0C0-40FC-8EF6-3AB569B51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454"/>
                <a:ext cx="42" cy="21"/>
              </a:xfrm>
              <a:custGeom>
                <a:avLst/>
                <a:gdLst>
                  <a:gd name="T0" fmla="*/ 257 w 17"/>
                  <a:gd name="T1" fmla="*/ 144 h 8"/>
                  <a:gd name="T2" fmla="*/ 91 w 17"/>
                  <a:gd name="T3" fmla="*/ 21 h 8"/>
                  <a:gd name="T4" fmla="*/ 0 w 1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5" y="4"/>
                      <a:pt x="11" y="1"/>
                      <a:pt x="6" y="1"/>
                    </a:cubicBezTo>
                    <a:cubicBezTo>
                      <a:pt x="4" y="1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6" name="Freeform 1888">
                <a:extLst>
                  <a:ext uri="{FF2B5EF4-FFF2-40B4-BE49-F238E27FC236}">
                    <a16:creationId xmlns:a16="http://schemas.microsoft.com/office/drawing/2014/main" id="{C7D2BF1B-B8E9-478A-8BEA-7A081C217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379"/>
                <a:ext cx="48" cy="24"/>
              </a:xfrm>
              <a:custGeom>
                <a:avLst/>
                <a:gdLst>
                  <a:gd name="T0" fmla="*/ 306 w 19"/>
                  <a:gd name="T1" fmla="*/ 171 h 9"/>
                  <a:gd name="T2" fmla="*/ 222 w 19"/>
                  <a:gd name="T3" fmla="*/ 77 h 9"/>
                  <a:gd name="T4" fmla="*/ 114 w 19"/>
                  <a:gd name="T5" fmla="*/ 77 h 9"/>
                  <a:gd name="T6" fmla="*/ 51 w 19"/>
                  <a:gd name="T7" fmla="*/ 21 h 9"/>
                  <a:gd name="T8" fmla="*/ 0 w 1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19" y="9"/>
                    </a:moveTo>
                    <a:cubicBezTo>
                      <a:pt x="17" y="8"/>
                      <a:pt x="16" y="5"/>
                      <a:pt x="14" y="4"/>
                    </a:cubicBezTo>
                    <a:cubicBezTo>
                      <a:pt x="12" y="3"/>
                      <a:pt x="10" y="5"/>
                      <a:pt x="7" y="4"/>
                    </a:cubicBezTo>
                    <a:cubicBezTo>
                      <a:pt x="5" y="4"/>
                      <a:pt x="4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7" name="Freeform 1889">
                <a:extLst>
                  <a:ext uri="{FF2B5EF4-FFF2-40B4-BE49-F238E27FC236}">
                    <a16:creationId xmlns:a16="http://schemas.microsoft.com/office/drawing/2014/main" id="{B4A91C51-5F4A-409D-A6DA-3C0F0F731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355"/>
                <a:ext cx="10" cy="35"/>
              </a:xfrm>
              <a:custGeom>
                <a:avLst/>
                <a:gdLst>
                  <a:gd name="T0" fmla="*/ 63 w 4"/>
                  <a:gd name="T1" fmla="*/ 253 h 13"/>
                  <a:gd name="T2" fmla="*/ 0 w 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13"/>
                    </a:moveTo>
                    <a:cubicBezTo>
                      <a:pt x="2" y="9"/>
                      <a:pt x="4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8" name="Freeform 1890">
                <a:extLst>
                  <a:ext uri="{FF2B5EF4-FFF2-40B4-BE49-F238E27FC236}">
                    <a16:creationId xmlns:a16="http://schemas.microsoft.com/office/drawing/2014/main" id="{7F04F731-468F-44C8-907A-542E30125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323"/>
                <a:ext cx="25" cy="136"/>
              </a:xfrm>
              <a:custGeom>
                <a:avLst/>
                <a:gdLst>
                  <a:gd name="T0" fmla="*/ 63 w 10"/>
                  <a:gd name="T1" fmla="*/ 968 h 51"/>
                  <a:gd name="T2" fmla="*/ 145 w 10"/>
                  <a:gd name="T3" fmla="*/ 704 h 51"/>
                  <a:gd name="T4" fmla="*/ 113 w 10"/>
                  <a:gd name="T5" fmla="*/ 589 h 51"/>
                  <a:gd name="T6" fmla="*/ 95 w 10"/>
                  <a:gd name="T7" fmla="*/ 435 h 51"/>
                  <a:gd name="T8" fmla="*/ 20 w 10"/>
                  <a:gd name="T9" fmla="*/ 227 h 51"/>
                  <a:gd name="T10" fmla="*/ 113 w 10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1">
                    <a:moveTo>
                      <a:pt x="4" y="51"/>
                    </a:moveTo>
                    <a:cubicBezTo>
                      <a:pt x="4" y="45"/>
                      <a:pt x="10" y="42"/>
                      <a:pt x="9" y="37"/>
                    </a:cubicBezTo>
                    <a:cubicBezTo>
                      <a:pt x="8" y="34"/>
                      <a:pt x="7" y="33"/>
                      <a:pt x="7" y="31"/>
                    </a:cubicBezTo>
                    <a:cubicBezTo>
                      <a:pt x="7" y="28"/>
                      <a:pt x="7" y="26"/>
                      <a:pt x="6" y="23"/>
                    </a:cubicBezTo>
                    <a:cubicBezTo>
                      <a:pt x="4" y="20"/>
                      <a:pt x="0" y="17"/>
                      <a:pt x="1" y="12"/>
                    </a:cubicBezTo>
                    <a:cubicBezTo>
                      <a:pt x="2" y="8"/>
                      <a:pt x="6" y="5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9" name="Freeform 1891">
                <a:extLst>
                  <a:ext uri="{FF2B5EF4-FFF2-40B4-BE49-F238E27FC236}">
                    <a16:creationId xmlns:a16="http://schemas.microsoft.com/office/drawing/2014/main" id="{AFCD84E8-4EE9-4E9B-88DA-0CE069F73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291"/>
                <a:ext cx="40" cy="107"/>
              </a:xfrm>
              <a:custGeom>
                <a:avLst/>
                <a:gdLst>
                  <a:gd name="T0" fmla="*/ 250 w 16"/>
                  <a:gd name="T1" fmla="*/ 765 h 40"/>
                  <a:gd name="T2" fmla="*/ 208 w 16"/>
                  <a:gd name="T3" fmla="*/ 687 h 40"/>
                  <a:gd name="T4" fmla="*/ 208 w 16"/>
                  <a:gd name="T5" fmla="*/ 572 h 40"/>
                  <a:gd name="T6" fmla="*/ 175 w 16"/>
                  <a:gd name="T7" fmla="*/ 538 h 40"/>
                  <a:gd name="T8" fmla="*/ 145 w 16"/>
                  <a:gd name="T9" fmla="*/ 444 h 40"/>
                  <a:gd name="T10" fmla="*/ 158 w 16"/>
                  <a:gd name="T11" fmla="*/ 342 h 40"/>
                  <a:gd name="T12" fmla="*/ 95 w 16"/>
                  <a:gd name="T13" fmla="*/ 209 h 40"/>
                  <a:gd name="T14" fmla="*/ 33 w 16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40">
                    <a:moveTo>
                      <a:pt x="16" y="40"/>
                    </a:moveTo>
                    <a:cubicBezTo>
                      <a:pt x="15" y="39"/>
                      <a:pt x="13" y="38"/>
                      <a:pt x="13" y="36"/>
                    </a:cubicBezTo>
                    <a:cubicBezTo>
                      <a:pt x="12" y="34"/>
                      <a:pt x="14" y="32"/>
                      <a:pt x="13" y="30"/>
                    </a:cubicBezTo>
                    <a:cubicBezTo>
                      <a:pt x="13" y="29"/>
                      <a:pt x="12" y="29"/>
                      <a:pt x="11" y="28"/>
                    </a:cubicBezTo>
                    <a:cubicBezTo>
                      <a:pt x="10" y="27"/>
                      <a:pt x="9" y="25"/>
                      <a:pt x="9" y="23"/>
                    </a:cubicBezTo>
                    <a:cubicBezTo>
                      <a:pt x="9" y="21"/>
                      <a:pt x="10" y="19"/>
                      <a:pt x="10" y="18"/>
                    </a:cubicBezTo>
                    <a:cubicBezTo>
                      <a:pt x="10" y="15"/>
                      <a:pt x="8" y="13"/>
                      <a:pt x="6" y="11"/>
                    </a:cubicBezTo>
                    <a:cubicBezTo>
                      <a:pt x="4" y="8"/>
                      <a:pt x="0" y="5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0" name="Freeform 1892">
                <a:extLst>
                  <a:ext uri="{FF2B5EF4-FFF2-40B4-BE49-F238E27FC236}">
                    <a16:creationId xmlns:a16="http://schemas.microsoft.com/office/drawing/2014/main" id="{345AE406-9C79-4DB8-8959-B1E8F5DC6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387"/>
                <a:ext cx="17" cy="48"/>
              </a:xfrm>
              <a:custGeom>
                <a:avLst/>
                <a:gdLst>
                  <a:gd name="T0" fmla="*/ 12 w 7"/>
                  <a:gd name="T1" fmla="*/ 0 h 18"/>
                  <a:gd name="T2" fmla="*/ 58 w 7"/>
                  <a:gd name="T3" fmla="*/ 205 h 18"/>
                  <a:gd name="T4" fmla="*/ 100 w 7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1" y="0"/>
                    </a:moveTo>
                    <a:cubicBezTo>
                      <a:pt x="0" y="3"/>
                      <a:pt x="3" y="8"/>
                      <a:pt x="4" y="11"/>
                    </a:cubicBezTo>
                    <a:cubicBezTo>
                      <a:pt x="6" y="14"/>
                      <a:pt x="6" y="16"/>
                      <a:pt x="7" y="1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1" name="Freeform 1893">
                <a:extLst>
                  <a:ext uri="{FF2B5EF4-FFF2-40B4-BE49-F238E27FC236}">
                    <a16:creationId xmlns:a16="http://schemas.microsoft.com/office/drawing/2014/main" id="{0EC465AF-4E71-402B-AC51-0145934FD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350"/>
                <a:ext cx="27" cy="64"/>
              </a:xfrm>
              <a:custGeom>
                <a:avLst/>
                <a:gdLst>
                  <a:gd name="T0" fmla="*/ 162 w 11"/>
                  <a:gd name="T1" fmla="*/ 456 h 24"/>
                  <a:gd name="T2" fmla="*/ 61 w 11"/>
                  <a:gd name="T3" fmla="*/ 307 h 24"/>
                  <a:gd name="T4" fmla="*/ 12 w 11"/>
                  <a:gd name="T5" fmla="*/ 227 h 24"/>
                  <a:gd name="T6" fmla="*/ 29 w 11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11" y="24"/>
                    </a:moveTo>
                    <a:cubicBezTo>
                      <a:pt x="8" y="24"/>
                      <a:pt x="6" y="20"/>
                      <a:pt x="4" y="16"/>
                    </a:cubicBezTo>
                    <a:cubicBezTo>
                      <a:pt x="4" y="15"/>
                      <a:pt x="2" y="13"/>
                      <a:pt x="1" y="12"/>
                    </a:cubicBezTo>
                    <a:cubicBezTo>
                      <a:pt x="0" y="8"/>
                      <a:pt x="2" y="4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2" name="Freeform 1894">
                <a:extLst>
                  <a:ext uri="{FF2B5EF4-FFF2-40B4-BE49-F238E27FC236}">
                    <a16:creationId xmlns:a16="http://schemas.microsoft.com/office/drawing/2014/main" id="{28FBE4CE-4922-423B-9D33-5E79C2BAC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358"/>
                <a:ext cx="30" cy="32"/>
              </a:xfrm>
              <a:custGeom>
                <a:avLst/>
                <a:gdLst>
                  <a:gd name="T0" fmla="*/ 188 w 12"/>
                  <a:gd name="T1" fmla="*/ 227 h 12"/>
                  <a:gd name="T2" fmla="*/ 0 w 1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12"/>
                    </a:moveTo>
                    <a:cubicBezTo>
                      <a:pt x="3" y="12"/>
                      <a:pt x="3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3" name="Freeform 1895">
                <a:extLst>
                  <a:ext uri="{FF2B5EF4-FFF2-40B4-BE49-F238E27FC236}">
                    <a16:creationId xmlns:a16="http://schemas.microsoft.com/office/drawing/2014/main" id="{8BE10035-5B57-4CBA-BBC3-819250449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379"/>
                <a:ext cx="22" cy="3"/>
              </a:xfrm>
              <a:custGeom>
                <a:avLst/>
                <a:gdLst>
                  <a:gd name="T0" fmla="*/ 132 w 9"/>
                  <a:gd name="T1" fmla="*/ 27 h 1"/>
                  <a:gd name="T2" fmla="*/ 0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1"/>
                    </a:moveTo>
                    <a:cubicBezTo>
                      <a:pt x="6" y="0"/>
                      <a:pt x="3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4" name="Freeform 1896">
                <a:extLst>
                  <a:ext uri="{FF2B5EF4-FFF2-40B4-BE49-F238E27FC236}">
                    <a16:creationId xmlns:a16="http://schemas.microsoft.com/office/drawing/2014/main" id="{DB4B708E-94ED-4769-90BD-58155CDD0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384"/>
                <a:ext cx="25" cy="24"/>
              </a:xfrm>
              <a:custGeom>
                <a:avLst/>
                <a:gdLst>
                  <a:gd name="T0" fmla="*/ 158 w 10"/>
                  <a:gd name="T1" fmla="*/ 171 h 9"/>
                  <a:gd name="T2" fmla="*/ 0 w 1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5" y="8"/>
                      <a:pt x="2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5" name="Freeform 1897">
                <a:extLst>
                  <a:ext uri="{FF2B5EF4-FFF2-40B4-BE49-F238E27FC236}">
                    <a16:creationId xmlns:a16="http://schemas.microsoft.com/office/drawing/2014/main" id="{F6FBD473-DCF0-4D20-9D40-61AFAD0FC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408"/>
                <a:ext cx="20" cy="40"/>
              </a:xfrm>
              <a:custGeom>
                <a:avLst/>
                <a:gdLst>
                  <a:gd name="T0" fmla="*/ 0 w 8"/>
                  <a:gd name="T1" fmla="*/ 0 h 15"/>
                  <a:gd name="T2" fmla="*/ 50 w 8"/>
                  <a:gd name="T3" fmla="*/ 227 h 15"/>
                  <a:gd name="T4" fmla="*/ 125 w 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1" y="4"/>
                      <a:pt x="2" y="8"/>
                      <a:pt x="3" y="12"/>
                    </a:cubicBezTo>
                    <a:cubicBezTo>
                      <a:pt x="4" y="15"/>
                      <a:pt x="4" y="15"/>
                      <a:pt x="8" y="1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6" name="Freeform 1898">
                <a:extLst>
                  <a:ext uri="{FF2B5EF4-FFF2-40B4-BE49-F238E27FC236}">
                    <a16:creationId xmlns:a16="http://schemas.microsoft.com/office/drawing/2014/main" id="{25A7CFD8-EFB6-4722-8B68-6A6F01CF9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390"/>
                <a:ext cx="45" cy="37"/>
              </a:xfrm>
              <a:custGeom>
                <a:avLst/>
                <a:gdLst>
                  <a:gd name="T0" fmla="*/ 283 w 18"/>
                  <a:gd name="T1" fmla="*/ 259 h 14"/>
                  <a:gd name="T2" fmla="*/ 113 w 18"/>
                  <a:gd name="T3" fmla="*/ 56 h 14"/>
                  <a:gd name="T4" fmla="*/ 0 w 1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8" y="14"/>
                    </a:moveTo>
                    <a:cubicBezTo>
                      <a:pt x="12" y="12"/>
                      <a:pt x="12" y="6"/>
                      <a:pt x="7" y="3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7" name="Freeform 1899">
                <a:extLst>
                  <a:ext uri="{FF2B5EF4-FFF2-40B4-BE49-F238E27FC236}">
                    <a16:creationId xmlns:a16="http://schemas.microsoft.com/office/drawing/2014/main" id="{838CF9DB-ABF1-4CEA-81DC-093CBE25B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339"/>
                <a:ext cx="7" cy="43"/>
              </a:xfrm>
              <a:custGeom>
                <a:avLst/>
                <a:gdLst>
                  <a:gd name="T0" fmla="*/ 0 w 3"/>
                  <a:gd name="T1" fmla="*/ 312 h 16"/>
                  <a:gd name="T2" fmla="*/ 0 w 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16"/>
                    </a:moveTo>
                    <a:cubicBezTo>
                      <a:pt x="2" y="11"/>
                      <a:pt x="3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8" name="Freeform 1900">
                <a:extLst>
                  <a:ext uri="{FF2B5EF4-FFF2-40B4-BE49-F238E27FC236}">
                    <a16:creationId xmlns:a16="http://schemas.microsoft.com/office/drawing/2014/main" id="{AE9FC0CE-0D79-4752-9D58-114756D24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440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63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2"/>
                      <a:pt x="4" y="6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9" name="Freeform 1901">
                <a:extLst>
                  <a:ext uri="{FF2B5EF4-FFF2-40B4-BE49-F238E27FC236}">
                    <a16:creationId xmlns:a16="http://schemas.microsoft.com/office/drawing/2014/main" id="{A47275AE-3C2B-422D-9A85-7FA54F6F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304"/>
                <a:ext cx="45" cy="51"/>
              </a:xfrm>
              <a:custGeom>
                <a:avLst/>
                <a:gdLst>
                  <a:gd name="T0" fmla="*/ 283 w 18"/>
                  <a:gd name="T1" fmla="*/ 368 h 19"/>
                  <a:gd name="T2" fmla="*/ 208 w 18"/>
                  <a:gd name="T3" fmla="*/ 309 h 19"/>
                  <a:gd name="T4" fmla="*/ 113 w 18"/>
                  <a:gd name="T5" fmla="*/ 193 h 19"/>
                  <a:gd name="T6" fmla="*/ 63 w 18"/>
                  <a:gd name="T7" fmla="*/ 94 h 19"/>
                  <a:gd name="T8" fmla="*/ 0 w 18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9">
                    <a:moveTo>
                      <a:pt x="18" y="19"/>
                    </a:moveTo>
                    <a:cubicBezTo>
                      <a:pt x="16" y="19"/>
                      <a:pt x="15" y="19"/>
                      <a:pt x="13" y="16"/>
                    </a:cubicBezTo>
                    <a:cubicBezTo>
                      <a:pt x="11" y="14"/>
                      <a:pt x="9" y="12"/>
                      <a:pt x="7" y="10"/>
                    </a:cubicBezTo>
                    <a:cubicBezTo>
                      <a:pt x="5" y="8"/>
                      <a:pt x="5" y="8"/>
                      <a:pt x="4" y="5"/>
                    </a:cubicBez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0" name="Freeform 1902">
                <a:extLst>
                  <a:ext uri="{FF2B5EF4-FFF2-40B4-BE49-F238E27FC236}">
                    <a16:creationId xmlns:a16="http://schemas.microsoft.com/office/drawing/2014/main" id="{738C5D43-42EF-47E7-B6E5-8F4C8FABD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264"/>
                <a:ext cx="37" cy="78"/>
              </a:xfrm>
              <a:custGeom>
                <a:avLst/>
                <a:gdLst>
                  <a:gd name="T0" fmla="*/ 224 w 15"/>
                  <a:gd name="T1" fmla="*/ 565 h 29"/>
                  <a:gd name="T2" fmla="*/ 133 w 15"/>
                  <a:gd name="T3" fmla="*/ 390 h 29"/>
                  <a:gd name="T4" fmla="*/ 121 w 15"/>
                  <a:gd name="T5" fmla="*/ 312 h 29"/>
                  <a:gd name="T6" fmla="*/ 12 w 15"/>
                  <a:gd name="T7" fmla="*/ 137 h 29"/>
                  <a:gd name="T8" fmla="*/ 0 w 1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9">
                    <a:moveTo>
                      <a:pt x="15" y="29"/>
                    </a:moveTo>
                    <a:cubicBezTo>
                      <a:pt x="11" y="28"/>
                      <a:pt x="9" y="24"/>
                      <a:pt x="9" y="20"/>
                    </a:cubicBezTo>
                    <a:cubicBezTo>
                      <a:pt x="9" y="17"/>
                      <a:pt x="10" y="17"/>
                      <a:pt x="8" y="16"/>
                    </a:cubicBezTo>
                    <a:cubicBezTo>
                      <a:pt x="5" y="13"/>
                      <a:pt x="1" y="11"/>
                      <a:pt x="1" y="7"/>
                    </a:cubicBez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1" name="Freeform 1903">
                <a:extLst>
                  <a:ext uri="{FF2B5EF4-FFF2-40B4-BE49-F238E27FC236}">
                    <a16:creationId xmlns:a16="http://schemas.microsoft.com/office/drawing/2014/main" id="{876B5496-3862-4000-9257-64369C597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259"/>
                <a:ext cx="22" cy="77"/>
              </a:xfrm>
              <a:custGeom>
                <a:avLst/>
                <a:gdLst>
                  <a:gd name="T0" fmla="*/ 132 w 9"/>
                  <a:gd name="T1" fmla="*/ 542 h 29"/>
                  <a:gd name="T2" fmla="*/ 90 w 9"/>
                  <a:gd name="T3" fmla="*/ 396 h 29"/>
                  <a:gd name="T4" fmla="*/ 0 w 9"/>
                  <a:gd name="T5" fmla="*/ 281 h 29"/>
                  <a:gd name="T6" fmla="*/ 12 w 9"/>
                  <a:gd name="T7" fmla="*/ 112 h 29"/>
                  <a:gd name="T8" fmla="*/ 0 w 9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9">
                    <a:moveTo>
                      <a:pt x="9" y="29"/>
                    </a:moveTo>
                    <a:cubicBezTo>
                      <a:pt x="8" y="26"/>
                      <a:pt x="8" y="23"/>
                      <a:pt x="6" y="21"/>
                    </a:cubicBezTo>
                    <a:cubicBezTo>
                      <a:pt x="4" y="19"/>
                      <a:pt x="0" y="18"/>
                      <a:pt x="0" y="15"/>
                    </a:cubicBezTo>
                    <a:cubicBezTo>
                      <a:pt x="0" y="12"/>
                      <a:pt x="2" y="9"/>
                      <a:pt x="1" y="6"/>
                    </a:cubicBez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2" name="Freeform 1904">
                <a:extLst>
                  <a:ext uri="{FF2B5EF4-FFF2-40B4-BE49-F238E27FC236}">
                    <a16:creationId xmlns:a16="http://schemas.microsoft.com/office/drawing/2014/main" id="{7E93445C-625B-49B5-8107-EA611190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275"/>
                <a:ext cx="12" cy="40"/>
              </a:xfrm>
              <a:custGeom>
                <a:avLst/>
                <a:gdLst>
                  <a:gd name="T0" fmla="*/ 58 w 5"/>
                  <a:gd name="T1" fmla="*/ 285 h 15"/>
                  <a:gd name="T2" fmla="*/ 0 w 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4" y="15"/>
                    </a:moveTo>
                    <a:cubicBezTo>
                      <a:pt x="5" y="9"/>
                      <a:pt x="5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3" name="Freeform 1905">
                <a:extLst>
                  <a:ext uri="{FF2B5EF4-FFF2-40B4-BE49-F238E27FC236}">
                    <a16:creationId xmlns:a16="http://schemas.microsoft.com/office/drawing/2014/main" id="{AD4326E6-7CC1-416F-931E-7EA654621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256"/>
                <a:ext cx="5" cy="24"/>
              </a:xfrm>
              <a:custGeom>
                <a:avLst/>
                <a:gdLst>
                  <a:gd name="T0" fmla="*/ 0 w 2"/>
                  <a:gd name="T1" fmla="*/ 171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2" y="6"/>
                      <a:pt x="2" y="4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4" name="Freeform 1906">
                <a:extLst>
                  <a:ext uri="{FF2B5EF4-FFF2-40B4-BE49-F238E27FC236}">
                    <a16:creationId xmlns:a16="http://schemas.microsoft.com/office/drawing/2014/main" id="{66157E4D-016F-46B6-B2BB-A9716C446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312"/>
                <a:ext cx="30" cy="54"/>
              </a:xfrm>
              <a:custGeom>
                <a:avLst/>
                <a:gdLst>
                  <a:gd name="T0" fmla="*/ 188 w 12"/>
                  <a:gd name="T1" fmla="*/ 394 h 20"/>
                  <a:gd name="T2" fmla="*/ 95 w 12"/>
                  <a:gd name="T3" fmla="*/ 335 h 20"/>
                  <a:gd name="T4" fmla="*/ 20 w 12"/>
                  <a:gd name="T5" fmla="*/ 232 h 20"/>
                  <a:gd name="T6" fmla="*/ 33 w 12"/>
                  <a:gd name="T7" fmla="*/ 59 h 20"/>
                  <a:gd name="T8" fmla="*/ 50 w 1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2" y="20"/>
                    </a:moveTo>
                    <a:cubicBezTo>
                      <a:pt x="12" y="17"/>
                      <a:pt x="8" y="18"/>
                      <a:pt x="6" y="17"/>
                    </a:cubicBezTo>
                    <a:cubicBezTo>
                      <a:pt x="4" y="16"/>
                      <a:pt x="2" y="14"/>
                      <a:pt x="1" y="12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2" y="2"/>
                      <a:pt x="4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5" name="Freeform 1907">
                <a:extLst>
                  <a:ext uri="{FF2B5EF4-FFF2-40B4-BE49-F238E27FC236}">
                    <a16:creationId xmlns:a16="http://schemas.microsoft.com/office/drawing/2014/main" id="{A9316AC4-1A00-489E-A3E9-12E1FDDC2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350"/>
                <a:ext cx="35" cy="5"/>
              </a:xfrm>
              <a:custGeom>
                <a:avLst/>
                <a:gdLst>
                  <a:gd name="T0" fmla="*/ 220 w 14"/>
                  <a:gd name="T1" fmla="*/ 33 h 2"/>
                  <a:gd name="T2" fmla="*/ 83 w 14"/>
                  <a:gd name="T3" fmla="*/ 33 h 2"/>
                  <a:gd name="T4" fmla="*/ 0 w 1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">
                    <a:moveTo>
                      <a:pt x="14" y="2"/>
                    </a:moveTo>
                    <a:cubicBezTo>
                      <a:pt x="11" y="1"/>
                      <a:pt x="9" y="1"/>
                      <a:pt x="5" y="2"/>
                    </a:cubicBezTo>
                    <a:cubicBezTo>
                      <a:pt x="3" y="2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6" name="Freeform 1908">
                <a:extLst>
                  <a:ext uri="{FF2B5EF4-FFF2-40B4-BE49-F238E27FC236}">
                    <a16:creationId xmlns:a16="http://schemas.microsoft.com/office/drawing/2014/main" id="{DB60A2C7-81DB-4F97-B125-C539DCE4D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280"/>
                <a:ext cx="30" cy="99"/>
              </a:xfrm>
              <a:custGeom>
                <a:avLst/>
                <a:gdLst>
                  <a:gd name="T0" fmla="*/ 188 w 12"/>
                  <a:gd name="T1" fmla="*/ 709 h 37"/>
                  <a:gd name="T2" fmla="*/ 145 w 12"/>
                  <a:gd name="T3" fmla="*/ 500 h 37"/>
                  <a:gd name="T4" fmla="*/ 50 w 12"/>
                  <a:gd name="T5" fmla="*/ 342 h 37"/>
                  <a:gd name="T6" fmla="*/ 50 w 12"/>
                  <a:gd name="T7" fmla="*/ 252 h 37"/>
                  <a:gd name="T8" fmla="*/ 33 w 12"/>
                  <a:gd name="T9" fmla="*/ 136 h 37"/>
                  <a:gd name="T10" fmla="*/ 33 w 12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7">
                    <a:moveTo>
                      <a:pt x="12" y="37"/>
                    </a:moveTo>
                    <a:cubicBezTo>
                      <a:pt x="8" y="35"/>
                      <a:pt x="9" y="30"/>
                      <a:pt x="9" y="26"/>
                    </a:cubicBezTo>
                    <a:cubicBezTo>
                      <a:pt x="8" y="22"/>
                      <a:pt x="4" y="22"/>
                      <a:pt x="3" y="18"/>
                    </a:cubicBezTo>
                    <a:cubicBezTo>
                      <a:pt x="2" y="16"/>
                      <a:pt x="3" y="15"/>
                      <a:pt x="3" y="13"/>
                    </a:cubicBezTo>
                    <a:cubicBezTo>
                      <a:pt x="3" y="11"/>
                      <a:pt x="2" y="9"/>
                      <a:pt x="2" y="7"/>
                    </a:cubicBezTo>
                    <a:cubicBezTo>
                      <a:pt x="2" y="5"/>
                      <a:pt x="0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7" name="Freeform 1909">
                <a:extLst>
                  <a:ext uri="{FF2B5EF4-FFF2-40B4-BE49-F238E27FC236}">
                    <a16:creationId xmlns:a16="http://schemas.microsoft.com/office/drawing/2014/main" id="{350173BA-B507-4DC2-90CE-78DA36291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296"/>
                <a:ext cx="35" cy="32"/>
              </a:xfrm>
              <a:custGeom>
                <a:avLst/>
                <a:gdLst>
                  <a:gd name="T0" fmla="*/ 220 w 14"/>
                  <a:gd name="T1" fmla="*/ 227 h 12"/>
                  <a:gd name="T2" fmla="*/ 145 w 14"/>
                  <a:gd name="T3" fmla="*/ 149 h 12"/>
                  <a:gd name="T4" fmla="*/ 95 w 14"/>
                  <a:gd name="T5" fmla="*/ 93 h 12"/>
                  <a:gd name="T6" fmla="*/ 0 w 14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cubicBezTo>
                      <a:pt x="13" y="9"/>
                      <a:pt x="11" y="9"/>
                      <a:pt x="9" y="8"/>
                    </a:cubicBezTo>
                    <a:cubicBezTo>
                      <a:pt x="8" y="7"/>
                      <a:pt x="7" y="6"/>
                      <a:pt x="6" y="5"/>
                    </a:cubicBezTo>
                    <a:cubicBezTo>
                      <a:pt x="3" y="3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8" name="Freeform 1910">
                <a:extLst>
                  <a:ext uri="{FF2B5EF4-FFF2-40B4-BE49-F238E27FC236}">
                    <a16:creationId xmlns:a16="http://schemas.microsoft.com/office/drawing/2014/main" id="{701DA6BC-A9E8-4854-A035-438BAA65E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278"/>
                <a:ext cx="13" cy="42"/>
              </a:xfrm>
              <a:custGeom>
                <a:avLst/>
                <a:gdLst>
                  <a:gd name="T0" fmla="*/ 21 w 5"/>
                  <a:gd name="T1" fmla="*/ 289 h 16"/>
                  <a:gd name="T2" fmla="*/ 21 w 5"/>
                  <a:gd name="T3" fmla="*/ 179 h 16"/>
                  <a:gd name="T4" fmla="*/ 68 w 5"/>
                  <a:gd name="T5" fmla="*/ 123 h 16"/>
                  <a:gd name="T6" fmla="*/ 88 w 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1" y="16"/>
                    </a:moveTo>
                    <a:cubicBezTo>
                      <a:pt x="0" y="14"/>
                      <a:pt x="0" y="12"/>
                      <a:pt x="1" y="10"/>
                    </a:cubicBezTo>
                    <a:cubicBezTo>
                      <a:pt x="2" y="9"/>
                      <a:pt x="3" y="9"/>
                      <a:pt x="4" y="7"/>
                    </a:cubicBezTo>
                    <a:cubicBezTo>
                      <a:pt x="5" y="5"/>
                      <a:pt x="5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9" name="Freeform 1911">
                <a:extLst>
                  <a:ext uri="{FF2B5EF4-FFF2-40B4-BE49-F238E27FC236}">
                    <a16:creationId xmlns:a16="http://schemas.microsoft.com/office/drawing/2014/main" id="{40CC027A-84E6-4CB3-B832-34305855B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64"/>
                <a:ext cx="20" cy="43"/>
              </a:xfrm>
              <a:custGeom>
                <a:avLst/>
                <a:gdLst>
                  <a:gd name="T0" fmla="*/ 50 w 8"/>
                  <a:gd name="T1" fmla="*/ 312 h 16"/>
                  <a:gd name="T2" fmla="*/ 63 w 8"/>
                  <a:gd name="T3" fmla="*/ 94 h 16"/>
                  <a:gd name="T4" fmla="*/ 125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3" y="16"/>
                    </a:moveTo>
                    <a:cubicBezTo>
                      <a:pt x="0" y="14"/>
                      <a:pt x="2" y="8"/>
                      <a:pt x="4" y="5"/>
                    </a:cubicBezTo>
                    <a:cubicBezTo>
                      <a:pt x="5" y="3"/>
                      <a:pt x="7" y="2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0" name="Freeform 1912">
                <a:extLst>
                  <a:ext uri="{FF2B5EF4-FFF2-40B4-BE49-F238E27FC236}">
                    <a16:creationId xmlns:a16="http://schemas.microsoft.com/office/drawing/2014/main" id="{9DD59083-C215-43BB-A633-45F47ED4C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304"/>
                <a:ext cx="23" cy="48"/>
              </a:xfrm>
              <a:custGeom>
                <a:avLst/>
                <a:gdLst>
                  <a:gd name="T0" fmla="*/ 130 w 9"/>
                  <a:gd name="T1" fmla="*/ 341 h 18"/>
                  <a:gd name="T2" fmla="*/ 84 w 9"/>
                  <a:gd name="T3" fmla="*/ 115 h 18"/>
                  <a:gd name="T4" fmla="*/ 0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8" y="18"/>
                    </a:moveTo>
                    <a:cubicBezTo>
                      <a:pt x="9" y="13"/>
                      <a:pt x="8" y="9"/>
                      <a:pt x="5" y="6"/>
                    </a:cubicBezTo>
                    <a:cubicBezTo>
                      <a:pt x="4" y="4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1" name="Freeform 1913">
                <a:extLst>
                  <a:ext uri="{FF2B5EF4-FFF2-40B4-BE49-F238E27FC236}">
                    <a16:creationId xmlns:a16="http://schemas.microsoft.com/office/drawing/2014/main" id="{B78341A4-9A06-4FD7-9AED-EC19B5C9C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262"/>
                <a:ext cx="23" cy="53"/>
              </a:xfrm>
              <a:custGeom>
                <a:avLst/>
                <a:gdLst>
                  <a:gd name="T0" fmla="*/ 130 w 9"/>
                  <a:gd name="T1" fmla="*/ 371 h 20"/>
                  <a:gd name="T2" fmla="*/ 130 w 9"/>
                  <a:gd name="T3" fmla="*/ 225 h 20"/>
                  <a:gd name="T4" fmla="*/ 51 w 9"/>
                  <a:gd name="T5" fmla="*/ 148 h 20"/>
                  <a:gd name="T6" fmla="*/ 20 w 9"/>
                  <a:gd name="T7" fmla="*/ 56 h 20"/>
                  <a:gd name="T8" fmla="*/ 0 w 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0">
                    <a:moveTo>
                      <a:pt x="8" y="20"/>
                    </a:moveTo>
                    <a:cubicBezTo>
                      <a:pt x="8" y="17"/>
                      <a:pt x="9" y="14"/>
                      <a:pt x="8" y="12"/>
                    </a:cubicBezTo>
                    <a:cubicBezTo>
                      <a:pt x="7" y="10"/>
                      <a:pt x="4" y="10"/>
                      <a:pt x="3" y="8"/>
                    </a:cubicBezTo>
                    <a:cubicBezTo>
                      <a:pt x="2" y="6"/>
                      <a:pt x="2" y="5"/>
                      <a:pt x="1" y="3"/>
                    </a:cubicBez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2" name="Freeform 1914">
                <a:extLst>
                  <a:ext uri="{FF2B5EF4-FFF2-40B4-BE49-F238E27FC236}">
                    <a16:creationId xmlns:a16="http://schemas.microsoft.com/office/drawing/2014/main" id="{D589D5A2-CE92-4325-B9D1-BAD053E57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254"/>
                <a:ext cx="20" cy="32"/>
              </a:xfrm>
              <a:custGeom>
                <a:avLst/>
                <a:gdLst>
                  <a:gd name="T0" fmla="*/ 0 w 8"/>
                  <a:gd name="T1" fmla="*/ 227 h 12"/>
                  <a:gd name="T2" fmla="*/ 113 w 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2" y="8"/>
                      <a:pt x="8" y="6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3" name="Freeform 1915">
                <a:extLst>
                  <a:ext uri="{FF2B5EF4-FFF2-40B4-BE49-F238E27FC236}">
                    <a16:creationId xmlns:a16="http://schemas.microsoft.com/office/drawing/2014/main" id="{57F577CD-76CC-410E-8513-BE042DA42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480"/>
                <a:ext cx="110" cy="35"/>
              </a:xfrm>
              <a:custGeom>
                <a:avLst/>
                <a:gdLst>
                  <a:gd name="T0" fmla="*/ 0 w 44"/>
                  <a:gd name="T1" fmla="*/ 0 h 13"/>
                  <a:gd name="T2" fmla="*/ 158 w 44"/>
                  <a:gd name="T3" fmla="*/ 137 h 13"/>
                  <a:gd name="T4" fmla="*/ 250 w 44"/>
                  <a:gd name="T5" fmla="*/ 116 h 13"/>
                  <a:gd name="T6" fmla="*/ 375 w 44"/>
                  <a:gd name="T7" fmla="*/ 137 h 13"/>
                  <a:gd name="T8" fmla="*/ 563 w 44"/>
                  <a:gd name="T9" fmla="*/ 116 h 13"/>
                  <a:gd name="T10" fmla="*/ 688 w 44"/>
                  <a:gd name="T11" fmla="*/ 25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3">
                    <a:moveTo>
                      <a:pt x="0" y="0"/>
                    </a:moveTo>
                    <a:cubicBezTo>
                      <a:pt x="6" y="2"/>
                      <a:pt x="5" y="6"/>
                      <a:pt x="10" y="7"/>
                    </a:cubicBezTo>
                    <a:cubicBezTo>
                      <a:pt x="13" y="7"/>
                      <a:pt x="14" y="6"/>
                      <a:pt x="16" y="6"/>
                    </a:cubicBezTo>
                    <a:cubicBezTo>
                      <a:pt x="19" y="7"/>
                      <a:pt x="21" y="8"/>
                      <a:pt x="24" y="7"/>
                    </a:cubicBezTo>
                    <a:cubicBezTo>
                      <a:pt x="28" y="7"/>
                      <a:pt x="32" y="3"/>
                      <a:pt x="36" y="6"/>
                    </a:cubicBezTo>
                    <a:cubicBezTo>
                      <a:pt x="40" y="8"/>
                      <a:pt x="40" y="11"/>
                      <a:pt x="44" y="1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4" name="Freeform 1916">
                <a:extLst>
                  <a:ext uri="{FF2B5EF4-FFF2-40B4-BE49-F238E27FC236}">
                    <a16:creationId xmlns:a16="http://schemas.microsoft.com/office/drawing/2014/main" id="{293F0BDD-A5D1-48E6-8B85-F7CEFCD1C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478"/>
                <a:ext cx="108" cy="18"/>
              </a:xfrm>
              <a:custGeom>
                <a:avLst/>
                <a:gdLst>
                  <a:gd name="T0" fmla="*/ 0 w 43"/>
                  <a:gd name="T1" fmla="*/ 100 h 7"/>
                  <a:gd name="T2" fmla="*/ 95 w 43"/>
                  <a:gd name="T3" fmla="*/ 67 h 7"/>
                  <a:gd name="T4" fmla="*/ 176 w 43"/>
                  <a:gd name="T5" fmla="*/ 100 h 7"/>
                  <a:gd name="T6" fmla="*/ 208 w 43"/>
                  <a:gd name="T7" fmla="*/ 85 h 7"/>
                  <a:gd name="T8" fmla="*/ 304 w 43"/>
                  <a:gd name="T9" fmla="*/ 67 h 7"/>
                  <a:gd name="T10" fmla="*/ 379 w 43"/>
                  <a:gd name="T11" fmla="*/ 118 h 7"/>
                  <a:gd name="T12" fmla="*/ 492 w 43"/>
                  <a:gd name="T13" fmla="*/ 85 h 7"/>
                  <a:gd name="T14" fmla="*/ 681 w 43"/>
                  <a:gd name="T15" fmla="*/ 6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7">
                    <a:moveTo>
                      <a:pt x="0" y="6"/>
                    </a:moveTo>
                    <a:cubicBezTo>
                      <a:pt x="2" y="6"/>
                      <a:pt x="4" y="4"/>
                      <a:pt x="6" y="4"/>
                    </a:cubicBezTo>
                    <a:cubicBezTo>
                      <a:pt x="8" y="4"/>
                      <a:pt x="9" y="6"/>
                      <a:pt x="11" y="6"/>
                    </a:cubicBezTo>
                    <a:cubicBezTo>
                      <a:pt x="12" y="6"/>
                      <a:pt x="12" y="5"/>
                      <a:pt x="13" y="5"/>
                    </a:cubicBezTo>
                    <a:cubicBezTo>
                      <a:pt x="15" y="5"/>
                      <a:pt x="17" y="4"/>
                      <a:pt x="19" y="4"/>
                    </a:cubicBezTo>
                    <a:cubicBezTo>
                      <a:pt x="21" y="5"/>
                      <a:pt x="22" y="6"/>
                      <a:pt x="24" y="7"/>
                    </a:cubicBezTo>
                    <a:cubicBezTo>
                      <a:pt x="26" y="7"/>
                      <a:pt x="29" y="6"/>
                      <a:pt x="31" y="5"/>
                    </a:cubicBezTo>
                    <a:cubicBezTo>
                      <a:pt x="35" y="3"/>
                      <a:pt x="39" y="0"/>
                      <a:pt x="43" y="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5" name="Freeform 1917">
                <a:extLst>
                  <a:ext uri="{FF2B5EF4-FFF2-40B4-BE49-F238E27FC236}">
                    <a16:creationId xmlns:a16="http://schemas.microsoft.com/office/drawing/2014/main" id="{E1FCC419-A662-400A-A398-DFEA2AF61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483"/>
                <a:ext cx="50" cy="8"/>
              </a:xfrm>
              <a:custGeom>
                <a:avLst/>
                <a:gdLst>
                  <a:gd name="T0" fmla="*/ 313 w 20"/>
                  <a:gd name="T1" fmla="*/ 35 h 3"/>
                  <a:gd name="T2" fmla="*/ 125 w 20"/>
                  <a:gd name="T3" fmla="*/ 35 h 3"/>
                  <a:gd name="T4" fmla="*/ 0 w 20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">
                    <a:moveTo>
                      <a:pt x="20" y="2"/>
                    </a:moveTo>
                    <a:cubicBezTo>
                      <a:pt x="17" y="0"/>
                      <a:pt x="11" y="1"/>
                      <a:pt x="8" y="2"/>
                    </a:cubicBezTo>
                    <a:cubicBezTo>
                      <a:pt x="5" y="2"/>
                      <a:pt x="3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6" name="Freeform 1918">
                <a:extLst>
                  <a:ext uri="{FF2B5EF4-FFF2-40B4-BE49-F238E27FC236}">
                    <a16:creationId xmlns:a16="http://schemas.microsoft.com/office/drawing/2014/main" id="{9E4FC60E-DA0F-4B43-9316-8637F26A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470"/>
                <a:ext cx="65" cy="16"/>
              </a:xfrm>
              <a:custGeom>
                <a:avLst/>
                <a:gdLst>
                  <a:gd name="T0" fmla="*/ 0 w 26"/>
                  <a:gd name="T1" fmla="*/ 115 h 6"/>
                  <a:gd name="T2" fmla="*/ 158 w 26"/>
                  <a:gd name="T3" fmla="*/ 21 h 6"/>
                  <a:gd name="T4" fmla="*/ 238 w 26"/>
                  <a:gd name="T5" fmla="*/ 0 h 6"/>
                  <a:gd name="T6" fmla="*/ 408 w 26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6">
                    <a:moveTo>
                      <a:pt x="0" y="6"/>
                    </a:moveTo>
                    <a:cubicBezTo>
                      <a:pt x="2" y="2"/>
                      <a:pt x="6" y="2"/>
                      <a:pt x="10" y="1"/>
                    </a:cubicBezTo>
                    <a:cubicBezTo>
                      <a:pt x="11" y="1"/>
                      <a:pt x="14" y="0"/>
                      <a:pt x="15" y="0"/>
                    </a:cubicBezTo>
                    <a:cubicBezTo>
                      <a:pt x="18" y="0"/>
                      <a:pt x="22" y="3"/>
                      <a:pt x="26" y="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7" name="Freeform 1919">
                <a:extLst>
                  <a:ext uri="{FF2B5EF4-FFF2-40B4-BE49-F238E27FC236}">
                    <a16:creationId xmlns:a16="http://schemas.microsoft.com/office/drawing/2014/main" id="{4F187260-C182-40DF-8CEF-516C5F6F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451"/>
                <a:ext cx="38" cy="21"/>
              </a:xfrm>
              <a:custGeom>
                <a:avLst/>
                <a:gdLst>
                  <a:gd name="T0" fmla="*/ 0 w 15"/>
                  <a:gd name="T1" fmla="*/ 144 h 8"/>
                  <a:gd name="T2" fmla="*/ 243 w 1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2" y="0"/>
                      <a:pt x="9" y="1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8" name="Freeform 1920">
                <a:extLst>
                  <a:ext uri="{FF2B5EF4-FFF2-40B4-BE49-F238E27FC236}">
                    <a16:creationId xmlns:a16="http://schemas.microsoft.com/office/drawing/2014/main" id="{45C22593-3A32-4E5A-9C2A-C6B56ED7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430"/>
                <a:ext cx="5" cy="24"/>
              </a:xfrm>
              <a:custGeom>
                <a:avLst/>
                <a:gdLst>
                  <a:gd name="T0" fmla="*/ 0 w 2"/>
                  <a:gd name="T1" fmla="*/ 171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9" name="Freeform 1921">
                <a:extLst>
                  <a:ext uri="{FF2B5EF4-FFF2-40B4-BE49-F238E27FC236}">
                    <a16:creationId xmlns:a16="http://schemas.microsoft.com/office/drawing/2014/main" id="{DEA55FB2-1B93-4BEE-BA35-BA9DAE341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456"/>
                <a:ext cx="27" cy="19"/>
              </a:xfrm>
              <a:custGeom>
                <a:avLst/>
                <a:gdLst>
                  <a:gd name="T0" fmla="*/ 0 w 11"/>
                  <a:gd name="T1" fmla="*/ 141 h 7"/>
                  <a:gd name="T2" fmla="*/ 162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2" y="2"/>
                      <a:pt x="6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0" name="Freeform 1922">
                <a:extLst>
                  <a:ext uri="{FF2B5EF4-FFF2-40B4-BE49-F238E27FC236}">
                    <a16:creationId xmlns:a16="http://schemas.microsoft.com/office/drawing/2014/main" id="{25D26C83-D833-4112-9A3C-49A64EF2D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470"/>
                <a:ext cx="33" cy="1"/>
              </a:xfrm>
              <a:custGeom>
                <a:avLst/>
                <a:gdLst>
                  <a:gd name="T0" fmla="*/ 213 w 13"/>
                  <a:gd name="T1" fmla="*/ 0 h 1"/>
                  <a:gd name="T2" fmla="*/ 0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13" y="0"/>
                    </a:moveTo>
                    <a:cubicBezTo>
                      <a:pt x="9" y="0"/>
                      <a:pt x="5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1" name="Freeform 1923">
                <a:extLst>
                  <a:ext uri="{FF2B5EF4-FFF2-40B4-BE49-F238E27FC236}">
                    <a16:creationId xmlns:a16="http://schemas.microsoft.com/office/drawing/2014/main" id="{A46D7E0A-D1FA-4932-A146-756D7F785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432"/>
                <a:ext cx="45" cy="38"/>
              </a:xfrm>
              <a:custGeom>
                <a:avLst/>
                <a:gdLst>
                  <a:gd name="T0" fmla="*/ 0 w 18"/>
                  <a:gd name="T1" fmla="*/ 280 h 14"/>
                  <a:gd name="T2" fmla="*/ 220 w 18"/>
                  <a:gd name="T3" fmla="*/ 117 h 14"/>
                  <a:gd name="T4" fmla="*/ 283 w 1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3" y="8"/>
                      <a:pt x="10" y="10"/>
                      <a:pt x="14" y="6"/>
                    </a:cubicBezTo>
                    <a:cubicBezTo>
                      <a:pt x="15" y="4"/>
                      <a:pt x="16" y="1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2" name="Freeform 1924">
                <a:extLst>
                  <a:ext uri="{FF2B5EF4-FFF2-40B4-BE49-F238E27FC236}">
                    <a16:creationId xmlns:a16="http://schemas.microsoft.com/office/drawing/2014/main" id="{3A7F19BA-5AEC-4D73-A095-67D32D3B3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499"/>
                <a:ext cx="38" cy="16"/>
              </a:xfrm>
              <a:custGeom>
                <a:avLst/>
                <a:gdLst>
                  <a:gd name="T0" fmla="*/ 0 w 15"/>
                  <a:gd name="T1" fmla="*/ 0 h 6"/>
                  <a:gd name="T2" fmla="*/ 243 w 15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cubicBezTo>
                      <a:pt x="4" y="4"/>
                      <a:pt x="10" y="6"/>
                      <a:pt x="15" y="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3" name="Freeform 1925">
                <a:extLst>
                  <a:ext uri="{FF2B5EF4-FFF2-40B4-BE49-F238E27FC236}">
                    <a16:creationId xmlns:a16="http://schemas.microsoft.com/office/drawing/2014/main" id="{399B8D2C-4260-4B44-8144-0EDA1D35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488"/>
                <a:ext cx="17" cy="8"/>
              </a:xfrm>
              <a:custGeom>
                <a:avLst/>
                <a:gdLst>
                  <a:gd name="T0" fmla="*/ 100 w 7"/>
                  <a:gd name="T1" fmla="*/ 21 h 3"/>
                  <a:gd name="T2" fmla="*/ 0 w 7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1"/>
                    </a:moveTo>
                    <a:cubicBezTo>
                      <a:pt x="5" y="0"/>
                      <a:pt x="3" y="3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4" name="Freeform 1926">
                <a:extLst>
                  <a:ext uri="{FF2B5EF4-FFF2-40B4-BE49-F238E27FC236}">
                    <a16:creationId xmlns:a16="http://schemas.microsoft.com/office/drawing/2014/main" id="{6353FB38-B386-481B-9E6C-DDF32276E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456"/>
                <a:ext cx="60" cy="32"/>
              </a:xfrm>
              <a:custGeom>
                <a:avLst/>
                <a:gdLst>
                  <a:gd name="T0" fmla="*/ 0 w 24"/>
                  <a:gd name="T1" fmla="*/ 227 h 12"/>
                  <a:gd name="T2" fmla="*/ 63 w 24"/>
                  <a:gd name="T3" fmla="*/ 149 h 12"/>
                  <a:gd name="T4" fmla="*/ 188 w 24"/>
                  <a:gd name="T5" fmla="*/ 77 h 12"/>
                  <a:gd name="T6" fmla="*/ 270 w 24"/>
                  <a:gd name="T7" fmla="*/ 56 h 12"/>
                  <a:gd name="T8" fmla="*/ 375 w 2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1" y="10"/>
                      <a:pt x="1" y="9"/>
                      <a:pt x="4" y="8"/>
                    </a:cubicBezTo>
                    <a:cubicBezTo>
                      <a:pt x="7" y="6"/>
                      <a:pt x="9" y="5"/>
                      <a:pt x="12" y="4"/>
                    </a:cubicBezTo>
                    <a:cubicBezTo>
                      <a:pt x="14" y="3"/>
                      <a:pt x="15" y="2"/>
                      <a:pt x="17" y="3"/>
                    </a:cubicBezTo>
                    <a:cubicBezTo>
                      <a:pt x="20" y="3"/>
                      <a:pt x="21" y="2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5" name="Freeform 1927">
                <a:extLst>
                  <a:ext uri="{FF2B5EF4-FFF2-40B4-BE49-F238E27FC236}">
                    <a16:creationId xmlns:a16="http://schemas.microsoft.com/office/drawing/2014/main" id="{ADC569F8-5845-4471-9F4A-038440BFC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467"/>
                <a:ext cx="80" cy="24"/>
              </a:xfrm>
              <a:custGeom>
                <a:avLst/>
                <a:gdLst>
                  <a:gd name="T0" fmla="*/ 0 w 32"/>
                  <a:gd name="T1" fmla="*/ 171 h 9"/>
                  <a:gd name="T2" fmla="*/ 175 w 32"/>
                  <a:gd name="T3" fmla="*/ 93 h 9"/>
                  <a:gd name="T4" fmla="*/ 238 w 32"/>
                  <a:gd name="T5" fmla="*/ 93 h 9"/>
                  <a:gd name="T6" fmla="*/ 395 w 32"/>
                  <a:gd name="T7" fmla="*/ 21 h 9"/>
                  <a:gd name="T8" fmla="*/ 500 w 32"/>
                  <a:gd name="T9" fmla="*/ 3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9">
                    <a:moveTo>
                      <a:pt x="0" y="9"/>
                    </a:moveTo>
                    <a:cubicBezTo>
                      <a:pt x="2" y="5"/>
                      <a:pt x="7" y="4"/>
                      <a:pt x="11" y="5"/>
                    </a:cubicBezTo>
                    <a:cubicBezTo>
                      <a:pt x="13" y="6"/>
                      <a:pt x="13" y="7"/>
                      <a:pt x="15" y="5"/>
                    </a:cubicBezTo>
                    <a:cubicBezTo>
                      <a:pt x="19" y="3"/>
                      <a:pt x="21" y="0"/>
                      <a:pt x="25" y="1"/>
                    </a:cubicBezTo>
                    <a:cubicBezTo>
                      <a:pt x="27" y="1"/>
                      <a:pt x="30" y="2"/>
                      <a:pt x="32" y="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6" name="Freeform 1928">
                <a:extLst>
                  <a:ext uri="{FF2B5EF4-FFF2-40B4-BE49-F238E27FC236}">
                    <a16:creationId xmlns:a16="http://schemas.microsoft.com/office/drawing/2014/main" id="{EBDF35A0-F815-4389-9FC1-CD0D4A043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496"/>
                <a:ext cx="75" cy="19"/>
              </a:xfrm>
              <a:custGeom>
                <a:avLst/>
                <a:gdLst>
                  <a:gd name="T0" fmla="*/ 0 w 30"/>
                  <a:gd name="T1" fmla="*/ 103 h 7"/>
                  <a:gd name="T2" fmla="*/ 125 w 30"/>
                  <a:gd name="T3" fmla="*/ 103 h 7"/>
                  <a:gd name="T4" fmla="*/ 250 w 30"/>
                  <a:gd name="T5" fmla="*/ 22 h 7"/>
                  <a:gd name="T6" fmla="*/ 375 w 30"/>
                  <a:gd name="T7" fmla="*/ 103 h 7"/>
                  <a:gd name="T8" fmla="*/ 470 w 30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">
                    <a:moveTo>
                      <a:pt x="0" y="5"/>
                    </a:moveTo>
                    <a:cubicBezTo>
                      <a:pt x="3" y="6"/>
                      <a:pt x="5" y="7"/>
                      <a:pt x="8" y="5"/>
                    </a:cubicBezTo>
                    <a:cubicBezTo>
                      <a:pt x="11" y="3"/>
                      <a:pt x="12" y="0"/>
                      <a:pt x="16" y="1"/>
                    </a:cubicBezTo>
                    <a:cubicBezTo>
                      <a:pt x="18" y="1"/>
                      <a:pt x="21" y="4"/>
                      <a:pt x="24" y="5"/>
                    </a:cubicBezTo>
                    <a:cubicBezTo>
                      <a:pt x="26" y="5"/>
                      <a:pt x="28" y="5"/>
                      <a:pt x="30" y="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7" name="Freeform 1929">
                <a:extLst>
                  <a:ext uri="{FF2B5EF4-FFF2-40B4-BE49-F238E27FC236}">
                    <a16:creationId xmlns:a16="http://schemas.microsoft.com/office/drawing/2014/main" id="{45478693-6CAA-4743-A292-32910FDE9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510"/>
                <a:ext cx="38" cy="10"/>
              </a:xfrm>
              <a:custGeom>
                <a:avLst/>
                <a:gdLst>
                  <a:gd name="T0" fmla="*/ 0 w 15"/>
                  <a:gd name="T1" fmla="*/ 0 h 4"/>
                  <a:gd name="T2" fmla="*/ 243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3"/>
                      <a:pt x="10" y="4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8" name="Freeform 1930">
                <a:extLst>
                  <a:ext uri="{FF2B5EF4-FFF2-40B4-BE49-F238E27FC236}">
                    <a16:creationId xmlns:a16="http://schemas.microsoft.com/office/drawing/2014/main" id="{C6BC2A01-A3DA-473C-A57A-DEA7C748B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518"/>
                <a:ext cx="23" cy="16"/>
              </a:xfrm>
              <a:custGeom>
                <a:avLst/>
                <a:gdLst>
                  <a:gd name="T0" fmla="*/ 0 w 9"/>
                  <a:gd name="T1" fmla="*/ 0 h 6"/>
                  <a:gd name="T2" fmla="*/ 151 w 9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3"/>
                      <a:pt x="5" y="4"/>
                      <a:pt x="9" y="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9" name="Freeform 1931">
                <a:extLst>
                  <a:ext uri="{FF2B5EF4-FFF2-40B4-BE49-F238E27FC236}">
                    <a16:creationId xmlns:a16="http://schemas.microsoft.com/office/drawing/2014/main" id="{2E3D5C6C-4022-4D41-98E5-3ABCC5870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448"/>
                <a:ext cx="53" cy="24"/>
              </a:xfrm>
              <a:custGeom>
                <a:avLst/>
                <a:gdLst>
                  <a:gd name="T0" fmla="*/ 0 w 21"/>
                  <a:gd name="T1" fmla="*/ 171 h 9"/>
                  <a:gd name="T2" fmla="*/ 63 w 21"/>
                  <a:gd name="T3" fmla="*/ 77 h 9"/>
                  <a:gd name="T4" fmla="*/ 179 w 21"/>
                  <a:gd name="T5" fmla="*/ 0 h 9"/>
                  <a:gd name="T6" fmla="*/ 305 w 21"/>
                  <a:gd name="T7" fmla="*/ 56 h 9"/>
                  <a:gd name="T8" fmla="*/ 338 w 21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3" y="9"/>
                      <a:pt x="3" y="5"/>
                      <a:pt x="4" y="4"/>
                    </a:cubicBezTo>
                    <a:cubicBezTo>
                      <a:pt x="6" y="2"/>
                      <a:pt x="8" y="1"/>
                      <a:pt x="11" y="0"/>
                    </a:cubicBezTo>
                    <a:cubicBezTo>
                      <a:pt x="14" y="0"/>
                      <a:pt x="16" y="1"/>
                      <a:pt x="19" y="3"/>
                    </a:cubicBezTo>
                    <a:cubicBezTo>
                      <a:pt x="20" y="4"/>
                      <a:pt x="21" y="6"/>
                      <a:pt x="21" y="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0" name="Freeform 1932">
                <a:extLst>
                  <a:ext uri="{FF2B5EF4-FFF2-40B4-BE49-F238E27FC236}">
                    <a16:creationId xmlns:a16="http://schemas.microsoft.com/office/drawing/2014/main" id="{3BC8A02D-3FA9-4A49-92C6-C0F0314AC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416"/>
                <a:ext cx="15" cy="38"/>
              </a:xfrm>
              <a:custGeom>
                <a:avLst/>
                <a:gdLst>
                  <a:gd name="T0" fmla="*/ 0 w 6"/>
                  <a:gd name="T1" fmla="*/ 280 h 14"/>
                  <a:gd name="T2" fmla="*/ 50 w 6"/>
                  <a:gd name="T3" fmla="*/ 103 h 14"/>
                  <a:gd name="T4" fmla="*/ 95 w 6"/>
                  <a:gd name="T5" fmla="*/ 2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0" y="14"/>
                    </a:moveTo>
                    <a:cubicBezTo>
                      <a:pt x="2" y="11"/>
                      <a:pt x="2" y="9"/>
                      <a:pt x="3" y="5"/>
                    </a:cubicBezTo>
                    <a:cubicBezTo>
                      <a:pt x="3" y="3"/>
                      <a:pt x="4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1" name="Freeform 1933">
                <a:extLst>
                  <a:ext uri="{FF2B5EF4-FFF2-40B4-BE49-F238E27FC236}">
                    <a16:creationId xmlns:a16="http://schemas.microsoft.com/office/drawing/2014/main" id="{83BBB8E2-6C7A-4CCC-8E0C-539674F35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427"/>
                <a:ext cx="92" cy="16"/>
              </a:xfrm>
              <a:custGeom>
                <a:avLst/>
                <a:gdLst>
                  <a:gd name="T0" fmla="*/ 0 w 37"/>
                  <a:gd name="T1" fmla="*/ 77 h 6"/>
                  <a:gd name="T2" fmla="*/ 154 w 37"/>
                  <a:gd name="T3" fmla="*/ 77 h 6"/>
                  <a:gd name="T4" fmla="*/ 308 w 37"/>
                  <a:gd name="T5" fmla="*/ 0 h 6"/>
                  <a:gd name="T6" fmla="*/ 383 w 37"/>
                  <a:gd name="T7" fmla="*/ 35 h 6"/>
                  <a:gd name="T8" fmla="*/ 475 w 37"/>
                  <a:gd name="T9" fmla="*/ 56 h 6"/>
                  <a:gd name="T10" fmla="*/ 569 w 37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6">
                    <a:moveTo>
                      <a:pt x="0" y="4"/>
                    </a:moveTo>
                    <a:cubicBezTo>
                      <a:pt x="2" y="1"/>
                      <a:pt x="7" y="3"/>
                      <a:pt x="10" y="4"/>
                    </a:cubicBezTo>
                    <a:cubicBezTo>
                      <a:pt x="14" y="4"/>
                      <a:pt x="16" y="1"/>
                      <a:pt x="20" y="0"/>
                    </a:cubicBezTo>
                    <a:cubicBezTo>
                      <a:pt x="22" y="0"/>
                      <a:pt x="23" y="1"/>
                      <a:pt x="25" y="2"/>
                    </a:cubicBezTo>
                    <a:cubicBezTo>
                      <a:pt x="27" y="3"/>
                      <a:pt x="29" y="2"/>
                      <a:pt x="31" y="3"/>
                    </a:cubicBezTo>
                    <a:cubicBezTo>
                      <a:pt x="33" y="3"/>
                      <a:pt x="36" y="4"/>
                      <a:pt x="37" y="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2" name="Freeform 1934">
                <a:extLst>
                  <a:ext uri="{FF2B5EF4-FFF2-40B4-BE49-F238E27FC236}">
                    <a16:creationId xmlns:a16="http://schemas.microsoft.com/office/drawing/2014/main" id="{792D7B79-1A84-4001-95AB-B6A6D3A5C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422"/>
                <a:ext cx="40" cy="29"/>
              </a:xfrm>
              <a:custGeom>
                <a:avLst/>
                <a:gdLst>
                  <a:gd name="T0" fmla="*/ 0 w 16"/>
                  <a:gd name="T1" fmla="*/ 200 h 11"/>
                  <a:gd name="T2" fmla="*/ 95 w 16"/>
                  <a:gd name="T3" fmla="*/ 124 h 11"/>
                  <a:gd name="T4" fmla="*/ 158 w 16"/>
                  <a:gd name="T5" fmla="*/ 90 h 11"/>
                  <a:gd name="T6" fmla="*/ 25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0" y="11"/>
                    </a:moveTo>
                    <a:cubicBezTo>
                      <a:pt x="3" y="11"/>
                      <a:pt x="4" y="9"/>
                      <a:pt x="6" y="7"/>
                    </a:cubicBezTo>
                    <a:cubicBezTo>
                      <a:pt x="7" y="6"/>
                      <a:pt x="9" y="6"/>
                      <a:pt x="10" y="5"/>
                    </a:cubicBezTo>
                    <a:cubicBezTo>
                      <a:pt x="12" y="3"/>
                      <a:pt x="12" y="0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3" name="Freeform 1935">
                <a:extLst>
                  <a:ext uri="{FF2B5EF4-FFF2-40B4-BE49-F238E27FC236}">
                    <a16:creationId xmlns:a16="http://schemas.microsoft.com/office/drawing/2014/main" id="{14E08091-90B4-4FB0-B79A-D573D6346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446"/>
                <a:ext cx="35" cy="24"/>
              </a:xfrm>
              <a:custGeom>
                <a:avLst/>
                <a:gdLst>
                  <a:gd name="T0" fmla="*/ 0 w 14"/>
                  <a:gd name="T1" fmla="*/ 0 h 9"/>
                  <a:gd name="T2" fmla="*/ 83 w 14"/>
                  <a:gd name="T3" fmla="*/ 35 h 9"/>
                  <a:gd name="T4" fmla="*/ 113 w 14"/>
                  <a:gd name="T5" fmla="*/ 115 h 9"/>
                  <a:gd name="T6" fmla="*/ 22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1" y="0"/>
                      <a:pt x="3" y="1"/>
                      <a:pt x="5" y="2"/>
                    </a:cubicBezTo>
                    <a:cubicBezTo>
                      <a:pt x="6" y="3"/>
                      <a:pt x="6" y="5"/>
                      <a:pt x="7" y="6"/>
                    </a:cubicBezTo>
                    <a:cubicBezTo>
                      <a:pt x="8" y="7"/>
                      <a:pt x="12" y="8"/>
                      <a:pt x="14" y="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4" name="Freeform 1936">
                <a:extLst>
                  <a:ext uri="{FF2B5EF4-FFF2-40B4-BE49-F238E27FC236}">
                    <a16:creationId xmlns:a16="http://schemas.microsoft.com/office/drawing/2014/main" id="{13050C30-BC40-4E39-8666-EE4037732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443"/>
                <a:ext cx="37" cy="32"/>
              </a:xfrm>
              <a:custGeom>
                <a:avLst/>
                <a:gdLst>
                  <a:gd name="T0" fmla="*/ 0 w 15"/>
                  <a:gd name="T1" fmla="*/ 35 h 12"/>
                  <a:gd name="T2" fmla="*/ 165 w 15"/>
                  <a:gd name="T3" fmla="*/ 115 h 12"/>
                  <a:gd name="T4" fmla="*/ 224 w 15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0" y="2"/>
                    </a:moveTo>
                    <a:cubicBezTo>
                      <a:pt x="3" y="0"/>
                      <a:pt x="9" y="3"/>
                      <a:pt x="11" y="6"/>
                    </a:cubicBezTo>
                    <a:cubicBezTo>
                      <a:pt x="12" y="8"/>
                      <a:pt x="13" y="10"/>
                      <a:pt x="15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5" name="Freeform 1937">
                <a:extLst>
                  <a:ext uri="{FF2B5EF4-FFF2-40B4-BE49-F238E27FC236}">
                    <a16:creationId xmlns:a16="http://schemas.microsoft.com/office/drawing/2014/main" id="{8EDF66EB-D93E-44D9-810E-756767249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408"/>
                <a:ext cx="47" cy="14"/>
              </a:xfrm>
              <a:custGeom>
                <a:avLst/>
                <a:gdLst>
                  <a:gd name="T0" fmla="*/ 0 w 19"/>
                  <a:gd name="T1" fmla="*/ 62 h 5"/>
                  <a:gd name="T2" fmla="*/ 195 w 19"/>
                  <a:gd name="T3" fmla="*/ 62 h 5"/>
                  <a:gd name="T4" fmla="*/ 287 w 1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">
                    <a:moveTo>
                      <a:pt x="0" y="3"/>
                    </a:moveTo>
                    <a:cubicBezTo>
                      <a:pt x="4" y="5"/>
                      <a:pt x="9" y="5"/>
                      <a:pt x="13" y="3"/>
                    </a:cubicBezTo>
                    <a:cubicBezTo>
                      <a:pt x="15" y="2"/>
                      <a:pt x="18" y="0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6" name="Freeform 1938">
                <a:extLst>
                  <a:ext uri="{FF2B5EF4-FFF2-40B4-BE49-F238E27FC236}">
                    <a16:creationId xmlns:a16="http://schemas.microsoft.com/office/drawing/2014/main" id="{1D0D91A3-51C0-4E75-9CBC-052C81BE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480"/>
                <a:ext cx="53" cy="14"/>
              </a:xfrm>
              <a:custGeom>
                <a:avLst/>
                <a:gdLst>
                  <a:gd name="T0" fmla="*/ 0 w 21"/>
                  <a:gd name="T1" fmla="*/ 62 h 5"/>
                  <a:gd name="T2" fmla="*/ 114 w 21"/>
                  <a:gd name="T3" fmla="*/ 109 h 5"/>
                  <a:gd name="T4" fmla="*/ 209 w 21"/>
                  <a:gd name="T5" fmla="*/ 22 h 5"/>
                  <a:gd name="T6" fmla="*/ 288 w 21"/>
                  <a:gd name="T7" fmla="*/ 22 h 5"/>
                  <a:gd name="T8" fmla="*/ 338 w 2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3" y="3"/>
                      <a:pt x="5" y="5"/>
                      <a:pt x="7" y="5"/>
                    </a:cubicBezTo>
                    <a:cubicBezTo>
                      <a:pt x="9" y="4"/>
                      <a:pt x="10" y="2"/>
                      <a:pt x="13" y="1"/>
                    </a:cubicBezTo>
                    <a:cubicBezTo>
                      <a:pt x="15" y="0"/>
                      <a:pt x="16" y="1"/>
                      <a:pt x="18" y="1"/>
                    </a:cubicBezTo>
                    <a:cubicBezTo>
                      <a:pt x="19" y="1"/>
                      <a:pt x="20" y="0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7" name="Freeform 1939">
                <a:extLst>
                  <a:ext uri="{FF2B5EF4-FFF2-40B4-BE49-F238E27FC236}">
                    <a16:creationId xmlns:a16="http://schemas.microsoft.com/office/drawing/2014/main" id="{F3CEEA19-7645-4F61-B96F-2A1F44BD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486"/>
                <a:ext cx="27" cy="24"/>
              </a:xfrm>
              <a:custGeom>
                <a:avLst/>
                <a:gdLst>
                  <a:gd name="T0" fmla="*/ 0 w 11"/>
                  <a:gd name="T1" fmla="*/ 0 h 9"/>
                  <a:gd name="T2" fmla="*/ 162 w 1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4" y="2"/>
                      <a:pt x="5" y="8"/>
                      <a:pt x="11" y="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8" name="Freeform 1940">
                <a:extLst>
                  <a:ext uri="{FF2B5EF4-FFF2-40B4-BE49-F238E27FC236}">
                    <a16:creationId xmlns:a16="http://schemas.microsoft.com/office/drawing/2014/main" id="{0DE2807F-BBBF-47CF-A3C2-33B9758FF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560"/>
                <a:ext cx="120" cy="59"/>
              </a:xfrm>
              <a:custGeom>
                <a:avLst/>
                <a:gdLst>
                  <a:gd name="T0" fmla="*/ 750 w 48"/>
                  <a:gd name="T1" fmla="*/ 0 h 22"/>
                  <a:gd name="T2" fmla="*/ 500 w 48"/>
                  <a:gd name="T3" fmla="*/ 80 h 22"/>
                  <a:gd name="T4" fmla="*/ 438 w 48"/>
                  <a:gd name="T5" fmla="*/ 150 h 22"/>
                  <a:gd name="T6" fmla="*/ 333 w 48"/>
                  <a:gd name="T7" fmla="*/ 231 h 22"/>
                  <a:gd name="T8" fmla="*/ 208 w 48"/>
                  <a:gd name="T9" fmla="*/ 402 h 22"/>
                  <a:gd name="T10" fmla="*/ 0 w 48"/>
                  <a:gd name="T11" fmla="*/ 4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2">
                    <a:moveTo>
                      <a:pt x="48" y="0"/>
                    </a:moveTo>
                    <a:cubicBezTo>
                      <a:pt x="43" y="3"/>
                      <a:pt x="36" y="0"/>
                      <a:pt x="32" y="4"/>
                    </a:cubicBezTo>
                    <a:cubicBezTo>
                      <a:pt x="30" y="5"/>
                      <a:pt x="30" y="7"/>
                      <a:pt x="28" y="8"/>
                    </a:cubicBezTo>
                    <a:cubicBezTo>
                      <a:pt x="25" y="10"/>
                      <a:pt x="23" y="10"/>
                      <a:pt x="21" y="12"/>
                    </a:cubicBezTo>
                    <a:cubicBezTo>
                      <a:pt x="19" y="15"/>
                      <a:pt x="18" y="20"/>
                      <a:pt x="13" y="21"/>
                    </a:cubicBezTo>
                    <a:cubicBezTo>
                      <a:pt x="9" y="22"/>
                      <a:pt x="5" y="20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9" name="Freeform 1941">
                <a:extLst>
                  <a:ext uri="{FF2B5EF4-FFF2-40B4-BE49-F238E27FC236}">
                    <a16:creationId xmlns:a16="http://schemas.microsoft.com/office/drawing/2014/main" id="{ADB72714-FA49-43DE-8129-0135D6CEB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590"/>
                <a:ext cx="75" cy="80"/>
              </a:xfrm>
              <a:custGeom>
                <a:avLst/>
                <a:gdLst>
                  <a:gd name="T0" fmla="*/ 470 w 30"/>
                  <a:gd name="T1" fmla="*/ 0 h 30"/>
                  <a:gd name="T2" fmla="*/ 438 w 30"/>
                  <a:gd name="T3" fmla="*/ 93 h 30"/>
                  <a:gd name="T4" fmla="*/ 345 w 30"/>
                  <a:gd name="T5" fmla="*/ 136 h 30"/>
                  <a:gd name="T6" fmla="*/ 333 w 30"/>
                  <a:gd name="T7" fmla="*/ 171 h 30"/>
                  <a:gd name="T8" fmla="*/ 270 w 30"/>
                  <a:gd name="T9" fmla="*/ 264 h 30"/>
                  <a:gd name="T10" fmla="*/ 188 w 30"/>
                  <a:gd name="T11" fmla="*/ 285 h 30"/>
                  <a:gd name="T12" fmla="*/ 125 w 30"/>
                  <a:gd name="T13" fmla="*/ 397 h 30"/>
                  <a:gd name="T14" fmla="*/ 0 w 30"/>
                  <a:gd name="T15" fmla="*/ 568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0">
                    <a:moveTo>
                      <a:pt x="30" y="0"/>
                    </a:moveTo>
                    <a:cubicBezTo>
                      <a:pt x="29" y="1"/>
                      <a:pt x="29" y="4"/>
                      <a:pt x="28" y="5"/>
                    </a:cubicBezTo>
                    <a:cubicBezTo>
                      <a:pt x="26" y="6"/>
                      <a:pt x="24" y="6"/>
                      <a:pt x="22" y="7"/>
                    </a:cubicBezTo>
                    <a:cubicBezTo>
                      <a:pt x="21" y="8"/>
                      <a:pt x="22" y="8"/>
                      <a:pt x="21" y="9"/>
                    </a:cubicBezTo>
                    <a:cubicBezTo>
                      <a:pt x="20" y="11"/>
                      <a:pt x="19" y="12"/>
                      <a:pt x="17" y="14"/>
                    </a:cubicBezTo>
                    <a:cubicBezTo>
                      <a:pt x="16" y="15"/>
                      <a:pt x="14" y="14"/>
                      <a:pt x="12" y="15"/>
                    </a:cubicBezTo>
                    <a:cubicBezTo>
                      <a:pt x="10" y="16"/>
                      <a:pt x="9" y="19"/>
                      <a:pt x="8" y="21"/>
                    </a:cubicBezTo>
                    <a:cubicBezTo>
                      <a:pt x="7" y="25"/>
                      <a:pt x="6" y="30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0" name="Freeform 1942">
                <a:extLst>
                  <a:ext uri="{FF2B5EF4-FFF2-40B4-BE49-F238E27FC236}">
                    <a16:creationId xmlns:a16="http://schemas.microsoft.com/office/drawing/2014/main" id="{873CC007-6218-4F64-B7FF-D2DC755FB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568"/>
                <a:ext cx="35" cy="35"/>
              </a:xfrm>
              <a:custGeom>
                <a:avLst/>
                <a:gdLst>
                  <a:gd name="T0" fmla="*/ 0 w 14"/>
                  <a:gd name="T1" fmla="*/ 253 h 13"/>
                  <a:gd name="T2" fmla="*/ 145 w 14"/>
                  <a:gd name="T3" fmla="*/ 116 h 13"/>
                  <a:gd name="T4" fmla="*/ 220 w 14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3" y="13"/>
                      <a:pt x="7" y="8"/>
                      <a:pt x="9" y="6"/>
                    </a:cubicBezTo>
                    <a:cubicBezTo>
                      <a:pt x="10" y="3"/>
                      <a:pt x="12" y="2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1" name="Freeform 1943">
                <a:extLst>
                  <a:ext uri="{FF2B5EF4-FFF2-40B4-BE49-F238E27FC236}">
                    <a16:creationId xmlns:a16="http://schemas.microsoft.com/office/drawing/2014/main" id="{E42B507F-0400-4A1B-9F74-09559E20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587"/>
                <a:ext cx="48" cy="51"/>
              </a:xfrm>
              <a:custGeom>
                <a:avLst/>
                <a:gdLst>
                  <a:gd name="T0" fmla="*/ 288 w 19"/>
                  <a:gd name="T1" fmla="*/ 0 h 19"/>
                  <a:gd name="T2" fmla="*/ 210 w 19"/>
                  <a:gd name="T3" fmla="*/ 172 h 19"/>
                  <a:gd name="T4" fmla="*/ 159 w 19"/>
                  <a:gd name="T5" fmla="*/ 274 h 19"/>
                  <a:gd name="T6" fmla="*/ 0 w 19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8" y="0"/>
                    </a:moveTo>
                    <a:cubicBezTo>
                      <a:pt x="19" y="4"/>
                      <a:pt x="16" y="7"/>
                      <a:pt x="13" y="9"/>
                    </a:cubicBezTo>
                    <a:cubicBezTo>
                      <a:pt x="12" y="10"/>
                      <a:pt x="11" y="14"/>
                      <a:pt x="10" y="14"/>
                    </a:cubicBezTo>
                    <a:cubicBezTo>
                      <a:pt x="8" y="16"/>
                      <a:pt x="3" y="17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2" name="Freeform 1944">
                <a:extLst>
                  <a:ext uri="{FF2B5EF4-FFF2-40B4-BE49-F238E27FC236}">
                    <a16:creationId xmlns:a16="http://schemas.microsoft.com/office/drawing/2014/main" id="{A1D3F565-2BCB-4A67-8A55-4B4539BC1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616"/>
                <a:ext cx="25" cy="40"/>
              </a:xfrm>
              <a:custGeom>
                <a:avLst/>
                <a:gdLst>
                  <a:gd name="T0" fmla="*/ 95 w 10"/>
                  <a:gd name="T1" fmla="*/ 0 h 15"/>
                  <a:gd name="T2" fmla="*/ 0 w 1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6" y="0"/>
                    </a:moveTo>
                    <a:cubicBezTo>
                      <a:pt x="10" y="7"/>
                      <a:pt x="4" y="11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3" name="Freeform 1945">
                <a:extLst>
                  <a:ext uri="{FF2B5EF4-FFF2-40B4-BE49-F238E27FC236}">
                    <a16:creationId xmlns:a16="http://schemas.microsoft.com/office/drawing/2014/main" id="{056B12B5-C9A2-42C5-AA91-6C712E492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640"/>
                <a:ext cx="7" cy="19"/>
              </a:xfrm>
              <a:custGeom>
                <a:avLst/>
                <a:gdLst>
                  <a:gd name="T0" fmla="*/ 0 w 3"/>
                  <a:gd name="T1" fmla="*/ 0 h 7"/>
                  <a:gd name="T2" fmla="*/ 37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3"/>
                      <a:pt x="1" y="4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4" name="Freeform 1946">
                <a:extLst>
                  <a:ext uri="{FF2B5EF4-FFF2-40B4-BE49-F238E27FC236}">
                    <a16:creationId xmlns:a16="http://schemas.microsoft.com/office/drawing/2014/main" id="{6F3F50A2-F7EB-41DA-9BE4-32A29994F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600"/>
                <a:ext cx="13" cy="35"/>
              </a:xfrm>
              <a:custGeom>
                <a:avLst/>
                <a:gdLst>
                  <a:gd name="T0" fmla="*/ 55 w 5"/>
                  <a:gd name="T1" fmla="*/ 0 h 13"/>
                  <a:gd name="T2" fmla="*/ 0 w 5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0"/>
                    </a:moveTo>
                    <a:cubicBezTo>
                      <a:pt x="5" y="5"/>
                      <a:pt x="3" y="9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5" name="Freeform 1947">
                <a:extLst>
                  <a:ext uri="{FF2B5EF4-FFF2-40B4-BE49-F238E27FC236}">
                    <a16:creationId xmlns:a16="http://schemas.microsoft.com/office/drawing/2014/main" id="{D6B0D37B-9B64-425C-9F1F-FC15150E1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566"/>
                <a:ext cx="33" cy="37"/>
              </a:xfrm>
              <a:custGeom>
                <a:avLst/>
                <a:gdLst>
                  <a:gd name="T0" fmla="*/ 0 w 13"/>
                  <a:gd name="T1" fmla="*/ 259 h 14"/>
                  <a:gd name="T2" fmla="*/ 160 w 13"/>
                  <a:gd name="T3" fmla="*/ 111 h 14"/>
                  <a:gd name="T4" fmla="*/ 193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2"/>
                      <a:pt x="7" y="9"/>
                      <a:pt x="10" y="6"/>
                    </a:cubicBezTo>
                    <a:cubicBezTo>
                      <a:pt x="12" y="4"/>
                      <a:pt x="13" y="3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6" name="Freeform 1948">
                <a:extLst>
                  <a:ext uri="{FF2B5EF4-FFF2-40B4-BE49-F238E27FC236}">
                    <a16:creationId xmlns:a16="http://schemas.microsoft.com/office/drawing/2014/main" id="{4DA7207A-D25D-4A71-A9DD-42B5C4801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592"/>
                <a:ext cx="18" cy="46"/>
              </a:xfrm>
              <a:custGeom>
                <a:avLst/>
                <a:gdLst>
                  <a:gd name="T0" fmla="*/ 100 w 7"/>
                  <a:gd name="T1" fmla="*/ 0 h 17"/>
                  <a:gd name="T2" fmla="*/ 21 w 7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6" y="0"/>
                    </a:moveTo>
                    <a:cubicBezTo>
                      <a:pt x="7" y="7"/>
                      <a:pt x="0" y="9"/>
                      <a:pt x="1" y="1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7" name="Freeform 1949">
                <a:extLst>
                  <a:ext uri="{FF2B5EF4-FFF2-40B4-BE49-F238E27FC236}">
                    <a16:creationId xmlns:a16="http://schemas.microsoft.com/office/drawing/2014/main" id="{789F5CD8-DCC5-4EE6-A9AA-81DAF5A35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595"/>
                <a:ext cx="37" cy="19"/>
              </a:xfrm>
              <a:custGeom>
                <a:avLst/>
                <a:gdLst>
                  <a:gd name="T0" fmla="*/ 224 w 15"/>
                  <a:gd name="T1" fmla="*/ 0 h 7"/>
                  <a:gd name="T2" fmla="*/ 0 w 15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cubicBezTo>
                      <a:pt x="9" y="0"/>
                      <a:pt x="3" y="2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8" name="Freeform 1950">
                <a:extLst>
                  <a:ext uri="{FF2B5EF4-FFF2-40B4-BE49-F238E27FC236}">
                    <a16:creationId xmlns:a16="http://schemas.microsoft.com/office/drawing/2014/main" id="{924ED9BA-BE80-4F51-9840-B3DF5E14B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550"/>
                <a:ext cx="25" cy="16"/>
              </a:xfrm>
              <a:custGeom>
                <a:avLst/>
                <a:gdLst>
                  <a:gd name="T0" fmla="*/ 0 w 10"/>
                  <a:gd name="T1" fmla="*/ 115 h 6"/>
                  <a:gd name="T2" fmla="*/ 158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3" y="5"/>
                      <a:pt x="7" y="1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9" name="Freeform 1951">
                <a:extLst>
                  <a:ext uri="{FF2B5EF4-FFF2-40B4-BE49-F238E27FC236}">
                    <a16:creationId xmlns:a16="http://schemas.microsoft.com/office/drawing/2014/main" id="{BA54C416-7B0F-447E-848E-36FAE6E3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624"/>
                <a:ext cx="28" cy="67"/>
              </a:xfrm>
              <a:custGeom>
                <a:avLst/>
                <a:gdLst>
                  <a:gd name="T0" fmla="*/ 163 w 11"/>
                  <a:gd name="T1" fmla="*/ 0 h 25"/>
                  <a:gd name="T2" fmla="*/ 163 w 11"/>
                  <a:gd name="T3" fmla="*/ 115 h 25"/>
                  <a:gd name="T4" fmla="*/ 97 w 11"/>
                  <a:gd name="T5" fmla="*/ 273 h 25"/>
                  <a:gd name="T6" fmla="*/ 51 w 11"/>
                  <a:gd name="T7" fmla="*/ 346 h 25"/>
                  <a:gd name="T8" fmla="*/ 0 w 11"/>
                  <a:gd name="T9" fmla="*/ 4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10" y="0"/>
                    </a:moveTo>
                    <a:cubicBezTo>
                      <a:pt x="10" y="3"/>
                      <a:pt x="11" y="3"/>
                      <a:pt x="10" y="6"/>
                    </a:cubicBezTo>
                    <a:cubicBezTo>
                      <a:pt x="8" y="9"/>
                      <a:pt x="7" y="11"/>
                      <a:pt x="6" y="14"/>
                    </a:cubicBezTo>
                    <a:cubicBezTo>
                      <a:pt x="5" y="16"/>
                      <a:pt x="5" y="17"/>
                      <a:pt x="3" y="18"/>
                    </a:cubicBezTo>
                    <a:cubicBezTo>
                      <a:pt x="0" y="20"/>
                      <a:pt x="1" y="22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0" name="Freeform 1952">
                <a:extLst>
                  <a:ext uri="{FF2B5EF4-FFF2-40B4-BE49-F238E27FC236}">
                    <a16:creationId xmlns:a16="http://schemas.microsoft.com/office/drawing/2014/main" id="{FCDB8837-1641-47E6-A22A-CF1DCEB1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632"/>
                <a:ext cx="50" cy="70"/>
              </a:xfrm>
              <a:custGeom>
                <a:avLst/>
                <a:gdLst>
                  <a:gd name="T0" fmla="*/ 313 w 20"/>
                  <a:gd name="T1" fmla="*/ 0 h 26"/>
                  <a:gd name="T2" fmla="*/ 208 w 20"/>
                  <a:gd name="T3" fmla="*/ 197 h 26"/>
                  <a:gd name="T4" fmla="*/ 175 w 20"/>
                  <a:gd name="T5" fmla="*/ 253 h 26"/>
                  <a:gd name="T6" fmla="*/ 95 w 20"/>
                  <a:gd name="T7" fmla="*/ 450 h 26"/>
                  <a:gd name="T8" fmla="*/ 0 w 20"/>
                  <a:gd name="T9" fmla="*/ 50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20" y="0"/>
                    </a:moveTo>
                    <a:cubicBezTo>
                      <a:pt x="20" y="4"/>
                      <a:pt x="17" y="8"/>
                      <a:pt x="13" y="10"/>
                    </a:cubicBezTo>
                    <a:cubicBezTo>
                      <a:pt x="11" y="11"/>
                      <a:pt x="11" y="10"/>
                      <a:pt x="11" y="13"/>
                    </a:cubicBezTo>
                    <a:cubicBezTo>
                      <a:pt x="9" y="16"/>
                      <a:pt x="9" y="20"/>
                      <a:pt x="6" y="23"/>
                    </a:cubicBezTo>
                    <a:cubicBezTo>
                      <a:pt x="4" y="24"/>
                      <a:pt x="2" y="25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1" name="Freeform 1953">
                <a:extLst>
                  <a:ext uri="{FF2B5EF4-FFF2-40B4-BE49-F238E27FC236}">
                    <a16:creationId xmlns:a16="http://schemas.microsoft.com/office/drawing/2014/main" id="{2094B11E-C761-42BE-B95A-D58376440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616"/>
                <a:ext cx="55" cy="54"/>
              </a:xfrm>
              <a:custGeom>
                <a:avLst/>
                <a:gdLst>
                  <a:gd name="T0" fmla="*/ 345 w 22"/>
                  <a:gd name="T1" fmla="*/ 0 h 20"/>
                  <a:gd name="T2" fmla="*/ 270 w 22"/>
                  <a:gd name="T3" fmla="*/ 116 h 20"/>
                  <a:gd name="T4" fmla="*/ 220 w 22"/>
                  <a:gd name="T5" fmla="*/ 278 h 20"/>
                  <a:gd name="T6" fmla="*/ 83 w 22"/>
                  <a:gd name="T7" fmla="*/ 335 h 20"/>
                  <a:gd name="T8" fmla="*/ 0 w 22"/>
                  <a:gd name="T9" fmla="*/ 39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22" y="0"/>
                    </a:moveTo>
                    <a:cubicBezTo>
                      <a:pt x="20" y="2"/>
                      <a:pt x="18" y="3"/>
                      <a:pt x="17" y="6"/>
                    </a:cubicBezTo>
                    <a:cubicBezTo>
                      <a:pt x="16" y="9"/>
                      <a:pt x="16" y="12"/>
                      <a:pt x="14" y="14"/>
                    </a:cubicBezTo>
                    <a:cubicBezTo>
                      <a:pt x="11" y="16"/>
                      <a:pt x="7" y="15"/>
                      <a:pt x="5" y="17"/>
                    </a:cubicBezTo>
                    <a:cubicBezTo>
                      <a:pt x="3" y="17"/>
                      <a:pt x="2" y="19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2" name="Freeform 1954">
                <a:extLst>
                  <a:ext uri="{FF2B5EF4-FFF2-40B4-BE49-F238E27FC236}">
                    <a16:creationId xmlns:a16="http://schemas.microsoft.com/office/drawing/2014/main" id="{61D5F91E-3815-4016-875F-FE7448A5F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35"/>
                <a:ext cx="30" cy="24"/>
              </a:xfrm>
              <a:custGeom>
                <a:avLst/>
                <a:gdLst>
                  <a:gd name="T0" fmla="*/ 188 w 12"/>
                  <a:gd name="T1" fmla="*/ 0 h 9"/>
                  <a:gd name="T2" fmla="*/ 0 w 1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cubicBezTo>
                      <a:pt x="6" y="0"/>
                      <a:pt x="1" y="3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3" name="Freeform 1955">
                <a:extLst>
                  <a:ext uri="{FF2B5EF4-FFF2-40B4-BE49-F238E27FC236}">
                    <a16:creationId xmlns:a16="http://schemas.microsoft.com/office/drawing/2014/main" id="{B30DF99D-EDA1-4CDF-A0C8-931B8BF80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48"/>
                <a:ext cx="23" cy="3"/>
              </a:xfrm>
              <a:custGeom>
                <a:avLst/>
                <a:gdLst>
                  <a:gd name="T0" fmla="*/ 151 w 9"/>
                  <a:gd name="T1" fmla="*/ 0 h 1"/>
                  <a:gd name="T2" fmla="*/ 0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5" y="0"/>
                      <a:pt x="3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4" name="Freeform 1956">
                <a:extLst>
                  <a:ext uri="{FF2B5EF4-FFF2-40B4-BE49-F238E27FC236}">
                    <a16:creationId xmlns:a16="http://schemas.microsoft.com/office/drawing/2014/main" id="{1D86E0E3-0282-4D10-966C-471609242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632"/>
                <a:ext cx="35" cy="46"/>
              </a:xfrm>
              <a:custGeom>
                <a:avLst/>
                <a:gdLst>
                  <a:gd name="T0" fmla="*/ 208 w 14"/>
                  <a:gd name="T1" fmla="*/ 0 h 17"/>
                  <a:gd name="T2" fmla="*/ 220 w 14"/>
                  <a:gd name="T3" fmla="*/ 138 h 17"/>
                  <a:gd name="T4" fmla="*/ 175 w 14"/>
                  <a:gd name="T5" fmla="*/ 279 h 17"/>
                  <a:gd name="T6" fmla="*/ 50 w 14"/>
                  <a:gd name="T7" fmla="*/ 336 h 17"/>
                  <a:gd name="T8" fmla="*/ 0 w 14"/>
                  <a:gd name="T9" fmla="*/ 33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7">
                    <a:moveTo>
                      <a:pt x="13" y="0"/>
                    </a:moveTo>
                    <a:cubicBezTo>
                      <a:pt x="12" y="2"/>
                      <a:pt x="13" y="5"/>
                      <a:pt x="14" y="7"/>
                    </a:cubicBezTo>
                    <a:cubicBezTo>
                      <a:pt x="14" y="10"/>
                      <a:pt x="12" y="12"/>
                      <a:pt x="11" y="14"/>
                    </a:cubicBezTo>
                    <a:cubicBezTo>
                      <a:pt x="9" y="16"/>
                      <a:pt x="6" y="17"/>
                      <a:pt x="3" y="17"/>
                    </a:cubicBezTo>
                    <a:cubicBezTo>
                      <a:pt x="2" y="17"/>
                      <a:pt x="0" y="17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5" name="Freeform 1957">
                <a:extLst>
                  <a:ext uri="{FF2B5EF4-FFF2-40B4-BE49-F238E27FC236}">
                    <a16:creationId xmlns:a16="http://schemas.microsoft.com/office/drawing/2014/main" id="{1382A114-DF4B-4326-8D0D-02511CA90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659"/>
                <a:ext cx="13" cy="37"/>
              </a:xfrm>
              <a:custGeom>
                <a:avLst/>
                <a:gdLst>
                  <a:gd name="T0" fmla="*/ 0 w 5"/>
                  <a:gd name="T1" fmla="*/ 0 h 14"/>
                  <a:gd name="T2" fmla="*/ 55 w 5"/>
                  <a:gd name="T3" fmla="*/ 148 h 14"/>
                  <a:gd name="T4" fmla="*/ 68 w 5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0" y="3"/>
                      <a:pt x="1" y="5"/>
                      <a:pt x="3" y="8"/>
                    </a:cubicBezTo>
                    <a:cubicBezTo>
                      <a:pt x="4" y="10"/>
                      <a:pt x="5" y="12"/>
                      <a:pt x="4" y="1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5" name="Group 1958">
              <a:extLst>
                <a:ext uri="{FF2B5EF4-FFF2-40B4-BE49-F238E27FC236}">
                  <a16:creationId xmlns:a16="http://schemas.microsoft.com/office/drawing/2014/main" id="{C7CDC78C-0E60-4DA5-91AF-5F77EB7964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8" y="1150"/>
              <a:ext cx="490" cy="608"/>
              <a:chOff x="3208" y="1150"/>
              <a:chExt cx="490" cy="608"/>
            </a:xfrm>
          </p:grpSpPr>
          <p:sp>
            <p:nvSpPr>
              <p:cNvPr id="13268" name="Freeform 1959">
                <a:extLst>
                  <a:ext uri="{FF2B5EF4-FFF2-40B4-BE49-F238E27FC236}">
                    <a16:creationId xmlns:a16="http://schemas.microsoft.com/office/drawing/2014/main" id="{1336F308-C672-48AB-ABB3-A497B0DD1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1656"/>
                <a:ext cx="73" cy="70"/>
              </a:xfrm>
              <a:custGeom>
                <a:avLst/>
                <a:gdLst>
                  <a:gd name="T0" fmla="*/ 463 w 29"/>
                  <a:gd name="T1" fmla="*/ 0 h 26"/>
                  <a:gd name="T2" fmla="*/ 335 w 29"/>
                  <a:gd name="T3" fmla="*/ 137 h 26"/>
                  <a:gd name="T4" fmla="*/ 254 w 29"/>
                  <a:gd name="T5" fmla="*/ 312 h 26"/>
                  <a:gd name="T6" fmla="*/ 176 w 29"/>
                  <a:gd name="T7" fmla="*/ 347 h 26"/>
                  <a:gd name="T8" fmla="*/ 96 w 29"/>
                  <a:gd name="T9" fmla="*/ 428 h 26"/>
                  <a:gd name="T10" fmla="*/ 0 w 29"/>
                  <a:gd name="T11" fmla="*/ 48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cubicBezTo>
                      <a:pt x="29" y="4"/>
                      <a:pt x="24" y="6"/>
                      <a:pt x="21" y="7"/>
                    </a:cubicBezTo>
                    <a:cubicBezTo>
                      <a:pt x="18" y="9"/>
                      <a:pt x="19" y="14"/>
                      <a:pt x="16" y="16"/>
                    </a:cubicBezTo>
                    <a:cubicBezTo>
                      <a:pt x="15" y="18"/>
                      <a:pt x="13" y="18"/>
                      <a:pt x="11" y="18"/>
                    </a:cubicBezTo>
                    <a:cubicBezTo>
                      <a:pt x="9" y="19"/>
                      <a:pt x="8" y="21"/>
                      <a:pt x="6" y="22"/>
                    </a:cubicBezTo>
                    <a:cubicBezTo>
                      <a:pt x="5" y="23"/>
                      <a:pt x="1" y="26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9" name="Freeform 1960">
                <a:extLst>
                  <a:ext uri="{FF2B5EF4-FFF2-40B4-BE49-F238E27FC236}">
                    <a16:creationId xmlns:a16="http://schemas.microsoft.com/office/drawing/2014/main" id="{79E4BC1E-92FD-4CE7-8207-343FB5AE4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1678"/>
                <a:ext cx="10" cy="50"/>
              </a:xfrm>
              <a:custGeom>
                <a:avLst/>
                <a:gdLst>
                  <a:gd name="T0" fmla="*/ 63 w 4"/>
                  <a:gd name="T1" fmla="*/ 0 h 19"/>
                  <a:gd name="T2" fmla="*/ 33 w 4"/>
                  <a:gd name="T3" fmla="*/ 124 h 19"/>
                  <a:gd name="T4" fmla="*/ 20 w 4"/>
                  <a:gd name="T5" fmla="*/ 200 h 19"/>
                  <a:gd name="T6" fmla="*/ 0 w 4"/>
                  <a:gd name="T7" fmla="*/ 34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4" y="0"/>
                    </a:moveTo>
                    <a:cubicBezTo>
                      <a:pt x="2" y="2"/>
                      <a:pt x="3" y="4"/>
                      <a:pt x="2" y="7"/>
                    </a:cubicBezTo>
                    <a:cubicBezTo>
                      <a:pt x="2" y="8"/>
                      <a:pt x="2" y="10"/>
                      <a:pt x="1" y="11"/>
                    </a:cubicBezTo>
                    <a:cubicBezTo>
                      <a:pt x="1" y="14"/>
                      <a:pt x="2" y="16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0" name="Freeform 1961">
                <a:extLst>
                  <a:ext uri="{FF2B5EF4-FFF2-40B4-BE49-F238E27FC236}">
                    <a16:creationId xmlns:a16="http://schemas.microsoft.com/office/drawing/2014/main" id="{6FD988F8-6A19-41EB-ADA9-7A7CE0FFA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688"/>
                <a:ext cx="40" cy="8"/>
              </a:xfrm>
              <a:custGeom>
                <a:avLst/>
                <a:gdLst>
                  <a:gd name="T0" fmla="*/ 250 w 16"/>
                  <a:gd name="T1" fmla="*/ 0 h 3"/>
                  <a:gd name="T2" fmla="*/ 175 w 16"/>
                  <a:gd name="T3" fmla="*/ 35 h 3"/>
                  <a:gd name="T4" fmla="*/ 113 w 16"/>
                  <a:gd name="T5" fmla="*/ 21 h 3"/>
                  <a:gd name="T6" fmla="*/ 0 w 16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1"/>
                      <a:pt x="13" y="2"/>
                      <a:pt x="11" y="2"/>
                    </a:cubicBezTo>
                    <a:cubicBezTo>
                      <a:pt x="10" y="2"/>
                      <a:pt x="9" y="1"/>
                      <a:pt x="7" y="1"/>
                    </a:cubicBezTo>
                    <a:cubicBezTo>
                      <a:pt x="5" y="1"/>
                      <a:pt x="2" y="3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1" name="Freeform 1962">
                <a:extLst>
                  <a:ext uri="{FF2B5EF4-FFF2-40B4-BE49-F238E27FC236}">
                    <a16:creationId xmlns:a16="http://schemas.microsoft.com/office/drawing/2014/main" id="{DD40BF5E-AA31-46BF-BF2C-88B943A5F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694"/>
                <a:ext cx="42" cy="16"/>
              </a:xfrm>
              <a:custGeom>
                <a:avLst/>
                <a:gdLst>
                  <a:gd name="T0" fmla="*/ 257 w 17"/>
                  <a:gd name="T1" fmla="*/ 0 h 6"/>
                  <a:gd name="T2" fmla="*/ 104 w 17"/>
                  <a:gd name="T3" fmla="*/ 93 h 6"/>
                  <a:gd name="T4" fmla="*/ 0 w 1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">
                    <a:moveTo>
                      <a:pt x="17" y="0"/>
                    </a:moveTo>
                    <a:cubicBezTo>
                      <a:pt x="16" y="4"/>
                      <a:pt x="10" y="6"/>
                      <a:pt x="7" y="5"/>
                    </a:cubicBezTo>
                    <a:cubicBezTo>
                      <a:pt x="5" y="5"/>
                      <a:pt x="3" y="3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2" name="Freeform 1963">
                <a:extLst>
                  <a:ext uri="{FF2B5EF4-FFF2-40B4-BE49-F238E27FC236}">
                    <a16:creationId xmlns:a16="http://schemas.microsoft.com/office/drawing/2014/main" id="{698832B1-A3D5-4708-AE95-05617B983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696"/>
                <a:ext cx="33" cy="38"/>
              </a:xfrm>
              <a:custGeom>
                <a:avLst/>
                <a:gdLst>
                  <a:gd name="T0" fmla="*/ 213 w 13"/>
                  <a:gd name="T1" fmla="*/ 0 h 14"/>
                  <a:gd name="T2" fmla="*/ 51 w 13"/>
                  <a:gd name="T3" fmla="*/ 163 h 14"/>
                  <a:gd name="T4" fmla="*/ 0 w 13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0"/>
                    </a:moveTo>
                    <a:cubicBezTo>
                      <a:pt x="8" y="0"/>
                      <a:pt x="5" y="4"/>
                      <a:pt x="3" y="8"/>
                    </a:cubicBezTo>
                    <a:cubicBezTo>
                      <a:pt x="2" y="10"/>
                      <a:pt x="2" y="13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3" name="Freeform 1964">
                <a:extLst>
                  <a:ext uri="{FF2B5EF4-FFF2-40B4-BE49-F238E27FC236}">
                    <a16:creationId xmlns:a16="http://schemas.microsoft.com/office/drawing/2014/main" id="{EC7244AA-F934-4AA4-9499-EB40D2CCD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654"/>
                <a:ext cx="35" cy="42"/>
              </a:xfrm>
              <a:custGeom>
                <a:avLst/>
                <a:gdLst>
                  <a:gd name="T0" fmla="*/ 220 w 14"/>
                  <a:gd name="T1" fmla="*/ 0 h 16"/>
                  <a:gd name="T2" fmla="*/ 113 w 14"/>
                  <a:gd name="T3" fmla="*/ 55 h 16"/>
                  <a:gd name="T4" fmla="*/ 95 w 14"/>
                  <a:gd name="T5" fmla="*/ 179 h 16"/>
                  <a:gd name="T6" fmla="*/ 33 w 14"/>
                  <a:gd name="T7" fmla="*/ 255 h 16"/>
                  <a:gd name="T8" fmla="*/ 0 w 14"/>
                  <a:gd name="T9" fmla="*/ 28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2" y="1"/>
                      <a:pt x="8" y="1"/>
                      <a:pt x="7" y="3"/>
                    </a:cubicBezTo>
                    <a:cubicBezTo>
                      <a:pt x="6" y="5"/>
                      <a:pt x="7" y="8"/>
                      <a:pt x="6" y="10"/>
                    </a:cubicBezTo>
                    <a:cubicBezTo>
                      <a:pt x="4" y="11"/>
                      <a:pt x="3" y="12"/>
                      <a:pt x="2" y="14"/>
                    </a:cubicBezTo>
                    <a:cubicBezTo>
                      <a:pt x="1" y="14"/>
                      <a:pt x="1" y="15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4" name="Freeform 1965">
                <a:extLst>
                  <a:ext uri="{FF2B5EF4-FFF2-40B4-BE49-F238E27FC236}">
                    <a16:creationId xmlns:a16="http://schemas.microsoft.com/office/drawing/2014/main" id="{EF52FBFC-0575-450C-9A86-A1427AB45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667"/>
                <a:ext cx="35" cy="11"/>
              </a:xfrm>
              <a:custGeom>
                <a:avLst/>
                <a:gdLst>
                  <a:gd name="T0" fmla="*/ 220 w 14"/>
                  <a:gd name="T1" fmla="*/ 61 h 4"/>
                  <a:gd name="T2" fmla="*/ 0 w 14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14" y="3"/>
                    </a:moveTo>
                    <a:cubicBezTo>
                      <a:pt x="10" y="4"/>
                      <a:pt x="5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5" name="Freeform 1966">
                <a:extLst>
                  <a:ext uri="{FF2B5EF4-FFF2-40B4-BE49-F238E27FC236}">
                    <a16:creationId xmlns:a16="http://schemas.microsoft.com/office/drawing/2014/main" id="{34D7E132-C899-42D0-89CC-5CE19182E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286"/>
                <a:ext cx="5" cy="26"/>
              </a:xfrm>
              <a:custGeom>
                <a:avLst/>
                <a:gdLst>
                  <a:gd name="T0" fmla="*/ 33 w 2"/>
                  <a:gd name="T1" fmla="*/ 0 h 10"/>
                  <a:gd name="T2" fmla="*/ 0 w 2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2" y="4"/>
                      <a:pt x="1" y="7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6" name="Freeform 1967">
                <a:extLst>
                  <a:ext uri="{FF2B5EF4-FFF2-40B4-BE49-F238E27FC236}">
                    <a16:creationId xmlns:a16="http://schemas.microsoft.com/office/drawing/2014/main" id="{C2B68C12-0169-413C-817B-91A4D357B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294"/>
                <a:ext cx="2" cy="10"/>
              </a:xfrm>
              <a:custGeom>
                <a:avLst/>
                <a:gdLst>
                  <a:gd name="T0" fmla="*/ 8 w 1"/>
                  <a:gd name="T1" fmla="*/ 6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7" name="Freeform 1968">
                <a:extLst>
                  <a:ext uri="{FF2B5EF4-FFF2-40B4-BE49-F238E27FC236}">
                    <a16:creationId xmlns:a16="http://schemas.microsoft.com/office/drawing/2014/main" id="{25633BE6-7F9F-4BB4-9C2C-1408CB350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310"/>
                <a:ext cx="65" cy="90"/>
              </a:xfrm>
              <a:custGeom>
                <a:avLst/>
                <a:gdLst>
                  <a:gd name="T0" fmla="*/ 0 w 26"/>
                  <a:gd name="T1" fmla="*/ 0 h 34"/>
                  <a:gd name="T2" fmla="*/ 125 w 26"/>
                  <a:gd name="T3" fmla="*/ 34 h 34"/>
                  <a:gd name="T4" fmla="*/ 158 w 26"/>
                  <a:gd name="T5" fmla="*/ 132 h 34"/>
                  <a:gd name="T6" fmla="*/ 208 w 26"/>
                  <a:gd name="T7" fmla="*/ 281 h 34"/>
                  <a:gd name="T8" fmla="*/ 220 w 26"/>
                  <a:gd name="T9" fmla="*/ 281 h 34"/>
                  <a:gd name="T10" fmla="*/ 238 w 26"/>
                  <a:gd name="T11" fmla="*/ 336 h 34"/>
                  <a:gd name="T12" fmla="*/ 283 w 26"/>
                  <a:gd name="T13" fmla="*/ 447 h 34"/>
                  <a:gd name="T14" fmla="*/ 363 w 26"/>
                  <a:gd name="T15" fmla="*/ 498 h 34"/>
                  <a:gd name="T16" fmla="*/ 408 w 26"/>
                  <a:gd name="T17" fmla="*/ 63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4">
                    <a:moveTo>
                      <a:pt x="0" y="0"/>
                    </a:moveTo>
                    <a:cubicBezTo>
                      <a:pt x="2" y="2"/>
                      <a:pt x="6" y="1"/>
                      <a:pt x="8" y="2"/>
                    </a:cubicBezTo>
                    <a:cubicBezTo>
                      <a:pt x="10" y="3"/>
                      <a:pt x="9" y="5"/>
                      <a:pt x="10" y="7"/>
                    </a:cubicBezTo>
                    <a:cubicBezTo>
                      <a:pt x="10" y="10"/>
                      <a:pt x="11" y="13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5" y="17"/>
                      <a:pt x="15" y="18"/>
                    </a:cubicBezTo>
                    <a:cubicBezTo>
                      <a:pt x="16" y="20"/>
                      <a:pt x="16" y="23"/>
                      <a:pt x="18" y="24"/>
                    </a:cubicBezTo>
                    <a:cubicBezTo>
                      <a:pt x="19" y="25"/>
                      <a:pt x="22" y="26"/>
                      <a:pt x="23" y="27"/>
                    </a:cubicBezTo>
                    <a:cubicBezTo>
                      <a:pt x="25" y="28"/>
                      <a:pt x="26" y="32"/>
                      <a:pt x="26" y="3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8" name="Freeform 1969">
                <a:extLst>
                  <a:ext uri="{FF2B5EF4-FFF2-40B4-BE49-F238E27FC236}">
                    <a16:creationId xmlns:a16="http://schemas.microsoft.com/office/drawing/2014/main" id="{912D69C1-627C-46B8-A9B5-0C531ECFB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328"/>
                <a:ext cx="35" cy="14"/>
              </a:xfrm>
              <a:custGeom>
                <a:avLst/>
                <a:gdLst>
                  <a:gd name="T0" fmla="*/ 0 w 14"/>
                  <a:gd name="T1" fmla="*/ 0 h 5"/>
                  <a:gd name="T2" fmla="*/ 83 w 14"/>
                  <a:gd name="T3" fmla="*/ 62 h 5"/>
                  <a:gd name="T4" fmla="*/ 175 w 14"/>
                  <a:gd name="T5" fmla="*/ 87 h 5"/>
                  <a:gd name="T6" fmla="*/ 220 w 14"/>
                  <a:gd name="T7" fmla="*/ 10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  <a:cubicBezTo>
                      <a:pt x="7" y="3"/>
                      <a:pt x="9" y="3"/>
                      <a:pt x="11" y="4"/>
                    </a:cubicBezTo>
                    <a:cubicBezTo>
                      <a:pt x="12" y="4"/>
                      <a:pt x="13" y="5"/>
                      <a:pt x="14" y="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9" name="Freeform 1970">
                <a:extLst>
                  <a:ext uri="{FF2B5EF4-FFF2-40B4-BE49-F238E27FC236}">
                    <a16:creationId xmlns:a16="http://schemas.microsoft.com/office/drawing/2014/main" id="{21F59D34-D168-46C0-8F4B-855098552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400"/>
                <a:ext cx="28" cy="16"/>
              </a:xfrm>
              <a:custGeom>
                <a:avLst/>
                <a:gdLst>
                  <a:gd name="T0" fmla="*/ 0 w 11"/>
                  <a:gd name="T1" fmla="*/ 0 h 6"/>
                  <a:gd name="T2" fmla="*/ 117 w 11"/>
                  <a:gd name="T3" fmla="*/ 115 h 6"/>
                  <a:gd name="T4" fmla="*/ 181 w 11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2" y="3"/>
                      <a:pt x="3" y="5"/>
                      <a:pt x="7" y="6"/>
                    </a:cubicBezTo>
                    <a:cubicBezTo>
                      <a:pt x="8" y="6"/>
                      <a:pt x="10" y="6"/>
                      <a:pt x="11" y="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0" name="Freeform 1971">
                <a:extLst>
                  <a:ext uri="{FF2B5EF4-FFF2-40B4-BE49-F238E27FC236}">
                    <a16:creationId xmlns:a16="http://schemas.microsoft.com/office/drawing/2014/main" id="{1239BA54-44F4-4413-B771-09D2E7D71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424"/>
                <a:ext cx="33" cy="46"/>
              </a:xfrm>
              <a:custGeom>
                <a:avLst/>
                <a:gdLst>
                  <a:gd name="T0" fmla="*/ 0 w 13"/>
                  <a:gd name="T1" fmla="*/ 0 h 17"/>
                  <a:gd name="T2" fmla="*/ 33 w 13"/>
                  <a:gd name="T3" fmla="*/ 162 h 17"/>
                  <a:gd name="T4" fmla="*/ 160 w 13"/>
                  <a:gd name="T5" fmla="*/ 257 h 17"/>
                  <a:gd name="T6" fmla="*/ 193 w 13"/>
                  <a:gd name="T7" fmla="*/ 300 h 17"/>
                  <a:gd name="T8" fmla="*/ 213 w 13"/>
                  <a:gd name="T9" fmla="*/ 3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4" y="10"/>
                      <a:pt x="7" y="11"/>
                      <a:pt x="10" y="13"/>
                    </a:cubicBezTo>
                    <a:cubicBezTo>
                      <a:pt x="11" y="14"/>
                      <a:pt x="12" y="14"/>
                      <a:pt x="12" y="15"/>
                    </a:cubicBezTo>
                    <a:cubicBezTo>
                      <a:pt x="12" y="15"/>
                      <a:pt x="13" y="17"/>
                      <a:pt x="13" y="1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1" name="Freeform 1972">
                <a:extLst>
                  <a:ext uri="{FF2B5EF4-FFF2-40B4-BE49-F238E27FC236}">
                    <a16:creationId xmlns:a16="http://schemas.microsoft.com/office/drawing/2014/main" id="{76B5EF66-F298-47E3-9297-187CC4040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366"/>
                <a:ext cx="7" cy="45"/>
              </a:xfrm>
              <a:custGeom>
                <a:avLst/>
                <a:gdLst>
                  <a:gd name="T0" fmla="*/ 0 w 3"/>
                  <a:gd name="T1" fmla="*/ 0 h 17"/>
                  <a:gd name="T2" fmla="*/ 37 w 3"/>
                  <a:gd name="T3" fmla="*/ 90 h 17"/>
                  <a:gd name="T4" fmla="*/ 28 w 3"/>
                  <a:gd name="T5" fmla="*/ 225 h 17"/>
                  <a:gd name="T6" fmla="*/ 0 w 3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2"/>
                      <a:pt x="2" y="3"/>
                      <a:pt x="3" y="5"/>
                    </a:cubicBezTo>
                    <a:cubicBezTo>
                      <a:pt x="3" y="7"/>
                      <a:pt x="3" y="10"/>
                      <a:pt x="2" y="12"/>
                    </a:cubicBezTo>
                    <a:cubicBezTo>
                      <a:pt x="2" y="14"/>
                      <a:pt x="0" y="15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2" name="Freeform 1973">
                <a:extLst>
                  <a:ext uri="{FF2B5EF4-FFF2-40B4-BE49-F238E27FC236}">
                    <a16:creationId xmlns:a16="http://schemas.microsoft.com/office/drawing/2014/main" id="{B759D07A-2878-4D3E-A003-4925301EC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283"/>
                <a:ext cx="15" cy="43"/>
              </a:xfrm>
              <a:custGeom>
                <a:avLst/>
                <a:gdLst>
                  <a:gd name="T0" fmla="*/ 33 w 6"/>
                  <a:gd name="T1" fmla="*/ 312 h 16"/>
                  <a:gd name="T2" fmla="*/ 83 w 6"/>
                  <a:gd name="T3" fmla="*/ 274 h 16"/>
                  <a:gd name="T4" fmla="*/ 63 w 6"/>
                  <a:gd name="T5" fmla="*/ 116 h 16"/>
                  <a:gd name="T6" fmla="*/ 33 w 6"/>
                  <a:gd name="T7" fmla="*/ 35 h 16"/>
                  <a:gd name="T8" fmla="*/ 0 w 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2" y="16"/>
                    </a:moveTo>
                    <a:cubicBezTo>
                      <a:pt x="3" y="16"/>
                      <a:pt x="4" y="15"/>
                      <a:pt x="5" y="14"/>
                    </a:cubicBezTo>
                    <a:cubicBezTo>
                      <a:pt x="6" y="12"/>
                      <a:pt x="5" y="9"/>
                      <a:pt x="4" y="6"/>
                    </a:cubicBezTo>
                    <a:cubicBezTo>
                      <a:pt x="4" y="5"/>
                      <a:pt x="3" y="4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3" name="Freeform 1974">
                <a:extLst>
                  <a:ext uri="{FF2B5EF4-FFF2-40B4-BE49-F238E27FC236}">
                    <a16:creationId xmlns:a16="http://schemas.microsoft.com/office/drawing/2014/main" id="{737E5F8D-90E3-4A05-BAE6-D7ADFF214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76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4" name="Freeform 1975">
                <a:extLst>
                  <a:ext uri="{FF2B5EF4-FFF2-40B4-BE49-F238E27FC236}">
                    <a16:creationId xmlns:a16="http://schemas.microsoft.com/office/drawing/2014/main" id="{29584A83-12B2-453F-A2D3-13627174A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74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5" name="Freeform 1976">
                <a:extLst>
                  <a:ext uri="{FF2B5EF4-FFF2-40B4-BE49-F238E27FC236}">
                    <a16:creationId xmlns:a16="http://schemas.microsoft.com/office/drawing/2014/main" id="{0FA653A2-7564-4487-98A7-01338C63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350"/>
                <a:ext cx="10" cy="34"/>
              </a:xfrm>
              <a:custGeom>
                <a:avLst/>
                <a:gdLst>
                  <a:gd name="T0" fmla="*/ 50 w 4"/>
                  <a:gd name="T1" fmla="*/ 233 h 13"/>
                  <a:gd name="T2" fmla="*/ 33 w 4"/>
                  <a:gd name="T3" fmla="*/ 68 h 13"/>
                  <a:gd name="T4" fmla="*/ 50 w 4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3">
                    <a:moveTo>
                      <a:pt x="3" y="13"/>
                    </a:moveTo>
                    <a:cubicBezTo>
                      <a:pt x="0" y="12"/>
                      <a:pt x="2" y="6"/>
                      <a:pt x="2" y="4"/>
                    </a:cubicBezTo>
                    <a:cubicBezTo>
                      <a:pt x="3" y="3"/>
                      <a:pt x="4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6" name="Freeform 1977">
                <a:extLst>
                  <a:ext uri="{FF2B5EF4-FFF2-40B4-BE49-F238E27FC236}">
                    <a16:creationId xmlns:a16="http://schemas.microsoft.com/office/drawing/2014/main" id="{BBA3CE02-2494-4DC8-BA9D-449A85E71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400"/>
                <a:ext cx="10" cy="56"/>
              </a:xfrm>
              <a:custGeom>
                <a:avLst/>
                <a:gdLst>
                  <a:gd name="T0" fmla="*/ 50 w 4"/>
                  <a:gd name="T1" fmla="*/ 397 h 21"/>
                  <a:gd name="T2" fmla="*/ 50 w 4"/>
                  <a:gd name="T3" fmla="*/ 285 h 21"/>
                  <a:gd name="T4" fmla="*/ 50 w 4"/>
                  <a:gd name="T5" fmla="*/ 205 h 21"/>
                  <a:gd name="T6" fmla="*/ 50 w 4"/>
                  <a:gd name="T7" fmla="*/ 93 h 21"/>
                  <a:gd name="T8" fmla="*/ 0 w 4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1">
                    <a:moveTo>
                      <a:pt x="3" y="21"/>
                    </a:moveTo>
                    <a:cubicBezTo>
                      <a:pt x="2" y="19"/>
                      <a:pt x="3" y="17"/>
                      <a:pt x="3" y="15"/>
                    </a:cubicBezTo>
                    <a:cubicBezTo>
                      <a:pt x="4" y="14"/>
                      <a:pt x="3" y="13"/>
                      <a:pt x="3" y="11"/>
                    </a:cubicBezTo>
                    <a:cubicBezTo>
                      <a:pt x="3" y="9"/>
                      <a:pt x="4" y="8"/>
                      <a:pt x="3" y="5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7" name="Freeform 1978">
                <a:extLst>
                  <a:ext uri="{FF2B5EF4-FFF2-40B4-BE49-F238E27FC236}">
                    <a16:creationId xmlns:a16="http://schemas.microsoft.com/office/drawing/2014/main" id="{E8808C50-1391-4B69-97FF-64873031C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422"/>
                <a:ext cx="15" cy="18"/>
              </a:xfrm>
              <a:custGeom>
                <a:avLst/>
                <a:gdLst>
                  <a:gd name="T0" fmla="*/ 0 w 6"/>
                  <a:gd name="T1" fmla="*/ 0 h 7"/>
                  <a:gd name="T2" fmla="*/ 50 w 6"/>
                  <a:gd name="T3" fmla="*/ 100 h 7"/>
                  <a:gd name="T4" fmla="*/ 95 w 6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1" y="5"/>
                      <a:pt x="3" y="6"/>
                    </a:cubicBezTo>
                    <a:cubicBezTo>
                      <a:pt x="4" y="6"/>
                      <a:pt x="5" y="6"/>
                      <a:pt x="6" y="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8" name="Freeform 1979">
                <a:extLst>
                  <a:ext uri="{FF2B5EF4-FFF2-40B4-BE49-F238E27FC236}">
                    <a16:creationId xmlns:a16="http://schemas.microsoft.com/office/drawing/2014/main" id="{1C59F7EF-33B4-4D3C-9427-AD53DFA11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446"/>
                <a:ext cx="12" cy="5"/>
              </a:xfrm>
              <a:custGeom>
                <a:avLst/>
                <a:gdLst>
                  <a:gd name="T0" fmla="*/ 70 w 5"/>
                  <a:gd name="T1" fmla="*/ 0 h 2"/>
                  <a:gd name="T2" fmla="*/ 0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9" name="Freeform 1980">
                <a:extLst>
                  <a:ext uri="{FF2B5EF4-FFF2-40B4-BE49-F238E27FC236}">
                    <a16:creationId xmlns:a16="http://schemas.microsoft.com/office/drawing/2014/main" id="{4B05B1B2-4100-4C5B-B42A-73E28B463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422"/>
                <a:ext cx="27" cy="29"/>
              </a:xfrm>
              <a:custGeom>
                <a:avLst/>
                <a:gdLst>
                  <a:gd name="T0" fmla="*/ 0 w 11"/>
                  <a:gd name="T1" fmla="*/ 0 h 11"/>
                  <a:gd name="T2" fmla="*/ 71 w 11"/>
                  <a:gd name="T3" fmla="*/ 145 h 11"/>
                  <a:gd name="T4" fmla="*/ 162 w 11"/>
                  <a:gd name="T5" fmla="*/ 1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2" y="4"/>
                      <a:pt x="1" y="7"/>
                      <a:pt x="5" y="8"/>
                    </a:cubicBezTo>
                    <a:cubicBezTo>
                      <a:pt x="7" y="9"/>
                      <a:pt x="10" y="11"/>
                      <a:pt x="11" y="1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0" name="Freeform 1981">
                <a:extLst>
                  <a:ext uri="{FF2B5EF4-FFF2-40B4-BE49-F238E27FC236}">
                    <a16:creationId xmlns:a16="http://schemas.microsoft.com/office/drawing/2014/main" id="{A2274C19-910B-4CEE-8C3D-4D34A1736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534"/>
                <a:ext cx="85" cy="69"/>
              </a:xfrm>
              <a:custGeom>
                <a:avLst/>
                <a:gdLst>
                  <a:gd name="T0" fmla="*/ 0 w 34"/>
                  <a:gd name="T1" fmla="*/ 486 h 26"/>
                  <a:gd name="T2" fmla="*/ 95 w 34"/>
                  <a:gd name="T3" fmla="*/ 395 h 26"/>
                  <a:gd name="T4" fmla="*/ 250 w 34"/>
                  <a:gd name="T5" fmla="*/ 374 h 26"/>
                  <a:gd name="T6" fmla="*/ 375 w 34"/>
                  <a:gd name="T7" fmla="*/ 281 h 26"/>
                  <a:gd name="T8" fmla="*/ 458 w 34"/>
                  <a:gd name="T9" fmla="*/ 204 h 26"/>
                  <a:gd name="T10" fmla="*/ 458 w 34"/>
                  <a:gd name="T11" fmla="*/ 111 h 26"/>
                  <a:gd name="T12" fmla="*/ 500 w 34"/>
                  <a:gd name="T13" fmla="*/ 77 h 26"/>
                  <a:gd name="T14" fmla="*/ 520 w 34"/>
                  <a:gd name="T15" fmla="*/ 35 h 26"/>
                  <a:gd name="T16" fmla="*/ 520 w 34"/>
                  <a:gd name="T17" fmla="*/ 21 h 26"/>
                  <a:gd name="T18" fmla="*/ 520 w 34"/>
                  <a:gd name="T19" fmla="*/ 21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2" y="25"/>
                      <a:pt x="3" y="22"/>
                      <a:pt x="6" y="21"/>
                    </a:cubicBezTo>
                    <a:cubicBezTo>
                      <a:pt x="9" y="19"/>
                      <a:pt x="13" y="21"/>
                      <a:pt x="16" y="20"/>
                    </a:cubicBezTo>
                    <a:cubicBezTo>
                      <a:pt x="19" y="19"/>
                      <a:pt x="21" y="16"/>
                      <a:pt x="24" y="15"/>
                    </a:cubicBezTo>
                    <a:cubicBezTo>
                      <a:pt x="26" y="14"/>
                      <a:pt x="28" y="13"/>
                      <a:pt x="29" y="11"/>
                    </a:cubicBezTo>
                    <a:cubicBezTo>
                      <a:pt x="29" y="9"/>
                      <a:pt x="28" y="8"/>
                      <a:pt x="29" y="6"/>
                    </a:cubicBezTo>
                    <a:cubicBezTo>
                      <a:pt x="30" y="5"/>
                      <a:pt x="31" y="5"/>
                      <a:pt x="32" y="4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3" y="2"/>
                      <a:pt x="33" y="1"/>
                    </a:cubicBezTo>
                    <a:cubicBezTo>
                      <a:pt x="34" y="0"/>
                      <a:pt x="33" y="2"/>
                      <a:pt x="33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1" name="Freeform 1982">
                <a:extLst>
                  <a:ext uri="{FF2B5EF4-FFF2-40B4-BE49-F238E27FC236}">
                    <a16:creationId xmlns:a16="http://schemas.microsoft.com/office/drawing/2014/main" id="{406B1597-1140-49A2-8FFE-0A420F49F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528"/>
                <a:ext cx="93" cy="32"/>
              </a:xfrm>
              <a:custGeom>
                <a:avLst/>
                <a:gdLst>
                  <a:gd name="T0" fmla="*/ 0 w 37"/>
                  <a:gd name="T1" fmla="*/ 227 h 12"/>
                  <a:gd name="T2" fmla="*/ 189 w 37"/>
                  <a:gd name="T3" fmla="*/ 136 h 12"/>
                  <a:gd name="T4" fmla="*/ 241 w 37"/>
                  <a:gd name="T5" fmla="*/ 115 h 12"/>
                  <a:gd name="T6" fmla="*/ 334 w 37"/>
                  <a:gd name="T7" fmla="*/ 136 h 12"/>
                  <a:gd name="T8" fmla="*/ 475 w 37"/>
                  <a:gd name="T9" fmla="*/ 93 h 12"/>
                  <a:gd name="T10" fmla="*/ 568 w 37"/>
                  <a:gd name="T11" fmla="*/ 56 h 12"/>
                  <a:gd name="T12" fmla="*/ 588 w 37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2">
                    <a:moveTo>
                      <a:pt x="0" y="12"/>
                    </a:moveTo>
                    <a:cubicBezTo>
                      <a:pt x="4" y="12"/>
                      <a:pt x="9" y="9"/>
                      <a:pt x="12" y="7"/>
                    </a:cubicBezTo>
                    <a:cubicBezTo>
                      <a:pt x="14" y="6"/>
                      <a:pt x="14" y="6"/>
                      <a:pt x="15" y="6"/>
                    </a:cubicBezTo>
                    <a:cubicBezTo>
                      <a:pt x="17" y="5"/>
                      <a:pt x="19" y="7"/>
                      <a:pt x="21" y="7"/>
                    </a:cubicBezTo>
                    <a:cubicBezTo>
                      <a:pt x="24" y="8"/>
                      <a:pt x="27" y="6"/>
                      <a:pt x="30" y="5"/>
                    </a:cubicBezTo>
                    <a:cubicBezTo>
                      <a:pt x="32" y="4"/>
                      <a:pt x="35" y="4"/>
                      <a:pt x="36" y="3"/>
                    </a:cubicBezTo>
                    <a:cubicBezTo>
                      <a:pt x="36" y="2"/>
                      <a:pt x="36" y="1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2" name="Freeform 1983">
                <a:extLst>
                  <a:ext uri="{FF2B5EF4-FFF2-40B4-BE49-F238E27FC236}">
                    <a16:creationId xmlns:a16="http://schemas.microsoft.com/office/drawing/2014/main" id="{A13786AE-A87B-4666-BF98-4FCE3CDC2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534"/>
                <a:ext cx="55" cy="18"/>
              </a:xfrm>
              <a:custGeom>
                <a:avLst/>
                <a:gdLst>
                  <a:gd name="T0" fmla="*/ 0 w 22"/>
                  <a:gd name="T1" fmla="*/ 67 h 7"/>
                  <a:gd name="T2" fmla="*/ 158 w 22"/>
                  <a:gd name="T3" fmla="*/ 85 h 7"/>
                  <a:gd name="T4" fmla="*/ 238 w 22"/>
                  <a:gd name="T5" fmla="*/ 54 h 7"/>
                  <a:gd name="T6" fmla="*/ 238 w 22"/>
                  <a:gd name="T7" fmla="*/ 21 h 7"/>
                  <a:gd name="T8" fmla="*/ 345 w 2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0" y="4"/>
                    </a:moveTo>
                    <a:cubicBezTo>
                      <a:pt x="4" y="6"/>
                      <a:pt x="6" y="7"/>
                      <a:pt x="10" y="5"/>
                    </a:cubicBezTo>
                    <a:cubicBezTo>
                      <a:pt x="12" y="5"/>
                      <a:pt x="14" y="4"/>
                      <a:pt x="15" y="3"/>
                    </a:cubicBezTo>
                    <a:cubicBezTo>
                      <a:pt x="15" y="3"/>
                      <a:pt x="15" y="2"/>
                      <a:pt x="15" y="1"/>
                    </a:cubicBezTo>
                    <a:cubicBezTo>
                      <a:pt x="17" y="0"/>
                      <a:pt x="20" y="1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3" name="Freeform 1984">
                <a:extLst>
                  <a:ext uri="{FF2B5EF4-FFF2-40B4-BE49-F238E27FC236}">
                    <a16:creationId xmlns:a16="http://schemas.microsoft.com/office/drawing/2014/main" id="{1565048F-2160-416E-BF74-BA4ED116C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536"/>
                <a:ext cx="35" cy="8"/>
              </a:xfrm>
              <a:custGeom>
                <a:avLst/>
                <a:gdLst>
                  <a:gd name="T0" fmla="*/ 0 w 14"/>
                  <a:gd name="T1" fmla="*/ 0 h 3"/>
                  <a:gd name="T2" fmla="*/ 113 w 14"/>
                  <a:gd name="T3" fmla="*/ 21 h 3"/>
                  <a:gd name="T4" fmla="*/ 158 w 14"/>
                  <a:gd name="T5" fmla="*/ 35 h 3"/>
                  <a:gd name="T6" fmla="*/ 220 w 14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3" y="0"/>
                      <a:pt x="4" y="0"/>
                      <a:pt x="7" y="1"/>
                    </a:cubicBezTo>
                    <a:cubicBezTo>
                      <a:pt x="8" y="2"/>
                      <a:pt x="8" y="2"/>
                      <a:pt x="10" y="2"/>
                    </a:cubicBezTo>
                    <a:cubicBezTo>
                      <a:pt x="11" y="3"/>
                      <a:pt x="13" y="2"/>
                      <a:pt x="14" y="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4" name="Freeform 1985">
                <a:extLst>
                  <a:ext uri="{FF2B5EF4-FFF2-40B4-BE49-F238E27FC236}">
                    <a16:creationId xmlns:a16="http://schemas.microsoft.com/office/drawing/2014/main" id="{8D557569-281E-4DB1-B09A-E4B6DF429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1550"/>
                <a:ext cx="33" cy="13"/>
              </a:xfrm>
              <a:custGeom>
                <a:avLst/>
                <a:gdLst>
                  <a:gd name="T0" fmla="*/ 0 w 13"/>
                  <a:gd name="T1" fmla="*/ 55 h 5"/>
                  <a:gd name="T2" fmla="*/ 33 w 13"/>
                  <a:gd name="T3" fmla="*/ 68 h 5"/>
                  <a:gd name="T4" fmla="*/ 147 w 13"/>
                  <a:gd name="T5" fmla="*/ 55 h 5"/>
                  <a:gd name="T6" fmla="*/ 213 w 1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0" y="3"/>
                    </a:moveTo>
                    <a:cubicBezTo>
                      <a:pt x="1" y="3"/>
                      <a:pt x="1" y="4"/>
                      <a:pt x="2" y="4"/>
                    </a:cubicBezTo>
                    <a:cubicBezTo>
                      <a:pt x="4" y="5"/>
                      <a:pt x="7" y="4"/>
                      <a:pt x="9" y="3"/>
                    </a:cubicBezTo>
                    <a:cubicBezTo>
                      <a:pt x="10" y="2"/>
                      <a:pt x="12" y="0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5" name="Freeform 1986">
                <a:extLst>
                  <a:ext uri="{FF2B5EF4-FFF2-40B4-BE49-F238E27FC236}">
                    <a16:creationId xmlns:a16="http://schemas.microsoft.com/office/drawing/2014/main" id="{19448BB0-597B-48CB-83A8-31BB8617E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534"/>
                <a:ext cx="35" cy="13"/>
              </a:xfrm>
              <a:custGeom>
                <a:avLst/>
                <a:gdLst>
                  <a:gd name="T0" fmla="*/ 0 w 14"/>
                  <a:gd name="T1" fmla="*/ 88 h 5"/>
                  <a:gd name="T2" fmla="*/ 113 w 14"/>
                  <a:gd name="T3" fmla="*/ 0 h 5"/>
                  <a:gd name="T4" fmla="*/ 220 w 1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0" y="5"/>
                    </a:moveTo>
                    <a:cubicBezTo>
                      <a:pt x="2" y="2"/>
                      <a:pt x="4" y="0"/>
                      <a:pt x="7" y="0"/>
                    </a:cubicBezTo>
                    <a:cubicBezTo>
                      <a:pt x="10" y="0"/>
                      <a:pt x="11" y="1"/>
                      <a:pt x="14" y="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6" name="Freeform 1987">
                <a:extLst>
                  <a:ext uri="{FF2B5EF4-FFF2-40B4-BE49-F238E27FC236}">
                    <a16:creationId xmlns:a16="http://schemas.microsoft.com/office/drawing/2014/main" id="{0CFD6B9B-9A3B-442D-B529-FAFA1DC7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558"/>
                <a:ext cx="38" cy="24"/>
              </a:xfrm>
              <a:custGeom>
                <a:avLst/>
                <a:gdLst>
                  <a:gd name="T0" fmla="*/ 0 w 15"/>
                  <a:gd name="T1" fmla="*/ 149 h 9"/>
                  <a:gd name="T2" fmla="*/ 243 w 15"/>
                  <a:gd name="T3" fmla="*/ 0 h 9"/>
                  <a:gd name="T4" fmla="*/ 225 w 15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0" y="8"/>
                    </a:moveTo>
                    <a:cubicBezTo>
                      <a:pt x="7" y="9"/>
                      <a:pt x="12" y="6"/>
                      <a:pt x="15" y="0"/>
                    </a:cubicBezTo>
                    <a:cubicBezTo>
                      <a:pt x="15" y="1"/>
                      <a:pt x="15" y="1"/>
                      <a:pt x="14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7" name="Freeform 1988">
                <a:extLst>
                  <a:ext uri="{FF2B5EF4-FFF2-40B4-BE49-F238E27FC236}">
                    <a16:creationId xmlns:a16="http://schemas.microsoft.com/office/drawing/2014/main" id="{3B5A4F6C-D121-4259-AAD9-5FA0B471D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560"/>
                <a:ext cx="33" cy="22"/>
              </a:xfrm>
              <a:custGeom>
                <a:avLst/>
                <a:gdLst>
                  <a:gd name="T0" fmla="*/ 0 w 13"/>
                  <a:gd name="T1" fmla="*/ 129 h 8"/>
                  <a:gd name="T2" fmla="*/ 193 w 13"/>
                  <a:gd name="T3" fmla="*/ 0 h 8"/>
                  <a:gd name="T4" fmla="*/ 213 w 1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6"/>
                    </a:moveTo>
                    <a:cubicBezTo>
                      <a:pt x="4" y="8"/>
                      <a:pt x="13" y="6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8" name="Freeform 1989">
                <a:extLst>
                  <a:ext uri="{FF2B5EF4-FFF2-40B4-BE49-F238E27FC236}">
                    <a16:creationId xmlns:a16="http://schemas.microsoft.com/office/drawing/2014/main" id="{E2167095-A2FB-4132-9218-FE24CE02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582"/>
                <a:ext cx="20" cy="48"/>
              </a:xfrm>
              <a:custGeom>
                <a:avLst/>
                <a:gdLst>
                  <a:gd name="T0" fmla="*/ 20 w 8"/>
                  <a:gd name="T1" fmla="*/ 341 h 18"/>
                  <a:gd name="T2" fmla="*/ 20 w 8"/>
                  <a:gd name="T3" fmla="*/ 192 h 18"/>
                  <a:gd name="T4" fmla="*/ 95 w 8"/>
                  <a:gd name="T5" fmla="*/ 93 h 18"/>
                  <a:gd name="T6" fmla="*/ 125 w 8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1" y="18"/>
                    </a:moveTo>
                    <a:cubicBezTo>
                      <a:pt x="3" y="17"/>
                      <a:pt x="0" y="13"/>
                      <a:pt x="1" y="10"/>
                    </a:cubicBezTo>
                    <a:cubicBezTo>
                      <a:pt x="3" y="8"/>
                      <a:pt x="5" y="7"/>
                      <a:pt x="6" y="5"/>
                    </a:cubicBezTo>
                    <a:cubicBezTo>
                      <a:pt x="7" y="4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9" name="Freeform 1990">
                <a:extLst>
                  <a:ext uri="{FF2B5EF4-FFF2-40B4-BE49-F238E27FC236}">
                    <a16:creationId xmlns:a16="http://schemas.microsoft.com/office/drawing/2014/main" id="{DDAE5D34-6B7C-4234-A1DA-E6E22899F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579"/>
                <a:ext cx="32" cy="24"/>
              </a:xfrm>
              <a:custGeom>
                <a:avLst/>
                <a:gdLst>
                  <a:gd name="T0" fmla="*/ 0 w 13"/>
                  <a:gd name="T1" fmla="*/ 171 h 9"/>
                  <a:gd name="T2" fmla="*/ 121 w 13"/>
                  <a:gd name="T3" fmla="*/ 136 h 9"/>
                  <a:gd name="T4" fmla="*/ 182 w 13"/>
                  <a:gd name="T5" fmla="*/ 35 h 9"/>
                  <a:gd name="T6" fmla="*/ 194 w 1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8"/>
                      <a:pt x="5" y="8"/>
                      <a:pt x="8" y="7"/>
                    </a:cubicBezTo>
                    <a:cubicBezTo>
                      <a:pt x="10" y="6"/>
                      <a:pt x="11" y="4"/>
                      <a:pt x="12" y="2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0" name="Freeform 1991">
                <a:extLst>
                  <a:ext uri="{FF2B5EF4-FFF2-40B4-BE49-F238E27FC236}">
                    <a16:creationId xmlns:a16="http://schemas.microsoft.com/office/drawing/2014/main" id="{D849973E-6F76-4D6D-8E3A-34AC4223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587"/>
                <a:ext cx="50" cy="29"/>
              </a:xfrm>
              <a:custGeom>
                <a:avLst/>
                <a:gdLst>
                  <a:gd name="T0" fmla="*/ 20 w 20"/>
                  <a:gd name="T1" fmla="*/ 200 h 11"/>
                  <a:gd name="T2" fmla="*/ 145 w 20"/>
                  <a:gd name="T3" fmla="*/ 34 h 11"/>
                  <a:gd name="T4" fmla="*/ 313 w 2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">
                    <a:moveTo>
                      <a:pt x="1" y="11"/>
                    </a:moveTo>
                    <a:cubicBezTo>
                      <a:pt x="0" y="7"/>
                      <a:pt x="4" y="2"/>
                      <a:pt x="9" y="2"/>
                    </a:cubicBezTo>
                    <a:cubicBezTo>
                      <a:pt x="13" y="2"/>
                      <a:pt x="16" y="2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1" name="Freeform 1992">
                <a:extLst>
                  <a:ext uri="{FF2B5EF4-FFF2-40B4-BE49-F238E27FC236}">
                    <a16:creationId xmlns:a16="http://schemas.microsoft.com/office/drawing/2014/main" id="{691B2E87-F6C1-46A7-9B34-963F1EDEA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547"/>
                <a:ext cx="45" cy="43"/>
              </a:xfrm>
              <a:custGeom>
                <a:avLst/>
                <a:gdLst>
                  <a:gd name="T0" fmla="*/ 0 w 18"/>
                  <a:gd name="T1" fmla="*/ 312 h 16"/>
                  <a:gd name="T2" fmla="*/ 63 w 18"/>
                  <a:gd name="T3" fmla="*/ 175 h 16"/>
                  <a:gd name="T4" fmla="*/ 175 w 18"/>
                  <a:gd name="T5" fmla="*/ 159 h 16"/>
                  <a:gd name="T6" fmla="*/ 283 w 18"/>
                  <a:gd name="T7" fmla="*/ 0 h 16"/>
                  <a:gd name="T8" fmla="*/ 283 w 18"/>
                  <a:gd name="T9" fmla="*/ 2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0" y="14"/>
                      <a:pt x="2" y="11"/>
                      <a:pt x="4" y="9"/>
                    </a:cubicBezTo>
                    <a:cubicBezTo>
                      <a:pt x="6" y="8"/>
                      <a:pt x="8" y="8"/>
                      <a:pt x="11" y="8"/>
                    </a:cubicBezTo>
                    <a:cubicBezTo>
                      <a:pt x="15" y="7"/>
                      <a:pt x="16" y="4"/>
                      <a:pt x="18" y="0"/>
                    </a:cubicBezTo>
                    <a:cubicBezTo>
                      <a:pt x="17" y="1"/>
                      <a:pt x="18" y="1"/>
                      <a:pt x="18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2" name="Freeform 1993">
                <a:extLst>
                  <a:ext uri="{FF2B5EF4-FFF2-40B4-BE49-F238E27FC236}">
                    <a16:creationId xmlns:a16="http://schemas.microsoft.com/office/drawing/2014/main" id="{7DD4F36C-61D2-4029-B940-7EDCCD815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547"/>
                <a:ext cx="37" cy="27"/>
              </a:xfrm>
              <a:custGeom>
                <a:avLst/>
                <a:gdLst>
                  <a:gd name="T0" fmla="*/ 12 w 15"/>
                  <a:gd name="T1" fmla="*/ 197 h 10"/>
                  <a:gd name="T2" fmla="*/ 224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1" y="10"/>
                    </a:moveTo>
                    <a:cubicBezTo>
                      <a:pt x="0" y="1"/>
                      <a:pt x="13" y="6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3" name="Freeform 1994">
                <a:extLst>
                  <a:ext uri="{FF2B5EF4-FFF2-40B4-BE49-F238E27FC236}">
                    <a16:creationId xmlns:a16="http://schemas.microsoft.com/office/drawing/2014/main" id="{C6B25203-8C2C-4A12-B02D-7FD3A0ECC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560"/>
                <a:ext cx="75" cy="11"/>
              </a:xfrm>
              <a:custGeom>
                <a:avLst/>
                <a:gdLst>
                  <a:gd name="T0" fmla="*/ 0 w 30"/>
                  <a:gd name="T1" fmla="*/ 0 h 4"/>
                  <a:gd name="T2" fmla="*/ 220 w 30"/>
                  <a:gd name="T3" fmla="*/ 0 h 4"/>
                  <a:gd name="T4" fmla="*/ 375 w 30"/>
                  <a:gd name="T5" fmla="*/ 61 h 4"/>
                  <a:gd name="T6" fmla="*/ 470 w 30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">
                    <a:moveTo>
                      <a:pt x="0" y="0"/>
                    </a:moveTo>
                    <a:cubicBezTo>
                      <a:pt x="2" y="4"/>
                      <a:pt x="11" y="0"/>
                      <a:pt x="14" y="0"/>
                    </a:cubicBezTo>
                    <a:cubicBezTo>
                      <a:pt x="18" y="0"/>
                      <a:pt x="20" y="3"/>
                      <a:pt x="24" y="3"/>
                    </a:cubicBezTo>
                    <a:cubicBezTo>
                      <a:pt x="26" y="4"/>
                      <a:pt x="29" y="4"/>
                      <a:pt x="30" y="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4" name="Freeform 1995">
                <a:extLst>
                  <a:ext uri="{FF2B5EF4-FFF2-40B4-BE49-F238E27FC236}">
                    <a16:creationId xmlns:a16="http://schemas.microsoft.com/office/drawing/2014/main" id="{AE3D5E2E-E3C8-4A13-A7AE-8985BB730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566"/>
                <a:ext cx="37" cy="10"/>
              </a:xfrm>
              <a:custGeom>
                <a:avLst/>
                <a:gdLst>
                  <a:gd name="T0" fmla="*/ 0 w 15"/>
                  <a:gd name="T1" fmla="*/ 0 h 4"/>
                  <a:gd name="T2" fmla="*/ 224 w 15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4"/>
                      <a:pt x="9" y="2"/>
                      <a:pt x="15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5" name="Freeform 1996">
                <a:extLst>
                  <a:ext uri="{FF2B5EF4-FFF2-40B4-BE49-F238E27FC236}">
                    <a16:creationId xmlns:a16="http://schemas.microsoft.com/office/drawing/2014/main" id="{110C8711-7934-40ED-9A01-5BBFB6985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42"/>
                <a:ext cx="35" cy="26"/>
              </a:xfrm>
              <a:custGeom>
                <a:avLst/>
                <a:gdLst>
                  <a:gd name="T0" fmla="*/ 0 w 14"/>
                  <a:gd name="T1" fmla="*/ 177 h 10"/>
                  <a:gd name="T2" fmla="*/ 220 w 1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1" y="3"/>
                      <a:pt x="9" y="1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6" name="Freeform 1997">
                <a:extLst>
                  <a:ext uri="{FF2B5EF4-FFF2-40B4-BE49-F238E27FC236}">
                    <a16:creationId xmlns:a16="http://schemas.microsoft.com/office/drawing/2014/main" id="{19114620-6DF5-4AE2-A47A-2E47D6670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531"/>
                <a:ext cx="28" cy="11"/>
              </a:xfrm>
              <a:custGeom>
                <a:avLst/>
                <a:gdLst>
                  <a:gd name="T0" fmla="*/ 0 w 11"/>
                  <a:gd name="T1" fmla="*/ 61 h 4"/>
                  <a:gd name="T2" fmla="*/ 181 w 1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4" y="0"/>
                      <a:pt x="7" y="2"/>
                      <a:pt x="11" y="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7" name="Freeform 1998">
                <a:extLst>
                  <a:ext uri="{FF2B5EF4-FFF2-40B4-BE49-F238E27FC236}">
                    <a16:creationId xmlns:a16="http://schemas.microsoft.com/office/drawing/2014/main" id="{789CEBBB-5BFE-4C40-B66E-E6EBDA66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539"/>
                <a:ext cx="27" cy="19"/>
              </a:xfrm>
              <a:custGeom>
                <a:avLst/>
                <a:gdLst>
                  <a:gd name="T0" fmla="*/ 0 w 11"/>
                  <a:gd name="T1" fmla="*/ 141 h 7"/>
                  <a:gd name="T2" fmla="*/ 162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4" y="5"/>
                      <a:pt x="6" y="1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8" name="Freeform 1999">
                <a:extLst>
                  <a:ext uri="{FF2B5EF4-FFF2-40B4-BE49-F238E27FC236}">
                    <a16:creationId xmlns:a16="http://schemas.microsoft.com/office/drawing/2014/main" id="{2E054275-FBC7-4528-AA0F-90AB0BC2A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587"/>
                <a:ext cx="30" cy="19"/>
              </a:xfrm>
              <a:custGeom>
                <a:avLst/>
                <a:gdLst>
                  <a:gd name="T0" fmla="*/ 0 w 12"/>
                  <a:gd name="T1" fmla="*/ 117 h 7"/>
                  <a:gd name="T2" fmla="*/ 125 w 12"/>
                  <a:gd name="T3" fmla="*/ 103 h 7"/>
                  <a:gd name="T4" fmla="*/ 188 w 1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3" y="7"/>
                      <a:pt x="6" y="7"/>
                      <a:pt x="8" y="5"/>
                    </a:cubicBezTo>
                    <a:cubicBezTo>
                      <a:pt x="10" y="4"/>
                      <a:pt x="10" y="1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9" name="Freeform 2000">
                <a:extLst>
                  <a:ext uri="{FF2B5EF4-FFF2-40B4-BE49-F238E27FC236}">
                    <a16:creationId xmlns:a16="http://schemas.microsoft.com/office/drawing/2014/main" id="{346B0B05-5E61-4A4F-8457-63D462248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608"/>
                <a:ext cx="20" cy="14"/>
              </a:xfrm>
              <a:custGeom>
                <a:avLst/>
                <a:gdLst>
                  <a:gd name="T0" fmla="*/ 0 w 8"/>
                  <a:gd name="T1" fmla="*/ 109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5" y="2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0" name="Freeform 2001">
                <a:extLst>
                  <a:ext uri="{FF2B5EF4-FFF2-40B4-BE49-F238E27FC236}">
                    <a16:creationId xmlns:a16="http://schemas.microsoft.com/office/drawing/2014/main" id="{AF6D2D6A-AE25-4C9C-AAB8-4C0BBF8C5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264"/>
                <a:ext cx="25" cy="91"/>
              </a:xfrm>
              <a:custGeom>
                <a:avLst/>
                <a:gdLst>
                  <a:gd name="T0" fmla="*/ 63 w 10"/>
                  <a:gd name="T1" fmla="*/ 0 h 34"/>
                  <a:gd name="T2" fmla="*/ 20 w 10"/>
                  <a:gd name="T3" fmla="*/ 171 h 34"/>
                  <a:gd name="T4" fmla="*/ 20 w 10"/>
                  <a:gd name="T5" fmla="*/ 367 h 34"/>
                  <a:gd name="T6" fmla="*/ 50 w 10"/>
                  <a:gd name="T7" fmla="*/ 458 h 34"/>
                  <a:gd name="T8" fmla="*/ 113 w 10"/>
                  <a:gd name="T9" fmla="*/ 538 h 34"/>
                  <a:gd name="T10" fmla="*/ 113 w 10"/>
                  <a:gd name="T11" fmla="*/ 594 h 34"/>
                  <a:gd name="T12" fmla="*/ 145 w 10"/>
                  <a:gd name="T13" fmla="*/ 616 h 34"/>
                  <a:gd name="T14" fmla="*/ 145 w 10"/>
                  <a:gd name="T15" fmla="*/ 632 h 34"/>
                  <a:gd name="T16" fmla="*/ 145 w 10"/>
                  <a:gd name="T17" fmla="*/ 632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4">
                    <a:moveTo>
                      <a:pt x="4" y="0"/>
                    </a:moveTo>
                    <a:cubicBezTo>
                      <a:pt x="4" y="3"/>
                      <a:pt x="1" y="6"/>
                      <a:pt x="1" y="9"/>
                    </a:cubicBezTo>
                    <a:cubicBezTo>
                      <a:pt x="0" y="13"/>
                      <a:pt x="1" y="16"/>
                      <a:pt x="1" y="19"/>
                    </a:cubicBezTo>
                    <a:cubicBezTo>
                      <a:pt x="2" y="21"/>
                      <a:pt x="1" y="23"/>
                      <a:pt x="3" y="24"/>
                    </a:cubicBezTo>
                    <a:cubicBezTo>
                      <a:pt x="4" y="26"/>
                      <a:pt x="6" y="26"/>
                      <a:pt x="7" y="28"/>
                    </a:cubicBezTo>
                    <a:cubicBezTo>
                      <a:pt x="7" y="28"/>
                      <a:pt x="7" y="30"/>
                      <a:pt x="7" y="31"/>
                    </a:cubicBezTo>
                    <a:cubicBezTo>
                      <a:pt x="8" y="31"/>
                      <a:pt x="8" y="32"/>
                      <a:pt x="9" y="32"/>
                    </a:cubicBezTo>
                    <a:cubicBezTo>
                      <a:pt x="9" y="32"/>
                      <a:pt x="9" y="33"/>
                      <a:pt x="9" y="33"/>
                    </a:cubicBezTo>
                    <a:cubicBezTo>
                      <a:pt x="10" y="34"/>
                      <a:pt x="9" y="33"/>
                      <a:pt x="9" y="3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1" name="Freeform 2002">
                <a:extLst>
                  <a:ext uri="{FF2B5EF4-FFF2-40B4-BE49-F238E27FC236}">
                    <a16:creationId xmlns:a16="http://schemas.microsoft.com/office/drawing/2014/main" id="{38EFE596-74D2-466F-A747-3B29A1F7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331"/>
                <a:ext cx="20" cy="101"/>
              </a:xfrm>
              <a:custGeom>
                <a:avLst/>
                <a:gdLst>
                  <a:gd name="T0" fmla="*/ 125 w 8"/>
                  <a:gd name="T1" fmla="*/ 0 h 38"/>
                  <a:gd name="T2" fmla="*/ 113 w 8"/>
                  <a:gd name="T3" fmla="*/ 247 h 38"/>
                  <a:gd name="T4" fmla="*/ 113 w 8"/>
                  <a:gd name="T5" fmla="*/ 319 h 38"/>
                  <a:gd name="T6" fmla="*/ 50 w 8"/>
                  <a:gd name="T7" fmla="*/ 396 h 38"/>
                  <a:gd name="T8" fmla="*/ 20 w 8"/>
                  <a:gd name="T9" fmla="*/ 566 h 38"/>
                  <a:gd name="T10" fmla="*/ 0 w 8"/>
                  <a:gd name="T11" fmla="*/ 691 h 38"/>
                  <a:gd name="T12" fmla="*/ 33 w 8"/>
                  <a:gd name="T13" fmla="*/ 71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38">
                    <a:moveTo>
                      <a:pt x="8" y="0"/>
                    </a:moveTo>
                    <a:cubicBezTo>
                      <a:pt x="7" y="4"/>
                      <a:pt x="7" y="9"/>
                      <a:pt x="7" y="13"/>
                    </a:cubicBezTo>
                    <a:cubicBezTo>
                      <a:pt x="7" y="15"/>
                      <a:pt x="7" y="15"/>
                      <a:pt x="7" y="17"/>
                    </a:cubicBezTo>
                    <a:cubicBezTo>
                      <a:pt x="6" y="18"/>
                      <a:pt x="4" y="20"/>
                      <a:pt x="3" y="21"/>
                    </a:cubicBezTo>
                    <a:cubicBezTo>
                      <a:pt x="1" y="24"/>
                      <a:pt x="1" y="27"/>
                      <a:pt x="1" y="30"/>
                    </a:cubicBezTo>
                    <a:cubicBezTo>
                      <a:pt x="1" y="33"/>
                      <a:pt x="0" y="35"/>
                      <a:pt x="0" y="37"/>
                    </a:cubicBezTo>
                    <a:cubicBezTo>
                      <a:pt x="1" y="37"/>
                      <a:pt x="2" y="38"/>
                      <a:pt x="2" y="3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0" name="Freeform 2003">
                <a:extLst>
                  <a:ext uri="{FF2B5EF4-FFF2-40B4-BE49-F238E27FC236}">
                    <a16:creationId xmlns:a16="http://schemas.microsoft.com/office/drawing/2014/main" id="{0F2CFC90-E3D4-4C8A-A4C9-30B5F6630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406"/>
                <a:ext cx="17" cy="56"/>
              </a:xfrm>
              <a:custGeom>
                <a:avLst/>
                <a:gdLst>
                  <a:gd name="T0" fmla="*/ 100 w 7"/>
                  <a:gd name="T1" fmla="*/ 0 h 21"/>
                  <a:gd name="T2" fmla="*/ 12 w 7"/>
                  <a:gd name="T3" fmla="*/ 149 h 21"/>
                  <a:gd name="T4" fmla="*/ 12 w 7"/>
                  <a:gd name="T5" fmla="*/ 248 h 21"/>
                  <a:gd name="T6" fmla="*/ 29 w 7"/>
                  <a:gd name="T7" fmla="*/ 285 h 21"/>
                  <a:gd name="T8" fmla="*/ 0 w 7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7" y="0"/>
                    </a:moveTo>
                    <a:cubicBezTo>
                      <a:pt x="3" y="2"/>
                      <a:pt x="2" y="4"/>
                      <a:pt x="1" y="8"/>
                    </a:cubicBezTo>
                    <a:cubicBezTo>
                      <a:pt x="1" y="10"/>
                      <a:pt x="0" y="12"/>
                      <a:pt x="1" y="13"/>
                    </a:cubicBezTo>
                    <a:cubicBezTo>
                      <a:pt x="1" y="14"/>
                      <a:pt x="2" y="14"/>
                      <a:pt x="2" y="15"/>
                    </a:cubicBezTo>
                    <a:cubicBezTo>
                      <a:pt x="3" y="17"/>
                      <a:pt x="1" y="19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1" name="Freeform 2004">
                <a:extLst>
                  <a:ext uri="{FF2B5EF4-FFF2-40B4-BE49-F238E27FC236}">
                    <a16:creationId xmlns:a16="http://schemas.microsoft.com/office/drawing/2014/main" id="{55888C2B-A8FE-4B5E-B2CA-5FE15DA34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427"/>
                <a:ext cx="20" cy="32"/>
              </a:xfrm>
              <a:custGeom>
                <a:avLst/>
                <a:gdLst>
                  <a:gd name="T0" fmla="*/ 125 w 8"/>
                  <a:gd name="T1" fmla="*/ 0 h 12"/>
                  <a:gd name="T2" fmla="*/ 63 w 8"/>
                  <a:gd name="T3" fmla="*/ 115 h 12"/>
                  <a:gd name="T4" fmla="*/ 20 w 8"/>
                  <a:gd name="T5" fmla="*/ 149 h 12"/>
                  <a:gd name="T6" fmla="*/ 0 w 8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7" y="3"/>
                      <a:pt x="6" y="4"/>
                      <a:pt x="4" y="6"/>
                    </a:cubicBezTo>
                    <a:cubicBezTo>
                      <a:pt x="3" y="7"/>
                      <a:pt x="2" y="7"/>
                      <a:pt x="1" y="8"/>
                    </a:cubicBezTo>
                    <a:cubicBezTo>
                      <a:pt x="0" y="9"/>
                      <a:pt x="0" y="11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2" name="Freeform 2005">
                <a:extLst>
                  <a:ext uri="{FF2B5EF4-FFF2-40B4-BE49-F238E27FC236}">
                    <a16:creationId xmlns:a16="http://schemas.microsoft.com/office/drawing/2014/main" id="{55DC7EA9-7CB4-4AC0-8DF5-C3B1E2E00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352"/>
                <a:ext cx="13" cy="35"/>
              </a:xfrm>
              <a:custGeom>
                <a:avLst/>
                <a:gdLst>
                  <a:gd name="T0" fmla="*/ 88 w 5"/>
                  <a:gd name="T1" fmla="*/ 0 h 13"/>
                  <a:gd name="T2" fmla="*/ 34 w 5"/>
                  <a:gd name="T3" fmla="*/ 22 h 13"/>
                  <a:gd name="T4" fmla="*/ 0 w 5"/>
                  <a:gd name="T5" fmla="*/ 137 h 13"/>
                  <a:gd name="T6" fmla="*/ 21 w 5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0" y="9"/>
                      <a:pt x="2" y="12"/>
                      <a:pt x="1" y="1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3" name="Freeform 2006">
                <a:extLst>
                  <a:ext uri="{FF2B5EF4-FFF2-40B4-BE49-F238E27FC236}">
                    <a16:creationId xmlns:a16="http://schemas.microsoft.com/office/drawing/2014/main" id="{A750DF0A-D414-438C-AA61-690F20D78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382"/>
                <a:ext cx="15" cy="34"/>
              </a:xfrm>
              <a:custGeom>
                <a:avLst/>
                <a:gdLst>
                  <a:gd name="T0" fmla="*/ 63 w 6"/>
                  <a:gd name="T1" fmla="*/ 0 h 13"/>
                  <a:gd name="T2" fmla="*/ 83 w 6"/>
                  <a:gd name="T3" fmla="*/ 144 h 13"/>
                  <a:gd name="T4" fmla="*/ 0 w 6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0"/>
                    </a:moveTo>
                    <a:cubicBezTo>
                      <a:pt x="5" y="2"/>
                      <a:pt x="6" y="5"/>
                      <a:pt x="5" y="8"/>
                    </a:cubicBezTo>
                    <a:cubicBezTo>
                      <a:pt x="4" y="11"/>
                      <a:pt x="1" y="11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4" name="Freeform 2007">
                <a:extLst>
                  <a:ext uri="{FF2B5EF4-FFF2-40B4-BE49-F238E27FC236}">
                    <a16:creationId xmlns:a16="http://schemas.microsoft.com/office/drawing/2014/main" id="{2D7C8DFA-06E9-44BF-A839-9F45502F5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307"/>
                <a:ext cx="10" cy="48"/>
              </a:xfrm>
              <a:custGeom>
                <a:avLst/>
                <a:gdLst>
                  <a:gd name="T0" fmla="*/ 63 w 4"/>
                  <a:gd name="T1" fmla="*/ 0 h 18"/>
                  <a:gd name="T2" fmla="*/ 63 w 4"/>
                  <a:gd name="T3" fmla="*/ 341 h 18"/>
                  <a:gd name="T4" fmla="*/ 63 w 4"/>
                  <a:gd name="T5" fmla="*/ 3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cubicBezTo>
                      <a:pt x="0" y="6"/>
                      <a:pt x="0" y="12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5" name="Freeform 2008">
                <a:extLst>
                  <a:ext uri="{FF2B5EF4-FFF2-40B4-BE49-F238E27FC236}">
                    <a16:creationId xmlns:a16="http://schemas.microsoft.com/office/drawing/2014/main" id="{7306F05E-B30C-4ECA-88B7-EA17B0FB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334"/>
                <a:ext cx="15" cy="37"/>
              </a:xfrm>
              <a:custGeom>
                <a:avLst/>
                <a:gdLst>
                  <a:gd name="T0" fmla="*/ 95 w 6"/>
                  <a:gd name="T1" fmla="*/ 0 h 14"/>
                  <a:gd name="T2" fmla="*/ 95 w 6"/>
                  <a:gd name="T3" fmla="*/ 259 h 14"/>
                  <a:gd name="T4" fmla="*/ 95 w 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3" y="3"/>
                      <a:pt x="0" y="12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6" name="Freeform 2009">
                <a:extLst>
                  <a:ext uri="{FF2B5EF4-FFF2-40B4-BE49-F238E27FC236}">
                    <a16:creationId xmlns:a16="http://schemas.microsoft.com/office/drawing/2014/main" id="{9CDE4A33-45CA-4496-80D7-22E69AE4A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259"/>
                <a:ext cx="30" cy="40"/>
              </a:xfrm>
              <a:custGeom>
                <a:avLst/>
                <a:gdLst>
                  <a:gd name="T0" fmla="*/ 0 w 12"/>
                  <a:gd name="T1" fmla="*/ 0 h 15"/>
                  <a:gd name="T2" fmla="*/ 113 w 12"/>
                  <a:gd name="T3" fmla="*/ 77 h 15"/>
                  <a:gd name="T4" fmla="*/ 145 w 12"/>
                  <a:gd name="T5" fmla="*/ 205 h 15"/>
                  <a:gd name="T6" fmla="*/ 188 w 12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0" y="2"/>
                      <a:pt x="5" y="2"/>
                      <a:pt x="7" y="4"/>
                    </a:cubicBezTo>
                    <a:cubicBezTo>
                      <a:pt x="8" y="6"/>
                      <a:pt x="7" y="9"/>
                      <a:pt x="9" y="11"/>
                    </a:cubicBezTo>
                    <a:cubicBezTo>
                      <a:pt x="10" y="13"/>
                      <a:pt x="12" y="13"/>
                      <a:pt x="12" y="1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7" name="Freeform 2010">
                <a:extLst>
                  <a:ext uri="{FF2B5EF4-FFF2-40B4-BE49-F238E27FC236}">
                    <a16:creationId xmlns:a16="http://schemas.microsoft.com/office/drawing/2014/main" id="{198DD2DF-1ED9-4113-A2C5-0C94B11D4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283"/>
                <a:ext cx="10" cy="40"/>
              </a:xfrm>
              <a:custGeom>
                <a:avLst/>
                <a:gdLst>
                  <a:gd name="T0" fmla="*/ 33 w 4"/>
                  <a:gd name="T1" fmla="*/ 0 h 15"/>
                  <a:gd name="T2" fmla="*/ 0 w 4"/>
                  <a:gd name="T3" fmla="*/ 136 h 15"/>
                  <a:gd name="T4" fmla="*/ 50 w 4"/>
                  <a:gd name="T5" fmla="*/ 264 h 15"/>
                  <a:gd name="T6" fmla="*/ 63 w 4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2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0" y="10"/>
                      <a:pt x="1" y="11"/>
                      <a:pt x="3" y="14"/>
                    </a:cubicBezTo>
                    <a:cubicBezTo>
                      <a:pt x="3" y="14"/>
                      <a:pt x="4" y="15"/>
                      <a:pt x="4" y="1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8" name="Freeform 2011">
                <a:extLst>
                  <a:ext uri="{FF2B5EF4-FFF2-40B4-BE49-F238E27FC236}">
                    <a16:creationId xmlns:a16="http://schemas.microsoft.com/office/drawing/2014/main" id="{69003710-4413-4F08-A6FE-3FAF35931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288"/>
                <a:ext cx="17" cy="59"/>
              </a:xfrm>
              <a:custGeom>
                <a:avLst/>
                <a:gdLst>
                  <a:gd name="T0" fmla="*/ 0 w 7"/>
                  <a:gd name="T1" fmla="*/ 0 h 22"/>
                  <a:gd name="T2" fmla="*/ 70 w 7"/>
                  <a:gd name="T3" fmla="*/ 231 h 22"/>
                  <a:gd name="T4" fmla="*/ 29 w 7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5" y="2"/>
                      <a:pt x="7" y="7"/>
                      <a:pt x="5" y="12"/>
                    </a:cubicBezTo>
                    <a:cubicBezTo>
                      <a:pt x="3" y="15"/>
                      <a:pt x="2" y="18"/>
                      <a:pt x="2" y="2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09" name="Freeform 2012">
                <a:extLst>
                  <a:ext uri="{FF2B5EF4-FFF2-40B4-BE49-F238E27FC236}">
                    <a16:creationId xmlns:a16="http://schemas.microsoft.com/office/drawing/2014/main" id="{66D61DD1-4FD2-4B7D-B96D-B7EEFC39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347"/>
                <a:ext cx="15" cy="61"/>
              </a:xfrm>
              <a:custGeom>
                <a:avLst/>
                <a:gdLst>
                  <a:gd name="T0" fmla="*/ 0 w 6"/>
                  <a:gd name="T1" fmla="*/ 0 h 23"/>
                  <a:gd name="T2" fmla="*/ 63 w 6"/>
                  <a:gd name="T3" fmla="*/ 111 h 23"/>
                  <a:gd name="T4" fmla="*/ 50 w 6"/>
                  <a:gd name="T5" fmla="*/ 239 h 23"/>
                  <a:gd name="T6" fmla="*/ 95 w 6"/>
                  <a:gd name="T7" fmla="*/ 430 h 23"/>
                  <a:gd name="T8" fmla="*/ 83 w 6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3">
                    <a:moveTo>
                      <a:pt x="0" y="0"/>
                    </a:moveTo>
                    <a:cubicBezTo>
                      <a:pt x="2" y="1"/>
                      <a:pt x="4" y="4"/>
                      <a:pt x="4" y="6"/>
                    </a:cubicBezTo>
                    <a:cubicBezTo>
                      <a:pt x="5" y="9"/>
                      <a:pt x="3" y="11"/>
                      <a:pt x="3" y="13"/>
                    </a:cubicBezTo>
                    <a:cubicBezTo>
                      <a:pt x="1" y="17"/>
                      <a:pt x="3" y="19"/>
                      <a:pt x="6" y="23"/>
                    </a:cubicBezTo>
                    <a:cubicBezTo>
                      <a:pt x="6" y="22"/>
                      <a:pt x="6" y="23"/>
                      <a:pt x="5" y="2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0" name="Freeform 2013">
                <a:extLst>
                  <a:ext uri="{FF2B5EF4-FFF2-40B4-BE49-F238E27FC236}">
                    <a16:creationId xmlns:a16="http://schemas.microsoft.com/office/drawing/2014/main" id="{393472E1-107A-41BD-BAA5-FC0470B6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387"/>
                <a:ext cx="25" cy="45"/>
              </a:xfrm>
              <a:custGeom>
                <a:avLst/>
                <a:gdLst>
                  <a:gd name="T0" fmla="*/ 33 w 10"/>
                  <a:gd name="T1" fmla="*/ 0 h 17"/>
                  <a:gd name="T2" fmla="*/ 63 w 10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2" y="0"/>
                    </a:moveTo>
                    <a:cubicBezTo>
                      <a:pt x="10" y="4"/>
                      <a:pt x="0" y="13"/>
                      <a:pt x="4" y="1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1" name="Freeform 2014">
                <a:extLst>
                  <a:ext uri="{FF2B5EF4-FFF2-40B4-BE49-F238E27FC236}">
                    <a16:creationId xmlns:a16="http://schemas.microsoft.com/office/drawing/2014/main" id="{433BC11C-F9BD-4735-BAA1-6C5923891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283"/>
                <a:ext cx="30" cy="32"/>
              </a:xfrm>
              <a:custGeom>
                <a:avLst/>
                <a:gdLst>
                  <a:gd name="T0" fmla="*/ 188 w 12"/>
                  <a:gd name="T1" fmla="*/ 0 h 12"/>
                  <a:gd name="T2" fmla="*/ 63 w 12"/>
                  <a:gd name="T3" fmla="*/ 136 h 12"/>
                  <a:gd name="T4" fmla="*/ 0 w 12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11" y="3"/>
                      <a:pt x="7" y="4"/>
                      <a:pt x="4" y="7"/>
                    </a:cubicBezTo>
                    <a:cubicBezTo>
                      <a:pt x="3" y="8"/>
                      <a:pt x="1" y="11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2" name="Freeform 2015">
                <a:extLst>
                  <a:ext uri="{FF2B5EF4-FFF2-40B4-BE49-F238E27FC236}">
                    <a16:creationId xmlns:a16="http://schemas.microsoft.com/office/drawing/2014/main" id="{7DE3C071-9430-4893-87A0-E8231E736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267"/>
                <a:ext cx="18" cy="32"/>
              </a:xfrm>
              <a:custGeom>
                <a:avLst/>
                <a:gdLst>
                  <a:gd name="T0" fmla="*/ 118 w 7"/>
                  <a:gd name="T1" fmla="*/ 0 h 12"/>
                  <a:gd name="T2" fmla="*/ 0 w 7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1" y="3"/>
                      <a:pt x="2" y="7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3" name="Freeform 2016">
                <a:extLst>
                  <a:ext uri="{FF2B5EF4-FFF2-40B4-BE49-F238E27FC236}">
                    <a16:creationId xmlns:a16="http://schemas.microsoft.com/office/drawing/2014/main" id="{652DE95B-8C6B-4DF2-88A7-1FCAB6051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302"/>
                <a:ext cx="15" cy="42"/>
              </a:xfrm>
              <a:custGeom>
                <a:avLst/>
                <a:gdLst>
                  <a:gd name="T0" fmla="*/ 0 w 6"/>
                  <a:gd name="T1" fmla="*/ 0 h 16"/>
                  <a:gd name="T2" fmla="*/ 33 w 6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6" y="3"/>
                      <a:pt x="4" y="11"/>
                      <a:pt x="2" y="1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4" name="Freeform 2017">
                <a:extLst>
                  <a:ext uri="{FF2B5EF4-FFF2-40B4-BE49-F238E27FC236}">
                    <a16:creationId xmlns:a16="http://schemas.microsoft.com/office/drawing/2014/main" id="{D69559B3-EC33-4A49-8C80-25D0F1BC1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350"/>
                <a:ext cx="18" cy="26"/>
              </a:xfrm>
              <a:custGeom>
                <a:avLst/>
                <a:gdLst>
                  <a:gd name="T0" fmla="*/ 118 w 7"/>
                  <a:gd name="T1" fmla="*/ 0 h 10"/>
                  <a:gd name="T2" fmla="*/ 0 w 7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7" y="5"/>
                      <a:pt x="4" y="8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5" name="Freeform 2018">
                <a:extLst>
                  <a:ext uri="{FF2B5EF4-FFF2-40B4-BE49-F238E27FC236}">
                    <a16:creationId xmlns:a16="http://schemas.microsoft.com/office/drawing/2014/main" id="{1BE3EBE3-84A0-481E-B97E-B77000C20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270"/>
                <a:ext cx="10" cy="32"/>
              </a:xfrm>
              <a:custGeom>
                <a:avLst/>
                <a:gdLst>
                  <a:gd name="T0" fmla="*/ 0 w 4"/>
                  <a:gd name="T1" fmla="*/ 0 h 12"/>
                  <a:gd name="T2" fmla="*/ 33 w 4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1" y="5"/>
                      <a:pt x="4" y="8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6" name="Freeform 2019">
                <a:extLst>
                  <a:ext uri="{FF2B5EF4-FFF2-40B4-BE49-F238E27FC236}">
                    <a16:creationId xmlns:a16="http://schemas.microsoft.com/office/drawing/2014/main" id="{FC0A6FAF-B2FD-44EC-A13B-AC5F52F90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267"/>
                <a:ext cx="7" cy="13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3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7" name="Freeform 2020">
                <a:extLst>
                  <a:ext uri="{FF2B5EF4-FFF2-40B4-BE49-F238E27FC236}">
                    <a16:creationId xmlns:a16="http://schemas.microsoft.com/office/drawing/2014/main" id="{7AF535FB-3058-46ED-AA45-907E69D89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320"/>
                <a:ext cx="35" cy="88"/>
              </a:xfrm>
              <a:custGeom>
                <a:avLst/>
                <a:gdLst>
                  <a:gd name="T0" fmla="*/ 220 w 14"/>
                  <a:gd name="T1" fmla="*/ 0 h 33"/>
                  <a:gd name="T2" fmla="*/ 95 w 14"/>
                  <a:gd name="T3" fmla="*/ 136 h 33"/>
                  <a:gd name="T4" fmla="*/ 33 w 14"/>
                  <a:gd name="T5" fmla="*/ 285 h 33"/>
                  <a:gd name="T6" fmla="*/ 0 w 14"/>
                  <a:gd name="T7" fmla="*/ 397 h 33"/>
                  <a:gd name="T8" fmla="*/ 50 w 14"/>
                  <a:gd name="T9" fmla="*/ 491 h 33"/>
                  <a:gd name="T10" fmla="*/ 33 w 14"/>
                  <a:gd name="T11" fmla="*/ 547 h 33"/>
                  <a:gd name="T12" fmla="*/ 33 w 14"/>
                  <a:gd name="T13" fmla="*/ 589 h 33"/>
                  <a:gd name="T14" fmla="*/ 33 w 14"/>
                  <a:gd name="T15" fmla="*/ 589 h 33"/>
                  <a:gd name="T16" fmla="*/ 33 w 14"/>
                  <a:gd name="T17" fmla="*/ 58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33">
                    <a:moveTo>
                      <a:pt x="14" y="0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9"/>
                      <a:pt x="3" y="12"/>
                      <a:pt x="2" y="15"/>
                    </a:cubicBezTo>
                    <a:cubicBezTo>
                      <a:pt x="1" y="17"/>
                      <a:pt x="0" y="19"/>
                      <a:pt x="0" y="21"/>
                    </a:cubicBezTo>
                    <a:cubicBezTo>
                      <a:pt x="1" y="23"/>
                      <a:pt x="3" y="23"/>
                      <a:pt x="3" y="26"/>
                    </a:cubicBezTo>
                    <a:cubicBezTo>
                      <a:pt x="3" y="27"/>
                      <a:pt x="2" y="28"/>
                      <a:pt x="2" y="29"/>
                    </a:cubicBezTo>
                    <a:cubicBezTo>
                      <a:pt x="2" y="29"/>
                      <a:pt x="2" y="30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3"/>
                      <a:pt x="2" y="31"/>
                      <a:pt x="2" y="3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8" name="Freeform 2021">
                <a:extLst>
                  <a:ext uri="{FF2B5EF4-FFF2-40B4-BE49-F238E27FC236}">
                    <a16:creationId xmlns:a16="http://schemas.microsoft.com/office/drawing/2014/main" id="{810F272B-DAF4-4A41-BFFF-15072344E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379"/>
                <a:ext cx="60" cy="80"/>
              </a:xfrm>
              <a:custGeom>
                <a:avLst/>
                <a:gdLst>
                  <a:gd name="T0" fmla="*/ 375 w 24"/>
                  <a:gd name="T1" fmla="*/ 0 h 30"/>
                  <a:gd name="T2" fmla="*/ 270 w 24"/>
                  <a:gd name="T3" fmla="*/ 205 h 30"/>
                  <a:gd name="T4" fmla="*/ 250 w 24"/>
                  <a:gd name="T5" fmla="*/ 264 h 30"/>
                  <a:gd name="T6" fmla="*/ 158 w 24"/>
                  <a:gd name="T7" fmla="*/ 307 h 30"/>
                  <a:gd name="T8" fmla="*/ 63 w 24"/>
                  <a:gd name="T9" fmla="*/ 435 h 30"/>
                  <a:gd name="T10" fmla="*/ 0 w 24"/>
                  <a:gd name="T11" fmla="*/ 533 h 30"/>
                  <a:gd name="T12" fmla="*/ 20 w 24"/>
                  <a:gd name="T13" fmla="*/ 56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0">
                    <a:moveTo>
                      <a:pt x="24" y="0"/>
                    </a:moveTo>
                    <a:cubicBezTo>
                      <a:pt x="21" y="3"/>
                      <a:pt x="19" y="7"/>
                      <a:pt x="17" y="11"/>
                    </a:cubicBezTo>
                    <a:cubicBezTo>
                      <a:pt x="16" y="12"/>
                      <a:pt x="17" y="13"/>
                      <a:pt x="16" y="14"/>
                    </a:cubicBezTo>
                    <a:cubicBezTo>
                      <a:pt x="14" y="15"/>
                      <a:pt x="12" y="15"/>
                      <a:pt x="10" y="16"/>
                    </a:cubicBezTo>
                    <a:cubicBezTo>
                      <a:pt x="7" y="17"/>
                      <a:pt x="6" y="20"/>
                      <a:pt x="4" y="23"/>
                    </a:cubicBezTo>
                    <a:cubicBezTo>
                      <a:pt x="3" y="25"/>
                      <a:pt x="1" y="26"/>
                      <a:pt x="0" y="28"/>
                    </a:cubicBezTo>
                    <a:cubicBezTo>
                      <a:pt x="1" y="29"/>
                      <a:pt x="1" y="30"/>
                      <a:pt x="1" y="3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9" name="Freeform 2022">
                <a:extLst>
                  <a:ext uri="{FF2B5EF4-FFF2-40B4-BE49-F238E27FC236}">
                    <a16:creationId xmlns:a16="http://schemas.microsoft.com/office/drawing/2014/main" id="{0A18E06A-EFBB-415B-9871-379B5E0DC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435"/>
                <a:ext cx="40" cy="40"/>
              </a:xfrm>
              <a:custGeom>
                <a:avLst/>
                <a:gdLst>
                  <a:gd name="T0" fmla="*/ 250 w 16"/>
                  <a:gd name="T1" fmla="*/ 0 h 15"/>
                  <a:gd name="T2" fmla="*/ 113 w 16"/>
                  <a:gd name="T3" fmla="*/ 77 h 15"/>
                  <a:gd name="T4" fmla="*/ 63 w 16"/>
                  <a:gd name="T5" fmla="*/ 171 h 15"/>
                  <a:gd name="T6" fmla="*/ 83 w 16"/>
                  <a:gd name="T7" fmla="*/ 205 h 15"/>
                  <a:gd name="T8" fmla="*/ 0 w 16"/>
                  <a:gd name="T9" fmla="*/ 28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6" y="0"/>
                    </a:moveTo>
                    <a:cubicBezTo>
                      <a:pt x="11" y="0"/>
                      <a:pt x="10" y="1"/>
                      <a:pt x="7" y="4"/>
                    </a:cubicBezTo>
                    <a:cubicBezTo>
                      <a:pt x="6" y="6"/>
                      <a:pt x="5" y="7"/>
                      <a:pt x="4" y="9"/>
                    </a:cubicBezTo>
                    <a:cubicBezTo>
                      <a:pt x="4" y="10"/>
                      <a:pt x="5" y="10"/>
                      <a:pt x="5" y="11"/>
                    </a:cubicBezTo>
                    <a:cubicBezTo>
                      <a:pt x="4" y="13"/>
                      <a:pt x="2" y="14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0" name="Freeform 2023">
                <a:extLst>
                  <a:ext uri="{FF2B5EF4-FFF2-40B4-BE49-F238E27FC236}">
                    <a16:creationId xmlns:a16="http://schemas.microsoft.com/office/drawing/2014/main" id="{10D25A2D-1ADD-4ECA-B7F9-90DBDAFCB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454"/>
                <a:ext cx="33" cy="16"/>
              </a:xfrm>
              <a:custGeom>
                <a:avLst/>
                <a:gdLst>
                  <a:gd name="T0" fmla="*/ 213 w 13"/>
                  <a:gd name="T1" fmla="*/ 0 h 6"/>
                  <a:gd name="T2" fmla="*/ 117 w 13"/>
                  <a:gd name="T3" fmla="*/ 56 h 6"/>
                  <a:gd name="T4" fmla="*/ 63 w 13"/>
                  <a:gd name="T5" fmla="*/ 56 h 6"/>
                  <a:gd name="T6" fmla="*/ 0 w 13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11" y="1"/>
                      <a:pt x="10" y="2"/>
                      <a:pt x="7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2" y="4"/>
                      <a:pt x="2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1" name="Freeform 2024">
                <a:extLst>
                  <a:ext uri="{FF2B5EF4-FFF2-40B4-BE49-F238E27FC236}">
                    <a16:creationId xmlns:a16="http://schemas.microsoft.com/office/drawing/2014/main" id="{D5B05F0E-D6BB-43BB-ACFD-9DD60076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392"/>
                <a:ext cx="25" cy="30"/>
              </a:xfrm>
              <a:custGeom>
                <a:avLst/>
                <a:gdLst>
                  <a:gd name="T0" fmla="*/ 158 w 10"/>
                  <a:gd name="T1" fmla="*/ 0 h 11"/>
                  <a:gd name="T2" fmla="*/ 113 w 10"/>
                  <a:gd name="T3" fmla="*/ 0 h 11"/>
                  <a:gd name="T4" fmla="*/ 33 w 10"/>
                  <a:gd name="T5" fmla="*/ 104 h 11"/>
                  <a:gd name="T6" fmla="*/ 0 w 10"/>
                  <a:gd name="T7" fmla="*/ 2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9" y="1"/>
                      <a:pt x="8" y="0"/>
                      <a:pt x="7" y="0"/>
                    </a:cubicBezTo>
                    <a:cubicBezTo>
                      <a:pt x="5" y="1"/>
                      <a:pt x="3" y="3"/>
                      <a:pt x="2" y="5"/>
                    </a:cubicBezTo>
                    <a:cubicBezTo>
                      <a:pt x="2" y="7"/>
                      <a:pt x="2" y="10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2" name="Freeform 2025">
                <a:extLst>
                  <a:ext uri="{FF2B5EF4-FFF2-40B4-BE49-F238E27FC236}">
                    <a16:creationId xmlns:a16="http://schemas.microsoft.com/office/drawing/2014/main" id="{FF3BFA73-EE61-434D-935D-8B8F76D04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419"/>
                <a:ext cx="25" cy="24"/>
              </a:xfrm>
              <a:custGeom>
                <a:avLst/>
                <a:gdLst>
                  <a:gd name="T0" fmla="*/ 158 w 10"/>
                  <a:gd name="T1" fmla="*/ 0 h 9"/>
                  <a:gd name="T2" fmla="*/ 113 w 10"/>
                  <a:gd name="T3" fmla="*/ 136 h 9"/>
                  <a:gd name="T4" fmla="*/ 0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10" y="3"/>
                      <a:pt x="9" y="5"/>
                      <a:pt x="7" y="7"/>
                    </a:cubicBezTo>
                    <a:cubicBezTo>
                      <a:pt x="4" y="9"/>
                      <a:pt x="2" y="9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3" name="Freeform 2026">
                <a:extLst>
                  <a:ext uri="{FF2B5EF4-FFF2-40B4-BE49-F238E27FC236}">
                    <a16:creationId xmlns:a16="http://schemas.microsoft.com/office/drawing/2014/main" id="{19D0F2E5-C85D-49A3-B484-7DFF24715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355"/>
                <a:ext cx="23" cy="40"/>
              </a:xfrm>
              <a:custGeom>
                <a:avLst/>
                <a:gdLst>
                  <a:gd name="T0" fmla="*/ 151 w 9"/>
                  <a:gd name="T1" fmla="*/ 0 h 15"/>
                  <a:gd name="T2" fmla="*/ 20 w 9"/>
                  <a:gd name="T3" fmla="*/ 285 h 15"/>
                  <a:gd name="T4" fmla="*/ 20 w 9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2" y="2"/>
                      <a:pt x="0" y="8"/>
                      <a:pt x="1" y="15"/>
                    </a:cubicBezTo>
                    <a:cubicBezTo>
                      <a:pt x="1" y="14"/>
                      <a:pt x="1" y="14"/>
                      <a:pt x="1" y="1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4" name="Freeform 2027">
                <a:extLst>
                  <a:ext uri="{FF2B5EF4-FFF2-40B4-BE49-F238E27FC236}">
                    <a16:creationId xmlns:a16="http://schemas.microsoft.com/office/drawing/2014/main" id="{BB0A6C40-FE3C-4369-8109-A2431727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371"/>
                <a:ext cx="28" cy="35"/>
              </a:xfrm>
              <a:custGeom>
                <a:avLst/>
                <a:gdLst>
                  <a:gd name="T0" fmla="*/ 181 w 11"/>
                  <a:gd name="T1" fmla="*/ 0 h 13"/>
                  <a:gd name="T2" fmla="*/ 64 w 11"/>
                  <a:gd name="T3" fmla="*/ 232 h 13"/>
                  <a:gd name="T4" fmla="*/ 64 w 11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1" y="0"/>
                    </a:moveTo>
                    <a:cubicBezTo>
                      <a:pt x="7" y="1"/>
                      <a:pt x="0" y="8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5" name="Freeform 2028">
                <a:extLst>
                  <a:ext uri="{FF2B5EF4-FFF2-40B4-BE49-F238E27FC236}">
                    <a16:creationId xmlns:a16="http://schemas.microsoft.com/office/drawing/2014/main" id="{1A2C4404-D2A8-4D31-B540-18028CD7F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304"/>
                <a:ext cx="7" cy="40"/>
              </a:xfrm>
              <a:custGeom>
                <a:avLst/>
                <a:gdLst>
                  <a:gd name="T0" fmla="*/ 12 w 3"/>
                  <a:gd name="T1" fmla="*/ 0 h 15"/>
                  <a:gd name="T2" fmla="*/ 0 w 3"/>
                  <a:gd name="T3" fmla="*/ 192 h 15"/>
                  <a:gd name="T4" fmla="*/ 28 w 3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5">
                    <a:moveTo>
                      <a:pt x="1" y="0"/>
                    </a:moveTo>
                    <a:cubicBezTo>
                      <a:pt x="1" y="3"/>
                      <a:pt x="0" y="8"/>
                      <a:pt x="0" y="10"/>
                    </a:cubicBezTo>
                    <a:cubicBezTo>
                      <a:pt x="1" y="12"/>
                      <a:pt x="3" y="13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6" name="Freeform 2029">
                <a:extLst>
                  <a:ext uri="{FF2B5EF4-FFF2-40B4-BE49-F238E27FC236}">
                    <a16:creationId xmlns:a16="http://schemas.microsoft.com/office/drawing/2014/main" id="{0BF7CEFA-12B5-43FF-BCBC-EBC73A490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326"/>
                <a:ext cx="15" cy="37"/>
              </a:xfrm>
              <a:custGeom>
                <a:avLst/>
                <a:gdLst>
                  <a:gd name="T0" fmla="*/ 95 w 6"/>
                  <a:gd name="T1" fmla="*/ 0 h 14"/>
                  <a:gd name="T2" fmla="*/ 20 w 6"/>
                  <a:gd name="T3" fmla="*/ 90 h 14"/>
                  <a:gd name="T4" fmla="*/ 0 w 6"/>
                  <a:gd name="T5" fmla="*/ 225 h 14"/>
                  <a:gd name="T6" fmla="*/ 20 w 6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5" y="2"/>
                      <a:pt x="2" y="3"/>
                      <a:pt x="1" y="5"/>
                    </a:cubicBezTo>
                    <a:cubicBezTo>
                      <a:pt x="0" y="8"/>
                      <a:pt x="0" y="9"/>
                      <a:pt x="0" y="12"/>
                    </a:cubicBezTo>
                    <a:cubicBezTo>
                      <a:pt x="0" y="13"/>
                      <a:pt x="1" y="14"/>
                      <a:pt x="1" y="1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7" name="Freeform 2030">
                <a:extLst>
                  <a:ext uri="{FF2B5EF4-FFF2-40B4-BE49-F238E27FC236}">
                    <a16:creationId xmlns:a16="http://schemas.microsoft.com/office/drawing/2014/main" id="{48AE158F-84C6-45F8-89EF-D6CF4B3F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323"/>
                <a:ext cx="33" cy="51"/>
              </a:xfrm>
              <a:custGeom>
                <a:avLst/>
                <a:gdLst>
                  <a:gd name="T0" fmla="*/ 160 w 13"/>
                  <a:gd name="T1" fmla="*/ 0 h 19"/>
                  <a:gd name="T2" fmla="*/ 129 w 13"/>
                  <a:gd name="T3" fmla="*/ 231 h 19"/>
                  <a:gd name="T4" fmla="*/ 0 w 13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10" y="0"/>
                    </a:moveTo>
                    <a:cubicBezTo>
                      <a:pt x="13" y="3"/>
                      <a:pt x="12" y="9"/>
                      <a:pt x="8" y="12"/>
                    </a:cubicBezTo>
                    <a:cubicBezTo>
                      <a:pt x="5" y="14"/>
                      <a:pt x="2" y="16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8" name="Freeform 2031">
                <a:extLst>
                  <a:ext uri="{FF2B5EF4-FFF2-40B4-BE49-F238E27FC236}">
                    <a16:creationId xmlns:a16="http://schemas.microsoft.com/office/drawing/2014/main" id="{747CECAB-B9ED-4AD9-8401-67319D2A4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374"/>
                <a:ext cx="23" cy="58"/>
              </a:xfrm>
              <a:custGeom>
                <a:avLst/>
                <a:gdLst>
                  <a:gd name="T0" fmla="*/ 130 w 9"/>
                  <a:gd name="T1" fmla="*/ 0 h 22"/>
                  <a:gd name="T2" fmla="*/ 130 w 9"/>
                  <a:gd name="T3" fmla="*/ 124 h 22"/>
                  <a:gd name="T4" fmla="*/ 66 w 9"/>
                  <a:gd name="T5" fmla="*/ 237 h 22"/>
                  <a:gd name="T6" fmla="*/ 33 w 9"/>
                  <a:gd name="T7" fmla="*/ 403 h 22"/>
                  <a:gd name="T8" fmla="*/ 20 w 9"/>
                  <a:gd name="T9" fmla="*/ 40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2">
                    <a:moveTo>
                      <a:pt x="8" y="0"/>
                    </a:moveTo>
                    <a:cubicBezTo>
                      <a:pt x="9" y="2"/>
                      <a:pt x="9" y="5"/>
                      <a:pt x="8" y="7"/>
                    </a:cubicBezTo>
                    <a:cubicBezTo>
                      <a:pt x="8" y="10"/>
                      <a:pt x="5" y="11"/>
                      <a:pt x="4" y="13"/>
                    </a:cubicBezTo>
                    <a:cubicBezTo>
                      <a:pt x="0" y="16"/>
                      <a:pt x="1" y="18"/>
                      <a:pt x="2" y="22"/>
                    </a:cubicBezTo>
                    <a:cubicBezTo>
                      <a:pt x="2" y="22"/>
                      <a:pt x="2" y="22"/>
                      <a:pt x="1" y="2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29" name="Freeform 2032">
                <a:extLst>
                  <a:ext uri="{FF2B5EF4-FFF2-40B4-BE49-F238E27FC236}">
                    <a16:creationId xmlns:a16="http://schemas.microsoft.com/office/drawing/2014/main" id="{77E32021-4BFF-4C87-9EB0-D1BCC25B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408"/>
                <a:ext cx="33" cy="40"/>
              </a:xfrm>
              <a:custGeom>
                <a:avLst/>
                <a:gdLst>
                  <a:gd name="T0" fmla="*/ 129 w 13"/>
                  <a:gd name="T1" fmla="*/ 0 h 15"/>
                  <a:gd name="T2" fmla="*/ 20 w 1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8" y="0"/>
                    </a:moveTo>
                    <a:cubicBezTo>
                      <a:pt x="13" y="6"/>
                      <a:pt x="0" y="10"/>
                      <a:pt x="1" y="1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0" name="Freeform 2033">
                <a:extLst>
                  <a:ext uri="{FF2B5EF4-FFF2-40B4-BE49-F238E27FC236}">
                    <a16:creationId xmlns:a16="http://schemas.microsoft.com/office/drawing/2014/main" id="{0083FE3A-8E8E-405E-8F43-705E3061D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342"/>
                <a:ext cx="52" cy="21"/>
              </a:xfrm>
              <a:custGeom>
                <a:avLst/>
                <a:gdLst>
                  <a:gd name="T0" fmla="*/ 319 w 21"/>
                  <a:gd name="T1" fmla="*/ 0 h 8"/>
                  <a:gd name="T2" fmla="*/ 92 w 21"/>
                  <a:gd name="T3" fmla="*/ 89 h 8"/>
                  <a:gd name="T4" fmla="*/ 0 w 21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21" y="0"/>
                    </a:moveTo>
                    <a:cubicBezTo>
                      <a:pt x="18" y="2"/>
                      <a:pt x="9" y="3"/>
                      <a:pt x="6" y="5"/>
                    </a:cubicBezTo>
                    <a:cubicBezTo>
                      <a:pt x="4" y="5"/>
                      <a:pt x="1" y="7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1" name="Freeform 2034">
                <a:extLst>
                  <a:ext uri="{FF2B5EF4-FFF2-40B4-BE49-F238E27FC236}">
                    <a16:creationId xmlns:a16="http://schemas.microsoft.com/office/drawing/2014/main" id="{22E3E335-6894-462E-AE00-B68DAE55C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334"/>
                <a:ext cx="28" cy="18"/>
              </a:xfrm>
              <a:custGeom>
                <a:avLst/>
                <a:gdLst>
                  <a:gd name="T0" fmla="*/ 181 w 11"/>
                  <a:gd name="T1" fmla="*/ 21 h 7"/>
                  <a:gd name="T2" fmla="*/ 0 w 1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1"/>
                    </a:moveTo>
                    <a:cubicBezTo>
                      <a:pt x="5" y="0"/>
                      <a:pt x="4" y="4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2" name="Freeform 2035">
                <a:extLst>
                  <a:ext uri="{FF2B5EF4-FFF2-40B4-BE49-F238E27FC236}">
                    <a16:creationId xmlns:a16="http://schemas.microsoft.com/office/drawing/2014/main" id="{B3EB6BAF-902A-4B2D-9AB0-29912435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355"/>
                <a:ext cx="25" cy="43"/>
              </a:xfrm>
              <a:custGeom>
                <a:avLst/>
                <a:gdLst>
                  <a:gd name="T0" fmla="*/ 95 w 10"/>
                  <a:gd name="T1" fmla="*/ 0 h 16"/>
                  <a:gd name="T2" fmla="*/ 0 w 10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cubicBezTo>
                      <a:pt x="10" y="6"/>
                      <a:pt x="4" y="12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3" name="Freeform 2036">
                <a:extLst>
                  <a:ext uri="{FF2B5EF4-FFF2-40B4-BE49-F238E27FC236}">
                    <a16:creationId xmlns:a16="http://schemas.microsoft.com/office/drawing/2014/main" id="{FE004D0D-BC55-421F-8343-63C3C7CA0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403"/>
                <a:ext cx="25" cy="13"/>
              </a:xfrm>
              <a:custGeom>
                <a:avLst/>
                <a:gdLst>
                  <a:gd name="T0" fmla="*/ 158 w 10"/>
                  <a:gd name="T1" fmla="*/ 0 h 5"/>
                  <a:gd name="T2" fmla="*/ 0 w 10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8" y="4"/>
                      <a:pt x="5" y="5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4" name="Freeform 2037">
                <a:extLst>
                  <a:ext uri="{FF2B5EF4-FFF2-40B4-BE49-F238E27FC236}">
                    <a16:creationId xmlns:a16="http://schemas.microsoft.com/office/drawing/2014/main" id="{A8B0028A-4439-45C8-8563-F4586189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344"/>
                <a:ext cx="13" cy="32"/>
              </a:xfrm>
              <a:custGeom>
                <a:avLst/>
                <a:gdLst>
                  <a:gd name="T0" fmla="*/ 88 w 5"/>
                  <a:gd name="T1" fmla="*/ 0 h 12"/>
                  <a:gd name="T2" fmla="*/ 0 w 5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3" y="5"/>
                      <a:pt x="3" y="9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5" name="Freeform 2038">
                <a:extLst>
                  <a:ext uri="{FF2B5EF4-FFF2-40B4-BE49-F238E27FC236}">
                    <a16:creationId xmlns:a16="http://schemas.microsoft.com/office/drawing/2014/main" id="{E0E0F428-0025-436B-9220-7B411DF1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310"/>
                <a:ext cx="2" cy="24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1" y="7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6" name="Freeform 2039">
                <a:extLst>
                  <a:ext uri="{FF2B5EF4-FFF2-40B4-BE49-F238E27FC236}">
                    <a16:creationId xmlns:a16="http://schemas.microsoft.com/office/drawing/2014/main" id="{0173FDF7-E2A2-400A-B5D2-E9E3CE083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574"/>
                <a:ext cx="100" cy="18"/>
              </a:xfrm>
              <a:custGeom>
                <a:avLst/>
                <a:gdLst>
                  <a:gd name="T0" fmla="*/ 625 w 40"/>
                  <a:gd name="T1" fmla="*/ 67 h 7"/>
                  <a:gd name="T2" fmla="*/ 550 w 40"/>
                  <a:gd name="T3" fmla="*/ 100 h 7"/>
                  <a:gd name="T4" fmla="*/ 408 w 40"/>
                  <a:gd name="T5" fmla="*/ 21 h 7"/>
                  <a:gd name="T6" fmla="*/ 270 w 40"/>
                  <a:gd name="T7" fmla="*/ 21 h 7"/>
                  <a:gd name="T8" fmla="*/ 175 w 40"/>
                  <a:gd name="T9" fmla="*/ 21 h 7"/>
                  <a:gd name="T10" fmla="*/ 113 w 40"/>
                  <a:gd name="T11" fmla="*/ 85 h 7"/>
                  <a:gd name="T12" fmla="*/ 63 w 40"/>
                  <a:gd name="T13" fmla="*/ 85 h 7"/>
                  <a:gd name="T14" fmla="*/ 33 w 40"/>
                  <a:gd name="T15" fmla="*/ 118 h 7"/>
                  <a:gd name="T16" fmla="*/ 33 w 40"/>
                  <a:gd name="T17" fmla="*/ 118 h 7"/>
                  <a:gd name="T18" fmla="*/ 20 w 40"/>
                  <a:gd name="T19" fmla="*/ 118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7">
                    <a:moveTo>
                      <a:pt x="40" y="4"/>
                    </a:moveTo>
                    <a:cubicBezTo>
                      <a:pt x="38" y="4"/>
                      <a:pt x="38" y="7"/>
                      <a:pt x="35" y="6"/>
                    </a:cubicBezTo>
                    <a:cubicBezTo>
                      <a:pt x="32" y="5"/>
                      <a:pt x="29" y="2"/>
                      <a:pt x="26" y="1"/>
                    </a:cubicBezTo>
                    <a:cubicBezTo>
                      <a:pt x="23" y="0"/>
                      <a:pt x="20" y="1"/>
                      <a:pt x="17" y="1"/>
                    </a:cubicBezTo>
                    <a:cubicBezTo>
                      <a:pt x="15" y="1"/>
                      <a:pt x="12" y="0"/>
                      <a:pt x="11" y="1"/>
                    </a:cubicBezTo>
                    <a:cubicBezTo>
                      <a:pt x="9" y="2"/>
                      <a:pt x="9" y="4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7"/>
                      <a:pt x="1" y="7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7" name="Freeform 2040">
                <a:extLst>
                  <a:ext uri="{FF2B5EF4-FFF2-40B4-BE49-F238E27FC236}">
                    <a16:creationId xmlns:a16="http://schemas.microsoft.com/office/drawing/2014/main" id="{F4638206-B7E6-4C56-8AEC-41C18F96F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544"/>
                <a:ext cx="93" cy="35"/>
              </a:xfrm>
              <a:custGeom>
                <a:avLst/>
                <a:gdLst>
                  <a:gd name="T0" fmla="*/ 588 w 37"/>
                  <a:gd name="T1" fmla="*/ 253 h 13"/>
                  <a:gd name="T2" fmla="*/ 380 w 37"/>
                  <a:gd name="T3" fmla="*/ 197 h 13"/>
                  <a:gd name="T4" fmla="*/ 334 w 37"/>
                  <a:gd name="T5" fmla="*/ 197 h 13"/>
                  <a:gd name="T6" fmla="*/ 271 w 37"/>
                  <a:gd name="T7" fmla="*/ 94 h 13"/>
                  <a:gd name="T8" fmla="*/ 126 w 37"/>
                  <a:gd name="T9" fmla="*/ 35 h 13"/>
                  <a:gd name="T10" fmla="*/ 20 w 37"/>
                  <a:gd name="T11" fmla="*/ 0 h 13"/>
                  <a:gd name="T12" fmla="*/ 0 w 37"/>
                  <a:gd name="T13" fmla="*/ 3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3">
                    <a:moveTo>
                      <a:pt x="37" y="13"/>
                    </a:moveTo>
                    <a:cubicBezTo>
                      <a:pt x="33" y="11"/>
                      <a:pt x="28" y="10"/>
                      <a:pt x="24" y="10"/>
                    </a:cubicBezTo>
                    <a:cubicBezTo>
                      <a:pt x="22" y="10"/>
                      <a:pt x="22" y="10"/>
                      <a:pt x="21" y="10"/>
                    </a:cubicBezTo>
                    <a:cubicBezTo>
                      <a:pt x="19" y="9"/>
                      <a:pt x="18" y="7"/>
                      <a:pt x="17" y="5"/>
                    </a:cubicBezTo>
                    <a:cubicBezTo>
                      <a:pt x="14" y="3"/>
                      <a:pt x="11" y="3"/>
                      <a:pt x="8" y="2"/>
                    </a:cubicBezTo>
                    <a:cubicBezTo>
                      <a:pt x="6" y="2"/>
                      <a:pt x="4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8" name="Freeform 2041">
                <a:extLst>
                  <a:ext uri="{FF2B5EF4-FFF2-40B4-BE49-F238E27FC236}">
                    <a16:creationId xmlns:a16="http://schemas.microsoft.com/office/drawing/2014/main" id="{924A101D-D01C-4D76-908F-35567F3C9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526"/>
                <a:ext cx="50" cy="24"/>
              </a:xfrm>
              <a:custGeom>
                <a:avLst/>
                <a:gdLst>
                  <a:gd name="T0" fmla="*/ 313 w 20"/>
                  <a:gd name="T1" fmla="*/ 171 h 9"/>
                  <a:gd name="T2" fmla="*/ 188 w 20"/>
                  <a:gd name="T3" fmla="*/ 35 h 9"/>
                  <a:gd name="T4" fmla="*/ 113 w 20"/>
                  <a:gd name="T5" fmla="*/ 35 h 9"/>
                  <a:gd name="T6" fmla="*/ 95 w 20"/>
                  <a:gd name="T7" fmla="*/ 56 h 9"/>
                  <a:gd name="T8" fmla="*/ 0 w 2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20" y="9"/>
                    </a:moveTo>
                    <a:cubicBezTo>
                      <a:pt x="18" y="5"/>
                      <a:pt x="17" y="4"/>
                      <a:pt x="12" y="2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39" name="Freeform 2042">
                <a:extLst>
                  <a:ext uri="{FF2B5EF4-FFF2-40B4-BE49-F238E27FC236}">
                    <a16:creationId xmlns:a16="http://schemas.microsoft.com/office/drawing/2014/main" id="{C854A05C-A013-4FCC-B99B-D2C8764E9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520"/>
                <a:ext cx="27" cy="24"/>
              </a:xfrm>
              <a:custGeom>
                <a:avLst/>
                <a:gdLst>
                  <a:gd name="T0" fmla="*/ 162 w 11"/>
                  <a:gd name="T1" fmla="*/ 171 h 9"/>
                  <a:gd name="T2" fmla="*/ 91 w 11"/>
                  <a:gd name="T3" fmla="*/ 93 h 9"/>
                  <a:gd name="T4" fmla="*/ 61 w 11"/>
                  <a:gd name="T5" fmla="*/ 35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cubicBezTo>
                      <a:pt x="9" y="8"/>
                      <a:pt x="7" y="7"/>
                      <a:pt x="6" y="5"/>
                    </a:cubicBezTo>
                    <a:cubicBezTo>
                      <a:pt x="5" y="4"/>
                      <a:pt x="5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0" name="Freeform 2043">
                <a:extLst>
                  <a:ext uri="{FF2B5EF4-FFF2-40B4-BE49-F238E27FC236}">
                    <a16:creationId xmlns:a16="http://schemas.microsoft.com/office/drawing/2014/main" id="{76B9C150-8CEC-4CEF-9DEB-6E1F0E8BC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555"/>
                <a:ext cx="32" cy="13"/>
              </a:xfrm>
              <a:custGeom>
                <a:avLst/>
                <a:gdLst>
                  <a:gd name="T0" fmla="*/ 194 w 13"/>
                  <a:gd name="T1" fmla="*/ 88 h 5"/>
                  <a:gd name="T2" fmla="*/ 182 w 13"/>
                  <a:gd name="T3" fmla="*/ 55 h 5"/>
                  <a:gd name="T4" fmla="*/ 74 w 13"/>
                  <a:gd name="T5" fmla="*/ 0 h 5"/>
                  <a:gd name="T6" fmla="*/ 0 w 13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13" y="5"/>
                    </a:moveTo>
                    <a:cubicBezTo>
                      <a:pt x="12" y="5"/>
                      <a:pt x="12" y="4"/>
                      <a:pt x="12" y="3"/>
                    </a:cubicBezTo>
                    <a:cubicBezTo>
                      <a:pt x="10" y="1"/>
                      <a:pt x="8" y="0"/>
                      <a:pt x="5" y="0"/>
                    </a:cubicBezTo>
                    <a:cubicBezTo>
                      <a:pt x="4" y="0"/>
                      <a:pt x="1" y="2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1" name="Freeform 2044">
                <a:extLst>
                  <a:ext uri="{FF2B5EF4-FFF2-40B4-BE49-F238E27FC236}">
                    <a16:creationId xmlns:a16="http://schemas.microsoft.com/office/drawing/2014/main" id="{BD5289EE-5916-40DD-9C72-3664913AC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550"/>
                <a:ext cx="33" cy="18"/>
              </a:xfrm>
              <a:custGeom>
                <a:avLst/>
                <a:gdLst>
                  <a:gd name="T0" fmla="*/ 213 w 13"/>
                  <a:gd name="T1" fmla="*/ 85 h 7"/>
                  <a:gd name="T2" fmla="*/ 63 w 13"/>
                  <a:gd name="T3" fmla="*/ 85 h 7"/>
                  <a:gd name="T4" fmla="*/ 0 w 1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5"/>
                    </a:moveTo>
                    <a:cubicBezTo>
                      <a:pt x="10" y="6"/>
                      <a:pt x="7" y="7"/>
                      <a:pt x="4" y="5"/>
                    </a:cubicBezTo>
                    <a:cubicBezTo>
                      <a:pt x="2" y="4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2" name="Freeform 2045">
                <a:extLst>
                  <a:ext uri="{FF2B5EF4-FFF2-40B4-BE49-F238E27FC236}">
                    <a16:creationId xmlns:a16="http://schemas.microsoft.com/office/drawing/2014/main" id="{0FED87A9-288E-4495-A635-F079C28F8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558"/>
                <a:ext cx="42" cy="16"/>
              </a:xfrm>
              <a:custGeom>
                <a:avLst/>
                <a:gdLst>
                  <a:gd name="T0" fmla="*/ 257 w 17"/>
                  <a:gd name="T1" fmla="*/ 115 h 6"/>
                  <a:gd name="T2" fmla="*/ 0 w 17"/>
                  <a:gd name="T3" fmla="*/ 56 h 6"/>
                  <a:gd name="T4" fmla="*/ 12 w 1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">
                    <a:moveTo>
                      <a:pt x="17" y="6"/>
                    </a:moveTo>
                    <a:cubicBezTo>
                      <a:pt x="12" y="1"/>
                      <a:pt x="6" y="0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3" name="Freeform 2046">
                <a:extLst>
                  <a:ext uri="{FF2B5EF4-FFF2-40B4-BE49-F238E27FC236}">
                    <a16:creationId xmlns:a16="http://schemas.microsoft.com/office/drawing/2014/main" id="{648379A7-2CD2-43BE-83F2-7CBE14360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539"/>
                <a:ext cx="35" cy="21"/>
              </a:xfrm>
              <a:custGeom>
                <a:avLst/>
                <a:gdLst>
                  <a:gd name="T0" fmla="*/ 220 w 14"/>
                  <a:gd name="T1" fmla="*/ 144 h 8"/>
                  <a:gd name="T2" fmla="*/ 0 w 14"/>
                  <a:gd name="T3" fmla="*/ 110 h 8"/>
                  <a:gd name="T4" fmla="*/ 0 w 14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14" y="8"/>
                    </a:moveTo>
                    <a:cubicBezTo>
                      <a:pt x="11" y="4"/>
                      <a:pt x="3" y="0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4" name="Freeform 2047">
                <a:extLst>
                  <a:ext uri="{FF2B5EF4-FFF2-40B4-BE49-F238E27FC236}">
                    <a16:creationId xmlns:a16="http://schemas.microsoft.com/office/drawing/2014/main" id="{6F20AC42-F0E1-4DD4-935D-224CCA42F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547"/>
                <a:ext cx="40" cy="29"/>
              </a:xfrm>
              <a:custGeom>
                <a:avLst/>
                <a:gdLst>
                  <a:gd name="T0" fmla="*/ 250 w 16"/>
                  <a:gd name="T1" fmla="*/ 0 h 11"/>
                  <a:gd name="T2" fmla="*/ 175 w 16"/>
                  <a:gd name="T3" fmla="*/ 111 h 11"/>
                  <a:gd name="T4" fmla="*/ 63 w 16"/>
                  <a:gd name="T5" fmla="*/ 124 h 11"/>
                  <a:gd name="T6" fmla="*/ 0 w 16"/>
                  <a:gd name="T7" fmla="*/ 1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cubicBezTo>
                      <a:pt x="13" y="0"/>
                      <a:pt x="13" y="5"/>
                      <a:pt x="11" y="6"/>
                    </a:cubicBezTo>
                    <a:cubicBezTo>
                      <a:pt x="9" y="7"/>
                      <a:pt x="6" y="6"/>
                      <a:pt x="4" y="7"/>
                    </a:cubicBezTo>
                    <a:cubicBezTo>
                      <a:pt x="2" y="8"/>
                      <a:pt x="2" y="11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5" name="Freeform 2048">
                <a:extLst>
                  <a:ext uri="{FF2B5EF4-FFF2-40B4-BE49-F238E27FC236}">
                    <a16:creationId xmlns:a16="http://schemas.microsoft.com/office/drawing/2014/main" id="{BA569A09-EDEF-441D-B0AA-C98D3105F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555"/>
                <a:ext cx="40" cy="8"/>
              </a:xfrm>
              <a:custGeom>
                <a:avLst/>
                <a:gdLst>
                  <a:gd name="T0" fmla="*/ 250 w 16"/>
                  <a:gd name="T1" fmla="*/ 56 h 3"/>
                  <a:gd name="T2" fmla="*/ 145 w 16"/>
                  <a:gd name="T3" fmla="*/ 0 h 3"/>
                  <a:gd name="T4" fmla="*/ 33 w 16"/>
                  <a:gd name="T5" fmla="*/ 35 h 3"/>
                  <a:gd name="T6" fmla="*/ 0 w 16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cubicBezTo>
                      <a:pt x="14" y="2"/>
                      <a:pt x="12" y="1"/>
                      <a:pt x="9" y="0"/>
                    </a:cubicBezTo>
                    <a:cubicBezTo>
                      <a:pt x="6" y="0"/>
                      <a:pt x="5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6" name="Freeform 2049">
                <a:extLst>
                  <a:ext uri="{FF2B5EF4-FFF2-40B4-BE49-F238E27FC236}">
                    <a16:creationId xmlns:a16="http://schemas.microsoft.com/office/drawing/2014/main" id="{8F36AF5A-52CA-42AD-BDC1-E6D34DB5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39"/>
                <a:ext cx="52" cy="19"/>
              </a:xfrm>
              <a:custGeom>
                <a:avLst/>
                <a:gdLst>
                  <a:gd name="T0" fmla="*/ 319 w 21"/>
                  <a:gd name="T1" fmla="*/ 22 h 7"/>
                  <a:gd name="T2" fmla="*/ 154 w 21"/>
                  <a:gd name="T3" fmla="*/ 81 h 7"/>
                  <a:gd name="T4" fmla="*/ 0 w 2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21" y="1"/>
                    </a:moveTo>
                    <a:cubicBezTo>
                      <a:pt x="19" y="5"/>
                      <a:pt x="14" y="7"/>
                      <a:pt x="10" y="4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7" name="Freeform 2050">
                <a:extLst>
                  <a:ext uri="{FF2B5EF4-FFF2-40B4-BE49-F238E27FC236}">
                    <a16:creationId xmlns:a16="http://schemas.microsoft.com/office/drawing/2014/main" id="{D2E56A10-BB57-4BDB-9A2F-73F80CB32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534"/>
                <a:ext cx="58" cy="13"/>
              </a:xfrm>
              <a:custGeom>
                <a:avLst/>
                <a:gdLst>
                  <a:gd name="T0" fmla="*/ 368 w 23"/>
                  <a:gd name="T1" fmla="*/ 21 h 5"/>
                  <a:gd name="T2" fmla="*/ 255 w 23"/>
                  <a:gd name="T3" fmla="*/ 88 h 5"/>
                  <a:gd name="T4" fmla="*/ 146 w 23"/>
                  <a:gd name="T5" fmla="*/ 34 h 5"/>
                  <a:gd name="T6" fmla="*/ 0 w 23"/>
                  <a:gd name="T7" fmla="*/ 68 h 5"/>
                  <a:gd name="T8" fmla="*/ 0 w 23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">
                    <a:moveTo>
                      <a:pt x="23" y="1"/>
                    </a:moveTo>
                    <a:cubicBezTo>
                      <a:pt x="22" y="3"/>
                      <a:pt x="18" y="4"/>
                      <a:pt x="16" y="5"/>
                    </a:cubicBezTo>
                    <a:cubicBezTo>
                      <a:pt x="14" y="5"/>
                      <a:pt x="12" y="3"/>
                      <a:pt x="9" y="2"/>
                    </a:cubicBezTo>
                    <a:cubicBezTo>
                      <a:pt x="5" y="0"/>
                      <a:pt x="3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8" name="Freeform 2051">
                <a:extLst>
                  <a:ext uri="{FF2B5EF4-FFF2-40B4-BE49-F238E27FC236}">
                    <a16:creationId xmlns:a16="http://schemas.microsoft.com/office/drawing/2014/main" id="{CAA70EE4-731C-4FC3-BE5D-4ED8F0EFC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520"/>
                <a:ext cx="42" cy="30"/>
              </a:xfrm>
              <a:custGeom>
                <a:avLst/>
                <a:gdLst>
                  <a:gd name="T0" fmla="*/ 257 w 17"/>
                  <a:gd name="T1" fmla="*/ 82 h 11"/>
                  <a:gd name="T2" fmla="*/ 0 w 17"/>
                  <a:gd name="T3" fmla="*/ 6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17" y="4"/>
                    </a:moveTo>
                    <a:cubicBezTo>
                      <a:pt x="13" y="11"/>
                      <a:pt x="5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49" name="Freeform 2052">
                <a:extLst>
                  <a:ext uri="{FF2B5EF4-FFF2-40B4-BE49-F238E27FC236}">
                    <a16:creationId xmlns:a16="http://schemas.microsoft.com/office/drawing/2014/main" id="{45BF9F4D-909C-4653-992B-E691A299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590"/>
                <a:ext cx="42" cy="13"/>
              </a:xfrm>
              <a:custGeom>
                <a:avLst/>
                <a:gdLst>
                  <a:gd name="T0" fmla="*/ 257 w 17"/>
                  <a:gd name="T1" fmla="*/ 0 h 5"/>
                  <a:gd name="T2" fmla="*/ 0 w 1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3" y="5"/>
                      <a:pt x="5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0" name="Freeform 2053">
                <a:extLst>
                  <a:ext uri="{FF2B5EF4-FFF2-40B4-BE49-F238E27FC236}">
                    <a16:creationId xmlns:a16="http://schemas.microsoft.com/office/drawing/2014/main" id="{A1CB1030-F92C-4953-B93B-3B3C9A94D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571"/>
                <a:ext cx="20" cy="21"/>
              </a:xfrm>
              <a:custGeom>
                <a:avLst/>
                <a:gdLst>
                  <a:gd name="T0" fmla="*/ 125 w 8"/>
                  <a:gd name="T1" fmla="*/ 144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3" y="7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1" name="Freeform 2054">
                <a:extLst>
                  <a:ext uri="{FF2B5EF4-FFF2-40B4-BE49-F238E27FC236}">
                    <a16:creationId xmlns:a16="http://schemas.microsoft.com/office/drawing/2014/main" id="{6CEB98DB-CCFD-49DA-9618-4E7E1454D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574"/>
                <a:ext cx="25" cy="10"/>
              </a:xfrm>
              <a:custGeom>
                <a:avLst/>
                <a:gdLst>
                  <a:gd name="T0" fmla="*/ 158 w 10"/>
                  <a:gd name="T1" fmla="*/ 63 h 4"/>
                  <a:gd name="T2" fmla="*/ 95 w 10"/>
                  <a:gd name="T3" fmla="*/ 20 h 4"/>
                  <a:gd name="T4" fmla="*/ 0 w 10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cubicBezTo>
                      <a:pt x="8" y="2"/>
                      <a:pt x="9" y="0"/>
                      <a:pt x="6" y="1"/>
                    </a:cubicBez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2" name="Freeform 2055">
                <a:extLst>
                  <a:ext uri="{FF2B5EF4-FFF2-40B4-BE49-F238E27FC236}">
                    <a16:creationId xmlns:a16="http://schemas.microsoft.com/office/drawing/2014/main" id="{E5EE7D32-D657-4079-B163-B59C360D1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563"/>
                <a:ext cx="23" cy="3"/>
              </a:xfrm>
              <a:custGeom>
                <a:avLst/>
                <a:gdLst>
                  <a:gd name="T0" fmla="*/ 151 w 9"/>
                  <a:gd name="T1" fmla="*/ 0 h 1"/>
                  <a:gd name="T2" fmla="*/ 0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3" name="Freeform 2056">
                <a:extLst>
                  <a:ext uri="{FF2B5EF4-FFF2-40B4-BE49-F238E27FC236}">
                    <a16:creationId xmlns:a16="http://schemas.microsoft.com/office/drawing/2014/main" id="{F4641344-7ED4-4CCC-90D8-7ED3B3007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579"/>
                <a:ext cx="35" cy="16"/>
              </a:xfrm>
              <a:custGeom>
                <a:avLst/>
                <a:gdLst>
                  <a:gd name="T0" fmla="*/ 0 w 14"/>
                  <a:gd name="T1" fmla="*/ 0 h 6"/>
                  <a:gd name="T2" fmla="*/ 113 w 14"/>
                  <a:gd name="T3" fmla="*/ 93 h 6"/>
                  <a:gd name="T4" fmla="*/ 220 w 14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2" y="3"/>
                      <a:pt x="3" y="6"/>
                      <a:pt x="7" y="5"/>
                    </a:cubicBezTo>
                    <a:cubicBezTo>
                      <a:pt x="9" y="4"/>
                      <a:pt x="12" y="3"/>
                      <a:pt x="14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4" name="Freeform 2057">
                <a:extLst>
                  <a:ext uri="{FF2B5EF4-FFF2-40B4-BE49-F238E27FC236}">
                    <a16:creationId xmlns:a16="http://schemas.microsoft.com/office/drawing/2014/main" id="{DFFD797F-4699-4D05-A062-CA715D45E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590"/>
                <a:ext cx="32" cy="13"/>
              </a:xfrm>
              <a:custGeom>
                <a:avLst/>
                <a:gdLst>
                  <a:gd name="T0" fmla="*/ 0 w 13"/>
                  <a:gd name="T1" fmla="*/ 88 h 5"/>
                  <a:gd name="T2" fmla="*/ 153 w 13"/>
                  <a:gd name="T3" fmla="*/ 0 h 5"/>
                  <a:gd name="T4" fmla="*/ 194 w 13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3"/>
                      <a:pt x="7" y="0"/>
                      <a:pt x="10" y="0"/>
                    </a:cubicBezTo>
                    <a:cubicBezTo>
                      <a:pt x="11" y="1"/>
                      <a:pt x="12" y="3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5" name="Freeform 2058">
                <a:extLst>
                  <a:ext uri="{FF2B5EF4-FFF2-40B4-BE49-F238E27FC236}">
                    <a16:creationId xmlns:a16="http://schemas.microsoft.com/office/drawing/2014/main" id="{1025A59E-9512-4463-969F-CBCC0307C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526"/>
                <a:ext cx="42" cy="13"/>
              </a:xfrm>
              <a:custGeom>
                <a:avLst/>
                <a:gdLst>
                  <a:gd name="T0" fmla="*/ 0 w 17"/>
                  <a:gd name="T1" fmla="*/ 0 h 5"/>
                  <a:gd name="T2" fmla="*/ 166 w 17"/>
                  <a:gd name="T3" fmla="*/ 55 h 5"/>
                  <a:gd name="T4" fmla="*/ 257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cubicBezTo>
                      <a:pt x="4" y="3"/>
                      <a:pt x="5" y="5"/>
                      <a:pt x="11" y="3"/>
                    </a:cubicBezTo>
                    <a:cubicBezTo>
                      <a:pt x="13" y="2"/>
                      <a:pt x="16" y="2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6" name="Freeform 2059">
                <a:extLst>
                  <a:ext uri="{FF2B5EF4-FFF2-40B4-BE49-F238E27FC236}">
                    <a16:creationId xmlns:a16="http://schemas.microsoft.com/office/drawing/2014/main" id="{604033BB-9956-46A0-989D-4A923B5F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371"/>
                <a:ext cx="82" cy="51"/>
              </a:xfrm>
              <a:custGeom>
                <a:avLst/>
                <a:gdLst>
                  <a:gd name="T0" fmla="*/ 0 w 33"/>
                  <a:gd name="T1" fmla="*/ 368 h 19"/>
                  <a:gd name="T2" fmla="*/ 42 w 33"/>
                  <a:gd name="T3" fmla="*/ 274 h 19"/>
                  <a:gd name="T4" fmla="*/ 166 w 33"/>
                  <a:gd name="T5" fmla="*/ 217 h 19"/>
                  <a:gd name="T6" fmla="*/ 246 w 33"/>
                  <a:gd name="T7" fmla="*/ 56 h 19"/>
                  <a:gd name="T8" fmla="*/ 321 w 33"/>
                  <a:gd name="T9" fmla="*/ 56 h 19"/>
                  <a:gd name="T10" fmla="*/ 412 w 33"/>
                  <a:gd name="T11" fmla="*/ 81 h 19"/>
                  <a:gd name="T12" fmla="*/ 507 w 3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9">
                    <a:moveTo>
                      <a:pt x="0" y="19"/>
                    </a:moveTo>
                    <a:cubicBezTo>
                      <a:pt x="1" y="18"/>
                      <a:pt x="2" y="16"/>
                      <a:pt x="3" y="14"/>
                    </a:cubicBezTo>
                    <a:cubicBezTo>
                      <a:pt x="6" y="13"/>
                      <a:pt x="9" y="13"/>
                      <a:pt x="11" y="11"/>
                    </a:cubicBezTo>
                    <a:cubicBezTo>
                      <a:pt x="15" y="9"/>
                      <a:pt x="14" y="5"/>
                      <a:pt x="16" y="3"/>
                    </a:cubicBezTo>
                    <a:cubicBezTo>
                      <a:pt x="18" y="1"/>
                      <a:pt x="19" y="3"/>
                      <a:pt x="21" y="3"/>
                    </a:cubicBezTo>
                    <a:cubicBezTo>
                      <a:pt x="23" y="4"/>
                      <a:pt x="25" y="4"/>
                      <a:pt x="27" y="4"/>
                    </a:cubicBezTo>
                    <a:cubicBezTo>
                      <a:pt x="29" y="3"/>
                      <a:pt x="31" y="2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7" name="Freeform 2060">
                <a:extLst>
                  <a:ext uri="{FF2B5EF4-FFF2-40B4-BE49-F238E27FC236}">
                    <a16:creationId xmlns:a16="http://schemas.microsoft.com/office/drawing/2014/main" id="{CC4B04E2-2B1B-4879-8CB0-8D2E876B2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358"/>
                <a:ext cx="10" cy="24"/>
              </a:xfrm>
              <a:custGeom>
                <a:avLst/>
                <a:gdLst>
                  <a:gd name="T0" fmla="*/ 0 w 4"/>
                  <a:gd name="T1" fmla="*/ 171 h 9"/>
                  <a:gd name="T2" fmla="*/ 63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7"/>
                      <a:pt x="1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8" name="Freeform 2061">
                <a:extLst>
                  <a:ext uri="{FF2B5EF4-FFF2-40B4-BE49-F238E27FC236}">
                    <a16:creationId xmlns:a16="http://schemas.microsoft.com/office/drawing/2014/main" id="{0A77468D-9B85-463A-912F-7D35A9DB6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384"/>
                <a:ext cx="25" cy="40"/>
              </a:xfrm>
              <a:custGeom>
                <a:avLst/>
                <a:gdLst>
                  <a:gd name="T0" fmla="*/ 0 w 10"/>
                  <a:gd name="T1" fmla="*/ 285 h 15"/>
                  <a:gd name="T2" fmla="*/ 158 w 1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cubicBezTo>
                      <a:pt x="6" y="12"/>
                      <a:pt x="10" y="7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9" name="Freeform 2062">
                <a:extLst>
                  <a:ext uri="{FF2B5EF4-FFF2-40B4-BE49-F238E27FC236}">
                    <a16:creationId xmlns:a16="http://schemas.microsoft.com/office/drawing/2014/main" id="{063C66C8-CDB3-48C3-A7C3-6FEAE00D6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283"/>
                <a:ext cx="33" cy="29"/>
              </a:xfrm>
              <a:custGeom>
                <a:avLst/>
                <a:gdLst>
                  <a:gd name="T0" fmla="*/ 0 w 13"/>
                  <a:gd name="T1" fmla="*/ 200 h 11"/>
                  <a:gd name="T2" fmla="*/ 63 w 13"/>
                  <a:gd name="T3" fmla="*/ 166 h 11"/>
                  <a:gd name="T4" fmla="*/ 129 w 13"/>
                  <a:gd name="T5" fmla="*/ 111 h 11"/>
                  <a:gd name="T6" fmla="*/ 213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3" y="10"/>
                      <a:pt x="4" y="9"/>
                    </a:cubicBezTo>
                    <a:cubicBezTo>
                      <a:pt x="6" y="7"/>
                      <a:pt x="6" y="7"/>
                      <a:pt x="8" y="6"/>
                    </a:cubicBezTo>
                    <a:cubicBezTo>
                      <a:pt x="11" y="5"/>
                      <a:pt x="13" y="2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0" name="Freeform 2063">
                <a:extLst>
                  <a:ext uri="{FF2B5EF4-FFF2-40B4-BE49-F238E27FC236}">
                    <a16:creationId xmlns:a16="http://schemas.microsoft.com/office/drawing/2014/main" id="{E59EDC68-0287-419C-810D-4F9185C04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299"/>
                <a:ext cx="28" cy="53"/>
              </a:xfrm>
              <a:custGeom>
                <a:avLst/>
                <a:gdLst>
                  <a:gd name="T0" fmla="*/ 0 w 11"/>
                  <a:gd name="T1" fmla="*/ 371 h 20"/>
                  <a:gd name="T2" fmla="*/ 163 w 11"/>
                  <a:gd name="T3" fmla="*/ 191 h 20"/>
                  <a:gd name="T4" fmla="*/ 150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0" y="16"/>
                      <a:pt x="9" y="15"/>
                      <a:pt x="10" y="10"/>
                    </a:cubicBezTo>
                    <a:cubicBezTo>
                      <a:pt x="11" y="7"/>
                      <a:pt x="9" y="4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1" name="Freeform 2064">
                <a:extLst>
                  <a:ext uri="{FF2B5EF4-FFF2-40B4-BE49-F238E27FC236}">
                    <a16:creationId xmlns:a16="http://schemas.microsoft.com/office/drawing/2014/main" id="{E9130D6F-3EFD-4303-B41E-719E93196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294"/>
                <a:ext cx="20" cy="21"/>
              </a:xfrm>
              <a:custGeom>
                <a:avLst/>
                <a:gdLst>
                  <a:gd name="T0" fmla="*/ 0 w 8"/>
                  <a:gd name="T1" fmla="*/ 144 h 8"/>
                  <a:gd name="T2" fmla="*/ 63 w 8"/>
                  <a:gd name="T3" fmla="*/ 76 h 8"/>
                  <a:gd name="T4" fmla="*/ 113 w 8"/>
                  <a:gd name="T5" fmla="*/ 34 h 8"/>
                  <a:gd name="T6" fmla="*/ 125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2" y="7"/>
                      <a:pt x="3" y="5"/>
                      <a:pt x="4" y="4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7" y="2"/>
                      <a:pt x="8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2" name="Freeform 2065">
                <a:extLst>
                  <a:ext uri="{FF2B5EF4-FFF2-40B4-BE49-F238E27FC236}">
                    <a16:creationId xmlns:a16="http://schemas.microsoft.com/office/drawing/2014/main" id="{CCD7BC01-B467-4FA5-B5C1-81FB194CA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259"/>
                <a:ext cx="10" cy="13"/>
              </a:xfrm>
              <a:custGeom>
                <a:avLst/>
                <a:gdLst>
                  <a:gd name="T0" fmla="*/ 0 w 4"/>
                  <a:gd name="T1" fmla="*/ 88 h 5"/>
                  <a:gd name="T2" fmla="*/ 63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3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3" name="Freeform 2066">
                <a:extLst>
                  <a:ext uri="{FF2B5EF4-FFF2-40B4-BE49-F238E27FC236}">
                    <a16:creationId xmlns:a16="http://schemas.microsoft.com/office/drawing/2014/main" id="{27F65D61-2FBD-4367-BE0F-CAD14E2BD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262"/>
                <a:ext cx="10" cy="58"/>
              </a:xfrm>
              <a:custGeom>
                <a:avLst/>
                <a:gdLst>
                  <a:gd name="T0" fmla="*/ 0 w 4"/>
                  <a:gd name="T1" fmla="*/ 0 h 22"/>
                  <a:gd name="T2" fmla="*/ 63 w 4"/>
                  <a:gd name="T3" fmla="*/ 124 h 22"/>
                  <a:gd name="T4" fmla="*/ 50 w 4"/>
                  <a:gd name="T5" fmla="*/ 258 h 22"/>
                  <a:gd name="T6" fmla="*/ 0 w 4"/>
                  <a:gd name="T7" fmla="*/ 40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2">
                    <a:moveTo>
                      <a:pt x="0" y="0"/>
                    </a:moveTo>
                    <a:cubicBezTo>
                      <a:pt x="2" y="3"/>
                      <a:pt x="3" y="4"/>
                      <a:pt x="4" y="7"/>
                    </a:cubicBezTo>
                    <a:cubicBezTo>
                      <a:pt x="4" y="9"/>
                      <a:pt x="4" y="11"/>
                      <a:pt x="3" y="14"/>
                    </a:cubicBezTo>
                    <a:cubicBezTo>
                      <a:pt x="3" y="16"/>
                      <a:pt x="0" y="20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4" name="Freeform 2067">
                <a:extLst>
                  <a:ext uri="{FF2B5EF4-FFF2-40B4-BE49-F238E27FC236}">
                    <a16:creationId xmlns:a16="http://schemas.microsoft.com/office/drawing/2014/main" id="{4C46A0CA-EF46-430F-A897-3AAD3BC8D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328"/>
                <a:ext cx="13" cy="40"/>
              </a:xfrm>
              <a:custGeom>
                <a:avLst/>
                <a:gdLst>
                  <a:gd name="T0" fmla="*/ 0 w 5"/>
                  <a:gd name="T1" fmla="*/ 0 h 15"/>
                  <a:gd name="T2" fmla="*/ 88 w 5"/>
                  <a:gd name="T3" fmla="*/ 149 h 15"/>
                  <a:gd name="T4" fmla="*/ 34 w 5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2"/>
                      <a:pt x="5" y="5"/>
                      <a:pt x="5" y="8"/>
                    </a:cubicBezTo>
                    <a:cubicBezTo>
                      <a:pt x="5" y="11"/>
                      <a:pt x="3" y="14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5" name="Freeform 2068">
                <a:extLst>
                  <a:ext uri="{FF2B5EF4-FFF2-40B4-BE49-F238E27FC236}">
                    <a16:creationId xmlns:a16="http://schemas.microsoft.com/office/drawing/2014/main" id="{D2B807B4-CCF8-492C-8655-DC3575DB4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491"/>
                <a:ext cx="112" cy="35"/>
              </a:xfrm>
              <a:custGeom>
                <a:avLst/>
                <a:gdLst>
                  <a:gd name="T0" fmla="*/ 0 w 45"/>
                  <a:gd name="T1" fmla="*/ 232 h 13"/>
                  <a:gd name="T2" fmla="*/ 92 w 45"/>
                  <a:gd name="T3" fmla="*/ 175 h 13"/>
                  <a:gd name="T4" fmla="*/ 199 w 45"/>
                  <a:gd name="T5" fmla="*/ 218 h 13"/>
                  <a:gd name="T6" fmla="*/ 478 w 45"/>
                  <a:gd name="T7" fmla="*/ 137 h 13"/>
                  <a:gd name="T8" fmla="*/ 650 w 45"/>
                  <a:gd name="T9" fmla="*/ 94 h 13"/>
                  <a:gd name="T10" fmla="*/ 694 w 45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3">
                    <a:moveTo>
                      <a:pt x="0" y="12"/>
                    </a:moveTo>
                    <a:cubicBezTo>
                      <a:pt x="2" y="11"/>
                      <a:pt x="4" y="9"/>
                      <a:pt x="6" y="9"/>
                    </a:cubicBezTo>
                    <a:cubicBezTo>
                      <a:pt x="9" y="8"/>
                      <a:pt x="10" y="10"/>
                      <a:pt x="13" y="11"/>
                    </a:cubicBezTo>
                    <a:cubicBezTo>
                      <a:pt x="20" y="13"/>
                      <a:pt x="24" y="8"/>
                      <a:pt x="31" y="7"/>
                    </a:cubicBezTo>
                    <a:cubicBezTo>
                      <a:pt x="34" y="7"/>
                      <a:pt x="39" y="9"/>
                      <a:pt x="42" y="5"/>
                    </a:cubicBezTo>
                    <a:cubicBezTo>
                      <a:pt x="43" y="4"/>
                      <a:pt x="44" y="0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6" name="Freeform 2069">
                <a:extLst>
                  <a:ext uri="{FF2B5EF4-FFF2-40B4-BE49-F238E27FC236}">
                    <a16:creationId xmlns:a16="http://schemas.microsoft.com/office/drawing/2014/main" id="{602850FE-341D-4134-8CCB-57DFEE591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504"/>
                <a:ext cx="78" cy="14"/>
              </a:xfrm>
              <a:custGeom>
                <a:avLst/>
                <a:gdLst>
                  <a:gd name="T0" fmla="*/ 0 w 31"/>
                  <a:gd name="T1" fmla="*/ 22 h 5"/>
                  <a:gd name="T2" fmla="*/ 221 w 31"/>
                  <a:gd name="T3" fmla="*/ 0 h 5"/>
                  <a:gd name="T4" fmla="*/ 367 w 31"/>
                  <a:gd name="T5" fmla="*/ 87 h 5"/>
                  <a:gd name="T6" fmla="*/ 493 w 31"/>
                  <a:gd name="T7" fmla="*/ 4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">
                    <a:moveTo>
                      <a:pt x="0" y="1"/>
                    </a:moveTo>
                    <a:cubicBezTo>
                      <a:pt x="5" y="4"/>
                      <a:pt x="9" y="0"/>
                      <a:pt x="14" y="0"/>
                    </a:cubicBezTo>
                    <a:cubicBezTo>
                      <a:pt x="17" y="0"/>
                      <a:pt x="20" y="4"/>
                      <a:pt x="23" y="4"/>
                    </a:cubicBezTo>
                    <a:cubicBezTo>
                      <a:pt x="26" y="5"/>
                      <a:pt x="31" y="3"/>
                      <a:pt x="31" y="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7" name="Freeform 2070">
                <a:extLst>
                  <a:ext uri="{FF2B5EF4-FFF2-40B4-BE49-F238E27FC236}">
                    <a16:creationId xmlns:a16="http://schemas.microsoft.com/office/drawing/2014/main" id="{639AE72E-B448-464D-B366-56E18589D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502"/>
                <a:ext cx="62" cy="16"/>
              </a:xfrm>
              <a:custGeom>
                <a:avLst/>
                <a:gdLst>
                  <a:gd name="T0" fmla="*/ 0 w 25"/>
                  <a:gd name="T1" fmla="*/ 35 h 6"/>
                  <a:gd name="T2" fmla="*/ 184 w 25"/>
                  <a:gd name="T3" fmla="*/ 77 h 6"/>
                  <a:gd name="T4" fmla="*/ 290 w 25"/>
                  <a:gd name="T5" fmla="*/ 115 h 6"/>
                  <a:gd name="T6" fmla="*/ 382 w 25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0" y="2"/>
                    </a:moveTo>
                    <a:cubicBezTo>
                      <a:pt x="5" y="0"/>
                      <a:pt x="8" y="3"/>
                      <a:pt x="12" y="4"/>
                    </a:cubicBezTo>
                    <a:cubicBezTo>
                      <a:pt x="14" y="5"/>
                      <a:pt x="17" y="6"/>
                      <a:pt x="19" y="6"/>
                    </a:cubicBezTo>
                    <a:cubicBezTo>
                      <a:pt x="21" y="5"/>
                      <a:pt x="23" y="4"/>
                      <a:pt x="25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8" name="Freeform 2071">
                <a:extLst>
                  <a:ext uri="{FF2B5EF4-FFF2-40B4-BE49-F238E27FC236}">
                    <a16:creationId xmlns:a16="http://schemas.microsoft.com/office/drawing/2014/main" id="{30A984A6-083A-4A51-82A2-08F94A1C4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507"/>
                <a:ext cx="30" cy="13"/>
              </a:xfrm>
              <a:custGeom>
                <a:avLst/>
                <a:gdLst>
                  <a:gd name="T0" fmla="*/ 0 w 12"/>
                  <a:gd name="T1" fmla="*/ 0 h 5"/>
                  <a:gd name="T2" fmla="*/ 113 w 12"/>
                  <a:gd name="T3" fmla="*/ 88 h 5"/>
                  <a:gd name="T4" fmla="*/ 188 w 12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3"/>
                      <a:pt x="4" y="5"/>
                      <a:pt x="7" y="5"/>
                    </a:cubicBezTo>
                    <a:cubicBezTo>
                      <a:pt x="9" y="4"/>
                      <a:pt x="11" y="3"/>
                      <a:pt x="12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9" name="Freeform 2072">
                <a:extLst>
                  <a:ext uri="{FF2B5EF4-FFF2-40B4-BE49-F238E27FC236}">
                    <a16:creationId xmlns:a16="http://schemas.microsoft.com/office/drawing/2014/main" id="{4A8EF1EC-3149-44DF-B067-333F68104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502"/>
                <a:ext cx="42" cy="13"/>
              </a:xfrm>
              <a:custGeom>
                <a:avLst/>
                <a:gdLst>
                  <a:gd name="T0" fmla="*/ 0 w 17"/>
                  <a:gd name="T1" fmla="*/ 88 h 5"/>
                  <a:gd name="T2" fmla="*/ 212 w 17"/>
                  <a:gd name="T3" fmla="*/ 55 h 5"/>
                  <a:gd name="T4" fmla="*/ 257 w 1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5" y="1"/>
                      <a:pt x="8" y="0"/>
                      <a:pt x="14" y="3"/>
                    </a:cubicBezTo>
                    <a:cubicBezTo>
                      <a:pt x="15" y="4"/>
                      <a:pt x="17" y="5"/>
                      <a:pt x="17" y="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0" name="Freeform 2073">
                <a:extLst>
                  <a:ext uri="{FF2B5EF4-FFF2-40B4-BE49-F238E27FC236}">
                    <a16:creationId xmlns:a16="http://schemas.microsoft.com/office/drawing/2014/main" id="{E7995CAE-8EC6-4984-8D54-52F462291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478"/>
                <a:ext cx="45" cy="29"/>
              </a:xfrm>
              <a:custGeom>
                <a:avLst/>
                <a:gdLst>
                  <a:gd name="T0" fmla="*/ 0 w 18"/>
                  <a:gd name="T1" fmla="*/ 34 h 11"/>
                  <a:gd name="T2" fmla="*/ 113 w 18"/>
                  <a:gd name="T3" fmla="*/ 34 h 11"/>
                  <a:gd name="T4" fmla="*/ 220 w 18"/>
                  <a:gd name="T5" fmla="*/ 124 h 11"/>
                  <a:gd name="T6" fmla="*/ 283 w 18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0" y="2"/>
                    </a:moveTo>
                    <a:cubicBezTo>
                      <a:pt x="3" y="1"/>
                      <a:pt x="4" y="0"/>
                      <a:pt x="7" y="2"/>
                    </a:cubicBezTo>
                    <a:cubicBezTo>
                      <a:pt x="10" y="4"/>
                      <a:pt x="11" y="5"/>
                      <a:pt x="14" y="7"/>
                    </a:cubicBezTo>
                    <a:cubicBezTo>
                      <a:pt x="17" y="8"/>
                      <a:pt x="16" y="10"/>
                      <a:pt x="18" y="1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1" name="Freeform 2074">
                <a:extLst>
                  <a:ext uri="{FF2B5EF4-FFF2-40B4-BE49-F238E27FC236}">
                    <a16:creationId xmlns:a16="http://schemas.microsoft.com/office/drawing/2014/main" id="{EF38A8DC-BA73-42A6-A853-72D52E51E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480"/>
                <a:ext cx="68" cy="30"/>
              </a:xfrm>
              <a:custGeom>
                <a:avLst/>
                <a:gdLst>
                  <a:gd name="T0" fmla="*/ 0 w 27"/>
                  <a:gd name="T1" fmla="*/ 0 h 11"/>
                  <a:gd name="T2" fmla="*/ 126 w 27"/>
                  <a:gd name="T3" fmla="*/ 38 h 11"/>
                  <a:gd name="T4" fmla="*/ 159 w 27"/>
                  <a:gd name="T5" fmla="*/ 164 h 11"/>
                  <a:gd name="T6" fmla="*/ 242 w 27"/>
                  <a:gd name="T7" fmla="*/ 120 h 11"/>
                  <a:gd name="T8" fmla="*/ 350 w 27"/>
                  <a:gd name="T9" fmla="*/ 164 h 11"/>
                  <a:gd name="T10" fmla="*/ 413 w 27"/>
                  <a:gd name="T11" fmla="*/ 202 h 11"/>
                  <a:gd name="T12" fmla="*/ 431 w 27"/>
                  <a:gd name="T13" fmla="*/ 2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1">
                    <a:moveTo>
                      <a:pt x="0" y="0"/>
                    </a:moveTo>
                    <a:cubicBezTo>
                      <a:pt x="3" y="0"/>
                      <a:pt x="6" y="0"/>
                      <a:pt x="8" y="2"/>
                    </a:cubicBezTo>
                    <a:cubicBezTo>
                      <a:pt x="10" y="4"/>
                      <a:pt x="9" y="5"/>
                      <a:pt x="10" y="8"/>
                    </a:cubicBezTo>
                    <a:cubicBezTo>
                      <a:pt x="11" y="7"/>
                      <a:pt x="13" y="7"/>
                      <a:pt x="15" y="6"/>
                    </a:cubicBezTo>
                    <a:cubicBezTo>
                      <a:pt x="19" y="6"/>
                      <a:pt x="19" y="6"/>
                      <a:pt x="22" y="8"/>
                    </a:cubicBezTo>
                    <a:cubicBezTo>
                      <a:pt x="23" y="8"/>
                      <a:pt x="25" y="9"/>
                      <a:pt x="26" y="10"/>
                    </a:cubicBezTo>
                    <a:cubicBezTo>
                      <a:pt x="26" y="10"/>
                      <a:pt x="27" y="11"/>
                      <a:pt x="27" y="1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2" name="Freeform 2075">
                <a:extLst>
                  <a:ext uri="{FF2B5EF4-FFF2-40B4-BE49-F238E27FC236}">
                    <a16:creationId xmlns:a16="http://schemas.microsoft.com/office/drawing/2014/main" id="{9D362F7F-5D0F-4ACA-9DC7-61F6448CA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475"/>
                <a:ext cx="40" cy="24"/>
              </a:xfrm>
              <a:custGeom>
                <a:avLst/>
                <a:gdLst>
                  <a:gd name="T0" fmla="*/ 0 w 16"/>
                  <a:gd name="T1" fmla="*/ 0 h 9"/>
                  <a:gd name="T2" fmla="*/ 145 w 16"/>
                  <a:gd name="T3" fmla="*/ 136 h 9"/>
                  <a:gd name="T4" fmla="*/ 250 w 16"/>
                  <a:gd name="T5" fmla="*/ 93 h 9"/>
                  <a:gd name="T6" fmla="*/ 238 w 16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0" y="0"/>
                    </a:moveTo>
                    <a:cubicBezTo>
                      <a:pt x="3" y="4"/>
                      <a:pt x="3" y="9"/>
                      <a:pt x="9" y="7"/>
                    </a:cubicBezTo>
                    <a:cubicBezTo>
                      <a:pt x="11" y="6"/>
                      <a:pt x="14" y="6"/>
                      <a:pt x="16" y="5"/>
                    </a:cubicBezTo>
                    <a:cubicBezTo>
                      <a:pt x="16" y="5"/>
                      <a:pt x="16" y="5"/>
                      <a:pt x="15" y="5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3" name="Freeform 2076">
                <a:extLst>
                  <a:ext uri="{FF2B5EF4-FFF2-40B4-BE49-F238E27FC236}">
                    <a16:creationId xmlns:a16="http://schemas.microsoft.com/office/drawing/2014/main" id="{57853888-B51A-440A-ADB2-564AC4636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464"/>
                <a:ext cx="30" cy="19"/>
              </a:xfrm>
              <a:custGeom>
                <a:avLst/>
                <a:gdLst>
                  <a:gd name="T0" fmla="*/ 0 w 12"/>
                  <a:gd name="T1" fmla="*/ 0 h 7"/>
                  <a:gd name="T2" fmla="*/ 95 w 12"/>
                  <a:gd name="T3" fmla="*/ 141 h 7"/>
                  <a:gd name="T4" fmla="*/ 188 w 12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2" y="2"/>
                      <a:pt x="3" y="6"/>
                      <a:pt x="6" y="7"/>
                    </a:cubicBezTo>
                    <a:cubicBezTo>
                      <a:pt x="8" y="7"/>
                      <a:pt x="11" y="5"/>
                      <a:pt x="12" y="4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4" name="Freeform 2077">
                <a:extLst>
                  <a:ext uri="{FF2B5EF4-FFF2-40B4-BE49-F238E27FC236}">
                    <a16:creationId xmlns:a16="http://schemas.microsoft.com/office/drawing/2014/main" id="{AB6E7E96-6CCB-4537-AEE8-540C32D44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518"/>
                <a:ext cx="37" cy="13"/>
              </a:xfrm>
              <a:custGeom>
                <a:avLst/>
                <a:gdLst>
                  <a:gd name="T0" fmla="*/ 0 w 15"/>
                  <a:gd name="T1" fmla="*/ 88 h 5"/>
                  <a:gd name="T2" fmla="*/ 133 w 15"/>
                  <a:gd name="T3" fmla="*/ 21 h 5"/>
                  <a:gd name="T4" fmla="*/ 224 w 15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4" y="2"/>
                      <a:pt x="4" y="0"/>
                      <a:pt x="9" y="1"/>
                    </a:cubicBezTo>
                    <a:cubicBezTo>
                      <a:pt x="11" y="2"/>
                      <a:pt x="13" y="3"/>
                      <a:pt x="15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5" name="Freeform 2078">
                <a:extLst>
                  <a:ext uri="{FF2B5EF4-FFF2-40B4-BE49-F238E27FC236}">
                    <a16:creationId xmlns:a16="http://schemas.microsoft.com/office/drawing/2014/main" id="{5A5C5E33-2FDA-45AC-80E9-FD1CD4BE8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504"/>
                <a:ext cx="38" cy="22"/>
              </a:xfrm>
              <a:custGeom>
                <a:avLst/>
                <a:gdLst>
                  <a:gd name="T0" fmla="*/ 0 w 15"/>
                  <a:gd name="T1" fmla="*/ 168 h 8"/>
                  <a:gd name="T2" fmla="*/ 243 w 15"/>
                  <a:gd name="T3" fmla="*/ 1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3" y="0"/>
                      <a:pt x="10" y="3"/>
                      <a:pt x="15" y="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6" name="Freeform 2079">
                <a:extLst>
                  <a:ext uri="{FF2B5EF4-FFF2-40B4-BE49-F238E27FC236}">
                    <a16:creationId xmlns:a16="http://schemas.microsoft.com/office/drawing/2014/main" id="{32AB406F-2CA7-4DA5-B191-3BABAB4C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520"/>
                <a:ext cx="40" cy="19"/>
              </a:xfrm>
              <a:custGeom>
                <a:avLst/>
                <a:gdLst>
                  <a:gd name="T0" fmla="*/ 0 w 16"/>
                  <a:gd name="T1" fmla="*/ 22 h 7"/>
                  <a:gd name="T2" fmla="*/ 188 w 16"/>
                  <a:gd name="T3" fmla="*/ 103 h 7"/>
                  <a:gd name="T4" fmla="*/ 250 w 16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1"/>
                    </a:moveTo>
                    <a:cubicBezTo>
                      <a:pt x="3" y="4"/>
                      <a:pt x="8" y="7"/>
                      <a:pt x="12" y="5"/>
                    </a:cubicBezTo>
                    <a:cubicBezTo>
                      <a:pt x="13" y="5"/>
                      <a:pt x="16" y="0"/>
                      <a:pt x="16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7" name="Freeform 2080">
                <a:extLst>
                  <a:ext uri="{FF2B5EF4-FFF2-40B4-BE49-F238E27FC236}">
                    <a16:creationId xmlns:a16="http://schemas.microsoft.com/office/drawing/2014/main" id="{E478B49B-6CF5-44AC-9FE7-4DFA6E67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584"/>
                <a:ext cx="15" cy="6"/>
              </a:xfrm>
              <a:custGeom>
                <a:avLst/>
                <a:gdLst>
                  <a:gd name="T0" fmla="*/ 0 w 6"/>
                  <a:gd name="T1" fmla="*/ 54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5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8" name="Freeform 2081">
                <a:extLst>
                  <a:ext uri="{FF2B5EF4-FFF2-40B4-BE49-F238E27FC236}">
                    <a16:creationId xmlns:a16="http://schemas.microsoft.com/office/drawing/2014/main" id="{16E6CBE8-19A5-4523-B9F3-5A58F270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608"/>
                <a:ext cx="45" cy="59"/>
              </a:xfrm>
              <a:custGeom>
                <a:avLst/>
                <a:gdLst>
                  <a:gd name="T0" fmla="*/ 0 w 18"/>
                  <a:gd name="T1" fmla="*/ 0 h 22"/>
                  <a:gd name="T2" fmla="*/ 50 w 18"/>
                  <a:gd name="T3" fmla="*/ 80 h 22"/>
                  <a:gd name="T4" fmla="*/ 83 w 18"/>
                  <a:gd name="T5" fmla="*/ 172 h 22"/>
                  <a:gd name="T6" fmla="*/ 250 w 18"/>
                  <a:gd name="T7" fmla="*/ 274 h 22"/>
                  <a:gd name="T8" fmla="*/ 283 w 18"/>
                  <a:gd name="T9" fmla="*/ 4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1" y="2"/>
                      <a:pt x="3" y="3"/>
                      <a:pt x="3" y="4"/>
                    </a:cubicBezTo>
                    <a:cubicBezTo>
                      <a:pt x="4" y="6"/>
                      <a:pt x="4" y="8"/>
                      <a:pt x="5" y="9"/>
                    </a:cubicBezTo>
                    <a:cubicBezTo>
                      <a:pt x="8" y="12"/>
                      <a:pt x="13" y="11"/>
                      <a:pt x="16" y="14"/>
                    </a:cubicBezTo>
                    <a:cubicBezTo>
                      <a:pt x="18" y="16"/>
                      <a:pt x="18" y="20"/>
                      <a:pt x="18" y="2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9" name="Freeform 2082">
                <a:extLst>
                  <a:ext uri="{FF2B5EF4-FFF2-40B4-BE49-F238E27FC236}">
                    <a16:creationId xmlns:a16="http://schemas.microsoft.com/office/drawing/2014/main" id="{5F43C7B2-C55B-4BD2-9548-A187BA5D8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638"/>
                <a:ext cx="38" cy="21"/>
              </a:xfrm>
              <a:custGeom>
                <a:avLst/>
                <a:gdLst>
                  <a:gd name="T0" fmla="*/ 0 w 15"/>
                  <a:gd name="T1" fmla="*/ 0 h 8"/>
                  <a:gd name="T2" fmla="*/ 33 w 15"/>
                  <a:gd name="T3" fmla="*/ 110 h 8"/>
                  <a:gd name="T4" fmla="*/ 147 w 15"/>
                  <a:gd name="T5" fmla="*/ 110 h 8"/>
                  <a:gd name="T6" fmla="*/ 243 w 15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1" y="2"/>
                      <a:pt x="1" y="4"/>
                      <a:pt x="2" y="6"/>
                    </a:cubicBezTo>
                    <a:cubicBezTo>
                      <a:pt x="4" y="7"/>
                      <a:pt x="7" y="6"/>
                      <a:pt x="9" y="6"/>
                    </a:cubicBezTo>
                    <a:cubicBezTo>
                      <a:pt x="11" y="6"/>
                      <a:pt x="13" y="8"/>
                      <a:pt x="15" y="7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0" name="Freeform 2083">
                <a:extLst>
                  <a:ext uri="{FF2B5EF4-FFF2-40B4-BE49-F238E27FC236}">
                    <a16:creationId xmlns:a16="http://schemas.microsoft.com/office/drawing/2014/main" id="{8D14D9C9-413E-4A96-A73E-367949E1D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619"/>
                <a:ext cx="25" cy="21"/>
              </a:xfrm>
              <a:custGeom>
                <a:avLst/>
                <a:gdLst>
                  <a:gd name="T0" fmla="*/ 0 w 10"/>
                  <a:gd name="T1" fmla="*/ 0 h 8"/>
                  <a:gd name="T2" fmla="*/ 125 w 10"/>
                  <a:gd name="T3" fmla="*/ 76 h 8"/>
                  <a:gd name="T4" fmla="*/ 158 w 10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3" y="2"/>
                      <a:pt x="6" y="0"/>
                      <a:pt x="8" y="4"/>
                    </a:cubicBezTo>
                    <a:cubicBezTo>
                      <a:pt x="9" y="6"/>
                      <a:pt x="9" y="7"/>
                      <a:pt x="10" y="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1" name="Freeform 2084">
                <a:extLst>
                  <a:ext uri="{FF2B5EF4-FFF2-40B4-BE49-F238E27FC236}">
                    <a16:creationId xmlns:a16="http://schemas.microsoft.com/office/drawing/2014/main" id="{C0841064-7D1E-4908-98A7-F6361A991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614"/>
                <a:ext cx="35" cy="18"/>
              </a:xfrm>
              <a:custGeom>
                <a:avLst/>
                <a:gdLst>
                  <a:gd name="T0" fmla="*/ 0 w 14"/>
                  <a:gd name="T1" fmla="*/ 67 h 7"/>
                  <a:gd name="T2" fmla="*/ 145 w 14"/>
                  <a:gd name="T3" fmla="*/ 33 h 7"/>
                  <a:gd name="T4" fmla="*/ 220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0" y="4"/>
                    </a:moveTo>
                    <a:cubicBezTo>
                      <a:pt x="3" y="7"/>
                      <a:pt x="7" y="3"/>
                      <a:pt x="9" y="2"/>
                    </a:cubicBezTo>
                    <a:cubicBezTo>
                      <a:pt x="11" y="1"/>
                      <a:pt x="13" y="1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2" name="Freeform 2085">
                <a:extLst>
                  <a:ext uri="{FF2B5EF4-FFF2-40B4-BE49-F238E27FC236}">
                    <a16:creationId xmlns:a16="http://schemas.microsoft.com/office/drawing/2014/main" id="{D133BEAC-078B-49F8-911E-B3CAC6667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622"/>
                <a:ext cx="27" cy="10"/>
              </a:xfrm>
              <a:custGeom>
                <a:avLst/>
                <a:gdLst>
                  <a:gd name="T0" fmla="*/ 0 w 11"/>
                  <a:gd name="T1" fmla="*/ 0 h 4"/>
                  <a:gd name="T2" fmla="*/ 120 w 11"/>
                  <a:gd name="T3" fmla="*/ 63 h 4"/>
                  <a:gd name="T4" fmla="*/ 162 w 11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2" y="3"/>
                      <a:pt x="5" y="4"/>
                      <a:pt x="8" y="4"/>
                    </a:cubicBezTo>
                    <a:cubicBezTo>
                      <a:pt x="10" y="4"/>
                      <a:pt x="10" y="3"/>
                      <a:pt x="11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3" name="Freeform 2086">
                <a:extLst>
                  <a:ext uri="{FF2B5EF4-FFF2-40B4-BE49-F238E27FC236}">
                    <a16:creationId xmlns:a16="http://schemas.microsoft.com/office/drawing/2014/main" id="{20C9A564-E85C-4723-9B1B-F457E62F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632"/>
                <a:ext cx="3" cy="24"/>
              </a:xfrm>
              <a:custGeom>
                <a:avLst/>
                <a:gdLst>
                  <a:gd name="T0" fmla="*/ 0 w 1"/>
                  <a:gd name="T1" fmla="*/ 0 h 9"/>
                  <a:gd name="T2" fmla="*/ 27 w 1"/>
                  <a:gd name="T3" fmla="*/ 136 h 9"/>
                  <a:gd name="T4" fmla="*/ 0 w 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1" y="7"/>
                      <a:pt x="0" y="9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4" name="Freeform 2087">
                <a:extLst>
                  <a:ext uri="{FF2B5EF4-FFF2-40B4-BE49-F238E27FC236}">
                    <a16:creationId xmlns:a16="http://schemas.microsoft.com/office/drawing/2014/main" id="{1510F17F-B5BA-479F-9094-96744E2FA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528"/>
                <a:ext cx="42" cy="14"/>
              </a:xfrm>
              <a:custGeom>
                <a:avLst/>
                <a:gdLst>
                  <a:gd name="T0" fmla="*/ 0 w 17"/>
                  <a:gd name="T1" fmla="*/ 0 h 5"/>
                  <a:gd name="T2" fmla="*/ 166 w 17"/>
                  <a:gd name="T3" fmla="*/ 87 h 5"/>
                  <a:gd name="T4" fmla="*/ 257 w 17"/>
                  <a:gd name="T5" fmla="*/ 6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cubicBezTo>
                      <a:pt x="4" y="1"/>
                      <a:pt x="7" y="4"/>
                      <a:pt x="11" y="4"/>
                    </a:cubicBezTo>
                    <a:cubicBezTo>
                      <a:pt x="12" y="4"/>
                      <a:pt x="16" y="5"/>
                      <a:pt x="17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5" name="Freeform 2088">
                <a:extLst>
                  <a:ext uri="{FF2B5EF4-FFF2-40B4-BE49-F238E27FC236}">
                    <a16:creationId xmlns:a16="http://schemas.microsoft.com/office/drawing/2014/main" id="{94D60DAD-7B60-4871-93A3-B166EBB0A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494"/>
                <a:ext cx="30" cy="18"/>
              </a:xfrm>
              <a:custGeom>
                <a:avLst/>
                <a:gdLst>
                  <a:gd name="T0" fmla="*/ 33 w 12"/>
                  <a:gd name="T1" fmla="*/ 0 h 7"/>
                  <a:gd name="T2" fmla="*/ 188 w 12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2" y="0"/>
                    </a:moveTo>
                    <a:cubicBezTo>
                      <a:pt x="0" y="7"/>
                      <a:pt x="11" y="6"/>
                      <a:pt x="12" y="1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6" name="Freeform 2089">
                <a:extLst>
                  <a:ext uri="{FF2B5EF4-FFF2-40B4-BE49-F238E27FC236}">
                    <a16:creationId xmlns:a16="http://schemas.microsoft.com/office/drawing/2014/main" id="{5EB16BD5-941B-4AAA-AC1A-9E1BD1A3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07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188 w 1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4" y="0"/>
                      <a:pt x="9" y="0"/>
                      <a:pt x="12" y="3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7" name="Freeform 2090">
                <a:extLst>
                  <a:ext uri="{FF2B5EF4-FFF2-40B4-BE49-F238E27FC236}">
                    <a16:creationId xmlns:a16="http://schemas.microsoft.com/office/drawing/2014/main" id="{B63F8814-32EF-40ED-B3FD-3BA331A42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707"/>
                <a:ext cx="15" cy="24"/>
              </a:xfrm>
              <a:custGeom>
                <a:avLst/>
                <a:gdLst>
                  <a:gd name="T0" fmla="*/ 0 w 6"/>
                  <a:gd name="T1" fmla="*/ 0 h 9"/>
                  <a:gd name="T2" fmla="*/ 50 w 6"/>
                  <a:gd name="T3" fmla="*/ 93 h 9"/>
                  <a:gd name="T4" fmla="*/ 95 w 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2" y="2"/>
                      <a:pt x="2" y="4"/>
                      <a:pt x="3" y="5"/>
                    </a:cubicBezTo>
                    <a:cubicBezTo>
                      <a:pt x="4" y="6"/>
                      <a:pt x="6" y="9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8" name="Freeform 2091">
                <a:extLst>
                  <a:ext uri="{FF2B5EF4-FFF2-40B4-BE49-F238E27FC236}">
                    <a16:creationId xmlns:a16="http://schemas.microsoft.com/office/drawing/2014/main" id="{A2B92276-EE04-4D2A-BE5C-57095FA1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1696"/>
                <a:ext cx="40" cy="46"/>
              </a:xfrm>
              <a:custGeom>
                <a:avLst/>
                <a:gdLst>
                  <a:gd name="T0" fmla="*/ 0 w 16"/>
                  <a:gd name="T1" fmla="*/ 235 h 17"/>
                  <a:gd name="T2" fmla="*/ 50 w 16"/>
                  <a:gd name="T3" fmla="*/ 279 h 17"/>
                  <a:gd name="T4" fmla="*/ 83 w 16"/>
                  <a:gd name="T5" fmla="*/ 279 h 17"/>
                  <a:gd name="T6" fmla="*/ 113 w 16"/>
                  <a:gd name="T7" fmla="*/ 336 h 17"/>
                  <a:gd name="T8" fmla="*/ 238 w 16"/>
                  <a:gd name="T9" fmla="*/ 116 h 17"/>
                  <a:gd name="T10" fmla="*/ 250 w 1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0" y="12"/>
                    </a:moveTo>
                    <a:cubicBezTo>
                      <a:pt x="1" y="12"/>
                      <a:pt x="2" y="13"/>
                      <a:pt x="3" y="14"/>
                    </a:cubicBezTo>
                    <a:cubicBezTo>
                      <a:pt x="3" y="14"/>
                      <a:pt x="4" y="13"/>
                      <a:pt x="5" y="14"/>
                    </a:cubicBezTo>
                    <a:cubicBezTo>
                      <a:pt x="6" y="14"/>
                      <a:pt x="6" y="16"/>
                      <a:pt x="7" y="17"/>
                    </a:cubicBezTo>
                    <a:cubicBezTo>
                      <a:pt x="9" y="14"/>
                      <a:pt x="14" y="10"/>
                      <a:pt x="15" y="6"/>
                    </a:cubicBezTo>
                    <a:cubicBezTo>
                      <a:pt x="16" y="5"/>
                      <a:pt x="16" y="2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9" name="Freeform 2092">
                <a:extLst>
                  <a:ext uri="{FF2B5EF4-FFF2-40B4-BE49-F238E27FC236}">
                    <a16:creationId xmlns:a16="http://schemas.microsoft.com/office/drawing/2014/main" id="{E125F4FC-AE7E-4C69-A45A-D998950DA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382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125 w 14"/>
                  <a:gd name="T3" fmla="*/ 0 h 7"/>
                  <a:gd name="T4" fmla="*/ 220 w 14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3" y="4"/>
                      <a:pt x="4" y="0"/>
                      <a:pt x="8" y="0"/>
                    </a:cubicBezTo>
                    <a:cubicBezTo>
                      <a:pt x="10" y="0"/>
                      <a:pt x="13" y="1"/>
                      <a:pt x="14" y="2"/>
                    </a:cubicBezTo>
                  </a:path>
                </a:pathLst>
              </a:custGeom>
              <a:noFill/>
              <a:ln w="4763" cap="rnd">
                <a:solidFill>
                  <a:srgbClr val="FCDF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0" name="Freeform 2093">
                <a:extLst>
                  <a:ext uri="{FF2B5EF4-FFF2-40B4-BE49-F238E27FC236}">
                    <a16:creationId xmlns:a16="http://schemas.microsoft.com/office/drawing/2014/main" id="{C9DC93DC-3E22-4E25-A6AF-40F83298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347"/>
                <a:ext cx="112" cy="83"/>
              </a:xfrm>
              <a:custGeom>
                <a:avLst/>
                <a:gdLst>
                  <a:gd name="T0" fmla="*/ 0 w 45"/>
                  <a:gd name="T1" fmla="*/ 594 h 31"/>
                  <a:gd name="T2" fmla="*/ 217 w 45"/>
                  <a:gd name="T3" fmla="*/ 115 h 31"/>
                  <a:gd name="T4" fmla="*/ 383 w 45"/>
                  <a:gd name="T5" fmla="*/ 21 h 31"/>
                  <a:gd name="T6" fmla="*/ 508 w 45"/>
                  <a:gd name="T7" fmla="*/ 171 h 31"/>
                  <a:gd name="T8" fmla="*/ 694 w 45"/>
                  <a:gd name="T9" fmla="*/ 388 h 31"/>
                  <a:gd name="T10" fmla="*/ 508 w 45"/>
                  <a:gd name="T11" fmla="*/ 230 h 31"/>
                  <a:gd name="T12" fmla="*/ 353 w 45"/>
                  <a:gd name="T13" fmla="*/ 137 h 31"/>
                  <a:gd name="T14" fmla="*/ 187 w 45"/>
                  <a:gd name="T15" fmla="*/ 209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31">
                    <a:moveTo>
                      <a:pt x="0" y="31"/>
                    </a:moveTo>
                    <a:cubicBezTo>
                      <a:pt x="3" y="21"/>
                      <a:pt x="8" y="13"/>
                      <a:pt x="14" y="6"/>
                    </a:cubicBezTo>
                    <a:cubicBezTo>
                      <a:pt x="17" y="3"/>
                      <a:pt x="21" y="0"/>
                      <a:pt x="25" y="1"/>
                    </a:cubicBezTo>
                    <a:cubicBezTo>
                      <a:pt x="28" y="2"/>
                      <a:pt x="31" y="7"/>
                      <a:pt x="33" y="9"/>
                    </a:cubicBezTo>
                    <a:cubicBezTo>
                      <a:pt x="36" y="13"/>
                      <a:pt x="43" y="16"/>
                      <a:pt x="45" y="20"/>
                    </a:cubicBezTo>
                    <a:cubicBezTo>
                      <a:pt x="42" y="16"/>
                      <a:pt x="36" y="15"/>
                      <a:pt x="33" y="12"/>
                    </a:cubicBezTo>
                    <a:cubicBezTo>
                      <a:pt x="29" y="10"/>
                      <a:pt x="28" y="7"/>
                      <a:pt x="23" y="7"/>
                    </a:cubicBezTo>
                    <a:cubicBezTo>
                      <a:pt x="20" y="7"/>
                      <a:pt x="12" y="8"/>
                      <a:pt x="1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1" name="Freeform 2094">
                <a:extLst>
                  <a:ext uri="{FF2B5EF4-FFF2-40B4-BE49-F238E27FC236}">
                    <a16:creationId xmlns:a16="http://schemas.microsoft.com/office/drawing/2014/main" id="{5A73B54A-C953-4CAB-A065-B06185EEB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262"/>
                <a:ext cx="87" cy="40"/>
              </a:xfrm>
              <a:custGeom>
                <a:avLst/>
                <a:gdLst>
                  <a:gd name="T0" fmla="*/ 0 w 35"/>
                  <a:gd name="T1" fmla="*/ 205 h 15"/>
                  <a:gd name="T2" fmla="*/ 308 w 35"/>
                  <a:gd name="T3" fmla="*/ 35 h 15"/>
                  <a:gd name="T4" fmla="*/ 495 w 35"/>
                  <a:gd name="T5" fmla="*/ 35 h 15"/>
                  <a:gd name="T6" fmla="*/ 524 w 35"/>
                  <a:gd name="T7" fmla="*/ 285 h 15"/>
                  <a:gd name="T8" fmla="*/ 353 w 35"/>
                  <a:gd name="T9" fmla="*/ 77 h 15"/>
                  <a:gd name="T10" fmla="*/ 259 w 35"/>
                  <a:gd name="T11" fmla="*/ 115 h 15"/>
                  <a:gd name="T12" fmla="*/ 0 w 35"/>
                  <a:gd name="T13" fmla="*/ 22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">
                    <a:moveTo>
                      <a:pt x="0" y="11"/>
                    </a:moveTo>
                    <a:cubicBezTo>
                      <a:pt x="6" y="8"/>
                      <a:pt x="13" y="4"/>
                      <a:pt x="20" y="2"/>
                    </a:cubicBezTo>
                    <a:cubicBezTo>
                      <a:pt x="23" y="1"/>
                      <a:pt x="29" y="0"/>
                      <a:pt x="32" y="2"/>
                    </a:cubicBezTo>
                    <a:cubicBezTo>
                      <a:pt x="35" y="4"/>
                      <a:pt x="34" y="11"/>
                      <a:pt x="34" y="15"/>
                    </a:cubicBezTo>
                    <a:cubicBezTo>
                      <a:pt x="31" y="10"/>
                      <a:pt x="31" y="4"/>
                      <a:pt x="23" y="4"/>
                    </a:cubicBezTo>
                    <a:cubicBezTo>
                      <a:pt x="21" y="4"/>
                      <a:pt x="19" y="5"/>
                      <a:pt x="17" y="6"/>
                    </a:cubicBezTo>
                    <a:cubicBezTo>
                      <a:pt x="14" y="6"/>
                      <a:pt x="4" y="8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2" name="Freeform 2095">
                <a:extLst>
                  <a:ext uri="{FF2B5EF4-FFF2-40B4-BE49-F238E27FC236}">
                    <a16:creationId xmlns:a16="http://schemas.microsoft.com/office/drawing/2014/main" id="{6A5CEC8A-2461-4406-9CE8-8B7A14B4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259"/>
                <a:ext cx="50" cy="83"/>
              </a:xfrm>
              <a:custGeom>
                <a:avLst/>
                <a:gdLst>
                  <a:gd name="T0" fmla="*/ 313 w 20"/>
                  <a:gd name="T1" fmla="*/ 56 h 31"/>
                  <a:gd name="T2" fmla="*/ 33 w 20"/>
                  <a:gd name="T3" fmla="*/ 78 h 31"/>
                  <a:gd name="T4" fmla="*/ 33 w 20"/>
                  <a:gd name="T5" fmla="*/ 265 h 31"/>
                  <a:gd name="T6" fmla="*/ 63 w 20"/>
                  <a:gd name="T7" fmla="*/ 594 h 31"/>
                  <a:gd name="T8" fmla="*/ 63 w 20"/>
                  <a:gd name="T9" fmla="*/ 308 h 31"/>
                  <a:gd name="T10" fmla="*/ 95 w 20"/>
                  <a:gd name="T11" fmla="*/ 137 h 31"/>
                  <a:gd name="T12" fmla="*/ 250 w 20"/>
                  <a:gd name="T13" fmla="*/ 3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1">
                    <a:moveTo>
                      <a:pt x="20" y="3"/>
                    </a:moveTo>
                    <a:cubicBezTo>
                      <a:pt x="16" y="1"/>
                      <a:pt x="5" y="0"/>
                      <a:pt x="2" y="4"/>
                    </a:cubicBezTo>
                    <a:cubicBezTo>
                      <a:pt x="0" y="7"/>
                      <a:pt x="1" y="11"/>
                      <a:pt x="2" y="14"/>
                    </a:cubicBezTo>
                    <a:cubicBezTo>
                      <a:pt x="3" y="19"/>
                      <a:pt x="4" y="26"/>
                      <a:pt x="4" y="31"/>
                    </a:cubicBezTo>
                    <a:cubicBezTo>
                      <a:pt x="3" y="26"/>
                      <a:pt x="5" y="21"/>
                      <a:pt x="4" y="16"/>
                    </a:cubicBezTo>
                    <a:cubicBezTo>
                      <a:pt x="4" y="12"/>
                      <a:pt x="4" y="10"/>
                      <a:pt x="6" y="7"/>
                    </a:cubicBezTo>
                    <a:cubicBezTo>
                      <a:pt x="9" y="3"/>
                      <a:pt x="11" y="3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3" name="Freeform 2096">
                <a:extLst>
                  <a:ext uri="{FF2B5EF4-FFF2-40B4-BE49-F238E27FC236}">
                    <a16:creationId xmlns:a16="http://schemas.microsoft.com/office/drawing/2014/main" id="{27799CD5-CC0C-4AEA-BCDC-2E5B572EB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315"/>
                <a:ext cx="98" cy="83"/>
              </a:xfrm>
              <a:custGeom>
                <a:avLst/>
                <a:gdLst>
                  <a:gd name="T0" fmla="*/ 0 w 39"/>
                  <a:gd name="T1" fmla="*/ 594 h 31"/>
                  <a:gd name="T2" fmla="*/ 271 w 39"/>
                  <a:gd name="T3" fmla="*/ 115 h 31"/>
                  <a:gd name="T4" fmla="*/ 397 w 39"/>
                  <a:gd name="T5" fmla="*/ 0 h 31"/>
                  <a:gd name="T6" fmla="*/ 618 w 39"/>
                  <a:gd name="T7" fmla="*/ 171 h 31"/>
                  <a:gd name="T8" fmla="*/ 410 w 39"/>
                  <a:gd name="T9" fmla="*/ 78 h 31"/>
                  <a:gd name="T10" fmla="*/ 304 w 39"/>
                  <a:gd name="T11" fmla="*/ 150 h 31"/>
                  <a:gd name="T12" fmla="*/ 83 w 39"/>
                  <a:gd name="T13" fmla="*/ 4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1">
                    <a:moveTo>
                      <a:pt x="0" y="31"/>
                    </a:moveTo>
                    <a:cubicBezTo>
                      <a:pt x="8" y="24"/>
                      <a:pt x="11" y="14"/>
                      <a:pt x="17" y="6"/>
                    </a:cubicBezTo>
                    <a:cubicBezTo>
                      <a:pt x="20" y="4"/>
                      <a:pt x="22" y="0"/>
                      <a:pt x="25" y="0"/>
                    </a:cubicBezTo>
                    <a:cubicBezTo>
                      <a:pt x="31" y="0"/>
                      <a:pt x="35" y="6"/>
                      <a:pt x="39" y="9"/>
                    </a:cubicBezTo>
                    <a:cubicBezTo>
                      <a:pt x="37" y="6"/>
                      <a:pt x="30" y="3"/>
                      <a:pt x="26" y="4"/>
                    </a:cubicBezTo>
                    <a:cubicBezTo>
                      <a:pt x="23" y="4"/>
                      <a:pt x="21" y="6"/>
                      <a:pt x="19" y="8"/>
                    </a:cubicBezTo>
                    <a:cubicBezTo>
                      <a:pt x="13" y="13"/>
                      <a:pt x="11" y="21"/>
                      <a:pt x="5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4" name="Freeform 2097">
                <a:extLst>
                  <a:ext uri="{FF2B5EF4-FFF2-40B4-BE49-F238E27FC236}">
                    <a16:creationId xmlns:a16="http://schemas.microsoft.com/office/drawing/2014/main" id="{3CC85311-F90B-4D59-963A-63686672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408"/>
                <a:ext cx="137" cy="56"/>
              </a:xfrm>
              <a:custGeom>
                <a:avLst/>
                <a:gdLst>
                  <a:gd name="T0" fmla="*/ 0 w 55"/>
                  <a:gd name="T1" fmla="*/ 397 h 21"/>
                  <a:gd name="T2" fmla="*/ 541 w 55"/>
                  <a:gd name="T3" fmla="*/ 56 h 21"/>
                  <a:gd name="T4" fmla="*/ 745 w 55"/>
                  <a:gd name="T5" fmla="*/ 77 h 21"/>
                  <a:gd name="T6" fmla="*/ 849 w 55"/>
                  <a:gd name="T7" fmla="*/ 320 h 21"/>
                  <a:gd name="T8" fmla="*/ 665 w 55"/>
                  <a:gd name="T9" fmla="*/ 93 h 21"/>
                  <a:gd name="T10" fmla="*/ 446 w 55"/>
                  <a:gd name="T11" fmla="*/ 171 h 21"/>
                  <a:gd name="T12" fmla="*/ 279 w 55"/>
                  <a:gd name="T13" fmla="*/ 248 h 21"/>
                  <a:gd name="T14" fmla="*/ 167 w 55"/>
                  <a:gd name="T15" fmla="*/ 30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1">
                    <a:moveTo>
                      <a:pt x="0" y="21"/>
                    </a:moveTo>
                    <a:cubicBezTo>
                      <a:pt x="12" y="15"/>
                      <a:pt x="22" y="8"/>
                      <a:pt x="35" y="3"/>
                    </a:cubicBezTo>
                    <a:cubicBezTo>
                      <a:pt x="39" y="2"/>
                      <a:pt x="44" y="0"/>
                      <a:pt x="48" y="4"/>
                    </a:cubicBezTo>
                    <a:cubicBezTo>
                      <a:pt x="51" y="6"/>
                      <a:pt x="54" y="13"/>
                      <a:pt x="55" y="17"/>
                    </a:cubicBezTo>
                    <a:cubicBezTo>
                      <a:pt x="51" y="13"/>
                      <a:pt x="50" y="7"/>
                      <a:pt x="43" y="5"/>
                    </a:cubicBezTo>
                    <a:cubicBezTo>
                      <a:pt x="39" y="4"/>
                      <a:pt x="34" y="8"/>
                      <a:pt x="29" y="9"/>
                    </a:cubicBezTo>
                    <a:cubicBezTo>
                      <a:pt x="26" y="10"/>
                      <a:pt x="22" y="12"/>
                      <a:pt x="18" y="13"/>
                    </a:cubicBezTo>
                    <a:cubicBezTo>
                      <a:pt x="15" y="13"/>
                      <a:pt x="13" y="15"/>
                      <a:pt x="1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5" name="Freeform 2098">
                <a:extLst>
                  <a:ext uri="{FF2B5EF4-FFF2-40B4-BE49-F238E27FC236}">
                    <a16:creationId xmlns:a16="http://schemas.microsoft.com/office/drawing/2014/main" id="{D6B82224-BCC2-4399-80F7-95CDC1C2C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528"/>
                <a:ext cx="132" cy="46"/>
              </a:xfrm>
              <a:custGeom>
                <a:avLst/>
                <a:gdLst>
                  <a:gd name="T0" fmla="*/ 0 w 53"/>
                  <a:gd name="T1" fmla="*/ 0 h 17"/>
                  <a:gd name="T2" fmla="*/ 229 w 53"/>
                  <a:gd name="T3" fmla="*/ 60 h 17"/>
                  <a:gd name="T4" fmla="*/ 540 w 53"/>
                  <a:gd name="T5" fmla="*/ 81 h 17"/>
                  <a:gd name="T6" fmla="*/ 745 w 53"/>
                  <a:gd name="T7" fmla="*/ 162 h 17"/>
                  <a:gd name="T8" fmla="*/ 807 w 53"/>
                  <a:gd name="T9" fmla="*/ 336 h 17"/>
                  <a:gd name="T10" fmla="*/ 433 w 53"/>
                  <a:gd name="T11" fmla="*/ 116 h 17"/>
                  <a:gd name="T12" fmla="*/ 217 w 53"/>
                  <a:gd name="T13" fmla="*/ 103 h 17"/>
                  <a:gd name="T14" fmla="*/ 0 w 53"/>
                  <a:gd name="T15" fmla="*/ 22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7">
                    <a:moveTo>
                      <a:pt x="0" y="0"/>
                    </a:moveTo>
                    <a:cubicBezTo>
                      <a:pt x="4" y="3"/>
                      <a:pt x="11" y="2"/>
                      <a:pt x="15" y="3"/>
                    </a:cubicBezTo>
                    <a:cubicBezTo>
                      <a:pt x="22" y="3"/>
                      <a:pt x="28" y="3"/>
                      <a:pt x="35" y="4"/>
                    </a:cubicBezTo>
                    <a:cubicBezTo>
                      <a:pt x="39" y="4"/>
                      <a:pt x="44" y="6"/>
                      <a:pt x="48" y="8"/>
                    </a:cubicBezTo>
                    <a:cubicBezTo>
                      <a:pt x="53" y="10"/>
                      <a:pt x="52" y="13"/>
                      <a:pt x="52" y="17"/>
                    </a:cubicBezTo>
                    <a:cubicBezTo>
                      <a:pt x="49" y="8"/>
                      <a:pt x="36" y="8"/>
                      <a:pt x="28" y="6"/>
                    </a:cubicBezTo>
                    <a:cubicBezTo>
                      <a:pt x="23" y="5"/>
                      <a:pt x="19" y="5"/>
                      <a:pt x="14" y="5"/>
                    </a:cubicBezTo>
                    <a:cubicBezTo>
                      <a:pt x="11" y="4"/>
                      <a:pt x="4" y="4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6" name="Freeform 2099">
                <a:extLst>
                  <a:ext uri="{FF2B5EF4-FFF2-40B4-BE49-F238E27FC236}">
                    <a16:creationId xmlns:a16="http://schemas.microsoft.com/office/drawing/2014/main" id="{2D76DD75-BCD0-4391-A088-6CD857301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608"/>
                <a:ext cx="68" cy="35"/>
              </a:xfrm>
              <a:custGeom>
                <a:avLst/>
                <a:gdLst>
                  <a:gd name="T0" fmla="*/ 0 w 27"/>
                  <a:gd name="T1" fmla="*/ 59 h 13"/>
                  <a:gd name="T2" fmla="*/ 335 w 27"/>
                  <a:gd name="T3" fmla="*/ 253 h 13"/>
                  <a:gd name="T4" fmla="*/ 33 w 27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3">
                    <a:moveTo>
                      <a:pt x="0" y="3"/>
                    </a:moveTo>
                    <a:cubicBezTo>
                      <a:pt x="6" y="4"/>
                      <a:pt x="27" y="0"/>
                      <a:pt x="21" y="13"/>
                    </a:cubicBezTo>
                    <a:cubicBezTo>
                      <a:pt x="21" y="4"/>
                      <a:pt x="8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7" name="Freeform 2100">
                <a:extLst>
                  <a:ext uri="{FF2B5EF4-FFF2-40B4-BE49-F238E27FC236}">
                    <a16:creationId xmlns:a16="http://schemas.microsoft.com/office/drawing/2014/main" id="{B9F2EDE7-07FA-4673-8705-07BBA1B3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475"/>
                <a:ext cx="88" cy="61"/>
              </a:xfrm>
              <a:custGeom>
                <a:avLst/>
                <a:gdLst>
                  <a:gd name="T0" fmla="*/ 33 w 35"/>
                  <a:gd name="T1" fmla="*/ 374 h 23"/>
                  <a:gd name="T2" fmla="*/ 146 w 35"/>
                  <a:gd name="T3" fmla="*/ 0 h 23"/>
                  <a:gd name="T4" fmla="*/ 367 w 35"/>
                  <a:gd name="T5" fmla="*/ 77 h 23"/>
                  <a:gd name="T6" fmla="*/ 556 w 35"/>
                  <a:gd name="T7" fmla="*/ 149 h 23"/>
                  <a:gd name="T8" fmla="*/ 146 w 35"/>
                  <a:gd name="T9" fmla="*/ 77 h 23"/>
                  <a:gd name="T10" fmla="*/ 63 w 35"/>
                  <a:gd name="T11" fmla="*/ 204 h 23"/>
                  <a:gd name="T12" fmla="*/ 33 w 35"/>
                  <a:gd name="T13" fmla="*/ 337 h 23"/>
                  <a:gd name="T14" fmla="*/ 33 w 35"/>
                  <a:gd name="T15" fmla="*/ 395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3">
                    <a:moveTo>
                      <a:pt x="2" y="20"/>
                    </a:moveTo>
                    <a:cubicBezTo>
                      <a:pt x="0" y="14"/>
                      <a:pt x="1" y="0"/>
                      <a:pt x="9" y="0"/>
                    </a:cubicBezTo>
                    <a:cubicBezTo>
                      <a:pt x="13" y="0"/>
                      <a:pt x="19" y="2"/>
                      <a:pt x="23" y="4"/>
                    </a:cubicBezTo>
                    <a:cubicBezTo>
                      <a:pt x="27" y="5"/>
                      <a:pt x="31" y="7"/>
                      <a:pt x="35" y="8"/>
                    </a:cubicBezTo>
                    <a:cubicBezTo>
                      <a:pt x="27" y="10"/>
                      <a:pt x="18" y="1"/>
                      <a:pt x="9" y="4"/>
                    </a:cubicBezTo>
                    <a:cubicBezTo>
                      <a:pt x="6" y="5"/>
                      <a:pt x="5" y="8"/>
                      <a:pt x="4" y="11"/>
                    </a:cubicBezTo>
                    <a:cubicBezTo>
                      <a:pt x="3" y="14"/>
                      <a:pt x="3" y="16"/>
                      <a:pt x="2" y="18"/>
                    </a:cubicBezTo>
                    <a:cubicBezTo>
                      <a:pt x="2" y="19"/>
                      <a:pt x="2" y="23"/>
                      <a:pt x="2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8" name="Freeform 2101">
                <a:extLst>
                  <a:ext uri="{FF2B5EF4-FFF2-40B4-BE49-F238E27FC236}">
                    <a16:creationId xmlns:a16="http://schemas.microsoft.com/office/drawing/2014/main" id="{9A22BF39-C2C6-49A6-B370-F5C79449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539"/>
                <a:ext cx="153" cy="53"/>
              </a:xfrm>
              <a:custGeom>
                <a:avLst/>
                <a:gdLst>
                  <a:gd name="T0" fmla="*/ 125 w 61"/>
                  <a:gd name="T1" fmla="*/ 294 h 20"/>
                  <a:gd name="T2" fmla="*/ 364 w 61"/>
                  <a:gd name="T3" fmla="*/ 56 h 20"/>
                  <a:gd name="T4" fmla="*/ 963 w 61"/>
                  <a:gd name="T5" fmla="*/ 0 h 20"/>
                  <a:gd name="T6" fmla="*/ 314 w 61"/>
                  <a:gd name="T7" fmla="*/ 111 h 20"/>
                  <a:gd name="T8" fmla="*/ 176 w 61"/>
                  <a:gd name="T9" fmla="*/ 37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20">
                    <a:moveTo>
                      <a:pt x="8" y="16"/>
                    </a:moveTo>
                    <a:cubicBezTo>
                      <a:pt x="0" y="6"/>
                      <a:pt x="16" y="4"/>
                      <a:pt x="23" y="3"/>
                    </a:cubicBezTo>
                    <a:cubicBezTo>
                      <a:pt x="36" y="3"/>
                      <a:pt x="49" y="0"/>
                      <a:pt x="61" y="0"/>
                    </a:cubicBezTo>
                    <a:cubicBezTo>
                      <a:pt x="48" y="2"/>
                      <a:pt x="33" y="3"/>
                      <a:pt x="20" y="6"/>
                    </a:cubicBezTo>
                    <a:cubicBezTo>
                      <a:pt x="13" y="8"/>
                      <a:pt x="6" y="12"/>
                      <a:pt x="1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9" name="Freeform 2102">
                <a:extLst>
                  <a:ext uri="{FF2B5EF4-FFF2-40B4-BE49-F238E27FC236}">
                    <a16:creationId xmlns:a16="http://schemas.microsoft.com/office/drawing/2014/main" id="{F824721C-7DE1-45C2-B0EE-58E56F914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74"/>
                <a:ext cx="143" cy="117"/>
              </a:xfrm>
              <a:custGeom>
                <a:avLst/>
                <a:gdLst>
                  <a:gd name="T0" fmla="*/ 95 w 57"/>
                  <a:gd name="T1" fmla="*/ 771 h 44"/>
                  <a:gd name="T2" fmla="*/ 63 w 57"/>
                  <a:gd name="T3" fmla="*/ 524 h 44"/>
                  <a:gd name="T4" fmla="*/ 283 w 57"/>
                  <a:gd name="T5" fmla="*/ 303 h 44"/>
                  <a:gd name="T6" fmla="*/ 901 w 57"/>
                  <a:gd name="T7" fmla="*/ 0 h 44"/>
                  <a:gd name="T8" fmla="*/ 534 w 57"/>
                  <a:gd name="T9" fmla="*/ 226 h 44"/>
                  <a:gd name="T10" fmla="*/ 271 w 57"/>
                  <a:gd name="T11" fmla="*/ 417 h 44"/>
                  <a:gd name="T12" fmla="*/ 95 w 57"/>
                  <a:gd name="T13" fmla="*/ 601 h 44"/>
                  <a:gd name="T14" fmla="*/ 146 w 57"/>
                  <a:gd name="T15" fmla="*/ 82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4">
                    <a:moveTo>
                      <a:pt x="6" y="41"/>
                    </a:moveTo>
                    <a:cubicBezTo>
                      <a:pt x="3" y="36"/>
                      <a:pt x="0" y="33"/>
                      <a:pt x="4" y="28"/>
                    </a:cubicBezTo>
                    <a:cubicBezTo>
                      <a:pt x="8" y="23"/>
                      <a:pt x="13" y="20"/>
                      <a:pt x="18" y="16"/>
                    </a:cubicBezTo>
                    <a:cubicBezTo>
                      <a:pt x="30" y="9"/>
                      <a:pt x="45" y="6"/>
                      <a:pt x="57" y="0"/>
                    </a:cubicBezTo>
                    <a:cubicBezTo>
                      <a:pt x="49" y="4"/>
                      <a:pt x="42" y="8"/>
                      <a:pt x="34" y="12"/>
                    </a:cubicBezTo>
                    <a:cubicBezTo>
                      <a:pt x="28" y="15"/>
                      <a:pt x="23" y="18"/>
                      <a:pt x="17" y="22"/>
                    </a:cubicBezTo>
                    <a:cubicBezTo>
                      <a:pt x="13" y="24"/>
                      <a:pt x="8" y="27"/>
                      <a:pt x="6" y="32"/>
                    </a:cubicBezTo>
                    <a:cubicBezTo>
                      <a:pt x="5" y="36"/>
                      <a:pt x="6" y="41"/>
                      <a:pt x="9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0" name="Freeform 2103">
                <a:extLst>
                  <a:ext uri="{FF2B5EF4-FFF2-40B4-BE49-F238E27FC236}">
                    <a16:creationId xmlns:a16="http://schemas.microsoft.com/office/drawing/2014/main" id="{07169517-A6FD-4DD2-AEF8-EDB5397C1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582"/>
                <a:ext cx="45" cy="130"/>
              </a:xfrm>
              <a:custGeom>
                <a:avLst/>
                <a:gdLst>
                  <a:gd name="T0" fmla="*/ 283 w 18"/>
                  <a:gd name="T1" fmla="*/ 0 h 49"/>
                  <a:gd name="T2" fmla="*/ 145 w 18"/>
                  <a:gd name="T3" fmla="*/ 430 h 49"/>
                  <a:gd name="T4" fmla="*/ 50 w 18"/>
                  <a:gd name="T5" fmla="*/ 915 h 49"/>
                  <a:gd name="T6" fmla="*/ 188 w 18"/>
                  <a:gd name="T7" fmla="*/ 395 h 49"/>
                  <a:gd name="T8" fmla="*/ 283 w 18"/>
                  <a:gd name="T9" fmla="*/ 2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9">
                    <a:moveTo>
                      <a:pt x="18" y="0"/>
                    </a:moveTo>
                    <a:cubicBezTo>
                      <a:pt x="14" y="7"/>
                      <a:pt x="12" y="16"/>
                      <a:pt x="9" y="23"/>
                    </a:cubicBezTo>
                    <a:cubicBezTo>
                      <a:pt x="7" y="30"/>
                      <a:pt x="0" y="42"/>
                      <a:pt x="3" y="49"/>
                    </a:cubicBezTo>
                    <a:cubicBezTo>
                      <a:pt x="5" y="39"/>
                      <a:pt x="10" y="31"/>
                      <a:pt x="12" y="21"/>
                    </a:cubicBezTo>
                    <a:cubicBezTo>
                      <a:pt x="14" y="15"/>
                      <a:pt x="17" y="8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1" name="Freeform 2104">
                <a:extLst>
                  <a:ext uri="{FF2B5EF4-FFF2-40B4-BE49-F238E27FC236}">
                    <a16:creationId xmlns:a16="http://schemas.microsoft.com/office/drawing/2014/main" id="{47320536-533C-44E5-A184-F2369120D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358"/>
                <a:ext cx="23" cy="104"/>
              </a:xfrm>
              <a:custGeom>
                <a:avLst/>
                <a:gdLst>
                  <a:gd name="T0" fmla="*/ 118 w 9"/>
                  <a:gd name="T1" fmla="*/ 77 h 39"/>
                  <a:gd name="T2" fmla="*/ 130 w 9"/>
                  <a:gd name="T3" fmla="*/ 320 h 39"/>
                  <a:gd name="T4" fmla="*/ 151 w 9"/>
                  <a:gd name="T5" fmla="*/ 547 h 39"/>
                  <a:gd name="T6" fmla="*/ 118 w 9"/>
                  <a:gd name="T7" fmla="*/ 704 h 39"/>
                  <a:gd name="T8" fmla="*/ 0 w 9"/>
                  <a:gd name="T9" fmla="*/ 627 h 39"/>
                  <a:gd name="T10" fmla="*/ 84 w 9"/>
                  <a:gd name="T11" fmla="*/ 605 h 39"/>
                  <a:gd name="T12" fmla="*/ 84 w 9"/>
                  <a:gd name="T13" fmla="*/ 376 h 39"/>
                  <a:gd name="T14" fmla="*/ 97 w 9"/>
                  <a:gd name="T15" fmla="*/ 171 h 39"/>
                  <a:gd name="T16" fmla="*/ 97 w 9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39">
                    <a:moveTo>
                      <a:pt x="7" y="4"/>
                    </a:moveTo>
                    <a:cubicBezTo>
                      <a:pt x="8" y="9"/>
                      <a:pt x="7" y="13"/>
                      <a:pt x="8" y="17"/>
                    </a:cubicBezTo>
                    <a:cubicBezTo>
                      <a:pt x="8" y="21"/>
                      <a:pt x="9" y="25"/>
                      <a:pt x="9" y="29"/>
                    </a:cubicBezTo>
                    <a:cubicBezTo>
                      <a:pt x="9" y="31"/>
                      <a:pt x="9" y="36"/>
                      <a:pt x="7" y="37"/>
                    </a:cubicBezTo>
                    <a:cubicBezTo>
                      <a:pt x="4" y="39"/>
                      <a:pt x="2" y="34"/>
                      <a:pt x="0" y="33"/>
                    </a:cubicBezTo>
                    <a:cubicBezTo>
                      <a:pt x="2" y="35"/>
                      <a:pt x="4" y="34"/>
                      <a:pt x="5" y="32"/>
                    </a:cubicBezTo>
                    <a:cubicBezTo>
                      <a:pt x="7" y="28"/>
                      <a:pt x="5" y="24"/>
                      <a:pt x="5" y="20"/>
                    </a:cubicBezTo>
                    <a:cubicBezTo>
                      <a:pt x="5" y="16"/>
                      <a:pt x="5" y="13"/>
                      <a:pt x="6" y="9"/>
                    </a:cubicBezTo>
                    <a:cubicBezTo>
                      <a:pt x="6" y="6"/>
                      <a:pt x="5" y="3"/>
                      <a:pt x="6" y="0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2" name="Freeform 2105">
                <a:extLst>
                  <a:ext uri="{FF2B5EF4-FFF2-40B4-BE49-F238E27FC236}">
                    <a16:creationId xmlns:a16="http://schemas.microsoft.com/office/drawing/2014/main" id="{BBF65E14-92D3-4134-86C7-E27023044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326"/>
                <a:ext cx="65" cy="130"/>
              </a:xfrm>
              <a:custGeom>
                <a:avLst/>
                <a:gdLst>
                  <a:gd name="T0" fmla="*/ 0 w 26"/>
                  <a:gd name="T1" fmla="*/ 894 h 49"/>
                  <a:gd name="T2" fmla="*/ 20 w 26"/>
                  <a:gd name="T3" fmla="*/ 915 h 49"/>
                  <a:gd name="T4" fmla="*/ 83 w 26"/>
                  <a:gd name="T5" fmla="*/ 767 h 49"/>
                  <a:gd name="T6" fmla="*/ 145 w 26"/>
                  <a:gd name="T7" fmla="*/ 541 h 49"/>
                  <a:gd name="T8" fmla="*/ 300 w 26"/>
                  <a:gd name="T9" fmla="*/ 281 h 49"/>
                  <a:gd name="T10" fmla="*/ 408 w 26"/>
                  <a:gd name="T11" fmla="*/ 0 h 49"/>
                  <a:gd name="T12" fmla="*/ 220 w 26"/>
                  <a:gd name="T13" fmla="*/ 281 h 49"/>
                  <a:gd name="T14" fmla="*/ 95 w 26"/>
                  <a:gd name="T15" fmla="*/ 507 h 49"/>
                  <a:gd name="T16" fmla="*/ 33 w 26"/>
                  <a:gd name="T17" fmla="*/ 724 h 49"/>
                  <a:gd name="T18" fmla="*/ 0 w 26"/>
                  <a:gd name="T19" fmla="*/ 881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49">
                    <a:moveTo>
                      <a:pt x="0" y="48"/>
                    </a:moveTo>
                    <a:cubicBezTo>
                      <a:pt x="0" y="49"/>
                      <a:pt x="0" y="49"/>
                      <a:pt x="1" y="49"/>
                    </a:cubicBezTo>
                    <a:cubicBezTo>
                      <a:pt x="3" y="48"/>
                      <a:pt x="4" y="43"/>
                      <a:pt x="5" y="41"/>
                    </a:cubicBezTo>
                    <a:cubicBezTo>
                      <a:pt x="5" y="36"/>
                      <a:pt x="7" y="33"/>
                      <a:pt x="9" y="29"/>
                    </a:cubicBezTo>
                    <a:cubicBezTo>
                      <a:pt x="12" y="25"/>
                      <a:pt x="16" y="20"/>
                      <a:pt x="19" y="15"/>
                    </a:cubicBezTo>
                    <a:cubicBezTo>
                      <a:pt x="22" y="10"/>
                      <a:pt x="23" y="5"/>
                      <a:pt x="26" y="0"/>
                    </a:cubicBezTo>
                    <a:cubicBezTo>
                      <a:pt x="22" y="5"/>
                      <a:pt x="19" y="10"/>
                      <a:pt x="14" y="15"/>
                    </a:cubicBezTo>
                    <a:cubicBezTo>
                      <a:pt x="11" y="19"/>
                      <a:pt x="8" y="23"/>
                      <a:pt x="6" y="27"/>
                    </a:cubicBezTo>
                    <a:cubicBezTo>
                      <a:pt x="4" y="31"/>
                      <a:pt x="2" y="35"/>
                      <a:pt x="2" y="39"/>
                    </a:cubicBezTo>
                    <a:cubicBezTo>
                      <a:pt x="2" y="41"/>
                      <a:pt x="2" y="46"/>
                      <a:pt x="0" y="47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3" name="Freeform 2106">
                <a:extLst>
                  <a:ext uri="{FF2B5EF4-FFF2-40B4-BE49-F238E27FC236}">
                    <a16:creationId xmlns:a16="http://schemas.microsoft.com/office/drawing/2014/main" id="{8F6A6F37-1E7E-4952-B69A-C61596AA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419"/>
                <a:ext cx="85" cy="53"/>
              </a:xfrm>
              <a:custGeom>
                <a:avLst/>
                <a:gdLst>
                  <a:gd name="T0" fmla="*/ 0 w 34"/>
                  <a:gd name="T1" fmla="*/ 294 h 20"/>
                  <a:gd name="T2" fmla="*/ 63 w 34"/>
                  <a:gd name="T3" fmla="*/ 337 h 20"/>
                  <a:gd name="T4" fmla="*/ 188 w 34"/>
                  <a:gd name="T5" fmla="*/ 225 h 20"/>
                  <a:gd name="T6" fmla="*/ 533 w 34"/>
                  <a:gd name="T7" fmla="*/ 0 h 20"/>
                  <a:gd name="T8" fmla="*/ 220 w 34"/>
                  <a:gd name="T9" fmla="*/ 170 h 20"/>
                  <a:gd name="T10" fmla="*/ 20 w 34"/>
                  <a:gd name="T11" fmla="*/ 29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0">
                    <a:moveTo>
                      <a:pt x="0" y="16"/>
                    </a:moveTo>
                    <a:cubicBezTo>
                      <a:pt x="0" y="20"/>
                      <a:pt x="2" y="20"/>
                      <a:pt x="4" y="18"/>
                    </a:cubicBezTo>
                    <a:cubicBezTo>
                      <a:pt x="7" y="16"/>
                      <a:pt x="10" y="14"/>
                      <a:pt x="12" y="12"/>
                    </a:cubicBezTo>
                    <a:cubicBezTo>
                      <a:pt x="20" y="8"/>
                      <a:pt x="26" y="3"/>
                      <a:pt x="34" y="0"/>
                    </a:cubicBezTo>
                    <a:cubicBezTo>
                      <a:pt x="28" y="1"/>
                      <a:pt x="20" y="6"/>
                      <a:pt x="14" y="9"/>
                    </a:cubicBezTo>
                    <a:cubicBezTo>
                      <a:pt x="12" y="10"/>
                      <a:pt x="3" y="19"/>
                      <a:pt x="1" y="16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4" name="Freeform 2107">
                <a:extLst>
                  <a:ext uri="{FF2B5EF4-FFF2-40B4-BE49-F238E27FC236}">
                    <a16:creationId xmlns:a16="http://schemas.microsoft.com/office/drawing/2014/main" id="{BDE1BD06-3B8E-45F1-9DAE-79235569B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494"/>
                <a:ext cx="185" cy="32"/>
              </a:xfrm>
              <a:custGeom>
                <a:avLst/>
                <a:gdLst>
                  <a:gd name="T0" fmla="*/ 0 w 74"/>
                  <a:gd name="T1" fmla="*/ 0 h 12"/>
                  <a:gd name="T2" fmla="*/ 83 w 74"/>
                  <a:gd name="T3" fmla="*/ 77 h 12"/>
                  <a:gd name="T4" fmla="*/ 270 w 74"/>
                  <a:gd name="T5" fmla="*/ 77 h 12"/>
                  <a:gd name="T6" fmla="*/ 708 w 74"/>
                  <a:gd name="T7" fmla="*/ 115 h 12"/>
                  <a:gd name="T8" fmla="*/ 1033 w 74"/>
                  <a:gd name="T9" fmla="*/ 192 h 12"/>
                  <a:gd name="T10" fmla="*/ 1125 w 74"/>
                  <a:gd name="T11" fmla="*/ 192 h 12"/>
                  <a:gd name="T12" fmla="*/ 1145 w 74"/>
                  <a:gd name="T13" fmla="*/ 56 h 12"/>
                  <a:gd name="T14" fmla="*/ 1083 w 74"/>
                  <a:gd name="T15" fmla="*/ 136 h 12"/>
                  <a:gd name="T16" fmla="*/ 895 w 74"/>
                  <a:gd name="T17" fmla="*/ 93 h 12"/>
                  <a:gd name="T18" fmla="*/ 500 w 74"/>
                  <a:gd name="T19" fmla="*/ 56 h 12"/>
                  <a:gd name="T20" fmla="*/ 208 w 74"/>
                  <a:gd name="T21" fmla="*/ 56 h 12"/>
                  <a:gd name="T22" fmla="*/ 20 w 74"/>
                  <a:gd name="T23" fmla="*/ 35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12">
                    <a:moveTo>
                      <a:pt x="0" y="0"/>
                    </a:moveTo>
                    <a:cubicBezTo>
                      <a:pt x="0" y="4"/>
                      <a:pt x="2" y="4"/>
                      <a:pt x="5" y="4"/>
                    </a:cubicBezTo>
                    <a:cubicBezTo>
                      <a:pt x="9" y="5"/>
                      <a:pt x="13" y="4"/>
                      <a:pt x="17" y="4"/>
                    </a:cubicBezTo>
                    <a:cubicBezTo>
                      <a:pt x="26" y="5"/>
                      <a:pt x="36" y="5"/>
                      <a:pt x="45" y="6"/>
                    </a:cubicBezTo>
                    <a:cubicBezTo>
                      <a:pt x="53" y="7"/>
                      <a:pt x="59" y="8"/>
                      <a:pt x="66" y="10"/>
                    </a:cubicBezTo>
                    <a:cubicBezTo>
                      <a:pt x="68" y="11"/>
                      <a:pt x="70" y="12"/>
                      <a:pt x="72" y="10"/>
                    </a:cubicBezTo>
                    <a:cubicBezTo>
                      <a:pt x="74" y="9"/>
                      <a:pt x="74" y="5"/>
                      <a:pt x="73" y="3"/>
                    </a:cubicBezTo>
                    <a:cubicBezTo>
                      <a:pt x="72" y="5"/>
                      <a:pt x="73" y="7"/>
                      <a:pt x="69" y="7"/>
                    </a:cubicBezTo>
                    <a:cubicBezTo>
                      <a:pt x="65" y="8"/>
                      <a:pt x="61" y="6"/>
                      <a:pt x="57" y="5"/>
                    </a:cubicBezTo>
                    <a:cubicBezTo>
                      <a:pt x="49" y="3"/>
                      <a:pt x="40" y="2"/>
                      <a:pt x="32" y="3"/>
                    </a:cubicBezTo>
                    <a:cubicBezTo>
                      <a:pt x="25" y="3"/>
                      <a:pt x="19" y="3"/>
                      <a:pt x="13" y="3"/>
                    </a:cubicBezTo>
                    <a:cubicBezTo>
                      <a:pt x="10" y="3"/>
                      <a:pt x="3" y="5"/>
                      <a:pt x="1" y="2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5" name="Freeform 2108">
                <a:extLst>
                  <a:ext uri="{FF2B5EF4-FFF2-40B4-BE49-F238E27FC236}">
                    <a16:creationId xmlns:a16="http://schemas.microsoft.com/office/drawing/2014/main" id="{6E06AAE9-653C-4281-BF6C-051272239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74"/>
                <a:ext cx="122" cy="29"/>
              </a:xfrm>
              <a:custGeom>
                <a:avLst/>
                <a:gdLst>
                  <a:gd name="T0" fmla="*/ 0 w 49"/>
                  <a:gd name="T1" fmla="*/ 0 h 11"/>
                  <a:gd name="T2" fmla="*/ 167 w 49"/>
                  <a:gd name="T3" fmla="*/ 124 h 11"/>
                  <a:gd name="T4" fmla="*/ 466 w 49"/>
                  <a:gd name="T5" fmla="*/ 145 h 11"/>
                  <a:gd name="T6" fmla="*/ 632 w 49"/>
                  <a:gd name="T7" fmla="*/ 182 h 11"/>
                  <a:gd name="T8" fmla="*/ 712 w 49"/>
                  <a:gd name="T9" fmla="*/ 200 h 11"/>
                  <a:gd name="T10" fmla="*/ 757 w 49"/>
                  <a:gd name="T11" fmla="*/ 124 h 11"/>
                  <a:gd name="T12" fmla="*/ 695 w 49"/>
                  <a:gd name="T13" fmla="*/ 166 h 11"/>
                  <a:gd name="T14" fmla="*/ 590 w 49"/>
                  <a:gd name="T15" fmla="*/ 124 h 11"/>
                  <a:gd name="T16" fmla="*/ 321 w 49"/>
                  <a:gd name="T17" fmla="*/ 111 h 11"/>
                  <a:gd name="T18" fmla="*/ 154 w 49"/>
                  <a:gd name="T19" fmla="*/ 111 h 11"/>
                  <a:gd name="T20" fmla="*/ 30 w 49"/>
                  <a:gd name="T21" fmla="*/ 2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11">
                    <a:moveTo>
                      <a:pt x="0" y="0"/>
                    </a:moveTo>
                    <a:cubicBezTo>
                      <a:pt x="4" y="3"/>
                      <a:pt x="5" y="7"/>
                      <a:pt x="11" y="7"/>
                    </a:cubicBezTo>
                    <a:cubicBezTo>
                      <a:pt x="17" y="7"/>
                      <a:pt x="24" y="8"/>
                      <a:pt x="30" y="8"/>
                    </a:cubicBezTo>
                    <a:cubicBezTo>
                      <a:pt x="33" y="9"/>
                      <a:pt x="37" y="9"/>
                      <a:pt x="41" y="10"/>
                    </a:cubicBezTo>
                    <a:cubicBezTo>
                      <a:pt x="43" y="10"/>
                      <a:pt x="44" y="11"/>
                      <a:pt x="46" y="11"/>
                    </a:cubicBezTo>
                    <a:cubicBezTo>
                      <a:pt x="48" y="10"/>
                      <a:pt x="48" y="8"/>
                      <a:pt x="49" y="7"/>
                    </a:cubicBezTo>
                    <a:cubicBezTo>
                      <a:pt x="48" y="7"/>
                      <a:pt x="47" y="9"/>
                      <a:pt x="45" y="9"/>
                    </a:cubicBezTo>
                    <a:cubicBezTo>
                      <a:pt x="43" y="9"/>
                      <a:pt x="40" y="8"/>
                      <a:pt x="38" y="7"/>
                    </a:cubicBezTo>
                    <a:cubicBezTo>
                      <a:pt x="32" y="6"/>
                      <a:pt x="27" y="6"/>
                      <a:pt x="21" y="6"/>
                    </a:cubicBezTo>
                    <a:cubicBezTo>
                      <a:pt x="17" y="6"/>
                      <a:pt x="13" y="7"/>
                      <a:pt x="10" y="6"/>
                    </a:cubicBezTo>
                    <a:cubicBezTo>
                      <a:pt x="8" y="5"/>
                      <a:pt x="2" y="3"/>
                      <a:pt x="2" y="1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6" name="Freeform 2109">
                <a:extLst>
                  <a:ext uri="{FF2B5EF4-FFF2-40B4-BE49-F238E27FC236}">
                    <a16:creationId xmlns:a16="http://schemas.microsoft.com/office/drawing/2014/main" id="{15E51811-DE1B-4E88-BBB2-54076FA4A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640"/>
                <a:ext cx="33" cy="27"/>
              </a:xfrm>
              <a:custGeom>
                <a:avLst/>
                <a:gdLst>
                  <a:gd name="T0" fmla="*/ 0 w 13"/>
                  <a:gd name="T1" fmla="*/ 0 h 10"/>
                  <a:gd name="T2" fmla="*/ 84 w 13"/>
                  <a:gd name="T3" fmla="*/ 159 h 10"/>
                  <a:gd name="T4" fmla="*/ 213 w 13"/>
                  <a:gd name="T5" fmla="*/ 138 h 10"/>
                  <a:gd name="T6" fmla="*/ 0 w 13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1" y="3"/>
                      <a:pt x="3" y="7"/>
                      <a:pt x="5" y="8"/>
                    </a:cubicBezTo>
                    <a:cubicBezTo>
                      <a:pt x="7" y="10"/>
                      <a:pt x="11" y="9"/>
                      <a:pt x="13" y="7"/>
                    </a:cubicBezTo>
                    <a:cubicBezTo>
                      <a:pt x="5" y="10"/>
                      <a:pt x="6" y="4"/>
                      <a:pt x="0" y="1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7" name="Freeform 2110">
                <a:extLst>
                  <a:ext uri="{FF2B5EF4-FFF2-40B4-BE49-F238E27FC236}">
                    <a16:creationId xmlns:a16="http://schemas.microsoft.com/office/drawing/2014/main" id="{D88C482F-851E-47FC-8F4E-2497F31F6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662"/>
                <a:ext cx="105" cy="77"/>
              </a:xfrm>
              <a:custGeom>
                <a:avLst/>
                <a:gdLst>
                  <a:gd name="T0" fmla="*/ 0 w 42"/>
                  <a:gd name="T1" fmla="*/ 149 h 29"/>
                  <a:gd name="T2" fmla="*/ 83 w 42"/>
                  <a:gd name="T3" fmla="*/ 465 h 29"/>
                  <a:gd name="T4" fmla="*/ 345 w 42"/>
                  <a:gd name="T5" fmla="*/ 396 h 29"/>
                  <a:gd name="T6" fmla="*/ 550 w 42"/>
                  <a:gd name="T7" fmla="*/ 0 h 29"/>
                  <a:gd name="T8" fmla="*/ 470 w 42"/>
                  <a:gd name="T9" fmla="*/ 204 h 29"/>
                  <a:gd name="T10" fmla="*/ 250 w 42"/>
                  <a:gd name="T11" fmla="*/ 396 h 29"/>
                  <a:gd name="T12" fmla="*/ 95 w 42"/>
                  <a:gd name="T13" fmla="*/ 337 h 29"/>
                  <a:gd name="T14" fmla="*/ 20 w 42"/>
                  <a:gd name="T15" fmla="*/ 17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0" y="8"/>
                    </a:moveTo>
                    <a:cubicBezTo>
                      <a:pt x="2" y="13"/>
                      <a:pt x="1" y="21"/>
                      <a:pt x="5" y="25"/>
                    </a:cubicBezTo>
                    <a:cubicBezTo>
                      <a:pt x="10" y="29"/>
                      <a:pt x="18" y="24"/>
                      <a:pt x="22" y="21"/>
                    </a:cubicBezTo>
                    <a:cubicBezTo>
                      <a:pt x="28" y="17"/>
                      <a:pt x="42" y="9"/>
                      <a:pt x="35" y="0"/>
                    </a:cubicBezTo>
                    <a:cubicBezTo>
                      <a:pt x="35" y="6"/>
                      <a:pt x="34" y="8"/>
                      <a:pt x="30" y="11"/>
                    </a:cubicBezTo>
                    <a:cubicBezTo>
                      <a:pt x="26" y="14"/>
                      <a:pt x="21" y="18"/>
                      <a:pt x="16" y="21"/>
                    </a:cubicBezTo>
                    <a:cubicBezTo>
                      <a:pt x="12" y="23"/>
                      <a:pt x="9" y="22"/>
                      <a:pt x="6" y="18"/>
                    </a:cubicBezTo>
                    <a:cubicBezTo>
                      <a:pt x="4" y="16"/>
                      <a:pt x="4" y="11"/>
                      <a:pt x="1" y="9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8" name="Freeform 2111">
                <a:extLst>
                  <a:ext uri="{FF2B5EF4-FFF2-40B4-BE49-F238E27FC236}">
                    <a16:creationId xmlns:a16="http://schemas.microsoft.com/office/drawing/2014/main" id="{7F8EA257-FB26-4340-AEA9-7A46965F9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656"/>
                <a:ext cx="83" cy="102"/>
              </a:xfrm>
              <a:custGeom>
                <a:avLst/>
                <a:gdLst>
                  <a:gd name="T0" fmla="*/ 20 w 33"/>
                  <a:gd name="T1" fmla="*/ 698 h 38"/>
                  <a:gd name="T2" fmla="*/ 254 w 33"/>
                  <a:gd name="T3" fmla="*/ 698 h 38"/>
                  <a:gd name="T4" fmla="*/ 443 w 33"/>
                  <a:gd name="T5" fmla="*/ 642 h 38"/>
                  <a:gd name="T6" fmla="*/ 493 w 33"/>
                  <a:gd name="T7" fmla="*/ 389 h 38"/>
                  <a:gd name="T8" fmla="*/ 463 w 33"/>
                  <a:gd name="T9" fmla="*/ 137 h 38"/>
                  <a:gd name="T10" fmla="*/ 430 w 33"/>
                  <a:gd name="T11" fmla="*/ 0 h 38"/>
                  <a:gd name="T12" fmla="*/ 443 w 33"/>
                  <a:gd name="T13" fmla="*/ 346 h 38"/>
                  <a:gd name="T14" fmla="*/ 380 w 33"/>
                  <a:gd name="T15" fmla="*/ 620 h 38"/>
                  <a:gd name="T16" fmla="*/ 189 w 33"/>
                  <a:gd name="T17" fmla="*/ 676 h 38"/>
                  <a:gd name="T18" fmla="*/ 96 w 33"/>
                  <a:gd name="T19" fmla="*/ 698 h 38"/>
                  <a:gd name="T20" fmla="*/ 0 w 33"/>
                  <a:gd name="T21" fmla="*/ 698 h 38"/>
                  <a:gd name="T22" fmla="*/ 0 w 33"/>
                  <a:gd name="T23" fmla="*/ 676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8">
                    <a:moveTo>
                      <a:pt x="1" y="36"/>
                    </a:moveTo>
                    <a:cubicBezTo>
                      <a:pt x="5" y="38"/>
                      <a:pt x="11" y="37"/>
                      <a:pt x="16" y="36"/>
                    </a:cubicBezTo>
                    <a:cubicBezTo>
                      <a:pt x="20" y="36"/>
                      <a:pt x="25" y="35"/>
                      <a:pt x="28" y="33"/>
                    </a:cubicBezTo>
                    <a:cubicBezTo>
                      <a:pt x="33" y="31"/>
                      <a:pt x="31" y="24"/>
                      <a:pt x="31" y="20"/>
                    </a:cubicBezTo>
                    <a:cubicBezTo>
                      <a:pt x="30" y="16"/>
                      <a:pt x="29" y="12"/>
                      <a:pt x="29" y="7"/>
                    </a:cubicBezTo>
                    <a:cubicBezTo>
                      <a:pt x="28" y="5"/>
                      <a:pt x="27" y="3"/>
                      <a:pt x="27" y="0"/>
                    </a:cubicBezTo>
                    <a:cubicBezTo>
                      <a:pt x="27" y="6"/>
                      <a:pt x="28" y="12"/>
                      <a:pt x="28" y="18"/>
                    </a:cubicBezTo>
                    <a:cubicBezTo>
                      <a:pt x="28" y="23"/>
                      <a:pt x="29" y="28"/>
                      <a:pt x="24" y="32"/>
                    </a:cubicBezTo>
                    <a:cubicBezTo>
                      <a:pt x="21" y="34"/>
                      <a:pt x="16" y="34"/>
                      <a:pt x="12" y="35"/>
                    </a:cubicBezTo>
                    <a:cubicBezTo>
                      <a:pt x="10" y="35"/>
                      <a:pt x="8" y="36"/>
                      <a:pt x="6" y="36"/>
                    </a:cubicBezTo>
                    <a:cubicBezTo>
                      <a:pt x="4" y="36"/>
                      <a:pt x="2" y="35"/>
                      <a:pt x="0" y="36"/>
                    </a:cubicBezTo>
                    <a:cubicBezTo>
                      <a:pt x="0" y="35"/>
                      <a:pt x="0" y="35"/>
                      <a:pt x="0" y="35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9" name="Freeform 2112">
                <a:extLst>
                  <a:ext uri="{FF2B5EF4-FFF2-40B4-BE49-F238E27FC236}">
                    <a16:creationId xmlns:a16="http://schemas.microsoft.com/office/drawing/2014/main" id="{1FC761A9-9817-4290-9FB7-513573DA3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648"/>
                <a:ext cx="88" cy="88"/>
              </a:xfrm>
              <a:custGeom>
                <a:avLst/>
                <a:gdLst>
                  <a:gd name="T0" fmla="*/ 0 w 35"/>
                  <a:gd name="T1" fmla="*/ 397 h 33"/>
                  <a:gd name="T2" fmla="*/ 189 w 35"/>
                  <a:gd name="T3" fmla="*/ 568 h 33"/>
                  <a:gd name="T4" fmla="*/ 380 w 35"/>
                  <a:gd name="T5" fmla="*/ 605 h 33"/>
                  <a:gd name="T6" fmla="*/ 430 w 35"/>
                  <a:gd name="T7" fmla="*/ 397 h 33"/>
                  <a:gd name="T8" fmla="*/ 475 w 35"/>
                  <a:gd name="T9" fmla="*/ 227 h 33"/>
                  <a:gd name="T10" fmla="*/ 556 w 35"/>
                  <a:gd name="T11" fmla="*/ 0 h 33"/>
                  <a:gd name="T12" fmla="*/ 410 w 35"/>
                  <a:gd name="T13" fmla="*/ 264 h 33"/>
                  <a:gd name="T14" fmla="*/ 334 w 35"/>
                  <a:gd name="T15" fmla="*/ 491 h 33"/>
                  <a:gd name="T16" fmla="*/ 146 w 35"/>
                  <a:gd name="T17" fmla="*/ 491 h 33"/>
                  <a:gd name="T18" fmla="*/ 20 w 35"/>
                  <a:gd name="T19" fmla="*/ 397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3">
                    <a:moveTo>
                      <a:pt x="0" y="21"/>
                    </a:moveTo>
                    <a:cubicBezTo>
                      <a:pt x="4" y="24"/>
                      <a:pt x="7" y="28"/>
                      <a:pt x="12" y="30"/>
                    </a:cubicBezTo>
                    <a:cubicBezTo>
                      <a:pt x="15" y="31"/>
                      <a:pt x="21" y="33"/>
                      <a:pt x="24" y="32"/>
                    </a:cubicBezTo>
                    <a:cubicBezTo>
                      <a:pt x="27" y="30"/>
                      <a:pt x="27" y="24"/>
                      <a:pt x="27" y="21"/>
                    </a:cubicBezTo>
                    <a:cubicBezTo>
                      <a:pt x="28" y="18"/>
                      <a:pt x="29" y="15"/>
                      <a:pt x="30" y="12"/>
                    </a:cubicBezTo>
                    <a:cubicBezTo>
                      <a:pt x="32" y="8"/>
                      <a:pt x="34" y="4"/>
                      <a:pt x="35" y="0"/>
                    </a:cubicBezTo>
                    <a:cubicBezTo>
                      <a:pt x="32" y="4"/>
                      <a:pt x="29" y="9"/>
                      <a:pt x="26" y="14"/>
                    </a:cubicBezTo>
                    <a:cubicBezTo>
                      <a:pt x="24" y="17"/>
                      <a:pt x="24" y="23"/>
                      <a:pt x="21" y="26"/>
                    </a:cubicBezTo>
                    <a:cubicBezTo>
                      <a:pt x="17" y="29"/>
                      <a:pt x="13" y="28"/>
                      <a:pt x="9" y="26"/>
                    </a:cubicBezTo>
                    <a:cubicBezTo>
                      <a:pt x="7" y="25"/>
                      <a:pt x="1" y="24"/>
                      <a:pt x="1" y="21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0" name="Freeform 2113">
                <a:extLst>
                  <a:ext uri="{FF2B5EF4-FFF2-40B4-BE49-F238E27FC236}">
                    <a16:creationId xmlns:a16="http://schemas.microsoft.com/office/drawing/2014/main" id="{B52D999F-343B-45BB-8F5A-A001A8EA4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584"/>
                <a:ext cx="85" cy="40"/>
              </a:xfrm>
              <a:custGeom>
                <a:avLst/>
                <a:gdLst>
                  <a:gd name="T0" fmla="*/ 20 w 34"/>
                  <a:gd name="T1" fmla="*/ 192 h 15"/>
                  <a:gd name="T2" fmla="*/ 188 w 34"/>
                  <a:gd name="T3" fmla="*/ 227 h 15"/>
                  <a:gd name="T4" fmla="*/ 533 w 34"/>
                  <a:gd name="T5" fmla="*/ 0 h 15"/>
                  <a:gd name="T6" fmla="*/ 208 w 34"/>
                  <a:gd name="T7" fmla="*/ 136 h 15"/>
                  <a:gd name="T8" fmla="*/ 0 w 34"/>
                  <a:gd name="T9" fmla="*/ 1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5">
                    <a:moveTo>
                      <a:pt x="1" y="10"/>
                    </a:moveTo>
                    <a:cubicBezTo>
                      <a:pt x="4" y="15"/>
                      <a:pt x="9" y="15"/>
                      <a:pt x="12" y="12"/>
                    </a:cubicBezTo>
                    <a:cubicBezTo>
                      <a:pt x="19" y="6"/>
                      <a:pt x="27" y="4"/>
                      <a:pt x="34" y="0"/>
                    </a:cubicBezTo>
                    <a:cubicBezTo>
                      <a:pt x="26" y="1"/>
                      <a:pt x="20" y="4"/>
                      <a:pt x="13" y="7"/>
                    </a:cubicBezTo>
                    <a:cubicBezTo>
                      <a:pt x="10" y="8"/>
                      <a:pt x="2" y="11"/>
                      <a:pt x="0" y="6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1" name="Freeform 2114">
                <a:extLst>
                  <a:ext uri="{FF2B5EF4-FFF2-40B4-BE49-F238E27FC236}">
                    <a16:creationId xmlns:a16="http://schemas.microsoft.com/office/drawing/2014/main" id="{01B1320E-CBF6-4D0B-8701-77023221F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478"/>
                <a:ext cx="87" cy="18"/>
              </a:xfrm>
              <a:custGeom>
                <a:avLst/>
                <a:gdLst>
                  <a:gd name="T0" fmla="*/ 0 w 35"/>
                  <a:gd name="T1" fmla="*/ 33 h 7"/>
                  <a:gd name="T2" fmla="*/ 167 w 35"/>
                  <a:gd name="T3" fmla="*/ 85 h 7"/>
                  <a:gd name="T4" fmla="*/ 341 w 35"/>
                  <a:gd name="T5" fmla="*/ 118 h 7"/>
                  <a:gd name="T6" fmla="*/ 495 w 35"/>
                  <a:gd name="T7" fmla="*/ 0 h 7"/>
                  <a:gd name="T8" fmla="*/ 291 w 35"/>
                  <a:gd name="T9" fmla="*/ 67 h 7"/>
                  <a:gd name="T10" fmla="*/ 137 w 35"/>
                  <a:gd name="T11" fmla="*/ 67 h 7"/>
                  <a:gd name="T12" fmla="*/ 12 w 35"/>
                  <a:gd name="T13" fmla="*/ 54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7">
                    <a:moveTo>
                      <a:pt x="0" y="2"/>
                    </a:moveTo>
                    <a:cubicBezTo>
                      <a:pt x="2" y="4"/>
                      <a:pt x="8" y="5"/>
                      <a:pt x="11" y="5"/>
                    </a:cubicBezTo>
                    <a:cubicBezTo>
                      <a:pt x="15" y="6"/>
                      <a:pt x="19" y="7"/>
                      <a:pt x="22" y="7"/>
                    </a:cubicBezTo>
                    <a:cubicBezTo>
                      <a:pt x="28" y="7"/>
                      <a:pt x="35" y="7"/>
                      <a:pt x="32" y="0"/>
                    </a:cubicBezTo>
                    <a:cubicBezTo>
                      <a:pt x="33" y="7"/>
                      <a:pt x="23" y="4"/>
                      <a:pt x="19" y="4"/>
                    </a:cubicBezTo>
                    <a:cubicBezTo>
                      <a:pt x="16" y="4"/>
                      <a:pt x="12" y="4"/>
                      <a:pt x="9" y="4"/>
                    </a:cubicBezTo>
                    <a:cubicBezTo>
                      <a:pt x="6" y="4"/>
                      <a:pt x="4" y="3"/>
                      <a:pt x="1" y="3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2" name="Oval 2115">
                <a:extLst>
                  <a:ext uri="{FF2B5EF4-FFF2-40B4-BE49-F238E27FC236}">
                    <a16:creationId xmlns:a16="http://schemas.microsoft.com/office/drawing/2014/main" id="{546470A5-6B91-4D12-BEBB-286D69AC5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1179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3" name="Freeform 2116">
                <a:extLst>
                  <a:ext uri="{FF2B5EF4-FFF2-40B4-BE49-F238E27FC236}">
                    <a16:creationId xmlns:a16="http://schemas.microsoft.com/office/drawing/2014/main" id="{C04D1D34-4F01-4C33-8F12-8F0CFDC03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182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33 h 2"/>
                  <a:gd name="T6" fmla="*/ 0 w 3"/>
                  <a:gd name="T7" fmla="*/ 33 h 2"/>
                  <a:gd name="T8" fmla="*/ 35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4" name="Oval 2117">
                <a:extLst>
                  <a:ext uri="{FF2B5EF4-FFF2-40B4-BE49-F238E27FC236}">
                    <a16:creationId xmlns:a16="http://schemas.microsoft.com/office/drawing/2014/main" id="{2AE7CE17-3466-4F19-A4C1-8D046B414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8" y="1182"/>
                <a:ext cx="2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5" name="Freeform 2118">
                <a:extLst>
                  <a:ext uri="{FF2B5EF4-FFF2-40B4-BE49-F238E27FC236}">
                    <a16:creationId xmlns:a16="http://schemas.microsoft.com/office/drawing/2014/main" id="{73811ABF-750D-4D63-8585-903BE3E08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18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6" name="Oval 2119">
                <a:extLst>
                  <a:ext uri="{FF2B5EF4-FFF2-40B4-BE49-F238E27FC236}">
                    <a16:creationId xmlns:a16="http://schemas.microsoft.com/office/drawing/2014/main" id="{4C22BF72-7DD7-4377-B8E7-6AC7D3944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20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7" name="Freeform 2120">
                <a:extLst>
                  <a:ext uri="{FF2B5EF4-FFF2-40B4-BE49-F238E27FC236}">
                    <a16:creationId xmlns:a16="http://schemas.microsoft.com/office/drawing/2014/main" id="{99F0A07C-3991-4C81-AD10-2DDC9EAB7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20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8" name="Oval 2121">
                <a:extLst>
                  <a:ext uri="{FF2B5EF4-FFF2-40B4-BE49-F238E27FC236}">
                    <a16:creationId xmlns:a16="http://schemas.microsoft.com/office/drawing/2014/main" id="{16E10625-4DD7-4F60-AF32-FB83951A4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1195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19" name="Freeform 2122">
                <a:extLst>
                  <a:ext uri="{FF2B5EF4-FFF2-40B4-BE49-F238E27FC236}">
                    <a16:creationId xmlns:a16="http://schemas.microsoft.com/office/drawing/2014/main" id="{18198627-83DD-4FFB-8878-52B050A71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1195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0" name="Oval 2123">
                <a:extLst>
                  <a:ext uri="{FF2B5EF4-FFF2-40B4-BE49-F238E27FC236}">
                    <a16:creationId xmlns:a16="http://schemas.microsoft.com/office/drawing/2014/main" id="{86FC93FC-906A-4974-AA31-D0FAADE7B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1184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1" name="Freeform 2124">
                <a:extLst>
                  <a:ext uri="{FF2B5EF4-FFF2-40B4-BE49-F238E27FC236}">
                    <a16:creationId xmlns:a16="http://schemas.microsoft.com/office/drawing/2014/main" id="{DAA7F6B1-1D39-4085-AF6B-485C7DD50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18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2" name="Oval 2125">
                <a:extLst>
                  <a:ext uri="{FF2B5EF4-FFF2-40B4-BE49-F238E27FC236}">
                    <a16:creationId xmlns:a16="http://schemas.microsoft.com/office/drawing/2014/main" id="{1ADDEC90-41DF-4FC2-960E-D5F8EC52D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1182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3" name="Freeform 2126">
                <a:extLst>
                  <a:ext uri="{FF2B5EF4-FFF2-40B4-BE49-F238E27FC236}">
                    <a16:creationId xmlns:a16="http://schemas.microsoft.com/office/drawing/2014/main" id="{FC7B79B8-FEDD-4ADC-A08B-B6A4BC17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18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4" name="Oval 2127">
                <a:extLst>
                  <a:ext uri="{FF2B5EF4-FFF2-40B4-BE49-F238E27FC236}">
                    <a16:creationId xmlns:a16="http://schemas.microsoft.com/office/drawing/2014/main" id="{8772BBF4-1B11-4E9D-AEB8-C9BD4BB48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1166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5" name="Freeform 2128">
                <a:extLst>
                  <a:ext uri="{FF2B5EF4-FFF2-40B4-BE49-F238E27FC236}">
                    <a16:creationId xmlns:a16="http://schemas.microsoft.com/office/drawing/2014/main" id="{A8A9A22B-341B-4C67-B3F5-C0244A377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16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6" name="Oval 2129">
                <a:extLst>
                  <a:ext uri="{FF2B5EF4-FFF2-40B4-BE49-F238E27FC236}">
                    <a16:creationId xmlns:a16="http://schemas.microsoft.com/office/drawing/2014/main" id="{DFB4D99E-4652-460E-8305-ED47224B4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8" y="1168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7" name="Freeform 2130">
                <a:extLst>
                  <a:ext uri="{FF2B5EF4-FFF2-40B4-BE49-F238E27FC236}">
                    <a16:creationId xmlns:a16="http://schemas.microsoft.com/office/drawing/2014/main" id="{567532D8-788F-4A22-A760-21650360A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168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8" name="Oval 2131">
                <a:extLst>
                  <a:ext uri="{FF2B5EF4-FFF2-40B4-BE49-F238E27FC236}">
                    <a16:creationId xmlns:a16="http://schemas.microsoft.com/office/drawing/2014/main" id="{7C15FC3D-E894-4F6B-9565-41EFD380A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120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29" name="Freeform 2132">
                <a:extLst>
                  <a:ext uri="{FF2B5EF4-FFF2-40B4-BE49-F238E27FC236}">
                    <a16:creationId xmlns:a16="http://schemas.microsoft.com/office/drawing/2014/main" id="{37EEC51A-2DE1-4A9A-B5D9-A3971A821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20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0" name="Oval 2133">
                <a:extLst>
                  <a:ext uri="{FF2B5EF4-FFF2-40B4-BE49-F238E27FC236}">
                    <a16:creationId xmlns:a16="http://schemas.microsoft.com/office/drawing/2014/main" id="{B1E55458-7636-45E7-8651-88D817798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1206"/>
                <a:ext cx="2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1" name="Freeform 2134">
                <a:extLst>
                  <a:ext uri="{FF2B5EF4-FFF2-40B4-BE49-F238E27FC236}">
                    <a16:creationId xmlns:a16="http://schemas.microsoft.com/office/drawing/2014/main" id="{F0F02AF8-D611-4046-8E64-FD9DB19C6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20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2" name="Oval 2135">
                <a:extLst>
                  <a:ext uri="{FF2B5EF4-FFF2-40B4-BE49-F238E27FC236}">
                    <a16:creationId xmlns:a16="http://schemas.microsoft.com/office/drawing/2014/main" id="{D0361C6E-F75F-4F93-B7B4-4C546D6FA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122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3" name="Freeform 2136">
                <a:extLst>
                  <a:ext uri="{FF2B5EF4-FFF2-40B4-BE49-F238E27FC236}">
                    <a16:creationId xmlns:a16="http://schemas.microsoft.com/office/drawing/2014/main" id="{96E543D3-6C0A-46B2-B8BC-E876F98EF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22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4" name="Oval 2137">
                <a:extLst>
                  <a:ext uri="{FF2B5EF4-FFF2-40B4-BE49-F238E27FC236}">
                    <a16:creationId xmlns:a16="http://schemas.microsoft.com/office/drawing/2014/main" id="{0EC0DAAC-058A-4525-8653-ADBB58EF6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121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5" name="Freeform 2138">
                <a:extLst>
                  <a:ext uri="{FF2B5EF4-FFF2-40B4-BE49-F238E27FC236}">
                    <a16:creationId xmlns:a16="http://schemas.microsoft.com/office/drawing/2014/main" id="{6FA614C9-8857-425F-9B3D-8ADD214A9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219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6" name="Oval 2139">
                <a:extLst>
                  <a:ext uri="{FF2B5EF4-FFF2-40B4-BE49-F238E27FC236}">
                    <a16:creationId xmlns:a16="http://schemas.microsoft.com/office/drawing/2014/main" id="{51F3F4C9-A4D6-4F65-8FCA-7DFA95899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8" y="120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7" name="Freeform 2140">
                <a:extLst>
                  <a:ext uri="{FF2B5EF4-FFF2-40B4-BE49-F238E27FC236}">
                    <a16:creationId xmlns:a16="http://schemas.microsoft.com/office/drawing/2014/main" id="{91AE4E00-8847-4F3A-B086-B0B1E5579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208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33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8" name="Oval 2141">
                <a:extLst>
                  <a:ext uri="{FF2B5EF4-FFF2-40B4-BE49-F238E27FC236}">
                    <a16:creationId xmlns:a16="http://schemas.microsoft.com/office/drawing/2014/main" id="{7FE09CC4-90A4-4606-90BA-FC053953E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120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39" name="Freeform 2142">
                <a:extLst>
                  <a:ext uri="{FF2B5EF4-FFF2-40B4-BE49-F238E27FC236}">
                    <a16:creationId xmlns:a16="http://schemas.microsoft.com/office/drawing/2014/main" id="{DCDCE0D9-006F-4C43-9693-026864A64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20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0" name="Oval 2143">
                <a:extLst>
                  <a:ext uri="{FF2B5EF4-FFF2-40B4-BE49-F238E27FC236}">
                    <a16:creationId xmlns:a16="http://schemas.microsoft.com/office/drawing/2014/main" id="{4ABB7E63-A806-4CA7-AE3E-3E4946FF6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5" y="119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1" name="Freeform 2144">
                <a:extLst>
                  <a:ext uri="{FF2B5EF4-FFF2-40B4-BE49-F238E27FC236}">
                    <a16:creationId xmlns:a16="http://schemas.microsoft.com/office/drawing/2014/main" id="{31258EC7-F9A8-4D4D-812E-36DD45816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19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2" name="Oval 2145">
                <a:extLst>
                  <a:ext uri="{FF2B5EF4-FFF2-40B4-BE49-F238E27FC236}">
                    <a16:creationId xmlns:a16="http://schemas.microsoft.com/office/drawing/2014/main" id="{02DE541A-5E14-4C61-8F45-7427FA176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1192"/>
                <a:ext cx="2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3" name="Freeform 2146">
                <a:extLst>
                  <a:ext uri="{FF2B5EF4-FFF2-40B4-BE49-F238E27FC236}">
                    <a16:creationId xmlns:a16="http://schemas.microsoft.com/office/drawing/2014/main" id="{4B938C85-5EE6-4630-AE56-D8F0EC9CC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19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4" name="Oval 2147">
                <a:extLst>
                  <a:ext uri="{FF2B5EF4-FFF2-40B4-BE49-F238E27FC236}">
                    <a16:creationId xmlns:a16="http://schemas.microsoft.com/office/drawing/2014/main" id="{6EED2448-A733-4549-9E0C-6F1E9BEFB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3" y="116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5" name="Freeform 2148">
                <a:extLst>
                  <a:ext uri="{FF2B5EF4-FFF2-40B4-BE49-F238E27FC236}">
                    <a16:creationId xmlns:a16="http://schemas.microsoft.com/office/drawing/2014/main" id="{E33DB858-C7D9-49AA-ABC7-FEDD2F42C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16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6" name="Oval 2149">
                <a:extLst>
                  <a:ext uri="{FF2B5EF4-FFF2-40B4-BE49-F238E27FC236}">
                    <a16:creationId xmlns:a16="http://schemas.microsoft.com/office/drawing/2014/main" id="{26FB5C65-C798-4F4D-8060-7B91EF3D5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116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7" name="Freeform 2150">
                <a:extLst>
                  <a:ext uri="{FF2B5EF4-FFF2-40B4-BE49-F238E27FC236}">
                    <a16:creationId xmlns:a16="http://schemas.microsoft.com/office/drawing/2014/main" id="{E4C0FE8A-827A-408C-9F53-7825CDD2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168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33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8" name="Oval 2151">
                <a:extLst>
                  <a:ext uri="{FF2B5EF4-FFF2-40B4-BE49-F238E27FC236}">
                    <a16:creationId xmlns:a16="http://schemas.microsoft.com/office/drawing/2014/main" id="{21336128-ABA5-4932-B33A-C93C55DD0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3" y="115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49" name="Freeform 2152">
                <a:extLst>
                  <a:ext uri="{FF2B5EF4-FFF2-40B4-BE49-F238E27FC236}">
                    <a16:creationId xmlns:a16="http://schemas.microsoft.com/office/drawing/2014/main" id="{4782E23A-A636-41C3-B714-DAFD193F1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15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0" name="Oval 2153">
                <a:extLst>
                  <a:ext uri="{FF2B5EF4-FFF2-40B4-BE49-F238E27FC236}">
                    <a16:creationId xmlns:a16="http://schemas.microsoft.com/office/drawing/2014/main" id="{4378A9AF-470E-4DF8-AC82-E81D18450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0" y="117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1" name="Freeform 2154">
                <a:extLst>
                  <a:ext uri="{FF2B5EF4-FFF2-40B4-BE49-F238E27FC236}">
                    <a16:creationId xmlns:a16="http://schemas.microsoft.com/office/drawing/2014/main" id="{58A2C4CF-9F4D-47AF-B7F6-682D721F8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17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2" name="Oval 2155">
                <a:extLst>
                  <a:ext uri="{FF2B5EF4-FFF2-40B4-BE49-F238E27FC236}">
                    <a16:creationId xmlns:a16="http://schemas.microsoft.com/office/drawing/2014/main" id="{D80F8C0C-C2FB-4F40-A56E-A7B1155D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3" y="119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3" name="Freeform 2156">
                <a:extLst>
                  <a:ext uri="{FF2B5EF4-FFF2-40B4-BE49-F238E27FC236}">
                    <a16:creationId xmlns:a16="http://schemas.microsoft.com/office/drawing/2014/main" id="{90FD7004-55B3-4062-A5D1-89A2E2F3B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19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4" name="Oval 2157">
                <a:extLst>
                  <a:ext uri="{FF2B5EF4-FFF2-40B4-BE49-F238E27FC236}">
                    <a16:creationId xmlns:a16="http://schemas.microsoft.com/office/drawing/2014/main" id="{C2B6EBCD-7CF0-470E-9B2C-E39F32FA6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8" y="121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355" name="Freeform 2158">
                <a:extLst>
                  <a:ext uri="{FF2B5EF4-FFF2-40B4-BE49-F238E27FC236}">
                    <a16:creationId xmlns:a16="http://schemas.microsoft.com/office/drawing/2014/main" id="{7E1B6B65-A468-448A-9039-2CA8875D4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21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6" name="Group 2159">
              <a:extLst>
                <a:ext uri="{FF2B5EF4-FFF2-40B4-BE49-F238E27FC236}">
                  <a16:creationId xmlns:a16="http://schemas.microsoft.com/office/drawing/2014/main" id="{A004CE77-D205-447B-ACD4-D8104A50D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5" y="1016"/>
              <a:ext cx="755" cy="387"/>
              <a:chOff x="3285" y="1016"/>
              <a:chExt cx="755" cy="387"/>
            </a:xfrm>
          </p:grpSpPr>
          <p:sp>
            <p:nvSpPr>
              <p:cNvPr id="13068" name="Oval 2160">
                <a:extLst>
                  <a:ext uri="{FF2B5EF4-FFF2-40B4-BE49-F238E27FC236}">
                    <a16:creationId xmlns:a16="http://schemas.microsoft.com/office/drawing/2014/main" id="{5002FC8B-58F1-40B0-AA1F-D06DAB968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1238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69" name="Freeform 2161">
                <a:extLst>
                  <a:ext uri="{FF2B5EF4-FFF2-40B4-BE49-F238E27FC236}">
                    <a16:creationId xmlns:a16="http://schemas.microsoft.com/office/drawing/2014/main" id="{66272C53-064C-49EE-AB6D-B95761688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23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" name="Oval 2162">
                <a:extLst>
                  <a:ext uri="{FF2B5EF4-FFF2-40B4-BE49-F238E27FC236}">
                    <a16:creationId xmlns:a16="http://schemas.microsoft.com/office/drawing/2014/main" id="{74F46B88-EDE5-4CAE-BA5D-67A7B5032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1171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71" name="Freeform 2163">
                <a:extLst>
                  <a:ext uri="{FF2B5EF4-FFF2-40B4-BE49-F238E27FC236}">
                    <a16:creationId xmlns:a16="http://schemas.microsoft.com/office/drawing/2014/main" id="{8685324A-7882-4CD4-9034-563C09282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17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" name="Oval 2164">
                <a:extLst>
                  <a:ext uri="{FF2B5EF4-FFF2-40B4-BE49-F238E27FC236}">
                    <a16:creationId xmlns:a16="http://schemas.microsoft.com/office/drawing/2014/main" id="{8DBDE402-7C67-4ED0-80DA-B0D121FED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3" y="115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73" name="Freeform 2165">
                <a:extLst>
                  <a:ext uri="{FF2B5EF4-FFF2-40B4-BE49-F238E27FC236}">
                    <a16:creationId xmlns:a16="http://schemas.microsoft.com/office/drawing/2014/main" id="{D1B23472-82E0-4170-8B98-3576DEF7C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15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" name="Oval 2166">
                <a:extLst>
                  <a:ext uri="{FF2B5EF4-FFF2-40B4-BE49-F238E27FC236}">
                    <a16:creationId xmlns:a16="http://schemas.microsoft.com/office/drawing/2014/main" id="{AB3B9341-C943-46AD-AA02-2CEE4F3C8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1158"/>
                <a:ext cx="2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75" name="Freeform 2167">
                <a:extLst>
                  <a:ext uri="{FF2B5EF4-FFF2-40B4-BE49-F238E27FC236}">
                    <a16:creationId xmlns:a16="http://schemas.microsoft.com/office/drawing/2014/main" id="{54905E02-D84A-4515-9946-9EEAD29BE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5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6" name="Oval 2168">
                <a:extLst>
                  <a:ext uri="{FF2B5EF4-FFF2-40B4-BE49-F238E27FC236}">
                    <a16:creationId xmlns:a16="http://schemas.microsoft.com/office/drawing/2014/main" id="{F7E92122-778A-4DB4-A8A3-EDD6109CA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1171"/>
                <a:ext cx="3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77" name="Freeform 2169">
                <a:extLst>
                  <a:ext uri="{FF2B5EF4-FFF2-40B4-BE49-F238E27FC236}">
                    <a16:creationId xmlns:a16="http://schemas.microsoft.com/office/drawing/2014/main" id="{9A7F6C58-64AD-4FBF-8F66-4C6C17599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1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8" name="Oval 2170">
                <a:extLst>
                  <a:ext uri="{FF2B5EF4-FFF2-40B4-BE49-F238E27FC236}">
                    <a16:creationId xmlns:a16="http://schemas.microsoft.com/office/drawing/2014/main" id="{4B7AF773-1095-45E4-A20D-9528BC4F7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16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79" name="Freeform 2171">
                <a:extLst>
                  <a:ext uri="{FF2B5EF4-FFF2-40B4-BE49-F238E27FC236}">
                    <a16:creationId xmlns:a16="http://schemas.microsoft.com/office/drawing/2014/main" id="{A707453E-5B80-4D12-B8E7-BD61E46E8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16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80" name="Oval 2172">
                <a:extLst>
                  <a:ext uri="{FF2B5EF4-FFF2-40B4-BE49-F238E27FC236}">
                    <a16:creationId xmlns:a16="http://schemas.microsoft.com/office/drawing/2014/main" id="{75BCA00F-5AAD-42D5-AB21-443310A35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1184"/>
                <a:ext cx="3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81" name="Freeform 2173">
                <a:extLst>
                  <a:ext uri="{FF2B5EF4-FFF2-40B4-BE49-F238E27FC236}">
                    <a16:creationId xmlns:a16="http://schemas.microsoft.com/office/drawing/2014/main" id="{A38CA7D2-9A05-409F-B296-4E8193035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18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82" name="Oval 2174">
                <a:extLst>
                  <a:ext uri="{FF2B5EF4-FFF2-40B4-BE49-F238E27FC236}">
                    <a16:creationId xmlns:a16="http://schemas.microsoft.com/office/drawing/2014/main" id="{E8F3E1DB-DC09-4724-80EC-8A28D6F63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3" y="119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83" name="Freeform 2175">
                <a:extLst>
                  <a:ext uri="{FF2B5EF4-FFF2-40B4-BE49-F238E27FC236}">
                    <a16:creationId xmlns:a16="http://schemas.microsoft.com/office/drawing/2014/main" id="{CA9A2FDC-1CB0-433A-9721-36DC32C2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19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84" name="Oval 2176">
                <a:extLst>
                  <a:ext uri="{FF2B5EF4-FFF2-40B4-BE49-F238E27FC236}">
                    <a16:creationId xmlns:a16="http://schemas.microsoft.com/office/drawing/2014/main" id="{CAC32629-9274-423C-8998-F324A9EE6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117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85" name="Freeform 2177">
                <a:extLst>
                  <a:ext uri="{FF2B5EF4-FFF2-40B4-BE49-F238E27FC236}">
                    <a16:creationId xmlns:a16="http://schemas.microsoft.com/office/drawing/2014/main" id="{6DEB86F4-280D-43F3-8CCC-B4508E036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17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86" name="Oval 2178">
                <a:extLst>
                  <a:ext uri="{FF2B5EF4-FFF2-40B4-BE49-F238E27FC236}">
                    <a16:creationId xmlns:a16="http://schemas.microsoft.com/office/drawing/2014/main" id="{87A4A109-9735-4B77-9D98-9D216D98C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1155"/>
                <a:ext cx="3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87" name="Freeform 2179">
                <a:extLst>
                  <a:ext uri="{FF2B5EF4-FFF2-40B4-BE49-F238E27FC236}">
                    <a16:creationId xmlns:a16="http://schemas.microsoft.com/office/drawing/2014/main" id="{2FDCEE68-DFA9-480B-9D96-62282F24E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1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88" name="Oval 2180">
                <a:extLst>
                  <a:ext uri="{FF2B5EF4-FFF2-40B4-BE49-F238E27FC236}">
                    <a16:creationId xmlns:a16="http://schemas.microsoft.com/office/drawing/2014/main" id="{93BCEC3E-BBFE-4B10-BF63-480C5291F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1158"/>
                <a:ext cx="7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89" name="Freeform 2181">
                <a:extLst>
                  <a:ext uri="{FF2B5EF4-FFF2-40B4-BE49-F238E27FC236}">
                    <a16:creationId xmlns:a16="http://schemas.microsoft.com/office/drawing/2014/main" id="{9DB6ECD7-CCC3-4A1A-A89C-25C7731F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15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90" name="Oval 2182">
                <a:extLst>
                  <a:ext uri="{FF2B5EF4-FFF2-40B4-BE49-F238E27FC236}">
                    <a16:creationId xmlns:a16="http://schemas.microsoft.com/office/drawing/2014/main" id="{72530E31-4645-42E2-A233-506F528EF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1158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91" name="Freeform 2183">
                <a:extLst>
                  <a:ext uri="{FF2B5EF4-FFF2-40B4-BE49-F238E27FC236}">
                    <a16:creationId xmlns:a16="http://schemas.microsoft.com/office/drawing/2014/main" id="{F560C43A-5A77-4818-B9D8-9DB27E324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15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92" name="Oval 2184">
                <a:extLst>
                  <a:ext uri="{FF2B5EF4-FFF2-40B4-BE49-F238E27FC236}">
                    <a16:creationId xmlns:a16="http://schemas.microsoft.com/office/drawing/2014/main" id="{035A3C10-FF69-4D88-BB82-29B5A680E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117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93" name="Freeform 2185">
                <a:extLst>
                  <a:ext uri="{FF2B5EF4-FFF2-40B4-BE49-F238E27FC236}">
                    <a16:creationId xmlns:a16="http://schemas.microsoft.com/office/drawing/2014/main" id="{69C9E417-F6F8-44AF-8180-3FA55B789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17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94" name="Oval 2186">
                <a:extLst>
                  <a:ext uri="{FF2B5EF4-FFF2-40B4-BE49-F238E27FC236}">
                    <a16:creationId xmlns:a16="http://schemas.microsoft.com/office/drawing/2014/main" id="{456D33E1-3111-460D-B2C2-6285CFC5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1171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95" name="Freeform 2187">
                <a:extLst>
                  <a:ext uri="{FF2B5EF4-FFF2-40B4-BE49-F238E27FC236}">
                    <a16:creationId xmlns:a16="http://schemas.microsoft.com/office/drawing/2014/main" id="{3D7A3E6A-AA32-4FB8-99F7-E1FA55FD6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1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96" name="Oval 2188">
                <a:extLst>
                  <a:ext uri="{FF2B5EF4-FFF2-40B4-BE49-F238E27FC236}">
                    <a16:creationId xmlns:a16="http://schemas.microsoft.com/office/drawing/2014/main" id="{CA05A7BF-9B50-43B5-A185-19AD1A593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1203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97" name="Freeform 2189">
                <a:extLst>
                  <a:ext uri="{FF2B5EF4-FFF2-40B4-BE49-F238E27FC236}">
                    <a16:creationId xmlns:a16="http://schemas.microsoft.com/office/drawing/2014/main" id="{08FA0D0F-5E3E-4DDF-84BC-61030C783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20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27 h 1"/>
                  <a:gd name="T10" fmla="*/ 33 w 2"/>
                  <a:gd name="T11" fmla="*/ 27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98" name="Oval 2190">
                <a:extLst>
                  <a:ext uri="{FF2B5EF4-FFF2-40B4-BE49-F238E27FC236}">
                    <a16:creationId xmlns:a16="http://schemas.microsoft.com/office/drawing/2014/main" id="{F1723E03-6636-48B3-8A0F-6EDC3B816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1230"/>
                <a:ext cx="3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99" name="Freeform 2191">
                <a:extLst>
                  <a:ext uri="{FF2B5EF4-FFF2-40B4-BE49-F238E27FC236}">
                    <a16:creationId xmlns:a16="http://schemas.microsoft.com/office/drawing/2014/main" id="{9765DA14-7543-4626-AFCE-FEE32FFC8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23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0" name="Oval 2192">
                <a:extLst>
                  <a:ext uri="{FF2B5EF4-FFF2-40B4-BE49-F238E27FC236}">
                    <a16:creationId xmlns:a16="http://schemas.microsoft.com/office/drawing/2014/main" id="{07C7CEA1-2BC6-4ED3-B48C-29CA6877C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1208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01" name="Freeform 2193">
                <a:extLst>
                  <a:ext uri="{FF2B5EF4-FFF2-40B4-BE49-F238E27FC236}">
                    <a16:creationId xmlns:a16="http://schemas.microsoft.com/office/drawing/2014/main" id="{2A6B7ADE-F344-41A4-81C4-368D72067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208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2" name="Oval 2194">
                <a:extLst>
                  <a:ext uri="{FF2B5EF4-FFF2-40B4-BE49-F238E27FC236}">
                    <a16:creationId xmlns:a16="http://schemas.microsoft.com/office/drawing/2014/main" id="{E1BF60E3-1FBF-442F-83EA-D1A495F89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116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03" name="Freeform 2195">
                <a:extLst>
                  <a:ext uri="{FF2B5EF4-FFF2-40B4-BE49-F238E27FC236}">
                    <a16:creationId xmlns:a16="http://schemas.microsoft.com/office/drawing/2014/main" id="{AC9A4776-10DE-4686-98A1-25AA2C00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160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4" name="Oval 2196">
                <a:extLst>
                  <a:ext uri="{FF2B5EF4-FFF2-40B4-BE49-F238E27FC236}">
                    <a16:creationId xmlns:a16="http://schemas.microsoft.com/office/drawing/2014/main" id="{8B1DC07C-3DFE-4930-A589-08E056E98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1158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05" name="Freeform 2197">
                <a:extLst>
                  <a:ext uri="{FF2B5EF4-FFF2-40B4-BE49-F238E27FC236}">
                    <a16:creationId xmlns:a16="http://schemas.microsoft.com/office/drawing/2014/main" id="{74328B07-D314-4F31-A94F-74AAAA70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16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0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6" name="Oval 2198">
                <a:extLst>
                  <a:ext uri="{FF2B5EF4-FFF2-40B4-BE49-F238E27FC236}">
                    <a16:creationId xmlns:a16="http://schemas.microsoft.com/office/drawing/2014/main" id="{D6FC1C02-BB24-4D9B-8746-5B4A34E08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1144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07" name="Freeform 2199">
                <a:extLst>
                  <a:ext uri="{FF2B5EF4-FFF2-40B4-BE49-F238E27FC236}">
                    <a16:creationId xmlns:a16="http://schemas.microsoft.com/office/drawing/2014/main" id="{56E791C8-333F-4E35-AEA8-50D9F3380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147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33 h 2"/>
                  <a:gd name="T6" fmla="*/ 0 w 3"/>
                  <a:gd name="T7" fmla="*/ 33 h 2"/>
                  <a:gd name="T8" fmla="*/ 35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" name="Oval 2200">
                <a:extLst>
                  <a:ext uri="{FF2B5EF4-FFF2-40B4-BE49-F238E27FC236}">
                    <a16:creationId xmlns:a16="http://schemas.microsoft.com/office/drawing/2014/main" id="{144B4FD3-61FA-4747-B0E0-56B558E80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1147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09" name="Freeform 2201">
                <a:extLst>
                  <a:ext uri="{FF2B5EF4-FFF2-40B4-BE49-F238E27FC236}">
                    <a16:creationId xmlns:a16="http://schemas.microsoft.com/office/drawing/2014/main" id="{E6CF13D2-166D-4B56-96EF-6817DD42A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1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" name="Oval 2202">
                <a:extLst>
                  <a:ext uri="{FF2B5EF4-FFF2-40B4-BE49-F238E27FC236}">
                    <a16:creationId xmlns:a16="http://schemas.microsoft.com/office/drawing/2014/main" id="{523EB2C9-1F3E-4BAA-9F40-DFCBE0A0E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12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1" name="Freeform 2203">
                <a:extLst>
                  <a:ext uri="{FF2B5EF4-FFF2-40B4-BE49-F238E27FC236}">
                    <a16:creationId xmlns:a16="http://schemas.microsoft.com/office/drawing/2014/main" id="{8567F036-A7A0-4669-9B17-CD0139F29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12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2" name="Oval 2204">
                <a:extLst>
                  <a:ext uri="{FF2B5EF4-FFF2-40B4-BE49-F238E27FC236}">
                    <a16:creationId xmlns:a16="http://schemas.microsoft.com/office/drawing/2014/main" id="{5FA09A8D-1A24-4B2D-A606-8DD3CC668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12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" name="Freeform 2205">
                <a:extLst>
                  <a:ext uri="{FF2B5EF4-FFF2-40B4-BE49-F238E27FC236}">
                    <a16:creationId xmlns:a16="http://schemas.microsoft.com/office/drawing/2014/main" id="{37DD13E1-8EF7-4DE6-9547-3BAB39707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120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4" name="Oval 2206">
                <a:extLst>
                  <a:ext uri="{FF2B5EF4-FFF2-40B4-BE49-F238E27FC236}">
                    <a16:creationId xmlns:a16="http://schemas.microsoft.com/office/drawing/2014/main" id="{B275C723-83E1-4D1C-85BE-4D46800F1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0" y="1139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" name="Freeform 2207">
                <a:extLst>
                  <a:ext uri="{FF2B5EF4-FFF2-40B4-BE49-F238E27FC236}">
                    <a16:creationId xmlns:a16="http://schemas.microsoft.com/office/drawing/2014/main" id="{DB07376E-3943-4B38-BA87-EAA6929E9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13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6" name="Oval 2208">
                <a:extLst>
                  <a:ext uri="{FF2B5EF4-FFF2-40B4-BE49-F238E27FC236}">
                    <a16:creationId xmlns:a16="http://schemas.microsoft.com/office/drawing/2014/main" id="{B4B12D3A-46F3-427E-AD58-7B30370C2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134"/>
                <a:ext cx="3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" name="Freeform 2209">
                <a:extLst>
                  <a:ext uri="{FF2B5EF4-FFF2-40B4-BE49-F238E27FC236}">
                    <a16:creationId xmlns:a16="http://schemas.microsoft.com/office/drawing/2014/main" id="{80673ACD-2016-422C-A512-01D47062D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13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8" name="Oval 2210">
                <a:extLst>
                  <a:ext uri="{FF2B5EF4-FFF2-40B4-BE49-F238E27FC236}">
                    <a16:creationId xmlns:a16="http://schemas.microsoft.com/office/drawing/2014/main" id="{79606819-D2D7-4300-B64C-600FCB97D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123"/>
                <a:ext cx="7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" name="Freeform 2211">
                <a:extLst>
                  <a:ext uri="{FF2B5EF4-FFF2-40B4-BE49-F238E27FC236}">
                    <a16:creationId xmlns:a16="http://schemas.microsoft.com/office/drawing/2014/main" id="{1D26C6C4-1F1C-4355-BC01-4AC8ED4F8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12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0" name="Oval 2212">
                <a:extLst>
                  <a:ext uri="{FF2B5EF4-FFF2-40B4-BE49-F238E27FC236}">
                    <a16:creationId xmlns:a16="http://schemas.microsoft.com/office/drawing/2014/main" id="{23D16808-BE64-4334-B639-FB3179F37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1107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" name="Freeform 2213">
                <a:extLst>
                  <a:ext uri="{FF2B5EF4-FFF2-40B4-BE49-F238E27FC236}">
                    <a16:creationId xmlns:a16="http://schemas.microsoft.com/office/drawing/2014/main" id="{F44736C7-AFA2-4927-9D8F-5EC9A0533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10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2" name="Oval 2214">
                <a:extLst>
                  <a:ext uri="{FF2B5EF4-FFF2-40B4-BE49-F238E27FC236}">
                    <a16:creationId xmlns:a16="http://schemas.microsoft.com/office/drawing/2014/main" id="{F89CACEC-3827-49BC-A5AC-F292EBA2F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107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" name="Freeform 2215">
                <a:extLst>
                  <a:ext uri="{FF2B5EF4-FFF2-40B4-BE49-F238E27FC236}">
                    <a16:creationId xmlns:a16="http://schemas.microsoft.com/office/drawing/2014/main" id="{EBF3E8AE-426E-48A5-94CF-DA440540A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07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4" name="Oval 2216">
                <a:extLst>
                  <a:ext uri="{FF2B5EF4-FFF2-40B4-BE49-F238E27FC236}">
                    <a16:creationId xmlns:a16="http://schemas.microsoft.com/office/drawing/2014/main" id="{42C4BC0E-851F-4BA8-8F92-24816D140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1107"/>
                <a:ext cx="2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5" name="Freeform 2217">
                <a:extLst>
                  <a:ext uri="{FF2B5EF4-FFF2-40B4-BE49-F238E27FC236}">
                    <a16:creationId xmlns:a16="http://schemas.microsoft.com/office/drawing/2014/main" id="{0E1CBB59-19B5-4987-89C6-5845200F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11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" name="Oval 2218">
                <a:extLst>
                  <a:ext uri="{FF2B5EF4-FFF2-40B4-BE49-F238E27FC236}">
                    <a16:creationId xmlns:a16="http://schemas.microsoft.com/office/drawing/2014/main" id="{531A6EE8-3AB6-4071-9C2F-91E530A7D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062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7" name="Freeform 2219">
                <a:extLst>
                  <a:ext uri="{FF2B5EF4-FFF2-40B4-BE49-F238E27FC236}">
                    <a16:creationId xmlns:a16="http://schemas.microsoft.com/office/drawing/2014/main" id="{16A6640D-7286-4CDE-8DBB-D525DF3BE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06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" name="Oval 2220">
                <a:extLst>
                  <a:ext uri="{FF2B5EF4-FFF2-40B4-BE49-F238E27FC236}">
                    <a16:creationId xmlns:a16="http://schemas.microsoft.com/office/drawing/2014/main" id="{B1721523-0215-4C31-949A-77A6FB6E7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115"/>
                <a:ext cx="5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9" name="Freeform 2221">
                <a:extLst>
                  <a:ext uri="{FF2B5EF4-FFF2-40B4-BE49-F238E27FC236}">
                    <a16:creationId xmlns:a16="http://schemas.microsoft.com/office/drawing/2014/main" id="{A805AAB9-CBB4-4672-A6F1-776C43476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11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" name="Oval 2222">
                <a:extLst>
                  <a:ext uri="{FF2B5EF4-FFF2-40B4-BE49-F238E27FC236}">
                    <a16:creationId xmlns:a16="http://schemas.microsoft.com/office/drawing/2014/main" id="{BF5A0F62-B0F3-4D2A-B74A-074C1E6F4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1134"/>
                <a:ext cx="7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31" name="Freeform 2223">
                <a:extLst>
                  <a:ext uri="{FF2B5EF4-FFF2-40B4-BE49-F238E27FC236}">
                    <a16:creationId xmlns:a16="http://schemas.microsoft.com/office/drawing/2014/main" id="{296D6D81-E4B6-4B8E-A5DB-18C3D88B4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13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" name="Oval 2224">
                <a:extLst>
                  <a:ext uri="{FF2B5EF4-FFF2-40B4-BE49-F238E27FC236}">
                    <a16:creationId xmlns:a16="http://schemas.microsoft.com/office/drawing/2014/main" id="{1D74592B-2EB5-4A54-8EDD-EFB7FE77C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096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33" name="Freeform 2225">
                <a:extLst>
                  <a:ext uri="{FF2B5EF4-FFF2-40B4-BE49-F238E27FC236}">
                    <a16:creationId xmlns:a16="http://schemas.microsoft.com/office/drawing/2014/main" id="{DD6E2607-48B4-4062-9646-32851767D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096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54 h 2"/>
                  <a:gd name="T8" fmla="*/ 0 w 1"/>
                  <a:gd name="T9" fmla="*/ 54 h 2"/>
                  <a:gd name="T10" fmla="*/ 27 w 1"/>
                  <a:gd name="T11" fmla="*/ 27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" name="Oval 2226">
                <a:extLst>
                  <a:ext uri="{FF2B5EF4-FFF2-40B4-BE49-F238E27FC236}">
                    <a16:creationId xmlns:a16="http://schemas.microsoft.com/office/drawing/2014/main" id="{978E1915-44C0-48E9-A9DD-B39C8E937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11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35" name="Freeform 2227">
                <a:extLst>
                  <a:ext uri="{FF2B5EF4-FFF2-40B4-BE49-F238E27FC236}">
                    <a16:creationId xmlns:a16="http://schemas.microsoft.com/office/drawing/2014/main" id="{32FF1A63-C0E6-402D-8467-37F4D899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11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" name="Oval 2228">
                <a:extLst>
                  <a:ext uri="{FF2B5EF4-FFF2-40B4-BE49-F238E27FC236}">
                    <a16:creationId xmlns:a16="http://schemas.microsoft.com/office/drawing/2014/main" id="{28E4A21C-7CAD-4953-8E6C-90CC24103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110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37" name="Freeform 2229">
                <a:extLst>
                  <a:ext uri="{FF2B5EF4-FFF2-40B4-BE49-F238E27FC236}">
                    <a16:creationId xmlns:a16="http://schemas.microsoft.com/office/drawing/2014/main" id="{13AF4C4C-36C1-4CE8-AD52-21F85448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11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" name="Oval 2230">
                <a:extLst>
                  <a:ext uri="{FF2B5EF4-FFF2-40B4-BE49-F238E27FC236}">
                    <a16:creationId xmlns:a16="http://schemas.microsoft.com/office/drawing/2014/main" id="{BC15814D-BF2C-4110-9C59-408E30EB7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1136"/>
                <a:ext cx="5" cy="6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39" name="Freeform 2231">
                <a:extLst>
                  <a:ext uri="{FF2B5EF4-FFF2-40B4-BE49-F238E27FC236}">
                    <a16:creationId xmlns:a16="http://schemas.microsoft.com/office/drawing/2014/main" id="{77D117BD-6E32-444E-9553-7AEBF9B38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136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" name="Oval 2232">
                <a:extLst>
                  <a:ext uri="{FF2B5EF4-FFF2-40B4-BE49-F238E27FC236}">
                    <a16:creationId xmlns:a16="http://schemas.microsoft.com/office/drawing/2014/main" id="{A92B1E1D-68B3-4A47-AE53-1ACADED77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1091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41" name="Freeform 2233">
                <a:extLst>
                  <a:ext uri="{FF2B5EF4-FFF2-40B4-BE49-F238E27FC236}">
                    <a16:creationId xmlns:a16="http://schemas.microsoft.com/office/drawing/2014/main" id="{8ED7564D-55DF-4A5E-AC1B-406EECA1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09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" name="Oval 2234">
                <a:extLst>
                  <a:ext uri="{FF2B5EF4-FFF2-40B4-BE49-F238E27FC236}">
                    <a16:creationId xmlns:a16="http://schemas.microsoft.com/office/drawing/2014/main" id="{9E2FFEDF-2E0B-4AE0-A7D5-1C250CA2A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103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43" name="Freeform 2235">
                <a:extLst>
                  <a:ext uri="{FF2B5EF4-FFF2-40B4-BE49-F238E27FC236}">
                    <a16:creationId xmlns:a16="http://schemas.microsoft.com/office/drawing/2014/main" id="{B26990AF-0A17-4CDC-92C1-7F765E09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0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" name="Oval 2236">
                <a:extLst>
                  <a:ext uri="{FF2B5EF4-FFF2-40B4-BE49-F238E27FC236}">
                    <a16:creationId xmlns:a16="http://schemas.microsoft.com/office/drawing/2014/main" id="{DAD2A027-ECD9-4280-9823-9E19C86B7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1022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45" name="Freeform 2237">
                <a:extLst>
                  <a:ext uri="{FF2B5EF4-FFF2-40B4-BE49-F238E27FC236}">
                    <a16:creationId xmlns:a16="http://schemas.microsoft.com/office/drawing/2014/main" id="{6C7EC3AC-2F6D-49F1-A877-6A98613D8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02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" name="Oval 2238">
                <a:extLst>
                  <a:ext uri="{FF2B5EF4-FFF2-40B4-BE49-F238E27FC236}">
                    <a16:creationId xmlns:a16="http://schemas.microsoft.com/office/drawing/2014/main" id="{7761084B-CE34-4C5D-9E1E-112EB7604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03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47" name="Freeform 2239">
                <a:extLst>
                  <a:ext uri="{FF2B5EF4-FFF2-40B4-BE49-F238E27FC236}">
                    <a16:creationId xmlns:a16="http://schemas.microsoft.com/office/drawing/2014/main" id="{C1F8D19D-687E-4603-9D89-45312E20F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035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33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" name="Oval 2240">
                <a:extLst>
                  <a:ext uri="{FF2B5EF4-FFF2-40B4-BE49-F238E27FC236}">
                    <a16:creationId xmlns:a16="http://schemas.microsoft.com/office/drawing/2014/main" id="{D17FDE64-5845-413D-AC8E-9831A66DF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1075"/>
                <a:ext cx="2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49" name="Freeform 2241">
                <a:extLst>
                  <a:ext uri="{FF2B5EF4-FFF2-40B4-BE49-F238E27FC236}">
                    <a16:creationId xmlns:a16="http://schemas.microsoft.com/office/drawing/2014/main" id="{7C73A5C9-BCB9-4C14-AD77-0C8735FC8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0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" name="Oval 2242">
                <a:extLst>
                  <a:ext uri="{FF2B5EF4-FFF2-40B4-BE49-F238E27FC236}">
                    <a16:creationId xmlns:a16="http://schemas.microsoft.com/office/drawing/2014/main" id="{5CD37145-9EBB-4C7D-AF47-F8B7FC3FF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1064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51" name="Freeform 2243">
                <a:extLst>
                  <a:ext uri="{FF2B5EF4-FFF2-40B4-BE49-F238E27FC236}">
                    <a16:creationId xmlns:a16="http://schemas.microsoft.com/office/drawing/2014/main" id="{0157A2D8-C0B9-43DF-B381-D5F7129F3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06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" name="Oval 2244">
                <a:extLst>
                  <a:ext uri="{FF2B5EF4-FFF2-40B4-BE49-F238E27FC236}">
                    <a16:creationId xmlns:a16="http://schemas.microsoft.com/office/drawing/2014/main" id="{093EE31D-A625-4F24-9523-058C1C2C5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1078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53" name="Freeform 2245">
                <a:extLst>
                  <a:ext uri="{FF2B5EF4-FFF2-40B4-BE49-F238E27FC236}">
                    <a16:creationId xmlns:a16="http://schemas.microsoft.com/office/drawing/2014/main" id="{B64C26A7-FCFE-48EE-83E8-930DA04A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07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" name="Oval 2246">
                <a:extLst>
                  <a:ext uri="{FF2B5EF4-FFF2-40B4-BE49-F238E27FC236}">
                    <a16:creationId xmlns:a16="http://schemas.microsoft.com/office/drawing/2014/main" id="{1A833994-4121-4DD0-A6CD-FA2E647AC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103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55" name="Freeform 2247">
                <a:extLst>
                  <a:ext uri="{FF2B5EF4-FFF2-40B4-BE49-F238E27FC236}">
                    <a16:creationId xmlns:a16="http://schemas.microsoft.com/office/drawing/2014/main" id="{531969C1-1024-4FE6-B1F6-C3270F518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03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" name="Oval 2248">
                <a:extLst>
                  <a:ext uri="{FF2B5EF4-FFF2-40B4-BE49-F238E27FC236}">
                    <a16:creationId xmlns:a16="http://schemas.microsoft.com/office/drawing/2014/main" id="{01C42D8A-5BF0-4CA4-BE87-4C54154D2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5" y="1016"/>
                <a:ext cx="5" cy="6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57" name="Freeform 2249">
                <a:extLst>
                  <a:ext uri="{FF2B5EF4-FFF2-40B4-BE49-F238E27FC236}">
                    <a16:creationId xmlns:a16="http://schemas.microsoft.com/office/drawing/2014/main" id="{168EEA86-38CA-4DEF-ADDF-D2D12013D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0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" name="Oval 2250">
                <a:extLst>
                  <a:ext uri="{FF2B5EF4-FFF2-40B4-BE49-F238E27FC236}">
                    <a16:creationId xmlns:a16="http://schemas.microsoft.com/office/drawing/2014/main" id="{3069526A-D9F5-40E8-A141-825DDFD3F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1150"/>
                <a:ext cx="7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59" name="Freeform 2251">
                <a:extLst>
                  <a:ext uri="{FF2B5EF4-FFF2-40B4-BE49-F238E27FC236}">
                    <a16:creationId xmlns:a16="http://schemas.microsoft.com/office/drawing/2014/main" id="{F3601072-19A1-4596-BAB8-C763D0382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15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" name="Oval 2252">
                <a:extLst>
                  <a:ext uri="{FF2B5EF4-FFF2-40B4-BE49-F238E27FC236}">
                    <a16:creationId xmlns:a16="http://schemas.microsoft.com/office/drawing/2014/main" id="{06096D5F-BA68-42DC-B0E1-0DC7212F6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5" y="1115"/>
                <a:ext cx="8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61" name="Freeform 2253">
                <a:extLst>
                  <a:ext uri="{FF2B5EF4-FFF2-40B4-BE49-F238E27FC236}">
                    <a16:creationId xmlns:a16="http://schemas.microsoft.com/office/drawing/2014/main" id="{09876C36-DB3C-4047-BCC6-078F228D1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11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" name="Oval 2254">
                <a:extLst>
                  <a:ext uri="{FF2B5EF4-FFF2-40B4-BE49-F238E27FC236}">
                    <a16:creationId xmlns:a16="http://schemas.microsoft.com/office/drawing/2014/main" id="{1F71BE59-7AD7-45F7-A5FD-E195AD2FE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1094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63" name="Freeform 2255">
                <a:extLst>
                  <a:ext uri="{FF2B5EF4-FFF2-40B4-BE49-F238E27FC236}">
                    <a16:creationId xmlns:a16="http://schemas.microsoft.com/office/drawing/2014/main" id="{1F8801BF-D39B-475B-8094-D44D5C63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09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" name="Oval 2256">
                <a:extLst>
                  <a:ext uri="{FF2B5EF4-FFF2-40B4-BE49-F238E27FC236}">
                    <a16:creationId xmlns:a16="http://schemas.microsoft.com/office/drawing/2014/main" id="{BE14481D-6658-41CE-84AB-415B1802D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0" y="109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65" name="Freeform 2257">
                <a:extLst>
                  <a:ext uri="{FF2B5EF4-FFF2-40B4-BE49-F238E27FC236}">
                    <a16:creationId xmlns:a16="http://schemas.microsoft.com/office/drawing/2014/main" id="{230CB971-F8DD-47D0-A52C-F474D6DA2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09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6" name="Oval 2258">
                <a:extLst>
                  <a:ext uri="{FF2B5EF4-FFF2-40B4-BE49-F238E27FC236}">
                    <a16:creationId xmlns:a16="http://schemas.microsoft.com/office/drawing/2014/main" id="{A99DE40F-015D-4B96-89A4-ABC6257AF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1096"/>
                <a:ext cx="2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67" name="Freeform 2259">
                <a:extLst>
                  <a:ext uri="{FF2B5EF4-FFF2-40B4-BE49-F238E27FC236}">
                    <a16:creationId xmlns:a16="http://schemas.microsoft.com/office/drawing/2014/main" id="{96B445F5-21C5-4DAB-85B6-F5DFB1F95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096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8" name="Oval 2260">
                <a:extLst>
                  <a:ext uri="{FF2B5EF4-FFF2-40B4-BE49-F238E27FC236}">
                    <a16:creationId xmlns:a16="http://schemas.microsoft.com/office/drawing/2014/main" id="{0AA15E28-2E2D-49FE-AFB3-BF1E8C987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11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69" name="Freeform 2261">
                <a:extLst>
                  <a:ext uri="{FF2B5EF4-FFF2-40B4-BE49-F238E27FC236}">
                    <a16:creationId xmlns:a16="http://schemas.microsoft.com/office/drawing/2014/main" id="{C6E05B6A-FFAA-41FE-A3AD-E74ACA4F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11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70" name="Oval 2262">
                <a:extLst>
                  <a:ext uri="{FF2B5EF4-FFF2-40B4-BE49-F238E27FC236}">
                    <a16:creationId xmlns:a16="http://schemas.microsoft.com/office/drawing/2014/main" id="{2759A86D-FC8D-476F-AA1F-59E56F8F4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3" y="112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71" name="Freeform 2263">
                <a:extLst>
                  <a:ext uri="{FF2B5EF4-FFF2-40B4-BE49-F238E27FC236}">
                    <a16:creationId xmlns:a16="http://schemas.microsoft.com/office/drawing/2014/main" id="{615D6F12-9B4F-4E59-BB7E-044DDBB1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12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72" name="Oval 2264">
                <a:extLst>
                  <a:ext uri="{FF2B5EF4-FFF2-40B4-BE49-F238E27FC236}">
                    <a16:creationId xmlns:a16="http://schemas.microsoft.com/office/drawing/2014/main" id="{86CD6A8E-D909-4351-8B7B-2E0A65EA7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114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73" name="Freeform 2265">
                <a:extLst>
                  <a:ext uri="{FF2B5EF4-FFF2-40B4-BE49-F238E27FC236}">
                    <a16:creationId xmlns:a16="http://schemas.microsoft.com/office/drawing/2014/main" id="{15C9236A-E2AF-4726-B296-06205E2A2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4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74" name="Oval 2266">
                <a:extLst>
                  <a:ext uri="{FF2B5EF4-FFF2-40B4-BE49-F238E27FC236}">
                    <a16:creationId xmlns:a16="http://schemas.microsoft.com/office/drawing/2014/main" id="{26619D7C-5600-4EE3-A7E7-EAD277B05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0" y="1174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75" name="Freeform 2267">
                <a:extLst>
                  <a:ext uri="{FF2B5EF4-FFF2-40B4-BE49-F238E27FC236}">
                    <a16:creationId xmlns:a16="http://schemas.microsoft.com/office/drawing/2014/main" id="{0E233B37-1D82-443A-B9CD-6E458C16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17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76" name="Oval 2268">
                <a:extLst>
                  <a:ext uri="{FF2B5EF4-FFF2-40B4-BE49-F238E27FC236}">
                    <a16:creationId xmlns:a16="http://schemas.microsoft.com/office/drawing/2014/main" id="{F34BCB49-FFC2-424B-81B1-99106F766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111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77" name="Freeform 2269">
                <a:extLst>
                  <a:ext uri="{FF2B5EF4-FFF2-40B4-BE49-F238E27FC236}">
                    <a16:creationId xmlns:a16="http://schemas.microsoft.com/office/drawing/2014/main" id="{AE99B715-B7C7-4B74-85FB-C8845C9FC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11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78" name="Oval 2270">
                <a:extLst>
                  <a:ext uri="{FF2B5EF4-FFF2-40B4-BE49-F238E27FC236}">
                    <a16:creationId xmlns:a16="http://schemas.microsoft.com/office/drawing/2014/main" id="{99889F02-BCE1-4E31-9480-C84032E20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1142"/>
                <a:ext cx="3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79" name="Freeform 2271">
                <a:extLst>
                  <a:ext uri="{FF2B5EF4-FFF2-40B4-BE49-F238E27FC236}">
                    <a16:creationId xmlns:a16="http://schemas.microsoft.com/office/drawing/2014/main" id="{7968FB50-8253-48C6-99E0-3378CDE03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14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0" name="Oval 2272">
                <a:extLst>
                  <a:ext uri="{FF2B5EF4-FFF2-40B4-BE49-F238E27FC236}">
                    <a16:creationId xmlns:a16="http://schemas.microsoft.com/office/drawing/2014/main" id="{B192CEAD-1918-4668-9FF1-445BBE117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116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81" name="Freeform 2273">
                <a:extLst>
                  <a:ext uri="{FF2B5EF4-FFF2-40B4-BE49-F238E27FC236}">
                    <a16:creationId xmlns:a16="http://schemas.microsoft.com/office/drawing/2014/main" id="{A356F725-1C12-4DA2-8D1B-103ADD07B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168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54 h 2"/>
                  <a:gd name="T8" fmla="*/ 0 w 1"/>
                  <a:gd name="T9" fmla="*/ 54 h 2"/>
                  <a:gd name="T10" fmla="*/ 8 w 1"/>
                  <a:gd name="T11" fmla="*/ 27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2" name="Oval 2274">
                <a:extLst>
                  <a:ext uri="{FF2B5EF4-FFF2-40B4-BE49-F238E27FC236}">
                    <a16:creationId xmlns:a16="http://schemas.microsoft.com/office/drawing/2014/main" id="{B36E4424-5AB8-40B4-85A3-5FAB609AA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1147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83" name="Freeform 2275">
                <a:extLst>
                  <a:ext uri="{FF2B5EF4-FFF2-40B4-BE49-F238E27FC236}">
                    <a16:creationId xmlns:a16="http://schemas.microsoft.com/office/drawing/2014/main" id="{66CB2DC5-C734-43FD-84C2-7784947A9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1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4" name="Oval 2276">
                <a:extLst>
                  <a:ext uri="{FF2B5EF4-FFF2-40B4-BE49-F238E27FC236}">
                    <a16:creationId xmlns:a16="http://schemas.microsoft.com/office/drawing/2014/main" id="{A8F6A649-D821-4369-ABEC-7CC400C9F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09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85" name="Freeform 2277">
                <a:extLst>
                  <a:ext uri="{FF2B5EF4-FFF2-40B4-BE49-F238E27FC236}">
                    <a16:creationId xmlns:a16="http://schemas.microsoft.com/office/drawing/2014/main" id="{438B4E4A-2AD8-43E1-AEE7-C3B9F2F4D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099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33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6" name="Oval 2278">
                <a:extLst>
                  <a:ext uri="{FF2B5EF4-FFF2-40B4-BE49-F238E27FC236}">
                    <a16:creationId xmlns:a16="http://schemas.microsoft.com/office/drawing/2014/main" id="{D9ECF38C-99B8-4D24-9B8D-4430ED20F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0" y="119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87" name="Freeform 2279">
                <a:extLst>
                  <a:ext uri="{FF2B5EF4-FFF2-40B4-BE49-F238E27FC236}">
                    <a16:creationId xmlns:a16="http://schemas.microsoft.com/office/drawing/2014/main" id="{117EFB6B-C2C8-4D53-A801-2B34676C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19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8" name="Oval 2280">
                <a:extLst>
                  <a:ext uri="{FF2B5EF4-FFF2-40B4-BE49-F238E27FC236}">
                    <a16:creationId xmlns:a16="http://schemas.microsoft.com/office/drawing/2014/main" id="{AC937BC6-3775-4F25-97C6-8AB5E0DF9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190"/>
                <a:ext cx="2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89" name="Freeform 2281">
                <a:extLst>
                  <a:ext uri="{FF2B5EF4-FFF2-40B4-BE49-F238E27FC236}">
                    <a16:creationId xmlns:a16="http://schemas.microsoft.com/office/drawing/2014/main" id="{84CFA8C7-DEEA-4B61-BD70-59E5048AE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19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0" name="Oval 2282">
                <a:extLst>
                  <a:ext uri="{FF2B5EF4-FFF2-40B4-BE49-F238E27FC236}">
                    <a16:creationId xmlns:a16="http://schemas.microsoft.com/office/drawing/2014/main" id="{BA6D5803-23C9-4C34-B0C8-09F9E3139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0" y="120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91" name="Freeform 2283">
                <a:extLst>
                  <a:ext uri="{FF2B5EF4-FFF2-40B4-BE49-F238E27FC236}">
                    <a16:creationId xmlns:a16="http://schemas.microsoft.com/office/drawing/2014/main" id="{FB117BD3-5483-46E0-9A7F-6A707B054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20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2" name="Oval 2284">
                <a:extLst>
                  <a:ext uri="{FF2B5EF4-FFF2-40B4-BE49-F238E27FC236}">
                    <a16:creationId xmlns:a16="http://schemas.microsoft.com/office/drawing/2014/main" id="{F6D527AC-47CA-4558-8075-58DCD85E4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8" y="1203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93" name="Freeform 2285">
                <a:extLst>
                  <a:ext uri="{FF2B5EF4-FFF2-40B4-BE49-F238E27FC236}">
                    <a16:creationId xmlns:a16="http://schemas.microsoft.com/office/drawing/2014/main" id="{6B3962FD-A405-4372-A0A3-C711AFE96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20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4" name="Oval 2286">
                <a:extLst>
                  <a:ext uri="{FF2B5EF4-FFF2-40B4-BE49-F238E27FC236}">
                    <a16:creationId xmlns:a16="http://schemas.microsoft.com/office/drawing/2014/main" id="{8A8A74B1-298B-4D72-9694-D42D6FEBA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19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95" name="Freeform 2287">
                <a:extLst>
                  <a:ext uri="{FF2B5EF4-FFF2-40B4-BE49-F238E27FC236}">
                    <a16:creationId xmlns:a16="http://schemas.microsoft.com/office/drawing/2014/main" id="{A566C5BC-C37D-413A-B659-524D600AD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19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6" name="Oval 2288">
                <a:extLst>
                  <a:ext uri="{FF2B5EF4-FFF2-40B4-BE49-F238E27FC236}">
                    <a16:creationId xmlns:a16="http://schemas.microsoft.com/office/drawing/2014/main" id="{68E53053-421C-4962-B641-C06546B45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117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97" name="Freeform 2289">
                <a:extLst>
                  <a:ext uri="{FF2B5EF4-FFF2-40B4-BE49-F238E27FC236}">
                    <a16:creationId xmlns:a16="http://schemas.microsoft.com/office/drawing/2014/main" id="{B2964631-C151-4F2F-9EAC-BCD4A7BA7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17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8" name="Oval 2290">
                <a:extLst>
                  <a:ext uri="{FF2B5EF4-FFF2-40B4-BE49-F238E27FC236}">
                    <a16:creationId xmlns:a16="http://schemas.microsoft.com/office/drawing/2014/main" id="{3650EC9C-F145-422F-8D96-A9B1511B6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8" y="120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99" name="Freeform 2291">
                <a:extLst>
                  <a:ext uri="{FF2B5EF4-FFF2-40B4-BE49-F238E27FC236}">
                    <a16:creationId xmlns:a16="http://schemas.microsoft.com/office/drawing/2014/main" id="{3A088FAF-0891-47FE-9D30-0DB04E1C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20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0" name="Oval 2292">
                <a:extLst>
                  <a:ext uri="{FF2B5EF4-FFF2-40B4-BE49-F238E27FC236}">
                    <a16:creationId xmlns:a16="http://schemas.microsoft.com/office/drawing/2014/main" id="{9EBC8879-9F29-49D7-9B32-4A6A942CA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0" y="1163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01" name="Freeform 2293">
                <a:extLst>
                  <a:ext uri="{FF2B5EF4-FFF2-40B4-BE49-F238E27FC236}">
                    <a16:creationId xmlns:a16="http://schemas.microsoft.com/office/drawing/2014/main" id="{A8378469-C453-4C2F-A047-66B188B98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1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2" name="Oval 2294">
                <a:extLst>
                  <a:ext uri="{FF2B5EF4-FFF2-40B4-BE49-F238E27FC236}">
                    <a16:creationId xmlns:a16="http://schemas.microsoft.com/office/drawing/2014/main" id="{3F449283-11EA-47CB-8DA6-9F5BF490C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21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03" name="Freeform 2295">
                <a:extLst>
                  <a:ext uri="{FF2B5EF4-FFF2-40B4-BE49-F238E27FC236}">
                    <a16:creationId xmlns:a16="http://schemas.microsoft.com/office/drawing/2014/main" id="{470823E8-1C30-4937-8D6D-2A36FA032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216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54 h 2"/>
                  <a:gd name="T8" fmla="*/ 0 w 1"/>
                  <a:gd name="T9" fmla="*/ 54 h 2"/>
                  <a:gd name="T10" fmla="*/ 27 w 1"/>
                  <a:gd name="T11" fmla="*/ 27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4" name="Oval 2296">
                <a:extLst>
                  <a:ext uri="{FF2B5EF4-FFF2-40B4-BE49-F238E27FC236}">
                    <a16:creationId xmlns:a16="http://schemas.microsoft.com/office/drawing/2014/main" id="{3F5DDA7E-AEFA-4C52-9CD1-CF9BC65E8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116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05" name="Freeform 2297">
                <a:extLst>
                  <a:ext uri="{FF2B5EF4-FFF2-40B4-BE49-F238E27FC236}">
                    <a16:creationId xmlns:a16="http://schemas.microsoft.com/office/drawing/2014/main" id="{25B66152-432C-4BEE-A266-D8248F8C7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16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6" name="Oval 2298">
                <a:extLst>
                  <a:ext uri="{FF2B5EF4-FFF2-40B4-BE49-F238E27FC236}">
                    <a16:creationId xmlns:a16="http://schemas.microsoft.com/office/drawing/2014/main" id="{CDC1AB65-9A4C-4266-8A80-2DC27CB8D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109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07" name="Freeform 2299">
                <a:extLst>
                  <a:ext uri="{FF2B5EF4-FFF2-40B4-BE49-F238E27FC236}">
                    <a16:creationId xmlns:a16="http://schemas.microsoft.com/office/drawing/2014/main" id="{B60B9EA8-F047-4DCF-BD0A-554C33C41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09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8" name="Oval 2300">
                <a:extLst>
                  <a:ext uri="{FF2B5EF4-FFF2-40B4-BE49-F238E27FC236}">
                    <a16:creationId xmlns:a16="http://schemas.microsoft.com/office/drawing/2014/main" id="{40A8E610-32A2-44E3-9EB5-CADA93215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0" y="1086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09" name="Freeform 2301">
                <a:extLst>
                  <a:ext uri="{FF2B5EF4-FFF2-40B4-BE49-F238E27FC236}">
                    <a16:creationId xmlns:a16="http://schemas.microsoft.com/office/drawing/2014/main" id="{05DACBD8-F9BE-4734-833F-E146CEA47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08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" name="Oval 2302">
                <a:extLst>
                  <a:ext uri="{FF2B5EF4-FFF2-40B4-BE49-F238E27FC236}">
                    <a16:creationId xmlns:a16="http://schemas.microsoft.com/office/drawing/2014/main" id="{9A1DA115-98E4-4274-A883-70C216538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108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11" name="Freeform 2303">
                <a:extLst>
                  <a:ext uri="{FF2B5EF4-FFF2-40B4-BE49-F238E27FC236}">
                    <a16:creationId xmlns:a16="http://schemas.microsoft.com/office/drawing/2014/main" id="{FC3D7E86-8ED9-4EEC-A4A1-A29B5B515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086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" name="Oval 2304">
                <a:extLst>
                  <a:ext uri="{FF2B5EF4-FFF2-40B4-BE49-F238E27FC236}">
                    <a16:creationId xmlns:a16="http://schemas.microsoft.com/office/drawing/2014/main" id="{99FF0302-B80B-4FB4-BD83-38BBFC302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5" y="1272"/>
                <a:ext cx="5" cy="8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13" name="Freeform 2305">
                <a:extLst>
                  <a:ext uri="{FF2B5EF4-FFF2-40B4-BE49-F238E27FC236}">
                    <a16:creationId xmlns:a16="http://schemas.microsoft.com/office/drawing/2014/main" id="{702C264D-E456-4887-984B-B61B663B5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275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12 w 3"/>
                  <a:gd name="T9" fmla="*/ 33 h 2"/>
                  <a:gd name="T10" fmla="*/ 37 w 3"/>
                  <a:gd name="T11" fmla="*/ 20 h 2"/>
                  <a:gd name="T12" fmla="*/ 12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" name="Oval 2306">
                <a:extLst>
                  <a:ext uri="{FF2B5EF4-FFF2-40B4-BE49-F238E27FC236}">
                    <a16:creationId xmlns:a16="http://schemas.microsoft.com/office/drawing/2014/main" id="{E2876458-D025-4C61-9D61-E9C51F88B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0" y="1304"/>
                <a:ext cx="8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15" name="Freeform 2307">
                <a:extLst>
                  <a:ext uri="{FF2B5EF4-FFF2-40B4-BE49-F238E27FC236}">
                    <a16:creationId xmlns:a16="http://schemas.microsoft.com/office/drawing/2014/main" id="{30759239-EFF7-409B-836D-B2FE9C2FF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30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" name="Oval 2308">
                <a:extLst>
                  <a:ext uri="{FF2B5EF4-FFF2-40B4-BE49-F238E27FC236}">
                    <a16:creationId xmlns:a16="http://schemas.microsoft.com/office/drawing/2014/main" id="{F4BB3551-2160-41F3-92BA-62160AC8B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1275"/>
                <a:ext cx="5" cy="3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17" name="Freeform 2309">
                <a:extLst>
                  <a:ext uri="{FF2B5EF4-FFF2-40B4-BE49-F238E27FC236}">
                    <a16:creationId xmlns:a16="http://schemas.microsoft.com/office/drawing/2014/main" id="{978A6C0A-546F-4995-B478-1940AA782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27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33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8" name="Oval 2310">
                <a:extLst>
                  <a:ext uri="{FF2B5EF4-FFF2-40B4-BE49-F238E27FC236}">
                    <a16:creationId xmlns:a16="http://schemas.microsoft.com/office/drawing/2014/main" id="{B3D598EB-A3AF-4740-A439-4C99118F6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0" y="1355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19" name="Freeform 2311">
                <a:extLst>
                  <a:ext uri="{FF2B5EF4-FFF2-40B4-BE49-F238E27FC236}">
                    <a16:creationId xmlns:a16="http://schemas.microsoft.com/office/drawing/2014/main" id="{366B1DB4-7940-44A1-AC72-0565B3A49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358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12 w 3"/>
                  <a:gd name="T9" fmla="*/ 33 h 2"/>
                  <a:gd name="T10" fmla="*/ 37 w 3"/>
                  <a:gd name="T11" fmla="*/ 20 h 2"/>
                  <a:gd name="T12" fmla="*/ 12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0" name="Oval 2312">
                <a:extLst>
                  <a:ext uri="{FF2B5EF4-FFF2-40B4-BE49-F238E27FC236}">
                    <a16:creationId xmlns:a16="http://schemas.microsoft.com/office/drawing/2014/main" id="{84FA9438-2116-4980-AEB9-285D140B2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1288"/>
                <a:ext cx="3" cy="3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21" name="Freeform 2313">
                <a:extLst>
                  <a:ext uri="{FF2B5EF4-FFF2-40B4-BE49-F238E27FC236}">
                    <a16:creationId xmlns:a16="http://schemas.microsoft.com/office/drawing/2014/main" id="{C407B6BF-08B9-4546-8F34-2C26BB76B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288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2" name="Oval 2314">
                <a:extLst>
                  <a:ext uri="{FF2B5EF4-FFF2-40B4-BE49-F238E27FC236}">
                    <a16:creationId xmlns:a16="http://schemas.microsoft.com/office/drawing/2014/main" id="{E417C3CE-819B-4E54-A636-B5A269A9B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33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23" name="Freeform 2315">
                <a:extLst>
                  <a:ext uri="{FF2B5EF4-FFF2-40B4-BE49-F238E27FC236}">
                    <a16:creationId xmlns:a16="http://schemas.microsoft.com/office/drawing/2014/main" id="{980E5E41-529D-4482-9CEE-AB73496D1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34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4" name="Oval 2316">
                <a:extLst>
                  <a:ext uri="{FF2B5EF4-FFF2-40B4-BE49-F238E27FC236}">
                    <a16:creationId xmlns:a16="http://schemas.microsoft.com/office/drawing/2014/main" id="{B7D1CBA3-3BCD-4D1E-AA8F-8FBE3BBB2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1339"/>
                <a:ext cx="7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25" name="Freeform 2317">
                <a:extLst>
                  <a:ext uri="{FF2B5EF4-FFF2-40B4-BE49-F238E27FC236}">
                    <a16:creationId xmlns:a16="http://schemas.microsoft.com/office/drawing/2014/main" id="{9CB4C0AC-CE53-436A-8805-594095A02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33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6" name="Oval 2318">
                <a:extLst>
                  <a:ext uri="{FF2B5EF4-FFF2-40B4-BE49-F238E27FC236}">
                    <a16:creationId xmlns:a16="http://schemas.microsoft.com/office/drawing/2014/main" id="{92EB77FD-881E-4CE3-9B56-1A0ECAFB3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128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27" name="Freeform 2319">
                <a:extLst>
                  <a:ext uri="{FF2B5EF4-FFF2-40B4-BE49-F238E27FC236}">
                    <a16:creationId xmlns:a16="http://schemas.microsoft.com/office/drawing/2014/main" id="{46F86301-8BA4-4D26-9349-A9BAE2373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28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8" name="Oval 2320">
                <a:extLst>
                  <a:ext uri="{FF2B5EF4-FFF2-40B4-BE49-F238E27FC236}">
                    <a16:creationId xmlns:a16="http://schemas.microsoft.com/office/drawing/2014/main" id="{81CB69E2-48D1-47F1-A73C-62C38CD80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326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29" name="Freeform 2321">
                <a:extLst>
                  <a:ext uri="{FF2B5EF4-FFF2-40B4-BE49-F238E27FC236}">
                    <a16:creationId xmlns:a16="http://schemas.microsoft.com/office/drawing/2014/main" id="{99F71E34-4C6D-4D7C-9220-5FD42E979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326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0" name="Oval 2322">
                <a:extLst>
                  <a:ext uri="{FF2B5EF4-FFF2-40B4-BE49-F238E27FC236}">
                    <a16:creationId xmlns:a16="http://schemas.microsoft.com/office/drawing/2014/main" id="{E80D5F72-D010-4A88-AABE-AB2FB6B1D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132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31" name="Freeform 2323">
                <a:extLst>
                  <a:ext uri="{FF2B5EF4-FFF2-40B4-BE49-F238E27FC236}">
                    <a16:creationId xmlns:a16="http://schemas.microsoft.com/office/drawing/2014/main" id="{31214B48-8118-4540-96F3-E293E15B7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32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2" name="Oval 2324">
                <a:extLst>
                  <a:ext uri="{FF2B5EF4-FFF2-40B4-BE49-F238E27FC236}">
                    <a16:creationId xmlns:a16="http://schemas.microsoft.com/office/drawing/2014/main" id="{B89D87BA-B3B8-4D24-B243-87B17425C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1304"/>
                <a:ext cx="2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33" name="Freeform 2325">
                <a:extLst>
                  <a:ext uri="{FF2B5EF4-FFF2-40B4-BE49-F238E27FC236}">
                    <a16:creationId xmlns:a16="http://schemas.microsoft.com/office/drawing/2014/main" id="{A70D8BB1-3CBE-4CBE-8465-2530F020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30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4" name="Oval 2326">
                <a:extLst>
                  <a:ext uri="{FF2B5EF4-FFF2-40B4-BE49-F238E27FC236}">
                    <a16:creationId xmlns:a16="http://schemas.microsoft.com/office/drawing/2014/main" id="{BF9A1A5C-EAD7-4792-904C-4FD242E4B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3" y="136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35" name="Freeform 2327">
                <a:extLst>
                  <a:ext uri="{FF2B5EF4-FFF2-40B4-BE49-F238E27FC236}">
                    <a16:creationId xmlns:a16="http://schemas.microsoft.com/office/drawing/2014/main" id="{D8A9E1A8-F1EB-44C0-8E61-231DCE13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36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6" name="Oval 2328">
                <a:extLst>
                  <a:ext uri="{FF2B5EF4-FFF2-40B4-BE49-F238E27FC236}">
                    <a16:creationId xmlns:a16="http://schemas.microsoft.com/office/drawing/2014/main" id="{3723B13C-3A8E-41B0-A90A-2DE480F2B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36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37" name="Freeform 2329">
                <a:extLst>
                  <a:ext uri="{FF2B5EF4-FFF2-40B4-BE49-F238E27FC236}">
                    <a16:creationId xmlns:a16="http://schemas.microsoft.com/office/drawing/2014/main" id="{72F3FBBC-C488-4EAF-A500-1EB7873A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3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8" name="Oval 2330">
                <a:extLst>
                  <a:ext uri="{FF2B5EF4-FFF2-40B4-BE49-F238E27FC236}">
                    <a16:creationId xmlns:a16="http://schemas.microsoft.com/office/drawing/2014/main" id="{9B99A2D1-BD57-4CFF-A180-C413054E9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1382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39" name="Freeform 2331">
                <a:extLst>
                  <a:ext uri="{FF2B5EF4-FFF2-40B4-BE49-F238E27FC236}">
                    <a16:creationId xmlns:a16="http://schemas.microsoft.com/office/drawing/2014/main" id="{DBE94A68-A3C2-43BA-8EAE-FF9DD3E4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38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0" name="Oval 2332">
                <a:extLst>
                  <a:ext uri="{FF2B5EF4-FFF2-40B4-BE49-F238E27FC236}">
                    <a16:creationId xmlns:a16="http://schemas.microsoft.com/office/drawing/2014/main" id="{643D67BF-CCEB-4ABC-8C72-D0D3331CA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1376"/>
                <a:ext cx="3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41" name="Freeform 2333">
                <a:extLst>
                  <a:ext uri="{FF2B5EF4-FFF2-40B4-BE49-F238E27FC236}">
                    <a16:creationId xmlns:a16="http://schemas.microsoft.com/office/drawing/2014/main" id="{FB3DD6F0-8F14-43A2-BAE8-75E5E8388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376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2" name="Oval 2334">
                <a:extLst>
                  <a:ext uri="{FF2B5EF4-FFF2-40B4-BE49-F238E27FC236}">
                    <a16:creationId xmlns:a16="http://schemas.microsoft.com/office/drawing/2014/main" id="{77B32FA3-AE83-4106-AF8E-C11749324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8" y="128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43" name="Freeform 2335">
                <a:extLst>
                  <a:ext uri="{FF2B5EF4-FFF2-40B4-BE49-F238E27FC236}">
                    <a16:creationId xmlns:a16="http://schemas.microsoft.com/office/drawing/2014/main" id="{1B51D983-F4E5-4715-8C6B-0DF670C8C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28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4" name="Oval 2336">
                <a:extLst>
                  <a:ext uri="{FF2B5EF4-FFF2-40B4-BE49-F238E27FC236}">
                    <a16:creationId xmlns:a16="http://schemas.microsoft.com/office/drawing/2014/main" id="{012E808B-A361-4553-8444-2EBAE37B1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1296"/>
                <a:ext cx="3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45" name="Freeform 2337">
                <a:extLst>
                  <a:ext uri="{FF2B5EF4-FFF2-40B4-BE49-F238E27FC236}">
                    <a16:creationId xmlns:a16="http://schemas.microsoft.com/office/drawing/2014/main" id="{1C65D7CE-3542-4ECE-A13F-4A28C3D21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296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6" name="Oval 2338">
                <a:extLst>
                  <a:ext uri="{FF2B5EF4-FFF2-40B4-BE49-F238E27FC236}">
                    <a16:creationId xmlns:a16="http://schemas.microsoft.com/office/drawing/2014/main" id="{8012E08A-A022-48AF-B38C-38E9FD99E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5" y="1230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47" name="Freeform 2339">
                <a:extLst>
                  <a:ext uri="{FF2B5EF4-FFF2-40B4-BE49-F238E27FC236}">
                    <a16:creationId xmlns:a16="http://schemas.microsoft.com/office/drawing/2014/main" id="{30675445-5218-4AB9-AE8E-567BCFC7F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23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8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8" name="Oval 2340">
                <a:extLst>
                  <a:ext uri="{FF2B5EF4-FFF2-40B4-BE49-F238E27FC236}">
                    <a16:creationId xmlns:a16="http://schemas.microsoft.com/office/drawing/2014/main" id="{A4B89121-6015-42CB-8935-984EA1A97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1366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49" name="Freeform 2341">
                <a:extLst>
                  <a:ext uri="{FF2B5EF4-FFF2-40B4-BE49-F238E27FC236}">
                    <a16:creationId xmlns:a16="http://schemas.microsoft.com/office/drawing/2014/main" id="{31D42B0D-A6BE-4969-815F-725EC534A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36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0" name="Oval 2342">
                <a:extLst>
                  <a:ext uri="{FF2B5EF4-FFF2-40B4-BE49-F238E27FC236}">
                    <a16:creationId xmlns:a16="http://schemas.microsoft.com/office/drawing/2014/main" id="{DFDE2E42-E6FB-4DD3-A41A-2940F72FA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1363"/>
                <a:ext cx="7" cy="8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51" name="Freeform 2343">
                <a:extLst>
                  <a:ext uri="{FF2B5EF4-FFF2-40B4-BE49-F238E27FC236}">
                    <a16:creationId xmlns:a16="http://schemas.microsoft.com/office/drawing/2014/main" id="{FB2F790D-ECB0-41FD-9D4D-865E6CDF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36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2" name="Oval 2344">
                <a:extLst>
                  <a:ext uri="{FF2B5EF4-FFF2-40B4-BE49-F238E27FC236}">
                    <a16:creationId xmlns:a16="http://schemas.microsoft.com/office/drawing/2014/main" id="{A0278B5C-488F-47C0-BC13-D1A92E7FE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135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53" name="Freeform 2345">
                <a:extLst>
                  <a:ext uri="{FF2B5EF4-FFF2-40B4-BE49-F238E27FC236}">
                    <a16:creationId xmlns:a16="http://schemas.microsoft.com/office/drawing/2014/main" id="{07A9B339-6AAF-4CB0-82B1-ED0540199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35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4" name="Oval 2346">
                <a:extLst>
                  <a:ext uri="{FF2B5EF4-FFF2-40B4-BE49-F238E27FC236}">
                    <a16:creationId xmlns:a16="http://schemas.microsoft.com/office/drawing/2014/main" id="{D7D6030F-4E8E-4984-8852-3A4E1740D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1318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55" name="Freeform 2347">
                <a:extLst>
                  <a:ext uri="{FF2B5EF4-FFF2-40B4-BE49-F238E27FC236}">
                    <a16:creationId xmlns:a16="http://schemas.microsoft.com/office/drawing/2014/main" id="{7AEE9714-0C9D-4FBE-8958-571F9A376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31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6" name="Oval 2348">
                <a:extLst>
                  <a:ext uri="{FF2B5EF4-FFF2-40B4-BE49-F238E27FC236}">
                    <a16:creationId xmlns:a16="http://schemas.microsoft.com/office/drawing/2014/main" id="{316368EF-E4CD-497E-AE9D-59B111ECD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350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57" name="Freeform 2349">
                <a:extLst>
                  <a:ext uri="{FF2B5EF4-FFF2-40B4-BE49-F238E27FC236}">
                    <a16:creationId xmlns:a16="http://schemas.microsoft.com/office/drawing/2014/main" id="{ECAAEC1F-AA5D-4660-9705-723616CB9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35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8" name="Oval 2350">
                <a:extLst>
                  <a:ext uri="{FF2B5EF4-FFF2-40B4-BE49-F238E27FC236}">
                    <a16:creationId xmlns:a16="http://schemas.microsoft.com/office/drawing/2014/main" id="{630ECFAE-C2B3-4DAA-A12F-98819397A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1262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59" name="Freeform 2351">
                <a:extLst>
                  <a:ext uri="{FF2B5EF4-FFF2-40B4-BE49-F238E27FC236}">
                    <a16:creationId xmlns:a16="http://schemas.microsoft.com/office/drawing/2014/main" id="{63BF3E0D-30D5-4ED1-815B-1BD441EED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26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0" name="Oval 2352">
                <a:extLst>
                  <a:ext uri="{FF2B5EF4-FFF2-40B4-BE49-F238E27FC236}">
                    <a16:creationId xmlns:a16="http://schemas.microsoft.com/office/drawing/2014/main" id="{CDE9476B-BEB4-4DBC-AAD0-A7B2FB61B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1243"/>
                <a:ext cx="7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61" name="Freeform 2353">
                <a:extLst>
                  <a:ext uri="{FF2B5EF4-FFF2-40B4-BE49-F238E27FC236}">
                    <a16:creationId xmlns:a16="http://schemas.microsoft.com/office/drawing/2014/main" id="{85028D1A-AA7D-46B5-A1E5-BF2FC7B0E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24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2" name="Oval 2354">
                <a:extLst>
                  <a:ext uri="{FF2B5EF4-FFF2-40B4-BE49-F238E27FC236}">
                    <a16:creationId xmlns:a16="http://schemas.microsoft.com/office/drawing/2014/main" id="{FDB41FB8-FEC4-476B-9F6F-FF1810960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28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63" name="Freeform 2355">
                <a:extLst>
                  <a:ext uri="{FF2B5EF4-FFF2-40B4-BE49-F238E27FC236}">
                    <a16:creationId xmlns:a16="http://schemas.microsoft.com/office/drawing/2014/main" id="{CED4B0F6-2349-4CBD-B0DD-725CDF063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28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4" name="Oval 2356">
                <a:extLst>
                  <a:ext uri="{FF2B5EF4-FFF2-40B4-BE49-F238E27FC236}">
                    <a16:creationId xmlns:a16="http://schemas.microsoft.com/office/drawing/2014/main" id="{815F3498-5EE0-427F-BCF8-120C77798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37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65" name="Freeform 2357">
                <a:extLst>
                  <a:ext uri="{FF2B5EF4-FFF2-40B4-BE49-F238E27FC236}">
                    <a16:creationId xmlns:a16="http://schemas.microsoft.com/office/drawing/2014/main" id="{01123B43-D374-4663-B498-8E78B1F75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37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6" name="Oval 2358">
                <a:extLst>
                  <a:ext uri="{FF2B5EF4-FFF2-40B4-BE49-F238E27FC236}">
                    <a16:creationId xmlns:a16="http://schemas.microsoft.com/office/drawing/2014/main" id="{DC18D322-B29B-496D-BBC1-40C405EB7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3" y="139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267" name="Freeform 2359">
                <a:extLst>
                  <a:ext uri="{FF2B5EF4-FFF2-40B4-BE49-F238E27FC236}">
                    <a16:creationId xmlns:a16="http://schemas.microsoft.com/office/drawing/2014/main" id="{306CFA7D-C13A-4C9D-9A5A-2D823A8B7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39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7" name="Group 2360">
              <a:extLst>
                <a:ext uri="{FF2B5EF4-FFF2-40B4-BE49-F238E27FC236}">
                  <a16:creationId xmlns:a16="http://schemas.microsoft.com/office/drawing/2014/main" id="{072EA311-C998-4D80-90F5-D56932F246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3" y="1027"/>
              <a:ext cx="472" cy="328"/>
              <a:chOff x="3593" y="1027"/>
              <a:chExt cx="472" cy="328"/>
            </a:xfrm>
          </p:grpSpPr>
          <p:sp>
            <p:nvSpPr>
              <p:cNvPr id="12868" name="Oval 2361">
                <a:extLst>
                  <a:ext uri="{FF2B5EF4-FFF2-40B4-BE49-F238E27FC236}">
                    <a16:creationId xmlns:a16="http://schemas.microsoft.com/office/drawing/2014/main" id="{97CD540C-0672-4F14-B042-6505E3CCC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132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69" name="Freeform 2362">
                <a:extLst>
                  <a:ext uri="{FF2B5EF4-FFF2-40B4-BE49-F238E27FC236}">
                    <a16:creationId xmlns:a16="http://schemas.microsoft.com/office/drawing/2014/main" id="{9CE85962-7296-44EA-A9F4-3C489C240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32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" name="Oval 2363">
                <a:extLst>
                  <a:ext uri="{FF2B5EF4-FFF2-40B4-BE49-F238E27FC236}">
                    <a16:creationId xmlns:a16="http://schemas.microsoft.com/office/drawing/2014/main" id="{53168BEE-A91C-48C5-A157-63FFF5B2C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131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71" name="Freeform 2364">
                <a:extLst>
                  <a:ext uri="{FF2B5EF4-FFF2-40B4-BE49-F238E27FC236}">
                    <a16:creationId xmlns:a16="http://schemas.microsoft.com/office/drawing/2014/main" id="{EA8B0F74-DFB6-4FEC-8987-7EFCF4A6C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31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" name="Oval 2365">
                <a:extLst>
                  <a:ext uri="{FF2B5EF4-FFF2-40B4-BE49-F238E27FC236}">
                    <a16:creationId xmlns:a16="http://schemas.microsoft.com/office/drawing/2014/main" id="{9B02FFD6-F3B9-4F0E-A337-7BD1174C5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1155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73" name="Freeform 2366">
                <a:extLst>
                  <a:ext uri="{FF2B5EF4-FFF2-40B4-BE49-F238E27FC236}">
                    <a16:creationId xmlns:a16="http://schemas.microsoft.com/office/drawing/2014/main" id="{50FF324B-B9BA-4798-B29A-6F79EFE3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15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" name="Oval 2367">
                <a:extLst>
                  <a:ext uri="{FF2B5EF4-FFF2-40B4-BE49-F238E27FC236}">
                    <a16:creationId xmlns:a16="http://schemas.microsoft.com/office/drawing/2014/main" id="{96C7FA5D-F663-41D5-AD34-7072FAB81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120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75" name="Freeform 2368">
                <a:extLst>
                  <a:ext uri="{FF2B5EF4-FFF2-40B4-BE49-F238E27FC236}">
                    <a16:creationId xmlns:a16="http://schemas.microsoft.com/office/drawing/2014/main" id="{64CC4116-D4C6-48DC-A45C-D716EBED4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20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" name="Oval 2369">
                <a:extLst>
                  <a:ext uri="{FF2B5EF4-FFF2-40B4-BE49-F238E27FC236}">
                    <a16:creationId xmlns:a16="http://schemas.microsoft.com/office/drawing/2014/main" id="{307FE57E-42F7-4AEF-AE9E-55C926558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8" y="119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77" name="Freeform 2370">
                <a:extLst>
                  <a:ext uri="{FF2B5EF4-FFF2-40B4-BE49-F238E27FC236}">
                    <a16:creationId xmlns:a16="http://schemas.microsoft.com/office/drawing/2014/main" id="{0116BD11-E3E8-4148-B681-9F6D9E410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19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" name="Oval 2371">
                <a:extLst>
                  <a:ext uri="{FF2B5EF4-FFF2-40B4-BE49-F238E27FC236}">
                    <a16:creationId xmlns:a16="http://schemas.microsoft.com/office/drawing/2014/main" id="{E7F340F1-53A1-4861-81E0-DD76066E0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1187"/>
                <a:ext cx="7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79" name="Freeform 2372">
                <a:extLst>
                  <a:ext uri="{FF2B5EF4-FFF2-40B4-BE49-F238E27FC236}">
                    <a16:creationId xmlns:a16="http://schemas.microsoft.com/office/drawing/2014/main" id="{129225B5-6E6E-4358-824B-E8B0AB0D3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190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" name="Oval 2373">
                <a:extLst>
                  <a:ext uri="{FF2B5EF4-FFF2-40B4-BE49-F238E27FC236}">
                    <a16:creationId xmlns:a16="http://schemas.microsoft.com/office/drawing/2014/main" id="{D372EEFE-BAA5-4A8F-9DB8-79E488C9F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0" y="1134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81" name="Freeform 2374">
                <a:extLst>
                  <a:ext uri="{FF2B5EF4-FFF2-40B4-BE49-F238E27FC236}">
                    <a16:creationId xmlns:a16="http://schemas.microsoft.com/office/drawing/2014/main" id="{0BA553DE-3259-426A-9166-319F1FF74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13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" name="Oval 2375">
                <a:extLst>
                  <a:ext uri="{FF2B5EF4-FFF2-40B4-BE49-F238E27FC236}">
                    <a16:creationId xmlns:a16="http://schemas.microsoft.com/office/drawing/2014/main" id="{0FFA62DA-5E45-441A-8E0B-E4209A201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8" y="1174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83" name="Freeform 2376">
                <a:extLst>
                  <a:ext uri="{FF2B5EF4-FFF2-40B4-BE49-F238E27FC236}">
                    <a16:creationId xmlns:a16="http://schemas.microsoft.com/office/drawing/2014/main" id="{6AA1E6AC-4F3C-4838-9ABB-9755A4DE8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174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" name="Oval 2377">
                <a:extLst>
                  <a:ext uri="{FF2B5EF4-FFF2-40B4-BE49-F238E27FC236}">
                    <a16:creationId xmlns:a16="http://schemas.microsoft.com/office/drawing/2014/main" id="{6645D213-8B40-4B3A-A0FD-3CBED1F3A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1168"/>
                <a:ext cx="5" cy="6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85" name="Freeform 2378">
                <a:extLst>
                  <a:ext uri="{FF2B5EF4-FFF2-40B4-BE49-F238E27FC236}">
                    <a16:creationId xmlns:a16="http://schemas.microsoft.com/office/drawing/2014/main" id="{FFB122C6-70B6-424D-B8E2-1C2D9BDAC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16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" name="Oval 2379">
                <a:extLst>
                  <a:ext uri="{FF2B5EF4-FFF2-40B4-BE49-F238E27FC236}">
                    <a16:creationId xmlns:a16="http://schemas.microsoft.com/office/drawing/2014/main" id="{2529C838-50E3-4716-BE96-3C9441E41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155"/>
                <a:ext cx="2" cy="3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87" name="Freeform 2380">
                <a:extLst>
                  <a:ext uri="{FF2B5EF4-FFF2-40B4-BE49-F238E27FC236}">
                    <a16:creationId xmlns:a16="http://schemas.microsoft.com/office/drawing/2014/main" id="{2BD0AEDA-2599-4951-A382-8B5B7C5A2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1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" name="Oval 2381">
                <a:extLst>
                  <a:ext uri="{FF2B5EF4-FFF2-40B4-BE49-F238E27FC236}">
                    <a16:creationId xmlns:a16="http://schemas.microsoft.com/office/drawing/2014/main" id="{3E51EBB9-23E6-4E5A-8DA1-20D3A3708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8" y="1211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89" name="Freeform 2382">
                <a:extLst>
                  <a:ext uri="{FF2B5EF4-FFF2-40B4-BE49-F238E27FC236}">
                    <a16:creationId xmlns:a16="http://schemas.microsoft.com/office/drawing/2014/main" id="{5DCB8519-E78B-4D77-A85C-3E85A1933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2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" name="Oval 2383">
                <a:extLst>
                  <a:ext uri="{FF2B5EF4-FFF2-40B4-BE49-F238E27FC236}">
                    <a16:creationId xmlns:a16="http://schemas.microsoft.com/office/drawing/2014/main" id="{469111D3-1AC4-44A6-9AD6-54D84857F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8" y="113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91" name="Freeform 2384">
                <a:extLst>
                  <a:ext uri="{FF2B5EF4-FFF2-40B4-BE49-F238E27FC236}">
                    <a16:creationId xmlns:a16="http://schemas.microsoft.com/office/drawing/2014/main" id="{0A25DBDA-8A9D-4226-8134-7D75BC6BF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13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" name="Oval 2385">
                <a:extLst>
                  <a:ext uri="{FF2B5EF4-FFF2-40B4-BE49-F238E27FC236}">
                    <a16:creationId xmlns:a16="http://schemas.microsoft.com/office/drawing/2014/main" id="{2CEADE4F-E92C-47BA-9C24-BB114B475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8" y="1224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93" name="Freeform 2386">
                <a:extLst>
                  <a:ext uri="{FF2B5EF4-FFF2-40B4-BE49-F238E27FC236}">
                    <a16:creationId xmlns:a16="http://schemas.microsoft.com/office/drawing/2014/main" id="{5061D974-E2F4-4520-826F-07BB183AF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227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21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" name="Oval 2387">
                <a:extLst>
                  <a:ext uri="{FF2B5EF4-FFF2-40B4-BE49-F238E27FC236}">
                    <a16:creationId xmlns:a16="http://schemas.microsoft.com/office/drawing/2014/main" id="{9A33F1FD-4587-4A57-9C24-63976F923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0" y="1176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95" name="Freeform 2388">
                <a:extLst>
                  <a:ext uri="{FF2B5EF4-FFF2-40B4-BE49-F238E27FC236}">
                    <a16:creationId xmlns:a16="http://schemas.microsoft.com/office/drawing/2014/main" id="{D26AC0D2-3BA5-450E-B1AB-A22F4AA46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17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12 w 3"/>
                  <a:gd name="T9" fmla="*/ 33 h 2"/>
                  <a:gd name="T10" fmla="*/ 37 w 3"/>
                  <a:gd name="T11" fmla="*/ 20 h 2"/>
                  <a:gd name="T12" fmla="*/ 12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" name="Oval 2389">
                <a:extLst>
                  <a:ext uri="{FF2B5EF4-FFF2-40B4-BE49-F238E27FC236}">
                    <a16:creationId xmlns:a16="http://schemas.microsoft.com/office/drawing/2014/main" id="{919776AE-018D-4BAE-9B32-137719CE6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1155"/>
                <a:ext cx="5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97" name="Freeform 2390">
                <a:extLst>
                  <a:ext uri="{FF2B5EF4-FFF2-40B4-BE49-F238E27FC236}">
                    <a16:creationId xmlns:a16="http://schemas.microsoft.com/office/drawing/2014/main" id="{0F9C72BF-873A-4B47-B998-5F6353C68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15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" name="Oval 2391">
                <a:extLst>
                  <a:ext uri="{FF2B5EF4-FFF2-40B4-BE49-F238E27FC236}">
                    <a16:creationId xmlns:a16="http://schemas.microsoft.com/office/drawing/2014/main" id="{B42B3578-D7AE-4662-A86B-4ACEF0E33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176"/>
                <a:ext cx="5" cy="6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99" name="Freeform 2392">
                <a:extLst>
                  <a:ext uri="{FF2B5EF4-FFF2-40B4-BE49-F238E27FC236}">
                    <a16:creationId xmlns:a16="http://schemas.microsoft.com/office/drawing/2014/main" id="{2103457C-EE14-4F04-BAD0-865CE4380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17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" name="Oval 2393">
                <a:extLst>
                  <a:ext uri="{FF2B5EF4-FFF2-40B4-BE49-F238E27FC236}">
                    <a16:creationId xmlns:a16="http://schemas.microsoft.com/office/drawing/2014/main" id="{1631A67F-322C-4715-B8CE-D75C4CCCC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1198"/>
                <a:ext cx="5" cy="2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01" name="Freeform 2394">
                <a:extLst>
                  <a:ext uri="{FF2B5EF4-FFF2-40B4-BE49-F238E27FC236}">
                    <a16:creationId xmlns:a16="http://schemas.microsoft.com/office/drawing/2014/main" id="{1BFDC4D8-7590-4FCB-A4E4-5418BE62F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19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" name="Oval 2395">
                <a:extLst>
                  <a:ext uri="{FF2B5EF4-FFF2-40B4-BE49-F238E27FC236}">
                    <a16:creationId xmlns:a16="http://schemas.microsoft.com/office/drawing/2014/main" id="{F9A5289B-0F98-4902-9629-58A726B3B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5" y="1248"/>
                <a:ext cx="5" cy="6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03" name="Freeform 2396">
                <a:extLst>
                  <a:ext uri="{FF2B5EF4-FFF2-40B4-BE49-F238E27FC236}">
                    <a16:creationId xmlns:a16="http://schemas.microsoft.com/office/drawing/2014/main" id="{C2D88A06-F24F-4D6D-997A-5ADE04CB9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24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" name="Oval 2397">
                <a:extLst>
                  <a:ext uri="{FF2B5EF4-FFF2-40B4-BE49-F238E27FC236}">
                    <a16:creationId xmlns:a16="http://schemas.microsoft.com/office/drawing/2014/main" id="{D6283F6F-1EB5-4B38-8DE8-64B3D9829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1288"/>
                <a:ext cx="5" cy="3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05" name="Freeform 2398">
                <a:extLst>
                  <a:ext uri="{FF2B5EF4-FFF2-40B4-BE49-F238E27FC236}">
                    <a16:creationId xmlns:a16="http://schemas.microsoft.com/office/drawing/2014/main" id="{9585518B-1ADB-4644-9DA9-5E15D613B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288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" name="Oval 2399">
                <a:extLst>
                  <a:ext uri="{FF2B5EF4-FFF2-40B4-BE49-F238E27FC236}">
                    <a16:creationId xmlns:a16="http://schemas.microsoft.com/office/drawing/2014/main" id="{4201ECFF-1CF2-4E64-938A-87E2910A1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5" y="1174"/>
                <a:ext cx="8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07" name="Freeform 2400">
                <a:extLst>
                  <a:ext uri="{FF2B5EF4-FFF2-40B4-BE49-F238E27FC236}">
                    <a16:creationId xmlns:a16="http://schemas.microsoft.com/office/drawing/2014/main" id="{45515494-DE7C-4050-BC65-D6514091F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17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" name="Freeform 2401">
                <a:extLst>
                  <a:ext uri="{FF2B5EF4-FFF2-40B4-BE49-F238E27FC236}">
                    <a16:creationId xmlns:a16="http://schemas.microsoft.com/office/drawing/2014/main" id="{CCBC1069-FCEC-4CE4-8CA5-DED9B33DE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20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0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" name="Oval 2402">
                <a:extLst>
                  <a:ext uri="{FF2B5EF4-FFF2-40B4-BE49-F238E27FC236}">
                    <a16:creationId xmlns:a16="http://schemas.microsoft.com/office/drawing/2014/main" id="{9FF725F7-3561-488D-A887-BC5D985AB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160"/>
                <a:ext cx="5" cy="6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10" name="Freeform 2403">
                <a:extLst>
                  <a:ext uri="{FF2B5EF4-FFF2-40B4-BE49-F238E27FC236}">
                    <a16:creationId xmlns:a16="http://schemas.microsoft.com/office/drawing/2014/main" id="{8A12ACC8-8A08-4E3C-B123-4E53DCCA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16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27 w 1"/>
                  <a:gd name="T11" fmla="*/ 0 h 1"/>
                  <a:gd name="T12" fmla="*/ 27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" name="Oval 2404">
                <a:extLst>
                  <a:ext uri="{FF2B5EF4-FFF2-40B4-BE49-F238E27FC236}">
                    <a16:creationId xmlns:a16="http://schemas.microsoft.com/office/drawing/2014/main" id="{E62EE543-1AB8-4C38-9DBC-C771C6A8D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1198"/>
                <a:ext cx="8" cy="8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12" name="Freeform 2405">
                <a:extLst>
                  <a:ext uri="{FF2B5EF4-FFF2-40B4-BE49-F238E27FC236}">
                    <a16:creationId xmlns:a16="http://schemas.microsoft.com/office/drawing/2014/main" id="{F19535DA-F4F9-473E-978A-6094F88C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6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" name="Oval 2406">
                <a:extLst>
                  <a:ext uri="{FF2B5EF4-FFF2-40B4-BE49-F238E27FC236}">
                    <a16:creationId xmlns:a16="http://schemas.microsoft.com/office/drawing/2014/main" id="{A1689B8D-1102-4293-8029-238AB3F09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1267"/>
                <a:ext cx="7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14" name="Freeform 2407">
                <a:extLst>
                  <a:ext uri="{FF2B5EF4-FFF2-40B4-BE49-F238E27FC236}">
                    <a16:creationId xmlns:a16="http://schemas.microsoft.com/office/drawing/2014/main" id="{DA6AD0B8-A79C-46B1-921C-49DAC1D3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30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0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" name="Oval 2408">
                <a:extLst>
                  <a:ext uri="{FF2B5EF4-FFF2-40B4-BE49-F238E27FC236}">
                    <a16:creationId xmlns:a16="http://schemas.microsoft.com/office/drawing/2014/main" id="{79B6944F-5282-448F-A1C4-02C1C706D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304"/>
                <a:ext cx="8" cy="8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16" name="Freeform 2409">
                <a:extLst>
                  <a:ext uri="{FF2B5EF4-FFF2-40B4-BE49-F238E27FC236}">
                    <a16:creationId xmlns:a16="http://schemas.microsoft.com/office/drawing/2014/main" id="{3B8647D6-7815-4987-8BF1-9D80A5306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34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0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7" name="Oval 2410">
                <a:extLst>
                  <a:ext uri="{FF2B5EF4-FFF2-40B4-BE49-F238E27FC236}">
                    <a16:creationId xmlns:a16="http://schemas.microsoft.com/office/drawing/2014/main" id="{AA0C12C5-7D18-4791-9F04-1C08A8637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1344"/>
                <a:ext cx="8" cy="8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18" name="Oval 2411">
                <a:extLst>
                  <a:ext uri="{FF2B5EF4-FFF2-40B4-BE49-F238E27FC236}">
                    <a16:creationId xmlns:a16="http://schemas.microsoft.com/office/drawing/2014/main" id="{9A8BB05C-DB81-4BB8-90A4-DD36F777F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200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19" name="Freeform 2412">
                <a:extLst>
                  <a:ext uri="{FF2B5EF4-FFF2-40B4-BE49-F238E27FC236}">
                    <a16:creationId xmlns:a16="http://schemas.microsoft.com/office/drawing/2014/main" id="{D2CBE831-7131-4302-9AE3-25B081862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200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20" name="Oval 2413">
                <a:extLst>
                  <a:ext uri="{FF2B5EF4-FFF2-40B4-BE49-F238E27FC236}">
                    <a16:creationId xmlns:a16="http://schemas.microsoft.com/office/drawing/2014/main" id="{111F9657-F50C-4D3A-8E1F-63BC0D2CF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1230"/>
                <a:ext cx="7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21" name="Freeform 2414">
                <a:extLst>
                  <a:ext uri="{FF2B5EF4-FFF2-40B4-BE49-F238E27FC236}">
                    <a16:creationId xmlns:a16="http://schemas.microsoft.com/office/drawing/2014/main" id="{37CB8793-FFD9-409B-BCDD-888E62654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23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22" name="Oval 2415">
                <a:extLst>
                  <a:ext uri="{FF2B5EF4-FFF2-40B4-BE49-F238E27FC236}">
                    <a16:creationId xmlns:a16="http://schemas.microsoft.com/office/drawing/2014/main" id="{14B04FF6-73F3-4A53-A2A7-E6F85ABF1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5" y="1227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23" name="Oval 2416">
                <a:extLst>
                  <a:ext uri="{FF2B5EF4-FFF2-40B4-BE49-F238E27FC236}">
                    <a16:creationId xmlns:a16="http://schemas.microsoft.com/office/drawing/2014/main" id="{61789D03-2571-48D5-A842-DC6871ECD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1166"/>
                <a:ext cx="5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24" name="Freeform 2417">
                <a:extLst>
                  <a:ext uri="{FF2B5EF4-FFF2-40B4-BE49-F238E27FC236}">
                    <a16:creationId xmlns:a16="http://schemas.microsoft.com/office/drawing/2014/main" id="{551D8AC8-1A01-43C4-B99D-A42D85ED7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16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25" name="Oval 2418">
                <a:extLst>
                  <a:ext uri="{FF2B5EF4-FFF2-40B4-BE49-F238E27FC236}">
                    <a16:creationId xmlns:a16="http://schemas.microsoft.com/office/drawing/2014/main" id="{EABF607D-C22A-44B7-A6A7-4347BA7AE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0" y="1155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26" name="Freeform 2419">
                <a:extLst>
                  <a:ext uri="{FF2B5EF4-FFF2-40B4-BE49-F238E27FC236}">
                    <a16:creationId xmlns:a16="http://schemas.microsoft.com/office/drawing/2014/main" id="{89735407-5D53-46B1-A22F-58A2537A5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15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27" name="Oval 2420">
                <a:extLst>
                  <a:ext uri="{FF2B5EF4-FFF2-40B4-BE49-F238E27FC236}">
                    <a16:creationId xmlns:a16="http://schemas.microsoft.com/office/drawing/2014/main" id="{D302130D-D926-4FD4-AF28-04A35F4E9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1064"/>
                <a:ext cx="8" cy="8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28" name="Freeform 2421">
                <a:extLst>
                  <a:ext uri="{FF2B5EF4-FFF2-40B4-BE49-F238E27FC236}">
                    <a16:creationId xmlns:a16="http://schemas.microsoft.com/office/drawing/2014/main" id="{70FB1512-69DE-4C15-803C-38F870DD8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06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0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29" name="Oval 2422">
                <a:extLst>
                  <a:ext uri="{FF2B5EF4-FFF2-40B4-BE49-F238E27FC236}">
                    <a16:creationId xmlns:a16="http://schemas.microsoft.com/office/drawing/2014/main" id="{193CC151-2D95-4F57-9263-CFEA9B7B2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5" y="105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30" name="Freeform 2423">
                <a:extLst>
                  <a:ext uri="{FF2B5EF4-FFF2-40B4-BE49-F238E27FC236}">
                    <a16:creationId xmlns:a16="http://schemas.microsoft.com/office/drawing/2014/main" id="{503C470B-4146-415A-AA9D-B8392C3D2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05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31" name="Oval 2424">
                <a:extLst>
                  <a:ext uri="{FF2B5EF4-FFF2-40B4-BE49-F238E27FC236}">
                    <a16:creationId xmlns:a16="http://schemas.microsoft.com/office/drawing/2014/main" id="{C18E973D-B0C5-4195-9C59-79A6C8999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05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32" name="Freeform 2425">
                <a:extLst>
                  <a:ext uri="{FF2B5EF4-FFF2-40B4-BE49-F238E27FC236}">
                    <a16:creationId xmlns:a16="http://schemas.microsoft.com/office/drawing/2014/main" id="{9C056AE2-F7FA-49CD-BF91-9B7410D4C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05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33" name="Oval 2426">
                <a:extLst>
                  <a:ext uri="{FF2B5EF4-FFF2-40B4-BE49-F238E27FC236}">
                    <a16:creationId xmlns:a16="http://schemas.microsoft.com/office/drawing/2014/main" id="{97873331-A725-4065-9D5C-91AD638E5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1083"/>
                <a:ext cx="5" cy="3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34" name="Freeform 2427">
                <a:extLst>
                  <a:ext uri="{FF2B5EF4-FFF2-40B4-BE49-F238E27FC236}">
                    <a16:creationId xmlns:a16="http://schemas.microsoft.com/office/drawing/2014/main" id="{E1D57623-AA38-4588-811F-737E8B324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08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33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35" name="Oval 2428">
                <a:extLst>
                  <a:ext uri="{FF2B5EF4-FFF2-40B4-BE49-F238E27FC236}">
                    <a16:creationId xmlns:a16="http://schemas.microsoft.com/office/drawing/2014/main" id="{197E887C-F5AA-4D52-A9B5-8C5976624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1043"/>
                <a:ext cx="5" cy="3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36" name="Freeform 2429">
                <a:extLst>
                  <a:ext uri="{FF2B5EF4-FFF2-40B4-BE49-F238E27FC236}">
                    <a16:creationId xmlns:a16="http://schemas.microsoft.com/office/drawing/2014/main" id="{CFF457FB-5013-4C4B-9832-3318F2EF5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04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37" name="Oval 2430">
                <a:extLst>
                  <a:ext uri="{FF2B5EF4-FFF2-40B4-BE49-F238E27FC236}">
                    <a16:creationId xmlns:a16="http://schemas.microsoft.com/office/drawing/2014/main" id="{8518A52B-2E55-4342-9ADC-FDAF26935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3" y="1099"/>
                <a:ext cx="5" cy="8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38" name="Freeform 2431">
                <a:extLst>
                  <a:ext uri="{FF2B5EF4-FFF2-40B4-BE49-F238E27FC236}">
                    <a16:creationId xmlns:a16="http://schemas.microsoft.com/office/drawing/2014/main" id="{61602173-D126-4665-8FD5-A3064810E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10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39" name="Oval 2432">
                <a:extLst>
                  <a:ext uri="{FF2B5EF4-FFF2-40B4-BE49-F238E27FC236}">
                    <a16:creationId xmlns:a16="http://schemas.microsoft.com/office/drawing/2014/main" id="{335A359B-9BB8-448D-910F-6BD67BC87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110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40" name="Freeform 2433">
                <a:extLst>
                  <a:ext uri="{FF2B5EF4-FFF2-40B4-BE49-F238E27FC236}">
                    <a16:creationId xmlns:a16="http://schemas.microsoft.com/office/drawing/2014/main" id="{E5DA478E-3FEE-4F32-B92D-BB463FC84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10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41" name="Oval 2434">
                <a:extLst>
                  <a:ext uri="{FF2B5EF4-FFF2-40B4-BE49-F238E27FC236}">
                    <a16:creationId xmlns:a16="http://schemas.microsoft.com/office/drawing/2014/main" id="{C2D5ADEA-80F7-4D01-AAC7-01FEC3CFA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1139"/>
                <a:ext cx="5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42" name="Freeform 2435">
                <a:extLst>
                  <a:ext uri="{FF2B5EF4-FFF2-40B4-BE49-F238E27FC236}">
                    <a16:creationId xmlns:a16="http://schemas.microsoft.com/office/drawing/2014/main" id="{5AACEC18-718A-4810-8785-1FC8448F3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1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43" name="Oval 2436">
                <a:extLst>
                  <a:ext uri="{FF2B5EF4-FFF2-40B4-BE49-F238E27FC236}">
                    <a16:creationId xmlns:a16="http://schemas.microsoft.com/office/drawing/2014/main" id="{71EF7567-731D-49F5-A1E4-177508EC8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8" y="1139"/>
                <a:ext cx="5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44" name="Freeform 2437">
                <a:extLst>
                  <a:ext uri="{FF2B5EF4-FFF2-40B4-BE49-F238E27FC236}">
                    <a16:creationId xmlns:a16="http://schemas.microsoft.com/office/drawing/2014/main" id="{FE92E290-2607-4D12-AF41-F343CAD6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13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45" name="Oval 2438">
                <a:extLst>
                  <a:ext uri="{FF2B5EF4-FFF2-40B4-BE49-F238E27FC236}">
                    <a16:creationId xmlns:a16="http://schemas.microsoft.com/office/drawing/2014/main" id="{89F2FF7C-924B-4AE7-96DC-69DF20CB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1080"/>
                <a:ext cx="5" cy="6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46" name="Freeform 2439">
                <a:extLst>
                  <a:ext uri="{FF2B5EF4-FFF2-40B4-BE49-F238E27FC236}">
                    <a16:creationId xmlns:a16="http://schemas.microsoft.com/office/drawing/2014/main" id="{4E00E334-3C63-4144-A2C6-3817ADE3C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08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47" name="Oval 2440">
                <a:extLst>
                  <a:ext uri="{FF2B5EF4-FFF2-40B4-BE49-F238E27FC236}">
                    <a16:creationId xmlns:a16="http://schemas.microsoft.com/office/drawing/2014/main" id="{67FC11AC-2BD6-4533-A52B-5368C792E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1123"/>
                <a:ext cx="2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48" name="Freeform 2441">
                <a:extLst>
                  <a:ext uri="{FF2B5EF4-FFF2-40B4-BE49-F238E27FC236}">
                    <a16:creationId xmlns:a16="http://schemas.microsoft.com/office/drawing/2014/main" id="{7B9F5351-9888-41A0-9621-2610CFA92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1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49" name="Oval 2442">
                <a:extLst>
                  <a:ext uri="{FF2B5EF4-FFF2-40B4-BE49-F238E27FC236}">
                    <a16:creationId xmlns:a16="http://schemas.microsoft.com/office/drawing/2014/main" id="{6D449248-FF25-4A94-ABC8-9CB4E5644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1118"/>
                <a:ext cx="8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50" name="Freeform 2443">
                <a:extLst>
                  <a:ext uri="{FF2B5EF4-FFF2-40B4-BE49-F238E27FC236}">
                    <a16:creationId xmlns:a16="http://schemas.microsoft.com/office/drawing/2014/main" id="{28700D4D-63D8-4050-BBF1-8043D050F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11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51" name="Oval 2444">
                <a:extLst>
                  <a:ext uri="{FF2B5EF4-FFF2-40B4-BE49-F238E27FC236}">
                    <a16:creationId xmlns:a16="http://schemas.microsoft.com/office/drawing/2014/main" id="{3328A7F4-3960-4AB3-A9DB-6F4E134C2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104"/>
                <a:ext cx="5" cy="3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52" name="Freeform 2445">
                <a:extLst>
                  <a:ext uri="{FF2B5EF4-FFF2-40B4-BE49-F238E27FC236}">
                    <a16:creationId xmlns:a16="http://schemas.microsoft.com/office/drawing/2014/main" id="{1DD88005-6BD6-44B3-AD0E-771B58AF7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104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0 w 1"/>
                  <a:gd name="T9" fmla="*/ 54 h 2"/>
                  <a:gd name="T10" fmla="*/ 8 w 1"/>
                  <a:gd name="T11" fmla="*/ 27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53" name="Oval 2446">
                <a:extLst>
                  <a:ext uri="{FF2B5EF4-FFF2-40B4-BE49-F238E27FC236}">
                    <a16:creationId xmlns:a16="http://schemas.microsoft.com/office/drawing/2014/main" id="{C5D64648-D364-4066-9817-DCA395AE7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8" y="1046"/>
                <a:ext cx="5" cy="8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54" name="Freeform 2447">
                <a:extLst>
                  <a:ext uri="{FF2B5EF4-FFF2-40B4-BE49-F238E27FC236}">
                    <a16:creationId xmlns:a16="http://schemas.microsoft.com/office/drawing/2014/main" id="{E83D6ABE-FBE7-4D34-8B68-7A6532BF9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104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55" name="Oval 2448">
                <a:extLst>
                  <a:ext uri="{FF2B5EF4-FFF2-40B4-BE49-F238E27FC236}">
                    <a16:creationId xmlns:a16="http://schemas.microsoft.com/office/drawing/2014/main" id="{869BA42D-4834-4F94-90C8-ADD52B1D7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1102"/>
                <a:ext cx="2" cy="2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56" name="Freeform 2449">
                <a:extLst>
                  <a:ext uri="{FF2B5EF4-FFF2-40B4-BE49-F238E27FC236}">
                    <a16:creationId xmlns:a16="http://schemas.microsoft.com/office/drawing/2014/main" id="{93C17C25-1903-4512-8263-1266786A5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10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57" name="Oval 2450">
                <a:extLst>
                  <a:ext uri="{FF2B5EF4-FFF2-40B4-BE49-F238E27FC236}">
                    <a16:creationId xmlns:a16="http://schemas.microsoft.com/office/drawing/2014/main" id="{ACD07603-937A-4A04-B803-3E819A4F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3" y="112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58" name="Freeform 2451">
                <a:extLst>
                  <a:ext uri="{FF2B5EF4-FFF2-40B4-BE49-F238E27FC236}">
                    <a16:creationId xmlns:a16="http://schemas.microsoft.com/office/drawing/2014/main" id="{A303E9B0-9751-41EE-ADE4-EE76E7C59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12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59" name="Oval 2452">
                <a:extLst>
                  <a:ext uri="{FF2B5EF4-FFF2-40B4-BE49-F238E27FC236}">
                    <a16:creationId xmlns:a16="http://schemas.microsoft.com/office/drawing/2014/main" id="{AC05C073-6630-4D5C-87F9-59CC7073C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1080"/>
                <a:ext cx="5" cy="6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60" name="Freeform 2453">
                <a:extLst>
                  <a:ext uri="{FF2B5EF4-FFF2-40B4-BE49-F238E27FC236}">
                    <a16:creationId xmlns:a16="http://schemas.microsoft.com/office/drawing/2014/main" id="{A3D1A5E0-7AE9-4AB0-8E27-8E8A0EED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08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61" name="Oval 2454">
                <a:extLst>
                  <a:ext uri="{FF2B5EF4-FFF2-40B4-BE49-F238E27FC236}">
                    <a16:creationId xmlns:a16="http://schemas.microsoft.com/office/drawing/2014/main" id="{83B39FAE-AB03-4755-B87A-31DA8FD49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1115"/>
                <a:ext cx="5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62" name="Freeform 2455">
                <a:extLst>
                  <a:ext uri="{FF2B5EF4-FFF2-40B4-BE49-F238E27FC236}">
                    <a16:creationId xmlns:a16="http://schemas.microsoft.com/office/drawing/2014/main" id="{D164BCD0-27F9-47CD-9473-EA3E266BC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11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63" name="Oval 2456">
                <a:extLst>
                  <a:ext uri="{FF2B5EF4-FFF2-40B4-BE49-F238E27FC236}">
                    <a16:creationId xmlns:a16="http://schemas.microsoft.com/office/drawing/2014/main" id="{326D3547-D538-4999-B21B-668EDDE12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1067"/>
                <a:ext cx="5" cy="8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64" name="Freeform 2457">
                <a:extLst>
                  <a:ext uri="{FF2B5EF4-FFF2-40B4-BE49-F238E27FC236}">
                    <a16:creationId xmlns:a16="http://schemas.microsoft.com/office/drawing/2014/main" id="{22B965EF-B90A-4168-AF76-B77610995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07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65" name="Oval 2458">
                <a:extLst>
                  <a:ext uri="{FF2B5EF4-FFF2-40B4-BE49-F238E27FC236}">
                    <a16:creationId xmlns:a16="http://schemas.microsoft.com/office/drawing/2014/main" id="{23866444-EF9A-401B-BE32-FBD5E2ED6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1099"/>
                <a:ext cx="2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66" name="Freeform 2459">
                <a:extLst>
                  <a:ext uri="{FF2B5EF4-FFF2-40B4-BE49-F238E27FC236}">
                    <a16:creationId xmlns:a16="http://schemas.microsoft.com/office/drawing/2014/main" id="{20E32A74-C0D0-41C5-8482-F0B23D6E9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0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67" name="Oval 2460">
                <a:extLst>
                  <a:ext uri="{FF2B5EF4-FFF2-40B4-BE49-F238E27FC236}">
                    <a16:creationId xmlns:a16="http://schemas.microsoft.com/office/drawing/2014/main" id="{2012B073-3080-4A04-B8A1-4D85998E8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1094"/>
                <a:ext cx="5" cy="8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68" name="Freeform 2461">
                <a:extLst>
                  <a:ext uri="{FF2B5EF4-FFF2-40B4-BE49-F238E27FC236}">
                    <a16:creationId xmlns:a16="http://schemas.microsoft.com/office/drawing/2014/main" id="{4886C87C-E824-4355-A7AE-C6C7D69DA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096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0 w 3"/>
                  <a:gd name="T5" fmla="*/ 54 h 2"/>
                  <a:gd name="T6" fmla="*/ 0 w 3"/>
                  <a:gd name="T7" fmla="*/ 54 h 2"/>
                  <a:gd name="T8" fmla="*/ 12 w 3"/>
                  <a:gd name="T9" fmla="*/ 54 h 2"/>
                  <a:gd name="T10" fmla="*/ 37 w 3"/>
                  <a:gd name="T11" fmla="*/ 27 h 2"/>
                  <a:gd name="T12" fmla="*/ 12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69" name="Oval 2462">
                <a:extLst>
                  <a:ext uri="{FF2B5EF4-FFF2-40B4-BE49-F238E27FC236}">
                    <a16:creationId xmlns:a16="http://schemas.microsoft.com/office/drawing/2014/main" id="{233A003F-D284-4E58-9494-C540DC0AD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" y="1080"/>
                <a:ext cx="5" cy="3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70" name="Freeform 2463">
                <a:extLst>
                  <a:ext uri="{FF2B5EF4-FFF2-40B4-BE49-F238E27FC236}">
                    <a16:creationId xmlns:a16="http://schemas.microsoft.com/office/drawing/2014/main" id="{FD524AF0-17AC-4729-BDBA-62F416824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080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54 h 2"/>
                  <a:gd name="T8" fmla="*/ 0 w 1"/>
                  <a:gd name="T9" fmla="*/ 54 h 2"/>
                  <a:gd name="T10" fmla="*/ 8 w 1"/>
                  <a:gd name="T11" fmla="*/ 27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71" name="Oval 2464">
                <a:extLst>
                  <a:ext uri="{FF2B5EF4-FFF2-40B4-BE49-F238E27FC236}">
                    <a16:creationId xmlns:a16="http://schemas.microsoft.com/office/drawing/2014/main" id="{87692186-57FD-4777-B1D0-D8D55C5D7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108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72" name="Freeform 2465">
                <a:extLst>
                  <a:ext uri="{FF2B5EF4-FFF2-40B4-BE49-F238E27FC236}">
                    <a16:creationId xmlns:a16="http://schemas.microsoft.com/office/drawing/2014/main" id="{22F9ECA1-246E-4479-8363-371153677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08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73" name="Oval 2466">
                <a:extLst>
                  <a:ext uri="{FF2B5EF4-FFF2-40B4-BE49-F238E27FC236}">
                    <a16:creationId xmlns:a16="http://schemas.microsoft.com/office/drawing/2014/main" id="{04E91A2E-8CC0-4BB4-ADAA-CDA402E0E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1027"/>
                <a:ext cx="5" cy="5"/>
              </a:xfrm>
              <a:prstGeom prst="ellipse">
                <a:avLst/>
              </a:prstGeom>
              <a:solidFill>
                <a:srgbClr val="F7B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74" name="Freeform 2467">
                <a:extLst>
                  <a:ext uri="{FF2B5EF4-FFF2-40B4-BE49-F238E27FC236}">
                    <a16:creationId xmlns:a16="http://schemas.microsoft.com/office/drawing/2014/main" id="{7A31EF62-F80A-4C72-8B28-C9246CF9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02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D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75" name="Oval 2468">
                <a:extLst>
                  <a:ext uri="{FF2B5EF4-FFF2-40B4-BE49-F238E27FC236}">
                    <a16:creationId xmlns:a16="http://schemas.microsoft.com/office/drawing/2014/main" id="{657AE722-10A8-4635-9C4B-EAF2AE704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104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76" name="Freeform 2469">
                <a:extLst>
                  <a:ext uri="{FF2B5EF4-FFF2-40B4-BE49-F238E27FC236}">
                    <a16:creationId xmlns:a16="http://schemas.microsoft.com/office/drawing/2014/main" id="{EB19EC23-F2FF-4690-93D3-D79FCF209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04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77" name="Oval 2470">
                <a:extLst>
                  <a:ext uri="{FF2B5EF4-FFF2-40B4-BE49-F238E27FC236}">
                    <a16:creationId xmlns:a16="http://schemas.microsoft.com/office/drawing/2014/main" id="{5BEA0033-A505-4340-83DD-CCFFB75C5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0" y="112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78" name="Freeform 2471">
                <a:extLst>
                  <a:ext uri="{FF2B5EF4-FFF2-40B4-BE49-F238E27FC236}">
                    <a16:creationId xmlns:a16="http://schemas.microsoft.com/office/drawing/2014/main" id="{0DB2EC47-51B8-4F1A-B3CE-B2FA88E39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12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79" name="Oval 2472">
                <a:extLst>
                  <a:ext uri="{FF2B5EF4-FFF2-40B4-BE49-F238E27FC236}">
                    <a16:creationId xmlns:a16="http://schemas.microsoft.com/office/drawing/2014/main" id="{49F18279-1530-46FD-AD50-F2C4723F4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1107"/>
                <a:ext cx="7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80" name="Freeform 2473">
                <a:extLst>
                  <a:ext uri="{FF2B5EF4-FFF2-40B4-BE49-F238E27FC236}">
                    <a16:creationId xmlns:a16="http://schemas.microsoft.com/office/drawing/2014/main" id="{33AA780A-9A1D-4B10-A6CD-9C25EE655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10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1" name="Oval 2474">
                <a:extLst>
                  <a:ext uri="{FF2B5EF4-FFF2-40B4-BE49-F238E27FC236}">
                    <a16:creationId xmlns:a16="http://schemas.microsoft.com/office/drawing/2014/main" id="{8FE16FC3-FCF4-4F01-B2A0-45BC58413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099"/>
                <a:ext cx="7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82" name="Freeform 2475">
                <a:extLst>
                  <a:ext uri="{FF2B5EF4-FFF2-40B4-BE49-F238E27FC236}">
                    <a16:creationId xmlns:a16="http://schemas.microsoft.com/office/drawing/2014/main" id="{D7CAD572-2142-440C-B572-3D165A62F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09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3" name="Oval 2476">
                <a:extLst>
                  <a:ext uri="{FF2B5EF4-FFF2-40B4-BE49-F238E27FC236}">
                    <a16:creationId xmlns:a16="http://schemas.microsoft.com/office/drawing/2014/main" id="{8142DB0F-4FE1-4002-A20B-4CEDB789F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127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84" name="Freeform 2477">
                <a:extLst>
                  <a:ext uri="{FF2B5EF4-FFF2-40B4-BE49-F238E27FC236}">
                    <a16:creationId xmlns:a16="http://schemas.microsoft.com/office/drawing/2014/main" id="{8A332CAB-2EC1-4B34-AB8E-DE17A6D37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27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5" name="Oval 2478">
                <a:extLst>
                  <a:ext uri="{FF2B5EF4-FFF2-40B4-BE49-F238E27FC236}">
                    <a16:creationId xmlns:a16="http://schemas.microsoft.com/office/drawing/2014/main" id="{88F18218-4B9D-4922-8FE9-34C752688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3" y="1227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86" name="Freeform 2479">
                <a:extLst>
                  <a:ext uri="{FF2B5EF4-FFF2-40B4-BE49-F238E27FC236}">
                    <a16:creationId xmlns:a16="http://schemas.microsoft.com/office/drawing/2014/main" id="{3F28C7BA-670A-4DF0-9ACB-326ED6B97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230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27 w 1"/>
                  <a:gd name="T11" fmla="*/ 0 h 1"/>
                  <a:gd name="T12" fmla="*/ 27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7" name="Oval 2480">
                <a:extLst>
                  <a:ext uri="{FF2B5EF4-FFF2-40B4-BE49-F238E27FC236}">
                    <a16:creationId xmlns:a16="http://schemas.microsoft.com/office/drawing/2014/main" id="{233C9954-E8CF-4671-A361-03E0E0479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251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88" name="Freeform 2481">
                <a:extLst>
                  <a:ext uri="{FF2B5EF4-FFF2-40B4-BE49-F238E27FC236}">
                    <a16:creationId xmlns:a16="http://schemas.microsoft.com/office/drawing/2014/main" id="{CFF733E4-5B36-49F8-AB60-9D3B704A8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25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9" name="Oval 2482">
                <a:extLst>
                  <a:ext uri="{FF2B5EF4-FFF2-40B4-BE49-F238E27FC236}">
                    <a16:creationId xmlns:a16="http://schemas.microsoft.com/office/drawing/2014/main" id="{CD8FB38F-A3DC-4318-88DE-C84400C3F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8" y="1211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90" name="Freeform 2483">
                <a:extLst>
                  <a:ext uri="{FF2B5EF4-FFF2-40B4-BE49-F238E27FC236}">
                    <a16:creationId xmlns:a16="http://schemas.microsoft.com/office/drawing/2014/main" id="{2B4CF16A-6213-4CE3-87B6-DB5A4CEB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21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1" name="Oval 2484">
                <a:extLst>
                  <a:ext uri="{FF2B5EF4-FFF2-40B4-BE49-F238E27FC236}">
                    <a16:creationId xmlns:a16="http://schemas.microsoft.com/office/drawing/2014/main" id="{3A9D2535-1F6A-4865-B69B-70664199C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124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92" name="Freeform 2485">
                <a:extLst>
                  <a:ext uri="{FF2B5EF4-FFF2-40B4-BE49-F238E27FC236}">
                    <a16:creationId xmlns:a16="http://schemas.microsoft.com/office/drawing/2014/main" id="{6AEF8F13-6690-4179-8838-3536319EB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24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3" name="Oval 2486">
                <a:extLst>
                  <a:ext uri="{FF2B5EF4-FFF2-40B4-BE49-F238E27FC236}">
                    <a16:creationId xmlns:a16="http://schemas.microsoft.com/office/drawing/2014/main" id="{F2E389C6-877B-483C-AA5D-E4FA51F1D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1171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94" name="Freeform 2487">
                <a:extLst>
                  <a:ext uri="{FF2B5EF4-FFF2-40B4-BE49-F238E27FC236}">
                    <a16:creationId xmlns:a16="http://schemas.microsoft.com/office/drawing/2014/main" id="{8CA704C2-7ADC-4731-9166-3F7B08860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17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5" name="Oval 2488">
                <a:extLst>
                  <a:ext uri="{FF2B5EF4-FFF2-40B4-BE49-F238E27FC236}">
                    <a16:creationId xmlns:a16="http://schemas.microsoft.com/office/drawing/2014/main" id="{946642F2-F2E6-4378-A3A3-71811D848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5" y="1190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96" name="Freeform 2489">
                <a:extLst>
                  <a:ext uri="{FF2B5EF4-FFF2-40B4-BE49-F238E27FC236}">
                    <a16:creationId xmlns:a16="http://schemas.microsoft.com/office/drawing/2014/main" id="{0BC071B7-758E-4B6E-AA05-7F6C85E74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19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7" name="Oval 2490">
                <a:extLst>
                  <a:ext uri="{FF2B5EF4-FFF2-40B4-BE49-F238E27FC236}">
                    <a16:creationId xmlns:a16="http://schemas.microsoft.com/office/drawing/2014/main" id="{6C1FD412-EFE0-463C-A6FF-9AC9FAAAC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5" y="1184"/>
                <a:ext cx="3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998" name="Freeform 2491">
                <a:extLst>
                  <a:ext uri="{FF2B5EF4-FFF2-40B4-BE49-F238E27FC236}">
                    <a16:creationId xmlns:a16="http://schemas.microsoft.com/office/drawing/2014/main" id="{C883DA18-8102-465A-9E5B-7ABF6C33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18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9" name="Oval 2492">
                <a:extLst>
                  <a:ext uri="{FF2B5EF4-FFF2-40B4-BE49-F238E27FC236}">
                    <a16:creationId xmlns:a16="http://schemas.microsoft.com/office/drawing/2014/main" id="{5973B223-6238-4F5D-BED5-3FAFFF641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174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00" name="Freeform 2493">
                <a:extLst>
                  <a:ext uri="{FF2B5EF4-FFF2-40B4-BE49-F238E27FC236}">
                    <a16:creationId xmlns:a16="http://schemas.microsoft.com/office/drawing/2014/main" id="{56FCCB1D-FDD7-4277-8ACB-6594DA37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17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1" name="Oval 2494">
                <a:extLst>
                  <a:ext uri="{FF2B5EF4-FFF2-40B4-BE49-F238E27FC236}">
                    <a16:creationId xmlns:a16="http://schemas.microsoft.com/office/drawing/2014/main" id="{26EFFB39-0F81-454E-8E95-D72BAFBA9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0" y="1171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02" name="Freeform 2495">
                <a:extLst>
                  <a:ext uri="{FF2B5EF4-FFF2-40B4-BE49-F238E27FC236}">
                    <a16:creationId xmlns:a16="http://schemas.microsoft.com/office/drawing/2014/main" id="{0787E637-F3BD-43D0-BB20-555077C32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17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0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3" name="Oval 2496">
                <a:extLst>
                  <a:ext uri="{FF2B5EF4-FFF2-40B4-BE49-F238E27FC236}">
                    <a16:creationId xmlns:a16="http://schemas.microsoft.com/office/drawing/2014/main" id="{A63989C4-03B0-40A4-A7E8-03CF67D72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115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04" name="Freeform 2497">
                <a:extLst>
                  <a:ext uri="{FF2B5EF4-FFF2-40B4-BE49-F238E27FC236}">
                    <a16:creationId xmlns:a16="http://schemas.microsoft.com/office/drawing/2014/main" id="{C35C11F2-163A-4B76-AAD5-BF144ED3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15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" name="Oval 2498">
                <a:extLst>
                  <a:ext uri="{FF2B5EF4-FFF2-40B4-BE49-F238E27FC236}">
                    <a16:creationId xmlns:a16="http://schemas.microsoft.com/office/drawing/2014/main" id="{71193615-E5A3-4D4F-AE44-B6BC025E3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8" y="104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06" name="Freeform 2499">
                <a:extLst>
                  <a:ext uri="{FF2B5EF4-FFF2-40B4-BE49-F238E27FC236}">
                    <a16:creationId xmlns:a16="http://schemas.microsoft.com/office/drawing/2014/main" id="{A7C5C61D-BE56-4554-BAAE-FF14305C2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04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" name="Oval 2500">
                <a:extLst>
                  <a:ext uri="{FF2B5EF4-FFF2-40B4-BE49-F238E27FC236}">
                    <a16:creationId xmlns:a16="http://schemas.microsoft.com/office/drawing/2014/main" id="{F11D346B-3FBB-4E73-8296-5480A602D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112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08" name="Freeform 2501">
                <a:extLst>
                  <a:ext uri="{FF2B5EF4-FFF2-40B4-BE49-F238E27FC236}">
                    <a16:creationId xmlns:a16="http://schemas.microsoft.com/office/drawing/2014/main" id="{6FCB647F-C3ED-4F01-A26C-852011B70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128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" name="Oval 2502">
                <a:extLst>
                  <a:ext uri="{FF2B5EF4-FFF2-40B4-BE49-F238E27FC236}">
                    <a16:creationId xmlns:a16="http://schemas.microsoft.com/office/drawing/2014/main" id="{7AE6D194-EAD7-4EB3-9FF9-356A8B6FA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1198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10" name="Freeform 2503">
                <a:extLst>
                  <a:ext uri="{FF2B5EF4-FFF2-40B4-BE49-F238E27FC236}">
                    <a16:creationId xmlns:a16="http://schemas.microsoft.com/office/drawing/2014/main" id="{FA6A3D26-A21C-4A11-8A44-1F436DA04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19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" name="Oval 2504">
                <a:extLst>
                  <a:ext uri="{FF2B5EF4-FFF2-40B4-BE49-F238E27FC236}">
                    <a16:creationId xmlns:a16="http://schemas.microsoft.com/office/drawing/2014/main" id="{B618FF8D-BFE6-41B6-9DD3-2EEB6918A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1102"/>
                <a:ext cx="2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12" name="Freeform 2505">
                <a:extLst>
                  <a:ext uri="{FF2B5EF4-FFF2-40B4-BE49-F238E27FC236}">
                    <a16:creationId xmlns:a16="http://schemas.microsoft.com/office/drawing/2014/main" id="{BA2C8DBB-2F01-4A90-A300-D6A304531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10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" name="Oval 2506">
                <a:extLst>
                  <a:ext uri="{FF2B5EF4-FFF2-40B4-BE49-F238E27FC236}">
                    <a16:creationId xmlns:a16="http://schemas.microsoft.com/office/drawing/2014/main" id="{E426CA73-2E9F-4B26-9B5F-2EEEB6DBF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17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14" name="Freeform 2507">
                <a:extLst>
                  <a:ext uri="{FF2B5EF4-FFF2-40B4-BE49-F238E27FC236}">
                    <a16:creationId xmlns:a16="http://schemas.microsoft.com/office/drawing/2014/main" id="{16392728-9AC2-4499-918F-EE2995FFC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17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" name="Oval 2508">
                <a:extLst>
                  <a:ext uri="{FF2B5EF4-FFF2-40B4-BE49-F238E27FC236}">
                    <a16:creationId xmlns:a16="http://schemas.microsoft.com/office/drawing/2014/main" id="{D1B8F958-4B14-45CB-93C1-E7E6AC588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5" y="107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16" name="Freeform 2509">
                <a:extLst>
                  <a:ext uri="{FF2B5EF4-FFF2-40B4-BE49-F238E27FC236}">
                    <a16:creationId xmlns:a16="http://schemas.microsoft.com/office/drawing/2014/main" id="{8FC5312A-38D9-465B-8DD5-ED6D1FC5B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07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" name="Oval 2510">
                <a:extLst>
                  <a:ext uri="{FF2B5EF4-FFF2-40B4-BE49-F238E27FC236}">
                    <a16:creationId xmlns:a16="http://schemas.microsoft.com/office/drawing/2014/main" id="{B17CD492-50C7-4B10-9C3C-93219F22F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0" y="1142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18" name="Freeform 2511">
                <a:extLst>
                  <a:ext uri="{FF2B5EF4-FFF2-40B4-BE49-F238E27FC236}">
                    <a16:creationId xmlns:a16="http://schemas.microsoft.com/office/drawing/2014/main" id="{890DC7D2-C3FD-4B20-AE30-DE621885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14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" name="Oval 2512">
                <a:extLst>
                  <a:ext uri="{FF2B5EF4-FFF2-40B4-BE49-F238E27FC236}">
                    <a16:creationId xmlns:a16="http://schemas.microsoft.com/office/drawing/2014/main" id="{5A693685-2031-4ADE-B388-3F34B9915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155"/>
                <a:ext cx="2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20" name="Freeform 2513">
                <a:extLst>
                  <a:ext uri="{FF2B5EF4-FFF2-40B4-BE49-F238E27FC236}">
                    <a16:creationId xmlns:a16="http://schemas.microsoft.com/office/drawing/2014/main" id="{D4DF0996-55AF-432A-BD86-D2299B0D3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1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" name="Oval 2514">
                <a:extLst>
                  <a:ext uri="{FF2B5EF4-FFF2-40B4-BE49-F238E27FC236}">
                    <a16:creationId xmlns:a16="http://schemas.microsoft.com/office/drawing/2014/main" id="{5F4D8DBD-9F82-40ED-BE39-6B4EFE045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16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22" name="Freeform 2515">
                <a:extLst>
                  <a:ext uri="{FF2B5EF4-FFF2-40B4-BE49-F238E27FC236}">
                    <a16:creationId xmlns:a16="http://schemas.microsoft.com/office/drawing/2014/main" id="{10EB13E9-1A2E-42A4-815B-4F79D890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16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" name="Oval 2516">
                <a:extLst>
                  <a:ext uri="{FF2B5EF4-FFF2-40B4-BE49-F238E27FC236}">
                    <a16:creationId xmlns:a16="http://schemas.microsoft.com/office/drawing/2014/main" id="{2A3F2D02-43FF-4400-A1B8-73CD52D26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18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24" name="Freeform 2517">
                <a:extLst>
                  <a:ext uri="{FF2B5EF4-FFF2-40B4-BE49-F238E27FC236}">
                    <a16:creationId xmlns:a16="http://schemas.microsoft.com/office/drawing/2014/main" id="{AE87B0E1-9762-47D2-BDB1-207D7C62C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18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" name="Oval 2518">
                <a:extLst>
                  <a:ext uri="{FF2B5EF4-FFF2-40B4-BE49-F238E27FC236}">
                    <a16:creationId xmlns:a16="http://schemas.microsoft.com/office/drawing/2014/main" id="{387D0851-AB0B-4312-8512-AC9EBA593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1158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26" name="Freeform 2519">
                <a:extLst>
                  <a:ext uri="{FF2B5EF4-FFF2-40B4-BE49-F238E27FC236}">
                    <a16:creationId xmlns:a16="http://schemas.microsoft.com/office/drawing/2014/main" id="{40B8C81F-8A6A-40C8-8523-23FEE5E00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15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" name="Oval 2520">
                <a:extLst>
                  <a:ext uri="{FF2B5EF4-FFF2-40B4-BE49-F238E27FC236}">
                    <a16:creationId xmlns:a16="http://schemas.microsoft.com/office/drawing/2014/main" id="{CC32B1A6-4168-4189-B4DB-C7406A8B4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1158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28" name="Freeform 2521">
                <a:extLst>
                  <a:ext uri="{FF2B5EF4-FFF2-40B4-BE49-F238E27FC236}">
                    <a16:creationId xmlns:a16="http://schemas.microsoft.com/office/drawing/2014/main" id="{60EF362D-0626-4A11-9E7E-F6FA5A27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15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" name="Oval 2522">
                <a:extLst>
                  <a:ext uri="{FF2B5EF4-FFF2-40B4-BE49-F238E27FC236}">
                    <a16:creationId xmlns:a16="http://schemas.microsoft.com/office/drawing/2014/main" id="{5BB319BF-C836-43CE-8F9E-2D833B910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120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30" name="Freeform 2523">
                <a:extLst>
                  <a:ext uri="{FF2B5EF4-FFF2-40B4-BE49-F238E27FC236}">
                    <a16:creationId xmlns:a16="http://schemas.microsoft.com/office/drawing/2014/main" id="{FED3D33A-0421-4424-8A54-945E4525A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20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" name="Oval 2524">
                <a:extLst>
                  <a:ext uri="{FF2B5EF4-FFF2-40B4-BE49-F238E27FC236}">
                    <a16:creationId xmlns:a16="http://schemas.microsoft.com/office/drawing/2014/main" id="{5B882607-BA1A-429A-B485-EAB40F3F4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0" y="1136"/>
                <a:ext cx="8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32" name="Freeform 2525">
                <a:extLst>
                  <a:ext uri="{FF2B5EF4-FFF2-40B4-BE49-F238E27FC236}">
                    <a16:creationId xmlns:a16="http://schemas.microsoft.com/office/drawing/2014/main" id="{31926B4D-4170-4D55-9B6C-3CFAE810A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13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" name="Oval 2526">
                <a:extLst>
                  <a:ext uri="{FF2B5EF4-FFF2-40B4-BE49-F238E27FC236}">
                    <a16:creationId xmlns:a16="http://schemas.microsoft.com/office/drawing/2014/main" id="{C67006A5-EAA1-4C7B-B9E8-4C013E38A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8" y="1246"/>
                <a:ext cx="7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34" name="Freeform 2527">
                <a:extLst>
                  <a:ext uri="{FF2B5EF4-FFF2-40B4-BE49-F238E27FC236}">
                    <a16:creationId xmlns:a16="http://schemas.microsoft.com/office/drawing/2014/main" id="{E5484C0F-B750-4BAA-9361-E879774B6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24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" name="Oval 2528">
                <a:extLst>
                  <a:ext uri="{FF2B5EF4-FFF2-40B4-BE49-F238E27FC236}">
                    <a16:creationId xmlns:a16="http://schemas.microsoft.com/office/drawing/2014/main" id="{5F4D25B9-E7DC-46E2-85FF-7879C2281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5" y="1224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36" name="Freeform 2529">
                <a:extLst>
                  <a:ext uri="{FF2B5EF4-FFF2-40B4-BE49-F238E27FC236}">
                    <a16:creationId xmlns:a16="http://schemas.microsoft.com/office/drawing/2014/main" id="{88E67412-739F-4F8E-B72E-C45855AB0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227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12 w 3"/>
                  <a:gd name="T9" fmla="*/ 33 h 2"/>
                  <a:gd name="T10" fmla="*/ 37 w 3"/>
                  <a:gd name="T11" fmla="*/ 20 h 2"/>
                  <a:gd name="T12" fmla="*/ 12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" name="Oval 2530">
                <a:extLst>
                  <a:ext uri="{FF2B5EF4-FFF2-40B4-BE49-F238E27FC236}">
                    <a16:creationId xmlns:a16="http://schemas.microsoft.com/office/drawing/2014/main" id="{56C2BC52-FFC8-4BDA-AE97-367B84966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5" y="120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38" name="Freeform 2531">
                <a:extLst>
                  <a:ext uri="{FF2B5EF4-FFF2-40B4-BE49-F238E27FC236}">
                    <a16:creationId xmlns:a16="http://schemas.microsoft.com/office/drawing/2014/main" id="{080D3AD9-F8C6-462D-BBDD-D81FB8102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20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" name="Oval 2532">
                <a:extLst>
                  <a:ext uri="{FF2B5EF4-FFF2-40B4-BE49-F238E27FC236}">
                    <a16:creationId xmlns:a16="http://schemas.microsoft.com/office/drawing/2014/main" id="{3BD2439C-E691-47D1-9542-86C097D28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5" y="1192"/>
                <a:ext cx="3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40" name="Freeform 2533">
                <a:extLst>
                  <a:ext uri="{FF2B5EF4-FFF2-40B4-BE49-F238E27FC236}">
                    <a16:creationId xmlns:a16="http://schemas.microsoft.com/office/drawing/2014/main" id="{FAB555FC-EA29-4727-A536-E0DA3EFAC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92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" name="Oval 2534">
                <a:extLst>
                  <a:ext uri="{FF2B5EF4-FFF2-40B4-BE49-F238E27FC236}">
                    <a16:creationId xmlns:a16="http://schemas.microsoft.com/office/drawing/2014/main" id="{8EC31387-8EC5-43D3-B0C0-95B530F38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124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42" name="Freeform 2535">
                <a:extLst>
                  <a:ext uri="{FF2B5EF4-FFF2-40B4-BE49-F238E27FC236}">
                    <a16:creationId xmlns:a16="http://schemas.microsoft.com/office/drawing/2014/main" id="{E60A1A9F-E942-4768-B98A-8DA16EA6F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24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" name="Oval 2536">
                <a:extLst>
                  <a:ext uri="{FF2B5EF4-FFF2-40B4-BE49-F238E27FC236}">
                    <a16:creationId xmlns:a16="http://schemas.microsoft.com/office/drawing/2014/main" id="{E1EF2570-5D89-4DEC-805F-4F8B39D7E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22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44" name="Freeform 2537">
                <a:extLst>
                  <a:ext uri="{FF2B5EF4-FFF2-40B4-BE49-F238E27FC236}">
                    <a16:creationId xmlns:a16="http://schemas.microsoft.com/office/drawing/2014/main" id="{811B20F4-6DED-4122-ADE4-A38492A39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22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" name="Oval 2538">
                <a:extLst>
                  <a:ext uri="{FF2B5EF4-FFF2-40B4-BE49-F238E27FC236}">
                    <a16:creationId xmlns:a16="http://schemas.microsoft.com/office/drawing/2014/main" id="{F5F8F8CD-F2EC-4CEA-B1B7-BD03D956B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20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46" name="Freeform 2539">
                <a:extLst>
                  <a:ext uri="{FF2B5EF4-FFF2-40B4-BE49-F238E27FC236}">
                    <a16:creationId xmlns:a16="http://schemas.microsoft.com/office/drawing/2014/main" id="{62187D4A-A57C-4220-847A-82E9416CD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20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" name="Oval 2540">
                <a:extLst>
                  <a:ext uri="{FF2B5EF4-FFF2-40B4-BE49-F238E27FC236}">
                    <a16:creationId xmlns:a16="http://schemas.microsoft.com/office/drawing/2014/main" id="{D644E2DC-124C-4F06-A906-4F48A03D9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1192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48" name="Freeform 2541">
                <a:extLst>
                  <a:ext uri="{FF2B5EF4-FFF2-40B4-BE49-F238E27FC236}">
                    <a16:creationId xmlns:a16="http://schemas.microsoft.com/office/drawing/2014/main" id="{FAAEDBC5-A471-4A6F-B7FF-8A3816DD7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192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" name="Oval 2542">
                <a:extLst>
                  <a:ext uri="{FF2B5EF4-FFF2-40B4-BE49-F238E27FC236}">
                    <a16:creationId xmlns:a16="http://schemas.microsoft.com/office/drawing/2014/main" id="{2C7DDE0E-554A-40C5-9D70-5076C1E40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1214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50" name="Freeform 2543">
                <a:extLst>
                  <a:ext uri="{FF2B5EF4-FFF2-40B4-BE49-F238E27FC236}">
                    <a16:creationId xmlns:a16="http://schemas.microsoft.com/office/drawing/2014/main" id="{395EF821-E4DC-453C-8B92-4E5030B1F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21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" name="Oval 2544">
                <a:extLst>
                  <a:ext uri="{FF2B5EF4-FFF2-40B4-BE49-F238E27FC236}">
                    <a16:creationId xmlns:a16="http://schemas.microsoft.com/office/drawing/2014/main" id="{FE3D405C-E188-4A9F-A532-1748E547F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1302"/>
                <a:ext cx="7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52" name="Freeform 2545">
                <a:extLst>
                  <a:ext uri="{FF2B5EF4-FFF2-40B4-BE49-F238E27FC236}">
                    <a16:creationId xmlns:a16="http://schemas.microsoft.com/office/drawing/2014/main" id="{0BE32477-EEA0-4310-8D63-966A7F0ED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30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0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" name="Oval 2546">
                <a:extLst>
                  <a:ext uri="{FF2B5EF4-FFF2-40B4-BE49-F238E27FC236}">
                    <a16:creationId xmlns:a16="http://schemas.microsoft.com/office/drawing/2014/main" id="{6352127C-0CA0-4002-9CD5-FD23119DC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304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54" name="Freeform 2547">
                <a:extLst>
                  <a:ext uri="{FF2B5EF4-FFF2-40B4-BE49-F238E27FC236}">
                    <a16:creationId xmlns:a16="http://schemas.microsoft.com/office/drawing/2014/main" id="{B2C076C2-5FC8-4093-8B57-22B8D76D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30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54 h 2"/>
                  <a:gd name="T6" fmla="*/ 0 w 2"/>
                  <a:gd name="T7" fmla="*/ 27 h 2"/>
                  <a:gd name="T8" fmla="*/ 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" name="Oval 2548">
                <a:extLst>
                  <a:ext uri="{FF2B5EF4-FFF2-40B4-BE49-F238E27FC236}">
                    <a16:creationId xmlns:a16="http://schemas.microsoft.com/office/drawing/2014/main" id="{6640228E-0FCD-4EE2-8CE3-723FA441F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132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56" name="Freeform 2549">
                <a:extLst>
                  <a:ext uri="{FF2B5EF4-FFF2-40B4-BE49-F238E27FC236}">
                    <a16:creationId xmlns:a16="http://schemas.microsoft.com/office/drawing/2014/main" id="{E4DFF9B0-9C73-4D65-9896-3C855FE4C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32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" name="Oval 2550">
                <a:extLst>
                  <a:ext uri="{FF2B5EF4-FFF2-40B4-BE49-F238E27FC236}">
                    <a16:creationId xmlns:a16="http://schemas.microsoft.com/office/drawing/2014/main" id="{91598231-6A80-42AD-8074-02605D4AA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318"/>
                <a:ext cx="2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58" name="Freeform 2551">
                <a:extLst>
                  <a:ext uri="{FF2B5EF4-FFF2-40B4-BE49-F238E27FC236}">
                    <a16:creationId xmlns:a16="http://schemas.microsoft.com/office/drawing/2014/main" id="{11290A5B-EAAB-4970-8EDF-B9CED8C8F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31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" name="Oval 2552">
                <a:extLst>
                  <a:ext uri="{FF2B5EF4-FFF2-40B4-BE49-F238E27FC236}">
                    <a16:creationId xmlns:a16="http://schemas.microsoft.com/office/drawing/2014/main" id="{DEADCA70-65CF-4FC7-A156-1147447E5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130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60" name="Freeform 2553">
                <a:extLst>
                  <a:ext uri="{FF2B5EF4-FFF2-40B4-BE49-F238E27FC236}">
                    <a16:creationId xmlns:a16="http://schemas.microsoft.com/office/drawing/2014/main" id="{28BDF726-08C5-4B7E-9257-5B4FBC35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30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" name="Oval 2554">
                <a:extLst>
                  <a:ext uri="{FF2B5EF4-FFF2-40B4-BE49-F238E27FC236}">
                    <a16:creationId xmlns:a16="http://schemas.microsoft.com/office/drawing/2014/main" id="{E9B32F86-3D8F-46F6-84BD-D4D66FF1D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291"/>
                <a:ext cx="7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62" name="Freeform 2555">
                <a:extLst>
                  <a:ext uri="{FF2B5EF4-FFF2-40B4-BE49-F238E27FC236}">
                    <a16:creationId xmlns:a16="http://schemas.microsoft.com/office/drawing/2014/main" id="{48A81C5E-4072-4CEB-9F0C-F4EAACCD6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29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" name="Oval 2556">
                <a:extLst>
                  <a:ext uri="{FF2B5EF4-FFF2-40B4-BE49-F238E27FC236}">
                    <a16:creationId xmlns:a16="http://schemas.microsoft.com/office/drawing/2014/main" id="{E006F592-50AD-4CDD-9855-AF2CBD4D1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3" y="125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64" name="Freeform 2557">
                <a:extLst>
                  <a:ext uri="{FF2B5EF4-FFF2-40B4-BE49-F238E27FC236}">
                    <a16:creationId xmlns:a16="http://schemas.microsoft.com/office/drawing/2014/main" id="{E1F37524-F606-4D27-AAE3-6F81231B6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25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" name="Oval 2558">
                <a:extLst>
                  <a:ext uri="{FF2B5EF4-FFF2-40B4-BE49-F238E27FC236}">
                    <a16:creationId xmlns:a16="http://schemas.microsoft.com/office/drawing/2014/main" id="{CD419629-B6CA-406D-8292-C4D17D0D6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8" y="124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066" name="Freeform 2559">
                <a:extLst>
                  <a:ext uri="{FF2B5EF4-FFF2-40B4-BE49-F238E27FC236}">
                    <a16:creationId xmlns:a16="http://schemas.microsoft.com/office/drawing/2014/main" id="{99F8B614-7099-4AE9-8003-9DDE9C6F5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24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" name="Oval 2560">
                <a:extLst>
                  <a:ext uri="{FF2B5EF4-FFF2-40B4-BE49-F238E27FC236}">
                    <a16:creationId xmlns:a16="http://schemas.microsoft.com/office/drawing/2014/main" id="{9416F2BB-B77D-4225-9384-AFAFEF521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0" y="131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2298" name="Group 2561">
              <a:extLst>
                <a:ext uri="{FF2B5EF4-FFF2-40B4-BE49-F238E27FC236}">
                  <a16:creationId xmlns:a16="http://schemas.microsoft.com/office/drawing/2014/main" id="{30634EB1-207C-46D4-A50F-E9C9877657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8" y="1203"/>
              <a:ext cx="242" cy="296"/>
              <a:chOff x="3828" y="1203"/>
              <a:chExt cx="242" cy="296"/>
            </a:xfrm>
          </p:grpSpPr>
          <p:sp>
            <p:nvSpPr>
              <p:cNvPr id="12668" name="Freeform 2562">
                <a:extLst>
                  <a:ext uri="{FF2B5EF4-FFF2-40B4-BE49-F238E27FC236}">
                    <a16:creationId xmlns:a16="http://schemas.microsoft.com/office/drawing/2014/main" id="{4C397E73-FFF0-498A-807F-392B09F5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31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9" name="Oval 2563">
                <a:extLst>
                  <a:ext uri="{FF2B5EF4-FFF2-40B4-BE49-F238E27FC236}">
                    <a16:creationId xmlns:a16="http://schemas.microsoft.com/office/drawing/2014/main" id="{5348A3F6-AA9F-4CC0-8B7A-7F4AA2FEF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129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70" name="Freeform 2564">
                <a:extLst>
                  <a:ext uri="{FF2B5EF4-FFF2-40B4-BE49-F238E27FC236}">
                    <a16:creationId xmlns:a16="http://schemas.microsoft.com/office/drawing/2014/main" id="{B22D974F-9524-48D6-877B-0289B6D4C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29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1" name="Oval 2565">
                <a:extLst>
                  <a:ext uri="{FF2B5EF4-FFF2-40B4-BE49-F238E27FC236}">
                    <a16:creationId xmlns:a16="http://schemas.microsoft.com/office/drawing/2014/main" id="{D359BA7F-DF65-4943-A101-3C07521B8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1278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72" name="Freeform 2566">
                <a:extLst>
                  <a:ext uri="{FF2B5EF4-FFF2-40B4-BE49-F238E27FC236}">
                    <a16:creationId xmlns:a16="http://schemas.microsoft.com/office/drawing/2014/main" id="{291848E1-50A6-48E2-9C9A-7203E7ED9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27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3" name="Oval 2567">
                <a:extLst>
                  <a:ext uri="{FF2B5EF4-FFF2-40B4-BE49-F238E27FC236}">
                    <a16:creationId xmlns:a16="http://schemas.microsoft.com/office/drawing/2014/main" id="{96F0176B-B45B-43E2-BD95-29A9E34EB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128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74" name="Freeform 2568">
                <a:extLst>
                  <a:ext uri="{FF2B5EF4-FFF2-40B4-BE49-F238E27FC236}">
                    <a16:creationId xmlns:a16="http://schemas.microsoft.com/office/drawing/2014/main" id="{18FD6A09-1E11-443A-8B41-D300F8FC8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28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5" name="Oval 2569">
                <a:extLst>
                  <a:ext uri="{FF2B5EF4-FFF2-40B4-BE49-F238E27FC236}">
                    <a16:creationId xmlns:a16="http://schemas.microsoft.com/office/drawing/2014/main" id="{B880593B-5DD4-4806-A15F-6F2A0E6D8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5" y="1280"/>
                <a:ext cx="3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76" name="Freeform 2570">
                <a:extLst>
                  <a:ext uri="{FF2B5EF4-FFF2-40B4-BE49-F238E27FC236}">
                    <a16:creationId xmlns:a16="http://schemas.microsoft.com/office/drawing/2014/main" id="{0F211A19-6587-4456-9F63-F00AFC292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280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7" name="Oval 2571">
                <a:extLst>
                  <a:ext uri="{FF2B5EF4-FFF2-40B4-BE49-F238E27FC236}">
                    <a16:creationId xmlns:a16="http://schemas.microsoft.com/office/drawing/2014/main" id="{62E8FAEC-262A-479F-9E7B-7378CB334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0" y="1264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78" name="Freeform 2572">
                <a:extLst>
                  <a:ext uri="{FF2B5EF4-FFF2-40B4-BE49-F238E27FC236}">
                    <a16:creationId xmlns:a16="http://schemas.microsoft.com/office/drawing/2014/main" id="{8C61848F-DC31-43A9-A1B3-C41176694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26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9" name="Oval 2573">
                <a:extLst>
                  <a:ext uri="{FF2B5EF4-FFF2-40B4-BE49-F238E27FC236}">
                    <a16:creationId xmlns:a16="http://schemas.microsoft.com/office/drawing/2014/main" id="{D2049295-10F7-42C1-8017-40F4D0E50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129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80" name="Freeform 2574">
                <a:extLst>
                  <a:ext uri="{FF2B5EF4-FFF2-40B4-BE49-F238E27FC236}">
                    <a16:creationId xmlns:a16="http://schemas.microsoft.com/office/drawing/2014/main" id="{8F96C916-06C0-4712-A4E7-A4C741F47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9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1" name="Oval 2575">
                <a:extLst>
                  <a:ext uri="{FF2B5EF4-FFF2-40B4-BE49-F238E27FC236}">
                    <a16:creationId xmlns:a16="http://schemas.microsoft.com/office/drawing/2014/main" id="{90A31029-9086-4570-9CBF-841544F14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5" y="131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82" name="Freeform 2576">
                <a:extLst>
                  <a:ext uri="{FF2B5EF4-FFF2-40B4-BE49-F238E27FC236}">
                    <a16:creationId xmlns:a16="http://schemas.microsoft.com/office/drawing/2014/main" id="{D7552615-3194-4C8B-BD65-2E0765EB5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31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3" name="Oval 2577">
                <a:extLst>
                  <a:ext uri="{FF2B5EF4-FFF2-40B4-BE49-F238E27FC236}">
                    <a16:creationId xmlns:a16="http://schemas.microsoft.com/office/drawing/2014/main" id="{092FA3F3-69CE-4DF6-A26D-E6A6ADCFF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32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84" name="Freeform 2578">
                <a:extLst>
                  <a:ext uri="{FF2B5EF4-FFF2-40B4-BE49-F238E27FC236}">
                    <a16:creationId xmlns:a16="http://schemas.microsoft.com/office/drawing/2014/main" id="{5CAB0CE9-7B45-440E-9245-E1697A5DD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32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5" name="Oval 2579">
                <a:extLst>
                  <a:ext uri="{FF2B5EF4-FFF2-40B4-BE49-F238E27FC236}">
                    <a16:creationId xmlns:a16="http://schemas.microsoft.com/office/drawing/2014/main" id="{030FB250-7697-4684-B127-A147D24AD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294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86" name="Freeform 2580">
                <a:extLst>
                  <a:ext uri="{FF2B5EF4-FFF2-40B4-BE49-F238E27FC236}">
                    <a16:creationId xmlns:a16="http://schemas.microsoft.com/office/drawing/2014/main" id="{621ECCCB-D1B9-4DC3-AC15-5A57724C9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294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7" name="Oval 2581">
                <a:extLst>
                  <a:ext uri="{FF2B5EF4-FFF2-40B4-BE49-F238E27FC236}">
                    <a16:creationId xmlns:a16="http://schemas.microsoft.com/office/drawing/2014/main" id="{C287EFAF-2DF9-4DB0-BD39-6C9680C96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8" y="1331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88" name="Freeform 2582">
                <a:extLst>
                  <a:ext uri="{FF2B5EF4-FFF2-40B4-BE49-F238E27FC236}">
                    <a16:creationId xmlns:a16="http://schemas.microsoft.com/office/drawing/2014/main" id="{A454C988-FB29-482B-8999-20B200EB0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3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9" name="Oval 2583">
                <a:extLst>
                  <a:ext uri="{FF2B5EF4-FFF2-40B4-BE49-F238E27FC236}">
                    <a16:creationId xmlns:a16="http://schemas.microsoft.com/office/drawing/2014/main" id="{915B8083-6641-4811-AF6B-EC1578A16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283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90" name="Freeform 2584">
                <a:extLst>
                  <a:ext uri="{FF2B5EF4-FFF2-40B4-BE49-F238E27FC236}">
                    <a16:creationId xmlns:a16="http://schemas.microsoft.com/office/drawing/2014/main" id="{E562502E-31D4-4B1B-984A-75590DB2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2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1" name="Oval 2585">
                <a:extLst>
                  <a:ext uri="{FF2B5EF4-FFF2-40B4-BE49-F238E27FC236}">
                    <a16:creationId xmlns:a16="http://schemas.microsoft.com/office/drawing/2014/main" id="{72A91DD9-06DC-4E8F-B272-B990E628C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1371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92" name="Freeform 2586">
                <a:extLst>
                  <a:ext uri="{FF2B5EF4-FFF2-40B4-BE49-F238E27FC236}">
                    <a16:creationId xmlns:a16="http://schemas.microsoft.com/office/drawing/2014/main" id="{2BD52580-B2D5-4256-9877-20DA55BDB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37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3" name="Oval 2587">
                <a:extLst>
                  <a:ext uri="{FF2B5EF4-FFF2-40B4-BE49-F238E27FC236}">
                    <a16:creationId xmlns:a16="http://schemas.microsoft.com/office/drawing/2014/main" id="{821172DF-25EE-4EAD-A83D-91DA8DBD1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5" y="1374"/>
                <a:ext cx="3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94" name="Freeform 2588">
                <a:extLst>
                  <a:ext uri="{FF2B5EF4-FFF2-40B4-BE49-F238E27FC236}">
                    <a16:creationId xmlns:a16="http://schemas.microsoft.com/office/drawing/2014/main" id="{F919D116-97BA-47A1-866B-C491503E8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37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5" name="Oval 2589">
                <a:extLst>
                  <a:ext uri="{FF2B5EF4-FFF2-40B4-BE49-F238E27FC236}">
                    <a16:creationId xmlns:a16="http://schemas.microsoft.com/office/drawing/2014/main" id="{1E7D29F2-FA3A-4DE5-AA68-E64B9A196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139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96" name="Freeform 2590">
                <a:extLst>
                  <a:ext uri="{FF2B5EF4-FFF2-40B4-BE49-F238E27FC236}">
                    <a16:creationId xmlns:a16="http://schemas.microsoft.com/office/drawing/2014/main" id="{ADE6A423-01F4-4632-85CD-5F0195438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39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" name="Oval 2591">
                <a:extLst>
                  <a:ext uri="{FF2B5EF4-FFF2-40B4-BE49-F238E27FC236}">
                    <a16:creationId xmlns:a16="http://schemas.microsoft.com/office/drawing/2014/main" id="{A11B90E0-446F-4204-A614-54F1AA3EF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0" y="1387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98" name="Freeform 2592">
                <a:extLst>
                  <a:ext uri="{FF2B5EF4-FFF2-40B4-BE49-F238E27FC236}">
                    <a16:creationId xmlns:a16="http://schemas.microsoft.com/office/drawing/2014/main" id="{F2495447-D1B9-4EC3-A46E-7B9A5E51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38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" name="Oval 2593">
                <a:extLst>
                  <a:ext uri="{FF2B5EF4-FFF2-40B4-BE49-F238E27FC236}">
                    <a16:creationId xmlns:a16="http://schemas.microsoft.com/office/drawing/2014/main" id="{B3680A51-3F4B-4734-987D-BDD0246F8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1374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00" name="Freeform 2594">
                <a:extLst>
                  <a:ext uri="{FF2B5EF4-FFF2-40B4-BE49-F238E27FC236}">
                    <a16:creationId xmlns:a16="http://schemas.microsoft.com/office/drawing/2014/main" id="{73002CAD-62F8-42FB-81B3-EBF5B353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376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54 h 2"/>
                  <a:gd name="T6" fmla="*/ 0 w 3"/>
                  <a:gd name="T7" fmla="*/ 54 h 2"/>
                  <a:gd name="T8" fmla="*/ 35 w 3"/>
                  <a:gd name="T9" fmla="*/ 54 h 2"/>
                  <a:gd name="T10" fmla="*/ 56 w 3"/>
                  <a:gd name="T11" fmla="*/ 27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" name="Oval 2595">
                <a:extLst>
                  <a:ext uri="{FF2B5EF4-FFF2-40B4-BE49-F238E27FC236}">
                    <a16:creationId xmlns:a16="http://schemas.microsoft.com/office/drawing/2014/main" id="{E4F5BCD0-4D4A-4EE1-871F-007AC9800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36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02" name="Freeform 2596">
                <a:extLst>
                  <a:ext uri="{FF2B5EF4-FFF2-40B4-BE49-F238E27FC236}">
                    <a16:creationId xmlns:a16="http://schemas.microsoft.com/office/drawing/2014/main" id="{21FAFDE4-39F9-4DA1-9047-8EACD4198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36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" name="Oval 2597">
                <a:extLst>
                  <a:ext uri="{FF2B5EF4-FFF2-40B4-BE49-F238E27FC236}">
                    <a16:creationId xmlns:a16="http://schemas.microsoft.com/office/drawing/2014/main" id="{DD870740-242B-428D-9102-D348BCA14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38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04" name="Freeform 2598">
                <a:extLst>
                  <a:ext uri="{FF2B5EF4-FFF2-40B4-BE49-F238E27FC236}">
                    <a16:creationId xmlns:a16="http://schemas.microsoft.com/office/drawing/2014/main" id="{19859330-F2B3-4441-A388-36AE77DC7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38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" name="Oval 2599">
                <a:extLst>
                  <a:ext uri="{FF2B5EF4-FFF2-40B4-BE49-F238E27FC236}">
                    <a16:creationId xmlns:a16="http://schemas.microsoft.com/office/drawing/2014/main" id="{242A1EB0-A37F-4761-A9A2-E49B70391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1347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06" name="Freeform 2600">
                <a:extLst>
                  <a:ext uri="{FF2B5EF4-FFF2-40B4-BE49-F238E27FC236}">
                    <a16:creationId xmlns:a16="http://schemas.microsoft.com/office/drawing/2014/main" id="{0FC334A7-74D0-454C-8060-3D24AD929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3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" name="Oval 2601">
                <a:extLst>
                  <a:ext uri="{FF2B5EF4-FFF2-40B4-BE49-F238E27FC236}">
                    <a16:creationId xmlns:a16="http://schemas.microsoft.com/office/drawing/2014/main" id="{A2056A78-76DE-454C-9AE2-CC4BA089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1400"/>
                <a:ext cx="3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08" name="Freeform 2602">
                <a:extLst>
                  <a:ext uri="{FF2B5EF4-FFF2-40B4-BE49-F238E27FC236}">
                    <a16:creationId xmlns:a16="http://schemas.microsoft.com/office/drawing/2014/main" id="{3CD70579-D286-4311-9B1B-19BB51B4E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400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" name="Oval 2603">
                <a:extLst>
                  <a:ext uri="{FF2B5EF4-FFF2-40B4-BE49-F238E27FC236}">
                    <a16:creationId xmlns:a16="http://schemas.microsoft.com/office/drawing/2014/main" id="{2CB00973-3B24-4CBB-9128-6424CD06D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139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10" name="Freeform 2604">
                <a:extLst>
                  <a:ext uri="{FF2B5EF4-FFF2-40B4-BE49-F238E27FC236}">
                    <a16:creationId xmlns:a16="http://schemas.microsoft.com/office/drawing/2014/main" id="{D5799EEC-8FCE-4B8C-9874-88561738A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39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" name="Oval 2605">
                <a:extLst>
                  <a:ext uri="{FF2B5EF4-FFF2-40B4-BE49-F238E27FC236}">
                    <a16:creationId xmlns:a16="http://schemas.microsoft.com/office/drawing/2014/main" id="{5AE0132E-0E3A-41B4-93D9-9A8E038A4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1382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12" name="Freeform 2606">
                <a:extLst>
                  <a:ext uri="{FF2B5EF4-FFF2-40B4-BE49-F238E27FC236}">
                    <a16:creationId xmlns:a16="http://schemas.microsoft.com/office/drawing/2014/main" id="{300FBE99-09A5-421A-B350-0960AF600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38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" name="Oval 2607">
                <a:extLst>
                  <a:ext uri="{FF2B5EF4-FFF2-40B4-BE49-F238E27FC236}">
                    <a16:creationId xmlns:a16="http://schemas.microsoft.com/office/drawing/2014/main" id="{6D4D2841-628B-4A5F-9D5C-D887771C7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1408"/>
                <a:ext cx="8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14" name="Freeform 2608">
                <a:extLst>
                  <a:ext uri="{FF2B5EF4-FFF2-40B4-BE49-F238E27FC236}">
                    <a16:creationId xmlns:a16="http://schemas.microsoft.com/office/drawing/2014/main" id="{692F039F-1012-44ED-A25B-146DD49BB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411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12 w 3"/>
                  <a:gd name="T9" fmla="*/ 33 h 2"/>
                  <a:gd name="T10" fmla="*/ 37 w 3"/>
                  <a:gd name="T11" fmla="*/ 20 h 2"/>
                  <a:gd name="T12" fmla="*/ 28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" name="Oval 2609">
                <a:extLst>
                  <a:ext uri="{FF2B5EF4-FFF2-40B4-BE49-F238E27FC236}">
                    <a16:creationId xmlns:a16="http://schemas.microsoft.com/office/drawing/2014/main" id="{C2E5E529-00E8-4777-B4BC-873BDE642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1406"/>
                <a:ext cx="3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16" name="Freeform 2610">
                <a:extLst>
                  <a:ext uri="{FF2B5EF4-FFF2-40B4-BE49-F238E27FC236}">
                    <a16:creationId xmlns:a16="http://schemas.microsoft.com/office/drawing/2014/main" id="{6B5924E4-D0FA-4C20-8484-567D55166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406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8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7" name="Oval 2611">
                <a:extLst>
                  <a:ext uri="{FF2B5EF4-FFF2-40B4-BE49-F238E27FC236}">
                    <a16:creationId xmlns:a16="http://schemas.microsoft.com/office/drawing/2014/main" id="{7A9474A5-3AD4-4CA0-8238-903D29EEF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" y="1392"/>
                <a:ext cx="7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18" name="Freeform 2612">
                <a:extLst>
                  <a:ext uri="{FF2B5EF4-FFF2-40B4-BE49-F238E27FC236}">
                    <a16:creationId xmlns:a16="http://schemas.microsoft.com/office/drawing/2014/main" id="{7548C021-F46B-4379-940D-F121870EE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39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9" name="Oval 2613">
                <a:extLst>
                  <a:ext uri="{FF2B5EF4-FFF2-40B4-BE49-F238E27FC236}">
                    <a16:creationId xmlns:a16="http://schemas.microsoft.com/office/drawing/2014/main" id="{D42DB2BC-3F68-41F9-B97D-023A0E72D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37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20" name="Freeform 2614">
                <a:extLst>
                  <a:ext uri="{FF2B5EF4-FFF2-40B4-BE49-F238E27FC236}">
                    <a16:creationId xmlns:a16="http://schemas.microsoft.com/office/drawing/2014/main" id="{453D212D-8E0D-499C-B499-2D77BEC2B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7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1" name="Oval 2615">
                <a:extLst>
                  <a:ext uri="{FF2B5EF4-FFF2-40B4-BE49-F238E27FC236}">
                    <a16:creationId xmlns:a16="http://schemas.microsoft.com/office/drawing/2014/main" id="{3F778C7D-D717-4BFB-8D08-75FF53810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416"/>
                <a:ext cx="7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22" name="Freeform 2616">
                <a:extLst>
                  <a:ext uri="{FF2B5EF4-FFF2-40B4-BE49-F238E27FC236}">
                    <a16:creationId xmlns:a16="http://schemas.microsoft.com/office/drawing/2014/main" id="{84E243F0-A72D-4ADC-8020-3A698E9F8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41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3" name="Oval 2617">
                <a:extLst>
                  <a:ext uri="{FF2B5EF4-FFF2-40B4-BE49-F238E27FC236}">
                    <a16:creationId xmlns:a16="http://schemas.microsoft.com/office/drawing/2014/main" id="{27925502-37CB-4CD1-BACA-E12BE9209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8" y="143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24" name="Freeform 2618">
                <a:extLst>
                  <a:ext uri="{FF2B5EF4-FFF2-40B4-BE49-F238E27FC236}">
                    <a16:creationId xmlns:a16="http://schemas.microsoft.com/office/drawing/2014/main" id="{7C242A12-4D63-48A5-BFCE-CF46E843F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432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54 h 2"/>
                  <a:gd name="T8" fmla="*/ 0 w 1"/>
                  <a:gd name="T9" fmla="*/ 54 h 2"/>
                  <a:gd name="T10" fmla="*/ 27 w 1"/>
                  <a:gd name="T11" fmla="*/ 27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5" name="Oval 2619">
                <a:extLst>
                  <a:ext uri="{FF2B5EF4-FFF2-40B4-BE49-F238E27FC236}">
                    <a16:creationId xmlns:a16="http://schemas.microsoft.com/office/drawing/2014/main" id="{AF84E917-0FE3-406B-8116-487505409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135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26" name="Freeform 2620">
                <a:extLst>
                  <a:ext uri="{FF2B5EF4-FFF2-40B4-BE49-F238E27FC236}">
                    <a16:creationId xmlns:a16="http://schemas.microsoft.com/office/drawing/2014/main" id="{AA73C5AA-979D-4A76-870D-5ACFA91F6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352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7" name="Oval 2621">
                <a:extLst>
                  <a:ext uri="{FF2B5EF4-FFF2-40B4-BE49-F238E27FC236}">
                    <a16:creationId xmlns:a16="http://schemas.microsoft.com/office/drawing/2014/main" id="{A80D5FA3-9EB2-49D9-A9B8-25493F199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280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28" name="Freeform 2622">
                <a:extLst>
                  <a:ext uri="{FF2B5EF4-FFF2-40B4-BE49-F238E27FC236}">
                    <a16:creationId xmlns:a16="http://schemas.microsoft.com/office/drawing/2014/main" id="{98E1809F-1F23-45AC-B485-6FF42E53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28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9" name="Oval 2623">
                <a:extLst>
                  <a:ext uri="{FF2B5EF4-FFF2-40B4-BE49-F238E27FC236}">
                    <a16:creationId xmlns:a16="http://schemas.microsoft.com/office/drawing/2014/main" id="{12221BC6-33D6-4433-B64B-C3230E7BA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1267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30" name="Freeform 2624">
                <a:extLst>
                  <a:ext uri="{FF2B5EF4-FFF2-40B4-BE49-F238E27FC236}">
                    <a16:creationId xmlns:a16="http://schemas.microsoft.com/office/drawing/2014/main" id="{46F5A0A3-DB17-4999-8610-585CEF3EC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270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21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1" name="Oval 2625">
                <a:extLst>
                  <a:ext uri="{FF2B5EF4-FFF2-40B4-BE49-F238E27FC236}">
                    <a16:creationId xmlns:a16="http://schemas.microsoft.com/office/drawing/2014/main" id="{39463698-66F0-448A-9B68-52DC6A0DB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1270"/>
                <a:ext cx="3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32" name="Freeform 2626">
                <a:extLst>
                  <a:ext uri="{FF2B5EF4-FFF2-40B4-BE49-F238E27FC236}">
                    <a16:creationId xmlns:a16="http://schemas.microsoft.com/office/drawing/2014/main" id="{8BE0EE87-10CD-40F8-B2E6-313B1DF66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27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" name="Oval 2627">
                <a:extLst>
                  <a:ext uri="{FF2B5EF4-FFF2-40B4-BE49-F238E27FC236}">
                    <a16:creationId xmlns:a16="http://schemas.microsoft.com/office/drawing/2014/main" id="{0F6B79B3-6CC5-4D42-8E04-E6D3EF757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1232"/>
                <a:ext cx="7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34" name="Freeform 2628">
                <a:extLst>
                  <a:ext uri="{FF2B5EF4-FFF2-40B4-BE49-F238E27FC236}">
                    <a16:creationId xmlns:a16="http://schemas.microsoft.com/office/drawing/2014/main" id="{218A6E49-F6B7-4B26-9336-0591EB76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23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" name="Oval 2629">
                <a:extLst>
                  <a:ext uri="{FF2B5EF4-FFF2-40B4-BE49-F238E27FC236}">
                    <a16:creationId xmlns:a16="http://schemas.microsoft.com/office/drawing/2014/main" id="{2CEAAA70-6B3A-4F44-9705-5ED4DCBD9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8" y="1230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36" name="Freeform 2630">
                <a:extLst>
                  <a:ext uri="{FF2B5EF4-FFF2-40B4-BE49-F238E27FC236}">
                    <a16:creationId xmlns:a16="http://schemas.microsoft.com/office/drawing/2014/main" id="{2B903723-F110-4864-85B9-FB6DC7FF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232"/>
                <a:ext cx="7" cy="6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0 h 2"/>
                  <a:gd name="T4" fmla="*/ 12 w 3"/>
                  <a:gd name="T5" fmla="*/ 54 h 2"/>
                  <a:gd name="T6" fmla="*/ 0 w 3"/>
                  <a:gd name="T7" fmla="*/ 54 h 2"/>
                  <a:gd name="T8" fmla="*/ 28 w 3"/>
                  <a:gd name="T9" fmla="*/ 54 h 2"/>
                  <a:gd name="T10" fmla="*/ 37 w 3"/>
                  <a:gd name="T11" fmla="*/ 27 h 2"/>
                  <a:gd name="T12" fmla="*/ 28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" name="Oval 2631">
                <a:extLst>
                  <a:ext uri="{FF2B5EF4-FFF2-40B4-BE49-F238E27FC236}">
                    <a16:creationId xmlns:a16="http://schemas.microsoft.com/office/drawing/2014/main" id="{5B6B5E94-27A9-48CA-BDEC-BFF0A31B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21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38" name="Freeform 2632">
                <a:extLst>
                  <a:ext uri="{FF2B5EF4-FFF2-40B4-BE49-F238E27FC236}">
                    <a16:creationId xmlns:a16="http://schemas.microsoft.com/office/drawing/2014/main" id="{E59F95F9-4834-44C9-B27B-A152E8E5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21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" name="Oval 2633">
                <a:extLst>
                  <a:ext uri="{FF2B5EF4-FFF2-40B4-BE49-F238E27FC236}">
                    <a16:creationId xmlns:a16="http://schemas.microsoft.com/office/drawing/2014/main" id="{B1F8093E-FE93-4BC5-A36C-D7D8D204C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254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40" name="Freeform 2634">
                <a:extLst>
                  <a:ext uri="{FF2B5EF4-FFF2-40B4-BE49-F238E27FC236}">
                    <a16:creationId xmlns:a16="http://schemas.microsoft.com/office/drawing/2014/main" id="{FE5A4AC4-8D12-4828-BA06-B22F23E3A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25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" name="Oval 2635">
                <a:extLst>
                  <a:ext uri="{FF2B5EF4-FFF2-40B4-BE49-F238E27FC236}">
                    <a16:creationId xmlns:a16="http://schemas.microsoft.com/office/drawing/2014/main" id="{44F1D170-1A5A-4608-8183-D1BC8977D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5" y="1254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42" name="Freeform 2636">
                <a:extLst>
                  <a:ext uri="{FF2B5EF4-FFF2-40B4-BE49-F238E27FC236}">
                    <a16:creationId xmlns:a16="http://schemas.microsoft.com/office/drawing/2014/main" id="{4C10F0D8-6F33-4E32-BBC6-AF05EE3A2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25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" name="Oval 2637">
                <a:extLst>
                  <a:ext uri="{FF2B5EF4-FFF2-40B4-BE49-F238E27FC236}">
                    <a16:creationId xmlns:a16="http://schemas.microsoft.com/office/drawing/2014/main" id="{36C1DE7C-D9FA-4454-A3F2-45F92AB4A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0" y="1270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44" name="Freeform 2638">
                <a:extLst>
                  <a:ext uri="{FF2B5EF4-FFF2-40B4-BE49-F238E27FC236}">
                    <a16:creationId xmlns:a16="http://schemas.microsoft.com/office/drawing/2014/main" id="{98EF2D7B-6B21-4543-96D7-AACF4CA3D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27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" name="Oval 2639">
                <a:extLst>
                  <a:ext uri="{FF2B5EF4-FFF2-40B4-BE49-F238E27FC236}">
                    <a16:creationId xmlns:a16="http://schemas.microsoft.com/office/drawing/2014/main" id="{7E3673E3-94AF-4AD0-AC46-DFB8CAD56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27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46" name="Freeform 2640">
                <a:extLst>
                  <a:ext uri="{FF2B5EF4-FFF2-40B4-BE49-F238E27FC236}">
                    <a16:creationId xmlns:a16="http://schemas.microsoft.com/office/drawing/2014/main" id="{1EF732D7-41E5-4BE6-B770-23C49291A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27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" name="Oval 2641">
                <a:extLst>
                  <a:ext uri="{FF2B5EF4-FFF2-40B4-BE49-F238E27FC236}">
                    <a16:creationId xmlns:a16="http://schemas.microsoft.com/office/drawing/2014/main" id="{770BFF27-C30B-440A-AFDE-D74BA4D64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8" y="123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48" name="Freeform 2642">
                <a:extLst>
                  <a:ext uri="{FF2B5EF4-FFF2-40B4-BE49-F238E27FC236}">
                    <a16:creationId xmlns:a16="http://schemas.microsoft.com/office/drawing/2014/main" id="{F99F90F1-43A3-4DFD-A612-DBB1B4CE6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23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" name="Oval 2643">
                <a:extLst>
                  <a:ext uri="{FF2B5EF4-FFF2-40B4-BE49-F238E27FC236}">
                    <a16:creationId xmlns:a16="http://schemas.microsoft.com/office/drawing/2014/main" id="{E063F6C9-467E-4D50-A6C2-FB0F94851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120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50" name="Freeform 2644">
                <a:extLst>
                  <a:ext uri="{FF2B5EF4-FFF2-40B4-BE49-F238E27FC236}">
                    <a16:creationId xmlns:a16="http://schemas.microsoft.com/office/drawing/2014/main" id="{AB15E2ED-3C80-41A9-8157-7F2BB4271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20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" name="Oval 2645">
                <a:extLst>
                  <a:ext uri="{FF2B5EF4-FFF2-40B4-BE49-F238E27FC236}">
                    <a16:creationId xmlns:a16="http://schemas.microsoft.com/office/drawing/2014/main" id="{1BDE04BB-7D69-4ED3-B2A9-F4B024410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1251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52" name="Freeform 2646">
                <a:extLst>
                  <a:ext uri="{FF2B5EF4-FFF2-40B4-BE49-F238E27FC236}">
                    <a16:creationId xmlns:a16="http://schemas.microsoft.com/office/drawing/2014/main" id="{40FA0565-56AB-4480-8B7C-F7800828D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25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33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" name="Oval 2647">
                <a:extLst>
                  <a:ext uri="{FF2B5EF4-FFF2-40B4-BE49-F238E27FC236}">
                    <a16:creationId xmlns:a16="http://schemas.microsoft.com/office/drawing/2014/main" id="{30AF1F49-45FE-491F-A868-B19B537FA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8" y="1243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54" name="Freeform 2648">
                <a:extLst>
                  <a:ext uri="{FF2B5EF4-FFF2-40B4-BE49-F238E27FC236}">
                    <a16:creationId xmlns:a16="http://schemas.microsoft.com/office/drawing/2014/main" id="{D7B02D28-0883-41BD-886C-E681D116D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24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" name="Oval 2649">
                <a:extLst>
                  <a:ext uri="{FF2B5EF4-FFF2-40B4-BE49-F238E27FC236}">
                    <a16:creationId xmlns:a16="http://schemas.microsoft.com/office/drawing/2014/main" id="{EF109BBB-7195-4DB8-B4FA-6D0C6B2DF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0" y="1256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56" name="Freeform 2650">
                <a:extLst>
                  <a:ext uri="{FF2B5EF4-FFF2-40B4-BE49-F238E27FC236}">
                    <a16:creationId xmlns:a16="http://schemas.microsoft.com/office/drawing/2014/main" id="{31D40600-F933-436E-932F-48F1A8669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259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33 h 2"/>
                  <a:gd name="T6" fmla="*/ 0 w 3"/>
                  <a:gd name="T7" fmla="*/ 33 h 2"/>
                  <a:gd name="T8" fmla="*/ 35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" name="Oval 2651">
                <a:extLst>
                  <a:ext uri="{FF2B5EF4-FFF2-40B4-BE49-F238E27FC236}">
                    <a16:creationId xmlns:a16="http://schemas.microsoft.com/office/drawing/2014/main" id="{BB58965E-5AB2-41E8-9973-7F01D9DDE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0" y="1307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58" name="Freeform 2652">
                <a:extLst>
                  <a:ext uri="{FF2B5EF4-FFF2-40B4-BE49-F238E27FC236}">
                    <a16:creationId xmlns:a16="http://schemas.microsoft.com/office/drawing/2014/main" id="{AA6ACCF8-9533-4242-81E4-5A8FC42A5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31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" name="Oval 2653">
                <a:extLst>
                  <a:ext uri="{FF2B5EF4-FFF2-40B4-BE49-F238E27FC236}">
                    <a16:creationId xmlns:a16="http://schemas.microsoft.com/office/drawing/2014/main" id="{C07AE65A-5059-4522-AB84-F9D964AD0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8" y="1288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0" name="Freeform 2654">
                <a:extLst>
                  <a:ext uri="{FF2B5EF4-FFF2-40B4-BE49-F238E27FC236}">
                    <a16:creationId xmlns:a16="http://schemas.microsoft.com/office/drawing/2014/main" id="{FE650172-0AA3-481A-AC63-6E9B36C81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288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33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" name="Oval 2655">
                <a:extLst>
                  <a:ext uri="{FF2B5EF4-FFF2-40B4-BE49-F238E27FC236}">
                    <a16:creationId xmlns:a16="http://schemas.microsoft.com/office/drawing/2014/main" id="{A51646C3-23CD-4F5A-B049-DA770CBFF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3" y="1267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2" name="Freeform 2656">
                <a:extLst>
                  <a:ext uri="{FF2B5EF4-FFF2-40B4-BE49-F238E27FC236}">
                    <a16:creationId xmlns:a16="http://schemas.microsoft.com/office/drawing/2014/main" id="{38938C72-A4E4-446C-A3B5-CB345848A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270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21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" name="Oval 2657">
                <a:extLst>
                  <a:ext uri="{FF2B5EF4-FFF2-40B4-BE49-F238E27FC236}">
                    <a16:creationId xmlns:a16="http://schemas.microsoft.com/office/drawing/2014/main" id="{98E26420-60B3-4848-9067-FB907F8C8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1307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4" name="Freeform 2658">
                <a:extLst>
                  <a:ext uri="{FF2B5EF4-FFF2-40B4-BE49-F238E27FC236}">
                    <a16:creationId xmlns:a16="http://schemas.microsoft.com/office/drawing/2014/main" id="{A2E76CAC-91B6-431B-BB8F-E6983D1EE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3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" name="Oval 2659">
                <a:extLst>
                  <a:ext uri="{FF2B5EF4-FFF2-40B4-BE49-F238E27FC236}">
                    <a16:creationId xmlns:a16="http://schemas.microsoft.com/office/drawing/2014/main" id="{B4CAB136-6963-46B9-B6C7-B0499A0F0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5" y="1304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6" name="Freeform 2660">
                <a:extLst>
                  <a:ext uri="{FF2B5EF4-FFF2-40B4-BE49-F238E27FC236}">
                    <a16:creationId xmlns:a16="http://schemas.microsoft.com/office/drawing/2014/main" id="{320447D4-4280-40FD-92CB-FA656B70E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30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" name="Oval 2661">
                <a:extLst>
                  <a:ext uri="{FF2B5EF4-FFF2-40B4-BE49-F238E27FC236}">
                    <a16:creationId xmlns:a16="http://schemas.microsoft.com/office/drawing/2014/main" id="{414A64A8-1F13-4910-9F94-B2B97F93E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5" y="1291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8" name="Freeform 2662">
                <a:extLst>
                  <a:ext uri="{FF2B5EF4-FFF2-40B4-BE49-F238E27FC236}">
                    <a16:creationId xmlns:a16="http://schemas.microsoft.com/office/drawing/2014/main" id="{982AB513-161E-451E-BA55-7E442113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294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" name="Oval 2663">
                <a:extLst>
                  <a:ext uri="{FF2B5EF4-FFF2-40B4-BE49-F238E27FC236}">
                    <a16:creationId xmlns:a16="http://schemas.microsoft.com/office/drawing/2014/main" id="{45D190B2-8CD6-46EA-93AE-B687B23E6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1294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70" name="Freeform 2664">
                <a:extLst>
                  <a:ext uri="{FF2B5EF4-FFF2-40B4-BE49-F238E27FC236}">
                    <a16:creationId xmlns:a16="http://schemas.microsoft.com/office/drawing/2014/main" id="{F4547EF1-5443-4830-BF8A-35B1E2736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29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" name="Oval 2665">
                <a:extLst>
                  <a:ext uri="{FF2B5EF4-FFF2-40B4-BE49-F238E27FC236}">
                    <a16:creationId xmlns:a16="http://schemas.microsoft.com/office/drawing/2014/main" id="{73FF3C71-B4D6-4C1F-9512-0DC7862CF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1352"/>
                <a:ext cx="7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72" name="Freeform 2666">
                <a:extLst>
                  <a:ext uri="{FF2B5EF4-FFF2-40B4-BE49-F238E27FC236}">
                    <a16:creationId xmlns:a16="http://schemas.microsoft.com/office/drawing/2014/main" id="{5514FAA4-51D5-4569-A158-24DD11052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35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" name="Oval 2667">
                <a:extLst>
                  <a:ext uri="{FF2B5EF4-FFF2-40B4-BE49-F238E27FC236}">
                    <a16:creationId xmlns:a16="http://schemas.microsoft.com/office/drawing/2014/main" id="{14F13B76-5E3D-4672-BCB3-3251CFE5A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1371"/>
                <a:ext cx="7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74" name="Freeform 2668">
                <a:extLst>
                  <a:ext uri="{FF2B5EF4-FFF2-40B4-BE49-F238E27FC236}">
                    <a16:creationId xmlns:a16="http://schemas.microsoft.com/office/drawing/2014/main" id="{954BC8B1-1944-414F-84A5-42C6ED63F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37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0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5" name="Oval 2669">
                <a:extLst>
                  <a:ext uri="{FF2B5EF4-FFF2-40B4-BE49-F238E27FC236}">
                    <a16:creationId xmlns:a16="http://schemas.microsoft.com/office/drawing/2014/main" id="{B31D574E-0409-4DFE-8BC5-59D3D5457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1368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76" name="Freeform 2670">
                <a:extLst>
                  <a:ext uri="{FF2B5EF4-FFF2-40B4-BE49-F238E27FC236}">
                    <a16:creationId xmlns:a16="http://schemas.microsoft.com/office/drawing/2014/main" id="{0E451DB1-D8ED-40DC-9582-8BA014082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368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7" name="Oval 2671">
                <a:extLst>
                  <a:ext uri="{FF2B5EF4-FFF2-40B4-BE49-F238E27FC236}">
                    <a16:creationId xmlns:a16="http://schemas.microsoft.com/office/drawing/2014/main" id="{2337BB0C-1FC8-4C4B-97D2-BC1B3DBBB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0" y="1358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78" name="Freeform 2672">
                <a:extLst>
                  <a:ext uri="{FF2B5EF4-FFF2-40B4-BE49-F238E27FC236}">
                    <a16:creationId xmlns:a16="http://schemas.microsoft.com/office/drawing/2014/main" id="{BE313902-945B-4949-8540-5B74A5D5B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35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9" name="Oval 2673">
                <a:extLst>
                  <a:ext uri="{FF2B5EF4-FFF2-40B4-BE49-F238E27FC236}">
                    <a16:creationId xmlns:a16="http://schemas.microsoft.com/office/drawing/2014/main" id="{26DC3D1E-5705-4103-AE40-ADE55422C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0" y="1355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0" name="Freeform 2674">
                <a:extLst>
                  <a:ext uri="{FF2B5EF4-FFF2-40B4-BE49-F238E27FC236}">
                    <a16:creationId xmlns:a16="http://schemas.microsoft.com/office/drawing/2014/main" id="{E57A97C3-DDE1-4974-94B1-E93E75830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35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1" name="Oval 2675">
                <a:extLst>
                  <a:ext uri="{FF2B5EF4-FFF2-40B4-BE49-F238E27FC236}">
                    <a16:creationId xmlns:a16="http://schemas.microsoft.com/office/drawing/2014/main" id="{9A973F18-FBAC-417E-8525-90AA71FF7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8" y="133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2" name="Freeform 2676">
                <a:extLst>
                  <a:ext uri="{FF2B5EF4-FFF2-40B4-BE49-F238E27FC236}">
                    <a16:creationId xmlns:a16="http://schemas.microsoft.com/office/drawing/2014/main" id="{967D873E-A1C7-46E5-A8A6-242162BC9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33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3" name="Oval 2677">
                <a:extLst>
                  <a:ext uri="{FF2B5EF4-FFF2-40B4-BE49-F238E27FC236}">
                    <a16:creationId xmlns:a16="http://schemas.microsoft.com/office/drawing/2014/main" id="{26F2835D-F73D-4BA3-84C0-B3F85E275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248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4" name="Freeform 2678">
                <a:extLst>
                  <a:ext uri="{FF2B5EF4-FFF2-40B4-BE49-F238E27FC236}">
                    <a16:creationId xmlns:a16="http://schemas.microsoft.com/office/drawing/2014/main" id="{F1BDFE7B-8A6B-4FA9-A4A8-9219ED0B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251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0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5" name="Oval 2679">
                <a:extLst>
                  <a:ext uri="{FF2B5EF4-FFF2-40B4-BE49-F238E27FC236}">
                    <a16:creationId xmlns:a16="http://schemas.microsoft.com/office/drawing/2014/main" id="{AA12F84E-18CA-4C01-BCFD-6E9A3E65F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251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6" name="Freeform 2680">
                <a:extLst>
                  <a:ext uri="{FF2B5EF4-FFF2-40B4-BE49-F238E27FC236}">
                    <a16:creationId xmlns:a16="http://schemas.microsoft.com/office/drawing/2014/main" id="{899AD223-4BCE-4EC2-8527-8FE19C671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2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7" name="Oval 2681">
                <a:extLst>
                  <a:ext uri="{FF2B5EF4-FFF2-40B4-BE49-F238E27FC236}">
                    <a16:creationId xmlns:a16="http://schemas.microsoft.com/office/drawing/2014/main" id="{9BE9A68A-C88A-4AC6-99FB-3EFBD00B4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32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8" name="Freeform 2682">
                <a:extLst>
                  <a:ext uri="{FF2B5EF4-FFF2-40B4-BE49-F238E27FC236}">
                    <a16:creationId xmlns:a16="http://schemas.microsoft.com/office/drawing/2014/main" id="{94E277C6-2D83-45A5-9C76-9B922A1C9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32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" name="Oval 2683">
                <a:extLst>
                  <a:ext uri="{FF2B5EF4-FFF2-40B4-BE49-F238E27FC236}">
                    <a16:creationId xmlns:a16="http://schemas.microsoft.com/office/drawing/2014/main" id="{17BA3F7C-D32D-4809-AD7F-F45C89D2D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267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90" name="Freeform 2684">
                <a:extLst>
                  <a:ext uri="{FF2B5EF4-FFF2-40B4-BE49-F238E27FC236}">
                    <a16:creationId xmlns:a16="http://schemas.microsoft.com/office/drawing/2014/main" id="{54DC18E6-32D2-464D-8B22-B3801B99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26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8 w 1"/>
                  <a:gd name="T11" fmla="*/ 20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" name="Oval 2685">
                <a:extLst>
                  <a:ext uri="{FF2B5EF4-FFF2-40B4-BE49-F238E27FC236}">
                    <a16:creationId xmlns:a16="http://schemas.microsoft.com/office/drawing/2014/main" id="{EB711D97-13B1-4D21-90EB-57BDDC690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29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92" name="Freeform 2686">
                <a:extLst>
                  <a:ext uri="{FF2B5EF4-FFF2-40B4-BE49-F238E27FC236}">
                    <a16:creationId xmlns:a16="http://schemas.microsoft.com/office/drawing/2014/main" id="{BABEF446-348B-4A34-AF1E-2D1838E88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29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" name="Oval 2687">
                <a:extLst>
                  <a:ext uri="{FF2B5EF4-FFF2-40B4-BE49-F238E27FC236}">
                    <a16:creationId xmlns:a16="http://schemas.microsoft.com/office/drawing/2014/main" id="{65651D4D-7706-47E0-94FE-19AABF308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238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94" name="Freeform 2688">
                <a:extLst>
                  <a:ext uri="{FF2B5EF4-FFF2-40B4-BE49-F238E27FC236}">
                    <a16:creationId xmlns:a16="http://schemas.microsoft.com/office/drawing/2014/main" id="{45A6710F-FE27-4011-A226-BED55A53B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23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" name="Oval 2689">
                <a:extLst>
                  <a:ext uri="{FF2B5EF4-FFF2-40B4-BE49-F238E27FC236}">
                    <a16:creationId xmlns:a16="http://schemas.microsoft.com/office/drawing/2014/main" id="{0FD78DAE-0184-4654-BE9B-54E011F92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1262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96" name="Freeform 2690">
                <a:extLst>
                  <a:ext uri="{FF2B5EF4-FFF2-40B4-BE49-F238E27FC236}">
                    <a16:creationId xmlns:a16="http://schemas.microsoft.com/office/drawing/2014/main" id="{D3D8DF4E-26A5-4011-93C0-033455B4E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26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" name="Oval 2691">
                <a:extLst>
                  <a:ext uri="{FF2B5EF4-FFF2-40B4-BE49-F238E27FC236}">
                    <a16:creationId xmlns:a16="http://schemas.microsoft.com/office/drawing/2014/main" id="{DD6026D3-7534-4AD0-B342-7F2A3855D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224"/>
                <a:ext cx="3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98" name="Freeform 2692">
                <a:extLst>
                  <a:ext uri="{FF2B5EF4-FFF2-40B4-BE49-F238E27FC236}">
                    <a16:creationId xmlns:a16="http://schemas.microsoft.com/office/drawing/2014/main" id="{D83F2662-A154-40B4-AF66-8FD8F992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22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" name="Oval 2693">
                <a:extLst>
                  <a:ext uri="{FF2B5EF4-FFF2-40B4-BE49-F238E27FC236}">
                    <a16:creationId xmlns:a16="http://schemas.microsoft.com/office/drawing/2014/main" id="{AAE674DB-2576-45FF-98AD-E11AF4F9A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278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00" name="Freeform 2694">
                <a:extLst>
                  <a:ext uri="{FF2B5EF4-FFF2-40B4-BE49-F238E27FC236}">
                    <a16:creationId xmlns:a16="http://schemas.microsoft.com/office/drawing/2014/main" id="{D31715CC-6C3D-412D-8874-FB687762D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27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" name="Oval 2695">
                <a:extLst>
                  <a:ext uri="{FF2B5EF4-FFF2-40B4-BE49-F238E27FC236}">
                    <a16:creationId xmlns:a16="http://schemas.microsoft.com/office/drawing/2014/main" id="{5C4669CB-B148-4B83-8D28-1648B9A38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0" y="123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02" name="Freeform 2696">
                <a:extLst>
                  <a:ext uri="{FF2B5EF4-FFF2-40B4-BE49-F238E27FC236}">
                    <a16:creationId xmlns:a16="http://schemas.microsoft.com/office/drawing/2014/main" id="{BCFC37ED-B319-43B9-AD94-34D158EA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23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" name="Oval 2697">
                <a:extLst>
                  <a:ext uri="{FF2B5EF4-FFF2-40B4-BE49-F238E27FC236}">
                    <a16:creationId xmlns:a16="http://schemas.microsoft.com/office/drawing/2014/main" id="{3A2C79B9-0F35-4642-957D-8665FBDE1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133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04" name="Freeform 2698">
                <a:extLst>
                  <a:ext uri="{FF2B5EF4-FFF2-40B4-BE49-F238E27FC236}">
                    <a16:creationId xmlns:a16="http://schemas.microsoft.com/office/drawing/2014/main" id="{3D6CABC9-81AA-40AD-9255-3AB961FDB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336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" name="Oval 2699">
                <a:extLst>
                  <a:ext uri="{FF2B5EF4-FFF2-40B4-BE49-F238E27FC236}">
                    <a16:creationId xmlns:a16="http://schemas.microsoft.com/office/drawing/2014/main" id="{0C466B68-C7ED-46AE-87FC-0DBB6EB9C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28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06" name="Freeform 2700">
                <a:extLst>
                  <a:ext uri="{FF2B5EF4-FFF2-40B4-BE49-F238E27FC236}">
                    <a16:creationId xmlns:a16="http://schemas.microsoft.com/office/drawing/2014/main" id="{882A81AE-AFE2-4C80-B977-85B7FE63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28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" name="Oval 2701">
                <a:extLst>
                  <a:ext uri="{FF2B5EF4-FFF2-40B4-BE49-F238E27FC236}">
                    <a16:creationId xmlns:a16="http://schemas.microsoft.com/office/drawing/2014/main" id="{D1CAF746-2089-44A2-AF6F-666AC917A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36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08" name="Freeform 2702">
                <a:extLst>
                  <a:ext uri="{FF2B5EF4-FFF2-40B4-BE49-F238E27FC236}">
                    <a16:creationId xmlns:a16="http://schemas.microsoft.com/office/drawing/2014/main" id="{C162E7FF-94C0-4956-8639-3A9E0E54B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36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" name="Oval 2703">
                <a:extLst>
                  <a:ext uri="{FF2B5EF4-FFF2-40B4-BE49-F238E27FC236}">
                    <a16:creationId xmlns:a16="http://schemas.microsoft.com/office/drawing/2014/main" id="{30D49DE0-BA63-4BCA-BEF2-111608335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0" y="1339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10" name="Freeform 2704">
                <a:extLst>
                  <a:ext uri="{FF2B5EF4-FFF2-40B4-BE49-F238E27FC236}">
                    <a16:creationId xmlns:a16="http://schemas.microsoft.com/office/drawing/2014/main" id="{29C44B60-7BC0-4DD5-BBA1-4C62F35BB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342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" name="Oval 2705">
                <a:extLst>
                  <a:ext uri="{FF2B5EF4-FFF2-40B4-BE49-F238E27FC236}">
                    <a16:creationId xmlns:a16="http://schemas.microsoft.com/office/drawing/2014/main" id="{B1577380-C1EB-402B-92C2-2E2A169FC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342"/>
                <a:ext cx="5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12" name="Freeform 2706">
                <a:extLst>
                  <a:ext uri="{FF2B5EF4-FFF2-40B4-BE49-F238E27FC236}">
                    <a16:creationId xmlns:a16="http://schemas.microsoft.com/office/drawing/2014/main" id="{EB019CE5-8B00-48AC-975A-6887379D4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34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" name="Oval 2707">
                <a:extLst>
                  <a:ext uri="{FF2B5EF4-FFF2-40B4-BE49-F238E27FC236}">
                    <a16:creationId xmlns:a16="http://schemas.microsoft.com/office/drawing/2014/main" id="{7B6AD264-0985-4F1F-B442-470D18D95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138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14" name="Freeform 2708">
                <a:extLst>
                  <a:ext uri="{FF2B5EF4-FFF2-40B4-BE49-F238E27FC236}">
                    <a16:creationId xmlns:a16="http://schemas.microsoft.com/office/drawing/2014/main" id="{7805B7C5-EEBA-49D1-9E91-52ED4314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38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" name="Oval 2709">
                <a:extLst>
                  <a:ext uri="{FF2B5EF4-FFF2-40B4-BE49-F238E27FC236}">
                    <a16:creationId xmlns:a16="http://schemas.microsoft.com/office/drawing/2014/main" id="{C8DD522C-CDE4-45BD-84C4-6BF8EFDFB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132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16" name="Freeform 2710">
                <a:extLst>
                  <a:ext uri="{FF2B5EF4-FFF2-40B4-BE49-F238E27FC236}">
                    <a16:creationId xmlns:a16="http://schemas.microsoft.com/office/drawing/2014/main" id="{6A775DB0-5A8F-430B-A9EF-C887E47FC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32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" name="Oval 2711">
                <a:extLst>
                  <a:ext uri="{FF2B5EF4-FFF2-40B4-BE49-F238E27FC236}">
                    <a16:creationId xmlns:a16="http://schemas.microsoft.com/office/drawing/2014/main" id="{E86CFFCB-8BDC-419B-B907-D0A4F0EBE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128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18" name="Freeform 2712">
                <a:extLst>
                  <a:ext uri="{FF2B5EF4-FFF2-40B4-BE49-F238E27FC236}">
                    <a16:creationId xmlns:a16="http://schemas.microsoft.com/office/drawing/2014/main" id="{1A54A727-4122-4A5B-921B-65B5267EE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28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" name="Oval 2713">
                <a:extLst>
                  <a:ext uri="{FF2B5EF4-FFF2-40B4-BE49-F238E27FC236}">
                    <a16:creationId xmlns:a16="http://schemas.microsoft.com/office/drawing/2014/main" id="{2A8A5EB2-1E72-417E-949A-45FA0E4AC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0" y="122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20" name="Freeform 2714">
                <a:extLst>
                  <a:ext uri="{FF2B5EF4-FFF2-40B4-BE49-F238E27FC236}">
                    <a16:creationId xmlns:a16="http://schemas.microsoft.com/office/drawing/2014/main" id="{948468E5-7764-4FDF-97B5-76109907D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22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35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" name="Oval 2715">
                <a:extLst>
                  <a:ext uri="{FF2B5EF4-FFF2-40B4-BE49-F238E27FC236}">
                    <a16:creationId xmlns:a16="http://schemas.microsoft.com/office/drawing/2014/main" id="{5C389783-70FF-447B-AA91-57CEF7347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336"/>
                <a:ext cx="7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22" name="Freeform 2716">
                <a:extLst>
                  <a:ext uri="{FF2B5EF4-FFF2-40B4-BE49-F238E27FC236}">
                    <a16:creationId xmlns:a16="http://schemas.microsoft.com/office/drawing/2014/main" id="{37B283EE-76B8-4F7F-AA37-E15145F31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33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" name="Oval 2717">
                <a:extLst>
                  <a:ext uri="{FF2B5EF4-FFF2-40B4-BE49-F238E27FC236}">
                    <a16:creationId xmlns:a16="http://schemas.microsoft.com/office/drawing/2014/main" id="{9125F236-2314-4E0D-B13D-A9BE86564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0" y="1360"/>
                <a:ext cx="8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24" name="Freeform 2718">
                <a:extLst>
                  <a:ext uri="{FF2B5EF4-FFF2-40B4-BE49-F238E27FC236}">
                    <a16:creationId xmlns:a16="http://schemas.microsoft.com/office/drawing/2014/main" id="{14748162-AEEC-4247-BA85-3FF37A4F9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36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" name="Oval 2719">
                <a:extLst>
                  <a:ext uri="{FF2B5EF4-FFF2-40B4-BE49-F238E27FC236}">
                    <a16:creationId xmlns:a16="http://schemas.microsoft.com/office/drawing/2014/main" id="{F2EAC4FE-2447-472A-97A1-F3D6524D8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8" y="1342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26" name="Freeform 2720">
                <a:extLst>
                  <a:ext uri="{FF2B5EF4-FFF2-40B4-BE49-F238E27FC236}">
                    <a16:creationId xmlns:a16="http://schemas.microsoft.com/office/drawing/2014/main" id="{A1F83ECE-B711-4ACB-8A95-FBDD2810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34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" name="Oval 2721">
                <a:extLst>
                  <a:ext uri="{FF2B5EF4-FFF2-40B4-BE49-F238E27FC236}">
                    <a16:creationId xmlns:a16="http://schemas.microsoft.com/office/drawing/2014/main" id="{884BB1D1-21AB-4324-9C36-2EB2952CB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326"/>
                <a:ext cx="2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28" name="Freeform 2722">
                <a:extLst>
                  <a:ext uri="{FF2B5EF4-FFF2-40B4-BE49-F238E27FC236}">
                    <a16:creationId xmlns:a16="http://schemas.microsoft.com/office/drawing/2014/main" id="{7828852E-75D9-4661-8E20-A76692C9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32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" name="Oval 2723">
                <a:extLst>
                  <a:ext uri="{FF2B5EF4-FFF2-40B4-BE49-F238E27FC236}">
                    <a16:creationId xmlns:a16="http://schemas.microsoft.com/office/drawing/2014/main" id="{3FCF287B-A2F8-4CD3-B8E8-4F25B2FF4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1358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30" name="Freeform 2724">
                <a:extLst>
                  <a:ext uri="{FF2B5EF4-FFF2-40B4-BE49-F238E27FC236}">
                    <a16:creationId xmlns:a16="http://schemas.microsoft.com/office/drawing/2014/main" id="{453EA863-53AC-4827-8216-80BF7C423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5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" name="Oval 2725">
                <a:extLst>
                  <a:ext uri="{FF2B5EF4-FFF2-40B4-BE49-F238E27FC236}">
                    <a16:creationId xmlns:a16="http://schemas.microsoft.com/office/drawing/2014/main" id="{000AC0CC-B4C6-45F3-944F-DE87EE301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124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32" name="Freeform 2726">
                <a:extLst>
                  <a:ext uri="{FF2B5EF4-FFF2-40B4-BE49-F238E27FC236}">
                    <a16:creationId xmlns:a16="http://schemas.microsoft.com/office/drawing/2014/main" id="{2B7BE294-E704-487E-9D11-4B1478FC9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24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" name="Oval 2727">
                <a:extLst>
                  <a:ext uri="{FF2B5EF4-FFF2-40B4-BE49-F238E27FC236}">
                    <a16:creationId xmlns:a16="http://schemas.microsoft.com/office/drawing/2014/main" id="{F2178004-9F56-4C0A-A76C-A8E88250A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43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34" name="Freeform 2728">
                <a:extLst>
                  <a:ext uri="{FF2B5EF4-FFF2-40B4-BE49-F238E27FC236}">
                    <a16:creationId xmlns:a16="http://schemas.microsoft.com/office/drawing/2014/main" id="{15F8613C-9ABE-4FF3-95CD-A7B090565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43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" name="Oval 2729">
                <a:extLst>
                  <a:ext uri="{FF2B5EF4-FFF2-40B4-BE49-F238E27FC236}">
                    <a16:creationId xmlns:a16="http://schemas.microsoft.com/office/drawing/2014/main" id="{4FA78404-1A6D-4B4E-B554-1920418CB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8" y="140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36" name="Freeform 2730">
                <a:extLst>
                  <a:ext uri="{FF2B5EF4-FFF2-40B4-BE49-F238E27FC236}">
                    <a16:creationId xmlns:a16="http://schemas.microsoft.com/office/drawing/2014/main" id="{BB3CC11E-D030-404A-9ED8-D50E5073B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40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" name="Oval 2731">
                <a:extLst>
                  <a:ext uri="{FF2B5EF4-FFF2-40B4-BE49-F238E27FC236}">
                    <a16:creationId xmlns:a16="http://schemas.microsoft.com/office/drawing/2014/main" id="{2143905E-84F4-4B51-A726-057A71841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8" y="139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38" name="Freeform 2732">
                <a:extLst>
                  <a:ext uri="{FF2B5EF4-FFF2-40B4-BE49-F238E27FC236}">
                    <a16:creationId xmlns:a16="http://schemas.microsoft.com/office/drawing/2014/main" id="{34A1140C-17C7-4068-9A00-B9E32FD40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39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" name="Oval 2733">
                <a:extLst>
                  <a:ext uri="{FF2B5EF4-FFF2-40B4-BE49-F238E27FC236}">
                    <a16:creationId xmlns:a16="http://schemas.microsoft.com/office/drawing/2014/main" id="{D520E195-8519-45F6-AE01-DD4DAC755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1376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40" name="Freeform 2734">
                <a:extLst>
                  <a:ext uri="{FF2B5EF4-FFF2-40B4-BE49-F238E27FC236}">
                    <a16:creationId xmlns:a16="http://schemas.microsoft.com/office/drawing/2014/main" id="{AACF281B-876D-4563-A590-8B87ADF9F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376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" name="Oval 2735">
                <a:extLst>
                  <a:ext uri="{FF2B5EF4-FFF2-40B4-BE49-F238E27FC236}">
                    <a16:creationId xmlns:a16="http://schemas.microsoft.com/office/drawing/2014/main" id="{B5BCEACC-2728-4400-85D8-B1526B405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143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42" name="Freeform 2736">
                <a:extLst>
                  <a:ext uri="{FF2B5EF4-FFF2-40B4-BE49-F238E27FC236}">
                    <a16:creationId xmlns:a16="http://schemas.microsoft.com/office/drawing/2014/main" id="{01B2FCD3-63B4-499E-A18C-904A0F0D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43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" name="Oval 2737">
                <a:extLst>
                  <a:ext uri="{FF2B5EF4-FFF2-40B4-BE49-F238E27FC236}">
                    <a16:creationId xmlns:a16="http://schemas.microsoft.com/office/drawing/2014/main" id="{13674D55-C9E2-46AB-AD99-3CCE56D9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0" y="139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44" name="Freeform 2738">
                <a:extLst>
                  <a:ext uri="{FF2B5EF4-FFF2-40B4-BE49-F238E27FC236}">
                    <a16:creationId xmlns:a16="http://schemas.microsoft.com/office/drawing/2014/main" id="{44390391-03D1-402C-A43D-B5EE6CB05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39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" name="Oval 2739">
                <a:extLst>
                  <a:ext uri="{FF2B5EF4-FFF2-40B4-BE49-F238E27FC236}">
                    <a16:creationId xmlns:a16="http://schemas.microsoft.com/office/drawing/2014/main" id="{B2D02CB6-5EDF-411D-8815-ECDEDAC3E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1478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46" name="Freeform 2740">
                <a:extLst>
                  <a:ext uri="{FF2B5EF4-FFF2-40B4-BE49-F238E27FC236}">
                    <a16:creationId xmlns:a16="http://schemas.microsoft.com/office/drawing/2014/main" id="{58264290-6C4C-4E06-899D-966CC9204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47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" name="Oval 2741">
                <a:extLst>
                  <a:ext uri="{FF2B5EF4-FFF2-40B4-BE49-F238E27FC236}">
                    <a16:creationId xmlns:a16="http://schemas.microsoft.com/office/drawing/2014/main" id="{4401994A-DDFE-41B4-99B1-38CCFCC7C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478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48" name="Freeform 2742">
                <a:extLst>
                  <a:ext uri="{FF2B5EF4-FFF2-40B4-BE49-F238E27FC236}">
                    <a16:creationId xmlns:a16="http://schemas.microsoft.com/office/drawing/2014/main" id="{680AEBAC-EDF4-4507-97CF-CE0799798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47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" name="Oval 2743">
                <a:extLst>
                  <a:ext uri="{FF2B5EF4-FFF2-40B4-BE49-F238E27FC236}">
                    <a16:creationId xmlns:a16="http://schemas.microsoft.com/office/drawing/2014/main" id="{6FCBFEEA-65F2-475F-9D83-7502236ED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141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50" name="Freeform 2744">
                <a:extLst>
                  <a:ext uri="{FF2B5EF4-FFF2-40B4-BE49-F238E27FC236}">
                    <a16:creationId xmlns:a16="http://schemas.microsoft.com/office/drawing/2014/main" id="{B02C05B5-F0F8-4F5B-9334-64BBE34E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41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" name="Oval 2745">
                <a:extLst>
                  <a:ext uri="{FF2B5EF4-FFF2-40B4-BE49-F238E27FC236}">
                    <a16:creationId xmlns:a16="http://schemas.microsoft.com/office/drawing/2014/main" id="{9F580A1A-AB43-4778-8616-492FA19C0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5" y="143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52" name="Freeform 2746">
                <a:extLst>
                  <a:ext uri="{FF2B5EF4-FFF2-40B4-BE49-F238E27FC236}">
                    <a16:creationId xmlns:a16="http://schemas.microsoft.com/office/drawing/2014/main" id="{26ABCB14-7DF0-4E1D-BE0F-11580BD36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43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" name="Oval 2747">
                <a:extLst>
                  <a:ext uri="{FF2B5EF4-FFF2-40B4-BE49-F238E27FC236}">
                    <a16:creationId xmlns:a16="http://schemas.microsoft.com/office/drawing/2014/main" id="{316656D4-FE19-4F77-8366-846906D0D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46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54" name="Freeform 2748">
                <a:extLst>
                  <a:ext uri="{FF2B5EF4-FFF2-40B4-BE49-F238E27FC236}">
                    <a16:creationId xmlns:a16="http://schemas.microsoft.com/office/drawing/2014/main" id="{636D3C5A-CDEF-4665-A21A-2181097A2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46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" name="Oval 2749">
                <a:extLst>
                  <a:ext uri="{FF2B5EF4-FFF2-40B4-BE49-F238E27FC236}">
                    <a16:creationId xmlns:a16="http://schemas.microsoft.com/office/drawing/2014/main" id="{B9AC9DD6-028B-4E60-A50F-5EC38DE8F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0" y="1491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56" name="Freeform 2750">
                <a:extLst>
                  <a:ext uri="{FF2B5EF4-FFF2-40B4-BE49-F238E27FC236}">
                    <a16:creationId xmlns:a16="http://schemas.microsoft.com/office/drawing/2014/main" id="{BD3E80DD-0483-4A39-BBE0-298167755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49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" name="Oval 2751">
                <a:extLst>
                  <a:ext uri="{FF2B5EF4-FFF2-40B4-BE49-F238E27FC236}">
                    <a16:creationId xmlns:a16="http://schemas.microsoft.com/office/drawing/2014/main" id="{6198CE07-2BEA-474A-B153-0B43A7359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5" y="1475"/>
                <a:ext cx="8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58" name="Freeform 2752">
                <a:extLst>
                  <a:ext uri="{FF2B5EF4-FFF2-40B4-BE49-F238E27FC236}">
                    <a16:creationId xmlns:a16="http://schemas.microsoft.com/office/drawing/2014/main" id="{CCE46B81-2F9F-4E57-BBAC-35761AD9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47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" name="Oval 2753">
                <a:extLst>
                  <a:ext uri="{FF2B5EF4-FFF2-40B4-BE49-F238E27FC236}">
                    <a16:creationId xmlns:a16="http://schemas.microsoft.com/office/drawing/2014/main" id="{BFCBEB4F-EAC2-4703-A94E-3D5E6B798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0" y="1454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60" name="Freeform 2754">
                <a:extLst>
                  <a:ext uri="{FF2B5EF4-FFF2-40B4-BE49-F238E27FC236}">
                    <a16:creationId xmlns:a16="http://schemas.microsoft.com/office/drawing/2014/main" id="{74FABD1D-2D6B-4AD2-8B0D-A71434074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45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" name="Oval 2755">
                <a:extLst>
                  <a:ext uri="{FF2B5EF4-FFF2-40B4-BE49-F238E27FC236}">
                    <a16:creationId xmlns:a16="http://schemas.microsoft.com/office/drawing/2014/main" id="{03B45D93-084B-4573-9978-879D6E031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1454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62" name="Freeform 2756">
                <a:extLst>
                  <a:ext uri="{FF2B5EF4-FFF2-40B4-BE49-F238E27FC236}">
                    <a16:creationId xmlns:a16="http://schemas.microsoft.com/office/drawing/2014/main" id="{79EB1961-7E57-4B34-B448-7BCE1608D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45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33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" name="Oval 2757">
                <a:extLst>
                  <a:ext uri="{FF2B5EF4-FFF2-40B4-BE49-F238E27FC236}">
                    <a16:creationId xmlns:a16="http://schemas.microsoft.com/office/drawing/2014/main" id="{CEC250A2-6516-40AF-81A1-5E376A991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435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64" name="Freeform 2758">
                <a:extLst>
                  <a:ext uri="{FF2B5EF4-FFF2-40B4-BE49-F238E27FC236}">
                    <a16:creationId xmlns:a16="http://schemas.microsoft.com/office/drawing/2014/main" id="{8EFC8D9B-339F-440B-9662-ADFBF4A01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43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33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" name="Oval 2759">
                <a:extLst>
                  <a:ext uri="{FF2B5EF4-FFF2-40B4-BE49-F238E27FC236}">
                    <a16:creationId xmlns:a16="http://schemas.microsoft.com/office/drawing/2014/main" id="{DCEA3372-0380-4EBB-ACD4-F7FFB6A70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0" y="1472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66" name="Freeform 2760">
                <a:extLst>
                  <a:ext uri="{FF2B5EF4-FFF2-40B4-BE49-F238E27FC236}">
                    <a16:creationId xmlns:a16="http://schemas.microsoft.com/office/drawing/2014/main" id="{6DCFA3D9-3D0B-4E27-AA7E-340AE188E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47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" name="Oval 2761">
                <a:extLst>
                  <a:ext uri="{FF2B5EF4-FFF2-40B4-BE49-F238E27FC236}">
                    <a16:creationId xmlns:a16="http://schemas.microsoft.com/office/drawing/2014/main" id="{6C7A2200-866A-455D-B2BE-67EBD0D3E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1486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2299" name="Group 2762">
              <a:extLst>
                <a:ext uri="{FF2B5EF4-FFF2-40B4-BE49-F238E27FC236}">
                  <a16:creationId xmlns:a16="http://schemas.microsoft.com/office/drawing/2014/main" id="{F89F6B95-7B83-42F3-8B88-5089F66CB5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1251"/>
              <a:ext cx="365" cy="491"/>
              <a:chOff x="3680" y="1251"/>
              <a:chExt cx="365" cy="491"/>
            </a:xfrm>
          </p:grpSpPr>
          <p:sp>
            <p:nvSpPr>
              <p:cNvPr id="12468" name="Freeform 2763">
                <a:extLst>
                  <a:ext uri="{FF2B5EF4-FFF2-40B4-BE49-F238E27FC236}">
                    <a16:creationId xmlns:a16="http://schemas.microsoft.com/office/drawing/2014/main" id="{E6DFE28A-660F-4ED0-BDB1-E79C3A861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48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" name="Oval 2764">
                <a:extLst>
                  <a:ext uri="{FF2B5EF4-FFF2-40B4-BE49-F238E27FC236}">
                    <a16:creationId xmlns:a16="http://schemas.microsoft.com/office/drawing/2014/main" id="{7E65EADE-42DF-44D5-BB82-BF12FCB7E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1502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70" name="Freeform 2765">
                <a:extLst>
                  <a:ext uri="{FF2B5EF4-FFF2-40B4-BE49-F238E27FC236}">
                    <a16:creationId xmlns:a16="http://schemas.microsoft.com/office/drawing/2014/main" id="{1D2BCB54-EBE3-417F-A4E5-D5C9CF147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50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" name="Oval 2766">
                <a:extLst>
                  <a:ext uri="{FF2B5EF4-FFF2-40B4-BE49-F238E27FC236}">
                    <a16:creationId xmlns:a16="http://schemas.microsoft.com/office/drawing/2014/main" id="{27A9BD7B-7D02-424B-A92F-309C1C3E6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467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72" name="Freeform 2767">
                <a:extLst>
                  <a:ext uri="{FF2B5EF4-FFF2-40B4-BE49-F238E27FC236}">
                    <a16:creationId xmlns:a16="http://schemas.microsoft.com/office/drawing/2014/main" id="{52E87075-5B06-4EED-9CBA-642BBB4A2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3" name="Oval 2768">
                <a:extLst>
                  <a:ext uri="{FF2B5EF4-FFF2-40B4-BE49-F238E27FC236}">
                    <a16:creationId xmlns:a16="http://schemas.microsoft.com/office/drawing/2014/main" id="{EE140D9C-3EAD-4A29-8FF3-03E53672E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3" y="145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74" name="Freeform 2769">
                <a:extLst>
                  <a:ext uri="{FF2B5EF4-FFF2-40B4-BE49-F238E27FC236}">
                    <a16:creationId xmlns:a16="http://schemas.microsoft.com/office/drawing/2014/main" id="{4F1AC462-ADDD-4F3E-B625-0A65AA778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45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5" name="Oval 2770">
                <a:extLst>
                  <a:ext uri="{FF2B5EF4-FFF2-40B4-BE49-F238E27FC236}">
                    <a16:creationId xmlns:a16="http://schemas.microsoft.com/office/drawing/2014/main" id="{35154E4B-1340-4145-9DE1-50AF50B9F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145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76" name="Freeform 2771">
                <a:extLst>
                  <a:ext uri="{FF2B5EF4-FFF2-40B4-BE49-F238E27FC236}">
                    <a16:creationId xmlns:a16="http://schemas.microsoft.com/office/drawing/2014/main" id="{4DFE7FD3-76B6-4B47-8214-9ED0A77EC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45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7" name="Oval 2772">
                <a:extLst>
                  <a:ext uri="{FF2B5EF4-FFF2-40B4-BE49-F238E27FC236}">
                    <a16:creationId xmlns:a16="http://schemas.microsoft.com/office/drawing/2014/main" id="{3FD16077-0E68-45C6-B6F6-9F6CA8BAE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0" y="1416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78" name="Freeform 2773">
                <a:extLst>
                  <a:ext uri="{FF2B5EF4-FFF2-40B4-BE49-F238E27FC236}">
                    <a16:creationId xmlns:a16="http://schemas.microsoft.com/office/drawing/2014/main" id="{58C3A504-9945-42EC-8F5B-A09B56334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41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9" name="Oval 2774">
                <a:extLst>
                  <a:ext uri="{FF2B5EF4-FFF2-40B4-BE49-F238E27FC236}">
                    <a16:creationId xmlns:a16="http://schemas.microsoft.com/office/drawing/2014/main" id="{21A6A1A5-3AA9-4BEA-9F8E-72CF1EC9A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1432"/>
                <a:ext cx="5" cy="8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0" name="Freeform 2775">
                <a:extLst>
                  <a:ext uri="{FF2B5EF4-FFF2-40B4-BE49-F238E27FC236}">
                    <a16:creationId xmlns:a16="http://schemas.microsoft.com/office/drawing/2014/main" id="{BC0A60B0-8E29-47AC-B700-C19AE69C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43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1" name="Oval 2776">
                <a:extLst>
                  <a:ext uri="{FF2B5EF4-FFF2-40B4-BE49-F238E27FC236}">
                    <a16:creationId xmlns:a16="http://schemas.microsoft.com/office/drawing/2014/main" id="{E15126BA-A133-495A-86D7-F518A52D5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1480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2" name="Freeform 2777">
                <a:extLst>
                  <a:ext uri="{FF2B5EF4-FFF2-40B4-BE49-F238E27FC236}">
                    <a16:creationId xmlns:a16="http://schemas.microsoft.com/office/drawing/2014/main" id="{28B24273-7326-4148-8041-D7A17FAFA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48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3" name="Oval 2778">
                <a:extLst>
                  <a:ext uri="{FF2B5EF4-FFF2-40B4-BE49-F238E27FC236}">
                    <a16:creationId xmlns:a16="http://schemas.microsoft.com/office/drawing/2014/main" id="{C0737DCC-EFCC-47AC-96D8-7F781F570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1480"/>
                <a:ext cx="7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4" name="Freeform 2779">
                <a:extLst>
                  <a:ext uri="{FF2B5EF4-FFF2-40B4-BE49-F238E27FC236}">
                    <a16:creationId xmlns:a16="http://schemas.microsoft.com/office/drawing/2014/main" id="{CAD26A55-91B1-424B-968F-8E30C614F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48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5" name="Oval 2780">
                <a:extLst>
                  <a:ext uri="{FF2B5EF4-FFF2-40B4-BE49-F238E27FC236}">
                    <a16:creationId xmlns:a16="http://schemas.microsoft.com/office/drawing/2014/main" id="{C747523E-A863-48F4-AB74-7A11C99FF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1467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6" name="Freeform 2781">
                <a:extLst>
                  <a:ext uri="{FF2B5EF4-FFF2-40B4-BE49-F238E27FC236}">
                    <a16:creationId xmlns:a16="http://schemas.microsoft.com/office/drawing/2014/main" id="{C13E202C-4C72-40E8-AB69-8B8587608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46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7" name="Oval 2782">
                <a:extLst>
                  <a:ext uri="{FF2B5EF4-FFF2-40B4-BE49-F238E27FC236}">
                    <a16:creationId xmlns:a16="http://schemas.microsoft.com/office/drawing/2014/main" id="{10E441E1-1E7A-43AD-9B93-E7B76BE6B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1467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8" name="Freeform 2783">
                <a:extLst>
                  <a:ext uri="{FF2B5EF4-FFF2-40B4-BE49-F238E27FC236}">
                    <a16:creationId xmlns:a16="http://schemas.microsoft.com/office/drawing/2014/main" id="{0BFBFCF1-B139-4085-B200-613D160CA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9" name="Oval 2784">
                <a:extLst>
                  <a:ext uri="{FF2B5EF4-FFF2-40B4-BE49-F238E27FC236}">
                    <a16:creationId xmlns:a16="http://schemas.microsoft.com/office/drawing/2014/main" id="{9B2B5CCE-FA08-4734-A266-C8E028E48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1528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90" name="Freeform 2785">
                <a:extLst>
                  <a:ext uri="{FF2B5EF4-FFF2-40B4-BE49-F238E27FC236}">
                    <a16:creationId xmlns:a16="http://schemas.microsoft.com/office/drawing/2014/main" id="{39B57D10-ED64-4876-8899-F38ED63E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52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1" name="Oval 2786">
                <a:extLst>
                  <a:ext uri="{FF2B5EF4-FFF2-40B4-BE49-F238E27FC236}">
                    <a16:creationId xmlns:a16="http://schemas.microsoft.com/office/drawing/2014/main" id="{587CF05D-49F5-49AD-8A76-49DC50DF7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1443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92" name="Oval 2787">
                <a:extLst>
                  <a:ext uri="{FF2B5EF4-FFF2-40B4-BE49-F238E27FC236}">
                    <a16:creationId xmlns:a16="http://schemas.microsoft.com/office/drawing/2014/main" id="{BAF318F0-EA19-4FE3-8452-26121A280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142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93" name="Freeform 2788">
                <a:extLst>
                  <a:ext uri="{FF2B5EF4-FFF2-40B4-BE49-F238E27FC236}">
                    <a16:creationId xmlns:a16="http://schemas.microsoft.com/office/drawing/2014/main" id="{B833E4B0-455E-4C19-A6D6-BD38CEA5C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42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4" name="Oval 2789">
                <a:extLst>
                  <a:ext uri="{FF2B5EF4-FFF2-40B4-BE49-F238E27FC236}">
                    <a16:creationId xmlns:a16="http://schemas.microsoft.com/office/drawing/2014/main" id="{412EF7FF-BA25-48D7-B1C1-49CC2A108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3" y="1398"/>
                <a:ext cx="2" cy="2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95" name="Freeform 2790">
                <a:extLst>
                  <a:ext uri="{FF2B5EF4-FFF2-40B4-BE49-F238E27FC236}">
                    <a16:creationId xmlns:a16="http://schemas.microsoft.com/office/drawing/2014/main" id="{AD823E95-F469-4A27-8197-8616416A3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39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6" name="Oval 2791">
                <a:extLst>
                  <a:ext uri="{FF2B5EF4-FFF2-40B4-BE49-F238E27FC236}">
                    <a16:creationId xmlns:a16="http://schemas.microsoft.com/office/drawing/2014/main" id="{1AEDEE04-DD32-4622-97D2-F2D79D733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414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97" name="Freeform 2792">
                <a:extLst>
                  <a:ext uri="{FF2B5EF4-FFF2-40B4-BE49-F238E27FC236}">
                    <a16:creationId xmlns:a16="http://schemas.microsoft.com/office/drawing/2014/main" id="{0F23C5BB-3641-4616-BA68-28C45792B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41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8" name="Oval 2793">
                <a:extLst>
                  <a:ext uri="{FF2B5EF4-FFF2-40B4-BE49-F238E27FC236}">
                    <a16:creationId xmlns:a16="http://schemas.microsoft.com/office/drawing/2014/main" id="{92672F3F-402E-41E7-9625-3967BAECA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1515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99" name="Freeform 2794">
                <a:extLst>
                  <a:ext uri="{FF2B5EF4-FFF2-40B4-BE49-F238E27FC236}">
                    <a16:creationId xmlns:a16="http://schemas.microsoft.com/office/drawing/2014/main" id="{DEC84CDC-9CD9-4DDB-A4C6-69F6691A3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51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0" name="Oval 2795">
                <a:extLst>
                  <a:ext uri="{FF2B5EF4-FFF2-40B4-BE49-F238E27FC236}">
                    <a16:creationId xmlns:a16="http://schemas.microsoft.com/office/drawing/2014/main" id="{A17B7E69-3125-4601-9F47-B20FA5E27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515"/>
                <a:ext cx="3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01" name="Freeform 2796">
                <a:extLst>
                  <a:ext uri="{FF2B5EF4-FFF2-40B4-BE49-F238E27FC236}">
                    <a16:creationId xmlns:a16="http://schemas.microsoft.com/office/drawing/2014/main" id="{AFBAE621-7A96-42B4-9096-D83ECC2CF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51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2" name="Oval 2797">
                <a:extLst>
                  <a:ext uri="{FF2B5EF4-FFF2-40B4-BE49-F238E27FC236}">
                    <a16:creationId xmlns:a16="http://schemas.microsoft.com/office/drawing/2014/main" id="{94C6F4F4-6EC3-45AC-A815-4E07A13AF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1494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03" name="Freeform 2798">
                <a:extLst>
                  <a:ext uri="{FF2B5EF4-FFF2-40B4-BE49-F238E27FC236}">
                    <a16:creationId xmlns:a16="http://schemas.microsoft.com/office/drawing/2014/main" id="{87B4891D-EE08-4ABE-A103-FDA4C6C2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49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4" name="Oval 2799">
                <a:extLst>
                  <a:ext uri="{FF2B5EF4-FFF2-40B4-BE49-F238E27FC236}">
                    <a16:creationId xmlns:a16="http://schemas.microsoft.com/office/drawing/2014/main" id="{5A38F186-97C4-4397-A0D4-B5F8EF868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1464"/>
                <a:ext cx="5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05" name="Freeform 2800">
                <a:extLst>
                  <a:ext uri="{FF2B5EF4-FFF2-40B4-BE49-F238E27FC236}">
                    <a16:creationId xmlns:a16="http://schemas.microsoft.com/office/drawing/2014/main" id="{80689E97-0592-4D87-A3D8-E6B6F8160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46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6" name="Oval 2801">
                <a:extLst>
                  <a:ext uri="{FF2B5EF4-FFF2-40B4-BE49-F238E27FC236}">
                    <a16:creationId xmlns:a16="http://schemas.microsoft.com/office/drawing/2014/main" id="{4414A353-834B-4665-AF8D-7FAE71796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10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07" name="Freeform 2802">
                <a:extLst>
                  <a:ext uri="{FF2B5EF4-FFF2-40B4-BE49-F238E27FC236}">
                    <a16:creationId xmlns:a16="http://schemas.microsoft.com/office/drawing/2014/main" id="{FA89F65B-BC1B-4B58-BB2F-EC327D036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51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8" name="Oval 2803">
                <a:extLst>
                  <a:ext uri="{FF2B5EF4-FFF2-40B4-BE49-F238E27FC236}">
                    <a16:creationId xmlns:a16="http://schemas.microsoft.com/office/drawing/2014/main" id="{D42B6CA6-64C5-49C3-B3D7-5A0541154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5" y="1499"/>
                <a:ext cx="5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09" name="Freeform 2804">
                <a:extLst>
                  <a:ext uri="{FF2B5EF4-FFF2-40B4-BE49-F238E27FC236}">
                    <a16:creationId xmlns:a16="http://schemas.microsoft.com/office/drawing/2014/main" id="{46EB232B-5A43-4D44-B4BA-AC73CF610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4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0" name="Oval 2805">
                <a:extLst>
                  <a:ext uri="{FF2B5EF4-FFF2-40B4-BE49-F238E27FC236}">
                    <a16:creationId xmlns:a16="http://schemas.microsoft.com/office/drawing/2014/main" id="{B7159613-5C88-4008-B0C3-A03D9BD62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1408"/>
                <a:ext cx="8" cy="6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1" name="Freeform 2806">
                <a:extLst>
                  <a:ext uri="{FF2B5EF4-FFF2-40B4-BE49-F238E27FC236}">
                    <a16:creationId xmlns:a16="http://schemas.microsoft.com/office/drawing/2014/main" id="{22FC9D0A-1177-4B49-B4E3-11E7FF683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40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2" name="Oval 2807">
                <a:extLst>
                  <a:ext uri="{FF2B5EF4-FFF2-40B4-BE49-F238E27FC236}">
                    <a16:creationId xmlns:a16="http://schemas.microsoft.com/office/drawing/2014/main" id="{30492728-E328-4C50-B687-4FFF414F0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1251"/>
                <a:ext cx="5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3" name="Freeform 2808">
                <a:extLst>
                  <a:ext uri="{FF2B5EF4-FFF2-40B4-BE49-F238E27FC236}">
                    <a16:creationId xmlns:a16="http://schemas.microsoft.com/office/drawing/2014/main" id="{89980ED5-7E7D-4E23-A1BF-3EAE19CD0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2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4" name="Oval 2809">
                <a:extLst>
                  <a:ext uri="{FF2B5EF4-FFF2-40B4-BE49-F238E27FC236}">
                    <a16:creationId xmlns:a16="http://schemas.microsoft.com/office/drawing/2014/main" id="{8F71541D-704F-418A-9FAE-9FC6CD09E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1270"/>
                <a:ext cx="7" cy="5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5" name="Freeform 2810">
                <a:extLst>
                  <a:ext uri="{FF2B5EF4-FFF2-40B4-BE49-F238E27FC236}">
                    <a16:creationId xmlns:a16="http://schemas.microsoft.com/office/drawing/2014/main" id="{7BF44BD7-46EF-47F8-9B11-8D77C307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27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6" name="Oval 2811">
                <a:extLst>
                  <a:ext uri="{FF2B5EF4-FFF2-40B4-BE49-F238E27FC236}">
                    <a16:creationId xmlns:a16="http://schemas.microsoft.com/office/drawing/2014/main" id="{A9404C34-483E-4A75-8A52-1F7F6CFB4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1264"/>
                <a:ext cx="2" cy="3"/>
              </a:xfrm>
              <a:prstGeom prst="ellipse">
                <a:avLst/>
              </a:prstGeom>
              <a:solidFill>
                <a:srgbClr val="EE8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7" name="Freeform 2812">
                <a:extLst>
                  <a:ext uri="{FF2B5EF4-FFF2-40B4-BE49-F238E27FC236}">
                    <a16:creationId xmlns:a16="http://schemas.microsoft.com/office/drawing/2014/main" id="{D014BAD8-E58F-4F40-A881-13B708E3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26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8" name="Oval 2813">
                <a:extLst>
                  <a:ext uri="{FF2B5EF4-FFF2-40B4-BE49-F238E27FC236}">
                    <a16:creationId xmlns:a16="http://schemas.microsoft.com/office/drawing/2014/main" id="{3FDD672B-9464-4CE0-9073-76FA1DEC2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302"/>
                <a:ext cx="5" cy="2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9" name="Freeform 2814">
                <a:extLst>
                  <a:ext uri="{FF2B5EF4-FFF2-40B4-BE49-F238E27FC236}">
                    <a16:creationId xmlns:a16="http://schemas.microsoft.com/office/drawing/2014/main" id="{36167736-09E4-4196-AE7C-12F5F12CF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30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0" name="Oval 2815">
                <a:extLst>
                  <a:ext uri="{FF2B5EF4-FFF2-40B4-BE49-F238E27FC236}">
                    <a16:creationId xmlns:a16="http://schemas.microsoft.com/office/drawing/2014/main" id="{1C68DF99-1138-4D46-B026-E17F4870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0" y="1403"/>
                <a:ext cx="5" cy="8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1" name="Freeform 2816">
                <a:extLst>
                  <a:ext uri="{FF2B5EF4-FFF2-40B4-BE49-F238E27FC236}">
                    <a16:creationId xmlns:a16="http://schemas.microsoft.com/office/drawing/2014/main" id="{597EE53C-E614-4E45-85BA-75196C1F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40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2" name="Oval 2817">
                <a:extLst>
                  <a:ext uri="{FF2B5EF4-FFF2-40B4-BE49-F238E27FC236}">
                    <a16:creationId xmlns:a16="http://schemas.microsoft.com/office/drawing/2014/main" id="{FD8F9C36-EC43-422B-88C4-BE129D7FA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1475"/>
                <a:ext cx="8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3" name="Freeform 2818">
                <a:extLst>
                  <a:ext uri="{FF2B5EF4-FFF2-40B4-BE49-F238E27FC236}">
                    <a16:creationId xmlns:a16="http://schemas.microsoft.com/office/drawing/2014/main" id="{4C7A6508-1FA9-42E0-AF51-55F69C6F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47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4" name="Oval 2819">
                <a:extLst>
                  <a:ext uri="{FF2B5EF4-FFF2-40B4-BE49-F238E27FC236}">
                    <a16:creationId xmlns:a16="http://schemas.microsoft.com/office/drawing/2014/main" id="{88ADBD9D-273F-4432-ABA0-B368438D4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1443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5" name="Freeform 2820">
                <a:extLst>
                  <a:ext uri="{FF2B5EF4-FFF2-40B4-BE49-F238E27FC236}">
                    <a16:creationId xmlns:a16="http://schemas.microsoft.com/office/drawing/2014/main" id="{ACFE9E8F-05AC-4C7C-8251-9188E2A66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44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33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6" name="Oval 2821">
                <a:extLst>
                  <a:ext uri="{FF2B5EF4-FFF2-40B4-BE49-F238E27FC236}">
                    <a16:creationId xmlns:a16="http://schemas.microsoft.com/office/drawing/2014/main" id="{1F1CFA29-BF51-4368-8D1A-BD83A93D8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1526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7" name="Freeform 2822">
                <a:extLst>
                  <a:ext uri="{FF2B5EF4-FFF2-40B4-BE49-F238E27FC236}">
                    <a16:creationId xmlns:a16="http://schemas.microsoft.com/office/drawing/2014/main" id="{E87679F2-800A-432C-A95E-632396385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52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8" name="Oval 2823">
                <a:extLst>
                  <a:ext uri="{FF2B5EF4-FFF2-40B4-BE49-F238E27FC236}">
                    <a16:creationId xmlns:a16="http://schemas.microsoft.com/office/drawing/2014/main" id="{E1AEEE31-E2C2-4622-A951-DE199C5D4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1419"/>
                <a:ext cx="5" cy="3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9" name="Freeform 2824">
                <a:extLst>
                  <a:ext uri="{FF2B5EF4-FFF2-40B4-BE49-F238E27FC236}">
                    <a16:creationId xmlns:a16="http://schemas.microsoft.com/office/drawing/2014/main" id="{10636B11-FD4D-45E1-B5AD-DBD830B4E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419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0" name="Oval 2825">
                <a:extLst>
                  <a:ext uri="{FF2B5EF4-FFF2-40B4-BE49-F238E27FC236}">
                    <a16:creationId xmlns:a16="http://schemas.microsoft.com/office/drawing/2014/main" id="{B71F61E9-7DE3-473D-B27B-15B5D4A94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1510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1" name="Freeform 2826">
                <a:extLst>
                  <a:ext uri="{FF2B5EF4-FFF2-40B4-BE49-F238E27FC236}">
                    <a16:creationId xmlns:a16="http://schemas.microsoft.com/office/drawing/2014/main" id="{91ED81A6-A880-40F9-B572-495D5579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51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2" name="Oval 2827">
                <a:extLst>
                  <a:ext uri="{FF2B5EF4-FFF2-40B4-BE49-F238E27FC236}">
                    <a16:creationId xmlns:a16="http://schemas.microsoft.com/office/drawing/2014/main" id="{47CCFB95-2AB6-4F4C-82FA-3A6887556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1507"/>
                <a:ext cx="7" cy="8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3" name="Freeform 2828">
                <a:extLst>
                  <a:ext uri="{FF2B5EF4-FFF2-40B4-BE49-F238E27FC236}">
                    <a16:creationId xmlns:a16="http://schemas.microsoft.com/office/drawing/2014/main" id="{33C4835A-362A-4749-9373-86FB26B23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510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4" name="Oval 2829">
                <a:extLst>
                  <a:ext uri="{FF2B5EF4-FFF2-40B4-BE49-F238E27FC236}">
                    <a16:creationId xmlns:a16="http://schemas.microsoft.com/office/drawing/2014/main" id="{D8BA19B1-2ACE-4EB0-8F44-A0BA6D6D7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1454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5" name="Freeform 2830">
                <a:extLst>
                  <a:ext uri="{FF2B5EF4-FFF2-40B4-BE49-F238E27FC236}">
                    <a16:creationId xmlns:a16="http://schemas.microsoft.com/office/drawing/2014/main" id="{2C0A96FF-B403-4D5F-915F-85D3C8938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45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6" name="Oval 2831">
                <a:extLst>
                  <a:ext uri="{FF2B5EF4-FFF2-40B4-BE49-F238E27FC236}">
                    <a16:creationId xmlns:a16="http://schemas.microsoft.com/office/drawing/2014/main" id="{2E54B217-7065-4C73-92CB-6A963CFD7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494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7" name="Freeform 2832">
                <a:extLst>
                  <a:ext uri="{FF2B5EF4-FFF2-40B4-BE49-F238E27FC236}">
                    <a16:creationId xmlns:a16="http://schemas.microsoft.com/office/drawing/2014/main" id="{B90C29AF-92A9-4C06-90A0-F946FF62B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494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8" name="Oval 2833">
                <a:extLst>
                  <a:ext uri="{FF2B5EF4-FFF2-40B4-BE49-F238E27FC236}">
                    <a16:creationId xmlns:a16="http://schemas.microsoft.com/office/drawing/2014/main" id="{C1A0D406-1161-42A3-8D0B-BAE8C9255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1488"/>
                <a:ext cx="5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9" name="Freeform 2834">
                <a:extLst>
                  <a:ext uri="{FF2B5EF4-FFF2-40B4-BE49-F238E27FC236}">
                    <a16:creationId xmlns:a16="http://schemas.microsoft.com/office/drawing/2014/main" id="{CC479FFF-E3AF-4727-B946-070C6C17F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48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0" name="Oval 2835">
                <a:extLst>
                  <a:ext uri="{FF2B5EF4-FFF2-40B4-BE49-F238E27FC236}">
                    <a16:creationId xmlns:a16="http://schemas.microsoft.com/office/drawing/2014/main" id="{A8B74796-1E24-4ADB-B1E6-9657D5EA5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475"/>
                <a:ext cx="2" cy="3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1" name="Oval 2836">
                <a:extLst>
                  <a:ext uri="{FF2B5EF4-FFF2-40B4-BE49-F238E27FC236}">
                    <a16:creationId xmlns:a16="http://schemas.microsoft.com/office/drawing/2014/main" id="{51E9F142-89A8-4799-BB76-9E5786400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1467"/>
                <a:ext cx="3" cy="3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2" name="Freeform 2837">
                <a:extLst>
                  <a:ext uri="{FF2B5EF4-FFF2-40B4-BE49-F238E27FC236}">
                    <a16:creationId xmlns:a16="http://schemas.microsoft.com/office/drawing/2014/main" id="{66C36EDA-859A-4001-ABA2-938444438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3" name="Oval 2838">
                <a:extLst>
                  <a:ext uri="{FF2B5EF4-FFF2-40B4-BE49-F238E27FC236}">
                    <a16:creationId xmlns:a16="http://schemas.microsoft.com/office/drawing/2014/main" id="{65967D1B-3794-4269-AC84-3C4F7E4DA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1582"/>
                <a:ext cx="8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4" name="Freeform 2839">
                <a:extLst>
                  <a:ext uri="{FF2B5EF4-FFF2-40B4-BE49-F238E27FC236}">
                    <a16:creationId xmlns:a16="http://schemas.microsoft.com/office/drawing/2014/main" id="{88E54617-11CF-47C5-9D48-3B42EBB58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58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5" name="Oval 2840">
                <a:extLst>
                  <a:ext uri="{FF2B5EF4-FFF2-40B4-BE49-F238E27FC236}">
                    <a16:creationId xmlns:a16="http://schemas.microsoft.com/office/drawing/2014/main" id="{1AEC60DD-8FA3-4A74-94AD-84FBC555B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1531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6" name="Freeform 2841">
                <a:extLst>
                  <a:ext uri="{FF2B5EF4-FFF2-40B4-BE49-F238E27FC236}">
                    <a16:creationId xmlns:a16="http://schemas.microsoft.com/office/drawing/2014/main" id="{2AA6EC47-A692-40AD-8F60-908362C80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531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7" name="Oval 2842">
                <a:extLst>
                  <a:ext uri="{FF2B5EF4-FFF2-40B4-BE49-F238E27FC236}">
                    <a16:creationId xmlns:a16="http://schemas.microsoft.com/office/drawing/2014/main" id="{D28A5DA0-22F1-495A-A3F3-38C4FF5CD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5" y="1600"/>
                <a:ext cx="8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8" name="Freeform 2843">
                <a:extLst>
                  <a:ext uri="{FF2B5EF4-FFF2-40B4-BE49-F238E27FC236}">
                    <a16:creationId xmlns:a16="http://schemas.microsoft.com/office/drawing/2014/main" id="{01479118-66AB-4D83-B63B-A54F2A309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60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9" name="Oval 2844">
                <a:extLst>
                  <a:ext uri="{FF2B5EF4-FFF2-40B4-BE49-F238E27FC236}">
                    <a16:creationId xmlns:a16="http://schemas.microsoft.com/office/drawing/2014/main" id="{BB4B3F28-AD26-4D76-A8CC-400149578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1595"/>
                <a:ext cx="3" cy="3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50" name="Freeform 2845">
                <a:extLst>
                  <a:ext uri="{FF2B5EF4-FFF2-40B4-BE49-F238E27FC236}">
                    <a16:creationId xmlns:a16="http://schemas.microsoft.com/office/drawing/2014/main" id="{70F8F06F-73D9-4310-8163-28DAC482A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5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1" name="Freeform 2846">
                <a:extLst>
                  <a:ext uri="{FF2B5EF4-FFF2-40B4-BE49-F238E27FC236}">
                    <a16:creationId xmlns:a16="http://schemas.microsoft.com/office/drawing/2014/main" id="{BE166E0E-585A-4C34-97F9-1D1AFA0E9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2" name="Oval 2847">
                <a:extLst>
                  <a:ext uri="{FF2B5EF4-FFF2-40B4-BE49-F238E27FC236}">
                    <a16:creationId xmlns:a16="http://schemas.microsoft.com/office/drawing/2014/main" id="{93560D68-7EFC-478A-A051-CBEF32ECB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1584"/>
                <a:ext cx="5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53" name="Freeform 2848">
                <a:extLst>
                  <a:ext uri="{FF2B5EF4-FFF2-40B4-BE49-F238E27FC236}">
                    <a16:creationId xmlns:a16="http://schemas.microsoft.com/office/drawing/2014/main" id="{397E6BEA-4C36-43F2-819C-0717B922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58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4" name="Oval 2849">
                <a:extLst>
                  <a:ext uri="{FF2B5EF4-FFF2-40B4-BE49-F238E27FC236}">
                    <a16:creationId xmlns:a16="http://schemas.microsoft.com/office/drawing/2014/main" id="{9BB8BF46-93CD-4D12-9745-E849C76AD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584"/>
                <a:ext cx="7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55" name="Freeform 2850">
                <a:extLst>
                  <a:ext uri="{FF2B5EF4-FFF2-40B4-BE49-F238E27FC236}">
                    <a16:creationId xmlns:a16="http://schemas.microsoft.com/office/drawing/2014/main" id="{7B6787D4-AB63-48BE-82A3-2BE1BA80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58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6" name="Oval 2851">
                <a:extLst>
                  <a:ext uri="{FF2B5EF4-FFF2-40B4-BE49-F238E27FC236}">
                    <a16:creationId xmlns:a16="http://schemas.microsoft.com/office/drawing/2014/main" id="{B10B1322-DF43-42E3-8FA1-26969B591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1568"/>
                <a:ext cx="5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57" name="Freeform 2852">
                <a:extLst>
                  <a:ext uri="{FF2B5EF4-FFF2-40B4-BE49-F238E27FC236}">
                    <a16:creationId xmlns:a16="http://schemas.microsoft.com/office/drawing/2014/main" id="{B6327BBA-7BF4-4C9D-9BAE-239E267E5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56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8" name="Oval 2853">
                <a:extLst>
                  <a:ext uri="{FF2B5EF4-FFF2-40B4-BE49-F238E27FC236}">
                    <a16:creationId xmlns:a16="http://schemas.microsoft.com/office/drawing/2014/main" id="{E672D61F-D796-4961-AC00-E59426CC5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1550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59" name="Freeform 2854">
                <a:extLst>
                  <a:ext uri="{FF2B5EF4-FFF2-40B4-BE49-F238E27FC236}">
                    <a16:creationId xmlns:a16="http://schemas.microsoft.com/office/drawing/2014/main" id="{3A035EC5-CD63-40E6-8EC1-909EC48EB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55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0" name="Oval 2855">
                <a:extLst>
                  <a:ext uri="{FF2B5EF4-FFF2-40B4-BE49-F238E27FC236}">
                    <a16:creationId xmlns:a16="http://schemas.microsoft.com/office/drawing/2014/main" id="{7EBC9E36-F917-4A6D-950D-D11D08DE0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1568"/>
                <a:ext cx="5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1" name="Freeform 2856">
                <a:extLst>
                  <a:ext uri="{FF2B5EF4-FFF2-40B4-BE49-F238E27FC236}">
                    <a16:creationId xmlns:a16="http://schemas.microsoft.com/office/drawing/2014/main" id="{0D705CAE-A297-4CBD-911F-C93875745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568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2" name="Oval 2857">
                <a:extLst>
                  <a:ext uri="{FF2B5EF4-FFF2-40B4-BE49-F238E27FC236}">
                    <a16:creationId xmlns:a16="http://schemas.microsoft.com/office/drawing/2014/main" id="{F51D81CC-2AEA-4445-AB64-A7CCAD399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1456"/>
                <a:ext cx="5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3" name="Freeform 2858">
                <a:extLst>
                  <a:ext uri="{FF2B5EF4-FFF2-40B4-BE49-F238E27FC236}">
                    <a16:creationId xmlns:a16="http://schemas.microsoft.com/office/drawing/2014/main" id="{38542DA0-C32F-43F4-AF19-9EF642F4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45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4" name="Oval 2859">
                <a:extLst>
                  <a:ext uri="{FF2B5EF4-FFF2-40B4-BE49-F238E27FC236}">
                    <a16:creationId xmlns:a16="http://schemas.microsoft.com/office/drawing/2014/main" id="{7DC20C5E-94F5-4426-BAB8-B281DA9E2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544"/>
                <a:ext cx="5" cy="8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5" name="Freeform 2860">
                <a:extLst>
                  <a:ext uri="{FF2B5EF4-FFF2-40B4-BE49-F238E27FC236}">
                    <a16:creationId xmlns:a16="http://schemas.microsoft.com/office/drawing/2014/main" id="{24CA584B-662A-47F3-A2BC-17F43BFCE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547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0 w 3"/>
                  <a:gd name="T5" fmla="*/ 33 h 2"/>
                  <a:gd name="T6" fmla="*/ 0 w 3"/>
                  <a:gd name="T7" fmla="*/ 33 h 2"/>
                  <a:gd name="T8" fmla="*/ 21 w 3"/>
                  <a:gd name="T9" fmla="*/ 33 h 2"/>
                  <a:gd name="T10" fmla="*/ 56 w 3"/>
                  <a:gd name="T11" fmla="*/ 20 h 2"/>
                  <a:gd name="T12" fmla="*/ 21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6" name="Oval 2861">
                <a:extLst>
                  <a:ext uri="{FF2B5EF4-FFF2-40B4-BE49-F238E27FC236}">
                    <a16:creationId xmlns:a16="http://schemas.microsoft.com/office/drawing/2014/main" id="{C82207CD-0DC2-46ED-8D9D-60873F041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1614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7" name="Freeform 2862">
                <a:extLst>
                  <a:ext uri="{FF2B5EF4-FFF2-40B4-BE49-F238E27FC236}">
                    <a16:creationId xmlns:a16="http://schemas.microsoft.com/office/drawing/2014/main" id="{CF61A1C0-557B-497E-BBB8-4EB14C7E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61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28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8" name="Oval 2863">
                <a:extLst>
                  <a:ext uri="{FF2B5EF4-FFF2-40B4-BE49-F238E27FC236}">
                    <a16:creationId xmlns:a16="http://schemas.microsoft.com/office/drawing/2014/main" id="{72F93358-F50B-4C47-91A2-44D9462D6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1646"/>
                <a:ext cx="7" cy="8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9" name="Freeform 2864">
                <a:extLst>
                  <a:ext uri="{FF2B5EF4-FFF2-40B4-BE49-F238E27FC236}">
                    <a16:creationId xmlns:a16="http://schemas.microsoft.com/office/drawing/2014/main" id="{EBD1CDF1-6701-4183-9247-8F910E2D4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64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0 h 3"/>
                  <a:gd name="T4" fmla="*/ 0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0" name="Oval 2865">
                <a:extLst>
                  <a:ext uri="{FF2B5EF4-FFF2-40B4-BE49-F238E27FC236}">
                    <a16:creationId xmlns:a16="http://schemas.microsoft.com/office/drawing/2014/main" id="{E643B999-6844-4479-AE78-0DE1616FA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5" y="1667"/>
                <a:ext cx="5" cy="8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1" name="Freeform 2866">
                <a:extLst>
                  <a:ext uri="{FF2B5EF4-FFF2-40B4-BE49-F238E27FC236}">
                    <a16:creationId xmlns:a16="http://schemas.microsoft.com/office/drawing/2014/main" id="{2F4D8E32-BA1B-4B0F-B431-F9F762443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67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0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2" name="Oval 2867">
                <a:extLst>
                  <a:ext uri="{FF2B5EF4-FFF2-40B4-BE49-F238E27FC236}">
                    <a16:creationId xmlns:a16="http://schemas.microsoft.com/office/drawing/2014/main" id="{E18589EE-ADA9-45D3-B8DA-C2E8B04C4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3" y="1619"/>
                <a:ext cx="5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3" name="Freeform 2868">
                <a:extLst>
                  <a:ext uri="{FF2B5EF4-FFF2-40B4-BE49-F238E27FC236}">
                    <a16:creationId xmlns:a16="http://schemas.microsoft.com/office/drawing/2014/main" id="{3F604AD0-FD8B-4EDB-8354-67A55F0CC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61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4" name="Oval 2869">
                <a:extLst>
                  <a:ext uri="{FF2B5EF4-FFF2-40B4-BE49-F238E27FC236}">
                    <a16:creationId xmlns:a16="http://schemas.microsoft.com/office/drawing/2014/main" id="{A356F262-B75C-467B-9C43-E4A649BAC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1595"/>
                <a:ext cx="8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5" name="Freeform 2870">
                <a:extLst>
                  <a:ext uri="{FF2B5EF4-FFF2-40B4-BE49-F238E27FC236}">
                    <a16:creationId xmlns:a16="http://schemas.microsoft.com/office/drawing/2014/main" id="{7B022AFE-CD82-4A42-98B4-6A8D15636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59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6" name="Oval 2871">
                <a:extLst>
                  <a:ext uri="{FF2B5EF4-FFF2-40B4-BE49-F238E27FC236}">
                    <a16:creationId xmlns:a16="http://schemas.microsoft.com/office/drawing/2014/main" id="{CE551660-2606-4F9D-877E-CD5C9D670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5" y="1664"/>
                <a:ext cx="3" cy="3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7" name="Freeform 2872">
                <a:extLst>
                  <a:ext uri="{FF2B5EF4-FFF2-40B4-BE49-F238E27FC236}">
                    <a16:creationId xmlns:a16="http://schemas.microsoft.com/office/drawing/2014/main" id="{88DC780C-DACB-4CC6-B8D3-D157535FF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66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8" name="Oval 2873">
                <a:extLst>
                  <a:ext uri="{FF2B5EF4-FFF2-40B4-BE49-F238E27FC236}">
                    <a16:creationId xmlns:a16="http://schemas.microsoft.com/office/drawing/2014/main" id="{0C6456C1-3C70-4A7C-A51D-9C6F04BFF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1686"/>
                <a:ext cx="2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9" name="Freeform 2874">
                <a:extLst>
                  <a:ext uri="{FF2B5EF4-FFF2-40B4-BE49-F238E27FC236}">
                    <a16:creationId xmlns:a16="http://schemas.microsoft.com/office/drawing/2014/main" id="{3332507B-ACA8-4570-9830-B56F47077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68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0" name="Oval 2875">
                <a:extLst>
                  <a:ext uri="{FF2B5EF4-FFF2-40B4-BE49-F238E27FC236}">
                    <a16:creationId xmlns:a16="http://schemas.microsoft.com/office/drawing/2014/main" id="{1B8C2E4D-7136-459D-BCCF-8A3E0B536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5" y="1648"/>
                <a:ext cx="5" cy="6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81" name="Freeform 2876">
                <a:extLst>
                  <a:ext uri="{FF2B5EF4-FFF2-40B4-BE49-F238E27FC236}">
                    <a16:creationId xmlns:a16="http://schemas.microsoft.com/office/drawing/2014/main" id="{1C8B7CEE-F936-466E-AAFF-739D9AE4F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648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54 h 2"/>
                  <a:gd name="T8" fmla="*/ 8 w 1"/>
                  <a:gd name="T9" fmla="*/ 54 h 2"/>
                  <a:gd name="T10" fmla="*/ 8 w 1"/>
                  <a:gd name="T11" fmla="*/ 27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2" name="Oval 2877">
                <a:extLst>
                  <a:ext uri="{FF2B5EF4-FFF2-40B4-BE49-F238E27FC236}">
                    <a16:creationId xmlns:a16="http://schemas.microsoft.com/office/drawing/2014/main" id="{87725803-C42A-4021-BA5C-7D021E984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8" y="1638"/>
                <a:ext cx="5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83" name="Freeform 2878">
                <a:extLst>
                  <a:ext uri="{FF2B5EF4-FFF2-40B4-BE49-F238E27FC236}">
                    <a16:creationId xmlns:a16="http://schemas.microsoft.com/office/drawing/2014/main" id="{8E358158-1DEE-4A0F-8C3B-2C02FE34C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63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33 h 2"/>
                  <a:gd name="T8" fmla="*/ 27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4" name="Oval 2879">
                <a:extLst>
                  <a:ext uri="{FF2B5EF4-FFF2-40B4-BE49-F238E27FC236}">
                    <a16:creationId xmlns:a16="http://schemas.microsoft.com/office/drawing/2014/main" id="{85F1D865-153A-4001-BCDF-DA21D702C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1611"/>
                <a:ext cx="2" cy="3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85" name="Freeform 2880">
                <a:extLst>
                  <a:ext uri="{FF2B5EF4-FFF2-40B4-BE49-F238E27FC236}">
                    <a16:creationId xmlns:a16="http://schemas.microsoft.com/office/drawing/2014/main" id="{40CC5243-577C-4756-8AD3-4D81F2050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6" name="Oval 2881">
                <a:extLst>
                  <a:ext uri="{FF2B5EF4-FFF2-40B4-BE49-F238E27FC236}">
                    <a16:creationId xmlns:a16="http://schemas.microsoft.com/office/drawing/2014/main" id="{46801C75-9B67-4587-A6F1-9E2E0AA1D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576"/>
                <a:ext cx="5" cy="6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87" name="Freeform 2882">
                <a:extLst>
                  <a:ext uri="{FF2B5EF4-FFF2-40B4-BE49-F238E27FC236}">
                    <a16:creationId xmlns:a16="http://schemas.microsoft.com/office/drawing/2014/main" id="{9DC64DE5-EF2D-474B-B28C-3652EF064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57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8 w 1"/>
                  <a:gd name="T11" fmla="*/ 0 h 1"/>
                  <a:gd name="T12" fmla="*/ 8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8" name="Oval 2883">
                <a:extLst>
                  <a:ext uri="{FF2B5EF4-FFF2-40B4-BE49-F238E27FC236}">
                    <a16:creationId xmlns:a16="http://schemas.microsoft.com/office/drawing/2014/main" id="{8B3247DB-0B05-4E5E-98DB-EDFA4E1DC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1707"/>
                <a:ext cx="3" cy="3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89" name="Freeform 2884">
                <a:extLst>
                  <a:ext uri="{FF2B5EF4-FFF2-40B4-BE49-F238E27FC236}">
                    <a16:creationId xmlns:a16="http://schemas.microsoft.com/office/drawing/2014/main" id="{EF06B420-9B19-4C2C-A3EB-71A337728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7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0" name="Oval 2885">
                <a:extLst>
                  <a:ext uri="{FF2B5EF4-FFF2-40B4-BE49-F238E27FC236}">
                    <a16:creationId xmlns:a16="http://schemas.microsoft.com/office/drawing/2014/main" id="{3FA64C00-7C42-4C9F-B764-B8781C31D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3" y="1630"/>
                <a:ext cx="5" cy="2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91" name="Freeform 2886">
                <a:extLst>
                  <a:ext uri="{FF2B5EF4-FFF2-40B4-BE49-F238E27FC236}">
                    <a16:creationId xmlns:a16="http://schemas.microsoft.com/office/drawing/2014/main" id="{D54D4C0C-4C1C-429F-9459-DD806A7F3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63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2" name="Oval 2887">
                <a:extLst>
                  <a:ext uri="{FF2B5EF4-FFF2-40B4-BE49-F238E27FC236}">
                    <a16:creationId xmlns:a16="http://schemas.microsoft.com/office/drawing/2014/main" id="{392172D0-2AD0-4671-AF9C-EA0F4AED2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1651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93" name="Freeform 2888">
                <a:extLst>
                  <a:ext uri="{FF2B5EF4-FFF2-40B4-BE49-F238E27FC236}">
                    <a16:creationId xmlns:a16="http://schemas.microsoft.com/office/drawing/2014/main" id="{E748B2D8-27DA-43EA-B8E3-1F161979E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65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4" name="Oval 2889">
                <a:extLst>
                  <a:ext uri="{FF2B5EF4-FFF2-40B4-BE49-F238E27FC236}">
                    <a16:creationId xmlns:a16="http://schemas.microsoft.com/office/drawing/2014/main" id="{74C38CC0-444B-43D7-B0D8-E4BCDB93C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630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95" name="Freeform 2890">
                <a:extLst>
                  <a:ext uri="{FF2B5EF4-FFF2-40B4-BE49-F238E27FC236}">
                    <a16:creationId xmlns:a16="http://schemas.microsoft.com/office/drawing/2014/main" id="{2C799F23-F3D9-4B55-B9D2-D7AC4E41C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63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6" name="Oval 2891">
                <a:extLst>
                  <a:ext uri="{FF2B5EF4-FFF2-40B4-BE49-F238E27FC236}">
                    <a16:creationId xmlns:a16="http://schemas.microsoft.com/office/drawing/2014/main" id="{4B0445C3-4FE6-4375-B502-0EF96C178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1638"/>
                <a:ext cx="5" cy="2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97" name="Freeform 2892">
                <a:extLst>
                  <a:ext uri="{FF2B5EF4-FFF2-40B4-BE49-F238E27FC236}">
                    <a16:creationId xmlns:a16="http://schemas.microsoft.com/office/drawing/2014/main" id="{0F73AAB9-1EAF-4DCF-8988-06392670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63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33 h 2"/>
                  <a:gd name="T10" fmla="*/ 27 w 1"/>
                  <a:gd name="T11" fmla="*/ 20 h 2"/>
                  <a:gd name="T12" fmla="*/ 27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8" name="Oval 2893">
                <a:extLst>
                  <a:ext uri="{FF2B5EF4-FFF2-40B4-BE49-F238E27FC236}">
                    <a16:creationId xmlns:a16="http://schemas.microsoft.com/office/drawing/2014/main" id="{46D42C8D-7269-4F3C-AECB-C1B104083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1680"/>
                <a:ext cx="5" cy="6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99" name="Freeform 2894">
                <a:extLst>
                  <a:ext uri="{FF2B5EF4-FFF2-40B4-BE49-F238E27FC236}">
                    <a16:creationId xmlns:a16="http://schemas.microsoft.com/office/drawing/2014/main" id="{CF0CC0AA-16B1-42AF-919E-7788598AC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68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56 h 3"/>
                  <a:gd name="T8" fmla="*/ 28 w 3"/>
                  <a:gd name="T9" fmla="*/ 56 h 3"/>
                  <a:gd name="T10" fmla="*/ 37 w 3"/>
                  <a:gd name="T11" fmla="*/ 35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0" name="Oval 2895">
                <a:extLst>
                  <a:ext uri="{FF2B5EF4-FFF2-40B4-BE49-F238E27FC236}">
                    <a16:creationId xmlns:a16="http://schemas.microsoft.com/office/drawing/2014/main" id="{509D5801-A109-4861-962B-E6ECA88BC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678"/>
                <a:ext cx="3" cy="2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01" name="Freeform 2896">
                <a:extLst>
                  <a:ext uri="{FF2B5EF4-FFF2-40B4-BE49-F238E27FC236}">
                    <a16:creationId xmlns:a16="http://schemas.microsoft.com/office/drawing/2014/main" id="{B004E007-2B9A-4B5C-91F4-606836FCE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67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2" name="Oval 2897">
                <a:extLst>
                  <a:ext uri="{FF2B5EF4-FFF2-40B4-BE49-F238E27FC236}">
                    <a16:creationId xmlns:a16="http://schemas.microsoft.com/office/drawing/2014/main" id="{B288E217-A928-428F-876C-95F125FAA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1672"/>
                <a:ext cx="5" cy="6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03" name="Freeform 2898">
                <a:extLst>
                  <a:ext uri="{FF2B5EF4-FFF2-40B4-BE49-F238E27FC236}">
                    <a16:creationId xmlns:a16="http://schemas.microsoft.com/office/drawing/2014/main" id="{E8E4168D-550E-45C5-A09E-40B40AD6A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67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4" name="Oval 2899">
                <a:extLst>
                  <a:ext uri="{FF2B5EF4-FFF2-40B4-BE49-F238E27FC236}">
                    <a16:creationId xmlns:a16="http://schemas.microsoft.com/office/drawing/2014/main" id="{82B4DCF0-C5B7-496F-9B17-20C56E90F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0" y="1659"/>
                <a:ext cx="8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05" name="Freeform 2900">
                <a:extLst>
                  <a:ext uri="{FF2B5EF4-FFF2-40B4-BE49-F238E27FC236}">
                    <a16:creationId xmlns:a16="http://schemas.microsoft.com/office/drawing/2014/main" id="{716F60E1-2AED-43CD-90D7-58DA18405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65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6" name="Oval 2901">
                <a:extLst>
                  <a:ext uri="{FF2B5EF4-FFF2-40B4-BE49-F238E27FC236}">
                    <a16:creationId xmlns:a16="http://schemas.microsoft.com/office/drawing/2014/main" id="{696D9D5F-8C99-4593-AB16-FEBA14055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1672"/>
                <a:ext cx="5" cy="6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07" name="Freeform 2902">
                <a:extLst>
                  <a:ext uri="{FF2B5EF4-FFF2-40B4-BE49-F238E27FC236}">
                    <a16:creationId xmlns:a16="http://schemas.microsoft.com/office/drawing/2014/main" id="{F3F3F9D2-2DF5-4B4A-91CE-B45DBE536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67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8" name="Oval 2903">
                <a:extLst>
                  <a:ext uri="{FF2B5EF4-FFF2-40B4-BE49-F238E27FC236}">
                    <a16:creationId xmlns:a16="http://schemas.microsoft.com/office/drawing/2014/main" id="{0A4123EA-1ACF-4BA6-BE2F-60485C833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1662"/>
                <a:ext cx="5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09" name="Freeform 2904">
                <a:extLst>
                  <a:ext uri="{FF2B5EF4-FFF2-40B4-BE49-F238E27FC236}">
                    <a16:creationId xmlns:a16="http://schemas.microsoft.com/office/drawing/2014/main" id="{F68078DA-E09F-4B37-80E2-4E1B20801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66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0" name="Oval 2905">
                <a:extLst>
                  <a:ext uri="{FF2B5EF4-FFF2-40B4-BE49-F238E27FC236}">
                    <a16:creationId xmlns:a16="http://schemas.microsoft.com/office/drawing/2014/main" id="{E96F26D1-7AEF-4E80-880E-50FA4AF7E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1712"/>
                <a:ext cx="5" cy="6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1" name="Freeform 2906">
                <a:extLst>
                  <a:ext uri="{FF2B5EF4-FFF2-40B4-BE49-F238E27FC236}">
                    <a16:creationId xmlns:a16="http://schemas.microsoft.com/office/drawing/2014/main" id="{154AD795-22D2-4FAA-8AFD-37EE3B338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71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2" name="Oval 2907">
                <a:extLst>
                  <a:ext uri="{FF2B5EF4-FFF2-40B4-BE49-F238E27FC236}">
                    <a16:creationId xmlns:a16="http://schemas.microsoft.com/office/drawing/2014/main" id="{186FFDEB-2581-4ED6-ADBD-CF5267313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1672"/>
                <a:ext cx="2" cy="3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3" name="Freeform 2908">
                <a:extLst>
                  <a:ext uri="{FF2B5EF4-FFF2-40B4-BE49-F238E27FC236}">
                    <a16:creationId xmlns:a16="http://schemas.microsoft.com/office/drawing/2014/main" id="{D5B6C460-F4DF-4550-850D-5E512902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672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4" name="Oval 2909">
                <a:extLst>
                  <a:ext uri="{FF2B5EF4-FFF2-40B4-BE49-F238E27FC236}">
                    <a16:creationId xmlns:a16="http://schemas.microsoft.com/office/drawing/2014/main" id="{9B504A75-E974-4193-A47C-93CA987F9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1675"/>
                <a:ext cx="2" cy="3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5" name="Freeform 2910">
                <a:extLst>
                  <a:ext uri="{FF2B5EF4-FFF2-40B4-BE49-F238E27FC236}">
                    <a16:creationId xmlns:a16="http://schemas.microsoft.com/office/drawing/2014/main" id="{3F408967-A029-40E6-864E-9428E533E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6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6" name="Oval 2911">
                <a:extLst>
                  <a:ext uri="{FF2B5EF4-FFF2-40B4-BE49-F238E27FC236}">
                    <a16:creationId xmlns:a16="http://schemas.microsoft.com/office/drawing/2014/main" id="{073F0DB9-8ADE-4E1F-A2DB-ECDC9F427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1659"/>
                <a:ext cx="3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7" name="Freeform 2912">
                <a:extLst>
                  <a:ext uri="{FF2B5EF4-FFF2-40B4-BE49-F238E27FC236}">
                    <a16:creationId xmlns:a16="http://schemas.microsoft.com/office/drawing/2014/main" id="{5B890360-4325-44CF-80C3-7D44FD7D9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662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0 w 2"/>
                  <a:gd name="T5" fmla="*/ 8 h 1"/>
                  <a:gd name="T6" fmla="*/ 0 w 2"/>
                  <a:gd name="T7" fmla="*/ 8 h 1"/>
                  <a:gd name="T8" fmla="*/ 20 w 2"/>
                  <a:gd name="T9" fmla="*/ 8 h 1"/>
                  <a:gd name="T10" fmla="*/ 33 w 2"/>
                  <a:gd name="T11" fmla="*/ 0 h 1"/>
                  <a:gd name="T12" fmla="*/ 2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8" name="Oval 2913">
                <a:extLst>
                  <a:ext uri="{FF2B5EF4-FFF2-40B4-BE49-F238E27FC236}">
                    <a16:creationId xmlns:a16="http://schemas.microsoft.com/office/drawing/2014/main" id="{7EBF815E-F09B-48F9-819F-E41E0E52A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678"/>
                <a:ext cx="5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9" name="Freeform 2914">
                <a:extLst>
                  <a:ext uri="{FF2B5EF4-FFF2-40B4-BE49-F238E27FC236}">
                    <a16:creationId xmlns:a16="http://schemas.microsoft.com/office/drawing/2014/main" id="{C5B1DABD-D78B-4D9D-AB0F-447F9B409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67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21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0" name="Oval 2915">
                <a:extLst>
                  <a:ext uri="{FF2B5EF4-FFF2-40B4-BE49-F238E27FC236}">
                    <a16:creationId xmlns:a16="http://schemas.microsoft.com/office/drawing/2014/main" id="{0F8CD102-833D-42A5-A496-49B3ECB2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734"/>
                <a:ext cx="5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21" name="Freeform 2916">
                <a:extLst>
                  <a:ext uri="{FF2B5EF4-FFF2-40B4-BE49-F238E27FC236}">
                    <a16:creationId xmlns:a16="http://schemas.microsoft.com/office/drawing/2014/main" id="{DC63AC64-9E87-48F4-8F44-6E59EEBF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73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2" name="Oval 2917">
                <a:extLst>
                  <a:ext uri="{FF2B5EF4-FFF2-40B4-BE49-F238E27FC236}">
                    <a16:creationId xmlns:a16="http://schemas.microsoft.com/office/drawing/2014/main" id="{21315B4A-214A-4294-8F9A-8DB95D7FB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1662"/>
                <a:ext cx="5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23" name="Freeform 2918">
                <a:extLst>
                  <a:ext uri="{FF2B5EF4-FFF2-40B4-BE49-F238E27FC236}">
                    <a16:creationId xmlns:a16="http://schemas.microsoft.com/office/drawing/2014/main" id="{CD581128-1462-4F49-A7F8-58DA2D845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66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0 w 3"/>
                  <a:gd name="T5" fmla="*/ 56 h 3"/>
                  <a:gd name="T6" fmla="*/ 0 w 3"/>
                  <a:gd name="T7" fmla="*/ 56 h 3"/>
                  <a:gd name="T8" fmla="*/ 12 w 3"/>
                  <a:gd name="T9" fmla="*/ 56 h 3"/>
                  <a:gd name="T10" fmla="*/ 37 w 3"/>
                  <a:gd name="T11" fmla="*/ 35 h 3"/>
                  <a:gd name="T12" fmla="*/ 12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4" name="Oval 2919">
                <a:extLst>
                  <a:ext uri="{FF2B5EF4-FFF2-40B4-BE49-F238E27FC236}">
                    <a16:creationId xmlns:a16="http://schemas.microsoft.com/office/drawing/2014/main" id="{17AE25CD-4F14-4958-B75B-090494DDF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1667"/>
                <a:ext cx="7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25" name="Freeform 2920">
                <a:extLst>
                  <a:ext uri="{FF2B5EF4-FFF2-40B4-BE49-F238E27FC236}">
                    <a16:creationId xmlns:a16="http://schemas.microsoft.com/office/drawing/2014/main" id="{0420DB4F-6358-4270-8DCD-3ECC06AD5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66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6" name="Oval 2921">
                <a:extLst>
                  <a:ext uri="{FF2B5EF4-FFF2-40B4-BE49-F238E27FC236}">
                    <a16:creationId xmlns:a16="http://schemas.microsoft.com/office/drawing/2014/main" id="{F345A1B6-A64D-4DD2-8CE5-31255D65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1643"/>
                <a:ext cx="7" cy="5"/>
              </a:xfrm>
              <a:prstGeom prst="ellipse">
                <a:avLst/>
              </a:prstGeom>
              <a:solidFill>
                <a:srgbClr val="C365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27" name="Freeform 2922">
                <a:extLst>
                  <a:ext uri="{FF2B5EF4-FFF2-40B4-BE49-F238E27FC236}">
                    <a16:creationId xmlns:a16="http://schemas.microsoft.com/office/drawing/2014/main" id="{1B6E2271-750E-4DB0-84E8-6D19AC512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64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4A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8" name="Oval 2923">
                <a:extLst>
                  <a:ext uri="{FF2B5EF4-FFF2-40B4-BE49-F238E27FC236}">
                    <a16:creationId xmlns:a16="http://schemas.microsoft.com/office/drawing/2014/main" id="{13408EB7-1479-4534-AD7C-D7F57745C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491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29" name="Freeform 2924">
                <a:extLst>
                  <a:ext uri="{FF2B5EF4-FFF2-40B4-BE49-F238E27FC236}">
                    <a16:creationId xmlns:a16="http://schemas.microsoft.com/office/drawing/2014/main" id="{860FBC81-10CE-40B7-BFA0-71DD2BC1B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49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0" name="Oval 2925">
                <a:extLst>
                  <a:ext uri="{FF2B5EF4-FFF2-40B4-BE49-F238E27FC236}">
                    <a16:creationId xmlns:a16="http://schemas.microsoft.com/office/drawing/2014/main" id="{4BECD737-5805-4A1E-8280-15B38473B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0" y="1478"/>
                <a:ext cx="5" cy="8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31" name="Freeform 2926">
                <a:extLst>
                  <a:ext uri="{FF2B5EF4-FFF2-40B4-BE49-F238E27FC236}">
                    <a16:creationId xmlns:a16="http://schemas.microsoft.com/office/drawing/2014/main" id="{DF5A76C3-5333-4540-8DE9-5E0C65F25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80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0 h 2"/>
                  <a:gd name="T4" fmla="*/ 21 w 3"/>
                  <a:gd name="T5" fmla="*/ 54 h 2"/>
                  <a:gd name="T6" fmla="*/ 0 w 3"/>
                  <a:gd name="T7" fmla="*/ 54 h 2"/>
                  <a:gd name="T8" fmla="*/ 21 w 3"/>
                  <a:gd name="T9" fmla="*/ 54 h 2"/>
                  <a:gd name="T10" fmla="*/ 56 w 3"/>
                  <a:gd name="T11" fmla="*/ 27 h 2"/>
                  <a:gd name="T12" fmla="*/ 35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2" name="Oval 2927">
                <a:extLst>
                  <a:ext uri="{FF2B5EF4-FFF2-40B4-BE49-F238E27FC236}">
                    <a16:creationId xmlns:a16="http://schemas.microsoft.com/office/drawing/2014/main" id="{5ACA3331-5932-4EFF-A512-3B32A1022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1440"/>
                <a:ext cx="5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33" name="Freeform 2928">
                <a:extLst>
                  <a:ext uri="{FF2B5EF4-FFF2-40B4-BE49-F238E27FC236}">
                    <a16:creationId xmlns:a16="http://schemas.microsoft.com/office/drawing/2014/main" id="{DF3F2BCF-E8A0-456E-8200-1B6C17935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44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4" name="Oval 2929">
                <a:extLst>
                  <a:ext uri="{FF2B5EF4-FFF2-40B4-BE49-F238E27FC236}">
                    <a16:creationId xmlns:a16="http://schemas.microsoft.com/office/drawing/2014/main" id="{A98D0502-3CAE-45E8-9476-1B0FF3EB5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5" y="1534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35" name="Freeform 2930">
                <a:extLst>
                  <a:ext uri="{FF2B5EF4-FFF2-40B4-BE49-F238E27FC236}">
                    <a16:creationId xmlns:a16="http://schemas.microsoft.com/office/drawing/2014/main" id="{0EC75043-9011-4AAF-B3C2-B58EDE870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53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35 h 3"/>
                  <a:gd name="T8" fmla="*/ 21 w 3"/>
                  <a:gd name="T9" fmla="*/ 56 h 3"/>
                  <a:gd name="T10" fmla="*/ 56 w 3"/>
                  <a:gd name="T11" fmla="*/ 21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6" name="Oval 2931">
                <a:extLst>
                  <a:ext uri="{FF2B5EF4-FFF2-40B4-BE49-F238E27FC236}">
                    <a16:creationId xmlns:a16="http://schemas.microsoft.com/office/drawing/2014/main" id="{B6F7D23F-5177-4FA4-B22F-A62B286A7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8" y="1563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37" name="Freeform 2932">
                <a:extLst>
                  <a:ext uri="{FF2B5EF4-FFF2-40B4-BE49-F238E27FC236}">
                    <a16:creationId xmlns:a16="http://schemas.microsoft.com/office/drawing/2014/main" id="{75558A56-9547-4F3E-A737-A2418587D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56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56 h 3"/>
                  <a:gd name="T6" fmla="*/ 0 w 2"/>
                  <a:gd name="T7" fmla="*/ 56 h 3"/>
                  <a:gd name="T8" fmla="*/ 20 w 2"/>
                  <a:gd name="T9" fmla="*/ 56 h 3"/>
                  <a:gd name="T10" fmla="*/ 33 w 2"/>
                  <a:gd name="T11" fmla="*/ 35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8" name="Oval 2933">
                <a:extLst>
                  <a:ext uri="{FF2B5EF4-FFF2-40B4-BE49-F238E27FC236}">
                    <a16:creationId xmlns:a16="http://schemas.microsoft.com/office/drawing/2014/main" id="{962DEB2B-590B-4FCD-8CE3-C058E0ED3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0" y="1547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39" name="Freeform 2934">
                <a:extLst>
                  <a:ext uri="{FF2B5EF4-FFF2-40B4-BE49-F238E27FC236}">
                    <a16:creationId xmlns:a16="http://schemas.microsoft.com/office/drawing/2014/main" id="{E6933B9B-75E9-4846-ADEE-0C3342AE3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55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0" name="Oval 2935">
                <a:extLst>
                  <a:ext uri="{FF2B5EF4-FFF2-40B4-BE49-F238E27FC236}">
                    <a16:creationId xmlns:a16="http://schemas.microsoft.com/office/drawing/2014/main" id="{4B233420-919A-41D1-ABBC-3ACF941B0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1547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41" name="Freeform 2936">
                <a:extLst>
                  <a:ext uri="{FF2B5EF4-FFF2-40B4-BE49-F238E27FC236}">
                    <a16:creationId xmlns:a16="http://schemas.microsoft.com/office/drawing/2014/main" id="{147853C8-859B-4143-825E-8226D8E53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54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2" name="Oval 2937">
                <a:extLst>
                  <a:ext uri="{FF2B5EF4-FFF2-40B4-BE49-F238E27FC236}">
                    <a16:creationId xmlns:a16="http://schemas.microsoft.com/office/drawing/2014/main" id="{E2E48766-4A50-4A8E-93FB-B74A98508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534"/>
                <a:ext cx="3" cy="2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43" name="Freeform 2938">
                <a:extLst>
                  <a:ext uri="{FF2B5EF4-FFF2-40B4-BE49-F238E27FC236}">
                    <a16:creationId xmlns:a16="http://schemas.microsoft.com/office/drawing/2014/main" id="{4BF1B0C9-1C56-4E40-9F26-4FD6799E5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53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4" name="Oval 2939">
                <a:extLst>
                  <a:ext uri="{FF2B5EF4-FFF2-40B4-BE49-F238E27FC236}">
                    <a16:creationId xmlns:a16="http://schemas.microsoft.com/office/drawing/2014/main" id="{A46A1B44-9D06-4ABC-8F85-40C41F648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0" y="1536"/>
                <a:ext cx="3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45" name="Freeform 2940">
                <a:extLst>
                  <a:ext uri="{FF2B5EF4-FFF2-40B4-BE49-F238E27FC236}">
                    <a16:creationId xmlns:a16="http://schemas.microsoft.com/office/drawing/2014/main" id="{ED8125F0-D564-44B8-A676-4B8030A34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536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6" name="Oval 2941">
                <a:extLst>
                  <a:ext uri="{FF2B5EF4-FFF2-40B4-BE49-F238E27FC236}">
                    <a16:creationId xmlns:a16="http://schemas.microsoft.com/office/drawing/2014/main" id="{F4F0F1E1-E8DD-492C-AE12-C725BECF4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8" y="1523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47" name="Freeform 2942">
                <a:extLst>
                  <a:ext uri="{FF2B5EF4-FFF2-40B4-BE49-F238E27FC236}">
                    <a16:creationId xmlns:a16="http://schemas.microsoft.com/office/drawing/2014/main" id="{8ADC9F6E-D537-4DCC-BAEE-8E60CFE5C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5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8" name="Oval 2943">
                <a:extLst>
                  <a:ext uri="{FF2B5EF4-FFF2-40B4-BE49-F238E27FC236}">
                    <a16:creationId xmlns:a16="http://schemas.microsoft.com/office/drawing/2014/main" id="{BBBFEE1D-02E3-41DC-97B4-C4F793AB4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3" y="1518"/>
                <a:ext cx="2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49" name="Freeform 2944">
                <a:extLst>
                  <a:ext uri="{FF2B5EF4-FFF2-40B4-BE49-F238E27FC236}">
                    <a16:creationId xmlns:a16="http://schemas.microsoft.com/office/drawing/2014/main" id="{6A6CE174-15CD-4586-A073-5A5A20E29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51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0" name="Oval 2945">
                <a:extLst>
                  <a:ext uri="{FF2B5EF4-FFF2-40B4-BE49-F238E27FC236}">
                    <a16:creationId xmlns:a16="http://schemas.microsoft.com/office/drawing/2014/main" id="{47EF53BA-339C-44AA-B79D-6E6FFFFE7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3" y="1598"/>
                <a:ext cx="2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51" name="Freeform 2946">
                <a:extLst>
                  <a:ext uri="{FF2B5EF4-FFF2-40B4-BE49-F238E27FC236}">
                    <a16:creationId xmlns:a16="http://schemas.microsoft.com/office/drawing/2014/main" id="{0A7D8D3A-090C-4425-904F-4322E8950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59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2" name="Oval 2947">
                <a:extLst>
                  <a:ext uri="{FF2B5EF4-FFF2-40B4-BE49-F238E27FC236}">
                    <a16:creationId xmlns:a16="http://schemas.microsoft.com/office/drawing/2014/main" id="{D326C489-984C-4042-989B-75808EC13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1624"/>
                <a:ext cx="5" cy="3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53" name="Freeform 2948">
                <a:extLst>
                  <a:ext uri="{FF2B5EF4-FFF2-40B4-BE49-F238E27FC236}">
                    <a16:creationId xmlns:a16="http://schemas.microsoft.com/office/drawing/2014/main" id="{35B3B95E-A26D-4078-BC5C-643FDDAE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624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27 h 2"/>
                  <a:gd name="T6" fmla="*/ 0 w 1"/>
                  <a:gd name="T7" fmla="*/ 27 h 2"/>
                  <a:gd name="T8" fmla="*/ 0 w 1"/>
                  <a:gd name="T9" fmla="*/ 54 h 2"/>
                  <a:gd name="T10" fmla="*/ 8 w 1"/>
                  <a:gd name="T11" fmla="*/ 27 h 2"/>
                  <a:gd name="T12" fmla="*/ 8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4" name="Oval 2949">
                <a:extLst>
                  <a:ext uri="{FF2B5EF4-FFF2-40B4-BE49-F238E27FC236}">
                    <a16:creationId xmlns:a16="http://schemas.microsoft.com/office/drawing/2014/main" id="{EBC8E067-05F3-4964-AA10-F2D9179F2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1646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55" name="Freeform 2950">
                <a:extLst>
                  <a:ext uri="{FF2B5EF4-FFF2-40B4-BE49-F238E27FC236}">
                    <a16:creationId xmlns:a16="http://schemas.microsoft.com/office/drawing/2014/main" id="{AFF2FDC9-C8F9-4C58-B6CD-F1132337E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64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2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6" name="Oval 2951">
                <a:extLst>
                  <a:ext uri="{FF2B5EF4-FFF2-40B4-BE49-F238E27FC236}">
                    <a16:creationId xmlns:a16="http://schemas.microsoft.com/office/drawing/2014/main" id="{50576FD2-3176-49EE-A6BC-802FE67B3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1539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57" name="Freeform 2952">
                <a:extLst>
                  <a:ext uri="{FF2B5EF4-FFF2-40B4-BE49-F238E27FC236}">
                    <a16:creationId xmlns:a16="http://schemas.microsoft.com/office/drawing/2014/main" id="{5D0CF4A6-07A3-4DB9-BF2E-410C9C1A9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53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21 h 3"/>
                  <a:gd name="T4" fmla="*/ 12 w 3"/>
                  <a:gd name="T5" fmla="*/ 35 h 3"/>
                  <a:gd name="T6" fmla="*/ 0 w 3"/>
                  <a:gd name="T7" fmla="*/ 35 h 3"/>
                  <a:gd name="T8" fmla="*/ 12 w 3"/>
                  <a:gd name="T9" fmla="*/ 56 h 3"/>
                  <a:gd name="T10" fmla="*/ 37 w 3"/>
                  <a:gd name="T11" fmla="*/ 21 h 3"/>
                  <a:gd name="T12" fmla="*/ 28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8" name="Oval 2953">
                <a:extLst>
                  <a:ext uri="{FF2B5EF4-FFF2-40B4-BE49-F238E27FC236}">
                    <a16:creationId xmlns:a16="http://schemas.microsoft.com/office/drawing/2014/main" id="{A4C894F5-FFF6-4507-A35D-BDF1BB927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0" y="1571"/>
                <a:ext cx="5" cy="3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59" name="Freeform 2954">
                <a:extLst>
                  <a:ext uri="{FF2B5EF4-FFF2-40B4-BE49-F238E27FC236}">
                    <a16:creationId xmlns:a16="http://schemas.microsoft.com/office/drawing/2014/main" id="{E56C746D-34AF-4B6A-B0D7-44D80C3D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5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33 h 2"/>
                  <a:gd name="T8" fmla="*/ 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0" name="Oval 2955">
                <a:extLst>
                  <a:ext uri="{FF2B5EF4-FFF2-40B4-BE49-F238E27FC236}">
                    <a16:creationId xmlns:a16="http://schemas.microsoft.com/office/drawing/2014/main" id="{180580FC-CCC0-4EB6-82C4-0D365FC05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0" y="1555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61" name="Freeform 2956">
                <a:extLst>
                  <a:ext uri="{FF2B5EF4-FFF2-40B4-BE49-F238E27FC236}">
                    <a16:creationId xmlns:a16="http://schemas.microsoft.com/office/drawing/2014/main" id="{E3A2483C-B168-4E1C-A55F-1387A8498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55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33 h 2"/>
                  <a:gd name="T10" fmla="*/ 33 w 2"/>
                  <a:gd name="T11" fmla="*/ 20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2" name="Oval 2957">
                <a:extLst>
                  <a:ext uri="{FF2B5EF4-FFF2-40B4-BE49-F238E27FC236}">
                    <a16:creationId xmlns:a16="http://schemas.microsoft.com/office/drawing/2014/main" id="{63B51592-6F13-4C80-BF4D-903D7424A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0" y="1504"/>
                <a:ext cx="3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63" name="Freeform 2958">
                <a:extLst>
                  <a:ext uri="{FF2B5EF4-FFF2-40B4-BE49-F238E27FC236}">
                    <a16:creationId xmlns:a16="http://schemas.microsoft.com/office/drawing/2014/main" id="{375921AA-8FBD-497F-ABD8-AED570C7F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504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54 h 2"/>
                  <a:gd name="T6" fmla="*/ 0 w 2"/>
                  <a:gd name="T7" fmla="*/ 54 h 2"/>
                  <a:gd name="T8" fmla="*/ 20 w 2"/>
                  <a:gd name="T9" fmla="*/ 54 h 2"/>
                  <a:gd name="T10" fmla="*/ 33 w 2"/>
                  <a:gd name="T11" fmla="*/ 27 h 2"/>
                  <a:gd name="T12" fmla="*/ 2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4" name="Oval 2959">
                <a:extLst>
                  <a:ext uri="{FF2B5EF4-FFF2-40B4-BE49-F238E27FC236}">
                    <a16:creationId xmlns:a16="http://schemas.microsoft.com/office/drawing/2014/main" id="{3F719FE1-4C5A-4028-8528-A75C6266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587"/>
                <a:ext cx="5" cy="5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65" name="Freeform 2960">
                <a:extLst>
                  <a:ext uri="{FF2B5EF4-FFF2-40B4-BE49-F238E27FC236}">
                    <a16:creationId xmlns:a16="http://schemas.microsoft.com/office/drawing/2014/main" id="{EAA6B384-177E-47EC-B892-C5E85D361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58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56 h 3"/>
                  <a:gd name="T8" fmla="*/ 35 w 3"/>
                  <a:gd name="T9" fmla="*/ 56 h 3"/>
                  <a:gd name="T10" fmla="*/ 56 w 3"/>
                  <a:gd name="T11" fmla="*/ 35 h 3"/>
                  <a:gd name="T12" fmla="*/ 35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6" name="Oval 2961">
                <a:extLst>
                  <a:ext uri="{FF2B5EF4-FFF2-40B4-BE49-F238E27FC236}">
                    <a16:creationId xmlns:a16="http://schemas.microsoft.com/office/drawing/2014/main" id="{7EBF8BE6-9709-4D82-8F33-69E1C67BB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584"/>
                <a:ext cx="5" cy="6"/>
              </a:xfrm>
              <a:prstGeom prst="ellipse">
                <a:avLst/>
              </a:prstGeom>
              <a:solidFill>
                <a:srgbClr val="DB7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67" name="Freeform 2962">
                <a:extLst>
                  <a:ext uri="{FF2B5EF4-FFF2-40B4-BE49-F238E27FC236}">
                    <a16:creationId xmlns:a16="http://schemas.microsoft.com/office/drawing/2014/main" id="{5C4D06FD-9B95-4CED-8C25-9DB286049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58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20 w 2"/>
                  <a:gd name="T9" fmla="*/ 56 h 3"/>
                  <a:gd name="T10" fmla="*/ 33 w 2"/>
                  <a:gd name="T11" fmla="*/ 21 h 3"/>
                  <a:gd name="T12" fmla="*/ 2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BD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300" name="Oval 2963">
              <a:extLst>
                <a:ext uri="{FF2B5EF4-FFF2-40B4-BE49-F238E27FC236}">
                  <a16:creationId xmlns:a16="http://schemas.microsoft.com/office/drawing/2014/main" id="{BCE9C616-F73D-4B54-A7DB-DD3422EA8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1531"/>
              <a:ext cx="8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1" name="Freeform 2964">
              <a:extLst>
                <a:ext uri="{FF2B5EF4-FFF2-40B4-BE49-F238E27FC236}">
                  <a16:creationId xmlns:a16="http://schemas.microsoft.com/office/drawing/2014/main" id="{33ED3E54-876B-4BD4-9785-D12328639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53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Oval 2965">
              <a:extLst>
                <a:ext uri="{FF2B5EF4-FFF2-40B4-BE49-F238E27FC236}">
                  <a16:creationId xmlns:a16="http://schemas.microsoft.com/office/drawing/2014/main" id="{9719A7D5-C76F-412B-81D8-40508D87A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1571"/>
              <a:ext cx="8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3" name="Freeform 2966">
              <a:extLst>
                <a:ext uri="{FF2B5EF4-FFF2-40B4-BE49-F238E27FC236}">
                  <a16:creationId xmlns:a16="http://schemas.microsoft.com/office/drawing/2014/main" id="{9FA73AD7-2573-4B73-9A2A-A259AB5C9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57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0 w 3"/>
                <a:gd name="T5" fmla="*/ 56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35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Oval 2967">
              <a:extLst>
                <a:ext uri="{FF2B5EF4-FFF2-40B4-BE49-F238E27FC236}">
                  <a16:creationId xmlns:a16="http://schemas.microsoft.com/office/drawing/2014/main" id="{2DAB2C5C-297E-404C-B554-949364BB0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1592"/>
              <a:ext cx="5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5" name="Freeform 2968">
              <a:extLst>
                <a:ext uri="{FF2B5EF4-FFF2-40B4-BE49-F238E27FC236}">
                  <a16:creationId xmlns:a16="http://schemas.microsoft.com/office/drawing/2014/main" id="{F00CBF9B-64DA-4C2D-A2A8-5EFD3CBF0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595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Oval 2969">
              <a:extLst>
                <a:ext uri="{FF2B5EF4-FFF2-40B4-BE49-F238E27FC236}">
                  <a16:creationId xmlns:a16="http://schemas.microsoft.com/office/drawing/2014/main" id="{5FCF9A9C-79CD-4F34-A82B-1734FF308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8" y="1579"/>
              <a:ext cx="5" cy="3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7" name="Freeform 2970">
              <a:extLst>
                <a:ext uri="{FF2B5EF4-FFF2-40B4-BE49-F238E27FC236}">
                  <a16:creationId xmlns:a16="http://schemas.microsoft.com/office/drawing/2014/main" id="{E71EE974-08EC-479B-96AA-CD550CDA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579"/>
              <a:ext cx="7" cy="5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20 h 2"/>
                <a:gd name="T4" fmla="*/ 12 w 3"/>
                <a:gd name="T5" fmla="*/ 33 h 2"/>
                <a:gd name="T6" fmla="*/ 0 w 3"/>
                <a:gd name="T7" fmla="*/ 33 h 2"/>
                <a:gd name="T8" fmla="*/ 12 w 3"/>
                <a:gd name="T9" fmla="*/ 33 h 2"/>
                <a:gd name="T10" fmla="*/ 37 w 3"/>
                <a:gd name="T11" fmla="*/ 20 h 2"/>
                <a:gd name="T12" fmla="*/ 28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Oval 2971">
              <a:extLst>
                <a:ext uri="{FF2B5EF4-FFF2-40B4-BE49-F238E27FC236}">
                  <a16:creationId xmlns:a16="http://schemas.microsoft.com/office/drawing/2014/main" id="{AA7A2B68-2E4D-4A63-BFF2-356216385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576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9" name="Freeform 2972">
              <a:extLst>
                <a:ext uri="{FF2B5EF4-FFF2-40B4-BE49-F238E27FC236}">
                  <a16:creationId xmlns:a16="http://schemas.microsoft.com/office/drawing/2014/main" id="{78F4C14E-7A8C-40A9-B8EB-BC32F9759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576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56 h 3"/>
                <a:gd name="T6" fmla="*/ 0 w 2"/>
                <a:gd name="T7" fmla="*/ 56 h 3"/>
                <a:gd name="T8" fmla="*/ 20 w 2"/>
                <a:gd name="T9" fmla="*/ 56 h 3"/>
                <a:gd name="T10" fmla="*/ 33 w 2"/>
                <a:gd name="T11" fmla="*/ 35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Oval 2973">
              <a:extLst>
                <a:ext uri="{FF2B5EF4-FFF2-40B4-BE49-F238E27FC236}">
                  <a16:creationId xmlns:a16="http://schemas.microsoft.com/office/drawing/2014/main" id="{9D689B4A-8FCB-46DE-9371-DBC781347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8" y="1600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1" name="Freeform 2974">
              <a:extLst>
                <a:ext uri="{FF2B5EF4-FFF2-40B4-BE49-F238E27FC236}">
                  <a16:creationId xmlns:a16="http://schemas.microsoft.com/office/drawing/2014/main" id="{34171D2B-9A54-4128-A77D-C217F2754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600"/>
              <a:ext cx="3" cy="6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27 h 2"/>
                <a:gd name="T4" fmla="*/ 0 w 1"/>
                <a:gd name="T5" fmla="*/ 54 h 2"/>
                <a:gd name="T6" fmla="*/ 0 w 1"/>
                <a:gd name="T7" fmla="*/ 54 h 2"/>
                <a:gd name="T8" fmla="*/ 0 w 1"/>
                <a:gd name="T9" fmla="*/ 54 h 2"/>
                <a:gd name="T10" fmla="*/ 27 w 1"/>
                <a:gd name="T11" fmla="*/ 27 h 2"/>
                <a:gd name="T12" fmla="*/ 27 w 1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Oval 2975">
              <a:extLst>
                <a:ext uri="{FF2B5EF4-FFF2-40B4-BE49-F238E27FC236}">
                  <a16:creationId xmlns:a16="http://schemas.microsoft.com/office/drawing/2014/main" id="{7E291834-DFFE-4BEB-B033-974592616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1619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3" name="Freeform 2976">
              <a:extLst>
                <a:ext uri="{FF2B5EF4-FFF2-40B4-BE49-F238E27FC236}">
                  <a16:creationId xmlns:a16="http://schemas.microsoft.com/office/drawing/2014/main" id="{FB5859B1-4C2B-4CF8-AA41-5DE66C15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619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4" name="Oval 2977">
              <a:extLst>
                <a:ext uri="{FF2B5EF4-FFF2-40B4-BE49-F238E27FC236}">
                  <a16:creationId xmlns:a16="http://schemas.microsoft.com/office/drawing/2014/main" id="{65C86320-A90E-43E9-A1F8-C770816C1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1614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5" name="Freeform 2978">
              <a:extLst>
                <a:ext uri="{FF2B5EF4-FFF2-40B4-BE49-F238E27FC236}">
                  <a16:creationId xmlns:a16="http://schemas.microsoft.com/office/drawing/2014/main" id="{B5C7C485-5120-43F2-BF12-6273B56B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614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21 h 3"/>
                <a:gd name="T4" fmla="*/ 0 w 2"/>
                <a:gd name="T5" fmla="*/ 56 h 3"/>
                <a:gd name="T6" fmla="*/ 0 w 2"/>
                <a:gd name="T7" fmla="*/ 56 h 3"/>
                <a:gd name="T8" fmla="*/ 20 w 2"/>
                <a:gd name="T9" fmla="*/ 56 h 3"/>
                <a:gd name="T10" fmla="*/ 33 w 2"/>
                <a:gd name="T11" fmla="*/ 35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6" name="Oval 2979">
              <a:extLst>
                <a:ext uri="{FF2B5EF4-FFF2-40B4-BE49-F238E27FC236}">
                  <a16:creationId xmlns:a16="http://schemas.microsoft.com/office/drawing/2014/main" id="{DC60190C-776A-4450-8FDA-20CE5FFC5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1600"/>
              <a:ext cx="7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7" name="Freeform 2980">
              <a:extLst>
                <a:ext uri="{FF2B5EF4-FFF2-40B4-BE49-F238E27FC236}">
                  <a16:creationId xmlns:a16="http://schemas.microsoft.com/office/drawing/2014/main" id="{ADE9C18B-63C2-4BE5-A855-CF8FECA24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603"/>
              <a:ext cx="8" cy="5"/>
            </a:xfrm>
            <a:custGeom>
              <a:avLst/>
              <a:gdLst>
                <a:gd name="T0" fmla="*/ 35 w 3"/>
                <a:gd name="T1" fmla="*/ 0 h 2"/>
                <a:gd name="T2" fmla="*/ 35 w 3"/>
                <a:gd name="T3" fmla="*/ 0 h 2"/>
                <a:gd name="T4" fmla="*/ 0 w 3"/>
                <a:gd name="T5" fmla="*/ 33 h 2"/>
                <a:gd name="T6" fmla="*/ 0 w 3"/>
                <a:gd name="T7" fmla="*/ 33 h 2"/>
                <a:gd name="T8" fmla="*/ 21 w 3"/>
                <a:gd name="T9" fmla="*/ 33 h 2"/>
                <a:gd name="T10" fmla="*/ 56 w 3"/>
                <a:gd name="T11" fmla="*/ 20 h 2"/>
                <a:gd name="T12" fmla="*/ 35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Oval 2981">
              <a:extLst>
                <a:ext uri="{FF2B5EF4-FFF2-40B4-BE49-F238E27FC236}">
                  <a16:creationId xmlns:a16="http://schemas.microsoft.com/office/drawing/2014/main" id="{38631119-068F-49FA-ACAD-88CB94AA0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8" y="1566"/>
              <a:ext cx="7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19" name="Freeform 2982">
              <a:extLst>
                <a:ext uri="{FF2B5EF4-FFF2-40B4-BE49-F238E27FC236}">
                  <a16:creationId xmlns:a16="http://schemas.microsoft.com/office/drawing/2014/main" id="{640DB8C3-589A-4858-95A2-F8BC2D4E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56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Oval 2983">
              <a:extLst>
                <a:ext uri="{FF2B5EF4-FFF2-40B4-BE49-F238E27FC236}">
                  <a16:creationId xmlns:a16="http://schemas.microsoft.com/office/drawing/2014/main" id="{3398C570-E70B-469A-BB59-8AA50F74E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8" y="1616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1" name="Freeform 2984">
              <a:extLst>
                <a:ext uri="{FF2B5EF4-FFF2-40B4-BE49-F238E27FC236}">
                  <a16:creationId xmlns:a16="http://schemas.microsoft.com/office/drawing/2014/main" id="{A1795CD5-93DB-428B-B985-D8A9D3E0F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616"/>
              <a:ext cx="8" cy="8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21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2" name="Oval 2985">
              <a:extLst>
                <a:ext uri="{FF2B5EF4-FFF2-40B4-BE49-F238E27FC236}">
                  <a16:creationId xmlns:a16="http://schemas.microsoft.com/office/drawing/2014/main" id="{3D7E91AC-15D8-41B1-B1FE-B6DFB87DE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1600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3" name="Freeform 2986">
              <a:extLst>
                <a:ext uri="{FF2B5EF4-FFF2-40B4-BE49-F238E27FC236}">
                  <a16:creationId xmlns:a16="http://schemas.microsoft.com/office/drawing/2014/main" id="{BA71D9D8-BCE5-411A-93C5-6AA7B3701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00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7 h 2"/>
                <a:gd name="T4" fmla="*/ 0 w 2"/>
                <a:gd name="T5" fmla="*/ 54 h 2"/>
                <a:gd name="T6" fmla="*/ 0 w 2"/>
                <a:gd name="T7" fmla="*/ 54 h 2"/>
                <a:gd name="T8" fmla="*/ 20 w 2"/>
                <a:gd name="T9" fmla="*/ 54 h 2"/>
                <a:gd name="T10" fmla="*/ 33 w 2"/>
                <a:gd name="T11" fmla="*/ 27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Oval 2987">
              <a:extLst>
                <a:ext uri="{FF2B5EF4-FFF2-40B4-BE49-F238E27FC236}">
                  <a16:creationId xmlns:a16="http://schemas.microsoft.com/office/drawing/2014/main" id="{423CB490-832B-41D7-89D8-D78590EC4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1598"/>
              <a:ext cx="8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5" name="Freeform 2988">
              <a:extLst>
                <a:ext uri="{FF2B5EF4-FFF2-40B4-BE49-F238E27FC236}">
                  <a16:creationId xmlns:a16="http://schemas.microsoft.com/office/drawing/2014/main" id="{EE40CD59-11D5-4D8E-B252-EC09B8D51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600"/>
              <a:ext cx="7" cy="6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0 h 2"/>
                <a:gd name="T4" fmla="*/ 0 w 3"/>
                <a:gd name="T5" fmla="*/ 54 h 2"/>
                <a:gd name="T6" fmla="*/ 0 w 3"/>
                <a:gd name="T7" fmla="*/ 54 h 2"/>
                <a:gd name="T8" fmla="*/ 12 w 3"/>
                <a:gd name="T9" fmla="*/ 54 h 2"/>
                <a:gd name="T10" fmla="*/ 37 w 3"/>
                <a:gd name="T11" fmla="*/ 27 h 2"/>
                <a:gd name="T12" fmla="*/ 28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Oval 2989">
              <a:extLst>
                <a:ext uri="{FF2B5EF4-FFF2-40B4-BE49-F238E27FC236}">
                  <a16:creationId xmlns:a16="http://schemas.microsoft.com/office/drawing/2014/main" id="{FC460857-F382-4089-B394-EA1B8B442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544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7" name="Freeform 2990">
              <a:extLst>
                <a:ext uri="{FF2B5EF4-FFF2-40B4-BE49-F238E27FC236}">
                  <a16:creationId xmlns:a16="http://schemas.microsoft.com/office/drawing/2014/main" id="{73AB2FCF-72BD-420E-928C-C3D48BE4E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544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56 h 3"/>
                <a:gd name="T6" fmla="*/ 0 w 3"/>
                <a:gd name="T7" fmla="*/ 56 h 3"/>
                <a:gd name="T8" fmla="*/ 35 w 3"/>
                <a:gd name="T9" fmla="*/ 56 h 3"/>
                <a:gd name="T10" fmla="*/ 56 w 3"/>
                <a:gd name="T11" fmla="*/ 35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Oval 2991">
              <a:extLst>
                <a:ext uri="{FF2B5EF4-FFF2-40B4-BE49-F238E27FC236}">
                  <a16:creationId xmlns:a16="http://schemas.microsoft.com/office/drawing/2014/main" id="{F6F0A815-F438-4220-B03F-764B1352C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1584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9" name="Freeform 2992">
              <a:extLst>
                <a:ext uri="{FF2B5EF4-FFF2-40B4-BE49-F238E27FC236}">
                  <a16:creationId xmlns:a16="http://schemas.microsoft.com/office/drawing/2014/main" id="{B244E3FB-599C-44C8-A8BD-F124012A4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584"/>
              <a:ext cx="2" cy="6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7 h 2"/>
                <a:gd name="T4" fmla="*/ 0 w 1"/>
                <a:gd name="T5" fmla="*/ 54 h 2"/>
                <a:gd name="T6" fmla="*/ 0 w 1"/>
                <a:gd name="T7" fmla="*/ 54 h 2"/>
                <a:gd name="T8" fmla="*/ 0 w 1"/>
                <a:gd name="T9" fmla="*/ 54 h 2"/>
                <a:gd name="T10" fmla="*/ 8 w 1"/>
                <a:gd name="T11" fmla="*/ 27 h 2"/>
                <a:gd name="T12" fmla="*/ 8 w 1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Oval 2993">
              <a:extLst>
                <a:ext uri="{FF2B5EF4-FFF2-40B4-BE49-F238E27FC236}">
                  <a16:creationId xmlns:a16="http://schemas.microsoft.com/office/drawing/2014/main" id="{34267E3B-188A-4FB0-942E-1F780F3E8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1579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1" name="Freeform 2994">
              <a:extLst>
                <a:ext uri="{FF2B5EF4-FFF2-40B4-BE49-F238E27FC236}">
                  <a16:creationId xmlns:a16="http://schemas.microsoft.com/office/drawing/2014/main" id="{410851FF-679C-4E2A-8134-8F3489125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579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56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35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Oval 2995">
              <a:extLst>
                <a:ext uri="{FF2B5EF4-FFF2-40B4-BE49-F238E27FC236}">
                  <a16:creationId xmlns:a16="http://schemas.microsoft.com/office/drawing/2014/main" id="{8B5ABA39-5E8D-458C-8976-7B2B4C16E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566"/>
              <a:ext cx="3" cy="2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3" name="Oval 2996">
              <a:extLst>
                <a:ext uri="{FF2B5EF4-FFF2-40B4-BE49-F238E27FC236}">
                  <a16:creationId xmlns:a16="http://schemas.microsoft.com/office/drawing/2014/main" id="{4CACC729-F896-43CB-A9AF-C78990480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" y="1558"/>
              <a:ext cx="2" cy="2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4" name="Freeform 2997">
              <a:extLst>
                <a:ext uri="{FF2B5EF4-FFF2-40B4-BE49-F238E27FC236}">
                  <a16:creationId xmlns:a16="http://schemas.microsoft.com/office/drawing/2014/main" id="{E7AB46DC-61C4-4120-B133-48F0A53B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56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0 h 2"/>
                <a:gd name="T4" fmla="*/ 0 w 2"/>
                <a:gd name="T5" fmla="*/ 20 h 2"/>
                <a:gd name="T6" fmla="*/ 0 w 2"/>
                <a:gd name="T7" fmla="*/ 20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Oval 2998">
              <a:extLst>
                <a:ext uri="{FF2B5EF4-FFF2-40B4-BE49-F238E27FC236}">
                  <a16:creationId xmlns:a16="http://schemas.microsoft.com/office/drawing/2014/main" id="{AC680A2C-8C60-4F53-B405-2F0D8DFB4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1622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6" name="Freeform 2999">
              <a:extLst>
                <a:ext uri="{FF2B5EF4-FFF2-40B4-BE49-F238E27FC236}">
                  <a16:creationId xmlns:a16="http://schemas.microsoft.com/office/drawing/2014/main" id="{338CC7D1-DBEC-4504-87F0-83251F309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22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3000">
              <a:extLst>
                <a:ext uri="{FF2B5EF4-FFF2-40B4-BE49-F238E27FC236}">
                  <a16:creationId xmlns:a16="http://schemas.microsoft.com/office/drawing/2014/main" id="{F607E6D9-BC66-4668-ACF1-9601F548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558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Oval 3001">
              <a:extLst>
                <a:ext uri="{FF2B5EF4-FFF2-40B4-BE49-F238E27FC236}">
                  <a16:creationId xmlns:a16="http://schemas.microsoft.com/office/drawing/2014/main" id="{5D5DF41C-C54D-4B42-BC27-2188C78A8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1558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9" name="Freeform 3002">
              <a:extLst>
                <a:ext uri="{FF2B5EF4-FFF2-40B4-BE49-F238E27FC236}">
                  <a16:creationId xmlns:a16="http://schemas.microsoft.com/office/drawing/2014/main" id="{C85FEC4F-17D0-4279-B5C2-F82696BFE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558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0" name="Oval 3003">
              <a:extLst>
                <a:ext uri="{FF2B5EF4-FFF2-40B4-BE49-F238E27FC236}">
                  <a16:creationId xmlns:a16="http://schemas.microsoft.com/office/drawing/2014/main" id="{00FFA1A2-21D7-4D03-B832-60007F90B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1640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1" name="Freeform 3004">
              <a:extLst>
                <a:ext uri="{FF2B5EF4-FFF2-40B4-BE49-F238E27FC236}">
                  <a16:creationId xmlns:a16="http://schemas.microsoft.com/office/drawing/2014/main" id="{8353992D-975C-48CB-A765-3294EB535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640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Oval 3005">
              <a:extLst>
                <a:ext uri="{FF2B5EF4-FFF2-40B4-BE49-F238E27FC236}">
                  <a16:creationId xmlns:a16="http://schemas.microsoft.com/office/drawing/2014/main" id="{0E0ABA82-149E-4258-ACC3-D59CC724C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1558"/>
              <a:ext cx="3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3" name="Freeform 3006">
              <a:extLst>
                <a:ext uri="{FF2B5EF4-FFF2-40B4-BE49-F238E27FC236}">
                  <a16:creationId xmlns:a16="http://schemas.microsoft.com/office/drawing/2014/main" id="{EFE661E0-E5A7-494A-AB53-BAD603BD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558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Oval 3007">
              <a:extLst>
                <a:ext uri="{FF2B5EF4-FFF2-40B4-BE49-F238E27FC236}">
                  <a16:creationId xmlns:a16="http://schemas.microsoft.com/office/drawing/2014/main" id="{F842DB76-A024-4818-9F44-0AA2A99D4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1547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5" name="Freeform 3008">
              <a:extLst>
                <a:ext uri="{FF2B5EF4-FFF2-40B4-BE49-F238E27FC236}">
                  <a16:creationId xmlns:a16="http://schemas.microsoft.com/office/drawing/2014/main" id="{3BB4E25E-1051-478A-B98D-649D28DA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547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Oval 3009">
              <a:extLst>
                <a:ext uri="{FF2B5EF4-FFF2-40B4-BE49-F238E27FC236}">
                  <a16:creationId xmlns:a16="http://schemas.microsoft.com/office/drawing/2014/main" id="{73971107-922D-4292-B41E-ACD415189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1635"/>
              <a:ext cx="5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7" name="Freeform 3010">
              <a:extLst>
                <a:ext uri="{FF2B5EF4-FFF2-40B4-BE49-F238E27FC236}">
                  <a16:creationId xmlns:a16="http://schemas.microsoft.com/office/drawing/2014/main" id="{E0E15B73-9DE8-43A7-8F57-BF460AA03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638"/>
              <a:ext cx="7" cy="5"/>
            </a:xfrm>
            <a:custGeom>
              <a:avLst/>
              <a:gdLst>
                <a:gd name="T0" fmla="*/ 12 w 3"/>
                <a:gd name="T1" fmla="*/ 0 h 2"/>
                <a:gd name="T2" fmla="*/ 28 w 3"/>
                <a:gd name="T3" fmla="*/ 0 h 2"/>
                <a:gd name="T4" fmla="*/ 0 w 3"/>
                <a:gd name="T5" fmla="*/ 33 h 2"/>
                <a:gd name="T6" fmla="*/ 0 w 3"/>
                <a:gd name="T7" fmla="*/ 33 h 2"/>
                <a:gd name="T8" fmla="*/ 12 w 3"/>
                <a:gd name="T9" fmla="*/ 33 h 2"/>
                <a:gd name="T10" fmla="*/ 37 w 3"/>
                <a:gd name="T11" fmla="*/ 20 h 2"/>
                <a:gd name="T12" fmla="*/ 12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Oval 3011">
              <a:extLst>
                <a:ext uri="{FF2B5EF4-FFF2-40B4-BE49-F238E27FC236}">
                  <a16:creationId xmlns:a16="http://schemas.microsoft.com/office/drawing/2014/main" id="{898D6051-A96A-4F6A-8FC7-182BFB9F4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1640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49" name="Freeform 3012">
              <a:extLst>
                <a:ext uri="{FF2B5EF4-FFF2-40B4-BE49-F238E27FC236}">
                  <a16:creationId xmlns:a16="http://schemas.microsoft.com/office/drawing/2014/main" id="{8400D11F-77ED-42E1-8B38-0BB781E01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640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28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Oval 3013">
              <a:extLst>
                <a:ext uri="{FF2B5EF4-FFF2-40B4-BE49-F238E27FC236}">
                  <a16:creationId xmlns:a16="http://schemas.microsoft.com/office/drawing/2014/main" id="{27E7F8EE-BDF0-4B3B-A328-A5094C7CC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603"/>
              <a:ext cx="5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1" name="Freeform 3014">
              <a:extLst>
                <a:ext uri="{FF2B5EF4-FFF2-40B4-BE49-F238E27FC236}">
                  <a16:creationId xmlns:a16="http://schemas.microsoft.com/office/drawing/2014/main" id="{61D2F213-A36F-4DA4-8DFF-EE27FAFA7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606"/>
              <a:ext cx="7" cy="5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0 h 2"/>
                <a:gd name="T4" fmla="*/ 12 w 3"/>
                <a:gd name="T5" fmla="*/ 33 h 2"/>
                <a:gd name="T6" fmla="*/ 0 w 3"/>
                <a:gd name="T7" fmla="*/ 33 h 2"/>
                <a:gd name="T8" fmla="*/ 12 w 3"/>
                <a:gd name="T9" fmla="*/ 33 h 2"/>
                <a:gd name="T10" fmla="*/ 37 w 3"/>
                <a:gd name="T11" fmla="*/ 20 h 2"/>
                <a:gd name="T12" fmla="*/ 28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Oval 3015">
              <a:extLst>
                <a:ext uri="{FF2B5EF4-FFF2-40B4-BE49-F238E27FC236}">
                  <a16:creationId xmlns:a16="http://schemas.microsoft.com/office/drawing/2014/main" id="{D0DBA521-1F81-4EBF-AB3B-AA03A4500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1467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3" name="Freeform 3016">
              <a:extLst>
                <a:ext uri="{FF2B5EF4-FFF2-40B4-BE49-F238E27FC236}">
                  <a16:creationId xmlns:a16="http://schemas.microsoft.com/office/drawing/2014/main" id="{6E967BD4-204E-4A06-B83D-919F9ED3E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467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56 h 3"/>
                <a:gd name="T6" fmla="*/ 0 w 2"/>
                <a:gd name="T7" fmla="*/ 56 h 3"/>
                <a:gd name="T8" fmla="*/ 20 w 2"/>
                <a:gd name="T9" fmla="*/ 56 h 3"/>
                <a:gd name="T10" fmla="*/ 33 w 2"/>
                <a:gd name="T11" fmla="*/ 35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Oval 3017">
              <a:extLst>
                <a:ext uri="{FF2B5EF4-FFF2-40B4-BE49-F238E27FC236}">
                  <a16:creationId xmlns:a16="http://schemas.microsoft.com/office/drawing/2014/main" id="{03E179D9-EAEF-484A-B568-841AD34F6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451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5" name="Freeform 3018">
              <a:extLst>
                <a:ext uri="{FF2B5EF4-FFF2-40B4-BE49-F238E27FC236}">
                  <a16:creationId xmlns:a16="http://schemas.microsoft.com/office/drawing/2014/main" id="{B44E646D-EA26-4DCD-B2BD-D5F2AF5A5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45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0 h 2"/>
                <a:gd name="T4" fmla="*/ 0 w 2"/>
                <a:gd name="T5" fmla="*/ 20 h 2"/>
                <a:gd name="T6" fmla="*/ 0 w 2"/>
                <a:gd name="T7" fmla="*/ 20 h 2"/>
                <a:gd name="T8" fmla="*/ 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Oval 3019">
              <a:extLst>
                <a:ext uri="{FF2B5EF4-FFF2-40B4-BE49-F238E27FC236}">
                  <a16:creationId xmlns:a16="http://schemas.microsoft.com/office/drawing/2014/main" id="{596B3EC3-986C-42D2-B4A1-37BFFB695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1451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7" name="Freeform 3020">
              <a:extLst>
                <a:ext uri="{FF2B5EF4-FFF2-40B4-BE49-F238E27FC236}">
                  <a16:creationId xmlns:a16="http://schemas.microsoft.com/office/drawing/2014/main" id="{FC7A4883-E5E1-4537-8103-F64B34E65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451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Oval 3021">
              <a:extLst>
                <a:ext uri="{FF2B5EF4-FFF2-40B4-BE49-F238E27FC236}">
                  <a16:creationId xmlns:a16="http://schemas.microsoft.com/office/drawing/2014/main" id="{1D8D6B95-C7E4-46B2-A3C3-F3C04223B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438"/>
              <a:ext cx="2" cy="2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59" name="Freeform 3022">
              <a:extLst>
                <a:ext uri="{FF2B5EF4-FFF2-40B4-BE49-F238E27FC236}">
                  <a16:creationId xmlns:a16="http://schemas.microsoft.com/office/drawing/2014/main" id="{6254A5B3-7334-4A33-A135-BEAE2602C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438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0" name="Oval 3023">
              <a:extLst>
                <a:ext uri="{FF2B5EF4-FFF2-40B4-BE49-F238E27FC236}">
                  <a16:creationId xmlns:a16="http://schemas.microsoft.com/office/drawing/2014/main" id="{0DEEFF2F-1EF5-4165-850B-8C91C1CBC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1443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1" name="Freeform 3024">
              <a:extLst>
                <a:ext uri="{FF2B5EF4-FFF2-40B4-BE49-F238E27FC236}">
                  <a16:creationId xmlns:a16="http://schemas.microsoft.com/office/drawing/2014/main" id="{D2CBAF9B-97B2-457C-814A-AA357CE81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44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Oval 3025">
              <a:extLst>
                <a:ext uri="{FF2B5EF4-FFF2-40B4-BE49-F238E27FC236}">
                  <a16:creationId xmlns:a16="http://schemas.microsoft.com/office/drawing/2014/main" id="{4050A2A1-F465-43F1-AA80-AC678ECFA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475"/>
              <a:ext cx="5" cy="3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3" name="Freeform 3026">
              <a:extLst>
                <a:ext uri="{FF2B5EF4-FFF2-40B4-BE49-F238E27FC236}">
                  <a16:creationId xmlns:a16="http://schemas.microsoft.com/office/drawing/2014/main" id="{C75F6542-6BB7-488B-9570-C949A4E4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475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0 w 2"/>
                <a:gd name="T5" fmla="*/ 33 h 2"/>
                <a:gd name="T6" fmla="*/ 0 w 2"/>
                <a:gd name="T7" fmla="*/ 33 h 2"/>
                <a:gd name="T8" fmla="*/ 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Oval 3027">
              <a:extLst>
                <a:ext uri="{FF2B5EF4-FFF2-40B4-BE49-F238E27FC236}">
                  <a16:creationId xmlns:a16="http://schemas.microsoft.com/office/drawing/2014/main" id="{3A192149-A8E3-4337-B029-38B46DEC7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459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5" name="Freeform 3028">
              <a:extLst>
                <a:ext uri="{FF2B5EF4-FFF2-40B4-BE49-F238E27FC236}">
                  <a16:creationId xmlns:a16="http://schemas.microsoft.com/office/drawing/2014/main" id="{91989BA8-60C1-42AB-9649-FAA7DE549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46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0 h 2"/>
                <a:gd name="T4" fmla="*/ 0 w 2"/>
                <a:gd name="T5" fmla="*/ 20 h 2"/>
                <a:gd name="T6" fmla="*/ 0 w 2"/>
                <a:gd name="T7" fmla="*/ 20 h 2"/>
                <a:gd name="T8" fmla="*/ 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Oval 3029">
              <a:extLst>
                <a:ext uri="{FF2B5EF4-FFF2-40B4-BE49-F238E27FC236}">
                  <a16:creationId xmlns:a16="http://schemas.microsoft.com/office/drawing/2014/main" id="{4108CE2A-627B-43E5-8A06-4BB1B6286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1491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7" name="Freeform 3030">
              <a:extLst>
                <a:ext uri="{FF2B5EF4-FFF2-40B4-BE49-F238E27FC236}">
                  <a16:creationId xmlns:a16="http://schemas.microsoft.com/office/drawing/2014/main" id="{BA4D02CD-2317-49F6-B460-3A7AC28DC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49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56 h 3"/>
                <a:gd name="T6" fmla="*/ 0 w 3"/>
                <a:gd name="T7" fmla="*/ 56 h 3"/>
                <a:gd name="T8" fmla="*/ 28 w 3"/>
                <a:gd name="T9" fmla="*/ 56 h 3"/>
                <a:gd name="T10" fmla="*/ 37 w 3"/>
                <a:gd name="T11" fmla="*/ 35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Oval 3031">
              <a:extLst>
                <a:ext uri="{FF2B5EF4-FFF2-40B4-BE49-F238E27FC236}">
                  <a16:creationId xmlns:a16="http://schemas.microsoft.com/office/drawing/2014/main" id="{BBEE116C-D3CD-46B3-A6C2-B3E904E65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488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9" name="Freeform 3032">
              <a:extLst>
                <a:ext uri="{FF2B5EF4-FFF2-40B4-BE49-F238E27FC236}">
                  <a16:creationId xmlns:a16="http://schemas.microsoft.com/office/drawing/2014/main" id="{5DF84E1D-1C4C-4A0F-804F-7BE9DAA0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488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Oval 3033">
              <a:extLst>
                <a:ext uri="{FF2B5EF4-FFF2-40B4-BE49-F238E27FC236}">
                  <a16:creationId xmlns:a16="http://schemas.microsoft.com/office/drawing/2014/main" id="{45FF1251-F092-4D49-929E-A7CBECE7B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326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1" name="Freeform 3034">
              <a:extLst>
                <a:ext uri="{FF2B5EF4-FFF2-40B4-BE49-F238E27FC236}">
                  <a16:creationId xmlns:a16="http://schemas.microsoft.com/office/drawing/2014/main" id="{4BA364A5-13DA-4083-AF95-DC6A578C4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326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Oval 3035">
              <a:extLst>
                <a:ext uri="{FF2B5EF4-FFF2-40B4-BE49-F238E27FC236}">
                  <a16:creationId xmlns:a16="http://schemas.microsoft.com/office/drawing/2014/main" id="{51D96472-1DDA-4905-A1C9-BA47663D8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1331"/>
              <a:ext cx="3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3" name="Freeform 3036">
              <a:extLst>
                <a:ext uri="{FF2B5EF4-FFF2-40B4-BE49-F238E27FC236}">
                  <a16:creationId xmlns:a16="http://schemas.microsoft.com/office/drawing/2014/main" id="{6F3046A5-E336-46F1-823B-8589FF2CD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33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Oval 3037">
              <a:extLst>
                <a:ext uri="{FF2B5EF4-FFF2-40B4-BE49-F238E27FC236}">
                  <a16:creationId xmlns:a16="http://schemas.microsoft.com/office/drawing/2014/main" id="{67E8FC65-88EC-403C-9486-60E2C82CB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350"/>
              <a:ext cx="7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5" name="Freeform 3038">
              <a:extLst>
                <a:ext uri="{FF2B5EF4-FFF2-40B4-BE49-F238E27FC236}">
                  <a16:creationId xmlns:a16="http://schemas.microsoft.com/office/drawing/2014/main" id="{60D996AF-FB3A-4C63-9748-D19FC140E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35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" name="Oval 3039">
              <a:extLst>
                <a:ext uri="{FF2B5EF4-FFF2-40B4-BE49-F238E27FC236}">
                  <a16:creationId xmlns:a16="http://schemas.microsoft.com/office/drawing/2014/main" id="{84C58279-93DF-49E5-9300-4D497DA65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1347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7" name="Freeform 3040">
              <a:extLst>
                <a:ext uri="{FF2B5EF4-FFF2-40B4-BE49-F238E27FC236}">
                  <a16:creationId xmlns:a16="http://schemas.microsoft.com/office/drawing/2014/main" id="{4311F67A-FDA4-44CF-8A44-BBAA7A024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34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Oval 3041">
              <a:extLst>
                <a:ext uri="{FF2B5EF4-FFF2-40B4-BE49-F238E27FC236}">
                  <a16:creationId xmlns:a16="http://schemas.microsoft.com/office/drawing/2014/main" id="{35C20660-2227-4C59-8C9A-B1CA00361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" y="1539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9" name="Freeform 3042">
              <a:extLst>
                <a:ext uri="{FF2B5EF4-FFF2-40B4-BE49-F238E27FC236}">
                  <a16:creationId xmlns:a16="http://schemas.microsoft.com/office/drawing/2014/main" id="{B2B868C5-1CFA-42FA-8CB5-BDA34B37F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539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Oval 3043">
              <a:extLst>
                <a:ext uri="{FF2B5EF4-FFF2-40B4-BE49-F238E27FC236}">
                  <a16:creationId xmlns:a16="http://schemas.microsoft.com/office/drawing/2014/main" id="{3522D132-4BCD-4776-AB61-21EFFF6E3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1518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1" name="Freeform 3044">
              <a:extLst>
                <a:ext uri="{FF2B5EF4-FFF2-40B4-BE49-F238E27FC236}">
                  <a16:creationId xmlns:a16="http://schemas.microsoft.com/office/drawing/2014/main" id="{3EB89AC9-96DD-4442-AE1A-D1866F66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518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Oval 3045">
              <a:extLst>
                <a:ext uri="{FF2B5EF4-FFF2-40B4-BE49-F238E27FC236}">
                  <a16:creationId xmlns:a16="http://schemas.microsoft.com/office/drawing/2014/main" id="{654C69AF-BCB8-4451-9385-A532D1833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1416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3" name="Freeform 3046">
              <a:extLst>
                <a:ext uri="{FF2B5EF4-FFF2-40B4-BE49-F238E27FC236}">
                  <a16:creationId xmlns:a16="http://schemas.microsoft.com/office/drawing/2014/main" id="{2AB94187-98DF-4901-A69E-5B5C39EAA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416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Oval 3047">
              <a:extLst>
                <a:ext uri="{FF2B5EF4-FFF2-40B4-BE49-F238E27FC236}">
                  <a16:creationId xmlns:a16="http://schemas.microsoft.com/office/drawing/2014/main" id="{B839614C-1148-4878-9111-F295DAE79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8" y="1435"/>
              <a:ext cx="7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5" name="Freeform 3048">
              <a:extLst>
                <a:ext uri="{FF2B5EF4-FFF2-40B4-BE49-F238E27FC236}">
                  <a16:creationId xmlns:a16="http://schemas.microsoft.com/office/drawing/2014/main" id="{0644BA06-3C40-4F72-A1D5-5AA9C490A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43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Oval 3049">
              <a:extLst>
                <a:ext uri="{FF2B5EF4-FFF2-40B4-BE49-F238E27FC236}">
                  <a16:creationId xmlns:a16="http://schemas.microsoft.com/office/drawing/2014/main" id="{2C71534D-1399-41A0-A89B-E5D7BB2B2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3" y="1475"/>
              <a:ext cx="7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7" name="Freeform 3050">
              <a:extLst>
                <a:ext uri="{FF2B5EF4-FFF2-40B4-BE49-F238E27FC236}">
                  <a16:creationId xmlns:a16="http://schemas.microsoft.com/office/drawing/2014/main" id="{3794B78D-ED56-4FD1-B4ED-225B7ACFE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47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0 w 3"/>
                <a:gd name="T5" fmla="*/ 56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35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Oval 3051">
              <a:extLst>
                <a:ext uri="{FF2B5EF4-FFF2-40B4-BE49-F238E27FC236}">
                  <a16:creationId xmlns:a16="http://schemas.microsoft.com/office/drawing/2014/main" id="{2E67DE85-6680-4A6F-B2C2-79F31093C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1376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9" name="Freeform 3052">
              <a:extLst>
                <a:ext uri="{FF2B5EF4-FFF2-40B4-BE49-F238E27FC236}">
                  <a16:creationId xmlns:a16="http://schemas.microsoft.com/office/drawing/2014/main" id="{0FE1B408-079A-48EF-9702-12B4CFDC3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37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Oval 3053">
              <a:extLst>
                <a:ext uri="{FF2B5EF4-FFF2-40B4-BE49-F238E27FC236}">
                  <a16:creationId xmlns:a16="http://schemas.microsoft.com/office/drawing/2014/main" id="{F4E0D6BC-5FA9-4E0B-B167-F210A51C7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1392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" name="Freeform 3054">
              <a:extLst>
                <a:ext uri="{FF2B5EF4-FFF2-40B4-BE49-F238E27FC236}">
                  <a16:creationId xmlns:a16="http://schemas.microsoft.com/office/drawing/2014/main" id="{A0CBE614-C6B9-41CB-8C68-A35756012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395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0 h 2"/>
                <a:gd name="T4" fmla="*/ 0 w 2"/>
                <a:gd name="T5" fmla="*/ 20 h 2"/>
                <a:gd name="T6" fmla="*/ 0 w 2"/>
                <a:gd name="T7" fmla="*/ 20 h 2"/>
                <a:gd name="T8" fmla="*/ 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Oval 3055">
              <a:extLst>
                <a:ext uri="{FF2B5EF4-FFF2-40B4-BE49-F238E27FC236}">
                  <a16:creationId xmlns:a16="http://schemas.microsoft.com/office/drawing/2014/main" id="{37716528-630D-4562-A889-BA4DA0822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408"/>
              <a:ext cx="7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" name="Freeform 3056">
              <a:extLst>
                <a:ext uri="{FF2B5EF4-FFF2-40B4-BE49-F238E27FC236}">
                  <a16:creationId xmlns:a16="http://schemas.microsoft.com/office/drawing/2014/main" id="{6B9E26CA-D6C4-450F-8C5E-C2C442066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40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0 w 3"/>
                <a:gd name="T5" fmla="*/ 56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35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Oval 3057">
              <a:extLst>
                <a:ext uri="{FF2B5EF4-FFF2-40B4-BE49-F238E27FC236}">
                  <a16:creationId xmlns:a16="http://schemas.microsoft.com/office/drawing/2014/main" id="{C1912C87-AB24-4D13-88EE-150E2CF6A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368"/>
              <a:ext cx="5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" name="Freeform 3058">
              <a:extLst>
                <a:ext uri="{FF2B5EF4-FFF2-40B4-BE49-F238E27FC236}">
                  <a16:creationId xmlns:a16="http://schemas.microsoft.com/office/drawing/2014/main" id="{287EEE84-0290-4EDF-AC91-70A789055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37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0 h 3"/>
                <a:gd name="T4" fmla="*/ 12 w 3"/>
                <a:gd name="T5" fmla="*/ 35 h 3"/>
                <a:gd name="T6" fmla="*/ 0 w 3"/>
                <a:gd name="T7" fmla="*/ 35 h 3"/>
                <a:gd name="T8" fmla="*/ 28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Oval 3059">
              <a:extLst>
                <a:ext uri="{FF2B5EF4-FFF2-40B4-BE49-F238E27FC236}">
                  <a16:creationId xmlns:a16="http://schemas.microsoft.com/office/drawing/2014/main" id="{15D0C837-7A9E-439E-99E8-60A57EC7F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3" y="1339"/>
              <a:ext cx="7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" name="Freeform 3060">
              <a:extLst>
                <a:ext uri="{FF2B5EF4-FFF2-40B4-BE49-F238E27FC236}">
                  <a16:creationId xmlns:a16="http://schemas.microsoft.com/office/drawing/2014/main" id="{DA53490B-C504-40AC-96B0-29EB23E9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339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0 w 3"/>
                <a:gd name="T5" fmla="*/ 56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35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Oval 3061">
              <a:extLst>
                <a:ext uri="{FF2B5EF4-FFF2-40B4-BE49-F238E27FC236}">
                  <a16:creationId xmlns:a16="http://schemas.microsoft.com/office/drawing/2014/main" id="{C5CC0895-CAF2-4F90-A63A-7903D9C14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" y="1411"/>
              <a:ext cx="8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" name="Freeform 3062">
              <a:extLst>
                <a:ext uri="{FF2B5EF4-FFF2-40B4-BE49-F238E27FC236}">
                  <a16:creationId xmlns:a16="http://schemas.microsoft.com/office/drawing/2014/main" id="{420ED38C-4136-4E21-BC4D-04461A815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41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Oval 3063">
              <a:extLst>
                <a:ext uri="{FF2B5EF4-FFF2-40B4-BE49-F238E27FC236}">
                  <a16:creationId xmlns:a16="http://schemas.microsoft.com/office/drawing/2014/main" id="{50929C61-D61C-47D1-A89E-F48531AC4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1368"/>
              <a:ext cx="7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" name="Freeform 3064">
              <a:extLst>
                <a:ext uri="{FF2B5EF4-FFF2-40B4-BE49-F238E27FC236}">
                  <a16:creationId xmlns:a16="http://schemas.microsoft.com/office/drawing/2014/main" id="{4B306A1B-72E2-4A03-8FDA-8D2164D56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371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Oval 3065">
              <a:extLst>
                <a:ext uri="{FF2B5EF4-FFF2-40B4-BE49-F238E27FC236}">
                  <a16:creationId xmlns:a16="http://schemas.microsoft.com/office/drawing/2014/main" id="{E6F57453-EC03-4CEB-B788-C7DE1F0A0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1387"/>
              <a:ext cx="2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" name="Freeform 3066">
              <a:extLst>
                <a:ext uri="{FF2B5EF4-FFF2-40B4-BE49-F238E27FC236}">
                  <a16:creationId xmlns:a16="http://schemas.microsoft.com/office/drawing/2014/main" id="{3C69602A-7ACE-4F46-A7DF-6FF0C890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38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Oval 3067">
              <a:extLst>
                <a:ext uri="{FF2B5EF4-FFF2-40B4-BE49-F238E27FC236}">
                  <a16:creationId xmlns:a16="http://schemas.microsoft.com/office/drawing/2014/main" id="{14AC51AF-E517-4202-B94A-4B1050CB2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403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5" name="Freeform 3068">
              <a:extLst>
                <a:ext uri="{FF2B5EF4-FFF2-40B4-BE49-F238E27FC236}">
                  <a16:creationId xmlns:a16="http://schemas.microsoft.com/office/drawing/2014/main" id="{308963F5-BE89-4F5B-8D96-52A306BF7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40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Oval 3069">
              <a:extLst>
                <a:ext uri="{FF2B5EF4-FFF2-40B4-BE49-F238E27FC236}">
                  <a16:creationId xmlns:a16="http://schemas.microsoft.com/office/drawing/2014/main" id="{FE22FDC8-FB56-4996-B6B6-CFA838FB3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299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7" name="Freeform 3070">
              <a:extLst>
                <a:ext uri="{FF2B5EF4-FFF2-40B4-BE49-F238E27FC236}">
                  <a16:creationId xmlns:a16="http://schemas.microsoft.com/office/drawing/2014/main" id="{A5116BAF-B21A-4D06-8AAC-6E8EAE065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29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0 w 2"/>
                <a:gd name="T5" fmla="*/ 33 h 2"/>
                <a:gd name="T6" fmla="*/ 0 w 2"/>
                <a:gd name="T7" fmla="*/ 33 h 2"/>
                <a:gd name="T8" fmla="*/ 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Oval 3071">
              <a:extLst>
                <a:ext uri="{FF2B5EF4-FFF2-40B4-BE49-F238E27FC236}">
                  <a16:creationId xmlns:a16="http://schemas.microsoft.com/office/drawing/2014/main" id="{2BC9C02F-64E8-4F49-BA93-FC16F4946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299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" name="Freeform 3072">
              <a:extLst>
                <a:ext uri="{FF2B5EF4-FFF2-40B4-BE49-F238E27FC236}">
                  <a16:creationId xmlns:a16="http://schemas.microsoft.com/office/drawing/2014/main" id="{32AEAB13-3FAF-4933-8475-999F20D3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299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35 h 3"/>
                <a:gd name="T6" fmla="*/ 0 w 2"/>
                <a:gd name="T7" fmla="*/ 35 h 3"/>
                <a:gd name="T8" fmla="*/ 20 w 2"/>
                <a:gd name="T9" fmla="*/ 56 h 3"/>
                <a:gd name="T10" fmla="*/ 33 w 2"/>
                <a:gd name="T11" fmla="*/ 21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Oval 3073">
              <a:extLst>
                <a:ext uri="{FF2B5EF4-FFF2-40B4-BE49-F238E27FC236}">
                  <a16:creationId xmlns:a16="http://schemas.microsoft.com/office/drawing/2014/main" id="{2B1BCE37-8FA2-4C51-B929-C5C27D7CD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283"/>
              <a:ext cx="2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" name="Freeform 3074">
              <a:extLst>
                <a:ext uri="{FF2B5EF4-FFF2-40B4-BE49-F238E27FC236}">
                  <a16:creationId xmlns:a16="http://schemas.microsoft.com/office/drawing/2014/main" id="{2D6BCD69-DF4B-4AD6-8411-60D66DB58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28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Oval 3075">
              <a:extLst>
                <a:ext uri="{FF2B5EF4-FFF2-40B4-BE49-F238E27FC236}">
                  <a16:creationId xmlns:a16="http://schemas.microsoft.com/office/drawing/2014/main" id="{15223773-B744-4F5C-89FE-64C87CC7F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174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" name="Freeform 3076">
              <a:extLst>
                <a:ext uri="{FF2B5EF4-FFF2-40B4-BE49-F238E27FC236}">
                  <a16:creationId xmlns:a16="http://schemas.microsoft.com/office/drawing/2014/main" id="{F1BBE70B-0A01-4122-AEAA-1D285710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17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Oval 3077">
              <a:extLst>
                <a:ext uri="{FF2B5EF4-FFF2-40B4-BE49-F238E27FC236}">
                  <a16:creationId xmlns:a16="http://schemas.microsoft.com/office/drawing/2014/main" id="{927D1CC2-DAB1-4756-88AC-2D6C983C7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0" y="1270"/>
              <a:ext cx="3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" name="Freeform 3078">
              <a:extLst>
                <a:ext uri="{FF2B5EF4-FFF2-40B4-BE49-F238E27FC236}">
                  <a16:creationId xmlns:a16="http://schemas.microsoft.com/office/drawing/2014/main" id="{D1BFA68E-F1DA-419B-AB7F-EC3F82240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272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0 h 2"/>
                <a:gd name="T4" fmla="*/ 0 w 2"/>
                <a:gd name="T5" fmla="*/ 27 h 2"/>
                <a:gd name="T6" fmla="*/ 0 w 2"/>
                <a:gd name="T7" fmla="*/ 27 h 2"/>
                <a:gd name="T8" fmla="*/ 20 w 2"/>
                <a:gd name="T9" fmla="*/ 54 h 2"/>
                <a:gd name="T10" fmla="*/ 33 w 2"/>
                <a:gd name="T11" fmla="*/ 27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Oval 3079">
              <a:extLst>
                <a:ext uri="{FF2B5EF4-FFF2-40B4-BE49-F238E27FC236}">
                  <a16:creationId xmlns:a16="http://schemas.microsoft.com/office/drawing/2014/main" id="{2F8BBA1F-5430-475B-A00C-8F1717900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1198"/>
              <a:ext cx="7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" name="Freeform 3080">
              <a:extLst>
                <a:ext uri="{FF2B5EF4-FFF2-40B4-BE49-F238E27FC236}">
                  <a16:creationId xmlns:a16="http://schemas.microsoft.com/office/drawing/2014/main" id="{E1873AF1-3872-45D3-95F0-36675354D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19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Oval 3081">
              <a:extLst>
                <a:ext uri="{FF2B5EF4-FFF2-40B4-BE49-F238E27FC236}">
                  <a16:creationId xmlns:a16="http://schemas.microsoft.com/office/drawing/2014/main" id="{67705064-0CFB-4879-9DA1-2114770D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1192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" name="Freeform 3082">
              <a:extLst>
                <a:ext uri="{FF2B5EF4-FFF2-40B4-BE49-F238E27FC236}">
                  <a16:creationId xmlns:a16="http://schemas.microsoft.com/office/drawing/2014/main" id="{FD76CADB-B691-48F5-8AC0-AACD1546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192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56 h 3"/>
                <a:gd name="T6" fmla="*/ 0 w 3"/>
                <a:gd name="T7" fmla="*/ 56 h 3"/>
                <a:gd name="T8" fmla="*/ 21 w 3"/>
                <a:gd name="T9" fmla="*/ 56 h 3"/>
                <a:gd name="T10" fmla="*/ 56 w 3"/>
                <a:gd name="T11" fmla="*/ 35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Oval 3083">
              <a:extLst>
                <a:ext uri="{FF2B5EF4-FFF2-40B4-BE49-F238E27FC236}">
                  <a16:creationId xmlns:a16="http://schemas.microsoft.com/office/drawing/2014/main" id="{E08380B0-A728-4610-80F9-C62A3B9DB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1280"/>
              <a:ext cx="7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1" name="Freeform 3084">
              <a:extLst>
                <a:ext uri="{FF2B5EF4-FFF2-40B4-BE49-F238E27FC236}">
                  <a16:creationId xmlns:a16="http://schemas.microsoft.com/office/drawing/2014/main" id="{1FACC79A-22A4-44C7-9D8E-BFE04C11D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28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0 h 3"/>
                <a:gd name="T4" fmla="*/ 0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Oval 3085">
              <a:extLst>
                <a:ext uri="{FF2B5EF4-FFF2-40B4-BE49-F238E27FC236}">
                  <a16:creationId xmlns:a16="http://schemas.microsoft.com/office/drawing/2014/main" id="{BBDF5957-C695-4520-A30E-EDFFFE2FF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1222"/>
              <a:ext cx="5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3" name="Freeform 3086">
              <a:extLst>
                <a:ext uri="{FF2B5EF4-FFF2-40B4-BE49-F238E27FC236}">
                  <a16:creationId xmlns:a16="http://schemas.microsoft.com/office/drawing/2014/main" id="{4AC1B046-23F6-4DEA-AE5F-D3ADC11EC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224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Oval 3087">
              <a:extLst>
                <a:ext uri="{FF2B5EF4-FFF2-40B4-BE49-F238E27FC236}">
                  <a16:creationId xmlns:a16="http://schemas.microsoft.com/office/drawing/2014/main" id="{F280D240-BB68-4584-9ADE-2F69F3616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1256"/>
              <a:ext cx="7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5" name="Freeform 3088">
              <a:extLst>
                <a:ext uri="{FF2B5EF4-FFF2-40B4-BE49-F238E27FC236}">
                  <a16:creationId xmlns:a16="http://schemas.microsoft.com/office/drawing/2014/main" id="{3544DBD2-B4D5-4279-88CD-D830E01CE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25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21 w 3"/>
                <a:gd name="T9" fmla="*/ 56 h 3"/>
                <a:gd name="T10" fmla="*/ 56 w 3"/>
                <a:gd name="T11" fmla="*/ 21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Oval 3089">
              <a:extLst>
                <a:ext uri="{FF2B5EF4-FFF2-40B4-BE49-F238E27FC236}">
                  <a16:creationId xmlns:a16="http://schemas.microsoft.com/office/drawing/2014/main" id="{99282CBA-DFE7-4F55-94E7-8E4A3A3B2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8" y="1214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7" name="Freeform 3090">
              <a:extLst>
                <a:ext uri="{FF2B5EF4-FFF2-40B4-BE49-F238E27FC236}">
                  <a16:creationId xmlns:a16="http://schemas.microsoft.com/office/drawing/2014/main" id="{4F30A0CC-DE86-471C-8641-E18D8D38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21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28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Oval 3091">
              <a:extLst>
                <a:ext uri="{FF2B5EF4-FFF2-40B4-BE49-F238E27FC236}">
                  <a16:creationId xmlns:a16="http://schemas.microsoft.com/office/drawing/2014/main" id="{160B5282-0D50-4ABE-8937-DCCDC8C83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1147"/>
              <a:ext cx="8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9" name="Freeform 3092">
              <a:extLst>
                <a:ext uri="{FF2B5EF4-FFF2-40B4-BE49-F238E27FC236}">
                  <a16:creationId xmlns:a16="http://schemas.microsoft.com/office/drawing/2014/main" id="{2A09B091-9496-4D93-A640-59334C1E0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147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Oval 3093">
              <a:extLst>
                <a:ext uri="{FF2B5EF4-FFF2-40B4-BE49-F238E27FC236}">
                  <a16:creationId xmlns:a16="http://schemas.microsoft.com/office/drawing/2014/main" id="{CEA09A4B-8364-42E9-B2DF-366C71EA3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0" y="1256"/>
              <a:ext cx="8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1" name="Freeform 3094">
              <a:extLst>
                <a:ext uri="{FF2B5EF4-FFF2-40B4-BE49-F238E27FC236}">
                  <a16:creationId xmlns:a16="http://schemas.microsoft.com/office/drawing/2014/main" id="{21309353-13C0-4FD6-A22E-CF8DDAC4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256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0 w 3"/>
                <a:gd name="T5" fmla="*/ 56 h 3"/>
                <a:gd name="T6" fmla="*/ 0 w 3"/>
                <a:gd name="T7" fmla="*/ 56 h 3"/>
                <a:gd name="T8" fmla="*/ 12 w 3"/>
                <a:gd name="T9" fmla="*/ 56 h 3"/>
                <a:gd name="T10" fmla="*/ 37 w 3"/>
                <a:gd name="T11" fmla="*/ 35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Oval 3095">
              <a:extLst>
                <a:ext uri="{FF2B5EF4-FFF2-40B4-BE49-F238E27FC236}">
                  <a16:creationId xmlns:a16="http://schemas.microsoft.com/office/drawing/2014/main" id="{4996C815-CDCB-4BC9-9A88-EAC798893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214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3" name="Freeform 3096">
              <a:extLst>
                <a:ext uri="{FF2B5EF4-FFF2-40B4-BE49-F238E27FC236}">
                  <a16:creationId xmlns:a16="http://schemas.microsoft.com/office/drawing/2014/main" id="{6023DFD1-7725-44D6-AC45-E7EA8281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214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1 h 3"/>
                <a:gd name="T4" fmla="*/ 0 w 2"/>
                <a:gd name="T5" fmla="*/ 56 h 3"/>
                <a:gd name="T6" fmla="*/ 0 w 2"/>
                <a:gd name="T7" fmla="*/ 56 h 3"/>
                <a:gd name="T8" fmla="*/ 20 w 2"/>
                <a:gd name="T9" fmla="*/ 56 h 3"/>
                <a:gd name="T10" fmla="*/ 33 w 2"/>
                <a:gd name="T11" fmla="*/ 35 h 3"/>
                <a:gd name="T12" fmla="*/ 20 w 2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Oval 3097">
              <a:extLst>
                <a:ext uri="{FF2B5EF4-FFF2-40B4-BE49-F238E27FC236}">
                  <a16:creationId xmlns:a16="http://schemas.microsoft.com/office/drawing/2014/main" id="{C8D73BDF-3127-48D3-BD87-0F069076F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1238"/>
              <a:ext cx="5" cy="2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5" name="Freeform 3098">
              <a:extLst>
                <a:ext uri="{FF2B5EF4-FFF2-40B4-BE49-F238E27FC236}">
                  <a16:creationId xmlns:a16="http://schemas.microsoft.com/office/drawing/2014/main" id="{765C0CCA-9A01-46D2-8916-F7DA80C0A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238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33 h 2"/>
                <a:gd name="T8" fmla="*/ 0 w 1"/>
                <a:gd name="T9" fmla="*/ 33 h 2"/>
                <a:gd name="T10" fmla="*/ 8 w 1"/>
                <a:gd name="T11" fmla="*/ 20 h 2"/>
                <a:gd name="T12" fmla="*/ 8 w 1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Oval 3099">
              <a:extLst>
                <a:ext uri="{FF2B5EF4-FFF2-40B4-BE49-F238E27FC236}">
                  <a16:creationId xmlns:a16="http://schemas.microsoft.com/office/drawing/2014/main" id="{223E0FBF-C22F-45CC-B6A6-2B2A4103D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5" y="1248"/>
              <a:ext cx="3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7" name="Freeform 3100">
              <a:extLst>
                <a:ext uri="{FF2B5EF4-FFF2-40B4-BE49-F238E27FC236}">
                  <a16:creationId xmlns:a16="http://schemas.microsoft.com/office/drawing/2014/main" id="{A8F8511A-B23B-4B38-8EBC-785EEA8AF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248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54 h 2"/>
                <a:gd name="T10" fmla="*/ 33 w 2"/>
                <a:gd name="T11" fmla="*/ 27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Oval 3101">
              <a:extLst>
                <a:ext uri="{FF2B5EF4-FFF2-40B4-BE49-F238E27FC236}">
                  <a16:creationId xmlns:a16="http://schemas.microsoft.com/office/drawing/2014/main" id="{B31A233D-127F-42CE-BE59-FD750BEE4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302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" name="Freeform 3102">
              <a:extLst>
                <a:ext uri="{FF2B5EF4-FFF2-40B4-BE49-F238E27FC236}">
                  <a16:creationId xmlns:a16="http://schemas.microsoft.com/office/drawing/2014/main" id="{F9736EF6-CAEB-4BAA-95B7-60B69E3E6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302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Oval 3103">
              <a:extLst>
                <a:ext uri="{FF2B5EF4-FFF2-40B4-BE49-F238E27FC236}">
                  <a16:creationId xmlns:a16="http://schemas.microsoft.com/office/drawing/2014/main" id="{05716070-8A87-4F0E-87EC-53D2B6190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1315"/>
              <a:ext cx="8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" name="Freeform 3104">
              <a:extLst>
                <a:ext uri="{FF2B5EF4-FFF2-40B4-BE49-F238E27FC236}">
                  <a16:creationId xmlns:a16="http://schemas.microsoft.com/office/drawing/2014/main" id="{02F2525D-ECA0-4AAE-A69A-B6F85C84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15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Oval 3105">
              <a:extLst>
                <a:ext uri="{FF2B5EF4-FFF2-40B4-BE49-F238E27FC236}">
                  <a16:creationId xmlns:a16="http://schemas.microsoft.com/office/drawing/2014/main" id="{CDC39A24-B15B-47C0-8DEF-A14152CF9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483"/>
              <a:ext cx="5" cy="3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" name="Freeform 3106">
              <a:extLst>
                <a:ext uri="{FF2B5EF4-FFF2-40B4-BE49-F238E27FC236}">
                  <a16:creationId xmlns:a16="http://schemas.microsoft.com/office/drawing/2014/main" id="{8184467A-C9C3-472D-A0D2-21C34E1E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483"/>
              <a:ext cx="8" cy="5"/>
            </a:xfrm>
            <a:custGeom>
              <a:avLst/>
              <a:gdLst>
                <a:gd name="T0" fmla="*/ 35 w 3"/>
                <a:gd name="T1" fmla="*/ 0 h 2"/>
                <a:gd name="T2" fmla="*/ 35 w 3"/>
                <a:gd name="T3" fmla="*/ 20 h 2"/>
                <a:gd name="T4" fmla="*/ 21 w 3"/>
                <a:gd name="T5" fmla="*/ 33 h 2"/>
                <a:gd name="T6" fmla="*/ 0 w 3"/>
                <a:gd name="T7" fmla="*/ 33 h 2"/>
                <a:gd name="T8" fmla="*/ 21 w 3"/>
                <a:gd name="T9" fmla="*/ 33 h 2"/>
                <a:gd name="T10" fmla="*/ 56 w 3"/>
                <a:gd name="T11" fmla="*/ 20 h 2"/>
                <a:gd name="T12" fmla="*/ 35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Oval 3107">
              <a:extLst>
                <a:ext uri="{FF2B5EF4-FFF2-40B4-BE49-F238E27FC236}">
                  <a16:creationId xmlns:a16="http://schemas.microsoft.com/office/drawing/2014/main" id="{5CB536DD-AAAF-4356-BCA1-F8309D414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504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" name="Freeform 3108">
              <a:extLst>
                <a:ext uri="{FF2B5EF4-FFF2-40B4-BE49-F238E27FC236}">
                  <a16:creationId xmlns:a16="http://schemas.microsoft.com/office/drawing/2014/main" id="{D4468FF2-6DD8-462C-9D8C-4D3D29F71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504"/>
              <a:ext cx="2" cy="6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7 h 2"/>
                <a:gd name="T4" fmla="*/ 0 w 1"/>
                <a:gd name="T5" fmla="*/ 54 h 2"/>
                <a:gd name="T6" fmla="*/ 0 w 1"/>
                <a:gd name="T7" fmla="*/ 54 h 2"/>
                <a:gd name="T8" fmla="*/ 0 w 1"/>
                <a:gd name="T9" fmla="*/ 54 h 2"/>
                <a:gd name="T10" fmla="*/ 8 w 1"/>
                <a:gd name="T11" fmla="*/ 27 h 2"/>
                <a:gd name="T12" fmla="*/ 8 w 1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Oval 3109">
              <a:extLst>
                <a:ext uri="{FF2B5EF4-FFF2-40B4-BE49-F238E27FC236}">
                  <a16:creationId xmlns:a16="http://schemas.microsoft.com/office/drawing/2014/main" id="{358B43C8-DA2E-44E8-BDDE-4C6E70897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1507"/>
              <a:ext cx="5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" name="Freeform 3110">
              <a:extLst>
                <a:ext uri="{FF2B5EF4-FFF2-40B4-BE49-F238E27FC236}">
                  <a16:creationId xmlns:a16="http://schemas.microsoft.com/office/drawing/2014/main" id="{4EB1426C-5EB2-4A0A-99F1-3B37036AD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510"/>
              <a:ext cx="8" cy="5"/>
            </a:xfrm>
            <a:custGeom>
              <a:avLst/>
              <a:gdLst>
                <a:gd name="T0" fmla="*/ 35 w 3"/>
                <a:gd name="T1" fmla="*/ 0 h 2"/>
                <a:gd name="T2" fmla="*/ 35 w 3"/>
                <a:gd name="T3" fmla="*/ 0 h 2"/>
                <a:gd name="T4" fmla="*/ 21 w 3"/>
                <a:gd name="T5" fmla="*/ 33 h 2"/>
                <a:gd name="T6" fmla="*/ 0 w 3"/>
                <a:gd name="T7" fmla="*/ 33 h 2"/>
                <a:gd name="T8" fmla="*/ 21 w 3"/>
                <a:gd name="T9" fmla="*/ 33 h 2"/>
                <a:gd name="T10" fmla="*/ 56 w 3"/>
                <a:gd name="T11" fmla="*/ 20 h 2"/>
                <a:gd name="T12" fmla="*/ 35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Oval 3111">
              <a:extLst>
                <a:ext uri="{FF2B5EF4-FFF2-40B4-BE49-F238E27FC236}">
                  <a16:creationId xmlns:a16="http://schemas.microsoft.com/office/drawing/2014/main" id="{177D00A2-619E-44B3-8549-CF81FEF0C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582"/>
              <a:ext cx="5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" name="Freeform 3112">
              <a:extLst>
                <a:ext uri="{FF2B5EF4-FFF2-40B4-BE49-F238E27FC236}">
                  <a16:creationId xmlns:a16="http://schemas.microsoft.com/office/drawing/2014/main" id="{61324465-FF19-43F2-A2DE-816D73412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582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56 h 3"/>
                <a:gd name="T6" fmla="*/ 0 w 3"/>
                <a:gd name="T7" fmla="*/ 56 h 3"/>
                <a:gd name="T8" fmla="*/ 28 w 3"/>
                <a:gd name="T9" fmla="*/ 56 h 3"/>
                <a:gd name="T10" fmla="*/ 37 w 3"/>
                <a:gd name="T11" fmla="*/ 35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Oval 3113">
              <a:extLst>
                <a:ext uri="{FF2B5EF4-FFF2-40B4-BE49-F238E27FC236}">
                  <a16:creationId xmlns:a16="http://schemas.microsoft.com/office/drawing/2014/main" id="{85B57FB3-7F09-461E-B12B-9E578D578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1568"/>
              <a:ext cx="5" cy="8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" name="Freeform 3114">
              <a:extLst>
                <a:ext uri="{FF2B5EF4-FFF2-40B4-BE49-F238E27FC236}">
                  <a16:creationId xmlns:a16="http://schemas.microsoft.com/office/drawing/2014/main" id="{F916F017-2FC8-46BB-8B34-50F873CF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571"/>
              <a:ext cx="7" cy="5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0 h 2"/>
                <a:gd name="T4" fmla="*/ 12 w 3"/>
                <a:gd name="T5" fmla="*/ 33 h 2"/>
                <a:gd name="T6" fmla="*/ 0 w 3"/>
                <a:gd name="T7" fmla="*/ 33 h 2"/>
                <a:gd name="T8" fmla="*/ 12 w 3"/>
                <a:gd name="T9" fmla="*/ 33 h 2"/>
                <a:gd name="T10" fmla="*/ 37 w 3"/>
                <a:gd name="T11" fmla="*/ 20 h 2"/>
                <a:gd name="T12" fmla="*/ 28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Oval 3115">
              <a:extLst>
                <a:ext uri="{FF2B5EF4-FFF2-40B4-BE49-F238E27FC236}">
                  <a16:creationId xmlns:a16="http://schemas.microsoft.com/office/drawing/2014/main" id="{D45FFCC3-7B80-420C-9145-4E99BFC93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1624"/>
              <a:ext cx="5" cy="6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" name="Freeform 3116">
              <a:extLst>
                <a:ext uri="{FF2B5EF4-FFF2-40B4-BE49-F238E27FC236}">
                  <a16:creationId xmlns:a16="http://schemas.microsoft.com/office/drawing/2014/main" id="{E1555AAC-21A4-436E-981F-387DCF66F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2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21 h 3"/>
                <a:gd name="T4" fmla="*/ 12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Oval 3117">
              <a:extLst>
                <a:ext uri="{FF2B5EF4-FFF2-40B4-BE49-F238E27FC236}">
                  <a16:creationId xmlns:a16="http://schemas.microsoft.com/office/drawing/2014/main" id="{095686AA-A19E-4FEE-A9B2-3E9B3EF51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438"/>
              <a:ext cx="7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" name="Freeform 3118">
              <a:extLst>
                <a:ext uri="{FF2B5EF4-FFF2-40B4-BE49-F238E27FC236}">
                  <a16:creationId xmlns:a16="http://schemas.microsoft.com/office/drawing/2014/main" id="{1007BA02-572F-4515-ADFE-94FB4BC6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43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21 h 3"/>
                <a:gd name="T4" fmla="*/ 21 w 3"/>
                <a:gd name="T5" fmla="*/ 56 h 3"/>
                <a:gd name="T6" fmla="*/ 0 w 3"/>
                <a:gd name="T7" fmla="*/ 56 h 3"/>
                <a:gd name="T8" fmla="*/ 21 w 3"/>
                <a:gd name="T9" fmla="*/ 56 h 3"/>
                <a:gd name="T10" fmla="*/ 56 w 3"/>
                <a:gd name="T11" fmla="*/ 35 h 3"/>
                <a:gd name="T12" fmla="*/ 35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Oval 3119">
              <a:extLst>
                <a:ext uri="{FF2B5EF4-FFF2-40B4-BE49-F238E27FC236}">
                  <a16:creationId xmlns:a16="http://schemas.microsoft.com/office/drawing/2014/main" id="{9E975535-2C2D-4899-9777-4785CB7E5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432"/>
              <a:ext cx="2" cy="6"/>
            </a:xfrm>
            <a:prstGeom prst="ellipse">
              <a:avLst/>
            </a:prstGeom>
            <a:solidFill>
              <a:srgbClr val="EE8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" name="Freeform 3120">
              <a:extLst>
                <a:ext uri="{FF2B5EF4-FFF2-40B4-BE49-F238E27FC236}">
                  <a16:creationId xmlns:a16="http://schemas.microsoft.com/office/drawing/2014/main" id="{534845E8-3C12-42E4-9750-6F8A7F85D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432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54 h 2"/>
                <a:gd name="T10" fmla="*/ 33 w 2"/>
                <a:gd name="T11" fmla="*/ 27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Oval 3121">
              <a:extLst>
                <a:ext uri="{FF2B5EF4-FFF2-40B4-BE49-F238E27FC236}">
                  <a16:creationId xmlns:a16="http://schemas.microsoft.com/office/drawing/2014/main" id="{2B5F48CA-E854-4E8A-9C3F-99097CEC3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1408"/>
              <a:ext cx="2" cy="6"/>
            </a:xfrm>
            <a:prstGeom prst="ellipse">
              <a:avLst/>
            </a:prstGeom>
            <a:solidFill>
              <a:srgbClr val="EE8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" name="Freeform 3122">
              <a:extLst>
                <a:ext uri="{FF2B5EF4-FFF2-40B4-BE49-F238E27FC236}">
                  <a16:creationId xmlns:a16="http://schemas.microsoft.com/office/drawing/2014/main" id="{07B05BB3-35F1-4697-B224-43CC15A7E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411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27 h 1"/>
                <a:gd name="T6" fmla="*/ 0 w 2"/>
                <a:gd name="T7" fmla="*/ 27 h 1"/>
                <a:gd name="T8" fmla="*/ 20 w 2"/>
                <a:gd name="T9" fmla="*/ 27 h 1"/>
                <a:gd name="T10" fmla="*/ 33 w 2"/>
                <a:gd name="T11" fmla="*/ 0 h 1"/>
                <a:gd name="T12" fmla="*/ 20 w 2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Oval 3123">
              <a:extLst>
                <a:ext uri="{FF2B5EF4-FFF2-40B4-BE49-F238E27FC236}">
                  <a16:creationId xmlns:a16="http://schemas.microsoft.com/office/drawing/2014/main" id="{C1E40EF0-A439-423E-B7A1-F42EC0817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1254"/>
              <a:ext cx="2" cy="5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" name="Freeform 3124">
              <a:extLst>
                <a:ext uri="{FF2B5EF4-FFF2-40B4-BE49-F238E27FC236}">
                  <a16:creationId xmlns:a16="http://schemas.microsoft.com/office/drawing/2014/main" id="{1D69622E-B2DC-4536-8645-FC3BF14C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25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0 w 2"/>
                <a:gd name="T5" fmla="*/ 33 h 2"/>
                <a:gd name="T6" fmla="*/ 0 w 2"/>
                <a:gd name="T7" fmla="*/ 33 h 2"/>
                <a:gd name="T8" fmla="*/ 20 w 2"/>
                <a:gd name="T9" fmla="*/ 33 h 2"/>
                <a:gd name="T10" fmla="*/ 33 w 2"/>
                <a:gd name="T11" fmla="*/ 20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Oval 3125">
              <a:extLst>
                <a:ext uri="{FF2B5EF4-FFF2-40B4-BE49-F238E27FC236}">
                  <a16:creationId xmlns:a16="http://schemas.microsoft.com/office/drawing/2014/main" id="{8D46E306-281E-43D1-A817-93CA5AB13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1251"/>
              <a:ext cx="5" cy="8"/>
            </a:xfrm>
            <a:prstGeom prst="ellipse">
              <a:avLst/>
            </a:prstGeom>
            <a:solidFill>
              <a:srgbClr val="EE8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" name="Freeform 3126">
              <a:extLst>
                <a:ext uri="{FF2B5EF4-FFF2-40B4-BE49-F238E27FC236}">
                  <a16:creationId xmlns:a16="http://schemas.microsoft.com/office/drawing/2014/main" id="{93A9BE0D-E4C3-41E2-A301-B31CCEB36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25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0 h 3"/>
                <a:gd name="T4" fmla="*/ 12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37 w 3"/>
                <a:gd name="T11" fmla="*/ 21 h 3"/>
                <a:gd name="T12" fmla="*/ 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Oval 3127">
              <a:extLst>
                <a:ext uri="{FF2B5EF4-FFF2-40B4-BE49-F238E27FC236}">
                  <a16:creationId xmlns:a16="http://schemas.microsoft.com/office/drawing/2014/main" id="{CECABE97-566D-47A2-805F-43BEE0E09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" y="1238"/>
              <a:ext cx="5" cy="8"/>
            </a:xfrm>
            <a:prstGeom prst="ellipse">
              <a:avLst/>
            </a:prstGeom>
            <a:solidFill>
              <a:srgbClr val="EE8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" name="Freeform 3128">
              <a:extLst>
                <a:ext uri="{FF2B5EF4-FFF2-40B4-BE49-F238E27FC236}">
                  <a16:creationId xmlns:a16="http://schemas.microsoft.com/office/drawing/2014/main" id="{3110278C-4857-49AE-8639-9FE77AE72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240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0 w 2"/>
                <a:gd name="T5" fmla="*/ 54 h 2"/>
                <a:gd name="T6" fmla="*/ 0 w 2"/>
                <a:gd name="T7" fmla="*/ 54 h 2"/>
                <a:gd name="T8" fmla="*/ 20 w 2"/>
                <a:gd name="T9" fmla="*/ 54 h 2"/>
                <a:gd name="T10" fmla="*/ 33 w 2"/>
                <a:gd name="T11" fmla="*/ 27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Oval 3129">
              <a:extLst>
                <a:ext uri="{FF2B5EF4-FFF2-40B4-BE49-F238E27FC236}">
                  <a16:creationId xmlns:a16="http://schemas.microsoft.com/office/drawing/2014/main" id="{05927A8E-E2D9-4C9D-B10D-26F7D8C48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1240"/>
              <a:ext cx="2" cy="3"/>
            </a:xfrm>
            <a:prstGeom prst="ellipse">
              <a:avLst/>
            </a:prstGeom>
            <a:solidFill>
              <a:srgbClr val="DB7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" name="Freeform 3130">
              <a:extLst>
                <a:ext uri="{FF2B5EF4-FFF2-40B4-BE49-F238E27FC236}">
                  <a16:creationId xmlns:a16="http://schemas.microsoft.com/office/drawing/2014/main" id="{22F63B8F-61AC-45F7-824E-0AAAF88FA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240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0 h 2"/>
                <a:gd name="T4" fmla="*/ 0 w 2"/>
                <a:gd name="T5" fmla="*/ 27 h 2"/>
                <a:gd name="T6" fmla="*/ 0 w 2"/>
                <a:gd name="T7" fmla="*/ 27 h 2"/>
                <a:gd name="T8" fmla="*/ 20 w 2"/>
                <a:gd name="T9" fmla="*/ 54 h 2"/>
                <a:gd name="T10" fmla="*/ 33 w 2"/>
                <a:gd name="T11" fmla="*/ 27 h 2"/>
                <a:gd name="T12" fmla="*/ 20 w 2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637412E0-E806-4E21-985C-C8EA7C823FB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Fruits (3)</a:t>
            </a:r>
          </a:p>
        </p:txBody>
      </p:sp>
      <p:grpSp>
        <p:nvGrpSpPr>
          <p:cNvPr id="13314" name="ripe-pineapple-fruit-vector-illustration">
            <a:extLst>
              <a:ext uri="{FF2B5EF4-FFF2-40B4-BE49-F238E27FC236}">
                <a16:creationId xmlns:a16="http://schemas.microsoft.com/office/drawing/2014/main" id="{CA817121-BA8B-4F20-AFBC-4BC99CA7BE74}"/>
              </a:ext>
            </a:extLst>
          </p:cNvPr>
          <p:cNvGrpSpPr>
            <a:grpSpLocks/>
          </p:cNvGrpSpPr>
          <p:nvPr/>
        </p:nvGrpSpPr>
        <p:grpSpPr bwMode="auto">
          <a:xfrm>
            <a:off x="7913688" y="1547813"/>
            <a:ext cx="2184400" cy="4576762"/>
            <a:chOff x="539" y="949"/>
            <a:chExt cx="840" cy="1760"/>
          </a:xfrm>
        </p:grpSpPr>
        <p:grpSp>
          <p:nvGrpSpPr>
            <p:cNvPr id="55575" name="Group 4">
              <a:extLst>
                <a:ext uri="{FF2B5EF4-FFF2-40B4-BE49-F238E27FC236}">
                  <a16:creationId xmlns:a16="http://schemas.microsoft.com/office/drawing/2014/main" id="{01CF53E1-C026-4A60-8F76-B2CEC42D4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9" y="949"/>
              <a:ext cx="840" cy="1760"/>
              <a:chOff x="539" y="949"/>
              <a:chExt cx="840" cy="1760"/>
            </a:xfrm>
          </p:grpSpPr>
          <p:sp>
            <p:nvSpPr>
              <p:cNvPr id="55627" name="Freeform 5">
                <a:extLst>
                  <a:ext uri="{FF2B5EF4-FFF2-40B4-BE49-F238E27FC236}">
                    <a16:creationId xmlns:a16="http://schemas.microsoft.com/office/drawing/2014/main" id="{5BC2DCFA-1B88-40A8-AF9F-ED9B5EECB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677"/>
                <a:ext cx="110" cy="32"/>
              </a:xfrm>
              <a:custGeom>
                <a:avLst/>
                <a:gdLst>
                  <a:gd name="T0" fmla="*/ 583 w 44"/>
                  <a:gd name="T1" fmla="*/ 35 h 12"/>
                  <a:gd name="T2" fmla="*/ 33 w 44"/>
                  <a:gd name="T3" fmla="*/ 0 h 12"/>
                  <a:gd name="T4" fmla="*/ 20 w 44"/>
                  <a:gd name="T5" fmla="*/ 0 h 12"/>
                  <a:gd name="T6" fmla="*/ 158 w 44"/>
                  <a:gd name="T7" fmla="*/ 149 h 12"/>
                  <a:gd name="T8" fmla="*/ 658 w 44"/>
                  <a:gd name="T9" fmla="*/ 136 h 12"/>
                  <a:gd name="T10" fmla="*/ 675 w 44"/>
                  <a:gd name="T11" fmla="*/ 35 h 12"/>
                  <a:gd name="T12" fmla="*/ 583 w 44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2">
                    <a:moveTo>
                      <a:pt x="37" y="2"/>
                    </a:moveTo>
                    <a:cubicBezTo>
                      <a:pt x="21" y="3"/>
                      <a:pt x="12" y="3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7"/>
                      <a:pt x="5" y="6"/>
                      <a:pt x="10" y="8"/>
                    </a:cubicBezTo>
                    <a:cubicBezTo>
                      <a:pt x="16" y="9"/>
                      <a:pt x="32" y="12"/>
                      <a:pt x="42" y="7"/>
                    </a:cubicBezTo>
                    <a:cubicBezTo>
                      <a:pt x="43" y="6"/>
                      <a:pt x="44" y="3"/>
                      <a:pt x="43" y="2"/>
                    </a:cubicBezTo>
                    <a:cubicBezTo>
                      <a:pt x="41" y="2"/>
                      <a:pt x="39" y="2"/>
                      <a:pt x="37" y="2"/>
                    </a:cubicBezTo>
                    <a:close/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8" name="Freeform 6">
                <a:extLst>
                  <a:ext uri="{FF2B5EF4-FFF2-40B4-BE49-F238E27FC236}">
                    <a16:creationId xmlns:a16="http://schemas.microsoft.com/office/drawing/2014/main" id="{DBF820E5-6471-474A-AB1E-9EDBB6802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706"/>
                <a:ext cx="708" cy="981"/>
              </a:xfrm>
              <a:custGeom>
                <a:avLst/>
                <a:gdLst>
                  <a:gd name="T0" fmla="*/ 1929 w 283"/>
                  <a:gd name="T1" fmla="*/ 21 h 368"/>
                  <a:gd name="T2" fmla="*/ 1501 w 283"/>
                  <a:gd name="T3" fmla="*/ 149 h 368"/>
                  <a:gd name="T4" fmla="*/ 988 w 283"/>
                  <a:gd name="T5" fmla="*/ 419 h 368"/>
                  <a:gd name="T6" fmla="*/ 688 w 283"/>
                  <a:gd name="T7" fmla="*/ 1002 h 368"/>
                  <a:gd name="T8" fmla="*/ 625 w 283"/>
                  <a:gd name="T9" fmla="*/ 832 h 368"/>
                  <a:gd name="T10" fmla="*/ 595 w 283"/>
                  <a:gd name="T11" fmla="*/ 1160 h 368"/>
                  <a:gd name="T12" fmla="*/ 345 w 283"/>
                  <a:gd name="T13" fmla="*/ 1613 h 368"/>
                  <a:gd name="T14" fmla="*/ 313 w 283"/>
                  <a:gd name="T15" fmla="*/ 1514 h 368"/>
                  <a:gd name="T16" fmla="*/ 283 w 283"/>
                  <a:gd name="T17" fmla="*/ 1783 h 368"/>
                  <a:gd name="T18" fmla="*/ 270 w 283"/>
                  <a:gd name="T19" fmla="*/ 2239 h 368"/>
                  <a:gd name="T20" fmla="*/ 113 w 283"/>
                  <a:gd name="T21" fmla="*/ 2218 h 368"/>
                  <a:gd name="T22" fmla="*/ 125 w 283"/>
                  <a:gd name="T23" fmla="*/ 2636 h 368"/>
                  <a:gd name="T24" fmla="*/ 145 w 283"/>
                  <a:gd name="T25" fmla="*/ 3148 h 368"/>
                  <a:gd name="T26" fmla="*/ 95 w 283"/>
                  <a:gd name="T27" fmla="*/ 2991 h 368"/>
                  <a:gd name="T28" fmla="*/ 83 w 283"/>
                  <a:gd name="T29" fmla="*/ 3524 h 368"/>
                  <a:gd name="T30" fmla="*/ 125 w 283"/>
                  <a:gd name="T31" fmla="*/ 4049 h 368"/>
                  <a:gd name="T32" fmla="*/ 20 w 283"/>
                  <a:gd name="T33" fmla="*/ 4071 h 368"/>
                  <a:gd name="T34" fmla="*/ 63 w 283"/>
                  <a:gd name="T35" fmla="*/ 4356 h 368"/>
                  <a:gd name="T36" fmla="*/ 238 w 283"/>
                  <a:gd name="T37" fmla="*/ 5004 h 368"/>
                  <a:gd name="T38" fmla="*/ 470 w 283"/>
                  <a:gd name="T39" fmla="*/ 5721 h 368"/>
                  <a:gd name="T40" fmla="*/ 721 w 283"/>
                  <a:gd name="T41" fmla="*/ 6267 h 368"/>
                  <a:gd name="T42" fmla="*/ 1146 w 283"/>
                  <a:gd name="T43" fmla="*/ 6574 h 368"/>
                  <a:gd name="T44" fmla="*/ 1584 w 283"/>
                  <a:gd name="T45" fmla="*/ 6835 h 368"/>
                  <a:gd name="T46" fmla="*/ 2242 w 283"/>
                  <a:gd name="T47" fmla="*/ 6936 h 368"/>
                  <a:gd name="T48" fmla="*/ 2784 w 283"/>
                  <a:gd name="T49" fmla="*/ 6779 h 368"/>
                  <a:gd name="T50" fmla="*/ 3160 w 283"/>
                  <a:gd name="T51" fmla="*/ 6518 h 368"/>
                  <a:gd name="T52" fmla="*/ 3663 w 283"/>
                  <a:gd name="T53" fmla="*/ 5870 h 368"/>
                  <a:gd name="T54" fmla="*/ 4005 w 283"/>
                  <a:gd name="T55" fmla="*/ 5457 h 368"/>
                  <a:gd name="T56" fmla="*/ 4180 w 283"/>
                  <a:gd name="T57" fmla="*/ 5174 h 368"/>
                  <a:gd name="T58" fmla="*/ 4118 w 283"/>
                  <a:gd name="T59" fmla="*/ 5060 h 368"/>
                  <a:gd name="T60" fmla="*/ 4276 w 283"/>
                  <a:gd name="T61" fmla="*/ 4718 h 368"/>
                  <a:gd name="T62" fmla="*/ 4381 w 283"/>
                  <a:gd name="T63" fmla="*/ 4526 h 368"/>
                  <a:gd name="T64" fmla="*/ 4306 w 283"/>
                  <a:gd name="T65" fmla="*/ 4391 h 368"/>
                  <a:gd name="T66" fmla="*/ 4413 w 283"/>
                  <a:gd name="T67" fmla="*/ 3788 h 368"/>
                  <a:gd name="T68" fmla="*/ 4413 w 283"/>
                  <a:gd name="T69" fmla="*/ 3071 h 368"/>
                  <a:gd name="T70" fmla="*/ 4351 w 283"/>
                  <a:gd name="T71" fmla="*/ 2580 h 368"/>
                  <a:gd name="T72" fmla="*/ 4306 w 283"/>
                  <a:gd name="T73" fmla="*/ 2159 h 368"/>
                  <a:gd name="T74" fmla="*/ 4256 w 283"/>
                  <a:gd name="T75" fmla="*/ 2309 h 368"/>
                  <a:gd name="T76" fmla="*/ 4068 w 283"/>
                  <a:gd name="T77" fmla="*/ 1613 h 368"/>
                  <a:gd name="T78" fmla="*/ 3943 w 283"/>
                  <a:gd name="T79" fmla="*/ 1229 h 368"/>
                  <a:gd name="T80" fmla="*/ 3900 w 283"/>
                  <a:gd name="T81" fmla="*/ 1328 h 368"/>
                  <a:gd name="T82" fmla="*/ 3805 w 283"/>
                  <a:gd name="T83" fmla="*/ 1002 h 368"/>
                  <a:gd name="T84" fmla="*/ 3743 w 283"/>
                  <a:gd name="T85" fmla="*/ 760 h 368"/>
                  <a:gd name="T86" fmla="*/ 3680 w 283"/>
                  <a:gd name="T87" fmla="*/ 818 h 368"/>
                  <a:gd name="T88" fmla="*/ 3305 w 283"/>
                  <a:gd name="T89" fmla="*/ 341 h 368"/>
                  <a:gd name="T90" fmla="*/ 3035 w 283"/>
                  <a:gd name="T91" fmla="*/ 192 h 368"/>
                  <a:gd name="T92" fmla="*/ 2347 w 283"/>
                  <a:gd name="T93" fmla="*/ 35 h 368"/>
                  <a:gd name="T94" fmla="*/ 1929 w 283"/>
                  <a:gd name="T95" fmla="*/ 21 h 36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83" h="368">
                    <a:moveTo>
                      <a:pt x="123" y="1"/>
                    </a:moveTo>
                    <a:cubicBezTo>
                      <a:pt x="115" y="2"/>
                      <a:pt x="104" y="6"/>
                      <a:pt x="96" y="8"/>
                    </a:cubicBezTo>
                    <a:cubicBezTo>
                      <a:pt x="84" y="10"/>
                      <a:pt x="69" y="14"/>
                      <a:pt x="63" y="22"/>
                    </a:cubicBezTo>
                    <a:cubicBezTo>
                      <a:pt x="48" y="35"/>
                      <a:pt x="44" y="53"/>
                      <a:pt x="44" y="53"/>
                    </a:cubicBezTo>
                    <a:cubicBezTo>
                      <a:pt x="43" y="44"/>
                      <a:pt x="40" y="44"/>
                      <a:pt x="40" y="44"/>
                    </a:cubicBezTo>
                    <a:cubicBezTo>
                      <a:pt x="40" y="44"/>
                      <a:pt x="40" y="52"/>
                      <a:pt x="38" y="61"/>
                    </a:cubicBezTo>
                    <a:cubicBezTo>
                      <a:pt x="32" y="70"/>
                      <a:pt x="23" y="79"/>
                      <a:pt x="22" y="85"/>
                    </a:cubicBezTo>
                    <a:cubicBezTo>
                      <a:pt x="18" y="79"/>
                      <a:pt x="20" y="80"/>
                      <a:pt x="20" y="80"/>
                    </a:cubicBezTo>
                    <a:cubicBezTo>
                      <a:pt x="18" y="87"/>
                      <a:pt x="17" y="90"/>
                      <a:pt x="18" y="94"/>
                    </a:cubicBezTo>
                    <a:cubicBezTo>
                      <a:pt x="19" y="97"/>
                      <a:pt x="16" y="106"/>
                      <a:pt x="17" y="118"/>
                    </a:cubicBezTo>
                    <a:cubicBezTo>
                      <a:pt x="17" y="118"/>
                      <a:pt x="8" y="121"/>
                      <a:pt x="7" y="117"/>
                    </a:cubicBezTo>
                    <a:cubicBezTo>
                      <a:pt x="6" y="122"/>
                      <a:pt x="6" y="129"/>
                      <a:pt x="8" y="139"/>
                    </a:cubicBezTo>
                    <a:cubicBezTo>
                      <a:pt x="9" y="149"/>
                      <a:pt x="9" y="158"/>
                      <a:pt x="9" y="166"/>
                    </a:cubicBezTo>
                    <a:cubicBezTo>
                      <a:pt x="6" y="161"/>
                      <a:pt x="7" y="160"/>
                      <a:pt x="6" y="158"/>
                    </a:cubicBezTo>
                    <a:cubicBezTo>
                      <a:pt x="5" y="166"/>
                      <a:pt x="0" y="172"/>
                      <a:pt x="5" y="186"/>
                    </a:cubicBezTo>
                    <a:cubicBezTo>
                      <a:pt x="9" y="200"/>
                      <a:pt x="6" y="208"/>
                      <a:pt x="8" y="214"/>
                    </a:cubicBezTo>
                    <a:cubicBezTo>
                      <a:pt x="3" y="212"/>
                      <a:pt x="2" y="216"/>
                      <a:pt x="1" y="215"/>
                    </a:cubicBezTo>
                    <a:cubicBezTo>
                      <a:pt x="0" y="213"/>
                      <a:pt x="2" y="222"/>
                      <a:pt x="4" y="230"/>
                    </a:cubicBezTo>
                    <a:cubicBezTo>
                      <a:pt x="6" y="239"/>
                      <a:pt x="10" y="258"/>
                      <a:pt x="15" y="264"/>
                    </a:cubicBezTo>
                    <a:cubicBezTo>
                      <a:pt x="20" y="271"/>
                      <a:pt x="15" y="287"/>
                      <a:pt x="30" y="302"/>
                    </a:cubicBezTo>
                    <a:cubicBezTo>
                      <a:pt x="29" y="310"/>
                      <a:pt x="33" y="322"/>
                      <a:pt x="46" y="331"/>
                    </a:cubicBezTo>
                    <a:cubicBezTo>
                      <a:pt x="59" y="339"/>
                      <a:pt x="66" y="340"/>
                      <a:pt x="73" y="347"/>
                    </a:cubicBezTo>
                    <a:cubicBezTo>
                      <a:pt x="81" y="353"/>
                      <a:pt x="87" y="356"/>
                      <a:pt x="101" y="361"/>
                    </a:cubicBezTo>
                    <a:cubicBezTo>
                      <a:pt x="114" y="366"/>
                      <a:pt x="123" y="368"/>
                      <a:pt x="143" y="366"/>
                    </a:cubicBezTo>
                    <a:cubicBezTo>
                      <a:pt x="160" y="365"/>
                      <a:pt x="166" y="362"/>
                      <a:pt x="178" y="358"/>
                    </a:cubicBezTo>
                    <a:cubicBezTo>
                      <a:pt x="189" y="353"/>
                      <a:pt x="197" y="350"/>
                      <a:pt x="202" y="344"/>
                    </a:cubicBezTo>
                    <a:cubicBezTo>
                      <a:pt x="216" y="340"/>
                      <a:pt x="232" y="315"/>
                      <a:pt x="234" y="310"/>
                    </a:cubicBezTo>
                    <a:cubicBezTo>
                      <a:pt x="239" y="308"/>
                      <a:pt x="254" y="290"/>
                      <a:pt x="256" y="288"/>
                    </a:cubicBezTo>
                    <a:cubicBezTo>
                      <a:pt x="257" y="285"/>
                      <a:pt x="267" y="277"/>
                      <a:pt x="267" y="273"/>
                    </a:cubicBezTo>
                    <a:cubicBezTo>
                      <a:pt x="262" y="275"/>
                      <a:pt x="261" y="270"/>
                      <a:pt x="263" y="267"/>
                    </a:cubicBezTo>
                    <a:cubicBezTo>
                      <a:pt x="265" y="264"/>
                      <a:pt x="273" y="255"/>
                      <a:pt x="273" y="249"/>
                    </a:cubicBezTo>
                    <a:cubicBezTo>
                      <a:pt x="277" y="244"/>
                      <a:pt x="280" y="239"/>
                      <a:pt x="280" y="239"/>
                    </a:cubicBezTo>
                    <a:cubicBezTo>
                      <a:pt x="276" y="239"/>
                      <a:pt x="273" y="240"/>
                      <a:pt x="275" y="232"/>
                    </a:cubicBezTo>
                    <a:cubicBezTo>
                      <a:pt x="276" y="225"/>
                      <a:pt x="283" y="211"/>
                      <a:pt x="282" y="200"/>
                    </a:cubicBezTo>
                    <a:cubicBezTo>
                      <a:pt x="282" y="183"/>
                      <a:pt x="282" y="174"/>
                      <a:pt x="282" y="162"/>
                    </a:cubicBezTo>
                    <a:cubicBezTo>
                      <a:pt x="281" y="151"/>
                      <a:pt x="278" y="142"/>
                      <a:pt x="278" y="136"/>
                    </a:cubicBezTo>
                    <a:cubicBezTo>
                      <a:pt x="278" y="130"/>
                      <a:pt x="275" y="114"/>
                      <a:pt x="275" y="114"/>
                    </a:cubicBezTo>
                    <a:cubicBezTo>
                      <a:pt x="275" y="114"/>
                      <a:pt x="275" y="117"/>
                      <a:pt x="272" y="122"/>
                    </a:cubicBezTo>
                    <a:cubicBezTo>
                      <a:pt x="271" y="106"/>
                      <a:pt x="261" y="91"/>
                      <a:pt x="260" y="85"/>
                    </a:cubicBezTo>
                    <a:cubicBezTo>
                      <a:pt x="259" y="79"/>
                      <a:pt x="252" y="65"/>
                      <a:pt x="252" y="65"/>
                    </a:cubicBezTo>
                    <a:cubicBezTo>
                      <a:pt x="252" y="65"/>
                      <a:pt x="253" y="66"/>
                      <a:pt x="249" y="70"/>
                    </a:cubicBezTo>
                    <a:cubicBezTo>
                      <a:pt x="248" y="63"/>
                      <a:pt x="242" y="59"/>
                      <a:pt x="243" y="53"/>
                    </a:cubicBezTo>
                    <a:cubicBezTo>
                      <a:pt x="243" y="47"/>
                      <a:pt x="239" y="40"/>
                      <a:pt x="239" y="40"/>
                    </a:cubicBezTo>
                    <a:cubicBezTo>
                      <a:pt x="239" y="40"/>
                      <a:pt x="240" y="43"/>
                      <a:pt x="235" y="43"/>
                    </a:cubicBezTo>
                    <a:cubicBezTo>
                      <a:pt x="230" y="30"/>
                      <a:pt x="211" y="18"/>
                      <a:pt x="211" y="18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82" y="5"/>
                      <a:pt x="160" y="2"/>
                      <a:pt x="150" y="2"/>
                    </a:cubicBezTo>
                    <a:cubicBezTo>
                      <a:pt x="145" y="2"/>
                      <a:pt x="136" y="0"/>
                      <a:pt x="123" y="1"/>
                    </a:cubicBezTo>
                    <a:close/>
                  </a:path>
                </a:pathLst>
              </a:custGeom>
              <a:solidFill>
                <a:srgbClr val="DE9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29" name="Freeform 7">
                <a:extLst>
                  <a:ext uri="{FF2B5EF4-FFF2-40B4-BE49-F238E27FC236}">
                    <a16:creationId xmlns:a16="http://schemas.microsoft.com/office/drawing/2014/main" id="{840E6DE5-D91C-4D4D-B0C0-AEE7A56B8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949"/>
                <a:ext cx="807" cy="880"/>
              </a:xfrm>
              <a:custGeom>
                <a:avLst/>
                <a:gdLst>
                  <a:gd name="T0" fmla="*/ 355 w 323"/>
                  <a:gd name="T1" fmla="*/ 5576 h 330"/>
                  <a:gd name="T2" fmla="*/ 1417 w 323"/>
                  <a:gd name="T3" fmla="*/ 5235 h 330"/>
                  <a:gd name="T4" fmla="*/ 1137 w 323"/>
                  <a:gd name="T5" fmla="*/ 5539 h 330"/>
                  <a:gd name="T6" fmla="*/ 1417 w 323"/>
                  <a:gd name="T7" fmla="*/ 5667 h 330"/>
                  <a:gd name="T8" fmla="*/ 1104 w 323"/>
                  <a:gd name="T9" fmla="*/ 6259 h 330"/>
                  <a:gd name="T10" fmla="*/ 1749 w 323"/>
                  <a:gd name="T11" fmla="*/ 5880 h 330"/>
                  <a:gd name="T12" fmla="*/ 1811 w 323"/>
                  <a:gd name="T13" fmla="*/ 5803 h 330"/>
                  <a:gd name="T14" fmla="*/ 2321 w 323"/>
                  <a:gd name="T15" fmla="*/ 5539 h 330"/>
                  <a:gd name="T16" fmla="*/ 2746 w 323"/>
                  <a:gd name="T17" fmla="*/ 5405 h 330"/>
                  <a:gd name="T18" fmla="*/ 3166 w 323"/>
                  <a:gd name="T19" fmla="*/ 5427 h 330"/>
                  <a:gd name="T20" fmla="*/ 3840 w 323"/>
                  <a:gd name="T21" fmla="*/ 5555 h 330"/>
                  <a:gd name="T22" fmla="*/ 4620 w 323"/>
                  <a:gd name="T23" fmla="*/ 5803 h 330"/>
                  <a:gd name="T24" fmla="*/ 4100 w 323"/>
                  <a:gd name="T25" fmla="*/ 5325 h 330"/>
                  <a:gd name="T26" fmla="*/ 5037 w 323"/>
                  <a:gd name="T27" fmla="*/ 4493 h 330"/>
                  <a:gd name="T28" fmla="*/ 4100 w 323"/>
                  <a:gd name="T29" fmla="*/ 4928 h 330"/>
                  <a:gd name="T30" fmla="*/ 4632 w 323"/>
                  <a:gd name="T31" fmla="*/ 3789 h 330"/>
                  <a:gd name="T32" fmla="*/ 3978 w 323"/>
                  <a:gd name="T33" fmla="*/ 4437 h 330"/>
                  <a:gd name="T34" fmla="*/ 4882 w 323"/>
                  <a:gd name="T35" fmla="*/ 2808 h 330"/>
                  <a:gd name="T36" fmla="*/ 4070 w 323"/>
                  <a:gd name="T37" fmla="*/ 3051 h 330"/>
                  <a:gd name="T38" fmla="*/ 5037 w 323"/>
                  <a:gd name="T39" fmla="*/ 1912 h 330"/>
                  <a:gd name="T40" fmla="*/ 3933 w 323"/>
                  <a:gd name="T41" fmla="*/ 2581 h 330"/>
                  <a:gd name="T42" fmla="*/ 4725 w 323"/>
                  <a:gd name="T43" fmla="*/ 648 h 330"/>
                  <a:gd name="T44" fmla="*/ 3758 w 323"/>
                  <a:gd name="T45" fmla="*/ 1971 h 330"/>
                  <a:gd name="T46" fmla="*/ 3903 w 323"/>
                  <a:gd name="T47" fmla="*/ 1173 h 330"/>
                  <a:gd name="T48" fmla="*/ 3478 w 323"/>
                  <a:gd name="T49" fmla="*/ 1856 h 330"/>
                  <a:gd name="T50" fmla="*/ 3478 w 323"/>
                  <a:gd name="T51" fmla="*/ 0 h 330"/>
                  <a:gd name="T52" fmla="*/ 2916 w 323"/>
                  <a:gd name="T53" fmla="*/ 1216 h 330"/>
                  <a:gd name="T54" fmla="*/ 2841 w 323"/>
                  <a:gd name="T55" fmla="*/ 136 h 330"/>
                  <a:gd name="T56" fmla="*/ 2446 w 323"/>
                  <a:gd name="T57" fmla="*/ 1251 h 330"/>
                  <a:gd name="T58" fmla="*/ 2279 w 323"/>
                  <a:gd name="T59" fmla="*/ 1059 h 330"/>
                  <a:gd name="T60" fmla="*/ 2259 w 323"/>
                  <a:gd name="T61" fmla="*/ 2069 h 330"/>
                  <a:gd name="T62" fmla="*/ 967 w 323"/>
                  <a:gd name="T63" fmla="*/ 568 h 330"/>
                  <a:gd name="T64" fmla="*/ 1229 w 323"/>
                  <a:gd name="T65" fmla="*/ 1421 h 330"/>
                  <a:gd name="T66" fmla="*/ 812 w 323"/>
                  <a:gd name="T67" fmla="*/ 1421 h 330"/>
                  <a:gd name="T68" fmla="*/ 1542 w 323"/>
                  <a:gd name="T69" fmla="*/ 2653 h 330"/>
                  <a:gd name="T70" fmla="*/ 312 w 323"/>
                  <a:gd name="T71" fmla="*/ 2637 h 330"/>
                  <a:gd name="T72" fmla="*/ 1604 w 323"/>
                  <a:gd name="T73" fmla="*/ 3549 h 330"/>
                  <a:gd name="T74" fmla="*/ 62 w 323"/>
                  <a:gd name="T75" fmla="*/ 3960 h 330"/>
                  <a:gd name="T76" fmla="*/ 1811 w 323"/>
                  <a:gd name="T77" fmla="*/ 4403 h 330"/>
                  <a:gd name="T78" fmla="*/ 0 w 323"/>
                  <a:gd name="T79" fmla="*/ 4493 h 330"/>
                  <a:gd name="T80" fmla="*/ 1562 w 323"/>
                  <a:gd name="T81" fmla="*/ 4779 h 330"/>
                  <a:gd name="T82" fmla="*/ 355 w 323"/>
                  <a:gd name="T83" fmla="*/ 5576 h 3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23" h="330">
                    <a:moveTo>
                      <a:pt x="23" y="294"/>
                    </a:moveTo>
                    <a:cubicBezTo>
                      <a:pt x="35" y="282"/>
                      <a:pt x="81" y="271"/>
                      <a:pt x="91" y="276"/>
                    </a:cubicBezTo>
                    <a:cubicBezTo>
                      <a:pt x="83" y="279"/>
                      <a:pt x="73" y="292"/>
                      <a:pt x="73" y="292"/>
                    </a:cubicBezTo>
                    <a:cubicBezTo>
                      <a:pt x="73" y="292"/>
                      <a:pt x="85" y="295"/>
                      <a:pt x="91" y="299"/>
                    </a:cubicBezTo>
                    <a:cubicBezTo>
                      <a:pt x="91" y="299"/>
                      <a:pt x="69" y="314"/>
                      <a:pt x="71" y="330"/>
                    </a:cubicBezTo>
                    <a:cubicBezTo>
                      <a:pt x="76" y="319"/>
                      <a:pt x="97" y="308"/>
                      <a:pt x="112" y="310"/>
                    </a:cubicBezTo>
                    <a:cubicBezTo>
                      <a:pt x="114" y="308"/>
                      <a:pt x="115" y="307"/>
                      <a:pt x="116" y="306"/>
                    </a:cubicBezTo>
                    <a:cubicBezTo>
                      <a:pt x="122" y="298"/>
                      <a:pt x="137" y="294"/>
                      <a:pt x="149" y="292"/>
                    </a:cubicBezTo>
                    <a:cubicBezTo>
                      <a:pt x="157" y="290"/>
                      <a:pt x="168" y="286"/>
                      <a:pt x="176" y="285"/>
                    </a:cubicBezTo>
                    <a:cubicBezTo>
                      <a:pt x="189" y="284"/>
                      <a:pt x="198" y="286"/>
                      <a:pt x="203" y="286"/>
                    </a:cubicBezTo>
                    <a:cubicBezTo>
                      <a:pt x="212" y="286"/>
                      <a:pt x="234" y="289"/>
                      <a:pt x="246" y="293"/>
                    </a:cubicBezTo>
                    <a:cubicBezTo>
                      <a:pt x="270" y="295"/>
                      <a:pt x="291" y="299"/>
                      <a:pt x="296" y="306"/>
                    </a:cubicBezTo>
                    <a:cubicBezTo>
                      <a:pt x="292" y="297"/>
                      <a:pt x="273" y="283"/>
                      <a:pt x="263" y="281"/>
                    </a:cubicBezTo>
                    <a:cubicBezTo>
                      <a:pt x="267" y="260"/>
                      <a:pt x="305" y="245"/>
                      <a:pt x="323" y="237"/>
                    </a:cubicBezTo>
                    <a:cubicBezTo>
                      <a:pt x="307" y="232"/>
                      <a:pt x="269" y="244"/>
                      <a:pt x="263" y="260"/>
                    </a:cubicBezTo>
                    <a:cubicBezTo>
                      <a:pt x="263" y="238"/>
                      <a:pt x="282" y="214"/>
                      <a:pt x="297" y="200"/>
                    </a:cubicBezTo>
                    <a:cubicBezTo>
                      <a:pt x="280" y="205"/>
                      <a:pt x="261" y="219"/>
                      <a:pt x="255" y="234"/>
                    </a:cubicBezTo>
                    <a:cubicBezTo>
                      <a:pt x="261" y="200"/>
                      <a:pt x="301" y="150"/>
                      <a:pt x="313" y="148"/>
                    </a:cubicBezTo>
                    <a:cubicBezTo>
                      <a:pt x="303" y="143"/>
                      <a:pt x="273" y="144"/>
                      <a:pt x="261" y="161"/>
                    </a:cubicBezTo>
                    <a:cubicBezTo>
                      <a:pt x="277" y="130"/>
                      <a:pt x="311" y="104"/>
                      <a:pt x="323" y="101"/>
                    </a:cubicBezTo>
                    <a:cubicBezTo>
                      <a:pt x="306" y="101"/>
                      <a:pt x="265" y="112"/>
                      <a:pt x="252" y="136"/>
                    </a:cubicBezTo>
                    <a:cubicBezTo>
                      <a:pt x="261" y="101"/>
                      <a:pt x="291" y="50"/>
                      <a:pt x="303" y="34"/>
                    </a:cubicBezTo>
                    <a:cubicBezTo>
                      <a:pt x="290" y="38"/>
                      <a:pt x="251" y="80"/>
                      <a:pt x="241" y="104"/>
                    </a:cubicBezTo>
                    <a:cubicBezTo>
                      <a:pt x="241" y="104"/>
                      <a:pt x="246" y="69"/>
                      <a:pt x="250" y="62"/>
                    </a:cubicBezTo>
                    <a:cubicBezTo>
                      <a:pt x="250" y="62"/>
                      <a:pt x="232" y="78"/>
                      <a:pt x="223" y="98"/>
                    </a:cubicBezTo>
                    <a:cubicBezTo>
                      <a:pt x="228" y="76"/>
                      <a:pt x="228" y="21"/>
                      <a:pt x="223" y="0"/>
                    </a:cubicBezTo>
                    <a:cubicBezTo>
                      <a:pt x="219" y="13"/>
                      <a:pt x="193" y="55"/>
                      <a:pt x="187" y="64"/>
                    </a:cubicBezTo>
                    <a:cubicBezTo>
                      <a:pt x="184" y="54"/>
                      <a:pt x="177" y="23"/>
                      <a:pt x="182" y="7"/>
                    </a:cubicBezTo>
                    <a:cubicBezTo>
                      <a:pt x="173" y="12"/>
                      <a:pt x="159" y="50"/>
                      <a:pt x="157" y="66"/>
                    </a:cubicBezTo>
                    <a:cubicBezTo>
                      <a:pt x="157" y="66"/>
                      <a:pt x="151" y="59"/>
                      <a:pt x="146" y="56"/>
                    </a:cubicBezTo>
                    <a:cubicBezTo>
                      <a:pt x="146" y="56"/>
                      <a:pt x="149" y="84"/>
                      <a:pt x="145" y="109"/>
                    </a:cubicBezTo>
                    <a:cubicBezTo>
                      <a:pt x="125" y="68"/>
                      <a:pt x="80" y="36"/>
                      <a:pt x="62" y="30"/>
                    </a:cubicBezTo>
                    <a:cubicBezTo>
                      <a:pt x="67" y="37"/>
                      <a:pt x="78" y="58"/>
                      <a:pt x="79" y="75"/>
                    </a:cubicBezTo>
                    <a:cubicBezTo>
                      <a:pt x="79" y="75"/>
                      <a:pt x="67" y="70"/>
                      <a:pt x="52" y="75"/>
                    </a:cubicBezTo>
                    <a:cubicBezTo>
                      <a:pt x="70" y="86"/>
                      <a:pt x="84" y="125"/>
                      <a:pt x="99" y="140"/>
                    </a:cubicBezTo>
                    <a:cubicBezTo>
                      <a:pt x="82" y="134"/>
                      <a:pt x="49" y="134"/>
                      <a:pt x="20" y="139"/>
                    </a:cubicBezTo>
                    <a:cubicBezTo>
                      <a:pt x="54" y="142"/>
                      <a:pt x="95" y="171"/>
                      <a:pt x="103" y="187"/>
                    </a:cubicBezTo>
                    <a:cubicBezTo>
                      <a:pt x="83" y="183"/>
                      <a:pt x="19" y="188"/>
                      <a:pt x="4" y="209"/>
                    </a:cubicBezTo>
                    <a:cubicBezTo>
                      <a:pt x="66" y="201"/>
                      <a:pt x="107" y="221"/>
                      <a:pt x="116" y="232"/>
                    </a:cubicBezTo>
                    <a:cubicBezTo>
                      <a:pt x="76" y="210"/>
                      <a:pt x="17" y="223"/>
                      <a:pt x="0" y="237"/>
                    </a:cubicBezTo>
                    <a:cubicBezTo>
                      <a:pt x="24" y="224"/>
                      <a:pt x="89" y="236"/>
                      <a:pt x="100" y="252"/>
                    </a:cubicBezTo>
                    <a:cubicBezTo>
                      <a:pt x="60" y="253"/>
                      <a:pt x="32" y="275"/>
                      <a:pt x="23" y="294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0" name="Freeform 8">
                <a:extLst>
                  <a:ext uri="{FF2B5EF4-FFF2-40B4-BE49-F238E27FC236}">
                    <a16:creationId xmlns:a16="http://schemas.microsoft.com/office/drawing/2014/main" id="{F49233A6-B17E-49DD-92AA-FC5170BF4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250"/>
                <a:ext cx="160" cy="355"/>
              </a:xfrm>
              <a:custGeom>
                <a:avLst/>
                <a:gdLst>
                  <a:gd name="T0" fmla="*/ 938 w 64"/>
                  <a:gd name="T1" fmla="*/ 0 h 133"/>
                  <a:gd name="T2" fmla="*/ 833 w 64"/>
                  <a:gd name="T3" fmla="*/ 1409 h 133"/>
                  <a:gd name="T4" fmla="*/ 783 w 64"/>
                  <a:gd name="T5" fmla="*/ 1367 h 133"/>
                  <a:gd name="T6" fmla="*/ 125 w 64"/>
                  <a:gd name="T7" fmla="*/ 2530 h 133"/>
                  <a:gd name="T8" fmla="*/ 220 w 64"/>
                  <a:gd name="T9" fmla="*/ 934 h 133"/>
                  <a:gd name="T10" fmla="*/ 938 w 64"/>
                  <a:gd name="T11" fmla="*/ 0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133">
                    <a:moveTo>
                      <a:pt x="60" y="0"/>
                    </a:moveTo>
                    <a:cubicBezTo>
                      <a:pt x="64" y="11"/>
                      <a:pt x="59" y="57"/>
                      <a:pt x="53" y="74"/>
                    </a:cubicBezTo>
                    <a:cubicBezTo>
                      <a:pt x="52" y="73"/>
                      <a:pt x="50" y="72"/>
                      <a:pt x="50" y="72"/>
                    </a:cubicBezTo>
                    <a:cubicBezTo>
                      <a:pt x="50" y="72"/>
                      <a:pt x="15" y="106"/>
                      <a:pt x="8" y="133"/>
                    </a:cubicBezTo>
                    <a:cubicBezTo>
                      <a:pt x="3" y="118"/>
                      <a:pt x="0" y="76"/>
                      <a:pt x="14" y="49"/>
                    </a:cubicBezTo>
                    <a:cubicBezTo>
                      <a:pt x="29" y="23"/>
                      <a:pt x="60" y="0"/>
                      <a:pt x="60" y="0"/>
                    </a:cubicBezTo>
                    <a:close/>
                  </a:path>
                </a:pathLst>
              </a:custGeom>
              <a:solidFill>
                <a:srgbClr val="58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1" name="Freeform 9">
                <a:extLst>
                  <a:ext uri="{FF2B5EF4-FFF2-40B4-BE49-F238E27FC236}">
                    <a16:creationId xmlns:a16="http://schemas.microsoft.com/office/drawing/2014/main" id="{F94300D5-4617-4C8E-988C-B83C040EF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250"/>
                <a:ext cx="140" cy="347"/>
              </a:xfrm>
              <a:custGeom>
                <a:avLst/>
                <a:gdLst>
                  <a:gd name="T0" fmla="*/ 833 w 56"/>
                  <a:gd name="T1" fmla="*/ 0 h 130"/>
                  <a:gd name="T2" fmla="*/ 720 w 56"/>
                  <a:gd name="T3" fmla="*/ 1468 h 130"/>
                  <a:gd name="T4" fmla="*/ 363 w 56"/>
                  <a:gd name="T5" fmla="*/ 2130 h 130"/>
                  <a:gd name="T6" fmla="*/ 63 w 56"/>
                  <a:gd name="T7" fmla="*/ 2472 h 130"/>
                  <a:gd name="T8" fmla="*/ 0 w 56"/>
                  <a:gd name="T9" fmla="*/ 2472 h 130"/>
                  <a:gd name="T10" fmla="*/ 208 w 56"/>
                  <a:gd name="T11" fmla="*/ 1481 h 130"/>
                  <a:gd name="T12" fmla="*/ 833 w 56"/>
                  <a:gd name="T13" fmla="*/ 0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130">
                    <a:moveTo>
                      <a:pt x="53" y="0"/>
                    </a:moveTo>
                    <a:cubicBezTo>
                      <a:pt x="56" y="10"/>
                      <a:pt x="50" y="59"/>
                      <a:pt x="46" y="77"/>
                    </a:cubicBezTo>
                    <a:cubicBezTo>
                      <a:pt x="43" y="94"/>
                      <a:pt x="23" y="112"/>
                      <a:pt x="23" y="112"/>
                    </a:cubicBezTo>
                    <a:cubicBezTo>
                      <a:pt x="4" y="130"/>
                      <a:pt x="4" y="130"/>
                      <a:pt x="4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0"/>
                      <a:pt x="4" y="98"/>
                      <a:pt x="13" y="78"/>
                    </a:cubicBezTo>
                    <a:cubicBezTo>
                      <a:pt x="23" y="57"/>
                      <a:pt x="54" y="28"/>
                      <a:pt x="53" y="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2" name="Freeform 10">
                <a:extLst>
                  <a:ext uri="{FF2B5EF4-FFF2-40B4-BE49-F238E27FC236}">
                    <a16:creationId xmlns:a16="http://schemas.microsoft.com/office/drawing/2014/main" id="{D530DE4C-915E-42D0-B04F-AD6AF5DDB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255"/>
                <a:ext cx="163" cy="259"/>
              </a:xfrm>
              <a:custGeom>
                <a:avLst/>
                <a:gdLst>
                  <a:gd name="T0" fmla="*/ 238 w 65"/>
                  <a:gd name="T1" fmla="*/ 1733 h 97"/>
                  <a:gd name="T2" fmla="*/ 534 w 65"/>
                  <a:gd name="T3" fmla="*/ 1503 h 97"/>
                  <a:gd name="T4" fmla="*/ 376 w 65"/>
                  <a:gd name="T5" fmla="*/ 1084 h 97"/>
                  <a:gd name="T6" fmla="*/ 188 w 65"/>
                  <a:gd name="T7" fmla="*/ 854 h 97"/>
                  <a:gd name="T8" fmla="*/ 33 w 65"/>
                  <a:gd name="T9" fmla="*/ 649 h 97"/>
                  <a:gd name="T10" fmla="*/ 63 w 65"/>
                  <a:gd name="T11" fmla="*/ 363 h 97"/>
                  <a:gd name="T12" fmla="*/ 0 w 65"/>
                  <a:gd name="T13" fmla="*/ 136 h 97"/>
                  <a:gd name="T14" fmla="*/ 346 w 65"/>
                  <a:gd name="T15" fmla="*/ 21 h 97"/>
                  <a:gd name="T16" fmla="*/ 271 w 65"/>
                  <a:gd name="T17" fmla="*/ 171 h 97"/>
                  <a:gd name="T18" fmla="*/ 271 w 65"/>
                  <a:gd name="T19" fmla="*/ 435 h 97"/>
                  <a:gd name="T20" fmla="*/ 409 w 65"/>
                  <a:gd name="T21" fmla="*/ 798 h 97"/>
                  <a:gd name="T22" fmla="*/ 617 w 65"/>
                  <a:gd name="T23" fmla="*/ 721 h 97"/>
                  <a:gd name="T24" fmla="*/ 710 w 65"/>
                  <a:gd name="T25" fmla="*/ 435 h 97"/>
                  <a:gd name="T26" fmla="*/ 850 w 65"/>
                  <a:gd name="T27" fmla="*/ 777 h 97"/>
                  <a:gd name="T28" fmla="*/ 629 w 65"/>
                  <a:gd name="T29" fmla="*/ 969 h 97"/>
                  <a:gd name="T30" fmla="*/ 680 w 65"/>
                  <a:gd name="T31" fmla="*/ 1298 h 97"/>
                  <a:gd name="T32" fmla="*/ 805 w 65"/>
                  <a:gd name="T33" fmla="*/ 1525 h 97"/>
                  <a:gd name="T34" fmla="*/ 1026 w 65"/>
                  <a:gd name="T35" fmla="*/ 1447 h 97"/>
                  <a:gd name="T36" fmla="*/ 880 w 65"/>
                  <a:gd name="T37" fmla="*/ 1848 h 97"/>
                  <a:gd name="T38" fmla="*/ 584 w 65"/>
                  <a:gd name="T39" fmla="*/ 1848 h 97"/>
                  <a:gd name="T40" fmla="*/ 504 w 65"/>
                  <a:gd name="T41" fmla="*/ 1826 h 97"/>
                  <a:gd name="T42" fmla="*/ 396 w 65"/>
                  <a:gd name="T43" fmla="*/ 1848 h 97"/>
                  <a:gd name="T44" fmla="*/ 208 w 65"/>
                  <a:gd name="T45" fmla="*/ 1789 h 9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5" h="97">
                    <a:moveTo>
                      <a:pt x="15" y="91"/>
                    </a:moveTo>
                    <a:cubicBezTo>
                      <a:pt x="21" y="86"/>
                      <a:pt x="31" y="87"/>
                      <a:pt x="34" y="79"/>
                    </a:cubicBezTo>
                    <a:cubicBezTo>
                      <a:pt x="27" y="75"/>
                      <a:pt x="28" y="63"/>
                      <a:pt x="24" y="57"/>
                    </a:cubicBezTo>
                    <a:cubicBezTo>
                      <a:pt x="21" y="53"/>
                      <a:pt x="16" y="49"/>
                      <a:pt x="12" y="45"/>
                    </a:cubicBezTo>
                    <a:cubicBezTo>
                      <a:pt x="8" y="42"/>
                      <a:pt x="3" y="39"/>
                      <a:pt x="2" y="34"/>
                    </a:cubicBezTo>
                    <a:cubicBezTo>
                      <a:pt x="1" y="29"/>
                      <a:pt x="4" y="23"/>
                      <a:pt x="4" y="19"/>
                    </a:cubicBezTo>
                    <a:cubicBezTo>
                      <a:pt x="5" y="14"/>
                      <a:pt x="5" y="8"/>
                      <a:pt x="0" y="7"/>
                    </a:cubicBezTo>
                    <a:cubicBezTo>
                      <a:pt x="1" y="1"/>
                      <a:pt x="17" y="0"/>
                      <a:pt x="22" y="1"/>
                    </a:cubicBezTo>
                    <a:cubicBezTo>
                      <a:pt x="19" y="4"/>
                      <a:pt x="18" y="5"/>
                      <a:pt x="17" y="9"/>
                    </a:cubicBezTo>
                    <a:cubicBezTo>
                      <a:pt x="16" y="12"/>
                      <a:pt x="17" y="19"/>
                      <a:pt x="17" y="23"/>
                    </a:cubicBezTo>
                    <a:cubicBezTo>
                      <a:pt x="17" y="29"/>
                      <a:pt x="20" y="38"/>
                      <a:pt x="26" y="42"/>
                    </a:cubicBezTo>
                    <a:cubicBezTo>
                      <a:pt x="31" y="45"/>
                      <a:pt x="34" y="41"/>
                      <a:pt x="39" y="38"/>
                    </a:cubicBezTo>
                    <a:cubicBezTo>
                      <a:pt x="44" y="34"/>
                      <a:pt x="44" y="29"/>
                      <a:pt x="45" y="23"/>
                    </a:cubicBezTo>
                    <a:cubicBezTo>
                      <a:pt x="46" y="31"/>
                      <a:pt x="47" y="38"/>
                      <a:pt x="54" y="41"/>
                    </a:cubicBezTo>
                    <a:cubicBezTo>
                      <a:pt x="50" y="43"/>
                      <a:pt x="43" y="47"/>
                      <a:pt x="40" y="51"/>
                    </a:cubicBezTo>
                    <a:cubicBezTo>
                      <a:pt x="35" y="57"/>
                      <a:pt x="41" y="62"/>
                      <a:pt x="43" y="68"/>
                    </a:cubicBezTo>
                    <a:cubicBezTo>
                      <a:pt x="45" y="71"/>
                      <a:pt x="46" y="78"/>
                      <a:pt x="51" y="80"/>
                    </a:cubicBezTo>
                    <a:cubicBezTo>
                      <a:pt x="56" y="82"/>
                      <a:pt x="60" y="76"/>
                      <a:pt x="65" y="76"/>
                    </a:cubicBezTo>
                    <a:cubicBezTo>
                      <a:pt x="63" y="82"/>
                      <a:pt x="53" y="91"/>
                      <a:pt x="56" y="97"/>
                    </a:cubicBezTo>
                    <a:cubicBezTo>
                      <a:pt x="53" y="87"/>
                      <a:pt x="43" y="96"/>
                      <a:pt x="37" y="97"/>
                    </a:cubicBezTo>
                    <a:cubicBezTo>
                      <a:pt x="36" y="97"/>
                      <a:pt x="34" y="96"/>
                      <a:pt x="32" y="96"/>
                    </a:cubicBezTo>
                    <a:cubicBezTo>
                      <a:pt x="29" y="96"/>
                      <a:pt x="27" y="97"/>
                      <a:pt x="25" y="97"/>
                    </a:cubicBezTo>
                    <a:cubicBezTo>
                      <a:pt x="21" y="97"/>
                      <a:pt x="17" y="95"/>
                      <a:pt x="13" y="94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3" name="Freeform 11">
                <a:extLst>
                  <a:ext uri="{FF2B5EF4-FFF2-40B4-BE49-F238E27FC236}">
                    <a16:creationId xmlns:a16="http://schemas.microsoft.com/office/drawing/2014/main" id="{8ED3CCAB-65EC-4E86-8180-E2F7C5BBB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474"/>
                <a:ext cx="137" cy="168"/>
              </a:xfrm>
              <a:custGeom>
                <a:avLst/>
                <a:gdLst>
                  <a:gd name="T0" fmla="*/ 0 w 55"/>
                  <a:gd name="T1" fmla="*/ 205 h 63"/>
                  <a:gd name="T2" fmla="*/ 262 w 55"/>
                  <a:gd name="T3" fmla="*/ 605 h 63"/>
                  <a:gd name="T4" fmla="*/ 167 w 55"/>
                  <a:gd name="T5" fmla="*/ 989 h 63"/>
                  <a:gd name="T6" fmla="*/ 291 w 55"/>
                  <a:gd name="T7" fmla="*/ 947 h 63"/>
                  <a:gd name="T8" fmla="*/ 404 w 55"/>
                  <a:gd name="T9" fmla="*/ 832 h 63"/>
                  <a:gd name="T10" fmla="*/ 541 w 55"/>
                  <a:gd name="T11" fmla="*/ 909 h 63"/>
                  <a:gd name="T12" fmla="*/ 849 w 55"/>
                  <a:gd name="T13" fmla="*/ 1139 h 63"/>
                  <a:gd name="T14" fmla="*/ 712 w 55"/>
                  <a:gd name="T15" fmla="*/ 832 h 63"/>
                  <a:gd name="T16" fmla="*/ 807 w 55"/>
                  <a:gd name="T17" fmla="*/ 568 h 63"/>
                  <a:gd name="T18" fmla="*/ 341 w 55"/>
                  <a:gd name="T19" fmla="*/ 0 h 63"/>
                  <a:gd name="T20" fmla="*/ 217 w 55"/>
                  <a:gd name="T21" fmla="*/ 0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63">
                    <a:moveTo>
                      <a:pt x="0" y="11"/>
                    </a:moveTo>
                    <a:cubicBezTo>
                      <a:pt x="9" y="9"/>
                      <a:pt x="15" y="26"/>
                      <a:pt x="17" y="32"/>
                    </a:cubicBezTo>
                    <a:cubicBezTo>
                      <a:pt x="19" y="39"/>
                      <a:pt x="15" y="46"/>
                      <a:pt x="11" y="52"/>
                    </a:cubicBezTo>
                    <a:cubicBezTo>
                      <a:pt x="13" y="51"/>
                      <a:pt x="17" y="51"/>
                      <a:pt x="19" y="50"/>
                    </a:cubicBezTo>
                    <a:cubicBezTo>
                      <a:pt x="22" y="49"/>
                      <a:pt x="24" y="46"/>
                      <a:pt x="26" y="44"/>
                    </a:cubicBezTo>
                    <a:cubicBezTo>
                      <a:pt x="31" y="42"/>
                      <a:pt x="32" y="44"/>
                      <a:pt x="35" y="48"/>
                    </a:cubicBezTo>
                    <a:cubicBezTo>
                      <a:pt x="40" y="53"/>
                      <a:pt x="48" y="63"/>
                      <a:pt x="55" y="60"/>
                    </a:cubicBezTo>
                    <a:cubicBezTo>
                      <a:pt x="50" y="56"/>
                      <a:pt x="47" y="51"/>
                      <a:pt x="46" y="44"/>
                    </a:cubicBezTo>
                    <a:cubicBezTo>
                      <a:pt x="46" y="38"/>
                      <a:pt x="50" y="35"/>
                      <a:pt x="52" y="30"/>
                    </a:cubicBezTo>
                    <a:cubicBezTo>
                      <a:pt x="40" y="45"/>
                      <a:pt x="19" y="12"/>
                      <a:pt x="22" y="0"/>
                    </a:cubicBezTo>
                    <a:cubicBezTo>
                      <a:pt x="19" y="2"/>
                      <a:pt x="16" y="2"/>
                      <a:pt x="14" y="0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4" name="Freeform 12">
                <a:extLst>
                  <a:ext uri="{FF2B5EF4-FFF2-40B4-BE49-F238E27FC236}">
                    <a16:creationId xmlns:a16="http://schemas.microsoft.com/office/drawing/2014/main" id="{787083F4-CF4C-47BD-9D77-D5F05E933A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6" y="2530"/>
                <a:ext cx="275" cy="155"/>
              </a:xfrm>
              <a:custGeom>
                <a:avLst/>
                <a:gdLst>
                  <a:gd name="T0" fmla="*/ 95 w 110"/>
                  <a:gd name="T1" fmla="*/ 492 h 58"/>
                  <a:gd name="T2" fmla="*/ 95 w 110"/>
                  <a:gd name="T3" fmla="*/ 478 h 58"/>
                  <a:gd name="T4" fmla="*/ 95 w 110"/>
                  <a:gd name="T5" fmla="*/ 492 h 58"/>
                  <a:gd name="T6" fmla="*/ 1708 w 110"/>
                  <a:gd name="T7" fmla="*/ 649 h 58"/>
                  <a:gd name="T8" fmla="*/ 1645 w 110"/>
                  <a:gd name="T9" fmla="*/ 457 h 58"/>
                  <a:gd name="T10" fmla="*/ 1613 w 110"/>
                  <a:gd name="T11" fmla="*/ 251 h 58"/>
                  <a:gd name="T12" fmla="*/ 1563 w 110"/>
                  <a:gd name="T13" fmla="*/ 78 h 58"/>
                  <a:gd name="T14" fmla="*/ 1533 w 110"/>
                  <a:gd name="T15" fmla="*/ 363 h 58"/>
                  <a:gd name="T16" fmla="*/ 1458 w 110"/>
                  <a:gd name="T17" fmla="*/ 615 h 58"/>
                  <a:gd name="T18" fmla="*/ 1283 w 110"/>
                  <a:gd name="T19" fmla="*/ 649 h 58"/>
                  <a:gd name="T20" fmla="*/ 1113 w 110"/>
                  <a:gd name="T21" fmla="*/ 671 h 58"/>
                  <a:gd name="T22" fmla="*/ 988 w 110"/>
                  <a:gd name="T23" fmla="*/ 593 h 58"/>
                  <a:gd name="T24" fmla="*/ 875 w 110"/>
                  <a:gd name="T25" fmla="*/ 379 h 58"/>
                  <a:gd name="T26" fmla="*/ 708 w 110"/>
                  <a:gd name="T27" fmla="*/ 0 h 58"/>
                  <a:gd name="T28" fmla="*/ 675 w 110"/>
                  <a:gd name="T29" fmla="*/ 171 h 58"/>
                  <a:gd name="T30" fmla="*/ 708 w 110"/>
                  <a:gd name="T31" fmla="*/ 379 h 58"/>
                  <a:gd name="T32" fmla="*/ 583 w 110"/>
                  <a:gd name="T33" fmla="*/ 615 h 58"/>
                  <a:gd name="T34" fmla="*/ 300 w 110"/>
                  <a:gd name="T35" fmla="*/ 687 h 58"/>
                  <a:gd name="T36" fmla="*/ 95 w 110"/>
                  <a:gd name="T37" fmla="*/ 492 h 58"/>
                  <a:gd name="T38" fmla="*/ 83 w 110"/>
                  <a:gd name="T39" fmla="*/ 687 h 58"/>
                  <a:gd name="T40" fmla="*/ 0 w 110"/>
                  <a:gd name="T41" fmla="*/ 957 h 58"/>
                  <a:gd name="T42" fmla="*/ 63 w 110"/>
                  <a:gd name="T43" fmla="*/ 970 h 58"/>
                  <a:gd name="T44" fmla="*/ 188 w 110"/>
                  <a:gd name="T45" fmla="*/ 879 h 58"/>
                  <a:gd name="T46" fmla="*/ 363 w 110"/>
                  <a:gd name="T47" fmla="*/ 991 h 58"/>
                  <a:gd name="T48" fmla="*/ 458 w 110"/>
                  <a:gd name="T49" fmla="*/ 1106 h 58"/>
                  <a:gd name="T50" fmla="*/ 770 w 110"/>
                  <a:gd name="T51" fmla="*/ 1085 h 58"/>
                  <a:gd name="T52" fmla="*/ 1313 w 110"/>
                  <a:gd name="T53" fmla="*/ 935 h 58"/>
                  <a:gd name="T54" fmla="*/ 1688 w 110"/>
                  <a:gd name="T55" fmla="*/ 671 h 58"/>
                  <a:gd name="T56" fmla="*/ 1720 w 110"/>
                  <a:gd name="T57" fmla="*/ 671 h 58"/>
                  <a:gd name="T58" fmla="*/ 1708 w 110"/>
                  <a:gd name="T59" fmla="*/ 649 h 5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0" h="58">
                    <a:moveTo>
                      <a:pt x="6" y="26"/>
                    </a:move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6"/>
                    </a:cubicBezTo>
                    <a:close/>
                    <a:moveTo>
                      <a:pt x="109" y="34"/>
                    </a:moveTo>
                    <a:cubicBezTo>
                      <a:pt x="108" y="29"/>
                      <a:pt x="107" y="28"/>
                      <a:pt x="105" y="24"/>
                    </a:cubicBezTo>
                    <a:cubicBezTo>
                      <a:pt x="103" y="21"/>
                      <a:pt x="104" y="16"/>
                      <a:pt x="103" y="13"/>
                    </a:cubicBezTo>
                    <a:cubicBezTo>
                      <a:pt x="102" y="10"/>
                      <a:pt x="101" y="7"/>
                      <a:pt x="100" y="4"/>
                    </a:cubicBezTo>
                    <a:cubicBezTo>
                      <a:pt x="99" y="9"/>
                      <a:pt x="97" y="14"/>
                      <a:pt x="98" y="19"/>
                    </a:cubicBezTo>
                    <a:cubicBezTo>
                      <a:pt x="99" y="26"/>
                      <a:pt x="101" y="29"/>
                      <a:pt x="93" y="32"/>
                    </a:cubicBezTo>
                    <a:cubicBezTo>
                      <a:pt x="89" y="34"/>
                      <a:pt x="86" y="33"/>
                      <a:pt x="82" y="34"/>
                    </a:cubicBezTo>
                    <a:cubicBezTo>
                      <a:pt x="78" y="34"/>
                      <a:pt x="74" y="35"/>
                      <a:pt x="71" y="35"/>
                    </a:cubicBezTo>
                    <a:cubicBezTo>
                      <a:pt x="68" y="34"/>
                      <a:pt x="65" y="32"/>
                      <a:pt x="63" y="31"/>
                    </a:cubicBezTo>
                    <a:cubicBezTo>
                      <a:pt x="58" y="28"/>
                      <a:pt x="58" y="26"/>
                      <a:pt x="56" y="20"/>
                    </a:cubicBezTo>
                    <a:cubicBezTo>
                      <a:pt x="54" y="13"/>
                      <a:pt x="46" y="7"/>
                      <a:pt x="45" y="0"/>
                    </a:cubicBezTo>
                    <a:cubicBezTo>
                      <a:pt x="45" y="3"/>
                      <a:pt x="44" y="6"/>
                      <a:pt x="43" y="9"/>
                    </a:cubicBezTo>
                    <a:cubicBezTo>
                      <a:pt x="43" y="13"/>
                      <a:pt x="45" y="16"/>
                      <a:pt x="45" y="20"/>
                    </a:cubicBezTo>
                    <a:cubicBezTo>
                      <a:pt x="45" y="25"/>
                      <a:pt x="41" y="29"/>
                      <a:pt x="37" y="32"/>
                    </a:cubicBezTo>
                    <a:cubicBezTo>
                      <a:pt x="33" y="36"/>
                      <a:pt x="26" y="37"/>
                      <a:pt x="19" y="36"/>
                    </a:cubicBezTo>
                    <a:cubicBezTo>
                      <a:pt x="16" y="35"/>
                      <a:pt x="7" y="30"/>
                      <a:pt x="6" y="2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1"/>
                      <a:pt x="5" y="46"/>
                      <a:pt x="0" y="50"/>
                    </a:cubicBezTo>
                    <a:cubicBezTo>
                      <a:pt x="2" y="50"/>
                      <a:pt x="3" y="51"/>
                      <a:pt x="4" y="51"/>
                    </a:cubicBezTo>
                    <a:cubicBezTo>
                      <a:pt x="7" y="49"/>
                      <a:pt x="9" y="46"/>
                      <a:pt x="12" y="46"/>
                    </a:cubicBezTo>
                    <a:cubicBezTo>
                      <a:pt x="16" y="45"/>
                      <a:pt x="21" y="50"/>
                      <a:pt x="23" y="52"/>
                    </a:cubicBezTo>
                    <a:cubicBezTo>
                      <a:pt x="25" y="54"/>
                      <a:pt x="27" y="56"/>
                      <a:pt x="29" y="58"/>
                    </a:cubicBezTo>
                    <a:cubicBezTo>
                      <a:pt x="35" y="58"/>
                      <a:pt x="41" y="58"/>
                      <a:pt x="49" y="57"/>
                    </a:cubicBezTo>
                    <a:cubicBezTo>
                      <a:pt x="66" y="56"/>
                      <a:pt x="72" y="53"/>
                      <a:pt x="84" y="49"/>
                    </a:cubicBezTo>
                    <a:cubicBezTo>
                      <a:pt x="95" y="44"/>
                      <a:pt x="103" y="41"/>
                      <a:pt x="108" y="35"/>
                    </a:cubicBezTo>
                    <a:cubicBezTo>
                      <a:pt x="109" y="35"/>
                      <a:pt x="109" y="35"/>
                      <a:pt x="110" y="35"/>
                    </a:cubicBezTo>
                    <a:cubicBezTo>
                      <a:pt x="110" y="34"/>
                      <a:pt x="109" y="34"/>
                      <a:pt x="109" y="34"/>
                    </a:cubicBezTo>
                    <a:close/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5" name="Freeform 13">
                <a:extLst>
                  <a:ext uri="{FF2B5EF4-FFF2-40B4-BE49-F238E27FC236}">
                    <a16:creationId xmlns:a16="http://schemas.microsoft.com/office/drawing/2014/main" id="{3C6ECF75-4AE7-4892-A6A7-F84A18ED2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381"/>
                <a:ext cx="162" cy="272"/>
              </a:xfrm>
              <a:custGeom>
                <a:avLst/>
                <a:gdLst>
                  <a:gd name="T0" fmla="*/ 279 w 65"/>
                  <a:gd name="T1" fmla="*/ 1651 h 102"/>
                  <a:gd name="T2" fmla="*/ 434 w 65"/>
                  <a:gd name="T3" fmla="*/ 1344 h 102"/>
                  <a:gd name="T4" fmla="*/ 571 w 65"/>
                  <a:gd name="T5" fmla="*/ 1059 h 102"/>
                  <a:gd name="T6" fmla="*/ 603 w 65"/>
                  <a:gd name="T7" fmla="*/ 776 h 102"/>
                  <a:gd name="T8" fmla="*/ 262 w 65"/>
                  <a:gd name="T9" fmla="*/ 717 h 102"/>
                  <a:gd name="T10" fmla="*/ 167 w 65"/>
                  <a:gd name="T11" fmla="*/ 947 h 102"/>
                  <a:gd name="T12" fmla="*/ 125 w 65"/>
                  <a:gd name="T13" fmla="*/ 1309 h 102"/>
                  <a:gd name="T14" fmla="*/ 30 w 65"/>
                  <a:gd name="T15" fmla="*/ 1139 h 102"/>
                  <a:gd name="T16" fmla="*/ 12 w 65"/>
                  <a:gd name="T17" fmla="*/ 853 h 102"/>
                  <a:gd name="T18" fmla="*/ 125 w 65"/>
                  <a:gd name="T19" fmla="*/ 568 h 102"/>
                  <a:gd name="T20" fmla="*/ 279 w 65"/>
                  <a:gd name="T21" fmla="*/ 456 h 102"/>
                  <a:gd name="T22" fmla="*/ 665 w 65"/>
                  <a:gd name="T23" fmla="*/ 533 h 102"/>
                  <a:gd name="T24" fmla="*/ 962 w 65"/>
                  <a:gd name="T25" fmla="*/ 0 h 102"/>
                  <a:gd name="T26" fmla="*/ 912 w 65"/>
                  <a:gd name="T27" fmla="*/ 376 h 102"/>
                  <a:gd name="T28" fmla="*/ 790 w 65"/>
                  <a:gd name="T29" fmla="*/ 776 h 102"/>
                  <a:gd name="T30" fmla="*/ 820 w 65"/>
                  <a:gd name="T31" fmla="*/ 947 h 102"/>
                  <a:gd name="T32" fmla="*/ 962 w 65"/>
                  <a:gd name="T33" fmla="*/ 989 h 102"/>
                  <a:gd name="T34" fmla="*/ 932 w 65"/>
                  <a:gd name="T35" fmla="*/ 1309 h 102"/>
                  <a:gd name="T36" fmla="*/ 808 w 65"/>
                  <a:gd name="T37" fmla="*/ 1160 h 102"/>
                  <a:gd name="T38" fmla="*/ 653 w 65"/>
                  <a:gd name="T39" fmla="*/ 1309 h 102"/>
                  <a:gd name="T40" fmla="*/ 528 w 65"/>
                  <a:gd name="T41" fmla="*/ 1707 h 102"/>
                  <a:gd name="T42" fmla="*/ 479 w 65"/>
                  <a:gd name="T43" fmla="*/ 1912 h 102"/>
                  <a:gd name="T44" fmla="*/ 229 w 65"/>
                  <a:gd name="T45" fmla="*/ 1877 h 10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5" h="102">
                    <a:moveTo>
                      <a:pt x="18" y="87"/>
                    </a:moveTo>
                    <a:cubicBezTo>
                      <a:pt x="24" y="88"/>
                      <a:pt x="27" y="75"/>
                      <a:pt x="28" y="71"/>
                    </a:cubicBezTo>
                    <a:cubicBezTo>
                      <a:pt x="29" y="66"/>
                      <a:pt x="32" y="60"/>
                      <a:pt x="37" y="56"/>
                    </a:cubicBezTo>
                    <a:cubicBezTo>
                      <a:pt x="42" y="52"/>
                      <a:pt x="45" y="46"/>
                      <a:pt x="39" y="41"/>
                    </a:cubicBezTo>
                    <a:cubicBezTo>
                      <a:pt x="34" y="37"/>
                      <a:pt x="22" y="35"/>
                      <a:pt x="17" y="38"/>
                    </a:cubicBezTo>
                    <a:cubicBezTo>
                      <a:pt x="13" y="40"/>
                      <a:pt x="11" y="46"/>
                      <a:pt x="11" y="50"/>
                    </a:cubicBezTo>
                    <a:cubicBezTo>
                      <a:pt x="10" y="56"/>
                      <a:pt x="8" y="63"/>
                      <a:pt x="8" y="69"/>
                    </a:cubicBezTo>
                    <a:cubicBezTo>
                      <a:pt x="3" y="65"/>
                      <a:pt x="3" y="65"/>
                      <a:pt x="2" y="60"/>
                    </a:cubicBezTo>
                    <a:cubicBezTo>
                      <a:pt x="0" y="54"/>
                      <a:pt x="0" y="51"/>
                      <a:pt x="1" y="45"/>
                    </a:cubicBezTo>
                    <a:cubicBezTo>
                      <a:pt x="3" y="38"/>
                      <a:pt x="3" y="34"/>
                      <a:pt x="8" y="30"/>
                    </a:cubicBezTo>
                    <a:cubicBezTo>
                      <a:pt x="11" y="28"/>
                      <a:pt x="15" y="24"/>
                      <a:pt x="18" y="24"/>
                    </a:cubicBezTo>
                    <a:cubicBezTo>
                      <a:pt x="26" y="22"/>
                      <a:pt x="36" y="33"/>
                      <a:pt x="43" y="28"/>
                    </a:cubicBezTo>
                    <a:cubicBezTo>
                      <a:pt x="52" y="21"/>
                      <a:pt x="49" y="3"/>
                      <a:pt x="62" y="0"/>
                    </a:cubicBezTo>
                    <a:cubicBezTo>
                      <a:pt x="58" y="6"/>
                      <a:pt x="60" y="13"/>
                      <a:pt x="59" y="20"/>
                    </a:cubicBezTo>
                    <a:cubicBezTo>
                      <a:pt x="57" y="27"/>
                      <a:pt x="51" y="34"/>
                      <a:pt x="51" y="41"/>
                    </a:cubicBezTo>
                    <a:cubicBezTo>
                      <a:pt x="51" y="42"/>
                      <a:pt x="52" y="49"/>
                      <a:pt x="53" y="50"/>
                    </a:cubicBezTo>
                    <a:cubicBezTo>
                      <a:pt x="55" y="51"/>
                      <a:pt x="59" y="50"/>
                      <a:pt x="62" y="52"/>
                    </a:cubicBezTo>
                    <a:cubicBezTo>
                      <a:pt x="65" y="56"/>
                      <a:pt x="62" y="64"/>
                      <a:pt x="60" y="69"/>
                    </a:cubicBezTo>
                    <a:cubicBezTo>
                      <a:pt x="58" y="66"/>
                      <a:pt x="58" y="60"/>
                      <a:pt x="52" y="61"/>
                    </a:cubicBezTo>
                    <a:cubicBezTo>
                      <a:pt x="49" y="62"/>
                      <a:pt x="44" y="67"/>
                      <a:pt x="42" y="69"/>
                    </a:cubicBezTo>
                    <a:cubicBezTo>
                      <a:pt x="37" y="75"/>
                      <a:pt x="35" y="83"/>
                      <a:pt x="34" y="90"/>
                    </a:cubicBezTo>
                    <a:cubicBezTo>
                      <a:pt x="34" y="93"/>
                      <a:pt x="34" y="99"/>
                      <a:pt x="31" y="101"/>
                    </a:cubicBezTo>
                    <a:cubicBezTo>
                      <a:pt x="29" y="102"/>
                      <a:pt x="17" y="100"/>
                      <a:pt x="15" y="99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6" name="Freeform 14">
                <a:extLst>
                  <a:ext uri="{FF2B5EF4-FFF2-40B4-BE49-F238E27FC236}">
                    <a16:creationId xmlns:a16="http://schemas.microsoft.com/office/drawing/2014/main" id="{3439A138-CB65-48BB-8DFE-C57790DA3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429"/>
                <a:ext cx="180" cy="176"/>
              </a:xfrm>
              <a:custGeom>
                <a:avLst/>
                <a:gdLst>
                  <a:gd name="T0" fmla="*/ 145 w 72"/>
                  <a:gd name="T1" fmla="*/ 605 h 66"/>
                  <a:gd name="T2" fmla="*/ 300 w 72"/>
                  <a:gd name="T3" fmla="*/ 248 h 66"/>
                  <a:gd name="T4" fmla="*/ 500 w 72"/>
                  <a:gd name="T5" fmla="*/ 397 h 66"/>
                  <a:gd name="T6" fmla="*/ 613 w 72"/>
                  <a:gd name="T7" fmla="*/ 704 h 66"/>
                  <a:gd name="T8" fmla="*/ 363 w 72"/>
                  <a:gd name="T9" fmla="*/ 1045 h 66"/>
                  <a:gd name="T10" fmla="*/ 470 w 72"/>
                  <a:gd name="T11" fmla="*/ 1251 h 66"/>
                  <a:gd name="T12" fmla="*/ 583 w 72"/>
                  <a:gd name="T13" fmla="*/ 1024 h 66"/>
                  <a:gd name="T14" fmla="*/ 658 w 72"/>
                  <a:gd name="T15" fmla="*/ 909 h 66"/>
                  <a:gd name="T16" fmla="*/ 720 w 72"/>
                  <a:gd name="T17" fmla="*/ 819 h 66"/>
                  <a:gd name="T18" fmla="*/ 938 w 72"/>
                  <a:gd name="T19" fmla="*/ 888 h 66"/>
                  <a:gd name="T20" fmla="*/ 1125 w 72"/>
                  <a:gd name="T21" fmla="*/ 853 h 66"/>
                  <a:gd name="T22" fmla="*/ 1113 w 72"/>
                  <a:gd name="T23" fmla="*/ 683 h 66"/>
                  <a:gd name="T24" fmla="*/ 800 w 72"/>
                  <a:gd name="T25" fmla="*/ 648 h 66"/>
                  <a:gd name="T26" fmla="*/ 658 w 72"/>
                  <a:gd name="T27" fmla="*/ 264 h 66"/>
                  <a:gd name="T28" fmla="*/ 458 w 72"/>
                  <a:gd name="T29" fmla="*/ 56 h 66"/>
                  <a:gd name="T30" fmla="*/ 0 w 72"/>
                  <a:gd name="T31" fmla="*/ 435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2" h="66">
                    <a:moveTo>
                      <a:pt x="9" y="32"/>
                    </a:moveTo>
                    <a:cubicBezTo>
                      <a:pt x="7" y="26"/>
                      <a:pt x="14" y="15"/>
                      <a:pt x="19" y="13"/>
                    </a:cubicBezTo>
                    <a:cubicBezTo>
                      <a:pt x="26" y="11"/>
                      <a:pt x="29" y="15"/>
                      <a:pt x="32" y="21"/>
                    </a:cubicBezTo>
                    <a:cubicBezTo>
                      <a:pt x="34" y="25"/>
                      <a:pt x="39" y="32"/>
                      <a:pt x="39" y="37"/>
                    </a:cubicBezTo>
                    <a:cubicBezTo>
                      <a:pt x="40" y="44"/>
                      <a:pt x="29" y="53"/>
                      <a:pt x="23" y="55"/>
                    </a:cubicBezTo>
                    <a:cubicBezTo>
                      <a:pt x="24" y="57"/>
                      <a:pt x="27" y="65"/>
                      <a:pt x="30" y="66"/>
                    </a:cubicBezTo>
                    <a:cubicBezTo>
                      <a:pt x="31" y="61"/>
                      <a:pt x="33" y="57"/>
                      <a:pt x="37" y="54"/>
                    </a:cubicBezTo>
                    <a:cubicBezTo>
                      <a:pt x="39" y="52"/>
                      <a:pt x="41" y="51"/>
                      <a:pt x="42" y="48"/>
                    </a:cubicBezTo>
                    <a:cubicBezTo>
                      <a:pt x="44" y="47"/>
                      <a:pt x="44" y="44"/>
                      <a:pt x="46" y="43"/>
                    </a:cubicBezTo>
                    <a:cubicBezTo>
                      <a:pt x="49" y="42"/>
                      <a:pt x="57" y="46"/>
                      <a:pt x="60" y="47"/>
                    </a:cubicBezTo>
                    <a:cubicBezTo>
                      <a:pt x="64" y="47"/>
                      <a:pt x="69" y="47"/>
                      <a:pt x="72" y="45"/>
                    </a:cubicBezTo>
                    <a:cubicBezTo>
                      <a:pt x="70" y="42"/>
                      <a:pt x="70" y="39"/>
                      <a:pt x="71" y="36"/>
                    </a:cubicBezTo>
                    <a:cubicBezTo>
                      <a:pt x="64" y="35"/>
                      <a:pt x="58" y="39"/>
                      <a:pt x="51" y="34"/>
                    </a:cubicBezTo>
                    <a:cubicBezTo>
                      <a:pt x="45" y="30"/>
                      <a:pt x="44" y="20"/>
                      <a:pt x="42" y="14"/>
                    </a:cubicBezTo>
                    <a:cubicBezTo>
                      <a:pt x="39" y="8"/>
                      <a:pt x="36" y="5"/>
                      <a:pt x="29" y="3"/>
                    </a:cubicBezTo>
                    <a:cubicBezTo>
                      <a:pt x="14" y="0"/>
                      <a:pt x="7" y="17"/>
                      <a:pt x="0" y="23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7" name="Freeform 15">
                <a:extLst>
                  <a:ext uri="{FF2B5EF4-FFF2-40B4-BE49-F238E27FC236}">
                    <a16:creationId xmlns:a16="http://schemas.microsoft.com/office/drawing/2014/main" id="{00C6E43B-F367-4284-8553-4FADCE114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301"/>
                <a:ext cx="148" cy="181"/>
              </a:xfrm>
              <a:custGeom>
                <a:avLst/>
                <a:gdLst>
                  <a:gd name="T0" fmla="*/ 0 w 59"/>
                  <a:gd name="T1" fmla="*/ 1035 h 68"/>
                  <a:gd name="T2" fmla="*/ 176 w 59"/>
                  <a:gd name="T3" fmla="*/ 793 h 68"/>
                  <a:gd name="T4" fmla="*/ 379 w 59"/>
                  <a:gd name="T5" fmla="*/ 567 h 68"/>
                  <a:gd name="T6" fmla="*/ 441 w 59"/>
                  <a:gd name="T7" fmla="*/ 0 h 68"/>
                  <a:gd name="T8" fmla="*/ 567 w 59"/>
                  <a:gd name="T9" fmla="*/ 341 h 68"/>
                  <a:gd name="T10" fmla="*/ 710 w 59"/>
                  <a:gd name="T11" fmla="*/ 546 h 68"/>
                  <a:gd name="T12" fmla="*/ 931 w 59"/>
                  <a:gd name="T13" fmla="*/ 1091 h 68"/>
                  <a:gd name="T14" fmla="*/ 775 w 59"/>
                  <a:gd name="T15" fmla="*/ 1169 h 68"/>
                  <a:gd name="T16" fmla="*/ 554 w 59"/>
                  <a:gd name="T17" fmla="*/ 716 h 68"/>
                  <a:gd name="T18" fmla="*/ 95 w 59"/>
                  <a:gd name="T19" fmla="*/ 1283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68">
                    <a:moveTo>
                      <a:pt x="0" y="55"/>
                    </a:moveTo>
                    <a:cubicBezTo>
                      <a:pt x="5" y="54"/>
                      <a:pt x="9" y="45"/>
                      <a:pt x="11" y="42"/>
                    </a:cubicBezTo>
                    <a:cubicBezTo>
                      <a:pt x="15" y="37"/>
                      <a:pt x="19" y="33"/>
                      <a:pt x="24" y="30"/>
                    </a:cubicBezTo>
                    <a:cubicBezTo>
                      <a:pt x="32" y="24"/>
                      <a:pt x="31" y="8"/>
                      <a:pt x="28" y="0"/>
                    </a:cubicBezTo>
                    <a:cubicBezTo>
                      <a:pt x="30" y="6"/>
                      <a:pt x="35" y="11"/>
                      <a:pt x="36" y="18"/>
                    </a:cubicBezTo>
                    <a:cubicBezTo>
                      <a:pt x="38" y="27"/>
                      <a:pt x="37" y="26"/>
                      <a:pt x="45" y="29"/>
                    </a:cubicBezTo>
                    <a:cubicBezTo>
                      <a:pt x="57" y="34"/>
                      <a:pt x="57" y="47"/>
                      <a:pt x="59" y="58"/>
                    </a:cubicBezTo>
                    <a:cubicBezTo>
                      <a:pt x="55" y="56"/>
                      <a:pt x="52" y="60"/>
                      <a:pt x="49" y="62"/>
                    </a:cubicBezTo>
                    <a:cubicBezTo>
                      <a:pt x="52" y="53"/>
                      <a:pt x="47" y="37"/>
                      <a:pt x="35" y="38"/>
                    </a:cubicBezTo>
                    <a:cubicBezTo>
                      <a:pt x="20" y="40"/>
                      <a:pt x="16" y="61"/>
                      <a:pt x="6" y="68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8" name="Freeform 16">
                <a:extLst>
                  <a:ext uri="{FF2B5EF4-FFF2-40B4-BE49-F238E27FC236}">
                    <a16:creationId xmlns:a16="http://schemas.microsoft.com/office/drawing/2014/main" id="{1B3B1A1A-0EA9-47E0-98C4-77CD856FC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263"/>
                <a:ext cx="163" cy="171"/>
              </a:xfrm>
              <a:custGeom>
                <a:avLst/>
                <a:gdLst>
                  <a:gd name="T0" fmla="*/ 0 w 65"/>
                  <a:gd name="T1" fmla="*/ 842 h 64"/>
                  <a:gd name="T2" fmla="*/ 396 w 65"/>
                  <a:gd name="T3" fmla="*/ 436 h 64"/>
                  <a:gd name="T4" fmla="*/ 376 w 65"/>
                  <a:gd name="T5" fmla="*/ 0 h 64"/>
                  <a:gd name="T6" fmla="*/ 554 w 65"/>
                  <a:gd name="T7" fmla="*/ 265 h 64"/>
                  <a:gd name="T8" fmla="*/ 755 w 65"/>
                  <a:gd name="T9" fmla="*/ 422 h 64"/>
                  <a:gd name="T10" fmla="*/ 1006 w 65"/>
                  <a:gd name="T11" fmla="*/ 970 h 64"/>
                  <a:gd name="T12" fmla="*/ 785 w 65"/>
                  <a:gd name="T13" fmla="*/ 1221 h 64"/>
                  <a:gd name="T14" fmla="*/ 742 w 65"/>
                  <a:gd name="T15" fmla="*/ 743 h 64"/>
                  <a:gd name="T16" fmla="*/ 301 w 65"/>
                  <a:gd name="T17" fmla="*/ 743 h 64"/>
                  <a:gd name="T18" fmla="*/ 113 w 65"/>
                  <a:gd name="T19" fmla="*/ 105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64">
                    <a:moveTo>
                      <a:pt x="0" y="44"/>
                    </a:moveTo>
                    <a:cubicBezTo>
                      <a:pt x="10" y="38"/>
                      <a:pt x="15" y="28"/>
                      <a:pt x="25" y="23"/>
                    </a:cubicBezTo>
                    <a:cubicBezTo>
                      <a:pt x="34" y="18"/>
                      <a:pt x="28" y="7"/>
                      <a:pt x="24" y="0"/>
                    </a:cubicBezTo>
                    <a:cubicBezTo>
                      <a:pt x="31" y="4"/>
                      <a:pt x="32" y="7"/>
                      <a:pt x="35" y="14"/>
                    </a:cubicBezTo>
                    <a:cubicBezTo>
                      <a:pt x="38" y="21"/>
                      <a:pt x="41" y="20"/>
                      <a:pt x="48" y="22"/>
                    </a:cubicBezTo>
                    <a:cubicBezTo>
                      <a:pt x="60" y="24"/>
                      <a:pt x="65" y="39"/>
                      <a:pt x="64" y="51"/>
                    </a:cubicBezTo>
                    <a:cubicBezTo>
                      <a:pt x="58" y="50"/>
                      <a:pt x="53" y="60"/>
                      <a:pt x="50" y="64"/>
                    </a:cubicBezTo>
                    <a:cubicBezTo>
                      <a:pt x="50" y="55"/>
                      <a:pt x="50" y="47"/>
                      <a:pt x="47" y="39"/>
                    </a:cubicBezTo>
                    <a:cubicBezTo>
                      <a:pt x="44" y="32"/>
                      <a:pt x="32" y="27"/>
                      <a:pt x="19" y="39"/>
                    </a:cubicBezTo>
                    <a:cubicBezTo>
                      <a:pt x="15" y="44"/>
                      <a:pt x="13" y="51"/>
                      <a:pt x="7" y="55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9" name="Freeform 17">
                <a:extLst>
                  <a:ext uri="{FF2B5EF4-FFF2-40B4-BE49-F238E27FC236}">
                    <a16:creationId xmlns:a16="http://schemas.microsoft.com/office/drawing/2014/main" id="{B0916FAE-7FDB-479F-944A-D05264823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301"/>
                <a:ext cx="125" cy="173"/>
              </a:xfrm>
              <a:custGeom>
                <a:avLst/>
                <a:gdLst>
                  <a:gd name="T0" fmla="*/ 145 w 50"/>
                  <a:gd name="T1" fmla="*/ 546 h 65"/>
                  <a:gd name="T2" fmla="*/ 658 w 50"/>
                  <a:gd name="T3" fmla="*/ 21 h 65"/>
                  <a:gd name="T4" fmla="*/ 708 w 50"/>
                  <a:gd name="T5" fmla="*/ 0 h 65"/>
                  <a:gd name="T6" fmla="*/ 738 w 50"/>
                  <a:gd name="T7" fmla="*/ 205 h 65"/>
                  <a:gd name="T8" fmla="*/ 550 w 50"/>
                  <a:gd name="T9" fmla="*/ 567 h 65"/>
                  <a:gd name="T10" fmla="*/ 520 w 50"/>
                  <a:gd name="T11" fmla="*/ 793 h 65"/>
                  <a:gd name="T12" fmla="*/ 550 w 50"/>
                  <a:gd name="T13" fmla="*/ 1224 h 65"/>
                  <a:gd name="T14" fmla="*/ 425 w 50"/>
                  <a:gd name="T15" fmla="*/ 1190 h 65"/>
                  <a:gd name="T16" fmla="*/ 333 w 50"/>
                  <a:gd name="T17" fmla="*/ 772 h 65"/>
                  <a:gd name="T18" fmla="*/ 175 w 50"/>
                  <a:gd name="T19" fmla="*/ 793 h 65"/>
                  <a:gd name="T20" fmla="*/ 0 w 50"/>
                  <a:gd name="T21" fmla="*/ 737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65">
                    <a:moveTo>
                      <a:pt x="9" y="29"/>
                    </a:moveTo>
                    <a:cubicBezTo>
                      <a:pt x="24" y="35"/>
                      <a:pt x="37" y="11"/>
                      <a:pt x="42" y="1"/>
                    </a:cubicBezTo>
                    <a:cubicBezTo>
                      <a:pt x="42" y="0"/>
                      <a:pt x="44" y="0"/>
                      <a:pt x="45" y="0"/>
                    </a:cubicBezTo>
                    <a:cubicBezTo>
                      <a:pt x="47" y="6"/>
                      <a:pt x="50" y="4"/>
                      <a:pt x="47" y="11"/>
                    </a:cubicBezTo>
                    <a:cubicBezTo>
                      <a:pt x="45" y="17"/>
                      <a:pt x="41" y="25"/>
                      <a:pt x="35" y="30"/>
                    </a:cubicBezTo>
                    <a:cubicBezTo>
                      <a:pt x="30" y="34"/>
                      <a:pt x="31" y="35"/>
                      <a:pt x="33" y="42"/>
                    </a:cubicBezTo>
                    <a:cubicBezTo>
                      <a:pt x="35" y="49"/>
                      <a:pt x="35" y="57"/>
                      <a:pt x="35" y="65"/>
                    </a:cubicBezTo>
                    <a:cubicBezTo>
                      <a:pt x="35" y="62"/>
                      <a:pt x="30" y="61"/>
                      <a:pt x="27" y="63"/>
                    </a:cubicBezTo>
                    <a:cubicBezTo>
                      <a:pt x="27" y="58"/>
                      <a:pt x="26" y="44"/>
                      <a:pt x="21" y="41"/>
                    </a:cubicBezTo>
                    <a:cubicBezTo>
                      <a:pt x="19" y="40"/>
                      <a:pt x="14" y="42"/>
                      <a:pt x="11" y="42"/>
                    </a:cubicBezTo>
                    <a:cubicBezTo>
                      <a:pt x="8" y="42"/>
                      <a:pt x="3" y="41"/>
                      <a:pt x="0" y="39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0" name="Freeform 18">
                <a:extLst>
                  <a:ext uri="{FF2B5EF4-FFF2-40B4-BE49-F238E27FC236}">
                    <a16:creationId xmlns:a16="http://schemas.microsoft.com/office/drawing/2014/main" id="{C739C9B9-8BD2-4B91-BC24-836105747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445"/>
                <a:ext cx="100" cy="114"/>
              </a:xfrm>
              <a:custGeom>
                <a:avLst/>
                <a:gdLst>
                  <a:gd name="T0" fmla="*/ 20 w 40"/>
                  <a:gd name="T1" fmla="*/ 562 h 43"/>
                  <a:gd name="T2" fmla="*/ 220 w 40"/>
                  <a:gd name="T3" fmla="*/ 204 h 43"/>
                  <a:gd name="T4" fmla="*/ 458 w 40"/>
                  <a:gd name="T5" fmla="*/ 0 h 43"/>
                  <a:gd name="T6" fmla="*/ 625 w 40"/>
                  <a:gd name="T7" fmla="*/ 204 h 43"/>
                  <a:gd name="T8" fmla="*/ 363 w 40"/>
                  <a:gd name="T9" fmla="*/ 392 h 43"/>
                  <a:gd name="T10" fmla="*/ 208 w 40"/>
                  <a:gd name="T11" fmla="*/ 634 h 43"/>
                  <a:gd name="T12" fmla="*/ 113 w 40"/>
                  <a:gd name="T13" fmla="*/ 766 h 43"/>
                  <a:gd name="T14" fmla="*/ 0 w 40"/>
                  <a:gd name="T15" fmla="*/ 80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3">
                    <a:moveTo>
                      <a:pt x="1" y="30"/>
                    </a:moveTo>
                    <a:cubicBezTo>
                      <a:pt x="8" y="28"/>
                      <a:pt x="10" y="16"/>
                      <a:pt x="14" y="11"/>
                    </a:cubicBezTo>
                    <a:cubicBezTo>
                      <a:pt x="18" y="3"/>
                      <a:pt x="23" y="4"/>
                      <a:pt x="29" y="0"/>
                    </a:cubicBezTo>
                    <a:cubicBezTo>
                      <a:pt x="31" y="5"/>
                      <a:pt x="39" y="7"/>
                      <a:pt x="40" y="11"/>
                    </a:cubicBezTo>
                    <a:cubicBezTo>
                      <a:pt x="34" y="7"/>
                      <a:pt x="25" y="17"/>
                      <a:pt x="23" y="21"/>
                    </a:cubicBezTo>
                    <a:cubicBezTo>
                      <a:pt x="19" y="26"/>
                      <a:pt x="17" y="30"/>
                      <a:pt x="13" y="34"/>
                    </a:cubicBezTo>
                    <a:cubicBezTo>
                      <a:pt x="12" y="36"/>
                      <a:pt x="10" y="40"/>
                      <a:pt x="7" y="41"/>
                    </a:cubicBezTo>
                    <a:cubicBezTo>
                      <a:pt x="5" y="43"/>
                      <a:pt x="3" y="42"/>
                      <a:pt x="0" y="43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1" name="Freeform 19">
                <a:extLst>
                  <a:ext uri="{FF2B5EF4-FFF2-40B4-BE49-F238E27FC236}">
                    <a16:creationId xmlns:a16="http://schemas.microsoft.com/office/drawing/2014/main" id="{3EECDB70-9487-4ED8-B860-7FBFEC5CF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298"/>
                <a:ext cx="225" cy="336"/>
              </a:xfrm>
              <a:custGeom>
                <a:avLst/>
                <a:gdLst>
                  <a:gd name="T0" fmla="*/ 1395 w 90"/>
                  <a:gd name="T1" fmla="*/ 512 h 126"/>
                  <a:gd name="T2" fmla="*/ 1408 w 90"/>
                  <a:gd name="T3" fmla="*/ 491 h 126"/>
                  <a:gd name="T4" fmla="*/ 1395 w 90"/>
                  <a:gd name="T5" fmla="*/ 491 h 126"/>
                  <a:gd name="T6" fmla="*/ 1283 w 90"/>
                  <a:gd name="T7" fmla="*/ 307 h 126"/>
                  <a:gd name="T8" fmla="*/ 1000 w 90"/>
                  <a:gd name="T9" fmla="*/ 56 h 126"/>
                  <a:gd name="T10" fmla="*/ 1145 w 90"/>
                  <a:gd name="T11" fmla="*/ 363 h 126"/>
                  <a:gd name="T12" fmla="*/ 1188 w 90"/>
                  <a:gd name="T13" fmla="*/ 627 h 126"/>
                  <a:gd name="T14" fmla="*/ 1095 w 90"/>
                  <a:gd name="T15" fmla="*/ 888 h 126"/>
                  <a:gd name="T16" fmla="*/ 1050 w 90"/>
                  <a:gd name="T17" fmla="*/ 1117 h 126"/>
                  <a:gd name="T18" fmla="*/ 925 w 90"/>
                  <a:gd name="T19" fmla="*/ 1331 h 126"/>
                  <a:gd name="T20" fmla="*/ 645 w 90"/>
                  <a:gd name="T21" fmla="*/ 1101 h 126"/>
                  <a:gd name="T22" fmla="*/ 500 w 90"/>
                  <a:gd name="T23" fmla="*/ 1309 h 126"/>
                  <a:gd name="T24" fmla="*/ 658 w 90"/>
                  <a:gd name="T25" fmla="*/ 1459 h 126"/>
                  <a:gd name="T26" fmla="*/ 583 w 90"/>
                  <a:gd name="T27" fmla="*/ 1784 h 126"/>
                  <a:gd name="T28" fmla="*/ 395 w 90"/>
                  <a:gd name="T29" fmla="*/ 1971 h 126"/>
                  <a:gd name="T30" fmla="*/ 188 w 90"/>
                  <a:gd name="T31" fmla="*/ 1741 h 126"/>
                  <a:gd name="T32" fmla="*/ 158 w 90"/>
                  <a:gd name="T33" fmla="*/ 1800 h 126"/>
                  <a:gd name="T34" fmla="*/ 113 w 90"/>
                  <a:gd name="T35" fmla="*/ 2048 h 126"/>
                  <a:gd name="T36" fmla="*/ 188 w 90"/>
                  <a:gd name="T37" fmla="*/ 2312 h 126"/>
                  <a:gd name="T38" fmla="*/ 220 w 90"/>
                  <a:gd name="T39" fmla="*/ 2389 h 126"/>
                  <a:gd name="T40" fmla="*/ 283 w 90"/>
                  <a:gd name="T41" fmla="*/ 2312 h 126"/>
                  <a:gd name="T42" fmla="*/ 783 w 90"/>
                  <a:gd name="T43" fmla="*/ 1672 h 126"/>
                  <a:gd name="T44" fmla="*/ 1125 w 90"/>
                  <a:gd name="T45" fmla="*/ 1251 h 126"/>
                  <a:gd name="T46" fmla="*/ 1300 w 90"/>
                  <a:gd name="T47" fmla="*/ 968 h 126"/>
                  <a:gd name="T48" fmla="*/ 1238 w 90"/>
                  <a:gd name="T49" fmla="*/ 853 h 126"/>
                  <a:gd name="T50" fmla="*/ 1395 w 90"/>
                  <a:gd name="T51" fmla="*/ 512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0" h="126">
                    <a:moveTo>
                      <a:pt x="89" y="27"/>
                    </a:moveTo>
                    <a:cubicBezTo>
                      <a:pt x="89" y="27"/>
                      <a:pt x="89" y="27"/>
                      <a:pt x="90" y="26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86" y="25"/>
                      <a:pt x="84" y="18"/>
                      <a:pt x="82" y="16"/>
                    </a:cubicBezTo>
                    <a:cubicBezTo>
                      <a:pt x="79" y="12"/>
                      <a:pt x="71" y="0"/>
                      <a:pt x="64" y="3"/>
                    </a:cubicBezTo>
                    <a:cubicBezTo>
                      <a:pt x="67" y="8"/>
                      <a:pt x="71" y="13"/>
                      <a:pt x="73" y="19"/>
                    </a:cubicBezTo>
                    <a:cubicBezTo>
                      <a:pt x="75" y="23"/>
                      <a:pt x="76" y="29"/>
                      <a:pt x="76" y="33"/>
                    </a:cubicBezTo>
                    <a:cubicBezTo>
                      <a:pt x="76" y="39"/>
                      <a:pt x="72" y="42"/>
                      <a:pt x="70" y="47"/>
                    </a:cubicBezTo>
                    <a:cubicBezTo>
                      <a:pt x="68" y="51"/>
                      <a:pt x="69" y="55"/>
                      <a:pt x="67" y="59"/>
                    </a:cubicBezTo>
                    <a:cubicBezTo>
                      <a:pt x="66" y="63"/>
                      <a:pt x="62" y="68"/>
                      <a:pt x="59" y="70"/>
                    </a:cubicBezTo>
                    <a:cubicBezTo>
                      <a:pt x="52" y="77"/>
                      <a:pt x="47" y="58"/>
                      <a:pt x="41" y="58"/>
                    </a:cubicBezTo>
                    <a:cubicBezTo>
                      <a:pt x="32" y="69"/>
                      <a:pt x="32" y="69"/>
                      <a:pt x="32" y="69"/>
                    </a:cubicBezTo>
                    <a:cubicBezTo>
                      <a:pt x="37" y="63"/>
                      <a:pt x="41" y="72"/>
                      <a:pt x="42" y="77"/>
                    </a:cubicBezTo>
                    <a:cubicBezTo>
                      <a:pt x="44" y="83"/>
                      <a:pt x="42" y="89"/>
                      <a:pt x="37" y="94"/>
                    </a:cubicBezTo>
                    <a:cubicBezTo>
                      <a:pt x="34" y="97"/>
                      <a:pt x="29" y="103"/>
                      <a:pt x="25" y="104"/>
                    </a:cubicBezTo>
                    <a:cubicBezTo>
                      <a:pt x="15" y="105"/>
                      <a:pt x="18" y="95"/>
                      <a:pt x="12" y="92"/>
                    </a:cubicBezTo>
                    <a:cubicBezTo>
                      <a:pt x="12" y="93"/>
                      <a:pt x="10" y="94"/>
                      <a:pt x="10" y="95"/>
                    </a:cubicBezTo>
                    <a:cubicBezTo>
                      <a:pt x="0" y="91"/>
                      <a:pt x="6" y="103"/>
                      <a:pt x="7" y="108"/>
                    </a:cubicBezTo>
                    <a:cubicBezTo>
                      <a:pt x="8" y="113"/>
                      <a:pt x="10" y="118"/>
                      <a:pt x="12" y="122"/>
                    </a:cubicBezTo>
                    <a:cubicBezTo>
                      <a:pt x="12" y="124"/>
                      <a:pt x="13" y="125"/>
                      <a:pt x="14" y="126"/>
                    </a:cubicBezTo>
                    <a:cubicBezTo>
                      <a:pt x="15" y="125"/>
                      <a:pt x="17" y="124"/>
                      <a:pt x="18" y="122"/>
                    </a:cubicBezTo>
                    <a:cubicBezTo>
                      <a:pt x="32" y="118"/>
                      <a:pt x="48" y="93"/>
                      <a:pt x="50" y="88"/>
                    </a:cubicBezTo>
                    <a:cubicBezTo>
                      <a:pt x="55" y="86"/>
                      <a:pt x="70" y="68"/>
                      <a:pt x="72" y="66"/>
                    </a:cubicBezTo>
                    <a:cubicBezTo>
                      <a:pt x="73" y="63"/>
                      <a:pt x="83" y="55"/>
                      <a:pt x="83" y="51"/>
                    </a:cubicBezTo>
                    <a:cubicBezTo>
                      <a:pt x="78" y="53"/>
                      <a:pt x="77" y="48"/>
                      <a:pt x="79" y="45"/>
                    </a:cubicBezTo>
                    <a:cubicBezTo>
                      <a:pt x="81" y="42"/>
                      <a:pt x="89" y="33"/>
                      <a:pt x="89" y="27"/>
                    </a:cubicBezTo>
                    <a:close/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2" name="Freeform 20">
                <a:extLst>
                  <a:ext uri="{FF2B5EF4-FFF2-40B4-BE49-F238E27FC236}">
                    <a16:creationId xmlns:a16="http://schemas.microsoft.com/office/drawing/2014/main" id="{33EAF07F-B20F-4496-B917-98A77313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149"/>
                <a:ext cx="90" cy="349"/>
              </a:xfrm>
              <a:custGeom>
                <a:avLst/>
                <a:gdLst>
                  <a:gd name="T0" fmla="*/ 188 w 36"/>
                  <a:gd name="T1" fmla="*/ 1249 h 131"/>
                  <a:gd name="T2" fmla="*/ 363 w 36"/>
                  <a:gd name="T3" fmla="*/ 1433 h 131"/>
                  <a:gd name="T4" fmla="*/ 375 w 36"/>
                  <a:gd name="T5" fmla="*/ 1761 h 131"/>
                  <a:gd name="T6" fmla="*/ 208 w 36"/>
                  <a:gd name="T7" fmla="*/ 2001 h 131"/>
                  <a:gd name="T8" fmla="*/ 0 w 36"/>
                  <a:gd name="T9" fmla="*/ 2081 h 131"/>
                  <a:gd name="T10" fmla="*/ 33 w 36"/>
                  <a:gd name="T11" fmla="*/ 2286 h 131"/>
                  <a:gd name="T12" fmla="*/ 208 w 36"/>
                  <a:gd name="T13" fmla="*/ 2478 h 131"/>
                  <a:gd name="T14" fmla="*/ 208 w 36"/>
                  <a:gd name="T15" fmla="*/ 2307 h 131"/>
                  <a:gd name="T16" fmla="*/ 270 w 36"/>
                  <a:gd name="T17" fmla="*/ 2193 h 131"/>
                  <a:gd name="T18" fmla="*/ 438 w 36"/>
                  <a:gd name="T19" fmla="*/ 1931 h 131"/>
                  <a:gd name="T20" fmla="*/ 470 w 36"/>
                  <a:gd name="T21" fmla="*/ 1249 h 131"/>
                  <a:gd name="T22" fmla="*/ 363 w 36"/>
                  <a:gd name="T23" fmla="*/ 1100 h 131"/>
                  <a:gd name="T24" fmla="*/ 345 w 36"/>
                  <a:gd name="T25" fmla="*/ 815 h 131"/>
                  <a:gd name="T26" fmla="*/ 488 w 36"/>
                  <a:gd name="T27" fmla="*/ 136 h 131"/>
                  <a:gd name="T28" fmla="*/ 363 w 36"/>
                  <a:gd name="T29" fmla="*/ 0 h 131"/>
                  <a:gd name="T30" fmla="*/ 270 w 36"/>
                  <a:gd name="T31" fmla="*/ 248 h 131"/>
                  <a:gd name="T32" fmla="*/ 208 w 36"/>
                  <a:gd name="T33" fmla="*/ 682 h 131"/>
                  <a:gd name="T34" fmla="*/ 158 w 36"/>
                  <a:gd name="T35" fmla="*/ 964 h 131"/>
                  <a:gd name="T36" fmla="*/ 113 w 36"/>
                  <a:gd name="T37" fmla="*/ 1305 h 13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131">
                    <a:moveTo>
                      <a:pt x="12" y="66"/>
                    </a:moveTo>
                    <a:cubicBezTo>
                      <a:pt x="20" y="61"/>
                      <a:pt x="23" y="69"/>
                      <a:pt x="23" y="76"/>
                    </a:cubicBezTo>
                    <a:cubicBezTo>
                      <a:pt x="23" y="81"/>
                      <a:pt x="25" y="88"/>
                      <a:pt x="24" y="93"/>
                    </a:cubicBezTo>
                    <a:cubicBezTo>
                      <a:pt x="23" y="98"/>
                      <a:pt x="17" y="103"/>
                      <a:pt x="13" y="106"/>
                    </a:cubicBezTo>
                    <a:cubicBezTo>
                      <a:pt x="8" y="110"/>
                      <a:pt x="6" y="112"/>
                      <a:pt x="0" y="110"/>
                    </a:cubicBezTo>
                    <a:cubicBezTo>
                      <a:pt x="0" y="113"/>
                      <a:pt x="0" y="117"/>
                      <a:pt x="2" y="121"/>
                    </a:cubicBezTo>
                    <a:cubicBezTo>
                      <a:pt x="4" y="125"/>
                      <a:pt x="10" y="128"/>
                      <a:pt x="13" y="131"/>
                    </a:cubicBezTo>
                    <a:cubicBezTo>
                      <a:pt x="13" y="128"/>
                      <a:pt x="11" y="125"/>
                      <a:pt x="13" y="122"/>
                    </a:cubicBezTo>
                    <a:cubicBezTo>
                      <a:pt x="13" y="119"/>
                      <a:pt x="16" y="118"/>
                      <a:pt x="17" y="116"/>
                    </a:cubicBezTo>
                    <a:cubicBezTo>
                      <a:pt x="21" y="112"/>
                      <a:pt x="25" y="107"/>
                      <a:pt x="28" y="102"/>
                    </a:cubicBezTo>
                    <a:cubicBezTo>
                      <a:pt x="36" y="92"/>
                      <a:pt x="32" y="78"/>
                      <a:pt x="30" y="66"/>
                    </a:cubicBezTo>
                    <a:cubicBezTo>
                      <a:pt x="30" y="58"/>
                      <a:pt x="28" y="63"/>
                      <a:pt x="23" y="58"/>
                    </a:cubicBezTo>
                    <a:cubicBezTo>
                      <a:pt x="20" y="55"/>
                      <a:pt x="22" y="47"/>
                      <a:pt x="22" y="43"/>
                    </a:cubicBezTo>
                    <a:cubicBezTo>
                      <a:pt x="24" y="30"/>
                      <a:pt x="23" y="17"/>
                      <a:pt x="31" y="7"/>
                    </a:cubicBezTo>
                    <a:cubicBezTo>
                      <a:pt x="29" y="4"/>
                      <a:pt x="25" y="3"/>
                      <a:pt x="23" y="0"/>
                    </a:cubicBezTo>
                    <a:cubicBezTo>
                      <a:pt x="21" y="4"/>
                      <a:pt x="20" y="9"/>
                      <a:pt x="17" y="13"/>
                    </a:cubicBezTo>
                    <a:cubicBezTo>
                      <a:pt x="13" y="21"/>
                      <a:pt x="14" y="28"/>
                      <a:pt x="13" y="36"/>
                    </a:cubicBezTo>
                    <a:cubicBezTo>
                      <a:pt x="12" y="41"/>
                      <a:pt x="10" y="46"/>
                      <a:pt x="10" y="51"/>
                    </a:cubicBezTo>
                    <a:cubicBezTo>
                      <a:pt x="10" y="57"/>
                      <a:pt x="10" y="64"/>
                      <a:pt x="7" y="69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3" name="Freeform 21">
                <a:extLst>
                  <a:ext uri="{FF2B5EF4-FFF2-40B4-BE49-F238E27FC236}">
                    <a16:creationId xmlns:a16="http://schemas.microsoft.com/office/drawing/2014/main" id="{879EE476-0CFE-4B34-B529-DE907A0DA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231"/>
                <a:ext cx="103" cy="139"/>
              </a:xfrm>
              <a:custGeom>
                <a:avLst/>
                <a:gdLst>
                  <a:gd name="T0" fmla="*/ 0 w 41"/>
                  <a:gd name="T1" fmla="*/ 650 h 52"/>
                  <a:gd name="T2" fmla="*/ 334 w 41"/>
                  <a:gd name="T3" fmla="*/ 364 h 52"/>
                  <a:gd name="T4" fmla="*/ 409 w 41"/>
                  <a:gd name="T5" fmla="*/ 0 h 52"/>
                  <a:gd name="T6" fmla="*/ 651 w 41"/>
                  <a:gd name="T7" fmla="*/ 251 h 52"/>
                  <a:gd name="T8" fmla="*/ 397 w 41"/>
                  <a:gd name="T9" fmla="*/ 500 h 52"/>
                  <a:gd name="T10" fmla="*/ 209 w 41"/>
                  <a:gd name="T11" fmla="*/ 994 h 52"/>
                  <a:gd name="T12" fmla="*/ 50 w 41"/>
                  <a:gd name="T13" fmla="*/ 90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2">
                    <a:moveTo>
                      <a:pt x="0" y="34"/>
                    </a:moveTo>
                    <a:cubicBezTo>
                      <a:pt x="8" y="36"/>
                      <a:pt x="17" y="24"/>
                      <a:pt x="21" y="19"/>
                    </a:cubicBezTo>
                    <a:cubicBezTo>
                      <a:pt x="25" y="14"/>
                      <a:pt x="28" y="6"/>
                      <a:pt x="26" y="0"/>
                    </a:cubicBezTo>
                    <a:cubicBezTo>
                      <a:pt x="28" y="9"/>
                      <a:pt x="35" y="8"/>
                      <a:pt x="41" y="13"/>
                    </a:cubicBezTo>
                    <a:cubicBezTo>
                      <a:pt x="34" y="12"/>
                      <a:pt x="28" y="21"/>
                      <a:pt x="25" y="26"/>
                    </a:cubicBezTo>
                    <a:cubicBezTo>
                      <a:pt x="21" y="35"/>
                      <a:pt x="16" y="43"/>
                      <a:pt x="13" y="52"/>
                    </a:cubicBezTo>
                    <a:cubicBezTo>
                      <a:pt x="11" y="50"/>
                      <a:pt x="7" y="48"/>
                      <a:pt x="3" y="47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4" name="Freeform 22">
                <a:extLst>
                  <a:ext uri="{FF2B5EF4-FFF2-40B4-BE49-F238E27FC236}">
                    <a16:creationId xmlns:a16="http://schemas.microsoft.com/office/drawing/2014/main" id="{6DEF612D-E033-4DBF-93AF-5FDB88541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074"/>
                <a:ext cx="117" cy="240"/>
              </a:xfrm>
              <a:custGeom>
                <a:avLst/>
                <a:gdLst>
                  <a:gd name="T0" fmla="*/ 321 w 47"/>
                  <a:gd name="T1" fmla="*/ 1536 h 90"/>
                  <a:gd name="T2" fmla="*/ 662 w 47"/>
                  <a:gd name="T3" fmla="*/ 1707 h 90"/>
                  <a:gd name="T4" fmla="*/ 712 w 47"/>
                  <a:gd name="T5" fmla="*/ 1400 h 90"/>
                  <a:gd name="T6" fmla="*/ 478 w 47"/>
                  <a:gd name="T7" fmla="*/ 1216 h 90"/>
                  <a:gd name="T8" fmla="*/ 371 w 47"/>
                  <a:gd name="T9" fmla="*/ 1024 h 90"/>
                  <a:gd name="T10" fmla="*/ 371 w 47"/>
                  <a:gd name="T11" fmla="*/ 819 h 90"/>
                  <a:gd name="T12" fmla="*/ 558 w 47"/>
                  <a:gd name="T13" fmla="*/ 456 h 90"/>
                  <a:gd name="T14" fmla="*/ 600 w 47"/>
                  <a:gd name="T15" fmla="*/ 77 h 90"/>
                  <a:gd name="T16" fmla="*/ 528 w 47"/>
                  <a:gd name="T17" fmla="*/ 0 h 90"/>
                  <a:gd name="T18" fmla="*/ 291 w 47"/>
                  <a:gd name="T19" fmla="*/ 547 h 90"/>
                  <a:gd name="T20" fmla="*/ 187 w 47"/>
                  <a:gd name="T21" fmla="*/ 739 h 90"/>
                  <a:gd name="T22" fmla="*/ 92 w 47"/>
                  <a:gd name="T23" fmla="*/ 739 h 90"/>
                  <a:gd name="T24" fmla="*/ 0 w 47"/>
                  <a:gd name="T25" fmla="*/ 797 h 90"/>
                  <a:gd name="T26" fmla="*/ 217 w 47"/>
                  <a:gd name="T27" fmla="*/ 1003 h 90"/>
                  <a:gd name="T28" fmla="*/ 217 w 47"/>
                  <a:gd name="T29" fmla="*/ 1613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90">
                    <a:moveTo>
                      <a:pt x="21" y="81"/>
                    </a:moveTo>
                    <a:cubicBezTo>
                      <a:pt x="28" y="69"/>
                      <a:pt x="40" y="85"/>
                      <a:pt x="43" y="90"/>
                    </a:cubicBezTo>
                    <a:cubicBezTo>
                      <a:pt x="44" y="86"/>
                      <a:pt x="47" y="79"/>
                      <a:pt x="46" y="74"/>
                    </a:cubicBezTo>
                    <a:cubicBezTo>
                      <a:pt x="42" y="77"/>
                      <a:pt x="34" y="66"/>
                      <a:pt x="31" y="64"/>
                    </a:cubicBezTo>
                    <a:cubicBezTo>
                      <a:pt x="28" y="61"/>
                      <a:pt x="27" y="56"/>
                      <a:pt x="24" y="54"/>
                    </a:cubicBezTo>
                    <a:cubicBezTo>
                      <a:pt x="21" y="50"/>
                      <a:pt x="22" y="48"/>
                      <a:pt x="24" y="43"/>
                    </a:cubicBezTo>
                    <a:cubicBezTo>
                      <a:pt x="28" y="35"/>
                      <a:pt x="33" y="32"/>
                      <a:pt x="36" y="24"/>
                    </a:cubicBezTo>
                    <a:cubicBezTo>
                      <a:pt x="38" y="18"/>
                      <a:pt x="39" y="11"/>
                      <a:pt x="39" y="4"/>
                    </a:cubicBezTo>
                    <a:cubicBezTo>
                      <a:pt x="38" y="3"/>
                      <a:pt x="36" y="1"/>
                      <a:pt x="34" y="0"/>
                    </a:cubicBezTo>
                    <a:cubicBezTo>
                      <a:pt x="34" y="12"/>
                      <a:pt x="26" y="20"/>
                      <a:pt x="19" y="29"/>
                    </a:cubicBezTo>
                    <a:cubicBezTo>
                      <a:pt x="17" y="32"/>
                      <a:pt x="16" y="37"/>
                      <a:pt x="12" y="39"/>
                    </a:cubicBezTo>
                    <a:cubicBezTo>
                      <a:pt x="10" y="40"/>
                      <a:pt x="8" y="39"/>
                      <a:pt x="6" y="39"/>
                    </a:cubicBezTo>
                    <a:cubicBezTo>
                      <a:pt x="4" y="40"/>
                      <a:pt x="2" y="41"/>
                      <a:pt x="0" y="42"/>
                    </a:cubicBezTo>
                    <a:cubicBezTo>
                      <a:pt x="6" y="43"/>
                      <a:pt x="12" y="46"/>
                      <a:pt x="14" y="53"/>
                    </a:cubicBezTo>
                    <a:cubicBezTo>
                      <a:pt x="16" y="61"/>
                      <a:pt x="20" y="79"/>
                      <a:pt x="14" y="85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5" name="Freeform 23">
                <a:extLst>
                  <a:ext uri="{FF2B5EF4-FFF2-40B4-BE49-F238E27FC236}">
                    <a16:creationId xmlns:a16="http://schemas.microsoft.com/office/drawing/2014/main" id="{4B42EA7E-BEDF-49AC-BDF9-B80C66A74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26"/>
                <a:ext cx="82" cy="160"/>
              </a:xfrm>
              <a:custGeom>
                <a:avLst/>
                <a:gdLst>
                  <a:gd name="T0" fmla="*/ 62 w 33"/>
                  <a:gd name="T1" fmla="*/ 533 h 60"/>
                  <a:gd name="T2" fmla="*/ 321 w 33"/>
                  <a:gd name="T3" fmla="*/ 1045 h 60"/>
                  <a:gd name="T4" fmla="*/ 370 w 33"/>
                  <a:gd name="T5" fmla="*/ 1024 h 60"/>
                  <a:gd name="T6" fmla="*/ 370 w 33"/>
                  <a:gd name="T7" fmla="*/ 1139 h 60"/>
                  <a:gd name="T8" fmla="*/ 507 w 33"/>
                  <a:gd name="T9" fmla="*/ 819 h 60"/>
                  <a:gd name="T10" fmla="*/ 370 w 33"/>
                  <a:gd name="T11" fmla="*/ 605 h 60"/>
                  <a:gd name="T12" fmla="*/ 308 w 33"/>
                  <a:gd name="T13" fmla="*/ 477 h 60"/>
                  <a:gd name="T14" fmla="*/ 246 w 33"/>
                  <a:gd name="T15" fmla="*/ 397 h 60"/>
                  <a:gd name="T16" fmla="*/ 321 w 33"/>
                  <a:gd name="T17" fmla="*/ 227 h 60"/>
                  <a:gd name="T18" fmla="*/ 353 w 33"/>
                  <a:gd name="T19" fmla="*/ 0 h 60"/>
                  <a:gd name="T20" fmla="*/ 0 w 33"/>
                  <a:gd name="T21" fmla="*/ 320 h 60"/>
                  <a:gd name="T22" fmla="*/ 12 w 33"/>
                  <a:gd name="T23" fmla="*/ 547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60">
                    <a:moveTo>
                      <a:pt x="4" y="28"/>
                    </a:moveTo>
                    <a:cubicBezTo>
                      <a:pt x="15" y="29"/>
                      <a:pt x="20" y="47"/>
                      <a:pt x="21" y="55"/>
                    </a:cubicBezTo>
                    <a:cubicBezTo>
                      <a:pt x="22" y="55"/>
                      <a:pt x="23" y="55"/>
                      <a:pt x="24" y="54"/>
                    </a:cubicBezTo>
                    <a:cubicBezTo>
                      <a:pt x="26" y="56"/>
                      <a:pt x="25" y="58"/>
                      <a:pt x="24" y="60"/>
                    </a:cubicBezTo>
                    <a:cubicBezTo>
                      <a:pt x="23" y="55"/>
                      <a:pt x="31" y="48"/>
                      <a:pt x="33" y="43"/>
                    </a:cubicBezTo>
                    <a:cubicBezTo>
                      <a:pt x="28" y="47"/>
                      <a:pt x="25" y="35"/>
                      <a:pt x="24" y="32"/>
                    </a:cubicBezTo>
                    <a:cubicBezTo>
                      <a:pt x="23" y="30"/>
                      <a:pt x="22" y="27"/>
                      <a:pt x="20" y="25"/>
                    </a:cubicBezTo>
                    <a:cubicBezTo>
                      <a:pt x="19" y="24"/>
                      <a:pt x="16" y="23"/>
                      <a:pt x="16" y="21"/>
                    </a:cubicBezTo>
                    <a:cubicBezTo>
                      <a:pt x="13" y="18"/>
                      <a:pt x="18" y="16"/>
                      <a:pt x="21" y="12"/>
                    </a:cubicBezTo>
                    <a:cubicBezTo>
                      <a:pt x="22" y="8"/>
                      <a:pt x="23" y="4"/>
                      <a:pt x="23" y="0"/>
                    </a:cubicBezTo>
                    <a:cubicBezTo>
                      <a:pt x="17" y="7"/>
                      <a:pt x="8" y="12"/>
                      <a:pt x="0" y="17"/>
                    </a:cubicBezTo>
                    <a:cubicBezTo>
                      <a:pt x="1" y="21"/>
                      <a:pt x="2" y="25"/>
                      <a:pt x="1" y="29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6" name="Freeform 24">
                <a:extLst>
                  <a:ext uri="{FF2B5EF4-FFF2-40B4-BE49-F238E27FC236}">
                    <a16:creationId xmlns:a16="http://schemas.microsoft.com/office/drawing/2014/main" id="{3035C957-2B01-465F-8457-C753BFEF1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125"/>
                <a:ext cx="100" cy="264"/>
              </a:xfrm>
              <a:custGeom>
                <a:avLst/>
                <a:gdLst>
                  <a:gd name="T0" fmla="*/ 533 w 40"/>
                  <a:gd name="T1" fmla="*/ 419 h 99"/>
                  <a:gd name="T2" fmla="*/ 438 w 40"/>
                  <a:gd name="T3" fmla="*/ 491 h 99"/>
                  <a:gd name="T4" fmla="*/ 345 w 40"/>
                  <a:gd name="T5" fmla="*/ 307 h 99"/>
                  <a:gd name="T6" fmla="*/ 145 w 40"/>
                  <a:gd name="T7" fmla="*/ 192 h 99"/>
                  <a:gd name="T8" fmla="*/ 50 w 40"/>
                  <a:gd name="T9" fmla="*/ 227 h 99"/>
                  <a:gd name="T10" fmla="*/ 33 w 40"/>
                  <a:gd name="T11" fmla="*/ 264 h 99"/>
                  <a:gd name="T12" fmla="*/ 283 w 40"/>
                  <a:gd name="T13" fmla="*/ 568 h 99"/>
                  <a:gd name="T14" fmla="*/ 458 w 40"/>
                  <a:gd name="T15" fmla="*/ 989 h 99"/>
                  <a:gd name="T16" fmla="*/ 345 w 40"/>
                  <a:gd name="T17" fmla="*/ 1365 h 99"/>
                  <a:gd name="T18" fmla="*/ 188 w 40"/>
                  <a:gd name="T19" fmla="*/ 1272 h 99"/>
                  <a:gd name="T20" fmla="*/ 0 w 40"/>
                  <a:gd name="T21" fmla="*/ 1288 h 99"/>
                  <a:gd name="T22" fmla="*/ 283 w 40"/>
                  <a:gd name="T23" fmla="*/ 1571 h 99"/>
                  <a:gd name="T24" fmla="*/ 408 w 40"/>
                  <a:gd name="T25" fmla="*/ 1784 h 99"/>
                  <a:gd name="T26" fmla="*/ 438 w 40"/>
                  <a:gd name="T27" fmla="*/ 1877 h 99"/>
                  <a:gd name="T28" fmla="*/ 470 w 40"/>
                  <a:gd name="T29" fmla="*/ 1741 h 99"/>
                  <a:gd name="T30" fmla="*/ 583 w 40"/>
                  <a:gd name="T31" fmla="*/ 1557 h 99"/>
                  <a:gd name="T32" fmla="*/ 500 w 40"/>
                  <a:gd name="T33" fmla="*/ 1421 h 99"/>
                  <a:gd name="T34" fmla="*/ 613 w 40"/>
                  <a:gd name="T35" fmla="*/ 819 h 99"/>
                  <a:gd name="T36" fmla="*/ 613 w 40"/>
                  <a:gd name="T37" fmla="*/ 93 h 99"/>
                  <a:gd name="T38" fmla="*/ 595 w 40"/>
                  <a:gd name="T39" fmla="*/ 35 h 99"/>
                  <a:gd name="T40" fmla="*/ 550 w 40"/>
                  <a:gd name="T41" fmla="*/ 0 h 99"/>
                  <a:gd name="T42" fmla="*/ 533 w 40"/>
                  <a:gd name="T43" fmla="*/ 419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" h="99">
                    <a:moveTo>
                      <a:pt x="34" y="22"/>
                    </a:moveTo>
                    <a:cubicBezTo>
                      <a:pt x="33" y="27"/>
                      <a:pt x="32" y="32"/>
                      <a:pt x="28" y="26"/>
                    </a:cubicBezTo>
                    <a:cubicBezTo>
                      <a:pt x="26" y="22"/>
                      <a:pt x="26" y="19"/>
                      <a:pt x="22" y="16"/>
                    </a:cubicBezTo>
                    <a:cubicBezTo>
                      <a:pt x="19" y="13"/>
                      <a:pt x="13" y="12"/>
                      <a:pt x="9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4" y="13"/>
                      <a:pt x="2" y="14"/>
                    </a:cubicBezTo>
                    <a:cubicBezTo>
                      <a:pt x="8" y="21"/>
                      <a:pt x="13" y="23"/>
                      <a:pt x="18" y="30"/>
                    </a:cubicBezTo>
                    <a:cubicBezTo>
                      <a:pt x="23" y="35"/>
                      <a:pt x="27" y="46"/>
                      <a:pt x="29" y="52"/>
                    </a:cubicBezTo>
                    <a:cubicBezTo>
                      <a:pt x="30" y="57"/>
                      <a:pt x="28" y="71"/>
                      <a:pt x="22" y="72"/>
                    </a:cubicBezTo>
                    <a:cubicBezTo>
                      <a:pt x="18" y="73"/>
                      <a:pt x="16" y="68"/>
                      <a:pt x="12" y="67"/>
                    </a:cubicBezTo>
                    <a:cubicBezTo>
                      <a:pt x="9" y="66"/>
                      <a:pt x="2" y="65"/>
                      <a:pt x="0" y="68"/>
                    </a:cubicBezTo>
                    <a:cubicBezTo>
                      <a:pt x="8" y="70"/>
                      <a:pt x="13" y="76"/>
                      <a:pt x="18" y="83"/>
                    </a:cubicBezTo>
                    <a:cubicBezTo>
                      <a:pt x="21" y="87"/>
                      <a:pt x="24" y="90"/>
                      <a:pt x="26" y="94"/>
                    </a:cubicBezTo>
                    <a:cubicBezTo>
                      <a:pt x="27" y="96"/>
                      <a:pt x="27" y="97"/>
                      <a:pt x="28" y="99"/>
                    </a:cubicBezTo>
                    <a:cubicBezTo>
                      <a:pt x="29" y="96"/>
                      <a:pt x="30" y="94"/>
                      <a:pt x="30" y="92"/>
                    </a:cubicBezTo>
                    <a:cubicBezTo>
                      <a:pt x="34" y="87"/>
                      <a:pt x="37" y="82"/>
                      <a:pt x="37" y="82"/>
                    </a:cubicBezTo>
                    <a:cubicBezTo>
                      <a:pt x="33" y="82"/>
                      <a:pt x="30" y="83"/>
                      <a:pt x="32" y="75"/>
                    </a:cubicBezTo>
                    <a:cubicBezTo>
                      <a:pt x="33" y="68"/>
                      <a:pt x="40" y="54"/>
                      <a:pt x="39" y="43"/>
                    </a:cubicBezTo>
                    <a:cubicBezTo>
                      <a:pt x="39" y="26"/>
                      <a:pt x="39" y="17"/>
                      <a:pt x="39" y="5"/>
                    </a:cubicBezTo>
                    <a:cubicBezTo>
                      <a:pt x="38" y="4"/>
                      <a:pt x="38" y="3"/>
                      <a:pt x="38" y="2"/>
                    </a:cubicBezTo>
                    <a:cubicBezTo>
                      <a:pt x="37" y="1"/>
                      <a:pt x="36" y="0"/>
                      <a:pt x="35" y="0"/>
                    </a:cubicBezTo>
                    <a:cubicBezTo>
                      <a:pt x="36" y="6"/>
                      <a:pt x="35" y="15"/>
                      <a:pt x="34" y="22"/>
                    </a:cubicBezTo>
                    <a:close/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7" name="Freeform 25">
                <a:extLst>
                  <a:ext uri="{FF2B5EF4-FFF2-40B4-BE49-F238E27FC236}">
                    <a16:creationId xmlns:a16="http://schemas.microsoft.com/office/drawing/2014/main" id="{37161BFB-09C7-4348-A5BF-85FD91FCD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090"/>
                <a:ext cx="362" cy="363"/>
              </a:xfrm>
              <a:custGeom>
                <a:avLst/>
                <a:gdLst>
                  <a:gd name="T0" fmla="*/ 1166 w 145"/>
                  <a:gd name="T1" fmla="*/ 1882 h 136"/>
                  <a:gd name="T2" fmla="*/ 1183 w 145"/>
                  <a:gd name="T3" fmla="*/ 1468 h 136"/>
                  <a:gd name="T4" fmla="*/ 1383 w 145"/>
                  <a:gd name="T5" fmla="*/ 1254 h 136"/>
                  <a:gd name="T6" fmla="*/ 1665 w 145"/>
                  <a:gd name="T7" fmla="*/ 1332 h 136"/>
                  <a:gd name="T8" fmla="*/ 1778 w 145"/>
                  <a:gd name="T9" fmla="*/ 1596 h 136"/>
                  <a:gd name="T10" fmla="*/ 1837 w 145"/>
                  <a:gd name="T11" fmla="*/ 1583 h 136"/>
                  <a:gd name="T12" fmla="*/ 1790 w 145"/>
                  <a:gd name="T13" fmla="*/ 1276 h 136"/>
                  <a:gd name="T14" fmla="*/ 1882 w 145"/>
                  <a:gd name="T15" fmla="*/ 990 h 136"/>
                  <a:gd name="T16" fmla="*/ 2037 w 145"/>
                  <a:gd name="T17" fmla="*/ 798 h 136"/>
                  <a:gd name="T18" fmla="*/ 2257 w 145"/>
                  <a:gd name="T19" fmla="*/ 742 h 136"/>
                  <a:gd name="T20" fmla="*/ 2182 w 145"/>
                  <a:gd name="T21" fmla="*/ 593 h 136"/>
                  <a:gd name="T22" fmla="*/ 2087 w 145"/>
                  <a:gd name="T23" fmla="*/ 419 h 136"/>
                  <a:gd name="T24" fmla="*/ 1995 w 145"/>
                  <a:gd name="T25" fmla="*/ 248 h 136"/>
                  <a:gd name="T26" fmla="*/ 1790 w 145"/>
                  <a:gd name="T27" fmla="*/ 0 h 136"/>
                  <a:gd name="T28" fmla="*/ 1745 w 145"/>
                  <a:gd name="T29" fmla="*/ 77 h 136"/>
                  <a:gd name="T30" fmla="*/ 1820 w 145"/>
                  <a:gd name="T31" fmla="*/ 363 h 136"/>
                  <a:gd name="T32" fmla="*/ 1837 w 145"/>
                  <a:gd name="T33" fmla="*/ 705 h 136"/>
                  <a:gd name="T34" fmla="*/ 1715 w 145"/>
                  <a:gd name="T35" fmla="*/ 833 h 136"/>
                  <a:gd name="T36" fmla="*/ 1620 w 145"/>
                  <a:gd name="T37" fmla="*/ 1046 h 136"/>
                  <a:gd name="T38" fmla="*/ 1416 w 145"/>
                  <a:gd name="T39" fmla="*/ 1025 h 136"/>
                  <a:gd name="T40" fmla="*/ 1258 w 145"/>
                  <a:gd name="T41" fmla="*/ 491 h 136"/>
                  <a:gd name="T42" fmla="*/ 1133 w 145"/>
                  <a:gd name="T43" fmla="*/ 593 h 136"/>
                  <a:gd name="T44" fmla="*/ 1228 w 145"/>
                  <a:gd name="T45" fmla="*/ 1046 h 136"/>
                  <a:gd name="T46" fmla="*/ 1103 w 145"/>
                  <a:gd name="T47" fmla="*/ 1217 h 136"/>
                  <a:gd name="T48" fmla="*/ 996 w 145"/>
                  <a:gd name="T49" fmla="*/ 1447 h 136"/>
                  <a:gd name="T50" fmla="*/ 624 w 145"/>
                  <a:gd name="T51" fmla="*/ 1388 h 136"/>
                  <a:gd name="T52" fmla="*/ 562 w 145"/>
                  <a:gd name="T53" fmla="*/ 1503 h 136"/>
                  <a:gd name="T54" fmla="*/ 467 w 145"/>
                  <a:gd name="T55" fmla="*/ 1596 h 136"/>
                  <a:gd name="T56" fmla="*/ 280 w 145"/>
                  <a:gd name="T57" fmla="*/ 1924 h 136"/>
                  <a:gd name="T58" fmla="*/ 42 w 145"/>
                  <a:gd name="T59" fmla="*/ 1810 h 136"/>
                  <a:gd name="T60" fmla="*/ 0 w 145"/>
                  <a:gd name="T61" fmla="*/ 2015 h 136"/>
                  <a:gd name="T62" fmla="*/ 312 w 145"/>
                  <a:gd name="T63" fmla="*/ 2130 h 136"/>
                  <a:gd name="T64" fmla="*/ 342 w 145"/>
                  <a:gd name="T65" fmla="*/ 2586 h 136"/>
                  <a:gd name="T66" fmla="*/ 542 w 145"/>
                  <a:gd name="T67" fmla="*/ 2530 h 136"/>
                  <a:gd name="T68" fmla="*/ 542 w 145"/>
                  <a:gd name="T69" fmla="*/ 2279 h 136"/>
                  <a:gd name="T70" fmla="*/ 479 w 145"/>
                  <a:gd name="T71" fmla="*/ 1938 h 136"/>
                  <a:gd name="T72" fmla="*/ 542 w 145"/>
                  <a:gd name="T73" fmla="*/ 1810 h 136"/>
                  <a:gd name="T74" fmla="*/ 592 w 145"/>
                  <a:gd name="T75" fmla="*/ 1639 h 136"/>
                  <a:gd name="T76" fmla="*/ 916 w 145"/>
                  <a:gd name="T77" fmla="*/ 1639 h 136"/>
                  <a:gd name="T78" fmla="*/ 996 w 145"/>
                  <a:gd name="T79" fmla="*/ 2151 h 136"/>
                  <a:gd name="T80" fmla="*/ 1133 w 145"/>
                  <a:gd name="T81" fmla="*/ 2095 h 1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5" h="136">
                    <a:moveTo>
                      <a:pt x="75" y="99"/>
                    </a:moveTo>
                    <a:cubicBezTo>
                      <a:pt x="76" y="91"/>
                      <a:pt x="73" y="84"/>
                      <a:pt x="76" y="77"/>
                    </a:cubicBezTo>
                    <a:cubicBezTo>
                      <a:pt x="79" y="71"/>
                      <a:pt x="82" y="66"/>
                      <a:pt x="89" y="66"/>
                    </a:cubicBezTo>
                    <a:cubicBezTo>
                      <a:pt x="96" y="65"/>
                      <a:pt x="103" y="64"/>
                      <a:pt x="107" y="70"/>
                    </a:cubicBezTo>
                    <a:cubicBezTo>
                      <a:pt x="111" y="74"/>
                      <a:pt x="110" y="80"/>
                      <a:pt x="114" y="84"/>
                    </a:cubicBezTo>
                    <a:cubicBezTo>
                      <a:pt x="115" y="84"/>
                      <a:pt x="117" y="83"/>
                      <a:pt x="118" y="83"/>
                    </a:cubicBezTo>
                    <a:cubicBezTo>
                      <a:pt x="116" y="78"/>
                      <a:pt x="115" y="72"/>
                      <a:pt x="115" y="67"/>
                    </a:cubicBezTo>
                    <a:cubicBezTo>
                      <a:pt x="114" y="60"/>
                      <a:pt x="118" y="57"/>
                      <a:pt x="121" y="52"/>
                    </a:cubicBezTo>
                    <a:cubicBezTo>
                      <a:pt x="124" y="48"/>
                      <a:pt x="127" y="44"/>
                      <a:pt x="131" y="42"/>
                    </a:cubicBezTo>
                    <a:cubicBezTo>
                      <a:pt x="136" y="38"/>
                      <a:pt x="140" y="41"/>
                      <a:pt x="145" y="39"/>
                    </a:cubicBezTo>
                    <a:cubicBezTo>
                      <a:pt x="143" y="38"/>
                      <a:pt x="137" y="34"/>
                      <a:pt x="140" y="31"/>
                    </a:cubicBezTo>
                    <a:cubicBezTo>
                      <a:pt x="136" y="30"/>
                      <a:pt x="136" y="25"/>
                      <a:pt x="134" y="22"/>
                    </a:cubicBezTo>
                    <a:cubicBezTo>
                      <a:pt x="132" y="19"/>
                      <a:pt x="130" y="16"/>
                      <a:pt x="128" y="13"/>
                    </a:cubicBezTo>
                    <a:cubicBezTo>
                      <a:pt x="124" y="7"/>
                      <a:pt x="119" y="4"/>
                      <a:pt x="115" y="0"/>
                    </a:cubicBezTo>
                    <a:cubicBezTo>
                      <a:pt x="114" y="2"/>
                      <a:pt x="113" y="3"/>
                      <a:pt x="112" y="4"/>
                    </a:cubicBezTo>
                    <a:cubicBezTo>
                      <a:pt x="115" y="8"/>
                      <a:pt x="115" y="14"/>
                      <a:pt x="117" y="19"/>
                    </a:cubicBezTo>
                    <a:cubicBezTo>
                      <a:pt x="119" y="26"/>
                      <a:pt x="122" y="30"/>
                      <a:pt x="118" y="37"/>
                    </a:cubicBezTo>
                    <a:cubicBezTo>
                      <a:pt x="115" y="40"/>
                      <a:pt x="113" y="41"/>
                      <a:pt x="110" y="44"/>
                    </a:cubicBezTo>
                    <a:cubicBezTo>
                      <a:pt x="107" y="47"/>
                      <a:pt x="106" y="53"/>
                      <a:pt x="104" y="55"/>
                    </a:cubicBezTo>
                    <a:cubicBezTo>
                      <a:pt x="102" y="57"/>
                      <a:pt x="94" y="55"/>
                      <a:pt x="91" y="54"/>
                    </a:cubicBezTo>
                    <a:cubicBezTo>
                      <a:pt x="91" y="43"/>
                      <a:pt x="87" y="34"/>
                      <a:pt x="81" y="26"/>
                    </a:cubicBezTo>
                    <a:cubicBezTo>
                      <a:pt x="79" y="29"/>
                      <a:pt x="75" y="29"/>
                      <a:pt x="73" y="31"/>
                    </a:cubicBezTo>
                    <a:cubicBezTo>
                      <a:pt x="79" y="33"/>
                      <a:pt x="81" y="48"/>
                      <a:pt x="79" y="55"/>
                    </a:cubicBezTo>
                    <a:cubicBezTo>
                      <a:pt x="78" y="59"/>
                      <a:pt x="74" y="61"/>
                      <a:pt x="71" y="64"/>
                    </a:cubicBezTo>
                    <a:cubicBezTo>
                      <a:pt x="68" y="68"/>
                      <a:pt x="65" y="72"/>
                      <a:pt x="64" y="76"/>
                    </a:cubicBezTo>
                    <a:cubicBezTo>
                      <a:pt x="59" y="73"/>
                      <a:pt x="45" y="69"/>
                      <a:pt x="40" y="73"/>
                    </a:cubicBezTo>
                    <a:cubicBezTo>
                      <a:pt x="38" y="74"/>
                      <a:pt x="38" y="77"/>
                      <a:pt x="36" y="79"/>
                    </a:cubicBezTo>
                    <a:cubicBezTo>
                      <a:pt x="35" y="81"/>
                      <a:pt x="32" y="82"/>
                      <a:pt x="30" y="84"/>
                    </a:cubicBezTo>
                    <a:cubicBezTo>
                      <a:pt x="26" y="88"/>
                      <a:pt x="20" y="95"/>
                      <a:pt x="18" y="101"/>
                    </a:cubicBezTo>
                    <a:cubicBezTo>
                      <a:pt x="12" y="98"/>
                      <a:pt x="5" y="102"/>
                      <a:pt x="3" y="95"/>
                    </a:cubicBezTo>
                    <a:cubicBezTo>
                      <a:pt x="1" y="97"/>
                      <a:pt x="1" y="102"/>
                      <a:pt x="0" y="106"/>
                    </a:cubicBezTo>
                    <a:cubicBezTo>
                      <a:pt x="6" y="102"/>
                      <a:pt x="18" y="106"/>
                      <a:pt x="20" y="112"/>
                    </a:cubicBezTo>
                    <a:cubicBezTo>
                      <a:pt x="22" y="120"/>
                      <a:pt x="20" y="128"/>
                      <a:pt x="22" y="136"/>
                    </a:cubicBezTo>
                    <a:cubicBezTo>
                      <a:pt x="26" y="134"/>
                      <a:pt x="32" y="135"/>
                      <a:pt x="35" y="133"/>
                    </a:cubicBezTo>
                    <a:cubicBezTo>
                      <a:pt x="40" y="131"/>
                      <a:pt x="36" y="125"/>
                      <a:pt x="35" y="120"/>
                    </a:cubicBezTo>
                    <a:cubicBezTo>
                      <a:pt x="34" y="115"/>
                      <a:pt x="31" y="107"/>
                      <a:pt x="31" y="102"/>
                    </a:cubicBezTo>
                    <a:cubicBezTo>
                      <a:pt x="32" y="99"/>
                      <a:pt x="33" y="97"/>
                      <a:pt x="35" y="95"/>
                    </a:cubicBezTo>
                    <a:cubicBezTo>
                      <a:pt x="36" y="92"/>
                      <a:pt x="36" y="88"/>
                      <a:pt x="38" y="86"/>
                    </a:cubicBezTo>
                    <a:cubicBezTo>
                      <a:pt x="43" y="80"/>
                      <a:pt x="53" y="81"/>
                      <a:pt x="59" y="86"/>
                    </a:cubicBezTo>
                    <a:cubicBezTo>
                      <a:pt x="64" y="89"/>
                      <a:pt x="68" y="107"/>
                      <a:pt x="64" y="113"/>
                    </a:cubicBezTo>
                    <a:cubicBezTo>
                      <a:pt x="66" y="111"/>
                      <a:pt x="71" y="109"/>
                      <a:pt x="73" y="110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8" name="Freeform 26">
                <a:extLst>
                  <a:ext uri="{FF2B5EF4-FFF2-40B4-BE49-F238E27FC236}">
                    <a16:creationId xmlns:a16="http://schemas.microsoft.com/office/drawing/2014/main" id="{BA50DFB6-B875-40E5-87F0-60FCDF89A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186"/>
                <a:ext cx="240" cy="173"/>
              </a:xfrm>
              <a:custGeom>
                <a:avLst/>
                <a:gdLst>
                  <a:gd name="T0" fmla="*/ 220 w 96"/>
                  <a:gd name="T1" fmla="*/ 751 h 65"/>
                  <a:gd name="T2" fmla="*/ 408 w 96"/>
                  <a:gd name="T3" fmla="*/ 639 h 65"/>
                  <a:gd name="T4" fmla="*/ 595 w 96"/>
                  <a:gd name="T5" fmla="*/ 532 h 65"/>
                  <a:gd name="T6" fmla="*/ 675 w 96"/>
                  <a:gd name="T7" fmla="*/ 1147 h 65"/>
                  <a:gd name="T8" fmla="*/ 770 w 96"/>
                  <a:gd name="T9" fmla="*/ 1224 h 65"/>
                  <a:gd name="T10" fmla="*/ 800 w 96"/>
                  <a:gd name="T11" fmla="*/ 1190 h 65"/>
                  <a:gd name="T12" fmla="*/ 770 w 96"/>
                  <a:gd name="T13" fmla="*/ 681 h 65"/>
                  <a:gd name="T14" fmla="*/ 895 w 96"/>
                  <a:gd name="T15" fmla="*/ 341 h 65"/>
                  <a:gd name="T16" fmla="*/ 1188 w 96"/>
                  <a:gd name="T17" fmla="*/ 341 h 65"/>
                  <a:gd name="T18" fmla="*/ 1238 w 96"/>
                  <a:gd name="T19" fmla="*/ 588 h 65"/>
                  <a:gd name="T20" fmla="*/ 1300 w 96"/>
                  <a:gd name="T21" fmla="*/ 737 h 65"/>
                  <a:gd name="T22" fmla="*/ 1500 w 96"/>
                  <a:gd name="T23" fmla="*/ 716 h 65"/>
                  <a:gd name="T24" fmla="*/ 1395 w 96"/>
                  <a:gd name="T25" fmla="*/ 303 h 65"/>
                  <a:gd name="T26" fmla="*/ 1438 w 96"/>
                  <a:gd name="T27" fmla="*/ 21 h 65"/>
                  <a:gd name="T28" fmla="*/ 1095 w 96"/>
                  <a:gd name="T29" fmla="*/ 0 h 65"/>
                  <a:gd name="T30" fmla="*/ 708 w 96"/>
                  <a:gd name="T31" fmla="*/ 192 h 65"/>
                  <a:gd name="T32" fmla="*/ 583 w 96"/>
                  <a:gd name="T33" fmla="*/ 282 h 65"/>
                  <a:gd name="T34" fmla="*/ 375 w 96"/>
                  <a:gd name="T35" fmla="*/ 375 h 65"/>
                  <a:gd name="T36" fmla="*/ 0 w 96"/>
                  <a:gd name="T37" fmla="*/ 546 h 6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6" h="65">
                    <a:moveTo>
                      <a:pt x="14" y="40"/>
                    </a:moveTo>
                    <a:cubicBezTo>
                      <a:pt x="14" y="32"/>
                      <a:pt x="21" y="35"/>
                      <a:pt x="26" y="34"/>
                    </a:cubicBezTo>
                    <a:cubicBezTo>
                      <a:pt x="30" y="33"/>
                      <a:pt x="35" y="28"/>
                      <a:pt x="38" y="28"/>
                    </a:cubicBezTo>
                    <a:cubicBezTo>
                      <a:pt x="44" y="28"/>
                      <a:pt x="43" y="57"/>
                      <a:pt x="43" y="61"/>
                    </a:cubicBezTo>
                    <a:cubicBezTo>
                      <a:pt x="46" y="61"/>
                      <a:pt x="47" y="64"/>
                      <a:pt x="49" y="65"/>
                    </a:cubicBezTo>
                    <a:cubicBezTo>
                      <a:pt x="49" y="65"/>
                      <a:pt x="51" y="64"/>
                      <a:pt x="51" y="63"/>
                    </a:cubicBezTo>
                    <a:cubicBezTo>
                      <a:pt x="45" y="58"/>
                      <a:pt x="49" y="44"/>
                      <a:pt x="49" y="36"/>
                    </a:cubicBezTo>
                    <a:cubicBezTo>
                      <a:pt x="49" y="27"/>
                      <a:pt x="46" y="20"/>
                      <a:pt x="57" y="18"/>
                    </a:cubicBezTo>
                    <a:cubicBezTo>
                      <a:pt x="63" y="17"/>
                      <a:pt x="73" y="13"/>
                      <a:pt x="76" y="18"/>
                    </a:cubicBezTo>
                    <a:cubicBezTo>
                      <a:pt x="78" y="21"/>
                      <a:pt x="77" y="27"/>
                      <a:pt x="79" y="31"/>
                    </a:cubicBezTo>
                    <a:cubicBezTo>
                      <a:pt x="80" y="34"/>
                      <a:pt x="82" y="36"/>
                      <a:pt x="83" y="39"/>
                    </a:cubicBezTo>
                    <a:cubicBezTo>
                      <a:pt x="86" y="39"/>
                      <a:pt x="93" y="40"/>
                      <a:pt x="96" y="38"/>
                    </a:cubicBezTo>
                    <a:cubicBezTo>
                      <a:pt x="93" y="31"/>
                      <a:pt x="90" y="23"/>
                      <a:pt x="89" y="16"/>
                    </a:cubicBezTo>
                    <a:cubicBezTo>
                      <a:pt x="89" y="10"/>
                      <a:pt x="92" y="7"/>
                      <a:pt x="92" y="1"/>
                    </a:cubicBezTo>
                    <a:cubicBezTo>
                      <a:pt x="85" y="3"/>
                      <a:pt x="77" y="0"/>
                      <a:pt x="70" y="0"/>
                    </a:cubicBezTo>
                    <a:cubicBezTo>
                      <a:pt x="61" y="0"/>
                      <a:pt x="52" y="6"/>
                      <a:pt x="45" y="10"/>
                    </a:cubicBezTo>
                    <a:cubicBezTo>
                      <a:pt x="42" y="11"/>
                      <a:pt x="40" y="14"/>
                      <a:pt x="37" y="15"/>
                    </a:cubicBezTo>
                    <a:cubicBezTo>
                      <a:pt x="33" y="18"/>
                      <a:pt x="28" y="19"/>
                      <a:pt x="24" y="20"/>
                    </a:cubicBezTo>
                    <a:cubicBezTo>
                      <a:pt x="16" y="23"/>
                      <a:pt x="9" y="30"/>
                      <a:pt x="0" y="29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9" name="Freeform 27">
                <a:extLst>
                  <a:ext uri="{FF2B5EF4-FFF2-40B4-BE49-F238E27FC236}">
                    <a16:creationId xmlns:a16="http://schemas.microsoft.com/office/drawing/2014/main" id="{FFB86E44-F9AD-4712-81E4-25CF6989D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159"/>
                <a:ext cx="127" cy="72"/>
              </a:xfrm>
              <a:custGeom>
                <a:avLst/>
                <a:gdLst>
                  <a:gd name="T0" fmla="*/ 217 w 51"/>
                  <a:gd name="T1" fmla="*/ 512 h 27"/>
                  <a:gd name="T2" fmla="*/ 496 w 51"/>
                  <a:gd name="T3" fmla="*/ 227 h 27"/>
                  <a:gd name="T4" fmla="*/ 774 w 51"/>
                  <a:gd name="T5" fmla="*/ 136 h 27"/>
                  <a:gd name="T6" fmla="*/ 774 w 51"/>
                  <a:gd name="T7" fmla="*/ 136 h 27"/>
                  <a:gd name="T8" fmla="*/ 745 w 51"/>
                  <a:gd name="T9" fmla="*/ 0 h 27"/>
                  <a:gd name="T10" fmla="*/ 446 w 51"/>
                  <a:gd name="T11" fmla="*/ 56 h 27"/>
                  <a:gd name="T12" fmla="*/ 0 w 51"/>
                  <a:gd name="T13" fmla="*/ 3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7">
                    <a:moveTo>
                      <a:pt x="14" y="27"/>
                    </a:moveTo>
                    <a:cubicBezTo>
                      <a:pt x="15" y="17"/>
                      <a:pt x="24" y="14"/>
                      <a:pt x="32" y="12"/>
                    </a:cubicBezTo>
                    <a:cubicBezTo>
                      <a:pt x="37" y="11"/>
                      <a:pt x="45" y="7"/>
                      <a:pt x="50" y="7"/>
                    </a:cubicBezTo>
                    <a:cubicBezTo>
                      <a:pt x="51" y="7"/>
                      <a:pt x="51" y="7"/>
                      <a:pt x="50" y="7"/>
                    </a:cubicBezTo>
                    <a:cubicBezTo>
                      <a:pt x="50" y="5"/>
                      <a:pt x="49" y="2"/>
                      <a:pt x="48" y="0"/>
                    </a:cubicBezTo>
                    <a:cubicBezTo>
                      <a:pt x="42" y="1"/>
                      <a:pt x="36" y="1"/>
                      <a:pt x="29" y="3"/>
                    </a:cubicBezTo>
                    <a:cubicBezTo>
                      <a:pt x="19" y="5"/>
                      <a:pt x="10" y="16"/>
                      <a:pt x="0" y="17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0" name="Freeform 28">
                <a:extLst>
                  <a:ext uri="{FF2B5EF4-FFF2-40B4-BE49-F238E27FC236}">
                    <a16:creationId xmlns:a16="http://schemas.microsoft.com/office/drawing/2014/main" id="{C2A84BB9-816D-43C0-BF95-8E9AB6BDF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090"/>
                <a:ext cx="140" cy="93"/>
              </a:xfrm>
              <a:custGeom>
                <a:avLst/>
                <a:gdLst>
                  <a:gd name="T0" fmla="*/ 345 w 56"/>
                  <a:gd name="T1" fmla="*/ 656 h 35"/>
                  <a:gd name="T2" fmla="*/ 583 w 56"/>
                  <a:gd name="T3" fmla="*/ 303 h 35"/>
                  <a:gd name="T4" fmla="*/ 875 w 56"/>
                  <a:gd name="T5" fmla="*/ 226 h 35"/>
                  <a:gd name="T6" fmla="*/ 783 w 56"/>
                  <a:gd name="T7" fmla="*/ 21 h 35"/>
                  <a:gd name="T8" fmla="*/ 595 w 56"/>
                  <a:gd name="T9" fmla="*/ 77 h 35"/>
                  <a:gd name="T10" fmla="*/ 0 w 56"/>
                  <a:gd name="T11" fmla="*/ 56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5">
                    <a:moveTo>
                      <a:pt x="22" y="35"/>
                    </a:moveTo>
                    <a:cubicBezTo>
                      <a:pt x="19" y="27"/>
                      <a:pt x="33" y="20"/>
                      <a:pt x="37" y="16"/>
                    </a:cubicBezTo>
                    <a:cubicBezTo>
                      <a:pt x="43" y="11"/>
                      <a:pt x="49" y="8"/>
                      <a:pt x="56" y="12"/>
                    </a:cubicBezTo>
                    <a:cubicBezTo>
                      <a:pt x="55" y="11"/>
                      <a:pt x="52" y="2"/>
                      <a:pt x="50" y="1"/>
                    </a:cubicBezTo>
                    <a:cubicBezTo>
                      <a:pt x="48" y="0"/>
                      <a:pt x="40" y="4"/>
                      <a:pt x="38" y="4"/>
                    </a:cubicBezTo>
                    <a:cubicBezTo>
                      <a:pt x="25" y="9"/>
                      <a:pt x="14" y="32"/>
                      <a:pt x="0" y="30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1" name="Freeform 29">
                <a:extLst>
                  <a:ext uri="{FF2B5EF4-FFF2-40B4-BE49-F238E27FC236}">
                    <a16:creationId xmlns:a16="http://schemas.microsoft.com/office/drawing/2014/main" id="{8031BB13-FC4A-41BD-B939-9CDFF31F4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941"/>
                <a:ext cx="192" cy="173"/>
              </a:xfrm>
              <a:custGeom>
                <a:avLst/>
                <a:gdLst>
                  <a:gd name="T0" fmla="*/ 312 w 77"/>
                  <a:gd name="T1" fmla="*/ 1224 h 65"/>
                  <a:gd name="T2" fmla="*/ 496 w 77"/>
                  <a:gd name="T3" fmla="*/ 977 h 65"/>
                  <a:gd name="T4" fmla="*/ 716 w 77"/>
                  <a:gd name="T5" fmla="*/ 806 h 65"/>
                  <a:gd name="T6" fmla="*/ 883 w 77"/>
                  <a:gd name="T7" fmla="*/ 921 h 65"/>
                  <a:gd name="T8" fmla="*/ 995 w 77"/>
                  <a:gd name="T9" fmla="*/ 1224 h 65"/>
                  <a:gd name="T10" fmla="*/ 1120 w 77"/>
                  <a:gd name="T11" fmla="*/ 865 h 65"/>
                  <a:gd name="T12" fmla="*/ 945 w 77"/>
                  <a:gd name="T13" fmla="*/ 695 h 65"/>
                  <a:gd name="T14" fmla="*/ 995 w 77"/>
                  <a:gd name="T15" fmla="*/ 474 h 65"/>
                  <a:gd name="T16" fmla="*/ 1132 w 77"/>
                  <a:gd name="T17" fmla="*/ 0 h 65"/>
                  <a:gd name="T18" fmla="*/ 870 w 77"/>
                  <a:gd name="T19" fmla="*/ 341 h 65"/>
                  <a:gd name="T20" fmla="*/ 746 w 77"/>
                  <a:gd name="T21" fmla="*/ 490 h 65"/>
                  <a:gd name="T22" fmla="*/ 666 w 77"/>
                  <a:gd name="T23" fmla="*/ 567 h 65"/>
                  <a:gd name="T24" fmla="*/ 559 w 77"/>
                  <a:gd name="T25" fmla="*/ 681 h 65"/>
                  <a:gd name="T26" fmla="*/ 374 w 77"/>
                  <a:gd name="T27" fmla="*/ 806 h 65"/>
                  <a:gd name="T28" fmla="*/ 0 w 77"/>
                  <a:gd name="T29" fmla="*/ 1203 h 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7" h="65">
                    <a:moveTo>
                      <a:pt x="20" y="65"/>
                    </a:moveTo>
                    <a:cubicBezTo>
                      <a:pt x="15" y="58"/>
                      <a:pt x="27" y="53"/>
                      <a:pt x="32" y="52"/>
                    </a:cubicBezTo>
                    <a:cubicBezTo>
                      <a:pt x="38" y="50"/>
                      <a:pt x="41" y="47"/>
                      <a:pt x="46" y="43"/>
                    </a:cubicBezTo>
                    <a:cubicBezTo>
                      <a:pt x="51" y="39"/>
                      <a:pt x="54" y="43"/>
                      <a:pt x="57" y="49"/>
                    </a:cubicBezTo>
                    <a:cubicBezTo>
                      <a:pt x="60" y="53"/>
                      <a:pt x="63" y="59"/>
                      <a:pt x="64" y="65"/>
                    </a:cubicBezTo>
                    <a:cubicBezTo>
                      <a:pt x="66" y="58"/>
                      <a:pt x="68" y="52"/>
                      <a:pt x="72" y="46"/>
                    </a:cubicBezTo>
                    <a:cubicBezTo>
                      <a:pt x="66" y="47"/>
                      <a:pt x="63" y="43"/>
                      <a:pt x="61" y="37"/>
                    </a:cubicBezTo>
                    <a:cubicBezTo>
                      <a:pt x="59" y="31"/>
                      <a:pt x="60" y="31"/>
                      <a:pt x="64" y="25"/>
                    </a:cubicBezTo>
                    <a:cubicBezTo>
                      <a:pt x="67" y="21"/>
                      <a:pt x="77" y="4"/>
                      <a:pt x="73" y="0"/>
                    </a:cubicBezTo>
                    <a:cubicBezTo>
                      <a:pt x="67" y="6"/>
                      <a:pt x="61" y="10"/>
                      <a:pt x="56" y="18"/>
                    </a:cubicBezTo>
                    <a:cubicBezTo>
                      <a:pt x="54" y="22"/>
                      <a:pt x="52" y="24"/>
                      <a:pt x="48" y="26"/>
                    </a:cubicBezTo>
                    <a:cubicBezTo>
                      <a:pt x="44" y="28"/>
                      <a:pt x="45" y="26"/>
                      <a:pt x="43" y="30"/>
                    </a:cubicBezTo>
                    <a:cubicBezTo>
                      <a:pt x="40" y="35"/>
                      <a:pt x="41" y="34"/>
                      <a:pt x="36" y="36"/>
                    </a:cubicBezTo>
                    <a:cubicBezTo>
                      <a:pt x="32" y="38"/>
                      <a:pt x="27" y="40"/>
                      <a:pt x="24" y="43"/>
                    </a:cubicBezTo>
                    <a:cubicBezTo>
                      <a:pt x="17" y="48"/>
                      <a:pt x="9" y="64"/>
                      <a:pt x="0" y="64"/>
                    </a:cubicBezTo>
                  </a:path>
                </a:pathLst>
              </a:custGeom>
              <a:solidFill>
                <a:srgbClr val="B595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2" name="Freeform 30">
                <a:extLst>
                  <a:ext uri="{FF2B5EF4-FFF2-40B4-BE49-F238E27FC236}">
                    <a16:creationId xmlns:a16="http://schemas.microsoft.com/office/drawing/2014/main" id="{F7670826-4675-414A-BB81-830BB660BE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41" y="1879"/>
                <a:ext cx="135" cy="291"/>
              </a:xfrm>
              <a:custGeom>
                <a:avLst/>
                <a:gdLst>
                  <a:gd name="T0" fmla="*/ 375 w 54"/>
                  <a:gd name="T1" fmla="*/ 0 h 109"/>
                  <a:gd name="T2" fmla="*/ 375 w 54"/>
                  <a:gd name="T3" fmla="*/ 21 h 109"/>
                  <a:gd name="T4" fmla="*/ 375 w 54"/>
                  <a:gd name="T5" fmla="*/ 0 h 109"/>
                  <a:gd name="T6" fmla="*/ 845 w 54"/>
                  <a:gd name="T7" fmla="*/ 1845 h 109"/>
                  <a:gd name="T8" fmla="*/ 783 w 54"/>
                  <a:gd name="T9" fmla="*/ 1354 h 109"/>
                  <a:gd name="T10" fmla="*/ 738 w 54"/>
                  <a:gd name="T11" fmla="*/ 934 h 109"/>
                  <a:gd name="T12" fmla="*/ 688 w 54"/>
                  <a:gd name="T13" fmla="*/ 1084 h 109"/>
                  <a:gd name="T14" fmla="*/ 675 w 54"/>
                  <a:gd name="T15" fmla="*/ 969 h 109"/>
                  <a:gd name="T16" fmla="*/ 550 w 54"/>
                  <a:gd name="T17" fmla="*/ 1276 h 109"/>
                  <a:gd name="T18" fmla="*/ 458 w 54"/>
                  <a:gd name="T19" fmla="*/ 1140 h 109"/>
                  <a:gd name="T20" fmla="*/ 520 w 54"/>
                  <a:gd name="T21" fmla="*/ 934 h 109"/>
                  <a:gd name="T22" fmla="*/ 595 w 54"/>
                  <a:gd name="T23" fmla="*/ 683 h 109"/>
                  <a:gd name="T24" fmla="*/ 520 w 54"/>
                  <a:gd name="T25" fmla="*/ 478 h 109"/>
                  <a:gd name="T26" fmla="*/ 458 w 54"/>
                  <a:gd name="T27" fmla="*/ 705 h 109"/>
                  <a:gd name="T28" fmla="*/ 333 w 54"/>
                  <a:gd name="T29" fmla="*/ 913 h 109"/>
                  <a:gd name="T30" fmla="*/ 220 w 54"/>
                  <a:gd name="T31" fmla="*/ 491 h 109"/>
                  <a:gd name="T32" fmla="*/ 363 w 54"/>
                  <a:gd name="T33" fmla="*/ 227 h 109"/>
                  <a:gd name="T34" fmla="*/ 395 w 54"/>
                  <a:gd name="T35" fmla="*/ 56 h 109"/>
                  <a:gd name="T36" fmla="*/ 375 w 54"/>
                  <a:gd name="T37" fmla="*/ 21 h 109"/>
                  <a:gd name="T38" fmla="*/ 333 w 54"/>
                  <a:gd name="T39" fmla="*/ 93 h 109"/>
                  <a:gd name="T40" fmla="*/ 313 w 54"/>
                  <a:gd name="T41" fmla="*/ 56 h 109"/>
                  <a:gd name="T42" fmla="*/ 208 w 54"/>
                  <a:gd name="T43" fmla="*/ 320 h 109"/>
                  <a:gd name="T44" fmla="*/ 83 w 54"/>
                  <a:gd name="T45" fmla="*/ 376 h 109"/>
                  <a:gd name="T46" fmla="*/ 0 w 54"/>
                  <a:gd name="T47" fmla="*/ 550 h 109"/>
                  <a:gd name="T48" fmla="*/ 20 w 54"/>
                  <a:gd name="T49" fmla="*/ 705 h 109"/>
                  <a:gd name="T50" fmla="*/ 208 w 54"/>
                  <a:gd name="T51" fmla="*/ 1183 h 109"/>
                  <a:gd name="T52" fmla="*/ 458 w 54"/>
                  <a:gd name="T53" fmla="*/ 1583 h 109"/>
                  <a:gd name="T54" fmla="*/ 375 w 54"/>
                  <a:gd name="T55" fmla="*/ 1866 h 109"/>
                  <a:gd name="T56" fmla="*/ 425 w 54"/>
                  <a:gd name="T57" fmla="*/ 2074 h 109"/>
                  <a:gd name="T58" fmla="*/ 520 w 54"/>
                  <a:gd name="T59" fmla="*/ 1904 h 109"/>
                  <a:gd name="T60" fmla="*/ 613 w 54"/>
                  <a:gd name="T61" fmla="*/ 1653 h 109"/>
                  <a:gd name="T62" fmla="*/ 800 w 54"/>
                  <a:gd name="T63" fmla="*/ 2018 h 109"/>
                  <a:gd name="T64" fmla="*/ 845 w 54"/>
                  <a:gd name="T65" fmla="*/ 1845 h 109"/>
                  <a:gd name="T66" fmla="*/ 845 w 54"/>
                  <a:gd name="T67" fmla="*/ 1845 h 10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4" h="109">
                    <a:moveTo>
                      <a:pt x="24" y="0"/>
                    </a:moveTo>
                    <a:cubicBezTo>
                      <a:pt x="24" y="0"/>
                      <a:pt x="24" y="1"/>
                      <a:pt x="24" y="1"/>
                    </a:cubicBezTo>
                    <a:cubicBezTo>
                      <a:pt x="24" y="1"/>
                      <a:pt x="24" y="0"/>
                      <a:pt x="24" y="0"/>
                    </a:cubicBezTo>
                    <a:close/>
                    <a:moveTo>
                      <a:pt x="54" y="97"/>
                    </a:moveTo>
                    <a:cubicBezTo>
                      <a:pt x="53" y="86"/>
                      <a:pt x="50" y="77"/>
                      <a:pt x="50" y="71"/>
                    </a:cubicBezTo>
                    <a:cubicBezTo>
                      <a:pt x="50" y="65"/>
                      <a:pt x="47" y="49"/>
                      <a:pt x="47" y="49"/>
                    </a:cubicBezTo>
                    <a:cubicBezTo>
                      <a:pt x="47" y="49"/>
                      <a:pt x="47" y="52"/>
                      <a:pt x="44" y="57"/>
                    </a:cubicBezTo>
                    <a:cubicBezTo>
                      <a:pt x="44" y="55"/>
                      <a:pt x="44" y="53"/>
                      <a:pt x="43" y="51"/>
                    </a:cubicBezTo>
                    <a:cubicBezTo>
                      <a:pt x="39" y="55"/>
                      <a:pt x="41" y="65"/>
                      <a:pt x="35" y="67"/>
                    </a:cubicBezTo>
                    <a:cubicBezTo>
                      <a:pt x="34" y="64"/>
                      <a:pt x="30" y="63"/>
                      <a:pt x="29" y="60"/>
                    </a:cubicBezTo>
                    <a:cubicBezTo>
                      <a:pt x="29" y="57"/>
                      <a:pt x="32" y="52"/>
                      <a:pt x="33" y="49"/>
                    </a:cubicBezTo>
                    <a:cubicBezTo>
                      <a:pt x="35" y="45"/>
                      <a:pt x="38" y="40"/>
                      <a:pt x="38" y="36"/>
                    </a:cubicBezTo>
                    <a:cubicBezTo>
                      <a:pt x="36" y="31"/>
                      <a:pt x="35" y="28"/>
                      <a:pt x="33" y="25"/>
                    </a:cubicBezTo>
                    <a:cubicBezTo>
                      <a:pt x="32" y="28"/>
                      <a:pt x="31" y="34"/>
                      <a:pt x="29" y="37"/>
                    </a:cubicBezTo>
                    <a:cubicBezTo>
                      <a:pt x="27" y="41"/>
                      <a:pt x="25" y="44"/>
                      <a:pt x="21" y="48"/>
                    </a:cubicBezTo>
                    <a:cubicBezTo>
                      <a:pt x="18" y="43"/>
                      <a:pt x="12" y="32"/>
                      <a:pt x="14" y="26"/>
                    </a:cubicBezTo>
                    <a:cubicBezTo>
                      <a:pt x="15" y="21"/>
                      <a:pt x="21" y="17"/>
                      <a:pt x="23" y="12"/>
                    </a:cubicBezTo>
                    <a:cubicBezTo>
                      <a:pt x="24" y="9"/>
                      <a:pt x="25" y="6"/>
                      <a:pt x="25" y="3"/>
                    </a:cubicBezTo>
                    <a:cubicBezTo>
                      <a:pt x="25" y="2"/>
                      <a:pt x="24" y="1"/>
                      <a:pt x="24" y="1"/>
                    </a:cubicBezTo>
                    <a:cubicBezTo>
                      <a:pt x="24" y="1"/>
                      <a:pt x="24" y="3"/>
                      <a:pt x="21" y="5"/>
                    </a:cubicBezTo>
                    <a:cubicBezTo>
                      <a:pt x="21" y="4"/>
                      <a:pt x="21" y="3"/>
                      <a:pt x="20" y="3"/>
                    </a:cubicBezTo>
                    <a:cubicBezTo>
                      <a:pt x="19" y="8"/>
                      <a:pt x="16" y="14"/>
                      <a:pt x="13" y="17"/>
                    </a:cubicBezTo>
                    <a:cubicBezTo>
                      <a:pt x="10" y="19"/>
                      <a:pt x="8" y="19"/>
                      <a:pt x="5" y="20"/>
                    </a:cubicBezTo>
                    <a:cubicBezTo>
                      <a:pt x="1" y="23"/>
                      <a:pt x="3" y="25"/>
                      <a:pt x="0" y="29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6" y="34"/>
                      <a:pt x="13" y="58"/>
                      <a:pt x="13" y="62"/>
                    </a:cubicBezTo>
                    <a:cubicBezTo>
                      <a:pt x="19" y="59"/>
                      <a:pt x="29" y="78"/>
                      <a:pt x="29" y="83"/>
                    </a:cubicBezTo>
                    <a:cubicBezTo>
                      <a:pt x="29" y="90"/>
                      <a:pt x="26" y="93"/>
                      <a:pt x="24" y="98"/>
                    </a:cubicBezTo>
                    <a:cubicBezTo>
                      <a:pt x="22" y="103"/>
                      <a:pt x="23" y="106"/>
                      <a:pt x="27" y="109"/>
                    </a:cubicBezTo>
                    <a:cubicBezTo>
                      <a:pt x="29" y="105"/>
                      <a:pt x="31" y="103"/>
                      <a:pt x="33" y="100"/>
                    </a:cubicBezTo>
                    <a:cubicBezTo>
                      <a:pt x="35" y="97"/>
                      <a:pt x="36" y="87"/>
                      <a:pt x="39" y="87"/>
                    </a:cubicBezTo>
                    <a:cubicBezTo>
                      <a:pt x="44" y="86"/>
                      <a:pt x="51" y="102"/>
                      <a:pt x="51" y="106"/>
                    </a:cubicBezTo>
                    <a:cubicBezTo>
                      <a:pt x="52" y="103"/>
                      <a:pt x="53" y="100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lose/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3" name="Freeform 31">
                <a:extLst>
                  <a:ext uri="{FF2B5EF4-FFF2-40B4-BE49-F238E27FC236}">
                    <a16:creationId xmlns:a16="http://schemas.microsoft.com/office/drawing/2014/main" id="{5FCA292B-8639-4947-84E8-A6426AFF4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058"/>
                <a:ext cx="15" cy="32"/>
              </a:xfrm>
              <a:custGeom>
                <a:avLst/>
                <a:gdLst>
                  <a:gd name="T0" fmla="*/ 63 w 6"/>
                  <a:gd name="T1" fmla="*/ 0 h 12"/>
                  <a:gd name="T2" fmla="*/ 63 w 6"/>
                  <a:gd name="T3" fmla="*/ 227 h 12"/>
                  <a:gd name="T4" fmla="*/ 83 w 6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3" y="5"/>
                      <a:pt x="0" y="9"/>
                      <a:pt x="4" y="12"/>
                    </a:cubicBezTo>
                    <a:cubicBezTo>
                      <a:pt x="6" y="9"/>
                      <a:pt x="4" y="5"/>
                      <a:pt x="5" y="2"/>
                    </a:cubicBezTo>
                  </a:path>
                </a:pathLst>
              </a:custGeom>
              <a:solidFill>
                <a:srgbClr val="DE9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4" name="Freeform 32">
                <a:extLst>
                  <a:ext uri="{FF2B5EF4-FFF2-40B4-BE49-F238E27FC236}">
                    <a16:creationId xmlns:a16="http://schemas.microsoft.com/office/drawing/2014/main" id="{D123FE3F-24E1-40C6-9BF8-C47B24FBC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2045"/>
                <a:ext cx="280" cy="200"/>
              </a:xfrm>
              <a:custGeom>
                <a:avLst/>
                <a:gdLst>
                  <a:gd name="T0" fmla="*/ 908 w 112"/>
                  <a:gd name="T1" fmla="*/ 363 h 75"/>
                  <a:gd name="T2" fmla="*/ 1050 w 112"/>
                  <a:gd name="T3" fmla="*/ 853 h 75"/>
                  <a:gd name="T4" fmla="*/ 1083 w 112"/>
                  <a:gd name="T5" fmla="*/ 1139 h 75"/>
                  <a:gd name="T6" fmla="*/ 895 w 112"/>
                  <a:gd name="T7" fmla="*/ 1024 h 75"/>
                  <a:gd name="T8" fmla="*/ 800 w 112"/>
                  <a:gd name="T9" fmla="*/ 661 h 75"/>
                  <a:gd name="T10" fmla="*/ 750 w 112"/>
                  <a:gd name="T11" fmla="*/ 456 h 75"/>
                  <a:gd name="T12" fmla="*/ 625 w 112"/>
                  <a:gd name="T13" fmla="*/ 363 h 75"/>
                  <a:gd name="T14" fmla="*/ 488 w 112"/>
                  <a:gd name="T15" fmla="*/ 605 h 75"/>
                  <a:gd name="T16" fmla="*/ 333 w 112"/>
                  <a:gd name="T17" fmla="*/ 797 h 75"/>
                  <a:gd name="T18" fmla="*/ 250 w 112"/>
                  <a:gd name="T19" fmla="*/ 1080 h 75"/>
                  <a:gd name="T20" fmla="*/ 408 w 112"/>
                  <a:gd name="T21" fmla="*/ 1216 h 75"/>
                  <a:gd name="T22" fmla="*/ 488 w 112"/>
                  <a:gd name="T23" fmla="*/ 1365 h 75"/>
                  <a:gd name="T24" fmla="*/ 363 w 112"/>
                  <a:gd name="T25" fmla="*/ 1387 h 75"/>
                  <a:gd name="T26" fmla="*/ 238 w 112"/>
                  <a:gd name="T27" fmla="*/ 1365 h 75"/>
                  <a:gd name="T28" fmla="*/ 125 w 112"/>
                  <a:gd name="T29" fmla="*/ 1045 h 75"/>
                  <a:gd name="T30" fmla="*/ 145 w 112"/>
                  <a:gd name="T31" fmla="*/ 717 h 75"/>
                  <a:gd name="T32" fmla="*/ 0 w 112"/>
                  <a:gd name="T33" fmla="*/ 605 h 75"/>
                  <a:gd name="T34" fmla="*/ 145 w 112"/>
                  <a:gd name="T35" fmla="*/ 547 h 75"/>
                  <a:gd name="T36" fmla="*/ 313 w 112"/>
                  <a:gd name="T37" fmla="*/ 456 h 75"/>
                  <a:gd name="T38" fmla="*/ 563 w 112"/>
                  <a:gd name="T39" fmla="*/ 35 h 75"/>
                  <a:gd name="T40" fmla="*/ 708 w 112"/>
                  <a:gd name="T41" fmla="*/ 248 h 75"/>
                  <a:gd name="T42" fmla="*/ 875 w 112"/>
                  <a:gd name="T43" fmla="*/ 205 h 75"/>
                  <a:gd name="T44" fmla="*/ 1113 w 112"/>
                  <a:gd name="T45" fmla="*/ 35 h 75"/>
                  <a:gd name="T46" fmla="*/ 1283 w 112"/>
                  <a:gd name="T47" fmla="*/ 35 h 75"/>
                  <a:gd name="T48" fmla="*/ 1438 w 112"/>
                  <a:gd name="T49" fmla="*/ 93 h 75"/>
                  <a:gd name="T50" fmla="*/ 1520 w 112"/>
                  <a:gd name="T51" fmla="*/ 341 h 75"/>
                  <a:gd name="T52" fmla="*/ 1750 w 112"/>
                  <a:gd name="T53" fmla="*/ 797 h 75"/>
                  <a:gd name="T54" fmla="*/ 1520 w 112"/>
                  <a:gd name="T55" fmla="*/ 875 h 75"/>
                  <a:gd name="T56" fmla="*/ 1425 w 112"/>
                  <a:gd name="T57" fmla="*/ 627 h 75"/>
                  <a:gd name="T58" fmla="*/ 1313 w 112"/>
                  <a:gd name="T59" fmla="*/ 320 h 75"/>
                  <a:gd name="T60" fmla="*/ 1113 w 112"/>
                  <a:gd name="T61" fmla="*/ 248 h 75"/>
                  <a:gd name="T62" fmla="*/ 908 w 112"/>
                  <a:gd name="T63" fmla="*/ 419 h 7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2" h="75">
                    <a:moveTo>
                      <a:pt x="58" y="19"/>
                    </a:moveTo>
                    <a:cubicBezTo>
                      <a:pt x="58" y="27"/>
                      <a:pt x="63" y="38"/>
                      <a:pt x="67" y="45"/>
                    </a:cubicBezTo>
                    <a:cubicBezTo>
                      <a:pt x="70" y="51"/>
                      <a:pt x="81" y="58"/>
                      <a:pt x="69" y="60"/>
                    </a:cubicBezTo>
                    <a:cubicBezTo>
                      <a:pt x="61" y="62"/>
                      <a:pt x="60" y="60"/>
                      <a:pt x="57" y="54"/>
                    </a:cubicBezTo>
                    <a:cubicBezTo>
                      <a:pt x="54" y="47"/>
                      <a:pt x="52" y="41"/>
                      <a:pt x="51" y="35"/>
                    </a:cubicBezTo>
                    <a:cubicBezTo>
                      <a:pt x="50" y="31"/>
                      <a:pt x="50" y="26"/>
                      <a:pt x="48" y="24"/>
                    </a:cubicBezTo>
                    <a:cubicBezTo>
                      <a:pt x="47" y="22"/>
                      <a:pt x="42" y="20"/>
                      <a:pt x="40" y="19"/>
                    </a:cubicBezTo>
                    <a:cubicBezTo>
                      <a:pt x="37" y="23"/>
                      <a:pt x="34" y="28"/>
                      <a:pt x="31" y="32"/>
                    </a:cubicBezTo>
                    <a:cubicBezTo>
                      <a:pt x="28" y="35"/>
                      <a:pt x="23" y="38"/>
                      <a:pt x="21" y="42"/>
                    </a:cubicBezTo>
                    <a:cubicBezTo>
                      <a:pt x="19" y="44"/>
                      <a:pt x="15" y="54"/>
                      <a:pt x="16" y="57"/>
                    </a:cubicBezTo>
                    <a:cubicBezTo>
                      <a:pt x="18" y="61"/>
                      <a:pt x="24" y="62"/>
                      <a:pt x="26" y="64"/>
                    </a:cubicBezTo>
                    <a:cubicBezTo>
                      <a:pt x="29" y="66"/>
                      <a:pt x="31" y="69"/>
                      <a:pt x="31" y="72"/>
                    </a:cubicBezTo>
                    <a:cubicBezTo>
                      <a:pt x="29" y="72"/>
                      <a:pt x="26" y="72"/>
                      <a:pt x="23" y="73"/>
                    </a:cubicBezTo>
                    <a:cubicBezTo>
                      <a:pt x="18" y="74"/>
                      <a:pt x="19" y="75"/>
                      <a:pt x="15" y="72"/>
                    </a:cubicBezTo>
                    <a:cubicBezTo>
                      <a:pt x="9" y="68"/>
                      <a:pt x="7" y="61"/>
                      <a:pt x="8" y="55"/>
                    </a:cubicBezTo>
                    <a:cubicBezTo>
                      <a:pt x="10" y="48"/>
                      <a:pt x="13" y="44"/>
                      <a:pt x="9" y="38"/>
                    </a:cubicBezTo>
                    <a:cubicBezTo>
                      <a:pt x="7" y="35"/>
                      <a:pt x="3" y="33"/>
                      <a:pt x="0" y="32"/>
                    </a:cubicBezTo>
                    <a:cubicBezTo>
                      <a:pt x="2" y="27"/>
                      <a:pt x="5" y="28"/>
                      <a:pt x="9" y="29"/>
                    </a:cubicBezTo>
                    <a:cubicBezTo>
                      <a:pt x="15" y="30"/>
                      <a:pt x="16" y="28"/>
                      <a:pt x="20" y="24"/>
                    </a:cubicBezTo>
                    <a:cubicBezTo>
                      <a:pt x="27" y="17"/>
                      <a:pt x="31" y="9"/>
                      <a:pt x="36" y="2"/>
                    </a:cubicBezTo>
                    <a:cubicBezTo>
                      <a:pt x="40" y="4"/>
                      <a:pt x="40" y="11"/>
                      <a:pt x="45" y="13"/>
                    </a:cubicBezTo>
                    <a:cubicBezTo>
                      <a:pt x="48" y="15"/>
                      <a:pt x="52" y="14"/>
                      <a:pt x="56" y="11"/>
                    </a:cubicBezTo>
                    <a:cubicBezTo>
                      <a:pt x="61" y="9"/>
                      <a:pt x="65" y="3"/>
                      <a:pt x="71" y="2"/>
                    </a:cubicBezTo>
                    <a:cubicBezTo>
                      <a:pt x="75" y="0"/>
                      <a:pt x="79" y="2"/>
                      <a:pt x="82" y="2"/>
                    </a:cubicBezTo>
                    <a:cubicBezTo>
                      <a:pt x="86" y="3"/>
                      <a:pt x="90" y="2"/>
                      <a:pt x="92" y="5"/>
                    </a:cubicBezTo>
                    <a:cubicBezTo>
                      <a:pt x="95" y="8"/>
                      <a:pt x="95" y="14"/>
                      <a:pt x="97" y="18"/>
                    </a:cubicBezTo>
                    <a:cubicBezTo>
                      <a:pt x="100" y="25"/>
                      <a:pt x="104" y="38"/>
                      <a:pt x="112" y="42"/>
                    </a:cubicBezTo>
                    <a:cubicBezTo>
                      <a:pt x="108" y="44"/>
                      <a:pt x="101" y="50"/>
                      <a:pt x="97" y="46"/>
                    </a:cubicBezTo>
                    <a:cubicBezTo>
                      <a:pt x="95" y="43"/>
                      <a:pt x="92" y="36"/>
                      <a:pt x="91" y="33"/>
                    </a:cubicBezTo>
                    <a:cubicBezTo>
                      <a:pt x="89" y="27"/>
                      <a:pt x="86" y="22"/>
                      <a:pt x="84" y="17"/>
                    </a:cubicBezTo>
                    <a:cubicBezTo>
                      <a:pt x="81" y="11"/>
                      <a:pt x="78" y="9"/>
                      <a:pt x="71" y="13"/>
                    </a:cubicBezTo>
                    <a:cubicBezTo>
                      <a:pt x="68" y="15"/>
                      <a:pt x="62" y="23"/>
                      <a:pt x="58" y="22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5" name="Freeform 33">
                <a:extLst>
                  <a:ext uri="{FF2B5EF4-FFF2-40B4-BE49-F238E27FC236}">
                    <a16:creationId xmlns:a16="http://schemas.microsoft.com/office/drawing/2014/main" id="{393A372F-C029-4F75-B9F3-CF3A630B7D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9" y="1813"/>
                <a:ext cx="357" cy="285"/>
              </a:xfrm>
              <a:custGeom>
                <a:avLst/>
                <a:gdLst>
                  <a:gd name="T0" fmla="*/ 2224 w 143"/>
                  <a:gd name="T1" fmla="*/ 546 h 107"/>
                  <a:gd name="T2" fmla="*/ 2194 w 143"/>
                  <a:gd name="T3" fmla="*/ 490 h 107"/>
                  <a:gd name="T4" fmla="*/ 2149 w 143"/>
                  <a:gd name="T5" fmla="*/ 567 h 107"/>
                  <a:gd name="T6" fmla="*/ 2057 w 143"/>
                  <a:gd name="T7" fmla="*/ 248 h 107"/>
                  <a:gd name="T8" fmla="*/ 1995 w 143"/>
                  <a:gd name="T9" fmla="*/ 0 h 107"/>
                  <a:gd name="T10" fmla="*/ 1932 w 143"/>
                  <a:gd name="T11" fmla="*/ 56 h 107"/>
                  <a:gd name="T12" fmla="*/ 1900 w 143"/>
                  <a:gd name="T13" fmla="*/ 0 h 107"/>
                  <a:gd name="T14" fmla="*/ 1820 w 143"/>
                  <a:gd name="T15" fmla="*/ 35 h 107"/>
                  <a:gd name="T16" fmla="*/ 1403 w 143"/>
                  <a:gd name="T17" fmla="*/ 341 h 107"/>
                  <a:gd name="T18" fmla="*/ 1228 w 143"/>
                  <a:gd name="T19" fmla="*/ 546 h 107"/>
                  <a:gd name="T20" fmla="*/ 1121 w 143"/>
                  <a:gd name="T21" fmla="*/ 794 h 107"/>
                  <a:gd name="T22" fmla="*/ 1103 w 143"/>
                  <a:gd name="T23" fmla="*/ 794 h 107"/>
                  <a:gd name="T24" fmla="*/ 874 w 143"/>
                  <a:gd name="T25" fmla="*/ 1036 h 107"/>
                  <a:gd name="T26" fmla="*/ 667 w 143"/>
                  <a:gd name="T27" fmla="*/ 1228 h 107"/>
                  <a:gd name="T28" fmla="*/ 499 w 143"/>
                  <a:gd name="T29" fmla="*/ 930 h 107"/>
                  <a:gd name="T30" fmla="*/ 417 w 143"/>
                  <a:gd name="T31" fmla="*/ 772 h 107"/>
                  <a:gd name="T32" fmla="*/ 262 w 143"/>
                  <a:gd name="T33" fmla="*/ 772 h 107"/>
                  <a:gd name="T34" fmla="*/ 417 w 143"/>
                  <a:gd name="T35" fmla="*/ 1079 h 107"/>
                  <a:gd name="T36" fmla="*/ 449 w 143"/>
                  <a:gd name="T37" fmla="*/ 1318 h 107"/>
                  <a:gd name="T38" fmla="*/ 250 w 143"/>
                  <a:gd name="T39" fmla="*/ 1454 h 107"/>
                  <a:gd name="T40" fmla="*/ 12 w 143"/>
                  <a:gd name="T41" fmla="*/ 1681 h 107"/>
                  <a:gd name="T42" fmla="*/ 0 w 143"/>
                  <a:gd name="T43" fmla="*/ 1774 h 107"/>
                  <a:gd name="T44" fmla="*/ 105 w 143"/>
                  <a:gd name="T45" fmla="*/ 1872 h 107"/>
                  <a:gd name="T46" fmla="*/ 250 w 143"/>
                  <a:gd name="T47" fmla="*/ 1795 h 107"/>
                  <a:gd name="T48" fmla="*/ 529 w 143"/>
                  <a:gd name="T49" fmla="*/ 1548 h 107"/>
                  <a:gd name="T50" fmla="*/ 699 w 143"/>
                  <a:gd name="T51" fmla="*/ 1718 h 107"/>
                  <a:gd name="T52" fmla="*/ 886 w 143"/>
                  <a:gd name="T53" fmla="*/ 2022 h 107"/>
                  <a:gd name="T54" fmla="*/ 996 w 143"/>
                  <a:gd name="T55" fmla="*/ 1907 h 107"/>
                  <a:gd name="T56" fmla="*/ 824 w 143"/>
                  <a:gd name="T57" fmla="*/ 1510 h 107"/>
                  <a:gd name="T58" fmla="*/ 874 w 143"/>
                  <a:gd name="T59" fmla="*/ 1398 h 107"/>
                  <a:gd name="T60" fmla="*/ 966 w 143"/>
                  <a:gd name="T61" fmla="*/ 1263 h 107"/>
                  <a:gd name="T62" fmla="*/ 1103 w 143"/>
                  <a:gd name="T63" fmla="*/ 1135 h 107"/>
                  <a:gd name="T64" fmla="*/ 1196 w 143"/>
                  <a:gd name="T65" fmla="*/ 1249 h 107"/>
                  <a:gd name="T66" fmla="*/ 1416 w 143"/>
                  <a:gd name="T67" fmla="*/ 1590 h 107"/>
                  <a:gd name="T68" fmla="*/ 1590 w 143"/>
                  <a:gd name="T69" fmla="*/ 1454 h 107"/>
                  <a:gd name="T70" fmla="*/ 1495 w 143"/>
                  <a:gd name="T71" fmla="*/ 1305 h 107"/>
                  <a:gd name="T72" fmla="*/ 1278 w 143"/>
                  <a:gd name="T73" fmla="*/ 908 h 107"/>
                  <a:gd name="T74" fmla="*/ 1383 w 143"/>
                  <a:gd name="T75" fmla="*/ 738 h 107"/>
                  <a:gd name="T76" fmla="*/ 1540 w 143"/>
                  <a:gd name="T77" fmla="*/ 623 h 107"/>
                  <a:gd name="T78" fmla="*/ 1850 w 143"/>
                  <a:gd name="T79" fmla="*/ 1023 h 107"/>
                  <a:gd name="T80" fmla="*/ 1945 w 143"/>
                  <a:gd name="T81" fmla="*/ 964 h 107"/>
                  <a:gd name="T82" fmla="*/ 1945 w 143"/>
                  <a:gd name="T83" fmla="*/ 831 h 107"/>
                  <a:gd name="T84" fmla="*/ 1882 w 143"/>
                  <a:gd name="T85" fmla="*/ 645 h 107"/>
                  <a:gd name="T86" fmla="*/ 1715 w 143"/>
                  <a:gd name="T87" fmla="*/ 490 h 107"/>
                  <a:gd name="T88" fmla="*/ 1728 w 143"/>
                  <a:gd name="T89" fmla="*/ 397 h 107"/>
                  <a:gd name="T90" fmla="*/ 2007 w 143"/>
                  <a:gd name="T91" fmla="*/ 418 h 107"/>
                  <a:gd name="T92" fmla="*/ 2070 w 143"/>
                  <a:gd name="T93" fmla="*/ 815 h 107"/>
                  <a:gd name="T94" fmla="*/ 2224 w 143"/>
                  <a:gd name="T95" fmla="*/ 546 h 107"/>
                  <a:gd name="T96" fmla="*/ 2194 w 143"/>
                  <a:gd name="T97" fmla="*/ 474 h 107"/>
                  <a:gd name="T98" fmla="*/ 2194 w 143"/>
                  <a:gd name="T99" fmla="*/ 490 h 107"/>
                  <a:gd name="T100" fmla="*/ 2194 w 143"/>
                  <a:gd name="T101" fmla="*/ 474 h 10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3" h="107">
                    <a:moveTo>
                      <a:pt x="143" y="29"/>
                    </a:moveTo>
                    <a:cubicBezTo>
                      <a:pt x="142" y="27"/>
                      <a:pt x="141" y="26"/>
                      <a:pt x="141" y="26"/>
                    </a:cubicBezTo>
                    <a:cubicBezTo>
                      <a:pt x="141" y="26"/>
                      <a:pt x="141" y="28"/>
                      <a:pt x="138" y="30"/>
                    </a:cubicBezTo>
                    <a:cubicBezTo>
                      <a:pt x="137" y="23"/>
                      <a:pt x="131" y="19"/>
                      <a:pt x="132" y="13"/>
                    </a:cubicBezTo>
                    <a:cubicBezTo>
                      <a:pt x="132" y="7"/>
                      <a:pt x="128" y="0"/>
                      <a:pt x="128" y="0"/>
                    </a:cubicBezTo>
                    <a:cubicBezTo>
                      <a:pt x="128" y="0"/>
                      <a:pt x="129" y="3"/>
                      <a:pt x="124" y="3"/>
                    </a:cubicBezTo>
                    <a:cubicBezTo>
                      <a:pt x="123" y="2"/>
                      <a:pt x="123" y="1"/>
                      <a:pt x="122" y="0"/>
                    </a:cubicBezTo>
                    <a:cubicBezTo>
                      <a:pt x="120" y="0"/>
                      <a:pt x="118" y="1"/>
                      <a:pt x="117" y="2"/>
                    </a:cubicBezTo>
                    <a:cubicBezTo>
                      <a:pt x="107" y="5"/>
                      <a:pt x="99" y="11"/>
                      <a:pt x="90" y="18"/>
                    </a:cubicBezTo>
                    <a:cubicBezTo>
                      <a:pt x="86" y="21"/>
                      <a:pt x="82" y="25"/>
                      <a:pt x="79" y="29"/>
                    </a:cubicBezTo>
                    <a:cubicBezTo>
                      <a:pt x="77" y="34"/>
                      <a:pt x="75" y="38"/>
                      <a:pt x="72" y="42"/>
                    </a:cubicBezTo>
                    <a:cubicBezTo>
                      <a:pt x="72" y="42"/>
                      <a:pt x="71" y="42"/>
                      <a:pt x="71" y="42"/>
                    </a:cubicBezTo>
                    <a:cubicBezTo>
                      <a:pt x="65" y="42"/>
                      <a:pt x="59" y="49"/>
                      <a:pt x="56" y="55"/>
                    </a:cubicBezTo>
                    <a:cubicBezTo>
                      <a:pt x="53" y="59"/>
                      <a:pt x="50" y="67"/>
                      <a:pt x="43" y="65"/>
                    </a:cubicBezTo>
                    <a:cubicBezTo>
                      <a:pt x="38" y="64"/>
                      <a:pt x="35" y="54"/>
                      <a:pt x="32" y="49"/>
                    </a:cubicBezTo>
                    <a:cubicBezTo>
                      <a:pt x="31" y="47"/>
                      <a:pt x="29" y="42"/>
                      <a:pt x="27" y="41"/>
                    </a:cubicBezTo>
                    <a:cubicBezTo>
                      <a:pt x="23" y="39"/>
                      <a:pt x="21" y="42"/>
                      <a:pt x="17" y="41"/>
                    </a:cubicBezTo>
                    <a:cubicBezTo>
                      <a:pt x="23" y="45"/>
                      <a:pt x="24" y="51"/>
                      <a:pt x="27" y="57"/>
                    </a:cubicBezTo>
                    <a:cubicBezTo>
                      <a:pt x="29" y="62"/>
                      <a:pt x="33" y="65"/>
                      <a:pt x="29" y="70"/>
                    </a:cubicBezTo>
                    <a:cubicBezTo>
                      <a:pt x="26" y="74"/>
                      <a:pt x="20" y="75"/>
                      <a:pt x="16" y="77"/>
                    </a:cubicBezTo>
                    <a:cubicBezTo>
                      <a:pt x="11" y="80"/>
                      <a:pt x="5" y="84"/>
                      <a:pt x="1" y="8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3" y="96"/>
                      <a:pt x="3" y="99"/>
                      <a:pt x="7" y="99"/>
                    </a:cubicBezTo>
                    <a:cubicBezTo>
                      <a:pt x="10" y="99"/>
                      <a:pt x="14" y="97"/>
                      <a:pt x="16" y="95"/>
                    </a:cubicBezTo>
                    <a:cubicBezTo>
                      <a:pt x="22" y="91"/>
                      <a:pt x="26" y="84"/>
                      <a:pt x="34" y="82"/>
                    </a:cubicBezTo>
                    <a:cubicBezTo>
                      <a:pt x="41" y="81"/>
                      <a:pt x="43" y="85"/>
                      <a:pt x="45" y="91"/>
                    </a:cubicBezTo>
                    <a:cubicBezTo>
                      <a:pt x="48" y="97"/>
                      <a:pt x="51" y="106"/>
                      <a:pt x="57" y="107"/>
                    </a:cubicBezTo>
                    <a:cubicBezTo>
                      <a:pt x="62" y="107"/>
                      <a:pt x="65" y="106"/>
                      <a:pt x="64" y="101"/>
                    </a:cubicBezTo>
                    <a:cubicBezTo>
                      <a:pt x="62" y="94"/>
                      <a:pt x="54" y="88"/>
                      <a:pt x="53" y="80"/>
                    </a:cubicBezTo>
                    <a:cubicBezTo>
                      <a:pt x="52" y="75"/>
                      <a:pt x="52" y="77"/>
                      <a:pt x="56" y="74"/>
                    </a:cubicBezTo>
                    <a:cubicBezTo>
                      <a:pt x="58" y="72"/>
                      <a:pt x="60" y="69"/>
                      <a:pt x="62" y="67"/>
                    </a:cubicBezTo>
                    <a:cubicBezTo>
                      <a:pt x="64" y="65"/>
                      <a:pt x="67" y="61"/>
                      <a:pt x="71" y="60"/>
                    </a:cubicBezTo>
                    <a:cubicBezTo>
                      <a:pt x="75" y="59"/>
                      <a:pt x="75" y="61"/>
                      <a:pt x="77" y="66"/>
                    </a:cubicBezTo>
                    <a:cubicBezTo>
                      <a:pt x="79" y="70"/>
                      <a:pt x="92" y="81"/>
                      <a:pt x="91" y="84"/>
                    </a:cubicBezTo>
                    <a:cubicBezTo>
                      <a:pt x="95" y="83"/>
                      <a:pt x="102" y="82"/>
                      <a:pt x="102" y="77"/>
                    </a:cubicBezTo>
                    <a:cubicBezTo>
                      <a:pt x="103" y="73"/>
                      <a:pt x="99" y="71"/>
                      <a:pt x="96" y="69"/>
                    </a:cubicBezTo>
                    <a:cubicBezTo>
                      <a:pt x="92" y="65"/>
                      <a:pt x="81" y="54"/>
                      <a:pt x="82" y="48"/>
                    </a:cubicBezTo>
                    <a:cubicBezTo>
                      <a:pt x="82" y="45"/>
                      <a:pt x="88" y="41"/>
                      <a:pt x="89" y="39"/>
                    </a:cubicBezTo>
                    <a:cubicBezTo>
                      <a:pt x="92" y="35"/>
                      <a:pt x="95" y="32"/>
                      <a:pt x="99" y="33"/>
                    </a:cubicBezTo>
                    <a:cubicBezTo>
                      <a:pt x="108" y="35"/>
                      <a:pt x="118" y="45"/>
                      <a:pt x="119" y="54"/>
                    </a:cubicBezTo>
                    <a:cubicBezTo>
                      <a:pt x="121" y="52"/>
                      <a:pt x="124" y="52"/>
                      <a:pt x="125" y="51"/>
                    </a:cubicBezTo>
                    <a:cubicBezTo>
                      <a:pt x="127" y="49"/>
                      <a:pt x="125" y="47"/>
                      <a:pt x="125" y="44"/>
                    </a:cubicBezTo>
                    <a:cubicBezTo>
                      <a:pt x="124" y="40"/>
                      <a:pt x="124" y="38"/>
                      <a:pt x="121" y="34"/>
                    </a:cubicBezTo>
                    <a:cubicBezTo>
                      <a:pt x="118" y="31"/>
                      <a:pt x="113" y="29"/>
                      <a:pt x="110" y="26"/>
                    </a:cubicBezTo>
                    <a:cubicBezTo>
                      <a:pt x="107" y="22"/>
                      <a:pt x="109" y="23"/>
                      <a:pt x="111" y="21"/>
                    </a:cubicBezTo>
                    <a:cubicBezTo>
                      <a:pt x="118" y="17"/>
                      <a:pt x="124" y="15"/>
                      <a:pt x="129" y="22"/>
                    </a:cubicBezTo>
                    <a:cubicBezTo>
                      <a:pt x="133" y="28"/>
                      <a:pt x="136" y="37"/>
                      <a:pt x="133" y="43"/>
                    </a:cubicBezTo>
                    <a:cubicBezTo>
                      <a:pt x="135" y="39"/>
                      <a:pt x="139" y="34"/>
                      <a:pt x="143" y="29"/>
                    </a:cubicBezTo>
                    <a:close/>
                    <a:moveTo>
                      <a:pt x="141" y="25"/>
                    </a:moveTo>
                    <a:cubicBezTo>
                      <a:pt x="141" y="25"/>
                      <a:pt x="141" y="26"/>
                      <a:pt x="141" y="26"/>
                    </a:cubicBezTo>
                    <a:cubicBezTo>
                      <a:pt x="141" y="26"/>
                      <a:pt x="141" y="25"/>
                      <a:pt x="141" y="25"/>
                    </a:cubicBezTo>
                    <a:close/>
                  </a:path>
                </a:pathLst>
              </a:custGeom>
              <a:solidFill>
                <a:srgbClr val="C7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6" name="Freeform 34">
                <a:extLst>
                  <a:ext uri="{FF2B5EF4-FFF2-40B4-BE49-F238E27FC236}">
                    <a16:creationId xmlns:a16="http://schemas.microsoft.com/office/drawing/2014/main" id="{9D8FC140-C808-4891-9391-810C0185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1986"/>
                <a:ext cx="178" cy="301"/>
              </a:xfrm>
              <a:custGeom>
                <a:avLst/>
                <a:gdLst>
                  <a:gd name="T0" fmla="*/ 333 w 71"/>
                  <a:gd name="T1" fmla="*/ 1945 h 113"/>
                  <a:gd name="T2" fmla="*/ 364 w 71"/>
                  <a:gd name="T3" fmla="*/ 1284 h 113"/>
                  <a:gd name="T4" fmla="*/ 597 w 71"/>
                  <a:gd name="T5" fmla="*/ 964 h 113"/>
                  <a:gd name="T6" fmla="*/ 439 w 71"/>
                  <a:gd name="T7" fmla="*/ 682 h 113"/>
                  <a:gd name="T8" fmla="*/ 617 w 71"/>
                  <a:gd name="T9" fmla="*/ 376 h 113"/>
                  <a:gd name="T10" fmla="*/ 880 w 71"/>
                  <a:gd name="T11" fmla="*/ 285 h 113"/>
                  <a:gd name="T12" fmla="*/ 880 w 71"/>
                  <a:gd name="T13" fmla="*/ 645 h 113"/>
                  <a:gd name="T14" fmla="*/ 1055 w 71"/>
                  <a:gd name="T15" fmla="*/ 661 h 113"/>
                  <a:gd name="T16" fmla="*/ 867 w 71"/>
                  <a:gd name="T17" fmla="*/ 0 h 113"/>
                  <a:gd name="T18" fmla="*/ 376 w 71"/>
                  <a:gd name="T19" fmla="*/ 264 h 113"/>
                  <a:gd name="T20" fmla="*/ 251 w 71"/>
                  <a:gd name="T21" fmla="*/ 589 h 113"/>
                  <a:gd name="T22" fmla="*/ 271 w 71"/>
                  <a:gd name="T23" fmla="*/ 794 h 113"/>
                  <a:gd name="T24" fmla="*/ 301 w 71"/>
                  <a:gd name="T25" fmla="*/ 964 h 113"/>
                  <a:gd name="T26" fmla="*/ 145 w 71"/>
                  <a:gd name="T27" fmla="*/ 1249 h 113"/>
                  <a:gd name="T28" fmla="*/ 113 w 71"/>
                  <a:gd name="T29" fmla="*/ 1646 h 113"/>
                  <a:gd name="T30" fmla="*/ 145 w 71"/>
                  <a:gd name="T31" fmla="*/ 1889 h 113"/>
                  <a:gd name="T32" fmla="*/ 0 w 71"/>
                  <a:gd name="T33" fmla="*/ 2099 h 113"/>
                  <a:gd name="T34" fmla="*/ 251 w 71"/>
                  <a:gd name="T35" fmla="*/ 2099 h 113"/>
                  <a:gd name="T36" fmla="*/ 238 w 71"/>
                  <a:gd name="T37" fmla="*/ 2115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1" h="113">
                    <a:moveTo>
                      <a:pt x="21" y="103"/>
                    </a:moveTo>
                    <a:cubicBezTo>
                      <a:pt x="14" y="95"/>
                      <a:pt x="19" y="76"/>
                      <a:pt x="23" y="68"/>
                    </a:cubicBezTo>
                    <a:cubicBezTo>
                      <a:pt x="27" y="61"/>
                      <a:pt x="34" y="57"/>
                      <a:pt x="38" y="51"/>
                    </a:cubicBezTo>
                    <a:cubicBezTo>
                      <a:pt x="30" y="52"/>
                      <a:pt x="28" y="41"/>
                      <a:pt x="28" y="36"/>
                    </a:cubicBezTo>
                    <a:cubicBezTo>
                      <a:pt x="27" y="26"/>
                      <a:pt x="30" y="24"/>
                      <a:pt x="39" y="20"/>
                    </a:cubicBezTo>
                    <a:cubicBezTo>
                      <a:pt x="43" y="18"/>
                      <a:pt x="52" y="11"/>
                      <a:pt x="56" y="15"/>
                    </a:cubicBezTo>
                    <a:cubicBezTo>
                      <a:pt x="58" y="18"/>
                      <a:pt x="57" y="31"/>
                      <a:pt x="56" y="34"/>
                    </a:cubicBezTo>
                    <a:cubicBezTo>
                      <a:pt x="60" y="36"/>
                      <a:pt x="64" y="35"/>
                      <a:pt x="67" y="35"/>
                    </a:cubicBezTo>
                    <a:cubicBezTo>
                      <a:pt x="63" y="22"/>
                      <a:pt x="71" y="9"/>
                      <a:pt x="55" y="0"/>
                    </a:cubicBezTo>
                    <a:cubicBezTo>
                      <a:pt x="47" y="7"/>
                      <a:pt x="34" y="7"/>
                      <a:pt x="24" y="14"/>
                    </a:cubicBezTo>
                    <a:cubicBezTo>
                      <a:pt x="19" y="18"/>
                      <a:pt x="17" y="25"/>
                      <a:pt x="16" y="31"/>
                    </a:cubicBezTo>
                    <a:cubicBezTo>
                      <a:pt x="16" y="35"/>
                      <a:pt x="16" y="38"/>
                      <a:pt x="17" y="42"/>
                    </a:cubicBezTo>
                    <a:cubicBezTo>
                      <a:pt x="17" y="45"/>
                      <a:pt x="20" y="48"/>
                      <a:pt x="19" y="51"/>
                    </a:cubicBezTo>
                    <a:cubicBezTo>
                      <a:pt x="18" y="56"/>
                      <a:pt x="12" y="61"/>
                      <a:pt x="9" y="66"/>
                    </a:cubicBezTo>
                    <a:cubicBezTo>
                      <a:pt x="6" y="73"/>
                      <a:pt x="7" y="79"/>
                      <a:pt x="7" y="87"/>
                    </a:cubicBezTo>
                    <a:cubicBezTo>
                      <a:pt x="8" y="90"/>
                      <a:pt x="10" y="97"/>
                      <a:pt x="9" y="100"/>
                    </a:cubicBezTo>
                    <a:cubicBezTo>
                      <a:pt x="7" y="104"/>
                      <a:pt x="0" y="105"/>
                      <a:pt x="0" y="111"/>
                    </a:cubicBezTo>
                    <a:cubicBezTo>
                      <a:pt x="3" y="106"/>
                      <a:pt x="11" y="108"/>
                      <a:pt x="16" y="111"/>
                    </a:cubicBezTo>
                    <a:cubicBezTo>
                      <a:pt x="16" y="113"/>
                      <a:pt x="16" y="111"/>
                      <a:pt x="15" y="112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7" name="Freeform 35">
                <a:extLst>
                  <a:ext uri="{FF2B5EF4-FFF2-40B4-BE49-F238E27FC236}">
                    <a16:creationId xmlns:a16="http://schemas.microsoft.com/office/drawing/2014/main" id="{464A258C-8836-4B62-9883-CDB1D09A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2149"/>
                <a:ext cx="35" cy="34"/>
              </a:xfrm>
              <a:custGeom>
                <a:avLst/>
                <a:gdLst>
                  <a:gd name="T0" fmla="*/ 63 w 14"/>
                  <a:gd name="T1" fmla="*/ 0 h 13"/>
                  <a:gd name="T2" fmla="*/ 188 w 14"/>
                  <a:gd name="T3" fmla="*/ 55 h 13"/>
                  <a:gd name="T4" fmla="*/ 158 w 14"/>
                  <a:gd name="T5" fmla="*/ 233 h 13"/>
                  <a:gd name="T6" fmla="*/ 0 w 14"/>
                  <a:gd name="T7" fmla="*/ 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4" y="0"/>
                    </a:moveTo>
                    <a:cubicBezTo>
                      <a:pt x="6" y="4"/>
                      <a:pt x="10" y="1"/>
                      <a:pt x="12" y="3"/>
                    </a:cubicBezTo>
                    <a:cubicBezTo>
                      <a:pt x="14" y="6"/>
                      <a:pt x="12" y="10"/>
                      <a:pt x="10" y="13"/>
                    </a:cubicBezTo>
                    <a:cubicBezTo>
                      <a:pt x="6" y="10"/>
                      <a:pt x="1" y="8"/>
                      <a:pt x="0" y="2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8" name="Freeform 36">
                <a:extLst>
                  <a:ext uri="{FF2B5EF4-FFF2-40B4-BE49-F238E27FC236}">
                    <a16:creationId xmlns:a16="http://schemas.microsoft.com/office/drawing/2014/main" id="{AB351B8E-B4A9-49BA-8F78-D0A29457E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805"/>
                <a:ext cx="247" cy="242"/>
              </a:xfrm>
              <a:custGeom>
                <a:avLst/>
                <a:gdLst>
                  <a:gd name="T0" fmla="*/ 279 w 99"/>
                  <a:gd name="T1" fmla="*/ 792 h 91"/>
                  <a:gd name="T2" fmla="*/ 167 w 99"/>
                  <a:gd name="T3" fmla="*/ 1316 h 91"/>
                  <a:gd name="T4" fmla="*/ 217 w 99"/>
                  <a:gd name="T5" fmla="*/ 1521 h 91"/>
                  <a:gd name="T6" fmla="*/ 62 w 99"/>
                  <a:gd name="T7" fmla="*/ 1713 h 91"/>
                  <a:gd name="T8" fmla="*/ 42 w 99"/>
                  <a:gd name="T9" fmla="*/ 1146 h 91"/>
                  <a:gd name="T10" fmla="*/ 75 w 99"/>
                  <a:gd name="T11" fmla="*/ 827 h 91"/>
                  <a:gd name="T12" fmla="*/ 511 w 99"/>
                  <a:gd name="T13" fmla="*/ 545 h 91"/>
                  <a:gd name="T14" fmla="*/ 791 w 99"/>
                  <a:gd name="T15" fmla="*/ 0 h 91"/>
                  <a:gd name="T16" fmla="*/ 729 w 99"/>
                  <a:gd name="T17" fmla="*/ 340 h 91"/>
                  <a:gd name="T18" fmla="*/ 883 w 99"/>
                  <a:gd name="T19" fmla="*/ 396 h 91"/>
                  <a:gd name="T20" fmla="*/ 1275 w 99"/>
                  <a:gd name="T21" fmla="*/ 136 h 91"/>
                  <a:gd name="T22" fmla="*/ 1400 w 99"/>
                  <a:gd name="T23" fmla="*/ 170 h 91"/>
                  <a:gd name="T24" fmla="*/ 1537 w 99"/>
                  <a:gd name="T25" fmla="*/ 261 h 91"/>
                  <a:gd name="T26" fmla="*/ 1287 w 99"/>
                  <a:gd name="T27" fmla="*/ 418 h 91"/>
                  <a:gd name="T28" fmla="*/ 1103 w 99"/>
                  <a:gd name="T29" fmla="*/ 622 h 91"/>
                  <a:gd name="T30" fmla="*/ 1275 w 99"/>
                  <a:gd name="T31" fmla="*/ 997 h 91"/>
                  <a:gd name="T32" fmla="*/ 1215 w 99"/>
                  <a:gd name="T33" fmla="*/ 1202 h 91"/>
                  <a:gd name="T34" fmla="*/ 1103 w 99"/>
                  <a:gd name="T35" fmla="*/ 1053 h 91"/>
                  <a:gd name="T36" fmla="*/ 978 w 99"/>
                  <a:gd name="T37" fmla="*/ 792 h 91"/>
                  <a:gd name="T38" fmla="*/ 903 w 99"/>
                  <a:gd name="T39" fmla="*/ 657 h 91"/>
                  <a:gd name="T40" fmla="*/ 729 w 99"/>
                  <a:gd name="T41" fmla="*/ 694 h 91"/>
                  <a:gd name="T42" fmla="*/ 574 w 99"/>
                  <a:gd name="T43" fmla="*/ 963 h 91"/>
                  <a:gd name="T44" fmla="*/ 621 w 99"/>
                  <a:gd name="T45" fmla="*/ 1372 h 91"/>
                  <a:gd name="T46" fmla="*/ 499 w 99"/>
                  <a:gd name="T47" fmla="*/ 1407 h 91"/>
                  <a:gd name="T48" fmla="*/ 467 w 99"/>
                  <a:gd name="T49" fmla="*/ 1053 h 91"/>
                  <a:gd name="T50" fmla="*/ 449 w 99"/>
                  <a:gd name="T51" fmla="*/ 827 h 91"/>
                  <a:gd name="T52" fmla="*/ 312 w 99"/>
                  <a:gd name="T53" fmla="*/ 792 h 9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99" h="91">
                    <a:moveTo>
                      <a:pt x="18" y="42"/>
                    </a:moveTo>
                    <a:cubicBezTo>
                      <a:pt x="12" y="47"/>
                      <a:pt x="11" y="63"/>
                      <a:pt x="11" y="70"/>
                    </a:cubicBezTo>
                    <a:cubicBezTo>
                      <a:pt x="11" y="73"/>
                      <a:pt x="14" y="79"/>
                      <a:pt x="14" y="81"/>
                    </a:cubicBezTo>
                    <a:cubicBezTo>
                      <a:pt x="13" y="84"/>
                      <a:pt x="7" y="87"/>
                      <a:pt x="4" y="91"/>
                    </a:cubicBezTo>
                    <a:cubicBezTo>
                      <a:pt x="1" y="80"/>
                      <a:pt x="0" y="72"/>
                      <a:pt x="3" y="61"/>
                    </a:cubicBezTo>
                    <a:cubicBezTo>
                      <a:pt x="4" y="57"/>
                      <a:pt x="10" y="45"/>
                      <a:pt x="5" y="44"/>
                    </a:cubicBezTo>
                    <a:cubicBezTo>
                      <a:pt x="11" y="32"/>
                      <a:pt x="25" y="38"/>
                      <a:pt x="33" y="29"/>
                    </a:cubicBezTo>
                    <a:cubicBezTo>
                      <a:pt x="39" y="21"/>
                      <a:pt x="38" y="2"/>
                      <a:pt x="51" y="0"/>
                    </a:cubicBezTo>
                    <a:cubicBezTo>
                      <a:pt x="50" y="5"/>
                      <a:pt x="47" y="12"/>
                      <a:pt x="47" y="18"/>
                    </a:cubicBezTo>
                    <a:cubicBezTo>
                      <a:pt x="47" y="26"/>
                      <a:pt x="51" y="23"/>
                      <a:pt x="57" y="21"/>
                    </a:cubicBezTo>
                    <a:cubicBezTo>
                      <a:pt x="66" y="18"/>
                      <a:pt x="75" y="14"/>
                      <a:pt x="82" y="7"/>
                    </a:cubicBezTo>
                    <a:cubicBezTo>
                      <a:pt x="85" y="8"/>
                      <a:pt x="87" y="8"/>
                      <a:pt x="90" y="9"/>
                    </a:cubicBezTo>
                    <a:cubicBezTo>
                      <a:pt x="94" y="11"/>
                      <a:pt x="96" y="12"/>
                      <a:pt x="99" y="14"/>
                    </a:cubicBezTo>
                    <a:cubicBezTo>
                      <a:pt x="93" y="11"/>
                      <a:pt x="88" y="19"/>
                      <a:pt x="83" y="22"/>
                    </a:cubicBezTo>
                    <a:cubicBezTo>
                      <a:pt x="79" y="25"/>
                      <a:pt x="71" y="29"/>
                      <a:pt x="71" y="33"/>
                    </a:cubicBezTo>
                    <a:cubicBezTo>
                      <a:pt x="71" y="40"/>
                      <a:pt x="80" y="47"/>
                      <a:pt x="82" y="53"/>
                    </a:cubicBezTo>
                    <a:cubicBezTo>
                      <a:pt x="83" y="58"/>
                      <a:pt x="80" y="60"/>
                      <a:pt x="78" y="64"/>
                    </a:cubicBezTo>
                    <a:cubicBezTo>
                      <a:pt x="76" y="61"/>
                      <a:pt x="73" y="59"/>
                      <a:pt x="71" y="56"/>
                    </a:cubicBezTo>
                    <a:cubicBezTo>
                      <a:pt x="68" y="51"/>
                      <a:pt x="66" y="47"/>
                      <a:pt x="63" y="42"/>
                    </a:cubicBezTo>
                    <a:cubicBezTo>
                      <a:pt x="62" y="38"/>
                      <a:pt x="62" y="36"/>
                      <a:pt x="58" y="35"/>
                    </a:cubicBezTo>
                    <a:cubicBezTo>
                      <a:pt x="55" y="34"/>
                      <a:pt x="50" y="36"/>
                      <a:pt x="47" y="37"/>
                    </a:cubicBezTo>
                    <a:cubicBezTo>
                      <a:pt x="40" y="39"/>
                      <a:pt x="38" y="44"/>
                      <a:pt x="37" y="51"/>
                    </a:cubicBezTo>
                    <a:cubicBezTo>
                      <a:pt x="36" y="59"/>
                      <a:pt x="40" y="65"/>
                      <a:pt x="40" y="73"/>
                    </a:cubicBezTo>
                    <a:cubicBezTo>
                      <a:pt x="37" y="74"/>
                      <a:pt x="35" y="76"/>
                      <a:pt x="32" y="75"/>
                    </a:cubicBezTo>
                    <a:cubicBezTo>
                      <a:pt x="30" y="72"/>
                      <a:pt x="31" y="60"/>
                      <a:pt x="30" y="56"/>
                    </a:cubicBezTo>
                    <a:cubicBezTo>
                      <a:pt x="30" y="53"/>
                      <a:pt x="32" y="47"/>
                      <a:pt x="29" y="44"/>
                    </a:cubicBezTo>
                    <a:cubicBezTo>
                      <a:pt x="27" y="41"/>
                      <a:pt x="23" y="42"/>
                      <a:pt x="20" y="42"/>
                    </a:cubicBezTo>
                  </a:path>
                </a:pathLst>
              </a:custGeom>
              <a:solidFill>
                <a:srgbClr val="C7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9" name="Freeform 37">
                <a:extLst>
                  <a:ext uri="{FF2B5EF4-FFF2-40B4-BE49-F238E27FC236}">
                    <a16:creationId xmlns:a16="http://schemas.microsoft.com/office/drawing/2014/main" id="{F53E5B69-DF45-4903-A6A6-066C6E827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951"/>
                <a:ext cx="155" cy="115"/>
              </a:xfrm>
              <a:custGeom>
                <a:avLst/>
                <a:gdLst>
                  <a:gd name="T0" fmla="*/ 158 w 62"/>
                  <a:gd name="T1" fmla="*/ 457 h 43"/>
                  <a:gd name="T2" fmla="*/ 613 w 62"/>
                  <a:gd name="T3" fmla="*/ 308 h 43"/>
                  <a:gd name="T4" fmla="*/ 720 w 62"/>
                  <a:gd name="T5" fmla="*/ 671 h 43"/>
                  <a:gd name="T6" fmla="*/ 970 w 62"/>
                  <a:gd name="T7" fmla="*/ 709 h 43"/>
                  <a:gd name="T8" fmla="*/ 783 w 62"/>
                  <a:gd name="T9" fmla="*/ 265 h 43"/>
                  <a:gd name="T10" fmla="*/ 675 w 62"/>
                  <a:gd name="T11" fmla="*/ 0 h 43"/>
                  <a:gd name="T12" fmla="*/ 595 w 62"/>
                  <a:gd name="T13" fmla="*/ 35 h 43"/>
                  <a:gd name="T14" fmla="*/ 438 w 62"/>
                  <a:gd name="T15" fmla="*/ 35 h 43"/>
                  <a:gd name="T16" fmla="*/ 0 w 62"/>
                  <a:gd name="T17" fmla="*/ 36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43">
                    <a:moveTo>
                      <a:pt x="10" y="24"/>
                    </a:moveTo>
                    <a:cubicBezTo>
                      <a:pt x="13" y="16"/>
                      <a:pt x="33" y="9"/>
                      <a:pt x="39" y="16"/>
                    </a:cubicBezTo>
                    <a:cubicBezTo>
                      <a:pt x="43" y="21"/>
                      <a:pt x="43" y="29"/>
                      <a:pt x="46" y="35"/>
                    </a:cubicBezTo>
                    <a:cubicBezTo>
                      <a:pt x="51" y="43"/>
                      <a:pt x="55" y="39"/>
                      <a:pt x="62" y="37"/>
                    </a:cubicBezTo>
                    <a:cubicBezTo>
                      <a:pt x="55" y="36"/>
                      <a:pt x="51" y="20"/>
                      <a:pt x="50" y="14"/>
                    </a:cubicBezTo>
                    <a:cubicBezTo>
                      <a:pt x="49" y="10"/>
                      <a:pt x="49" y="1"/>
                      <a:pt x="43" y="0"/>
                    </a:cubicBezTo>
                    <a:cubicBezTo>
                      <a:pt x="41" y="0"/>
                      <a:pt x="40" y="2"/>
                      <a:pt x="38" y="2"/>
                    </a:cubicBezTo>
                    <a:cubicBezTo>
                      <a:pt x="35" y="3"/>
                      <a:pt x="31" y="2"/>
                      <a:pt x="28" y="2"/>
                    </a:cubicBezTo>
                    <a:cubicBezTo>
                      <a:pt x="18" y="3"/>
                      <a:pt x="5" y="11"/>
                      <a:pt x="0" y="19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0" name="Freeform 38">
                <a:extLst>
                  <a:ext uri="{FF2B5EF4-FFF2-40B4-BE49-F238E27FC236}">
                    <a16:creationId xmlns:a16="http://schemas.microsoft.com/office/drawing/2014/main" id="{F65D4EDA-7E4F-444A-A945-57B33BCBC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826"/>
                <a:ext cx="108" cy="165"/>
              </a:xfrm>
              <a:custGeom>
                <a:avLst/>
                <a:gdLst>
                  <a:gd name="T0" fmla="*/ 63 w 43"/>
                  <a:gd name="T1" fmla="*/ 1168 h 62"/>
                  <a:gd name="T2" fmla="*/ 492 w 43"/>
                  <a:gd name="T3" fmla="*/ 737 h 62"/>
                  <a:gd name="T4" fmla="*/ 618 w 43"/>
                  <a:gd name="T5" fmla="*/ 716 h 62"/>
                  <a:gd name="T6" fmla="*/ 651 w 43"/>
                  <a:gd name="T7" fmla="*/ 546 h 62"/>
                  <a:gd name="T8" fmla="*/ 505 w 43"/>
                  <a:gd name="T9" fmla="*/ 136 h 62"/>
                  <a:gd name="T10" fmla="*/ 95 w 43"/>
                  <a:gd name="T11" fmla="*/ 56 h 62"/>
                  <a:gd name="T12" fmla="*/ 429 w 43"/>
                  <a:gd name="T13" fmla="*/ 474 h 62"/>
                  <a:gd name="T14" fmla="*/ 221 w 43"/>
                  <a:gd name="T15" fmla="*/ 623 h 62"/>
                  <a:gd name="T16" fmla="*/ 0 w 43"/>
                  <a:gd name="T17" fmla="*/ 849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62">
                    <a:moveTo>
                      <a:pt x="4" y="62"/>
                    </a:moveTo>
                    <a:cubicBezTo>
                      <a:pt x="4" y="51"/>
                      <a:pt x="21" y="40"/>
                      <a:pt x="31" y="39"/>
                    </a:cubicBezTo>
                    <a:cubicBezTo>
                      <a:pt x="34" y="39"/>
                      <a:pt x="36" y="40"/>
                      <a:pt x="39" y="38"/>
                    </a:cubicBezTo>
                    <a:cubicBezTo>
                      <a:pt x="39" y="38"/>
                      <a:pt x="41" y="30"/>
                      <a:pt x="41" y="29"/>
                    </a:cubicBezTo>
                    <a:cubicBezTo>
                      <a:pt x="43" y="20"/>
                      <a:pt x="39" y="12"/>
                      <a:pt x="32" y="7"/>
                    </a:cubicBezTo>
                    <a:cubicBezTo>
                      <a:pt x="25" y="0"/>
                      <a:pt x="15" y="2"/>
                      <a:pt x="6" y="3"/>
                    </a:cubicBezTo>
                    <a:cubicBezTo>
                      <a:pt x="5" y="9"/>
                      <a:pt x="35" y="12"/>
                      <a:pt x="27" y="25"/>
                    </a:cubicBezTo>
                    <a:cubicBezTo>
                      <a:pt x="25" y="29"/>
                      <a:pt x="18" y="31"/>
                      <a:pt x="14" y="33"/>
                    </a:cubicBezTo>
                    <a:cubicBezTo>
                      <a:pt x="9" y="36"/>
                      <a:pt x="7" y="45"/>
                      <a:pt x="0" y="45"/>
                    </a:cubicBezTo>
                  </a:path>
                </a:pathLst>
              </a:custGeom>
              <a:solidFill>
                <a:srgbClr val="C7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1" name="Freeform 39">
                <a:extLst>
                  <a:ext uri="{FF2B5EF4-FFF2-40B4-BE49-F238E27FC236}">
                    <a16:creationId xmlns:a16="http://schemas.microsoft.com/office/drawing/2014/main" id="{075DAC14-50AE-4848-AAEA-22330B205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815"/>
                <a:ext cx="203" cy="126"/>
              </a:xfrm>
              <a:custGeom>
                <a:avLst/>
                <a:gdLst>
                  <a:gd name="T0" fmla="*/ 158 w 81"/>
                  <a:gd name="T1" fmla="*/ 574 h 47"/>
                  <a:gd name="T2" fmla="*/ 439 w 81"/>
                  <a:gd name="T3" fmla="*/ 560 h 47"/>
                  <a:gd name="T4" fmla="*/ 679 w 81"/>
                  <a:gd name="T5" fmla="*/ 791 h 47"/>
                  <a:gd name="T6" fmla="*/ 804 w 81"/>
                  <a:gd name="T7" fmla="*/ 906 h 47"/>
                  <a:gd name="T8" fmla="*/ 930 w 81"/>
                  <a:gd name="T9" fmla="*/ 732 h 47"/>
                  <a:gd name="T10" fmla="*/ 817 w 81"/>
                  <a:gd name="T11" fmla="*/ 619 h 47"/>
                  <a:gd name="T12" fmla="*/ 647 w 81"/>
                  <a:gd name="T13" fmla="*/ 517 h 47"/>
                  <a:gd name="T14" fmla="*/ 742 w 81"/>
                  <a:gd name="T15" fmla="*/ 252 h 47"/>
                  <a:gd name="T16" fmla="*/ 1088 w 81"/>
                  <a:gd name="T17" fmla="*/ 389 h 47"/>
                  <a:gd name="T18" fmla="*/ 1256 w 81"/>
                  <a:gd name="T19" fmla="*/ 308 h 47"/>
                  <a:gd name="T20" fmla="*/ 992 w 81"/>
                  <a:gd name="T21" fmla="*/ 115 h 47"/>
                  <a:gd name="T22" fmla="*/ 679 w 81"/>
                  <a:gd name="T23" fmla="*/ 21 h 47"/>
                  <a:gd name="T24" fmla="*/ 471 w 81"/>
                  <a:gd name="T25" fmla="*/ 308 h 47"/>
                  <a:gd name="T26" fmla="*/ 313 w 81"/>
                  <a:gd name="T27" fmla="*/ 367 h 47"/>
                  <a:gd name="T28" fmla="*/ 0 w 81"/>
                  <a:gd name="T29" fmla="*/ 389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1" h="47">
                    <a:moveTo>
                      <a:pt x="10" y="30"/>
                    </a:moveTo>
                    <a:cubicBezTo>
                      <a:pt x="16" y="28"/>
                      <a:pt x="22" y="28"/>
                      <a:pt x="28" y="29"/>
                    </a:cubicBezTo>
                    <a:cubicBezTo>
                      <a:pt x="35" y="31"/>
                      <a:pt x="39" y="36"/>
                      <a:pt x="43" y="41"/>
                    </a:cubicBezTo>
                    <a:cubicBezTo>
                      <a:pt x="46" y="43"/>
                      <a:pt x="48" y="46"/>
                      <a:pt x="51" y="47"/>
                    </a:cubicBezTo>
                    <a:cubicBezTo>
                      <a:pt x="56" y="47"/>
                      <a:pt x="58" y="41"/>
                      <a:pt x="59" y="38"/>
                    </a:cubicBezTo>
                    <a:cubicBezTo>
                      <a:pt x="56" y="38"/>
                      <a:pt x="54" y="34"/>
                      <a:pt x="52" y="32"/>
                    </a:cubicBezTo>
                    <a:cubicBezTo>
                      <a:pt x="49" y="29"/>
                      <a:pt x="45" y="29"/>
                      <a:pt x="41" y="27"/>
                    </a:cubicBezTo>
                    <a:cubicBezTo>
                      <a:pt x="35" y="23"/>
                      <a:pt x="41" y="15"/>
                      <a:pt x="47" y="13"/>
                    </a:cubicBezTo>
                    <a:cubicBezTo>
                      <a:pt x="55" y="10"/>
                      <a:pt x="62" y="16"/>
                      <a:pt x="69" y="20"/>
                    </a:cubicBezTo>
                    <a:cubicBezTo>
                      <a:pt x="72" y="21"/>
                      <a:pt x="81" y="23"/>
                      <a:pt x="80" y="16"/>
                    </a:cubicBezTo>
                    <a:cubicBezTo>
                      <a:pt x="80" y="12"/>
                      <a:pt x="66" y="7"/>
                      <a:pt x="63" y="6"/>
                    </a:cubicBezTo>
                    <a:cubicBezTo>
                      <a:pt x="58" y="3"/>
                      <a:pt x="49" y="0"/>
                      <a:pt x="43" y="1"/>
                    </a:cubicBezTo>
                    <a:cubicBezTo>
                      <a:pt x="36" y="3"/>
                      <a:pt x="35" y="12"/>
                      <a:pt x="30" y="16"/>
                    </a:cubicBezTo>
                    <a:cubicBezTo>
                      <a:pt x="28" y="18"/>
                      <a:pt x="24" y="18"/>
                      <a:pt x="20" y="19"/>
                    </a:cubicBezTo>
                    <a:cubicBezTo>
                      <a:pt x="14" y="19"/>
                      <a:pt x="7" y="21"/>
                      <a:pt x="0" y="20"/>
                    </a:cubicBezTo>
                  </a:path>
                </a:pathLst>
              </a:custGeom>
              <a:solidFill>
                <a:srgbClr val="C7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2" name="Freeform 40">
                <a:extLst>
                  <a:ext uri="{FF2B5EF4-FFF2-40B4-BE49-F238E27FC236}">
                    <a16:creationId xmlns:a16="http://schemas.microsoft.com/office/drawing/2014/main" id="{C8D25D35-F8BD-4997-A971-019152C86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717"/>
                <a:ext cx="297" cy="146"/>
              </a:xfrm>
              <a:custGeom>
                <a:avLst/>
                <a:gdLst>
                  <a:gd name="T0" fmla="*/ 0 w 119"/>
                  <a:gd name="T1" fmla="*/ 860 h 55"/>
                  <a:gd name="T2" fmla="*/ 200 w 119"/>
                  <a:gd name="T3" fmla="*/ 634 h 55"/>
                  <a:gd name="T4" fmla="*/ 449 w 119"/>
                  <a:gd name="T5" fmla="*/ 520 h 55"/>
                  <a:gd name="T6" fmla="*/ 946 w 119"/>
                  <a:gd name="T7" fmla="*/ 733 h 55"/>
                  <a:gd name="T8" fmla="*/ 933 w 119"/>
                  <a:gd name="T9" fmla="*/ 353 h 55"/>
                  <a:gd name="T10" fmla="*/ 467 w 119"/>
                  <a:gd name="T11" fmla="*/ 111 h 55"/>
                  <a:gd name="T12" fmla="*/ 624 w 119"/>
                  <a:gd name="T13" fmla="*/ 93 h 55"/>
                  <a:gd name="T14" fmla="*/ 791 w 119"/>
                  <a:gd name="T15" fmla="*/ 21 h 55"/>
                  <a:gd name="T16" fmla="*/ 1071 w 119"/>
                  <a:gd name="T17" fmla="*/ 111 h 55"/>
                  <a:gd name="T18" fmla="*/ 916 w 119"/>
                  <a:gd name="T19" fmla="*/ 149 h 55"/>
                  <a:gd name="T20" fmla="*/ 1071 w 119"/>
                  <a:gd name="T21" fmla="*/ 316 h 55"/>
                  <a:gd name="T22" fmla="*/ 1183 w 119"/>
                  <a:gd name="T23" fmla="*/ 374 h 55"/>
                  <a:gd name="T24" fmla="*/ 1849 w 119"/>
                  <a:gd name="T25" fmla="*/ 767 h 55"/>
                  <a:gd name="T26" fmla="*/ 1745 w 119"/>
                  <a:gd name="T27" fmla="*/ 881 h 55"/>
                  <a:gd name="T28" fmla="*/ 1650 w 119"/>
                  <a:gd name="T29" fmla="*/ 826 h 55"/>
                  <a:gd name="T30" fmla="*/ 1445 w 119"/>
                  <a:gd name="T31" fmla="*/ 656 h 55"/>
                  <a:gd name="T32" fmla="*/ 1183 w 119"/>
                  <a:gd name="T33" fmla="*/ 579 h 55"/>
                  <a:gd name="T34" fmla="*/ 1058 w 119"/>
                  <a:gd name="T35" fmla="*/ 881 h 55"/>
                  <a:gd name="T36" fmla="*/ 946 w 119"/>
                  <a:gd name="T37" fmla="*/ 860 h 55"/>
                  <a:gd name="T38" fmla="*/ 791 w 119"/>
                  <a:gd name="T39" fmla="*/ 916 h 55"/>
                  <a:gd name="T40" fmla="*/ 512 w 119"/>
                  <a:gd name="T41" fmla="*/ 690 h 55"/>
                  <a:gd name="T42" fmla="*/ 312 w 119"/>
                  <a:gd name="T43" fmla="*/ 804 h 55"/>
                  <a:gd name="T44" fmla="*/ 200 w 119"/>
                  <a:gd name="T45" fmla="*/ 937 h 55"/>
                  <a:gd name="T46" fmla="*/ 155 w 119"/>
                  <a:gd name="T47" fmla="*/ 993 h 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9" h="55">
                    <a:moveTo>
                      <a:pt x="0" y="46"/>
                    </a:moveTo>
                    <a:cubicBezTo>
                      <a:pt x="5" y="43"/>
                      <a:pt x="8" y="37"/>
                      <a:pt x="13" y="34"/>
                    </a:cubicBezTo>
                    <a:cubicBezTo>
                      <a:pt x="18" y="30"/>
                      <a:pt x="23" y="28"/>
                      <a:pt x="29" y="28"/>
                    </a:cubicBezTo>
                    <a:cubicBezTo>
                      <a:pt x="40" y="28"/>
                      <a:pt x="51" y="35"/>
                      <a:pt x="61" y="39"/>
                    </a:cubicBezTo>
                    <a:cubicBezTo>
                      <a:pt x="68" y="35"/>
                      <a:pt x="64" y="23"/>
                      <a:pt x="60" y="19"/>
                    </a:cubicBezTo>
                    <a:cubicBezTo>
                      <a:pt x="53" y="12"/>
                      <a:pt x="40" y="6"/>
                      <a:pt x="30" y="6"/>
                    </a:cubicBezTo>
                    <a:cubicBezTo>
                      <a:pt x="34" y="4"/>
                      <a:pt x="37" y="5"/>
                      <a:pt x="40" y="5"/>
                    </a:cubicBezTo>
                    <a:cubicBezTo>
                      <a:pt x="44" y="5"/>
                      <a:pt x="47" y="1"/>
                      <a:pt x="51" y="1"/>
                    </a:cubicBezTo>
                    <a:cubicBezTo>
                      <a:pt x="55" y="0"/>
                      <a:pt x="66" y="3"/>
                      <a:pt x="69" y="6"/>
                    </a:cubicBezTo>
                    <a:cubicBezTo>
                      <a:pt x="65" y="5"/>
                      <a:pt x="62" y="6"/>
                      <a:pt x="59" y="8"/>
                    </a:cubicBezTo>
                    <a:cubicBezTo>
                      <a:pt x="62" y="12"/>
                      <a:pt x="66" y="14"/>
                      <a:pt x="69" y="17"/>
                    </a:cubicBezTo>
                    <a:cubicBezTo>
                      <a:pt x="72" y="20"/>
                      <a:pt x="72" y="20"/>
                      <a:pt x="76" y="20"/>
                    </a:cubicBezTo>
                    <a:cubicBezTo>
                      <a:pt x="94" y="20"/>
                      <a:pt x="109" y="27"/>
                      <a:pt x="119" y="41"/>
                    </a:cubicBezTo>
                    <a:cubicBezTo>
                      <a:pt x="117" y="43"/>
                      <a:pt x="115" y="45"/>
                      <a:pt x="112" y="47"/>
                    </a:cubicBezTo>
                    <a:cubicBezTo>
                      <a:pt x="110" y="45"/>
                      <a:pt x="108" y="45"/>
                      <a:pt x="106" y="44"/>
                    </a:cubicBezTo>
                    <a:cubicBezTo>
                      <a:pt x="102" y="41"/>
                      <a:pt x="98" y="38"/>
                      <a:pt x="93" y="35"/>
                    </a:cubicBezTo>
                    <a:cubicBezTo>
                      <a:pt x="88" y="33"/>
                      <a:pt x="82" y="28"/>
                      <a:pt x="76" y="31"/>
                    </a:cubicBezTo>
                    <a:cubicBezTo>
                      <a:pt x="70" y="34"/>
                      <a:pt x="74" y="45"/>
                      <a:pt x="68" y="47"/>
                    </a:cubicBezTo>
                    <a:cubicBezTo>
                      <a:pt x="66" y="48"/>
                      <a:pt x="64" y="46"/>
                      <a:pt x="61" y="46"/>
                    </a:cubicBezTo>
                    <a:cubicBezTo>
                      <a:pt x="58" y="46"/>
                      <a:pt x="54" y="48"/>
                      <a:pt x="51" y="49"/>
                    </a:cubicBezTo>
                    <a:cubicBezTo>
                      <a:pt x="50" y="42"/>
                      <a:pt x="39" y="36"/>
                      <a:pt x="33" y="37"/>
                    </a:cubicBezTo>
                    <a:cubicBezTo>
                      <a:pt x="29" y="38"/>
                      <a:pt x="23" y="40"/>
                      <a:pt x="20" y="43"/>
                    </a:cubicBezTo>
                    <a:cubicBezTo>
                      <a:pt x="17" y="44"/>
                      <a:pt x="15" y="47"/>
                      <a:pt x="13" y="50"/>
                    </a:cubicBezTo>
                    <a:cubicBezTo>
                      <a:pt x="12" y="50"/>
                      <a:pt x="9" y="55"/>
                      <a:pt x="10" y="53"/>
                    </a:cubicBezTo>
                  </a:path>
                </a:pathLst>
              </a:custGeom>
              <a:solidFill>
                <a:srgbClr val="A89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3" name="Freeform 41">
                <a:extLst>
                  <a:ext uri="{FF2B5EF4-FFF2-40B4-BE49-F238E27FC236}">
                    <a16:creationId xmlns:a16="http://schemas.microsoft.com/office/drawing/2014/main" id="{3B6519D0-6B53-48CE-9A76-BF5DDAC38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711"/>
                <a:ext cx="295" cy="176"/>
              </a:xfrm>
              <a:custGeom>
                <a:avLst/>
                <a:gdLst>
                  <a:gd name="T0" fmla="*/ 1313 w 118"/>
                  <a:gd name="T1" fmla="*/ 0 h 66"/>
                  <a:gd name="T2" fmla="*/ 1250 w 118"/>
                  <a:gd name="T3" fmla="*/ 56 h 66"/>
                  <a:gd name="T4" fmla="*/ 1020 w 118"/>
                  <a:gd name="T5" fmla="*/ 192 h 66"/>
                  <a:gd name="T6" fmla="*/ 675 w 118"/>
                  <a:gd name="T7" fmla="*/ 205 h 66"/>
                  <a:gd name="T8" fmla="*/ 550 w 118"/>
                  <a:gd name="T9" fmla="*/ 93 h 66"/>
                  <a:gd name="T10" fmla="*/ 533 w 118"/>
                  <a:gd name="T11" fmla="*/ 115 h 66"/>
                  <a:gd name="T12" fmla="*/ 345 w 118"/>
                  <a:gd name="T13" fmla="*/ 171 h 66"/>
                  <a:gd name="T14" fmla="*/ 345 w 118"/>
                  <a:gd name="T15" fmla="*/ 192 h 66"/>
                  <a:gd name="T16" fmla="*/ 408 w 118"/>
                  <a:gd name="T17" fmla="*/ 285 h 66"/>
                  <a:gd name="T18" fmla="*/ 313 w 118"/>
                  <a:gd name="T19" fmla="*/ 363 h 66"/>
                  <a:gd name="T20" fmla="*/ 188 w 118"/>
                  <a:gd name="T21" fmla="*/ 533 h 66"/>
                  <a:gd name="T22" fmla="*/ 33 w 118"/>
                  <a:gd name="T23" fmla="*/ 909 h 66"/>
                  <a:gd name="T24" fmla="*/ 50 w 118"/>
                  <a:gd name="T25" fmla="*/ 1251 h 66"/>
                  <a:gd name="T26" fmla="*/ 375 w 118"/>
                  <a:gd name="T27" fmla="*/ 627 h 66"/>
                  <a:gd name="T28" fmla="*/ 470 w 118"/>
                  <a:gd name="T29" fmla="*/ 819 h 66"/>
                  <a:gd name="T30" fmla="*/ 563 w 118"/>
                  <a:gd name="T31" fmla="*/ 1003 h 66"/>
                  <a:gd name="T32" fmla="*/ 613 w 118"/>
                  <a:gd name="T33" fmla="*/ 456 h 66"/>
                  <a:gd name="T34" fmla="*/ 1063 w 118"/>
                  <a:gd name="T35" fmla="*/ 776 h 66"/>
                  <a:gd name="T36" fmla="*/ 1158 w 118"/>
                  <a:gd name="T37" fmla="*/ 853 h 66"/>
                  <a:gd name="T38" fmla="*/ 1300 w 118"/>
                  <a:gd name="T39" fmla="*/ 661 h 66"/>
                  <a:gd name="T40" fmla="*/ 1175 w 118"/>
                  <a:gd name="T41" fmla="*/ 376 h 66"/>
                  <a:gd name="T42" fmla="*/ 1425 w 118"/>
                  <a:gd name="T43" fmla="*/ 227 h 66"/>
                  <a:gd name="T44" fmla="*/ 1845 w 118"/>
                  <a:gd name="T45" fmla="*/ 397 h 66"/>
                  <a:gd name="T46" fmla="*/ 1688 w 118"/>
                  <a:gd name="T47" fmla="*/ 227 h 66"/>
                  <a:gd name="T48" fmla="*/ 1533 w 118"/>
                  <a:gd name="T49" fmla="*/ 115 h 66"/>
                  <a:gd name="T50" fmla="*/ 1533 w 118"/>
                  <a:gd name="T51" fmla="*/ 21 h 66"/>
                  <a:gd name="T52" fmla="*/ 1375 w 118"/>
                  <a:gd name="T53" fmla="*/ 0 h 66"/>
                  <a:gd name="T54" fmla="*/ 1313 w 118"/>
                  <a:gd name="T55" fmla="*/ 0 h 6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18" h="66">
                    <a:moveTo>
                      <a:pt x="84" y="0"/>
                    </a:moveTo>
                    <a:cubicBezTo>
                      <a:pt x="82" y="1"/>
                      <a:pt x="81" y="2"/>
                      <a:pt x="80" y="3"/>
                    </a:cubicBezTo>
                    <a:cubicBezTo>
                      <a:pt x="75" y="6"/>
                      <a:pt x="72" y="9"/>
                      <a:pt x="65" y="10"/>
                    </a:cubicBezTo>
                    <a:cubicBezTo>
                      <a:pt x="59" y="11"/>
                      <a:pt x="50" y="12"/>
                      <a:pt x="43" y="11"/>
                    </a:cubicBezTo>
                    <a:cubicBezTo>
                      <a:pt x="39" y="11"/>
                      <a:pt x="37" y="8"/>
                      <a:pt x="35" y="5"/>
                    </a:cubicBezTo>
                    <a:cubicBezTo>
                      <a:pt x="35" y="6"/>
                      <a:pt x="34" y="6"/>
                      <a:pt x="34" y="6"/>
                    </a:cubicBezTo>
                    <a:cubicBezTo>
                      <a:pt x="30" y="7"/>
                      <a:pt x="26" y="8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4" y="12"/>
                      <a:pt x="28" y="10"/>
                      <a:pt x="26" y="15"/>
                    </a:cubicBezTo>
                    <a:cubicBezTo>
                      <a:pt x="26" y="17"/>
                      <a:pt x="22" y="18"/>
                      <a:pt x="20" y="19"/>
                    </a:cubicBezTo>
                    <a:cubicBezTo>
                      <a:pt x="17" y="21"/>
                      <a:pt x="14" y="25"/>
                      <a:pt x="12" y="28"/>
                    </a:cubicBezTo>
                    <a:cubicBezTo>
                      <a:pt x="7" y="33"/>
                      <a:pt x="4" y="41"/>
                      <a:pt x="2" y="48"/>
                    </a:cubicBezTo>
                    <a:cubicBezTo>
                      <a:pt x="1" y="54"/>
                      <a:pt x="0" y="62"/>
                      <a:pt x="3" y="66"/>
                    </a:cubicBezTo>
                    <a:cubicBezTo>
                      <a:pt x="9" y="61"/>
                      <a:pt x="13" y="33"/>
                      <a:pt x="24" y="33"/>
                    </a:cubicBezTo>
                    <a:cubicBezTo>
                      <a:pt x="25" y="36"/>
                      <a:pt x="27" y="40"/>
                      <a:pt x="30" y="43"/>
                    </a:cubicBezTo>
                    <a:cubicBezTo>
                      <a:pt x="32" y="46"/>
                      <a:pt x="36" y="49"/>
                      <a:pt x="36" y="53"/>
                    </a:cubicBezTo>
                    <a:cubicBezTo>
                      <a:pt x="65" y="46"/>
                      <a:pt x="27" y="32"/>
                      <a:pt x="39" y="24"/>
                    </a:cubicBezTo>
                    <a:cubicBezTo>
                      <a:pt x="54" y="15"/>
                      <a:pt x="60" y="32"/>
                      <a:pt x="68" y="41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7" y="42"/>
                      <a:pt x="83" y="39"/>
                      <a:pt x="83" y="35"/>
                    </a:cubicBezTo>
                    <a:cubicBezTo>
                      <a:pt x="82" y="29"/>
                      <a:pt x="69" y="26"/>
                      <a:pt x="75" y="20"/>
                    </a:cubicBezTo>
                    <a:cubicBezTo>
                      <a:pt x="78" y="17"/>
                      <a:pt x="87" y="13"/>
                      <a:pt x="91" y="12"/>
                    </a:cubicBezTo>
                    <a:cubicBezTo>
                      <a:pt x="100" y="10"/>
                      <a:pt x="111" y="16"/>
                      <a:pt x="118" y="21"/>
                    </a:cubicBezTo>
                    <a:cubicBezTo>
                      <a:pt x="117" y="17"/>
                      <a:pt x="111" y="14"/>
                      <a:pt x="108" y="12"/>
                    </a:cubicBezTo>
                    <a:cubicBezTo>
                      <a:pt x="106" y="9"/>
                      <a:pt x="100" y="9"/>
                      <a:pt x="98" y="6"/>
                    </a:cubicBezTo>
                    <a:cubicBezTo>
                      <a:pt x="98" y="5"/>
                      <a:pt x="98" y="3"/>
                      <a:pt x="98" y="1"/>
                    </a:cubicBezTo>
                    <a:cubicBezTo>
                      <a:pt x="94" y="0"/>
                      <a:pt x="91" y="0"/>
                      <a:pt x="88" y="0"/>
                    </a:cubicBezTo>
                    <a:cubicBezTo>
                      <a:pt x="87" y="0"/>
                      <a:pt x="86" y="0"/>
                      <a:pt x="84" y="0"/>
                    </a:cubicBezTo>
                    <a:close/>
                  </a:path>
                </a:pathLst>
              </a:custGeom>
              <a:solidFill>
                <a:srgbClr val="A89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4" name="Freeform 42">
                <a:extLst>
                  <a:ext uri="{FF2B5EF4-FFF2-40B4-BE49-F238E27FC236}">
                    <a16:creationId xmlns:a16="http://schemas.microsoft.com/office/drawing/2014/main" id="{BFE6FCDD-4AC9-4066-9DD8-B87B8A10ED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4" y="1794"/>
                <a:ext cx="80" cy="48"/>
              </a:xfrm>
              <a:custGeom>
                <a:avLst/>
                <a:gdLst>
                  <a:gd name="T0" fmla="*/ 0 w 32"/>
                  <a:gd name="T1" fmla="*/ 320 h 18"/>
                  <a:gd name="T2" fmla="*/ 50 w 32"/>
                  <a:gd name="T3" fmla="*/ 341 h 18"/>
                  <a:gd name="T4" fmla="*/ 20 w 32"/>
                  <a:gd name="T5" fmla="*/ 248 h 18"/>
                  <a:gd name="T6" fmla="*/ 0 w 32"/>
                  <a:gd name="T7" fmla="*/ 320 h 18"/>
                  <a:gd name="T8" fmla="*/ 145 w 32"/>
                  <a:gd name="T9" fmla="*/ 115 h 18"/>
                  <a:gd name="T10" fmla="*/ 125 w 32"/>
                  <a:gd name="T11" fmla="*/ 149 h 18"/>
                  <a:gd name="T12" fmla="*/ 50 w 32"/>
                  <a:gd name="T13" fmla="*/ 341 h 18"/>
                  <a:gd name="T14" fmla="*/ 425 w 32"/>
                  <a:gd name="T15" fmla="*/ 192 h 18"/>
                  <a:gd name="T16" fmla="*/ 500 w 32"/>
                  <a:gd name="T17" fmla="*/ 0 h 18"/>
                  <a:gd name="T18" fmla="*/ 145 w 32"/>
                  <a:gd name="T19" fmla="*/ 115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18">
                    <a:moveTo>
                      <a:pt x="0" y="17"/>
                    </a:moveTo>
                    <a:cubicBezTo>
                      <a:pt x="0" y="18"/>
                      <a:pt x="1" y="18"/>
                      <a:pt x="3" y="18"/>
                    </a:cubicBezTo>
                    <a:cubicBezTo>
                      <a:pt x="2" y="16"/>
                      <a:pt x="2" y="14"/>
                      <a:pt x="1" y="13"/>
                    </a:cubicBezTo>
                    <a:cubicBezTo>
                      <a:pt x="0" y="14"/>
                      <a:pt x="0" y="15"/>
                      <a:pt x="0" y="17"/>
                    </a:cubicBezTo>
                    <a:close/>
                    <a:moveTo>
                      <a:pt x="9" y="6"/>
                    </a:moveTo>
                    <a:cubicBezTo>
                      <a:pt x="9" y="7"/>
                      <a:pt x="8" y="7"/>
                      <a:pt x="8" y="8"/>
                    </a:cubicBezTo>
                    <a:cubicBezTo>
                      <a:pt x="5" y="12"/>
                      <a:pt x="4" y="16"/>
                      <a:pt x="3" y="18"/>
                    </a:cubicBezTo>
                    <a:cubicBezTo>
                      <a:pt x="10" y="17"/>
                      <a:pt x="24" y="6"/>
                      <a:pt x="27" y="1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6" y="0"/>
                      <a:pt x="16" y="2"/>
                      <a:pt x="9" y="6"/>
                    </a:cubicBezTo>
                    <a:close/>
                  </a:path>
                </a:pathLst>
              </a:custGeom>
              <a:solidFill>
                <a:srgbClr val="C7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5" name="Freeform 43">
                <a:extLst>
                  <a:ext uri="{FF2B5EF4-FFF2-40B4-BE49-F238E27FC236}">
                    <a16:creationId xmlns:a16="http://schemas.microsoft.com/office/drawing/2014/main" id="{400A8203-3459-4891-BD73-4E793B4A3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631"/>
                <a:ext cx="72" cy="43"/>
              </a:xfrm>
              <a:custGeom>
                <a:avLst/>
                <a:gdLst>
                  <a:gd name="T0" fmla="*/ 30 w 29"/>
                  <a:gd name="T1" fmla="*/ 159 h 16"/>
                  <a:gd name="T2" fmla="*/ 258 w 29"/>
                  <a:gd name="T3" fmla="*/ 22 h 16"/>
                  <a:gd name="T4" fmla="*/ 444 w 29"/>
                  <a:gd name="T5" fmla="*/ 196 h 16"/>
                  <a:gd name="T6" fmla="*/ 0 w 29"/>
                  <a:gd name="T7" fmla="*/ 21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6">
                    <a:moveTo>
                      <a:pt x="2" y="8"/>
                    </a:moveTo>
                    <a:cubicBezTo>
                      <a:pt x="8" y="9"/>
                      <a:pt x="12" y="1"/>
                      <a:pt x="17" y="1"/>
                    </a:cubicBezTo>
                    <a:cubicBezTo>
                      <a:pt x="23" y="0"/>
                      <a:pt x="27" y="6"/>
                      <a:pt x="29" y="10"/>
                    </a:cubicBezTo>
                    <a:cubicBezTo>
                      <a:pt x="21" y="16"/>
                      <a:pt x="10" y="15"/>
                      <a:pt x="0" y="11"/>
                    </a:cubicBezTo>
                  </a:path>
                </a:pathLst>
              </a:custGeom>
              <a:solidFill>
                <a:srgbClr val="DE9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6" name="Freeform 44">
                <a:extLst>
                  <a:ext uri="{FF2B5EF4-FFF2-40B4-BE49-F238E27FC236}">
                    <a16:creationId xmlns:a16="http://schemas.microsoft.com/office/drawing/2014/main" id="{FC8B5936-81F2-4FF2-BD41-E29B126FA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594"/>
                <a:ext cx="95" cy="67"/>
              </a:xfrm>
              <a:custGeom>
                <a:avLst/>
                <a:gdLst>
                  <a:gd name="T0" fmla="*/ 158 w 38"/>
                  <a:gd name="T1" fmla="*/ 0 h 25"/>
                  <a:gd name="T2" fmla="*/ 250 w 38"/>
                  <a:gd name="T3" fmla="*/ 273 h 25"/>
                  <a:gd name="T4" fmla="*/ 500 w 38"/>
                  <a:gd name="T5" fmla="*/ 273 h 25"/>
                  <a:gd name="T6" fmla="*/ 488 w 38"/>
                  <a:gd name="T7" fmla="*/ 445 h 25"/>
                  <a:gd name="T8" fmla="*/ 313 w 38"/>
                  <a:gd name="T9" fmla="*/ 389 h 25"/>
                  <a:gd name="T10" fmla="*/ 158 w 38"/>
                  <a:gd name="T11" fmla="*/ 252 h 25"/>
                  <a:gd name="T12" fmla="*/ 20 w 38"/>
                  <a:gd name="T13" fmla="*/ 7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25">
                    <a:moveTo>
                      <a:pt x="10" y="0"/>
                    </a:moveTo>
                    <a:cubicBezTo>
                      <a:pt x="5" y="6"/>
                      <a:pt x="10" y="11"/>
                      <a:pt x="16" y="14"/>
                    </a:cubicBezTo>
                    <a:cubicBezTo>
                      <a:pt x="21" y="17"/>
                      <a:pt x="27" y="19"/>
                      <a:pt x="32" y="14"/>
                    </a:cubicBezTo>
                    <a:cubicBezTo>
                      <a:pt x="38" y="14"/>
                      <a:pt x="35" y="21"/>
                      <a:pt x="31" y="23"/>
                    </a:cubicBezTo>
                    <a:cubicBezTo>
                      <a:pt x="27" y="25"/>
                      <a:pt x="24" y="23"/>
                      <a:pt x="20" y="20"/>
                    </a:cubicBezTo>
                    <a:cubicBezTo>
                      <a:pt x="17" y="18"/>
                      <a:pt x="14" y="15"/>
                      <a:pt x="10" y="13"/>
                    </a:cubicBezTo>
                    <a:cubicBezTo>
                      <a:pt x="5" y="11"/>
                      <a:pt x="0" y="11"/>
                      <a:pt x="1" y="4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7" name="Freeform 45">
                <a:extLst>
                  <a:ext uri="{FF2B5EF4-FFF2-40B4-BE49-F238E27FC236}">
                    <a16:creationId xmlns:a16="http://schemas.microsoft.com/office/drawing/2014/main" id="{5B06259C-A844-4BDF-B8CF-4E901DD1B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2509"/>
                <a:ext cx="70" cy="88"/>
              </a:xfrm>
              <a:custGeom>
                <a:avLst/>
                <a:gdLst>
                  <a:gd name="T0" fmla="*/ 220 w 28"/>
                  <a:gd name="T1" fmla="*/ 0 h 33"/>
                  <a:gd name="T2" fmla="*/ 438 w 28"/>
                  <a:gd name="T3" fmla="*/ 627 h 33"/>
                  <a:gd name="T4" fmla="*/ 145 w 28"/>
                  <a:gd name="T5" fmla="*/ 341 h 33"/>
                  <a:gd name="T6" fmla="*/ 83 w 28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14" y="0"/>
                    </a:moveTo>
                    <a:cubicBezTo>
                      <a:pt x="0" y="10"/>
                      <a:pt x="21" y="26"/>
                      <a:pt x="28" y="33"/>
                    </a:cubicBezTo>
                    <a:cubicBezTo>
                      <a:pt x="22" y="31"/>
                      <a:pt x="13" y="23"/>
                      <a:pt x="9" y="18"/>
                    </a:cubicBezTo>
                    <a:cubicBezTo>
                      <a:pt x="6" y="12"/>
                      <a:pt x="6" y="6"/>
                      <a:pt x="5" y="0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8" name="Freeform 46">
                <a:extLst>
                  <a:ext uri="{FF2B5EF4-FFF2-40B4-BE49-F238E27FC236}">
                    <a16:creationId xmlns:a16="http://schemas.microsoft.com/office/drawing/2014/main" id="{71767B97-716D-460C-B5D5-F05C5916C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2373"/>
                <a:ext cx="60" cy="128"/>
              </a:xfrm>
              <a:custGeom>
                <a:avLst/>
                <a:gdLst>
                  <a:gd name="T0" fmla="*/ 238 w 24"/>
                  <a:gd name="T1" fmla="*/ 0 h 48"/>
                  <a:gd name="T2" fmla="*/ 33 w 24"/>
                  <a:gd name="T3" fmla="*/ 205 h 48"/>
                  <a:gd name="T4" fmla="*/ 83 w 24"/>
                  <a:gd name="T5" fmla="*/ 376 h 48"/>
                  <a:gd name="T6" fmla="*/ 270 w 24"/>
                  <a:gd name="T7" fmla="*/ 909 h 48"/>
                  <a:gd name="T8" fmla="*/ 158 w 24"/>
                  <a:gd name="T9" fmla="*/ 419 h 48"/>
                  <a:gd name="T10" fmla="*/ 375 w 24"/>
                  <a:gd name="T11" fmla="*/ 149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8">
                    <a:moveTo>
                      <a:pt x="15" y="0"/>
                    </a:moveTo>
                    <a:cubicBezTo>
                      <a:pt x="15" y="10"/>
                      <a:pt x="7" y="6"/>
                      <a:pt x="2" y="11"/>
                    </a:cubicBezTo>
                    <a:cubicBezTo>
                      <a:pt x="0" y="14"/>
                      <a:pt x="4" y="16"/>
                      <a:pt x="5" y="20"/>
                    </a:cubicBezTo>
                    <a:cubicBezTo>
                      <a:pt x="8" y="27"/>
                      <a:pt x="6" y="47"/>
                      <a:pt x="17" y="48"/>
                    </a:cubicBezTo>
                    <a:cubicBezTo>
                      <a:pt x="10" y="45"/>
                      <a:pt x="8" y="28"/>
                      <a:pt x="10" y="22"/>
                    </a:cubicBezTo>
                    <a:cubicBezTo>
                      <a:pt x="12" y="15"/>
                      <a:pt x="23" y="15"/>
                      <a:pt x="24" y="8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9" name="Freeform 47">
                <a:extLst>
                  <a:ext uri="{FF2B5EF4-FFF2-40B4-BE49-F238E27FC236}">
                    <a16:creationId xmlns:a16="http://schemas.microsoft.com/office/drawing/2014/main" id="{3963347A-AFE3-4655-A47C-9925E419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994"/>
                <a:ext cx="28" cy="37"/>
              </a:xfrm>
              <a:custGeom>
                <a:avLst/>
                <a:gdLst>
                  <a:gd name="T0" fmla="*/ 0 w 11"/>
                  <a:gd name="T1" fmla="*/ 238 h 14"/>
                  <a:gd name="T2" fmla="*/ 163 w 11"/>
                  <a:gd name="T3" fmla="*/ 259 h 14"/>
                  <a:gd name="T4" fmla="*/ 130 w 11"/>
                  <a:gd name="T5" fmla="*/ 0 h 14"/>
                  <a:gd name="T6" fmla="*/ 33 w 11"/>
                  <a:gd name="T7" fmla="*/ 1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13"/>
                    </a:moveTo>
                    <a:cubicBezTo>
                      <a:pt x="4" y="11"/>
                      <a:pt x="7" y="12"/>
                      <a:pt x="10" y="14"/>
                    </a:cubicBezTo>
                    <a:cubicBezTo>
                      <a:pt x="11" y="9"/>
                      <a:pt x="8" y="4"/>
                      <a:pt x="8" y="0"/>
                    </a:cubicBezTo>
                    <a:cubicBezTo>
                      <a:pt x="7" y="2"/>
                      <a:pt x="4" y="4"/>
                      <a:pt x="2" y="7"/>
                    </a:cubicBezTo>
                  </a:path>
                </a:pathLst>
              </a:custGeom>
              <a:solidFill>
                <a:srgbClr val="C27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0" name="Freeform 48">
                <a:extLst>
                  <a:ext uri="{FF2B5EF4-FFF2-40B4-BE49-F238E27FC236}">
                    <a16:creationId xmlns:a16="http://schemas.microsoft.com/office/drawing/2014/main" id="{166752BD-E23E-4F55-B0A5-12E218579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047"/>
                <a:ext cx="43" cy="83"/>
              </a:xfrm>
              <a:custGeom>
                <a:avLst/>
                <a:gdLst>
                  <a:gd name="T0" fmla="*/ 192 w 17"/>
                  <a:gd name="T1" fmla="*/ 21 h 31"/>
                  <a:gd name="T2" fmla="*/ 0 w 17"/>
                  <a:gd name="T3" fmla="*/ 308 h 31"/>
                  <a:gd name="T4" fmla="*/ 147 w 17"/>
                  <a:gd name="T5" fmla="*/ 594 h 31"/>
                  <a:gd name="T6" fmla="*/ 83 w 17"/>
                  <a:gd name="T7" fmla="*/ 388 h 31"/>
                  <a:gd name="T8" fmla="*/ 192 w 17"/>
                  <a:gd name="T9" fmla="*/ 230 h 31"/>
                  <a:gd name="T10" fmla="*/ 225 w 17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2" y="1"/>
                    </a:moveTo>
                    <a:cubicBezTo>
                      <a:pt x="5" y="2"/>
                      <a:pt x="0" y="8"/>
                      <a:pt x="0" y="16"/>
                    </a:cubicBezTo>
                    <a:cubicBezTo>
                      <a:pt x="1" y="20"/>
                      <a:pt x="5" y="30"/>
                      <a:pt x="9" y="31"/>
                    </a:cubicBezTo>
                    <a:cubicBezTo>
                      <a:pt x="8" y="28"/>
                      <a:pt x="5" y="23"/>
                      <a:pt x="5" y="20"/>
                    </a:cubicBezTo>
                    <a:cubicBezTo>
                      <a:pt x="5" y="14"/>
                      <a:pt x="8" y="15"/>
                      <a:pt x="12" y="12"/>
                    </a:cubicBezTo>
                    <a:cubicBezTo>
                      <a:pt x="15" y="9"/>
                      <a:pt x="17" y="2"/>
                      <a:pt x="14" y="0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1" name="Freeform 49">
                <a:extLst>
                  <a:ext uri="{FF2B5EF4-FFF2-40B4-BE49-F238E27FC236}">
                    <a16:creationId xmlns:a16="http://schemas.microsoft.com/office/drawing/2014/main" id="{27A9F720-A658-4AEB-AB02-85533D3CB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133"/>
                <a:ext cx="47" cy="88"/>
              </a:xfrm>
              <a:custGeom>
                <a:avLst/>
                <a:gdLst>
                  <a:gd name="T0" fmla="*/ 245 w 19"/>
                  <a:gd name="T1" fmla="*/ 21 h 33"/>
                  <a:gd name="T2" fmla="*/ 30 w 19"/>
                  <a:gd name="T3" fmla="*/ 285 h 33"/>
                  <a:gd name="T4" fmla="*/ 121 w 19"/>
                  <a:gd name="T5" fmla="*/ 627 h 33"/>
                  <a:gd name="T6" fmla="*/ 134 w 19"/>
                  <a:gd name="T7" fmla="*/ 248 h 33"/>
                  <a:gd name="T8" fmla="*/ 228 w 19"/>
                  <a:gd name="T9" fmla="*/ 93 h 33"/>
                  <a:gd name="T10" fmla="*/ 287 w 1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3">
                    <a:moveTo>
                      <a:pt x="16" y="1"/>
                    </a:moveTo>
                    <a:cubicBezTo>
                      <a:pt x="11" y="3"/>
                      <a:pt x="5" y="9"/>
                      <a:pt x="2" y="15"/>
                    </a:cubicBezTo>
                    <a:cubicBezTo>
                      <a:pt x="0" y="21"/>
                      <a:pt x="6" y="27"/>
                      <a:pt x="8" y="33"/>
                    </a:cubicBezTo>
                    <a:cubicBezTo>
                      <a:pt x="9" y="25"/>
                      <a:pt x="3" y="20"/>
                      <a:pt x="9" y="13"/>
                    </a:cubicBezTo>
                    <a:cubicBezTo>
                      <a:pt x="12" y="10"/>
                      <a:pt x="13" y="8"/>
                      <a:pt x="15" y="5"/>
                    </a:cubicBezTo>
                    <a:cubicBezTo>
                      <a:pt x="17" y="3"/>
                      <a:pt x="16" y="1"/>
                      <a:pt x="19" y="0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2" name="Freeform 50">
                <a:extLst>
                  <a:ext uri="{FF2B5EF4-FFF2-40B4-BE49-F238E27FC236}">
                    <a16:creationId xmlns:a16="http://schemas.microsoft.com/office/drawing/2014/main" id="{5ACAFA8D-C148-4D26-AB7A-CBE6BE6B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197"/>
                <a:ext cx="53" cy="66"/>
              </a:xfrm>
              <a:custGeom>
                <a:avLst/>
                <a:gdLst>
                  <a:gd name="T0" fmla="*/ 305 w 21"/>
                  <a:gd name="T1" fmla="*/ 0 h 25"/>
                  <a:gd name="T2" fmla="*/ 83 w 21"/>
                  <a:gd name="T3" fmla="*/ 145 h 25"/>
                  <a:gd name="T4" fmla="*/ 96 w 21"/>
                  <a:gd name="T5" fmla="*/ 459 h 25"/>
                  <a:gd name="T6" fmla="*/ 96 w 21"/>
                  <a:gd name="T7" fmla="*/ 259 h 25"/>
                  <a:gd name="T8" fmla="*/ 192 w 21"/>
                  <a:gd name="T9" fmla="*/ 166 h 25"/>
                  <a:gd name="T10" fmla="*/ 222 w 21"/>
                  <a:gd name="T11" fmla="*/ 90 h 25"/>
                  <a:gd name="T12" fmla="*/ 338 w 21"/>
                  <a:gd name="T13" fmla="*/ 2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5">
                    <a:moveTo>
                      <a:pt x="19" y="0"/>
                    </a:moveTo>
                    <a:cubicBezTo>
                      <a:pt x="15" y="4"/>
                      <a:pt x="9" y="2"/>
                      <a:pt x="5" y="8"/>
                    </a:cubicBezTo>
                    <a:cubicBezTo>
                      <a:pt x="0" y="15"/>
                      <a:pt x="5" y="17"/>
                      <a:pt x="6" y="25"/>
                    </a:cubicBezTo>
                    <a:cubicBezTo>
                      <a:pt x="6" y="21"/>
                      <a:pt x="5" y="17"/>
                      <a:pt x="6" y="14"/>
                    </a:cubicBezTo>
                    <a:cubicBezTo>
                      <a:pt x="7" y="10"/>
                      <a:pt x="10" y="11"/>
                      <a:pt x="12" y="9"/>
                    </a:cubicBezTo>
                    <a:cubicBezTo>
                      <a:pt x="13" y="8"/>
                      <a:pt x="13" y="6"/>
                      <a:pt x="14" y="5"/>
                    </a:cubicBezTo>
                    <a:cubicBezTo>
                      <a:pt x="16" y="3"/>
                      <a:pt x="19" y="2"/>
                      <a:pt x="21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3" name="Freeform 51">
                <a:extLst>
                  <a:ext uri="{FF2B5EF4-FFF2-40B4-BE49-F238E27FC236}">
                    <a16:creationId xmlns:a16="http://schemas.microsoft.com/office/drawing/2014/main" id="{0A80705D-2ECD-4709-9280-82C4BAEC4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237"/>
                <a:ext cx="50" cy="88"/>
              </a:xfrm>
              <a:custGeom>
                <a:avLst/>
                <a:gdLst>
                  <a:gd name="T0" fmla="*/ 313 w 20"/>
                  <a:gd name="T1" fmla="*/ 0 h 33"/>
                  <a:gd name="T2" fmla="*/ 20 w 20"/>
                  <a:gd name="T3" fmla="*/ 171 h 33"/>
                  <a:gd name="T4" fmla="*/ 20 w 20"/>
                  <a:gd name="T5" fmla="*/ 477 h 33"/>
                  <a:gd name="T6" fmla="*/ 83 w 20"/>
                  <a:gd name="T7" fmla="*/ 627 h 33"/>
                  <a:gd name="T8" fmla="*/ 95 w 20"/>
                  <a:gd name="T9" fmla="*/ 149 h 33"/>
                  <a:gd name="T10" fmla="*/ 220 w 20"/>
                  <a:gd name="T11" fmla="*/ 93 h 33"/>
                  <a:gd name="T12" fmla="*/ 300 w 20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3">
                    <a:moveTo>
                      <a:pt x="20" y="0"/>
                    </a:moveTo>
                    <a:cubicBezTo>
                      <a:pt x="14" y="1"/>
                      <a:pt x="2" y="1"/>
                      <a:pt x="1" y="9"/>
                    </a:cubicBezTo>
                    <a:cubicBezTo>
                      <a:pt x="1" y="14"/>
                      <a:pt x="1" y="20"/>
                      <a:pt x="1" y="25"/>
                    </a:cubicBezTo>
                    <a:cubicBezTo>
                      <a:pt x="1" y="28"/>
                      <a:pt x="0" y="32"/>
                      <a:pt x="5" y="33"/>
                    </a:cubicBezTo>
                    <a:cubicBezTo>
                      <a:pt x="3" y="26"/>
                      <a:pt x="0" y="14"/>
                      <a:pt x="6" y="8"/>
                    </a:cubicBezTo>
                    <a:cubicBezTo>
                      <a:pt x="9" y="6"/>
                      <a:pt x="12" y="6"/>
                      <a:pt x="14" y="5"/>
                    </a:cubicBezTo>
                    <a:cubicBezTo>
                      <a:pt x="17" y="3"/>
                      <a:pt x="16" y="1"/>
                      <a:pt x="19" y="0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4" name="Freeform 52">
                <a:extLst>
                  <a:ext uri="{FF2B5EF4-FFF2-40B4-BE49-F238E27FC236}">
                    <a16:creationId xmlns:a16="http://schemas.microsoft.com/office/drawing/2014/main" id="{E852CDA1-F4BD-48FB-9CDC-12A945B61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2282"/>
                <a:ext cx="38" cy="69"/>
              </a:xfrm>
              <a:custGeom>
                <a:avLst/>
                <a:gdLst>
                  <a:gd name="T0" fmla="*/ 243 w 15"/>
                  <a:gd name="T1" fmla="*/ 0 h 26"/>
                  <a:gd name="T2" fmla="*/ 20 w 15"/>
                  <a:gd name="T3" fmla="*/ 149 h 26"/>
                  <a:gd name="T4" fmla="*/ 160 w 15"/>
                  <a:gd name="T5" fmla="*/ 409 h 26"/>
                  <a:gd name="T6" fmla="*/ 160 w 15"/>
                  <a:gd name="T7" fmla="*/ 3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10" y="0"/>
                      <a:pt x="2" y="2"/>
                      <a:pt x="1" y="8"/>
                    </a:cubicBezTo>
                    <a:cubicBezTo>
                      <a:pt x="1" y="13"/>
                      <a:pt x="3" y="26"/>
                      <a:pt x="10" y="22"/>
                    </a:cubicBezTo>
                    <a:cubicBezTo>
                      <a:pt x="0" y="20"/>
                      <a:pt x="2" y="5"/>
                      <a:pt x="10" y="2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5" name="Freeform 53">
                <a:extLst>
                  <a:ext uri="{FF2B5EF4-FFF2-40B4-BE49-F238E27FC236}">
                    <a16:creationId xmlns:a16="http://schemas.microsoft.com/office/drawing/2014/main" id="{F68FAA58-53D1-408A-97A1-CF876C4EE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109"/>
                <a:ext cx="67" cy="85"/>
              </a:xfrm>
              <a:custGeom>
                <a:avLst/>
                <a:gdLst>
                  <a:gd name="T0" fmla="*/ 412 w 27"/>
                  <a:gd name="T1" fmla="*/ 21 h 32"/>
                  <a:gd name="T2" fmla="*/ 320 w 27"/>
                  <a:gd name="T3" fmla="*/ 170 h 32"/>
                  <a:gd name="T4" fmla="*/ 184 w 27"/>
                  <a:gd name="T5" fmla="*/ 303 h 32"/>
                  <a:gd name="T6" fmla="*/ 124 w 27"/>
                  <a:gd name="T7" fmla="*/ 600 h 32"/>
                  <a:gd name="T8" fmla="*/ 278 w 27"/>
                  <a:gd name="T9" fmla="*/ 375 h 32"/>
                  <a:gd name="T10" fmla="*/ 370 w 27"/>
                  <a:gd name="T11" fmla="*/ 5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2">
                    <a:moveTo>
                      <a:pt x="27" y="1"/>
                    </a:moveTo>
                    <a:cubicBezTo>
                      <a:pt x="21" y="0"/>
                      <a:pt x="23" y="5"/>
                      <a:pt x="21" y="9"/>
                    </a:cubicBezTo>
                    <a:cubicBezTo>
                      <a:pt x="19" y="12"/>
                      <a:pt x="15" y="14"/>
                      <a:pt x="12" y="16"/>
                    </a:cubicBezTo>
                    <a:cubicBezTo>
                      <a:pt x="7" y="20"/>
                      <a:pt x="0" y="29"/>
                      <a:pt x="8" y="32"/>
                    </a:cubicBezTo>
                    <a:cubicBezTo>
                      <a:pt x="6" y="22"/>
                      <a:pt x="12" y="25"/>
                      <a:pt x="18" y="20"/>
                    </a:cubicBezTo>
                    <a:cubicBezTo>
                      <a:pt x="24" y="16"/>
                      <a:pt x="21" y="8"/>
                      <a:pt x="24" y="3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6" name="Freeform 54">
                <a:extLst>
                  <a:ext uri="{FF2B5EF4-FFF2-40B4-BE49-F238E27FC236}">
                    <a16:creationId xmlns:a16="http://schemas.microsoft.com/office/drawing/2014/main" id="{AEC80E43-67EA-490E-A59C-8D577263E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2087"/>
                <a:ext cx="25" cy="80"/>
              </a:xfrm>
              <a:custGeom>
                <a:avLst/>
                <a:gdLst>
                  <a:gd name="T0" fmla="*/ 158 w 10"/>
                  <a:gd name="T1" fmla="*/ 0 h 30"/>
                  <a:gd name="T2" fmla="*/ 33 w 10"/>
                  <a:gd name="T3" fmla="*/ 341 h 30"/>
                  <a:gd name="T4" fmla="*/ 158 w 10"/>
                  <a:gd name="T5" fmla="*/ 568 h 30"/>
                  <a:gd name="T6" fmla="*/ 63 w 10"/>
                  <a:gd name="T7" fmla="*/ 227 h 30"/>
                  <a:gd name="T8" fmla="*/ 113 w 10"/>
                  <a:gd name="T9" fmla="*/ 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0"/>
                    </a:moveTo>
                    <a:cubicBezTo>
                      <a:pt x="2" y="5"/>
                      <a:pt x="0" y="8"/>
                      <a:pt x="2" y="18"/>
                    </a:cubicBezTo>
                    <a:cubicBezTo>
                      <a:pt x="4" y="24"/>
                      <a:pt x="7" y="25"/>
                      <a:pt x="10" y="30"/>
                    </a:cubicBezTo>
                    <a:cubicBezTo>
                      <a:pt x="6" y="23"/>
                      <a:pt x="3" y="20"/>
                      <a:pt x="4" y="12"/>
                    </a:cubicBezTo>
                    <a:cubicBezTo>
                      <a:pt x="5" y="9"/>
                      <a:pt x="7" y="4"/>
                      <a:pt x="7" y="2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7" name="Freeform 55">
                <a:extLst>
                  <a:ext uri="{FF2B5EF4-FFF2-40B4-BE49-F238E27FC236}">
                    <a16:creationId xmlns:a16="http://schemas.microsoft.com/office/drawing/2014/main" id="{DF5B2D62-AD44-47B5-9CA4-3DB530C0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994"/>
                <a:ext cx="42" cy="75"/>
              </a:xfrm>
              <a:custGeom>
                <a:avLst/>
                <a:gdLst>
                  <a:gd name="T0" fmla="*/ 257 w 17"/>
                  <a:gd name="T1" fmla="*/ 0 h 28"/>
                  <a:gd name="T2" fmla="*/ 12 w 17"/>
                  <a:gd name="T3" fmla="*/ 171 h 28"/>
                  <a:gd name="T4" fmla="*/ 30 w 17"/>
                  <a:gd name="T5" fmla="*/ 423 h 28"/>
                  <a:gd name="T6" fmla="*/ 42 w 17"/>
                  <a:gd name="T7" fmla="*/ 538 h 28"/>
                  <a:gd name="T8" fmla="*/ 91 w 17"/>
                  <a:gd name="T9" fmla="*/ 346 h 28"/>
                  <a:gd name="T10" fmla="*/ 62 w 17"/>
                  <a:gd name="T11" fmla="*/ 193 h 28"/>
                  <a:gd name="T12" fmla="*/ 225 w 17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7" y="0"/>
                    </a:moveTo>
                    <a:cubicBezTo>
                      <a:pt x="11" y="0"/>
                      <a:pt x="1" y="2"/>
                      <a:pt x="1" y="9"/>
                    </a:cubicBezTo>
                    <a:cubicBezTo>
                      <a:pt x="0" y="13"/>
                      <a:pt x="2" y="18"/>
                      <a:pt x="2" y="22"/>
                    </a:cubicBezTo>
                    <a:cubicBezTo>
                      <a:pt x="2" y="24"/>
                      <a:pt x="2" y="26"/>
                      <a:pt x="3" y="28"/>
                    </a:cubicBezTo>
                    <a:cubicBezTo>
                      <a:pt x="2" y="24"/>
                      <a:pt x="6" y="22"/>
                      <a:pt x="6" y="18"/>
                    </a:cubicBezTo>
                    <a:cubicBezTo>
                      <a:pt x="6" y="15"/>
                      <a:pt x="3" y="13"/>
                      <a:pt x="4" y="10"/>
                    </a:cubicBezTo>
                    <a:cubicBezTo>
                      <a:pt x="5" y="6"/>
                      <a:pt x="12" y="3"/>
                      <a:pt x="15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8" name="Freeform 56">
                <a:extLst>
                  <a:ext uri="{FF2B5EF4-FFF2-40B4-BE49-F238E27FC236}">
                    <a16:creationId xmlns:a16="http://schemas.microsoft.com/office/drawing/2014/main" id="{19B27C5D-2D5D-4C21-926B-818CA18E1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943"/>
                <a:ext cx="53" cy="75"/>
              </a:xfrm>
              <a:custGeom>
                <a:avLst/>
                <a:gdLst>
                  <a:gd name="T0" fmla="*/ 338 w 21"/>
                  <a:gd name="T1" fmla="*/ 0 h 28"/>
                  <a:gd name="T2" fmla="*/ 96 w 21"/>
                  <a:gd name="T3" fmla="*/ 193 h 28"/>
                  <a:gd name="T4" fmla="*/ 209 w 21"/>
                  <a:gd name="T5" fmla="*/ 538 h 28"/>
                  <a:gd name="T6" fmla="*/ 318 w 21"/>
                  <a:gd name="T7" fmla="*/ 2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8">
                    <a:moveTo>
                      <a:pt x="21" y="0"/>
                    </a:moveTo>
                    <a:cubicBezTo>
                      <a:pt x="17" y="2"/>
                      <a:pt x="9" y="6"/>
                      <a:pt x="6" y="10"/>
                    </a:cubicBezTo>
                    <a:cubicBezTo>
                      <a:pt x="4" y="15"/>
                      <a:pt x="6" y="28"/>
                      <a:pt x="13" y="28"/>
                    </a:cubicBezTo>
                    <a:cubicBezTo>
                      <a:pt x="0" y="17"/>
                      <a:pt x="17" y="9"/>
                      <a:pt x="20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9" name="Freeform 57">
                <a:extLst>
                  <a:ext uri="{FF2B5EF4-FFF2-40B4-BE49-F238E27FC236}">
                    <a16:creationId xmlns:a16="http://schemas.microsoft.com/office/drawing/2014/main" id="{77A80441-524F-4365-9998-2067A73E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893"/>
                <a:ext cx="60" cy="69"/>
              </a:xfrm>
              <a:custGeom>
                <a:avLst/>
                <a:gdLst>
                  <a:gd name="T0" fmla="*/ 375 w 24"/>
                  <a:gd name="T1" fmla="*/ 149 h 26"/>
                  <a:gd name="T2" fmla="*/ 63 w 24"/>
                  <a:gd name="T3" fmla="*/ 93 h 26"/>
                  <a:gd name="T4" fmla="*/ 188 w 24"/>
                  <a:gd name="T5" fmla="*/ 486 h 26"/>
                  <a:gd name="T6" fmla="*/ 145 w 24"/>
                  <a:gd name="T7" fmla="*/ 133 h 26"/>
                  <a:gd name="T8" fmla="*/ 313 w 24"/>
                  <a:gd name="T9" fmla="*/ 14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24" y="8"/>
                    </a:moveTo>
                    <a:cubicBezTo>
                      <a:pt x="20" y="5"/>
                      <a:pt x="9" y="0"/>
                      <a:pt x="4" y="5"/>
                    </a:cubicBezTo>
                    <a:cubicBezTo>
                      <a:pt x="0" y="10"/>
                      <a:pt x="13" y="20"/>
                      <a:pt x="12" y="26"/>
                    </a:cubicBezTo>
                    <a:cubicBezTo>
                      <a:pt x="12" y="22"/>
                      <a:pt x="6" y="9"/>
                      <a:pt x="9" y="7"/>
                    </a:cubicBezTo>
                    <a:cubicBezTo>
                      <a:pt x="11" y="5"/>
                      <a:pt x="19" y="6"/>
                      <a:pt x="20" y="8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0" name="Freeform 58">
                <a:extLst>
                  <a:ext uri="{FF2B5EF4-FFF2-40B4-BE49-F238E27FC236}">
                    <a16:creationId xmlns:a16="http://schemas.microsoft.com/office/drawing/2014/main" id="{E2B8A76D-668D-4AD8-8F87-91D3B96B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1903"/>
                <a:ext cx="45" cy="54"/>
              </a:xfrm>
              <a:custGeom>
                <a:avLst/>
                <a:gdLst>
                  <a:gd name="T0" fmla="*/ 283 w 18"/>
                  <a:gd name="T1" fmla="*/ 22 h 20"/>
                  <a:gd name="T2" fmla="*/ 113 w 18"/>
                  <a:gd name="T3" fmla="*/ 394 h 20"/>
                  <a:gd name="T4" fmla="*/ 250 w 18"/>
                  <a:gd name="T5" fmla="*/ 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8" y="1"/>
                    </a:moveTo>
                    <a:cubicBezTo>
                      <a:pt x="7" y="0"/>
                      <a:pt x="0" y="11"/>
                      <a:pt x="7" y="20"/>
                    </a:cubicBezTo>
                    <a:cubicBezTo>
                      <a:pt x="3" y="10"/>
                      <a:pt x="8" y="6"/>
                      <a:pt x="16" y="3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1" name="Freeform 59">
                <a:extLst>
                  <a:ext uri="{FF2B5EF4-FFF2-40B4-BE49-F238E27FC236}">
                    <a16:creationId xmlns:a16="http://schemas.microsoft.com/office/drawing/2014/main" id="{D8880AD9-8698-4146-9092-2222D8575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1858"/>
                <a:ext cx="45" cy="64"/>
              </a:xfrm>
              <a:custGeom>
                <a:avLst/>
                <a:gdLst>
                  <a:gd name="T0" fmla="*/ 250 w 18"/>
                  <a:gd name="T1" fmla="*/ 0 h 24"/>
                  <a:gd name="T2" fmla="*/ 175 w 18"/>
                  <a:gd name="T3" fmla="*/ 456 h 24"/>
                  <a:gd name="T4" fmla="*/ 283 w 1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6" y="0"/>
                    </a:moveTo>
                    <a:cubicBezTo>
                      <a:pt x="7" y="8"/>
                      <a:pt x="0" y="14"/>
                      <a:pt x="11" y="24"/>
                    </a:cubicBezTo>
                    <a:cubicBezTo>
                      <a:pt x="6" y="15"/>
                      <a:pt x="10" y="6"/>
                      <a:pt x="18" y="0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2" name="Freeform 60">
                <a:extLst>
                  <a:ext uri="{FF2B5EF4-FFF2-40B4-BE49-F238E27FC236}">
                    <a16:creationId xmlns:a16="http://schemas.microsoft.com/office/drawing/2014/main" id="{206EA8D9-E710-487D-A094-8D3FDF0BB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770"/>
                <a:ext cx="30" cy="45"/>
              </a:xfrm>
              <a:custGeom>
                <a:avLst/>
                <a:gdLst>
                  <a:gd name="T0" fmla="*/ 175 w 12"/>
                  <a:gd name="T1" fmla="*/ 34 h 17"/>
                  <a:gd name="T2" fmla="*/ 175 w 12"/>
                  <a:gd name="T3" fmla="*/ 315 h 17"/>
                  <a:gd name="T4" fmla="*/ 188 w 12"/>
                  <a:gd name="T5" fmla="*/ 5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1" y="2"/>
                    </a:moveTo>
                    <a:cubicBezTo>
                      <a:pt x="0" y="0"/>
                      <a:pt x="4" y="16"/>
                      <a:pt x="11" y="17"/>
                    </a:cubicBezTo>
                    <a:cubicBezTo>
                      <a:pt x="7" y="14"/>
                      <a:pt x="5" y="2"/>
                      <a:pt x="12" y="3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3" name="Freeform 61">
                <a:extLst>
                  <a:ext uri="{FF2B5EF4-FFF2-40B4-BE49-F238E27FC236}">
                    <a16:creationId xmlns:a16="http://schemas.microsoft.com/office/drawing/2014/main" id="{D2439513-49DB-463E-9EF0-6596AA66B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749"/>
                <a:ext cx="97" cy="34"/>
              </a:xfrm>
              <a:custGeom>
                <a:avLst/>
                <a:gdLst>
                  <a:gd name="T0" fmla="*/ 124 w 39"/>
                  <a:gd name="T1" fmla="*/ 233 h 13"/>
                  <a:gd name="T2" fmla="*/ 308 w 39"/>
                  <a:gd name="T3" fmla="*/ 34 h 13"/>
                  <a:gd name="T4" fmla="*/ 465 w 39"/>
                  <a:gd name="T5" fmla="*/ 21 h 13"/>
                  <a:gd name="T6" fmla="*/ 599 w 39"/>
                  <a:gd name="T7" fmla="*/ 178 h 13"/>
                  <a:gd name="T8" fmla="*/ 124 w 39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3">
                    <a:moveTo>
                      <a:pt x="8" y="13"/>
                    </a:moveTo>
                    <a:cubicBezTo>
                      <a:pt x="0" y="7"/>
                      <a:pt x="17" y="3"/>
                      <a:pt x="20" y="2"/>
                    </a:cubicBezTo>
                    <a:cubicBezTo>
                      <a:pt x="23" y="2"/>
                      <a:pt x="27" y="0"/>
                      <a:pt x="30" y="1"/>
                    </a:cubicBezTo>
                    <a:cubicBezTo>
                      <a:pt x="34" y="3"/>
                      <a:pt x="36" y="7"/>
                      <a:pt x="39" y="10"/>
                    </a:cubicBezTo>
                    <a:cubicBezTo>
                      <a:pt x="34" y="0"/>
                      <a:pt x="15" y="4"/>
                      <a:pt x="8" y="9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4" name="Freeform 62">
                <a:extLst>
                  <a:ext uri="{FF2B5EF4-FFF2-40B4-BE49-F238E27FC236}">
                    <a16:creationId xmlns:a16="http://schemas.microsoft.com/office/drawing/2014/main" id="{63010385-A46F-4343-B926-B90182B45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821"/>
                <a:ext cx="57" cy="40"/>
              </a:xfrm>
              <a:custGeom>
                <a:avLst/>
                <a:gdLst>
                  <a:gd name="T0" fmla="*/ 349 w 23"/>
                  <a:gd name="T1" fmla="*/ 0 h 15"/>
                  <a:gd name="T2" fmla="*/ 62 w 23"/>
                  <a:gd name="T3" fmla="*/ 93 h 15"/>
                  <a:gd name="T4" fmla="*/ 136 w 23"/>
                  <a:gd name="T5" fmla="*/ 285 h 15"/>
                  <a:gd name="T6" fmla="*/ 154 w 23"/>
                  <a:gd name="T7" fmla="*/ 115 h 15"/>
                  <a:gd name="T8" fmla="*/ 183 w 23"/>
                  <a:gd name="T9" fmla="*/ 115 h 15"/>
                  <a:gd name="T10" fmla="*/ 183 w 23"/>
                  <a:gd name="T11" fmla="*/ 56 h 15"/>
                  <a:gd name="T12" fmla="*/ 278 w 23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23" y="0"/>
                    </a:moveTo>
                    <a:cubicBezTo>
                      <a:pt x="18" y="0"/>
                      <a:pt x="8" y="1"/>
                      <a:pt x="4" y="5"/>
                    </a:cubicBezTo>
                    <a:cubicBezTo>
                      <a:pt x="0" y="10"/>
                      <a:pt x="6" y="12"/>
                      <a:pt x="9" y="15"/>
                    </a:cubicBezTo>
                    <a:cubicBezTo>
                      <a:pt x="5" y="11"/>
                      <a:pt x="6" y="9"/>
                      <a:pt x="10" y="6"/>
                    </a:cubicBezTo>
                    <a:cubicBezTo>
                      <a:pt x="10" y="6"/>
                      <a:pt x="11" y="6"/>
                      <a:pt x="12" y="6"/>
                    </a:cubicBezTo>
                    <a:cubicBezTo>
                      <a:pt x="12" y="5"/>
                      <a:pt x="12" y="4"/>
                      <a:pt x="12" y="3"/>
                    </a:cubicBezTo>
                    <a:cubicBezTo>
                      <a:pt x="14" y="2"/>
                      <a:pt x="16" y="2"/>
                      <a:pt x="18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5" name="Freeform 63">
                <a:extLst>
                  <a:ext uri="{FF2B5EF4-FFF2-40B4-BE49-F238E27FC236}">
                    <a16:creationId xmlns:a16="http://schemas.microsoft.com/office/drawing/2014/main" id="{D6FCA11B-93A1-4412-BF61-6C6106616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850"/>
                <a:ext cx="53" cy="40"/>
              </a:xfrm>
              <a:custGeom>
                <a:avLst/>
                <a:gdLst>
                  <a:gd name="T0" fmla="*/ 338 w 21"/>
                  <a:gd name="T1" fmla="*/ 56 h 15"/>
                  <a:gd name="T2" fmla="*/ 83 w 21"/>
                  <a:gd name="T3" fmla="*/ 77 h 15"/>
                  <a:gd name="T4" fmla="*/ 209 w 21"/>
                  <a:gd name="T5" fmla="*/ 285 h 15"/>
                  <a:gd name="T6" fmla="*/ 179 w 21"/>
                  <a:gd name="T7" fmla="*/ 93 h 15"/>
                  <a:gd name="T8" fmla="*/ 288 w 21"/>
                  <a:gd name="T9" fmla="*/ 3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1" y="3"/>
                    </a:moveTo>
                    <a:cubicBezTo>
                      <a:pt x="18" y="0"/>
                      <a:pt x="9" y="0"/>
                      <a:pt x="5" y="4"/>
                    </a:cubicBezTo>
                    <a:cubicBezTo>
                      <a:pt x="0" y="9"/>
                      <a:pt x="9" y="12"/>
                      <a:pt x="13" y="15"/>
                    </a:cubicBezTo>
                    <a:cubicBezTo>
                      <a:pt x="11" y="13"/>
                      <a:pt x="4" y="2"/>
                      <a:pt x="11" y="5"/>
                    </a:cubicBezTo>
                    <a:cubicBezTo>
                      <a:pt x="12" y="2"/>
                      <a:pt x="15" y="2"/>
                      <a:pt x="18" y="2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6" name="Freeform 64">
                <a:extLst>
                  <a:ext uri="{FF2B5EF4-FFF2-40B4-BE49-F238E27FC236}">
                    <a16:creationId xmlns:a16="http://schemas.microsoft.com/office/drawing/2014/main" id="{55180613-2A17-4B6D-89C4-FB0B16F28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901"/>
                <a:ext cx="65" cy="74"/>
              </a:xfrm>
              <a:custGeom>
                <a:avLst/>
                <a:gdLst>
                  <a:gd name="T0" fmla="*/ 408 w 26"/>
                  <a:gd name="T1" fmla="*/ 148 h 28"/>
                  <a:gd name="T2" fmla="*/ 83 w 26"/>
                  <a:gd name="T3" fmla="*/ 167 h 28"/>
                  <a:gd name="T4" fmla="*/ 0 w 26"/>
                  <a:gd name="T5" fmla="*/ 336 h 28"/>
                  <a:gd name="T6" fmla="*/ 175 w 26"/>
                  <a:gd name="T7" fmla="*/ 518 h 28"/>
                  <a:gd name="T8" fmla="*/ 83 w 26"/>
                  <a:gd name="T9" fmla="*/ 370 h 28"/>
                  <a:gd name="T10" fmla="*/ 145 w 26"/>
                  <a:gd name="T11" fmla="*/ 293 h 28"/>
                  <a:gd name="T12" fmla="*/ 188 w 26"/>
                  <a:gd name="T13" fmla="*/ 111 h 28"/>
                  <a:gd name="T14" fmla="*/ 250 w 26"/>
                  <a:gd name="T15" fmla="*/ 9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6" y="8"/>
                    </a:moveTo>
                    <a:cubicBezTo>
                      <a:pt x="19" y="2"/>
                      <a:pt x="10" y="0"/>
                      <a:pt x="5" y="9"/>
                    </a:cubicBezTo>
                    <a:cubicBezTo>
                      <a:pt x="4" y="11"/>
                      <a:pt x="0" y="16"/>
                      <a:pt x="0" y="18"/>
                    </a:cubicBezTo>
                    <a:cubicBezTo>
                      <a:pt x="0" y="22"/>
                      <a:pt x="8" y="28"/>
                      <a:pt x="11" y="28"/>
                    </a:cubicBezTo>
                    <a:cubicBezTo>
                      <a:pt x="8" y="26"/>
                      <a:pt x="4" y="24"/>
                      <a:pt x="5" y="20"/>
                    </a:cubicBezTo>
                    <a:cubicBezTo>
                      <a:pt x="5" y="17"/>
                      <a:pt x="6" y="15"/>
                      <a:pt x="9" y="16"/>
                    </a:cubicBezTo>
                    <a:cubicBezTo>
                      <a:pt x="6" y="13"/>
                      <a:pt x="7" y="6"/>
                      <a:pt x="12" y="6"/>
                    </a:cubicBezTo>
                    <a:cubicBezTo>
                      <a:pt x="13" y="4"/>
                      <a:pt x="14" y="5"/>
                      <a:pt x="16" y="5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7" name="Freeform 65">
                <a:extLst>
                  <a:ext uri="{FF2B5EF4-FFF2-40B4-BE49-F238E27FC236}">
                    <a16:creationId xmlns:a16="http://schemas.microsoft.com/office/drawing/2014/main" id="{4EFC9434-65F5-4CAC-A8EF-83FF49B3E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967"/>
                <a:ext cx="50" cy="96"/>
              </a:xfrm>
              <a:custGeom>
                <a:avLst/>
                <a:gdLst>
                  <a:gd name="T0" fmla="*/ 313 w 20"/>
                  <a:gd name="T1" fmla="*/ 136 h 36"/>
                  <a:gd name="T2" fmla="*/ 95 w 20"/>
                  <a:gd name="T3" fmla="*/ 285 h 36"/>
                  <a:gd name="T4" fmla="*/ 0 w 20"/>
                  <a:gd name="T5" fmla="*/ 419 h 36"/>
                  <a:gd name="T6" fmla="*/ 145 w 20"/>
                  <a:gd name="T7" fmla="*/ 683 h 36"/>
                  <a:gd name="T8" fmla="*/ 63 w 20"/>
                  <a:gd name="T9" fmla="*/ 419 h 36"/>
                  <a:gd name="T10" fmla="*/ 158 w 20"/>
                  <a:gd name="T11" fmla="*/ 363 h 36"/>
                  <a:gd name="T12" fmla="*/ 238 w 20"/>
                  <a:gd name="T13" fmla="*/ 13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20" y="7"/>
                    </a:moveTo>
                    <a:cubicBezTo>
                      <a:pt x="15" y="0"/>
                      <a:pt x="9" y="12"/>
                      <a:pt x="6" y="15"/>
                    </a:cubicBezTo>
                    <a:cubicBezTo>
                      <a:pt x="4" y="18"/>
                      <a:pt x="0" y="18"/>
                      <a:pt x="0" y="22"/>
                    </a:cubicBezTo>
                    <a:cubicBezTo>
                      <a:pt x="0" y="27"/>
                      <a:pt x="7" y="32"/>
                      <a:pt x="9" y="36"/>
                    </a:cubicBezTo>
                    <a:cubicBezTo>
                      <a:pt x="7" y="33"/>
                      <a:pt x="3" y="25"/>
                      <a:pt x="4" y="22"/>
                    </a:cubicBezTo>
                    <a:cubicBezTo>
                      <a:pt x="5" y="18"/>
                      <a:pt x="6" y="19"/>
                      <a:pt x="10" y="19"/>
                    </a:cubicBezTo>
                    <a:cubicBezTo>
                      <a:pt x="7" y="13"/>
                      <a:pt x="11" y="10"/>
                      <a:pt x="15" y="7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8" name="Freeform 66">
                <a:extLst>
                  <a:ext uri="{FF2B5EF4-FFF2-40B4-BE49-F238E27FC236}">
                    <a16:creationId xmlns:a16="http://schemas.microsoft.com/office/drawing/2014/main" id="{453C23E4-D0DD-44DF-BF71-23D9B9EA8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063"/>
                <a:ext cx="47" cy="83"/>
              </a:xfrm>
              <a:custGeom>
                <a:avLst/>
                <a:gdLst>
                  <a:gd name="T0" fmla="*/ 287 w 19"/>
                  <a:gd name="T1" fmla="*/ 21 h 31"/>
                  <a:gd name="T2" fmla="*/ 166 w 19"/>
                  <a:gd name="T3" fmla="*/ 137 h 31"/>
                  <a:gd name="T4" fmla="*/ 30 w 19"/>
                  <a:gd name="T5" fmla="*/ 252 h 31"/>
                  <a:gd name="T6" fmla="*/ 166 w 19"/>
                  <a:gd name="T7" fmla="*/ 594 h 31"/>
                  <a:gd name="T8" fmla="*/ 166 w 19"/>
                  <a:gd name="T9" fmla="*/ 265 h 31"/>
                  <a:gd name="T10" fmla="*/ 245 w 19"/>
                  <a:gd name="T11" fmla="*/ 3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19" y="1"/>
                    </a:moveTo>
                    <a:cubicBezTo>
                      <a:pt x="15" y="0"/>
                      <a:pt x="14" y="5"/>
                      <a:pt x="11" y="7"/>
                    </a:cubicBezTo>
                    <a:cubicBezTo>
                      <a:pt x="9" y="9"/>
                      <a:pt x="4" y="10"/>
                      <a:pt x="2" y="13"/>
                    </a:cubicBezTo>
                    <a:cubicBezTo>
                      <a:pt x="0" y="18"/>
                      <a:pt x="8" y="28"/>
                      <a:pt x="11" y="31"/>
                    </a:cubicBezTo>
                    <a:cubicBezTo>
                      <a:pt x="10" y="28"/>
                      <a:pt x="0" y="14"/>
                      <a:pt x="11" y="14"/>
                    </a:cubicBezTo>
                    <a:cubicBezTo>
                      <a:pt x="6" y="12"/>
                      <a:pt x="15" y="5"/>
                      <a:pt x="16" y="2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9" name="Freeform 67">
                <a:extLst>
                  <a:ext uri="{FF2B5EF4-FFF2-40B4-BE49-F238E27FC236}">
                    <a16:creationId xmlns:a16="http://schemas.microsoft.com/office/drawing/2014/main" id="{A158B069-CD17-49BD-9F1E-5A0A57D6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125"/>
                <a:ext cx="40" cy="106"/>
              </a:xfrm>
              <a:custGeom>
                <a:avLst/>
                <a:gdLst>
                  <a:gd name="T0" fmla="*/ 250 w 16"/>
                  <a:gd name="T1" fmla="*/ 0 h 40"/>
                  <a:gd name="T2" fmla="*/ 83 w 16"/>
                  <a:gd name="T3" fmla="*/ 371 h 40"/>
                  <a:gd name="T4" fmla="*/ 158 w 16"/>
                  <a:gd name="T5" fmla="*/ 745 h 40"/>
                  <a:gd name="T6" fmla="*/ 145 w 16"/>
                  <a:gd name="T7" fmla="*/ 519 h 40"/>
                  <a:gd name="T8" fmla="*/ 220 w 16"/>
                  <a:gd name="T9" fmla="*/ 337 h 40"/>
                  <a:gd name="T10" fmla="*/ 250 w 16"/>
                  <a:gd name="T11" fmla="*/ 170 h 40"/>
                  <a:gd name="T12" fmla="*/ 250 w 16"/>
                  <a:gd name="T13" fmla="*/ 21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0">
                    <a:moveTo>
                      <a:pt x="16" y="0"/>
                    </a:moveTo>
                    <a:cubicBezTo>
                      <a:pt x="16" y="8"/>
                      <a:pt x="10" y="14"/>
                      <a:pt x="5" y="20"/>
                    </a:cubicBezTo>
                    <a:cubicBezTo>
                      <a:pt x="0" y="27"/>
                      <a:pt x="2" y="36"/>
                      <a:pt x="10" y="40"/>
                    </a:cubicBezTo>
                    <a:cubicBezTo>
                      <a:pt x="5" y="37"/>
                      <a:pt x="1" y="29"/>
                      <a:pt x="9" y="28"/>
                    </a:cubicBezTo>
                    <a:cubicBezTo>
                      <a:pt x="4" y="24"/>
                      <a:pt x="11" y="20"/>
                      <a:pt x="14" y="18"/>
                    </a:cubicBezTo>
                    <a:cubicBezTo>
                      <a:pt x="13" y="14"/>
                      <a:pt x="15" y="12"/>
                      <a:pt x="16" y="9"/>
                    </a:cubicBezTo>
                    <a:cubicBezTo>
                      <a:pt x="16" y="6"/>
                      <a:pt x="16" y="3"/>
                      <a:pt x="16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0" name="Freeform 68">
                <a:extLst>
                  <a:ext uri="{FF2B5EF4-FFF2-40B4-BE49-F238E27FC236}">
                    <a16:creationId xmlns:a16="http://schemas.microsoft.com/office/drawing/2014/main" id="{59FD1DAA-095D-4749-A749-0594B9597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191"/>
                <a:ext cx="20" cy="104"/>
              </a:xfrm>
              <a:custGeom>
                <a:avLst/>
                <a:gdLst>
                  <a:gd name="T0" fmla="*/ 125 w 8"/>
                  <a:gd name="T1" fmla="*/ 149 h 39"/>
                  <a:gd name="T2" fmla="*/ 33 w 8"/>
                  <a:gd name="T3" fmla="*/ 320 h 39"/>
                  <a:gd name="T4" fmla="*/ 20 w 8"/>
                  <a:gd name="T5" fmla="*/ 547 h 39"/>
                  <a:gd name="T6" fmla="*/ 33 w 8"/>
                  <a:gd name="T7" fmla="*/ 739 h 39"/>
                  <a:gd name="T8" fmla="*/ 113 w 8"/>
                  <a:gd name="T9" fmla="*/ 363 h 39"/>
                  <a:gd name="T10" fmla="*/ 113 w 8"/>
                  <a:gd name="T11" fmla="*/ 13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8" y="8"/>
                    </a:moveTo>
                    <a:cubicBezTo>
                      <a:pt x="2" y="0"/>
                      <a:pt x="2" y="15"/>
                      <a:pt x="2" y="17"/>
                    </a:cubicBezTo>
                    <a:cubicBezTo>
                      <a:pt x="2" y="21"/>
                      <a:pt x="1" y="25"/>
                      <a:pt x="1" y="29"/>
                    </a:cubicBezTo>
                    <a:cubicBezTo>
                      <a:pt x="1" y="32"/>
                      <a:pt x="1" y="35"/>
                      <a:pt x="2" y="39"/>
                    </a:cubicBezTo>
                    <a:cubicBezTo>
                      <a:pt x="2" y="34"/>
                      <a:pt x="0" y="20"/>
                      <a:pt x="7" y="19"/>
                    </a:cubicBezTo>
                    <a:cubicBezTo>
                      <a:pt x="3" y="15"/>
                      <a:pt x="4" y="10"/>
                      <a:pt x="7" y="7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1" name="Freeform 69">
                <a:extLst>
                  <a:ext uri="{FF2B5EF4-FFF2-40B4-BE49-F238E27FC236}">
                    <a16:creationId xmlns:a16="http://schemas.microsoft.com/office/drawing/2014/main" id="{52C267E1-2325-418D-AAD2-8BCAEAF3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210"/>
                <a:ext cx="68" cy="91"/>
              </a:xfrm>
              <a:custGeom>
                <a:avLst/>
                <a:gdLst>
                  <a:gd name="T0" fmla="*/ 431 w 27"/>
                  <a:gd name="T1" fmla="*/ 193 h 34"/>
                  <a:gd name="T2" fmla="*/ 272 w 27"/>
                  <a:gd name="T3" fmla="*/ 0 h 34"/>
                  <a:gd name="T4" fmla="*/ 126 w 27"/>
                  <a:gd name="T5" fmla="*/ 150 h 34"/>
                  <a:gd name="T6" fmla="*/ 20 w 27"/>
                  <a:gd name="T7" fmla="*/ 388 h 34"/>
                  <a:gd name="T8" fmla="*/ 96 w 27"/>
                  <a:gd name="T9" fmla="*/ 653 h 34"/>
                  <a:gd name="T10" fmla="*/ 96 w 27"/>
                  <a:gd name="T11" fmla="*/ 367 h 34"/>
                  <a:gd name="T12" fmla="*/ 191 w 27"/>
                  <a:gd name="T13" fmla="*/ 230 h 34"/>
                  <a:gd name="T14" fmla="*/ 242 w 27"/>
                  <a:gd name="T15" fmla="*/ 56 h 34"/>
                  <a:gd name="T16" fmla="*/ 431 w 27"/>
                  <a:gd name="T17" fmla="*/ 19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4">
                    <a:moveTo>
                      <a:pt x="27" y="10"/>
                    </a:moveTo>
                    <a:cubicBezTo>
                      <a:pt x="23" y="7"/>
                      <a:pt x="23" y="0"/>
                      <a:pt x="17" y="0"/>
                    </a:cubicBezTo>
                    <a:cubicBezTo>
                      <a:pt x="12" y="0"/>
                      <a:pt x="10" y="4"/>
                      <a:pt x="8" y="8"/>
                    </a:cubicBezTo>
                    <a:cubicBezTo>
                      <a:pt x="6" y="12"/>
                      <a:pt x="2" y="15"/>
                      <a:pt x="1" y="20"/>
                    </a:cubicBezTo>
                    <a:cubicBezTo>
                      <a:pt x="0" y="25"/>
                      <a:pt x="1" y="33"/>
                      <a:pt x="6" y="34"/>
                    </a:cubicBezTo>
                    <a:cubicBezTo>
                      <a:pt x="3" y="32"/>
                      <a:pt x="2" y="21"/>
                      <a:pt x="6" y="19"/>
                    </a:cubicBezTo>
                    <a:cubicBezTo>
                      <a:pt x="5" y="15"/>
                      <a:pt x="8" y="11"/>
                      <a:pt x="12" y="12"/>
                    </a:cubicBezTo>
                    <a:cubicBezTo>
                      <a:pt x="10" y="8"/>
                      <a:pt x="12" y="5"/>
                      <a:pt x="15" y="3"/>
                    </a:cubicBezTo>
                    <a:cubicBezTo>
                      <a:pt x="16" y="0"/>
                      <a:pt x="26" y="6"/>
                      <a:pt x="27" y="10"/>
                    </a:cubicBezTo>
                    <a:close/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2" name="Freeform 70">
                <a:extLst>
                  <a:ext uri="{FF2B5EF4-FFF2-40B4-BE49-F238E27FC236}">
                    <a16:creationId xmlns:a16="http://schemas.microsoft.com/office/drawing/2014/main" id="{3EA9DFC2-DCD7-4E31-B5F0-D69091A43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269"/>
                <a:ext cx="73" cy="90"/>
              </a:xfrm>
              <a:custGeom>
                <a:avLst/>
                <a:gdLst>
                  <a:gd name="T0" fmla="*/ 50 w 29"/>
                  <a:gd name="T1" fmla="*/ 630 h 34"/>
                  <a:gd name="T2" fmla="*/ 96 w 29"/>
                  <a:gd name="T3" fmla="*/ 148 h 34"/>
                  <a:gd name="T4" fmla="*/ 463 w 29"/>
                  <a:gd name="T5" fmla="*/ 90 h 34"/>
                  <a:gd name="T6" fmla="*/ 305 w 29"/>
                  <a:gd name="T7" fmla="*/ 148 h 34"/>
                  <a:gd name="T8" fmla="*/ 209 w 29"/>
                  <a:gd name="T9" fmla="*/ 148 h 34"/>
                  <a:gd name="T10" fmla="*/ 126 w 29"/>
                  <a:gd name="T11" fmla="*/ 183 h 34"/>
                  <a:gd name="T12" fmla="*/ 83 w 29"/>
                  <a:gd name="T13" fmla="*/ 259 h 34"/>
                  <a:gd name="T14" fmla="*/ 33 w 29"/>
                  <a:gd name="T15" fmla="*/ 33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34">
                    <a:moveTo>
                      <a:pt x="3" y="34"/>
                    </a:moveTo>
                    <a:cubicBezTo>
                      <a:pt x="2" y="24"/>
                      <a:pt x="0" y="15"/>
                      <a:pt x="6" y="8"/>
                    </a:cubicBezTo>
                    <a:cubicBezTo>
                      <a:pt x="11" y="0"/>
                      <a:pt x="21" y="0"/>
                      <a:pt x="29" y="5"/>
                    </a:cubicBezTo>
                    <a:cubicBezTo>
                      <a:pt x="26" y="3"/>
                      <a:pt x="16" y="1"/>
                      <a:pt x="19" y="8"/>
                    </a:cubicBezTo>
                    <a:cubicBezTo>
                      <a:pt x="18" y="5"/>
                      <a:pt x="13" y="4"/>
                      <a:pt x="13" y="8"/>
                    </a:cubicBezTo>
                    <a:cubicBezTo>
                      <a:pt x="11" y="6"/>
                      <a:pt x="8" y="7"/>
                      <a:pt x="8" y="10"/>
                    </a:cubicBezTo>
                    <a:cubicBezTo>
                      <a:pt x="4" y="10"/>
                      <a:pt x="7" y="13"/>
                      <a:pt x="5" y="14"/>
                    </a:cubicBezTo>
                    <a:cubicBezTo>
                      <a:pt x="4" y="16"/>
                      <a:pt x="1" y="14"/>
                      <a:pt x="2" y="18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3" name="Freeform 71">
                <a:extLst>
                  <a:ext uri="{FF2B5EF4-FFF2-40B4-BE49-F238E27FC236}">
                    <a16:creationId xmlns:a16="http://schemas.microsoft.com/office/drawing/2014/main" id="{CF9EEEA8-A62D-4981-BDD3-751F7D881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309"/>
                <a:ext cx="70" cy="117"/>
              </a:xfrm>
              <a:custGeom>
                <a:avLst/>
                <a:gdLst>
                  <a:gd name="T0" fmla="*/ 125 w 28"/>
                  <a:gd name="T1" fmla="*/ 827 h 44"/>
                  <a:gd name="T2" fmla="*/ 83 w 28"/>
                  <a:gd name="T3" fmla="*/ 226 h 44"/>
                  <a:gd name="T4" fmla="*/ 438 w 28"/>
                  <a:gd name="T5" fmla="*/ 191 h 44"/>
                  <a:gd name="T6" fmla="*/ 208 w 28"/>
                  <a:gd name="T7" fmla="*/ 170 h 44"/>
                  <a:gd name="T8" fmla="*/ 220 w 28"/>
                  <a:gd name="T9" fmla="*/ 226 h 44"/>
                  <a:gd name="T10" fmla="*/ 158 w 28"/>
                  <a:gd name="T11" fmla="*/ 417 h 44"/>
                  <a:gd name="T12" fmla="*/ 50 w 28"/>
                  <a:gd name="T13" fmla="*/ 46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4">
                    <a:moveTo>
                      <a:pt x="8" y="44"/>
                    </a:moveTo>
                    <a:cubicBezTo>
                      <a:pt x="3" y="33"/>
                      <a:pt x="0" y="23"/>
                      <a:pt x="5" y="12"/>
                    </a:cubicBezTo>
                    <a:cubicBezTo>
                      <a:pt x="12" y="0"/>
                      <a:pt x="19" y="2"/>
                      <a:pt x="28" y="10"/>
                    </a:cubicBezTo>
                    <a:cubicBezTo>
                      <a:pt x="24" y="8"/>
                      <a:pt x="18" y="5"/>
                      <a:pt x="13" y="9"/>
                    </a:cubicBezTo>
                    <a:cubicBezTo>
                      <a:pt x="14" y="10"/>
                      <a:pt x="14" y="11"/>
                      <a:pt x="14" y="12"/>
                    </a:cubicBezTo>
                    <a:cubicBezTo>
                      <a:pt x="7" y="10"/>
                      <a:pt x="8" y="18"/>
                      <a:pt x="10" y="22"/>
                    </a:cubicBezTo>
                    <a:cubicBezTo>
                      <a:pt x="7" y="19"/>
                      <a:pt x="3" y="21"/>
                      <a:pt x="3" y="25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4" name="Freeform 72">
                <a:extLst>
                  <a:ext uri="{FF2B5EF4-FFF2-40B4-BE49-F238E27FC236}">
                    <a16:creationId xmlns:a16="http://schemas.microsoft.com/office/drawing/2014/main" id="{002B6B17-D279-4EDF-B27D-F37A93ED0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405"/>
                <a:ext cx="85" cy="101"/>
              </a:xfrm>
              <a:custGeom>
                <a:avLst/>
                <a:gdLst>
                  <a:gd name="T0" fmla="*/ 125 w 34"/>
                  <a:gd name="T1" fmla="*/ 712 h 38"/>
                  <a:gd name="T2" fmla="*/ 188 w 34"/>
                  <a:gd name="T3" fmla="*/ 226 h 38"/>
                  <a:gd name="T4" fmla="*/ 363 w 34"/>
                  <a:gd name="T5" fmla="*/ 56 h 38"/>
                  <a:gd name="T6" fmla="*/ 533 w 34"/>
                  <a:gd name="T7" fmla="*/ 170 h 38"/>
                  <a:gd name="T8" fmla="*/ 363 w 34"/>
                  <a:gd name="T9" fmla="*/ 170 h 38"/>
                  <a:gd name="T10" fmla="*/ 270 w 34"/>
                  <a:gd name="T11" fmla="*/ 319 h 38"/>
                  <a:gd name="T12" fmla="*/ 175 w 34"/>
                  <a:gd name="T13" fmla="*/ 361 h 38"/>
                  <a:gd name="T14" fmla="*/ 113 w 34"/>
                  <a:gd name="T15" fmla="*/ 396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8" y="38"/>
                    </a:moveTo>
                    <a:cubicBezTo>
                      <a:pt x="0" y="29"/>
                      <a:pt x="5" y="20"/>
                      <a:pt x="12" y="12"/>
                    </a:cubicBezTo>
                    <a:cubicBezTo>
                      <a:pt x="15" y="9"/>
                      <a:pt x="19" y="5"/>
                      <a:pt x="23" y="3"/>
                    </a:cubicBezTo>
                    <a:cubicBezTo>
                      <a:pt x="28" y="0"/>
                      <a:pt x="31" y="4"/>
                      <a:pt x="34" y="9"/>
                    </a:cubicBezTo>
                    <a:cubicBezTo>
                      <a:pt x="32" y="8"/>
                      <a:pt x="22" y="2"/>
                      <a:pt x="23" y="9"/>
                    </a:cubicBezTo>
                    <a:cubicBezTo>
                      <a:pt x="17" y="7"/>
                      <a:pt x="17" y="12"/>
                      <a:pt x="17" y="17"/>
                    </a:cubicBezTo>
                    <a:cubicBezTo>
                      <a:pt x="15" y="14"/>
                      <a:pt x="11" y="15"/>
                      <a:pt x="11" y="19"/>
                    </a:cubicBezTo>
                    <a:cubicBezTo>
                      <a:pt x="9" y="18"/>
                      <a:pt x="7" y="19"/>
                      <a:pt x="7" y="2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5" name="Freeform 73">
                <a:extLst>
                  <a:ext uri="{FF2B5EF4-FFF2-40B4-BE49-F238E27FC236}">
                    <a16:creationId xmlns:a16="http://schemas.microsoft.com/office/drawing/2014/main" id="{EA60714E-9F0C-40B4-A4D9-1223B7426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357"/>
                <a:ext cx="65" cy="82"/>
              </a:xfrm>
              <a:custGeom>
                <a:avLst/>
                <a:gdLst>
                  <a:gd name="T0" fmla="*/ 408 w 26"/>
                  <a:gd name="T1" fmla="*/ 21 h 31"/>
                  <a:gd name="T2" fmla="*/ 113 w 26"/>
                  <a:gd name="T3" fmla="*/ 111 h 31"/>
                  <a:gd name="T4" fmla="*/ 20 w 26"/>
                  <a:gd name="T5" fmla="*/ 280 h 31"/>
                  <a:gd name="T6" fmla="*/ 50 w 26"/>
                  <a:gd name="T7" fmla="*/ 574 h 31"/>
                  <a:gd name="T8" fmla="*/ 145 w 26"/>
                  <a:gd name="T9" fmla="*/ 259 h 31"/>
                  <a:gd name="T10" fmla="*/ 270 w 26"/>
                  <a:gd name="T11" fmla="*/ 167 h 31"/>
                  <a:gd name="T12" fmla="*/ 333 w 26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1">
                    <a:moveTo>
                      <a:pt x="26" y="1"/>
                    </a:moveTo>
                    <a:cubicBezTo>
                      <a:pt x="18" y="0"/>
                      <a:pt x="14" y="1"/>
                      <a:pt x="7" y="6"/>
                    </a:cubicBezTo>
                    <a:cubicBezTo>
                      <a:pt x="5" y="9"/>
                      <a:pt x="1" y="11"/>
                      <a:pt x="1" y="15"/>
                    </a:cubicBezTo>
                    <a:cubicBezTo>
                      <a:pt x="0" y="20"/>
                      <a:pt x="4" y="25"/>
                      <a:pt x="3" y="31"/>
                    </a:cubicBezTo>
                    <a:cubicBezTo>
                      <a:pt x="4" y="29"/>
                      <a:pt x="3" y="8"/>
                      <a:pt x="9" y="14"/>
                    </a:cubicBezTo>
                    <a:cubicBezTo>
                      <a:pt x="5" y="9"/>
                      <a:pt x="14" y="6"/>
                      <a:pt x="17" y="9"/>
                    </a:cubicBezTo>
                    <a:cubicBezTo>
                      <a:pt x="14" y="6"/>
                      <a:pt x="18" y="3"/>
                      <a:pt x="21" y="3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6" name="Freeform 74">
                <a:extLst>
                  <a:ext uri="{FF2B5EF4-FFF2-40B4-BE49-F238E27FC236}">
                    <a16:creationId xmlns:a16="http://schemas.microsoft.com/office/drawing/2014/main" id="{4C4F91E0-1285-4342-AF63-1EB95234A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279"/>
                <a:ext cx="55" cy="88"/>
              </a:xfrm>
              <a:custGeom>
                <a:avLst/>
                <a:gdLst>
                  <a:gd name="T0" fmla="*/ 345 w 22"/>
                  <a:gd name="T1" fmla="*/ 77 h 33"/>
                  <a:gd name="T2" fmla="*/ 125 w 22"/>
                  <a:gd name="T3" fmla="*/ 248 h 33"/>
                  <a:gd name="T4" fmla="*/ 50 w 22"/>
                  <a:gd name="T5" fmla="*/ 419 h 33"/>
                  <a:gd name="T6" fmla="*/ 50 w 22"/>
                  <a:gd name="T7" fmla="*/ 627 h 33"/>
                  <a:gd name="T8" fmla="*/ 63 w 22"/>
                  <a:gd name="T9" fmla="*/ 456 h 33"/>
                  <a:gd name="T10" fmla="*/ 188 w 22"/>
                  <a:gd name="T11" fmla="*/ 320 h 33"/>
                  <a:gd name="T12" fmla="*/ 270 w 22"/>
                  <a:gd name="T13" fmla="*/ 7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22" y="4"/>
                    </a:moveTo>
                    <a:cubicBezTo>
                      <a:pt x="14" y="0"/>
                      <a:pt x="11" y="6"/>
                      <a:pt x="8" y="13"/>
                    </a:cubicBezTo>
                    <a:cubicBezTo>
                      <a:pt x="7" y="17"/>
                      <a:pt x="5" y="19"/>
                      <a:pt x="3" y="22"/>
                    </a:cubicBezTo>
                    <a:cubicBezTo>
                      <a:pt x="1" y="26"/>
                      <a:pt x="0" y="29"/>
                      <a:pt x="3" y="33"/>
                    </a:cubicBezTo>
                    <a:cubicBezTo>
                      <a:pt x="4" y="31"/>
                      <a:pt x="3" y="26"/>
                      <a:pt x="4" y="24"/>
                    </a:cubicBezTo>
                    <a:cubicBezTo>
                      <a:pt x="6" y="20"/>
                      <a:pt x="8" y="18"/>
                      <a:pt x="12" y="17"/>
                    </a:cubicBezTo>
                    <a:cubicBezTo>
                      <a:pt x="12" y="12"/>
                      <a:pt x="11" y="7"/>
                      <a:pt x="17" y="4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7" name="Freeform 75">
                <a:extLst>
                  <a:ext uri="{FF2B5EF4-FFF2-40B4-BE49-F238E27FC236}">
                    <a16:creationId xmlns:a16="http://schemas.microsoft.com/office/drawing/2014/main" id="{94166276-D27B-4DD9-975E-BAB41F2CB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335"/>
                <a:ext cx="43" cy="86"/>
              </a:xfrm>
              <a:custGeom>
                <a:avLst/>
                <a:gdLst>
                  <a:gd name="T0" fmla="*/ 243 w 17"/>
                  <a:gd name="T1" fmla="*/ 0 h 32"/>
                  <a:gd name="T2" fmla="*/ 63 w 17"/>
                  <a:gd name="T3" fmla="*/ 333 h 32"/>
                  <a:gd name="T4" fmla="*/ 96 w 17"/>
                  <a:gd name="T5" fmla="*/ 621 h 32"/>
                  <a:gd name="T6" fmla="*/ 147 w 17"/>
                  <a:gd name="T7" fmla="*/ 347 h 32"/>
                  <a:gd name="T8" fmla="*/ 243 w 17"/>
                  <a:gd name="T9" fmla="*/ 175 h 32"/>
                  <a:gd name="T10" fmla="*/ 255 w 17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2">
                    <a:moveTo>
                      <a:pt x="15" y="0"/>
                    </a:moveTo>
                    <a:cubicBezTo>
                      <a:pt x="14" y="8"/>
                      <a:pt x="9" y="11"/>
                      <a:pt x="4" y="17"/>
                    </a:cubicBezTo>
                    <a:cubicBezTo>
                      <a:pt x="0" y="23"/>
                      <a:pt x="3" y="26"/>
                      <a:pt x="6" y="32"/>
                    </a:cubicBezTo>
                    <a:cubicBezTo>
                      <a:pt x="3" y="28"/>
                      <a:pt x="3" y="19"/>
                      <a:pt x="9" y="18"/>
                    </a:cubicBezTo>
                    <a:cubicBezTo>
                      <a:pt x="6" y="13"/>
                      <a:pt x="13" y="12"/>
                      <a:pt x="15" y="9"/>
                    </a:cubicBezTo>
                    <a:cubicBezTo>
                      <a:pt x="17" y="6"/>
                      <a:pt x="16" y="3"/>
                      <a:pt x="16" y="0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8" name="Freeform 76">
                <a:extLst>
                  <a:ext uri="{FF2B5EF4-FFF2-40B4-BE49-F238E27FC236}">
                    <a16:creationId xmlns:a16="http://schemas.microsoft.com/office/drawing/2014/main" id="{0CA63F3A-8945-40F9-AF81-A5016EB09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413"/>
                <a:ext cx="50" cy="85"/>
              </a:xfrm>
              <a:custGeom>
                <a:avLst/>
                <a:gdLst>
                  <a:gd name="T0" fmla="*/ 313 w 20"/>
                  <a:gd name="T1" fmla="*/ 21 h 32"/>
                  <a:gd name="T2" fmla="*/ 113 w 20"/>
                  <a:gd name="T3" fmla="*/ 191 h 32"/>
                  <a:gd name="T4" fmla="*/ 50 w 20"/>
                  <a:gd name="T5" fmla="*/ 396 h 32"/>
                  <a:gd name="T6" fmla="*/ 0 w 20"/>
                  <a:gd name="T7" fmla="*/ 600 h 32"/>
                  <a:gd name="T8" fmla="*/ 63 w 20"/>
                  <a:gd name="T9" fmla="*/ 579 h 32"/>
                  <a:gd name="T10" fmla="*/ 145 w 20"/>
                  <a:gd name="T11" fmla="*/ 340 h 32"/>
                  <a:gd name="T12" fmla="*/ 188 w 20"/>
                  <a:gd name="T13" fmla="*/ 149 h 32"/>
                  <a:gd name="T14" fmla="*/ 238 w 20"/>
                  <a:gd name="T15" fmla="*/ 56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20" y="1"/>
                    </a:moveTo>
                    <a:cubicBezTo>
                      <a:pt x="12" y="4"/>
                      <a:pt x="9" y="0"/>
                      <a:pt x="7" y="10"/>
                    </a:cubicBezTo>
                    <a:cubicBezTo>
                      <a:pt x="6" y="14"/>
                      <a:pt x="4" y="17"/>
                      <a:pt x="3" y="21"/>
                    </a:cubicBezTo>
                    <a:cubicBezTo>
                      <a:pt x="1" y="24"/>
                      <a:pt x="1" y="28"/>
                      <a:pt x="0" y="32"/>
                    </a:cubicBezTo>
                    <a:cubicBezTo>
                      <a:pt x="1" y="32"/>
                      <a:pt x="2" y="32"/>
                      <a:pt x="4" y="31"/>
                    </a:cubicBezTo>
                    <a:cubicBezTo>
                      <a:pt x="1" y="26"/>
                      <a:pt x="6" y="22"/>
                      <a:pt x="9" y="18"/>
                    </a:cubicBezTo>
                    <a:cubicBezTo>
                      <a:pt x="6" y="17"/>
                      <a:pt x="7" y="8"/>
                      <a:pt x="12" y="8"/>
                    </a:cubicBezTo>
                    <a:cubicBezTo>
                      <a:pt x="11" y="5"/>
                      <a:pt x="13" y="3"/>
                      <a:pt x="15" y="3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9" name="Freeform 77">
                <a:extLst>
                  <a:ext uri="{FF2B5EF4-FFF2-40B4-BE49-F238E27FC236}">
                    <a16:creationId xmlns:a16="http://schemas.microsoft.com/office/drawing/2014/main" id="{8E37E464-9E47-451B-B714-E384E88B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2026"/>
                <a:ext cx="58" cy="75"/>
              </a:xfrm>
              <a:custGeom>
                <a:avLst/>
                <a:gdLst>
                  <a:gd name="T0" fmla="*/ 368 w 23"/>
                  <a:gd name="T1" fmla="*/ 0 h 28"/>
                  <a:gd name="T2" fmla="*/ 113 w 23"/>
                  <a:gd name="T3" fmla="*/ 193 h 28"/>
                  <a:gd name="T4" fmla="*/ 83 w 23"/>
                  <a:gd name="T5" fmla="*/ 538 h 28"/>
                  <a:gd name="T6" fmla="*/ 179 w 23"/>
                  <a:gd name="T7" fmla="*/ 287 h 28"/>
                  <a:gd name="T8" fmla="*/ 272 w 23"/>
                  <a:gd name="T9" fmla="*/ 150 h 28"/>
                  <a:gd name="T10" fmla="*/ 305 w 23"/>
                  <a:gd name="T11" fmla="*/ 7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8">
                    <a:moveTo>
                      <a:pt x="23" y="0"/>
                    </a:moveTo>
                    <a:cubicBezTo>
                      <a:pt x="19" y="4"/>
                      <a:pt x="12" y="6"/>
                      <a:pt x="7" y="10"/>
                    </a:cubicBezTo>
                    <a:cubicBezTo>
                      <a:pt x="0" y="15"/>
                      <a:pt x="3" y="20"/>
                      <a:pt x="5" y="28"/>
                    </a:cubicBezTo>
                    <a:cubicBezTo>
                      <a:pt x="3" y="24"/>
                      <a:pt x="5" y="10"/>
                      <a:pt x="11" y="15"/>
                    </a:cubicBezTo>
                    <a:cubicBezTo>
                      <a:pt x="7" y="10"/>
                      <a:pt x="13" y="8"/>
                      <a:pt x="17" y="8"/>
                    </a:cubicBezTo>
                    <a:cubicBezTo>
                      <a:pt x="15" y="6"/>
                      <a:pt x="17" y="4"/>
                      <a:pt x="19" y="4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0" name="Freeform 78">
                <a:extLst>
                  <a:ext uri="{FF2B5EF4-FFF2-40B4-BE49-F238E27FC236}">
                    <a16:creationId xmlns:a16="http://schemas.microsoft.com/office/drawing/2014/main" id="{74102FB5-4200-4D7F-BA73-137A2A40C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909"/>
                <a:ext cx="27" cy="80"/>
              </a:xfrm>
              <a:custGeom>
                <a:avLst/>
                <a:gdLst>
                  <a:gd name="T0" fmla="*/ 162 w 11"/>
                  <a:gd name="T1" fmla="*/ 115 h 30"/>
                  <a:gd name="T2" fmla="*/ 29 w 11"/>
                  <a:gd name="T3" fmla="*/ 568 h 30"/>
                  <a:gd name="T4" fmla="*/ 120 w 11"/>
                  <a:gd name="T5" fmla="*/ 285 h 30"/>
                  <a:gd name="T6" fmla="*/ 120 w 11"/>
                  <a:gd name="T7" fmla="*/ 1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0">
                    <a:moveTo>
                      <a:pt x="11" y="6"/>
                    </a:moveTo>
                    <a:cubicBezTo>
                      <a:pt x="0" y="0"/>
                      <a:pt x="1" y="25"/>
                      <a:pt x="2" y="30"/>
                    </a:cubicBezTo>
                    <a:cubicBezTo>
                      <a:pt x="2" y="24"/>
                      <a:pt x="0" y="15"/>
                      <a:pt x="8" y="15"/>
                    </a:cubicBezTo>
                    <a:cubicBezTo>
                      <a:pt x="6" y="12"/>
                      <a:pt x="5" y="8"/>
                      <a:pt x="8" y="7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1" name="Freeform 79">
                <a:extLst>
                  <a:ext uri="{FF2B5EF4-FFF2-40B4-BE49-F238E27FC236}">
                    <a16:creationId xmlns:a16="http://schemas.microsoft.com/office/drawing/2014/main" id="{8EC0386F-1467-4E63-B112-1B028F247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1829"/>
                <a:ext cx="45" cy="50"/>
              </a:xfrm>
              <a:custGeom>
                <a:avLst/>
                <a:gdLst>
                  <a:gd name="T0" fmla="*/ 283 w 18"/>
                  <a:gd name="T1" fmla="*/ 0 h 19"/>
                  <a:gd name="T2" fmla="*/ 0 w 18"/>
                  <a:gd name="T3" fmla="*/ 347 h 19"/>
                  <a:gd name="T4" fmla="*/ 188 w 18"/>
                  <a:gd name="T5" fmla="*/ 166 h 19"/>
                  <a:gd name="T6" fmla="*/ 250 w 18"/>
                  <a:gd name="T7" fmla="*/ 3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8" y="0"/>
                    </a:moveTo>
                    <a:cubicBezTo>
                      <a:pt x="10" y="5"/>
                      <a:pt x="2" y="9"/>
                      <a:pt x="0" y="19"/>
                    </a:cubicBezTo>
                    <a:cubicBezTo>
                      <a:pt x="3" y="16"/>
                      <a:pt x="6" y="6"/>
                      <a:pt x="12" y="9"/>
                    </a:cubicBezTo>
                    <a:cubicBezTo>
                      <a:pt x="14" y="7"/>
                      <a:pt x="13" y="4"/>
                      <a:pt x="16" y="2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2" name="Freeform 80">
                <a:extLst>
                  <a:ext uri="{FF2B5EF4-FFF2-40B4-BE49-F238E27FC236}">
                    <a16:creationId xmlns:a16="http://schemas.microsoft.com/office/drawing/2014/main" id="{8DA93AE1-15E5-4464-A777-189A77657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807"/>
                <a:ext cx="17" cy="40"/>
              </a:xfrm>
              <a:custGeom>
                <a:avLst/>
                <a:gdLst>
                  <a:gd name="T0" fmla="*/ 100 w 7"/>
                  <a:gd name="T1" fmla="*/ 0 h 15"/>
                  <a:gd name="T2" fmla="*/ 29 w 7"/>
                  <a:gd name="T3" fmla="*/ 285 h 15"/>
                  <a:gd name="T4" fmla="*/ 41 w 7"/>
                  <a:gd name="T5" fmla="*/ 136 h 15"/>
                  <a:gd name="T6" fmla="*/ 100 w 7"/>
                  <a:gd name="T7" fmla="*/ 136 h 15"/>
                  <a:gd name="T8" fmla="*/ 100 w 7"/>
                  <a:gd name="T9" fmla="*/ 3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3" y="1"/>
                      <a:pt x="0" y="11"/>
                      <a:pt x="2" y="15"/>
                    </a:cubicBezTo>
                    <a:cubicBezTo>
                      <a:pt x="3" y="13"/>
                      <a:pt x="3" y="10"/>
                      <a:pt x="3" y="7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6" y="6"/>
                      <a:pt x="5" y="3"/>
                      <a:pt x="7" y="2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3" name="Freeform 81">
                <a:extLst>
                  <a:ext uri="{FF2B5EF4-FFF2-40B4-BE49-F238E27FC236}">
                    <a16:creationId xmlns:a16="http://schemas.microsoft.com/office/drawing/2014/main" id="{A48C5F7F-3FCE-4C1B-8436-E927C9A05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2157"/>
                <a:ext cx="30" cy="80"/>
              </a:xfrm>
              <a:custGeom>
                <a:avLst/>
                <a:gdLst>
                  <a:gd name="T0" fmla="*/ 188 w 12"/>
                  <a:gd name="T1" fmla="*/ 0 h 30"/>
                  <a:gd name="T2" fmla="*/ 83 w 12"/>
                  <a:gd name="T3" fmla="*/ 568 h 30"/>
                  <a:gd name="T4" fmla="*/ 145 w 12"/>
                  <a:gd name="T5" fmla="*/ 205 h 30"/>
                  <a:gd name="T6" fmla="*/ 175 w 12"/>
                  <a:gd name="T7" fmla="*/ 2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0">
                    <a:moveTo>
                      <a:pt x="12" y="0"/>
                    </a:moveTo>
                    <a:cubicBezTo>
                      <a:pt x="2" y="4"/>
                      <a:pt x="3" y="22"/>
                      <a:pt x="5" y="30"/>
                    </a:cubicBezTo>
                    <a:cubicBezTo>
                      <a:pt x="4" y="24"/>
                      <a:pt x="0" y="12"/>
                      <a:pt x="9" y="11"/>
                    </a:cubicBezTo>
                    <a:cubicBezTo>
                      <a:pt x="8" y="7"/>
                      <a:pt x="10" y="4"/>
                      <a:pt x="11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4" name="Freeform 82">
                <a:extLst>
                  <a:ext uri="{FF2B5EF4-FFF2-40B4-BE49-F238E27FC236}">
                    <a16:creationId xmlns:a16="http://schemas.microsoft.com/office/drawing/2014/main" id="{5FDF53A7-B4E0-4418-82ED-C18D438BB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031"/>
                <a:ext cx="30" cy="56"/>
              </a:xfrm>
              <a:custGeom>
                <a:avLst/>
                <a:gdLst>
                  <a:gd name="T0" fmla="*/ 188 w 12"/>
                  <a:gd name="T1" fmla="*/ 0 h 21"/>
                  <a:gd name="T2" fmla="*/ 33 w 12"/>
                  <a:gd name="T3" fmla="*/ 56 h 21"/>
                  <a:gd name="T4" fmla="*/ 83 w 12"/>
                  <a:gd name="T5" fmla="*/ 397 h 21"/>
                  <a:gd name="T6" fmla="*/ 125 w 12"/>
                  <a:gd name="T7" fmla="*/ 115 h 21"/>
                  <a:gd name="T8" fmla="*/ 188 w 12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12" y="0"/>
                    </a:moveTo>
                    <a:cubicBezTo>
                      <a:pt x="9" y="1"/>
                      <a:pt x="4" y="0"/>
                      <a:pt x="2" y="3"/>
                    </a:cubicBezTo>
                    <a:cubicBezTo>
                      <a:pt x="0" y="7"/>
                      <a:pt x="5" y="16"/>
                      <a:pt x="5" y="21"/>
                    </a:cubicBezTo>
                    <a:cubicBezTo>
                      <a:pt x="4" y="18"/>
                      <a:pt x="1" y="4"/>
                      <a:pt x="8" y="6"/>
                    </a:cubicBezTo>
                    <a:cubicBezTo>
                      <a:pt x="6" y="3"/>
                      <a:pt x="9" y="0"/>
                      <a:pt x="12" y="0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5" name="Freeform 83">
                <a:extLst>
                  <a:ext uri="{FF2B5EF4-FFF2-40B4-BE49-F238E27FC236}">
                    <a16:creationId xmlns:a16="http://schemas.microsoft.com/office/drawing/2014/main" id="{8EFD6230-659E-44DD-A918-824853C44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2285"/>
                <a:ext cx="38" cy="72"/>
              </a:xfrm>
              <a:custGeom>
                <a:avLst/>
                <a:gdLst>
                  <a:gd name="T0" fmla="*/ 225 w 15"/>
                  <a:gd name="T1" fmla="*/ 56 h 27"/>
                  <a:gd name="T2" fmla="*/ 225 w 15"/>
                  <a:gd name="T3" fmla="*/ 512 h 27"/>
                  <a:gd name="T4" fmla="*/ 243 w 15"/>
                  <a:gd name="T5" fmla="*/ 171 h 27"/>
                  <a:gd name="T6" fmla="*/ 243 w 1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4" y="3"/>
                    </a:moveTo>
                    <a:cubicBezTo>
                      <a:pt x="0" y="0"/>
                      <a:pt x="13" y="22"/>
                      <a:pt x="14" y="27"/>
                    </a:cubicBezTo>
                    <a:cubicBezTo>
                      <a:pt x="12" y="23"/>
                      <a:pt x="6" y="9"/>
                      <a:pt x="15" y="9"/>
                    </a:cubicBezTo>
                    <a:cubicBezTo>
                      <a:pt x="10" y="8"/>
                      <a:pt x="13" y="2"/>
                      <a:pt x="15" y="0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6" name="Freeform 84">
                <a:extLst>
                  <a:ext uri="{FF2B5EF4-FFF2-40B4-BE49-F238E27FC236}">
                    <a16:creationId xmlns:a16="http://schemas.microsoft.com/office/drawing/2014/main" id="{DC229061-90AD-47E5-BFED-2A18D412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375"/>
                <a:ext cx="28" cy="78"/>
              </a:xfrm>
              <a:custGeom>
                <a:avLst/>
                <a:gdLst>
                  <a:gd name="T0" fmla="*/ 181 w 11"/>
                  <a:gd name="T1" fmla="*/ 0 h 29"/>
                  <a:gd name="T2" fmla="*/ 0 w 11"/>
                  <a:gd name="T3" fmla="*/ 231 h 29"/>
                  <a:gd name="T4" fmla="*/ 163 w 11"/>
                  <a:gd name="T5" fmla="*/ 565 h 29"/>
                  <a:gd name="T6" fmla="*/ 163 w 11"/>
                  <a:gd name="T7" fmla="*/ 196 h 29"/>
                  <a:gd name="T8" fmla="*/ 181 w 11"/>
                  <a:gd name="T9" fmla="*/ 2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9">
                    <a:moveTo>
                      <a:pt x="11" y="0"/>
                    </a:moveTo>
                    <a:cubicBezTo>
                      <a:pt x="7" y="3"/>
                      <a:pt x="1" y="7"/>
                      <a:pt x="0" y="12"/>
                    </a:cubicBezTo>
                    <a:cubicBezTo>
                      <a:pt x="0" y="17"/>
                      <a:pt x="8" y="24"/>
                      <a:pt x="10" y="29"/>
                    </a:cubicBezTo>
                    <a:cubicBezTo>
                      <a:pt x="7" y="25"/>
                      <a:pt x="3" y="11"/>
                      <a:pt x="10" y="10"/>
                    </a:cubicBezTo>
                    <a:cubicBezTo>
                      <a:pt x="3" y="12"/>
                      <a:pt x="9" y="2"/>
                      <a:pt x="11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7" name="Freeform 85">
                <a:extLst>
                  <a:ext uri="{FF2B5EF4-FFF2-40B4-BE49-F238E27FC236}">
                    <a16:creationId xmlns:a16="http://schemas.microsoft.com/office/drawing/2014/main" id="{94249A23-8FAA-4A9D-A462-83D36523A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466"/>
                <a:ext cx="35" cy="80"/>
              </a:xfrm>
              <a:custGeom>
                <a:avLst/>
                <a:gdLst>
                  <a:gd name="T0" fmla="*/ 145 w 14"/>
                  <a:gd name="T1" fmla="*/ 0 h 30"/>
                  <a:gd name="T2" fmla="*/ 33 w 14"/>
                  <a:gd name="T3" fmla="*/ 264 h 30"/>
                  <a:gd name="T4" fmla="*/ 220 w 14"/>
                  <a:gd name="T5" fmla="*/ 568 h 30"/>
                  <a:gd name="T6" fmla="*/ 145 w 14"/>
                  <a:gd name="T7" fmla="*/ 264 h 30"/>
                  <a:gd name="T8" fmla="*/ 113 w 14"/>
                  <a:gd name="T9" fmla="*/ 5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9" y="0"/>
                    </a:moveTo>
                    <a:cubicBezTo>
                      <a:pt x="2" y="1"/>
                      <a:pt x="0" y="9"/>
                      <a:pt x="2" y="14"/>
                    </a:cubicBezTo>
                    <a:cubicBezTo>
                      <a:pt x="3" y="19"/>
                      <a:pt x="9" y="29"/>
                      <a:pt x="14" y="30"/>
                    </a:cubicBezTo>
                    <a:cubicBezTo>
                      <a:pt x="10" y="26"/>
                      <a:pt x="3" y="19"/>
                      <a:pt x="9" y="14"/>
                    </a:cubicBezTo>
                    <a:cubicBezTo>
                      <a:pt x="2" y="14"/>
                      <a:pt x="7" y="6"/>
                      <a:pt x="7" y="3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8" name="Freeform 86">
                <a:extLst>
                  <a:ext uri="{FF2B5EF4-FFF2-40B4-BE49-F238E27FC236}">
                    <a16:creationId xmlns:a16="http://schemas.microsoft.com/office/drawing/2014/main" id="{085316DD-5936-47B3-9988-5BB890CB8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551"/>
                <a:ext cx="80" cy="59"/>
              </a:xfrm>
              <a:custGeom>
                <a:avLst/>
                <a:gdLst>
                  <a:gd name="T0" fmla="*/ 125 w 32"/>
                  <a:gd name="T1" fmla="*/ 424 h 22"/>
                  <a:gd name="T2" fmla="*/ 188 w 32"/>
                  <a:gd name="T3" fmla="*/ 94 h 22"/>
                  <a:gd name="T4" fmla="*/ 333 w 32"/>
                  <a:gd name="T5" fmla="*/ 21 h 22"/>
                  <a:gd name="T6" fmla="*/ 500 w 32"/>
                  <a:gd name="T7" fmla="*/ 94 h 22"/>
                  <a:gd name="T8" fmla="*/ 283 w 32"/>
                  <a:gd name="T9" fmla="*/ 215 h 22"/>
                  <a:gd name="T10" fmla="*/ 188 w 32"/>
                  <a:gd name="T11" fmla="*/ 21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2">
                    <a:moveTo>
                      <a:pt x="8" y="22"/>
                    </a:moveTo>
                    <a:cubicBezTo>
                      <a:pt x="0" y="17"/>
                      <a:pt x="8" y="9"/>
                      <a:pt x="12" y="5"/>
                    </a:cubicBezTo>
                    <a:cubicBezTo>
                      <a:pt x="15" y="2"/>
                      <a:pt x="16" y="0"/>
                      <a:pt x="21" y="1"/>
                    </a:cubicBezTo>
                    <a:cubicBezTo>
                      <a:pt x="24" y="2"/>
                      <a:pt x="28" y="6"/>
                      <a:pt x="32" y="5"/>
                    </a:cubicBezTo>
                    <a:cubicBezTo>
                      <a:pt x="28" y="5"/>
                      <a:pt x="14" y="4"/>
                      <a:pt x="18" y="11"/>
                    </a:cubicBezTo>
                    <a:cubicBezTo>
                      <a:pt x="17" y="8"/>
                      <a:pt x="14" y="8"/>
                      <a:pt x="12" y="1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9" name="Freeform 87">
                <a:extLst>
                  <a:ext uri="{FF2B5EF4-FFF2-40B4-BE49-F238E27FC236}">
                    <a16:creationId xmlns:a16="http://schemas.microsoft.com/office/drawing/2014/main" id="{56DA231F-C6C9-4206-8A5D-678D6A02D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471"/>
                <a:ext cx="53" cy="91"/>
              </a:xfrm>
              <a:custGeom>
                <a:avLst/>
                <a:gdLst>
                  <a:gd name="T0" fmla="*/ 338 w 21"/>
                  <a:gd name="T1" fmla="*/ 94 h 34"/>
                  <a:gd name="T2" fmla="*/ 33 w 21"/>
                  <a:gd name="T3" fmla="*/ 209 h 34"/>
                  <a:gd name="T4" fmla="*/ 0 w 21"/>
                  <a:gd name="T5" fmla="*/ 479 h 34"/>
                  <a:gd name="T6" fmla="*/ 50 w 21"/>
                  <a:gd name="T7" fmla="*/ 653 h 34"/>
                  <a:gd name="T8" fmla="*/ 33 w 21"/>
                  <a:gd name="T9" fmla="*/ 458 h 34"/>
                  <a:gd name="T10" fmla="*/ 50 w 21"/>
                  <a:gd name="T11" fmla="*/ 367 h 34"/>
                  <a:gd name="T12" fmla="*/ 96 w 21"/>
                  <a:gd name="T13" fmla="*/ 329 h 34"/>
                  <a:gd name="T14" fmla="*/ 192 w 21"/>
                  <a:gd name="T15" fmla="*/ 150 h 34"/>
                  <a:gd name="T16" fmla="*/ 242 w 21"/>
                  <a:gd name="T17" fmla="*/ 9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4">
                    <a:moveTo>
                      <a:pt x="21" y="5"/>
                    </a:moveTo>
                    <a:cubicBezTo>
                      <a:pt x="12" y="5"/>
                      <a:pt x="7" y="0"/>
                      <a:pt x="2" y="11"/>
                    </a:cubicBezTo>
                    <a:cubicBezTo>
                      <a:pt x="0" y="14"/>
                      <a:pt x="0" y="20"/>
                      <a:pt x="0" y="25"/>
                    </a:cubicBezTo>
                    <a:cubicBezTo>
                      <a:pt x="0" y="28"/>
                      <a:pt x="2" y="30"/>
                      <a:pt x="3" y="34"/>
                    </a:cubicBezTo>
                    <a:cubicBezTo>
                      <a:pt x="1" y="31"/>
                      <a:pt x="1" y="27"/>
                      <a:pt x="2" y="24"/>
                    </a:cubicBezTo>
                    <a:cubicBezTo>
                      <a:pt x="2" y="22"/>
                      <a:pt x="3" y="20"/>
                      <a:pt x="3" y="19"/>
                    </a:cubicBezTo>
                    <a:cubicBezTo>
                      <a:pt x="4" y="18"/>
                      <a:pt x="6" y="18"/>
                      <a:pt x="6" y="17"/>
                    </a:cubicBezTo>
                    <a:cubicBezTo>
                      <a:pt x="7" y="14"/>
                      <a:pt x="4" y="3"/>
                      <a:pt x="12" y="8"/>
                    </a:cubicBezTo>
                    <a:cubicBezTo>
                      <a:pt x="12" y="7"/>
                      <a:pt x="13" y="6"/>
                      <a:pt x="15" y="5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0" name="Freeform 88">
                <a:extLst>
                  <a:ext uri="{FF2B5EF4-FFF2-40B4-BE49-F238E27FC236}">
                    <a16:creationId xmlns:a16="http://schemas.microsoft.com/office/drawing/2014/main" id="{33B662F9-085C-4D9E-97A2-3C947F3E2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554"/>
                <a:ext cx="32" cy="56"/>
              </a:xfrm>
              <a:custGeom>
                <a:avLst/>
                <a:gdLst>
                  <a:gd name="T0" fmla="*/ 194 w 13"/>
                  <a:gd name="T1" fmla="*/ 0 h 21"/>
                  <a:gd name="T2" fmla="*/ 42 w 13"/>
                  <a:gd name="T3" fmla="*/ 397 h 21"/>
                  <a:gd name="T4" fmla="*/ 133 w 13"/>
                  <a:gd name="T5" fmla="*/ 205 h 21"/>
                  <a:gd name="T6" fmla="*/ 153 w 13"/>
                  <a:gd name="T7" fmla="*/ 5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13" y="0"/>
                    </a:moveTo>
                    <a:cubicBezTo>
                      <a:pt x="8" y="5"/>
                      <a:pt x="0" y="13"/>
                      <a:pt x="3" y="21"/>
                    </a:cubicBezTo>
                    <a:cubicBezTo>
                      <a:pt x="2" y="17"/>
                      <a:pt x="4" y="10"/>
                      <a:pt x="9" y="11"/>
                    </a:cubicBezTo>
                    <a:cubicBezTo>
                      <a:pt x="7" y="9"/>
                      <a:pt x="8" y="4"/>
                      <a:pt x="10" y="3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1" name="Freeform 89">
                <a:extLst>
                  <a:ext uri="{FF2B5EF4-FFF2-40B4-BE49-F238E27FC236}">
                    <a16:creationId xmlns:a16="http://schemas.microsoft.com/office/drawing/2014/main" id="{6F50BAD4-E8B4-4BDE-8BF9-BA82F98D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493"/>
                <a:ext cx="43" cy="69"/>
              </a:xfrm>
              <a:custGeom>
                <a:avLst/>
                <a:gdLst>
                  <a:gd name="T0" fmla="*/ 276 w 17"/>
                  <a:gd name="T1" fmla="*/ 0 h 26"/>
                  <a:gd name="T2" fmla="*/ 83 w 17"/>
                  <a:gd name="T3" fmla="*/ 295 h 26"/>
                  <a:gd name="T4" fmla="*/ 96 w 17"/>
                  <a:gd name="T5" fmla="*/ 486 h 26"/>
                  <a:gd name="T6" fmla="*/ 159 w 17"/>
                  <a:gd name="T7" fmla="*/ 295 h 26"/>
                  <a:gd name="T8" fmla="*/ 225 w 17"/>
                  <a:gd name="T9" fmla="*/ 170 h 26"/>
                  <a:gd name="T10" fmla="*/ 276 w 17"/>
                  <a:gd name="T11" fmla="*/ 3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17" y="0"/>
                    </a:moveTo>
                    <a:cubicBezTo>
                      <a:pt x="13" y="3"/>
                      <a:pt x="9" y="11"/>
                      <a:pt x="5" y="16"/>
                    </a:cubicBezTo>
                    <a:cubicBezTo>
                      <a:pt x="2" y="21"/>
                      <a:pt x="0" y="23"/>
                      <a:pt x="6" y="26"/>
                    </a:cubicBezTo>
                    <a:cubicBezTo>
                      <a:pt x="2" y="22"/>
                      <a:pt x="5" y="17"/>
                      <a:pt x="10" y="16"/>
                    </a:cubicBezTo>
                    <a:cubicBezTo>
                      <a:pt x="9" y="12"/>
                      <a:pt x="13" y="12"/>
                      <a:pt x="14" y="9"/>
                    </a:cubicBezTo>
                    <a:cubicBezTo>
                      <a:pt x="16" y="7"/>
                      <a:pt x="15" y="3"/>
                      <a:pt x="17" y="2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2" name="Freeform 90">
                <a:extLst>
                  <a:ext uri="{FF2B5EF4-FFF2-40B4-BE49-F238E27FC236}">
                    <a16:creationId xmlns:a16="http://schemas.microsoft.com/office/drawing/2014/main" id="{B0F4811B-7C6E-4C95-99AC-96F448CBE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986"/>
                <a:ext cx="33" cy="64"/>
              </a:xfrm>
              <a:custGeom>
                <a:avLst/>
                <a:gdLst>
                  <a:gd name="T0" fmla="*/ 213 w 13"/>
                  <a:gd name="T1" fmla="*/ 0 h 24"/>
                  <a:gd name="T2" fmla="*/ 147 w 13"/>
                  <a:gd name="T3" fmla="*/ 456 h 24"/>
                  <a:gd name="T4" fmla="*/ 193 w 13"/>
                  <a:gd name="T5" fmla="*/ 205 h 24"/>
                  <a:gd name="T6" fmla="*/ 213 w 13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0"/>
                    </a:moveTo>
                    <a:cubicBezTo>
                      <a:pt x="11" y="11"/>
                      <a:pt x="0" y="14"/>
                      <a:pt x="9" y="24"/>
                    </a:cubicBezTo>
                    <a:cubicBezTo>
                      <a:pt x="7" y="19"/>
                      <a:pt x="4" y="13"/>
                      <a:pt x="12" y="11"/>
                    </a:cubicBezTo>
                    <a:cubicBezTo>
                      <a:pt x="9" y="9"/>
                      <a:pt x="11" y="4"/>
                      <a:pt x="13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3" name="Freeform 91">
                <a:extLst>
                  <a:ext uri="{FF2B5EF4-FFF2-40B4-BE49-F238E27FC236}">
                    <a16:creationId xmlns:a16="http://schemas.microsoft.com/office/drawing/2014/main" id="{9CCC8D7E-3805-4566-86B0-ED329326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911"/>
                <a:ext cx="30" cy="75"/>
              </a:xfrm>
              <a:custGeom>
                <a:avLst/>
                <a:gdLst>
                  <a:gd name="T0" fmla="*/ 175 w 12"/>
                  <a:gd name="T1" fmla="*/ 0 h 28"/>
                  <a:gd name="T2" fmla="*/ 50 w 12"/>
                  <a:gd name="T3" fmla="*/ 209 h 28"/>
                  <a:gd name="T4" fmla="*/ 83 w 12"/>
                  <a:gd name="T5" fmla="*/ 538 h 28"/>
                  <a:gd name="T6" fmla="*/ 158 w 12"/>
                  <a:gd name="T7" fmla="*/ 273 h 28"/>
                  <a:gd name="T8" fmla="*/ 188 w 12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1" y="0"/>
                    </a:moveTo>
                    <a:cubicBezTo>
                      <a:pt x="10" y="5"/>
                      <a:pt x="6" y="7"/>
                      <a:pt x="3" y="11"/>
                    </a:cubicBezTo>
                    <a:cubicBezTo>
                      <a:pt x="0" y="17"/>
                      <a:pt x="3" y="22"/>
                      <a:pt x="5" y="28"/>
                    </a:cubicBezTo>
                    <a:cubicBezTo>
                      <a:pt x="3" y="23"/>
                      <a:pt x="1" y="12"/>
                      <a:pt x="10" y="14"/>
                    </a:cubicBezTo>
                    <a:cubicBezTo>
                      <a:pt x="6" y="10"/>
                      <a:pt x="9" y="4"/>
                      <a:pt x="12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4" name="Freeform 92">
                <a:extLst>
                  <a:ext uri="{FF2B5EF4-FFF2-40B4-BE49-F238E27FC236}">
                    <a16:creationId xmlns:a16="http://schemas.microsoft.com/office/drawing/2014/main" id="{2128AC07-5DE0-4800-B8CA-30F8DF3B8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63"/>
                <a:ext cx="30" cy="35"/>
              </a:xfrm>
              <a:custGeom>
                <a:avLst/>
                <a:gdLst>
                  <a:gd name="T0" fmla="*/ 188 w 12"/>
                  <a:gd name="T1" fmla="*/ 0 h 13"/>
                  <a:gd name="T2" fmla="*/ 20 w 12"/>
                  <a:gd name="T3" fmla="*/ 81 h 13"/>
                  <a:gd name="T4" fmla="*/ 175 w 12"/>
                  <a:gd name="T5" fmla="*/ 253 h 13"/>
                  <a:gd name="T6" fmla="*/ 125 w 12"/>
                  <a:gd name="T7" fmla="*/ 94 h 13"/>
                  <a:gd name="T8" fmla="*/ 175 w 12"/>
                  <a:gd name="T9" fmla="*/ 2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10" y="0"/>
                      <a:pt x="2" y="0"/>
                      <a:pt x="1" y="4"/>
                    </a:cubicBezTo>
                    <a:cubicBezTo>
                      <a:pt x="0" y="9"/>
                      <a:pt x="10" y="10"/>
                      <a:pt x="11" y="13"/>
                    </a:cubicBezTo>
                    <a:cubicBezTo>
                      <a:pt x="8" y="12"/>
                      <a:pt x="2" y="4"/>
                      <a:pt x="8" y="5"/>
                    </a:cubicBezTo>
                    <a:cubicBezTo>
                      <a:pt x="7" y="3"/>
                      <a:pt x="9" y="1"/>
                      <a:pt x="11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5" name="Freeform 93">
                <a:extLst>
                  <a:ext uri="{FF2B5EF4-FFF2-40B4-BE49-F238E27FC236}">
                    <a16:creationId xmlns:a16="http://schemas.microsoft.com/office/drawing/2014/main" id="{1ABE7181-9560-446C-BC7B-BFC62E7AA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799"/>
                <a:ext cx="35" cy="30"/>
              </a:xfrm>
              <a:custGeom>
                <a:avLst/>
                <a:gdLst>
                  <a:gd name="T0" fmla="*/ 220 w 14"/>
                  <a:gd name="T1" fmla="*/ 60 h 11"/>
                  <a:gd name="T2" fmla="*/ 0 w 14"/>
                  <a:gd name="T3" fmla="*/ 224 h 11"/>
                  <a:gd name="T4" fmla="*/ 113 w 14"/>
                  <a:gd name="T5" fmla="*/ 164 h 11"/>
                  <a:gd name="T6" fmla="*/ 175 w 14"/>
                  <a:gd name="T7" fmla="*/ 6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3"/>
                    </a:moveTo>
                    <a:cubicBezTo>
                      <a:pt x="5" y="2"/>
                      <a:pt x="0" y="0"/>
                      <a:pt x="0" y="11"/>
                    </a:cubicBezTo>
                    <a:cubicBezTo>
                      <a:pt x="2" y="9"/>
                      <a:pt x="3" y="6"/>
                      <a:pt x="7" y="8"/>
                    </a:cubicBezTo>
                    <a:cubicBezTo>
                      <a:pt x="4" y="4"/>
                      <a:pt x="8" y="3"/>
                      <a:pt x="11" y="3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6" name="Freeform 94">
                <a:extLst>
                  <a:ext uri="{FF2B5EF4-FFF2-40B4-BE49-F238E27FC236}">
                    <a16:creationId xmlns:a16="http://schemas.microsoft.com/office/drawing/2014/main" id="{752294D2-FBB7-4FD9-8218-2D8EFDA69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33"/>
                <a:ext cx="35" cy="26"/>
              </a:xfrm>
              <a:custGeom>
                <a:avLst/>
                <a:gdLst>
                  <a:gd name="T0" fmla="*/ 175 w 14"/>
                  <a:gd name="T1" fmla="*/ 0 h 10"/>
                  <a:gd name="T2" fmla="*/ 220 w 14"/>
                  <a:gd name="T3" fmla="*/ 177 h 10"/>
                  <a:gd name="T4" fmla="*/ 208 w 14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1" y="0"/>
                    </a:moveTo>
                    <a:cubicBezTo>
                      <a:pt x="0" y="3"/>
                      <a:pt x="11" y="5"/>
                      <a:pt x="14" y="10"/>
                    </a:cubicBezTo>
                    <a:cubicBezTo>
                      <a:pt x="10" y="8"/>
                      <a:pt x="7" y="2"/>
                      <a:pt x="13" y="1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7" name="Freeform 95">
                <a:extLst>
                  <a:ext uri="{FF2B5EF4-FFF2-40B4-BE49-F238E27FC236}">
                    <a16:creationId xmlns:a16="http://schemas.microsoft.com/office/drawing/2014/main" id="{F271733B-394F-4E8F-8C11-36FAEEF99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405"/>
                <a:ext cx="35" cy="66"/>
              </a:xfrm>
              <a:custGeom>
                <a:avLst/>
                <a:gdLst>
                  <a:gd name="T0" fmla="*/ 220 w 14"/>
                  <a:gd name="T1" fmla="*/ 0 h 25"/>
                  <a:gd name="T2" fmla="*/ 113 w 14"/>
                  <a:gd name="T3" fmla="*/ 459 h 25"/>
                  <a:gd name="T4" fmla="*/ 145 w 14"/>
                  <a:gd name="T5" fmla="*/ 203 h 25"/>
                  <a:gd name="T6" fmla="*/ 208 w 14"/>
                  <a:gd name="T7" fmla="*/ 7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4" y="4"/>
                      <a:pt x="0" y="16"/>
                      <a:pt x="7" y="25"/>
                    </a:cubicBezTo>
                    <a:cubicBezTo>
                      <a:pt x="6" y="21"/>
                      <a:pt x="2" y="9"/>
                      <a:pt x="9" y="11"/>
                    </a:cubicBezTo>
                    <a:cubicBezTo>
                      <a:pt x="8" y="7"/>
                      <a:pt x="10" y="4"/>
                      <a:pt x="13" y="4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8" name="Freeform 96">
                <a:extLst>
                  <a:ext uri="{FF2B5EF4-FFF2-40B4-BE49-F238E27FC236}">
                    <a16:creationId xmlns:a16="http://schemas.microsoft.com/office/drawing/2014/main" id="{B6A2C239-110E-4432-9EE8-337383EA0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509"/>
                <a:ext cx="47" cy="45"/>
              </a:xfrm>
              <a:custGeom>
                <a:avLst/>
                <a:gdLst>
                  <a:gd name="T0" fmla="*/ 287 w 19"/>
                  <a:gd name="T1" fmla="*/ 56 h 17"/>
                  <a:gd name="T2" fmla="*/ 74 w 19"/>
                  <a:gd name="T3" fmla="*/ 56 h 17"/>
                  <a:gd name="T4" fmla="*/ 104 w 19"/>
                  <a:gd name="T5" fmla="*/ 315 h 17"/>
                  <a:gd name="T6" fmla="*/ 134 w 19"/>
                  <a:gd name="T7" fmla="*/ 148 h 17"/>
                  <a:gd name="T8" fmla="*/ 275 w 19"/>
                  <a:gd name="T9" fmla="*/ 9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cubicBezTo>
                      <a:pt x="15" y="3"/>
                      <a:pt x="8" y="0"/>
                      <a:pt x="5" y="3"/>
                    </a:cubicBezTo>
                    <a:cubicBezTo>
                      <a:pt x="0" y="7"/>
                      <a:pt x="5" y="13"/>
                      <a:pt x="7" y="17"/>
                    </a:cubicBezTo>
                    <a:cubicBezTo>
                      <a:pt x="6" y="14"/>
                      <a:pt x="3" y="3"/>
                      <a:pt x="9" y="8"/>
                    </a:cubicBezTo>
                    <a:cubicBezTo>
                      <a:pt x="10" y="3"/>
                      <a:pt x="17" y="8"/>
                      <a:pt x="18" y="5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9" name="Freeform 97">
                <a:extLst>
                  <a:ext uri="{FF2B5EF4-FFF2-40B4-BE49-F238E27FC236}">
                    <a16:creationId xmlns:a16="http://schemas.microsoft.com/office/drawing/2014/main" id="{3864122D-576A-4F6E-985A-F06CC3F2A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594"/>
                <a:ext cx="25" cy="16"/>
              </a:xfrm>
              <a:custGeom>
                <a:avLst/>
                <a:gdLst>
                  <a:gd name="T0" fmla="*/ 0 w 10"/>
                  <a:gd name="T1" fmla="*/ 93 h 6"/>
                  <a:gd name="T2" fmla="*/ 158 w 10"/>
                  <a:gd name="T3" fmla="*/ 77 h 6"/>
                  <a:gd name="T4" fmla="*/ 95 w 10"/>
                  <a:gd name="T5" fmla="*/ 115 h 6"/>
                  <a:gd name="T6" fmla="*/ 33 w 10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5"/>
                    </a:moveTo>
                    <a:cubicBezTo>
                      <a:pt x="1" y="0"/>
                      <a:pt x="10" y="0"/>
                      <a:pt x="10" y="4"/>
                    </a:cubicBezTo>
                    <a:cubicBezTo>
                      <a:pt x="8" y="2"/>
                      <a:pt x="5" y="3"/>
                      <a:pt x="6" y="6"/>
                    </a:cubicBezTo>
                    <a:cubicBezTo>
                      <a:pt x="5" y="5"/>
                      <a:pt x="3" y="4"/>
                      <a:pt x="2" y="4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0" name="Freeform 98">
                <a:extLst>
                  <a:ext uri="{FF2B5EF4-FFF2-40B4-BE49-F238E27FC236}">
                    <a16:creationId xmlns:a16="http://schemas.microsoft.com/office/drawing/2014/main" id="{9F47EC48-F9E1-44D4-B77A-1BBA7FAA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626"/>
                <a:ext cx="42" cy="32"/>
              </a:xfrm>
              <a:custGeom>
                <a:avLst/>
                <a:gdLst>
                  <a:gd name="T0" fmla="*/ 0 w 17"/>
                  <a:gd name="T1" fmla="*/ 227 h 12"/>
                  <a:gd name="T2" fmla="*/ 257 w 17"/>
                  <a:gd name="T3" fmla="*/ 171 h 12"/>
                  <a:gd name="T4" fmla="*/ 166 w 17"/>
                  <a:gd name="T5" fmla="*/ 192 h 12"/>
                  <a:gd name="T6" fmla="*/ 104 w 17"/>
                  <a:gd name="T7" fmla="*/ 14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12"/>
                    </a:moveTo>
                    <a:cubicBezTo>
                      <a:pt x="5" y="12"/>
                      <a:pt x="15" y="0"/>
                      <a:pt x="17" y="9"/>
                    </a:cubicBezTo>
                    <a:cubicBezTo>
                      <a:pt x="15" y="7"/>
                      <a:pt x="10" y="7"/>
                      <a:pt x="11" y="10"/>
                    </a:cubicBezTo>
                    <a:cubicBezTo>
                      <a:pt x="10" y="9"/>
                      <a:pt x="8" y="8"/>
                      <a:pt x="7" y="8"/>
                    </a:cubicBezTo>
                  </a:path>
                </a:pathLst>
              </a:custGeom>
              <a:solidFill>
                <a:srgbClr val="F4D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1" name="Freeform 99">
                <a:extLst>
                  <a:ext uri="{FF2B5EF4-FFF2-40B4-BE49-F238E27FC236}">
                    <a16:creationId xmlns:a16="http://schemas.microsoft.com/office/drawing/2014/main" id="{A31A9189-E378-4B47-8363-71BDA553F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821"/>
                <a:ext cx="142" cy="112"/>
              </a:xfrm>
              <a:custGeom>
                <a:avLst/>
                <a:gdLst>
                  <a:gd name="T0" fmla="*/ 262 w 57"/>
                  <a:gd name="T1" fmla="*/ 205 h 42"/>
                  <a:gd name="T2" fmla="*/ 496 w 57"/>
                  <a:gd name="T3" fmla="*/ 136 h 42"/>
                  <a:gd name="T4" fmla="*/ 590 w 57"/>
                  <a:gd name="T5" fmla="*/ 35 h 42"/>
                  <a:gd name="T6" fmla="*/ 665 w 57"/>
                  <a:gd name="T7" fmla="*/ 21 h 42"/>
                  <a:gd name="T8" fmla="*/ 757 w 57"/>
                  <a:gd name="T9" fmla="*/ 35 h 42"/>
                  <a:gd name="T10" fmla="*/ 837 w 57"/>
                  <a:gd name="T11" fmla="*/ 0 h 42"/>
                  <a:gd name="T12" fmla="*/ 882 w 57"/>
                  <a:gd name="T13" fmla="*/ 264 h 42"/>
                  <a:gd name="T14" fmla="*/ 712 w 57"/>
                  <a:gd name="T15" fmla="*/ 171 h 42"/>
                  <a:gd name="T16" fmla="*/ 590 w 57"/>
                  <a:gd name="T17" fmla="*/ 264 h 42"/>
                  <a:gd name="T18" fmla="*/ 478 w 57"/>
                  <a:gd name="T19" fmla="*/ 363 h 42"/>
                  <a:gd name="T20" fmla="*/ 558 w 57"/>
                  <a:gd name="T21" fmla="*/ 512 h 42"/>
                  <a:gd name="T22" fmla="*/ 404 w 57"/>
                  <a:gd name="T23" fmla="*/ 419 h 42"/>
                  <a:gd name="T24" fmla="*/ 311 w 57"/>
                  <a:gd name="T25" fmla="*/ 512 h 42"/>
                  <a:gd name="T26" fmla="*/ 187 w 57"/>
                  <a:gd name="T27" fmla="*/ 605 h 42"/>
                  <a:gd name="T28" fmla="*/ 75 w 57"/>
                  <a:gd name="T29" fmla="*/ 760 h 42"/>
                  <a:gd name="T30" fmla="*/ 0 w 57"/>
                  <a:gd name="T31" fmla="*/ 797 h 42"/>
                  <a:gd name="T32" fmla="*/ 137 w 57"/>
                  <a:gd name="T33" fmla="*/ 568 h 42"/>
                  <a:gd name="T34" fmla="*/ 229 w 57"/>
                  <a:gd name="T35" fmla="*/ 363 h 42"/>
                  <a:gd name="T36" fmla="*/ 125 w 57"/>
                  <a:gd name="T37" fmla="*/ 205 h 42"/>
                  <a:gd name="T38" fmla="*/ 341 w 57"/>
                  <a:gd name="T39" fmla="*/ 227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7" h="42">
                    <a:moveTo>
                      <a:pt x="17" y="11"/>
                    </a:moveTo>
                    <a:cubicBezTo>
                      <a:pt x="20" y="17"/>
                      <a:pt x="29" y="9"/>
                      <a:pt x="32" y="7"/>
                    </a:cubicBezTo>
                    <a:cubicBezTo>
                      <a:pt x="34" y="5"/>
                      <a:pt x="36" y="3"/>
                      <a:pt x="38" y="2"/>
                    </a:cubicBezTo>
                    <a:cubicBezTo>
                      <a:pt x="40" y="0"/>
                      <a:pt x="39" y="0"/>
                      <a:pt x="43" y="1"/>
                    </a:cubicBezTo>
                    <a:cubicBezTo>
                      <a:pt x="45" y="1"/>
                      <a:pt x="47" y="2"/>
                      <a:pt x="49" y="2"/>
                    </a:cubicBezTo>
                    <a:cubicBezTo>
                      <a:pt x="50" y="2"/>
                      <a:pt x="53" y="0"/>
                      <a:pt x="54" y="0"/>
                    </a:cubicBezTo>
                    <a:cubicBezTo>
                      <a:pt x="57" y="2"/>
                      <a:pt x="57" y="11"/>
                      <a:pt x="57" y="14"/>
                    </a:cubicBezTo>
                    <a:cubicBezTo>
                      <a:pt x="56" y="9"/>
                      <a:pt x="50" y="8"/>
                      <a:pt x="46" y="9"/>
                    </a:cubicBezTo>
                    <a:cubicBezTo>
                      <a:pt x="42" y="10"/>
                      <a:pt x="40" y="13"/>
                      <a:pt x="38" y="14"/>
                    </a:cubicBezTo>
                    <a:cubicBezTo>
                      <a:pt x="36" y="15"/>
                      <a:pt x="31" y="17"/>
                      <a:pt x="31" y="19"/>
                    </a:cubicBezTo>
                    <a:cubicBezTo>
                      <a:pt x="30" y="21"/>
                      <a:pt x="36" y="24"/>
                      <a:pt x="36" y="27"/>
                    </a:cubicBezTo>
                    <a:cubicBezTo>
                      <a:pt x="32" y="27"/>
                      <a:pt x="30" y="22"/>
                      <a:pt x="26" y="22"/>
                    </a:cubicBezTo>
                    <a:cubicBezTo>
                      <a:pt x="23" y="23"/>
                      <a:pt x="22" y="26"/>
                      <a:pt x="20" y="27"/>
                    </a:cubicBezTo>
                    <a:cubicBezTo>
                      <a:pt x="18" y="29"/>
                      <a:pt x="15" y="31"/>
                      <a:pt x="12" y="32"/>
                    </a:cubicBezTo>
                    <a:cubicBezTo>
                      <a:pt x="9" y="35"/>
                      <a:pt x="8" y="39"/>
                      <a:pt x="5" y="40"/>
                    </a:cubicBezTo>
                    <a:cubicBezTo>
                      <a:pt x="4" y="39"/>
                      <a:pt x="1" y="41"/>
                      <a:pt x="0" y="42"/>
                    </a:cubicBezTo>
                    <a:cubicBezTo>
                      <a:pt x="4" y="39"/>
                      <a:pt x="7" y="34"/>
                      <a:pt x="9" y="30"/>
                    </a:cubicBezTo>
                    <a:cubicBezTo>
                      <a:pt x="10" y="27"/>
                      <a:pt x="15" y="22"/>
                      <a:pt x="15" y="19"/>
                    </a:cubicBezTo>
                    <a:cubicBezTo>
                      <a:pt x="15" y="16"/>
                      <a:pt x="11" y="12"/>
                      <a:pt x="8" y="11"/>
                    </a:cubicBezTo>
                    <a:cubicBezTo>
                      <a:pt x="13" y="11"/>
                      <a:pt x="17" y="12"/>
                      <a:pt x="22" y="12"/>
                    </a:cubicBezTo>
                  </a:path>
                </a:pathLst>
              </a:custGeom>
              <a:solidFill>
                <a:srgbClr val="A89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2" name="Freeform 100">
                <a:extLst>
                  <a:ext uri="{FF2B5EF4-FFF2-40B4-BE49-F238E27FC236}">
                    <a16:creationId xmlns:a16="http://schemas.microsoft.com/office/drawing/2014/main" id="{74A8A48E-F88E-4E3F-A8A1-D42F668D5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895"/>
                <a:ext cx="83" cy="99"/>
              </a:xfrm>
              <a:custGeom>
                <a:avLst/>
                <a:gdLst>
                  <a:gd name="T0" fmla="*/ 475 w 33"/>
                  <a:gd name="T1" fmla="*/ 136 h 37"/>
                  <a:gd name="T2" fmla="*/ 410 w 33"/>
                  <a:gd name="T3" fmla="*/ 342 h 37"/>
                  <a:gd name="T4" fmla="*/ 304 w 33"/>
                  <a:gd name="T5" fmla="*/ 444 h 37"/>
                  <a:gd name="T6" fmla="*/ 0 w 33"/>
                  <a:gd name="T7" fmla="*/ 709 h 37"/>
                  <a:gd name="T8" fmla="*/ 241 w 33"/>
                  <a:gd name="T9" fmla="*/ 265 h 37"/>
                  <a:gd name="T10" fmla="*/ 126 w 33"/>
                  <a:gd name="T11" fmla="*/ 35 h 37"/>
                  <a:gd name="T12" fmla="*/ 347 w 33"/>
                  <a:gd name="T13" fmla="*/ 136 h 37"/>
                  <a:gd name="T14" fmla="*/ 526 w 33"/>
                  <a:gd name="T15" fmla="*/ 2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7">
                    <a:moveTo>
                      <a:pt x="30" y="7"/>
                    </a:moveTo>
                    <a:cubicBezTo>
                      <a:pt x="28" y="11"/>
                      <a:pt x="28" y="15"/>
                      <a:pt x="26" y="18"/>
                    </a:cubicBezTo>
                    <a:cubicBezTo>
                      <a:pt x="24" y="21"/>
                      <a:pt x="21" y="21"/>
                      <a:pt x="19" y="23"/>
                    </a:cubicBezTo>
                    <a:cubicBezTo>
                      <a:pt x="13" y="27"/>
                      <a:pt x="9" y="36"/>
                      <a:pt x="0" y="37"/>
                    </a:cubicBezTo>
                    <a:cubicBezTo>
                      <a:pt x="7" y="32"/>
                      <a:pt x="15" y="24"/>
                      <a:pt x="15" y="14"/>
                    </a:cubicBezTo>
                    <a:cubicBezTo>
                      <a:pt x="15" y="10"/>
                      <a:pt x="12" y="6"/>
                      <a:pt x="8" y="2"/>
                    </a:cubicBezTo>
                    <a:cubicBezTo>
                      <a:pt x="13" y="0"/>
                      <a:pt x="17" y="6"/>
                      <a:pt x="22" y="7"/>
                    </a:cubicBezTo>
                    <a:cubicBezTo>
                      <a:pt x="28" y="7"/>
                      <a:pt x="29" y="3"/>
                      <a:pt x="33" y="1"/>
                    </a:cubicBezTo>
                  </a:path>
                </a:pathLst>
              </a:custGeom>
              <a:solidFill>
                <a:srgbClr val="A89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3" name="Freeform 101">
                <a:extLst>
                  <a:ext uri="{FF2B5EF4-FFF2-40B4-BE49-F238E27FC236}">
                    <a16:creationId xmlns:a16="http://schemas.microsoft.com/office/drawing/2014/main" id="{0873E969-CAD8-4258-9963-967B2677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1989"/>
                <a:ext cx="65" cy="69"/>
              </a:xfrm>
              <a:custGeom>
                <a:avLst/>
                <a:gdLst>
                  <a:gd name="T0" fmla="*/ 50 w 26"/>
                  <a:gd name="T1" fmla="*/ 77 h 26"/>
                  <a:gd name="T2" fmla="*/ 125 w 26"/>
                  <a:gd name="T3" fmla="*/ 295 h 26"/>
                  <a:gd name="T4" fmla="*/ 0 w 26"/>
                  <a:gd name="T5" fmla="*/ 486 h 26"/>
                  <a:gd name="T6" fmla="*/ 238 w 26"/>
                  <a:gd name="T7" fmla="*/ 353 h 26"/>
                  <a:gd name="T8" fmla="*/ 345 w 26"/>
                  <a:gd name="T9" fmla="*/ 430 h 26"/>
                  <a:gd name="T10" fmla="*/ 408 w 26"/>
                  <a:gd name="T11" fmla="*/ 430 h 26"/>
                  <a:gd name="T12" fmla="*/ 395 w 26"/>
                  <a:gd name="T13" fmla="*/ 0 h 26"/>
                  <a:gd name="T14" fmla="*/ 113 w 26"/>
                  <a:gd name="T15" fmla="*/ 17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3" y="4"/>
                    </a:moveTo>
                    <a:cubicBezTo>
                      <a:pt x="5" y="8"/>
                      <a:pt x="10" y="11"/>
                      <a:pt x="8" y="16"/>
                    </a:cubicBezTo>
                    <a:cubicBezTo>
                      <a:pt x="7" y="19"/>
                      <a:pt x="3" y="23"/>
                      <a:pt x="0" y="26"/>
                    </a:cubicBezTo>
                    <a:cubicBezTo>
                      <a:pt x="4" y="23"/>
                      <a:pt x="10" y="17"/>
                      <a:pt x="15" y="19"/>
                    </a:cubicBezTo>
                    <a:cubicBezTo>
                      <a:pt x="18" y="20"/>
                      <a:pt x="19" y="23"/>
                      <a:pt x="22" y="23"/>
                    </a:cubicBezTo>
                    <a:cubicBezTo>
                      <a:pt x="23" y="24"/>
                      <a:pt x="24" y="23"/>
                      <a:pt x="26" y="23"/>
                    </a:cubicBezTo>
                    <a:cubicBezTo>
                      <a:pt x="18" y="21"/>
                      <a:pt x="25" y="5"/>
                      <a:pt x="25" y="0"/>
                    </a:cubicBezTo>
                    <a:cubicBezTo>
                      <a:pt x="20" y="6"/>
                      <a:pt x="15" y="12"/>
                      <a:pt x="7" y="9"/>
                    </a:cubicBezTo>
                  </a:path>
                </a:pathLst>
              </a:custGeom>
              <a:solidFill>
                <a:srgbClr val="A89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4" name="Freeform 102">
                <a:extLst>
                  <a:ext uri="{FF2B5EF4-FFF2-40B4-BE49-F238E27FC236}">
                    <a16:creationId xmlns:a16="http://schemas.microsoft.com/office/drawing/2014/main" id="{A2F1C521-DACF-4BB5-AC55-E03DCC786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866"/>
                <a:ext cx="77" cy="93"/>
              </a:xfrm>
              <a:custGeom>
                <a:avLst/>
                <a:gdLst>
                  <a:gd name="T0" fmla="*/ 229 w 31"/>
                  <a:gd name="T1" fmla="*/ 35 h 35"/>
                  <a:gd name="T2" fmla="*/ 0 w 31"/>
                  <a:gd name="T3" fmla="*/ 430 h 35"/>
                  <a:gd name="T4" fmla="*/ 246 w 31"/>
                  <a:gd name="T5" fmla="*/ 523 h 35"/>
                  <a:gd name="T6" fmla="*/ 383 w 31"/>
                  <a:gd name="T7" fmla="*/ 656 h 35"/>
                  <a:gd name="T8" fmla="*/ 320 w 31"/>
                  <a:gd name="T9" fmla="*/ 226 h 35"/>
                  <a:gd name="T10" fmla="*/ 474 w 31"/>
                  <a:gd name="T11" fmla="*/ 93 h 35"/>
                  <a:gd name="T12" fmla="*/ 229 w 31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15" y="2"/>
                    </a:moveTo>
                    <a:cubicBezTo>
                      <a:pt x="21" y="14"/>
                      <a:pt x="5" y="15"/>
                      <a:pt x="0" y="23"/>
                    </a:cubicBezTo>
                    <a:cubicBezTo>
                      <a:pt x="7" y="16"/>
                      <a:pt x="11" y="23"/>
                      <a:pt x="16" y="28"/>
                    </a:cubicBezTo>
                    <a:cubicBezTo>
                      <a:pt x="19" y="30"/>
                      <a:pt x="22" y="33"/>
                      <a:pt x="25" y="35"/>
                    </a:cubicBezTo>
                    <a:cubicBezTo>
                      <a:pt x="20" y="29"/>
                      <a:pt x="19" y="20"/>
                      <a:pt x="21" y="12"/>
                    </a:cubicBezTo>
                    <a:cubicBezTo>
                      <a:pt x="22" y="6"/>
                      <a:pt x="28" y="8"/>
                      <a:pt x="31" y="5"/>
                    </a:cubicBezTo>
                    <a:cubicBezTo>
                      <a:pt x="25" y="5"/>
                      <a:pt x="20" y="2"/>
                      <a:pt x="15" y="0"/>
                    </a:cubicBezTo>
                  </a:path>
                </a:pathLst>
              </a:custGeom>
              <a:solidFill>
                <a:srgbClr val="A89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5" name="Freeform 103">
                <a:extLst>
                  <a:ext uri="{FF2B5EF4-FFF2-40B4-BE49-F238E27FC236}">
                    <a16:creationId xmlns:a16="http://schemas.microsoft.com/office/drawing/2014/main" id="{5926DCD0-A969-4ADF-BAA3-CD9FE00D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871"/>
                <a:ext cx="70" cy="83"/>
              </a:xfrm>
              <a:custGeom>
                <a:avLst/>
                <a:gdLst>
                  <a:gd name="T0" fmla="*/ 0 w 28"/>
                  <a:gd name="T1" fmla="*/ 209 h 31"/>
                  <a:gd name="T2" fmla="*/ 125 w 28"/>
                  <a:gd name="T3" fmla="*/ 329 h 31"/>
                  <a:gd name="T4" fmla="*/ 125 w 28"/>
                  <a:gd name="T5" fmla="*/ 594 h 31"/>
                  <a:gd name="T6" fmla="*/ 283 w 28"/>
                  <a:gd name="T7" fmla="*/ 252 h 31"/>
                  <a:gd name="T8" fmla="*/ 375 w 28"/>
                  <a:gd name="T9" fmla="*/ 115 h 31"/>
                  <a:gd name="T10" fmla="*/ 438 w 28"/>
                  <a:gd name="T11" fmla="*/ 56 h 31"/>
                  <a:gd name="T12" fmla="*/ 283 w 28"/>
                  <a:gd name="T13" fmla="*/ 0 h 31"/>
                  <a:gd name="T14" fmla="*/ 33 w 28"/>
                  <a:gd name="T15" fmla="*/ 17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1">
                    <a:moveTo>
                      <a:pt x="0" y="11"/>
                    </a:moveTo>
                    <a:cubicBezTo>
                      <a:pt x="5" y="12"/>
                      <a:pt x="7" y="11"/>
                      <a:pt x="8" y="17"/>
                    </a:cubicBezTo>
                    <a:cubicBezTo>
                      <a:pt x="9" y="21"/>
                      <a:pt x="8" y="26"/>
                      <a:pt x="8" y="31"/>
                    </a:cubicBezTo>
                    <a:cubicBezTo>
                      <a:pt x="10" y="24"/>
                      <a:pt x="12" y="18"/>
                      <a:pt x="18" y="13"/>
                    </a:cubicBezTo>
                    <a:cubicBezTo>
                      <a:pt x="21" y="11"/>
                      <a:pt x="22" y="9"/>
                      <a:pt x="24" y="6"/>
                    </a:cubicBezTo>
                    <a:cubicBezTo>
                      <a:pt x="25" y="5"/>
                      <a:pt x="26" y="3"/>
                      <a:pt x="28" y="3"/>
                    </a:cubicBezTo>
                    <a:cubicBezTo>
                      <a:pt x="25" y="3"/>
                      <a:pt x="17" y="7"/>
                      <a:pt x="18" y="0"/>
                    </a:cubicBezTo>
                    <a:cubicBezTo>
                      <a:pt x="14" y="7"/>
                      <a:pt x="9" y="8"/>
                      <a:pt x="2" y="9"/>
                    </a:cubicBezTo>
                  </a:path>
                </a:pathLst>
              </a:custGeom>
              <a:solidFill>
                <a:srgbClr val="A89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6" name="Freeform 104">
                <a:extLst>
                  <a:ext uri="{FF2B5EF4-FFF2-40B4-BE49-F238E27FC236}">
                    <a16:creationId xmlns:a16="http://schemas.microsoft.com/office/drawing/2014/main" id="{0A818E28-9243-41BA-8193-753660417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845"/>
                <a:ext cx="68" cy="50"/>
              </a:xfrm>
              <a:custGeom>
                <a:avLst/>
                <a:gdLst>
                  <a:gd name="T0" fmla="*/ 63 w 27"/>
                  <a:gd name="T1" fmla="*/ 234 h 19"/>
                  <a:gd name="T2" fmla="*/ 285 w 27"/>
                  <a:gd name="T3" fmla="*/ 347 h 19"/>
                  <a:gd name="T4" fmla="*/ 413 w 27"/>
                  <a:gd name="T5" fmla="*/ 89 h 19"/>
                  <a:gd name="T6" fmla="*/ 431 w 27"/>
                  <a:gd name="T7" fmla="*/ 0 h 19"/>
                  <a:gd name="T8" fmla="*/ 0 w 27"/>
                  <a:gd name="T9" fmla="*/ 25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4" y="13"/>
                    </a:moveTo>
                    <a:cubicBezTo>
                      <a:pt x="10" y="13"/>
                      <a:pt x="13" y="15"/>
                      <a:pt x="18" y="19"/>
                    </a:cubicBezTo>
                    <a:cubicBezTo>
                      <a:pt x="16" y="13"/>
                      <a:pt x="24" y="9"/>
                      <a:pt x="26" y="5"/>
                    </a:cubicBezTo>
                    <a:cubicBezTo>
                      <a:pt x="27" y="3"/>
                      <a:pt x="27" y="2"/>
                      <a:pt x="27" y="0"/>
                    </a:cubicBezTo>
                    <a:cubicBezTo>
                      <a:pt x="20" y="10"/>
                      <a:pt x="8" y="6"/>
                      <a:pt x="0" y="14"/>
                    </a:cubicBezTo>
                  </a:path>
                </a:pathLst>
              </a:custGeom>
              <a:solidFill>
                <a:srgbClr val="A89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7" name="Freeform 105">
                <a:extLst>
                  <a:ext uri="{FF2B5EF4-FFF2-40B4-BE49-F238E27FC236}">
                    <a16:creationId xmlns:a16="http://schemas.microsoft.com/office/drawing/2014/main" id="{9BA48B42-941A-4F22-9596-4FDCF37A2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055"/>
                <a:ext cx="25" cy="51"/>
              </a:xfrm>
              <a:custGeom>
                <a:avLst/>
                <a:gdLst>
                  <a:gd name="T0" fmla="*/ 113 w 10"/>
                  <a:gd name="T1" fmla="*/ 0 h 19"/>
                  <a:gd name="T2" fmla="*/ 20 w 10"/>
                  <a:gd name="T3" fmla="*/ 137 h 19"/>
                  <a:gd name="T4" fmla="*/ 33 w 10"/>
                  <a:gd name="T5" fmla="*/ 368 h 19"/>
                  <a:gd name="T6" fmla="*/ 125 w 10"/>
                  <a:gd name="T7" fmla="*/ 150 h 19"/>
                  <a:gd name="T8" fmla="*/ 158 w 10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9">
                    <a:moveTo>
                      <a:pt x="7" y="0"/>
                    </a:moveTo>
                    <a:cubicBezTo>
                      <a:pt x="5" y="3"/>
                      <a:pt x="2" y="4"/>
                      <a:pt x="1" y="7"/>
                    </a:cubicBezTo>
                    <a:cubicBezTo>
                      <a:pt x="0" y="12"/>
                      <a:pt x="1" y="16"/>
                      <a:pt x="2" y="19"/>
                    </a:cubicBezTo>
                    <a:cubicBezTo>
                      <a:pt x="1" y="14"/>
                      <a:pt x="0" y="5"/>
                      <a:pt x="8" y="8"/>
                    </a:cubicBezTo>
                    <a:cubicBezTo>
                      <a:pt x="4" y="6"/>
                      <a:pt x="9" y="2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8" name="Freeform 106">
                <a:extLst>
                  <a:ext uri="{FF2B5EF4-FFF2-40B4-BE49-F238E27FC236}">
                    <a16:creationId xmlns:a16="http://schemas.microsoft.com/office/drawing/2014/main" id="{C18A2798-ECD1-4201-98A5-0BC16B2F5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095"/>
                <a:ext cx="15" cy="40"/>
              </a:xfrm>
              <a:custGeom>
                <a:avLst/>
                <a:gdLst>
                  <a:gd name="T0" fmla="*/ 95 w 6"/>
                  <a:gd name="T1" fmla="*/ 0 h 15"/>
                  <a:gd name="T2" fmla="*/ 0 w 6"/>
                  <a:gd name="T3" fmla="*/ 149 h 15"/>
                  <a:gd name="T4" fmla="*/ 63 w 6"/>
                  <a:gd name="T5" fmla="*/ 285 h 15"/>
                  <a:gd name="T6" fmla="*/ 95 w 6"/>
                  <a:gd name="T7" fmla="*/ 93 h 15"/>
                  <a:gd name="T8" fmla="*/ 95 w 6"/>
                  <a:gd name="T9" fmla="*/ 2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cubicBezTo>
                      <a:pt x="5" y="1"/>
                      <a:pt x="0" y="5"/>
                      <a:pt x="0" y="8"/>
                    </a:cubicBezTo>
                    <a:cubicBezTo>
                      <a:pt x="0" y="10"/>
                      <a:pt x="4" y="12"/>
                      <a:pt x="4" y="15"/>
                    </a:cubicBezTo>
                    <a:cubicBezTo>
                      <a:pt x="2" y="12"/>
                      <a:pt x="2" y="7"/>
                      <a:pt x="6" y="5"/>
                    </a:cubicBezTo>
                    <a:cubicBezTo>
                      <a:pt x="4" y="4"/>
                      <a:pt x="4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9" name="Freeform 107">
                <a:extLst>
                  <a:ext uri="{FF2B5EF4-FFF2-40B4-BE49-F238E27FC236}">
                    <a16:creationId xmlns:a16="http://schemas.microsoft.com/office/drawing/2014/main" id="{1D6BB36D-87F5-4DDD-828B-EC5190D7F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122"/>
                <a:ext cx="37" cy="48"/>
              </a:xfrm>
              <a:custGeom>
                <a:avLst/>
                <a:gdLst>
                  <a:gd name="T0" fmla="*/ 224 w 15"/>
                  <a:gd name="T1" fmla="*/ 0 h 18"/>
                  <a:gd name="T2" fmla="*/ 121 w 15"/>
                  <a:gd name="T3" fmla="*/ 205 h 18"/>
                  <a:gd name="T4" fmla="*/ 0 w 15"/>
                  <a:gd name="T5" fmla="*/ 341 h 18"/>
                  <a:gd name="T6" fmla="*/ 62 w 15"/>
                  <a:gd name="T7" fmla="*/ 285 h 18"/>
                  <a:gd name="T8" fmla="*/ 133 w 15"/>
                  <a:gd name="T9" fmla="*/ 285 h 18"/>
                  <a:gd name="T10" fmla="*/ 224 w 15"/>
                  <a:gd name="T11" fmla="*/ 171 h 18"/>
                  <a:gd name="T12" fmla="*/ 212 w 15"/>
                  <a:gd name="T13" fmla="*/ 93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8">
                    <a:moveTo>
                      <a:pt x="15" y="0"/>
                    </a:moveTo>
                    <a:cubicBezTo>
                      <a:pt x="14" y="4"/>
                      <a:pt x="12" y="8"/>
                      <a:pt x="8" y="11"/>
                    </a:cubicBezTo>
                    <a:cubicBezTo>
                      <a:pt x="6" y="13"/>
                      <a:pt x="1" y="14"/>
                      <a:pt x="0" y="18"/>
                    </a:cubicBezTo>
                    <a:cubicBezTo>
                      <a:pt x="1" y="17"/>
                      <a:pt x="3" y="16"/>
                      <a:pt x="4" y="15"/>
                    </a:cubicBezTo>
                    <a:cubicBezTo>
                      <a:pt x="6" y="15"/>
                      <a:pt x="8" y="16"/>
                      <a:pt x="9" y="15"/>
                    </a:cubicBezTo>
                    <a:cubicBezTo>
                      <a:pt x="11" y="14"/>
                      <a:pt x="11" y="10"/>
                      <a:pt x="15" y="9"/>
                    </a:cubicBezTo>
                    <a:cubicBezTo>
                      <a:pt x="14" y="7"/>
                      <a:pt x="15" y="6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0" name="Freeform 108">
                <a:extLst>
                  <a:ext uri="{FF2B5EF4-FFF2-40B4-BE49-F238E27FC236}">
                    <a16:creationId xmlns:a16="http://schemas.microsoft.com/office/drawing/2014/main" id="{C1F9D077-959F-41A4-BD3B-B5EF9BD80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997"/>
                <a:ext cx="35" cy="40"/>
              </a:xfrm>
              <a:custGeom>
                <a:avLst/>
                <a:gdLst>
                  <a:gd name="T0" fmla="*/ 220 w 14"/>
                  <a:gd name="T1" fmla="*/ 0 h 15"/>
                  <a:gd name="T2" fmla="*/ 113 w 14"/>
                  <a:gd name="T3" fmla="*/ 285 h 15"/>
                  <a:gd name="T4" fmla="*/ 220 w 14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cubicBezTo>
                      <a:pt x="9" y="2"/>
                      <a:pt x="0" y="7"/>
                      <a:pt x="7" y="15"/>
                    </a:cubicBezTo>
                    <a:cubicBezTo>
                      <a:pt x="5" y="9"/>
                      <a:pt x="9" y="5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1" name="Freeform 109">
                <a:extLst>
                  <a:ext uri="{FF2B5EF4-FFF2-40B4-BE49-F238E27FC236}">
                    <a16:creationId xmlns:a16="http://schemas.microsoft.com/office/drawing/2014/main" id="{EC53E18F-1CC1-4E67-A1F7-54505B21D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906"/>
                <a:ext cx="33" cy="32"/>
              </a:xfrm>
              <a:custGeom>
                <a:avLst/>
                <a:gdLst>
                  <a:gd name="T0" fmla="*/ 160 w 13"/>
                  <a:gd name="T1" fmla="*/ 0 h 12"/>
                  <a:gd name="T2" fmla="*/ 33 w 13"/>
                  <a:gd name="T3" fmla="*/ 227 h 12"/>
                  <a:gd name="T4" fmla="*/ 213 w 13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0" y="0"/>
                    </a:moveTo>
                    <a:cubicBezTo>
                      <a:pt x="5" y="1"/>
                      <a:pt x="0" y="6"/>
                      <a:pt x="2" y="12"/>
                    </a:cubicBezTo>
                    <a:cubicBezTo>
                      <a:pt x="4" y="6"/>
                      <a:pt x="6" y="4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2" name="Freeform 110">
                <a:extLst>
                  <a:ext uri="{FF2B5EF4-FFF2-40B4-BE49-F238E27FC236}">
                    <a16:creationId xmlns:a16="http://schemas.microsoft.com/office/drawing/2014/main" id="{35DD48EB-D44E-4654-A336-27A62D6B6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954"/>
                <a:ext cx="30" cy="40"/>
              </a:xfrm>
              <a:custGeom>
                <a:avLst/>
                <a:gdLst>
                  <a:gd name="T0" fmla="*/ 158 w 12"/>
                  <a:gd name="T1" fmla="*/ 0 h 15"/>
                  <a:gd name="T2" fmla="*/ 33 w 12"/>
                  <a:gd name="T3" fmla="*/ 115 h 15"/>
                  <a:gd name="T4" fmla="*/ 83 w 12"/>
                  <a:gd name="T5" fmla="*/ 285 h 15"/>
                  <a:gd name="T6" fmla="*/ 145 w 12"/>
                  <a:gd name="T7" fmla="*/ 93 h 15"/>
                  <a:gd name="T8" fmla="*/ 188 w 1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8" y="3"/>
                      <a:pt x="4" y="2"/>
                      <a:pt x="2" y="6"/>
                    </a:cubicBezTo>
                    <a:cubicBezTo>
                      <a:pt x="1" y="9"/>
                      <a:pt x="2" y="13"/>
                      <a:pt x="5" y="15"/>
                    </a:cubicBezTo>
                    <a:cubicBezTo>
                      <a:pt x="0" y="11"/>
                      <a:pt x="5" y="6"/>
                      <a:pt x="9" y="5"/>
                    </a:cubicBezTo>
                    <a:cubicBezTo>
                      <a:pt x="8" y="3"/>
                      <a:pt x="9" y="1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3" name="Freeform 111">
                <a:extLst>
                  <a:ext uri="{FF2B5EF4-FFF2-40B4-BE49-F238E27FC236}">
                    <a16:creationId xmlns:a16="http://schemas.microsoft.com/office/drawing/2014/main" id="{72611613-70A5-4F09-89B9-A8D00A454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874"/>
                <a:ext cx="20" cy="40"/>
              </a:xfrm>
              <a:custGeom>
                <a:avLst/>
                <a:gdLst>
                  <a:gd name="T0" fmla="*/ 113 w 8"/>
                  <a:gd name="T1" fmla="*/ 0 h 15"/>
                  <a:gd name="T2" fmla="*/ 95 w 8"/>
                  <a:gd name="T3" fmla="*/ 264 h 15"/>
                  <a:gd name="T4" fmla="*/ 125 w 8"/>
                  <a:gd name="T5" fmla="*/ 2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7" y="0"/>
                    </a:moveTo>
                    <a:cubicBezTo>
                      <a:pt x="5" y="2"/>
                      <a:pt x="0" y="15"/>
                      <a:pt x="6" y="14"/>
                    </a:cubicBezTo>
                    <a:cubicBezTo>
                      <a:pt x="4" y="9"/>
                      <a:pt x="5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4" name="Freeform 112">
                <a:extLst>
                  <a:ext uri="{FF2B5EF4-FFF2-40B4-BE49-F238E27FC236}">
                    <a16:creationId xmlns:a16="http://schemas.microsoft.com/office/drawing/2014/main" id="{68C0109B-E98C-45B2-AC31-713C05280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898"/>
                <a:ext cx="25" cy="32"/>
              </a:xfrm>
              <a:custGeom>
                <a:avLst/>
                <a:gdLst>
                  <a:gd name="T0" fmla="*/ 125 w 10"/>
                  <a:gd name="T1" fmla="*/ 35 h 12"/>
                  <a:gd name="T2" fmla="*/ 95 w 10"/>
                  <a:gd name="T3" fmla="*/ 227 h 12"/>
                  <a:gd name="T4" fmla="*/ 158 w 10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2"/>
                    </a:moveTo>
                    <a:cubicBezTo>
                      <a:pt x="1" y="0"/>
                      <a:pt x="0" y="9"/>
                      <a:pt x="6" y="12"/>
                    </a:cubicBezTo>
                    <a:cubicBezTo>
                      <a:pt x="0" y="8"/>
                      <a:pt x="8" y="5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5" name="Freeform 113">
                <a:extLst>
                  <a:ext uri="{FF2B5EF4-FFF2-40B4-BE49-F238E27FC236}">
                    <a16:creationId xmlns:a16="http://schemas.microsoft.com/office/drawing/2014/main" id="{5C780C12-91E7-4FF1-B47E-248ADAB53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154"/>
                <a:ext cx="32" cy="56"/>
              </a:xfrm>
              <a:custGeom>
                <a:avLst/>
                <a:gdLst>
                  <a:gd name="T0" fmla="*/ 162 w 13"/>
                  <a:gd name="T1" fmla="*/ 0 h 21"/>
                  <a:gd name="T2" fmla="*/ 153 w 13"/>
                  <a:gd name="T3" fmla="*/ 397 h 21"/>
                  <a:gd name="T4" fmla="*/ 182 w 13"/>
                  <a:gd name="T5" fmla="*/ 171 h 21"/>
                  <a:gd name="T6" fmla="*/ 194 w 1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11" y="0"/>
                    </a:moveTo>
                    <a:cubicBezTo>
                      <a:pt x="8" y="10"/>
                      <a:pt x="0" y="13"/>
                      <a:pt x="10" y="21"/>
                    </a:cubicBezTo>
                    <a:cubicBezTo>
                      <a:pt x="5" y="18"/>
                      <a:pt x="7" y="11"/>
                      <a:pt x="12" y="9"/>
                    </a:cubicBezTo>
                    <a:cubicBezTo>
                      <a:pt x="10" y="7"/>
                      <a:pt x="11" y="2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6" name="Freeform 114">
                <a:extLst>
                  <a:ext uri="{FF2B5EF4-FFF2-40B4-BE49-F238E27FC236}">
                    <a16:creationId xmlns:a16="http://schemas.microsoft.com/office/drawing/2014/main" id="{241BEDFF-3A51-474D-A405-0F095D66A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207"/>
                <a:ext cx="37" cy="38"/>
              </a:xfrm>
              <a:custGeom>
                <a:avLst/>
                <a:gdLst>
                  <a:gd name="T0" fmla="*/ 224 w 15"/>
                  <a:gd name="T1" fmla="*/ 0 h 14"/>
                  <a:gd name="T2" fmla="*/ 74 w 15"/>
                  <a:gd name="T3" fmla="*/ 280 h 14"/>
                  <a:gd name="T4" fmla="*/ 195 w 15"/>
                  <a:gd name="T5" fmla="*/ 81 h 14"/>
                  <a:gd name="T6" fmla="*/ 195 w 1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9" y="1"/>
                      <a:pt x="0" y="8"/>
                      <a:pt x="5" y="14"/>
                    </a:cubicBezTo>
                    <a:cubicBezTo>
                      <a:pt x="5" y="10"/>
                      <a:pt x="7" y="3"/>
                      <a:pt x="13" y="4"/>
                    </a:cubicBezTo>
                    <a:cubicBezTo>
                      <a:pt x="11" y="2"/>
                      <a:pt x="11" y="1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7" name="Freeform 115">
                <a:extLst>
                  <a:ext uri="{FF2B5EF4-FFF2-40B4-BE49-F238E27FC236}">
                    <a16:creationId xmlns:a16="http://schemas.microsoft.com/office/drawing/2014/main" id="{0D73673C-0FF3-4504-92F8-0FA969F0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239"/>
                <a:ext cx="40" cy="46"/>
              </a:xfrm>
              <a:custGeom>
                <a:avLst/>
                <a:gdLst>
                  <a:gd name="T0" fmla="*/ 208 w 16"/>
                  <a:gd name="T1" fmla="*/ 22 h 17"/>
                  <a:gd name="T2" fmla="*/ 50 w 16"/>
                  <a:gd name="T3" fmla="*/ 81 h 17"/>
                  <a:gd name="T4" fmla="*/ 33 w 16"/>
                  <a:gd name="T5" fmla="*/ 336 h 17"/>
                  <a:gd name="T6" fmla="*/ 175 w 16"/>
                  <a:gd name="T7" fmla="*/ 81 h 17"/>
                  <a:gd name="T8" fmla="*/ 25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3" y="1"/>
                    </a:moveTo>
                    <a:cubicBezTo>
                      <a:pt x="10" y="1"/>
                      <a:pt x="6" y="1"/>
                      <a:pt x="3" y="4"/>
                    </a:cubicBezTo>
                    <a:cubicBezTo>
                      <a:pt x="0" y="7"/>
                      <a:pt x="3" y="12"/>
                      <a:pt x="2" y="17"/>
                    </a:cubicBezTo>
                    <a:cubicBezTo>
                      <a:pt x="3" y="11"/>
                      <a:pt x="4" y="3"/>
                      <a:pt x="11" y="4"/>
                    </a:cubicBezTo>
                    <a:cubicBezTo>
                      <a:pt x="11" y="1"/>
                      <a:pt x="14" y="0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8" name="Freeform 116">
                <a:extLst>
                  <a:ext uri="{FF2B5EF4-FFF2-40B4-BE49-F238E27FC236}">
                    <a16:creationId xmlns:a16="http://schemas.microsoft.com/office/drawing/2014/main" id="{89913D8D-699D-4639-8C26-6309D5557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317"/>
                <a:ext cx="45" cy="53"/>
              </a:xfrm>
              <a:custGeom>
                <a:avLst/>
                <a:gdLst>
                  <a:gd name="T0" fmla="*/ 208 w 18"/>
                  <a:gd name="T1" fmla="*/ 21 h 20"/>
                  <a:gd name="T2" fmla="*/ 0 w 18"/>
                  <a:gd name="T3" fmla="*/ 371 h 20"/>
                  <a:gd name="T4" fmla="*/ 175 w 18"/>
                  <a:gd name="T5" fmla="*/ 148 h 20"/>
                  <a:gd name="T6" fmla="*/ 283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3" y="1"/>
                    </a:moveTo>
                    <a:cubicBezTo>
                      <a:pt x="7" y="3"/>
                      <a:pt x="2" y="14"/>
                      <a:pt x="0" y="20"/>
                    </a:cubicBezTo>
                    <a:cubicBezTo>
                      <a:pt x="2" y="15"/>
                      <a:pt x="6" y="9"/>
                      <a:pt x="11" y="8"/>
                    </a:cubicBezTo>
                    <a:cubicBezTo>
                      <a:pt x="9" y="2"/>
                      <a:pt x="14" y="0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9" name="Freeform 117">
                <a:extLst>
                  <a:ext uri="{FF2B5EF4-FFF2-40B4-BE49-F238E27FC236}">
                    <a16:creationId xmlns:a16="http://schemas.microsoft.com/office/drawing/2014/main" id="{35641CC8-FCD6-460A-AC13-C27DB50B1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285"/>
                <a:ext cx="28" cy="37"/>
              </a:xfrm>
              <a:custGeom>
                <a:avLst/>
                <a:gdLst>
                  <a:gd name="T0" fmla="*/ 130 w 11"/>
                  <a:gd name="T1" fmla="*/ 0 h 14"/>
                  <a:gd name="T2" fmla="*/ 64 w 11"/>
                  <a:gd name="T3" fmla="*/ 259 h 14"/>
                  <a:gd name="T4" fmla="*/ 181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cubicBezTo>
                      <a:pt x="0" y="3"/>
                      <a:pt x="5" y="8"/>
                      <a:pt x="4" y="14"/>
                    </a:cubicBezTo>
                    <a:cubicBezTo>
                      <a:pt x="2" y="6"/>
                      <a:pt x="8" y="4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0" name="Freeform 118">
                <a:extLst>
                  <a:ext uri="{FF2B5EF4-FFF2-40B4-BE49-F238E27FC236}">
                    <a16:creationId xmlns:a16="http://schemas.microsoft.com/office/drawing/2014/main" id="{9AC0423A-DC52-4C50-AD5D-3210FC8D3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2383"/>
                <a:ext cx="15" cy="48"/>
              </a:xfrm>
              <a:custGeom>
                <a:avLst/>
                <a:gdLst>
                  <a:gd name="T0" fmla="*/ 83 w 6"/>
                  <a:gd name="T1" fmla="*/ 0 h 18"/>
                  <a:gd name="T2" fmla="*/ 0 w 6"/>
                  <a:gd name="T3" fmla="*/ 149 h 18"/>
                  <a:gd name="T4" fmla="*/ 63 w 6"/>
                  <a:gd name="T5" fmla="*/ 341 h 18"/>
                  <a:gd name="T6" fmla="*/ 50 w 6"/>
                  <a:gd name="T7" fmla="*/ 149 h 18"/>
                  <a:gd name="T8" fmla="*/ 83 w 6"/>
                  <a:gd name="T9" fmla="*/ 171 h 18"/>
                  <a:gd name="T10" fmla="*/ 95 w 6"/>
                  <a:gd name="T11" fmla="*/ 2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8">
                    <a:moveTo>
                      <a:pt x="5" y="0"/>
                    </a:moveTo>
                    <a:cubicBezTo>
                      <a:pt x="4" y="3"/>
                      <a:pt x="0" y="5"/>
                      <a:pt x="0" y="8"/>
                    </a:cubicBezTo>
                    <a:cubicBezTo>
                      <a:pt x="0" y="12"/>
                      <a:pt x="3" y="15"/>
                      <a:pt x="4" y="18"/>
                    </a:cubicBezTo>
                    <a:cubicBezTo>
                      <a:pt x="3" y="15"/>
                      <a:pt x="2" y="12"/>
                      <a:pt x="3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1" y="8"/>
                      <a:pt x="4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1" name="Freeform 119">
                <a:extLst>
                  <a:ext uri="{FF2B5EF4-FFF2-40B4-BE49-F238E27FC236}">
                    <a16:creationId xmlns:a16="http://schemas.microsoft.com/office/drawing/2014/main" id="{A096972E-1904-4DBF-A4CA-493390E3D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479"/>
                <a:ext cx="18" cy="56"/>
              </a:xfrm>
              <a:custGeom>
                <a:avLst/>
                <a:gdLst>
                  <a:gd name="T0" fmla="*/ 85 w 7"/>
                  <a:gd name="T1" fmla="*/ 0 h 21"/>
                  <a:gd name="T2" fmla="*/ 21 w 7"/>
                  <a:gd name="T3" fmla="*/ 248 h 21"/>
                  <a:gd name="T4" fmla="*/ 118 w 7"/>
                  <a:gd name="T5" fmla="*/ 397 h 21"/>
                  <a:gd name="T6" fmla="*/ 67 w 7"/>
                  <a:gd name="T7" fmla="*/ 192 h 21"/>
                  <a:gd name="T8" fmla="*/ 100 w 7"/>
                  <a:gd name="T9" fmla="*/ 171 h 21"/>
                  <a:gd name="T10" fmla="*/ 100 w 7"/>
                  <a:gd name="T11" fmla="*/ 3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1">
                    <a:moveTo>
                      <a:pt x="5" y="0"/>
                    </a:moveTo>
                    <a:cubicBezTo>
                      <a:pt x="4" y="4"/>
                      <a:pt x="0" y="8"/>
                      <a:pt x="1" y="13"/>
                    </a:cubicBezTo>
                    <a:cubicBezTo>
                      <a:pt x="2" y="16"/>
                      <a:pt x="6" y="17"/>
                      <a:pt x="7" y="21"/>
                    </a:cubicBezTo>
                    <a:cubicBezTo>
                      <a:pt x="5" y="18"/>
                      <a:pt x="4" y="14"/>
                      <a:pt x="4" y="10"/>
                    </a:cubicBezTo>
                    <a:cubicBezTo>
                      <a:pt x="5" y="9"/>
                      <a:pt x="5" y="9"/>
                      <a:pt x="6" y="9"/>
                    </a:cubicBezTo>
                    <a:cubicBezTo>
                      <a:pt x="3" y="7"/>
                      <a:pt x="4" y="4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2" name="Freeform 120">
                <a:extLst>
                  <a:ext uri="{FF2B5EF4-FFF2-40B4-BE49-F238E27FC236}">
                    <a16:creationId xmlns:a16="http://schemas.microsoft.com/office/drawing/2014/main" id="{9FF6CC79-960F-47C0-8E77-F2ACCE8B5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551"/>
                <a:ext cx="42" cy="35"/>
              </a:xfrm>
              <a:custGeom>
                <a:avLst/>
                <a:gdLst>
                  <a:gd name="T0" fmla="*/ 0 w 17"/>
                  <a:gd name="T1" fmla="*/ 253 h 13"/>
                  <a:gd name="T2" fmla="*/ 121 w 17"/>
                  <a:gd name="T3" fmla="*/ 22 h 13"/>
                  <a:gd name="T4" fmla="*/ 257 w 17"/>
                  <a:gd name="T5" fmla="*/ 81 h 13"/>
                  <a:gd name="T6" fmla="*/ 133 w 17"/>
                  <a:gd name="T7" fmla="*/ 94 h 13"/>
                  <a:gd name="T8" fmla="*/ 74 w 17"/>
                  <a:gd name="T9" fmla="*/ 13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0" y="10"/>
                      <a:pt x="6" y="3"/>
                      <a:pt x="8" y="1"/>
                    </a:cubicBezTo>
                    <a:cubicBezTo>
                      <a:pt x="13" y="0"/>
                      <a:pt x="13" y="3"/>
                      <a:pt x="17" y="4"/>
                    </a:cubicBezTo>
                    <a:cubicBezTo>
                      <a:pt x="15" y="3"/>
                      <a:pt x="11" y="2"/>
                      <a:pt x="9" y="5"/>
                    </a:cubicBezTo>
                    <a:cubicBezTo>
                      <a:pt x="7" y="4"/>
                      <a:pt x="6" y="5"/>
                      <a:pt x="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3" name="Freeform 121">
                <a:extLst>
                  <a:ext uri="{FF2B5EF4-FFF2-40B4-BE49-F238E27FC236}">
                    <a16:creationId xmlns:a16="http://schemas.microsoft.com/office/drawing/2014/main" id="{9327D492-CE3C-47C6-BB09-E5A3734F5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407"/>
                <a:ext cx="47" cy="30"/>
              </a:xfrm>
              <a:custGeom>
                <a:avLst/>
                <a:gdLst>
                  <a:gd name="T0" fmla="*/ 0 w 19"/>
                  <a:gd name="T1" fmla="*/ 224 h 11"/>
                  <a:gd name="T2" fmla="*/ 153 w 19"/>
                  <a:gd name="T3" fmla="*/ 22 h 11"/>
                  <a:gd name="T4" fmla="*/ 287 w 19"/>
                  <a:gd name="T5" fmla="*/ 104 h 11"/>
                  <a:gd name="T6" fmla="*/ 183 w 19"/>
                  <a:gd name="T7" fmla="*/ 120 h 11"/>
                  <a:gd name="T8" fmla="*/ 104 w 19"/>
                  <a:gd name="T9" fmla="*/ 10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3" y="7"/>
                      <a:pt x="5" y="2"/>
                      <a:pt x="10" y="1"/>
                    </a:cubicBezTo>
                    <a:cubicBezTo>
                      <a:pt x="15" y="0"/>
                      <a:pt x="15" y="3"/>
                      <a:pt x="19" y="5"/>
                    </a:cubicBezTo>
                    <a:cubicBezTo>
                      <a:pt x="17" y="4"/>
                      <a:pt x="12" y="2"/>
                      <a:pt x="12" y="6"/>
                    </a:cubicBezTo>
                    <a:cubicBezTo>
                      <a:pt x="13" y="3"/>
                      <a:pt x="9" y="3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4" name="Freeform 122">
                <a:extLst>
                  <a:ext uri="{FF2B5EF4-FFF2-40B4-BE49-F238E27FC236}">
                    <a16:creationId xmlns:a16="http://schemas.microsoft.com/office/drawing/2014/main" id="{14F6A449-6E26-4CE9-A63A-AE0D59EF3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167"/>
                <a:ext cx="25" cy="54"/>
              </a:xfrm>
              <a:custGeom>
                <a:avLst/>
                <a:gdLst>
                  <a:gd name="T0" fmla="*/ 158 w 10"/>
                  <a:gd name="T1" fmla="*/ 0 h 20"/>
                  <a:gd name="T2" fmla="*/ 83 w 10"/>
                  <a:gd name="T3" fmla="*/ 394 h 20"/>
                  <a:gd name="T4" fmla="*/ 125 w 10"/>
                  <a:gd name="T5" fmla="*/ 176 h 20"/>
                  <a:gd name="T6" fmla="*/ 158 w 1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6" y="3"/>
                      <a:pt x="0" y="15"/>
                      <a:pt x="5" y="20"/>
                    </a:cubicBezTo>
                    <a:cubicBezTo>
                      <a:pt x="4" y="16"/>
                      <a:pt x="3" y="10"/>
                      <a:pt x="8" y="9"/>
                    </a:cubicBezTo>
                    <a:cubicBezTo>
                      <a:pt x="4" y="6"/>
                      <a:pt x="10" y="2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5" name="Freeform 123">
                <a:extLst>
                  <a:ext uri="{FF2B5EF4-FFF2-40B4-BE49-F238E27FC236}">
                    <a16:creationId xmlns:a16="http://schemas.microsoft.com/office/drawing/2014/main" id="{A00C87DB-83F3-4964-B243-6C3C40832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090"/>
                <a:ext cx="17" cy="29"/>
              </a:xfrm>
              <a:custGeom>
                <a:avLst/>
                <a:gdLst>
                  <a:gd name="T0" fmla="*/ 100 w 7"/>
                  <a:gd name="T1" fmla="*/ 0 h 11"/>
                  <a:gd name="T2" fmla="*/ 29 w 7"/>
                  <a:gd name="T3" fmla="*/ 200 h 11"/>
                  <a:gd name="T4" fmla="*/ 87 w 7"/>
                  <a:gd name="T5" fmla="*/ 76 h 11"/>
                  <a:gd name="T6" fmla="*/ 70 w 7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1" y="3"/>
                      <a:pt x="0" y="3"/>
                      <a:pt x="2" y="11"/>
                    </a:cubicBezTo>
                    <a:cubicBezTo>
                      <a:pt x="2" y="8"/>
                      <a:pt x="1" y="2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6" name="Freeform 124">
                <a:extLst>
                  <a:ext uri="{FF2B5EF4-FFF2-40B4-BE49-F238E27FC236}">
                    <a16:creationId xmlns:a16="http://schemas.microsoft.com/office/drawing/2014/main" id="{5A2F6653-74C9-4BBB-9DD8-2CBF0BD0E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829"/>
                <a:ext cx="23" cy="26"/>
              </a:xfrm>
              <a:custGeom>
                <a:avLst/>
                <a:gdLst>
                  <a:gd name="T0" fmla="*/ 151 w 9"/>
                  <a:gd name="T1" fmla="*/ 0 h 10"/>
                  <a:gd name="T2" fmla="*/ 84 w 9"/>
                  <a:gd name="T3" fmla="*/ 177 h 10"/>
                  <a:gd name="T4" fmla="*/ 118 w 9"/>
                  <a:gd name="T5" fmla="*/ 55 h 10"/>
                  <a:gd name="T6" fmla="*/ 151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4" y="3"/>
                      <a:pt x="0" y="4"/>
                      <a:pt x="5" y="10"/>
                    </a:cubicBezTo>
                    <a:cubicBezTo>
                      <a:pt x="3" y="7"/>
                      <a:pt x="3" y="3"/>
                      <a:pt x="7" y="3"/>
                    </a:cubicBezTo>
                    <a:cubicBezTo>
                      <a:pt x="7" y="1"/>
                      <a:pt x="8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7" name="Freeform 125">
                <a:extLst>
                  <a:ext uri="{FF2B5EF4-FFF2-40B4-BE49-F238E27FC236}">
                    <a16:creationId xmlns:a16="http://schemas.microsoft.com/office/drawing/2014/main" id="{CC7969AA-D7DC-4EA4-A783-BCD092EED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861"/>
                <a:ext cx="15" cy="26"/>
              </a:xfrm>
              <a:custGeom>
                <a:avLst/>
                <a:gdLst>
                  <a:gd name="T0" fmla="*/ 95 w 6"/>
                  <a:gd name="T1" fmla="*/ 0 h 10"/>
                  <a:gd name="T2" fmla="*/ 95 w 6"/>
                  <a:gd name="T3" fmla="*/ 177 h 10"/>
                  <a:gd name="T4" fmla="*/ 95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0" y="1"/>
                      <a:pt x="1" y="8"/>
                      <a:pt x="6" y="10"/>
                    </a:cubicBezTo>
                    <a:cubicBezTo>
                      <a:pt x="2" y="8"/>
                      <a:pt x="3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8" name="Freeform 126">
                <a:extLst>
                  <a:ext uri="{FF2B5EF4-FFF2-40B4-BE49-F238E27FC236}">
                    <a16:creationId xmlns:a16="http://schemas.microsoft.com/office/drawing/2014/main" id="{38383E35-2B6E-4C64-A7FB-16ACC6C84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925"/>
                <a:ext cx="15" cy="45"/>
              </a:xfrm>
              <a:custGeom>
                <a:avLst/>
                <a:gdLst>
                  <a:gd name="T0" fmla="*/ 83 w 6"/>
                  <a:gd name="T1" fmla="*/ 34 h 17"/>
                  <a:gd name="T2" fmla="*/ 20 w 6"/>
                  <a:gd name="T3" fmla="*/ 183 h 17"/>
                  <a:gd name="T4" fmla="*/ 83 w 6"/>
                  <a:gd name="T5" fmla="*/ 315 h 17"/>
                  <a:gd name="T6" fmla="*/ 95 w 6"/>
                  <a:gd name="T7" fmla="*/ 132 h 17"/>
                  <a:gd name="T8" fmla="*/ 95 w 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7">
                    <a:moveTo>
                      <a:pt x="5" y="2"/>
                    </a:moveTo>
                    <a:cubicBezTo>
                      <a:pt x="3" y="4"/>
                      <a:pt x="1" y="7"/>
                      <a:pt x="1" y="10"/>
                    </a:cubicBezTo>
                    <a:cubicBezTo>
                      <a:pt x="0" y="15"/>
                      <a:pt x="1" y="14"/>
                      <a:pt x="5" y="17"/>
                    </a:cubicBezTo>
                    <a:cubicBezTo>
                      <a:pt x="3" y="15"/>
                      <a:pt x="2" y="7"/>
                      <a:pt x="6" y="7"/>
                    </a:cubicBezTo>
                    <a:cubicBezTo>
                      <a:pt x="5" y="5"/>
                      <a:pt x="5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9" name="Freeform 127">
                <a:extLst>
                  <a:ext uri="{FF2B5EF4-FFF2-40B4-BE49-F238E27FC236}">
                    <a16:creationId xmlns:a16="http://schemas.microsoft.com/office/drawing/2014/main" id="{68115620-EBD3-448E-AF95-5659624C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042"/>
                <a:ext cx="27" cy="37"/>
              </a:xfrm>
              <a:custGeom>
                <a:avLst/>
                <a:gdLst>
                  <a:gd name="T0" fmla="*/ 0 w 11"/>
                  <a:gd name="T1" fmla="*/ 259 h 14"/>
                  <a:gd name="T2" fmla="*/ 162 w 11"/>
                  <a:gd name="T3" fmla="*/ 0 h 14"/>
                  <a:gd name="T4" fmla="*/ 91 w 11"/>
                  <a:gd name="T5" fmla="*/ 111 h 14"/>
                  <a:gd name="T6" fmla="*/ 42 w 11"/>
                  <a:gd name="T7" fmla="*/ 148 h 14"/>
                  <a:gd name="T8" fmla="*/ 29 w 11"/>
                  <a:gd name="T9" fmla="*/ 1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0" y="14"/>
                    </a:moveTo>
                    <a:cubicBezTo>
                      <a:pt x="0" y="6"/>
                      <a:pt x="5" y="3"/>
                      <a:pt x="11" y="0"/>
                    </a:cubicBezTo>
                    <a:cubicBezTo>
                      <a:pt x="9" y="2"/>
                      <a:pt x="7" y="3"/>
                      <a:pt x="6" y="6"/>
                    </a:cubicBezTo>
                    <a:cubicBezTo>
                      <a:pt x="4" y="5"/>
                      <a:pt x="3" y="6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0" name="Freeform 128">
                <a:extLst>
                  <a:ext uri="{FF2B5EF4-FFF2-40B4-BE49-F238E27FC236}">
                    <a16:creationId xmlns:a16="http://schemas.microsoft.com/office/drawing/2014/main" id="{429F2719-1337-4E3E-BBD1-DA79C8428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165"/>
                <a:ext cx="13" cy="26"/>
              </a:xfrm>
              <a:custGeom>
                <a:avLst/>
                <a:gdLst>
                  <a:gd name="T0" fmla="*/ 0 w 5"/>
                  <a:gd name="T1" fmla="*/ 177 h 10"/>
                  <a:gd name="T2" fmla="*/ 68 w 5"/>
                  <a:gd name="T3" fmla="*/ 0 h 10"/>
                  <a:gd name="T4" fmla="*/ 88 w 5"/>
                  <a:gd name="T5" fmla="*/ 0 h 10"/>
                  <a:gd name="T6" fmla="*/ 88 w 5"/>
                  <a:gd name="T7" fmla="*/ 122 h 10"/>
                  <a:gd name="T8" fmla="*/ 34 w 5"/>
                  <a:gd name="T9" fmla="*/ 14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1" y="6"/>
                      <a:pt x="2" y="3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3" y="5"/>
                      <a:pt x="5" y="7"/>
                    </a:cubicBezTo>
                    <a:cubicBezTo>
                      <a:pt x="3" y="6"/>
                      <a:pt x="2" y="7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1" name="Freeform 129">
                <a:extLst>
                  <a:ext uri="{FF2B5EF4-FFF2-40B4-BE49-F238E27FC236}">
                    <a16:creationId xmlns:a16="http://schemas.microsoft.com/office/drawing/2014/main" id="{FE3DC736-49E3-4CA3-BE70-83E743B3C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085"/>
                <a:ext cx="123" cy="224"/>
              </a:xfrm>
              <a:custGeom>
                <a:avLst/>
                <a:gdLst>
                  <a:gd name="T0" fmla="*/ 0 w 49"/>
                  <a:gd name="T1" fmla="*/ 797 h 84"/>
                  <a:gd name="T2" fmla="*/ 176 w 49"/>
                  <a:gd name="T3" fmla="*/ 1195 h 84"/>
                  <a:gd name="T4" fmla="*/ 271 w 49"/>
                  <a:gd name="T5" fmla="*/ 1592 h 84"/>
                  <a:gd name="T6" fmla="*/ 505 w 49"/>
                  <a:gd name="T7" fmla="*/ 1288 h 84"/>
                  <a:gd name="T8" fmla="*/ 663 w 49"/>
                  <a:gd name="T9" fmla="*/ 1080 h 84"/>
                  <a:gd name="T10" fmla="*/ 725 w 49"/>
                  <a:gd name="T11" fmla="*/ 661 h 84"/>
                  <a:gd name="T12" fmla="*/ 743 w 49"/>
                  <a:gd name="T13" fmla="*/ 0 h 84"/>
                  <a:gd name="T14" fmla="*/ 693 w 49"/>
                  <a:gd name="T15" fmla="*/ 341 h 84"/>
                  <a:gd name="T16" fmla="*/ 555 w 49"/>
                  <a:gd name="T17" fmla="*/ 819 h 84"/>
                  <a:gd name="T18" fmla="*/ 238 w 49"/>
                  <a:gd name="T19" fmla="*/ 909 h 84"/>
                  <a:gd name="T20" fmla="*/ 20 w 49"/>
                  <a:gd name="T21" fmla="*/ 776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84">
                    <a:moveTo>
                      <a:pt x="0" y="42"/>
                    </a:moveTo>
                    <a:cubicBezTo>
                      <a:pt x="5" y="47"/>
                      <a:pt x="8" y="57"/>
                      <a:pt x="11" y="63"/>
                    </a:cubicBezTo>
                    <a:cubicBezTo>
                      <a:pt x="14" y="70"/>
                      <a:pt x="16" y="77"/>
                      <a:pt x="17" y="84"/>
                    </a:cubicBezTo>
                    <a:cubicBezTo>
                      <a:pt x="22" y="79"/>
                      <a:pt x="27" y="73"/>
                      <a:pt x="32" y="68"/>
                    </a:cubicBezTo>
                    <a:cubicBezTo>
                      <a:pt x="36" y="65"/>
                      <a:pt x="40" y="62"/>
                      <a:pt x="42" y="57"/>
                    </a:cubicBezTo>
                    <a:cubicBezTo>
                      <a:pt x="45" y="50"/>
                      <a:pt x="45" y="43"/>
                      <a:pt x="46" y="35"/>
                    </a:cubicBezTo>
                    <a:cubicBezTo>
                      <a:pt x="46" y="23"/>
                      <a:pt x="49" y="12"/>
                      <a:pt x="47" y="0"/>
                    </a:cubicBezTo>
                    <a:cubicBezTo>
                      <a:pt x="49" y="5"/>
                      <a:pt x="46" y="13"/>
                      <a:pt x="44" y="18"/>
                    </a:cubicBezTo>
                    <a:cubicBezTo>
                      <a:pt x="42" y="25"/>
                      <a:pt x="41" y="37"/>
                      <a:pt x="35" y="43"/>
                    </a:cubicBezTo>
                    <a:cubicBezTo>
                      <a:pt x="30" y="48"/>
                      <a:pt x="22" y="49"/>
                      <a:pt x="15" y="48"/>
                    </a:cubicBezTo>
                    <a:cubicBezTo>
                      <a:pt x="11" y="47"/>
                      <a:pt x="5" y="43"/>
                      <a:pt x="1" y="4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2" name="Freeform 130">
                <a:extLst>
                  <a:ext uri="{FF2B5EF4-FFF2-40B4-BE49-F238E27FC236}">
                    <a16:creationId xmlns:a16="http://schemas.microsoft.com/office/drawing/2014/main" id="{2411AF01-7053-4176-B780-70967843E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146"/>
                <a:ext cx="55" cy="189"/>
              </a:xfrm>
              <a:custGeom>
                <a:avLst/>
                <a:gdLst>
                  <a:gd name="T0" fmla="*/ 333 w 22"/>
                  <a:gd name="T1" fmla="*/ 93 h 71"/>
                  <a:gd name="T2" fmla="*/ 0 w 22"/>
                  <a:gd name="T3" fmla="*/ 1339 h 71"/>
                  <a:gd name="T4" fmla="*/ 20 w 22"/>
                  <a:gd name="T5" fmla="*/ 886 h 71"/>
                  <a:gd name="T6" fmla="*/ 188 w 22"/>
                  <a:gd name="T7" fmla="*/ 546 h 71"/>
                  <a:gd name="T8" fmla="*/ 250 w 22"/>
                  <a:gd name="T9" fmla="*/ 226 h 71"/>
                  <a:gd name="T10" fmla="*/ 333 w 22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1">
                    <a:moveTo>
                      <a:pt x="21" y="5"/>
                    </a:moveTo>
                    <a:cubicBezTo>
                      <a:pt x="22" y="29"/>
                      <a:pt x="7" y="49"/>
                      <a:pt x="0" y="71"/>
                    </a:cubicBezTo>
                    <a:cubicBezTo>
                      <a:pt x="1" y="64"/>
                      <a:pt x="2" y="54"/>
                      <a:pt x="1" y="47"/>
                    </a:cubicBezTo>
                    <a:cubicBezTo>
                      <a:pt x="6" y="46"/>
                      <a:pt x="11" y="34"/>
                      <a:pt x="12" y="29"/>
                    </a:cubicBezTo>
                    <a:cubicBezTo>
                      <a:pt x="13" y="23"/>
                      <a:pt x="14" y="18"/>
                      <a:pt x="16" y="12"/>
                    </a:cubicBezTo>
                    <a:cubicBezTo>
                      <a:pt x="18" y="8"/>
                      <a:pt x="22" y="3"/>
                      <a:pt x="21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3" name="Freeform 131">
                <a:extLst>
                  <a:ext uri="{FF2B5EF4-FFF2-40B4-BE49-F238E27FC236}">
                    <a16:creationId xmlns:a16="http://schemas.microsoft.com/office/drawing/2014/main" id="{7824A2A9-4408-4636-9CA2-A5711C68D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277"/>
                <a:ext cx="130" cy="176"/>
              </a:xfrm>
              <a:custGeom>
                <a:avLst/>
                <a:gdLst>
                  <a:gd name="T0" fmla="*/ 0 w 52"/>
                  <a:gd name="T1" fmla="*/ 363 h 66"/>
                  <a:gd name="T2" fmla="*/ 270 w 52"/>
                  <a:gd name="T3" fmla="*/ 491 h 66"/>
                  <a:gd name="T4" fmla="*/ 520 w 52"/>
                  <a:gd name="T5" fmla="*/ 717 h 66"/>
                  <a:gd name="T6" fmla="*/ 800 w 52"/>
                  <a:gd name="T7" fmla="*/ 1251 h 66"/>
                  <a:gd name="T8" fmla="*/ 813 w 52"/>
                  <a:gd name="T9" fmla="*/ 1003 h 66"/>
                  <a:gd name="T10" fmla="*/ 750 w 52"/>
                  <a:gd name="T11" fmla="*/ 661 h 66"/>
                  <a:gd name="T12" fmla="*/ 658 w 52"/>
                  <a:gd name="T13" fmla="*/ 264 h 66"/>
                  <a:gd name="T14" fmla="*/ 550 w 52"/>
                  <a:gd name="T15" fmla="*/ 0 h 66"/>
                  <a:gd name="T16" fmla="*/ 550 w 52"/>
                  <a:gd name="T17" fmla="*/ 419 h 66"/>
                  <a:gd name="T18" fmla="*/ 345 w 52"/>
                  <a:gd name="T19" fmla="*/ 376 h 66"/>
                  <a:gd name="T20" fmla="*/ 50 w 52"/>
                  <a:gd name="T21" fmla="*/ 341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66">
                    <a:moveTo>
                      <a:pt x="0" y="19"/>
                    </a:moveTo>
                    <a:cubicBezTo>
                      <a:pt x="6" y="21"/>
                      <a:pt x="11" y="22"/>
                      <a:pt x="17" y="26"/>
                    </a:cubicBezTo>
                    <a:cubicBezTo>
                      <a:pt x="23" y="29"/>
                      <a:pt x="28" y="34"/>
                      <a:pt x="33" y="38"/>
                    </a:cubicBezTo>
                    <a:cubicBezTo>
                      <a:pt x="40" y="46"/>
                      <a:pt x="49" y="56"/>
                      <a:pt x="51" y="66"/>
                    </a:cubicBezTo>
                    <a:cubicBezTo>
                      <a:pt x="50" y="61"/>
                      <a:pt x="52" y="57"/>
                      <a:pt x="52" y="53"/>
                    </a:cubicBezTo>
                    <a:cubicBezTo>
                      <a:pt x="52" y="47"/>
                      <a:pt x="49" y="41"/>
                      <a:pt x="48" y="35"/>
                    </a:cubicBezTo>
                    <a:cubicBezTo>
                      <a:pt x="46" y="28"/>
                      <a:pt x="45" y="20"/>
                      <a:pt x="42" y="14"/>
                    </a:cubicBezTo>
                    <a:cubicBezTo>
                      <a:pt x="40" y="10"/>
                      <a:pt x="37" y="3"/>
                      <a:pt x="35" y="0"/>
                    </a:cubicBezTo>
                    <a:cubicBezTo>
                      <a:pt x="37" y="5"/>
                      <a:pt x="43" y="19"/>
                      <a:pt x="35" y="22"/>
                    </a:cubicBezTo>
                    <a:cubicBezTo>
                      <a:pt x="32" y="23"/>
                      <a:pt x="25" y="21"/>
                      <a:pt x="22" y="20"/>
                    </a:cubicBezTo>
                    <a:cubicBezTo>
                      <a:pt x="16" y="19"/>
                      <a:pt x="9" y="18"/>
                      <a:pt x="3" y="18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4" name="Freeform 132">
                <a:extLst>
                  <a:ext uri="{FF2B5EF4-FFF2-40B4-BE49-F238E27FC236}">
                    <a16:creationId xmlns:a16="http://schemas.microsoft.com/office/drawing/2014/main" id="{63389F0F-DFA0-4AEE-B88A-5C3461E0B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1687"/>
                <a:ext cx="125" cy="48"/>
              </a:xfrm>
              <a:custGeom>
                <a:avLst/>
                <a:gdLst>
                  <a:gd name="T0" fmla="*/ 145 w 50"/>
                  <a:gd name="T1" fmla="*/ 35 h 18"/>
                  <a:gd name="T2" fmla="*/ 0 w 50"/>
                  <a:gd name="T3" fmla="*/ 264 h 18"/>
                  <a:gd name="T4" fmla="*/ 125 w 50"/>
                  <a:gd name="T5" fmla="*/ 341 h 18"/>
                  <a:gd name="T6" fmla="*/ 783 w 50"/>
                  <a:gd name="T7" fmla="*/ 136 h 18"/>
                  <a:gd name="T8" fmla="*/ 175 w 50"/>
                  <a:gd name="T9" fmla="*/ 3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8">
                    <a:moveTo>
                      <a:pt x="9" y="2"/>
                    </a:moveTo>
                    <a:cubicBezTo>
                      <a:pt x="8" y="6"/>
                      <a:pt x="4" y="11"/>
                      <a:pt x="0" y="14"/>
                    </a:cubicBezTo>
                    <a:cubicBezTo>
                      <a:pt x="3" y="15"/>
                      <a:pt x="6" y="16"/>
                      <a:pt x="8" y="18"/>
                    </a:cubicBezTo>
                    <a:cubicBezTo>
                      <a:pt x="10" y="8"/>
                      <a:pt x="43" y="4"/>
                      <a:pt x="50" y="7"/>
                    </a:cubicBezTo>
                    <a:cubicBezTo>
                      <a:pt x="40" y="2"/>
                      <a:pt x="20" y="0"/>
                      <a:pt x="11" y="2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5" name="Freeform 133">
                <a:extLst>
                  <a:ext uri="{FF2B5EF4-FFF2-40B4-BE49-F238E27FC236}">
                    <a16:creationId xmlns:a16="http://schemas.microsoft.com/office/drawing/2014/main" id="{15C131DA-EFBA-4A19-91A3-1C39CEF25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1733"/>
                <a:ext cx="102" cy="53"/>
              </a:xfrm>
              <a:custGeom>
                <a:avLst/>
                <a:gdLst>
                  <a:gd name="T0" fmla="*/ 0 w 41"/>
                  <a:gd name="T1" fmla="*/ 371 h 20"/>
                  <a:gd name="T2" fmla="*/ 341 w 41"/>
                  <a:gd name="T3" fmla="*/ 239 h 20"/>
                  <a:gd name="T4" fmla="*/ 445 w 41"/>
                  <a:gd name="T5" fmla="*/ 204 h 20"/>
                  <a:gd name="T6" fmla="*/ 632 w 41"/>
                  <a:gd name="T7" fmla="*/ 77 h 20"/>
                  <a:gd name="T8" fmla="*/ 30 w 4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6" y="15"/>
                      <a:pt x="14" y="12"/>
                      <a:pt x="22" y="13"/>
                    </a:cubicBezTo>
                    <a:cubicBezTo>
                      <a:pt x="27" y="13"/>
                      <a:pt x="25" y="14"/>
                      <a:pt x="29" y="11"/>
                    </a:cubicBezTo>
                    <a:cubicBezTo>
                      <a:pt x="32" y="8"/>
                      <a:pt x="37" y="4"/>
                      <a:pt x="41" y="4"/>
                    </a:cubicBezTo>
                    <a:cubicBezTo>
                      <a:pt x="30" y="0"/>
                      <a:pt x="10" y="10"/>
                      <a:pt x="2" y="19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6" name="Freeform 134">
                <a:extLst>
                  <a:ext uri="{FF2B5EF4-FFF2-40B4-BE49-F238E27FC236}">
                    <a16:creationId xmlns:a16="http://schemas.microsoft.com/office/drawing/2014/main" id="{3F207E17-0947-4BDC-B3CD-1E60A1DEB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474"/>
                <a:ext cx="22" cy="221"/>
              </a:xfrm>
              <a:custGeom>
                <a:avLst/>
                <a:gdLst>
                  <a:gd name="T0" fmla="*/ 59 w 9"/>
                  <a:gd name="T1" fmla="*/ 0 h 83"/>
                  <a:gd name="T2" fmla="*/ 90 w 9"/>
                  <a:gd name="T3" fmla="*/ 887 h 83"/>
                  <a:gd name="T4" fmla="*/ 59 w 9"/>
                  <a:gd name="T5" fmla="*/ 1305 h 83"/>
                  <a:gd name="T6" fmla="*/ 0 w 9"/>
                  <a:gd name="T7" fmla="*/ 1566 h 83"/>
                  <a:gd name="T8" fmla="*/ 0 w 9"/>
                  <a:gd name="T9" fmla="*/ 1339 h 83"/>
                  <a:gd name="T10" fmla="*/ 12 w 9"/>
                  <a:gd name="T11" fmla="*/ 865 h 83"/>
                  <a:gd name="T12" fmla="*/ 29 w 9"/>
                  <a:gd name="T13" fmla="*/ 375 h 83"/>
                  <a:gd name="T14" fmla="*/ 42 w 9"/>
                  <a:gd name="T15" fmla="*/ 192 h 83"/>
                  <a:gd name="T16" fmla="*/ 59 w 9"/>
                  <a:gd name="T17" fmla="*/ 21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83">
                    <a:moveTo>
                      <a:pt x="4" y="0"/>
                    </a:moveTo>
                    <a:cubicBezTo>
                      <a:pt x="9" y="16"/>
                      <a:pt x="7" y="31"/>
                      <a:pt x="6" y="47"/>
                    </a:cubicBezTo>
                    <a:cubicBezTo>
                      <a:pt x="6" y="54"/>
                      <a:pt x="5" y="62"/>
                      <a:pt x="4" y="69"/>
                    </a:cubicBezTo>
                    <a:cubicBezTo>
                      <a:pt x="3" y="73"/>
                      <a:pt x="2" y="80"/>
                      <a:pt x="0" y="83"/>
                    </a:cubicBezTo>
                    <a:cubicBezTo>
                      <a:pt x="1" y="80"/>
                      <a:pt x="0" y="74"/>
                      <a:pt x="0" y="71"/>
                    </a:cubicBezTo>
                    <a:cubicBezTo>
                      <a:pt x="0" y="62"/>
                      <a:pt x="0" y="54"/>
                      <a:pt x="1" y="46"/>
                    </a:cubicBezTo>
                    <a:cubicBezTo>
                      <a:pt x="2" y="37"/>
                      <a:pt x="2" y="28"/>
                      <a:pt x="2" y="20"/>
                    </a:cubicBezTo>
                    <a:cubicBezTo>
                      <a:pt x="3" y="17"/>
                      <a:pt x="4" y="13"/>
                      <a:pt x="3" y="10"/>
                    </a:cubicBezTo>
                    <a:cubicBezTo>
                      <a:pt x="3" y="7"/>
                      <a:pt x="3" y="4"/>
                      <a:pt x="4" y="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7" name="Freeform 135">
                <a:extLst>
                  <a:ext uri="{FF2B5EF4-FFF2-40B4-BE49-F238E27FC236}">
                    <a16:creationId xmlns:a16="http://schemas.microsoft.com/office/drawing/2014/main" id="{872285F5-15D8-4D0E-A20D-3499A7D46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698"/>
                <a:ext cx="160" cy="40"/>
              </a:xfrm>
              <a:custGeom>
                <a:avLst/>
                <a:gdLst>
                  <a:gd name="T0" fmla="*/ 113 w 64"/>
                  <a:gd name="T1" fmla="*/ 35 h 15"/>
                  <a:gd name="T2" fmla="*/ 470 w 64"/>
                  <a:gd name="T3" fmla="*/ 171 h 15"/>
                  <a:gd name="T4" fmla="*/ 1000 w 64"/>
                  <a:gd name="T5" fmla="*/ 285 h 15"/>
                  <a:gd name="T6" fmla="*/ 813 w 64"/>
                  <a:gd name="T7" fmla="*/ 171 h 15"/>
                  <a:gd name="T8" fmla="*/ 345 w 64"/>
                  <a:gd name="T9" fmla="*/ 21 h 15"/>
                  <a:gd name="T10" fmla="*/ 0 w 64"/>
                  <a:gd name="T11" fmla="*/ 3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15">
                    <a:moveTo>
                      <a:pt x="7" y="2"/>
                    </a:moveTo>
                    <a:cubicBezTo>
                      <a:pt x="15" y="3"/>
                      <a:pt x="22" y="8"/>
                      <a:pt x="30" y="9"/>
                    </a:cubicBezTo>
                    <a:cubicBezTo>
                      <a:pt x="41" y="10"/>
                      <a:pt x="54" y="9"/>
                      <a:pt x="64" y="15"/>
                    </a:cubicBezTo>
                    <a:cubicBezTo>
                      <a:pt x="60" y="13"/>
                      <a:pt x="57" y="10"/>
                      <a:pt x="52" y="9"/>
                    </a:cubicBezTo>
                    <a:cubicBezTo>
                      <a:pt x="47" y="7"/>
                      <a:pt x="27" y="1"/>
                      <a:pt x="22" y="1"/>
                    </a:cubicBezTo>
                    <a:cubicBezTo>
                      <a:pt x="15" y="0"/>
                      <a:pt x="7" y="0"/>
                      <a:pt x="0" y="2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8" name="Freeform 136">
                <a:extLst>
                  <a:ext uri="{FF2B5EF4-FFF2-40B4-BE49-F238E27FC236}">
                    <a16:creationId xmlns:a16="http://schemas.microsoft.com/office/drawing/2014/main" id="{ACCAAAFA-E662-4E1C-A0B1-FF4D600D4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589"/>
                <a:ext cx="125" cy="104"/>
              </a:xfrm>
              <a:custGeom>
                <a:avLst/>
                <a:gdLst>
                  <a:gd name="T0" fmla="*/ 63 w 50"/>
                  <a:gd name="T1" fmla="*/ 376 h 39"/>
                  <a:gd name="T2" fmla="*/ 20 w 50"/>
                  <a:gd name="T3" fmla="*/ 739 h 39"/>
                  <a:gd name="T4" fmla="*/ 313 w 50"/>
                  <a:gd name="T5" fmla="*/ 264 h 39"/>
                  <a:gd name="T6" fmla="*/ 783 w 50"/>
                  <a:gd name="T7" fmla="*/ 21 h 39"/>
                  <a:gd name="T8" fmla="*/ 425 w 50"/>
                  <a:gd name="T9" fmla="*/ 136 h 39"/>
                  <a:gd name="T10" fmla="*/ 238 w 50"/>
                  <a:gd name="T11" fmla="*/ 227 h 39"/>
                  <a:gd name="T12" fmla="*/ 113 w 50"/>
                  <a:gd name="T13" fmla="*/ 36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9">
                    <a:moveTo>
                      <a:pt x="4" y="20"/>
                    </a:moveTo>
                    <a:cubicBezTo>
                      <a:pt x="1" y="26"/>
                      <a:pt x="0" y="33"/>
                      <a:pt x="1" y="39"/>
                    </a:cubicBezTo>
                    <a:cubicBezTo>
                      <a:pt x="4" y="27"/>
                      <a:pt x="9" y="20"/>
                      <a:pt x="20" y="14"/>
                    </a:cubicBezTo>
                    <a:cubicBezTo>
                      <a:pt x="29" y="9"/>
                      <a:pt x="40" y="5"/>
                      <a:pt x="50" y="1"/>
                    </a:cubicBezTo>
                    <a:cubicBezTo>
                      <a:pt x="42" y="0"/>
                      <a:pt x="33" y="4"/>
                      <a:pt x="27" y="7"/>
                    </a:cubicBezTo>
                    <a:cubicBezTo>
                      <a:pt x="23" y="9"/>
                      <a:pt x="19" y="10"/>
                      <a:pt x="15" y="12"/>
                    </a:cubicBezTo>
                    <a:cubicBezTo>
                      <a:pt x="12" y="14"/>
                      <a:pt x="10" y="17"/>
                      <a:pt x="7" y="19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9" name="Freeform 137">
                <a:extLst>
                  <a:ext uri="{FF2B5EF4-FFF2-40B4-BE49-F238E27FC236}">
                    <a16:creationId xmlns:a16="http://schemas.microsoft.com/office/drawing/2014/main" id="{478A9BCB-288E-4728-8E28-6A0F3BF04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997"/>
                <a:ext cx="52" cy="184"/>
              </a:xfrm>
              <a:custGeom>
                <a:avLst/>
                <a:gdLst>
                  <a:gd name="T0" fmla="*/ 215 w 21"/>
                  <a:gd name="T1" fmla="*/ 0 h 69"/>
                  <a:gd name="T2" fmla="*/ 287 w 21"/>
                  <a:gd name="T3" fmla="*/ 776 h 69"/>
                  <a:gd name="T4" fmla="*/ 258 w 21"/>
                  <a:gd name="T5" fmla="*/ 989 h 69"/>
                  <a:gd name="T6" fmla="*/ 104 w 21"/>
                  <a:gd name="T7" fmla="*/ 1309 h 69"/>
                  <a:gd name="T8" fmla="*/ 74 w 21"/>
                  <a:gd name="T9" fmla="*/ 1195 h 69"/>
                  <a:gd name="T10" fmla="*/ 0 w 21"/>
                  <a:gd name="T11" fmla="*/ 1024 h 69"/>
                  <a:gd name="T12" fmla="*/ 134 w 21"/>
                  <a:gd name="T13" fmla="*/ 627 h 69"/>
                  <a:gd name="T14" fmla="*/ 166 w 21"/>
                  <a:gd name="T15" fmla="*/ 227 h 69"/>
                  <a:gd name="T16" fmla="*/ 215 w 21"/>
                  <a:gd name="T17" fmla="*/ 35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69">
                    <a:moveTo>
                      <a:pt x="14" y="0"/>
                    </a:moveTo>
                    <a:cubicBezTo>
                      <a:pt x="10" y="13"/>
                      <a:pt x="15" y="29"/>
                      <a:pt x="19" y="41"/>
                    </a:cubicBezTo>
                    <a:cubicBezTo>
                      <a:pt x="21" y="46"/>
                      <a:pt x="20" y="47"/>
                      <a:pt x="17" y="52"/>
                    </a:cubicBezTo>
                    <a:cubicBezTo>
                      <a:pt x="14" y="57"/>
                      <a:pt x="9" y="63"/>
                      <a:pt x="7" y="69"/>
                    </a:cubicBezTo>
                    <a:cubicBezTo>
                      <a:pt x="7" y="67"/>
                      <a:pt x="6" y="65"/>
                      <a:pt x="5" y="63"/>
                    </a:cubicBezTo>
                    <a:cubicBezTo>
                      <a:pt x="3" y="60"/>
                      <a:pt x="0" y="57"/>
                      <a:pt x="0" y="54"/>
                    </a:cubicBezTo>
                    <a:cubicBezTo>
                      <a:pt x="8" y="63"/>
                      <a:pt x="9" y="36"/>
                      <a:pt x="9" y="33"/>
                    </a:cubicBezTo>
                    <a:cubicBezTo>
                      <a:pt x="9" y="26"/>
                      <a:pt x="8" y="19"/>
                      <a:pt x="11" y="12"/>
                    </a:cubicBezTo>
                    <a:cubicBezTo>
                      <a:pt x="12" y="9"/>
                      <a:pt x="13" y="6"/>
                      <a:pt x="14" y="2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0" name="Freeform 138">
                <a:extLst>
                  <a:ext uri="{FF2B5EF4-FFF2-40B4-BE49-F238E27FC236}">
                    <a16:creationId xmlns:a16="http://schemas.microsoft.com/office/drawing/2014/main" id="{1B19B3C6-B4BE-447C-9186-F2AFB6FFF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175"/>
                <a:ext cx="50" cy="219"/>
              </a:xfrm>
              <a:custGeom>
                <a:avLst/>
                <a:gdLst>
                  <a:gd name="T0" fmla="*/ 0 w 20"/>
                  <a:gd name="T1" fmla="*/ 0 h 82"/>
                  <a:gd name="T2" fmla="*/ 313 w 20"/>
                  <a:gd name="T3" fmla="*/ 1127 h 82"/>
                  <a:gd name="T4" fmla="*/ 83 w 20"/>
                  <a:gd name="T5" fmla="*/ 1562 h 82"/>
                  <a:gd name="T6" fmla="*/ 188 w 20"/>
                  <a:gd name="T7" fmla="*/ 1028 h 82"/>
                  <a:gd name="T8" fmla="*/ 0 w 2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2">
                    <a:moveTo>
                      <a:pt x="0" y="0"/>
                    </a:moveTo>
                    <a:cubicBezTo>
                      <a:pt x="6" y="12"/>
                      <a:pt x="16" y="38"/>
                      <a:pt x="20" y="59"/>
                    </a:cubicBezTo>
                    <a:cubicBezTo>
                      <a:pt x="15" y="63"/>
                      <a:pt x="8" y="73"/>
                      <a:pt x="5" y="82"/>
                    </a:cubicBezTo>
                    <a:cubicBezTo>
                      <a:pt x="4" y="72"/>
                      <a:pt x="10" y="62"/>
                      <a:pt x="12" y="54"/>
                    </a:cubicBezTo>
                    <a:cubicBezTo>
                      <a:pt x="13" y="46"/>
                      <a:pt x="7" y="14"/>
                      <a:pt x="0" y="0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1" name="Freeform 139">
                <a:extLst>
                  <a:ext uri="{FF2B5EF4-FFF2-40B4-BE49-F238E27FC236}">
                    <a16:creationId xmlns:a16="http://schemas.microsoft.com/office/drawing/2014/main" id="{A20ACEE6-87F7-404F-8504-257C8D681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261"/>
                <a:ext cx="90" cy="229"/>
              </a:xfrm>
              <a:custGeom>
                <a:avLst/>
                <a:gdLst>
                  <a:gd name="T0" fmla="*/ 0 w 36"/>
                  <a:gd name="T1" fmla="*/ 1566 h 86"/>
                  <a:gd name="T2" fmla="*/ 550 w 36"/>
                  <a:gd name="T3" fmla="*/ 0 h 86"/>
                  <a:gd name="T4" fmla="*/ 458 w 36"/>
                  <a:gd name="T5" fmla="*/ 1190 h 86"/>
                  <a:gd name="T6" fmla="*/ 63 w 36"/>
                  <a:gd name="T7" fmla="*/ 162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6">
                    <a:moveTo>
                      <a:pt x="0" y="83"/>
                    </a:moveTo>
                    <a:cubicBezTo>
                      <a:pt x="31" y="52"/>
                      <a:pt x="33" y="12"/>
                      <a:pt x="35" y="0"/>
                    </a:cubicBezTo>
                    <a:cubicBezTo>
                      <a:pt x="36" y="10"/>
                      <a:pt x="35" y="37"/>
                      <a:pt x="29" y="63"/>
                    </a:cubicBezTo>
                    <a:cubicBezTo>
                      <a:pt x="28" y="65"/>
                      <a:pt x="17" y="70"/>
                      <a:pt x="4" y="86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2" name="Freeform 140">
                <a:extLst>
                  <a:ext uri="{FF2B5EF4-FFF2-40B4-BE49-F238E27FC236}">
                    <a16:creationId xmlns:a16="http://schemas.microsoft.com/office/drawing/2014/main" id="{E6F9A796-299C-459C-8118-9DDADFBDA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149"/>
                <a:ext cx="108" cy="165"/>
              </a:xfrm>
              <a:custGeom>
                <a:avLst/>
                <a:gdLst>
                  <a:gd name="T0" fmla="*/ 0 w 43"/>
                  <a:gd name="T1" fmla="*/ 21 h 62"/>
                  <a:gd name="T2" fmla="*/ 334 w 43"/>
                  <a:gd name="T3" fmla="*/ 56 h 62"/>
                  <a:gd name="T4" fmla="*/ 681 w 43"/>
                  <a:gd name="T5" fmla="*/ 1168 h 62"/>
                  <a:gd name="T6" fmla="*/ 239 w 43"/>
                  <a:gd name="T7" fmla="*/ 341 h 62"/>
                  <a:gd name="T8" fmla="*/ 0 w 43"/>
                  <a:gd name="T9" fmla="*/ 2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62">
                    <a:moveTo>
                      <a:pt x="0" y="1"/>
                    </a:moveTo>
                    <a:cubicBezTo>
                      <a:pt x="9" y="0"/>
                      <a:pt x="21" y="3"/>
                      <a:pt x="21" y="3"/>
                    </a:cubicBezTo>
                    <a:cubicBezTo>
                      <a:pt x="21" y="3"/>
                      <a:pt x="26" y="43"/>
                      <a:pt x="43" y="62"/>
                    </a:cubicBezTo>
                    <a:cubicBezTo>
                      <a:pt x="36" y="60"/>
                      <a:pt x="20" y="26"/>
                      <a:pt x="15" y="18"/>
                    </a:cubicBezTo>
                    <a:cubicBezTo>
                      <a:pt x="11" y="10"/>
                      <a:pt x="5" y="2"/>
                      <a:pt x="0" y="1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3" name="Freeform 141">
                <a:extLst>
                  <a:ext uri="{FF2B5EF4-FFF2-40B4-BE49-F238E27FC236}">
                    <a16:creationId xmlns:a16="http://schemas.microsoft.com/office/drawing/2014/main" id="{1572E835-C587-49D7-925B-664F70BF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549"/>
                <a:ext cx="158" cy="66"/>
              </a:xfrm>
              <a:custGeom>
                <a:avLst/>
                <a:gdLst>
                  <a:gd name="T0" fmla="*/ 993 w 63"/>
                  <a:gd name="T1" fmla="*/ 459 h 25"/>
                  <a:gd name="T2" fmla="*/ 0 w 63"/>
                  <a:gd name="T3" fmla="*/ 77 h 25"/>
                  <a:gd name="T4" fmla="*/ 993 w 63"/>
                  <a:gd name="T5" fmla="*/ 45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5">
                    <a:moveTo>
                      <a:pt x="63" y="25"/>
                    </a:moveTo>
                    <a:cubicBezTo>
                      <a:pt x="51" y="9"/>
                      <a:pt x="13" y="3"/>
                      <a:pt x="0" y="4"/>
                    </a:cubicBezTo>
                    <a:cubicBezTo>
                      <a:pt x="15" y="0"/>
                      <a:pt x="55" y="3"/>
                      <a:pt x="63" y="25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4" name="Freeform 142">
                <a:extLst>
                  <a:ext uri="{FF2B5EF4-FFF2-40B4-BE49-F238E27FC236}">
                    <a16:creationId xmlns:a16="http://schemas.microsoft.com/office/drawing/2014/main" id="{4CFFC102-A3DE-4D3C-9658-384814BB8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1455"/>
                <a:ext cx="243" cy="107"/>
              </a:xfrm>
              <a:custGeom>
                <a:avLst/>
                <a:gdLst>
                  <a:gd name="T0" fmla="*/ 0 w 97"/>
                  <a:gd name="T1" fmla="*/ 265 h 40"/>
                  <a:gd name="T2" fmla="*/ 1526 w 97"/>
                  <a:gd name="T3" fmla="*/ 765 h 40"/>
                  <a:gd name="T4" fmla="*/ 0 w 97"/>
                  <a:gd name="T5" fmla="*/ 2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40">
                    <a:moveTo>
                      <a:pt x="0" y="14"/>
                    </a:moveTo>
                    <a:cubicBezTo>
                      <a:pt x="16" y="11"/>
                      <a:pt x="79" y="15"/>
                      <a:pt x="97" y="40"/>
                    </a:cubicBezTo>
                    <a:cubicBezTo>
                      <a:pt x="90" y="31"/>
                      <a:pt x="66" y="0"/>
                      <a:pt x="0" y="14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5" name="Freeform 143">
                <a:extLst>
                  <a:ext uri="{FF2B5EF4-FFF2-40B4-BE49-F238E27FC236}">
                    <a16:creationId xmlns:a16="http://schemas.microsoft.com/office/drawing/2014/main" id="{5FAEFC20-98DA-4E89-B930-EF736DAF0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679"/>
                <a:ext cx="255" cy="46"/>
              </a:xfrm>
              <a:custGeom>
                <a:avLst/>
                <a:gdLst>
                  <a:gd name="T0" fmla="*/ 0 w 102"/>
                  <a:gd name="T1" fmla="*/ 257 h 17"/>
                  <a:gd name="T2" fmla="*/ 533 w 102"/>
                  <a:gd name="T3" fmla="*/ 138 h 17"/>
                  <a:gd name="T4" fmla="*/ 1375 w 102"/>
                  <a:gd name="T5" fmla="*/ 279 h 17"/>
                  <a:gd name="T6" fmla="*/ 1375 w 102"/>
                  <a:gd name="T7" fmla="*/ 162 h 17"/>
                  <a:gd name="T8" fmla="*/ 533 w 102"/>
                  <a:gd name="T9" fmla="*/ 38 h 17"/>
                  <a:gd name="T10" fmla="*/ 0 w 102"/>
                  <a:gd name="T11" fmla="*/ 25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7">
                    <a:moveTo>
                      <a:pt x="0" y="13"/>
                    </a:moveTo>
                    <a:cubicBezTo>
                      <a:pt x="14" y="9"/>
                      <a:pt x="17" y="7"/>
                      <a:pt x="34" y="7"/>
                    </a:cubicBezTo>
                    <a:cubicBezTo>
                      <a:pt x="51" y="7"/>
                      <a:pt x="74" y="11"/>
                      <a:pt x="88" y="14"/>
                    </a:cubicBezTo>
                    <a:cubicBezTo>
                      <a:pt x="102" y="17"/>
                      <a:pt x="88" y="8"/>
                      <a:pt x="88" y="8"/>
                    </a:cubicBezTo>
                    <a:cubicBezTo>
                      <a:pt x="72" y="4"/>
                      <a:pt x="54" y="0"/>
                      <a:pt x="34" y="2"/>
                    </a:cubicBezTo>
                    <a:cubicBezTo>
                      <a:pt x="14" y="4"/>
                      <a:pt x="6" y="8"/>
                      <a:pt x="0" y="13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6" name="Freeform 144">
                <a:extLst>
                  <a:ext uri="{FF2B5EF4-FFF2-40B4-BE49-F238E27FC236}">
                    <a16:creationId xmlns:a16="http://schemas.microsoft.com/office/drawing/2014/main" id="{28DEB5ED-EB8A-4DB1-90C5-B5504DF57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557"/>
                <a:ext cx="72" cy="130"/>
              </a:xfrm>
              <a:custGeom>
                <a:avLst/>
                <a:gdLst>
                  <a:gd name="T0" fmla="*/ 444 w 29"/>
                  <a:gd name="T1" fmla="*/ 0 h 49"/>
                  <a:gd name="T2" fmla="*/ 246 w 29"/>
                  <a:gd name="T3" fmla="*/ 915 h 49"/>
                  <a:gd name="T4" fmla="*/ 0 w 29"/>
                  <a:gd name="T5" fmla="*/ 860 h 49"/>
                  <a:gd name="T6" fmla="*/ 444 w 29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9">
                    <a:moveTo>
                      <a:pt x="29" y="0"/>
                    </a:moveTo>
                    <a:cubicBezTo>
                      <a:pt x="20" y="19"/>
                      <a:pt x="17" y="29"/>
                      <a:pt x="16" y="49"/>
                    </a:cubicBezTo>
                    <a:cubicBezTo>
                      <a:pt x="10" y="48"/>
                      <a:pt x="6" y="45"/>
                      <a:pt x="0" y="46"/>
                    </a:cubicBezTo>
                    <a:cubicBezTo>
                      <a:pt x="5" y="45"/>
                      <a:pt x="14" y="9"/>
                      <a:pt x="29" y="0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7" name="Freeform 145">
                <a:extLst>
                  <a:ext uri="{FF2B5EF4-FFF2-40B4-BE49-F238E27FC236}">
                    <a16:creationId xmlns:a16="http://schemas.microsoft.com/office/drawing/2014/main" id="{3DEB2E10-F3F3-49F4-8162-08550BA66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346"/>
                <a:ext cx="130" cy="208"/>
              </a:xfrm>
              <a:custGeom>
                <a:avLst/>
                <a:gdLst>
                  <a:gd name="T0" fmla="*/ 238 w 52"/>
                  <a:gd name="T1" fmla="*/ 547 h 78"/>
                  <a:gd name="T2" fmla="*/ 188 w 52"/>
                  <a:gd name="T3" fmla="*/ 248 h 78"/>
                  <a:gd name="T4" fmla="*/ 813 w 52"/>
                  <a:gd name="T5" fmla="*/ 0 h 78"/>
                  <a:gd name="T6" fmla="*/ 20 w 52"/>
                  <a:gd name="T7" fmla="*/ 1480 h 78"/>
                  <a:gd name="T8" fmla="*/ 238 w 52"/>
                  <a:gd name="T9" fmla="*/ 547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78">
                    <a:moveTo>
                      <a:pt x="15" y="29"/>
                    </a:moveTo>
                    <a:cubicBezTo>
                      <a:pt x="19" y="15"/>
                      <a:pt x="22" y="10"/>
                      <a:pt x="12" y="13"/>
                    </a:cubicBezTo>
                    <a:cubicBezTo>
                      <a:pt x="24" y="1"/>
                      <a:pt x="42" y="0"/>
                      <a:pt x="52" y="0"/>
                    </a:cubicBezTo>
                    <a:cubicBezTo>
                      <a:pt x="21" y="19"/>
                      <a:pt x="5" y="63"/>
                      <a:pt x="1" y="78"/>
                    </a:cubicBezTo>
                    <a:cubicBezTo>
                      <a:pt x="0" y="71"/>
                      <a:pt x="9" y="41"/>
                      <a:pt x="15" y="29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8" name="Freeform 146">
                <a:extLst>
                  <a:ext uri="{FF2B5EF4-FFF2-40B4-BE49-F238E27FC236}">
                    <a16:creationId xmlns:a16="http://schemas.microsoft.com/office/drawing/2014/main" id="{28E5B799-B4B7-4510-8A7D-A94428B3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231"/>
                <a:ext cx="152" cy="219"/>
              </a:xfrm>
              <a:custGeom>
                <a:avLst/>
                <a:gdLst>
                  <a:gd name="T0" fmla="*/ 0 w 61"/>
                  <a:gd name="T1" fmla="*/ 1562 h 82"/>
                  <a:gd name="T2" fmla="*/ 944 w 61"/>
                  <a:gd name="T3" fmla="*/ 0 h 82"/>
                  <a:gd name="T4" fmla="*/ 0 w 61"/>
                  <a:gd name="T5" fmla="*/ 1562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2">
                    <a:moveTo>
                      <a:pt x="0" y="82"/>
                    </a:moveTo>
                    <a:cubicBezTo>
                      <a:pt x="11" y="54"/>
                      <a:pt x="24" y="21"/>
                      <a:pt x="61" y="0"/>
                    </a:cubicBezTo>
                    <a:cubicBezTo>
                      <a:pt x="52" y="3"/>
                      <a:pt x="14" y="18"/>
                      <a:pt x="0" y="82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9" name="Freeform 147">
                <a:extLst>
                  <a:ext uri="{FF2B5EF4-FFF2-40B4-BE49-F238E27FC236}">
                    <a16:creationId xmlns:a16="http://schemas.microsoft.com/office/drawing/2014/main" id="{A08AFE04-2EF6-4AD7-A4C0-D1B5404D3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079"/>
                <a:ext cx="152" cy="419"/>
              </a:xfrm>
              <a:custGeom>
                <a:avLst/>
                <a:gdLst>
                  <a:gd name="T0" fmla="*/ 0 w 61"/>
                  <a:gd name="T1" fmla="*/ 2984 h 157"/>
                  <a:gd name="T2" fmla="*/ 944 w 61"/>
                  <a:gd name="T3" fmla="*/ 0 h 157"/>
                  <a:gd name="T4" fmla="*/ 0 w 61"/>
                  <a:gd name="T5" fmla="*/ 2984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57">
                    <a:moveTo>
                      <a:pt x="0" y="157"/>
                    </a:moveTo>
                    <a:cubicBezTo>
                      <a:pt x="19" y="69"/>
                      <a:pt x="52" y="16"/>
                      <a:pt x="61" y="0"/>
                    </a:cubicBezTo>
                    <a:cubicBezTo>
                      <a:pt x="43" y="15"/>
                      <a:pt x="11" y="80"/>
                      <a:pt x="0" y="157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0" name="Freeform 148">
                <a:extLst>
                  <a:ext uri="{FF2B5EF4-FFF2-40B4-BE49-F238E27FC236}">
                    <a16:creationId xmlns:a16="http://schemas.microsoft.com/office/drawing/2014/main" id="{918770C1-7CC4-40A9-8840-ABA8B14F8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629"/>
                <a:ext cx="275" cy="74"/>
              </a:xfrm>
              <a:custGeom>
                <a:avLst/>
                <a:gdLst>
                  <a:gd name="T0" fmla="*/ 1720 w 110"/>
                  <a:gd name="T1" fmla="*/ 460 h 28"/>
                  <a:gd name="T2" fmla="*/ 0 w 110"/>
                  <a:gd name="T3" fmla="*/ 518 h 28"/>
                  <a:gd name="T4" fmla="*/ 1720 w 110"/>
                  <a:gd name="T5" fmla="*/ 46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28">
                    <a:moveTo>
                      <a:pt x="110" y="25"/>
                    </a:moveTo>
                    <a:cubicBezTo>
                      <a:pt x="48" y="7"/>
                      <a:pt x="10" y="23"/>
                      <a:pt x="0" y="28"/>
                    </a:cubicBezTo>
                    <a:cubicBezTo>
                      <a:pt x="10" y="19"/>
                      <a:pt x="59" y="0"/>
                      <a:pt x="110" y="25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1" name="Freeform 149">
                <a:extLst>
                  <a:ext uri="{FF2B5EF4-FFF2-40B4-BE49-F238E27FC236}">
                    <a16:creationId xmlns:a16="http://schemas.microsoft.com/office/drawing/2014/main" id="{654DCD5D-0B14-4400-8884-A6BA18EF5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485"/>
                <a:ext cx="90" cy="181"/>
              </a:xfrm>
              <a:custGeom>
                <a:avLst/>
                <a:gdLst>
                  <a:gd name="T0" fmla="*/ 0 w 36"/>
                  <a:gd name="T1" fmla="*/ 0 h 68"/>
                  <a:gd name="T2" fmla="*/ 533 w 36"/>
                  <a:gd name="T3" fmla="*/ 849 h 68"/>
                  <a:gd name="T4" fmla="*/ 520 w 36"/>
                  <a:gd name="T5" fmla="*/ 1283 h 68"/>
                  <a:gd name="T6" fmla="*/ 425 w 36"/>
                  <a:gd name="T7" fmla="*/ 772 h 68"/>
                  <a:gd name="T8" fmla="*/ 0 w 36"/>
                  <a:gd name="T9" fmla="*/ 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8">
                    <a:moveTo>
                      <a:pt x="0" y="0"/>
                    </a:moveTo>
                    <a:cubicBezTo>
                      <a:pt x="11" y="5"/>
                      <a:pt x="30" y="30"/>
                      <a:pt x="34" y="45"/>
                    </a:cubicBezTo>
                    <a:cubicBezTo>
                      <a:pt x="36" y="47"/>
                      <a:pt x="32" y="62"/>
                      <a:pt x="33" y="68"/>
                    </a:cubicBezTo>
                    <a:cubicBezTo>
                      <a:pt x="28" y="60"/>
                      <a:pt x="28" y="49"/>
                      <a:pt x="27" y="41"/>
                    </a:cubicBezTo>
                    <a:cubicBezTo>
                      <a:pt x="25" y="34"/>
                      <a:pt x="15" y="10"/>
                      <a:pt x="0" y="0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2" name="Freeform 150">
                <a:extLst>
                  <a:ext uri="{FF2B5EF4-FFF2-40B4-BE49-F238E27FC236}">
                    <a16:creationId xmlns:a16="http://schemas.microsoft.com/office/drawing/2014/main" id="{F71E8F64-997F-49C6-905A-97F288722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317"/>
                <a:ext cx="280" cy="197"/>
              </a:xfrm>
              <a:custGeom>
                <a:avLst/>
                <a:gdLst>
                  <a:gd name="T0" fmla="*/ 1708 w 112"/>
                  <a:gd name="T1" fmla="*/ 1374 h 74"/>
                  <a:gd name="T2" fmla="*/ 1345 w 112"/>
                  <a:gd name="T3" fmla="*/ 623 h 74"/>
                  <a:gd name="T4" fmla="*/ 0 w 112"/>
                  <a:gd name="T5" fmla="*/ 35 h 74"/>
                  <a:gd name="T6" fmla="*/ 1313 w 112"/>
                  <a:gd name="T7" fmla="*/ 828 h 74"/>
                  <a:gd name="T8" fmla="*/ 1583 w 112"/>
                  <a:gd name="T9" fmla="*/ 13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4">
                    <a:moveTo>
                      <a:pt x="109" y="73"/>
                    </a:moveTo>
                    <a:cubicBezTo>
                      <a:pt x="109" y="73"/>
                      <a:pt x="112" y="59"/>
                      <a:pt x="86" y="33"/>
                    </a:cubicBezTo>
                    <a:cubicBezTo>
                      <a:pt x="60" y="7"/>
                      <a:pt x="21" y="0"/>
                      <a:pt x="0" y="2"/>
                    </a:cubicBezTo>
                    <a:cubicBezTo>
                      <a:pt x="17" y="5"/>
                      <a:pt x="58" y="13"/>
                      <a:pt x="84" y="44"/>
                    </a:cubicBezTo>
                    <a:cubicBezTo>
                      <a:pt x="110" y="74"/>
                      <a:pt x="101" y="73"/>
                      <a:pt x="101" y="73"/>
                    </a:cubicBezTo>
                  </a:path>
                </a:pathLst>
              </a:custGeom>
              <a:solidFill>
                <a:srgbClr val="7CB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3" name="Freeform 151">
                <a:extLst>
                  <a:ext uri="{FF2B5EF4-FFF2-40B4-BE49-F238E27FC236}">
                    <a16:creationId xmlns:a16="http://schemas.microsoft.com/office/drawing/2014/main" id="{B45C8697-41B3-441A-8109-CE6D077F1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1442"/>
                <a:ext cx="235" cy="133"/>
              </a:xfrm>
              <a:custGeom>
                <a:avLst/>
                <a:gdLst>
                  <a:gd name="T0" fmla="*/ 0 w 94"/>
                  <a:gd name="T1" fmla="*/ 21 h 50"/>
                  <a:gd name="T2" fmla="*/ 645 w 94"/>
                  <a:gd name="T3" fmla="*/ 431 h 50"/>
                  <a:gd name="T4" fmla="*/ 938 w 94"/>
                  <a:gd name="T5" fmla="*/ 942 h 50"/>
                  <a:gd name="T6" fmla="*/ 1158 w 94"/>
                  <a:gd name="T7" fmla="*/ 511 h 50"/>
                  <a:gd name="T8" fmla="*/ 1470 w 94"/>
                  <a:gd name="T9" fmla="*/ 77 h 50"/>
                  <a:gd name="T10" fmla="*/ 1145 w 94"/>
                  <a:gd name="T11" fmla="*/ 340 h 50"/>
                  <a:gd name="T12" fmla="*/ 833 w 94"/>
                  <a:gd name="T13" fmla="*/ 340 h 50"/>
                  <a:gd name="T14" fmla="*/ 345 w 94"/>
                  <a:gd name="T15" fmla="*/ 77 h 50"/>
                  <a:gd name="T16" fmla="*/ 33 w 94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50">
                    <a:moveTo>
                      <a:pt x="0" y="1"/>
                    </a:moveTo>
                    <a:cubicBezTo>
                      <a:pt x="17" y="1"/>
                      <a:pt x="30" y="13"/>
                      <a:pt x="41" y="23"/>
                    </a:cubicBezTo>
                    <a:cubicBezTo>
                      <a:pt x="50" y="31"/>
                      <a:pt x="58" y="40"/>
                      <a:pt x="60" y="50"/>
                    </a:cubicBezTo>
                    <a:cubicBezTo>
                      <a:pt x="61" y="42"/>
                      <a:pt x="68" y="33"/>
                      <a:pt x="74" y="27"/>
                    </a:cubicBezTo>
                    <a:cubicBezTo>
                      <a:pt x="80" y="18"/>
                      <a:pt x="87" y="11"/>
                      <a:pt x="94" y="4"/>
                    </a:cubicBezTo>
                    <a:cubicBezTo>
                      <a:pt x="87" y="8"/>
                      <a:pt x="80" y="13"/>
                      <a:pt x="73" y="18"/>
                    </a:cubicBezTo>
                    <a:cubicBezTo>
                      <a:pt x="64" y="25"/>
                      <a:pt x="62" y="24"/>
                      <a:pt x="53" y="18"/>
                    </a:cubicBezTo>
                    <a:cubicBezTo>
                      <a:pt x="43" y="12"/>
                      <a:pt x="33" y="7"/>
                      <a:pt x="22" y="4"/>
                    </a:cubicBezTo>
                    <a:cubicBezTo>
                      <a:pt x="15" y="1"/>
                      <a:pt x="9" y="2"/>
                      <a:pt x="2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4" name="Freeform 152">
                <a:extLst>
                  <a:ext uri="{FF2B5EF4-FFF2-40B4-BE49-F238E27FC236}">
                    <a16:creationId xmlns:a16="http://schemas.microsoft.com/office/drawing/2014/main" id="{4C77C156-6273-4A89-8182-03EE57C4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466"/>
                <a:ext cx="90" cy="192"/>
              </a:xfrm>
              <a:custGeom>
                <a:avLst/>
                <a:gdLst>
                  <a:gd name="T0" fmla="*/ 0 w 36"/>
                  <a:gd name="T1" fmla="*/ 1365 h 72"/>
                  <a:gd name="T2" fmla="*/ 563 w 36"/>
                  <a:gd name="T3" fmla="*/ 0 h 72"/>
                  <a:gd name="T4" fmla="*/ 0 w 36"/>
                  <a:gd name="T5" fmla="*/ 136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2">
                    <a:moveTo>
                      <a:pt x="0" y="72"/>
                    </a:moveTo>
                    <a:cubicBezTo>
                      <a:pt x="0" y="40"/>
                      <a:pt x="23" y="12"/>
                      <a:pt x="36" y="0"/>
                    </a:cubicBezTo>
                    <a:cubicBezTo>
                      <a:pt x="31" y="8"/>
                      <a:pt x="5" y="53"/>
                      <a:pt x="0" y="72"/>
                    </a:cubicBezTo>
                    <a:close/>
                  </a:path>
                </a:pathLst>
              </a:custGeom>
              <a:solidFill>
                <a:srgbClr val="7CB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5" name="Freeform 153">
                <a:extLst>
                  <a:ext uri="{FF2B5EF4-FFF2-40B4-BE49-F238E27FC236}">
                    <a16:creationId xmlns:a16="http://schemas.microsoft.com/office/drawing/2014/main" id="{2B8BC195-98CF-4102-A84D-5914BE271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053"/>
                <a:ext cx="90" cy="256"/>
              </a:xfrm>
              <a:custGeom>
                <a:avLst/>
                <a:gdLst>
                  <a:gd name="T0" fmla="*/ 0 w 36"/>
                  <a:gd name="T1" fmla="*/ 0 h 96"/>
                  <a:gd name="T2" fmla="*/ 270 w 36"/>
                  <a:gd name="T3" fmla="*/ 989 h 96"/>
                  <a:gd name="T4" fmla="*/ 563 w 36"/>
                  <a:gd name="T5" fmla="*/ 1821 h 96"/>
                  <a:gd name="T6" fmla="*/ 333 w 36"/>
                  <a:gd name="T7" fmla="*/ 888 h 96"/>
                  <a:gd name="T8" fmla="*/ 0 w 36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6">
                    <a:moveTo>
                      <a:pt x="0" y="0"/>
                    </a:moveTo>
                    <a:cubicBezTo>
                      <a:pt x="10" y="9"/>
                      <a:pt x="13" y="34"/>
                      <a:pt x="17" y="52"/>
                    </a:cubicBezTo>
                    <a:cubicBezTo>
                      <a:pt x="21" y="69"/>
                      <a:pt x="29" y="89"/>
                      <a:pt x="36" y="96"/>
                    </a:cubicBezTo>
                    <a:cubicBezTo>
                      <a:pt x="29" y="87"/>
                      <a:pt x="24" y="66"/>
                      <a:pt x="21" y="47"/>
                    </a:cubicBezTo>
                    <a:cubicBezTo>
                      <a:pt x="18" y="27"/>
                      <a:pt x="5" y="3"/>
                      <a:pt x="0" y="0"/>
                    </a:cubicBezTo>
                    <a:close/>
                  </a:path>
                </a:pathLst>
              </a:custGeom>
              <a:solidFill>
                <a:srgbClr val="7CB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6" name="Freeform 154">
                <a:extLst>
                  <a:ext uri="{FF2B5EF4-FFF2-40B4-BE49-F238E27FC236}">
                    <a16:creationId xmlns:a16="http://schemas.microsoft.com/office/drawing/2014/main" id="{2891C533-0CA5-4ED6-9079-560DB56B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983"/>
                <a:ext cx="102" cy="195"/>
              </a:xfrm>
              <a:custGeom>
                <a:avLst/>
                <a:gdLst>
                  <a:gd name="T0" fmla="*/ 632 w 41"/>
                  <a:gd name="T1" fmla="*/ 0 h 73"/>
                  <a:gd name="T2" fmla="*/ 0 w 41"/>
                  <a:gd name="T3" fmla="*/ 1392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3">
                    <a:moveTo>
                      <a:pt x="41" y="0"/>
                    </a:moveTo>
                    <a:cubicBezTo>
                      <a:pt x="41" y="15"/>
                      <a:pt x="12" y="60"/>
                      <a:pt x="0" y="73"/>
                    </a:cubicBezTo>
                  </a:path>
                </a:pathLst>
              </a:custGeom>
              <a:solidFill>
                <a:srgbClr val="7CB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7" name="Freeform 155">
                <a:extLst>
                  <a:ext uri="{FF2B5EF4-FFF2-40B4-BE49-F238E27FC236}">
                    <a16:creationId xmlns:a16="http://schemas.microsoft.com/office/drawing/2014/main" id="{FFFCFF26-CD40-4AB7-8B92-010CBCDE8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1119"/>
                <a:ext cx="15" cy="147"/>
              </a:xfrm>
              <a:custGeom>
                <a:avLst/>
                <a:gdLst>
                  <a:gd name="T0" fmla="*/ 20 w 6"/>
                  <a:gd name="T1" fmla="*/ 0 h 55"/>
                  <a:gd name="T2" fmla="*/ 63 w 6"/>
                  <a:gd name="T3" fmla="*/ 1050 h 55"/>
                  <a:gd name="T4" fmla="*/ 0 w 6"/>
                  <a:gd name="T5" fmla="*/ 858 h 55"/>
                  <a:gd name="T6" fmla="*/ 20 w 6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5">
                    <a:moveTo>
                      <a:pt x="1" y="0"/>
                    </a:moveTo>
                    <a:cubicBezTo>
                      <a:pt x="6" y="12"/>
                      <a:pt x="6" y="49"/>
                      <a:pt x="4" y="55"/>
                    </a:cubicBezTo>
                    <a:cubicBezTo>
                      <a:pt x="3" y="50"/>
                      <a:pt x="0" y="45"/>
                      <a:pt x="0" y="45"/>
                    </a:cubicBezTo>
                    <a:cubicBezTo>
                      <a:pt x="2" y="37"/>
                      <a:pt x="4" y="13"/>
                      <a:pt x="1" y="0"/>
                    </a:cubicBezTo>
                    <a:close/>
                  </a:path>
                </a:pathLst>
              </a:custGeom>
              <a:solidFill>
                <a:srgbClr val="58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8" name="Freeform 156">
                <a:extLst>
                  <a:ext uri="{FF2B5EF4-FFF2-40B4-BE49-F238E27FC236}">
                    <a16:creationId xmlns:a16="http://schemas.microsoft.com/office/drawing/2014/main" id="{3DB60667-C1BB-4DAB-8FFE-1EA57203B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1442"/>
                <a:ext cx="200" cy="40"/>
              </a:xfrm>
              <a:custGeom>
                <a:avLst/>
                <a:gdLst>
                  <a:gd name="T0" fmla="*/ 0 w 80"/>
                  <a:gd name="T1" fmla="*/ 171 h 15"/>
                  <a:gd name="T2" fmla="*/ 1250 w 80"/>
                  <a:gd name="T3" fmla="*/ 285 h 15"/>
                  <a:gd name="T4" fmla="*/ 0 w 80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5">
                    <a:moveTo>
                      <a:pt x="0" y="9"/>
                    </a:moveTo>
                    <a:cubicBezTo>
                      <a:pt x="18" y="5"/>
                      <a:pt x="55" y="0"/>
                      <a:pt x="80" y="15"/>
                    </a:cubicBezTo>
                    <a:cubicBezTo>
                      <a:pt x="66" y="12"/>
                      <a:pt x="40" y="6"/>
                      <a:pt x="0" y="9"/>
                    </a:cubicBezTo>
                    <a:close/>
                  </a:path>
                </a:pathLst>
              </a:custGeom>
              <a:solidFill>
                <a:srgbClr val="7CB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9" name="Freeform 157">
                <a:extLst>
                  <a:ext uri="{FF2B5EF4-FFF2-40B4-BE49-F238E27FC236}">
                    <a16:creationId xmlns:a16="http://schemas.microsoft.com/office/drawing/2014/main" id="{42BDD7AA-8D53-416F-9536-B8AA07CB5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623"/>
                <a:ext cx="197" cy="43"/>
              </a:xfrm>
              <a:custGeom>
                <a:avLst/>
                <a:gdLst>
                  <a:gd name="T0" fmla="*/ 0 w 79"/>
                  <a:gd name="T1" fmla="*/ 253 h 16"/>
                  <a:gd name="T2" fmla="*/ 621 w 79"/>
                  <a:gd name="T3" fmla="*/ 59 h 16"/>
                  <a:gd name="T4" fmla="*/ 1224 w 79"/>
                  <a:gd name="T5" fmla="*/ 312 h 16"/>
                  <a:gd name="T6" fmla="*/ 0 w 79"/>
                  <a:gd name="T7" fmla="*/ 25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6">
                    <a:moveTo>
                      <a:pt x="0" y="13"/>
                    </a:moveTo>
                    <a:cubicBezTo>
                      <a:pt x="7" y="8"/>
                      <a:pt x="22" y="2"/>
                      <a:pt x="40" y="3"/>
                    </a:cubicBezTo>
                    <a:cubicBezTo>
                      <a:pt x="52" y="4"/>
                      <a:pt x="65" y="8"/>
                      <a:pt x="79" y="16"/>
                    </a:cubicBezTo>
                    <a:cubicBezTo>
                      <a:pt x="69" y="11"/>
                      <a:pt x="39" y="0"/>
                      <a:pt x="0" y="13"/>
                    </a:cubicBezTo>
                    <a:close/>
                  </a:path>
                </a:pathLst>
              </a:custGeom>
              <a:solidFill>
                <a:srgbClr val="7CB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0" name="Freeform 158">
                <a:extLst>
                  <a:ext uri="{FF2B5EF4-FFF2-40B4-BE49-F238E27FC236}">
                    <a16:creationId xmlns:a16="http://schemas.microsoft.com/office/drawing/2014/main" id="{E61AC3B1-BA76-4A2A-BB90-A7345650A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141"/>
                <a:ext cx="107" cy="224"/>
              </a:xfrm>
              <a:custGeom>
                <a:avLst/>
                <a:gdLst>
                  <a:gd name="T0" fmla="*/ 0 w 43"/>
                  <a:gd name="T1" fmla="*/ 1592 h 84"/>
                  <a:gd name="T2" fmla="*/ 662 w 43"/>
                  <a:gd name="T3" fmla="*/ 0 h 84"/>
                  <a:gd name="T4" fmla="*/ 0 w 43"/>
                  <a:gd name="T5" fmla="*/ 159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4">
                    <a:moveTo>
                      <a:pt x="0" y="84"/>
                    </a:moveTo>
                    <a:cubicBezTo>
                      <a:pt x="11" y="41"/>
                      <a:pt x="35" y="9"/>
                      <a:pt x="43" y="0"/>
                    </a:cubicBezTo>
                    <a:cubicBezTo>
                      <a:pt x="34" y="13"/>
                      <a:pt x="7" y="60"/>
                      <a:pt x="0" y="84"/>
                    </a:cubicBezTo>
                    <a:close/>
                  </a:path>
                </a:pathLst>
              </a:custGeom>
              <a:solidFill>
                <a:srgbClr val="7CB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1" name="Freeform 159">
                <a:extLst>
                  <a:ext uri="{FF2B5EF4-FFF2-40B4-BE49-F238E27FC236}">
                    <a16:creationId xmlns:a16="http://schemas.microsoft.com/office/drawing/2014/main" id="{A2461190-B765-49C1-867F-012B6C589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575"/>
                <a:ext cx="47" cy="96"/>
              </a:xfrm>
              <a:custGeom>
                <a:avLst/>
                <a:gdLst>
                  <a:gd name="T0" fmla="*/ 0 w 19"/>
                  <a:gd name="T1" fmla="*/ 341 h 36"/>
                  <a:gd name="T2" fmla="*/ 287 w 19"/>
                  <a:gd name="T3" fmla="*/ 0 h 36"/>
                  <a:gd name="T4" fmla="*/ 12 w 19"/>
                  <a:gd name="T5" fmla="*/ 68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6">
                    <a:moveTo>
                      <a:pt x="0" y="18"/>
                    </a:moveTo>
                    <a:cubicBezTo>
                      <a:pt x="8" y="8"/>
                      <a:pt x="14" y="2"/>
                      <a:pt x="19" y="0"/>
                    </a:cubicBezTo>
                    <a:cubicBezTo>
                      <a:pt x="13" y="11"/>
                      <a:pt x="4" y="27"/>
                      <a:pt x="1" y="36"/>
                    </a:cubicBezTo>
                  </a:path>
                </a:pathLst>
              </a:custGeom>
              <a:solidFill>
                <a:srgbClr val="58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2" name="Freeform 160">
                <a:extLst>
                  <a:ext uri="{FF2B5EF4-FFF2-40B4-BE49-F238E27FC236}">
                    <a16:creationId xmlns:a16="http://schemas.microsoft.com/office/drawing/2014/main" id="{CA5E098B-2D02-4D4E-B303-72E0F6FCF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479"/>
                <a:ext cx="70" cy="131"/>
              </a:xfrm>
              <a:custGeom>
                <a:avLst/>
                <a:gdLst>
                  <a:gd name="T0" fmla="*/ 0 w 28"/>
                  <a:gd name="T1" fmla="*/ 94 h 49"/>
                  <a:gd name="T2" fmla="*/ 33 w 28"/>
                  <a:gd name="T3" fmla="*/ 936 h 49"/>
                  <a:gd name="T4" fmla="*/ 345 w 28"/>
                  <a:gd name="T5" fmla="*/ 572 h 49"/>
                  <a:gd name="T6" fmla="*/ 438 w 28"/>
                  <a:gd name="T7" fmla="*/ 0 h 49"/>
                  <a:gd name="T8" fmla="*/ 188 w 28"/>
                  <a:gd name="T9" fmla="*/ 537 h 49"/>
                  <a:gd name="T10" fmla="*/ 0 w 28"/>
                  <a:gd name="T11" fmla="*/ 9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9">
                    <a:moveTo>
                      <a:pt x="0" y="5"/>
                    </a:moveTo>
                    <a:cubicBezTo>
                      <a:pt x="4" y="18"/>
                      <a:pt x="5" y="36"/>
                      <a:pt x="2" y="49"/>
                    </a:cubicBezTo>
                    <a:cubicBezTo>
                      <a:pt x="6" y="42"/>
                      <a:pt x="16" y="32"/>
                      <a:pt x="22" y="30"/>
                    </a:cubicBezTo>
                    <a:cubicBezTo>
                      <a:pt x="22" y="20"/>
                      <a:pt x="28" y="0"/>
                      <a:pt x="28" y="0"/>
                    </a:cubicBezTo>
                    <a:cubicBezTo>
                      <a:pt x="23" y="12"/>
                      <a:pt x="16" y="23"/>
                      <a:pt x="12" y="28"/>
                    </a:cubicBezTo>
                    <a:cubicBezTo>
                      <a:pt x="7" y="33"/>
                      <a:pt x="7" y="11"/>
                      <a:pt x="0" y="5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3" name="Freeform 161">
                <a:extLst>
                  <a:ext uri="{FF2B5EF4-FFF2-40B4-BE49-F238E27FC236}">
                    <a16:creationId xmlns:a16="http://schemas.microsoft.com/office/drawing/2014/main" id="{3AB558E5-F13A-4F2E-AEC5-21A3470AD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1103"/>
                <a:ext cx="50" cy="184"/>
              </a:xfrm>
              <a:custGeom>
                <a:avLst/>
                <a:gdLst>
                  <a:gd name="T0" fmla="*/ 0 w 20"/>
                  <a:gd name="T1" fmla="*/ 0 h 69"/>
                  <a:gd name="T2" fmla="*/ 158 w 20"/>
                  <a:gd name="T3" fmla="*/ 875 h 69"/>
                  <a:gd name="T4" fmla="*/ 313 w 20"/>
                  <a:gd name="T5" fmla="*/ 1309 h 69"/>
                  <a:gd name="T6" fmla="*/ 175 w 20"/>
                  <a:gd name="T7" fmla="*/ 797 h 69"/>
                  <a:gd name="T8" fmla="*/ 0 w 20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9">
                    <a:moveTo>
                      <a:pt x="0" y="0"/>
                    </a:moveTo>
                    <a:cubicBezTo>
                      <a:pt x="3" y="8"/>
                      <a:pt x="5" y="30"/>
                      <a:pt x="10" y="46"/>
                    </a:cubicBezTo>
                    <a:cubicBezTo>
                      <a:pt x="15" y="61"/>
                      <a:pt x="20" y="69"/>
                      <a:pt x="20" y="69"/>
                    </a:cubicBezTo>
                    <a:cubicBezTo>
                      <a:pt x="17" y="64"/>
                      <a:pt x="13" y="50"/>
                      <a:pt x="11" y="42"/>
                    </a:cubicBezTo>
                    <a:cubicBezTo>
                      <a:pt x="10" y="3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4" name="Freeform 162">
                <a:extLst>
                  <a:ext uri="{FF2B5EF4-FFF2-40B4-BE49-F238E27FC236}">
                    <a16:creationId xmlns:a16="http://schemas.microsoft.com/office/drawing/2014/main" id="{084579D2-BF9D-4F10-957D-05F0A4E79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002"/>
                <a:ext cx="77" cy="152"/>
              </a:xfrm>
              <a:custGeom>
                <a:avLst/>
                <a:gdLst>
                  <a:gd name="T0" fmla="*/ 474 w 31"/>
                  <a:gd name="T1" fmla="*/ 0 h 57"/>
                  <a:gd name="T2" fmla="*/ 0 w 31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7">
                    <a:moveTo>
                      <a:pt x="31" y="0"/>
                    </a:moveTo>
                    <a:cubicBezTo>
                      <a:pt x="30" y="8"/>
                      <a:pt x="9" y="46"/>
                      <a:pt x="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5" name="Freeform 163">
                <a:extLst>
                  <a:ext uri="{FF2B5EF4-FFF2-40B4-BE49-F238E27FC236}">
                    <a16:creationId xmlns:a16="http://schemas.microsoft.com/office/drawing/2014/main" id="{AEAA9E6B-F257-46E4-8C72-CAF175899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290"/>
                <a:ext cx="97" cy="173"/>
              </a:xfrm>
              <a:custGeom>
                <a:avLst/>
                <a:gdLst>
                  <a:gd name="T0" fmla="*/ 599 w 39"/>
                  <a:gd name="T1" fmla="*/ 0 h 65"/>
                  <a:gd name="T2" fmla="*/ 0 w 39"/>
                  <a:gd name="T3" fmla="*/ 1224 h 65"/>
                  <a:gd name="T4" fmla="*/ 308 w 39"/>
                  <a:gd name="T5" fmla="*/ 474 h 65"/>
                  <a:gd name="T6" fmla="*/ 599 w 39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5">
                    <a:moveTo>
                      <a:pt x="39" y="0"/>
                    </a:moveTo>
                    <a:cubicBezTo>
                      <a:pt x="30" y="9"/>
                      <a:pt x="2" y="37"/>
                      <a:pt x="0" y="65"/>
                    </a:cubicBezTo>
                    <a:cubicBezTo>
                      <a:pt x="2" y="55"/>
                      <a:pt x="13" y="35"/>
                      <a:pt x="20" y="25"/>
                    </a:cubicBezTo>
                    <a:cubicBezTo>
                      <a:pt x="27" y="16"/>
                      <a:pt x="39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6" name="Freeform 164">
                <a:extLst>
                  <a:ext uri="{FF2B5EF4-FFF2-40B4-BE49-F238E27FC236}">
                    <a16:creationId xmlns:a16="http://schemas.microsoft.com/office/drawing/2014/main" id="{285026FA-02D6-41BA-8D76-CA0229FEF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493"/>
                <a:ext cx="65" cy="144"/>
              </a:xfrm>
              <a:custGeom>
                <a:avLst/>
                <a:gdLst>
                  <a:gd name="T0" fmla="*/ 408 w 26"/>
                  <a:gd name="T1" fmla="*/ 0 h 54"/>
                  <a:gd name="T2" fmla="*/ 0 w 26"/>
                  <a:gd name="T3" fmla="*/ 1024 h 54"/>
                  <a:gd name="T4" fmla="*/ 408 w 26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6" y="0"/>
                    </a:moveTo>
                    <a:cubicBezTo>
                      <a:pt x="16" y="10"/>
                      <a:pt x="3" y="34"/>
                      <a:pt x="0" y="54"/>
                    </a:cubicBezTo>
                    <a:cubicBezTo>
                      <a:pt x="4" y="44"/>
                      <a:pt x="14" y="17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7" name="Freeform 165">
                <a:extLst>
                  <a:ext uri="{FF2B5EF4-FFF2-40B4-BE49-F238E27FC236}">
                    <a16:creationId xmlns:a16="http://schemas.microsoft.com/office/drawing/2014/main" id="{23307D58-E54E-40D9-8276-C86D74CB8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325"/>
                <a:ext cx="193" cy="125"/>
              </a:xfrm>
              <a:custGeom>
                <a:avLst/>
                <a:gdLst>
                  <a:gd name="T0" fmla="*/ 1213 w 77"/>
                  <a:gd name="T1" fmla="*/ 883 h 47"/>
                  <a:gd name="T2" fmla="*/ 0 w 77"/>
                  <a:gd name="T3" fmla="*/ 0 h 47"/>
                  <a:gd name="T4" fmla="*/ 1213 w 77"/>
                  <a:gd name="T5" fmla="*/ 88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7">
                    <a:moveTo>
                      <a:pt x="77" y="47"/>
                    </a:moveTo>
                    <a:cubicBezTo>
                      <a:pt x="55" y="11"/>
                      <a:pt x="13" y="1"/>
                      <a:pt x="0" y="0"/>
                    </a:cubicBezTo>
                    <a:cubicBezTo>
                      <a:pt x="16" y="5"/>
                      <a:pt x="50" y="13"/>
                      <a:pt x="77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8" name="Freeform 166">
                <a:extLst>
                  <a:ext uri="{FF2B5EF4-FFF2-40B4-BE49-F238E27FC236}">
                    <a16:creationId xmlns:a16="http://schemas.microsoft.com/office/drawing/2014/main" id="{76D783BB-D9B9-4D4D-BA79-6A47DA6C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450"/>
                <a:ext cx="142" cy="24"/>
              </a:xfrm>
              <a:custGeom>
                <a:avLst/>
                <a:gdLst>
                  <a:gd name="T0" fmla="*/ 882 w 57"/>
                  <a:gd name="T1" fmla="*/ 171 h 9"/>
                  <a:gd name="T2" fmla="*/ 0 w 57"/>
                  <a:gd name="T3" fmla="*/ 56 h 9"/>
                  <a:gd name="T4" fmla="*/ 882 w 57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9">
                    <a:moveTo>
                      <a:pt x="57" y="9"/>
                    </a:moveTo>
                    <a:cubicBezTo>
                      <a:pt x="38" y="0"/>
                      <a:pt x="14" y="0"/>
                      <a:pt x="0" y="3"/>
                    </a:cubicBezTo>
                    <a:cubicBezTo>
                      <a:pt x="15" y="2"/>
                      <a:pt x="31" y="1"/>
                      <a:pt x="5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9" name="Freeform 167">
                <a:extLst>
                  <a:ext uri="{FF2B5EF4-FFF2-40B4-BE49-F238E27FC236}">
                    <a16:creationId xmlns:a16="http://schemas.microsoft.com/office/drawing/2014/main" id="{04AC142E-D18E-40D1-9271-5A569B5F1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570"/>
                <a:ext cx="45" cy="48"/>
              </a:xfrm>
              <a:custGeom>
                <a:avLst/>
                <a:gdLst>
                  <a:gd name="T0" fmla="*/ 0 w 18"/>
                  <a:gd name="T1" fmla="*/ 341 h 18"/>
                  <a:gd name="T2" fmla="*/ 283 w 1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8">
                    <a:moveTo>
                      <a:pt x="0" y="18"/>
                    </a:moveTo>
                    <a:cubicBezTo>
                      <a:pt x="5" y="8"/>
                      <a:pt x="14" y="2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0" name="Freeform 168">
                <a:extLst>
                  <a:ext uri="{FF2B5EF4-FFF2-40B4-BE49-F238E27FC236}">
                    <a16:creationId xmlns:a16="http://schemas.microsoft.com/office/drawing/2014/main" id="{6572B7E1-10C6-4E12-A082-14A208446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175"/>
                <a:ext cx="67" cy="142"/>
              </a:xfrm>
              <a:custGeom>
                <a:avLst/>
                <a:gdLst>
                  <a:gd name="T0" fmla="*/ 412 w 27"/>
                  <a:gd name="T1" fmla="*/ 0 h 53"/>
                  <a:gd name="T2" fmla="*/ 0 w 27"/>
                  <a:gd name="T3" fmla="*/ 1018 h 53"/>
                  <a:gd name="T4" fmla="*/ 412 w 27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3">
                    <a:moveTo>
                      <a:pt x="27" y="0"/>
                    </a:moveTo>
                    <a:cubicBezTo>
                      <a:pt x="21" y="7"/>
                      <a:pt x="9" y="25"/>
                      <a:pt x="0" y="53"/>
                    </a:cubicBezTo>
                    <a:cubicBezTo>
                      <a:pt x="5" y="36"/>
                      <a:pt x="21" y="11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1" name="Freeform 169">
                <a:extLst>
                  <a:ext uri="{FF2B5EF4-FFF2-40B4-BE49-F238E27FC236}">
                    <a16:creationId xmlns:a16="http://schemas.microsoft.com/office/drawing/2014/main" id="{D6902A49-D68B-4F05-8CEF-243EBD928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621"/>
                <a:ext cx="142" cy="26"/>
              </a:xfrm>
              <a:custGeom>
                <a:avLst/>
                <a:gdLst>
                  <a:gd name="T0" fmla="*/ 882 w 57"/>
                  <a:gd name="T1" fmla="*/ 156 h 10"/>
                  <a:gd name="T2" fmla="*/ 0 w 57"/>
                  <a:gd name="T3" fmla="*/ 177 h 10"/>
                  <a:gd name="T4" fmla="*/ 882 w 57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0">
                    <a:moveTo>
                      <a:pt x="57" y="9"/>
                    </a:moveTo>
                    <a:cubicBezTo>
                      <a:pt x="28" y="0"/>
                      <a:pt x="13" y="5"/>
                      <a:pt x="0" y="10"/>
                    </a:cubicBezTo>
                    <a:cubicBezTo>
                      <a:pt x="16" y="7"/>
                      <a:pt x="23" y="3"/>
                      <a:pt x="5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2" name="Freeform 170">
                <a:extLst>
                  <a:ext uri="{FF2B5EF4-FFF2-40B4-BE49-F238E27FC236}">
                    <a16:creationId xmlns:a16="http://schemas.microsoft.com/office/drawing/2014/main" id="{0D678CFE-2417-489E-A8B4-80EFCAA82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1138"/>
                <a:ext cx="13" cy="107"/>
              </a:xfrm>
              <a:custGeom>
                <a:avLst/>
                <a:gdLst>
                  <a:gd name="T0" fmla="*/ 0 w 5"/>
                  <a:gd name="T1" fmla="*/ 730 h 40"/>
                  <a:gd name="T2" fmla="*/ 34 w 5"/>
                  <a:gd name="T3" fmla="*/ 765 h 40"/>
                  <a:gd name="T4" fmla="*/ 34 w 5"/>
                  <a:gd name="T5" fmla="*/ 0 h 40"/>
                  <a:gd name="T6" fmla="*/ 0 w 5"/>
                  <a:gd name="T7" fmla="*/ 70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0" y="38"/>
                    </a:moveTo>
                    <a:cubicBezTo>
                      <a:pt x="2" y="40"/>
                      <a:pt x="2" y="40"/>
                      <a:pt x="2" y="40"/>
                    </a:cubicBezTo>
                    <a:cubicBezTo>
                      <a:pt x="4" y="32"/>
                      <a:pt x="5" y="10"/>
                      <a:pt x="2" y="0"/>
                    </a:cubicBezTo>
                    <a:cubicBezTo>
                      <a:pt x="3" y="6"/>
                      <a:pt x="3" y="29"/>
                      <a:pt x="0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3" name="Freeform 171">
                <a:extLst>
                  <a:ext uri="{FF2B5EF4-FFF2-40B4-BE49-F238E27FC236}">
                    <a16:creationId xmlns:a16="http://schemas.microsoft.com/office/drawing/2014/main" id="{098C8242-22E2-4E3D-AD99-415DEDDD2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543"/>
                <a:ext cx="145" cy="83"/>
              </a:xfrm>
              <a:custGeom>
                <a:avLst/>
                <a:gdLst>
                  <a:gd name="T0" fmla="*/ 908 w 58"/>
                  <a:gd name="T1" fmla="*/ 594 h 31"/>
                  <a:gd name="T2" fmla="*/ 720 w 58"/>
                  <a:gd name="T3" fmla="*/ 265 h 31"/>
                  <a:gd name="T4" fmla="*/ 0 w 58"/>
                  <a:gd name="T5" fmla="*/ 21 h 31"/>
                  <a:gd name="T6" fmla="*/ 720 w 58"/>
                  <a:gd name="T7" fmla="*/ 345 h 31"/>
                  <a:gd name="T8" fmla="*/ 908 w 58"/>
                  <a:gd name="T9" fmla="*/ 59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1">
                    <a:moveTo>
                      <a:pt x="58" y="31"/>
                    </a:moveTo>
                    <a:cubicBezTo>
                      <a:pt x="58" y="31"/>
                      <a:pt x="52" y="19"/>
                      <a:pt x="46" y="14"/>
                    </a:cubicBezTo>
                    <a:cubicBezTo>
                      <a:pt x="40" y="8"/>
                      <a:pt x="18" y="0"/>
                      <a:pt x="0" y="1"/>
                    </a:cubicBezTo>
                    <a:cubicBezTo>
                      <a:pt x="13" y="2"/>
                      <a:pt x="36" y="9"/>
                      <a:pt x="46" y="18"/>
                    </a:cubicBezTo>
                    <a:cubicBezTo>
                      <a:pt x="56" y="28"/>
                      <a:pt x="58" y="31"/>
                      <a:pt x="58" y="31"/>
                    </a:cubicBezTo>
                    <a:close/>
                  </a:path>
                </a:pathLst>
              </a:custGeom>
              <a:solidFill>
                <a:srgbClr val="7CB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4" name="Freeform 172">
                <a:extLst>
                  <a:ext uri="{FF2B5EF4-FFF2-40B4-BE49-F238E27FC236}">
                    <a16:creationId xmlns:a16="http://schemas.microsoft.com/office/drawing/2014/main" id="{4FA979BD-C0AE-4557-9F72-AF894371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957"/>
                <a:ext cx="333" cy="432"/>
              </a:xfrm>
              <a:custGeom>
                <a:avLst/>
                <a:gdLst>
                  <a:gd name="T0" fmla="*/ 0 w 133"/>
                  <a:gd name="T1" fmla="*/ 320 h 162"/>
                  <a:gd name="T2" fmla="*/ 563 w 133"/>
                  <a:gd name="T3" fmla="*/ 93 h 162"/>
                  <a:gd name="T4" fmla="*/ 676 w 133"/>
                  <a:gd name="T5" fmla="*/ 533 h 162"/>
                  <a:gd name="T6" fmla="*/ 866 w 133"/>
                  <a:gd name="T7" fmla="*/ 819 h 162"/>
                  <a:gd name="T8" fmla="*/ 1054 w 133"/>
                  <a:gd name="T9" fmla="*/ 1365 h 162"/>
                  <a:gd name="T10" fmla="*/ 1179 w 133"/>
                  <a:gd name="T11" fmla="*/ 1536 h 162"/>
                  <a:gd name="T12" fmla="*/ 1254 w 133"/>
                  <a:gd name="T13" fmla="*/ 1800 h 162"/>
                  <a:gd name="T14" fmla="*/ 1335 w 133"/>
                  <a:gd name="T15" fmla="*/ 2069 h 162"/>
                  <a:gd name="T16" fmla="*/ 1522 w 133"/>
                  <a:gd name="T17" fmla="*/ 2083 h 162"/>
                  <a:gd name="T18" fmla="*/ 1725 w 133"/>
                  <a:gd name="T19" fmla="*/ 2483 h 162"/>
                  <a:gd name="T20" fmla="*/ 1788 w 133"/>
                  <a:gd name="T21" fmla="*/ 2675 h 162"/>
                  <a:gd name="T22" fmla="*/ 1975 w 133"/>
                  <a:gd name="T23" fmla="*/ 2752 h 162"/>
                  <a:gd name="T24" fmla="*/ 2068 w 133"/>
                  <a:gd name="T25" fmla="*/ 3072 h 1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162">
                    <a:moveTo>
                      <a:pt x="0" y="17"/>
                    </a:moveTo>
                    <a:cubicBezTo>
                      <a:pt x="6" y="12"/>
                      <a:pt x="28" y="0"/>
                      <a:pt x="36" y="5"/>
                    </a:cubicBezTo>
                    <a:cubicBezTo>
                      <a:pt x="40" y="9"/>
                      <a:pt x="41" y="23"/>
                      <a:pt x="43" y="28"/>
                    </a:cubicBezTo>
                    <a:cubicBezTo>
                      <a:pt x="46" y="35"/>
                      <a:pt x="51" y="37"/>
                      <a:pt x="55" y="43"/>
                    </a:cubicBezTo>
                    <a:cubicBezTo>
                      <a:pt x="61" y="51"/>
                      <a:pt x="62" y="63"/>
                      <a:pt x="67" y="72"/>
                    </a:cubicBezTo>
                    <a:cubicBezTo>
                      <a:pt x="69" y="75"/>
                      <a:pt x="73" y="78"/>
                      <a:pt x="75" y="81"/>
                    </a:cubicBezTo>
                    <a:cubicBezTo>
                      <a:pt x="78" y="85"/>
                      <a:pt x="79" y="91"/>
                      <a:pt x="80" y="95"/>
                    </a:cubicBezTo>
                    <a:cubicBezTo>
                      <a:pt x="81" y="99"/>
                      <a:pt x="81" y="107"/>
                      <a:pt x="85" y="109"/>
                    </a:cubicBezTo>
                    <a:cubicBezTo>
                      <a:pt x="88" y="112"/>
                      <a:pt x="93" y="109"/>
                      <a:pt x="97" y="110"/>
                    </a:cubicBezTo>
                    <a:cubicBezTo>
                      <a:pt x="106" y="113"/>
                      <a:pt x="107" y="124"/>
                      <a:pt x="110" y="131"/>
                    </a:cubicBezTo>
                    <a:cubicBezTo>
                      <a:pt x="111" y="135"/>
                      <a:pt x="111" y="138"/>
                      <a:pt x="114" y="141"/>
                    </a:cubicBezTo>
                    <a:cubicBezTo>
                      <a:pt x="117" y="143"/>
                      <a:pt x="123" y="142"/>
                      <a:pt x="126" y="145"/>
                    </a:cubicBezTo>
                    <a:cubicBezTo>
                      <a:pt x="130" y="148"/>
                      <a:pt x="133" y="159"/>
                      <a:pt x="132" y="16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5" name="Freeform 173">
                <a:extLst>
                  <a:ext uri="{FF2B5EF4-FFF2-40B4-BE49-F238E27FC236}">
                    <a16:creationId xmlns:a16="http://schemas.microsoft.com/office/drawing/2014/main" id="{530727D6-82EE-441E-B118-D0259678B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821"/>
                <a:ext cx="415" cy="280"/>
              </a:xfrm>
              <a:custGeom>
                <a:avLst/>
                <a:gdLst>
                  <a:gd name="T0" fmla="*/ 0 w 166"/>
                  <a:gd name="T1" fmla="*/ 1800 h 105"/>
                  <a:gd name="T2" fmla="*/ 208 w 166"/>
                  <a:gd name="T3" fmla="*/ 1992 h 105"/>
                  <a:gd name="T4" fmla="*/ 313 w 166"/>
                  <a:gd name="T5" fmla="*/ 1933 h 105"/>
                  <a:gd name="T6" fmla="*/ 625 w 166"/>
                  <a:gd name="T7" fmla="*/ 1651 h 105"/>
                  <a:gd name="T8" fmla="*/ 813 w 166"/>
                  <a:gd name="T9" fmla="*/ 1685 h 105"/>
                  <a:gd name="T10" fmla="*/ 970 w 166"/>
                  <a:gd name="T11" fmla="*/ 1536 h 105"/>
                  <a:gd name="T12" fmla="*/ 1220 w 166"/>
                  <a:gd name="T13" fmla="*/ 1344 h 105"/>
                  <a:gd name="T14" fmla="*/ 1458 w 166"/>
                  <a:gd name="T15" fmla="*/ 1229 h 105"/>
                  <a:gd name="T16" fmla="*/ 1770 w 166"/>
                  <a:gd name="T17" fmla="*/ 853 h 105"/>
                  <a:gd name="T18" fmla="*/ 2020 w 166"/>
                  <a:gd name="T19" fmla="*/ 491 h 105"/>
                  <a:gd name="T20" fmla="*/ 2145 w 166"/>
                  <a:gd name="T21" fmla="*/ 341 h 105"/>
                  <a:gd name="T22" fmla="*/ 2595 w 166"/>
                  <a:gd name="T23" fmla="*/ 0 h 10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6" h="105">
                    <a:moveTo>
                      <a:pt x="0" y="95"/>
                    </a:moveTo>
                    <a:cubicBezTo>
                      <a:pt x="2" y="97"/>
                      <a:pt x="10" y="104"/>
                      <a:pt x="13" y="105"/>
                    </a:cubicBezTo>
                    <a:cubicBezTo>
                      <a:pt x="16" y="105"/>
                      <a:pt x="17" y="104"/>
                      <a:pt x="20" y="102"/>
                    </a:cubicBezTo>
                    <a:cubicBezTo>
                      <a:pt x="26" y="98"/>
                      <a:pt x="34" y="88"/>
                      <a:pt x="40" y="87"/>
                    </a:cubicBezTo>
                    <a:cubicBezTo>
                      <a:pt x="45" y="86"/>
                      <a:pt x="47" y="90"/>
                      <a:pt x="52" y="89"/>
                    </a:cubicBezTo>
                    <a:cubicBezTo>
                      <a:pt x="55" y="88"/>
                      <a:pt x="59" y="83"/>
                      <a:pt x="62" y="81"/>
                    </a:cubicBezTo>
                    <a:cubicBezTo>
                      <a:pt x="67" y="77"/>
                      <a:pt x="72" y="73"/>
                      <a:pt x="78" y="71"/>
                    </a:cubicBezTo>
                    <a:cubicBezTo>
                      <a:pt x="84" y="69"/>
                      <a:pt x="88" y="69"/>
                      <a:pt x="93" y="65"/>
                    </a:cubicBezTo>
                    <a:cubicBezTo>
                      <a:pt x="101" y="60"/>
                      <a:pt x="106" y="51"/>
                      <a:pt x="113" y="45"/>
                    </a:cubicBezTo>
                    <a:cubicBezTo>
                      <a:pt x="120" y="39"/>
                      <a:pt x="123" y="33"/>
                      <a:pt x="129" y="26"/>
                    </a:cubicBezTo>
                    <a:cubicBezTo>
                      <a:pt x="131" y="23"/>
                      <a:pt x="135" y="21"/>
                      <a:pt x="137" y="18"/>
                    </a:cubicBezTo>
                    <a:cubicBezTo>
                      <a:pt x="141" y="13"/>
                      <a:pt x="164" y="6"/>
                      <a:pt x="16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6" name="Freeform 174">
                <a:extLst>
                  <a:ext uri="{FF2B5EF4-FFF2-40B4-BE49-F238E27FC236}">
                    <a16:creationId xmlns:a16="http://schemas.microsoft.com/office/drawing/2014/main" id="{C52E6B65-3B5C-4DF5-9FBF-30E65762E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917"/>
                <a:ext cx="340" cy="389"/>
              </a:xfrm>
              <a:custGeom>
                <a:avLst/>
                <a:gdLst>
                  <a:gd name="T0" fmla="*/ 0 w 136"/>
                  <a:gd name="T1" fmla="*/ 376 h 146"/>
                  <a:gd name="T2" fmla="*/ 533 w 136"/>
                  <a:gd name="T3" fmla="*/ 0 h 146"/>
                  <a:gd name="T4" fmla="*/ 658 w 136"/>
                  <a:gd name="T5" fmla="*/ 226 h 146"/>
                  <a:gd name="T6" fmla="*/ 750 w 136"/>
                  <a:gd name="T7" fmla="*/ 533 h 146"/>
                  <a:gd name="T8" fmla="*/ 875 w 136"/>
                  <a:gd name="T9" fmla="*/ 717 h 146"/>
                  <a:gd name="T10" fmla="*/ 1125 w 136"/>
                  <a:gd name="T11" fmla="*/ 1284 h 146"/>
                  <a:gd name="T12" fmla="*/ 1283 w 136"/>
                  <a:gd name="T13" fmla="*/ 1535 h 146"/>
                  <a:gd name="T14" fmla="*/ 1438 w 136"/>
                  <a:gd name="T15" fmla="*/ 1852 h 146"/>
                  <a:gd name="T16" fmla="*/ 1720 w 136"/>
                  <a:gd name="T17" fmla="*/ 2116 h 146"/>
                  <a:gd name="T18" fmla="*/ 1833 w 136"/>
                  <a:gd name="T19" fmla="*/ 2422 h 146"/>
                  <a:gd name="T20" fmla="*/ 1988 w 136"/>
                  <a:gd name="T21" fmla="*/ 2499 h 146"/>
                  <a:gd name="T22" fmla="*/ 2125 w 136"/>
                  <a:gd name="T23" fmla="*/ 2760 h 1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6" h="146">
                    <a:moveTo>
                      <a:pt x="0" y="20"/>
                    </a:moveTo>
                    <a:cubicBezTo>
                      <a:pt x="9" y="10"/>
                      <a:pt x="20" y="0"/>
                      <a:pt x="34" y="0"/>
                    </a:cubicBezTo>
                    <a:cubicBezTo>
                      <a:pt x="36" y="4"/>
                      <a:pt x="40" y="8"/>
                      <a:pt x="42" y="12"/>
                    </a:cubicBezTo>
                    <a:cubicBezTo>
                      <a:pt x="44" y="17"/>
                      <a:pt x="44" y="24"/>
                      <a:pt x="48" y="28"/>
                    </a:cubicBezTo>
                    <a:cubicBezTo>
                      <a:pt x="52" y="33"/>
                      <a:pt x="53" y="32"/>
                      <a:pt x="56" y="38"/>
                    </a:cubicBezTo>
                    <a:cubicBezTo>
                      <a:pt x="60" y="48"/>
                      <a:pt x="65" y="59"/>
                      <a:pt x="72" y="68"/>
                    </a:cubicBezTo>
                    <a:cubicBezTo>
                      <a:pt x="75" y="72"/>
                      <a:pt x="80" y="76"/>
                      <a:pt x="82" y="81"/>
                    </a:cubicBezTo>
                    <a:cubicBezTo>
                      <a:pt x="87" y="88"/>
                      <a:pt x="85" y="93"/>
                      <a:pt x="92" y="98"/>
                    </a:cubicBezTo>
                    <a:cubicBezTo>
                      <a:pt x="98" y="102"/>
                      <a:pt x="106" y="106"/>
                      <a:pt x="110" y="112"/>
                    </a:cubicBezTo>
                    <a:cubicBezTo>
                      <a:pt x="113" y="117"/>
                      <a:pt x="112" y="124"/>
                      <a:pt x="117" y="128"/>
                    </a:cubicBezTo>
                    <a:cubicBezTo>
                      <a:pt x="120" y="130"/>
                      <a:pt x="124" y="129"/>
                      <a:pt x="127" y="132"/>
                    </a:cubicBezTo>
                    <a:cubicBezTo>
                      <a:pt x="131" y="135"/>
                      <a:pt x="135" y="144"/>
                      <a:pt x="136" y="1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7" name="Freeform 175">
                <a:extLst>
                  <a:ext uri="{FF2B5EF4-FFF2-40B4-BE49-F238E27FC236}">
                    <a16:creationId xmlns:a16="http://schemas.microsoft.com/office/drawing/2014/main" id="{6C7E9F0D-1C72-41BB-9595-C27C0F6AA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770"/>
                <a:ext cx="283" cy="861"/>
              </a:xfrm>
              <a:custGeom>
                <a:avLst/>
                <a:gdLst>
                  <a:gd name="T0" fmla="*/ 1776 w 113"/>
                  <a:gd name="T1" fmla="*/ 6118 h 323"/>
                  <a:gd name="T2" fmla="*/ 1588 w 113"/>
                  <a:gd name="T3" fmla="*/ 5854 h 323"/>
                  <a:gd name="T4" fmla="*/ 1555 w 113"/>
                  <a:gd name="T5" fmla="*/ 5643 h 323"/>
                  <a:gd name="T6" fmla="*/ 1493 w 113"/>
                  <a:gd name="T7" fmla="*/ 5435 h 323"/>
                  <a:gd name="T8" fmla="*/ 1117 w 113"/>
                  <a:gd name="T9" fmla="*/ 5379 h 323"/>
                  <a:gd name="T10" fmla="*/ 992 w 113"/>
                  <a:gd name="T11" fmla="*/ 5115 h 323"/>
                  <a:gd name="T12" fmla="*/ 897 w 113"/>
                  <a:gd name="T13" fmla="*/ 4889 h 323"/>
                  <a:gd name="T14" fmla="*/ 721 w 113"/>
                  <a:gd name="T15" fmla="*/ 4833 h 323"/>
                  <a:gd name="T16" fmla="*/ 563 w 113"/>
                  <a:gd name="T17" fmla="*/ 4262 h 323"/>
                  <a:gd name="T18" fmla="*/ 333 w 113"/>
                  <a:gd name="T19" fmla="*/ 4164 h 323"/>
                  <a:gd name="T20" fmla="*/ 270 w 113"/>
                  <a:gd name="T21" fmla="*/ 3788 h 323"/>
                  <a:gd name="T22" fmla="*/ 270 w 113"/>
                  <a:gd name="T23" fmla="*/ 3425 h 323"/>
                  <a:gd name="T24" fmla="*/ 83 w 113"/>
                  <a:gd name="T25" fmla="*/ 3161 h 323"/>
                  <a:gd name="T26" fmla="*/ 33 w 113"/>
                  <a:gd name="T27" fmla="*/ 2956 h 323"/>
                  <a:gd name="T28" fmla="*/ 95 w 113"/>
                  <a:gd name="T29" fmla="*/ 2671 h 323"/>
                  <a:gd name="T30" fmla="*/ 363 w 113"/>
                  <a:gd name="T31" fmla="*/ 2274 h 323"/>
                  <a:gd name="T32" fmla="*/ 376 w 113"/>
                  <a:gd name="T33" fmla="*/ 1839 h 323"/>
                  <a:gd name="T34" fmla="*/ 188 w 113"/>
                  <a:gd name="T35" fmla="*/ 1399 h 323"/>
                  <a:gd name="T36" fmla="*/ 283 w 113"/>
                  <a:gd name="T37" fmla="*/ 853 h 323"/>
                  <a:gd name="T38" fmla="*/ 584 w 113"/>
                  <a:gd name="T39" fmla="*/ 136 h 323"/>
                  <a:gd name="T40" fmla="*/ 709 w 113"/>
                  <a:gd name="T41" fmla="*/ 0 h 323"/>
                  <a:gd name="T42" fmla="*/ 959 w 113"/>
                  <a:gd name="T43" fmla="*/ 397 h 323"/>
                  <a:gd name="T44" fmla="*/ 1180 w 113"/>
                  <a:gd name="T45" fmla="*/ 512 h 323"/>
                  <a:gd name="T46" fmla="*/ 1430 w 113"/>
                  <a:gd name="T47" fmla="*/ 1045 h 32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323">
                    <a:moveTo>
                      <a:pt x="113" y="323"/>
                    </a:moveTo>
                    <a:cubicBezTo>
                      <a:pt x="109" y="318"/>
                      <a:pt x="104" y="315"/>
                      <a:pt x="101" y="309"/>
                    </a:cubicBezTo>
                    <a:cubicBezTo>
                      <a:pt x="100" y="306"/>
                      <a:pt x="100" y="302"/>
                      <a:pt x="99" y="298"/>
                    </a:cubicBezTo>
                    <a:cubicBezTo>
                      <a:pt x="99" y="294"/>
                      <a:pt x="97" y="291"/>
                      <a:pt x="95" y="287"/>
                    </a:cubicBezTo>
                    <a:cubicBezTo>
                      <a:pt x="88" y="289"/>
                      <a:pt x="78" y="288"/>
                      <a:pt x="71" y="284"/>
                    </a:cubicBezTo>
                    <a:cubicBezTo>
                      <a:pt x="67" y="281"/>
                      <a:pt x="65" y="275"/>
                      <a:pt x="63" y="270"/>
                    </a:cubicBezTo>
                    <a:cubicBezTo>
                      <a:pt x="61" y="265"/>
                      <a:pt x="61" y="260"/>
                      <a:pt x="57" y="258"/>
                    </a:cubicBezTo>
                    <a:cubicBezTo>
                      <a:pt x="54" y="256"/>
                      <a:pt x="47" y="255"/>
                      <a:pt x="46" y="255"/>
                    </a:cubicBezTo>
                    <a:cubicBezTo>
                      <a:pt x="44" y="245"/>
                      <a:pt x="45" y="231"/>
                      <a:pt x="36" y="225"/>
                    </a:cubicBezTo>
                    <a:cubicBezTo>
                      <a:pt x="32" y="222"/>
                      <a:pt x="24" y="223"/>
                      <a:pt x="21" y="220"/>
                    </a:cubicBezTo>
                    <a:cubicBezTo>
                      <a:pt x="17" y="216"/>
                      <a:pt x="17" y="206"/>
                      <a:pt x="17" y="200"/>
                    </a:cubicBezTo>
                    <a:cubicBezTo>
                      <a:pt x="17" y="194"/>
                      <a:pt x="18" y="187"/>
                      <a:pt x="17" y="181"/>
                    </a:cubicBezTo>
                    <a:cubicBezTo>
                      <a:pt x="15" y="173"/>
                      <a:pt x="11" y="172"/>
                      <a:pt x="5" y="167"/>
                    </a:cubicBezTo>
                    <a:cubicBezTo>
                      <a:pt x="1" y="163"/>
                      <a:pt x="0" y="163"/>
                      <a:pt x="2" y="156"/>
                    </a:cubicBezTo>
                    <a:cubicBezTo>
                      <a:pt x="3" y="152"/>
                      <a:pt x="5" y="146"/>
                      <a:pt x="6" y="141"/>
                    </a:cubicBezTo>
                    <a:cubicBezTo>
                      <a:pt x="9" y="133"/>
                      <a:pt x="18" y="128"/>
                      <a:pt x="23" y="120"/>
                    </a:cubicBezTo>
                    <a:cubicBezTo>
                      <a:pt x="27" y="113"/>
                      <a:pt x="25" y="105"/>
                      <a:pt x="24" y="97"/>
                    </a:cubicBezTo>
                    <a:cubicBezTo>
                      <a:pt x="22" y="86"/>
                      <a:pt x="14" y="86"/>
                      <a:pt x="12" y="74"/>
                    </a:cubicBezTo>
                    <a:cubicBezTo>
                      <a:pt x="10" y="64"/>
                      <a:pt x="16" y="54"/>
                      <a:pt x="18" y="45"/>
                    </a:cubicBezTo>
                    <a:cubicBezTo>
                      <a:pt x="21" y="30"/>
                      <a:pt x="28" y="19"/>
                      <a:pt x="37" y="7"/>
                    </a:cubicBezTo>
                    <a:cubicBezTo>
                      <a:pt x="38" y="2"/>
                      <a:pt x="45" y="0"/>
                      <a:pt x="45" y="0"/>
                    </a:cubicBezTo>
                    <a:cubicBezTo>
                      <a:pt x="47" y="7"/>
                      <a:pt x="55" y="17"/>
                      <a:pt x="61" y="21"/>
                    </a:cubicBezTo>
                    <a:cubicBezTo>
                      <a:pt x="66" y="25"/>
                      <a:pt x="70" y="25"/>
                      <a:pt x="75" y="27"/>
                    </a:cubicBezTo>
                    <a:cubicBezTo>
                      <a:pt x="90" y="32"/>
                      <a:pt x="97" y="41"/>
                      <a:pt x="91" y="5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8" name="Freeform 176">
                <a:extLst>
                  <a:ext uri="{FF2B5EF4-FFF2-40B4-BE49-F238E27FC236}">
                    <a16:creationId xmlns:a16="http://schemas.microsoft.com/office/drawing/2014/main" id="{BB88269B-7C0C-4D29-B12E-DC899AD7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1893"/>
                <a:ext cx="475" cy="349"/>
              </a:xfrm>
              <a:custGeom>
                <a:avLst/>
                <a:gdLst>
                  <a:gd name="T0" fmla="*/ 0 w 190"/>
                  <a:gd name="T1" fmla="*/ 2478 h 131"/>
                  <a:gd name="T2" fmla="*/ 613 w 190"/>
                  <a:gd name="T3" fmla="*/ 2214 h 131"/>
                  <a:gd name="T4" fmla="*/ 938 w 190"/>
                  <a:gd name="T5" fmla="*/ 2022 h 131"/>
                  <a:gd name="T6" fmla="*/ 1313 w 190"/>
                  <a:gd name="T7" fmla="*/ 1873 h 131"/>
                  <a:gd name="T8" fmla="*/ 1800 w 190"/>
                  <a:gd name="T9" fmla="*/ 1489 h 131"/>
                  <a:gd name="T10" fmla="*/ 1770 w 190"/>
                  <a:gd name="T11" fmla="*/ 1489 h 131"/>
                  <a:gd name="T12" fmla="*/ 2063 w 190"/>
                  <a:gd name="T13" fmla="*/ 1215 h 131"/>
                  <a:gd name="T14" fmla="*/ 2238 w 190"/>
                  <a:gd name="T15" fmla="*/ 1114 h 131"/>
                  <a:gd name="T16" fmla="*/ 2238 w 190"/>
                  <a:gd name="T17" fmla="*/ 1100 h 131"/>
                  <a:gd name="T18" fmla="*/ 2533 w 190"/>
                  <a:gd name="T19" fmla="*/ 759 h 131"/>
                  <a:gd name="T20" fmla="*/ 2708 w 190"/>
                  <a:gd name="T21" fmla="*/ 376 h 131"/>
                  <a:gd name="T22" fmla="*/ 2970 w 190"/>
                  <a:gd name="T23" fmla="*/ 0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0" h="131">
                    <a:moveTo>
                      <a:pt x="0" y="131"/>
                    </a:moveTo>
                    <a:cubicBezTo>
                      <a:pt x="9" y="122"/>
                      <a:pt x="27" y="118"/>
                      <a:pt x="39" y="117"/>
                    </a:cubicBezTo>
                    <a:cubicBezTo>
                      <a:pt x="48" y="116"/>
                      <a:pt x="51" y="111"/>
                      <a:pt x="60" y="107"/>
                    </a:cubicBezTo>
                    <a:cubicBezTo>
                      <a:pt x="69" y="103"/>
                      <a:pt x="77" y="104"/>
                      <a:pt x="84" y="99"/>
                    </a:cubicBezTo>
                    <a:cubicBezTo>
                      <a:pt x="93" y="92"/>
                      <a:pt x="102" y="79"/>
                      <a:pt x="115" y="79"/>
                    </a:cubicBezTo>
                    <a:cubicBezTo>
                      <a:pt x="114" y="79"/>
                      <a:pt x="113" y="79"/>
                      <a:pt x="113" y="79"/>
                    </a:cubicBezTo>
                    <a:cubicBezTo>
                      <a:pt x="119" y="74"/>
                      <a:pt x="126" y="70"/>
                      <a:pt x="132" y="64"/>
                    </a:cubicBezTo>
                    <a:cubicBezTo>
                      <a:pt x="135" y="61"/>
                      <a:pt x="138" y="65"/>
                      <a:pt x="143" y="59"/>
                    </a:cubicBezTo>
                    <a:cubicBezTo>
                      <a:pt x="143" y="59"/>
                      <a:pt x="143" y="58"/>
                      <a:pt x="143" y="58"/>
                    </a:cubicBezTo>
                    <a:cubicBezTo>
                      <a:pt x="149" y="53"/>
                      <a:pt x="157" y="47"/>
                      <a:pt x="162" y="40"/>
                    </a:cubicBezTo>
                    <a:cubicBezTo>
                      <a:pt x="167" y="34"/>
                      <a:pt x="169" y="26"/>
                      <a:pt x="173" y="20"/>
                    </a:cubicBezTo>
                    <a:cubicBezTo>
                      <a:pt x="182" y="21"/>
                      <a:pt x="190" y="7"/>
                      <a:pt x="19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9" name="Freeform 177">
                <a:extLst>
                  <a:ext uri="{FF2B5EF4-FFF2-40B4-BE49-F238E27FC236}">
                    <a16:creationId xmlns:a16="http://schemas.microsoft.com/office/drawing/2014/main" id="{CE3541F0-3DF1-4521-973E-37C8F18E5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930"/>
                <a:ext cx="240" cy="347"/>
              </a:xfrm>
              <a:custGeom>
                <a:avLst/>
                <a:gdLst>
                  <a:gd name="T0" fmla="*/ 0 w 96"/>
                  <a:gd name="T1" fmla="*/ 0 h 130"/>
                  <a:gd name="T2" fmla="*/ 175 w 96"/>
                  <a:gd name="T3" fmla="*/ 419 h 130"/>
                  <a:gd name="T4" fmla="*/ 425 w 96"/>
                  <a:gd name="T5" fmla="*/ 742 h 130"/>
                  <a:gd name="T6" fmla="*/ 595 w 96"/>
                  <a:gd name="T7" fmla="*/ 1025 h 130"/>
                  <a:gd name="T8" fmla="*/ 845 w 96"/>
                  <a:gd name="T9" fmla="*/ 1239 h 130"/>
                  <a:gd name="T10" fmla="*/ 1000 w 96"/>
                  <a:gd name="T11" fmla="*/ 1618 h 130"/>
                  <a:gd name="T12" fmla="*/ 1250 w 96"/>
                  <a:gd name="T13" fmla="*/ 1810 h 130"/>
                  <a:gd name="T14" fmla="*/ 1375 w 96"/>
                  <a:gd name="T15" fmla="*/ 2130 h 130"/>
                  <a:gd name="T16" fmla="*/ 1470 w 96"/>
                  <a:gd name="T17" fmla="*/ 2472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130">
                    <a:moveTo>
                      <a:pt x="0" y="0"/>
                    </a:moveTo>
                    <a:cubicBezTo>
                      <a:pt x="3" y="7"/>
                      <a:pt x="7" y="16"/>
                      <a:pt x="11" y="22"/>
                    </a:cubicBezTo>
                    <a:cubicBezTo>
                      <a:pt x="15" y="29"/>
                      <a:pt x="22" y="33"/>
                      <a:pt x="27" y="39"/>
                    </a:cubicBezTo>
                    <a:cubicBezTo>
                      <a:pt x="31" y="43"/>
                      <a:pt x="33" y="49"/>
                      <a:pt x="38" y="54"/>
                    </a:cubicBezTo>
                    <a:cubicBezTo>
                      <a:pt x="44" y="59"/>
                      <a:pt x="50" y="60"/>
                      <a:pt x="54" y="65"/>
                    </a:cubicBezTo>
                    <a:cubicBezTo>
                      <a:pt x="58" y="71"/>
                      <a:pt x="60" y="79"/>
                      <a:pt x="64" y="85"/>
                    </a:cubicBezTo>
                    <a:cubicBezTo>
                      <a:pt x="69" y="90"/>
                      <a:pt x="77" y="90"/>
                      <a:pt x="80" y="95"/>
                    </a:cubicBezTo>
                    <a:cubicBezTo>
                      <a:pt x="84" y="99"/>
                      <a:pt x="84" y="107"/>
                      <a:pt x="88" y="112"/>
                    </a:cubicBezTo>
                    <a:cubicBezTo>
                      <a:pt x="91" y="116"/>
                      <a:pt x="96" y="127"/>
                      <a:pt x="94" y="13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0" name="Freeform 178">
                <a:extLst>
                  <a:ext uri="{FF2B5EF4-FFF2-40B4-BE49-F238E27FC236}">
                    <a16:creationId xmlns:a16="http://schemas.microsoft.com/office/drawing/2014/main" id="{966D8E01-159D-461D-87DE-E661EE7C7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1997"/>
                <a:ext cx="83" cy="144"/>
              </a:xfrm>
              <a:custGeom>
                <a:avLst/>
                <a:gdLst>
                  <a:gd name="T0" fmla="*/ 526 w 33"/>
                  <a:gd name="T1" fmla="*/ 0 h 54"/>
                  <a:gd name="T2" fmla="*/ 20 w 33"/>
                  <a:gd name="T3" fmla="*/ 419 h 54"/>
                  <a:gd name="T4" fmla="*/ 83 w 33"/>
                  <a:gd name="T5" fmla="*/ 832 h 54"/>
                  <a:gd name="T6" fmla="*/ 367 w 33"/>
                  <a:gd name="T7" fmla="*/ 102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54">
                    <a:moveTo>
                      <a:pt x="33" y="0"/>
                    </a:moveTo>
                    <a:cubicBezTo>
                      <a:pt x="24" y="9"/>
                      <a:pt x="3" y="7"/>
                      <a:pt x="1" y="22"/>
                    </a:cubicBezTo>
                    <a:cubicBezTo>
                      <a:pt x="0" y="30"/>
                      <a:pt x="1" y="39"/>
                      <a:pt x="5" y="44"/>
                    </a:cubicBezTo>
                    <a:cubicBezTo>
                      <a:pt x="10" y="50"/>
                      <a:pt x="20" y="49"/>
                      <a:pt x="23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1" name="Freeform 179">
                <a:extLst>
                  <a:ext uri="{FF2B5EF4-FFF2-40B4-BE49-F238E27FC236}">
                    <a16:creationId xmlns:a16="http://schemas.microsoft.com/office/drawing/2014/main" id="{4B8FE6BE-A202-476C-8261-E299AA745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119"/>
                <a:ext cx="67" cy="54"/>
              </a:xfrm>
              <a:custGeom>
                <a:avLst/>
                <a:gdLst>
                  <a:gd name="T0" fmla="*/ 0 w 27"/>
                  <a:gd name="T1" fmla="*/ 176 h 20"/>
                  <a:gd name="T2" fmla="*/ 216 w 27"/>
                  <a:gd name="T3" fmla="*/ 373 h 20"/>
                  <a:gd name="T4" fmla="*/ 412 w 2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2" y="20"/>
                      <a:pt x="10" y="14"/>
                      <a:pt x="14" y="19"/>
                    </a:cubicBezTo>
                    <a:cubicBezTo>
                      <a:pt x="16" y="13"/>
                      <a:pt x="21" y="2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2" name="Freeform 180">
                <a:extLst>
                  <a:ext uri="{FF2B5EF4-FFF2-40B4-BE49-F238E27FC236}">
                    <a16:creationId xmlns:a16="http://schemas.microsoft.com/office/drawing/2014/main" id="{32BE89CF-A0D9-4A60-9BE7-BB9CD7D94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2165"/>
                <a:ext cx="13" cy="98"/>
              </a:xfrm>
              <a:custGeom>
                <a:avLst/>
                <a:gdLst>
                  <a:gd name="T0" fmla="*/ 88 w 5"/>
                  <a:gd name="T1" fmla="*/ 0 h 37"/>
                  <a:gd name="T2" fmla="*/ 21 w 5"/>
                  <a:gd name="T3" fmla="*/ 429 h 37"/>
                  <a:gd name="T4" fmla="*/ 88 w 5"/>
                  <a:gd name="T5" fmla="*/ 68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5" y="0"/>
                    </a:moveTo>
                    <a:cubicBezTo>
                      <a:pt x="4" y="8"/>
                      <a:pt x="0" y="14"/>
                      <a:pt x="1" y="23"/>
                    </a:cubicBezTo>
                    <a:cubicBezTo>
                      <a:pt x="2" y="27"/>
                      <a:pt x="4" y="34"/>
                      <a:pt x="5" y="3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3" name="Freeform 181">
                <a:extLst>
                  <a:ext uri="{FF2B5EF4-FFF2-40B4-BE49-F238E27FC236}">
                    <a16:creationId xmlns:a16="http://schemas.microsoft.com/office/drawing/2014/main" id="{27C8D25B-D96F-4159-B544-68530D55A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239"/>
                <a:ext cx="130" cy="40"/>
              </a:xfrm>
              <a:custGeom>
                <a:avLst/>
                <a:gdLst>
                  <a:gd name="T0" fmla="*/ 0 w 52"/>
                  <a:gd name="T1" fmla="*/ 285 h 15"/>
                  <a:gd name="T2" fmla="*/ 113 w 52"/>
                  <a:gd name="T3" fmla="*/ 192 h 15"/>
                  <a:gd name="T4" fmla="*/ 208 w 52"/>
                  <a:gd name="T5" fmla="*/ 192 h 15"/>
                  <a:gd name="T6" fmla="*/ 313 w 52"/>
                  <a:gd name="T7" fmla="*/ 136 h 15"/>
                  <a:gd name="T8" fmla="*/ 583 w 52"/>
                  <a:gd name="T9" fmla="*/ 149 h 15"/>
                  <a:gd name="T10" fmla="*/ 813 w 5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15">
                    <a:moveTo>
                      <a:pt x="0" y="15"/>
                    </a:moveTo>
                    <a:cubicBezTo>
                      <a:pt x="3" y="14"/>
                      <a:pt x="4" y="11"/>
                      <a:pt x="7" y="10"/>
                    </a:cubicBezTo>
                    <a:cubicBezTo>
                      <a:pt x="9" y="9"/>
                      <a:pt x="11" y="10"/>
                      <a:pt x="13" y="10"/>
                    </a:cubicBezTo>
                    <a:cubicBezTo>
                      <a:pt x="16" y="9"/>
                      <a:pt x="17" y="7"/>
                      <a:pt x="20" y="7"/>
                    </a:cubicBezTo>
                    <a:cubicBezTo>
                      <a:pt x="26" y="5"/>
                      <a:pt x="31" y="9"/>
                      <a:pt x="37" y="8"/>
                    </a:cubicBezTo>
                    <a:cubicBezTo>
                      <a:pt x="42" y="6"/>
                      <a:pt x="48" y="0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4" name="Freeform 182">
                <a:extLst>
                  <a:ext uri="{FF2B5EF4-FFF2-40B4-BE49-F238E27FC236}">
                    <a16:creationId xmlns:a16="http://schemas.microsoft.com/office/drawing/2014/main" id="{DDA9592D-418B-4694-8736-93A2FDAD7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098"/>
                <a:ext cx="170" cy="440"/>
              </a:xfrm>
              <a:custGeom>
                <a:avLst/>
                <a:gdLst>
                  <a:gd name="T0" fmla="*/ 0 w 68"/>
                  <a:gd name="T1" fmla="*/ 0 h 165"/>
                  <a:gd name="T2" fmla="*/ 95 w 68"/>
                  <a:gd name="T3" fmla="*/ 491 h 165"/>
                  <a:gd name="T4" fmla="*/ 250 w 68"/>
                  <a:gd name="T5" fmla="*/ 760 h 165"/>
                  <a:gd name="T6" fmla="*/ 238 w 68"/>
                  <a:gd name="T7" fmla="*/ 888 h 165"/>
                  <a:gd name="T8" fmla="*/ 270 w 68"/>
                  <a:gd name="T9" fmla="*/ 1045 h 165"/>
                  <a:gd name="T10" fmla="*/ 375 w 68"/>
                  <a:gd name="T11" fmla="*/ 1365 h 165"/>
                  <a:gd name="T12" fmla="*/ 658 w 68"/>
                  <a:gd name="T13" fmla="*/ 1480 h 165"/>
                  <a:gd name="T14" fmla="*/ 750 w 68"/>
                  <a:gd name="T15" fmla="*/ 2048 h 165"/>
                  <a:gd name="T16" fmla="*/ 970 w 68"/>
                  <a:gd name="T17" fmla="*/ 2163 h 165"/>
                  <a:gd name="T18" fmla="*/ 1063 w 68"/>
                  <a:gd name="T19" fmla="*/ 2581 h 165"/>
                  <a:gd name="T20" fmla="*/ 875 w 68"/>
                  <a:gd name="T21" fmla="*/ 2880 h 165"/>
                  <a:gd name="T22" fmla="*/ 863 w 68"/>
                  <a:gd name="T23" fmla="*/ 3128 h 1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65">
                    <a:moveTo>
                      <a:pt x="0" y="0"/>
                    </a:moveTo>
                    <a:cubicBezTo>
                      <a:pt x="4" y="8"/>
                      <a:pt x="1" y="18"/>
                      <a:pt x="6" y="26"/>
                    </a:cubicBezTo>
                    <a:cubicBezTo>
                      <a:pt x="8" y="30"/>
                      <a:pt x="15" y="36"/>
                      <a:pt x="16" y="40"/>
                    </a:cubicBezTo>
                    <a:cubicBezTo>
                      <a:pt x="16" y="42"/>
                      <a:pt x="15" y="45"/>
                      <a:pt x="15" y="47"/>
                    </a:cubicBezTo>
                    <a:cubicBezTo>
                      <a:pt x="15" y="49"/>
                      <a:pt x="16" y="53"/>
                      <a:pt x="17" y="55"/>
                    </a:cubicBezTo>
                    <a:cubicBezTo>
                      <a:pt x="19" y="61"/>
                      <a:pt x="22" y="66"/>
                      <a:pt x="24" y="72"/>
                    </a:cubicBezTo>
                    <a:cubicBezTo>
                      <a:pt x="28" y="72"/>
                      <a:pt x="39" y="74"/>
                      <a:pt x="42" y="78"/>
                    </a:cubicBezTo>
                    <a:cubicBezTo>
                      <a:pt x="48" y="85"/>
                      <a:pt x="42" y="100"/>
                      <a:pt x="48" y="108"/>
                    </a:cubicBezTo>
                    <a:cubicBezTo>
                      <a:pt x="51" y="112"/>
                      <a:pt x="59" y="111"/>
                      <a:pt x="62" y="114"/>
                    </a:cubicBezTo>
                    <a:cubicBezTo>
                      <a:pt x="67" y="118"/>
                      <a:pt x="67" y="129"/>
                      <a:pt x="68" y="136"/>
                    </a:cubicBezTo>
                    <a:cubicBezTo>
                      <a:pt x="63" y="138"/>
                      <a:pt x="58" y="147"/>
                      <a:pt x="56" y="152"/>
                    </a:cubicBezTo>
                    <a:cubicBezTo>
                      <a:pt x="55" y="157"/>
                      <a:pt x="56" y="161"/>
                      <a:pt x="55" y="16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5" name="Freeform 183">
                <a:extLst>
                  <a:ext uri="{FF2B5EF4-FFF2-40B4-BE49-F238E27FC236}">
                    <a16:creationId xmlns:a16="http://schemas.microsoft.com/office/drawing/2014/main" id="{981E62FB-3A6A-4075-A90A-45B48AEB4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290"/>
                <a:ext cx="68" cy="80"/>
              </a:xfrm>
              <a:custGeom>
                <a:avLst/>
                <a:gdLst>
                  <a:gd name="T0" fmla="*/ 0 w 27"/>
                  <a:gd name="T1" fmla="*/ 568 h 30"/>
                  <a:gd name="T2" fmla="*/ 431 w 2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0">
                    <a:moveTo>
                      <a:pt x="0" y="30"/>
                    </a:moveTo>
                    <a:cubicBezTo>
                      <a:pt x="4" y="19"/>
                      <a:pt x="15" y="1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6" name="Freeform 184">
                <a:extLst>
                  <a:ext uri="{FF2B5EF4-FFF2-40B4-BE49-F238E27FC236}">
                    <a16:creationId xmlns:a16="http://schemas.microsoft.com/office/drawing/2014/main" id="{CEBF8A7B-AEDC-4B72-B44F-FDCE0E4EF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247"/>
                <a:ext cx="50" cy="56"/>
              </a:xfrm>
              <a:custGeom>
                <a:avLst/>
                <a:gdLst>
                  <a:gd name="T0" fmla="*/ 0 w 20"/>
                  <a:gd name="T1" fmla="*/ 397 h 21"/>
                  <a:gd name="T2" fmla="*/ 313 w 2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1">
                    <a:moveTo>
                      <a:pt x="0" y="21"/>
                    </a:moveTo>
                    <a:cubicBezTo>
                      <a:pt x="3" y="14"/>
                      <a:pt x="11" y="1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7" name="Freeform 185">
                <a:extLst>
                  <a:ext uri="{FF2B5EF4-FFF2-40B4-BE49-F238E27FC236}">
                    <a16:creationId xmlns:a16="http://schemas.microsoft.com/office/drawing/2014/main" id="{62776541-8520-4C63-A7C8-4305FB73B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327"/>
                <a:ext cx="70" cy="72"/>
              </a:xfrm>
              <a:custGeom>
                <a:avLst/>
                <a:gdLst>
                  <a:gd name="T0" fmla="*/ 0 w 28"/>
                  <a:gd name="T1" fmla="*/ 512 h 27"/>
                  <a:gd name="T2" fmla="*/ 438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27"/>
                    </a:moveTo>
                    <a:cubicBezTo>
                      <a:pt x="1" y="17"/>
                      <a:pt x="18" y="2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8" name="Freeform 186">
                <a:extLst>
                  <a:ext uri="{FF2B5EF4-FFF2-40B4-BE49-F238E27FC236}">
                    <a16:creationId xmlns:a16="http://schemas.microsoft.com/office/drawing/2014/main" id="{C50E748B-3B6E-41EF-95C3-5068269C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261"/>
                <a:ext cx="62" cy="85"/>
              </a:xfrm>
              <a:custGeom>
                <a:avLst/>
                <a:gdLst>
                  <a:gd name="T0" fmla="*/ 0 w 25"/>
                  <a:gd name="T1" fmla="*/ 600 h 32"/>
                  <a:gd name="T2" fmla="*/ 382 w 25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0" y="32"/>
                    </a:moveTo>
                    <a:cubicBezTo>
                      <a:pt x="10" y="21"/>
                      <a:pt x="20" y="13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9" name="Freeform 187">
                <a:extLst>
                  <a:ext uri="{FF2B5EF4-FFF2-40B4-BE49-F238E27FC236}">
                    <a16:creationId xmlns:a16="http://schemas.microsoft.com/office/drawing/2014/main" id="{10742D3F-6D07-49F5-AAAE-641CF6F07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81"/>
                <a:ext cx="65" cy="80"/>
              </a:xfrm>
              <a:custGeom>
                <a:avLst/>
                <a:gdLst>
                  <a:gd name="T0" fmla="*/ 0 w 26"/>
                  <a:gd name="T1" fmla="*/ 568 h 30"/>
                  <a:gd name="T2" fmla="*/ 408 w 26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0">
                    <a:moveTo>
                      <a:pt x="0" y="30"/>
                    </a:moveTo>
                    <a:cubicBezTo>
                      <a:pt x="3" y="22"/>
                      <a:pt x="19" y="2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0" name="Freeform 188">
                <a:extLst>
                  <a:ext uri="{FF2B5EF4-FFF2-40B4-BE49-F238E27FC236}">
                    <a16:creationId xmlns:a16="http://schemas.microsoft.com/office/drawing/2014/main" id="{F49AEB08-B6CE-47EE-B93B-962702BED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2255"/>
                <a:ext cx="288" cy="427"/>
              </a:xfrm>
              <a:custGeom>
                <a:avLst/>
                <a:gdLst>
                  <a:gd name="T0" fmla="*/ 113 w 115"/>
                  <a:gd name="T1" fmla="*/ 0 h 160"/>
                  <a:gd name="T2" fmla="*/ 95 w 115"/>
                  <a:gd name="T3" fmla="*/ 683 h 160"/>
                  <a:gd name="T4" fmla="*/ 333 w 115"/>
                  <a:gd name="T5" fmla="*/ 1003 h 160"/>
                  <a:gd name="T6" fmla="*/ 533 w 115"/>
                  <a:gd name="T7" fmla="*/ 1524 h 160"/>
                  <a:gd name="T8" fmla="*/ 754 w 115"/>
                  <a:gd name="T9" fmla="*/ 1767 h 160"/>
                  <a:gd name="T10" fmla="*/ 846 w 115"/>
                  <a:gd name="T11" fmla="*/ 2074 h 160"/>
                  <a:gd name="T12" fmla="*/ 992 w 115"/>
                  <a:gd name="T13" fmla="*/ 2279 h 160"/>
                  <a:gd name="T14" fmla="*/ 1147 w 115"/>
                  <a:gd name="T15" fmla="*/ 2506 h 160"/>
                  <a:gd name="T16" fmla="*/ 1493 w 115"/>
                  <a:gd name="T17" fmla="*/ 2850 h 160"/>
                  <a:gd name="T18" fmla="*/ 1806 w 115"/>
                  <a:gd name="T19" fmla="*/ 3042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160">
                    <a:moveTo>
                      <a:pt x="7" y="0"/>
                    </a:moveTo>
                    <a:cubicBezTo>
                      <a:pt x="3" y="11"/>
                      <a:pt x="0" y="26"/>
                      <a:pt x="6" y="36"/>
                    </a:cubicBezTo>
                    <a:cubicBezTo>
                      <a:pt x="10" y="43"/>
                      <a:pt x="17" y="48"/>
                      <a:pt x="21" y="53"/>
                    </a:cubicBezTo>
                    <a:cubicBezTo>
                      <a:pt x="27" y="62"/>
                      <a:pt x="27" y="72"/>
                      <a:pt x="34" y="80"/>
                    </a:cubicBezTo>
                    <a:cubicBezTo>
                      <a:pt x="40" y="86"/>
                      <a:pt x="45" y="86"/>
                      <a:pt x="48" y="93"/>
                    </a:cubicBezTo>
                    <a:cubicBezTo>
                      <a:pt x="50" y="98"/>
                      <a:pt x="51" y="104"/>
                      <a:pt x="54" y="109"/>
                    </a:cubicBezTo>
                    <a:cubicBezTo>
                      <a:pt x="56" y="113"/>
                      <a:pt x="60" y="116"/>
                      <a:pt x="63" y="120"/>
                    </a:cubicBezTo>
                    <a:cubicBezTo>
                      <a:pt x="67" y="124"/>
                      <a:pt x="69" y="129"/>
                      <a:pt x="73" y="132"/>
                    </a:cubicBezTo>
                    <a:cubicBezTo>
                      <a:pt x="82" y="140"/>
                      <a:pt x="86" y="142"/>
                      <a:pt x="95" y="150"/>
                    </a:cubicBezTo>
                    <a:cubicBezTo>
                      <a:pt x="101" y="155"/>
                      <a:pt x="109" y="156"/>
                      <a:pt x="115" y="16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1" name="Freeform 189">
                <a:extLst>
                  <a:ext uri="{FF2B5EF4-FFF2-40B4-BE49-F238E27FC236}">
                    <a16:creationId xmlns:a16="http://schemas.microsoft.com/office/drawing/2014/main" id="{8B636E90-1EB7-4AAE-B0A2-3E883E436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474"/>
                <a:ext cx="90" cy="35"/>
              </a:xfrm>
              <a:custGeom>
                <a:avLst/>
                <a:gdLst>
                  <a:gd name="T0" fmla="*/ 0 w 36"/>
                  <a:gd name="T1" fmla="*/ 232 h 13"/>
                  <a:gd name="T2" fmla="*/ 563 w 36"/>
                  <a:gd name="T3" fmla="*/ 13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3">
                    <a:moveTo>
                      <a:pt x="0" y="12"/>
                    </a:moveTo>
                    <a:cubicBezTo>
                      <a:pt x="11" y="13"/>
                      <a:pt x="27" y="0"/>
                      <a:pt x="36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2" name="Freeform 190">
                <a:extLst>
                  <a:ext uri="{FF2B5EF4-FFF2-40B4-BE49-F238E27FC236}">
                    <a16:creationId xmlns:a16="http://schemas.microsoft.com/office/drawing/2014/main" id="{7625F9EF-251A-49B4-AACA-2CFE79D40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447"/>
                <a:ext cx="45" cy="56"/>
              </a:xfrm>
              <a:custGeom>
                <a:avLst/>
                <a:gdLst>
                  <a:gd name="T0" fmla="*/ 0 w 18"/>
                  <a:gd name="T1" fmla="*/ 397 h 21"/>
                  <a:gd name="T2" fmla="*/ 283 w 1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cubicBezTo>
                      <a:pt x="4" y="13"/>
                      <a:pt x="10" y="3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3" name="Freeform 191">
                <a:extLst>
                  <a:ext uri="{FF2B5EF4-FFF2-40B4-BE49-F238E27FC236}">
                    <a16:creationId xmlns:a16="http://schemas.microsoft.com/office/drawing/2014/main" id="{5BB59CFB-A32B-4026-AE69-F1C0DEFED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383"/>
                <a:ext cx="70" cy="83"/>
              </a:xfrm>
              <a:custGeom>
                <a:avLst/>
                <a:gdLst>
                  <a:gd name="T0" fmla="*/ 0 w 28"/>
                  <a:gd name="T1" fmla="*/ 594 h 31"/>
                  <a:gd name="T2" fmla="*/ 438 w 2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0" y="31"/>
                    </a:moveTo>
                    <a:cubicBezTo>
                      <a:pt x="5" y="20"/>
                      <a:pt x="17" y="1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4" name="Freeform 192">
                <a:extLst>
                  <a:ext uri="{FF2B5EF4-FFF2-40B4-BE49-F238E27FC236}">
                    <a16:creationId xmlns:a16="http://schemas.microsoft.com/office/drawing/2014/main" id="{7A885763-7134-44F1-904C-5EEF5E95C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458"/>
                <a:ext cx="77" cy="184"/>
              </a:xfrm>
              <a:custGeom>
                <a:avLst/>
                <a:gdLst>
                  <a:gd name="T0" fmla="*/ 0 w 31"/>
                  <a:gd name="T1" fmla="*/ 0 h 69"/>
                  <a:gd name="T2" fmla="*/ 432 w 31"/>
                  <a:gd name="T3" fmla="*/ 171 h 69"/>
                  <a:gd name="T4" fmla="*/ 474 w 31"/>
                  <a:gd name="T5" fmla="*/ 477 h 69"/>
                  <a:gd name="T6" fmla="*/ 291 w 31"/>
                  <a:gd name="T7" fmla="*/ 739 h 69"/>
                  <a:gd name="T8" fmla="*/ 166 w 31"/>
                  <a:gd name="T9" fmla="*/ 1309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9">
                    <a:moveTo>
                      <a:pt x="0" y="0"/>
                    </a:moveTo>
                    <a:cubicBezTo>
                      <a:pt x="8" y="3"/>
                      <a:pt x="23" y="0"/>
                      <a:pt x="28" y="9"/>
                    </a:cubicBezTo>
                    <a:cubicBezTo>
                      <a:pt x="29" y="11"/>
                      <a:pt x="31" y="23"/>
                      <a:pt x="31" y="25"/>
                    </a:cubicBezTo>
                    <a:cubicBezTo>
                      <a:pt x="30" y="29"/>
                      <a:pt x="22" y="34"/>
                      <a:pt x="19" y="39"/>
                    </a:cubicBezTo>
                    <a:cubicBezTo>
                      <a:pt x="11" y="50"/>
                      <a:pt x="9" y="55"/>
                      <a:pt x="11" y="6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5" name="Freeform 193">
                <a:extLst>
                  <a:ext uri="{FF2B5EF4-FFF2-40B4-BE49-F238E27FC236}">
                    <a16:creationId xmlns:a16="http://schemas.microsoft.com/office/drawing/2014/main" id="{26A760DD-1138-4307-B7C2-F59DA08A3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311"/>
                <a:ext cx="143" cy="168"/>
              </a:xfrm>
              <a:custGeom>
                <a:avLst/>
                <a:gdLst>
                  <a:gd name="T0" fmla="*/ 0 w 57"/>
                  <a:gd name="T1" fmla="*/ 1195 h 63"/>
                  <a:gd name="T2" fmla="*/ 113 w 57"/>
                  <a:gd name="T3" fmla="*/ 947 h 63"/>
                  <a:gd name="T4" fmla="*/ 238 w 57"/>
                  <a:gd name="T5" fmla="*/ 605 h 63"/>
                  <a:gd name="T6" fmla="*/ 504 w 57"/>
                  <a:gd name="T7" fmla="*/ 589 h 63"/>
                  <a:gd name="T8" fmla="*/ 901 w 57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3">
                    <a:moveTo>
                      <a:pt x="0" y="63"/>
                    </a:moveTo>
                    <a:cubicBezTo>
                      <a:pt x="2" y="57"/>
                      <a:pt x="4" y="55"/>
                      <a:pt x="7" y="50"/>
                    </a:cubicBezTo>
                    <a:cubicBezTo>
                      <a:pt x="9" y="45"/>
                      <a:pt x="11" y="36"/>
                      <a:pt x="15" y="32"/>
                    </a:cubicBezTo>
                    <a:cubicBezTo>
                      <a:pt x="20" y="25"/>
                      <a:pt x="25" y="33"/>
                      <a:pt x="32" y="31"/>
                    </a:cubicBezTo>
                    <a:cubicBezTo>
                      <a:pt x="40" y="29"/>
                      <a:pt x="55" y="8"/>
                      <a:pt x="5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6" name="Freeform 194">
                <a:extLst>
                  <a:ext uri="{FF2B5EF4-FFF2-40B4-BE49-F238E27FC236}">
                    <a16:creationId xmlns:a16="http://schemas.microsoft.com/office/drawing/2014/main" id="{0292918D-6AAA-4747-A246-BA351CCB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391"/>
                <a:ext cx="107" cy="150"/>
              </a:xfrm>
              <a:custGeom>
                <a:avLst/>
                <a:gdLst>
                  <a:gd name="T0" fmla="*/ 508 w 43"/>
                  <a:gd name="T1" fmla="*/ 0 h 56"/>
                  <a:gd name="T2" fmla="*/ 620 w 43"/>
                  <a:gd name="T3" fmla="*/ 504 h 56"/>
                  <a:gd name="T4" fmla="*/ 508 w 43"/>
                  <a:gd name="T5" fmla="*/ 573 h 56"/>
                  <a:gd name="T6" fmla="*/ 371 w 43"/>
                  <a:gd name="T7" fmla="*/ 790 h 56"/>
                  <a:gd name="T8" fmla="*/ 249 w 43"/>
                  <a:gd name="T9" fmla="*/ 1018 h 56"/>
                  <a:gd name="T10" fmla="*/ 167 w 43"/>
                  <a:gd name="T11" fmla="*/ 1039 h 56"/>
                  <a:gd name="T12" fmla="*/ 0 w 43"/>
                  <a:gd name="T13" fmla="*/ 98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56">
                    <a:moveTo>
                      <a:pt x="33" y="0"/>
                    </a:moveTo>
                    <a:cubicBezTo>
                      <a:pt x="37" y="5"/>
                      <a:pt x="43" y="20"/>
                      <a:pt x="40" y="26"/>
                    </a:cubicBezTo>
                    <a:cubicBezTo>
                      <a:pt x="39" y="27"/>
                      <a:pt x="35" y="29"/>
                      <a:pt x="33" y="30"/>
                    </a:cubicBezTo>
                    <a:cubicBezTo>
                      <a:pt x="30" y="33"/>
                      <a:pt x="27" y="38"/>
                      <a:pt x="24" y="41"/>
                    </a:cubicBezTo>
                    <a:cubicBezTo>
                      <a:pt x="22" y="44"/>
                      <a:pt x="19" y="51"/>
                      <a:pt x="16" y="53"/>
                    </a:cubicBezTo>
                    <a:cubicBezTo>
                      <a:pt x="12" y="56"/>
                      <a:pt x="16" y="55"/>
                      <a:pt x="11" y="54"/>
                    </a:cubicBezTo>
                    <a:cubicBezTo>
                      <a:pt x="7" y="53"/>
                      <a:pt x="5" y="50"/>
                      <a:pt x="0" y="5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7" name="Freeform 195">
                <a:extLst>
                  <a:ext uri="{FF2B5EF4-FFF2-40B4-BE49-F238E27FC236}">
                    <a16:creationId xmlns:a16="http://schemas.microsoft.com/office/drawing/2014/main" id="{687B1934-E486-4A1E-ADC5-FEDAC68A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538"/>
                <a:ext cx="22" cy="85"/>
              </a:xfrm>
              <a:custGeom>
                <a:avLst/>
                <a:gdLst>
                  <a:gd name="T0" fmla="*/ 59 w 9"/>
                  <a:gd name="T1" fmla="*/ 0 h 32"/>
                  <a:gd name="T2" fmla="*/ 120 w 9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2">
                    <a:moveTo>
                      <a:pt x="4" y="0"/>
                    </a:moveTo>
                    <a:cubicBezTo>
                      <a:pt x="0" y="11"/>
                      <a:pt x="9" y="21"/>
                      <a:pt x="8" y="3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8" name="Freeform 196">
                <a:extLst>
                  <a:ext uri="{FF2B5EF4-FFF2-40B4-BE49-F238E27FC236}">
                    <a16:creationId xmlns:a16="http://schemas.microsoft.com/office/drawing/2014/main" id="{F0D363E1-01FA-4D11-89EC-E3A9AD746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458"/>
                <a:ext cx="30" cy="72"/>
              </a:xfrm>
              <a:custGeom>
                <a:avLst/>
                <a:gdLst>
                  <a:gd name="T0" fmla="*/ 0 w 12"/>
                  <a:gd name="T1" fmla="*/ 0 h 27"/>
                  <a:gd name="T2" fmla="*/ 158 w 12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5" y="3"/>
                      <a:pt x="12" y="22"/>
                      <a:pt x="10" y="2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9" name="Freeform 197">
                <a:extLst>
                  <a:ext uri="{FF2B5EF4-FFF2-40B4-BE49-F238E27FC236}">
                    <a16:creationId xmlns:a16="http://schemas.microsoft.com/office/drawing/2014/main" id="{2C2F9C89-1CE5-44F7-99CD-AF918FBAF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314"/>
                <a:ext cx="65" cy="155"/>
              </a:xfrm>
              <a:custGeom>
                <a:avLst/>
                <a:gdLst>
                  <a:gd name="T0" fmla="*/ 0 w 26"/>
                  <a:gd name="T1" fmla="*/ 1106 h 58"/>
                  <a:gd name="T2" fmla="*/ 395 w 26"/>
                  <a:gd name="T3" fmla="*/ 556 h 58"/>
                  <a:gd name="T4" fmla="*/ 345 w 26"/>
                  <a:gd name="T5" fmla="*/ 208 h 58"/>
                  <a:gd name="T6" fmla="*/ 345 w 26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8">
                    <a:moveTo>
                      <a:pt x="0" y="58"/>
                    </a:moveTo>
                    <a:cubicBezTo>
                      <a:pt x="9" y="51"/>
                      <a:pt x="23" y="39"/>
                      <a:pt x="25" y="29"/>
                    </a:cubicBezTo>
                    <a:cubicBezTo>
                      <a:pt x="26" y="23"/>
                      <a:pt x="23" y="17"/>
                      <a:pt x="22" y="11"/>
                    </a:cubicBezTo>
                    <a:cubicBezTo>
                      <a:pt x="22" y="7"/>
                      <a:pt x="23" y="4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0" name="Freeform 198">
                <a:extLst>
                  <a:ext uri="{FF2B5EF4-FFF2-40B4-BE49-F238E27FC236}">
                    <a16:creationId xmlns:a16="http://schemas.microsoft.com/office/drawing/2014/main" id="{59C357DB-325F-4A3A-B02F-EBEC4D0EA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079"/>
                <a:ext cx="63" cy="120"/>
              </a:xfrm>
              <a:custGeom>
                <a:avLst/>
                <a:gdLst>
                  <a:gd name="T0" fmla="*/ 0 w 25"/>
                  <a:gd name="T1" fmla="*/ 853 h 45"/>
                  <a:gd name="T2" fmla="*/ 401 w 25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5">
                    <a:moveTo>
                      <a:pt x="0" y="45"/>
                    </a:moveTo>
                    <a:cubicBezTo>
                      <a:pt x="16" y="37"/>
                      <a:pt x="18" y="13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1" name="Freeform 199">
                <a:extLst>
                  <a:ext uri="{FF2B5EF4-FFF2-40B4-BE49-F238E27FC236}">
                    <a16:creationId xmlns:a16="http://schemas.microsoft.com/office/drawing/2014/main" id="{2F53D68F-B0A3-45A4-9D80-BAD969E3B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159"/>
                <a:ext cx="35" cy="150"/>
              </a:xfrm>
              <a:custGeom>
                <a:avLst/>
                <a:gdLst>
                  <a:gd name="T0" fmla="*/ 220 w 14"/>
                  <a:gd name="T1" fmla="*/ 0 h 56"/>
                  <a:gd name="T2" fmla="*/ 83 w 14"/>
                  <a:gd name="T3" fmla="*/ 710 h 56"/>
                  <a:gd name="T4" fmla="*/ 0 w 14"/>
                  <a:gd name="T5" fmla="*/ 107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6">
                    <a:moveTo>
                      <a:pt x="14" y="0"/>
                    </a:moveTo>
                    <a:cubicBezTo>
                      <a:pt x="6" y="12"/>
                      <a:pt x="7" y="24"/>
                      <a:pt x="5" y="37"/>
                    </a:cubicBezTo>
                    <a:cubicBezTo>
                      <a:pt x="5" y="44"/>
                      <a:pt x="3" y="50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2" name="Freeform 200">
                <a:extLst>
                  <a:ext uri="{FF2B5EF4-FFF2-40B4-BE49-F238E27FC236}">
                    <a16:creationId xmlns:a16="http://schemas.microsoft.com/office/drawing/2014/main" id="{497B4CA2-D7A9-494C-B64C-EC8C799E4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877"/>
                <a:ext cx="120" cy="58"/>
              </a:xfrm>
              <a:custGeom>
                <a:avLst/>
                <a:gdLst>
                  <a:gd name="T0" fmla="*/ 0 w 48"/>
                  <a:gd name="T1" fmla="*/ 0 h 22"/>
                  <a:gd name="T2" fmla="*/ 458 w 48"/>
                  <a:gd name="T3" fmla="*/ 90 h 22"/>
                  <a:gd name="T4" fmla="*/ 750 w 48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2">
                    <a:moveTo>
                      <a:pt x="0" y="0"/>
                    </a:moveTo>
                    <a:cubicBezTo>
                      <a:pt x="10" y="1"/>
                      <a:pt x="20" y="0"/>
                      <a:pt x="29" y="5"/>
                    </a:cubicBezTo>
                    <a:cubicBezTo>
                      <a:pt x="36" y="8"/>
                      <a:pt x="46" y="16"/>
                      <a:pt x="48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3" name="Freeform 201">
                <a:extLst>
                  <a:ext uri="{FF2B5EF4-FFF2-40B4-BE49-F238E27FC236}">
                    <a16:creationId xmlns:a16="http://schemas.microsoft.com/office/drawing/2014/main" id="{A268BF16-4140-4E98-99F1-011ECC15E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821"/>
                <a:ext cx="307" cy="312"/>
              </a:xfrm>
              <a:custGeom>
                <a:avLst/>
                <a:gdLst>
                  <a:gd name="T0" fmla="*/ 0 w 123"/>
                  <a:gd name="T1" fmla="*/ 419 h 117"/>
                  <a:gd name="T2" fmla="*/ 374 w 123"/>
                  <a:gd name="T3" fmla="*/ 56 h 117"/>
                  <a:gd name="T4" fmla="*/ 449 w 123"/>
                  <a:gd name="T5" fmla="*/ 115 h 117"/>
                  <a:gd name="T6" fmla="*/ 636 w 123"/>
                  <a:gd name="T7" fmla="*/ 227 h 117"/>
                  <a:gd name="T8" fmla="*/ 821 w 123"/>
                  <a:gd name="T9" fmla="*/ 376 h 117"/>
                  <a:gd name="T10" fmla="*/ 1133 w 123"/>
                  <a:gd name="T11" fmla="*/ 776 h 117"/>
                  <a:gd name="T12" fmla="*/ 1183 w 123"/>
                  <a:gd name="T13" fmla="*/ 1024 h 117"/>
                  <a:gd name="T14" fmla="*/ 1308 w 123"/>
                  <a:gd name="T15" fmla="*/ 1387 h 117"/>
                  <a:gd name="T16" fmla="*/ 1587 w 123"/>
                  <a:gd name="T17" fmla="*/ 1877 h 117"/>
                  <a:gd name="T18" fmla="*/ 1912 w 123"/>
                  <a:gd name="T19" fmla="*/ 2219 h 1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3" h="117">
                    <a:moveTo>
                      <a:pt x="0" y="22"/>
                    </a:moveTo>
                    <a:cubicBezTo>
                      <a:pt x="6" y="15"/>
                      <a:pt x="12" y="0"/>
                      <a:pt x="24" y="3"/>
                    </a:cubicBezTo>
                    <a:cubicBezTo>
                      <a:pt x="27" y="4"/>
                      <a:pt x="26" y="5"/>
                      <a:pt x="29" y="6"/>
                    </a:cubicBezTo>
                    <a:cubicBezTo>
                      <a:pt x="33" y="9"/>
                      <a:pt x="37" y="10"/>
                      <a:pt x="41" y="12"/>
                    </a:cubicBezTo>
                    <a:cubicBezTo>
                      <a:pt x="45" y="14"/>
                      <a:pt x="48" y="17"/>
                      <a:pt x="53" y="20"/>
                    </a:cubicBezTo>
                    <a:cubicBezTo>
                      <a:pt x="60" y="26"/>
                      <a:pt x="70" y="32"/>
                      <a:pt x="73" y="41"/>
                    </a:cubicBezTo>
                    <a:cubicBezTo>
                      <a:pt x="75" y="46"/>
                      <a:pt x="74" y="49"/>
                      <a:pt x="76" y="54"/>
                    </a:cubicBezTo>
                    <a:cubicBezTo>
                      <a:pt x="80" y="60"/>
                      <a:pt x="81" y="66"/>
                      <a:pt x="84" y="73"/>
                    </a:cubicBezTo>
                    <a:cubicBezTo>
                      <a:pt x="88" y="82"/>
                      <a:pt x="103" y="87"/>
                      <a:pt x="102" y="99"/>
                    </a:cubicBezTo>
                    <a:cubicBezTo>
                      <a:pt x="112" y="102"/>
                      <a:pt x="118" y="108"/>
                      <a:pt x="123" y="1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4" name="Freeform 202">
                <a:extLst>
                  <a:ext uri="{FF2B5EF4-FFF2-40B4-BE49-F238E27FC236}">
                    <a16:creationId xmlns:a16="http://schemas.microsoft.com/office/drawing/2014/main" id="{ECE70E7F-0FFB-483E-8358-C45FD8597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082"/>
                <a:ext cx="27" cy="77"/>
              </a:xfrm>
              <a:custGeom>
                <a:avLst/>
                <a:gdLst>
                  <a:gd name="T0" fmla="*/ 0 w 11"/>
                  <a:gd name="T1" fmla="*/ 542 h 29"/>
                  <a:gd name="T2" fmla="*/ 150 w 11"/>
                  <a:gd name="T3" fmla="*/ 260 h 29"/>
                  <a:gd name="T4" fmla="*/ 150 w 1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0" y="29"/>
                    </a:moveTo>
                    <a:cubicBezTo>
                      <a:pt x="3" y="25"/>
                      <a:pt x="8" y="20"/>
                      <a:pt x="10" y="14"/>
                    </a:cubicBezTo>
                    <a:cubicBezTo>
                      <a:pt x="11" y="10"/>
                      <a:pt x="8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5" name="Freeform 203">
                <a:extLst>
                  <a:ext uri="{FF2B5EF4-FFF2-40B4-BE49-F238E27FC236}">
                    <a16:creationId xmlns:a16="http://schemas.microsoft.com/office/drawing/2014/main" id="{441BE165-F0DF-49FE-B422-EBDDC1882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029"/>
                <a:ext cx="40" cy="48"/>
              </a:xfrm>
              <a:custGeom>
                <a:avLst/>
                <a:gdLst>
                  <a:gd name="T0" fmla="*/ 0 w 16"/>
                  <a:gd name="T1" fmla="*/ 341 h 18"/>
                  <a:gd name="T2" fmla="*/ 25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0" y="18"/>
                    </a:moveTo>
                    <a:cubicBezTo>
                      <a:pt x="9" y="16"/>
                      <a:pt x="12" y="7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6" name="Freeform 204">
                <a:extLst>
                  <a:ext uri="{FF2B5EF4-FFF2-40B4-BE49-F238E27FC236}">
                    <a16:creationId xmlns:a16="http://schemas.microsoft.com/office/drawing/2014/main" id="{93BFCBC3-6B2D-47F3-9B4E-978FD11F8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951"/>
                <a:ext cx="32" cy="86"/>
              </a:xfrm>
              <a:custGeom>
                <a:avLst/>
                <a:gdLst>
                  <a:gd name="T0" fmla="*/ 0 w 13"/>
                  <a:gd name="T1" fmla="*/ 621 h 32"/>
                  <a:gd name="T2" fmla="*/ 162 w 13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0" y="32"/>
                    </a:moveTo>
                    <a:cubicBezTo>
                      <a:pt x="8" y="24"/>
                      <a:pt x="13" y="11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5576" name="Freeform 205">
              <a:extLst>
                <a:ext uri="{FF2B5EF4-FFF2-40B4-BE49-F238E27FC236}">
                  <a16:creationId xmlns:a16="http://schemas.microsoft.com/office/drawing/2014/main" id="{40F2675B-A104-438B-9573-34482D468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837"/>
              <a:ext cx="185" cy="74"/>
            </a:xfrm>
            <a:custGeom>
              <a:avLst/>
              <a:gdLst>
                <a:gd name="T0" fmla="*/ 0 w 74"/>
                <a:gd name="T1" fmla="*/ 518 h 28"/>
                <a:gd name="T2" fmla="*/ 395 w 74"/>
                <a:gd name="T3" fmla="*/ 441 h 28"/>
                <a:gd name="T4" fmla="*/ 813 w 74"/>
                <a:gd name="T5" fmla="*/ 259 h 28"/>
                <a:gd name="T6" fmla="*/ 1158 w 74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8">
                  <a:moveTo>
                    <a:pt x="0" y="28"/>
                  </a:moveTo>
                  <a:cubicBezTo>
                    <a:pt x="7" y="23"/>
                    <a:pt x="18" y="22"/>
                    <a:pt x="25" y="24"/>
                  </a:cubicBezTo>
                  <a:cubicBezTo>
                    <a:pt x="33" y="15"/>
                    <a:pt x="41" y="16"/>
                    <a:pt x="52" y="14"/>
                  </a:cubicBezTo>
                  <a:cubicBezTo>
                    <a:pt x="59" y="12"/>
                    <a:pt x="65" y="2"/>
                    <a:pt x="7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7" name="Freeform 206">
              <a:extLst>
                <a:ext uri="{FF2B5EF4-FFF2-40B4-BE49-F238E27FC236}">
                  <a16:creationId xmlns:a16="http://schemas.microsoft.com/office/drawing/2014/main" id="{E2F5D500-6C8B-42EC-9273-8CB268758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874"/>
              <a:ext cx="35" cy="83"/>
            </a:xfrm>
            <a:custGeom>
              <a:avLst/>
              <a:gdLst>
                <a:gd name="T0" fmla="*/ 0 w 14"/>
                <a:gd name="T1" fmla="*/ 0 h 31"/>
                <a:gd name="T2" fmla="*/ 220 w 1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3" y="8"/>
                    <a:pt x="7" y="26"/>
                    <a:pt x="14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8" name="Freeform 207">
              <a:extLst>
                <a:ext uri="{FF2B5EF4-FFF2-40B4-BE49-F238E27FC236}">
                  <a16:creationId xmlns:a16="http://schemas.microsoft.com/office/drawing/2014/main" id="{EDE55EF9-8B1F-4123-B63C-A6E114F91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911"/>
              <a:ext cx="35" cy="118"/>
            </a:xfrm>
            <a:custGeom>
              <a:avLst/>
              <a:gdLst>
                <a:gd name="T0" fmla="*/ 220 w 14"/>
                <a:gd name="T1" fmla="*/ 0 h 44"/>
                <a:gd name="T2" fmla="*/ 188 w 14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4">
                  <a:moveTo>
                    <a:pt x="14" y="0"/>
                  </a:moveTo>
                  <a:cubicBezTo>
                    <a:pt x="13" y="5"/>
                    <a:pt x="0" y="44"/>
                    <a:pt x="12" y="4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9" name="Freeform 208">
              <a:extLst>
                <a:ext uri="{FF2B5EF4-FFF2-40B4-BE49-F238E27FC236}">
                  <a16:creationId xmlns:a16="http://schemas.microsoft.com/office/drawing/2014/main" id="{77F2FCA8-E75A-4CE3-98C3-FBF411401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999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188 w 12"/>
                <a:gd name="T3" fmla="*/ 8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3" y="6"/>
                    <a:pt x="10" y="0"/>
                    <a:pt x="12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0" name="Freeform 209">
              <a:extLst>
                <a:ext uri="{FF2B5EF4-FFF2-40B4-BE49-F238E27FC236}">
                  <a16:creationId xmlns:a16="http://schemas.microsoft.com/office/drawing/2014/main" id="{4685888D-9A18-4BB3-AB4A-58396817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911"/>
              <a:ext cx="37" cy="19"/>
            </a:xfrm>
            <a:custGeom>
              <a:avLst/>
              <a:gdLst>
                <a:gd name="T0" fmla="*/ 0 w 15"/>
                <a:gd name="T1" fmla="*/ 141 h 7"/>
                <a:gd name="T2" fmla="*/ 224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4" y="3"/>
                    <a:pt x="9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1" name="Freeform 210">
              <a:extLst>
                <a:ext uri="{FF2B5EF4-FFF2-40B4-BE49-F238E27FC236}">
                  <a16:creationId xmlns:a16="http://schemas.microsoft.com/office/drawing/2014/main" id="{551462F7-142B-4439-A11D-8A058CABB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797"/>
              <a:ext cx="67" cy="34"/>
            </a:xfrm>
            <a:custGeom>
              <a:avLst/>
              <a:gdLst>
                <a:gd name="T0" fmla="*/ 0 w 27"/>
                <a:gd name="T1" fmla="*/ 233 h 13"/>
                <a:gd name="T2" fmla="*/ 412 w 27"/>
                <a:gd name="T3" fmla="*/ 8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3">
                  <a:moveTo>
                    <a:pt x="0" y="13"/>
                  </a:moveTo>
                  <a:cubicBezTo>
                    <a:pt x="5" y="9"/>
                    <a:pt x="21" y="0"/>
                    <a:pt x="27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2" name="Freeform 211">
              <a:extLst>
                <a:ext uri="{FF2B5EF4-FFF2-40B4-BE49-F238E27FC236}">
                  <a16:creationId xmlns:a16="http://schemas.microsoft.com/office/drawing/2014/main" id="{5F2272D6-822E-4949-87C7-FB7913265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797"/>
              <a:ext cx="132" cy="48"/>
            </a:xfrm>
            <a:custGeom>
              <a:avLst/>
              <a:gdLst>
                <a:gd name="T0" fmla="*/ 0 w 53"/>
                <a:gd name="T1" fmla="*/ 341 h 18"/>
                <a:gd name="T2" fmla="*/ 262 w 53"/>
                <a:gd name="T3" fmla="*/ 35 h 18"/>
                <a:gd name="T4" fmla="*/ 633 w 53"/>
                <a:gd name="T5" fmla="*/ 77 h 18"/>
                <a:gd name="T6" fmla="*/ 819 w 53"/>
                <a:gd name="T7" fmla="*/ 2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8">
                  <a:moveTo>
                    <a:pt x="0" y="18"/>
                  </a:moveTo>
                  <a:cubicBezTo>
                    <a:pt x="2" y="16"/>
                    <a:pt x="12" y="4"/>
                    <a:pt x="17" y="2"/>
                  </a:cubicBezTo>
                  <a:cubicBezTo>
                    <a:pt x="23" y="0"/>
                    <a:pt x="35" y="3"/>
                    <a:pt x="41" y="4"/>
                  </a:cubicBezTo>
                  <a:cubicBezTo>
                    <a:pt x="49" y="5"/>
                    <a:pt x="53" y="12"/>
                    <a:pt x="53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3" name="Freeform 212">
              <a:extLst>
                <a:ext uri="{FF2B5EF4-FFF2-40B4-BE49-F238E27FC236}">
                  <a16:creationId xmlns:a16="http://schemas.microsoft.com/office/drawing/2014/main" id="{A98DC6B5-D7B3-4A31-AB5A-018DD0A48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727"/>
              <a:ext cx="97" cy="104"/>
            </a:xfrm>
            <a:custGeom>
              <a:avLst/>
              <a:gdLst>
                <a:gd name="T0" fmla="*/ 507 w 39"/>
                <a:gd name="T1" fmla="*/ 739 h 39"/>
                <a:gd name="T2" fmla="*/ 570 w 39"/>
                <a:gd name="T3" fmla="*/ 363 h 39"/>
                <a:gd name="T4" fmla="*/ 279 w 39"/>
                <a:gd name="T5" fmla="*/ 115 h 39"/>
                <a:gd name="T6" fmla="*/ 0 w 39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33" y="39"/>
                  </a:moveTo>
                  <a:cubicBezTo>
                    <a:pt x="36" y="37"/>
                    <a:pt x="39" y="24"/>
                    <a:pt x="37" y="19"/>
                  </a:cubicBezTo>
                  <a:cubicBezTo>
                    <a:pt x="35" y="14"/>
                    <a:pt x="23" y="6"/>
                    <a:pt x="18" y="6"/>
                  </a:cubicBezTo>
                  <a:cubicBezTo>
                    <a:pt x="12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4" name="Freeform 213">
              <a:extLst>
                <a:ext uri="{FF2B5EF4-FFF2-40B4-BE49-F238E27FC236}">
                  <a16:creationId xmlns:a16="http://schemas.microsoft.com/office/drawing/2014/main" id="{BF266617-878D-446F-9915-26DF35866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778"/>
              <a:ext cx="115" cy="48"/>
            </a:xfrm>
            <a:custGeom>
              <a:avLst/>
              <a:gdLst>
                <a:gd name="T0" fmla="*/ 0 w 46"/>
                <a:gd name="T1" fmla="*/ 0 h 18"/>
                <a:gd name="T2" fmla="*/ 458 w 46"/>
                <a:gd name="T3" fmla="*/ 115 h 18"/>
                <a:gd name="T4" fmla="*/ 720 w 46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8">
                  <a:moveTo>
                    <a:pt x="0" y="0"/>
                  </a:moveTo>
                  <a:cubicBezTo>
                    <a:pt x="10" y="0"/>
                    <a:pt x="22" y="1"/>
                    <a:pt x="29" y="6"/>
                  </a:cubicBezTo>
                  <a:cubicBezTo>
                    <a:pt x="38" y="10"/>
                    <a:pt x="46" y="18"/>
                    <a:pt x="46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5" name="Freeform 214">
              <a:extLst>
                <a:ext uri="{FF2B5EF4-FFF2-40B4-BE49-F238E27FC236}">
                  <a16:creationId xmlns:a16="http://schemas.microsoft.com/office/drawing/2014/main" id="{4D9E74F9-FC8F-4537-B4C4-C81B81379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525"/>
              <a:ext cx="72" cy="50"/>
            </a:xfrm>
            <a:custGeom>
              <a:avLst/>
              <a:gdLst>
                <a:gd name="T0" fmla="*/ 0 w 29"/>
                <a:gd name="T1" fmla="*/ 326 h 19"/>
                <a:gd name="T2" fmla="*/ 353 w 29"/>
                <a:gd name="T3" fmla="*/ 166 h 19"/>
                <a:gd name="T4" fmla="*/ 444 w 2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18"/>
                  </a:moveTo>
                  <a:cubicBezTo>
                    <a:pt x="9" y="19"/>
                    <a:pt x="17" y="16"/>
                    <a:pt x="23" y="9"/>
                  </a:cubicBezTo>
                  <a:cubicBezTo>
                    <a:pt x="25" y="6"/>
                    <a:pt x="26" y="2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6" name="Freeform 215">
              <a:extLst>
                <a:ext uri="{FF2B5EF4-FFF2-40B4-BE49-F238E27FC236}">
                  <a16:creationId xmlns:a16="http://schemas.microsoft.com/office/drawing/2014/main" id="{C5FFDA8F-1CBC-497B-A216-544F0F7F6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602"/>
              <a:ext cx="90" cy="40"/>
            </a:xfrm>
            <a:custGeom>
              <a:avLst/>
              <a:gdLst>
                <a:gd name="T0" fmla="*/ 0 w 36"/>
                <a:gd name="T1" fmla="*/ 227 h 15"/>
                <a:gd name="T2" fmla="*/ 238 w 36"/>
                <a:gd name="T3" fmla="*/ 285 h 15"/>
                <a:gd name="T4" fmla="*/ 425 w 36"/>
                <a:gd name="T5" fmla="*/ 171 h 15"/>
                <a:gd name="T6" fmla="*/ 563 w 36"/>
                <a:gd name="T7" fmla="*/ 0 h 15"/>
                <a:gd name="T8" fmla="*/ 550 w 3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5">
                  <a:moveTo>
                    <a:pt x="0" y="12"/>
                  </a:moveTo>
                  <a:cubicBezTo>
                    <a:pt x="5" y="12"/>
                    <a:pt x="10" y="15"/>
                    <a:pt x="15" y="15"/>
                  </a:cubicBezTo>
                  <a:cubicBezTo>
                    <a:pt x="21" y="14"/>
                    <a:pt x="23" y="12"/>
                    <a:pt x="27" y="9"/>
                  </a:cubicBezTo>
                  <a:cubicBezTo>
                    <a:pt x="31" y="6"/>
                    <a:pt x="34" y="4"/>
                    <a:pt x="36" y="0"/>
                  </a:cubicBezTo>
                  <a:cubicBezTo>
                    <a:pt x="36" y="0"/>
                    <a:pt x="36" y="0"/>
                    <a:pt x="35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7" name="Freeform 216">
              <a:extLst>
                <a:ext uri="{FF2B5EF4-FFF2-40B4-BE49-F238E27FC236}">
                  <a16:creationId xmlns:a16="http://schemas.microsoft.com/office/drawing/2014/main" id="{DB04E92A-EF0F-45EF-AADC-E0BEF3DD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562"/>
              <a:ext cx="50" cy="59"/>
            </a:xfrm>
            <a:custGeom>
              <a:avLst/>
              <a:gdLst>
                <a:gd name="T0" fmla="*/ 0 w 20"/>
                <a:gd name="T1" fmla="*/ 346 h 22"/>
                <a:gd name="T2" fmla="*/ 313 w 2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2">
                  <a:moveTo>
                    <a:pt x="0" y="18"/>
                  </a:moveTo>
                  <a:cubicBezTo>
                    <a:pt x="10" y="22"/>
                    <a:pt x="16" y="5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8" name="Freeform 217">
              <a:extLst>
                <a:ext uri="{FF2B5EF4-FFF2-40B4-BE49-F238E27FC236}">
                  <a16:creationId xmlns:a16="http://schemas.microsoft.com/office/drawing/2014/main" id="{76DE4297-C49E-4689-8F37-79E90E81F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634"/>
              <a:ext cx="33" cy="27"/>
            </a:xfrm>
            <a:custGeom>
              <a:avLst/>
              <a:gdLst>
                <a:gd name="T0" fmla="*/ 0 w 13"/>
                <a:gd name="T1" fmla="*/ 197 h 10"/>
                <a:gd name="T2" fmla="*/ 213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6" y="10"/>
                    <a:pt x="9" y="5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9" name="Freeform 218">
              <a:extLst>
                <a:ext uri="{FF2B5EF4-FFF2-40B4-BE49-F238E27FC236}">
                  <a16:creationId xmlns:a16="http://schemas.microsoft.com/office/drawing/2014/main" id="{38F12EE7-95DD-4E95-A642-8915707D4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381"/>
              <a:ext cx="55" cy="34"/>
            </a:xfrm>
            <a:custGeom>
              <a:avLst/>
              <a:gdLst>
                <a:gd name="T0" fmla="*/ 0 w 22"/>
                <a:gd name="T1" fmla="*/ 165 h 13"/>
                <a:gd name="T2" fmla="*/ 345 w 2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3">
                  <a:moveTo>
                    <a:pt x="0" y="9"/>
                  </a:moveTo>
                  <a:cubicBezTo>
                    <a:pt x="9" y="13"/>
                    <a:pt x="16" y="6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0" name="Freeform 219">
              <a:extLst>
                <a:ext uri="{FF2B5EF4-FFF2-40B4-BE49-F238E27FC236}">
                  <a16:creationId xmlns:a16="http://schemas.microsoft.com/office/drawing/2014/main" id="{EC3DA0B3-C06F-4E8E-A544-2E6881519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359"/>
              <a:ext cx="50" cy="38"/>
            </a:xfrm>
            <a:custGeom>
              <a:avLst/>
              <a:gdLst>
                <a:gd name="T0" fmla="*/ 0 w 20"/>
                <a:gd name="T1" fmla="*/ 280 h 14"/>
                <a:gd name="T2" fmla="*/ 313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3" y="8"/>
                    <a:pt x="13" y="2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1" name="Freeform 220">
              <a:extLst>
                <a:ext uri="{FF2B5EF4-FFF2-40B4-BE49-F238E27FC236}">
                  <a16:creationId xmlns:a16="http://schemas.microsoft.com/office/drawing/2014/main" id="{9732CB2F-9BBE-4C43-9854-FFC312EC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306"/>
              <a:ext cx="87" cy="67"/>
            </a:xfrm>
            <a:custGeom>
              <a:avLst/>
              <a:gdLst>
                <a:gd name="T0" fmla="*/ 0 w 35"/>
                <a:gd name="T1" fmla="*/ 21 h 25"/>
                <a:gd name="T2" fmla="*/ 186 w 35"/>
                <a:gd name="T3" fmla="*/ 21 h 25"/>
                <a:gd name="T4" fmla="*/ 308 w 35"/>
                <a:gd name="T5" fmla="*/ 94 h 25"/>
                <a:gd name="T6" fmla="*/ 537 w 35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0" y="1"/>
                  </a:moveTo>
                  <a:cubicBezTo>
                    <a:pt x="4" y="2"/>
                    <a:pt x="8" y="0"/>
                    <a:pt x="12" y="1"/>
                  </a:cubicBezTo>
                  <a:cubicBezTo>
                    <a:pt x="15" y="1"/>
                    <a:pt x="18" y="4"/>
                    <a:pt x="20" y="5"/>
                  </a:cubicBezTo>
                  <a:cubicBezTo>
                    <a:pt x="25" y="10"/>
                    <a:pt x="28" y="23"/>
                    <a:pt x="35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2" name="Freeform 221">
              <a:extLst>
                <a:ext uri="{FF2B5EF4-FFF2-40B4-BE49-F238E27FC236}">
                  <a16:creationId xmlns:a16="http://schemas.microsoft.com/office/drawing/2014/main" id="{4CE8C7DD-ED60-4B89-A00E-E48835AE2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631"/>
              <a:ext cx="32" cy="38"/>
            </a:xfrm>
            <a:custGeom>
              <a:avLst/>
              <a:gdLst>
                <a:gd name="T0" fmla="*/ 0 w 13"/>
                <a:gd name="T1" fmla="*/ 0 h 14"/>
                <a:gd name="T2" fmla="*/ 194 w 13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3" y="1"/>
                    <a:pt x="13" y="12"/>
                    <a:pt x="13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3" name="Freeform 222">
              <a:extLst>
                <a:ext uri="{FF2B5EF4-FFF2-40B4-BE49-F238E27FC236}">
                  <a16:creationId xmlns:a16="http://schemas.microsoft.com/office/drawing/2014/main" id="{00D63736-FF20-496F-95B2-1E1DA008F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247"/>
              <a:ext cx="318" cy="240"/>
            </a:xfrm>
            <a:custGeom>
              <a:avLst/>
              <a:gdLst>
                <a:gd name="T0" fmla="*/ 0 w 127"/>
                <a:gd name="T1" fmla="*/ 533 h 90"/>
                <a:gd name="T2" fmla="*/ 972 w 127"/>
                <a:gd name="T3" fmla="*/ 1443 h 90"/>
                <a:gd name="T4" fmla="*/ 1067 w 127"/>
                <a:gd name="T5" fmla="*/ 1707 h 90"/>
                <a:gd name="T6" fmla="*/ 1084 w 127"/>
                <a:gd name="T7" fmla="*/ 1309 h 90"/>
                <a:gd name="T8" fmla="*/ 1931 w 127"/>
                <a:gd name="T9" fmla="*/ 0 h 90"/>
                <a:gd name="T10" fmla="*/ 1868 w 127"/>
                <a:gd name="T11" fmla="*/ 117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0">
                  <a:moveTo>
                    <a:pt x="0" y="28"/>
                  </a:moveTo>
                  <a:cubicBezTo>
                    <a:pt x="19" y="32"/>
                    <a:pt x="53" y="57"/>
                    <a:pt x="62" y="76"/>
                  </a:cubicBezTo>
                  <a:cubicBezTo>
                    <a:pt x="66" y="85"/>
                    <a:pt x="68" y="90"/>
                    <a:pt x="68" y="90"/>
                  </a:cubicBezTo>
                  <a:cubicBezTo>
                    <a:pt x="68" y="90"/>
                    <a:pt x="66" y="78"/>
                    <a:pt x="69" y="69"/>
                  </a:cubicBezTo>
                  <a:cubicBezTo>
                    <a:pt x="75" y="38"/>
                    <a:pt x="123" y="0"/>
                    <a:pt x="123" y="0"/>
                  </a:cubicBezTo>
                  <a:cubicBezTo>
                    <a:pt x="127" y="14"/>
                    <a:pt x="122" y="52"/>
                    <a:pt x="119" y="6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4" name="Freeform 223">
              <a:extLst>
                <a:ext uri="{FF2B5EF4-FFF2-40B4-BE49-F238E27FC236}">
                  <a16:creationId xmlns:a16="http://schemas.microsoft.com/office/drawing/2014/main" id="{071823D9-1A28-4552-A7B7-52E9CFE8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242"/>
              <a:ext cx="55" cy="179"/>
            </a:xfrm>
            <a:custGeom>
              <a:avLst/>
              <a:gdLst>
                <a:gd name="T0" fmla="*/ 0 w 22"/>
                <a:gd name="T1" fmla="*/ 0 h 67"/>
                <a:gd name="T2" fmla="*/ 345 w 22"/>
                <a:gd name="T3" fmla="*/ 127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7">
                  <a:moveTo>
                    <a:pt x="0" y="0"/>
                  </a:moveTo>
                  <a:cubicBezTo>
                    <a:pt x="9" y="13"/>
                    <a:pt x="21" y="57"/>
                    <a:pt x="22" y="6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5" name="Freeform 224">
              <a:extLst>
                <a:ext uri="{FF2B5EF4-FFF2-40B4-BE49-F238E27FC236}">
                  <a16:creationId xmlns:a16="http://schemas.microsoft.com/office/drawing/2014/main" id="{6BD2321B-6A48-4494-8300-239E392E5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221"/>
              <a:ext cx="55" cy="144"/>
            </a:xfrm>
            <a:custGeom>
              <a:avLst/>
              <a:gdLst>
                <a:gd name="T0" fmla="*/ 345 w 22"/>
                <a:gd name="T1" fmla="*/ 0 h 54"/>
                <a:gd name="T2" fmla="*/ 0 w 22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22" y="0"/>
                  </a:moveTo>
                  <a:cubicBezTo>
                    <a:pt x="17" y="10"/>
                    <a:pt x="4" y="43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6" name="Freeform 225">
              <a:extLst>
                <a:ext uri="{FF2B5EF4-FFF2-40B4-BE49-F238E27FC236}">
                  <a16:creationId xmlns:a16="http://schemas.microsoft.com/office/drawing/2014/main" id="{9ACE0B07-3581-4EF3-AE51-B7AA2DE10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125"/>
              <a:ext cx="75" cy="208"/>
            </a:xfrm>
            <a:custGeom>
              <a:avLst/>
              <a:gdLst>
                <a:gd name="T0" fmla="*/ 0 w 30"/>
                <a:gd name="T1" fmla="*/ 0 h 78"/>
                <a:gd name="T2" fmla="*/ 470 w 30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8">
                  <a:moveTo>
                    <a:pt x="0" y="0"/>
                  </a:moveTo>
                  <a:cubicBezTo>
                    <a:pt x="9" y="12"/>
                    <a:pt x="27" y="58"/>
                    <a:pt x="30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7" name="Freeform 226">
              <a:extLst>
                <a:ext uri="{FF2B5EF4-FFF2-40B4-BE49-F238E27FC236}">
                  <a16:creationId xmlns:a16="http://schemas.microsoft.com/office/drawing/2014/main" id="{0760737E-4B64-4B24-A819-C5FD26133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119"/>
              <a:ext cx="37" cy="72"/>
            </a:xfrm>
            <a:custGeom>
              <a:avLst/>
              <a:gdLst>
                <a:gd name="T0" fmla="*/ 224 w 15"/>
                <a:gd name="T1" fmla="*/ 0 h 27"/>
                <a:gd name="T2" fmla="*/ 0 w 1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7">
                  <a:moveTo>
                    <a:pt x="15" y="0"/>
                  </a:moveTo>
                  <a:cubicBezTo>
                    <a:pt x="12" y="5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8" name="Freeform 227">
              <a:extLst>
                <a:ext uri="{FF2B5EF4-FFF2-40B4-BE49-F238E27FC236}">
                  <a16:creationId xmlns:a16="http://schemas.microsoft.com/office/drawing/2014/main" id="{D560CEEA-BAA9-4771-B9E3-CFE9324B7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311"/>
              <a:ext cx="58" cy="203"/>
            </a:xfrm>
            <a:custGeom>
              <a:avLst/>
              <a:gdLst>
                <a:gd name="T0" fmla="*/ 368 w 23"/>
                <a:gd name="T1" fmla="*/ 0 h 76"/>
                <a:gd name="T2" fmla="*/ 0 w 23"/>
                <a:gd name="T3" fmla="*/ 144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6">
                  <a:moveTo>
                    <a:pt x="23" y="0"/>
                  </a:moveTo>
                  <a:cubicBezTo>
                    <a:pt x="18" y="10"/>
                    <a:pt x="2" y="63"/>
                    <a:pt x="0" y="7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9" name="Freeform 228">
              <a:extLst>
                <a:ext uri="{FF2B5EF4-FFF2-40B4-BE49-F238E27FC236}">
                  <a16:creationId xmlns:a16="http://schemas.microsoft.com/office/drawing/2014/main" id="{179BDB79-2B7A-46BB-86F5-994C1B132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439"/>
              <a:ext cx="302" cy="235"/>
            </a:xfrm>
            <a:custGeom>
              <a:avLst/>
              <a:gdLst>
                <a:gd name="T0" fmla="*/ 0 w 121"/>
                <a:gd name="T1" fmla="*/ 56 h 88"/>
                <a:gd name="T2" fmla="*/ 946 w 121"/>
                <a:gd name="T3" fmla="*/ 935 h 88"/>
                <a:gd name="T4" fmla="*/ 1028 w 121"/>
                <a:gd name="T5" fmla="*/ 1183 h 88"/>
                <a:gd name="T6" fmla="*/ 1695 w 121"/>
                <a:gd name="T7" fmla="*/ 0 h 88"/>
                <a:gd name="T8" fmla="*/ 1819 w 121"/>
                <a:gd name="T9" fmla="*/ 1183 h 88"/>
                <a:gd name="T10" fmla="*/ 1725 w 121"/>
                <a:gd name="T11" fmla="*/ 1677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88">
                  <a:moveTo>
                    <a:pt x="0" y="3"/>
                  </a:moveTo>
                  <a:cubicBezTo>
                    <a:pt x="27" y="8"/>
                    <a:pt x="46" y="24"/>
                    <a:pt x="61" y="49"/>
                  </a:cubicBezTo>
                  <a:cubicBezTo>
                    <a:pt x="63" y="55"/>
                    <a:pt x="66" y="62"/>
                    <a:pt x="66" y="62"/>
                  </a:cubicBezTo>
                  <a:cubicBezTo>
                    <a:pt x="75" y="26"/>
                    <a:pt x="109" y="0"/>
                    <a:pt x="109" y="0"/>
                  </a:cubicBezTo>
                  <a:cubicBezTo>
                    <a:pt x="109" y="0"/>
                    <a:pt x="121" y="26"/>
                    <a:pt x="117" y="62"/>
                  </a:cubicBezTo>
                  <a:cubicBezTo>
                    <a:pt x="115" y="69"/>
                    <a:pt x="115" y="78"/>
                    <a:pt x="111" y="8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0" name="Freeform 229">
              <a:extLst>
                <a:ext uri="{FF2B5EF4-FFF2-40B4-BE49-F238E27FC236}">
                  <a16:creationId xmlns:a16="http://schemas.microsoft.com/office/drawing/2014/main" id="{2010FB67-7DBC-4E17-B6FC-890C80A3D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679"/>
              <a:ext cx="140" cy="27"/>
            </a:xfrm>
            <a:custGeom>
              <a:avLst/>
              <a:gdLst>
                <a:gd name="T0" fmla="*/ 0 w 56"/>
                <a:gd name="T1" fmla="*/ 38 h 10"/>
                <a:gd name="T2" fmla="*/ 875 w 5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0">
                  <a:moveTo>
                    <a:pt x="0" y="2"/>
                  </a:moveTo>
                  <a:cubicBezTo>
                    <a:pt x="13" y="0"/>
                    <a:pt x="36" y="2"/>
                    <a:pt x="56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1" name="Freeform 230">
              <a:extLst>
                <a:ext uri="{FF2B5EF4-FFF2-40B4-BE49-F238E27FC236}">
                  <a16:creationId xmlns:a16="http://schemas.microsoft.com/office/drawing/2014/main" id="{054D9364-6E10-4F1E-B7C1-41E6AE29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210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2" name="Freeform 231">
              <a:extLst>
                <a:ext uri="{FF2B5EF4-FFF2-40B4-BE49-F238E27FC236}">
                  <a16:creationId xmlns:a16="http://schemas.microsoft.com/office/drawing/2014/main" id="{BA4D0D24-C4ED-432D-A8FB-9E8965562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378"/>
              <a:ext cx="60" cy="184"/>
            </a:xfrm>
            <a:custGeom>
              <a:avLst/>
              <a:gdLst>
                <a:gd name="T0" fmla="*/ 375 w 24"/>
                <a:gd name="T1" fmla="*/ 0 h 69"/>
                <a:gd name="T2" fmla="*/ 0 w 24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9">
                  <a:moveTo>
                    <a:pt x="24" y="0"/>
                  </a:moveTo>
                  <a:cubicBezTo>
                    <a:pt x="20" y="6"/>
                    <a:pt x="2" y="48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3" name="Freeform 232">
              <a:extLst>
                <a:ext uri="{FF2B5EF4-FFF2-40B4-BE49-F238E27FC236}">
                  <a16:creationId xmlns:a16="http://schemas.microsoft.com/office/drawing/2014/main" id="{A9A3F91D-3E46-4632-B4E8-3A6C07DB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682"/>
              <a:ext cx="75" cy="16"/>
            </a:xfrm>
            <a:custGeom>
              <a:avLst/>
              <a:gdLst>
                <a:gd name="T0" fmla="*/ 0 w 30"/>
                <a:gd name="T1" fmla="*/ 21 h 6"/>
                <a:gd name="T2" fmla="*/ 470 w 3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1"/>
                  </a:moveTo>
                  <a:cubicBezTo>
                    <a:pt x="15" y="0"/>
                    <a:pt x="30" y="6"/>
                    <a:pt x="3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4" name="Freeform 233">
              <a:extLst>
                <a:ext uri="{FF2B5EF4-FFF2-40B4-BE49-F238E27FC236}">
                  <a16:creationId xmlns:a16="http://schemas.microsoft.com/office/drawing/2014/main" id="{1B61CA7D-4C82-427C-9B62-411A4BDEB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37"/>
              <a:ext cx="13" cy="56"/>
            </a:xfrm>
            <a:custGeom>
              <a:avLst/>
              <a:gdLst>
                <a:gd name="T0" fmla="*/ 88 w 5"/>
                <a:gd name="T1" fmla="*/ 0 h 21"/>
                <a:gd name="T2" fmla="*/ 0 w 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2" y="4"/>
                    <a:pt x="0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5" name="Freeform 234">
              <a:extLst>
                <a:ext uri="{FF2B5EF4-FFF2-40B4-BE49-F238E27FC236}">
                  <a16:creationId xmlns:a16="http://schemas.microsoft.com/office/drawing/2014/main" id="{45724080-48A7-4AAA-A43B-C3036AB89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149"/>
              <a:ext cx="75" cy="184"/>
            </a:xfrm>
            <a:custGeom>
              <a:avLst/>
              <a:gdLst>
                <a:gd name="T0" fmla="*/ 0 w 30"/>
                <a:gd name="T1" fmla="*/ 0 h 69"/>
                <a:gd name="T2" fmla="*/ 470 w 30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9">
                  <a:moveTo>
                    <a:pt x="0" y="0"/>
                  </a:moveTo>
                  <a:cubicBezTo>
                    <a:pt x="2" y="9"/>
                    <a:pt x="12" y="56"/>
                    <a:pt x="30" y="6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6" name="Freeform 235">
              <a:extLst>
                <a:ext uri="{FF2B5EF4-FFF2-40B4-BE49-F238E27FC236}">
                  <a16:creationId xmlns:a16="http://schemas.microsoft.com/office/drawing/2014/main" id="{8C46E12E-7CDC-44D2-B168-37BAAC23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11"/>
              <a:ext cx="110" cy="35"/>
            </a:xfrm>
            <a:custGeom>
              <a:avLst/>
              <a:gdLst>
                <a:gd name="T0" fmla="*/ 0 w 44"/>
                <a:gd name="T1" fmla="*/ 253 h 13"/>
                <a:gd name="T2" fmla="*/ 688 w 4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">
                  <a:moveTo>
                    <a:pt x="0" y="13"/>
                  </a:moveTo>
                  <a:cubicBezTo>
                    <a:pt x="13" y="4"/>
                    <a:pt x="30" y="2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7" name="Freeform 236">
              <a:extLst>
                <a:ext uri="{FF2B5EF4-FFF2-40B4-BE49-F238E27FC236}">
                  <a16:creationId xmlns:a16="http://schemas.microsoft.com/office/drawing/2014/main" id="{00C04268-B530-45E1-978D-41A861BFA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026"/>
              <a:ext cx="30" cy="61"/>
            </a:xfrm>
            <a:custGeom>
              <a:avLst/>
              <a:gdLst>
                <a:gd name="T0" fmla="*/ 0 w 12"/>
                <a:gd name="T1" fmla="*/ 430 h 23"/>
                <a:gd name="T2" fmla="*/ 158 w 12"/>
                <a:gd name="T3" fmla="*/ 170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23"/>
                  </a:moveTo>
                  <a:cubicBezTo>
                    <a:pt x="6" y="20"/>
                    <a:pt x="9" y="15"/>
                    <a:pt x="10" y="9"/>
                  </a:cubicBezTo>
                  <a:cubicBezTo>
                    <a:pt x="11" y="6"/>
                    <a:pt x="11" y="2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8" name="Freeform 237">
              <a:extLst>
                <a:ext uri="{FF2B5EF4-FFF2-40B4-BE49-F238E27FC236}">
                  <a16:creationId xmlns:a16="http://schemas.microsoft.com/office/drawing/2014/main" id="{48DD0A21-85B5-4495-9D39-81F190D1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677"/>
              <a:ext cx="110" cy="32"/>
            </a:xfrm>
            <a:custGeom>
              <a:avLst/>
              <a:gdLst>
                <a:gd name="T0" fmla="*/ 583 w 44"/>
                <a:gd name="T1" fmla="*/ 35 h 12"/>
                <a:gd name="T2" fmla="*/ 33 w 44"/>
                <a:gd name="T3" fmla="*/ 0 h 12"/>
                <a:gd name="T4" fmla="*/ 20 w 44"/>
                <a:gd name="T5" fmla="*/ 0 h 12"/>
                <a:gd name="T6" fmla="*/ 158 w 44"/>
                <a:gd name="T7" fmla="*/ 149 h 12"/>
                <a:gd name="T8" fmla="*/ 658 w 44"/>
                <a:gd name="T9" fmla="*/ 136 h 12"/>
                <a:gd name="T10" fmla="*/ 675 w 44"/>
                <a:gd name="T11" fmla="*/ 35 h 12"/>
                <a:gd name="T12" fmla="*/ 583 w 44"/>
                <a:gd name="T13" fmla="*/ 3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">
                  <a:moveTo>
                    <a:pt x="37" y="2"/>
                  </a:moveTo>
                  <a:cubicBezTo>
                    <a:pt x="21" y="3"/>
                    <a:pt x="12" y="3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7"/>
                    <a:pt x="5" y="6"/>
                    <a:pt x="10" y="8"/>
                  </a:cubicBezTo>
                  <a:cubicBezTo>
                    <a:pt x="16" y="9"/>
                    <a:pt x="32" y="12"/>
                    <a:pt x="42" y="7"/>
                  </a:cubicBezTo>
                  <a:cubicBezTo>
                    <a:pt x="43" y="6"/>
                    <a:pt x="44" y="3"/>
                    <a:pt x="43" y="2"/>
                  </a:cubicBezTo>
                  <a:cubicBezTo>
                    <a:pt x="41" y="2"/>
                    <a:pt x="39" y="2"/>
                    <a:pt x="37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9" name="Freeform 238">
              <a:extLst>
                <a:ext uri="{FF2B5EF4-FFF2-40B4-BE49-F238E27FC236}">
                  <a16:creationId xmlns:a16="http://schemas.microsoft.com/office/drawing/2014/main" id="{7925CF58-D2D0-42B5-AF6F-F7633955A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749"/>
              <a:ext cx="125" cy="56"/>
            </a:xfrm>
            <a:custGeom>
              <a:avLst/>
              <a:gdLst>
                <a:gd name="T0" fmla="*/ 0 w 50"/>
                <a:gd name="T1" fmla="*/ 149 h 21"/>
                <a:gd name="T2" fmla="*/ 425 w 50"/>
                <a:gd name="T3" fmla="*/ 21 h 21"/>
                <a:gd name="T4" fmla="*/ 583 w 50"/>
                <a:gd name="T5" fmla="*/ 136 h 21"/>
                <a:gd name="T6" fmla="*/ 783 w 5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1">
                  <a:moveTo>
                    <a:pt x="0" y="8"/>
                  </a:moveTo>
                  <a:cubicBezTo>
                    <a:pt x="6" y="2"/>
                    <a:pt x="21" y="0"/>
                    <a:pt x="27" y="1"/>
                  </a:cubicBezTo>
                  <a:cubicBezTo>
                    <a:pt x="32" y="2"/>
                    <a:pt x="33" y="1"/>
                    <a:pt x="37" y="7"/>
                  </a:cubicBezTo>
                  <a:cubicBezTo>
                    <a:pt x="40" y="11"/>
                    <a:pt x="44" y="19"/>
                    <a:pt x="50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0" name="Freeform 239">
              <a:extLst>
                <a:ext uri="{FF2B5EF4-FFF2-40B4-BE49-F238E27FC236}">
                  <a16:creationId xmlns:a16="http://schemas.microsoft.com/office/drawing/2014/main" id="{749E541A-8209-4960-B0D9-D66FD6ED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714"/>
              <a:ext cx="90" cy="43"/>
            </a:xfrm>
            <a:custGeom>
              <a:avLst/>
              <a:gdLst>
                <a:gd name="T0" fmla="*/ 0 w 36"/>
                <a:gd name="T1" fmla="*/ 290 h 16"/>
                <a:gd name="T2" fmla="*/ 563 w 3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">
                  <a:moveTo>
                    <a:pt x="0" y="15"/>
                  </a:moveTo>
                  <a:cubicBezTo>
                    <a:pt x="8" y="16"/>
                    <a:pt x="29" y="8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1" name="Freeform 240">
              <a:extLst>
                <a:ext uri="{FF2B5EF4-FFF2-40B4-BE49-F238E27FC236}">
                  <a16:creationId xmlns:a16="http://schemas.microsoft.com/office/drawing/2014/main" id="{48D89A80-7639-4219-A95B-A6ADD2860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722"/>
              <a:ext cx="35" cy="16"/>
            </a:xfrm>
            <a:custGeom>
              <a:avLst/>
              <a:gdLst>
                <a:gd name="T0" fmla="*/ 220 w 14"/>
                <a:gd name="T1" fmla="*/ 21 h 6"/>
                <a:gd name="T2" fmla="*/ 0 w 1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1"/>
                  </a:moveTo>
                  <a:cubicBezTo>
                    <a:pt x="6" y="0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2" name="Freeform 241">
              <a:extLst>
                <a:ext uri="{FF2B5EF4-FFF2-40B4-BE49-F238E27FC236}">
                  <a16:creationId xmlns:a16="http://schemas.microsoft.com/office/drawing/2014/main" id="{074B47FF-7060-41CC-A095-B9D4CB3F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730"/>
              <a:ext cx="27" cy="24"/>
            </a:xfrm>
            <a:custGeom>
              <a:avLst/>
              <a:gdLst>
                <a:gd name="T0" fmla="*/ 0 w 11"/>
                <a:gd name="T1" fmla="*/ 21 h 9"/>
                <a:gd name="T2" fmla="*/ 162 w 1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1"/>
                  </a:moveTo>
                  <a:cubicBezTo>
                    <a:pt x="8" y="0"/>
                    <a:pt x="11" y="9"/>
                    <a:pt x="11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3" name="Freeform 242">
              <a:extLst>
                <a:ext uri="{FF2B5EF4-FFF2-40B4-BE49-F238E27FC236}">
                  <a16:creationId xmlns:a16="http://schemas.microsoft.com/office/drawing/2014/main" id="{E8C56872-24E9-43A0-892D-C14C6BE36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706"/>
              <a:ext cx="708" cy="981"/>
            </a:xfrm>
            <a:custGeom>
              <a:avLst/>
              <a:gdLst>
                <a:gd name="T0" fmla="*/ 1929 w 283"/>
                <a:gd name="T1" fmla="*/ 21 h 368"/>
                <a:gd name="T2" fmla="*/ 1501 w 283"/>
                <a:gd name="T3" fmla="*/ 149 h 368"/>
                <a:gd name="T4" fmla="*/ 988 w 283"/>
                <a:gd name="T5" fmla="*/ 419 h 368"/>
                <a:gd name="T6" fmla="*/ 688 w 283"/>
                <a:gd name="T7" fmla="*/ 1002 h 368"/>
                <a:gd name="T8" fmla="*/ 625 w 283"/>
                <a:gd name="T9" fmla="*/ 832 h 368"/>
                <a:gd name="T10" fmla="*/ 595 w 283"/>
                <a:gd name="T11" fmla="*/ 1160 h 368"/>
                <a:gd name="T12" fmla="*/ 345 w 283"/>
                <a:gd name="T13" fmla="*/ 1613 h 368"/>
                <a:gd name="T14" fmla="*/ 313 w 283"/>
                <a:gd name="T15" fmla="*/ 1514 h 368"/>
                <a:gd name="T16" fmla="*/ 283 w 283"/>
                <a:gd name="T17" fmla="*/ 1783 h 368"/>
                <a:gd name="T18" fmla="*/ 270 w 283"/>
                <a:gd name="T19" fmla="*/ 2239 h 368"/>
                <a:gd name="T20" fmla="*/ 113 w 283"/>
                <a:gd name="T21" fmla="*/ 2218 h 368"/>
                <a:gd name="T22" fmla="*/ 125 w 283"/>
                <a:gd name="T23" fmla="*/ 2636 h 368"/>
                <a:gd name="T24" fmla="*/ 145 w 283"/>
                <a:gd name="T25" fmla="*/ 3148 h 368"/>
                <a:gd name="T26" fmla="*/ 95 w 283"/>
                <a:gd name="T27" fmla="*/ 2991 h 368"/>
                <a:gd name="T28" fmla="*/ 83 w 283"/>
                <a:gd name="T29" fmla="*/ 3524 h 368"/>
                <a:gd name="T30" fmla="*/ 125 w 283"/>
                <a:gd name="T31" fmla="*/ 4049 h 368"/>
                <a:gd name="T32" fmla="*/ 20 w 283"/>
                <a:gd name="T33" fmla="*/ 4071 h 368"/>
                <a:gd name="T34" fmla="*/ 63 w 283"/>
                <a:gd name="T35" fmla="*/ 4356 h 368"/>
                <a:gd name="T36" fmla="*/ 238 w 283"/>
                <a:gd name="T37" fmla="*/ 5004 h 368"/>
                <a:gd name="T38" fmla="*/ 470 w 283"/>
                <a:gd name="T39" fmla="*/ 5721 h 368"/>
                <a:gd name="T40" fmla="*/ 721 w 283"/>
                <a:gd name="T41" fmla="*/ 6267 h 368"/>
                <a:gd name="T42" fmla="*/ 1146 w 283"/>
                <a:gd name="T43" fmla="*/ 6574 h 368"/>
                <a:gd name="T44" fmla="*/ 1584 w 283"/>
                <a:gd name="T45" fmla="*/ 6835 h 368"/>
                <a:gd name="T46" fmla="*/ 2242 w 283"/>
                <a:gd name="T47" fmla="*/ 6936 h 368"/>
                <a:gd name="T48" fmla="*/ 2784 w 283"/>
                <a:gd name="T49" fmla="*/ 6779 h 368"/>
                <a:gd name="T50" fmla="*/ 3160 w 283"/>
                <a:gd name="T51" fmla="*/ 6518 h 368"/>
                <a:gd name="T52" fmla="*/ 3663 w 283"/>
                <a:gd name="T53" fmla="*/ 5870 h 368"/>
                <a:gd name="T54" fmla="*/ 4005 w 283"/>
                <a:gd name="T55" fmla="*/ 5457 h 368"/>
                <a:gd name="T56" fmla="*/ 4180 w 283"/>
                <a:gd name="T57" fmla="*/ 5174 h 368"/>
                <a:gd name="T58" fmla="*/ 4118 w 283"/>
                <a:gd name="T59" fmla="*/ 5060 h 368"/>
                <a:gd name="T60" fmla="*/ 4276 w 283"/>
                <a:gd name="T61" fmla="*/ 4718 h 368"/>
                <a:gd name="T62" fmla="*/ 4381 w 283"/>
                <a:gd name="T63" fmla="*/ 4526 h 368"/>
                <a:gd name="T64" fmla="*/ 4306 w 283"/>
                <a:gd name="T65" fmla="*/ 4391 h 368"/>
                <a:gd name="T66" fmla="*/ 4413 w 283"/>
                <a:gd name="T67" fmla="*/ 3788 h 368"/>
                <a:gd name="T68" fmla="*/ 4413 w 283"/>
                <a:gd name="T69" fmla="*/ 3071 h 368"/>
                <a:gd name="T70" fmla="*/ 4351 w 283"/>
                <a:gd name="T71" fmla="*/ 2580 h 368"/>
                <a:gd name="T72" fmla="*/ 4306 w 283"/>
                <a:gd name="T73" fmla="*/ 2159 h 368"/>
                <a:gd name="T74" fmla="*/ 4256 w 283"/>
                <a:gd name="T75" fmla="*/ 2309 h 368"/>
                <a:gd name="T76" fmla="*/ 4068 w 283"/>
                <a:gd name="T77" fmla="*/ 1613 h 368"/>
                <a:gd name="T78" fmla="*/ 3943 w 283"/>
                <a:gd name="T79" fmla="*/ 1229 h 368"/>
                <a:gd name="T80" fmla="*/ 3900 w 283"/>
                <a:gd name="T81" fmla="*/ 1328 h 368"/>
                <a:gd name="T82" fmla="*/ 3805 w 283"/>
                <a:gd name="T83" fmla="*/ 1002 h 368"/>
                <a:gd name="T84" fmla="*/ 3743 w 283"/>
                <a:gd name="T85" fmla="*/ 760 h 368"/>
                <a:gd name="T86" fmla="*/ 3680 w 283"/>
                <a:gd name="T87" fmla="*/ 818 h 368"/>
                <a:gd name="T88" fmla="*/ 3305 w 283"/>
                <a:gd name="T89" fmla="*/ 341 h 368"/>
                <a:gd name="T90" fmla="*/ 3035 w 283"/>
                <a:gd name="T91" fmla="*/ 192 h 368"/>
                <a:gd name="T92" fmla="*/ 2347 w 283"/>
                <a:gd name="T93" fmla="*/ 35 h 368"/>
                <a:gd name="T94" fmla="*/ 1929 w 283"/>
                <a:gd name="T95" fmla="*/ 21 h 3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3" h="368">
                  <a:moveTo>
                    <a:pt x="123" y="1"/>
                  </a:moveTo>
                  <a:cubicBezTo>
                    <a:pt x="115" y="2"/>
                    <a:pt x="104" y="6"/>
                    <a:pt x="96" y="8"/>
                  </a:cubicBezTo>
                  <a:cubicBezTo>
                    <a:pt x="84" y="10"/>
                    <a:pt x="69" y="14"/>
                    <a:pt x="63" y="22"/>
                  </a:cubicBezTo>
                  <a:cubicBezTo>
                    <a:pt x="48" y="35"/>
                    <a:pt x="44" y="53"/>
                    <a:pt x="44" y="53"/>
                  </a:cubicBezTo>
                  <a:cubicBezTo>
                    <a:pt x="43" y="44"/>
                    <a:pt x="40" y="44"/>
                    <a:pt x="40" y="44"/>
                  </a:cubicBezTo>
                  <a:cubicBezTo>
                    <a:pt x="40" y="44"/>
                    <a:pt x="40" y="52"/>
                    <a:pt x="38" y="61"/>
                  </a:cubicBezTo>
                  <a:cubicBezTo>
                    <a:pt x="32" y="70"/>
                    <a:pt x="23" y="79"/>
                    <a:pt x="22" y="85"/>
                  </a:cubicBezTo>
                  <a:cubicBezTo>
                    <a:pt x="18" y="79"/>
                    <a:pt x="20" y="80"/>
                    <a:pt x="20" y="80"/>
                  </a:cubicBezTo>
                  <a:cubicBezTo>
                    <a:pt x="18" y="87"/>
                    <a:pt x="17" y="90"/>
                    <a:pt x="18" y="94"/>
                  </a:cubicBezTo>
                  <a:cubicBezTo>
                    <a:pt x="19" y="97"/>
                    <a:pt x="16" y="106"/>
                    <a:pt x="17" y="118"/>
                  </a:cubicBezTo>
                  <a:cubicBezTo>
                    <a:pt x="17" y="118"/>
                    <a:pt x="8" y="121"/>
                    <a:pt x="7" y="117"/>
                  </a:cubicBezTo>
                  <a:cubicBezTo>
                    <a:pt x="6" y="122"/>
                    <a:pt x="6" y="129"/>
                    <a:pt x="8" y="139"/>
                  </a:cubicBezTo>
                  <a:cubicBezTo>
                    <a:pt x="9" y="149"/>
                    <a:pt x="9" y="158"/>
                    <a:pt x="9" y="166"/>
                  </a:cubicBezTo>
                  <a:cubicBezTo>
                    <a:pt x="6" y="161"/>
                    <a:pt x="7" y="160"/>
                    <a:pt x="6" y="158"/>
                  </a:cubicBezTo>
                  <a:cubicBezTo>
                    <a:pt x="5" y="166"/>
                    <a:pt x="0" y="172"/>
                    <a:pt x="5" y="186"/>
                  </a:cubicBezTo>
                  <a:cubicBezTo>
                    <a:pt x="9" y="200"/>
                    <a:pt x="6" y="208"/>
                    <a:pt x="8" y="214"/>
                  </a:cubicBezTo>
                  <a:cubicBezTo>
                    <a:pt x="3" y="212"/>
                    <a:pt x="2" y="216"/>
                    <a:pt x="1" y="215"/>
                  </a:cubicBezTo>
                  <a:cubicBezTo>
                    <a:pt x="0" y="213"/>
                    <a:pt x="2" y="222"/>
                    <a:pt x="4" y="230"/>
                  </a:cubicBezTo>
                  <a:cubicBezTo>
                    <a:pt x="6" y="239"/>
                    <a:pt x="10" y="258"/>
                    <a:pt x="15" y="264"/>
                  </a:cubicBezTo>
                  <a:cubicBezTo>
                    <a:pt x="20" y="271"/>
                    <a:pt x="15" y="287"/>
                    <a:pt x="30" y="302"/>
                  </a:cubicBezTo>
                  <a:cubicBezTo>
                    <a:pt x="29" y="310"/>
                    <a:pt x="33" y="322"/>
                    <a:pt x="46" y="331"/>
                  </a:cubicBezTo>
                  <a:cubicBezTo>
                    <a:pt x="59" y="339"/>
                    <a:pt x="66" y="340"/>
                    <a:pt x="73" y="347"/>
                  </a:cubicBezTo>
                  <a:cubicBezTo>
                    <a:pt x="81" y="353"/>
                    <a:pt x="87" y="356"/>
                    <a:pt x="101" y="361"/>
                  </a:cubicBezTo>
                  <a:cubicBezTo>
                    <a:pt x="114" y="366"/>
                    <a:pt x="123" y="368"/>
                    <a:pt x="143" y="366"/>
                  </a:cubicBezTo>
                  <a:cubicBezTo>
                    <a:pt x="160" y="365"/>
                    <a:pt x="166" y="362"/>
                    <a:pt x="178" y="358"/>
                  </a:cubicBezTo>
                  <a:cubicBezTo>
                    <a:pt x="189" y="353"/>
                    <a:pt x="197" y="350"/>
                    <a:pt x="202" y="344"/>
                  </a:cubicBezTo>
                  <a:cubicBezTo>
                    <a:pt x="216" y="340"/>
                    <a:pt x="232" y="315"/>
                    <a:pt x="234" y="310"/>
                  </a:cubicBezTo>
                  <a:cubicBezTo>
                    <a:pt x="239" y="308"/>
                    <a:pt x="254" y="290"/>
                    <a:pt x="256" y="288"/>
                  </a:cubicBezTo>
                  <a:cubicBezTo>
                    <a:pt x="257" y="285"/>
                    <a:pt x="267" y="277"/>
                    <a:pt x="267" y="273"/>
                  </a:cubicBezTo>
                  <a:cubicBezTo>
                    <a:pt x="262" y="275"/>
                    <a:pt x="261" y="270"/>
                    <a:pt x="263" y="267"/>
                  </a:cubicBezTo>
                  <a:cubicBezTo>
                    <a:pt x="265" y="264"/>
                    <a:pt x="273" y="255"/>
                    <a:pt x="273" y="249"/>
                  </a:cubicBezTo>
                  <a:cubicBezTo>
                    <a:pt x="277" y="244"/>
                    <a:pt x="280" y="239"/>
                    <a:pt x="280" y="239"/>
                  </a:cubicBezTo>
                  <a:cubicBezTo>
                    <a:pt x="276" y="239"/>
                    <a:pt x="273" y="240"/>
                    <a:pt x="275" y="232"/>
                  </a:cubicBezTo>
                  <a:cubicBezTo>
                    <a:pt x="276" y="225"/>
                    <a:pt x="283" y="211"/>
                    <a:pt x="282" y="200"/>
                  </a:cubicBezTo>
                  <a:cubicBezTo>
                    <a:pt x="282" y="183"/>
                    <a:pt x="282" y="174"/>
                    <a:pt x="282" y="162"/>
                  </a:cubicBezTo>
                  <a:cubicBezTo>
                    <a:pt x="281" y="151"/>
                    <a:pt x="278" y="142"/>
                    <a:pt x="278" y="136"/>
                  </a:cubicBezTo>
                  <a:cubicBezTo>
                    <a:pt x="278" y="130"/>
                    <a:pt x="275" y="114"/>
                    <a:pt x="275" y="114"/>
                  </a:cubicBezTo>
                  <a:cubicBezTo>
                    <a:pt x="275" y="114"/>
                    <a:pt x="275" y="117"/>
                    <a:pt x="272" y="122"/>
                  </a:cubicBezTo>
                  <a:cubicBezTo>
                    <a:pt x="271" y="106"/>
                    <a:pt x="261" y="91"/>
                    <a:pt x="260" y="85"/>
                  </a:cubicBezTo>
                  <a:cubicBezTo>
                    <a:pt x="259" y="79"/>
                    <a:pt x="252" y="65"/>
                    <a:pt x="252" y="65"/>
                  </a:cubicBezTo>
                  <a:cubicBezTo>
                    <a:pt x="252" y="65"/>
                    <a:pt x="253" y="66"/>
                    <a:pt x="249" y="70"/>
                  </a:cubicBezTo>
                  <a:cubicBezTo>
                    <a:pt x="248" y="63"/>
                    <a:pt x="242" y="59"/>
                    <a:pt x="243" y="53"/>
                  </a:cubicBezTo>
                  <a:cubicBezTo>
                    <a:pt x="243" y="47"/>
                    <a:pt x="239" y="40"/>
                    <a:pt x="239" y="40"/>
                  </a:cubicBezTo>
                  <a:cubicBezTo>
                    <a:pt x="239" y="40"/>
                    <a:pt x="240" y="43"/>
                    <a:pt x="235" y="43"/>
                  </a:cubicBezTo>
                  <a:cubicBezTo>
                    <a:pt x="230" y="30"/>
                    <a:pt x="211" y="18"/>
                    <a:pt x="211" y="18"/>
                  </a:cubicBezTo>
                  <a:cubicBezTo>
                    <a:pt x="194" y="10"/>
                    <a:pt x="194" y="10"/>
                    <a:pt x="194" y="10"/>
                  </a:cubicBezTo>
                  <a:cubicBezTo>
                    <a:pt x="182" y="5"/>
                    <a:pt x="160" y="2"/>
                    <a:pt x="150" y="2"/>
                  </a:cubicBezTo>
                  <a:cubicBezTo>
                    <a:pt x="145" y="2"/>
                    <a:pt x="136" y="0"/>
                    <a:pt x="123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4" name="Freeform 243">
              <a:extLst>
                <a:ext uri="{FF2B5EF4-FFF2-40B4-BE49-F238E27FC236}">
                  <a16:creationId xmlns:a16="http://schemas.microsoft.com/office/drawing/2014/main" id="{1C65B3A4-2899-4414-A1D9-16FFBB166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949"/>
              <a:ext cx="807" cy="880"/>
            </a:xfrm>
            <a:custGeom>
              <a:avLst/>
              <a:gdLst>
                <a:gd name="T0" fmla="*/ 355 w 323"/>
                <a:gd name="T1" fmla="*/ 5576 h 330"/>
                <a:gd name="T2" fmla="*/ 1417 w 323"/>
                <a:gd name="T3" fmla="*/ 5235 h 330"/>
                <a:gd name="T4" fmla="*/ 1137 w 323"/>
                <a:gd name="T5" fmla="*/ 5539 h 330"/>
                <a:gd name="T6" fmla="*/ 1417 w 323"/>
                <a:gd name="T7" fmla="*/ 5667 h 330"/>
                <a:gd name="T8" fmla="*/ 1104 w 323"/>
                <a:gd name="T9" fmla="*/ 6259 h 330"/>
                <a:gd name="T10" fmla="*/ 1749 w 323"/>
                <a:gd name="T11" fmla="*/ 5880 h 330"/>
                <a:gd name="T12" fmla="*/ 1811 w 323"/>
                <a:gd name="T13" fmla="*/ 5803 h 330"/>
                <a:gd name="T14" fmla="*/ 2321 w 323"/>
                <a:gd name="T15" fmla="*/ 5539 h 330"/>
                <a:gd name="T16" fmla="*/ 2746 w 323"/>
                <a:gd name="T17" fmla="*/ 5405 h 330"/>
                <a:gd name="T18" fmla="*/ 3166 w 323"/>
                <a:gd name="T19" fmla="*/ 5427 h 330"/>
                <a:gd name="T20" fmla="*/ 3840 w 323"/>
                <a:gd name="T21" fmla="*/ 5555 h 330"/>
                <a:gd name="T22" fmla="*/ 4620 w 323"/>
                <a:gd name="T23" fmla="*/ 5803 h 330"/>
                <a:gd name="T24" fmla="*/ 4100 w 323"/>
                <a:gd name="T25" fmla="*/ 5325 h 330"/>
                <a:gd name="T26" fmla="*/ 5037 w 323"/>
                <a:gd name="T27" fmla="*/ 4493 h 330"/>
                <a:gd name="T28" fmla="*/ 4100 w 323"/>
                <a:gd name="T29" fmla="*/ 4928 h 330"/>
                <a:gd name="T30" fmla="*/ 4632 w 323"/>
                <a:gd name="T31" fmla="*/ 3789 h 330"/>
                <a:gd name="T32" fmla="*/ 3978 w 323"/>
                <a:gd name="T33" fmla="*/ 4437 h 330"/>
                <a:gd name="T34" fmla="*/ 4882 w 323"/>
                <a:gd name="T35" fmla="*/ 2808 h 330"/>
                <a:gd name="T36" fmla="*/ 4070 w 323"/>
                <a:gd name="T37" fmla="*/ 3051 h 330"/>
                <a:gd name="T38" fmla="*/ 5037 w 323"/>
                <a:gd name="T39" fmla="*/ 1912 h 330"/>
                <a:gd name="T40" fmla="*/ 3933 w 323"/>
                <a:gd name="T41" fmla="*/ 2581 h 330"/>
                <a:gd name="T42" fmla="*/ 4725 w 323"/>
                <a:gd name="T43" fmla="*/ 648 h 330"/>
                <a:gd name="T44" fmla="*/ 3758 w 323"/>
                <a:gd name="T45" fmla="*/ 1971 h 330"/>
                <a:gd name="T46" fmla="*/ 3903 w 323"/>
                <a:gd name="T47" fmla="*/ 1173 h 330"/>
                <a:gd name="T48" fmla="*/ 3478 w 323"/>
                <a:gd name="T49" fmla="*/ 1856 h 330"/>
                <a:gd name="T50" fmla="*/ 3478 w 323"/>
                <a:gd name="T51" fmla="*/ 0 h 330"/>
                <a:gd name="T52" fmla="*/ 2916 w 323"/>
                <a:gd name="T53" fmla="*/ 1216 h 330"/>
                <a:gd name="T54" fmla="*/ 2841 w 323"/>
                <a:gd name="T55" fmla="*/ 136 h 330"/>
                <a:gd name="T56" fmla="*/ 2446 w 323"/>
                <a:gd name="T57" fmla="*/ 1251 h 330"/>
                <a:gd name="T58" fmla="*/ 2279 w 323"/>
                <a:gd name="T59" fmla="*/ 1059 h 330"/>
                <a:gd name="T60" fmla="*/ 2259 w 323"/>
                <a:gd name="T61" fmla="*/ 2069 h 330"/>
                <a:gd name="T62" fmla="*/ 967 w 323"/>
                <a:gd name="T63" fmla="*/ 568 h 330"/>
                <a:gd name="T64" fmla="*/ 1229 w 323"/>
                <a:gd name="T65" fmla="*/ 1421 h 330"/>
                <a:gd name="T66" fmla="*/ 812 w 323"/>
                <a:gd name="T67" fmla="*/ 1421 h 330"/>
                <a:gd name="T68" fmla="*/ 1542 w 323"/>
                <a:gd name="T69" fmla="*/ 2653 h 330"/>
                <a:gd name="T70" fmla="*/ 312 w 323"/>
                <a:gd name="T71" fmla="*/ 2637 h 330"/>
                <a:gd name="T72" fmla="*/ 1604 w 323"/>
                <a:gd name="T73" fmla="*/ 3549 h 330"/>
                <a:gd name="T74" fmla="*/ 62 w 323"/>
                <a:gd name="T75" fmla="*/ 3960 h 330"/>
                <a:gd name="T76" fmla="*/ 1811 w 323"/>
                <a:gd name="T77" fmla="*/ 4403 h 330"/>
                <a:gd name="T78" fmla="*/ 0 w 323"/>
                <a:gd name="T79" fmla="*/ 4493 h 330"/>
                <a:gd name="T80" fmla="*/ 1562 w 323"/>
                <a:gd name="T81" fmla="*/ 4779 h 330"/>
                <a:gd name="T82" fmla="*/ 355 w 323"/>
                <a:gd name="T83" fmla="*/ 5576 h 3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23" h="330">
                  <a:moveTo>
                    <a:pt x="23" y="294"/>
                  </a:moveTo>
                  <a:cubicBezTo>
                    <a:pt x="35" y="282"/>
                    <a:pt x="81" y="271"/>
                    <a:pt x="91" y="276"/>
                  </a:cubicBezTo>
                  <a:cubicBezTo>
                    <a:pt x="83" y="279"/>
                    <a:pt x="73" y="292"/>
                    <a:pt x="73" y="292"/>
                  </a:cubicBezTo>
                  <a:cubicBezTo>
                    <a:pt x="73" y="292"/>
                    <a:pt x="85" y="295"/>
                    <a:pt x="91" y="299"/>
                  </a:cubicBezTo>
                  <a:cubicBezTo>
                    <a:pt x="91" y="299"/>
                    <a:pt x="69" y="314"/>
                    <a:pt x="71" y="330"/>
                  </a:cubicBezTo>
                  <a:cubicBezTo>
                    <a:pt x="76" y="319"/>
                    <a:pt x="97" y="308"/>
                    <a:pt x="112" y="310"/>
                  </a:cubicBezTo>
                  <a:cubicBezTo>
                    <a:pt x="114" y="308"/>
                    <a:pt x="115" y="307"/>
                    <a:pt x="116" y="306"/>
                  </a:cubicBezTo>
                  <a:cubicBezTo>
                    <a:pt x="122" y="298"/>
                    <a:pt x="137" y="294"/>
                    <a:pt x="149" y="292"/>
                  </a:cubicBezTo>
                  <a:cubicBezTo>
                    <a:pt x="157" y="290"/>
                    <a:pt x="168" y="286"/>
                    <a:pt x="176" y="285"/>
                  </a:cubicBezTo>
                  <a:cubicBezTo>
                    <a:pt x="189" y="284"/>
                    <a:pt x="198" y="286"/>
                    <a:pt x="203" y="286"/>
                  </a:cubicBezTo>
                  <a:cubicBezTo>
                    <a:pt x="212" y="286"/>
                    <a:pt x="234" y="289"/>
                    <a:pt x="246" y="293"/>
                  </a:cubicBezTo>
                  <a:cubicBezTo>
                    <a:pt x="270" y="295"/>
                    <a:pt x="291" y="299"/>
                    <a:pt x="296" y="306"/>
                  </a:cubicBezTo>
                  <a:cubicBezTo>
                    <a:pt x="292" y="297"/>
                    <a:pt x="273" y="283"/>
                    <a:pt x="263" y="281"/>
                  </a:cubicBezTo>
                  <a:cubicBezTo>
                    <a:pt x="267" y="260"/>
                    <a:pt x="305" y="245"/>
                    <a:pt x="323" y="237"/>
                  </a:cubicBezTo>
                  <a:cubicBezTo>
                    <a:pt x="307" y="232"/>
                    <a:pt x="269" y="244"/>
                    <a:pt x="263" y="260"/>
                  </a:cubicBezTo>
                  <a:cubicBezTo>
                    <a:pt x="263" y="238"/>
                    <a:pt x="282" y="214"/>
                    <a:pt x="297" y="200"/>
                  </a:cubicBezTo>
                  <a:cubicBezTo>
                    <a:pt x="280" y="205"/>
                    <a:pt x="261" y="219"/>
                    <a:pt x="255" y="234"/>
                  </a:cubicBezTo>
                  <a:cubicBezTo>
                    <a:pt x="261" y="200"/>
                    <a:pt x="301" y="150"/>
                    <a:pt x="313" y="148"/>
                  </a:cubicBezTo>
                  <a:cubicBezTo>
                    <a:pt x="303" y="143"/>
                    <a:pt x="273" y="144"/>
                    <a:pt x="261" y="161"/>
                  </a:cubicBezTo>
                  <a:cubicBezTo>
                    <a:pt x="277" y="130"/>
                    <a:pt x="311" y="104"/>
                    <a:pt x="323" y="101"/>
                  </a:cubicBezTo>
                  <a:cubicBezTo>
                    <a:pt x="306" y="101"/>
                    <a:pt x="265" y="112"/>
                    <a:pt x="252" y="136"/>
                  </a:cubicBezTo>
                  <a:cubicBezTo>
                    <a:pt x="261" y="101"/>
                    <a:pt x="291" y="50"/>
                    <a:pt x="303" y="34"/>
                  </a:cubicBezTo>
                  <a:cubicBezTo>
                    <a:pt x="290" y="38"/>
                    <a:pt x="251" y="80"/>
                    <a:pt x="241" y="104"/>
                  </a:cubicBezTo>
                  <a:cubicBezTo>
                    <a:pt x="241" y="104"/>
                    <a:pt x="246" y="69"/>
                    <a:pt x="250" y="62"/>
                  </a:cubicBezTo>
                  <a:cubicBezTo>
                    <a:pt x="250" y="62"/>
                    <a:pt x="232" y="78"/>
                    <a:pt x="223" y="98"/>
                  </a:cubicBezTo>
                  <a:cubicBezTo>
                    <a:pt x="228" y="76"/>
                    <a:pt x="228" y="21"/>
                    <a:pt x="223" y="0"/>
                  </a:cubicBezTo>
                  <a:cubicBezTo>
                    <a:pt x="219" y="13"/>
                    <a:pt x="193" y="55"/>
                    <a:pt x="187" y="64"/>
                  </a:cubicBezTo>
                  <a:cubicBezTo>
                    <a:pt x="184" y="54"/>
                    <a:pt x="177" y="23"/>
                    <a:pt x="182" y="7"/>
                  </a:cubicBezTo>
                  <a:cubicBezTo>
                    <a:pt x="173" y="12"/>
                    <a:pt x="159" y="50"/>
                    <a:pt x="157" y="66"/>
                  </a:cubicBezTo>
                  <a:cubicBezTo>
                    <a:pt x="157" y="66"/>
                    <a:pt x="151" y="59"/>
                    <a:pt x="146" y="56"/>
                  </a:cubicBezTo>
                  <a:cubicBezTo>
                    <a:pt x="146" y="56"/>
                    <a:pt x="149" y="84"/>
                    <a:pt x="145" y="109"/>
                  </a:cubicBezTo>
                  <a:cubicBezTo>
                    <a:pt x="125" y="68"/>
                    <a:pt x="80" y="36"/>
                    <a:pt x="62" y="30"/>
                  </a:cubicBezTo>
                  <a:cubicBezTo>
                    <a:pt x="67" y="37"/>
                    <a:pt x="78" y="58"/>
                    <a:pt x="79" y="75"/>
                  </a:cubicBezTo>
                  <a:cubicBezTo>
                    <a:pt x="79" y="75"/>
                    <a:pt x="67" y="70"/>
                    <a:pt x="52" y="75"/>
                  </a:cubicBezTo>
                  <a:cubicBezTo>
                    <a:pt x="70" y="86"/>
                    <a:pt x="84" y="125"/>
                    <a:pt x="99" y="140"/>
                  </a:cubicBezTo>
                  <a:cubicBezTo>
                    <a:pt x="82" y="134"/>
                    <a:pt x="49" y="134"/>
                    <a:pt x="20" y="139"/>
                  </a:cubicBezTo>
                  <a:cubicBezTo>
                    <a:pt x="54" y="142"/>
                    <a:pt x="95" y="171"/>
                    <a:pt x="103" y="187"/>
                  </a:cubicBezTo>
                  <a:cubicBezTo>
                    <a:pt x="83" y="183"/>
                    <a:pt x="19" y="188"/>
                    <a:pt x="4" y="209"/>
                  </a:cubicBezTo>
                  <a:cubicBezTo>
                    <a:pt x="66" y="201"/>
                    <a:pt x="107" y="221"/>
                    <a:pt x="116" y="232"/>
                  </a:cubicBezTo>
                  <a:cubicBezTo>
                    <a:pt x="76" y="210"/>
                    <a:pt x="17" y="223"/>
                    <a:pt x="0" y="237"/>
                  </a:cubicBezTo>
                  <a:cubicBezTo>
                    <a:pt x="24" y="224"/>
                    <a:pt x="89" y="236"/>
                    <a:pt x="100" y="252"/>
                  </a:cubicBezTo>
                  <a:cubicBezTo>
                    <a:pt x="60" y="253"/>
                    <a:pt x="32" y="275"/>
                    <a:pt x="23" y="29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5" name="Freeform 244">
              <a:extLst>
                <a:ext uri="{FF2B5EF4-FFF2-40B4-BE49-F238E27FC236}">
                  <a16:creationId xmlns:a16="http://schemas.microsoft.com/office/drawing/2014/main" id="{D3A073CA-99A1-435E-80EB-F6F99B73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605"/>
              <a:ext cx="10" cy="64"/>
            </a:xfrm>
            <a:custGeom>
              <a:avLst/>
              <a:gdLst>
                <a:gd name="T0" fmla="*/ 63 w 4"/>
                <a:gd name="T1" fmla="*/ 0 h 24"/>
                <a:gd name="T2" fmla="*/ 33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cubicBezTo>
                    <a:pt x="2" y="7"/>
                    <a:pt x="0" y="18"/>
                    <a:pt x="2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6" name="Freeform 245">
              <a:extLst>
                <a:ext uri="{FF2B5EF4-FFF2-40B4-BE49-F238E27FC236}">
                  <a16:creationId xmlns:a16="http://schemas.microsoft.com/office/drawing/2014/main" id="{8B389331-22C8-4738-9F13-F1AD9B0CB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621"/>
              <a:ext cx="110" cy="40"/>
            </a:xfrm>
            <a:custGeom>
              <a:avLst/>
              <a:gdLst>
                <a:gd name="T0" fmla="*/ 0 w 44"/>
                <a:gd name="T1" fmla="*/ 0 h 15"/>
                <a:gd name="T2" fmla="*/ 688 w 4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5">
                  <a:moveTo>
                    <a:pt x="0" y="0"/>
                  </a:moveTo>
                  <a:cubicBezTo>
                    <a:pt x="10" y="0"/>
                    <a:pt x="36" y="9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7" name="Freeform 246">
              <a:extLst>
                <a:ext uri="{FF2B5EF4-FFF2-40B4-BE49-F238E27FC236}">
                  <a16:creationId xmlns:a16="http://schemas.microsoft.com/office/drawing/2014/main" id="{73CE2A25-6067-485A-A163-BED1E775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567"/>
              <a:ext cx="45" cy="80"/>
            </a:xfrm>
            <a:custGeom>
              <a:avLst/>
              <a:gdLst>
                <a:gd name="T0" fmla="*/ 0 w 18"/>
                <a:gd name="T1" fmla="*/ 0 h 30"/>
                <a:gd name="T2" fmla="*/ 283 w 18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0">
                  <a:moveTo>
                    <a:pt x="0" y="0"/>
                  </a:moveTo>
                  <a:cubicBezTo>
                    <a:pt x="6" y="5"/>
                    <a:pt x="15" y="22"/>
                    <a:pt x="18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8" name="Freeform 247">
              <a:extLst>
                <a:ext uri="{FF2B5EF4-FFF2-40B4-BE49-F238E27FC236}">
                  <a16:creationId xmlns:a16="http://schemas.microsoft.com/office/drawing/2014/main" id="{D551EB65-854F-47D5-800F-08B51053C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557"/>
              <a:ext cx="70" cy="128"/>
            </a:xfrm>
            <a:custGeom>
              <a:avLst/>
              <a:gdLst>
                <a:gd name="T0" fmla="*/ 0 w 28"/>
                <a:gd name="T1" fmla="*/ 435 h 48"/>
                <a:gd name="T2" fmla="*/ 408 w 28"/>
                <a:gd name="T3" fmla="*/ 0 h 48"/>
                <a:gd name="T4" fmla="*/ 345 w 28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8">
                  <a:moveTo>
                    <a:pt x="0" y="23"/>
                  </a:moveTo>
                  <a:cubicBezTo>
                    <a:pt x="5" y="10"/>
                    <a:pt x="19" y="0"/>
                    <a:pt x="26" y="0"/>
                  </a:cubicBezTo>
                  <a:cubicBezTo>
                    <a:pt x="28" y="13"/>
                    <a:pt x="27" y="36"/>
                    <a:pt x="22" y="4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9" name="Freeform 248">
              <a:extLst>
                <a:ext uri="{FF2B5EF4-FFF2-40B4-BE49-F238E27FC236}">
                  <a16:creationId xmlns:a16="http://schemas.microsoft.com/office/drawing/2014/main" id="{F47A1FCF-BD5B-4809-B82E-71EF4FBB6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695"/>
              <a:ext cx="12" cy="14"/>
            </a:xfrm>
            <a:custGeom>
              <a:avLst/>
              <a:gdLst>
                <a:gd name="T0" fmla="*/ 58 w 5"/>
                <a:gd name="T1" fmla="*/ 109 h 5"/>
                <a:gd name="T2" fmla="*/ 70 w 5"/>
                <a:gd name="T3" fmla="*/ 0 h 5"/>
                <a:gd name="T4" fmla="*/ 0 w 5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5" y="4"/>
                    <a:pt x="5" y="2"/>
                    <a:pt x="5" y="0"/>
                  </a:cubicBez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009A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0" name="Freeform 249">
              <a:extLst>
                <a:ext uri="{FF2B5EF4-FFF2-40B4-BE49-F238E27FC236}">
                  <a16:creationId xmlns:a16="http://schemas.microsoft.com/office/drawing/2014/main" id="{D31EF409-6C49-47FA-AD5F-41B05E6D6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663"/>
              <a:ext cx="20" cy="8"/>
            </a:xfrm>
            <a:custGeom>
              <a:avLst/>
              <a:gdLst>
                <a:gd name="T0" fmla="*/ 125 w 8"/>
                <a:gd name="T1" fmla="*/ 0 h 3"/>
                <a:gd name="T2" fmla="*/ 0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5" y="0"/>
                    <a:pt x="3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009A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1" name="Freeform 250">
              <a:extLst>
                <a:ext uri="{FF2B5EF4-FFF2-40B4-BE49-F238E27FC236}">
                  <a16:creationId xmlns:a16="http://schemas.microsoft.com/office/drawing/2014/main" id="{2A1CDB04-5EDD-4F46-9DC8-412A13AB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655"/>
              <a:ext cx="17" cy="16"/>
            </a:xfrm>
            <a:custGeom>
              <a:avLst/>
              <a:gdLst>
                <a:gd name="T0" fmla="*/ 0 w 7"/>
                <a:gd name="T1" fmla="*/ 77 h 6"/>
                <a:gd name="T2" fmla="*/ 100 w 7"/>
                <a:gd name="T3" fmla="*/ 77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6"/>
                    <a:pt x="6" y="6"/>
                    <a:pt x="7" y="4"/>
                  </a:cubicBezTo>
                  <a:cubicBezTo>
                    <a:pt x="6" y="1"/>
                    <a:pt x="3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9A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2" name="Freeform 251">
              <a:extLst>
                <a:ext uri="{FF2B5EF4-FFF2-40B4-BE49-F238E27FC236}">
                  <a16:creationId xmlns:a16="http://schemas.microsoft.com/office/drawing/2014/main" id="{4918A237-BD89-43EB-8B54-F4AFAEA4C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674"/>
              <a:ext cx="3" cy="19"/>
            </a:xfrm>
            <a:custGeom>
              <a:avLst/>
              <a:gdLst>
                <a:gd name="T0" fmla="*/ 27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1" y="5"/>
                    <a:pt x="0" y="2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009A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3" name="Freeform 252">
              <a:extLst>
                <a:ext uri="{FF2B5EF4-FFF2-40B4-BE49-F238E27FC236}">
                  <a16:creationId xmlns:a16="http://schemas.microsoft.com/office/drawing/2014/main" id="{B1BD2EEF-6CA8-4591-B55E-F9B4E5A44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645"/>
              <a:ext cx="15" cy="18"/>
            </a:xfrm>
            <a:custGeom>
              <a:avLst/>
              <a:gdLst>
                <a:gd name="T0" fmla="*/ 50 w 6"/>
                <a:gd name="T1" fmla="*/ 118 h 7"/>
                <a:gd name="T2" fmla="*/ 83 w 6"/>
                <a:gd name="T3" fmla="*/ 0 h 7"/>
                <a:gd name="T4" fmla="*/ 0 w 6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5" y="6"/>
                    <a:pt x="6" y="3"/>
                    <a:pt x="5" y="0"/>
                  </a:cubicBezTo>
                  <a:cubicBezTo>
                    <a:pt x="3" y="0"/>
                    <a:pt x="0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009A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4" name="Freeform 253">
              <a:extLst>
                <a:ext uri="{FF2B5EF4-FFF2-40B4-BE49-F238E27FC236}">
                  <a16:creationId xmlns:a16="http://schemas.microsoft.com/office/drawing/2014/main" id="{5698DE64-31AB-4D96-8804-07EC7231F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495"/>
              <a:ext cx="25" cy="14"/>
            </a:xfrm>
            <a:custGeom>
              <a:avLst/>
              <a:gdLst>
                <a:gd name="T0" fmla="*/ 113 w 10"/>
                <a:gd name="T1" fmla="*/ 87 h 5"/>
                <a:gd name="T2" fmla="*/ 0 w 10"/>
                <a:gd name="T3" fmla="*/ 62 h 5"/>
                <a:gd name="T4" fmla="*/ 158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7" y="4"/>
                  </a:moveTo>
                  <a:cubicBezTo>
                    <a:pt x="5" y="5"/>
                    <a:pt x="2" y="4"/>
                    <a:pt x="0" y="3"/>
                  </a:cubicBezTo>
                  <a:cubicBezTo>
                    <a:pt x="3" y="1"/>
                    <a:pt x="7" y="1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009A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5" name="Freeform 254">
              <a:extLst>
                <a:ext uri="{FF2B5EF4-FFF2-40B4-BE49-F238E27FC236}">
                  <a16:creationId xmlns:a16="http://schemas.microsoft.com/office/drawing/2014/main" id="{9B97B4D5-47C8-42A8-864A-98FCC6641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405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009A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6" name="Freeform 255">
              <a:extLst>
                <a:ext uri="{FF2B5EF4-FFF2-40B4-BE49-F238E27FC236}">
                  <a16:creationId xmlns:a16="http://schemas.microsoft.com/office/drawing/2014/main" id="{5A580594-C375-4012-B49D-2C2BA5DE5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706"/>
              <a:ext cx="25" cy="19"/>
            </a:xfrm>
            <a:custGeom>
              <a:avLst/>
              <a:gdLst>
                <a:gd name="T0" fmla="*/ 83 w 10"/>
                <a:gd name="T1" fmla="*/ 0 h 7"/>
                <a:gd name="T2" fmla="*/ 20 w 10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5" y="0"/>
                  </a:moveTo>
                  <a:cubicBezTo>
                    <a:pt x="10" y="7"/>
                    <a:pt x="0" y="7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009A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5" name="whole-and-sliced-kiwi-fruit">
            <a:extLst>
              <a:ext uri="{FF2B5EF4-FFF2-40B4-BE49-F238E27FC236}">
                <a16:creationId xmlns:a16="http://schemas.microsoft.com/office/drawing/2014/main" id="{567B8D6C-816A-4937-9F0C-A4B08099DBD1}"/>
              </a:ext>
            </a:extLst>
          </p:cNvPr>
          <p:cNvGrpSpPr>
            <a:grpSpLocks/>
          </p:cNvGrpSpPr>
          <p:nvPr/>
        </p:nvGrpSpPr>
        <p:grpSpPr bwMode="auto">
          <a:xfrm>
            <a:off x="5910263" y="1625600"/>
            <a:ext cx="1946275" cy="1660525"/>
            <a:chOff x="2465" y="1809"/>
            <a:chExt cx="829" cy="707"/>
          </a:xfrm>
        </p:grpSpPr>
        <p:grpSp>
          <p:nvGrpSpPr>
            <p:cNvPr id="13511" name="Group 257">
              <a:extLst>
                <a:ext uri="{FF2B5EF4-FFF2-40B4-BE49-F238E27FC236}">
                  <a16:creationId xmlns:a16="http://schemas.microsoft.com/office/drawing/2014/main" id="{885FD4FA-A407-4605-BDC9-FE4180AD33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0" y="1809"/>
              <a:ext cx="824" cy="707"/>
              <a:chOff x="2470" y="1809"/>
              <a:chExt cx="824" cy="707"/>
            </a:xfrm>
          </p:grpSpPr>
          <p:sp>
            <p:nvSpPr>
              <p:cNvPr id="55375" name="Freeform 258">
                <a:extLst>
                  <a:ext uri="{FF2B5EF4-FFF2-40B4-BE49-F238E27FC236}">
                    <a16:creationId xmlns:a16="http://schemas.microsoft.com/office/drawing/2014/main" id="{70503898-9E47-4EBB-AE8A-293FBA9DC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231"/>
                <a:ext cx="58" cy="66"/>
              </a:xfrm>
              <a:custGeom>
                <a:avLst/>
                <a:gdLst>
                  <a:gd name="T0" fmla="*/ 146 w 23"/>
                  <a:gd name="T1" fmla="*/ 34 h 25"/>
                  <a:gd name="T2" fmla="*/ 0 w 23"/>
                  <a:gd name="T3" fmla="*/ 166 h 25"/>
                  <a:gd name="T4" fmla="*/ 33 w 23"/>
                  <a:gd name="T5" fmla="*/ 259 h 25"/>
                  <a:gd name="T6" fmla="*/ 50 w 23"/>
                  <a:gd name="T7" fmla="*/ 348 h 25"/>
                  <a:gd name="T8" fmla="*/ 159 w 23"/>
                  <a:gd name="T9" fmla="*/ 425 h 25"/>
                  <a:gd name="T10" fmla="*/ 146 w 23"/>
                  <a:gd name="T11" fmla="*/ 3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5">
                    <a:moveTo>
                      <a:pt x="9" y="2"/>
                    </a:moveTo>
                    <a:cubicBezTo>
                      <a:pt x="5" y="0"/>
                      <a:pt x="0" y="6"/>
                      <a:pt x="0" y="9"/>
                    </a:cubicBezTo>
                    <a:cubicBezTo>
                      <a:pt x="0" y="11"/>
                      <a:pt x="2" y="13"/>
                      <a:pt x="2" y="14"/>
                    </a:cubicBezTo>
                    <a:cubicBezTo>
                      <a:pt x="3" y="16"/>
                      <a:pt x="3" y="18"/>
                      <a:pt x="3" y="19"/>
                    </a:cubicBezTo>
                    <a:cubicBezTo>
                      <a:pt x="4" y="20"/>
                      <a:pt x="8" y="23"/>
                      <a:pt x="10" y="23"/>
                    </a:cubicBezTo>
                    <a:cubicBezTo>
                      <a:pt x="23" y="25"/>
                      <a:pt x="20" y="0"/>
                      <a:pt x="9" y="2"/>
                    </a:cubicBezTo>
                    <a:close/>
                  </a:path>
                </a:pathLst>
              </a:custGeom>
              <a:solidFill>
                <a:srgbClr val="B67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6" name="Freeform 259">
                <a:extLst>
                  <a:ext uri="{FF2B5EF4-FFF2-40B4-BE49-F238E27FC236}">
                    <a16:creationId xmlns:a16="http://schemas.microsoft.com/office/drawing/2014/main" id="{CD16A702-BBA8-4BC5-9D04-7B035C53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188"/>
                <a:ext cx="110" cy="144"/>
              </a:xfrm>
              <a:custGeom>
                <a:avLst/>
                <a:gdLst>
                  <a:gd name="T0" fmla="*/ 645 w 44"/>
                  <a:gd name="T1" fmla="*/ 717 h 54"/>
                  <a:gd name="T2" fmla="*/ 563 w 44"/>
                  <a:gd name="T3" fmla="*/ 648 h 54"/>
                  <a:gd name="T4" fmla="*/ 563 w 44"/>
                  <a:gd name="T5" fmla="*/ 477 h 54"/>
                  <a:gd name="T6" fmla="*/ 595 w 44"/>
                  <a:gd name="T7" fmla="*/ 227 h 54"/>
                  <a:gd name="T8" fmla="*/ 488 w 44"/>
                  <a:gd name="T9" fmla="*/ 227 h 54"/>
                  <a:gd name="T10" fmla="*/ 458 w 44"/>
                  <a:gd name="T11" fmla="*/ 149 h 54"/>
                  <a:gd name="T12" fmla="*/ 250 w 44"/>
                  <a:gd name="T13" fmla="*/ 21 h 54"/>
                  <a:gd name="T14" fmla="*/ 113 w 44"/>
                  <a:gd name="T15" fmla="*/ 21 h 54"/>
                  <a:gd name="T16" fmla="*/ 50 w 44"/>
                  <a:gd name="T17" fmla="*/ 149 h 54"/>
                  <a:gd name="T18" fmla="*/ 20 w 44"/>
                  <a:gd name="T19" fmla="*/ 285 h 54"/>
                  <a:gd name="T20" fmla="*/ 50 w 44"/>
                  <a:gd name="T21" fmla="*/ 456 h 54"/>
                  <a:gd name="T22" fmla="*/ 63 w 44"/>
                  <a:gd name="T23" fmla="*/ 477 h 54"/>
                  <a:gd name="T24" fmla="*/ 208 w 44"/>
                  <a:gd name="T25" fmla="*/ 341 h 54"/>
                  <a:gd name="T26" fmla="*/ 238 w 44"/>
                  <a:gd name="T27" fmla="*/ 739 h 54"/>
                  <a:gd name="T28" fmla="*/ 345 w 44"/>
                  <a:gd name="T29" fmla="*/ 875 h 54"/>
                  <a:gd name="T30" fmla="*/ 520 w 44"/>
                  <a:gd name="T31" fmla="*/ 1003 h 54"/>
                  <a:gd name="T32" fmla="*/ 595 w 44"/>
                  <a:gd name="T33" fmla="*/ 931 h 54"/>
                  <a:gd name="T34" fmla="*/ 675 w 44"/>
                  <a:gd name="T35" fmla="*/ 853 h 54"/>
                  <a:gd name="T36" fmla="*/ 645 w 44"/>
                  <a:gd name="T37" fmla="*/ 717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54">
                    <a:moveTo>
                      <a:pt x="41" y="38"/>
                    </a:moveTo>
                    <a:cubicBezTo>
                      <a:pt x="39" y="36"/>
                      <a:pt x="37" y="36"/>
                      <a:pt x="36" y="34"/>
                    </a:cubicBezTo>
                    <a:cubicBezTo>
                      <a:pt x="34" y="33"/>
                      <a:pt x="36" y="26"/>
                      <a:pt x="36" y="25"/>
                    </a:cubicBezTo>
                    <a:cubicBezTo>
                      <a:pt x="38" y="21"/>
                      <a:pt x="44" y="15"/>
                      <a:pt x="38" y="12"/>
                    </a:cubicBezTo>
                    <a:cubicBezTo>
                      <a:pt x="35" y="11"/>
                      <a:pt x="33" y="13"/>
                      <a:pt x="31" y="12"/>
                    </a:cubicBezTo>
                    <a:cubicBezTo>
                      <a:pt x="29" y="11"/>
                      <a:pt x="30" y="10"/>
                      <a:pt x="29" y="8"/>
                    </a:cubicBezTo>
                    <a:cubicBezTo>
                      <a:pt x="27" y="5"/>
                      <a:pt x="20" y="3"/>
                      <a:pt x="16" y="1"/>
                    </a:cubicBezTo>
                    <a:cubicBezTo>
                      <a:pt x="14" y="1"/>
                      <a:pt x="9" y="0"/>
                      <a:pt x="7" y="1"/>
                    </a:cubicBezTo>
                    <a:cubicBezTo>
                      <a:pt x="3" y="2"/>
                      <a:pt x="5" y="5"/>
                      <a:pt x="3" y="8"/>
                    </a:cubicBezTo>
                    <a:cubicBezTo>
                      <a:pt x="3" y="11"/>
                      <a:pt x="1" y="12"/>
                      <a:pt x="1" y="15"/>
                    </a:cubicBezTo>
                    <a:cubicBezTo>
                      <a:pt x="0" y="19"/>
                      <a:pt x="2" y="20"/>
                      <a:pt x="3" y="24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2"/>
                      <a:pt x="9" y="16"/>
                      <a:pt x="13" y="18"/>
                    </a:cubicBezTo>
                    <a:cubicBezTo>
                      <a:pt x="24" y="16"/>
                      <a:pt x="27" y="38"/>
                      <a:pt x="15" y="39"/>
                    </a:cubicBezTo>
                    <a:cubicBezTo>
                      <a:pt x="16" y="41"/>
                      <a:pt x="20" y="44"/>
                      <a:pt x="22" y="46"/>
                    </a:cubicBezTo>
                    <a:cubicBezTo>
                      <a:pt x="25" y="49"/>
                      <a:pt x="28" y="54"/>
                      <a:pt x="33" y="53"/>
                    </a:cubicBezTo>
                    <a:cubicBezTo>
                      <a:pt x="34" y="52"/>
                      <a:pt x="36" y="50"/>
                      <a:pt x="38" y="49"/>
                    </a:cubicBezTo>
                    <a:cubicBezTo>
                      <a:pt x="40" y="48"/>
                      <a:pt x="43" y="48"/>
                      <a:pt x="43" y="45"/>
                    </a:cubicBezTo>
                    <a:cubicBezTo>
                      <a:pt x="43" y="43"/>
                      <a:pt x="42" y="39"/>
                      <a:pt x="41" y="38"/>
                    </a:cubicBezTo>
                    <a:close/>
                  </a:path>
                </a:pathLst>
              </a:custGeom>
              <a:solidFill>
                <a:srgbClr val="C886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7" name="Freeform 260">
                <a:extLst>
                  <a:ext uri="{FF2B5EF4-FFF2-40B4-BE49-F238E27FC236}">
                    <a16:creationId xmlns:a16="http://schemas.microsoft.com/office/drawing/2014/main" id="{70EDB1A3-A8F4-4511-BE31-728606B72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809"/>
                <a:ext cx="664" cy="595"/>
              </a:xfrm>
              <a:custGeom>
                <a:avLst/>
                <a:gdLst>
                  <a:gd name="T0" fmla="*/ 3315 w 266"/>
                  <a:gd name="T1" fmla="*/ 627 h 223"/>
                  <a:gd name="T2" fmla="*/ 1590 w 266"/>
                  <a:gd name="T3" fmla="*/ 342 h 223"/>
                  <a:gd name="T4" fmla="*/ 137 w 266"/>
                  <a:gd name="T5" fmla="*/ 1993 h 223"/>
                  <a:gd name="T6" fmla="*/ 167 w 266"/>
                  <a:gd name="T7" fmla="*/ 3004 h 223"/>
                  <a:gd name="T8" fmla="*/ 187 w 266"/>
                  <a:gd name="T9" fmla="*/ 3018 h 223"/>
                  <a:gd name="T10" fmla="*/ 187 w 266"/>
                  <a:gd name="T11" fmla="*/ 2983 h 223"/>
                  <a:gd name="T12" fmla="*/ 217 w 266"/>
                  <a:gd name="T13" fmla="*/ 2847 h 223"/>
                  <a:gd name="T14" fmla="*/ 280 w 266"/>
                  <a:gd name="T15" fmla="*/ 2719 h 223"/>
                  <a:gd name="T16" fmla="*/ 417 w 266"/>
                  <a:gd name="T17" fmla="*/ 2719 h 223"/>
                  <a:gd name="T18" fmla="*/ 624 w 266"/>
                  <a:gd name="T19" fmla="*/ 2847 h 223"/>
                  <a:gd name="T20" fmla="*/ 654 w 266"/>
                  <a:gd name="T21" fmla="*/ 2927 h 223"/>
                  <a:gd name="T22" fmla="*/ 761 w 266"/>
                  <a:gd name="T23" fmla="*/ 2927 h 223"/>
                  <a:gd name="T24" fmla="*/ 729 w 266"/>
                  <a:gd name="T25" fmla="*/ 3175 h 223"/>
                  <a:gd name="T26" fmla="*/ 729 w 266"/>
                  <a:gd name="T27" fmla="*/ 3346 h 223"/>
                  <a:gd name="T28" fmla="*/ 811 w 266"/>
                  <a:gd name="T29" fmla="*/ 3418 h 223"/>
                  <a:gd name="T30" fmla="*/ 841 w 266"/>
                  <a:gd name="T31" fmla="*/ 3551 h 223"/>
                  <a:gd name="T32" fmla="*/ 761 w 266"/>
                  <a:gd name="T33" fmla="*/ 3631 h 223"/>
                  <a:gd name="T34" fmla="*/ 699 w 266"/>
                  <a:gd name="T35" fmla="*/ 3687 h 223"/>
                  <a:gd name="T36" fmla="*/ 716 w 266"/>
                  <a:gd name="T37" fmla="*/ 3701 h 223"/>
                  <a:gd name="T38" fmla="*/ 1103 w 266"/>
                  <a:gd name="T39" fmla="*/ 3986 h 223"/>
                  <a:gd name="T40" fmla="*/ 3098 w 266"/>
                  <a:gd name="T41" fmla="*/ 3290 h 223"/>
                  <a:gd name="T42" fmla="*/ 3315 w 266"/>
                  <a:gd name="T43" fmla="*/ 627 h 2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6" h="223">
                    <a:moveTo>
                      <a:pt x="213" y="33"/>
                    </a:moveTo>
                    <a:cubicBezTo>
                      <a:pt x="186" y="5"/>
                      <a:pt x="138" y="0"/>
                      <a:pt x="102" y="18"/>
                    </a:cubicBezTo>
                    <a:cubicBezTo>
                      <a:pt x="67" y="36"/>
                      <a:pt x="17" y="71"/>
                      <a:pt x="9" y="105"/>
                    </a:cubicBezTo>
                    <a:cubicBezTo>
                      <a:pt x="0" y="139"/>
                      <a:pt x="11" y="158"/>
                      <a:pt x="11" y="158"/>
                    </a:cubicBezTo>
                    <a:cubicBezTo>
                      <a:pt x="11" y="158"/>
                      <a:pt x="11" y="158"/>
                      <a:pt x="12" y="159"/>
                    </a:cubicBezTo>
                    <a:cubicBezTo>
                      <a:pt x="12" y="158"/>
                      <a:pt x="12" y="158"/>
                      <a:pt x="12" y="157"/>
                    </a:cubicBezTo>
                    <a:cubicBezTo>
                      <a:pt x="12" y="154"/>
                      <a:pt x="14" y="153"/>
                      <a:pt x="14" y="150"/>
                    </a:cubicBezTo>
                    <a:cubicBezTo>
                      <a:pt x="16" y="147"/>
                      <a:pt x="14" y="144"/>
                      <a:pt x="18" y="143"/>
                    </a:cubicBezTo>
                    <a:cubicBezTo>
                      <a:pt x="20" y="142"/>
                      <a:pt x="25" y="143"/>
                      <a:pt x="27" y="143"/>
                    </a:cubicBezTo>
                    <a:cubicBezTo>
                      <a:pt x="31" y="145"/>
                      <a:pt x="38" y="147"/>
                      <a:pt x="40" y="150"/>
                    </a:cubicBezTo>
                    <a:cubicBezTo>
                      <a:pt x="41" y="152"/>
                      <a:pt x="40" y="153"/>
                      <a:pt x="42" y="154"/>
                    </a:cubicBezTo>
                    <a:cubicBezTo>
                      <a:pt x="44" y="155"/>
                      <a:pt x="46" y="153"/>
                      <a:pt x="49" y="154"/>
                    </a:cubicBezTo>
                    <a:cubicBezTo>
                      <a:pt x="55" y="157"/>
                      <a:pt x="49" y="163"/>
                      <a:pt x="47" y="167"/>
                    </a:cubicBezTo>
                    <a:cubicBezTo>
                      <a:pt x="47" y="168"/>
                      <a:pt x="45" y="175"/>
                      <a:pt x="47" y="176"/>
                    </a:cubicBezTo>
                    <a:cubicBezTo>
                      <a:pt x="48" y="178"/>
                      <a:pt x="50" y="178"/>
                      <a:pt x="52" y="180"/>
                    </a:cubicBezTo>
                    <a:cubicBezTo>
                      <a:pt x="53" y="181"/>
                      <a:pt x="54" y="185"/>
                      <a:pt x="54" y="187"/>
                    </a:cubicBezTo>
                    <a:cubicBezTo>
                      <a:pt x="54" y="190"/>
                      <a:pt x="51" y="190"/>
                      <a:pt x="49" y="191"/>
                    </a:cubicBezTo>
                    <a:cubicBezTo>
                      <a:pt x="47" y="192"/>
                      <a:pt x="46" y="193"/>
                      <a:pt x="45" y="194"/>
                    </a:cubicBezTo>
                    <a:cubicBezTo>
                      <a:pt x="45" y="194"/>
                      <a:pt x="45" y="195"/>
                      <a:pt x="46" y="195"/>
                    </a:cubicBezTo>
                    <a:cubicBezTo>
                      <a:pt x="46" y="195"/>
                      <a:pt x="52" y="200"/>
                      <a:pt x="71" y="210"/>
                    </a:cubicBezTo>
                    <a:cubicBezTo>
                      <a:pt x="95" y="221"/>
                      <a:pt x="135" y="223"/>
                      <a:pt x="199" y="173"/>
                    </a:cubicBezTo>
                    <a:cubicBezTo>
                      <a:pt x="266" y="122"/>
                      <a:pt x="237" y="56"/>
                      <a:pt x="213" y="33"/>
                    </a:cubicBezTo>
                    <a:close/>
                  </a:path>
                </a:pathLst>
              </a:custGeom>
              <a:solidFill>
                <a:srgbClr val="DBA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8" name="Freeform 261">
                <a:extLst>
                  <a:ext uri="{FF2B5EF4-FFF2-40B4-BE49-F238E27FC236}">
                    <a16:creationId xmlns:a16="http://schemas.microsoft.com/office/drawing/2014/main" id="{BF8DD185-62ED-4EAF-B261-661A4CA65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244"/>
                <a:ext cx="32" cy="43"/>
              </a:xfrm>
              <a:custGeom>
                <a:avLst/>
                <a:gdLst>
                  <a:gd name="T0" fmla="*/ 0 w 13"/>
                  <a:gd name="T1" fmla="*/ 175 h 16"/>
                  <a:gd name="T2" fmla="*/ 30 w 13"/>
                  <a:gd name="T3" fmla="*/ 274 h 16"/>
                  <a:gd name="T4" fmla="*/ 133 w 13"/>
                  <a:gd name="T5" fmla="*/ 274 h 16"/>
                  <a:gd name="T6" fmla="*/ 74 w 13"/>
                  <a:gd name="T7" fmla="*/ 0 h 16"/>
                  <a:gd name="T8" fmla="*/ 30 w 13"/>
                  <a:gd name="T9" fmla="*/ 17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0" y="9"/>
                    </a:moveTo>
                    <a:cubicBezTo>
                      <a:pt x="1" y="11"/>
                      <a:pt x="0" y="13"/>
                      <a:pt x="2" y="14"/>
                    </a:cubicBezTo>
                    <a:cubicBezTo>
                      <a:pt x="5" y="16"/>
                      <a:pt x="7" y="16"/>
                      <a:pt x="9" y="14"/>
                    </a:cubicBezTo>
                    <a:cubicBezTo>
                      <a:pt x="13" y="10"/>
                      <a:pt x="10" y="2"/>
                      <a:pt x="5" y="0"/>
                    </a:cubicBezTo>
                    <a:cubicBezTo>
                      <a:pt x="10" y="5"/>
                      <a:pt x="4" y="12"/>
                      <a:pt x="2" y="9"/>
                    </a:cubicBezTo>
                  </a:path>
                </a:pathLst>
              </a:custGeom>
              <a:solidFill>
                <a:srgbClr val="AB70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9" name="Freeform 262">
                <a:extLst>
                  <a:ext uri="{FF2B5EF4-FFF2-40B4-BE49-F238E27FC236}">
                    <a16:creationId xmlns:a16="http://schemas.microsoft.com/office/drawing/2014/main" id="{E87DD97C-05DE-4034-A122-C5E780BFC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092"/>
                <a:ext cx="175" cy="301"/>
              </a:xfrm>
              <a:custGeom>
                <a:avLst/>
                <a:gdLst>
                  <a:gd name="T0" fmla="*/ 0 w 70"/>
                  <a:gd name="T1" fmla="*/ 1851 h 113"/>
                  <a:gd name="T2" fmla="*/ 1020 w 70"/>
                  <a:gd name="T3" fmla="*/ 1910 h 113"/>
                  <a:gd name="T4" fmla="*/ 938 w 70"/>
                  <a:gd name="T5" fmla="*/ 1113 h 113"/>
                  <a:gd name="T6" fmla="*/ 1095 w 70"/>
                  <a:gd name="T7" fmla="*/ 0 h 113"/>
                  <a:gd name="T8" fmla="*/ 800 w 70"/>
                  <a:gd name="T9" fmla="*/ 1092 h 113"/>
                  <a:gd name="T10" fmla="*/ 0 w 70"/>
                  <a:gd name="T11" fmla="*/ 1851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113">
                    <a:moveTo>
                      <a:pt x="0" y="98"/>
                    </a:moveTo>
                    <a:cubicBezTo>
                      <a:pt x="10" y="105"/>
                      <a:pt x="29" y="113"/>
                      <a:pt x="65" y="101"/>
                    </a:cubicBezTo>
                    <a:cubicBezTo>
                      <a:pt x="67" y="101"/>
                      <a:pt x="61" y="76"/>
                      <a:pt x="60" y="59"/>
                    </a:cubicBezTo>
                    <a:cubicBezTo>
                      <a:pt x="59" y="42"/>
                      <a:pt x="61" y="17"/>
                      <a:pt x="70" y="0"/>
                    </a:cubicBezTo>
                    <a:cubicBezTo>
                      <a:pt x="59" y="13"/>
                      <a:pt x="52" y="39"/>
                      <a:pt x="51" y="58"/>
                    </a:cubicBezTo>
                    <a:cubicBezTo>
                      <a:pt x="50" y="77"/>
                      <a:pt x="33" y="109"/>
                      <a:pt x="0" y="98"/>
                    </a:cubicBezTo>
                    <a:close/>
                  </a:path>
                </a:pathLst>
              </a:custGeom>
              <a:solidFill>
                <a:srgbClr val="BF7D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0" name="Freeform 263">
                <a:extLst>
                  <a:ext uri="{FF2B5EF4-FFF2-40B4-BE49-F238E27FC236}">
                    <a16:creationId xmlns:a16="http://schemas.microsoft.com/office/drawing/2014/main" id="{0175D586-DE27-4358-B6BB-77DE685C8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817"/>
                <a:ext cx="432" cy="566"/>
              </a:xfrm>
              <a:custGeom>
                <a:avLst/>
                <a:gdLst>
                  <a:gd name="T0" fmla="*/ 0 w 173"/>
                  <a:gd name="T1" fmla="*/ 3671 h 212"/>
                  <a:gd name="T2" fmla="*/ 699 w 173"/>
                  <a:gd name="T3" fmla="*/ 4013 h 212"/>
                  <a:gd name="T4" fmla="*/ 1308 w 173"/>
                  <a:gd name="T5" fmla="*/ 3885 h 212"/>
                  <a:gd name="T6" fmla="*/ 1184 w 173"/>
                  <a:gd name="T7" fmla="*/ 2817 h 212"/>
                  <a:gd name="T8" fmla="*/ 2599 w 173"/>
                  <a:gd name="T9" fmla="*/ 991 h 212"/>
                  <a:gd name="T10" fmla="*/ 2649 w 173"/>
                  <a:gd name="T11" fmla="*/ 833 h 212"/>
                  <a:gd name="T12" fmla="*/ 1184 w 173"/>
                  <a:gd name="T13" fmla="*/ 150 h 212"/>
                  <a:gd name="T14" fmla="*/ 1840 w 173"/>
                  <a:gd name="T15" fmla="*/ 798 h 212"/>
                  <a:gd name="T16" fmla="*/ 886 w 173"/>
                  <a:gd name="T17" fmla="*/ 2451 h 212"/>
                  <a:gd name="T18" fmla="*/ 0 w 173"/>
                  <a:gd name="T19" fmla="*/ 3671 h 2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3" h="212">
                    <a:moveTo>
                      <a:pt x="0" y="193"/>
                    </a:moveTo>
                    <a:cubicBezTo>
                      <a:pt x="11" y="202"/>
                      <a:pt x="36" y="210"/>
                      <a:pt x="45" y="211"/>
                    </a:cubicBezTo>
                    <a:cubicBezTo>
                      <a:pt x="54" y="212"/>
                      <a:pt x="81" y="205"/>
                      <a:pt x="84" y="204"/>
                    </a:cubicBezTo>
                    <a:cubicBezTo>
                      <a:pt x="80" y="200"/>
                      <a:pt x="76" y="176"/>
                      <a:pt x="76" y="148"/>
                    </a:cubicBezTo>
                    <a:cubicBezTo>
                      <a:pt x="75" y="121"/>
                      <a:pt x="91" y="56"/>
                      <a:pt x="167" y="52"/>
                    </a:cubicBezTo>
                    <a:cubicBezTo>
                      <a:pt x="170" y="52"/>
                      <a:pt x="173" y="47"/>
                      <a:pt x="170" y="44"/>
                    </a:cubicBezTo>
                    <a:cubicBezTo>
                      <a:pt x="158" y="28"/>
                      <a:pt x="129" y="0"/>
                      <a:pt x="76" y="8"/>
                    </a:cubicBezTo>
                    <a:cubicBezTo>
                      <a:pt x="96" y="8"/>
                      <a:pt x="135" y="23"/>
                      <a:pt x="118" y="42"/>
                    </a:cubicBezTo>
                    <a:cubicBezTo>
                      <a:pt x="101" y="62"/>
                      <a:pt x="69" y="79"/>
                      <a:pt x="57" y="129"/>
                    </a:cubicBezTo>
                    <a:cubicBezTo>
                      <a:pt x="45" y="179"/>
                      <a:pt x="26" y="205"/>
                      <a:pt x="0" y="193"/>
                    </a:cubicBezTo>
                    <a:close/>
                  </a:path>
                </a:pathLst>
              </a:custGeom>
              <a:solidFill>
                <a:srgbClr val="CA83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1" name="Freeform 264">
                <a:extLst>
                  <a:ext uri="{FF2B5EF4-FFF2-40B4-BE49-F238E27FC236}">
                    <a16:creationId xmlns:a16="http://schemas.microsoft.com/office/drawing/2014/main" id="{219FB3DE-9F7F-4D73-A44C-2B551176B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892"/>
                <a:ext cx="162" cy="107"/>
              </a:xfrm>
              <a:custGeom>
                <a:avLst/>
                <a:gdLst>
                  <a:gd name="T0" fmla="*/ 0 w 65"/>
                  <a:gd name="T1" fmla="*/ 765 h 40"/>
                  <a:gd name="T2" fmla="*/ 778 w 65"/>
                  <a:gd name="T3" fmla="*/ 479 h 40"/>
                  <a:gd name="T4" fmla="*/ 591 w 65"/>
                  <a:gd name="T5" fmla="*/ 0 h 40"/>
                  <a:gd name="T6" fmla="*/ 653 w 65"/>
                  <a:gd name="T7" fmla="*/ 321 h 40"/>
                  <a:gd name="T8" fmla="*/ 0 w 65"/>
                  <a:gd name="T9" fmla="*/ 7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0">
                    <a:moveTo>
                      <a:pt x="0" y="40"/>
                    </a:moveTo>
                    <a:cubicBezTo>
                      <a:pt x="11" y="32"/>
                      <a:pt x="35" y="25"/>
                      <a:pt x="50" y="25"/>
                    </a:cubicBezTo>
                    <a:cubicBezTo>
                      <a:pt x="65" y="24"/>
                      <a:pt x="44" y="4"/>
                      <a:pt x="38" y="0"/>
                    </a:cubicBezTo>
                    <a:cubicBezTo>
                      <a:pt x="44" y="6"/>
                      <a:pt x="48" y="12"/>
                      <a:pt x="42" y="17"/>
                    </a:cubicBezTo>
                    <a:cubicBezTo>
                      <a:pt x="36" y="21"/>
                      <a:pt x="14" y="26"/>
                      <a:pt x="0" y="40"/>
                    </a:cubicBezTo>
                    <a:close/>
                  </a:path>
                </a:pathLst>
              </a:custGeom>
              <a:solidFill>
                <a:srgbClr val="BF7D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2" name="Freeform 265">
                <a:extLst>
                  <a:ext uri="{FF2B5EF4-FFF2-40B4-BE49-F238E27FC236}">
                    <a16:creationId xmlns:a16="http://schemas.microsoft.com/office/drawing/2014/main" id="{605915B0-0072-4A2A-97AA-3BA89C095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28"/>
                <a:ext cx="140" cy="155"/>
              </a:xfrm>
              <a:custGeom>
                <a:avLst/>
                <a:gdLst>
                  <a:gd name="T0" fmla="*/ 595 w 56"/>
                  <a:gd name="T1" fmla="*/ 858 h 58"/>
                  <a:gd name="T2" fmla="*/ 0 w 56"/>
                  <a:gd name="T3" fmla="*/ 1013 h 58"/>
                  <a:gd name="T4" fmla="*/ 625 w 56"/>
                  <a:gd name="T5" fmla="*/ 1029 h 58"/>
                  <a:gd name="T6" fmla="*/ 813 w 56"/>
                  <a:gd name="T7" fmla="*/ 764 h 58"/>
                  <a:gd name="T8" fmla="*/ 750 w 56"/>
                  <a:gd name="T9" fmla="*/ 0 h 58"/>
                  <a:gd name="T10" fmla="*/ 595 w 56"/>
                  <a:gd name="T11" fmla="*/ 858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58">
                    <a:moveTo>
                      <a:pt x="38" y="45"/>
                    </a:moveTo>
                    <a:cubicBezTo>
                      <a:pt x="28" y="51"/>
                      <a:pt x="15" y="54"/>
                      <a:pt x="0" y="53"/>
                    </a:cubicBezTo>
                    <a:cubicBezTo>
                      <a:pt x="20" y="58"/>
                      <a:pt x="26" y="57"/>
                      <a:pt x="40" y="54"/>
                    </a:cubicBezTo>
                    <a:cubicBezTo>
                      <a:pt x="53" y="52"/>
                      <a:pt x="56" y="51"/>
                      <a:pt x="52" y="40"/>
                    </a:cubicBezTo>
                    <a:cubicBezTo>
                      <a:pt x="49" y="30"/>
                      <a:pt x="48" y="17"/>
                      <a:pt x="48" y="0"/>
                    </a:cubicBezTo>
                    <a:cubicBezTo>
                      <a:pt x="43" y="6"/>
                      <a:pt x="51" y="37"/>
                      <a:pt x="38" y="45"/>
                    </a:cubicBezTo>
                    <a:close/>
                  </a:path>
                </a:pathLst>
              </a:custGeom>
              <a:solidFill>
                <a:srgbClr val="BF7D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3" name="Freeform 266">
                <a:extLst>
                  <a:ext uri="{FF2B5EF4-FFF2-40B4-BE49-F238E27FC236}">
                    <a16:creationId xmlns:a16="http://schemas.microsoft.com/office/drawing/2014/main" id="{617DB4E4-2D90-4633-9208-7E75B43E2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225"/>
                <a:ext cx="43" cy="96"/>
              </a:xfrm>
              <a:custGeom>
                <a:avLst/>
                <a:gdLst>
                  <a:gd name="T0" fmla="*/ 147 w 17"/>
                  <a:gd name="T1" fmla="*/ 35 h 36"/>
                  <a:gd name="T2" fmla="*/ 225 w 17"/>
                  <a:gd name="T3" fmla="*/ 35 h 36"/>
                  <a:gd name="T4" fmla="*/ 192 w 17"/>
                  <a:gd name="T5" fmla="*/ 149 h 36"/>
                  <a:gd name="T6" fmla="*/ 180 w 17"/>
                  <a:gd name="T7" fmla="*/ 307 h 36"/>
                  <a:gd name="T8" fmla="*/ 96 w 17"/>
                  <a:gd name="T9" fmla="*/ 320 h 36"/>
                  <a:gd name="T10" fmla="*/ 147 w 17"/>
                  <a:gd name="T11" fmla="*/ 419 h 36"/>
                  <a:gd name="T12" fmla="*/ 255 w 17"/>
                  <a:gd name="T13" fmla="*/ 547 h 36"/>
                  <a:gd name="T14" fmla="*/ 159 w 17"/>
                  <a:gd name="T15" fmla="*/ 683 h 36"/>
                  <a:gd name="T16" fmla="*/ 0 w 17"/>
                  <a:gd name="T17" fmla="*/ 533 h 36"/>
                  <a:gd name="T18" fmla="*/ 116 w 17"/>
                  <a:gd name="T19" fmla="*/ 477 h 36"/>
                  <a:gd name="T20" fmla="*/ 63 w 17"/>
                  <a:gd name="T21" fmla="*/ 320 h 36"/>
                  <a:gd name="T22" fmla="*/ 147 w 17"/>
                  <a:gd name="T23" fmla="*/ 77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36">
                    <a:moveTo>
                      <a:pt x="9" y="2"/>
                    </a:moveTo>
                    <a:cubicBezTo>
                      <a:pt x="10" y="2"/>
                      <a:pt x="13" y="0"/>
                      <a:pt x="14" y="2"/>
                    </a:cubicBezTo>
                    <a:cubicBezTo>
                      <a:pt x="15" y="3"/>
                      <a:pt x="12" y="7"/>
                      <a:pt x="12" y="8"/>
                    </a:cubicBezTo>
                    <a:cubicBezTo>
                      <a:pt x="11" y="10"/>
                      <a:pt x="10" y="14"/>
                      <a:pt x="11" y="16"/>
                    </a:cubicBezTo>
                    <a:cubicBezTo>
                      <a:pt x="10" y="16"/>
                      <a:pt x="7" y="15"/>
                      <a:pt x="6" y="17"/>
                    </a:cubicBezTo>
                    <a:cubicBezTo>
                      <a:pt x="4" y="20"/>
                      <a:pt x="8" y="21"/>
                      <a:pt x="9" y="22"/>
                    </a:cubicBezTo>
                    <a:cubicBezTo>
                      <a:pt x="12" y="23"/>
                      <a:pt x="17" y="25"/>
                      <a:pt x="16" y="29"/>
                    </a:cubicBezTo>
                    <a:cubicBezTo>
                      <a:pt x="15" y="32"/>
                      <a:pt x="11" y="34"/>
                      <a:pt x="10" y="36"/>
                    </a:cubicBezTo>
                    <a:cubicBezTo>
                      <a:pt x="7" y="32"/>
                      <a:pt x="2" y="32"/>
                      <a:pt x="0" y="28"/>
                    </a:cubicBezTo>
                    <a:cubicBezTo>
                      <a:pt x="3" y="31"/>
                      <a:pt x="10" y="29"/>
                      <a:pt x="7" y="25"/>
                    </a:cubicBezTo>
                    <a:cubicBezTo>
                      <a:pt x="5" y="22"/>
                      <a:pt x="2" y="21"/>
                      <a:pt x="4" y="17"/>
                    </a:cubicBezTo>
                    <a:cubicBezTo>
                      <a:pt x="8" y="15"/>
                      <a:pt x="11" y="8"/>
                      <a:pt x="9" y="4"/>
                    </a:cubicBezTo>
                  </a:path>
                </a:pathLst>
              </a:custGeom>
              <a:solidFill>
                <a:srgbClr val="B67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4" name="Freeform 267">
                <a:extLst>
                  <a:ext uri="{FF2B5EF4-FFF2-40B4-BE49-F238E27FC236}">
                    <a16:creationId xmlns:a16="http://schemas.microsoft.com/office/drawing/2014/main" id="{B3751FE7-6FCB-41A2-B0CC-D69A8E985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231"/>
                <a:ext cx="58" cy="66"/>
              </a:xfrm>
              <a:custGeom>
                <a:avLst/>
                <a:gdLst>
                  <a:gd name="T0" fmla="*/ 146 w 23"/>
                  <a:gd name="T1" fmla="*/ 34 h 25"/>
                  <a:gd name="T2" fmla="*/ 0 w 23"/>
                  <a:gd name="T3" fmla="*/ 166 h 25"/>
                  <a:gd name="T4" fmla="*/ 33 w 23"/>
                  <a:gd name="T5" fmla="*/ 259 h 25"/>
                  <a:gd name="T6" fmla="*/ 50 w 23"/>
                  <a:gd name="T7" fmla="*/ 348 h 25"/>
                  <a:gd name="T8" fmla="*/ 159 w 23"/>
                  <a:gd name="T9" fmla="*/ 425 h 25"/>
                  <a:gd name="T10" fmla="*/ 146 w 23"/>
                  <a:gd name="T11" fmla="*/ 3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5">
                    <a:moveTo>
                      <a:pt x="9" y="2"/>
                    </a:moveTo>
                    <a:cubicBezTo>
                      <a:pt x="5" y="0"/>
                      <a:pt x="0" y="6"/>
                      <a:pt x="0" y="9"/>
                    </a:cubicBezTo>
                    <a:cubicBezTo>
                      <a:pt x="0" y="11"/>
                      <a:pt x="2" y="13"/>
                      <a:pt x="2" y="14"/>
                    </a:cubicBezTo>
                    <a:cubicBezTo>
                      <a:pt x="3" y="16"/>
                      <a:pt x="3" y="18"/>
                      <a:pt x="3" y="19"/>
                    </a:cubicBezTo>
                    <a:cubicBezTo>
                      <a:pt x="4" y="20"/>
                      <a:pt x="8" y="23"/>
                      <a:pt x="10" y="23"/>
                    </a:cubicBezTo>
                    <a:cubicBezTo>
                      <a:pt x="23" y="25"/>
                      <a:pt x="20" y="0"/>
                      <a:pt x="9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5" name="Freeform 268">
                <a:extLst>
                  <a:ext uri="{FF2B5EF4-FFF2-40B4-BE49-F238E27FC236}">
                    <a16:creationId xmlns:a16="http://schemas.microsoft.com/office/drawing/2014/main" id="{EE27F9D1-AF40-4766-BE27-BF21620DA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188"/>
                <a:ext cx="110" cy="144"/>
              </a:xfrm>
              <a:custGeom>
                <a:avLst/>
                <a:gdLst>
                  <a:gd name="T0" fmla="*/ 645 w 44"/>
                  <a:gd name="T1" fmla="*/ 717 h 54"/>
                  <a:gd name="T2" fmla="*/ 563 w 44"/>
                  <a:gd name="T3" fmla="*/ 648 h 54"/>
                  <a:gd name="T4" fmla="*/ 563 w 44"/>
                  <a:gd name="T5" fmla="*/ 477 h 54"/>
                  <a:gd name="T6" fmla="*/ 595 w 44"/>
                  <a:gd name="T7" fmla="*/ 227 h 54"/>
                  <a:gd name="T8" fmla="*/ 488 w 44"/>
                  <a:gd name="T9" fmla="*/ 227 h 54"/>
                  <a:gd name="T10" fmla="*/ 458 w 44"/>
                  <a:gd name="T11" fmla="*/ 149 h 54"/>
                  <a:gd name="T12" fmla="*/ 250 w 44"/>
                  <a:gd name="T13" fmla="*/ 21 h 54"/>
                  <a:gd name="T14" fmla="*/ 113 w 44"/>
                  <a:gd name="T15" fmla="*/ 21 h 54"/>
                  <a:gd name="T16" fmla="*/ 50 w 44"/>
                  <a:gd name="T17" fmla="*/ 149 h 54"/>
                  <a:gd name="T18" fmla="*/ 20 w 44"/>
                  <a:gd name="T19" fmla="*/ 285 h 54"/>
                  <a:gd name="T20" fmla="*/ 50 w 44"/>
                  <a:gd name="T21" fmla="*/ 456 h 54"/>
                  <a:gd name="T22" fmla="*/ 63 w 44"/>
                  <a:gd name="T23" fmla="*/ 477 h 54"/>
                  <a:gd name="T24" fmla="*/ 208 w 44"/>
                  <a:gd name="T25" fmla="*/ 341 h 54"/>
                  <a:gd name="T26" fmla="*/ 238 w 44"/>
                  <a:gd name="T27" fmla="*/ 739 h 54"/>
                  <a:gd name="T28" fmla="*/ 345 w 44"/>
                  <a:gd name="T29" fmla="*/ 875 h 54"/>
                  <a:gd name="T30" fmla="*/ 520 w 44"/>
                  <a:gd name="T31" fmla="*/ 1003 h 54"/>
                  <a:gd name="T32" fmla="*/ 595 w 44"/>
                  <a:gd name="T33" fmla="*/ 931 h 54"/>
                  <a:gd name="T34" fmla="*/ 675 w 44"/>
                  <a:gd name="T35" fmla="*/ 853 h 54"/>
                  <a:gd name="T36" fmla="*/ 645 w 44"/>
                  <a:gd name="T37" fmla="*/ 717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54">
                    <a:moveTo>
                      <a:pt x="41" y="38"/>
                    </a:moveTo>
                    <a:cubicBezTo>
                      <a:pt x="39" y="36"/>
                      <a:pt x="37" y="36"/>
                      <a:pt x="36" y="34"/>
                    </a:cubicBezTo>
                    <a:cubicBezTo>
                      <a:pt x="34" y="33"/>
                      <a:pt x="36" y="26"/>
                      <a:pt x="36" y="25"/>
                    </a:cubicBezTo>
                    <a:cubicBezTo>
                      <a:pt x="38" y="21"/>
                      <a:pt x="44" y="15"/>
                      <a:pt x="38" y="12"/>
                    </a:cubicBezTo>
                    <a:cubicBezTo>
                      <a:pt x="35" y="11"/>
                      <a:pt x="33" y="13"/>
                      <a:pt x="31" y="12"/>
                    </a:cubicBezTo>
                    <a:cubicBezTo>
                      <a:pt x="29" y="11"/>
                      <a:pt x="30" y="10"/>
                      <a:pt x="29" y="8"/>
                    </a:cubicBezTo>
                    <a:cubicBezTo>
                      <a:pt x="27" y="5"/>
                      <a:pt x="20" y="3"/>
                      <a:pt x="16" y="1"/>
                    </a:cubicBezTo>
                    <a:cubicBezTo>
                      <a:pt x="14" y="1"/>
                      <a:pt x="9" y="0"/>
                      <a:pt x="7" y="1"/>
                    </a:cubicBezTo>
                    <a:cubicBezTo>
                      <a:pt x="3" y="2"/>
                      <a:pt x="5" y="5"/>
                      <a:pt x="3" y="8"/>
                    </a:cubicBezTo>
                    <a:cubicBezTo>
                      <a:pt x="3" y="11"/>
                      <a:pt x="1" y="12"/>
                      <a:pt x="1" y="15"/>
                    </a:cubicBezTo>
                    <a:cubicBezTo>
                      <a:pt x="0" y="19"/>
                      <a:pt x="2" y="20"/>
                      <a:pt x="3" y="24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2"/>
                      <a:pt x="9" y="16"/>
                      <a:pt x="13" y="18"/>
                    </a:cubicBezTo>
                    <a:cubicBezTo>
                      <a:pt x="24" y="16"/>
                      <a:pt x="27" y="38"/>
                      <a:pt x="15" y="39"/>
                    </a:cubicBezTo>
                    <a:cubicBezTo>
                      <a:pt x="16" y="41"/>
                      <a:pt x="20" y="44"/>
                      <a:pt x="22" y="46"/>
                    </a:cubicBezTo>
                    <a:cubicBezTo>
                      <a:pt x="25" y="49"/>
                      <a:pt x="28" y="54"/>
                      <a:pt x="33" y="53"/>
                    </a:cubicBezTo>
                    <a:cubicBezTo>
                      <a:pt x="34" y="52"/>
                      <a:pt x="36" y="50"/>
                      <a:pt x="38" y="49"/>
                    </a:cubicBezTo>
                    <a:cubicBezTo>
                      <a:pt x="40" y="48"/>
                      <a:pt x="43" y="48"/>
                      <a:pt x="43" y="45"/>
                    </a:cubicBezTo>
                    <a:cubicBezTo>
                      <a:pt x="43" y="43"/>
                      <a:pt x="42" y="39"/>
                      <a:pt x="41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6" name="Freeform 269">
                <a:extLst>
                  <a:ext uri="{FF2B5EF4-FFF2-40B4-BE49-F238E27FC236}">
                    <a16:creationId xmlns:a16="http://schemas.microsoft.com/office/drawing/2014/main" id="{36126383-A8DE-4BDC-9B45-93460ADF1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809"/>
                <a:ext cx="664" cy="595"/>
              </a:xfrm>
              <a:custGeom>
                <a:avLst/>
                <a:gdLst>
                  <a:gd name="T0" fmla="*/ 3315 w 266"/>
                  <a:gd name="T1" fmla="*/ 627 h 223"/>
                  <a:gd name="T2" fmla="*/ 1590 w 266"/>
                  <a:gd name="T3" fmla="*/ 342 h 223"/>
                  <a:gd name="T4" fmla="*/ 137 w 266"/>
                  <a:gd name="T5" fmla="*/ 1993 h 223"/>
                  <a:gd name="T6" fmla="*/ 167 w 266"/>
                  <a:gd name="T7" fmla="*/ 3004 h 223"/>
                  <a:gd name="T8" fmla="*/ 187 w 266"/>
                  <a:gd name="T9" fmla="*/ 3018 h 223"/>
                  <a:gd name="T10" fmla="*/ 187 w 266"/>
                  <a:gd name="T11" fmla="*/ 2983 h 223"/>
                  <a:gd name="T12" fmla="*/ 217 w 266"/>
                  <a:gd name="T13" fmla="*/ 2847 h 223"/>
                  <a:gd name="T14" fmla="*/ 280 w 266"/>
                  <a:gd name="T15" fmla="*/ 2719 h 223"/>
                  <a:gd name="T16" fmla="*/ 417 w 266"/>
                  <a:gd name="T17" fmla="*/ 2719 h 223"/>
                  <a:gd name="T18" fmla="*/ 624 w 266"/>
                  <a:gd name="T19" fmla="*/ 2847 h 223"/>
                  <a:gd name="T20" fmla="*/ 654 w 266"/>
                  <a:gd name="T21" fmla="*/ 2927 h 223"/>
                  <a:gd name="T22" fmla="*/ 761 w 266"/>
                  <a:gd name="T23" fmla="*/ 2927 h 223"/>
                  <a:gd name="T24" fmla="*/ 729 w 266"/>
                  <a:gd name="T25" fmla="*/ 3175 h 223"/>
                  <a:gd name="T26" fmla="*/ 729 w 266"/>
                  <a:gd name="T27" fmla="*/ 3346 h 223"/>
                  <a:gd name="T28" fmla="*/ 811 w 266"/>
                  <a:gd name="T29" fmla="*/ 3418 h 223"/>
                  <a:gd name="T30" fmla="*/ 841 w 266"/>
                  <a:gd name="T31" fmla="*/ 3551 h 223"/>
                  <a:gd name="T32" fmla="*/ 761 w 266"/>
                  <a:gd name="T33" fmla="*/ 3631 h 223"/>
                  <a:gd name="T34" fmla="*/ 699 w 266"/>
                  <a:gd name="T35" fmla="*/ 3687 h 223"/>
                  <a:gd name="T36" fmla="*/ 716 w 266"/>
                  <a:gd name="T37" fmla="*/ 3701 h 223"/>
                  <a:gd name="T38" fmla="*/ 1103 w 266"/>
                  <a:gd name="T39" fmla="*/ 3986 h 223"/>
                  <a:gd name="T40" fmla="*/ 3098 w 266"/>
                  <a:gd name="T41" fmla="*/ 3290 h 223"/>
                  <a:gd name="T42" fmla="*/ 3315 w 266"/>
                  <a:gd name="T43" fmla="*/ 627 h 2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66" h="223">
                    <a:moveTo>
                      <a:pt x="213" y="33"/>
                    </a:moveTo>
                    <a:cubicBezTo>
                      <a:pt x="186" y="5"/>
                      <a:pt x="138" y="0"/>
                      <a:pt x="102" y="18"/>
                    </a:cubicBezTo>
                    <a:cubicBezTo>
                      <a:pt x="67" y="36"/>
                      <a:pt x="17" y="71"/>
                      <a:pt x="9" y="105"/>
                    </a:cubicBezTo>
                    <a:cubicBezTo>
                      <a:pt x="0" y="139"/>
                      <a:pt x="11" y="158"/>
                      <a:pt x="11" y="158"/>
                    </a:cubicBezTo>
                    <a:cubicBezTo>
                      <a:pt x="11" y="158"/>
                      <a:pt x="11" y="158"/>
                      <a:pt x="12" y="159"/>
                    </a:cubicBezTo>
                    <a:cubicBezTo>
                      <a:pt x="12" y="158"/>
                      <a:pt x="12" y="158"/>
                      <a:pt x="12" y="157"/>
                    </a:cubicBezTo>
                    <a:cubicBezTo>
                      <a:pt x="12" y="154"/>
                      <a:pt x="14" y="153"/>
                      <a:pt x="14" y="150"/>
                    </a:cubicBezTo>
                    <a:cubicBezTo>
                      <a:pt x="16" y="147"/>
                      <a:pt x="14" y="144"/>
                      <a:pt x="18" y="143"/>
                    </a:cubicBezTo>
                    <a:cubicBezTo>
                      <a:pt x="20" y="142"/>
                      <a:pt x="25" y="143"/>
                      <a:pt x="27" y="143"/>
                    </a:cubicBezTo>
                    <a:cubicBezTo>
                      <a:pt x="31" y="145"/>
                      <a:pt x="38" y="147"/>
                      <a:pt x="40" y="150"/>
                    </a:cubicBezTo>
                    <a:cubicBezTo>
                      <a:pt x="41" y="152"/>
                      <a:pt x="40" y="153"/>
                      <a:pt x="42" y="154"/>
                    </a:cubicBezTo>
                    <a:cubicBezTo>
                      <a:pt x="44" y="155"/>
                      <a:pt x="46" y="153"/>
                      <a:pt x="49" y="154"/>
                    </a:cubicBezTo>
                    <a:cubicBezTo>
                      <a:pt x="55" y="157"/>
                      <a:pt x="49" y="163"/>
                      <a:pt x="47" y="167"/>
                    </a:cubicBezTo>
                    <a:cubicBezTo>
                      <a:pt x="47" y="168"/>
                      <a:pt x="45" y="175"/>
                      <a:pt x="47" y="176"/>
                    </a:cubicBezTo>
                    <a:cubicBezTo>
                      <a:pt x="48" y="178"/>
                      <a:pt x="50" y="178"/>
                      <a:pt x="52" y="180"/>
                    </a:cubicBezTo>
                    <a:cubicBezTo>
                      <a:pt x="53" y="181"/>
                      <a:pt x="54" y="185"/>
                      <a:pt x="54" y="187"/>
                    </a:cubicBezTo>
                    <a:cubicBezTo>
                      <a:pt x="54" y="190"/>
                      <a:pt x="51" y="190"/>
                      <a:pt x="49" y="191"/>
                    </a:cubicBezTo>
                    <a:cubicBezTo>
                      <a:pt x="47" y="192"/>
                      <a:pt x="46" y="193"/>
                      <a:pt x="45" y="194"/>
                    </a:cubicBezTo>
                    <a:cubicBezTo>
                      <a:pt x="45" y="194"/>
                      <a:pt x="45" y="195"/>
                      <a:pt x="46" y="195"/>
                    </a:cubicBezTo>
                    <a:cubicBezTo>
                      <a:pt x="46" y="195"/>
                      <a:pt x="52" y="200"/>
                      <a:pt x="71" y="210"/>
                    </a:cubicBezTo>
                    <a:cubicBezTo>
                      <a:pt x="95" y="221"/>
                      <a:pt x="135" y="223"/>
                      <a:pt x="199" y="173"/>
                    </a:cubicBezTo>
                    <a:cubicBezTo>
                      <a:pt x="266" y="122"/>
                      <a:pt x="237" y="56"/>
                      <a:pt x="213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7" name="Freeform 270">
                <a:extLst>
                  <a:ext uri="{FF2B5EF4-FFF2-40B4-BE49-F238E27FC236}">
                    <a16:creationId xmlns:a16="http://schemas.microsoft.com/office/drawing/2014/main" id="{A416F3EC-B8CC-4775-912D-A36FFEF6F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273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2"/>
                      <a:pt x="4" y="2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8" name="Freeform 271">
                <a:extLst>
                  <a:ext uri="{FF2B5EF4-FFF2-40B4-BE49-F238E27FC236}">
                    <a16:creationId xmlns:a16="http://schemas.microsoft.com/office/drawing/2014/main" id="{03F10A06-07C8-47C6-B54E-678018674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204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2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89" name="Freeform 272">
                <a:extLst>
                  <a:ext uri="{FF2B5EF4-FFF2-40B4-BE49-F238E27FC236}">
                    <a16:creationId xmlns:a16="http://schemas.microsoft.com/office/drawing/2014/main" id="{CBAB9224-B590-4158-9585-7DD5BC666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039"/>
                <a:ext cx="512" cy="477"/>
              </a:xfrm>
              <a:custGeom>
                <a:avLst/>
                <a:gdLst>
                  <a:gd name="T0" fmla="*/ 167 w 205"/>
                  <a:gd name="T1" fmla="*/ 2116 h 179"/>
                  <a:gd name="T2" fmla="*/ 1199 w 205"/>
                  <a:gd name="T3" fmla="*/ 248 h 179"/>
                  <a:gd name="T4" fmla="*/ 3025 w 205"/>
                  <a:gd name="T5" fmla="*/ 1101 h 179"/>
                  <a:gd name="T6" fmla="*/ 2008 w 205"/>
                  <a:gd name="T7" fmla="*/ 3139 h 179"/>
                  <a:gd name="T8" fmla="*/ 167 w 205"/>
                  <a:gd name="T9" fmla="*/ 2116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179">
                    <a:moveTo>
                      <a:pt x="11" y="112"/>
                    </a:moveTo>
                    <a:cubicBezTo>
                      <a:pt x="0" y="70"/>
                      <a:pt x="29" y="25"/>
                      <a:pt x="77" y="13"/>
                    </a:cubicBezTo>
                    <a:cubicBezTo>
                      <a:pt x="125" y="0"/>
                      <a:pt x="183" y="16"/>
                      <a:pt x="194" y="58"/>
                    </a:cubicBezTo>
                    <a:cubicBezTo>
                      <a:pt x="205" y="100"/>
                      <a:pt x="176" y="154"/>
                      <a:pt x="129" y="166"/>
                    </a:cubicBezTo>
                    <a:cubicBezTo>
                      <a:pt x="81" y="179"/>
                      <a:pt x="22" y="153"/>
                      <a:pt x="11" y="112"/>
                    </a:cubicBezTo>
                    <a:close/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0" name="Freeform 273">
                <a:extLst>
                  <a:ext uri="{FF2B5EF4-FFF2-40B4-BE49-F238E27FC236}">
                    <a16:creationId xmlns:a16="http://schemas.microsoft.com/office/drawing/2014/main" id="{2EE43C61-0F56-48CF-B43C-FA40FDAF9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961"/>
                <a:ext cx="502" cy="363"/>
              </a:xfrm>
              <a:custGeom>
                <a:avLst/>
                <a:gdLst>
                  <a:gd name="T0" fmla="*/ 1249 w 201"/>
                  <a:gd name="T1" fmla="*/ 798 h 136"/>
                  <a:gd name="T2" fmla="*/ 3069 w 201"/>
                  <a:gd name="T3" fmla="*/ 1652 h 136"/>
                  <a:gd name="T4" fmla="*/ 3024 w 201"/>
                  <a:gd name="T5" fmla="*/ 2586 h 136"/>
                  <a:gd name="T6" fmla="*/ 3132 w 201"/>
                  <a:gd name="T7" fmla="*/ 1903 h 136"/>
                  <a:gd name="T8" fmla="*/ 1591 w 201"/>
                  <a:gd name="T9" fmla="*/ 21 h 136"/>
                  <a:gd name="T10" fmla="*/ 167 w 201"/>
                  <a:gd name="T11" fmla="*/ 2322 h 136"/>
                  <a:gd name="T12" fmla="*/ 167 w 201"/>
                  <a:gd name="T13" fmla="*/ 2322 h 136"/>
                  <a:gd name="T14" fmla="*/ 1249 w 201"/>
                  <a:gd name="T15" fmla="*/ 798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1" h="136">
                    <a:moveTo>
                      <a:pt x="80" y="42"/>
                    </a:moveTo>
                    <a:cubicBezTo>
                      <a:pt x="128" y="29"/>
                      <a:pt x="186" y="45"/>
                      <a:pt x="197" y="87"/>
                    </a:cubicBezTo>
                    <a:cubicBezTo>
                      <a:pt x="201" y="103"/>
                      <a:pt x="200" y="120"/>
                      <a:pt x="194" y="136"/>
                    </a:cubicBezTo>
                    <a:cubicBezTo>
                      <a:pt x="197" y="129"/>
                      <a:pt x="201" y="117"/>
                      <a:pt x="201" y="100"/>
                    </a:cubicBezTo>
                    <a:cubicBezTo>
                      <a:pt x="201" y="34"/>
                      <a:pt x="153" y="0"/>
                      <a:pt x="102" y="1"/>
                    </a:cubicBezTo>
                    <a:cubicBezTo>
                      <a:pt x="45" y="1"/>
                      <a:pt x="0" y="47"/>
                      <a:pt x="11" y="122"/>
                    </a:cubicBezTo>
                    <a:cubicBezTo>
                      <a:pt x="11" y="122"/>
                      <a:pt x="11" y="122"/>
                      <a:pt x="11" y="122"/>
                    </a:cubicBezTo>
                    <a:cubicBezTo>
                      <a:pt x="12" y="86"/>
                      <a:pt x="39" y="53"/>
                      <a:pt x="80" y="42"/>
                    </a:cubicBezTo>
                    <a:close/>
                  </a:path>
                </a:pathLst>
              </a:custGeom>
              <a:solidFill>
                <a:srgbClr val="D69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1" name="Freeform 274">
                <a:extLst>
                  <a:ext uri="{FF2B5EF4-FFF2-40B4-BE49-F238E27FC236}">
                    <a16:creationId xmlns:a16="http://schemas.microsoft.com/office/drawing/2014/main" id="{7DA68378-C98C-4764-AAF4-E2E33683F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204"/>
                <a:ext cx="227" cy="152"/>
              </a:xfrm>
              <a:custGeom>
                <a:avLst/>
                <a:gdLst>
                  <a:gd name="T0" fmla="*/ 621 w 91"/>
                  <a:gd name="T1" fmla="*/ 205 h 57"/>
                  <a:gd name="T2" fmla="*/ 312 w 91"/>
                  <a:gd name="T3" fmla="*/ 931 h 57"/>
                  <a:gd name="T4" fmla="*/ 791 w 91"/>
                  <a:gd name="T5" fmla="*/ 1003 h 57"/>
                  <a:gd name="T6" fmla="*/ 1212 w 91"/>
                  <a:gd name="T7" fmla="*/ 776 h 57"/>
                  <a:gd name="T8" fmla="*/ 1412 w 91"/>
                  <a:gd name="T9" fmla="*/ 363 h 57"/>
                  <a:gd name="T10" fmla="*/ 1070 w 91"/>
                  <a:gd name="T11" fmla="*/ 21 h 57"/>
                  <a:gd name="T12" fmla="*/ 621 w 91"/>
                  <a:gd name="T13" fmla="*/ 205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57">
                    <a:moveTo>
                      <a:pt x="40" y="11"/>
                    </a:moveTo>
                    <a:cubicBezTo>
                      <a:pt x="17" y="10"/>
                      <a:pt x="0" y="28"/>
                      <a:pt x="20" y="49"/>
                    </a:cubicBezTo>
                    <a:cubicBezTo>
                      <a:pt x="27" y="57"/>
                      <a:pt x="40" y="53"/>
                      <a:pt x="51" y="53"/>
                    </a:cubicBezTo>
                    <a:cubicBezTo>
                      <a:pt x="62" y="53"/>
                      <a:pt x="70" y="50"/>
                      <a:pt x="78" y="41"/>
                    </a:cubicBezTo>
                    <a:cubicBezTo>
                      <a:pt x="83" y="36"/>
                      <a:pt x="91" y="26"/>
                      <a:pt x="91" y="19"/>
                    </a:cubicBezTo>
                    <a:cubicBezTo>
                      <a:pt x="91" y="6"/>
                      <a:pt x="80" y="0"/>
                      <a:pt x="69" y="1"/>
                    </a:cubicBezTo>
                    <a:cubicBezTo>
                      <a:pt x="58" y="1"/>
                      <a:pt x="50" y="10"/>
                      <a:pt x="40" y="11"/>
                    </a:cubicBezTo>
                    <a:close/>
                  </a:path>
                </a:pathLst>
              </a:custGeom>
              <a:solidFill>
                <a:srgbClr val="FFF9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2" name="Freeform 275">
                <a:extLst>
                  <a:ext uri="{FF2B5EF4-FFF2-40B4-BE49-F238E27FC236}">
                    <a16:creationId xmlns:a16="http://schemas.microsoft.com/office/drawing/2014/main" id="{23C6597F-34B2-472A-8510-CE551483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161"/>
                <a:ext cx="73" cy="70"/>
              </a:xfrm>
              <a:custGeom>
                <a:avLst/>
                <a:gdLst>
                  <a:gd name="T0" fmla="*/ 0 w 29"/>
                  <a:gd name="T1" fmla="*/ 390 h 26"/>
                  <a:gd name="T2" fmla="*/ 33 w 29"/>
                  <a:gd name="T3" fmla="*/ 506 h 26"/>
                  <a:gd name="T4" fmla="*/ 96 w 29"/>
                  <a:gd name="T5" fmla="*/ 450 h 26"/>
                  <a:gd name="T6" fmla="*/ 113 w 29"/>
                  <a:gd name="T7" fmla="*/ 471 h 26"/>
                  <a:gd name="T8" fmla="*/ 191 w 29"/>
                  <a:gd name="T9" fmla="*/ 390 h 26"/>
                  <a:gd name="T10" fmla="*/ 242 w 29"/>
                  <a:gd name="T11" fmla="*/ 369 h 26"/>
                  <a:gd name="T12" fmla="*/ 317 w 29"/>
                  <a:gd name="T13" fmla="*/ 347 h 26"/>
                  <a:gd name="T14" fmla="*/ 430 w 29"/>
                  <a:gd name="T15" fmla="*/ 253 h 26"/>
                  <a:gd name="T16" fmla="*/ 33 w 29"/>
                  <a:gd name="T17" fmla="*/ 19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6">
                    <a:moveTo>
                      <a:pt x="0" y="20"/>
                    </a:moveTo>
                    <a:cubicBezTo>
                      <a:pt x="1" y="23"/>
                      <a:pt x="0" y="25"/>
                      <a:pt x="2" y="26"/>
                    </a:cubicBezTo>
                    <a:cubicBezTo>
                      <a:pt x="2" y="24"/>
                      <a:pt x="3" y="22"/>
                      <a:pt x="6" y="23"/>
                    </a:cubicBezTo>
                    <a:cubicBezTo>
                      <a:pt x="6" y="23"/>
                      <a:pt x="7" y="24"/>
                      <a:pt x="7" y="24"/>
                    </a:cubicBezTo>
                    <a:cubicBezTo>
                      <a:pt x="9" y="23"/>
                      <a:pt x="9" y="20"/>
                      <a:pt x="12" y="20"/>
                    </a:cubicBezTo>
                    <a:cubicBezTo>
                      <a:pt x="13" y="23"/>
                      <a:pt x="15" y="21"/>
                      <a:pt x="15" y="19"/>
                    </a:cubicBezTo>
                    <a:cubicBezTo>
                      <a:pt x="17" y="19"/>
                      <a:pt x="19" y="19"/>
                      <a:pt x="20" y="18"/>
                    </a:cubicBezTo>
                    <a:cubicBezTo>
                      <a:pt x="23" y="21"/>
                      <a:pt x="26" y="17"/>
                      <a:pt x="27" y="13"/>
                    </a:cubicBezTo>
                    <a:cubicBezTo>
                      <a:pt x="29" y="0"/>
                      <a:pt x="8" y="8"/>
                      <a:pt x="2" y="10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3" name="Freeform 276">
                <a:extLst>
                  <a:ext uri="{FF2B5EF4-FFF2-40B4-BE49-F238E27FC236}">
                    <a16:creationId xmlns:a16="http://schemas.microsoft.com/office/drawing/2014/main" id="{2875B793-2ED1-48FA-A8AA-C7B25526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145"/>
                <a:ext cx="75" cy="200"/>
              </a:xfrm>
              <a:custGeom>
                <a:avLst/>
                <a:gdLst>
                  <a:gd name="T0" fmla="*/ 33 w 30"/>
                  <a:gd name="T1" fmla="*/ 397 h 75"/>
                  <a:gd name="T2" fmla="*/ 95 w 30"/>
                  <a:gd name="T3" fmla="*/ 533 h 75"/>
                  <a:gd name="T4" fmla="*/ 208 w 30"/>
                  <a:gd name="T5" fmla="*/ 605 h 75"/>
                  <a:gd name="T6" fmla="*/ 125 w 30"/>
                  <a:gd name="T7" fmla="*/ 760 h 75"/>
                  <a:gd name="T8" fmla="*/ 220 w 30"/>
                  <a:gd name="T9" fmla="*/ 853 h 75"/>
                  <a:gd name="T10" fmla="*/ 95 w 30"/>
                  <a:gd name="T11" fmla="*/ 1003 h 75"/>
                  <a:gd name="T12" fmla="*/ 158 w 30"/>
                  <a:gd name="T13" fmla="*/ 1059 h 75"/>
                  <a:gd name="T14" fmla="*/ 113 w 30"/>
                  <a:gd name="T15" fmla="*/ 1101 h 75"/>
                  <a:gd name="T16" fmla="*/ 83 w 30"/>
                  <a:gd name="T17" fmla="*/ 1195 h 75"/>
                  <a:gd name="T18" fmla="*/ 50 w 30"/>
                  <a:gd name="T19" fmla="*/ 1331 h 75"/>
                  <a:gd name="T20" fmla="*/ 395 w 30"/>
                  <a:gd name="T21" fmla="*/ 1117 h 75"/>
                  <a:gd name="T22" fmla="*/ 145 w 30"/>
                  <a:gd name="T23" fmla="*/ 149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75">
                    <a:moveTo>
                      <a:pt x="2" y="21"/>
                    </a:moveTo>
                    <a:cubicBezTo>
                      <a:pt x="7" y="22"/>
                      <a:pt x="2" y="26"/>
                      <a:pt x="6" y="28"/>
                    </a:cubicBezTo>
                    <a:cubicBezTo>
                      <a:pt x="9" y="24"/>
                      <a:pt x="12" y="30"/>
                      <a:pt x="13" y="32"/>
                    </a:cubicBezTo>
                    <a:cubicBezTo>
                      <a:pt x="14" y="39"/>
                      <a:pt x="12" y="38"/>
                      <a:pt x="8" y="40"/>
                    </a:cubicBezTo>
                    <a:cubicBezTo>
                      <a:pt x="11" y="42"/>
                      <a:pt x="14" y="40"/>
                      <a:pt x="14" y="45"/>
                    </a:cubicBezTo>
                    <a:cubicBezTo>
                      <a:pt x="13" y="50"/>
                      <a:pt x="8" y="50"/>
                      <a:pt x="6" y="53"/>
                    </a:cubicBezTo>
                    <a:cubicBezTo>
                      <a:pt x="7" y="53"/>
                      <a:pt x="10" y="55"/>
                      <a:pt x="10" y="56"/>
                    </a:cubicBezTo>
                    <a:cubicBezTo>
                      <a:pt x="10" y="59"/>
                      <a:pt x="9" y="56"/>
                      <a:pt x="7" y="58"/>
                    </a:cubicBezTo>
                    <a:cubicBezTo>
                      <a:pt x="5" y="60"/>
                      <a:pt x="4" y="59"/>
                      <a:pt x="5" y="63"/>
                    </a:cubicBezTo>
                    <a:cubicBezTo>
                      <a:pt x="0" y="61"/>
                      <a:pt x="0" y="68"/>
                      <a:pt x="3" y="70"/>
                    </a:cubicBezTo>
                    <a:cubicBezTo>
                      <a:pt x="9" y="75"/>
                      <a:pt x="22" y="64"/>
                      <a:pt x="25" y="59"/>
                    </a:cubicBezTo>
                    <a:cubicBezTo>
                      <a:pt x="30" y="49"/>
                      <a:pt x="30" y="0"/>
                      <a:pt x="9" y="8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4" name="Freeform 277">
                <a:extLst>
                  <a:ext uri="{FF2B5EF4-FFF2-40B4-BE49-F238E27FC236}">
                    <a16:creationId xmlns:a16="http://schemas.microsoft.com/office/drawing/2014/main" id="{06B803D6-EB04-4F57-B082-2BA805DC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233"/>
                <a:ext cx="63" cy="104"/>
              </a:xfrm>
              <a:custGeom>
                <a:avLst/>
                <a:gdLst>
                  <a:gd name="T0" fmla="*/ 401 w 25"/>
                  <a:gd name="T1" fmla="*/ 0 h 39"/>
                  <a:gd name="T2" fmla="*/ 338 w 25"/>
                  <a:gd name="T3" fmla="*/ 115 h 39"/>
                  <a:gd name="T4" fmla="*/ 255 w 25"/>
                  <a:gd name="T5" fmla="*/ 136 h 39"/>
                  <a:gd name="T6" fmla="*/ 222 w 25"/>
                  <a:gd name="T7" fmla="*/ 341 h 39"/>
                  <a:gd name="T8" fmla="*/ 209 w 25"/>
                  <a:gd name="T9" fmla="*/ 456 h 39"/>
                  <a:gd name="T10" fmla="*/ 242 w 25"/>
                  <a:gd name="T11" fmla="*/ 512 h 39"/>
                  <a:gd name="T12" fmla="*/ 209 w 25"/>
                  <a:gd name="T13" fmla="*/ 568 h 39"/>
                  <a:gd name="T14" fmla="*/ 159 w 25"/>
                  <a:gd name="T15" fmla="*/ 704 h 39"/>
                  <a:gd name="T16" fmla="*/ 0 w 25"/>
                  <a:gd name="T17" fmla="*/ 419 h 39"/>
                  <a:gd name="T18" fmla="*/ 126 w 25"/>
                  <a:gd name="T19" fmla="*/ 56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cubicBezTo>
                      <a:pt x="22" y="2"/>
                      <a:pt x="23" y="5"/>
                      <a:pt x="21" y="6"/>
                    </a:cubicBezTo>
                    <a:cubicBezTo>
                      <a:pt x="19" y="8"/>
                      <a:pt x="18" y="5"/>
                      <a:pt x="16" y="7"/>
                    </a:cubicBezTo>
                    <a:cubicBezTo>
                      <a:pt x="13" y="10"/>
                      <a:pt x="14" y="15"/>
                      <a:pt x="14" y="18"/>
                    </a:cubicBezTo>
                    <a:cubicBezTo>
                      <a:pt x="14" y="20"/>
                      <a:pt x="13" y="22"/>
                      <a:pt x="13" y="24"/>
                    </a:cubicBezTo>
                    <a:cubicBezTo>
                      <a:pt x="13" y="25"/>
                      <a:pt x="15" y="25"/>
                      <a:pt x="15" y="27"/>
                    </a:cubicBezTo>
                    <a:cubicBezTo>
                      <a:pt x="15" y="28"/>
                      <a:pt x="13" y="28"/>
                      <a:pt x="13" y="30"/>
                    </a:cubicBezTo>
                    <a:cubicBezTo>
                      <a:pt x="12" y="33"/>
                      <a:pt x="14" y="37"/>
                      <a:pt x="10" y="37"/>
                    </a:cubicBezTo>
                    <a:cubicBezTo>
                      <a:pt x="3" y="39"/>
                      <a:pt x="1" y="26"/>
                      <a:pt x="0" y="22"/>
                    </a:cubicBezTo>
                    <a:cubicBezTo>
                      <a:pt x="0" y="14"/>
                      <a:pt x="4" y="9"/>
                      <a:pt x="8" y="3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5" name="Freeform 278">
                <a:extLst>
                  <a:ext uri="{FF2B5EF4-FFF2-40B4-BE49-F238E27FC236}">
                    <a16:creationId xmlns:a16="http://schemas.microsoft.com/office/drawing/2014/main" id="{0829702C-DD65-4B12-9A12-3048605A2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180"/>
                <a:ext cx="77" cy="64"/>
              </a:xfrm>
              <a:custGeom>
                <a:avLst/>
                <a:gdLst>
                  <a:gd name="T0" fmla="*/ 0 w 31"/>
                  <a:gd name="T1" fmla="*/ 397 h 24"/>
                  <a:gd name="T2" fmla="*/ 62 w 31"/>
                  <a:gd name="T3" fmla="*/ 435 h 24"/>
                  <a:gd name="T4" fmla="*/ 137 w 31"/>
                  <a:gd name="T5" fmla="*/ 419 h 24"/>
                  <a:gd name="T6" fmla="*/ 186 w 31"/>
                  <a:gd name="T7" fmla="*/ 435 h 24"/>
                  <a:gd name="T8" fmla="*/ 246 w 31"/>
                  <a:gd name="T9" fmla="*/ 376 h 24"/>
                  <a:gd name="T10" fmla="*/ 370 w 31"/>
                  <a:gd name="T11" fmla="*/ 320 h 24"/>
                  <a:gd name="T12" fmla="*/ 340 w 31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4">
                    <a:moveTo>
                      <a:pt x="0" y="21"/>
                    </a:moveTo>
                    <a:cubicBezTo>
                      <a:pt x="2" y="22"/>
                      <a:pt x="3" y="23"/>
                      <a:pt x="4" y="23"/>
                    </a:cubicBezTo>
                    <a:cubicBezTo>
                      <a:pt x="6" y="24"/>
                      <a:pt x="7" y="22"/>
                      <a:pt x="9" y="22"/>
                    </a:cubicBezTo>
                    <a:cubicBezTo>
                      <a:pt x="10" y="22"/>
                      <a:pt x="11" y="23"/>
                      <a:pt x="12" y="23"/>
                    </a:cubicBezTo>
                    <a:cubicBezTo>
                      <a:pt x="14" y="22"/>
                      <a:pt x="14" y="21"/>
                      <a:pt x="16" y="20"/>
                    </a:cubicBezTo>
                    <a:cubicBezTo>
                      <a:pt x="19" y="19"/>
                      <a:pt x="22" y="20"/>
                      <a:pt x="24" y="17"/>
                    </a:cubicBezTo>
                    <a:cubicBezTo>
                      <a:pt x="31" y="9"/>
                      <a:pt x="19" y="6"/>
                      <a:pt x="22" y="0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6" name="Freeform 279">
                <a:extLst>
                  <a:ext uri="{FF2B5EF4-FFF2-40B4-BE49-F238E27FC236}">
                    <a16:creationId xmlns:a16="http://schemas.microsoft.com/office/drawing/2014/main" id="{0A5333A1-D07D-4077-97AB-E21D18515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321"/>
                <a:ext cx="184" cy="83"/>
              </a:xfrm>
              <a:custGeom>
                <a:avLst/>
                <a:gdLst>
                  <a:gd name="T0" fmla="*/ 137 w 74"/>
                  <a:gd name="T1" fmla="*/ 0 h 31"/>
                  <a:gd name="T2" fmla="*/ 154 w 74"/>
                  <a:gd name="T3" fmla="*/ 35 h 31"/>
                  <a:gd name="T4" fmla="*/ 216 w 74"/>
                  <a:gd name="T5" fmla="*/ 94 h 31"/>
                  <a:gd name="T6" fmla="*/ 341 w 74"/>
                  <a:gd name="T7" fmla="*/ 150 h 31"/>
                  <a:gd name="T8" fmla="*/ 403 w 74"/>
                  <a:gd name="T9" fmla="*/ 137 h 31"/>
                  <a:gd name="T10" fmla="*/ 462 w 74"/>
                  <a:gd name="T11" fmla="*/ 171 h 31"/>
                  <a:gd name="T12" fmla="*/ 525 w 74"/>
                  <a:gd name="T13" fmla="*/ 150 h 31"/>
                  <a:gd name="T14" fmla="*/ 569 w 74"/>
                  <a:gd name="T15" fmla="*/ 150 h 31"/>
                  <a:gd name="T16" fmla="*/ 691 w 74"/>
                  <a:gd name="T17" fmla="*/ 150 h 31"/>
                  <a:gd name="T18" fmla="*/ 816 w 74"/>
                  <a:gd name="T19" fmla="*/ 115 h 31"/>
                  <a:gd name="T20" fmla="*/ 878 w 74"/>
                  <a:gd name="T21" fmla="*/ 137 h 31"/>
                  <a:gd name="T22" fmla="*/ 940 w 74"/>
                  <a:gd name="T23" fmla="*/ 78 h 31"/>
                  <a:gd name="T24" fmla="*/ 1094 w 74"/>
                  <a:gd name="T25" fmla="*/ 115 h 31"/>
                  <a:gd name="T26" fmla="*/ 860 w 74"/>
                  <a:gd name="T27" fmla="*/ 367 h 31"/>
                  <a:gd name="T28" fmla="*/ 415 w 74"/>
                  <a:gd name="T29" fmla="*/ 573 h 31"/>
                  <a:gd name="T30" fmla="*/ 0 w 74"/>
                  <a:gd name="T31" fmla="*/ 388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4" h="31">
                    <a:moveTo>
                      <a:pt x="9" y="0"/>
                    </a:moveTo>
                    <a:cubicBezTo>
                      <a:pt x="10" y="1"/>
                      <a:pt x="10" y="1"/>
                      <a:pt x="10" y="2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8" y="5"/>
                      <a:pt x="19" y="7"/>
                      <a:pt x="22" y="8"/>
                    </a:cubicBezTo>
                    <a:cubicBezTo>
                      <a:pt x="23" y="8"/>
                      <a:pt x="25" y="7"/>
                      <a:pt x="26" y="7"/>
                    </a:cubicBezTo>
                    <a:cubicBezTo>
                      <a:pt x="28" y="7"/>
                      <a:pt x="29" y="9"/>
                      <a:pt x="30" y="9"/>
                    </a:cubicBezTo>
                    <a:cubicBezTo>
                      <a:pt x="32" y="9"/>
                      <a:pt x="33" y="8"/>
                      <a:pt x="34" y="8"/>
                    </a:cubicBezTo>
                    <a:cubicBezTo>
                      <a:pt x="35" y="8"/>
                      <a:pt x="37" y="8"/>
                      <a:pt x="37" y="8"/>
                    </a:cubicBezTo>
                    <a:cubicBezTo>
                      <a:pt x="40" y="8"/>
                      <a:pt x="42" y="9"/>
                      <a:pt x="45" y="8"/>
                    </a:cubicBezTo>
                    <a:cubicBezTo>
                      <a:pt x="48" y="8"/>
                      <a:pt x="50" y="6"/>
                      <a:pt x="53" y="6"/>
                    </a:cubicBezTo>
                    <a:cubicBezTo>
                      <a:pt x="54" y="6"/>
                      <a:pt x="56" y="7"/>
                      <a:pt x="57" y="7"/>
                    </a:cubicBezTo>
                    <a:cubicBezTo>
                      <a:pt x="59" y="6"/>
                      <a:pt x="60" y="5"/>
                      <a:pt x="61" y="4"/>
                    </a:cubicBezTo>
                    <a:cubicBezTo>
                      <a:pt x="66" y="3"/>
                      <a:pt x="69" y="1"/>
                      <a:pt x="71" y="6"/>
                    </a:cubicBezTo>
                    <a:cubicBezTo>
                      <a:pt x="74" y="15"/>
                      <a:pt x="63" y="17"/>
                      <a:pt x="56" y="19"/>
                    </a:cubicBezTo>
                    <a:cubicBezTo>
                      <a:pt x="47" y="23"/>
                      <a:pt x="37" y="29"/>
                      <a:pt x="27" y="30"/>
                    </a:cubicBezTo>
                    <a:cubicBezTo>
                      <a:pt x="15" y="31"/>
                      <a:pt x="9" y="26"/>
                      <a:pt x="0" y="20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7" name="Freeform 280">
                <a:extLst>
                  <a:ext uri="{FF2B5EF4-FFF2-40B4-BE49-F238E27FC236}">
                    <a16:creationId xmlns:a16="http://schemas.microsoft.com/office/drawing/2014/main" id="{387C332A-9E89-4877-B88C-D2C2BBDC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089"/>
                <a:ext cx="459" cy="392"/>
              </a:xfrm>
              <a:custGeom>
                <a:avLst/>
                <a:gdLst>
                  <a:gd name="T0" fmla="*/ 1182 w 184"/>
                  <a:gd name="T1" fmla="*/ 2765 h 147"/>
                  <a:gd name="T2" fmla="*/ 2532 w 184"/>
                  <a:gd name="T3" fmla="*/ 1728 h 147"/>
                  <a:gd name="T4" fmla="*/ 1953 w 184"/>
                  <a:gd name="T5" fmla="*/ 0 h 147"/>
                  <a:gd name="T6" fmla="*/ 2407 w 184"/>
                  <a:gd name="T7" fmla="*/ 1536 h 147"/>
                  <a:gd name="T8" fmla="*/ 1070 w 184"/>
                  <a:gd name="T9" fmla="*/ 2539 h 147"/>
                  <a:gd name="T10" fmla="*/ 0 w 184"/>
                  <a:gd name="T11" fmla="*/ 1856 h 147"/>
                  <a:gd name="T12" fmla="*/ 1182 w 184"/>
                  <a:gd name="T13" fmla="*/ 2765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147">
                    <a:moveTo>
                      <a:pt x="76" y="146"/>
                    </a:moveTo>
                    <a:cubicBezTo>
                      <a:pt x="103" y="147"/>
                      <a:pt x="142" y="137"/>
                      <a:pt x="163" y="91"/>
                    </a:cubicBezTo>
                    <a:cubicBezTo>
                      <a:pt x="184" y="45"/>
                      <a:pt x="157" y="7"/>
                      <a:pt x="126" y="0"/>
                    </a:cubicBezTo>
                    <a:cubicBezTo>
                      <a:pt x="144" y="7"/>
                      <a:pt x="172" y="44"/>
                      <a:pt x="155" y="81"/>
                    </a:cubicBezTo>
                    <a:cubicBezTo>
                      <a:pt x="138" y="118"/>
                      <a:pt x="96" y="136"/>
                      <a:pt x="69" y="134"/>
                    </a:cubicBezTo>
                    <a:cubicBezTo>
                      <a:pt x="42" y="132"/>
                      <a:pt x="6" y="115"/>
                      <a:pt x="0" y="98"/>
                    </a:cubicBezTo>
                    <a:cubicBezTo>
                      <a:pt x="1" y="112"/>
                      <a:pt x="36" y="145"/>
                      <a:pt x="76" y="146"/>
                    </a:cubicBezTo>
                    <a:close/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8" name="Freeform 281">
                <a:extLst>
                  <a:ext uri="{FF2B5EF4-FFF2-40B4-BE49-F238E27FC236}">
                    <a16:creationId xmlns:a16="http://schemas.microsoft.com/office/drawing/2014/main" id="{A8FAB2D8-FD70-46C5-B5E4-32B64ECD7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151"/>
                <a:ext cx="400" cy="330"/>
              </a:xfrm>
              <a:custGeom>
                <a:avLst/>
                <a:gdLst>
                  <a:gd name="T0" fmla="*/ 863 w 160"/>
                  <a:gd name="T1" fmla="*/ 2204 h 124"/>
                  <a:gd name="T2" fmla="*/ 2188 w 160"/>
                  <a:gd name="T3" fmla="*/ 1395 h 124"/>
                  <a:gd name="T4" fmla="*/ 2250 w 160"/>
                  <a:gd name="T5" fmla="*/ 0 h 124"/>
                  <a:gd name="T6" fmla="*/ 2313 w 160"/>
                  <a:gd name="T7" fmla="*/ 1283 h 124"/>
                  <a:gd name="T8" fmla="*/ 958 w 160"/>
                  <a:gd name="T9" fmla="*/ 2315 h 124"/>
                  <a:gd name="T10" fmla="*/ 0 w 160"/>
                  <a:gd name="T11" fmla="*/ 1828 h 124"/>
                  <a:gd name="T12" fmla="*/ 863 w 160"/>
                  <a:gd name="T13" fmla="*/ 2204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0" h="124">
                    <a:moveTo>
                      <a:pt x="55" y="117"/>
                    </a:moveTo>
                    <a:cubicBezTo>
                      <a:pt x="84" y="119"/>
                      <a:pt x="121" y="106"/>
                      <a:pt x="140" y="74"/>
                    </a:cubicBezTo>
                    <a:cubicBezTo>
                      <a:pt x="159" y="42"/>
                      <a:pt x="150" y="11"/>
                      <a:pt x="144" y="0"/>
                    </a:cubicBezTo>
                    <a:cubicBezTo>
                      <a:pt x="156" y="17"/>
                      <a:pt x="160" y="41"/>
                      <a:pt x="148" y="68"/>
                    </a:cubicBezTo>
                    <a:cubicBezTo>
                      <a:pt x="127" y="114"/>
                      <a:pt x="88" y="124"/>
                      <a:pt x="61" y="123"/>
                    </a:cubicBezTo>
                    <a:cubicBezTo>
                      <a:pt x="36" y="122"/>
                      <a:pt x="14" y="110"/>
                      <a:pt x="0" y="97"/>
                    </a:cubicBezTo>
                    <a:cubicBezTo>
                      <a:pt x="12" y="104"/>
                      <a:pt x="35" y="115"/>
                      <a:pt x="55" y="117"/>
                    </a:cubicBezTo>
                    <a:close/>
                  </a:path>
                </a:pathLst>
              </a:custGeom>
              <a:solidFill>
                <a:srgbClr val="7CB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99" name="Freeform 282">
                <a:extLst>
                  <a:ext uri="{FF2B5EF4-FFF2-40B4-BE49-F238E27FC236}">
                    <a16:creationId xmlns:a16="http://schemas.microsoft.com/office/drawing/2014/main" id="{23E3B9EC-328D-4F34-8C6A-BCD2591A2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343"/>
                <a:ext cx="45" cy="96"/>
              </a:xfrm>
              <a:custGeom>
                <a:avLst/>
                <a:gdLst>
                  <a:gd name="T0" fmla="*/ 283 w 18"/>
                  <a:gd name="T1" fmla="*/ 0 h 36"/>
                  <a:gd name="T2" fmla="*/ 145 w 18"/>
                  <a:gd name="T3" fmla="*/ 683 h 36"/>
                  <a:gd name="T4" fmla="*/ 283 w 18"/>
                  <a:gd name="T5" fmla="*/ 3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6">
                    <a:moveTo>
                      <a:pt x="18" y="0"/>
                    </a:moveTo>
                    <a:cubicBezTo>
                      <a:pt x="16" y="4"/>
                      <a:pt x="0" y="35"/>
                      <a:pt x="9" y="36"/>
                    </a:cubicBezTo>
                    <a:cubicBezTo>
                      <a:pt x="15" y="26"/>
                      <a:pt x="15" y="13"/>
                      <a:pt x="18" y="2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0" name="Freeform 283">
                <a:extLst>
                  <a:ext uri="{FF2B5EF4-FFF2-40B4-BE49-F238E27FC236}">
                    <a16:creationId xmlns:a16="http://schemas.microsoft.com/office/drawing/2014/main" id="{67573987-2A99-4CAA-91B7-8FF41420B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335"/>
                <a:ext cx="68" cy="88"/>
              </a:xfrm>
              <a:custGeom>
                <a:avLst/>
                <a:gdLst>
                  <a:gd name="T0" fmla="*/ 431 w 27"/>
                  <a:gd name="T1" fmla="*/ 0 h 33"/>
                  <a:gd name="T2" fmla="*/ 126 w 27"/>
                  <a:gd name="T3" fmla="*/ 627 h 33"/>
                  <a:gd name="T4" fmla="*/ 431 w 27"/>
                  <a:gd name="T5" fmla="*/ 56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3">
                    <a:moveTo>
                      <a:pt x="27" y="0"/>
                    </a:moveTo>
                    <a:cubicBezTo>
                      <a:pt x="20" y="8"/>
                      <a:pt x="0" y="22"/>
                      <a:pt x="8" y="33"/>
                    </a:cubicBezTo>
                    <a:cubicBezTo>
                      <a:pt x="19" y="27"/>
                      <a:pt x="18" y="8"/>
                      <a:pt x="27" y="3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1" name="Freeform 284">
                <a:extLst>
                  <a:ext uri="{FF2B5EF4-FFF2-40B4-BE49-F238E27FC236}">
                    <a16:creationId xmlns:a16="http://schemas.microsoft.com/office/drawing/2014/main" id="{E2F9FF50-1C05-458A-BBC2-622B44D7B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353"/>
                <a:ext cx="22" cy="99"/>
              </a:xfrm>
              <a:custGeom>
                <a:avLst/>
                <a:gdLst>
                  <a:gd name="T0" fmla="*/ 103 w 9"/>
                  <a:gd name="T1" fmla="*/ 0 h 37"/>
                  <a:gd name="T2" fmla="*/ 120 w 9"/>
                  <a:gd name="T3" fmla="*/ 688 h 37"/>
                  <a:gd name="T4" fmla="*/ 120 w 9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7">
                    <a:moveTo>
                      <a:pt x="7" y="0"/>
                    </a:moveTo>
                    <a:cubicBezTo>
                      <a:pt x="8" y="6"/>
                      <a:pt x="0" y="37"/>
                      <a:pt x="8" y="36"/>
                    </a:cubicBezTo>
                    <a:cubicBezTo>
                      <a:pt x="8" y="24"/>
                      <a:pt x="9" y="12"/>
                      <a:pt x="8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2" name="Freeform 285">
                <a:extLst>
                  <a:ext uri="{FF2B5EF4-FFF2-40B4-BE49-F238E27FC236}">
                    <a16:creationId xmlns:a16="http://schemas.microsoft.com/office/drawing/2014/main" id="{9D34A1C8-9543-4726-A436-8369FAFE5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351"/>
                <a:ext cx="20" cy="69"/>
              </a:xfrm>
              <a:custGeom>
                <a:avLst/>
                <a:gdLst>
                  <a:gd name="T0" fmla="*/ 33 w 8"/>
                  <a:gd name="T1" fmla="*/ 21 h 26"/>
                  <a:gd name="T2" fmla="*/ 50 w 8"/>
                  <a:gd name="T3" fmla="*/ 486 h 26"/>
                  <a:gd name="T4" fmla="*/ 50 w 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6">
                    <a:moveTo>
                      <a:pt x="2" y="1"/>
                    </a:moveTo>
                    <a:cubicBezTo>
                      <a:pt x="2" y="9"/>
                      <a:pt x="0" y="19"/>
                      <a:pt x="3" y="26"/>
                    </a:cubicBezTo>
                    <a:cubicBezTo>
                      <a:pt x="8" y="20"/>
                      <a:pt x="3" y="8"/>
                      <a:pt x="3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3" name="Freeform 286">
                <a:extLst>
                  <a:ext uri="{FF2B5EF4-FFF2-40B4-BE49-F238E27FC236}">
                    <a16:creationId xmlns:a16="http://schemas.microsoft.com/office/drawing/2014/main" id="{6C8C268F-16B1-4738-A677-09EE25788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353"/>
                <a:ext cx="38" cy="91"/>
              </a:xfrm>
              <a:custGeom>
                <a:avLst/>
                <a:gdLst>
                  <a:gd name="T0" fmla="*/ 51 w 15"/>
                  <a:gd name="T1" fmla="*/ 0 h 34"/>
                  <a:gd name="T2" fmla="*/ 117 w 15"/>
                  <a:gd name="T3" fmla="*/ 653 h 34"/>
                  <a:gd name="T4" fmla="*/ 63 w 15"/>
                  <a:gd name="T5" fmla="*/ 2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4">
                    <a:moveTo>
                      <a:pt x="3" y="0"/>
                    </a:moveTo>
                    <a:cubicBezTo>
                      <a:pt x="6" y="11"/>
                      <a:pt x="0" y="25"/>
                      <a:pt x="7" y="34"/>
                    </a:cubicBezTo>
                    <a:cubicBezTo>
                      <a:pt x="15" y="29"/>
                      <a:pt x="2" y="9"/>
                      <a:pt x="4" y="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4" name="Freeform 287">
                <a:extLst>
                  <a:ext uri="{FF2B5EF4-FFF2-40B4-BE49-F238E27FC236}">
                    <a16:creationId xmlns:a16="http://schemas.microsoft.com/office/drawing/2014/main" id="{013CA2A4-0A7A-4B0C-8BCD-43687755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097"/>
                <a:ext cx="43" cy="134"/>
              </a:xfrm>
              <a:custGeom>
                <a:avLst/>
                <a:gdLst>
                  <a:gd name="T0" fmla="*/ 276 w 17"/>
                  <a:gd name="T1" fmla="*/ 962 h 50"/>
                  <a:gd name="T2" fmla="*/ 20 w 17"/>
                  <a:gd name="T3" fmla="*/ 21 h 50"/>
                  <a:gd name="T4" fmla="*/ 255 w 17"/>
                  <a:gd name="T5" fmla="*/ 825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0">
                    <a:moveTo>
                      <a:pt x="17" y="50"/>
                    </a:moveTo>
                    <a:cubicBezTo>
                      <a:pt x="10" y="36"/>
                      <a:pt x="0" y="16"/>
                      <a:pt x="1" y="1"/>
                    </a:cubicBezTo>
                    <a:cubicBezTo>
                      <a:pt x="10" y="0"/>
                      <a:pt x="13" y="36"/>
                      <a:pt x="16" y="43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5" name="Freeform 288">
                <a:extLst>
                  <a:ext uri="{FF2B5EF4-FFF2-40B4-BE49-F238E27FC236}">
                    <a16:creationId xmlns:a16="http://schemas.microsoft.com/office/drawing/2014/main" id="{9F35A113-7B44-42D8-A962-ABE9D86C3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113"/>
                <a:ext cx="24" cy="91"/>
              </a:xfrm>
              <a:custGeom>
                <a:avLst/>
                <a:gdLst>
                  <a:gd name="T0" fmla="*/ 98 w 10"/>
                  <a:gd name="T1" fmla="*/ 616 h 34"/>
                  <a:gd name="T2" fmla="*/ 82 w 10"/>
                  <a:gd name="T3" fmla="*/ 0 h 34"/>
                  <a:gd name="T4" fmla="*/ 127 w 10"/>
                  <a:gd name="T5" fmla="*/ 65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7" y="32"/>
                    </a:moveTo>
                    <a:cubicBezTo>
                      <a:pt x="4" y="24"/>
                      <a:pt x="0" y="5"/>
                      <a:pt x="6" y="0"/>
                    </a:cubicBezTo>
                    <a:cubicBezTo>
                      <a:pt x="10" y="10"/>
                      <a:pt x="7" y="23"/>
                      <a:pt x="9" y="34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6" name="Freeform 289">
                <a:extLst>
                  <a:ext uri="{FF2B5EF4-FFF2-40B4-BE49-F238E27FC236}">
                    <a16:creationId xmlns:a16="http://schemas.microsoft.com/office/drawing/2014/main" id="{DADB4591-988D-429E-9F70-503722E86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073"/>
                <a:ext cx="33" cy="128"/>
              </a:xfrm>
              <a:custGeom>
                <a:avLst/>
                <a:gdLst>
                  <a:gd name="T0" fmla="*/ 180 w 13"/>
                  <a:gd name="T1" fmla="*/ 909 h 48"/>
                  <a:gd name="T2" fmla="*/ 147 w 13"/>
                  <a:gd name="T3" fmla="*/ 0 h 48"/>
                  <a:gd name="T4" fmla="*/ 180 w 13"/>
                  <a:gd name="T5" fmla="*/ 341 h 48"/>
                  <a:gd name="T6" fmla="*/ 180 w 13"/>
                  <a:gd name="T7" fmla="*/ 88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8">
                    <a:moveTo>
                      <a:pt x="11" y="48"/>
                    </a:moveTo>
                    <a:cubicBezTo>
                      <a:pt x="6" y="39"/>
                      <a:pt x="0" y="8"/>
                      <a:pt x="9" y="0"/>
                    </a:cubicBezTo>
                    <a:cubicBezTo>
                      <a:pt x="13" y="5"/>
                      <a:pt x="11" y="13"/>
                      <a:pt x="11" y="18"/>
                    </a:cubicBezTo>
                    <a:cubicBezTo>
                      <a:pt x="10" y="28"/>
                      <a:pt x="12" y="37"/>
                      <a:pt x="11" y="47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7" name="Freeform 290">
                <a:extLst>
                  <a:ext uri="{FF2B5EF4-FFF2-40B4-BE49-F238E27FC236}">
                    <a16:creationId xmlns:a16="http://schemas.microsoft.com/office/drawing/2014/main" id="{8C09AD98-7F39-4FA1-94AB-B42C0F646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153"/>
                <a:ext cx="10" cy="51"/>
              </a:xfrm>
              <a:custGeom>
                <a:avLst/>
                <a:gdLst>
                  <a:gd name="T0" fmla="*/ 20 w 4"/>
                  <a:gd name="T1" fmla="*/ 309 h 19"/>
                  <a:gd name="T2" fmla="*/ 20 w 4"/>
                  <a:gd name="T3" fmla="*/ 0 h 19"/>
                  <a:gd name="T4" fmla="*/ 63 w 4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9">
                    <a:moveTo>
                      <a:pt x="1" y="16"/>
                    </a:moveTo>
                    <a:cubicBezTo>
                      <a:pt x="2" y="10"/>
                      <a:pt x="0" y="5"/>
                      <a:pt x="1" y="0"/>
                    </a:cubicBezTo>
                    <a:cubicBezTo>
                      <a:pt x="3" y="6"/>
                      <a:pt x="4" y="12"/>
                      <a:pt x="4" y="19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8" name="Freeform 291">
                <a:extLst>
                  <a:ext uri="{FF2B5EF4-FFF2-40B4-BE49-F238E27FC236}">
                    <a16:creationId xmlns:a16="http://schemas.microsoft.com/office/drawing/2014/main" id="{F93F8A62-8170-4616-B18B-6308A752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100"/>
                <a:ext cx="37" cy="99"/>
              </a:xfrm>
              <a:custGeom>
                <a:avLst/>
                <a:gdLst>
                  <a:gd name="T0" fmla="*/ 42 w 15"/>
                  <a:gd name="T1" fmla="*/ 688 h 37"/>
                  <a:gd name="T2" fmla="*/ 121 w 15"/>
                  <a:gd name="T3" fmla="*/ 0 h 37"/>
                  <a:gd name="T4" fmla="*/ 62 w 15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3" y="36"/>
                    </a:moveTo>
                    <a:cubicBezTo>
                      <a:pt x="3" y="27"/>
                      <a:pt x="0" y="6"/>
                      <a:pt x="8" y="0"/>
                    </a:cubicBezTo>
                    <a:cubicBezTo>
                      <a:pt x="15" y="6"/>
                      <a:pt x="4" y="28"/>
                      <a:pt x="4" y="37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09" name="Freeform 292">
                <a:extLst>
                  <a:ext uri="{FF2B5EF4-FFF2-40B4-BE49-F238E27FC236}">
                    <a16:creationId xmlns:a16="http://schemas.microsoft.com/office/drawing/2014/main" id="{BC34CB98-15F9-41CE-9718-3D52DE473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97"/>
                <a:ext cx="43" cy="94"/>
              </a:xfrm>
              <a:custGeom>
                <a:avLst/>
                <a:gdLst>
                  <a:gd name="T0" fmla="*/ 0 w 17"/>
                  <a:gd name="T1" fmla="*/ 677 h 35"/>
                  <a:gd name="T2" fmla="*/ 243 w 17"/>
                  <a:gd name="T3" fmla="*/ 0 h 35"/>
                  <a:gd name="T4" fmla="*/ 20 w 17"/>
                  <a:gd name="T5" fmla="*/ 67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5">
                    <a:moveTo>
                      <a:pt x="0" y="35"/>
                    </a:moveTo>
                    <a:cubicBezTo>
                      <a:pt x="1" y="25"/>
                      <a:pt x="6" y="6"/>
                      <a:pt x="15" y="0"/>
                    </a:cubicBezTo>
                    <a:cubicBezTo>
                      <a:pt x="17" y="9"/>
                      <a:pt x="5" y="26"/>
                      <a:pt x="1" y="35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0" name="Freeform 293">
                <a:extLst>
                  <a:ext uri="{FF2B5EF4-FFF2-40B4-BE49-F238E27FC236}">
                    <a16:creationId xmlns:a16="http://schemas.microsoft.com/office/drawing/2014/main" id="{CDD1DA4D-A48D-4A1B-905C-355217B0D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45"/>
                <a:ext cx="65" cy="59"/>
              </a:xfrm>
              <a:custGeom>
                <a:avLst/>
                <a:gdLst>
                  <a:gd name="T0" fmla="*/ 0 w 26"/>
                  <a:gd name="T1" fmla="*/ 402 h 22"/>
                  <a:gd name="T2" fmla="*/ 363 w 26"/>
                  <a:gd name="T3" fmla="*/ 0 h 22"/>
                  <a:gd name="T4" fmla="*/ 20 w 26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0" y="21"/>
                    </a:moveTo>
                    <a:cubicBezTo>
                      <a:pt x="5" y="13"/>
                      <a:pt x="13" y="3"/>
                      <a:pt x="23" y="0"/>
                    </a:cubicBezTo>
                    <a:cubicBezTo>
                      <a:pt x="26" y="7"/>
                      <a:pt x="6" y="18"/>
                      <a:pt x="1" y="22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1" name="Freeform 294">
                <a:extLst>
                  <a:ext uri="{FF2B5EF4-FFF2-40B4-BE49-F238E27FC236}">
                    <a16:creationId xmlns:a16="http://schemas.microsoft.com/office/drawing/2014/main" id="{524153AA-BC33-4E10-A727-29D031E65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196"/>
                <a:ext cx="52" cy="24"/>
              </a:xfrm>
              <a:custGeom>
                <a:avLst/>
                <a:gdLst>
                  <a:gd name="T0" fmla="*/ 30 w 21"/>
                  <a:gd name="T1" fmla="*/ 149 h 9"/>
                  <a:gd name="T2" fmla="*/ 319 w 21"/>
                  <a:gd name="T3" fmla="*/ 0 h 9"/>
                  <a:gd name="T4" fmla="*/ 0 w 21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2" y="8"/>
                    </a:moveTo>
                    <a:cubicBezTo>
                      <a:pt x="9" y="8"/>
                      <a:pt x="16" y="4"/>
                      <a:pt x="21" y="0"/>
                    </a:cubicBezTo>
                    <a:cubicBezTo>
                      <a:pt x="15" y="0"/>
                      <a:pt x="3" y="4"/>
                      <a:pt x="0" y="9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2" name="Freeform 295">
                <a:extLst>
                  <a:ext uri="{FF2B5EF4-FFF2-40B4-BE49-F238E27FC236}">
                    <a16:creationId xmlns:a16="http://schemas.microsoft.com/office/drawing/2014/main" id="{9B69D2BC-1DCD-4C24-8935-78E454DB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225"/>
                <a:ext cx="75" cy="22"/>
              </a:xfrm>
              <a:custGeom>
                <a:avLst/>
                <a:gdLst>
                  <a:gd name="T0" fmla="*/ 20 w 30"/>
                  <a:gd name="T1" fmla="*/ 168 h 8"/>
                  <a:gd name="T2" fmla="*/ 470 w 30"/>
                  <a:gd name="T3" fmla="*/ 47 h 8"/>
                  <a:gd name="T4" fmla="*/ 0 w 30"/>
                  <a:gd name="T5" fmla="*/ 1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8">
                    <a:moveTo>
                      <a:pt x="1" y="8"/>
                    </a:moveTo>
                    <a:cubicBezTo>
                      <a:pt x="11" y="8"/>
                      <a:pt x="22" y="7"/>
                      <a:pt x="30" y="2"/>
                    </a:cubicBezTo>
                    <a:cubicBezTo>
                      <a:pt x="20" y="1"/>
                      <a:pt x="9" y="0"/>
                      <a:pt x="0" y="6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3" name="Freeform 296">
                <a:extLst>
                  <a:ext uri="{FF2B5EF4-FFF2-40B4-BE49-F238E27FC236}">
                    <a16:creationId xmlns:a16="http://schemas.microsoft.com/office/drawing/2014/main" id="{970292F3-6817-4488-A3B9-419B4BF9F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63"/>
                <a:ext cx="62" cy="16"/>
              </a:xfrm>
              <a:custGeom>
                <a:avLst/>
                <a:gdLst>
                  <a:gd name="T0" fmla="*/ 382 w 25"/>
                  <a:gd name="T1" fmla="*/ 93 h 6"/>
                  <a:gd name="T2" fmla="*/ 0 w 25"/>
                  <a:gd name="T3" fmla="*/ 77 h 6"/>
                  <a:gd name="T4" fmla="*/ 350 w 2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">
                    <a:moveTo>
                      <a:pt x="25" y="5"/>
                    </a:moveTo>
                    <a:cubicBezTo>
                      <a:pt x="18" y="4"/>
                      <a:pt x="5" y="0"/>
                      <a:pt x="0" y="4"/>
                    </a:cubicBezTo>
                    <a:cubicBezTo>
                      <a:pt x="7" y="6"/>
                      <a:pt x="15" y="5"/>
                      <a:pt x="23" y="5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4" name="Freeform 297">
                <a:extLst>
                  <a:ext uri="{FF2B5EF4-FFF2-40B4-BE49-F238E27FC236}">
                    <a16:creationId xmlns:a16="http://schemas.microsoft.com/office/drawing/2014/main" id="{8A2B33F5-8073-48D9-B95F-2D3DCA0B6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303"/>
                <a:ext cx="65" cy="34"/>
              </a:xfrm>
              <a:custGeom>
                <a:avLst/>
                <a:gdLst>
                  <a:gd name="T0" fmla="*/ 408 w 26"/>
                  <a:gd name="T1" fmla="*/ 212 h 13"/>
                  <a:gd name="T2" fmla="*/ 0 w 26"/>
                  <a:gd name="T3" fmla="*/ 0 h 13"/>
                  <a:gd name="T4" fmla="*/ 375 w 26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3">
                    <a:moveTo>
                      <a:pt x="26" y="12"/>
                    </a:moveTo>
                    <a:cubicBezTo>
                      <a:pt x="17" y="8"/>
                      <a:pt x="10" y="1"/>
                      <a:pt x="0" y="0"/>
                    </a:cubicBezTo>
                    <a:cubicBezTo>
                      <a:pt x="3" y="6"/>
                      <a:pt x="18" y="10"/>
                      <a:pt x="24" y="13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5" name="Freeform 298">
                <a:extLst>
                  <a:ext uri="{FF2B5EF4-FFF2-40B4-BE49-F238E27FC236}">
                    <a16:creationId xmlns:a16="http://schemas.microsoft.com/office/drawing/2014/main" id="{3D22D3EE-1777-4B22-99BC-8CFC189AE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340"/>
                <a:ext cx="35" cy="37"/>
              </a:xfrm>
              <a:custGeom>
                <a:avLst/>
                <a:gdLst>
                  <a:gd name="T0" fmla="*/ 0 w 14"/>
                  <a:gd name="T1" fmla="*/ 0 h 14"/>
                  <a:gd name="T2" fmla="*/ 220 w 14"/>
                  <a:gd name="T3" fmla="*/ 259 h 14"/>
                  <a:gd name="T4" fmla="*/ 0 w 14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2" y="5"/>
                      <a:pt x="9" y="13"/>
                      <a:pt x="14" y="14"/>
                    </a:cubicBezTo>
                    <a:cubicBezTo>
                      <a:pt x="9" y="9"/>
                      <a:pt x="4" y="4"/>
                      <a:pt x="0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6" name="Freeform 299">
                <a:extLst>
                  <a:ext uri="{FF2B5EF4-FFF2-40B4-BE49-F238E27FC236}">
                    <a16:creationId xmlns:a16="http://schemas.microsoft.com/office/drawing/2014/main" id="{1A4484EB-BEA4-470A-80AD-B9E1E0B99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359"/>
                <a:ext cx="18" cy="50"/>
              </a:xfrm>
              <a:custGeom>
                <a:avLst/>
                <a:gdLst>
                  <a:gd name="T0" fmla="*/ 21 w 7"/>
                  <a:gd name="T1" fmla="*/ 0 h 19"/>
                  <a:gd name="T2" fmla="*/ 85 w 7"/>
                  <a:gd name="T3" fmla="*/ 347 h 19"/>
                  <a:gd name="T4" fmla="*/ 33 w 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1" y="0"/>
                    </a:moveTo>
                    <a:cubicBezTo>
                      <a:pt x="3" y="6"/>
                      <a:pt x="0" y="15"/>
                      <a:pt x="5" y="19"/>
                    </a:cubicBezTo>
                    <a:cubicBezTo>
                      <a:pt x="7" y="13"/>
                      <a:pt x="3" y="6"/>
                      <a:pt x="2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7" name="Freeform 300">
                <a:extLst>
                  <a:ext uri="{FF2B5EF4-FFF2-40B4-BE49-F238E27FC236}">
                    <a16:creationId xmlns:a16="http://schemas.microsoft.com/office/drawing/2014/main" id="{55A5859F-149A-4ED9-A473-3DEC0938B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53"/>
                <a:ext cx="20" cy="62"/>
              </a:xfrm>
              <a:custGeom>
                <a:avLst/>
                <a:gdLst>
                  <a:gd name="T0" fmla="*/ 0 w 8"/>
                  <a:gd name="T1" fmla="*/ 35 h 23"/>
                  <a:gd name="T2" fmla="*/ 125 w 8"/>
                  <a:gd name="T3" fmla="*/ 450 h 23"/>
                  <a:gd name="T4" fmla="*/ 33 w 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0" y="2"/>
                    </a:moveTo>
                    <a:cubicBezTo>
                      <a:pt x="3" y="7"/>
                      <a:pt x="1" y="22"/>
                      <a:pt x="8" y="23"/>
                    </a:cubicBezTo>
                    <a:cubicBezTo>
                      <a:pt x="8" y="15"/>
                      <a:pt x="4" y="7"/>
                      <a:pt x="2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8" name="Freeform 301">
                <a:extLst>
                  <a:ext uri="{FF2B5EF4-FFF2-40B4-BE49-F238E27FC236}">
                    <a16:creationId xmlns:a16="http://schemas.microsoft.com/office/drawing/2014/main" id="{AAA7325C-A3D3-4EA9-8E39-B7FAE64A0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273"/>
                <a:ext cx="97" cy="30"/>
              </a:xfrm>
              <a:custGeom>
                <a:avLst/>
                <a:gdLst>
                  <a:gd name="T0" fmla="*/ 599 w 39"/>
                  <a:gd name="T1" fmla="*/ 164 h 11"/>
                  <a:gd name="T2" fmla="*/ 0 w 39"/>
                  <a:gd name="T3" fmla="*/ 104 h 11"/>
                  <a:gd name="T4" fmla="*/ 537 w 39"/>
                  <a:gd name="T5" fmla="*/ 16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1">
                    <a:moveTo>
                      <a:pt x="39" y="8"/>
                    </a:moveTo>
                    <a:cubicBezTo>
                      <a:pt x="27" y="9"/>
                      <a:pt x="12" y="0"/>
                      <a:pt x="0" y="5"/>
                    </a:cubicBezTo>
                    <a:cubicBezTo>
                      <a:pt x="4" y="11"/>
                      <a:pt x="28" y="8"/>
                      <a:pt x="35" y="8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19" name="Freeform 302">
                <a:extLst>
                  <a:ext uri="{FF2B5EF4-FFF2-40B4-BE49-F238E27FC236}">
                    <a16:creationId xmlns:a16="http://schemas.microsoft.com/office/drawing/2014/main" id="{2BAED394-B786-46BD-BB2B-3009517A9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313"/>
                <a:ext cx="68" cy="30"/>
              </a:xfrm>
              <a:custGeom>
                <a:avLst/>
                <a:gdLst>
                  <a:gd name="T0" fmla="*/ 431 w 27"/>
                  <a:gd name="T1" fmla="*/ 0 h 11"/>
                  <a:gd name="T2" fmla="*/ 0 w 27"/>
                  <a:gd name="T3" fmla="*/ 120 h 11"/>
                  <a:gd name="T4" fmla="*/ 413 w 2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1">
                    <a:moveTo>
                      <a:pt x="27" y="0"/>
                    </a:moveTo>
                    <a:cubicBezTo>
                      <a:pt x="18" y="1"/>
                      <a:pt x="8" y="2"/>
                      <a:pt x="0" y="6"/>
                    </a:cubicBezTo>
                    <a:cubicBezTo>
                      <a:pt x="7" y="11"/>
                      <a:pt x="19" y="2"/>
                      <a:pt x="26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0" name="Freeform 303">
                <a:extLst>
                  <a:ext uri="{FF2B5EF4-FFF2-40B4-BE49-F238E27FC236}">
                    <a16:creationId xmlns:a16="http://schemas.microsoft.com/office/drawing/2014/main" id="{CF6DDB70-CDFD-4904-95CA-9CB4C3446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37"/>
                <a:ext cx="47" cy="40"/>
              </a:xfrm>
              <a:custGeom>
                <a:avLst/>
                <a:gdLst>
                  <a:gd name="T0" fmla="*/ 287 w 19"/>
                  <a:gd name="T1" fmla="*/ 0 h 15"/>
                  <a:gd name="T2" fmla="*/ 0 w 19"/>
                  <a:gd name="T3" fmla="*/ 285 h 15"/>
                  <a:gd name="T4" fmla="*/ 287 w 1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9" y="0"/>
                    </a:moveTo>
                    <a:cubicBezTo>
                      <a:pt x="13" y="4"/>
                      <a:pt x="2" y="8"/>
                      <a:pt x="0" y="15"/>
                    </a:cubicBezTo>
                    <a:cubicBezTo>
                      <a:pt x="7" y="14"/>
                      <a:pt x="14" y="5"/>
                      <a:pt x="19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1" name="Freeform 304">
                <a:extLst>
                  <a:ext uri="{FF2B5EF4-FFF2-40B4-BE49-F238E27FC236}">
                    <a16:creationId xmlns:a16="http://schemas.microsoft.com/office/drawing/2014/main" id="{A54BB65D-4EFC-4E67-A1E8-16B922A5D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169"/>
                <a:ext cx="40" cy="59"/>
              </a:xfrm>
              <a:custGeom>
                <a:avLst/>
                <a:gdLst>
                  <a:gd name="T0" fmla="*/ 250 w 16"/>
                  <a:gd name="T1" fmla="*/ 424 h 22"/>
                  <a:gd name="T2" fmla="*/ 50 w 16"/>
                  <a:gd name="T3" fmla="*/ 56 h 22"/>
                  <a:gd name="T4" fmla="*/ 208 w 16"/>
                  <a:gd name="T5" fmla="*/ 38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16" y="22"/>
                    </a:moveTo>
                    <a:cubicBezTo>
                      <a:pt x="15" y="19"/>
                      <a:pt x="6" y="0"/>
                      <a:pt x="3" y="3"/>
                    </a:cubicBezTo>
                    <a:cubicBezTo>
                      <a:pt x="0" y="5"/>
                      <a:pt x="11" y="17"/>
                      <a:pt x="13" y="2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2" name="Freeform 305">
                <a:extLst>
                  <a:ext uri="{FF2B5EF4-FFF2-40B4-BE49-F238E27FC236}">
                    <a16:creationId xmlns:a16="http://schemas.microsoft.com/office/drawing/2014/main" id="{FDCE0336-A87F-4D8F-BAF0-9CBD4E1AC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188"/>
                <a:ext cx="52" cy="51"/>
              </a:xfrm>
              <a:custGeom>
                <a:avLst/>
                <a:gdLst>
                  <a:gd name="T0" fmla="*/ 319 w 21"/>
                  <a:gd name="T1" fmla="*/ 368 h 19"/>
                  <a:gd name="T2" fmla="*/ 0 w 21"/>
                  <a:gd name="T3" fmla="*/ 21 h 19"/>
                  <a:gd name="T4" fmla="*/ 307 w 21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21" y="19"/>
                    </a:moveTo>
                    <a:cubicBezTo>
                      <a:pt x="17" y="13"/>
                      <a:pt x="8" y="0"/>
                      <a:pt x="0" y="1"/>
                    </a:cubicBezTo>
                    <a:cubicBezTo>
                      <a:pt x="1" y="7"/>
                      <a:pt x="15" y="14"/>
                      <a:pt x="20" y="19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3" name="Freeform 306">
                <a:extLst>
                  <a:ext uri="{FF2B5EF4-FFF2-40B4-BE49-F238E27FC236}">
                    <a16:creationId xmlns:a16="http://schemas.microsoft.com/office/drawing/2014/main" id="{C7E6C5D4-CC01-49B8-810C-751B2212F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15"/>
                <a:ext cx="70" cy="50"/>
              </a:xfrm>
              <a:custGeom>
                <a:avLst/>
                <a:gdLst>
                  <a:gd name="T0" fmla="*/ 425 w 28"/>
                  <a:gd name="T1" fmla="*/ 292 h 19"/>
                  <a:gd name="T2" fmla="*/ 50 w 28"/>
                  <a:gd name="T3" fmla="*/ 111 h 19"/>
                  <a:gd name="T4" fmla="*/ 438 w 28"/>
                  <a:gd name="T5" fmla="*/ 34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27" y="16"/>
                    </a:moveTo>
                    <a:cubicBezTo>
                      <a:pt x="23" y="14"/>
                      <a:pt x="6" y="0"/>
                      <a:pt x="3" y="6"/>
                    </a:cubicBezTo>
                    <a:cubicBezTo>
                      <a:pt x="0" y="11"/>
                      <a:pt x="25" y="17"/>
                      <a:pt x="28" y="19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4" name="Freeform 307">
                <a:extLst>
                  <a:ext uri="{FF2B5EF4-FFF2-40B4-BE49-F238E27FC236}">
                    <a16:creationId xmlns:a16="http://schemas.microsoft.com/office/drawing/2014/main" id="{0EF2087D-E5C3-46B2-85B1-B49A6D022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292"/>
                <a:ext cx="48" cy="21"/>
              </a:xfrm>
              <a:custGeom>
                <a:avLst/>
                <a:gdLst>
                  <a:gd name="T0" fmla="*/ 33 w 19"/>
                  <a:gd name="T1" fmla="*/ 0 h 8"/>
                  <a:gd name="T2" fmla="*/ 306 w 19"/>
                  <a:gd name="T3" fmla="*/ 110 h 8"/>
                  <a:gd name="T4" fmla="*/ 0 w 1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2" y="0"/>
                    </a:moveTo>
                    <a:cubicBezTo>
                      <a:pt x="7" y="1"/>
                      <a:pt x="16" y="1"/>
                      <a:pt x="19" y="6"/>
                    </a:cubicBezTo>
                    <a:cubicBezTo>
                      <a:pt x="12" y="8"/>
                      <a:pt x="7" y="2"/>
                      <a:pt x="0" y="2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5" name="Freeform 308">
                <a:extLst>
                  <a:ext uri="{FF2B5EF4-FFF2-40B4-BE49-F238E27FC236}">
                    <a16:creationId xmlns:a16="http://schemas.microsoft.com/office/drawing/2014/main" id="{E1FE66AC-322E-4424-B1F9-999D0D18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081"/>
                <a:ext cx="20" cy="43"/>
              </a:xfrm>
              <a:custGeom>
                <a:avLst/>
                <a:gdLst>
                  <a:gd name="T0" fmla="*/ 33 w 8"/>
                  <a:gd name="T1" fmla="*/ 274 h 16"/>
                  <a:gd name="T2" fmla="*/ 20 w 8"/>
                  <a:gd name="T3" fmla="*/ 0 h 16"/>
                  <a:gd name="T4" fmla="*/ 33 w 8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2" y="14"/>
                    </a:moveTo>
                    <a:cubicBezTo>
                      <a:pt x="0" y="10"/>
                      <a:pt x="1" y="5"/>
                      <a:pt x="1" y="0"/>
                    </a:cubicBezTo>
                    <a:cubicBezTo>
                      <a:pt x="8" y="2"/>
                      <a:pt x="4" y="12"/>
                      <a:pt x="2" y="16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6" name="Freeform 309">
                <a:extLst>
                  <a:ext uri="{FF2B5EF4-FFF2-40B4-BE49-F238E27FC236}">
                    <a16:creationId xmlns:a16="http://schemas.microsoft.com/office/drawing/2014/main" id="{E86E70EA-468A-4DD9-BBF2-F7190FAE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073"/>
                <a:ext cx="210" cy="224"/>
              </a:xfrm>
              <a:custGeom>
                <a:avLst/>
                <a:gdLst>
                  <a:gd name="T0" fmla="*/ 1313 w 84"/>
                  <a:gd name="T1" fmla="*/ 0 h 84"/>
                  <a:gd name="T2" fmla="*/ 63 w 84"/>
                  <a:gd name="T3" fmla="*/ 1592 h 84"/>
                  <a:gd name="T4" fmla="*/ 1313 w 84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4">
                    <a:moveTo>
                      <a:pt x="84" y="0"/>
                    </a:moveTo>
                    <a:cubicBezTo>
                      <a:pt x="53" y="2"/>
                      <a:pt x="0" y="38"/>
                      <a:pt x="4" y="84"/>
                    </a:cubicBezTo>
                    <a:cubicBezTo>
                      <a:pt x="12" y="37"/>
                      <a:pt x="44" y="17"/>
                      <a:pt x="84" y="0"/>
                    </a:cubicBezTo>
                    <a:close/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7" name="Freeform 310">
                <a:extLst>
                  <a:ext uri="{FF2B5EF4-FFF2-40B4-BE49-F238E27FC236}">
                    <a16:creationId xmlns:a16="http://schemas.microsoft.com/office/drawing/2014/main" id="{2DD412E8-FA8A-4829-8B95-5B86C89B0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105"/>
                <a:ext cx="25" cy="78"/>
              </a:xfrm>
              <a:custGeom>
                <a:avLst/>
                <a:gdLst>
                  <a:gd name="T0" fmla="*/ 33 w 10"/>
                  <a:gd name="T1" fmla="*/ 22 h 29"/>
                  <a:gd name="T2" fmla="*/ 158 w 10"/>
                  <a:gd name="T3" fmla="*/ 565 h 29"/>
                  <a:gd name="T4" fmla="*/ 95 w 10"/>
                  <a:gd name="T5" fmla="*/ 347 h 29"/>
                  <a:gd name="T6" fmla="*/ 33 w 10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9">
                    <a:moveTo>
                      <a:pt x="2" y="1"/>
                    </a:moveTo>
                    <a:cubicBezTo>
                      <a:pt x="0" y="7"/>
                      <a:pt x="4" y="26"/>
                      <a:pt x="10" y="29"/>
                    </a:cubicBezTo>
                    <a:cubicBezTo>
                      <a:pt x="8" y="26"/>
                      <a:pt x="7" y="22"/>
                      <a:pt x="6" y="18"/>
                    </a:cubicBezTo>
                    <a:cubicBezTo>
                      <a:pt x="3" y="10"/>
                      <a:pt x="2" y="8"/>
                      <a:pt x="2" y="0"/>
                    </a:cubicBezTo>
                  </a:path>
                </a:pathLst>
              </a:custGeom>
              <a:solidFill>
                <a:srgbClr val="D9E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8" name="Freeform 311">
                <a:extLst>
                  <a:ext uri="{FF2B5EF4-FFF2-40B4-BE49-F238E27FC236}">
                    <a16:creationId xmlns:a16="http://schemas.microsoft.com/office/drawing/2014/main" id="{DB60437A-7EE7-4B2C-B4F3-1E6909D92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081"/>
                <a:ext cx="15" cy="72"/>
              </a:xfrm>
              <a:custGeom>
                <a:avLst/>
                <a:gdLst>
                  <a:gd name="T0" fmla="*/ 83 w 6"/>
                  <a:gd name="T1" fmla="*/ 0 h 27"/>
                  <a:gd name="T2" fmla="*/ 63 w 6"/>
                  <a:gd name="T3" fmla="*/ 512 h 27"/>
                  <a:gd name="T4" fmla="*/ 95 w 6"/>
                  <a:gd name="T5" fmla="*/ 2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7">
                    <a:moveTo>
                      <a:pt x="5" y="0"/>
                    </a:moveTo>
                    <a:cubicBezTo>
                      <a:pt x="1" y="9"/>
                      <a:pt x="0" y="18"/>
                      <a:pt x="4" y="27"/>
                    </a:cubicBezTo>
                    <a:cubicBezTo>
                      <a:pt x="6" y="19"/>
                      <a:pt x="1" y="9"/>
                      <a:pt x="6" y="1"/>
                    </a:cubicBezTo>
                  </a:path>
                </a:pathLst>
              </a:custGeom>
              <a:solidFill>
                <a:srgbClr val="D9E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29" name="Freeform 312">
                <a:extLst>
                  <a:ext uri="{FF2B5EF4-FFF2-40B4-BE49-F238E27FC236}">
                    <a16:creationId xmlns:a16="http://schemas.microsoft.com/office/drawing/2014/main" id="{FFC7EFC0-2F49-4B12-B25C-0A7803CBA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231"/>
                <a:ext cx="33" cy="21"/>
              </a:xfrm>
              <a:custGeom>
                <a:avLst/>
                <a:gdLst>
                  <a:gd name="T0" fmla="*/ 0 w 13"/>
                  <a:gd name="T1" fmla="*/ 0 h 8"/>
                  <a:gd name="T2" fmla="*/ 213 w 13"/>
                  <a:gd name="T3" fmla="*/ 144 h 8"/>
                  <a:gd name="T4" fmla="*/ 0 w 1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2" y="5"/>
                      <a:pt x="9" y="7"/>
                      <a:pt x="13" y="8"/>
                    </a:cubicBezTo>
                    <a:cubicBezTo>
                      <a:pt x="8" y="6"/>
                      <a:pt x="4" y="2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0" name="Freeform 313">
                <a:extLst>
                  <a:ext uri="{FF2B5EF4-FFF2-40B4-BE49-F238E27FC236}">
                    <a16:creationId xmlns:a16="http://schemas.microsoft.com/office/drawing/2014/main" id="{6CEFAE8F-E05E-4F4E-A1D9-E2102A19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151"/>
                <a:ext cx="35" cy="37"/>
              </a:xfrm>
              <a:custGeom>
                <a:avLst/>
                <a:gdLst>
                  <a:gd name="T0" fmla="*/ 0 w 14"/>
                  <a:gd name="T1" fmla="*/ 259 h 14"/>
                  <a:gd name="T2" fmla="*/ 220 w 14"/>
                  <a:gd name="T3" fmla="*/ 0 h 14"/>
                  <a:gd name="T4" fmla="*/ 220 w 14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1" y="8"/>
                      <a:pt x="9" y="3"/>
                      <a:pt x="14" y="0"/>
                    </a:cubicBezTo>
                    <a:cubicBezTo>
                      <a:pt x="14" y="0"/>
                      <a:pt x="14" y="1"/>
                      <a:pt x="14" y="1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1" name="Freeform 314">
                <a:extLst>
                  <a:ext uri="{FF2B5EF4-FFF2-40B4-BE49-F238E27FC236}">
                    <a16:creationId xmlns:a16="http://schemas.microsoft.com/office/drawing/2014/main" id="{2FA26634-D1F6-4D5E-9287-8A91D3468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108"/>
                <a:ext cx="25" cy="61"/>
              </a:xfrm>
              <a:custGeom>
                <a:avLst/>
                <a:gdLst>
                  <a:gd name="T0" fmla="*/ 158 w 10"/>
                  <a:gd name="T1" fmla="*/ 0 h 23"/>
                  <a:gd name="T2" fmla="*/ 0 w 10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cubicBezTo>
                      <a:pt x="5" y="7"/>
                      <a:pt x="3" y="15"/>
                      <a:pt x="0" y="23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2" name="Freeform 315">
                <a:extLst>
                  <a:ext uri="{FF2B5EF4-FFF2-40B4-BE49-F238E27FC236}">
                    <a16:creationId xmlns:a16="http://schemas.microsoft.com/office/drawing/2014/main" id="{94D24D05-39AA-4667-AFED-768974B4B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111"/>
                <a:ext cx="8" cy="58"/>
              </a:xfrm>
              <a:custGeom>
                <a:avLst/>
                <a:gdLst>
                  <a:gd name="T0" fmla="*/ 56 w 3"/>
                  <a:gd name="T1" fmla="*/ 0 h 22"/>
                  <a:gd name="T2" fmla="*/ 21 w 3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2">
                    <a:moveTo>
                      <a:pt x="3" y="0"/>
                    </a:moveTo>
                    <a:cubicBezTo>
                      <a:pt x="0" y="6"/>
                      <a:pt x="1" y="15"/>
                      <a:pt x="1" y="22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3" name="Freeform 316">
                <a:extLst>
                  <a:ext uri="{FF2B5EF4-FFF2-40B4-BE49-F238E27FC236}">
                    <a16:creationId xmlns:a16="http://schemas.microsoft.com/office/drawing/2014/main" id="{10C0C210-30C1-4F6E-85A6-89046A15B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99"/>
                <a:ext cx="23" cy="8"/>
              </a:xfrm>
              <a:custGeom>
                <a:avLst/>
                <a:gdLst>
                  <a:gd name="T0" fmla="*/ 0 w 9"/>
                  <a:gd name="T1" fmla="*/ 56 h 3"/>
                  <a:gd name="T2" fmla="*/ 151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2" y="1"/>
                      <a:pt x="6" y="0"/>
                      <a:pt x="9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4" name="Freeform 317">
                <a:extLst>
                  <a:ext uri="{FF2B5EF4-FFF2-40B4-BE49-F238E27FC236}">
                    <a16:creationId xmlns:a16="http://schemas.microsoft.com/office/drawing/2014/main" id="{96C32C92-32DA-4FC9-AFCE-38484708C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223"/>
                <a:ext cx="52" cy="10"/>
              </a:xfrm>
              <a:custGeom>
                <a:avLst/>
                <a:gdLst>
                  <a:gd name="T0" fmla="*/ 0 w 21"/>
                  <a:gd name="T1" fmla="*/ 63 h 4"/>
                  <a:gd name="T2" fmla="*/ 319 w 21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5" y="0"/>
                      <a:pt x="14" y="1"/>
                      <a:pt x="21" y="1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5" name="Freeform 318">
                <a:extLst>
                  <a:ext uri="{FF2B5EF4-FFF2-40B4-BE49-F238E27FC236}">
                    <a16:creationId xmlns:a16="http://schemas.microsoft.com/office/drawing/2014/main" id="{75120FB8-4E42-46DC-95D1-66AB93E2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63"/>
                <a:ext cx="35" cy="8"/>
              </a:xfrm>
              <a:custGeom>
                <a:avLst/>
                <a:gdLst>
                  <a:gd name="T0" fmla="*/ 0 w 14"/>
                  <a:gd name="T1" fmla="*/ 56 h 3"/>
                  <a:gd name="T2" fmla="*/ 220 w 14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0"/>
                      <a:pt x="14" y="2"/>
                      <a:pt x="14" y="2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6" name="Freeform 319">
                <a:extLst>
                  <a:ext uri="{FF2B5EF4-FFF2-40B4-BE49-F238E27FC236}">
                    <a16:creationId xmlns:a16="http://schemas.microsoft.com/office/drawing/2014/main" id="{6946939D-94CC-4B18-A2A0-16B807A31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05"/>
                <a:ext cx="45" cy="19"/>
              </a:xfrm>
              <a:custGeom>
                <a:avLst/>
                <a:gdLst>
                  <a:gd name="T0" fmla="*/ 0 w 18"/>
                  <a:gd name="T1" fmla="*/ 0 h 7"/>
                  <a:gd name="T2" fmla="*/ 283 w 1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0"/>
                    </a:moveTo>
                    <a:cubicBezTo>
                      <a:pt x="10" y="2"/>
                      <a:pt x="16" y="5"/>
                      <a:pt x="18" y="7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7" name="Freeform 320">
                <a:extLst>
                  <a:ext uri="{FF2B5EF4-FFF2-40B4-BE49-F238E27FC236}">
                    <a16:creationId xmlns:a16="http://schemas.microsoft.com/office/drawing/2014/main" id="{6B8D8979-636A-48F3-B673-4FF07099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69"/>
                <a:ext cx="15" cy="40"/>
              </a:xfrm>
              <a:custGeom>
                <a:avLst/>
                <a:gdLst>
                  <a:gd name="T0" fmla="*/ 0 w 6"/>
                  <a:gd name="T1" fmla="*/ 0 h 15"/>
                  <a:gd name="T2" fmla="*/ 95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2" y="9"/>
                      <a:pt x="2" y="10"/>
                      <a:pt x="6" y="15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8" name="Freeform 321">
                <a:extLst>
                  <a:ext uri="{FF2B5EF4-FFF2-40B4-BE49-F238E27FC236}">
                    <a16:creationId xmlns:a16="http://schemas.microsoft.com/office/drawing/2014/main" id="{C9C6ACA6-ECFD-4E35-A2EC-FE722E51D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401"/>
                <a:ext cx="7" cy="40"/>
              </a:xfrm>
              <a:custGeom>
                <a:avLst/>
                <a:gdLst>
                  <a:gd name="T0" fmla="*/ 0 w 3"/>
                  <a:gd name="T1" fmla="*/ 0 h 15"/>
                  <a:gd name="T2" fmla="*/ 37 w 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1" y="10"/>
                      <a:pt x="0" y="11"/>
                      <a:pt x="3" y="15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39" name="Freeform 322">
                <a:extLst>
                  <a:ext uri="{FF2B5EF4-FFF2-40B4-BE49-F238E27FC236}">
                    <a16:creationId xmlns:a16="http://schemas.microsoft.com/office/drawing/2014/main" id="{44A7F5A9-C072-40A7-A293-36A8E258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356"/>
                <a:ext cx="30" cy="56"/>
              </a:xfrm>
              <a:custGeom>
                <a:avLst/>
                <a:gdLst>
                  <a:gd name="T0" fmla="*/ 188 w 12"/>
                  <a:gd name="T1" fmla="*/ 0 h 21"/>
                  <a:gd name="T2" fmla="*/ 0 w 12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12" y="0"/>
                    </a:moveTo>
                    <a:cubicBezTo>
                      <a:pt x="7" y="5"/>
                      <a:pt x="1" y="11"/>
                      <a:pt x="0" y="21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0" name="Freeform 323">
                <a:extLst>
                  <a:ext uri="{FF2B5EF4-FFF2-40B4-BE49-F238E27FC236}">
                    <a16:creationId xmlns:a16="http://schemas.microsoft.com/office/drawing/2014/main" id="{297C0601-7F41-4510-A643-E0EA8A115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48"/>
                <a:ext cx="32" cy="24"/>
              </a:xfrm>
              <a:custGeom>
                <a:avLst/>
                <a:gdLst>
                  <a:gd name="T0" fmla="*/ 194 w 13"/>
                  <a:gd name="T1" fmla="*/ 0 h 9"/>
                  <a:gd name="T2" fmla="*/ 0 w 1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0" y="2"/>
                      <a:pt x="2" y="5"/>
                      <a:pt x="0" y="9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1" name="Freeform 324">
                <a:extLst>
                  <a:ext uri="{FF2B5EF4-FFF2-40B4-BE49-F238E27FC236}">
                    <a16:creationId xmlns:a16="http://schemas.microsoft.com/office/drawing/2014/main" id="{11005902-77AF-42D3-9F7F-FC4157FEB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279"/>
                <a:ext cx="55" cy="10"/>
              </a:xfrm>
              <a:custGeom>
                <a:avLst/>
                <a:gdLst>
                  <a:gd name="T0" fmla="*/ 0 w 22"/>
                  <a:gd name="T1" fmla="*/ 33 h 4"/>
                  <a:gd name="T2" fmla="*/ 345 w 2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10" y="0"/>
                      <a:pt x="16" y="2"/>
                      <a:pt x="22" y="4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2" name="Freeform 325">
                <a:extLst>
                  <a:ext uri="{FF2B5EF4-FFF2-40B4-BE49-F238E27FC236}">
                    <a16:creationId xmlns:a16="http://schemas.microsoft.com/office/drawing/2014/main" id="{1D275D00-8984-4B08-AE71-6D9BEAA6B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391"/>
                <a:ext cx="22" cy="61"/>
              </a:xfrm>
              <a:custGeom>
                <a:avLst/>
                <a:gdLst>
                  <a:gd name="T0" fmla="*/ 0 w 9"/>
                  <a:gd name="T1" fmla="*/ 34 h 23"/>
                  <a:gd name="T2" fmla="*/ 42 w 9"/>
                  <a:gd name="T3" fmla="*/ 281 h 23"/>
                  <a:gd name="T4" fmla="*/ 29 w 9"/>
                  <a:gd name="T5" fmla="*/ 374 h 23"/>
                  <a:gd name="T6" fmla="*/ 12 w 9"/>
                  <a:gd name="T7" fmla="*/ 430 h 23"/>
                  <a:gd name="T8" fmla="*/ 132 w 9"/>
                  <a:gd name="T9" fmla="*/ 408 h 23"/>
                  <a:gd name="T10" fmla="*/ 103 w 9"/>
                  <a:gd name="T11" fmla="*/ 353 h 23"/>
                  <a:gd name="T12" fmla="*/ 71 w 9"/>
                  <a:gd name="T13" fmla="*/ 225 h 23"/>
                  <a:gd name="T14" fmla="*/ 0 w 9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23">
                    <a:moveTo>
                      <a:pt x="0" y="2"/>
                    </a:moveTo>
                    <a:cubicBezTo>
                      <a:pt x="2" y="5"/>
                      <a:pt x="3" y="11"/>
                      <a:pt x="3" y="15"/>
                    </a:cubicBezTo>
                    <a:cubicBezTo>
                      <a:pt x="3" y="16"/>
                      <a:pt x="3" y="18"/>
                      <a:pt x="2" y="20"/>
                    </a:cubicBezTo>
                    <a:cubicBezTo>
                      <a:pt x="2" y="21"/>
                      <a:pt x="1" y="22"/>
                      <a:pt x="1" y="23"/>
                    </a:cubicBezTo>
                    <a:cubicBezTo>
                      <a:pt x="3" y="22"/>
                      <a:pt x="6" y="22"/>
                      <a:pt x="9" y="22"/>
                    </a:cubicBezTo>
                    <a:cubicBezTo>
                      <a:pt x="9" y="20"/>
                      <a:pt x="8" y="20"/>
                      <a:pt x="7" y="19"/>
                    </a:cubicBezTo>
                    <a:cubicBezTo>
                      <a:pt x="6" y="17"/>
                      <a:pt x="5" y="14"/>
                      <a:pt x="5" y="12"/>
                    </a:cubicBez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3" name="Freeform 326">
                <a:extLst>
                  <a:ext uri="{FF2B5EF4-FFF2-40B4-BE49-F238E27FC236}">
                    <a16:creationId xmlns:a16="http://schemas.microsoft.com/office/drawing/2014/main" id="{B9203F5C-79CE-4A2A-8891-7066A614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353"/>
                <a:ext cx="27" cy="83"/>
              </a:xfrm>
              <a:custGeom>
                <a:avLst/>
                <a:gdLst>
                  <a:gd name="T0" fmla="*/ 0 w 11"/>
                  <a:gd name="T1" fmla="*/ 0 h 31"/>
                  <a:gd name="T2" fmla="*/ 29 w 11"/>
                  <a:gd name="T3" fmla="*/ 286 h 31"/>
                  <a:gd name="T4" fmla="*/ 12 w 11"/>
                  <a:gd name="T5" fmla="*/ 594 h 31"/>
                  <a:gd name="T6" fmla="*/ 103 w 11"/>
                  <a:gd name="T7" fmla="*/ 517 h 31"/>
                  <a:gd name="T8" fmla="*/ 162 w 11"/>
                  <a:gd name="T9" fmla="*/ 479 h 31"/>
                  <a:gd name="T10" fmla="*/ 71 w 11"/>
                  <a:gd name="T11" fmla="*/ 286 h 31"/>
                  <a:gd name="T12" fmla="*/ 0 w 11"/>
                  <a:gd name="T13" fmla="*/ 3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1">
                    <a:moveTo>
                      <a:pt x="0" y="0"/>
                    </a:moveTo>
                    <a:cubicBezTo>
                      <a:pt x="1" y="5"/>
                      <a:pt x="1" y="10"/>
                      <a:pt x="2" y="15"/>
                    </a:cubicBezTo>
                    <a:cubicBezTo>
                      <a:pt x="4" y="21"/>
                      <a:pt x="4" y="26"/>
                      <a:pt x="1" y="31"/>
                    </a:cubicBezTo>
                    <a:cubicBezTo>
                      <a:pt x="3" y="29"/>
                      <a:pt x="5" y="28"/>
                      <a:pt x="7" y="27"/>
                    </a:cubicBezTo>
                    <a:cubicBezTo>
                      <a:pt x="9" y="26"/>
                      <a:pt x="10" y="26"/>
                      <a:pt x="11" y="25"/>
                    </a:cubicBezTo>
                    <a:cubicBezTo>
                      <a:pt x="8" y="23"/>
                      <a:pt x="6" y="19"/>
                      <a:pt x="5" y="15"/>
                    </a:cubicBezTo>
                    <a:cubicBezTo>
                      <a:pt x="4" y="11"/>
                      <a:pt x="2" y="6"/>
                      <a:pt x="0" y="2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4" name="Freeform 327">
                <a:extLst>
                  <a:ext uri="{FF2B5EF4-FFF2-40B4-BE49-F238E27FC236}">
                    <a16:creationId xmlns:a16="http://schemas.microsoft.com/office/drawing/2014/main" id="{6C71ADE7-B1AA-46A4-B25E-CF982A2AC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391"/>
                <a:ext cx="33" cy="56"/>
              </a:xfrm>
              <a:custGeom>
                <a:avLst/>
                <a:gdLst>
                  <a:gd name="T0" fmla="*/ 96 w 13"/>
                  <a:gd name="T1" fmla="*/ 35 h 21"/>
                  <a:gd name="T2" fmla="*/ 0 w 13"/>
                  <a:gd name="T3" fmla="*/ 397 h 21"/>
                  <a:gd name="T4" fmla="*/ 129 w 13"/>
                  <a:gd name="T5" fmla="*/ 341 h 21"/>
                  <a:gd name="T6" fmla="*/ 213 w 13"/>
                  <a:gd name="T7" fmla="*/ 307 h 21"/>
                  <a:gd name="T8" fmla="*/ 147 w 13"/>
                  <a:gd name="T9" fmla="*/ 171 h 21"/>
                  <a:gd name="T10" fmla="*/ 96 w 13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1">
                    <a:moveTo>
                      <a:pt x="6" y="2"/>
                    </a:moveTo>
                    <a:cubicBezTo>
                      <a:pt x="7" y="6"/>
                      <a:pt x="7" y="21"/>
                      <a:pt x="0" y="21"/>
                    </a:cubicBezTo>
                    <a:cubicBezTo>
                      <a:pt x="3" y="19"/>
                      <a:pt x="6" y="19"/>
                      <a:pt x="8" y="18"/>
                    </a:cubicBezTo>
                    <a:cubicBezTo>
                      <a:pt x="10" y="17"/>
                      <a:pt x="11" y="16"/>
                      <a:pt x="13" y="16"/>
                    </a:cubicBezTo>
                    <a:cubicBezTo>
                      <a:pt x="9" y="14"/>
                      <a:pt x="10" y="13"/>
                      <a:pt x="9" y="9"/>
                    </a:cubicBezTo>
                    <a:cubicBezTo>
                      <a:pt x="9" y="5"/>
                      <a:pt x="7" y="3"/>
                      <a:pt x="6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5" name="Freeform 328">
                <a:extLst>
                  <a:ext uri="{FF2B5EF4-FFF2-40B4-BE49-F238E27FC236}">
                    <a16:creationId xmlns:a16="http://schemas.microsoft.com/office/drawing/2014/main" id="{A5131EDA-1D1B-4E75-94AC-096AD74D7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353"/>
                <a:ext cx="60" cy="64"/>
              </a:xfrm>
              <a:custGeom>
                <a:avLst/>
                <a:gdLst>
                  <a:gd name="T0" fmla="*/ 20 w 24"/>
                  <a:gd name="T1" fmla="*/ 35 h 24"/>
                  <a:gd name="T2" fmla="*/ 188 w 24"/>
                  <a:gd name="T3" fmla="*/ 205 h 24"/>
                  <a:gd name="T4" fmla="*/ 375 w 24"/>
                  <a:gd name="T5" fmla="*/ 192 h 24"/>
                  <a:gd name="T6" fmla="*/ 83 w 24"/>
                  <a:gd name="T7" fmla="*/ 456 h 24"/>
                  <a:gd name="T8" fmla="*/ 158 w 24"/>
                  <a:gd name="T9" fmla="*/ 341 h 24"/>
                  <a:gd name="T10" fmla="*/ 113 w 24"/>
                  <a:gd name="T11" fmla="*/ 227 h 24"/>
                  <a:gd name="T12" fmla="*/ 0 w 24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1" y="2"/>
                    </a:moveTo>
                    <a:cubicBezTo>
                      <a:pt x="3" y="6"/>
                      <a:pt x="8" y="11"/>
                      <a:pt x="12" y="11"/>
                    </a:cubicBezTo>
                    <a:cubicBezTo>
                      <a:pt x="15" y="12"/>
                      <a:pt x="21" y="12"/>
                      <a:pt x="24" y="10"/>
                    </a:cubicBezTo>
                    <a:cubicBezTo>
                      <a:pt x="17" y="13"/>
                      <a:pt x="13" y="21"/>
                      <a:pt x="5" y="24"/>
                    </a:cubicBezTo>
                    <a:cubicBezTo>
                      <a:pt x="7" y="23"/>
                      <a:pt x="10" y="20"/>
                      <a:pt x="10" y="18"/>
                    </a:cubicBezTo>
                    <a:cubicBezTo>
                      <a:pt x="10" y="16"/>
                      <a:pt x="8" y="14"/>
                      <a:pt x="7" y="12"/>
                    </a:cubicBezTo>
                    <a:cubicBezTo>
                      <a:pt x="5" y="8"/>
                      <a:pt x="2" y="5"/>
                      <a:pt x="0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6" name="Freeform 329">
                <a:extLst>
                  <a:ext uri="{FF2B5EF4-FFF2-40B4-BE49-F238E27FC236}">
                    <a16:creationId xmlns:a16="http://schemas.microsoft.com/office/drawing/2014/main" id="{597FC066-ADED-4FF0-A494-0CD91482A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311"/>
                <a:ext cx="65" cy="66"/>
              </a:xfrm>
              <a:custGeom>
                <a:avLst/>
                <a:gdLst>
                  <a:gd name="T0" fmla="*/ 0 w 26"/>
                  <a:gd name="T1" fmla="*/ 111 h 25"/>
                  <a:gd name="T2" fmla="*/ 188 w 26"/>
                  <a:gd name="T3" fmla="*/ 222 h 25"/>
                  <a:gd name="T4" fmla="*/ 283 w 26"/>
                  <a:gd name="T5" fmla="*/ 145 h 25"/>
                  <a:gd name="T6" fmla="*/ 408 w 26"/>
                  <a:gd name="T7" fmla="*/ 0 h 25"/>
                  <a:gd name="T8" fmla="*/ 283 w 26"/>
                  <a:gd name="T9" fmla="*/ 238 h 25"/>
                  <a:gd name="T10" fmla="*/ 125 w 26"/>
                  <a:gd name="T11" fmla="*/ 459 h 25"/>
                  <a:gd name="T12" fmla="*/ 145 w 26"/>
                  <a:gd name="T13" fmla="*/ 280 h 25"/>
                  <a:gd name="T14" fmla="*/ 0 w 26"/>
                  <a:gd name="T15" fmla="*/ 11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5">
                    <a:moveTo>
                      <a:pt x="0" y="6"/>
                    </a:moveTo>
                    <a:cubicBezTo>
                      <a:pt x="3" y="8"/>
                      <a:pt x="8" y="12"/>
                      <a:pt x="12" y="12"/>
                    </a:cubicBezTo>
                    <a:cubicBezTo>
                      <a:pt x="14" y="12"/>
                      <a:pt x="17" y="10"/>
                      <a:pt x="18" y="8"/>
                    </a:cubicBezTo>
                    <a:cubicBezTo>
                      <a:pt x="21" y="6"/>
                      <a:pt x="25" y="3"/>
                      <a:pt x="26" y="0"/>
                    </a:cubicBezTo>
                    <a:cubicBezTo>
                      <a:pt x="23" y="4"/>
                      <a:pt x="22" y="9"/>
                      <a:pt x="18" y="13"/>
                    </a:cubicBezTo>
                    <a:cubicBezTo>
                      <a:pt x="14" y="17"/>
                      <a:pt x="11" y="21"/>
                      <a:pt x="8" y="25"/>
                    </a:cubicBezTo>
                    <a:cubicBezTo>
                      <a:pt x="8" y="20"/>
                      <a:pt x="11" y="19"/>
                      <a:pt x="9" y="15"/>
                    </a:cubicBezTo>
                    <a:cubicBezTo>
                      <a:pt x="7" y="11"/>
                      <a:pt x="3" y="9"/>
                      <a:pt x="0" y="6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7" name="Freeform 330">
                <a:extLst>
                  <a:ext uri="{FF2B5EF4-FFF2-40B4-BE49-F238E27FC236}">
                    <a16:creationId xmlns:a16="http://schemas.microsoft.com/office/drawing/2014/main" id="{549E7CAE-8C4A-4924-B012-508DA7D76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289"/>
                <a:ext cx="57" cy="62"/>
              </a:xfrm>
              <a:custGeom>
                <a:avLst/>
                <a:gdLst>
                  <a:gd name="T0" fmla="*/ 0 w 23"/>
                  <a:gd name="T1" fmla="*/ 137 h 23"/>
                  <a:gd name="T2" fmla="*/ 183 w 23"/>
                  <a:gd name="T3" fmla="*/ 175 h 23"/>
                  <a:gd name="T4" fmla="*/ 349 w 23"/>
                  <a:gd name="T5" fmla="*/ 0 h 23"/>
                  <a:gd name="T6" fmla="*/ 258 w 23"/>
                  <a:gd name="T7" fmla="*/ 218 h 23"/>
                  <a:gd name="T8" fmla="*/ 136 w 23"/>
                  <a:gd name="T9" fmla="*/ 450 h 23"/>
                  <a:gd name="T10" fmla="*/ 154 w 23"/>
                  <a:gd name="T11" fmla="*/ 313 h 23"/>
                  <a:gd name="T12" fmla="*/ 154 w 23"/>
                  <a:gd name="T13" fmla="*/ 232 h 23"/>
                  <a:gd name="T14" fmla="*/ 42 w 23"/>
                  <a:gd name="T15" fmla="*/ 15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3">
                    <a:moveTo>
                      <a:pt x="0" y="7"/>
                    </a:moveTo>
                    <a:cubicBezTo>
                      <a:pt x="5" y="8"/>
                      <a:pt x="7" y="10"/>
                      <a:pt x="12" y="9"/>
                    </a:cubicBezTo>
                    <a:cubicBezTo>
                      <a:pt x="17" y="7"/>
                      <a:pt x="19" y="2"/>
                      <a:pt x="23" y="0"/>
                    </a:cubicBezTo>
                    <a:cubicBezTo>
                      <a:pt x="20" y="3"/>
                      <a:pt x="19" y="7"/>
                      <a:pt x="17" y="11"/>
                    </a:cubicBezTo>
                    <a:cubicBezTo>
                      <a:pt x="15" y="15"/>
                      <a:pt x="12" y="19"/>
                      <a:pt x="9" y="23"/>
                    </a:cubicBezTo>
                    <a:cubicBezTo>
                      <a:pt x="9" y="21"/>
                      <a:pt x="10" y="19"/>
                      <a:pt x="10" y="16"/>
                    </a:cubicBezTo>
                    <a:cubicBezTo>
                      <a:pt x="10" y="15"/>
                      <a:pt x="11" y="13"/>
                      <a:pt x="10" y="12"/>
                    </a:cubicBezTo>
                    <a:cubicBezTo>
                      <a:pt x="9" y="10"/>
                      <a:pt x="5" y="10"/>
                      <a:pt x="3" y="8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8" name="Freeform 331">
                <a:extLst>
                  <a:ext uri="{FF2B5EF4-FFF2-40B4-BE49-F238E27FC236}">
                    <a16:creationId xmlns:a16="http://schemas.microsoft.com/office/drawing/2014/main" id="{746076AF-9ABB-4564-8487-4D36BDFE6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393"/>
                <a:ext cx="27" cy="62"/>
              </a:xfrm>
              <a:custGeom>
                <a:avLst/>
                <a:gdLst>
                  <a:gd name="T0" fmla="*/ 91 w 11"/>
                  <a:gd name="T1" fmla="*/ 0 h 23"/>
                  <a:gd name="T2" fmla="*/ 0 w 11"/>
                  <a:gd name="T3" fmla="*/ 429 h 23"/>
                  <a:gd name="T4" fmla="*/ 162 w 11"/>
                  <a:gd name="T5" fmla="*/ 429 h 23"/>
                  <a:gd name="T6" fmla="*/ 91 w 11"/>
                  <a:gd name="T7" fmla="*/ 2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6" y="0"/>
                    </a:moveTo>
                    <a:cubicBezTo>
                      <a:pt x="5" y="3"/>
                      <a:pt x="6" y="22"/>
                      <a:pt x="0" y="22"/>
                    </a:cubicBezTo>
                    <a:cubicBezTo>
                      <a:pt x="3" y="21"/>
                      <a:pt x="8" y="23"/>
                      <a:pt x="11" y="22"/>
                    </a:cubicBezTo>
                    <a:cubicBezTo>
                      <a:pt x="5" y="20"/>
                      <a:pt x="6" y="6"/>
                      <a:pt x="6" y="1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49" name="Freeform 332">
                <a:extLst>
                  <a:ext uri="{FF2B5EF4-FFF2-40B4-BE49-F238E27FC236}">
                    <a16:creationId xmlns:a16="http://schemas.microsoft.com/office/drawing/2014/main" id="{46B6978C-8727-47CA-BEE4-06A4C50FF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367"/>
                <a:ext cx="12" cy="61"/>
              </a:xfrm>
              <a:custGeom>
                <a:avLst/>
                <a:gdLst>
                  <a:gd name="T0" fmla="*/ 29 w 5"/>
                  <a:gd name="T1" fmla="*/ 77 h 23"/>
                  <a:gd name="T2" fmla="*/ 0 w 5"/>
                  <a:gd name="T3" fmla="*/ 430 h 23"/>
                  <a:gd name="T4" fmla="*/ 58 w 5"/>
                  <a:gd name="T5" fmla="*/ 316 h 23"/>
                  <a:gd name="T6" fmla="*/ 58 w 5"/>
                  <a:gd name="T7" fmla="*/ 133 h 23"/>
                  <a:gd name="T8" fmla="*/ 41 w 5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3">
                    <a:moveTo>
                      <a:pt x="2" y="4"/>
                    </a:moveTo>
                    <a:cubicBezTo>
                      <a:pt x="3" y="11"/>
                      <a:pt x="2" y="17"/>
                      <a:pt x="0" y="23"/>
                    </a:cubicBezTo>
                    <a:cubicBezTo>
                      <a:pt x="1" y="21"/>
                      <a:pt x="3" y="19"/>
                      <a:pt x="4" y="17"/>
                    </a:cubicBezTo>
                    <a:cubicBezTo>
                      <a:pt x="5" y="14"/>
                      <a:pt x="4" y="10"/>
                      <a:pt x="4" y="7"/>
                    </a:cubicBezTo>
                    <a:cubicBezTo>
                      <a:pt x="4" y="5"/>
                      <a:pt x="2" y="2"/>
                      <a:pt x="3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0" name="Freeform 333">
                <a:extLst>
                  <a:ext uri="{FF2B5EF4-FFF2-40B4-BE49-F238E27FC236}">
                    <a16:creationId xmlns:a16="http://schemas.microsoft.com/office/drawing/2014/main" id="{24CF3244-D2A8-4E56-B1F3-4438D4151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361"/>
                <a:ext cx="15" cy="56"/>
              </a:xfrm>
              <a:custGeom>
                <a:avLst/>
                <a:gdLst>
                  <a:gd name="T0" fmla="*/ 63 w 6"/>
                  <a:gd name="T1" fmla="*/ 0 h 21"/>
                  <a:gd name="T2" fmla="*/ 50 w 6"/>
                  <a:gd name="T3" fmla="*/ 205 h 21"/>
                  <a:gd name="T4" fmla="*/ 95 w 6"/>
                  <a:gd name="T5" fmla="*/ 397 h 21"/>
                  <a:gd name="T6" fmla="*/ 33 w 6"/>
                  <a:gd name="T7" fmla="*/ 248 h 21"/>
                  <a:gd name="T8" fmla="*/ 50 w 6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4" y="4"/>
                      <a:pt x="3" y="8"/>
                      <a:pt x="3" y="11"/>
                    </a:cubicBezTo>
                    <a:cubicBezTo>
                      <a:pt x="3" y="15"/>
                      <a:pt x="5" y="18"/>
                      <a:pt x="6" y="21"/>
                    </a:cubicBezTo>
                    <a:cubicBezTo>
                      <a:pt x="4" y="19"/>
                      <a:pt x="3" y="15"/>
                      <a:pt x="2" y="13"/>
                    </a:cubicBezTo>
                    <a:cubicBezTo>
                      <a:pt x="0" y="8"/>
                      <a:pt x="3" y="5"/>
                      <a:pt x="3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1" name="Freeform 334">
                <a:extLst>
                  <a:ext uri="{FF2B5EF4-FFF2-40B4-BE49-F238E27FC236}">
                    <a16:creationId xmlns:a16="http://schemas.microsoft.com/office/drawing/2014/main" id="{47EEAEBB-DF42-4DC8-9BF4-12D2362FA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356"/>
                <a:ext cx="50" cy="69"/>
              </a:xfrm>
              <a:custGeom>
                <a:avLst/>
                <a:gdLst>
                  <a:gd name="T0" fmla="*/ 270 w 20"/>
                  <a:gd name="T1" fmla="*/ 35 h 26"/>
                  <a:gd name="T2" fmla="*/ 145 w 20"/>
                  <a:gd name="T3" fmla="*/ 247 h 26"/>
                  <a:gd name="T4" fmla="*/ 83 w 20"/>
                  <a:gd name="T5" fmla="*/ 486 h 26"/>
                  <a:gd name="T6" fmla="*/ 0 w 20"/>
                  <a:gd name="T7" fmla="*/ 430 h 26"/>
                  <a:gd name="T8" fmla="*/ 113 w 20"/>
                  <a:gd name="T9" fmla="*/ 260 h 26"/>
                  <a:gd name="T10" fmla="*/ 313 w 2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17" y="2"/>
                    </a:moveTo>
                    <a:cubicBezTo>
                      <a:pt x="13" y="5"/>
                      <a:pt x="11" y="9"/>
                      <a:pt x="9" y="13"/>
                    </a:cubicBezTo>
                    <a:cubicBezTo>
                      <a:pt x="8" y="17"/>
                      <a:pt x="7" y="22"/>
                      <a:pt x="5" y="26"/>
                    </a:cubicBezTo>
                    <a:cubicBezTo>
                      <a:pt x="3" y="25"/>
                      <a:pt x="2" y="24"/>
                      <a:pt x="0" y="23"/>
                    </a:cubicBezTo>
                    <a:cubicBezTo>
                      <a:pt x="2" y="20"/>
                      <a:pt x="5" y="17"/>
                      <a:pt x="7" y="14"/>
                    </a:cubicBezTo>
                    <a:cubicBezTo>
                      <a:pt x="10" y="8"/>
                      <a:pt x="14" y="2"/>
                      <a:pt x="20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2" name="Freeform 335">
                <a:extLst>
                  <a:ext uri="{FF2B5EF4-FFF2-40B4-BE49-F238E27FC236}">
                    <a16:creationId xmlns:a16="http://schemas.microsoft.com/office/drawing/2014/main" id="{05C8E7FE-7FF4-422B-B773-C7EEFEF07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364"/>
                <a:ext cx="32" cy="77"/>
              </a:xfrm>
              <a:custGeom>
                <a:avLst/>
                <a:gdLst>
                  <a:gd name="T0" fmla="*/ 162 w 13"/>
                  <a:gd name="T1" fmla="*/ 0 h 29"/>
                  <a:gd name="T2" fmla="*/ 0 w 13"/>
                  <a:gd name="T3" fmla="*/ 451 h 29"/>
                  <a:gd name="T4" fmla="*/ 74 w 13"/>
                  <a:gd name="T5" fmla="*/ 465 h 29"/>
                  <a:gd name="T6" fmla="*/ 182 w 13"/>
                  <a:gd name="T7" fmla="*/ 520 h 29"/>
                  <a:gd name="T8" fmla="*/ 103 w 13"/>
                  <a:gd name="T9" fmla="*/ 353 h 29"/>
                  <a:gd name="T10" fmla="*/ 194 w 13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9">
                    <a:moveTo>
                      <a:pt x="11" y="0"/>
                    </a:moveTo>
                    <a:cubicBezTo>
                      <a:pt x="12" y="8"/>
                      <a:pt x="4" y="17"/>
                      <a:pt x="0" y="24"/>
                    </a:cubicBezTo>
                    <a:cubicBezTo>
                      <a:pt x="0" y="21"/>
                      <a:pt x="4" y="24"/>
                      <a:pt x="5" y="25"/>
                    </a:cubicBezTo>
                    <a:cubicBezTo>
                      <a:pt x="7" y="26"/>
                      <a:pt x="10" y="29"/>
                      <a:pt x="12" y="28"/>
                    </a:cubicBezTo>
                    <a:cubicBezTo>
                      <a:pt x="8" y="27"/>
                      <a:pt x="6" y="23"/>
                      <a:pt x="7" y="19"/>
                    </a:cubicBezTo>
                    <a:cubicBezTo>
                      <a:pt x="10" y="13"/>
                      <a:pt x="11" y="6"/>
                      <a:pt x="13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3" name="Freeform 336">
                <a:extLst>
                  <a:ext uri="{FF2B5EF4-FFF2-40B4-BE49-F238E27FC236}">
                    <a16:creationId xmlns:a16="http://schemas.microsoft.com/office/drawing/2014/main" id="{B3A31B2F-065C-4118-BC33-178294E62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380"/>
                <a:ext cx="25" cy="64"/>
              </a:xfrm>
              <a:custGeom>
                <a:avLst/>
                <a:gdLst>
                  <a:gd name="T0" fmla="*/ 158 w 10"/>
                  <a:gd name="T1" fmla="*/ 0 h 24"/>
                  <a:gd name="T2" fmla="*/ 125 w 10"/>
                  <a:gd name="T3" fmla="*/ 456 h 24"/>
                  <a:gd name="T4" fmla="*/ 0 w 10"/>
                  <a:gd name="T5" fmla="*/ 397 h 24"/>
                  <a:gd name="T6" fmla="*/ 125 w 10"/>
                  <a:gd name="T7" fmla="*/ 9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cubicBezTo>
                      <a:pt x="8" y="8"/>
                      <a:pt x="4" y="16"/>
                      <a:pt x="8" y="24"/>
                    </a:cubicBezTo>
                    <a:cubicBezTo>
                      <a:pt x="5" y="22"/>
                      <a:pt x="2" y="22"/>
                      <a:pt x="0" y="21"/>
                    </a:cubicBezTo>
                    <a:cubicBezTo>
                      <a:pt x="4" y="21"/>
                      <a:pt x="6" y="8"/>
                      <a:pt x="8" y="5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4" name="Freeform 337">
                <a:extLst>
                  <a:ext uri="{FF2B5EF4-FFF2-40B4-BE49-F238E27FC236}">
                    <a16:creationId xmlns:a16="http://schemas.microsoft.com/office/drawing/2014/main" id="{5E7D2EBC-0E31-49BE-9563-790373B49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399"/>
                <a:ext cx="25" cy="50"/>
              </a:xfrm>
              <a:custGeom>
                <a:avLst/>
                <a:gdLst>
                  <a:gd name="T0" fmla="*/ 113 w 10"/>
                  <a:gd name="T1" fmla="*/ 0 h 19"/>
                  <a:gd name="T2" fmla="*/ 63 w 10"/>
                  <a:gd name="T3" fmla="*/ 200 h 19"/>
                  <a:gd name="T4" fmla="*/ 0 w 10"/>
                  <a:gd name="T5" fmla="*/ 311 h 19"/>
                  <a:gd name="T6" fmla="*/ 158 w 10"/>
                  <a:gd name="T7" fmla="*/ 326 h 19"/>
                  <a:gd name="T8" fmla="*/ 95 w 10"/>
                  <a:gd name="T9" fmla="*/ 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9">
                    <a:moveTo>
                      <a:pt x="7" y="0"/>
                    </a:moveTo>
                    <a:cubicBezTo>
                      <a:pt x="6" y="4"/>
                      <a:pt x="5" y="7"/>
                      <a:pt x="4" y="11"/>
                    </a:cubicBezTo>
                    <a:cubicBezTo>
                      <a:pt x="3" y="13"/>
                      <a:pt x="1" y="15"/>
                      <a:pt x="0" y="17"/>
                    </a:cubicBezTo>
                    <a:cubicBezTo>
                      <a:pt x="4" y="16"/>
                      <a:pt x="7" y="19"/>
                      <a:pt x="10" y="18"/>
                    </a:cubicBezTo>
                    <a:cubicBezTo>
                      <a:pt x="2" y="17"/>
                      <a:pt x="7" y="7"/>
                      <a:pt x="6" y="2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5" name="Freeform 338">
                <a:extLst>
                  <a:ext uri="{FF2B5EF4-FFF2-40B4-BE49-F238E27FC236}">
                    <a16:creationId xmlns:a16="http://schemas.microsoft.com/office/drawing/2014/main" id="{3E768193-1DB7-4217-8538-4181D9DBC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151"/>
                <a:ext cx="40" cy="42"/>
              </a:xfrm>
              <a:custGeom>
                <a:avLst/>
                <a:gdLst>
                  <a:gd name="T0" fmla="*/ 238 w 16"/>
                  <a:gd name="T1" fmla="*/ 0 h 16"/>
                  <a:gd name="T2" fmla="*/ 125 w 16"/>
                  <a:gd name="T3" fmla="*/ 165 h 16"/>
                  <a:gd name="T4" fmla="*/ 0 w 16"/>
                  <a:gd name="T5" fmla="*/ 289 h 16"/>
                  <a:gd name="T6" fmla="*/ 250 w 1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5" y="0"/>
                    </a:moveTo>
                    <a:cubicBezTo>
                      <a:pt x="12" y="3"/>
                      <a:pt x="10" y="6"/>
                      <a:pt x="8" y="9"/>
                    </a:cubicBezTo>
                    <a:cubicBezTo>
                      <a:pt x="5" y="11"/>
                      <a:pt x="1" y="13"/>
                      <a:pt x="0" y="16"/>
                    </a:cubicBezTo>
                    <a:cubicBezTo>
                      <a:pt x="6" y="13"/>
                      <a:pt x="16" y="8"/>
                      <a:pt x="16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6" name="Freeform 339">
                <a:extLst>
                  <a:ext uri="{FF2B5EF4-FFF2-40B4-BE49-F238E27FC236}">
                    <a16:creationId xmlns:a16="http://schemas.microsoft.com/office/drawing/2014/main" id="{89976F6F-0CD6-459A-BE22-040515D9F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097"/>
                <a:ext cx="33" cy="86"/>
              </a:xfrm>
              <a:custGeom>
                <a:avLst/>
                <a:gdLst>
                  <a:gd name="T0" fmla="*/ 193 w 13"/>
                  <a:gd name="T1" fmla="*/ 0 h 32"/>
                  <a:gd name="T2" fmla="*/ 160 w 13"/>
                  <a:gd name="T3" fmla="*/ 312 h 32"/>
                  <a:gd name="T4" fmla="*/ 84 w 13"/>
                  <a:gd name="T5" fmla="*/ 484 h 32"/>
                  <a:gd name="T6" fmla="*/ 0 w 13"/>
                  <a:gd name="T7" fmla="*/ 621 h 32"/>
                  <a:gd name="T8" fmla="*/ 51 w 13"/>
                  <a:gd name="T9" fmla="*/ 505 h 32"/>
                  <a:gd name="T10" fmla="*/ 96 w 13"/>
                  <a:gd name="T11" fmla="*/ 347 h 32"/>
                  <a:gd name="T12" fmla="*/ 147 w 13"/>
                  <a:gd name="T13" fmla="*/ 231 h 32"/>
                  <a:gd name="T14" fmla="*/ 180 w 13"/>
                  <a:gd name="T15" fmla="*/ 81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2">
                    <a:moveTo>
                      <a:pt x="12" y="0"/>
                    </a:moveTo>
                    <a:cubicBezTo>
                      <a:pt x="13" y="5"/>
                      <a:pt x="11" y="11"/>
                      <a:pt x="10" y="16"/>
                    </a:cubicBezTo>
                    <a:cubicBezTo>
                      <a:pt x="9" y="19"/>
                      <a:pt x="7" y="22"/>
                      <a:pt x="5" y="25"/>
                    </a:cubicBezTo>
                    <a:cubicBezTo>
                      <a:pt x="3" y="27"/>
                      <a:pt x="2" y="30"/>
                      <a:pt x="0" y="32"/>
                    </a:cubicBezTo>
                    <a:cubicBezTo>
                      <a:pt x="2" y="30"/>
                      <a:pt x="2" y="28"/>
                      <a:pt x="3" y="26"/>
                    </a:cubicBezTo>
                    <a:cubicBezTo>
                      <a:pt x="5" y="23"/>
                      <a:pt x="5" y="21"/>
                      <a:pt x="6" y="18"/>
                    </a:cubicBezTo>
                    <a:cubicBezTo>
                      <a:pt x="7" y="16"/>
                      <a:pt x="9" y="14"/>
                      <a:pt x="9" y="12"/>
                    </a:cubicBezTo>
                    <a:cubicBezTo>
                      <a:pt x="10" y="10"/>
                      <a:pt x="10" y="7"/>
                      <a:pt x="11" y="4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7" name="Freeform 340">
                <a:extLst>
                  <a:ext uri="{FF2B5EF4-FFF2-40B4-BE49-F238E27FC236}">
                    <a16:creationId xmlns:a16="http://schemas.microsoft.com/office/drawing/2014/main" id="{2B9B1DB8-25E9-47A8-AF7F-21D155AD0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097"/>
                <a:ext cx="13" cy="67"/>
              </a:xfrm>
              <a:custGeom>
                <a:avLst/>
                <a:gdLst>
                  <a:gd name="T0" fmla="*/ 55 w 5"/>
                  <a:gd name="T1" fmla="*/ 56 h 25"/>
                  <a:gd name="T2" fmla="*/ 34 w 5"/>
                  <a:gd name="T3" fmla="*/ 287 h 25"/>
                  <a:gd name="T4" fmla="*/ 21 w 5"/>
                  <a:gd name="T5" fmla="*/ 389 h 25"/>
                  <a:gd name="T6" fmla="*/ 0 w 5"/>
                  <a:gd name="T7" fmla="*/ 482 h 25"/>
                  <a:gd name="T8" fmla="*/ 21 w 5"/>
                  <a:gd name="T9" fmla="*/ 461 h 25"/>
                  <a:gd name="T10" fmla="*/ 55 w 5"/>
                  <a:gd name="T11" fmla="*/ 346 h 25"/>
                  <a:gd name="T12" fmla="*/ 88 w 5"/>
                  <a:gd name="T13" fmla="*/ 115 h 25"/>
                  <a:gd name="T14" fmla="*/ 55 w 5"/>
                  <a:gd name="T15" fmla="*/ 21 h 25"/>
                  <a:gd name="T16" fmla="*/ 21 w 5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25">
                    <a:moveTo>
                      <a:pt x="3" y="3"/>
                    </a:moveTo>
                    <a:cubicBezTo>
                      <a:pt x="4" y="7"/>
                      <a:pt x="3" y="11"/>
                      <a:pt x="2" y="15"/>
                    </a:cubicBezTo>
                    <a:cubicBezTo>
                      <a:pt x="2" y="17"/>
                      <a:pt x="1" y="18"/>
                      <a:pt x="1" y="20"/>
                    </a:cubicBezTo>
                    <a:cubicBezTo>
                      <a:pt x="0" y="22"/>
                      <a:pt x="0" y="23"/>
                      <a:pt x="0" y="25"/>
                    </a:cubicBezTo>
                    <a:cubicBezTo>
                      <a:pt x="0" y="25"/>
                      <a:pt x="0" y="24"/>
                      <a:pt x="1" y="24"/>
                    </a:cubicBezTo>
                    <a:cubicBezTo>
                      <a:pt x="2" y="22"/>
                      <a:pt x="3" y="20"/>
                      <a:pt x="3" y="18"/>
                    </a:cubicBezTo>
                    <a:cubicBezTo>
                      <a:pt x="4" y="14"/>
                      <a:pt x="5" y="10"/>
                      <a:pt x="5" y="6"/>
                    </a:cubicBezTo>
                    <a:cubicBezTo>
                      <a:pt x="5" y="5"/>
                      <a:pt x="4" y="2"/>
                      <a:pt x="3" y="1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8" name="Freeform 341">
                <a:extLst>
                  <a:ext uri="{FF2B5EF4-FFF2-40B4-BE49-F238E27FC236}">
                    <a16:creationId xmlns:a16="http://schemas.microsoft.com/office/drawing/2014/main" id="{CF831DFE-8BA6-4BD6-B874-1A512786A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113"/>
                <a:ext cx="10" cy="72"/>
              </a:xfrm>
              <a:custGeom>
                <a:avLst/>
                <a:gdLst>
                  <a:gd name="T0" fmla="*/ 63 w 4"/>
                  <a:gd name="T1" fmla="*/ 0 h 27"/>
                  <a:gd name="T2" fmla="*/ 33 w 4"/>
                  <a:gd name="T3" fmla="*/ 248 h 27"/>
                  <a:gd name="T4" fmla="*/ 63 w 4"/>
                  <a:gd name="T5" fmla="*/ 512 h 27"/>
                  <a:gd name="T6" fmla="*/ 33 w 4"/>
                  <a:gd name="T7" fmla="*/ 397 h 27"/>
                  <a:gd name="T8" fmla="*/ 0 w 4"/>
                  <a:gd name="T9" fmla="*/ 171 h 27"/>
                  <a:gd name="T10" fmla="*/ 50 w 4"/>
                  <a:gd name="T11" fmla="*/ 35 h 27"/>
                  <a:gd name="T12" fmla="*/ 63 w 4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27">
                    <a:moveTo>
                      <a:pt x="4" y="0"/>
                    </a:moveTo>
                    <a:cubicBezTo>
                      <a:pt x="2" y="5"/>
                      <a:pt x="2" y="9"/>
                      <a:pt x="2" y="13"/>
                    </a:cubicBezTo>
                    <a:cubicBezTo>
                      <a:pt x="2" y="18"/>
                      <a:pt x="4" y="22"/>
                      <a:pt x="4" y="27"/>
                    </a:cubicBezTo>
                    <a:cubicBezTo>
                      <a:pt x="3" y="25"/>
                      <a:pt x="2" y="23"/>
                      <a:pt x="2" y="21"/>
                    </a:cubicBezTo>
                    <a:cubicBezTo>
                      <a:pt x="1" y="17"/>
                      <a:pt x="0" y="13"/>
                      <a:pt x="0" y="9"/>
                    </a:cubicBezTo>
                    <a:cubicBezTo>
                      <a:pt x="1" y="7"/>
                      <a:pt x="2" y="4"/>
                      <a:pt x="3" y="2"/>
                    </a:cubicBezTo>
                    <a:cubicBezTo>
                      <a:pt x="3" y="1"/>
                      <a:pt x="3" y="0"/>
                      <a:pt x="4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59" name="Freeform 342">
                <a:extLst>
                  <a:ext uri="{FF2B5EF4-FFF2-40B4-BE49-F238E27FC236}">
                    <a16:creationId xmlns:a16="http://schemas.microsoft.com/office/drawing/2014/main" id="{E9B10D99-79D8-4E82-992B-80758A999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292"/>
                <a:ext cx="70" cy="13"/>
              </a:xfrm>
              <a:custGeom>
                <a:avLst/>
                <a:gdLst>
                  <a:gd name="T0" fmla="*/ 0 w 28"/>
                  <a:gd name="T1" fmla="*/ 0 h 5"/>
                  <a:gd name="T2" fmla="*/ 175 w 28"/>
                  <a:gd name="T3" fmla="*/ 55 h 5"/>
                  <a:gd name="T4" fmla="*/ 438 w 28"/>
                  <a:gd name="T5" fmla="*/ 34 h 5"/>
                  <a:gd name="T6" fmla="*/ 208 w 28"/>
                  <a:gd name="T7" fmla="*/ 88 h 5"/>
                  <a:gd name="T8" fmla="*/ 63 w 28"/>
                  <a:gd name="T9" fmla="*/ 34 h 5"/>
                  <a:gd name="T10" fmla="*/ 33 w 2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  <a:cubicBezTo>
                      <a:pt x="17" y="3"/>
                      <a:pt x="22" y="2"/>
                      <a:pt x="28" y="2"/>
                    </a:cubicBezTo>
                    <a:cubicBezTo>
                      <a:pt x="25" y="4"/>
                      <a:pt x="17" y="5"/>
                      <a:pt x="13" y="5"/>
                    </a:cubicBezTo>
                    <a:cubicBezTo>
                      <a:pt x="11" y="4"/>
                      <a:pt x="6" y="3"/>
                      <a:pt x="4" y="2"/>
                    </a:cubicBezTo>
                    <a:cubicBezTo>
                      <a:pt x="3" y="2"/>
                      <a:pt x="3" y="0"/>
                      <a:pt x="2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0" name="Freeform 343">
                <a:extLst>
                  <a:ext uri="{FF2B5EF4-FFF2-40B4-BE49-F238E27FC236}">
                    <a16:creationId xmlns:a16="http://schemas.microsoft.com/office/drawing/2014/main" id="{AB396DD0-FB60-48EA-BACD-B59773612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53" cy="19"/>
              </a:xfrm>
              <a:custGeom>
                <a:avLst/>
                <a:gdLst>
                  <a:gd name="T0" fmla="*/ 50 w 21"/>
                  <a:gd name="T1" fmla="*/ 103 h 7"/>
                  <a:gd name="T2" fmla="*/ 338 w 21"/>
                  <a:gd name="T3" fmla="*/ 0 h 7"/>
                  <a:gd name="T4" fmla="*/ 209 w 21"/>
                  <a:gd name="T5" fmla="*/ 103 h 7"/>
                  <a:gd name="T6" fmla="*/ 96 w 21"/>
                  <a:gd name="T7" fmla="*/ 141 h 7"/>
                  <a:gd name="T8" fmla="*/ 0 w 21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3" y="5"/>
                    </a:moveTo>
                    <a:cubicBezTo>
                      <a:pt x="9" y="3"/>
                      <a:pt x="15" y="3"/>
                      <a:pt x="21" y="0"/>
                    </a:cubicBezTo>
                    <a:cubicBezTo>
                      <a:pt x="19" y="2"/>
                      <a:pt x="16" y="4"/>
                      <a:pt x="13" y="5"/>
                    </a:cubicBezTo>
                    <a:cubicBezTo>
                      <a:pt x="11" y="6"/>
                      <a:pt x="9" y="7"/>
                      <a:pt x="6" y="7"/>
                    </a:cubicBezTo>
                    <a:cubicBezTo>
                      <a:pt x="4" y="7"/>
                      <a:pt x="2" y="5"/>
                      <a:pt x="0" y="6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1" name="Freeform 344">
                <a:extLst>
                  <a:ext uri="{FF2B5EF4-FFF2-40B4-BE49-F238E27FC236}">
                    <a16:creationId xmlns:a16="http://schemas.microsoft.com/office/drawing/2014/main" id="{05782218-EAF8-4B59-81E3-E6EF961E3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364"/>
                <a:ext cx="53" cy="48"/>
              </a:xfrm>
              <a:custGeom>
                <a:avLst/>
                <a:gdLst>
                  <a:gd name="T0" fmla="*/ 0 w 21"/>
                  <a:gd name="T1" fmla="*/ 115 h 18"/>
                  <a:gd name="T2" fmla="*/ 114 w 21"/>
                  <a:gd name="T3" fmla="*/ 227 h 18"/>
                  <a:gd name="T4" fmla="*/ 255 w 21"/>
                  <a:gd name="T5" fmla="*/ 341 h 18"/>
                  <a:gd name="T6" fmla="*/ 242 w 21"/>
                  <a:gd name="T7" fmla="*/ 149 h 18"/>
                  <a:gd name="T8" fmla="*/ 338 w 21"/>
                  <a:gd name="T9" fmla="*/ 0 h 18"/>
                  <a:gd name="T10" fmla="*/ 192 w 21"/>
                  <a:gd name="T11" fmla="*/ 115 h 18"/>
                  <a:gd name="T12" fmla="*/ 114 w 21"/>
                  <a:gd name="T13" fmla="*/ 192 h 18"/>
                  <a:gd name="T14" fmla="*/ 0 w 21"/>
                  <a:gd name="T15" fmla="*/ 17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8">
                    <a:moveTo>
                      <a:pt x="0" y="6"/>
                    </a:moveTo>
                    <a:cubicBezTo>
                      <a:pt x="3" y="8"/>
                      <a:pt x="5" y="10"/>
                      <a:pt x="7" y="12"/>
                    </a:cubicBezTo>
                    <a:cubicBezTo>
                      <a:pt x="10" y="14"/>
                      <a:pt x="13" y="16"/>
                      <a:pt x="16" y="18"/>
                    </a:cubicBezTo>
                    <a:cubicBezTo>
                      <a:pt x="12" y="14"/>
                      <a:pt x="12" y="12"/>
                      <a:pt x="15" y="8"/>
                    </a:cubicBezTo>
                    <a:cubicBezTo>
                      <a:pt x="17" y="5"/>
                      <a:pt x="21" y="2"/>
                      <a:pt x="21" y="0"/>
                    </a:cubicBezTo>
                    <a:cubicBezTo>
                      <a:pt x="19" y="3"/>
                      <a:pt x="15" y="4"/>
                      <a:pt x="12" y="6"/>
                    </a:cubicBezTo>
                    <a:cubicBezTo>
                      <a:pt x="11" y="7"/>
                      <a:pt x="10" y="10"/>
                      <a:pt x="7" y="10"/>
                    </a:cubicBezTo>
                    <a:cubicBezTo>
                      <a:pt x="5" y="10"/>
                      <a:pt x="3" y="9"/>
                      <a:pt x="0" y="9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2" name="Freeform 345">
                <a:extLst>
                  <a:ext uri="{FF2B5EF4-FFF2-40B4-BE49-F238E27FC236}">
                    <a16:creationId xmlns:a16="http://schemas.microsoft.com/office/drawing/2014/main" id="{A4B436C2-8F4A-411B-A738-4B524D2F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167"/>
                <a:ext cx="65" cy="82"/>
              </a:xfrm>
              <a:custGeom>
                <a:avLst/>
                <a:gdLst>
                  <a:gd name="T0" fmla="*/ 250 w 26"/>
                  <a:gd name="T1" fmla="*/ 0 h 31"/>
                  <a:gd name="T2" fmla="*/ 220 w 26"/>
                  <a:gd name="T3" fmla="*/ 294 h 31"/>
                  <a:gd name="T4" fmla="*/ 0 w 26"/>
                  <a:gd name="T5" fmla="*/ 370 h 31"/>
                  <a:gd name="T6" fmla="*/ 208 w 26"/>
                  <a:gd name="T7" fmla="*/ 370 h 31"/>
                  <a:gd name="T8" fmla="*/ 395 w 26"/>
                  <a:gd name="T9" fmla="*/ 574 h 31"/>
                  <a:gd name="T10" fmla="*/ 313 w 26"/>
                  <a:gd name="T11" fmla="*/ 3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1">
                    <a:moveTo>
                      <a:pt x="16" y="0"/>
                    </a:moveTo>
                    <a:cubicBezTo>
                      <a:pt x="20" y="5"/>
                      <a:pt x="18" y="13"/>
                      <a:pt x="14" y="16"/>
                    </a:cubicBezTo>
                    <a:cubicBezTo>
                      <a:pt x="9" y="19"/>
                      <a:pt x="4" y="18"/>
                      <a:pt x="0" y="20"/>
                    </a:cubicBezTo>
                    <a:cubicBezTo>
                      <a:pt x="3" y="19"/>
                      <a:pt x="9" y="19"/>
                      <a:pt x="13" y="20"/>
                    </a:cubicBezTo>
                    <a:cubicBezTo>
                      <a:pt x="19" y="21"/>
                      <a:pt x="21" y="27"/>
                      <a:pt x="25" y="31"/>
                    </a:cubicBezTo>
                    <a:cubicBezTo>
                      <a:pt x="26" y="21"/>
                      <a:pt x="23" y="11"/>
                      <a:pt x="20" y="2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3" name="Freeform 346">
                <a:extLst>
                  <a:ext uri="{FF2B5EF4-FFF2-40B4-BE49-F238E27FC236}">
                    <a16:creationId xmlns:a16="http://schemas.microsoft.com/office/drawing/2014/main" id="{33A6602E-E199-4C71-9918-D9C11343F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207"/>
                <a:ext cx="58" cy="101"/>
              </a:xfrm>
              <a:custGeom>
                <a:avLst/>
                <a:gdLst>
                  <a:gd name="T0" fmla="*/ 242 w 23"/>
                  <a:gd name="T1" fmla="*/ 114 h 38"/>
                  <a:gd name="T2" fmla="*/ 209 w 23"/>
                  <a:gd name="T3" fmla="*/ 319 h 38"/>
                  <a:gd name="T4" fmla="*/ 83 w 23"/>
                  <a:gd name="T5" fmla="*/ 375 h 38"/>
                  <a:gd name="T6" fmla="*/ 0 w 23"/>
                  <a:gd name="T7" fmla="*/ 375 h 38"/>
                  <a:gd name="T8" fmla="*/ 222 w 23"/>
                  <a:gd name="T9" fmla="*/ 465 h 38"/>
                  <a:gd name="T10" fmla="*/ 192 w 23"/>
                  <a:gd name="T11" fmla="*/ 712 h 38"/>
                  <a:gd name="T12" fmla="*/ 338 w 23"/>
                  <a:gd name="T13" fmla="*/ 452 h 38"/>
                  <a:gd name="T14" fmla="*/ 318 w 23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8">
                    <a:moveTo>
                      <a:pt x="15" y="6"/>
                    </a:moveTo>
                    <a:cubicBezTo>
                      <a:pt x="18" y="9"/>
                      <a:pt x="16" y="15"/>
                      <a:pt x="13" y="17"/>
                    </a:cubicBezTo>
                    <a:cubicBezTo>
                      <a:pt x="10" y="18"/>
                      <a:pt x="8" y="19"/>
                      <a:pt x="5" y="20"/>
                    </a:cubicBezTo>
                    <a:cubicBezTo>
                      <a:pt x="3" y="20"/>
                      <a:pt x="1" y="19"/>
                      <a:pt x="0" y="20"/>
                    </a:cubicBezTo>
                    <a:cubicBezTo>
                      <a:pt x="4" y="19"/>
                      <a:pt x="11" y="20"/>
                      <a:pt x="14" y="25"/>
                    </a:cubicBezTo>
                    <a:cubicBezTo>
                      <a:pt x="16" y="28"/>
                      <a:pt x="14" y="35"/>
                      <a:pt x="12" y="38"/>
                    </a:cubicBezTo>
                    <a:cubicBezTo>
                      <a:pt x="16" y="34"/>
                      <a:pt x="20" y="30"/>
                      <a:pt x="21" y="24"/>
                    </a:cubicBezTo>
                    <a:cubicBezTo>
                      <a:pt x="23" y="15"/>
                      <a:pt x="22" y="8"/>
                      <a:pt x="20" y="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4" name="Freeform 347">
                <a:extLst>
                  <a:ext uri="{FF2B5EF4-FFF2-40B4-BE49-F238E27FC236}">
                    <a16:creationId xmlns:a16="http://schemas.microsoft.com/office/drawing/2014/main" id="{B528213C-6A54-4BEA-ADDE-F8FBFB97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177"/>
                <a:ext cx="47" cy="40"/>
              </a:xfrm>
              <a:custGeom>
                <a:avLst/>
                <a:gdLst>
                  <a:gd name="T0" fmla="*/ 0 w 19"/>
                  <a:gd name="T1" fmla="*/ 77 h 15"/>
                  <a:gd name="T2" fmla="*/ 287 w 19"/>
                  <a:gd name="T3" fmla="*/ 285 h 15"/>
                  <a:gd name="T4" fmla="*/ 166 w 19"/>
                  <a:gd name="T5" fmla="*/ 115 h 15"/>
                  <a:gd name="T6" fmla="*/ 30 w 19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0" y="4"/>
                    </a:moveTo>
                    <a:cubicBezTo>
                      <a:pt x="6" y="0"/>
                      <a:pt x="14" y="13"/>
                      <a:pt x="19" y="15"/>
                    </a:cubicBezTo>
                    <a:cubicBezTo>
                      <a:pt x="18" y="11"/>
                      <a:pt x="14" y="8"/>
                      <a:pt x="11" y="6"/>
                    </a:cubicBezTo>
                    <a:cubicBezTo>
                      <a:pt x="7" y="3"/>
                      <a:pt x="6" y="2"/>
                      <a:pt x="2" y="3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5" name="Freeform 348">
                <a:extLst>
                  <a:ext uri="{FF2B5EF4-FFF2-40B4-BE49-F238E27FC236}">
                    <a16:creationId xmlns:a16="http://schemas.microsoft.com/office/drawing/2014/main" id="{DFB72071-BBA1-433C-ACE3-08E010BEE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076"/>
                <a:ext cx="18" cy="51"/>
              </a:xfrm>
              <a:custGeom>
                <a:avLst/>
                <a:gdLst>
                  <a:gd name="T0" fmla="*/ 33 w 7"/>
                  <a:gd name="T1" fmla="*/ 81 h 19"/>
                  <a:gd name="T2" fmla="*/ 0 w 7"/>
                  <a:gd name="T3" fmla="*/ 368 h 19"/>
                  <a:gd name="T4" fmla="*/ 21 w 7"/>
                  <a:gd name="T5" fmla="*/ 3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2" y="4"/>
                    </a:moveTo>
                    <a:cubicBezTo>
                      <a:pt x="4" y="8"/>
                      <a:pt x="3" y="16"/>
                      <a:pt x="0" y="19"/>
                    </a:cubicBezTo>
                    <a:cubicBezTo>
                      <a:pt x="3" y="17"/>
                      <a:pt x="7" y="0"/>
                      <a:pt x="1" y="2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6" name="Freeform 349">
                <a:extLst>
                  <a:ext uri="{FF2B5EF4-FFF2-40B4-BE49-F238E27FC236}">
                    <a16:creationId xmlns:a16="http://schemas.microsoft.com/office/drawing/2014/main" id="{9419DF88-1322-4FE3-A287-1AD82B613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975"/>
                <a:ext cx="210" cy="192"/>
              </a:xfrm>
              <a:custGeom>
                <a:avLst/>
                <a:gdLst>
                  <a:gd name="T0" fmla="*/ 0 w 84"/>
                  <a:gd name="T1" fmla="*/ 568 h 72"/>
                  <a:gd name="T2" fmla="*/ 1313 w 84"/>
                  <a:gd name="T3" fmla="*/ 1365 h 72"/>
                  <a:gd name="T4" fmla="*/ 270 w 84"/>
                  <a:gd name="T5" fmla="*/ 0 h 72"/>
                  <a:gd name="T6" fmla="*/ 550 w 84"/>
                  <a:gd name="T7" fmla="*/ 419 h 72"/>
                  <a:gd name="T8" fmla="*/ 0 w 84"/>
                  <a:gd name="T9" fmla="*/ 568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2">
                    <a:moveTo>
                      <a:pt x="0" y="30"/>
                    </a:moveTo>
                    <a:cubicBezTo>
                      <a:pt x="26" y="29"/>
                      <a:pt x="73" y="36"/>
                      <a:pt x="84" y="72"/>
                    </a:cubicBezTo>
                    <a:cubicBezTo>
                      <a:pt x="82" y="59"/>
                      <a:pt x="61" y="11"/>
                      <a:pt x="17" y="0"/>
                    </a:cubicBezTo>
                    <a:cubicBezTo>
                      <a:pt x="30" y="5"/>
                      <a:pt x="39" y="13"/>
                      <a:pt x="35" y="22"/>
                    </a:cubicBezTo>
                    <a:cubicBezTo>
                      <a:pt x="30" y="30"/>
                      <a:pt x="14" y="26"/>
                      <a:pt x="0" y="30"/>
                    </a:cubicBezTo>
                    <a:close/>
                  </a:path>
                </a:pathLst>
              </a:custGeom>
              <a:solidFill>
                <a:srgbClr val="CA83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7" name="Freeform 350">
                <a:extLst>
                  <a:ext uri="{FF2B5EF4-FFF2-40B4-BE49-F238E27FC236}">
                    <a16:creationId xmlns:a16="http://schemas.microsoft.com/office/drawing/2014/main" id="{6E8F2617-21EE-4120-8927-7A67BBA89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033"/>
                <a:ext cx="92" cy="126"/>
              </a:xfrm>
              <a:custGeom>
                <a:avLst/>
                <a:gdLst>
                  <a:gd name="T0" fmla="*/ 0 w 37"/>
                  <a:gd name="T1" fmla="*/ 287 h 47"/>
                  <a:gd name="T2" fmla="*/ 537 w 37"/>
                  <a:gd name="T3" fmla="*/ 826 h 47"/>
                  <a:gd name="T4" fmla="*/ 537 w 37"/>
                  <a:gd name="T5" fmla="*/ 769 h 47"/>
                  <a:gd name="T6" fmla="*/ 124 w 37"/>
                  <a:gd name="T7" fmla="*/ 0 h 47"/>
                  <a:gd name="T8" fmla="*/ 229 w 37"/>
                  <a:gd name="T9" fmla="*/ 287 h 47"/>
                  <a:gd name="T10" fmla="*/ 0 w 37"/>
                  <a:gd name="T11" fmla="*/ 287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7">
                    <a:moveTo>
                      <a:pt x="0" y="15"/>
                    </a:moveTo>
                    <a:cubicBezTo>
                      <a:pt x="7" y="17"/>
                      <a:pt x="25" y="25"/>
                      <a:pt x="35" y="43"/>
                    </a:cubicBezTo>
                    <a:cubicBezTo>
                      <a:pt x="37" y="47"/>
                      <a:pt x="37" y="44"/>
                      <a:pt x="35" y="40"/>
                    </a:cubicBezTo>
                    <a:cubicBezTo>
                      <a:pt x="33" y="35"/>
                      <a:pt x="25" y="13"/>
                      <a:pt x="8" y="0"/>
                    </a:cubicBezTo>
                    <a:cubicBezTo>
                      <a:pt x="13" y="5"/>
                      <a:pt x="18" y="11"/>
                      <a:pt x="15" y="15"/>
                    </a:cubicBezTo>
                    <a:cubicBezTo>
                      <a:pt x="12" y="18"/>
                      <a:pt x="3" y="16"/>
                      <a:pt x="0" y="15"/>
                    </a:cubicBezTo>
                    <a:close/>
                  </a:path>
                </a:pathLst>
              </a:custGeom>
              <a:solidFill>
                <a:srgbClr val="BF7D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8" name="Freeform 351">
                <a:extLst>
                  <a:ext uri="{FF2B5EF4-FFF2-40B4-BE49-F238E27FC236}">
                    <a16:creationId xmlns:a16="http://schemas.microsoft.com/office/drawing/2014/main" id="{FCF905B8-FC19-4E85-A3A0-CBCF116B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236"/>
                <a:ext cx="142" cy="93"/>
              </a:xfrm>
              <a:custGeom>
                <a:avLst/>
                <a:gdLst>
                  <a:gd name="T0" fmla="*/ 12 w 57"/>
                  <a:gd name="T1" fmla="*/ 319 h 35"/>
                  <a:gd name="T2" fmla="*/ 42 w 57"/>
                  <a:gd name="T3" fmla="*/ 523 h 35"/>
                  <a:gd name="T4" fmla="*/ 199 w 57"/>
                  <a:gd name="T5" fmla="*/ 579 h 35"/>
                  <a:gd name="T6" fmla="*/ 279 w 57"/>
                  <a:gd name="T7" fmla="*/ 579 h 35"/>
                  <a:gd name="T8" fmla="*/ 324 w 57"/>
                  <a:gd name="T9" fmla="*/ 635 h 35"/>
                  <a:gd name="T10" fmla="*/ 416 w 57"/>
                  <a:gd name="T11" fmla="*/ 601 h 35"/>
                  <a:gd name="T12" fmla="*/ 633 w 57"/>
                  <a:gd name="T13" fmla="*/ 523 h 35"/>
                  <a:gd name="T14" fmla="*/ 653 w 57"/>
                  <a:gd name="T15" fmla="*/ 465 h 35"/>
                  <a:gd name="T16" fmla="*/ 695 w 57"/>
                  <a:gd name="T17" fmla="*/ 452 h 35"/>
                  <a:gd name="T18" fmla="*/ 775 w 57"/>
                  <a:gd name="T19" fmla="*/ 340 h 35"/>
                  <a:gd name="T20" fmla="*/ 787 w 57"/>
                  <a:gd name="T21" fmla="*/ 191 h 35"/>
                  <a:gd name="T22" fmla="*/ 837 w 57"/>
                  <a:gd name="T23" fmla="*/ 35 h 35"/>
                  <a:gd name="T24" fmla="*/ 590 w 57"/>
                  <a:gd name="T25" fmla="*/ 35 h 35"/>
                  <a:gd name="T26" fmla="*/ 528 w 57"/>
                  <a:gd name="T27" fmla="*/ 133 h 35"/>
                  <a:gd name="T28" fmla="*/ 371 w 57"/>
                  <a:gd name="T29" fmla="*/ 149 h 35"/>
                  <a:gd name="T30" fmla="*/ 229 w 57"/>
                  <a:gd name="T31" fmla="*/ 191 h 35"/>
                  <a:gd name="T32" fmla="*/ 167 w 57"/>
                  <a:gd name="T33" fmla="*/ 191 h 35"/>
                  <a:gd name="T34" fmla="*/ 137 w 57"/>
                  <a:gd name="T35" fmla="*/ 247 h 35"/>
                  <a:gd name="T36" fmla="*/ 30 w 57"/>
                  <a:gd name="T37" fmla="*/ 303 h 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7" h="35">
                    <a:moveTo>
                      <a:pt x="1" y="17"/>
                    </a:moveTo>
                    <a:cubicBezTo>
                      <a:pt x="1" y="21"/>
                      <a:pt x="0" y="25"/>
                      <a:pt x="3" y="28"/>
                    </a:cubicBezTo>
                    <a:cubicBezTo>
                      <a:pt x="5" y="30"/>
                      <a:pt x="10" y="31"/>
                      <a:pt x="13" y="31"/>
                    </a:cubicBezTo>
                    <a:cubicBezTo>
                      <a:pt x="14" y="31"/>
                      <a:pt x="17" y="30"/>
                      <a:pt x="18" y="31"/>
                    </a:cubicBezTo>
                    <a:cubicBezTo>
                      <a:pt x="20" y="32"/>
                      <a:pt x="19" y="33"/>
                      <a:pt x="21" y="34"/>
                    </a:cubicBezTo>
                    <a:cubicBezTo>
                      <a:pt x="23" y="35"/>
                      <a:pt x="25" y="33"/>
                      <a:pt x="27" y="32"/>
                    </a:cubicBezTo>
                    <a:cubicBezTo>
                      <a:pt x="31" y="31"/>
                      <a:pt x="37" y="32"/>
                      <a:pt x="41" y="28"/>
                    </a:cubicBezTo>
                    <a:cubicBezTo>
                      <a:pt x="41" y="27"/>
                      <a:pt x="41" y="26"/>
                      <a:pt x="42" y="25"/>
                    </a:cubicBezTo>
                    <a:cubicBezTo>
                      <a:pt x="43" y="25"/>
                      <a:pt x="44" y="25"/>
                      <a:pt x="45" y="24"/>
                    </a:cubicBezTo>
                    <a:cubicBezTo>
                      <a:pt x="48" y="23"/>
                      <a:pt x="49" y="21"/>
                      <a:pt x="50" y="18"/>
                    </a:cubicBezTo>
                    <a:cubicBezTo>
                      <a:pt x="50" y="15"/>
                      <a:pt x="50" y="12"/>
                      <a:pt x="51" y="10"/>
                    </a:cubicBezTo>
                    <a:cubicBezTo>
                      <a:pt x="53" y="7"/>
                      <a:pt x="57" y="6"/>
                      <a:pt x="54" y="2"/>
                    </a:cubicBezTo>
                    <a:cubicBezTo>
                      <a:pt x="51" y="0"/>
                      <a:pt x="42" y="1"/>
                      <a:pt x="38" y="2"/>
                    </a:cubicBezTo>
                    <a:cubicBezTo>
                      <a:pt x="35" y="3"/>
                      <a:pt x="36" y="5"/>
                      <a:pt x="34" y="7"/>
                    </a:cubicBezTo>
                    <a:cubicBezTo>
                      <a:pt x="31" y="10"/>
                      <a:pt x="27" y="9"/>
                      <a:pt x="24" y="8"/>
                    </a:cubicBezTo>
                    <a:cubicBezTo>
                      <a:pt x="20" y="8"/>
                      <a:pt x="19" y="9"/>
                      <a:pt x="15" y="10"/>
                    </a:cubicBezTo>
                    <a:cubicBezTo>
                      <a:pt x="14" y="10"/>
                      <a:pt x="12" y="9"/>
                      <a:pt x="11" y="10"/>
                    </a:cubicBezTo>
                    <a:cubicBezTo>
                      <a:pt x="10" y="11"/>
                      <a:pt x="10" y="12"/>
                      <a:pt x="9" y="13"/>
                    </a:cubicBezTo>
                    <a:cubicBezTo>
                      <a:pt x="7" y="14"/>
                      <a:pt x="3" y="13"/>
                      <a:pt x="2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69" name="Freeform 352">
                <a:extLst>
                  <a:ext uri="{FF2B5EF4-FFF2-40B4-BE49-F238E27FC236}">
                    <a16:creationId xmlns:a16="http://schemas.microsoft.com/office/drawing/2014/main" id="{14B4E5A8-7ED8-45F4-8228-093A61C5F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191"/>
                <a:ext cx="222" cy="282"/>
              </a:xfrm>
              <a:custGeom>
                <a:avLst/>
                <a:gdLst>
                  <a:gd name="T0" fmla="*/ 0 w 89"/>
                  <a:gd name="T1" fmla="*/ 1939 h 106"/>
                  <a:gd name="T2" fmla="*/ 92 w 89"/>
                  <a:gd name="T3" fmla="*/ 1825 h 106"/>
                  <a:gd name="T4" fmla="*/ 324 w 89"/>
                  <a:gd name="T5" fmla="*/ 1905 h 106"/>
                  <a:gd name="T6" fmla="*/ 437 w 89"/>
                  <a:gd name="T7" fmla="*/ 1735 h 106"/>
                  <a:gd name="T8" fmla="*/ 666 w 89"/>
                  <a:gd name="T9" fmla="*/ 1713 h 106"/>
                  <a:gd name="T10" fmla="*/ 746 w 89"/>
                  <a:gd name="T11" fmla="*/ 1522 h 106"/>
                  <a:gd name="T12" fmla="*/ 933 w 89"/>
                  <a:gd name="T13" fmla="*/ 1471 h 106"/>
                  <a:gd name="T14" fmla="*/ 1040 w 89"/>
                  <a:gd name="T15" fmla="*/ 1202 h 106"/>
                  <a:gd name="T16" fmla="*/ 1195 w 89"/>
                  <a:gd name="T17" fmla="*/ 886 h 106"/>
                  <a:gd name="T18" fmla="*/ 1320 w 89"/>
                  <a:gd name="T19" fmla="*/ 601 h 106"/>
                  <a:gd name="T20" fmla="*/ 1287 w 89"/>
                  <a:gd name="T21" fmla="*/ 431 h 106"/>
                  <a:gd name="T22" fmla="*/ 1257 w 89"/>
                  <a:gd name="T23" fmla="*/ 149 h 106"/>
                  <a:gd name="T24" fmla="*/ 1287 w 89"/>
                  <a:gd name="T25" fmla="*/ 0 h 106"/>
                  <a:gd name="T26" fmla="*/ 1349 w 89"/>
                  <a:gd name="T27" fmla="*/ 375 h 106"/>
                  <a:gd name="T28" fmla="*/ 1287 w 89"/>
                  <a:gd name="T29" fmla="*/ 806 h 106"/>
                  <a:gd name="T30" fmla="*/ 1182 w 89"/>
                  <a:gd name="T31" fmla="*/ 1147 h 106"/>
                  <a:gd name="T32" fmla="*/ 1040 w 89"/>
                  <a:gd name="T33" fmla="*/ 1415 h 106"/>
                  <a:gd name="T34" fmla="*/ 915 w 89"/>
                  <a:gd name="T35" fmla="*/ 1543 h 106"/>
                  <a:gd name="T36" fmla="*/ 696 w 89"/>
                  <a:gd name="T37" fmla="*/ 1748 h 106"/>
                  <a:gd name="T38" fmla="*/ 387 w 89"/>
                  <a:gd name="T39" fmla="*/ 1939 h 106"/>
                  <a:gd name="T40" fmla="*/ 75 w 89"/>
                  <a:gd name="T41" fmla="*/ 1974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9" h="106">
                    <a:moveTo>
                      <a:pt x="0" y="103"/>
                    </a:moveTo>
                    <a:cubicBezTo>
                      <a:pt x="3" y="103"/>
                      <a:pt x="4" y="101"/>
                      <a:pt x="6" y="97"/>
                    </a:cubicBezTo>
                    <a:cubicBezTo>
                      <a:pt x="10" y="102"/>
                      <a:pt x="15" y="103"/>
                      <a:pt x="21" y="101"/>
                    </a:cubicBezTo>
                    <a:cubicBezTo>
                      <a:pt x="26" y="100"/>
                      <a:pt x="28" y="96"/>
                      <a:pt x="28" y="92"/>
                    </a:cubicBezTo>
                    <a:cubicBezTo>
                      <a:pt x="31" y="95"/>
                      <a:pt x="39" y="93"/>
                      <a:pt x="43" y="91"/>
                    </a:cubicBezTo>
                    <a:cubicBezTo>
                      <a:pt x="48" y="89"/>
                      <a:pt x="48" y="86"/>
                      <a:pt x="48" y="81"/>
                    </a:cubicBezTo>
                    <a:cubicBezTo>
                      <a:pt x="52" y="81"/>
                      <a:pt x="57" y="80"/>
                      <a:pt x="60" y="78"/>
                    </a:cubicBezTo>
                    <a:cubicBezTo>
                      <a:pt x="64" y="75"/>
                      <a:pt x="70" y="69"/>
                      <a:pt x="67" y="64"/>
                    </a:cubicBezTo>
                    <a:cubicBezTo>
                      <a:pt x="75" y="64"/>
                      <a:pt x="79" y="53"/>
                      <a:pt x="77" y="47"/>
                    </a:cubicBezTo>
                    <a:cubicBezTo>
                      <a:pt x="83" y="43"/>
                      <a:pt x="83" y="38"/>
                      <a:pt x="85" y="32"/>
                    </a:cubicBezTo>
                    <a:cubicBezTo>
                      <a:pt x="86" y="29"/>
                      <a:pt x="88" y="25"/>
                      <a:pt x="83" y="23"/>
                    </a:cubicBezTo>
                    <a:cubicBezTo>
                      <a:pt x="87" y="17"/>
                      <a:pt x="85" y="13"/>
                      <a:pt x="81" y="8"/>
                    </a:cubicBezTo>
                    <a:cubicBezTo>
                      <a:pt x="83" y="5"/>
                      <a:pt x="84" y="3"/>
                      <a:pt x="83" y="0"/>
                    </a:cubicBezTo>
                    <a:cubicBezTo>
                      <a:pt x="89" y="0"/>
                      <a:pt x="86" y="16"/>
                      <a:pt x="87" y="20"/>
                    </a:cubicBezTo>
                    <a:cubicBezTo>
                      <a:pt x="87" y="29"/>
                      <a:pt x="86" y="35"/>
                      <a:pt x="83" y="43"/>
                    </a:cubicBezTo>
                    <a:cubicBezTo>
                      <a:pt x="81" y="49"/>
                      <a:pt x="79" y="55"/>
                      <a:pt x="76" y="61"/>
                    </a:cubicBezTo>
                    <a:cubicBezTo>
                      <a:pt x="74" y="65"/>
                      <a:pt x="71" y="72"/>
                      <a:pt x="67" y="75"/>
                    </a:cubicBezTo>
                    <a:cubicBezTo>
                      <a:pt x="67" y="75"/>
                      <a:pt x="60" y="81"/>
                      <a:pt x="59" y="82"/>
                    </a:cubicBezTo>
                    <a:cubicBezTo>
                      <a:pt x="54" y="86"/>
                      <a:pt x="50" y="90"/>
                      <a:pt x="45" y="93"/>
                    </a:cubicBezTo>
                    <a:cubicBezTo>
                      <a:pt x="39" y="97"/>
                      <a:pt x="32" y="102"/>
                      <a:pt x="25" y="103"/>
                    </a:cubicBezTo>
                    <a:cubicBezTo>
                      <a:pt x="19" y="104"/>
                      <a:pt x="10" y="106"/>
                      <a:pt x="5" y="105"/>
                    </a:cubicBezTo>
                  </a:path>
                </a:pathLst>
              </a:custGeom>
              <a:solidFill>
                <a:srgbClr val="7CB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0" name="Freeform 353">
                <a:extLst>
                  <a:ext uri="{FF2B5EF4-FFF2-40B4-BE49-F238E27FC236}">
                    <a16:creationId xmlns:a16="http://schemas.microsoft.com/office/drawing/2014/main" id="{55EFD9F8-AC38-4E75-9330-BB7F21E7E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455"/>
                <a:ext cx="47" cy="24"/>
              </a:xfrm>
              <a:custGeom>
                <a:avLst/>
                <a:gdLst>
                  <a:gd name="T0" fmla="*/ 0 w 19"/>
                  <a:gd name="T1" fmla="*/ 56 h 9"/>
                  <a:gd name="T2" fmla="*/ 62 w 19"/>
                  <a:gd name="T3" fmla="*/ 0 h 9"/>
                  <a:gd name="T4" fmla="*/ 287 w 19"/>
                  <a:gd name="T5" fmla="*/ 77 h 9"/>
                  <a:gd name="T6" fmla="*/ 12 w 19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0" y="3"/>
                    </a:moveTo>
                    <a:cubicBezTo>
                      <a:pt x="1" y="4"/>
                      <a:pt x="4" y="2"/>
                      <a:pt x="4" y="0"/>
                    </a:cubicBezTo>
                    <a:cubicBezTo>
                      <a:pt x="7" y="4"/>
                      <a:pt x="15" y="4"/>
                      <a:pt x="19" y="4"/>
                    </a:cubicBezTo>
                    <a:cubicBezTo>
                      <a:pt x="16" y="9"/>
                      <a:pt x="5" y="7"/>
                      <a:pt x="1" y="5"/>
                    </a:cubicBezTo>
                  </a:path>
                </a:pathLst>
              </a:custGeom>
              <a:solidFill>
                <a:srgbClr val="7CB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1" name="Freeform 354">
                <a:extLst>
                  <a:ext uri="{FF2B5EF4-FFF2-40B4-BE49-F238E27FC236}">
                    <a16:creationId xmlns:a16="http://schemas.microsoft.com/office/drawing/2014/main" id="{786726CD-8A43-4D74-8767-90BB6BE66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98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2" name="Freeform 355">
                <a:extLst>
                  <a:ext uri="{FF2B5EF4-FFF2-40B4-BE49-F238E27FC236}">
                    <a16:creationId xmlns:a16="http://schemas.microsoft.com/office/drawing/2014/main" id="{400E2A37-D14B-42FB-A4C0-FC2FCBF2C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977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3" name="Freeform 356">
                <a:extLst>
                  <a:ext uri="{FF2B5EF4-FFF2-40B4-BE49-F238E27FC236}">
                    <a16:creationId xmlns:a16="http://schemas.microsoft.com/office/drawing/2014/main" id="{6E6D44DD-C563-4089-8756-629970544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99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4" name="Freeform 357">
                <a:extLst>
                  <a:ext uri="{FF2B5EF4-FFF2-40B4-BE49-F238E27FC236}">
                    <a16:creationId xmlns:a16="http://schemas.microsoft.com/office/drawing/2014/main" id="{C1801C82-5333-4A02-A729-3D6300B5E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98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5" name="Freeform 358">
                <a:extLst>
                  <a:ext uri="{FF2B5EF4-FFF2-40B4-BE49-F238E27FC236}">
                    <a16:creationId xmlns:a16="http://schemas.microsoft.com/office/drawing/2014/main" id="{0FE995CD-EBF8-4E84-89E3-30FCB0306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969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6" name="Freeform 359">
                <a:extLst>
                  <a:ext uri="{FF2B5EF4-FFF2-40B4-BE49-F238E27FC236}">
                    <a16:creationId xmlns:a16="http://schemas.microsoft.com/office/drawing/2014/main" id="{62AA8A4F-DFEA-443C-9B9F-A8A5099C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97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7" name="Freeform 360">
                <a:extLst>
                  <a:ext uri="{FF2B5EF4-FFF2-40B4-BE49-F238E27FC236}">
                    <a16:creationId xmlns:a16="http://schemas.microsoft.com/office/drawing/2014/main" id="{AEC88FFD-A1B2-42C1-AF8E-59D75E3C5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969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8" name="Freeform 361">
                <a:extLst>
                  <a:ext uri="{FF2B5EF4-FFF2-40B4-BE49-F238E27FC236}">
                    <a16:creationId xmlns:a16="http://schemas.microsoft.com/office/drawing/2014/main" id="{643B9326-9D16-487D-9D01-F6568CC36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964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79" name="Freeform 362">
                <a:extLst>
                  <a:ext uri="{FF2B5EF4-FFF2-40B4-BE49-F238E27FC236}">
                    <a16:creationId xmlns:a16="http://schemas.microsoft.com/office/drawing/2014/main" id="{D74FB4A5-479E-401A-B94B-A229821A8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961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0" name="Freeform 363">
                <a:extLst>
                  <a:ext uri="{FF2B5EF4-FFF2-40B4-BE49-F238E27FC236}">
                    <a16:creationId xmlns:a16="http://schemas.microsoft.com/office/drawing/2014/main" id="{27517C9B-4E03-4172-9AE2-C52449E7E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95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1" name="Freeform 364">
                <a:extLst>
                  <a:ext uri="{FF2B5EF4-FFF2-40B4-BE49-F238E27FC236}">
                    <a16:creationId xmlns:a16="http://schemas.microsoft.com/office/drawing/2014/main" id="{835DD2FE-144C-4BA0-9A4C-11FB53719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980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2" name="Freeform 365">
                <a:extLst>
                  <a:ext uri="{FF2B5EF4-FFF2-40B4-BE49-F238E27FC236}">
                    <a16:creationId xmlns:a16="http://schemas.microsoft.com/office/drawing/2014/main" id="{24A340AD-B148-4833-9996-381EBFF84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00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3" name="Freeform 366">
                <a:extLst>
                  <a:ext uri="{FF2B5EF4-FFF2-40B4-BE49-F238E27FC236}">
                    <a16:creationId xmlns:a16="http://schemas.microsoft.com/office/drawing/2014/main" id="{357B8FBF-656C-4237-B1E5-2B0B81126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98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4" name="Freeform 367">
                <a:extLst>
                  <a:ext uri="{FF2B5EF4-FFF2-40B4-BE49-F238E27FC236}">
                    <a16:creationId xmlns:a16="http://schemas.microsoft.com/office/drawing/2014/main" id="{73E69592-3190-4F17-92C0-00AC5D7E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97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5" name="Freeform 368">
                <a:extLst>
                  <a:ext uri="{FF2B5EF4-FFF2-40B4-BE49-F238E27FC236}">
                    <a16:creationId xmlns:a16="http://schemas.microsoft.com/office/drawing/2014/main" id="{E8BDAF55-316C-4199-B60F-88ECED012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959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6" name="Freeform 369">
                <a:extLst>
                  <a:ext uri="{FF2B5EF4-FFF2-40B4-BE49-F238E27FC236}">
                    <a16:creationId xmlns:a16="http://schemas.microsoft.com/office/drawing/2014/main" id="{DBA4431F-4AD4-4DC2-9C38-9A9399E77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953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7" name="Freeform 370">
                <a:extLst>
                  <a:ext uri="{FF2B5EF4-FFF2-40B4-BE49-F238E27FC236}">
                    <a16:creationId xmlns:a16="http://schemas.microsoft.com/office/drawing/2014/main" id="{2B27408B-FE48-46FB-A888-D3EE62FFD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943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8" name="Freeform 371">
                <a:extLst>
                  <a:ext uri="{FF2B5EF4-FFF2-40B4-BE49-F238E27FC236}">
                    <a16:creationId xmlns:a16="http://schemas.microsoft.com/office/drawing/2014/main" id="{33D37CD3-D23E-4FD8-A504-7829A710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948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89" name="Freeform 372">
                <a:extLst>
                  <a:ext uri="{FF2B5EF4-FFF2-40B4-BE49-F238E27FC236}">
                    <a16:creationId xmlns:a16="http://schemas.microsoft.com/office/drawing/2014/main" id="{E5B590C2-44DB-4A2B-A76F-67871AFC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96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0" name="Freeform 373">
                <a:extLst>
                  <a:ext uri="{FF2B5EF4-FFF2-40B4-BE49-F238E27FC236}">
                    <a16:creationId xmlns:a16="http://schemas.microsoft.com/office/drawing/2014/main" id="{45E2640B-F14B-4E8F-82F9-3A0277BEB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7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1" name="Freeform 374">
                <a:extLst>
                  <a:ext uri="{FF2B5EF4-FFF2-40B4-BE49-F238E27FC236}">
                    <a16:creationId xmlns:a16="http://schemas.microsoft.com/office/drawing/2014/main" id="{A9988413-9F1D-423D-A4C2-D723EACF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9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2" name="Freeform 375">
                <a:extLst>
                  <a:ext uri="{FF2B5EF4-FFF2-40B4-BE49-F238E27FC236}">
                    <a16:creationId xmlns:a16="http://schemas.microsoft.com/office/drawing/2014/main" id="{25F3F148-94F9-4134-8CFA-540D5C2E6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92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3" name="Freeform 376">
                <a:extLst>
                  <a:ext uri="{FF2B5EF4-FFF2-40B4-BE49-F238E27FC236}">
                    <a16:creationId xmlns:a16="http://schemas.microsoft.com/office/drawing/2014/main" id="{B31CE477-E2F2-495B-AA43-A5A49B5C7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93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4" name="Freeform 377">
                <a:extLst>
                  <a:ext uri="{FF2B5EF4-FFF2-40B4-BE49-F238E27FC236}">
                    <a16:creationId xmlns:a16="http://schemas.microsoft.com/office/drawing/2014/main" id="{4EDEC9B5-81AE-4876-84C1-2FDB7344F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94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5" name="Freeform 378">
                <a:extLst>
                  <a:ext uri="{FF2B5EF4-FFF2-40B4-BE49-F238E27FC236}">
                    <a16:creationId xmlns:a16="http://schemas.microsoft.com/office/drawing/2014/main" id="{D128229D-CC6F-49DD-A6A4-7F75A27C0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95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6" name="Freeform 379">
                <a:extLst>
                  <a:ext uri="{FF2B5EF4-FFF2-40B4-BE49-F238E27FC236}">
                    <a16:creationId xmlns:a16="http://schemas.microsoft.com/office/drawing/2014/main" id="{F67304E7-B84E-4E32-B8B7-37BE11B3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6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7" name="Freeform 380">
                <a:extLst>
                  <a:ext uri="{FF2B5EF4-FFF2-40B4-BE49-F238E27FC236}">
                    <a16:creationId xmlns:a16="http://schemas.microsoft.com/office/drawing/2014/main" id="{11FBEC6C-5275-4C06-B3DD-B698E4FE6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98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8" name="Freeform 381">
                <a:extLst>
                  <a:ext uri="{FF2B5EF4-FFF2-40B4-BE49-F238E27FC236}">
                    <a16:creationId xmlns:a16="http://schemas.microsoft.com/office/drawing/2014/main" id="{F54B87EE-6343-4813-82E3-719B2A717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00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99" name="Freeform 382">
                <a:extLst>
                  <a:ext uri="{FF2B5EF4-FFF2-40B4-BE49-F238E27FC236}">
                    <a16:creationId xmlns:a16="http://schemas.microsoft.com/office/drawing/2014/main" id="{187F0833-FDA4-4AEB-8F10-AF365C1E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00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0" name="Freeform 383">
                <a:extLst>
                  <a:ext uri="{FF2B5EF4-FFF2-40B4-BE49-F238E27FC236}">
                    <a16:creationId xmlns:a16="http://schemas.microsoft.com/office/drawing/2014/main" id="{B54D1FE5-AED6-4AB3-9E32-A12AF5E33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01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1" name="Freeform 384">
                <a:extLst>
                  <a:ext uri="{FF2B5EF4-FFF2-40B4-BE49-F238E27FC236}">
                    <a16:creationId xmlns:a16="http://schemas.microsoft.com/office/drawing/2014/main" id="{9D19C0A6-27DB-4D5F-B64E-C36BA47B2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00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2" name="Freeform 385">
                <a:extLst>
                  <a:ext uri="{FF2B5EF4-FFF2-40B4-BE49-F238E27FC236}">
                    <a16:creationId xmlns:a16="http://schemas.microsoft.com/office/drawing/2014/main" id="{E652794C-62EB-43A3-90FF-91B286CEB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99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3" name="Freeform 386">
                <a:extLst>
                  <a:ext uri="{FF2B5EF4-FFF2-40B4-BE49-F238E27FC236}">
                    <a16:creationId xmlns:a16="http://schemas.microsoft.com/office/drawing/2014/main" id="{0B6EAEE8-ACE9-4A74-9D05-859C80A24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96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4" name="Freeform 387">
                <a:extLst>
                  <a:ext uri="{FF2B5EF4-FFF2-40B4-BE49-F238E27FC236}">
                    <a16:creationId xmlns:a16="http://schemas.microsoft.com/office/drawing/2014/main" id="{D5ED091A-577B-4AF5-9354-A4AC9960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991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5" name="Freeform 388">
                <a:extLst>
                  <a:ext uri="{FF2B5EF4-FFF2-40B4-BE49-F238E27FC236}">
                    <a16:creationId xmlns:a16="http://schemas.microsoft.com/office/drawing/2014/main" id="{2EA59307-CBAA-46F0-B027-1B2CD5FBF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98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6" name="Freeform 389">
                <a:extLst>
                  <a:ext uri="{FF2B5EF4-FFF2-40B4-BE49-F238E27FC236}">
                    <a16:creationId xmlns:a16="http://schemas.microsoft.com/office/drawing/2014/main" id="{BAF552D3-4B04-4FA1-BF3F-9FFECE900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8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7" name="Freeform 390">
                <a:extLst>
                  <a:ext uri="{FF2B5EF4-FFF2-40B4-BE49-F238E27FC236}">
                    <a16:creationId xmlns:a16="http://schemas.microsoft.com/office/drawing/2014/main" id="{84AA0665-A4C1-4695-A462-0A1182544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98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8" name="Freeform 391">
                <a:extLst>
                  <a:ext uri="{FF2B5EF4-FFF2-40B4-BE49-F238E27FC236}">
                    <a16:creationId xmlns:a16="http://schemas.microsoft.com/office/drawing/2014/main" id="{9C58DF2E-9FBD-4280-9BA5-6401AAC0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00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09" name="Freeform 392">
                <a:extLst>
                  <a:ext uri="{FF2B5EF4-FFF2-40B4-BE49-F238E27FC236}">
                    <a16:creationId xmlns:a16="http://schemas.microsoft.com/office/drawing/2014/main" id="{EF7897E3-AFEC-484C-968F-F307948F1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023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0" name="Freeform 393">
                <a:extLst>
                  <a:ext uri="{FF2B5EF4-FFF2-40B4-BE49-F238E27FC236}">
                    <a16:creationId xmlns:a16="http://schemas.microsoft.com/office/drawing/2014/main" id="{08BFAD74-2690-413C-9A64-54E189CE7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00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1" name="Freeform 394">
                <a:extLst>
                  <a:ext uri="{FF2B5EF4-FFF2-40B4-BE49-F238E27FC236}">
                    <a16:creationId xmlns:a16="http://schemas.microsoft.com/office/drawing/2014/main" id="{2F9D6513-60E2-470D-8160-8BBC8EFCD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99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2" name="Freeform 395">
                <a:extLst>
                  <a:ext uri="{FF2B5EF4-FFF2-40B4-BE49-F238E27FC236}">
                    <a16:creationId xmlns:a16="http://schemas.microsoft.com/office/drawing/2014/main" id="{5CCA4A8F-0ADB-4092-BAB3-097305F46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980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3" name="Freeform 396">
                <a:extLst>
                  <a:ext uri="{FF2B5EF4-FFF2-40B4-BE49-F238E27FC236}">
                    <a16:creationId xmlns:a16="http://schemas.microsoft.com/office/drawing/2014/main" id="{2C887782-8851-4C1E-890B-C1546BF40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7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4" name="Freeform 397">
                <a:extLst>
                  <a:ext uri="{FF2B5EF4-FFF2-40B4-BE49-F238E27FC236}">
                    <a16:creationId xmlns:a16="http://schemas.microsoft.com/office/drawing/2014/main" id="{A0A200FF-29F2-499C-941B-94ECD34F2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964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5" name="Freeform 398">
                <a:extLst>
                  <a:ext uri="{FF2B5EF4-FFF2-40B4-BE49-F238E27FC236}">
                    <a16:creationId xmlns:a16="http://schemas.microsoft.com/office/drawing/2014/main" id="{B01AE641-39BA-4654-99A9-822E58F7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9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6" name="Freeform 399">
                <a:extLst>
                  <a:ext uri="{FF2B5EF4-FFF2-40B4-BE49-F238E27FC236}">
                    <a16:creationId xmlns:a16="http://schemas.microsoft.com/office/drawing/2014/main" id="{F2CF537C-2A2C-4EA4-8EB3-AE210598D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7" name="Freeform 400">
                <a:extLst>
                  <a:ext uri="{FF2B5EF4-FFF2-40B4-BE49-F238E27FC236}">
                    <a16:creationId xmlns:a16="http://schemas.microsoft.com/office/drawing/2014/main" id="{49452602-1C71-47F3-B47D-6957E3A9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00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8" name="Freeform 401">
                <a:extLst>
                  <a:ext uri="{FF2B5EF4-FFF2-40B4-BE49-F238E27FC236}">
                    <a16:creationId xmlns:a16="http://schemas.microsoft.com/office/drawing/2014/main" id="{E0FE5BDC-6CA0-428D-A286-C32280383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99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19" name="Freeform 402">
                <a:extLst>
                  <a:ext uri="{FF2B5EF4-FFF2-40B4-BE49-F238E27FC236}">
                    <a16:creationId xmlns:a16="http://schemas.microsoft.com/office/drawing/2014/main" id="{EC75499A-5728-4A8F-A362-68F0B1CCA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5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0" name="Freeform 403">
                <a:extLst>
                  <a:ext uri="{FF2B5EF4-FFF2-40B4-BE49-F238E27FC236}">
                    <a16:creationId xmlns:a16="http://schemas.microsoft.com/office/drawing/2014/main" id="{D1B8AFF9-C28C-4F2C-A4F5-02BBD40D6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95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1" name="Freeform 404">
                <a:extLst>
                  <a:ext uri="{FF2B5EF4-FFF2-40B4-BE49-F238E27FC236}">
                    <a16:creationId xmlns:a16="http://schemas.microsoft.com/office/drawing/2014/main" id="{95D18FFD-3243-4B69-8C43-2B049899A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69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2" name="Freeform 405">
                <a:extLst>
                  <a:ext uri="{FF2B5EF4-FFF2-40B4-BE49-F238E27FC236}">
                    <a16:creationId xmlns:a16="http://schemas.microsoft.com/office/drawing/2014/main" id="{4EBFAA36-BD5B-4343-87C7-DA388E82C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8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3" name="Freeform 406">
                <a:extLst>
                  <a:ext uri="{FF2B5EF4-FFF2-40B4-BE49-F238E27FC236}">
                    <a16:creationId xmlns:a16="http://schemas.microsoft.com/office/drawing/2014/main" id="{02A4380E-CD7D-4386-9BB2-AADFCE871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985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4" name="Freeform 407">
                <a:extLst>
                  <a:ext uri="{FF2B5EF4-FFF2-40B4-BE49-F238E27FC236}">
                    <a16:creationId xmlns:a16="http://schemas.microsoft.com/office/drawing/2014/main" id="{5782C408-13EC-4130-A092-F6D10568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00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5" name="Freeform 408">
                <a:extLst>
                  <a:ext uri="{FF2B5EF4-FFF2-40B4-BE49-F238E27FC236}">
                    <a16:creationId xmlns:a16="http://schemas.microsoft.com/office/drawing/2014/main" id="{7FB18A2A-CF91-44E7-9FE1-C85A4CB6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94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6" name="Freeform 409">
                <a:extLst>
                  <a:ext uri="{FF2B5EF4-FFF2-40B4-BE49-F238E27FC236}">
                    <a16:creationId xmlns:a16="http://schemas.microsoft.com/office/drawing/2014/main" id="{27BA707E-E0C0-464F-B12B-8C3E38EE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937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7" name="Freeform 410">
                <a:extLst>
                  <a:ext uri="{FF2B5EF4-FFF2-40B4-BE49-F238E27FC236}">
                    <a16:creationId xmlns:a16="http://schemas.microsoft.com/office/drawing/2014/main" id="{6ED00071-12D6-44F4-8FB9-257588DF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95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8" name="Freeform 411">
                <a:extLst>
                  <a:ext uri="{FF2B5EF4-FFF2-40B4-BE49-F238E27FC236}">
                    <a16:creationId xmlns:a16="http://schemas.microsoft.com/office/drawing/2014/main" id="{6BAFDE77-E800-4A5C-BC9F-6FCC8E590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6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29" name="Freeform 412">
                <a:extLst>
                  <a:ext uri="{FF2B5EF4-FFF2-40B4-BE49-F238E27FC236}">
                    <a16:creationId xmlns:a16="http://schemas.microsoft.com/office/drawing/2014/main" id="{F99531A8-2F86-48D5-A53F-09E373837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0" name="Freeform 413">
                <a:extLst>
                  <a:ext uri="{FF2B5EF4-FFF2-40B4-BE49-F238E27FC236}">
                    <a16:creationId xmlns:a16="http://schemas.microsoft.com/office/drawing/2014/main" id="{5F5FB6D0-08A3-47D6-A9C0-43109477B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56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1" name="Freeform 414">
                <a:extLst>
                  <a:ext uri="{FF2B5EF4-FFF2-40B4-BE49-F238E27FC236}">
                    <a16:creationId xmlns:a16="http://schemas.microsoft.com/office/drawing/2014/main" id="{533A81CD-CBC1-4670-AC62-D2AC971D6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4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2" name="Freeform 415">
                <a:extLst>
                  <a:ext uri="{FF2B5EF4-FFF2-40B4-BE49-F238E27FC236}">
                    <a16:creationId xmlns:a16="http://schemas.microsoft.com/office/drawing/2014/main" id="{E16127D0-5072-4EB6-B7F8-E0632F5F8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94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3" name="Freeform 416">
                <a:extLst>
                  <a:ext uri="{FF2B5EF4-FFF2-40B4-BE49-F238E27FC236}">
                    <a16:creationId xmlns:a16="http://schemas.microsoft.com/office/drawing/2014/main" id="{D7D2F4BC-6153-484E-AC7F-84AA2E975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4" name="Freeform 417">
                <a:extLst>
                  <a:ext uri="{FF2B5EF4-FFF2-40B4-BE49-F238E27FC236}">
                    <a16:creationId xmlns:a16="http://schemas.microsoft.com/office/drawing/2014/main" id="{B00A2490-BF45-45E5-BAC4-B11184483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94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5" name="Freeform 418">
                <a:extLst>
                  <a:ext uri="{FF2B5EF4-FFF2-40B4-BE49-F238E27FC236}">
                    <a16:creationId xmlns:a16="http://schemas.microsoft.com/office/drawing/2014/main" id="{CC6B7361-1618-4616-A8F6-EB5CFCB6A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92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6" name="Freeform 419">
                <a:extLst>
                  <a:ext uri="{FF2B5EF4-FFF2-40B4-BE49-F238E27FC236}">
                    <a16:creationId xmlns:a16="http://schemas.microsoft.com/office/drawing/2014/main" id="{3FC64AC0-CEA3-4011-B08B-F82BF238C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91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7" name="Freeform 420">
                <a:extLst>
                  <a:ext uri="{FF2B5EF4-FFF2-40B4-BE49-F238E27FC236}">
                    <a16:creationId xmlns:a16="http://schemas.microsoft.com/office/drawing/2014/main" id="{99BB08FB-2FF5-4C37-B543-8985A7F01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919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8" name="Freeform 421">
                <a:extLst>
                  <a:ext uri="{FF2B5EF4-FFF2-40B4-BE49-F238E27FC236}">
                    <a16:creationId xmlns:a16="http://schemas.microsoft.com/office/drawing/2014/main" id="{1D16697F-0D5F-495A-BAA5-7DA90EF03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2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39" name="Freeform 422">
                <a:extLst>
                  <a:ext uri="{FF2B5EF4-FFF2-40B4-BE49-F238E27FC236}">
                    <a16:creationId xmlns:a16="http://schemas.microsoft.com/office/drawing/2014/main" id="{B699A589-A5CB-42CD-9CC5-FA71FF84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94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0" name="Freeform 423">
                <a:extLst>
                  <a:ext uri="{FF2B5EF4-FFF2-40B4-BE49-F238E27FC236}">
                    <a16:creationId xmlns:a16="http://schemas.microsoft.com/office/drawing/2014/main" id="{D9E3E3A8-5F05-4E35-B2E1-AAB28C124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93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1" name="Freeform 424">
                <a:extLst>
                  <a:ext uri="{FF2B5EF4-FFF2-40B4-BE49-F238E27FC236}">
                    <a16:creationId xmlns:a16="http://schemas.microsoft.com/office/drawing/2014/main" id="{1DB2BD02-81E3-46D2-92AC-388D7A00C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4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2" name="Freeform 425">
                <a:extLst>
                  <a:ext uri="{FF2B5EF4-FFF2-40B4-BE49-F238E27FC236}">
                    <a16:creationId xmlns:a16="http://schemas.microsoft.com/office/drawing/2014/main" id="{958F06B0-E5EF-47D8-9902-259627A72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95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3" name="Freeform 426">
                <a:extLst>
                  <a:ext uri="{FF2B5EF4-FFF2-40B4-BE49-F238E27FC236}">
                    <a16:creationId xmlns:a16="http://schemas.microsoft.com/office/drawing/2014/main" id="{889C5AE6-6AFB-4E4F-A031-7F34C1069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95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4" name="Freeform 427">
                <a:extLst>
                  <a:ext uri="{FF2B5EF4-FFF2-40B4-BE49-F238E27FC236}">
                    <a16:creationId xmlns:a16="http://schemas.microsoft.com/office/drawing/2014/main" id="{7E988950-D86A-4100-8E02-B3B46832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96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5" name="Freeform 428">
                <a:extLst>
                  <a:ext uri="{FF2B5EF4-FFF2-40B4-BE49-F238E27FC236}">
                    <a16:creationId xmlns:a16="http://schemas.microsoft.com/office/drawing/2014/main" id="{2CC828C5-F22A-4634-A6BD-1FBD0A49D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9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6" name="Freeform 429">
                <a:extLst>
                  <a:ext uri="{FF2B5EF4-FFF2-40B4-BE49-F238E27FC236}">
                    <a16:creationId xmlns:a16="http://schemas.microsoft.com/office/drawing/2014/main" id="{554288DA-18E5-4512-8EA8-D1B2C2AE1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8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7" name="Freeform 430">
                <a:extLst>
                  <a:ext uri="{FF2B5EF4-FFF2-40B4-BE49-F238E27FC236}">
                    <a16:creationId xmlns:a16="http://schemas.microsoft.com/office/drawing/2014/main" id="{8600CCC9-0DC4-44C5-92AC-563FF0660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5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8" name="Freeform 431">
                <a:extLst>
                  <a:ext uri="{FF2B5EF4-FFF2-40B4-BE49-F238E27FC236}">
                    <a16:creationId xmlns:a16="http://schemas.microsoft.com/office/drawing/2014/main" id="{0C019B9E-EA08-47CD-ADE3-3D08096DB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95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49" name="Freeform 432">
                <a:extLst>
                  <a:ext uri="{FF2B5EF4-FFF2-40B4-BE49-F238E27FC236}">
                    <a16:creationId xmlns:a16="http://schemas.microsoft.com/office/drawing/2014/main" id="{8F3B1876-D7D2-4057-942F-7E5F00831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96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0" name="Freeform 433">
                <a:extLst>
                  <a:ext uri="{FF2B5EF4-FFF2-40B4-BE49-F238E27FC236}">
                    <a16:creationId xmlns:a16="http://schemas.microsoft.com/office/drawing/2014/main" id="{B0645D4D-34A6-4C3B-AB40-DCBB9520B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9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1" name="Freeform 434">
                <a:extLst>
                  <a:ext uri="{FF2B5EF4-FFF2-40B4-BE49-F238E27FC236}">
                    <a16:creationId xmlns:a16="http://schemas.microsoft.com/office/drawing/2014/main" id="{97B6D817-A229-4575-B668-DFD32404B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32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2" name="Freeform 435">
                <a:extLst>
                  <a:ext uri="{FF2B5EF4-FFF2-40B4-BE49-F238E27FC236}">
                    <a16:creationId xmlns:a16="http://schemas.microsoft.com/office/drawing/2014/main" id="{12C0AFA5-3801-4093-AE96-DB33678EB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3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3" name="Freeform 436">
                <a:extLst>
                  <a:ext uri="{FF2B5EF4-FFF2-40B4-BE49-F238E27FC236}">
                    <a16:creationId xmlns:a16="http://schemas.microsoft.com/office/drawing/2014/main" id="{67D68563-FEF0-4C1A-AC79-B2AD4A9E0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6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4" name="Freeform 437">
                <a:extLst>
                  <a:ext uri="{FF2B5EF4-FFF2-40B4-BE49-F238E27FC236}">
                    <a16:creationId xmlns:a16="http://schemas.microsoft.com/office/drawing/2014/main" id="{2289D431-F5A2-4DB1-9F35-A3E1B3E83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96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5" name="Freeform 438">
                <a:extLst>
                  <a:ext uri="{FF2B5EF4-FFF2-40B4-BE49-F238E27FC236}">
                    <a16:creationId xmlns:a16="http://schemas.microsoft.com/office/drawing/2014/main" id="{811DDBC6-FF0D-482E-9A46-CE080ABF3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97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6" name="Freeform 439">
                <a:extLst>
                  <a:ext uri="{FF2B5EF4-FFF2-40B4-BE49-F238E27FC236}">
                    <a16:creationId xmlns:a16="http://schemas.microsoft.com/office/drawing/2014/main" id="{FE002425-5B55-48A7-9D38-B11E9AA66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98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7" name="Freeform 440">
                <a:extLst>
                  <a:ext uri="{FF2B5EF4-FFF2-40B4-BE49-F238E27FC236}">
                    <a16:creationId xmlns:a16="http://schemas.microsoft.com/office/drawing/2014/main" id="{231B7AE0-51A1-40A0-BE93-2AC7395C1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00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8" name="Freeform 441">
                <a:extLst>
                  <a:ext uri="{FF2B5EF4-FFF2-40B4-BE49-F238E27FC236}">
                    <a16:creationId xmlns:a16="http://schemas.microsoft.com/office/drawing/2014/main" id="{DA0BF28A-7E4E-402E-9A88-0F78EDDFA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1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59" name="Freeform 442">
                <a:extLst>
                  <a:ext uri="{FF2B5EF4-FFF2-40B4-BE49-F238E27FC236}">
                    <a16:creationId xmlns:a16="http://schemas.microsoft.com/office/drawing/2014/main" id="{C617B1D2-7ACA-4B99-84A7-6D11B1478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012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0" name="Freeform 443">
                <a:extLst>
                  <a:ext uri="{FF2B5EF4-FFF2-40B4-BE49-F238E27FC236}">
                    <a16:creationId xmlns:a16="http://schemas.microsoft.com/office/drawing/2014/main" id="{2050BD46-8E07-46C5-AFC1-CAACFAC4C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025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1" name="Freeform 444">
                <a:extLst>
                  <a:ext uri="{FF2B5EF4-FFF2-40B4-BE49-F238E27FC236}">
                    <a16:creationId xmlns:a16="http://schemas.microsoft.com/office/drawing/2014/main" id="{E7535C8D-F273-4733-AA1D-8539421D8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1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2" name="Freeform 445">
                <a:extLst>
                  <a:ext uri="{FF2B5EF4-FFF2-40B4-BE49-F238E27FC236}">
                    <a16:creationId xmlns:a16="http://schemas.microsoft.com/office/drawing/2014/main" id="{81AE1D31-F344-411E-959A-7C3B6622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004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3" name="Freeform 446">
                <a:extLst>
                  <a:ext uri="{FF2B5EF4-FFF2-40B4-BE49-F238E27FC236}">
                    <a16:creationId xmlns:a16="http://schemas.microsoft.com/office/drawing/2014/main" id="{D91532C4-05BA-4657-8266-FC3B80342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00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4" name="Freeform 447">
                <a:extLst>
                  <a:ext uri="{FF2B5EF4-FFF2-40B4-BE49-F238E27FC236}">
                    <a16:creationId xmlns:a16="http://schemas.microsoft.com/office/drawing/2014/main" id="{9354AAC2-D9E5-429B-990E-C5EA0E287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99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5" name="Freeform 448">
                <a:extLst>
                  <a:ext uri="{FF2B5EF4-FFF2-40B4-BE49-F238E27FC236}">
                    <a16:creationId xmlns:a16="http://schemas.microsoft.com/office/drawing/2014/main" id="{6CA16519-6760-4B61-8296-08DCA701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2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6" name="Freeform 449">
                <a:extLst>
                  <a:ext uri="{FF2B5EF4-FFF2-40B4-BE49-F238E27FC236}">
                    <a16:creationId xmlns:a16="http://schemas.microsoft.com/office/drawing/2014/main" id="{67D78213-5B60-4542-9800-2856198EA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00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7" name="Freeform 450">
                <a:extLst>
                  <a:ext uri="{FF2B5EF4-FFF2-40B4-BE49-F238E27FC236}">
                    <a16:creationId xmlns:a16="http://schemas.microsoft.com/office/drawing/2014/main" id="{5F4DEB76-AB67-4F11-9A4F-113AEB31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03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8" name="Freeform 451">
                <a:extLst>
                  <a:ext uri="{FF2B5EF4-FFF2-40B4-BE49-F238E27FC236}">
                    <a16:creationId xmlns:a16="http://schemas.microsoft.com/office/drawing/2014/main" id="{AB52A734-D51B-4C8B-8DA6-424AD916F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02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69" name="Freeform 452">
                <a:extLst>
                  <a:ext uri="{FF2B5EF4-FFF2-40B4-BE49-F238E27FC236}">
                    <a16:creationId xmlns:a16="http://schemas.microsoft.com/office/drawing/2014/main" id="{EF852FDE-94CF-44A4-AA12-2A36D386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01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0" name="Freeform 453">
                <a:extLst>
                  <a:ext uri="{FF2B5EF4-FFF2-40B4-BE49-F238E27FC236}">
                    <a16:creationId xmlns:a16="http://schemas.microsoft.com/office/drawing/2014/main" id="{4FFC0741-4830-4135-A692-96EB03CFB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020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1" name="Freeform 454">
                <a:extLst>
                  <a:ext uri="{FF2B5EF4-FFF2-40B4-BE49-F238E27FC236}">
                    <a16:creationId xmlns:a16="http://schemas.microsoft.com/office/drawing/2014/main" id="{19B935C0-1E4D-47FD-A7A7-FDEE8984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03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2" name="Freeform 455">
                <a:extLst>
                  <a:ext uri="{FF2B5EF4-FFF2-40B4-BE49-F238E27FC236}">
                    <a16:creationId xmlns:a16="http://schemas.microsoft.com/office/drawing/2014/main" id="{738C8B29-A7F1-40A0-9429-64091C9F4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00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3" name="Freeform 456">
                <a:extLst>
                  <a:ext uri="{FF2B5EF4-FFF2-40B4-BE49-F238E27FC236}">
                    <a16:creationId xmlns:a16="http://schemas.microsoft.com/office/drawing/2014/main" id="{5B0B082D-1C81-41E2-AEE3-CB860357C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036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74" name="Freeform 457">
                <a:extLst>
                  <a:ext uri="{FF2B5EF4-FFF2-40B4-BE49-F238E27FC236}">
                    <a16:creationId xmlns:a16="http://schemas.microsoft.com/office/drawing/2014/main" id="{403C2D6C-2106-4930-8541-E4800F1D3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0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12" name="Group 458">
              <a:extLst>
                <a:ext uri="{FF2B5EF4-FFF2-40B4-BE49-F238E27FC236}">
                  <a16:creationId xmlns:a16="http://schemas.microsoft.com/office/drawing/2014/main" id="{DCF8F18E-99B6-4D09-913E-3881B6E948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7" y="1855"/>
              <a:ext cx="190" cy="250"/>
              <a:chOff x="2617" y="1855"/>
              <a:chExt cx="190" cy="250"/>
            </a:xfrm>
          </p:grpSpPr>
          <p:sp>
            <p:nvSpPr>
              <p:cNvPr id="55175" name="Freeform 459">
                <a:extLst>
                  <a:ext uri="{FF2B5EF4-FFF2-40B4-BE49-F238E27FC236}">
                    <a16:creationId xmlns:a16="http://schemas.microsoft.com/office/drawing/2014/main" id="{8AEA1105-063C-4EF2-84BE-48040C97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01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6" name="Freeform 460">
                <a:extLst>
                  <a:ext uri="{FF2B5EF4-FFF2-40B4-BE49-F238E27FC236}">
                    <a16:creationId xmlns:a16="http://schemas.microsoft.com/office/drawing/2014/main" id="{5E74B267-5465-46EA-9C01-5691CF05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02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7" name="Freeform 461">
                <a:extLst>
                  <a:ext uri="{FF2B5EF4-FFF2-40B4-BE49-F238E27FC236}">
                    <a16:creationId xmlns:a16="http://schemas.microsoft.com/office/drawing/2014/main" id="{82007929-ECCC-4D49-8B02-93398024C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99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8" name="Freeform 462">
                <a:extLst>
                  <a:ext uri="{FF2B5EF4-FFF2-40B4-BE49-F238E27FC236}">
                    <a16:creationId xmlns:a16="http://schemas.microsoft.com/office/drawing/2014/main" id="{2ABC52D2-A6C2-49CF-A9C0-55A096FD6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2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9" name="Freeform 463">
                <a:extLst>
                  <a:ext uri="{FF2B5EF4-FFF2-40B4-BE49-F238E27FC236}">
                    <a16:creationId xmlns:a16="http://schemas.microsoft.com/office/drawing/2014/main" id="{62777A2E-5D77-4CE8-AAE6-73E82C46F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919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0" name="Freeform 464">
                <a:extLst>
                  <a:ext uri="{FF2B5EF4-FFF2-40B4-BE49-F238E27FC236}">
                    <a16:creationId xmlns:a16="http://schemas.microsoft.com/office/drawing/2014/main" id="{D35F9E42-F275-4040-875D-894347F76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932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1" name="Freeform 465">
                <a:extLst>
                  <a:ext uri="{FF2B5EF4-FFF2-40B4-BE49-F238E27FC236}">
                    <a16:creationId xmlns:a16="http://schemas.microsoft.com/office/drawing/2014/main" id="{474AC7D1-2AD1-4207-A425-BAF8C909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92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2" name="Freeform 466">
                <a:extLst>
                  <a:ext uri="{FF2B5EF4-FFF2-40B4-BE49-F238E27FC236}">
                    <a16:creationId xmlns:a16="http://schemas.microsoft.com/office/drawing/2014/main" id="{EBD15CDD-DFE2-4B99-8BA9-348CFE8EB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91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3" name="Freeform 467">
                <a:extLst>
                  <a:ext uri="{FF2B5EF4-FFF2-40B4-BE49-F238E27FC236}">
                    <a16:creationId xmlns:a16="http://schemas.microsoft.com/office/drawing/2014/main" id="{BE6CCEA7-A760-49DE-92C7-3C934A713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91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4" name="Freeform 468">
                <a:extLst>
                  <a:ext uri="{FF2B5EF4-FFF2-40B4-BE49-F238E27FC236}">
                    <a16:creationId xmlns:a16="http://schemas.microsoft.com/office/drawing/2014/main" id="{BA38866B-5356-4D1E-A280-1A29CBA02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11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5" name="Freeform 469">
                <a:extLst>
                  <a:ext uri="{FF2B5EF4-FFF2-40B4-BE49-F238E27FC236}">
                    <a16:creationId xmlns:a16="http://schemas.microsoft.com/office/drawing/2014/main" id="{2BC5864A-42D5-4E24-89CF-94EF85095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90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6" name="Freeform 470">
                <a:extLst>
                  <a:ext uri="{FF2B5EF4-FFF2-40B4-BE49-F238E27FC236}">
                    <a16:creationId xmlns:a16="http://schemas.microsoft.com/office/drawing/2014/main" id="{8E20AB27-73D7-4345-AC11-AED4A041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0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7" name="Freeform 471">
                <a:extLst>
                  <a:ext uri="{FF2B5EF4-FFF2-40B4-BE49-F238E27FC236}">
                    <a16:creationId xmlns:a16="http://schemas.microsoft.com/office/drawing/2014/main" id="{20450356-0FAA-4A7F-B051-565F4A7A2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89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8" name="Freeform 472">
                <a:extLst>
                  <a:ext uri="{FF2B5EF4-FFF2-40B4-BE49-F238E27FC236}">
                    <a16:creationId xmlns:a16="http://schemas.microsoft.com/office/drawing/2014/main" id="{8EFE6557-10E4-4DE2-A98E-56641AC67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92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9" name="Freeform 473">
                <a:extLst>
                  <a:ext uri="{FF2B5EF4-FFF2-40B4-BE49-F238E27FC236}">
                    <a16:creationId xmlns:a16="http://schemas.microsoft.com/office/drawing/2014/main" id="{8E9C435E-8306-4440-A23F-7848B1647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0" name="Freeform 474">
                <a:extLst>
                  <a:ext uri="{FF2B5EF4-FFF2-40B4-BE49-F238E27FC236}">
                    <a16:creationId xmlns:a16="http://schemas.microsoft.com/office/drawing/2014/main" id="{5B5A7350-A80D-4E3A-B99B-659DF8B3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2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1" name="Freeform 475">
                <a:extLst>
                  <a:ext uri="{FF2B5EF4-FFF2-40B4-BE49-F238E27FC236}">
                    <a16:creationId xmlns:a16="http://schemas.microsoft.com/office/drawing/2014/main" id="{DDD6F301-DAF5-4B86-825E-BC765D92C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913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2" name="Freeform 476">
                <a:extLst>
                  <a:ext uri="{FF2B5EF4-FFF2-40B4-BE49-F238E27FC236}">
                    <a16:creationId xmlns:a16="http://schemas.microsoft.com/office/drawing/2014/main" id="{31FA0F8D-9F56-4E63-8745-9EF9F6D00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00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3" name="Freeform 477">
                <a:extLst>
                  <a:ext uri="{FF2B5EF4-FFF2-40B4-BE49-F238E27FC236}">
                    <a16:creationId xmlns:a16="http://schemas.microsoft.com/office/drawing/2014/main" id="{179E4F61-E56F-4D24-B8AC-70B65B185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89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4" name="Freeform 478">
                <a:extLst>
                  <a:ext uri="{FF2B5EF4-FFF2-40B4-BE49-F238E27FC236}">
                    <a16:creationId xmlns:a16="http://schemas.microsoft.com/office/drawing/2014/main" id="{FF5EC737-71CF-4509-882F-1FD7A38BF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884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2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5" name="Freeform 479">
                <a:extLst>
                  <a:ext uri="{FF2B5EF4-FFF2-40B4-BE49-F238E27FC236}">
                    <a16:creationId xmlns:a16="http://schemas.microsoft.com/office/drawing/2014/main" id="{84553E4D-8053-4AC6-B07A-E2EC9562A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889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6" name="Freeform 480">
                <a:extLst>
                  <a:ext uri="{FF2B5EF4-FFF2-40B4-BE49-F238E27FC236}">
                    <a16:creationId xmlns:a16="http://schemas.microsoft.com/office/drawing/2014/main" id="{7470265F-5513-4716-BEFD-4779CA04B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0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7" name="Freeform 481">
                <a:extLst>
                  <a:ext uri="{FF2B5EF4-FFF2-40B4-BE49-F238E27FC236}">
                    <a16:creationId xmlns:a16="http://schemas.microsoft.com/office/drawing/2014/main" id="{06178AF3-19DE-4E63-97E4-DFAA531C2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91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8" name="Freeform 482">
                <a:extLst>
                  <a:ext uri="{FF2B5EF4-FFF2-40B4-BE49-F238E27FC236}">
                    <a16:creationId xmlns:a16="http://schemas.microsoft.com/office/drawing/2014/main" id="{904A30C9-C956-47E2-AC9E-A775D3B74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91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9" name="Freeform 483">
                <a:extLst>
                  <a:ext uri="{FF2B5EF4-FFF2-40B4-BE49-F238E27FC236}">
                    <a16:creationId xmlns:a16="http://schemas.microsoft.com/office/drawing/2014/main" id="{7343ABC5-D323-4946-B32E-BB42B87B0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86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0" name="Freeform 484">
                <a:extLst>
                  <a:ext uri="{FF2B5EF4-FFF2-40B4-BE49-F238E27FC236}">
                    <a16:creationId xmlns:a16="http://schemas.microsoft.com/office/drawing/2014/main" id="{9BCD44B7-AD07-4731-985D-BF55AA83C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87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1" name="Freeform 485">
                <a:extLst>
                  <a:ext uri="{FF2B5EF4-FFF2-40B4-BE49-F238E27FC236}">
                    <a16:creationId xmlns:a16="http://schemas.microsoft.com/office/drawing/2014/main" id="{A6215533-6FCA-4210-B1F1-479B0DC5D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88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2" name="Freeform 486">
                <a:extLst>
                  <a:ext uri="{FF2B5EF4-FFF2-40B4-BE49-F238E27FC236}">
                    <a16:creationId xmlns:a16="http://schemas.microsoft.com/office/drawing/2014/main" id="{2F85D207-8C05-4CF0-A225-7CA8794CE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89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3" name="Freeform 487">
                <a:extLst>
                  <a:ext uri="{FF2B5EF4-FFF2-40B4-BE49-F238E27FC236}">
                    <a16:creationId xmlns:a16="http://schemas.microsoft.com/office/drawing/2014/main" id="{FDAD46F3-BC55-42E9-A97E-5B10F2AFD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90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4" name="Freeform 488">
                <a:extLst>
                  <a:ext uri="{FF2B5EF4-FFF2-40B4-BE49-F238E27FC236}">
                    <a16:creationId xmlns:a16="http://schemas.microsoft.com/office/drawing/2014/main" id="{5AFC44B2-EFE9-45C0-9AA9-74398918B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2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5" name="Freeform 489">
                <a:extLst>
                  <a:ext uri="{FF2B5EF4-FFF2-40B4-BE49-F238E27FC236}">
                    <a16:creationId xmlns:a16="http://schemas.microsoft.com/office/drawing/2014/main" id="{4875FB01-5F80-45CA-B88B-D319C955C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94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6" name="Freeform 490">
                <a:extLst>
                  <a:ext uri="{FF2B5EF4-FFF2-40B4-BE49-F238E27FC236}">
                    <a16:creationId xmlns:a16="http://schemas.microsoft.com/office/drawing/2014/main" id="{A7030050-C53A-4337-B0B4-A49E033C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94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7" name="Freeform 491">
                <a:extLst>
                  <a:ext uri="{FF2B5EF4-FFF2-40B4-BE49-F238E27FC236}">
                    <a16:creationId xmlns:a16="http://schemas.microsoft.com/office/drawing/2014/main" id="{34F7E5D6-73F4-4274-9C60-968DFE2E3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95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3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8" name="Freeform 492">
                <a:extLst>
                  <a:ext uri="{FF2B5EF4-FFF2-40B4-BE49-F238E27FC236}">
                    <a16:creationId xmlns:a16="http://schemas.microsoft.com/office/drawing/2014/main" id="{A59E744C-BADD-42AB-8744-98EF9E14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94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9" name="Freeform 493">
                <a:extLst>
                  <a:ext uri="{FF2B5EF4-FFF2-40B4-BE49-F238E27FC236}">
                    <a16:creationId xmlns:a16="http://schemas.microsoft.com/office/drawing/2014/main" id="{F318B868-FD60-45A1-889E-ED99C8EE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93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0" name="Freeform 494">
                <a:extLst>
                  <a:ext uri="{FF2B5EF4-FFF2-40B4-BE49-F238E27FC236}">
                    <a16:creationId xmlns:a16="http://schemas.microsoft.com/office/drawing/2014/main" id="{0383F946-A965-4E35-86D3-98DFFE543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93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1" name="Freeform 495">
                <a:extLst>
                  <a:ext uri="{FF2B5EF4-FFF2-40B4-BE49-F238E27FC236}">
                    <a16:creationId xmlns:a16="http://schemas.microsoft.com/office/drawing/2014/main" id="{8D023A9D-9E6F-48BA-A496-C7D9E9F61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932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2" name="Freeform 496">
                <a:extLst>
                  <a:ext uri="{FF2B5EF4-FFF2-40B4-BE49-F238E27FC236}">
                    <a16:creationId xmlns:a16="http://schemas.microsoft.com/office/drawing/2014/main" id="{AA9B0A26-02C7-47B5-B102-A96E457E6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92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3" name="Freeform 497">
                <a:extLst>
                  <a:ext uri="{FF2B5EF4-FFF2-40B4-BE49-F238E27FC236}">
                    <a16:creationId xmlns:a16="http://schemas.microsoft.com/office/drawing/2014/main" id="{06A9350A-4B4D-4A7D-AC8E-82A465BEF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92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4" name="Freeform 498">
                <a:extLst>
                  <a:ext uri="{FF2B5EF4-FFF2-40B4-BE49-F238E27FC236}">
                    <a16:creationId xmlns:a16="http://schemas.microsoft.com/office/drawing/2014/main" id="{712E3BC7-8E0D-4016-9F61-B0670481B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9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5" name="Freeform 499">
                <a:extLst>
                  <a:ext uri="{FF2B5EF4-FFF2-40B4-BE49-F238E27FC236}">
                    <a16:creationId xmlns:a16="http://schemas.microsoft.com/office/drawing/2014/main" id="{E01A90EE-AD8A-473D-AC80-4DF159294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94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6" name="Freeform 500">
                <a:extLst>
                  <a:ext uri="{FF2B5EF4-FFF2-40B4-BE49-F238E27FC236}">
                    <a16:creationId xmlns:a16="http://schemas.microsoft.com/office/drawing/2014/main" id="{7EACF6E5-07CF-4629-85DB-8B80D628D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96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7" name="Freeform 501">
                <a:extLst>
                  <a:ext uri="{FF2B5EF4-FFF2-40B4-BE49-F238E27FC236}">
                    <a16:creationId xmlns:a16="http://schemas.microsoft.com/office/drawing/2014/main" id="{4D293599-102A-469D-A61A-548F95754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95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8" name="Freeform 502">
                <a:extLst>
                  <a:ext uri="{FF2B5EF4-FFF2-40B4-BE49-F238E27FC236}">
                    <a16:creationId xmlns:a16="http://schemas.microsoft.com/office/drawing/2014/main" id="{53EDE526-99F2-41CC-B685-60A1C8D33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93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9" name="Freeform 503">
                <a:extLst>
                  <a:ext uri="{FF2B5EF4-FFF2-40B4-BE49-F238E27FC236}">
                    <a16:creationId xmlns:a16="http://schemas.microsoft.com/office/drawing/2014/main" id="{83776FFB-629C-42F6-83F9-E40BDDE58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921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0" name="Freeform 504">
                <a:extLst>
                  <a:ext uri="{FF2B5EF4-FFF2-40B4-BE49-F238E27FC236}">
                    <a16:creationId xmlns:a16="http://schemas.microsoft.com/office/drawing/2014/main" id="{FF99516D-9FF8-4BFE-A5FD-8FF123E65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916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1" name="Freeform 505">
                <a:extLst>
                  <a:ext uri="{FF2B5EF4-FFF2-40B4-BE49-F238E27FC236}">
                    <a16:creationId xmlns:a16="http://schemas.microsoft.com/office/drawing/2014/main" id="{24E585CD-AC94-4D67-8C14-7FE0C72BE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905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2" name="Freeform 506">
                <a:extLst>
                  <a:ext uri="{FF2B5EF4-FFF2-40B4-BE49-F238E27FC236}">
                    <a16:creationId xmlns:a16="http://schemas.microsoft.com/office/drawing/2014/main" id="{0DF0F4AD-40E7-4EB6-ACEE-3408F1ED5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91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3" name="Freeform 507">
                <a:extLst>
                  <a:ext uri="{FF2B5EF4-FFF2-40B4-BE49-F238E27FC236}">
                    <a16:creationId xmlns:a16="http://schemas.microsoft.com/office/drawing/2014/main" id="{71A2A007-9B2C-4C83-BEC9-906A13149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92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4" name="Freeform 508">
                <a:extLst>
                  <a:ext uri="{FF2B5EF4-FFF2-40B4-BE49-F238E27FC236}">
                    <a16:creationId xmlns:a16="http://schemas.microsoft.com/office/drawing/2014/main" id="{DDCC95D2-5F53-4012-8A2A-7A084186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94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5" name="Freeform 509">
                <a:extLst>
                  <a:ext uri="{FF2B5EF4-FFF2-40B4-BE49-F238E27FC236}">
                    <a16:creationId xmlns:a16="http://schemas.microsoft.com/office/drawing/2014/main" id="{9D4880B6-797F-44D8-8C9F-B09F8FCAC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93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6" name="Freeform 510">
                <a:extLst>
                  <a:ext uri="{FF2B5EF4-FFF2-40B4-BE49-F238E27FC236}">
                    <a16:creationId xmlns:a16="http://schemas.microsoft.com/office/drawing/2014/main" id="{654283E5-B5EC-48F4-B3D6-8C9A3ED29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88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7" name="Freeform 511">
                <a:extLst>
                  <a:ext uri="{FF2B5EF4-FFF2-40B4-BE49-F238E27FC236}">
                    <a16:creationId xmlns:a16="http://schemas.microsoft.com/office/drawing/2014/main" id="{67B00A61-6A5B-43E0-AF11-A2D046249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89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8" name="Freeform 512">
                <a:extLst>
                  <a:ext uri="{FF2B5EF4-FFF2-40B4-BE49-F238E27FC236}">
                    <a16:creationId xmlns:a16="http://schemas.microsoft.com/office/drawing/2014/main" id="{699371EF-AAC0-43FC-9930-90147B26A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9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9" name="Freeform 513">
                <a:extLst>
                  <a:ext uri="{FF2B5EF4-FFF2-40B4-BE49-F238E27FC236}">
                    <a16:creationId xmlns:a16="http://schemas.microsoft.com/office/drawing/2014/main" id="{FDE85289-B72E-45C1-BBDF-1DB2197F3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91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0" name="Freeform 514">
                <a:extLst>
                  <a:ext uri="{FF2B5EF4-FFF2-40B4-BE49-F238E27FC236}">
                    <a16:creationId xmlns:a16="http://schemas.microsoft.com/office/drawing/2014/main" id="{78B4C9F9-4AD7-4BDE-AC55-D9D8DE69B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92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1" name="Freeform 515">
                <a:extLst>
                  <a:ext uri="{FF2B5EF4-FFF2-40B4-BE49-F238E27FC236}">
                    <a16:creationId xmlns:a16="http://schemas.microsoft.com/office/drawing/2014/main" id="{DF0110A6-0549-4B4E-8016-3FB092BF8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94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2" name="Freeform 516">
                <a:extLst>
                  <a:ext uri="{FF2B5EF4-FFF2-40B4-BE49-F238E27FC236}">
                    <a16:creationId xmlns:a16="http://schemas.microsoft.com/office/drawing/2014/main" id="{83DBA528-2232-4125-B470-C85C02118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88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3" name="Freeform 517">
                <a:extLst>
                  <a:ext uri="{FF2B5EF4-FFF2-40B4-BE49-F238E27FC236}">
                    <a16:creationId xmlns:a16="http://schemas.microsoft.com/office/drawing/2014/main" id="{17B6A1C5-07C3-4D23-8868-FDEB989E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879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4" name="Freeform 518">
                <a:extLst>
                  <a:ext uri="{FF2B5EF4-FFF2-40B4-BE49-F238E27FC236}">
                    <a16:creationId xmlns:a16="http://schemas.microsoft.com/office/drawing/2014/main" id="{DF8B0F05-E9C3-4BEF-830D-B1F66B142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897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5" name="Freeform 519">
                <a:extLst>
                  <a:ext uri="{FF2B5EF4-FFF2-40B4-BE49-F238E27FC236}">
                    <a16:creationId xmlns:a16="http://schemas.microsoft.com/office/drawing/2014/main" id="{9B50201B-57C9-4802-A9D8-753509BD7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91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6" name="Freeform 520">
                <a:extLst>
                  <a:ext uri="{FF2B5EF4-FFF2-40B4-BE49-F238E27FC236}">
                    <a16:creationId xmlns:a16="http://schemas.microsoft.com/office/drawing/2014/main" id="{57818408-97B5-4C4D-A7C0-52F3ABB87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90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7" name="Freeform 521">
                <a:extLst>
                  <a:ext uri="{FF2B5EF4-FFF2-40B4-BE49-F238E27FC236}">
                    <a16:creationId xmlns:a16="http://schemas.microsoft.com/office/drawing/2014/main" id="{F73EECCE-D669-437B-AFDA-32C68CD74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89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8" name="Freeform 522">
                <a:extLst>
                  <a:ext uri="{FF2B5EF4-FFF2-40B4-BE49-F238E27FC236}">
                    <a16:creationId xmlns:a16="http://schemas.microsoft.com/office/drawing/2014/main" id="{ED47CF80-75FA-48DE-B9F7-E5134578E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88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9" name="Freeform 523">
                <a:extLst>
                  <a:ext uri="{FF2B5EF4-FFF2-40B4-BE49-F238E27FC236}">
                    <a16:creationId xmlns:a16="http://schemas.microsoft.com/office/drawing/2014/main" id="{51F0C4AF-EB06-4A8B-8A03-048352AB0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88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0" name="Freeform 524">
                <a:extLst>
                  <a:ext uri="{FF2B5EF4-FFF2-40B4-BE49-F238E27FC236}">
                    <a16:creationId xmlns:a16="http://schemas.microsoft.com/office/drawing/2014/main" id="{C4335DB5-7D96-4A66-9AE3-C1181D6C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88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1" name="Freeform 525">
                <a:extLst>
                  <a:ext uri="{FF2B5EF4-FFF2-40B4-BE49-F238E27FC236}">
                    <a16:creationId xmlns:a16="http://schemas.microsoft.com/office/drawing/2014/main" id="{2DF0B220-82C0-42D6-A49C-DFF876A2B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88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2" name="Freeform 526">
                <a:extLst>
                  <a:ext uri="{FF2B5EF4-FFF2-40B4-BE49-F238E27FC236}">
                    <a16:creationId xmlns:a16="http://schemas.microsoft.com/office/drawing/2014/main" id="{5ED73654-226B-49A9-864F-EB7D26472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86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3" name="Freeform 527">
                <a:extLst>
                  <a:ext uri="{FF2B5EF4-FFF2-40B4-BE49-F238E27FC236}">
                    <a16:creationId xmlns:a16="http://schemas.microsoft.com/office/drawing/2014/main" id="{ADAF33C0-600C-46DD-83A3-9E7366F0B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8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4" name="Freeform 528">
                <a:extLst>
                  <a:ext uri="{FF2B5EF4-FFF2-40B4-BE49-F238E27FC236}">
                    <a16:creationId xmlns:a16="http://schemas.microsoft.com/office/drawing/2014/main" id="{762D8E85-88DC-408A-A0D9-CB70AEB32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860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5" name="Freeform 529">
                <a:extLst>
                  <a:ext uri="{FF2B5EF4-FFF2-40B4-BE49-F238E27FC236}">
                    <a16:creationId xmlns:a16="http://schemas.microsoft.com/office/drawing/2014/main" id="{976A51FF-747A-4064-80B1-E6CB81AC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187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6" name="Freeform 530">
                <a:extLst>
                  <a:ext uri="{FF2B5EF4-FFF2-40B4-BE49-F238E27FC236}">
                    <a16:creationId xmlns:a16="http://schemas.microsoft.com/office/drawing/2014/main" id="{125E041F-8A56-41D0-9B89-6437A441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88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7" name="Freeform 531">
                <a:extLst>
                  <a:ext uri="{FF2B5EF4-FFF2-40B4-BE49-F238E27FC236}">
                    <a16:creationId xmlns:a16="http://schemas.microsoft.com/office/drawing/2014/main" id="{8978861A-7EB7-4126-A373-E8EA7D8C1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8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8" name="Freeform 532">
                <a:extLst>
                  <a:ext uri="{FF2B5EF4-FFF2-40B4-BE49-F238E27FC236}">
                    <a16:creationId xmlns:a16="http://schemas.microsoft.com/office/drawing/2014/main" id="{A5B5C105-2C51-4C00-9951-94BB42154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88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9" name="Freeform 533">
                <a:extLst>
                  <a:ext uri="{FF2B5EF4-FFF2-40B4-BE49-F238E27FC236}">
                    <a16:creationId xmlns:a16="http://schemas.microsoft.com/office/drawing/2014/main" id="{9C7EBDF2-D560-4E30-A007-6B7E40F67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89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0" name="Freeform 534">
                <a:extLst>
                  <a:ext uri="{FF2B5EF4-FFF2-40B4-BE49-F238E27FC236}">
                    <a16:creationId xmlns:a16="http://schemas.microsoft.com/office/drawing/2014/main" id="{4E8AF2C5-58CD-47A1-BE6D-5055B0A89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89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1" name="Freeform 535">
                <a:extLst>
                  <a:ext uri="{FF2B5EF4-FFF2-40B4-BE49-F238E27FC236}">
                    <a16:creationId xmlns:a16="http://schemas.microsoft.com/office/drawing/2014/main" id="{A2410CF4-BED6-4B97-9F2F-B426F8FE6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90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2" name="Freeform 536">
                <a:extLst>
                  <a:ext uri="{FF2B5EF4-FFF2-40B4-BE49-F238E27FC236}">
                    <a16:creationId xmlns:a16="http://schemas.microsoft.com/office/drawing/2014/main" id="{21D4A260-08E7-4625-BD35-DD4D5A3D4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1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3" name="Freeform 537">
                <a:extLst>
                  <a:ext uri="{FF2B5EF4-FFF2-40B4-BE49-F238E27FC236}">
                    <a16:creationId xmlns:a16="http://schemas.microsoft.com/office/drawing/2014/main" id="{ECC8AAEA-9F9A-4EC5-A072-9DF928400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2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4" name="Freeform 538">
                <a:extLst>
                  <a:ext uri="{FF2B5EF4-FFF2-40B4-BE49-F238E27FC236}">
                    <a16:creationId xmlns:a16="http://schemas.microsoft.com/office/drawing/2014/main" id="{22F345B5-1420-4233-917E-00FB43514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8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5" name="Freeform 539">
                <a:extLst>
                  <a:ext uri="{FF2B5EF4-FFF2-40B4-BE49-F238E27FC236}">
                    <a16:creationId xmlns:a16="http://schemas.microsoft.com/office/drawing/2014/main" id="{9BC8EAA2-A24B-4616-A292-40AE9F32E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89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6" name="Freeform 540">
                <a:extLst>
                  <a:ext uri="{FF2B5EF4-FFF2-40B4-BE49-F238E27FC236}">
                    <a16:creationId xmlns:a16="http://schemas.microsoft.com/office/drawing/2014/main" id="{3E640021-10FE-4C74-B546-52B5E5FD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90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7" name="Freeform 541">
                <a:extLst>
                  <a:ext uri="{FF2B5EF4-FFF2-40B4-BE49-F238E27FC236}">
                    <a16:creationId xmlns:a16="http://schemas.microsoft.com/office/drawing/2014/main" id="{025BD274-3770-4075-AA56-16F182EB8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91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8" name="Freeform 542">
                <a:extLst>
                  <a:ext uri="{FF2B5EF4-FFF2-40B4-BE49-F238E27FC236}">
                    <a16:creationId xmlns:a16="http://schemas.microsoft.com/office/drawing/2014/main" id="{ED90D694-B3DD-4696-BC97-8C9BED27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87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9" name="Freeform 543">
                <a:extLst>
                  <a:ext uri="{FF2B5EF4-FFF2-40B4-BE49-F238E27FC236}">
                    <a16:creationId xmlns:a16="http://schemas.microsoft.com/office/drawing/2014/main" id="{1C0D9D04-C867-4F2C-9781-81EA83C60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0" name="Freeform 544">
                <a:extLst>
                  <a:ext uri="{FF2B5EF4-FFF2-40B4-BE49-F238E27FC236}">
                    <a16:creationId xmlns:a16="http://schemas.microsoft.com/office/drawing/2014/main" id="{367525E7-24E0-4CA2-909F-5211EAFDF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90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1" name="Freeform 545">
                <a:extLst>
                  <a:ext uri="{FF2B5EF4-FFF2-40B4-BE49-F238E27FC236}">
                    <a16:creationId xmlns:a16="http://schemas.microsoft.com/office/drawing/2014/main" id="{7768389E-4ADF-448F-819D-C3216DE50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90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2" name="Freeform 546">
                <a:extLst>
                  <a:ext uri="{FF2B5EF4-FFF2-40B4-BE49-F238E27FC236}">
                    <a16:creationId xmlns:a16="http://schemas.microsoft.com/office/drawing/2014/main" id="{14983AAF-8659-4CA5-B135-5DFA29B32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916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3" name="Freeform 547">
                <a:extLst>
                  <a:ext uri="{FF2B5EF4-FFF2-40B4-BE49-F238E27FC236}">
                    <a16:creationId xmlns:a16="http://schemas.microsoft.com/office/drawing/2014/main" id="{7A7C06CF-5D10-4A9F-9BB4-D971F8F8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92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4" name="Freeform 548">
                <a:extLst>
                  <a:ext uri="{FF2B5EF4-FFF2-40B4-BE49-F238E27FC236}">
                    <a16:creationId xmlns:a16="http://schemas.microsoft.com/office/drawing/2014/main" id="{693CA839-FAFA-4263-A158-6088DD316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943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5" name="Freeform 549">
                <a:extLst>
                  <a:ext uri="{FF2B5EF4-FFF2-40B4-BE49-F238E27FC236}">
                    <a16:creationId xmlns:a16="http://schemas.microsoft.com/office/drawing/2014/main" id="{BD7C886A-89BC-444A-89C0-90B41F1C9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95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6" name="Freeform 550">
                <a:extLst>
                  <a:ext uri="{FF2B5EF4-FFF2-40B4-BE49-F238E27FC236}">
                    <a16:creationId xmlns:a16="http://schemas.microsoft.com/office/drawing/2014/main" id="{DD87DA48-6C79-4694-8A25-A9A3CE8C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95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7" name="Freeform 551">
                <a:extLst>
                  <a:ext uri="{FF2B5EF4-FFF2-40B4-BE49-F238E27FC236}">
                    <a16:creationId xmlns:a16="http://schemas.microsoft.com/office/drawing/2014/main" id="{BA062478-82F3-4437-BDA7-25BA56764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96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8" name="Freeform 552">
                <a:extLst>
                  <a:ext uri="{FF2B5EF4-FFF2-40B4-BE49-F238E27FC236}">
                    <a16:creationId xmlns:a16="http://schemas.microsoft.com/office/drawing/2014/main" id="{9B298673-A0E6-4F5F-806A-72674EA9D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93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9" name="Freeform 553">
                <a:extLst>
                  <a:ext uri="{FF2B5EF4-FFF2-40B4-BE49-F238E27FC236}">
                    <a16:creationId xmlns:a16="http://schemas.microsoft.com/office/drawing/2014/main" id="{EDC68A27-3F4D-47AB-83E9-0C07087AB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95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0" name="Freeform 554">
                <a:extLst>
                  <a:ext uri="{FF2B5EF4-FFF2-40B4-BE49-F238E27FC236}">
                    <a16:creationId xmlns:a16="http://schemas.microsoft.com/office/drawing/2014/main" id="{0F932F6C-BE50-4BDF-B878-F17A1B8F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94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1" name="Freeform 555">
                <a:extLst>
                  <a:ext uri="{FF2B5EF4-FFF2-40B4-BE49-F238E27FC236}">
                    <a16:creationId xmlns:a16="http://schemas.microsoft.com/office/drawing/2014/main" id="{5357B2C0-E005-405E-8EED-371DAFE97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9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2" name="Freeform 556">
                <a:extLst>
                  <a:ext uri="{FF2B5EF4-FFF2-40B4-BE49-F238E27FC236}">
                    <a16:creationId xmlns:a16="http://schemas.microsoft.com/office/drawing/2014/main" id="{FF1A07BE-74B5-4AB0-A6D9-9B4E0D811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964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3" name="Freeform 557">
                <a:extLst>
                  <a:ext uri="{FF2B5EF4-FFF2-40B4-BE49-F238E27FC236}">
                    <a16:creationId xmlns:a16="http://schemas.microsoft.com/office/drawing/2014/main" id="{FE8AC1A1-2A97-43E2-A8E2-193348D1D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964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4" name="Freeform 558">
                <a:extLst>
                  <a:ext uri="{FF2B5EF4-FFF2-40B4-BE49-F238E27FC236}">
                    <a16:creationId xmlns:a16="http://schemas.microsoft.com/office/drawing/2014/main" id="{50C10C55-E958-4D2D-B16F-A8E38C8B7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80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5" name="Freeform 559">
                <a:extLst>
                  <a:ext uri="{FF2B5EF4-FFF2-40B4-BE49-F238E27FC236}">
                    <a16:creationId xmlns:a16="http://schemas.microsoft.com/office/drawing/2014/main" id="{CEC6064D-C0F6-4CB4-BFC5-0C7F975A0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96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6" name="Freeform 560">
                <a:extLst>
                  <a:ext uri="{FF2B5EF4-FFF2-40B4-BE49-F238E27FC236}">
                    <a16:creationId xmlns:a16="http://schemas.microsoft.com/office/drawing/2014/main" id="{782AAC0A-98AA-49A0-B5D6-301D113E8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7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7" name="Freeform 561">
                <a:extLst>
                  <a:ext uri="{FF2B5EF4-FFF2-40B4-BE49-F238E27FC236}">
                    <a16:creationId xmlns:a16="http://schemas.microsoft.com/office/drawing/2014/main" id="{67035494-A3FB-4EBC-BD2B-15EB0EFD0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06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8" name="Freeform 562">
                <a:extLst>
                  <a:ext uri="{FF2B5EF4-FFF2-40B4-BE49-F238E27FC236}">
                    <a16:creationId xmlns:a16="http://schemas.microsoft.com/office/drawing/2014/main" id="{779D8D6E-EE48-4C4E-94D0-ECE96155F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05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9" name="Freeform 563">
                <a:extLst>
                  <a:ext uri="{FF2B5EF4-FFF2-40B4-BE49-F238E27FC236}">
                    <a16:creationId xmlns:a16="http://schemas.microsoft.com/office/drawing/2014/main" id="{F1676F04-0D36-47D3-AB73-4CC630AA0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0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0" name="Freeform 564">
                <a:extLst>
                  <a:ext uri="{FF2B5EF4-FFF2-40B4-BE49-F238E27FC236}">
                    <a16:creationId xmlns:a16="http://schemas.microsoft.com/office/drawing/2014/main" id="{A1B98517-A773-423C-B66C-776CE6C38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0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1" name="Freeform 565">
                <a:extLst>
                  <a:ext uri="{FF2B5EF4-FFF2-40B4-BE49-F238E27FC236}">
                    <a16:creationId xmlns:a16="http://schemas.microsoft.com/office/drawing/2014/main" id="{F36BD19E-CEB9-4660-8478-1EC2C6768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04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2" name="Freeform 566">
                <a:extLst>
                  <a:ext uri="{FF2B5EF4-FFF2-40B4-BE49-F238E27FC236}">
                    <a16:creationId xmlns:a16="http://schemas.microsoft.com/office/drawing/2014/main" id="{232BE87E-89B3-404F-82C0-4C951917A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052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3" name="Freeform 567">
                <a:extLst>
                  <a:ext uri="{FF2B5EF4-FFF2-40B4-BE49-F238E27FC236}">
                    <a16:creationId xmlns:a16="http://schemas.microsoft.com/office/drawing/2014/main" id="{3E95A77A-13A5-49A4-9FE1-4A0667AF5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047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4" name="Freeform 568">
                <a:extLst>
                  <a:ext uri="{FF2B5EF4-FFF2-40B4-BE49-F238E27FC236}">
                    <a16:creationId xmlns:a16="http://schemas.microsoft.com/office/drawing/2014/main" id="{7779FF6B-4EE5-4812-9785-4122FC0FE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04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5" name="Freeform 569">
                <a:extLst>
                  <a:ext uri="{FF2B5EF4-FFF2-40B4-BE49-F238E27FC236}">
                    <a16:creationId xmlns:a16="http://schemas.microsoft.com/office/drawing/2014/main" id="{C1B7D91E-A8B9-4265-BCA1-6DA14EFD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03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6" name="Freeform 570">
                <a:extLst>
                  <a:ext uri="{FF2B5EF4-FFF2-40B4-BE49-F238E27FC236}">
                    <a16:creationId xmlns:a16="http://schemas.microsoft.com/office/drawing/2014/main" id="{160FF438-32F4-486B-9D54-CDCC7750E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03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7" name="Freeform 571">
                <a:extLst>
                  <a:ext uri="{FF2B5EF4-FFF2-40B4-BE49-F238E27FC236}">
                    <a16:creationId xmlns:a16="http://schemas.microsoft.com/office/drawing/2014/main" id="{482DD547-B941-4DCF-B779-48558321B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05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8" name="Freeform 572">
                <a:extLst>
                  <a:ext uri="{FF2B5EF4-FFF2-40B4-BE49-F238E27FC236}">
                    <a16:creationId xmlns:a16="http://schemas.microsoft.com/office/drawing/2014/main" id="{95BF366E-F3B4-43B7-AA12-870C75098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0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9" name="Freeform 573">
                <a:extLst>
                  <a:ext uri="{FF2B5EF4-FFF2-40B4-BE49-F238E27FC236}">
                    <a16:creationId xmlns:a16="http://schemas.microsoft.com/office/drawing/2014/main" id="{BE0CBA78-7F86-47EF-A66C-13B59CD3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6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0" name="Freeform 574">
                <a:extLst>
                  <a:ext uri="{FF2B5EF4-FFF2-40B4-BE49-F238E27FC236}">
                    <a16:creationId xmlns:a16="http://schemas.microsoft.com/office/drawing/2014/main" id="{1BE2534A-9247-4F6D-9901-DA7610594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4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1" name="Freeform 575">
                <a:extLst>
                  <a:ext uri="{FF2B5EF4-FFF2-40B4-BE49-F238E27FC236}">
                    <a16:creationId xmlns:a16="http://schemas.microsoft.com/office/drawing/2014/main" id="{97F94F19-FB56-4BCD-8EA4-E3B619034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036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2" name="Freeform 576">
                <a:extLst>
                  <a:ext uri="{FF2B5EF4-FFF2-40B4-BE49-F238E27FC236}">
                    <a16:creationId xmlns:a16="http://schemas.microsoft.com/office/drawing/2014/main" id="{EE1040C0-540A-433E-B096-48FD14BDF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03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3" name="Freeform 577">
                <a:extLst>
                  <a:ext uri="{FF2B5EF4-FFF2-40B4-BE49-F238E27FC236}">
                    <a16:creationId xmlns:a16="http://schemas.microsoft.com/office/drawing/2014/main" id="{51C52BA7-7904-43F7-8BD4-995238EA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020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4" name="Freeform 578">
                <a:extLst>
                  <a:ext uri="{FF2B5EF4-FFF2-40B4-BE49-F238E27FC236}">
                    <a16:creationId xmlns:a16="http://schemas.microsoft.com/office/drawing/2014/main" id="{328D26D8-D458-4DFB-8257-8292674F7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02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5" name="Freeform 579">
                <a:extLst>
                  <a:ext uri="{FF2B5EF4-FFF2-40B4-BE49-F238E27FC236}">
                    <a16:creationId xmlns:a16="http://schemas.microsoft.com/office/drawing/2014/main" id="{CB02C5BB-DC7A-44AF-A850-179D08AF1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03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6" name="Freeform 580">
                <a:extLst>
                  <a:ext uri="{FF2B5EF4-FFF2-40B4-BE49-F238E27FC236}">
                    <a16:creationId xmlns:a16="http://schemas.microsoft.com/office/drawing/2014/main" id="{2BA39EE5-9E92-4BC9-B787-369B9C5A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05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7" name="Freeform 581">
                <a:extLst>
                  <a:ext uri="{FF2B5EF4-FFF2-40B4-BE49-F238E27FC236}">
                    <a16:creationId xmlns:a16="http://schemas.microsoft.com/office/drawing/2014/main" id="{886AC690-A15D-442F-98C5-876AEAEB8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0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8" name="Freeform 582">
                <a:extLst>
                  <a:ext uri="{FF2B5EF4-FFF2-40B4-BE49-F238E27FC236}">
                    <a16:creationId xmlns:a16="http://schemas.microsoft.com/office/drawing/2014/main" id="{57861E3F-4D52-45EE-B520-BF60B8A08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00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9" name="Freeform 583">
                <a:extLst>
                  <a:ext uri="{FF2B5EF4-FFF2-40B4-BE49-F238E27FC236}">
                    <a16:creationId xmlns:a16="http://schemas.microsoft.com/office/drawing/2014/main" id="{263A09E8-A438-4B07-A35F-189CFAA74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01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0" name="Freeform 584">
                <a:extLst>
                  <a:ext uri="{FF2B5EF4-FFF2-40B4-BE49-F238E27FC236}">
                    <a16:creationId xmlns:a16="http://schemas.microsoft.com/office/drawing/2014/main" id="{2287BAF5-6672-49DD-8937-6034261E6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02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1" name="Freeform 585">
                <a:extLst>
                  <a:ext uri="{FF2B5EF4-FFF2-40B4-BE49-F238E27FC236}">
                    <a16:creationId xmlns:a16="http://schemas.microsoft.com/office/drawing/2014/main" id="{B6F6EEC3-36B6-40E6-BFAB-88B5136BC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3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2" name="Freeform 586">
                <a:extLst>
                  <a:ext uri="{FF2B5EF4-FFF2-40B4-BE49-F238E27FC236}">
                    <a16:creationId xmlns:a16="http://schemas.microsoft.com/office/drawing/2014/main" id="{F190D983-9E06-41C4-8385-4DE6904FE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04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3" name="Freeform 587">
                <a:extLst>
                  <a:ext uri="{FF2B5EF4-FFF2-40B4-BE49-F238E27FC236}">
                    <a16:creationId xmlns:a16="http://schemas.microsoft.com/office/drawing/2014/main" id="{1C27A119-A6E5-404B-8254-A0D60D46F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05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4" name="Freeform 588">
                <a:extLst>
                  <a:ext uri="{FF2B5EF4-FFF2-40B4-BE49-F238E27FC236}">
                    <a16:creationId xmlns:a16="http://schemas.microsoft.com/office/drawing/2014/main" id="{8DD109B8-A954-4A98-9798-EE42AD1D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084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5" name="Freeform 589">
                <a:extLst>
                  <a:ext uri="{FF2B5EF4-FFF2-40B4-BE49-F238E27FC236}">
                    <a16:creationId xmlns:a16="http://schemas.microsoft.com/office/drawing/2014/main" id="{BCA2F9C2-3EB6-48DE-B29D-5F6749FDD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079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6" name="Freeform 590">
                <a:extLst>
                  <a:ext uri="{FF2B5EF4-FFF2-40B4-BE49-F238E27FC236}">
                    <a16:creationId xmlns:a16="http://schemas.microsoft.com/office/drawing/2014/main" id="{0F0237C9-AEAD-4F89-B8F4-AB52919EA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092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7" name="Freeform 591">
                <a:extLst>
                  <a:ext uri="{FF2B5EF4-FFF2-40B4-BE49-F238E27FC236}">
                    <a16:creationId xmlns:a16="http://schemas.microsoft.com/office/drawing/2014/main" id="{A8C883A7-66D1-4DD1-8AA1-DB41F67AC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08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8" name="Freeform 592">
                <a:extLst>
                  <a:ext uri="{FF2B5EF4-FFF2-40B4-BE49-F238E27FC236}">
                    <a16:creationId xmlns:a16="http://schemas.microsoft.com/office/drawing/2014/main" id="{79CE7C25-79F3-4D72-80AC-70843EA89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07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09" name="Freeform 593">
                <a:extLst>
                  <a:ext uri="{FF2B5EF4-FFF2-40B4-BE49-F238E27FC236}">
                    <a16:creationId xmlns:a16="http://schemas.microsoft.com/office/drawing/2014/main" id="{4468EB25-22B3-411B-91A3-DD508D37C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07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0" name="Freeform 594">
                <a:extLst>
                  <a:ext uri="{FF2B5EF4-FFF2-40B4-BE49-F238E27FC236}">
                    <a16:creationId xmlns:a16="http://schemas.microsoft.com/office/drawing/2014/main" id="{596A9E7B-6B59-4577-92D3-82F371ACF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068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1" name="Freeform 595">
                <a:extLst>
                  <a:ext uri="{FF2B5EF4-FFF2-40B4-BE49-F238E27FC236}">
                    <a16:creationId xmlns:a16="http://schemas.microsoft.com/office/drawing/2014/main" id="{A83DC1E9-80CA-40AE-B4E0-3588EEAAB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06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2" name="Freeform 596">
                <a:extLst>
                  <a:ext uri="{FF2B5EF4-FFF2-40B4-BE49-F238E27FC236}">
                    <a16:creationId xmlns:a16="http://schemas.microsoft.com/office/drawing/2014/main" id="{697087C8-AEC0-4A3B-A981-28BC108FB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06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3" name="Freeform 597">
                <a:extLst>
                  <a:ext uri="{FF2B5EF4-FFF2-40B4-BE49-F238E27FC236}">
                    <a16:creationId xmlns:a16="http://schemas.microsoft.com/office/drawing/2014/main" id="{6B7224E9-2564-4BAE-A17E-2FD9B8D17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05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4" name="Freeform 598">
                <a:extLst>
                  <a:ext uri="{FF2B5EF4-FFF2-40B4-BE49-F238E27FC236}">
                    <a16:creationId xmlns:a16="http://schemas.microsoft.com/office/drawing/2014/main" id="{C6220547-B1C4-40BD-9F47-8D47DB114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0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5" name="Freeform 599">
                <a:extLst>
                  <a:ext uri="{FF2B5EF4-FFF2-40B4-BE49-F238E27FC236}">
                    <a16:creationId xmlns:a16="http://schemas.microsoft.com/office/drawing/2014/main" id="{1F1FA958-71B4-4DC8-B884-AB8E0BA9C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1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6" name="Freeform 600">
                <a:extLst>
                  <a:ext uri="{FF2B5EF4-FFF2-40B4-BE49-F238E27FC236}">
                    <a16:creationId xmlns:a16="http://schemas.microsoft.com/office/drawing/2014/main" id="{33B0D6DD-FFF7-4758-9A51-7FEAD4162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08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7" name="Freeform 601">
                <a:extLst>
                  <a:ext uri="{FF2B5EF4-FFF2-40B4-BE49-F238E27FC236}">
                    <a16:creationId xmlns:a16="http://schemas.microsoft.com/office/drawing/2014/main" id="{B8FBADC0-878B-4EDC-BBD1-12A1F3506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07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8" name="Freeform 602">
                <a:extLst>
                  <a:ext uri="{FF2B5EF4-FFF2-40B4-BE49-F238E27FC236}">
                    <a16:creationId xmlns:a16="http://schemas.microsoft.com/office/drawing/2014/main" id="{CAA69277-582C-48ED-87B9-A9260F28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057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9" name="Freeform 603">
                <a:extLst>
                  <a:ext uri="{FF2B5EF4-FFF2-40B4-BE49-F238E27FC236}">
                    <a16:creationId xmlns:a16="http://schemas.microsoft.com/office/drawing/2014/main" id="{7E8509F4-B838-4DB9-A69D-E9E16936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05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0" name="Freeform 604">
                <a:extLst>
                  <a:ext uri="{FF2B5EF4-FFF2-40B4-BE49-F238E27FC236}">
                    <a16:creationId xmlns:a16="http://schemas.microsoft.com/office/drawing/2014/main" id="{5370FA2D-22B8-4BAF-B950-BCCCB7D18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041"/>
                <a:ext cx="3" cy="11"/>
              </a:xfrm>
              <a:custGeom>
                <a:avLst/>
                <a:gdLst>
                  <a:gd name="T0" fmla="*/ 27 w 1"/>
                  <a:gd name="T1" fmla="*/ 8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1" name="Freeform 605">
                <a:extLst>
                  <a:ext uri="{FF2B5EF4-FFF2-40B4-BE49-F238E27FC236}">
                    <a16:creationId xmlns:a16="http://schemas.microsoft.com/office/drawing/2014/main" id="{9DD94CD4-DAAB-4CB6-A00E-6C84BF985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049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2" name="Freeform 606">
                <a:extLst>
                  <a:ext uri="{FF2B5EF4-FFF2-40B4-BE49-F238E27FC236}">
                    <a16:creationId xmlns:a16="http://schemas.microsoft.com/office/drawing/2014/main" id="{D24C95AC-BE3E-4881-85DB-A1657C86A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06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3" name="Freeform 607">
                <a:extLst>
                  <a:ext uri="{FF2B5EF4-FFF2-40B4-BE49-F238E27FC236}">
                    <a16:creationId xmlns:a16="http://schemas.microsoft.com/office/drawing/2014/main" id="{1F2150F4-2A6C-4CCB-8EC6-DBC8C33F8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7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4" name="Freeform 608">
                <a:extLst>
                  <a:ext uri="{FF2B5EF4-FFF2-40B4-BE49-F238E27FC236}">
                    <a16:creationId xmlns:a16="http://schemas.microsoft.com/office/drawing/2014/main" id="{D8BA1D33-4498-4332-BAA4-805A169FF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0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5" name="Freeform 609">
                <a:extLst>
                  <a:ext uri="{FF2B5EF4-FFF2-40B4-BE49-F238E27FC236}">
                    <a16:creationId xmlns:a16="http://schemas.microsoft.com/office/drawing/2014/main" id="{6FBA35C1-7772-4D5C-95F3-8FCDFDFA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02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6" name="Freeform 610">
                <a:extLst>
                  <a:ext uri="{FF2B5EF4-FFF2-40B4-BE49-F238E27FC236}">
                    <a16:creationId xmlns:a16="http://schemas.microsoft.com/office/drawing/2014/main" id="{988D1750-B70E-4649-A0C2-467F193B4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03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7" name="Freeform 611">
                <a:extLst>
                  <a:ext uri="{FF2B5EF4-FFF2-40B4-BE49-F238E27FC236}">
                    <a16:creationId xmlns:a16="http://schemas.microsoft.com/office/drawing/2014/main" id="{807C6512-D024-4B26-92B3-421B0B0D2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0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8" name="Freeform 612">
                <a:extLst>
                  <a:ext uri="{FF2B5EF4-FFF2-40B4-BE49-F238E27FC236}">
                    <a16:creationId xmlns:a16="http://schemas.microsoft.com/office/drawing/2014/main" id="{B0D17A5E-2994-4BEF-8DCB-E6655A66B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05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29" name="Freeform 613">
                <a:extLst>
                  <a:ext uri="{FF2B5EF4-FFF2-40B4-BE49-F238E27FC236}">
                    <a16:creationId xmlns:a16="http://schemas.microsoft.com/office/drawing/2014/main" id="{DF3C54B9-5775-44F2-98E5-2081C65BE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6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0" name="Freeform 614">
                <a:extLst>
                  <a:ext uri="{FF2B5EF4-FFF2-40B4-BE49-F238E27FC236}">
                    <a16:creationId xmlns:a16="http://schemas.microsoft.com/office/drawing/2014/main" id="{2FD28081-A185-4C60-911F-C9328C6AB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08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1" name="Freeform 615">
                <a:extLst>
                  <a:ext uri="{FF2B5EF4-FFF2-40B4-BE49-F238E27FC236}">
                    <a16:creationId xmlns:a16="http://schemas.microsoft.com/office/drawing/2014/main" id="{A6956EBA-1B7D-447E-B3E3-FD243A08F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1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2" name="Freeform 616">
                <a:extLst>
                  <a:ext uri="{FF2B5EF4-FFF2-40B4-BE49-F238E27FC236}">
                    <a16:creationId xmlns:a16="http://schemas.microsoft.com/office/drawing/2014/main" id="{01DF5DC1-1C1E-4BD2-9126-406A6A0ED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01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3" name="Freeform 617">
                <a:extLst>
                  <a:ext uri="{FF2B5EF4-FFF2-40B4-BE49-F238E27FC236}">
                    <a16:creationId xmlns:a16="http://schemas.microsoft.com/office/drawing/2014/main" id="{72ABB618-37E1-469D-BF4C-FC3F61C30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03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4" name="Freeform 618">
                <a:extLst>
                  <a:ext uri="{FF2B5EF4-FFF2-40B4-BE49-F238E27FC236}">
                    <a16:creationId xmlns:a16="http://schemas.microsoft.com/office/drawing/2014/main" id="{C3BF79A3-6BED-454D-831F-63A7D5C56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04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5" name="Freeform 619">
                <a:extLst>
                  <a:ext uri="{FF2B5EF4-FFF2-40B4-BE49-F238E27FC236}">
                    <a16:creationId xmlns:a16="http://schemas.microsoft.com/office/drawing/2014/main" id="{5B6B3D12-6902-4C77-8F36-E993F1119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03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6" name="Freeform 620">
                <a:extLst>
                  <a:ext uri="{FF2B5EF4-FFF2-40B4-BE49-F238E27FC236}">
                    <a16:creationId xmlns:a16="http://schemas.microsoft.com/office/drawing/2014/main" id="{C431C493-470D-4B94-87D8-5941C9BEE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03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7" name="Freeform 621">
                <a:extLst>
                  <a:ext uri="{FF2B5EF4-FFF2-40B4-BE49-F238E27FC236}">
                    <a16:creationId xmlns:a16="http://schemas.microsoft.com/office/drawing/2014/main" id="{66BACDEC-FA8D-4FDF-B112-5F3E12233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02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8" name="Freeform 622">
                <a:extLst>
                  <a:ext uri="{FF2B5EF4-FFF2-40B4-BE49-F238E27FC236}">
                    <a16:creationId xmlns:a16="http://schemas.microsoft.com/office/drawing/2014/main" id="{A1666AF3-A6CC-4678-8BEF-AFD319F10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02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9" name="Freeform 623">
                <a:extLst>
                  <a:ext uri="{FF2B5EF4-FFF2-40B4-BE49-F238E27FC236}">
                    <a16:creationId xmlns:a16="http://schemas.microsoft.com/office/drawing/2014/main" id="{4EB0A139-9952-4AC9-B444-A7B05E2A6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02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0" name="Freeform 624">
                <a:extLst>
                  <a:ext uri="{FF2B5EF4-FFF2-40B4-BE49-F238E27FC236}">
                    <a16:creationId xmlns:a16="http://schemas.microsoft.com/office/drawing/2014/main" id="{4FBF80DA-39D3-4550-9BB4-922082372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02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1" name="Freeform 625">
                <a:extLst>
                  <a:ext uri="{FF2B5EF4-FFF2-40B4-BE49-F238E27FC236}">
                    <a16:creationId xmlns:a16="http://schemas.microsoft.com/office/drawing/2014/main" id="{E1517A99-B939-4871-A4AF-0D341F6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00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2" name="Freeform 626">
                <a:extLst>
                  <a:ext uri="{FF2B5EF4-FFF2-40B4-BE49-F238E27FC236}">
                    <a16:creationId xmlns:a16="http://schemas.microsoft.com/office/drawing/2014/main" id="{1B227C3C-E7E5-4B95-9728-4DE159B4D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99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3" name="Freeform 627">
                <a:extLst>
                  <a:ext uri="{FF2B5EF4-FFF2-40B4-BE49-F238E27FC236}">
                    <a16:creationId xmlns:a16="http://schemas.microsoft.com/office/drawing/2014/main" id="{2E9E40F1-C438-41BA-B1FB-7D335B271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9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4" name="Freeform 628">
                <a:extLst>
                  <a:ext uri="{FF2B5EF4-FFF2-40B4-BE49-F238E27FC236}">
                    <a16:creationId xmlns:a16="http://schemas.microsoft.com/office/drawing/2014/main" id="{F6BE8845-927A-4A46-91E7-20215E4B6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07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5" name="Freeform 629">
                <a:extLst>
                  <a:ext uri="{FF2B5EF4-FFF2-40B4-BE49-F238E27FC236}">
                    <a16:creationId xmlns:a16="http://schemas.microsoft.com/office/drawing/2014/main" id="{D61E7235-83FF-4FF4-8025-E06AEBF39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02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6" name="Freeform 630">
                <a:extLst>
                  <a:ext uri="{FF2B5EF4-FFF2-40B4-BE49-F238E27FC236}">
                    <a16:creationId xmlns:a16="http://schemas.microsoft.com/office/drawing/2014/main" id="{A49A7F61-D9D5-41BD-889A-3A83E1786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00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7" name="Freeform 631">
                <a:extLst>
                  <a:ext uri="{FF2B5EF4-FFF2-40B4-BE49-F238E27FC236}">
                    <a16:creationId xmlns:a16="http://schemas.microsoft.com/office/drawing/2014/main" id="{29E5EC8E-CBFB-4A1A-B8A7-1E92E7AF7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02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8" name="Freeform 632">
                <a:extLst>
                  <a:ext uri="{FF2B5EF4-FFF2-40B4-BE49-F238E27FC236}">
                    <a16:creationId xmlns:a16="http://schemas.microsoft.com/office/drawing/2014/main" id="{2F750607-2122-4C50-821D-AE9E420DA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02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9" name="Freeform 633">
                <a:extLst>
                  <a:ext uri="{FF2B5EF4-FFF2-40B4-BE49-F238E27FC236}">
                    <a16:creationId xmlns:a16="http://schemas.microsoft.com/office/drawing/2014/main" id="{F83368BE-A06F-43FD-BA1F-7EC078DC3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03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0" name="Freeform 634">
                <a:extLst>
                  <a:ext uri="{FF2B5EF4-FFF2-40B4-BE49-F238E27FC236}">
                    <a16:creationId xmlns:a16="http://schemas.microsoft.com/office/drawing/2014/main" id="{301481B2-4DDF-45DB-BB1A-D5CF2521F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04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1" name="Freeform 635">
                <a:extLst>
                  <a:ext uri="{FF2B5EF4-FFF2-40B4-BE49-F238E27FC236}">
                    <a16:creationId xmlns:a16="http://schemas.microsoft.com/office/drawing/2014/main" id="{A91096E3-ED9E-4747-967F-80496D5A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04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2" name="Freeform 636">
                <a:extLst>
                  <a:ext uri="{FF2B5EF4-FFF2-40B4-BE49-F238E27FC236}">
                    <a16:creationId xmlns:a16="http://schemas.microsoft.com/office/drawing/2014/main" id="{3D76D800-16A7-4D75-91A4-32A624C30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05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3" name="Freeform 637">
                <a:extLst>
                  <a:ext uri="{FF2B5EF4-FFF2-40B4-BE49-F238E27FC236}">
                    <a16:creationId xmlns:a16="http://schemas.microsoft.com/office/drawing/2014/main" id="{07559E6E-4AD0-459D-9576-92B13FCA3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03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4" name="Freeform 638">
                <a:extLst>
                  <a:ext uri="{FF2B5EF4-FFF2-40B4-BE49-F238E27FC236}">
                    <a16:creationId xmlns:a16="http://schemas.microsoft.com/office/drawing/2014/main" id="{DE0A40A5-30D2-40C5-8485-3145CDAB3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03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5" name="Freeform 639">
                <a:extLst>
                  <a:ext uri="{FF2B5EF4-FFF2-40B4-BE49-F238E27FC236}">
                    <a16:creationId xmlns:a16="http://schemas.microsoft.com/office/drawing/2014/main" id="{7F221CF1-CA98-4785-BA31-9C93D060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04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6" name="Freeform 640">
                <a:extLst>
                  <a:ext uri="{FF2B5EF4-FFF2-40B4-BE49-F238E27FC236}">
                    <a16:creationId xmlns:a16="http://schemas.microsoft.com/office/drawing/2014/main" id="{7BFA0960-5E77-4C7C-8C2F-7AB14E303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04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7" name="Freeform 641">
                <a:extLst>
                  <a:ext uri="{FF2B5EF4-FFF2-40B4-BE49-F238E27FC236}">
                    <a16:creationId xmlns:a16="http://schemas.microsoft.com/office/drawing/2014/main" id="{4F9DB8E1-19D4-494E-B8BF-82A99728B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00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8" name="Freeform 642">
                <a:extLst>
                  <a:ext uri="{FF2B5EF4-FFF2-40B4-BE49-F238E27FC236}">
                    <a16:creationId xmlns:a16="http://schemas.microsoft.com/office/drawing/2014/main" id="{96788764-C024-4FB4-BF24-23E4592F5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01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59" name="Freeform 643">
                <a:extLst>
                  <a:ext uri="{FF2B5EF4-FFF2-40B4-BE49-F238E27FC236}">
                    <a16:creationId xmlns:a16="http://schemas.microsoft.com/office/drawing/2014/main" id="{0C358C77-917E-4C90-93FC-8A960470C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039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0" name="Freeform 644">
                <a:extLst>
                  <a:ext uri="{FF2B5EF4-FFF2-40B4-BE49-F238E27FC236}">
                    <a16:creationId xmlns:a16="http://schemas.microsoft.com/office/drawing/2014/main" id="{7E51D715-0C91-4F4D-AF47-1CAD9D052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04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1" name="Freeform 645">
                <a:extLst>
                  <a:ext uri="{FF2B5EF4-FFF2-40B4-BE49-F238E27FC236}">
                    <a16:creationId xmlns:a16="http://schemas.microsoft.com/office/drawing/2014/main" id="{0753DE79-4595-4599-A208-181300E59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05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2" name="Freeform 646">
                <a:extLst>
                  <a:ext uri="{FF2B5EF4-FFF2-40B4-BE49-F238E27FC236}">
                    <a16:creationId xmlns:a16="http://schemas.microsoft.com/office/drawing/2014/main" id="{616B1A73-CF10-4314-8F76-53B63DD5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06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3" name="Freeform 647">
                <a:extLst>
                  <a:ext uri="{FF2B5EF4-FFF2-40B4-BE49-F238E27FC236}">
                    <a16:creationId xmlns:a16="http://schemas.microsoft.com/office/drawing/2014/main" id="{A4D02C24-85BE-48CF-8C60-5B7AA457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08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4" name="Freeform 648">
                <a:extLst>
                  <a:ext uri="{FF2B5EF4-FFF2-40B4-BE49-F238E27FC236}">
                    <a16:creationId xmlns:a16="http://schemas.microsoft.com/office/drawing/2014/main" id="{3C4AE691-CD0B-4159-935F-6E289994F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0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5" name="Freeform 649">
                <a:extLst>
                  <a:ext uri="{FF2B5EF4-FFF2-40B4-BE49-F238E27FC236}">
                    <a16:creationId xmlns:a16="http://schemas.microsoft.com/office/drawing/2014/main" id="{1A5461F2-14C4-4DAF-82BF-0CDBD7675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09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6" name="Freeform 650">
                <a:extLst>
                  <a:ext uri="{FF2B5EF4-FFF2-40B4-BE49-F238E27FC236}">
                    <a16:creationId xmlns:a16="http://schemas.microsoft.com/office/drawing/2014/main" id="{A737375E-1511-427C-8603-0DE7D7F0D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10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7" name="Freeform 651">
                <a:extLst>
                  <a:ext uri="{FF2B5EF4-FFF2-40B4-BE49-F238E27FC236}">
                    <a16:creationId xmlns:a16="http://schemas.microsoft.com/office/drawing/2014/main" id="{C700253B-5F49-4C34-B246-E98F846BB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0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8" name="Freeform 652">
                <a:extLst>
                  <a:ext uri="{FF2B5EF4-FFF2-40B4-BE49-F238E27FC236}">
                    <a16:creationId xmlns:a16="http://schemas.microsoft.com/office/drawing/2014/main" id="{ED5A71F2-C189-42F3-B023-E470223BF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004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69" name="Freeform 653">
                <a:extLst>
                  <a:ext uri="{FF2B5EF4-FFF2-40B4-BE49-F238E27FC236}">
                    <a16:creationId xmlns:a16="http://schemas.microsoft.com/office/drawing/2014/main" id="{1AF52EA9-0933-45E3-B482-0738465BE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9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0" name="Freeform 654">
                <a:extLst>
                  <a:ext uri="{FF2B5EF4-FFF2-40B4-BE49-F238E27FC236}">
                    <a16:creationId xmlns:a16="http://schemas.microsoft.com/office/drawing/2014/main" id="{30C522B4-B506-41C4-8451-CFF4AFB59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00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3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1" name="Freeform 655">
                <a:extLst>
                  <a:ext uri="{FF2B5EF4-FFF2-40B4-BE49-F238E27FC236}">
                    <a16:creationId xmlns:a16="http://schemas.microsoft.com/office/drawing/2014/main" id="{19ADBF20-E004-4BF9-8D41-30E41874F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0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2" name="Freeform 656">
                <a:extLst>
                  <a:ext uri="{FF2B5EF4-FFF2-40B4-BE49-F238E27FC236}">
                    <a16:creationId xmlns:a16="http://schemas.microsoft.com/office/drawing/2014/main" id="{7CF3A5D1-1BBB-4454-82FA-3017B6BD0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9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3" name="Freeform 657">
                <a:extLst>
                  <a:ext uri="{FF2B5EF4-FFF2-40B4-BE49-F238E27FC236}">
                    <a16:creationId xmlns:a16="http://schemas.microsoft.com/office/drawing/2014/main" id="{57324F43-3054-4F51-8A3C-14B0F51F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993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74" name="Freeform 658">
                <a:extLst>
                  <a:ext uri="{FF2B5EF4-FFF2-40B4-BE49-F238E27FC236}">
                    <a16:creationId xmlns:a16="http://schemas.microsoft.com/office/drawing/2014/main" id="{1F64FE21-372D-4EA7-BB9F-2D2B0DB3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988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13" name="Group 659">
              <a:extLst>
                <a:ext uri="{FF2B5EF4-FFF2-40B4-BE49-F238E27FC236}">
                  <a16:creationId xmlns:a16="http://schemas.microsoft.com/office/drawing/2014/main" id="{C01402E1-ECA7-4C57-B303-5B5CA25A0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2" y="1924"/>
              <a:ext cx="371" cy="285"/>
              <a:chOff x="2502" y="1924"/>
              <a:chExt cx="371" cy="285"/>
            </a:xfrm>
          </p:grpSpPr>
          <p:sp>
            <p:nvSpPr>
              <p:cNvPr id="54975" name="Freeform 660">
                <a:extLst>
                  <a:ext uri="{FF2B5EF4-FFF2-40B4-BE49-F238E27FC236}">
                    <a16:creationId xmlns:a16="http://schemas.microsoft.com/office/drawing/2014/main" id="{9F29803D-791F-4F24-B933-75E7044FD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8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6" name="Freeform 661">
                <a:extLst>
                  <a:ext uri="{FF2B5EF4-FFF2-40B4-BE49-F238E27FC236}">
                    <a16:creationId xmlns:a16="http://schemas.microsoft.com/office/drawing/2014/main" id="{26B24A6C-F5F5-412C-AE46-2F04B2377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98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7" name="Freeform 662">
                <a:extLst>
                  <a:ext uri="{FF2B5EF4-FFF2-40B4-BE49-F238E27FC236}">
                    <a16:creationId xmlns:a16="http://schemas.microsoft.com/office/drawing/2014/main" id="{29653B3B-017E-4538-BC4C-A24508B09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7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8" name="Freeform 663">
                <a:extLst>
                  <a:ext uri="{FF2B5EF4-FFF2-40B4-BE49-F238E27FC236}">
                    <a16:creationId xmlns:a16="http://schemas.microsoft.com/office/drawing/2014/main" id="{26628561-7C75-46B0-8F1C-7AC969F34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99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9" name="Freeform 664">
                <a:extLst>
                  <a:ext uri="{FF2B5EF4-FFF2-40B4-BE49-F238E27FC236}">
                    <a16:creationId xmlns:a16="http://schemas.microsoft.com/office/drawing/2014/main" id="{328F453B-1665-4756-93E1-D00244DF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020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0" name="Freeform 665">
                <a:extLst>
                  <a:ext uri="{FF2B5EF4-FFF2-40B4-BE49-F238E27FC236}">
                    <a16:creationId xmlns:a16="http://schemas.microsoft.com/office/drawing/2014/main" id="{506BDB66-7261-41F1-85CC-B07FAC397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00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1" name="Freeform 666">
                <a:extLst>
                  <a:ext uri="{FF2B5EF4-FFF2-40B4-BE49-F238E27FC236}">
                    <a16:creationId xmlns:a16="http://schemas.microsoft.com/office/drawing/2014/main" id="{28205D2B-EDAB-43BF-B540-B0DC1D334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99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2" name="Freeform 667">
                <a:extLst>
                  <a:ext uri="{FF2B5EF4-FFF2-40B4-BE49-F238E27FC236}">
                    <a16:creationId xmlns:a16="http://schemas.microsoft.com/office/drawing/2014/main" id="{E27AA481-AE54-4D34-BF37-55A13B57C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977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3" name="Freeform 668">
                <a:extLst>
                  <a:ext uri="{FF2B5EF4-FFF2-40B4-BE49-F238E27FC236}">
                    <a16:creationId xmlns:a16="http://schemas.microsoft.com/office/drawing/2014/main" id="{6AFC2905-2BD5-4CB7-AC0C-38627643E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97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4" name="Freeform 669">
                <a:extLst>
                  <a:ext uri="{FF2B5EF4-FFF2-40B4-BE49-F238E27FC236}">
                    <a16:creationId xmlns:a16="http://schemas.microsoft.com/office/drawing/2014/main" id="{34DBB713-2D99-4356-8838-CAFF68938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61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5" name="Freeform 670">
                <a:extLst>
                  <a:ext uri="{FF2B5EF4-FFF2-40B4-BE49-F238E27FC236}">
                    <a16:creationId xmlns:a16="http://schemas.microsoft.com/office/drawing/2014/main" id="{68F9CA78-55E5-48BA-B40D-2D817921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6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6" name="Freeform 671">
                <a:extLst>
                  <a:ext uri="{FF2B5EF4-FFF2-40B4-BE49-F238E27FC236}">
                    <a16:creationId xmlns:a16="http://schemas.microsoft.com/office/drawing/2014/main" id="{04DC6985-DBDB-4BC9-9A85-C81EEDC21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98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7" name="Freeform 672">
                <a:extLst>
                  <a:ext uri="{FF2B5EF4-FFF2-40B4-BE49-F238E27FC236}">
                    <a16:creationId xmlns:a16="http://schemas.microsoft.com/office/drawing/2014/main" id="{696B26A9-925D-4842-988B-4539CA6A4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99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8" name="Freeform 673">
                <a:extLst>
                  <a:ext uri="{FF2B5EF4-FFF2-40B4-BE49-F238E27FC236}">
                    <a16:creationId xmlns:a16="http://schemas.microsoft.com/office/drawing/2014/main" id="{96C6CA7F-08B8-4E47-9AC5-2D9A48379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98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9" name="Freeform 674">
                <a:extLst>
                  <a:ext uri="{FF2B5EF4-FFF2-40B4-BE49-F238E27FC236}">
                    <a16:creationId xmlns:a16="http://schemas.microsoft.com/office/drawing/2014/main" id="{C32B7AB0-BEB0-4F61-9E77-749C8371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94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0" name="Freeform 675">
                <a:extLst>
                  <a:ext uri="{FF2B5EF4-FFF2-40B4-BE49-F238E27FC236}">
                    <a16:creationId xmlns:a16="http://schemas.microsoft.com/office/drawing/2014/main" id="{A69C142C-D910-4C29-B1BF-2FFCFA078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5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1" name="Freeform 676">
                <a:extLst>
                  <a:ext uri="{FF2B5EF4-FFF2-40B4-BE49-F238E27FC236}">
                    <a16:creationId xmlns:a16="http://schemas.microsoft.com/office/drawing/2014/main" id="{EFC21BBB-1BBD-4E4E-8434-19F4D8C08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96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2" name="Freeform 677">
                <a:extLst>
                  <a:ext uri="{FF2B5EF4-FFF2-40B4-BE49-F238E27FC236}">
                    <a16:creationId xmlns:a16="http://schemas.microsoft.com/office/drawing/2014/main" id="{D8BE1CAB-C429-4EC6-B29E-421AC5684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97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3" name="Freeform 678">
                <a:extLst>
                  <a:ext uri="{FF2B5EF4-FFF2-40B4-BE49-F238E27FC236}">
                    <a16:creationId xmlns:a16="http://schemas.microsoft.com/office/drawing/2014/main" id="{EDBBEDFE-F7EA-4C78-8B86-11B41686D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98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4" name="Freeform 679">
                <a:extLst>
                  <a:ext uri="{FF2B5EF4-FFF2-40B4-BE49-F238E27FC236}">
                    <a16:creationId xmlns:a16="http://schemas.microsoft.com/office/drawing/2014/main" id="{43404982-EEB7-4ADB-9ACA-4A9CFBAD6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9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5" name="Freeform 680">
                <a:extLst>
                  <a:ext uri="{FF2B5EF4-FFF2-40B4-BE49-F238E27FC236}">
                    <a16:creationId xmlns:a16="http://schemas.microsoft.com/office/drawing/2014/main" id="{C80226F5-71A2-4022-8E75-D8A4B8541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025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6" name="Freeform 681">
                <a:extLst>
                  <a:ext uri="{FF2B5EF4-FFF2-40B4-BE49-F238E27FC236}">
                    <a16:creationId xmlns:a16="http://schemas.microsoft.com/office/drawing/2014/main" id="{2D4EBD73-F54C-46EB-A31C-532E08435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020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7" name="Freeform 682">
                <a:extLst>
                  <a:ext uri="{FF2B5EF4-FFF2-40B4-BE49-F238E27FC236}">
                    <a16:creationId xmlns:a16="http://schemas.microsoft.com/office/drawing/2014/main" id="{52926D01-DF7E-40C3-BFA0-E70E4EAEB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03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8" name="Freeform 683">
                <a:extLst>
                  <a:ext uri="{FF2B5EF4-FFF2-40B4-BE49-F238E27FC236}">
                    <a16:creationId xmlns:a16="http://schemas.microsoft.com/office/drawing/2014/main" id="{5AA52D47-4D03-4FDA-9F7D-1B4DF2944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02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9" name="Freeform 684">
                <a:extLst>
                  <a:ext uri="{FF2B5EF4-FFF2-40B4-BE49-F238E27FC236}">
                    <a16:creationId xmlns:a16="http://schemas.microsoft.com/office/drawing/2014/main" id="{C42D2330-3F75-400B-8DD2-821370B2B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01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0" name="Freeform 685">
                <a:extLst>
                  <a:ext uri="{FF2B5EF4-FFF2-40B4-BE49-F238E27FC236}">
                    <a16:creationId xmlns:a16="http://schemas.microsoft.com/office/drawing/2014/main" id="{57A81C8B-7ECA-48DD-8B32-936E8872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015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1" name="Freeform 686">
                <a:extLst>
                  <a:ext uri="{FF2B5EF4-FFF2-40B4-BE49-F238E27FC236}">
                    <a16:creationId xmlns:a16="http://schemas.microsoft.com/office/drawing/2014/main" id="{9F3D1C19-264B-408E-A4E6-34099E0B7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009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2" name="Freeform 687">
                <a:extLst>
                  <a:ext uri="{FF2B5EF4-FFF2-40B4-BE49-F238E27FC236}">
                    <a16:creationId xmlns:a16="http://schemas.microsoft.com/office/drawing/2014/main" id="{74A0C6B8-4E1F-4EA0-B27F-4B184607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00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3" name="Freeform 688">
                <a:extLst>
                  <a:ext uri="{FF2B5EF4-FFF2-40B4-BE49-F238E27FC236}">
                    <a16:creationId xmlns:a16="http://schemas.microsoft.com/office/drawing/2014/main" id="{38A609DC-585C-47DB-91AD-0732E682D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001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4" name="Freeform 689">
                <a:extLst>
                  <a:ext uri="{FF2B5EF4-FFF2-40B4-BE49-F238E27FC236}">
                    <a16:creationId xmlns:a16="http://schemas.microsoft.com/office/drawing/2014/main" id="{5128618B-34F0-418A-828E-60DBEDF5B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9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5" name="Freeform 690">
                <a:extLst>
                  <a:ext uri="{FF2B5EF4-FFF2-40B4-BE49-F238E27FC236}">
                    <a16:creationId xmlns:a16="http://schemas.microsoft.com/office/drawing/2014/main" id="{ECCE5E39-7A6B-4258-BF38-26B457FF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020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6" name="Freeform 691">
                <a:extLst>
                  <a:ext uri="{FF2B5EF4-FFF2-40B4-BE49-F238E27FC236}">
                    <a16:creationId xmlns:a16="http://schemas.microsoft.com/office/drawing/2014/main" id="{10397421-03FD-4DBC-9FCE-D63D38452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0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7" name="Freeform 692">
                <a:extLst>
                  <a:ext uri="{FF2B5EF4-FFF2-40B4-BE49-F238E27FC236}">
                    <a16:creationId xmlns:a16="http://schemas.microsoft.com/office/drawing/2014/main" id="{2FF98404-5B09-4AFD-9039-8CD31D157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02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8" name="Freeform 693">
                <a:extLst>
                  <a:ext uri="{FF2B5EF4-FFF2-40B4-BE49-F238E27FC236}">
                    <a16:creationId xmlns:a16="http://schemas.microsoft.com/office/drawing/2014/main" id="{A92C42D9-E697-4465-BBA6-8A5C67033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012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9" name="Freeform 694">
                <a:extLst>
                  <a:ext uri="{FF2B5EF4-FFF2-40B4-BE49-F238E27FC236}">
                    <a16:creationId xmlns:a16="http://schemas.microsoft.com/office/drawing/2014/main" id="{076B7235-43B2-4C7F-A00F-FCFB32E07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999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0" name="Freeform 695">
                <a:extLst>
                  <a:ext uri="{FF2B5EF4-FFF2-40B4-BE49-F238E27FC236}">
                    <a16:creationId xmlns:a16="http://schemas.microsoft.com/office/drawing/2014/main" id="{41F23C2B-6AB6-4242-808C-929A39E6D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993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1" name="Freeform 696">
                <a:extLst>
                  <a:ext uri="{FF2B5EF4-FFF2-40B4-BE49-F238E27FC236}">
                    <a16:creationId xmlns:a16="http://schemas.microsoft.com/office/drawing/2014/main" id="{29CA4469-1EE2-4501-934D-F6B7818DA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98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2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2" name="Freeform 697">
                <a:extLst>
                  <a:ext uri="{FF2B5EF4-FFF2-40B4-BE49-F238E27FC236}">
                    <a16:creationId xmlns:a16="http://schemas.microsoft.com/office/drawing/2014/main" id="{C2D51DC7-1E7F-425A-A500-F16DF6D21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99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3" name="Freeform 698">
                <a:extLst>
                  <a:ext uri="{FF2B5EF4-FFF2-40B4-BE49-F238E27FC236}">
                    <a16:creationId xmlns:a16="http://schemas.microsoft.com/office/drawing/2014/main" id="{BB8464D2-68A9-4CCA-8C17-31F685C28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00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4" name="Freeform 699">
                <a:extLst>
                  <a:ext uri="{FF2B5EF4-FFF2-40B4-BE49-F238E27FC236}">
                    <a16:creationId xmlns:a16="http://schemas.microsoft.com/office/drawing/2014/main" id="{2BA35F36-0CD6-486C-BDDD-FC260D489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02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5" name="Freeform 700">
                <a:extLst>
                  <a:ext uri="{FF2B5EF4-FFF2-40B4-BE49-F238E27FC236}">
                    <a16:creationId xmlns:a16="http://schemas.microsoft.com/office/drawing/2014/main" id="{133D4F57-C485-4052-8914-8053C367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0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6" name="Freeform 701">
                <a:extLst>
                  <a:ext uri="{FF2B5EF4-FFF2-40B4-BE49-F238E27FC236}">
                    <a16:creationId xmlns:a16="http://schemas.microsoft.com/office/drawing/2014/main" id="{B3373016-5AF9-4498-962A-2CFD76DB6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96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7" name="Freeform 702">
                <a:extLst>
                  <a:ext uri="{FF2B5EF4-FFF2-40B4-BE49-F238E27FC236}">
                    <a16:creationId xmlns:a16="http://schemas.microsoft.com/office/drawing/2014/main" id="{62872DB7-9A88-4C10-AE95-BB2F41D3F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97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8" name="Freeform 703">
                <a:extLst>
                  <a:ext uri="{FF2B5EF4-FFF2-40B4-BE49-F238E27FC236}">
                    <a16:creationId xmlns:a16="http://schemas.microsoft.com/office/drawing/2014/main" id="{9FEF5462-4424-4CAB-97C4-F597E98B7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98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9" name="Freeform 704">
                <a:extLst>
                  <a:ext uri="{FF2B5EF4-FFF2-40B4-BE49-F238E27FC236}">
                    <a16:creationId xmlns:a16="http://schemas.microsoft.com/office/drawing/2014/main" id="{A6D5F259-DA2A-49FD-ACAE-273D24BA8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99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0" name="Freeform 705">
                <a:extLst>
                  <a:ext uri="{FF2B5EF4-FFF2-40B4-BE49-F238E27FC236}">
                    <a16:creationId xmlns:a16="http://schemas.microsoft.com/office/drawing/2014/main" id="{1F38A793-3D05-4229-9779-7BC8DCAA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0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1" name="Freeform 706">
                <a:extLst>
                  <a:ext uri="{FF2B5EF4-FFF2-40B4-BE49-F238E27FC236}">
                    <a16:creationId xmlns:a16="http://schemas.microsoft.com/office/drawing/2014/main" id="{8CE5C86C-6432-43D2-B5C5-7B50E879A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02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2" name="Freeform 707">
                <a:extLst>
                  <a:ext uri="{FF2B5EF4-FFF2-40B4-BE49-F238E27FC236}">
                    <a16:creationId xmlns:a16="http://schemas.microsoft.com/office/drawing/2014/main" id="{003AEAD8-AAE7-4C55-93DD-3C7FC6EF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95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3" name="Freeform 708">
                <a:extLst>
                  <a:ext uri="{FF2B5EF4-FFF2-40B4-BE49-F238E27FC236}">
                    <a16:creationId xmlns:a16="http://schemas.microsoft.com/office/drawing/2014/main" id="{25A63822-E186-4BCA-A7BE-25FF001C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959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4" name="Freeform 709">
                <a:extLst>
                  <a:ext uri="{FF2B5EF4-FFF2-40B4-BE49-F238E27FC236}">
                    <a16:creationId xmlns:a16="http://schemas.microsoft.com/office/drawing/2014/main" id="{7A0FB685-D08F-4CF8-8F1B-C8327B3ED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97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5" name="Freeform 710">
                <a:extLst>
                  <a:ext uri="{FF2B5EF4-FFF2-40B4-BE49-F238E27FC236}">
                    <a16:creationId xmlns:a16="http://schemas.microsoft.com/office/drawing/2014/main" id="{57F6B2A3-7A08-4D16-9169-4B14DD74D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98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6" name="Freeform 711">
                <a:extLst>
                  <a:ext uri="{FF2B5EF4-FFF2-40B4-BE49-F238E27FC236}">
                    <a16:creationId xmlns:a16="http://schemas.microsoft.com/office/drawing/2014/main" id="{5DC8F577-A8AC-4DC5-9BCB-4405F3DC3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97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7" name="Freeform 712">
                <a:extLst>
                  <a:ext uri="{FF2B5EF4-FFF2-40B4-BE49-F238E27FC236}">
                    <a16:creationId xmlns:a16="http://schemas.microsoft.com/office/drawing/2014/main" id="{7D004E45-0484-46F1-BD4E-FDB95D691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97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8" name="Freeform 713">
                <a:extLst>
                  <a:ext uri="{FF2B5EF4-FFF2-40B4-BE49-F238E27FC236}">
                    <a16:creationId xmlns:a16="http://schemas.microsoft.com/office/drawing/2014/main" id="{9828FDA6-7668-4D74-8835-57958A9E1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96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9" name="Freeform 714">
                <a:extLst>
                  <a:ext uri="{FF2B5EF4-FFF2-40B4-BE49-F238E27FC236}">
                    <a16:creationId xmlns:a16="http://schemas.microsoft.com/office/drawing/2014/main" id="{87E5E14E-20A6-44CC-83DC-911E8FDD0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9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0" name="Freeform 715">
                <a:extLst>
                  <a:ext uri="{FF2B5EF4-FFF2-40B4-BE49-F238E27FC236}">
                    <a16:creationId xmlns:a16="http://schemas.microsoft.com/office/drawing/2014/main" id="{7240E081-4DFA-4E9B-9DF9-0C2A011C6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96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1" name="Freeform 716">
                <a:extLst>
                  <a:ext uri="{FF2B5EF4-FFF2-40B4-BE49-F238E27FC236}">
                    <a16:creationId xmlns:a16="http://schemas.microsoft.com/office/drawing/2014/main" id="{2B18B82F-89A3-4D4E-ACCA-B132A48FF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96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2" name="Freeform 717">
                <a:extLst>
                  <a:ext uri="{FF2B5EF4-FFF2-40B4-BE49-F238E27FC236}">
                    <a16:creationId xmlns:a16="http://schemas.microsoft.com/office/drawing/2014/main" id="{5A23E7AA-3A33-42E5-AAF9-7B40256CC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94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3" name="Freeform 718">
                <a:extLst>
                  <a:ext uri="{FF2B5EF4-FFF2-40B4-BE49-F238E27FC236}">
                    <a16:creationId xmlns:a16="http://schemas.microsoft.com/office/drawing/2014/main" id="{08BC75F4-3691-4EB9-B55A-DD980E44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93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4" name="Freeform 719">
                <a:extLst>
                  <a:ext uri="{FF2B5EF4-FFF2-40B4-BE49-F238E27FC236}">
                    <a16:creationId xmlns:a16="http://schemas.microsoft.com/office/drawing/2014/main" id="{D3F3566B-81FB-42F3-97D5-D84BDB1FC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937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5" name="Freeform 720">
                <a:extLst>
                  <a:ext uri="{FF2B5EF4-FFF2-40B4-BE49-F238E27FC236}">
                    <a16:creationId xmlns:a16="http://schemas.microsoft.com/office/drawing/2014/main" id="{4D06B418-2D94-4F5D-A151-E69603261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948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6" name="Freeform 721">
                <a:extLst>
                  <a:ext uri="{FF2B5EF4-FFF2-40B4-BE49-F238E27FC236}">
                    <a16:creationId xmlns:a16="http://schemas.microsoft.com/office/drawing/2014/main" id="{94A07817-930B-487B-9F48-BDED84D14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96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7" name="Freeform 722">
                <a:extLst>
                  <a:ext uri="{FF2B5EF4-FFF2-40B4-BE49-F238E27FC236}">
                    <a16:creationId xmlns:a16="http://schemas.microsoft.com/office/drawing/2014/main" id="{7335322C-9D04-420C-8291-B774FD320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95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8" name="Freeform 723">
                <a:extLst>
                  <a:ext uri="{FF2B5EF4-FFF2-40B4-BE49-F238E27FC236}">
                    <a16:creationId xmlns:a16="http://schemas.microsoft.com/office/drawing/2014/main" id="{E2DB1E60-29C7-470B-8CB9-619294163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96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9" name="Freeform 724">
                <a:extLst>
                  <a:ext uri="{FF2B5EF4-FFF2-40B4-BE49-F238E27FC236}">
                    <a16:creationId xmlns:a16="http://schemas.microsoft.com/office/drawing/2014/main" id="{41EE2AC0-058A-4FF3-ADD9-0C3A0A9E9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9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0" name="Freeform 725">
                <a:extLst>
                  <a:ext uri="{FF2B5EF4-FFF2-40B4-BE49-F238E27FC236}">
                    <a16:creationId xmlns:a16="http://schemas.microsoft.com/office/drawing/2014/main" id="{C6C3A648-58C5-49CC-AA32-95D359415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7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1" name="Freeform 726">
                <a:extLst>
                  <a:ext uri="{FF2B5EF4-FFF2-40B4-BE49-F238E27FC236}">
                    <a16:creationId xmlns:a16="http://schemas.microsoft.com/office/drawing/2014/main" id="{D53D3857-5A52-4FD1-B517-6C7BAB9D0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98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2" name="Freeform 727">
                <a:extLst>
                  <a:ext uri="{FF2B5EF4-FFF2-40B4-BE49-F238E27FC236}">
                    <a16:creationId xmlns:a16="http://schemas.microsoft.com/office/drawing/2014/main" id="{C45EC06E-4375-43CF-950A-BF043C42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8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3" name="Freeform 728">
                <a:extLst>
                  <a:ext uri="{FF2B5EF4-FFF2-40B4-BE49-F238E27FC236}">
                    <a16:creationId xmlns:a16="http://schemas.microsoft.com/office/drawing/2014/main" id="{2B037710-9F89-4C64-8CFC-FC55A4502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99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4" name="Freeform 729">
                <a:extLst>
                  <a:ext uri="{FF2B5EF4-FFF2-40B4-BE49-F238E27FC236}">
                    <a16:creationId xmlns:a16="http://schemas.microsoft.com/office/drawing/2014/main" id="{AB19A2E0-CDBB-42F3-8BB7-865AFB05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97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5" name="Freeform 730">
                <a:extLst>
                  <a:ext uri="{FF2B5EF4-FFF2-40B4-BE49-F238E27FC236}">
                    <a16:creationId xmlns:a16="http://schemas.microsoft.com/office/drawing/2014/main" id="{9B792339-751A-4E28-BC0A-80F871135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97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6" name="Freeform 731">
                <a:extLst>
                  <a:ext uri="{FF2B5EF4-FFF2-40B4-BE49-F238E27FC236}">
                    <a16:creationId xmlns:a16="http://schemas.microsoft.com/office/drawing/2014/main" id="{61F05B3E-29BC-49AA-9CA2-E8EEBA592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98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7" name="Freeform 732">
                <a:extLst>
                  <a:ext uri="{FF2B5EF4-FFF2-40B4-BE49-F238E27FC236}">
                    <a16:creationId xmlns:a16="http://schemas.microsoft.com/office/drawing/2014/main" id="{A0821462-881F-43B9-BDD5-38544159F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9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8" name="Freeform 733">
                <a:extLst>
                  <a:ext uri="{FF2B5EF4-FFF2-40B4-BE49-F238E27FC236}">
                    <a16:creationId xmlns:a16="http://schemas.microsoft.com/office/drawing/2014/main" id="{9C755F03-8546-42CF-9EB7-0A571B76D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95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9" name="Freeform 734">
                <a:extLst>
                  <a:ext uri="{FF2B5EF4-FFF2-40B4-BE49-F238E27FC236}">
                    <a16:creationId xmlns:a16="http://schemas.microsoft.com/office/drawing/2014/main" id="{8CF71ECB-E10C-45B3-AE70-528C86926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95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0" name="Freeform 735">
                <a:extLst>
                  <a:ext uri="{FF2B5EF4-FFF2-40B4-BE49-F238E27FC236}">
                    <a16:creationId xmlns:a16="http://schemas.microsoft.com/office/drawing/2014/main" id="{3511427F-9A27-4E25-97AC-179F121B1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98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1" name="Freeform 736">
                <a:extLst>
                  <a:ext uri="{FF2B5EF4-FFF2-40B4-BE49-F238E27FC236}">
                    <a16:creationId xmlns:a16="http://schemas.microsoft.com/office/drawing/2014/main" id="{7F58E6EF-121D-400D-B781-BC0C7A920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98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2" name="Freeform 737">
                <a:extLst>
                  <a:ext uri="{FF2B5EF4-FFF2-40B4-BE49-F238E27FC236}">
                    <a16:creationId xmlns:a16="http://schemas.microsoft.com/office/drawing/2014/main" id="{DAB9A4C1-5A82-4981-8042-C8B9676FA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99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3" name="Freeform 738">
                <a:extLst>
                  <a:ext uri="{FF2B5EF4-FFF2-40B4-BE49-F238E27FC236}">
                    <a16:creationId xmlns:a16="http://schemas.microsoft.com/office/drawing/2014/main" id="{A9EB4E2F-7E83-4EA3-A455-023F8794E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00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4" name="Freeform 739">
                <a:extLst>
                  <a:ext uri="{FF2B5EF4-FFF2-40B4-BE49-F238E27FC236}">
                    <a16:creationId xmlns:a16="http://schemas.microsoft.com/office/drawing/2014/main" id="{F0389441-8CB2-4EDA-9845-105EFB7AC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02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5" name="Freeform 740">
                <a:extLst>
                  <a:ext uri="{FF2B5EF4-FFF2-40B4-BE49-F238E27FC236}">
                    <a16:creationId xmlns:a16="http://schemas.microsoft.com/office/drawing/2014/main" id="{6EA3CC0E-8BAA-461C-BCC0-413184881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03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6" name="Freeform 741">
                <a:extLst>
                  <a:ext uri="{FF2B5EF4-FFF2-40B4-BE49-F238E27FC236}">
                    <a16:creationId xmlns:a16="http://schemas.microsoft.com/office/drawing/2014/main" id="{6DB6A14E-BA16-456F-9865-B4786BBAF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3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7" name="Freeform 742">
                <a:extLst>
                  <a:ext uri="{FF2B5EF4-FFF2-40B4-BE49-F238E27FC236}">
                    <a16:creationId xmlns:a16="http://schemas.microsoft.com/office/drawing/2014/main" id="{E4B47E82-8ED8-4F8F-8240-A4867ABD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4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8" name="Freeform 743">
                <a:extLst>
                  <a:ext uri="{FF2B5EF4-FFF2-40B4-BE49-F238E27FC236}">
                    <a16:creationId xmlns:a16="http://schemas.microsoft.com/office/drawing/2014/main" id="{C97D2483-212D-4BFC-88A0-56BA8911B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00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9" name="Freeform 744">
                <a:extLst>
                  <a:ext uri="{FF2B5EF4-FFF2-40B4-BE49-F238E27FC236}">
                    <a16:creationId xmlns:a16="http://schemas.microsoft.com/office/drawing/2014/main" id="{92D7E9D9-06D4-4734-8766-907A0313C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03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0" name="Freeform 745">
                <a:extLst>
                  <a:ext uri="{FF2B5EF4-FFF2-40B4-BE49-F238E27FC236}">
                    <a16:creationId xmlns:a16="http://schemas.microsoft.com/office/drawing/2014/main" id="{8D661B53-BB87-4F36-A286-F2E3F202A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0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1" name="Freeform 746">
                <a:extLst>
                  <a:ext uri="{FF2B5EF4-FFF2-40B4-BE49-F238E27FC236}">
                    <a16:creationId xmlns:a16="http://schemas.microsoft.com/office/drawing/2014/main" id="{2482CF93-6F11-48A7-82F6-5A980AB7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03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2" name="Freeform 747">
                <a:extLst>
                  <a:ext uri="{FF2B5EF4-FFF2-40B4-BE49-F238E27FC236}">
                    <a16:creationId xmlns:a16="http://schemas.microsoft.com/office/drawing/2014/main" id="{A285005A-791B-4D7D-82D1-302DBA2DC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04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3" name="Freeform 748">
                <a:extLst>
                  <a:ext uri="{FF2B5EF4-FFF2-40B4-BE49-F238E27FC236}">
                    <a16:creationId xmlns:a16="http://schemas.microsoft.com/office/drawing/2014/main" id="{D8B71078-0ECB-4A1E-A8A5-05B6D8C6A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04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4" name="Freeform 749">
                <a:extLst>
                  <a:ext uri="{FF2B5EF4-FFF2-40B4-BE49-F238E27FC236}">
                    <a16:creationId xmlns:a16="http://schemas.microsoft.com/office/drawing/2014/main" id="{977DCAAC-18EA-43FF-B998-19F4216E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05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5" name="Freeform 750">
                <a:extLst>
                  <a:ext uri="{FF2B5EF4-FFF2-40B4-BE49-F238E27FC236}">
                    <a16:creationId xmlns:a16="http://schemas.microsoft.com/office/drawing/2014/main" id="{7C8EE28D-5322-43DE-B5F3-A1499EACB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04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6" name="Freeform 751">
                <a:extLst>
                  <a:ext uri="{FF2B5EF4-FFF2-40B4-BE49-F238E27FC236}">
                    <a16:creationId xmlns:a16="http://schemas.microsoft.com/office/drawing/2014/main" id="{F94EE077-9B28-43C4-884E-C57335A6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05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7" name="Freeform 752">
                <a:extLst>
                  <a:ext uri="{FF2B5EF4-FFF2-40B4-BE49-F238E27FC236}">
                    <a16:creationId xmlns:a16="http://schemas.microsoft.com/office/drawing/2014/main" id="{2BC26C57-EC5A-4DFF-80CF-F824DAB48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924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8" name="Freeform 753">
                <a:extLst>
                  <a:ext uri="{FF2B5EF4-FFF2-40B4-BE49-F238E27FC236}">
                    <a16:creationId xmlns:a16="http://schemas.microsoft.com/office/drawing/2014/main" id="{989C9F18-E7E0-4034-AB8A-2B8B6F152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02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9" name="Freeform 754">
                <a:extLst>
                  <a:ext uri="{FF2B5EF4-FFF2-40B4-BE49-F238E27FC236}">
                    <a16:creationId xmlns:a16="http://schemas.microsoft.com/office/drawing/2014/main" id="{7200CD13-D317-405E-BBEA-ED2AA0651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03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0" name="Freeform 755">
                <a:extLst>
                  <a:ext uri="{FF2B5EF4-FFF2-40B4-BE49-F238E27FC236}">
                    <a16:creationId xmlns:a16="http://schemas.microsoft.com/office/drawing/2014/main" id="{436BAF75-564F-4F1B-B553-7AED36FF2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1" name="Freeform 756">
                <a:extLst>
                  <a:ext uri="{FF2B5EF4-FFF2-40B4-BE49-F238E27FC236}">
                    <a16:creationId xmlns:a16="http://schemas.microsoft.com/office/drawing/2014/main" id="{832DB8E5-76B1-4E83-B999-EBC9AD082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0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2" name="Freeform 757">
                <a:extLst>
                  <a:ext uri="{FF2B5EF4-FFF2-40B4-BE49-F238E27FC236}">
                    <a16:creationId xmlns:a16="http://schemas.microsoft.com/office/drawing/2014/main" id="{384059BD-536F-4D1A-8F0B-0C8E6CE2E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3" name="Freeform 758">
                <a:extLst>
                  <a:ext uri="{FF2B5EF4-FFF2-40B4-BE49-F238E27FC236}">
                    <a16:creationId xmlns:a16="http://schemas.microsoft.com/office/drawing/2014/main" id="{EA7B1266-57ED-4460-A804-2DCAABFE1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09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4" name="Freeform 759">
                <a:extLst>
                  <a:ext uri="{FF2B5EF4-FFF2-40B4-BE49-F238E27FC236}">
                    <a16:creationId xmlns:a16="http://schemas.microsoft.com/office/drawing/2014/main" id="{DF46DFF9-AFCD-4FF6-B5D1-FE35167A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08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5" name="Freeform 760">
                <a:extLst>
                  <a:ext uri="{FF2B5EF4-FFF2-40B4-BE49-F238E27FC236}">
                    <a16:creationId xmlns:a16="http://schemas.microsoft.com/office/drawing/2014/main" id="{C5F400DB-7180-40C9-8485-FAE9E713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0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6" name="Freeform 761">
                <a:extLst>
                  <a:ext uri="{FF2B5EF4-FFF2-40B4-BE49-F238E27FC236}">
                    <a16:creationId xmlns:a16="http://schemas.microsoft.com/office/drawing/2014/main" id="{1FD3E5E1-E794-4EBD-8E91-D442DEBAE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06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7" name="Freeform 762">
                <a:extLst>
                  <a:ext uri="{FF2B5EF4-FFF2-40B4-BE49-F238E27FC236}">
                    <a16:creationId xmlns:a16="http://schemas.microsoft.com/office/drawing/2014/main" id="{052596FE-BB9D-44C0-8631-735AAF80F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05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8" name="Freeform 763">
                <a:extLst>
                  <a:ext uri="{FF2B5EF4-FFF2-40B4-BE49-F238E27FC236}">
                    <a16:creationId xmlns:a16="http://schemas.microsoft.com/office/drawing/2014/main" id="{BC6956E1-C2B9-4C77-9E78-436B67BDB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05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9" name="Freeform 764">
                <a:extLst>
                  <a:ext uri="{FF2B5EF4-FFF2-40B4-BE49-F238E27FC236}">
                    <a16:creationId xmlns:a16="http://schemas.microsoft.com/office/drawing/2014/main" id="{71EC04A3-7BC2-4DD7-B2A9-2984F8034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68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0" name="Freeform 765">
                <a:extLst>
                  <a:ext uri="{FF2B5EF4-FFF2-40B4-BE49-F238E27FC236}">
                    <a16:creationId xmlns:a16="http://schemas.microsoft.com/office/drawing/2014/main" id="{1A74737D-3168-458B-882F-D21B303A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76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1" name="Freeform 766">
                <a:extLst>
                  <a:ext uri="{FF2B5EF4-FFF2-40B4-BE49-F238E27FC236}">
                    <a16:creationId xmlns:a16="http://schemas.microsoft.com/office/drawing/2014/main" id="{E248314D-0A54-40BF-BB25-F8699F17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08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2" name="Freeform 767">
                <a:extLst>
                  <a:ext uri="{FF2B5EF4-FFF2-40B4-BE49-F238E27FC236}">
                    <a16:creationId xmlns:a16="http://schemas.microsoft.com/office/drawing/2014/main" id="{31FDB000-DD3D-4764-B808-4A1007BAF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09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3" name="Freeform 768">
                <a:extLst>
                  <a:ext uri="{FF2B5EF4-FFF2-40B4-BE49-F238E27FC236}">
                    <a16:creationId xmlns:a16="http://schemas.microsoft.com/office/drawing/2014/main" id="{5A67917A-D14C-4EFF-BC77-195F10EBE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10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4" name="Freeform 769">
                <a:extLst>
                  <a:ext uri="{FF2B5EF4-FFF2-40B4-BE49-F238E27FC236}">
                    <a16:creationId xmlns:a16="http://schemas.microsoft.com/office/drawing/2014/main" id="{B473720E-36B1-4136-B09A-AEED50013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2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5" name="Freeform 770">
                <a:extLst>
                  <a:ext uri="{FF2B5EF4-FFF2-40B4-BE49-F238E27FC236}">
                    <a16:creationId xmlns:a16="http://schemas.microsoft.com/office/drawing/2014/main" id="{643D6CD1-565D-48A2-BDAE-2E9E513E6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12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6" name="Freeform 771">
                <a:extLst>
                  <a:ext uri="{FF2B5EF4-FFF2-40B4-BE49-F238E27FC236}">
                    <a16:creationId xmlns:a16="http://schemas.microsoft.com/office/drawing/2014/main" id="{20215117-6BEF-4326-A258-E3A354355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13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7" name="Freeform 772">
                <a:extLst>
                  <a:ext uri="{FF2B5EF4-FFF2-40B4-BE49-F238E27FC236}">
                    <a16:creationId xmlns:a16="http://schemas.microsoft.com/office/drawing/2014/main" id="{46A20B0C-B6B6-4898-9481-AC1BDA284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4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8" name="Freeform 773">
                <a:extLst>
                  <a:ext uri="{FF2B5EF4-FFF2-40B4-BE49-F238E27FC236}">
                    <a16:creationId xmlns:a16="http://schemas.microsoft.com/office/drawing/2014/main" id="{6D347D70-2254-4A07-8F7E-EFAB9425C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5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9" name="Freeform 774">
                <a:extLst>
                  <a:ext uri="{FF2B5EF4-FFF2-40B4-BE49-F238E27FC236}">
                    <a16:creationId xmlns:a16="http://schemas.microsoft.com/office/drawing/2014/main" id="{AC9D50A1-06EA-4111-BF85-0BD0599EE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13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0" name="Freeform 775">
                <a:extLst>
                  <a:ext uri="{FF2B5EF4-FFF2-40B4-BE49-F238E27FC236}">
                    <a16:creationId xmlns:a16="http://schemas.microsoft.com/office/drawing/2014/main" id="{1F11D833-24E7-47A5-9C6B-58A4729FE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12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1" name="Freeform 776">
                <a:extLst>
                  <a:ext uri="{FF2B5EF4-FFF2-40B4-BE49-F238E27FC236}">
                    <a16:creationId xmlns:a16="http://schemas.microsoft.com/office/drawing/2014/main" id="{1451CF68-3B58-400E-9D9E-8949C0D5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12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2" name="Freeform 777">
                <a:extLst>
                  <a:ext uri="{FF2B5EF4-FFF2-40B4-BE49-F238E27FC236}">
                    <a16:creationId xmlns:a16="http://schemas.microsoft.com/office/drawing/2014/main" id="{CCA8C674-E11D-4A8B-9A51-9F701B92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10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3" name="Freeform 778">
                <a:extLst>
                  <a:ext uri="{FF2B5EF4-FFF2-40B4-BE49-F238E27FC236}">
                    <a16:creationId xmlns:a16="http://schemas.microsoft.com/office/drawing/2014/main" id="{E18A4A7B-777F-4CF8-85E1-8916DFB61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1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4" name="Freeform 779">
                <a:extLst>
                  <a:ext uri="{FF2B5EF4-FFF2-40B4-BE49-F238E27FC236}">
                    <a16:creationId xmlns:a16="http://schemas.microsoft.com/office/drawing/2014/main" id="{FE9558B4-01EC-4289-9533-89250B1D7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097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5" name="Freeform 780">
                <a:extLst>
                  <a:ext uri="{FF2B5EF4-FFF2-40B4-BE49-F238E27FC236}">
                    <a16:creationId xmlns:a16="http://schemas.microsoft.com/office/drawing/2014/main" id="{60D77987-DC9C-4BD1-BA3B-E1EE65B7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16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6" name="Freeform 781">
                <a:extLst>
                  <a:ext uri="{FF2B5EF4-FFF2-40B4-BE49-F238E27FC236}">
                    <a16:creationId xmlns:a16="http://schemas.microsoft.com/office/drawing/2014/main" id="{3FD2A843-185E-4A98-82F7-6D19003F2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16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7" name="Freeform 782">
                <a:extLst>
                  <a:ext uri="{FF2B5EF4-FFF2-40B4-BE49-F238E27FC236}">
                    <a16:creationId xmlns:a16="http://schemas.microsoft.com/office/drawing/2014/main" id="{511B3935-A74E-4201-A6E3-7A74A3604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1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8" name="Freeform 783">
                <a:extLst>
                  <a:ext uri="{FF2B5EF4-FFF2-40B4-BE49-F238E27FC236}">
                    <a16:creationId xmlns:a16="http://schemas.microsoft.com/office/drawing/2014/main" id="{7641962A-760D-4B2F-81CB-424AAFDD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16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9" name="Freeform 784">
                <a:extLst>
                  <a:ext uri="{FF2B5EF4-FFF2-40B4-BE49-F238E27FC236}">
                    <a16:creationId xmlns:a16="http://schemas.microsoft.com/office/drawing/2014/main" id="{6B12D3D8-2652-4391-9B0B-57A469540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15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0" name="Freeform 785">
                <a:extLst>
                  <a:ext uri="{FF2B5EF4-FFF2-40B4-BE49-F238E27FC236}">
                    <a16:creationId xmlns:a16="http://schemas.microsoft.com/office/drawing/2014/main" id="{0352ABF2-6917-4302-9662-C2B10BB4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56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1" name="Freeform 786">
                <a:extLst>
                  <a:ext uri="{FF2B5EF4-FFF2-40B4-BE49-F238E27FC236}">
                    <a16:creationId xmlns:a16="http://schemas.microsoft.com/office/drawing/2014/main" id="{FB368734-16D7-4D01-9954-A8A693B8E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151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2" name="Freeform 787">
                <a:extLst>
                  <a:ext uri="{FF2B5EF4-FFF2-40B4-BE49-F238E27FC236}">
                    <a16:creationId xmlns:a16="http://schemas.microsoft.com/office/drawing/2014/main" id="{7CB4BE1A-BB23-46C8-9CFC-828638617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1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3" name="Freeform 788">
                <a:extLst>
                  <a:ext uri="{FF2B5EF4-FFF2-40B4-BE49-F238E27FC236}">
                    <a16:creationId xmlns:a16="http://schemas.microsoft.com/office/drawing/2014/main" id="{C1526F8A-2BBD-47C2-A28D-D68CE77D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14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4" name="Freeform 789">
                <a:extLst>
                  <a:ext uri="{FF2B5EF4-FFF2-40B4-BE49-F238E27FC236}">
                    <a16:creationId xmlns:a16="http://schemas.microsoft.com/office/drawing/2014/main" id="{248113CC-C34E-4692-97DB-C0B4394A3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1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5" name="Freeform 790">
                <a:extLst>
                  <a:ext uri="{FF2B5EF4-FFF2-40B4-BE49-F238E27FC236}">
                    <a16:creationId xmlns:a16="http://schemas.microsoft.com/office/drawing/2014/main" id="{BA23B535-1626-4B73-A16C-ECB2050B0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16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6" name="Freeform 791">
                <a:extLst>
                  <a:ext uri="{FF2B5EF4-FFF2-40B4-BE49-F238E27FC236}">
                    <a16:creationId xmlns:a16="http://schemas.microsoft.com/office/drawing/2014/main" id="{284F800D-9FAB-487C-AF1E-730264B61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1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7" name="Freeform 792">
                <a:extLst>
                  <a:ext uri="{FF2B5EF4-FFF2-40B4-BE49-F238E27FC236}">
                    <a16:creationId xmlns:a16="http://schemas.microsoft.com/office/drawing/2014/main" id="{69CCBE41-BC7C-4635-8C82-ED48C8E97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16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8" name="Freeform 793">
                <a:extLst>
                  <a:ext uri="{FF2B5EF4-FFF2-40B4-BE49-F238E27FC236}">
                    <a16:creationId xmlns:a16="http://schemas.microsoft.com/office/drawing/2014/main" id="{B2B8001A-4B55-4C67-AAF9-578E7714C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15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9" name="Freeform 794">
                <a:extLst>
                  <a:ext uri="{FF2B5EF4-FFF2-40B4-BE49-F238E27FC236}">
                    <a16:creationId xmlns:a16="http://schemas.microsoft.com/office/drawing/2014/main" id="{4505BD74-7F8C-418A-9C3E-596CB3C17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140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0" name="Freeform 795">
                <a:extLst>
                  <a:ext uri="{FF2B5EF4-FFF2-40B4-BE49-F238E27FC236}">
                    <a16:creationId xmlns:a16="http://schemas.microsoft.com/office/drawing/2014/main" id="{3B2AA8DA-38FB-47AF-942A-6F1908254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3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1" name="Freeform 796">
                <a:extLst>
                  <a:ext uri="{FF2B5EF4-FFF2-40B4-BE49-F238E27FC236}">
                    <a16:creationId xmlns:a16="http://schemas.microsoft.com/office/drawing/2014/main" id="{8B07016B-78C9-461F-AEFD-5E93B9F4E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124"/>
                <a:ext cx="2" cy="11"/>
              </a:xfrm>
              <a:custGeom>
                <a:avLst/>
                <a:gdLst>
                  <a:gd name="T0" fmla="*/ 8 w 1"/>
                  <a:gd name="T1" fmla="*/ 8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2" name="Freeform 797">
                <a:extLst>
                  <a:ext uri="{FF2B5EF4-FFF2-40B4-BE49-F238E27FC236}">
                    <a16:creationId xmlns:a16="http://schemas.microsoft.com/office/drawing/2014/main" id="{03C96983-6689-4796-94F9-55F58425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13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3" name="Freeform 798">
                <a:extLst>
                  <a:ext uri="{FF2B5EF4-FFF2-40B4-BE49-F238E27FC236}">
                    <a16:creationId xmlns:a16="http://schemas.microsoft.com/office/drawing/2014/main" id="{DF1EDCD9-CB73-40F9-9C85-4497C1792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14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4" name="Freeform 799">
                <a:extLst>
                  <a:ext uri="{FF2B5EF4-FFF2-40B4-BE49-F238E27FC236}">
                    <a16:creationId xmlns:a16="http://schemas.microsoft.com/office/drawing/2014/main" id="{DD11013B-AA95-468A-BE83-5FFE4C2DB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16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5" name="Freeform 800">
                <a:extLst>
                  <a:ext uri="{FF2B5EF4-FFF2-40B4-BE49-F238E27FC236}">
                    <a16:creationId xmlns:a16="http://schemas.microsoft.com/office/drawing/2014/main" id="{819CCF56-CCD2-4A59-80B6-E8A4CDAB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15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6" name="Freeform 801">
                <a:extLst>
                  <a:ext uri="{FF2B5EF4-FFF2-40B4-BE49-F238E27FC236}">
                    <a16:creationId xmlns:a16="http://schemas.microsoft.com/office/drawing/2014/main" id="{29692C7C-F70E-4F8F-BF73-DB1BB1151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1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7" name="Freeform 802">
                <a:extLst>
                  <a:ext uri="{FF2B5EF4-FFF2-40B4-BE49-F238E27FC236}">
                    <a16:creationId xmlns:a16="http://schemas.microsoft.com/office/drawing/2014/main" id="{D904F658-3D21-42FC-8C69-899C63D2E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11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8" name="Freeform 803">
                <a:extLst>
                  <a:ext uri="{FF2B5EF4-FFF2-40B4-BE49-F238E27FC236}">
                    <a16:creationId xmlns:a16="http://schemas.microsoft.com/office/drawing/2014/main" id="{2958486B-775A-4FB9-A8C0-905AB8F17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12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9" name="Freeform 804">
                <a:extLst>
                  <a:ext uri="{FF2B5EF4-FFF2-40B4-BE49-F238E27FC236}">
                    <a16:creationId xmlns:a16="http://schemas.microsoft.com/office/drawing/2014/main" id="{21580C70-4967-4263-869E-E67913EF2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14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0" name="Freeform 805">
                <a:extLst>
                  <a:ext uri="{FF2B5EF4-FFF2-40B4-BE49-F238E27FC236}">
                    <a16:creationId xmlns:a16="http://schemas.microsoft.com/office/drawing/2014/main" id="{2989ECEF-E253-47A6-B0CC-D929F398C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1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1" name="Freeform 806">
                <a:extLst>
                  <a:ext uri="{FF2B5EF4-FFF2-40B4-BE49-F238E27FC236}">
                    <a16:creationId xmlns:a16="http://schemas.microsoft.com/office/drawing/2014/main" id="{684E0A87-47F3-4D88-9F03-FA2CFC53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16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2" name="Freeform 807">
                <a:extLst>
                  <a:ext uri="{FF2B5EF4-FFF2-40B4-BE49-F238E27FC236}">
                    <a16:creationId xmlns:a16="http://schemas.microsoft.com/office/drawing/2014/main" id="{1D9CCD42-287D-487A-8ACA-9002CF730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19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3" name="Freeform 808">
                <a:extLst>
                  <a:ext uri="{FF2B5EF4-FFF2-40B4-BE49-F238E27FC236}">
                    <a16:creationId xmlns:a16="http://schemas.microsoft.com/office/drawing/2014/main" id="{06EE4287-5D91-4F05-9E38-D6B8114E8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183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4" name="Freeform 809">
                <a:extLst>
                  <a:ext uri="{FF2B5EF4-FFF2-40B4-BE49-F238E27FC236}">
                    <a16:creationId xmlns:a16="http://schemas.microsoft.com/office/drawing/2014/main" id="{90A1D909-DC1E-451C-BDAF-0F10BA043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19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5" name="Freeform 810">
                <a:extLst>
                  <a:ext uri="{FF2B5EF4-FFF2-40B4-BE49-F238E27FC236}">
                    <a16:creationId xmlns:a16="http://schemas.microsoft.com/office/drawing/2014/main" id="{52A8F3E8-26E5-4F11-910E-59F86854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188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6" name="Freeform 811">
                <a:extLst>
                  <a:ext uri="{FF2B5EF4-FFF2-40B4-BE49-F238E27FC236}">
                    <a16:creationId xmlns:a16="http://schemas.microsoft.com/office/drawing/2014/main" id="{07F012E8-B451-408D-A6B2-8F955FDBC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17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7" name="Freeform 812">
                <a:extLst>
                  <a:ext uri="{FF2B5EF4-FFF2-40B4-BE49-F238E27FC236}">
                    <a16:creationId xmlns:a16="http://schemas.microsoft.com/office/drawing/2014/main" id="{01527307-76B2-4E82-A0F1-C9B68E97C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80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8" name="Freeform 813">
                <a:extLst>
                  <a:ext uri="{FF2B5EF4-FFF2-40B4-BE49-F238E27FC236}">
                    <a16:creationId xmlns:a16="http://schemas.microsoft.com/office/drawing/2014/main" id="{99A83A0F-F985-4930-8F1D-B798B3B8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175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9" name="Freeform 814">
                <a:extLst>
                  <a:ext uri="{FF2B5EF4-FFF2-40B4-BE49-F238E27FC236}">
                    <a16:creationId xmlns:a16="http://schemas.microsoft.com/office/drawing/2014/main" id="{96AC00AC-7E36-46C2-8718-B0C2DC291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16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0" name="Freeform 815">
                <a:extLst>
                  <a:ext uri="{FF2B5EF4-FFF2-40B4-BE49-F238E27FC236}">
                    <a16:creationId xmlns:a16="http://schemas.microsoft.com/office/drawing/2014/main" id="{EA6F84FE-A12A-4448-9DAD-AEDE55F1F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64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1" name="Freeform 816">
                <a:extLst>
                  <a:ext uri="{FF2B5EF4-FFF2-40B4-BE49-F238E27FC236}">
                    <a16:creationId xmlns:a16="http://schemas.microsoft.com/office/drawing/2014/main" id="{BA5D16C0-D170-40BD-8D68-B587B4CC5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16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2" name="Freeform 817">
                <a:extLst>
                  <a:ext uri="{FF2B5EF4-FFF2-40B4-BE49-F238E27FC236}">
                    <a16:creationId xmlns:a16="http://schemas.microsoft.com/office/drawing/2014/main" id="{5FC58157-A570-4C1F-869A-C71B26E05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18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3" name="Freeform 818">
                <a:extLst>
                  <a:ext uri="{FF2B5EF4-FFF2-40B4-BE49-F238E27FC236}">
                    <a16:creationId xmlns:a16="http://schemas.microsoft.com/office/drawing/2014/main" id="{BF0EE644-5BF7-4C28-A3B2-3748D4A7E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2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4" name="Freeform 819">
                <a:extLst>
                  <a:ext uri="{FF2B5EF4-FFF2-40B4-BE49-F238E27FC236}">
                    <a16:creationId xmlns:a16="http://schemas.microsoft.com/office/drawing/2014/main" id="{AB122A47-EB51-4480-BA0A-09D1DA36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19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5" name="Freeform 820">
                <a:extLst>
                  <a:ext uri="{FF2B5EF4-FFF2-40B4-BE49-F238E27FC236}">
                    <a16:creationId xmlns:a16="http://schemas.microsoft.com/office/drawing/2014/main" id="{9CA74C21-F9AE-4DCC-9D1C-AB7BCDAAE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17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6" name="Freeform 821">
                <a:extLst>
                  <a:ext uri="{FF2B5EF4-FFF2-40B4-BE49-F238E27FC236}">
                    <a16:creationId xmlns:a16="http://schemas.microsoft.com/office/drawing/2014/main" id="{B43A5EF3-193E-4243-9F35-3F87FC89A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164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7" name="Freeform 822">
                <a:extLst>
                  <a:ext uri="{FF2B5EF4-FFF2-40B4-BE49-F238E27FC236}">
                    <a16:creationId xmlns:a16="http://schemas.microsoft.com/office/drawing/2014/main" id="{C5CA6236-7B5F-4F84-A7D5-FBE1230CF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5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8" name="Freeform 823">
                <a:extLst>
                  <a:ext uri="{FF2B5EF4-FFF2-40B4-BE49-F238E27FC236}">
                    <a16:creationId xmlns:a16="http://schemas.microsoft.com/office/drawing/2014/main" id="{B783B98F-848E-4619-940D-2D3A15EC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148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9" name="Freeform 824">
                <a:extLst>
                  <a:ext uri="{FF2B5EF4-FFF2-40B4-BE49-F238E27FC236}">
                    <a16:creationId xmlns:a16="http://schemas.microsoft.com/office/drawing/2014/main" id="{C585F524-E0C7-47CC-9F89-26E56FB5F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153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0" name="Freeform 825">
                <a:extLst>
                  <a:ext uri="{FF2B5EF4-FFF2-40B4-BE49-F238E27FC236}">
                    <a16:creationId xmlns:a16="http://schemas.microsoft.com/office/drawing/2014/main" id="{DA62E77F-74DB-4090-981C-761214A1D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16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1" name="Freeform 826">
                <a:extLst>
                  <a:ext uri="{FF2B5EF4-FFF2-40B4-BE49-F238E27FC236}">
                    <a16:creationId xmlns:a16="http://schemas.microsoft.com/office/drawing/2014/main" id="{99A99579-CA79-4885-B1DB-1E51FF4ED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8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2" name="Freeform 827">
                <a:extLst>
                  <a:ext uri="{FF2B5EF4-FFF2-40B4-BE49-F238E27FC236}">
                    <a16:creationId xmlns:a16="http://schemas.microsoft.com/office/drawing/2014/main" id="{63B3DCB6-DF2C-48CE-8C81-3096F9325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1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3" name="Freeform 828">
                <a:extLst>
                  <a:ext uri="{FF2B5EF4-FFF2-40B4-BE49-F238E27FC236}">
                    <a16:creationId xmlns:a16="http://schemas.microsoft.com/office/drawing/2014/main" id="{393BEFA4-2B68-42D8-A0E3-37DC92611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3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4" name="Freeform 829">
                <a:extLst>
                  <a:ext uri="{FF2B5EF4-FFF2-40B4-BE49-F238E27FC236}">
                    <a16:creationId xmlns:a16="http://schemas.microsoft.com/office/drawing/2014/main" id="{992FCF21-5651-4690-A069-054E8F205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14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5" name="Freeform 830">
                <a:extLst>
                  <a:ext uri="{FF2B5EF4-FFF2-40B4-BE49-F238E27FC236}">
                    <a16:creationId xmlns:a16="http://schemas.microsoft.com/office/drawing/2014/main" id="{900A7F1E-FBB3-4559-83E1-5FEC02772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15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6" name="Freeform 831">
                <a:extLst>
                  <a:ext uri="{FF2B5EF4-FFF2-40B4-BE49-F238E27FC236}">
                    <a16:creationId xmlns:a16="http://schemas.microsoft.com/office/drawing/2014/main" id="{8CA098BD-609B-405E-9C34-45E4D1979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16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7" name="Freeform 832">
                <a:extLst>
                  <a:ext uri="{FF2B5EF4-FFF2-40B4-BE49-F238E27FC236}">
                    <a16:creationId xmlns:a16="http://schemas.microsoft.com/office/drawing/2014/main" id="{53802767-800B-448F-852C-10BB6616C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16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8" name="Freeform 833">
                <a:extLst>
                  <a:ext uri="{FF2B5EF4-FFF2-40B4-BE49-F238E27FC236}">
                    <a16:creationId xmlns:a16="http://schemas.microsoft.com/office/drawing/2014/main" id="{0CE4CFF7-C207-4C22-B916-333F908E3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18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9" name="Freeform 834">
                <a:extLst>
                  <a:ext uri="{FF2B5EF4-FFF2-40B4-BE49-F238E27FC236}">
                    <a16:creationId xmlns:a16="http://schemas.microsoft.com/office/drawing/2014/main" id="{3D52A560-407E-48B1-9F7A-E84D6D2AB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12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0" name="Freeform 835">
                <a:extLst>
                  <a:ext uri="{FF2B5EF4-FFF2-40B4-BE49-F238E27FC236}">
                    <a16:creationId xmlns:a16="http://schemas.microsoft.com/office/drawing/2014/main" id="{4D14590C-1A22-4798-B781-29B20B9F7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12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1" name="Freeform 836">
                <a:extLst>
                  <a:ext uri="{FF2B5EF4-FFF2-40B4-BE49-F238E27FC236}">
                    <a16:creationId xmlns:a16="http://schemas.microsoft.com/office/drawing/2014/main" id="{42F73393-07EA-4017-ACFF-1F3A2F33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13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2" name="Freeform 837">
                <a:extLst>
                  <a:ext uri="{FF2B5EF4-FFF2-40B4-BE49-F238E27FC236}">
                    <a16:creationId xmlns:a16="http://schemas.microsoft.com/office/drawing/2014/main" id="{4F0A74BE-6B5D-4A49-BBDE-9200E7CE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15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3" name="Freeform 838">
                <a:extLst>
                  <a:ext uri="{FF2B5EF4-FFF2-40B4-BE49-F238E27FC236}">
                    <a16:creationId xmlns:a16="http://schemas.microsoft.com/office/drawing/2014/main" id="{0AB55424-68D3-4AC6-ADC6-B7774778B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1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4" name="Freeform 839">
                <a:extLst>
                  <a:ext uri="{FF2B5EF4-FFF2-40B4-BE49-F238E27FC236}">
                    <a16:creationId xmlns:a16="http://schemas.microsoft.com/office/drawing/2014/main" id="{C82E824F-C090-4C86-A9CF-45E8FB5F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1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5" name="Freeform 840">
                <a:extLst>
                  <a:ext uri="{FF2B5EF4-FFF2-40B4-BE49-F238E27FC236}">
                    <a16:creationId xmlns:a16="http://schemas.microsoft.com/office/drawing/2014/main" id="{E83351E0-422C-41D7-91B6-A6193D4B9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12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6" name="Freeform 841">
                <a:extLst>
                  <a:ext uri="{FF2B5EF4-FFF2-40B4-BE49-F238E27FC236}">
                    <a16:creationId xmlns:a16="http://schemas.microsoft.com/office/drawing/2014/main" id="{5924A852-413A-4422-8EB3-30E910789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13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7" name="Freeform 842">
                <a:extLst>
                  <a:ext uri="{FF2B5EF4-FFF2-40B4-BE49-F238E27FC236}">
                    <a16:creationId xmlns:a16="http://schemas.microsoft.com/office/drawing/2014/main" id="{D4560D78-7969-4FAD-82F7-CCF2E0E2B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12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8" name="Freeform 843">
                <a:extLst>
                  <a:ext uri="{FF2B5EF4-FFF2-40B4-BE49-F238E27FC236}">
                    <a16:creationId xmlns:a16="http://schemas.microsoft.com/office/drawing/2014/main" id="{388B7174-23F7-4808-A7A8-A0B9AA5B4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12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9" name="Freeform 844">
                <a:extLst>
                  <a:ext uri="{FF2B5EF4-FFF2-40B4-BE49-F238E27FC236}">
                    <a16:creationId xmlns:a16="http://schemas.microsoft.com/office/drawing/2014/main" id="{C7376575-84D8-4893-810F-FEB8A9CCE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0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0" name="Freeform 845">
                <a:extLst>
                  <a:ext uri="{FF2B5EF4-FFF2-40B4-BE49-F238E27FC236}">
                    <a16:creationId xmlns:a16="http://schemas.microsoft.com/office/drawing/2014/main" id="{068C7FCA-662E-4B0B-BC49-55878E7B2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09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1" name="Freeform 846">
                <a:extLst>
                  <a:ext uri="{FF2B5EF4-FFF2-40B4-BE49-F238E27FC236}">
                    <a16:creationId xmlns:a16="http://schemas.microsoft.com/office/drawing/2014/main" id="{A9A5BB95-06A3-4D7C-A92E-B58234BDD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103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2" name="Freeform 847">
                <a:extLst>
                  <a:ext uri="{FF2B5EF4-FFF2-40B4-BE49-F238E27FC236}">
                    <a16:creationId xmlns:a16="http://schemas.microsoft.com/office/drawing/2014/main" id="{88636EAF-1FD6-4C84-99E7-FCD7D4262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11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3" name="Freeform 848">
                <a:extLst>
                  <a:ext uri="{FF2B5EF4-FFF2-40B4-BE49-F238E27FC236}">
                    <a16:creationId xmlns:a16="http://schemas.microsoft.com/office/drawing/2014/main" id="{9F0BB664-A43E-4590-B50C-4E489323E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12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4" name="Freeform 849">
                <a:extLst>
                  <a:ext uri="{FF2B5EF4-FFF2-40B4-BE49-F238E27FC236}">
                    <a16:creationId xmlns:a16="http://schemas.microsoft.com/office/drawing/2014/main" id="{92E19676-1BE8-46FF-9B56-E4ABC8295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11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5" name="Freeform 850">
                <a:extLst>
                  <a:ext uri="{FF2B5EF4-FFF2-40B4-BE49-F238E27FC236}">
                    <a16:creationId xmlns:a16="http://schemas.microsoft.com/office/drawing/2014/main" id="{05E1FDB4-91C2-4997-987D-1B33F628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12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6" name="Freeform 851">
                <a:extLst>
                  <a:ext uri="{FF2B5EF4-FFF2-40B4-BE49-F238E27FC236}">
                    <a16:creationId xmlns:a16="http://schemas.microsoft.com/office/drawing/2014/main" id="{5A6F2085-EC31-4C47-8C8A-6C32E7C5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13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7" name="Freeform 852">
                <a:extLst>
                  <a:ext uri="{FF2B5EF4-FFF2-40B4-BE49-F238E27FC236}">
                    <a16:creationId xmlns:a16="http://schemas.microsoft.com/office/drawing/2014/main" id="{E1597767-BB6F-4956-A01F-785BC2292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13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8" name="Freeform 853">
                <a:extLst>
                  <a:ext uri="{FF2B5EF4-FFF2-40B4-BE49-F238E27FC236}">
                    <a16:creationId xmlns:a16="http://schemas.microsoft.com/office/drawing/2014/main" id="{F608F66D-0CFB-47FA-9E2A-B6A5F42E6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15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9" name="Freeform 854">
                <a:extLst>
                  <a:ext uri="{FF2B5EF4-FFF2-40B4-BE49-F238E27FC236}">
                    <a16:creationId xmlns:a16="http://schemas.microsoft.com/office/drawing/2014/main" id="{145FBE69-4490-4932-BA3B-0CB8C2A77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15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0" name="Freeform 855">
                <a:extLst>
                  <a:ext uri="{FF2B5EF4-FFF2-40B4-BE49-F238E27FC236}">
                    <a16:creationId xmlns:a16="http://schemas.microsoft.com/office/drawing/2014/main" id="{3C76716E-4164-4BB3-93E7-DEC2CD3BC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61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1" name="Freeform 856">
                <a:extLst>
                  <a:ext uri="{FF2B5EF4-FFF2-40B4-BE49-F238E27FC236}">
                    <a16:creationId xmlns:a16="http://schemas.microsoft.com/office/drawing/2014/main" id="{A730462D-1477-42C4-B300-4081BBA87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13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2" name="Freeform 857">
                <a:extLst>
                  <a:ext uri="{FF2B5EF4-FFF2-40B4-BE49-F238E27FC236}">
                    <a16:creationId xmlns:a16="http://schemas.microsoft.com/office/drawing/2014/main" id="{EEE7B7A6-B16B-4F56-9AD9-C0EE18FC9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13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3" name="Freeform 858">
                <a:extLst>
                  <a:ext uri="{FF2B5EF4-FFF2-40B4-BE49-F238E27FC236}">
                    <a16:creationId xmlns:a16="http://schemas.microsoft.com/office/drawing/2014/main" id="{B19D222F-16BC-4FD3-BC4C-97D04181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14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4" name="Freeform 859">
                <a:extLst>
                  <a:ext uri="{FF2B5EF4-FFF2-40B4-BE49-F238E27FC236}">
                    <a16:creationId xmlns:a16="http://schemas.microsoft.com/office/drawing/2014/main" id="{F0344E4B-5E3B-47D4-8FC3-3C5F07F7E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15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14" name="Group 860">
              <a:extLst>
                <a:ext uri="{FF2B5EF4-FFF2-40B4-BE49-F238E27FC236}">
                  <a16:creationId xmlns:a16="http://schemas.microsoft.com/office/drawing/2014/main" id="{87AC65B6-E4E8-49B2-9B78-13910CC730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5" y="1839"/>
              <a:ext cx="297" cy="373"/>
              <a:chOff x="2495" y="1839"/>
              <a:chExt cx="297" cy="373"/>
            </a:xfrm>
          </p:grpSpPr>
          <p:sp>
            <p:nvSpPr>
              <p:cNvPr id="54775" name="Freeform 861">
                <a:extLst>
                  <a:ext uri="{FF2B5EF4-FFF2-40B4-BE49-F238E27FC236}">
                    <a16:creationId xmlns:a16="http://schemas.microsoft.com/office/drawing/2014/main" id="{AE469053-9ACF-4587-A82C-0791CC14E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11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6" name="Freeform 862">
                <a:extLst>
                  <a:ext uri="{FF2B5EF4-FFF2-40B4-BE49-F238E27FC236}">
                    <a16:creationId xmlns:a16="http://schemas.microsoft.com/office/drawing/2014/main" id="{C2EF2092-ED3F-4084-B725-F4E01528E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12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7" name="Freeform 863">
                <a:extLst>
                  <a:ext uri="{FF2B5EF4-FFF2-40B4-BE49-F238E27FC236}">
                    <a16:creationId xmlns:a16="http://schemas.microsoft.com/office/drawing/2014/main" id="{855DE29C-E6D0-4009-AE0D-EBD9E1DF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14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8" name="Freeform 864">
                <a:extLst>
                  <a:ext uri="{FF2B5EF4-FFF2-40B4-BE49-F238E27FC236}">
                    <a16:creationId xmlns:a16="http://schemas.microsoft.com/office/drawing/2014/main" id="{A2F5F477-A9B7-41C4-90E2-052D318E2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15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9" name="Freeform 865">
                <a:extLst>
                  <a:ext uri="{FF2B5EF4-FFF2-40B4-BE49-F238E27FC236}">
                    <a16:creationId xmlns:a16="http://schemas.microsoft.com/office/drawing/2014/main" id="{42556653-EF75-4D69-8D69-0E1FFAC5D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15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0" name="Freeform 866">
                <a:extLst>
                  <a:ext uri="{FF2B5EF4-FFF2-40B4-BE49-F238E27FC236}">
                    <a16:creationId xmlns:a16="http://schemas.microsoft.com/office/drawing/2014/main" id="{AA7997B5-163B-4E7D-B253-579410089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16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1" name="Freeform 867">
                <a:extLst>
                  <a:ext uri="{FF2B5EF4-FFF2-40B4-BE49-F238E27FC236}">
                    <a16:creationId xmlns:a16="http://schemas.microsoft.com/office/drawing/2014/main" id="{7A3239B4-7079-4C0C-82EF-D0B4E8475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18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2" name="Freeform 868">
                <a:extLst>
                  <a:ext uri="{FF2B5EF4-FFF2-40B4-BE49-F238E27FC236}">
                    <a16:creationId xmlns:a16="http://schemas.microsoft.com/office/drawing/2014/main" id="{628BDF3E-AEF8-4338-B701-41D5812B0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9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3" name="Freeform 869">
                <a:extLst>
                  <a:ext uri="{FF2B5EF4-FFF2-40B4-BE49-F238E27FC236}">
                    <a16:creationId xmlns:a16="http://schemas.microsoft.com/office/drawing/2014/main" id="{6CF943FD-8C32-4F34-A6DD-8E9669C4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19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4" name="Freeform 870">
                <a:extLst>
                  <a:ext uri="{FF2B5EF4-FFF2-40B4-BE49-F238E27FC236}">
                    <a16:creationId xmlns:a16="http://schemas.microsoft.com/office/drawing/2014/main" id="{F054FB26-8A6E-430C-8E24-CCCA3D79F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20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5" name="Freeform 871">
                <a:extLst>
                  <a:ext uri="{FF2B5EF4-FFF2-40B4-BE49-F238E27FC236}">
                    <a16:creationId xmlns:a16="http://schemas.microsoft.com/office/drawing/2014/main" id="{9479C467-E7B1-45DA-AF3D-2CF24CF8D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17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6" name="Freeform 872">
                <a:extLst>
                  <a:ext uri="{FF2B5EF4-FFF2-40B4-BE49-F238E27FC236}">
                    <a16:creationId xmlns:a16="http://schemas.microsoft.com/office/drawing/2014/main" id="{1987090A-3C4D-4782-8870-1D0D768CB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0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7" name="Freeform 873">
                <a:extLst>
                  <a:ext uri="{FF2B5EF4-FFF2-40B4-BE49-F238E27FC236}">
                    <a16:creationId xmlns:a16="http://schemas.microsoft.com/office/drawing/2014/main" id="{65AB2E56-E09A-44D5-948F-D98B42C45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10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8" name="Freeform 874">
                <a:extLst>
                  <a:ext uri="{FF2B5EF4-FFF2-40B4-BE49-F238E27FC236}">
                    <a16:creationId xmlns:a16="http://schemas.microsoft.com/office/drawing/2014/main" id="{427953BF-9E1D-4FA9-8E9C-45F94D8FF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11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9" name="Freeform 875">
                <a:extLst>
                  <a:ext uri="{FF2B5EF4-FFF2-40B4-BE49-F238E27FC236}">
                    <a16:creationId xmlns:a16="http://schemas.microsoft.com/office/drawing/2014/main" id="{8E5907A2-E9ED-49F3-A441-89FF386E1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10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0" name="Freeform 876">
                <a:extLst>
                  <a:ext uri="{FF2B5EF4-FFF2-40B4-BE49-F238E27FC236}">
                    <a16:creationId xmlns:a16="http://schemas.microsoft.com/office/drawing/2014/main" id="{03DD4FC7-E7FB-4AC8-B5A4-F4A630BAF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09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1" name="Freeform 877">
                <a:extLst>
                  <a:ext uri="{FF2B5EF4-FFF2-40B4-BE49-F238E27FC236}">
                    <a16:creationId xmlns:a16="http://schemas.microsoft.com/office/drawing/2014/main" id="{554F981F-E551-4F5F-8FDD-D2A7FF9BE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097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2" name="Freeform 878">
                <a:extLst>
                  <a:ext uri="{FF2B5EF4-FFF2-40B4-BE49-F238E27FC236}">
                    <a16:creationId xmlns:a16="http://schemas.microsoft.com/office/drawing/2014/main" id="{F5D18C03-DFF7-4C3B-BF7B-5FAF2E43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092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3" name="Freeform 879">
                <a:extLst>
                  <a:ext uri="{FF2B5EF4-FFF2-40B4-BE49-F238E27FC236}">
                    <a16:creationId xmlns:a16="http://schemas.microsoft.com/office/drawing/2014/main" id="{9E632466-D162-4B2D-9969-51E069E2C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08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4" name="Freeform 880">
                <a:extLst>
                  <a:ext uri="{FF2B5EF4-FFF2-40B4-BE49-F238E27FC236}">
                    <a16:creationId xmlns:a16="http://schemas.microsoft.com/office/drawing/2014/main" id="{5C666C34-CA87-43BA-9EC1-7A5E76597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084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5" name="Freeform 881">
                <a:extLst>
                  <a:ext uri="{FF2B5EF4-FFF2-40B4-BE49-F238E27FC236}">
                    <a16:creationId xmlns:a16="http://schemas.microsoft.com/office/drawing/2014/main" id="{7AE10952-3A32-4103-94BC-B94679EDF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081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6" name="Freeform 882">
                <a:extLst>
                  <a:ext uri="{FF2B5EF4-FFF2-40B4-BE49-F238E27FC236}">
                    <a16:creationId xmlns:a16="http://schemas.microsoft.com/office/drawing/2014/main" id="{7067B469-5787-4771-9073-1755807B2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10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7" name="Freeform 883">
                <a:extLst>
                  <a:ext uri="{FF2B5EF4-FFF2-40B4-BE49-F238E27FC236}">
                    <a16:creationId xmlns:a16="http://schemas.microsoft.com/office/drawing/2014/main" id="{0B998FE4-BFB8-4629-9C3C-82426EF5C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12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8" name="Freeform 884">
                <a:extLst>
                  <a:ext uri="{FF2B5EF4-FFF2-40B4-BE49-F238E27FC236}">
                    <a16:creationId xmlns:a16="http://schemas.microsoft.com/office/drawing/2014/main" id="{1AB8512A-9264-481F-8A80-991EE473E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11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9" name="Freeform 885">
                <a:extLst>
                  <a:ext uri="{FF2B5EF4-FFF2-40B4-BE49-F238E27FC236}">
                    <a16:creationId xmlns:a16="http://schemas.microsoft.com/office/drawing/2014/main" id="{EE5F0BE0-387A-4FDB-B625-FCC202432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9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0" name="Freeform 886">
                <a:extLst>
                  <a:ext uri="{FF2B5EF4-FFF2-40B4-BE49-F238E27FC236}">
                    <a16:creationId xmlns:a16="http://schemas.microsoft.com/office/drawing/2014/main" id="{ECA19101-2D6F-4EA5-B32F-0E256807C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081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1" name="Freeform 887">
                <a:extLst>
                  <a:ext uri="{FF2B5EF4-FFF2-40B4-BE49-F238E27FC236}">
                    <a16:creationId xmlns:a16="http://schemas.microsoft.com/office/drawing/2014/main" id="{5D6B3090-C0A5-4702-8334-59ADFB008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076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2" name="Freeform 888">
                <a:extLst>
                  <a:ext uri="{FF2B5EF4-FFF2-40B4-BE49-F238E27FC236}">
                    <a16:creationId xmlns:a16="http://schemas.microsoft.com/office/drawing/2014/main" id="{F89B2527-C2A7-463B-8799-DB16A23D4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065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27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3" name="Freeform 889">
                <a:extLst>
                  <a:ext uri="{FF2B5EF4-FFF2-40B4-BE49-F238E27FC236}">
                    <a16:creationId xmlns:a16="http://schemas.microsoft.com/office/drawing/2014/main" id="{F4094824-5A70-4D61-B537-80D697981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073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4" name="Freeform 890">
                <a:extLst>
                  <a:ext uri="{FF2B5EF4-FFF2-40B4-BE49-F238E27FC236}">
                    <a16:creationId xmlns:a16="http://schemas.microsoft.com/office/drawing/2014/main" id="{F077D8AC-9B5F-4BCF-A420-97116D7AC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08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5" name="Freeform 891">
                <a:extLst>
                  <a:ext uri="{FF2B5EF4-FFF2-40B4-BE49-F238E27FC236}">
                    <a16:creationId xmlns:a16="http://schemas.microsoft.com/office/drawing/2014/main" id="{9C0E6859-5A2A-4EAD-BD2D-3F818ABF0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10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6" name="Freeform 892">
                <a:extLst>
                  <a:ext uri="{FF2B5EF4-FFF2-40B4-BE49-F238E27FC236}">
                    <a16:creationId xmlns:a16="http://schemas.microsoft.com/office/drawing/2014/main" id="{C68DA367-9EFC-4CE5-8E52-64D2185BE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09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7" name="Freeform 893">
                <a:extLst>
                  <a:ext uri="{FF2B5EF4-FFF2-40B4-BE49-F238E27FC236}">
                    <a16:creationId xmlns:a16="http://schemas.microsoft.com/office/drawing/2014/main" id="{7E685418-F1DE-4181-B04D-AB985AAA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05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8" name="Freeform 894">
                <a:extLst>
                  <a:ext uri="{FF2B5EF4-FFF2-40B4-BE49-F238E27FC236}">
                    <a16:creationId xmlns:a16="http://schemas.microsoft.com/office/drawing/2014/main" id="{446D1989-0FDD-497F-BFF9-87E8AD77E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05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9" name="Freeform 895">
                <a:extLst>
                  <a:ext uri="{FF2B5EF4-FFF2-40B4-BE49-F238E27FC236}">
                    <a16:creationId xmlns:a16="http://schemas.microsoft.com/office/drawing/2014/main" id="{4159A192-FD84-4840-8D04-3CABFBDCB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07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0" name="Freeform 896">
                <a:extLst>
                  <a:ext uri="{FF2B5EF4-FFF2-40B4-BE49-F238E27FC236}">
                    <a16:creationId xmlns:a16="http://schemas.microsoft.com/office/drawing/2014/main" id="{9B332648-E842-4199-AF7D-C30B23B3C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08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1" name="Freeform 897">
                <a:extLst>
                  <a:ext uri="{FF2B5EF4-FFF2-40B4-BE49-F238E27FC236}">
                    <a16:creationId xmlns:a16="http://schemas.microsoft.com/office/drawing/2014/main" id="{A6D4827F-4C9D-4923-8FED-E998644E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08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2" name="Freeform 898">
                <a:extLst>
                  <a:ext uri="{FF2B5EF4-FFF2-40B4-BE49-F238E27FC236}">
                    <a16:creationId xmlns:a16="http://schemas.microsoft.com/office/drawing/2014/main" id="{D78B37C9-C901-42BD-91CD-61F73E3B8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10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3" name="Freeform 899">
                <a:extLst>
                  <a:ext uri="{FF2B5EF4-FFF2-40B4-BE49-F238E27FC236}">
                    <a16:creationId xmlns:a16="http://schemas.microsoft.com/office/drawing/2014/main" id="{8E3DB3D3-28D6-4BF8-A5C6-FF695539D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29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4" name="Freeform 900">
                <a:extLst>
                  <a:ext uri="{FF2B5EF4-FFF2-40B4-BE49-F238E27FC236}">
                    <a16:creationId xmlns:a16="http://schemas.microsoft.com/office/drawing/2014/main" id="{D9E077A5-CAFC-4745-A89F-ABA68DB41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124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5" name="Freeform 901">
                <a:extLst>
                  <a:ext uri="{FF2B5EF4-FFF2-40B4-BE49-F238E27FC236}">
                    <a16:creationId xmlns:a16="http://schemas.microsoft.com/office/drawing/2014/main" id="{7E8C5E50-83B0-437A-9857-750BC1BE4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13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6" name="Freeform 902">
                <a:extLst>
                  <a:ext uri="{FF2B5EF4-FFF2-40B4-BE49-F238E27FC236}">
                    <a16:creationId xmlns:a16="http://schemas.microsoft.com/office/drawing/2014/main" id="{EBE2BF23-BF13-49FC-9B19-C311163E1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12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7" name="Freeform 903">
                <a:extLst>
                  <a:ext uri="{FF2B5EF4-FFF2-40B4-BE49-F238E27FC236}">
                    <a16:creationId xmlns:a16="http://schemas.microsoft.com/office/drawing/2014/main" id="{7C87CF76-180C-42E2-9D55-34B774615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11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8" name="Freeform 904">
                <a:extLst>
                  <a:ext uri="{FF2B5EF4-FFF2-40B4-BE49-F238E27FC236}">
                    <a16:creationId xmlns:a16="http://schemas.microsoft.com/office/drawing/2014/main" id="{5E74B7C8-4070-4F56-90CB-FAB27F5A1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119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9" name="Freeform 905">
                <a:extLst>
                  <a:ext uri="{FF2B5EF4-FFF2-40B4-BE49-F238E27FC236}">
                    <a16:creationId xmlns:a16="http://schemas.microsoft.com/office/drawing/2014/main" id="{78BF3BBC-2120-4895-9109-A66E6EE1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16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0" name="Freeform 906">
                <a:extLst>
                  <a:ext uri="{FF2B5EF4-FFF2-40B4-BE49-F238E27FC236}">
                    <a16:creationId xmlns:a16="http://schemas.microsoft.com/office/drawing/2014/main" id="{AF4482BB-05FC-4C93-85F0-97EA79BF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11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1" name="Freeform 907">
                <a:extLst>
                  <a:ext uri="{FF2B5EF4-FFF2-40B4-BE49-F238E27FC236}">
                    <a16:creationId xmlns:a16="http://schemas.microsoft.com/office/drawing/2014/main" id="{8C91E973-CB5B-4A23-A47E-EE611C3A6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10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2" name="Freeform 908">
                <a:extLst>
                  <a:ext uri="{FF2B5EF4-FFF2-40B4-BE49-F238E27FC236}">
                    <a16:creationId xmlns:a16="http://schemas.microsoft.com/office/drawing/2014/main" id="{F116696D-3A0F-428C-93D2-2D6E3FEB9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10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3" name="Freeform 909">
                <a:extLst>
                  <a:ext uri="{FF2B5EF4-FFF2-40B4-BE49-F238E27FC236}">
                    <a16:creationId xmlns:a16="http://schemas.microsoft.com/office/drawing/2014/main" id="{9D297745-AFC7-424E-8AC2-8A43EE75C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1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4" name="Freeform 910">
                <a:extLst>
                  <a:ext uri="{FF2B5EF4-FFF2-40B4-BE49-F238E27FC236}">
                    <a16:creationId xmlns:a16="http://schemas.microsoft.com/office/drawing/2014/main" id="{6EBA2D08-2901-4AA4-8E2E-6C9CAC5C6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45"/>
                <a:ext cx="8" cy="6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5" name="Freeform 911">
                <a:extLst>
                  <a:ext uri="{FF2B5EF4-FFF2-40B4-BE49-F238E27FC236}">
                    <a16:creationId xmlns:a16="http://schemas.microsoft.com/office/drawing/2014/main" id="{8898E24B-1392-4BAE-B3A8-AABAF5B4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13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6" name="Freeform 912">
                <a:extLst>
                  <a:ext uri="{FF2B5EF4-FFF2-40B4-BE49-F238E27FC236}">
                    <a16:creationId xmlns:a16="http://schemas.microsoft.com/office/drawing/2014/main" id="{2B62FB13-6DA2-4E2C-AFAD-BF0B24A02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11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7" name="Freeform 913">
                <a:extLst>
                  <a:ext uri="{FF2B5EF4-FFF2-40B4-BE49-F238E27FC236}">
                    <a16:creationId xmlns:a16="http://schemas.microsoft.com/office/drawing/2014/main" id="{37AD1C82-10AA-402C-9F6F-FDD1780B9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03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8" name="Freeform 914">
                <a:extLst>
                  <a:ext uri="{FF2B5EF4-FFF2-40B4-BE49-F238E27FC236}">
                    <a16:creationId xmlns:a16="http://schemas.microsoft.com/office/drawing/2014/main" id="{4CB841CC-0DFB-4A5F-8263-039D44BBC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0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9" name="Freeform 915">
                <a:extLst>
                  <a:ext uri="{FF2B5EF4-FFF2-40B4-BE49-F238E27FC236}">
                    <a16:creationId xmlns:a16="http://schemas.microsoft.com/office/drawing/2014/main" id="{CB78D1E6-A8CB-4003-AF95-78B61734D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087"/>
                <a:ext cx="3" cy="10"/>
              </a:xfrm>
              <a:custGeom>
                <a:avLst/>
                <a:gdLst>
                  <a:gd name="T0" fmla="*/ 27 w 1"/>
                  <a:gd name="T1" fmla="*/ 6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0" name="Freeform 916">
                <a:extLst>
                  <a:ext uri="{FF2B5EF4-FFF2-40B4-BE49-F238E27FC236}">
                    <a16:creationId xmlns:a16="http://schemas.microsoft.com/office/drawing/2014/main" id="{A0A67DCE-0701-4B85-B645-0531FEC2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0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1" name="Freeform 917">
                <a:extLst>
                  <a:ext uri="{FF2B5EF4-FFF2-40B4-BE49-F238E27FC236}">
                    <a16:creationId xmlns:a16="http://schemas.microsoft.com/office/drawing/2014/main" id="{FD8DDE7E-BD85-45E3-8218-93424B043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10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2" name="Freeform 918">
                <a:extLst>
                  <a:ext uri="{FF2B5EF4-FFF2-40B4-BE49-F238E27FC236}">
                    <a16:creationId xmlns:a16="http://schemas.microsoft.com/office/drawing/2014/main" id="{205B5E72-2213-4CD8-B0E8-7D483554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12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3" name="Freeform 919">
                <a:extLst>
                  <a:ext uri="{FF2B5EF4-FFF2-40B4-BE49-F238E27FC236}">
                    <a16:creationId xmlns:a16="http://schemas.microsoft.com/office/drawing/2014/main" id="{C3C155D4-8623-4C47-B850-8A9A1512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11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4" name="Freeform 920">
                <a:extLst>
                  <a:ext uri="{FF2B5EF4-FFF2-40B4-BE49-F238E27FC236}">
                    <a16:creationId xmlns:a16="http://schemas.microsoft.com/office/drawing/2014/main" id="{F4521F80-1AA9-452A-B89A-530DED234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0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5" name="Freeform 921">
                <a:extLst>
                  <a:ext uri="{FF2B5EF4-FFF2-40B4-BE49-F238E27FC236}">
                    <a16:creationId xmlns:a16="http://schemas.microsoft.com/office/drawing/2014/main" id="{0403824B-78A0-43A2-859F-5EB193BD7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08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6" name="Freeform 922">
                <a:extLst>
                  <a:ext uri="{FF2B5EF4-FFF2-40B4-BE49-F238E27FC236}">
                    <a16:creationId xmlns:a16="http://schemas.microsoft.com/office/drawing/2014/main" id="{B2BB5109-47E0-4F6B-84E3-887EFB3D3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092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7" name="Freeform 923">
                <a:extLst>
                  <a:ext uri="{FF2B5EF4-FFF2-40B4-BE49-F238E27FC236}">
                    <a16:creationId xmlns:a16="http://schemas.microsoft.com/office/drawing/2014/main" id="{F32CB57F-BB76-46B6-B733-403A8CFE2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10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8" name="Freeform 924">
                <a:extLst>
                  <a:ext uri="{FF2B5EF4-FFF2-40B4-BE49-F238E27FC236}">
                    <a16:creationId xmlns:a16="http://schemas.microsoft.com/office/drawing/2014/main" id="{98D0B7A1-25E5-490A-9115-56B547B30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11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9" name="Freeform 925">
                <a:extLst>
                  <a:ext uri="{FF2B5EF4-FFF2-40B4-BE49-F238E27FC236}">
                    <a16:creationId xmlns:a16="http://schemas.microsoft.com/office/drawing/2014/main" id="{7DFECCE9-FC28-4A95-9E31-F350393FD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12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0" name="Freeform 926">
                <a:extLst>
                  <a:ext uri="{FF2B5EF4-FFF2-40B4-BE49-F238E27FC236}">
                    <a16:creationId xmlns:a16="http://schemas.microsoft.com/office/drawing/2014/main" id="{4629C284-FD20-42D1-9E20-BAF154C05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06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1" name="Freeform 927">
                <a:extLst>
                  <a:ext uri="{FF2B5EF4-FFF2-40B4-BE49-F238E27FC236}">
                    <a16:creationId xmlns:a16="http://schemas.microsoft.com/office/drawing/2014/main" id="{A4A8E994-5BAA-4DC3-90AB-5F0FA60C2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6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2" name="Freeform 928">
                <a:extLst>
                  <a:ext uri="{FF2B5EF4-FFF2-40B4-BE49-F238E27FC236}">
                    <a16:creationId xmlns:a16="http://schemas.microsoft.com/office/drawing/2014/main" id="{66BF9710-4A2A-4AB8-93DE-16D678289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0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3" name="Freeform 929">
                <a:extLst>
                  <a:ext uri="{FF2B5EF4-FFF2-40B4-BE49-F238E27FC236}">
                    <a16:creationId xmlns:a16="http://schemas.microsoft.com/office/drawing/2014/main" id="{BB9943BF-B79C-4C3D-9128-8C99501A6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09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4" name="Freeform 930">
                <a:extLst>
                  <a:ext uri="{FF2B5EF4-FFF2-40B4-BE49-F238E27FC236}">
                    <a16:creationId xmlns:a16="http://schemas.microsoft.com/office/drawing/2014/main" id="{D1B9991B-29A3-4665-953B-785DA4D71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5" name="Freeform 931">
                <a:extLst>
                  <a:ext uri="{FF2B5EF4-FFF2-40B4-BE49-F238E27FC236}">
                    <a16:creationId xmlns:a16="http://schemas.microsoft.com/office/drawing/2014/main" id="{A79591E9-714E-49E8-8C30-C5D6B00C0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0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6" name="Freeform 932">
                <a:extLst>
                  <a:ext uri="{FF2B5EF4-FFF2-40B4-BE49-F238E27FC236}">
                    <a16:creationId xmlns:a16="http://schemas.microsoft.com/office/drawing/2014/main" id="{B9040A82-56BD-4908-B6C9-E459DD85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0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7" name="Freeform 933">
                <a:extLst>
                  <a:ext uri="{FF2B5EF4-FFF2-40B4-BE49-F238E27FC236}">
                    <a16:creationId xmlns:a16="http://schemas.microsoft.com/office/drawing/2014/main" id="{D6D7658C-3077-42D8-8C2E-75CBB43A8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0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8" name="Freeform 934">
                <a:extLst>
                  <a:ext uri="{FF2B5EF4-FFF2-40B4-BE49-F238E27FC236}">
                    <a16:creationId xmlns:a16="http://schemas.microsoft.com/office/drawing/2014/main" id="{DEDB06E4-8C23-4CC2-A64D-F779A00B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06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9" name="Freeform 935">
                <a:extLst>
                  <a:ext uri="{FF2B5EF4-FFF2-40B4-BE49-F238E27FC236}">
                    <a16:creationId xmlns:a16="http://schemas.microsoft.com/office/drawing/2014/main" id="{43A85A0C-D6D3-48D9-94CD-FF34F5C79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0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0" name="Freeform 936">
                <a:extLst>
                  <a:ext uri="{FF2B5EF4-FFF2-40B4-BE49-F238E27FC236}">
                    <a16:creationId xmlns:a16="http://schemas.microsoft.com/office/drawing/2014/main" id="{DCD7932E-F154-4B45-A291-34DDDEA13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04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1" name="Freeform 937">
                <a:extLst>
                  <a:ext uri="{FF2B5EF4-FFF2-40B4-BE49-F238E27FC236}">
                    <a16:creationId xmlns:a16="http://schemas.microsoft.com/office/drawing/2014/main" id="{5F02C6D8-AC20-4428-845A-5732886B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03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2" name="Freeform 938">
                <a:extLst>
                  <a:ext uri="{FF2B5EF4-FFF2-40B4-BE49-F238E27FC236}">
                    <a16:creationId xmlns:a16="http://schemas.microsoft.com/office/drawing/2014/main" id="{419ADE00-C859-4EB9-8D54-83B9F7339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044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3" name="Freeform 939">
                <a:extLst>
                  <a:ext uri="{FF2B5EF4-FFF2-40B4-BE49-F238E27FC236}">
                    <a16:creationId xmlns:a16="http://schemas.microsoft.com/office/drawing/2014/main" id="{32941497-D048-4E8B-BCCB-0A80FEDD1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05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4" name="Freeform 940">
                <a:extLst>
                  <a:ext uri="{FF2B5EF4-FFF2-40B4-BE49-F238E27FC236}">
                    <a16:creationId xmlns:a16="http://schemas.microsoft.com/office/drawing/2014/main" id="{EE261BF7-6B3B-4733-B5AF-79CE7407C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0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5" name="Freeform 941">
                <a:extLst>
                  <a:ext uri="{FF2B5EF4-FFF2-40B4-BE49-F238E27FC236}">
                    <a16:creationId xmlns:a16="http://schemas.microsoft.com/office/drawing/2014/main" id="{A3219D42-1157-470F-8D7A-22834BDFB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0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6" name="Freeform 942">
                <a:extLst>
                  <a:ext uri="{FF2B5EF4-FFF2-40B4-BE49-F238E27FC236}">
                    <a16:creationId xmlns:a16="http://schemas.microsoft.com/office/drawing/2014/main" id="{1FA6231B-BA3F-4ADC-9E68-3DFA79A3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06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7" name="Freeform 943">
                <a:extLst>
                  <a:ext uri="{FF2B5EF4-FFF2-40B4-BE49-F238E27FC236}">
                    <a16:creationId xmlns:a16="http://schemas.microsoft.com/office/drawing/2014/main" id="{C70F3430-1D04-47E2-BEC0-1C69B9FEE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0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8" name="Freeform 944">
                <a:extLst>
                  <a:ext uri="{FF2B5EF4-FFF2-40B4-BE49-F238E27FC236}">
                    <a16:creationId xmlns:a16="http://schemas.microsoft.com/office/drawing/2014/main" id="{152DC19A-79B5-4FCA-89DD-CEF2530F1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0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9" name="Freeform 945">
                <a:extLst>
                  <a:ext uri="{FF2B5EF4-FFF2-40B4-BE49-F238E27FC236}">
                    <a16:creationId xmlns:a16="http://schemas.microsoft.com/office/drawing/2014/main" id="{BCCD42C1-C782-4510-8C21-B57CD2D7D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08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0" name="Freeform 946">
                <a:extLst>
                  <a:ext uri="{FF2B5EF4-FFF2-40B4-BE49-F238E27FC236}">
                    <a16:creationId xmlns:a16="http://schemas.microsoft.com/office/drawing/2014/main" id="{EA415992-C33D-4914-996E-C7540D7C4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09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1" name="Freeform 947">
                <a:extLst>
                  <a:ext uri="{FF2B5EF4-FFF2-40B4-BE49-F238E27FC236}">
                    <a16:creationId xmlns:a16="http://schemas.microsoft.com/office/drawing/2014/main" id="{CB885E98-2DBF-43C9-80BE-CBD9A728D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103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2" name="Freeform 948">
                <a:extLst>
                  <a:ext uri="{FF2B5EF4-FFF2-40B4-BE49-F238E27FC236}">
                    <a16:creationId xmlns:a16="http://schemas.microsoft.com/office/drawing/2014/main" id="{106770A1-EF01-4507-9316-B057D6A9A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07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3" name="Freeform 949">
                <a:extLst>
                  <a:ext uri="{FF2B5EF4-FFF2-40B4-BE49-F238E27FC236}">
                    <a16:creationId xmlns:a16="http://schemas.microsoft.com/office/drawing/2014/main" id="{E4323A36-6528-4F0A-836A-E371A6574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07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4" name="Freeform 950">
                <a:extLst>
                  <a:ext uri="{FF2B5EF4-FFF2-40B4-BE49-F238E27FC236}">
                    <a16:creationId xmlns:a16="http://schemas.microsoft.com/office/drawing/2014/main" id="{D5DA1CF2-D928-4C6C-9FFC-A69DE8A1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08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5" name="Freeform 951">
                <a:extLst>
                  <a:ext uri="{FF2B5EF4-FFF2-40B4-BE49-F238E27FC236}">
                    <a16:creationId xmlns:a16="http://schemas.microsoft.com/office/drawing/2014/main" id="{9CF3299B-7046-4748-99D0-0047F197B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09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6" name="Freeform 952">
                <a:extLst>
                  <a:ext uri="{FF2B5EF4-FFF2-40B4-BE49-F238E27FC236}">
                    <a16:creationId xmlns:a16="http://schemas.microsoft.com/office/drawing/2014/main" id="{6D77795B-ECDB-4C93-A6DE-33A5DB7CB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055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7" name="Freeform 953">
                <a:extLst>
                  <a:ext uri="{FF2B5EF4-FFF2-40B4-BE49-F238E27FC236}">
                    <a16:creationId xmlns:a16="http://schemas.microsoft.com/office/drawing/2014/main" id="{E4BADA3D-6E41-4CDA-B8DC-FE605EFA5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06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8" name="Freeform 954">
                <a:extLst>
                  <a:ext uri="{FF2B5EF4-FFF2-40B4-BE49-F238E27FC236}">
                    <a16:creationId xmlns:a16="http://schemas.microsoft.com/office/drawing/2014/main" id="{D0E593B7-7411-4BAF-BF15-44559D8F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084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9" name="Freeform 955">
                <a:extLst>
                  <a:ext uri="{FF2B5EF4-FFF2-40B4-BE49-F238E27FC236}">
                    <a16:creationId xmlns:a16="http://schemas.microsoft.com/office/drawing/2014/main" id="{6A0488C3-1EC4-4247-AD01-01A750D6D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9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0" name="Freeform 956">
                <a:extLst>
                  <a:ext uri="{FF2B5EF4-FFF2-40B4-BE49-F238E27FC236}">
                    <a16:creationId xmlns:a16="http://schemas.microsoft.com/office/drawing/2014/main" id="{9D946753-2BBA-429B-853A-70295BF32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09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1" name="Freeform 957">
                <a:extLst>
                  <a:ext uri="{FF2B5EF4-FFF2-40B4-BE49-F238E27FC236}">
                    <a16:creationId xmlns:a16="http://schemas.microsoft.com/office/drawing/2014/main" id="{8EC43F20-1D05-48FC-80B9-A3B6326B4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11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2" name="Freeform 958">
                <a:extLst>
                  <a:ext uri="{FF2B5EF4-FFF2-40B4-BE49-F238E27FC236}">
                    <a16:creationId xmlns:a16="http://schemas.microsoft.com/office/drawing/2014/main" id="{FC833E8E-7F2C-4728-BEB4-B2A2AC31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1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3" name="Freeform 959">
                <a:extLst>
                  <a:ext uri="{FF2B5EF4-FFF2-40B4-BE49-F238E27FC236}">
                    <a16:creationId xmlns:a16="http://schemas.microsoft.com/office/drawing/2014/main" id="{0E6489E4-FEBC-41A4-A916-287C6D2E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13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4" name="Freeform 960">
                <a:extLst>
                  <a:ext uri="{FF2B5EF4-FFF2-40B4-BE49-F238E27FC236}">
                    <a16:creationId xmlns:a16="http://schemas.microsoft.com/office/drawing/2014/main" id="{B9221BD1-413A-425B-AEA2-D76EA0FD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13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5" name="Freeform 961">
                <a:extLst>
                  <a:ext uri="{FF2B5EF4-FFF2-40B4-BE49-F238E27FC236}">
                    <a16:creationId xmlns:a16="http://schemas.microsoft.com/office/drawing/2014/main" id="{1D4095EA-C3EF-4607-99F0-7CD39CDB1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1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6" name="Freeform 962">
                <a:extLst>
                  <a:ext uri="{FF2B5EF4-FFF2-40B4-BE49-F238E27FC236}">
                    <a16:creationId xmlns:a16="http://schemas.microsoft.com/office/drawing/2014/main" id="{285DB791-9FEE-48E4-9770-926BE0847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11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7" name="Freeform 963">
                <a:extLst>
                  <a:ext uri="{FF2B5EF4-FFF2-40B4-BE49-F238E27FC236}">
                    <a16:creationId xmlns:a16="http://schemas.microsoft.com/office/drawing/2014/main" id="{8E60BE91-F1CA-4DF2-B456-206CC3499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13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8" name="Freeform 964">
                <a:extLst>
                  <a:ext uri="{FF2B5EF4-FFF2-40B4-BE49-F238E27FC236}">
                    <a16:creationId xmlns:a16="http://schemas.microsoft.com/office/drawing/2014/main" id="{585F52B2-FE5B-4AFE-AFFB-65A6A7229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12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9" name="Freeform 965">
                <a:extLst>
                  <a:ext uri="{FF2B5EF4-FFF2-40B4-BE49-F238E27FC236}">
                    <a16:creationId xmlns:a16="http://schemas.microsoft.com/office/drawing/2014/main" id="{89E9C2F4-E1CA-41AB-A8CD-22E7553C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88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0" name="Freeform 966">
                <a:extLst>
                  <a:ext uri="{FF2B5EF4-FFF2-40B4-BE49-F238E27FC236}">
                    <a16:creationId xmlns:a16="http://schemas.microsoft.com/office/drawing/2014/main" id="{B2D3C083-0C5F-43C0-8B56-C624869ED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095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1" name="Freeform 967">
                <a:extLst>
                  <a:ext uri="{FF2B5EF4-FFF2-40B4-BE49-F238E27FC236}">
                    <a16:creationId xmlns:a16="http://schemas.microsoft.com/office/drawing/2014/main" id="{D937351E-3587-4F52-B9A0-D86F8A696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10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2" name="Freeform 968">
                <a:extLst>
                  <a:ext uri="{FF2B5EF4-FFF2-40B4-BE49-F238E27FC236}">
                    <a16:creationId xmlns:a16="http://schemas.microsoft.com/office/drawing/2014/main" id="{26B7883D-D95B-4DFF-B3CD-DE2F16326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08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3" name="Freeform 969">
                <a:extLst>
                  <a:ext uri="{FF2B5EF4-FFF2-40B4-BE49-F238E27FC236}">
                    <a16:creationId xmlns:a16="http://schemas.microsoft.com/office/drawing/2014/main" id="{C34678DF-9607-44B9-92D0-E3E531988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09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4" name="Freeform 970">
                <a:extLst>
                  <a:ext uri="{FF2B5EF4-FFF2-40B4-BE49-F238E27FC236}">
                    <a16:creationId xmlns:a16="http://schemas.microsoft.com/office/drawing/2014/main" id="{A72DF5B2-9EB1-4337-8CDB-79C8ECE72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868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5" name="Freeform 971">
                <a:extLst>
                  <a:ext uri="{FF2B5EF4-FFF2-40B4-BE49-F238E27FC236}">
                    <a16:creationId xmlns:a16="http://schemas.microsoft.com/office/drawing/2014/main" id="{13400FEC-8037-4F93-AB07-626C456B8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0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6" name="Freeform 972">
                <a:extLst>
                  <a:ext uri="{FF2B5EF4-FFF2-40B4-BE49-F238E27FC236}">
                    <a16:creationId xmlns:a16="http://schemas.microsoft.com/office/drawing/2014/main" id="{2BBF2721-60D8-4172-90EF-5A0FDB99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07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7" name="Freeform 973">
                <a:extLst>
                  <a:ext uri="{FF2B5EF4-FFF2-40B4-BE49-F238E27FC236}">
                    <a16:creationId xmlns:a16="http://schemas.microsoft.com/office/drawing/2014/main" id="{34FE6ADE-C19A-455D-A6A0-8E00D7DF8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07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8" name="Freeform 974">
                <a:extLst>
                  <a:ext uri="{FF2B5EF4-FFF2-40B4-BE49-F238E27FC236}">
                    <a16:creationId xmlns:a16="http://schemas.microsoft.com/office/drawing/2014/main" id="{86631308-2B44-4EB5-8156-9A331C4D6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87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9" name="Freeform 975">
                <a:extLst>
                  <a:ext uri="{FF2B5EF4-FFF2-40B4-BE49-F238E27FC236}">
                    <a16:creationId xmlns:a16="http://schemas.microsoft.com/office/drawing/2014/main" id="{7FC22563-26FA-4AD5-814F-9C41BE916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08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0" name="Freeform 976">
                <a:extLst>
                  <a:ext uri="{FF2B5EF4-FFF2-40B4-BE49-F238E27FC236}">
                    <a16:creationId xmlns:a16="http://schemas.microsoft.com/office/drawing/2014/main" id="{8225DC35-ED8B-4689-961B-E8FF26ADB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076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1" name="Freeform 977">
                <a:extLst>
                  <a:ext uri="{FF2B5EF4-FFF2-40B4-BE49-F238E27FC236}">
                    <a16:creationId xmlns:a16="http://schemas.microsoft.com/office/drawing/2014/main" id="{3080E37D-FEF3-4504-A13B-281E2E04E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068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2" name="Freeform 978">
                <a:extLst>
                  <a:ext uri="{FF2B5EF4-FFF2-40B4-BE49-F238E27FC236}">
                    <a16:creationId xmlns:a16="http://schemas.microsoft.com/office/drawing/2014/main" id="{A47BC826-9467-40A0-A076-C5C16BE3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060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3" name="Freeform 979">
                <a:extLst>
                  <a:ext uri="{FF2B5EF4-FFF2-40B4-BE49-F238E27FC236}">
                    <a16:creationId xmlns:a16="http://schemas.microsoft.com/office/drawing/2014/main" id="{67A26579-192A-497A-8877-D9CDA044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14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4" name="Freeform 980">
                <a:extLst>
                  <a:ext uri="{FF2B5EF4-FFF2-40B4-BE49-F238E27FC236}">
                    <a16:creationId xmlns:a16="http://schemas.microsoft.com/office/drawing/2014/main" id="{A18E9BD7-CF5A-4A60-A294-229858E8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8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5" name="Freeform 981">
                <a:extLst>
                  <a:ext uri="{FF2B5EF4-FFF2-40B4-BE49-F238E27FC236}">
                    <a16:creationId xmlns:a16="http://schemas.microsoft.com/office/drawing/2014/main" id="{15ADDCA4-6990-4F40-8EB4-38FAAA859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87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6" name="Freeform 982">
                <a:extLst>
                  <a:ext uri="{FF2B5EF4-FFF2-40B4-BE49-F238E27FC236}">
                    <a16:creationId xmlns:a16="http://schemas.microsoft.com/office/drawing/2014/main" id="{758C9BDB-EFDC-4B97-9F21-B9657B2B3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6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7" name="Freeform 983">
                <a:extLst>
                  <a:ext uri="{FF2B5EF4-FFF2-40B4-BE49-F238E27FC236}">
                    <a16:creationId xmlns:a16="http://schemas.microsoft.com/office/drawing/2014/main" id="{94A8FBCE-1F43-4926-A5AD-6C8109CF0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12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8" name="Freeform 984">
                <a:extLst>
                  <a:ext uri="{FF2B5EF4-FFF2-40B4-BE49-F238E27FC236}">
                    <a16:creationId xmlns:a16="http://schemas.microsoft.com/office/drawing/2014/main" id="{CAF73AC7-A6D7-4AD2-99E8-C9FEF1EB9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1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9" name="Freeform 985">
                <a:extLst>
                  <a:ext uri="{FF2B5EF4-FFF2-40B4-BE49-F238E27FC236}">
                    <a16:creationId xmlns:a16="http://schemas.microsoft.com/office/drawing/2014/main" id="{5BA2EEBE-2FED-4DE4-9BC5-9D38DEB3C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84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0" name="Freeform 986">
                <a:extLst>
                  <a:ext uri="{FF2B5EF4-FFF2-40B4-BE49-F238E27FC236}">
                    <a16:creationId xmlns:a16="http://schemas.microsoft.com/office/drawing/2014/main" id="{4D5BA005-4032-493C-A433-B5CED4AA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8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1" name="Freeform 987">
                <a:extLst>
                  <a:ext uri="{FF2B5EF4-FFF2-40B4-BE49-F238E27FC236}">
                    <a16:creationId xmlns:a16="http://schemas.microsoft.com/office/drawing/2014/main" id="{CBD9574D-ECCD-45FD-A89C-E3A32E4E3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8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2" name="Freeform 988">
                <a:extLst>
                  <a:ext uri="{FF2B5EF4-FFF2-40B4-BE49-F238E27FC236}">
                    <a16:creationId xmlns:a16="http://schemas.microsoft.com/office/drawing/2014/main" id="{21323A55-5651-4367-AB74-C15687AE4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7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3" name="Freeform 989">
                <a:extLst>
                  <a:ext uri="{FF2B5EF4-FFF2-40B4-BE49-F238E27FC236}">
                    <a16:creationId xmlns:a16="http://schemas.microsoft.com/office/drawing/2014/main" id="{7E1D0FCF-845A-47F0-806D-0D1BE7D7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10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4" name="Freeform 990">
                <a:extLst>
                  <a:ext uri="{FF2B5EF4-FFF2-40B4-BE49-F238E27FC236}">
                    <a16:creationId xmlns:a16="http://schemas.microsoft.com/office/drawing/2014/main" id="{1865D675-D61B-4730-9D44-D16D2394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06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5" name="Freeform 991">
                <a:extLst>
                  <a:ext uri="{FF2B5EF4-FFF2-40B4-BE49-F238E27FC236}">
                    <a16:creationId xmlns:a16="http://schemas.microsoft.com/office/drawing/2014/main" id="{502A4F4B-E636-4E25-9761-12EEC3BF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08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6" name="Freeform 992">
                <a:extLst>
                  <a:ext uri="{FF2B5EF4-FFF2-40B4-BE49-F238E27FC236}">
                    <a16:creationId xmlns:a16="http://schemas.microsoft.com/office/drawing/2014/main" id="{C253930B-F783-4BBE-A0D1-2E35B5360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09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7" name="Freeform 993">
                <a:extLst>
                  <a:ext uri="{FF2B5EF4-FFF2-40B4-BE49-F238E27FC236}">
                    <a16:creationId xmlns:a16="http://schemas.microsoft.com/office/drawing/2014/main" id="{0E757013-83B2-4169-81DB-B3D1BFCB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10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8" name="Freeform 994">
                <a:extLst>
                  <a:ext uri="{FF2B5EF4-FFF2-40B4-BE49-F238E27FC236}">
                    <a16:creationId xmlns:a16="http://schemas.microsoft.com/office/drawing/2014/main" id="{ECB62AD6-1A5F-4C53-81C2-631F850AE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05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9" name="Freeform 995">
                <a:extLst>
                  <a:ext uri="{FF2B5EF4-FFF2-40B4-BE49-F238E27FC236}">
                    <a16:creationId xmlns:a16="http://schemas.microsoft.com/office/drawing/2014/main" id="{9CFB2D3F-EF33-4C09-8FF9-55CE61ED8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05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0" name="Freeform 996">
                <a:extLst>
                  <a:ext uri="{FF2B5EF4-FFF2-40B4-BE49-F238E27FC236}">
                    <a16:creationId xmlns:a16="http://schemas.microsoft.com/office/drawing/2014/main" id="{59D6E8FA-4035-4100-A87A-88AB2F79D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07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1" name="Freeform 997">
                <a:extLst>
                  <a:ext uri="{FF2B5EF4-FFF2-40B4-BE49-F238E27FC236}">
                    <a16:creationId xmlns:a16="http://schemas.microsoft.com/office/drawing/2014/main" id="{F8B0B73D-888C-4A65-AF83-C12918256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08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2" name="Freeform 998">
                <a:extLst>
                  <a:ext uri="{FF2B5EF4-FFF2-40B4-BE49-F238E27FC236}">
                    <a16:creationId xmlns:a16="http://schemas.microsoft.com/office/drawing/2014/main" id="{0D5421C5-4A9B-48C6-9606-55731FAFE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07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3" name="Freeform 999">
                <a:extLst>
                  <a:ext uri="{FF2B5EF4-FFF2-40B4-BE49-F238E27FC236}">
                    <a16:creationId xmlns:a16="http://schemas.microsoft.com/office/drawing/2014/main" id="{084B16AB-D453-4F53-BC86-E7E183921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06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4" name="Freeform 1000">
                <a:extLst>
                  <a:ext uri="{FF2B5EF4-FFF2-40B4-BE49-F238E27FC236}">
                    <a16:creationId xmlns:a16="http://schemas.microsoft.com/office/drawing/2014/main" id="{5B8A3FB3-AEEF-4232-AB98-883275A3C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0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5" name="Freeform 1001">
                <a:extLst>
                  <a:ext uri="{FF2B5EF4-FFF2-40B4-BE49-F238E27FC236}">
                    <a16:creationId xmlns:a16="http://schemas.microsoft.com/office/drawing/2014/main" id="{0A4BE71B-4DA7-4D12-976B-A63737352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06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6" name="Freeform 1002">
                <a:extLst>
                  <a:ext uri="{FF2B5EF4-FFF2-40B4-BE49-F238E27FC236}">
                    <a16:creationId xmlns:a16="http://schemas.microsoft.com/office/drawing/2014/main" id="{5F4EC06D-2CA2-47A4-BEAD-FAF17026E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6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7" name="Freeform 1003">
                <a:extLst>
                  <a:ext uri="{FF2B5EF4-FFF2-40B4-BE49-F238E27FC236}">
                    <a16:creationId xmlns:a16="http://schemas.microsoft.com/office/drawing/2014/main" id="{313BC7D2-CCAA-41DA-B67E-85B896960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04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8" name="Freeform 1004">
                <a:extLst>
                  <a:ext uri="{FF2B5EF4-FFF2-40B4-BE49-F238E27FC236}">
                    <a16:creationId xmlns:a16="http://schemas.microsoft.com/office/drawing/2014/main" id="{02CC8897-8318-4934-B677-380FBC842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10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9" name="Freeform 1005">
                <a:extLst>
                  <a:ext uri="{FF2B5EF4-FFF2-40B4-BE49-F238E27FC236}">
                    <a16:creationId xmlns:a16="http://schemas.microsoft.com/office/drawing/2014/main" id="{E3FD11EE-5213-48E5-A61B-C7EF7300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113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0" name="Freeform 1006">
                <a:extLst>
                  <a:ext uri="{FF2B5EF4-FFF2-40B4-BE49-F238E27FC236}">
                    <a16:creationId xmlns:a16="http://schemas.microsoft.com/office/drawing/2014/main" id="{BD793A6E-4EA9-4F70-A8EA-3AD4F3764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124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1" name="Freeform 1007">
                <a:extLst>
                  <a:ext uri="{FF2B5EF4-FFF2-40B4-BE49-F238E27FC236}">
                    <a16:creationId xmlns:a16="http://schemas.microsoft.com/office/drawing/2014/main" id="{9C11FEF7-C877-4AD3-A7B4-E4288F387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4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2" name="Freeform 1008">
                <a:extLst>
                  <a:ext uri="{FF2B5EF4-FFF2-40B4-BE49-F238E27FC236}">
                    <a16:creationId xmlns:a16="http://schemas.microsoft.com/office/drawing/2014/main" id="{C4ADCB4A-F8A5-4135-9675-680C791C0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8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3" name="Freeform 1009">
                <a:extLst>
                  <a:ext uri="{FF2B5EF4-FFF2-40B4-BE49-F238E27FC236}">
                    <a16:creationId xmlns:a16="http://schemas.microsoft.com/office/drawing/2014/main" id="{F2509FFF-F21B-418D-8A6B-EA6963C81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83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4" name="Freeform 1010">
                <a:extLst>
                  <a:ext uri="{FF2B5EF4-FFF2-40B4-BE49-F238E27FC236}">
                    <a16:creationId xmlns:a16="http://schemas.microsoft.com/office/drawing/2014/main" id="{7C53467D-FBCA-4745-BEB9-719DDA60C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84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5" name="Freeform 1011">
                <a:extLst>
                  <a:ext uri="{FF2B5EF4-FFF2-40B4-BE49-F238E27FC236}">
                    <a16:creationId xmlns:a16="http://schemas.microsoft.com/office/drawing/2014/main" id="{B5250C72-44EC-4FD8-8C4D-D64085998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85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6" name="Freeform 1012">
                <a:extLst>
                  <a:ext uri="{FF2B5EF4-FFF2-40B4-BE49-F238E27FC236}">
                    <a16:creationId xmlns:a16="http://schemas.microsoft.com/office/drawing/2014/main" id="{95FF198B-6439-422B-AC73-F8C2D0BD2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8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7" name="Freeform 1013">
                <a:extLst>
                  <a:ext uri="{FF2B5EF4-FFF2-40B4-BE49-F238E27FC236}">
                    <a16:creationId xmlns:a16="http://schemas.microsoft.com/office/drawing/2014/main" id="{48CE80AD-6F69-4DE3-8BB8-36B78DD28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8" name="Freeform 1014">
                <a:extLst>
                  <a:ext uri="{FF2B5EF4-FFF2-40B4-BE49-F238E27FC236}">
                    <a16:creationId xmlns:a16="http://schemas.microsoft.com/office/drawing/2014/main" id="{75A3E207-EC55-479B-A972-E8A8171C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876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9" name="Freeform 1015">
                <a:extLst>
                  <a:ext uri="{FF2B5EF4-FFF2-40B4-BE49-F238E27FC236}">
                    <a16:creationId xmlns:a16="http://schemas.microsoft.com/office/drawing/2014/main" id="{C6B8EE59-7C5E-4D50-B30A-A9CD78B4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84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0" name="Freeform 1016">
                <a:extLst>
                  <a:ext uri="{FF2B5EF4-FFF2-40B4-BE49-F238E27FC236}">
                    <a16:creationId xmlns:a16="http://schemas.microsoft.com/office/drawing/2014/main" id="{06BC743E-F95E-4310-AF84-FE35EBDB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8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1" name="Freeform 1017">
                <a:extLst>
                  <a:ext uri="{FF2B5EF4-FFF2-40B4-BE49-F238E27FC236}">
                    <a16:creationId xmlns:a16="http://schemas.microsoft.com/office/drawing/2014/main" id="{73D97BA8-BDDB-45F4-BD1B-932038389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8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2" name="Freeform 1018">
                <a:extLst>
                  <a:ext uri="{FF2B5EF4-FFF2-40B4-BE49-F238E27FC236}">
                    <a16:creationId xmlns:a16="http://schemas.microsoft.com/office/drawing/2014/main" id="{72E43C13-B608-4036-81FD-395A2163C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8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3" name="Freeform 1019">
                <a:extLst>
                  <a:ext uri="{FF2B5EF4-FFF2-40B4-BE49-F238E27FC236}">
                    <a16:creationId xmlns:a16="http://schemas.microsoft.com/office/drawing/2014/main" id="{085AF1FA-3774-45F9-B51F-8020F50E2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04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4" name="Freeform 1020">
                <a:extLst>
                  <a:ext uri="{FF2B5EF4-FFF2-40B4-BE49-F238E27FC236}">
                    <a16:creationId xmlns:a16="http://schemas.microsoft.com/office/drawing/2014/main" id="{B692AF4F-F256-4210-A359-19C47F839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0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5" name="Freeform 1021">
                <a:extLst>
                  <a:ext uri="{FF2B5EF4-FFF2-40B4-BE49-F238E27FC236}">
                    <a16:creationId xmlns:a16="http://schemas.microsoft.com/office/drawing/2014/main" id="{8696CC96-8D14-4F18-AF0D-2681223F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04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6" name="Freeform 1022">
                <a:extLst>
                  <a:ext uri="{FF2B5EF4-FFF2-40B4-BE49-F238E27FC236}">
                    <a16:creationId xmlns:a16="http://schemas.microsoft.com/office/drawing/2014/main" id="{55FC96BA-D4C3-4FA6-9BE5-759C5B3D8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036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7" name="Freeform 1023">
                <a:extLst>
                  <a:ext uri="{FF2B5EF4-FFF2-40B4-BE49-F238E27FC236}">
                    <a16:creationId xmlns:a16="http://schemas.microsoft.com/office/drawing/2014/main" id="{3A0B7A9D-00EE-4A54-B7FC-129A7845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04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8" name="Freeform 1024">
                <a:extLst>
                  <a:ext uri="{FF2B5EF4-FFF2-40B4-BE49-F238E27FC236}">
                    <a16:creationId xmlns:a16="http://schemas.microsoft.com/office/drawing/2014/main" id="{52337FF5-FA68-4560-AFFF-75E505B2E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04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9" name="Freeform 1025">
                <a:extLst>
                  <a:ext uri="{FF2B5EF4-FFF2-40B4-BE49-F238E27FC236}">
                    <a16:creationId xmlns:a16="http://schemas.microsoft.com/office/drawing/2014/main" id="{D00434E0-7A24-4FE9-9734-5E48DF6A7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02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0" name="Freeform 1026">
                <a:extLst>
                  <a:ext uri="{FF2B5EF4-FFF2-40B4-BE49-F238E27FC236}">
                    <a16:creationId xmlns:a16="http://schemas.microsoft.com/office/drawing/2014/main" id="{4E7F531F-A404-4DB0-9139-666AA52A5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031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1" name="Freeform 1027">
                <a:extLst>
                  <a:ext uri="{FF2B5EF4-FFF2-40B4-BE49-F238E27FC236}">
                    <a16:creationId xmlns:a16="http://schemas.microsoft.com/office/drawing/2014/main" id="{2039CA66-AB4A-46FE-A4C9-9E97C2FE5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02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2" name="Freeform 1028">
                <a:extLst>
                  <a:ext uri="{FF2B5EF4-FFF2-40B4-BE49-F238E27FC236}">
                    <a16:creationId xmlns:a16="http://schemas.microsoft.com/office/drawing/2014/main" id="{48831754-4CC3-4A7B-959B-0B6DDA89E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02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3" name="Freeform 1029">
                <a:extLst>
                  <a:ext uri="{FF2B5EF4-FFF2-40B4-BE49-F238E27FC236}">
                    <a16:creationId xmlns:a16="http://schemas.microsoft.com/office/drawing/2014/main" id="{4F253FD5-4728-4A11-A6BC-F35F15A7D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01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4" name="Freeform 1030">
                <a:extLst>
                  <a:ext uri="{FF2B5EF4-FFF2-40B4-BE49-F238E27FC236}">
                    <a16:creationId xmlns:a16="http://schemas.microsoft.com/office/drawing/2014/main" id="{D4DAE33E-9228-4806-B882-A3362F644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01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5" name="Freeform 1031">
                <a:extLst>
                  <a:ext uri="{FF2B5EF4-FFF2-40B4-BE49-F238E27FC236}">
                    <a16:creationId xmlns:a16="http://schemas.microsoft.com/office/drawing/2014/main" id="{559C85D1-C1C5-469A-8947-0F0EAAB6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3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6" name="Freeform 1032">
                <a:extLst>
                  <a:ext uri="{FF2B5EF4-FFF2-40B4-BE49-F238E27FC236}">
                    <a16:creationId xmlns:a16="http://schemas.microsoft.com/office/drawing/2014/main" id="{3DE278AA-54E4-4CAD-AD3D-BBE65D6CB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0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7" name="Freeform 1033">
                <a:extLst>
                  <a:ext uri="{FF2B5EF4-FFF2-40B4-BE49-F238E27FC236}">
                    <a16:creationId xmlns:a16="http://schemas.microsoft.com/office/drawing/2014/main" id="{ABFF3C30-54C6-4DE7-B224-F64014DE2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044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8" name="Freeform 1034">
                <a:extLst>
                  <a:ext uri="{FF2B5EF4-FFF2-40B4-BE49-F238E27FC236}">
                    <a16:creationId xmlns:a16="http://schemas.microsoft.com/office/drawing/2014/main" id="{9024BEF6-396D-4233-B844-CBC775628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02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9" name="Freeform 1035">
                <a:extLst>
                  <a:ext uri="{FF2B5EF4-FFF2-40B4-BE49-F238E27FC236}">
                    <a16:creationId xmlns:a16="http://schemas.microsoft.com/office/drawing/2014/main" id="{8286035A-25F9-4930-A173-8B9D6D663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015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0" name="Freeform 1036">
                <a:extLst>
                  <a:ext uri="{FF2B5EF4-FFF2-40B4-BE49-F238E27FC236}">
                    <a16:creationId xmlns:a16="http://schemas.microsoft.com/office/drawing/2014/main" id="{4536005F-0611-4B1B-8BD3-C34C20227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009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1" name="Freeform 1037">
                <a:extLst>
                  <a:ext uri="{FF2B5EF4-FFF2-40B4-BE49-F238E27FC236}">
                    <a16:creationId xmlns:a16="http://schemas.microsoft.com/office/drawing/2014/main" id="{0E1CD303-8845-46B6-A8E6-F4DE39F3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999"/>
                <a:ext cx="2" cy="10"/>
              </a:xfrm>
              <a:custGeom>
                <a:avLst/>
                <a:gdLst>
                  <a:gd name="T0" fmla="*/ 8 w 1"/>
                  <a:gd name="T1" fmla="*/ 63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2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2" name="Freeform 1038">
                <a:extLst>
                  <a:ext uri="{FF2B5EF4-FFF2-40B4-BE49-F238E27FC236}">
                    <a16:creationId xmlns:a16="http://schemas.microsoft.com/office/drawing/2014/main" id="{008DE288-20C2-40F8-86D2-99C86BB6F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007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3" name="Freeform 1039">
                <a:extLst>
                  <a:ext uri="{FF2B5EF4-FFF2-40B4-BE49-F238E27FC236}">
                    <a16:creationId xmlns:a16="http://schemas.microsoft.com/office/drawing/2014/main" id="{50BBDEAA-7B28-4D01-B19D-833580A6B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02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4" name="Freeform 1040">
                <a:extLst>
                  <a:ext uri="{FF2B5EF4-FFF2-40B4-BE49-F238E27FC236}">
                    <a16:creationId xmlns:a16="http://schemas.microsoft.com/office/drawing/2014/main" id="{F0E71E37-EEE0-4629-B64E-3A07FB7F7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03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5" name="Freeform 1041">
                <a:extLst>
                  <a:ext uri="{FF2B5EF4-FFF2-40B4-BE49-F238E27FC236}">
                    <a16:creationId xmlns:a16="http://schemas.microsoft.com/office/drawing/2014/main" id="{04691957-C6BD-43AC-995A-E154FD4D6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2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6" name="Freeform 1042">
                <a:extLst>
                  <a:ext uri="{FF2B5EF4-FFF2-40B4-BE49-F238E27FC236}">
                    <a16:creationId xmlns:a16="http://schemas.microsoft.com/office/drawing/2014/main" id="{01B378AA-862E-4AA8-A731-5A1D544A3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98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7" name="Freeform 1043">
                <a:extLst>
                  <a:ext uri="{FF2B5EF4-FFF2-40B4-BE49-F238E27FC236}">
                    <a16:creationId xmlns:a16="http://schemas.microsoft.com/office/drawing/2014/main" id="{5920E103-616F-4741-BF8C-9A1579B29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99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8" name="Freeform 1044">
                <a:extLst>
                  <a:ext uri="{FF2B5EF4-FFF2-40B4-BE49-F238E27FC236}">
                    <a16:creationId xmlns:a16="http://schemas.microsoft.com/office/drawing/2014/main" id="{6BC0462E-4BEA-4C63-BF76-49DA161A4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0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9" name="Freeform 1045">
                <a:extLst>
                  <a:ext uri="{FF2B5EF4-FFF2-40B4-BE49-F238E27FC236}">
                    <a16:creationId xmlns:a16="http://schemas.microsoft.com/office/drawing/2014/main" id="{5ECC73CF-F019-4DFC-B6C1-CDE334BE1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01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0" name="Freeform 1046">
                <a:extLst>
                  <a:ext uri="{FF2B5EF4-FFF2-40B4-BE49-F238E27FC236}">
                    <a16:creationId xmlns:a16="http://schemas.microsoft.com/office/drawing/2014/main" id="{A4365CB4-FBF4-4CA4-BE64-D4E5CF35D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02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1" name="Freeform 1047">
                <a:extLst>
                  <a:ext uri="{FF2B5EF4-FFF2-40B4-BE49-F238E27FC236}">
                    <a16:creationId xmlns:a16="http://schemas.microsoft.com/office/drawing/2014/main" id="{0E2A7F70-7BD2-4B5B-9EDE-54F2600FB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03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2" name="Freeform 1048">
                <a:extLst>
                  <a:ext uri="{FF2B5EF4-FFF2-40B4-BE49-F238E27FC236}">
                    <a16:creationId xmlns:a16="http://schemas.microsoft.com/office/drawing/2014/main" id="{0DE0882F-5986-4EDD-8420-05286A4CB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05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3" name="Freeform 1049">
                <a:extLst>
                  <a:ext uri="{FF2B5EF4-FFF2-40B4-BE49-F238E27FC236}">
                    <a16:creationId xmlns:a16="http://schemas.microsoft.com/office/drawing/2014/main" id="{8B7AE520-A0DE-4C33-8030-2C19E11C4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04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4" name="Freeform 1050">
                <a:extLst>
                  <a:ext uri="{FF2B5EF4-FFF2-40B4-BE49-F238E27FC236}">
                    <a16:creationId xmlns:a16="http://schemas.microsoft.com/office/drawing/2014/main" id="{F0B81A8F-5BDD-46BB-B0C5-53009019A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06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5" name="Freeform 1051">
                <a:extLst>
                  <a:ext uri="{FF2B5EF4-FFF2-40B4-BE49-F238E27FC236}">
                    <a16:creationId xmlns:a16="http://schemas.microsoft.com/office/drawing/2014/main" id="{0E8E2EF1-A14C-4AE9-9029-586BE83E4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99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6" name="Freeform 1052">
                <a:extLst>
                  <a:ext uri="{FF2B5EF4-FFF2-40B4-BE49-F238E27FC236}">
                    <a16:creationId xmlns:a16="http://schemas.microsoft.com/office/drawing/2014/main" id="{EEA9561D-D7DE-4EBC-B914-523D44B0C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99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7" name="Freeform 1053">
                <a:extLst>
                  <a:ext uri="{FF2B5EF4-FFF2-40B4-BE49-F238E27FC236}">
                    <a16:creationId xmlns:a16="http://schemas.microsoft.com/office/drawing/2014/main" id="{1C96974F-E4D1-4CE2-B157-A0B086CD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97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8" name="Freeform 1054">
                <a:extLst>
                  <a:ext uri="{FF2B5EF4-FFF2-40B4-BE49-F238E27FC236}">
                    <a16:creationId xmlns:a16="http://schemas.microsoft.com/office/drawing/2014/main" id="{E1632F19-67F4-4A56-81F3-B97830EB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977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9" name="Freeform 1055">
                <a:extLst>
                  <a:ext uri="{FF2B5EF4-FFF2-40B4-BE49-F238E27FC236}">
                    <a16:creationId xmlns:a16="http://schemas.microsoft.com/office/drawing/2014/main" id="{A2E9237B-6853-4A40-9CB9-1AD5EBD9A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98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0" name="Freeform 1056">
                <a:extLst>
                  <a:ext uri="{FF2B5EF4-FFF2-40B4-BE49-F238E27FC236}">
                    <a16:creationId xmlns:a16="http://schemas.microsoft.com/office/drawing/2014/main" id="{E874CA42-7217-4382-A31A-EF337594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0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1" name="Freeform 1057">
                <a:extLst>
                  <a:ext uri="{FF2B5EF4-FFF2-40B4-BE49-F238E27FC236}">
                    <a16:creationId xmlns:a16="http://schemas.microsoft.com/office/drawing/2014/main" id="{02D80075-FFFA-4257-904F-C8E317219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99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2" name="Freeform 1058">
                <a:extLst>
                  <a:ext uri="{FF2B5EF4-FFF2-40B4-BE49-F238E27FC236}">
                    <a16:creationId xmlns:a16="http://schemas.microsoft.com/office/drawing/2014/main" id="{6AE63197-6E05-43DB-BBA0-08F42309B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9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3" name="Freeform 1059">
                <a:extLst>
                  <a:ext uri="{FF2B5EF4-FFF2-40B4-BE49-F238E27FC236}">
                    <a16:creationId xmlns:a16="http://schemas.microsoft.com/office/drawing/2014/main" id="{21BE5A3D-665C-4ED8-98B3-30E0A02BB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00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4" name="Freeform 1060">
                <a:extLst>
                  <a:ext uri="{FF2B5EF4-FFF2-40B4-BE49-F238E27FC236}">
                    <a16:creationId xmlns:a16="http://schemas.microsoft.com/office/drawing/2014/main" id="{CB4D12F5-21C8-407A-ABD0-DACACB4D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01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15" name="Group 1061">
              <a:extLst>
                <a:ext uri="{FF2B5EF4-FFF2-40B4-BE49-F238E27FC236}">
                  <a16:creationId xmlns:a16="http://schemas.microsoft.com/office/drawing/2014/main" id="{75A9B492-8690-408A-BF72-04FBEAC8D0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22" y="2009"/>
              <a:ext cx="269" cy="280"/>
              <a:chOff x="2522" y="2009"/>
              <a:chExt cx="269" cy="280"/>
            </a:xfrm>
          </p:grpSpPr>
          <p:sp>
            <p:nvSpPr>
              <p:cNvPr id="54575" name="Freeform 1062">
                <a:extLst>
                  <a:ext uri="{FF2B5EF4-FFF2-40B4-BE49-F238E27FC236}">
                    <a16:creationId xmlns:a16="http://schemas.microsoft.com/office/drawing/2014/main" id="{49D11336-2419-4B82-A4EF-5D96FA081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02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6" name="Freeform 1063">
                <a:extLst>
                  <a:ext uri="{FF2B5EF4-FFF2-40B4-BE49-F238E27FC236}">
                    <a16:creationId xmlns:a16="http://schemas.microsoft.com/office/drawing/2014/main" id="{0DCA8F8B-E075-48DC-8D1A-240D50E60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02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7" name="Freeform 1064">
                <a:extLst>
                  <a:ext uri="{FF2B5EF4-FFF2-40B4-BE49-F238E27FC236}">
                    <a16:creationId xmlns:a16="http://schemas.microsoft.com/office/drawing/2014/main" id="{2C3F4F87-8837-429A-89EA-5B1EE62B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036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8" name="Freeform 1065">
                <a:extLst>
                  <a:ext uri="{FF2B5EF4-FFF2-40B4-BE49-F238E27FC236}">
                    <a16:creationId xmlns:a16="http://schemas.microsoft.com/office/drawing/2014/main" id="{1501D23E-2472-4DE6-8E11-DE0CD039E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00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9" name="Freeform 1066">
                <a:extLst>
                  <a:ext uri="{FF2B5EF4-FFF2-40B4-BE49-F238E27FC236}">
                    <a16:creationId xmlns:a16="http://schemas.microsoft.com/office/drawing/2014/main" id="{1FB5CAA6-0DA8-49C6-92F0-2FAEAE4B8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08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0" name="Freeform 1067">
                <a:extLst>
                  <a:ext uri="{FF2B5EF4-FFF2-40B4-BE49-F238E27FC236}">
                    <a16:creationId xmlns:a16="http://schemas.microsoft.com/office/drawing/2014/main" id="{4F39A49A-3EA4-4A87-A663-58C6C6019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10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1" name="Freeform 1068">
                <a:extLst>
                  <a:ext uri="{FF2B5EF4-FFF2-40B4-BE49-F238E27FC236}">
                    <a16:creationId xmlns:a16="http://schemas.microsoft.com/office/drawing/2014/main" id="{0717FEF8-4FA6-408C-B6E0-01FA0E728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0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2" name="Freeform 1069">
                <a:extLst>
                  <a:ext uri="{FF2B5EF4-FFF2-40B4-BE49-F238E27FC236}">
                    <a16:creationId xmlns:a16="http://schemas.microsoft.com/office/drawing/2014/main" id="{EBCF4EAF-EFD0-4DF2-99CA-942D77C02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06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3" name="Freeform 1070">
                <a:extLst>
                  <a:ext uri="{FF2B5EF4-FFF2-40B4-BE49-F238E27FC236}">
                    <a16:creationId xmlns:a16="http://schemas.microsoft.com/office/drawing/2014/main" id="{18B08B07-A797-462B-B043-B886AAEE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4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4" name="Freeform 1071">
                <a:extLst>
                  <a:ext uri="{FF2B5EF4-FFF2-40B4-BE49-F238E27FC236}">
                    <a16:creationId xmlns:a16="http://schemas.microsoft.com/office/drawing/2014/main" id="{2D2B07B0-1C59-43AD-93AD-6ADA3F351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06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5" name="Freeform 1072">
                <a:extLst>
                  <a:ext uri="{FF2B5EF4-FFF2-40B4-BE49-F238E27FC236}">
                    <a16:creationId xmlns:a16="http://schemas.microsoft.com/office/drawing/2014/main" id="{7818ED5D-401C-4861-9325-DB862B2E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14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6" name="Freeform 1073">
                <a:extLst>
                  <a:ext uri="{FF2B5EF4-FFF2-40B4-BE49-F238E27FC236}">
                    <a16:creationId xmlns:a16="http://schemas.microsoft.com/office/drawing/2014/main" id="{B8E289EE-D2EA-4684-BD3F-623BB8566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145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7" name="Freeform 1074">
                <a:extLst>
                  <a:ext uri="{FF2B5EF4-FFF2-40B4-BE49-F238E27FC236}">
                    <a16:creationId xmlns:a16="http://schemas.microsoft.com/office/drawing/2014/main" id="{FBF34754-2566-4A81-A24C-1569B925A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14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8" name="Freeform 1075">
                <a:extLst>
                  <a:ext uri="{FF2B5EF4-FFF2-40B4-BE49-F238E27FC236}">
                    <a16:creationId xmlns:a16="http://schemas.microsoft.com/office/drawing/2014/main" id="{AE4B0223-33C9-4A03-87CA-1ACF7F5A5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161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9" name="Freeform 1076">
                <a:extLst>
                  <a:ext uri="{FF2B5EF4-FFF2-40B4-BE49-F238E27FC236}">
                    <a16:creationId xmlns:a16="http://schemas.microsoft.com/office/drawing/2014/main" id="{E8E9803C-28EF-4EC0-AA6F-76D6526BC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14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0" name="Freeform 1077">
                <a:extLst>
                  <a:ext uri="{FF2B5EF4-FFF2-40B4-BE49-F238E27FC236}">
                    <a16:creationId xmlns:a16="http://schemas.microsoft.com/office/drawing/2014/main" id="{30C15FF9-EB69-4683-BDD3-A800170E1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15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1" name="Freeform 1078">
                <a:extLst>
                  <a:ext uri="{FF2B5EF4-FFF2-40B4-BE49-F238E27FC236}">
                    <a16:creationId xmlns:a16="http://schemas.microsoft.com/office/drawing/2014/main" id="{A9D75E7A-7C0A-4698-A1E6-687CFC5F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24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2" name="Freeform 1079">
                <a:extLst>
                  <a:ext uri="{FF2B5EF4-FFF2-40B4-BE49-F238E27FC236}">
                    <a16:creationId xmlns:a16="http://schemas.microsoft.com/office/drawing/2014/main" id="{412098C1-76DA-42D3-8D1C-4F71ECAE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39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3" name="Freeform 1080">
                <a:extLst>
                  <a:ext uri="{FF2B5EF4-FFF2-40B4-BE49-F238E27FC236}">
                    <a16:creationId xmlns:a16="http://schemas.microsoft.com/office/drawing/2014/main" id="{D4656FDF-0F5D-47C2-93B0-2DB098EB2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52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4" name="Freeform 1081">
                <a:extLst>
                  <a:ext uri="{FF2B5EF4-FFF2-40B4-BE49-F238E27FC236}">
                    <a16:creationId xmlns:a16="http://schemas.microsoft.com/office/drawing/2014/main" id="{02195E25-5343-480F-B02C-98953A68F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244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5" name="Freeform 1082">
                <a:extLst>
                  <a:ext uri="{FF2B5EF4-FFF2-40B4-BE49-F238E27FC236}">
                    <a16:creationId xmlns:a16="http://schemas.microsoft.com/office/drawing/2014/main" id="{2604BF16-42A9-4197-8D30-4545BFD0E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23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6" name="Freeform 1083">
                <a:extLst>
                  <a:ext uri="{FF2B5EF4-FFF2-40B4-BE49-F238E27FC236}">
                    <a16:creationId xmlns:a16="http://schemas.microsoft.com/office/drawing/2014/main" id="{63965E50-DEDA-45C6-8A08-C7FCCF653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23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7" name="Freeform 1084">
                <a:extLst>
                  <a:ext uri="{FF2B5EF4-FFF2-40B4-BE49-F238E27FC236}">
                    <a16:creationId xmlns:a16="http://schemas.microsoft.com/office/drawing/2014/main" id="{ABED33AB-BEB4-4EB3-A052-169CD7BD5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231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8" name="Freeform 1085">
                <a:extLst>
                  <a:ext uri="{FF2B5EF4-FFF2-40B4-BE49-F238E27FC236}">
                    <a16:creationId xmlns:a16="http://schemas.microsoft.com/office/drawing/2014/main" id="{8BE781C2-B1B5-4660-80B9-95FA775CB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2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9" name="Freeform 1086">
                <a:extLst>
                  <a:ext uri="{FF2B5EF4-FFF2-40B4-BE49-F238E27FC236}">
                    <a16:creationId xmlns:a16="http://schemas.microsoft.com/office/drawing/2014/main" id="{DF78B431-3EA7-495D-B2D3-BC7F53873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22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0" name="Freeform 1087">
                <a:extLst>
                  <a:ext uri="{FF2B5EF4-FFF2-40B4-BE49-F238E27FC236}">
                    <a16:creationId xmlns:a16="http://schemas.microsoft.com/office/drawing/2014/main" id="{12F3F385-FC75-403C-8815-0B6FE4247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21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1" name="Freeform 1088">
                <a:extLst>
                  <a:ext uri="{FF2B5EF4-FFF2-40B4-BE49-F238E27FC236}">
                    <a16:creationId xmlns:a16="http://schemas.microsoft.com/office/drawing/2014/main" id="{6BA0B34E-9688-4495-B71D-D52C5BD11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2" name="Freeform 1089">
                <a:extLst>
                  <a:ext uri="{FF2B5EF4-FFF2-40B4-BE49-F238E27FC236}">
                    <a16:creationId xmlns:a16="http://schemas.microsoft.com/office/drawing/2014/main" id="{689DDD2B-701D-4359-9F69-EF95E6C92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2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3" name="Freeform 1090">
                <a:extLst>
                  <a:ext uri="{FF2B5EF4-FFF2-40B4-BE49-F238E27FC236}">
                    <a16:creationId xmlns:a16="http://schemas.microsoft.com/office/drawing/2014/main" id="{86D56060-26C6-44B8-B2E9-067775E17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24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4" name="Freeform 1091">
                <a:extLst>
                  <a:ext uri="{FF2B5EF4-FFF2-40B4-BE49-F238E27FC236}">
                    <a16:creationId xmlns:a16="http://schemas.microsoft.com/office/drawing/2014/main" id="{63552842-FC00-48E6-9DBF-B8931047D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231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5" name="Freeform 1092">
                <a:extLst>
                  <a:ext uri="{FF2B5EF4-FFF2-40B4-BE49-F238E27FC236}">
                    <a16:creationId xmlns:a16="http://schemas.microsoft.com/office/drawing/2014/main" id="{B759B8D5-7E7D-4187-A922-8FE30CC5E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220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6" name="Freeform 1093">
                <a:extLst>
                  <a:ext uri="{FF2B5EF4-FFF2-40B4-BE49-F238E27FC236}">
                    <a16:creationId xmlns:a16="http://schemas.microsoft.com/office/drawing/2014/main" id="{0105B4E0-A3CC-47C5-B7DE-8884A7A3A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21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7" name="Freeform 1094">
                <a:extLst>
                  <a:ext uri="{FF2B5EF4-FFF2-40B4-BE49-F238E27FC236}">
                    <a16:creationId xmlns:a16="http://schemas.microsoft.com/office/drawing/2014/main" id="{8142D1D0-BE7A-491E-8E5E-C1EA2BB10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201"/>
                <a:ext cx="5" cy="11"/>
              </a:xfrm>
              <a:custGeom>
                <a:avLst/>
                <a:gdLst>
                  <a:gd name="T0" fmla="*/ 33 w 2"/>
                  <a:gd name="T1" fmla="*/ 83 h 4"/>
                  <a:gd name="T2" fmla="*/ 2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8" name="Freeform 1095">
                <a:extLst>
                  <a:ext uri="{FF2B5EF4-FFF2-40B4-BE49-F238E27FC236}">
                    <a16:creationId xmlns:a16="http://schemas.microsoft.com/office/drawing/2014/main" id="{496EF3AB-A284-4855-9C1E-F5ADE995A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09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9" name="Freeform 1096">
                <a:extLst>
                  <a:ext uri="{FF2B5EF4-FFF2-40B4-BE49-F238E27FC236}">
                    <a16:creationId xmlns:a16="http://schemas.microsoft.com/office/drawing/2014/main" id="{6351B861-661A-48C7-91E0-5A70289ED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22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0" name="Freeform 1097">
                <a:extLst>
                  <a:ext uri="{FF2B5EF4-FFF2-40B4-BE49-F238E27FC236}">
                    <a16:creationId xmlns:a16="http://schemas.microsoft.com/office/drawing/2014/main" id="{EB0B9803-93EF-4313-9412-BBF940E9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23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1" name="Freeform 1098">
                <a:extLst>
                  <a:ext uri="{FF2B5EF4-FFF2-40B4-BE49-F238E27FC236}">
                    <a16:creationId xmlns:a16="http://schemas.microsoft.com/office/drawing/2014/main" id="{D3151893-3784-4D91-8FD9-D88A75A02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22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2" name="Freeform 1099">
                <a:extLst>
                  <a:ext uri="{FF2B5EF4-FFF2-40B4-BE49-F238E27FC236}">
                    <a16:creationId xmlns:a16="http://schemas.microsoft.com/office/drawing/2014/main" id="{935185E1-458C-46DF-A1DE-E32BB67D3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18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3" name="Freeform 1100">
                <a:extLst>
                  <a:ext uri="{FF2B5EF4-FFF2-40B4-BE49-F238E27FC236}">
                    <a16:creationId xmlns:a16="http://schemas.microsoft.com/office/drawing/2014/main" id="{E9570E6F-1617-490D-B1B8-FBC012888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19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4" name="Freeform 1101">
                <a:extLst>
                  <a:ext uri="{FF2B5EF4-FFF2-40B4-BE49-F238E27FC236}">
                    <a16:creationId xmlns:a16="http://schemas.microsoft.com/office/drawing/2014/main" id="{0983AA3F-79EB-4F9B-B058-E6B591FC9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20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5" name="Freeform 1102">
                <a:extLst>
                  <a:ext uri="{FF2B5EF4-FFF2-40B4-BE49-F238E27FC236}">
                    <a16:creationId xmlns:a16="http://schemas.microsoft.com/office/drawing/2014/main" id="{ADE57D40-0CE7-479E-8F8E-88163135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21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6" name="Freeform 1103">
                <a:extLst>
                  <a:ext uri="{FF2B5EF4-FFF2-40B4-BE49-F238E27FC236}">
                    <a16:creationId xmlns:a16="http://schemas.microsoft.com/office/drawing/2014/main" id="{DA8AC8B4-871C-48B1-A1C4-5D83D9EA5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22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7" name="Freeform 1104">
                <a:extLst>
                  <a:ext uri="{FF2B5EF4-FFF2-40B4-BE49-F238E27FC236}">
                    <a16:creationId xmlns:a16="http://schemas.microsoft.com/office/drawing/2014/main" id="{FF61E14B-DC08-4F82-8450-A0E6E2CBA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2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8" name="Freeform 1105">
                <a:extLst>
                  <a:ext uri="{FF2B5EF4-FFF2-40B4-BE49-F238E27FC236}">
                    <a16:creationId xmlns:a16="http://schemas.microsoft.com/office/drawing/2014/main" id="{75E55000-A5FA-40B6-8D22-7A03E6D1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26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9" name="Freeform 1106">
                <a:extLst>
                  <a:ext uri="{FF2B5EF4-FFF2-40B4-BE49-F238E27FC236}">
                    <a16:creationId xmlns:a16="http://schemas.microsoft.com/office/drawing/2014/main" id="{35A86440-7BF2-4537-B3EB-E443CDD35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60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0" name="Freeform 1107">
                <a:extLst>
                  <a:ext uri="{FF2B5EF4-FFF2-40B4-BE49-F238E27FC236}">
                    <a16:creationId xmlns:a16="http://schemas.microsoft.com/office/drawing/2014/main" id="{6062A059-715E-4015-8516-280241DB1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27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1" name="Freeform 1108">
                <a:extLst>
                  <a:ext uri="{FF2B5EF4-FFF2-40B4-BE49-F238E27FC236}">
                    <a16:creationId xmlns:a16="http://schemas.microsoft.com/office/drawing/2014/main" id="{40560817-777D-4EFF-9A3F-CE1F5DFBA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2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2" name="Freeform 1109">
                <a:extLst>
                  <a:ext uri="{FF2B5EF4-FFF2-40B4-BE49-F238E27FC236}">
                    <a16:creationId xmlns:a16="http://schemas.microsoft.com/office/drawing/2014/main" id="{3776D8D7-B7FE-43E5-BF01-EE2E51E25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25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3" name="Freeform 1110">
                <a:extLst>
                  <a:ext uri="{FF2B5EF4-FFF2-40B4-BE49-F238E27FC236}">
                    <a16:creationId xmlns:a16="http://schemas.microsoft.com/office/drawing/2014/main" id="{030475CC-6D92-4ACD-AC19-09778B84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25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4" name="Freeform 1111">
                <a:extLst>
                  <a:ext uri="{FF2B5EF4-FFF2-40B4-BE49-F238E27FC236}">
                    <a16:creationId xmlns:a16="http://schemas.microsoft.com/office/drawing/2014/main" id="{C114201D-20B6-4179-AFB3-08CE506B1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252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5" name="Freeform 1112">
                <a:extLst>
                  <a:ext uri="{FF2B5EF4-FFF2-40B4-BE49-F238E27FC236}">
                    <a16:creationId xmlns:a16="http://schemas.microsoft.com/office/drawing/2014/main" id="{1C0E3E22-3BAF-4307-95B3-7D4407670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24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6" name="Freeform 1113">
                <a:extLst>
                  <a:ext uri="{FF2B5EF4-FFF2-40B4-BE49-F238E27FC236}">
                    <a16:creationId xmlns:a16="http://schemas.microsoft.com/office/drawing/2014/main" id="{7C9E3F71-78A7-4032-9678-1B0D9272F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24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7" name="Freeform 1114">
                <a:extLst>
                  <a:ext uri="{FF2B5EF4-FFF2-40B4-BE49-F238E27FC236}">
                    <a16:creationId xmlns:a16="http://schemas.microsoft.com/office/drawing/2014/main" id="{F8D052CF-5416-4BD7-9E8B-D96EE0C8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23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8" name="Freeform 1115">
                <a:extLst>
                  <a:ext uri="{FF2B5EF4-FFF2-40B4-BE49-F238E27FC236}">
                    <a16:creationId xmlns:a16="http://schemas.microsoft.com/office/drawing/2014/main" id="{994A8E73-A2C8-4BC1-BC1D-F11C33033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26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9" name="Freeform 1116">
                <a:extLst>
                  <a:ext uri="{FF2B5EF4-FFF2-40B4-BE49-F238E27FC236}">
                    <a16:creationId xmlns:a16="http://schemas.microsoft.com/office/drawing/2014/main" id="{B4E56274-D3FA-440A-91B8-E7D6FB40F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28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0" name="Freeform 1117">
                <a:extLst>
                  <a:ext uri="{FF2B5EF4-FFF2-40B4-BE49-F238E27FC236}">
                    <a16:creationId xmlns:a16="http://schemas.microsoft.com/office/drawing/2014/main" id="{2E2EFAC9-CEB3-47C4-9E07-214B8DD90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27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1" name="Freeform 1118">
                <a:extLst>
                  <a:ext uri="{FF2B5EF4-FFF2-40B4-BE49-F238E27FC236}">
                    <a16:creationId xmlns:a16="http://schemas.microsoft.com/office/drawing/2014/main" id="{75EC3DC9-31DE-43B9-BCE0-FCE330940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5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2" name="Freeform 1119">
                <a:extLst>
                  <a:ext uri="{FF2B5EF4-FFF2-40B4-BE49-F238E27FC236}">
                    <a16:creationId xmlns:a16="http://schemas.microsoft.com/office/drawing/2014/main" id="{CA266C44-5B6E-4F90-9F6E-A7340E268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241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3" name="Freeform 1120">
                <a:extLst>
                  <a:ext uri="{FF2B5EF4-FFF2-40B4-BE49-F238E27FC236}">
                    <a16:creationId xmlns:a16="http://schemas.microsoft.com/office/drawing/2014/main" id="{A5D8F499-93EE-4AAF-AC37-DF863331A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236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4" name="Freeform 1121">
                <a:extLst>
                  <a:ext uri="{FF2B5EF4-FFF2-40B4-BE49-F238E27FC236}">
                    <a16:creationId xmlns:a16="http://schemas.microsoft.com/office/drawing/2014/main" id="{1967AEC2-F583-475C-93B9-2325633E1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225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5" name="Freeform 1122">
                <a:extLst>
                  <a:ext uri="{FF2B5EF4-FFF2-40B4-BE49-F238E27FC236}">
                    <a16:creationId xmlns:a16="http://schemas.microsoft.com/office/drawing/2014/main" id="{7A17B776-57FF-4F29-AB08-1294534A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23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6" name="Freeform 1123">
                <a:extLst>
                  <a:ext uri="{FF2B5EF4-FFF2-40B4-BE49-F238E27FC236}">
                    <a16:creationId xmlns:a16="http://schemas.microsoft.com/office/drawing/2014/main" id="{CED80BFC-3E40-4F13-A3CB-C44F8A7C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24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7" name="Freeform 1124">
                <a:extLst>
                  <a:ext uri="{FF2B5EF4-FFF2-40B4-BE49-F238E27FC236}">
                    <a16:creationId xmlns:a16="http://schemas.microsoft.com/office/drawing/2014/main" id="{F9BE914D-F21F-4118-9F55-1D27E1410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26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8" name="Freeform 1125">
                <a:extLst>
                  <a:ext uri="{FF2B5EF4-FFF2-40B4-BE49-F238E27FC236}">
                    <a16:creationId xmlns:a16="http://schemas.microsoft.com/office/drawing/2014/main" id="{72D2A94F-4763-44E6-A407-155B7DE29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25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9" name="Freeform 1126">
                <a:extLst>
                  <a:ext uri="{FF2B5EF4-FFF2-40B4-BE49-F238E27FC236}">
                    <a16:creationId xmlns:a16="http://schemas.microsoft.com/office/drawing/2014/main" id="{9417CC4D-6C8B-4784-B100-F874A64AE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20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0" name="Freeform 1127">
                <a:extLst>
                  <a:ext uri="{FF2B5EF4-FFF2-40B4-BE49-F238E27FC236}">
                    <a16:creationId xmlns:a16="http://schemas.microsoft.com/office/drawing/2014/main" id="{6AF068D8-13E0-4AC7-83F5-F4F7E5C7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1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1" name="Freeform 1128">
                <a:extLst>
                  <a:ext uri="{FF2B5EF4-FFF2-40B4-BE49-F238E27FC236}">
                    <a16:creationId xmlns:a16="http://schemas.microsoft.com/office/drawing/2014/main" id="{A278CC72-3821-4C29-968E-8A0148F23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22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2" name="Freeform 1129">
                <a:extLst>
                  <a:ext uri="{FF2B5EF4-FFF2-40B4-BE49-F238E27FC236}">
                    <a16:creationId xmlns:a16="http://schemas.microsoft.com/office/drawing/2014/main" id="{3475E6FA-0E42-492F-8DB6-B2E5BB7E1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3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3" name="Freeform 1130">
                <a:extLst>
                  <a:ext uri="{FF2B5EF4-FFF2-40B4-BE49-F238E27FC236}">
                    <a16:creationId xmlns:a16="http://schemas.microsoft.com/office/drawing/2014/main" id="{75172DE0-7704-49C4-A42B-093964A75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2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4" name="Freeform 1131">
                <a:extLst>
                  <a:ext uri="{FF2B5EF4-FFF2-40B4-BE49-F238E27FC236}">
                    <a16:creationId xmlns:a16="http://schemas.microsoft.com/office/drawing/2014/main" id="{1D04779A-540F-4C09-A363-DA73A3CC6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26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5" name="Freeform 1132">
                <a:extLst>
                  <a:ext uri="{FF2B5EF4-FFF2-40B4-BE49-F238E27FC236}">
                    <a16:creationId xmlns:a16="http://schemas.microsoft.com/office/drawing/2014/main" id="{D27EBCEA-4FD1-417D-A488-25FFF1343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20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6" name="Freeform 1133">
                <a:extLst>
                  <a:ext uri="{FF2B5EF4-FFF2-40B4-BE49-F238E27FC236}">
                    <a16:creationId xmlns:a16="http://schemas.microsoft.com/office/drawing/2014/main" id="{3D173E1E-046F-4EAE-869E-CAC18A66F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19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7" name="Freeform 1134">
                <a:extLst>
                  <a:ext uri="{FF2B5EF4-FFF2-40B4-BE49-F238E27FC236}">
                    <a16:creationId xmlns:a16="http://schemas.microsoft.com/office/drawing/2014/main" id="{D6BFD41E-492F-4AC4-9579-F192751F8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1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8" name="Freeform 1135">
                <a:extLst>
                  <a:ext uri="{FF2B5EF4-FFF2-40B4-BE49-F238E27FC236}">
                    <a16:creationId xmlns:a16="http://schemas.microsoft.com/office/drawing/2014/main" id="{A9553BA0-44AF-4541-BDBC-3195F1605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23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9" name="Freeform 1136">
                <a:extLst>
                  <a:ext uri="{FF2B5EF4-FFF2-40B4-BE49-F238E27FC236}">
                    <a16:creationId xmlns:a16="http://schemas.microsoft.com/office/drawing/2014/main" id="{5C64E03A-80D9-45C6-9BB7-414FB21E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220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0" name="Freeform 1137">
                <a:extLst>
                  <a:ext uri="{FF2B5EF4-FFF2-40B4-BE49-F238E27FC236}">
                    <a16:creationId xmlns:a16="http://schemas.microsoft.com/office/drawing/2014/main" id="{E25EF80D-1C28-49BE-ABBD-40B9FAA92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21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1" name="Freeform 1138">
                <a:extLst>
                  <a:ext uri="{FF2B5EF4-FFF2-40B4-BE49-F238E27FC236}">
                    <a16:creationId xmlns:a16="http://schemas.microsoft.com/office/drawing/2014/main" id="{40D95D03-0655-4755-B026-1759BD38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0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2" name="Freeform 1139">
                <a:extLst>
                  <a:ext uri="{FF2B5EF4-FFF2-40B4-BE49-F238E27FC236}">
                    <a16:creationId xmlns:a16="http://schemas.microsoft.com/office/drawing/2014/main" id="{FCCAAD39-8449-4492-B2C4-98A8D54EF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20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3" name="Freeform 1140">
                <a:extLst>
                  <a:ext uri="{FF2B5EF4-FFF2-40B4-BE49-F238E27FC236}">
                    <a16:creationId xmlns:a16="http://schemas.microsoft.com/office/drawing/2014/main" id="{0D0A662B-5A9E-4D45-B412-D8DD0149E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20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4" name="Freeform 1141">
                <a:extLst>
                  <a:ext uri="{FF2B5EF4-FFF2-40B4-BE49-F238E27FC236}">
                    <a16:creationId xmlns:a16="http://schemas.microsoft.com/office/drawing/2014/main" id="{11E852A5-9A18-4CE6-A9B3-CBC23FE57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20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5" name="Freeform 1142">
                <a:extLst>
                  <a:ext uri="{FF2B5EF4-FFF2-40B4-BE49-F238E27FC236}">
                    <a16:creationId xmlns:a16="http://schemas.microsoft.com/office/drawing/2014/main" id="{369E8EEF-4C12-4A36-B7FA-82B28BFFB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18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6" name="Freeform 1143">
                <a:extLst>
                  <a:ext uri="{FF2B5EF4-FFF2-40B4-BE49-F238E27FC236}">
                    <a16:creationId xmlns:a16="http://schemas.microsoft.com/office/drawing/2014/main" id="{E0CD8C88-76B3-45EC-9442-EE18CCB6C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17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7" name="Freeform 1144">
                <a:extLst>
                  <a:ext uri="{FF2B5EF4-FFF2-40B4-BE49-F238E27FC236}">
                    <a16:creationId xmlns:a16="http://schemas.microsoft.com/office/drawing/2014/main" id="{C2E66EB8-AAE3-4D5C-A0EB-3B86E4507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180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8" name="Freeform 1145">
                <a:extLst>
                  <a:ext uri="{FF2B5EF4-FFF2-40B4-BE49-F238E27FC236}">
                    <a16:creationId xmlns:a16="http://schemas.microsoft.com/office/drawing/2014/main" id="{585E3947-6188-4E65-9A08-F0AB42C1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19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9" name="Freeform 1146">
                <a:extLst>
                  <a:ext uri="{FF2B5EF4-FFF2-40B4-BE49-F238E27FC236}">
                    <a16:creationId xmlns:a16="http://schemas.microsoft.com/office/drawing/2014/main" id="{06C248B8-AF98-404C-A57A-8B778E35B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20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0" name="Freeform 1147">
                <a:extLst>
                  <a:ext uri="{FF2B5EF4-FFF2-40B4-BE49-F238E27FC236}">
                    <a16:creationId xmlns:a16="http://schemas.microsoft.com/office/drawing/2014/main" id="{E5F0D5F5-8587-491C-8142-97AF86AE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19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1" name="Freeform 1148">
                <a:extLst>
                  <a:ext uri="{FF2B5EF4-FFF2-40B4-BE49-F238E27FC236}">
                    <a16:creationId xmlns:a16="http://schemas.microsoft.com/office/drawing/2014/main" id="{366A1D22-DAA9-4635-9158-F99D809F6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20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2" name="Freeform 1149">
                <a:extLst>
                  <a:ext uri="{FF2B5EF4-FFF2-40B4-BE49-F238E27FC236}">
                    <a16:creationId xmlns:a16="http://schemas.microsoft.com/office/drawing/2014/main" id="{F926B303-A5BF-4FD2-99E4-B02C396D7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209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3" name="Freeform 1150">
                <a:extLst>
                  <a:ext uri="{FF2B5EF4-FFF2-40B4-BE49-F238E27FC236}">
                    <a16:creationId xmlns:a16="http://schemas.microsoft.com/office/drawing/2014/main" id="{311D60D9-93A0-45A8-A53E-D1FD2F92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21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4" name="Freeform 1151">
                <a:extLst>
                  <a:ext uri="{FF2B5EF4-FFF2-40B4-BE49-F238E27FC236}">
                    <a16:creationId xmlns:a16="http://schemas.microsoft.com/office/drawing/2014/main" id="{C2086D18-D7CF-487C-A0F9-A651F8610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22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5" name="Freeform 1152">
                <a:extLst>
                  <a:ext uri="{FF2B5EF4-FFF2-40B4-BE49-F238E27FC236}">
                    <a16:creationId xmlns:a16="http://schemas.microsoft.com/office/drawing/2014/main" id="{65F4E8ED-F359-421C-AA54-85D8C93DB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2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6" name="Freeform 1153">
                <a:extLst>
                  <a:ext uri="{FF2B5EF4-FFF2-40B4-BE49-F238E27FC236}">
                    <a16:creationId xmlns:a16="http://schemas.microsoft.com/office/drawing/2014/main" id="{14DDAC1C-AB25-41E8-BD64-D71FF75D8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239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7" name="Freeform 1154">
                <a:extLst>
                  <a:ext uri="{FF2B5EF4-FFF2-40B4-BE49-F238E27FC236}">
                    <a16:creationId xmlns:a16="http://schemas.microsoft.com/office/drawing/2014/main" id="{9E207A4A-7EF8-44FF-928B-DDFE57F4C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21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8" name="Freeform 1155">
                <a:extLst>
                  <a:ext uri="{FF2B5EF4-FFF2-40B4-BE49-F238E27FC236}">
                    <a16:creationId xmlns:a16="http://schemas.microsoft.com/office/drawing/2014/main" id="{5355BAF5-5B07-42D0-B147-99CA48556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25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9" name="Freeform 1156">
                <a:extLst>
                  <a:ext uri="{FF2B5EF4-FFF2-40B4-BE49-F238E27FC236}">
                    <a16:creationId xmlns:a16="http://schemas.microsoft.com/office/drawing/2014/main" id="{B87BD0E0-CF60-468C-84EA-EB66B3C52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2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0" name="Freeform 1157">
                <a:extLst>
                  <a:ext uri="{FF2B5EF4-FFF2-40B4-BE49-F238E27FC236}">
                    <a16:creationId xmlns:a16="http://schemas.microsoft.com/office/drawing/2014/main" id="{B4437904-116B-406B-B178-75E4B5C01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2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1" name="Freeform 1158">
                <a:extLst>
                  <a:ext uri="{FF2B5EF4-FFF2-40B4-BE49-F238E27FC236}">
                    <a16:creationId xmlns:a16="http://schemas.microsoft.com/office/drawing/2014/main" id="{E4114F63-333A-4F9B-A9CD-1912D79F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19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2" name="Freeform 1159">
                <a:extLst>
                  <a:ext uri="{FF2B5EF4-FFF2-40B4-BE49-F238E27FC236}">
                    <a16:creationId xmlns:a16="http://schemas.microsoft.com/office/drawing/2014/main" id="{8D624D29-222B-4BDE-B29D-92956270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19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3" name="Freeform 1160">
                <a:extLst>
                  <a:ext uri="{FF2B5EF4-FFF2-40B4-BE49-F238E27FC236}">
                    <a16:creationId xmlns:a16="http://schemas.microsoft.com/office/drawing/2014/main" id="{E3ADB54F-C400-4F22-94C1-241AC603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22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4" name="Freeform 1161">
                <a:extLst>
                  <a:ext uri="{FF2B5EF4-FFF2-40B4-BE49-F238E27FC236}">
                    <a16:creationId xmlns:a16="http://schemas.microsoft.com/office/drawing/2014/main" id="{164D2DE8-D083-4A96-9011-F2A9ABF73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2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5" name="Freeform 1162">
                <a:extLst>
                  <a:ext uri="{FF2B5EF4-FFF2-40B4-BE49-F238E27FC236}">
                    <a16:creationId xmlns:a16="http://schemas.microsoft.com/office/drawing/2014/main" id="{D2F39D74-61B7-4944-9B05-6F4645142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23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6" name="Freeform 1163">
                <a:extLst>
                  <a:ext uri="{FF2B5EF4-FFF2-40B4-BE49-F238E27FC236}">
                    <a16:creationId xmlns:a16="http://schemas.microsoft.com/office/drawing/2014/main" id="{0A383654-9D58-471C-B2C5-D9E071ED7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24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7" name="Freeform 1164">
                <a:extLst>
                  <a:ext uri="{FF2B5EF4-FFF2-40B4-BE49-F238E27FC236}">
                    <a16:creationId xmlns:a16="http://schemas.microsoft.com/office/drawing/2014/main" id="{F7D0F291-19CD-4E84-9C46-7BB528725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26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8" name="Freeform 1165">
                <a:extLst>
                  <a:ext uri="{FF2B5EF4-FFF2-40B4-BE49-F238E27FC236}">
                    <a16:creationId xmlns:a16="http://schemas.microsoft.com/office/drawing/2014/main" id="{A6B7A3C4-4E57-4069-A73B-DBF1EDF0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27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9" name="Freeform 1166">
                <a:extLst>
                  <a:ext uri="{FF2B5EF4-FFF2-40B4-BE49-F238E27FC236}">
                    <a16:creationId xmlns:a16="http://schemas.microsoft.com/office/drawing/2014/main" id="{9484ECAC-C476-4BE7-BF78-989C07F1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28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0" name="Freeform 1167">
                <a:extLst>
                  <a:ext uri="{FF2B5EF4-FFF2-40B4-BE49-F238E27FC236}">
                    <a16:creationId xmlns:a16="http://schemas.microsoft.com/office/drawing/2014/main" id="{2EE7E718-0300-43E6-8141-0EBE5250E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7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1" name="Freeform 1168">
                <a:extLst>
                  <a:ext uri="{FF2B5EF4-FFF2-40B4-BE49-F238E27FC236}">
                    <a16:creationId xmlns:a16="http://schemas.microsoft.com/office/drawing/2014/main" id="{1B6CCD20-FF98-43BA-BA8B-4D88BE0DF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28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2" name="Freeform 1169">
                <a:extLst>
                  <a:ext uri="{FF2B5EF4-FFF2-40B4-BE49-F238E27FC236}">
                    <a16:creationId xmlns:a16="http://schemas.microsoft.com/office/drawing/2014/main" id="{073493EA-8F3B-484B-8F5B-DDDB4CAE4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5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3" name="Freeform 1170">
                <a:extLst>
                  <a:ext uri="{FF2B5EF4-FFF2-40B4-BE49-F238E27FC236}">
                    <a16:creationId xmlns:a16="http://schemas.microsoft.com/office/drawing/2014/main" id="{0554494A-94A9-4628-B106-CD98EEDE9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185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4" name="Freeform 1171">
                <a:extLst>
                  <a:ext uri="{FF2B5EF4-FFF2-40B4-BE49-F238E27FC236}">
                    <a16:creationId xmlns:a16="http://schemas.microsoft.com/office/drawing/2014/main" id="{F34AF349-5840-4EE7-BAE9-165630770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80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5" name="Freeform 1172">
                <a:extLst>
                  <a:ext uri="{FF2B5EF4-FFF2-40B4-BE49-F238E27FC236}">
                    <a16:creationId xmlns:a16="http://schemas.microsoft.com/office/drawing/2014/main" id="{8AA94AA7-73FB-4AC3-8588-2FB500DC6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9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6" name="Freeform 1173">
                <a:extLst>
                  <a:ext uri="{FF2B5EF4-FFF2-40B4-BE49-F238E27FC236}">
                    <a16:creationId xmlns:a16="http://schemas.microsoft.com/office/drawing/2014/main" id="{D472F0E5-7758-46F5-A859-D4F2EE0BF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8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7" name="Freeform 1174">
                <a:extLst>
                  <a:ext uri="{FF2B5EF4-FFF2-40B4-BE49-F238E27FC236}">
                    <a16:creationId xmlns:a16="http://schemas.microsoft.com/office/drawing/2014/main" id="{6A323A50-73CE-41C0-B490-F750A9892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17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8" name="Freeform 1175">
                <a:extLst>
                  <a:ext uri="{FF2B5EF4-FFF2-40B4-BE49-F238E27FC236}">
                    <a16:creationId xmlns:a16="http://schemas.microsoft.com/office/drawing/2014/main" id="{79C3F11F-F873-4655-96F9-FA7C24F0D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75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9" name="Freeform 1176">
                <a:extLst>
                  <a:ext uri="{FF2B5EF4-FFF2-40B4-BE49-F238E27FC236}">
                    <a16:creationId xmlns:a16="http://schemas.microsoft.com/office/drawing/2014/main" id="{F661D47F-A2F7-4F5D-B4D9-53364E528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172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0" name="Freeform 1177">
                <a:extLst>
                  <a:ext uri="{FF2B5EF4-FFF2-40B4-BE49-F238E27FC236}">
                    <a16:creationId xmlns:a16="http://schemas.microsoft.com/office/drawing/2014/main" id="{9E0082F7-8810-41FB-8120-4121FE3E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6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1" name="Freeform 1178">
                <a:extLst>
                  <a:ext uri="{FF2B5EF4-FFF2-40B4-BE49-F238E27FC236}">
                    <a16:creationId xmlns:a16="http://schemas.microsoft.com/office/drawing/2014/main" id="{BA43661E-245B-49C4-BA65-80FDDC34A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6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2" name="Freeform 1179">
                <a:extLst>
                  <a:ext uri="{FF2B5EF4-FFF2-40B4-BE49-F238E27FC236}">
                    <a16:creationId xmlns:a16="http://schemas.microsoft.com/office/drawing/2014/main" id="{672B370B-D64F-48AE-949B-8B58D4418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5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3" name="Freeform 1180">
                <a:extLst>
                  <a:ext uri="{FF2B5EF4-FFF2-40B4-BE49-F238E27FC236}">
                    <a16:creationId xmlns:a16="http://schemas.microsoft.com/office/drawing/2014/main" id="{96C4AD3F-955B-4F12-8C45-F5ED9E191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18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4" name="Freeform 1181">
                <a:extLst>
                  <a:ext uri="{FF2B5EF4-FFF2-40B4-BE49-F238E27FC236}">
                    <a16:creationId xmlns:a16="http://schemas.microsoft.com/office/drawing/2014/main" id="{00EF98DB-0998-44F0-84F1-4AE7B1C8D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20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5" name="Freeform 1182">
                <a:extLst>
                  <a:ext uri="{FF2B5EF4-FFF2-40B4-BE49-F238E27FC236}">
                    <a16:creationId xmlns:a16="http://schemas.microsoft.com/office/drawing/2014/main" id="{359115E0-5862-4408-9332-D57808B13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8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6" name="Freeform 1183">
                <a:extLst>
                  <a:ext uri="{FF2B5EF4-FFF2-40B4-BE49-F238E27FC236}">
                    <a16:creationId xmlns:a16="http://schemas.microsoft.com/office/drawing/2014/main" id="{C5557719-499E-4517-B789-C0C1E6462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17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7" name="Freeform 1184">
                <a:extLst>
                  <a:ext uri="{FF2B5EF4-FFF2-40B4-BE49-F238E27FC236}">
                    <a16:creationId xmlns:a16="http://schemas.microsoft.com/office/drawing/2014/main" id="{DF6E284E-F531-48DE-8038-C0DB64B03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159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8" name="Freeform 1185">
                <a:extLst>
                  <a:ext uri="{FF2B5EF4-FFF2-40B4-BE49-F238E27FC236}">
                    <a16:creationId xmlns:a16="http://schemas.microsoft.com/office/drawing/2014/main" id="{94955A8C-9929-48EB-8760-D0849CD7E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53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9" name="Freeform 1186">
                <a:extLst>
                  <a:ext uri="{FF2B5EF4-FFF2-40B4-BE49-F238E27FC236}">
                    <a16:creationId xmlns:a16="http://schemas.microsoft.com/office/drawing/2014/main" id="{69D9F740-CFD2-4307-B334-DA794876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43"/>
                <a:ext cx="3" cy="10"/>
              </a:xfrm>
              <a:custGeom>
                <a:avLst/>
                <a:gdLst>
                  <a:gd name="T0" fmla="*/ 27 w 1"/>
                  <a:gd name="T1" fmla="*/ 6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0" name="Freeform 1187">
                <a:extLst>
                  <a:ext uri="{FF2B5EF4-FFF2-40B4-BE49-F238E27FC236}">
                    <a16:creationId xmlns:a16="http://schemas.microsoft.com/office/drawing/2014/main" id="{AEEF077A-82C1-4ED8-A060-1D5B0F0DA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5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1" name="Freeform 1188">
                <a:extLst>
                  <a:ext uri="{FF2B5EF4-FFF2-40B4-BE49-F238E27FC236}">
                    <a16:creationId xmlns:a16="http://schemas.microsoft.com/office/drawing/2014/main" id="{389FD43E-FA32-4C43-8196-F58B00AC4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16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2" name="Freeform 1189">
                <a:extLst>
                  <a:ext uri="{FF2B5EF4-FFF2-40B4-BE49-F238E27FC236}">
                    <a16:creationId xmlns:a16="http://schemas.microsoft.com/office/drawing/2014/main" id="{25C52315-121C-4AB3-9265-7AF128CD1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18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3" name="Freeform 1190">
                <a:extLst>
                  <a:ext uri="{FF2B5EF4-FFF2-40B4-BE49-F238E27FC236}">
                    <a16:creationId xmlns:a16="http://schemas.microsoft.com/office/drawing/2014/main" id="{2F44CCE8-A61C-42B5-B01D-B2FECF055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169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4" name="Freeform 1191">
                <a:extLst>
                  <a:ext uri="{FF2B5EF4-FFF2-40B4-BE49-F238E27FC236}">
                    <a16:creationId xmlns:a16="http://schemas.microsoft.com/office/drawing/2014/main" id="{7632C22A-F2C2-4731-B4CD-B1EC4A7D4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2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5" name="Freeform 1192">
                <a:extLst>
                  <a:ext uri="{FF2B5EF4-FFF2-40B4-BE49-F238E27FC236}">
                    <a16:creationId xmlns:a16="http://schemas.microsoft.com/office/drawing/2014/main" id="{B8996C3A-C388-4EDE-88A6-B088F8CD9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3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6" name="Freeform 1193">
                <a:extLst>
                  <a:ext uri="{FF2B5EF4-FFF2-40B4-BE49-F238E27FC236}">
                    <a16:creationId xmlns:a16="http://schemas.microsoft.com/office/drawing/2014/main" id="{F884D28A-A08D-477F-B422-52F6FB5CC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1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7" name="Freeform 1194">
                <a:extLst>
                  <a:ext uri="{FF2B5EF4-FFF2-40B4-BE49-F238E27FC236}">
                    <a16:creationId xmlns:a16="http://schemas.microsoft.com/office/drawing/2014/main" id="{2861205B-1C33-4B88-B310-6AB5D9318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1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8" name="Freeform 1195">
                <a:extLst>
                  <a:ext uri="{FF2B5EF4-FFF2-40B4-BE49-F238E27FC236}">
                    <a16:creationId xmlns:a16="http://schemas.microsoft.com/office/drawing/2014/main" id="{4E296E01-364B-427F-A4A6-04DB317C2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16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9" name="Freeform 1196">
                <a:extLst>
                  <a:ext uri="{FF2B5EF4-FFF2-40B4-BE49-F238E27FC236}">
                    <a16:creationId xmlns:a16="http://schemas.microsoft.com/office/drawing/2014/main" id="{564171FA-887C-4D24-8453-4652978BA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18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0" name="Freeform 1197">
                <a:extLst>
                  <a:ext uri="{FF2B5EF4-FFF2-40B4-BE49-F238E27FC236}">
                    <a16:creationId xmlns:a16="http://schemas.microsoft.com/office/drawing/2014/main" id="{109872AB-2E98-436B-9BDE-00446EB6D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20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1" name="Freeform 1198">
                <a:extLst>
                  <a:ext uri="{FF2B5EF4-FFF2-40B4-BE49-F238E27FC236}">
                    <a16:creationId xmlns:a16="http://schemas.microsoft.com/office/drawing/2014/main" id="{B17B73F3-05BE-4481-AC94-2079D99C6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201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2" name="Freeform 1199">
                <a:extLst>
                  <a:ext uri="{FF2B5EF4-FFF2-40B4-BE49-F238E27FC236}">
                    <a16:creationId xmlns:a16="http://schemas.microsoft.com/office/drawing/2014/main" id="{811BD42D-C7B3-4020-99A8-CB191B4DF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21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3" name="Freeform 1200">
                <a:extLst>
                  <a:ext uri="{FF2B5EF4-FFF2-40B4-BE49-F238E27FC236}">
                    <a16:creationId xmlns:a16="http://schemas.microsoft.com/office/drawing/2014/main" id="{56897F88-EE1E-48D0-AE3B-0978F33F1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20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4" name="Freeform 1201">
                <a:extLst>
                  <a:ext uri="{FF2B5EF4-FFF2-40B4-BE49-F238E27FC236}">
                    <a16:creationId xmlns:a16="http://schemas.microsoft.com/office/drawing/2014/main" id="{2EB33F0E-B943-4B1B-82F0-7C189D07F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193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5" name="Freeform 1202">
                <a:extLst>
                  <a:ext uri="{FF2B5EF4-FFF2-40B4-BE49-F238E27FC236}">
                    <a16:creationId xmlns:a16="http://schemas.microsoft.com/office/drawing/2014/main" id="{150C9DE8-8D8F-4422-B8EB-34B17B885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19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6" name="Freeform 1203">
                <a:extLst>
                  <a:ext uri="{FF2B5EF4-FFF2-40B4-BE49-F238E27FC236}">
                    <a16:creationId xmlns:a16="http://schemas.microsoft.com/office/drawing/2014/main" id="{C03CD61C-80DD-42E9-8E61-85D503234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19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7" name="Freeform 1204">
                <a:extLst>
                  <a:ext uri="{FF2B5EF4-FFF2-40B4-BE49-F238E27FC236}">
                    <a16:creationId xmlns:a16="http://schemas.microsoft.com/office/drawing/2014/main" id="{E1821E36-588E-492C-A141-0A0F8370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18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8" name="Freeform 1205">
                <a:extLst>
                  <a:ext uri="{FF2B5EF4-FFF2-40B4-BE49-F238E27FC236}">
                    <a16:creationId xmlns:a16="http://schemas.microsoft.com/office/drawing/2014/main" id="{13A93653-0700-413C-B151-2F7DAE65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83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9" name="Freeform 1206">
                <a:extLst>
                  <a:ext uri="{FF2B5EF4-FFF2-40B4-BE49-F238E27FC236}">
                    <a16:creationId xmlns:a16="http://schemas.microsoft.com/office/drawing/2014/main" id="{3329E356-545D-421D-813B-618540E7D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18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0" name="Freeform 1207">
                <a:extLst>
                  <a:ext uri="{FF2B5EF4-FFF2-40B4-BE49-F238E27FC236}">
                    <a16:creationId xmlns:a16="http://schemas.microsoft.com/office/drawing/2014/main" id="{24221CC4-244D-405A-BB2C-760ACD717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2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1" name="Freeform 1208">
                <a:extLst>
                  <a:ext uri="{FF2B5EF4-FFF2-40B4-BE49-F238E27FC236}">
                    <a16:creationId xmlns:a16="http://schemas.microsoft.com/office/drawing/2014/main" id="{070823BC-D55A-41B9-B6CF-EBA2030EA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2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2" name="Freeform 1209">
                <a:extLst>
                  <a:ext uri="{FF2B5EF4-FFF2-40B4-BE49-F238E27FC236}">
                    <a16:creationId xmlns:a16="http://schemas.microsoft.com/office/drawing/2014/main" id="{E0DC5732-1D11-47A8-828A-526BE2C4A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21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3" name="Freeform 1210">
                <a:extLst>
                  <a:ext uri="{FF2B5EF4-FFF2-40B4-BE49-F238E27FC236}">
                    <a16:creationId xmlns:a16="http://schemas.microsoft.com/office/drawing/2014/main" id="{CEB26640-51C8-4E67-87C2-C919F28B1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196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4" name="Freeform 1211">
                <a:extLst>
                  <a:ext uri="{FF2B5EF4-FFF2-40B4-BE49-F238E27FC236}">
                    <a16:creationId xmlns:a16="http://schemas.microsoft.com/office/drawing/2014/main" id="{7AC665F5-2089-4AF5-9E69-5C465C16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83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5" name="Freeform 1212">
                <a:extLst>
                  <a:ext uri="{FF2B5EF4-FFF2-40B4-BE49-F238E27FC236}">
                    <a16:creationId xmlns:a16="http://schemas.microsoft.com/office/drawing/2014/main" id="{E6266EA0-13A7-4408-9357-FE31C0DA0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175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6" name="Freeform 1213">
                <a:extLst>
                  <a:ext uri="{FF2B5EF4-FFF2-40B4-BE49-F238E27FC236}">
                    <a16:creationId xmlns:a16="http://schemas.microsoft.com/office/drawing/2014/main" id="{1611A8FA-73CD-4962-B290-E73044845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167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7" name="Freeform 1214">
                <a:extLst>
                  <a:ext uri="{FF2B5EF4-FFF2-40B4-BE49-F238E27FC236}">
                    <a16:creationId xmlns:a16="http://schemas.microsoft.com/office/drawing/2014/main" id="{F8243043-D47A-4100-8B4C-49A36DEE6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172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8" name="Freeform 1215">
                <a:extLst>
                  <a:ext uri="{FF2B5EF4-FFF2-40B4-BE49-F238E27FC236}">
                    <a16:creationId xmlns:a16="http://schemas.microsoft.com/office/drawing/2014/main" id="{16FCC803-546B-4A2F-908D-59804FDBA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1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9" name="Freeform 1216">
                <a:extLst>
                  <a:ext uri="{FF2B5EF4-FFF2-40B4-BE49-F238E27FC236}">
                    <a16:creationId xmlns:a16="http://schemas.microsoft.com/office/drawing/2014/main" id="{371E9DA0-9FC1-45BD-9F4B-E69E1DA49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20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0" name="Freeform 1217">
                <a:extLst>
                  <a:ext uri="{FF2B5EF4-FFF2-40B4-BE49-F238E27FC236}">
                    <a16:creationId xmlns:a16="http://schemas.microsoft.com/office/drawing/2014/main" id="{A2BBA1C2-CC4A-496E-B6AC-3423E25C4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19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1" name="Freeform 1218">
                <a:extLst>
                  <a:ext uri="{FF2B5EF4-FFF2-40B4-BE49-F238E27FC236}">
                    <a16:creationId xmlns:a16="http://schemas.microsoft.com/office/drawing/2014/main" id="{B6B2C7CA-7265-4FC0-9718-BBDF5048A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5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2" name="Freeform 1219">
                <a:extLst>
                  <a:ext uri="{FF2B5EF4-FFF2-40B4-BE49-F238E27FC236}">
                    <a16:creationId xmlns:a16="http://schemas.microsoft.com/office/drawing/2014/main" id="{148DA9C8-46F9-4D8D-9131-27B3F4D06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1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3" name="Freeform 1220">
                <a:extLst>
                  <a:ext uri="{FF2B5EF4-FFF2-40B4-BE49-F238E27FC236}">
                    <a16:creationId xmlns:a16="http://schemas.microsoft.com/office/drawing/2014/main" id="{0BE757F7-0BA9-49FA-97F9-B6392747D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16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4" name="Freeform 1221">
                <a:extLst>
                  <a:ext uri="{FF2B5EF4-FFF2-40B4-BE49-F238E27FC236}">
                    <a16:creationId xmlns:a16="http://schemas.microsoft.com/office/drawing/2014/main" id="{BDB7FA43-B428-4E27-9CDA-B57F4B2DC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18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5" name="Freeform 1222">
                <a:extLst>
                  <a:ext uri="{FF2B5EF4-FFF2-40B4-BE49-F238E27FC236}">
                    <a16:creationId xmlns:a16="http://schemas.microsoft.com/office/drawing/2014/main" id="{0D9976E3-6C61-4356-90D2-B6544B565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18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6" name="Freeform 1223">
                <a:extLst>
                  <a:ext uri="{FF2B5EF4-FFF2-40B4-BE49-F238E27FC236}">
                    <a16:creationId xmlns:a16="http://schemas.microsoft.com/office/drawing/2014/main" id="{16176C0F-5751-4320-9D94-86263B10D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0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7" name="Freeform 1224">
                <a:extLst>
                  <a:ext uri="{FF2B5EF4-FFF2-40B4-BE49-F238E27FC236}">
                    <a16:creationId xmlns:a16="http://schemas.microsoft.com/office/drawing/2014/main" id="{7F34BF6F-003D-40C4-AB9A-BC5B7E7A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14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8" name="Freeform 1225">
                <a:extLst>
                  <a:ext uri="{FF2B5EF4-FFF2-40B4-BE49-F238E27FC236}">
                    <a16:creationId xmlns:a16="http://schemas.microsoft.com/office/drawing/2014/main" id="{2E4BCAAF-6DD6-44F5-BAF5-4B94953DF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140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9" name="Freeform 1226">
                <a:extLst>
                  <a:ext uri="{FF2B5EF4-FFF2-40B4-BE49-F238E27FC236}">
                    <a16:creationId xmlns:a16="http://schemas.microsoft.com/office/drawing/2014/main" id="{C6FF3D1E-ED8F-4738-9995-1C194057D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15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0" name="Freeform 1227">
                <a:extLst>
                  <a:ext uri="{FF2B5EF4-FFF2-40B4-BE49-F238E27FC236}">
                    <a16:creationId xmlns:a16="http://schemas.microsoft.com/office/drawing/2014/main" id="{E89F0FC4-FBD1-4ABF-AD60-D00125B5B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16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1" name="Freeform 1228">
                <a:extLst>
                  <a:ext uri="{FF2B5EF4-FFF2-40B4-BE49-F238E27FC236}">
                    <a16:creationId xmlns:a16="http://schemas.microsoft.com/office/drawing/2014/main" id="{6254A9DF-4292-457B-BAEE-0D1A5AA47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16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2" name="Freeform 1229">
                <a:extLst>
                  <a:ext uri="{FF2B5EF4-FFF2-40B4-BE49-F238E27FC236}">
                    <a16:creationId xmlns:a16="http://schemas.microsoft.com/office/drawing/2014/main" id="{E9F9E50D-88E7-4FB7-90A0-0FE5FFF46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15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3" name="Freeform 1230">
                <a:extLst>
                  <a:ext uri="{FF2B5EF4-FFF2-40B4-BE49-F238E27FC236}">
                    <a16:creationId xmlns:a16="http://schemas.microsoft.com/office/drawing/2014/main" id="{3A47587D-0AF9-4126-8F93-B47B6CD66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14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4" name="Freeform 1231">
                <a:extLst>
                  <a:ext uri="{FF2B5EF4-FFF2-40B4-BE49-F238E27FC236}">
                    <a16:creationId xmlns:a16="http://schemas.microsoft.com/office/drawing/2014/main" id="{1D94228E-3B5A-4082-9D93-5E1202A2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15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5" name="Freeform 1232">
                <a:extLst>
                  <a:ext uri="{FF2B5EF4-FFF2-40B4-BE49-F238E27FC236}">
                    <a16:creationId xmlns:a16="http://schemas.microsoft.com/office/drawing/2014/main" id="{8BE08B8F-ACE2-4C66-BA8C-F98276B04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14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6" name="Freeform 1233">
                <a:extLst>
                  <a:ext uri="{FF2B5EF4-FFF2-40B4-BE49-F238E27FC236}">
                    <a16:creationId xmlns:a16="http://schemas.microsoft.com/office/drawing/2014/main" id="{E668091D-586D-435F-B1AD-18CFB078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14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7" name="Freeform 1234">
                <a:extLst>
                  <a:ext uri="{FF2B5EF4-FFF2-40B4-BE49-F238E27FC236}">
                    <a16:creationId xmlns:a16="http://schemas.microsoft.com/office/drawing/2014/main" id="{EA80EA9C-5C44-4FDB-9E66-884B5EC2F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12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8" name="Freeform 1235">
                <a:extLst>
                  <a:ext uri="{FF2B5EF4-FFF2-40B4-BE49-F238E27FC236}">
                    <a16:creationId xmlns:a16="http://schemas.microsoft.com/office/drawing/2014/main" id="{68DAD854-1BAE-4568-80C4-81D38A1A3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1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9" name="Freeform 1236">
                <a:extLst>
                  <a:ext uri="{FF2B5EF4-FFF2-40B4-BE49-F238E27FC236}">
                    <a16:creationId xmlns:a16="http://schemas.microsoft.com/office/drawing/2014/main" id="{66D23666-1F3F-4FDC-9EB5-53D38F3E1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121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0" name="Freeform 1237">
                <a:extLst>
                  <a:ext uri="{FF2B5EF4-FFF2-40B4-BE49-F238E27FC236}">
                    <a16:creationId xmlns:a16="http://schemas.microsoft.com/office/drawing/2014/main" id="{6B172208-131E-483A-87CC-1F06FEF50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132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1" name="Freeform 1238">
                <a:extLst>
                  <a:ext uri="{FF2B5EF4-FFF2-40B4-BE49-F238E27FC236}">
                    <a16:creationId xmlns:a16="http://schemas.microsoft.com/office/drawing/2014/main" id="{7C480788-F366-497A-AA32-2F1386354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4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2" name="Freeform 1239">
                <a:extLst>
                  <a:ext uri="{FF2B5EF4-FFF2-40B4-BE49-F238E27FC236}">
                    <a16:creationId xmlns:a16="http://schemas.microsoft.com/office/drawing/2014/main" id="{E5ED7644-C2FE-4CEE-BCCD-C1CF742E6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13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3" name="Freeform 1240">
                <a:extLst>
                  <a:ext uri="{FF2B5EF4-FFF2-40B4-BE49-F238E27FC236}">
                    <a16:creationId xmlns:a16="http://schemas.microsoft.com/office/drawing/2014/main" id="{07C169AC-FC82-4B3E-AB28-8CAB3456B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14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4" name="Freeform 1241">
                <a:extLst>
                  <a:ext uri="{FF2B5EF4-FFF2-40B4-BE49-F238E27FC236}">
                    <a16:creationId xmlns:a16="http://schemas.microsoft.com/office/drawing/2014/main" id="{469ABD9A-6F5F-43BE-B77D-39DE69590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15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5" name="Freeform 1242">
                <a:extLst>
                  <a:ext uri="{FF2B5EF4-FFF2-40B4-BE49-F238E27FC236}">
                    <a16:creationId xmlns:a16="http://schemas.microsoft.com/office/drawing/2014/main" id="{504D2518-0F04-4858-9D0C-E3F64647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15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6" name="Freeform 1243">
                <a:extLst>
                  <a:ext uri="{FF2B5EF4-FFF2-40B4-BE49-F238E27FC236}">
                    <a16:creationId xmlns:a16="http://schemas.microsoft.com/office/drawing/2014/main" id="{07822ACC-F082-4770-8C32-D8D8398E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1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7" name="Freeform 1244">
                <a:extLst>
                  <a:ext uri="{FF2B5EF4-FFF2-40B4-BE49-F238E27FC236}">
                    <a16:creationId xmlns:a16="http://schemas.microsoft.com/office/drawing/2014/main" id="{2C97AFA5-7752-459E-AD7E-2BFAD57BB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1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8" name="Freeform 1245">
                <a:extLst>
                  <a:ext uri="{FF2B5EF4-FFF2-40B4-BE49-F238E27FC236}">
                    <a16:creationId xmlns:a16="http://schemas.microsoft.com/office/drawing/2014/main" id="{B78C2CCF-47B5-463C-85E0-64C309E2E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180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9" name="Freeform 1246">
                <a:extLst>
                  <a:ext uri="{FF2B5EF4-FFF2-40B4-BE49-F238E27FC236}">
                    <a16:creationId xmlns:a16="http://schemas.microsoft.com/office/drawing/2014/main" id="{9574299E-C444-4800-AA4B-D418AA74F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15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0" name="Freeform 1247">
                <a:extLst>
                  <a:ext uri="{FF2B5EF4-FFF2-40B4-BE49-F238E27FC236}">
                    <a16:creationId xmlns:a16="http://schemas.microsoft.com/office/drawing/2014/main" id="{8EF6A33D-ED58-40DB-8AA1-361FB3973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15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1" name="Freeform 1248">
                <a:extLst>
                  <a:ext uri="{FF2B5EF4-FFF2-40B4-BE49-F238E27FC236}">
                    <a16:creationId xmlns:a16="http://schemas.microsoft.com/office/drawing/2014/main" id="{9F7186D1-7A58-4850-9B99-B9B9107B6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16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2" name="Freeform 1249">
                <a:extLst>
                  <a:ext uri="{FF2B5EF4-FFF2-40B4-BE49-F238E27FC236}">
                    <a16:creationId xmlns:a16="http://schemas.microsoft.com/office/drawing/2014/main" id="{5D4FFE3A-102E-47A1-89D9-6A414BB4C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17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3" name="Freeform 1250">
                <a:extLst>
                  <a:ext uri="{FF2B5EF4-FFF2-40B4-BE49-F238E27FC236}">
                    <a16:creationId xmlns:a16="http://schemas.microsoft.com/office/drawing/2014/main" id="{A1010B2B-F3F1-4736-999C-AA3BD4A74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13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4" name="Freeform 1251">
                <a:extLst>
                  <a:ext uri="{FF2B5EF4-FFF2-40B4-BE49-F238E27FC236}">
                    <a16:creationId xmlns:a16="http://schemas.microsoft.com/office/drawing/2014/main" id="{FDCE0A17-600F-46EC-8B16-DEA3D79BB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14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5" name="Freeform 1252">
                <a:extLst>
                  <a:ext uri="{FF2B5EF4-FFF2-40B4-BE49-F238E27FC236}">
                    <a16:creationId xmlns:a16="http://schemas.microsoft.com/office/drawing/2014/main" id="{1D9CEA95-1FF6-4F85-A3B7-DEDFE30DF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164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6" name="Freeform 1253">
                <a:extLst>
                  <a:ext uri="{FF2B5EF4-FFF2-40B4-BE49-F238E27FC236}">
                    <a16:creationId xmlns:a16="http://schemas.microsoft.com/office/drawing/2014/main" id="{BB262C14-604D-47C5-AF8C-1ED513ECE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16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7" name="Freeform 1254">
                <a:extLst>
                  <a:ext uri="{FF2B5EF4-FFF2-40B4-BE49-F238E27FC236}">
                    <a16:creationId xmlns:a16="http://schemas.microsoft.com/office/drawing/2014/main" id="{570B0D6F-1288-46D0-9783-5AD0DCFF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17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8" name="Freeform 1255">
                <a:extLst>
                  <a:ext uri="{FF2B5EF4-FFF2-40B4-BE49-F238E27FC236}">
                    <a16:creationId xmlns:a16="http://schemas.microsoft.com/office/drawing/2014/main" id="{D3546CFA-A764-4B92-989C-7451BED54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20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9" name="Freeform 1256">
                <a:extLst>
                  <a:ext uri="{FF2B5EF4-FFF2-40B4-BE49-F238E27FC236}">
                    <a16:creationId xmlns:a16="http://schemas.microsoft.com/office/drawing/2014/main" id="{C2EE87AE-D9B3-4DC6-AB57-280A4022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21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0" name="Freeform 1257">
                <a:extLst>
                  <a:ext uri="{FF2B5EF4-FFF2-40B4-BE49-F238E27FC236}">
                    <a16:creationId xmlns:a16="http://schemas.microsoft.com/office/drawing/2014/main" id="{A8EF2775-7BE7-4566-9817-C34E5FD35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21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1" name="Freeform 1258">
                <a:extLst>
                  <a:ext uri="{FF2B5EF4-FFF2-40B4-BE49-F238E27FC236}">
                    <a16:creationId xmlns:a16="http://schemas.microsoft.com/office/drawing/2014/main" id="{DF14CA50-1E3C-4E52-A923-3F6CC75D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22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2" name="Freeform 1259">
                <a:extLst>
                  <a:ext uri="{FF2B5EF4-FFF2-40B4-BE49-F238E27FC236}">
                    <a16:creationId xmlns:a16="http://schemas.microsoft.com/office/drawing/2014/main" id="{D6B2C58D-F70A-4570-9DFB-52405F83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19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3" name="Freeform 1260">
                <a:extLst>
                  <a:ext uri="{FF2B5EF4-FFF2-40B4-BE49-F238E27FC236}">
                    <a16:creationId xmlns:a16="http://schemas.microsoft.com/office/drawing/2014/main" id="{D271E378-CA29-4307-A49C-931387E92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12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4" name="Freeform 1261">
                <a:extLst>
                  <a:ext uri="{FF2B5EF4-FFF2-40B4-BE49-F238E27FC236}">
                    <a16:creationId xmlns:a16="http://schemas.microsoft.com/office/drawing/2014/main" id="{F6762D36-063C-47F0-A5AA-5A24C53CF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2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16" name="Group 1262">
              <a:extLst>
                <a:ext uri="{FF2B5EF4-FFF2-40B4-BE49-F238E27FC236}">
                  <a16:creationId xmlns:a16="http://schemas.microsoft.com/office/drawing/2014/main" id="{9E4AF4E3-DE76-4A67-8A36-22986311D9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7" y="1833"/>
              <a:ext cx="520" cy="544"/>
              <a:chOff x="2487" y="1833"/>
              <a:chExt cx="520" cy="544"/>
            </a:xfrm>
          </p:grpSpPr>
          <p:sp>
            <p:nvSpPr>
              <p:cNvPr id="54375" name="Freeform 1263">
                <a:extLst>
                  <a:ext uri="{FF2B5EF4-FFF2-40B4-BE49-F238E27FC236}">
                    <a16:creationId xmlns:a16="http://schemas.microsoft.com/office/drawing/2014/main" id="{A1BAFE8B-0027-4FE6-9166-82AD51A3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22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1264">
                <a:extLst>
                  <a:ext uri="{FF2B5EF4-FFF2-40B4-BE49-F238E27FC236}">
                    <a16:creationId xmlns:a16="http://schemas.microsoft.com/office/drawing/2014/main" id="{930EF1B9-A54B-4CAC-8F0C-96306F2B6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223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1265">
                <a:extLst>
                  <a:ext uri="{FF2B5EF4-FFF2-40B4-BE49-F238E27FC236}">
                    <a16:creationId xmlns:a16="http://schemas.microsoft.com/office/drawing/2014/main" id="{C7898505-CCE5-4394-9985-2F80A6498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22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1266">
                <a:extLst>
                  <a:ext uri="{FF2B5EF4-FFF2-40B4-BE49-F238E27FC236}">
                    <a16:creationId xmlns:a16="http://schemas.microsoft.com/office/drawing/2014/main" id="{E49E05C9-9917-4F50-AA9A-A7AE6DB0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239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1267">
                <a:extLst>
                  <a:ext uri="{FF2B5EF4-FFF2-40B4-BE49-F238E27FC236}">
                    <a16:creationId xmlns:a16="http://schemas.microsoft.com/office/drawing/2014/main" id="{FD2B3B24-DFBD-4F25-AA2B-7B7DC7306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22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1268">
                <a:extLst>
                  <a:ext uri="{FF2B5EF4-FFF2-40B4-BE49-F238E27FC236}">
                    <a16:creationId xmlns:a16="http://schemas.microsoft.com/office/drawing/2014/main" id="{BCD413A2-61A9-4CBF-A282-95683BC2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23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1269">
                <a:extLst>
                  <a:ext uri="{FF2B5EF4-FFF2-40B4-BE49-F238E27FC236}">
                    <a16:creationId xmlns:a16="http://schemas.microsoft.com/office/drawing/2014/main" id="{3E35317A-6D5A-4583-BFC0-210041C18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10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1270">
                <a:extLst>
                  <a:ext uri="{FF2B5EF4-FFF2-40B4-BE49-F238E27FC236}">
                    <a16:creationId xmlns:a16="http://schemas.microsoft.com/office/drawing/2014/main" id="{D442ABD2-F869-479A-88B8-9D46DA81C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20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1271">
                <a:extLst>
                  <a:ext uri="{FF2B5EF4-FFF2-40B4-BE49-F238E27FC236}">
                    <a16:creationId xmlns:a16="http://schemas.microsoft.com/office/drawing/2014/main" id="{CB7C076C-B8C1-4A04-82AD-67FCD5ADA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25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1272">
                <a:extLst>
                  <a:ext uri="{FF2B5EF4-FFF2-40B4-BE49-F238E27FC236}">
                    <a16:creationId xmlns:a16="http://schemas.microsoft.com/office/drawing/2014/main" id="{D8E8F9D4-5A5B-4AE3-B01A-3A8C6104D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33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1273">
                <a:extLst>
                  <a:ext uri="{FF2B5EF4-FFF2-40B4-BE49-F238E27FC236}">
                    <a16:creationId xmlns:a16="http://schemas.microsoft.com/office/drawing/2014/main" id="{A4D7DE2F-72E2-4232-9D89-560F833C0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32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1274">
                <a:extLst>
                  <a:ext uri="{FF2B5EF4-FFF2-40B4-BE49-F238E27FC236}">
                    <a16:creationId xmlns:a16="http://schemas.microsoft.com/office/drawing/2014/main" id="{7F815297-3A99-4051-8922-CD072ECAA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308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1275">
                <a:extLst>
                  <a:ext uri="{FF2B5EF4-FFF2-40B4-BE49-F238E27FC236}">
                    <a16:creationId xmlns:a16="http://schemas.microsoft.com/office/drawing/2014/main" id="{8A3E95F8-3DF2-4909-8FE9-588E660F2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1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1276">
                <a:extLst>
                  <a:ext uri="{FF2B5EF4-FFF2-40B4-BE49-F238E27FC236}">
                    <a16:creationId xmlns:a16="http://schemas.microsoft.com/office/drawing/2014/main" id="{DEF21099-6697-4538-8594-EDD6155C4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32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1277">
                <a:extLst>
                  <a:ext uri="{FF2B5EF4-FFF2-40B4-BE49-F238E27FC236}">
                    <a16:creationId xmlns:a16="http://schemas.microsoft.com/office/drawing/2014/main" id="{1D365E79-FFEC-417E-ACC7-6BACF303E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0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1278">
                <a:extLst>
                  <a:ext uri="{FF2B5EF4-FFF2-40B4-BE49-F238E27FC236}">
                    <a16:creationId xmlns:a16="http://schemas.microsoft.com/office/drawing/2014/main" id="{55A2F85F-1AFF-4DFF-B200-4C13BF9F0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292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1279">
                <a:extLst>
                  <a:ext uri="{FF2B5EF4-FFF2-40B4-BE49-F238E27FC236}">
                    <a16:creationId xmlns:a16="http://schemas.microsoft.com/office/drawing/2014/main" id="{DC5DCB94-3E00-4111-BADC-571799C82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28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1280">
                <a:extLst>
                  <a:ext uri="{FF2B5EF4-FFF2-40B4-BE49-F238E27FC236}">
                    <a16:creationId xmlns:a16="http://schemas.microsoft.com/office/drawing/2014/main" id="{F7CD4ECA-6333-4FE2-B60E-31AA41B14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30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1281">
                <a:extLst>
                  <a:ext uri="{FF2B5EF4-FFF2-40B4-BE49-F238E27FC236}">
                    <a16:creationId xmlns:a16="http://schemas.microsoft.com/office/drawing/2014/main" id="{F6409195-FD78-4A27-AA43-5745C3BEB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27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1282">
                <a:extLst>
                  <a:ext uri="{FF2B5EF4-FFF2-40B4-BE49-F238E27FC236}">
                    <a16:creationId xmlns:a16="http://schemas.microsoft.com/office/drawing/2014/main" id="{375EEC8F-804B-4EC3-B935-69F754683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26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1283">
                <a:extLst>
                  <a:ext uri="{FF2B5EF4-FFF2-40B4-BE49-F238E27FC236}">
                    <a16:creationId xmlns:a16="http://schemas.microsoft.com/office/drawing/2014/main" id="{0C54EA67-BED5-4583-A843-445FC9ACF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25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1284">
                <a:extLst>
                  <a:ext uri="{FF2B5EF4-FFF2-40B4-BE49-F238E27FC236}">
                    <a16:creationId xmlns:a16="http://schemas.microsoft.com/office/drawing/2014/main" id="{8B0C0CF1-0063-4A4D-A546-CE7AD1CDD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247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1285">
                <a:extLst>
                  <a:ext uri="{FF2B5EF4-FFF2-40B4-BE49-F238E27FC236}">
                    <a16:creationId xmlns:a16="http://schemas.microsoft.com/office/drawing/2014/main" id="{A2DACF2E-4A94-4EF5-8040-A81708150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236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1286">
                <a:extLst>
                  <a:ext uri="{FF2B5EF4-FFF2-40B4-BE49-F238E27FC236}">
                    <a16:creationId xmlns:a16="http://schemas.microsoft.com/office/drawing/2014/main" id="{F65F389D-1F45-4232-926B-B3D7CCDD5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23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1287">
                <a:extLst>
                  <a:ext uri="{FF2B5EF4-FFF2-40B4-BE49-F238E27FC236}">
                    <a16:creationId xmlns:a16="http://schemas.microsoft.com/office/drawing/2014/main" id="{20E893CC-5E77-451B-A7D1-779B0204F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252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1288">
                <a:extLst>
                  <a:ext uri="{FF2B5EF4-FFF2-40B4-BE49-F238E27FC236}">
                    <a16:creationId xmlns:a16="http://schemas.microsoft.com/office/drawing/2014/main" id="{F2DB5B93-E6C2-498C-BCED-DFAFB43B9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26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1289">
                <a:extLst>
                  <a:ext uri="{FF2B5EF4-FFF2-40B4-BE49-F238E27FC236}">
                    <a16:creationId xmlns:a16="http://schemas.microsoft.com/office/drawing/2014/main" id="{E15E9956-1967-4E2E-B22A-594957AF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2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1290">
                <a:extLst>
                  <a:ext uri="{FF2B5EF4-FFF2-40B4-BE49-F238E27FC236}">
                    <a16:creationId xmlns:a16="http://schemas.microsoft.com/office/drawing/2014/main" id="{803F5C5C-045E-4D4C-8FF6-9D831F1F0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2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1291">
                <a:extLst>
                  <a:ext uri="{FF2B5EF4-FFF2-40B4-BE49-F238E27FC236}">
                    <a16:creationId xmlns:a16="http://schemas.microsoft.com/office/drawing/2014/main" id="{610616E6-30EC-44E3-B0BB-994594355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29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4" name="Freeform 1292">
                <a:extLst>
                  <a:ext uri="{FF2B5EF4-FFF2-40B4-BE49-F238E27FC236}">
                    <a16:creationId xmlns:a16="http://schemas.microsoft.com/office/drawing/2014/main" id="{86CBBFEB-ED87-4F36-8115-67CFC0FD8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284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5" name="Freeform 1293">
                <a:extLst>
                  <a:ext uri="{FF2B5EF4-FFF2-40B4-BE49-F238E27FC236}">
                    <a16:creationId xmlns:a16="http://schemas.microsoft.com/office/drawing/2014/main" id="{92D649A8-9E51-4F54-827B-D05DB2568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27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6" name="Freeform 1294">
                <a:extLst>
                  <a:ext uri="{FF2B5EF4-FFF2-40B4-BE49-F238E27FC236}">
                    <a16:creationId xmlns:a16="http://schemas.microsoft.com/office/drawing/2014/main" id="{3DD931E8-3444-44A7-B539-E54A9F297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276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7" name="Freeform 1295">
                <a:extLst>
                  <a:ext uri="{FF2B5EF4-FFF2-40B4-BE49-F238E27FC236}">
                    <a16:creationId xmlns:a16="http://schemas.microsoft.com/office/drawing/2014/main" id="{1890343A-3799-4CB3-BDCB-69394C55F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29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8" name="Freeform 1296">
                <a:extLst>
                  <a:ext uri="{FF2B5EF4-FFF2-40B4-BE49-F238E27FC236}">
                    <a16:creationId xmlns:a16="http://schemas.microsoft.com/office/drawing/2014/main" id="{A2BA5F86-30DB-42CB-AA4A-DAC5A95F2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23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9" name="Freeform 1297">
                <a:extLst>
                  <a:ext uri="{FF2B5EF4-FFF2-40B4-BE49-F238E27FC236}">
                    <a16:creationId xmlns:a16="http://schemas.microsoft.com/office/drawing/2014/main" id="{F2974DDC-319E-411E-8358-7E6DAD9EA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23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0" name="Freeform 1298">
                <a:extLst>
                  <a:ext uri="{FF2B5EF4-FFF2-40B4-BE49-F238E27FC236}">
                    <a16:creationId xmlns:a16="http://schemas.microsoft.com/office/drawing/2014/main" id="{B2A60C98-CCDA-4388-B42A-CE51A5EE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24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1" name="Freeform 1299">
                <a:extLst>
                  <a:ext uri="{FF2B5EF4-FFF2-40B4-BE49-F238E27FC236}">
                    <a16:creationId xmlns:a16="http://schemas.microsoft.com/office/drawing/2014/main" id="{AD0BB80A-D1D5-48DA-836B-98B6C0AB6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2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2" name="Freeform 1300">
                <a:extLst>
                  <a:ext uri="{FF2B5EF4-FFF2-40B4-BE49-F238E27FC236}">
                    <a16:creationId xmlns:a16="http://schemas.microsoft.com/office/drawing/2014/main" id="{3350E2CF-BA2B-4B68-A067-FCE1BB07E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25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3" name="Freeform 1301">
                <a:extLst>
                  <a:ext uri="{FF2B5EF4-FFF2-40B4-BE49-F238E27FC236}">
                    <a16:creationId xmlns:a16="http://schemas.microsoft.com/office/drawing/2014/main" id="{76FF64A1-2D55-48D8-995B-82527E950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33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4" name="Freeform 1302">
                <a:extLst>
                  <a:ext uri="{FF2B5EF4-FFF2-40B4-BE49-F238E27FC236}">
                    <a16:creationId xmlns:a16="http://schemas.microsoft.com/office/drawing/2014/main" id="{BA3AA6CE-DA8D-40A8-A532-A2626BD44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255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5" name="Freeform 1303">
                <a:extLst>
                  <a:ext uri="{FF2B5EF4-FFF2-40B4-BE49-F238E27FC236}">
                    <a16:creationId xmlns:a16="http://schemas.microsoft.com/office/drawing/2014/main" id="{18686565-91B9-4178-BD4C-FAB230BDB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26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6" name="Freeform 1304">
                <a:extLst>
                  <a:ext uri="{FF2B5EF4-FFF2-40B4-BE49-F238E27FC236}">
                    <a16:creationId xmlns:a16="http://schemas.microsoft.com/office/drawing/2014/main" id="{81A1C9B5-AF95-4CF6-A620-4502C4BB6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265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7" name="Freeform 1305">
                <a:extLst>
                  <a:ext uri="{FF2B5EF4-FFF2-40B4-BE49-F238E27FC236}">
                    <a16:creationId xmlns:a16="http://schemas.microsoft.com/office/drawing/2014/main" id="{AA877838-C1C0-4595-8D9A-EB144A114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26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8" name="Freeform 1306">
                <a:extLst>
                  <a:ext uri="{FF2B5EF4-FFF2-40B4-BE49-F238E27FC236}">
                    <a16:creationId xmlns:a16="http://schemas.microsoft.com/office/drawing/2014/main" id="{9E3210F8-7C0C-49E4-B0B3-77F376F8E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281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9" name="Freeform 1307">
                <a:extLst>
                  <a:ext uri="{FF2B5EF4-FFF2-40B4-BE49-F238E27FC236}">
                    <a16:creationId xmlns:a16="http://schemas.microsoft.com/office/drawing/2014/main" id="{35AA309D-2871-4047-846E-F23DA0ED9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2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0" name="Freeform 1308">
                <a:extLst>
                  <a:ext uri="{FF2B5EF4-FFF2-40B4-BE49-F238E27FC236}">
                    <a16:creationId xmlns:a16="http://schemas.microsoft.com/office/drawing/2014/main" id="{63B1C693-699D-475A-BEE8-C94906BC4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2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1" name="Freeform 1309">
                <a:extLst>
                  <a:ext uri="{FF2B5EF4-FFF2-40B4-BE49-F238E27FC236}">
                    <a16:creationId xmlns:a16="http://schemas.microsoft.com/office/drawing/2014/main" id="{E2C54CAB-0F11-4BB3-86A6-F766B9B6C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31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2" name="Freeform 1310">
                <a:extLst>
                  <a:ext uri="{FF2B5EF4-FFF2-40B4-BE49-F238E27FC236}">
                    <a16:creationId xmlns:a16="http://schemas.microsoft.com/office/drawing/2014/main" id="{706FF3AD-DD3B-4B6B-9B92-8D40108AD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30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3" name="Freeform 1311">
                <a:extLst>
                  <a:ext uri="{FF2B5EF4-FFF2-40B4-BE49-F238E27FC236}">
                    <a16:creationId xmlns:a16="http://schemas.microsoft.com/office/drawing/2014/main" id="{BA03EE08-6509-4D89-8EFA-2A9F11399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30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4" name="Freeform 1312">
                <a:extLst>
                  <a:ext uri="{FF2B5EF4-FFF2-40B4-BE49-F238E27FC236}">
                    <a16:creationId xmlns:a16="http://schemas.microsoft.com/office/drawing/2014/main" id="{2C56A71B-AB5F-4450-B39F-8B81AEA83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289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5" name="Freeform 1313">
                <a:extLst>
                  <a:ext uri="{FF2B5EF4-FFF2-40B4-BE49-F238E27FC236}">
                    <a16:creationId xmlns:a16="http://schemas.microsoft.com/office/drawing/2014/main" id="{702582C7-6AA9-4CFA-AEA8-108A6B94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34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6" name="Freeform 1314">
                <a:extLst>
                  <a:ext uri="{FF2B5EF4-FFF2-40B4-BE49-F238E27FC236}">
                    <a16:creationId xmlns:a16="http://schemas.microsoft.com/office/drawing/2014/main" id="{8FE47761-7451-49A8-9768-FA6E71DD5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2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7" name="Freeform 1315">
                <a:extLst>
                  <a:ext uri="{FF2B5EF4-FFF2-40B4-BE49-F238E27FC236}">
                    <a16:creationId xmlns:a16="http://schemas.microsoft.com/office/drawing/2014/main" id="{DE3815F9-AA02-42AF-A4BF-4D8F1419E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295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8" name="Freeform 1316">
                <a:extLst>
                  <a:ext uri="{FF2B5EF4-FFF2-40B4-BE49-F238E27FC236}">
                    <a16:creationId xmlns:a16="http://schemas.microsoft.com/office/drawing/2014/main" id="{82B36B56-6F01-4EE3-8424-E22C6E4F1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30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9" name="Freeform 1317">
                <a:extLst>
                  <a:ext uri="{FF2B5EF4-FFF2-40B4-BE49-F238E27FC236}">
                    <a16:creationId xmlns:a16="http://schemas.microsoft.com/office/drawing/2014/main" id="{8C4B36E2-F861-4796-9E9A-6FEF37B91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31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0" name="Freeform 1318">
                <a:extLst>
                  <a:ext uri="{FF2B5EF4-FFF2-40B4-BE49-F238E27FC236}">
                    <a16:creationId xmlns:a16="http://schemas.microsoft.com/office/drawing/2014/main" id="{57E6C501-E6C4-437F-B4B6-C58090BE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32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1" name="Freeform 1319">
                <a:extLst>
                  <a:ext uri="{FF2B5EF4-FFF2-40B4-BE49-F238E27FC236}">
                    <a16:creationId xmlns:a16="http://schemas.microsoft.com/office/drawing/2014/main" id="{0CCB089C-27CC-4C9F-A776-FF1456044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289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2" name="Freeform 1320">
                <a:extLst>
                  <a:ext uri="{FF2B5EF4-FFF2-40B4-BE49-F238E27FC236}">
                    <a16:creationId xmlns:a16="http://schemas.microsoft.com/office/drawing/2014/main" id="{A3FB79C7-4903-4A09-A811-596EEE002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31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3" name="Freeform 1321">
                <a:extLst>
                  <a:ext uri="{FF2B5EF4-FFF2-40B4-BE49-F238E27FC236}">
                    <a16:creationId xmlns:a16="http://schemas.microsoft.com/office/drawing/2014/main" id="{FDB87287-2D78-441C-AB4F-AB9ACCC10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3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4" name="Freeform 1322">
                <a:extLst>
                  <a:ext uri="{FF2B5EF4-FFF2-40B4-BE49-F238E27FC236}">
                    <a16:creationId xmlns:a16="http://schemas.microsoft.com/office/drawing/2014/main" id="{B9027DC7-B973-4C15-8A3F-DBD3D4718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30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5" name="Freeform 1323">
                <a:extLst>
                  <a:ext uri="{FF2B5EF4-FFF2-40B4-BE49-F238E27FC236}">
                    <a16:creationId xmlns:a16="http://schemas.microsoft.com/office/drawing/2014/main" id="{86B52049-8FA0-4B21-86B6-4162DCB4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3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6" name="Freeform 1324">
                <a:extLst>
                  <a:ext uri="{FF2B5EF4-FFF2-40B4-BE49-F238E27FC236}">
                    <a16:creationId xmlns:a16="http://schemas.microsoft.com/office/drawing/2014/main" id="{F5FDD017-0838-491F-8637-0733F3CC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8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7" name="Freeform 1325">
                <a:extLst>
                  <a:ext uri="{FF2B5EF4-FFF2-40B4-BE49-F238E27FC236}">
                    <a16:creationId xmlns:a16="http://schemas.microsoft.com/office/drawing/2014/main" id="{C93E7BA2-82C2-4B14-853E-8D7F9A8F9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0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8" name="Freeform 1326">
                <a:extLst>
                  <a:ext uri="{FF2B5EF4-FFF2-40B4-BE49-F238E27FC236}">
                    <a16:creationId xmlns:a16="http://schemas.microsoft.com/office/drawing/2014/main" id="{CF9BDD8A-FBBC-4714-B025-5AF45BE11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28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9" name="Freeform 1327">
                <a:extLst>
                  <a:ext uri="{FF2B5EF4-FFF2-40B4-BE49-F238E27FC236}">
                    <a16:creationId xmlns:a16="http://schemas.microsoft.com/office/drawing/2014/main" id="{028EB4FB-2468-4E7F-9A07-F152CB71A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32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0" name="Freeform 1328">
                <a:extLst>
                  <a:ext uri="{FF2B5EF4-FFF2-40B4-BE49-F238E27FC236}">
                    <a16:creationId xmlns:a16="http://schemas.microsoft.com/office/drawing/2014/main" id="{61D0ED08-5860-41F8-98C8-766AF0B87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36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1" name="Freeform 1329">
                <a:extLst>
                  <a:ext uri="{FF2B5EF4-FFF2-40B4-BE49-F238E27FC236}">
                    <a16:creationId xmlns:a16="http://schemas.microsoft.com/office/drawing/2014/main" id="{8CBBAFD2-B4BB-4774-B03E-75D63C996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367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2" name="Freeform 1330">
                <a:extLst>
                  <a:ext uri="{FF2B5EF4-FFF2-40B4-BE49-F238E27FC236}">
                    <a16:creationId xmlns:a16="http://schemas.microsoft.com/office/drawing/2014/main" id="{E17BD189-9EFC-474D-B073-8787F4A17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35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3" name="Freeform 1331">
                <a:extLst>
                  <a:ext uri="{FF2B5EF4-FFF2-40B4-BE49-F238E27FC236}">
                    <a16:creationId xmlns:a16="http://schemas.microsoft.com/office/drawing/2014/main" id="{76771328-E227-4C5B-8C0C-BB7E1FF18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35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4" name="Freeform 1332">
                <a:extLst>
                  <a:ext uri="{FF2B5EF4-FFF2-40B4-BE49-F238E27FC236}">
                    <a16:creationId xmlns:a16="http://schemas.microsoft.com/office/drawing/2014/main" id="{99F0B432-393F-438F-BDAA-0E1F58105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32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5" name="Freeform 1333">
                <a:extLst>
                  <a:ext uri="{FF2B5EF4-FFF2-40B4-BE49-F238E27FC236}">
                    <a16:creationId xmlns:a16="http://schemas.microsoft.com/office/drawing/2014/main" id="{02BB132E-948D-4162-B8D1-182A4A62B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364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6" name="Freeform 1334">
                <a:extLst>
                  <a:ext uri="{FF2B5EF4-FFF2-40B4-BE49-F238E27FC236}">
                    <a16:creationId xmlns:a16="http://schemas.microsoft.com/office/drawing/2014/main" id="{3034663B-F5F1-474B-8DCC-910F0B0BA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351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7" name="Freeform 1335">
                <a:extLst>
                  <a:ext uri="{FF2B5EF4-FFF2-40B4-BE49-F238E27FC236}">
                    <a16:creationId xmlns:a16="http://schemas.microsoft.com/office/drawing/2014/main" id="{CF6DDB1C-D045-4079-9F7C-C1453E77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35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8" name="Freeform 1336">
                <a:extLst>
                  <a:ext uri="{FF2B5EF4-FFF2-40B4-BE49-F238E27FC236}">
                    <a16:creationId xmlns:a16="http://schemas.microsoft.com/office/drawing/2014/main" id="{F7DADF83-F606-4DD6-8E54-4AD02A52C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43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9" name="Freeform 1337">
                <a:extLst>
                  <a:ext uri="{FF2B5EF4-FFF2-40B4-BE49-F238E27FC236}">
                    <a16:creationId xmlns:a16="http://schemas.microsoft.com/office/drawing/2014/main" id="{FC9ABE64-7820-45FF-9E22-DDFC9107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36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0" name="Freeform 1338">
                <a:extLst>
                  <a:ext uri="{FF2B5EF4-FFF2-40B4-BE49-F238E27FC236}">
                    <a16:creationId xmlns:a16="http://schemas.microsoft.com/office/drawing/2014/main" id="{8C177FDA-E08B-4C86-8A15-1D00E3F7B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34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1" name="Freeform 1339">
                <a:extLst>
                  <a:ext uri="{FF2B5EF4-FFF2-40B4-BE49-F238E27FC236}">
                    <a16:creationId xmlns:a16="http://schemas.microsoft.com/office/drawing/2014/main" id="{79DD012E-457C-4F24-9343-D8CCA74B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32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2" name="Freeform 1340">
                <a:extLst>
                  <a:ext uri="{FF2B5EF4-FFF2-40B4-BE49-F238E27FC236}">
                    <a16:creationId xmlns:a16="http://schemas.microsoft.com/office/drawing/2014/main" id="{2445D28C-42DF-4B90-B178-60D7859D7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332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3" name="Freeform 1341">
                <a:extLst>
                  <a:ext uri="{FF2B5EF4-FFF2-40B4-BE49-F238E27FC236}">
                    <a16:creationId xmlns:a16="http://schemas.microsoft.com/office/drawing/2014/main" id="{22CF4DB8-0302-431F-8BA7-B44C4DC11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329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1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4" name="Freeform 1342">
                <a:extLst>
                  <a:ext uri="{FF2B5EF4-FFF2-40B4-BE49-F238E27FC236}">
                    <a16:creationId xmlns:a16="http://schemas.microsoft.com/office/drawing/2014/main" id="{27CE7E03-0DEA-43A9-9B0C-DCD76BB44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32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5" name="Freeform 1343">
                <a:extLst>
                  <a:ext uri="{FF2B5EF4-FFF2-40B4-BE49-F238E27FC236}">
                    <a16:creationId xmlns:a16="http://schemas.microsoft.com/office/drawing/2014/main" id="{34E57FF6-D703-40D9-9D13-EA41577E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319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6" name="Freeform 1344">
                <a:extLst>
                  <a:ext uri="{FF2B5EF4-FFF2-40B4-BE49-F238E27FC236}">
                    <a16:creationId xmlns:a16="http://schemas.microsoft.com/office/drawing/2014/main" id="{2BA41642-F555-4188-9D8B-27A742B21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31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7" name="Freeform 1345">
                <a:extLst>
                  <a:ext uri="{FF2B5EF4-FFF2-40B4-BE49-F238E27FC236}">
                    <a16:creationId xmlns:a16="http://schemas.microsoft.com/office/drawing/2014/main" id="{6B6E3CB0-CDE7-4CE7-AB0F-F5EBD64BB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348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8" name="Freeform 1346">
                <a:extLst>
                  <a:ext uri="{FF2B5EF4-FFF2-40B4-BE49-F238E27FC236}">
                    <a16:creationId xmlns:a16="http://schemas.microsoft.com/office/drawing/2014/main" id="{BD0879BB-8DDA-4668-BAEB-7A8DD8D04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35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9" name="Freeform 1347">
                <a:extLst>
                  <a:ext uri="{FF2B5EF4-FFF2-40B4-BE49-F238E27FC236}">
                    <a16:creationId xmlns:a16="http://schemas.microsoft.com/office/drawing/2014/main" id="{9A0ECCC4-74A1-4445-94F5-EC4C3E6A4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32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0" name="Freeform 1348">
                <a:extLst>
                  <a:ext uri="{FF2B5EF4-FFF2-40B4-BE49-F238E27FC236}">
                    <a16:creationId xmlns:a16="http://schemas.microsoft.com/office/drawing/2014/main" id="{6DD084A2-FF82-44FE-9964-5BE9EEA97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19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1" name="Freeform 1349">
                <a:extLst>
                  <a:ext uri="{FF2B5EF4-FFF2-40B4-BE49-F238E27FC236}">
                    <a16:creationId xmlns:a16="http://schemas.microsoft.com/office/drawing/2014/main" id="{5F6516E5-5057-4F82-ADE7-145F85520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31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2" name="Freeform 1350">
                <a:extLst>
                  <a:ext uri="{FF2B5EF4-FFF2-40B4-BE49-F238E27FC236}">
                    <a16:creationId xmlns:a16="http://schemas.microsoft.com/office/drawing/2014/main" id="{E738695B-7A70-4FFB-B141-29DA7AA7A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300"/>
                <a:ext cx="3" cy="11"/>
              </a:xfrm>
              <a:custGeom>
                <a:avLst/>
                <a:gdLst>
                  <a:gd name="T0" fmla="*/ 27 w 1"/>
                  <a:gd name="T1" fmla="*/ 8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3" name="Freeform 1351">
                <a:extLst>
                  <a:ext uri="{FF2B5EF4-FFF2-40B4-BE49-F238E27FC236}">
                    <a16:creationId xmlns:a16="http://schemas.microsoft.com/office/drawing/2014/main" id="{9CF894B2-A8F2-4AE7-A4B0-AF4CCD645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279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4" name="Freeform 1352">
                <a:extLst>
                  <a:ext uri="{FF2B5EF4-FFF2-40B4-BE49-F238E27FC236}">
                    <a16:creationId xmlns:a16="http://schemas.microsoft.com/office/drawing/2014/main" id="{8B9C2908-44EB-4BA4-B7F4-0488E7C06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2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5" name="Freeform 1353">
                <a:extLst>
                  <a:ext uri="{FF2B5EF4-FFF2-40B4-BE49-F238E27FC236}">
                    <a16:creationId xmlns:a16="http://schemas.microsoft.com/office/drawing/2014/main" id="{BE2A21D7-104F-4CD2-9550-5AD1478E1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3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6" name="Freeform 1354">
                <a:extLst>
                  <a:ext uri="{FF2B5EF4-FFF2-40B4-BE49-F238E27FC236}">
                    <a16:creationId xmlns:a16="http://schemas.microsoft.com/office/drawing/2014/main" id="{C2D28DA8-522E-4339-84F7-ECD3D4CA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32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7" name="Freeform 1355">
                <a:extLst>
                  <a:ext uri="{FF2B5EF4-FFF2-40B4-BE49-F238E27FC236}">
                    <a16:creationId xmlns:a16="http://schemas.microsoft.com/office/drawing/2014/main" id="{C627BC1A-A0CD-4A1B-9644-DE9E9B50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8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8" name="Freeform 1356">
                <a:extLst>
                  <a:ext uri="{FF2B5EF4-FFF2-40B4-BE49-F238E27FC236}">
                    <a16:creationId xmlns:a16="http://schemas.microsoft.com/office/drawing/2014/main" id="{1329123D-E9C9-41F5-B32D-2FAD2A91F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2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9" name="Freeform 1357">
                <a:extLst>
                  <a:ext uri="{FF2B5EF4-FFF2-40B4-BE49-F238E27FC236}">
                    <a16:creationId xmlns:a16="http://schemas.microsoft.com/office/drawing/2014/main" id="{C0591601-9669-4F94-B838-9CAB4644B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36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0" name="Freeform 1358">
                <a:extLst>
                  <a:ext uri="{FF2B5EF4-FFF2-40B4-BE49-F238E27FC236}">
                    <a16:creationId xmlns:a16="http://schemas.microsoft.com/office/drawing/2014/main" id="{7BE8A333-18D3-4319-A0C6-CF6086E10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37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1" name="Freeform 1359">
                <a:extLst>
                  <a:ext uri="{FF2B5EF4-FFF2-40B4-BE49-F238E27FC236}">
                    <a16:creationId xmlns:a16="http://schemas.microsoft.com/office/drawing/2014/main" id="{603691A4-D469-484B-A8A3-A4DCB500D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32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2" name="Freeform 1360">
                <a:extLst>
                  <a:ext uri="{FF2B5EF4-FFF2-40B4-BE49-F238E27FC236}">
                    <a16:creationId xmlns:a16="http://schemas.microsoft.com/office/drawing/2014/main" id="{8B8FEBFF-B398-4840-8F99-8B76D1887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34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3" name="Freeform 1361">
                <a:extLst>
                  <a:ext uri="{FF2B5EF4-FFF2-40B4-BE49-F238E27FC236}">
                    <a16:creationId xmlns:a16="http://schemas.microsoft.com/office/drawing/2014/main" id="{B8ADA576-6A84-415C-A328-C3F9BA09A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35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4" name="Freeform 1362">
                <a:extLst>
                  <a:ext uri="{FF2B5EF4-FFF2-40B4-BE49-F238E27FC236}">
                    <a16:creationId xmlns:a16="http://schemas.microsoft.com/office/drawing/2014/main" id="{B14DB18E-A8DC-4F5E-B7D0-641C4C7A9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36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5" name="Freeform 1363">
                <a:extLst>
                  <a:ext uri="{FF2B5EF4-FFF2-40B4-BE49-F238E27FC236}">
                    <a16:creationId xmlns:a16="http://schemas.microsoft.com/office/drawing/2014/main" id="{EF50CFC1-0E73-4E11-8EA3-7A16B97A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35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6" name="Freeform 1364">
                <a:extLst>
                  <a:ext uri="{FF2B5EF4-FFF2-40B4-BE49-F238E27FC236}">
                    <a16:creationId xmlns:a16="http://schemas.microsoft.com/office/drawing/2014/main" id="{68E18F3A-C98B-4CC9-A444-E38D76D7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26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7" name="Freeform 1365">
                <a:extLst>
                  <a:ext uri="{FF2B5EF4-FFF2-40B4-BE49-F238E27FC236}">
                    <a16:creationId xmlns:a16="http://schemas.microsoft.com/office/drawing/2014/main" id="{F1396695-3F15-4A3F-B267-FCD67E4F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29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8" name="Freeform 1366">
                <a:extLst>
                  <a:ext uri="{FF2B5EF4-FFF2-40B4-BE49-F238E27FC236}">
                    <a16:creationId xmlns:a16="http://schemas.microsoft.com/office/drawing/2014/main" id="{C520D24F-0DEA-437E-8ADD-64E3FF35E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30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9" name="Freeform 1367">
                <a:extLst>
                  <a:ext uri="{FF2B5EF4-FFF2-40B4-BE49-F238E27FC236}">
                    <a16:creationId xmlns:a16="http://schemas.microsoft.com/office/drawing/2014/main" id="{234C3331-0897-4505-892B-5B3CF7FC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31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0" name="Freeform 1368">
                <a:extLst>
                  <a:ext uri="{FF2B5EF4-FFF2-40B4-BE49-F238E27FC236}">
                    <a16:creationId xmlns:a16="http://schemas.microsoft.com/office/drawing/2014/main" id="{5E0C25A8-820D-4C39-B4E2-D61410C24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324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1" name="Freeform 1369">
                <a:extLst>
                  <a:ext uri="{FF2B5EF4-FFF2-40B4-BE49-F238E27FC236}">
                    <a16:creationId xmlns:a16="http://schemas.microsoft.com/office/drawing/2014/main" id="{B0EA1FBB-042E-43EB-86DE-5E805CA47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340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2" name="Freeform 1370">
                <a:extLst>
                  <a:ext uri="{FF2B5EF4-FFF2-40B4-BE49-F238E27FC236}">
                    <a16:creationId xmlns:a16="http://schemas.microsoft.com/office/drawing/2014/main" id="{D05CE92D-7ED4-4528-B687-78AB8135D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35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3" name="Freeform 1371">
                <a:extLst>
                  <a:ext uri="{FF2B5EF4-FFF2-40B4-BE49-F238E27FC236}">
                    <a16:creationId xmlns:a16="http://schemas.microsoft.com/office/drawing/2014/main" id="{46E60109-AE76-462C-A78D-2854FB7EF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35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4" name="Freeform 1372">
                <a:extLst>
                  <a:ext uri="{FF2B5EF4-FFF2-40B4-BE49-F238E27FC236}">
                    <a16:creationId xmlns:a16="http://schemas.microsoft.com/office/drawing/2014/main" id="{88680187-D67C-4E75-AC08-B132D4E53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36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5" name="Freeform 1373">
                <a:extLst>
                  <a:ext uri="{FF2B5EF4-FFF2-40B4-BE49-F238E27FC236}">
                    <a16:creationId xmlns:a16="http://schemas.microsoft.com/office/drawing/2014/main" id="{68E55EF0-A230-412A-A70B-5D6E21B82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292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6" name="Freeform 1374">
                <a:extLst>
                  <a:ext uri="{FF2B5EF4-FFF2-40B4-BE49-F238E27FC236}">
                    <a16:creationId xmlns:a16="http://schemas.microsoft.com/office/drawing/2014/main" id="{2E216C79-18AD-4C14-93D6-52EEF8E34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3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7" name="Freeform 1375">
                <a:extLst>
                  <a:ext uri="{FF2B5EF4-FFF2-40B4-BE49-F238E27FC236}">
                    <a16:creationId xmlns:a16="http://schemas.microsoft.com/office/drawing/2014/main" id="{56FF9C7D-2373-4D4A-A743-86FBAC641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28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8" name="Freeform 1376">
                <a:extLst>
                  <a:ext uri="{FF2B5EF4-FFF2-40B4-BE49-F238E27FC236}">
                    <a16:creationId xmlns:a16="http://schemas.microsoft.com/office/drawing/2014/main" id="{0C8732E7-FB0B-48F4-B479-D6DF7A23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29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9" name="Freeform 1377">
                <a:extLst>
                  <a:ext uri="{FF2B5EF4-FFF2-40B4-BE49-F238E27FC236}">
                    <a16:creationId xmlns:a16="http://schemas.microsoft.com/office/drawing/2014/main" id="{D1A32561-3848-4263-8909-9EEA7F613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30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0" name="Freeform 1378">
                <a:extLst>
                  <a:ext uri="{FF2B5EF4-FFF2-40B4-BE49-F238E27FC236}">
                    <a16:creationId xmlns:a16="http://schemas.microsoft.com/office/drawing/2014/main" id="{D4AB4F4B-10D5-45CC-97A3-4B12A14BC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28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1" name="Freeform 1379">
                <a:extLst>
                  <a:ext uri="{FF2B5EF4-FFF2-40B4-BE49-F238E27FC236}">
                    <a16:creationId xmlns:a16="http://schemas.microsoft.com/office/drawing/2014/main" id="{6A4E752F-7222-4B7C-8474-8A7B3C32A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9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2" name="Freeform 1380">
                <a:extLst>
                  <a:ext uri="{FF2B5EF4-FFF2-40B4-BE49-F238E27FC236}">
                    <a16:creationId xmlns:a16="http://schemas.microsoft.com/office/drawing/2014/main" id="{5BF349D1-5B1D-4D4D-9E2A-133923173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30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3" name="Freeform 1381">
                <a:extLst>
                  <a:ext uri="{FF2B5EF4-FFF2-40B4-BE49-F238E27FC236}">
                    <a16:creationId xmlns:a16="http://schemas.microsoft.com/office/drawing/2014/main" id="{F3AE9EDC-3060-4F6C-9E5F-E84796EB4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30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4" name="Freeform 1382">
                <a:extLst>
                  <a:ext uri="{FF2B5EF4-FFF2-40B4-BE49-F238E27FC236}">
                    <a16:creationId xmlns:a16="http://schemas.microsoft.com/office/drawing/2014/main" id="{CA4258FB-81AE-4050-BB09-D70F5E25D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316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5" name="Freeform 1383">
                <a:extLst>
                  <a:ext uri="{FF2B5EF4-FFF2-40B4-BE49-F238E27FC236}">
                    <a16:creationId xmlns:a16="http://schemas.microsoft.com/office/drawing/2014/main" id="{21C13762-005A-4591-8A08-939E319C9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30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6" name="Freeform 1384">
                <a:extLst>
                  <a:ext uri="{FF2B5EF4-FFF2-40B4-BE49-F238E27FC236}">
                    <a16:creationId xmlns:a16="http://schemas.microsoft.com/office/drawing/2014/main" id="{ED05B083-581E-4378-ABEE-79BA9B7E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31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7" name="Freeform 1385">
                <a:extLst>
                  <a:ext uri="{FF2B5EF4-FFF2-40B4-BE49-F238E27FC236}">
                    <a16:creationId xmlns:a16="http://schemas.microsoft.com/office/drawing/2014/main" id="{656D8FC5-2D89-4909-A983-83E25D95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28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8" name="Freeform 1386">
                <a:extLst>
                  <a:ext uri="{FF2B5EF4-FFF2-40B4-BE49-F238E27FC236}">
                    <a16:creationId xmlns:a16="http://schemas.microsoft.com/office/drawing/2014/main" id="{E238DE9A-A429-44A6-B7B5-6F230E1A5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6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9" name="Freeform 1387">
                <a:extLst>
                  <a:ext uri="{FF2B5EF4-FFF2-40B4-BE49-F238E27FC236}">
                    <a16:creationId xmlns:a16="http://schemas.microsoft.com/office/drawing/2014/main" id="{8C3C9677-B601-4D57-ACBA-4BFD30C9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2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0" name="Freeform 1388">
                <a:extLst>
                  <a:ext uri="{FF2B5EF4-FFF2-40B4-BE49-F238E27FC236}">
                    <a16:creationId xmlns:a16="http://schemas.microsoft.com/office/drawing/2014/main" id="{564E528A-7DC2-4AE3-926B-666AF048F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27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1" name="Freeform 1389">
                <a:extLst>
                  <a:ext uri="{FF2B5EF4-FFF2-40B4-BE49-F238E27FC236}">
                    <a16:creationId xmlns:a16="http://schemas.microsoft.com/office/drawing/2014/main" id="{77387D05-46F5-4556-93A5-06CC4A147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2" name="Freeform 1390">
                <a:extLst>
                  <a:ext uri="{FF2B5EF4-FFF2-40B4-BE49-F238E27FC236}">
                    <a16:creationId xmlns:a16="http://schemas.microsoft.com/office/drawing/2014/main" id="{F2867E72-6847-42F9-AD01-F4FFEE820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2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3" name="Freeform 1391">
                <a:extLst>
                  <a:ext uri="{FF2B5EF4-FFF2-40B4-BE49-F238E27FC236}">
                    <a16:creationId xmlns:a16="http://schemas.microsoft.com/office/drawing/2014/main" id="{A153266A-C169-4A73-BB9D-C93E51B84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34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4" name="Freeform 1392">
                <a:extLst>
                  <a:ext uri="{FF2B5EF4-FFF2-40B4-BE49-F238E27FC236}">
                    <a16:creationId xmlns:a16="http://schemas.microsoft.com/office/drawing/2014/main" id="{C7C1219A-73B3-467B-83CF-A87D9573F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3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5" name="Freeform 1393">
                <a:extLst>
                  <a:ext uri="{FF2B5EF4-FFF2-40B4-BE49-F238E27FC236}">
                    <a16:creationId xmlns:a16="http://schemas.microsoft.com/office/drawing/2014/main" id="{B27A0CD7-D847-4222-8895-8533557D2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5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6" name="Freeform 1394">
                <a:extLst>
                  <a:ext uri="{FF2B5EF4-FFF2-40B4-BE49-F238E27FC236}">
                    <a16:creationId xmlns:a16="http://schemas.microsoft.com/office/drawing/2014/main" id="{D0EE124F-54C8-4031-817C-D3F46BA3A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32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7" name="Freeform 1395">
                <a:extLst>
                  <a:ext uri="{FF2B5EF4-FFF2-40B4-BE49-F238E27FC236}">
                    <a16:creationId xmlns:a16="http://schemas.microsoft.com/office/drawing/2014/main" id="{C74648D3-2CBC-42FF-8E29-239FFE147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33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8" name="Freeform 1396">
                <a:extLst>
                  <a:ext uri="{FF2B5EF4-FFF2-40B4-BE49-F238E27FC236}">
                    <a16:creationId xmlns:a16="http://schemas.microsoft.com/office/drawing/2014/main" id="{0B62562D-74D2-412A-ADFC-18BE0AA0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332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9" name="Freeform 1397">
                <a:extLst>
                  <a:ext uri="{FF2B5EF4-FFF2-40B4-BE49-F238E27FC236}">
                    <a16:creationId xmlns:a16="http://schemas.microsoft.com/office/drawing/2014/main" id="{6C2AB11D-422E-44CE-9B4B-32B9828C5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32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0" name="Freeform 1398">
                <a:extLst>
                  <a:ext uri="{FF2B5EF4-FFF2-40B4-BE49-F238E27FC236}">
                    <a16:creationId xmlns:a16="http://schemas.microsoft.com/office/drawing/2014/main" id="{42C564EF-A14C-4B4D-8B19-54BCFBB91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313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1" name="Freeform 1399">
                <a:extLst>
                  <a:ext uri="{FF2B5EF4-FFF2-40B4-BE49-F238E27FC236}">
                    <a16:creationId xmlns:a16="http://schemas.microsoft.com/office/drawing/2014/main" id="{EE895462-92C3-45E1-9024-8808B89F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31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2" name="Freeform 1400">
                <a:extLst>
                  <a:ext uri="{FF2B5EF4-FFF2-40B4-BE49-F238E27FC236}">
                    <a16:creationId xmlns:a16="http://schemas.microsoft.com/office/drawing/2014/main" id="{D977E64C-83CF-444B-ADEB-17E71E14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327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3" name="Freeform 1401">
                <a:extLst>
                  <a:ext uri="{FF2B5EF4-FFF2-40B4-BE49-F238E27FC236}">
                    <a16:creationId xmlns:a16="http://schemas.microsoft.com/office/drawing/2014/main" id="{24C0A921-11C2-4CB7-9EB2-56F09FDBC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335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4" name="Freeform 1402">
                <a:extLst>
                  <a:ext uri="{FF2B5EF4-FFF2-40B4-BE49-F238E27FC236}">
                    <a16:creationId xmlns:a16="http://schemas.microsoft.com/office/drawing/2014/main" id="{94B0D3CE-82FE-4F50-971F-D1FF350E4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34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5" name="Freeform 1403">
                <a:extLst>
                  <a:ext uri="{FF2B5EF4-FFF2-40B4-BE49-F238E27FC236}">
                    <a16:creationId xmlns:a16="http://schemas.microsoft.com/office/drawing/2014/main" id="{6DE664A8-EDB8-4EE9-9016-30F7B46D3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2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6" name="Freeform 1404">
                <a:extLst>
                  <a:ext uri="{FF2B5EF4-FFF2-40B4-BE49-F238E27FC236}">
                    <a16:creationId xmlns:a16="http://schemas.microsoft.com/office/drawing/2014/main" id="{C20AF4A4-AC10-4617-8691-8E4DB1F22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3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7" name="Freeform 1405">
                <a:extLst>
                  <a:ext uri="{FF2B5EF4-FFF2-40B4-BE49-F238E27FC236}">
                    <a16:creationId xmlns:a16="http://schemas.microsoft.com/office/drawing/2014/main" id="{8562B549-F0D0-493E-9746-FDBA9FFA9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6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8" name="Freeform 1406">
                <a:extLst>
                  <a:ext uri="{FF2B5EF4-FFF2-40B4-BE49-F238E27FC236}">
                    <a16:creationId xmlns:a16="http://schemas.microsoft.com/office/drawing/2014/main" id="{D7A36383-DB10-42DC-968B-9E4BAC16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6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9" name="Freeform 1407">
                <a:extLst>
                  <a:ext uri="{FF2B5EF4-FFF2-40B4-BE49-F238E27FC236}">
                    <a16:creationId xmlns:a16="http://schemas.microsoft.com/office/drawing/2014/main" id="{C342642B-BEE2-4EEE-A139-CF5333688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5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0" name="Freeform 1408">
                <a:extLst>
                  <a:ext uri="{FF2B5EF4-FFF2-40B4-BE49-F238E27FC236}">
                    <a16:creationId xmlns:a16="http://schemas.microsoft.com/office/drawing/2014/main" id="{D0EE00C2-1CD1-48AE-8333-040F6637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35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1" name="Freeform 1409">
                <a:extLst>
                  <a:ext uri="{FF2B5EF4-FFF2-40B4-BE49-F238E27FC236}">
                    <a16:creationId xmlns:a16="http://schemas.microsoft.com/office/drawing/2014/main" id="{C65B3B2B-C229-4688-8EA9-57EF47938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34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2" name="Freeform 1410">
                <a:extLst>
                  <a:ext uri="{FF2B5EF4-FFF2-40B4-BE49-F238E27FC236}">
                    <a16:creationId xmlns:a16="http://schemas.microsoft.com/office/drawing/2014/main" id="{9F95083C-FDAA-4B50-9C3E-BE4B86C4C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5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3" name="Freeform 1411">
                <a:extLst>
                  <a:ext uri="{FF2B5EF4-FFF2-40B4-BE49-F238E27FC236}">
                    <a16:creationId xmlns:a16="http://schemas.microsoft.com/office/drawing/2014/main" id="{E009D5A0-77EA-4C8F-8E71-9295B9459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359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4" name="Freeform 1412">
                <a:extLst>
                  <a:ext uri="{FF2B5EF4-FFF2-40B4-BE49-F238E27FC236}">
                    <a16:creationId xmlns:a16="http://schemas.microsoft.com/office/drawing/2014/main" id="{4D32C8E1-B49C-4501-8C84-2BCC37231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991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5" name="Freeform 1413">
                <a:extLst>
                  <a:ext uri="{FF2B5EF4-FFF2-40B4-BE49-F238E27FC236}">
                    <a16:creationId xmlns:a16="http://schemas.microsoft.com/office/drawing/2014/main" id="{09E66584-8DF5-4DAA-8CEC-F42510894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01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6" name="Freeform 1414">
                <a:extLst>
                  <a:ext uri="{FF2B5EF4-FFF2-40B4-BE49-F238E27FC236}">
                    <a16:creationId xmlns:a16="http://schemas.microsoft.com/office/drawing/2014/main" id="{6936C1E8-7ACD-42A3-BA7D-229294E56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2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7" name="Freeform 1415">
                <a:extLst>
                  <a:ext uri="{FF2B5EF4-FFF2-40B4-BE49-F238E27FC236}">
                    <a16:creationId xmlns:a16="http://schemas.microsoft.com/office/drawing/2014/main" id="{2622157A-3593-49DC-A9EC-58A254791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028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8" name="Freeform 1416">
                <a:extLst>
                  <a:ext uri="{FF2B5EF4-FFF2-40B4-BE49-F238E27FC236}">
                    <a16:creationId xmlns:a16="http://schemas.microsoft.com/office/drawing/2014/main" id="{B15FAC56-8CEE-4CB6-A3CB-E94278AD7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03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9" name="Freeform 1417">
                <a:extLst>
                  <a:ext uri="{FF2B5EF4-FFF2-40B4-BE49-F238E27FC236}">
                    <a16:creationId xmlns:a16="http://schemas.microsoft.com/office/drawing/2014/main" id="{B178478F-8E8E-422C-BF5A-5D4E7AA78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04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0" name="Freeform 1418">
                <a:extLst>
                  <a:ext uri="{FF2B5EF4-FFF2-40B4-BE49-F238E27FC236}">
                    <a16:creationId xmlns:a16="http://schemas.microsoft.com/office/drawing/2014/main" id="{032B6341-8F08-406E-B866-3A93628D5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076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1" name="Freeform 1419">
                <a:extLst>
                  <a:ext uri="{FF2B5EF4-FFF2-40B4-BE49-F238E27FC236}">
                    <a16:creationId xmlns:a16="http://schemas.microsoft.com/office/drawing/2014/main" id="{502A5D12-C2F6-489C-952C-C665BD7AC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8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2" name="Freeform 1420">
                <a:extLst>
                  <a:ext uri="{FF2B5EF4-FFF2-40B4-BE49-F238E27FC236}">
                    <a16:creationId xmlns:a16="http://schemas.microsoft.com/office/drawing/2014/main" id="{4F2CB8B3-0F04-4537-BD09-2EDB8C10B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3" name="Freeform 1421">
                <a:extLst>
                  <a:ext uri="{FF2B5EF4-FFF2-40B4-BE49-F238E27FC236}">
                    <a16:creationId xmlns:a16="http://schemas.microsoft.com/office/drawing/2014/main" id="{FC4FC58B-B175-4B97-B2C2-18AEF6D4E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08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4" name="Freeform 1422">
                <a:extLst>
                  <a:ext uri="{FF2B5EF4-FFF2-40B4-BE49-F238E27FC236}">
                    <a16:creationId xmlns:a16="http://schemas.microsoft.com/office/drawing/2014/main" id="{0D63826D-8DCF-4AC5-8CFF-F97CB46AF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0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5" name="Freeform 1423">
                <a:extLst>
                  <a:ext uri="{FF2B5EF4-FFF2-40B4-BE49-F238E27FC236}">
                    <a16:creationId xmlns:a16="http://schemas.microsoft.com/office/drawing/2014/main" id="{26D431CB-E081-4A48-BBBA-04639AB62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9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6" name="Freeform 1424">
                <a:extLst>
                  <a:ext uri="{FF2B5EF4-FFF2-40B4-BE49-F238E27FC236}">
                    <a16:creationId xmlns:a16="http://schemas.microsoft.com/office/drawing/2014/main" id="{45085DBF-9579-48DE-A48C-AC46A96E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169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7" name="Freeform 1425">
                <a:extLst>
                  <a:ext uri="{FF2B5EF4-FFF2-40B4-BE49-F238E27FC236}">
                    <a16:creationId xmlns:a16="http://schemas.microsoft.com/office/drawing/2014/main" id="{D7334F0C-D397-4F04-8584-2F3018EC3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156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8" name="Freeform 1426">
                <a:extLst>
                  <a:ext uri="{FF2B5EF4-FFF2-40B4-BE49-F238E27FC236}">
                    <a16:creationId xmlns:a16="http://schemas.microsoft.com/office/drawing/2014/main" id="{1153E945-71F3-490A-A2FE-AF10CEBEF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16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9" name="Freeform 1427">
                <a:extLst>
                  <a:ext uri="{FF2B5EF4-FFF2-40B4-BE49-F238E27FC236}">
                    <a16:creationId xmlns:a16="http://schemas.microsoft.com/office/drawing/2014/main" id="{C197E54B-5F58-4545-8A85-7BDAEDB54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17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0" name="Freeform 1428">
                <a:extLst>
                  <a:ext uri="{FF2B5EF4-FFF2-40B4-BE49-F238E27FC236}">
                    <a16:creationId xmlns:a16="http://schemas.microsoft.com/office/drawing/2014/main" id="{76401BE4-7CE2-4C7D-BB81-5580A04B1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185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1" y="4"/>
                      <a:pt x="2" y="5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1" name="Freeform 1429">
                <a:extLst>
                  <a:ext uri="{FF2B5EF4-FFF2-40B4-BE49-F238E27FC236}">
                    <a16:creationId xmlns:a16="http://schemas.microsoft.com/office/drawing/2014/main" id="{73CAE542-62CC-496F-B946-0D37A014F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20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2" name="Freeform 1430">
                <a:extLst>
                  <a:ext uri="{FF2B5EF4-FFF2-40B4-BE49-F238E27FC236}">
                    <a16:creationId xmlns:a16="http://schemas.microsoft.com/office/drawing/2014/main" id="{814A1FF3-F456-40A1-BB2C-6C8F60875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17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3" name="Freeform 1431">
                <a:extLst>
                  <a:ext uri="{FF2B5EF4-FFF2-40B4-BE49-F238E27FC236}">
                    <a16:creationId xmlns:a16="http://schemas.microsoft.com/office/drawing/2014/main" id="{1CFD7ED1-E3EF-49B6-B9F8-A66DE907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7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4" name="Freeform 1432">
                <a:extLst>
                  <a:ext uri="{FF2B5EF4-FFF2-40B4-BE49-F238E27FC236}">
                    <a16:creationId xmlns:a16="http://schemas.microsoft.com/office/drawing/2014/main" id="{31615C39-0A96-410A-9960-3D5E8FA37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83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5" name="Freeform 1433">
                <a:extLst>
                  <a:ext uri="{FF2B5EF4-FFF2-40B4-BE49-F238E27FC236}">
                    <a16:creationId xmlns:a16="http://schemas.microsoft.com/office/drawing/2014/main" id="{7E3E5D2F-AEB1-4C17-998F-2A255B25C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863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6" name="Freeform 1434">
                <a:extLst>
                  <a:ext uri="{FF2B5EF4-FFF2-40B4-BE49-F238E27FC236}">
                    <a16:creationId xmlns:a16="http://schemas.microsoft.com/office/drawing/2014/main" id="{50973B70-E1C4-43CC-A5A2-F71599652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91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7" name="Freeform 1435">
                <a:extLst>
                  <a:ext uri="{FF2B5EF4-FFF2-40B4-BE49-F238E27FC236}">
                    <a16:creationId xmlns:a16="http://schemas.microsoft.com/office/drawing/2014/main" id="{ABA4EA7F-A3D6-48B8-99A4-72AF126F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86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8" name="Freeform 1436">
                <a:extLst>
                  <a:ext uri="{FF2B5EF4-FFF2-40B4-BE49-F238E27FC236}">
                    <a16:creationId xmlns:a16="http://schemas.microsoft.com/office/drawing/2014/main" id="{C039F45C-2D25-4FB9-828A-7DEA77E83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85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9" name="Freeform 1437">
                <a:extLst>
                  <a:ext uri="{FF2B5EF4-FFF2-40B4-BE49-F238E27FC236}">
                    <a16:creationId xmlns:a16="http://schemas.microsoft.com/office/drawing/2014/main" id="{28FE1058-E6E9-4A23-9AD3-3B2CB4050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86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0" name="Freeform 1438">
                <a:extLst>
                  <a:ext uri="{FF2B5EF4-FFF2-40B4-BE49-F238E27FC236}">
                    <a16:creationId xmlns:a16="http://schemas.microsoft.com/office/drawing/2014/main" id="{10C004F9-F40B-4AF2-BD90-E26D65BE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84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1" name="Freeform 1439">
                <a:extLst>
                  <a:ext uri="{FF2B5EF4-FFF2-40B4-BE49-F238E27FC236}">
                    <a16:creationId xmlns:a16="http://schemas.microsoft.com/office/drawing/2014/main" id="{9FB8CCE5-2F18-4327-AA34-865C98B48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91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2" name="Freeform 1440">
                <a:extLst>
                  <a:ext uri="{FF2B5EF4-FFF2-40B4-BE49-F238E27FC236}">
                    <a16:creationId xmlns:a16="http://schemas.microsoft.com/office/drawing/2014/main" id="{FAEA1769-FBCA-4A72-9D1A-3F100DA03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92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3" name="Freeform 1441">
                <a:extLst>
                  <a:ext uri="{FF2B5EF4-FFF2-40B4-BE49-F238E27FC236}">
                    <a16:creationId xmlns:a16="http://schemas.microsoft.com/office/drawing/2014/main" id="{8FBF5537-0B2B-4C3B-BF34-B1291FAA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92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4" name="Freeform 1442">
                <a:extLst>
                  <a:ext uri="{FF2B5EF4-FFF2-40B4-BE49-F238E27FC236}">
                    <a16:creationId xmlns:a16="http://schemas.microsoft.com/office/drawing/2014/main" id="{0FC08F85-6CFC-4166-9A80-3051580B3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9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5" name="Freeform 1443">
                <a:extLst>
                  <a:ext uri="{FF2B5EF4-FFF2-40B4-BE49-F238E27FC236}">
                    <a16:creationId xmlns:a16="http://schemas.microsoft.com/office/drawing/2014/main" id="{3226C9DA-42FB-4F0E-A57A-72D19D46C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84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6" name="Freeform 1444">
                <a:extLst>
                  <a:ext uri="{FF2B5EF4-FFF2-40B4-BE49-F238E27FC236}">
                    <a16:creationId xmlns:a16="http://schemas.microsoft.com/office/drawing/2014/main" id="{09D9D6D0-B478-4151-8093-A40B58BDF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7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7" name="Freeform 1445">
                <a:extLst>
                  <a:ext uri="{FF2B5EF4-FFF2-40B4-BE49-F238E27FC236}">
                    <a16:creationId xmlns:a16="http://schemas.microsoft.com/office/drawing/2014/main" id="{7282CCCE-D779-4B0B-9D11-9D5A76B8F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972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8" name="Freeform 1446">
                <a:extLst>
                  <a:ext uri="{FF2B5EF4-FFF2-40B4-BE49-F238E27FC236}">
                    <a16:creationId xmlns:a16="http://schemas.microsoft.com/office/drawing/2014/main" id="{24EF3763-A031-4DC9-8FBB-243241E0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96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9" name="Freeform 1447">
                <a:extLst>
                  <a:ext uri="{FF2B5EF4-FFF2-40B4-BE49-F238E27FC236}">
                    <a16:creationId xmlns:a16="http://schemas.microsoft.com/office/drawing/2014/main" id="{38D9DF95-CF2E-420B-885E-DCF6A0B18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6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0" name="Freeform 1448">
                <a:extLst>
                  <a:ext uri="{FF2B5EF4-FFF2-40B4-BE49-F238E27FC236}">
                    <a16:creationId xmlns:a16="http://schemas.microsoft.com/office/drawing/2014/main" id="{DF4030CC-3C0F-4B75-BCC1-08A5F23E9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5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1" name="Freeform 1449">
                <a:extLst>
                  <a:ext uri="{FF2B5EF4-FFF2-40B4-BE49-F238E27FC236}">
                    <a16:creationId xmlns:a16="http://schemas.microsoft.com/office/drawing/2014/main" id="{FB758F47-444A-49C6-AC3C-EA01499C9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98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2" name="Freeform 1450">
                <a:extLst>
                  <a:ext uri="{FF2B5EF4-FFF2-40B4-BE49-F238E27FC236}">
                    <a16:creationId xmlns:a16="http://schemas.microsoft.com/office/drawing/2014/main" id="{5928ABD2-D15D-4EB0-B9ED-B9AAE89F0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961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3" name="Freeform 1451">
                <a:extLst>
                  <a:ext uri="{FF2B5EF4-FFF2-40B4-BE49-F238E27FC236}">
                    <a16:creationId xmlns:a16="http://schemas.microsoft.com/office/drawing/2014/main" id="{00038E0D-763C-4BBE-95D6-B169FF1CE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956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4" name="Freeform 1452">
                <a:extLst>
                  <a:ext uri="{FF2B5EF4-FFF2-40B4-BE49-F238E27FC236}">
                    <a16:creationId xmlns:a16="http://schemas.microsoft.com/office/drawing/2014/main" id="{5EB57191-F508-4DF0-97E0-01CA140D9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45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5" name="Freeform 1453">
                <a:extLst>
                  <a:ext uri="{FF2B5EF4-FFF2-40B4-BE49-F238E27FC236}">
                    <a16:creationId xmlns:a16="http://schemas.microsoft.com/office/drawing/2014/main" id="{0BBD2769-82F8-4624-95BC-8A9439D90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95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6" name="Freeform 1454">
                <a:extLst>
                  <a:ext uri="{FF2B5EF4-FFF2-40B4-BE49-F238E27FC236}">
                    <a16:creationId xmlns:a16="http://schemas.microsoft.com/office/drawing/2014/main" id="{2820E1FD-6558-44F8-B9F8-656A989B5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9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7" name="Freeform 1455">
                <a:extLst>
                  <a:ext uri="{FF2B5EF4-FFF2-40B4-BE49-F238E27FC236}">
                    <a16:creationId xmlns:a16="http://schemas.microsoft.com/office/drawing/2014/main" id="{6B578783-C79B-447F-9F7E-D2B67A72D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8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8" name="Freeform 1456">
                <a:extLst>
                  <a:ext uri="{FF2B5EF4-FFF2-40B4-BE49-F238E27FC236}">
                    <a16:creationId xmlns:a16="http://schemas.microsoft.com/office/drawing/2014/main" id="{FEC51CB1-4DEF-4DDD-9AAB-F40FFE1A6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7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9" name="Freeform 1457">
                <a:extLst>
                  <a:ext uri="{FF2B5EF4-FFF2-40B4-BE49-F238E27FC236}">
                    <a16:creationId xmlns:a16="http://schemas.microsoft.com/office/drawing/2014/main" id="{EE8E625B-45C8-45AC-A68B-7D6548822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2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0" name="Freeform 1458">
                <a:extLst>
                  <a:ext uri="{FF2B5EF4-FFF2-40B4-BE49-F238E27FC236}">
                    <a16:creationId xmlns:a16="http://schemas.microsoft.com/office/drawing/2014/main" id="{762982E6-5878-4365-9F5B-F13745792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9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1" name="Freeform 1459">
                <a:extLst>
                  <a:ext uri="{FF2B5EF4-FFF2-40B4-BE49-F238E27FC236}">
                    <a16:creationId xmlns:a16="http://schemas.microsoft.com/office/drawing/2014/main" id="{A3BE2D3C-3D89-4637-B157-9284700EE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94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2" name="Freeform 1460">
                <a:extLst>
                  <a:ext uri="{FF2B5EF4-FFF2-40B4-BE49-F238E27FC236}">
                    <a16:creationId xmlns:a16="http://schemas.microsoft.com/office/drawing/2014/main" id="{6257052C-0841-48F1-8274-7EAAC8D82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9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3" name="Freeform 1461">
                <a:extLst>
                  <a:ext uri="{FF2B5EF4-FFF2-40B4-BE49-F238E27FC236}">
                    <a16:creationId xmlns:a16="http://schemas.microsoft.com/office/drawing/2014/main" id="{F0F7625D-7CF8-4284-912E-047514EE8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6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4" name="Freeform 1462">
                <a:extLst>
                  <a:ext uri="{FF2B5EF4-FFF2-40B4-BE49-F238E27FC236}">
                    <a16:creationId xmlns:a16="http://schemas.microsoft.com/office/drawing/2014/main" id="{0203B4F2-9CEA-47C3-A3DF-32E3BFA6D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9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17" name="Group 1463">
              <a:extLst>
                <a:ext uri="{FF2B5EF4-FFF2-40B4-BE49-F238E27FC236}">
                  <a16:creationId xmlns:a16="http://schemas.microsoft.com/office/drawing/2014/main" id="{691CB7B6-7479-4DB1-9E27-F9D8F724A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7" y="1836"/>
              <a:ext cx="386" cy="419"/>
              <a:chOff x="2597" y="1836"/>
              <a:chExt cx="386" cy="419"/>
            </a:xfrm>
          </p:grpSpPr>
          <p:sp>
            <p:nvSpPr>
              <p:cNvPr id="14239" name="Freeform 1464">
                <a:extLst>
                  <a:ext uri="{FF2B5EF4-FFF2-40B4-BE49-F238E27FC236}">
                    <a16:creationId xmlns:a16="http://schemas.microsoft.com/office/drawing/2014/main" id="{4C0C13EE-7A5A-4288-A8A2-E988D2528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90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" name="Freeform 1465">
                <a:extLst>
                  <a:ext uri="{FF2B5EF4-FFF2-40B4-BE49-F238E27FC236}">
                    <a16:creationId xmlns:a16="http://schemas.microsoft.com/office/drawing/2014/main" id="{E945A63B-403C-416A-95A7-D186101E3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900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" name="Freeform 1466">
                <a:extLst>
                  <a:ext uri="{FF2B5EF4-FFF2-40B4-BE49-F238E27FC236}">
                    <a16:creationId xmlns:a16="http://schemas.microsoft.com/office/drawing/2014/main" id="{2B3B6509-4DDF-4A82-947C-1404081C6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91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" name="Freeform 1467">
                <a:extLst>
                  <a:ext uri="{FF2B5EF4-FFF2-40B4-BE49-F238E27FC236}">
                    <a16:creationId xmlns:a16="http://schemas.microsoft.com/office/drawing/2014/main" id="{066BA777-1898-4572-BA34-CDD4DF53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90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" name="Freeform 1468">
                <a:extLst>
                  <a:ext uri="{FF2B5EF4-FFF2-40B4-BE49-F238E27FC236}">
                    <a16:creationId xmlns:a16="http://schemas.microsoft.com/office/drawing/2014/main" id="{9647DDC6-AB0A-411F-9BC4-DF26E10A5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89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" name="Freeform 1469">
                <a:extLst>
                  <a:ext uri="{FF2B5EF4-FFF2-40B4-BE49-F238E27FC236}">
                    <a16:creationId xmlns:a16="http://schemas.microsoft.com/office/drawing/2014/main" id="{29D35EEC-A834-446F-9930-D302A58B8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89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" name="Freeform 1470">
                <a:extLst>
                  <a:ext uri="{FF2B5EF4-FFF2-40B4-BE49-F238E27FC236}">
                    <a16:creationId xmlns:a16="http://schemas.microsoft.com/office/drawing/2014/main" id="{8EA44CC4-0CCF-44E3-A9C0-D143418C8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892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" name="Freeform 1471">
                <a:extLst>
                  <a:ext uri="{FF2B5EF4-FFF2-40B4-BE49-F238E27FC236}">
                    <a16:creationId xmlns:a16="http://schemas.microsoft.com/office/drawing/2014/main" id="{36A4FDAD-9D2B-4AC4-A6B7-FE8F0B75A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88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" name="Freeform 1472">
                <a:extLst>
                  <a:ext uri="{FF2B5EF4-FFF2-40B4-BE49-F238E27FC236}">
                    <a16:creationId xmlns:a16="http://schemas.microsoft.com/office/drawing/2014/main" id="{018E8E8A-83E0-4C34-BE6F-93C1F145F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884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" name="Freeform 1473">
                <a:extLst>
                  <a:ext uri="{FF2B5EF4-FFF2-40B4-BE49-F238E27FC236}">
                    <a16:creationId xmlns:a16="http://schemas.microsoft.com/office/drawing/2014/main" id="{7B069E1A-A8D7-43F3-B70B-2EBBB7367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879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" name="Freeform 1474">
                <a:extLst>
                  <a:ext uri="{FF2B5EF4-FFF2-40B4-BE49-F238E27FC236}">
                    <a16:creationId xmlns:a16="http://schemas.microsoft.com/office/drawing/2014/main" id="{F29115A3-CAA2-4134-B920-0F97B75B5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90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" name="Freeform 1475">
                <a:extLst>
                  <a:ext uri="{FF2B5EF4-FFF2-40B4-BE49-F238E27FC236}">
                    <a16:creationId xmlns:a16="http://schemas.microsoft.com/office/drawing/2014/main" id="{9CCE96BF-001E-45F2-A2AA-3AD239DB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92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" name="Freeform 1476">
                <a:extLst>
                  <a:ext uri="{FF2B5EF4-FFF2-40B4-BE49-F238E27FC236}">
                    <a16:creationId xmlns:a16="http://schemas.microsoft.com/office/drawing/2014/main" id="{C5A9EF6A-1E52-4197-84D4-43EDA94D9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91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" name="Freeform 1477">
                <a:extLst>
                  <a:ext uri="{FF2B5EF4-FFF2-40B4-BE49-F238E27FC236}">
                    <a16:creationId xmlns:a16="http://schemas.microsoft.com/office/drawing/2014/main" id="{B2555582-592C-43A2-B514-0104F28B1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8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" name="Freeform 1478">
                <a:extLst>
                  <a:ext uri="{FF2B5EF4-FFF2-40B4-BE49-F238E27FC236}">
                    <a16:creationId xmlns:a16="http://schemas.microsoft.com/office/drawing/2014/main" id="{957D4F0B-5C4A-42F1-8E71-6C486E164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0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" name="Freeform 1479">
                <a:extLst>
                  <a:ext uri="{FF2B5EF4-FFF2-40B4-BE49-F238E27FC236}">
                    <a16:creationId xmlns:a16="http://schemas.microsoft.com/office/drawing/2014/main" id="{B4AEF604-D098-41FC-AA39-D172722DC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89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" name="Freeform 1480">
                <a:extLst>
                  <a:ext uri="{FF2B5EF4-FFF2-40B4-BE49-F238E27FC236}">
                    <a16:creationId xmlns:a16="http://schemas.microsoft.com/office/drawing/2014/main" id="{D7423BDD-7B13-4B65-AC5B-C2EF94993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95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" name="Freeform 1481">
                <a:extLst>
                  <a:ext uri="{FF2B5EF4-FFF2-40B4-BE49-F238E27FC236}">
                    <a16:creationId xmlns:a16="http://schemas.microsoft.com/office/drawing/2014/main" id="{9984E795-BA5A-424E-98B6-B2FF0D026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95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" name="Freeform 1482">
                <a:extLst>
                  <a:ext uri="{FF2B5EF4-FFF2-40B4-BE49-F238E27FC236}">
                    <a16:creationId xmlns:a16="http://schemas.microsoft.com/office/drawing/2014/main" id="{0BF3DF54-7D44-4347-B705-AB87A9B3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88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" name="Freeform 1483">
                <a:extLst>
                  <a:ext uri="{FF2B5EF4-FFF2-40B4-BE49-F238E27FC236}">
                    <a16:creationId xmlns:a16="http://schemas.microsoft.com/office/drawing/2014/main" id="{4FB988DA-5E49-45CA-8104-432EB2BA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4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" name="Freeform 1484">
                <a:extLst>
                  <a:ext uri="{FF2B5EF4-FFF2-40B4-BE49-F238E27FC236}">
                    <a16:creationId xmlns:a16="http://schemas.microsoft.com/office/drawing/2014/main" id="{DAEEDF7C-C067-4666-850A-EEAC8901A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1940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" name="Freeform 1485">
                <a:extLst>
                  <a:ext uri="{FF2B5EF4-FFF2-40B4-BE49-F238E27FC236}">
                    <a16:creationId xmlns:a16="http://schemas.microsoft.com/office/drawing/2014/main" id="{FD814C42-4D4F-41C4-B7E5-0C73A0C00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95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" name="Freeform 1486">
                <a:extLst>
                  <a:ext uri="{FF2B5EF4-FFF2-40B4-BE49-F238E27FC236}">
                    <a16:creationId xmlns:a16="http://schemas.microsoft.com/office/drawing/2014/main" id="{F3A7E096-5E75-488F-BC1F-61F0421BD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96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" name="Freeform 1487">
                <a:extLst>
                  <a:ext uri="{FF2B5EF4-FFF2-40B4-BE49-F238E27FC236}">
                    <a16:creationId xmlns:a16="http://schemas.microsoft.com/office/drawing/2014/main" id="{66C61FA7-6853-41D2-8A72-336FA9F0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95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" name="Freeform 1488">
                <a:extLst>
                  <a:ext uri="{FF2B5EF4-FFF2-40B4-BE49-F238E27FC236}">
                    <a16:creationId xmlns:a16="http://schemas.microsoft.com/office/drawing/2014/main" id="{4A0B19AB-1DB3-4BC0-8EFA-72B0D5B96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94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" name="Freeform 1489">
                <a:extLst>
                  <a:ext uri="{FF2B5EF4-FFF2-40B4-BE49-F238E27FC236}">
                    <a16:creationId xmlns:a16="http://schemas.microsoft.com/office/drawing/2014/main" id="{E0F33ABA-6788-4632-B8F0-1435C33F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95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" name="Freeform 1490">
                <a:extLst>
                  <a:ext uri="{FF2B5EF4-FFF2-40B4-BE49-F238E27FC236}">
                    <a16:creationId xmlns:a16="http://schemas.microsoft.com/office/drawing/2014/main" id="{81BAD788-D9B0-42DD-86A9-E3BB1B931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94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" name="Freeform 1491">
                <a:extLst>
                  <a:ext uri="{FF2B5EF4-FFF2-40B4-BE49-F238E27FC236}">
                    <a16:creationId xmlns:a16="http://schemas.microsoft.com/office/drawing/2014/main" id="{FAF831C7-7469-48C8-84AA-3BBB7F7B0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94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" name="Freeform 1492">
                <a:extLst>
                  <a:ext uri="{FF2B5EF4-FFF2-40B4-BE49-F238E27FC236}">
                    <a16:creationId xmlns:a16="http://schemas.microsoft.com/office/drawing/2014/main" id="{D80B002B-E78F-4932-9EB4-4426A571D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92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" name="Freeform 1493">
                <a:extLst>
                  <a:ext uri="{FF2B5EF4-FFF2-40B4-BE49-F238E27FC236}">
                    <a16:creationId xmlns:a16="http://schemas.microsoft.com/office/drawing/2014/main" id="{99949A2A-B8AD-4F18-BCF0-6B5465CF7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91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" name="Freeform 1494">
                <a:extLst>
                  <a:ext uri="{FF2B5EF4-FFF2-40B4-BE49-F238E27FC236}">
                    <a16:creationId xmlns:a16="http://schemas.microsoft.com/office/drawing/2014/main" id="{D65D502B-99EB-41B3-8C7A-A9D8FE304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21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" name="Freeform 1495">
                <a:extLst>
                  <a:ext uri="{FF2B5EF4-FFF2-40B4-BE49-F238E27FC236}">
                    <a16:creationId xmlns:a16="http://schemas.microsoft.com/office/drawing/2014/main" id="{92AD1F83-13B4-4139-AF40-8A6AF5938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932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" name="Freeform 1496">
                <a:extLst>
                  <a:ext uri="{FF2B5EF4-FFF2-40B4-BE49-F238E27FC236}">
                    <a16:creationId xmlns:a16="http://schemas.microsoft.com/office/drawing/2014/main" id="{FCC65FC3-FB47-446B-9739-53CABA306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4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" name="Freeform 1497">
                <a:extLst>
                  <a:ext uri="{FF2B5EF4-FFF2-40B4-BE49-F238E27FC236}">
                    <a16:creationId xmlns:a16="http://schemas.microsoft.com/office/drawing/2014/main" id="{BBA9F348-3340-4E3B-AD9D-88F93A5E5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3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" name="Freeform 1498">
                <a:extLst>
                  <a:ext uri="{FF2B5EF4-FFF2-40B4-BE49-F238E27FC236}">
                    <a16:creationId xmlns:a16="http://schemas.microsoft.com/office/drawing/2014/main" id="{2A97D0CE-E671-43A3-BF40-E28FD2ACD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4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" name="Freeform 1499">
                <a:extLst>
                  <a:ext uri="{FF2B5EF4-FFF2-40B4-BE49-F238E27FC236}">
                    <a16:creationId xmlns:a16="http://schemas.microsoft.com/office/drawing/2014/main" id="{6B5E9F2E-1AD2-40C5-B57B-570530842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95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" name="Freeform 1500">
                <a:extLst>
                  <a:ext uri="{FF2B5EF4-FFF2-40B4-BE49-F238E27FC236}">
                    <a16:creationId xmlns:a16="http://schemas.microsoft.com/office/drawing/2014/main" id="{0990B2D7-6F22-43A8-9C34-298BDF6E9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9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" name="Freeform 1501">
                <a:extLst>
                  <a:ext uri="{FF2B5EF4-FFF2-40B4-BE49-F238E27FC236}">
                    <a16:creationId xmlns:a16="http://schemas.microsoft.com/office/drawing/2014/main" id="{5F27075C-166F-486B-BC0E-C6BAAAB55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9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" name="Freeform 1502">
                <a:extLst>
                  <a:ext uri="{FF2B5EF4-FFF2-40B4-BE49-F238E27FC236}">
                    <a16:creationId xmlns:a16="http://schemas.microsoft.com/office/drawing/2014/main" id="{E41FD735-558D-4381-AF91-535C5A33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97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" name="Freeform 1503">
                <a:extLst>
                  <a:ext uri="{FF2B5EF4-FFF2-40B4-BE49-F238E27FC236}">
                    <a16:creationId xmlns:a16="http://schemas.microsoft.com/office/drawing/2014/main" id="{6103E116-D9B4-4E70-8E26-579215002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98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" name="Freeform 1504">
                <a:extLst>
                  <a:ext uri="{FF2B5EF4-FFF2-40B4-BE49-F238E27FC236}">
                    <a16:creationId xmlns:a16="http://schemas.microsoft.com/office/drawing/2014/main" id="{DCE84B20-08EB-46BD-B6E3-1E8848663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5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" name="Freeform 1505">
                <a:extLst>
                  <a:ext uri="{FF2B5EF4-FFF2-40B4-BE49-F238E27FC236}">
                    <a16:creationId xmlns:a16="http://schemas.microsoft.com/office/drawing/2014/main" id="{7EF8D7F4-A2BA-4D74-9819-A5BEE874B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95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" name="Freeform 1506">
                <a:extLst>
                  <a:ext uri="{FF2B5EF4-FFF2-40B4-BE49-F238E27FC236}">
                    <a16:creationId xmlns:a16="http://schemas.microsoft.com/office/drawing/2014/main" id="{9DE14B1A-D5B7-4CA3-8AB3-1A10778E6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9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" name="Freeform 1507">
                <a:extLst>
                  <a:ext uri="{FF2B5EF4-FFF2-40B4-BE49-F238E27FC236}">
                    <a16:creationId xmlns:a16="http://schemas.microsoft.com/office/drawing/2014/main" id="{947FB7D1-2EE7-4152-AB8B-4D83ADF0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9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" name="Freeform 1508">
                <a:extLst>
                  <a:ext uri="{FF2B5EF4-FFF2-40B4-BE49-F238E27FC236}">
                    <a16:creationId xmlns:a16="http://schemas.microsoft.com/office/drawing/2014/main" id="{42614EA5-7A9C-4844-AB92-EED41A0EB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93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" name="Freeform 1509">
                <a:extLst>
                  <a:ext uri="{FF2B5EF4-FFF2-40B4-BE49-F238E27FC236}">
                    <a16:creationId xmlns:a16="http://schemas.microsoft.com/office/drawing/2014/main" id="{07B54DCE-254C-4D60-B3AD-C3D48094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94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" name="Freeform 1510">
                <a:extLst>
                  <a:ext uri="{FF2B5EF4-FFF2-40B4-BE49-F238E27FC236}">
                    <a16:creationId xmlns:a16="http://schemas.microsoft.com/office/drawing/2014/main" id="{856743E1-A665-43C4-82A3-BBB0D6AB0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0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" name="Freeform 1511">
                <a:extLst>
                  <a:ext uri="{FF2B5EF4-FFF2-40B4-BE49-F238E27FC236}">
                    <a16:creationId xmlns:a16="http://schemas.microsoft.com/office/drawing/2014/main" id="{4869DCE9-0C38-4C3D-861F-76DC40F1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91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" name="Freeform 1512">
                <a:extLst>
                  <a:ext uri="{FF2B5EF4-FFF2-40B4-BE49-F238E27FC236}">
                    <a16:creationId xmlns:a16="http://schemas.microsoft.com/office/drawing/2014/main" id="{049EA490-1A07-4464-92FC-7CA173054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92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" name="Freeform 1513">
                <a:extLst>
                  <a:ext uri="{FF2B5EF4-FFF2-40B4-BE49-F238E27FC236}">
                    <a16:creationId xmlns:a16="http://schemas.microsoft.com/office/drawing/2014/main" id="{8E831347-4BE8-473C-B9DD-1F1900D33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92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" name="Freeform 1514">
                <a:extLst>
                  <a:ext uri="{FF2B5EF4-FFF2-40B4-BE49-F238E27FC236}">
                    <a16:creationId xmlns:a16="http://schemas.microsoft.com/office/drawing/2014/main" id="{CAF58DE7-2440-400B-BFD0-364D968A8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90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" name="Freeform 1515">
                <a:extLst>
                  <a:ext uri="{FF2B5EF4-FFF2-40B4-BE49-F238E27FC236}">
                    <a16:creationId xmlns:a16="http://schemas.microsoft.com/office/drawing/2014/main" id="{D5DE02A6-5F09-49D2-887A-92D8B0EA8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92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" name="Freeform 1516">
                <a:extLst>
                  <a:ext uri="{FF2B5EF4-FFF2-40B4-BE49-F238E27FC236}">
                    <a16:creationId xmlns:a16="http://schemas.microsoft.com/office/drawing/2014/main" id="{3887DEF0-CC34-406F-9E6C-7E22E7546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91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" name="Freeform 1517">
                <a:extLst>
                  <a:ext uri="{FF2B5EF4-FFF2-40B4-BE49-F238E27FC236}">
                    <a16:creationId xmlns:a16="http://schemas.microsoft.com/office/drawing/2014/main" id="{0537A300-37D4-4FE1-BF0F-E05B91E80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88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" name="Freeform 1518">
                <a:extLst>
                  <a:ext uri="{FF2B5EF4-FFF2-40B4-BE49-F238E27FC236}">
                    <a16:creationId xmlns:a16="http://schemas.microsoft.com/office/drawing/2014/main" id="{4F05C4A2-9AE8-4DC4-96AD-FEE3BB412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90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" name="Freeform 1519">
                <a:extLst>
                  <a:ext uri="{FF2B5EF4-FFF2-40B4-BE49-F238E27FC236}">
                    <a16:creationId xmlns:a16="http://schemas.microsoft.com/office/drawing/2014/main" id="{AB4EC77F-025F-44DE-8BC2-3A77AD8E5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90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" name="Freeform 1520">
                <a:extLst>
                  <a:ext uri="{FF2B5EF4-FFF2-40B4-BE49-F238E27FC236}">
                    <a16:creationId xmlns:a16="http://schemas.microsoft.com/office/drawing/2014/main" id="{0FFD0A6B-63DB-4E03-908B-8ADB8DA45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92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" name="Freeform 1521">
                <a:extLst>
                  <a:ext uri="{FF2B5EF4-FFF2-40B4-BE49-F238E27FC236}">
                    <a16:creationId xmlns:a16="http://schemas.microsoft.com/office/drawing/2014/main" id="{C1847077-FEB5-49E1-A92F-81F045920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88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" name="Freeform 1522">
                <a:extLst>
                  <a:ext uri="{FF2B5EF4-FFF2-40B4-BE49-F238E27FC236}">
                    <a16:creationId xmlns:a16="http://schemas.microsoft.com/office/drawing/2014/main" id="{51E6B087-B945-456B-9903-81CB6BD3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87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" name="Freeform 1523">
                <a:extLst>
                  <a:ext uri="{FF2B5EF4-FFF2-40B4-BE49-F238E27FC236}">
                    <a16:creationId xmlns:a16="http://schemas.microsoft.com/office/drawing/2014/main" id="{FEBD1CE4-B936-4F45-8213-65ECFE5D5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88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" name="Freeform 1524">
                <a:extLst>
                  <a:ext uri="{FF2B5EF4-FFF2-40B4-BE49-F238E27FC236}">
                    <a16:creationId xmlns:a16="http://schemas.microsoft.com/office/drawing/2014/main" id="{1FC181D2-CECF-4236-9157-0D337F314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" name="Freeform 1525">
                <a:extLst>
                  <a:ext uri="{FF2B5EF4-FFF2-40B4-BE49-F238E27FC236}">
                    <a16:creationId xmlns:a16="http://schemas.microsoft.com/office/drawing/2014/main" id="{2DA996C1-6E08-4C80-A0F3-60E03ACE9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90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" name="Freeform 1526">
                <a:extLst>
                  <a:ext uri="{FF2B5EF4-FFF2-40B4-BE49-F238E27FC236}">
                    <a16:creationId xmlns:a16="http://schemas.microsoft.com/office/drawing/2014/main" id="{B0E191B4-DFF0-4805-A670-9525486A2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91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" name="Freeform 1527">
                <a:extLst>
                  <a:ext uri="{FF2B5EF4-FFF2-40B4-BE49-F238E27FC236}">
                    <a16:creationId xmlns:a16="http://schemas.microsoft.com/office/drawing/2014/main" id="{8B91D7AD-79F7-46F1-B4F6-0B1A14F4B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9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" name="Freeform 1528">
                <a:extLst>
                  <a:ext uri="{FF2B5EF4-FFF2-40B4-BE49-F238E27FC236}">
                    <a16:creationId xmlns:a16="http://schemas.microsoft.com/office/drawing/2014/main" id="{DB4AD42B-5F44-4196-B4FB-87103E073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921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" name="Freeform 1529">
                <a:extLst>
                  <a:ext uri="{FF2B5EF4-FFF2-40B4-BE49-F238E27FC236}">
                    <a16:creationId xmlns:a16="http://schemas.microsoft.com/office/drawing/2014/main" id="{6D756ABF-CD22-491F-A804-6F27214EB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89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" name="Freeform 1530">
                <a:extLst>
                  <a:ext uri="{FF2B5EF4-FFF2-40B4-BE49-F238E27FC236}">
                    <a16:creationId xmlns:a16="http://schemas.microsoft.com/office/drawing/2014/main" id="{44057A6C-35AD-40B4-9C8F-F33E0E6C8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90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" name="Freeform 1531">
                <a:extLst>
                  <a:ext uri="{FF2B5EF4-FFF2-40B4-BE49-F238E27FC236}">
                    <a16:creationId xmlns:a16="http://schemas.microsoft.com/office/drawing/2014/main" id="{D0F2F0F1-260E-4CBD-ABCD-E54BF254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91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" name="Freeform 1532">
                <a:extLst>
                  <a:ext uri="{FF2B5EF4-FFF2-40B4-BE49-F238E27FC236}">
                    <a16:creationId xmlns:a16="http://schemas.microsoft.com/office/drawing/2014/main" id="{99CA91D4-9B9D-420E-B669-793E64EDF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91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" name="Freeform 1533">
                <a:extLst>
                  <a:ext uri="{FF2B5EF4-FFF2-40B4-BE49-F238E27FC236}">
                    <a16:creationId xmlns:a16="http://schemas.microsoft.com/office/drawing/2014/main" id="{4EF12489-E5AC-45A2-936D-F03DCF314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93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" name="Freeform 1534">
                <a:extLst>
                  <a:ext uri="{FF2B5EF4-FFF2-40B4-BE49-F238E27FC236}">
                    <a16:creationId xmlns:a16="http://schemas.microsoft.com/office/drawing/2014/main" id="{313C41BD-FFF6-4F3A-BD19-B4BC6CC80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91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" name="Freeform 1535">
                <a:extLst>
                  <a:ext uri="{FF2B5EF4-FFF2-40B4-BE49-F238E27FC236}">
                    <a16:creationId xmlns:a16="http://schemas.microsoft.com/office/drawing/2014/main" id="{D710F0AE-90BE-406E-B70C-4F89D766B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92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" name="Freeform 1536">
                <a:extLst>
                  <a:ext uri="{FF2B5EF4-FFF2-40B4-BE49-F238E27FC236}">
                    <a16:creationId xmlns:a16="http://schemas.microsoft.com/office/drawing/2014/main" id="{6BB361F1-5B46-464B-A2AD-BA2F10E0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90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" name="Freeform 1537">
                <a:extLst>
                  <a:ext uri="{FF2B5EF4-FFF2-40B4-BE49-F238E27FC236}">
                    <a16:creationId xmlns:a16="http://schemas.microsoft.com/office/drawing/2014/main" id="{F9771842-BF6E-447A-AF72-616ED9A4E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91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" name="Freeform 1538">
                <a:extLst>
                  <a:ext uri="{FF2B5EF4-FFF2-40B4-BE49-F238E27FC236}">
                    <a16:creationId xmlns:a16="http://schemas.microsoft.com/office/drawing/2014/main" id="{1C39176C-0826-4E97-A1E1-7A3D4FB1D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9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" name="Freeform 1539">
                <a:extLst>
                  <a:ext uri="{FF2B5EF4-FFF2-40B4-BE49-F238E27FC236}">
                    <a16:creationId xmlns:a16="http://schemas.microsoft.com/office/drawing/2014/main" id="{05062806-7E82-4711-95A5-643D9FECB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89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" name="Freeform 1540">
                <a:extLst>
                  <a:ext uri="{FF2B5EF4-FFF2-40B4-BE49-F238E27FC236}">
                    <a16:creationId xmlns:a16="http://schemas.microsoft.com/office/drawing/2014/main" id="{01DB5BF9-6B19-4441-9B4E-6AA33A5CA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89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" name="Freeform 1541">
                <a:extLst>
                  <a:ext uri="{FF2B5EF4-FFF2-40B4-BE49-F238E27FC236}">
                    <a16:creationId xmlns:a16="http://schemas.microsoft.com/office/drawing/2014/main" id="{098B00A2-2AAE-4F1A-8D48-17C59ECDB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90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" name="Freeform 1542">
                <a:extLst>
                  <a:ext uri="{FF2B5EF4-FFF2-40B4-BE49-F238E27FC236}">
                    <a16:creationId xmlns:a16="http://schemas.microsoft.com/office/drawing/2014/main" id="{B5C70930-C692-497B-8A86-464069439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895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" name="Freeform 1543">
                <a:extLst>
                  <a:ext uri="{FF2B5EF4-FFF2-40B4-BE49-F238E27FC236}">
                    <a16:creationId xmlns:a16="http://schemas.microsoft.com/office/drawing/2014/main" id="{78384437-B38C-42AE-9985-B2E5BFEBD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889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" name="Freeform 1544">
                <a:extLst>
                  <a:ext uri="{FF2B5EF4-FFF2-40B4-BE49-F238E27FC236}">
                    <a16:creationId xmlns:a16="http://schemas.microsoft.com/office/drawing/2014/main" id="{3C7CDBC6-D3FC-40CF-AE78-95E03E7F6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879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" name="Freeform 1545">
                <a:extLst>
                  <a:ext uri="{FF2B5EF4-FFF2-40B4-BE49-F238E27FC236}">
                    <a16:creationId xmlns:a16="http://schemas.microsoft.com/office/drawing/2014/main" id="{C7F82A46-CEB1-44B0-B4C9-A1C7A300D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6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" name="Freeform 1546">
                <a:extLst>
                  <a:ext uri="{FF2B5EF4-FFF2-40B4-BE49-F238E27FC236}">
                    <a16:creationId xmlns:a16="http://schemas.microsoft.com/office/drawing/2014/main" id="{732A3176-E8AB-489B-B05D-7263EE0C9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940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" name="Freeform 1547">
                <a:extLst>
                  <a:ext uri="{FF2B5EF4-FFF2-40B4-BE49-F238E27FC236}">
                    <a16:creationId xmlns:a16="http://schemas.microsoft.com/office/drawing/2014/main" id="{847BB3D3-2119-459D-813F-52DE99650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9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" name="Freeform 1548">
                <a:extLst>
                  <a:ext uri="{FF2B5EF4-FFF2-40B4-BE49-F238E27FC236}">
                    <a16:creationId xmlns:a16="http://schemas.microsoft.com/office/drawing/2014/main" id="{E59D54B2-72D6-4ACC-8CBE-6C018905F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9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" name="Freeform 1549">
                <a:extLst>
                  <a:ext uri="{FF2B5EF4-FFF2-40B4-BE49-F238E27FC236}">
                    <a16:creationId xmlns:a16="http://schemas.microsoft.com/office/drawing/2014/main" id="{EFF53A55-FBA4-4999-AF8A-C9D666A7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88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" name="Freeform 1550">
                <a:extLst>
                  <a:ext uri="{FF2B5EF4-FFF2-40B4-BE49-F238E27FC236}">
                    <a16:creationId xmlns:a16="http://schemas.microsoft.com/office/drawing/2014/main" id="{BC9CCD5E-7B85-48EA-8DEF-288AFD8E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90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" name="Freeform 1551">
                <a:extLst>
                  <a:ext uri="{FF2B5EF4-FFF2-40B4-BE49-F238E27FC236}">
                    <a16:creationId xmlns:a16="http://schemas.microsoft.com/office/drawing/2014/main" id="{539E438B-122C-480F-88C7-34E4CD92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91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" name="Freeform 1552">
                <a:extLst>
                  <a:ext uri="{FF2B5EF4-FFF2-40B4-BE49-F238E27FC236}">
                    <a16:creationId xmlns:a16="http://schemas.microsoft.com/office/drawing/2014/main" id="{020CA19B-9FB0-4BA5-AB28-C32EB599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92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" name="Freeform 1553">
                <a:extLst>
                  <a:ext uri="{FF2B5EF4-FFF2-40B4-BE49-F238E27FC236}">
                    <a16:creationId xmlns:a16="http://schemas.microsoft.com/office/drawing/2014/main" id="{8026E1D4-F912-457D-8C46-90A5AE6B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87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" name="Freeform 1554">
                <a:extLst>
                  <a:ext uri="{FF2B5EF4-FFF2-40B4-BE49-F238E27FC236}">
                    <a16:creationId xmlns:a16="http://schemas.microsoft.com/office/drawing/2014/main" id="{DB919CE8-2D8F-485F-9F22-B4056306E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87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" name="Freeform 1555">
                <a:extLst>
                  <a:ext uri="{FF2B5EF4-FFF2-40B4-BE49-F238E27FC236}">
                    <a16:creationId xmlns:a16="http://schemas.microsoft.com/office/drawing/2014/main" id="{69B57FA7-AD32-4AC8-A961-DF067F3F4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9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" name="Freeform 1556">
                <a:extLst>
                  <a:ext uri="{FF2B5EF4-FFF2-40B4-BE49-F238E27FC236}">
                    <a16:creationId xmlns:a16="http://schemas.microsoft.com/office/drawing/2014/main" id="{8909A069-3F6A-4E61-AEEC-C42ADF71C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0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" name="Freeform 1557">
                <a:extLst>
                  <a:ext uri="{FF2B5EF4-FFF2-40B4-BE49-F238E27FC236}">
                    <a16:creationId xmlns:a16="http://schemas.microsoft.com/office/drawing/2014/main" id="{8A96CD6F-D0A5-4F20-841F-183178B22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8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" name="Freeform 1558">
                <a:extLst>
                  <a:ext uri="{FF2B5EF4-FFF2-40B4-BE49-F238E27FC236}">
                    <a16:creationId xmlns:a16="http://schemas.microsoft.com/office/drawing/2014/main" id="{DEF58767-FCD7-4D40-8F9F-6A10333B0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" name="Freeform 1559">
                <a:extLst>
                  <a:ext uri="{FF2B5EF4-FFF2-40B4-BE49-F238E27FC236}">
                    <a16:creationId xmlns:a16="http://schemas.microsoft.com/office/drawing/2014/main" id="{092396B6-EFF3-498B-88CE-5C4488E29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8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" name="Freeform 1560">
                <a:extLst>
                  <a:ext uri="{FF2B5EF4-FFF2-40B4-BE49-F238E27FC236}">
                    <a16:creationId xmlns:a16="http://schemas.microsoft.com/office/drawing/2014/main" id="{42D9F5E5-F507-46A8-A8ED-03D1C950F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87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2" name="Freeform 1561">
                <a:extLst>
                  <a:ext uri="{FF2B5EF4-FFF2-40B4-BE49-F238E27FC236}">
                    <a16:creationId xmlns:a16="http://schemas.microsoft.com/office/drawing/2014/main" id="{68EEBE76-04FB-4893-8119-25AEC30EC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88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3" name="Freeform 1562">
                <a:extLst>
                  <a:ext uri="{FF2B5EF4-FFF2-40B4-BE49-F238E27FC236}">
                    <a16:creationId xmlns:a16="http://schemas.microsoft.com/office/drawing/2014/main" id="{17DCD76E-6748-47D4-8720-F55D110F6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6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4" name="Freeform 1563">
                <a:extLst>
                  <a:ext uri="{FF2B5EF4-FFF2-40B4-BE49-F238E27FC236}">
                    <a16:creationId xmlns:a16="http://schemas.microsoft.com/office/drawing/2014/main" id="{40087C7F-4539-44B6-9663-679E2A52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92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5" name="Freeform 1564">
                <a:extLst>
                  <a:ext uri="{FF2B5EF4-FFF2-40B4-BE49-F238E27FC236}">
                    <a16:creationId xmlns:a16="http://schemas.microsoft.com/office/drawing/2014/main" id="{0B26444D-BA89-4203-81BB-7ACB0BE33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932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27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6" name="Freeform 1565">
                <a:extLst>
                  <a:ext uri="{FF2B5EF4-FFF2-40B4-BE49-F238E27FC236}">
                    <a16:creationId xmlns:a16="http://schemas.microsoft.com/office/drawing/2014/main" id="{FB761D45-2D2E-4A42-9479-E1482389A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943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7" name="Freeform 1566">
                <a:extLst>
                  <a:ext uri="{FF2B5EF4-FFF2-40B4-BE49-F238E27FC236}">
                    <a16:creationId xmlns:a16="http://schemas.microsoft.com/office/drawing/2014/main" id="{AFDD7A66-32B1-4713-BA10-2051604B0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8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8" name="Freeform 1567">
                <a:extLst>
                  <a:ext uri="{FF2B5EF4-FFF2-40B4-BE49-F238E27FC236}">
                    <a16:creationId xmlns:a16="http://schemas.microsoft.com/office/drawing/2014/main" id="{508AB834-003B-4DBA-9387-6A4C22E3D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87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9" name="Freeform 1568">
                <a:extLst>
                  <a:ext uri="{FF2B5EF4-FFF2-40B4-BE49-F238E27FC236}">
                    <a16:creationId xmlns:a16="http://schemas.microsoft.com/office/drawing/2014/main" id="{AF2DCDD4-9A7C-454E-A9FC-1451F1714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86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0" name="Freeform 1569">
                <a:extLst>
                  <a:ext uri="{FF2B5EF4-FFF2-40B4-BE49-F238E27FC236}">
                    <a16:creationId xmlns:a16="http://schemas.microsoft.com/office/drawing/2014/main" id="{C6A80064-3E1C-4FFE-98C6-19251BF8D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85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1" name="Freeform 1570">
                <a:extLst>
                  <a:ext uri="{FF2B5EF4-FFF2-40B4-BE49-F238E27FC236}">
                    <a16:creationId xmlns:a16="http://schemas.microsoft.com/office/drawing/2014/main" id="{C91B11CE-ACC8-4207-B64D-AD24FA47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86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2" name="Freeform 1571">
                <a:extLst>
                  <a:ext uri="{FF2B5EF4-FFF2-40B4-BE49-F238E27FC236}">
                    <a16:creationId xmlns:a16="http://schemas.microsoft.com/office/drawing/2014/main" id="{D5AECBE2-6B3A-4E79-B019-4106C1EE3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186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3" name="Freeform 1572">
                <a:extLst>
                  <a:ext uri="{FF2B5EF4-FFF2-40B4-BE49-F238E27FC236}">
                    <a16:creationId xmlns:a16="http://schemas.microsoft.com/office/drawing/2014/main" id="{3A1D53AE-66E6-4A83-B0ED-E292B1A0B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847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4" name="Freeform 1573">
                <a:extLst>
                  <a:ext uri="{FF2B5EF4-FFF2-40B4-BE49-F238E27FC236}">
                    <a16:creationId xmlns:a16="http://schemas.microsoft.com/office/drawing/2014/main" id="{89E71AF6-8D5A-4485-B018-DEBAB5B67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8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5" name="Freeform 1574">
                <a:extLst>
                  <a:ext uri="{FF2B5EF4-FFF2-40B4-BE49-F238E27FC236}">
                    <a16:creationId xmlns:a16="http://schemas.microsoft.com/office/drawing/2014/main" id="{4DEEBF39-D4F3-4EE0-B329-7947355B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86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6" name="Freeform 1575">
                <a:extLst>
                  <a:ext uri="{FF2B5EF4-FFF2-40B4-BE49-F238E27FC236}">
                    <a16:creationId xmlns:a16="http://schemas.microsoft.com/office/drawing/2014/main" id="{846F3C1B-1CEF-4B19-B7EC-1B8CCA829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85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7" name="Freeform 1576">
                <a:extLst>
                  <a:ext uri="{FF2B5EF4-FFF2-40B4-BE49-F238E27FC236}">
                    <a16:creationId xmlns:a16="http://schemas.microsoft.com/office/drawing/2014/main" id="{6C96C83B-24B1-467E-BCE5-931F2A4CB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8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8" name="Freeform 1577">
                <a:extLst>
                  <a:ext uri="{FF2B5EF4-FFF2-40B4-BE49-F238E27FC236}">
                    <a16:creationId xmlns:a16="http://schemas.microsoft.com/office/drawing/2014/main" id="{C60B8AE2-7782-4EA5-A9EB-660B1BD4B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86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Freeform 1578">
                <a:extLst>
                  <a:ext uri="{FF2B5EF4-FFF2-40B4-BE49-F238E27FC236}">
                    <a16:creationId xmlns:a16="http://schemas.microsoft.com/office/drawing/2014/main" id="{B363275E-6756-48D6-B4F4-A893A5F8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91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0" name="Freeform 1579">
                <a:extLst>
                  <a:ext uri="{FF2B5EF4-FFF2-40B4-BE49-F238E27FC236}">
                    <a16:creationId xmlns:a16="http://schemas.microsoft.com/office/drawing/2014/main" id="{C771AA9F-B3CA-49B6-8A45-734D64776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865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1" name="Freeform 1580">
                <a:extLst>
                  <a:ext uri="{FF2B5EF4-FFF2-40B4-BE49-F238E27FC236}">
                    <a16:creationId xmlns:a16="http://schemas.microsoft.com/office/drawing/2014/main" id="{B81F615B-D986-4223-8158-C0FA91112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860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2" name="Freeform 1581">
                <a:extLst>
                  <a:ext uri="{FF2B5EF4-FFF2-40B4-BE49-F238E27FC236}">
                    <a16:creationId xmlns:a16="http://schemas.microsoft.com/office/drawing/2014/main" id="{E3D447F1-3141-4CDE-B194-AAF9513E9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849"/>
                <a:ext cx="2" cy="11"/>
              </a:xfrm>
              <a:custGeom>
                <a:avLst/>
                <a:gdLst>
                  <a:gd name="T0" fmla="*/ 8 w 1"/>
                  <a:gd name="T1" fmla="*/ 8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3" name="Freeform 1582">
                <a:extLst>
                  <a:ext uri="{FF2B5EF4-FFF2-40B4-BE49-F238E27FC236}">
                    <a16:creationId xmlns:a16="http://schemas.microsoft.com/office/drawing/2014/main" id="{D1BD196E-8825-4B01-B0B9-D2800ECFE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85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4" name="Freeform 1583">
                <a:extLst>
                  <a:ext uri="{FF2B5EF4-FFF2-40B4-BE49-F238E27FC236}">
                    <a16:creationId xmlns:a16="http://schemas.microsoft.com/office/drawing/2014/main" id="{8FAFCCAB-6813-4AA6-92AF-A6C70EF06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8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5" name="Freeform 1584">
                <a:extLst>
                  <a:ext uri="{FF2B5EF4-FFF2-40B4-BE49-F238E27FC236}">
                    <a16:creationId xmlns:a16="http://schemas.microsoft.com/office/drawing/2014/main" id="{7E304B87-BDEC-4B9E-88BD-86E627EEF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8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6" name="Freeform 1585">
                <a:extLst>
                  <a:ext uri="{FF2B5EF4-FFF2-40B4-BE49-F238E27FC236}">
                    <a16:creationId xmlns:a16="http://schemas.microsoft.com/office/drawing/2014/main" id="{9FADEC9A-35BB-4B06-8C49-CFEF359DC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84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7" name="Freeform 1586">
                <a:extLst>
                  <a:ext uri="{FF2B5EF4-FFF2-40B4-BE49-F238E27FC236}">
                    <a16:creationId xmlns:a16="http://schemas.microsoft.com/office/drawing/2014/main" id="{1A91558E-30B4-40B2-B407-84B25F334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83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8" name="Freeform 1587">
                <a:extLst>
                  <a:ext uri="{FF2B5EF4-FFF2-40B4-BE49-F238E27FC236}">
                    <a16:creationId xmlns:a16="http://schemas.microsoft.com/office/drawing/2014/main" id="{7D85E9EA-FA1A-421E-BDE0-1D9FF6FEB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84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9" name="Freeform 1588">
                <a:extLst>
                  <a:ext uri="{FF2B5EF4-FFF2-40B4-BE49-F238E27FC236}">
                    <a16:creationId xmlns:a16="http://schemas.microsoft.com/office/drawing/2014/main" id="{B2CDC848-940F-4D2C-B55A-14BFF5AF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85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0" name="Freeform 1589">
                <a:extLst>
                  <a:ext uri="{FF2B5EF4-FFF2-40B4-BE49-F238E27FC236}">
                    <a16:creationId xmlns:a16="http://schemas.microsoft.com/office/drawing/2014/main" id="{2C21A0CA-9536-4769-83EE-1F8283DA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8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1" name="Freeform 1590">
                <a:extLst>
                  <a:ext uri="{FF2B5EF4-FFF2-40B4-BE49-F238E27FC236}">
                    <a16:creationId xmlns:a16="http://schemas.microsoft.com/office/drawing/2014/main" id="{9F8B01CF-8D88-41B6-BEBE-A3ECAEF56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841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2" name="Freeform 1591">
                <a:extLst>
                  <a:ext uri="{FF2B5EF4-FFF2-40B4-BE49-F238E27FC236}">
                    <a16:creationId xmlns:a16="http://schemas.microsoft.com/office/drawing/2014/main" id="{65F8DB79-90D7-411C-A94C-C483F4E52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5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3" name="Freeform 1592">
                <a:extLst>
                  <a:ext uri="{FF2B5EF4-FFF2-40B4-BE49-F238E27FC236}">
                    <a16:creationId xmlns:a16="http://schemas.microsoft.com/office/drawing/2014/main" id="{3106FB51-FFD6-407A-A5DB-455BF4C6A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7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4" name="Freeform 1593">
                <a:extLst>
                  <a:ext uri="{FF2B5EF4-FFF2-40B4-BE49-F238E27FC236}">
                    <a16:creationId xmlns:a16="http://schemas.microsoft.com/office/drawing/2014/main" id="{6DBB2F53-78A9-4FC2-B054-00949C214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6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5" name="Freeform 1594">
                <a:extLst>
                  <a:ext uri="{FF2B5EF4-FFF2-40B4-BE49-F238E27FC236}">
                    <a16:creationId xmlns:a16="http://schemas.microsoft.com/office/drawing/2014/main" id="{201DCF4A-AA31-453A-A4EF-2B9B63159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8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6" name="Freeform 1595">
                <a:extLst>
                  <a:ext uri="{FF2B5EF4-FFF2-40B4-BE49-F238E27FC236}">
                    <a16:creationId xmlns:a16="http://schemas.microsoft.com/office/drawing/2014/main" id="{ABA787E7-F3E0-423F-ACC9-ED77F94A9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84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7" name="Freeform 1596">
                <a:extLst>
                  <a:ext uri="{FF2B5EF4-FFF2-40B4-BE49-F238E27FC236}">
                    <a16:creationId xmlns:a16="http://schemas.microsoft.com/office/drawing/2014/main" id="{06652500-A566-47EB-B0C2-F3E1A1C5D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847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8" name="Freeform 1597">
                <a:extLst>
                  <a:ext uri="{FF2B5EF4-FFF2-40B4-BE49-F238E27FC236}">
                    <a16:creationId xmlns:a16="http://schemas.microsoft.com/office/drawing/2014/main" id="{3E468DDF-10D7-4CD8-9D1C-1F32188D8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839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09" name="Freeform 1598">
                <a:extLst>
                  <a:ext uri="{FF2B5EF4-FFF2-40B4-BE49-F238E27FC236}">
                    <a16:creationId xmlns:a16="http://schemas.microsoft.com/office/drawing/2014/main" id="{D1894EAC-B26E-4E43-A43A-4B6D8C4E7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8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0" name="Freeform 1599">
                <a:extLst>
                  <a:ext uri="{FF2B5EF4-FFF2-40B4-BE49-F238E27FC236}">
                    <a16:creationId xmlns:a16="http://schemas.microsoft.com/office/drawing/2014/main" id="{EB958259-079E-41CB-BD02-24D8BE6DF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84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1" name="Freeform 1600">
                <a:extLst>
                  <a:ext uri="{FF2B5EF4-FFF2-40B4-BE49-F238E27FC236}">
                    <a16:creationId xmlns:a16="http://schemas.microsoft.com/office/drawing/2014/main" id="{86611EB3-8A25-4DDA-96C6-0F38E8E9A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4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2" name="Freeform 1601">
                <a:extLst>
                  <a:ext uri="{FF2B5EF4-FFF2-40B4-BE49-F238E27FC236}">
                    <a16:creationId xmlns:a16="http://schemas.microsoft.com/office/drawing/2014/main" id="{060BF2DD-3817-450D-85CA-2CDBDD3A7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8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3" name="Freeform 1602">
                <a:extLst>
                  <a:ext uri="{FF2B5EF4-FFF2-40B4-BE49-F238E27FC236}">
                    <a16:creationId xmlns:a16="http://schemas.microsoft.com/office/drawing/2014/main" id="{313F90D8-07C7-4FC5-A6B7-F47DECF89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88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4" name="Freeform 1603">
                <a:extLst>
                  <a:ext uri="{FF2B5EF4-FFF2-40B4-BE49-F238E27FC236}">
                    <a16:creationId xmlns:a16="http://schemas.microsoft.com/office/drawing/2014/main" id="{EE79FD9D-59CB-461D-B6B2-0C771C27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84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5" name="Freeform 1604">
                <a:extLst>
                  <a:ext uri="{FF2B5EF4-FFF2-40B4-BE49-F238E27FC236}">
                    <a16:creationId xmlns:a16="http://schemas.microsoft.com/office/drawing/2014/main" id="{60DC5086-E73E-404A-9C81-996272276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4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6" name="Freeform 1605">
                <a:extLst>
                  <a:ext uri="{FF2B5EF4-FFF2-40B4-BE49-F238E27FC236}">
                    <a16:creationId xmlns:a16="http://schemas.microsoft.com/office/drawing/2014/main" id="{0CFF7BDC-BFA6-4C27-9B90-19D48D73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85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7" name="Freeform 1606">
                <a:extLst>
                  <a:ext uri="{FF2B5EF4-FFF2-40B4-BE49-F238E27FC236}">
                    <a16:creationId xmlns:a16="http://schemas.microsoft.com/office/drawing/2014/main" id="{451396FA-3955-4621-AB93-E1737A9A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6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8" name="Freeform 1607">
                <a:extLst>
                  <a:ext uri="{FF2B5EF4-FFF2-40B4-BE49-F238E27FC236}">
                    <a16:creationId xmlns:a16="http://schemas.microsoft.com/office/drawing/2014/main" id="{D538BD78-1240-4D1F-8200-1EA9F6E83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9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19" name="Freeform 1608">
                <a:extLst>
                  <a:ext uri="{FF2B5EF4-FFF2-40B4-BE49-F238E27FC236}">
                    <a16:creationId xmlns:a16="http://schemas.microsoft.com/office/drawing/2014/main" id="{BEBE7894-A8AA-4F9B-B45E-7BB6960C3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92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0" name="Freeform 1609">
                <a:extLst>
                  <a:ext uri="{FF2B5EF4-FFF2-40B4-BE49-F238E27FC236}">
                    <a16:creationId xmlns:a16="http://schemas.microsoft.com/office/drawing/2014/main" id="{22C8DE1E-F20B-417C-8FAF-796D22020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92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1" name="Freeform 1610">
                <a:extLst>
                  <a:ext uri="{FF2B5EF4-FFF2-40B4-BE49-F238E27FC236}">
                    <a16:creationId xmlns:a16="http://schemas.microsoft.com/office/drawing/2014/main" id="{F0DDF929-4B00-46BB-B671-AD2536F3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87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2" name="Freeform 1611">
                <a:extLst>
                  <a:ext uri="{FF2B5EF4-FFF2-40B4-BE49-F238E27FC236}">
                    <a16:creationId xmlns:a16="http://schemas.microsoft.com/office/drawing/2014/main" id="{600D65CD-A761-4CEF-B09A-ED319CF0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8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3" name="Freeform 1612">
                <a:extLst>
                  <a:ext uri="{FF2B5EF4-FFF2-40B4-BE49-F238E27FC236}">
                    <a16:creationId xmlns:a16="http://schemas.microsoft.com/office/drawing/2014/main" id="{64F1D8F6-F7ED-4592-832B-78E1A5104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88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4" name="Freeform 1613">
                <a:extLst>
                  <a:ext uri="{FF2B5EF4-FFF2-40B4-BE49-F238E27FC236}">
                    <a16:creationId xmlns:a16="http://schemas.microsoft.com/office/drawing/2014/main" id="{2D2D5036-78B9-4EC4-9FD2-8E1F3968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91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5" name="Freeform 1614">
                <a:extLst>
                  <a:ext uri="{FF2B5EF4-FFF2-40B4-BE49-F238E27FC236}">
                    <a16:creationId xmlns:a16="http://schemas.microsoft.com/office/drawing/2014/main" id="{4826BCB6-D092-4B8F-989D-9EC711B68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92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6" name="Freeform 1615">
                <a:extLst>
                  <a:ext uri="{FF2B5EF4-FFF2-40B4-BE49-F238E27FC236}">
                    <a16:creationId xmlns:a16="http://schemas.microsoft.com/office/drawing/2014/main" id="{E893CA3A-93FE-47E4-BC91-A64C7673D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93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7" name="Freeform 1616">
                <a:extLst>
                  <a:ext uri="{FF2B5EF4-FFF2-40B4-BE49-F238E27FC236}">
                    <a16:creationId xmlns:a16="http://schemas.microsoft.com/office/drawing/2014/main" id="{EAC42D38-F39E-46AF-AB55-6298D70A4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93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8" name="Freeform 1617">
                <a:extLst>
                  <a:ext uri="{FF2B5EF4-FFF2-40B4-BE49-F238E27FC236}">
                    <a16:creationId xmlns:a16="http://schemas.microsoft.com/office/drawing/2014/main" id="{92647469-54B4-4C6E-8EA2-CD84C5D9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841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29" name="Freeform 1618">
                <a:extLst>
                  <a:ext uri="{FF2B5EF4-FFF2-40B4-BE49-F238E27FC236}">
                    <a16:creationId xmlns:a16="http://schemas.microsoft.com/office/drawing/2014/main" id="{566937A5-6B09-4EF0-85D7-2A4AA9BEB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86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0" name="Freeform 1619">
                <a:extLst>
                  <a:ext uri="{FF2B5EF4-FFF2-40B4-BE49-F238E27FC236}">
                    <a16:creationId xmlns:a16="http://schemas.microsoft.com/office/drawing/2014/main" id="{9291F9C8-172F-407F-8898-E2424925E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895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1" name="Freeform 1620">
                <a:extLst>
                  <a:ext uri="{FF2B5EF4-FFF2-40B4-BE49-F238E27FC236}">
                    <a16:creationId xmlns:a16="http://schemas.microsoft.com/office/drawing/2014/main" id="{1B5A1677-2972-4045-B49A-8986FE0B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90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2" name="Freeform 1621">
                <a:extLst>
                  <a:ext uri="{FF2B5EF4-FFF2-40B4-BE49-F238E27FC236}">
                    <a16:creationId xmlns:a16="http://schemas.microsoft.com/office/drawing/2014/main" id="{1E55F774-39E8-4A8C-BEAF-48C333ACD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892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3" name="Freeform 1622">
                <a:extLst>
                  <a:ext uri="{FF2B5EF4-FFF2-40B4-BE49-F238E27FC236}">
                    <a16:creationId xmlns:a16="http://schemas.microsoft.com/office/drawing/2014/main" id="{65C23C55-AAA0-45F5-8816-1BFC36D97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0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4" name="Freeform 1623">
                <a:extLst>
                  <a:ext uri="{FF2B5EF4-FFF2-40B4-BE49-F238E27FC236}">
                    <a16:creationId xmlns:a16="http://schemas.microsoft.com/office/drawing/2014/main" id="{294B1F51-7EEB-4813-B049-439DFE2AF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89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5" name="Freeform 1624">
                <a:extLst>
                  <a:ext uri="{FF2B5EF4-FFF2-40B4-BE49-F238E27FC236}">
                    <a16:creationId xmlns:a16="http://schemas.microsoft.com/office/drawing/2014/main" id="{159233F0-A253-44E8-9B5B-13DF0CEE2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91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6" name="Freeform 1625">
                <a:extLst>
                  <a:ext uri="{FF2B5EF4-FFF2-40B4-BE49-F238E27FC236}">
                    <a16:creationId xmlns:a16="http://schemas.microsoft.com/office/drawing/2014/main" id="{F22B7C38-E295-431A-8845-2D352AA74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99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7" name="Freeform 1626">
                <a:extLst>
                  <a:ext uri="{FF2B5EF4-FFF2-40B4-BE49-F238E27FC236}">
                    <a16:creationId xmlns:a16="http://schemas.microsoft.com/office/drawing/2014/main" id="{0B6FA44C-14E7-45E5-90F5-D993F942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25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8" name="Freeform 1627">
                <a:extLst>
                  <a:ext uri="{FF2B5EF4-FFF2-40B4-BE49-F238E27FC236}">
                    <a16:creationId xmlns:a16="http://schemas.microsoft.com/office/drawing/2014/main" id="{36574062-5517-43A4-A64F-6C27E7FC1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08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39" name="Freeform 1628">
                <a:extLst>
                  <a:ext uri="{FF2B5EF4-FFF2-40B4-BE49-F238E27FC236}">
                    <a16:creationId xmlns:a16="http://schemas.microsoft.com/office/drawing/2014/main" id="{5204D7F7-42DE-4A34-815C-AD2060F49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09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0" name="Freeform 1629">
                <a:extLst>
                  <a:ext uri="{FF2B5EF4-FFF2-40B4-BE49-F238E27FC236}">
                    <a16:creationId xmlns:a16="http://schemas.microsoft.com/office/drawing/2014/main" id="{7E976119-07C0-4B39-B8B8-B5020DD43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08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1" name="Freeform 1630">
                <a:extLst>
                  <a:ext uri="{FF2B5EF4-FFF2-40B4-BE49-F238E27FC236}">
                    <a16:creationId xmlns:a16="http://schemas.microsoft.com/office/drawing/2014/main" id="{AC1D15B3-0982-4926-920C-2245058C7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03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2" name="Freeform 1631">
                <a:extLst>
                  <a:ext uri="{FF2B5EF4-FFF2-40B4-BE49-F238E27FC236}">
                    <a16:creationId xmlns:a16="http://schemas.microsoft.com/office/drawing/2014/main" id="{24CF71AF-B62B-4601-8D07-9F8ABA4C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11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3" name="Freeform 1632">
                <a:extLst>
                  <a:ext uri="{FF2B5EF4-FFF2-40B4-BE49-F238E27FC236}">
                    <a16:creationId xmlns:a16="http://schemas.microsoft.com/office/drawing/2014/main" id="{C8813E91-2350-441D-BAE3-FCB125D6C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10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4" name="Freeform 1633">
                <a:extLst>
                  <a:ext uri="{FF2B5EF4-FFF2-40B4-BE49-F238E27FC236}">
                    <a16:creationId xmlns:a16="http://schemas.microsoft.com/office/drawing/2014/main" id="{2F961CBF-D2B3-4EED-8F84-7353C78B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10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5" name="Freeform 1634">
                <a:extLst>
                  <a:ext uri="{FF2B5EF4-FFF2-40B4-BE49-F238E27FC236}">
                    <a16:creationId xmlns:a16="http://schemas.microsoft.com/office/drawing/2014/main" id="{08299F50-09A7-4A84-B944-FA2E48B4A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11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6" name="Freeform 1635">
                <a:extLst>
                  <a:ext uri="{FF2B5EF4-FFF2-40B4-BE49-F238E27FC236}">
                    <a16:creationId xmlns:a16="http://schemas.microsoft.com/office/drawing/2014/main" id="{B5CA7014-836E-455B-85FD-793861FF7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11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7" name="Freeform 1636">
                <a:extLst>
                  <a:ext uri="{FF2B5EF4-FFF2-40B4-BE49-F238E27FC236}">
                    <a16:creationId xmlns:a16="http://schemas.microsoft.com/office/drawing/2014/main" id="{3CA92A4A-F9D6-4072-9002-CB0E4BA76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11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8" name="Freeform 1637">
                <a:extLst>
                  <a:ext uri="{FF2B5EF4-FFF2-40B4-BE49-F238E27FC236}">
                    <a16:creationId xmlns:a16="http://schemas.microsoft.com/office/drawing/2014/main" id="{50AAF7D7-B378-4E93-BF0D-9592CEB9E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12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9" name="Freeform 1638">
                <a:extLst>
                  <a:ext uri="{FF2B5EF4-FFF2-40B4-BE49-F238E27FC236}">
                    <a16:creationId xmlns:a16="http://schemas.microsoft.com/office/drawing/2014/main" id="{AAA5710B-B112-452F-8D69-D4E83CFF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12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0" name="Freeform 1639">
                <a:extLst>
                  <a:ext uri="{FF2B5EF4-FFF2-40B4-BE49-F238E27FC236}">
                    <a16:creationId xmlns:a16="http://schemas.microsoft.com/office/drawing/2014/main" id="{6393292F-FA9D-4AEF-B071-35AB96E6D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2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1" name="Freeform 1640">
                <a:extLst>
                  <a:ext uri="{FF2B5EF4-FFF2-40B4-BE49-F238E27FC236}">
                    <a16:creationId xmlns:a16="http://schemas.microsoft.com/office/drawing/2014/main" id="{260C0732-7F53-4137-9720-72002502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22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2" name="Freeform 1641">
                <a:extLst>
                  <a:ext uri="{FF2B5EF4-FFF2-40B4-BE49-F238E27FC236}">
                    <a16:creationId xmlns:a16="http://schemas.microsoft.com/office/drawing/2014/main" id="{86652CB3-5620-4FA1-A418-164B19916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212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3" name="Freeform 1642">
                <a:extLst>
                  <a:ext uri="{FF2B5EF4-FFF2-40B4-BE49-F238E27FC236}">
                    <a16:creationId xmlns:a16="http://schemas.microsoft.com/office/drawing/2014/main" id="{1361B4B5-AFBD-4D4B-A6B6-E8F6A4CB9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241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4" name="Freeform 1643">
                <a:extLst>
                  <a:ext uri="{FF2B5EF4-FFF2-40B4-BE49-F238E27FC236}">
                    <a16:creationId xmlns:a16="http://schemas.microsoft.com/office/drawing/2014/main" id="{DE63EC1D-3E4E-4CAC-82AC-03D7FCA05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23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5" name="Freeform 1644">
                <a:extLst>
                  <a:ext uri="{FF2B5EF4-FFF2-40B4-BE49-F238E27FC236}">
                    <a16:creationId xmlns:a16="http://schemas.microsoft.com/office/drawing/2014/main" id="{53504913-2ACF-4DA7-93E5-805690C2B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87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Freeform 1645">
                <a:extLst>
                  <a:ext uri="{FF2B5EF4-FFF2-40B4-BE49-F238E27FC236}">
                    <a16:creationId xmlns:a16="http://schemas.microsoft.com/office/drawing/2014/main" id="{133AF36D-F99B-4CEB-BBCF-60254A4BE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892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7" name="Freeform 1646">
                <a:extLst>
                  <a:ext uri="{FF2B5EF4-FFF2-40B4-BE49-F238E27FC236}">
                    <a16:creationId xmlns:a16="http://schemas.microsoft.com/office/drawing/2014/main" id="{C4B30EA3-A2E9-48FD-93C3-84C61EEF3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16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1647">
                <a:extLst>
                  <a:ext uri="{FF2B5EF4-FFF2-40B4-BE49-F238E27FC236}">
                    <a16:creationId xmlns:a16="http://schemas.microsoft.com/office/drawing/2014/main" id="{733D2240-6CD4-4DBE-B0F6-11FEC7D68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16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1648">
                <a:extLst>
                  <a:ext uri="{FF2B5EF4-FFF2-40B4-BE49-F238E27FC236}">
                    <a16:creationId xmlns:a16="http://schemas.microsoft.com/office/drawing/2014/main" id="{C5DB1F74-6A8D-41A4-85E6-E1ACFC374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06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1649">
                <a:extLst>
                  <a:ext uri="{FF2B5EF4-FFF2-40B4-BE49-F238E27FC236}">
                    <a16:creationId xmlns:a16="http://schemas.microsoft.com/office/drawing/2014/main" id="{53CAA801-0AB5-49ED-9584-27BFFB921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15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1650">
                <a:extLst>
                  <a:ext uri="{FF2B5EF4-FFF2-40B4-BE49-F238E27FC236}">
                    <a16:creationId xmlns:a16="http://schemas.microsoft.com/office/drawing/2014/main" id="{1468D46E-4534-4BCB-ACF3-359E88834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060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1651">
                <a:extLst>
                  <a:ext uri="{FF2B5EF4-FFF2-40B4-BE49-F238E27FC236}">
                    <a16:creationId xmlns:a16="http://schemas.microsoft.com/office/drawing/2014/main" id="{FB895F38-4C6D-4A7A-9374-96C01649B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07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Freeform 1652">
                <a:extLst>
                  <a:ext uri="{FF2B5EF4-FFF2-40B4-BE49-F238E27FC236}">
                    <a16:creationId xmlns:a16="http://schemas.microsoft.com/office/drawing/2014/main" id="{F2CC5994-02A4-4943-AC6C-C2F9016C1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060"/>
                <a:ext cx="2" cy="11"/>
              </a:xfrm>
              <a:custGeom>
                <a:avLst/>
                <a:gdLst>
                  <a:gd name="T0" fmla="*/ 8 w 1"/>
                  <a:gd name="T1" fmla="*/ 8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4" name="Freeform 1653">
                <a:extLst>
                  <a:ext uri="{FF2B5EF4-FFF2-40B4-BE49-F238E27FC236}">
                    <a16:creationId xmlns:a16="http://schemas.microsoft.com/office/drawing/2014/main" id="{68080C43-7E54-469A-9396-334D68FB0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0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5" name="Freeform 1654">
                <a:extLst>
                  <a:ext uri="{FF2B5EF4-FFF2-40B4-BE49-F238E27FC236}">
                    <a16:creationId xmlns:a16="http://schemas.microsoft.com/office/drawing/2014/main" id="{6EECD42E-68A4-4FD7-85A2-62B45CC56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05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6" name="Freeform 1655">
                <a:extLst>
                  <a:ext uri="{FF2B5EF4-FFF2-40B4-BE49-F238E27FC236}">
                    <a16:creationId xmlns:a16="http://schemas.microsoft.com/office/drawing/2014/main" id="{EDDF6B9B-933E-4CC5-A6A6-4C5409A2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06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1656">
                <a:extLst>
                  <a:ext uri="{FF2B5EF4-FFF2-40B4-BE49-F238E27FC236}">
                    <a16:creationId xmlns:a16="http://schemas.microsoft.com/office/drawing/2014/main" id="{B50487FF-42AD-4B50-997B-A1F845A1A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04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1657">
                <a:extLst>
                  <a:ext uri="{FF2B5EF4-FFF2-40B4-BE49-F238E27FC236}">
                    <a16:creationId xmlns:a16="http://schemas.microsoft.com/office/drawing/2014/main" id="{75A64DB5-7538-490C-B469-D3A4DA53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06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1658">
                <a:extLst>
                  <a:ext uri="{FF2B5EF4-FFF2-40B4-BE49-F238E27FC236}">
                    <a16:creationId xmlns:a16="http://schemas.microsoft.com/office/drawing/2014/main" id="{7C1B1111-43C4-4F0F-94B5-C92B8BE42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02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1659">
                <a:extLst>
                  <a:ext uri="{FF2B5EF4-FFF2-40B4-BE49-F238E27FC236}">
                    <a16:creationId xmlns:a16="http://schemas.microsoft.com/office/drawing/2014/main" id="{AB88DFEE-9E49-4762-9E55-A04D7FC21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01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1660">
                <a:extLst>
                  <a:ext uri="{FF2B5EF4-FFF2-40B4-BE49-F238E27FC236}">
                    <a16:creationId xmlns:a16="http://schemas.microsoft.com/office/drawing/2014/main" id="{447087EC-9C2D-4BF5-A65B-6F3D26259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02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1661">
                <a:extLst>
                  <a:ext uri="{FF2B5EF4-FFF2-40B4-BE49-F238E27FC236}">
                    <a16:creationId xmlns:a16="http://schemas.microsoft.com/office/drawing/2014/main" id="{9CA48F08-E5A6-4E4F-B3F5-8BA59376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02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1662">
                <a:extLst>
                  <a:ext uri="{FF2B5EF4-FFF2-40B4-BE49-F238E27FC236}">
                    <a16:creationId xmlns:a16="http://schemas.microsoft.com/office/drawing/2014/main" id="{B0533A90-04FE-476C-A8DD-77A9076AE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00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1663">
                <a:extLst>
                  <a:ext uri="{FF2B5EF4-FFF2-40B4-BE49-F238E27FC236}">
                    <a16:creationId xmlns:a16="http://schemas.microsoft.com/office/drawing/2014/main" id="{80C954D7-ACC3-4DD5-9E16-1E5C0165C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012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18" name="Group 1664">
              <a:extLst>
                <a:ext uri="{FF2B5EF4-FFF2-40B4-BE49-F238E27FC236}">
                  <a16:creationId xmlns:a16="http://schemas.microsoft.com/office/drawing/2014/main" id="{03AD4A00-BB27-4847-A380-C5843F3628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5" y="1969"/>
              <a:ext cx="338" cy="187"/>
              <a:chOff x="2835" y="1969"/>
              <a:chExt cx="338" cy="187"/>
            </a:xfrm>
          </p:grpSpPr>
          <p:sp>
            <p:nvSpPr>
              <p:cNvPr id="14039" name="Freeform 1665">
                <a:extLst>
                  <a:ext uri="{FF2B5EF4-FFF2-40B4-BE49-F238E27FC236}">
                    <a16:creationId xmlns:a16="http://schemas.microsoft.com/office/drawing/2014/main" id="{B1C33104-E6D5-4D4C-BEBA-9A131D3DD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007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" name="Freeform 1666">
                <a:extLst>
                  <a:ext uri="{FF2B5EF4-FFF2-40B4-BE49-F238E27FC236}">
                    <a16:creationId xmlns:a16="http://schemas.microsoft.com/office/drawing/2014/main" id="{49C68FA9-F039-44EE-AC9C-95466D87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00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" name="Freeform 1667">
                <a:extLst>
                  <a:ext uri="{FF2B5EF4-FFF2-40B4-BE49-F238E27FC236}">
                    <a16:creationId xmlns:a16="http://schemas.microsoft.com/office/drawing/2014/main" id="{A68F3ED3-4BFD-4C19-8AAE-F7072DFA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999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" name="Freeform 1668">
                <a:extLst>
                  <a:ext uri="{FF2B5EF4-FFF2-40B4-BE49-F238E27FC236}">
                    <a16:creationId xmlns:a16="http://schemas.microsoft.com/office/drawing/2014/main" id="{477C2D09-3FB0-4FC0-9BF3-A02C99CFB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99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" name="Freeform 1669">
                <a:extLst>
                  <a:ext uri="{FF2B5EF4-FFF2-40B4-BE49-F238E27FC236}">
                    <a16:creationId xmlns:a16="http://schemas.microsoft.com/office/drawing/2014/main" id="{E33BA3B4-6F06-4053-BDEF-10B825D39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01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4" name="Freeform 1670">
                <a:extLst>
                  <a:ext uri="{FF2B5EF4-FFF2-40B4-BE49-F238E27FC236}">
                    <a16:creationId xmlns:a16="http://schemas.microsoft.com/office/drawing/2014/main" id="{AFBAD283-EB83-4CBC-AC6C-637082914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0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5" name="Freeform 1671">
                <a:extLst>
                  <a:ext uri="{FF2B5EF4-FFF2-40B4-BE49-F238E27FC236}">
                    <a16:creationId xmlns:a16="http://schemas.microsoft.com/office/drawing/2014/main" id="{92224580-31E9-49FC-9255-46AC2D7A8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0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6" name="Freeform 1672">
                <a:extLst>
                  <a:ext uri="{FF2B5EF4-FFF2-40B4-BE49-F238E27FC236}">
                    <a16:creationId xmlns:a16="http://schemas.microsoft.com/office/drawing/2014/main" id="{60E0D94F-973D-4EE1-A017-3EB4D023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009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7" name="Freeform 1673">
                <a:extLst>
                  <a:ext uri="{FF2B5EF4-FFF2-40B4-BE49-F238E27FC236}">
                    <a16:creationId xmlns:a16="http://schemas.microsoft.com/office/drawing/2014/main" id="{E437ECDE-21AB-4601-B75B-856A71360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996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8" name="Freeform 1674">
                <a:extLst>
                  <a:ext uri="{FF2B5EF4-FFF2-40B4-BE49-F238E27FC236}">
                    <a16:creationId xmlns:a16="http://schemas.microsoft.com/office/drawing/2014/main" id="{64587EB5-0339-4AB3-A05B-ED0772D03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99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9" name="Freeform 1675">
                <a:extLst>
                  <a:ext uri="{FF2B5EF4-FFF2-40B4-BE49-F238E27FC236}">
                    <a16:creationId xmlns:a16="http://schemas.microsoft.com/office/drawing/2014/main" id="{17DAFDD4-0B6B-4247-A25A-9791DDB02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980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2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0" name="Freeform 1676">
                <a:extLst>
                  <a:ext uri="{FF2B5EF4-FFF2-40B4-BE49-F238E27FC236}">
                    <a16:creationId xmlns:a16="http://schemas.microsoft.com/office/drawing/2014/main" id="{2B339CBC-3395-40AC-AB27-8E5F9D9CB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985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1" name="Freeform 1677">
                <a:extLst>
                  <a:ext uri="{FF2B5EF4-FFF2-40B4-BE49-F238E27FC236}">
                    <a16:creationId xmlns:a16="http://schemas.microsoft.com/office/drawing/2014/main" id="{2DCCBB8C-6E98-42F8-AADC-72E2D1DF1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99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2" name="Freeform 1678">
                <a:extLst>
                  <a:ext uri="{FF2B5EF4-FFF2-40B4-BE49-F238E27FC236}">
                    <a16:creationId xmlns:a16="http://schemas.microsoft.com/office/drawing/2014/main" id="{D4F54B60-A36E-4F55-A199-484E67641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00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3" name="Freeform 1679">
                <a:extLst>
                  <a:ext uri="{FF2B5EF4-FFF2-40B4-BE49-F238E27FC236}">
                    <a16:creationId xmlns:a16="http://schemas.microsoft.com/office/drawing/2014/main" id="{01958927-92BF-4C7B-95AC-A4D5ADFC5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97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4" name="Freeform 1680">
                <a:extLst>
                  <a:ext uri="{FF2B5EF4-FFF2-40B4-BE49-F238E27FC236}">
                    <a16:creationId xmlns:a16="http://schemas.microsoft.com/office/drawing/2014/main" id="{82AFD1D9-8A89-41DE-94D9-4282EBBD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98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5" name="Freeform 1681">
                <a:extLst>
                  <a:ext uri="{FF2B5EF4-FFF2-40B4-BE49-F238E27FC236}">
                    <a16:creationId xmlns:a16="http://schemas.microsoft.com/office/drawing/2014/main" id="{0F27A5E4-30A5-4532-AF12-374047E6F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04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6" name="Freeform 1682">
                <a:extLst>
                  <a:ext uri="{FF2B5EF4-FFF2-40B4-BE49-F238E27FC236}">
                    <a16:creationId xmlns:a16="http://schemas.microsoft.com/office/drawing/2014/main" id="{444D9DB4-2F80-4C02-BB9A-9B5B6A0BD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03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7" name="Freeform 1683">
                <a:extLst>
                  <a:ext uri="{FF2B5EF4-FFF2-40B4-BE49-F238E27FC236}">
                    <a16:creationId xmlns:a16="http://schemas.microsoft.com/office/drawing/2014/main" id="{37983E8B-5BFF-4B6D-9A72-CDFF1889E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05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8" name="Freeform 1684">
                <a:extLst>
                  <a:ext uri="{FF2B5EF4-FFF2-40B4-BE49-F238E27FC236}">
                    <a16:creationId xmlns:a16="http://schemas.microsoft.com/office/drawing/2014/main" id="{15E2660D-D4DD-4041-8C0A-FFBF8478A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04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9" name="Freeform 1685">
                <a:extLst>
                  <a:ext uri="{FF2B5EF4-FFF2-40B4-BE49-F238E27FC236}">
                    <a16:creationId xmlns:a16="http://schemas.microsoft.com/office/drawing/2014/main" id="{121F059F-D9DA-41F2-9DF5-08EA85ED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03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0" name="Freeform 1686">
                <a:extLst>
                  <a:ext uri="{FF2B5EF4-FFF2-40B4-BE49-F238E27FC236}">
                    <a16:creationId xmlns:a16="http://schemas.microsoft.com/office/drawing/2014/main" id="{0A9C5E6C-EE3C-4419-ACC6-1B5BF6CBF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03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1" name="Freeform 1687">
                <a:extLst>
                  <a:ext uri="{FF2B5EF4-FFF2-40B4-BE49-F238E27FC236}">
                    <a16:creationId xmlns:a16="http://schemas.microsoft.com/office/drawing/2014/main" id="{80A7AE3C-F418-4B50-91ED-5D8FFA8B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028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2" name="Freeform 1688">
                <a:extLst>
                  <a:ext uri="{FF2B5EF4-FFF2-40B4-BE49-F238E27FC236}">
                    <a16:creationId xmlns:a16="http://schemas.microsoft.com/office/drawing/2014/main" id="{497F2DA6-B482-4761-B55A-2775FE99F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02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3" name="Freeform 1689">
                <a:extLst>
                  <a:ext uri="{FF2B5EF4-FFF2-40B4-BE49-F238E27FC236}">
                    <a16:creationId xmlns:a16="http://schemas.microsoft.com/office/drawing/2014/main" id="{8E2F4DD0-EBF9-47A5-9CBC-2A9E26148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02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4" name="Freeform 1690">
                <a:extLst>
                  <a:ext uri="{FF2B5EF4-FFF2-40B4-BE49-F238E27FC236}">
                    <a16:creationId xmlns:a16="http://schemas.microsoft.com/office/drawing/2014/main" id="{645E18C3-56CF-4AF0-BC9E-0F139C20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01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5" name="Freeform 1691">
                <a:extLst>
                  <a:ext uri="{FF2B5EF4-FFF2-40B4-BE49-F238E27FC236}">
                    <a16:creationId xmlns:a16="http://schemas.microsoft.com/office/drawing/2014/main" id="{BDBA4080-79C5-4540-975A-9040AFA2D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03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6" name="Freeform 1692">
                <a:extLst>
                  <a:ext uri="{FF2B5EF4-FFF2-40B4-BE49-F238E27FC236}">
                    <a16:creationId xmlns:a16="http://schemas.microsoft.com/office/drawing/2014/main" id="{AC4BFB2B-5298-4F8C-B8D8-2194C6DF6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0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7" name="Freeform 1693">
                <a:extLst>
                  <a:ext uri="{FF2B5EF4-FFF2-40B4-BE49-F238E27FC236}">
                    <a16:creationId xmlns:a16="http://schemas.microsoft.com/office/drawing/2014/main" id="{9CE357C1-EED0-4171-9536-B349B8834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04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8" name="Freeform 1694">
                <a:extLst>
                  <a:ext uri="{FF2B5EF4-FFF2-40B4-BE49-F238E27FC236}">
                    <a16:creationId xmlns:a16="http://schemas.microsoft.com/office/drawing/2014/main" id="{A7CC7AE6-5120-413B-A226-3E916A79A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03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9" name="Freeform 1695">
                <a:extLst>
                  <a:ext uri="{FF2B5EF4-FFF2-40B4-BE49-F238E27FC236}">
                    <a16:creationId xmlns:a16="http://schemas.microsoft.com/office/drawing/2014/main" id="{7DF4FC1D-6683-48CA-A491-CC7EF68F2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017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0" name="Freeform 1696">
                <a:extLst>
                  <a:ext uri="{FF2B5EF4-FFF2-40B4-BE49-F238E27FC236}">
                    <a16:creationId xmlns:a16="http://schemas.microsoft.com/office/drawing/2014/main" id="{C0463FC9-81D6-413D-9F49-55690E2F0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01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1" name="Freeform 1697">
                <a:extLst>
                  <a:ext uri="{FF2B5EF4-FFF2-40B4-BE49-F238E27FC236}">
                    <a16:creationId xmlns:a16="http://schemas.microsoft.com/office/drawing/2014/main" id="{F4ED0845-6BF2-492B-A60B-0E9F40505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001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2" name="Freeform 1698">
                <a:extLst>
                  <a:ext uri="{FF2B5EF4-FFF2-40B4-BE49-F238E27FC236}">
                    <a16:creationId xmlns:a16="http://schemas.microsoft.com/office/drawing/2014/main" id="{4CD74B1C-3229-485E-AB36-9B7C6110E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00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3" name="Freeform 1699">
                <a:extLst>
                  <a:ext uri="{FF2B5EF4-FFF2-40B4-BE49-F238E27FC236}">
                    <a16:creationId xmlns:a16="http://schemas.microsoft.com/office/drawing/2014/main" id="{9194C9B6-C043-4B19-9FDF-602DBDDB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02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4" name="Freeform 1700">
                <a:extLst>
                  <a:ext uri="{FF2B5EF4-FFF2-40B4-BE49-F238E27FC236}">
                    <a16:creationId xmlns:a16="http://schemas.microsoft.com/office/drawing/2014/main" id="{607FE6FE-69AD-4970-8227-75CB9B1EB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3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5" name="Freeform 1701">
                <a:extLst>
                  <a:ext uri="{FF2B5EF4-FFF2-40B4-BE49-F238E27FC236}">
                    <a16:creationId xmlns:a16="http://schemas.microsoft.com/office/drawing/2014/main" id="{6591DB5A-F1C0-4A70-845B-9CF7721C0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02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6" name="Freeform 1702">
                <a:extLst>
                  <a:ext uri="{FF2B5EF4-FFF2-40B4-BE49-F238E27FC236}">
                    <a16:creationId xmlns:a16="http://schemas.microsoft.com/office/drawing/2014/main" id="{87EDE00D-CEF2-4135-8077-546147E97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98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7" name="Freeform 1703">
                <a:extLst>
                  <a:ext uri="{FF2B5EF4-FFF2-40B4-BE49-F238E27FC236}">
                    <a16:creationId xmlns:a16="http://schemas.microsoft.com/office/drawing/2014/main" id="{3743BB9B-16C5-4A61-9D8A-C6A31636B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99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8" name="Freeform 1704">
                <a:extLst>
                  <a:ext uri="{FF2B5EF4-FFF2-40B4-BE49-F238E27FC236}">
                    <a16:creationId xmlns:a16="http://schemas.microsoft.com/office/drawing/2014/main" id="{DF4B49F2-D4CC-4ECC-A288-57213A5FA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00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9" name="Freeform 1705">
                <a:extLst>
                  <a:ext uri="{FF2B5EF4-FFF2-40B4-BE49-F238E27FC236}">
                    <a16:creationId xmlns:a16="http://schemas.microsoft.com/office/drawing/2014/main" id="{0D794C91-143D-4A9F-BA6C-212948AB4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01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0" name="Freeform 1706">
                <a:extLst>
                  <a:ext uri="{FF2B5EF4-FFF2-40B4-BE49-F238E27FC236}">
                    <a16:creationId xmlns:a16="http://schemas.microsoft.com/office/drawing/2014/main" id="{8B097D89-89D9-4B56-B4D1-4D5BDC91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2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1" name="Freeform 1707">
                <a:extLst>
                  <a:ext uri="{FF2B5EF4-FFF2-40B4-BE49-F238E27FC236}">
                    <a16:creationId xmlns:a16="http://schemas.microsoft.com/office/drawing/2014/main" id="{38651D41-BBC0-4DC2-9115-7DD4A4BB6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03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2" name="Freeform 1708">
                <a:extLst>
                  <a:ext uri="{FF2B5EF4-FFF2-40B4-BE49-F238E27FC236}">
                    <a16:creationId xmlns:a16="http://schemas.microsoft.com/office/drawing/2014/main" id="{47A1B5AB-D5F3-434B-AA32-350A94C95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97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3" name="Freeform 1709">
                <a:extLst>
                  <a:ext uri="{FF2B5EF4-FFF2-40B4-BE49-F238E27FC236}">
                    <a16:creationId xmlns:a16="http://schemas.microsoft.com/office/drawing/2014/main" id="{B7233A2B-9C0E-466A-855C-5ED81AE39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97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4" name="Freeform 1710">
                <a:extLst>
                  <a:ext uri="{FF2B5EF4-FFF2-40B4-BE49-F238E27FC236}">
                    <a16:creationId xmlns:a16="http://schemas.microsoft.com/office/drawing/2014/main" id="{58A0445F-328C-458E-B8E4-063F9953E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993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5" name="Freeform 1711">
                <a:extLst>
                  <a:ext uri="{FF2B5EF4-FFF2-40B4-BE49-F238E27FC236}">
                    <a16:creationId xmlns:a16="http://schemas.microsoft.com/office/drawing/2014/main" id="{3C691119-87BD-43EA-86C6-6662585D1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00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6" name="Freeform 1712">
                <a:extLst>
                  <a:ext uri="{FF2B5EF4-FFF2-40B4-BE49-F238E27FC236}">
                    <a16:creationId xmlns:a16="http://schemas.microsoft.com/office/drawing/2014/main" id="{F041D037-3912-4F49-9258-981B08420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99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7" name="Freeform 1713">
                <a:extLst>
                  <a:ext uri="{FF2B5EF4-FFF2-40B4-BE49-F238E27FC236}">
                    <a16:creationId xmlns:a16="http://schemas.microsoft.com/office/drawing/2014/main" id="{B5A4A5E8-F04E-4F11-B1BE-3DDFD962F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99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8" name="Freeform 1714">
                <a:extLst>
                  <a:ext uri="{FF2B5EF4-FFF2-40B4-BE49-F238E27FC236}">
                    <a16:creationId xmlns:a16="http://schemas.microsoft.com/office/drawing/2014/main" id="{D726DF35-EE74-4EE4-B4B3-C06D8F544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98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9" name="Freeform 1715">
                <a:extLst>
                  <a:ext uri="{FF2B5EF4-FFF2-40B4-BE49-F238E27FC236}">
                    <a16:creationId xmlns:a16="http://schemas.microsoft.com/office/drawing/2014/main" id="{E1856FD1-28AD-491C-9344-5223C6A77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98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0" name="Freeform 1716">
                <a:extLst>
                  <a:ext uri="{FF2B5EF4-FFF2-40B4-BE49-F238E27FC236}">
                    <a16:creationId xmlns:a16="http://schemas.microsoft.com/office/drawing/2014/main" id="{02B1E0A5-DB24-477A-8CD9-1AAEDFBEF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98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1" name="Freeform 1717">
                <a:extLst>
                  <a:ext uri="{FF2B5EF4-FFF2-40B4-BE49-F238E27FC236}">
                    <a16:creationId xmlns:a16="http://schemas.microsoft.com/office/drawing/2014/main" id="{CB8BF0B7-FD5E-4EBF-A60D-4DEE972D6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98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2" name="Freeform 1718">
                <a:extLst>
                  <a:ext uri="{FF2B5EF4-FFF2-40B4-BE49-F238E27FC236}">
                    <a16:creationId xmlns:a16="http://schemas.microsoft.com/office/drawing/2014/main" id="{3DF8F052-4812-4B43-90A3-AE3FF10AA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98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3" name="Freeform 1719">
                <a:extLst>
                  <a:ext uri="{FF2B5EF4-FFF2-40B4-BE49-F238E27FC236}">
                    <a16:creationId xmlns:a16="http://schemas.microsoft.com/office/drawing/2014/main" id="{E4F6EEF2-F460-4BA3-A1D8-5ED8C0D5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97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4" name="Freeform 1720">
                <a:extLst>
                  <a:ext uri="{FF2B5EF4-FFF2-40B4-BE49-F238E27FC236}">
                    <a16:creationId xmlns:a16="http://schemas.microsoft.com/office/drawing/2014/main" id="{E8C25D23-2AB8-4C68-ADCA-59BC44D2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97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5" name="Freeform 1721">
                <a:extLst>
                  <a:ext uri="{FF2B5EF4-FFF2-40B4-BE49-F238E27FC236}">
                    <a16:creationId xmlns:a16="http://schemas.microsoft.com/office/drawing/2014/main" id="{79D8B9CC-C145-4384-93FC-59C8528E7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99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6" name="Freeform 1722">
                <a:extLst>
                  <a:ext uri="{FF2B5EF4-FFF2-40B4-BE49-F238E27FC236}">
                    <a16:creationId xmlns:a16="http://schemas.microsoft.com/office/drawing/2014/main" id="{4D7EBB3A-B2F0-4D2F-B74C-56C14039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00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7" name="Freeform 1723">
                <a:extLst>
                  <a:ext uri="{FF2B5EF4-FFF2-40B4-BE49-F238E27FC236}">
                    <a16:creationId xmlns:a16="http://schemas.microsoft.com/office/drawing/2014/main" id="{F1EEB866-3660-4BBB-B61D-1B041DC72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012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8" name="Freeform 1724">
                <a:extLst>
                  <a:ext uri="{FF2B5EF4-FFF2-40B4-BE49-F238E27FC236}">
                    <a16:creationId xmlns:a16="http://schemas.microsoft.com/office/drawing/2014/main" id="{4695AE3E-8396-46D6-8AD7-701794397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02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9" name="Freeform 1725">
                <a:extLst>
                  <a:ext uri="{FF2B5EF4-FFF2-40B4-BE49-F238E27FC236}">
                    <a16:creationId xmlns:a16="http://schemas.microsoft.com/office/drawing/2014/main" id="{DD47B208-D02B-4497-8C1C-F01331C9B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03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0" name="Freeform 1726">
                <a:extLst>
                  <a:ext uri="{FF2B5EF4-FFF2-40B4-BE49-F238E27FC236}">
                    <a16:creationId xmlns:a16="http://schemas.microsoft.com/office/drawing/2014/main" id="{8940A8BB-5C38-4C1C-BEF5-BED99B855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04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1" name="Freeform 1727">
                <a:extLst>
                  <a:ext uri="{FF2B5EF4-FFF2-40B4-BE49-F238E27FC236}">
                    <a16:creationId xmlns:a16="http://schemas.microsoft.com/office/drawing/2014/main" id="{44B236CE-C42F-4059-971C-DF1A7E42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05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2" name="Freeform 1728">
                <a:extLst>
                  <a:ext uri="{FF2B5EF4-FFF2-40B4-BE49-F238E27FC236}">
                    <a16:creationId xmlns:a16="http://schemas.microsoft.com/office/drawing/2014/main" id="{5F5BA49C-DD7E-4512-98A7-AB4FF943C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06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3" name="Freeform 1729">
                <a:extLst>
                  <a:ext uri="{FF2B5EF4-FFF2-40B4-BE49-F238E27FC236}">
                    <a16:creationId xmlns:a16="http://schemas.microsoft.com/office/drawing/2014/main" id="{D3CA4C77-4097-4A06-AC44-22F86C9D8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04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4" name="Freeform 1730">
                <a:extLst>
                  <a:ext uri="{FF2B5EF4-FFF2-40B4-BE49-F238E27FC236}">
                    <a16:creationId xmlns:a16="http://schemas.microsoft.com/office/drawing/2014/main" id="{E20ADB97-D94B-49C1-84EE-B9CD927F0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04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5" name="Freeform 1731">
                <a:extLst>
                  <a:ext uri="{FF2B5EF4-FFF2-40B4-BE49-F238E27FC236}">
                    <a16:creationId xmlns:a16="http://schemas.microsoft.com/office/drawing/2014/main" id="{C1D3FF50-01DC-412A-8EED-935A49BFA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0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6" name="Freeform 1732">
                <a:extLst>
                  <a:ext uri="{FF2B5EF4-FFF2-40B4-BE49-F238E27FC236}">
                    <a16:creationId xmlns:a16="http://schemas.microsoft.com/office/drawing/2014/main" id="{7D7DECD5-CC61-4FAE-8BAB-7C553A0B9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06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7" name="Freeform 1733">
                <a:extLst>
                  <a:ext uri="{FF2B5EF4-FFF2-40B4-BE49-F238E27FC236}">
                    <a16:creationId xmlns:a16="http://schemas.microsoft.com/office/drawing/2014/main" id="{72C52E1C-4267-438E-90C4-8B3750BC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6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8" name="Freeform 1734">
                <a:extLst>
                  <a:ext uri="{FF2B5EF4-FFF2-40B4-BE49-F238E27FC236}">
                    <a16:creationId xmlns:a16="http://schemas.microsoft.com/office/drawing/2014/main" id="{252AAAD9-3241-42B3-BBE6-692D7B0C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052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1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9" name="Freeform 1735">
                <a:extLst>
                  <a:ext uri="{FF2B5EF4-FFF2-40B4-BE49-F238E27FC236}">
                    <a16:creationId xmlns:a16="http://schemas.microsoft.com/office/drawing/2014/main" id="{69A9E5BD-ED76-45C2-AB59-E109863A0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06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0" name="Freeform 1736">
                <a:extLst>
                  <a:ext uri="{FF2B5EF4-FFF2-40B4-BE49-F238E27FC236}">
                    <a16:creationId xmlns:a16="http://schemas.microsoft.com/office/drawing/2014/main" id="{CA3F2793-BC87-4ED3-A276-F897FB3EB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04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1" name="Freeform 1737">
                <a:extLst>
                  <a:ext uri="{FF2B5EF4-FFF2-40B4-BE49-F238E27FC236}">
                    <a16:creationId xmlns:a16="http://schemas.microsoft.com/office/drawing/2014/main" id="{73B37EA0-96FB-492B-A1B9-9D276B96A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14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2" name="Freeform 1738">
                <a:extLst>
                  <a:ext uri="{FF2B5EF4-FFF2-40B4-BE49-F238E27FC236}">
                    <a16:creationId xmlns:a16="http://schemas.microsoft.com/office/drawing/2014/main" id="{210075DE-1CA8-4C4E-BEE7-41556ED3C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151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3" name="Freeform 1739">
                <a:extLst>
                  <a:ext uri="{FF2B5EF4-FFF2-40B4-BE49-F238E27FC236}">
                    <a16:creationId xmlns:a16="http://schemas.microsoft.com/office/drawing/2014/main" id="{1FF9B84D-CF01-49A8-8087-AFAAEE795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47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4" name="Freeform 1740">
                <a:extLst>
                  <a:ext uri="{FF2B5EF4-FFF2-40B4-BE49-F238E27FC236}">
                    <a16:creationId xmlns:a16="http://schemas.microsoft.com/office/drawing/2014/main" id="{5353856B-ED6B-417F-9655-42BF0ABA2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03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5" name="Freeform 1741">
                <a:extLst>
                  <a:ext uri="{FF2B5EF4-FFF2-40B4-BE49-F238E27FC236}">
                    <a16:creationId xmlns:a16="http://schemas.microsoft.com/office/drawing/2014/main" id="{17AFF240-F2F2-4D13-B337-C4F2EDC20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039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6" name="Freeform 1742">
                <a:extLst>
                  <a:ext uri="{FF2B5EF4-FFF2-40B4-BE49-F238E27FC236}">
                    <a16:creationId xmlns:a16="http://schemas.microsoft.com/office/drawing/2014/main" id="{1E7455C1-D832-4FC5-94DD-38C15EFC9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041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7" name="Freeform 1743">
                <a:extLst>
                  <a:ext uri="{FF2B5EF4-FFF2-40B4-BE49-F238E27FC236}">
                    <a16:creationId xmlns:a16="http://schemas.microsoft.com/office/drawing/2014/main" id="{218BB571-C1BB-4532-943D-6E0BD4CBA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03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8" name="Freeform 1744">
                <a:extLst>
                  <a:ext uri="{FF2B5EF4-FFF2-40B4-BE49-F238E27FC236}">
                    <a16:creationId xmlns:a16="http://schemas.microsoft.com/office/drawing/2014/main" id="{02213C15-35C9-4AD4-A488-5192C6E86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025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9" name="Freeform 1745">
                <a:extLst>
                  <a:ext uri="{FF2B5EF4-FFF2-40B4-BE49-F238E27FC236}">
                    <a16:creationId xmlns:a16="http://schemas.microsoft.com/office/drawing/2014/main" id="{4964BEF0-72B7-48C9-B08B-F66BBA8E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0" name="Freeform 1746">
                <a:extLst>
                  <a:ext uri="{FF2B5EF4-FFF2-40B4-BE49-F238E27FC236}">
                    <a16:creationId xmlns:a16="http://schemas.microsoft.com/office/drawing/2014/main" id="{0597B46A-B9DE-4F57-A437-CE10B613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0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1" name="Freeform 1747">
                <a:extLst>
                  <a:ext uri="{FF2B5EF4-FFF2-40B4-BE49-F238E27FC236}">
                    <a16:creationId xmlns:a16="http://schemas.microsoft.com/office/drawing/2014/main" id="{5F7D82D6-1AD0-45FB-A3FE-9DD65712D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03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2" name="Freeform 1748">
                <a:extLst>
                  <a:ext uri="{FF2B5EF4-FFF2-40B4-BE49-F238E27FC236}">
                    <a16:creationId xmlns:a16="http://schemas.microsoft.com/office/drawing/2014/main" id="{9B3E3D76-FACE-4670-B3AD-5E1BDE97C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023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3" name="Freeform 1749">
                <a:extLst>
                  <a:ext uri="{FF2B5EF4-FFF2-40B4-BE49-F238E27FC236}">
                    <a16:creationId xmlns:a16="http://schemas.microsoft.com/office/drawing/2014/main" id="{1E9571A8-B7BA-4EE8-BD4A-CE4240ABD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017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4" name="Freeform 1750">
                <a:extLst>
                  <a:ext uri="{FF2B5EF4-FFF2-40B4-BE49-F238E27FC236}">
                    <a16:creationId xmlns:a16="http://schemas.microsoft.com/office/drawing/2014/main" id="{382D3928-2BF0-4F44-9E7D-9E444680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02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5" name="Freeform 1751">
                <a:extLst>
                  <a:ext uri="{FF2B5EF4-FFF2-40B4-BE49-F238E27FC236}">
                    <a16:creationId xmlns:a16="http://schemas.microsoft.com/office/drawing/2014/main" id="{D767099E-FA6E-4CE8-ADC9-F0A24CFB4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03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6" name="Freeform 1752">
                <a:extLst>
                  <a:ext uri="{FF2B5EF4-FFF2-40B4-BE49-F238E27FC236}">
                    <a16:creationId xmlns:a16="http://schemas.microsoft.com/office/drawing/2014/main" id="{7FE59F24-6B30-48AA-A5C2-A30AB1473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05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7" name="Freeform 1753">
                <a:extLst>
                  <a:ext uri="{FF2B5EF4-FFF2-40B4-BE49-F238E27FC236}">
                    <a16:creationId xmlns:a16="http://schemas.microsoft.com/office/drawing/2014/main" id="{522A6869-65E8-4919-BF8B-74CDCE3B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04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8" name="Freeform 1754">
                <a:extLst>
                  <a:ext uri="{FF2B5EF4-FFF2-40B4-BE49-F238E27FC236}">
                    <a16:creationId xmlns:a16="http://schemas.microsoft.com/office/drawing/2014/main" id="{E3F51199-F045-4B04-912C-1B3F09AB8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04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9" name="Freeform 1755">
                <a:extLst>
                  <a:ext uri="{FF2B5EF4-FFF2-40B4-BE49-F238E27FC236}">
                    <a16:creationId xmlns:a16="http://schemas.microsoft.com/office/drawing/2014/main" id="{3C67501A-B8B3-4343-BD6D-E5F5F9D87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04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0" name="Freeform 1756">
                <a:extLst>
                  <a:ext uri="{FF2B5EF4-FFF2-40B4-BE49-F238E27FC236}">
                    <a16:creationId xmlns:a16="http://schemas.microsoft.com/office/drawing/2014/main" id="{F35F8D1C-026C-42C0-8477-360D3ABC0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02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1" name="Freeform 1757">
                <a:extLst>
                  <a:ext uri="{FF2B5EF4-FFF2-40B4-BE49-F238E27FC236}">
                    <a16:creationId xmlns:a16="http://schemas.microsoft.com/office/drawing/2014/main" id="{E3BE962A-7029-4E23-87F3-56C5C18F9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03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2" name="Freeform 1758">
                <a:extLst>
                  <a:ext uri="{FF2B5EF4-FFF2-40B4-BE49-F238E27FC236}">
                    <a16:creationId xmlns:a16="http://schemas.microsoft.com/office/drawing/2014/main" id="{4B981C08-2766-4554-A7E6-97593F8D9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0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3" name="Freeform 1759">
                <a:extLst>
                  <a:ext uri="{FF2B5EF4-FFF2-40B4-BE49-F238E27FC236}">
                    <a16:creationId xmlns:a16="http://schemas.microsoft.com/office/drawing/2014/main" id="{9AFB780C-CE0A-40CD-AA8A-14D85FF96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04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4" name="Freeform 1760">
                <a:extLst>
                  <a:ext uri="{FF2B5EF4-FFF2-40B4-BE49-F238E27FC236}">
                    <a16:creationId xmlns:a16="http://schemas.microsoft.com/office/drawing/2014/main" id="{D7FCC7A7-C132-4DD7-AFFA-E2BD8FE1E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05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5" name="Freeform 1761">
                <a:extLst>
                  <a:ext uri="{FF2B5EF4-FFF2-40B4-BE49-F238E27FC236}">
                    <a16:creationId xmlns:a16="http://schemas.microsoft.com/office/drawing/2014/main" id="{67AD9F11-8EF2-4599-98FF-26D63FE9F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055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6" name="Freeform 1762">
                <a:extLst>
                  <a:ext uri="{FF2B5EF4-FFF2-40B4-BE49-F238E27FC236}">
                    <a16:creationId xmlns:a16="http://schemas.microsoft.com/office/drawing/2014/main" id="{0564D130-8793-4DF5-83B3-610F0BAAD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017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" name="Freeform 1763">
                <a:extLst>
                  <a:ext uri="{FF2B5EF4-FFF2-40B4-BE49-F238E27FC236}">
                    <a16:creationId xmlns:a16="http://schemas.microsoft.com/office/drawing/2014/main" id="{F0308351-32F0-46ED-A735-2BB1566BB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03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8" name="Freeform 1764">
                <a:extLst>
                  <a:ext uri="{FF2B5EF4-FFF2-40B4-BE49-F238E27FC236}">
                    <a16:creationId xmlns:a16="http://schemas.microsoft.com/office/drawing/2014/main" id="{0B7CB270-F4EA-49A9-9569-D153EDE35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5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9" name="Freeform 1765">
                <a:extLst>
                  <a:ext uri="{FF2B5EF4-FFF2-40B4-BE49-F238E27FC236}">
                    <a16:creationId xmlns:a16="http://schemas.microsoft.com/office/drawing/2014/main" id="{BD3D127F-2162-442D-9167-5EF2B276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04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0" name="Freeform 1766">
                <a:extLst>
                  <a:ext uri="{FF2B5EF4-FFF2-40B4-BE49-F238E27FC236}">
                    <a16:creationId xmlns:a16="http://schemas.microsoft.com/office/drawing/2014/main" id="{52D8E789-BE44-4417-9B5A-A7F9D8739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03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1" name="Freeform 1767">
                <a:extLst>
                  <a:ext uri="{FF2B5EF4-FFF2-40B4-BE49-F238E27FC236}">
                    <a16:creationId xmlns:a16="http://schemas.microsoft.com/office/drawing/2014/main" id="{32A58D09-83A5-4031-8EF0-2A40D6086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036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2" name="Freeform 1768">
                <a:extLst>
                  <a:ext uri="{FF2B5EF4-FFF2-40B4-BE49-F238E27FC236}">
                    <a16:creationId xmlns:a16="http://schemas.microsoft.com/office/drawing/2014/main" id="{C08894A5-D6F7-479D-9328-0A986582E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044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3" name="Freeform 1769">
                <a:extLst>
                  <a:ext uri="{FF2B5EF4-FFF2-40B4-BE49-F238E27FC236}">
                    <a16:creationId xmlns:a16="http://schemas.microsoft.com/office/drawing/2014/main" id="{7854BCA6-C9E4-4228-8A06-85123FA64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06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4" name="Freeform 1770">
                <a:extLst>
                  <a:ext uri="{FF2B5EF4-FFF2-40B4-BE49-F238E27FC236}">
                    <a16:creationId xmlns:a16="http://schemas.microsoft.com/office/drawing/2014/main" id="{F8461B8C-38F1-46C6-90C4-0CACD40E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04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5" name="Freeform 1771">
                <a:extLst>
                  <a:ext uri="{FF2B5EF4-FFF2-40B4-BE49-F238E27FC236}">
                    <a16:creationId xmlns:a16="http://schemas.microsoft.com/office/drawing/2014/main" id="{F410052B-D860-434B-8FA4-4D24164B7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05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6" name="Freeform 1772">
                <a:extLst>
                  <a:ext uri="{FF2B5EF4-FFF2-40B4-BE49-F238E27FC236}">
                    <a16:creationId xmlns:a16="http://schemas.microsoft.com/office/drawing/2014/main" id="{A007C9F2-DD26-4BAB-A44A-35154963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1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7" name="Freeform 1773">
                <a:extLst>
                  <a:ext uri="{FF2B5EF4-FFF2-40B4-BE49-F238E27FC236}">
                    <a16:creationId xmlns:a16="http://schemas.microsoft.com/office/drawing/2014/main" id="{5751947C-9735-40CD-A6B0-18208379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1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8" name="Freeform 1774">
                <a:extLst>
                  <a:ext uri="{FF2B5EF4-FFF2-40B4-BE49-F238E27FC236}">
                    <a16:creationId xmlns:a16="http://schemas.microsoft.com/office/drawing/2014/main" id="{41C3CCC3-9BFE-4232-94EC-7E995049B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12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9" name="Freeform 1775">
                <a:extLst>
                  <a:ext uri="{FF2B5EF4-FFF2-40B4-BE49-F238E27FC236}">
                    <a16:creationId xmlns:a16="http://schemas.microsoft.com/office/drawing/2014/main" id="{44F5F3FC-7725-4C8B-AC46-09A1ADCF7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12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0" name="Freeform 1776">
                <a:extLst>
                  <a:ext uri="{FF2B5EF4-FFF2-40B4-BE49-F238E27FC236}">
                    <a16:creationId xmlns:a16="http://schemas.microsoft.com/office/drawing/2014/main" id="{9788B1E8-0577-45DE-A5B3-DC23F6E60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05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1" name="Freeform 1777">
                <a:extLst>
                  <a:ext uri="{FF2B5EF4-FFF2-40B4-BE49-F238E27FC236}">
                    <a16:creationId xmlns:a16="http://schemas.microsoft.com/office/drawing/2014/main" id="{E2030A40-0DE1-4C3D-BA03-D08AA48DA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03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2" name="Freeform 1778">
                <a:extLst>
                  <a:ext uri="{FF2B5EF4-FFF2-40B4-BE49-F238E27FC236}">
                    <a16:creationId xmlns:a16="http://schemas.microsoft.com/office/drawing/2014/main" id="{9CE2A875-F567-4133-898C-CB5E7DE5A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095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3" name="Freeform 1779">
                <a:extLst>
                  <a:ext uri="{FF2B5EF4-FFF2-40B4-BE49-F238E27FC236}">
                    <a16:creationId xmlns:a16="http://schemas.microsoft.com/office/drawing/2014/main" id="{32369888-9887-413D-851D-DBD4831F7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08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4" name="Freeform 1780">
                <a:extLst>
                  <a:ext uri="{FF2B5EF4-FFF2-40B4-BE49-F238E27FC236}">
                    <a16:creationId xmlns:a16="http://schemas.microsoft.com/office/drawing/2014/main" id="{331CAC60-608C-49F6-BD30-62880FA8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087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2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5" name="Freeform 1781">
                <a:extLst>
                  <a:ext uri="{FF2B5EF4-FFF2-40B4-BE49-F238E27FC236}">
                    <a16:creationId xmlns:a16="http://schemas.microsoft.com/office/drawing/2014/main" id="{6987901B-17B9-4AE2-B3E9-DC455EA45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08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6" name="Freeform 1782">
                <a:extLst>
                  <a:ext uri="{FF2B5EF4-FFF2-40B4-BE49-F238E27FC236}">
                    <a16:creationId xmlns:a16="http://schemas.microsoft.com/office/drawing/2014/main" id="{14EB66E7-58A1-464D-A8AE-B15C77BF9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0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7" name="Freeform 1783">
                <a:extLst>
                  <a:ext uri="{FF2B5EF4-FFF2-40B4-BE49-F238E27FC236}">
                    <a16:creationId xmlns:a16="http://schemas.microsoft.com/office/drawing/2014/main" id="{1ACCA49B-CD60-4F8E-9655-C3FF3C38E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073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8" name="Freeform 1784">
                <a:extLst>
                  <a:ext uri="{FF2B5EF4-FFF2-40B4-BE49-F238E27FC236}">
                    <a16:creationId xmlns:a16="http://schemas.microsoft.com/office/drawing/2014/main" id="{39E260CB-ACCB-4597-BEC7-EB6B3910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0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9" name="Freeform 1785">
                <a:extLst>
                  <a:ext uri="{FF2B5EF4-FFF2-40B4-BE49-F238E27FC236}">
                    <a16:creationId xmlns:a16="http://schemas.microsoft.com/office/drawing/2014/main" id="{EEB597C3-6676-4FEA-BA4B-232E6E603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10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0" name="Freeform 1786">
                <a:extLst>
                  <a:ext uri="{FF2B5EF4-FFF2-40B4-BE49-F238E27FC236}">
                    <a16:creationId xmlns:a16="http://schemas.microsoft.com/office/drawing/2014/main" id="{9B66D319-821F-4431-B059-326A0F273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08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1" name="Freeform 1787">
                <a:extLst>
                  <a:ext uri="{FF2B5EF4-FFF2-40B4-BE49-F238E27FC236}">
                    <a16:creationId xmlns:a16="http://schemas.microsoft.com/office/drawing/2014/main" id="{B838ACE0-5FB5-414D-9FA2-58A5FFEA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071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2" name="Freeform 1788">
                <a:extLst>
                  <a:ext uri="{FF2B5EF4-FFF2-40B4-BE49-F238E27FC236}">
                    <a16:creationId xmlns:a16="http://schemas.microsoft.com/office/drawing/2014/main" id="{0A1E5EF0-707A-4AA5-99C6-B03969D27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06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3" name="Freeform 1789">
                <a:extLst>
                  <a:ext uri="{FF2B5EF4-FFF2-40B4-BE49-F238E27FC236}">
                    <a16:creationId xmlns:a16="http://schemas.microsoft.com/office/drawing/2014/main" id="{38A4CF3D-D353-4DD8-8FB9-544BE77B9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06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4" name="Freeform 1790">
                <a:extLst>
                  <a:ext uri="{FF2B5EF4-FFF2-40B4-BE49-F238E27FC236}">
                    <a16:creationId xmlns:a16="http://schemas.microsoft.com/office/drawing/2014/main" id="{513042C7-5927-4E7D-B709-431C5F997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08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5" name="Freeform 1791">
                <a:extLst>
                  <a:ext uri="{FF2B5EF4-FFF2-40B4-BE49-F238E27FC236}">
                    <a16:creationId xmlns:a16="http://schemas.microsoft.com/office/drawing/2014/main" id="{03438EA0-0BD3-4A48-BD5F-C2C8D5495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10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6" name="Freeform 1792">
                <a:extLst>
                  <a:ext uri="{FF2B5EF4-FFF2-40B4-BE49-F238E27FC236}">
                    <a16:creationId xmlns:a16="http://schemas.microsoft.com/office/drawing/2014/main" id="{80BC89AC-7BB3-4A2E-845A-BC3102C47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08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7" name="Freeform 1793">
                <a:extLst>
                  <a:ext uri="{FF2B5EF4-FFF2-40B4-BE49-F238E27FC236}">
                    <a16:creationId xmlns:a16="http://schemas.microsoft.com/office/drawing/2014/main" id="{BD83C9C4-D9F0-4032-AB38-E86521330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0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8" name="Freeform 1794">
                <a:extLst>
                  <a:ext uri="{FF2B5EF4-FFF2-40B4-BE49-F238E27FC236}">
                    <a16:creationId xmlns:a16="http://schemas.microsoft.com/office/drawing/2014/main" id="{FB0EC928-0E1D-4082-8DFC-155CBA8D5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081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9" name="Freeform 1795">
                <a:extLst>
                  <a:ext uri="{FF2B5EF4-FFF2-40B4-BE49-F238E27FC236}">
                    <a16:creationId xmlns:a16="http://schemas.microsoft.com/office/drawing/2014/main" id="{EA27F98E-3650-4853-9CFE-16A451E68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0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0" name="Freeform 1796">
                <a:extLst>
                  <a:ext uri="{FF2B5EF4-FFF2-40B4-BE49-F238E27FC236}">
                    <a16:creationId xmlns:a16="http://schemas.microsoft.com/office/drawing/2014/main" id="{05A0BAFA-D94E-42AC-872D-F173DE0E9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08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1" name="Freeform 1797">
                <a:extLst>
                  <a:ext uri="{FF2B5EF4-FFF2-40B4-BE49-F238E27FC236}">
                    <a16:creationId xmlns:a16="http://schemas.microsoft.com/office/drawing/2014/main" id="{5FE6FD68-1DBA-4735-9922-D477702BD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06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2" name="Freeform 1798">
                <a:extLst>
                  <a:ext uri="{FF2B5EF4-FFF2-40B4-BE49-F238E27FC236}">
                    <a16:creationId xmlns:a16="http://schemas.microsoft.com/office/drawing/2014/main" id="{1F2D3A1D-6C99-4EC6-ADCA-C3C4674C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0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3" name="Freeform 1799">
                <a:extLst>
                  <a:ext uri="{FF2B5EF4-FFF2-40B4-BE49-F238E27FC236}">
                    <a16:creationId xmlns:a16="http://schemas.microsoft.com/office/drawing/2014/main" id="{9B9D860B-8BF6-4CC2-9FFC-A9CB54B01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10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4" name="Freeform 1800">
                <a:extLst>
                  <a:ext uri="{FF2B5EF4-FFF2-40B4-BE49-F238E27FC236}">
                    <a16:creationId xmlns:a16="http://schemas.microsoft.com/office/drawing/2014/main" id="{ACAC0F1B-A6AE-441E-AB33-ECA9A5A11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0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5" name="Freeform 1801">
                <a:extLst>
                  <a:ext uri="{FF2B5EF4-FFF2-40B4-BE49-F238E27FC236}">
                    <a16:creationId xmlns:a16="http://schemas.microsoft.com/office/drawing/2014/main" id="{398C964B-C472-4AB0-B60C-114FE70DD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1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6" name="Freeform 1802">
                <a:extLst>
                  <a:ext uri="{FF2B5EF4-FFF2-40B4-BE49-F238E27FC236}">
                    <a16:creationId xmlns:a16="http://schemas.microsoft.com/office/drawing/2014/main" id="{0404872B-752B-4A38-A087-D9D926372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1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7" name="Freeform 1803">
                <a:extLst>
                  <a:ext uri="{FF2B5EF4-FFF2-40B4-BE49-F238E27FC236}">
                    <a16:creationId xmlns:a16="http://schemas.microsoft.com/office/drawing/2014/main" id="{F2655B21-9AC9-49D1-9E34-140C55B1B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32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8" name="Freeform 1804">
                <a:extLst>
                  <a:ext uri="{FF2B5EF4-FFF2-40B4-BE49-F238E27FC236}">
                    <a16:creationId xmlns:a16="http://schemas.microsoft.com/office/drawing/2014/main" id="{1482DC5F-9B5B-4AB4-B822-BD6209036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04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9" name="Freeform 1805">
                <a:extLst>
                  <a:ext uri="{FF2B5EF4-FFF2-40B4-BE49-F238E27FC236}">
                    <a16:creationId xmlns:a16="http://schemas.microsoft.com/office/drawing/2014/main" id="{FC8DAE86-1CDA-4AB5-A350-5F2C6740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02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0" name="Freeform 1806">
                <a:extLst>
                  <a:ext uri="{FF2B5EF4-FFF2-40B4-BE49-F238E27FC236}">
                    <a16:creationId xmlns:a16="http://schemas.microsoft.com/office/drawing/2014/main" id="{CAE01B8C-EA36-4BDF-A740-3400A9D07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980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1" name="Freeform 1807">
                <a:extLst>
                  <a:ext uri="{FF2B5EF4-FFF2-40B4-BE49-F238E27FC236}">
                    <a16:creationId xmlns:a16="http://schemas.microsoft.com/office/drawing/2014/main" id="{FC4484BA-B17C-4DA2-8021-95CBB2734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97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2" name="Freeform 1808">
                <a:extLst>
                  <a:ext uri="{FF2B5EF4-FFF2-40B4-BE49-F238E27FC236}">
                    <a16:creationId xmlns:a16="http://schemas.microsoft.com/office/drawing/2014/main" id="{AD6E729B-60B3-4332-B066-F225A6A8A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9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3" name="Freeform 1809">
                <a:extLst>
                  <a:ext uri="{FF2B5EF4-FFF2-40B4-BE49-F238E27FC236}">
                    <a16:creationId xmlns:a16="http://schemas.microsoft.com/office/drawing/2014/main" id="{07315783-6133-49A6-81E2-FFFC780F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97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4" name="Freeform 1810">
                <a:extLst>
                  <a:ext uri="{FF2B5EF4-FFF2-40B4-BE49-F238E27FC236}">
                    <a16:creationId xmlns:a16="http://schemas.microsoft.com/office/drawing/2014/main" id="{52C0A4CB-2C56-4757-A1DF-3710E7EF0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972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5" name="Freeform 1811">
                <a:extLst>
                  <a:ext uri="{FF2B5EF4-FFF2-40B4-BE49-F238E27FC236}">
                    <a16:creationId xmlns:a16="http://schemas.microsoft.com/office/drawing/2014/main" id="{CFE6881A-DFBA-4586-A230-D887B072C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0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6" name="Freeform 1812">
                <a:extLst>
                  <a:ext uri="{FF2B5EF4-FFF2-40B4-BE49-F238E27FC236}">
                    <a16:creationId xmlns:a16="http://schemas.microsoft.com/office/drawing/2014/main" id="{DBD100C4-BA22-496A-87B5-FCF74C2F6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996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7" name="Freeform 1813">
                <a:extLst>
                  <a:ext uri="{FF2B5EF4-FFF2-40B4-BE49-F238E27FC236}">
                    <a16:creationId xmlns:a16="http://schemas.microsoft.com/office/drawing/2014/main" id="{45D34DC1-10EB-4A96-A625-AA66C3029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00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8" name="Freeform 1814">
                <a:extLst>
                  <a:ext uri="{FF2B5EF4-FFF2-40B4-BE49-F238E27FC236}">
                    <a16:creationId xmlns:a16="http://schemas.microsoft.com/office/drawing/2014/main" id="{5EE5142B-9DEF-40D4-9893-19F0F0FC5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988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9" name="Freeform 1815">
                <a:extLst>
                  <a:ext uri="{FF2B5EF4-FFF2-40B4-BE49-F238E27FC236}">
                    <a16:creationId xmlns:a16="http://schemas.microsoft.com/office/drawing/2014/main" id="{66B4D83C-5606-4F87-A5CF-4DCB5BB73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98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0" name="Freeform 1816">
                <a:extLst>
                  <a:ext uri="{FF2B5EF4-FFF2-40B4-BE49-F238E27FC236}">
                    <a16:creationId xmlns:a16="http://schemas.microsoft.com/office/drawing/2014/main" id="{A64F0A2C-170E-42FF-86BE-F592AE7DF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999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1" name="Freeform 1817">
                <a:extLst>
                  <a:ext uri="{FF2B5EF4-FFF2-40B4-BE49-F238E27FC236}">
                    <a16:creationId xmlns:a16="http://schemas.microsoft.com/office/drawing/2014/main" id="{05CCBAC8-BE32-4EE4-8636-837222B2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0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2" name="Freeform 1818">
                <a:extLst>
                  <a:ext uri="{FF2B5EF4-FFF2-40B4-BE49-F238E27FC236}">
                    <a16:creationId xmlns:a16="http://schemas.microsoft.com/office/drawing/2014/main" id="{843744A3-14AF-4C54-A8A5-1666457E6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9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3" name="Freeform 1819">
                <a:extLst>
                  <a:ext uri="{FF2B5EF4-FFF2-40B4-BE49-F238E27FC236}">
                    <a16:creationId xmlns:a16="http://schemas.microsoft.com/office/drawing/2014/main" id="{22208958-0A35-4C99-B783-141E5631F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99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4" name="Freeform 1820">
                <a:extLst>
                  <a:ext uri="{FF2B5EF4-FFF2-40B4-BE49-F238E27FC236}">
                    <a16:creationId xmlns:a16="http://schemas.microsoft.com/office/drawing/2014/main" id="{0B8C7653-515B-40D8-85B3-2DBA1EAF6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98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5" name="Freeform 1821">
                <a:extLst>
                  <a:ext uri="{FF2B5EF4-FFF2-40B4-BE49-F238E27FC236}">
                    <a16:creationId xmlns:a16="http://schemas.microsoft.com/office/drawing/2014/main" id="{39519E21-CEA7-4661-BFB0-06B098DA1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98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6" name="Freeform 1822">
                <a:extLst>
                  <a:ext uri="{FF2B5EF4-FFF2-40B4-BE49-F238E27FC236}">
                    <a16:creationId xmlns:a16="http://schemas.microsoft.com/office/drawing/2014/main" id="{CE0B7C04-47CA-41BA-B960-987BB1829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99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7" name="Freeform 1823">
                <a:extLst>
                  <a:ext uri="{FF2B5EF4-FFF2-40B4-BE49-F238E27FC236}">
                    <a16:creationId xmlns:a16="http://schemas.microsoft.com/office/drawing/2014/main" id="{9264C468-61D5-4567-8A8C-5C535623D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01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8" name="Freeform 1824">
                <a:extLst>
                  <a:ext uri="{FF2B5EF4-FFF2-40B4-BE49-F238E27FC236}">
                    <a16:creationId xmlns:a16="http://schemas.microsoft.com/office/drawing/2014/main" id="{DEBE5DD1-D645-456B-9617-073B5422D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02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9" name="Freeform 1825">
                <a:extLst>
                  <a:ext uri="{FF2B5EF4-FFF2-40B4-BE49-F238E27FC236}">
                    <a16:creationId xmlns:a16="http://schemas.microsoft.com/office/drawing/2014/main" id="{9857FC64-6025-49CF-A2CE-D96BD9B36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02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0" name="Freeform 1826">
                <a:extLst>
                  <a:ext uri="{FF2B5EF4-FFF2-40B4-BE49-F238E27FC236}">
                    <a16:creationId xmlns:a16="http://schemas.microsoft.com/office/drawing/2014/main" id="{152D1A71-914A-47FB-823F-03790314B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3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1" name="Freeform 1827">
                <a:extLst>
                  <a:ext uri="{FF2B5EF4-FFF2-40B4-BE49-F238E27FC236}">
                    <a16:creationId xmlns:a16="http://schemas.microsoft.com/office/drawing/2014/main" id="{D015F29A-E777-40AA-A5F3-0F2098D0F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96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2" name="Freeform 1828">
                <a:extLst>
                  <a:ext uri="{FF2B5EF4-FFF2-40B4-BE49-F238E27FC236}">
                    <a16:creationId xmlns:a16="http://schemas.microsoft.com/office/drawing/2014/main" id="{25B78D46-A0FB-4220-AAC1-BBC18B994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988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3" name="Freeform 1829">
                <a:extLst>
                  <a:ext uri="{FF2B5EF4-FFF2-40B4-BE49-F238E27FC236}">
                    <a16:creationId xmlns:a16="http://schemas.microsoft.com/office/drawing/2014/main" id="{EB5CC677-E39C-485D-8896-709CA7FE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049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4" name="Freeform 1830">
                <a:extLst>
                  <a:ext uri="{FF2B5EF4-FFF2-40B4-BE49-F238E27FC236}">
                    <a16:creationId xmlns:a16="http://schemas.microsoft.com/office/drawing/2014/main" id="{67AD4C28-37A6-41AF-8F71-A883B6CF0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004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5" name="Freeform 1831">
                <a:extLst>
                  <a:ext uri="{FF2B5EF4-FFF2-40B4-BE49-F238E27FC236}">
                    <a16:creationId xmlns:a16="http://schemas.microsoft.com/office/drawing/2014/main" id="{1C559FD8-2CE7-44C1-9172-6695ADE43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015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3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6" name="Freeform 1832">
                <a:extLst>
                  <a:ext uri="{FF2B5EF4-FFF2-40B4-BE49-F238E27FC236}">
                    <a16:creationId xmlns:a16="http://schemas.microsoft.com/office/drawing/2014/main" id="{EB90F376-D6BD-491B-8F5F-841E3AC89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012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7" name="Freeform 1833">
                <a:extLst>
                  <a:ext uri="{FF2B5EF4-FFF2-40B4-BE49-F238E27FC236}">
                    <a16:creationId xmlns:a16="http://schemas.microsoft.com/office/drawing/2014/main" id="{8EC0FC55-72FF-4BCF-A639-DA3F1123B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999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8" name="Freeform 1834">
                <a:extLst>
                  <a:ext uri="{FF2B5EF4-FFF2-40B4-BE49-F238E27FC236}">
                    <a16:creationId xmlns:a16="http://schemas.microsoft.com/office/drawing/2014/main" id="{17F91A5E-4BF7-4B39-9299-680C070FA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04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9" name="Freeform 1835">
                <a:extLst>
                  <a:ext uri="{FF2B5EF4-FFF2-40B4-BE49-F238E27FC236}">
                    <a16:creationId xmlns:a16="http://schemas.microsoft.com/office/drawing/2014/main" id="{7BCD33DC-CD33-4C3A-9F80-C6AF701B1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99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0" name="Freeform 1836">
                <a:extLst>
                  <a:ext uri="{FF2B5EF4-FFF2-40B4-BE49-F238E27FC236}">
                    <a16:creationId xmlns:a16="http://schemas.microsoft.com/office/drawing/2014/main" id="{667C514D-5361-437B-9989-D6F355368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99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1" name="Freeform 1837">
                <a:extLst>
                  <a:ext uri="{FF2B5EF4-FFF2-40B4-BE49-F238E27FC236}">
                    <a16:creationId xmlns:a16="http://schemas.microsoft.com/office/drawing/2014/main" id="{36A040E3-8C7D-4F2B-845F-F298B08A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98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2" name="Freeform 1838">
                <a:extLst>
                  <a:ext uri="{FF2B5EF4-FFF2-40B4-BE49-F238E27FC236}">
                    <a16:creationId xmlns:a16="http://schemas.microsoft.com/office/drawing/2014/main" id="{F292387A-5912-43E6-8EE8-AFED88B41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020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3" name="Freeform 1839">
                <a:extLst>
                  <a:ext uri="{FF2B5EF4-FFF2-40B4-BE49-F238E27FC236}">
                    <a16:creationId xmlns:a16="http://schemas.microsoft.com/office/drawing/2014/main" id="{773748DB-0498-434B-8EAD-C6F846A50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01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4" name="Freeform 1840">
                <a:extLst>
                  <a:ext uri="{FF2B5EF4-FFF2-40B4-BE49-F238E27FC236}">
                    <a16:creationId xmlns:a16="http://schemas.microsoft.com/office/drawing/2014/main" id="{26094DCD-6259-4FA1-805C-3B219F082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00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5" name="Freeform 1841">
                <a:extLst>
                  <a:ext uri="{FF2B5EF4-FFF2-40B4-BE49-F238E27FC236}">
                    <a16:creationId xmlns:a16="http://schemas.microsoft.com/office/drawing/2014/main" id="{FD3DA156-D347-4730-B5EB-CD10AD2F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99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6" name="Freeform 1842">
                <a:extLst>
                  <a:ext uri="{FF2B5EF4-FFF2-40B4-BE49-F238E27FC236}">
                    <a16:creationId xmlns:a16="http://schemas.microsoft.com/office/drawing/2014/main" id="{30B77292-5908-44BA-AB74-21AB3C09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98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7" name="Freeform 1843">
                <a:extLst>
                  <a:ext uri="{FF2B5EF4-FFF2-40B4-BE49-F238E27FC236}">
                    <a16:creationId xmlns:a16="http://schemas.microsoft.com/office/drawing/2014/main" id="{28ED92C1-7CDC-48AC-9533-B39C0C572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047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8" name="Freeform 1844">
                <a:extLst>
                  <a:ext uri="{FF2B5EF4-FFF2-40B4-BE49-F238E27FC236}">
                    <a16:creationId xmlns:a16="http://schemas.microsoft.com/office/drawing/2014/main" id="{E53EAF89-136D-4DB6-B320-248D2D04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044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9" name="Freeform 1845">
                <a:extLst>
                  <a:ext uri="{FF2B5EF4-FFF2-40B4-BE49-F238E27FC236}">
                    <a16:creationId xmlns:a16="http://schemas.microsoft.com/office/drawing/2014/main" id="{FADAFDCC-4904-4D5F-9AF4-A997F2CDA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05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0" name="Freeform 1846">
                <a:extLst>
                  <a:ext uri="{FF2B5EF4-FFF2-40B4-BE49-F238E27FC236}">
                    <a16:creationId xmlns:a16="http://schemas.microsoft.com/office/drawing/2014/main" id="{33694831-5C14-4FE7-B208-8384C28DA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05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1" name="Freeform 1847">
                <a:extLst>
                  <a:ext uri="{FF2B5EF4-FFF2-40B4-BE49-F238E27FC236}">
                    <a16:creationId xmlns:a16="http://schemas.microsoft.com/office/drawing/2014/main" id="{0A053D6C-E79C-4CCF-8622-AE5B70CF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03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2" name="Freeform 1848">
                <a:extLst>
                  <a:ext uri="{FF2B5EF4-FFF2-40B4-BE49-F238E27FC236}">
                    <a16:creationId xmlns:a16="http://schemas.microsoft.com/office/drawing/2014/main" id="{F1FC3C85-D18E-4053-A489-FB986765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044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3" name="Freeform 1849">
                <a:extLst>
                  <a:ext uri="{FF2B5EF4-FFF2-40B4-BE49-F238E27FC236}">
                    <a16:creationId xmlns:a16="http://schemas.microsoft.com/office/drawing/2014/main" id="{6DBD9866-7D6A-4B1D-B764-9AC6925BF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031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4" name="Freeform 1850">
                <a:extLst>
                  <a:ext uri="{FF2B5EF4-FFF2-40B4-BE49-F238E27FC236}">
                    <a16:creationId xmlns:a16="http://schemas.microsoft.com/office/drawing/2014/main" id="{09B2B529-9A7B-4621-925D-259C5E63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03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5" name="Freeform 1851">
                <a:extLst>
                  <a:ext uri="{FF2B5EF4-FFF2-40B4-BE49-F238E27FC236}">
                    <a16:creationId xmlns:a16="http://schemas.microsoft.com/office/drawing/2014/main" id="{81C16FAC-099C-4EC9-A9B5-55170A697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031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6" name="Freeform 1852">
                <a:extLst>
                  <a:ext uri="{FF2B5EF4-FFF2-40B4-BE49-F238E27FC236}">
                    <a16:creationId xmlns:a16="http://schemas.microsoft.com/office/drawing/2014/main" id="{BACC9D58-62CD-4485-83F4-9D16E91CC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02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7" name="Freeform 1853">
                <a:extLst>
                  <a:ext uri="{FF2B5EF4-FFF2-40B4-BE49-F238E27FC236}">
                    <a16:creationId xmlns:a16="http://schemas.microsoft.com/office/drawing/2014/main" id="{AAF17837-88AF-41D5-9861-74CFF6AA1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039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8" name="Freeform 1854">
                <a:extLst>
                  <a:ext uri="{FF2B5EF4-FFF2-40B4-BE49-F238E27FC236}">
                    <a16:creationId xmlns:a16="http://schemas.microsoft.com/office/drawing/2014/main" id="{DCBD665E-99D3-4C3B-A4E4-9FE32E9C8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060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9" name="Freeform 1855">
                <a:extLst>
                  <a:ext uri="{FF2B5EF4-FFF2-40B4-BE49-F238E27FC236}">
                    <a16:creationId xmlns:a16="http://schemas.microsoft.com/office/drawing/2014/main" id="{D38DE672-7B06-438E-A3C3-C19556010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05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0" name="Freeform 1856">
                <a:extLst>
                  <a:ext uri="{FF2B5EF4-FFF2-40B4-BE49-F238E27FC236}">
                    <a16:creationId xmlns:a16="http://schemas.microsoft.com/office/drawing/2014/main" id="{D7A68E8B-3023-47CF-A4EE-99DEECB5B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047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1" name="Freeform 1857">
                <a:extLst>
                  <a:ext uri="{FF2B5EF4-FFF2-40B4-BE49-F238E27FC236}">
                    <a16:creationId xmlns:a16="http://schemas.microsoft.com/office/drawing/2014/main" id="{E742484F-E81A-46F8-816B-8C8A59CD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031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2" name="Freeform 1858">
                <a:extLst>
                  <a:ext uri="{FF2B5EF4-FFF2-40B4-BE49-F238E27FC236}">
                    <a16:creationId xmlns:a16="http://schemas.microsoft.com/office/drawing/2014/main" id="{8059F63B-B154-4F3F-83DE-BF247FF60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02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3" name="Freeform 1859">
                <a:extLst>
                  <a:ext uri="{FF2B5EF4-FFF2-40B4-BE49-F238E27FC236}">
                    <a16:creationId xmlns:a16="http://schemas.microsoft.com/office/drawing/2014/main" id="{0534F5FE-E9BB-46BA-ADBB-615B01990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012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" name="Freeform 1860">
                <a:extLst>
                  <a:ext uri="{FF2B5EF4-FFF2-40B4-BE49-F238E27FC236}">
                    <a16:creationId xmlns:a16="http://schemas.microsoft.com/office/drawing/2014/main" id="{24762229-400E-4CAE-B5A4-F81BC88A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01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" name="Freeform 1861">
                <a:extLst>
                  <a:ext uri="{FF2B5EF4-FFF2-40B4-BE49-F238E27FC236}">
                    <a16:creationId xmlns:a16="http://schemas.microsoft.com/office/drawing/2014/main" id="{E764C289-1B0E-4376-BA7D-FE33CEEF6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02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" name="Freeform 1862">
                <a:extLst>
                  <a:ext uri="{FF2B5EF4-FFF2-40B4-BE49-F238E27FC236}">
                    <a16:creationId xmlns:a16="http://schemas.microsoft.com/office/drawing/2014/main" id="{CAC79B9B-3AD6-4759-A519-30C05F583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3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" name="Freeform 1863">
                <a:extLst>
                  <a:ext uri="{FF2B5EF4-FFF2-40B4-BE49-F238E27FC236}">
                    <a16:creationId xmlns:a16="http://schemas.microsoft.com/office/drawing/2014/main" id="{C5CDC49B-2194-4A89-A280-E9F49AFA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02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" name="Freeform 1864">
                <a:extLst>
                  <a:ext uri="{FF2B5EF4-FFF2-40B4-BE49-F238E27FC236}">
                    <a16:creationId xmlns:a16="http://schemas.microsoft.com/office/drawing/2014/main" id="{7D0DA3BA-148D-4E98-9033-227F58B37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00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19" name="Group 1865">
              <a:extLst>
                <a:ext uri="{FF2B5EF4-FFF2-40B4-BE49-F238E27FC236}">
                  <a16:creationId xmlns:a16="http://schemas.microsoft.com/office/drawing/2014/main" id="{223A9E41-DF69-462D-9B4E-B06DE76A2F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5" y="1855"/>
              <a:ext cx="827" cy="661"/>
              <a:chOff x="2465" y="1855"/>
              <a:chExt cx="827" cy="661"/>
            </a:xfrm>
          </p:grpSpPr>
          <p:sp>
            <p:nvSpPr>
              <p:cNvPr id="13839" name="Freeform 1866">
                <a:extLst>
                  <a:ext uri="{FF2B5EF4-FFF2-40B4-BE49-F238E27FC236}">
                    <a16:creationId xmlns:a16="http://schemas.microsoft.com/office/drawing/2014/main" id="{5CA1E171-EF19-452C-B252-ABA911A6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009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" name="Freeform 1867">
                <a:extLst>
                  <a:ext uri="{FF2B5EF4-FFF2-40B4-BE49-F238E27FC236}">
                    <a16:creationId xmlns:a16="http://schemas.microsoft.com/office/drawing/2014/main" id="{6003F663-4B13-48E0-9D42-03F9978D8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01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" name="Freeform 1868">
                <a:extLst>
                  <a:ext uri="{FF2B5EF4-FFF2-40B4-BE49-F238E27FC236}">
                    <a16:creationId xmlns:a16="http://schemas.microsoft.com/office/drawing/2014/main" id="{18722070-3D30-4409-A18F-3DE3FA818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020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" name="Freeform 1869">
                <a:extLst>
                  <a:ext uri="{FF2B5EF4-FFF2-40B4-BE49-F238E27FC236}">
                    <a16:creationId xmlns:a16="http://schemas.microsoft.com/office/drawing/2014/main" id="{EFCD22E6-6C35-4FEF-A8D4-0EE2C380C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3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" name="Freeform 1870">
                <a:extLst>
                  <a:ext uri="{FF2B5EF4-FFF2-40B4-BE49-F238E27FC236}">
                    <a16:creationId xmlns:a16="http://schemas.microsoft.com/office/drawing/2014/main" id="{5B38E017-F1CE-4E0E-A4C8-641573CB4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99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" name="Freeform 1871">
                <a:extLst>
                  <a:ext uri="{FF2B5EF4-FFF2-40B4-BE49-F238E27FC236}">
                    <a16:creationId xmlns:a16="http://schemas.microsoft.com/office/drawing/2014/main" id="{A4AC4DF2-48D2-4EF5-93E7-143CBDFA2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00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" name="Freeform 1872">
                <a:extLst>
                  <a:ext uri="{FF2B5EF4-FFF2-40B4-BE49-F238E27FC236}">
                    <a16:creationId xmlns:a16="http://schemas.microsoft.com/office/drawing/2014/main" id="{7C154FAC-4220-423B-8544-3E42430D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00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" name="Freeform 1873">
                <a:extLst>
                  <a:ext uri="{FF2B5EF4-FFF2-40B4-BE49-F238E27FC236}">
                    <a16:creationId xmlns:a16="http://schemas.microsoft.com/office/drawing/2014/main" id="{DF6C7692-E07B-40E0-95E9-74888492D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99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" name="Freeform 1874">
                <a:extLst>
                  <a:ext uri="{FF2B5EF4-FFF2-40B4-BE49-F238E27FC236}">
                    <a16:creationId xmlns:a16="http://schemas.microsoft.com/office/drawing/2014/main" id="{D761EE37-805A-48EA-A04B-BDA11EE57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1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" name="Freeform 1875">
                <a:extLst>
                  <a:ext uri="{FF2B5EF4-FFF2-40B4-BE49-F238E27FC236}">
                    <a16:creationId xmlns:a16="http://schemas.microsoft.com/office/drawing/2014/main" id="{A2A52E6E-CC7D-417E-A8F2-28AA55F9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02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" name="Freeform 1876">
                <a:extLst>
                  <a:ext uri="{FF2B5EF4-FFF2-40B4-BE49-F238E27FC236}">
                    <a16:creationId xmlns:a16="http://schemas.microsoft.com/office/drawing/2014/main" id="{2747234C-EC9E-4CF4-8FB9-00FBB35F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031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" name="Freeform 1877">
                <a:extLst>
                  <a:ext uri="{FF2B5EF4-FFF2-40B4-BE49-F238E27FC236}">
                    <a16:creationId xmlns:a16="http://schemas.microsoft.com/office/drawing/2014/main" id="{E5E69BB8-8489-4576-B575-945E24FFE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04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" name="Freeform 1878">
                <a:extLst>
                  <a:ext uri="{FF2B5EF4-FFF2-40B4-BE49-F238E27FC236}">
                    <a16:creationId xmlns:a16="http://schemas.microsoft.com/office/drawing/2014/main" id="{0F98A131-107E-4F6E-857E-9A9A63F42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03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" name="Freeform 1879">
                <a:extLst>
                  <a:ext uri="{FF2B5EF4-FFF2-40B4-BE49-F238E27FC236}">
                    <a16:creationId xmlns:a16="http://schemas.microsoft.com/office/drawing/2014/main" id="{E47429C0-AFDB-4C09-B71F-CA6A81269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04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" name="Freeform 1880">
                <a:extLst>
                  <a:ext uri="{FF2B5EF4-FFF2-40B4-BE49-F238E27FC236}">
                    <a16:creationId xmlns:a16="http://schemas.microsoft.com/office/drawing/2014/main" id="{559B9F1C-9BF4-4D59-A93E-DE100B425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4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" name="Freeform 1881">
                <a:extLst>
                  <a:ext uri="{FF2B5EF4-FFF2-40B4-BE49-F238E27FC236}">
                    <a16:creationId xmlns:a16="http://schemas.microsoft.com/office/drawing/2014/main" id="{82E06602-E65C-4D05-8B7E-149583292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5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" name="Freeform 1882">
                <a:extLst>
                  <a:ext uri="{FF2B5EF4-FFF2-40B4-BE49-F238E27FC236}">
                    <a16:creationId xmlns:a16="http://schemas.microsoft.com/office/drawing/2014/main" id="{70BAFBFC-F023-442F-AC02-BEC5DBF8F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033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" name="Freeform 1883">
                <a:extLst>
                  <a:ext uri="{FF2B5EF4-FFF2-40B4-BE49-F238E27FC236}">
                    <a16:creationId xmlns:a16="http://schemas.microsoft.com/office/drawing/2014/main" id="{47A49EF2-F18E-4EF9-A1C0-0ECFC2E49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03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" name="Freeform 1884">
                <a:extLst>
                  <a:ext uri="{FF2B5EF4-FFF2-40B4-BE49-F238E27FC236}">
                    <a16:creationId xmlns:a16="http://schemas.microsoft.com/office/drawing/2014/main" id="{DAA74D79-920A-4609-9B81-7BF5EA9F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04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" name="Freeform 1885">
                <a:extLst>
                  <a:ext uri="{FF2B5EF4-FFF2-40B4-BE49-F238E27FC236}">
                    <a16:creationId xmlns:a16="http://schemas.microsoft.com/office/drawing/2014/main" id="{5FEA0979-E5E7-4488-B3F9-5CA1BB2F4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049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" name="Freeform 1886">
                <a:extLst>
                  <a:ext uri="{FF2B5EF4-FFF2-40B4-BE49-F238E27FC236}">
                    <a16:creationId xmlns:a16="http://schemas.microsoft.com/office/drawing/2014/main" id="{62B9E649-80EB-49D8-8975-7D04017AD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055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" name="Freeform 1887">
                <a:extLst>
                  <a:ext uri="{FF2B5EF4-FFF2-40B4-BE49-F238E27FC236}">
                    <a16:creationId xmlns:a16="http://schemas.microsoft.com/office/drawing/2014/main" id="{76767310-F51A-4FB7-B1A9-728162178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049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" name="Freeform 1888">
                <a:extLst>
                  <a:ext uri="{FF2B5EF4-FFF2-40B4-BE49-F238E27FC236}">
                    <a16:creationId xmlns:a16="http://schemas.microsoft.com/office/drawing/2014/main" id="{13E66056-3811-40A9-8AA0-C85408B3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6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" name="Freeform 1889">
                <a:extLst>
                  <a:ext uri="{FF2B5EF4-FFF2-40B4-BE49-F238E27FC236}">
                    <a16:creationId xmlns:a16="http://schemas.microsoft.com/office/drawing/2014/main" id="{6F5974D3-88CA-441B-AEAE-AFACEDAF4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0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" name="Freeform 1890">
                <a:extLst>
                  <a:ext uri="{FF2B5EF4-FFF2-40B4-BE49-F238E27FC236}">
                    <a16:creationId xmlns:a16="http://schemas.microsoft.com/office/drawing/2014/main" id="{1F683512-DD61-4F77-8C0B-DC461D2E8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0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" name="Freeform 1891">
                <a:extLst>
                  <a:ext uri="{FF2B5EF4-FFF2-40B4-BE49-F238E27FC236}">
                    <a16:creationId xmlns:a16="http://schemas.microsoft.com/office/drawing/2014/main" id="{2B8FE3DF-DB5E-4DF0-AAFA-D12D34F36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079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" name="Freeform 1892">
                <a:extLst>
                  <a:ext uri="{FF2B5EF4-FFF2-40B4-BE49-F238E27FC236}">
                    <a16:creationId xmlns:a16="http://schemas.microsoft.com/office/drawing/2014/main" id="{78A00B60-1976-441B-B0E5-B2013CF92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08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" name="Freeform 1893">
                <a:extLst>
                  <a:ext uri="{FF2B5EF4-FFF2-40B4-BE49-F238E27FC236}">
                    <a16:creationId xmlns:a16="http://schemas.microsoft.com/office/drawing/2014/main" id="{636DB3BD-6164-4C6F-9FE8-10A4D0A72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0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" name="Freeform 1894">
                <a:extLst>
                  <a:ext uri="{FF2B5EF4-FFF2-40B4-BE49-F238E27FC236}">
                    <a16:creationId xmlns:a16="http://schemas.microsoft.com/office/drawing/2014/main" id="{E81EE6E3-E8A0-4BEF-B9C8-C20C6B8D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" name="Freeform 1895">
                <a:extLst>
                  <a:ext uri="{FF2B5EF4-FFF2-40B4-BE49-F238E27FC236}">
                    <a16:creationId xmlns:a16="http://schemas.microsoft.com/office/drawing/2014/main" id="{C79A0DA6-D50E-43A3-BFB0-4339D4378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055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" name="Freeform 1896">
                <a:extLst>
                  <a:ext uri="{FF2B5EF4-FFF2-40B4-BE49-F238E27FC236}">
                    <a16:creationId xmlns:a16="http://schemas.microsoft.com/office/drawing/2014/main" id="{0C69C614-A7D2-4DD2-9002-B46297BC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060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" name="Freeform 1897">
                <a:extLst>
                  <a:ext uri="{FF2B5EF4-FFF2-40B4-BE49-F238E27FC236}">
                    <a16:creationId xmlns:a16="http://schemas.microsoft.com/office/drawing/2014/main" id="{D9E0F965-70D9-4532-9AD3-EFFA3C51C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0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" name="Freeform 1898">
                <a:extLst>
                  <a:ext uri="{FF2B5EF4-FFF2-40B4-BE49-F238E27FC236}">
                    <a16:creationId xmlns:a16="http://schemas.microsoft.com/office/drawing/2014/main" id="{AB8CD092-0F76-4ECF-B49B-C5F66B769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06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" name="Freeform 1899">
                <a:extLst>
                  <a:ext uri="{FF2B5EF4-FFF2-40B4-BE49-F238E27FC236}">
                    <a16:creationId xmlns:a16="http://schemas.microsoft.com/office/drawing/2014/main" id="{6472B485-BAB6-46E0-AFD7-9DF126050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0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" name="Freeform 1900">
                <a:extLst>
                  <a:ext uri="{FF2B5EF4-FFF2-40B4-BE49-F238E27FC236}">
                    <a16:creationId xmlns:a16="http://schemas.microsoft.com/office/drawing/2014/main" id="{1CF1CD4F-1110-4342-AD6D-7234512C3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07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" name="Freeform 1901">
                <a:extLst>
                  <a:ext uri="{FF2B5EF4-FFF2-40B4-BE49-F238E27FC236}">
                    <a16:creationId xmlns:a16="http://schemas.microsoft.com/office/drawing/2014/main" id="{827CA65D-8008-4916-9350-AB75B5D7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041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" name="Freeform 1902">
                <a:extLst>
                  <a:ext uri="{FF2B5EF4-FFF2-40B4-BE49-F238E27FC236}">
                    <a16:creationId xmlns:a16="http://schemas.microsoft.com/office/drawing/2014/main" id="{E9A7FBC9-26E8-4B58-A51F-3B2CF2559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081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" name="Freeform 1903">
                <a:extLst>
                  <a:ext uri="{FF2B5EF4-FFF2-40B4-BE49-F238E27FC236}">
                    <a16:creationId xmlns:a16="http://schemas.microsoft.com/office/drawing/2014/main" id="{264C8B4A-C9E2-448F-9D73-952ED381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07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" name="Freeform 1904">
                <a:extLst>
                  <a:ext uri="{FF2B5EF4-FFF2-40B4-BE49-F238E27FC236}">
                    <a16:creationId xmlns:a16="http://schemas.microsoft.com/office/drawing/2014/main" id="{62872C3E-6D84-4685-BD15-951CC70FB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111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" name="Freeform 1905">
                <a:extLst>
                  <a:ext uri="{FF2B5EF4-FFF2-40B4-BE49-F238E27FC236}">
                    <a16:creationId xmlns:a16="http://schemas.microsoft.com/office/drawing/2014/main" id="{8EBAFFA7-F0A0-4691-9C39-32CBE046E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100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" name="Freeform 1906">
                <a:extLst>
                  <a:ext uri="{FF2B5EF4-FFF2-40B4-BE49-F238E27FC236}">
                    <a16:creationId xmlns:a16="http://schemas.microsoft.com/office/drawing/2014/main" id="{C184457B-7F53-48D2-96B4-2C35AEF8E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09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" name="Freeform 1907">
                <a:extLst>
                  <a:ext uri="{FF2B5EF4-FFF2-40B4-BE49-F238E27FC236}">
                    <a16:creationId xmlns:a16="http://schemas.microsoft.com/office/drawing/2014/main" id="{03E7F6D1-6393-4166-8495-FDE93E749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04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" name="Freeform 1908">
                <a:extLst>
                  <a:ext uri="{FF2B5EF4-FFF2-40B4-BE49-F238E27FC236}">
                    <a16:creationId xmlns:a16="http://schemas.microsoft.com/office/drawing/2014/main" id="{754D8E50-2E2B-46F7-BEF9-0CAFFA4DE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09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" name="Freeform 1909">
                <a:extLst>
                  <a:ext uri="{FF2B5EF4-FFF2-40B4-BE49-F238E27FC236}">
                    <a16:creationId xmlns:a16="http://schemas.microsoft.com/office/drawing/2014/main" id="{0FB0EAB0-49EA-47BA-A026-A1CC55570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09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" name="Freeform 1910">
                <a:extLst>
                  <a:ext uri="{FF2B5EF4-FFF2-40B4-BE49-F238E27FC236}">
                    <a16:creationId xmlns:a16="http://schemas.microsoft.com/office/drawing/2014/main" id="{DA292947-6910-45A5-A347-A3DFEE1C8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08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" name="Freeform 1911">
                <a:extLst>
                  <a:ext uri="{FF2B5EF4-FFF2-40B4-BE49-F238E27FC236}">
                    <a16:creationId xmlns:a16="http://schemas.microsoft.com/office/drawing/2014/main" id="{759BA31D-F1B0-4CCE-B7DC-1F9BBC003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03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" name="Freeform 1912">
                <a:extLst>
                  <a:ext uri="{FF2B5EF4-FFF2-40B4-BE49-F238E27FC236}">
                    <a16:creationId xmlns:a16="http://schemas.microsoft.com/office/drawing/2014/main" id="{E65853C4-B808-45A7-9940-162E1DE69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04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" name="Freeform 1913">
                <a:extLst>
                  <a:ext uri="{FF2B5EF4-FFF2-40B4-BE49-F238E27FC236}">
                    <a16:creationId xmlns:a16="http://schemas.microsoft.com/office/drawing/2014/main" id="{F5F2D489-6A84-4969-B42A-CF18A28A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05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" name="Freeform 1914">
                <a:extLst>
                  <a:ext uri="{FF2B5EF4-FFF2-40B4-BE49-F238E27FC236}">
                    <a16:creationId xmlns:a16="http://schemas.microsoft.com/office/drawing/2014/main" id="{4F9C8B3C-60DD-4B2B-8155-29A0C0BA5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06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" name="Freeform 1915">
                <a:extLst>
                  <a:ext uri="{FF2B5EF4-FFF2-40B4-BE49-F238E27FC236}">
                    <a16:creationId xmlns:a16="http://schemas.microsoft.com/office/drawing/2014/main" id="{2FB8AA4C-3337-4D99-88E5-0178A09A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079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" name="Freeform 1916">
                <a:extLst>
                  <a:ext uri="{FF2B5EF4-FFF2-40B4-BE49-F238E27FC236}">
                    <a16:creationId xmlns:a16="http://schemas.microsoft.com/office/drawing/2014/main" id="{0D34324C-0395-46FE-84A7-396A863C2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940"/>
                <a:ext cx="3" cy="13"/>
              </a:xfrm>
              <a:custGeom>
                <a:avLst/>
                <a:gdLst>
                  <a:gd name="T0" fmla="*/ 0 w 1"/>
                  <a:gd name="T1" fmla="*/ 0 h 5"/>
                  <a:gd name="T2" fmla="*/ 27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" name="Freeform 1917">
                <a:extLst>
                  <a:ext uri="{FF2B5EF4-FFF2-40B4-BE49-F238E27FC236}">
                    <a16:creationId xmlns:a16="http://schemas.microsoft.com/office/drawing/2014/main" id="{07970FBB-A02D-4DB0-99A9-CEC6E2B93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5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" name="Freeform 1918">
                <a:extLst>
                  <a:ext uri="{FF2B5EF4-FFF2-40B4-BE49-F238E27FC236}">
                    <a16:creationId xmlns:a16="http://schemas.microsoft.com/office/drawing/2014/main" id="{1A3ACA91-F3C7-426B-A838-61F6AEA4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929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" name="Freeform 1919">
                <a:extLst>
                  <a:ext uri="{FF2B5EF4-FFF2-40B4-BE49-F238E27FC236}">
                    <a16:creationId xmlns:a16="http://schemas.microsoft.com/office/drawing/2014/main" id="{F0C435EE-C3BC-4685-99E2-DE2CA91B8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905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" name="Freeform 1920">
                <a:extLst>
                  <a:ext uri="{FF2B5EF4-FFF2-40B4-BE49-F238E27FC236}">
                    <a16:creationId xmlns:a16="http://schemas.microsoft.com/office/drawing/2014/main" id="{60B69C8A-604D-422B-BA49-8D1201E98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932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" name="Freeform 1921">
                <a:extLst>
                  <a:ext uri="{FF2B5EF4-FFF2-40B4-BE49-F238E27FC236}">
                    <a16:creationId xmlns:a16="http://schemas.microsoft.com/office/drawing/2014/main" id="{9F772143-B57D-4B16-B4D6-45112E686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943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" name="Freeform 1922">
                <a:extLst>
                  <a:ext uri="{FF2B5EF4-FFF2-40B4-BE49-F238E27FC236}">
                    <a16:creationId xmlns:a16="http://schemas.microsoft.com/office/drawing/2014/main" id="{4FECF465-EE9A-4841-B29D-73114D503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948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" name="Freeform 1923">
                <a:extLst>
                  <a:ext uri="{FF2B5EF4-FFF2-40B4-BE49-F238E27FC236}">
                    <a16:creationId xmlns:a16="http://schemas.microsoft.com/office/drawing/2014/main" id="{531C8D54-91D5-4DA1-A33C-6359FE4AC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40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" name="Freeform 1924">
                <a:extLst>
                  <a:ext uri="{FF2B5EF4-FFF2-40B4-BE49-F238E27FC236}">
                    <a16:creationId xmlns:a16="http://schemas.microsoft.com/office/drawing/2014/main" id="{2C7BEE24-1135-4F3A-B666-40B5144FB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90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" name="Freeform 1925">
                <a:extLst>
                  <a:ext uri="{FF2B5EF4-FFF2-40B4-BE49-F238E27FC236}">
                    <a16:creationId xmlns:a16="http://schemas.microsoft.com/office/drawing/2014/main" id="{F2CABF25-7E3E-4FC3-B32E-5E589AC8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33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" name="Freeform 1926">
                <a:extLst>
                  <a:ext uri="{FF2B5EF4-FFF2-40B4-BE49-F238E27FC236}">
                    <a16:creationId xmlns:a16="http://schemas.microsoft.com/office/drawing/2014/main" id="{FE8BA45C-5E7A-4115-B152-0E8287A72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35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" name="Freeform 1927">
                <a:extLst>
                  <a:ext uri="{FF2B5EF4-FFF2-40B4-BE49-F238E27FC236}">
                    <a16:creationId xmlns:a16="http://schemas.microsoft.com/office/drawing/2014/main" id="{E490B365-0EA3-4A7B-AD27-39B2E69A3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351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" name="Freeform 1928">
                <a:extLst>
                  <a:ext uri="{FF2B5EF4-FFF2-40B4-BE49-F238E27FC236}">
                    <a16:creationId xmlns:a16="http://schemas.microsoft.com/office/drawing/2014/main" id="{423258C1-A684-47FF-84C5-443618B46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329"/>
                <a:ext cx="2" cy="14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" name="Freeform 1929">
                <a:extLst>
                  <a:ext uri="{FF2B5EF4-FFF2-40B4-BE49-F238E27FC236}">
                    <a16:creationId xmlns:a16="http://schemas.microsoft.com/office/drawing/2014/main" id="{4DCD4985-636D-4455-815D-A4D5F3296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31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" name="Freeform 1930">
                <a:extLst>
                  <a:ext uri="{FF2B5EF4-FFF2-40B4-BE49-F238E27FC236}">
                    <a16:creationId xmlns:a16="http://schemas.microsoft.com/office/drawing/2014/main" id="{FDF5BC82-3780-4BC4-BCE1-EEDC004E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36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" name="Freeform 1931">
                <a:extLst>
                  <a:ext uri="{FF2B5EF4-FFF2-40B4-BE49-F238E27FC236}">
                    <a16:creationId xmlns:a16="http://schemas.microsoft.com/office/drawing/2014/main" id="{14451F42-909C-4BCB-9BB5-DA64F4AE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372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" name="Freeform 1932">
                <a:extLst>
                  <a:ext uri="{FF2B5EF4-FFF2-40B4-BE49-F238E27FC236}">
                    <a16:creationId xmlns:a16="http://schemas.microsoft.com/office/drawing/2014/main" id="{4C913CD1-2528-44E3-B64F-29946B150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34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" name="Freeform 1933">
                <a:extLst>
                  <a:ext uri="{FF2B5EF4-FFF2-40B4-BE49-F238E27FC236}">
                    <a16:creationId xmlns:a16="http://schemas.microsoft.com/office/drawing/2014/main" id="{D2306F42-890F-42F6-8891-9C159355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33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" name="Freeform 1934">
                <a:extLst>
                  <a:ext uri="{FF2B5EF4-FFF2-40B4-BE49-F238E27FC236}">
                    <a16:creationId xmlns:a16="http://schemas.microsoft.com/office/drawing/2014/main" id="{F94F1135-0292-4C96-BA22-C9482F0A6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28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" name="Freeform 1935">
                <a:extLst>
                  <a:ext uri="{FF2B5EF4-FFF2-40B4-BE49-F238E27FC236}">
                    <a16:creationId xmlns:a16="http://schemas.microsoft.com/office/drawing/2014/main" id="{EE5F4E7A-861B-4844-BF70-BAC083EC0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276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" name="Freeform 1936">
                <a:extLst>
                  <a:ext uri="{FF2B5EF4-FFF2-40B4-BE49-F238E27FC236}">
                    <a16:creationId xmlns:a16="http://schemas.microsoft.com/office/drawing/2014/main" id="{793405F1-3FB4-4A2C-9B5F-24DC01A92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29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" name="Freeform 1937">
                <a:extLst>
                  <a:ext uri="{FF2B5EF4-FFF2-40B4-BE49-F238E27FC236}">
                    <a16:creationId xmlns:a16="http://schemas.microsoft.com/office/drawing/2014/main" id="{95BDAD09-9E3A-400C-B6F9-C47FD7DD9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295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" name="Freeform 1938">
                <a:extLst>
                  <a:ext uri="{FF2B5EF4-FFF2-40B4-BE49-F238E27FC236}">
                    <a16:creationId xmlns:a16="http://schemas.microsoft.com/office/drawing/2014/main" id="{F9A43F8A-E48A-419E-89F7-52D97F33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340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" name="Freeform 1939">
                <a:extLst>
                  <a:ext uri="{FF2B5EF4-FFF2-40B4-BE49-F238E27FC236}">
                    <a16:creationId xmlns:a16="http://schemas.microsoft.com/office/drawing/2014/main" id="{51B01030-677D-41A8-8470-90C051EE5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35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BB7C0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" name="Freeform 1940">
                <a:extLst>
                  <a:ext uri="{FF2B5EF4-FFF2-40B4-BE49-F238E27FC236}">
                    <a16:creationId xmlns:a16="http://schemas.microsoft.com/office/drawing/2014/main" id="{D1065CA6-E341-412B-A53F-7138CF65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855"/>
                <a:ext cx="290" cy="333"/>
              </a:xfrm>
              <a:custGeom>
                <a:avLst/>
                <a:gdLst>
                  <a:gd name="T0" fmla="*/ 1813 w 116"/>
                  <a:gd name="T1" fmla="*/ 0 h 125"/>
                  <a:gd name="T2" fmla="*/ 188 w 116"/>
                  <a:gd name="T3" fmla="*/ 2363 h 125"/>
                  <a:gd name="T4" fmla="*/ 1813 w 116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25">
                    <a:moveTo>
                      <a:pt x="116" y="0"/>
                    </a:moveTo>
                    <a:cubicBezTo>
                      <a:pt x="96" y="9"/>
                      <a:pt x="0" y="55"/>
                      <a:pt x="12" y="125"/>
                    </a:cubicBezTo>
                    <a:cubicBezTo>
                      <a:pt x="8" y="108"/>
                      <a:pt x="37" y="44"/>
                      <a:pt x="116" y="0"/>
                    </a:cubicBezTo>
                    <a:close/>
                  </a:path>
                </a:pathLst>
              </a:custGeom>
              <a:solidFill>
                <a:srgbClr val="E5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" name="Freeform 1941">
                <a:extLst>
                  <a:ext uri="{FF2B5EF4-FFF2-40B4-BE49-F238E27FC236}">
                    <a16:creationId xmlns:a16="http://schemas.microsoft.com/office/drawing/2014/main" id="{A1C8F820-BF69-470D-B16E-63287DED4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889"/>
                <a:ext cx="200" cy="272"/>
              </a:xfrm>
              <a:custGeom>
                <a:avLst/>
                <a:gdLst>
                  <a:gd name="T0" fmla="*/ 1250 w 80"/>
                  <a:gd name="T1" fmla="*/ 0 h 102"/>
                  <a:gd name="T2" fmla="*/ 20 w 80"/>
                  <a:gd name="T3" fmla="*/ 1933 h 102"/>
                  <a:gd name="T4" fmla="*/ 1250 w 80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02">
                    <a:moveTo>
                      <a:pt x="80" y="0"/>
                    </a:moveTo>
                    <a:cubicBezTo>
                      <a:pt x="47" y="19"/>
                      <a:pt x="0" y="55"/>
                      <a:pt x="1" y="102"/>
                    </a:cubicBezTo>
                    <a:cubicBezTo>
                      <a:pt x="6" y="76"/>
                      <a:pt x="17" y="41"/>
                      <a:pt x="80" y="0"/>
                    </a:cubicBezTo>
                    <a:close/>
                  </a:path>
                </a:pathLst>
              </a:custGeom>
              <a:solidFill>
                <a:srgbClr val="F4E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" name="Freeform 1942">
                <a:extLst>
                  <a:ext uri="{FF2B5EF4-FFF2-40B4-BE49-F238E27FC236}">
                    <a16:creationId xmlns:a16="http://schemas.microsoft.com/office/drawing/2014/main" id="{79C1EC57-681A-4FD0-8FAC-D386203B1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191"/>
                <a:ext cx="63" cy="128"/>
              </a:xfrm>
              <a:custGeom>
                <a:avLst/>
                <a:gdLst>
                  <a:gd name="T0" fmla="*/ 0 w 25"/>
                  <a:gd name="T1" fmla="*/ 21 h 48"/>
                  <a:gd name="T2" fmla="*/ 192 w 25"/>
                  <a:gd name="T3" fmla="*/ 136 h 48"/>
                  <a:gd name="T4" fmla="*/ 192 w 25"/>
                  <a:gd name="T5" fmla="*/ 477 h 48"/>
                  <a:gd name="T6" fmla="*/ 255 w 25"/>
                  <a:gd name="T7" fmla="*/ 909 h 48"/>
                  <a:gd name="T8" fmla="*/ 381 w 25"/>
                  <a:gd name="T9" fmla="*/ 704 h 48"/>
                  <a:gd name="T10" fmla="*/ 305 w 25"/>
                  <a:gd name="T11" fmla="*/ 435 h 48"/>
                  <a:gd name="T12" fmla="*/ 222 w 25"/>
                  <a:gd name="T13" fmla="*/ 56 h 48"/>
                  <a:gd name="T14" fmla="*/ 33 w 25"/>
                  <a:gd name="T15" fmla="*/ 35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8">
                    <a:moveTo>
                      <a:pt x="0" y="1"/>
                    </a:moveTo>
                    <a:cubicBezTo>
                      <a:pt x="3" y="6"/>
                      <a:pt x="8" y="3"/>
                      <a:pt x="12" y="7"/>
                    </a:cubicBezTo>
                    <a:cubicBezTo>
                      <a:pt x="16" y="10"/>
                      <a:pt x="15" y="18"/>
                      <a:pt x="12" y="25"/>
                    </a:cubicBezTo>
                    <a:cubicBezTo>
                      <a:pt x="8" y="34"/>
                      <a:pt x="24" y="39"/>
                      <a:pt x="16" y="48"/>
                    </a:cubicBezTo>
                    <a:cubicBezTo>
                      <a:pt x="20" y="47"/>
                      <a:pt x="25" y="42"/>
                      <a:pt x="24" y="37"/>
                    </a:cubicBezTo>
                    <a:cubicBezTo>
                      <a:pt x="23" y="32"/>
                      <a:pt x="19" y="29"/>
                      <a:pt x="19" y="23"/>
                    </a:cubicBezTo>
                    <a:cubicBezTo>
                      <a:pt x="18" y="17"/>
                      <a:pt x="20" y="8"/>
                      <a:pt x="14" y="3"/>
                    </a:cubicBezTo>
                    <a:cubicBezTo>
                      <a:pt x="10" y="0"/>
                      <a:pt x="5" y="4"/>
                      <a:pt x="2" y="2"/>
                    </a:cubicBezTo>
                  </a:path>
                </a:pathLst>
              </a:custGeom>
              <a:solidFill>
                <a:srgbClr val="E5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" name="Freeform 1943">
                <a:extLst>
                  <a:ext uri="{FF2B5EF4-FFF2-40B4-BE49-F238E27FC236}">
                    <a16:creationId xmlns:a16="http://schemas.microsoft.com/office/drawing/2014/main" id="{F7C63BD2-FCF2-4FFD-9BDE-5FA39703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087"/>
                <a:ext cx="5" cy="10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" name="Freeform 1944">
                <a:extLst>
                  <a:ext uri="{FF2B5EF4-FFF2-40B4-BE49-F238E27FC236}">
                    <a16:creationId xmlns:a16="http://schemas.microsoft.com/office/drawing/2014/main" id="{81505D77-0C5D-48AC-B26C-A2941D13C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09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" name="Freeform 1945">
                <a:extLst>
                  <a:ext uri="{FF2B5EF4-FFF2-40B4-BE49-F238E27FC236}">
                    <a16:creationId xmlns:a16="http://schemas.microsoft.com/office/drawing/2014/main" id="{EDAF2E55-8923-4B25-90A1-30F875549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089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" name="Freeform 1946">
                <a:extLst>
                  <a:ext uri="{FF2B5EF4-FFF2-40B4-BE49-F238E27FC236}">
                    <a16:creationId xmlns:a16="http://schemas.microsoft.com/office/drawing/2014/main" id="{2E34B11C-450C-40CF-83FB-3BA8D5C0D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1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" name="Freeform 1947">
                <a:extLst>
                  <a:ext uri="{FF2B5EF4-FFF2-40B4-BE49-F238E27FC236}">
                    <a16:creationId xmlns:a16="http://schemas.microsoft.com/office/drawing/2014/main" id="{F4071169-664E-4D06-B838-AC994D40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119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" name="Freeform 1948">
                <a:extLst>
                  <a:ext uri="{FF2B5EF4-FFF2-40B4-BE49-F238E27FC236}">
                    <a16:creationId xmlns:a16="http://schemas.microsoft.com/office/drawing/2014/main" id="{36624C76-65E4-4B76-BB17-6C5DA151C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13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" name="Freeform 1949">
                <a:extLst>
                  <a:ext uri="{FF2B5EF4-FFF2-40B4-BE49-F238E27FC236}">
                    <a16:creationId xmlns:a16="http://schemas.microsoft.com/office/drawing/2014/main" id="{9C561A37-CB58-4089-BD40-CA4305397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15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" name="Freeform 1950">
                <a:extLst>
                  <a:ext uri="{FF2B5EF4-FFF2-40B4-BE49-F238E27FC236}">
                    <a16:creationId xmlns:a16="http://schemas.microsoft.com/office/drawing/2014/main" id="{5017769D-32E1-451D-8790-67E71E90D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1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" name="Freeform 1951">
                <a:extLst>
                  <a:ext uri="{FF2B5EF4-FFF2-40B4-BE49-F238E27FC236}">
                    <a16:creationId xmlns:a16="http://schemas.microsoft.com/office/drawing/2014/main" id="{358BBB82-901C-43BD-AE6D-B2565EEE5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18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" name="Freeform 1952">
                <a:extLst>
                  <a:ext uri="{FF2B5EF4-FFF2-40B4-BE49-F238E27FC236}">
                    <a16:creationId xmlns:a16="http://schemas.microsoft.com/office/drawing/2014/main" id="{6F95433D-3AAA-4837-9D0C-EE01E47FA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1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" name="Freeform 1953">
                <a:extLst>
                  <a:ext uri="{FF2B5EF4-FFF2-40B4-BE49-F238E27FC236}">
                    <a16:creationId xmlns:a16="http://schemas.microsoft.com/office/drawing/2014/main" id="{E496EF8B-9CD4-4109-A248-165CCF023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1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" name="Freeform 1954">
                <a:extLst>
                  <a:ext uri="{FF2B5EF4-FFF2-40B4-BE49-F238E27FC236}">
                    <a16:creationId xmlns:a16="http://schemas.microsoft.com/office/drawing/2014/main" id="{24092D88-ECB9-4C72-A74E-6093B9628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1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" name="Freeform 1955">
                <a:extLst>
                  <a:ext uri="{FF2B5EF4-FFF2-40B4-BE49-F238E27FC236}">
                    <a16:creationId xmlns:a16="http://schemas.microsoft.com/office/drawing/2014/main" id="{062A4EE3-5C40-4EBB-A5EC-5F01C473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11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" name="Freeform 1956">
                <a:extLst>
                  <a:ext uri="{FF2B5EF4-FFF2-40B4-BE49-F238E27FC236}">
                    <a16:creationId xmlns:a16="http://schemas.microsoft.com/office/drawing/2014/main" id="{B95F8458-0E4A-4FD0-8639-6E0B08B8B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13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" name="Freeform 1957">
                <a:extLst>
                  <a:ext uri="{FF2B5EF4-FFF2-40B4-BE49-F238E27FC236}">
                    <a16:creationId xmlns:a16="http://schemas.microsoft.com/office/drawing/2014/main" id="{9DC369BA-D316-482E-AC01-B6238B278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10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" name="Freeform 1958">
                <a:extLst>
                  <a:ext uri="{FF2B5EF4-FFF2-40B4-BE49-F238E27FC236}">
                    <a16:creationId xmlns:a16="http://schemas.microsoft.com/office/drawing/2014/main" id="{3AF47041-1540-466C-8579-6D299305D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06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" name="Freeform 1959">
                <a:extLst>
                  <a:ext uri="{FF2B5EF4-FFF2-40B4-BE49-F238E27FC236}">
                    <a16:creationId xmlns:a16="http://schemas.microsoft.com/office/drawing/2014/main" id="{14369602-E4C2-46E3-8540-085F060CE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05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" name="Freeform 1960">
                <a:extLst>
                  <a:ext uri="{FF2B5EF4-FFF2-40B4-BE49-F238E27FC236}">
                    <a16:creationId xmlns:a16="http://schemas.microsoft.com/office/drawing/2014/main" id="{B7C71867-F915-42F9-B617-4078B0244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04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" name="Freeform 1961">
                <a:extLst>
                  <a:ext uri="{FF2B5EF4-FFF2-40B4-BE49-F238E27FC236}">
                    <a16:creationId xmlns:a16="http://schemas.microsoft.com/office/drawing/2014/main" id="{4BFEE5BE-6751-4782-BE58-B9D432AB3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06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" name="Freeform 1962">
                <a:extLst>
                  <a:ext uri="{FF2B5EF4-FFF2-40B4-BE49-F238E27FC236}">
                    <a16:creationId xmlns:a16="http://schemas.microsoft.com/office/drawing/2014/main" id="{A0294DF4-BAFE-41BF-A2F4-464A68922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0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" name="Freeform 1963">
                <a:extLst>
                  <a:ext uri="{FF2B5EF4-FFF2-40B4-BE49-F238E27FC236}">
                    <a16:creationId xmlns:a16="http://schemas.microsoft.com/office/drawing/2014/main" id="{FFE0AA21-74A4-45C3-8A59-690DA11DA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0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" name="Freeform 1964">
                <a:extLst>
                  <a:ext uri="{FF2B5EF4-FFF2-40B4-BE49-F238E27FC236}">
                    <a16:creationId xmlns:a16="http://schemas.microsoft.com/office/drawing/2014/main" id="{08EEB571-6EF1-4719-8EB1-00B2E6A29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05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" name="Freeform 1965">
                <a:extLst>
                  <a:ext uri="{FF2B5EF4-FFF2-40B4-BE49-F238E27FC236}">
                    <a16:creationId xmlns:a16="http://schemas.microsoft.com/office/drawing/2014/main" id="{1F9C7538-D7FB-4861-BE7B-C322A9C24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0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" name="Freeform 1966">
                <a:extLst>
                  <a:ext uri="{FF2B5EF4-FFF2-40B4-BE49-F238E27FC236}">
                    <a16:creationId xmlns:a16="http://schemas.microsoft.com/office/drawing/2014/main" id="{19C972AA-400D-4B7D-A951-0A27E0D9E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96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" name="Freeform 1967">
                <a:extLst>
                  <a:ext uri="{FF2B5EF4-FFF2-40B4-BE49-F238E27FC236}">
                    <a16:creationId xmlns:a16="http://schemas.microsoft.com/office/drawing/2014/main" id="{74B60686-11D2-40CB-941A-2A9FCAFAF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00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" name="Freeform 1968">
                <a:extLst>
                  <a:ext uri="{FF2B5EF4-FFF2-40B4-BE49-F238E27FC236}">
                    <a16:creationId xmlns:a16="http://schemas.microsoft.com/office/drawing/2014/main" id="{D88C683B-92DE-4ED8-A3EB-24C182AC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00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" name="Freeform 1969">
                <a:extLst>
                  <a:ext uri="{FF2B5EF4-FFF2-40B4-BE49-F238E27FC236}">
                    <a16:creationId xmlns:a16="http://schemas.microsoft.com/office/drawing/2014/main" id="{71F2BE68-BD01-4639-B648-FF6085EEF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004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" name="Freeform 1970">
                <a:extLst>
                  <a:ext uri="{FF2B5EF4-FFF2-40B4-BE49-F238E27FC236}">
                    <a16:creationId xmlns:a16="http://schemas.microsoft.com/office/drawing/2014/main" id="{3D36D89C-A6B7-4A27-9E79-098671CAD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98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" name="Freeform 1971">
                <a:extLst>
                  <a:ext uri="{FF2B5EF4-FFF2-40B4-BE49-F238E27FC236}">
                    <a16:creationId xmlns:a16="http://schemas.microsoft.com/office/drawing/2014/main" id="{1958BBC7-05C8-45D4-9007-B883A645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99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" name="Freeform 1972">
                <a:extLst>
                  <a:ext uri="{FF2B5EF4-FFF2-40B4-BE49-F238E27FC236}">
                    <a16:creationId xmlns:a16="http://schemas.microsoft.com/office/drawing/2014/main" id="{2000D468-8A6F-4011-A516-5E653D627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03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" name="Freeform 1973">
                <a:extLst>
                  <a:ext uri="{FF2B5EF4-FFF2-40B4-BE49-F238E27FC236}">
                    <a16:creationId xmlns:a16="http://schemas.microsoft.com/office/drawing/2014/main" id="{5578EF64-1F6B-48C4-A1B5-146FC7410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004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" name="Freeform 1974">
                <a:extLst>
                  <a:ext uri="{FF2B5EF4-FFF2-40B4-BE49-F238E27FC236}">
                    <a16:creationId xmlns:a16="http://schemas.microsoft.com/office/drawing/2014/main" id="{7462EFC3-70B4-4214-845C-BA12E6406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004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" name="Freeform 1975">
                <a:extLst>
                  <a:ext uri="{FF2B5EF4-FFF2-40B4-BE49-F238E27FC236}">
                    <a16:creationId xmlns:a16="http://schemas.microsoft.com/office/drawing/2014/main" id="{B078C0DF-E3ED-4AB1-9BF6-376243178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988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" name="Freeform 1976">
                <a:extLst>
                  <a:ext uri="{FF2B5EF4-FFF2-40B4-BE49-F238E27FC236}">
                    <a16:creationId xmlns:a16="http://schemas.microsoft.com/office/drawing/2014/main" id="{B8F9FC19-606C-48F5-B4FE-20DB25E1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988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" name="Freeform 1977">
                <a:extLst>
                  <a:ext uri="{FF2B5EF4-FFF2-40B4-BE49-F238E27FC236}">
                    <a16:creationId xmlns:a16="http://schemas.microsoft.com/office/drawing/2014/main" id="{FAA776E9-6003-4284-B065-43F403CF9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97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" name="Freeform 1978">
                <a:extLst>
                  <a:ext uri="{FF2B5EF4-FFF2-40B4-BE49-F238E27FC236}">
                    <a16:creationId xmlns:a16="http://schemas.microsoft.com/office/drawing/2014/main" id="{1921D30B-0086-4344-8B9A-F27FDD9F1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977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" name="Freeform 1979">
                <a:extLst>
                  <a:ext uri="{FF2B5EF4-FFF2-40B4-BE49-F238E27FC236}">
                    <a16:creationId xmlns:a16="http://schemas.microsoft.com/office/drawing/2014/main" id="{4F5124F6-3194-4537-A690-8C1B5C55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98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" name="Freeform 1980">
                <a:extLst>
                  <a:ext uri="{FF2B5EF4-FFF2-40B4-BE49-F238E27FC236}">
                    <a16:creationId xmlns:a16="http://schemas.microsoft.com/office/drawing/2014/main" id="{D9741DC6-5200-4B32-BF83-6D4F47697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073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C1800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" name="Freeform 1981">
                <a:extLst>
                  <a:ext uri="{FF2B5EF4-FFF2-40B4-BE49-F238E27FC236}">
                    <a16:creationId xmlns:a16="http://schemas.microsoft.com/office/drawing/2014/main" id="{6BCC7393-901B-4529-BFA0-57EFD7DBE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121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" name="Freeform 1982">
                <a:extLst>
                  <a:ext uri="{FF2B5EF4-FFF2-40B4-BE49-F238E27FC236}">
                    <a16:creationId xmlns:a16="http://schemas.microsoft.com/office/drawing/2014/main" id="{4BF57BC1-5870-4555-BE49-D83D2856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14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" name="Freeform 1983">
                <a:extLst>
                  <a:ext uri="{FF2B5EF4-FFF2-40B4-BE49-F238E27FC236}">
                    <a16:creationId xmlns:a16="http://schemas.microsoft.com/office/drawing/2014/main" id="{B5E717D4-0D61-43D8-A359-26FC1BB5A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06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AD730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" name="Freeform 1984">
                <a:extLst>
                  <a:ext uri="{FF2B5EF4-FFF2-40B4-BE49-F238E27FC236}">
                    <a16:creationId xmlns:a16="http://schemas.microsoft.com/office/drawing/2014/main" id="{7409498E-C92B-43CA-9435-2A1965B34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969"/>
                <a:ext cx="235" cy="240"/>
              </a:xfrm>
              <a:custGeom>
                <a:avLst/>
                <a:gdLst>
                  <a:gd name="T0" fmla="*/ 0 w 94"/>
                  <a:gd name="T1" fmla="*/ 1707 h 90"/>
                  <a:gd name="T2" fmla="*/ 1470 w 94"/>
                  <a:gd name="T3" fmla="*/ 0 h 90"/>
                  <a:gd name="T4" fmla="*/ 0 w 94"/>
                  <a:gd name="T5" fmla="*/ 1707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0">
                    <a:moveTo>
                      <a:pt x="0" y="90"/>
                    </a:moveTo>
                    <a:cubicBezTo>
                      <a:pt x="3" y="57"/>
                      <a:pt x="26" y="0"/>
                      <a:pt x="94" y="0"/>
                    </a:cubicBezTo>
                    <a:cubicBezTo>
                      <a:pt x="76" y="2"/>
                      <a:pt x="20" y="11"/>
                      <a:pt x="0" y="90"/>
                    </a:cubicBezTo>
                    <a:close/>
                  </a:path>
                </a:pathLst>
              </a:custGeom>
              <a:solidFill>
                <a:srgbClr val="E5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" name="Freeform 1985">
                <a:extLst>
                  <a:ext uri="{FF2B5EF4-FFF2-40B4-BE49-F238E27FC236}">
                    <a16:creationId xmlns:a16="http://schemas.microsoft.com/office/drawing/2014/main" id="{72E77E7A-8A00-4816-9238-000F88C4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980"/>
                <a:ext cx="150" cy="155"/>
              </a:xfrm>
              <a:custGeom>
                <a:avLst/>
                <a:gdLst>
                  <a:gd name="T0" fmla="*/ 0 w 60"/>
                  <a:gd name="T1" fmla="*/ 1106 h 58"/>
                  <a:gd name="T2" fmla="*/ 938 w 60"/>
                  <a:gd name="T3" fmla="*/ 0 h 58"/>
                  <a:gd name="T4" fmla="*/ 20 w 60"/>
                  <a:gd name="T5" fmla="*/ 1106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58">
                    <a:moveTo>
                      <a:pt x="0" y="58"/>
                    </a:moveTo>
                    <a:cubicBezTo>
                      <a:pt x="9" y="34"/>
                      <a:pt x="27" y="9"/>
                      <a:pt x="60" y="0"/>
                    </a:cubicBezTo>
                    <a:cubicBezTo>
                      <a:pt x="53" y="3"/>
                      <a:pt x="22" y="14"/>
                      <a:pt x="1" y="58"/>
                    </a:cubicBezTo>
                  </a:path>
                </a:pathLst>
              </a:custGeom>
              <a:solidFill>
                <a:srgbClr val="F4E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" name="Freeform 1986">
                <a:extLst>
                  <a:ext uri="{FF2B5EF4-FFF2-40B4-BE49-F238E27FC236}">
                    <a16:creationId xmlns:a16="http://schemas.microsoft.com/office/drawing/2014/main" id="{C0B87B54-07E4-4B10-8217-E2B852EF9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039"/>
                <a:ext cx="512" cy="477"/>
              </a:xfrm>
              <a:custGeom>
                <a:avLst/>
                <a:gdLst>
                  <a:gd name="T0" fmla="*/ 167 w 205"/>
                  <a:gd name="T1" fmla="*/ 2116 h 179"/>
                  <a:gd name="T2" fmla="*/ 1199 w 205"/>
                  <a:gd name="T3" fmla="*/ 248 h 179"/>
                  <a:gd name="T4" fmla="*/ 3025 w 205"/>
                  <a:gd name="T5" fmla="*/ 1101 h 179"/>
                  <a:gd name="T6" fmla="*/ 2008 w 205"/>
                  <a:gd name="T7" fmla="*/ 3139 h 179"/>
                  <a:gd name="T8" fmla="*/ 167 w 205"/>
                  <a:gd name="T9" fmla="*/ 2116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179">
                    <a:moveTo>
                      <a:pt x="11" y="112"/>
                    </a:moveTo>
                    <a:cubicBezTo>
                      <a:pt x="0" y="70"/>
                      <a:pt x="29" y="25"/>
                      <a:pt x="77" y="13"/>
                    </a:cubicBezTo>
                    <a:cubicBezTo>
                      <a:pt x="125" y="0"/>
                      <a:pt x="183" y="16"/>
                      <a:pt x="194" y="58"/>
                    </a:cubicBezTo>
                    <a:cubicBezTo>
                      <a:pt x="205" y="100"/>
                      <a:pt x="176" y="154"/>
                      <a:pt x="129" y="166"/>
                    </a:cubicBezTo>
                    <a:cubicBezTo>
                      <a:pt x="81" y="179"/>
                      <a:pt x="22" y="153"/>
                      <a:pt x="11" y="1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" name="Freeform 1987">
                <a:extLst>
                  <a:ext uri="{FF2B5EF4-FFF2-40B4-BE49-F238E27FC236}">
                    <a16:creationId xmlns:a16="http://schemas.microsoft.com/office/drawing/2014/main" id="{69B0992D-E8FD-4C37-B7EA-2D868454A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961"/>
                <a:ext cx="502" cy="363"/>
              </a:xfrm>
              <a:custGeom>
                <a:avLst/>
                <a:gdLst>
                  <a:gd name="T0" fmla="*/ 1249 w 201"/>
                  <a:gd name="T1" fmla="*/ 798 h 136"/>
                  <a:gd name="T2" fmla="*/ 3069 w 201"/>
                  <a:gd name="T3" fmla="*/ 1652 h 136"/>
                  <a:gd name="T4" fmla="*/ 3024 w 201"/>
                  <a:gd name="T5" fmla="*/ 2586 h 136"/>
                  <a:gd name="T6" fmla="*/ 3132 w 201"/>
                  <a:gd name="T7" fmla="*/ 1903 h 136"/>
                  <a:gd name="T8" fmla="*/ 1591 w 201"/>
                  <a:gd name="T9" fmla="*/ 21 h 136"/>
                  <a:gd name="T10" fmla="*/ 167 w 201"/>
                  <a:gd name="T11" fmla="*/ 2322 h 136"/>
                  <a:gd name="T12" fmla="*/ 167 w 201"/>
                  <a:gd name="T13" fmla="*/ 2322 h 136"/>
                  <a:gd name="T14" fmla="*/ 1249 w 201"/>
                  <a:gd name="T15" fmla="*/ 798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1" h="136">
                    <a:moveTo>
                      <a:pt x="80" y="42"/>
                    </a:moveTo>
                    <a:cubicBezTo>
                      <a:pt x="128" y="29"/>
                      <a:pt x="186" y="45"/>
                      <a:pt x="197" y="87"/>
                    </a:cubicBezTo>
                    <a:cubicBezTo>
                      <a:pt x="201" y="103"/>
                      <a:pt x="200" y="120"/>
                      <a:pt x="194" y="136"/>
                    </a:cubicBezTo>
                    <a:cubicBezTo>
                      <a:pt x="197" y="129"/>
                      <a:pt x="201" y="117"/>
                      <a:pt x="201" y="100"/>
                    </a:cubicBezTo>
                    <a:cubicBezTo>
                      <a:pt x="201" y="34"/>
                      <a:pt x="153" y="0"/>
                      <a:pt x="102" y="1"/>
                    </a:cubicBezTo>
                    <a:cubicBezTo>
                      <a:pt x="45" y="1"/>
                      <a:pt x="0" y="47"/>
                      <a:pt x="11" y="122"/>
                    </a:cubicBezTo>
                    <a:cubicBezTo>
                      <a:pt x="11" y="122"/>
                      <a:pt x="11" y="122"/>
                      <a:pt x="11" y="122"/>
                    </a:cubicBezTo>
                    <a:cubicBezTo>
                      <a:pt x="12" y="86"/>
                      <a:pt x="39" y="53"/>
                      <a:pt x="80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" name="Oval 1988">
                <a:extLst>
                  <a:ext uri="{FF2B5EF4-FFF2-40B4-BE49-F238E27FC236}">
                    <a16:creationId xmlns:a16="http://schemas.microsoft.com/office/drawing/2014/main" id="{D899D053-C2CD-4C94-A367-3864D7232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340"/>
                <a:ext cx="8" cy="13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962" name="Freeform 1989">
                <a:extLst>
                  <a:ext uri="{FF2B5EF4-FFF2-40B4-BE49-F238E27FC236}">
                    <a16:creationId xmlns:a16="http://schemas.microsoft.com/office/drawing/2014/main" id="{0E8A6BAD-C7D2-4CA9-9712-7826F7027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4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" name="Freeform 1990">
                <a:extLst>
                  <a:ext uri="{FF2B5EF4-FFF2-40B4-BE49-F238E27FC236}">
                    <a16:creationId xmlns:a16="http://schemas.microsoft.com/office/drawing/2014/main" id="{DF76D6A5-90CC-4055-A65D-8B8FBF326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4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" name="Freeform 1991">
                <a:extLst>
                  <a:ext uri="{FF2B5EF4-FFF2-40B4-BE49-F238E27FC236}">
                    <a16:creationId xmlns:a16="http://schemas.microsoft.com/office/drawing/2014/main" id="{666699D3-E996-4B26-AB74-42B165BC6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33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" name="Freeform 1992">
                <a:extLst>
                  <a:ext uri="{FF2B5EF4-FFF2-40B4-BE49-F238E27FC236}">
                    <a16:creationId xmlns:a16="http://schemas.microsoft.com/office/drawing/2014/main" id="{41D56E20-1329-4094-ABB4-88FB11913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337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83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1" y="3"/>
                      <a:pt x="2" y="4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" name="Freeform 1993">
                <a:extLst>
                  <a:ext uri="{FF2B5EF4-FFF2-40B4-BE49-F238E27FC236}">
                    <a16:creationId xmlns:a16="http://schemas.microsoft.com/office/drawing/2014/main" id="{4DC0C797-6AAE-4EAA-97B0-0ABD2D023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337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83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1" y="3"/>
                      <a:pt x="2" y="4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" name="Freeform 1994">
                <a:extLst>
                  <a:ext uri="{FF2B5EF4-FFF2-40B4-BE49-F238E27FC236}">
                    <a16:creationId xmlns:a16="http://schemas.microsoft.com/office/drawing/2014/main" id="{22D3C75C-16BC-409F-85B3-AE9D784FE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351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50 w 4"/>
                  <a:gd name="T3" fmla="*/ 88 h 5"/>
                  <a:gd name="T4" fmla="*/ 20 w 4"/>
                  <a:gd name="T5" fmla="*/ 55 h 5"/>
                  <a:gd name="T6" fmla="*/ 33 w 4"/>
                  <a:gd name="T7" fmla="*/ 21 h 5"/>
                  <a:gd name="T8" fmla="*/ 63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4"/>
                      <a:pt x="4" y="5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" name="Freeform 1995">
                <a:extLst>
                  <a:ext uri="{FF2B5EF4-FFF2-40B4-BE49-F238E27FC236}">
                    <a16:creationId xmlns:a16="http://schemas.microsoft.com/office/drawing/2014/main" id="{4A03E215-8494-4C9C-9A48-6315ED004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35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" name="Freeform 1996">
                <a:extLst>
                  <a:ext uri="{FF2B5EF4-FFF2-40B4-BE49-F238E27FC236}">
                    <a16:creationId xmlns:a16="http://schemas.microsoft.com/office/drawing/2014/main" id="{FDA95B43-D419-445F-A888-5604911CD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35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" name="Freeform 1997">
                <a:extLst>
                  <a:ext uri="{FF2B5EF4-FFF2-40B4-BE49-F238E27FC236}">
                    <a16:creationId xmlns:a16="http://schemas.microsoft.com/office/drawing/2014/main" id="{39334538-B41A-4BA7-8CCA-DC1AD3BC6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367"/>
                <a:ext cx="10" cy="13"/>
              </a:xfrm>
              <a:custGeom>
                <a:avLst/>
                <a:gdLst>
                  <a:gd name="T0" fmla="*/ 50 w 4"/>
                  <a:gd name="T1" fmla="*/ 55 h 5"/>
                  <a:gd name="T2" fmla="*/ 33 w 4"/>
                  <a:gd name="T3" fmla="*/ 88 h 5"/>
                  <a:gd name="T4" fmla="*/ 0 w 4"/>
                  <a:gd name="T5" fmla="*/ 34 h 5"/>
                  <a:gd name="T6" fmla="*/ 33 w 4"/>
                  <a:gd name="T7" fmla="*/ 0 h 5"/>
                  <a:gd name="T8" fmla="*/ 5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3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" name="Freeform 1998">
                <a:extLst>
                  <a:ext uri="{FF2B5EF4-FFF2-40B4-BE49-F238E27FC236}">
                    <a16:creationId xmlns:a16="http://schemas.microsoft.com/office/drawing/2014/main" id="{BA57A7CA-BC38-4D8C-8967-CC07415FF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369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27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" name="Freeform 1999">
                <a:extLst>
                  <a:ext uri="{FF2B5EF4-FFF2-40B4-BE49-F238E27FC236}">
                    <a16:creationId xmlns:a16="http://schemas.microsoft.com/office/drawing/2014/main" id="{F1D8DC5B-8B1A-410A-9F54-32035E56E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369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27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" name="Freeform 2000">
                <a:extLst>
                  <a:ext uri="{FF2B5EF4-FFF2-40B4-BE49-F238E27FC236}">
                    <a16:creationId xmlns:a16="http://schemas.microsoft.com/office/drawing/2014/main" id="{8DDC8D60-EBBD-451C-A178-B2F16FBA6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35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" name="Freeform 2001">
                <a:extLst>
                  <a:ext uri="{FF2B5EF4-FFF2-40B4-BE49-F238E27FC236}">
                    <a16:creationId xmlns:a16="http://schemas.microsoft.com/office/drawing/2014/main" id="{7D908AD8-EA02-4730-A2A1-A22C74B5B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3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" name="Freeform 2002">
                <a:extLst>
                  <a:ext uri="{FF2B5EF4-FFF2-40B4-BE49-F238E27FC236}">
                    <a16:creationId xmlns:a16="http://schemas.microsoft.com/office/drawing/2014/main" id="{F9580434-E823-47CE-8874-7776F38FD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3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" name="Freeform 2003">
                <a:extLst>
                  <a:ext uri="{FF2B5EF4-FFF2-40B4-BE49-F238E27FC236}">
                    <a16:creationId xmlns:a16="http://schemas.microsoft.com/office/drawing/2014/main" id="{07AA5504-5AF0-432E-AE28-D38BA1189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332"/>
                <a:ext cx="8" cy="13"/>
              </a:xfrm>
              <a:custGeom>
                <a:avLst/>
                <a:gdLst>
                  <a:gd name="T0" fmla="*/ 56 w 3"/>
                  <a:gd name="T1" fmla="*/ 34 h 5"/>
                  <a:gd name="T2" fmla="*/ 35 w 3"/>
                  <a:gd name="T3" fmla="*/ 88 h 5"/>
                  <a:gd name="T4" fmla="*/ 0 w 3"/>
                  <a:gd name="T5" fmla="*/ 55 h 5"/>
                  <a:gd name="T6" fmla="*/ 21 w 3"/>
                  <a:gd name="T7" fmla="*/ 0 h 5"/>
                  <a:gd name="T8" fmla="*/ 56 w 3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3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" name="Freeform 2004">
                <a:extLst>
                  <a:ext uri="{FF2B5EF4-FFF2-40B4-BE49-F238E27FC236}">
                    <a16:creationId xmlns:a16="http://schemas.microsoft.com/office/drawing/2014/main" id="{AB23A016-68A2-4B45-A755-A916484BB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33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" name="Freeform 2005">
                <a:extLst>
                  <a:ext uri="{FF2B5EF4-FFF2-40B4-BE49-F238E27FC236}">
                    <a16:creationId xmlns:a16="http://schemas.microsoft.com/office/drawing/2014/main" id="{BFC974B8-8916-4F7C-8972-2861C8985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33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" name="Freeform 2006">
                <a:extLst>
                  <a:ext uri="{FF2B5EF4-FFF2-40B4-BE49-F238E27FC236}">
                    <a16:creationId xmlns:a16="http://schemas.microsoft.com/office/drawing/2014/main" id="{376165C2-03F9-4FB6-88A3-0BD8DE2E4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24"/>
                <a:ext cx="8" cy="13"/>
              </a:xfrm>
              <a:custGeom>
                <a:avLst/>
                <a:gdLst>
                  <a:gd name="T0" fmla="*/ 56 w 3"/>
                  <a:gd name="T1" fmla="*/ 34 h 5"/>
                  <a:gd name="T2" fmla="*/ 35 w 3"/>
                  <a:gd name="T3" fmla="*/ 68 h 5"/>
                  <a:gd name="T4" fmla="*/ 0 w 3"/>
                  <a:gd name="T5" fmla="*/ 55 h 5"/>
                  <a:gd name="T6" fmla="*/ 21 w 3"/>
                  <a:gd name="T7" fmla="*/ 0 h 5"/>
                  <a:gd name="T8" fmla="*/ 56 w 3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" name="Freeform 2007">
                <a:extLst>
                  <a:ext uri="{FF2B5EF4-FFF2-40B4-BE49-F238E27FC236}">
                    <a16:creationId xmlns:a16="http://schemas.microsoft.com/office/drawing/2014/main" id="{7094650B-0970-4BDD-8FCD-18765DA4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24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83 h 4"/>
                  <a:gd name="T4" fmla="*/ 20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" name="Freeform 2008">
                <a:extLst>
                  <a:ext uri="{FF2B5EF4-FFF2-40B4-BE49-F238E27FC236}">
                    <a16:creationId xmlns:a16="http://schemas.microsoft.com/office/drawing/2014/main" id="{78FF6E88-B02B-42B8-A43D-92A97020D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24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83 h 4"/>
                  <a:gd name="T4" fmla="*/ 20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" name="Freeform 2009">
                <a:extLst>
                  <a:ext uri="{FF2B5EF4-FFF2-40B4-BE49-F238E27FC236}">
                    <a16:creationId xmlns:a16="http://schemas.microsoft.com/office/drawing/2014/main" id="{FAADBF21-364C-41A2-964A-BFBD8FBD5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37"/>
                <a:ext cx="8" cy="14"/>
              </a:xfrm>
              <a:custGeom>
                <a:avLst/>
                <a:gdLst>
                  <a:gd name="T0" fmla="*/ 56 w 3"/>
                  <a:gd name="T1" fmla="*/ 48 h 5"/>
                  <a:gd name="T2" fmla="*/ 35 w 3"/>
                  <a:gd name="T3" fmla="*/ 109 h 5"/>
                  <a:gd name="T4" fmla="*/ 0 w 3"/>
                  <a:gd name="T5" fmla="*/ 62 h 5"/>
                  <a:gd name="T6" fmla="*/ 21 w 3"/>
                  <a:gd name="T7" fmla="*/ 22 h 5"/>
                  <a:gd name="T8" fmla="*/ 56 w 3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3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" name="Freeform 2010">
                <a:extLst>
                  <a:ext uri="{FF2B5EF4-FFF2-40B4-BE49-F238E27FC236}">
                    <a16:creationId xmlns:a16="http://schemas.microsoft.com/office/drawing/2014/main" id="{86D4A1E6-86F4-4A59-BA97-53812F7F2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4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" name="Freeform 2011">
                <a:extLst>
                  <a:ext uri="{FF2B5EF4-FFF2-40B4-BE49-F238E27FC236}">
                    <a16:creationId xmlns:a16="http://schemas.microsoft.com/office/drawing/2014/main" id="{D41489A3-65FF-43D9-9E4A-008196D3E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4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" name="Freeform 2012">
                <a:extLst>
                  <a:ext uri="{FF2B5EF4-FFF2-40B4-BE49-F238E27FC236}">
                    <a16:creationId xmlns:a16="http://schemas.microsoft.com/office/drawing/2014/main" id="{5A650F2A-8D46-4841-A0EE-81DF83EC4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345"/>
                <a:ext cx="10" cy="14"/>
              </a:xfrm>
              <a:custGeom>
                <a:avLst/>
                <a:gdLst>
                  <a:gd name="T0" fmla="*/ 50 w 4"/>
                  <a:gd name="T1" fmla="*/ 48 h 5"/>
                  <a:gd name="T2" fmla="*/ 33 w 4"/>
                  <a:gd name="T3" fmla="*/ 109 h 5"/>
                  <a:gd name="T4" fmla="*/ 0 w 4"/>
                  <a:gd name="T5" fmla="*/ 62 h 5"/>
                  <a:gd name="T6" fmla="*/ 20 w 4"/>
                  <a:gd name="T7" fmla="*/ 0 h 5"/>
                  <a:gd name="T8" fmla="*/ 50 w 4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4" y="3"/>
                      <a:pt x="3" y="5"/>
                      <a:pt x="2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" name="Freeform 2013">
                <a:extLst>
                  <a:ext uri="{FF2B5EF4-FFF2-40B4-BE49-F238E27FC236}">
                    <a16:creationId xmlns:a16="http://schemas.microsoft.com/office/drawing/2014/main" id="{E636CF21-662D-4A99-999C-7DF9C24E7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34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" name="Freeform 2014">
                <a:extLst>
                  <a:ext uri="{FF2B5EF4-FFF2-40B4-BE49-F238E27FC236}">
                    <a16:creationId xmlns:a16="http://schemas.microsoft.com/office/drawing/2014/main" id="{4E87FADB-427A-419E-B002-ED95BED85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34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" name="Freeform 2015">
                <a:extLst>
                  <a:ext uri="{FF2B5EF4-FFF2-40B4-BE49-F238E27FC236}">
                    <a16:creationId xmlns:a16="http://schemas.microsoft.com/office/drawing/2014/main" id="{8C3112EC-E070-4B73-9AB6-4A4F8F39A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48"/>
                <a:ext cx="8" cy="13"/>
              </a:xfrm>
              <a:custGeom>
                <a:avLst/>
                <a:gdLst>
                  <a:gd name="T0" fmla="*/ 56 w 3"/>
                  <a:gd name="T1" fmla="*/ 34 h 5"/>
                  <a:gd name="T2" fmla="*/ 35 w 3"/>
                  <a:gd name="T3" fmla="*/ 68 h 5"/>
                  <a:gd name="T4" fmla="*/ 0 w 3"/>
                  <a:gd name="T5" fmla="*/ 55 h 5"/>
                  <a:gd name="T6" fmla="*/ 21 w 3"/>
                  <a:gd name="T7" fmla="*/ 0 h 5"/>
                  <a:gd name="T8" fmla="*/ 56 w 3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" name="Freeform 2016">
                <a:extLst>
                  <a:ext uri="{FF2B5EF4-FFF2-40B4-BE49-F238E27FC236}">
                    <a16:creationId xmlns:a16="http://schemas.microsoft.com/office/drawing/2014/main" id="{BAC70340-46B1-44E0-883B-8261C498E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48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83 h 4"/>
                  <a:gd name="T4" fmla="*/ 20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" name="Freeform 2017">
                <a:extLst>
                  <a:ext uri="{FF2B5EF4-FFF2-40B4-BE49-F238E27FC236}">
                    <a16:creationId xmlns:a16="http://schemas.microsoft.com/office/drawing/2014/main" id="{D57F0EB3-6887-4E3A-B8C6-C8B3EE15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48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83 h 4"/>
                  <a:gd name="T4" fmla="*/ 20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" name="Freeform 2018">
                <a:extLst>
                  <a:ext uri="{FF2B5EF4-FFF2-40B4-BE49-F238E27FC236}">
                    <a16:creationId xmlns:a16="http://schemas.microsoft.com/office/drawing/2014/main" id="{A087BE6F-F9AA-4E09-B665-47B7192B9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361"/>
                <a:ext cx="8" cy="14"/>
              </a:xfrm>
              <a:custGeom>
                <a:avLst/>
                <a:gdLst>
                  <a:gd name="T0" fmla="*/ 56 w 3"/>
                  <a:gd name="T1" fmla="*/ 48 h 5"/>
                  <a:gd name="T2" fmla="*/ 35 w 3"/>
                  <a:gd name="T3" fmla="*/ 109 h 5"/>
                  <a:gd name="T4" fmla="*/ 0 w 3"/>
                  <a:gd name="T5" fmla="*/ 62 h 5"/>
                  <a:gd name="T6" fmla="*/ 21 w 3"/>
                  <a:gd name="T7" fmla="*/ 22 h 5"/>
                  <a:gd name="T8" fmla="*/ 56 w 3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3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" name="Freeform 2019">
                <a:extLst>
                  <a:ext uri="{FF2B5EF4-FFF2-40B4-BE49-F238E27FC236}">
                    <a16:creationId xmlns:a16="http://schemas.microsoft.com/office/drawing/2014/main" id="{6AFA1F81-7662-4F20-B477-7237D01F8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36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" name="Freeform 2020">
                <a:extLst>
                  <a:ext uri="{FF2B5EF4-FFF2-40B4-BE49-F238E27FC236}">
                    <a16:creationId xmlns:a16="http://schemas.microsoft.com/office/drawing/2014/main" id="{9B896F57-2E81-4A3B-B78B-EA20A9920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36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" name="Freeform 2021">
                <a:extLst>
                  <a:ext uri="{FF2B5EF4-FFF2-40B4-BE49-F238E27FC236}">
                    <a16:creationId xmlns:a16="http://schemas.microsoft.com/office/drawing/2014/main" id="{562C94BE-ADB3-4359-88CB-E9B341C7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377"/>
                <a:ext cx="10" cy="14"/>
              </a:xfrm>
              <a:custGeom>
                <a:avLst/>
                <a:gdLst>
                  <a:gd name="T0" fmla="*/ 50 w 4"/>
                  <a:gd name="T1" fmla="*/ 48 h 5"/>
                  <a:gd name="T2" fmla="*/ 33 w 4"/>
                  <a:gd name="T3" fmla="*/ 109 h 5"/>
                  <a:gd name="T4" fmla="*/ 0 w 4"/>
                  <a:gd name="T5" fmla="*/ 62 h 5"/>
                  <a:gd name="T6" fmla="*/ 20 w 4"/>
                  <a:gd name="T7" fmla="*/ 22 h 5"/>
                  <a:gd name="T8" fmla="*/ 50 w 4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" name="Freeform 2022">
                <a:extLst>
                  <a:ext uri="{FF2B5EF4-FFF2-40B4-BE49-F238E27FC236}">
                    <a16:creationId xmlns:a16="http://schemas.microsoft.com/office/drawing/2014/main" id="{F02908F0-9DB1-4AF7-A9A9-198E86E68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38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" name="Freeform 2023">
                <a:extLst>
                  <a:ext uri="{FF2B5EF4-FFF2-40B4-BE49-F238E27FC236}">
                    <a16:creationId xmlns:a16="http://schemas.microsoft.com/office/drawing/2014/main" id="{654BE48A-7C1E-469F-BCD6-A710F1386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38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" name="Freeform 2024">
                <a:extLst>
                  <a:ext uri="{FF2B5EF4-FFF2-40B4-BE49-F238E27FC236}">
                    <a16:creationId xmlns:a16="http://schemas.microsoft.com/office/drawing/2014/main" id="{E1ABDE2B-B907-449A-80FD-00E483EBB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32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63 w 4"/>
                  <a:gd name="T3" fmla="*/ 61 h 4"/>
                  <a:gd name="T4" fmla="*/ 2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" name="Freeform 2025">
                <a:extLst>
                  <a:ext uri="{FF2B5EF4-FFF2-40B4-BE49-F238E27FC236}">
                    <a16:creationId xmlns:a16="http://schemas.microsoft.com/office/drawing/2014/main" id="{4A009DEE-6492-4C5C-91A1-9660A047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32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" name="Freeform 2026">
                <a:extLst>
                  <a:ext uri="{FF2B5EF4-FFF2-40B4-BE49-F238E27FC236}">
                    <a16:creationId xmlns:a16="http://schemas.microsoft.com/office/drawing/2014/main" id="{625BCD09-C47D-424C-BB36-10238202A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32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" name="Freeform 2027">
                <a:extLst>
                  <a:ext uri="{FF2B5EF4-FFF2-40B4-BE49-F238E27FC236}">
                    <a16:creationId xmlns:a16="http://schemas.microsoft.com/office/drawing/2014/main" id="{A3CE57CD-55EC-4418-806A-85B9E5399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33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4" y="3"/>
                      <a:pt x="3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" name="Freeform 2028">
                <a:extLst>
                  <a:ext uri="{FF2B5EF4-FFF2-40B4-BE49-F238E27FC236}">
                    <a16:creationId xmlns:a16="http://schemas.microsoft.com/office/drawing/2014/main" id="{794CC84F-C544-489D-AAFF-76AAF1FDD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337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" name="Freeform 2029">
                <a:extLst>
                  <a:ext uri="{FF2B5EF4-FFF2-40B4-BE49-F238E27FC236}">
                    <a16:creationId xmlns:a16="http://schemas.microsoft.com/office/drawing/2014/main" id="{8273EE1F-3655-4297-B688-FB6A6FCDB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337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" name="Freeform 2030">
                <a:extLst>
                  <a:ext uri="{FF2B5EF4-FFF2-40B4-BE49-F238E27FC236}">
                    <a16:creationId xmlns:a16="http://schemas.microsoft.com/office/drawing/2014/main" id="{4A374304-28DD-4CF0-B82C-6ECBAA65A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345"/>
                <a:ext cx="12" cy="11"/>
              </a:xfrm>
              <a:custGeom>
                <a:avLst/>
                <a:gdLst>
                  <a:gd name="T0" fmla="*/ 58 w 5"/>
                  <a:gd name="T1" fmla="*/ 22 h 4"/>
                  <a:gd name="T2" fmla="*/ 58 w 5"/>
                  <a:gd name="T3" fmla="*/ 83 h 4"/>
                  <a:gd name="T4" fmla="*/ 29 w 5"/>
                  <a:gd name="T5" fmla="*/ 61 h 4"/>
                  <a:gd name="T6" fmla="*/ 12 w 5"/>
                  <a:gd name="T7" fmla="*/ 22 h 4"/>
                  <a:gd name="T8" fmla="*/ 58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4" y="4"/>
                      <a:pt x="2" y="4"/>
                      <a:pt x="2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" name="Freeform 2031">
                <a:extLst>
                  <a:ext uri="{FF2B5EF4-FFF2-40B4-BE49-F238E27FC236}">
                    <a16:creationId xmlns:a16="http://schemas.microsoft.com/office/drawing/2014/main" id="{3647F918-1173-4B2A-B4BB-3729BB0D6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348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35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" name="Freeform 2032">
                <a:extLst>
                  <a:ext uri="{FF2B5EF4-FFF2-40B4-BE49-F238E27FC236}">
                    <a16:creationId xmlns:a16="http://schemas.microsoft.com/office/drawing/2014/main" id="{A558E05B-73A0-4403-8EB8-D5DF5FDCD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348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35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" name="Freeform 2033">
                <a:extLst>
                  <a:ext uri="{FF2B5EF4-FFF2-40B4-BE49-F238E27FC236}">
                    <a16:creationId xmlns:a16="http://schemas.microsoft.com/office/drawing/2014/main" id="{4BF6B6F9-9F19-4D81-B8AB-B59FD7447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356"/>
                <a:ext cx="10" cy="13"/>
              </a:xfrm>
              <a:custGeom>
                <a:avLst/>
                <a:gdLst>
                  <a:gd name="T0" fmla="*/ 50 w 4"/>
                  <a:gd name="T1" fmla="*/ 21 h 5"/>
                  <a:gd name="T2" fmla="*/ 63 w 4"/>
                  <a:gd name="T3" fmla="*/ 68 h 5"/>
                  <a:gd name="T4" fmla="*/ 20 w 4"/>
                  <a:gd name="T5" fmla="*/ 68 h 5"/>
                  <a:gd name="T6" fmla="*/ 0 w 4"/>
                  <a:gd name="T7" fmla="*/ 21 h 5"/>
                  <a:gd name="T8" fmla="*/ 5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" name="Freeform 2034">
                <a:extLst>
                  <a:ext uri="{FF2B5EF4-FFF2-40B4-BE49-F238E27FC236}">
                    <a16:creationId xmlns:a16="http://schemas.microsoft.com/office/drawing/2014/main" id="{269CDFD3-8D64-4396-9608-39490103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359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" name="Freeform 2035">
                <a:extLst>
                  <a:ext uri="{FF2B5EF4-FFF2-40B4-BE49-F238E27FC236}">
                    <a16:creationId xmlns:a16="http://schemas.microsoft.com/office/drawing/2014/main" id="{7BC9FFF8-8BCE-4B1E-B80E-9E99E3FE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359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" name="Freeform 2036">
                <a:extLst>
                  <a:ext uri="{FF2B5EF4-FFF2-40B4-BE49-F238E27FC236}">
                    <a16:creationId xmlns:a16="http://schemas.microsoft.com/office/drawing/2014/main" id="{FA42252F-AD84-425D-AE63-6AB42C66B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32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" name="Freeform 2037">
                <a:extLst>
                  <a:ext uri="{FF2B5EF4-FFF2-40B4-BE49-F238E27FC236}">
                    <a16:creationId xmlns:a16="http://schemas.microsoft.com/office/drawing/2014/main" id="{63DC9BD1-4440-4A48-94AF-BEEFDC71D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327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" name="Freeform 2038">
                <a:extLst>
                  <a:ext uri="{FF2B5EF4-FFF2-40B4-BE49-F238E27FC236}">
                    <a16:creationId xmlns:a16="http://schemas.microsoft.com/office/drawing/2014/main" id="{A5F678B9-4910-4B37-A136-C5378F99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327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" name="Freeform 2039">
                <a:extLst>
                  <a:ext uri="{FF2B5EF4-FFF2-40B4-BE49-F238E27FC236}">
                    <a16:creationId xmlns:a16="http://schemas.microsoft.com/office/drawing/2014/main" id="{D221D3AD-3236-498B-8BDF-15B665749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345"/>
                <a:ext cx="10" cy="14"/>
              </a:xfrm>
              <a:custGeom>
                <a:avLst/>
                <a:gdLst>
                  <a:gd name="T0" fmla="*/ 63 w 4"/>
                  <a:gd name="T1" fmla="*/ 48 h 5"/>
                  <a:gd name="T2" fmla="*/ 50 w 4"/>
                  <a:gd name="T3" fmla="*/ 87 h 5"/>
                  <a:gd name="T4" fmla="*/ 20 w 4"/>
                  <a:gd name="T5" fmla="*/ 62 h 5"/>
                  <a:gd name="T6" fmla="*/ 20 w 4"/>
                  <a:gd name="T7" fmla="*/ 0 h 5"/>
                  <a:gd name="T8" fmla="*/ 63 w 4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" name="Freeform 2040">
                <a:extLst>
                  <a:ext uri="{FF2B5EF4-FFF2-40B4-BE49-F238E27FC236}">
                    <a16:creationId xmlns:a16="http://schemas.microsoft.com/office/drawing/2014/main" id="{661DDE05-8355-4996-A617-C73813E9F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345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83 h 4"/>
                  <a:gd name="T4" fmla="*/ 20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" name="Freeform 2041">
                <a:extLst>
                  <a:ext uri="{FF2B5EF4-FFF2-40B4-BE49-F238E27FC236}">
                    <a16:creationId xmlns:a16="http://schemas.microsoft.com/office/drawing/2014/main" id="{CD462BDF-8A29-4AEC-AFCA-B11F607B7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345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83 h 4"/>
                  <a:gd name="T4" fmla="*/ 20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" name="Freeform 2042">
                <a:extLst>
                  <a:ext uri="{FF2B5EF4-FFF2-40B4-BE49-F238E27FC236}">
                    <a16:creationId xmlns:a16="http://schemas.microsoft.com/office/drawing/2014/main" id="{D4D26E10-BBE1-49AA-B0C0-CADCBC843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53"/>
                <a:ext cx="7" cy="14"/>
              </a:xfrm>
              <a:custGeom>
                <a:avLst/>
                <a:gdLst>
                  <a:gd name="T0" fmla="*/ 37 w 3"/>
                  <a:gd name="T1" fmla="*/ 48 h 5"/>
                  <a:gd name="T2" fmla="*/ 28 w 3"/>
                  <a:gd name="T3" fmla="*/ 87 h 5"/>
                  <a:gd name="T4" fmla="*/ 0 w 3"/>
                  <a:gd name="T5" fmla="*/ 48 h 5"/>
                  <a:gd name="T6" fmla="*/ 12 w 3"/>
                  <a:gd name="T7" fmla="*/ 0 h 5"/>
                  <a:gd name="T8" fmla="*/ 37 w 3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" name="Freeform 2043">
                <a:extLst>
                  <a:ext uri="{FF2B5EF4-FFF2-40B4-BE49-F238E27FC236}">
                    <a16:creationId xmlns:a16="http://schemas.microsoft.com/office/drawing/2014/main" id="{A90D8311-1358-47C0-8451-B4AC38E77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53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2" y="4"/>
                    </a:cubicBezTo>
                    <a:cubicBezTo>
                      <a:pt x="1" y="3"/>
                      <a:pt x="1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" name="Freeform 2044">
                <a:extLst>
                  <a:ext uri="{FF2B5EF4-FFF2-40B4-BE49-F238E27FC236}">
                    <a16:creationId xmlns:a16="http://schemas.microsoft.com/office/drawing/2014/main" id="{D88B7F47-7DE9-4DB3-ABB1-65809E33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53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2" y="4"/>
                    </a:cubicBezTo>
                    <a:cubicBezTo>
                      <a:pt x="1" y="3"/>
                      <a:pt x="1" y="2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" name="Freeform 2045">
                <a:extLst>
                  <a:ext uri="{FF2B5EF4-FFF2-40B4-BE49-F238E27FC236}">
                    <a16:creationId xmlns:a16="http://schemas.microsoft.com/office/drawing/2014/main" id="{41222EAD-4A17-4713-AC27-1DEF07884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5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83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" name="Freeform 2046">
                <a:extLst>
                  <a:ext uri="{FF2B5EF4-FFF2-40B4-BE49-F238E27FC236}">
                    <a16:creationId xmlns:a16="http://schemas.microsoft.com/office/drawing/2014/main" id="{50E63ABA-F468-4246-99BB-90987433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356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83 h 4"/>
                  <a:gd name="T4" fmla="*/ 8 w 1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" name="Freeform 2047">
                <a:extLst>
                  <a:ext uri="{FF2B5EF4-FFF2-40B4-BE49-F238E27FC236}">
                    <a16:creationId xmlns:a16="http://schemas.microsoft.com/office/drawing/2014/main" id="{39586B46-61DD-4D8E-9F71-155ED5BBD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356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83 h 4"/>
                  <a:gd name="T4" fmla="*/ 8 w 1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" name="Freeform 2048">
                <a:extLst>
                  <a:ext uri="{FF2B5EF4-FFF2-40B4-BE49-F238E27FC236}">
                    <a16:creationId xmlns:a16="http://schemas.microsoft.com/office/drawing/2014/main" id="{A6AC881F-F3F8-4FC7-A0ED-E6B9B7415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37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33 w 4"/>
                  <a:gd name="T3" fmla="*/ 63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" name="Freeform 2049">
                <a:extLst>
                  <a:ext uri="{FF2B5EF4-FFF2-40B4-BE49-F238E27FC236}">
                    <a16:creationId xmlns:a16="http://schemas.microsoft.com/office/drawing/2014/main" id="{994E052F-99C2-4E13-AD83-9351891B8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75"/>
                <a:ext cx="5" cy="10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63 h 4"/>
                  <a:gd name="T4" fmla="*/ 2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2" y="4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" name="Freeform 2050">
                <a:extLst>
                  <a:ext uri="{FF2B5EF4-FFF2-40B4-BE49-F238E27FC236}">
                    <a16:creationId xmlns:a16="http://schemas.microsoft.com/office/drawing/2014/main" id="{701D301C-34F9-4073-97D9-E2D57B8F0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75"/>
                <a:ext cx="5" cy="10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63 h 4"/>
                  <a:gd name="T4" fmla="*/ 2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2" y="4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" name="Freeform 2051">
                <a:extLst>
                  <a:ext uri="{FF2B5EF4-FFF2-40B4-BE49-F238E27FC236}">
                    <a16:creationId xmlns:a16="http://schemas.microsoft.com/office/drawing/2014/main" id="{35BA57D2-04BD-4A14-A3D8-0C354CF1F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335"/>
                <a:ext cx="10" cy="13"/>
              </a:xfrm>
              <a:custGeom>
                <a:avLst/>
                <a:gdLst>
                  <a:gd name="T0" fmla="*/ 50 w 4"/>
                  <a:gd name="T1" fmla="*/ 55 h 5"/>
                  <a:gd name="T2" fmla="*/ 20 w 4"/>
                  <a:gd name="T3" fmla="*/ 88 h 5"/>
                  <a:gd name="T4" fmla="*/ 0 w 4"/>
                  <a:gd name="T5" fmla="*/ 34 h 5"/>
                  <a:gd name="T6" fmla="*/ 50 w 4"/>
                  <a:gd name="T7" fmla="*/ 21 h 5"/>
                  <a:gd name="T8" fmla="*/ 5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" name="Freeform 2052">
                <a:extLst>
                  <a:ext uri="{FF2B5EF4-FFF2-40B4-BE49-F238E27FC236}">
                    <a16:creationId xmlns:a16="http://schemas.microsoft.com/office/drawing/2014/main" id="{976CC7B9-ECA1-4A8C-B921-3D86CA655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33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21 w 3"/>
                  <a:gd name="T3" fmla="*/ 56 h 3"/>
                  <a:gd name="T4" fmla="*/ 5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2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" name="Freeform 2053">
                <a:extLst>
                  <a:ext uri="{FF2B5EF4-FFF2-40B4-BE49-F238E27FC236}">
                    <a16:creationId xmlns:a16="http://schemas.microsoft.com/office/drawing/2014/main" id="{51B79D7C-6506-47EB-8C77-E5C652FC0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33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21 w 3"/>
                  <a:gd name="T3" fmla="*/ 56 h 3"/>
                  <a:gd name="T4" fmla="*/ 5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2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" name="Freeform 2054">
                <a:extLst>
                  <a:ext uri="{FF2B5EF4-FFF2-40B4-BE49-F238E27FC236}">
                    <a16:creationId xmlns:a16="http://schemas.microsoft.com/office/drawing/2014/main" id="{439E37D4-A23A-42CF-A5E6-16A95FBE4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33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83 h 4"/>
                  <a:gd name="T4" fmla="*/ 20 w 4"/>
                  <a:gd name="T5" fmla="*/ 47 h 4"/>
                  <a:gd name="T6" fmla="*/ 50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" name="Freeform 2055">
                <a:extLst>
                  <a:ext uri="{FF2B5EF4-FFF2-40B4-BE49-F238E27FC236}">
                    <a16:creationId xmlns:a16="http://schemas.microsoft.com/office/drawing/2014/main" id="{24E845A2-98EC-4035-AE10-0C2125865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337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20 w 2"/>
                  <a:gd name="T3" fmla="*/ 83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" name="Freeform 2056">
                <a:extLst>
                  <a:ext uri="{FF2B5EF4-FFF2-40B4-BE49-F238E27FC236}">
                    <a16:creationId xmlns:a16="http://schemas.microsoft.com/office/drawing/2014/main" id="{C8BE70C7-8F15-4A38-8FAA-B43435EDA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337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20 w 2"/>
                  <a:gd name="T3" fmla="*/ 83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" name="Freeform 2057">
                <a:extLst>
                  <a:ext uri="{FF2B5EF4-FFF2-40B4-BE49-F238E27FC236}">
                    <a16:creationId xmlns:a16="http://schemas.microsoft.com/office/drawing/2014/main" id="{4B2D83E3-6624-4989-8A56-DBB5C03D9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351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21 w 3"/>
                  <a:gd name="T3" fmla="*/ 63 h 4"/>
                  <a:gd name="T4" fmla="*/ 0 w 3"/>
                  <a:gd name="T5" fmla="*/ 33 h 4"/>
                  <a:gd name="T6" fmla="*/ 35 w 3"/>
                  <a:gd name="T7" fmla="*/ 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" name="Freeform 2058">
                <a:extLst>
                  <a:ext uri="{FF2B5EF4-FFF2-40B4-BE49-F238E27FC236}">
                    <a16:creationId xmlns:a16="http://schemas.microsoft.com/office/drawing/2014/main" id="{E5725158-88FE-430F-B715-A0EB6B52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351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63 h 4"/>
                  <a:gd name="T4" fmla="*/ 33 w 2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3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" name="Freeform 2059">
                <a:extLst>
                  <a:ext uri="{FF2B5EF4-FFF2-40B4-BE49-F238E27FC236}">
                    <a16:creationId xmlns:a16="http://schemas.microsoft.com/office/drawing/2014/main" id="{918B0670-6C0E-4CBE-830E-9C2DEBB85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351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63 h 4"/>
                  <a:gd name="T4" fmla="*/ 33 w 2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3"/>
                      <a:pt x="1" y="1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" name="Freeform 2060">
                <a:extLst>
                  <a:ext uri="{FF2B5EF4-FFF2-40B4-BE49-F238E27FC236}">
                    <a16:creationId xmlns:a16="http://schemas.microsoft.com/office/drawing/2014/main" id="{FFFE56C8-6CCB-4955-8486-17631DA2F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61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83 h 4"/>
                  <a:gd name="T4" fmla="*/ 0 w 4"/>
                  <a:gd name="T5" fmla="*/ 22 h 4"/>
                  <a:gd name="T6" fmla="*/ 50 w 4"/>
                  <a:gd name="T7" fmla="*/ 0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" name="Freeform 2061">
                <a:extLst>
                  <a:ext uri="{FF2B5EF4-FFF2-40B4-BE49-F238E27FC236}">
                    <a16:creationId xmlns:a16="http://schemas.microsoft.com/office/drawing/2014/main" id="{7E86FE16-DB55-4BB6-9312-D10AB992E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61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21 w 3"/>
                  <a:gd name="T3" fmla="*/ 83 h 4"/>
                  <a:gd name="T4" fmla="*/ 56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2"/>
                      <a:pt x="2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" name="Freeform 2062">
                <a:extLst>
                  <a:ext uri="{FF2B5EF4-FFF2-40B4-BE49-F238E27FC236}">
                    <a16:creationId xmlns:a16="http://schemas.microsoft.com/office/drawing/2014/main" id="{938D6235-0F33-4E9B-BB77-50C31361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61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21 w 3"/>
                  <a:gd name="T3" fmla="*/ 83 h 4"/>
                  <a:gd name="T4" fmla="*/ 56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2"/>
                      <a:pt x="2" y="1"/>
                      <a:pt x="3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" name="Freeform 2063">
                <a:extLst>
                  <a:ext uri="{FF2B5EF4-FFF2-40B4-BE49-F238E27FC236}">
                    <a16:creationId xmlns:a16="http://schemas.microsoft.com/office/drawing/2014/main" id="{04984BC5-8333-4E7E-926B-FBAC6D3A2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337"/>
                <a:ext cx="10" cy="14"/>
              </a:xfrm>
              <a:custGeom>
                <a:avLst/>
                <a:gdLst>
                  <a:gd name="T0" fmla="*/ 50 w 4"/>
                  <a:gd name="T1" fmla="*/ 62 h 5"/>
                  <a:gd name="T2" fmla="*/ 20 w 4"/>
                  <a:gd name="T3" fmla="*/ 109 h 5"/>
                  <a:gd name="T4" fmla="*/ 0 w 4"/>
                  <a:gd name="T5" fmla="*/ 48 h 5"/>
                  <a:gd name="T6" fmla="*/ 33 w 4"/>
                  <a:gd name="T7" fmla="*/ 22 h 5"/>
                  <a:gd name="T8" fmla="*/ 5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" name="Freeform 2064">
                <a:extLst>
                  <a:ext uri="{FF2B5EF4-FFF2-40B4-BE49-F238E27FC236}">
                    <a16:creationId xmlns:a16="http://schemas.microsoft.com/office/drawing/2014/main" id="{C8A18F5D-8699-4AF8-8CB8-5355429F4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340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27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" name="Freeform 2065">
                <a:extLst>
                  <a:ext uri="{FF2B5EF4-FFF2-40B4-BE49-F238E27FC236}">
                    <a16:creationId xmlns:a16="http://schemas.microsoft.com/office/drawing/2014/main" id="{9E356B6F-98CC-4EDE-BB1B-29F6E424B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340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27 w 1"/>
                  <a:gd name="T3" fmla="*/ 56 h 3"/>
                  <a:gd name="T4" fmla="*/ 27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20" name="Group 2066">
              <a:extLst>
                <a:ext uri="{FF2B5EF4-FFF2-40B4-BE49-F238E27FC236}">
                  <a16:creationId xmlns:a16="http://schemas.microsoft.com/office/drawing/2014/main" id="{6E7A3A34-1819-4A8F-89C2-6E28EBBF3E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" y="2180"/>
              <a:ext cx="242" cy="216"/>
              <a:chOff x="2930" y="2180"/>
              <a:chExt cx="242" cy="216"/>
            </a:xfrm>
          </p:grpSpPr>
          <p:sp>
            <p:nvSpPr>
              <p:cNvPr id="13639" name="Freeform 2067">
                <a:extLst>
                  <a:ext uri="{FF2B5EF4-FFF2-40B4-BE49-F238E27FC236}">
                    <a16:creationId xmlns:a16="http://schemas.microsoft.com/office/drawing/2014/main" id="{08E1AF56-FA3B-4BA5-9AE7-3DFF9853B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343"/>
                <a:ext cx="7" cy="13"/>
              </a:xfrm>
              <a:custGeom>
                <a:avLst/>
                <a:gdLst>
                  <a:gd name="T0" fmla="*/ 37 w 3"/>
                  <a:gd name="T1" fmla="*/ 55 h 5"/>
                  <a:gd name="T2" fmla="*/ 12 w 3"/>
                  <a:gd name="T3" fmla="*/ 88 h 5"/>
                  <a:gd name="T4" fmla="*/ 0 w 3"/>
                  <a:gd name="T5" fmla="*/ 34 h 5"/>
                  <a:gd name="T6" fmla="*/ 28 w 3"/>
                  <a:gd name="T7" fmla="*/ 0 h 5"/>
                  <a:gd name="T8" fmla="*/ 37 w 3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0" name="Freeform 2068">
                <a:extLst>
                  <a:ext uri="{FF2B5EF4-FFF2-40B4-BE49-F238E27FC236}">
                    <a16:creationId xmlns:a16="http://schemas.microsoft.com/office/drawing/2014/main" id="{6F510471-6C35-44F8-A840-4CAE97CF3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34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33 w 2"/>
                  <a:gd name="T3" fmla="*/ 63 h 4"/>
                  <a:gd name="T4" fmla="*/ 33 w 2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1" y="3"/>
                      <a:pt x="2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1" name="Freeform 2069">
                <a:extLst>
                  <a:ext uri="{FF2B5EF4-FFF2-40B4-BE49-F238E27FC236}">
                    <a16:creationId xmlns:a16="http://schemas.microsoft.com/office/drawing/2014/main" id="{AE126072-94F4-49D2-BF4D-40660F67A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34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33 w 2"/>
                  <a:gd name="T3" fmla="*/ 63 h 4"/>
                  <a:gd name="T4" fmla="*/ 33 w 2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1" y="3"/>
                      <a:pt x="2" y="2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2" name="Freeform 2070">
                <a:extLst>
                  <a:ext uri="{FF2B5EF4-FFF2-40B4-BE49-F238E27FC236}">
                    <a16:creationId xmlns:a16="http://schemas.microsoft.com/office/drawing/2014/main" id="{017EBB51-4457-4B8C-87AF-AECBEC0C9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340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21 w 3"/>
                  <a:gd name="T3" fmla="*/ 83 h 4"/>
                  <a:gd name="T4" fmla="*/ 0 w 3"/>
                  <a:gd name="T5" fmla="*/ 47 h 4"/>
                  <a:gd name="T6" fmla="*/ 35 w 3"/>
                  <a:gd name="T7" fmla="*/ 0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3" name="Freeform 2071">
                <a:extLst>
                  <a:ext uri="{FF2B5EF4-FFF2-40B4-BE49-F238E27FC236}">
                    <a16:creationId xmlns:a16="http://schemas.microsoft.com/office/drawing/2014/main" id="{850BD167-D13E-4AA7-B5D4-B25FCFAEF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340"/>
                <a:ext cx="5" cy="11"/>
              </a:xfrm>
              <a:custGeom>
                <a:avLst/>
                <a:gdLst>
                  <a:gd name="T0" fmla="*/ 33 w 2"/>
                  <a:gd name="T1" fmla="*/ 0 h 4"/>
                  <a:gd name="T2" fmla="*/ 33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1" y="3"/>
                      <a:pt x="2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4" name="Freeform 2072">
                <a:extLst>
                  <a:ext uri="{FF2B5EF4-FFF2-40B4-BE49-F238E27FC236}">
                    <a16:creationId xmlns:a16="http://schemas.microsoft.com/office/drawing/2014/main" id="{12D6705D-06B8-4330-A3FC-B90B7459B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340"/>
                <a:ext cx="5" cy="11"/>
              </a:xfrm>
              <a:custGeom>
                <a:avLst/>
                <a:gdLst>
                  <a:gd name="T0" fmla="*/ 33 w 2"/>
                  <a:gd name="T1" fmla="*/ 0 h 4"/>
                  <a:gd name="T2" fmla="*/ 33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1" y="3"/>
                      <a:pt x="2" y="1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5" name="Freeform 2073">
                <a:extLst>
                  <a:ext uri="{FF2B5EF4-FFF2-40B4-BE49-F238E27FC236}">
                    <a16:creationId xmlns:a16="http://schemas.microsoft.com/office/drawing/2014/main" id="{94CD223C-4F69-4EF9-B2BD-F633C1138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353"/>
                <a:ext cx="8" cy="14"/>
              </a:xfrm>
              <a:custGeom>
                <a:avLst/>
                <a:gdLst>
                  <a:gd name="T0" fmla="*/ 56 w 3"/>
                  <a:gd name="T1" fmla="*/ 62 h 5"/>
                  <a:gd name="T2" fmla="*/ 21 w 3"/>
                  <a:gd name="T3" fmla="*/ 109 h 5"/>
                  <a:gd name="T4" fmla="*/ 0 w 3"/>
                  <a:gd name="T5" fmla="*/ 48 h 5"/>
                  <a:gd name="T6" fmla="*/ 35 w 3"/>
                  <a:gd name="T7" fmla="*/ 0 h 5"/>
                  <a:gd name="T8" fmla="*/ 56 w 3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6" name="Freeform 2074">
                <a:extLst>
                  <a:ext uri="{FF2B5EF4-FFF2-40B4-BE49-F238E27FC236}">
                    <a16:creationId xmlns:a16="http://schemas.microsoft.com/office/drawing/2014/main" id="{EE76D2A4-BDCD-442F-9756-3B815CB90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353"/>
                <a:ext cx="5" cy="11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3"/>
                      <a:pt x="2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7" name="Freeform 2075">
                <a:extLst>
                  <a:ext uri="{FF2B5EF4-FFF2-40B4-BE49-F238E27FC236}">
                    <a16:creationId xmlns:a16="http://schemas.microsoft.com/office/drawing/2014/main" id="{B9F1D4D1-4A0B-4283-8F41-2B9523308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353"/>
                <a:ext cx="5" cy="11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3"/>
                      <a:pt x="2" y="2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8" name="Freeform 2076">
                <a:extLst>
                  <a:ext uri="{FF2B5EF4-FFF2-40B4-BE49-F238E27FC236}">
                    <a16:creationId xmlns:a16="http://schemas.microsoft.com/office/drawing/2014/main" id="{ABDE5B8A-ED8A-46E4-9B9C-C6214AF12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343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12 w 3"/>
                  <a:gd name="T3" fmla="*/ 63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9" name="Freeform 2077">
                <a:extLst>
                  <a:ext uri="{FF2B5EF4-FFF2-40B4-BE49-F238E27FC236}">
                    <a16:creationId xmlns:a16="http://schemas.microsoft.com/office/drawing/2014/main" id="{4A205F02-F46B-4923-8862-553D110EE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343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63 h 4"/>
                  <a:gd name="T4" fmla="*/ 8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0" name="Freeform 2078">
                <a:extLst>
                  <a:ext uri="{FF2B5EF4-FFF2-40B4-BE49-F238E27FC236}">
                    <a16:creationId xmlns:a16="http://schemas.microsoft.com/office/drawing/2014/main" id="{34ED4C97-138D-415D-9813-E347D2E6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343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63 h 4"/>
                  <a:gd name="T4" fmla="*/ 8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1" name="Freeform 2079">
                <a:extLst>
                  <a:ext uri="{FF2B5EF4-FFF2-40B4-BE49-F238E27FC236}">
                    <a16:creationId xmlns:a16="http://schemas.microsoft.com/office/drawing/2014/main" id="{FD3F9A68-B66B-4194-AA3B-26CD7A64F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359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21 w 3"/>
                  <a:gd name="T3" fmla="*/ 63 h 4"/>
                  <a:gd name="T4" fmla="*/ 0 w 3"/>
                  <a:gd name="T5" fmla="*/ 33 h 4"/>
                  <a:gd name="T6" fmla="*/ 35 w 3"/>
                  <a:gd name="T7" fmla="*/ 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2" name="Freeform 2080">
                <a:extLst>
                  <a:ext uri="{FF2B5EF4-FFF2-40B4-BE49-F238E27FC236}">
                    <a16:creationId xmlns:a16="http://schemas.microsoft.com/office/drawing/2014/main" id="{71CDAF46-6796-4585-8C38-FC91F0894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35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3" name="Freeform 2081">
                <a:extLst>
                  <a:ext uri="{FF2B5EF4-FFF2-40B4-BE49-F238E27FC236}">
                    <a16:creationId xmlns:a16="http://schemas.microsoft.com/office/drawing/2014/main" id="{8EC766A7-A2B0-48B1-9A0D-B4A71024F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35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4" name="Freeform 2082">
                <a:extLst>
                  <a:ext uri="{FF2B5EF4-FFF2-40B4-BE49-F238E27FC236}">
                    <a16:creationId xmlns:a16="http://schemas.microsoft.com/office/drawing/2014/main" id="{2ACD47FF-3FD4-4275-9F25-49DED5E88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35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33 h 4"/>
                  <a:gd name="T6" fmla="*/ 33 w 4"/>
                  <a:gd name="T7" fmla="*/ 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5" name="Freeform 2083">
                <a:extLst>
                  <a:ext uri="{FF2B5EF4-FFF2-40B4-BE49-F238E27FC236}">
                    <a16:creationId xmlns:a16="http://schemas.microsoft.com/office/drawing/2014/main" id="{CB7C39D5-D2B1-4F7E-9C96-E741176FA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59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63 h 4"/>
                  <a:gd name="T4" fmla="*/ 8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6" name="Freeform 2084">
                <a:extLst>
                  <a:ext uri="{FF2B5EF4-FFF2-40B4-BE49-F238E27FC236}">
                    <a16:creationId xmlns:a16="http://schemas.microsoft.com/office/drawing/2014/main" id="{0EBA379D-E7E3-405A-B9D2-39E65CA4D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59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63 h 4"/>
                  <a:gd name="T4" fmla="*/ 8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7" name="Freeform 2085">
                <a:extLst>
                  <a:ext uri="{FF2B5EF4-FFF2-40B4-BE49-F238E27FC236}">
                    <a16:creationId xmlns:a16="http://schemas.microsoft.com/office/drawing/2014/main" id="{12C003E3-69E1-40E2-B22D-6D99EF212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369"/>
                <a:ext cx="10" cy="14"/>
              </a:xfrm>
              <a:custGeom>
                <a:avLst/>
                <a:gdLst>
                  <a:gd name="T0" fmla="*/ 63 w 4"/>
                  <a:gd name="T1" fmla="*/ 62 h 5"/>
                  <a:gd name="T2" fmla="*/ 33 w 4"/>
                  <a:gd name="T3" fmla="*/ 109 h 5"/>
                  <a:gd name="T4" fmla="*/ 20 w 4"/>
                  <a:gd name="T5" fmla="*/ 48 h 5"/>
                  <a:gd name="T6" fmla="*/ 33 w 4"/>
                  <a:gd name="T7" fmla="*/ 0 h 5"/>
                  <a:gd name="T8" fmla="*/ 63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8" name="Freeform 2086">
                <a:extLst>
                  <a:ext uri="{FF2B5EF4-FFF2-40B4-BE49-F238E27FC236}">
                    <a16:creationId xmlns:a16="http://schemas.microsoft.com/office/drawing/2014/main" id="{1853271A-9D80-4BEC-A962-B3F107E74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37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9" name="Freeform 2087">
                <a:extLst>
                  <a:ext uri="{FF2B5EF4-FFF2-40B4-BE49-F238E27FC236}">
                    <a16:creationId xmlns:a16="http://schemas.microsoft.com/office/drawing/2014/main" id="{3E2DF47D-DBB6-481D-8C68-18F4F9FAD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37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0" name="Freeform 2088">
                <a:extLst>
                  <a:ext uri="{FF2B5EF4-FFF2-40B4-BE49-F238E27FC236}">
                    <a16:creationId xmlns:a16="http://schemas.microsoft.com/office/drawing/2014/main" id="{9DA8F229-0DE7-4AD4-9806-02DF0DB26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83"/>
                <a:ext cx="7" cy="13"/>
              </a:xfrm>
              <a:custGeom>
                <a:avLst/>
                <a:gdLst>
                  <a:gd name="T0" fmla="*/ 37 w 3"/>
                  <a:gd name="T1" fmla="*/ 55 h 5"/>
                  <a:gd name="T2" fmla="*/ 12 w 3"/>
                  <a:gd name="T3" fmla="*/ 88 h 5"/>
                  <a:gd name="T4" fmla="*/ 0 w 3"/>
                  <a:gd name="T5" fmla="*/ 34 h 5"/>
                  <a:gd name="T6" fmla="*/ 12 w 3"/>
                  <a:gd name="T7" fmla="*/ 0 h 5"/>
                  <a:gd name="T8" fmla="*/ 37 w 3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1" name="Freeform 2089">
                <a:extLst>
                  <a:ext uri="{FF2B5EF4-FFF2-40B4-BE49-F238E27FC236}">
                    <a16:creationId xmlns:a16="http://schemas.microsoft.com/office/drawing/2014/main" id="{E5990705-84D9-4C8E-9BD1-D72199E5C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8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2" name="Freeform 2090">
                <a:extLst>
                  <a:ext uri="{FF2B5EF4-FFF2-40B4-BE49-F238E27FC236}">
                    <a16:creationId xmlns:a16="http://schemas.microsoft.com/office/drawing/2014/main" id="{1B63EEAE-1487-4F52-98D8-E25D33492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8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3" name="Oval 2091">
                <a:extLst>
                  <a:ext uri="{FF2B5EF4-FFF2-40B4-BE49-F238E27FC236}">
                    <a16:creationId xmlns:a16="http://schemas.microsoft.com/office/drawing/2014/main" id="{C84BF03C-33BA-4277-86A1-76A33B90A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2367"/>
                <a:ext cx="8" cy="13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664" name="Freeform 2092">
                <a:extLst>
                  <a:ext uri="{FF2B5EF4-FFF2-40B4-BE49-F238E27FC236}">
                    <a16:creationId xmlns:a16="http://schemas.microsoft.com/office/drawing/2014/main" id="{2D1AF5FF-D855-48DD-9BB7-D3325DE04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367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63 h 4"/>
                  <a:gd name="T4" fmla="*/ 8 w 1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5" name="Freeform 2093">
                <a:extLst>
                  <a:ext uri="{FF2B5EF4-FFF2-40B4-BE49-F238E27FC236}">
                    <a16:creationId xmlns:a16="http://schemas.microsoft.com/office/drawing/2014/main" id="{24A598D0-F2D0-42E1-AA46-3A8DE1DBA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367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63 h 4"/>
                  <a:gd name="T4" fmla="*/ 8 w 1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6" name="Freeform 2094">
                <a:extLst>
                  <a:ext uri="{FF2B5EF4-FFF2-40B4-BE49-F238E27FC236}">
                    <a16:creationId xmlns:a16="http://schemas.microsoft.com/office/drawing/2014/main" id="{AD09AF5D-B413-40E8-B5A8-BDF49568A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337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56 h 3"/>
                  <a:gd name="T4" fmla="*/ 0 w 2"/>
                  <a:gd name="T5" fmla="*/ 21 h 3"/>
                  <a:gd name="T6" fmla="*/ 20 w 2"/>
                  <a:gd name="T7" fmla="*/ 0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7" name="Freeform 2095">
                <a:extLst>
                  <a:ext uri="{FF2B5EF4-FFF2-40B4-BE49-F238E27FC236}">
                    <a16:creationId xmlns:a16="http://schemas.microsoft.com/office/drawing/2014/main" id="{ECCCAB8A-F536-47F4-A968-0C4512A53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332"/>
                <a:ext cx="7" cy="11"/>
              </a:xfrm>
              <a:custGeom>
                <a:avLst/>
                <a:gdLst>
                  <a:gd name="T0" fmla="*/ 28 w 3"/>
                  <a:gd name="T1" fmla="*/ 47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0 h 4"/>
                  <a:gd name="T8" fmla="*/ 28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8" name="Freeform 2096">
                <a:extLst>
                  <a:ext uri="{FF2B5EF4-FFF2-40B4-BE49-F238E27FC236}">
                    <a16:creationId xmlns:a16="http://schemas.microsoft.com/office/drawing/2014/main" id="{9F90D20D-5CA5-4E10-AB24-360CB860E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324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9" name="Freeform 2097">
                <a:extLst>
                  <a:ext uri="{FF2B5EF4-FFF2-40B4-BE49-F238E27FC236}">
                    <a16:creationId xmlns:a16="http://schemas.microsoft.com/office/drawing/2014/main" id="{ACB802B6-8835-44A2-A6C2-E9A3A3181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321"/>
                <a:ext cx="5" cy="11"/>
              </a:xfrm>
              <a:custGeom>
                <a:avLst/>
                <a:gdLst>
                  <a:gd name="T0" fmla="*/ 0 w 2"/>
                  <a:gd name="T1" fmla="*/ 47 h 4"/>
                  <a:gd name="T2" fmla="*/ 20 w 2"/>
                  <a:gd name="T3" fmla="*/ 22 h 4"/>
                  <a:gd name="T4" fmla="*/ 33 w 2"/>
                  <a:gd name="T5" fmla="*/ 47 h 4"/>
                  <a:gd name="T6" fmla="*/ 20 w 2"/>
                  <a:gd name="T7" fmla="*/ 83 h 4"/>
                  <a:gd name="T8" fmla="*/ 0 w 2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0" name="Freeform 2098">
                <a:extLst>
                  <a:ext uri="{FF2B5EF4-FFF2-40B4-BE49-F238E27FC236}">
                    <a16:creationId xmlns:a16="http://schemas.microsoft.com/office/drawing/2014/main" id="{B557DD43-D425-4A07-98DB-4725FA31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327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20 w 4"/>
                  <a:gd name="T3" fmla="*/ 68 h 5"/>
                  <a:gd name="T4" fmla="*/ 20 w 4"/>
                  <a:gd name="T5" fmla="*/ 34 h 5"/>
                  <a:gd name="T6" fmla="*/ 63 w 4"/>
                  <a:gd name="T7" fmla="*/ 21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3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1" name="Freeform 2099">
                <a:extLst>
                  <a:ext uri="{FF2B5EF4-FFF2-40B4-BE49-F238E27FC236}">
                    <a16:creationId xmlns:a16="http://schemas.microsoft.com/office/drawing/2014/main" id="{FE074E7C-2139-40F2-B4FE-FFE524A40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32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56 h 3"/>
                  <a:gd name="T4" fmla="*/ 37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2" name="Freeform 2100">
                <a:extLst>
                  <a:ext uri="{FF2B5EF4-FFF2-40B4-BE49-F238E27FC236}">
                    <a16:creationId xmlns:a16="http://schemas.microsoft.com/office/drawing/2014/main" id="{331D2F91-F7EC-49A6-9C5D-6D1EB58FA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32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56 h 3"/>
                  <a:gd name="T4" fmla="*/ 37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3" name="Freeform 2101">
                <a:extLst>
                  <a:ext uri="{FF2B5EF4-FFF2-40B4-BE49-F238E27FC236}">
                    <a16:creationId xmlns:a16="http://schemas.microsoft.com/office/drawing/2014/main" id="{6B974207-D7C1-42AF-A13F-5E4F64E2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340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0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4" name="Freeform 2102">
                <a:extLst>
                  <a:ext uri="{FF2B5EF4-FFF2-40B4-BE49-F238E27FC236}">
                    <a16:creationId xmlns:a16="http://schemas.microsoft.com/office/drawing/2014/main" id="{6167D04A-BE60-477E-B773-AB57A6B5A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340"/>
                <a:ext cx="8" cy="8"/>
              </a:xfrm>
              <a:custGeom>
                <a:avLst/>
                <a:gdLst>
                  <a:gd name="T0" fmla="*/ 56 w 3"/>
                  <a:gd name="T1" fmla="*/ 0 h 3"/>
                  <a:gd name="T2" fmla="*/ 21 w 3"/>
                  <a:gd name="T3" fmla="*/ 56 h 3"/>
                  <a:gd name="T4" fmla="*/ 56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0" y="2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5" name="Freeform 2103">
                <a:extLst>
                  <a:ext uri="{FF2B5EF4-FFF2-40B4-BE49-F238E27FC236}">
                    <a16:creationId xmlns:a16="http://schemas.microsoft.com/office/drawing/2014/main" id="{D792D563-69FC-4361-B114-CE460D57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340"/>
                <a:ext cx="8" cy="8"/>
              </a:xfrm>
              <a:custGeom>
                <a:avLst/>
                <a:gdLst>
                  <a:gd name="T0" fmla="*/ 56 w 3"/>
                  <a:gd name="T1" fmla="*/ 0 h 3"/>
                  <a:gd name="T2" fmla="*/ 21 w 3"/>
                  <a:gd name="T3" fmla="*/ 56 h 3"/>
                  <a:gd name="T4" fmla="*/ 56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0" y="2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6" name="Freeform 2104">
                <a:extLst>
                  <a:ext uri="{FF2B5EF4-FFF2-40B4-BE49-F238E27FC236}">
                    <a16:creationId xmlns:a16="http://schemas.microsoft.com/office/drawing/2014/main" id="{DA01173C-F174-4143-AA2B-298B59858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351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0 w 4"/>
                  <a:gd name="T3" fmla="*/ 63 h 4"/>
                  <a:gd name="T4" fmla="*/ 20 w 4"/>
                  <a:gd name="T5" fmla="*/ 20 h 4"/>
                  <a:gd name="T6" fmla="*/ 50 w 4"/>
                  <a:gd name="T7" fmla="*/ 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7" name="Freeform 2105">
                <a:extLst>
                  <a:ext uri="{FF2B5EF4-FFF2-40B4-BE49-F238E27FC236}">
                    <a16:creationId xmlns:a16="http://schemas.microsoft.com/office/drawing/2014/main" id="{16FB3C95-56D8-48A0-9252-6DF294D7D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351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12 w 3"/>
                  <a:gd name="T3" fmla="*/ 56 h 3"/>
                  <a:gd name="T4" fmla="*/ 37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8" name="Freeform 2106">
                <a:extLst>
                  <a:ext uri="{FF2B5EF4-FFF2-40B4-BE49-F238E27FC236}">
                    <a16:creationId xmlns:a16="http://schemas.microsoft.com/office/drawing/2014/main" id="{73006B65-076E-4AE4-89B6-CF62C44FF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351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12 w 3"/>
                  <a:gd name="T3" fmla="*/ 56 h 3"/>
                  <a:gd name="T4" fmla="*/ 37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9" name="Freeform 2107">
                <a:extLst>
                  <a:ext uri="{FF2B5EF4-FFF2-40B4-BE49-F238E27FC236}">
                    <a16:creationId xmlns:a16="http://schemas.microsoft.com/office/drawing/2014/main" id="{43CA96D6-76E9-41B3-8B05-879F51DB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53"/>
                <a:ext cx="7" cy="14"/>
              </a:xfrm>
              <a:custGeom>
                <a:avLst/>
                <a:gdLst>
                  <a:gd name="T0" fmla="*/ 37 w 3"/>
                  <a:gd name="T1" fmla="*/ 62 h 5"/>
                  <a:gd name="T2" fmla="*/ 12 w 3"/>
                  <a:gd name="T3" fmla="*/ 109 h 5"/>
                  <a:gd name="T4" fmla="*/ 0 w 3"/>
                  <a:gd name="T5" fmla="*/ 48 h 5"/>
                  <a:gd name="T6" fmla="*/ 28 w 3"/>
                  <a:gd name="T7" fmla="*/ 0 h 5"/>
                  <a:gd name="T8" fmla="*/ 37 w 3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0" name="Freeform 2108">
                <a:extLst>
                  <a:ext uri="{FF2B5EF4-FFF2-40B4-BE49-F238E27FC236}">
                    <a16:creationId xmlns:a16="http://schemas.microsoft.com/office/drawing/2014/main" id="{37B3ECFA-F0E0-4385-88EA-DBC32F14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5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1" name="Freeform 2109">
                <a:extLst>
                  <a:ext uri="{FF2B5EF4-FFF2-40B4-BE49-F238E27FC236}">
                    <a16:creationId xmlns:a16="http://schemas.microsoft.com/office/drawing/2014/main" id="{56910DD7-F814-417E-A5F6-0E3C820F3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5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2" name="Freeform 2110">
                <a:extLst>
                  <a:ext uri="{FF2B5EF4-FFF2-40B4-BE49-F238E27FC236}">
                    <a16:creationId xmlns:a16="http://schemas.microsoft.com/office/drawing/2014/main" id="{707AC33A-3186-4ED3-BD57-4CB12275C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351"/>
                <a:ext cx="10" cy="13"/>
              </a:xfrm>
              <a:custGeom>
                <a:avLst/>
                <a:gdLst>
                  <a:gd name="T0" fmla="*/ 50 w 4"/>
                  <a:gd name="T1" fmla="*/ 55 h 5"/>
                  <a:gd name="T2" fmla="*/ 33 w 4"/>
                  <a:gd name="T3" fmla="*/ 88 h 5"/>
                  <a:gd name="T4" fmla="*/ 0 w 4"/>
                  <a:gd name="T5" fmla="*/ 34 h 5"/>
                  <a:gd name="T6" fmla="*/ 33 w 4"/>
                  <a:gd name="T7" fmla="*/ 0 h 5"/>
                  <a:gd name="T8" fmla="*/ 5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3" name="Freeform 2111">
                <a:extLst>
                  <a:ext uri="{FF2B5EF4-FFF2-40B4-BE49-F238E27FC236}">
                    <a16:creationId xmlns:a16="http://schemas.microsoft.com/office/drawing/2014/main" id="{CDCA02BB-8D25-4966-A555-5CA3925B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351"/>
                <a:ext cx="5" cy="10"/>
              </a:xfrm>
              <a:custGeom>
                <a:avLst/>
                <a:gdLst>
                  <a:gd name="T0" fmla="*/ 20 w 2"/>
                  <a:gd name="T1" fmla="*/ 0 h 4"/>
                  <a:gd name="T2" fmla="*/ 20 w 2"/>
                  <a:gd name="T3" fmla="*/ 63 h 4"/>
                  <a:gd name="T4" fmla="*/ 33 w 2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4" name="Freeform 2112">
                <a:extLst>
                  <a:ext uri="{FF2B5EF4-FFF2-40B4-BE49-F238E27FC236}">
                    <a16:creationId xmlns:a16="http://schemas.microsoft.com/office/drawing/2014/main" id="{B9722985-B2E5-4D0E-AA4B-11B780E06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351"/>
                <a:ext cx="5" cy="10"/>
              </a:xfrm>
              <a:custGeom>
                <a:avLst/>
                <a:gdLst>
                  <a:gd name="T0" fmla="*/ 20 w 2"/>
                  <a:gd name="T1" fmla="*/ 0 h 4"/>
                  <a:gd name="T2" fmla="*/ 20 w 2"/>
                  <a:gd name="T3" fmla="*/ 63 h 4"/>
                  <a:gd name="T4" fmla="*/ 33 w 2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5" name="Freeform 2113">
                <a:extLst>
                  <a:ext uri="{FF2B5EF4-FFF2-40B4-BE49-F238E27FC236}">
                    <a16:creationId xmlns:a16="http://schemas.microsoft.com/office/drawing/2014/main" id="{256D7211-BB8E-4541-849C-68ECDF489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367"/>
                <a:ext cx="8" cy="13"/>
              </a:xfrm>
              <a:custGeom>
                <a:avLst/>
                <a:gdLst>
                  <a:gd name="T0" fmla="*/ 56 w 3"/>
                  <a:gd name="T1" fmla="*/ 55 h 5"/>
                  <a:gd name="T2" fmla="*/ 21 w 3"/>
                  <a:gd name="T3" fmla="*/ 68 h 5"/>
                  <a:gd name="T4" fmla="*/ 0 w 3"/>
                  <a:gd name="T5" fmla="*/ 34 h 5"/>
                  <a:gd name="T6" fmla="*/ 35 w 3"/>
                  <a:gd name="T7" fmla="*/ 0 h 5"/>
                  <a:gd name="T8" fmla="*/ 56 w 3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6" name="Freeform 2114">
                <a:extLst>
                  <a:ext uri="{FF2B5EF4-FFF2-40B4-BE49-F238E27FC236}">
                    <a16:creationId xmlns:a16="http://schemas.microsoft.com/office/drawing/2014/main" id="{E78AECB6-FF5C-4146-8A5C-FBC62CC33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367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63 h 4"/>
                  <a:gd name="T4" fmla="*/ 33 w 2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3"/>
                      <a:pt x="2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7" name="Freeform 2115">
                <a:extLst>
                  <a:ext uri="{FF2B5EF4-FFF2-40B4-BE49-F238E27FC236}">
                    <a16:creationId xmlns:a16="http://schemas.microsoft.com/office/drawing/2014/main" id="{23D62AD5-A6AB-4798-B26C-D47B3C65F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367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63 h 4"/>
                  <a:gd name="T4" fmla="*/ 33 w 2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3"/>
                      <a:pt x="2" y="2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8" name="Freeform 2116">
                <a:extLst>
                  <a:ext uri="{FF2B5EF4-FFF2-40B4-BE49-F238E27FC236}">
                    <a16:creationId xmlns:a16="http://schemas.microsoft.com/office/drawing/2014/main" id="{9E5C58F9-A496-4AF6-8115-6D0988185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38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83 h 4"/>
                  <a:gd name="T4" fmla="*/ 20 w 4"/>
                  <a:gd name="T5" fmla="*/ 47 h 4"/>
                  <a:gd name="T6" fmla="*/ 50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9" name="Freeform 2117">
                <a:extLst>
                  <a:ext uri="{FF2B5EF4-FFF2-40B4-BE49-F238E27FC236}">
                    <a16:creationId xmlns:a16="http://schemas.microsoft.com/office/drawing/2014/main" id="{8EF0F58D-7729-4D5E-8E13-171318049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385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20 w 2"/>
                  <a:gd name="T3" fmla="*/ 83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0" name="Freeform 2118">
                <a:extLst>
                  <a:ext uri="{FF2B5EF4-FFF2-40B4-BE49-F238E27FC236}">
                    <a16:creationId xmlns:a16="http://schemas.microsoft.com/office/drawing/2014/main" id="{E2DCF510-D2DC-4113-9ADD-A1F25D5BB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385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20 w 2"/>
                  <a:gd name="T3" fmla="*/ 83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1" name="Freeform 2119">
                <a:extLst>
                  <a:ext uri="{FF2B5EF4-FFF2-40B4-BE49-F238E27FC236}">
                    <a16:creationId xmlns:a16="http://schemas.microsoft.com/office/drawing/2014/main" id="{F5CE8FC2-0DDA-4AF4-BB87-434F24600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348"/>
                <a:ext cx="10" cy="13"/>
              </a:xfrm>
              <a:custGeom>
                <a:avLst/>
                <a:gdLst>
                  <a:gd name="T0" fmla="*/ 63 w 4"/>
                  <a:gd name="T1" fmla="*/ 55 h 5"/>
                  <a:gd name="T2" fmla="*/ 20 w 4"/>
                  <a:gd name="T3" fmla="*/ 68 h 5"/>
                  <a:gd name="T4" fmla="*/ 20 w 4"/>
                  <a:gd name="T5" fmla="*/ 34 h 5"/>
                  <a:gd name="T6" fmla="*/ 50 w 4"/>
                  <a:gd name="T7" fmla="*/ 0 h 5"/>
                  <a:gd name="T8" fmla="*/ 63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2" name="Freeform 2120">
                <a:extLst>
                  <a:ext uri="{FF2B5EF4-FFF2-40B4-BE49-F238E27FC236}">
                    <a16:creationId xmlns:a16="http://schemas.microsoft.com/office/drawing/2014/main" id="{2CA3A783-5498-4321-BBB7-45A4D57C4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348"/>
                <a:ext cx="5" cy="11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3" name="Freeform 2121">
                <a:extLst>
                  <a:ext uri="{FF2B5EF4-FFF2-40B4-BE49-F238E27FC236}">
                    <a16:creationId xmlns:a16="http://schemas.microsoft.com/office/drawing/2014/main" id="{F55AB533-B5B6-4B8E-ADBE-3F180BC14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348"/>
                <a:ext cx="5" cy="11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4" name="Freeform 2122">
                <a:extLst>
                  <a:ext uri="{FF2B5EF4-FFF2-40B4-BE49-F238E27FC236}">
                    <a16:creationId xmlns:a16="http://schemas.microsoft.com/office/drawing/2014/main" id="{EEB6D36E-2994-4308-A026-B40C05F97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359"/>
                <a:ext cx="7" cy="13"/>
              </a:xfrm>
              <a:custGeom>
                <a:avLst/>
                <a:gdLst>
                  <a:gd name="T0" fmla="*/ 37 w 3"/>
                  <a:gd name="T1" fmla="*/ 55 h 5"/>
                  <a:gd name="T2" fmla="*/ 12 w 3"/>
                  <a:gd name="T3" fmla="*/ 88 h 5"/>
                  <a:gd name="T4" fmla="*/ 0 w 3"/>
                  <a:gd name="T5" fmla="*/ 34 h 5"/>
                  <a:gd name="T6" fmla="*/ 28 w 3"/>
                  <a:gd name="T7" fmla="*/ 21 h 5"/>
                  <a:gd name="T8" fmla="*/ 37 w 3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4"/>
                      <a:pt x="2" y="5"/>
                      <a:pt x="1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5" name="Freeform 2123">
                <a:extLst>
                  <a:ext uri="{FF2B5EF4-FFF2-40B4-BE49-F238E27FC236}">
                    <a16:creationId xmlns:a16="http://schemas.microsoft.com/office/drawing/2014/main" id="{EB647650-6547-4A76-81BD-EBD606806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361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6" name="Freeform 2124">
                <a:extLst>
                  <a:ext uri="{FF2B5EF4-FFF2-40B4-BE49-F238E27FC236}">
                    <a16:creationId xmlns:a16="http://schemas.microsoft.com/office/drawing/2014/main" id="{30DBDCF8-573C-4B96-9E22-F52978011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361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7" name="Freeform 2125">
                <a:extLst>
                  <a:ext uri="{FF2B5EF4-FFF2-40B4-BE49-F238E27FC236}">
                    <a16:creationId xmlns:a16="http://schemas.microsoft.com/office/drawing/2014/main" id="{22E6B6DD-319F-4B75-95EF-749E01A2F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39"/>
                <a:ext cx="10" cy="10"/>
              </a:xfrm>
              <a:custGeom>
                <a:avLst/>
                <a:gdLst>
                  <a:gd name="T0" fmla="*/ 20 w 4"/>
                  <a:gd name="T1" fmla="*/ 33 h 4"/>
                  <a:gd name="T2" fmla="*/ 20 w 4"/>
                  <a:gd name="T3" fmla="*/ 0 h 4"/>
                  <a:gd name="T4" fmla="*/ 63 w 4"/>
                  <a:gd name="T5" fmla="*/ 33 h 4"/>
                  <a:gd name="T6" fmla="*/ 50 w 4"/>
                  <a:gd name="T7" fmla="*/ 63 h 4"/>
                  <a:gd name="T8" fmla="*/ 2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8" name="Freeform 2126">
                <a:extLst>
                  <a:ext uri="{FF2B5EF4-FFF2-40B4-BE49-F238E27FC236}">
                    <a16:creationId xmlns:a16="http://schemas.microsoft.com/office/drawing/2014/main" id="{F352F728-DE68-4780-8BD3-C4A54151C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39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9" name="Freeform 2127">
                <a:extLst>
                  <a:ext uri="{FF2B5EF4-FFF2-40B4-BE49-F238E27FC236}">
                    <a16:creationId xmlns:a16="http://schemas.microsoft.com/office/drawing/2014/main" id="{73A09830-9DAA-4751-9792-2FE29FF2B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39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0" name="Freeform 2128">
                <a:extLst>
                  <a:ext uri="{FF2B5EF4-FFF2-40B4-BE49-F238E27FC236}">
                    <a16:creationId xmlns:a16="http://schemas.microsoft.com/office/drawing/2014/main" id="{052A1AD5-4FC2-447D-AF15-DAD54C5B7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247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0 w 4"/>
                  <a:gd name="T3" fmla="*/ 0 h 4"/>
                  <a:gd name="T4" fmla="*/ 50 w 4"/>
                  <a:gd name="T5" fmla="*/ 20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1" name="Freeform 2129">
                <a:extLst>
                  <a:ext uri="{FF2B5EF4-FFF2-40B4-BE49-F238E27FC236}">
                    <a16:creationId xmlns:a16="http://schemas.microsoft.com/office/drawing/2014/main" id="{6F2F7A95-9C9C-4161-8756-38ADDA418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4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0 h 2"/>
                  <a:gd name="T4" fmla="*/ 20 w 2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2" name="Freeform 2130">
                <a:extLst>
                  <a:ext uri="{FF2B5EF4-FFF2-40B4-BE49-F238E27FC236}">
                    <a16:creationId xmlns:a16="http://schemas.microsoft.com/office/drawing/2014/main" id="{8C9E560B-1716-4A6F-B2D9-04FB40795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4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0 h 2"/>
                  <a:gd name="T4" fmla="*/ 20 w 2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3" name="Freeform 2131">
                <a:extLst>
                  <a:ext uri="{FF2B5EF4-FFF2-40B4-BE49-F238E27FC236}">
                    <a16:creationId xmlns:a16="http://schemas.microsoft.com/office/drawing/2014/main" id="{F48B2C3C-D90B-4770-9E72-E2FFE7D64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231"/>
                <a:ext cx="10" cy="13"/>
              </a:xfrm>
              <a:custGeom>
                <a:avLst/>
                <a:gdLst>
                  <a:gd name="T0" fmla="*/ 20 w 4"/>
                  <a:gd name="T1" fmla="*/ 55 h 5"/>
                  <a:gd name="T2" fmla="*/ 20 w 4"/>
                  <a:gd name="T3" fmla="*/ 0 h 5"/>
                  <a:gd name="T4" fmla="*/ 63 w 4"/>
                  <a:gd name="T5" fmla="*/ 21 h 5"/>
                  <a:gd name="T6" fmla="*/ 50 w 4"/>
                  <a:gd name="T7" fmla="*/ 68 h 5"/>
                  <a:gd name="T8" fmla="*/ 2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3" y="5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4" name="Freeform 2132">
                <a:extLst>
                  <a:ext uri="{FF2B5EF4-FFF2-40B4-BE49-F238E27FC236}">
                    <a16:creationId xmlns:a16="http://schemas.microsoft.com/office/drawing/2014/main" id="{A4AD697E-AE7A-4A1F-B99A-04072366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33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0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2" y="2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5" name="Freeform 2133">
                <a:extLst>
                  <a:ext uri="{FF2B5EF4-FFF2-40B4-BE49-F238E27FC236}">
                    <a16:creationId xmlns:a16="http://schemas.microsoft.com/office/drawing/2014/main" id="{5E8AA002-D9AD-4D1A-8F94-1189F29E2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33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0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2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6" name="Freeform 2134">
                <a:extLst>
                  <a:ext uri="{FF2B5EF4-FFF2-40B4-BE49-F238E27FC236}">
                    <a16:creationId xmlns:a16="http://schemas.microsoft.com/office/drawing/2014/main" id="{C0F0A157-D08E-4D18-ACA3-C22F01383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215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50 w 4"/>
                  <a:gd name="T5" fmla="*/ 34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5"/>
                      <a:pt x="2" y="5"/>
                    </a:cubicBezTo>
                    <a:cubicBezTo>
                      <a:pt x="1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7" name="Freeform 2135">
                <a:extLst>
                  <a:ext uri="{FF2B5EF4-FFF2-40B4-BE49-F238E27FC236}">
                    <a16:creationId xmlns:a16="http://schemas.microsoft.com/office/drawing/2014/main" id="{E32EEC85-1E76-4E5B-B5DD-D917E566E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2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8" name="Freeform 2136">
                <a:extLst>
                  <a:ext uri="{FF2B5EF4-FFF2-40B4-BE49-F238E27FC236}">
                    <a16:creationId xmlns:a16="http://schemas.microsoft.com/office/drawing/2014/main" id="{B4E1B27D-854A-431F-AF41-A6379B051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2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9" name="Freeform 2137">
                <a:extLst>
                  <a:ext uri="{FF2B5EF4-FFF2-40B4-BE49-F238E27FC236}">
                    <a16:creationId xmlns:a16="http://schemas.microsoft.com/office/drawing/2014/main" id="{1D599A6C-9891-4F59-953D-E392B25C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231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0" name="Freeform 2138">
                <a:extLst>
                  <a:ext uri="{FF2B5EF4-FFF2-40B4-BE49-F238E27FC236}">
                    <a16:creationId xmlns:a16="http://schemas.microsoft.com/office/drawing/2014/main" id="{306EAC6F-6E34-4583-A412-1905D1E66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231"/>
                <a:ext cx="10" cy="8"/>
              </a:xfrm>
              <a:custGeom>
                <a:avLst/>
                <a:gdLst>
                  <a:gd name="T0" fmla="*/ 63 w 4"/>
                  <a:gd name="T1" fmla="*/ 35 h 3"/>
                  <a:gd name="T2" fmla="*/ 0 w 4"/>
                  <a:gd name="T3" fmla="*/ 21 h 3"/>
                  <a:gd name="T4" fmla="*/ 5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1"/>
                      <a:pt x="3" y="2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1" name="Freeform 2139">
                <a:extLst>
                  <a:ext uri="{FF2B5EF4-FFF2-40B4-BE49-F238E27FC236}">
                    <a16:creationId xmlns:a16="http://schemas.microsoft.com/office/drawing/2014/main" id="{0010BBCE-DDCE-4563-8D82-F242FF68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231"/>
                <a:ext cx="10" cy="8"/>
              </a:xfrm>
              <a:custGeom>
                <a:avLst/>
                <a:gdLst>
                  <a:gd name="T0" fmla="*/ 63 w 4"/>
                  <a:gd name="T1" fmla="*/ 35 h 3"/>
                  <a:gd name="T2" fmla="*/ 0 w 4"/>
                  <a:gd name="T3" fmla="*/ 21 h 3"/>
                  <a:gd name="T4" fmla="*/ 5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1"/>
                      <a:pt x="3" y="2"/>
                      <a:pt x="3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2" name="Freeform 2140">
                <a:extLst>
                  <a:ext uri="{FF2B5EF4-FFF2-40B4-BE49-F238E27FC236}">
                    <a16:creationId xmlns:a16="http://schemas.microsoft.com/office/drawing/2014/main" id="{F102268C-C94E-459C-9314-E988AED1E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57"/>
                <a:ext cx="10" cy="14"/>
              </a:xfrm>
              <a:custGeom>
                <a:avLst/>
                <a:gdLst>
                  <a:gd name="T0" fmla="*/ 20 w 4"/>
                  <a:gd name="T1" fmla="*/ 62 h 5"/>
                  <a:gd name="T2" fmla="*/ 20 w 4"/>
                  <a:gd name="T3" fmla="*/ 22 h 5"/>
                  <a:gd name="T4" fmla="*/ 50 w 4"/>
                  <a:gd name="T5" fmla="*/ 48 h 5"/>
                  <a:gd name="T6" fmla="*/ 50 w 4"/>
                  <a:gd name="T7" fmla="*/ 87 h 5"/>
                  <a:gd name="T8" fmla="*/ 2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3" y="1"/>
                      <a:pt x="3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3" name="Freeform 2141">
                <a:extLst>
                  <a:ext uri="{FF2B5EF4-FFF2-40B4-BE49-F238E27FC236}">
                    <a16:creationId xmlns:a16="http://schemas.microsoft.com/office/drawing/2014/main" id="{351EF95E-951B-4F22-807A-F8B5A0C64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26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0 h 3"/>
                  <a:gd name="T4" fmla="*/ 21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4" name="Freeform 2142">
                <a:extLst>
                  <a:ext uri="{FF2B5EF4-FFF2-40B4-BE49-F238E27FC236}">
                    <a16:creationId xmlns:a16="http://schemas.microsoft.com/office/drawing/2014/main" id="{2506A698-EE01-4ADC-8A21-B6C785635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26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0 h 3"/>
                  <a:gd name="T4" fmla="*/ 21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5" name="Freeform 2143">
                <a:extLst>
                  <a:ext uri="{FF2B5EF4-FFF2-40B4-BE49-F238E27FC236}">
                    <a16:creationId xmlns:a16="http://schemas.microsoft.com/office/drawing/2014/main" id="{BB3ED95B-3C7B-4EA0-85C3-5314696C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268"/>
                <a:ext cx="10" cy="13"/>
              </a:xfrm>
              <a:custGeom>
                <a:avLst/>
                <a:gdLst>
                  <a:gd name="T0" fmla="*/ 20 w 4"/>
                  <a:gd name="T1" fmla="*/ 55 h 5"/>
                  <a:gd name="T2" fmla="*/ 20 w 4"/>
                  <a:gd name="T3" fmla="*/ 21 h 5"/>
                  <a:gd name="T4" fmla="*/ 50 w 4"/>
                  <a:gd name="T5" fmla="*/ 34 h 5"/>
                  <a:gd name="T6" fmla="*/ 50 w 4"/>
                  <a:gd name="T7" fmla="*/ 88 h 5"/>
                  <a:gd name="T8" fmla="*/ 2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6" name="Freeform 2144">
                <a:extLst>
                  <a:ext uri="{FF2B5EF4-FFF2-40B4-BE49-F238E27FC236}">
                    <a16:creationId xmlns:a16="http://schemas.microsoft.com/office/drawing/2014/main" id="{3108B60D-E1D7-496D-9875-99A330C7D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27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0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7" name="Freeform 2145">
                <a:extLst>
                  <a:ext uri="{FF2B5EF4-FFF2-40B4-BE49-F238E27FC236}">
                    <a16:creationId xmlns:a16="http://schemas.microsoft.com/office/drawing/2014/main" id="{31A42CCE-A966-448D-A9EB-FCA79C2F0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27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0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8" name="Freeform 2146">
                <a:extLst>
                  <a:ext uri="{FF2B5EF4-FFF2-40B4-BE49-F238E27FC236}">
                    <a16:creationId xmlns:a16="http://schemas.microsoft.com/office/drawing/2014/main" id="{E710D88A-A74C-47C8-B414-D0465BABE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255"/>
                <a:ext cx="10" cy="13"/>
              </a:xfrm>
              <a:custGeom>
                <a:avLst/>
                <a:gdLst>
                  <a:gd name="T0" fmla="*/ 20 w 4"/>
                  <a:gd name="T1" fmla="*/ 55 h 5"/>
                  <a:gd name="T2" fmla="*/ 20 w 4"/>
                  <a:gd name="T3" fmla="*/ 21 h 5"/>
                  <a:gd name="T4" fmla="*/ 50 w 4"/>
                  <a:gd name="T5" fmla="*/ 34 h 5"/>
                  <a:gd name="T6" fmla="*/ 50 w 4"/>
                  <a:gd name="T7" fmla="*/ 68 h 5"/>
                  <a:gd name="T8" fmla="*/ 2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9" name="Freeform 2147">
                <a:extLst>
                  <a:ext uri="{FF2B5EF4-FFF2-40B4-BE49-F238E27FC236}">
                    <a16:creationId xmlns:a16="http://schemas.microsoft.com/office/drawing/2014/main" id="{6D2D5D4A-752F-41B5-B5B8-4843776E3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57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0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0"/>
                      <a:pt x="0" y="0"/>
                    </a:cubicBez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0" name="Freeform 2148">
                <a:extLst>
                  <a:ext uri="{FF2B5EF4-FFF2-40B4-BE49-F238E27FC236}">
                    <a16:creationId xmlns:a16="http://schemas.microsoft.com/office/drawing/2014/main" id="{A8E918D7-18D9-4D81-BA3B-1D3B22BD1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57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0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0"/>
                      <a:pt x="0" y="0"/>
                    </a:cubicBez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1" name="Freeform 2149">
                <a:extLst>
                  <a:ext uri="{FF2B5EF4-FFF2-40B4-BE49-F238E27FC236}">
                    <a16:creationId xmlns:a16="http://schemas.microsoft.com/office/drawing/2014/main" id="{FF08DBEB-CAC6-4FE2-928C-00C0DB141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44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50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" name="Freeform 2150">
                <a:extLst>
                  <a:ext uri="{FF2B5EF4-FFF2-40B4-BE49-F238E27FC236}">
                    <a16:creationId xmlns:a16="http://schemas.microsoft.com/office/drawing/2014/main" id="{929ACB47-DD23-4C60-B9B1-7758C9E10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247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" name="Freeform 2151">
                <a:extLst>
                  <a:ext uri="{FF2B5EF4-FFF2-40B4-BE49-F238E27FC236}">
                    <a16:creationId xmlns:a16="http://schemas.microsoft.com/office/drawing/2014/main" id="{973A0B6D-B2A5-4216-AAD7-461A327D2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247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" name="Freeform 2152">
                <a:extLst>
                  <a:ext uri="{FF2B5EF4-FFF2-40B4-BE49-F238E27FC236}">
                    <a16:creationId xmlns:a16="http://schemas.microsoft.com/office/drawing/2014/main" id="{B531F551-40CB-4273-A7DF-729269A18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239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20 w 4"/>
                  <a:gd name="T3" fmla="*/ 0 h 4"/>
                  <a:gd name="T4" fmla="*/ 50 w 4"/>
                  <a:gd name="T5" fmla="*/ 20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" name="Freeform 2153">
                <a:extLst>
                  <a:ext uri="{FF2B5EF4-FFF2-40B4-BE49-F238E27FC236}">
                    <a16:creationId xmlns:a16="http://schemas.microsoft.com/office/drawing/2014/main" id="{3C1CAC47-CAED-47E3-A09C-B64AE2F1A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241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" name="Freeform 2154">
                <a:extLst>
                  <a:ext uri="{FF2B5EF4-FFF2-40B4-BE49-F238E27FC236}">
                    <a16:creationId xmlns:a16="http://schemas.microsoft.com/office/drawing/2014/main" id="{5ECB2362-DC00-4832-B5A4-090E5A774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241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" name="Freeform 2155">
                <a:extLst>
                  <a:ext uri="{FF2B5EF4-FFF2-40B4-BE49-F238E27FC236}">
                    <a16:creationId xmlns:a16="http://schemas.microsoft.com/office/drawing/2014/main" id="{C4734EDC-CC61-4C87-81B1-DCE2AFBB5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25"/>
                <a:ext cx="10" cy="14"/>
              </a:xfrm>
              <a:custGeom>
                <a:avLst/>
                <a:gdLst>
                  <a:gd name="T0" fmla="*/ 20 w 4"/>
                  <a:gd name="T1" fmla="*/ 62 h 5"/>
                  <a:gd name="T2" fmla="*/ 20 w 4"/>
                  <a:gd name="T3" fmla="*/ 22 h 5"/>
                  <a:gd name="T4" fmla="*/ 50 w 4"/>
                  <a:gd name="T5" fmla="*/ 48 h 5"/>
                  <a:gd name="T6" fmla="*/ 50 w 4"/>
                  <a:gd name="T7" fmla="*/ 87 h 5"/>
                  <a:gd name="T8" fmla="*/ 2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" name="Freeform 2156">
                <a:extLst>
                  <a:ext uri="{FF2B5EF4-FFF2-40B4-BE49-F238E27FC236}">
                    <a16:creationId xmlns:a16="http://schemas.microsoft.com/office/drawing/2014/main" id="{A1F5FFDC-9F9C-44AE-9A7E-567D12B6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228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0 h 3"/>
                  <a:gd name="T4" fmla="*/ 35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" name="Freeform 2157">
                <a:extLst>
                  <a:ext uri="{FF2B5EF4-FFF2-40B4-BE49-F238E27FC236}">
                    <a16:creationId xmlns:a16="http://schemas.microsoft.com/office/drawing/2014/main" id="{61888CBF-7F93-4976-B3FB-833DCF1C6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228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0 h 3"/>
                  <a:gd name="T4" fmla="*/ 35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" name="Freeform 2158">
                <a:extLst>
                  <a:ext uri="{FF2B5EF4-FFF2-40B4-BE49-F238E27FC236}">
                    <a16:creationId xmlns:a16="http://schemas.microsoft.com/office/drawing/2014/main" id="{A2A6CBEC-DF0D-4F51-A356-8CAAC59C4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212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0 h 4"/>
                  <a:gd name="T4" fmla="*/ 50 w 4"/>
                  <a:gd name="T5" fmla="*/ 22 h 4"/>
                  <a:gd name="T6" fmla="*/ 50 w 4"/>
                  <a:gd name="T7" fmla="*/ 83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" name="Freeform 2159">
                <a:extLst>
                  <a:ext uri="{FF2B5EF4-FFF2-40B4-BE49-F238E27FC236}">
                    <a16:creationId xmlns:a16="http://schemas.microsoft.com/office/drawing/2014/main" id="{BA28E499-0373-4225-94BE-C8F6B4FB4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215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0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1" y="2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" name="Freeform 2160">
                <a:extLst>
                  <a:ext uri="{FF2B5EF4-FFF2-40B4-BE49-F238E27FC236}">
                    <a16:creationId xmlns:a16="http://schemas.microsoft.com/office/drawing/2014/main" id="{FF576AA7-F9C4-4830-B52A-FB7E09C72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215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0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1" y="2"/>
                      <a:pt x="2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" name="Freeform 2161">
                <a:extLst>
                  <a:ext uri="{FF2B5EF4-FFF2-40B4-BE49-F238E27FC236}">
                    <a16:creationId xmlns:a16="http://schemas.microsoft.com/office/drawing/2014/main" id="{BAE985F9-4B40-4323-9AF2-CFC356607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23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0 h 5"/>
                  <a:gd name="T4" fmla="*/ 50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" name="Freeform 2162">
                <a:extLst>
                  <a:ext uri="{FF2B5EF4-FFF2-40B4-BE49-F238E27FC236}">
                    <a16:creationId xmlns:a16="http://schemas.microsoft.com/office/drawing/2014/main" id="{1ACE30F5-5490-48A6-93E6-DAF6E566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2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" name="Freeform 2163">
                <a:extLst>
                  <a:ext uri="{FF2B5EF4-FFF2-40B4-BE49-F238E27FC236}">
                    <a16:creationId xmlns:a16="http://schemas.microsoft.com/office/drawing/2014/main" id="{67D4A5EA-6583-4183-992B-23F5016B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2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" name="Freeform 2164">
                <a:extLst>
                  <a:ext uri="{FF2B5EF4-FFF2-40B4-BE49-F238E27FC236}">
                    <a16:creationId xmlns:a16="http://schemas.microsoft.com/office/drawing/2014/main" id="{2C9B571E-516C-4D69-841E-B74F25285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204"/>
                <a:ext cx="8" cy="13"/>
              </a:xfrm>
              <a:custGeom>
                <a:avLst/>
                <a:gdLst>
                  <a:gd name="T0" fmla="*/ 0 w 3"/>
                  <a:gd name="T1" fmla="*/ 55 h 5"/>
                  <a:gd name="T2" fmla="*/ 0 w 3"/>
                  <a:gd name="T3" fmla="*/ 21 h 5"/>
                  <a:gd name="T4" fmla="*/ 56 w 3"/>
                  <a:gd name="T5" fmla="*/ 34 h 5"/>
                  <a:gd name="T6" fmla="*/ 56 w 3"/>
                  <a:gd name="T7" fmla="*/ 68 h 5"/>
                  <a:gd name="T8" fmla="*/ 0 w 3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" name="Freeform 2165">
                <a:extLst>
                  <a:ext uri="{FF2B5EF4-FFF2-40B4-BE49-F238E27FC236}">
                    <a16:creationId xmlns:a16="http://schemas.microsoft.com/office/drawing/2014/main" id="{818D0A2E-079D-46B7-B684-B3D1B6C77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07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1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" name="Freeform 2166">
                <a:extLst>
                  <a:ext uri="{FF2B5EF4-FFF2-40B4-BE49-F238E27FC236}">
                    <a16:creationId xmlns:a16="http://schemas.microsoft.com/office/drawing/2014/main" id="{24B3CFB9-9389-4369-9E9E-D6D8FF04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07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1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" name="Freeform 2167">
                <a:extLst>
                  <a:ext uri="{FF2B5EF4-FFF2-40B4-BE49-F238E27FC236}">
                    <a16:creationId xmlns:a16="http://schemas.microsoft.com/office/drawing/2014/main" id="{29BC996B-345B-490C-B4EF-4EF7D439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217"/>
                <a:ext cx="10" cy="14"/>
              </a:xfrm>
              <a:custGeom>
                <a:avLst/>
                <a:gdLst>
                  <a:gd name="T0" fmla="*/ 0 w 4"/>
                  <a:gd name="T1" fmla="*/ 48 h 5"/>
                  <a:gd name="T2" fmla="*/ 33 w 4"/>
                  <a:gd name="T3" fmla="*/ 0 h 5"/>
                  <a:gd name="T4" fmla="*/ 63 w 4"/>
                  <a:gd name="T5" fmla="*/ 48 h 5"/>
                  <a:gd name="T6" fmla="*/ 33 w 4"/>
                  <a:gd name="T7" fmla="*/ 87 h 5"/>
                  <a:gd name="T8" fmla="*/ 0 w 4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" name="Freeform 2168">
                <a:extLst>
                  <a:ext uri="{FF2B5EF4-FFF2-40B4-BE49-F238E27FC236}">
                    <a16:creationId xmlns:a16="http://schemas.microsoft.com/office/drawing/2014/main" id="{4FECC40F-CF3F-4B0E-BB24-6ACA44F26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20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0"/>
                      <a:pt x="0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" name="Freeform 2169">
                <a:extLst>
                  <a:ext uri="{FF2B5EF4-FFF2-40B4-BE49-F238E27FC236}">
                    <a16:creationId xmlns:a16="http://schemas.microsoft.com/office/drawing/2014/main" id="{08422CAA-9256-49FE-8ABF-F7E20B6C4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20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0"/>
                      <a:pt x="0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" name="Freeform 2170">
                <a:extLst>
                  <a:ext uri="{FF2B5EF4-FFF2-40B4-BE49-F238E27FC236}">
                    <a16:creationId xmlns:a16="http://schemas.microsoft.com/office/drawing/2014/main" id="{8E1229D5-6DD9-4A3E-9F27-57281974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220"/>
                <a:ext cx="8" cy="13"/>
              </a:xfrm>
              <a:custGeom>
                <a:avLst/>
                <a:gdLst>
                  <a:gd name="T0" fmla="*/ 0 w 3"/>
                  <a:gd name="T1" fmla="*/ 55 h 5"/>
                  <a:gd name="T2" fmla="*/ 21 w 3"/>
                  <a:gd name="T3" fmla="*/ 0 h 5"/>
                  <a:gd name="T4" fmla="*/ 56 w 3"/>
                  <a:gd name="T5" fmla="*/ 34 h 5"/>
                  <a:gd name="T6" fmla="*/ 35 w 3"/>
                  <a:gd name="T7" fmla="*/ 88 h 5"/>
                  <a:gd name="T8" fmla="*/ 0 w 3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" name="Freeform 2171">
                <a:extLst>
                  <a:ext uri="{FF2B5EF4-FFF2-40B4-BE49-F238E27FC236}">
                    <a16:creationId xmlns:a16="http://schemas.microsoft.com/office/drawing/2014/main" id="{78DF106A-3C93-4D62-803A-B95B180E7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22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" name="Freeform 2172">
                <a:extLst>
                  <a:ext uri="{FF2B5EF4-FFF2-40B4-BE49-F238E27FC236}">
                    <a16:creationId xmlns:a16="http://schemas.microsoft.com/office/drawing/2014/main" id="{1993E4AE-726D-4A9D-BCA4-3EA7047BC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22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" name="Freeform 2173">
                <a:extLst>
                  <a:ext uri="{FF2B5EF4-FFF2-40B4-BE49-F238E27FC236}">
                    <a16:creationId xmlns:a16="http://schemas.microsoft.com/office/drawing/2014/main" id="{49FB8F9D-304F-438E-BCB9-0F61782DE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204"/>
                <a:ext cx="7" cy="13"/>
              </a:xfrm>
              <a:custGeom>
                <a:avLst/>
                <a:gdLst>
                  <a:gd name="T0" fmla="*/ 0 w 3"/>
                  <a:gd name="T1" fmla="*/ 55 h 5"/>
                  <a:gd name="T2" fmla="*/ 12 w 3"/>
                  <a:gd name="T3" fmla="*/ 21 h 5"/>
                  <a:gd name="T4" fmla="*/ 37 w 3"/>
                  <a:gd name="T5" fmla="*/ 55 h 5"/>
                  <a:gd name="T6" fmla="*/ 28 w 3"/>
                  <a:gd name="T7" fmla="*/ 88 h 5"/>
                  <a:gd name="T8" fmla="*/ 0 w 3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3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" name="Freeform 2174">
                <a:extLst>
                  <a:ext uri="{FF2B5EF4-FFF2-40B4-BE49-F238E27FC236}">
                    <a16:creationId xmlns:a16="http://schemas.microsoft.com/office/drawing/2014/main" id="{1453CCA2-4530-4101-8F7F-CB0123EBF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207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20 w 2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1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" name="Freeform 2175">
                <a:extLst>
                  <a:ext uri="{FF2B5EF4-FFF2-40B4-BE49-F238E27FC236}">
                    <a16:creationId xmlns:a16="http://schemas.microsoft.com/office/drawing/2014/main" id="{361F292A-9BF2-4288-8CCC-8B88D42C8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207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20 w 2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1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" name="Freeform 2176">
                <a:extLst>
                  <a:ext uri="{FF2B5EF4-FFF2-40B4-BE49-F238E27FC236}">
                    <a16:creationId xmlns:a16="http://schemas.microsoft.com/office/drawing/2014/main" id="{A28A5819-8453-4423-BAE2-36FD7487D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191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21 h 5"/>
                  <a:gd name="T4" fmla="*/ 50 w 4"/>
                  <a:gd name="T5" fmla="*/ 55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" name="Freeform 2177">
                <a:extLst>
                  <a:ext uri="{FF2B5EF4-FFF2-40B4-BE49-F238E27FC236}">
                    <a16:creationId xmlns:a16="http://schemas.microsoft.com/office/drawing/2014/main" id="{F5DC37C2-3F37-486D-8F73-9A2DE6214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193"/>
                <a:ext cx="5" cy="11"/>
              </a:xfrm>
              <a:custGeom>
                <a:avLst/>
                <a:gdLst>
                  <a:gd name="T0" fmla="*/ 20 w 2"/>
                  <a:gd name="T1" fmla="*/ 83 h 4"/>
                  <a:gd name="T2" fmla="*/ 20 w 2"/>
                  <a:gd name="T3" fmla="*/ 0 h 4"/>
                  <a:gd name="T4" fmla="*/ 0 w 2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" name="Freeform 2178">
                <a:extLst>
                  <a:ext uri="{FF2B5EF4-FFF2-40B4-BE49-F238E27FC236}">
                    <a16:creationId xmlns:a16="http://schemas.microsoft.com/office/drawing/2014/main" id="{AF96D1DF-37FC-4798-9AB7-4E297ECDD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193"/>
                <a:ext cx="5" cy="11"/>
              </a:xfrm>
              <a:custGeom>
                <a:avLst/>
                <a:gdLst>
                  <a:gd name="T0" fmla="*/ 20 w 2"/>
                  <a:gd name="T1" fmla="*/ 83 h 4"/>
                  <a:gd name="T2" fmla="*/ 20 w 2"/>
                  <a:gd name="T3" fmla="*/ 0 h 4"/>
                  <a:gd name="T4" fmla="*/ 0 w 2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" name="Freeform 2179">
                <a:extLst>
                  <a:ext uri="{FF2B5EF4-FFF2-40B4-BE49-F238E27FC236}">
                    <a16:creationId xmlns:a16="http://schemas.microsoft.com/office/drawing/2014/main" id="{5D6129FF-C38B-46EF-A557-C8B8FB053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223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50 w 4"/>
                  <a:gd name="T5" fmla="*/ 33 h 4"/>
                  <a:gd name="T6" fmla="*/ 33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" name="Freeform 2180">
                <a:extLst>
                  <a:ext uri="{FF2B5EF4-FFF2-40B4-BE49-F238E27FC236}">
                    <a16:creationId xmlns:a16="http://schemas.microsoft.com/office/drawing/2014/main" id="{E35632CD-4F2A-4A4E-9CE3-C6B504562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225"/>
                <a:ext cx="2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" name="Freeform 2181">
                <a:extLst>
                  <a:ext uri="{FF2B5EF4-FFF2-40B4-BE49-F238E27FC236}">
                    <a16:creationId xmlns:a16="http://schemas.microsoft.com/office/drawing/2014/main" id="{300D5003-E03F-4345-BBE8-42A3F7E54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225"/>
                <a:ext cx="2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" name="Freeform 2182">
                <a:extLst>
                  <a:ext uri="{FF2B5EF4-FFF2-40B4-BE49-F238E27FC236}">
                    <a16:creationId xmlns:a16="http://schemas.microsoft.com/office/drawing/2014/main" id="{22EFE82B-639B-47BC-8C89-3D7C596F5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23"/>
                <a:ext cx="8" cy="10"/>
              </a:xfrm>
              <a:custGeom>
                <a:avLst/>
                <a:gdLst>
                  <a:gd name="T0" fmla="*/ 0 w 3"/>
                  <a:gd name="T1" fmla="*/ 33 h 4"/>
                  <a:gd name="T2" fmla="*/ 35 w 3"/>
                  <a:gd name="T3" fmla="*/ 0 h 4"/>
                  <a:gd name="T4" fmla="*/ 56 w 3"/>
                  <a:gd name="T5" fmla="*/ 33 h 4"/>
                  <a:gd name="T6" fmla="*/ 35 w 3"/>
                  <a:gd name="T7" fmla="*/ 63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" name="Freeform 2183">
                <a:extLst>
                  <a:ext uri="{FF2B5EF4-FFF2-40B4-BE49-F238E27FC236}">
                    <a16:creationId xmlns:a16="http://schemas.microsoft.com/office/drawing/2014/main" id="{917DFBF4-A12B-4264-A2EE-51DA1406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2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0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" name="Freeform 2184">
                <a:extLst>
                  <a:ext uri="{FF2B5EF4-FFF2-40B4-BE49-F238E27FC236}">
                    <a16:creationId xmlns:a16="http://schemas.microsoft.com/office/drawing/2014/main" id="{07D4D626-D1DF-4C10-BE32-1A774B41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2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0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" name="Freeform 2185">
                <a:extLst>
                  <a:ext uri="{FF2B5EF4-FFF2-40B4-BE49-F238E27FC236}">
                    <a16:creationId xmlns:a16="http://schemas.microsoft.com/office/drawing/2014/main" id="{3E8924F8-6465-4514-A41C-18CCF983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231"/>
                <a:ext cx="8" cy="10"/>
              </a:xfrm>
              <a:custGeom>
                <a:avLst/>
                <a:gdLst>
                  <a:gd name="T0" fmla="*/ 0 w 3"/>
                  <a:gd name="T1" fmla="*/ 33 h 4"/>
                  <a:gd name="T2" fmla="*/ 21 w 3"/>
                  <a:gd name="T3" fmla="*/ 0 h 4"/>
                  <a:gd name="T4" fmla="*/ 56 w 3"/>
                  <a:gd name="T5" fmla="*/ 33 h 4"/>
                  <a:gd name="T6" fmla="*/ 35 w 3"/>
                  <a:gd name="T7" fmla="*/ 63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" name="Freeform 2186">
                <a:extLst>
                  <a:ext uri="{FF2B5EF4-FFF2-40B4-BE49-F238E27FC236}">
                    <a16:creationId xmlns:a16="http://schemas.microsoft.com/office/drawing/2014/main" id="{ECFB83C8-31FC-460B-A544-C20F08C90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31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0 w 2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" name="Freeform 2187">
                <a:extLst>
                  <a:ext uri="{FF2B5EF4-FFF2-40B4-BE49-F238E27FC236}">
                    <a16:creationId xmlns:a16="http://schemas.microsoft.com/office/drawing/2014/main" id="{7B2DCEAD-EE9D-4531-BC15-D0E804F2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31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0 w 2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" name="Freeform 2188">
                <a:extLst>
                  <a:ext uri="{FF2B5EF4-FFF2-40B4-BE49-F238E27FC236}">
                    <a16:creationId xmlns:a16="http://schemas.microsoft.com/office/drawing/2014/main" id="{2D241332-EE8F-4F60-9AA8-12E5ABF61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215"/>
                <a:ext cx="8" cy="13"/>
              </a:xfrm>
              <a:custGeom>
                <a:avLst/>
                <a:gdLst>
                  <a:gd name="T0" fmla="*/ 0 w 3"/>
                  <a:gd name="T1" fmla="*/ 34 h 5"/>
                  <a:gd name="T2" fmla="*/ 21 w 3"/>
                  <a:gd name="T3" fmla="*/ 0 h 5"/>
                  <a:gd name="T4" fmla="*/ 56 w 3"/>
                  <a:gd name="T5" fmla="*/ 34 h 5"/>
                  <a:gd name="T6" fmla="*/ 35 w 3"/>
                  <a:gd name="T7" fmla="*/ 68 h 5"/>
                  <a:gd name="T8" fmla="*/ 0 w 3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" name="Freeform 2189">
                <a:extLst>
                  <a:ext uri="{FF2B5EF4-FFF2-40B4-BE49-F238E27FC236}">
                    <a16:creationId xmlns:a16="http://schemas.microsoft.com/office/drawing/2014/main" id="{E83A9690-9A65-42E0-8FA6-26ADDB815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" name="Freeform 2190">
                <a:extLst>
                  <a:ext uri="{FF2B5EF4-FFF2-40B4-BE49-F238E27FC236}">
                    <a16:creationId xmlns:a16="http://schemas.microsoft.com/office/drawing/2014/main" id="{9A14BF1D-222A-4B25-B5EE-7F096C687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" name="Freeform 2191">
                <a:extLst>
                  <a:ext uri="{FF2B5EF4-FFF2-40B4-BE49-F238E27FC236}">
                    <a16:creationId xmlns:a16="http://schemas.microsoft.com/office/drawing/2014/main" id="{357A3F6F-25F1-46DF-97F1-A79422D56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231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0 h 5"/>
                  <a:gd name="T4" fmla="*/ 50 w 4"/>
                  <a:gd name="T5" fmla="*/ 34 h 5"/>
                  <a:gd name="T6" fmla="*/ 50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" name="Freeform 2192">
                <a:extLst>
                  <a:ext uri="{FF2B5EF4-FFF2-40B4-BE49-F238E27FC236}">
                    <a16:creationId xmlns:a16="http://schemas.microsoft.com/office/drawing/2014/main" id="{69C027E0-3BE4-443A-85D2-CAD1A7DB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23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" name="Freeform 2193">
                <a:extLst>
                  <a:ext uri="{FF2B5EF4-FFF2-40B4-BE49-F238E27FC236}">
                    <a16:creationId xmlns:a16="http://schemas.microsoft.com/office/drawing/2014/main" id="{099F8996-C2AC-43CD-80E4-CED97A369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23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2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" name="Freeform 2194">
                <a:extLst>
                  <a:ext uri="{FF2B5EF4-FFF2-40B4-BE49-F238E27FC236}">
                    <a16:creationId xmlns:a16="http://schemas.microsoft.com/office/drawing/2014/main" id="{DC1B63F7-2CDC-44A6-B8B9-429E6C5CE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17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33 w 4"/>
                  <a:gd name="T3" fmla="*/ 0 h 5"/>
                  <a:gd name="T4" fmla="*/ 50 w 4"/>
                  <a:gd name="T5" fmla="*/ 48 h 5"/>
                  <a:gd name="T6" fmla="*/ 33 w 4"/>
                  <a:gd name="T7" fmla="*/ 87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" name="Freeform 2195">
                <a:extLst>
                  <a:ext uri="{FF2B5EF4-FFF2-40B4-BE49-F238E27FC236}">
                    <a16:creationId xmlns:a16="http://schemas.microsoft.com/office/drawing/2014/main" id="{7CA593A2-F8B9-4F50-8A4B-9BA07602E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220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" name="Freeform 2196">
                <a:extLst>
                  <a:ext uri="{FF2B5EF4-FFF2-40B4-BE49-F238E27FC236}">
                    <a16:creationId xmlns:a16="http://schemas.microsoft.com/office/drawing/2014/main" id="{F81B3071-5941-4823-9319-8C892E45B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220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" name="Freeform 2197">
                <a:extLst>
                  <a:ext uri="{FF2B5EF4-FFF2-40B4-BE49-F238E27FC236}">
                    <a16:creationId xmlns:a16="http://schemas.microsoft.com/office/drawing/2014/main" id="{7A05173A-39B1-4E22-853E-418229BD0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215"/>
                <a:ext cx="10" cy="10"/>
              </a:xfrm>
              <a:custGeom>
                <a:avLst/>
                <a:gdLst>
                  <a:gd name="T0" fmla="*/ 20 w 4"/>
                  <a:gd name="T1" fmla="*/ 33 h 4"/>
                  <a:gd name="T2" fmla="*/ 33 w 4"/>
                  <a:gd name="T3" fmla="*/ 0 h 4"/>
                  <a:gd name="T4" fmla="*/ 63 w 4"/>
                  <a:gd name="T5" fmla="*/ 33 h 4"/>
                  <a:gd name="T6" fmla="*/ 50 w 4"/>
                  <a:gd name="T7" fmla="*/ 63 h 4"/>
                  <a:gd name="T8" fmla="*/ 2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" name="Freeform 2198">
                <a:extLst>
                  <a:ext uri="{FF2B5EF4-FFF2-40B4-BE49-F238E27FC236}">
                    <a16:creationId xmlns:a16="http://schemas.microsoft.com/office/drawing/2014/main" id="{12DF906A-ADB6-45B0-AB7B-0AA68D315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215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" name="Freeform 2199">
                <a:extLst>
                  <a:ext uri="{FF2B5EF4-FFF2-40B4-BE49-F238E27FC236}">
                    <a16:creationId xmlns:a16="http://schemas.microsoft.com/office/drawing/2014/main" id="{B9C55698-B13A-476A-B84F-393D1DE3D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215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1" y="1"/>
                      <a:pt x="0" y="0"/>
                    </a:cubicBez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" name="Freeform 2200">
                <a:extLst>
                  <a:ext uri="{FF2B5EF4-FFF2-40B4-BE49-F238E27FC236}">
                    <a16:creationId xmlns:a16="http://schemas.microsoft.com/office/drawing/2014/main" id="{0F07314F-634E-4B7E-A2A1-1EBD9E1D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199"/>
                <a:ext cx="7" cy="13"/>
              </a:xfrm>
              <a:custGeom>
                <a:avLst/>
                <a:gdLst>
                  <a:gd name="T0" fmla="*/ 0 w 3"/>
                  <a:gd name="T1" fmla="*/ 55 h 5"/>
                  <a:gd name="T2" fmla="*/ 12 w 3"/>
                  <a:gd name="T3" fmla="*/ 0 h 5"/>
                  <a:gd name="T4" fmla="*/ 37 w 3"/>
                  <a:gd name="T5" fmla="*/ 34 h 5"/>
                  <a:gd name="T6" fmla="*/ 28 w 3"/>
                  <a:gd name="T7" fmla="*/ 68 h 5"/>
                  <a:gd name="T8" fmla="*/ 0 w 3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" name="Freeform 2201">
                <a:extLst>
                  <a:ext uri="{FF2B5EF4-FFF2-40B4-BE49-F238E27FC236}">
                    <a16:creationId xmlns:a16="http://schemas.microsoft.com/office/drawing/2014/main" id="{FAB2AB4B-6041-45F9-A753-72D61F7E1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2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0"/>
                      <a:pt x="0" y="0"/>
                    </a:cubicBezTo>
                    <a:cubicBezTo>
                      <a:pt x="1" y="0"/>
                      <a:pt x="1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" name="Freeform 2202">
                <a:extLst>
                  <a:ext uri="{FF2B5EF4-FFF2-40B4-BE49-F238E27FC236}">
                    <a16:creationId xmlns:a16="http://schemas.microsoft.com/office/drawing/2014/main" id="{BA4A27BD-C2E5-4355-912A-ECCE6E40B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2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0"/>
                      <a:pt x="0" y="0"/>
                    </a:cubicBezTo>
                    <a:cubicBezTo>
                      <a:pt x="1" y="0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" name="Freeform 2203">
                <a:extLst>
                  <a:ext uri="{FF2B5EF4-FFF2-40B4-BE49-F238E27FC236}">
                    <a16:creationId xmlns:a16="http://schemas.microsoft.com/office/drawing/2014/main" id="{445BC4C4-FB55-409A-8883-A92B561F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180"/>
                <a:ext cx="7" cy="13"/>
              </a:xfrm>
              <a:custGeom>
                <a:avLst/>
                <a:gdLst>
                  <a:gd name="T0" fmla="*/ 0 w 3"/>
                  <a:gd name="T1" fmla="*/ 55 h 5"/>
                  <a:gd name="T2" fmla="*/ 12 w 3"/>
                  <a:gd name="T3" fmla="*/ 21 h 5"/>
                  <a:gd name="T4" fmla="*/ 37 w 3"/>
                  <a:gd name="T5" fmla="*/ 34 h 5"/>
                  <a:gd name="T6" fmla="*/ 28 w 3"/>
                  <a:gd name="T7" fmla="*/ 88 h 5"/>
                  <a:gd name="T8" fmla="*/ 0 w 3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" name="Freeform 2204">
                <a:extLst>
                  <a:ext uri="{FF2B5EF4-FFF2-40B4-BE49-F238E27FC236}">
                    <a16:creationId xmlns:a16="http://schemas.microsoft.com/office/drawing/2014/main" id="{60EAFEBF-32CF-43DA-A5DD-6761203C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8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" name="Freeform 2205">
                <a:extLst>
                  <a:ext uri="{FF2B5EF4-FFF2-40B4-BE49-F238E27FC236}">
                    <a16:creationId xmlns:a16="http://schemas.microsoft.com/office/drawing/2014/main" id="{09A8F423-BFE3-4948-8931-E171B66CB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8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" name="Freeform 2206">
                <a:extLst>
                  <a:ext uri="{FF2B5EF4-FFF2-40B4-BE49-F238E27FC236}">
                    <a16:creationId xmlns:a16="http://schemas.microsoft.com/office/drawing/2014/main" id="{E5852EB3-8EFC-4B9C-91A6-9EF21754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199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20 w 4"/>
                  <a:gd name="T3" fmla="*/ 0 h 4"/>
                  <a:gd name="T4" fmla="*/ 50 w 4"/>
                  <a:gd name="T5" fmla="*/ 33 h 4"/>
                  <a:gd name="T6" fmla="*/ 33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" name="Freeform 2207">
                <a:extLst>
                  <a:ext uri="{FF2B5EF4-FFF2-40B4-BE49-F238E27FC236}">
                    <a16:creationId xmlns:a16="http://schemas.microsoft.com/office/drawing/2014/main" id="{4A63B925-77B8-4472-A270-656FBB93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99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2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1"/>
                      <a:pt x="0" y="0"/>
                    </a:cubicBez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" name="Freeform 2208">
                <a:extLst>
                  <a:ext uri="{FF2B5EF4-FFF2-40B4-BE49-F238E27FC236}">
                    <a16:creationId xmlns:a16="http://schemas.microsoft.com/office/drawing/2014/main" id="{5A057AE8-7AB7-4BFB-A8BF-30F12ECA3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99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2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1"/>
                      <a:pt x="0" y="0"/>
                    </a:cubicBez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" name="Freeform 2209">
                <a:extLst>
                  <a:ext uri="{FF2B5EF4-FFF2-40B4-BE49-F238E27FC236}">
                    <a16:creationId xmlns:a16="http://schemas.microsoft.com/office/drawing/2014/main" id="{F0788F23-1E29-4DBE-B337-C1B3021AD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241"/>
                <a:ext cx="8" cy="11"/>
              </a:xfrm>
              <a:custGeom>
                <a:avLst/>
                <a:gdLst>
                  <a:gd name="T0" fmla="*/ 0 w 3"/>
                  <a:gd name="T1" fmla="*/ 47 h 4"/>
                  <a:gd name="T2" fmla="*/ 21 w 3"/>
                  <a:gd name="T3" fmla="*/ 0 h 4"/>
                  <a:gd name="T4" fmla="*/ 35 w 3"/>
                  <a:gd name="T5" fmla="*/ 47 h 4"/>
                  <a:gd name="T6" fmla="*/ 35 w 3"/>
                  <a:gd name="T7" fmla="*/ 83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" name="Freeform 2210">
                <a:extLst>
                  <a:ext uri="{FF2B5EF4-FFF2-40B4-BE49-F238E27FC236}">
                    <a16:creationId xmlns:a16="http://schemas.microsoft.com/office/drawing/2014/main" id="{F1CE5456-D491-444F-A3C6-4066133EB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233"/>
                <a:ext cx="7" cy="11"/>
              </a:xfrm>
              <a:custGeom>
                <a:avLst/>
                <a:gdLst>
                  <a:gd name="T0" fmla="*/ 0 w 3"/>
                  <a:gd name="T1" fmla="*/ 47 h 4"/>
                  <a:gd name="T2" fmla="*/ 12 w 3"/>
                  <a:gd name="T3" fmla="*/ 0 h 4"/>
                  <a:gd name="T4" fmla="*/ 37 w 3"/>
                  <a:gd name="T5" fmla="*/ 47 h 4"/>
                  <a:gd name="T6" fmla="*/ 28 w 3"/>
                  <a:gd name="T7" fmla="*/ 83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" name="Freeform 2211">
                <a:extLst>
                  <a:ext uri="{FF2B5EF4-FFF2-40B4-BE49-F238E27FC236}">
                    <a16:creationId xmlns:a16="http://schemas.microsoft.com/office/drawing/2014/main" id="{3F3D6CAE-D080-4BC2-A851-A4451C76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21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" name="Freeform 2212">
                <a:extLst>
                  <a:ext uri="{FF2B5EF4-FFF2-40B4-BE49-F238E27FC236}">
                    <a16:creationId xmlns:a16="http://schemas.microsoft.com/office/drawing/2014/main" id="{D0B3AF10-C16F-47D7-AA95-0FB287193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209"/>
                <a:ext cx="5" cy="11"/>
              </a:xfrm>
              <a:custGeom>
                <a:avLst/>
                <a:gdLst>
                  <a:gd name="T0" fmla="*/ 0 w 2"/>
                  <a:gd name="T1" fmla="*/ 47 h 4"/>
                  <a:gd name="T2" fmla="*/ 20 w 2"/>
                  <a:gd name="T3" fmla="*/ 22 h 4"/>
                  <a:gd name="T4" fmla="*/ 33 w 2"/>
                  <a:gd name="T5" fmla="*/ 47 h 4"/>
                  <a:gd name="T6" fmla="*/ 20 w 2"/>
                  <a:gd name="T7" fmla="*/ 83 h 4"/>
                  <a:gd name="T8" fmla="*/ 0 w 2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" name="Freeform 2213">
                <a:extLst>
                  <a:ext uri="{FF2B5EF4-FFF2-40B4-BE49-F238E27FC236}">
                    <a16:creationId xmlns:a16="http://schemas.microsoft.com/office/drawing/2014/main" id="{2E715712-62D6-4DF5-BA9F-D77639226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20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" name="Freeform 2214">
                <a:extLst>
                  <a:ext uri="{FF2B5EF4-FFF2-40B4-BE49-F238E27FC236}">
                    <a16:creationId xmlns:a16="http://schemas.microsoft.com/office/drawing/2014/main" id="{02B6851B-81E0-4176-AE0F-C89EE3D0E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241"/>
                <a:ext cx="5" cy="11"/>
              </a:xfrm>
              <a:custGeom>
                <a:avLst/>
                <a:gdLst>
                  <a:gd name="T0" fmla="*/ 0 w 2"/>
                  <a:gd name="T1" fmla="*/ 47 h 4"/>
                  <a:gd name="T2" fmla="*/ 20 w 2"/>
                  <a:gd name="T3" fmla="*/ 0 h 4"/>
                  <a:gd name="T4" fmla="*/ 33 w 2"/>
                  <a:gd name="T5" fmla="*/ 47 h 4"/>
                  <a:gd name="T6" fmla="*/ 33 w 2"/>
                  <a:gd name="T7" fmla="*/ 83 h 4"/>
                  <a:gd name="T8" fmla="*/ 0 w 2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" name="Freeform 2215">
                <a:extLst>
                  <a:ext uri="{FF2B5EF4-FFF2-40B4-BE49-F238E27FC236}">
                    <a16:creationId xmlns:a16="http://schemas.microsoft.com/office/drawing/2014/main" id="{F2FD2861-78ED-4C12-A8EC-5A4986069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249"/>
                <a:ext cx="7" cy="11"/>
              </a:xfrm>
              <a:custGeom>
                <a:avLst/>
                <a:gdLst>
                  <a:gd name="T0" fmla="*/ 12 w 3"/>
                  <a:gd name="T1" fmla="*/ 61 h 4"/>
                  <a:gd name="T2" fmla="*/ 12 w 3"/>
                  <a:gd name="T3" fmla="*/ 22 h 4"/>
                  <a:gd name="T4" fmla="*/ 37 w 3"/>
                  <a:gd name="T5" fmla="*/ 47 h 4"/>
                  <a:gd name="T6" fmla="*/ 37 w 3"/>
                  <a:gd name="T7" fmla="*/ 83 h 4"/>
                  <a:gd name="T8" fmla="*/ 12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" name="Freeform 2216">
                <a:extLst>
                  <a:ext uri="{FF2B5EF4-FFF2-40B4-BE49-F238E27FC236}">
                    <a16:creationId xmlns:a16="http://schemas.microsoft.com/office/drawing/2014/main" id="{E51E3D9C-BEC9-49F7-9500-0EE5B21E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27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21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" name="Freeform 2217">
                <a:extLst>
                  <a:ext uri="{FF2B5EF4-FFF2-40B4-BE49-F238E27FC236}">
                    <a16:creationId xmlns:a16="http://schemas.microsoft.com/office/drawing/2014/main" id="{820A70FD-CE00-44DC-BD40-3E29F603F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300"/>
                <a:ext cx="13" cy="11"/>
              </a:xfrm>
              <a:custGeom>
                <a:avLst/>
                <a:gdLst>
                  <a:gd name="T0" fmla="*/ 68 w 5"/>
                  <a:gd name="T1" fmla="*/ 22 h 4"/>
                  <a:gd name="T2" fmla="*/ 88 w 5"/>
                  <a:gd name="T3" fmla="*/ 61 h 4"/>
                  <a:gd name="T4" fmla="*/ 34 w 5"/>
                  <a:gd name="T5" fmla="*/ 61 h 4"/>
                  <a:gd name="T6" fmla="*/ 21 w 5"/>
                  <a:gd name="T7" fmla="*/ 22 h 4"/>
                  <a:gd name="T8" fmla="*/ 68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" name="Freeform 2218">
                <a:extLst>
                  <a:ext uri="{FF2B5EF4-FFF2-40B4-BE49-F238E27FC236}">
                    <a16:creationId xmlns:a16="http://schemas.microsoft.com/office/drawing/2014/main" id="{CB854AE6-AB6A-4496-8E09-D9E231CAB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303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35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" name="Freeform 2219">
                <a:extLst>
                  <a:ext uri="{FF2B5EF4-FFF2-40B4-BE49-F238E27FC236}">
                    <a16:creationId xmlns:a16="http://schemas.microsoft.com/office/drawing/2014/main" id="{B2C05470-6182-478C-BA15-5A2DC7C44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303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35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" name="Freeform 2220">
                <a:extLst>
                  <a:ext uri="{FF2B5EF4-FFF2-40B4-BE49-F238E27FC236}">
                    <a16:creationId xmlns:a16="http://schemas.microsoft.com/office/drawing/2014/main" id="{327B1F4D-A46D-4655-B30A-750876971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289"/>
                <a:ext cx="12" cy="8"/>
              </a:xfrm>
              <a:custGeom>
                <a:avLst/>
                <a:gdLst>
                  <a:gd name="T0" fmla="*/ 41 w 5"/>
                  <a:gd name="T1" fmla="*/ 0 h 3"/>
                  <a:gd name="T2" fmla="*/ 70 w 5"/>
                  <a:gd name="T3" fmla="*/ 35 h 3"/>
                  <a:gd name="T4" fmla="*/ 29 w 5"/>
                  <a:gd name="T5" fmla="*/ 56 h 3"/>
                  <a:gd name="T6" fmla="*/ 0 w 5"/>
                  <a:gd name="T7" fmla="*/ 21 h 3"/>
                  <a:gd name="T8" fmla="*/ 41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" name="Freeform 2221">
                <a:extLst>
                  <a:ext uri="{FF2B5EF4-FFF2-40B4-BE49-F238E27FC236}">
                    <a16:creationId xmlns:a16="http://schemas.microsoft.com/office/drawing/2014/main" id="{8CEB857F-D83F-4DAA-9ADE-584D7AF8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92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" name="Freeform 2222">
                <a:extLst>
                  <a:ext uri="{FF2B5EF4-FFF2-40B4-BE49-F238E27FC236}">
                    <a16:creationId xmlns:a16="http://schemas.microsoft.com/office/drawing/2014/main" id="{414F0D3C-CC24-41C1-8378-5467091A2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92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" name="Freeform 2223">
                <a:extLst>
                  <a:ext uri="{FF2B5EF4-FFF2-40B4-BE49-F238E27FC236}">
                    <a16:creationId xmlns:a16="http://schemas.microsoft.com/office/drawing/2014/main" id="{8F19EE6D-04A9-4415-BCFD-534A54FDF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297"/>
                <a:ext cx="13" cy="11"/>
              </a:xfrm>
              <a:custGeom>
                <a:avLst/>
                <a:gdLst>
                  <a:gd name="T0" fmla="*/ 55 w 5"/>
                  <a:gd name="T1" fmla="*/ 0 h 4"/>
                  <a:gd name="T2" fmla="*/ 68 w 5"/>
                  <a:gd name="T3" fmla="*/ 61 h 4"/>
                  <a:gd name="T4" fmla="*/ 34 w 5"/>
                  <a:gd name="T5" fmla="*/ 61 h 4"/>
                  <a:gd name="T6" fmla="*/ 0 w 5"/>
                  <a:gd name="T7" fmla="*/ 22 h 4"/>
                  <a:gd name="T8" fmla="*/ 55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4" y="1"/>
                      <a:pt x="5" y="2"/>
                      <a:pt x="4" y="3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" name="Freeform 2224">
                <a:extLst>
                  <a:ext uri="{FF2B5EF4-FFF2-40B4-BE49-F238E27FC236}">
                    <a16:creationId xmlns:a16="http://schemas.microsoft.com/office/drawing/2014/main" id="{D3DF1818-7EF6-49C2-AA55-EB6A16D30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300"/>
                <a:ext cx="10" cy="5"/>
              </a:xfrm>
              <a:custGeom>
                <a:avLst/>
                <a:gdLst>
                  <a:gd name="T0" fmla="*/ 0 w 4"/>
                  <a:gd name="T1" fmla="*/ 20 h 2"/>
                  <a:gd name="T2" fmla="*/ 63 w 4"/>
                  <a:gd name="T3" fmla="*/ 20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3" y="2"/>
                      <a:pt x="4" y="1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" name="Freeform 2225">
                <a:extLst>
                  <a:ext uri="{FF2B5EF4-FFF2-40B4-BE49-F238E27FC236}">
                    <a16:creationId xmlns:a16="http://schemas.microsoft.com/office/drawing/2014/main" id="{7BEF6F7C-C73B-473C-90A8-CA839CCCE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300"/>
                <a:ext cx="10" cy="5"/>
              </a:xfrm>
              <a:custGeom>
                <a:avLst/>
                <a:gdLst>
                  <a:gd name="T0" fmla="*/ 0 w 4"/>
                  <a:gd name="T1" fmla="*/ 20 h 2"/>
                  <a:gd name="T2" fmla="*/ 63 w 4"/>
                  <a:gd name="T3" fmla="*/ 20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3" y="2"/>
                      <a:pt x="4" y="1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" name="Freeform 2226">
                <a:extLst>
                  <a:ext uri="{FF2B5EF4-FFF2-40B4-BE49-F238E27FC236}">
                    <a16:creationId xmlns:a16="http://schemas.microsoft.com/office/drawing/2014/main" id="{DB64C336-2535-45E5-9D1B-1167ABC84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30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63 w 4"/>
                  <a:gd name="T3" fmla="*/ 61 h 4"/>
                  <a:gd name="T4" fmla="*/ 20 w 4"/>
                  <a:gd name="T5" fmla="*/ 61 h 4"/>
                  <a:gd name="T6" fmla="*/ 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" name="Freeform 2227">
                <a:extLst>
                  <a:ext uri="{FF2B5EF4-FFF2-40B4-BE49-F238E27FC236}">
                    <a16:creationId xmlns:a16="http://schemas.microsoft.com/office/drawing/2014/main" id="{1822276D-5E2E-4D8A-A167-C78A25E3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30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33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" name="Freeform 2228">
                <a:extLst>
                  <a:ext uri="{FF2B5EF4-FFF2-40B4-BE49-F238E27FC236}">
                    <a16:creationId xmlns:a16="http://schemas.microsoft.com/office/drawing/2014/main" id="{5BD061E2-B9BA-46EE-9CB0-0B69EA92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30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33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" name="Freeform 2229">
                <a:extLst>
                  <a:ext uri="{FF2B5EF4-FFF2-40B4-BE49-F238E27FC236}">
                    <a16:creationId xmlns:a16="http://schemas.microsoft.com/office/drawing/2014/main" id="{9B4BB5F5-72D4-43BA-95F6-945E6F2F2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276"/>
                <a:ext cx="12" cy="11"/>
              </a:xfrm>
              <a:custGeom>
                <a:avLst/>
                <a:gdLst>
                  <a:gd name="T0" fmla="*/ 29 w 5"/>
                  <a:gd name="T1" fmla="*/ 0 h 4"/>
                  <a:gd name="T2" fmla="*/ 70 w 5"/>
                  <a:gd name="T3" fmla="*/ 22 h 4"/>
                  <a:gd name="T4" fmla="*/ 41 w 5"/>
                  <a:gd name="T5" fmla="*/ 61 h 4"/>
                  <a:gd name="T6" fmla="*/ 12 w 5"/>
                  <a:gd name="T7" fmla="*/ 61 h 4"/>
                  <a:gd name="T8" fmla="*/ 29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" name="Freeform 2230">
                <a:extLst>
                  <a:ext uri="{FF2B5EF4-FFF2-40B4-BE49-F238E27FC236}">
                    <a16:creationId xmlns:a16="http://schemas.microsoft.com/office/drawing/2014/main" id="{E5F79CC5-5E7C-4706-859E-E3881B9E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79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" name="Freeform 2231">
                <a:extLst>
                  <a:ext uri="{FF2B5EF4-FFF2-40B4-BE49-F238E27FC236}">
                    <a16:creationId xmlns:a16="http://schemas.microsoft.com/office/drawing/2014/main" id="{43F69A68-D3FA-4918-B9D5-B9663FEE1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79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" name="Freeform 2232">
                <a:extLst>
                  <a:ext uri="{FF2B5EF4-FFF2-40B4-BE49-F238E27FC236}">
                    <a16:creationId xmlns:a16="http://schemas.microsoft.com/office/drawing/2014/main" id="{60FF5D3B-9466-40DA-87AE-9CF7042A6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244"/>
                <a:ext cx="13" cy="11"/>
              </a:xfrm>
              <a:custGeom>
                <a:avLst/>
                <a:gdLst>
                  <a:gd name="T0" fmla="*/ 55 w 5"/>
                  <a:gd name="T1" fmla="*/ 0 h 4"/>
                  <a:gd name="T2" fmla="*/ 88 w 5"/>
                  <a:gd name="T3" fmla="*/ 47 h 4"/>
                  <a:gd name="T4" fmla="*/ 34 w 5"/>
                  <a:gd name="T5" fmla="*/ 61 h 4"/>
                  <a:gd name="T6" fmla="*/ 0 w 5"/>
                  <a:gd name="T7" fmla="*/ 22 h 4"/>
                  <a:gd name="T8" fmla="*/ 55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4" y="1"/>
                      <a:pt x="5" y="1"/>
                      <a:pt x="5" y="2"/>
                    </a:cubicBezTo>
                    <a:cubicBezTo>
                      <a:pt x="5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" name="Freeform 2233">
                <a:extLst>
                  <a:ext uri="{FF2B5EF4-FFF2-40B4-BE49-F238E27FC236}">
                    <a16:creationId xmlns:a16="http://schemas.microsoft.com/office/drawing/2014/main" id="{44DAD6C9-A0C1-4348-84FD-41FA5F5AE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247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37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2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" name="Freeform 2234">
                <a:extLst>
                  <a:ext uri="{FF2B5EF4-FFF2-40B4-BE49-F238E27FC236}">
                    <a16:creationId xmlns:a16="http://schemas.microsoft.com/office/drawing/2014/main" id="{7A438333-1529-40E3-8269-90C0A26C8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247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37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2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" name="Freeform 2235">
                <a:extLst>
                  <a:ext uri="{FF2B5EF4-FFF2-40B4-BE49-F238E27FC236}">
                    <a16:creationId xmlns:a16="http://schemas.microsoft.com/office/drawing/2014/main" id="{F4F06104-4712-4F4E-B506-8B6A4EBFA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31"/>
                <a:ext cx="12" cy="10"/>
              </a:xfrm>
              <a:custGeom>
                <a:avLst/>
                <a:gdLst>
                  <a:gd name="T0" fmla="*/ 29 w 5"/>
                  <a:gd name="T1" fmla="*/ 20 h 4"/>
                  <a:gd name="T2" fmla="*/ 70 w 5"/>
                  <a:gd name="T3" fmla="*/ 33 h 4"/>
                  <a:gd name="T4" fmla="*/ 41 w 5"/>
                  <a:gd name="T5" fmla="*/ 63 h 4"/>
                  <a:gd name="T6" fmla="*/ 12 w 5"/>
                  <a:gd name="T7" fmla="*/ 50 h 4"/>
                  <a:gd name="T8" fmla="*/ 29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" name="Freeform 2236">
                <a:extLst>
                  <a:ext uri="{FF2B5EF4-FFF2-40B4-BE49-F238E27FC236}">
                    <a16:creationId xmlns:a16="http://schemas.microsoft.com/office/drawing/2014/main" id="{7425A16A-EB64-4144-B544-13C5B46C7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23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56 w 3"/>
                  <a:gd name="T3" fmla="*/ 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" name="Freeform 2237">
                <a:extLst>
                  <a:ext uri="{FF2B5EF4-FFF2-40B4-BE49-F238E27FC236}">
                    <a16:creationId xmlns:a16="http://schemas.microsoft.com/office/drawing/2014/main" id="{1DE36A7B-2977-4FF3-BDEE-28421FCF5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23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56 w 3"/>
                  <a:gd name="T3" fmla="*/ 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" name="Freeform 2238">
                <a:extLst>
                  <a:ext uri="{FF2B5EF4-FFF2-40B4-BE49-F238E27FC236}">
                    <a16:creationId xmlns:a16="http://schemas.microsoft.com/office/drawing/2014/main" id="{D91CD690-11B2-4B5F-8B68-BDE9200BF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252"/>
                <a:ext cx="13" cy="8"/>
              </a:xfrm>
              <a:custGeom>
                <a:avLst/>
                <a:gdLst>
                  <a:gd name="T0" fmla="*/ 55 w 5"/>
                  <a:gd name="T1" fmla="*/ 0 h 3"/>
                  <a:gd name="T2" fmla="*/ 68 w 5"/>
                  <a:gd name="T3" fmla="*/ 35 h 3"/>
                  <a:gd name="T4" fmla="*/ 34 w 5"/>
                  <a:gd name="T5" fmla="*/ 56 h 3"/>
                  <a:gd name="T6" fmla="*/ 0 w 5"/>
                  <a:gd name="T7" fmla="*/ 21 h 3"/>
                  <a:gd name="T8" fmla="*/ 55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" name="Freeform 2239">
                <a:extLst>
                  <a:ext uri="{FF2B5EF4-FFF2-40B4-BE49-F238E27FC236}">
                    <a16:creationId xmlns:a16="http://schemas.microsoft.com/office/drawing/2014/main" id="{6C4FB7A0-5A07-4796-8A3E-608F9373F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255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0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2"/>
                      <a:pt x="3" y="2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" name="Freeform 2240">
                <a:extLst>
                  <a:ext uri="{FF2B5EF4-FFF2-40B4-BE49-F238E27FC236}">
                    <a16:creationId xmlns:a16="http://schemas.microsoft.com/office/drawing/2014/main" id="{9E5F7135-9EA7-43AC-BBF3-7A5FBD4F3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255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0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2"/>
                      <a:pt x="3" y="2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" name="Freeform 2241">
                <a:extLst>
                  <a:ext uri="{FF2B5EF4-FFF2-40B4-BE49-F238E27FC236}">
                    <a16:creationId xmlns:a16="http://schemas.microsoft.com/office/drawing/2014/main" id="{2E1D7150-F9A1-4CCC-8907-A7C7719CD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65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63 w 4"/>
                  <a:gd name="T3" fmla="*/ 35 h 3"/>
                  <a:gd name="T4" fmla="*/ 20 w 4"/>
                  <a:gd name="T5" fmla="*/ 56 h 3"/>
                  <a:gd name="T6" fmla="*/ 0 w 4"/>
                  <a:gd name="T7" fmla="*/ 21 h 3"/>
                  <a:gd name="T8" fmla="*/ 33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" name="Freeform 2242">
                <a:extLst>
                  <a:ext uri="{FF2B5EF4-FFF2-40B4-BE49-F238E27FC236}">
                    <a16:creationId xmlns:a16="http://schemas.microsoft.com/office/drawing/2014/main" id="{5E470550-031A-4CB4-9FCF-247D5A8CA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6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" name="Freeform 2243">
                <a:extLst>
                  <a:ext uri="{FF2B5EF4-FFF2-40B4-BE49-F238E27FC236}">
                    <a16:creationId xmlns:a16="http://schemas.microsoft.com/office/drawing/2014/main" id="{D3F60DD5-6ECA-4DB8-AC0D-A213E85A1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6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" name="Freeform 2244">
                <a:extLst>
                  <a:ext uri="{FF2B5EF4-FFF2-40B4-BE49-F238E27FC236}">
                    <a16:creationId xmlns:a16="http://schemas.microsoft.com/office/drawing/2014/main" id="{4BC39D15-A8F5-45B0-AA7C-1D697044E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249"/>
                <a:ext cx="13" cy="11"/>
              </a:xfrm>
              <a:custGeom>
                <a:avLst/>
                <a:gdLst>
                  <a:gd name="T0" fmla="*/ 55 w 5"/>
                  <a:gd name="T1" fmla="*/ 22 h 4"/>
                  <a:gd name="T2" fmla="*/ 68 w 5"/>
                  <a:gd name="T3" fmla="*/ 61 h 4"/>
                  <a:gd name="T4" fmla="*/ 34 w 5"/>
                  <a:gd name="T5" fmla="*/ 83 h 4"/>
                  <a:gd name="T6" fmla="*/ 0 w 5"/>
                  <a:gd name="T7" fmla="*/ 47 h 4"/>
                  <a:gd name="T8" fmla="*/ 55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1"/>
                    </a:move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" name="Freeform 2245">
                <a:extLst>
                  <a:ext uri="{FF2B5EF4-FFF2-40B4-BE49-F238E27FC236}">
                    <a16:creationId xmlns:a16="http://schemas.microsoft.com/office/drawing/2014/main" id="{D19C6A40-7360-4847-A42F-3E5D9F963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252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63 w 4"/>
                  <a:gd name="T3" fmla="*/ 35 h 3"/>
                  <a:gd name="T4" fmla="*/ 2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3" y="3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" name="Freeform 2246">
                <a:extLst>
                  <a:ext uri="{FF2B5EF4-FFF2-40B4-BE49-F238E27FC236}">
                    <a16:creationId xmlns:a16="http://schemas.microsoft.com/office/drawing/2014/main" id="{1542EF28-6B08-48C2-92E9-96DFA1E95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252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63 w 4"/>
                  <a:gd name="T3" fmla="*/ 35 h 3"/>
                  <a:gd name="T4" fmla="*/ 2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3" y="3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" name="Freeform 2247">
                <a:extLst>
                  <a:ext uri="{FF2B5EF4-FFF2-40B4-BE49-F238E27FC236}">
                    <a16:creationId xmlns:a16="http://schemas.microsoft.com/office/drawing/2014/main" id="{D3E53FFC-B006-4386-B349-09245B57A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257"/>
                <a:ext cx="12" cy="11"/>
              </a:xfrm>
              <a:custGeom>
                <a:avLst/>
                <a:gdLst>
                  <a:gd name="T0" fmla="*/ 41 w 5"/>
                  <a:gd name="T1" fmla="*/ 0 h 4"/>
                  <a:gd name="T2" fmla="*/ 58 w 5"/>
                  <a:gd name="T3" fmla="*/ 61 h 4"/>
                  <a:gd name="T4" fmla="*/ 29 w 5"/>
                  <a:gd name="T5" fmla="*/ 61 h 4"/>
                  <a:gd name="T6" fmla="*/ 0 w 5"/>
                  <a:gd name="T7" fmla="*/ 22 h 4"/>
                  <a:gd name="T8" fmla="*/ 4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4" y="1"/>
                      <a:pt x="5" y="2"/>
                      <a:pt x="4" y="3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" name="Freeform 2248">
                <a:extLst>
                  <a:ext uri="{FF2B5EF4-FFF2-40B4-BE49-F238E27FC236}">
                    <a16:creationId xmlns:a16="http://schemas.microsoft.com/office/drawing/2014/main" id="{468E8C50-651C-4A46-AD50-7553D8F8E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260"/>
                <a:ext cx="10" cy="5"/>
              </a:xfrm>
              <a:custGeom>
                <a:avLst/>
                <a:gdLst>
                  <a:gd name="T0" fmla="*/ 0 w 4"/>
                  <a:gd name="T1" fmla="*/ 20 h 2"/>
                  <a:gd name="T2" fmla="*/ 63 w 4"/>
                  <a:gd name="T3" fmla="*/ 20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3" y="2"/>
                      <a:pt x="4" y="1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" name="Freeform 2249">
                <a:extLst>
                  <a:ext uri="{FF2B5EF4-FFF2-40B4-BE49-F238E27FC236}">
                    <a16:creationId xmlns:a16="http://schemas.microsoft.com/office/drawing/2014/main" id="{1B8D2F41-E07D-4A84-B92A-91B8ED23C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260"/>
                <a:ext cx="10" cy="5"/>
              </a:xfrm>
              <a:custGeom>
                <a:avLst/>
                <a:gdLst>
                  <a:gd name="T0" fmla="*/ 0 w 4"/>
                  <a:gd name="T1" fmla="*/ 20 h 2"/>
                  <a:gd name="T2" fmla="*/ 63 w 4"/>
                  <a:gd name="T3" fmla="*/ 20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3" y="2"/>
                      <a:pt x="4" y="1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" name="Freeform 2250">
                <a:extLst>
                  <a:ext uri="{FF2B5EF4-FFF2-40B4-BE49-F238E27FC236}">
                    <a16:creationId xmlns:a16="http://schemas.microsoft.com/office/drawing/2014/main" id="{AD32C37D-A86D-4013-9219-E0D28486C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273"/>
                <a:ext cx="13" cy="11"/>
              </a:xfrm>
              <a:custGeom>
                <a:avLst/>
                <a:gdLst>
                  <a:gd name="T0" fmla="*/ 55 w 5"/>
                  <a:gd name="T1" fmla="*/ 22 h 4"/>
                  <a:gd name="T2" fmla="*/ 88 w 5"/>
                  <a:gd name="T3" fmla="*/ 61 h 4"/>
                  <a:gd name="T4" fmla="*/ 34 w 5"/>
                  <a:gd name="T5" fmla="*/ 83 h 4"/>
                  <a:gd name="T6" fmla="*/ 21 w 5"/>
                  <a:gd name="T7" fmla="*/ 47 h 4"/>
                  <a:gd name="T8" fmla="*/ 55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1"/>
                    </a:moveTo>
                    <a:cubicBezTo>
                      <a:pt x="4" y="1"/>
                      <a:pt x="5" y="2"/>
                      <a:pt x="5" y="3"/>
                    </a:cubicBezTo>
                    <a:cubicBezTo>
                      <a:pt x="5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" name="Freeform 2251">
                <a:extLst>
                  <a:ext uri="{FF2B5EF4-FFF2-40B4-BE49-F238E27FC236}">
                    <a16:creationId xmlns:a16="http://schemas.microsoft.com/office/drawing/2014/main" id="{25DF7021-24A2-4F09-ACF8-0B112CA9F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279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" name="Freeform 2252">
                <a:extLst>
                  <a:ext uri="{FF2B5EF4-FFF2-40B4-BE49-F238E27FC236}">
                    <a16:creationId xmlns:a16="http://schemas.microsoft.com/office/drawing/2014/main" id="{92B8B8D4-A1AB-4944-89BC-F7A578C81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279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" name="Freeform 2253">
                <a:extLst>
                  <a:ext uri="{FF2B5EF4-FFF2-40B4-BE49-F238E27FC236}">
                    <a16:creationId xmlns:a16="http://schemas.microsoft.com/office/drawing/2014/main" id="{DCCE6DEC-809E-4DE6-B07C-29C246B23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287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63 w 4"/>
                  <a:gd name="T3" fmla="*/ 35 h 3"/>
                  <a:gd name="T4" fmla="*/ 33 w 4"/>
                  <a:gd name="T5" fmla="*/ 56 h 3"/>
                  <a:gd name="T6" fmla="*/ 0 w 4"/>
                  <a:gd name="T7" fmla="*/ 21 h 3"/>
                  <a:gd name="T8" fmla="*/ 33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" name="Freeform 2254">
                <a:extLst>
                  <a:ext uri="{FF2B5EF4-FFF2-40B4-BE49-F238E27FC236}">
                    <a16:creationId xmlns:a16="http://schemas.microsoft.com/office/drawing/2014/main" id="{A3E7BBA0-838F-4C1E-9181-0C2B3B32D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289"/>
                <a:ext cx="10" cy="6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7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1"/>
                    </a:cubicBezTo>
                    <a:cubicBezTo>
                      <a:pt x="3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" name="Freeform 2255">
                <a:extLst>
                  <a:ext uri="{FF2B5EF4-FFF2-40B4-BE49-F238E27FC236}">
                    <a16:creationId xmlns:a16="http://schemas.microsoft.com/office/drawing/2014/main" id="{F2B49443-F0D0-4AAD-93E4-215404214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289"/>
                <a:ext cx="10" cy="6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7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1"/>
                    </a:cubicBezTo>
                    <a:cubicBezTo>
                      <a:pt x="3" y="1"/>
                      <a:pt x="1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" name="Freeform 2256">
                <a:extLst>
                  <a:ext uri="{FF2B5EF4-FFF2-40B4-BE49-F238E27FC236}">
                    <a16:creationId xmlns:a16="http://schemas.microsoft.com/office/drawing/2014/main" id="{39C91192-360F-45BC-8934-A5D16523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289"/>
                <a:ext cx="13" cy="8"/>
              </a:xfrm>
              <a:custGeom>
                <a:avLst/>
                <a:gdLst>
                  <a:gd name="T0" fmla="*/ 55 w 5"/>
                  <a:gd name="T1" fmla="*/ 0 h 3"/>
                  <a:gd name="T2" fmla="*/ 88 w 5"/>
                  <a:gd name="T3" fmla="*/ 35 h 3"/>
                  <a:gd name="T4" fmla="*/ 34 w 5"/>
                  <a:gd name="T5" fmla="*/ 56 h 3"/>
                  <a:gd name="T6" fmla="*/ 21 w 5"/>
                  <a:gd name="T7" fmla="*/ 21 h 3"/>
                  <a:gd name="T8" fmla="*/ 55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3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" name="Freeform 2257">
                <a:extLst>
                  <a:ext uri="{FF2B5EF4-FFF2-40B4-BE49-F238E27FC236}">
                    <a16:creationId xmlns:a16="http://schemas.microsoft.com/office/drawing/2014/main" id="{98AA9FFE-4E6A-485F-9214-DF2CAAD4A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292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" name="Freeform 2258">
                <a:extLst>
                  <a:ext uri="{FF2B5EF4-FFF2-40B4-BE49-F238E27FC236}">
                    <a16:creationId xmlns:a16="http://schemas.microsoft.com/office/drawing/2014/main" id="{CA476272-7B15-4A6D-875F-67392747D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292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20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" name="Freeform 2259">
                <a:extLst>
                  <a:ext uri="{FF2B5EF4-FFF2-40B4-BE49-F238E27FC236}">
                    <a16:creationId xmlns:a16="http://schemas.microsoft.com/office/drawing/2014/main" id="{45466B38-DF64-4C9E-A6D6-C8C2E23A8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295"/>
                <a:ext cx="13" cy="8"/>
              </a:xfrm>
              <a:custGeom>
                <a:avLst/>
                <a:gdLst>
                  <a:gd name="T0" fmla="*/ 55 w 5"/>
                  <a:gd name="T1" fmla="*/ 0 h 3"/>
                  <a:gd name="T2" fmla="*/ 88 w 5"/>
                  <a:gd name="T3" fmla="*/ 35 h 3"/>
                  <a:gd name="T4" fmla="*/ 34 w 5"/>
                  <a:gd name="T5" fmla="*/ 56 h 3"/>
                  <a:gd name="T6" fmla="*/ 21 w 5"/>
                  <a:gd name="T7" fmla="*/ 21 h 3"/>
                  <a:gd name="T8" fmla="*/ 55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3" y="3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" name="Freeform 2260">
                <a:extLst>
                  <a:ext uri="{FF2B5EF4-FFF2-40B4-BE49-F238E27FC236}">
                    <a16:creationId xmlns:a16="http://schemas.microsoft.com/office/drawing/2014/main" id="{8C7FE594-BD53-4A2F-95E9-94D054C85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297"/>
                <a:ext cx="7" cy="6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2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" name="Freeform 2261">
                <a:extLst>
                  <a:ext uri="{FF2B5EF4-FFF2-40B4-BE49-F238E27FC236}">
                    <a16:creationId xmlns:a16="http://schemas.microsoft.com/office/drawing/2014/main" id="{C872CD95-3674-4861-AECB-D75CF198E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297"/>
                <a:ext cx="7" cy="6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2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" name="Freeform 2262">
                <a:extLst>
                  <a:ext uri="{FF2B5EF4-FFF2-40B4-BE49-F238E27FC236}">
                    <a16:creationId xmlns:a16="http://schemas.microsoft.com/office/drawing/2014/main" id="{C63A64DB-10EA-4227-95E4-1EC0A25E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311"/>
                <a:ext cx="13" cy="10"/>
              </a:xfrm>
              <a:custGeom>
                <a:avLst/>
                <a:gdLst>
                  <a:gd name="T0" fmla="*/ 68 w 5"/>
                  <a:gd name="T1" fmla="*/ 20 h 4"/>
                  <a:gd name="T2" fmla="*/ 88 w 5"/>
                  <a:gd name="T3" fmla="*/ 50 h 4"/>
                  <a:gd name="T4" fmla="*/ 34 w 5"/>
                  <a:gd name="T5" fmla="*/ 50 h 4"/>
                  <a:gd name="T6" fmla="*/ 21 w 5"/>
                  <a:gd name="T7" fmla="*/ 20 h 4"/>
                  <a:gd name="T8" fmla="*/ 68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5" y="1"/>
                      <a:pt x="5" y="3"/>
                      <a:pt x="5" y="3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" name="Freeform 2263">
                <a:extLst>
                  <a:ext uri="{FF2B5EF4-FFF2-40B4-BE49-F238E27FC236}">
                    <a16:creationId xmlns:a16="http://schemas.microsoft.com/office/drawing/2014/main" id="{2264A589-545E-40C6-86C2-A0DE8AF84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313"/>
                <a:ext cx="7" cy="6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54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" name="Freeform 2264">
                <a:extLst>
                  <a:ext uri="{FF2B5EF4-FFF2-40B4-BE49-F238E27FC236}">
                    <a16:creationId xmlns:a16="http://schemas.microsoft.com/office/drawing/2014/main" id="{F9F90D97-F0F5-40E2-829D-B6221A684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313"/>
                <a:ext cx="7" cy="6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54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" name="Freeform 2265">
                <a:extLst>
                  <a:ext uri="{FF2B5EF4-FFF2-40B4-BE49-F238E27FC236}">
                    <a16:creationId xmlns:a16="http://schemas.microsoft.com/office/drawing/2014/main" id="{E8AE84B7-24DC-4451-98A5-A680651E6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321"/>
                <a:ext cx="13" cy="11"/>
              </a:xfrm>
              <a:custGeom>
                <a:avLst/>
                <a:gdLst>
                  <a:gd name="T0" fmla="*/ 55 w 5"/>
                  <a:gd name="T1" fmla="*/ 22 h 4"/>
                  <a:gd name="T2" fmla="*/ 68 w 5"/>
                  <a:gd name="T3" fmla="*/ 61 h 4"/>
                  <a:gd name="T4" fmla="*/ 34 w 5"/>
                  <a:gd name="T5" fmla="*/ 83 h 4"/>
                  <a:gd name="T6" fmla="*/ 0 w 5"/>
                  <a:gd name="T7" fmla="*/ 22 h 4"/>
                  <a:gd name="T8" fmla="*/ 55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1"/>
                    </a:move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" name="Freeform 2266">
                <a:extLst>
                  <a:ext uri="{FF2B5EF4-FFF2-40B4-BE49-F238E27FC236}">
                    <a16:creationId xmlns:a16="http://schemas.microsoft.com/office/drawing/2014/main" id="{DAFBFF9F-1C93-4A28-B224-DCC27D817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324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63 w 4"/>
                  <a:gd name="T3" fmla="*/ 35 h 3"/>
                  <a:gd name="T4" fmla="*/ 2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3" y="3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521" name="Freeform 2267">
              <a:extLst>
                <a:ext uri="{FF2B5EF4-FFF2-40B4-BE49-F238E27FC236}">
                  <a16:creationId xmlns:a16="http://schemas.microsoft.com/office/drawing/2014/main" id="{0B34B742-5FF6-429C-ABF9-82B472BFA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324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63 w 4"/>
                <a:gd name="T3" fmla="*/ 35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2"/>
                    <a:pt x="3" y="3"/>
                    <a:pt x="4" y="2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" name="Freeform 2268">
              <a:extLst>
                <a:ext uri="{FF2B5EF4-FFF2-40B4-BE49-F238E27FC236}">
                  <a16:creationId xmlns:a16="http://schemas.microsoft.com/office/drawing/2014/main" id="{424DBEE7-E735-41D2-B3BF-0B014EB8F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279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63 w 4"/>
                <a:gd name="T3" fmla="*/ 35 h 3"/>
                <a:gd name="T4" fmla="*/ 33 w 4"/>
                <a:gd name="T5" fmla="*/ 35 h 3"/>
                <a:gd name="T6" fmla="*/ 20 w 4"/>
                <a:gd name="T7" fmla="*/ 21 h 3"/>
                <a:gd name="T8" fmla="*/ 5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3" y="3"/>
                    <a:pt x="2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Freeform 2269">
              <a:extLst>
                <a:ext uri="{FF2B5EF4-FFF2-40B4-BE49-F238E27FC236}">
                  <a16:creationId xmlns:a16="http://schemas.microsoft.com/office/drawing/2014/main" id="{F0C91202-D3CB-4C77-B241-A0E9F817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281"/>
              <a:ext cx="7" cy="6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27 h 2"/>
                <a:gd name="T4" fmla="*/ 12 w 3"/>
                <a:gd name="T5" fmla="*/ 54 h 2"/>
                <a:gd name="T6" fmla="*/ 12 w 3"/>
                <a:gd name="T7" fmla="*/ 27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" name="Freeform 2270">
              <a:extLst>
                <a:ext uri="{FF2B5EF4-FFF2-40B4-BE49-F238E27FC236}">
                  <a16:creationId xmlns:a16="http://schemas.microsoft.com/office/drawing/2014/main" id="{16BD50A7-BBC5-4AD1-8B56-E8C42319E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273"/>
              <a:ext cx="10" cy="6"/>
            </a:xfrm>
            <a:custGeom>
              <a:avLst/>
              <a:gdLst>
                <a:gd name="T0" fmla="*/ 33 w 4"/>
                <a:gd name="T1" fmla="*/ 0 h 2"/>
                <a:gd name="T2" fmla="*/ 50 w 4"/>
                <a:gd name="T3" fmla="*/ 27 h 2"/>
                <a:gd name="T4" fmla="*/ 20 w 4"/>
                <a:gd name="T5" fmla="*/ 54 h 2"/>
                <a:gd name="T6" fmla="*/ 0 w 4"/>
                <a:gd name="T7" fmla="*/ 27 h 2"/>
                <a:gd name="T8" fmla="*/ 33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Freeform 2271">
              <a:extLst>
                <a:ext uri="{FF2B5EF4-FFF2-40B4-BE49-F238E27FC236}">
                  <a16:creationId xmlns:a16="http://schemas.microsoft.com/office/drawing/2014/main" id="{46ACDC29-BE7F-4849-BB95-CDA23E705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329"/>
              <a:ext cx="10" cy="14"/>
            </a:xfrm>
            <a:custGeom>
              <a:avLst/>
              <a:gdLst>
                <a:gd name="T0" fmla="*/ 50 w 4"/>
                <a:gd name="T1" fmla="*/ 48 h 5"/>
                <a:gd name="T2" fmla="*/ 33 w 4"/>
                <a:gd name="T3" fmla="*/ 109 h 5"/>
                <a:gd name="T4" fmla="*/ 0 w 4"/>
                <a:gd name="T5" fmla="*/ 62 h 5"/>
                <a:gd name="T6" fmla="*/ 20 w 4"/>
                <a:gd name="T7" fmla="*/ 0 h 5"/>
                <a:gd name="T8" fmla="*/ 50 w 4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4" y="3"/>
                    <a:pt x="3" y="4"/>
                    <a:pt x="2" y="5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6" name="Freeform 2272">
              <a:extLst>
                <a:ext uri="{FF2B5EF4-FFF2-40B4-BE49-F238E27FC236}">
                  <a16:creationId xmlns:a16="http://schemas.microsoft.com/office/drawing/2014/main" id="{29564179-7025-41F6-87B4-7AF082F16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332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56 h 3"/>
                <a:gd name="T4" fmla="*/ 33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2" y="2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27" name="Freeform 2273">
              <a:extLst>
                <a:ext uri="{FF2B5EF4-FFF2-40B4-BE49-F238E27FC236}">
                  <a16:creationId xmlns:a16="http://schemas.microsoft.com/office/drawing/2014/main" id="{DE6713C1-16AD-40EC-8FFA-88AC11C8F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332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56 h 3"/>
                <a:gd name="T4" fmla="*/ 33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2" y="2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8" name="Freeform 2274">
              <a:extLst>
                <a:ext uri="{FF2B5EF4-FFF2-40B4-BE49-F238E27FC236}">
                  <a16:creationId xmlns:a16="http://schemas.microsoft.com/office/drawing/2014/main" id="{4D61096E-F596-4B3A-8E1F-0FDA11ED7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321"/>
              <a:ext cx="10" cy="14"/>
            </a:xfrm>
            <a:custGeom>
              <a:avLst/>
              <a:gdLst>
                <a:gd name="T0" fmla="*/ 63 w 4"/>
                <a:gd name="T1" fmla="*/ 48 h 5"/>
                <a:gd name="T2" fmla="*/ 50 w 4"/>
                <a:gd name="T3" fmla="*/ 109 h 5"/>
                <a:gd name="T4" fmla="*/ 20 w 4"/>
                <a:gd name="T5" fmla="*/ 62 h 5"/>
                <a:gd name="T6" fmla="*/ 20 w 4"/>
                <a:gd name="T7" fmla="*/ 22 h 5"/>
                <a:gd name="T8" fmla="*/ 63 w 4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4" y="3"/>
                    <a:pt x="4" y="4"/>
                    <a:pt x="3" y="5"/>
                  </a:cubicBezTo>
                  <a:cubicBezTo>
                    <a:pt x="3" y="5"/>
                    <a:pt x="2" y="5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Freeform 2275">
              <a:extLst>
                <a:ext uri="{FF2B5EF4-FFF2-40B4-BE49-F238E27FC236}">
                  <a16:creationId xmlns:a16="http://schemas.microsoft.com/office/drawing/2014/main" id="{B344708F-B4E2-4B95-B599-90FD05BD4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324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30" name="Freeform 2276">
              <a:extLst>
                <a:ext uri="{FF2B5EF4-FFF2-40B4-BE49-F238E27FC236}">
                  <a16:creationId xmlns:a16="http://schemas.microsoft.com/office/drawing/2014/main" id="{93C33934-3C3C-43BE-B04D-A9660C41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324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Freeform 2277">
              <a:extLst>
                <a:ext uri="{FF2B5EF4-FFF2-40B4-BE49-F238E27FC236}">
                  <a16:creationId xmlns:a16="http://schemas.microsoft.com/office/drawing/2014/main" id="{A9E8D334-88C1-431D-B042-C80C78364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319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33 h 2"/>
                <a:gd name="T4" fmla="*/ 0 w 2"/>
                <a:gd name="T5" fmla="*/ 33 h 2"/>
                <a:gd name="T6" fmla="*/ 0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2" name="Freeform 2278">
              <a:extLst>
                <a:ext uri="{FF2B5EF4-FFF2-40B4-BE49-F238E27FC236}">
                  <a16:creationId xmlns:a16="http://schemas.microsoft.com/office/drawing/2014/main" id="{FD5E619E-47D5-491E-B295-4F904D9A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31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0 w 2"/>
                <a:gd name="T5" fmla="*/ 20 h 2"/>
                <a:gd name="T6" fmla="*/ 0 w 2"/>
                <a:gd name="T7" fmla="*/ 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3" name="Freeform 2279">
              <a:extLst>
                <a:ext uri="{FF2B5EF4-FFF2-40B4-BE49-F238E27FC236}">
                  <a16:creationId xmlns:a16="http://schemas.microsoft.com/office/drawing/2014/main" id="{0D2D258F-5908-4F44-A143-07B15578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311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50 w 4"/>
                <a:gd name="T3" fmla="*/ 56 h 3"/>
                <a:gd name="T4" fmla="*/ 20 w 4"/>
                <a:gd name="T5" fmla="*/ 56 h 3"/>
                <a:gd name="T6" fmla="*/ 20 w 4"/>
                <a:gd name="T7" fmla="*/ 21 h 3"/>
                <a:gd name="T8" fmla="*/ 5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4" name="Freeform 2280">
              <a:extLst>
                <a:ext uri="{FF2B5EF4-FFF2-40B4-BE49-F238E27FC236}">
                  <a16:creationId xmlns:a16="http://schemas.microsoft.com/office/drawing/2014/main" id="{48AABBBD-80AD-4E74-BD67-1473F4131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260"/>
              <a:ext cx="8" cy="5"/>
            </a:xfrm>
            <a:custGeom>
              <a:avLst/>
              <a:gdLst>
                <a:gd name="T0" fmla="*/ 21 w 3"/>
                <a:gd name="T1" fmla="*/ 20 h 2"/>
                <a:gd name="T2" fmla="*/ 21 w 3"/>
                <a:gd name="T3" fmla="*/ 0 h 2"/>
                <a:gd name="T4" fmla="*/ 35 w 3"/>
                <a:gd name="T5" fmla="*/ 0 h 2"/>
                <a:gd name="T6" fmla="*/ 56 w 3"/>
                <a:gd name="T7" fmla="*/ 20 h 2"/>
                <a:gd name="T8" fmla="*/ 21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5" name="Freeform 2281">
              <a:extLst>
                <a:ext uri="{FF2B5EF4-FFF2-40B4-BE49-F238E27FC236}">
                  <a16:creationId xmlns:a16="http://schemas.microsoft.com/office/drawing/2014/main" id="{13BE0B55-B412-4430-A950-EEAE9D57E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204"/>
              <a:ext cx="7" cy="13"/>
            </a:xfrm>
            <a:custGeom>
              <a:avLst/>
              <a:gdLst>
                <a:gd name="T0" fmla="*/ 0 w 3"/>
                <a:gd name="T1" fmla="*/ 34 h 5"/>
                <a:gd name="T2" fmla="*/ 28 w 3"/>
                <a:gd name="T3" fmla="*/ 0 h 5"/>
                <a:gd name="T4" fmla="*/ 37 w 3"/>
                <a:gd name="T5" fmla="*/ 34 h 5"/>
                <a:gd name="T6" fmla="*/ 28 w 3"/>
                <a:gd name="T7" fmla="*/ 88 h 5"/>
                <a:gd name="T8" fmla="*/ 0 w 3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4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6" name="Freeform 2282">
              <a:extLst>
                <a:ext uri="{FF2B5EF4-FFF2-40B4-BE49-F238E27FC236}">
                  <a16:creationId xmlns:a16="http://schemas.microsoft.com/office/drawing/2014/main" id="{52A5CA16-D1A2-4022-88D5-2E3D7997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207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20 w 2"/>
                <a:gd name="T3" fmla="*/ 0 h 3"/>
                <a:gd name="T4" fmla="*/ 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37" name="Freeform 2283">
              <a:extLst>
                <a:ext uri="{FF2B5EF4-FFF2-40B4-BE49-F238E27FC236}">
                  <a16:creationId xmlns:a16="http://schemas.microsoft.com/office/drawing/2014/main" id="{60F788C9-9C8C-4647-9599-4D735E36F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207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20 w 2"/>
                <a:gd name="T3" fmla="*/ 0 h 3"/>
                <a:gd name="T4" fmla="*/ 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8" name="Freeform 2284">
              <a:extLst>
                <a:ext uri="{FF2B5EF4-FFF2-40B4-BE49-F238E27FC236}">
                  <a16:creationId xmlns:a16="http://schemas.microsoft.com/office/drawing/2014/main" id="{3DDA4D0B-4215-4879-A3BD-488B6995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19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50 w 4"/>
                <a:gd name="T5" fmla="*/ 47 h 4"/>
                <a:gd name="T6" fmla="*/ 20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9" name="Freeform 2285">
              <a:extLst>
                <a:ext uri="{FF2B5EF4-FFF2-40B4-BE49-F238E27FC236}">
                  <a16:creationId xmlns:a16="http://schemas.microsoft.com/office/drawing/2014/main" id="{EA88AD36-3BDA-4EA4-8BAB-782A43086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196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20 w 2"/>
                <a:gd name="T3" fmla="*/ 0 h 4"/>
                <a:gd name="T4" fmla="*/ 0 w 2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1" y="3"/>
                    <a:pt x="0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40" name="Freeform 2286">
              <a:extLst>
                <a:ext uri="{FF2B5EF4-FFF2-40B4-BE49-F238E27FC236}">
                  <a16:creationId xmlns:a16="http://schemas.microsoft.com/office/drawing/2014/main" id="{C0B7B6A6-14C8-4F5B-9E78-533A6BA21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196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20 w 2"/>
                <a:gd name="T3" fmla="*/ 0 h 4"/>
                <a:gd name="T4" fmla="*/ 0 w 2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1" y="3"/>
                    <a:pt x="0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1" name="Freeform 2287">
              <a:extLst>
                <a:ext uri="{FF2B5EF4-FFF2-40B4-BE49-F238E27FC236}">
                  <a16:creationId xmlns:a16="http://schemas.microsoft.com/office/drawing/2014/main" id="{5C546657-28AF-4B2E-984F-C9642F30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193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0 h 4"/>
                <a:gd name="T4" fmla="*/ 56 w 3"/>
                <a:gd name="T5" fmla="*/ 47 h 4"/>
                <a:gd name="T6" fmla="*/ 21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2" name="Freeform 2288">
              <a:extLst>
                <a:ext uri="{FF2B5EF4-FFF2-40B4-BE49-F238E27FC236}">
                  <a16:creationId xmlns:a16="http://schemas.microsoft.com/office/drawing/2014/main" id="{01D9806C-CC73-4B0A-AAF9-6EC333091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193"/>
              <a:ext cx="5" cy="11"/>
            </a:xfrm>
            <a:custGeom>
              <a:avLst/>
              <a:gdLst>
                <a:gd name="T0" fmla="*/ 0 w 2"/>
                <a:gd name="T1" fmla="*/ 83 h 4"/>
                <a:gd name="T2" fmla="*/ 20 w 2"/>
                <a:gd name="T3" fmla="*/ 0 h 4"/>
                <a:gd name="T4" fmla="*/ 0 w 2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43" name="Freeform 2289">
              <a:extLst>
                <a:ext uri="{FF2B5EF4-FFF2-40B4-BE49-F238E27FC236}">
                  <a16:creationId xmlns:a16="http://schemas.microsoft.com/office/drawing/2014/main" id="{B570AC3A-FFCB-4E7A-89C9-187431FAF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193"/>
              <a:ext cx="5" cy="11"/>
            </a:xfrm>
            <a:custGeom>
              <a:avLst/>
              <a:gdLst>
                <a:gd name="T0" fmla="*/ 0 w 2"/>
                <a:gd name="T1" fmla="*/ 83 h 4"/>
                <a:gd name="T2" fmla="*/ 20 w 2"/>
                <a:gd name="T3" fmla="*/ 0 h 4"/>
                <a:gd name="T4" fmla="*/ 0 w 2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4" name="Freeform 2290">
              <a:extLst>
                <a:ext uri="{FF2B5EF4-FFF2-40B4-BE49-F238E27FC236}">
                  <a16:creationId xmlns:a16="http://schemas.microsoft.com/office/drawing/2014/main" id="{5CFEF49D-CA3D-4E1D-A3D5-C189AEED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180"/>
              <a:ext cx="7" cy="13"/>
            </a:xfrm>
            <a:custGeom>
              <a:avLst/>
              <a:gdLst>
                <a:gd name="T0" fmla="*/ 0 w 3"/>
                <a:gd name="T1" fmla="*/ 34 h 5"/>
                <a:gd name="T2" fmla="*/ 28 w 3"/>
                <a:gd name="T3" fmla="*/ 0 h 5"/>
                <a:gd name="T4" fmla="*/ 37 w 3"/>
                <a:gd name="T5" fmla="*/ 55 h 5"/>
                <a:gd name="T6" fmla="*/ 12 w 3"/>
                <a:gd name="T7" fmla="*/ 88 h 5"/>
                <a:gd name="T8" fmla="*/ 0 w 3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5" name="Freeform 2291">
              <a:extLst>
                <a:ext uri="{FF2B5EF4-FFF2-40B4-BE49-F238E27FC236}">
                  <a16:creationId xmlns:a16="http://schemas.microsoft.com/office/drawing/2014/main" id="{36AB64D7-A27D-4653-9881-7D43A52D6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18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20 w 2"/>
                <a:gd name="T3" fmla="*/ 0 h 3"/>
                <a:gd name="T4" fmla="*/ 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46" name="Freeform 2292">
              <a:extLst>
                <a:ext uri="{FF2B5EF4-FFF2-40B4-BE49-F238E27FC236}">
                  <a16:creationId xmlns:a16="http://schemas.microsoft.com/office/drawing/2014/main" id="{966289B9-4230-43FF-A043-0FC4958E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18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20 w 2"/>
                <a:gd name="T3" fmla="*/ 0 h 3"/>
                <a:gd name="T4" fmla="*/ 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7" name="Freeform 2293">
              <a:extLst>
                <a:ext uri="{FF2B5EF4-FFF2-40B4-BE49-F238E27FC236}">
                  <a16:creationId xmlns:a16="http://schemas.microsoft.com/office/drawing/2014/main" id="{4C482927-124B-42C4-A99F-4F5F7104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188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63 w 4"/>
                <a:gd name="T3" fmla="*/ 0 h 4"/>
                <a:gd name="T4" fmla="*/ 63 w 4"/>
                <a:gd name="T5" fmla="*/ 61 h 4"/>
                <a:gd name="T6" fmla="*/ 20 w 4"/>
                <a:gd name="T7" fmla="*/ 83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8" name="Freeform 2294">
              <a:extLst>
                <a:ext uri="{FF2B5EF4-FFF2-40B4-BE49-F238E27FC236}">
                  <a16:creationId xmlns:a16="http://schemas.microsoft.com/office/drawing/2014/main" id="{C3D20127-7D9F-48BF-B82C-FFDC3B635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188"/>
              <a:ext cx="7" cy="11"/>
            </a:xfrm>
            <a:custGeom>
              <a:avLst/>
              <a:gdLst>
                <a:gd name="T0" fmla="*/ 0 w 3"/>
                <a:gd name="T1" fmla="*/ 83 h 4"/>
                <a:gd name="T2" fmla="*/ 28 w 3"/>
                <a:gd name="T3" fmla="*/ 0 h 4"/>
                <a:gd name="T4" fmla="*/ 0 w 3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2" y="0"/>
                  </a:cubicBezTo>
                  <a:cubicBezTo>
                    <a:pt x="2" y="2"/>
                    <a:pt x="1" y="2"/>
                    <a:pt x="0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49" name="Freeform 2295">
              <a:extLst>
                <a:ext uri="{FF2B5EF4-FFF2-40B4-BE49-F238E27FC236}">
                  <a16:creationId xmlns:a16="http://schemas.microsoft.com/office/drawing/2014/main" id="{67B3E4E3-7E20-4F1A-B21A-265A4867F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188"/>
              <a:ext cx="7" cy="11"/>
            </a:xfrm>
            <a:custGeom>
              <a:avLst/>
              <a:gdLst>
                <a:gd name="T0" fmla="*/ 0 w 3"/>
                <a:gd name="T1" fmla="*/ 83 h 4"/>
                <a:gd name="T2" fmla="*/ 28 w 3"/>
                <a:gd name="T3" fmla="*/ 0 h 4"/>
                <a:gd name="T4" fmla="*/ 0 w 3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2" y="0"/>
                  </a:cubicBezTo>
                  <a:cubicBezTo>
                    <a:pt x="2" y="2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0" name="Freeform 2296">
              <a:extLst>
                <a:ext uri="{FF2B5EF4-FFF2-40B4-BE49-F238E27FC236}">
                  <a16:creationId xmlns:a16="http://schemas.microsoft.com/office/drawing/2014/main" id="{BC6F384E-FE75-4993-97AC-5D1A9576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188"/>
              <a:ext cx="8" cy="13"/>
            </a:xfrm>
            <a:custGeom>
              <a:avLst/>
              <a:gdLst>
                <a:gd name="T0" fmla="*/ 0 w 3"/>
                <a:gd name="T1" fmla="*/ 34 h 5"/>
                <a:gd name="T2" fmla="*/ 35 w 3"/>
                <a:gd name="T3" fmla="*/ 0 h 5"/>
                <a:gd name="T4" fmla="*/ 56 w 3"/>
                <a:gd name="T5" fmla="*/ 34 h 5"/>
                <a:gd name="T6" fmla="*/ 21 w 3"/>
                <a:gd name="T7" fmla="*/ 88 h 5"/>
                <a:gd name="T8" fmla="*/ 0 w 3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1" name="Freeform 2297">
              <a:extLst>
                <a:ext uri="{FF2B5EF4-FFF2-40B4-BE49-F238E27FC236}">
                  <a16:creationId xmlns:a16="http://schemas.microsoft.com/office/drawing/2014/main" id="{200D675F-D434-4E55-9CA7-2908D8D4A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191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20 w 2"/>
                <a:gd name="T3" fmla="*/ 0 h 3"/>
                <a:gd name="T4" fmla="*/ 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52" name="Freeform 2298">
              <a:extLst>
                <a:ext uri="{FF2B5EF4-FFF2-40B4-BE49-F238E27FC236}">
                  <a16:creationId xmlns:a16="http://schemas.microsoft.com/office/drawing/2014/main" id="{948DC4C7-6B8F-4B4C-B073-6199D6326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191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20 w 2"/>
                <a:gd name="T3" fmla="*/ 0 h 3"/>
                <a:gd name="T4" fmla="*/ 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3" name="Freeform 2299">
              <a:extLst>
                <a:ext uri="{FF2B5EF4-FFF2-40B4-BE49-F238E27FC236}">
                  <a16:creationId xmlns:a16="http://schemas.microsoft.com/office/drawing/2014/main" id="{B2BB5107-4077-4135-A683-FBA66CB73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172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4" name="Freeform 2300">
              <a:extLst>
                <a:ext uri="{FF2B5EF4-FFF2-40B4-BE49-F238E27FC236}">
                  <a16:creationId xmlns:a16="http://schemas.microsoft.com/office/drawing/2014/main" id="{1FB22831-E04C-4F24-9D38-427208D1B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172"/>
              <a:ext cx="2" cy="11"/>
            </a:xfrm>
            <a:custGeom>
              <a:avLst/>
              <a:gdLst>
                <a:gd name="T0" fmla="*/ 0 w 1"/>
                <a:gd name="T1" fmla="*/ 83 h 4"/>
                <a:gd name="T2" fmla="*/ 0 w 1"/>
                <a:gd name="T3" fmla="*/ 0 h 4"/>
                <a:gd name="T4" fmla="*/ 0 w 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55" name="Freeform 2301">
              <a:extLst>
                <a:ext uri="{FF2B5EF4-FFF2-40B4-BE49-F238E27FC236}">
                  <a16:creationId xmlns:a16="http://schemas.microsoft.com/office/drawing/2014/main" id="{295FAC72-7F34-4CF8-AB24-AAFD10707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172"/>
              <a:ext cx="2" cy="11"/>
            </a:xfrm>
            <a:custGeom>
              <a:avLst/>
              <a:gdLst>
                <a:gd name="T0" fmla="*/ 0 w 1"/>
                <a:gd name="T1" fmla="*/ 83 h 4"/>
                <a:gd name="T2" fmla="*/ 0 w 1"/>
                <a:gd name="T3" fmla="*/ 0 h 4"/>
                <a:gd name="T4" fmla="*/ 0 w 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6" name="Freeform 2302">
              <a:extLst>
                <a:ext uri="{FF2B5EF4-FFF2-40B4-BE49-F238E27FC236}">
                  <a16:creationId xmlns:a16="http://schemas.microsoft.com/office/drawing/2014/main" id="{823A40D4-C604-490D-93EE-4392E9AC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209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21 w 3"/>
                <a:gd name="T3" fmla="*/ 0 h 4"/>
                <a:gd name="T4" fmla="*/ 56 w 3"/>
                <a:gd name="T5" fmla="*/ 47 h 4"/>
                <a:gd name="T6" fmla="*/ 35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7" name="Freeform 2303">
              <a:extLst>
                <a:ext uri="{FF2B5EF4-FFF2-40B4-BE49-F238E27FC236}">
                  <a16:creationId xmlns:a16="http://schemas.microsoft.com/office/drawing/2014/main" id="{B0C8BF3F-3BA9-4A9F-AA3E-59EA1FA08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209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0 w 2"/>
                <a:gd name="T3" fmla="*/ 0 h 4"/>
                <a:gd name="T4" fmla="*/ 20 w 2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3"/>
                    <a:pt x="2" y="1"/>
                    <a:pt x="0" y="0"/>
                  </a:cubicBez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58" name="Freeform 2304">
              <a:extLst>
                <a:ext uri="{FF2B5EF4-FFF2-40B4-BE49-F238E27FC236}">
                  <a16:creationId xmlns:a16="http://schemas.microsoft.com/office/drawing/2014/main" id="{49244347-0CA2-4511-B17E-F4DC0B6B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209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0 w 2"/>
                <a:gd name="T3" fmla="*/ 0 h 4"/>
                <a:gd name="T4" fmla="*/ 20 w 2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3"/>
                    <a:pt x="2" y="1"/>
                    <a:pt x="0" y="0"/>
                  </a:cubicBez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9" name="Freeform 2305">
              <a:extLst>
                <a:ext uri="{FF2B5EF4-FFF2-40B4-BE49-F238E27FC236}">
                  <a16:creationId xmlns:a16="http://schemas.microsoft.com/office/drawing/2014/main" id="{E3875B48-D257-402C-BFAF-D9C4D2FE0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209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12 w 3"/>
                <a:gd name="T3" fmla="*/ 0 h 4"/>
                <a:gd name="T4" fmla="*/ 37 w 3"/>
                <a:gd name="T5" fmla="*/ 47 h 4"/>
                <a:gd name="T6" fmla="*/ 28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0" name="Freeform 2306">
              <a:extLst>
                <a:ext uri="{FF2B5EF4-FFF2-40B4-BE49-F238E27FC236}">
                  <a16:creationId xmlns:a16="http://schemas.microsoft.com/office/drawing/2014/main" id="{098A96BA-0668-432B-A7FC-E009A6166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209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0 w 2"/>
                <a:gd name="T3" fmla="*/ 0 h 4"/>
                <a:gd name="T4" fmla="*/ 0 w 2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3"/>
                    <a:pt x="1" y="1"/>
                    <a:pt x="0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61" name="Freeform 2307">
              <a:extLst>
                <a:ext uri="{FF2B5EF4-FFF2-40B4-BE49-F238E27FC236}">
                  <a16:creationId xmlns:a16="http://schemas.microsoft.com/office/drawing/2014/main" id="{F532CC31-0237-4400-80E1-886B1B1E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209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0 w 2"/>
                <a:gd name="T3" fmla="*/ 0 h 4"/>
                <a:gd name="T4" fmla="*/ 0 w 2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3"/>
                    <a:pt x="1" y="1"/>
                    <a:pt x="0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2" name="Freeform 2308">
              <a:extLst>
                <a:ext uri="{FF2B5EF4-FFF2-40B4-BE49-F238E27FC236}">
                  <a16:creationId xmlns:a16="http://schemas.microsoft.com/office/drawing/2014/main" id="{0AFE946C-DE98-41A6-8F38-46D9D50D3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193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12 w 3"/>
                <a:gd name="T3" fmla="*/ 0 h 4"/>
                <a:gd name="T4" fmla="*/ 37 w 3"/>
                <a:gd name="T5" fmla="*/ 47 h 4"/>
                <a:gd name="T6" fmla="*/ 28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3" name="Freeform 2309">
              <a:extLst>
                <a:ext uri="{FF2B5EF4-FFF2-40B4-BE49-F238E27FC236}">
                  <a16:creationId xmlns:a16="http://schemas.microsoft.com/office/drawing/2014/main" id="{A76EAAD7-3DBE-4A4D-953C-92F25222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196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0 h 3"/>
                <a:gd name="T4" fmla="*/ 2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0"/>
                    <a:pt x="0" y="0"/>
                  </a:cubicBezTo>
                  <a:cubicBezTo>
                    <a:pt x="1" y="0"/>
                    <a:pt x="1" y="2"/>
                    <a:pt x="1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64" name="Freeform 2310">
              <a:extLst>
                <a:ext uri="{FF2B5EF4-FFF2-40B4-BE49-F238E27FC236}">
                  <a16:creationId xmlns:a16="http://schemas.microsoft.com/office/drawing/2014/main" id="{777D395A-C23D-4E88-811A-6D8D6E906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196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0 h 3"/>
                <a:gd name="T4" fmla="*/ 2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0"/>
                    <a:pt x="0" y="0"/>
                  </a:cubicBezTo>
                  <a:cubicBezTo>
                    <a:pt x="1" y="0"/>
                    <a:pt x="1" y="2"/>
                    <a:pt x="1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5" name="Freeform 2311">
              <a:extLst>
                <a:ext uri="{FF2B5EF4-FFF2-40B4-BE49-F238E27FC236}">
                  <a16:creationId xmlns:a16="http://schemas.microsoft.com/office/drawing/2014/main" id="{91C25E42-5A86-4A5E-9164-2506CE3F2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175"/>
              <a:ext cx="10" cy="13"/>
            </a:xfrm>
            <a:custGeom>
              <a:avLst/>
              <a:gdLst>
                <a:gd name="T0" fmla="*/ 20 w 4"/>
                <a:gd name="T1" fmla="*/ 55 h 5"/>
                <a:gd name="T2" fmla="*/ 33 w 4"/>
                <a:gd name="T3" fmla="*/ 0 h 5"/>
                <a:gd name="T4" fmla="*/ 63 w 4"/>
                <a:gd name="T5" fmla="*/ 34 h 5"/>
                <a:gd name="T6" fmla="*/ 33 w 4"/>
                <a:gd name="T7" fmla="*/ 88 h 5"/>
                <a:gd name="T8" fmla="*/ 2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6" name="Freeform 2312">
              <a:extLst>
                <a:ext uri="{FF2B5EF4-FFF2-40B4-BE49-F238E27FC236}">
                  <a16:creationId xmlns:a16="http://schemas.microsoft.com/office/drawing/2014/main" id="{601790AB-E714-414E-B2DC-F76374FF4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177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0 h 3"/>
                <a:gd name="T4" fmla="*/ 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1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67" name="Freeform 2313">
              <a:extLst>
                <a:ext uri="{FF2B5EF4-FFF2-40B4-BE49-F238E27FC236}">
                  <a16:creationId xmlns:a16="http://schemas.microsoft.com/office/drawing/2014/main" id="{6DBAA33B-6FF8-4C24-8C65-5D33C6AD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177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0 h 3"/>
                <a:gd name="T4" fmla="*/ 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1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8" name="Freeform 2314">
              <a:extLst>
                <a:ext uri="{FF2B5EF4-FFF2-40B4-BE49-F238E27FC236}">
                  <a16:creationId xmlns:a16="http://schemas.microsoft.com/office/drawing/2014/main" id="{3E3E32FF-0D59-420B-8917-792EBE841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204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50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9" name="Freeform 2315">
              <a:extLst>
                <a:ext uri="{FF2B5EF4-FFF2-40B4-BE49-F238E27FC236}">
                  <a16:creationId xmlns:a16="http://schemas.microsoft.com/office/drawing/2014/main" id="{2DA4A172-8983-489F-8467-FC32CD0E6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204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20 w 2"/>
                <a:gd name="T3" fmla="*/ 0 h 4"/>
                <a:gd name="T4" fmla="*/ 0 w 2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1" y="3"/>
                    <a:pt x="0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70" name="Freeform 2316">
              <a:extLst>
                <a:ext uri="{FF2B5EF4-FFF2-40B4-BE49-F238E27FC236}">
                  <a16:creationId xmlns:a16="http://schemas.microsoft.com/office/drawing/2014/main" id="{822CB811-9939-401B-B7FF-C8B438A69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204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20 w 2"/>
                <a:gd name="T3" fmla="*/ 0 h 4"/>
                <a:gd name="T4" fmla="*/ 0 w 2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1" y="3"/>
                    <a:pt x="0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1" name="Freeform 2317">
              <a:extLst>
                <a:ext uri="{FF2B5EF4-FFF2-40B4-BE49-F238E27FC236}">
                  <a16:creationId xmlns:a16="http://schemas.microsoft.com/office/drawing/2014/main" id="{B0624074-0EB7-4817-9515-A5278D21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188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33 w 4"/>
                <a:gd name="T3" fmla="*/ 0 h 5"/>
                <a:gd name="T4" fmla="*/ 50 w 4"/>
                <a:gd name="T5" fmla="*/ 34 h 5"/>
                <a:gd name="T6" fmla="*/ 33 w 4"/>
                <a:gd name="T7" fmla="*/ 8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2" name="Freeform 2318">
              <a:extLst>
                <a:ext uri="{FF2B5EF4-FFF2-40B4-BE49-F238E27FC236}">
                  <a16:creationId xmlns:a16="http://schemas.microsoft.com/office/drawing/2014/main" id="{69A6CF73-B309-4B3B-814B-11D57ED22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191"/>
              <a:ext cx="3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w 1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73" name="Freeform 2319">
              <a:extLst>
                <a:ext uri="{FF2B5EF4-FFF2-40B4-BE49-F238E27FC236}">
                  <a16:creationId xmlns:a16="http://schemas.microsoft.com/office/drawing/2014/main" id="{14C1C2D3-E660-48CF-8719-38ADEEFC6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191"/>
              <a:ext cx="3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w 1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4" name="Freeform 2320">
              <a:extLst>
                <a:ext uri="{FF2B5EF4-FFF2-40B4-BE49-F238E27FC236}">
                  <a16:creationId xmlns:a16="http://schemas.microsoft.com/office/drawing/2014/main" id="{419BBE74-CF0E-4024-B00F-BDCF28966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21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63 w 4"/>
                <a:gd name="T3" fmla="*/ 20 h 4"/>
                <a:gd name="T4" fmla="*/ 50 w 4"/>
                <a:gd name="T5" fmla="*/ 50 h 4"/>
                <a:gd name="T6" fmla="*/ 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5" name="Freeform 2321">
              <a:extLst>
                <a:ext uri="{FF2B5EF4-FFF2-40B4-BE49-F238E27FC236}">
                  <a16:creationId xmlns:a16="http://schemas.microsoft.com/office/drawing/2014/main" id="{24A0B550-6D3D-4247-8EDE-B957C7A2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217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1"/>
                    <a:pt x="2" y="0"/>
                  </a:cubicBez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76" name="Freeform 2322">
              <a:extLst>
                <a:ext uri="{FF2B5EF4-FFF2-40B4-BE49-F238E27FC236}">
                  <a16:creationId xmlns:a16="http://schemas.microsoft.com/office/drawing/2014/main" id="{AB148ECF-CBDD-431D-87E3-0C3DD140F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217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1"/>
                    <a:pt x="2" y="0"/>
                  </a:cubicBez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7" name="Freeform 2323">
              <a:extLst>
                <a:ext uri="{FF2B5EF4-FFF2-40B4-BE49-F238E27FC236}">
                  <a16:creationId xmlns:a16="http://schemas.microsoft.com/office/drawing/2014/main" id="{CC5EAD08-6CD6-43BB-B2E1-9F0FE7AB5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207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68 w 5"/>
                <a:gd name="T3" fmla="*/ 20 h 4"/>
                <a:gd name="T4" fmla="*/ 68 w 5"/>
                <a:gd name="T5" fmla="*/ 50 h 4"/>
                <a:gd name="T6" fmla="*/ 21 w 5"/>
                <a:gd name="T7" fmla="*/ 63 h 4"/>
                <a:gd name="T8" fmla="*/ 21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8" name="Freeform 2324">
              <a:extLst>
                <a:ext uri="{FF2B5EF4-FFF2-40B4-BE49-F238E27FC236}">
                  <a16:creationId xmlns:a16="http://schemas.microsoft.com/office/drawing/2014/main" id="{9BF70523-16CD-4991-BBB0-C80C7AE22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209"/>
              <a:ext cx="7" cy="8"/>
            </a:xfrm>
            <a:custGeom>
              <a:avLst/>
              <a:gdLst>
                <a:gd name="T0" fmla="*/ 0 w 3"/>
                <a:gd name="T1" fmla="*/ 56 h 3"/>
                <a:gd name="T2" fmla="*/ 28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79" name="Freeform 2325">
              <a:extLst>
                <a:ext uri="{FF2B5EF4-FFF2-40B4-BE49-F238E27FC236}">
                  <a16:creationId xmlns:a16="http://schemas.microsoft.com/office/drawing/2014/main" id="{4A8493EE-EA6F-4A28-AFAF-1765194D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209"/>
              <a:ext cx="7" cy="8"/>
            </a:xfrm>
            <a:custGeom>
              <a:avLst/>
              <a:gdLst>
                <a:gd name="T0" fmla="*/ 0 w 3"/>
                <a:gd name="T1" fmla="*/ 56 h 3"/>
                <a:gd name="T2" fmla="*/ 28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3"/>
                    <a:pt x="3" y="1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0" name="Freeform 2326">
              <a:extLst>
                <a:ext uri="{FF2B5EF4-FFF2-40B4-BE49-F238E27FC236}">
                  <a16:creationId xmlns:a16="http://schemas.microsoft.com/office/drawing/2014/main" id="{E2098B19-7B54-4392-AC10-D98FC2F45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199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58 w 5"/>
                <a:gd name="T3" fmla="*/ 21 h 5"/>
                <a:gd name="T4" fmla="*/ 58 w 5"/>
                <a:gd name="T5" fmla="*/ 68 h 5"/>
                <a:gd name="T6" fmla="*/ 12 w 5"/>
                <a:gd name="T7" fmla="*/ 68 h 5"/>
                <a:gd name="T8" fmla="*/ 12 w 5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1" name="Freeform 2327">
              <a:extLst>
                <a:ext uri="{FF2B5EF4-FFF2-40B4-BE49-F238E27FC236}">
                  <a16:creationId xmlns:a16="http://schemas.microsoft.com/office/drawing/2014/main" id="{21C9C985-F6C8-4670-BE17-034A590B2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201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3"/>
                    <a:pt x="3" y="2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82" name="Freeform 2328">
              <a:extLst>
                <a:ext uri="{FF2B5EF4-FFF2-40B4-BE49-F238E27FC236}">
                  <a16:creationId xmlns:a16="http://schemas.microsoft.com/office/drawing/2014/main" id="{A2F6305F-C4D1-43FD-9AE5-4C7BA699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201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3"/>
                    <a:pt x="3" y="2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3" name="Freeform 2329">
              <a:extLst>
                <a:ext uri="{FF2B5EF4-FFF2-40B4-BE49-F238E27FC236}">
                  <a16:creationId xmlns:a16="http://schemas.microsoft.com/office/drawing/2014/main" id="{3166768E-1B30-4E93-A530-6F1052DEB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196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63 w 4"/>
                <a:gd name="T3" fmla="*/ 22 h 4"/>
                <a:gd name="T4" fmla="*/ 50 w 4"/>
                <a:gd name="T5" fmla="*/ 83 h 4"/>
                <a:gd name="T6" fmla="*/ 0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0" y="4"/>
                    <a:pt x="0" y="3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4" name="Freeform 2330">
              <a:extLst>
                <a:ext uri="{FF2B5EF4-FFF2-40B4-BE49-F238E27FC236}">
                  <a16:creationId xmlns:a16="http://schemas.microsoft.com/office/drawing/2014/main" id="{C223680A-E546-4EC3-8243-9C7D50EDF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199"/>
              <a:ext cx="7" cy="8"/>
            </a:xfrm>
            <a:custGeom>
              <a:avLst/>
              <a:gdLst>
                <a:gd name="T0" fmla="*/ 0 w 3"/>
                <a:gd name="T1" fmla="*/ 35 h 3"/>
                <a:gd name="T2" fmla="*/ 37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2" y="3"/>
                    <a:pt x="3" y="2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85" name="Freeform 2331">
              <a:extLst>
                <a:ext uri="{FF2B5EF4-FFF2-40B4-BE49-F238E27FC236}">
                  <a16:creationId xmlns:a16="http://schemas.microsoft.com/office/drawing/2014/main" id="{C3DFC8AF-4E4E-4F10-9278-1525C443C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199"/>
              <a:ext cx="7" cy="8"/>
            </a:xfrm>
            <a:custGeom>
              <a:avLst/>
              <a:gdLst>
                <a:gd name="T0" fmla="*/ 0 w 3"/>
                <a:gd name="T1" fmla="*/ 35 h 3"/>
                <a:gd name="T2" fmla="*/ 37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2" y="3"/>
                    <a:pt x="3" y="2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6" name="Freeform 2332">
              <a:extLst>
                <a:ext uri="{FF2B5EF4-FFF2-40B4-BE49-F238E27FC236}">
                  <a16:creationId xmlns:a16="http://schemas.microsoft.com/office/drawing/2014/main" id="{C9B4E065-E44C-4E03-8B71-902AC9A40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22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56 w 3"/>
                <a:gd name="T3" fmla="*/ 0 h 3"/>
                <a:gd name="T4" fmla="*/ 35 w 3"/>
                <a:gd name="T5" fmla="*/ 35 h 3"/>
                <a:gd name="T6" fmla="*/ 0 w 3"/>
                <a:gd name="T7" fmla="*/ 35 h 3"/>
                <a:gd name="T8" fmla="*/ 2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7" name="Oval 2333">
              <a:extLst>
                <a:ext uri="{FF2B5EF4-FFF2-40B4-BE49-F238E27FC236}">
                  <a16:creationId xmlns:a16="http://schemas.microsoft.com/office/drawing/2014/main" id="{2B7595D8-D9D8-45FE-9849-400CA4C59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2239"/>
              <a:ext cx="7" cy="5"/>
            </a:xfrm>
            <a:prstGeom prst="ellipse">
              <a:avLst/>
            </a:pr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88" name="Freeform 2334">
              <a:extLst>
                <a:ext uri="{FF2B5EF4-FFF2-40B4-BE49-F238E27FC236}">
                  <a16:creationId xmlns:a16="http://schemas.microsoft.com/office/drawing/2014/main" id="{0FA16CC8-307B-4B90-9361-D7AF10DBD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19"/>
              <a:ext cx="12" cy="10"/>
            </a:xfrm>
            <a:custGeom>
              <a:avLst/>
              <a:gdLst>
                <a:gd name="T0" fmla="*/ 41 w 5"/>
                <a:gd name="T1" fmla="*/ 20 h 4"/>
                <a:gd name="T2" fmla="*/ 0 w 5"/>
                <a:gd name="T3" fmla="*/ 20 h 4"/>
                <a:gd name="T4" fmla="*/ 12 w 5"/>
                <a:gd name="T5" fmla="*/ 50 h 4"/>
                <a:gd name="T6" fmla="*/ 58 w 5"/>
                <a:gd name="T7" fmla="*/ 50 h 4"/>
                <a:gd name="T8" fmla="*/ 41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9" name="Freeform 2335">
              <a:extLst>
                <a:ext uri="{FF2B5EF4-FFF2-40B4-BE49-F238E27FC236}">
                  <a16:creationId xmlns:a16="http://schemas.microsoft.com/office/drawing/2014/main" id="{028F2EE4-45B0-4987-AAB3-A9823BA6E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321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0 w 3"/>
                <a:gd name="T3" fmla="*/ 0 h 3"/>
                <a:gd name="T4" fmla="*/ 5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0" y="1"/>
                    <a:pt x="2" y="1"/>
                    <a:pt x="3" y="1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90" name="Freeform 2336">
              <a:extLst>
                <a:ext uri="{FF2B5EF4-FFF2-40B4-BE49-F238E27FC236}">
                  <a16:creationId xmlns:a16="http://schemas.microsoft.com/office/drawing/2014/main" id="{05194FC0-A152-47B7-B002-8B6A0B341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321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0 w 3"/>
                <a:gd name="T3" fmla="*/ 0 h 3"/>
                <a:gd name="T4" fmla="*/ 5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0" y="1"/>
                    <a:pt x="2" y="1"/>
                    <a:pt x="3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1" name="Freeform 2337">
              <a:extLst>
                <a:ext uri="{FF2B5EF4-FFF2-40B4-BE49-F238E27FC236}">
                  <a16:creationId xmlns:a16="http://schemas.microsoft.com/office/drawing/2014/main" id="{086AFFEC-5FFE-4D3E-A72C-D831A3C4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292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0 w 5"/>
                <a:gd name="T3" fmla="*/ 21 h 3"/>
                <a:gd name="T4" fmla="*/ 34 w 5"/>
                <a:gd name="T5" fmla="*/ 56 h 3"/>
                <a:gd name="T6" fmla="*/ 88 w 5"/>
                <a:gd name="T7" fmla="*/ 21 h 3"/>
                <a:gd name="T8" fmla="*/ 34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4" y="3"/>
                    <a:pt x="5" y="2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2" name="Freeform 2338">
              <a:extLst>
                <a:ext uri="{FF2B5EF4-FFF2-40B4-BE49-F238E27FC236}">
                  <a16:creationId xmlns:a16="http://schemas.microsoft.com/office/drawing/2014/main" id="{A2375D8F-24C9-4D8A-946C-66C44B3DF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295"/>
              <a:ext cx="7" cy="2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37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93" name="Freeform 2339">
              <a:extLst>
                <a:ext uri="{FF2B5EF4-FFF2-40B4-BE49-F238E27FC236}">
                  <a16:creationId xmlns:a16="http://schemas.microsoft.com/office/drawing/2014/main" id="{912CBFE6-EC2C-4529-A015-4436369C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295"/>
              <a:ext cx="7" cy="2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37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4" name="Freeform 2340">
              <a:extLst>
                <a:ext uri="{FF2B5EF4-FFF2-40B4-BE49-F238E27FC236}">
                  <a16:creationId xmlns:a16="http://schemas.microsoft.com/office/drawing/2014/main" id="{95F396D4-7815-4B3F-8EDD-880D092A0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276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0 w 4"/>
                <a:gd name="T3" fmla="*/ 22 h 4"/>
                <a:gd name="T4" fmla="*/ 20 w 4"/>
                <a:gd name="T5" fmla="*/ 61 h 4"/>
                <a:gd name="T6" fmla="*/ 63 w 4"/>
                <a:gd name="T7" fmla="*/ 61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5" name="Freeform 2341">
              <a:extLst>
                <a:ext uri="{FF2B5EF4-FFF2-40B4-BE49-F238E27FC236}">
                  <a16:creationId xmlns:a16="http://schemas.microsoft.com/office/drawing/2014/main" id="{A43CD073-54CF-4800-9685-8852D9634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279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0 w 3"/>
                <a:gd name="T3" fmla="*/ 0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0" y="1"/>
                    <a:pt x="2" y="1"/>
                    <a:pt x="3" y="1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96" name="Freeform 2342">
              <a:extLst>
                <a:ext uri="{FF2B5EF4-FFF2-40B4-BE49-F238E27FC236}">
                  <a16:creationId xmlns:a16="http://schemas.microsoft.com/office/drawing/2014/main" id="{D4FB3AD7-6469-441F-9972-C1619303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279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0 w 3"/>
                <a:gd name="T3" fmla="*/ 0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0" y="1"/>
                    <a:pt x="2" y="1"/>
                    <a:pt x="3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7" name="Freeform 2343">
              <a:extLst>
                <a:ext uri="{FF2B5EF4-FFF2-40B4-BE49-F238E27FC236}">
                  <a16:creationId xmlns:a16="http://schemas.microsoft.com/office/drawing/2014/main" id="{E8479216-FD3A-4FAE-AEE4-B8C60406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29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33 h 4"/>
                <a:gd name="T4" fmla="*/ 33 w 4"/>
                <a:gd name="T5" fmla="*/ 50 h 4"/>
                <a:gd name="T6" fmla="*/ 63 w 4"/>
                <a:gd name="T7" fmla="*/ 33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8" name="Freeform 2344">
              <a:extLst>
                <a:ext uri="{FF2B5EF4-FFF2-40B4-BE49-F238E27FC236}">
                  <a16:creationId xmlns:a16="http://schemas.microsoft.com/office/drawing/2014/main" id="{0801D1F6-8AC1-4BFE-BC12-07D4B0EE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300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37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99" name="Freeform 2345">
              <a:extLst>
                <a:ext uri="{FF2B5EF4-FFF2-40B4-BE49-F238E27FC236}">
                  <a16:creationId xmlns:a16="http://schemas.microsoft.com/office/drawing/2014/main" id="{4F4D1CBA-A8A3-41BA-AB36-0CAE16AE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300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37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0" name="Freeform 2346">
              <a:extLst>
                <a:ext uri="{FF2B5EF4-FFF2-40B4-BE49-F238E27FC236}">
                  <a16:creationId xmlns:a16="http://schemas.microsoft.com/office/drawing/2014/main" id="{18D63963-74D1-4F3E-A6DB-1F32D2207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313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0 w 5"/>
                <a:gd name="T3" fmla="*/ 35 h 3"/>
                <a:gd name="T4" fmla="*/ 55 w 5"/>
                <a:gd name="T5" fmla="*/ 56 h 3"/>
                <a:gd name="T6" fmla="*/ 88 w 5"/>
                <a:gd name="T7" fmla="*/ 21 h 3"/>
                <a:gd name="T8" fmla="*/ 34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2" y="3"/>
                    <a:pt x="3" y="3"/>
                  </a:cubicBezTo>
                  <a:cubicBezTo>
                    <a:pt x="4" y="3"/>
                    <a:pt x="5" y="2"/>
                    <a:pt x="5" y="1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1" name="Freeform 2347">
              <a:extLst>
                <a:ext uri="{FF2B5EF4-FFF2-40B4-BE49-F238E27FC236}">
                  <a16:creationId xmlns:a16="http://schemas.microsoft.com/office/drawing/2014/main" id="{E916D6BC-5FF9-4F59-8EAC-5427C732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316"/>
              <a:ext cx="10" cy="5"/>
            </a:xfrm>
            <a:custGeom>
              <a:avLst/>
              <a:gdLst>
                <a:gd name="T0" fmla="*/ 63 w 4"/>
                <a:gd name="T1" fmla="*/ 0 h 2"/>
                <a:gd name="T2" fmla="*/ 0 w 4"/>
                <a:gd name="T3" fmla="*/ 0 h 2"/>
                <a:gd name="T4" fmla="*/ 5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2"/>
                    <a:pt x="0" y="0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02" name="Freeform 2348">
              <a:extLst>
                <a:ext uri="{FF2B5EF4-FFF2-40B4-BE49-F238E27FC236}">
                  <a16:creationId xmlns:a16="http://schemas.microsoft.com/office/drawing/2014/main" id="{56DEB6A2-7CE8-4384-837C-A39BA49FB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316"/>
              <a:ext cx="10" cy="5"/>
            </a:xfrm>
            <a:custGeom>
              <a:avLst/>
              <a:gdLst>
                <a:gd name="T0" fmla="*/ 63 w 4"/>
                <a:gd name="T1" fmla="*/ 0 h 2"/>
                <a:gd name="T2" fmla="*/ 0 w 4"/>
                <a:gd name="T3" fmla="*/ 0 h 2"/>
                <a:gd name="T4" fmla="*/ 5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2"/>
                    <a:pt x="0" y="0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3" name="Freeform 2349">
              <a:extLst>
                <a:ext uri="{FF2B5EF4-FFF2-40B4-BE49-F238E27FC236}">
                  <a16:creationId xmlns:a16="http://schemas.microsoft.com/office/drawing/2014/main" id="{C68F5F45-9398-4CA2-8A86-38C0BD45E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300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35 h 3"/>
                <a:gd name="T4" fmla="*/ 33 w 4"/>
                <a:gd name="T5" fmla="*/ 56 h 3"/>
                <a:gd name="T6" fmla="*/ 63 w 4"/>
                <a:gd name="T7" fmla="*/ 21 h 3"/>
                <a:gd name="T8" fmla="*/ 33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4" name="Freeform 2350">
              <a:extLst>
                <a:ext uri="{FF2B5EF4-FFF2-40B4-BE49-F238E27FC236}">
                  <a16:creationId xmlns:a16="http://schemas.microsoft.com/office/drawing/2014/main" id="{4A07456C-2985-4A2C-B79F-5CD678CD4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303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0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2"/>
                    <a:pt x="0" y="2"/>
                    <a:pt x="0" y="0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05" name="Freeform 2351">
              <a:extLst>
                <a:ext uri="{FF2B5EF4-FFF2-40B4-BE49-F238E27FC236}">
                  <a16:creationId xmlns:a16="http://schemas.microsoft.com/office/drawing/2014/main" id="{1B9AE16C-8FB1-4B5E-AD74-A877DEC5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303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0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2"/>
                    <a:pt x="0" y="2"/>
                    <a:pt x="0" y="0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6" name="Freeform 2352">
              <a:extLst>
                <a:ext uri="{FF2B5EF4-FFF2-40B4-BE49-F238E27FC236}">
                  <a16:creationId xmlns:a16="http://schemas.microsoft.com/office/drawing/2014/main" id="{6B1C6052-DA92-4E6D-BAC3-187EDF405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303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0 w 4"/>
                <a:gd name="T3" fmla="*/ 33 h 4"/>
                <a:gd name="T4" fmla="*/ 33 w 4"/>
                <a:gd name="T5" fmla="*/ 63 h 4"/>
                <a:gd name="T6" fmla="*/ 63 w 4"/>
                <a:gd name="T7" fmla="*/ 33 h 4"/>
                <a:gd name="T8" fmla="*/ 33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7" name="Freeform 2353">
              <a:extLst>
                <a:ext uri="{FF2B5EF4-FFF2-40B4-BE49-F238E27FC236}">
                  <a16:creationId xmlns:a16="http://schemas.microsoft.com/office/drawing/2014/main" id="{8A097537-CDA6-45A6-9295-60B03EB11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308"/>
              <a:ext cx="10" cy="3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0 h 1"/>
                <a:gd name="T4" fmla="*/ 5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0"/>
                  </a:cubicBezTo>
                  <a:cubicBezTo>
                    <a:pt x="1" y="1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08" name="Freeform 2354">
              <a:extLst>
                <a:ext uri="{FF2B5EF4-FFF2-40B4-BE49-F238E27FC236}">
                  <a16:creationId xmlns:a16="http://schemas.microsoft.com/office/drawing/2014/main" id="{973E86CA-E039-4298-9D9C-1C2ED9847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308"/>
              <a:ext cx="10" cy="3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0 h 1"/>
                <a:gd name="T4" fmla="*/ 5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0"/>
                  </a:cubicBezTo>
                  <a:cubicBezTo>
                    <a:pt x="1" y="1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9" name="Freeform 2355">
              <a:extLst>
                <a:ext uri="{FF2B5EF4-FFF2-40B4-BE49-F238E27FC236}">
                  <a16:creationId xmlns:a16="http://schemas.microsoft.com/office/drawing/2014/main" id="{4488B9BD-36F2-4F15-8578-B1E11A98C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33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63 h 4"/>
                <a:gd name="T4" fmla="*/ 50 w 4"/>
                <a:gd name="T5" fmla="*/ 63 h 4"/>
                <a:gd name="T6" fmla="*/ 63 w 4"/>
                <a:gd name="T7" fmla="*/ 2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2" y="4"/>
                    <a:pt x="3" y="4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0" name="Freeform 2356">
              <a:extLst>
                <a:ext uri="{FF2B5EF4-FFF2-40B4-BE49-F238E27FC236}">
                  <a16:creationId xmlns:a16="http://schemas.microsoft.com/office/drawing/2014/main" id="{5D39003B-F080-4582-AA3C-B80F70F5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337"/>
              <a:ext cx="10" cy="8"/>
            </a:xfrm>
            <a:custGeom>
              <a:avLst/>
              <a:gdLst>
                <a:gd name="T0" fmla="*/ 63 w 4"/>
                <a:gd name="T1" fmla="*/ 21 h 3"/>
                <a:gd name="T2" fmla="*/ 0 w 4"/>
                <a:gd name="T3" fmla="*/ 35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2"/>
                    <a:pt x="2" y="3"/>
                    <a:pt x="0" y="2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11" name="Freeform 2357">
              <a:extLst>
                <a:ext uri="{FF2B5EF4-FFF2-40B4-BE49-F238E27FC236}">
                  <a16:creationId xmlns:a16="http://schemas.microsoft.com/office/drawing/2014/main" id="{57B3508B-7904-4E30-959F-06551595F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337"/>
              <a:ext cx="10" cy="8"/>
            </a:xfrm>
            <a:custGeom>
              <a:avLst/>
              <a:gdLst>
                <a:gd name="T0" fmla="*/ 63 w 4"/>
                <a:gd name="T1" fmla="*/ 21 h 3"/>
                <a:gd name="T2" fmla="*/ 0 w 4"/>
                <a:gd name="T3" fmla="*/ 35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2"/>
                    <a:pt x="2" y="3"/>
                    <a:pt x="0" y="2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2" name="Freeform 2358">
              <a:extLst>
                <a:ext uri="{FF2B5EF4-FFF2-40B4-BE49-F238E27FC236}">
                  <a16:creationId xmlns:a16="http://schemas.microsoft.com/office/drawing/2014/main" id="{0375B6F5-5012-46BE-A189-5CFB7E73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51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20 w 4"/>
                <a:gd name="T3" fmla="*/ 50 h 4"/>
                <a:gd name="T4" fmla="*/ 50 w 4"/>
                <a:gd name="T5" fmla="*/ 50 h 4"/>
                <a:gd name="T6" fmla="*/ 63 w 4"/>
                <a:gd name="T7" fmla="*/ 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3" name="Freeform 2359">
              <a:extLst>
                <a:ext uri="{FF2B5EF4-FFF2-40B4-BE49-F238E27FC236}">
                  <a16:creationId xmlns:a16="http://schemas.microsoft.com/office/drawing/2014/main" id="{202F2877-176A-4E0A-BB4E-8C28C98D6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351"/>
              <a:ext cx="8" cy="8"/>
            </a:xfrm>
            <a:custGeom>
              <a:avLst/>
              <a:gdLst>
                <a:gd name="T0" fmla="*/ 56 w 3"/>
                <a:gd name="T1" fmla="*/ 21 h 3"/>
                <a:gd name="T2" fmla="*/ 0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1" y="3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14" name="Freeform 2360">
              <a:extLst>
                <a:ext uri="{FF2B5EF4-FFF2-40B4-BE49-F238E27FC236}">
                  <a16:creationId xmlns:a16="http://schemas.microsoft.com/office/drawing/2014/main" id="{86FBBD5C-539F-49ED-957B-19FCC7A2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351"/>
              <a:ext cx="8" cy="8"/>
            </a:xfrm>
            <a:custGeom>
              <a:avLst/>
              <a:gdLst>
                <a:gd name="T0" fmla="*/ 56 w 3"/>
                <a:gd name="T1" fmla="*/ 21 h 3"/>
                <a:gd name="T2" fmla="*/ 0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1" y="3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5" name="Freeform 2361">
              <a:extLst>
                <a:ext uri="{FF2B5EF4-FFF2-40B4-BE49-F238E27FC236}">
                  <a16:creationId xmlns:a16="http://schemas.microsoft.com/office/drawing/2014/main" id="{03926B2F-2CDC-4E42-AAEF-1F734C02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321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0 w 5"/>
                <a:gd name="T3" fmla="*/ 35 h 3"/>
                <a:gd name="T4" fmla="*/ 34 w 5"/>
                <a:gd name="T5" fmla="*/ 56 h 3"/>
                <a:gd name="T6" fmla="*/ 68 w 5"/>
                <a:gd name="T7" fmla="*/ 21 h 3"/>
                <a:gd name="T8" fmla="*/ 34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4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6" name="Freeform 2362">
              <a:extLst>
                <a:ext uri="{FF2B5EF4-FFF2-40B4-BE49-F238E27FC236}">
                  <a16:creationId xmlns:a16="http://schemas.microsoft.com/office/drawing/2014/main" id="{30A64226-B5D7-4FC8-A4B5-B5C1C6598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324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20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2"/>
                    <a:pt x="1" y="2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17" name="Freeform 2363">
              <a:extLst>
                <a:ext uri="{FF2B5EF4-FFF2-40B4-BE49-F238E27FC236}">
                  <a16:creationId xmlns:a16="http://schemas.microsoft.com/office/drawing/2014/main" id="{DAA12D7A-651A-44B0-84C1-0910CAE7F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324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20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2"/>
                    <a:pt x="1" y="2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8" name="Freeform 2364">
              <a:extLst>
                <a:ext uri="{FF2B5EF4-FFF2-40B4-BE49-F238E27FC236}">
                  <a16:creationId xmlns:a16="http://schemas.microsoft.com/office/drawing/2014/main" id="{E8A57084-6CB1-43C2-8545-BE554B6F8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327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28 w 3"/>
                <a:gd name="T5" fmla="*/ 33 h 2"/>
                <a:gd name="T6" fmla="*/ 37 w 3"/>
                <a:gd name="T7" fmla="*/ 20 h 2"/>
                <a:gd name="T8" fmla="*/ 1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9" name="Freeform 2365">
              <a:extLst>
                <a:ext uri="{FF2B5EF4-FFF2-40B4-BE49-F238E27FC236}">
                  <a16:creationId xmlns:a16="http://schemas.microsoft.com/office/drawing/2014/main" id="{EAA895F5-5B19-4A60-A752-199F5C7FE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33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20 w 2"/>
                <a:gd name="T5" fmla="*/ 33 h 2"/>
                <a:gd name="T6" fmla="*/ 33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" name="Freeform 2366">
              <a:extLst>
                <a:ext uri="{FF2B5EF4-FFF2-40B4-BE49-F238E27FC236}">
                  <a16:creationId xmlns:a16="http://schemas.microsoft.com/office/drawing/2014/main" id="{FB8518B5-DC3C-49C6-88F1-856D323F9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32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12 w 3"/>
                <a:gd name="T5" fmla="*/ 56 h 3"/>
                <a:gd name="T6" fmla="*/ 37 w 3"/>
                <a:gd name="T7" fmla="*/ 21 h 3"/>
                <a:gd name="T8" fmla="*/ 12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" name="Freeform 2367">
              <a:extLst>
                <a:ext uri="{FF2B5EF4-FFF2-40B4-BE49-F238E27FC236}">
                  <a16:creationId xmlns:a16="http://schemas.microsoft.com/office/drawing/2014/main" id="{B19F0F98-EB29-4E25-8A45-44F1C8E75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30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33 w 2"/>
                <a:gd name="T3" fmla="*/ 20 h 2"/>
                <a:gd name="T4" fmla="*/ 20 w 2"/>
                <a:gd name="T5" fmla="*/ 0 h 2"/>
                <a:gd name="T6" fmla="*/ 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2" name="Freeform 2368">
              <a:extLst>
                <a:ext uri="{FF2B5EF4-FFF2-40B4-BE49-F238E27FC236}">
                  <a16:creationId xmlns:a16="http://schemas.microsoft.com/office/drawing/2014/main" id="{401B514E-3387-4C1A-81E0-0FC3562C1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2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33 w 2"/>
                <a:gd name="T3" fmla="*/ 33 h 2"/>
                <a:gd name="T4" fmla="*/ 33 w 2"/>
                <a:gd name="T5" fmla="*/ 20 h 2"/>
                <a:gd name="T6" fmla="*/ 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3" name="Freeform 2369">
              <a:extLst>
                <a:ext uri="{FF2B5EF4-FFF2-40B4-BE49-F238E27FC236}">
                  <a16:creationId xmlns:a16="http://schemas.microsoft.com/office/drawing/2014/main" id="{D4E558DF-953A-476D-9ED2-F3987DB22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287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20 h 2"/>
                <a:gd name="T4" fmla="*/ 12 w 3"/>
                <a:gd name="T5" fmla="*/ 33 h 2"/>
                <a:gd name="T6" fmla="*/ 37 w 3"/>
                <a:gd name="T7" fmla="*/ 20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4" name="Freeform 2370">
              <a:extLst>
                <a:ext uri="{FF2B5EF4-FFF2-40B4-BE49-F238E27FC236}">
                  <a16:creationId xmlns:a16="http://schemas.microsoft.com/office/drawing/2014/main" id="{A6462850-C602-4C4B-B739-CABDF92E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225"/>
              <a:ext cx="12" cy="11"/>
            </a:xfrm>
            <a:custGeom>
              <a:avLst/>
              <a:gdLst>
                <a:gd name="T0" fmla="*/ 12 w 5"/>
                <a:gd name="T1" fmla="*/ 0 h 4"/>
                <a:gd name="T2" fmla="*/ 58 w 5"/>
                <a:gd name="T3" fmla="*/ 0 h 4"/>
                <a:gd name="T4" fmla="*/ 41 w 5"/>
                <a:gd name="T5" fmla="*/ 61 h 4"/>
                <a:gd name="T6" fmla="*/ 12 w 5"/>
                <a:gd name="T7" fmla="*/ 61 h 4"/>
                <a:gd name="T8" fmla="*/ 12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4" y="0"/>
                    <a:pt x="4" y="0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5" name="Freeform 2371">
              <a:extLst>
                <a:ext uri="{FF2B5EF4-FFF2-40B4-BE49-F238E27FC236}">
                  <a16:creationId xmlns:a16="http://schemas.microsoft.com/office/drawing/2014/main" id="{DFB5DEB6-E78A-4BCF-A4A1-B9503044B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28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3" y="1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26" name="Freeform 2372">
              <a:extLst>
                <a:ext uri="{FF2B5EF4-FFF2-40B4-BE49-F238E27FC236}">
                  <a16:creationId xmlns:a16="http://schemas.microsoft.com/office/drawing/2014/main" id="{BB8C2BAD-A60D-4C4F-BE0D-E2A0614F5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28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3" y="1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7" name="Freeform 2373">
              <a:extLst>
                <a:ext uri="{FF2B5EF4-FFF2-40B4-BE49-F238E27FC236}">
                  <a16:creationId xmlns:a16="http://schemas.microsoft.com/office/drawing/2014/main" id="{0A354EBA-941D-4637-BA5E-632FD1707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215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68 w 5"/>
                <a:gd name="T3" fmla="*/ 20 h 4"/>
                <a:gd name="T4" fmla="*/ 55 w 5"/>
                <a:gd name="T5" fmla="*/ 50 h 4"/>
                <a:gd name="T6" fmla="*/ 0 w 5"/>
                <a:gd name="T7" fmla="*/ 50 h 4"/>
                <a:gd name="T8" fmla="*/ 34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2" y="4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8" name="Freeform 2374">
              <a:extLst>
                <a:ext uri="{FF2B5EF4-FFF2-40B4-BE49-F238E27FC236}">
                  <a16:creationId xmlns:a16="http://schemas.microsoft.com/office/drawing/2014/main" id="{795EC26A-1697-48D2-BF84-9A81879C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217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0 h 3"/>
                <a:gd name="T4" fmla="*/ 2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29" name="Freeform 2375">
              <a:extLst>
                <a:ext uri="{FF2B5EF4-FFF2-40B4-BE49-F238E27FC236}">
                  <a16:creationId xmlns:a16="http://schemas.microsoft.com/office/drawing/2014/main" id="{281A31EA-72CC-48A3-83FD-87419FFED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217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0 h 3"/>
                <a:gd name="T4" fmla="*/ 2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0" name="Freeform 2376">
              <a:extLst>
                <a:ext uri="{FF2B5EF4-FFF2-40B4-BE49-F238E27FC236}">
                  <a16:creationId xmlns:a16="http://schemas.microsoft.com/office/drawing/2014/main" id="{0BAEE3CC-5CA7-43B9-BDBD-9DB7F2ACF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209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88 w 5"/>
                <a:gd name="T3" fmla="*/ 21 h 3"/>
                <a:gd name="T4" fmla="*/ 55 w 5"/>
                <a:gd name="T5" fmla="*/ 56 h 3"/>
                <a:gd name="T6" fmla="*/ 0 w 5"/>
                <a:gd name="T7" fmla="*/ 35 h 3"/>
                <a:gd name="T8" fmla="*/ 34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2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1" name="Freeform 2377">
              <a:extLst>
                <a:ext uri="{FF2B5EF4-FFF2-40B4-BE49-F238E27FC236}">
                  <a16:creationId xmlns:a16="http://schemas.microsoft.com/office/drawing/2014/main" id="{F96E6BE6-891A-481E-A53B-D8A1DF6E9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212"/>
              <a:ext cx="7" cy="5"/>
            </a:xfrm>
            <a:custGeom>
              <a:avLst/>
              <a:gdLst>
                <a:gd name="T0" fmla="*/ 0 w 3"/>
                <a:gd name="T1" fmla="*/ 20 h 2"/>
                <a:gd name="T2" fmla="*/ 37 w 3"/>
                <a:gd name="T3" fmla="*/ 0 h 2"/>
                <a:gd name="T4" fmla="*/ 0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2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32" name="Freeform 2378">
              <a:extLst>
                <a:ext uri="{FF2B5EF4-FFF2-40B4-BE49-F238E27FC236}">
                  <a16:creationId xmlns:a16="http://schemas.microsoft.com/office/drawing/2014/main" id="{1FDC7DD3-84FC-4B11-B722-8A017FB81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212"/>
              <a:ext cx="7" cy="5"/>
            </a:xfrm>
            <a:custGeom>
              <a:avLst/>
              <a:gdLst>
                <a:gd name="T0" fmla="*/ 0 w 3"/>
                <a:gd name="T1" fmla="*/ 20 h 2"/>
                <a:gd name="T2" fmla="*/ 37 w 3"/>
                <a:gd name="T3" fmla="*/ 0 h 2"/>
                <a:gd name="T4" fmla="*/ 0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2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3" name="Freeform 2379">
              <a:extLst>
                <a:ext uri="{FF2B5EF4-FFF2-40B4-BE49-F238E27FC236}">
                  <a16:creationId xmlns:a16="http://schemas.microsoft.com/office/drawing/2014/main" id="{8438AC33-2AF9-4CB3-B444-C2BE25E87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209"/>
              <a:ext cx="12" cy="11"/>
            </a:xfrm>
            <a:custGeom>
              <a:avLst/>
              <a:gdLst>
                <a:gd name="T0" fmla="*/ 29 w 5"/>
                <a:gd name="T1" fmla="*/ 22 h 4"/>
                <a:gd name="T2" fmla="*/ 58 w 5"/>
                <a:gd name="T3" fmla="*/ 22 h 4"/>
                <a:gd name="T4" fmla="*/ 41 w 5"/>
                <a:gd name="T5" fmla="*/ 61 h 4"/>
                <a:gd name="T6" fmla="*/ 12 w 5"/>
                <a:gd name="T7" fmla="*/ 61 h 4"/>
                <a:gd name="T8" fmla="*/ 29 w 5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4" name="Freeform 2380">
              <a:extLst>
                <a:ext uri="{FF2B5EF4-FFF2-40B4-BE49-F238E27FC236}">
                  <a16:creationId xmlns:a16="http://schemas.microsoft.com/office/drawing/2014/main" id="{FDD54942-394F-491E-97B4-F878B295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212"/>
              <a:ext cx="8" cy="8"/>
            </a:xfrm>
            <a:custGeom>
              <a:avLst/>
              <a:gdLst>
                <a:gd name="T0" fmla="*/ 0 w 3"/>
                <a:gd name="T1" fmla="*/ 35 h 3"/>
                <a:gd name="T2" fmla="*/ 56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2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35" name="Freeform 2381">
              <a:extLst>
                <a:ext uri="{FF2B5EF4-FFF2-40B4-BE49-F238E27FC236}">
                  <a16:creationId xmlns:a16="http://schemas.microsoft.com/office/drawing/2014/main" id="{BD309509-3DD5-4B61-8D13-C9495C5A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212"/>
              <a:ext cx="8" cy="8"/>
            </a:xfrm>
            <a:custGeom>
              <a:avLst/>
              <a:gdLst>
                <a:gd name="T0" fmla="*/ 0 w 3"/>
                <a:gd name="T1" fmla="*/ 35 h 3"/>
                <a:gd name="T2" fmla="*/ 56 w 3"/>
                <a:gd name="T3" fmla="*/ 0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3" y="2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6" name="Freeform 2382">
              <a:extLst>
                <a:ext uri="{FF2B5EF4-FFF2-40B4-BE49-F238E27FC236}">
                  <a16:creationId xmlns:a16="http://schemas.microsoft.com/office/drawing/2014/main" id="{D05710E4-8ADC-4617-913C-C865B10E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204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63 w 4"/>
                <a:gd name="T3" fmla="*/ 22 h 4"/>
                <a:gd name="T4" fmla="*/ 50 w 4"/>
                <a:gd name="T5" fmla="*/ 61 h 4"/>
                <a:gd name="T6" fmla="*/ 0 w 4"/>
                <a:gd name="T7" fmla="*/ 83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4"/>
                    <a:pt x="1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7" name="Freeform 2383">
              <a:extLst>
                <a:ext uri="{FF2B5EF4-FFF2-40B4-BE49-F238E27FC236}">
                  <a16:creationId xmlns:a16="http://schemas.microsoft.com/office/drawing/2014/main" id="{AF6CE81E-2A91-4AE6-A68D-520316CA4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207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w 2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2" y="1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38" name="Freeform 2384">
              <a:extLst>
                <a:ext uri="{FF2B5EF4-FFF2-40B4-BE49-F238E27FC236}">
                  <a16:creationId xmlns:a16="http://schemas.microsoft.com/office/drawing/2014/main" id="{0F3E590B-4188-4603-8164-AB6309AD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207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w 2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2" y="1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6" name="ripe-yellow-banana-illustration">
            <a:extLst>
              <a:ext uri="{FF2B5EF4-FFF2-40B4-BE49-F238E27FC236}">
                <a16:creationId xmlns:a16="http://schemas.microsoft.com/office/drawing/2014/main" id="{625F603F-F30E-4A2A-9B29-E7ADC2328036}"/>
              </a:ext>
            </a:extLst>
          </p:cNvPr>
          <p:cNvGrpSpPr>
            <a:grpSpLocks/>
          </p:cNvGrpSpPr>
          <p:nvPr/>
        </p:nvGrpSpPr>
        <p:grpSpPr bwMode="auto">
          <a:xfrm>
            <a:off x="2046288" y="1630363"/>
            <a:ext cx="3322637" cy="4067175"/>
            <a:chOff x="1338" y="857"/>
            <a:chExt cx="1050" cy="1120"/>
          </a:xfrm>
        </p:grpSpPr>
        <p:sp>
          <p:nvSpPr>
            <p:cNvPr id="13457" name="Freeform 2386">
              <a:extLst>
                <a:ext uri="{FF2B5EF4-FFF2-40B4-BE49-F238E27FC236}">
                  <a16:creationId xmlns:a16="http://schemas.microsoft.com/office/drawing/2014/main" id="{78E1254F-E0EE-46C8-897C-D9649D465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857"/>
              <a:ext cx="1050" cy="1120"/>
            </a:xfrm>
            <a:custGeom>
              <a:avLst/>
              <a:gdLst>
                <a:gd name="T0" fmla="*/ 5408 w 420"/>
                <a:gd name="T1" fmla="*/ 341 h 420"/>
                <a:gd name="T2" fmla="*/ 4458 w 420"/>
                <a:gd name="T3" fmla="*/ 307 h 420"/>
                <a:gd name="T4" fmla="*/ 3533 w 420"/>
                <a:gd name="T5" fmla="*/ 21 h 420"/>
                <a:gd name="T6" fmla="*/ 1875 w 420"/>
                <a:gd name="T7" fmla="*/ 853 h 420"/>
                <a:gd name="T8" fmla="*/ 283 w 420"/>
                <a:gd name="T9" fmla="*/ 4472 h 420"/>
                <a:gd name="T10" fmla="*/ 1283 w 420"/>
                <a:gd name="T11" fmla="*/ 7851 h 420"/>
                <a:gd name="T12" fmla="*/ 1595 w 420"/>
                <a:gd name="T13" fmla="*/ 7928 h 420"/>
                <a:gd name="T14" fmla="*/ 1863 w 420"/>
                <a:gd name="T15" fmla="*/ 7816 h 420"/>
                <a:gd name="T16" fmla="*/ 2220 w 420"/>
                <a:gd name="T17" fmla="*/ 6749 h 420"/>
                <a:gd name="T18" fmla="*/ 2458 w 420"/>
                <a:gd name="T19" fmla="*/ 4437 h 420"/>
                <a:gd name="T20" fmla="*/ 3375 w 420"/>
                <a:gd name="T21" fmla="*/ 2616 h 420"/>
                <a:gd name="T22" fmla="*/ 4520 w 420"/>
                <a:gd name="T23" fmla="*/ 1387 h 420"/>
                <a:gd name="T24" fmla="*/ 4863 w 420"/>
                <a:gd name="T25" fmla="*/ 1173 h 420"/>
                <a:gd name="T26" fmla="*/ 5688 w 420"/>
                <a:gd name="T27" fmla="*/ 1080 h 420"/>
                <a:gd name="T28" fmla="*/ 6063 w 420"/>
                <a:gd name="T29" fmla="*/ 1251 h 420"/>
                <a:gd name="T30" fmla="*/ 6363 w 420"/>
                <a:gd name="T31" fmla="*/ 968 h 420"/>
                <a:gd name="T32" fmla="*/ 6533 w 420"/>
                <a:gd name="T33" fmla="*/ 248 h 420"/>
                <a:gd name="T34" fmla="*/ 6300 w 420"/>
                <a:gd name="T35" fmla="*/ 115 h 420"/>
                <a:gd name="T36" fmla="*/ 6063 w 420"/>
                <a:gd name="T37" fmla="*/ 56 h 420"/>
                <a:gd name="T38" fmla="*/ 5408 w 420"/>
                <a:gd name="T39" fmla="*/ 341 h 42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20" h="420">
                  <a:moveTo>
                    <a:pt x="346" y="18"/>
                  </a:moveTo>
                  <a:cubicBezTo>
                    <a:pt x="319" y="18"/>
                    <a:pt x="301" y="20"/>
                    <a:pt x="285" y="16"/>
                  </a:cubicBezTo>
                  <a:cubicBezTo>
                    <a:pt x="270" y="12"/>
                    <a:pt x="248" y="2"/>
                    <a:pt x="226" y="1"/>
                  </a:cubicBezTo>
                  <a:cubicBezTo>
                    <a:pt x="191" y="0"/>
                    <a:pt x="157" y="13"/>
                    <a:pt x="120" y="45"/>
                  </a:cubicBezTo>
                  <a:cubicBezTo>
                    <a:pt x="87" y="72"/>
                    <a:pt x="37" y="147"/>
                    <a:pt x="18" y="236"/>
                  </a:cubicBezTo>
                  <a:cubicBezTo>
                    <a:pt x="0" y="318"/>
                    <a:pt x="48" y="396"/>
                    <a:pt x="82" y="414"/>
                  </a:cubicBezTo>
                  <a:cubicBezTo>
                    <a:pt x="84" y="415"/>
                    <a:pt x="90" y="420"/>
                    <a:pt x="102" y="418"/>
                  </a:cubicBezTo>
                  <a:cubicBezTo>
                    <a:pt x="109" y="418"/>
                    <a:pt x="116" y="415"/>
                    <a:pt x="119" y="412"/>
                  </a:cubicBezTo>
                  <a:cubicBezTo>
                    <a:pt x="124" y="406"/>
                    <a:pt x="137" y="388"/>
                    <a:pt x="142" y="356"/>
                  </a:cubicBezTo>
                  <a:cubicBezTo>
                    <a:pt x="148" y="325"/>
                    <a:pt x="144" y="267"/>
                    <a:pt x="157" y="234"/>
                  </a:cubicBezTo>
                  <a:cubicBezTo>
                    <a:pt x="170" y="198"/>
                    <a:pt x="189" y="165"/>
                    <a:pt x="216" y="138"/>
                  </a:cubicBezTo>
                  <a:cubicBezTo>
                    <a:pt x="244" y="110"/>
                    <a:pt x="280" y="94"/>
                    <a:pt x="289" y="73"/>
                  </a:cubicBezTo>
                  <a:cubicBezTo>
                    <a:pt x="294" y="61"/>
                    <a:pt x="299" y="63"/>
                    <a:pt x="311" y="62"/>
                  </a:cubicBezTo>
                  <a:cubicBezTo>
                    <a:pt x="323" y="60"/>
                    <a:pt x="354" y="53"/>
                    <a:pt x="364" y="57"/>
                  </a:cubicBezTo>
                  <a:cubicBezTo>
                    <a:pt x="374" y="61"/>
                    <a:pt x="381" y="65"/>
                    <a:pt x="388" y="66"/>
                  </a:cubicBezTo>
                  <a:cubicBezTo>
                    <a:pt x="396" y="67"/>
                    <a:pt x="400" y="57"/>
                    <a:pt x="407" y="51"/>
                  </a:cubicBezTo>
                  <a:cubicBezTo>
                    <a:pt x="413" y="45"/>
                    <a:pt x="420" y="20"/>
                    <a:pt x="418" y="13"/>
                  </a:cubicBezTo>
                  <a:cubicBezTo>
                    <a:pt x="417" y="6"/>
                    <a:pt x="403" y="6"/>
                    <a:pt x="403" y="6"/>
                  </a:cubicBezTo>
                  <a:cubicBezTo>
                    <a:pt x="403" y="6"/>
                    <a:pt x="395" y="5"/>
                    <a:pt x="388" y="3"/>
                  </a:cubicBezTo>
                  <a:cubicBezTo>
                    <a:pt x="381" y="0"/>
                    <a:pt x="361" y="10"/>
                    <a:pt x="346" y="18"/>
                  </a:cubicBezTo>
                  <a:close/>
                </a:path>
              </a:pathLst>
            </a:custGeom>
            <a:solidFill>
              <a:srgbClr val="FF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8" name="Freeform 2387">
              <a:extLst>
                <a:ext uri="{FF2B5EF4-FFF2-40B4-BE49-F238E27FC236}">
                  <a16:creationId xmlns:a16="http://schemas.microsoft.com/office/drawing/2014/main" id="{F675F7E7-A60A-4538-8BF8-780329B78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004"/>
              <a:ext cx="490" cy="968"/>
            </a:xfrm>
            <a:custGeom>
              <a:avLst/>
              <a:gdLst>
                <a:gd name="T0" fmla="*/ 2863 w 196"/>
                <a:gd name="T1" fmla="*/ 0 h 363"/>
                <a:gd name="T2" fmla="*/ 720 w 196"/>
                <a:gd name="T3" fmla="*/ 2995 h 363"/>
                <a:gd name="T4" fmla="*/ 458 w 196"/>
                <a:gd name="T5" fmla="*/ 5141 h 363"/>
                <a:gd name="T6" fmla="*/ 125 w 196"/>
                <a:gd name="T7" fmla="*/ 6579 h 363"/>
                <a:gd name="T8" fmla="*/ 33 w 196"/>
                <a:gd name="T9" fmla="*/ 6883 h 363"/>
                <a:gd name="T10" fmla="*/ 50 w 196"/>
                <a:gd name="T11" fmla="*/ 6883 h 363"/>
                <a:gd name="T12" fmla="*/ 313 w 196"/>
                <a:gd name="T13" fmla="*/ 6771 h 363"/>
                <a:gd name="T14" fmla="*/ 675 w 196"/>
                <a:gd name="T15" fmla="*/ 5709 h 363"/>
                <a:gd name="T16" fmla="*/ 908 w 196"/>
                <a:gd name="T17" fmla="*/ 3392 h 363"/>
                <a:gd name="T18" fmla="*/ 1833 w 196"/>
                <a:gd name="T19" fmla="*/ 1571 h 363"/>
                <a:gd name="T20" fmla="*/ 2970 w 196"/>
                <a:gd name="T21" fmla="*/ 341 h 363"/>
                <a:gd name="T22" fmla="*/ 3063 w 196"/>
                <a:gd name="T23" fmla="*/ 171 h 363"/>
                <a:gd name="T24" fmla="*/ 2863 w 196"/>
                <a:gd name="T25" fmla="*/ 0 h 3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6" h="363">
                  <a:moveTo>
                    <a:pt x="183" y="0"/>
                  </a:moveTo>
                  <a:cubicBezTo>
                    <a:pt x="158" y="19"/>
                    <a:pt x="74" y="78"/>
                    <a:pt x="46" y="158"/>
                  </a:cubicBezTo>
                  <a:cubicBezTo>
                    <a:pt x="19" y="237"/>
                    <a:pt x="30" y="249"/>
                    <a:pt x="29" y="271"/>
                  </a:cubicBezTo>
                  <a:cubicBezTo>
                    <a:pt x="28" y="294"/>
                    <a:pt x="25" y="339"/>
                    <a:pt x="8" y="347"/>
                  </a:cubicBezTo>
                  <a:cubicBezTo>
                    <a:pt x="0" y="351"/>
                    <a:pt x="0" y="358"/>
                    <a:pt x="2" y="363"/>
                  </a:cubicBezTo>
                  <a:cubicBezTo>
                    <a:pt x="3" y="363"/>
                    <a:pt x="3" y="363"/>
                    <a:pt x="3" y="363"/>
                  </a:cubicBezTo>
                  <a:cubicBezTo>
                    <a:pt x="10" y="363"/>
                    <a:pt x="17" y="360"/>
                    <a:pt x="20" y="357"/>
                  </a:cubicBezTo>
                  <a:cubicBezTo>
                    <a:pt x="25" y="351"/>
                    <a:pt x="38" y="333"/>
                    <a:pt x="43" y="301"/>
                  </a:cubicBezTo>
                  <a:cubicBezTo>
                    <a:pt x="49" y="270"/>
                    <a:pt x="45" y="212"/>
                    <a:pt x="58" y="179"/>
                  </a:cubicBezTo>
                  <a:cubicBezTo>
                    <a:pt x="71" y="143"/>
                    <a:pt x="90" y="110"/>
                    <a:pt x="117" y="83"/>
                  </a:cubicBezTo>
                  <a:cubicBezTo>
                    <a:pt x="145" y="55"/>
                    <a:pt x="181" y="39"/>
                    <a:pt x="190" y="18"/>
                  </a:cubicBezTo>
                  <a:cubicBezTo>
                    <a:pt x="192" y="13"/>
                    <a:pt x="194" y="11"/>
                    <a:pt x="196" y="9"/>
                  </a:cubicBezTo>
                  <a:cubicBezTo>
                    <a:pt x="191" y="8"/>
                    <a:pt x="185" y="7"/>
                    <a:pt x="183" y="0"/>
                  </a:cubicBezTo>
                  <a:close/>
                </a:path>
              </a:pathLst>
            </a:custGeom>
            <a:solidFill>
              <a:srgbClr val="FFD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Freeform 2388">
              <a:extLst>
                <a:ext uri="{FF2B5EF4-FFF2-40B4-BE49-F238E27FC236}">
                  <a16:creationId xmlns:a16="http://schemas.microsoft.com/office/drawing/2014/main" id="{31BEB701-B748-41EA-9C2F-116B659B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892"/>
              <a:ext cx="100" cy="82"/>
            </a:xfrm>
            <a:custGeom>
              <a:avLst/>
              <a:gdLst>
                <a:gd name="T0" fmla="*/ 313 w 40"/>
                <a:gd name="T1" fmla="*/ 21 h 31"/>
                <a:gd name="T2" fmla="*/ 0 w 40"/>
                <a:gd name="T3" fmla="*/ 238 h 31"/>
                <a:gd name="T4" fmla="*/ 50 w 40"/>
                <a:gd name="T5" fmla="*/ 484 h 31"/>
                <a:gd name="T6" fmla="*/ 50 w 40"/>
                <a:gd name="T7" fmla="*/ 484 h 31"/>
                <a:gd name="T8" fmla="*/ 363 w 40"/>
                <a:gd name="T9" fmla="*/ 553 h 31"/>
                <a:gd name="T10" fmla="*/ 613 w 40"/>
                <a:gd name="T11" fmla="*/ 442 h 31"/>
                <a:gd name="T12" fmla="*/ 625 w 40"/>
                <a:gd name="T13" fmla="*/ 426 h 31"/>
                <a:gd name="T14" fmla="*/ 313 w 40"/>
                <a:gd name="T15" fmla="*/ 21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1">
                  <a:moveTo>
                    <a:pt x="20" y="1"/>
                  </a:moveTo>
                  <a:cubicBezTo>
                    <a:pt x="11" y="0"/>
                    <a:pt x="0" y="5"/>
                    <a:pt x="0" y="13"/>
                  </a:cubicBezTo>
                  <a:cubicBezTo>
                    <a:pt x="1" y="18"/>
                    <a:pt x="1" y="22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28"/>
                    <a:pt x="12" y="31"/>
                    <a:pt x="23" y="30"/>
                  </a:cubicBezTo>
                  <a:cubicBezTo>
                    <a:pt x="30" y="30"/>
                    <a:pt x="36" y="27"/>
                    <a:pt x="39" y="24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6"/>
                    <a:pt x="38" y="1"/>
                    <a:pt x="20" y="1"/>
                  </a:cubicBezTo>
                  <a:close/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Freeform 2389">
              <a:extLst>
                <a:ext uri="{FF2B5EF4-FFF2-40B4-BE49-F238E27FC236}">
                  <a16:creationId xmlns:a16="http://schemas.microsoft.com/office/drawing/2014/main" id="{1156A9B5-C2ED-4EF3-B665-8239D4F1A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860"/>
              <a:ext cx="182" cy="176"/>
            </a:xfrm>
            <a:custGeom>
              <a:avLst/>
              <a:gdLst>
                <a:gd name="T0" fmla="*/ 870 w 73"/>
                <a:gd name="T1" fmla="*/ 93 h 66"/>
                <a:gd name="T2" fmla="*/ 633 w 73"/>
                <a:gd name="T3" fmla="*/ 35 h 66"/>
                <a:gd name="T4" fmla="*/ 105 w 73"/>
                <a:gd name="T5" fmla="*/ 248 h 66"/>
                <a:gd name="T6" fmla="*/ 105 w 73"/>
                <a:gd name="T7" fmla="*/ 264 h 66"/>
                <a:gd name="T8" fmla="*/ 167 w 73"/>
                <a:gd name="T9" fmla="*/ 819 h 66"/>
                <a:gd name="T10" fmla="*/ 262 w 73"/>
                <a:gd name="T11" fmla="*/ 1024 h 66"/>
                <a:gd name="T12" fmla="*/ 262 w 73"/>
                <a:gd name="T13" fmla="*/ 1059 h 66"/>
                <a:gd name="T14" fmla="*/ 633 w 73"/>
                <a:gd name="T15" fmla="*/ 1229 h 66"/>
                <a:gd name="T16" fmla="*/ 932 w 73"/>
                <a:gd name="T17" fmla="*/ 947 h 66"/>
                <a:gd name="T18" fmla="*/ 1099 w 73"/>
                <a:gd name="T19" fmla="*/ 227 h 66"/>
                <a:gd name="T20" fmla="*/ 870 w 73"/>
                <a:gd name="T21" fmla="*/ 93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66">
                  <a:moveTo>
                    <a:pt x="56" y="5"/>
                  </a:moveTo>
                  <a:cubicBezTo>
                    <a:pt x="56" y="5"/>
                    <a:pt x="48" y="4"/>
                    <a:pt x="41" y="2"/>
                  </a:cubicBezTo>
                  <a:cubicBezTo>
                    <a:pt x="35" y="0"/>
                    <a:pt x="20" y="6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2" y="28"/>
                    <a:pt x="0" y="33"/>
                    <a:pt x="11" y="43"/>
                  </a:cubicBezTo>
                  <a:cubicBezTo>
                    <a:pt x="16" y="47"/>
                    <a:pt x="18" y="49"/>
                    <a:pt x="17" y="54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27" y="60"/>
                    <a:pt x="34" y="64"/>
                    <a:pt x="41" y="65"/>
                  </a:cubicBezTo>
                  <a:cubicBezTo>
                    <a:pt x="49" y="66"/>
                    <a:pt x="53" y="56"/>
                    <a:pt x="60" y="50"/>
                  </a:cubicBezTo>
                  <a:cubicBezTo>
                    <a:pt x="66" y="44"/>
                    <a:pt x="73" y="19"/>
                    <a:pt x="71" y="12"/>
                  </a:cubicBezTo>
                  <a:cubicBezTo>
                    <a:pt x="70" y="5"/>
                    <a:pt x="56" y="5"/>
                    <a:pt x="56" y="5"/>
                  </a:cubicBezTo>
                  <a:close/>
                </a:path>
              </a:pathLst>
            </a:custGeom>
            <a:solidFill>
              <a:srgbClr val="D48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2390">
              <a:extLst>
                <a:ext uri="{FF2B5EF4-FFF2-40B4-BE49-F238E27FC236}">
                  <a16:creationId xmlns:a16="http://schemas.microsoft.com/office/drawing/2014/main" id="{B03CFF6D-1AE5-4F77-A346-1AC2C4CB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932"/>
              <a:ext cx="205" cy="77"/>
            </a:xfrm>
            <a:custGeom>
              <a:avLst/>
              <a:gdLst>
                <a:gd name="T0" fmla="*/ 83 w 82"/>
                <a:gd name="T1" fmla="*/ 191 h 29"/>
                <a:gd name="T2" fmla="*/ 375 w 82"/>
                <a:gd name="T3" fmla="*/ 542 h 29"/>
                <a:gd name="T4" fmla="*/ 783 w 82"/>
                <a:gd name="T5" fmla="*/ 451 h 29"/>
                <a:gd name="T6" fmla="*/ 1283 w 82"/>
                <a:gd name="T7" fmla="*/ 409 h 29"/>
                <a:gd name="T8" fmla="*/ 1095 w 82"/>
                <a:gd name="T9" fmla="*/ 0 h 29"/>
                <a:gd name="T10" fmla="*/ 845 w 82"/>
                <a:gd name="T11" fmla="*/ 281 h 29"/>
                <a:gd name="T12" fmla="*/ 488 w 82"/>
                <a:gd name="T13" fmla="*/ 281 h 29"/>
                <a:gd name="T14" fmla="*/ 188 w 82"/>
                <a:gd name="T15" fmla="*/ 24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29">
                  <a:moveTo>
                    <a:pt x="5" y="10"/>
                  </a:moveTo>
                  <a:cubicBezTo>
                    <a:pt x="0" y="25"/>
                    <a:pt x="10" y="28"/>
                    <a:pt x="24" y="29"/>
                  </a:cubicBezTo>
                  <a:cubicBezTo>
                    <a:pt x="32" y="29"/>
                    <a:pt x="41" y="25"/>
                    <a:pt x="50" y="24"/>
                  </a:cubicBezTo>
                  <a:cubicBezTo>
                    <a:pt x="60" y="22"/>
                    <a:pt x="73" y="26"/>
                    <a:pt x="82" y="22"/>
                  </a:cubicBezTo>
                  <a:cubicBezTo>
                    <a:pt x="72" y="20"/>
                    <a:pt x="65" y="10"/>
                    <a:pt x="70" y="0"/>
                  </a:cubicBezTo>
                  <a:cubicBezTo>
                    <a:pt x="67" y="8"/>
                    <a:pt x="63" y="14"/>
                    <a:pt x="54" y="15"/>
                  </a:cubicBezTo>
                  <a:cubicBezTo>
                    <a:pt x="46" y="15"/>
                    <a:pt x="38" y="17"/>
                    <a:pt x="31" y="15"/>
                  </a:cubicBezTo>
                  <a:cubicBezTo>
                    <a:pt x="25" y="13"/>
                    <a:pt x="18" y="15"/>
                    <a:pt x="12" y="13"/>
                  </a:cubicBezTo>
                </a:path>
              </a:pathLst>
            </a:custGeom>
            <a:solidFill>
              <a:srgbClr val="FFD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2391">
              <a:extLst>
                <a:ext uri="{FF2B5EF4-FFF2-40B4-BE49-F238E27FC236}">
                  <a16:creationId xmlns:a16="http://schemas.microsoft.com/office/drawing/2014/main" id="{CE90A73C-3D27-4CD9-93D0-BEB3578B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862"/>
              <a:ext cx="100" cy="174"/>
            </a:xfrm>
            <a:custGeom>
              <a:avLst/>
              <a:gdLst>
                <a:gd name="T0" fmla="*/ 425 w 40"/>
                <a:gd name="T1" fmla="*/ 940 h 65"/>
                <a:gd name="T2" fmla="*/ 595 w 40"/>
                <a:gd name="T3" fmla="*/ 209 h 65"/>
                <a:gd name="T4" fmla="*/ 363 w 40"/>
                <a:gd name="T5" fmla="*/ 78 h 65"/>
                <a:gd name="T6" fmla="*/ 125 w 40"/>
                <a:gd name="T7" fmla="*/ 21 h 65"/>
                <a:gd name="T8" fmla="*/ 95 w 40"/>
                <a:gd name="T9" fmla="*/ 0 h 65"/>
                <a:gd name="T10" fmla="*/ 83 w 40"/>
                <a:gd name="T11" fmla="*/ 35 h 65"/>
                <a:gd name="T12" fmla="*/ 20 w 40"/>
                <a:gd name="T13" fmla="*/ 501 h 65"/>
                <a:gd name="T14" fmla="*/ 83 w 40"/>
                <a:gd name="T15" fmla="*/ 1017 h 65"/>
                <a:gd name="T16" fmla="*/ 83 w 40"/>
                <a:gd name="T17" fmla="*/ 1210 h 65"/>
                <a:gd name="T18" fmla="*/ 125 w 40"/>
                <a:gd name="T19" fmla="*/ 1226 h 65"/>
                <a:gd name="T20" fmla="*/ 425 w 40"/>
                <a:gd name="T21" fmla="*/ 940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65">
                  <a:moveTo>
                    <a:pt x="27" y="49"/>
                  </a:moveTo>
                  <a:cubicBezTo>
                    <a:pt x="33" y="43"/>
                    <a:pt x="40" y="18"/>
                    <a:pt x="38" y="11"/>
                  </a:cubicBezTo>
                  <a:cubicBezTo>
                    <a:pt x="37" y="4"/>
                    <a:pt x="23" y="4"/>
                    <a:pt x="23" y="4"/>
                  </a:cubicBezTo>
                  <a:cubicBezTo>
                    <a:pt x="23" y="4"/>
                    <a:pt x="15" y="3"/>
                    <a:pt x="8" y="1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1"/>
                    <a:pt x="1" y="17"/>
                    <a:pt x="1" y="26"/>
                  </a:cubicBezTo>
                  <a:cubicBezTo>
                    <a:pt x="0" y="36"/>
                    <a:pt x="4" y="43"/>
                    <a:pt x="5" y="53"/>
                  </a:cubicBezTo>
                  <a:cubicBezTo>
                    <a:pt x="5" y="56"/>
                    <a:pt x="5" y="60"/>
                    <a:pt x="5" y="63"/>
                  </a:cubicBezTo>
                  <a:cubicBezTo>
                    <a:pt x="6" y="64"/>
                    <a:pt x="7" y="64"/>
                    <a:pt x="8" y="64"/>
                  </a:cubicBezTo>
                  <a:cubicBezTo>
                    <a:pt x="16" y="65"/>
                    <a:pt x="20" y="55"/>
                    <a:pt x="27" y="49"/>
                  </a:cubicBezTo>
                  <a:close/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2392">
              <a:extLst>
                <a:ext uri="{FF2B5EF4-FFF2-40B4-BE49-F238E27FC236}">
                  <a16:creationId xmlns:a16="http://schemas.microsoft.com/office/drawing/2014/main" id="{A3F7647D-312B-4F3A-B214-E32EB983C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929"/>
              <a:ext cx="65" cy="80"/>
            </a:xfrm>
            <a:custGeom>
              <a:avLst/>
              <a:gdLst>
                <a:gd name="T0" fmla="*/ 0 w 26"/>
                <a:gd name="T1" fmla="*/ 77 h 30"/>
                <a:gd name="T2" fmla="*/ 188 w 26"/>
                <a:gd name="T3" fmla="*/ 320 h 30"/>
                <a:gd name="T4" fmla="*/ 300 w 26"/>
                <a:gd name="T5" fmla="*/ 533 h 30"/>
                <a:gd name="T6" fmla="*/ 345 w 26"/>
                <a:gd name="T7" fmla="*/ 397 h 30"/>
                <a:gd name="T8" fmla="*/ 300 w 26"/>
                <a:gd name="T9" fmla="*/ 192 h 30"/>
                <a:gd name="T10" fmla="*/ 333 w 26"/>
                <a:gd name="T11" fmla="*/ 0 h 30"/>
                <a:gd name="T12" fmla="*/ 113 w 26"/>
                <a:gd name="T13" fmla="*/ 7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0" y="4"/>
                  </a:moveTo>
                  <a:cubicBezTo>
                    <a:pt x="3" y="12"/>
                    <a:pt x="8" y="11"/>
                    <a:pt x="12" y="17"/>
                  </a:cubicBezTo>
                  <a:cubicBezTo>
                    <a:pt x="15" y="21"/>
                    <a:pt x="14" y="26"/>
                    <a:pt x="19" y="28"/>
                  </a:cubicBezTo>
                  <a:cubicBezTo>
                    <a:pt x="26" y="30"/>
                    <a:pt x="23" y="26"/>
                    <a:pt x="22" y="21"/>
                  </a:cubicBezTo>
                  <a:cubicBezTo>
                    <a:pt x="21" y="17"/>
                    <a:pt x="19" y="15"/>
                    <a:pt x="19" y="10"/>
                  </a:cubicBezTo>
                  <a:cubicBezTo>
                    <a:pt x="19" y="7"/>
                    <a:pt x="21" y="4"/>
                    <a:pt x="21" y="0"/>
                  </a:cubicBezTo>
                  <a:cubicBezTo>
                    <a:pt x="19" y="8"/>
                    <a:pt x="12" y="5"/>
                    <a:pt x="7" y="4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2393">
              <a:extLst>
                <a:ext uri="{FF2B5EF4-FFF2-40B4-BE49-F238E27FC236}">
                  <a16:creationId xmlns:a16="http://schemas.microsoft.com/office/drawing/2014/main" id="{09890AF2-7E1B-4DE6-9978-0ACE22D9B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897"/>
              <a:ext cx="65" cy="45"/>
            </a:xfrm>
            <a:custGeom>
              <a:avLst/>
              <a:gdLst>
                <a:gd name="T0" fmla="*/ 20 w 26"/>
                <a:gd name="T1" fmla="*/ 315 h 17"/>
                <a:gd name="T2" fmla="*/ 33 w 26"/>
                <a:gd name="T3" fmla="*/ 132 h 17"/>
                <a:gd name="T4" fmla="*/ 408 w 26"/>
                <a:gd name="T5" fmla="*/ 77 h 17"/>
                <a:gd name="T6" fmla="*/ 95 w 26"/>
                <a:gd name="T7" fmla="*/ 148 h 17"/>
                <a:gd name="T8" fmla="*/ 0 w 26"/>
                <a:gd name="T9" fmla="*/ 3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" y="17"/>
                  </a:moveTo>
                  <a:cubicBezTo>
                    <a:pt x="0" y="14"/>
                    <a:pt x="0" y="10"/>
                    <a:pt x="2" y="7"/>
                  </a:cubicBezTo>
                  <a:cubicBezTo>
                    <a:pt x="6" y="1"/>
                    <a:pt x="18" y="0"/>
                    <a:pt x="26" y="4"/>
                  </a:cubicBezTo>
                  <a:cubicBezTo>
                    <a:pt x="21" y="2"/>
                    <a:pt x="11" y="4"/>
                    <a:pt x="6" y="8"/>
                  </a:cubicBezTo>
                  <a:cubicBezTo>
                    <a:pt x="3" y="10"/>
                    <a:pt x="1" y="14"/>
                    <a:pt x="0" y="17"/>
                  </a:cubicBezTo>
                </a:path>
              </a:pathLst>
            </a:custGeom>
            <a:solidFill>
              <a:srgbClr val="D48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2394">
              <a:extLst>
                <a:ext uri="{FF2B5EF4-FFF2-40B4-BE49-F238E27FC236}">
                  <a16:creationId xmlns:a16="http://schemas.microsoft.com/office/drawing/2014/main" id="{354EE490-CE58-4D63-A57B-ABFEDFE42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921"/>
              <a:ext cx="68" cy="45"/>
            </a:xfrm>
            <a:custGeom>
              <a:avLst/>
              <a:gdLst>
                <a:gd name="T0" fmla="*/ 0 w 27"/>
                <a:gd name="T1" fmla="*/ 315 h 17"/>
                <a:gd name="T2" fmla="*/ 368 w 27"/>
                <a:gd name="T3" fmla="*/ 0 h 17"/>
                <a:gd name="T4" fmla="*/ 20 w 27"/>
                <a:gd name="T5" fmla="*/ 29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7">
                  <a:moveTo>
                    <a:pt x="0" y="17"/>
                  </a:moveTo>
                  <a:cubicBezTo>
                    <a:pt x="18" y="17"/>
                    <a:pt x="27" y="14"/>
                    <a:pt x="23" y="0"/>
                  </a:cubicBezTo>
                  <a:cubicBezTo>
                    <a:pt x="20" y="10"/>
                    <a:pt x="10" y="13"/>
                    <a:pt x="1" y="16"/>
                  </a:cubicBezTo>
                </a:path>
              </a:pathLst>
            </a:custGeom>
            <a:solidFill>
              <a:srgbClr val="7F3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Freeform 2395">
              <a:extLst>
                <a:ext uri="{FF2B5EF4-FFF2-40B4-BE49-F238E27FC236}">
                  <a16:creationId xmlns:a16="http://schemas.microsoft.com/office/drawing/2014/main" id="{3F894899-3548-46B1-BDF2-65C7C7051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918"/>
              <a:ext cx="65" cy="110"/>
            </a:xfrm>
            <a:custGeom>
              <a:avLst/>
              <a:gdLst>
                <a:gd name="T0" fmla="*/ 158 w 26"/>
                <a:gd name="T1" fmla="*/ 0 h 41"/>
                <a:gd name="T2" fmla="*/ 145 w 26"/>
                <a:gd name="T3" fmla="*/ 424 h 41"/>
                <a:gd name="T4" fmla="*/ 408 w 26"/>
                <a:gd name="T5" fmla="*/ 735 h 41"/>
                <a:gd name="T6" fmla="*/ 95 w 26"/>
                <a:gd name="T7" fmla="*/ 598 h 41"/>
                <a:gd name="T8" fmla="*/ 125 w 26"/>
                <a:gd name="T9" fmla="*/ 3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1">
                  <a:moveTo>
                    <a:pt x="10" y="0"/>
                  </a:moveTo>
                  <a:cubicBezTo>
                    <a:pt x="10" y="6"/>
                    <a:pt x="8" y="15"/>
                    <a:pt x="9" y="22"/>
                  </a:cubicBezTo>
                  <a:cubicBezTo>
                    <a:pt x="11" y="30"/>
                    <a:pt x="17" y="38"/>
                    <a:pt x="26" y="38"/>
                  </a:cubicBezTo>
                  <a:cubicBezTo>
                    <a:pt x="19" y="41"/>
                    <a:pt x="11" y="37"/>
                    <a:pt x="6" y="31"/>
                  </a:cubicBezTo>
                  <a:cubicBezTo>
                    <a:pt x="0" y="24"/>
                    <a:pt x="5" y="10"/>
                    <a:pt x="8" y="2"/>
                  </a:cubicBezTo>
                </a:path>
              </a:pathLst>
            </a:custGeom>
            <a:solidFill>
              <a:srgbClr val="E9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Freeform 2396">
              <a:extLst>
                <a:ext uri="{FF2B5EF4-FFF2-40B4-BE49-F238E27FC236}">
                  <a16:creationId xmlns:a16="http://schemas.microsoft.com/office/drawing/2014/main" id="{AA63F26F-8C77-4BFE-A327-99F3F900C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884"/>
              <a:ext cx="55" cy="45"/>
            </a:xfrm>
            <a:custGeom>
              <a:avLst/>
              <a:gdLst>
                <a:gd name="T0" fmla="*/ 20 w 22"/>
                <a:gd name="T1" fmla="*/ 315 h 17"/>
                <a:gd name="T2" fmla="*/ 345 w 22"/>
                <a:gd name="T3" fmla="*/ 0 h 17"/>
                <a:gd name="T4" fmla="*/ 175 w 22"/>
                <a:gd name="T5" fmla="*/ 111 h 17"/>
                <a:gd name="T6" fmla="*/ 113 w 22"/>
                <a:gd name="T7" fmla="*/ 294 h 17"/>
                <a:gd name="T8" fmla="*/ 50 w 22"/>
                <a:gd name="T9" fmla="*/ 22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1" y="17"/>
                  </a:moveTo>
                  <a:cubicBezTo>
                    <a:pt x="0" y="6"/>
                    <a:pt x="13" y="1"/>
                    <a:pt x="22" y="0"/>
                  </a:cubicBezTo>
                  <a:cubicBezTo>
                    <a:pt x="19" y="1"/>
                    <a:pt x="14" y="3"/>
                    <a:pt x="11" y="6"/>
                  </a:cubicBezTo>
                  <a:cubicBezTo>
                    <a:pt x="7" y="9"/>
                    <a:pt x="7" y="11"/>
                    <a:pt x="7" y="16"/>
                  </a:cubicBezTo>
                  <a:cubicBezTo>
                    <a:pt x="6" y="14"/>
                    <a:pt x="5" y="8"/>
                    <a:pt x="3" y="12"/>
                  </a:cubicBezTo>
                </a:path>
              </a:pathLst>
            </a:custGeom>
            <a:solidFill>
              <a:srgbClr val="EAC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2397">
              <a:extLst>
                <a:ext uri="{FF2B5EF4-FFF2-40B4-BE49-F238E27FC236}">
                  <a16:creationId xmlns:a16="http://schemas.microsoft.com/office/drawing/2014/main" id="{E0EE718C-1791-4550-8AFE-AE558794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886"/>
              <a:ext cx="73" cy="150"/>
            </a:xfrm>
            <a:custGeom>
              <a:avLst/>
              <a:gdLst>
                <a:gd name="T0" fmla="*/ 33 w 29"/>
                <a:gd name="T1" fmla="*/ 688 h 56"/>
                <a:gd name="T2" fmla="*/ 126 w 29"/>
                <a:gd name="T3" fmla="*/ 927 h 56"/>
                <a:gd name="T4" fmla="*/ 317 w 29"/>
                <a:gd name="T5" fmla="*/ 632 h 56"/>
                <a:gd name="T6" fmla="*/ 430 w 29"/>
                <a:gd name="T7" fmla="*/ 252 h 56"/>
                <a:gd name="T8" fmla="*/ 305 w 29"/>
                <a:gd name="T9" fmla="*/ 0 h 56"/>
                <a:gd name="T10" fmla="*/ 335 w 29"/>
                <a:gd name="T11" fmla="*/ 193 h 56"/>
                <a:gd name="T12" fmla="*/ 272 w 29"/>
                <a:gd name="T13" fmla="*/ 479 h 56"/>
                <a:gd name="T14" fmla="*/ 63 w 29"/>
                <a:gd name="T15" fmla="*/ 59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56">
                  <a:moveTo>
                    <a:pt x="2" y="36"/>
                  </a:moveTo>
                  <a:cubicBezTo>
                    <a:pt x="3" y="40"/>
                    <a:pt x="0" y="56"/>
                    <a:pt x="8" y="48"/>
                  </a:cubicBezTo>
                  <a:cubicBezTo>
                    <a:pt x="12" y="44"/>
                    <a:pt x="16" y="38"/>
                    <a:pt x="20" y="33"/>
                  </a:cubicBezTo>
                  <a:cubicBezTo>
                    <a:pt x="24" y="27"/>
                    <a:pt x="25" y="20"/>
                    <a:pt x="27" y="13"/>
                  </a:cubicBezTo>
                  <a:cubicBezTo>
                    <a:pt x="29" y="5"/>
                    <a:pt x="27" y="2"/>
                    <a:pt x="19" y="0"/>
                  </a:cubicBezTo>
                  <a:cubicBezTo>
                    <a:pt x="19" y="3"/>
                    <a:pt x="22" y="6"/>
                    <a:pt x="21" y="10"/>
                  </a:cubicBezTo>
                  <a:cubicBezTo>
                    <a:pt x="21" y="14"/>
                    <a:pt x="20" y="22"/>
                    <a:pt x="17" y="25"/>
                  </a:cubicBezTo>
                  <a:cubicBezTo>
                    <a:pt x="14" y="28"/>
                    <a:pt x="5" y="28"/>
                    <a:pt x="4" y="31"/>
                  </a:cubicBezTo>
                </a:path>
              </a:pathLst>
            </a:custGeom>
            <a:solidFill>
              <a:srgbClr val="8A4B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Freeform 2398">
              <a:extLst>
                <a:ext uri="{FF2B5EF4-FFF2-40B4-BE49-F238E27FC236}">
                  <a16:creationId xmlns:a16="http://schemas.microsoft.com/office/drawing/2014/main" id="{9095825E-88A8-4616-ADFC-9A218E372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966"/>
              <a:ext cx="195" cy="54"/>
            </a:xfrm>
            <a:custGeom>
              <a:avLst/>
              <a:gdLst>
                <a:gd name="T0" fmla="*/ 20 w 78"/>
                <a:gd name="T1" fmla="*/ 197 h 20"/>
                <a:gd name="T2" fmla="*/ 270 w 78"/>
                <a:gd name="T3" fmla="*/ 394 h 20"/>
                <a:gd name="T4" fmla="*/ 563 w 78"/>
                <a:gd name="T5" fmla="*/ 278 h 20"/>
                <a:gd name="T6" fmla="*/ 895 w 78"/>
                <a:gd name="T7" fmla="*/ 257 h 20"/>
                <a:gd name="T8" fmla="*/ 1220 w 78"/>
                <a:gd name="T9" fmla="*/ 176 h 20"/>
                <a:gd name="T10" fmla="*/ 500 w 78"/>
                <a:gd name="T11" fmla="*/ 197 h 20"/>
                <a:gd name="T12" fmla="*/ 0 w 7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20">
                  <a:moveTo>
                    <a:pt x="1" y="10"/>
                  </a:moveTo>
                  <a:cubicBezTo>
                    <a:pt x="2" y="15"/>
                    <a:pt x="11" y="20"/>
                    <a:pt x="17" y="20"/>
                  </a:cubicBezTo>
                  <a:cubicBezTo>
                    <a:pt x="23" y="19"/>
                    <a:pt x="30" y="15"/>
                    <a:pt x="36" y="14"/>
                  </a:cubicBezTo>
                  <a:cubicBezTo>
                    <a:pt x="43" y="12"/>
                    <a:pt x="50" y="14"/>
                    <a:pt x="57" y="13"/>
                  </a:cubicBezTo>
                  <a:cubicBezTo>
                    <a:pt x="63" y="12"/>
                    <a:pt x="73" y="13"/>
                    <a:pt x="78" y="9"/>
                  </a:cubicBezTo>
                  <a:cubicBezTo>
                    <a:pt x="63" y="12"/>
                    <a:pt x="47" y="7"/>
                    <a:pt x="32" y="10"/>
                  </a:cubicBezTo>
                  <a:cubicBezTo>
                    <a:pt x="19" y="12"/>
                    <a:pt x="8" y="14"/>
                    <a:pt x="0" y="0"/>
                  </a:cubicBezTo>
                </a:path>
              </a:pathLst>
            </a:custGeom>
            <a:solidFill>
              <a:srgbClr val="E9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0" name="Freeform 2399">
              <a:extLst>
                <a:ext uri="{FF2B5EF4-FFF2-40B4-BE49-F238E27FC236}">
                  <a16:creationId xmlns:a16="http://schemas.microsoft.com/office/drawing/2014/main" id="{D281BB02-F461-4898-B1A7-B20AB665D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910"/>
              <a:ext cx="135" cy="24"/>
            </a:xfrm>
            <a:custGeom>
              <a:avLst/>
              <a:gdLst>
                <a:gd name="T0" fmla="*/ 0 w 54"/>
                <a:gd name="T1" fmla="*/ 21 h 9"/>
                <a:gd name="T2" fmla="*/ 408 w 54"/>
                <a:gd name="T3" fmla="*/ 35 h 9"/>
                <a:gd name="T4" fmla="*/ 845 w 54"/>
                <a:gd name="T5" fmla="*/ 56 h 9"/>
                <a:gd name="T6" fmla="*/ 363 w 54"/>
                <a:gd name="T7" fmla="*/ 149 h 9"/>
                <a:gd name="T8" fmla="*/ 20 w 54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9">
                  <a:moveTo>
                    <a:pt x="0" y="1"/>
                  </a:moveTo>
                  <a:cubicBezTo>
                    <a:pt x="6" y="5"/>
                    <a:pt x="19" y="2"/>
                    <a:pt x="26" y="2"/>
                  </a:cubicBezTo>
                  <a:cubicBezTo>
                    <a:pt x="35" y="2"/>
                    <a:pt x="46" y="0"/>
                    <a:pt x="54" y="3"/>
                  </a:cubicBezTo>
                  <a:cubicBezTo>
                    <a:pt x="44" y="6"/>
                    <a:pt x="33" y="6"/>
                    <a:pt x="23" y="8"/>
                  </a:cubicBezTo>
                  <a:cubicBezTo>
                    <a:pt x="15" y="9"/>
                    <a:pt x="9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1" name="Freeform 2400">
              <a:extLst>
                <a:ext uri="{FF2B5EF4-FFF2-40B4-BE49-F238E27FC236}">
                  <a16:creationId xmlns:a16="http://schemas.microsoft.com/office/drawing/2014/main" id="{DA3E802A-A02E-465E-A9A9-875F6BB6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878"/>
              <a:ext cx="507" cy="438"/>
            </a:xfrm>
            <a:custGeom>
              <a:avLst/>
              <a:gdLst>
                <a:gd name="T0" fmla="*/ 3162 w 203"/>
                <a:gd name="T1" fmla="*/ 307 h 164"/>
                <a:gd name="T2" fmla="*/ 2245 w 203"/>
                <a:gd name="T3" fmla="*/ 115 h 164"/>
                <a:gd name="T4" fmla="*/ 1061 w 203"/>
                <a:gd name="T5" fmla="*/ 935 h 164"/>
                <a:gd name="T6" fmla="*/ 512 w 203"/>
                <a:gd name="T7" fmla="*/ 1811 h 164"/>
                <a:gd name="T8" fmla="*/ 0 w 203"/>
                <a:gd name="T9" fmla="*/ 3125 h 164"/>
                <a:gd name="T10" fmla="*/ 654 w 203"/>
                <a:gd name="T11" fmla="*/ 1811 h 164"/>
                <a:gd name="T12" fmla="*/ 1354 w 203"/>
                <a:gd name="T13" fmla="*/ 820 h 164"/>
                <a:gd name="T14" fmla="*/ 3162 w 203"/>
                <a:gd name="T15" fmla="*/ 307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3" h="164">
                  <a:moveTo>
                    <a:pt x="203" y="16"/>
                  </a:moveTo>
                  <a:cubicBezTo>
                    <a:pt x="184" y="9"/>
                    <a:pt x="167" y="1"/>
                    <a:pt x="144" y="6"/>
                  </a:cubicBezTo>
                  <a:cubicBezTo>
                    <a:pt x="121" y="10"/>
                    <a:pt x="92" y="19"/>
                    <a:pt x="68" y="49"/>
                  </a:cubicBezTo>
                  <a:cubicBezTo>
                    <a:pt x="58" y="61"/>
                    <a:pt x="44" y="79"/>
                    <a:pt x="33" y="95"/>
                  </a:cubicBezTo>
                  <a:cubicBezTo>
                    <a:pt x="18" y="120"/>
                    <a:pt x="7" y="144"/>
                    <a:pt x="0" y="164"/>
                  </a:cubicBezTo>
                  <a:cubicBezTo>
                    <a:pt x="11" y="144"/>
                    <a:pt x="25" y="119"/>
                    <a:pt x="42" y="95"/>
                  </a:cubicBezTo>
                  <a:cubicBezTo>
                    <a:pt x="57" y="72"/>
                    <a:pt x="74" y="53"/>
                    <a:pt x="87" y="43"/>
                  </a:cubicBezTo>
                  <a:cubicBezTo>
                    <a:pt x="113" y="21"/>
                    <a:pt x="158" y="0"/>
                    <a:pt x="20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Freeform 2401">
              <a:extLst>
                <a:ext uri="{FF2B5EF4-FFF2-40B4-BE49-F238E27FC236}">
                  <a16:creationId xmlns:a16="http://schemas.microsoft.com/office/drawing/2014/main" id="{C8909C10-AD48-4911-9724-1811387BC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641"/>
              <a:ext cx="190" cy="248"/>
            </a:xfrm>
            <a:custGeom>
              <a:avLst/>
              <a:gdLst>
                <a:gd name="T0" fmla="*/ 0 w 76"/>
                <a:gd name="T1" fmla="*/ 0 h 93"/>
                <a:gd name="T2" fmla="*/ 488 w 76"/>
                <a:gd name="T3" fmla="*/ 1536 h 93"/>
                <a:gd name="T4" fmla="*/ 738 w 76"/>
                <a:gd name="T5" fmla="*/ 1728 h 93"/>
                <a:gd name="T6" fmla="*/ 1050 w 76"/>
                <a:gd name="T7" fmla="*/ 1613 h 93"/>
                <a:gd name="T8" fmla="*/ 1145 w 76"/>
                <a:gd name="T9" fmla="*/ 419 h 93"/>
                <a:gd name="T10" fmla="*/ 938 w 76"/>
                <a:gd name="T11" fmla="*/ 1501 h 93"/>
                <a:gd name="T12" fmla="*/ 563 w 76"/>
                <a:gd name="T13" fmla="*/ 1443 h 93"/>
                <a:gd name="T14" fmla="*/ 0 w 76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93">
                  <a:moveTo>
                    <a:pt x="0" y="0"/>
                  </a:moveTo>
                  <a:cubicBezTo>
                    <a:pt x="5" y="24"/>
                    <a:pt x="24" y="68"/>
                    <a:pt x="31" y="81"/>
                  </a:cubicBezTo>
                  <a:cubicBezTo>
                    <a:pt x="38" y="93"/>
                    <a:pt x="40" y="91"/>
                    <a:pt x="47" y="91"/>
                  </a:cubicBezTo>
                  <a:cubicBezTo>
                    <a:pt x="61" y="91"/>
                    <a:pt x="65" y="92"/>
                    <a:pt x="67" y="85"/>
                  </a:cubicBezTo>
                  <a:cubicBezTo>
                    <a:pt x="70" y="78"/>
                    <a:pt x="76" y="37"/>
                    <a:pt x="73" y="22"/>
                  </a:cubicBezTo>
                  <a:cubicBezTo>
                    <a:pt x="74" y="42"/>
                    <a:pt x="68" y="72"/>
                    <a:pt x="60" y="79"/>
                  </a:cubicBezTo>
                  <a:cubicBezTo>
                    <a:pt x="53" y="86"/>
                    <a:pt x="41" y="83"/>
                    <a:pt x="36" y="76"/>
                  </a:cubicBezTo>
                  <a:cubicBezTo>
                    <a:pt x="31" y="69"/>
                    <a:pt x="2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3" name="Freeform 2402">
              <a:extLst>
                <a:ext uri="{FF2B5EF4-FFF2-40B4-BE49-F238E27FC236}">
                  <a16:creationId xmlns:a16="http://schemas.microsoft.com/office/drawing/2014/main" id="{F0323B09-664B-468B-9B6D-943B6C7A5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940"/>
              <a:ext cx="390" cy="682"/>
            </a:xfrm>
            <a:custGeom>
              <a:avLst/>
              <a:gdLst>
                <a:gd name="T0" fmla="*/ 2438 w 156"/>
                <a:gd name="T1" fmla="*/ 0 h 256"/>
                <a:gd name="T2" fmla="*/ 2425 w 156"/>
                <a:gd name="T3" fmla="*/ 362 h 256"/>
                <a:gd name="T4" fmla="*/ 1488 w 156"/>
                <a:gd name="T5" fmla="*/ 1364 h 256"/>
                <a:gd name="T6" fmla="*/ 458 w 156"/>
                <a:gd name="T7" fmla="*/ 3101 h 256"/>
                <a:gd name="T8" fmla="*/ 63 w 156"/>
                <a:gd name="T9" fmla="*/ 4841 h 256"/>
                <a:gd name="T10" fmla="*/ 408 w 156"/>
                <a:gd name="T11" fmla="*/ 2797 h 256"/>
                <a:gd name="T12" fmla="*/ 1720 w 156"/>
                <a:gd name="T13" fmla="*/ 773 h 256"/>
                <a:gd name="T14" fmla="*/ 2438 w 156"/>
                <a:gd name="T15" fmla="*/ 0 h 2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256">
                  <a:moveTo>
                    <a:pt x="156" y="0"/>
                  </a:moveTo>
                  <a:cubicBezTo>
                    <a:pt x="153" y="11"/>
                    <a:pt x="153" y="15"/>
                    <a:pt x="155" y="19"/>
                  </a:cubicBezTo>
                  <a:cubicBezTo>
                    <a:pt x="156" y="24"/>
                    <a:pt x="128" y="38"/>
                    <a:pt x="95" y="72"/>
                  </a:cubicBezTo>
                  <a:cubicBezTo>
                    <a:pt x="62" y="106"/>
                    <a:pt x="42" y="133"/>
                    <a:pt x="29" y="164"/>
                  </a:cubicBezTo>
                  <a:cubicBezTo>
                    <a:pt x="17" y="194"/>
                    <a:pt x="3" y="233"/>
                    <a:pt x="4" y="256"/>
                  </a:cubicBezTo>
                  <a:cubicBezTo>
                    <a:pt x="0" y="222"/>
                    <a:pt x="10" y="180"/>
                    <a:pt x="26" y="148"/>
                  </a:cubicBezTo>
                  <a:cubicBezTo>
                    <a:pt x="42" y="116"/>
                    <a:pt x="89" y="59"/>
                    <a:pt x="110" y="41"/>
                  </a:cubicBezTo>
                  <a:cubicBezTo>
                    <a:pt x="132" y="23"/>
                    <a:pt x="155" y="13"/>
                    <a:pt x="156" y="0"/>
                  </a:cubicBezTo>
                  <a:close/>
                </a:path>
              </a:pathLst>
            </a:custGeom>
            <a:solidFill>
              <a:srgbClr val="FFD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Freeform 2403">
              <a:extLst>
                <a:ext uri="{FF2B5EF4-FFF2-40B4-BE49-F238E27FC236}">
                  <a16:creationId xmlns:a16="http://schemas.microsoft.com/office/drawing/2014/main" id="{9EB369CA-D492-4A26-8286-B1C938CF3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020"/>
              <a:ext cx="242" cy="224"/>
            </a:xfrm>
            <a:custGeom>
              <a:avLst/>
              <a:gdLst>
                <a:gd name="T0" fmla="*/ 1245 w 97"/>
                <a:gd name="T1" fmla="*/ 0 h 84"/>
                <a:gd name="T2" fmla="*/ 903 w 97"/>
                <a:gd name="T3" fmla="*/ 683 h 84"/>
                <a:gd name="T4" fmla="*/ 0 w 97"/>
                <a:gd name="T5" fmla="*/ 1592 h 84"/>
                <a:gd name="T6" fmla="*/ 417 w 97"/>
                <a:gd name="T7" fmla="*/ 968 h 84"/>
                <a:gd name="T8" fmla="*/ 437 w 97"/>
                <a:gd name="T9" fmla="*/ 760 h 84"/>
                <a:gd name="T10" fmla="*/ 883 w 97"/>
                <a:gd name="T11" fmla="*/ 307 h 84"/>
                <a:gd name="T12" fmla="*/ 1245 w 97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84">
                  <a:moveTo>
                    <a:pt x="80" y="0"/>
                  </a:moveTo>
                  <a:cubicBezTo>
                    <a:pt x="97" y="6"/>
                    <a:pt x="63" y="33"/>
                    <a:pt x="58" y="36"/>
                  </a:cubicBezTo>
                  <a:cubicBezTo>
                    <a:pt x="37" y="49"/>
                    <a:pt x="15" y="64"/>
                    <a:pt x="0" y="84"/>
                  </a:cubicBezTo>
                  <a:cubicBezTo>
                    <a:pt x="8" y="70"/>
                    <a:pt x="17" y="62"/>
                    <a:pt x="27" y="51"/>
                  </a:cubicBezTo>
                  <a:cubicBezTo>
                    <a:pt x="30" y="47"/>
                    <a:pt x="38" y="35"/>
                    <a:pt x="28" y="40"/>
                  </a:cubicBezTo>
                  <a:cubicBezTo>
                    <a:pt x="34" y="32"/>
                    <a:pt x="49" y="21"/>
                    <a:pt x="57" y="16"/>
                  </a:cubicBezTo>
                  <a:cubicBezTo>
                    <a:pt x="63" y="11"/>
                    <a:pt x="71" y="1"/>
                    <a:pt x="80" y="0"/>
                  </a:cubicBezTo>
                </a:path>
              </a:pathLst>
            </a:custGeom>
            <a:solidFill>
              <a:srgbClr val="F3C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5" name="Freeform 2404">
              <a:extLst>
                <a:ext uri="{FF2B5EF4-FFF2-40B4-BE49-F238E27FC236}">
                  <a16:creationId xmlns:a16="http://schemas.microsoft.com/office/drawing/2014/main" id="{CCE413DB-BC51-4891-8ECB-0EB1A469A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724"/>
              <a:ext cx="57" cy="213"/>
            </a:xfrm>
            <a:custGeom>
              <a:avLst/>
              <a:gdLst>
                <a:gd name="T0" fmla="*/ 349 w 23"/>
                <a:gd name="T1" fmla="*/ 0 h 80"/>
                <a:gd name="T2" fmla="*/ 30 w 23"/>
                <a:gd name="T3" fmla="*/ 1510 h 80"/>
                <a:gd name="T4" fmla="*/ 0 w 23"/>
                <a:gd name="T5" fmla="*/ 1305 h 80"/>
                <a:gd name="T6" fmla="*/ 124 w 23"/>
                <a:gd name="T7" fmla="*/ 644 h 80"/>
                <a:gd name="T8" fmla="*/ 196 w 23"/>
                <a:gd name="T9" fmla="*/ 772 h 80"/>
                <a:gd name="T10" fmla="*/ 349 w 2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0">
                  <a:moveTo>
                    <a:pt x="23" y="0"/>
                  </a:moveTo>
                  <a:cubicBezTo>
                    <a:pt x="23" y="19"/>
                    <a:pt x="21" y="49"/>
                    <a:pt x="2" y="80"/>
                  </a:cubicBezTo>
                  <a:cubicBezTo>
                    <a:pt x="2" y="77"/>
                    <a:pt x="2" y="71"/>
                    <a:pt x="0" y="69"/>
                  </a:cubicBezTo>
                  <a:cubicBezTo>
                    <a:pt x="4" y="62"/>
                    <a:pt x="7" y="47"/>
                    <a:pt x="8" y="34"/>
                  </a:cubicBezTo>
                  <a:cubicBezTo>
                    <a:pt x="10" y="43"/>
                    <a:pt x="10" y="45"/>
                    <a:pt x="13" y="41"/>
                  </a:cubicBezTo>
                  <a:cubicBezTo>
                    <a:pt x="17" y="38"/>
                    <a:pt x="23" y="13"/>
                    <a:pt x="23" y="0"/>
                  </a:cubicBezTo>
                  <a:close/>
                </a:path>
              </a:pathLst>
            </a:custGeom>
            <a:solidFill>
              <a:srgbClr val="F3C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2405">
              <a:extLst>
                <a:ext uri="{FF2B5EF4-FFF2-40B4-BE49-F238E27FC236}">
                  <a16:creationId xmlns:a16="http://schemas.microsoft.com/office/drawing/2014/main" id="{6D7A94C3-3041-4A60-AC04-1F423DB5F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857"/>
              <a:ext cx="632" cy="1043"/>
            </a:xfrm>
            <a:custGeom>
              <a:avLst/>
              <a:gdLst>
                <a:gd name="T0" fmla="*/ 562 w 253"/>
                <a:gd name="T1" fmla="*/ 2961 h 391"/>
                <a:gd name="T2" fmla="*/ 2308 w 253"/>
                <a:gd name="T3" fmla="*/ 363 h 391"/>
                <a:gd name="T4" fmla="*/ 3133 w 253"/>
                <a:gd name="T5" fmla="*/ 149 h 391"/>
                <a:gd name="T6" fmla="*/ 3944 w 253"/>
                <a:gd name="T7" fmla="*/ 477 h 391"/>
                <a:gd name="T8" fmla="*/ 3837 w 253"/>
                <a:gd name="T9" fmla="*/ 248 h 391"/>
                <a:gd name="T10" fmla="*/ 3070 w 253"/>
                <a:gd name="T11" fmla="*/ 21 h 391"/>
                <a:gd name="T12" fmla="*/ 1416 w 253"/>
                <a:gd name="T13" fmla="*/ 854 h 391"/>
                <a:gd name="T14" fmla="*/ 1012 w 253"/>
                <a:gd name="T15" fmla="*/ 1366 h 391"/>
                <a:gd name="T16" fmla="*/ 75 w 253"/>
                <a:gd name="T17" fmla="*/ 4271 h 391"/>
                <a:gd name="T18" fmla="*/ 292 w 253"/>
                <a:gd name="T19" fmla="*/ 6261 h 391"/>
                <a:gd name="T20" fmla="*/ 887 w 253"/>
                <a:gd name="T21" fmla="*/ 7421 h 391"/>
                <a:gd name="T22" fmla="*/ 187 w 253"/>
                <a:gd name="T23" fmla="*/ 4746 h 391"/>
                <a:gd name="T24" fmla="*/ 562 w 253"/>
                <a:gd name="T25" fmla="*/ 2961 h 3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91">
                  <a:moveTo>
                    <a:pt x="36" y="156"/>
                  </a:moveTo>
                  <a:cubicBezTo>
                    <a:pt x="64" y="87"/>
                    <a:pt x="111" y="33"/>
                    <a:pt x="148" y="19"/>
                  </a:cubicBezTo>
                  <a:cubicBezTo>
                    <a:pt x="177" y="6"/>
                    <a:pt x="182" y="9"/>
                    <a:pt x="201" y="8"/>
                  </a:cubicBezTo>
                  <a:cubicBezTo>
                    <a:pt x="220" y="7"/>
                    <a:pt x="251" y="22"/>
                    <a:pt x="253" y="25"/>
                  </a:cubicBezTo>
                  <a:cubicBezTo>
                    <a:pt x="252" y="23"/>
                    <a:pt x="250" y="18"/>
                    <a:pt x="246" y="13"/>
                  </a:cubicBezTo>
                  <a:cubicBezTo>
                    <a:pt x="232" y="8"/>
                    <a:pt x="214" y="1"/>
                    <a:pt x="197" y="1"/>
                  </a:cubicBezTo>
                  <a:cubicBezTo>
                    <a:pt x="162" y="0"/>
                    <a:pt x="128" y="13"/>
                    <a:pt x="91" y="45"/>
                  </a:cubicBezTo>
                  <a:cubicBezTo>
                    <a:pt x="83" y="51"/>
                    <a:pt x="74" y="61"/>
                    <a:pt x="65" y="72"/>
                  </a:cubicBezTo>
                  <a:cubicBezTo>
                    <a:pt x="30" y="123"/>
                    <a:pt x="8" y="196"/>
                    <a:pt x="5" y="225"/>
                  </a:cubicBezTo>
                  <a:cubicBezTo>
                    <a:pt x="0" y="272"/>
                    <a:pt x="1" y="292"/>
                    <a:pt x="19" y="330"/>
                  </a:cubicBezTo>
                  <a:cubicBezTo>
                    <a:pt x="38" y="369"/>
                    <a:pt x="57" y="391"/>
                    <a:pt x="57" y="391"/>
                  </a:cubicBezTo>
                  <a:cubicBezTo>
                    <a:pt x="57" y="391"/>
                    <a:pt x="7" y="313"/>
                    <a:pt x="12" y="250"/>
                  </a:cubicBezTo>
                  <a:cubicBezTo>
                    <a:pt x="14" y="226"/>
                    <a:pt x="21" y="192"/>
                    <a:pt x="36" y="156"/>
                  </a:cubicBezTo>
                  <a:close/>
                </a:path>
              </a:pathLst>
            </a:custGeom>
            <a:solidFill>
              <a:srgbClr val="FFD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7" name="Freeform 2406">
              <a:extLst>
                <a:ext uri="{FF2B5EF4-FFF2-40B4-BE49-F238E27FC236}">
                  <a16:creationId xmlns:a16="http://schemas.microsoft.com/office/drawing/2014/main" id="{CA6FBA45-9C2A-4885-BA3C-0865B362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548"/>
              <a:ext cx="137" cy="354"/>
            </a:xfrm>
            <a:custGeom>
              <a:avLst/>
              <a:gdLst>
                <a:gd name="T0" fmla="*/ 12 w 55"/>
                <a:gd name="T1" fmla="*/ 0 h 133"/>
                <a:gd name="T2" fmla="*/ 496 w 55"/>
                <a:gd name="T3" fmla="*/ 2055 h 133"/>
                <a:gd name="T4" fmla="*/ 849 w 55"/>
                <a:gd name="T5" fmla="*/ 2507 h 133"/>
                <a:gd name="T6" fmla="*/ 217 w 55"/>
                <a:gd name="T7" fmla="*/ 1168 h 133"/>
                <a:gd name="T8" fmla="*/ 12 w 55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33">
                  <a:moveTo>
                    <a:pt x="1" y="0"/>
                  </a:moveTo>
                  <a:cubicBezTo>
                    <a:pt x="0" y="16"/>
                    <a:pt x="1" y="69"/>
                    <a:pt x="32" y="109"/>
                  </a:cubicBezTo>
                  <a:cubicBezTo>
                    <a:pt x="43" y="122"/>
                    <a:pt x="55" y="133"/>
                    <a:pt x="55" y="133"/>
                  </a:cubicBezTo>
                  <a:cubicBezTo>
                    <a:pt x="45" y="122"/>
                    <a:pt x="20" y="82"/>
                    <a:pt x="14" y="62"/>
                  </a:cubicBezTo>
                  <a:cubicBezTo>
                    <a:pt x="8" y="4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8" name="Freeform 2407">
              <a:extLst>
                <a:ext uri="{FF2B5EF4-FFF2-40B4-BE49-F238E27FC236}">
                  <a16:creationId xmlns:a16="http://schemas.microsoft.com/office/drawing/2014/main" id="{C05D0926-9E40-4F27-9369-26656A0A1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326"/>
              <a:ext cx="30" cy="27"/>
            </a:xfrm>
            <a:custGeom>
              <a:avLst/>
              <a:gdLst>
                <a:gd name="T0" fmla="*/ 95 w 12"/>
                <a:gd name="T1" fmla="*/ 22 h 10"/>
                <a:gd name="T2" fmla="*/ 188 w 12"/>
                <a:gd name="T3" fmla="*/ 38 h 10"/>
                <a:gd name="T4" fmla="*/ 125 w 12"/>
                <a:gd name="T5" fmla="*/ 59 h 10"/>
                <a:gd name="T6" fmla="*/ 145 w 12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0" y="8"/>
                    <a:pt x="12" y="10"/>
                    <a:pt x="12" y="2"/>
                  </a:cubicBezTo>
                  <a:cubicBezTo>
                    <a:pt x="11" y="2"/>
                    <a:pt x="10" y="2"/>
                    <a:pt x="8" y="3"/>
                  </a:cubicBezTo>
                  <a:cubicBezTo>
                    <a:pt x="8" y="1"/>
                    <a:pt x="9" y="1"/>
                    <a:pt x="9" y="0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2408">
              <a:extLst>
                <a:ext uri="{FF2B5EF4-FFF2-40B4-BE49-F238E27FC236}">
                  <a16:creationId xmlns:a16="http://schemas.microsoft.com/office/drawing/2014/main" id="{10FD9AE9-449C-4D73-9D56-51DCFB3E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356"/>
              <a:ext cx="8" cy="13"/>
            </a:xfrm>
            <a:custGeom>
              <a:avLst/>
              <a:gdLst>
                <a:gd name="T0" fmla="*/ 35 w 3"/>
                <a:gd name="T1" fmla="*/ 0 h 5"/>
                <a:gd name="T2" fmla="*/ 0 w 3"/>
                <a:gd name="T3" fmla="*/ 88 h 5"/>
                <a:gd name="T4" fmla="*/ 56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2" y="4"/>
                    <a:pt x="3" y="2"/>
                    <a:pt x="3" y="1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Freeform 2409">
              <a:extLst>
                <a:ext uri="{FF2B5EF4-FFF2-40B4-BE49-F238E27FC236}">
                  <a16:creationId xmlns:a16="http://schemas.microsoft.com/office/drawing/2014/main" id="{3754E079-D14C-402E-9320-DC5110EDA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289"/>
              <a:ext cx="15" cy="21"/>
            </a:xfrm>
            <a:custGeom>
              <a:avLst/>
              <a:gdLst>
                <a:gd name="T0" fmla="*/ 0 w 6"/>
                <a:gd name="T1" fmla="*/ 144 h 8"/>
                <a:gd name="T2" fmla="*/ 83 w 6"/>
                <a:gd name="T3" fmla="*/ 0 h 8"/>
                <a:gd name="T4" fmla="*/ 50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4" y="8"/>
                    <a:pt x="6" y="4"/>
                    <a:pt x="5" y="0"/>
                  </a:cubicBezTo>
                  <a:cubicBezTo>
                    <a:pt x="1" y="2"/>
                    <a:pt x="3" y="3"/>
                    <a:pt x="3" y="4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1" name="Freeform 2410">
              <a:extLst>
                <a:ext uri="{FF2B5EF4-FFF2-40B4-BE49-F238E27FC236}">
                  <a16:creationId xmlns:a16="http://schemas.microsoft.com/office/drawing/2014/main" id="{1B33086F-6AA8-4B12-B984-2675884E2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025"/>
              <a:ext cx="17" cy="32"/>
            </a:xfrm>
            <a:custGeom>
              <a:avLst/>
              <a:gdLst>
                <a:gd name="T0" fmla="*/ 29 w 7"/>
                <a:gd name="T1" fmla="*/ 56 h 12"/>
                <a:gd name="T2" fmla="*/ 29 w 7"/>
                <a:gd name="T3" fmla="*/ 227 h 12"/>
                <a:gd name="T4" fmla="*/ 0 w 7"/>
                <a:gd name="T5" fmla="*/ 35 h 12"/>
                <a:gd name="T6" fmla="*/ 41 w 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2" y="3"/>
                  </a:moveTo>
                  <a:cubicBezTo>
                    <a:pt x="7" y="5"/>
                    <a:pt x="7" y="10"/>
                    <a:pt x="2" y="12"/>
                  </a:cubicBezTo>
                  <a:cubicBezTo>
                    <a:pt x="4" y="8"/>
                    <a:pt x="5" y="4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2" name="Freeform 2411">
              <a:extLst>
                <a:ext uri="{FF2B5EF4-FFF2-40B4-BE49-F238E27FC236}">
                  <a16:creationId xmlns:a16="http://schemas.microsoft.com/office/drawing/2014/main" id="{E8AE6BE3-573A-450A-83B8-D90BA7059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985"/>
              <a:ext cx="70" cy="29"/>
            </a:xfrm>
            <a:custGeom>
              <a:avLst/>
              <a:gdLst>
                <a:gd name="T0" fmla="*/ 158 w 28"/>
                <a:gd name="T1" fmla="*/ 111 h 11"/>
                <a:gd name="T2" fmla="*/ 250 w 28"/>
                <a:gd name="T3" fmla="*/ 200 h 11"/>
                <a:gd name="T4" fmla="*/ 438 w 28"/>
                <a:gd name="T5" fmla="*/ 111 h 11"/>
                <a:gd name="T6" fmla="*/ 175 w 28"/>
                <a:gd name="T7" fmla="*/ 111 h 11"/>
                <a:gd name="T8" fmla="*/ 0 w 2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">
                  <a:moveTo>
                    <a:pt x="10" y="6"/>
                  </a:moveTo>
                  <a:cubicBezTo>
                    <a:pt x="12" y="9"/>
                    <a:pt x="13" y="10"/>
                    <a:pt x="16" y="11"/>
                  </a:cubicBezTo>
                  <a:cubicBezTo>
                    <a:pt x="19" y="8"/>
                    <a:pt x="24" y="7"/>
                    <a:pt x="28" y="6"/>
                  </a:cubicBezTo>
                  <a:cubicBezTo>
                    <a:pt x="22" y="3"/>
                    <a:pt x="17" y="8"/>
                    <a:pt x="11" y="6"/>
                  </a:cubicBezTo>
                  <a:cubicBezTo>
                    <a:pt x="7" y="5"/>
                    <a:pt x="4" y="1"/>
                    <a:pt x="0" y="0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2412">
              <a:extLst>
                <a:ext uri="{FF2B5EF4-FFF2-40B4-BE49-F238E27FC236}">
                  <a16:creationId xmlns:a16="http://schemas.microsoft.com/office/drawing/2014/main" id="{A51C852E-0E22-44CC-849C-56336DE67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036"/>
              <a:ext cx="17" cy="21"/>
            </a:xfrm>
            <a:custGeom>
              <a:avLst/>
              <a:gdLst>
                <a:gd name="T0" fmla="*/ 41 w 7"/>
                <a:gd name="T1" fmla="*/ 34 h 8"/>
                <a:gd name="T2" fmla="*/ 0 w 7"/>
                <a:gd name="T3" fmla="*/ 110 h 8"/>
                <a:gd name="T4" fmla="*/ 70 w 7"/>
                <a:gd name="T5" fmla="*/ 0 h 8"/>
                <a:gd name="T6" fmla="*/ 29 w 7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5" y="8"/>
                    <a:pt x="7" y="4"/>
                    <a:pt x="5" y="0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2413">
              <a:extLst>
                <a:ext uri="{FF2B5EF4-FFF2-40B4-BE49-F238E27FC236}">
                  <a16:creationId xmlns:a16="http://schemas.microsoft.com/office/drawing/2014/main" id="{E07A6A3C-07D5-429E-B0F5-6D423900E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060"/>
              <a:ext cx="5" cy="10"/>
            </a:xfrm>
            <a:custGeom>
              <a:avLst/>
              <a:gdLst>
                <a:gd name="T0" fmla="*/ 0 w 2"/>
                <a:gd name="T1" fmla="*/ 50 h 4"/>
                <a:gd name="T2" fmla="*/ 33 w 2"/>
                <a:gd name="T3" fmla="*/ 63 h 4"/>
                <a:gd name="T4" fmla="*/ 33 w 2"/>
                <a:gd name="T5" fmla="*/ 20 h 4"/>
                <a:gd name="T6" fmla="*/ 0 w 2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4"/>
                    <a:pt x="1" y="4"/>
                    <a:pt x="2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0"/>
                    <a:pt x="0" y="0"/>
                    <a:pt x="0" y="2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2414">
              <a:extLst>
                <a:ext uri="{FF2B5EF4-FFF2-40B4-BE49-F238E27FC236}">
                  <a16:creationId xmlns:a16="http://schemas.microsoft.com/office/drawing/2014/main" id="{42BA3BCC-9774-4CB8-8924-7F6782DF0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070"/>
              <a:ext cx="12" cy="8"/>
            </a:xfrm>
            <a:custGeom>
              <a:avLst/>
              <a:gdLst>
                <a:gd name="T0" fmla="*/ 41 w 5"/>
                <a:gd name="T1" fmla="*/ 0 h 3"/>
                <a:gd name="T2" fmla="*/ 0 w 5"/>
                <a:gd name="T3" fmla="*/ 56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5" y="1"/>
                    <a:pt x="2" y="0"/>
                    <a:pt x="2" y="0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Freeform 2415">
              <a:extLst>
                <a:ext uri="{FF2B5EF4-FFF2-40B4-BE49-F238E27FC236}">
                  <a16:creationId xmlns:a16="http://schemas.microsoft.com/office/drawing/2014/main" id="{2F225D2A-C6B7-42B9-B7B0-CC2021C7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110"/>
              <a:ext cx="13" cy="16"/>
            </a:xfrm>
            <a:custGeom>
              <a:avLst/>
              <a:gdLst>
                <a:gd name="T0" fmla="*/ 55 w 5"/>
                <a:gd name="T1" fmla="*/ 0 h 6"/>
                <a:gd name="T2" fmla="*/ 34 w 5"/>
                <a:gd name="T3" fmla="*/ 115 h 6"/>
                <a:gd name="T4" fmla="*/ 88 w 5"/>
                <a:gd name="T5" fmla="*/ 35 h 6"/>
                <a:gd name="T6" fmla="*/ 55 w 5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0" y="3"/>
                    <a:pt x="2" y="6"/>
                  </a:cubicBezTo>
                  <a:cubicBezTo>
                    <a:pt x="4" y="4"/>
                    <a:pt x="4" y="5"/>
                    <a:pt x="5" y="2"/>
                  </a:cubicBezTo>
                  <a:cubicBezTo>
                    <a:pt x="3" y="2"/>
                    <a:pt x="4" y="4"/>
                    <a:pt x="3" y="5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7" name="Freeform 2416">
              <a:extLst>
                <a:ext uri="{FF2B5EF4-FFF2-40B4-BE49-F238E27FC236}">
                  <a16:creationId xmlns:a16="http://schemas.microsoft.com/office/drawing/2014/main" id="{E2FD97AA-3519-4884-8102-5D954693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892"/>
              <a:ext cx="7" cy="16"/>
            </a:xfrm>
            <a:custGeom>
              <a:avLst/>
              <a:gdLst>
                <a:gd name="T0" fmla="*/ 12 w 3"/>
                <a:gd name="T1" fmla="*/ 56 h 6"/>
                <a:gd name="T2" fmla="*/ 12 w 3"/>
                <a:gd name="T3" fmla="*/ 115 h 6"/>
                <a:gd name="T4" fmla="*/ 37 w 3"/>
                <a:gd name="T5" fmla="*/ 0 h 6"/>
                <a:gd name="T6" fmla="*/ 0 w 3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1" y="3"/>
                  </a:moveTo>
                  <a:cubicBezTo>
                    <a:pt x="1" y="4"/>
                    <a:pt x="1" y="5"/>
                    <a:pt x="1" y="6"/>
                  </a:cubicBezTo>
                  <a:cubicBezTo>
                    <a:pt x="3" y="4"/>
                    <a:pt x="3" y="3"/>
                    <a:pt x="3" y="0"/>
                  </a:cubicBezTo>
                  <a:cubicBezTo>
                    <a:pt x="0" y="0"/>
                    <a:pt x="1" y="2"/>
                    <a:pt x="0" y="4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2417">
              <a:extLst>
                <a:ext uri="{FF2B5EF4-FFF2-40B4-BE49-F238E27FC236}">
                  <a16:creationId xmlns:a16="http://schemas.microsoft.com/office/drawing/2014/main" id="{6731B1C4-ABD9-4764-AB4C-EA6C8803F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852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20 w 6"/>
                <a:gd name="T3" fmla="*/ 0 h 6"/>
                <a:gd name="T4" fmla="*/ 33 w 6"/>
                <a:gd name="T5" fmla="*/ 115 h 6"/>
                <a:gd name="T6" fmla="*/ 20 w 6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5" y="0"/>
                    <a:pt x="6" y="4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Freeform 2418">
              <a:extLst>
                <a:ext uri="{FF2B5EF4-FFF2-40B4-BE49-F238E27FC236}">
                  <a16:creationId xmlns:a16="http://schemas.microsoft.com/office/drawing/2014/main" id="{5DBE3540-B431-4986-9CED-1077DB92F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825"/>
              <a:ext cx="15" cy="11"/>
            </a:xfrm>
            <a:custGeom>
              <a:avLst/>
              <a:gdLst>
                <a:gd name="T0" fmla="*/ 50 w 6"/>
                <a:gd name="T1" fmla="*/ 22 h 4"/>
                <a:gd name="T2" fmla="*/ 33 w 6"/>
                <a:gd name="T3" fmla="*/ 8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6" y="3"/>
                    <a:pt x="3" y="2"/>
                    <a:pt x="3" y="0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0" name="Freeform 2419">
              <a:extLst>
                <a:ext uri="{FF2B5EF4-FFF2-40B4-BE49-F238E27FC236}">
                  <a16:creationId xmlns:a16="http://schemas.microsoft.com/office/drawing/2014/main" id="{44041D30-EBAF-45EF-9722-C260876D1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913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1" name="Freeform 2420">
              <a:extLst>
                <a:ext uri="{FF2B5EF4-FFF2-40B4-BE49-F238E27FC236}">
                  <a16:creationId xmlns:a16="http://schemas.microsoft.com/office/drawing/2014/main" id="{B0A817AF-2982-456E-9615-FE9BA2ECE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492"/>
              <a:ext cx="5" cy="10"/>
            </a:xfrm>
            <a:custGeom>
              <a:avLst/>
              <a:gdLst>
                <a:gd name="T0" fmla="*/ 20 w 2"/>
                <a:gd name="T1" fmla="*/ 0 h 4"/>
                <a:gd name="T2" fmla="*/ 0 w 2"/>
                <a:gd name="T3" fmla="*/ 63 h 4"/>
                <a:gd name="T4" fmla="*/ 33 w 2"/>
                <a:gd name="T5" fmla="*/ 20 h 4"/>
                <a:gd name="T6" fmla="*/ 20 w 2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1" y="3"/>
                    <a:pt x="1" y="3"/>
                    <a:pt x="2" y="1"/>
                  </a:cubicBezTo>
                  <a:cubicBezTo>
                    <a:pt x="2" y="0"/>
                    <a:pt x="0" y="1"/>
                    <a:pt x="1" y="1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Freeform 2421">
              <a:extLst>
                <a:ext uri="{FF2B5EF4-FFF2-40B4-BE49-F238E27FC236}">
                  <a16:creationId xmlns:a16="http://schemas.microsoft.com/office/drawing/2014/main" id="{B32786E5-FF4D-40E8-AC78-61308A3CE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257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33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2" y="3"/>
                    <a:pt x="0" y="3"/>
                    <a:pt x="2" y="5"/>
                  </a:cubicBezTo>
                  <a:cubicBezTo>
                    <a:pt x="3" y="3"/>
                    <a:pt x="4" y="0"/>
                    <a:pt x="4" y="1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3" name="Freeform 2422">
              <a:extLst>
                <a:ext uri="{FF2B5EF4-FFF2-40B4-BE49-F238E27FC236}">
                  <a16:creationId xmlns:a16="http://schemas.microsoft.com/office/drawing/2014/main" id="{5C0C3B45-920C-404E-96B4-E8F3A9F0F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212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20 w 2"/>
                <a:gd name="T3" fmla="*/ 88 h 5"/>
                <a:gd name="T4" fmla="*/ 33 w 2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4"/>
                    <a:pt x="2" y="1"/>
                    <a:pt x="2" y="1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Freeform 2423">
              <a:extLst>
                <a:ext uri="{FF2B5EF4-FFF2-40B4-BE49-F238E27FC236}">
                  <a16:creationId xmlns:a16="http://schemas.microsoft.com/office/drawing/2014/main" id="{470D4369-D9CF-45DC-B8B7-E5E8925A1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166"/>
              <a:ext cx="10" cy="16"/>
            </a:xfrm>
            <a:custGeom>
              <a:avLst/>
              <a:gdLst>
                <a:gd name="T0" fmla="*/ 63 w 4"/>
                <a:gd name="T1" fmla="*/ 115 h 6"/>
                <a:gd name="T2" fmla="*/ 33 w 4"/>
                <a:gd name="T3" fmla="*/ 0 h 6"/>
                <a:gd name="T4" fmla="*/ 50 w 4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1" y="5"/>
                    <a:pt x="0" y="3"/>
                    <a:pt x="2" y="0"/>
                  </a:cubicBezTo>
                  <a:cubicBezTo>
                    <a:pt x="4" y="2"/>
                    <a:pt x="4" y="3"/>
                    <a:pt x="3" y="5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5" name="Freeform 2424">
              <a:extLst>
                <a:ext uri="{FF2B5EF4-FFF2-40B4-BE49-F238E27FC236}">
                  <a16:creationId xmlns:a16="http://schemas.microsoft.com/office/drawing/2014/main" id="{8EE8F28C-DD46-4DFC-AC22-63A57F9F2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188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50 h 4"/>
                <a:gd name="T4" fmla="*/ 63 w 4"/>
                <a:gd name="T5" fmla="*/ 33 h 4"/>
                <a:gd name="T6" fmla="*/ 33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2" y="4"/>
                    <a:pt x="4" y="2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6" name="Freeform 2425">
              <a:extLst>
                <a:ext uri="{FF2B5EF4-FFF2-40B4-BE49-F238E27FC236}">
                  <a16:creationId xmlns:a16="http://schemas.microsoft.com/office/drawing/2014/main" id="{BE21DC66-F475-4976-8E8D-539145EAF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153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0 w 4"/>
                <a:gd name="T3" fmla="*/ 93 h 6"/>
                <a:gd name="T4" fmla="*/ 63 w 4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2" y="6"/>
                    <a:pt x="3" y="4"/>
                    <a:pt x="4" y="2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7" name="Freeform 2426">
              <a:extLst>
                <a:ext uri="{FF2B5EF4-FFF2-40B4-BE49-F238E27FC236}">
                  <a16:creationId xmlns:a16="http://schemas.microsoft.com/office/drawing/2014/main" id="{80BDB055-DC3B-4925-9EE9-9C16D447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636"/>
              <a:ext cx="10" cy="18"/>
            </a:xfrm>
            <a:custGeom>
              <a:avLst/>
              <a:gdLst>
                <a:gd name="T0" fmla="*/ 20 w 4"/>
                <a:gd name="T1" fmla="*/ 54 h 7"/>
                <a:gd name="T2" fmla="*/ 20 w 4"/>
                <a:gd name="T3" fmla="*/ 118 h 7"/>
                <a:gd name="T4" fmla="*/ 20 w 4"/>
                <a:gd name="T5" fmla="*/ 0 h 7"/>
                <a:gd name="T6" fmla="*/ 20 w 4"/>
                <a:gd name="T7" fmla="*/ 5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3"/>
                  </a:moveTo>
                  <a:cubicBezTo>
                    <a:pt x="0" y="5"/>
                    <a:pt x="1" y="6"/>
                    <a:pt x="1" y="7"/>
                  </a:cubicBezTo>
                  <a:cubicBezTo>
                    <a:pt x="4" y="4"/>
                    <a:pt x="3" y="3"/>
                    <a:pt x="1" y="0"/>
                  </a:cubicBez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8" name="Freeform 2427">
              <a:extLst>
                <a:ext uri="{FF2B5EF4-FFF2-40B4-BE49-F238E27FC236}">
                  <a16:creationId xmlns:a16="http://schemas.microsoft.com/office/drawing/2014/main" id="{E5C91C6A-8B4B-42AD-9707-E275070D9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670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0 h 3"/>
                <a:gd name="T4" fmla="*/ 2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2" y="3"/>
                    <a:pt x="1" y="1"/>
                  </a:cubicBezTo>
                </a:path>
              </a:pathLst>
            </a:custGeom>
            <a:solidFill>
              <a:srgbClr val="9F6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2428">
              <a:extLst>
                <a:ext uri="{FF2B5EF4-FFF2-40B4-BE49-F238E27FC236}">
                  <a16:creationId xmlns:a16="http://schemas.microsoft.com/office/drawing/2014/main" id="{B826A5FC-8FFA-4D05-BCEC-EAD85DB7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510"/>
              <a:ext cx="5" cy="19"/>
            </a:xfrm>
            <a:custGeom>
              <a:avLst/>
              <a:gdLst>
                <a:gd name="T0" fmla="*/ 0 w 2"/>
                <a:gd name="T1" fmla="*/ 81 h 7"/>
                <a:gd name="T2" fmla="*/ 20 w 2"/>
                <a:gd name="T3" fmla="*/ 141 h 7"/>
                <a:gd name="T4" fmla="*/ 33 w 2"/>
                <a:gd name="T5" fmla="*/ 0 h 7"/>
                <a:gd name="T6" fmla="*/ 20 w 2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7">
                  <a:moveTo>
                    <a:pt x="0" y="4"/>
                  </a:moveTo>
                  <a:cubicBezTo>
                    <a:pt x="0" y="6"/>
                    <a:pt x="0" y="6"/>
                    <a:pt x="1" y="7"/>
                  </a:cubicBezTo>
                  <a:cubicBezTo>
                    <a:pt x="2" y="5"/>
                    <a:pt x="2" y="2"/>
                    <a:pt x="2" y="0"/>
                  </a:cubicBezTo>
                  <a:cubicBezTo>
                    <a:pt x="0" y="0"/>
                    <a:pt x="1" y="1"/>
                    <a:pt x="1" y="3"/>
                  </a:cubicBezTo>
                </a:path>
              </a:pathLst>
            </a:custGeom>
            <a:solidFill>
              <a:srgbClr val="D48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Freeform 2429">
              <a:extLst>
                <a:ext uri="{FF2B5EF4-FFF2-40B4-BE49-F238E27FC236}">
                  <a16:creationId xmlns:a16="http://schemas.microsoft.com/office/drawing/2014/main" id="{77FB61F5-DC93-4A0A-8919-9438B67C7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486"/>
              <a:ext cx="18" cy="16"/>
            </a:xfrm>
            <a:custGeom>
              <a:avLst/>
              <a:gdLst>
                <a:gd name="T0" fmla="*/ 21 w 7"/>
                <a:gd name="T1" fmla="*/ 35 h 6"/>
                <a:gd name="T2" fmla="*/ 21 w 7"/>
                <a:gd name="T3" fmla="*/ 115 h 6"/>
                <a:gd name="T4" fmla="*/ 67 w 7"/>
                <a:gd name="T5" fmla="*/ 0 h 6"/>
                <a:gd name="T6" fmla="*/ 33 w 7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5" y="6"/>
                    <a:pt x="7" y="3"/>
                    <a:pt x="4" y="0"/>
                  </a:cubicBezTo>
                  <a:cubicBezTo>
                    <a:pt x="2" y="0"/>
                    <a:pt x="3" y="1"/>
                    <a:pt x="2" y="2"/>
                  </a:cubicBezTo>
                </a:path>
              </a:pathLst>
            </a:custGeom>
            <a:solidFill>
              <a:srgbClr val="D48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1" name="Freeform 2430">
              <a:extLst>
                <a:ext uri="{FF2B5EF4-FFF2-40B4-BE49-F238E27FC236}">
                  <a16:creationId xmlns:a16="http://schemas.microsoft.com/office/drawing/2014/main" id="{130EAF18-FB70-4B0A-B747-D2487FE80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486"/>
              <a:ext cx="3" cy="8"/>
            </a:xfrm>
            <a:custGeom>
              <a:avLst/>
              <a:gdLst>
                <a:gd name="T0" fmla="*/ 27 w 1"/>
                <a:gd name="T1" fmla="*/ 0 h 3"/>
                <a:gd name="T2" fmla="*/ 27 w 1"/>
                <a:gd name="T3" fmla="*/ 21 h 3"/>
                <a:gd name="T4" fmla="*/ 27 w 1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3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</a:path>
              </a:pathLst>
            </a:custGeom>
            <a:solidFill>
              <a:srgbClr val="D48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2" name="Freeform 2431">
              <a:extLst>
                <a:ext uri="{FF2B5EF4-FFF2-40B4-BE49-F238E27FC236}">
                  <a16:creationId xmlns:a16="http://schemas.microsoft.com/office/drawing/2014/main" id="{31F1FE2A-AC5E-4AAE-B541-CE7F5052A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572"/>
              <a:ext cx="10" cy="13"/>
            </a:xfrm>
            <a:custGeom>
              <a:avLst/>
              <a:gdLst>
                <a:gd name="T0" fmla="*/ 0 w 4"/>
                <a:gd name="T1" fmla="*/ 21 h 5"/>
                <a:gd name="T2" fmla="*/ 33 w 4"/>
                <a:gd name="T3" fmla="*/ 88 h 5"/>
                <a:gd name="T4" fmla="*/ 33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4" y="1"/>
                    <a:pt x="4" y="3"/>
                    <a:pt x="2" y="0"/>
                  </a:cubicBezTo>
                  <a:cubicBezTo>
                    <a:pt x="0" y="0"/>
                    <a:pt x="2" y="1"/>
                    <a:pt x="1" y="1"/>
                  </a:cubicBezTo>
                </a:path>
              </a:pathLst>
            </a:custGeom>
            <a:solidFill>
              <a:srgbClr val="D48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Freeform 2432">
              <a:extLst>
                <a:ext uri="{FF2B5EF4-FFF2-40B4-BE49-F238E27FC236}">
                  <a16:creationId xmlns:a16="http://schemas.microsoft.com/office/drawing/2014/main" id="{6C601332-11A1-459A-980F-6613F2F2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857"/>
              <a:ext cx="1050" cy="1120"/>
            </a:xfrm>
            <a:custGeom>
              <a:avLst/>
              <a:gdLst>
                <a:gd name="T0" fmla="*/ 5408 w 420"/>
                <a:gd name="T1" fmla="*/ 341 h 420"/>
                <a:gd name="T2" fmla="*/ 4458 w 420"/>
                <a:gd name="T3" fmla="*/ 307 h 420"/>
                <a:gd name="T4" fmla="*/ 3533 w 420"/>
                <a:gd name="T5" fmla="*/ 21 h 420"/>
                <a:gd name="T6" fmla="*/ 1875 w 420"/>
                <a:gd name="T7" fmla="*/ 853 h 420"/>
                <a:gd name="T8" fmla="*/ 283 w 420"/>
                <a:gd name="T9" fmla="*/ 4472 h 420"/>
                <a:gd name="T10" fmla="*/ 1283 w 420"/>
                <a:gd name="T11" fmla="*/ 7851 h 420"/>
                <a:gd name="T12" fmla="*/ 1595 w 420"/>
                <a:gd name="T13" fmla="*/ 7928 h 420"/>
                <a:gd name="T14" fmla="*/ 1863 w 420"/>
                <a:gd name="T15" fmla="*/ 7816 h 420"/>
                <a:gd name="T16" fmla="*/ 2220 w 420"/>
                <a:gd name="T17" fmla="*/ 6749 h 420"/>
                <a:gd name="T18" fmla="*/ 2458 w 420"/>
                <a:gd name="T19" fmla="*/ 4437 h 420"/>
                <a:gd name="T20" fmla="*/ 3375 w 420"/>
                <a:gd name="T21" fmla="*/ 2616 h 420"/>
                <a:gd name="T22" fmla="*/ 4520 w 420"/>
                <a:gd name="T23" fmla="*/ 1387 h 420"/>
                <a:gd name="T24" fmla="*/ 4863 w 420"/>
                <a:gd name="T25" fmla="*/ 1173 h 420"/>
                <a:gd name="T26" fmla="*/ 5688 w 420"/>
                <a:gd name="T27" fmla="*/ 1080 h 420"/>
                <a:gd name="T28" fmla="*/ 6063 w 420"/>
                <a:gd name="T29" fmla="*/ 1251 h 420"/>
                <a:gd name="T30" fmla="*/ 6363 w 420"/>
                <a:gd name="T31" fmla="*/ 968 h 420"/>
                <a:gd name="T32" fmla="*/ 6533 w 420"/>
                <a:gd name="T33" fmla="*/ 248 h 420"/>
                <a:gd name="T34" fmla="*/ 6300 w 420"/>
                <a:gd name="T35" fmla="*/ 115 h 420"/>
                <a:gd name="T36" fmla="*/ 6063 w 420"/>
                <a:gd name="T37" fmla="*/ 56 h 420"/>
                <a:gd name="T38" fmla="*/ 5408 w 420"/>
                <a:gd name="T39" fmla="*/ 341 h 42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20" h="420">
                  <a:moveTo>
                    <a:pt x="346" y="18"/>
                  </a:moveTo>
                  <a:cubicBezTo>
                    <a:pt x="319" y="18"/>
                    <a:pt x="301" y="20"/>
                    <a:pt x="285" y="16"/>
                  </a:cubicBezTo>
                  <a:cubicBezTo>
                    <a:pt x="270" y="12"/>
                    <a:pt x="248" y="2"/>
                    <a:pt x="226" y="1"/>
                  </a:cubicBezTo>
                  <a:cubicBezTo>
                    <a:pt x="191" y="0"/>
                    <a:pt x="157" y="13"/>
                    <a:pt x="120" y="45"/>
                  </a:cubicBezTo>
                  <a:cubicBezTo>
                    <a:pt x="87" y="72"/>
                    <a:pt x="37" y="147"/>
                    <a:pt x="18" y="236"/>
                  </a:cubicBezTo>
                  <a:cubicBezTo>
                    <a:pt x="0" y="318"/>
                    <a:pt x="48" y="396"/>
                    <a:pt x="82" y="414"/>
                  </a:cubicBezTo>
                  <a:cubicBezTo>
                    <a:pt x="84" y="415"/>
                    <a:pt x="90" y="420"/>
                    <a:pt x="102" y="418"/>
                  </a:cubicBezTo>
                  <a:cubicBezTo>
                    <a:pt x="109" y="418"/>
                    <a:pt x="116" y="415"/>
                    <a:pt x="119" y="412"/>
                  </a:cubicBezTo>
                  <a:cubicBezTo>
                    <a:pt x="124" y="406"/>
                    <a:pt x="137" y="388"/>
                    <a:pt x="142" y="356"/>
                  </a:cubicBezTo>
                  <a:cubicBezTo>
                    <a:pt x="148" y="325"/>
                    <a:pt x="144" y="267"/>
                    <a:pt x="157" y="234"/>
                  </a:cubicBezTo>
                  <a:cubicBezTo>
                    <a:pt x="170" y="198"/>
                    <a:pt x="189" y="165"/>
                    <a:pt x="216" y="138"/>
                  </a:cubicBezTo>
                  <a:cubicBezTo>
                    <a:pt x="244" y="110"/>
                    <a:pt x="280" y="94"/>
                    <a:pt x="289" y="73"/>
                  </a:cubicBezTo>
                  <a:cubicBezTo>
                    <a:pt x="294" y="61"/>
                    <a:pt x="299" y="63"/>
                    <a:pt x="311" y="62"/>
                  </a:cubicBezTo>
                  <a:cubicBezTo>
                    <a:pt x="323" y="60"/>
                    <a:pt x="354" y="53"/>
                    <a:pt x="364" y="57"/>
                  </a:cubicBezTo>
                  <a:cubicBezTo>
                    <a:pt x="374" y="61"/>
                    <a:pt x="381" y="65"/>
                    <a:pt x="388" y="66"/>
                  </a:cubicBezTo>
                  <a:cubicBezTo>
                    <a:pt x="396" y="67"/>
                    <a:pt x="400" y="57"/>
                    <a:pt x="407" y="51"/>
                  </a:cubicBezTo>
                  <a:cubicBezTo>
                    <a:pt x="413" y="45"/>
                    <a:pt x="420" y="20"/>
                    <a:pt x="418" y="13"/>
                  </a:cubicBezTo>
                  <a:cubicBezTo>
                    <a:pt x="417" y="6"/>
                    <a:pt x="403" y="6"/>
                    <a:pt x="403" y="6"/>
                  </a:cubicBezTo>
                  <a:cubicBezTo>
                    <a:pt x="403" y="6"/>
                    <a:pt x="395" y="5"/>
                    <a:pt x="388" y="3"/>
                  </a:cubicBezTo>
                  <a:cubicBezTo>
                    <a:pt x="381" y="0"/>
                    <a:pt x="361" y="10"/>
                    <a:pt x="346" y="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4" name="Freeform 2433">
              <a:extLst>
                <a:ext uri="{FF2B5EF4-FFF2-40B4-BE49-F238E27FC236}">
                  <a16:creationId xmlns:a16="http://schemas.microsoft.com/office/drawing/2014/main" id="{03BD840D-31A9-4C2F-9671-47D8CF3A0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009"/>
              <a:ext cx="413" cy="896"/>
            </a:xfrm>
            <a:custGeom>
              <a:avLst/>
              <a:gdLst>
                <a:gd name="T0" fmla="*/ 2588 w 165"/>
                <a:gd name="T1" fmla="*/ 0 h 336"/>
                <a:gd name="T2" fmla="*/ 864 w 165"/>
                <a:gd name="T3" fmla="*/ 1992 h 336"/>
                <a:gd name="T4" fmla="*/ 175 w 165"/>
                <a:gd name="T5" fmla="*/ 4459 h 336"/>
                <a:gd name="T6" fmla="*/ 0 w 165"/>
                <a:gd name="T7" fmla="*/ 6371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336">
                  <a:moveTo>
                    <a:pt x="165" y="0"/>
                  </a:moveTo>
                  <a:cubicBezTo>
                    <a:pt x="135" y="19"/>
                    <a:pt x="84" y="60"/>
                    <a:pt x="55" y="105"/>
                  </a:cubicBezTo>
                  <a:cubicBezTo>
                    <a:pt x="26" y="151"/>
                    <a:pt x="12" y="201"/>
                    <a:pt x="11" y="235"/>
                  </a:cubicBezTo>
                  <a:cubicBezTo>
                    <a:pt x="10" y="269"/>
                    <a:pt x="12" y="315"/>
                    <a:pt x="0" y="336"/>
                  </a:cubicBezTo>
                </a:path>
              </a:pathLst>
            </a:custGeom>
            <a:noFill/>
            <a:ln w="7938" cap="flat">
              <a:solidFill>
                <a:srgbClr val="722B1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Freeform 2434">
              <a:extLst>
                <a:ext uri="{FF2B5EF4-FFF2-40B4-BE49-F238E27FC236}">
                  <a16:creationId xmlns:a16="http://schemas.microsoft.com/office/drawing/2014/main" id="{108C0974-0611-45F7-9FFB-98AAFA10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873"/>
              <a:ext cx="615" cy="1027"/>
            </a:xfrm>
            <a:custGeom>
              <a:avLst/>
              <a:gdLst>
                <a:gd name="T0" fmla="*/ 783 w 246"/>
                <a:gd name="T1" fmla="*/ 7309 h 385"/>
                <a:gd name="T2" fmla="*/ 83 w 246"/>
                <a:gd name="T3" fmla="*/ 4634 h 385"/>
                <a:gd name="T4" fmla="*/ 458 w 246"/>
                <a:gd name="T5" fmla="*/ 2846 h 385"/>
                <a:gd name="T6" fmla="*/ 2208 w 246"/>
                <a:gd name="T7" fmla="*/ 248 h 385"/>
                <a:gd name="T8" fmla="*/ 3033 w 246"/>
                <a:gd name="T9" fmla="*/ 35 h 385"/>
                <a:gd name="T10" fmla="*/ 3845 w 246"/>
                <a:gd name="T11" fmla="*/ 363 h 3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385">
                  <a:moveTo>
                    <a:pt x="50" y="385"/>
                  </a:moveTo>
                  <a:cubicBezTo>
                    <a:pt x="50" y="385"/>
                    <a:pt x="0" y="307"/>
                    <a:pt x="5" y="244"/>
                  </a:cubicBezTo>
                  <a:cubicBezTo>
                    <a:pt x="7" y="220"/>
                    <a:pt x="14" y="186"/>
                    <a:pt x="29" y="150"/>
                  </a:cubicBezTo>
                  <a:cubicBezTo>
                    <a:pt x="57" y="81"/>
                    <a:pt x="104" y="27"/>
                    <a:pt x="141" y="13"/>
                  </a:cubicBezTo>
                  <a:cubicBezTo>
                    <a:pt x="170" y="0"/>
                    <a:pt x="175" y="3"/>
                    <a:pt x="194" y="2"/>
                  </a:cubicBezTo>
                  <a:cubicBezTo>
                    <a:pt x="213" y="1"/>
                    <a:pt x="244" y="16"/>
                    <a:pt x="246" y="19"/>
                  </a:cubicBezTo>
                </a:path>
              </a:pathLst>
            </a:custGeom>
            <a:noFill/>
            <a:ln w="7938" cap="flat">
              <a:solidFill>
                <a:srgbClr val="722B1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6" name="Freeform 2435">
              <a:extLst>
                <a:ext uri="{FF2B5EF4-FFF2-40B4-BE49-F238E27FC236}">
                  <a16:creationId xmlns:a16="http://schemas.microsoft.com/office/drawing/2014/main" id="{5A7239B6-EE89-4B1C-8648-BADB471F8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758"/>
              <a:ext cx="133" cy="168"/>
            </a:xfrm>
            <a:custGeom>
              <a:avLst/>
              <a:gdLst>
                <a:gd name="T0" fmla="*/ 0 w 53"/>
                <a:gd name="T1" fmla="*/ 0 h 63"/>
                <a:gd name="T2" fmla="*/ 838 w 53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63">
                  <a:moveTo>
                    <a:pt x="0" y="0"/>
                  </a:moveTo>
                  <a:cubicBezTo>
                    <a:pt x="7" y="19"/>
                    <a:pt x="39" y="61"/>
                    <a:pt x="53" y="63"/>
                  </a:cubicBezTo>
                </a:path>
              </a:pathLst>
            </a:custGeom>
            <a:noFill/>
            <a:ln w="7938" cap="flat">
              <a:solidFill>
                <a:srgbClr val="722B1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7" name="Freeform 2436">
              <a:extLst>
                <a:ext uri="{FF2B5EF4-FFF2-40B4-BE49-F238E27FC236}">
                  <a16:creationId xmlns:a16="http://schemas.microsoft.com/office/drawing/2014/main" id="{61B08DCE-DF3A-4497-BCFC-5B1F49B13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892"/>
              <a:ext cx="100" cy="69"/>
            </a:xfrm>
            <a:custGeom>
              <a:avLst/>
              <a:gdLst>
                <a:gd name="T0" fmla="*/ 625 w 40"/>
                <a:gd name="T1" fmla="*/ 430 h 26"/>
                <a:gd name="T2" fmla="*/ 313 w 40"/>
                <a:gd name="T3" fmla="*/ 21 h 26"/>
                <a:gd name="T4" fmla="*/ 0 w 40"/>
                <a:gd name="T5" fmla="*/ 247 h 26"/>
                <a:gd name="T6" fmla="*/ 50 w 40"/>
                <a:gd name="T7" fmla="*/ 48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6">
                  <a:moveTo>
                    <a:pt x="40" y="23"/>
                  </a:moveTo>
                  <a:cubicBezTo>
                    <a:pt x="40" y="6"/>
                    <a:pt x="38" y="1"/>
                    <a:pt x="20" y="1"/>
                  </a:cubicBezTo>
                  <a:cubicBezTo>
                    <a:pt x="11" y="0"/>
                    <a:pt x="0" y="5"/>
                    <a:pt x="0" y="13"/>
                  </a:cubicBezTo>
                  <a:cubicBezTo>
                    <a:pt x="1" y="18"/>
                    <a:pt x="1" y="22"/>
                    <a:pt x="3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8" name="Freeform 2437">
              <a:extLst>
                <a:ext uri="{FF2B5EF4-FFF2-40B4-BE49-F238E27FC236}">
                  <a16:creationId xmlns:a16="http://schemas.microsoft.com/office/drawing/2014/main" id="{86BB6000-7DB3-4B41-8BCF-A7C5C0CEB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897"/>
              <a:ext cx="45" cy="107"/>
            </a:xfrm>
            <a:custGeom>
              <a:avLst/>
              <a:gdLst>
                <a:gd name="T0" fmla="*/ 113 w 18"/>
                <a:gd name="T1" fmla="*/ 0 h 40"/>
                <a:gd name="T2" fmla="*/ 175 w 18"/>
                <a:gd name="T3" fmla="*/ 559 h 40"/>
                <a:gd name="T4" fmla="*/ 270 w 18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7" y="0"/>
                  </a:moveTo>
                  <a:cubicBezTo>
                    <a:pt x="2" y="14"/>
                    <a:pt x="0" y="19"/>
                    <a:pt x="11" y="29"/>
                  </a:cubicBezTo>
                  <a:cubicBezTo>
                    <a:pt x="16" y="33"/>
                    <a:pt x="18" y="35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9" name="Freeform 2438">
              <a:extLst>
                <a:ext uri="{FF2B5EF4-FFF2-40B4-BE49-F238E27FC236}">
                  <a16:creationId xmlns:a16="http://schemas.microsoft.com/office/drawing/2014/main" id="{DF06FB94-15C4-434A-AB89-F237C1CE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916"/>
              <a:ext cx="50" cy="112"/>
            </a:xfrm>
            <a:custGeom>
              <a:avLst/>
              <a:gdLst>
                <a:gd name="T0" fmla="*/ 125 w 20"/>
                <a:gd name="T1" fmla="*/ 0 h 42"/>
                <a:gd name="T2" fmla="*/ 83 w 20"/>
                <a:gd name="T3" fmla="*/ 589 h 42"/>
                <a:gd name="T4" fmla="*/ 313 w 20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8" y="0"/>
                  </a:moveTo>
                  <a:cubicBezTo>
                    <a:pt x="4" y="12"/>
                    <a:pt x="0" y="23"/>
                    <a:pt x="5" y="31"/>
                  </a:cubicBezTo>
                  <a:cubicBezTo>
                    <a:pt x="7" y="36"/>
                    <a:pt x="18" y="38"/>
                    <a:pt x="20" y="42"/>
                  </a:cubicBezTo>
                </a:path>
              </a:pathLst>
            </a:custGeom>
            <a:noFill/>
            <a:ln w="7938" cap="flat">
              <a:solidFill>
                <a:srgbClr val="722B1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0" name="Freeform 2439">
              <a:extLst>
                <a:ext uri="{FF2B5EF4-FFF2-40B4-BE49-F238E27FC236}">
                  <a16:creationId xmlns:a16="http://schemas.microsoft.com/office/drawing/2014/main" id="{3D9C5C87-3D7E-420F-9592-2D41B116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884"/>
              <a:ext cx="20" cy="133"/>
            </a:xfrm>
            <a:custGeom>
              <a:avLst/>
              <a:gdLst>
                <a:gd name="T0" fmla="*/ 95 w 8"/>
                <a:gd name="T1" fmla="*/ 0 h 50"/>
                <a:gd name="T2" fmla="*/ 63 w 8"/>
                <a:gd name="T3" fmla="*/ 601 h 50"/>
                <a:gd name="T4" fmla="*/ 113 w 8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0">
                  <a:moveTo>
                    <a:pt x="6" y="0"/>
                  </a:moveTo>
                  <a:cubicBezTo>
                    <a:pt x="3" y="11"/>
                    <a:pt x="0" y="22"/>
                    <a:pt x="4" y="32"/>
                  </a:cubicBezTo>
                  <a:cubicBezTo>
                    <a:pt x="7" y="39"/>
                    <a:pt x="8" y="42"/>
                    <a:pt x="7" y="5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7" name="green-apple-fruit-illustration">
            <a:extLst>
              <a:ext uri="{FF2B5EF4-FFF2-40B4-BE49-F238E27FC236}">
                <a16:creationId xmlns:a16="http://schemas.microsoft.com/office/drawing/2014/main" id="{C013B344-AF6D-44D6-A574-037EA898BA30}"/>
              </a:ext>
            </a:extLst>
          </p:cNvPr>
          <p:cNvGrpSpPr>
            <a:grpSpLocks/>
          </p:cNvGrpSpPr>
          <p:nvPr/>
        </p:nvGrpSpPr>
        <p:grpSpPr bwMode="auto">
          <a:xfrm>
            <a:off x="3751263" y="5407025"/>
            <a:ext cx="777875" cy="782638"/>
            <a:chOff x="1403" y="3325"/>
            <a:chExt cx="490" cy="493"/>
          </a:xfrm>
        </p:grpSpPr>
        <p:sp>
          <p:nvSpPr>
            <p:cNvPr id="13436" name="Freeform 2441">
              <a:extLst>
                <a:ext uri="{FF2B5EF4-FFF2-40B4-BE49-F238E27FC236}">
                  <a16:creationId xmlns:a16="http://schemas.microsoft.com/office/drawing/2014/main" id="{F456CAB2-9E42-414C-BE54-5081C4D9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325"/>
              <a:ext cx="490" cy="493"/>
            </a:xfrm>
            <a:custGeom>
              <a:avLst/>
              <a:gdLst>
                <a:gd name="T0" fmla="*/ 116 w 825"/>
                <a:gd name="T1" fmla="*/ 24 h 832"/>
                <a:gd name="T2" fmla="*/ 17 w 825"/>
                <a:gd name="T3" fmla="*/ 63 h 832"/>
                <a:gd name="T4" fmla="*/ 98 w 825"/>
                <a:gd name="T5" fmla="*/ 153 h 832"/>
                <a:gd name="T6" fmla="*/ 116 w 825"/>
                <a:gd name="T7" fmla="*/ 24 h 8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5" h="832">
                  <a:moveTo>
                    <a:pt x="556" y="115"/>
                  </a:moveTo>
                  <a:cubicBezTo>
                    <a:pt x="493" y="55"/>
                    <a:pt x="165" y="0"/>
                    <a:pt x="83" y="303"/>
                  </a:cubicBezTo>
                  <a:cubicBezTo>
                    <a:pt x="0" y="605"/>
                    <a:pt x="226" y="832"/>
                    <a:pt x="467" y="735"/>
                  </a:cubicBezTo>
                  <a:cubicBezTo>
                    <a:pt x="708" y="638"/>
                    <a:pt x="825" y="281"/>
                    <a:pt x="556" y="115"/>
                  </a:cubicBezTo>
                  <a:close/>
                </a:path>
              </a:pathLst>
            </a:custGeom>
            <a:solidFill>
              <a:srgbClr val="88BC51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2442">
              <a:extLst>
                <a:ext uri="{FF2B5EF4-FFF2-40B4-BE49-F238E27FC236}">
                  <a16:creationId xmlns:a16="http://schemas.microsoft.com/office/drawing/2014/main" id="{700A3C2F-C159-4B9A-BBBD-9C2BEF927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411"/>
              <a:ext cx="73" cy="52"/>
            </a:xfrm>
            <a:custGeom>
              <a:avLst/>
              <a:gdLst>
                <a:gd name="T0" fmla="*/ 5 w 123"/>
                <a:gd name="T1" fmla="*/ 0 h 88"/>
                <a:gd name="T2" fmla="*/ 13 w 123"/>
                <a:gd name="T3" fmla="*/ 10 h 88"/>
                <a:gd name="T4" fmla="*/ 26 w 123"/>
                <a:gd name="T5" fmla="*/ 12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88">
                  <a:moveTo>
                    <a:pt x="23" y="0"/>
                  </a:moveTo>
                  <a:cubicBezTo>
                    <a:pt x="23" y="0"/>
                    <a:pt x="0" y="7"/>
                    <a:pt x="62" y="47"/>
                  </a:cubicBezTo>
                  <a:cubicBezTo>
                    <a:pt x="123" y="88"/>
                    <a:pt x="121" y="60"/>
                    <a:pt x="121" y="6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2443">
              <a:extLst>
                <a:ext uri="{FF2B5EF4-FFF2-40B4-BE49-F238E27FC236}">
                  <a16:creationId xmlns:a16="http://schemas.microsoft.com/office/drawing/2014/main" id="{F5C95A47-055C-4569-A3E7-89E79DC8A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353"/>
              <a:ext cx="145" cy="98"/>
            </a:xfrm>
            <a:custGeom>
              <a:avLst/>
              <a:gdLst>
                <a:gd name="T0" fmla="*/ 14 w 244"/>
                <a:gd name="T1" fmla="*/ 35 h 164"/>
                <a:gd name="T2" fmla="*/ 0 w 244"/>
                <a:gd name="T3" fmla="*/ 26 h 164"/>
                <a:gd name="T4" fmla="*/ 5 w 244"/>
                <a:gd name="T5" fmla="*/ 23 h 164"/>
                <a:gd name="T6" fmla="*/ 25 w 244"/>
                <a:gd name="T7" fmla="*/ 11 h 164"/>
                <a:gd name="T8" fmla="*/ 31 w 244"/>
                <a:gd name="T9" fmla="*/ 8 h 164"/>
                <a:gd name="T10" fmla="*/ 44 w 244"/>
                <a:gd name="T11" fmla="*/ 0 h 164"/>
                <a:gd name="T12" fmla="*/ 51 w 244"/>
                <a:gd name="T13" fmla="*/ 10 h 164"/>
                <a:gd name="T14" fmla="*/ 39 w 244"/>
                <a:gd name="T15" fmla="*/ 19 h 164"/>
                <a:gd name="T16" fmla="*/ 31 w 244"/>
                <a:gd name="T17" fmla="*/ 23 h 164"/>
                <a:gd name="T18" fmla="*/ 14 w 244"/>
                <a:gd name="T19" fmla="*/ 35 h 1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4" h="164">
                  <a:moveTo>
                    <a:pt x="64" y="164"/>
                  </a:moveTo>
                  <a:cubicBezTo>
                    <a:pt x="64" y="164"/>
                    <a:pt x="22" y="145"/>
                    <a:pt x="0" y="124"/>
                  </a:cubicBezTo>
                  <a:cubicBezTo>
                    <a:pt x="0" y="124"/>
                    <a:pt x="2" y="112"/>
                    <a:pt x="25" y="107"/>
                  </a:cubicBezTo>
                  <a:cubicBezTo>
                    <a:pt x="47" y="102"/>
                    <a:pt x="109" y="65"/>
                    <a:pt x="118" y="54"/>
                  </a:cubicBezTo>
                  <a:cubicBezTo>
                    <a:pt x="126" y="44"/>
                    <a:pt x="129" y="38"/>
                    <a:pt x="147" y="37"/>
                  </a:cubicBezTo>
                  <a:cubicBezTo>
                    <a:pt x="164" y="37"/>
                    <a:pt x="209" y="0"/>
                    <a:pt x="209" y="0"/>
                  </a:cubicBezTo>
                  <a:cubicBezTo>
                    <a:pt x="244" y="43"/>
                    <a:pt x="244" y="43"/>
                    <a:pt x="244" y="43"/>
                  </a:cubicBezTo>
                  <a:cubicBezTo>
                    <a:pt x="244" y="43"/>
                    <a:pt x="198" y="68"/>
                    <a:pt x="184" y="88"/>
                  </a:cubicBezTo>
                  <a:cubicBezTo>
                    <a:pt x="171" y="108"/>
                    <a:pt x="174" y="112"/>
                    <a:pt x="152" y="110"/>
                  </a:cubicBezTo>
                  <a:cubicBezTo>
                    <a:pt x="130" y="108"/>
                    <a:pt x="76" y="132"/>
                    <a:pt x="64" y="164"/>
                  </a:cubicBezTo>
                  <a:close/>
                </a:path>
              </a:pathLst>
            </a:custGeom>
            <a:solidFill>
              <a:srgbClr val="BF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2444">
              <a:extLst>
                <a:ext uri="{FF2B5EF4-FFF2-40B4-BE49-F238E27FC236}">
                  <a16:creationId xmlns:a16="http://schemas.microsoft.com/office/drawing/2014/main" id="{33686FE3-A35F-42DC-A83A-BFA9E2DE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353"/>
              <a:ext cx="145" cy="98"/>
            </a:xfrm>
            <a:custGeom>
              <a:avLst/>
              <a:gdLst>
                <a:gd name="T0" fmla="*/ 14 w 244"/>
                <a:gd name="T1" fmla="*/ 35 h 164"/>
                <a:gd name="T2" fmla="*/ 0 w 244"/>
                <a:gd name="T3" fmla="*/ 26 h 164"/>
                <a:gd name="T4" fmla="*/ 5 w 244"/>
                <a:gd name="T5" fmla="*/ 23 h 164"/>
                <a:gd name="T6" fmla="*/ 25 w 244"/>
                <a:gd name="T7" fmla="*/ 11 h 164"/>
                <a:gd name="T8" fmla="*/ 31 w 244"/>
                <a:gd name="T9" fmla="*/ 8 h 164"/>
                <a:gd name="T10" fmla="*/ 44 w 244"/>
                <a:gd name="T11" fmla="*/ 0 h 164"/>
                <a:gd name="T12" fmla="*/ 51 w 244"/>
                <a:gd name="T13" fmla="*/ 10 h 164"/>
                <a:gd name="T14" fmla="*/ 39 w 244"/>
                <a:gd name="T15" fmla="*/ 19 h 164"/>
                <a:gd name="T16" fmla="*/ 31 w 244"/>
                <a:gd name="T17" fmla="*/ 23 h 164"/>
                <a:gd name="T18" fmla="*/ 14 w 244"/>
                <a:gd name="T19" fmla="*/ 35 h 1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4" h="164">
                  <a:moveTo>
                    <a:pt x="64" y="164"/>
                  </a:moveTo>
                  <a:cubicBezTo>
                    <a:pt x="64" y="164"/>
                    <a:pt x="22" y="145"/>
                    <a:pt x="0" y="124"/>
                  </a:cubicBezTo>
                  <a:cubicBezTo>
                    <a:pt x="0" y="124"/>
                    <a:pt x="2" y="112"/>
                    <a:pt x="25" y="107"/>
                  </a:cubicBezTo>
                  <a:cubicBezTo>
                    <a:pt x="47" y="102"/>
                    <a:pt x="109" y="65"/>
                    <a:pt x="118" y="54"/>
                  </a:cubicBezTo>
                  <a:cubicBezTo>
                    <a:pt x="126" y="44"/>
                    <a:pt x="129" y="38"/>
                    <a:pt x="147" y="37"/>
                  </a:cubicBezTo>
                  <a:cubicBezTo>
                    <a:pt x="164" y="37"/>
                    <a:pt x="209" y="0"/>
                    <a:pt x="209" y="0"/>
                  </a:cubicBezTo>
                  <a:cubicBezTo>
                    <a:pt x="244" y="43"/>
                    <a:pt x="244" y="43"/>
                    <a:pt x="244" y="43"/>
                  </a:cubicBezTo>
                  <a:cubicBezTo>
                    <a:pt x="244" y="43"/>
                    <a:pt x="198" y="68"/>
                    <a:pt x="184" y="88"/>
                  </a:cubicBezTo>
                  <a:cubicBezTo>
                    <a:pt x="171" y="108"/>
                    <a:pt x="174" y="112"/>
                    <a:pt x="152" y="110"/>
                  </a:cubicBezTo>
                  <a:cubicBezTo>
                    <a:pt x="130" y="108"/>
                    <a:pt x="76" y="132"/>
                    <a:pt x="64" y="16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2445">
              <a:extLst>
                <a:ext uri="{FF2B5EF4-FFF2-40B4-BE49-F238E27FC236}">
                  <a16:creationId xmlns:a16="http://schemas.microsoft.com/office/drawing/2014/main" id="{FC1ABAFF-1769-420A-B62A-338EADAD8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3352"/>
              <a:ext cx="27" cy="29"/>
            </a:xfrm>
            <a:custGeom>
              <a:avLst/>
              <a:gdLst>
                <a:gd name="T0" fmla="*/ 4 w 45"/>
                <a:gd name="T1" fmla="*/ 7 h 49"/>
                <a:gd name="T2" fmla="*/ 9 w 45"/>
                <a:gd name="T3" fmla="*/ 9 h 49"/>
                <a:gd name="T4" fmla="*/ 6 w 45"/>
                <a:gd name="T5" fmla="*/ 4 h 49"/>
                <a:gd name="T6" fmla="*/ 1 w 45"/>
                <a:gd name="T7" fmla="*/ 1 h 49"/>
                <a:gd name="T8" fmla="*/ 4 w 45"/>
                <a:gd name="T9" fmla="*/ 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16" y="30"/>
                  </a:moveTo>
                  <a:cubicBezTo>
                    <a:pt x="26" y="42"/>
                    <a:pt x="37" y="49"/>
                    <a:pt x="41" y="46"/>
                  </a:cubicBezTo>
                  <a:cubicBezTo>
                    <a:pt x="45" y="43"/>
                    <a:pt x="40" y="31"/>
                    <a:pt x="29" y="19"/>
                  </a:cubicBezTo>
                  <a:cubicBezTo>
                    <a:pt x="19" y="7"/>
                    <a:pt x="7" y="0"/>
                    <a:pt x="4" y="3"/>
                  </a:cubicBezTo>
                  <a:cubicBezTo>
                    <a:pt x="0" y="6"/>
                    <a:pt x="5" y="18"/>
                    <a:pt x="16" y="30"/>
                  </a:cubicBezTo>
                  <a:close/>
                </a:path>
              </a:pathLst>
            </a:custGeom>
            <a:solidFill>
              <a:srgbClr val="E2E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2446">
              <a:extLst>
                <a:ext uri="{FF2B5EF4-FFF2-40B4-BE49-F238E27FC236}">
                  <a16:creationId xmlns:a16="http://schemas.microsoft.com/office/drawing/2014/main" id="{4A8929E4-9B9B-4372-8C49-3DD4F8934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352"/>
              <a:ext cx="27" cy="29"/>
            </a:xfrm>
            <a:custGeom>
              <a:avLst/>
              <a:gdLst>
                <a:gd name="T0" fmla="*/ 4 w 45"/>
                <a:gd name="T1" fmla="*/ 7 h 49"/>
                <a:gd name="T2" fmla="*/ 9 w 45"/>
                <a:gd name="T3" fmla="*/ 9 h 49"/>
                <a:gd name="T4" fmla="*/ 7 w 45"/>
                <a:gd name="T5" fmla="*/ 4 h 49"/>
                <a:gd name="T6" fmla="*/ 1 w 45"/>
                <a:gd name="T7" fmla="*/ 1 h 49"/>
                <a:gd name="T8" fmla="*/ 4 w 45"/>
                <a:gd name="T9" fmla="*/ 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16" y="30"/>
                  </a:moveTo>
                  <a:cubicBezTo>
                    <a:pt x="26" y="42"/>
                    <a:pt x="38" y="49"/>
                    <a:pt x="42" y="46"/>
                  </a:cubicBezTo>
                  <a:cubicBezTo>
                    <a:pt x="45" y="43"/>
                    <a:pt x="40" y="31"/>
                    <a:pt x="30" y="19"/>
                  </a:cubicBezTo>
                  <a:cubicBezTo>
                    <a:pt x="19" y="7"/>
                    <a:pt x="8" y="0"/>
                    <a:pt x="4" y="3"/>
                  </a:cubicBezTo>
                  <a:cubicBezTo>
                    <a:pt x="0" y="6"/>
                    <a:pt x="6" y="18"/>
                    <a:pt x="16" y="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2447">
              <a:extLst>
                <a:ext uri="{FF2B5EF4-FFF2-40B4-BE49-F238E27FC236}">
                  <a16:creationId xmlns:a16="http://schemas.microsoft.com/office/drawing/2014/main" id="{6276721F-A1ED-4FAF-B099-514DB22A7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362"/>
              <a:ext cx="117" cy="73"/>
            </a:xfrm>
            <a:custGeom>
              <a:avLst/>
              <a:gdLst>
                <a:gd name="T0" fmla="*/ 39 w 197"/>
                <a:gd name="T1" fmla="*/ 0 h 123"/>
                <a:gd name="T2" fmla="*/ 39 w 197"/>
                <a:gd name="T3" fmla="*/ 3 h 123"/>
                <a:gd name="T4" fmla="*/ 41 w 197"/>
                <a:gd name="T5" fmla="*/ 5 h 123"/>
                <a:gd name="T6" fmla="*/ 35 w 197"/>
                <a:gd name="T7" fmla="*/ 11 h 123"/>
                <a:gd name="T8" fmla="*/ 27 w 197"/>
                <a:gd name="T9" fmla="*/ 17 h 123"/>
                <a:gd name="T10" fmla="*/ 18 w 197"/>
                <a:gd name="T11" fmla="*/ 19 h 123"/>
                <a:gd name="T12" fmla="*/ 11 w 197"/>
                <a:gd name="T13" fmla="*/ 24 h 123"/>
                <a:gd name="T14" fmla="*/ 5 w 197"/>
                <a:gd name="T15" fmla="*/ 26 h 123"/>
                <a:gd name="T16" fmla="*/ 1 w 197"/>
                <a:gd name="T17" fmla="*/ 23 h 123"/>
                <a:gd name="T18" fmla="*/ 14 w 197"/>
                <a:gd name="T19" fmla="*/ 17 h 123"/>
                <a:gd name="T20" fmla="*/ 20 w 197"/>
                <a:gd name="T21" fmla="*/ 12 h 123"/>
                <a:gd name="T22" fmla="*/ 23 w 197"/>
                <a:gd name="T23" fmla="*/ 9 h 123"/>
                <a:gd name="T24" fmla="*/ 26 w 197"/>
                <a:gd name="T25" fmla="*/ 8 h 123"/>
                <a:gd name="T26" fmla="*/ 31 w 197"/>
                <a:gd name="T27" fmla="*/ 5 h 123"/>
                <a:gd name="T28" fmla="*/ 38 w 197"/>
                <a:gd name="T29" fmla="*/ 1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23">
                  <a:moveTo>
                    <a:pt x="183" y="0"/>
                  </a:moveTo>
                  <a:cubicBezTo>
                    <a:pt x="183" y="4"/>
                    <a:pt x="184" y="10"/>
                    <a:pt x="187" y="13"/>
                  </a:cubicBezTo>
                  <a:cubicBezTo>
                    <a:pt x="189" y="17"/>
                    <a:pt x="196" y="21"/>
                    <a:pt x="196" y="26"/>
                  </a:cubicBezTo>
                  <a:cubicBezTo>
                    <a:pt x="197" y="37"/>
                    <a:pt x="174" y="45"/>
                    <a:pt x="168" y="51"/>
                  </a:cubicBezTo>
                  <a:cubicBezTo>
                    <a:pt x="152" y="64"/>
                    <a:pt x="151" y="83"/>
                    <a:pt x="126" y="83"/>
                  </a:cubicBezTo>
                  <a:cubicBezTo>
                    <a:pt x="111" y="83"/>
                    <a:pt x="101" y="84"/>
                    <a:pt x="87" y="91"/>
                  </a:cubicBezTo>
                  <a:cubicBezTo>
                    <a:pt x="75" y="98"/>
                    <a:pt x="64" y="107"/>
                    <a:pt x="52" y="114"/>
                  </a:cubicBezTo>
                  <a:cubicBezTo>
                    <a:pt x="44" y="119"/>
                    <a:pt x="36" y="123"/>
                    <a:pt x="26" y="122"/>
                  </a:cubicBezTo>
                  <a:cubicBezTo>
                    <a:pt x="21" y="121"/>
                    <a:pt x="0" y="113"/>
                    <a:pt x="2" y="107"/>
                  </a:cubicBezTo>
                  <a:cubicBezTo>
                    <a:pt x="23" y="98"/>
                    <a:pt x="46" y="90"/>
                    <a:pt x="67" y="80"/>
                  </a:cubicBezTo>
                  <a:cubicBezTo>
                    <a:pt x="77" y="76"/>
                    <a:pt x="86" y="68"/>
                    <a:pt x="95" y="61"/>
                  </a:cubicBezTo>
                  <a:cubicBezTo>
                    <a:pt x="101" y="57"/>
                    <a:pt x="102" y="51"/>
                    <a:pt x="107" y="46"/>
                  </a:cubicBezTo>
                  <a:cubicBezTo>
                    <a:pt x="111" y="42"/>
                    <a:pt x="117" y="41"/>
                    <a:pt x="124" y="39"/>
                  </a:cubicBezTo>
                  <a:cubicBezTo>
                    <a:pt x="134" y="36"/>
                    <a:pt x="141" y="33"/>
                    <a:pt x="149" y="26"/>
                  </a:cubicBezTo>
                  <a:cubicBezTo>
                    <a:pt x="158" y="18"/>
                    <a:pt x="169" y="8"/>
                    <a:pt x="180" y="4"/>
                  </a:cubicBezTo>
                </a:path>
              </a:pathLst>
            </a:custGeom>
            <a:solidFill>
              <a:srgbClr val="CCC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2448">
              <a:extLst>
                <a:ext uri="{FF2B5EF4-FFF2-40B4-BE49-F238E27FC236}">
                  <a16:creationId xmlns:a16="http://schemas.microsoft.com/office/drawing/2014/main" id="{8F4CDC2F-57D8-4DD0-9A65-832E16E7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382"/>
              <a:ext cx="27" cy="24"/>
            </a:xfrm>
            <a:custGeom>
              <a:avLst/>
              <a:gdLst>
                <a:gd name="T0" fmla="*/ 2 w 44"/>
                <a:gd name="T1" fmla="*/ 2 h 40"/>
                <a:gd name="T2" fmla="*/ 9 w 44"/>
                <a:gd name="T3" fmla="*/ 2 h 40"/>
                <a:gd name="T4" fmla="*/ 7 w 44"/>
                <a:gd name="T5" fmla="*/ 7 h 40"/>
                <a:gd name="T6" fmla="*/ 1 w 44"/>
                <a:gd name="T7" fmla="*/ 7 h 40"/>
                <a:gd name="T8" fmla="*/ 2 w 44"/>
                <a:gd name="T9" fmla="*/ 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12" y="9"/>
                  </a:moveTo>
                  <a:cubicBezTo>
                    <a:pt x="19" y="9"/>
                    <a:pt x="34" y="0"/>
                    <a:pt x="39" y="8"/>
                  </a:cubicBezTo>
                  <a:cubicBezTo>
                    <a:pt x="44" y="15"/>
                    <a:pt x="38" y="28"/>
                    <a:pt x="33" y="33"/>
                  </a:cubicBezTo>
                  <a:cubicBezTo>
                    <a:pt x="26" y="40"/>
                    <a:pt x="12" y="38"/>
                    <a:pt x="6" y="30"/>
                  </a:cubicBezTo>
                  <a:cubicBezTo>
                    <a:pt x="0" y="23"/>
                    <a:pt x="7" y="19"/>
                    <a:pt x="12" y="14"/>
                  </a:cubicBezTo>
                </a:path>
              </a:pathLst>
            </a:custGeom>
            <a:solidFill>
              <a:srgbClr val="D5D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2449">
              <a:extLst>
                <a:ext uri="{FF2B5EF4-FFF2-40B4-BE49-F238E27FC236}">
                  <a16:creationId xmlns:a16="http://schemas.microsoft.com/office/drawing/2014/main" id="{D902B50B-71DC-4BFB-A022-0DBF2E282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3391"/>
              <a:ext cx="10" cy="9"/>
            </a:xfrm>
            <a:custGeom>
              <a:avLst/>
              <a:gdLst>
                <a:gd name="T0" fmla="*/ 2 w 18"/>
                <a:gd name="T1" fmla="*/ 0 h 16"/>
                <a:gd name="T2" fmla="*/ 1 w 18"/>
                <a:gd name="T3" fmla="*/ 3 h 16"/>
                <a:gd name="T4" fmla="*/ 2 w 18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18" y="0"/>
                    <a:pt x="16" y="16"/>
                    <a:pt x="8" y="14"/>
                  </a:cubicBezTo>
                  <a:cubicBezTo>
                    <a:pt x="0" y="12"/>
                    <a:pt x="4" y="2"/>
                    <a:pt x="11" y="2"/>
                  </a:cubicBezTo>
                </a:path>
              </a:pathLst>
            </a:custGeom>
            <a:solidFill>
              <a:srgbClr val="EF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2450">
              <a:extLst>
                <a:ext uri="{FF2B5EF4-FFF2-40B4-BE49-F238E27FC236}">
                  <a16:creationId xmlns:a16="http://schemas.microsoft.com/office/drawing/2014/main" id="{B55A75B9-4167-4F3C-9A5F-69B11260F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3385"/>
              <a:ext cx="5" cy="5"/>
            </a:xfrm>
            <a:custGeom>
              <a:avLst/>
              <a:gdLst>
                <a:gd name="T0" fmla="*/ 1 w 8"/>
                <a:gd name="T1" fmla="*/ 1 h 9"/>
                <a:gd name="T2" fmla="*/ 1 w 8"/>
                <a:gd name="T3" fmla="*/ 1 h 9"/>
                <a:gd name="T4" fmla="*/ 1 w 8"/>
                <a:gd name="T5" fmla="*/ 1 h 9"/>
                <a:gd name="T6" fmla="*/ 2 w 8"/>
                <a:gd name="T7" fmla="*/ 1 h 9"/>
                <a:gd name="T8" fmla="*/ 1 w 8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3" y="8"/>
                  </a:moveTo>
                  <a:cubicBezTo>
                    <a:pt x="2" y="8"/>
                    <a:pt x="1" y="8"/>
                    <a:pt x="1" y="8"/>
                  </a:cubicBezTo>
                  <a:cubicBezTo>
                    <a:pt x="0" y="5"/>
                    <a:pt x="0" y="0"/>
                    <a:pt x="4" y="2"/>
                  </a:cubicBezTo>
                  <a:cubicBezTo>
                    <a:pt x="6" y="3"/>
                    <a:pt x="8" y="6"/>
                    <a:pt x="7" y="7"/>
                  </a:cubicBezTo>
                  <a:cubicBezTo>
                    <a:pt x="6" y="9"/>
                    <a:pt x="3" y="9"/>
                    <a:pt x="3" y="9"/>
                  </a:cubicBezTo>
                </a:path>
              </a:pathLst>
            </a:custGeom>
            <a:solidFill>
              <a:srgbClr val="EF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Freeform 2451">
              <a:extLst>
                <a:ext uri="{FF2B5EF4-FFF2-40B4-BE49-F238E27FC236}">
                  <a16:creationId xmlns:a16="http://schemas.microsoft.com/office/drawing/2014/main" id="{D90F4832-41B5-4D96-9254-15A7A54F7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390"/>
              <a:ext cx="3" cy="3"/>
            </a:xfrm>
            <a:custGeom>
              <a:avLst/>
              <a:gdLst>
                <a:gd name="T0" fmla="*/ 1 w 5"/>
                <a:gd name="T1" fmla="*/ 0 h 5"/>
                <a:gd name="T2" fmla="*/ 1 w 5"/>
                <a:gd name="T3" fmla="*/ 1 h 5"/>
                <a:gd name="T4" fmla="*/ 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0"/>
                    <a:pt x="5" y="5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solidFill>
              <a:srgbClr val="EF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7" name="Freeform 2452">
              <a:extLst>
                <a:ext uri="{FF2B5EF4-FFF2-40B4-BE49-F238E27FC236}">
                  <a16:creationId xmlns:a16="http://schemas.microsoft.com/office/drawing/2014/main" id="{4A7DA0C5-BDAA-4593-AD78-54CEB510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425"/>
              <a:ext cx="43" cy="22"/>
            </a:xfrm>
            <a:custGeom>
              <a:avLst/>
              <a:gdLst>
                <a:gd name="T0" fmla="*/ 15 w 73"/>
                <a:gd name="T1" fmla="*/ 4 h 37"/>
                <a:gd name="T2" fmla="*/ 11 w 73"/>
                <a:gd name="T3" fmla="*/ 8 h 37"/>
                <a:gd name="T4" fmla="*/ 8 w 73"/>
                <a:gd name="T5" fmla="*/ 6 h 37"/>
                <a:gd name="T6" fmla="*/ 5 w 73"/>
                <a:gd name="T7" fmla="*/ 4 h 37"/>
                <a:gd name="T8" fmla="*/ 2 w 73"/>
                <a:gd name="T9" fmla="*/ 2 h 37"/>
                <a:gd name="T10" fmla="*/ 1 w 73"/>
                <a:gd name="T11" fmla="*/ 0 h 37"/>
                <a:gd name="T12" fmla="*/ 4 w 73"/>
                <a:gd name="T13" fmla="*/ 2 h 37"/>
                <a:gd name="T14" fmla="*/ 9 w 73"/>
                <a:gd name="T15" fmla="*/ 5 h 37"/>
                <a:gd name="T16" fmla="*/ 12 w 73"/>
                <a:gd name="T17" fmla="*/ 5 h 37"/>
                <a:gd name="T18" fmla="*/ 15 w 73"/>
                <a:gd name="T19" fmla="*/ 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37">
                  <a:moveTo>
                    <a:pt x="73" y="16"/>
                  </a:moveTo>
                  <a:cubicBezTo>
                    <a:pt x="66" y="22"/>
                    <a:pt x="60" y="29"/>
                    <a:pt x="56" y="37"/>
                  </a:cubicBezTo>
                  <a:cubicBezTo>
                    <a:pt x="51" y="34"/>
                    <a:pt x="45" y="32"/>
                    <a:pt x="40" y="29"/>
                  </a:cubicBezTo>
                  <a:cubicBezTo>
                    <a:pt x="34" y="26"/>
                    <a:pt x="28" y="21"/>
                    <a:pt x="23" y="17"/>
                  </a:cubicBezTo>
                  <a:cubicBezTo>
                    <a:pt x="19" y="14"/>
                    <a:pt x="14" y="12"/>
                    <a:pt x="10" y="9"/>
                  </a:cubicBezTo>
                  <a:cubicBezTo>
                    <a:pt x="7" y="7"/>
                    <a:pt x="0" y="5"/>
                    <a:pt x="1" y="0"/>
                  </a:cubicBezTo>
                  <a:cubicBezTo>
                    <a:pt x="7" y="5"/>
                    <a:pt x="15" y="7"/>
                    <a:pt x="21" y="11"/>
                  </a:cubicBezTo>
                  <a:cubicBezTo>
                    <a:pt x="28" y="15"/>
                    <a:pt x="35" y="20"/>
                    <a:pt x="42" y="23"/>
                  </a:cubicBezTo>
                  <a:cubicBezTo>
                    <a:pt x="47" y="24"/>
                    <a:pt x="54" y="24"/>
                    <a:pt x="59" y="23"/>
                  </a:cubicBezTo>
                  <a:cubicBezTo>
                    <a:pt x="64" y="22"/>
                    <a:pt x="68" y="19"/>
                    <a:pt x="72" y="17"/>
                  </a:cubicBezTo>
                </a:path>
              </a:pathLst>
            </a:custGeom>
            <a:solidFill>
              <a:srgbClr val="938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Freeform 2453">
              <a:extLst>
                <a:ext uri="{FF2B5EF4-FFF2-40B4-BE49-F238E27FC236}">
                  <a16:creationId xmlns:a16="http://schemas.microsoft.com/office/drawing/2014/main" id="{7A97816F-F4C1-4168-9AA0-1411277E9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452"/>
              <a:ext cx="256" cy="259"/>
            </a:xfrm>
            <a:custGeom>
              <a:avLst/>
              <a:gdLst>
                <a:gd name="T0" fmla="*/ 75 w 433"/>
                <a:gd name="T1" fmla="*/ 1 h 437"/>
                <a:gd name="T2" fmla="*/ 53 w 433"/>
                <a:gd name="T3" fmla="*/ 7 h 437"/>
                <a:gd name="T4" fmla="*/ 39 w 433"/>
                <a:gd name="T5" fmla="*/ 1 h 437"/>
                <a:gd name="T6" fmla="*/ 18 w 433"/>
                <a:gd name="T7" fmla="*/ 16 h 437"/>
                <a:gd name="T8" fmla="*/ 10 w 433"/>
                <a:gd name="T9" fmla="*/ 73 h 437"/>
                <a:gd name="T10" fmla="*/ 39 w 433"/>
                <a:gd name="T11" fmla="*/ 89 h 437"/>
                <a:gd name="T12" fmla="*/ 88 w 433"/>
                <a:gd name="T13" fmla="*/ 50 h 437"/>
                <a:gd name="T14" fmla="*/ 87 w 433"/>
                <a:gd name="T15" fmla="*/ 25 h 437"/>
                <a:gd name="T16" fmla="*/ 77 w 433"/>
                <a:gd name="T17" fmla="*/ 1 h 437"/>
                <a:gd name="T18" fmla="*/ 75 w 433"/>
                <a:gd name="T19" fmla="*/ 1 h 4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3" h="437">
                  <a:moveTo>
                    <a:pt x="363" y="6"/>
                  </a:moveTo>
                  <a:cubicBezTo>
                    <a:pt x="364" y="49"/>
                    <a:pt x="279" y="48"/>
                    <a:pt x="254" y="32"/>
                  </a:cubicBezTo>
                  <a:cubicBezTo>
                    <a:pt x="231" y="16"/>
                    <a:pt x="222" y="0"/>
                    <a:pt x="189" y="2"/>
                  </a:cubicBezTo>
                  <a:cubicBezTo>
                    <a:pt x="141" y="5"/>
                    <a:pt x="115" y="39"/>
                    <a:pt x="88" y="76"/>
                  </a:cubicBezTo>
                  <a:cubicBezTo>
                    <a:pt x="33" y="154"/>
                    <a:pt x="0" y="260"/>
                    <a:pt x="47" y="350"/>
                  </a:cubicBezTo>
                  <a:cubicBezTo>
                    <a:pt x="76" y="407"/>
                    <a:pt x="127" y="437"/>
                    <a:pt x="190" y="431"/>
                  </a:cubicBezTo>
                  <a:cubicBezTo>
                    <a:pt x="292" y="422"/>
                    <a:pt x="397" y="344"/>
                    <a:pt x="423" y="243"/>
                  </a:cubicBezTo>
                  <a:cubicBezTo>
                    <a:pt x="433" y="204"/>
                    <a:pt x="428" y="157"/>
                    <a:pt x="421" y="119"/>
                  </a:cubicBezTo>
                  <a:cubicBezTo>
                    <a:pt x="419" y="103"/>
                    <a:pt x="391" y="4"/>
                    <a:pt x="375" y="2"/>
                  </a:cubicBezTo>
                  <a:cubicBezTo>
                    <a:pt x="371" y="2"/>
                    <a:pt x="365" y="4"/>
                    <a:pt x="363" y="6"/>
                  </a:cubicBezTo>
                </a:path>
              </a:pathLst>
            </a:custGeom>
            <a:solidFill>
              <a:srgbClr val="96C3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9" name="Freeform 2454">
              <a:extLst>
                <a:ext uri="{FF2B5EF4-FFF2-40B4-BE49-F238E27FC236}">
                  <a16:creationId xmlns:a16="http://schemas.microsoft.com/office/drawing/2014/main" id="{2CAECA7C-4EFA-4BCF-AA16-09253F73E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462"/>
              <a:ext cx="150" cy="131"/>
            </a:xfrm>
            <a:custGeom>
              <a:avLst/>
              <a:gdLst>
                <a:gd name="T0" fmla="*/ 44 w 253"/>
                <a:gd name="T1" fmla="*/ 5 h 220"/>
                <a:gd name="T2" fmla="*/ 20 w 253"/>
                <a:gd name="T3" fmla="*/ 6 h 220"/>
                <a:gd name="T4" fmla="*/ 4 w 253"/>
                <a:gd name="T5" fmla="*/ 30 h 220"/>
                <a:gd name="T6" fmla="*/ 36 w 253"/>
                <a:gd name="T7" fmla="*/ 44 h 220"/>
                <a:gd name="T8" fmla="*/ 52 w 253"/>
                <a:gd name="T9" fmla="*/ 30 h 220"/>
                <a:gd name="T10" fmla="*/ 51 w 253"/>
                <a:gd name="T11" fmla="*/ 14 h 220"/>
                <a:gd name="T12" fmla="*/ 47 w 253"/>
                <a:gd name="T13" fmla="*/ 5 h 220"/>
                <a:gd name="T14" fmla="*/ 43 w 253"/>
                <a:gd name="T15" fmla="*/ 5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3" h="220">
                  <a:moveTo>
                    <a:pt x="212" y="25"/>
                  </a:moveTo>
                  <a:cubicBezTo>
                    <a:pt x="172" y="53"/>
                    <a:pt x="133" y="43"/>
                    <a:pt x="93" y="27"/>
                  </a:cubicBezTo>
                  <a:cubicBezTo>
                    <a:pt x="26" y="0"/>
                    <a:pt x="0" y="96"/>
                    <a:pt x="19" y="144"/>
                  </a:cubicBezTo>
                  <a:cubicBezTo>
                    <a:pt x="43" y="203"/>
                    <a:pt x="117" y="220"/>
                    <a:pt x="173" y="209"/>
                  </a:cubicBezTo>
                  <a:cubicBezTo>
                    <a:pt x="209" y="202"/>
                    <a:pt x="247" y="184"/>
                    <a:pt x="251" y="143"/>
                  </a:cubicBezTo>
                  <a:cubicBezTo>
                    <a:pt x="253" y="117"/>
                    <a:pt x="251" y="88"/>
                    <a:pt x="245" y="63"/>
                  </a:cubicBezTo>
                  <a:cubicBezTo>
                    <a:pt x="242" y="48"/>
                    <a:pt x="240" y="30"/>
                    <a:pt x="225" y="22"/>
                  </a:cubicBezTo>
                  <a:cubicBezTo>
                    <a:pt x="219" y="23"/>
                    <a:pt x="214" y="22"/>
                    <a:pt x="207" y="25"/>
                  </a:cubicBezTo>
                </a:path>
              </a:pathLst>
            </a:custGeom>
            <a:solidFill>
              <a:srgbClr val="A7C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0" name="Freeform 2455">
              <a:extLst>
                <a:ext uri="{FF2B5EF4-FFF2-40B4-BE49-F238E27FC236}">
                  <a16:creationId xmlns:a16="http://schemas.microsoft.com/office/drawing/2014/main" id="{3215535A-3271-4982-9E15-4616755E0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3497"/>
              <a:ext cx="94" cy="70"/>
            </a:xfrm>
            <a:custGeom>
              <a:avLst/>
              <a:gdLst>
                <a:gd name="T0" fmla="*/ 32 w 160"/>
                <a:gd name="T1" fmla="*/ 5 h 117"/>
                <a:gd name="T2" fmla="*/ 32 w 160"/>
                <a:gd name="T3" fmla="*/ 2 h 117"/>
                <a:gd name="T4" fmla="*/ 26 w 160"/>
                <a:gd name="T5" fmla="*/ 1 h 117"/>
                <a:gd name="T6" fmla="*/ 12 w 160"/>
                <a:gd name="T7" fmla="*/ 2 h 117"/>
                <a:gd name="T8" fmla="*/ 2 w 160"/>
                <a:gd name="T9" fmla="*/ 9 h 117"/>
                <a:gd name="T10" fmla="*/ 9 w 160"/>
                <a:gd name="T11" fmla="*/ 23 h 117"/>
                <a:gd name="T12" fmla="*/ 31 w 160"/>
                <a:gd name="T13" fmla="*/ 15 h 117"/>
                <a:gd name="T14" fmla="*/ 32 w 160"/>
                <a:gd name="T15" fmla="*/ 6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117">
                  <a:moveTo>
                    <a:pt x="158" y="24"/>
                  </a:moveTo>
                  <a:cubicBezTo>
                    <a:pt x="160" y="20"/>
                    <a:pt x="159" y="12"/>
                    <a:pt x="156" y="8"/>
                  </a:cubicBezTo>
                  <a:cubicBezTo>
                    <a:pt x="149" y="0"/>
                    <a:pt x="139" y="3"/>
                    <a:pt x="131" y="6"/>
                  </a:cubicBezTo>
                  <a:cubicBezTo>
                    <a:pt x="107" y="14"/>
                    <a:pt x="85" y="13"/>
                    <a:pt x="60" y="12"/>
                  </a:cubicBezTo>
                  <a:cubicBezTo>
                    <a:pt x="36" y="10"/>
                    <a:pt x="17" y="18"/>
                    <a:pt x="9" y="42"/>
                  </a:cubicBezTo>
                  <a:cubicBezTo>
                    <a:pt x="0" y="69"/>
                    <a:pt x="13" y="106"/>
                    <a:pt x="43" y="111"/>
                  </a:cubicBezTo>
                  <a:cubicBezTo>
                    <a:pt x="80" y="117"/>
                    <a:pt x="128" y="100"/>
                    <a:pt x="150" y="68"/>
                  </a:cubicBezTo>
                  <a:cubicBezTo>
                    <a:pt x="160" y="54"/>
                    <a:pt x="158" y="42"/>
                    <a:pt x="158" y="27"/>
                  </a:cubicBezTo>
                </a:path>
              </a:pathLst>
            </a:custGeom>
            <a:solidFill>
              <a:srgbClr val="B5D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Freeform 2456">
              <a:extLst>
                <a:ext uri="{FF2B5EF4-FFF2-40B4-BE49-F238E27FC236}">
                  <a16:creationId xmlns:a16="http://schemas.microsoft.com/office/drawing/2014/main" id="{8A4A8D24-341C-4B73-AD5F-5057C936A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492"/>
              <a:ext cx="20" cy="19"/>
            </a:xfrm>
            <a:custGeom>
              <a:avLst/>
              <a:gdLst>
                <a:gd name="T0" fmla="*/ 5 w 33"/>
                <a:gd name="T1" fmla="*/ 6 h 33"/>
                <a:gd name="T2" fmla="*/ 1 w 33"/>
                <a:gd name="T3" fmla="*/ 4 h 33"/>
                <a:gd name="T4" fmla="*/ 2 w 33"/>
                <a:gd name="T5" fmla="*/ 1 h 33"/>
                <a:gd name="T6" fmla="*/ 7 w 33"/>
                <a:gd name="T7" fmla="*/ 2 h 33"/>
                <a:gd name="T8" fmla="*/ 5 w 33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22" y="30"/>
                  </a:moveTo>
                  <a:cubicBezTo>
                    <a:pt x="15" y="33"/>
                    <a:pt x="6" y="29"/>
                    <a:pt x="3" y="22"/>
                  </a:cubicBezTo>
                  <a:cubicBezTo>
                    <a:pt x="0" y="15"/>
                    <a:pt x="4" y="6"/>
                    <a:pt x="11" y="3"/>
                  </a:cubicBezTo>
                  <a:cubicBezTo>
                    <a:pt x="19" y="0"/>
                    <a:pt x="27" y="4"/>
                    <a:pt x="30" y="11"/>
                  </a:cubicBezTo>
                  <a:cubicBezTo>
                    <a:pt x="33" y="19"/>
                    <a:pt x="29" y="27"/>
                    <a:pt x="22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Freeform 2457">
              <a:extLst>
                <a:ext uri="{FF2B5EF4-FFF2-40B4-BE49-F238E27FC236}">
                  <a16:creationId xmlns:a16="http://schemas.microsoft.com/office/drawing/2014/main" id="{F834529C-72F6-4F0A-A754-114963509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500"/>
              <a:ext cx="9" cy="9"/>
            </a:xfrm>
            <a:custGeom>
              <a:avLst/>
              <a:gdLst>
                <a:gd name="T0" fmla="*/ 2 w 15"/>
                <a:gd name="T1" fmla="*/ 3 h 15"/>
                <a:gd name="T2" fmla="*/ 1 w 15"/>
                <a:gd name="T3" fmla="*/ 2 h 15"/>
                <a:gd name="T4" fmla="*/ 1 w 15"/>
                <a:gd name="T5" fmla="*/ 1 h 15"/>
                <a:gd name="T6" fmla="*/ 3 w 15"/>
                <a:gd name="T7" fmla="*/ 1 h 15"/>
                <a:gd name="T8" fmla="*/ 2 w 15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0" y="14"/>
                  </a:moveTo>
                  <a:cubicBezTo>
                    <a:pt x="6" y="15"/>
                    <a:pt x="3" y="13"/>
                    <a:pt x="1" y="10"/>
                  </a:cubicBezTo>
                  <a:cubicBezTo>
                    <a:pt x="0" y="7"/>
                    <a:pt x="2" y="3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5" y="9"/>
                    <a:pt x="13" y="12"/>
                    <a:pt x="1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Freeform 2458">
              <a:extLst>
                <a:ext uri="{FF2B5EF4-FFF2-40B4-BE49-F238E27FC236}">
                  <a16:creationId xmlns:a16="http://schemas.microsoft.com/office/drawing/2014/main" id="{1B9090D3-3DD4-4803-A9F8-CCB29914C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403"/>
              <a:ext cx="151" cy="358"/>
            </a:xfrm>
            <a:custGeom>
              <a:avLst/>
              <a:gdLst>
                <a:gd name="T0" fmla="*/ 54 w 254"/>
                <a:gd name="T1" fmla="*/ 126 h 604"/>
                <a:gd name="T2" fmla="*/ 13 w 254"/>
                <a:gd name="T3" fmla="*/ 84 h 604"/>
                <a:gd name="T4" fmla="*/ 36 w 254"/>
                <a:gd name="T5" fmla="*/ 0 h 604"/>
                <a:gd name="T6" fmla="*/ 23 w 254"/>
                <a:gd name="T7" fmla="*/ 80 h 604"/>
                <a:gd name="T8" fmla="*/ 54 w 254"/>
                <a:gd name="T9" fmla="*/ 126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604">
                  <a:moveTo>
                    <a:pt x="254" y="604"/>
                  </a:moveTo>
                  <a:cubicBezTo>
                    <a:pt x="254" y="604"/>
                    <a:pt x="124" y="581"/>
                    <a:pt x="62" y="401"/>
                  </a:cubicBezTo>
                  <a:cubicBezTo>
                    <a:pt x="0" y="221"/>
                    <a:pt x="115" y="31"/>
                    <a:pt x="173" y="0"/>
                  </a:cubicBezTo>
                  <a:cubicBezTo>
                    <a:pt x="173" y="0"/>
                    <a:pt x="32" y="140"/>
                    <a:pt x="107" y="383"/>
                  </a:cubicBezTo>
                  <a:cubicBezTo>
                    <a:pt x="159" y="553"/>
                    <a:pt x="196" y="567"/>
                    <a:pt x="254" y="604"/>
                  </a:cubicBezTo>
                  <a:close/>
                </a:path>
              </a:pathLst>
            </a:custGeom>
            <a:solidFill>
              <a:srgbClr val="78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Freeform 2459">
              <a:extLst>
                <a:ext uri="{FF2B5EF4-FFF2-40B4-BE49-F238E27FC236}">
                  <a16:creationId xmlns:a16="http://schemas.microsoft.com/office/drawing/2014/main" id="{EF3E0AF0-6686-42DD-8C3D-8E0C92D31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378"/>
              <a:ext cx="44" cy="63"/>
            </a:xfrm>
            <a:custGeom>
              <a:avLst/>
              <a:gdLst>
                <a:gd name="T0" fmla="*/ 15 w 75"/>
                <a:gd name="T1" fmla="*/ 8 h 107"/>
                <a:gd name="T2" fmla="*/ 9 w 75"/>
                <a:gd name="T3" fmla="*/ 16 h 107"/>
                <a:gd name="T4" fmla="*/ 11 w 75"/>
                <a:gd name="T5" fmla="*/ 20 h 107"/>
                <a:gd name="T6" fmla="*/ 5 w 75"/>
                <a:gd name="T7" fmla="*/ 19 h 107"/>
                <a:gd name="T8" fmla="*/ 1 w 75"/>
                <a:gd name="T9" fmla="*/ 12 h 107"/>
                <a:gd name="T10" fmla="*/ 2 w 75"/>
                <a:gd name="T11" fmla="*/ 4 h 107"/>
                <a:gd name="T12" fmla="*/ 15 w 75"/>
                <a:gd name="T13" fmla="*/ 6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7">
                  <a:moveTo>
                    <a:pt x="72" y="39"/>
                  </a:moveTo>
                  <a:cubicBezTo>
                    <a:pt x="51" y="40"/>
                    <a:pt x="33" y="61"/>
                    <a:pt x="45" y="81"/>
                  </a:cubicBezTo>
                  <a:cubicBezTo>
                    <a:pt x="48" y="87"/>
                    <a:pt x="57" y="92"/>
                    <a:pt x="51" y="98"/>
                  </a:cubicBezTo>
                  <a:cubicBezTo>
                    <a:pt x="44" y="107"/>
                    <a:pt x="31" y="97"/>
                    <a:pt x="25" y="93"/>
                  </a:cubicBezTo>
                  <a:cubicBezTo>
                    <a:pt x="14" y="85"/>
                    <a:pt x="5" y="74"/>
                    <a:pt x="3" y="60"/>
                  </a:cubicBezTo>
                  <a:cubicBezTo>
                    <a:pt x="0" y="49"/>
                    <a:pt x="2" y="28"/>
                    <a:pt x="11" y="20"/>
                  </a:cubicBezTo>
                  <a:cubicBezTo>
                    <a:pt x="30" y="0"/>
                    <a:pt x="66" y="3"/>
                    <a:pt x="75" y="31"/>
                  </a:cubicBezTo>
                </a:path>
              </a:pathLst>
            </a:custGeom>
            <a:solidFill>
              <a:srgbClr val="88B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5" name="Freeform 2460">
              <a:extLst>
                <a:ext uri="{FF2B5EF4-FFF2-40B4-BE49-F238E27FC236}">
                  <a16:creationId xmlns:a16="http://schemas.microsoft.com/office/drawing/2014/main" id="{6616E85D-D79F-4704-AC21-9F8B613E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390"/>
              <a:ext cx="27" cy="38"/>
            </a:xfrm>
            <a:custGeom>
              <a:avLst/>
              <a:gdLst>
                <a:gd name="T0" fmla="*/ 10 w 45"/>
                <a:gd name="T1" fmla="*/ 3 h 63"/>
                <a:gd name="T2" fmla="*/ 4 w 45"/>
                <a:gd name="T3" fmla="*/ 10 h 63"/>
                <a:gd name="T4" fmla="*/ 2 w 45"/>
                <a:gd name="T5" fmla="*/ 10 h 63"/>
                <a:gd name="T6" fmla="*/ 2 w 45"/>
                <a:gd name="T7" fmla="*/ 2 h 63"/>
                <a:gd name="T8" fmla="*/ 9 w 45"/>
                <a:gd name="T9" fmla="*/ 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3">
                  <a:moveTo>
                    <a:pt x="45" y="15"/>
                  </a:moveTo>
                  <a:cubicBezTo>
                    <a:pt x="32" y="14"/>
                    <a:pt x="22" y="33"/>
                    <a:pt x="20" y="44"/>
                  </a:cubicBezTo>
                  <a:cubicBezTo>
                    <a:pt x="18" y="57"/>
                    <a:pt x="15" y="63"/>
                    <a:pt x="9" y="47"/>
                  </a:cubicBezTo>
                  <a:cubicBezTo>
                    <a:pt x="4" y="36"/>
                    <a:pt x="0" y="23"/>
                    <a:pt x="11" y="12"/>
                  </a:cubicBezTo>
                  <a:cubicBezTo>
                    <a:pt x="19" y="3"/>
                    <a:pt x="33" y="0"/>
                    <a:pt x="42" y="8"/>
                  </a:cubicBezTo>
                </a:path>
              </a:pathLst>
            </a:custGeom>
            <a:solidFill>
              <a:srgbClr val="95C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2461">
              <a:extLst>
                <a:ext uri="{FF2B5EF4-FFF2-40B4-BE49-F238E27FC236}">
                  <a16:creationId xmlns:a16="http://schemas.microsoft.com/office/drawing/2014/main" id="{6FA00C58-C706-4CAE-864F-48495ADA9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672"/>
              <a:ext cx="145" cy="95"/>
            </a:xfrm>
            <a:custGeom>
              <a:avLst/>
              <a:gdLst>
                <a:gd name="T0" fmla="*/ 52 w 243"/>
                <a:gd name="T1" fmla="*/ 0 h 160"/>
                <a:gd name="T2" fmla="*/ 0 w 243"/>
                <a:gd name="T3" fmla="*/ 33 h 160"/>
                <a:gd name="T4" fmla="*/ 52 w 243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3" h="160">
                  <a:moveTo>
                    <a:pt x="243" y="0"/>
                  </a:moveTo>
                  <a:cubicBezTo>
                    <a:pt x="243" y="0"/>
                    <a:pt x="154" y="140"/>
                    <a:pt x="0" y="160"/>
                  </a:cubicBezTo>
                  <a:cubicBezTo>
                    <a:pt x="0" y="160"/>
                    <a:pt x="150" y="125"/>
                    <a:pt x="243" y="0"/>
                  </a:cubicBezTo>
                  <a:close/>
                </a:path>
              </a:pathLst>
            </a:custGeom>
            <a:solidFill>
              <a:srgbClr val="A5C9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8" name="green-fruit-with-stem-illustration">
            <a:extLst>
              <a:ext uri="{FF2B5EF4-FFF2-40B4-BE49-F238E27FC236}">
                <a16:creationId xmlns:a16="http://schemas.microsoft.com/office/drawing/2014/main" id="{5F11F42F-2E33-4CE3-8DD5-9C185B8BB015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5367338"/>
            <a:ext cx="790575" cy="869950"/>
            <a:chOff x="1970" y="3300"/>
            <a:chExt cx="498" cy="548"/>
          </a:xfrm>
        </p:grpSpPr>
        <p:sp>
          <p:nvSpPr>
            <p:cNvPr id="13415" name="Freeform 2463">
              <a:extLst>
                <a:ext uri="{FF2B5EF4-FFF2-40B4-BE49-F238E27FC236}">
                  <a16:creationId xmlns:a16="http://schemas.microsoft.com/office/drawing/2014/main" id="{7AF95DFE-BDF5-4673-BC1F-98CD380CF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361"/>
              <a:ext cx="498" cy="487"/>
            </a:xfrm>
            <a:custGeom>
              <a:avLst/>
              <a:gdLst>
                <a:gd name="T0" fmla="*/ 134 w 655"/>
                <a:gd name="T1" fmla="*/ 12 h 641"/>
                <a:gd name="T2" fmla="*/ 43 w 655"/>
                <a:gd name="T3" fmla="*/ 165 h 641"/>
                <a:gd name="T4" fmla="*/ 242 w 655"/>
                <a:gd name="T5" fmla="*/ 203 h 641"/>
                <a:gd name="T6" fmla="*/ 134 w 655"/>
                <a:gd name="T7" fmla="*/ 12 h 6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5" h="641">
                  <a:moveTo>
                    <a:pt x="304" y="27"/>
                  </a:moveTo>
                  <a:cubicBezTo>
                    <a:pt x="235" y="19"/>
                    <a:pt x="0" y="144"/>
                    <a:pt x="96" y="376"/>
                  </a:cubicBezTo>
                  <a:cubicBezTo>
                    <a:pt x="191" y="607"/>
                    <a:pt x="445" y="641"/>
                    <a:pt x="550" y="462"/>
                  </a:cubicBezTo>
                  <a:cubicBezTo>
                    <a:pt x="655" y="283"/>
                    <a:pt x="555" y="0"/>
                    <a:pt x="304" y="27"/>
                  </a:cubicBezTo>
                  <a:close/>
                </a:path>
              </a:pathLst>
            </a:custGeom>
            <a:solidFill>
              <a:srgbClr val="97B247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16" name="Freeform 2464">
              <a:extLst>
                <a:ext uri="{FF2B5EF4-FFF2-40B4-BE49-F238E27FC236}">
                  <a16:creationId xmlns:a16="http://schemas.microsoft.com/office/drawing/2014/main" id="{E10A4AD2-CEB0-4AE4-96BC-8D2FAA692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420"/>
              <a:ext cx="88" cy="17"/>
            </a:xfrm>
            <a:custGeom>
              <a:avLst/>
              <a:gdLst>
                <a:gd name="T0" fmla="*/ 45 w 116"/>
                <a:gd name="T1" fmla="*/ 0 h 22"/>
                <a:gd name="T2" fmla="*/ 25 w 116"/>
                <a:gd name="T3" fmla="*/ 9 h 22"/>
                <a:gd name="T4" fmla="*/ 5 w 116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22">
                  <a:moveTo>
                    <a:pt x="103" y="0"/>
                  </a:moveTo>
                  <a:cubicBezTo>
                    <a:pt x="103" y="0"/>
                    <a:pt x="116" y="14"/>
                    <a:pt x="58" y="18"/>
                  </a:cubicBezTo>
                  <a:cubicBezTo>
                    <a:pt x="0" y="22"/>
                    <a:pt x="12" y="3"/>
                    <a:pt x="12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" name="Freeform 2465">
              <a:extLst>
                <a:ext uri="{FF2B5EF4-FFF2-40B4-BE49-F238E27FC236}">
                  <a16:creationId xmlns:a16="http://schemas.microsoft.com/office/drawing/2014/main" id="{3F286208-9F75-49A5-AA68-84A8E983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303"/>
              <a:ext cx="109" cy="132"/>
            </a:xfrm>
            <a:custGeom>
              <a:avLst/>
              <a:gdLst>
                <a:gd name="T0" fmla="*/ 35 w 143"/>
                <a:gd name="T1" fmla="*/ 74 h 174"/>
                <a:gd name="T2" fmla="*/ 62 w 143"/>
                <a:gd name="T3" fmla="*/ 73 h 174"/>
                <a:gd name="T4" fmla="*/ 57 w 143"/>
                <a:gd name="T5" fmla="*/ 64 h 174"/>
                <a:gd name="T6" fmla="*/ 37 w 143"/>
                <a:gd name="T7" fmla="*/ 32 h 174"/>
                <a:gd name="T8" fmla="*/ 30 w 143"/>
                <a:gd name="T9" fmla="*/ 22 h 174"/>
                <a:gd name="T10" fmla="*/ 18 w 143"/>
                <a:gd name="T11" fmla="*/ 0 h 174"/>
                <a:gd name="T12" fmla="*/ 0 w 143"/>
                <a:gd name="T13" fmla="*/ 7 h 174"/>
                <a:gd name="T14" fmla="*/ 11 w 143"/>
                <a:gd name="T15" fmla="*/ 31 h 174"/>
                <a:gd name="T16" fmla="*/ 17 w 143"/>
                <a:gd name="T17" fmla="*/ 43 h 174"/>
                <a:gd name="T18" fmla="*/ 35 w 143"/>
                <a:gd name="T19" fmla="*/ 74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74">
                  <a:moveTo>
                    <a:pt x="79" y="170"/>
                  </a:moveTo>
                  <a:cubicBezTo>
                    <a:pt x="79" y="170"/>
                    <a:pt x="115" y="174"/>
                    <a:pt x="139" y="168"/>
                  </a:cubicBezTo>
                  <a:cubicBezTo>
                    <a:pt x="139" y="168"/>
                    <a:pt x="143" y="158"/>
                    <a:pt x="128" y="146"/>
                  </a:cubicBezTo>
                  <a:cubicBezTo>
                    <a:pt x="114" y="134"/>
                    <a:pt x="86" y="84"/>
                    <a:pt x="84" y="73"/>
                  </a:cubicBezTo>
                  <a:cubicBezTo>
                    <a:pt x="82" y="62"/>
                    <a:pt x="82" y="57"/>
                    <a:pt x="70" y="50"/>
                  </a:cubicBezTo>
                  <a:cubicBezTo>
                    <a:pt x="58" y="43"/>
                    <a:pt x="41" y="0"/>
                    <a:pt x="41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23" y="51"/>
                    <a:pt x="24" y="71"/>
                  </a:cubicBezTo>
                  <a:cubicBezTo>
                    <a:pt x="26" y="90"/>
                    <a:pt x="22" y="91"/>
                    <a:pt x="38" y="99"/>
                  </a:cubicBezTo>
                  <a:cubicBezTo>
                    <a:pt x="54" y="106"/>
                    <a:pt x="82" y="144"/>
                    <a:pt x="79" y="170"/>
                  </a:cubicBezTo>
                  <a:close/>
                </a:path>
              </a:pathLst>
            </a:custGeom>
            <a:solidFill>
              <a:srgbClr val="BF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" name="Freeform 2466">
              <a:extLst>
                <a:ext uri="{FF2B5EF4-FFF2-40B4-BE49-F238E27FC236}">
                  <a16:creationId xmlns:a16="http://schemas.microsoft.com/office/drawing/2014/main" id="{6464D99C-A3F3-4536-BFEE-427D7DDC4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303"/>
              <a:ext cx="109" cy="132"/>
            </a:xfrm>
            <a:custGeom>
              <a:avLst/>
              <a:gdLst>
                <a:gd name="T0" fmla="*/ 35 w 143"/>
                <a:gd name="T1" fmla="*/ 74 h 174"/>
                <a:gd name="T2" fmla="*/ 62 w 143"/>
                <a:gd name="T3" fmla="*/ 73 h 174"/>
                <a:gd name="T4" fmla="*/ 57 w 143"/>
                <a:gd name="T5" fmla="*/ 64 h 174"/>
                <a:gd name="T6" fmla="*/ 37 w 143"/>
                <a:gd name="T7" fmla="*/ 32 h 174"/>
                <a:gd name="T8" fmla="*/ 30 w 143"/>
                <a:gd name="T9" fmla="*/ 22 h 174"/>
                <a:gd name="T10" fmla="*/ 18 w 143"/>
                <a:gd name="T11" fmla="*/ 0 h 174"/>
                <a:gd name="T12" fmla="*/ 0 w 143"/>
                <a:gd name="T13" fmla="*/ 7 h 174"/>
                <a:gd name="T14" fmla="*/ 11 w 143"/>
                <a:gd name="T15" fmla="*/ 31 h 174"/>
                <a:gd name="T16" fmla="*/ 17 w 143"/>
                <a:gd name="T17" fmla="*/ 43 h 174"/>
                <a:gd name="T18" fmla="*/ 35 w 143"/>
                <a:gd name="T19" fmla="*/ 74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74">
                  <a:moveTo>
                    <a:pt x="79" y="170"/>
                  </a:moveTo>
                  <a:cubicBezTo>
                    <a:pt x="79" y="170"/>
                    <a:pt x="115" y="174"/>
                    <a:pt x="139" y="168"/>
                  </a:cubicBezTo>
                  <a:cubicBezTo>
                    <a:pt x="139" y="168"/>
                    <a:pt x="143" y="158"/>
                    <a:pt x="128" y="146"/>
                  </a:cubicBezTo>
                  <a:cubicBezTo>
                    <a:pt x="114" y="134"/>
                    <a:pt x="86" y="84"/>
                    <a:pt x="84" y="73"/>
                  </a:cubicBezTo>
                  <a:cubicBezTo>
                    <a:pt x="82" y="62"/>
                    <a:pt x="82" y="57"/>
                    <a:pt x="70" y="50"/>
                  </a:cubicBezTo>
                  <a:cubicBezTo>
                    <a:pt x="58" y="43"/>
                    <a:pt x="41" y="0"/>
                    <a:pt x="41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23" y="51"/>
                    <a:pt x="24" y="71"/>
                  </a:cubicBezTo>
                  <a:cubicBezTo>
                    <a:pt x="26" y="90"/>
                    <a:pt x="22" y="91"/>
                    <a:pt x="38" y="99"/>
                  </a:cubicBezTo>
                  <a:cubicBezTo>
                    <a:pt x="54" y="106"/>
                    <a:pt x="82" y="144"/>
                    <a:pt x="79" y="17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2467">
              <a:extLst>
                <a:ext uri="{FF2B5EF4-FFF2-40B4-BE49-F238E27FC236}">
                  <a16:creationId xmlns:a16="http://schemas.microsoft.com/office/drawing/2014/main" id="{37E0E696-B9B7-4791-996C-BBB6F9869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300"/>
              <a:ext cx="34" cy="18"/>
            </a:xfrm>
            <a:custGeom>
              <a:avLst/>
              <a:gdLst>
                <a:gd name="T0" fmla="*/ 11 w 45"/>
                <a:gd name="T1" fmla="*/ 8 h 24"/>
                <a:gd name="T2" fmla="*/ 1 w 45"/>
                <a:gd name="T3" fmla="*/ 8 h 24"/>
                <a:gd name="T4" fmla="*/ 8 w 45"/>
                <a:gd name="T5" fmla="*/ 2 h 24"/>
                <a:gd name="T6" fmla="*/ 19 w 45"/>
                <a:gd name="T7" fmla="*/ 2 h 24"/>
                <a:gd name="T8" fmla="*/ 11 w 4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4">
                  <a:moveTo>
                    <a:pt x="25" y="19"/>
                  </a:moveTo>
                  <a:cubicBezTo>
                    <a:pt x="13" y="23"/>
                    <a:pt x="2" y="24"/>
                    <a:pt x="1" y="20"/>
                  </a:cubicBezTo>
                  <a:cubicBezTo>
                    <a:pt x="0" y="16"/>
                    <a:pt x="8" y="10"/>
                    <a:pt x="20" y="5"/>
                  </a:cubicBezTo>
                  <a:cubicBezTo>
                    <a:pt x="32" y="1"/>
                    <a:pt x="43" y="0"/>
                    <a:pt x="44" y="4"/>
                  </a:cubicBezTo>
                  <a:cubicBezTo>
                    <a:pt x="45" y="8"/>
                    <a:pt x="37" y="14"/>
                    <a:pt x="25" y="19"/>
                  </a:cubicBezTo>
                  <a:close/>
                </a:path>
              </a:pathLst>
            </a:custGeom>
            <a:solidFill>
              <a:srgbClr val="E2E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Freeform 2468">
              <a:extLst>
                <a:ext uri="{FF2B5EF4-FFF2-40B4-BE49-F238E27FC236}">
                  <a16:creationId xmlns:a16="http://schemas.microsoft.com/office/drawing/2014/main" id="{CB232C84-4370-483E-837E-6FC459A0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301"/>
              <a:ext cx="35" cy="17"/>
            </a:xfrm>
            <a:custGeom>
              <a:avLst/>
              <a:gdLst>
                <a:gd name="T0" fmla="*/ 11 w 46"/>
                <a:gd name="T1" fmla="*/ 7 h 23"/>
                <a:gd name="T2" fmla="*/ 1 w 46"/>
                <a:gd name="T3" fmla="*/ 7 h 23"/>
                <a:gd name="T4" fmla="*/ 8 w 46"/>
                <a:gd name="T5" fmla="*/ 1 h 23"/>
                <a:gd name="T6" fmla="*/ 19 w 46"/>
                <a:gd name="T7" fmla="*/ 1 h 23"/>
                <a:gd name="T8" fmla="*/ 11 w 46"/>
                <a:gd name="T9" fmla="*/ 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3">
                  <a:moveTo>
                    <a:pt x="25" y="18"/>
                  </a:moveTo>
                  <a:cubicBezTo>
                    <a:pt x="13" y="22"/>
                    <a:pt x="3" y="23"/>
                    <a:pt x="1" y="19"/>
                  </a:cubicBezTo>
                  <a:cubicBezTo>
                    <a:pt x="0" y="15"/>
                    <a:pt x="8" y="9"/>
                    <a:pt x="20" y="4"/>
                  </a:cubicBezTo>
                  <a:cubicBezTo>
                    <a:pt x="32" y="0"/>
                    <a:pt x="43" y="0"/>
                    <a:pt x="44" y="3"/>
                  </a:cubicBezTo>
                  <a:cubicBezTo>
                    <a:pt x="46" y="7"/>
                    <a:pt x="37" y="14"/>
                    <a:pt x="25" y="18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2469">
              <a:extLst>
                <a:ext uri="{FF2B5EF4-FFF2-40B4-BE49-F238E27FC236}">
                  <a16:creationId xmlns:a16="http://schemas.microsoft.com/office/drawing/2014/main" id="{57D20BC7-2490-4350-87E5-5F72CB663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312"/>
              <a:ext cx="83" cy="114"/>
            </a:xfrm>
            <a:custGeom>
              <a:avLst/>
              <a:gdLst>
                <a:gd name="T0" fmla="*/ 11 w 109"/>
                <a:gd name="T1" fmla="*/ 0 h 150"/>
                <a:gd name="T2" fmla="*/ 8 w 109"/>
                <a:gd name="T3" fmla="*/ 4 h 150"/>
                <a:gd name="T4" fmla="*/ 2 w 109"/>
                <a:gd name="T5" fmla="*/ 6 h 150"/>
                <a:gd name="T6" fmla="*/ 6 w 109"/>
                <a:gd name="T7" fmla="*/ 18 h 150"/>
                <a:gd name="T8" fmla="*/ 14 w 109"/>
                <a:gd name="T9" fmla="*/ 35 h 150"/>
                <a:gd name="T10" fmla="*/ 25 w 109"/>
                <a:gd name="T11" fmla="*/ 45 h 150"/>
                <a:gd name="T12" fmla="*/ 32 w 109"/>
                <a:gd name="T13" fmla="*/ 58 h 150"/>
                <a:gd name="T14" fmla="*/ 37 w 109"/>
                <a:gd name="T15" fmla="*/ 64 h 150"/>
                <a:gd name="T16" fmla="*/ 48 w 109"/>
                <a:gd name="T17" fmla="*/ 64 h 150"/>
                <a:gd name="T18" fmla="*/ 33 w 109"/>
                <a:gd name="T19" fmla="*/ 45 h 150"/>
                <a:gd name="T20" fmla="*/ 27 w 109"/>
                <a:gd name="T21" fmla="*/ 34 h 150"/>
                <a:gd name="T22" fmla="*/ 27 w 109"/>
                <a:gd name="T23" fmla="*/ 27 h 150"/>
                <a:gd name="T24" fmla="*/ 23 w 109"/>
                <a:gd name="T25" fmla="*/ 23 h 150"/>
                <a:gd name="T26" fmla="*/ 17 w 109"/>
                <a:gd name="T27" fmla="*/ 14 h 150"/>
                <a:gd name="T28" fmla="*/ 11 w 109"/>
                <a:gd name="T29" fmla="*/ 2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9" h="150">
                  <a:moveTo>
                    <a:pt x="25" y="0"/>
                  </a:moveTo>
                  <a:cubicBezTo>
                    <a:pt x="23" y="3"/>
                    <a:pt x="20" y="6"/>
                    <a:pt x="17" y="8"/>
                  </a:cubicBezTo>
                  <a:cubicBezTo>
                    <a:pt x="14" y="10"/>
                    <a:pt x="8" y="10"/>
                    <a:pt x="5" y="13"/>
                  </a:cubicBezTo>
                  <a:cubicBezTo>
                    <a:pt x="0" y="21"/>
                    <a:pt x="13" y="35"/>
                    <a:pt x="15" y="42"/>
                  </a:cubicBezTo>
                  <a:cubicBezTo>
                    <a:pt x="21" y="57"/>
                    <a:pt x="14" y="71"/>
                    <a:pt x="32" y="80"/>
                  </a:cubicBezTo>
                  <a:cubicBezTo>
                    <a:pt x="42" y="86"/>
                    <a:pt x="50" y="91"/>
                    <a:pt x="56" y="101"/>
                  </a:cubicBezTo>
                  <a:cubicBezTo>
                    <a:pt x="62" y="110"/>
                    <a:pt x="66" y="121"/>
                    <a:pt x="72" y="131"/>
                  </a:cubicBezTo>
                  <a:cubicBezTo>
                    <a:pt x="75" y="137"/>
                    <a:pt x="79" y="143"/>
                    <a:pt x="86" y="146"/>
                  </a:cubicBezTo>
                  <a:cubicBezTo>
                    <a:pt x="91" y="148"/>
                    <a:pt x="108" y="150"/>
                    <a:pt x="109" y="145"/>
                  </a:cubicBezTo>
                  <a:cubicBezTo>
                    <a:pt x="98" y="130"/>
                    <a:pt x="85" y="117"/>
                    <a:pt x="74" y="102"/>
                  </a:cubicBezTo>
                  <a:cubicBezTo>
                    <a:pt x="69" y="94"/>
                    <a:pt x="66" y="85"/>
                    <a:pt x="62" y="77"/>
                  </a:cubicBezTo>
                  <a:cubicBezTo>
                    <a:pt x="60" y="72"/>
                    <a:pt x="61" y="67"/>
                    <a:pt x="60" y="62"/>
                  </a:cubicBezTo>
                  <a:cubicBezTo>
                    <a:pt x="58" y="57"/>
                    <a:pt x="54" y="54"/>
                    <a:pt x="51" y="51"/>
                  </a:cubicBezTo>
                  <a:cubicBezTo>
                    <a:pt x="45" y="45"/>
                    <a:pt x="41" y="40"/>
                    <a:pt x="38" y="32"/>
                  </a:cubicBezTo>
                  <a:cubicBezTo>
                    <a:pt x="35" y="23"/>
                    <a:pt x="31" y="11"/>
                    <a:pt x="25" y="4"/>
                  </a:cubicBezTo>
                </a:path>
              </a:pathLst>
            </a:custGeom>
            <a:solidFill>
              <a:srgbClr val="CCC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2470">
              <a:extLst>
                <a:ext uri="{FF2B5EF4-FFF2-40B4-BE49-F238E27FC236}">
                  <a16:creationId xmlns:a16="http://schemas.microsoft.com/office/drawing/2014/main" id="{97D6AD3C-597D-4052-8B1C-33E7CCBEC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3344"/>
              <a:ext cx="21" cy="26"/>
            </a:xfrm>
            <a:custGeom>
              <a:avLst/>
              <a:gdLst>
                <a:gd name="T0" fmla="*/ 11 w 28"/>
                <a:gd name="T1" fmla="*/ 6 h 34"/>
                <a:gd name="T2" fmla="*/ 3 w 28"/>
                <a:gd name="T3" fmla="*/ 2 h 34"/>
                <a:gd name="T4" fmla="*/ 2 w 28"/>
                <a:gd name="T5" fmla="*/ 11 h 34"/>
                <a:gd name="T6" fmla="*/ 10 w 28"/>
                <a:gd name="T7" fmla="*/ 14 h 34"/>
                <a:gd name="T8" fmla="*/ 11 w 28"/>
                <a:gd name="T9" fmla="*/ 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25" y="15"/>
                  </a:moveTo>
                  <a:cubicBezTo>
                    <a:pt x="20" y="12"/>
                    <a:pt x="14" y="0"/>
                    <a:pt x="7" y="4"/>
                  </a:cubicBezTo>
                  <a:cubicBezTo>
                    <a:pt x="1" y="6"/>
                    <a:pt x="0" y="18"/>
                    <a:pt x="2" y="23"/>
                  </a:cubicBezTo>
                  <a:cubicBezTo>
                    <a:pt x="4" y="31"/>
                    <a:pt x="14" y="34"/>
                    <a:pt x="22" y="32"/>
                  </a:cubicBezTo>
                  <a:cubicBezTo>
                    <a:pt x="28" y="29"/>
                    <a:pt x="25" y="24"/>
                    <a:pt x="24" y="18"/>
                  </a:cubicBezTo>
                </a:path>
              </a:pathLst>
            </a:custGeom>
            <a:solidFill>
              <a:srgbClr val="D5D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2471">
              <a:extLst>
                <a:ext uri="{FF2B5EF4-FFF2-40B4-BE49-F238E27FC236}">
                  <a16:creationId xmlns:a16="http://schemas.microsoft.com/office/drawing/2014/main" id="{74938E15-3CCC-43AC-8C00-73A764E34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3352"/>
              <a:ext cx="9" cy="12"/>
            </a:xfrm>
            <a:custGeom>
              <a:avLst/>
              <a:gdLst>
                <a:gd name="T0" fmla="*/ 4 w 13"/>
                <a:gd name="T1" fmla="*/ 2 h 16"/>
                <a:gd name="T2" fmla="*/ 2 w 13"/>
                <a:gd name="T3" fmla="*/ 6 h 16"/>
                <a:gd name="T4" fmla="*/ 3 w 13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1" y="4"/>
                  </a:moveTo>
                  <a:cubicBezTo>
                    <a:pt x="5" y="0"/>
                    <a:pt x="0" y="12"/>
                    <a:pt x="6" y="14"/>
                  </a:cubicBezTo>
                  <a:cubicBezTo>
                    <a:pt x="12" y="16"/>
                    <a:pt x="13" y="7"/>
                    <a:pt x="9" y="4"/>
                  </a:cubicBezTo>
                </a:path>
              </a:pathLst>
            </a:custGeom>
            <a:solidFill>
              <a:srgbClr val="EF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2472">
              <a:extLst>
                <a:ext uri="{FF2B5EF4-FFF2-40B4-BE49-F238E27FC236}">
                  <a16:creationId xmlns:a16="http://schemas.microsoft.com/office/drawing/2014/main" id="{E9999B43-D658-4E17-BDA8-78058A8C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3345"/>
              <a:ext cx="5" cy="4"/>
            </a:xfrm>
            <a:custGeom>
              <a:avLst/>
              <a:gdLst>
                <a:gd name="T0" fmla="*/ 1 w 7"/>
                <a:gd name="T1" fmla="*/ 2 h 5"/>
                <a:gd name="T2" fmla="*/ 1 w 7"/>
                <a:gd name="T3" fmla="*/ 2 h 5"/>
                <a:gd name="T4" fmla="*/ 1 w 7"/>
                <a:gd name="T5" fmla="*/ 0 h 5"/>
                <a:gd name="T6" fmla="*/ 0 w 7"/>
                <a:gd name="T7" fmla="*/ 2 h 5"/>
                <a:gd name="T8" fmla="*/ 1 w 7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3" y="5"/>
                  </a:moveTo>
                  <a:cubicBezTo>
                    <a:pt x="3" y="5"/>
                    <a:pt x="3" y="5"/>
                    <a:pt x="4" y="5"/>
                  </a:cubicBezTo>
                  <a:cubicBezTo>
                    <a:pt x="6" y="4"/>
                    <a:pt x="7" y="0"/>
                    <a:pt x="4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3"/>
                    <a:pt x="2" y="5"/>
                    <a:pt x="2" y="5"/>
                  </a:cubicBezTo>
                </a:path>
              </a:pathLst>
            </a:custGeom>
            <a:solidFill>
              <a:srgbClr val="EF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2473">
              <a:extLst>
                <a:ext uri="{FF2B5EF4-FFF2-40B4-BE49-F238E27FC236}">
                  <a16:creationId xmlns:a16="http://schemas.microsoft.com/office/drawing/2014/main" id="{C9EF4C0A-DEAC-4A09-B5A4-7A8C55F98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3350"/>
              <a:ext cx="4" cy="3"/>
            </a:xfrm>
            <a:custGeom>
              <a:avLst/>
              <a:gdLst>
                <a:gd name="T0" fmla="*/ 2 w 5"/>
                <a:gd name="T1" fmla="*/ 0 h 4"/>
                <a:gd name="T2" fmla="*/ 2 w 5"/>
                <a:gd name="T3" fmla="*/ 2 h 4"/>
                <a:gd name="T4" fmla="*/ 2 w 5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3" y="0"/>
                    <a:pt x="0" y="3"/>
                    <a:pt x="2" y="4"/>
                  </a:cubicBezTo>
                  <a:cubicBezTo>
                    <a:pt x="4" y="3"/>
                    <a:pt x="5" y="2"/>
                    <a:pt x="4" y="1"/>
                  </a:cubicBezTo>
                </a:path>
              </a:pathLst>
            </a:custGeom>
            <a:solidFill>
              <a:srgbClr val="EF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Freeform 2474">
              <a:extLst>
                <a:ext uri="{FF2B5EF4-FFF2-40B4-BE49-F238E27FC236}">
                  <a16:creationId xmlns:a16="http://schemas.microsoft.com/office/drawing/2014/main" id="{B9EA1440-9A3D-497D-ADEF-7A9C5D981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415"/>
              <a:ext cx="44" cy="16"/>
            </a:xfrm>
            <a:custGeom>
              <a:avLst/>
              <a:gdLst>
                <a:gd name="T0" fmla="*/ 0 w 57"/>
                <a:gd name="T1" fmla="*/ 0 h 22"/>
                <a:gd name="T2" fmla="*/ 2 w 57"/>
                <a:gd name="T3" fmla="*/ 8 h 22"/>
                <a:gd name="T4" fmla="*/ 8 w 57"/>
                <a:gd name="T5" fmla="*/ 8 h 22"/>
                <a:gd name="T6" fmla="*/ 16 w 57"/>
                <a:gd name="T7" fmla="*/ 7 h 22"/>
                <a:gd name="T8" fmla="*/ 22 w 57"/>
                <a:gd name="T9" fmla="*/ 7 h 22"/>
                <a:gd name="T10" fmla="*/ 26 w 57"/>
                <a:gd name="T11" fmla="*/ 7 h 22"/>
                <a:gd name="T12" fmla="*/ 17 w 57"/>
                <a:gd name="T13" fmla="*/ 7 h 22"/>
                <a:gd name="T14" fmla="*/ 9 w 57"/>
                <a:gd name="T15" fmla="*/ 7 h 22"/>
                <a:gd name="T16" fmla="*/ 3 w 57"/>
                <a:gd name="T17" fmla="*/ 4 h 22"/>
                <a:gd name="T18" fmla="*/ 1 w 57"/>
                <a:gd name="T19" fmla="*/ 1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cubicBezTo>
                    <a:pt x="3" y="7"/>
                    <a:pt x="4" y="13"/>
                    <a:pt x="4" y="21"/>
                  </a:cubicBezTo>
                  <a:cubicBezTo>
                    <a:pt x="9" y="21"/>
                    <a:pt x="13" y="21"/>
                    <a:pt x="18" y="21"/>
                  </a:cubicBezTo>
                  <a:cubicBezTo>
                    <a:pt x="24" y="22"/>
                    <a:pt x="30" y="20"/>
                    <a:pt x="35" y="19"/>
                  </a:cubicBezTo>
                  <a:cubicBezTo>
                    <a:pt x="39" y="19"/>
                    <a:pt x="43" y="19"/>
                    <a:pt x="47" y="19"/>
                  </a:cubicBezTo>
                  <a:cubicBezTo>
                    <a:pt x="50" y="19"/>
                    <a:pt x="55" y="20"/>
                    <a:pt x="57" y="16"/>
                  </a:cubicBezTo>
                  <a:cubicBezTo>
                    <a:pt x="51" y="17"/>
                    <a:pt x="44" y="16"/>
                    <a:pt x="38" y="16"/>
                  </a:cubicBezTo>
                  <a:cubicBezTo>
                    <a:pt x="32" y="16"/>
                    <a:pt x="25" y="17"/>
                    <a:pt x="19" y="16"/>
                  </a:cubicBezTo>
                  <a:cubicBezTo>
                    <a:pt x="15" y="15"/>
                    <a:pt x="10" y="13"/>
                    <a:pt x="7" y="10"/>
                  </a:cubicBezTo>
                  <a:cubicBezTo>
                    <a:pt x="4" y="7"/>
                    <a:pt x="3" y="4"/>
                    <a:pt x="1" y="1"/>
                  </a:cubicBezTo>
                </a:path>
              </a:pathLst>
            </a:custGeom>
            <a:solidFill>
              <a:srgbClr val="938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7" name="Freeform 2475">
              <a:extLst>
                <a:ext uri="{FF2B5EF4-FFF2-40B4-BE49-F238E27FC236}">
                  <a16:creationId xmlns:a16="http://schemas.microsoft.com/office/drawing/2014/main" id="{9627C96B-8F5E-4193-9E2C-DD05853AC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390"/>
              <a:ext cx="249" cy="311"/>
            </a:xfrm>
            <a:custGeom>
              <a:avLst/>
              <a:gdLst>
                <a:gd name="T0" fmla="*/ 61 w 328"/>
                <a:gd name="T1" fmla="*/ 6 h 409"/>
                <a:gd name="T2" fmla="*/ 37 w 328"/>
                <a:gd name="T3" fmla="*/ 37 h 409"/>
                <a:gd name="T4" fmla="*/ 13 w 328"/>
                <a:gd name="T5" fmla="*/ 43 h 409"/>
                <a:gd name="T6" fmla="*/ 1 w 328"/>
                <a:gd name="T7" fmla="*/ 86 h 409"/>
                <a:gd name="T8" fmla="*/ 48 w 328"/>
                <a:gd name="T9" fmla="*/ 170 h 409"/>
                <a:gd name="T10" fmla="*/ 104 w 328"/>
                <a:gd name="T11" fmla="*/ 163 h 409"/>
                <a:gd name="T12" fmla="*/ 129 w 328"/>
                <a:gd name="T13" fmla="*/ 59 h 409"/>
                <a:gd name="T14" fmla="*/ 102 w 328"/>
                <a:gd name="T15" fmla="*/ 25 h 409"/>
                <a:gd name="T16" fmla="*/ 64 w 328"/>
                <a:gd name="T17" fmla="*/ 3 h 409"/>
                <a:gd name="T18" fmla="*/ 61 w 328"/>
                <a:gd name="T19" fmla="*/ 6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409">
                  <a:moveTo>
                    <a:pt x="141" y="15"/>
                  </a:moveTo>
                  <a:cubicBezTo>
                    <a:pt x="162" y="42"/>
                    <a:pt x="108" y="83"/>
                    <a:pt x="85" y="85"/>
                  </a:cubicBezTo>
                  <a:cubicBezTo>
                    <a:pt x="62" y="86"/>
                    <a:pt x="49" y="80"/>
                    <a:pt x="29" y="98"/>
                  </a:cubicBezTo>
                  <a:cubicBezTo>
                    <a:pt x="0" y="123"/>
                    <a:pt x="0" y="157"/>
                    <a:pt x="1" y="194"/>
                  </a:cubicBezTo>
                  <a:cubicBezTo>
                    <a:pt x="4" y="270"/>
                    <a:pt x="35" y="353"/>
                    <a:pt x="109" y="387"/>
                  </a:cubicBezTo>
                  <a:cubicBezTo>
                    <a:pt x="154" y="409"/>
                    <a:pt x="202" y="403"/>
                    <a:pt x="239" y="369"/>
                  </a:cubicBezTo>
                  <a:cubicBezTo>
                    <a:pt x="299" y="314"/>
                    <a:pt x="328" y="213"/>
                    <a:pt x="295" y="136"/>
                  </a:cubicBezTo>
                  <a:cubicBezTo>
                    <a:pt x="282" y="106"/>
                    <a:pt x="256" y="79"/>
                    <a:pt x="233" y="58"/>
                  </a:cubicBezTo>
                  <a:cubicBezTo>
                    <a:pt x="223" y="50"/>
                    <a:pt x="157" y="0"/>
                    <a:pt x="146" y="7"/>
                  </a:cubicBezTo>
                  <a:cubicBezTo>
                    <a:pt x="144" y="8"/>
                    <a:pt x="142" y="13"/>
                    <a:pt x="141" y="15"/>
                  </a:cubicBezTo>
                </a:path>
              </a:pathLst>
            </a:custGeom>
            <a:solidFill>
              <a:srgbClr val="A8B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2476">
              <a:extLst>
                <a:ext uri="{FF2B5EF4-FFF2-40B4-BE49-F238E27FC236}">
                  <a16:creationId xmlns:a16="http://schemas.microsoft.com/office/drawing/2014/main" id="{2FF8E9CE-DFB9-402E-A645-BDE949913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411"/>
              <a:ext cx="175" cy="157"/>
            </a:xfrm>
            <a:custGeom>
              <a:avLst/>
              <a:gdLst>
                <a:gd name="T0" fmla="*/ 57 w 230"/>
                <a:gd name="T1" fmla="*/ 5 h 206"/>
                <a:gd name="T2" fmla="*/ 25 w 230"/>
                <a:gd name="T3" fmla="*/ 30 h 206"/>
                <a:gd name="T4" fmla="*/ 29 w 230"/>
                <a:gd name="T5" fmla="*/ 79 h 206"/>
                <a:gd name="T6" fmla="*/ 86 w 230"/>
                <a:gd name="T7" fmla="*/ 65 h 206"/>
                <a:gd name="T8" fmla="*/ 94 w 230"/>
                <a:gd name="T9" fmla="*/ 30 h 206"/>
                <a:gd name="T10" fmla="*/ 75 w 230"/>
                <a:gd name="T11" fmla="*/ 8 h 206"/>
                <a:gd name="T12" fmla="*/ 60 w 230"/>
                <a:gd name="T13" fmla="*/ 2 h 206"/>
                <a:gd name="T14" fmla="*/ 56 w 230"/>
                <a:gd name="T15" fmla="*/ 6 h 2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0" h="206">
                  <a:moveTo>
                    <a:pt x="130" y="11"/>
                  </a:moveTo>
                  <a:cubicBezTo>
                    <a:pt x="118" y="48"/>
                    <a:pt x="89" y="61"/>
                    <a:pt x="56" y="70"/>
                  </a:cubicBezTo>
                  <a:cubicBezTo>
                    <a:pt x="0" y="86"/>
                    <a:pt x="30" y="159"/>
                    <a:pt x="66" y="180"/>
                  </a:cubicBezTo>
                  <a:cubicBezTo>
                    <a:pt x="110" y="206"/>
                    <a:pt x="165" y="181"/>
                    <a:pt x="195" y="146"/>
                  </a:cubicBezTo>
                  <a:cubicBezTo>
                    <a:pt x="215" y="124"/>
                    <a:pt x="230" y="95"/>
                    <a:pt x="212" y="67"/>
                  </a:cubicBezTo>
                  <a:cubicBezTo>
                    <a:pt x="201" y="49"/>
                    <a:pt x="185" y="32"/>
                    <a:pt x="170" y="19"/>
                  </a:cubicBezTo>
                  <a:cubicBezTo>
                    <a:pt x="160" y="11"/>
                    <a:pt x="150" y="0"/>
                    <a:pt x="137" y="3"/>
                  </a:cubicBezTo>
                  <a:cubicBezTo>
                    <a:pt x="134" y="6"/>
                    <a:pt x="130" y="8"/>
                    <a:pt x="127" y="13"/>
                  </a:cubicBezTo>
                </a:path>
              </a:pathLst>
            </a:custGeom>
            <a:solidFill>
              <a:srgbClr val="B2C1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Freeform 2477">
              <a:extLst>
                <a:ext uri="{FF2B5EF4-FFF2-40B4-BE49-F238E27FC236}">
                  <a16:creationId xmlns:a16="http://schemas.microsoft.com/office/drawing/2014/main" id="{7FE635B9-8AFD-41E6-B6B4-6E3FCFEBA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434"/>
              <a:ext cx="83" cy="102"/>
            </a:xfrm>
            <a:custGeom>
              <a:avLst/>
              <a:gdLst>
                <a:gd name="T0" fmla="*/ 39 w 110"/>
                <a:gd name="T1" fmla="*/ 5 h 134"/>
                <a:gd name="T2" fmla="*/ 36 w 110"/>
                <a:gd name="T3" fmla="*/ 2 h 134"/>
                <a:gd name="T4" fmla="*/ 29 w 110"/>
                <a:gd name="T5" fmla="*/ 6 h 134"/>
                <a:gd name="T6" fmla="*/ 11 w 110"/>
                <a:gd name="T7" fmla="*/ 23 h 134"/>
                <a:gd name="T8" fmla="*/ 3 w 110"/>
                <a:gd name="T9" fmla="*/ 42 h 134"/>
                <a:gd name="T10" fmla="*/ 26 w 110"/>
                <a:gd name="T11" fmla="*/ 54 h 134"/>
                <a:gd name="T12" fmla="*/ 46 w 110"/>
                <a:gd name="T13" fmla="*/ 18 h 134"/>
                <a:gd name="T14" fmla="*/ 41 w 110"/>
                <a:gd name="T15" fmla="*/ 6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34">
                  <a:moveTo>
                    <a:pt x="92" y="11"/>
                  </a:moveTo>
                  <a:cubicBezTo>
                    <a:pt x="91" y="7"/>
                    <a:pt x="87" y="2"/>
                    <a:pt x="83" y="2"/>
                  </a:cubicBezTo>
                  <a:cubicBezTo>
                    <a:pt x="75" y="0"/>
                    <a:pt x="70" y="7"/>
                    <a:pt x="66" y="13"/>
                  </a:cubicBezTo>
                  <a:cubicBezTo>
                    <a:pt x="55" y="29"/>
                    <a:pt x="40" y="39"/>
                    <a:pt x="24" y="51"/>
                  </a:cubicBezTo>
                  <a:cubicBezTo>
                    <a:pt x="8" y="61"/>
                    <a:pt x="0" y="76"/>
                    <a:pt x="7" y="95"/>
                  </a:cubicBezTo>
                  <a:cubicBezTo>
                    <a:pt x="14" y="116"/>
                    <a:pt x="40" y="134"/>
                    <a:pt x="61" y="122"/>
                  </a:cubicBezTo>
                  <a:cubicBezTo>
                    <a:pt x="88" y="107"/>
                    <a:pt x="110" y="73"/>
                    <a:pt x="108" y="42"/>
                  </a:cubicBezTo>
                  <a:cubicBezTo>
                    <a:pt x="108" y="29"/>
                    <a:pt x="101" y="22"/>
                    <a:pt x="94" y="13"/>
                  </a:cubicBezTo>
                </a:path>
              </a:pathLst>
            </a:custGeom>
            <a:solidFill>
              <a:srgbClr val="BFC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0" name="Freeform 2478">
              <a:extLst>
                <a:ext uri="{FF2B5EF4-FFF2-40B4-BE49-F238E27FC236}">
                  <a16:creationId xmlns:a16="http://schemas.microsoft.com/office/drawing/2014/main" id="{327F787D-1831-476C-B9A0-016EF83A0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430"/>
              <a:ext cx="20" cy="20"/>
            </a:xfrm>
            <a:custGeom>
              <a:avLst/>
              <a:gdLst>
                <a:gd name="T0" fmla="*/ 11 w 26"/>
                <a:gd name="T1" fmla="*/ 9 h 26"/>
                <a:gd name="T2" fmla="*/ 3 w 26"/>
                <a:gd name="T3" fmla="*/ 11 h 26"/>
                <a:gd name="T4" fmla="*/ 2 w 26"/>
                <a:gd name="T5" fmla="*/ 3 h 26"/>
                <a:gd name="T6" fmla="*/ 9 w 26"/>
                <a:gd name="T7" fmla="*/ 2 h 26"/>
                <a:gd name="T8" fmla="*/ 11 w 26"/>
                <a:gd name="T9" fmla="*/ 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3" y="19"/>
                  </a:moveTo>
                  <a:cubicBezTo>
                    <a:pt x="20" y="25"/>
                    <a:pt x="12" y="26"/>
                    <a:pt x="7" y="23"/>
                  </a:cubicBezTo>
                  <a:cubicBezTo>
                    <a:pt x="1" y="20"/>
                    <a:pt x="0" y="13"/>
                    <a:pt x="3" y="7"/>
                  </a:cubicBezTo>
                  <a:cubicBezTo>
                    <a:pt x="6" y="2"/>
                    <a:pt x="13" y="0"/>
                    <a:pt x="19" y="3"/>
                  </a:cubicBezTo>
                  <a:cubicBezTo>
                    <a:pt x="24" y="7"/>
                    <a:pt x="26" y="14"/>
                    <a:pt x="2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2479">
              <a:extLst>
                <a:ext uri="{FF2B5EF4-FFF2-40B4-BE49-F238E27FC236}">
                  <a16:creationId xmlns:a16="http://schemas.microsoft.com/office/drawing/2014/main" id="{E6A91715-45D9-4779-ADFF-709326068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3449"/>
              <a:ext cx="9" cy="9"/>
            </a:xfrm>
            <a:custGeom>
              <a:avLst/>
              <a:gdLst>
                <a:gd name="T0" fmla="*/ 5 w 12"/>
                <a:gd name="T1" fmla="*/ 4 h 12"/>
                <a:gd name="T2" fmla="*/ 2 w 12"/>
                <a:gd name="T3" fmla="*/ 5 h 12"/>
                <a:gd name="T4" fmla="*/ 2 w 12"/>
                <a:gd name="T5" fmla="*/ 2 h 12"/>
                <a:gd name="T6" fmla="*/ 4 w 12"/>
                <a:gd name="T7" fmla="*/ 2 h 12"/>
                <a:gd name="T8" fmla="*/ 5 w 12"/>
                <a:gd name="T9" fmla="*/ 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4" y="11"/>
                  </a:cubicBezTo>
                  <a:cubicBezTo>
                    <a:pt x="1" y="9"/>
                    <a:pt x="0" y="6"/>
                    <a:pt x="2" y="4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2480">
              <a:extLst>
                <a:ext uri="{FF2B5EF4-FFF2-40B4-BE49-F238E27FC236}">
                  <a16:creationId xmlns:a16="http://schemas.microsoft.com/office/drawing/2014/main" id="{6B205D02-63A8-4159-884E-F36BB68CC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521"/>
              <a:ext cx="279" cy="298"/>
            </a:xfrm>
            <a:custGeom>
              <a:avLst/>
              <a:gdLst>
                <a:gd name="T0" fmla="*/ 161 w 367"/>
                <a:gd name="T1" fmla="*/ 152 h 391"/>
                <a:gd name="T2" fmla="*/ 65 w 367"/>
                <a:gd name="T3" fmla="*/ 136 h 391"/>
                <a:gd name="T4" fmla="*/ 9 w 367"/>
                <a:gd name="T5" fmla="*/ 0 h 391"/>
                <a:gd name="T6" fmla="*/ 74 w 367"/>
                <a:gd name="T7" fmla="*/ 121 h 391"/>
                <a:gd name="T8" fmla="*/ 161 w 367"/>
                <a:gd name="T9" fmla="*/ 152 h 3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7" h="391">
                  <a:moveTo>
                    <a:pt x="367" y="342"/>
                  </a:moveTo>
                  <a:cubicBezTo>
                    <a:pt x="367" y="342"/>
                    <a:pt x="274" y="391"/>
                    <a:pt x="147" y="308"/>
                  </a:cubicBezTo>
                  <a:cubicBezTo>
                    <a:pt x="20" y="224"/>
                    <a:pt x="0" y="48"/>
                    <a:pt x="21" y="0"/>
                  </a:cubicBezTo>
                  <a:cubicBezTo>
                    <a:pt x="21" y="0"/>
                    <a:pt x="1" y="157"/>
                    <a:pt x="167" y="274"/>
                  </a:cubicBezTo>
                  <a:cubicBezTo>
                    <a:pt x="282" y="356"/>
                    <a:pt x="313" y="347"/>
                    <a:pt x="367" y="342"/>
                  </a:cubicBezTo>
                  <a:close/>
                </a:path>
              </a:pathLst>
            </a:custGeom>
            <a:solidFill>
              <a:srgbClr val="899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2481">
              <a:extLst>
                <a:ext uri="{FF2B5EF4-FFF2-40B4-BE49-F238E27FC236}">
                  <a16:creationId xmlns:a16="http://schemas.microsoft.com/office/drawing/2014/main" id="{DE099AFD-9E0B-4727-854F-E3F85D932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3393"/>
              <a:ext cx="50" cy="60"/>
            </a:xfrm>
            <a:custGeom>
              <a:avLst/>
              <a:gdLst>
                <a:gd name="T0" fmla="*/ 22 w 65"/>
                <a:gd name="T1" fmla="*/ 9 h 78"/>
                <a:gd name="T2" fmla="*/ 24 w 65"/>
                <a:gd name="T3" fmla="*/ 27 h 78"/>
                <a:gd name="T4" fmla="*/ 29 w 65"/>
                <a:gd name="T5" fmla="*/ 31 h 78"/>
                <a:gd name="T6" fmla="*/ 21 w 65"/>
                <a:gd name="T7" fmla="*/ 35 h 78"/>
                <a:gd name="T8" fmla="*/ 7 w 65"/>
                <a:gd name="T9" fmla="*/ 31 h 78"/>
                <a:gd name="T10" fmla="*/ 1 w 65"/>
                <a:gd name="T11" fmla="*/ 17 h 78"/>
                <a:gd name="T12" fmla="*/ 22 w 65"/>
                <a:gd name="T13" fmla="*/ 6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8">
                  <a:moveTo>
                    <a:pt x="49" y="20"/>
                  </a:moveTo>
                  <a:cubicBezTo>
                    <a:pt x="37" y="31"/>
                    <a:pt x="35" y="53"/>
                    <a:pt x="52" y="60"/>
                  </a:cubicBezTo>
                  <a:cubicBezTo>
                    <a:pt x="57" y="62"/>
                    <a:pt x="65" y="61"/>
                    <a:pt x="65" y="68"/>
                  </a:cubicBezTo>
                  <a:cubicBezTo>
                    <a:pt x="65" y="76"/>
                    <a:pt x="51" y="76"/>
                    <a:pt x="46" y="77"/>
                  </a:cubicBezTo>
                  <a:cubicBezTo>
                    <a:pt x="35" y="78"/>
                    <a:pt x="24" y="74"/>
                    <a:pt x="16" y="67"/>
                  </a:cubicBezTo>
                  <a:cubicBezTo>
                    <a:pt x="9" y="61"/>
                    <a:pt x="0" y="47"/>
                    <a:pt x="1" y="37"/>
                  </a:cubicBezTo>
                  <a:cubicBezTo>
                    <a:pt x="4" y="16"/>
                    <a:pt x="28" y="0"/>
                    <a:pt x="47" y="13"/>
                  </a:cubicBezTo>
                </a:path>
              </a:pathLst>
            </a:custGeom>
            <a:solidFill>
              <a:srgbClr val="A8B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2482">
              <a:extLst>
                <a:ext uri="{FF2B5EF4-FFF2-40B4-BE49-F238E27FC236}">
                  <a16:creationId xmlns:a16="http://schemas.microsoft.com/office/drawing/2014/main" id="{0242A1BF-54BE-4B54-9711-6CFC59EC9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09"/>
              <a:ext cx="22" cy="37"/>
            </a:xfrm>
            <a:custGeom>
              <a:avLst/>
              <a:gdLst>
                <a:gd name="T0" fmla="*/ 12 w 28"/>
                <a:gd name="T1" fmla="*/ 2 h 49"/>
                <a:gd name="T2" fmla="*/ 11 w 28"/>
                <a:gd name="T3" fmla="*/ 15 h 49"/>
                <a:gd name="T4" fmla="*/ 8 w 28"/>
                <a:gd name="T5" fmla="*/ 18 h 49"/>
                <a:gd name="T6" fmla="*/ 1 w 28"/>
                <a:gd name="T7" fmla="*/ 8 h 49"/>
                <a:gd name="T8" fmla="*/ 9 w 28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9">
                  <a:moveTo>
                    <a:pt x="24" y="4"/>
                  </a:moveTo>
                  <a:cubicBezTo>
                    <a:pt x="16" y="10"/>
                    <a:pt x="19" y="27"/>
                    <a:pt x="23" y="34"/>
                  </a:cubicBezTo>
                  <a:cubicBezTo>
                    <a:pt x="28" y="43"/>
                    <a:pt x="28" y="49"/>
                    <a:pt x="17" y="42"/>
                  </a:cubicBezTo>
                  <a:cubicBezTo>
                    <a:pt x="9" y="37"/>
                    <a:pt x="0" y="31"/>
                    <a:pt x="1" y="19"/>
                  </a:cubicBezTo>
                  <a:cubicBezTo>
                    <a:pt x="2" y="9"/>
                    <a:pt x="10" y="0"/>
                    <a:pt x="19" y="1"/>
                  </a:cubicBezTo>
                </a:path>
              </a:pathLst>
            </a:custGeom>
            <a:solidFill>
              <a:srgbClr val="BFC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2483">
              <a:extLst>
                <a:ext uri="{FF2B5EF4-FFF2-40B4-BE49-F238E27FC236}">
                  <a16:creationId xmlns:a16="http://schemas.microsoft.com/office/drawing/2014/main" id="{5F84EBBD-8026-4E15-BEDC-A86DD656E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575"/>
              <a:ext cx="67" cy="167"/>
            </a:xfrm>
            <a:custGeom>
              <a:avLst/>
              <a:gdLst>
                <a:gd name="T0" fmla="*/ 35 w 87"/>
                <a:gd name="T1" fmla="*/ 0 h 220"/>
                <a:gd name="T2" fmla="*/ 0 w 87"/>
                <a:gd name="T3" fmla="*/ 96 h 220"/>
                <a:gd name="T4" fmla="*/ 35 w 87"/>
                <a:gd name="T5" fmla="*/ 0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20">
                  <a:moveTo>
                    <a:pt x="76" y="0"/>
                  </a:moveTo>
                  <a:cubicBezTo>
                    <a:pt x="76" y="0"/>
                    <a:pt x="87" y="132"/>
                    <a:pt x="0" y="220"/>
                  </a:cubicBezTo>
                  <a:cubicBezTo>
                    <a:pt x="0" y="220"/>
                    <a:pt x="77" y="125"/>
                    <a:pt x="76" y="0"/>
                  </a:cubicBezTo>
                  <a:close/>
                </a:path>
              </a:pathLst>
            </a:custGeom>
            <a:solidFill>
              <a:srgbClr val="BFC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9" name="green-apple-fruit-dietetics-illustration">
            <a:extLst>
              <a:ext uri="{FF2B5EF4-FFF2-40B4-BE49-F238E27FC236}">
                <a16:creationId xmlns:a16="http://schemas.microsoft.com/office/drawing/2014/main" id="{33F1E487-0BF9-4E11-A4EF-C9738C6C9168}"/>
              </a:ext>
            </a:extLst>
          </p:cNvPr>
          <p:cNvGrpSpPr>
            <a:grpSpLocks/>
          </p:cNvGrpSpPr>
          <p:nvPr/>
        </p:nvGrpSpPr>
        <p:grpSpPr bwMode="auto">
          <a:xfrm>
            <a:off x="4049713" y="4592638"/>
            <a:ext cx="817562" cy="889000"/>
            <a:chOff x="1591" y="2812"/>
            <a:chExt cx="515" cy="560"/>
          </a:xfrm>
        </p:grpSpPr>
        <p:sp>
          <p:nvSpPr>
            <p:cNvPr id="13394" name="Freeform 2485">
              <a:extLst>
                <a:ext uri="{FF2B5EF4-FFF2-40B4-BE49-F238E27FC236}">
                  <a16:creationId xmlns:a16="http://schemas.microsoft.com/office/drawing/2014/main" id="{7BBFFAFB-2A19-4401-9A04-9D8185A2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812"/>
              <a:ext cx="503" cy="560"/>
            </a:xfrm>
            <a:custGeom>
              <a:avLst/>
              <a:gdLst>
                <a:gd name="T0" fmla="*/ 63 w 797"/>
                <a:gd name="T1" fmla="*/ 48 h 887"/>
                <a:gd name="T2" fmla="*/ 63 w 797"/>
                <a:gd name="T3" fmla="*/ 176 h 887"/>
                <a:gd name="T4" fmla="*/ 200 w 797"/>
                <a:gd name="T5" fmla="*/ 126 h 887"/>
                <a:gd name="T6" fmla="*/ 63 w 797"/>
                <a:gd name="T7" fmla="*/ 48 h 8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7" h="887">
                  <a:moveTo>
                    <a:pt x="251" y="190"/>
                  </a:moveTo>
                  <a:cubicBezTo>
                    <a:pt x="172" y="226"/>
                    <a:pt x="0" y="511"/>
                    <a:pt x="251" y="699"/>
                  </a:cubicBezTo>
                  <a:cubicBezTo>
                    <a:pt x="502" y="887"/>
                    <a:pt x="797" y="760"/>
                    <a:pt x="795" y="500"/>
                  </a:cubicBezTo>
                  <a:cubicBezTo>
                    <a:pt x="793" y="240"/>
                    <a:pt x="504" y="0"/>
                    <a:pt x="251" y="190"/>
                  </a:cubicBezTo>
                  <a:close/>
                </a:path>
              </a:pathLst>
            </a:custGeom>
            <a:solidFill>
              <a:srgbClr val="7DB547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Freeform 2486">
              <a:extLst>
                <a:ext uri="{FF2B5EF4-FFF2-40B4-BE49-F238E27FC236}">
                  <a16:creationId xmlns:a16="http://schemas.microsoft.com/office/drawing/2014/main" id="{7ED83025-7A6A-47EF-B748-3DCA6072F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940"/>
              <a:ext cx="75" cy="57"/>
            </a:xfrm>
            <a:custGeom>
              <a:avLst/>
              <a:gdLst>
                <a:gd name="T0" fmla="*/ 24 w 120"/>
                <a:gd name="T1" fmla="*/ 0 h 90"/>
                <a:gd name="T2" fmla="*/ 15 w 120"/>
                <a:gd name="T3" fmla="*/ 13 h 90"/>
                <a:gd name="T4" fmla="*/ 1 w 120"/>
                <a:gd name="T5" fmla="*/ 16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90">
                  <a:moveTo>
                    <a:pt x="97" y="0"/>
                  </a:moveTo>
                  <a:cubicBezTo>
                    <a:pt x="97" y="0"/>
                    <a:pt x="120" y="7"/>
                    <a:pt x="60" y="49"/>
                  </a:cubicBezTo>
                  <a:cubicBezTo>
                    <a:pt x="0" y="90"/>
                    <a:pt x="1" y="63"/>
                    <a:pt x="1" y="6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6" name="Freeform 2487">
              <a:extLst>
                <a:ext uri="{FF2B5EF4-FFF2-40B4-BE49-F238E27FC236}">
                  <a16:creationId xmlns:a16="http://schemas.microsoft.com/office/drawing/2014/main" id="{B41B840F-B4C7-4A07-8F50-4615A6EC8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884"/>
              <a:ext cx="156" cy="100"/>
            </a:xfrm>
            <a:custGeom>
              <a:avLst/>
              <a:gdLst>
                <a:gd name="T0" fmla="*/ 46 w 247"/>
                <a:gd name="T1" fmla="*/ 40 h 159"/>
                <a:gd name="T2" fmla="*/ 63 w 247"/>
                <a:gd name="T3" fmla="*/ 30 h 159"/>
                <a:gd name="T4" fmla="*/ 56 w 247"/>
                <a:gd name="T5" fmla="*/ 25 h 159"/>
                <a:gd name="T6" fmla="*/ 32 w 247"/>
                <a:gd name="T7" fmla="*/ 13 h 159"/>
                <a:gd name="T8" fmla="*/ 25 w 247"/>
                <a:gd name="T9" fmla="*/ 9 h 159"/>
                <a:gd name="T10" fmla="*/ 8 w 247"/>
                <a:gd name="T11" fmla="*/ 0 h 159"/>
                <a:gd name="T12" fmla="*/ 0 w 247"/>
                <a:gd name="T13" fmla="*/ 11 h 159"/>
                <a:gd name="T14" fmla="*/ 16 w 247"/>
                <a:gd name="T15" fmla="*/ 22 h 159"/>
                <a:gd name="T16" fmla="*/ 23 w 247"/>
                <a:gd name="T17" fmla="*/ 27 h 159"/>
                <a:gd name="T18" fmla="*/ 46 w 247"/>
                <a:gd name="T19" fmla="*/ 40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7" h="159">
                  <a:moveTo>
                    <a:pt x="183" y="159"/>
                  </a:moveTo>
                  <a:cubicBezTo>
                    <a:pt x="183" y="159"/>
                    <a:pt x="225" y="139"/>
                    <a:pt x="247" y="117"/>
                  </a:cubicBezTo>
                  <a:cubicBezTo>
                    <a:pt x="247" y="117"/>
                    <a:pt x="244" y="105"/>
                    <a:pt x="221" y="101"/>
                  </a:cubicBezTo>
                  <a:cubicBezTo>
                    <a:pt x="198" y="97"/>
                    <a:pt x="136" y="62"/>
                    <a:pt x="127" y="51"/>
                  </a:cubicBezTo>
                  <a:cubicBezTo>
                    <a:pt x="118" y="41"/>
                    <a:pt x="114" y="35"/>
                    <a:pt x="97" y="35"/>
                  </a:cubicBezTo>
                  <a:cubicBezTo>
                    <a:pt x="80" y="35"/>
                    <a:pt x="34" y="0"/>
                    <a:pt x="34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47" y="67"/>
                    <a:pt x="61" y="87"/>
                  </a:cubicBezTo>
                  <a:cubicBezTo>
                    <a:pt x="75" y="107"/>
                    <a:pt x="72" y="111"/>
                    <a:pt x="94" y="108"/>
                  </a:cubicBezTo>
                  <a:cubicBezTo>
                    <a:pt x="116" y="106"/>
                    <a:pt x="170" y="128"/>
                    <a:pt x="183" y="159"/>
                  </a:cubicBezTo>
                  <a:close/>
                </a:path>
              </a:pathLst>
            </a:custGeom>
            <a:solidFill>
              <a:srgbClr val="BF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Freeform 2488">
              <a:extLst>
                <a:ext uri="{FF2B5EF4-FFF2-40B4-BE49-F238E27FC236}">
                  <a16:creationId xmlns:a16="http://schemas.microsoft.com/office/drawing/2014/main" id="{3A949F3A-2C51-4F2E-9AD0-8211CC8BC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884"/>
              <a:ext cx="156" cy="100"/>
            </a:xfrm>
            <a:custGeom>
              <a:avLst/>
              <a:gdLst>
                <a:gd name="T0" fmla="*/ 46 w 247"/>
                <a:gd name="T1" fmla="*/ 40 h 159"/>
                <a:gd name="T2" fmla="*/ 63 w 247"/>
                <a:gd name="T3" fmla="*/ 30 h 159"/>
                <a:gd name="T4" fmla="*/ 56 w 247"/>
                <a:gd name="T5" fmla="*/ 25 h 159"/>
                <a:gd name="T6" fmla="*/ 32 w 247"/>
                <a:gd name="T7" fmla="*/ 13 h 159"/>
                <a:gd name="T8" fmla="*/ 25 w 247"/>
                <a:gd name="T9" fmla="*/ 9 h 159"/>
                <a:gd name="T10" fmla="*/ 8 w 247"/>
                <a:gd name="T11" fmla="*/ 0 h 159"/>
                <a:gd name="T12" fmla="*/ 0 w 247"/>
                <a:gd name="T13" fmla="*/ 11 h 159"/>
                <a:gd name="T14" fmla="*/ 16 w 247"/>
                <a:gd name="T15" fmla="*/ 22 h 159"/>
                <a:gd name="T16" fmla="*/ 23 w 247"/>
                <a:gd name="T17" fmla="*/ 27 h 159"/>
                <a:gd name="T18" fmla="*/ 46 w 247"/>
                <a:gd name="T19" fmla="*/ 40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7" h="159">
                  <a:moveTo>
                    <a:pt x="183" y="159"/>
                  </a:moveTo>
                  <a:cubicBezTo>
                    <a:pt x="183" y="159"/>
                    <a:pt x="225" y="139"/>
                    <a:pt x="247" y="117"/>
                  </a:cubicBezTo>
                  <a:cubicBezTo>
                    <a:pt x="247" y="117"/>
                    <a:pt x="244" y="105"/>
                    <a:pt x="221" y="101"/>
                  </a:cubicBezTo>
                  <a:cubicBezTo>
                    <a:pt x="198" y="97"/>
                    <a:pt x="136" y="62"/>
                    <a:pt x="127" y="51"/>
                  </a:cubicBezTo>
                  <a:cubicBezTo>
                    <a:pt x="118" y="41"/>
                    <a:pt x="114" y="35"/>
                    <a:pt x="97" y="35"/>
                  </a:cubicBezTo>
                  <a:cubicBezTo>
                    <a:pt x="80" y="35"/>
                    <a:pt x="34" y="0"/>
                    <a:pt x="34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47" y="67"/>
                    <a:pt x="61" y="87"/>
                  </a:cubicBezTo>
                  <a:cubicBezTo>
                    <a:pt x="75" y="107"/>
                    <a:pt x="72" y="111"/>
                    <a:pt x="94" y="108"/>
                  </a:cubicBezTo>
                  <a:cubicBezTo>
                    <a:pt x="116" y="106"/>
                    <a:pt x="170" y="128"/>
                    <a:pt x="183" y="159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8" name="Freeform 2489">
              <a:extLst>
                <a:ext uri="{FF2B5EF4-FFF2-40B4-BE49-F238E27FC236}">
                  <a16:creationId xmlns:a16="http://schemas.microsoft.com/office/drawing/2014/main" id="{67D2427C-FC9D-4241-AFEA-2E427F20B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881"/>
              <a:ext cx="28" cy="32"/>
            </a:xfrm>
            <a:custGeom>
              <a:avLst/>
              <a:gdLst>
                <a:gd name="T0" fmla="*/ 7 w 44"/>
                <a:gd name="T1" fmla="*/ 8 h 51"/>
                <a:gd name="T2" fmla="*/ 1 w 44"/>
                <a:gd name="T3" fmla="*/ 12 h 51"/>
                <a:gd name="T4" fmla="*/ 4 w 44"/>
                <a:gd name="T5" fmla="*/ 5 h 51"/>
                <a:gd name="T6" fmla="*/ 10 w 44"/>
                <a:gd name="T7" fmla="*/ 1 h 51"/>
                <a:gd name="T8" fmla="*/ 7 w 44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29" y="31"/>
                  </a:moveTo>
                  <a:cubicBezTo>
                    <a:pt x="19" y="44"/>
                    <a:pt x="8" y="51"/>
                    <a:pt x="4" y="48"/>
                  </a:cubicBezTo>
                  <a:cubicBezTo>
                    <a:pt x="0" y="45"/>
                    <a:pt x="5" y="32"/>
                    <a:pt x="15" y="20"/>
                  </a:cubicBezTo>
                  <a:cubicBezTo>
                    <a:pt x="25" y="8"/>
                    <a:pt x="36" y="0"/>
                    <a:pt x="40" y="4"/>
                  </a:cubicBezTo>
                  <a:cubicBezTo>
                    <a:pt x="44" y="7"/>
                    <a:pt x="39" y="19"/>
                    <a:pt x="29" y="31"/>
                  </a:cubicBezTo>
                  <a:close/>
                </a:path>
              </a:pathLst>
            </a:custGeom>
            <a:solidFill>
              <a:srgbClr val="E2E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9" name="Freeform 2490">
              <a:extLst>
                <a:ext uri="{FF2B5EF4-FFF2-40B4-BE49-F238E27FC236}">
                  <a16:creationId xmlns:a16="http://schemas.microsoft.com/office/drawing/2014/main" id="{383C315A-E0B3-4EE7-B544-A5B61875F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881"/>
              <a:ext cx="28" cy="32"/>
            </a:xfrm>
            <a:custGeom>
              <a:avLst/>
              <a:gdLst>
                <a:gd name="T0" fmla="*/ 7 w 44"/>
                <a:gd name="T1" fmla="*/ 8 h 51"/>
                <a:gd name="T2" fmla="*/ 1 w 44"/>
                <a:gd name="T3" fmla="*/ 12 h 51"/>
                <a:gd name="T4" fmla="*/ 4 w 44"/>
                <a:gd name="T5" fmla="*/ 5 h 51"/>
                <a:gd name="T6" fmla="*/ 10 w 44"/>
                <a:gd name="T7" fmla="*/ 1 h 51"/>
                <a:gd name="T8" fmla="*/ 7 w 44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29" y="31"/>
                  </a:moveTo>
                  <a:cubicBezTo>
                    <a:pt x="19" y="44"/>
                    <a:pt x="8" y="51"/>
                    <a:pt x="4" y="48"/>
                  </a:cubicBezTo>
                  <a:cubicBezTo>
                    <a:pt x="0" y="45"/>
                    <a:pt x="5" y="32"/>
                    <a:pt x="15" y="20"/>
                  </a:cubicBezTo>
                  <a:cubicBezTo>
                    <a:pt x="25" y="8"/>
                    <a:pt x="37" y="0"/>
                    <a:pt x="40" y="4"/>
                  </a:cubicBezTo>
                  <a:cubicBezTo>
                    <a:pt x="44" y="7"/>
                    <a:pt x="39" y="19"/>
                    <a:pt x="29" y="31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Freeform 2491">
              <a:extLst>
                <a:ext uri="{FF2B5EF4-FFF2-40B4-BE49-F238E27FC236}">
                  <a16:creationId xmlns:a16="http://schemas.microsoft.com/office/drawing/2014/main" id="{7FF7ABA7-FAFB-4337-AF3A-4DCEAD5EE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892"/>
              <a:ext cx="125" cy="75"/>
            </a:xfrm>
            <a:custGeom>
              <a:avLst/>
              <a:gdLst>
                <a:gd name="T0" fmla="*/ 3 w 199"/>
                <a:gd name="T1" fmla="*/ 0 h 119"/>
                <a:gd name="T2" fmla="*/ 3 w 199"/>
                <a:gd name="T3" fmla="*/ 4 h 119"/>
                <a:gd name="T4" fmla="*/ 1 w 199"/>
                <a:gd name="T5" fmla="*/ 7 h 119"/>
                <a:gd name="T6" fmla="*/ 8 w 199"/>
                <a:gd name="T7" fmla="*/ 13 h 119"/>
                <a:gd name="T8" fmla="*/ 18 w 199"/>
                <a:gd name="T9" fmla="*/ 21 h 119"/>
                <a:gd name="T10" fmla="*/ 28 w 199"/>
                <a:gd name="T11" fmla="*/ 22 h 119"/>
                <a:gd name="T12" fmla="*/ 36 w 199"/>
                <a:gd name="T13" fmla="*/ 27 h 119"/>
                <a:gd name="T14" fmla="*/ 43 w 199"/>
                <a:gd name="T15" fmla="*/ 30 h 119"/>
                <a:gd name="T16" fmla="*/ 49 w 199"/>
                <a:gd name="T17" fmla="*/ 25 h 119"/>
                <a:gd name="T18" fmla="*/ 33 w 199"/>
                <a:gd name="T19" fmla="*/ 20 h 119"/>
                <a:gd name="T20" fmla="*/ 26 w 199"/>
                <a:gd name="T21" fmla="*/ 14 h 119"/>
                <a:gd name="T22" fmla="*/ 23 w 199"/>
                <a:gd name="T23" fmla="*/ 11 h 119"/>
                <a:gd name="T24" fmla="*/ 18 w 199"/>
                <a:gd name="T25" fmla="*/ 9 h 119"/>
                <a:gd name="T26" fmla="*/ 12 w 199"/>
                <a:gd name="T27" fmla="*/ 6 h 119"/>
                <a:gd name="T28" fmla="*/ 4 w 199"/>
                <a:gd name="T29" fmla="*/ 1 h 1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19">
                  <a:moveTo>
                    <a:pt x="13" y="0"/>
                  </a:moveTo>
                  <a:cubicBezTo>
                    <a:pt x="13" y="5"/>
                    <a:pt x="12" y="10"/>
                    <a:pt x="10" y="14"/>
                  </a:cubicBezTo>
                  <a:cubicBezTo>
                    <a:pt x="8" y="18"/>
                    <a:pt x="1" y="22"/>
                    <a:pt x="1" y="27"/>
                  </a:cubicBezTo>
                  <a:cubicBezTo>
                    <a:pt x="0" y="38"/>
                    <a:pt x="23" y="45"/>
                    <a:pt x="30" y="51"/>
                  </a:cubicBezTo>
                  <a:cubicBezTo>
                    <a:pt x="46" y="64"/>
                    <a:pt x="47" y="83"/>
                    <a:pt x="72" y="82"/>
                  </a:cubicBezTo>
                  <a:cubicBezTo>
                    <a:pt x="87" y="81"/>
                    <a:pt x="98" y="81"/>
                    <a:pt x="112" y="88"/>
                  </a:cubicBezTo>
                  <a:cubicBezTo>
                    <a:pt x="124" y="95"/>
                    <a:pt x="135" y="104"/>
                    <a:pt x="147" y="110"/>
                  </a:cubicBezTo>
                  <a:cubicBezTo>
                    <a:pt x="156" y="115"/>
                    <a:pt x="163" y="119"/>
                    <a:pt x="173" y="118"/>
                  </a:cubicBezTo>
                  <a:cubicBezTo>
                    <a:pt x="179" y="117"/>
                    <a:pt x="199" y="108"/>
                    <a:pt x="197" y="102"/>
                  </a:cubicBezTo>
                  <a:cubicBezTo>
                    <a:pt x="176" y="93"/>
                    <a:pt x="153" y="87"/>
                    <a:pt x="132" y="77"/>
                  </a:cubicBezTo>
                  <a:cubicBezTo>
                    <a:pt x="122" y="73"/>
                    <a:pt x="112" y="65"/>
                    <a:pt x="103" y="59"/>
                  </a:cubicBezTo>
                  <a:cubicBezTo>
                    <a:pt x="97" y="55"/>
                    <a:pt x="95" y="49"/>
                    <a:pt x="91" y="45"/>
                  </a:cubicBezTo>
                  <a:cubicBezTo>
                    <a:pt x="86" y="40"/>
                    <a:pt x="80" y="39"/>
                    <a:pt x="74" y="38"/>
                  </a:cubicBezTo>
                  <a:cubicBezTo>
                    <a:pt x="64" y="35"/>
                    <a:pt x="56" y="32"/>
                    <a:pt x="48" y="25"/>
                  </a:cubicBezTo>
                  <a:cubicBezTo>
                    <a:pt x="39" y="18"/>
                    <a:pt x="27" y="8"/>
                    <a:pt x="16" y="4"/>
                  </a:cubicBezTo>
                </a:path>
              </a:pathLst>
            </a:custGeom>
            <a:solidFill>
              <a:srgbClr val="CCC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Freeform 2492">
              <a:extLst>
                <a:ext uri="{FF2B5EF4-FFF2-40B4-BE49-F238E27FC236}">
                  <a16:creationId xmlns:a16="http://schemas.microsoft.com/office/drawing/2014/main" id="{49DB6EBA-7F04-4480-8E27-5D3C4E637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913"/>
              <a:ext cx="27" cy="25"/>
            </a:xfrm>
            <a:custGeom>
              <a:avLst/>
              <a:gdLst>
                <a:gd name="T0" fmla="*/ 7 w 44"/>
                <a:gd name="T1" fmla="*/ 3 h 40"/>
                <a:gd name="T2" fmla="*/ 1 w 44"/>
                <a:gd name="T3" fmla="*/ 3 h 40"/>
                <a:gd name="T4" fmla="*/ 2 w 44"/>
                <a:gd name="T5" fmla="*/ 8 h 40"/>
                <a:gd name="T6" fmla="*/ 9 w 44"/>
                <a:gd name="T7" fmla="*/ 7 h 40"/>
                <a:gd name="T8" fmla="*/ 7 w 44"/>
                <a:gd name="T9" fmla="*/ 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31" y="9"/>
                  </a:moveTo>
                  <a:cubicBezTo>
                    <a:pt x="24" y="9"/>
                    <a:pt x="9" y="0"/>
                    <a:pt x="4" y="9"/>
                  </a:cubicBezTo>
                  <a:cubicBezTo>
                    <a:pt x="0" y="15"/>
                    <a:pt x="6" y="28"/>
                    <a:pt x="11" y="33"/>
                  </a:cubicBezTo>
                  <a:cubicBezTo>
                    <a:pt x="19" y="40"/>
                    <a:pt x="32" y="37"/>
                    <a:pt x="38" y="29"/>
                  </a:cubicBezTo>
                  <a:cubicBezTo>
                    <a:pt x="44" y="22"/>
                    <a:pt x="37" y="18"/>
                    <a:pt x="32" y="13"/>
                  </a:cubicBezTo>
                </a:path>
              </a:pathLst>
            </a:custGeom>
            <a:solidFill>
              <a:srgbClr val="D5D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2" name="Freeform 2493">
              <a:extLst>
                <a:ext uri="{FF2B5EF4-FFF2-40B4-BE49-F238E27FC236}">
                  <a16:creationId xmlns:a16="http://schemas.microsoft.com/office/drawing/2014/main" id="{4D37FF78-640F-4161-90FD-531559C7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921"/>
              <a:ext cx="11" cy="11"/>
            </a:xfrm>
            <a:custGeom>
              <a:avLst/>
              <a:gdLst>
                <a:gd name="T0" fmla="*/ 2 w 18"/>
                <a:gd name="T1" fmla="*/ 0 h 17"/>
                <a:gd name="T2" fmla="*/ 2 w 18"/>
                <a:gd name="T3" fmla="*/ 4 h 17"/>
                <a:gd name="T4" fmla="*/ 1 w 18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8" y="0"/>
                  </a:moveTo>
                  <a:cubicBezTo>
                    <a:pt x="0" y="1"/>
                    <a:pt x="2" y="17"/>
                    <a:pt x="10" y="15"/>
                  </a:cubicBezTo>
                  <a:cubicBezTo>
                    <a:pt x="18" y="13"/>
                    <a:pt x="13" y="3"/>
                    <a:pt x="7" y="2"/>
                  </a:cubicBezTo>
                </a:path>
              </a:pathLst>
            </a:custGeom>
            <a:solidFill>
              <a:srgbClr val="EF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Freeform 2494">
              <a:extLst>
                <a:ext uri="{FF2B5EF4-FFF2-40B4-BE49-F238E27FC236}">
                  <a16:creationId xmlns:a16="http://schemas.microsoft.com/office/drawing/2014/main" id="{E6B16A2C-4E85-4819-B94B-6873BF4EA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916"/>
              <a:ext cx="5" cy="5"/>
            </a:xfrm>
            <a:custGeom>
              <a:avLst/>
              <a:gdLst>
                <a:gd name="T0" fmla="*/ 1 w 8"/>
                <a:gd name="T1" fmla="*/ 2 h 8"/>
                <a:gd name="T2" fmla="*/ 2 w 8"/>
                <a:gd name="T3" fmla="*/ 2 h 8"/>
                <a:gd name="T4" fmla="*/ 1 w 8"/>
                <a:gd name="T5" fmla="*/ 1 h 8"/>
                <a:gd name="T6" fmla="*/ 1 w 8"/>
                <a:gd name="T7" fmla="*/ 2 h 8"/>
                <a:gd name="T8" fmla="*/ 1 w 8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5" y="8"/>
                    <a:pt x="6" y="8"/>
                    <a:pt x="7" y="8"/>
                  </a:cubicBezTo>
                  <a:cubicBezTo>
                    <a:pt x="8" y="4"/>
                    <a:pt x="7" y="0"/>
                    <a:pt x="3" y="2"/>
                  </a:cubicBezTo>
                  <a:cubicBezTo>
                    <a:pt x="2" y="3"/>
                    <a:pt x="0" y="5"/>
                    <a:pt x="1" y="7"/>
                  </a:cubicBezTo>
                  <a:cubicBezTo>
                    <a:pt x="1" y="8"/>
                    <a:pt x="4" y="8"/>
                    <a:pt x="5" y="8"/>
                  </a:cubicBezTo>
                </a:path>
              </a:pathLst>
            </a:custGeom>
            <a:solidFill>
              <a:srgbClr val="EF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Freeform 2495">
              <a:extLst>
                <a:ext uri="{FF2B5EF4-FFF2-40B4-BE49-F238E27FC236}">
                  <a16:creationId xmlns:a16="http://schemas.microsoft.com/office/drawing/2014/main" id="{06BAA1D3-311C-442B-BD3A-8F416FAEC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21"/>
              <a:ext cx="3" cy="3"/>
            </a:xfrm>
            <a:custGeom>
              <a:avLst/>
              <a:gdLst>
                <a:gd name="T0" fmla="*/ 1 w 5"/>
                <a:gd name="T1" fmla="*/ 0 h 5"/>
                <a:gd name="T2" fmla="*/ 1 w 5"/>
                <a:gd name="T3" fmla="*/ 1 h 5"/>
                <a:gd name="T4" fmla="*/ 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5"/>
                    <a:pt x="3" y="4"/>
                  </a:cubicBezTo>
                  <a:cubicBezTo>
                    <a:pt x="5" y="3"/>
                    <a:pt x="5" y="1"/>
                    <a:pt x="3" y="0"/>
                  </a:cubicBezTo>
                </a:path>
              </a:pathLst>
            </a:custGeom>
            <a:solidFill>
              <a:srgbClr val="EF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Freeform 2496">
              <a:extLst>
                <a:ext uri="{FF2B5EF4-FFF2-40B4-BE49-F238E27FC236}">
                  <a16:creationId xmlns:a16="http://schemas.microsoft.com/office/drawing/2014/main" id="{C5B9F9C4-94CB-461E-9179-0C86994A7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956"/>
              <a:ext cx="45" cy="24"/>
            </a:xfrm>
            <a:custGeom>
              <a:avLst/>
              <a:gdLst>
                <a:gd name="T0" fmla="*/ 0 w 72"/>
                <a:gd name="T1" fmla="*/ 4 h 38"/>
                <a:gd name="T2" fmla="*/ 4 w 72"/>
                <a:gd name="T3" fmla="*/ 9 h 38"/>
                <a:gd name="T4" fmla="*/ 8 w 72"/>
                <a:gd name="T5" fmla="*/ 8 h 38"/>
                <a:gd name="T6" fmla="*/ 12 w 72"/>
                <a:gd name="T7" fmla="*/ 4 h 38"/>
                <a:gd name="T8" fmla="*/ 15 w 72"/>
                <a:gd name="T9" fmla="*/ 3 h 38"/>
                <a:gd name="T10" fmla="*/ 18 w 72"/>
                <a:gd name="T11" fmla="*/ 0 h 38"/>
                <a:gd name="T12" fmla="*/ 13 w 72"/>
                <a:gd name="T13" fmla="*/ 3 h 38"/>
                <a:gd name="T14" fmla="*/ 8 w 72"/>
                <a:gd name="T15" fmla="*/ 6 h 38"/>
                <a:gd name="T16" fmla="*/ 4 w 72"/>
                <a:gd name="T17" fmla="*/ 6 h 38"/>
                <a:gd name="T18" fmla="*/ 1 w 72"/>
                <a:gd name="T19" fmla="*/ 5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38">
                  <a:moveTo>
                    <a:pt x="0" y="18"/>
                  </a:moveTo>
                  <a:cubicBezTo>
                    <a:pt x="7" y="24"/>
                    <a:pt x="13" y="30"/>
                    <a:pt x="17" y="38"/>
                  </a:cubicBezTo>
                  <a:cubicBezTo>
                    <a:pt x="22" y="35"/>
                    <a:pt x="28" y="33"/>
                    <a:pt x="33" y="30"/>
                  </a:cubicBezTo>
                  <a:cubicBezTo>
                    <a:pt x="39" y="26"/>
                    <a:pt x="44" y="21"/>
                    <a:pt x="50" y="17"/>
                  </a:cubicBezTo>
                  <a:cubicBezTo>
                    <a:pt x="54" y="14"/>
                    <a:pt x="58" y="12"/>
                    <a:pt x="62" y="9"/>
                  </a:cubicBezTo>
                  <a:cubicBezTo>
                    <a:pt x="65" y="7"/>
                    <a:pt x="72" y="5"/>
                    <a:pt x="71" y="0"/>
                  </a:cubicBezTo>
                  <a:cubicBezTo>
                    <a:pt x="65" y="4"/>
                    <a:pt x="58" y="7"/>
                    <a:pt x="51" y="11"/>
                  </a:cubicBezTo>
                  <a:cubicBezTo>
                    <a:pt x="44" y="15"/>
                    <a:pt x="38" y="21"/>
                    <a:pt x="31" y="23"/>
                  </a:cubicBezTo>
                  <a:cubicBezTo>
                    <a:pt x="26" y="25"/>
                    <a:pt x="19" y="26"/>
                    <a:pt x="14" y="25"/>
                  </a:cubicBezTo>
                  <a:cubicBezTo>
                    <a:pt x="9" y="24"/>
                    <a:pt x="5" y="21"/>
                    <a:pt x="1" y="19"/>
                  </a:cubicBezTo>
                </a:path>
              </a:pathLst>
            </a:custGeom>
            <a:solidFill>
              <a:srgbClr val="938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6" name="Freeform 2497">
              <a:extLst>
                <a:ext uri="{FF2B5EF4-FFF2-40B4-BE49-F238E27FC236}">
                  <a16:creationId xmlns:a16="http://schemas.microsoft.com/office/drawing/2014/main" id="{5F3FF4A4-CCD7-4C82-8D9E-3BF4C403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94"/>
              <a:ext cx="280" cy="288"/>
            </a:xfrm>
            <a:custGeom>
              <a:avLst/>
              <a:gdLst>
                <a:gd name="T0" fmla="*/ 21 w 444"/>
                <a:gd name="T1" fmla="*/ 6 h 457"/>
                <a:gd name="T2" fmla="*/ 16 w 444"/>
                <a:gd name="T3" fmla="*/ 34 h 457"/>
                <a:gd name="T4" fmla="*/ 4 w 444"/>
                <a:gd name="T5" fmla="*/ 47 h 457"/>
                <a:gd name="T6" fmla="*/ 12 w 444"/>
                <a:gd name="T7" fmla="*/ 77 h 457"/>
                <a:gd name="T8" fmla="*/ 72 w 444"/>
                <a:gd name="T9" fmla="*/ 112 h 457"/>
                <a:gd name="T10" fmla="*/ 104 w 444"/>
                <a:gd name="T11" fmla="*/ 86 h 457"/>
                <a:gd name="T12" fmla="*/ 81 w 444"/>
                <a:gd name="T13" fmla="*/ 14 h 457"/>
                <a:gd name="T14" fmla="*/ 52 w 444"/>
                <a:gd name="T15" fmla="*/ 3 h 457"/>
                <a:gd name="T16" fmla="*/ 21 w 444"/>
                <a:gd name="T17" fmla="*/ 4 h 457"/>
                <a:gd name="T18" fmla="*/ 21 w 444"/>
                <a:gd name="T19" fmla="*/ 6 h 4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4" h="457">
                  <a:moveTo>
                    <a:pt x="83" y="26"/>
                  </a:moveTo>
                  <a:cubicBezTo>
                    <a:pt x="123" y="42"/>
                    <a:pt x="91" y="120"/>
                    <a:pt x="67" y="137"/>
                  </a:cubicBezTo>
                  <a:cubicBezTo>
                    <a:pt x="43" y="153"/>
                    <a:pt x="25" y="155"/>
                    <a:pt x="15" y="186"/>
                  </a:cubicBezTo>
                  <a:cubicBezTo>
                    <a:pt x="0" y="232"/>
                    <a:pt x="22" y="269"/>
                    <a:pt x="47" y="307"/>
                  </a:cubicBezTo>
                  <a:cubicBezTo>
                    <a:pt x="99" y="387"/>
                    <a:pt x="186" y="457"/>
                    <a:pt x="286" y="447"/>
                  </a:cubicBezTo>
                  <a:cubicBezTo>
                    <a:pt x="349" y="440"/>
                    <a:pt x="397" y="404"/>
                    <a:pt x="415" y="344"/>
                  </a:cubicBezTo>
                  <a:cubicBezTo>
                    <a:pt x="444" y="246"/>
                    <a:pt x="410" y="119"/>
                    <a:pt x="325" y="57"/>
                  </a:cubicBezTo>
                  <a:cubicBezTo>
                    <a:pt x="293" y="33"/>
                    <a:pt x="247" y="21"/>
                    <a:pt x="209" y="13"/>
                  </a:cubicBezTo>
                  <a:cubicBezTo>
                    <a:pt x="193" y="10"/>
                    <a:pt x="91" y="0"/>
                    <a:pt x="83" y="14"/>
                  </a:cubicBezTo>
                  <a:cubicBezTo>
                    <a:pt x="82" y="17"/>
                    <a:pt x="82" y="23"/>
                    <a:pt x="83" y="26"/>
                  </a:cubicBezTo>
                </a:path>
              </a:pathLst>
            </a:custGeom>
            <a:solidFill>
              <a:srgbClr val="88B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Freeform 2498">
              <a:extLst>
                <a:ext uri="{FF2B5EF4-FFF2-40B4-BE49-F238E27FC236}">
                  <a16:creationId xmlns:a16="http://schemas.microsoft.com/office/drawing/2014/main" id="{8D7E70D8-1774-4793-B27E-A327CA6FA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902"/>
              <a:ext cx="161" cy="156"/>
            </a:xfrm>
            <a:custGeom>
              <a:avLst/>
              <a:gdLst>
                <a:gd name="T0" fmla="*/ 23 w 255"/>
                <a:gd name="T1" fmla="*/ 6 h 247"/>
                <a:gd name="T2" fmla="*/ 13 w 255"/>
                <a:gd name="T3" fmla="*/ 34 h 247"/>
                <a:gd name="T4" fmla="*/ 33 w 255"/>
                <a:gd name="T5" fmla="*/ 63 h 247"/>
                <a:gd name="T6" fmla="*/ 63 w 255"/>
                <a:gd name="T7" fmla="*/ 32 h 247"/>
                <a:gd name="T8" fmla="*/ 54 w 255"/>
                <a:gd name="T9" fmla="*/ 8 h 247"/>
                <a:gd name="T10" fmla="*/ 35 w 255"/>
                <a:gd name="T11" fmla="*/ 2 h 247"/>
                <a:gd name="T12" fmla="*/ 23 w 255"/>
                <a:gd name="T13" fmla="*/ 3 h 247"/>
                <a:gd name="T14" fmla="*/ 23 w 255"/>
                <a:gd name="T15" fmla="*/ 7 h 2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247">
                  <a:moveTo>
                    <a:pt x="92" y="24"/>
                  </a:moveTo>
                  <a:cubicBezTo>
                    <a:pt x="103" y="71"/>
                    <a:pt x="80" y="104"/>
                    <a:pt x="50" y="136"/>
                  </a:cubicBezTo>
                  <a:cubicBezTo>
                    <a:pt x="0" y="188"/>
                    <a:pt x="79" y="247"/>
                    <a:pt x="132" y="247"/>
                  </a:cubicBezTo>
                  <a:cubicBezTo>
                    <a:pt x="195" y="247"/>
                    <a:pt x="238" y="184"/>
                    <a:pt x="248" y="128"/>
                  </a:cubicBezTo>
                  <a:cubicBezTo>
                    <a:pt x="255" y="91"/>
                    <a:pt x="253" y="50"/>
                    <a:pt x="216" y="31"/>
                  </a:cubicBezTo>
                  <a:cubicBezTo>
                    <a:pt x="193" y="20"/>
                    <a:pt x="165" y="11"/>
                    <a:pt x="140" y="7"/>
                  </a:cubicBezTo>
                  <a:cubicBezTo>
                    <a:pt x="124" y="5"/>
                    <a:pt x="106" y="0"/>
                    <a:pt x="94" y="11"/>
                  </a:cubicBezTo>
                  <a:cubicBezTo>
                    <a:pt x="93" y="17"/>
                    <a:pt x="89" y="21"/>
                    <a:pt x="90" y="29"/>
                  </a:cubicBezTo>
                </a:path>
              </a:pathLst>
            </a:custGeom>
            <a:solidFill>
              <a:srgbClr val="95C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2499">
              <a:extLst>
                <a:ext uri="{FF2B5EF4-FFF2-40B4-BE49-F238E27FC236}">
                  <a16:creationId xmlns:a16="http://schemas.microsoft.com/office/drawing/2014/main" id="{C02DD16A-0A5A-47B6-BBE7-E3FE1F4D4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21"/>
              <a:ext cx="73" cy="108"/>
            </a:xfrm>
            <a:custGeom>
              <a:avLst/>
              <a:gdLst>
                <a:gd name="T0" fmla="*/ 14 w 117"/>
                <a:gd name="T1" fmla="*/ 1 h 171"/>
                <a:gd name="T2" fmla="*/ 10 w 117"/>
                <a:gd name="T3" fmla="*/ 1 h 171"/>
                <a:gd name="T4" fmla="*/ 7 w 117"/>
                <a:gd name="T5" fmla="*/ 6 h 171"/>
                <a:gd name="T6" fmla="*/ 2 w 117"/>
                <a:gd name="T7" fmla="*/ 23 h 171"/>
                <a:gd name="T8" fmla="*/ 4 w 117"/>
                <a:gd name="T9" fmla="*/ 38 h 171"/>
                <a:gd name="T10" fmla="*/ 23 w 117"/>
                <a:gd name="T11" fmla="*/ 36 h 171"/>
                <a:gd name="T12" fmla="*/ 23 w 117"/>
                <a:gd name="T13" fmla="*/ 7 h 171"/>
                <a:gd name="T14" fmla="*/ 14 w 117"/>
                <a:gd name="T15" fmla="*/ 2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71">
                  <a:moveTo>
                    <a:pt x="57" y="5"/>
                  </a:moveTo>
                  <a:cubicBezTo>
                    <a:pt x="54" y="1"/>
                    <a:pt x="46" y="0"/>
                    <a:pt x="41" y="1"/>
                  </a:cubicBezTo>
                  <a:cubicBezTo>
                    <a:pt x="31" y="5"/>
                    <a:pt x="31" y="15"/>
                    <a:pt x="31" y="24"/>
                  </a:cubicBezTo>
                  <a:cubicBezTo>
                    <a:pt x="30" y="49"/>
                    <a:pt x="20" y="69"/>
                    <a:pt x="10" y="92"/>
                  </a:cubicBezTo>
                  <a:cubicBezTo>
                    <a:pt x="0" y="113"/>
                    <a:pt x="0" y="134"/>
                    <a:pt x="19" y="150"/>
                  </a:cubicBezTo>
                  <a:cubicBezTo>
                    <a:pt x="41" y="168"/>
                    <a:pt x="80" y="171"/>
                    <a:pt x="96" y="144"/>
                  </a:cubicBezTo>
                  <a:cubicBezTo>
                    <a:pt x="115" y="111"/>
                    <a:pt x="117" y="61"/>
                    <a:pt x="95" y="28"/>
                  </a:cubicBezTo>
                  <a:cubicBezTo>
                    <a:pt x="86" y="14"/>
                    <a:pt x="74" y="12"/>
                    <a:pt x="60" y="6"/>
                  </a:cubicBezTo>
                </a:path>
              </a:pathLst>
            </a:custGeom>
            <a:solidFill>
              <a:srgbClr val="A5C9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Oval 2500">
              <a:extLst>
                <a:ext uri="{FF2B5EF4-FFF2-40B4-BE49-F238E27FC236}">
                  <a16:creationId xmlns:a16="http://schemas.microsoft.com/office/drawing/2014/main" id="{DF0CC7D3-3D27-4A5F-A480-5998822A4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920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0" name="Oval 2501">
              <a:extLst>
                <a:ext uri="{FF2B5EF4-FFF2-40B4-BE49-F238E27FC236}">
                  <a16:creationId xmlns:a16="http://schemas.microsoft.com/office/drawing/2014/main" id="{F0477E2A-5D97-41A9-81A7-5850D6565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" y="294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1" name="Freeform 2502">
              <a:extLst>
                <a:ext uri="{FF2B5EF4-FFF2-40B4-BE49-F238E27FC236}">
                  <a16:creationId xmlns:a16="http://schemas.microsoft.com/office/drawing/2014/main" id="{3429C06D-05FD-41E4-A62B-C2E0100FC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145"/>
              <a:ext cx="373" cy="163"/>
            </a:xfrm>
            <a:custGeom>
              <a:avLst/>
              <a:gdLst>
                <a:gd name="T0" fmla="*/ 148 w 592"/>
                <a:gd name="T1" fmla="*/ 37 h 259"/>
                <a:gd name="T2" fmla="*/ 83 w 592"/>
                <a:gd name="T3" fmla="*/ 62 h 259"/>
                <a:gd name="T4" fmla="*/ 0 w 592"/>
                <a:gd name="T5" fmla="*/ 0 h 259"/>
                <a:gd name="T6" fmla="*/ 83 w 592"/>
                <a:gd name="T7" fmla="*/ 50 h 259"/>
                <a:gd name="T8" fmla="*/ 148 w 592"/>
                <a:gd name="T9" fmla="*/ 37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2" h="259">
                  <a:moveTo>
                    <a:pt x="592" y="147"/>
                  </a:moveTo>
                  <a:cubicBezTo>
                    <a:pt x="592" y="147"/>
                    <a:pt x="523" y="259"/>
                    <a:pt x="333" y="251"/>
                  </a:cubicBezTo>
                  <a:cubicBezTo>
                    <a:pt x="142" y="243"/>
                    <a:pt x="9" y="65"/>
                    <a:pt x="0" y="0"/>
                  </a:cubicBezTo>
                  <a:cubicBezTo>
                    <a:pt x="0" y="0"/>
                    <a:pt x="79" y="182"/>
                    <a:pt x="333" y="202"/>
                  </a:cubicBezTo>
                  <a:cubicBezTo>
                    <a:pt x="510" y="216"/>
                    <a:pt x="537" y="187"/>
                    <a:pt x="592" y="147"/>
                  </a:cubicBezTo>
                  <a:close/>
                </a:path>
              </a:pathLst>
            </a:custGeom>
            <a:solidFill>
              <a:srgbClr val="6C9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Freeform 2503">
              <a:extLst>
                <a:ext uri="{FF2B5EF4-FFF2-40B4-BE49-F238E27FC236}">
                  <a16:creationId xmlns:a16="http://schemas.microsoft.com/office/drawing/2014/main" id="{25D8445B-32EC-4890-B148-5C7B6A53A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964"/>
              <a:ext cx="67" cy="52"/>
            </a:xfrm>
            <a:custGeom>
              <a:avLst/>
              <a:gdLst>
                <a:gd name="T0" fmla="*/ 13 w 105"/>
                <a:gd name="T1" fmla="*/ 2 h 82"/>
                <a:gd name="T2" fmla="*/ 21 w 105"/>
                <a:gd name="T3" fmla="*/ 13 h 82"/>
                <a:gd name="T4" fmla="*/ 26 w 105"/>
                <a:gd name="T5" fmla="*/ 13 h 82"/>
                <a:gd name="T6" fmla="*/ 22 w 105"/>
                <a:gd name="T7" fmla="*/ 18 h 82"/>
                <a:gd name="T8" fmla="*/ 12 w 105"/>
                <a:gd name="T9" fmla="*/ 20 h 82"/>
                <a:gd name="T10" fmla="*/ 3 w 105"/>
                <a:gd name="T11" fmla="*/ 15 h 82"/>
                <a:gd name="T12" fmla="*/ 12 w 105"/>
                <a:gd name="T13" fmla="*/ 1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2">
                  <a:moveTo>
                    <a:pt x="52" y="8"/>
                  </a:moveTo>
                  <a:cubicBezTo>
                    <a:pt x="45" y="27"/>
                    <a:pt x="58" y="52"/>
                    <a:pt x="81" y="49"/>
                  </a:cubicBezTo>
                  <a:cubicBezTo>
                    <a:pt x="87" y="48"/>
                    <a:pt x="95" y="41"/>
                    <a:pt x="99" y="49"/>
                  </a:cubicBezTo>
                  <a:cubicBezTo>
                    <a:pt x="105" y="58"/>
                    <a:pt x="90" y="67"/>
                    <a:pt x="84" y="71"/>
                  </a:cubicBezTo>
                  <a:cubicBezTo>
                    <a:pt x="73" y="79"/>
                    <a:pt x="60" y="82"/>
                    <a:pt x="46" y="80"/>
                  </a:cubicBezTo>
                  <a:cubicBezTo>
                    <a:pt x="34" y="78"/>
                    <a:pt x="16" y="69"/>
                    <a:pt x="11" y="57"/>
                  </a:cubicBezTo>
                  <a:cubicBezTo>
                    <a:pt x="0" y="32"/>
                    <a:pt x="16" y="0"/>
                    <a:pt x="45" y="2"/>
                  </a:cubicBezTo>
                </a:path>
              </a:pathLst>
            </a:custGeom>
            <a:solidFill>
              <a:srgbClr val="88B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3" name="Freeform 2504">
              <a:extLst>
                <a:ext uri="{FF2B5EF4-FFF2-40B4-BE49-F238E27FC236}">
                  <a16:creationId xmlns:a16="http://schemas.microsoft.com/office/drawing/2014/main" id="{3957EFD2-F7C8-41DB-9C39-9A745D9D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976"/>
              <a:ext cx="34" cy="28"/>
            </a:xfrm>
            <a:custGeom>
              <a:avLst/>
              <a:gdLst>
                <a:gd name="T0" fmla="*/ 5 w 54"/>
                <a:gd name="T1" fmla="*/ 0 h 45"/>
                <a:gd name="T2" fmla="*/ 10 w 54"/>
                <a:gd name="T3" fmla="*/ 8 h 45"/>
                <a:gd name="T4" fmla="*/ 9 w 54"/>
                <a:gd name="T5" fmla="*/ 11 h 45"/>
                <a:gd name="T6" fmla="*/ 1 w 54"/>
                <a:gd name="T7" fmla="*/ 7 h 45"/>
                <a:gd name="T8" fmla="*/ 3 w 5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5">
                  <a:moveTo>
                    <a:pt x="20" y="0"/>
                  </a:moveTo>
                  <a:cubicBezTo>
                    <a:pt x="15" y="12"/>
                    <a:pt x="29" y="28"/>
                    <a:pt x="39" y="33"/>
                  </a:cubicBezTo>
                  <a:cubicBezTo>
                    <a:pt x="50" y="40"/>
                    <a:pt x="54" y="45"/>
                    <a:pt x="37" y="45"/>
                  </a:cubicBezTo>
                  <a:cubicBezTo>
                    <a:pt x="25" y="45"/>
                    <a:pt x="11" y="44"/>
                    <a:pt x="5" y="31"/>
                  </a:cubicBezTo>
                  <a:cubicBezTo>
                    <a:pt x="0" y="19"/>
                    <a:pt x="3" y="5"/>
                    <a:pt x="13" y="0"/>
                  </a:cubicBezTo>
                </a:path>
              </a:pathLst>
            </a:custGeom>
            <a:solidFill>
              <a:srgbClr val="95C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Freeform 2505">
              <a:extLst>
                <a:ext uri="{FF2B5EF4-FFF2-40B4-BE49-F238E27FC236}">
                  <a16:creationId xmlns:a16="http://schemas.microsoft.com/office/drawing/2014/main" id="{9A59CE0E-D97F-4152-8AA7-8F3743FA0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991"/>
              <a:ext cx="61" cy="180"/>
            </a:xfrm>
            <a:custGeom>
              <a:avLst/>
              <a:gdLst>
                <a:gd name="T0" fmla="*/ 0 w 97"/>
                <a:gd name="T1" fmla="*/ 0 h 285"/>
                <a:gd name="T2" fmla="*/ 15 w 97"/>
                <a:gd name="T3" fmla="*/ 72 h 285"/>
                <a:gd name="T4" fmla="*/ 0 w 97"/>
                <a:gd name="T5" fmla="*/ 0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285">
                  <a:moveTo>
                    <a:pt x="0" y="0"/>
                  </a:moveTo>
                  <a:cubicBezTo>
                    <a:pt x="0" y="0"/>
                    <a:pt x="97" y="135"/>
                    <a:pt x="60" y="285"/>
                  </a:cubicBezTo>
                  <a:cubicBezTo>
                    <a:pt x="60" y="285"/>
                    <a:pt x="82" y="134"/>
                    <a:pt x="0" y="0"/>
                  </a:cubicBezTo>
                  <a:close/>
                </a:path>
              </a:pathLst>
            </a:custGeom>
            <a:solidFill>
              <a:srgbClr val="A5C9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0" name="Olive-branch-with-black-olives">
            <a:extLst>
              <a:ext uri="{FF2B5EF4-FFF2-40B4-BE49-F238E27FC236}">
                <a16:creationId xmlns:a16="http://schemas.microsoft.com/office/drawing/2014/main" id="{11EDEDD9-0744-4629-B4C8-36CEBF63D870}"/>
              </a:ext>
            </a:extLst>
          </p:cNvPr>
          <p:cNvGrpSpPr>
            <a:grpSpLocks/>
          </p:cNvGrpSpPr>
          <p:nvPr/>
        </p:nvGrpSpPr>
        <p:grpSpPr bwMode="auto">
          <a:xfrm>
            <a:off x="5189538" y="2898775"/>
            <a:ext cx="2660650" cy="3049588"/>
            <a:chOff x="2309" y="1745"/>
            <a:chExt cx="1676" cy="1921"/>
          </a:xfrm>
        </p:grpSpPr>
        <p:sp>
          <p:nvSpPr>
            <p:cNvPr id="13321" name="Freeform 2507">
              <a:extLst>
                <a:ext uri="{FF2B5EF4-FFF2-40B4-BE49-F238E27FC236}">
                  <a16:creationId xmlns:a16="http://schemas.microsoft.com/office/drawing/2014/main" id="{2B95FD78-8DC9-4BF0-AD0F-1C1203FE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114"/>
              <a:ext cx="409" cy="482"/>
            </a:xfrm>
            <a:custGeom>
              <a:avLst/>
              <a:gdLst>
                <a:gd name="T0" fmla="*/ 19 w 522"/>
                <a:gd name="T1" fmla="*/ 0 h 617"/>
                <a:gd name="T2" fmla="*/ 172 w 522"/>
                <a:gd name="T3" fmla="*/ 128 h 617"/>
                <a:gd name="T4" fmla="*/ 251 w 522"/>
                <a:gd name="T5" fmla="*/ 295 h 617"/>
                <a:gd name="T6" fmla="*/ 118 w 522"/>
                <a:gd name="T7" fmla="*/ 137 h 617"/>
                <a:gd name="T8" fmla="*/ 24 w 522"/>
                <a:gd name="T9" fmla="*/ 14 h 617"/>
                <a:gd name="T10" fmla="*/ 19 w 522"/>
                <a:gd name="T11" fmla="*/ 0 h 6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2" h="617">
                  <a:moveTo>
                    <a:pt x="39" y="0"/>
                  </a:moveTo>
                  <a:cubicBezTo>
                    <a:pt x="39" y="0"/>
                    <a:pt x="207" y="26"/>
                    <a:pt x="358" y="269"/>
                  </a:cubicBezTo>
                  <a:cubicBezTo>
                    <a:pt x="509" y="512"/>
                    <a:pt x="522" y="617"/>
                    <a:pt x="522" y="617"/>
                  </a:cubicBezTo>
                  <a:cubicBezTo>
                    <a:pt x="522" y="617"/>
                    <a:pt x="310" y="389"/>
                    <a:pt x="246" y="288"/>
                  </a:cubicBezTo>
                  <a:cubicBezTo>
                    <a:pt x="183" y="187"/>
                    <a:pt x="99" y="45"/>
                    <a:pt x="49" y="29"/>
                  </a:cubicBezTo>
                  <a:cubicBezTo>
                    <a:pt x="0" y="14"/>
                    <a:pt x="39" y="0"/>
                    <a:pt x="39" y="0"/>
                  </a:cubicBezTo>
                  <a:close/>
                </a:path>
              </a:pathLst>
            </a:custGeom>
            <a:solidFill>
              <a:srgbClr val="636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2508">
              <a:extLst>
                <a:ext uri="{FF2B5EF4-FFF2-40B4-BE49-F238E27FC236}">
                  <a16:creationId xmlns:a16="http://schemas.microsoft.com/office/drawing/2014/main" id="{B17A8EC0-7CD9-4256-9549-9897E2E1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114"/>
              <a:ext cx="409" cy="482"/>
            </a:xfrm>
            <a:custGeom>
              <a:avLst/>
              <a:gdLst>
                <a:gd name="T0" fmla="*/ 19 w 522"/>
                <a:gd name="T1" fmla="*/ 0 h 617"/>
                <a:gd name="T2" fmla="*/ 172 w 522"/>
                <a:gd name="T3" fmla="*/ 128 h 617"/>
                <a:gd name="T4" fmla="*/ 251 w 522"/>
                <a:gd name="T5" fmla="*/ 295 h 617"/>
                <a:gd name="T6" fmla="*/ 118 w 522"/>
                <a:gd name="T7" fmla="*/ 137 h 617"/>
                <a:gd name="T8" fmla="*/ 24 w 522"/>
                <a:gd name="T9" fmla="*/ 14 h 617"/>
                <a:gd name="T10" fmla="*/ 19 w 522"/>
                <a:gd name="T11" fmla="*/ 0 h 6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2" h="617">
                  <a:moveTo>
                    <a:pt x="39" y="0"/>
                  </a:moveTo>
                  <a:cubicBezTo>
                    <a:pt x="39" y="0"/>
                    <a:pt x="207" y="26"/>
                    <a:pt x="358" y="269"/>
                  </a:cubicBezTo>
                  <a:cubicBezTo>
                    <a:pt x="509" y="512"/>
                    <a:pt x="522" y="617"/>
                    <a:pt x="522" y="617"/>
                  </a:cubicBezTo>
                  <a:cubicBezTo>
                    <a:pt x="522" y="617"/>
                    <a:pt x="310" y="389"/>
                    <a:pt x="246" y="288"/>
                  </a:cubicBezTo>
                  <a:cubicBezTo>
                    <a:pt x="183" y="187"/>
                    <a:pt x="99" y="45"/>
                    <a:pt x="49" y="29"/>
                  </a:cubicBezTo>
                  <a:cubicBezTo>
                    <a:pt x="0" y="14"/>
                    <a:pt x="39" y="0"/>
                    <a:pt x="39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2509">
              <a:extLst>
                <a:ext uri="{FF2B5EF4-FFF2-40B4-BE49-F238E27FC236}">
                  <a16:creationId xmlns:a16="http://schemas.microsoft.com/office/drawing/2014/main" id="{F80AD33A-9AE1-448A-AE4C-B9700651B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261"/>
              <a:ext cx="426" cy="121"/>
            </a:xfrm>
            <a:custGeom>
              <a:avLst/>
              <a:gdLst>
                <a:gd name="T0" fmla="*/ 1 w 544"/>
                <a:gd name="T1" fmla="*/ 65 h 154"/>
                <a:gd name="T2" fmla="*/ 137 w 544"/>
                <a:gd name="T3" fmla="*/ 13 h 154"/>
                <a:gd name="T4" fmla="*/ 262 w 544"/>
                <a:gd name="T5" fmla="*/ 46 h 154"/>
                <a:gd name="T6" fmla="*/ 168 w 544"/>
                <a:gd name="T7" fmla="*/ 43 h 154"/>
                <a:gd name="T8" fmla="*/ 46 w 544"/>
                <a:gd name="T9" fmla="*/ 57 h 154"/>
                <a:gd name="T10" fmla="*/ 0 w 544"/>
                <a:gd name="T11" fmla="*/ 75 h 154"/>
                <a:gd name="T12" fmla="*/ 1 w 544"/>
                <a:gd name="T13" fmla="*/ 65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4" h="154">
                  <a:moveTo>
                    <a:pt x="1" y="135"/>
                  </a:moveTo>
                  <a:cubicBezTo>
                    <a:pt x="1" y="135"/>
                    <a:pt x="122" y="57"/>
                    <a:pt x="285" y="28"/>
                  </a:cubicBezTo>
                  <a:cubicBezTo>
                    <a:pt x="448" y="0"/>
                    <a:pt x="515" y="40"/>
                    <a:pt x="544" y="96"/>
                  </a:cubicBezTo>
                  <a:cubicBezTo>
                    <a:pt x="544" y="96"/>
                    <a:pt x="483" y="60"/>
                    <a:pt x="349" y="89"/>
                  </a:cubicBezTo>
                  <a:cubicBezTo>
                    <a:pt x="215" y="117"/>
                    <a:pt x="140" y="111"/>
                    <a:pt x="96" y="118"/>
                  </a:cubicBezTo>
                  <a:cubicBezTo>
                    <a:pt x="52" y="125"/>
                    <a:pt x="12" y="127"/>
                    <a:pt x="0" y="154"/>
                  </a:cubicBezTo>
                  <a:lnTo>
                    <a:pt x="1" y="135"/>
                  </a:lnTo>
                  <a:close/>
                </a:path>
              </a:pathLst>
            </a:custGeom>
            <a:solidFill>
              <a:srgbClr val="716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Freeform 2510">
              <a:extLst>
                <a:ext uri="{FF2B5EF4-FFF2-40B4-BE49-F238E27FC236}">
                  <a16:creationId xmlns:a16="http://schemas.microsoft.com/office/drawing/2014/main" id="{3635B689-8491-4D6B-9D7D-1E8E674E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261"/>
              <a:ext cx="426" cy="121"/>
            </a:xfrm>
            <a:custGeom>
              <a:avLst/>
              <a:gdLst>
                <a:gd name="T0" fmla="*/ 1 w 544"/>
                <a:gd name="T1" fmla="*/ 65 h 154"/>
                <a:gd name="T2" fmla="*/ 137 w 544"/>
                <a:gd name="T3" fmla="*/ 13 h 154"/>
                <a:gd name="T4" fmla="*/ 262 w 544"/>
                <a:gd name="T5" fmla="*/ 46 h 154"/>
                <a:gd name="T6" fmla="*/ 168 w 544"/>
                <a:gd name="T7" fmla="*/ 43 h 154"/>
                <a:gd name="T8" fmla="*/ 46 w 544"/>
                <a:gd name="T9" fmla="*/ 57 h 154"/>
                <a:gd name="T10" fmla="*/ 0 w 544"/>
                <a:gd name="T11" fmla="*/ 75 h 154"/>
                <a:gd name="T12" fmla="*/ 1 w 544"/>
                <a:gd name="T13" fmla="*/ 65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4" h="154">
                  <a:moveTo>
                    <a:pt x="1" y="135"/>
                  </a:moveTo>
                  <a:cubicBezTo>
                    <a:pt x="1" y="135"/>
                    <a:pt x="122" y="57"/>
                    <a:pt x="285" y="28"/>
                  </a:cubicBezTo>
                  <a:cubicBezTo>
                    <a:pt x="448" y="0"/>
                    <a:pt x="515" y="40"/>
                    <a:pt x="544" y="96"/>
                  </a:cubicBezTo>
                  <a:cubicBezTo>
                    <a:pt x="544" y="96"/>
                    <a:pt x="483" y="60"/>
                    <a:pt x="349" y="89"/>
                  </a:cubicBezTo>
                  <a:cubicBezTo>
                    <a:pt x="215" y="117"/>
                    <a:pt x="140" y="111"/>
                    <a:pt x="96" y="118"/>
                  </a:cubicBezTo>
                  <a:cubicBezTo>
                    <a:pt x="52" y="125"/>
                    <a:pt x="12" y="127"/>
                    <a:pt x="0" y="154"/>
                  </a:cubicBezTo>
                  <a:lnTo>
                    <a:pt x="1" y="13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" name="Freeform 2511">
              <a:extLst>
                <a:ext uri="{FF2B5EF4-FFF2-40B4-BE49-F238E27FC236}">
                  <a16:creationId xmlns:a16="http://schemas.microsoft.com/office/drawing/2014/main" id="{BC4E7EEB-72A3-4892-8EAE-BF11A0E8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05"/>
              <a:ext cx="630" cy="210"/>
            </a:xfrm>
            <a:custGeom>
              <a:avLst/>
              <a:gdLst>
                <a:gd name="T0" fmla="*/ 0 w 804"/>
                <a:gd name="T1" fmla="*/ 0 h 269"/>
                <a:gd name="T2" fmla="*/ 217 w 804"/>
                <a:gd name="T3" fmla="*/ 58 h 269"/>
                <a:gd name="T4" fmla="*/ 387 w 804"/>
                <a:gd name="T5" fmla="*/ 107 h 269"/>
                <a:gd name="T6" fmla="*/ 31 w 804"/>
                <a:gd name="T7" fmla="*/ 21 h 269"/>
                <a:gd name="T8" fmla="*/ 0 w 804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4" h="269">
                  <a:moveTo>
                    <a:pt x="0" y="0"/>
                  </a:moveTo>
                  <a:cubicBezTo>
                    <a:pt x="0" y="0"/>
                    <a:pt x="317" y="115"/>
                    <a:pt x="451" y="122"/>
                  </a:cubicBezTo>
                  <a:cubicBezTo>
                    <a:pt x="585" y="129"/>
                    <a:pt x="804" y="225"/>
                    <a:pt x="804" y="225"/>
                  </a:cubicBezTo>
                  <a:cubicBezTo>
                    <a:pt x="804" y="225"/>
                    <a:pt x="309" y="269"/>
                    <a:pt x="65" y="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E8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6" name="Freeform 2512">
              <a:extLst>
                <a:ext uri="{FF2B5EF4-FFF2-40B4-BE49-F238E27FC236}">
                  <a16:creationId xmlns:a16="http://schemas.microsoft.com/office/drawing/2014/main" id="{6EB64E8E-E0D5-499D-A198-A6696448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05"/>
              <a:ext cx="630" cy="210"/>
            </a:xfrm>
            <a:custGeom>
              <a:avLst/>
              <a:gdLst>
                <a:gd name="T0" fmla="*/ 0 w 804"/>
                <a:gd name="T1" fmla="*/ 0 h 269"/>
                <a:gd name="T2" fmla="*/ 217 w 804"/>
                <a:gd name="T3" fmla="*/ 58 h 269"/>
                <a:gd name="T4" fmla="*/ 387 w 804"/>
                <a:gd name="T5" fmla="*/ 107 h 269"/>
                <a:gd name="T6" fmla="*/ 31 w 804"/>
                <a:gd name="T7" fmla="*/ 21 h 269"/>
                <a:gd name="T8" fmla="*/ 0 w 804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4" h="269">
                  <a:moveTo>
                    <a:pt x="0" y="0"/>
                  </a:moveTo>
                  <a:cubicBezTo>
                    <a:pt x="0" y="0"/>
                    <a:pt x="317" y="115"/>
                    <a:pt x="451" y="122"/>
                  </a:cubicBezTo>
                  <a:cubicBezTo>
                    <a:pt x="585" y="129"/>
                    <a:pt x="804" y="225"/>
                    <a:pt x="804" y="225"/>
                  </a:cubicBezTo>
                  <a:cubicBezTo>
                    <a:pt x="804" y="225"/>
                    <a:pt x="309" y="269"/>
                    <a:pt x="65" y="4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7" name="Freeform 2513">
              <a:extLst>
                <a:ext uri="{FF2B5EF4-FFF2-40B4-BE49-F238E27FC236}">
                  <a16:creationId xmlns:a16="http://schemas.microsoft.com/office/drawing/2014/main" id="{DCB1A673-B491-4362-A786-86F87EA6A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723"/>
              <a:ext cx="785" cy="132"/>
            </a:xfrm>
            <a:custGeom>
              <a:avLst/>
              <a:gdLst>
                <a:gd name="T0" fmla="*/ 0 w 1002"/>
                <a:gd name="T1" fmla="*/ 32 h 169"/>
                <a:gd name="T2" fmla="*/ 72 w 1002"/>
                <a:gd name="T3" fmla="*/ 27 h 169"/>
                <a:gd name="T4" fmla="*/ 255 w 1002"/>
                <a:gd name="T5" fmla="*/ 2 h 169"/>
                <a:gd name="T6" fmla="*/ 482 w 1002"/>
                <a:gd name="T7" fmla="*/ 58 h 169"/>
                <a:gd name="T8" fmla="*/ 266 w 1002"/>
                <a:gd name="T9" fmla="*/ 71 h 169"/>
                <a:gd name="T10" fmla="*/ 31 w 1002"/>
                <a:gd name="T11" fmla="*/ 45 h 169"/>
                <a:gd name="T12" fmla="*/ 2 w 1002"/>
                <a:gd name="T13" fmla="*/ 41 h 169"/>
                <a:gd name="T14" fmla="*/ 0 w 1002"/>
                <a:gd name="T15" fmla="*/ 32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2" h="169">
                  <a:moveTo>
                    <a:pt x="0" y="68"/>
                  </a:moveTo>
                  <a:cubicBezTo>
                    <a:pt x="0" y="68"/>
                    <a:pt x="89" y="86"/>
                    <a:pt x="149" y="55"/>
                  </a:cubicBezTo>
                  <a:cubicBezTo>
                    <a:pt x="208" y="23"/>
                    <a:pt x="408" y="0"/>
                    <a:pt x="531" y="2"/>
                  </a:cubicBezTo>
                  <a:cubicBezTo>
                    <a:pt x="653" y="3"/>
                    <a:pt x="969" y="117"/>
                    <a:pt x="1002" y="121"/>
                  </a:cubicBezTo>
                  <a:cubicBezTo>
                    <a:pt x="1002" y="121"/>
                    <a:pt x="772" y="169"/>
                    <a:pt x="554" y="150"/>
                  </a:cubicBezTo>
                  <a:cubicBezTo>
                    <a:pt x="336" y="132"/>
                    <a:pt x="99" y="98"/>
                    <a:pt x="64" y="93"/>
                  </a:cubicBezTo>
                  <a:cubicBezTo>
                    <a:pt x="30" y="88"/>
                    <a:pt x="5" y="84"/>
                    <a:pt x="5" y="84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636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8" name="Freeform 2514">
              <a:extLst>
                <a:ext uri="{FF2B5EF4-FFF2-40B4-BE49-F238E27FC236}">
                  <a16:creationId xmlns:a16="http://schemas.microsoft.com/office/drawing/2014/main" id="{D35479F4-E618-48BC-AE0D-A43820EBB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723"/>
              <a:ext cx="785" cy="132"/>
            </a:xfrm>
            <a:custGeom>
              <a:avLst/>
              <a:gdLst>
                <a:gd name="T0" fmla="*/ 0 w 1002"/>
                <a:gd name="T1" fmla="*/ 32 h 169"/>
                <a:gd name="T2" fmla="*/ 72 w 1002"/>
                <a:gd name="T3" fmla="*/ 27 h 169"/>
                <a:gd name="T4" fmla="*/ 255 w 1002"/>
                <a:gd name="T5" fmla="*/ 2 h 169"/>
                <a:gd name="T6" fmla="*/ 482 w 1002"/>
                <a:gd name="T7" fmla="*/ 58 h 169"/>
                <a:gd name="T8" fmla="*/ 266 w 1002"/>
                <a:gd name="T9" fmla="*/ 71 h 169"/>
                <a:gd name="T10" fmla="*/ 31 w 1002"/>
                <a:gd name="T11" fmla="*/ 45 h 169"/>
                <a:gd name="T12" fmla="*/ 2 w 1002"/>
                <a:gd name="T13" fmla="*/ 41 h 169"/>
                <a:gd name="T14" fmla="*/ 0 w 1002"/>
                <a:gd name="T15" fmla="*/ 32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2" h="169">
                  <a:moveTo>
                    <a:pt x="0" y="68"/>
                  </a:moveTo>
                  <a:cubicBezTo>
                    <a:pt x="0" y="68"/>
                    <a:pt x="89" y="86"/>
                    <a:pt x="149" y="55"/>
                  </a:cubicBezTo>
                  <a:cubicBezTo>
                    <a:pt x="208" y="23"/>
                    <a:pt x="408" y="0"/>
                    <a:pt x="531" y="2"/>
                  </a:cubicBezTo>
                  <a:cubicBezTo>
                    <a:pt x="653" y="3"/>
                    <a:pt x="969" y="117"/>
                    <a:pt x="1002" y="121"/>
                  </a:cubicBezTo>
                  <a:cubicBezTo>
                    <a:pt x="1002" y="121"/>
                    <a:pt x="772" y="169"/>
                    <a:pt x="554" y="150"/>
                  </a:cubicBezTo>
                  <a:cubicBezTo>
                    <a:pt x="336" y="132"/>
                    <a:pt x="99" y="98"/>
                    <a:pt x="64" y="93"/>
                  </a:cubicBezTo>
                  <a:cubicBezTo>
                    <a:pt x="30" y="88"/>
                    <a:pt x="5" y="84"/>
                    <a:pt x="5" y="84"/>
                  </a:cubicBezTo>
                  <a:lnTo>
                    <a:pt x="0" y="6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Freeform 2515">
              <a:extLst>
                <a:ext uri="{FF2B5EF4-FFF2-40B4-BE49-F238E27FC236}">
                  <a16:creationId xmlns:a16="http://schemas.microsoft.com/office/drawing/2014/main" id="{AF677EC9-BFC8-4A9A-8232-5B56847C5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02"/>
              <a:ext cx="437" cy="752"/>
            </a:xfrm>
            <a:custGeom>
              <a:avLst/>
              <a:gdLst>
                <a:gd name="T0" fmla="*/ 0 w 557"/>
                <a:gd name="T1" fmla="*/ 444 h 962"/>
                <a:gd name="T2" fmla="*/ 81 w 557"/>
                <a:gd name="T3" fmla="*/ 397 h 962"/>
                <a:gd name="T4" fmla="*/ 190 w 557"/>
                <a:gd name="T5" fmla="*/ 120 h 962"/>
                <a:gd name="T6" fmla="*/ 254 w 557"/>
                <a:gd name="T7" fmla="*/ 0 h 962"/>
                <a:gd name="T8" fmla="*/ 217 w 557"/>
                <a:gd name="T9" fmla="*/ 121 h 962"/>
                <a:gd name="T10" fmla="*/ 120 w 557"/>
                <a:gd name="T11" fmla="*/ 337 h 962"/>
                <a:gd name="T12" fmla="*/ 10 w 557"/>
                <a:gd name="T13" fmla="*/ 458 h 962"/>
                <a:gd name="T14" fmla="*/ 0 w 557"/>
                <a:gd name="T15" fmla="*/ 444 h 9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7" h="962">
                  <a:moveTo>
                    <a:pt x="0" y="929"/>
                  </a:moveTo>
                  <a:cubicBezTo>
                    <a:pt x="0" y="929"/>
                    <a:pt x="108" y="962"/>
                    <a:pt x="167" y="832"/>
                  </a:cubicBezTo>
                  <a:cubicBezTo>
                    <a:pt x="226" y="703"/>
                    <a:pt x="301" y="408"/>
                    <a:pt x="394" y="251"/>
                  </a:cubicBezTo>
                  <a:cubicBezTo>
                    <a:pt x="486" y="95"/>
                    <a:pt x="528" y="29"/>
                    <a:pt x="526" y="0"/>
                  </a:cubicBezTo>
                  <a:cubicBezTo>
                    <a:pt x="526" y="0"/>
                    <a:pt x="557" y="27"/>
                    <a:pt x="449" y="253"/>
                  </a:cubicBezTo>
                  <a:cubicBezTo>
                    <a:pt x="341" y="480"/>
                    <a:pt x="268" y="641"/>
                    <a:pt x="248" y="705"/>
                  </a:cubicBezTo>
                  <a:cubicBezTo>
                    <a:pt x="229" y="769"/>
                    <a:pt x="149" y="953"/>
                    <a:pt x="22" y="960"/>
                  </a:cubicBezTo>
                  <a:lnTo>
                    <a:pt x="0" y="929"/>
                  </a:lnTo>
                  <a:close/>
                </a:path>
              </a:pathLst>
            </a:custGeom>
            <a:solidFill>
              <a:srgbClr val="716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0" name="Freeform 2516">
              <a:extLst>
                <a:ext uri="{FF2B5EF4-FFF2-40B4-BE49-F238E27FC236}">
                  <a16:creationId xmlns:a16="http://schemas.microsoft.com/office/drawing/2014/main" id="{7E039F88-38B1-4CD8-ABDD-B34FDF5F5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02"/>
              <a:ext cx="437" cy="752"/>
            </a:xfrm>
            <a:custGeom>
              <a:avLst/>
              <a:gdLst>
                <a:gd name="T0" fmla="*/ 0 w 557"/>
                <a:gd name="T1" fmla="*/ 444 h 962"/>
                <a:gd name="T2" fmla="*/ 81 w 557"/>
                <a:gd name="T3" fmla="*/ 397 h 962"/>
                <a:gd name="T4" fmla="*/ 190 w 557"/>
                <a:gd name="T5" fmla="*/ 120 h 962"/>
                <a:gd name="T6" fmla="*/ 254 w 557"/>
                <a:gd name="T7" fmla="*/ 0 h 962"/>
                <a:gd name="T8" fmla="*/ 217 w 557"/>
                <a:gd name="T9" fmla="*/ 121 h 962"/>
                <a:gd name="T10" fmla="*/ 120 w 557"/>
                <a:gd name="T11" fmla="*/ 337 h 962"/>
                <a:gd name="T12" fmla="*/ 10 w 557"/>
                <a:gd name="T13" fmla="*/ 458 h 962"/>
                <a:gd name="T14" fmla="*/ 0 w 557"/>
                <a:gd name="T15" fmla="*/ 444 h 9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7" h="962">
                  <a:moveTo>
                    <a:pt x="0" y="929"/>
                  </a:moveTo>
                  <a:cubicBezTo>
                    <a:pt x="0" y="929"/>
                    <a:pt x="108" y="962"/>
                    <a:pt x="167" y="832"/>
                  </a:cubicBezTo>
                  <a:cubicBezTo>
                    <a:pt x="226" y="703"/>
                    <a:pt x="301" y="408"/>
                    <a:pt x="394" y="251"/>
                  </a:cubicBezTo>
                  <a:cubicBezTo>
                    <a:pt x="486" y="95"/>
                    <a:pt x="528" y="29"/>
                    <a:pt x="526" y="0"/>
                  </a:cubicBezTo>
                  <a:cubicBezTo>
                    <a:pt x="526" y="0"/>
                    <a:pt x="557" y="27"/>
                    <a:pt x="449" y="253"/>
                  </a:cubicBezTo>
                  <a:cubicBezTo>
                    <a:pt x="341" y="480"/>
                    <a:pt x="268" y="641"/>
                    <a:pt x="248" y="705"/>
                  </a:cubicBezTo>
                  <a:cubicBezTo>
                    <a:pt x="229" y="769"/>
                    <a:pt x="149" y="953"/>
                    <a:pt x="22" y="960"/>
                  </a:cubicBezTo>
                  <a:lnTo>
                    <a:pt x="0" y="929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1" name="Freeform 2517">
              <a:extLst>
                <a:ext uri="{FF2B5EF4-FFF2-40B4-BE49-F238E27FC236}">
                  <a16:creationId xmlns:a16="http://schemas.microsoft.com/office/drawing/2014/main" id="{3AB7B27A-B777-4023-BFFB-5CBDF0F22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745"/>
              <a:ext cx="1333" cy="1762"/>
            </a:xfrm>
            <a:custGeom>
              <a:avLst/>
              <a:gdLst>
                <a:gd name="T0" fmla="*/ 810 w 1702"/>
                <a:gd name="T1" fmla="*/ 959 h 2253"/>
                <a:gd name="T2" fmla="*/ 33 w 1702"/>
                <a:gd name="T3" fmla="*/ 0 h 2253"/>
                <a:gd name="T4" fmla="*/ 12 w 1702"/>
                <a:gd name="T5" fmla="*/ 13 h 2253"/>
                <a:gd name="T6" fmla="*/ 560 w 1702"/>
                <a:gd name="T7" fmla="*/ 813 h 2253"/>
                <a:gd name="T8" fmla="*/ 580 w 1702"/>
                <a:gd name="T9" fmla="*/ 871 h 2253"/>
                <a:gd name="T10" fmla="*/ 575 w 1702"/>
                <a:gd name="T11" fmla="*/ 956 h 2253"/>
                <a:gd name="T12" fmla="*/ 582 w 1702"/>
                <a:gd name="T13" fmla="*/ 964 h 2253"/>
                <a:gd name="T14" fmla="*/ 590 w 1702"/>
                <a:gd name="T15" fmla="*/ 953 h 2253"/>
                <a:gd name="T16" fmla="*/ 581 w 1702"/>
                <a:gd name="T17" fmla="*/ 829 h 2253"/>
                <a:gd name="T18" fmla="*/ 672 w 1702"/>
                <a:gd name="T19" fmla="*/ 892 h 2253"/>
                <a:gd name="T20" fmla="*/ 681 w 1702"/>
                <a:gd name="T21" fmla="*/ 935 h 2253"/>
                <a:gd name="T22" fmla="*/ 721 w 1702"/>
                <a:gd name="T23" fmla="*/ 1078 h 2253"/>
                <a:gd name="T24" fmla="*/ 726 w 1702"/>
                <a:gd name="T25" fmla="*/ 1064 h 2253"/>
                <a:gd name="T26" fmla="*/ 690 w 1702"/>
                <a:gd name="T27" fmla="*/ 986 h 2253"/>
                <a:gd name="T28" fmla="*/ 695 w 1702"/>
                <a:gd name="T29" fmla="*/ 908 h 2253"/>
                <a:gd name="T30" fmla="*/ 805 w 1702"/>
                <a:gd name="T31" fmla="*/ 976 h 2253"/>
                <a:gd name="T32" fmla="*/ 810 w 1702"/>
                <a:gd name="T33" fmla="*/ 959 h 2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02" h="2253">
                  <a:moveTo>
                    <a:pt x="1685" y="2005"/>
                  </a:moveTo>
                  <a:cubicBezTo>
                    <a:pt x="1685" y="2005"/>
                    <a:pt x="203" y="1262"/>
                    <a:pt x="68" y="0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0" y="817"/>
                    <a:pt x="1166" y="1699"/>
                  </a:cubicBezTo>
                  <a:cubicBezTo>
                    <a:pt x="1181" y="1720"/>
                    <a:pt x="1208" y="1766"/>
                    <a:pt x="1208" y="1822"/>
                  </a:cubicBezTo>
                  <a:cubicBezTo>
                    <a:pt x="1208" y="1897"/>
                    <a:pt x="1203" y="1988"/>
                    <a:pt x="1197" y="1997"/>
                  </a:cubicBezTo>
                  <a:cubicBezTo>
                    <a:pt x="1197" y="1997"/>
                    <a:pt x="1192" y="2017"/>
                    <a:pt x="1212" y="2017"/>
                  </a:cubicBezTo>
                  <a:cubicBezTo>
                    <a:pt x="1232" y="2017"/>
                    <a:pt x="1228" y="1991"/>
                    <a:pt x="1228" y="1991"/>
                  </a:cubicBezTo>
                  <a:cubicBezTo>
                    <a:pt x="1228" y="1991"/>
                    <a:pt x="1255" y="1824"/>
                    <a:pt x="1211" y="1733"/>
                  </a:cubicBezTo>
                  <a:cubicBezTo>
                    <a:pt x="1271" y="1777"/>
                    <a:pt x="1333" y="1821"/>
                    <a:pt x="1399" y="1866"/>
                  </a:cubicBezTo>
                  <a:cubicBezTo>
                    <a:pt x="1407" y="1883"/>
                    <a:pt x="1418" y="1913"/>
                    <a:pt x="1416" y="1955"/>
                  </a:cubicBezTo>
                  <a:cubicBezTo>
                    <a:pt x="1412" y="2022"/>
                    <a:pt x="1383" y="2199"/>
                    <a:pt x="1502" y="2253"/>
                  </a:cubicBezTo>
                  <a:cubicBezTo>
                    <a:pt x="1502" y="2253"/>
                    <a:pt x="1526" y="2241"/>
                    <a:pt x="1510" y="2224"/>
                  </a:cubicBezTo>
                  <a:cubicBezTo>
                    <a:pt x="1510" y="2224"/>
                    <a:pt x="1434" y="2201"/>
                    <a:pt x="1436" y="2062"/>
                  </a:cubicBezTo>
                  <a:cubicBezTo>
                    <a:pt x="1437" y="1956"/>
                    <a:pt x="1436" y="1909"/>
                    <a:pt x="1446" y="1897"/>
                  </a:cubicBezTo>
                  <a:cubicBezTo>
                    <a:pt x="1519" y="1945"/>
                    <a:pt x="1595" y="1993"/>
                    <a:pt x="1675" y="2041"/>
                  </a:cubicBezTo>
                  <a:cubicBezTo>
                    <a:pt x="1675" y="2041"/>
                    <a:pt x="1702" y="2018"/>
                    <a:pt x="1685" y="2005"/>
                  </a:cubicBezTo>
                  <a:close/>
                </a:path>
              </a:pathLst>
            </a:custGeom>
            <a:solidFill>
              <a:srgbClr val="E2E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2" name="Freeform 2518">
              <a:extLst>
                <a:ext uri="{FF2B5EF4-FFF2-40B4-BE49-F238E27FC236}">
                  <a16:creationId xmlns:a16="http://schemas.microsoft.com/office/drawing/2014/main" id="{CCF03626-8DC5-4844-B06F-AEBB65818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745"/>
              <a:ext cx="1333" cy="1762"/>
            </a:xfrm>
            <a:custGeom>
              <a:avLst/>
              <a:gdLst>
                <a:gd name="T0" fmla="*/ 810 w 1702"/>
                <a:gd name="T1" fmla="*/ 959 h 2253"/>
                <a:gd name="T2" fmla="*/ 33 w 1702"/>
                <a:gd name="T3" fmla="*/ 0 h 2253"/>
                <a:gd name="T4" fmla="*/ 12 w 1702"/>
                <a:gd name="T5" fmla="*/ 13 h 2253"/>
                <a:gd name="T6" fmla="*/ 560 w 1702"/>
                <a:gd name="T7" fmla="*/ 813 h 2253"/>
                <a:gd name="T8" fmla="*/ 580 w 1702"/>
                <a:gd name="T9" fmla="*/ 871 h 2253"/>
                <a:gd name="T10" fmla="*/ 575 w 1702"/>
                <a:gd name="T11" fmla="*/ 956 h 2253"/>
                <a:gd name="T12" fmla="*/ 582 w 1702"/>
                <a:gd name="T13" fmla="*/ 964 h 2253"/>
                <a:gd name="T14" fmla="*/ 590 w 1702"/>
                <a:gd name="T15" fmla="*/ 953 h 2253"/>
                <a:gd name="T16" fmla="*/ 581 w 1702"/>
                <a:gd name="T17" fmla="*/ 829 h 2253"/>
                <a:gd name="T18" fmla="*/ 672 w 1702"/>
                <a:gd name="T19" fmla="*/ 892 h 2253"/>
                <a:gd name="T20" fmla="*/ 681 w 1702"/>
                <a:gd name="T21" fmla="*/ 935 h 2253"/>
                <a:gd name="T22" fmla="*/ 721 w 1702"/>
                <a:gd name="T23" fmla="*/ 1078 h 2253"/>
                <a:gd name="T24" fmla="*/ 726 w 1702"/>
                <a:gd name="T25" fmla="*/ 1064 h 2253"/>
                <a:gd name="T26" fmla="*/ 690 w 1702"/>
                <a:gd name="T27" fmla="*/ 986 h 2253"/>
                <a:gd name="T28" fmla="*/ 695 w 1702"/>
                <a:gd name="T29" fmla="*/ 908 h 2253"/>
                <a:gd name="T30" fmla="*/ 805 w 1702"/>
                <a:gd name="T31" fmla="*/ 976 h 2253"/>
                <a:gd name="T32" fmla="*/ 810 w 1702"/>
                <a:gd name="T33" fmla="*/ 959 h 22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02" h="2253">
                  <a:moveTo>
                    <a:pt x="1685" y="2005"/>
                  </a:moveTo>
                  <a:cubicBezTo>
                    <a:pt x="1685" y="2005"/>
                    <a:pt x="203" y="1262"/>
                    <a:pt x="68" y="0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0" y="817"/>
                    <a:pt x="1166" y="1699"/>
                  </a:cubicBezTo>
                  <a:cubicBezTo>
                    <a:pt x="1181" y="1720"/>
                    <a:pt x="1208" y="1766"/>
                    <a:pt x="1208" y="1822"/>
                  </a:cubicBezTo>
                  <a:cubicBezTo>
                    <a:pt x="1208" y="1897"/>
                    <a:pt x="1203" y="1988"/>
                    <a:pt x="1197" y="1997"/>
                  </a:cubicBezTo>
                  <a:cubicBezTo>
                    <a:pt x="1197" y="1997"/>
                    <a:pt x="1192" y="2017"/>
                    <a:pt x="1212" y="2017"/>
                  </a:cubicBezTo>
                  <a:cubicBezTo>
                    <a:pt x="1232" y="2017"/>
                    <a:pt x="1228" y="1991"/>
                    <a:pt x="1228" y="1991"/>
                  </a:cubicBezTo>
                  <a:cubicBezTo>
                    <a:pt x="1228" y="1991"/>
                    <a:pt x="1255" y="1824"/>
                    <a:pt x="1211" y="1733"/>
                  </a:cubicBezTo>
                  <a:cubicBezTo>
                    <a:pt x="1271" y="1777"/>
                    <a:pt x="1333" y="1821"/>
                    <a:pt x="1399" y="1866"/>
                  </a:cubicBezTo>
                  <a:cubicBezTo>
                    <a:pt x="1407" y="1883"/>
                    <a:pt x="1418" y="1913"/>
                    <a:pt x="1416" y="1955"/>
                  </a:cubicBezTo>
                  <a:cubicBezTo>
                    <a:pt x="1412" y="2022"/>
                    <a:pt x="1383" y="2199"/>
                    <a:pt x="1502" y="2253"/>
                  </a:cubicBezTo>
                  <a:cubicBezTo>
                    <a:pt x="1502" y="2253"/>
                    <a:pt x="1526" y="2241"/>
                    <a:pt x="1510" y="2224"/>
                  </a:cubicBezTo>
                  <a:cubicBezTo>
                    <a:pt x="1510" y="2224"/>
                    <a:pt x="1434" y="2201"/>
                    <a:pt x="1436" y="2062"/>
                  </a:cubicBezTo>
                  <a:cubicBezTo>
                    <a:pt x="1437" y="1956"/>
                    <a:pt x="1436" y="1909"/>
                    <a:pt x="1446" y="1897"/>
                  </a:cubicBezTo>
                  <a:cubicBezTo>
                    <a:pt x="1519" y="1945"/>
                    <a:pt x="1595" y="1993"/>
                    <a:pt x="1675" y="2041"/>
                  </a:cubicBezTo>
                  <a:cubicBezTo>
                    <a:pt x="1675" y="2041"/>
                    <a:pt x="1702" y="2018"/>
                    <a:pt x="1685" y="200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3" name="Freeform 2519">
              <a:extLst>
                <a:ext uri="{FF2B5EF4-FFF2-40B4-BE49-F238E27FC236}">
                  <a16:creationId xmlns:a16="http://schemas.microsoft.com/office/drawing/2014/main" id="{B500F0F0-A127-4742-87AD-3DECE8F8C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888"/>
              <a:ext cx="430" cy="445"/>
            </a:xfrm>
            <a:custGeom>
              <a:avLst/>
              <a:gdLst>
                <a:gd name="T0" fmla="*/ 1 w 549"/>
                <a:gd name="T1" fmla="*/ 245 h 568"/>
                <a:gd name="T2" fmla="*/ 20 w 549"/>
                <a:gd name="T3" fmla="*/ 249 h 568"/>
                <a:gd name="T4" fmla="*/ 264 w 549"/>
                <a:gd name="T5" fmla="*/ 0 h 568"/>
                <a:gd name="T6" fmla="*/ 187 w 549"/>
                <a:gd name="T7" fmla="*/ 115 h 568"/>
                <a:gd name="T8" fmla="*/ 31 w 549"/>
                <a:gd name="T9" fmla="*/ 250 h 568"/>
                <a:gd name="T10" fmla="*/ 0 w 549"/>
                <a:gd name="T11" fmla="*/ 262 h 568"/>
                <a:gd name="T12" fmla="*/ 1 w 549"/>
                <a:gd name="T13" fmla="*/ 245 h 5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568">
                  <a:moveTo>
                    <a:pt x="1" y="511"/>
                  </a:moveTo>
                  <a:cubicBezTo>
                    <a:pt x="1" y="511"/>
                    <a:pt x="23" y="538"/>
                    <a:pt x="42" y="518"/>
                  </a:cubicBezTo>
                  <a:cubicBezTo>
                    <a:pt x="60" y="497"/>
                    <a:pt x="412" y="26"/>
                    <a:pt x="549" y="0"/>
                  </a:cubicBezTo>
                  <a:cubicBezTo>
                    <a:pt x="549" y="0"/>
                    <a:pt x="492" y="139"/>
                    <a:pt x="389" y="240"/>
                  </a:cubicBezTo>
                  <a:cubicBezTo>
                    <a:pt x="287" y="341"/>
                    <a:pt x="91" y="490"/>
                    <a:pt x="64" y="519"/>
                  </a:cubicBezTo>
                  <a:cubicBezTo>
                    <a:pt x="36" y="548"/>
                    <a:pt x="19" y="568"/>
                    <a:pt x="0" y="544"/>
                  </a:cubicBezTo>
                  <a:lnTo>
                    <a:pt x="1" y="511"/>
                  </a:lnTo>
                  <a:close/>
                </a:path>
              </a:pathLst>
            </a:custGeom>
            <a:solidFill>
              <a:srgbClr val="636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4" name="Freeform 2520">
              <a:extLst>
                <a:ext uri="{FF2B5EF4-FFF2-40B4-BE49-F238E27FC236}">
                  <a16:creationId xmlns:a16="http://schemas.microsoft.com/office/drawing/2014/main" id="{530123D2-4417-431B-BD3A-567408F07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888"/>
              <a:ext cx="430" cy="445"/>
            </a:xfrm>
            <a:custGeom>
              <a:avLst/>
              <a:gdLst>
                <a:gd name="T0" fmla="*/ 1 w 549"/>
                <a:gd name="T1" fmla="*/ 245 h 568"/>
                <a:gd name="T2" fmla="*/ 20 w 549"/>
                <a:gd name="T3" fmla="*/ 249 h 568"/>
                <a:gd name="T4" fmla="*/ 264 w 549"/>
                <a:gd name="T5" fmla="*/ 0 h 568"/>
                <a:gd name="T6" fmla="*/ 187 w 549"/>
                <a:gd name="T7" fmla="*/ 115 h 568"/>
                <a:gd name="T8" fmla="*/ 31 w 549"/>
                <a:gd name="T9" fmla="*/ 250 h 568"/>
                <a:gd name="T10" fmla="*/ 0 w 549"/>
                <a:gd name="T11" fmla="*/ 262 h 5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9" h="568">
                  <a:moveTo>
                    <a:pt x="1" y="511"/>
                  </a:moveTo>
                  <a:cubicBezTo>
                    <a:pt x="1" y="511"/>
                    <a:pt x="23" y="538"/>
                    <a:pt x="42" y="518"/>
                  </a:cubicBezTo>
                  <a:cubicBezTo>
                    <a:pt x="60" y="497"/>
                    <a:pt x="412" y="26"/>
                    <a:pt x="549" y="0"/>
                  </a:cubicBezTo>
                  <a:cubicBezTo>
                    <a:pt x="549" y="0"/>
                    <a:pt x="492" y="139"/>
                    <a:pt x="389" y="240"/>
                  </a:cubicBezTo>
                  <a:cubicBezTo>
                    <a:pt x="287" y="341"/>
                    <a:pt x="91" y="490"/>
                    <a:pt x="64" y="519"/>
                  </a:cubicBezTo>
                  <a:cubicBezTo>
                    <a:pt x="36" y="548"/>
                    <a:pt x="19" y="568"/>
                    <a:pt x="0" y="54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2521">
              <a:extLst>
                <a:ext uri="{FF2B5EF4-FFF2-40B4-BE49-F238E27FC236}">
                  <a16:creationId xmlns:a16="http://schemas.microsoft.com/office/drawing/2014/main" id="{2798114E-3FBE-4FDA-9AA3-BD6F1101F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256"/>
              <a:ext cx="270" cy="321"/>
            </a:xfrm>
            <a:custGeom>
              <a:avLst/>
              <a:gdLst>
                <a:gd name="T0" fmla="*/ 92 w 345"/>
                <a:gd name="T1" fmla="*/ 3 h 410"/>
                <a:gd name="T2" fmla="*/ 4 w 345"/>
                <a:gd name="T3" fmla="*/ 81 h 410"/>
                <a:gd name="T4" fmla="*/ 127 w 345"/>
                <a:gd name="T5" fmla="*/ 142 h 410"/>
                <a:gd name="T6" fmla="*/ 92 w 345"/>
                <a:gd name="T7" fmla="*/ 3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5" h="410">
                  <a:moveTo>
                    <a:pt x="193" y="7"/>
                  </a:moveTo>
                  <a:cubicBezTo>
                    <a:pt x="129" y="0"/>
                    <a:pt x="16" y="32"/>
                    <a:pt x="9" y="170"/>
                  </a:cubicBezTo>
                  <a:cubicBezTo>
                    <a:pt x="0" y="341"/>
                    <a:pt x="193" y="410"/>
                    <a:pt x="265" y="298"/>
                  </a:cubicBezTo>
                  <a:cubicBezTo>
                    <a:pt x="345" y="174"/>
                    <a:pt x="318" y="21"/>
                    <a:pt x="193" y="7"/>
                  </a:cubicBezTo>
                  <a:close/>
                </a:path>
              </a:pathLst>
            </a:custGeom>
            <a:solidFill>
              <a:srgbClr val="120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Freeform 2522">
              <a:extLst>
                <a:ext uri="{FF2B5EF4-FFF2-40B4-BE49-F238E27FC236}">
                  <a16:creationId xmlns:a16="http://schemas.microsoft.com/office/drawing/2014/main" id="{7CF9E519-9511-4670-B69E-63400F53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256"/>
              <a:ext cx="270" cy="321"/>
            </a:xfrm>
            <a:custGeom>
              <a:avLst/>
              <a:gdLst>
                <a:gd name="T0" fmla="*/ 92 w 345"/>
                <a:gd name="T1" fmla="*/ 3 h 410"/>
                <a:gd name="T2" fmla="*/ 4 w 345"/>
                <a:gd name="T3" fmla="*/ 81 h 410"/>
                <a:gd name="T4" fmla="*/ 127 w 345"/>
                <a:gd name="T5" fmla="*/ 142 h 410"/>
                <a:gd name="T6" fmla="*/ 92 w 345"/>
                <a:gd name="T7" fmla="*/ 3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5" h="410">
                  <a:moveTo>
                    <a:pt x="193" y="7"/>
                  </a:moveTo>
                  <a:cubicBezTo>
                    <a:pt x="129" y="0"/>
                    <a:pt x="16" y="32"/>
                    <a:pt x="9" y="170"/>
                  </a:cubicBezTo>
                  <a:cubicBezTo>
                    <a:pt x="0" y="341"/>
                    <a:pt x="193" y="410"/>
                    <a:pt x="265" y="298"/>
                  </a:cubicBezTo>
                  <a:cubicBezTo>
                    <a:pt x="345" y="174"/>
                    <a:pt x="318" y="21"/>
                    <a:pt x="193" y="7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7" name="Freeform 2523">
              <a:extLst>
                <a:ext uri="{FF2B5EF4-FFF2-40B4-BE49-F238E27FC236}">
                  <a16:creationId xmlns:a16="http://schemas.microsoft.com/office/drawing/2014/main" id="{2F3D5AEA-68EB-41BC-942B-3A8F836D8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497"/>
              <a:ext cx="470" cy="169"/>
            </a:xfrm>
            <a:custGeom>
              <a:avLst/>
              <a:gdLst>
                <a:gd name="T0" fmla="*/ 0 w 600"/>
                <a:gd name="T1" fmla="*/ 5 h 216"/>
                <a:gd name="T2" fmla="*/ 288 w 600"/>
                <a:gd name="T3" fmla="*/ 19 h 216"/>
                <a:gd name="T4" fmla="*/ 49 w 600"/>
                <a:gd name="T5" fmla="*/ 23 h 216"/>
                <a:gd name="T6" fmla="*/ 2 w 600"/>
                <a:gd name="T7" fmla="*/ 0 h 216"/>
                <a:gd name="T8" fmla="*/ 0 w 600"/>
                <a:gd name="T9" fmla="*/ 5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0" h="216">
                  <a:moveTo>
                    <a:pt x="0" y="11"/>
                  </a:moveTo>
                  <a:cubicBezTo>
                    <a:pt x="0" y="11"/>
                    <a:pt x="231" y="216"/>
                    <a:pt x="600" y="39"/>
                  </a:cubicBezTo>
                  <a:cubicBezTo>
                    <a:pt x="600" y="39"/>
                    <a:pt x="289" y="76"/>
                    <a:pt x="103" y="48"/>
                  </a:cubicBezTo>
                  <a:cubicBezTo>
                    <a:pt x="103" y="48"/>
                    <a:pt x="30" y="32"/>
                    <a:pt x="5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91A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8" name="Freeform 2524">
              <a:extLst>
                <a:ext uri="{FF2B5EF4-FFF2-40B4-BE49-F238E27FC236}">
                  <a16:creationId xmlns:a16="http://schemas.microsoft.com/office/drawing/2014/main" id="{4A967C1C-87BC-41DD-A4AC-B191DA09B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156"/>
              <a:ext cx="532" cy="301"/>
            </a:xfrm>
            <a:custGeom>
              <a:avLst/>
              <a:gdLst>
                <a:gd name="T0" fmla="*/ 3 w 679"/>
                <a:gd name="T1" fmla="*/ 164 h 385"/>
                <a:gd name="T2" fmla="*/ 34 w 679"/>
                <a:gd name="T3" fmla="*/ 170 h 385"/>
                <a:gd name="T4" fmla="*/ 165 w 679"/>
                <a:gd name="T5" fmla="*/ 102 h 385"/>
                <a:gd name="T6" fmla="*/ 327 w 679"/>
                <a:gd name="T7" fmla="*/ 11 h 385"/>
                <a:gd name="T8" fmla="*/ 188 w 679"/>
                <a:gd name="T9" fmla="*/ 63 h 385"/>
                <a:gd name="T10" fmla="*/ 38 w 679"/>
                <a:gd name="T11" fmla="*/ 161 h 385"/>
                <a:gd name="T12" fmla="*/ 0 w 679"/>
                <a:gd name="T13" fmla="*/ 149 h 385"/>
                <a:gd name="T14" fmla="*/ 3 w 679"/>
                <a:gd name="T15" fmla="*/ 164 h 3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9" h="385">
                  <a:moveTo>
                    <a:pt x="7" y="343"/>
                  </a:moveTo>
                  <a:cubicBezTo>
                    <a:pt x="7" y="343"/>
                    <a:pt x="34" y="385"/>
                    <a:pt x="72" y="357"/>
                  </a:cubicBezTo>
                  <a:cubicBezTo>
                    <a:pt x="110" y="330"/>
                    <a:pt x="249" y="275"/>
                    <a:pt x="343" y="214"/>
                  </a:cubicBezTo>
                  <a:cubicBezTo>
                    <a:pt x="436" y="154"/>
                    <a:pt x="628" y="27"/>
                    <a:pt x="679" y="23"/>
                  </a:cubicBezTo>
                  <a:cubicBezTo>
                    <a:pt x="679" y="23"/>
                    <a:pt x="616" y="0"/>
                    <a:pt x="390" y="133"/>
                  </a:cubicBezTo>
                  <a:cubicBezTo>
                    <a:pt x="164" y="265"/>
                    <a:pt x="113" y="327"/>
                    <a:pt x="79" y="336"/>
                  </a:cubicBezTo>
                  <a:cubicBezTo>
                    <a:pt x="45" y="346"/>
                    <a:pt x="12" y="353"/>
                    <a:pt x="0" y="311"/>
                  </a:cubicBezTo>
                  <a:lnTo>
                    <a:pt x="7" y="343"/>
                  </a:lnTo>
                  <a:close/>
                </a:path>
              </a:pathLst>
            </a:custGeom>
            <a:solidFill>
              <a:srgbClr val="91A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2525">
              <a:extLst>
                <a:ext uri="{FF2B5EF4-FFF2-40B4-BE49-F238E27FC236}">
                  <a16:creationId xmlns:a16="http://schemas.microsoft.com/office/drawing/2014/main" id="{922622A6-4BB4-4600-B913-DAB0B7FAB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156"/>
              <a:ext cx="532" cy="301"/>
            </a:xfrm>
            <a:custGeom>
              <a:avLst/>
              <a:gdLst>
                <a:gd name="T0" fmla="*/ 3 w 679"/>
                <a:gd name="T1" fmla="*/ 164 h 385"/>
                <a:gd name="T2" fmla="*/ 34 w 679"/>
                <a:gd name="T3" fmla="*/ 170 h 385"/>
                <a:gd name="T4" fmla="*/ 165 w 679"/>
                <a:gd name="T5" fmla="*/ 102 h 385"/>
                <a:gd name="T6" fmla="*/ 327 w 679"/>
                <a:gd name="T7" fmla="*/ 11 h 385"/>
                <a:gd name="T8" fmla="*/ 188 w 679"/>
                <a:gd name="T9" fmla="*/ 63 h 385"/>
                <a:gd name="T10" fmla="*/ 38 w 679"/>
                <a:gd name="T11" fmla="*/ 161 h 385"/>
                <a:gd name="T12" fmla="*/ 0 w 679"/>
                <a:gd name="T13" fmla="*/ 149 h 385"/>
                <a:gd name="T14" fmla="*/ 3 w 679"/>
                <a:gd name="T15" fmla="*/ 164 h 3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9" h="385">
                  <a:moveTo>
                    <a:pt x="7" y="343"/>
                  </a:moveTo>
                  <a:cubicBezTo>
                    <a:pt x="7" y="343"/>
                    <a:pt x="34" y="385"/>
                    <a:pt x="72" y="357"/>
                  </a:cubicBezTo>
                  <a:cubicBezTo>
                    <a:pt x="110" y="330"/>
                    <a:pt x="249" y="275"/>
                    <a:pt x="343" y="214"/>
                  </a:cubicBezTo>
                  <a:cubicBezTo>
                    <a:pt x="436" y="154"/>
                    <a:pt x="628" y="27"/>
                    <a:pt x="679" y="23"/>
                  </a:cubicBezTo>
                  <a:cubicBezTo>
                    <a:pt x="679" y="23"/>
                    <a:pt x="616" y="0"/>
                    <a:pt x="390" y="133"/>
                  </a:cubicBezTo>
                  <a:cubicBezTo>
                    <a:pt x="164" y="265"/>
                    <a:pt x="113" y="327"/>
                    <a:pt x="79" y="336"/>
                  </a:cubicBezTo>
                  <a:cubicBezTo>
                    <a:pt x="45" y="346"/>
                    <a:pt x="12" y="353"/>
                    <a:pt x="0" y="311"/>
                  </a:cubicBezTo>
                  <a:lnTo>
                    <a:pt x="7" y="343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2526">
              <a:extLst>
                <a:ext uri="{FF2B5EF4-FFF2-40B4-BE49-F238E27FC236}">
                  <a16:creationId xmlns:a16="http://schemas.microsoft.com/office/drawing/2014/main" id="{6D754DBE-1E6D-4654-9EA7-175870E96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244"/>
              <a:ext cx="556" cy="208"/>
            </a:xfrm>
            <a:custGeom>
              <a:avLst/>
              <a:gdLst>
                <a:gd name="T0" fmla="*/ 2 w 709"/>
                <a:gd name="T1" fmla="*/ 78 h 265"/>
                <a:gd name="T2" fmla="*/ 4 w 709"/>
                <a:gd name="T3" fmla="*/ 96 h 265"/>
                <a:gd name="T4" fmla="*/ 77 w 709"/>
                <a:gd name="T5" fmla="*/ 110 h 265"/>
                <a:gd name="T6" fmla="*/ 342 w 709"/>
                <a:gd name="T7" fmla="*/ 0 h 265"/>
                <a:gd name="T8" fmla="*/ 111 w 709"/>
                <a:gd name="T9" fmla="*/ 93 h 265"/>
                <a:gd name="T10" fmla="*/ 16 w 709"/>
                <a:gd name="T11" fmla="*/ 99 h 265"/>
                <a:gd name="T12" fmla="*/ 2 w 709"/>
                <a:gd name="T13" fmla="*/ 67 h 265"/>
                <a:gd name="T14" fmla="*/ 2 w 709"/>
                <a:gd name="T15" fmla="*/ 78 h 2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9" h="265">
                  <a:moveTo>
                    <a:pt x="5" y="160"/>
                  </a:moveTo>
                  <a:cubicBezTo>
                    <a:pt x="5" y="160"/>
                    <a:pt x="5" y="182"/>
                    <a:pt x="9" y="198"/>
                  </a:cubicBezTo>
                  <a:cubicBezTo>
                    <a:pt x="9" y="198"/>
                    <a:pt x="0" y="229"/>
                    <a:pt x="159" y="228"/>
                  </a:cubicBezTo>
                  <a:cubicBezTo>
                    <a:pt x="318" y="227"/>
                    <a:pt x="601" y="265"/>
                    <a:pt x="709" y="0"/>
                  </a:cubicBezTo>
                  <a:cubicBezTo>
                    <a:pt x="709" y="0"/>
                    <a:pt x="452" y="186"/>
                    <a:pt x="229" y="191"/>
                  </a:cubicBezTo>
                  <a:cubicBezTo>
                    <a:pt x="118" y="194"/>
                    <a:pt x="63" y="220"/>
                    <a:pt x="34" y="205"/>
                  </a:cubicBezTo>
                  <a:cubicBezTo>
                    <a:pt x="4" y="191"/>
                    <a:pt x="12" y="173"/>
                    <a:pt x="5" y="138"/>
                  </a:cubicBezTo>
                  <a:lnTo>
                    <a:pt x="5" y="160"/>
                  </a:lnTo>
                  <a:close/>
                </a:path>
              </a:pathLst>
            </a:custGeom>
            <a:solidFill>
              <a:srgbClr val="5A66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2527">
              <a:extLst>
                <a:ext uri="{FF2B5EF4-FFF2-40B4-BE49-F238E27FC236}">
                  <a16:creationId xmlns:a16="http://schemas.microsoft.com/office/drawing/2014/main" id="{BB60C992-F39F-4380-94F8-38BA7D2B1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497"/>
              <a:ext cx="470" cy="169"/>
            </a:xfrm>
            <a:custGeom>
              <a:avLst/>
              <a:gdLst>
                <a:gd name="T0" fmla="*/ 0 w 600"/>
                <a:gd name="T1" fmla="*/ 5 h 216"/>
                <a:gd name="T2" fmla="*/ 288 w 600"/>
                <a:gd name="T3" fmla="*/ 19 h 216"/>
                <a:gd name="T4" fmla="*/ 49 w 600"/>
                <a:gd name="T5" fmla="*/ 23 h 216"/>
                <a:gd name="T6" fmla="*/ 2 w 600"/>
                <a:gd name="T7" fmla="*/ 0 h 216"/>
                <a:gd name="T8" fmla="*/ 0 w 600"/>
                <a:gd name="T9" fmla="*/ 5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0" h="216">
                  <a:moveTo>
                    <a:pt x="0" y="11"/>
                  </a:moveTo>
                  <a:cubicBezTo>
                    <a:pt x="0" y="11"/>
                    <a:pt x="231" y="216"/>
                    <a:pt x="600" y="39"/>
                  </a:cubicBezTo>
                  <a:cubicBezTo>
                    <a:pt x="600" y="39"/>
                    <a:pt x="289" y="76"/>
                    <a:pt x="103" y="48"/>
                  </a:cubicBezTo>
                  <a:cubicBezTo>
                    <a:pt x="103" y="48"/>
                    <a:pt x="30" y="32"/>
                    <a:pt x="5" y="0"/>
                  </a:cubicBezTo>
                  <a:lnTo>
                    <a:pt x="0" y="11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Freeform 2528">
              <a:extLst>
                <a:ext uri="{FF2B5EF4-FFF2-40B4-BE49-F238E27FC236}">
                  <a16:creationId xmlns:a16="http://schemas.microsoft.com/office/drawing/2014/main" id="{E0307091-50D8-494A-B9F5-048049B0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244"/>
              <a:ext cx="556" cy="208"/>
            </a:xfrm>
            <a:custGeom>
              <a:avLst/>
              <a:gdLst>
                <a:gd name="T0" fmla="*/ 2 w 709"/>
                <a:gd name="T1" fmla="*/ 78 h 265"/>
                <a:gd name="T2" fmla="*/ 4 w 709"/>
                <a:gd name="T3" fmla="*/ 96 h 265"/>
                <a:gd name="T4" fmla="*/ 77 w 709"/>
                <a:gd name="T5" fmla="*/ 110 h 265"/>
                <a:gd name="T6" fmla="*/ 342 w 709"/>
                <a:gd name="T7" fmla="*/ 0 h 265"/>
                <a:gd name="T8" fmla="*/ 111 w 709"/>
                <a:gd name="T9" fmla="*/ 93 h 265"/>
                <a:gd name="T10" fmla="*/ 16 w 709"/>
                <a:gd name="T11" fmla="*/ 99 h 265"/>
                <a:gd name="T12" fmla="*/ 2 w 709"/>
                <a:gd name="T13" fmla="*/ 67 h 265"/>
                <a:gd name="T14" fmla="*/ 2 w 709"/>
                <a:gd name="T15" fmla="*/ 78 h 2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9" h="265">
                  <a:moveTo>
                    <a:pt x="5" y="160"/>
                  </a:moveTo>
                  <a:cubicBezTo>
                    <a:pt x="5" y="160"/>
                    <a:pt x="5" y="182"/>
                    <a:pt x="9" y="198"/>
                  </a:cubicBezTo>
                  <a:cubicBezTo>
                    <a:pt x="9" y="198"/>
                    <a:pt x="0" y="229"/>
                    <a:pt x="159" y="228"/>
                  </a:cubicBezTo>
                  <a:cubicBezTo>
                    <a:pt x="318" y="227"/>
                    <a:pt x="601" y="265"/>
                    <a:pt x="709" y="0"/>
                  </a:cubicBezTo>
                  <a:cubicBezTo>
                    <a:pt x="709" y="0"/>
                    <a:pt x="452" y="186"/>
                    <a:pt x="229" y="191"/>
                  </a:cubicBezTo>
                  <a:cubicBezTo>
                    <a:pt x="118" y="194"/>
                    <a:pt x="63" y="220"/>
                    <a:pt x="34" y="205"/>
                  </a:cubicBezTo>
                  <a:cubicBezTo>
                    <a:pt x="4" y="191"/>
                    <a:pt x="12" y="173"/>
                    <a:pt x="5" y="138"/>
                  </a:cubicBezTo>
                  <a:lnTo>
                    <a:pt x="5" y="16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2529">
              <a:extLst>
                <a:ext uri="{FF2B5EF4-FFF2-40B4-BE49-F238E27FC236}">
                  <a16:creationId xmlns:a16="http://schemas.microsoft.com/office/drawing/2014/main" id="{4DA54895-A142-4BC3-883B-752CB05F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17"/>
              <a:ext cx="303" cy="623"/>
            </a:xfrm>
            <a:custGeom>
              <a:avLst/>
              <a:gdLst>
                <a:gd name="T0" fmla="*/ 176 w 387"/>
                <a:gd name="T1" fmla="*/ 0 h 797"/>
                <a:gd name="T2" fmla="*/ 170 w 387"/>
                <a:gd name="T3" fmla="*/ 33 h 797"/>
                <a:gd name="T4" fmla="*/ 46 w 387"/>
                <a:gd name="T5" fmla="*/ 242 h 797"/>
                <a:gd name="T6" fmla="*/ 12 w 387"/>
                <a:gd name="T7" fmla="*/ 381 h 797"/>
                <a:gd name="T8" fmla="*/ 52 w 387"/>
                <a:gd name="T9" fmla="*/ 354 h 797"/>
                <a:gd name="T10" fmla="*/ 140 w 387"/>
                <a:gd name="T11" fmla="*/ 136 h 797"/>
                <a:gd name="T12" fmla="*/ 179 w 387"/>
                <a:gd name="T13" fmla="*/ 41 h 797"/>
                <a:gd name="T14" fmla="*/ 185 w 387"/>
                <a:gd name="T15" fmla="*/ 5 h 797"/>
                <a:gd name="T16" fmla="*/ 176 w 387"/>
                <a:gd name="T17" fmla="*/ 0 h 7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797">
                  <a:moveTo>
                    <a:pt x="367" y="0"/>
                  </a:moveTo>
                  <a:cubicBezTo>
                    <a:pt x="367" y="0"/>
                    <a:pt x="387" y="22"/>
                    <a:pt x="354" y="69"/>
                  </a:cubicBezTo>
                  <a:cubicBezTo>
                    <a:pt x="321" y="115"/>
                    <a:pt x="159" y="357"/>
                    <a:pt x="96" y="507"/>
                  </a:cubicBezTo>
                  <a:cubicBezTo>
                    <a:pt x="0" y="738"/>
                    <a:pt x="44" y="762"/>
                    <a:pt x="24" y="797"/>
                  </a:cubicBezTo>
                  <a:cubicBezTo>
                    <a:pt x="24" y="797"/>
                    <a:pt x="88" y="797"/>
                    <a:pt x="107" y="742"/>
                  </a:cubicBezTo>
                  <a:cubicBezTo>
                    <a:pt x="127" y="687"/>
                    <a:pt x="259" y="357"/>
                    <a:pt x="292" y="284"/>
                  </a:cubicBezTo>
                  <a:cubicBezTo>
                    <a:pt x="325" y="212"/>
                    <a:pt x="363" y="117"/>
                    <a:pt x="372" y="84"/>
                  </a:cubicBezTo>
                  <a:cubicBezTo>
                    <a:pt x="380" y="51"/>
                    <a:pt x="385" y="11"/>
                    <a:pt x="385" y="11"/>
                  </a:cubicBezTo>
                  <a:lnTo>
                    <a:pt x="367" y="0"/>
                  </a:lnTo>
                  <a:close/>
                </a:path>
              </a:pathLst>
            </a:custGeom>
            <a:solidFill>
              <a:srgbClr val="91A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2530">
              <a:extLst>
                <a:ext uri="{FF2B5EF4-FFF2-40B4-BE49-F238E27FC236}">
                  <a16:creationId xmlns:a16="http://schemas.microsoft.com/office/drawing/2014/main" id="{A85195BA-B3F3-4704-A285-762F6D4FD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17"/>
              <a:ext cx="303" cy="623"/>
            </a:xfrm>
            <a:custGeom>
              <a:avLst/>
              <a:gdLst>
                <a:gd name="T0" fmla="*/ 176 w 387"/>
                <a:gd name="T1" fmla="*/ 0 h 797"/>
                <a:gd name="T2" fmla="*/ 170 w 387"/>
                <a:gd name="T3" fmla="*/ 33 h 797"/>
                <a:gd name="T4" fmla="*/ 46 w 387"/>
                <a:gd name="T5" fmla="*/ 242 h 797"/>
                <a:gd name="T6" fmla="*/ 12 w 387"/>
                <a:gd name="T7" fmla="*/ 381 h 797"/>
                <a:gd name="T8" fmla="*/ 52 w 387"/>
                <a:gd name="T9" fmla="*/ 354 h 797"/>
                <a:gd name="T10" fmla="*/ 140 w 387"/>
                <a:gd name="T11" fmla="*/ 136 h 797"/>
                <a:gd name="T12" fmla="*/ 179 w 387"/>
                <a:gd name="T13" fmla="*/ 41 h 797"/>
                <a:gd name="T14" fmla="*/ 185 w 387"/>
                <a:gd name="T15" fmla="*/ 5 h 7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7" h="797">
                  <a:moveTo>
                    <a:pt x="367" y="0"/>
                  </a:moveTo>
                  <a:cubicBezTo>
                    <a:pt x="367" y="0"/>
                    <a:pt x="387" y="22"/>
                    <a:pt x="354" y="69"/>
                  </a:cubicBezTo>
                  <a:cubicBezTo>
                    <a:pt x="321" y="115"/>
                    <a:pt x="159" y="357"/>
                    <a:pt x="96" y="507"/>
                  </a:cubicBezTo>
                  <a:cubicBezTo>
                    <a:pt x="0" y="738"/>
                    <a:pt x="44" y="762"/>
                    <a:pt x="24" y="797"/>
                  </a:cubicBezTo>
                  <a:cubicBezTo>
                    <a:pt x="24" y="797"/>
                    <a:pt x="88" y="797"/>
                    <a:pt x="107" y="742"/>
                  </a:cubicBezTo>
                  <a:cubicBezTo>
                    <a:pt x="127" y="687"/>
                    <a:pt x="259" y="357"/>
                    <a:pt x="292" y="284"/>
                  </a:cubicBezTo>
                  <a:cubicBezTo>
                    <a:pt x="325" y="212"/>
                    <a:pt x="363" y="117"/>
                    <a:pt x="372" y="84"/>
                  </a:cubicBezTo>
                  <a:cubicBezTo>
                    <a:pt x="380" y="51"/>
                    <a:pt x="385" y="11"/>
                    <a:pt x="385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2531">
              <a:extLst>
                <a:ext uri="{FF2B5EF4-FFF2-40B4-BE49-F238E27FC236}">
                  <a16:creationId xmlns:a16="http://schemas.microsoft.com/office/drawing/2014/main" id="{ED22D0CD-CFE0-41C5-BA9C-2F9D9D042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724"/>
              <a:ext cx="235" cy="296"/>
            </a:xfrm>
            <a:custGeom>
              <a:avLst/>
              <a:gdLst>
                <a:gd name="T0" fmla="*/ 0 w 299"/>
                <a:gd name="T1" fmla="*/ 9 h 379"/>
                <a:gd name="T2" fmla="*/ 15 w 299"/>
                <a:gd name="T3" fmla="*/ 23 h 379"/>
                <a:gd name="T4" fmla="*/ 75 w 299"/>
                <a:gd name="T5" fmla="*/ 67 h 379"/>
                <a:gd name="T6" fmla="*/ 57 w 299"/>
                <a:gd name="T7" fmla="*/ 121 h 379"/>
                <a:gd name="T8" fmla="*/ 65 w 299"/>
                <a:gd name="T9" fmla="*/ 131 h 379"/>
                <a:gd name="T10" fmla="*/ 88 w 299"/>
                <a:gd name="T11" fmla="*/ 111 h 379"/>
                <a:gd name="T12" fmla="*/ 112 w 299"/>
                <a:gd name="T13" fmla="*/ 149 h 379"/>
                <a:gd name="T14" fmla="*/ 120 w 299"/>
                <a:gd name="T15" fmla="*/ 180 h 379"/>
                <a:gd name="T16" fmla="*/ 145 w 299"/>
                <a:gd name="T17" fmla="*/ 175 h 379"/>
                <a:gd name="T18" fmla="*/ 114 w 299"/>
                <a:gd name="T19" fmla="*/ 138 h 379"/>
                <a:gd name="T20" fmla="*/ 72 w 299"/>
                <a:gd name="T21" fmla="*/ 36 h 379"/>
                <a:gd name="T22" fmla="*/ 0 w 299"/>
                <a:gd name="T23" fmla="*/ 9 h 3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9" h="379">
                  <a:moveTo>
                    <a:pt x="0" y="18"/>
                  </a:moveTo>
                  <a:cubicBezTo>
                    <a:pt x="30" y="48"/>
                    <a:pt x="30" y="48"/>
                    <a:pt x="30" y="48"/>
                  </a:cubicBezTo>
                  <a:cubicBezTo>
                    <a:pt x="30" y="48"/>
                    <a:pt x="119" y="30"/>
                    <a:pt x="155" y="141"/>
                  </a:cubicBezTo>
                  <a:cubicBezTo>
                    <a:pt x="190" y="252"/>
                    <a:pt x="144" y="244"/>
                    <a:pt x="116" y="254"/>
                  </a:cubicBezTo>
                  <a:cubicBezTo>
                    <a:pt x="135" y="275"/>
                    <a:pt x="135" y="275"/>
                    <a:pt x="135" y="275"/>
                  </a:cubicBezTo>
                  <a:cubicBezTo>
                    <a:pt x="135" y="275"/>
                    <a:pt x="178" y="256"/>
                    <a:pt x="181" y="233"/>
                  </a:cubicBezTo>
                  <a:cubicBezTo>
                    <a:pt x="181" y="233"/>
                    <a:pt x="213" y="289"/>
                    <a:pt x="230" y="314"/>
                  </a:cubicBezTo>
                  <a:cubicBezTo>
                    <a:pt x="248" y="339"/>
                    <a:pt x="257" y="372"/>
                    <a:pt x="248" y="379"/>
                  </a:cubicBezTo>
                  <a:cubicBezTo>
                    <a:pt x="299" y="367"/>
                    <a:pt x="299" y="367"/>
                    <a:pt x="299" y="367"/>
                  </a:cubicBezTo>
                  <a:cubicBezTo>
                    <a:pt x="299" y="367"/>
                    <a:pt x="264" y="339"/>
                    <a:pt x="234" y="291"/>
                  </a:cubicBezTo>
                  <a:cubicBezTo>
                    <a:pt x="204" y="244"/>
                    <a:pt x="183" y="129"/>
                    <a:pt x="148" y="76"/>
                  </a:cubicBezTo>
                  <a:cubicBezTo>
                    <a:pt x="96" y="0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E2E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Freeform 2532">
              <a:extLst>
                <a:ext uri="{FF2B5EF4-FFF2-40B4-BE49-F238E27FC236}">
                  <a16:creationId xmlns:a16="http://schemas.microsoft.com/office/drawing/2014/main" id="{79EF41E7-825A-4759-BF53-2BE55B73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724"/>
              <a:ext cx="235" cy="296"/>
            </a:xfrm>
            <a:custGeom>
              <a:avLst/>
              <a:gdLst>
                <a:gd name="T0" fmla="*/ 15 w 299"/>
                <a:gd name="T1" fmla="*/ 23 h 379"/>
                <a:gd name="T2" fmla="*/ 75 w 299"/>
                <a:gd name="T3" fmla="*/ 67 h 379"/>
                <a:gd name="T4" fmla="*/ 57 w 299"/>
                <a:gd name="T5" fmla="*/ 121 h 379"/>
                <a:gd name="T6" fmla="*/ 65 w 299"/>
                <a:gd name="T7" fmla="*/ 131 h 379"/>
                <a:gd name="T8" fmla="*/ 88 w 299"/>
                <a:gd name="T9" fmla="*/ 111 h 379"/>
                <a:gd name="T10" fmla="*/ 112 w 299"/>
                <a:gd name="T11" fmla="*/ 149 h 379"/>
                <a:gd name="T12" fmla="*/ 120 w 299"/>
                <a:gd name="T13" fmla="*/ 180 h 379"/>
                <a:gd name="T14" fmla="*/ 145 w 299"/>
                <a:gd name="T15" fmla="*/ 175 h 379"/>
                <a:gd name="T16" fmla="*/ 114 w 299"/>
                <a:gd name="T17" fmla="*/ 138 h 379"/>
                <a:gd name="T18" fmla="*/ 72 w 299"/>
                <a:gd name="T19" fmla="*/ 36 h 379"/>
                <a:gd name="T20" fmla="*/ 0 w 299"/>
                <a:gd name="T21" fmla="*/ 9 h 3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9" h="379">
                  <a:moveTo>
                    <a:pt x="30" y="48"/>
                  </a:moveTo>
                  <a:cubicBezTo>
                    <a:pt x="30" y="48"/>
                    <a:pt x="119" y="30"/>
                    <a:pt x="155" y="141"/>
                  </a:cubicBezTo>
                  <a:cubicBezTo>
                    <a:pt x="190" y="252"/>
                    <a:pt x="144" y="244"/>
                    <a:pt x="116" y="254"/>
                  </a:cubicBezTo>
                  <a:cubicBezTo>
                    <a:pt x="135" y="275"/>
                    <a:pt x="135" y="275"/>
                    <a:pt x="135" y="275"/>
                  </a:cubicBezTo>
                  <a:cubicBezTo>
                    <a:pt x="135" y="275"/>
                    <a:pt x="178" y="256"/>
                    <a:pt x="181" y="233"/>
                  </a:cubicBezTo>
                  <a:cubicBezTo>
                    <a:pt x="181" y="233"/>
                    <a:pt x="213" y="289"/>
                    <a:pt x="230" y="314"/>
                  </a:cubicBezTo>
                  <a:cubicBezTo>
                    <a:pt x="248" y="339"/>
                    <a:pt x="257" y="372"/>
                    <a:pt x="248" y="379"/>
                  </a:cubicBezTo>
                  <a:cubicBezTo>
                    <a:pt x="299" y="367"/>
                    <a:pt x="299" y="367"/>
                    <a:pt x="299" y="367"/>
                  </a:cubicBezTo>
                  <a:cubicBezTo>
                    <a:pt x="299" y="367"/>
                    <a:pt x="264" y="339"/>
                    <a:pt x="234" y="291"/>
                  </a:cubicBezTo>
                  <a:cubicBezTo>
                    <a:pt x="204" y="244"/>
                    <a:pt x="183" y="129"/>
                    <a:pt x="148" y="76"/>
                  </a:cubicBezTo>
                  <a:cubicBezTo>
                    <a:pt x="96" y="0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Freeform 2533">
              <a:extLst>
                <a:ext uri="{FF2B5EF4-FFF2-40B4-BE49-F238E27FC236}">
                  <a16:creationId xmlns:a16="http://schemas.microsoft.com/office/drawing/2014/main" id="{32D3A7D4-5921-47E7-B27B-F247D1D97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851"/>
              <a:ext cx="465" cy="407"/>
            </a:xfrm>
            <a:custGeom>
              <a:avLst/>
              <a:gdLst>
                <a:gd name="T0" fmla="*/ 220 w 593"/>
                <a:gd name="T1" fmla="*/ 27 h 519"/>
                <a:gd name="T2" fmla="*/ 156 w 593"/>
                <a:gd name="T3" fmla="*/ 10 h 519"/>
                <a:gd name="T4" fmla="*/ 71 w 593"/>
                <a:gd name="T5" fmla="*/ 181 h 519"/>
                <a:gd name="T6" fmla="*/ 250 w 593"/>
                <a:gd name="T7" fmla="*/ 64 h 519"/>
                <a:gd name="T8" fmla="*/ 220 w 593"/>
                <a:gd name="T9" fmla="*/ 27 h 5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3" h="519">
                  <a:moveTo>
                    <a:pt x="456" y="58"/>
                  </a:moveTo>
                  <a:cubicBezTo>
                    <a:pt x="440" y="30"/>
                    <a:pt x="385" y="0"/>
                    <a:pt x="324" y="20"/>
                  </a:cubicBezTo>
                  <a:cubicBezTo>
                    <a:pt x="262" y="40"/>
                    <a:pt x="0" y="205"/>
                    <a:pt x="147" y="376"/>
                  </a:cubicBezTo>
                  <a:cubicBezTo>
                    <a:pt x="270" y="519"/>
                    <a:pt x="593" y="287"/>
                    <a:pt x="519" y="132"/>
                  </a:cubicBezTo>
                  <a:cubicBezTo>
                    <a:pt x="501" y="94"/>
                    <a:pt x="468" y="82"/>
                    <a:pt x="456" y="58"/>
                  </a:cubicBezTo>
                  <a:close/>
                </a:path>
              </a:pathLst>
            </a:custGeom>
            <a:solidFill>
              <a:srgbClr val="190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2534">
              <a:extLst>
                <a:ext uri="{FF2B5EF4-FFF2-40B4-BE49-F238E27FC236}">
                  <a16:creationId xmlns:a16="http://schemas.microsoft.com/office/drawing/2014/main" id="{E5E8E98A-F55F-459F-9BDB-E7E05BE00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990"/>
              <a:ext cx="351" cy="365"/>
            </a:xfrm>
            <a:custGeom>
              <a:avLst/>
              <a:gdLst>
                <a:gd name="T0" fmla="*/ 77 w 448"/>
                <a:gd name="T1" fmla="*/ 13 h 466"/>
                <a:gd name="T2" fmla="*/ 26 w 448"/>
                <a:gd name="T3" fmla="*/ 136 h 466"/>
                <a:gd name="T4" fmla="*/ 148 w 448"/>
                <a:gd name="T5" fmla="*/ 214 h 466"/>
                <a:gd name="T6" fmla="*/ 193 w 448"/>
                <a:gd name="T7" fmla="*/ 87 h 466"/>
                <a:gd name="T8" fmla="*/ 77 w 448"/>
                <a:gd name="T9" fmla="*/ 13 h 4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8" h="466">
                  <a:moveTo>
                    <a:pt x="159" y="27"/>
                  </a:moveTo>
                  <a:cubicBezTo>
                    <a:pt x="114" y="39"/>
                    <a:pt x="0" y="127"/>
                    <a:pt x="53" y="282"/>
                  </a:cubicBezTo>
                  <a:cubicBezTo>
                    <a:pt x="105" y="437"/>
                    <a:pt x="224" y="466"/>
                    <a:pt x="307" y="445"/>
                  </a:cubicBezTo>
                  <a:cubicBezTo>
                    <a:pt x="391" y="423"/>
                    <a:pt x="448" y="322"/>
                    <a:pt x="401" y="181"/>
                  </a:cubicBezTo>
                  <a:cubicBezTo>
                    <a:pt x="354" y="40"/>
                    <a:pt x="268" y="0"/>
                    <a:pt x="159" y="27"/>
                  </a:cubicBezTo>
                  <a:close/>
                </a:path>
              </a:pathLst>
            </a:custGeom>
            <a:solidFill>
              <a:srgbClr val="2F0D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2535">
              <a:extLst>
                <a:ext uri="{FF2B5EF4-FFF2-40B4-BE49-F238E27FC236}">
                  <a16:creationId xmlns:a16="http://schemas.microsoft.com/office/drawing/2014/main" id="{273435AD-C56A-4199-95DB-081098D82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851"/>
              <a:ext cx="465" cy="407"/>
            </a:xfrm>
            <a:custGeom>
              <a:avLst/>
              <a:gdLst>
                <a:gd name="T0" fmla="*/ 220 w 593"/>
                <a:gd name="T1" fmla="*/ 27 h 519"/>
                <a:gd name="T2" fmla="*/ 156 w 593"/>
                <a:gd name="T3" fmla="*/ 10 h 519"/>
                <a:gd name="T4" fmla="*/ 71 w 593"/>
                <a:gd name="T5" fmla="*/ 181 h 519"/>
                <a:gd name="T6" fmla="*/ 250 w 593"/>
                <a:gd name="T7" fmla="*/ 64 h 519"/>
                <a:gd name="T8" fmla="*/ 220 w 593"/>
                <a:gd name="T9" fmla="*/ 27 h 5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3" h="519">
                  <a:moveTo>
                    <a:pt x="456" y="58"/>
                  </a:moveTo>
                  <a:cubicBezTo>
                    <a:pt x="440" y="30"/>
                    <a:pt x="385" y="0"/>
                    <a:pt x="324" y="20"/>
                  </a:cubicBezTo>
                  <a:cubicBezTo>
                    <a:pt x="262" y="40"/>
                    <a:pt x="0" y="205"/>
                    <a:pt x="147" y="376"/>
                  </a:cubicBezTo>
                  <a:cubicBezTo>
                    <a:pt x="270" y="519"/>
                    <a:pt x="593" y="287"/>
                    <a:pt x="519" y="132"/>
                  </a:cubicBezTo>
                  <a:cubicBezTo>
                    <a:pt x="501" y="94"/>
                    <a:pt x="468" y="82"/>
                    <a:pt x="456" y="58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Freeform 2536">
              <a:extLst>
                <a:ext uri="{FF2B5EF4-FFF2-40B4-BE49-F238E27FC236}">
                  <a16:creationId xmlns:a16="http://schemas.microsoft.com/office/drawing/2014/main" id="{266828EC-2BB0-40F2-A713-F2346F71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990"/>
              <a:ext cx="351" cy="365"/>
            </a:xfrm>
            <a:custGeom>
              <a:avLst/>
              <a:gdLst>
                <a:gd name="T0" fmla="*/ 77 w 448"/>
                <a:gd name="T1" fmla="*/ 13 h 466"/>
                <a:gd name="T2" fmla="*/ 26 w 448"/>
                <a:gd name="T3" fmla="*/ 136 h 466"/>
                <a:gd name="T4" fmla="*/ 148 w 448"/>
                <a:gd name="T5" fmla="*/ 214 h 466"/>
                <a:gd name="T6" fmla="*/ 193 w 448"/>
                <a:gd name="T7" fmla="*/ 87 h 466"/>
                <a:gd name="T8" fmla="*/ 77 w 448"/>
                <a:gd name="T9" fmla="*/ 13 h 4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8" h="466">
                  <a:moveTo>
                    <a:pt x="159" y="27"/>
                  </a:moveTo>
                  <a:cubicBezTo>
                    <a:pt x="114" y="39"/>
                    <a:pt x="0" y="127"/>
                    <a:pt x="53" y="282"/>
                  </a:cubicBezTo>
                  <a:cubicBezTo>
                    <a:pt x="105" y="437"/>
                    <a:pt x="224" y="466"/>
                    <a:pt x="307" y="445"/>
                  </a:cubicBezTo>
                  <a:cubicBezTo>
                    <a:pt x="391" y="423"/>
                    <a:pt x="448" y="322"/>
                    <a:pt x="401" y="181"/>
                  </a:cubicBezTo>
                  <a:cubicBezTo>
                    <a:pt x="354" y="40"/>
                    <a:pt x="268" y="0"/>
                    <a:pt x="159" y="27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2537">
              <a:extLst>
                <a:ext uri="{FF2B5EF4-FFF2-40B4-BE49-F238E27FC236}">
                  <a16:creationId xmlns:a16="http://schemas.microsoft.com/office/drawing/2014/main" id="{615A0879-ED3C-4E1A-BE67-C352C9415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764"/>
              <a:ext cx="622" cy="54"/>
            </a:xfrm>
            <a:custGeom>
              <a:avLst/>
              <a:gdLst>
                <a:gd name="T0" fmla="*/ 0 w 794"/>
                <a:gd name="T1" fmla="*/ 13 h 69"/>
                <a:gd name="T2" fmla="*/ 382 w 794"/>
                <a:gd name="T3" fmla="*/ 33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4" h="69">
                  <a:moveTo>
                    <a:pt x="0" y="26"/>
                  </a:moveTo>
                  <a:cubicBezTo>
                    <a:pt x="0" y="26"/>
                    <a:pt x="469" y="0"/>
                    <a:pt x="794" y="6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2538">
              <a:extLst>
                <a:ext uri="{FF2B5EF4-FFF2-40B4-BE49-F238E27FC236}">
                  <a16:creationId xmlns:a16="http://schemas.microsoft.com/office/drawing/2014/main" id="{CEF950F9-547C-4FAF-8A39-A27748E64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891"/>
              <a:ext cx="383" cy="400"/>
            </a:xfrm>
            <a:custGeom>
              <a:avLst/>
              <a:gdLst>
                <a:gd name="T0" fmla="*/ 235 w 489"/>
                <a:gd name="T1" fmla="*/ 0 h 511"/>
                <a:gd name="T2" fmla="*/ 0 w 489"/>
                <a:gd name="T3" fmla="*/ 245 h 5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9" h="511">
                  <a:moveTo>
                    <a:pt x="489" y="0"/>
                  </a:moveTo>
                  <a:cubicBezTo>
                    <a:pt x="489" y="0"/>
                    <a:pt x="68" y="398"/>
                    <a:pt x="0" y="5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2539">
              <a:extLst>
                <a:ext uri="{FF2B5EF4-FFF2-40B4-BE49-F238E27FC236}">
                  <a16:creationId xmlns:a16="http://schemas.microsoft.com/office/drawing/2014/main" id="{860B127E-C43C-4F9E-821F-BF91E4B2B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244"/>
              <a:ext cx="292" cy="158"/>
            </a:xfrm>
            <a:custGeom>
              <a:avLst/>
              <a:gdLst>
                <a:gd name="T0" fmla="*/ 180 w 372"/>
                <a:gd name="T1" fmla="*/ 0 h 202"/>
                <a:gd name="T2" fmla="*/ 0 w 372"/>
                <a:gd name="T3" fmla="*/ 97 h 2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2" h="202">
                  <a:moveTo>
                    <a:pt x="372" y="0"/>
                  </a:moveTo>
                  <a:cubicBezTo>
                    <a:pt x="372" y="0"/>
                    <a:pt x="250" y="180"/>
                    <a:pt x="0" y="20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2540">
              <a:extLst>
                <a:ext uri="{FF2B5EF4-FFF2-40B4-BE49-F238E27FC236}">
                  <a16:creationId xmlns:a16="http://schemas.microsoft.com/office/drawing/2014/main" id="{D748F944-94BD-42CB-80B6-42F5D3881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609"/>
              <a:ext cx="250" cy="531"/>
            </a:xfrm>
            <a:custGeom>
              <a:avLst/>
              <a:gdLst>
                <a:gd name="T0" fmla="*/ 0 w 318"/>
                <a:gd name="T1" fmla="*/ 325 h 679"/>
                <a:gd name="T2" fmla="*/ 74 w 318"/>
                <a:gd name="T3" fmla="*/ 164 h 679"/>
                <a:gd name="T4" fmla="*/ 155 w 318"/>
                <a:gd name="T5" fmla="*/ 0 h 6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679">
                  <a:moveTo>
                    <a:pt x="0" y="679"/>
                  </a:moveTo>
                  <a:cubicBezTo>
                    <a:pt x="0" y="679"/>
                    <a:pt x="95" y="534"/>
                    <a:pt x="151" y="343"/>
                  </a:cubicBezTo>
                  <a:cubicBezTo>
                    <a:pt x="206" y="151"/>
                    <a:pt x="275" y="106"/>
                    <a:pt x="31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2541">
              <a:extLst>
                <a:ext uri="{FF2B5EF4-FFF2-40B4-BE49-F238E27FC236}">
                  <a16:creationId xmlns:a16="http://schemas.microsoft.com/office/drawing/2014/main" id="{D189C542-1E3E-4D42-A8A4-35A50FA7E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062"/>
              <a:ext cx="307" cy="81"/>
            </a:xfrm>
            <a:custGeom>
              <a:avLst/>
              <a:gdLst>
                <a:gd name="T0" fmla="*/ 189 w 391"/>
                <a:gd name="T1" fmla="*/ 49 h 104"/>
                <a:gd name="T2" fmla="*/ 0 w 391"/>
                <a:gd name="T3" fmla="*/ 0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1" h="104">
                  <a:moveTo>
                    <a:pt x="391" y="104"/>
                  </a:moveTo>
                  <a:cubicBezTo>
                    <a:pt x="391" y="104"/>
                    <a:pt x="141" y="8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2542">
              <a:extLst>
                <a:ext uri="{FF2B5EF4-FFF2-40B4-BE49-F238E27FC236}">
                  <a16:creationId xmlns:a16="http://schemas.microsoft.com/office/drawing/2014/main" id="{99A4FE7E-5756-4BC2-B12F-5A73899D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170"/>
              <a:ext cx="114" cy="141"/>
            </a:xfrm>
            <a:custGeom>
              <a:avLst/>
              <a:gdLst>
                <a:gd name="T0" fmla="*/ 0 w 146"/>
                <a:gd name="T1" fmla="*/ 0 h 181"/>
                <a:gd name="T2" fmla="*/ 69 w 146"/>
                <a:gd name="T3" fmla="*/ 86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6" h="181">
                  <a:moveTo>
                    <a:pt x="0" y="0"/>
                  </a:moveTo>
                  <a:cubicBezTo>
                    <a:pt x="0" y="0"/>
                    <a:pt x="116" y="107"/>
                    <a:pt x="146" y="18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2543">
              <a:extLst>
                <a:ext uri="{FF2B5EF4-FFF2-40B4-BE49-F238E27FC236}">
                  <a16:creationId xmlns:a16="http://schemas.microsoft.com/office/drawing/2014/main" id="{DBC18FC5-BCAF-4959-8BBD-3C630147E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873"/>
              <a:ext cx="249" cy="230"/>
            </a:xfrm>
            <a:custGeom>
              <a:avLst/>
              <a:gdLst>
                <a:gd name="T0" fmla="*/ 137 w 318"/>
                <a:gd name="T1" fmla="*/ 16 h 294"/>
                <a:gd name="T2" fmla="*/ 106 w 318"/>
                <a:gd name="T3" fmla="*/ 0 h 294"/>
                <a:gd name="T4" fmla="*/ 67 w 318"/>
                <a:gd name="T5" fmla="*/ 16 h 294"/>
                <a:gd name="T6" fmla="*/ 16 w 318"/>
                <a:gd name="T7" fmla="*/ 60 h 294"/>
                <a:gd name="T8" fmla="*/ 68 w 318"/>
                <a:gd name="T9" fmla="*/ 131 h 294"/>
                <a:gd name="T10" fmla="*/ 121 w 318"/>
                <a:gd name="T11" fmla="*/ 105 h 294"/>
                <a:gd name="T12" fmla="*/ 143 w 318"/>
                <a:gd name="T13" fmla="*/ 62 h 294"/>
                <a:gd name="T14" fmla="*/ 138 w 318"/>
                <a:gd name="T15" fmla="*/ 16 h 2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8" h="294">
                  <a:moveTo>
                    <a:pt x="285" y="34"/>
                  </a:moveTo>
                  <a:cubicBezTo>
                    <a:pt x="280" y="15"/>
                    <a:pt x="244" y="0"/>
                    <a:pt x="222" y="0"/>
                  </a:cubicBezTo>
                  <a:cubicBezTo>
                    <a:pt x="191" y="0"/>
                    <a:pt x="166" y="17"/>
                    <a:pt x="140" y="33"/>
                  </a:cubicBezTo>
                  <a:cubicBezTo>
                    <a:pt x="99" y="59"/>
                    <a:pt x="56" y="79"/>
                    <a:pt x="35" y="126"/>
                  </a:cubicBezTo>
                  <a:cubicBezTo>
                    <a:pt x="0" y="203"/>
                    <a:pt x="53" y="294"/>
                    <a:pt x="142" y="274"/>
                  </a:cubicBezTo>
                  <a:cubicBezTo>
                    <a:pt x="180" y="265"/>
                    <a:pt x="225" y="249"/>
                    <a:pt x="251" y="219"/>
                  </a:cubicBezTo>
                  <a:cubicBezTo>
                    <a:pt x="272" y="194"/>
                    <a:pt x="285" y="159"/>
                    <a:pt x="296" y="129"/>
                  </a:cubicBezTo>
                  <a:cubicBezTo>
                    <a:pt x="308" y="97"/>
                    <a:pt x="318" y="58"/>
                    <a:pt x="287" y="34"/>
                  </a:cubicBezTo>
                </a:path>
              </a:pathLst>
            </a:custGeom>
            <a:solidFill>
              <a:srgbClr val="1E1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2544">
              <a:extLst>
                <a:ext uri="{FF2B5EF4-FFF2-40B4-BE49-F238E27FC236}">
                  <a16:creationId xmlns:a16="http://schemas.microsoft.com/office/drawing/2014/main" id="{2853373F-9761-455F-A784-484DD9EED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869"/>
              <a:ext cx="145" cy="165"/>
            </a:xfrm>
            <a:custGeom>
              <a:avLst/>
              <a:gdLst>
                <a:gd name="T0" fmla="*/ 80 w 185"/>
                <a:gd name="T1" fmla="*/ 13 h 210"/>
                <a:gd name="T2" fmla="*/ 33 w 185"/>
                <a:gd name="T3" fmla="*/ 30 h 210"/>
                <a:gd name="T4" fmla="*/ 5 w 185"/>
                <a:gd name="T5" fmla="*/ 62 h 210"/>
                <a:gd name="T6" fmla="*/ 19 w 185"/>
                <a:gd name="T7" fmla="*/ 100 h 210"/>
                <a:gd name="T8" fmla="*/ 59 w 185"/>
                <a:gd name="T9" fmla="*/ 76 h 210"/>
                <a:gd name="T10" fmla="*/ 84 w 185"/>
                <a:gd name="T11" fmla="*/ 45 h 210"/>
                <a:gd name="T12" fmla="*/ 81 w 185"/>
                <a:gd name="T13" fmla="*/ 13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210">
                  <a:moveTo>
                    <a:pt x="166" y="28"/>
                  </a:moveTo>
                  <a:cubicBezTo>
                    <a:pt x="137" y="0"/>
                    <a:pt x="93" y="45"/>
                    <a:pt x="69" y="61"/>
                  </a:cubicBezTo>
                  <a:cubicBezTo>
                    <a:pt x="44" y="78"/>
                    <a:pt x="25" y="99"/>
                    <a:pt x="12" y="127"/>
                  </a:cubicBezTo>
                  <a:cubicBezTo>
                    <a:pt x="0" y="154"/>
                    <a:pt x="3" y="199"/>
                    <a:pt x="40" y="205"/>
                  </a:cubicBezTo>
                  <a:cubicBezTo>
                    <a:pt x="68" y="210"/>
                    <a:pt x="104" y="173"/>
                    <a:pt x="122" y="156"/>
                  </a:cubicBezTo>
                  <a:cubicBezTo>
                    <a:pt x="142" y="137"/>
                    <a:pt x="164" y="117"/>
                    <a:pt x="175" y="92"/>
                  </a:cubicBezTo>
                  <a:cubicBezTo>
                    <a:pt x="185" y="69"/>
                    <a:pt x="182" y="45"/>
                    <a:pt x="169" y="25"/>
                  </a:cubicBezTo>
                </a:path>
              </a:pathLst>
            </a:custGeom>
            <a:solidFill>
              <a:srgbClr val="231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2545">
              <a:extLst>
                <a:ext uri="{FF2B5EF4-FFF2-40B4-BE49-F238E27FC236}">
                  <a16:creationId xmlns:a16="http://schemas.microsoft.com/office/drawing/2014/main" id="{65A020FB-BA21-455A-8AF9-9DBB3037F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900"/>
              <a:ext cx="70" cy="49"/>
            </a:xfrm>
            <a:custGeom>
              <a:avLst/>
              <a:gdLst>
                <a:gd name="T0" fmla="*/ 32 w 90"/>
                <a:gd name="T1" fmla="*/ 2 h 63"/>
                <a:gd name="T2" fmla="*/ 7 w 90"/>
                <a:gd name="T3" fmla="*/ 8 h 63"/>
                <a:gd name="T4" fmla="*/ 12 w 90"/>
                <a:gd name="T5" fmla="*/ 28 h 63"/>
                <a:gd name="T6" fmla="*/ 36 w 90"/>
                <a:gd name="T7" fmla="*/ 19 h 63"/>
                <a:gd name="T8" fmla="*/ 32 w 90"/>
                <a:gd name="T9" fmla="*/ 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63">
                  <a:moveTo>
                    <a:pt x="68" y="5"/>
                  </a:moveTo>
                  <a:cubicBezTo>
                    <a:pt x="48" y="5"/>
                    <a:pt x="32" y="0"/>
                    <a:pt x="16" y="17"/>
                  </a:cubicBezTo>
                  <a:cubicBezTo>
                    <a:pt x="0" y="34"/>
                    <a:pt x="0" y="55"/>
                    <a:pt x="25" y="59"/>
                  </a:cubicBezTo>
                  <a:cubicBezTo>
                    <a:pt x="44" y="63"/>
                    <a:pt x="64" y="57"/>
                    <a:pt x="76" y="41"/>
                  </a:cubicBezTo>
                  <a:cubicBezTo>
                    <a:pt x="84" y="31"/>
                    <a:pt x="90" y="6"/>
                    <a:pt x="68" y="5"/>
                  </a:cubicBezTo>
                </a:path>
              </a:pathLst>
            </a:custGeom>
            <a:solidFill>
              <a:srgbClr val="291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2546">
              <a:extLst>
                <a:ext uri="{FF2B5EF4-FFF2-40B4-BE49-F238E27FC236}">
                  <a16:creationId xmlns:a16="http://schemas.microsoft.com/office/drawing/2014/main" id="{1D6FF543-0BB4-4706-8E7A-2C18105D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920"/>
              <a:ext cx="93" cy="148"/>
            </a:xfrm>
            <a:custGeom>
              <a:avLst/>
              <a:gdLst>
                <a:gd name="T0" fmla="*/ 57 w 119"/>
                <a:gd name="T1" fmla="*/ 0 h 189"/>
                <a:gd name="T2" fmla="*/ 3 w 119"/>
                <a:gd name="T3" fmla="*/ 91 h 189"/>
                <a:gd name="T4" fmla="*/ 57 w 11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89">
                  <a:moveTo>
                    <a:pt x="119" y="0"/>
                  </a:moveTo>
                  <a:cubicBezTo>
                    <a:pt x="119" y="0"/>
                    <a:pt x="0" y="83"/>
                    <a:pt x="7" y="189"/>
                  </a:cubicBezTo>
                  <a:cubicBezTo>
                    <a:pt x="7" y="189"/>
                    <a:pt x="3" y="98"/>
                    <a:pt x="119" y="0"/>
                  </a:cubicBezTo>
                  <a:close/>
                </a:path>
              </a:pathLst>
            </a:custGeom>
            <a:solidFill>
              <a:srgbClr val="3B2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2547">
              <a:extLst>
                <a:ext uri="{FF2B5EF4-FFF2-40B4-BE49-F238E27FC236}">
                  <a16:creationId xmlns:a16="http://schemas.microsoft.com/office/drawing/2014/main" id="{48261242-2C71-4CDF-99FB-49CAB66A3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910"/>
              <a:ext cx="84" cy="86"/>
            </a:xfrm>
            <a:custGeom>
              <a:avLst/>
              <a:gdLst>
                <a:gd name="T0" fmla="*/ 42 w 107"/>
                <a:gd name="T1" fmla="*/ 2 h 110"/>
                <a:gd name="T2" fmla="*/ 30 w 107"/>
                <a:gd name="T3" fmla="*/ 4 h 110"/>
                <a:gd name="T4" fmla="*/ 16 w 107"/>
                <a:gd name="T5" fmla="*/ 14 h 110"/>
                <a:gd name="T6" fmla="*/ 2 w 107"/>
                <a:gd name="T7" fmla="*/ 33 h 110"/>
                <a:gd name="T8" fmla="*/ 9 w 107"/>
                <a:gd name="T9" fmla="*/ 49 h 110"/>
                <a:gd name="T10" fmla="*/ 23 w 107"/>
                <a:gd name="T11" fmla="*/ 32 h 110"/>
                <a:gd name="T12" fmla="*/ 39 w 107"/>
                <a:gd name="T13" fmla="*/ 19 h 110"/>
                <a:gd name="T14" fmla="*/ 46 w 107"/>
                <a:gd name="T15" fmla="*/ 3 h 110"/>
                <a:gd name="T16" fmla="*/ 42 w 107"/>
                <a:gd name="T17" fmla="*/ 2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110">
                  <a:moveTo>
                    <a:pt x="86" y="4"/>
                  </a:moveTo>
                  <a:cubicBezTo>
                    <a:pt x="76" y="0"/>
                    <a:pt x="67" y="2"/>
                    <a:pt x="61" y="9"/>
                  </a:cubicBezTo>
                  <a:cubicBezTo>
                    <a:pt x="53" y="18"/>
                    <a:pt x="44" y="22"/>
                    <a:pt x="34" y="29"/>
                  </a:cubicBezTo>
                  <a:cubicBezTo>
                    <a:pt x="19" y="39"/>
                    <a:pt x="7" y="50"/>
                    <a:pt x="2" y="69"/>
                  </a:cubicBezTo>
                  <a:cubicBezTo>
                    <a:pt x="0" y="80"/>
                    <a:pt x="1" y="110"/>
                    <a:pt x="19" y="104"/>
                  </a:cubicBezTo>
                  <a:cubicBezTo>
                    <a:pt x="34" y="98"/>
                    <a:pt x="38" y="78"/>
                    <a:pt x="47" y="67"/>
                  </a:cubicBezTo>
                  <a:cubicBezTo>
                    <a:pt x="56" y="53"/>
                    <a:pt x="69" y="49"/>
                    <a:pt x="82" y="40"/>
                  </a:cubicBezTo>
                  <a:cubicBezTo>
                    <a:pt x="90" y="35"/>
                    <a:pt x="107" y="15"/>
                    <a:pt x="95" y="6"/>
                  </a:cubicBezTo>
                  <a:cubicBezTo>
                    <a:pt x="92" y="4"/>
                    <a:pt x="88" y="5"/>
                    <a:pt x="85" y="4"/>
                  </a:cubicBezTo>
                </a:path>
              </a:pathLst>
            </a:custGeom>
            <a:solidFill>
              <a:srgbClr val="2F1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2548">
              <a:extLst>
                <a:ext uri="{FF2B5EF4-FFF2-40B4-BE49-F238E27FC236}">
                  <a16:creationId xmlns:a16="http://schemas.microsoft.com/office/drawing/2014/main" id="{7C4CF770-A140-4841-9B6A-D7399653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013"/>
              <a:ext cx="217" cy="184"/>
            </a:xfrm>
            <a:custGeom>
              <a:avLst/>
              <a:gdLst>
                <a:gd name="T0" fmla="*/ 134 w 276"/>
                <a:gd name="T1" fmla="*/ 85 h 235"/>
                <a:gd name="T2" fmla="*/ 50 w 276"/>
                <a:gd name="T3" fmla="*/ 93 h 235"/>
                <a:gd name="T4" fmla="*/ 20 w 276"/>
                <a:gd name="T5" fmla="*/ 0 h 235"/>
                <a:gd name="T6" fmla="*/ 134 w 276"/>
                <a:gd name="T7" fmla="*/ 85 h 2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6" h="235">
                  <a:moveTo>
                    <a:pt x="276" y="178"/>
                  </a:moveTo>
                  <a:cubicBezTo>
                    <a:pt x="276" y="178"/>
                    <a:pt x="177" y="235"/>
                    <a:pt x="103" y="194"/>
                  </a:cubicBezTo>
                  <a:cubicBezTo>
                    <a:pt x="30" y="153"/>
                    <a:pt x="0" y="72"/>
                    <a:pt x="41" y="0"/>
                  </a:cubicBezTo>
                  <a:cubicBezTo>
                    <a:pt x="41" y="0"/>
                    <a:pt x="33" y="207"/>
                    <a:pt x="276" y="178"/>
                  </a:cubicBezTo>
                  <a:close/>
                </a:path>
              </a:pathLst>
            </a:custGeom>
            <a:solidFill>
              <a:srgbClr val="0B07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2549">
              <a:extLst>
                <a:ext uri="{FF2B5EF4-FFF2-40B4-BE49-F238E27FC236}">
                  <a16:creationId xmlns:a16="http://schemas.microsoft.com/office/drawing/2014/main" id="{60B38655-9232-4870-A0E6-90BCCD54B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913"/>
              <a:ext cx="41" cy="28"/>
            </a:xfrm>
            <a:custGeom>
              <a:avLst/>
              <a:gdLst>
                <a:gd name="T0" fmla="*/ 19 w 53"/>
                <a:gd name="T1" fmla="*/ 3 h 37"/>
                <a:gd name="T2" fmla="*/ 8 w 53"/>
                <a:gd name="T3" fmla="*/ 6 h 37"/>
                <a:gd name="T4" fmla="*/ 2 w 53"/>
                <a:gd name="T5" fmla="*/ 11 h 37"/>
                <a:gd name="T6" fmla="*/ 6 w 53"/>
                <a:gd name="T7" fmla="*/ 15 h 37"/>
                <a:gd name="T8" fmla="*/ 15 w 53"/>
                <a:gd name="T9" fmla="*/ 14 h 37"/>
                <a:gd name="T10" fmla="*/ 21 w 53"/>
                <a:gd name="T11" fmla="*/ 11 h 37"/>
                <a:gd name="T12" fmla="*/ 19 w 53"/>
                <a:gd name="T13" fmla="*/ 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7">
                  <a:moveTo>
                    <a:pt x="42" y="6"/>
                  </a:moveTo>
                  <a:cubicBezTo>
                    <a:pt x="29" y="0"/>
                    <a:pt x="26" y="7"/>
                    <a:pt x="17" y="14"/>
                  </a:cubicBezTo>
                  <a:cubicBezTo>
                    <a:pt x="12" y="17"/>
                    <a:pt x="7" y="18"/>
                    <a:pt x="4" y="25"/>
                  </a:cubicBezTo>
                  <a:cubicBezTo>
                    <a:pt x="0" y="34"/>
                    <a:pt x="7" y="33"/>
                    <a:pt x="13" y="34"/>
                  </a:cubicBezTo>
                  <a:cubicBezTo>
                    <a:pt x="23" y="36"/>
                    <a:pt x="22" y="37"/>
                    <a:pt x="31" y="32"/>
                  </a:cubicBezTo>
                  <a:cubicBezTo>
                    <a:pt x="36" y="30"/>
                    <a:pt x="41" y="30"/>
                    <a:pt x="45" y="25"/>
                  </a:cubicBezTo>
                  <a:cubicBezTo>
                    <a:pt x="52" y="19"/>
                    <a:pt x="53" y="7"/>
                    <a:pt x="42" y="5"/>
                  </a:cubicBezTo>
                </a:path>
              </a:pathLst>
            </a:custGeom>
            <a:solidFill>
              <a:srgbClr val="4532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2550">
              <a:extLst>
                <a:ext uri="{FF2B5EF4-FFF2-40B4-BE49-F238E27FC236}">
                  <a16:creationId xmlns:a16="http://schemas.microsoft.com/office/drawing/2014/main" id="{7BC678F6-F7CE-4E27-93D2-E5A6A1E68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38"/>
              <a:ext cx="27" cy="39"/>
            </a:xfrm>
            <a:custGeom>
              <a:avLst/>
              <a:gdLst>
                <a:gd name="T0" fmla="*/ 10 w 35"/>
                <a:gd name="T1" fmla="*/ 2 h 49"/>
                <a:gd name="T2" fmla="*/ 0 w 35"/>
                <a:gd name="T3" fmla="*/ 15 h 49"/>
                <a:gd name="T4" fmla="*/ 2 w 35"/>
                <a:gd name="T5" fmla="*/ 23 h 49"/>
                <a:gd name="T6" fmla="*/ 7 w 35"/>
                <a:gd name="T7" fmla="*/ 19 h 49"/>
                <a:gd name="T8" fmla="*/ 15 w 35"/>
                <a:gd name="T9" fmla="*/ 8 h 49"/>
                <a:gd name="T10" fmla="*/ 12 w 35"/>
                <a:gd name="T11" fmla="*/ 2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9">
                  <a:moveTo>
                    <a:pt x="22" y="4"/>
                  </a:moveTo>
                  <a:cubicBezTo>
                    <a:pt x="10" y="5"/>
                    <a:pt x="1" y="19"/>
                    <a:pt x="0" y="30"/>
                  </a:cubicBezTo>
                  <a:cubicBezTo>
                    <a:pt x="0" y="34"/>
                    <a:pt x="0" y="42"/>
                    <a:pt x="4" y="45"/>
                  </a:cubicBezTo>
                  <a:cubicBezTo>
                    <a:pt x="10" y="49"/>
                    <a:pt x="12" y="42"/>
                    <a:pt x="15" y="38"/>
                  </a:cubicBezTo>
                  <a:cubicBezTo>
                    <a:pt x="20" y="31"/>
                    <a:pt x="27" y="24"/>
                    <a:pt x="31" y="16"/>
                  </a:cubicBezTo>
                  <a:cubicBezTo>
                    <a:pt x="35" y="10"/>
                    <a:pt x="33" y="0"/>
                    <a:pt x="24" y="2"/>
                  </a:cubicBezTo>
                </a:path>
              </a:pathLst>
            </a:custGeom>
            <a:solidFill>
              <a:srgbClr val="4532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2551">
              <a:extLst>
                <a:ext uri="{FF2B5EF4-FFF2-40B4-BE49-F238E27FC236}">
                  <a16:creationId xmlns:a16="http://schemas.microsoft.com/office/drawing/2014/main" id="{9A22668B-2A23-4534-8A48-716B00C6C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916"/>
              <a:ext cx="60" cy="54"/>
            </a:xfrm>
            <a:custGeom>
              <a:avLst/>
              <a:gdLst>
                <a:gd name="T0" fmla="*/ 35 w 76"/>
                <a:gd name="T1" fmla="*/ 4 h 69"/>
                <a:gd name="T2" fmla="*/ 25 w 76"/>
                <a:gd name="T3" fmla="*/ 5 h 69"/>
                <a:gd name="T4" fmla="*/ 19 w 76"/>
                <a:gd name="T5" fmla="*/ 9 h 69"/>
                <a:gd name="T6" fmla="*/ 17 w 76"/>
                <a:gd name="T7" fmla="*/ 12 h 69"/>
                <a:gd name="T8" fmla="*/ 8 w 76"/>
                <a:gd name="T9" fmla="*/ 17 h 69"/>
                <a:gd name="T10" fmla="*/ 0 w 76"/>
                <a:gd name="T11" fmla="*/ 28 h 69"/>
                <a:gd name="T12" fmla="*/ 3 w 76"/>
                <a:gd name="T13" fmla="*/ 31 h 69"/>
                <a:gd name="T14" fmla="*/ 10 w 76"/>
                <a:gd name="T15" fmla="*/ 23 h 69"/>
                <a:gd name="T16" fmla="*/ 14 w 76"/>
                <a:gd name="T17" fmla="*/ 17 h 69"/>
                <a:gd name="T18" fmla="*/ 17 w 76"/>
                <a:gd name="T19" fmla="*/ 14 h 69"/>
                <a:gd name="T20" fmla="*/ 22 w 76"/>
                <a:gd name="T21" fmla="*/ 13 h 69"/>
                <a:gd name="T22" fmla="*/ 28 w 76"/>
                <a:gd name="T23" fmla="*/ 12 h 69"/>
                <a:gd name="T24" fmla="*/ 36 w 76"/>
                <a:gd name="T25" fmla="*/ 5 h 69"/>
                <a:gd name="T26" fmla="*/ 34 w 76"/>
                <a:gd name="T27" fmla="*/ 4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69">
                  <a:moveTo>
                    <a:pt x="71" y="8"/>
                  </a:moveTo>
                  <a:cubicBezTo>
                    <a:pt x="67" y="0"/>
                    <a:pt x="56" y="8"/>
                    <a:pt x="52" y="11"/>
                  </a:cubicBezTo>
                  <a:cubicBezTo>
                    <a:pt x="48" y="14"/>
                    <a:pt x="43" y="15"/>
                    <a:pt x="39" y="18"/>
                  </a:cubicBezTo>
                  <a:cubicBezTo>
                    <a:pt x="36" y="20"/>
                    <a:pt x="35" y="21"/>
                    <a:pt x="34" y="24"/>
                  </a:cubicBezTo>
                  <a:cubicBezTo>
                    <a:pt x="30" y="30"/>
                    <a:pt x="24" y="34"/>
                    <a:pt x="17" y="36"/>
                  </a:cubicBezTo>
                  <a:cubicBezTo>
                    <a:pt x="8" y="40"/>
                    <a:pt x="0" y="49"/>
                    <a:pt x="0" y="59"/>
                  </a:cubicBezTo>
                  <a:cubicBezTo>
                    <a:pt x="0" y="63"/>
                    <a:pt x="1" y="69"/>
                    <a:pt x="6" y="65"/>
                  </a:cubicBezTo>
                  <a:cubicBezTo>
                    <a:pt x="12" y="61"/>
                    <a:pt x="15" y="53"/>
                    <a:pt x="20" y="48"/>
                  </a:cubicBezTo>
                  <a:cubicBezTo>
                    <a:pt x="23" y="43"/>
                    <a:pt x="26" y="41"/>
                    <a:pt x="29" y="36"/>
                  </a:cubicBezTo>
                  <a:cubicBezTo>
                    <a:pt x="30" y="34"/>
                    <a:pt x="32" y="30"/>
                    <a:pt x="34" y="29"/>
                  </a:cubicBezTo>
                  <a:cubicBezTo>
                    <a:pt x="37" y="27"/>
                    <a:pt x="40" y="27"/>
                    <a:pt x="44" y="27"/>
                  </a:cubicBezTo>
                  <a:cubicBezTo>
                    <a:pt x="48" y="26"/>
                    <a:pt x="53" y="25"/>
                    <a:pt x="57" y="24"/>
                  </a:cubicBezTo>
                  <a:cubicBezTo>
                    <a:pt x="62" y="23"/>
                    <a:pt x="76" y="18"/>
                    <a:pt x="72" y="10"/>
                  </a:cubicBezTo>
                  <a:cubicBezTo>
                    <a:pt x="72" y="9"/>
                    <a:pt x="71" y="8"/>
                    <a:pt x="70" y="8"/>
                  </a:cubicBezTo>
                </a:path>
              </a:pathLst>
            </a:custGeom>
            <a:solidFill>
              <a:srgbClr val="4D3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2552">
              <a:extLst>
                <a:ext uri="{FF2B5EF4-FFF2-40B4-BE49-F238E27FC236}">
                  <a16:creationId xmlns:a16="http://schemas.microsoft.com/office/drawing/2014/main" id="{630B4B59-65D0-4EE4-A408-857FC764B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3"/>
              <a:ext cx="84" cy="149"/>
            </a:xfrm>
            <a:custGeom>
              <a:avLst/>
              <a:gdLst>
                <a:gd name="T0" fmla="*/ 20 w 106"/>
                <a:gd name="T1" fmla="*/ 0 h 190"/>
                <a:gd name="T2" fmla="*/ 0 w 106"/>
                <a:gd name="T3" fmla="*/ 92 h 190"/>
                <a:gd name="T4" fmla="*/ 20 w 106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90">
                  <a:moveTo>
                    <a:pt x="39" y="0"/>
                  </a:moveTo>
                  <a:cubicBezTo>
                    <a:pt x="39" y="0"/>
                    <a:pt x="106" y="80"/>
                    <a:pt x="0" y="190"/>
                  </a:cubicBezTo>
                  <a:cubicBezTo>
                    <a:pt x="0" y="190"/>
                    <a:pt x="80" y="70"/>
                    <a:pt x="39" y="0"/>
                  </a:cubicBezTo>
                  <a:close/>
                </a:path>
              </a:pathLst>
            </a:custGeom>
            <a:solidFill>
              <a:srgbClr val="0B07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2553">
              <a:extLst>
                <a:ext uri="{FF2B5EF4-FFF2-40B4-BE49-F238E27FC236}">
                  <a16:creationId xmlns:a16="http://schemas.microsoft.com/office/drawing/2014/main" id="{4CB21582-66D8-47D9-859C-AD8254F7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017"/>
              <a:ext cx="233" cy="194"/>
            </a:xfrm>
            <a:custGeom>
              <a:avLst/>
              <a:gdLst>
                <a:gd name="T0" fmla="*/ 13 w 297"/>
                <a:gd name="T1" fmla="*/ 12 h 248"/>
                <a:gd name="T2" fmla="*/ 33 w 297"/>
                <a:gd name="T3" fmla="*/ 5 h 248"/>
                <a:gd name="T4" fmla="*/ 55 w 297"/>
                <a:gd name="T5" fmla="*/ 2 h 248"/>
                <a:gd name="T6" fmla="*/ 101 w 297"/>
                <a:gd name="T7" fmla="*/ 23 h 248"/>
                <a:gd name="T8" fmla="*/ 131 w 297"/>
                <a:gd name="T9" fmla="*/ 70 h 248"/>
                <a:gd name="T10" fmla="*/ 129 w 297"/>
                <a:gd name="T11" fmla="*/ 117 h 248"/>
                <a:gd name="T12" fmla="*/ 78 w 297"/>
                <a:gd name="T13" fmla="*/ 77 h 248"/>
                <a:gd name="T14" fmla="*/ 22 w 297"/>
                <a:gd name="T15" fmla="*/ 70 h 248"/>
                <a:gd name="T16" fmla="*/ 1 w 297"/>
                <a:gd name="T17" fmla="*/ 41 h 248"/>
                <a:gd name="T18" fmla="*/ 13 w 297"/>
                <a:gd name="T19" fmla="*/ 12 h 2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7" h="248">
                  <a:moveTo>
                    <a:pt x="27" y="24"/>
                  </a:moveTo>
                  <a:cubicBezTo>
                    <a:pt x="41" y="23"/>
                    <a:pt x="55" y="14"/>
                    <a:pt x="69" y="10"/>
                  </a:cubicBezTo>
                  <a:cubicBezTo>
                    <a:pt x="83" y="7"/>
                    <a:pt x="99" y="5"/>
                    <a:pt x="113" y="3"/>
                  </a:cubicBezTo>
                  <a:cubicBezTo>
                    <a:pt x="148" y="0"/>
                    <a:pt x="183" y="24"/>
                    <a:pt x="209" y="47"/>
                  </a:cubicBezTo>
                  <a:cubicBezTo>
                    <a:pt x="239" y="74"/>
                    <a:pt x="259" y="106"/>
                    <a:pt x="271" y="146"/>
                  </a:cubicBezTo>
                  <a:cubicBezTo>
                    <a:pt x="277" y="165"/>
                    <a:pt x="297" y="238"/>
                    <a:pt x="268" y="243"/>
                  </a:cubicBezTo>
                  <a:cubicBezTo>
                    <a:pt x="233" y="248"/>
                    <a:pt x="190" y="178"/>
                    <a:pt x="163" y="162"/>
                  </a:cubicBezTo>
                  <a:cubicBezTo>
                    <a:pt x="124" y="138"/>
                    <a:pt x="88" y="153"/>
                    <a:pt x="46" y="146"/>
                  </a:cubicBezTo>
                  <a:cubicBezTo>
                    <a:pt x="24" y="142"/>
                    <a:pt x="1" y="109"/>
                    <a:pt x="1" y="86"/>
                  </a:cubicBezTo>
                  <a:cubicBezTo>
                    <a:pt x="0" y="60"/>
                    <a:pt x="21" y="44"/>
                    <a:pt x="27" y="24"/>
                  </a:cubicBezTo>
                </a:path>
              </a:pathLst>
            </a:custGeom>
            <a:solidFill>
              <a:srgbClr val="3D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2554">
              <a:extLst>
                <a:ext uri="{FF2B5EF4-FFF2-40B4-BE49-F238E27FC236}">
                  <a16:creationId xmlns:a16="http://schemas.microsoft.com/office/drawing/2014/main" id="{4529D173-63C9-4A3B-8410-EEE472B2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028"/>
              <a:ext cx="170" cy="104"/>
            </a:xfrm>
            <a:custGeom>
              <a:avLst/>
              <a:gdLst>
                <a:gd name="T0" fmla="*/ 27 w 217"/>
                <a:gd name="T1" fmla="*/ 2 h 133"/>
                <a:gd name="T2" fmla="*/ 5 w 217"/>
                <a:gd name="T3" fmla="*/ 23 h 133"/>
                <a:gd name="T4" fmla="*/ 27 w 217"/>
                <a:gd name="T5" fmla="*/ 55 h 133"/>
                <a:gd name="T6" fmla="*/ 51 w 217"/>
                <a:gd name="T7" fmla="*/ 56 h 133"/>
                <a:gd name="T8" fmla="*/ 72 w 217"/>
                <a:gd name="T9" fmla="*/ 63 h 133"/>
                <a:gd name="T10" fmla="*/ 95 w 217"/>
                <a:gd name="T11" fmla="*/ 58 h 133"/>
                <a:gd name="T12" fmla="*/ 103 w 217"/>
                <a:gd name="T13" fmla="*/ 36 h 133"/>
                <a:gd name="T14" fmla="*/ 84 w 217"/>
                <a:gd name="T15" fmla="*/ 14 h 133"/>
                <a:gd name="T16" fmla="*/ 63 w 217"/>
                <a:gd name="T17" fmla="*/ 4 h 133"/>
                <a:gd name="T18" fmla="*/ 42 w 217"/>
                <a:gd name="T19" fmla="*/ 2 h 133"/>
                <a:gd name="T20" fmla="*/ 26 w 217"/>
                <a:gd name="T21" fmla="*/ 2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7" h="133">
                  <a:moveTo>
                    <a:pt x="55" y="3"/>
                  </a:moveTo>
                  <a:cubicBezTo>
                    <a:pt x="35" y="9"/>
                    <a:pt x="15" y="27"/>
                    <a:pt x="10" y="48"/>
                  </a:cubicBezTo>
                  <a:cubicBezTo>
                    <a:pt x="0" y="83"/>
                    <a:pt x="24" y="109"/>
                    <a:pt x="58" y="115"/>
                  </a:cubicBezTo>
                  <a:cubicBezTo>
                    <a:pt x="73" y="118"/>
                    <a:pt x="90" y="115"/>
                    <a:pt x="106" y="118"/>
                  </a:cubicBezTo>
                  <a:cubicBezTo>
                    <a:pt x="121" y="121"/>
                    <a:pt x="135" y="127"/>
                    <a:pt x="149" y="130"/>
                  </a:cubicBezTo>
                  <a:cubicBezTo>
                    <a:pt x="165" y="133"/>
                    <a:pt x="183" y="131"/>
                    <a:pt x="197" y="122"/>
                  </a:cubicBezTo>
                  <a:cubicBezTo>
                    <a:pt x="214" y="111"/>
                    <a:pt x="217" y="94"/>
                    <a:pt x="214" y="75"/>
                  </a:cubicBezTo>
                  <a:cubicBezTo>
                    <a:pt x="209" y="53"/>
                    <a:pt x="190" y="42"/>
                    <a:pt x="173" y="29"/>
                  </a:cubicBezTo>
                  <a:cubicBezTo>
                    <a:pt x="159" y="19"/>
                    <a:pt x="145" y="13"/>
                    <a:pt x="130" y="9"/>
                  </a:cubicBezTo>
                  <a:cubicBezTo>
                    <a:pt x="116" y="5"/>
                    <a:pt x="102" y="5"/>
                    <a:pt x="88" y="4"/>
                  </a:cubicBezTo>
                  <a:cubicBezTo>
                    <a:pt x="76" y="3"/>
                    <a:pt x="65" y="0"/>
                    <a:pt x="54" y="3"/>
                  </a:cubicBezTo>
                </a:path>
              </a:pathLst>
            </a:custGeom>
            <a:solidFill>
              <a:srgbClr val="4911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2555">
              <a:extLst>
                <a:ext uri="{FF2B5EF4-FFF2-40B4-BE49-F238E27FC236}">
                  <a16:creationId xmlns:a16="http://schemas.microsoft.com/office/drawing/2014/main" id="{DA6ED2DB-F240-41AE-BF96-2D5E6FDE7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3035"/>
              <a:ext cx="88" cy="68"/>
            </a:xfrm>
            <a:custGeom>
              <a:avLst/>
              <a:gdLst>
                <a:gd name="T0" fmla="*/ 17 w 112"/>
                <a:gd name="T1" fmla="*/ 2 h 87"/>
                <a:gd name="T2" fmla="*/ 2 w 112"/>
                <a:gd name="T3" fmla="*/ 15 h 87"/>
                <a:gd name="T4" fmla="*/ 6 w 112"/>
                <a:gd name="T5" fmla="*/ 36 h 87"/>
                <a:gd name="T6" fmla="*/ 31 w 112"/>
                <a:gd name="T7" fmla="*/ 38 h 87"/>
                <a:gd name="T8" fmla="*/ 49 w 112"/>
                <a:gd name="T9" fmla="*/ 29 h 87"/>
                <a:gd name="T10" fmla="*/ 37 w 112"/>
                <a:gd name="T11" fmla="*/ 2 h 87"/>
                <a:gd name="T12" fmla="*/ 17 w 112"/>
                <a:gd name="T13" fmla="*/ 2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87">
                  <a:moveTo>
                    <a:pt x="35" y="3"/>
                  </a:moveTo>
                  <a:cubicBezTo>
                    <a:pt x="22" y="4"/>
                    <a:pt x="8" y="19"/>
                    <a:pt x="4" y="31"/>
                  </a:cubicBezTo>
                  <a:cubicBezTo>
                    <a:pt x="0" y="45"/>
                    <a:pt x="0" y="63"/>
                    <a:pt x="12" y="75"/>
                  </a:cubicBezTo>
                  <a:cubicBezTo>
                    <a:pt x="25" y="87"/>
                    <a:pt x="46" y="78"/>
                    <a:pt x="62" y="78"/>
                  </a:cubicBezTo>
                  <a:cubicBezTo>
                    <a:pt x="79" y="77"/>
                    <a:pt x="93" y="79"/>
                    <a:pt x="101" y="60"/>
                  </a:cubicBezTo>
                  <a:cubicBezTo>
                    <a:pt x="112" y="36"/>
                    <a:pt x="104" y="10"/>
                    <a:pt x="76" y="5"/>
                  </a:cubicBezTo>
                  <a:cubicBezTo>
                    <a:pt x="65" y="4"/>
                    <a:pt x="44" y="0"/>
                    <a:pt x="34" y="3"/>
                  </a:cubicBezTo>
                </a:path>
              </a:pathLst>
            </a:custGeom>
            <a:solidFill>
              <a:srgbClr val="551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2556">
              <a:extLst>
                <a:ext uri="{FF2B5EF4-FFF2-40B4-BE49-F238E27FC236}">
                  <a16:creationId xmlns:a16="http://schemas.microsoft.com/office/drawing/2014/main" id="{F715AC3B-0FBA-4F43-A0D6-E712F08C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203"/>
              <a:ext cx="269" cy="162"/>
            </a:xfrm>
            <a:custGeom>
              <a:avLst/>
              <a:gdLst>
                <a:gd name="T0" fmla="*/ 0 w 344"/>
                <a:gd name="T1" fmla="*/ 30 h 207"/>
                <a:gd name="T2" fmla="*/ 103 w 344"/>
                <a:gd name="T3" fmla="*/ 81 h 207"/>
                <a:gd name="T4" fmla="*/ 158 w 344"/>
                <a:gd name="T5" fmla="*/ 0 h 207"/>
                <a:gd name="T6" fmla="*/ 99 w 344"/>
                <a:gd name="T7" fmla="*/ 58 h 207"/>
                <a:gd name="T8" fmla="*/ 0 w 344"/>
                <a:gd name="T9" fmla="*/ 3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207">
                  <a:moveTo>
                    <a:pt x="0" y="61"/>
                  </a:moveTo>
                  <a:cubicBezTo>
                    <a:pt x="0" y="61"/>
                    <a:pt x="57" y="207"/>
                    <a:pt x="216" y="169"/>
                  </a:cubicBezTo>
                  <a:cubicBezTo>
                    <a:pt x="344" y="138"/>
                    <a:pt x="330" y="0"/>
                    <a:pt x="330" y="0"/>
                  </a:cubicBezTo>
                  <a:cubicBezTo>
                    <a:pt x="330" y="0"/>
                    <a:pt x="314" y="107"/>
                    <a:pt x="208" y="120"/>
                  </a:cubicBezTo>
                  <a:cubicBezTo>
                    <a:pt x="102" y="133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2009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2557">
              <a:extLst>
                <a:ext uri="{FF2B5EF4-FFF2-40B4-BE49-F238E27FC236}">
                  <a16:creationId xmlns:a16="http://schemas.microsoft.com/office/drawing/2014/main" id="{ACC45F25-AEC1-4492-B715-0BA4EC14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013"/>
              <a:ext cx="108" cy="143"/>
            </a:xfrm>
            <a:custGeom>
              <a:avLst/>
              <a:gdLst>
                <a:gd name="T0" fmla="*/ 67 w 138"/>
                <a:gd name="T1" fmla="*/ 0 h 183"/>
                <a:gd name="T2" fmla="*/ 0 w 138"/>
                <a:gd name="T3" fmla="*/ 88 h 183"/>
                <a:gd name="T4" fmla="*/ 67 w 138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83">
                  <a:moveTo>
                    <a:pt x="138" y="0"/>
                  </a:moveTo>
                  <a:cubicBezTo>
                    <a:pt x="138" y="0"/>
                    <a:pt x="3" y="23"/>
                    <a:pt x="0" y="183"/>
                  </a:cubicBezTo>
                  <a:cubicBezTo>
                    <a:pt x="0" y="183"/>
                    <a:pt x="11" y="35"/>
                    <a:pt x="138" y="0"/>
                  </a:cubicBezTo>
                  <a:close/>
                </a:path>
              </a:pathLst>
            </a:custGeom>
            <a:solidFill>
              <a:srgbClr val="551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Oval 2558">
              <a:extLst>
                <a:ext uri="{FF2B5EF4-FFF2-40B4-BE49-F238E27FC236}">
                  <a16:creationId xmlns:a16="http://schemas.microsoft.com/office/drawing/2014/main" id="{1471F83E-9685-44F6-97E3-ED59FCB8D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96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3" name="Oval 2559">
              <a:extLst>
                <a:ext uri="{FF2B5EF4-FFF2-40B4-BE49-F238E27FC236}">
                  <a16:creationId xmlns:a16="http://schemas.microsoft.com/office/drawing/2014/main" id="{6B8376C1-06E4-4BD5-B8AD-27F8E231F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973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4" name="Oval 2560">
              <a:extLst>
                <a:ext uri="{FF2B5EF4-FFF2-40B4-BE49-F238E27FC236}">
                  <a16:creationId xmlns:a16="http://schemas.microsoft.com/office/drawing/2014/main" id="{944402F9-FAE7-4244-B873-14927C4D0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92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5" name="Oval 2561">
              <a:extLst>
                <a:ext uri="{FF2B5EF4-FFF2-40B4-BE49-F238E27FC236}">
                  <a16:creationId xmlns:a16="http://schemas.microsoft.com/office/drawing/2014/main" id="{98613745-FF68-44B2-8900-ECFDBAAB6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92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6" name="Oval 2562">
              <a:extLst>
                <a:ext uri="{FF2B5EF4-FFF2-40B4-BE49-F238E27FC236}">
                  <a16:creationId xmlns:a16="http://schemas.microsoft.com/office/drawing/2014/main" id="{DD2427D4-474C-45BA-85B6-37E8BC305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937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7" name="Freeform 2563">
              <a:extLst>
                <a:ext uri="{FF2B5EF4-FFF2-40B4-BE49-F238E27FC236}">
                  <a16:creationId xmlns:a16="http://schemas.microsoft.com/office/drawing/2014/main" id="{C277434C-F197-405F-AE5D-504849B3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048"/>
              <a:ext cx="62" cy="30"/>
            </a:xfrm>
            <a:custGeom>
              <a:avLst/>
              <a:gdLst>
                <a:gd name="T0" fmla="*/ 5 w 79"/>
                <a:gd name="T1" fmla="*/ 6 h 38"/>
                <a:gd name="T2" fmla="*/ 30 w 79"/>
                <a:gd name="T3" fmla="*/ 5 h 38"/>
                <a:gd name="T4" fmla="*/ 37 w 79"/>
                <a:gd name="T5" fmla="*/ 11 h 38"/>
                <a:gd name="T6" fmla="*/ 29 w 79"/>
                <a:gd name="T7" fmla="*/ 15 h 38"/>
                <a:gd name="T8" fmla="*/ 20 w 79"/>
                <a:gd name="T9" fmla="*/ 13 h 38"/>
                <a:gd name="T10" fmla="*/ 9 w 79"/>
                <a:gd name="T11" fmla="*/ 17 h 38"/>
                <a:gd name="T12" fmla="*/ 4 w 79"/>
                <a:gd name="T13" fmla="*/ 6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8">
                  <a:moveTo>
                    <a:pt x="11" y="12"/>
                  </a:moveTo>
                  <a:cubicBezTo>
                    <a:pt x="17" y="0"/>
                    <a:pt x="52" y="8"/>
                    <a:pt x="62" y="10"/>
                  </a:cubicBezTo>
                  <a:cubicBezTo>
                    <a:pt x="69" y="11"/>
                    <a:pt x="79" y="15"/>
                    <a:pt x="77" y="23"/>
                  </a:cubicBezTo>
                  <a:cubicBezTo>
                    <a:pt x="76" y="31"/>
                    <a:pt x="66" y="30"/>
                    <a:pt x="60" y="30"/>
                  </a:cubicBezTo>
                  <a:cubicBezTo>
                    <a:pt x="54" y="29"/>
                    <a:pt x="47" y="27"/>
                    <a:pt x="41" y="27"/>
                  </a:cubicBezTo>
                  <a:cubicBezTo>
                    <a:pt x="32" y="27"/>
                    <a:pt x="28" y="34"/>
                    <a:pt x="19" y="36"/>
                  </a:cubicBezTo>
                  <a:cubicBezTo>
                    <a:pt x="6" y="38"/>
                    <a:pt x="0" y="21"/>
                    <a:pt x="9" y="12"/>
                  </a:cubicBezTo>
                </a:path>
              </a:pathLst>
            </a:custGeom>
            <a:solidFill>
              <a:srgbClr val="662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8" name="Oval 2564">
              <a:extLst>
                <a:ext uri="{FF2B5EF4-FFF2-40B4-BE49-F238E27FC236}">
                  <a16:creationId xmlns:a16="http://schemas.microsoft.com/office/drawing/2014/main" id="{E2D42AF7-3A93-4042-9965-B9BE0A0F7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305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79" name="Oval 2565">
              <a:extLst>
                <a:ext uri="{FF2B5EF4-FFF2-40B4-BE49-F238E27FC236}">
                  <a16:creationId xmlns:a16="http://schemas.microsoft.com/office/drawing/2014/main" id="{ED859BC3-4476-4E82-A033-70DE44DA2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30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0" name="Freeform 2566">
              <a:extLst>
                <a:ext uri="{FF2B5EF4-FFF2-40B4-BE49-F238E27FC236}">
                  <a16:creationId xmlns:a16="http://schemas.microsoft.com/office/drawing/2014/main" id="{EA999A60-4DEB-4B62-B9FC-8AA2E4C8A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268"/>
              <a:ext cx="136" cy="199"/>
            </a:xfrm>
            <a:custGeom>
              <a:avLst/>
              <a:gdLst>
                <a:gd name="T0" fmla="*/ 20 w 173"/>
                <a:gd name="T1" fmla="*/ 0 h 254"/>
                <a:gd name="T2" fmla="*/ 53 w 173"/>
                <a:gd name="T3" fmla="*/ 11 h 254"/>
                <a:gd name="T4" fmla="*/ 75 w 173"/>
                <a:gd name="T5" fmla="*/ 39 h 254"/>
                <a:gd name="T6" fmla="*/ 69 w 173"/>
                <a:gd name="T7" fmla="*/ 110 h 254"/>
                <a:gd name="T8" fmla="*/ 53 w 173"/>
                <a:gd name="T9" fmla="*/ 121 h 254"/>
                <a:gd name="T10" fmla="*/ 38 w 173"/>
                <a:gd name="T11" fmla="*/ 97 h 254"/>
                <a:gd name="T12" fmla="*/ 15 w 173"/>
                <a:gd name="T13" fmla="*/ 69 h 254"/>
                <a:gd name="T14" fmla="*/ 2 w 173"/>
                <a:gd name="T15" fmla="*/ 52 h 254"/>
                <a:gd name="T16" fmla="*/ 8 w 173"/>
                <a:gd name="T17" fmla="*/ 16 h 254"/>
                <a:gd name="T18" fmla="*/ 22 w 173"/>
                <a:gd name="T19" fmla="*/ 0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3" h="254">
                  <a:moveTo>
                    <a:pt x="42" y="0"/>
                  </a:moveTo>
                  <a:cubicBezTo>
                    <a:pt x="67" y="4"/>
                    <a:pt x="86" y="12"/>
                    <a:pt x="108" y="23"/>
                  </a:cubicBezTo>
                  <a:cubicBezTo>
                    <a:pt x="134" y="36"/>
                    <a:pt x="143" y="56"/>
                    <a:pt x="154" y="82"/>
                  </a:cubicBezTo>
                  <a:cubicBezTo>
                    <a:pt x="173" y="126"/>
                    <a:pt x="165" y="188"/>
                    <a:pt x="143" y="229"/>
                  </a:cubicBezTo>
                  <a:cubicBezTo>
                    <a:pt x="136" y="241"/>
                    <a:pt x="125" y="254"/>
                    <a:pt x="110" y="253"/>
                  </a:cubicBezTo>
                  <a:cubicBezTo>
                    <a:pt x="85" y="252"/>
                    <a:pt x="82" y="220"/>
                    <a:pt x="77" y="202"/>
                  </a:cubicBezTo>
                  <a:cubicBezTo>
                    <a:pt x="68" y="175"/>
                    <a:pt x="55" y="157"/>
                    <a:pt x="31" y="143"/>
                  </a:cubicBezTo>
                  <a:cubicBezTo>
                    <a:pt x="16" y="135"/>
                    <a:pt x="7" y="127"/>
                    <a:pt x="5" y="109"/>
                  </a:cubicBezTo>
                  <a:cubicBezTo>
                    <a:pt x="0" y="83"/>
                    <a:pt x="7" y="59"/>
                    <a:pt x="17" y="35"/>
                  </a:cubicBezTo>
                  <a:cubicBezTo>
                    <a:pt x="23" y="19"/>
                    <a:pt x="39" y="10"/>
                    <a:pt x="45" y="0"/>
                  </a:cubicBezTo>
                </a:path>
              </a:pathLst>
            </a:custGeom>
            <a:solidFill>
              <a:srgbClr val="2009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1" name="Freeform 2567">
              <a:extLst>
                <a:ext uri="{FF2B5EF4-FFF2-40B4-BE49-F238E27FC236}">
                  <a16:creationId xmlns:a16="http://schemas.microsoft.com/office/drawing/2014/main" id="{0EB59CD7-43D5-4B9C-89C2-F2D07C688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279"/>
              <a:ext cx="121" cy="129"/>
            </a:xfrm>
            <a:custGeom>
              <a:avLst/>
              <a:gdLst>
                <a:gd name="T0" fmla="*/ 10 w 154"/>
                <a:gd name="T1" fmla="*/ 2 h 165"/>
                <a:gd name="T2" fmla="*/ 56 w 154"/>
                <a:gd name="T3" fmla="*/ 71 h 165"/>
                <a:gd name="T4" fmla="*/ 33 w 154"/>
                <a:gd name="T5" fmla="*/ 70 h 165"/>
                <a:gd name="T6" fmla="*/ 22 w 154"/>
                <a:gd name="T7" fmla="*/ 60 h 165"/>
                <a:gd name="T8" fmla="*/ 13 w 154"/>
                <a:gd name="T9" fmla="*/ 55 h 165"/>
                <a:gd name="T10" fmla="*/ 5 w 154"/>
                <a:gd name="T11" fmla="*/ 8 h 165"/>
                <a:gd name="T12" fmla="*/ 9 w 154"/>
                <a:gd name="T13" fmla="*/ 2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165">
                  <a:moveTo>
                    <a:pt x="21" y="2"/>
                  </a:moveTo>
                  <a:cubicBezTo>
                    <a:pt x="82" y="0"/>
                    <a:pt x="154" y="93"/>
                    <a:pt x="114" y="148"/>
                  </a:cubicBezTo>
                  <a:cubicBezTo>
                    <a:pt x="102" y="165"/>
                    <a:pt x="81" y="157"/>
                    <a:pt x="67" y="146"/>
                  </a:cubicBezTo>
                  <a:cubicBezTo>
                    <a:pt x="59" y="140"/>
                    <a:pt x="54" y="131"/>
                    <a:pt x="46" y="125"/>
                  </a:cubicBezTo>
                  <a:cubicBezTo>
                    <a:pt x="40" y="120"/>
                    <a:pt x="33" y="119"/>
                    <a:pt x="28" y="114"/>
                  </a:cubicBezTo>
                  <a:cubicBezTo>
                    <a:pt x="4" y="97"/>
                    <a:pt x="0" y="42"/>
                    <a:pt x="10" y="17"/>
                  </a:cubicBezTo>
                  <a:cubicBezTo>
                    <a:pt x="12" y="11"/>
                    <a:pt x="15" y="5"/>
                    <a:pt x="19" y="2"/>
                  </a:cubicBezTo>
                </a:path>
              </a:pathLst>
            </a:custGeom>
            <a:solidFill>
              <a:srgbClr val="280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2" name="Freeform 2568">
              <a:extLst>
                <a:ext uri="{FF2B5EF4-FFF2-40B4-BE49-F238E27FC236}">
                  <a16:creationId xmlns:a16="http://schemas.microsoft.com/office/drawing/2014/main" id="{03B801A2-3D82-43A3-8D07-F1C208EA2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292"/>
              <a:ext cx="76" cy="65"/>
            </a:xfrm>
            <a:custGeom>
              <a:avLst/>
              <a:gdLst>
                <a:gd name="T0" fmla="*/ 21 w 97"/>
                <a:gd name="T1" fmla="*/ 1 h 83"/>
                <a:gd name="T2" fmla="*/ 37 w 97"/>
                <a:gd name="T3" fmla="*/ 32 h 83"/>
                <a:gd name="T4" fmla="*/ 38 w 97"/>
                <a:gd name="T5" fmla="*/ 12 h 83"/>
                <a:gd name="T6" fmla="*/ 20 w 97"/>
                <a:gd name="T7" fmla="*/ 1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83">
                  <a:moveTo>
                    <a:pt x="45" y="1"/>
                  </a:moveTo>
                  <a:cubicBezTo>
                    <a:pt x="0" y="0"/>
                    <a:pt x="30" y="83"/>
                    <a:pt x="77" y="67"/>
                  </a:cubicBezTo>
                  <a:cubicBezTo>
                    <a:pt x="97" y="60"/>
                    <a:pt x="92" y="36"/>
                    <a:pt x="81" y="24"/>
                  </a:cubicBezTo>
                  <a:cubicBezTo>
                    <a:pt x="71" y="12"/>
                    <a:pt x="56" y="7"/>
                    <a:pt x="42" y="1"/>
                  </a:cubicBezTo>
                </a:path>
              </a:pathLst>
            </a:custGeom>
            <a:solidFill>
              <a:srgbClr val="2F0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Freeform 2569">
              <a:extLst>
                <a:ext uri="{FF2B5EF4-FFF2-40B4-BE49-F238E27FC236}">
                  <a16:creationId xmlns:a16="http://schemas.microsoft.com/office/drawing/2014/main" id="{BAFFFCB1-89F6-4444-B1A2-D743726E5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377"/>
              <a:ext cx="177" cy="175"/>
            </a:xfrm>
            <a:custGeom>
              <a:avLst/>
              <a:gdLst>
                <a:gd name="T0" fmla="*/ 109 w 226"/>
                <a:gd name="T1" fmla="*/ 78 h 224"/>
                <a:gd name="T2" fmla="*/ 42 w 226"/>
                <a:gd name="T3" fmla="*/ 83 h 224"/>
                <a:gd name="T4" fmla="*/ 1 w 226"/>
                <a:gd name="T5" fmla="*/ 0 h 224"/>
                <a:gd name="T6" fmla="*/ 109 w 226"/>
                <a:gd name="T7" fmla="*/ 78 h 2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224">
                  <a:moveTo>
                    <a:pt x="226" y="164"/>
                  </a:moveTo>
                  <a:cubicBezTo>
                    <a:pt x="226" y="164"/>
                    <a:pt x="163" y="224"/>
                    <a:pt x="88" y="174"/>
                  </a:cubicBezTo>
                  <a:cubicBezTo>
                    <a:pt x="13" y="125"/>
                    <a:pt x="0" y="83"/>
                    <a:pt x="1" y="0"/>
                  </a:cubicBezTo>
                  <a:cubicBezTo>
                    <a:pt x="1" y="0"/>
                    <a:pt x="49" y="206"/>
                    <a:pt x="226" y="164"/>
                  </a:cubicBezTo>
                  <a:close/>
                </a:path>
              </a:pathLst>
            </a:custGeom>
            <a:solidFill>
              <a:srgbClr val="06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2570">
              <a:extLst>
                <a:ext uri="{FF2B5EF4-FFF2-40B4-BE49-F238E27FC236}">
                  <a16:creationId xmlns:a16="http://schemas.microsoft.com/office/drawing/2014/main" id="{783B153A-CDE0-46AF-8349-4A419E441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310"/>
              <a:ext cx="92" cy="50"/>
            </a:xfrm>
            <a:custGeom>
              <a:avLst/>
              <a:gdLst>
                <a:gd name="T0" fmla="*/ 57 w 117"/>
                <a:gd name="T1" fmla="*/ 0 h 64"/>
                <a:gd name="T2" fmla="*/ 2 w 117"/>
                <a:gd name="T3" fmla="*/ 22 h 64"/>
                <a:gd name="T4" fmla="*/ 0 w 117"/>
                <a:gd name="T5" fmla="*/ 30 h 64"/>
                <a:gd name="T6" fmla="*/ 57 w 117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64">
                  <a:moveTo>
                    <a:pt x="117" y="0"/>
                  </a:moveTo>
                  <a:cubicBezTo>
                    <a:pt x="117" y="0"/>
                    <a:pt x="86" y="42"/>
                    <a:pt x="5" y="46"/>
                  </a:cubicBezTo>
                  <a:cubicBezTo>
                    <a:pt x="5" y="46"/>
                    <a:pt x="0" y="59"/>
                    <a:pt x="0" y="64"/>
                  </a:cubicBezTo>
                  <a:cubicBezTo>
                    <a:pt x="0" y="64"/>
                    <a:pt x="84" y="56"/>
                    <a:pt x="117" y="0"/>
                  </a:cubicBezTo>
                  <a:close/>
                </a:path>
              </a:pathLst>
            </a:custGeom>
            <a:solidFill>
              <a:srgbClr val="06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2571">
              <a:extLst>
                <a:ext uri="{FF2B5EF4-FFF2-40B4-BE49-F238E27FC236}">
                  <a16:creationId xmlns:a16="http://schemas.microsoft.com/office/drawing/2014/main" id="{45789D88-B50E-4BB1-A584-95909619B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01"/>
              <a:ext cx="40" cy="25"/>
            </a:xfrm>
            <a:custGeom>
              <a:avLst/>
              <a:gdLst>
                <a:gd name="T0" fmla="*/ 4 w 52"/>
                <a:gd name="T1" fmla="*/ 0 h 31"/>
                <a:gd name="T2" fmla="*/ 1 w 52"/>
                <a:gd name="T3" fmla="*/ 6 h 31"/>
                <a:gd name="T4" fmla="*/ 7 w 52"/>
                <a:gd name="T5" fmla="*/ 9 h 31"/>
                <a:gd name="T6" fmla="*/ 15 w 52"/>
                <a:gd name="T7" fmla="*/ 12 h 31"/>
                <a:gd name="T8" fmla="*/ 22 w 52"/>
                <a:gd name="T9" fmla="*/ 13 h 31"/>
                <a:gd name="T10" fmla="*/ 13 w 52"/>
                <a:gd name="T11" fmla="*/ 2 h 31"/>
                <a:gd name="T12" fmla="*/ 4 w 52"/>
                <a:gd name="T13" fmla="*/ 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1">
                  <a:moveTo>
                    <a:pt x="8" y="0"/>
                  </a:moveTo>
                  <a:cubicBezTo>
                    <a:pt x="3" y="0"/>
                    <a:pt x="0" y="7"/>
                    <a:pt x="1" y="11"/>
                  </a:cubicBezTo>
                  <a:cubicBezTo>
                    <a:pt x="2" y="19"/>
                    <a:pt x="9" y="17"/>
                    <a:pt x="15" y="17"/>
                  </a:cubicBezTo>
                  <a:cubicBezTo>
                    <a:pt x="22" y="16"/>
                    <a:pt x="28" y="18"/>
                    <a:pt x="34" y="22"/>
                  </a:cubicBezTo>
                  <a:cubicBezTo>
                    <a:pt x="38" y="24"/>
                    <a:pt x="45" y="31"/>
                    <a:pt x="48" y="25"/>
                  </a:cubicBezTo>
                  <a:cubicBezTo>
                    <a:pt x="52" y="15"/>
                    <a:pt x="35" y="5"/>
                    <a:pt x="28" y="2"/>
                  </a:cubicBezTo>
                  <a:cubicBezTo>
                    <a:pt x="21" y="0"/>
                    <a:pt x="15" y="0"/>
                    <a:pt x="9" y="1"/>
                  </a:cubicBezTo>
                </a:path>
              </a:pathLst>
            </a:custGeom>
            <a:solidFill>
              <a:srgbClr val="441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Oval 2572">
              <a:extLst>
                <a:ext uri="{FF2B5EF4-FFF2-40B4-BE49-F238E27FC236}">
                  <a16:creationId xmlns:a16="http://schemas.microsoft.com/office/drawing/2014/main" id="{7AB35CEB-2F6E-476F-8A48-AB68BC1DE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3298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7" name="Oval 2573">
              <a:extLst>
                <a:ext uri="{FF2B5EF4-FFF2-40B4-BE49-F238E27FC236}">
                  <a16:creationId xmlns:a16="http://schemas.microsoft.com/office/drawing/2014/main" id="{849FB986-D3B0-44BD-AAFB-E7BF90BD7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3300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8" name="Freeform 2574">
              <a:extLst>
                <a:ext uri="{FF2B5EF4-FFF2-40B4-BE49-F238E27FC236}">
                  <a16:creationId xmlns:a16="http://schemas.microsoft.com/office/drawing/2014/main" id="{3924A178-F075-43ED-9453-738940675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71"/>
              <a:ext cx="579" cy="94"/>
            </a:xfrm>
            <a:custGeom>
              <a:avLst/>
              <a:gdLst>
                <a:gd name="T0" fmla="*/ 356 w 739"/>
                <a:gd name="T1" fmla="*/ 28 h 120"/>
                <a:gd name="T2" fmla="*/ 0 w 739"/>
                <a:gd name="T3" fmla="*/ 12 h 120"/>
                <a:gd name="T4" fmla="*/ 356 w 739"/>
                <a:gd name="T5" fmla="*/ 28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9" h="120">
                  <a:moveTo>
                    <a:pt x="739" y="59"/>
                  </a:moveTo>
                  <a:cubicBezTo>
                    <a:pt x="739" y="59"/>
                    <a:pt x="172" y="0"/>
                    <a:pt x="0" y="24"/>
                  </a:cubicBezTo>
                  <a:cubicBezTo>
                    <a:pt x="0" y="24"/>
                    <a:pt x="541" y="120"/>
                    <a:pt x="739" y="59"/>
                  </a:cubicBezTo>
                  <a:close/>
                </a:path>
              </a:pathLst>
            </a:custGeom>
            <a:solidFill>
              <a:srgbClr val="727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Freeform 2575">
              <a:extLst>
                <a:ext uri="{FF2B5EF4-FFF2-40B4-BE49-F238E27FC236}">
                  <a16:creationId xmlns:a16="http://schemas.microsoft.com/office/drawing/2014/main" id="{4AA66DF7-F9BC-4B01-8282-AA840C18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724"/>
              <a:ext cx="608" cy="83"/>
            </a:xfrm>
            <a:custGeom>
              <a:avLst/>
              <a:gdLst>
                <a:gd name="T0" fmla="*/ 0 w 776"/>
                <a:gd name="T1" fmla="*/ 30 h 106"/>
                <a:gd name="T2" fmla="*/ 189 w 776"/>
                <a:gd name="T3" fmla="*/ 6 h 106"/>
                <a:gd name="T4" fmla="*/ 373 w 776"/>
                <a:gd name="T5" fmla="*/ 51 h 106"/>
                <a:gd name="T6" fmla="*/ 0 w 776"/>
                <a:gd name="T7" fmla="*/ 30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6" h="106">
                  <a:moveTo>
                    <a:pt x="0" y="61"/>
                  </a:moveTo>
                  <a:cubicBezTo>
                    <a:pt x="0" y="61"/>
                    <a:pt x="238" y="0"/>
                    <a:pt x="392" y="13"/>
                  </a:cubicBezTo>
                  <a:cubicBezTo>
                    <a:pt x="547" y="25"/>
                    <a:pt x="776" y="106"/>
                    <a:pt x="776" y="106"/>
                  </a:cubicBezTo>
                  <a:cubicBezTo>
                    <a:pt x="776" y="106"/>
                    <a:pt x="363" y="38"/>
                    <a:pt x="0" y="61"/>
                  </a:cubicBezTo>
                  <a:close/>
                </a:path>
              </a:pathLst>
            </a:custGeom>
            <a:solidFill>
              <a:srgbClr val="727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0" name="Freeform 2576">
              <a:extLst>
                <a:ext uri="{FF2B5EF4-FFF2-40B4-BE49-F238E27FC236}">
                  <a16:creationId xmlns:a16="http://schemas.microsoft.com/office/drawing/2014/main" id="{2A7E5470-FE51-4E57-B27F-89E92B0F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726"/>
              <a:ext cx="160" cy="373"/>
            </a:xfrm>
            <a:custGeom>
              <a:avLst/>
              <a:gdLst>
                <a:gd name="T0" fmla="*/ 98 w 204"/>
                <a:gd name="T1" fmla="*/ 0 h 477"/>
                <a:gd name="T2" fmla="*/ 0 w 204"/>
                <a:gd name="T3" fmla="*/ 228 h 477"/>
                <a:gd name="T4" fmla="*/ 60 w 204"/>
                <a:gd name="T5" fmla="*/ 100 h 477"/>
                <a:gd name="T6" fmla="*/ 98 w 204"/>
                <a:gd name="T7" fmla="*/ 0 h 4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4" h="477">
                  <a:moveTo>
                    <a:pt x="204" y="0"/>
                  </a:moveTo>
                  <a:cubicBezTo>
                    <a:pt x="204" y="0"/>
                    <a:pt x="42" y="231"/>
                    <a:pt x="0" y="477"/>
                  </a:cubicBezTo>
                  <a:cubicBezTo>
                    <a:pt x="0" y="477"/>
                    <a:pt x="100" y="315"/>
                    <a:pt x="124" y="210"/>
                  </a:cubicBezTo>
                  <a:cubicBezTo>
                    <a:pt x="149" y="105"/>
                    <a:pt x="195" y="16"/>
                    <a:pt x="204" y="0"/>
                  </a:cubicBezTo>
                  <a:close/>
                </a:path>
              </a:pathLst>
            </a:custGeom>
            <a:solidFill>
              <a:srgbClr val="AAB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Freeform 2577">
              <a:extLst>
                <a:ext uri="{FF2B5EF4-FFF2-40B4-BE49-F238E27FC236}">
                  <a16:creationId xmlns:a16="http://schemas.microsoft.com/office/drawing/2014/main" id="{C28798D4-E0DA-4682-B42F-6C1FC97A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927"/>
              <a:ext cx="302" cy="304"/>
            </a:xfrm>
            <a:custGeom>
              <a:avLst/>
              <a:gdLst>
                <a:gd name="T0" fmla="*/ 186 w 385"/>
                <a:gd name="T1" fmla="*/ 0 h 389"/>
                <a:gd name="T2" fmla="*/ 0 w 385"/>
                <a:gd name="T3" fmla="*/ 186 h 389"/>
                <a:gd name="T4" fmla="*/ 186 w 385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389">
                  <a:moveTo>
                    <a:pt x="385" y="0"/>
                  </a:moveTo>
                  <a:cubicBezTo>
                    <a:pt x="385" y="0"/>
                    <a:pt x="61" y="312"/>
                    <a:pt x="0" y="389"/>
                  </a:cubicBezTo>
                  <a:cubicBezTo>
                    <a:pt x="0" y="389"/>
                    <a:pt x="287" y="194"/>
                    <a:pt x="385" y="0"/>
                  </a:cubicBezTo>
                  <a:close/>
                </a:path>
              </a:pathLst>
            </a:custGeom>
            <a:solidFill>
              <a:srgbClr val="757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2" name="Freeform 2578">
              <a:extLst>
                <a:ext uri="{FF2B5EF4-FFF2-40B4-BE49-F238E27FC236}">
                  <a16:creationId xmlns:a16="http://schemas.microsoft.com/office/drawing/2014/main" id="{BE00099E-67D9-4F6B-A1D0-FD340FC19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3542"/>
              <a:ext cx="320" cy="70"/>
            </a:xfrm>
            <a:custGeom>
              <a:avLst/>
              <a:gdLst>
                <a:gd name="T0" fmla="*/ 196 w 409"/>
                <a:gd name="T1" fmla="*/ 0 h 89"/>
                <a:gd name="T2" fmla="*/ 0 w 409"/>
                <a:gd name="T3" fmla="*/ 7 h 89"/>
                <a:gd name="T4" fmla="*/ 196 w 409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9" h="89">
                  <a:moveTo>
                    <a:pt x="409" y="0"/>
                  </a:moveTo>
                  <a:cubicBezTo>
                    <a:pt x="409" y="0"/>
                    <a:pt x="184" y="89"/>
                    <a:pt x="0" y="15"/>
                  </a:cubicBezTo>
                  <a:cubicBezTo>
                    <a:pt x="0" y="15"/>
                    <a:pt x="281" y="40"/>
                    <a:pt x="409" y="0"/>
                  </a:cubicBezTo>
                  <a:close/>
                </a:path>
              </a:pathLst>
            </a:custGeom>
            <a:solidFill>
              <a:srgbClr val="AEB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3" name="Freeform 2579">
              <a:extLst>
                <a:ext uri="{FF2B5EF4-FFF2-40B4-BE49-F238E27FC236}">
                  <a16:creationId xmlns:a16="http://schemas.microsoft.com/office/drawing/2014/main" id="{BC224875-BE0B-49F1-8967-19015082F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046"/>
              <a:ext cx="340" cy="96"/>
            </a:xfrm>
            <a:custGeom>
              <a:avLst/>
              <a:gdLst>
                <a:gd name="T0" fmla="*/ 0 w 434"/>
                <a:gd name="T1" fmla="*/ 0 h 123"/>
                <a:gd name="T2" fmla="*/ 98 w 434"/>
                <a:gd name="T3" fmla="*/ 28 h 123"/>
                <a:gd name="T4" fmla="*/ 150 w 434"/>
                <a:gd name="T5" fmla="*/ 36 h 123"/>
                <a:gd name="T6" fmla="*/ 208 w 434"/>
                <a:gd name="T7" fmla="*/ 48 h 123"/>
                <a:gd name="T8" fmla="*/ 150 w 434"/>
                <a:gd name="T9" fmla="*/ 48 h 123"/>
                <a:gd name="T10" fmla="*/ 0 w 434"/>
                <a:gd name="T11" fmla="*/ 0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4" h="123">
                  <a:moveTo>
                    <a:pt x="0" y="0"/>
                  </a:moveTo>
                  <a:cubicBezTo>
                    <a:pt x="0" y="0"/>
                    <a:pt x="153" y="54"/>
                    <a:pt x="204" y="59"/>
                  </a:cubicBezTo>
                  <a:cubicBezTo>
                    <a:pt x="256" y="64"/>
                    <a:pt x="250" y="73"/>
                    <a:pt x="313" y="75"/>
                  </a:cubicBezTo>
                  <a:cubicBezTo>
                    <a:pt x="376" y="76"/>
                    <a:pt x="418" y="96"/>
                    <a:pt x="434" y="101"/>
                  </a:cubicBezTo>
                  <a:cubicBezTo>
                    <a:pt x="434" y="101"/>
                    <a:pt x="417" y="123"/>
                    <a:pt x="311" y="101"/>
                  </a:cubicBezTo>
                  <a:cubicBezTo>
                    <a:pt x="204" y="79"/>
                    <a:pt x="49" y="38"/>
                    <a:pt x="0" y="0"/>
                  </a:cubicBezTo>
                  <a:close/>
                </a:path>
              </a:pathLst>
            </a:custGeom>
            <a:solidFill>
              <a:srgbClr val="B29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4A84EE0C-6615-4ED3-9B6B-69B7689888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Vegetables (1)</a:t>
            </a:r>
          </a:p>
        </p:txBody>
      </p:sp>
      <p:grpSp>
        <p:nvGrpSpPr>
          <p:cNvPr id="2" name="Purple-eggplant-vegetable-illustration">
            <a:extLst>
              <a:ext uri="{FF2B5EF4-FFF2-40B4-BE49-F238E27FC236}">
                <a16:creationId xmlns:a16="http://schemas.microsoft.com/office/drawing/2014/main" id="{FE8A3327-DD27-468E-B639-8F995133314A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293938" y="1733550"/>
            <a:ext cx="1976437" cy="4216400"/>
            <a:chOff x="642" y="870"/>
            <a:chExt cx="600" cy="1280"/>
          </a:xfrm>
        </p:grpSpPr>
        <p:sp>
          <p:nvSpPr>
            <p:cNvPr id="14643" name="Freeform 4">
              <a:extLst>
                <a:ext uri="{FF2B5EF4-FFF2-40B4-BE49-F238E27FC236}">
                  <a16:creationId xmlns:a16="http://schemas.microsoft.com/office/drawing/2014/main" id="{3DA9E239-8EE0-45D7-AFEC-02A1E12F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870"/>
              <a:ext cx="585" cy="1074"/>
            </a:xfrm>
            <a:custGeom>
              <a:avLst/>
              <a:gdLst>
                <a:gd name="T0" fmla="*/ 3158 w 234"/>
                <a:gd name="T1" fmla="*/ 362 h 403"/>
                <a:gd name="T2" fmla="*/ 1783 w 234"/>
                <a:gd name="T3" fmla="*/ 306 h 403"/>
                <a:gd name="T4" fmla="*/ 458 w 234"/>
                <a:gd name="T5" fmla="*/ 2556 h 403"/>
                <a:gd name="T6" fmla="*/ 0 w 234"/>
                <a:gd name="T7" fmla="*/ 6074 h 403"/>
                <a:gd name="T8" fmla="*/ 300 w 234"/>
                <a:gd name="T9" fmla="*/ 6718 h 403"/>
                <a:gd name="T10" fmla="*/ 595 w 234"/>
                <a:gd name="T11" fmla="*/ 7137 h 403"/>
                <a:gd name="T12" fmla="*/ 675 w 234"/>
                <a:gd name="T13" fmla="*/ 7627 h 403"/>
                <a:gd name="T14" fmla="*/ 770 w 234"/>
                <a:gd name="T15" fmla="*/ 7153 h 403"/>
                <a:gd name="T16" fmla="*/ 1063 w 234"/>
                <a:gd name="T17" fmla="*/ 6854 h 403"/>
                <a:gd name="T18" fmla="*/ 1050 w 234"/>
                <a:gd name="T19" fmla="*/ 6095 h 403"/>
                <a:gd name="T20" fmla="*/ 783 w 234"/>
                <a:gd name="T21" fmla="*/ 5810 h 403"/>
                <a:gd name="T22" fmla="*/ 1113 w 234"/>
                <a:gd name="T23" fmla="*/ 5903 h 403"/>
                <a:gd name="T24" fmla="*/ 1533 w 234"/>
                <a:gd name="T25" fmla="*/ 6548 h 403"/>
                <a:gd name="T26" fmla="*/ 1688 w 234"/>
                <a:gd name="T27" fmla="*/ 7137 h 403"/>
                <a:gd name="T28" fmla="*/ 1863 w 234"/>
                <a:gd name="T29" fmla="*/ 6854 h 403"/>
                <a:gd name="T30" fmla="*/ 1908 w 234"/>
                <a:gd name="T31" fmla="*/ 6740 h 403"/>
                <a:gd name="T32" fmla="*/ 1908 w 234"/>
                <a:gd name="T33" fmla="*/ 6625 h 403"/>
                <a:gd name="T34" fmla="*/ 3208 w 234"/>
                <a:gd name="T35" fmla="*/ 2670 h 403"/>
                <a:gd name="T36" fmla="*/ 3158 w 234"/>
                <a:gd name="T37" fmla="*/ 362 h 40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4" h="403">
                  <a:moveTo>
                    <a:pt x="202" y="19"/>
                  </a:moveTo>
                  <a:cubicBezTo>
                    <a:pt x="176" y="0"/>
                    <a:pt x="144" y="1"/>
                    <a:pt x="114" y="16"/>
                  </a:cubicBezTo>
                  <a:cubicBezTo>
                    <a:pt x="84" y="30"/>
                    <a:pt x="51" y="71"/>
                    <a:pt x="29" y="135"/>
                  </a:cubicBezTo>
                  <a:cubicBezTo>
                    <a:pt x="12" y="184"/>
                    <a:pt x="0" y="261"/>
                    <a:pt x="0" y="321"/>
                  </a:cubicBezTo>
                  <a:cubicBezTo>
                    <a:pt x="7" y="332"/>
                    <a:pt x="11" y="344"/>
                    <a:pt x="19" y="355"/>
                  </a:cubicBezTo>
                  <a:cubicBezTo>
                    <a:pt x="26" y="365"/>
                    <a:pt x="34" y="375"/>
                    <a:pt x="38" y="377"/>
                  </a:cubicBezTo>
                  <a:cubicBezTo>
                    <a:pt x="42" y="380"/>
                    <a:pt x="40" y="397"/>
                    <a:pt x="43" y="403"/>
                  </a:cubicBezTo>
                  <a:cubicBezTo>
                    <a:pt x="45" y="392"/>
                    <a:pt x="47" y="387"/>
                    <a:pt x="49" y="378"/>
                  </a:cubicBezTo>
                  <a:cubicBezTo>
                    <a:pt x="51" y="368"/>
                    <a:pt x="60" y="375"/>
                    <a:pt x="68" y="362"/>
                  </a:cubicBezTo>
                  <a:cubicBezTo>
                    <a:pt x="75" y="349"/>
                    <a:pt x="78" y="335"/>
                    <a:pt x="67" y="322"/>
                  </a:cubicBezTo>
                  <a:cubicBezTo>
                    <a:pt x="59" y="314"/>
                    <a:pt x="56" y="309"/>
                    <a:pt x="50" y="307"/>
                  </a:cubicBezTo>
                  <a:cubicBezTo>
                    <a:pt x="44" y="305"/>
                    <a:pt x="60" y="306"/>
                    <a:pt x="71" y="312"/>
                  </a:cubicBezTo>
                  <a:cubicBezTo>
                    <a:pt x="81" y="317"/>
                    <a:pt x="94" y="325"/>
                    <a:pt x="98" y="346"/>
                  </a:cubicBezTo>
                  <a:cubicBezTo>
                    <a:pt x="102" y="367"/>
                    <a:pt x="101" y="374"/>
                    <a:pt x="108" y="377"/>
                  </a:cubicBezTo>
                  <a:cubicBezTo>
                    <a:pt x="114" y="380"/>
                    <a:pt x="118" y="368"/>
                    <a:pt x="119" y="362"/>
                  </a:cubicBezTo>
                  <a:cubicBezTo>
                    <a:pt x="119" y="360"/>
                    <a:pt x="120" y="358"/>
                    <a:pt x="122" y="356"/>
                  </a:cubicBezTo>
                  <a:cubicBezTo>
                    <a:pt x="122" y="354"/>
                    <a:pt x="122" y="352"/>
                    <a:pt x="122" y="350"/>
                  </a:cubicBezTo>
                  <a:cubicBezTo>
                    <a:pt x="131" y="257"/>
                    <a:pt x="175" y="193"/>
                    <a:pt x="205" y="141"/>
                  </a:cubicBezTo>
                  <a:cubicBezTo>
                    <a:pt x="234" y="89"/>
                    <a:pt x="228" y="38"/>
                    <a:pt x="202" y="19"/>
                  </a:cubicBezTo>
                  <a:close/>
                </a:path>
              </a:pathLst>
            </a:custGeom>
            <a:solidFill>
              <a:srgbClr val="BEA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" name="Freeform 5">
              <a:extLst>
                <a:ext uri="{FF2B5EF4-FFF2-40B4-BE49-F238E27FC236}">
                  <a16:creationId xmlns:a16="http://schemas.microsoft.com/office/drawing/2014/main" id="{A9EE8938-6C1E-49D0-9D05-8F1A429227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" y="896"/>
              <a:ext cx="551" cy="1048"/>
            </a:xfrm>
            <a:custGeom>
              <a:avLst/>
              <a:gdLst>
                <a:gd name="T0" fmla="*/ 3424 w 220"/>
                <a:gd name="T1" fmla="*/ 1117 h 393"/>
                <a:gd name="T2" fmla="*/ 3424 w 220"/>
                <a:gd name="T3" fmla="*/ 1117 h 393"/>
                <a:gd name="T4" fmla="*/ 2359 w 220"/>
                <a:gd name="T5" fmla="*/ 35 h 393"/>
                <a:gd name="T6" fmla="*/ 1568 w 220"/>
                <a:gd name="T7" fmla="*/ 419 h 393"/>
                <a:gd name="T8" fmla="*/ 270 w 220"/>
                <a:gd name="T9" fmla="*/ 3619 h 393"/>
                <a:gd name="T10" fmla="*/ 270 w 220"/>
                <a:gd name="T11" fmla="*/ 3640 h 393"/>
                <a:gd name="T12" fmla="*/ 0 w 220"/>
                <a:gd name="T13" fmla="*/ 5917 h 393"/>
                <a:gd name="T14" fmla="*/ 283 w 220"/>
                <a:gd name="T15" fmla="*/ 6541 h 393"/>
                <a:gd name="T16" fmla="*/ 584 w 220"/>
                <a:gd name="T17" fmla="*/ 6963 h 393"/>
                <a:gd name="T18" fmla="*/ 659 w 220"/>
                <a:gd name="T19" fmla="*/ 7453 h 393"/>
                <a:gd name="T20" fmla="*/ 754 w 220"/>
                <a:gd name="T21" fmla="*/ 6976 h 393"/>
                <a:gd name="T22" fmla="*/ 1054 w 220"/>
                <a:gd name="T23" fmla="*/ 6677 h 393"/>
                <a:gd name="T24" fmla="*/ 1034 w 220"/>
                <a:gd name="T25" fmla="*/ 5917 h 393"/>
                <a:gd name="T26" fmla="*/ 771 w 220"/>
                <a:gd name="T27" fmla="*/ 5632 h 393"/>
                <a:gd name="T28" fmla="*/ 1097 w 220"/>
                <a:gd name="T29" fmla="*/ 5725 h 393"/>
                <a:gd name="T30" fmla="*/ 1525 w 220"/>
                <a:gd name="T31" fmla="*/ 6371 h 393"/>
                <a:gd name="T32" fmla="*/ 1681 w 220"/>
                <a:gd name="T33" fmla="*/ 6963 h 393"/>
                <a:gd name="T34" fmla="*/ 1763 w 220"/>
                <a:gd name="T35" fmla="*/ 6941 h 393"/>
                <a:gd name="T36" fmla="*/ 1806 w 220"/>
                <a:gd name="T37" fmla="*/ 6600 h 393"/>
                <a:gd name="T38" fmla="*/ 3186 w 220"/>
                <a:gd name="T39" fmla="*/ 2355 h 393"/>
                <a:gd name="T40" fmla="*/ 3424 w 220"/>
                <a:gd name="T41" fmla="*/ 1117 h 393"/>
                <a:gd name="T42" fmla="*/ 1443 w 220"/>
                <a:gd name="T43" fmla="*/ 2184 h 393"/>
                <a:gd name="T44" fmla="*/ 972 w 220"/>
                <a:gd name="T45" fmla="*/ 3699 h 393"/>
                <a:gd name="T46" fmla="*/ 879 w 220"/>
                <a:gd name="T47" fmla="*/ 4189 h 393"/>
                <a:gd name="T48" fmla="*/ 721 w 220"/>
                <a:gd name="T49" fmla="*/ 4779 h 393"/>
                <a:gd name="T50" fmla="*/ 564 w 220"/>
                <a:gd name="T51" fmla="*/ 4323 h 393"/>
                <a:gd name="T52" fmla="*/ 564 w 220"/>
                <a:gd name="T53" fmla="*/ 4323 h 393"/>
                <a:gd name="T54" fmla="*/ 1463 w 220"/>
                <a:gd name="T55" fmla="*/ 1024 h 393"/>
                <a:gd name="T56" fmla="*/ 1568 w 220"/>
                <a:gd name="T57" fmla="*/ 832 h 393"/>
                <a:gd name="T58" fmla="*/ 2109 w 220"/>
                <a:gd name="T59" fmla="*/ 875 h 393"/>
                <a:gd name="T60" fmla="*/ 1443 w 220"/>
                <a:gd name="T61" fmla="*/ 2184 h 393"/>
                <a:gd name="T62" fmla="*/ 2998 w 220"/>
                <a:gd name="T63" fmla="*/ 1459 h 393"/>
                <a:gd name="T64" fmla="*/ 2985 w 220"/>
                <a:gd name="T65" fmla="*/ 1536 h 393"/>
                <a:gd name="T66" fmla="*/ 2622 w 220"/>
                <a:gd name="T67" fmla="*/ 2483 h 393"/>
                <a:gd name="T68" fmla="*/ 2452 w 220"/>
                <a:gd name="T69" fmla="*/ 2901 h 393"/>
                <a:gd name="T70" fmla="*/ 2434 w 220"/>
                <a:gd name="T71" fmla="*/ 2936 h 393"/>
                <a:gd name="T72" fmla="*/ 2109 w 220"/>
                <a:gd name="T73" fmla="*/ 2936 h 393"/>
                <a:gd name="T74" fmla="*/ 2497 w 220"/>
                <a:gd name="T75" fmla="*/ 1955 h 393"/>
                <a:gd name="T76" fmla="*/ 2747 w 220"/>
                <a:gd name="T77" fmla="*/ 1251 h 393"/>
                <a:gd name="T78" fmla="*/ 2747 w 220"/>
                <a:gd name="T79" fmla="*/ 1272 h 393"/>
                <a:gd name="T80" fmla="*/ 2998 w 220"/>
                <a:gd name="T81" fmla="*/ 1459 h 3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20" h="393">
                  <a:moveTo>
                    <a:pt x="218" y="59"/>
                  </a:moveTo>
                  <a:cubicBezTo>
                    <a:pt x="218" y="59"/>
                    <a:pt x="218" y="59"/>
                    <a:pt x="218" y="59"/>
                  </a:cubicBezTo>
                  <a:cubicBezTo>
                    <a:pt x="214" y="9"/>
                    <a:pt x="174" y="0"/>
                    <a:pt x="150" y="2"/>
                  </a:cubicBezTo>
                  <a:cubicBezTo>
                    <a:pt x="135" y="3"/>
                    <a:pt x="117" y="8"/>
                    <a:pt x="100" y="22"/>
                  </a:cubicBezTo>
                  <a:cubicBezTo>
                    <a:pt x="67" y="49"/>
                    <a:pt x="33" y="102"/>
                    <a:pt x="17" y="191"/>
                  </a:cubicBezTo>
                  <a:cubicBezTo>
                    <a:pt x="17" y="192"/>
                    <a:pt x="17" y="192"/>
                    <a:pt x="17" y="192"/>
                  </a:cubicBezTo>
                  <a:cubicBezTo>
                    <a:pt x="8" y="238"/>
                    <a:pt x="2" y="283"/>
                    <a:pt x="0" y="312"/>
                  </a:cubicBezTo>
                  <a:cubicBezTo>
                    <a:pt x="4" y="320"/>
                    <a:pt x="12" y="337"/>
                    <a:pt x="18" y="345"/>
                  </a:cubicBezTo>
                  <a:cubicBezTo>
                    <a:pt x="25" y="355"/>
                    <a:pt x="33" y="365"/>
                    <a:pt x="37" y="367"/>
                  </a:cubicBezTo>
                  <a:cubicBezTo>
                    <a:pt x="41" y="370"/>
                    <a:pt x="39" y="387"/>
                    <a:pt x="42" y="393"/>
                  </a:cubicBezTo>
                  <a:cubicBezTo>
                    <a:pt x="44" y="382"/>
                    <a:pt x="46" y="377"/>
                    <a:pt x="48" y="368"/>
                  </a:cubicBezTo>
                  <a:cubicBezTo>
                    <a:pt x="50" y="358"/>
                    <a:pt x="59" y="365"/>
                    <a:pt x="67" y="352"/>
                  </a:cubicBezTo>
                  <a:cubicBezTo>
                    <a:pt x="74" y="339"/>
                    <a:pt x="77" y="325"/>
                    <a:pt x="66" y="312"/>
                  </a:cubicBezTo>
                  <a:cubicBezTo>
                    <a:pt x="58" y="304"/>
                    <a:pt x="55" y="299"/>
                    <a:pt x="49" y="297"/>
                  </a:cubicBezTo>
                  <a:cubicBezTo>
                    <a:pt x="43" y="295"/>
                    <a:pt x="59" y="296"/>
                    <a:pt x="70" y="302"/>
                  </a:cubicBezTo>
                  <a:cubicBezTo>
                    <a:pt x="80" y="307"/>
                    <a:pt x="93" y="315"/>
                    <a:pt x="97" y="336"/>
                  </a:cubicBezTo>
                  <a:cubicBezTo>
                    <a:pt x="101" y="357"/>
                    <a:pt x="100" y="364"/>
                    <a:pt x="107" y="367"/>
                  </a:cubicBezTo>
                  <a:cubicBezTo>
                    <a:pt x="109" y="368"/>
                    <a:pt x="111" y="368"/>
                    <a:pt x="112" y="366"/>
                  </a:cubicBezTo>
                  <a:cubicBezTo>
                    <a:pt x="114" y="359"/>
                    <a:pt x="115" y="353"/>
                    <a:pt x="115" y="348"/>
                  </a:cubicBezTo>
                  <a:cubicBezTo>
                    <a:pt x="123" y="252"/>
                    <a:pt x="172" y="181"/>
                    <a:pt x="203" y="124"/>
                  </a:cubicBezTo>
                  <a:cubicBezTo>
                    <a:pt x="216" y="100"/>
                    <a:pt x="220" y="77"/>
                    <a:pt x="218" y="59"/>
                  </a:cubicBezTo>
                  <a:close/>
                  <a:moveTo>
                    <a:pt x="92" y="115"/>
                  </a:moveTo>
                  <a:cubicBezTo>
                    <a:pt x="81" y="136"/>
                    <a:pt x="68" y="170"/>
                    <a:pt x="62" y="195"/>
                  </a:cubicBezTo>
                  <a:cubicBezTo>
                    <a:pt x="59" y="204"/>
                    <a:pt x="58" y="213"/>
                    <a:pt x="56" y="221"/>
                  </a:cubicBezTo>
                  <a:cubicBezTo>
                    <a:pt x="53" y="233"/>
                    <a:pt x="50" y="248"/>
                    <a:pt x="46" y="252"/>
                  </a:cubicBezTo>
                  <a:cubicBezTo>
                    <a:pt x="41" y="257"/>
                    <a:pt x="37" y="240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80"/>
                    <a:pt x="57" y="104"/>
                    <a:pt x="93" y="54"/>
                  </a:cubicBezTo>
                  <a:cubicBezTo>
                    <a:pt x="95" y="51"/>
                    <a:pt x="98" y="47"/>
                    <a:pt x="100" y="44"/>
                  </a:cubicBezTo>
                  <a:cubicBezTo>
                    <a:pt x="111" y="36"/>
                    <a:pt x="127" y="36"/>
                    <a:pt x="134" y="46"/>
                  </a:cubicBezTo>
                  <a:cubicBezTo>
                    <a:pt x="118" y="65"/>
                    <a:pt x="102" y="94"/>
                    <a:pt x="92" y="115"/>
                  </a:cubicBezTo>
                  <a:close/>
                  <a:moveTo>
                    <a:pt x="191" y="77"/>
                  </a:moveTo>
                  <a:cubicBezTo>
                    <a:pt x="191" y="79"/>
                    <a:pt x="191" y="80"/>
                    <a:pt x="190" y="81"/>
                  </a:cubicBezTo>
                  <a:cubicBezTo>
                    <a:pt x="185" y="97"/>
                    <a:pt x="177" y="114"/>
                    <a:pt x="167" y="131"/>
                  </a:cubicBezTo>
                  <a:cubicBezTo>
                    <a:pt x="163" y="138"/>
                    <a:pt x="159" y="146"/>
                    <a:pt x="156" y="153"/>
                  </a:cubicBezTo>
                  <a:cubicBezTo>
                    <a:pt x="155" y="154"/>
                    <a:pt x="155" y="155"/>
                    <a:pt x="155" y="155"/>
                  </a:cubicBezTo>
                  <a:cubicBezTo>
                    <a:pt x="143" y="175"/>
                    <a:pt x="130" y="169"/>
                    <a:pt x="134" y="155"/>
                  </a:cubicBezTo>
                  <a:cubicBezTo>
                    <a:pt x="142" y="137"/>
                    <a:pt x="151" y="119"/>
                    <a:pt x="159" y="103"/>
                  </a:cubicBezTo>
                  <a:cubicBezTo>
                    <a:pt x="166" y="89"/>
                    <a:pt x="171" y="77"/>
                    <a:pt x="175" y="66"/>
                  </a:cubicBezTo>
                  <a:cubicBezTo>
                    <a:pt x="175" y="67"/>
                    <a:pt x="175" y="67"/>
                    <a:pt x="175" y="67"/>
                  </a:cubicBezTo>
                  <a:cubicBezTo>
                    <a:pt x="180" y="54"/>
                    <a:pt x="199" y="55"/>
                    <a:pt x="191" y="77"/>
                  </a:cubicBezTo>
                  <a:close/>
                </a:path>
              </a:pathLst>
            </a:custGeom>
            <a:solidFill>
              <a:srgbClr val="A27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" name="Freeform 6">
              <a:extLst>
                <a:ext uri="{FF2B5EF4-FFF2-40B4-BE49-F238E27FC236}">
                  <a16:creationId xmlns:a16="http://schemas.microsoft.com/office/drawing/2014/main" id="{DA9348C2-924B-49A9-81ED-4C1EB3C3B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670"/>
              <a:ext cx="47" cy="205"/>
            </a:xfrm>
            <a:custGeom>
              <a:avLst/>
              <a:gdLst>
                <a:gd name="T0" fmla="*/ 287 w 19"/>
                <a:gd name="T1" fmla="*/ 0 h 77"/>
                <a:gd name="T2" fmla="*/ 228 w 19"/>
                <a:gd name="T3" fmla="*/ 453 h 77"/>
                <a:gd name="T4" fmla="*/ 195 w 19"/>
                <a:gd name="T5" fmla="*/ 887 h 77"/>
                <a:gd name="T6" fmla="*/ 228 w 19"/>
                <a:gd name="T7" fmla="*/ 1020 h 77"/>
                <a:gd name="T8" fmla="*/ 195 w 19"/>
                <a:gd name="T9" fmla="*/ 1092 h 77"/>
                <a:gd name="T10" fmla="*/ 166 w 19"/>
                <a:gd name="T11" fmla="*/ 1283 h 77"/>
                <a:gd name="T12" fmla="*/ 74 w 19"/>
                <a:gd name="T13" fmla="*/ 1454 h 77"/>
                <a:gd name="T14" fmla="*/ 0 w 19"/>
                <a:gd name="T15" fmla="*/ 964 h 77"/>
                <a:gd name="T16" fmla="*/ 104 w 19"/>
                <a:gd name="T17" fmla="*/ 341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7">
                  <a:moveTo>
                    <a:pt x="19" y="0"/>
                  </a:moveTo>
                  <a:cubicBezTo>
                    <a:pt x="19" y="8"/>
                    <a:pt x="16" y="16"/>
                    <a:pt x="15" y="24"/>
                  </a:cubicBezTo>
                  <a:cubicBezTo>
                    <a:pt x="14" y="31"/>
                    <a:pt x="12" y="40"/>
                    <a:pt x="13" y="47"/>
                  </a:cubicBezTo>
                  <a:cubicBezTo>
                    <a:pt x="13" y="49"/>
                    <a:pt x="15" y="52"/>
                    <a:pt x="15" y="54"/>
                  </a:cubicBezTo>
                  <a:cubicBezTo>
                    <a:pt x="15" y="55"/>
                    <a:pt x="14" y="56"/>
                    <a:pt x="13" y="58"/>
                  </a:cubicBezTo>
                  <a:cubicBezTo>
                    <a:pt x="12" y="61"/>
                    <a:pt x="13" y="65"/>
                    <a:pt x="11" y="68"/>
                  </a:cubicBezTo>
                  <a:cubicBezTo>
                    <a:pt x="10" y="70"/>
                    <a:pt x="7" y="76"/>
                    <a:pt x="5" y="77"/>
                  </a:cubicBezTo>
                  <a:cubicBezTo>
                    <a:pt x="1" y="71"/>
                    <a:pt x="0" y="59"/>
                    <a:pt x="0" y="51"/>
                  </a:cubicBezTo>
                  <a:cubicBezTo>
                    <a:pt x="1" y="40"/>
                    <a:pt x="3" y="28"/>
                    <a:pt x="7" y="18"/>
                  </a:cubicBezTo>
                </a:path>
              </a:pathLst>
            </a:custGeom>
            <a:solidFill>
              <a:srgbClr val="895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" name="Freeform 7">
              <a:extLst>
                <a:ext uri="{FF2B5EF4-FFF2-40B4-BE49-F238E27FC236}">
                  <a16:creationId xmlns:a16="http://schemas.microsoft.com/office/drawing/2014/main" id="{745A4918-8B48-49F0-948A-260F78D3D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683"/>
              <a:ext cx="377" cy="467"/>
            </a:xfrm>
            <a:custGeom>
              <a:avLst/>
              <a:gdLst>
                <a:gd name="T0" fmla="*/ 92 w 151"/>
                <a:gd name="T1" fmla="*/ 307 h 175"/>
                <a:gd name="T2" fmla="*/ 387 w 151"/>
                <a:gd name="T3" fmla="*/ 947 h 175"/>
                <a:gd name="T4" fmla="*/ 687 w 151"/>
                <a:gd name="T5" fmla="*/ 1366 h 175"/>
                <a:gd name="T6" fmla="*/ 761 w 151"/>
                <a:gd name="T7" fmla="*/ 1865 h 175"/>
                <a:gd name="T8" fmla="*/ 854 w 151"/>
                <a:gd name="T9" fmla="*/ 1388 h 175"/>
                <a:gd name="T10" fmla="*/ 1153 w 151"/>
                <a:gd name="T11" fmla="*/ 1083 h 175"/>
                <a:gd name="T12" fmla="*/ 1133 w 151"/>
                <a:gd name="T13" fmla="*/ 320 h 175"/>
                <a:gd name="T14" fmla="*/ 874 w 151"/>
                <a:gd name="T15" fmla="*/ 35 h 175"/>
                <a:gd name="T16" fmla="*/ 1196 w 151"/>
                <a:gd name="T17" fmla="*/ 136 h 175"/>
                <a:gd name="T18" fmla="*/ 1620 w 151"/>
                <a:gd name="T19" fmla="*/ 777 h 175"/>
                <a:gd name="T20" fmla="*/ 1778 w 151"/>
                <a:gd name="T21" fmla="*/ 1366 h 175"/>
                <a:gd name="T22" fmla="*/ 1945 w 151"/>
                <a:gd name="T23" fmla="*/ 1083 h 175"/>
                <a:gd name="T24" fmla="*/ 2349 w 151"/>
                <a:gd name="T25" fmla="*/ 763 h 175"/>
                <a:gd name="T26" fmla="*/ 2037 w 151"/>
                <a:gd name="T27" fmla="*/ 1289 h 175"/>
                <a:gd name="T28" fmla="*/ 1728 w 151"/>
                <a:gd name="T29" fmla="*/ 2450 h 175"/>
                <a:gd name="T30" fmla="*/ 1403 w 151"/>
                <a:gd name="T31" fmla="*/ 2869 h 175"/>
                <a:gd name="T32" fmla="*/ 1321 w 151"/>
                <a:gd name="T33" fmla="*/ 3234 h 175"/>
                <a:gd name="T34" fmla="*/ 979 w 151"/>
                <a:gd name="T35" fmla="*/ 3248 h 175"/>
                <a:gd name="T36" fmla="*/ 791 w 151"/>
                <a:gd name="T37" fmla="*/ 2791 h 175"/>
                <a:gd name="T38" fmla="*/ 292 w 151"/>
                <a:gd name="T39" fmla="*/ 2073 h 175"/>
                <a:gd name="T40" fmla="*/ 92 w 151"/>
                <a:gd name="T41" fmla="*/ 1062 h 175"/>
                <a:gd name="T42" fmla="*/ 0 w 151"/>
                <a:gd name="T43" fmla="*/ 192 h 175"/>
                <a:gd name="T44" fmla="*/ 92 w 151"/>
                <a:gd name="T45" fmla="*/ 307 h 17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1" h="175">
                  <a:moveTo>
                    <a:pt x="6" y="16"/>
                  </a:moveTo>
                  <a:cubicBezTo>
                    <a:pt x="12" y="26"/>
                    <a:pt x="17" y="39"/>
                    <a:pt x="25" y="50"/>
                  </a:cubicBezTo>
                  <a:cubicBezTo>
                    <a:pt x="32" y="60"/>
                    <a:pt x="40" y="70"/>
                    <a:pt x="44" y="72"/>
                  </a:cubicBezTo>
                  <a:cubicBezTo>
                    <a:pt x="48" y="75"/>
                    <a:pt x="46" y="92"/>
                    <a:pt x="49" y="98"/>
                  </a:cubicBezTo>
                  <a:cubicBezTo>
                    <a:pt x="51" y="87"/>
                    <a:pt x="53" y="82"/>
                    <a:pt x="55" y="73"/>
                  </a:cubicBezTo>
                  <a:cubicBezTo>
                    <a:pt x="57" y="63"/>
                    <a:pt x="66" y="70"/>
                    <a:pt x="74" y="57"/>
                  </a:cubicBezTo>
                  <a:cubicBezTo>
                    <a:pt x="81" y="44"/>
                    <a:pt x="84" y="30"/>
                    <a:pt x="73" y="17"/>
                  </a:cubicBezTo>
                  <a:cubicBezTo>
                    <a:pt x="65" y="9"/>
                    <a:pt x="62" y="4"/>
                    <a:pt x="56" y="2"/>
                  </a:cubicBezTo>
                  <a:cubicBezTo>
                    <a:pt x="50" y="0"/>
                    <a:pt x="66" y="1"/>
                    <a:pt x="77" y="7"/>
                  </a:cubicBezTo>
                  <a:cubicBezTo>
                    <a:pt x="87" y="12"/>
                    <a:pt x="100" y="20"/>
                    <a:pt x="104" y="41"/>
                  </a:cubicBezTo>
                  <a:cubicBezTo>
                    <a:pt x="108" y="62"/>
                    <a:pt x="107" y="69"/>
                    <a:pt x="114" y="72"/>
                  </a:cubicBezTo>
                  <a:cubicBezTo>
                    <a:pt x="120" y="75"/>
                    <a:pt x="124" y="63"/>
                    <a:pt x="125" y="57"/>
                  </a:cubicBezTo>
                  <a:cubicBezTo>
                    <a:pt x="126" y="51"/>
                    <a:pt x="137" y="40"/>
                    <a:pt x="151" y="40"/>
                  </a:cubicBezTo>
                  <a:cubicBezTo>
                    <a:pt x="139" y="47"/>
                    <a:pt x="132" y="52"/>
                    <a:pt x="131" y="68"/>
                  </a:cubicBezTo>
                  <a:cubicBezTo>
                    <a:pt x="130" y="84"/>
                    <a:pt x="127" y="111"/>
                    <a:pt x="111" y="129"/>
                  </a:cubicBezTo>
                  <a:cubicBezTo>
                    <a:pt x="96" y="146"/>
                    <a:pt x="89" y="145"/>
                    <a:pt x="90" y="151"/>
                  </a:cubicBezTo>
                  <a:cubicBezTo>
                    <a:pt x="91" y="156"/>
                    <a:pt x="91" y="168"/>
                    <a:pt x="85" y="170"/>
                  </a:cubicBezTo>
                  <a:cubicBezTo>
                    <a:pt x="78" y="172"/>
                    <a:pt x="69" y="175"/>
                    <a:pt x="63" y="171"/>
                  </a:cubicBezTo>
                  <a:cubicBezTo>
                    <a:pt x="57" y="167"/>
                    <a:pt x="60" y="154"/>
                    <a:pt x="51" y="147"/>
                  </a:cubicBezTo>
                  <a:cubicBezTo>
                    <a:pt x="43" y="140"/>
                    <a:pt x="27" y="128"/>
                    <a:pt x="19" y="109"/>
                  </a:cubicBezTo>
                  <a:cubicBezTo>
                    <a:pt x="13" y="96"/>
                    <a:pt x="8" y="76"/>
                    <a:pt x="6" y="56"/>
                  </a:cubicBezTo>
                  <a:cubicBezTo>
                    <a:pt x="4" y="44"/>
                    <a:pt x="7" y="17"/>
                    <a:pt x="0" y="10"/>
                  </a:cubicBezTo>
                  <a:cubicBezTo>
                    <a:pt x="3" y="12"/>
                    <a:pt x="5" y="13"/>
                    <a:pt x="6" y="16"/>
                  </a:cubicBezTo>
                  <a:close/>
                </a:path>
              </a:pathLst>
            </a:custGeom>
            <a:solidFill>
              <a:srgbClr val="D3D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7" name="Freeform 8">
              <a:extLst>
                <a:ext uri="{FF2B5EF4-FFF2-40B4-BE49-F238E27FC236}">
                  <a16:creationId xmlns:a16="http://schemas.microsoft.com/office/drawing/2014/main" id="{D9E6F74A-F682-41A4-BEC2-63E3B7325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870"/>
              <a:ext cx="585" cy="1074"/>
            </a:xfrm>
            <a:custGeom>
              <a:avLst/>
              <a:gdLst>
                <a:gd name="T0" fmla="*/ 3158 w 234"/>
                <a:gd name="T1" fmla="*/ 362 h 403"/>
                <a:gd name="T2" fmla="*/ 1783 w 234"/>
                <a:gd name="T3" fmla="*/ 306 h 403"/>
                <a:gd name="T4" fmla="*/ 458 w 234"/>
                <a:gd name="T5" fmla="*/ 2556 h 403"/>
                <a:gd name="T6" fmla="*/ 0 w 234"/>
                <a:gd name="T7" fmla="*/ 6074 h 403"/>
                <a:gd name="T8" fmla="*/ 300 w 234"/>
                <a:gd name="T9" fmla="*/ 6718 h 403"/>
                <a:gd name="T10" fmla="*/ 595 w 234"/>
                <a:gd name="T11" fmla="*/ 7137 h 403"/>
                <a:gd name="T12" fmla="*/ 675 w 234"/>
                <a:gd name="T13" fmla="*/ 7627 h 403"/>
                <a:gd name="T14" fmla="*/ 770 w 234"/>
                <a:gd name="T15" fmla="*/ 7153 h 403"/>
                <a:gd name="T16" fmla="*/ 1063 w 234"/>
                <a:gd name="T17" fmla="*/ 6854 h 403"/>
                <a:gd name="T18" fmla="*/ 1050 w 234"/>
                <a:gd name="T19" fmla="*/ 6095 h 403"/>
                <a:gd name="T20" fmla="*/ 783 w 234"/>
                <a:gd name="T21" fmla="*/ 5810 h 403"/>
                <a:gd name="T22" fmla="*/ 1113 w 234"/>
                <a:gd name="T23" fmla="*/ 5903 h 403"/>
                <a:gd name="T24" fmla="*/ 1533 w 234"/>
                <a:gd name="T25" fmla="*/ 6548 h 403"/>
                <a:gd name="T26" fmla="*/ 1688 w 234"/>
                <a:gd name="T27" fmla="*/ 7137 h 403"/>
                <a:gd name="T28" fmla="*/ 1863 w 234"/>
                <a:gd name="T29" fmla="*/ 6854 h 403"/>
                <a:gd name="T30" fmla="*/ 1908 w 234"/>
                <a:gd name="T31" fmla="*/ 6740 h 403"/>
                <a:gd name="T32" fmla="*/ 1908 w 234"/>
                <a:gd name="T33" fmla="*/ 6625 h 403"/>
                <a:gd name="T34" fmla="*/ 3208 w 234"/>
                <a:gd name="T35" fmla="*/ 2670 h 403"/>
                <a:gd name="T36" fmla="*/ 3158 w 234"/>
                <a:gd name="T37" fmla="*/ 362 h 40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4" h="403">
                  <a:moveTo>
                    <a:pt x="202" y="19"/>
                  </a:moveTo>
                  <a:cubicBezTo>
                    <a:pt x="176" y="0"/>
                    <a:pt x="144" y="1"/>
                    <a:pt x="114" y="16"/>
                  </a:cubicBezTo>
                  <a:cubicBezTo>
                    <a:pt x="84" y="30"/>
                    <a:pt x="51" y="71"/>
                    <a:pt x="29" y="135"/>
                  </a:cubicBezTo>
                  <a:cubicBezTo>
                    <a:pt x="12" y="184"/>
                    <a:pt x="0" y="261"/>
                    <a:pt x="0" y="321"/>
                  </a:cubicBezTo>
                  <a:cubicBezTo>
                    <a:pt x="7" y="332"/>
                    <a:pt x="11" y="344"/>
                    <a:pt x="19" y="355"/>
                  </a:cubicBezTo>
                  <a:cubicBezTo>
                    <a:pt x="26" y="365"/>
                    <a:pt x="34" y="375"/>
                    <a:pt x="38" y="377"/>
                  </a:cubicBezTo>
                  <a:cubicBezTo>
                    <a:pt x="42" y="380"/>
                    <a:pt x="40" y="397"/>
                    <a:pt x="43" y="403"/>
                  </a:cubicBezTo>
                  <a:cubicBezTo>
                    <a:pt x="45" y="392"/>
                    <a:pt x="47" y="387"/>
                    <a:pt x="49" y="378"/>
                  </a:cubicBezTo>
                  <a:cubicBezTo>
                    <a:pt x="51" y="368"/>
                    <a:pt x="60" y="375"/>
                    <a:pt x="68" y="362"/>
                  </a:cubicBezTo>
                  <a:cubicBezTo>
                    <a:pt x="75" y="349"/>
                    <a:pt x="78" y="335"/>
                    <a:pt x="67" y="322"/>
                  </a:cubicBezTo>
                  <a:cubicBezTo>
                    <a:pt x="59" y="314"/>
                    <a:pt x="56" y="309"/>
                    <a:pt x="50" y="307"/>
                  </a:cubicBezTo>
                  <a:cubicBezTo>
                    <a:pt x="44" y="305"/>
                    <a:pt x="60" y="306"/>
                    <a:pt x="71" y="312"/>
                  </a:cubicBezTo>
                  <a:cubicBezTo>
                    <a:pt x="81" y="317"/>
                    <a:pt x="94" y="325"/>
                    <a:pt x="98" y="346"/>
                  </a:cubicBezTo>
                  <a:cubicBezTo>
                    <a:pt x="102" y="367"/>
                    <a:pt x="101" y="374"/>
                    <a:pt x="108" y="377"/>
                  </a:cubicBezTo>
                  <a:cubicBezTo>
                    <a:pt x="114" y="380"/>
                    <a:pt x="118" y="368"/>
                    <a:pt x="119" y="362"/>
                  </a:cubicBezTo>
                  <a:cubicBezTo>
                    <a:pt x="119" y="360"/>
                    <a:pt x="120" y="358"/>
                    <a:pt x="122" y="356"/>
                  </a:cubicBezTo>
                  <a:cubicBezTo>
                    <a:pt x="122" y="354"/>
                    <a:pt x="122" y="352"/>
                    <a:pt x="122" y="350"/>
                  </a:cubicBezTo>
                  <a:cubicBezTo>
                    <a:pt x="131" y="257"/>
                    <a:pt x="175" y="193"/>
                    <a:pt x="205" y="141"/>
                  </a:cubicBezTo>
                  <a:cubicBezTo>
                    <a:pt x="234" y="89"/>
                    <a:pt x="228" y="38"/>
                    <a:pt x="202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" name="Freeform 9">
              <a:extLst>
                <a:ext uri="{FF2B5EF4-FFF2-40B4-BE49-F238E27FC236}">
                  <a16:creationId xmlns:a16="http://schemas.microsoft.com/office/drawing/2014/main" id="{159E10B4-57AD-4D1D-889F-5D26A3E3F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683"/>
              <a:ext cx="377" cy="467"/>
            </a:xfrm>
            <a:custGeom>
              <a:avLst/>
              <a:gdLst>
                <a:gd name="T0" fmla="*/ 92 w 151"/>
                <a:gd name="T1" fmla="*/ 307 h 175"/>
                <a:gd name="T2" fmla="*/ 387 w 151"/>
                <a:gd name="T3" fmla="*/ 947 h 175"/>
                <a:gd name="T4" fmla="*/ 687 w 151"/>
                <a:gd name="T5" fmla="*/ 1366 h 175"/>
                <a:gd name="T6" fmla="*/ 761 w 151"/>
                <a:gd name="T7" fmla="*/ 1865 h 175"/>
                <a:gd name="T8" fmla="*/ 854 w 151"/>
                <a:gd name="T9" fmla="*/ 1388 h 175"/>
                <a:gd name="T10" fmla="*/ 1153 w 151"/>
                <a:gd name="T11" fmla="*/ 1083 h 175"/>
                <a:gd name="T12" fmla="*/ 1133 w 151"/>
                <a:gd name="T13" fmla="*/ 320 h 175"/>
                <a:gd name="T14" fmla="*/ 874 w 151"/>
                <a:gd name="T15" fmla="*/ 35 h 175"/>
                <a:gd name="T16" fmla="*/ 1196 w 151"/>
                <a:gd name="T17" fmla="*/ 136 h 175"/>
                <a:gd name="T18" fmla="*/ 1620 w 151"/>
                <a:gd name="T19" fmla="*/ 777 h 175"/>
                <a:gd name="T20" fmla="*/ 1778 w 151"/>
                <a:gd name="T21" fmla="*/ 1366 h 175"/>
                <a:gd name="T22" fmla="*/ 1945 w 151"/>
                <a:gd name="T23" fmla="*/ 1083 h 175"/>
                <a:gd name="T24" fmla="*/ 2349 w 151"/>
                <a:gd name="T25" fmla="*/ 763 h 175"/>
                <a:gd name="T26" fmla="*/ 2037 w 151"/>
                <a:gd name="T27" fmla="*/ 1289 h 175"/>
                <a:gd name="T28" fmla="*/ 1728 w 151"/>
                <a:gd name="T29" fmla="*/ 2450 h 175"/>
                <a:gd name="T30" fmla="*/ 1403 w 151"/>
                <a:gd name="T31" fmla="*/ 2869 h 175"/>
                <a:gd name="T32" fmla="*/ 1321 w 151"/>
                <a:gd name="T33" fmla="*/ 3234 h 175"/>
                <a:gd name="T34" fmla="*/ 979 w 151"/>
                <a:gd name="T35" fmla="*/ 3248 h 175"/>
                <a:gd name="T36" fmla="*/ 791 w 151"/>
                <a:gd name="T37" fmla="*/ 2791 h 175"/>
                <a:gd name="T38" fmla="*/ 292 w 151"/>
                <a:gd name="T39" fmla="*/ 2073 h 175"/>
                <a:gd name="T40" fmla="*/ 92 w 151"/>
                <a:gd name="T41" fmla="*/ 1062 h 175"/>
                <a:gd name="T42" fmla="*/ 0 w 151"/>
                <a:gd name="T43" fmla="*/ 192 h 175"/>
                <a:gd name="T44" fmla="*/ 92 w 151"/>
                <a:gd name="T45" fmla="*/ 307 h 17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1" h="175">
                  <a:moveTo>
                    <a:pt x="6" y="16"/>
                  </a:moveTo>
                  <a:cubicBezTo>
                    <a:pt x="12" y="26"/>
                    <a:pt x="17" y="39"/>
                    <a:pt x="25" y="50"/>
                  </a:cubicBezTo>
                  <a:cubicBezTo>
                    <a:pt x="32" y="60"/>
                    <a:pt x="40" y="70"/>
                    <a:pt x="44" y="72"/>
                  </a:cubicBezTo>
                  <a:cubicBezTo>
                    <a:pt x="48" y="75"/>
                    <a:pt x="46" y="92"/>
                    <a:pt x="49" y="98"/>
                  </a:cubicBezTo>
                  <a:cubicBezTo>
                    <a:pt x="51" y="87"/>
                    <a:pt x="53" y="82"/>
                    <a:pt x="55" y="73"/>
                  </a:cubicBezTo>
                  <a:cubicBezTo>
                    <a:pt x="57" y="63"/>
                    <a:pt x="66" y="70"/>
                    <a:pt x="74" y="57"/>
                  </a:cubicBezTo>
                  <a:cubicBezTo>
                    <a:pt x="81" y="44"/>
                    <a:pt x="84" y="30"/>
                    <a:pt x="73" y="17"/>
                  </a:cubicBezTo>
                  <a:cubicBezTo>
                    <a:pt x="65" y="9"/>
                    <a:pt x="62" y="4"/>
                    <a:pt x="56" y="2"/>
                  </a:cubicBezTo>
                  <a:cubicBezTo>
                    <a:pt x="50" y="0"/>
                    <a:pt x="66" y="1"/>
                    <a:pt x="77" y="7"/>
                  </a:cubicBezTo>
                  <a:cubicBezTo>
                    <a:pt x="87" y="12"/>
                    <a:pt x="100" y="20"/>
                    <a:pt x="104" y="41"/>
                  </a:cubicBezTo>
                  <a:cubicBezTo>
                    <a:pt x="108" y="62"/>
                    <a:pt x="107" y="69"/>
                    <a:pt x="114" y="72"/>
                  </a:cubicBezTo>
                  <a:cubicBezTo>
                    <a:pt x="120" y="75"/>
                    <a:pt x="124" y="63"/>
                    <a:pt x="125" y="57"/>
                  </a:cubicBezTo>
                  <a:cubicBezTo>
                    <a:pt x="126" y="51"/>
                    <a:pt x="137" y="40"/>
                    <a:pt x="151" y="40"/>
                  </a:cubicBezTo>
                  <a:cubicBezTo>
                    <a:pt x="139" y="47"/>
                    <a:pt x="132" y="52"/>
                    <a:pt x="131" y="68"/>
                  </a:cubicBezTo>
                  <a:cubicBezTo>
                    <a:pt x="130" y="84"/>
                    <a:pt x="127" y="111"/>
                    <a:pt x="111" y="129"/>
                  </a:cubicBezTo>
                  <a:cubicBezTo>
                    <a:pt x="96" y="146"/>
                    <a:pt x="89" y="145"/>
                    <a:pt x="90" y="151"/>
                  </a:cubicBezTo>
                  <a:cubicBezTo>
                    <a:pt x="91" y="156"/>
                    <a:pt x="91" y="168"/>
                    <a:pt x="85" y="170"/>
                  </a:cubicBezTo>
                  <a:cubicBezTo>
                    <a:pt x="78" y="172"/>
                    <a:pt x="69" y="175"/>
                    <a:pt x="63" y="171"/>
                  </a:cubicBezTo>
                  <a:cubicBezTo>
                    <a:pt x="57" y="167"/>
                    <a:pt x="60" y="154"/>
                    <a:pt x="51" y="147"/>
                  </a:cubicBezTo>
                  <a:cubicBezTo>
                    <a:pt x="43" y="140"/>
                    <a:pt x="27" y="128"/>
                    <a:pt x="19" y="109"/>
                  </a:cubicBezTo>
                  <a:cubicBezTo>
                    <a:pt x="13" y="96"/>
                    <a:pt x="8" y="76"/>
                    <a:pt x="6" y="56"/>
                  </a:cubicBezTo>
                  <a:cubicBezTo>
                    <a:pt x="4" y="44"/>
                    <a:pt x="7" y="17"/>
                    <a:pt x="0" y="10"/>
                  </a:cubicBezTo>
                  <a:cubicBezTo>
                    <a:pt x="3" y="12"/>
                    <a:pt x="5" y="13"/>
                    <a:pt x="6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" name="Freeform 10">
              <a:extLst>
                <a:ext uri="{FF2B5EF4-FFF2-40B4-BE49-F238E27FC236}">
                  <a16:creationId xmlns:a16="http://schemas.microsoft.com/office/drawing/2014/main" id="{62AA82E3-8575-4EDD-9DB7-90D69751D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931"/>
              <a:ext cx="205" cy="275"/>
            </a:xfrm>
            <a:custGeom>
              <a:avLst/>
              <a:gdLst>
                <a:gd name="T0" fmla="*/ 83 w 82"/>
                <a:gd name="T1" fmla="*/ 662 h 103"/>
                <a:gd name="T2" fmla="*/ 613 w 82"/>
                <a:gd name="T3" fmla="*/ 171 h 103"/>
                <a:gd name="T4" fmla="*/ 1270 w 82"/>
                <a:gd name="T5" fmla="*/ 93 h 103"/>
                <a:gd name="T6" fmla="*/ 1270 w 82"/>
                <a:gd name="T7" fmla="*/ 136 h 103"/>
                <a:gd name="T8" fmla="*/ 658 w 82"/>
                <a:gd name="T9" fmla="*/ 649 h 103"/>
                <a:gd name="T10" fmla="*/ 0 w 82"/>
                <a:gd name="T11" fmla="*/ 196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03">
                  <a:moveTo>
                    <a:pt x="5" y="35"/>
                  </a:moveTo>
                  <a:cubicBezTo>
                    <a:pt x="14" y="26"/>
                    <a:pt x="25" y="14"/>
                    <a:pt x="39" y="9"/>
                  </a:cubicBezTo>
                  <a:cubicBezTo>
                    <a:pt x="52" y="4"/>
                    <a:pt x="69" y="0"/>
                    <a:pt x="81" y="5"/>
                  </a:cubicBezTo>
                  <a:cubicBezTo>
                    <a:pt x="82" y="5"/>
                    <a:pt x="82" y="7"/>
                    <a:pt x="81" y="7"/>
                  </a:cubicBezTo>
                  <a:cubicBezTo>
                    <a:pt x="74" y="7"/>
                    <a:pt x="55" y="18"/>
                    <a:pt x="42" y="34"/>
                  </a:cubicBezTo>
                  <a:cubicBezTo>
                    <a:pt x="29" y="50"/>
                    <a:pt x="4" y="93"/>
                    <a:pt x="0" y="103"/>
                  </a:cubicBezTo>
                </a:path>
              </a:pathLst>
            </a:custGeom>
            <a:solidFill>
              <a:srgbClr val="BEA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" name="Freeform 11">
              <a:extLst>
                <a:ext uri="{FF2B5EF4-FFF2-40B4-BE49-F238E27FC236}">
                  <a16:creationId xmlns:a16="http://schemas.microsoft.com/office/drawing/2014/main" id="{157833CA-3354-40C5-92C9-A44008877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952"/>
              <a:ext cx="235" cy="486"/>
            </a:xfrm>
            <a:custGeom>
              <a:avLst/>
              <a:gdLst>
                <a:gd name="T0" fmla="*/ 1470 w 94"/>
                <a:gd name="T1" fmla="*/ 0 h 182"/>
                <a:gd name="T2" fmla="*/ 458 w 94"/>
                <a:gd name="T3" fmla="*/ 1482 h 182"/>
                <a:gd name="T4" fmla="*/ 0 w 94"/>
                <a:gd name="T5" fmla="*/ 3466 h 182"/>
                <a:gd name="T6" fmla="*/ 533 w 94"/>
                <a:gd name="T7" fmla="*/ 1469 h 182"/>
                <a:gd name="T8" fmla="*/ 1470 w 94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82">
                  <a:moveTo>
                    <a:pt x="94" y="0"/>
                  </a:moveTo>
                  <a:cubicBezTo>
                    <a:pt x="75" y="1"/>
                    <a:pt x="51" y="32"/>
                    <a:pt x="29" y="78"/>
                  </a:cubicBezTo>
                  <a:cubicBezTo>
                    <a:pt x="10" y="115"/>
                    <a:pt x="0" y="175"/>
                    <a:pt x="0" y="182"/>
                  </a:cubicBezTo>
                  <a:cubicBezTo>
                    <a:pt x="6" y="151"/>
                    <a:pt x="14" y="121"/>
                    <a:pt x="34" y="77"/>
                  </a:cubicBezTo>
                  <a:cubicBezTo>
                    <a:pt x="48" y="44"/>
                    <a:pt x="77" y="5"/>
                    <a:pt x="94" y="0"/>
                  </a:cubicBezTo>
                  <a:close/>
                </a:path>
              </a:pathLst>
            </a:custGeom>
            <a:solidFill>
              <a:srgbClr val="E5D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" name="Freeform 12">
              <a:extLst>
                <a:ext uri="{FF2B5EF4-FFF2-40B4-BE49-F238E27FC236}">
                  <a16:creationId xmlns:a16="http://schemas.microsoft.com/office/drawing/2014/main" id="{EFF1C224-FE92-47DB-A606-C93BB2DF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086"/>
              <a:ext cx="92" cy="208"/>
            </a:xfrm>
            <a:custGeom>
              <a:avLst/>
              <a:gdLst>
                <a:gd name="T0" fmla="*/ 291 w 37"/>
                <a:gd name="T1" fmla="*/ 760 h 78"/>
                <a:gd name="T2" fmla="*/ 0 w 37"/>
                <a:gd name="T3" fmla="*/ 1480 h 78"/>
                <a:gd name="T4" fmla="*/ 569 w 37"/>
                <a:gd name="T5" fmla="*/ 0 h 78"/>
                <a:gd name="T6" fmla="*/ 291 w 37"/>
                <a:gd name="T7" fmla="*/ 76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8">
                  <a:moveTo>
                    <a:pt x="19" y="40"/>
                  </a:moveTo>
                  <a:cubicBezTo>
                    <a:pt x="11" y="57"/>
                    <a:pt x="1" y="75"/>
                    <a:pt x="0" y="78"/>
                  </a:cubicBezTo>
                  <a:cubicBezTo>
                    <a:pt x="11" y="64"/>
                    <a:pt x="36" y="14"/>
                    <a:pt x="37" y="0"/>
                  </a:cubicBezTo>
                  <a:cubicBezTo>
                    <a:pt x="35" y="4"/>
                    <a:pt x="27" y="22"/>
                    <a:pt x="19" y="40"/>
                  </a:cubicBezTo>
                  <a:close/>
                </a:path>
              </a:pathLst>
            </a:custGeom>
            <a:solidFill>
              <a:srgbClr val="E5D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2" name="Freeform 13">
              <a:extLst>
                <a:ext uri="{FF2B5EF4-FFF2-40B4-BE49-F238E27FC236}">
                  <a16:creationId xmlns:a16="http://schemas.microsoft.com/office/drawing/2014/main" id="{F9331982-2DDF-4302-A64B-621A432E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918"/>
              <a:ext cx="583" cy="1026"/>
            </a:xfrm>
            <a:custGeom>
              <a:avLst/>
              <a:gdLst>
                <a:gd name="T0" fmla="*/ 2867 w 233"/>
                <a:gd name="T1" fmla="*/ 0 h 385"/>
                <a:gd name="T2" fmla="*/ 3163 w 233"/>
                <a:gd name="T3" fmla="*/ 1706 h 385"/>
                <a:gd name="T4" fmla="*/ 1679 w 233"/>
                <a:gd name="T5" fmla="*/ 5170 h 385"/>
                <a:gd name="T6" fmla="*/ 1409 w 233"/>
                <a:gd name="T7" fmla="*/ 5583 h 385"/>
                <a:gd name="T8" fmla="*/ 646 w 233"/>
                <a:gd name="T9" fmla="*/ 5434 h 385"/>
                <a:gd name="T10" fmla="*/ 896 w 233"/>
                <a:gd name="T11" fmla="*/ 5810 h 385"/>
                <a:gd name="T12" fmla="*/ 721 w 233"/>
                <a:gd name="T13" fmla="*/ 6377 h 385"/>
                <a:gd name="T14" fmla="*/ 345 w 233"/>
                <a:gd name="T15" fmla="*/ 6241 h 385"/>
                <a:gd name="T16" fmla="*/ 0 w 233"/>
                <a:gd name="T17" fmla="*/ 5775 h 385"/>
                <a:gd name="T18" fmla="*/ 0 w 233"/>
                <a:gd name="T19" fmla="*/ 5775 h 385"/>
                <a:gd name="T20" fmla="*/ 283 w 233"/>
                <a:gd name="T21" fmla="*/ 6377 h 385"/>
                <a:gd name="T22" fmla="*/ 583 w 233"/>
                <a:gd name="T23" fmla="*/ 6796 h 385"/>
                <a:gd name="T24" fmla="*/ 658 w 233"/>
                <a:gd name="T25" fmla="*/ 7286 h 385"/>
                <a:gd name="T26" fmla="*/ 751 w 233"/>
                <a:gd name="T27" fmla="*/ 6812 h 385"/>
                <a:gd name="T28" fmla="*/ 1051 w 233"/>
                <a:gd name="T29" fmla="*/ 6513 h 385"/>
                <a:gd name="T30" fmla="*/ 1033 w 233"/>
                <a:gd name="T31" fmla="*/ 5754 h 385"/>
                <a:gd name="T32" fmla="*/ 771 w 233"/>
                <a:gd name="T33" fmla="*/ 5468 h 385"/>
                <a:gd name="T34" fmla="*/ 1096 w 233"/>
                <a:gd name="T35" fmla="*/ 5562 h 385"/>
                <a:gd name="T36" fmla="*/ 1521 w 233"/>
                <a:gd name="T37" fmla="*/ 6207 h 385"/>
                <a:gd name="T38" fmla="*/ 1679 w 233"/>
                <a:gd name="T39" fmla="*/ 6796 h 385"/>
                <a:gd name="T40" fmla="*/ 1754 w 233"/>
                <a:gd name="T41" fmla="*/ 6774 h 385"/>
                <a:gd name="T42" fmla="*/ 1754 w 233"/>
                <a:gd name="T43" fmla="*/ 6774 h 385"/>
                <a:gd name="T44" fmla="*/ 1754 w 233"/>
                <a:gd name="T45" fmla="*/ 6774 h 385"/>
                <a:gd name="T46" fmla="*/ 1804 w 233"/>
                <a:gd name="T47" fmla="*/ 6433 h 385"/>
                <a:gd name="T48" fmla="*/ 3180 w 233"/>
                <a:gd name="T49" fmla="*/ 2193 h 385"/>
                <a:gd name="T50" fmla="*/ 2867 w 233"/>
                <a:gd name="T51" fmla="*/ 0 h 38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3" h="385">
                  <a:moveTo>
                    <a:pt x="183" y="0"/>
                  </a:moveTo>
                  <a:cubicBezTo>
                    <a:pt x="198" y="12"/>
                    <a:pt x="220" y="49"/>
                    <a:pt x="202" y="90"/>
                  </a:cubicBezTo>
                  <a:cubicBezTo>
                    <a:pt x="184" y="130"/>
                    <a:pt x="114" y="237"/>
                    <a:pt x="107" y="273"/>
                  </a:cubicBezTo>
                  <a:cubicBezTo>
                    <a:pt x="104" y="289"/>
                    <a:pt x="101" y="301"/>
                    <a:pt x="90" y="295"/>
                  </a:cubicBezTo>
                  <a:cubicBezTo>
                    <a:pt x="79" y="288"/>
                    <a:pt x="48" y="281"/>
                    <a:pt x="41" y="287"/>
                  </a:cubicBezTo>
                  <a:cubicBezTo>
                    <a:pt x="44" y="288"/>
                    <a:pt x="53" y="294"/>
                    <a:pt x="57" y="307"/>
                  </a:cubicBezTo>
                  <a:cubicBezTo>
                    <a:pt x="60" y="321"/>
                    <a:pt x="53" y="332"/>
                    <a:pt x="46" y="337"/>
                  </a:cubicBezTo>
                  <a:cubicBezTo>
                    <a:pt x="40" y="341"/>
                    <a:pt x="30" y="340"/>
                    <a:pt x="22" y="330"/>
                  </a:cubicBezTo>
                  <a:cubicBezTo>
                    <a:pt x="14" y="321"/>
                    <a:pt x="0" y="305"/>
                    <a:pt x="0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6" y="315"/>
                    <a:pt x="11" y="327"/>
                    <a:pt x="18" y="337"/>
                  </a:cubicBezTo>
                  <a:cubicBezTo>
                    <a:pt x="25" y="347"/>
                    <a:pt x="33" y="357"/>
                    <a:pt x="37" y="359"/>
                  </a:cubicBezTo>
                  <a:cubicBezTo>
                    <a:pt x="41" y="362"/>
                    <a:pt x="39" y="379"/>
                    <a:pt x="42" y="385"/>
                  </a:cubicBezTo>
                  <a:cubicBezTo>
                    <a:pt x="44" y="374"/>
                    <a:pt x="46" y="369"/>
                    <a:pt x="48" y="360"/>
                  </a:cubicBezTo>
                  <a:cubicBezTo>
                    <a:pt x="50" y="350"/>
                    <a:pt x="59" y="357"/>
                    <a:pt x="67" y="344"/>
                  </a:cubicBezTo>
                  <a:cubicBezTo>
                    <a:pt x="74" y="331"/>
                    <a:pt x="77" y="317"/>
                    <a:pt x="66" y="304"/>
                  </a:cubicBezTo>
                  <a:cubicBezTo>
                    <a:pt x="58" y="296"/>
                    <a:pt x="55" y="291"/>
                    <a:pt x="49" y="289"/>
                  </a:cubicBezTo>
                  <a:cubicBezTo>
                    <a:pt x="43" y="287"/>
                    <a:pt x="59" y="288"/>
                    <a:pt x="70" y="294"/>
                  </a:cubicBezTo>
                  <a:cubicBezTo>
                    <a:pt x="80" y="299"/>
                    <a:pt x="93" y="307"/>
                    <a:pt x="97" y="328"/>
                  </a:cubicBezTo>
                  <a:cubicBezTo>
                    <a:pt x="101" y="349"/>
                    <a:pt x="100" y="356"/>
                    <a:pt x="107" y="359"/>
                  </a:cubicBezTo>
                  <a:cubicBezTo>
                    <a:pt x="109" y="360"/>
                    <a:pt x="111" y="360"/>
                    <a:pt x="112" y="358"/>
                  </a:cubicBezTo>
                  <a:cubicBezTo>
                    <a:pt x="112" y="358"/>
                    <a:pt x="112" y="358"/>
                    <a:pt x="112" y="358"/>
                  </a:cubicBezTo>
                  <a:cubicBezTo>
                    <a:pt x="112" y="358"/>
                    <a:pt x="112" y="358"/>
                    <a:pt x="112" y="358"/>
                  </a:cubicBezTo>
                  <a:cubicBezTo>
                    <a:pt x="114" y="351"/>
                    <a:pt x="115" y="345"/>
                    <a:pt x="115" y="340"/>
                  </a:cubicBezTo>
                  <a:cubicBezTo>
                    <a:pt x="123" y="244"/>
                    <a:pt x="172" y="173"/>
                    <a:pt x="203" y="116"/>
                  </a:cubicBezTo>
                  <a:cubicBezTo>
                    <a:pt x="233" y="58"/>
                    <a:pt x="215" y="12"/>
                    <a:pt x="183" y="0"/>
                  </a:cubicBezTo>
                  <a:close/>
                </a:path>
              </a:pathLst>
            </a:custGeom>
            <a:solidFill>
              <a:srgbClr val="895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3" name="Freeform 14">
              <a:extLst>
                <a:ext uri="{FF2B5EF4-FFF2-40B4-BE49-F238E27FC236}">
                  <a16:creationId xmlns:a16="http://schemas.microsoft.com/office/drawing/2014/main" id="{247AE63C-6AA9-480F-8CD5-89FB8A95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971"/>
              <a:ext cx="51" cy="144"/>
            </a:xfrm>
            <a:custGeom>
              <a:avLst/>
              <a:gdLst>
                <a:gd name="T0" fmla="*/ 0 w 20"/>
                <a:gd name="T1" fmla="*/ 776 h 54"/>
                <a:gd name="T2" fmla="*/ 201 w 20"/>
                <a:gd name="T3" fmla="*/ 35 h 54"/>
                <a:gd name="T4" fmla="*/ 235 w 20"/>
                <a:gd name="T5" fmla="*/ 21 h 54"/>
                <a:gd name="T6" fmla="*/ 332 w 20"/>
                <a:gd name="T7" fmla="*/ 376 h 54"/>
                <a:gd name="T8" fmla="*/ 268 w 20"/>
                <a:gd name="T9" fmla="*/ 10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4">
                  <a:moveTo>
                    <a:pt x="0" y="41"/>
                  </a:moveTo>
                  <a:cubicBezTo>
                    <a:pt x="3" y="33"/>
                    <a:pt x="11" y="17"/>
                    <a:pt x="12" y="2"/>
                  </a:cubicBezTo>
                  <a:cubicBezTo>
                    <a:pt x="12" y="1"/>
                    <a:pt x="13" y="0"/>
                    <a:pt x="14" y="1"/>
                  </a:cubicBezTo>
                  <a:cubicBezTo>
                    <a:pt x="17" y="7"/>
                    <a:pt x="19" y="14"/>
                    <a:pt x="20" y="20"/>
                  </a:cubicBezTo>
                  <a:cubicBezTo>
                    <a:pt x="20" y="29"/>
                    <a:pt x="19" y="46"/>
                    <a:pt x="16" y="54"/>
                  </a:cubicBezTo>
                </a:path>
              </a:pathLst>
            </a:custGeom>
            <a:solidFill>
              <a:srgbClr val="BEA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4" name="Freeform 15">
              <a:extLst>
                <a:ext uri="{FF2B5EF4-FFF2-40B4-BE49-F238E27FC236}">
                  <a16:creationId xmlns:a16="http://schemas.microsoft.com/office/drawing/2014/main" id="{9F4F5CDF-7C8B-4D2D-9F51-E7E8A7AA2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904"/>
              <a:ext cx="245" cy="494"/>
            </a:xfrm>
            <a:custGeom>
              <a:avLst/>
              <a:gdLst>
                <a:gd name="T0" fmla="*/ 1470 w 98"/>
                <a:gd name="T1" fmla="*/ 513 h 185"/>
                <a:gd name="T2" fmla="*/ 533 w 98"/>
                <a:gd name="T3" fmla="*/ 1698 h 185"/>
                <a:gd name="T4" fmla="*/ 83 w 98"/>
                <a:gd name="T5" fmla="*/ 3159 h 185"/>
                <a:gd name="T6" fmla="*/ 563 w 98"/>
                <a:gd name="T7" fmla="*/ 3236 h 185"/>
                <a:gd name="T8" fmla="*/ 1375 w 98"/>
                <a:gd name="T9" fmla="*/ 1904 h 185"/>
                <a:gd name="T10" fmla="*/ 1520 w 98"/>
                <a:gd name="T11" fmla="*/ 1242 h 185"/>
                <a:gd name="T12" fmla="*/ 1458 w 98"/>
                <a:gd name="T13" fmla="*/ 593 h 1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85">
                  <a:moveTo>
                    <a:pt x="94" y="27"/>
                  </a:moveTo>
                  <a:cubicBezTo>
                    <a:pt x="79" y="0"/>
                    <a:pt x="37" y="82"/>
                    <a:pt x="34" y="89"/>
                  </a:cubicBezTo>
                  <a:cubicBezTo>
                    <a:pt x="24" y="111"/>
                    <a:pt x="0" y="139"/>
                    <a:pt x="5" y="166"/>
                  </a:cubicBezTo>
                  <a:cubicBezTo>
                    <a:pt x="8" y="185"/>
                    <a:pt x="23" y="177"/>
                    <a:pt x="36" y="170"/>
                  </a:cubicBezTo>
                  <a:cubicBezTo>
                    <a:pt x="64" y="156"/>
                    <a:pt x="78" y="129"/>
                    <a:pt x="88" y="100"/>
                  </a:cubicBezTo>
                  <a:cubicBezTo>
                    <a:pt x="92" y="88"/>
                    <a:pt x="96" y="77"/>
                    <a:pt x="97" y="65"/>
                  </a:cubicBezTo>
                  <a:cubicBezTo>
                    <a:pt x="98" y="53"/>
                    <a:pt x="94" y="43"/>
                    <a:pt x="93" y="31"/>
                  </a:cubicBezTo>
                </a:path>
              </a:pathLst>
            </a:custGeom>
            <a:solidFill>
              <a:srgbClr val="A27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5" name="Freeform 16">
              <a:extLst>
                <a:ext uri="{FF2B5EF4-FFF2-40B4-BE49-F238E27FC236}">
                  <a16:creationId xmlns:a16="http://schemas.microsoft.com/office/drawing/2014/main" id="{1856FCED-82DC-48F9-A2AC-6878427C7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742"/>
              <a:ext cx="135" cy="344"/>
            </a:xfrm>
            <a:custGeom>
              <a:avLst/>
              <a:gdLst>
                <a:gd name="T0" fmla="*/ 458 w 54"/>
                <a:gd name="T1" fmla="*/ 627 h 129"/>
                <a:gd name="T2" fmla="*/ 550 w 54"/>
                <a:gd name="T3" fmla="*/ 1024 h 129"/>
                <a:gd name="T4" fmla="*/ 783 w 54"/>
                <a:gd name="T5" fmla="*/ 989 h 129"/>
                <a:gd name="T6" fmla="*/ 783 w 54"/>
                <a:gd name="T7" fmla="*/ 1387 h 129"/>
                <a:gd name="T8" fmla="*/ 613 w 54"/>
                <a:gd name="T9" fmla="*/ 1877 h 129"/>
                <a:gd name="T10" fmla="*/ 375 w 54"/>
                <a:gd name="T11" fmla="*/ 2141 h 129"/>
                <a:gd name="T12" fmla="*/ 208 w 54"/>
                <a:gd name="T13" fmla="*/ 2424 h 129"/>
                <a:gd name="T14" fmla="*/ 33 w 54"/>
                <a:gd name="T15" fmla="*/ 2445 h 129"/>
                <a:gd name="T16" fmla="*/ 0 w 54"/>
                <a:gd name="T17" fmla="*/ 2389 h 129"/>
                <a:gd name="T18" fmla="*/ 208 w 54"/>
                <a:gd name="T19" fmla="*/ 2184 h 129"/>
                <a:gd name="T20" fmla="*/ 375 w 54"/>
                <a:gd name="T21" fmla="*/ 1955 h 129"/>
                <a:gd name="T22" fmla="*/ 395 w 54"/>
                <a:gd name="T23" fmla="*/ 1763 h 129"/>
                <a:gd name="T24" fmla="*/ 345 w 54"/>
                <a:gd name="T25" fmla="*/ 1629 h 129"/>
                <a:gd name="T26" fmla="*/ 375 w 54"/>
                <a:gd name="T27" fmla="*/ 1387 h 129"/>
                <a:gd name="T28" fmla="*/ 345 w 54"/>
                <a:gd name="T29" fmla="*/ 1059 h 129"/>
                <a:gd name="T30" fmla="*/ 395 w 54"/>
                <a:gd name="T31" fmla="*/ 547 h 129"/>
                <a:gd name="T32" fmla="*/ 283 w 54"/>
                <a:gd name="T33" fmla="*/ 0 h 129"/>
                <a:gd name="T34" fmla="*/ 408 w 54"/>
                <a:gd name="T35" fmla="*/ 307 h 129"/>
                <a:gd name="T36" fmla="*/ 458 w 54"/>
                <a:gd name="T37" fmla="*/ 605 h 1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4" h="129">
                  <a:moveTo>
                    <a:pt x="29" y="33"/>
                  </a:moveTo>
                  <a:cubicBezTo>
                    <a:pt x="31" y="40"/>
                    <a:pt x="29" y="49"/>
                    <a:pt x="35" y="54"/>
                  </a:cubicBezTo>
                  <a:cubicBezTo>
                    <a:pt x="39" y="59"/>
                    <a:pt x="45" y="56"/>
                    <a:pt x="50" y="52"/>
                  </a:cubicBezTo>
                  <a:cubicBezTo>
                    <a:pt x="54" y="60"/>
                    <a:pt x="53" y="65"/>
                    <a:pt x="50" y="73"/>
                  </a:cubicBezTo>
                  <a:cubicBezTo>
                    <a:pt x="48" y="82"/>
                    <a:pt x="43" y="91"/>
                    <a:pt x="39" y="99"/>
                  </a:cubicBezTo>
                  <a:cubicBezTo>
                    <a:pt x="35" y="106"/>
                    <a:pt x="30" y="109"/>
                    <a:pt x="24" y="113"/>
                  </a:cubicBezTo>
                  <a:cubicBezTo>
                    <a:pt x="19" y="117"/>
                    <a:pt x="13" y="122"/>
                    <a:pt x="13" y="128"/>
                  </a:cubicBezTo>
                  <a:cubicBezTo>
                    <a:pt x="10" y="125"/>
                    <a:pt x="5" y="128"/>
                    <a:pt x="2" y="129"/>
                  </a:cubicBezTo>
                  <a:cubicBezTo>
                    <a:pt x="1" y="129"/>
                    <a:pt x="0" y="126"/>
                    <a:pt x="0" y="126"/>
                  </a:cubicBezTo>
                  <a:cubicBezTo>
                    <a:pt x="5" y="123"/>
                    <a:pt x="9" y="118"/>
                    <a:pt x="13" y="115"/>
                  </a:cubicBezTo>
                  <a:cubicBezTo>
                    <a:pt x="17" y="111"/>
                    <a:pt x="22" y="108"/>
                    <a:pt x="24" y="103"/>
                  </a:cubicBezTo>
                  <a:cubicBezTo>
                    <a:pt x="27" y="99"/>
                    <a:pt x="26" y="97"/>
                    <a:pt x="25" y="93"/>
                  </a:cubicBezTo>
                  <a:cubicBezTo>
                    <a:pt x="24" y="90"/>
                    <a:pt x="22" y="90"/>
                    <a:pt x="22" y="86"/>
                  </a:cubicBezTo>
                  <a:cubicBezTo>
                    <a:pt x="23" y="82"/>
                    <a:pt x="24" y="77"/>
                    <a:pt x="24" y="73"/>
                  </a:cubicBezTo>
                  <a:cubicBezTo>
                    <a:pt x="24" y="67"/>
                    <a:pt x="23" y="62"/>
                    <a:pt x="22" y="56"/>
                  </a:cubicBezTo>
                  <a:cubicBezTo>
                    <a:pt x="21" y="48"/>
                    <a:pt x="25" y="38"/>
                    <a:pt x="25" y="29"/>
                  </a:cubicBezTo>
                  <a:cubicBezTo>
                    <a:pt x="25" y="23"/>
                    <a:pt x="21" y="4"/>
                    <a:pt x="18" y="0"/>
                  </a:cubicBezTo>
                  <a:cubicBezTo>
                    <a:pt x="22" y="2"/>
                    <a:pt x="25" y="9"/>
                    <a:pt x="26" y="16"/>
                  </a:cubicBezTo>
                  <a:cubicBezTo>
                    <a:pt x="27" y="21"/>
                    <a:pt x="29" y="27"/>
                    <a:pt x="29" y="32"/>
                  </a:cubicBezTo>
                </a:path>
              </a:pathLst>
            </a:custGeom>
            <a:solidFill>
              <a:srgbClr val="B7B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6" name="Freeform 17">
              <a:extLst>
                <a:ext uri="{FF2B5EF4-FFF2-40B4-BE49-F238E27FC236}">
                  <a16:creationId xmlns:a16="http://schemas.microsoft.com/office/drawing/2014/main" id="{1E5CB9AA-D908-4DD8-B950-6F37B8D8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747"/>
              <a:ext cx="97" cy="205"/>
            </a:xfrm>
            <a:custGeom>
              <a:avLst/>
              <a:gdLst>
                <a:gd name="T0" fmla="*/ 75 w 39"/>
                <a:gd name="T1" fmla="*/ 264 h 77"/>
                <a:gd name="T2" fmla="*/ 229 w 39"/>
                <a:gd name="T3" fmla="*/ 567 h 77"/>
                <a:gd name="T4" fmla="*/ 403 w 39"/>
                <a:gd name="T5" fmla="*/ 828 h 77"/>
                <a:gd name="T6" fmla="*/ 525 w 39"/>
                <a:gd name="T7" fmla="*/ 1020 h 77"/>
                <a:gd name="T8" fmla="*/ 599 w 39"/>
                <a:gd name="T9" fmla="*/ 1454 h 77"/>
                <a:gd name="T10" fmla="*/ 465 w 39"/>
                <a:gd name="T11" fmla="*/ 1113 h 77"/>
                <a:gd name="T12" fmla="*/ 229 w 39"/>
                <a:gd name="T13" fmla="*/ 793 h 77"/>
                <a:gd name="T14" fmla="*/ 104 w 39"/>
                <a:gd name="T15" fmla="*/ 546 h 77"/>
                <a:gd name="T16" fmla="*/ 42 w 39"/>
                <a:gd name="T17" fmla="*/ 304 h 77"/>
                <a:gd name="T18" fmla="*/ 12 w 39"/>
                <a:gd name="T19" fmla="*/ 136 h 77"/>
                <a:gd name="T20" fmla="*/ 0 w 39"/>
                <a:gd name="T21" fmla="*/ 0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77">
                  <a:moveTo>
                    <a:pt x="5" y="14"/>
                  </a:moveTo>
                  <a:cubicBezTo>
                    <a:pt x="9" y="18"/>
                    <a:pt x="11" y="26"/>
                    <a:pt x="15" y="30"/>
                  </a:cubicBezTo>
                  <a:cubicBezTo>
                    <a:pt x="19" y="35"/>
                    <a:pt x="22" y="39"/>
                    <a:pt x="26" y="44"/>
                  </a:cubicBezTo>
                  <a:cubicBezTo>
                    <a:pt x="30" y="48"/>
                    <a:pt x="32" y="49"/>
                    <a:pt x="34" y="54"/>
                  </a:cubicBezTo>
                  <a:cubicBezTo>
                    <a:pt x="37" y="62"/>
                    <a:pt x="36" y="69"/>
                    <a:pt x="39" y="77"/>
                  </a:cubicBezTo>
                  <a:cubicBezTo>
                    <a:pt x="35" y="75"/>
                    <a:pt x="32" y="64"/>
                    <a:pt x="30" y="59"/>
                  </a:cubicBezTo>
                  <a:cubicBezTo>
                    <a:pt x="26" y="52"/>
                    <a:pt x="19" y="49"/>
                    <a:pt x="15" y="42"/>
                  </a:cubicBezTo>
                  <a:cubicBezTo>
                    <a:pt x="12" y="38"/>
                    <a:pt x="9" y="34"/>
                    <a:pt x="7" y="29"/>
                  </a:cubicBezTo>
                  <a:cubicBezTo>
                    <a:pt x="5" y="25"/>
                    <a:pt x="5" y="21"/>
                    <a:pt x="3" y="16"/>
                  </a:cubicBezTo>
                  <a:cubicBezTo>
                    <a:pt x="2" y="13"/>
                    <a:pt x="1" y="11"/>
                    <a:pt x="1" y="7"/>
                  </a:cubicBezTo>
                  <a:cubicBezTo>
                    <a:pt x="1" y="4"/>
                    <a:pt x="2" y="2"/>
                    <a:pt x="0" y="0"/>
                  </a:cubicBezTo>
                </a:path>
              </a:pathLst>
            </a:custGeom>
            <a:solidFill>
              <a:srgbClr val="B7B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7" name="Freeform 18">
              <a:extLst>
                <a:ext uri="{FF2B5EF4-FFF2-40B4-BE49-F238E27FC236}">
                  <a16:creationId xmlns:a16="http://schemas.microsoft.com/office/drawing/2014/main" id="{0169E0BA-D5E7-48AE-9A57-A42CE7CDC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070"/>
              <a:ext cx="75" cy="69"/>
            </a:xfrm>
            <a:custGeom>
              <a:avLst/>
              <a:gdLst>
                <a:gd name="T0" fmla="*/ 0 w 30"/>
                <a:gd name="T1" fmla="*/ 226 h 26"/>
                <a:gd name="T2" fmla="*/ 125 w 30"/>
                <a:gd name="T3" fmla="*/ 464 h 26"/>
                <a:gd name="T4" fmla="*/ 425 w 30"/>
                <a:gd name="T5" fmla="*/ 93 h 26"/>
                <a:gd name="T6" fmla="*/ 363 w 30"/>
                <a:gd name="T7" fmla="*/ 21 h 26"/>
                <a:gd name="T8" fmla="*/ 250 w 30"/>
                <a:gd name="T9" fmla="*/ 21 h 26"/>
                <a:gd name="T10" fmla="*/ 145 w 30"/>
                <a:gd name="T11" fmla="*/ 170 h 26"/>
                <a:gd name="T12" fmla="*/ 20 w 30"/>
                <a:gd name="T13" fmla="*/ 19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0" y="12"/>
                  </a:moveTo>
                  <a:cubicBezTo>
                    <a:pt x="1" y="19"/>
                    <a:pt x="5" y="25"/>
                    <a:pt x="8" y="25"/>
                  </a:cubicBezTo>
                  <a:cubicBezTo>
                    <a:pt x="22" y="26"/>
                    <a:pt x="30" y="23"/>
                    <a:pt x="27" y="5"/>
                  </a:cubicBezTo>
                  <a:cubicBezTo>
                    <a:pt x="26" y="2"/>
                    <a:pt x="27" y="2"/>
                    <a:pt x="23" y="1"/>
                  </a:cubicBezTo>
                  <a:cubicBezTo>
                    <a:pt x="21" y="0"/>
                    <a:pt x="18" y="0"/>
                    <a:pt x="16" y="1"/>
                  </a:cubicBezTo>
                  <a:cubicBezTo>
                    <a:pt x="13" y="3"/>
                    <a:pt x="12" y="7"/>
                    <a:pt x="9" y="9"/>
                  </a:cubicBezTo>
                  <a:cubicBezTo>
                    <a:pt x="7" y="11"/>
                    <a:pt x="3" y="9"/>
                    <a:pt x="1" y="10"/>
                  </a:cubicBezTo>
                </a:path>
              </a:pathLst>
            </a:custGeom>
            <a:solidFill>
              <a:srgbClr val="B7B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8" name="Freeform 19">
              <a:extLst>
                <a:ext uri="{FF2B5EF4-FFF2-40B4-BE49-F238E27FC236}">
                  <a16:creationId xmlns:a16="http://schemas.microsoft.com/office/drawing/2014/main" id="{44DC18A6-F33A-40CB-9605-36774AD5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838"/>
              <a:ext cx="33" cy="82"/>
            </a:xfrm>
            <a:custGeom>
              <a:avLst/>
              <a:gdLst>
                <a:gd name="T0" fmla="*/ 96 w 13"/>
                <a:gd name="T1" fmla="*/ 574 h 31"/>
                <a:gd name="T2" fmla="*/ 160 w 13"/>
                <a:gd name="T3" fmla="*/ 405 h 31"/>
                <a:gd name="T4" fmla="*/ 180 w 13"/>
                <a:gd name="T5" fmla="*/ 259 h 31"/>
                <a:gd name="T6" fmla="*/ 213 w 13"/>
                <a:gd name="T7" fmla="*/ 0 h 31"/>
                <a:gd name="T8" fmla="*/ 129 w 13"/>
                <a:gd name="T9" fmla="*/ 204 h 31"/>
                <a:gd name="T10" fmla="*/ 96 w 13"/>
                <a:gd name="T11" fmla="*/ 294 h 31"/>
                <a:gd name="T12" fmla="*/ 0 w 13"/>
                <a:gd name="T13" fmla="*/ 42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1">
                  <a:moveTo>
                    <a:pt x="6" y="31"/>
                  </a:moveTo>
                  <a:cubicBezTo>
                    <a:pt x="8" y="30"/>
                    <a:pt x="9" y="25"/>
                    <a:pt x="10" y="22"/>
                  </a:cubicBezTo>
                  <a:cubicBezTo>
                    <a:pt x="11" y="20"/>
                    <a:pt x="11" y="17"/>
                    <a:pt x="11" y="14"/>
                  </a:cubicBezTo>
                  <a:cubicBezTo>
                    <a:pt x="12" y="9"/>
                    <a:pt x="11" y="4"/>
                    <a:pt x="13" y="0"/>
                  </a:cubicBezTo>
                  <a:cubicBezTo>
                    <a:pt x="11" y="3"/>
                    <a:pt x="9" y="7"/>
                    <a:pt x="8" y="11"/>
                  </a:cubicBezTo>
                  <a:cubicBezTo>
                    <a:pt x="7" y="13"/>
                    <a:pt x="7" y="15"/>
                    <a:pt x="6" y="16"/>
                  </a:cubicBezTo>
                  <a:cubicBezTo>
                    <a:pt x="4" y="19"/>
                    <a:pt x="1" y="20"/>
                    <a:pt x="0" y="23"/>
                  </a:cubicBezTo>
                </a:path>
              </a:pathLst>
            </a:custGeom>
            <a:solidFill>
              <a:srgbClr val="B7B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9" name="Freeform 20">
              <a:extLst>
                <a:ext uri="{FF2B5EF4-FFF2-40B4-BE49-F238E27FC236}">
                  <a16:creationId xmlns:a16="http://schemas.microsoft.com/office/drawing/2014/main" id="{F62DC491-6C91-4491-A508-2C1796BA6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779"/>
              <a:ext cx="85" cy="179"/>
            </a:xfrm>
            <a:custGeom>
              <a:avLst/>
              <a:gdLst>
                <a:gd name="T0" fmla="*/ 20 w 34"/>
                <a:gd name="T1" fmla="*/ 1085 h 67"/>
                <a:gd name="T2" fmla="*/ 63 w 34"/>
                <a:gd name="T3" fmla="*/ 858 h 67"/>
                <a:gd name="T4" fmla="*/ 113 w 34"/>
                <a:gd name="T5" fmla="*/ 729 h 67"/>
                <a:gd name="T6" fmla="*/ 270 w 34"/>
                <a:gd name="T7" fmla="*/ 593 h 67"/>
                <a:gd name="T8" fmla="*/ 345 w 34"/>
                <a:gd name="T9" fmla="*/ 492 h 67"/>
                <a:gd name="T10" fmla="*/ 395 w 34"/>
                <a:gd name="T11" fmla="*/ 342 h 67"/>
                <a:gd name="T12" fmla="*/ 488 w 34"/>
                <a:gd name="T13" fmla="*/ 0 h 67"/>
                <a:gd name="T14" fmla="*/ 425 w 34"/>
                <a:gd name="T15" fmla="*/ 379 h 67"/>
                <a:gd name="T16" fmla="*/ 313 w 34"/>
                <a:gd name="T17" fmla="*/ 729 h 67"/>
                <a:gd name="T18" fmla="*/ 208 w 34"/>
                <a:gd name="T19" fmla="*/ 785 h 67"/>
                <a:gd name="T20" fmla="*/ 125 w 34"/>
                <a:gd name="T21" fmla="*/ 914 h 67"/>
                <a:gd name="T22" fmla="*/ 63 w 34"/>
                <a:gd name="T23" fmla="*/ 1106 h 67"/>
                <a:gd name="T24" fmla="*/ 20 w 34"/>
                <a:gd name="T25" fmla="*/ 1256 h 67"/>
                <a:gd name="T26" fmla="*/ 0 w 34"/>
                <a:gd name="T27" fmla="*/ 1256 h 67"/>
                <a:gd name="T28" fmla="*/ 20 w 34"/>
                <a:gd name="T29" fmla="*/ 1085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" h="67">
                  <a:moveTo>
                    <a:pt x="1" y="57"/>
                  </a:moveTo>
                  <a:cubicBezTo>
                    <a:pt x="2" y="53"/>
                    <a:pt x="3" y="49"/>
                    <a:pt x="4" y="45"/>
                  </a:cubicBezTo>
                  <a:cubicBezTo>
                    <a:pt x="5" y="43"/>
                    <a:pt x="5" y="40"/>
                    <a:pt x="7" y="38"/>
                  </a:cubicBezTo>
                  <a:cubicBezTo>
                    <a:pt x="9" y="34"/>
                    <a:pt x="14" y="34"/>
                    <a:pt x="17" y="31"/>
                  </a:cubicBezTo>
                  <a:cubicBezTo>
                    <a:pt x="19" y="30"/>
                    <a:pt x="20" y="28"/>
                    <a:pt x="22" y="26"/>
                  </a:cubicBezTo>
                  <a:cubicBezTo>
                    <a:pt x="24" y="24"/>
                    <a:pt x="24" y="21"/>
                    <a:pt x="25" y="18"/>
                  </a:cubicBezTo>
                  <a:cubicBezTo>
                    <a:pt x="28" y="13"/>
                    <a:pt x="32" y="5"/>
                    <a:pt x="31" y="0"/>
                  </a:cubicBezTo>
                  <a:cubicBezTo>
                    <a:pt x="34" y="6"/>
                    <a:pt x="30" y="15"/>
                    <a:pt x="27" y="20"/>
                  </a:cubicBezTo>
                  <a:cubicBezTo>
                    <a:pt x="25" y="25"/>
                    <a:pt x="25" y="35"/>
                    <a:pt x="20" y="38"/>
                  </a:cubicBezTo>
                  <a:cubicBezTo>
                    <a:pt x="18" y="39"/>
                    <a:pt x="15" y="40"/>
                    <a:pt x="13" y="41"/>
                  </a:cubicBezTo>
                  <a:cubicBezTo>
                    <a:pt x="8" y="43"/>
                    <a:pt x="10" y="44"/>
                    <a:pt x="8" y="48"/>
                  </a:cubicBezTo>
                  <a:cubicBezTo>
                    <a:pt x="7" y="51"/>
                    <a:pt x="5" y="54"/>
                    <a:pt x="4" y="58"/>
                  </a:cubicBezTo>
                  <a:cubicBezTo>
                    <a:pt x="3" y="61"/>
                    <a:pt x="2" y="64"/>
                    <a:pt x="1" y="66"/>
                  </a:cubicBezTo>
                  <a:cubicBezTo>
                    <a:pt x="0" y="66"/>
                    <a:pt x="0" y="67"/>
                    <a:pt x="0" y="66"/>
                  </a:cubicBezTo>
                  <a:cubicBezTo>
                    <a:pt x="1" y="65"/>
                    <a:pt x="1" y="59"/>
                    <a:pt x="1" y="57"/>
                  </a:cubicBezTo>
                </a:path>
              </a:pathLst>
            </a:custGeom>
            <a:solidFill>
              <a:srgbClr val="E8E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0" name="Freeform 21">
              <a:extLst>
                <a:ext uri="{FF2B5EF4-FFF2-40B4-BE49-F238E27FC236}">
                  <a16:creationId xmlns:a16="http://schemas.microsoft.com/office/drawing/2014/main" id="{E10FDFE4-27BE-4D7C-9AD5-51C8B9CAF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862"/>
              <a:ext cx="108" cy="205"/>
            </a:xfrm>
            <a:custGeom>
              <a:avLst/>
              <a:gdLst>
                <a:gd name="T0" fmla="*/ 0 w 43"/>
                <a:gd name="T1" fmla="*/ 0 h 77"/>
                <a:gd name="T2" fmla="*/ 50 w 43"/>
                <a:gd name="T3" fmla="*/ 226 h 77"/>
                <a:gd name="T4" fmla="*/ 63 w 43"/>
                <a:gd name="T5" fmla="*/ 319 h 77"/>
                <a:gd name="T6" fmla="*/ 113 w 43"/>
                <a:gd name="T7" fmla="*/ 546 h 77"/>
                <a:gd name="T8" fmla="*/ 221 w 43"/>
                <a:gd name="T9" fmla="*/ 865 h 77"/>
                <a:gd name="T10" fmla="*/ 429 w 43"/>
                <a:gd name="T11" fmla="*/ 1190 h 77"/>
                <a:gd name="T12" fmla="*/ 600 w 43"/>
                <a:gd name="T13" fmla="*/ 1305 h 77"/>
                <a:gd name="T14" fmla="*/ 681 w 43"/>
                <a:gd name="T15" fmla="*/ 1454 h 77"/>
                <a:gd name="T16" fmla="*/ 492 w 43"/>
                <a:gd name="T17" fmla="*/ 1113 h 77"/>
                <a:gd name="T18" fmla="*/ 271 w 43"/>
                <a:gd name="T19" fmla="*/ 737 h 77"/>
                <a:gd name="T20" fmla="*/ 176 w 43"/>
                <a:gd name="T21" fmla="*/ 546 h 77"/>
                <a:gd name="T22" fmla="*/ 113 w 43"/>
                <a:gd name="T23" fmla="*/ 341 h 77"/>
                <a:gd name="T24" fmla="*/ 33 w 43"/>
                <a:gd name="T25" fmla="*/ 136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77">
                  <a:moveTo>
                    <a:pt x="0" y="0"/>
                  </a:moveTo>
                  <a:cubicBezTo>
                    <a:pt x="1" y="4"/>
                    <a:pt x="1" y="8"/>
                    <a:pt x="3" y="12"/>
                  </a:cubicBezTo>
                  <a:cubicBezTo>
                    <a:pt x="3" y="13"/>
                    <a:pt x="4" y="15"/>
                    <a:pt x="4" y="17"/>
                  </a:cubicBezTo>
                  <a:cubicBezTo>
                    <a:pt x="5" y="21"/>
                    <a:pt x="6" y="25"/>
                    <a:pt x="7" y="29"/>
                  </a:cubicBezTo>
                  <a:cubicBezTo>
                    <a:pt x="9" y="35"/>
                    <a:pt x="11" y="40"/>
                    <a:pt x="14" y="46"/>
                  </a:cubicBezTo>
                  <a:cubicBezTo>
                    <a:pt x="17" y="52"/>
                    <a:pt x="22" y="58"/>
                    <a:pt x="27" y="63"/>
                  </a:cubicBezTo>
                  <a:cubicBezTo>
                    <a:pt x="30" y="66"/>
                    <a:pt x="34" y="67"/>
                    <a:pt x="38" y="69"/>
                  </a:cubicBezTo>
                  <a:cubicBezTo>
                    <a:pt x="40" y="71"/>
                    <a:pt x="42" y="74"/>
                    <a:pt x="43" y="77"/>
                  </a:cubicBezTo>
                  <a:cubicBezTo>
                    <a:pt x="42" y="71"/>
                    <a:pt x="37" y="63"/>
                    <a:pt x="31" y="59"/>
                  </a:cubicBezTo>
                  <a:cubicBezTo>
                    <a:pt x="25" y="54"/>
                    <a:pt x="22" y="46"/>
                    <a:pt x="17" y="39"/>
                  </a:cubicBezTo>
                  <a:cubicBezTo>
                    <a:pt x="15" y="35"/>
                    <a:pt x="13" y="32"/>
                    <a:pt x="11" y="29"/>
                  </a:cubicBezTo>
                  <a:cubicBezTo>
                    <a:pt x="10" y="25"/>
                    <a:pt x="9" y="22"/>
                    <a:pt x="7" y="18"/>
                  </a:cubicBezTo>
                  <a:cubicBezTo>
                    <a:pt x="6" y="15"/>
                    <a:pt x="4" y="11"/>
                    <a:pt x="2" y="7"/>
                  </a:cubicBezTo>
                </a:path>
              </a:pathLst>
            </a:custGeom>
            <a:solidFill>
              <a:srgbClr val="E8E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1" name="Freeform 22">
              <a:extLst>
                <a:ext uri="{FF2B5EF4-FFF2-40B4-BE49-F238E27FC236}">
                  <a16:creationId xmlns:a16="http://schemas.microsoft.com/office/drawing/2014/main" id="{8BB27D95-226C-496D-889F-032024BA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840"/>
              <a:ext cx="55" cy="64"/>
            </a:xfrm>
            <a:custGeom>
              <a:avLst/>
              <a:gdLst>
                <a:gd name="T0" fmla="*/ 0 w 22"/>
                <a:gd name="T1" fmla="*/ 456 h 24"/>
                <a:gd name="T2" fmla="*/ 50 w 22"/>
                <a:gd name="T3" fmla="*/ 285 h 24"/>
                <a:gd name="T4" fmla="*/ 125 w 22"/>
                <a:gd name="T5" fmla="*/ 205 h 24"/>
                <a:gd name="T6" fmla="*/ 345 w 22"/>
                <a:gd name="T7" fmla="*/ 0 h 24"/>
                <a:gd name="T8" fmla="*/ 220 w 22"/>
                <a:gd name="T9" fmla="*/ 205 h 24"/>
                <a:gd name="T10" fmla="*/ 113 w 22"/>
                <a:gd name="T11" fmla="*/ 285 h 24"/>
                <a:gd name="T12" fmla="*/ 33 w 22"/>
                <a:gd name="T13" fmla="*/ 39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0" y="24"/>
                  </a:moveTo>
                  <a:cubicBezTo>
                    <a:pt x="1" y="21"/>
                    <a:pt x="2" y="18"/>
                    <a:pt x="3" y="15"/>
                  </a:cubicBezTo>
                  <a:cubicBezTo>
                    <a:pt x="5" y="12"/>
                    <a:pt x="5" y="12"/>
                    <a:pt x="8" y="11"/>
                  </a:cubicBezTo>
                  <a:cubicBezTo>
                    <a:pt x="13" y="8"/>
                    <a:pt x="19" y="6"/>
                    <a:pt x="22" y="0"/>
                  </a:cubicBezTo>
                  <a:cubicBezTo>
                    <a:pt x="19" y="4"/>
                    <a:pt x="18" y="8"/>
                    <a:pt x="14" y="11"/>
                  </a:cubicBezTo>
                  <a:cubicBezTo>
                    <a:pt x="11" y="13"/>
                    <a:pt x="9" y="13"/>
                    <a:pt x="7" y="15"/>
                  </a:cubicBezTo>
                  <a:cubicBezTo>
                    <a:pt x="5" y="17"/>
                    <a:pt x="4" y="20"/>
                    <a:pt x="2" y="21"/>
                  </a:cubicBezTo>
                </a:path>
              </a:pathLst>
            </a:custGeom>
            <a:solidFill>
              <a:srgbClr val="F3F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2" name="Freeform 23">
              <a:extLst>
                <a:ext uri="{FF2B5EF4-FFF2-40B4-BE49-F238E27FC236}">
                  <a16:creationId xmlns:a16="http://schemas.microsoft.com/office/drawing/2014/main" id="{79E4D14A-6A7B-4094-B437-519CE1846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926"/>
              <a:ext cx="57" cy="101"/>
            </a:xfrm>
            <a:custGeom>
              <a:avLst/>
              <a:gdLst>
                <a:gd name="T0" fmla="*/ 12 w 23"/>
                <a:gd name="T1" fmla="*/ 35 h 38"/>
                <a:gd name="T2" fmla="*/ 136 w 23"/>
                <a:gd name="T3" fmla="*/ 452 h 38"/>
                <a:gd name="T4" fmla="*/ 245 w 23"/>
                <a:gd name="T5" fmla="*/ 601 h 38"/>
                <a:gd name="T6" fmla="*/ 349 w 23"/>
                <a:gd name="T7" fmla="*/ 712 h 38"/>
                <a:gd name="T8" fmla="*/ 245 w 23"/>
                <a:gd name="T9" fmla="*/ 545 h 38"/>
                <a:gd name="T10" fmla="*/ 154 w 23"/>
                <a:gd name="T11" fmla="*/ 319 h 38"/>
                <a:gd name="T12" fmla="*/ 74 w 23"/>
                <a:gd name="T13" fmla="*/ 136 h 38"/>
                <a:gd name="T14" fmla="*/ 12 w 23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8">
                  <a:moveTo>
                    <a:pt x="1" y="2"/>
                  </a:moveTo>
                  <a:cubicBezTo>
                    <a:pt x="1" y="9"/>
                    <a:pt x="6" y="18"/>
                    <a:pt x="9" y="24"/>
                  </a:cubicBezTo>
                  <a:cubicBezTo>
                    <a:pt x="11" y="27"/>
                    <a:pt x="14" y="30"/>
                    <a:pt x="16" y="32"/>
                  </a:cubicBezTo>
                  <a:cubicBezTo>
                    <a:pt x="18" y="35"/>
                    <a:pt x="20" y="36"/>
                    <a:pt x="23" y="38"/>
                  </a:cubicBezTo>
                  <a:cubicBezTo>
                    <a:pt x="22" y="35"/>
                    <a:pt x="18" y="32"/>
                    <a:pt x="16" y="29"/>
                  </a:cubicBezTo>
                  <a:cubicBezTo>
                    <a:pt x="14" y="25"/>
                    <a:pt x="12" y="21"/>
                    <a:pt x="10" y="17"/>
                  </a:cubicBezTo>
                  <a:cubicBezTo>
                    <a:pt x="8" y="14"/>
                    <a:pt x="7" y="11"/>
                    <a:pt x="5" y="7"/>
                  </a:cubicBezTo>
                  <a:cubicBezTo>
                    <a:pt x="4" y="5"/>
                    <a:pt x="0" y="2"/>
                    <a:pt x="1" y="0"/>
                  </a:cubicBezTo>
                </a:path>
              </a:pathLst>
            </a:custGeom>
            <a:solidFill>
              <a:srgbClr val="F3F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3" name="Freeform 24">
              <a:extLst>
                <a:ext uri="{FF2B5EF4-FFF2-40B4-BE49-F238E27FC236}">
                  <a16:creationId xmlns:a16="http://schemas.microsoft.com/office/drawing/2014/main" id="{E95CD313-D0EB-4FF5-BE75-D7CBFEC6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891"/>
              <a:ext cx="90" cy="165"/>
            </a:xfrm>
            <a:custGeom>
              <a:avLst/>
              <a:gdLst>
                <a:gd name="T0" fmla="*/ 550 w 36"/>
                <a:gd name="T1" fmla="*/ 77 h 62"/>
                <a:gd name="T2" fmla="*/ 345 w 36"/>
                <a:gd name="T3" fmla="*/ 737 h 62"/>
                <a:gd name="T4" fmla="*/ 188 w 36"/>
                <a:gd name="T5" fmla="*/ 942 h 62"/>
                <a:gd name="T6" fmla="*/ 0 w 36"/>
                <a:gd name="T7" fmla="*/ 1168 h 62"/>
                <a:gd name="T8" fmla="*/ 188 w 36"/>
                <a:gd name="T9" fmla="*/ 849 h 62"/>
                <a:gd name="T10" fmla="*/ 270 w 36"/>
                <a:gd name="T11" fmla="*/ 737 h 62"/>
                <a:gd name="T12" fmla="*/ 333 w 36"/>
                <a:gd name="T13" fmla="*/ 546 h 62"/>
                <a:gd name="T14" fmla="*/ 425 w 36"/>
                <a:gd name="T15" fmla="*/ 418 h 62"/>
                <a:gd name="T16" fmla="*/ 470 w 36"/>
                <a:gd name="T17" fmla="*/ 303 h 62"/>
                <a:gd name="T18" fmla="*/ 563 w 36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62">
                  <a:moveTo>
                    <a:pt x="35" y="4"/>
                  </a:moveTo>
                  <a:cubicBezTo>
                    <a:pt x="29" y="15"/>
                    <a:pt x="30" y="29"/>
                    <a:pt x="22" y="39"/>
                  </a:cubicBezTo>
                  <a:cubicBezTo>
                    <a:pt x="19" y="43"/>
                    <a:pt x="15" y="47"/>
                    <a:pt x="12" y="50"/>
                  </a:cubicBezTo>
                  <a:cubicBezTo>
                    <a:pt x="8" y="54"/>
                    <a:pt x="2" y="57"/>
                    <a:pt x="0" y="62"/>
                  </a:cubicBezTo>
                  <a:cubicBezTo>
                    <a:pt x="6" y="58"/>
                    <a:pt x="8" y="51"/>
                    <a:pt x="12" y="45"/>
                  </a:cubicBezTo>
                  <a:cubicBezTo>
                    <a:pt x="13" y="43"/>
                    <a:pt x="15" y="42"/>
                    <a:pt x="17" y="39"/>
                  </a:cubicBezTo>
                  <a:cubicBezTo>
                    <a:pt x="18" y="36"/>
                    <a:pt x="19" y="32"/>
                    <a:pt x="21" y="29"/>
                  </a:cubicBezTo>
                  <a:cubicBezTo>
                    <a:pt x="23" y="26"/>
                    <a:pt x="25" y="25"/>
                    <a:pt x="27" y="22"/>
                  </a:cubicBezTo>
                  <a:cubicBezTo>
                    <a:pt x="28" y="20"/>
                    <a:pt x="29" y="18"/>
                    <a:pt x="30" y="16"/>
                  </a:cubicBezTo>
                  <a:cubicBezTo>
                    <a:pt x="32" y="11"/>
                    <a:pt x="34" y="5"/>
                    <a:pt x="36" y="0"/>
                  </a:cubicBezTo>
                </a:path>
              </a:pathLst>
            </a:custGeom>
            <a:solidFill>
              <a:srgbClr val="A6B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4" name="Freeform 25">
              <a:extLst>
                <a:ext uri="{FF2B5EF4-FFF2-40B4-BE49-F238E27FC236}">
                  <a16:creationId xmlns:a16="http://schemas.microsoft.com/office/drawing/2014/main" id="{C7F96F30-7F51-43DC-97A4-EFD2C5189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067"/>
              <a:ext cx="43" cy="72"/>
            </a:xfrm>
            <a:custGeom>
              <a:avLst/>
              <a:gdLst>
                <a:gd name="T0" fmla="*/ 255 w 17"/>
                <a:gd name="T1" fmla="*/ 0 h 27"/>
                <a:gd name="T2" fmla="*/ 255 w 17"/>
                <a:gd name="T3" fmla="*/ 248 h 27"/>
                <a:gd name="T4" fmla="*/ 255 w 17"/>
                <a:gd name="T5" fmla="*/ 397 h 27"/>
                <a:gd name="T6" fmla="*/ 147 w 17"/>
                <a:gd name="T7" fmla="*/ 477 h 27"/>
                <a:gd name="T8" fmla="*/ 83 w 17"/>
                <a:gd name="T9" fmla="*/ 491 h 27"/>
                <a:gd name="T10" fmla="*/ 0 w 17"/>
                <a:gd name="T11" fmla="*/ 491 h 27"/>
                <a:gd name="T12" fmla="*/ 180 w 17"/>
                <a:gd name="T13" fmla="*/ 285 h 27"/>
                <a:gd name="T14" fmla="*/ 180 w 17"/>
                <a:gd name="T15" fmla="*/ 115 h 27"/>
                <a:gd name="T16" fmla="*/ 276 w 17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7">
                  <a:moveTo>
                    <a:pt x="16" y="0"/>
                  </a:moveTo>
                  <a:cubicBezTo>
                    <a:pt x="16" y="5"/>
                    <a:pt x="16" y="9"/>
                    <a:pt x="16" y="13"/>
                  </a:cubicBezTo>
                  <a:cubicBezTo>
                    <a:pt x="16" y="15"/>
                    <a:pt x="17" y="19"/>
                    <a:pt x="16" y="21"/>
                  </a:cubicBezTo>
                  <a:cubicBezTo>
                    <a:pt x="14" y="23"/>
                    <a:pt x="12" y="24"/>
                    <a:pt x="9" y="25"/>
                  </a:cubicBezTo>
                  <a:cubicBezTo>
                    <a:pt x="8" y="25"/>
                    <a:pt x="7" y="26"/>
                    <a:pt x="5" y="26"/>
                  </a:cubicBezTo>
                  <a:cubicBezTo>
                    <a:pt x="3" y="27"/>
                    <a:pt x="2" y="25"/>
                    <a:pt x="0" y="26"/>
                  </a:cubicBezTo>
                  <a:cubicBezTo>
                    <a:pt x="6" y="24"/>
                    <a:pt x="14" y="22"/>
                    <a:pt x="11" y="15"/>
                  </a:cubicBezTo>
                  <a:cubicBezTo>
                    <a:pt x="9" y="11"/>
                    <a:pt x="9" y="10"/>
                    <a:pt x="11" y="6"/>
                  </a:cubicBezTo>
                  <a:cubicBezTo>
                    <a:pt x="13" y="2"/>
                    <a:pt x="14" y="2"/>
                    <a:pt x="17" y="0"/>
                  </a:cubicBezTo>
                </a:path>
              </a:pathLst>
            </a:custGeom>
            <a:solidFill>
              <a:srgbClr val="A6B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5" name="Freeform 26">
              <a:extLst>
                <a:ext uri="{FF2B5EF4-FFF2-40B4-BE49-F238E27FC236}">
                  <a16:creationId xmlns:a16="http://schemas.microsoft.com/office/drawing/2014/main" id="{6C186A6F-EB5E-43A9-8C77-8D4EBEB46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35"/>
              <a:ext cx="50" cy="88"/>
            </a:xfrm>
            <a:custGeom>
              <a:avLst/>
              <a:gdLst>
                <a:gd name="T0" fmla="*/ 33 w 20"/>
                <a:gd name="T1" fmla="*/ 35 h 33"/>
                <a:gd name="T2" fmla="*/ 208 w 20"/>
                <a:gd name="T3" fmla="*/ 264 h 33"/>
                <a:gd name="T4" fmla="*/ 300 w 20"/>
                <a:gd name="T5" fmla="*/ 627 h 33"/>
                <a:gd name="T6" fmla="*/ 188 w 20"/>
                <a:gd name="T7" fmla="*/ 320 h 33"/>
                <a:gd name="T8" fmla="*/ 0 w 2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2" y="2"/>
                  </a:moveTo>
                  <a:cubicBezTo>
                    <a:pt x="6" y="6"/>
                    <a:pt x="8" y="11"/>
                    <a:pt x="13" y="14"/>
                  </a:cubicBezTo>
                  <a:cubicBezTo>
                    <a:pt x="20" y="20"/>
                    <a:pt x="18" y="26"/>
                    <a:pt x="19" y="33"/>
                  </a:cubicBezTo>
                  <a:cubicBezTo>
                    <a:pt x="18" y="28"/>
                    <a:pt x="16" y="21"/>
                    <a:pt x="12" y="17"/>
                  </a:cubicBezTo>
                  <a:cubicBezTo>
                    <a:pt x="8" y="12"/>
                    <a:pt x="4" y="6"/>
                    <a:pt x="0" y="0"/>
                  </a:cubicBezTo>
                </a:path>
              </a:pathLst>
            </a:custGeom>
            <a:solidFill>
              <a:srgbClr val="A6B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39" name="Sliced-white-button-mushrooms-illustration">
            <a:extLst>
              <a:ext uri="{FF2B5EF4-FFF2-40B4-BE49-F238E27FC236}">
                <a16:creationId xmlns:a16="http://schemas.microsoft.com/office/drawing/2014/main" id="{32A38E0F-C820-4117-9993-EFBBF050FE0A}"/>
              </a:ext>
            </a:extLst>
          </p:cNvPr>
          <p:cNvGrpSpPr>
            <a:grpSpLocks/>
          </p:cNvGrpSpPr>
          <p:nvPr/>
        </p:nvGrpSpPr>
        <p:grpSpPr bwMode="auto">
          <a:xfrm>
            <a:off x="4348163" y="2654300"/>
            <a:ext cx="1739900" cy="1463675"/>
            <a:chOff x="2421" y="1771"/>
            <a:chExt cx="925" cy="778"/>
          </a:xfrm>
        </p:grpSpPr>
        <p:sp>
          <p:nvSpPr>
            <p:cNvPr id="14582" name="Freeform 28">
              <a:extLst>
                <a:ext uri="{FF2B5EF4-FFF2-40B4-BE49-F238E27FC236}">
                  <a16:creationId xmlns:a16="http://schemas.microsoft.com/office/drawing/2014/main" id="{76F49CA8-334B-4574-AAA6-F71FD0827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97"/>
              <a:ext cx="532" cy="552"/>
            </a:xfrm>
            <a:custGeom>
              <a:avLst/>
              <a:gdLst>
                <a:gd name="T0" fmla="*/ 2837 w 213"/>
                <a:gd name="T1" fmla="*/ 819 h 207"/>
                <a:gd name="T2" fmla="*/ 2633 w 213"/>
                <a:gd name="T3" fmla="*/ 3299 h 207"/>
                <a:gd name="T4" fmla="*/ 1291 w 213"/>
                <a:gd name="T5" fmla="*/ 3776 h 207"/>
                <a:gd name="T6" fmla="*/ 405 w 213"/>
                <a:gd name="T7" fmla="*/ 3299 h 207"/>
                <a:gd name="T8" fmla="*/ 30 w 213"/>
                <a:gd name="T9" fmla="*/ 2048 h 207"/>
                <a:gd name="T10" fmla="*/ 280 w 213"/>
                <a:gd name="T11" fmla="*/ 931 h 207"/>
                <a:gd name="T12" fmla="*/ 1249 w 213"/>
                <a:gd name="T13" fmla="*/ 115 h 207"/>
                <a:gd name="T14" fmla="*/ 2837 w 213"/>
                <a:gd name="T15" fmla="*/ 819 h 2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207">
                  <a:moveTo>
                    <a:pt x="182" y="43"/>
                  </a:moveTo>
                  <a:cubicBezTo>
                    <a:pt x="213" y="86"/>
                    <a:pt x="197" y="140"/>
                    <a:pt x="169" y="174"/>
                  </a:cubicBezTo>
                  <a:cubicBezTo>
                    <a:pt x="141" y="207"/>
                    <a:pt x="105" y="199"/>
                    <a:pt x="83" y="199"/>
                  </a:cubicBezTo>
                  <a:cubicBezTo>
                    <a:pt x="61" y="200"/>
                    <a:pt x="50" y="192"/>
                    <a:pt x="26" y="174"/>
                  </a:cubicBezTo>
                  <a:cubicBezTo>
                    <a:pt x="3" y="155"/>
                    <a:pt x="0" y="125"/>
                    <a:pt x="2" y="108"/>
                  </a:cubicBezTo>
                  <a:cubicBezTo>
                    <a:pt x="3" y="91"/>
                    <a:pt x="5" y="73"/>
                    <a:pt x="18" y="49"/>
                  </a:cubicBezTo>
                  <a:cubicBezTo>
                    <a:pt x="30" y="24"/>
                    <a:pt x="56" y="11"/>
                    <a:pt x="80" y="6"/>
                  </a:cubicBezTo>
                  <a:cubicBezTo>
                    <a:pt x="108" y="3"/>
                    <a:pt x="150" y="0"/>
                    <a:pt x="182" y="43"/>
                  </a:cubicBez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3" name="Freeform 29">
              <a:extLst>
                <a:ext uri="{FF2B5EF4-FFF2-40B4-BE49-F238E27FC236}">
                  <a16:creationId xmlns:a16="http://schemas.microsoft.com/office/drawing/2014/main" id="{B693F6F3-27A8-4EA9-B31F-7818F2586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77"/>
              <a:ext cx="270" cy="451"/>
            </a:xfrm>
            <a:custGeom>
              <a:avLst/>
              <a:gdLst>
                <a:gd name="T0" fmla="*/ 0 w 108"/>
                <a:gd name="T1" fmla="*/ 3120 h 169"/>
                <a:gd name="T2" fmla="*/ 750 w 108"/>
                <a:gd name="T3" fmla="*/ 3077 h 169"/>
                <a:gd name="T4" fmla="*/ 1458 w 108"/>
                <a:gd name="T5" fmla="*/ 2300 h 169"/>
                <a:gd name="T6" fmla="*/ 1688 w 108"/>
                <a:gd name="T7" fmla="*/ 1332 h 169"/>
                <a:gd name="T8" fmla="*/ 1208 w 108"/>
                <a:gd name="T9" fmla="*/ 0 h 169"/>
                <a:gd name="T10" fmla="*/ 1563 w 108"/>
                <a:gd name="T11" fmla="*/ 1289 h 169"/>
                <a:gd name="T12" fmla="*/ 1020 w 108"/>
                <a:gd name="T13" fmla="*/ 2621 h 169"/>
                <a:gd name="T14" fmla="*/ 520 w 108"/>
                <a:gd name="T15" fmla="*/ 3005 h 169"/>
                <a:gd name="T16" fmla="*/ 0 w 108"/>
                <a:gd name="T17" fmla="*/ 3120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69">
                  <a:moveTo>
                    <a:pt x="0" y="164"/>
                  </a:moveTo>
                  <a:cubicBezTo>
                    <a:pt x="13" y="163"/>
                    <a:pt x="31" y="169"/>
                    <a:pt x="48" y="162"/>
                  </a:cubicBezTo>
                  <a:cubicBezTo>
                    <a:pt x="64" y="156"/>
                    <a:pt x="81" y="144"/>
                    <a:pt x="93" y="121"/>
                  </a:cubicBezTo>
                  <a:cubicBezTo>
                    <a:pt x="105" y="97"/>
                    <a:pt x="107" y="84"/>
                    <a:pt x="108" y="70"/>
                  </a:cubicBezTo>
                  <a:cubicBezTo>
                    <a:pt x="108" y="56"/>
                    <a:pt x="107" y="28"/>
                    <a:pt x="77" y="0"/>
                  </a:cubicBezTo>
                  <a:cubicBezTo>
                    <a:pt x="84" y="12"/>
                    <a:pt x="103" y="37"/>
                    <a:pt x="100" y="68"/>
                  </a:cubicBezTo>
                  <a:cubicBezTo>
                    <a:pt x="97" y="98"/>
                    <a:pt x="81" y="128"/>
                    <a:pt x="65" y="138"/>
                  </a:cubicBezTo>
                  <a:cubicBezTo>
                    <a:pt x="48" y="148"/>
                    <a:pt x="49" y="157"/>
                    <a:pt x="33" y="158"/>
                  </a:cubicBezTo>
                  <a:cubicBezTo>
                    <a:pt x="17" y="159"/>
                    <a:pt x="4" y="165"/>
                    <a:pt x="0" y="164"/>
                  </a:cubicBezTo>
                  <a:close/>
                </a:path>
              </a:pathLst>
            </a:custGeom>
            <a:solidFill>
              <a:srgbClr val="F5E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4" name="Freeform 30">
              <a:extLst>
                <a:ext uri="{FF2B5EF4-FFF2-40B4-BE49-F238E27FC236}">
                  <a16:creationId xmlns:a16="http://schemas.microsoft.com/office/drawing/2014/main" id="{E1B16DEF-0570-40A9-92F7-60A4142E9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85"/>
              <a:ext cx="310" cy="339"/>
            </a:xfrm>
            <a:custGeom>
              <a:avLst/>
              <a:gdLst>
                <a:gd name="T0" fmla="*/ 863 w 124"/>
                <a:gd name="T1" fmla="*/ 21 h 127"/>
                <a:gd name="T2" fmla="*/ 1658 w 124"/>
                <a:gd name="T3" fmla="*/ 534 h 127"/>
                <a:gd name="T4" fmla="*/ 1720 w 124"/>
                <a:gd name="T5" fmla="*/ 1823 h 127"/>
                <a:gd name="T6" fmla="*/ 470 w 124"/>
                <a:gd name="T7" fmla="*/ 2053 h 127"/>
                <a:gd name="T8" fmla="*/ 20 w 124"/>
                <a:gd name="T9" fmla="*/ 1025 h 127"/>
                <a:gd name="T10" fmla="*/ 458 w 124"/>
                <a:gd name="T11" fmla="*/ 149 h 127"/>
                <a:gd name="T12" fmla="*/ 863 w 124"/>
                <a:gd name="T13" fmla="*/ 21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27">
                  <a:moveTo>
                    <a:pt x="55" y="1"/>
                  </a:moveTo>
                  <a:cubicBezTo>
                    <a:pt x="73" y="0"/>
                    <a:pt x="93" y="9"/>
                    <a:pt x="106" y="28"/>
                  </a:cubicBezTo>
                  <a:cubicBezTo>
                    <a:pt x="118" y="47"/>
                    <a:pt x="124" y="73"/>
                    <a:pt x="110" y="96"/>
                  </a:cubicBezTo>
                  <a:cubicBezTo>
                    <a:pt x="95" y="119"/>
                    <a:pt x="53" y="127"/>
                    <a:pt x="30" y="108"/>
                  </a:cubicBezTo>
                  <a:cubicBezTo>
                    <a:pt x="7" y="89"/>
                    <a:pt x="0" y="82"/>
                    <a:pt x="1" y="54"/>
                  </a:cubicBezTo>
                  <a:cubicBezTo>
                    <a:pt x="3" y="26"/>
                    <a:pt x="16" y="14"/>
                    <a:pt x="29" y="8"/>
                  </a:cubicBezTo>
                  <a:cubicBezTo>
                    <a:pt x="43" y="2"/>
                    <a:pt x="47" y="2"/>
                    <a:pt x="55" y="1"/>
                  </a:cubicBezTo>
                  <a:close/>
                </a:path>
              </a:pathLst>
            </a:custGeom>
            <a:solidFill>
              <a:srgbClr val="DA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5" name="Freeform 31">
              <a:extLst>
                <a:ext uri="{FF2B5EF4-FFF2-40B4-BE49-F238E27FC236}">
                  <a16:creationId xmlns:a16="http://schemas.microsoft.com/office/drawing/2014/main" id="{75B1DE2D-03B3-4E41-BBFA-0FAF5BC0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109"/>
              <a:ext cx="263" cy="283"/>
            </a:xfrm>
            <a:custGeom>
              <a:avLst/>
              <a:gdLst>
                <a:gd name="T0" fmla="*/ 1618 w 105"/>
                <a:gd name="T1" fmla="*/ 1105 h 106"/>
                <a:gd name="T2" fmla="*/ 1568 w 105"/>
                <a:gd name="T3" fmla="*/ 1012 h 106"/>
                <a:gd name="T4" fmla="*/ 1568 w 105"/>
                <a:gd name="T5" fmla="*/ 854 h 106"/>
                <a:gd name="T6" fmla="*/ 1538 w 105"/>
                <a:gd name="T7" fmla="*/ 721 h 106"/>
                <a:gd name="T8" fmla="*/ 1525 w 105"/>
                <a:gd name="T9" fmla="*/ 683 h 106"/>
                <a:gd name="T10" fmla="*/ 1493 w 105"/>
                <a:gd name="T11" fmla="*/ 513 h 106"/>
                <a:gd name="T12" fmla="*/ 1400 w 105"/>
                <a:gd name="T13" fmla="*/ 363 h 106"/>
                <a:gd name="T14" fmla="*/ 1305 w 105"/>
                <a:gd name="T15" fmla="*/ 320 h 106"/>
                <a:gd name="T16" fmla="*/ 1285 w 105"/>
                <a:gd name="T17" fmla="*/ 248 h 106"/>
                <a:gd name="T18" fmla="*/ 1210 w 105"/>
                <a:gd name="T19" fmla="*/ 150 h 106"/>
                <a:gd name="T20" fmla="*/ 1180 w 105"/>
                <a:gd name="T21" fmla="*/ 150 h 106"/>
                <a:gd name="T22" fmla="*/ 1117 w 105"/>
                <a:gd name="T23" fmla="*/ 115 h 106"/>
                <a:gd name="T24" fmla="*/ 972 w 105"/>
                <a:gd name="T25" fmla="*/ 56 h 106"/>
                <a:gd name="T26" fmla="*/ 867 w 105"/>
                <a:gd name="T27" fmla="*/ 77 h 106"/>
                <a:gd name="T28" fmla="*/ 679 w 105"/>
                <a:gd name="T29" fmla="*/ 136 h 106"/>
                <a:gd name="T30" fmla="*/ 521 w 105"/>
                <a:gd name="T31" fmla="*/ 115 h 106"/>
                <a:gd name="T32" fmla="*/ 438 w 105"/>
                <a:gd name="T33" fmla="*/ 136 h 106"/>
                <a:gd name="T34" fmla="*/ 271 w 105"/>
                <a:gd name="T35" fmla="*/ 206 h 106"/>
                <a:gd name="T36" fmla="*/ 175 w 105"/>
                <a:gd name="T37" fmla="*/ 363 h 106"/>
                <a:gd name="T38" fmla="*/ 83 w 105"/>
                <a:gd name="T39" fmla="*/ 513 h 106"/>
                <a:gd name="T40" fmla="*/ 0 w 105"/>
                <a:gd name="T41" fmla="*/ 721 h 106"/>
                <a:gd name="T42" fmla="*/ 0 w 105"/>
                <a:gd name="T43" fmla="*/ 892 h 106"/>
                <a:gd name="T44" fmla="*/ 20 w 105"/>
                <a:gd name="T45" fmla="*/ 1199 h 106"/>
                <a:gd name="T46" fmla="*/ 95 w 105"/>
                <a:gd name="T47" fmla="*/ 1391 h 106"/>
                <a:gd name="T48" fmla="*/ 175 w 105"/>
                <a:gd name="T49" fmla="*/ 1412 h 106"/>
                <a:gd name="T50" fmla="*/ 188 w 105"/>
                <a:gd name="T51" fmla="*/ 1447 h 106"/>
                <a:gd name="T52" fmla="*/ 208 w 105"/>
                <a:gd name="T53" fmla="*/ 1562 h 106"/>
                <a:gd name="T54" fmla="*/ 301 w 105"/>
                <a:gd name="T55" fmla="*/ 1597 h 106"/>
                <a:gd name="T56" fmla="*/ 271 w 105"/>
                <a:gd name="T57" fmla="*/ 1653 h 106"/>
                <a:gd name="T58" fmla="*/ 333 w 105"/>
                <a:gd name="T59" fmla="*/ 1618 h 106"/>
                <a:gd name="T60" fmla="*/ 363 w 105"/>
                <a:gd name="T61" fmla="*/ 1674 h 106"/>
                <a:gd name="T62" fmla="*/ 396 w 105"/>
                <a:gd name="T63" fmla="*/ 1810 h 106"/>
                <a:gd name="T64" fmla="*/ 501 w 105"/>
                <a:gd name="T65" fmla="*/ 1767 h 106"/>
                <a:gd name="T66" fmla="*/ 501 w 105"/>
                <a:gd name="T67" fmla="*/ 1904 h 106"/>
                <a:gd name="T68" fmla="*/ 551 w 105"/>
                <a:gd name="T69" fmla="*/ 1938 h 106"/>
                <a:gd name="T70" fmla="*/ 691 w 105"/>
                <a:gd name="T71" fmla="*/ 1981 h 106"/>
                <a:gd name="T72" fmla="*/ 817 w 105"/>
                <a:gd name="T73" fmla="*/ 1997 h 106"/>
                <a:gd name="T74" fmla="*/ 879 w 105"/>
                <a:gd name="T75" fmla="*/ 2018 h 106"/>
                <a:gd name="T76" fmla="*/ 992 w 105"/>
                <a:gd name="T77" fmla="*/ 1925 h 106"/>
                <a:gd name="T78" fmla="*/ 1055 w 105"/>
                <a:gd name="T79" fmla="*/ 1823 h 106"/>
                <a:gd name="T80" fmla="*/ 1117 w 105"/>
                <a:gd name="T81" fmla="*/ 1882 h 106"/>
                <a:gd name="T82" fmla="*/ 1242 w 105"/>
                <a:gd name="T83" fmla="*/ 1810 h 106"/>
                <a:gd name="T84" fmla="*/ 1430 w 105"/>
                <a:gd name="T85" fmla="*/ 1711 h 106"/>
                <a:gd name="T86" fmla="*/ 1400 w 105"/>
                <a:gd name="T87" fmla="*/ 1639 h 106"/>
                <a:gd name="T88" fmla="*/ 1525 w 105"/>
                <a:gd name="T89" fmla="*/ 1524 h 106"/>
                <a:gd name="T90" fmla="*/ 1588 w 105"/>
                <a:gd name="T91" fmla="*/ 1311 h 106"/>
                <a:gd name="T92" fmla="*/ 1651 w 105"/>
                <a:gd name="T93" fmla="*/ 1127 h 10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05" h="106">
                  <a:moveTo>
                    <a:pt x="105" y="59"/>
                  </a:moveTo>
                  <a:cubicBezTo>
                    <a:pt x="105" y="59"/>
                    <a:pt x="104" y="58"/>
                    <a:pt x="103" y="58"/>
                  </a:cubicBezTo>
                  <a:cubicBezTo>
                    <a:pt x="103" y="57"/>
                    <a:pt x="102" y="56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2"/>
                    <a:pt x="101" y="50"/>
                    <a:pt x="102" y="49"/>
                  </a:cubicBezTo>
                  <a:cubicBezTo>
                    <a:pt x="99" y="49"/>
                    <a:pt x="101" y="47"/>
                    <a:pt x="100" y="45"/>
                  </a:cubicBezTo>
                  <a:cubicBezTo>
                    <a:pt x="100" y="44"/>
                    <a:pt x="97" y="44"/>
                    <a:pt x="99" y="41"/>
                  </a:cubicBezTo>
                  <a:cubicBezTo>
                    <a:pt x="97" y="41"/>
                    <a:pt x="97" y="39"/>
                    <a:pt x="98" y="38"/>
                  </a:cubicBezTo>
                  <a:cubicBezTo>
                    <a:pt x="97" y="38"/>
                    <a:pt x="97" y="38"/>
                    <a:pt x="96" y="37"/>
                  </a:cubicBezTo>
                  <a:cubicBezTo>
                    <a:pt x="96" y="37"/>
                    <a:pt x="97" y="37"/>
                    <a:pt x="97" y="36"/>
                  </a:cubicBezTo>
                  <a:cubicBezTo>
                    <a:pt x="96" y="35"/>
                    <a:pt x="96" y="33"/>
                    <a:pt x="96" y="32"/>
                  </a:cubicBezTo>
                  <a:cubicBezTo>
                    <a:pt x="95" y="30"/>
                    <a:pt x="94" y="29"/>
                    <a:pt x="95" y="27"/>
                  </a:cubicBezTo>
                  <a:cubicBezTo>
                    <a:pt x="92" y="27"/>
                    <a:pt x="91" y="25"/>
                    <a:pt x="92" y="23"/>
                  </a:cubicBezTo>
                  <a:cubicBezTo>
                    <a:pt x="89" y="23"/>
                    <a:pt x="88" y="21"/>
                    <a:pt x="89" y="19"/>
                  </a:cubicBezTo>
                  <a:cubicBezTo>
                    <a:pt x="87" y="20"/>
                    <a:pt x="85" y="18"/>
                    <a:pt x="86" y="16"/>
                  </a:cubicBezTo>
                  <a:cubicBezTo>
                    <a:pt x="85" y="16"/>
                    <a:pt x="84" y="17"/>
                    <a:pt x="83" y="17"/>
                  </a:cubicBezTo>
                  <a:cubicBezTo>
                    <a:pt x="82" y="17"/>
                    <a:pt x="82" y="16"/>
                    <a:pt x="82" y="16"/>
                  </a:cubicBezTo>
                  <a:cubicBezTo>
                    <a:pt x="81" y="15"/>
                    <a:pt x="82" y="15"/>
                    <a:pt x="82" y="13"/>
                  </a:cubicBezTo>
                  <a:cubicBezTo>
                    <a:pt x="81" y="11"/>
                    <a:pt x="81" y="9"/>
                    <a:pt x="78" y="8"/>
                  </a:cubicBezTo>
                  <a:cubicBezTo>
                    <a:pt x="78" y="8"/>
                    <a:pt x="77" y="8"/>
                    <a:pt x="77" y="8"/>
                  </a:cubicBezTo>
                  <a:cubicBezTo>
                    <a:pt x="76" y="7"/>
                    <a:pt x="76" y="7"/>
                    <a:pt x="76" y="6"/>
                  </a:cubicBezTo>
                  <a:cubicBezTo>
                    <a:pt x="76" y="6"/>
                    <a:pt x="76" y="7"/>
                    <a:pt x="75" y="8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7"/>
                    <a:pt x="71" y="6"/>
                  </a:cubicBezTo>
                  <a:cubicBezTo>
                    <a:pt x="70" y="7"/>
                    <a:pt x="67" y="6"/>
                    <a:pt x="67" y="4"/>
                  </a:cubicBezTo>
                  <a:cubicBezTo>
                    <a:pt x="65" y="5"/>
                    <a:pt x="63" y="5"/>
                    <a:pt x="62" y="3"/>
                  </a:cubicBezTo>
                  <a:cubicBezTo>
                    <a:pt x="61" y="5"/>
                    <a:pt x="58" y="4"/>
                    <a:pt x="58" y="2"/>
                  </a:cubicBezTo>
                  <a:cubicBezTo>
                    <a:pt x="58" y="3"/>
                    <a:pt x="56" y="4"/>
                    <a:pt x="55" y="4"/>
                  </a:cubicBezTo>
                  <a:cubicBezTo>
                    <a:pt x="54" y="4"/>
                    <a:pt x="54" y="3"/>
                    <a:pt x="53" y="3"/>
                  </a:cubicBezTo>
                  <a:cubicBezTo>
                    <a:pt x="48" y="1"/>
                    <a:pt x="47" y="7"/>
                    <a:pt x="43" y="7"/>
                  </a:cubicBezTo>
                  <a:cubicBezTo>
                    <a:pt x="39" y="8"/>
                    <a:pt x="38" y="0"/>
                    <a:pt x="33" y="5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5"/>
                    <a:pt x="32" y="5"/>
                  </a:cubicBezTo>
                  <a:cubicBezTo>
                    <a:pt x="32" y="7"/>
                    <a:pt x="30" y="8"/>
                    <a:pt x="28" y="7"/>
                  </a:cubicBezTo>
                  <a:cubicBezTo>
                    <a:pt x="27" y="9"/>
                    <a:pt x="25" y="10"/>
                    <a:pt x="23" y="10"/>
                  </a:cubicBezTo>
                  <a:cubicBezTo>
                    <a:pt x="23" y="12"/>
                    <a:pt x="18" y="14"/>
                    <a:pt x="17" y="11"/>
                  </a:cubicBezTo>
                  <a:cubicBezTo>
                    <a:pt x="17" y="12"/>
                    <a:pt x="17" y="14"/>
                    <a:pt x="16" y="16"/>
                  </a:cubicBezTo>
                  <a:cubicBezTo>
                    <a:pt x="14" y="16"/>
                    <a:pt x="13" y="16"/>
                    <a:pt x="11" y="19"/>
                  </a:cubicBezTo>
                  <a:cubicBezTo>
                    <a:pt x="10" y="21"/>
                    <a:pt x="10" y="25"/>
                    <a:pt x="5" y="26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9"/>
                    <a:pt x="4" y="33"/>
                    <a:pt x="3" y="36"/>
                  </a:cubicBezTo>
                  <a:cubicBezTo>
                    <a:pt x="2" y="37"/>
                    <a:pt x="2" y="38"/>
                    <a:pt x="0" y="38"/>
                  </a:cubicBezTo>
                  <a:cubicBezTo>
                    <a:pt x="2" y="39"/>
                    <a:pt x="1" y="41"/>
                    <a:pt x="0" y="43"/>
                  </a:cubicBezTo>
                  <a:cubicBezTo>
                    <a:pt x="2" y="43"/>
                    <a:pt x="2" y="46"/>
                    <a:pt x="0" y="47"/>
                  </a:cubicBezTo>
                  <a:cubicBezTo>
                    <a:pt x="2" y="49"/>
                    <a:pt x="2" y="51"/>
                    <a:pt x="1" y="53"/>
                  </a:cubicBezTo>
                  <a:cubicBezTo>
                    <a:pt x="2" y="55"/>
                    <a:pt x="3" y="61"/>
                    <a:pt x="1" y="63"/>
                  </a:cubicBezTo>
                  <a:cubicBezTo>
                    <a:pt x="4" y="64"/>
                    <a:pt x="3" y="67"/>
                    <a:pt x="3" y="69"/>
                  </a:cubicBezTo>
                  <a:cubicBezTo>
                    <a:pt x="5" y="68"/>
                    <a:pt x="6" y="71"/>
                    <a:pt x="6" y="73"/>
                  </a:cubicBezTo>
                  <a:cubicBezTo>
                    <a:pt x="7" y="72"/>
                    <a:pt x="8" y="72"/>
                    <a:pt x="9" y="73"/>
                  </a:cubicBezTo>
                  <a:cubicBezTo>
                    <a:pt x="10" y="73"/>
                    <a:pt x="10" y="74"/>
                    <a:pt x="11" y="74"/>
                  </a:cubicBezTo>
                  <a:cubicBezTo>
                    <a:pt x="11" y="75"/>
                    <a:pt x="11" y="76"/>
                    <a:pt x="11" y="77"/>
                  </a:cubicBezTo>
                  <a:cubicBezTo>
                    <a:pt x="12" y="77"/>
                    <a:pt x="12" y="76"/>
                    <a:pt x="12" y="76"/>
                  </a:cubicBezTo>
                  <a:cubicBezTo>
                    <a:pt x="12" y="77"/>
                    <a:pt x="11" y="78"/>
                    <a:pt x="11" y="79"/>
                  </a:cubicBezTo>
                  <a:cubicBezTo>
                    <a:pt x="13" y="78"/>
                    <a:pt x="14" y="80"/>
                    <a:pt x="13" y="82"/>
                  </a:cubicBezTo>
                  <a:cubicBezTo>
                    <a:pt x="15" y="81"/>
                    <a:pt x="16" y="82"/>
                    <a:pt x="17" y="82"/>
                  </a:cubicBezTo>
                  <a:cubicBezTo>
                    <a:pt x="18" y="83"/>
                    <a:pt x="18" y="83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8" y="85"/>
                    <a:pt x="17" y="86"/>
                    <a:pt x="17" y="87"/>
                  </a:cubicBezTo>
                  <a:cubicBezTo>
                    <a:pt x="18" y="87"/>
                    <a:pt x="19" y="85"/>
                    <a:pt x="20" y="85"/>
                  </a:cubicBezTo>
                  <a:cubicBezTo>
                    <a:pt x="20" y="85"/>
                    <a:pt x="21" y="85"/>
                    <a:pt x="21" y="85"/>
                  </a:cubicBezTo>
                  <a:cubicBezTo>
                    <a:pt x="20" y="86"/>
                    <a:pt x="19" y="88"/>
                    <a:pt x="19" y="89"/>
                  </a:cubicBezTo>
                  <a:cubicBezTo>
                    <a:pt x="20" y="88"/>
                    <a:pt x="21" y="87"/>
                    <a:pt x="23" y="88"/>
                  </a:cubicBezTo>
                  <a:cubicBezTo>
                    <a:pt x="23" y="89"/>
                    <a:pt x="22" y="91"/>
                    <a:pt x="22" y="92"/>
                  </a:cubicBezTo>
                  <a:cubicBezTo>
                    <a:pt x="26" y="91"/>
                    <a:pt x="25" y="91"/>
                    <a:pt x="25" y="95"/>
                  </a:cubicBezTo>
                  <a:cubicBezTo>
                    <a:pt x="28" y="93"/>
                    <a:pt x="29" y="92"/>
                    <a:pt x="29" y="90"/>
                  </a:cubicBezTo>
                  <a:cubicBezTo>
                    <a:pt x="30" y="91"/>
                    <a:pt x="31" y="92"/>
                    <a:pt x="32" y="93"/>
                  </a:cubicBezTo>
                  <a:cubicBezTo>
                    <a:pt x="33" y="93"/>
                    <a:pt x="33" y="93"/>
                    <a:pt x="34" y="93"/>
                  </a:cubicBezTo>
                  <a:cubicBezTo>
                    <a:pt x="34" y="96"/>
                    <a:pt x="30" y="98"/>
                    <a:pt x="32" y="100"/>
                  </a:cubicBezTo>
                  <a:cubicBezTo>
                    <a:pt x="33" y="99"/>
                    <a:pt x="34" y="98"/>
                    <a:pt x="34" y="96"/>
                  </a:cubicBezTo>
                  <a:cubicBezTo>
                    <a:pt x="36" y="98"/>
                    <a:pt x="35" y="100"/>
                    <a:pt x="35" y="102"/>
                  </a:cubicBezTo>
                  <a:cubicBezTo>
                    <a:pt x="38" y="100"/>
                    <a:pt x="40" y="99"/>
                    <a:pt x="39" y="103"/>
                  </a:cubicBezTo>
                  <a:cubicBezTo>
                    <a:pt x="41" y="101"/>
                    <a:pt x="43" y="101"/>
                    <a:pt x="44" y="104"/>
                  </a:cubicBezTo>
                  <a:cubicBezTo>
                    <a:pt x="45" y="103"/>
                    <a:pt x="47" y="102"/>
                    <a:pt x="48" y="104"/>
                  </a:cubicBezTo>
                  <a:cubicBezTo>
                    <a:pt x="49" y="103"/>
                    <a:pt x="51" y="105"/>
                    <a:pt x="52" y="105"/>
                  </a:cubicBezTo>
                  <a:cubicBezTo>
                    <a:pt x="53" y="105"/>
                    <a:pt x="53" y="103"/>
                    <a:pt x="54" y="103"/>
                  </a:cubicBezTo>
                  <a:cubicBezTo>
                    <a:pt x="55" y="103"/>
                    <a:pt x="56" y="105"/>
                    <a:pt x="56" y="106"/>
                  </a:cubicBezTo>
                  <a:cubicBezTo>
                    <a:pt x="56" y="103"/>
                    <a:pt x="59" y="99"/>
                    <a:pt x="60" y="103"/>
                  </a:cubicBezTo>
                  <a:cubicBezTo>
                    <a:pt x="59" y="101"/>
                    <a:pt x="61" y="100"/>
                    <a:pt x="63" y="101"/>
                  </a:cubicBezTo>
                  <a:cubicBezTo>
                    <a:pt x="63" y="99"/>
                    <a:pt x="63" y="98"/>
                    <a:pt x="63" y="97"/>
                  </a:cubicBezTo>
                  <a:cubicBezTo>
                    <a:pt x="64" y="97"/>
                    <a:pt x="65" y="96"/>
                    <a:pt x="67" y="96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0" y="94"/>
                    <a:pt x="70" y="98"/>
                    <a:pt x="71" y="99"/>
                  </a:cubicBezTo>
                  <a:cubicBezTo>
                    <a:pt x="70" y="96"/>
                    <a:pt x="73" y="93"/>
                    <a:pt x="75" y="97"/>
                  </a:cubicBezTo>
                  <a:cubicBezTo>
                    <a:pt x="74" y="94"/>
                    <a:pt x="78" y="94"/>
                    <a:pt x="79" y="95"/>
                  </a:cubicBezTo>
                  <a:cubicBezTo>
                    <a:pt x="79" y="92"/>
                    <a:pt x="84" y="92"/>
                    <a:pt x="86" y="94"/>
                  </a:cubicBezTo>
                  <a:cubicBezTo>
                    <a:pt x="85" y="91"/>
                    <a:pt x="88" y="90"/>
                    <a:pt x="91" y="90"/>
                  </a:cubicBezTo>
                  <a:cubicBezTo>
                    <a:pt x="90" y="89"/>
                    <a:pt x="89" y="88"/>
                    <a:pt x="89" y="86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90" y="84"/>
                    <a:pt x="91" y="82"/>
                    <a:pt x="92" y="80"/>
                  </a:cubicBezTo>
                  <a:cubicBezTo>
                    <a:pt x="94" y="80"/>
                    <a:pt x="96" y="79"/>
                    <a:pt x="97" y="80"/>
                  </a:cubicBezTo>
                  <a:cubicBezTo>
                    <a:pt x="91" y="79"/>
                    <a:pt x="98" y="74"/>
                    <a:pt x="100" y="74"/>
                  </a:cubicBezTo>
                  <a:cubicBezTo>
                    <a:pt x="98" y="72"/>
                    <a:pt x="98" y="70"/>
                    <a:pt x="101" y="69"/>
                  </a:cubicBezTo>
                  <a:cubicBezTo>
                    <a:pt x="98" y="67"/>
                    <a:pt x="102" y="65"/>
                    <a:pt x="104" y="64"/>
                  </a:cubicBezTo>
                  <a:cubicBezTo>
                    <a:pt x="102" y="62"/>
                    <a:pt x="104" y="61"/>
                    <a:pt x="105" y="59"/>
                  </a:cubicBezTo>
                  <a:close/>
                </a:path>
              </a:pathLst>
            </a:custGeom>
            <a:solidFill>
              <a:srgbClr val="743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6" name="Freeform 32">
              <a:extLst>
                <a:ext uri="{FF2B5EF4-FFF2-40B4-BE49-F238E27FC236}">
                  <a16:creationId xmlns:a16="http://schemas.microsoft.com/office/drawing/2014/main" id="{396DBCA4-E7AE-4F45-85FE-71B6DCD9C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87"/>
              <a:ext cx="215" cy="208"/>
            </a:xfrm>
            <a:custGeom>
              <a:avLst/>
              <a:gdLst>
                <a:gd name="T0" fmla="*/ 1270 w 86"/>
                <a:gd name="T1" fmla="*/ 739 h 78"/>
                <a:gd name="T2" fmla="*/ 658 w 86"/>
                <a:gd name="T3" fmla="*/ 1173 h 78"/>
                <a:gd name="T4" fmla="*/ 425 w 86"/>
                <a:gd name="T5" fmla="*/ 888 h 78"/>
                <a:gd name="T6" fmla="*/ 645 w 86"/>
                <a:gd name="T7" fmla="*/ 968 h 78"/>
                <a:gd name="T8" fmla="*/ 833 w 86"/>
                <a:gd name="T9" fmla="*/ 760 h 78"/>
                <a:gd name="T10" fmla="*/ 625 w 86"/>
                <a:gd name="T11" fmla="*/ 192 h 78"/>
                <a:gd name="T12" fmla="*/ 375 w 86"/>
                <a:gd name="T13" fmla="*/ 149 h 78"/>
                <a:gd name="T14" fmla="*/ 83 w 86"/>
                <a:gd name="T15" fmla="*/ 968 h 78"/>
                <a:gd name="T16" fmla="*/ 0 w 86"/>
                <a:gd name="T17" fmla="*/ 1365 h 78"/>
                <a:gd name="T18" fmla="*/ 395 w 86"/>
                <a:gd name="T19" fmla="*/ 1443 h 78"/>
                <a:gd name="T20" fmla="*/ 1345 w 86"/>
                <a:gd name="T21" fmla="*/ 477 h 78"/>
                <a:gd name="T22" fmla="*/ 1345 w 86"/>
                <a:gd name="T23" fmla="*/ 477 h 78"/>
                <a:gd name="T24" fmla="*/ 1270 w 86"/>
                <a:gd name="T25" fmla="*/ 739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78">
                  <a:moveTo>
                    <a:pt x="81" y="39"/>
                  </a:moveTo>
                  <a:cubicBezTo>
                    <a:pt x="71" y="60"/>
                    <a:pt x="50" y="64"/>
                    <a:pt x="42" y="62"/>
                  </a:cubicBezTo>
                  <a:cubicBezTo>
                    <a:pt x="34" y="59"/>
                    <a:pt x="23" y="51"/>
                    <a:pt x="27" y="47"/>
                  </a:cubicBezTo>
                  <a:cubicBezTo>
                    <a:pt x="30" y="43"/>
                    <a:pt x="36" y="47"/>
                    <a:pt x="41" y="51"/>
                  </a:cubicBezTo>
                  <a:cubicBezTo>
                    <a:pt x="46" y="54"/>
                    <a:pt x="48" y="49"/>
                    <a:pt x="53" y="40"/>
                  </a:cubicBezTo>
                  <a:cubicBezTo>
                    <a:pt x="58" y="30"/>
                    <a:pt x="47" y="18"/>
                    <a:pt x="40" y="10"/>
                  </a:cubicBezTo>
                  <a:cubicBezTo>
                    <a:pt x="33" y="1"/>
                    <a:pt x="28" y="0"/>
                    <a:pt x="24" y="8"/>
                  </a:cubicBezTo>
                  <a:cubicBezTo>
                    <a:pt x="19" y="18"/>
                    <a:pt x="9" y="38"/>
                    <a:pt x="5" y="51"/>
                  </a:cubicBezTo>
                  <a:cubicBezTo>
                    <a:pt x="4" y="56"/>
                    <a:pt x="2" y="64"/>
                    <a:pt x="0" y="72"/>
                  </a:cubicBezTo>
                  <a:cubicBezTo>
                    <a:pt x="8" y="74"/>
                    <a:pt x="16" y="75"/>
                    <a:pt x="25" y="76"/>
                  </a:cubicBezTo>
                  <a:cubicBezTo>
                    <a:pt x="56" y="78"/>
                    <a:pt x="83" y="49"/>
                    <a:pt x="86" y="25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5" y="30"/>
                    <a:pt x="83" y="34"/>
                    <a:pt x="81" y="39"/>
                  </a:cubicBezTo>
                  <a:close/>
                </a:path>
              </a:pathLst>
            </a:custGeom>
            <a:solidFill>
              <a:srgbClr val="DA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7" name="Freeform 33">
              <a:extLst>
                <a:ext uri="{FF2B5EF4-FFF2-40B4-BE49-F238E27FC236}">
                  <a16:creationId xmlns:a16="http://schemas.microsoft.com/office/drawing/2014/main" id="{026EFF99-630B-4FDC-90C5-E64AE4CFD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893"/>
              <a:ext cx="140" cy="214"/>
            </a:xfrm>
            <a:custGeom>
              <a:avLst/>
              <a:gdLst>
                <a:gd name="T0" fmla="*/ 833 w 56"/>
                <a:gd name="T1" fmla="*/ 171 h 80"/>
                <a:gd name="T2" fmla="*/ 145 w 56"/>
                <a:gd name="T3" fmla="*/ 342 h 80"/>
                <a:gd name="T4" fmla="*/ 125 w 56"/>
                <a:gd name="T5" fmla="*/ 709 h 80"/>
                <a:gd name="T6" fmla="*/ 488 w 56"/>
                <a:gd name="T7" fmla="*/ 615 h 80"/>
                <a:gd name="T8" fmla="*/ 625 w 56"/>
                <a:gd name="T9" fmla="*/ 744 h 80"/>
                <a:gd name="T10" fmla="*/ 395 w 56"/>
                <a:gd name="T11" fmla="*/ 915 h 80"/>
                <a:gd name="T12" fmla="*/ 208 w 56"/>
                <a:gd name="T13" fmla="*/ 1166 h 80"/>
                <a:gd name="T14" fmla="*/ 20 w 56"/>
                <a:gd name="T15" fmla="*/ 1188 h 80"/>
                <a:gd name="T16" fmla="*/ 520 w 56"/>
                <a:gd name="T17" fmla="*/ 1530 h 80"/>
                <a:gd name="T18" fmla="*/ 613 w 56"/>
                <a:gd name="T19" fmla="*/ 1016 h 80"/>
                <a:gd name="T20" fmla="*/ 833 w 56"/>
                <a:gd name="T21" fmla="*/ 171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80">
                  <a:moveTo>
                    <a:pt x="53" y="9"/>
                  </a:moveTo>
                  <a:cubicBezTo>
                    <a:pt x="50" y="0"/>
                    <a:pt x="19" y="10"/>
                    <a:pt x="9" y="18"/>
                  </a:cubicBezTo>
                  <a:cubicBezTo>
                    <a:pt x="0" y="25"/>
                    <a:pt x="1" y="29"/>
                    <a:pt x="8" y="37"/>
                  </a:cubicBezTo>
                  <a:cubicBezTo>
                    <a:pt x="14" y="46"/>
                    <a:pt x="22" y="29"/>
                    <a:pt x="31" y="32"/>
                  </a:cubicBezTo>
                  <a:cubicBezTo>
                    <a:pt x="40" y="35"/>
                    <a:pt x="40" y="35"/>
                    <a:pt x="40" y="39"/>
                  </a:cubicBezTo>
                  <a:cubicBezTo>
                    <a:pt x="39" y="43"/>
                    <a:pt x="31" y="46"/>
                    <a:pt x="25" y="48"/>
                  </a:cubicBezTo>
                  <a:cubicBezTo>
                    <a:pt x="19" y="50"/>
                    <a:pt x="17" y="59"/>
                    <a:pt x="13" y="61"/>
                  </a:cubicBezTo>
                  <a:cubicBezTo>
                    <a:pt x="11" y="62"/>
                    <a:pt x="8" y="66"/>
                    <a:pt x="1" y="62"/>
                  </a:cubicBezTo>
                  <a:cubicBezTo>
                    <a:pt x="8" y="69"/>
                    <a:pt x="24" y="78"/>
                    <a:pt x="33" y="80"/>
                  </a:cubicBezTo>
                  <a:cubicBezTo>
                    <a:pt x="35" y="71"/>
                    <a:pt x="37" y="62"/>
                    <a:pt x="39" y="53"/>
                  </a:cubicBezTo>
                  <a:cubicBezTo>
                    <a:pt x="44" y="28"/>
                    <a:pt x="56" y="18"/>
                    <a:pt x="53" y="9"/>
                  </a:cubicBezTo>
                  <a:close/>
                </a:path>
              </a:pathLst>
            </a:custGeom>
            <a:solidFill>
              <a:srgbClr val="DA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8" name="Freeform 34">
              <a:extLst>
                <a:ext uri="{FF2B5EF4-FFF2-40B4-BE49-F238E27FC236}">
                  <a16:creationId xmlns:a16="http://schemas.microsoft.com/office/drawing/2014/main" id="{9F3F3A7C-F1C6-4ABC-80C6-2384924A2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136"/>
              <a:ext cx="183" cy="195"/>
            </a:xfrm>
            <a:custGeom>
              <a:avLst/>
              <a:gdLst>
                <a:gd name="T0" fmla="*/ 251 w 73"/>
                <a:gd name="T1" fmla="*/ 115 h 73"/>
                <a:gd name="T2" fmla="*/ 33 w 73"/>
                <a:gd name="T3" fmla="*/ 379 h 73"/>
                <a:gd name="T4" fmla="*/ 0 w 73"/>
                <a:gd name="T5" fmla="*/ 727 h 73"/>
                <a:gd name="T6" fmla="*/ 83 w 73"/>
                <a:gd name="T7" fmla="*/ 1012 h 73"/>
                <a:gd name="T8" fmla="*/ 188 w 73"/>
                <a:gd name="T9" fmla="*/ 1141 h 73"/>
                <a:gd name="T10" fmla="*/ 363 w 73"/>
                <a:gd name="T11" fmla="*/ 1277 h 73"/>
                <a:gd name="T12" fmla="*/ 1055 w 73"/>
                <a:gd name="T13" fmla="*/ 1106 h 73"/>
                <a:gd name="T14" fmla="*/ 1151 w 73"/>
                <a:gd name="T15" fmla="*/ 727 h 73"/>
                <a:gd name="T16" fmla="*/ 1025 w 73"/>
                <a:gd name="T17" fmla="*/ 321 h 73"/>
                <a:gd name="T18" fmla="*/ 692 w 73"/>
                <a:gd name="T19" fmla="*/ 35 h 73"/>
                <a:gd name="T20" fmla="*/ 439 w 73"/>
                <a:gd name="T21" fmla="*/ 21 h 73"/>
                <a:gd name="T22" fmla="*/ 251 w 73"/>
                <a:gd name="T23" fmla="*/ 115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73">
                  <a:moveTo>
                    <a:pt x="16" y="6"/>
                  </a:moveTo>
                  <a:cubicBezTo>
                    <a:pt x="9" y="9"/>
                    <a:pt x="5" y="13"/>
                    <a:pt x="2" y="20"/>
                  </a:cubicBezTo>
                  <a:cubicBezTo>
                    <a:pt x="0" y="26"/>
                    <a:pt x="0" y="31"/>
                    <a:pt x="0" y="38"/>
                  </a:cubicBezTo>
                  <a:cubicBezTo>
                    <a:pt x="0" y="44"/>
                    <a:pt x="1" y="48"/>
                    <a:pt x="5" y="53"/>
                  </a:cubicBezTo>
                  <a:cubicBezTo>
                    <a:pt x="7" y="56"/>
                    <a:pt x="9" y="58"/>
                    <a:pt x="12" y="60"/>
                  </a:cubicBezTo>
                  <a:cubicBezTo>
                    <a:pt x="15" y="62"/>
                    <a:pt x="19" y="66"/>
                    <a:pt x="23" y="67"/>
                  </a:cubicBezTo>
                  <a:cubicBezTo>
                    <a:pt x="36" y="73"/>
                    <a:pt x="58" y="70"/>
                    <a:pt x="67" y="58"/>
                  </a:cubicBezTo>
                  <a:cubicBezTo>
                    <a:pt x="72" y="52"/>
                    <a:pt x="72" y="45"/>
                    <a:pt x="73" y="38"/>
                  </a:cubicBezTo>
                  <a:cubicBezTo>
                    <a:pt x="73" y="30"/>
                    <a:pt x="70" y="22"/>
                    <a:pt x="65" y="17"/>
                  </a:cubicBezTo>
                  <a:cubicBezTo>
                    <a:pt x="59" y="10"/>
                    <a:pt x="53" y="5"/>
                    <a:pt x="44" y="2"/>
                  </a:cubicBezTo>
                  <a:cubicBezTo>
                    <a:pt x="40" y="1"/>
                    <a:pt x="33" y="0"/>
                    <a:pt x="28" y="1"/>
                  </a:cubicBezTo>
                  <a:cubicBezTo>
                    <a:pt x="23" y="2"/>
                    <a:pt x="19" y="4"/>
                    <a:pt x="16" y="6"/>
                  </a:cubicBezTo>
                  <a:close/>
                </a:path>
              </a:pathLst>
            </a:custGeom>
            <a:solidFill>
              <a:srgbClr val="F1E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9" name="Freeform 35">
              <a:extLst>
                <a:ext uri="{FF2B5EF4-FFF2-40B4-BE49-F238E27FC236}">
                  <a16:creationId xmlns:a16="http://schemas.microsoft.com/office/drawing/2014/main" id="{DB80F111-C4BA-4DD0-866D-0D707FCA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203"/>
              <a:ext cx="187" cy="162"/>
            </a:xfrm>
            <a:custGeom>
              <a:avLst/>
              <a:gdLst>
                <a:gd name="T0" fmla="*/ 1120 w 75"/>
                <a:gd name="T1" fmla="*/ 621 h 61"/>
                <a:gd name="T2" fmla="*/ 436 w 75"/>
                <a:gd name="T3" fmla="*/ 789 h 61"/>
                <a:gd name="T4" fmla="*/ 262 w 75"/>
                <a:gd name="T5" fmla="*/ 656 h 61"/>
                <a:gd name="T6" fmla="*/ 155 w 75"/>
                <a:gd name="T7" fmla="*/ 523 h 61"/>
                <a:gd name="T8" fmla="*/ 75 w 75"/>
                <a:gd name="T9" fmla="*/ 247 h 61"/>
                <a:gd name="T10" fmla="*/ 92 w 75"/>
                <a:gd name="T11" fmla="*/ 0 h 61"/>
                <a:gd name="T12" fmla="*/ 0 w 75"/>
                <a:gd name="T13" fmla="*/ 563 h 61"/>
                <a:gd name="T14" fmla="*/ 436 w 75"/>
                <a:gd name="T15" fmla="*/ 1065 h 61"/>
                <a:gd name="T16" fmla="*/ 945 w 75"/>
                <a:gd name="T17" fmla="*/ 972 h 61"/>
                <a:gd name="T18" fmla="*/ 1162 w 75"/>
                <a:gd name="T19" fmla="*/ 563 h 61"/>
                <a:gd name="T20" fmla="*/ 1162 w 75"/>
                <a:gd name="T21" fmla="*/ 563 h 61"/>
                <a:gd name="T22" fmla="*/ 1120 w 75"/>
                <a:gd name="T23" fmla="*/ 621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61">
                  <a:moveTo>
                    <a:pt x="72" y="33"/>
                  </a:moveTo>
                  <a:cubicBezTo>
                    <a:pt x="63" y="45"/>
                    <a:pt x="41" y="48"/>
                    <a:pt x="28" y="42"/>
                  </a:cubicBezTo>
                  <a:cubicBezTo>
                    <a:pt x="24" y="41"/>
                    <a:pt x="20" y="37"/>
                    <a:pt x="17" y="35"/>
                  </a:cubicBezTo>
                  <a:cubicBezTo>
                    <a:pt x="14" y="33"/>
                    <a:pt x="12" y="31"/>
                    <a:pt x="10" y="28"/>
                  </a:cubicBezTo>
                  <a:cubicBezTo>
                    <a:pt x="6" y="23"/>
                    <a:pt x="5" y="19"/>
                    <a:pt x="5" y="13"/>
                  </a:cubicBezTo>
                  <a:cubicBezTo>
                    <a:pt x="5" y="8"/>
                    <a:pt x="5" y="4"/>
                    <a:pt x="6" y="0"/>
                  </a:cubicBezTo>
                  <a:cubicBezTo>
                    <a:pt x="3" y="8"/>
                    <a:pt x="0" y="25"/>
                    <a:pt x="0" y="30"/>
                  </a:cubicBezTo>
                  <a:cubicBezTo>
                    <a:pt x="0" y="35"/>
                    <a:pt x="14" y="54"/>
                    <a:pt x="28" y="57"/>
                  </a:cubicBezTo>
                  <a:cubicBezTo>
                    <a:pt x="46" y="61"/>
                    <a:pt x="56" y="55"/>
                    <a:pt x="61" y="52"/>
                  </a:cubicBezTo>
                  <a:cubicBezTo>
                    <a:pt x="66" y="46"/>
                    <a:pt x="75" y="30"/>
                    <a:pt x="75" y="30"/>
                  </a:cubicBezTo>
                  <a:cubicBezTo>
                    <a:pt x="75" y="30"/>
                    <a:pt x="75" y="30"/>
                    <a:pt x="75" y="30"/>
                  </a:cubicBezTo>
                  <a:cubicBezTo>
                    <a:pt x="74" y="31"/>
                    <a:pt x="73" y="32"/>
                    <a:pt x="72" y="33"/>
                  </a:cubicBezTo>
                  <a:close/>
                </a:path>
              </a:pathLst>
            </a:custGeom>
            <a:solidFill>
              <a:srgbClr val="FAE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0" name="Freeform 36">
              <a:extLst>
                <a:ext uri="{FF2B5EF4-FFF2-40B4-BE49-F238E27FC236}">
                  <a16:creationId xmlns:a16="http://schemas.microsoft.com/office/drawing/2014/main" id="{D34C96A0-D442-468E-8644-1DB83DC49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03"/>
              <a:ext cx="83" cy="66"/>
            </a:xfrm>
            <a:custGeom>
              <a:avLst/>
              <a:gdLst>
                <a:gd name="T0" fmla="*/ 380 w 33"/>
                <a:gd name="T1" fmla="*/ 55 h 25"/>
                <a:gd name="T2" fmla="*/ 430 w 33"/>
                <a:gd name="T3" fmla="*/ 383 h 25"/>
                <a:gd name="T4" fmla="*/ 221 w 33"/>
                <a:gd name="T5" fmla="*/ 425 h 25"/>
                <a:gd name="T6" fmla="*/ 189 w 33"/>
                <a:gd name="T7" fmla="*/ 55 h 25"/>
                <a:gd name="T8" fmla="*/ 380 w 33"/>
                <a:gd name="T9" fmla="*/ 5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5">
                  <a:moveTo>
                    <a:pt x="24" y="3"/>
                  </a:moveTo>
                  <a:cubicBezTo>
                    <a:pt x="30" y="6"/>
                    <a:pt x="33" y="15"/>
                    <a:pt x="27" y="21"/>
                  </a:cubicBezTo>
                  <a:cubicBezTo>
                    <a:pt x="25" y="22"/>
                    <a:pt x="19" y="25"/>
                    <a:pt x="14" y="23"/>
                  </a:cubicBezTo>
                  <a:cubicBezTo>
                    <a:pt x="7" y="20"/>
                    <a:pt x="0" y="5"/>
                    <a:pt x="12" y="3"/>
                  </a:cubicBezTo>
                  <a:cubicBezTo>
                    <a:pt x="15" y="2"/>
                    <a:pt x="21" y="0"/>
                    <a:pt x="24" y="3"/>
                  </a:cubicBezTo>
                  <a:close/>
                </a:path>
              </a:pathLst>
            </a:custGeom>
            <a:solidFill>
              <a:srgbClr val="E8D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1" name="Freeform 37">
              <a:extLst>
                <a:ext uri="{FF2B5EF4-FFF2-40B4-BE49-F238E27FC236}">
                  <a16:creationId xmlns:a16="http://schemas.microsoft.com/office/drawing/2014/main" id="{1585017A-C707-47AD-88A2-1BD2786CE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771"/>
              <a:ext cx="538" cy="472"/>
            </a:xfrm>
            <a:custGeom>
              <a:avLst/>
              <a:gdLst>
                <a:gd name="T0" fmla="*/ 1867 w 215"/>
                <a:gd name="T1" fmla="*/ 3357 h 177"/>
                <a:gd name="T2" fmla="*/ 2022 w 215"/>
                <a:gd name="T3" fmla="*/ 2504 h 177"/>
                <a:gd name="T4" fmla="*/ 2317 w 215"/>
                <a:gd name="T5" fmla="*/ 1685 h 177"/>
                <a:gd name="T6" fmla="*/ 2567 w 215"/>
                <a:gd name="T7" fmla="*/ 1728 h 177"/>
                <a:gd name="T8" fmla="*/ 2775 w 215"/>
                <a:gd name="T9" fmla="*/ 2296 h 177"/>
                <a:gd name="T10" fmla="*/ 2585 w 215"/>
                <a:gd name="T11" fmla="*/ 2504 h 177"/>
                <a:gd name="T12" fmla="*/ 2367 w 215"/>
                <a:gd name="T13" fmla="*/ 2424 h 177"/>
                <a:gd name="T14" fmla="*/ 2597 w 215"/>
                <a:gd name="T15" fmla="*/ 2709 h 177"/>
                <a:gd name="T16" fmla="*/ 3213 w 215"/>
                <a:gd name="T17" fmla="*/ 2275 h 177"/>
                <a:gd name="T18" fmla="*/ 3068 w 215"/>
                <a:gd name="T19" fmla="*/ 1045 h 177"/>
                <a:gd name="T20" fmla="*/ 1847 w 215"/>
                <a:gd name="T21" fmla="*/ 171 h 177"/>
                <a:gd name="T22" fmla="*/ 283 w 215"/>
                <a:gd name="T23" fmla="*/ 648 h 177"/>
                <a:gd name="T24" fmla="*/ 313 w 215"/>
                <a:gd name="T25" fmla="*/ 1899 h 177"/>
                <a:gd name="T26" fmla="*/ 626 w 215"/>
                <a:gd name="T27" fmla="*/ 2027 h 177"/>
                <a:gd name="T28" fmla="*/ 813 w 215"/>
                <a:gd name="T29" fmla="*/ 1784 h 177"/>
                <a:gd name="T30" fmla="*/ 1051 w 215"/>
                <a:gd name="T31" fmla="*/ 1613 h 177"/>
                <a:gd name="T32" fmla="*/ 908 w 215"/>
                <a:gd name="T33" fmla="*/ 1480 h 177"/>
                <a:gd name="T34" fmla="*/ 551 w 215"/>
                <a:gd name="T35" fmla="*/ 1571 h 177"/>
                <a:gd name="T36" fmla="*/ 563 w 215"/>
                <a:gd name="T37" fmla="*/ 1216 h 177"/>
                <a:gd name="T38" fmla="*/ 1251 w 215"/>
                <a:gd name="T39" fmla="*/ 1045 h 177"/>
                <a:gd name="T40" fmla="*/ 1033 w 215"/>
                <a:gd name="T41" fmla="*/ 1877 h 177"/>
                <a:gd name="T42" fmla="*/ 896 w 215"/>
                <a:gd name="T43" fmla="*/ 3264 h 177"/>
                <a:gd name="T44" fmla="*/ 1284 w 215"/>
                <a:gd name="T45" fmla="*/ 3221 h 177"/>
                <a:gd name="T46" fmla="*/ 1491 w 215"/>
                <a:gd name="T47" fmla="*/ 3221 h 177"/>
                <a:gd name="T48" fmla="*/ 1867 w 215"/>
                <a:gd name="T49" fmla="*/ 3357 h 17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5" h="177">
                  <a:moveTo>
                    <a:pt x="119" y="177"/>
                  </a:moveTo>
                  <a:cubicBezTo>
                    <a:pt x="119" y="169"/>
                    <a:pt x="126" y="144"/>
                    <a:pt x="129" y="132"/>
                  </a:cubicBezTo>
                  <a:cubicBezTo>
                    <a:pt x="133" y="119"/>
                    <a:pt x="143" y="99"/>
                    <a:pt x="148" y="89"/>
                  </a:cubicBezTo>
                  <a:cubicBezTo>
                    <a:pt x="152" y="81"/>
                    <a:pt x="157" y="82"/>
                    <a:pt x="164" y="91"/>
                  </a:cubicBezTo>
                  <a:cubicBezTo>
                    <a:pt x="171" y="99"/>
                    <a:pt x="182" y="111"/>
                    <a:pt x="177" y="121"/>
                  </a:cubicBezTo>
                  <a:cubicBezTo>
                    <a:pt x="172" y="130"/>
                    <a:pt x="170" y="135"/>
                    <a:pt x="165" y="132"/>
                  </a:cubicBezTo>
                  <a:cubicBezTo>
                    <a:pt x="160" y="128"/>
                    <a:pt x="154" y="124"/>
                    <a:pt x="151" y="128"/>
                  </a:cubicBezTo>
                  <a:cubicBezTo>
                    <a:pt x="147" y="132"/>
                    <a:pt x="158" y="140"/>
                    <a:pt x="166" y="143"/>
                  </a:cubicBezTo>
                  <a:cubicBezTo>
                    <a:pt x="174" y="145"/>
                    <a:pt x="195" y="141"/>
                    <a:pt x="205" y="120"/>
                  </a:cubicBezTo>
                  <a:cubicBezTo>
                    <a:pt x="215" y="99"/>
                    <a:pt x="213" y="76"/>
                    <a:pt x="196" y="55"/>
                  </a:cubicBezTo>
                  <a:cubicBezTo>
                    <a:pt x="179" y="33"/>
                    <a:pt x="159" y="17"/>
                    <a:pt x="118" y="9"/>
                  </a:cubicBezTo>
                  <a:cubicBezTo>
                    <a:pt x="74" y="0"/>
                    <a:pt x="37" y="13"/>
                    <a:pt x="18" y="34"/>
                  </a:cubicBezTo>
                  <a:cubicBezTo>
                    <a:pt x="0" y="56"/>
                    <a:pt x="7" y="84"/>
                    <a:pt x="20" y="100"/>
                  </a:cubicBezTo>
                  <a:cubicBezTo>
                    <a:pt x="33" y="115"/>
                    <a:pt x="37" y="109"/>
                    <a:pt x="40" y="107"/>
                  </a:cubicBezTo>
                  <a:cubicBezTo>
                    <a:pt x="44" y="105"/>
                    <a:pt x="46" y="96"/>
                    <a:pt x="52" y="94"/>
                  </a:cubicBezTo>
                  <a:cubicBezTo>
                    <a:pt x="58" y="92"/>
                    <a:pt x="66" y="89"/>
                    <a:pt x="67" y="85"/>
                  </a:cubicBezTo>
                  <a:cubicBezTo>
                    <a:pt x="67" y="81"/>
                    <a:pt x="67" y="81"/>
                    <a:pt x="58" y="78"/>
                  </a:cubicBezTo>
                  <a:cubicBezTo>
                    <a:pt x="49" y="75"/>
                    <a:pt x="41" y="92"/>
                    <a:pt x="35" y="83"/>
                  </a:cubicBezTo>
                  <a:cubicBezTo>
                    <a:pt x="28" y="75"/>
                    <a:pt x="27" y="71"/>
                    <a:pt x="36" y="64"/>
                  </a:cubicBezTo>
                  <a:cubicBezTo>
                    <a:pt x="46" y="56"/>
                    <a:pt x="77" y="46"/>
                    <a:pt x="80" y="55"/>
                  </a:cubicBezTo>
                  <a:cubicBezTo>
                    <a:pt x="83" y="64"/>
                    <a:pt x="71" y="74"/>
                    <a:pt x="66" y="99"/>
                  </a:cubicBezTo>
                  <a:cubicBezTo>
                    <a:pt x="61" y="124"/>
                    <a:pt x="53" y="152"/>
                    <a:pt x="57" y="172"/>
                  </a:cubicBezTo>
                  <a:cubicBezTo>
                    <a:pt x="64" y="171"/>
                    <a:pt x="82" y="170"/>
                    <a:pt x="82" y="170"/>
                  </a:cubicBezTo>
                  <a:cubicBezTo>
                    <a:pt x="87" y="172"/>
                    <a:pt x="90" y="172"/>
                    <a:pt x="95" y="170"/>
                  </a:cubicBezTo>
                  <a:cubicBezTo>
                    <a:pt x="103" y="169"/>
                    <a:pt x="119" y="177"/>
                    <a:pt x="119" y="177"/>
                  </a:cubicBez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2" name="Freeform 38">
              <a:extLst>
                <a:ext uri="{FF2B5EF4-FFF2-40B4-BE49-F238E27FC236}">
                  <a16:creationId xmlns:a16="http://schemas.microsoft.com/office/drawing/2014/main" id="{C6B45818-92DB-463B-919C-CC6758331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221"/>
              <a:ext cx="155" cy="72"/>
            </a:xfrm>
            <a:custGeom>
              <a:avLst/>
              <a:gdLst>
                <a:gd name="T0" fmla="*/ 595 w 62"/>
                <a:gd name="T1" fmla="*/ 21 h 27"/>
                <a:gd name="T2" fmla="*/ 395 w 62"/>
                <a:gd name="T3" fmla="*/ 21 h 27"/>
                <a:gd name="T4" fmla="*/ 0 w 62"/>
                <a:gd name="T5" fmla="*/ 56 h 27"/>
                <a:gd name="T6" fmla="*/ 533 w 62"/>
                <a:gd name="T7" fmla="*/ 477 h 27"/>
                <a:gd name="T8" fmla="*/ 970 w 62"/>
                <a:gd name="T9" fmla="*/ 149 h 27"/>
                <a:gd name="T10" fmla="*/ 595 w 62"/>
                <a:gd name="T11" fmla="*/ 2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7">
                  <a:moveTo>
                    <a:pt x="38" y="1"/>
                  </a:moveTo>
                  <a:cubicBezTo>
                    <a:pt x="33" y="3"/>
                    <a:pt x="30" y="3"/>
                    <a:pt x="25" y="1"/>
                  </a:cubicBezTo>
                  <a:cubicBezTo>
                    <a:pt x="25" y="1"/>
                    <a:pt x="7" y="1"/>
                    <a:pt x="0" y="3"/>
                  </a:cubicBezTo>
                  <a:cubicBezTo>
                    <a:pt x="1" y="18"/>
                    <a:pt x="23" y="27"/>
                    <a:pt x="34" y="25"/>
                  </a:cubicBezTo>
                  <a:cubicBezTo>
                    <a:pt x="50" y="24"/>
                    <a:pt x="62" y="14"/>
                    <a:pt x="62" y="8"/>
                  </a:cubicBezTo>
                  <a:cubicBezTo>
                    <a:pt x="62" y="8"/>
                    <a:pt x="46" y="0"/>
                    <a:pt x="38" y="1"/>
                  </a:cubicBezTo>
                  <a:close/>
                </a:path>
              </a:pathLst>
            </a:custGeom>
            <a:solidFill>
              <a:srgbClr val="F1E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3" name="Freeform 39">
              <a:extLst>
                <a:ext uri="{FF2B5EF4-FFF2-40B4-BE49-F238E27FC236}">
                  <a16:creationId xmlns:a16="http://schemas.microsoft.com/office/drawing/2014/main" id="{333B8790-F981-4722-914E-8E05B7274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939"/>
              <a:ext cx="65" cy="290"/>
            </a:xfrm>
            <a:custGeom>
              <a:avLst/>
              <a:gdLst>
                <a:gd name="T0" fmla="*/ 395 w 26"/>
                <a:gd name="T1" fmla="*/ 149 h 109"/>
                <a:gd name="T2" fmla="*/ 363 w 26"/>
                <a:gd name="T3" fmla="*/ 56 h 109"/>
                <a:gd name="T4" fmla="*/ 220 w 26"/>
                <a:gd name="T5" fmla="*/ 623 h 109"/>
                <a:gd name="T6" fmla="*/ 0 w 26"/>
                <a:gd name="T7" fmla="*/ 2017 h 109"/>
                <a:gd name="T8" fmla="*/ 188 w 26"/>
                <a:gd name="T9" fmla="*/ 2017 h 109"/>
                <a:gd name="T10" fmla="*/ 208 w 26"/>
                <a:gd name="T11" fmla="*/ 1032 h 109"/>
                <a:gd name="T12" fmla="*/ 395 w 26"/>
                <a:gd name="T13" fmla="*/ 149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9">
                  <a:moveTo>
                    <a:pt x="25" y="8"/>
                  </a:moveTo>
                  <a:cubicBezTo>
                    <a:pt x="26" y="2"/>
                    <a:pt x="24" y="0"/>
                    <a:pt x="23" y="3"/>
                  </a:cubicBezTo>
                  <a:cubicBezTo>
                    <a:pt x="22" y="6"/>
                    <a:pt x="19" y="19"/>
                    <a:pt x="14" y="33"/>
                  </a:cubicBezTo>
                  <a:cubicBezTo>
                    <a:pt x="9" y="47"/>
                    <a:pt x="0" y="89"/>
                    <a:pt x="0" y="107"/>
                  </a:cubicBezTo>
                  <a:cubicBezTo>
                    <a:pt x="4" y="109"/>
                    <a:pt x="8" y="109"/>
                    <a:pt x="12" y="107"/>
                  </a:cubicBezTo>
                  <a:cubicBezTo>
                    <a:pt x="10" y="99"/>
                    <a:pt x="10" y="71"/>
                    <a:pt x="13" y="55"/>
                  </a:cubicBezTo>
                  <a:cubicBezTo>
                    <a:pt x="16" y="39"/>
                    <a:pt x="24" y="26"/>
                    <a:pt x="25" y="8"/>
                  </a:cubicBezTo>
                  <a:close/>
                </a:path>
              </a:pathLst>
            </a:custGeom>
            <a:solidFill>
              <a:srgbClr val="E8D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4" name="Freeform 40">
              <a:extLst>
                <a:ext uri="{FF2B5EF4-FFF2-40B4-BE49-F238E27FC236}">
                  <a16:creationId xmlns:a16="http://schemas.microsoft.com/office/drawing/2014/main" id="{AC38F6B0-8267-476C-9CF5-4A58BC765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87"/>
              <a:ext cx="100" cy="144"/>
            </a:xfrm>
            <a:custGeom>
              <a:avLst/>
              <a:gdLst>
                <a:gd name="T0" fmla="*/ 333 w 40"/>
                <a:gd name="T1" fmla="*/ 947 h 54"/>
                <a:gd name="T2" fmla="*/ 363 w 40"/>
                <a:gd name="T3" fmla="*/ 968 h 54"/>
                <a:gd name="T4" fmla="*/ 550 w 40"/>
                <a:gd name="T5" fmla="*/ 760 h 54"/>
                <a:gd name="T6" fmla="*/ 345 w 40"/>
                <a:gd name="T7" fmla="*/ 192 h 54"/>
                <a:gd name="T8" fmla="*/ 95 w 40"/>
                <a:gd name="T9" fmla="*/ 149 h 54"/>
                <a:gd name="T10" fmla="*/ 0 w 40"/>
                <a:gd name="T11" fmla="*/ 363 h 54"/>
                <a:gd name="T12" fmla="*/ 208 w 40"/>
                <a:gd name="T13" fmla="*/ 533 h 54"/>
                <a:gd name="T14" fmla="*/ 333 w 40"/>
                <a:gd name="T15" fmla="*/ 94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4">
                  <a:moveTo>
                    <a:pt x="21" y="50"/>
                  </a:moveTo>
                  <a:cubicBezTo>
                    <a:pt x="22" y="50"/>
                    <a:pt x="22" y="50"/>
                    <a:pt x="23" y="51"/>
                  </a:cubicBezTo>
                  <a:cubicBezTo>
                    <a:pt x="28" y="54"/>
                    <a:pt x="30" y="49"/>
                    <a:pt x="35" y="40"/>
                  </a:cubicBezTo>
                  <a:cubicBezTo>
                    <a:pt x="40" y="30"/>
                    <a:pt x="29" y="18"/>
                    <a:pt x="22" y="10"/>
                  </a:cubicBezTo>
                  <a:cubicBezTo>
                    <a:pt x="15" y="1"/>
                    <a:pt x="10" y="0"/>
                    <a:pt x="6" y="8"/>
                  </a:cubicBezTo>
                  <a:cubicBezTo>
                    <a:pt x="4" y="11"/>
                    <a:pt x="2" y="15"/>
                    <a:pt x="0" y="19"/>
                  </a:cubicBezTo>
                  <a:cubicBezTo>
                    <a:pt x="4" y="21"/>
                    <a:pt x="9" y="23"/>
                    <a:pt x="13" y="28"/>
                  </a:cubicBezTo>
                  <a:cubicBezTo>
                    <a:pt x="22" y="36"/>
                    <a:pt x="26" y="41"/>
                    <a:pt x="21" y="50"/>
                  </a:cubicBezTo>
                  <a:close/>
                </a:path>
              </a:pathLst>
            </a:custGeom>
            <a:solidFill>
              <a:srgbClr val="743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5" name="Freeform 41">
              <a:extLst>
                <a:ext uri="{FF2B5EF4-FFF2-40B4-BE49-F238E27FC236}">
                  <a16:creationId xmlns:a16="http://schemas.microsoft.com/office/drawing/2014/main" id="{6F0F5E24-0226-43D1-AD0A-04675877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893"/>
              <a:ext cx="137" cy="120"/>
            </a:xfrm>
            <a:custGeom>
              <a:avLst/>
              <a:gdLst>
                <a:gd name="T0" fmla="*/ 137 w 55"/>
                <a:gd name="T1" fmla="*/ 341 h 45"/>
                <a:gd name="T2" fmla="*/ 125 w 55"/>
                <a:gd name="T3" fmla="*/ 704 h 45"/>
                <a:gd name="T4" fmla="*/ 416 w 55"/>
                <a:gd name="T5" fmla="*/ 605 h 45"/>
                <a:gd name="T6" fmla="*/ 695 w 55"/>
                <a:gd name="T7" fmla="*/ 648 h 45"/>
                <a:gd name="T8" fmla="*/ 820 w 55"/>
                <a:gd name="T9" fmla="*/ 171 h 45"/>
                <a:gd name="T10" fmla="*/ 137 w 55"/>
                <a:gd name="T11" fmla="*/ 34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5">
                  <a:moveTo>
                    <a:pt x="9" y="18"/>
                  </a:moveTo>
                  <a:cubicBezTo>
                    <a:pt x="0" y="25"/>
                    <a:pt x="1" y="29"/>
                    <a:pt x="8" y="37"/>
                  </a:cubicBezTo>
                  <a:cubicBezTo>
                    <a:pt x="13" y="45"/>
                    <a:pt x="20" y="33"/>
                    <a:pt x="27" y="32"/>
                  </a:cubicBezTo>
                  <a:cubicBezTo>
                    <a:pt x="35" y="31"/>
                    <a:pt x="42" y="31"/>
                    <a:pt x="45" y="34"/>
                  </a:cubicBezTo>
                  <a:cubicBezTo>
                    <a:pt x="50" y="22"/>
                    <a:pt x="55" y="15"/>
                    <a:pt x="53" y="9"/>
                  </a:cubicBezTo>
                  <a:cubicBezTo>
                    <a:pt x="50" y="0"/>
                    <a:pt x="19" y="10"/>
                    <a:pt x="9" y="18"/>
                  </a:cubicBezTo>
                  <a:close/>
                </a:path>
              </a:pathLst>
            </a:custGeom>
            <a:solidFill>
              <a:srgbClr val="743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6" name="Freeform 42">
              <a:extLst>
                <a:ext uri="{FF2B5EF4-FFF2-40B4-BE49-F238E27FC236}">
                  <a16:creationId xmlns:a16="http://schemas.microsoft.com/office/drawing/2014/main" id="{BE33680D-C5F8-4619-A583-62A48D930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029"/>
              <a:ext cx="90" cy="78"/>
            </a:xfrm>
            <a:custGeom>
              <a:avLst/>
              <a:gdLst>
                <a:gd name="T0" fmla="*/ 488 w 36"/>
                <a:gd name="T1" fmla="*/ 565 h 29"/>
                <a:gd name="T2" fmla="*/ 563 w 36"/>
                <a:gd name="T3" fmla="*/ 175 h 29"/>
                <a:gd name="T4" fmla="*/ 313 w 36"/>
                <a:gd name="T5" fmla="*/ 0 h 29"/>
                <a:gd name="T6" fmla="*/ 300 w 36"/>
                <a:gd name="T7" fmla="*/ 0 h 29"/>
                <a:gd name="T8" fmla="*/ 175 w 36"/>
                <a:gd name="T9" fmla="*/ 196 h 29"/>
                <a:gd name="T10" fmla="*/ 20 w 36"/>
                <a:gd name="T11" fmla="*/ 231 h 29"/>
                <a:gd name="T12" fmla="*/ 0 w 36"/>
                <a:gd name="T13" fmla="*/ 231 h 29"/>
                <a:gd name="T14" fmla="*/ 488 w 36"/>
                <a:gd name="T15" fmla="*/ 56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9">
                  <a:moveTo>
                    <a:pt x="31" y="29"/>
                  </a:moveTo>
                  <a:cubicBezTo>
                    <a:pt x="33" y="23"/>
                    <a:pt x="34" y="16"/>
                    <a:pt x="36" y="9"/>
                  </a:cubicBezTo>
                  <a:cubicBezTo>
                    <a:pt x="30" y="10"/>
                    <a:pt x="23" y="3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3"/>
                    <a:pt x="14" y="8"/>
                    <a:pt x="11" y="10"/>
                  </a:cubicBezTo>
                  <a:cubicBezTo>
                    <a:pt x="9" y="11"/>
                    <a:pt x="6" y="14"/>
                    <a:pt x="1" y="12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8" y="19"/>
                    <a:pt x="22" y="27"/>
                    <a:pt x="31" y="29"/>
                  </a:cubicBezTo>
                  <a:close/>
                </a:path>
              </a:pathLst>
            </a:custGeom>
            <a:solidFill>
              <a:srgbClr val="EBD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7" name="Freeform 43">
              <a:extLst>
                <a:ext uri="{FF2B5EF4-FFF2-40B4-BE49-F238E27FC236}">
                  <a16:creationId xmlns:a16="http://schemas.microsoft.com/office/drawing/2014/main" id="{2CAA80A4-F1FF-4033-ABF0-2D53E671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104"/>
              <a:ext cx="198" cy="88"/>
            </a:xfrm>
            <a:custGeom>
              <a:avLst/>
              <a:gdLst>
                <a:gd name="T0" fmla="*/ 1243 w 79"/>
                <a:gd name="T1" fmla="*/ 0 h 33"/>
                <a:gd name="T2" fmla="*/ 1213 w 79"/>
                <a:gd name="T3" fmla="*/ 21 h 33"/>
                <a:gd name="T4" fmla="*/ 659 w 79"/>
                <a:gd name="T5" fmla="*/ 341 h 33"/>
                <a:gd name="T6" fmla="*/ 426 w 79"/>
                <a:gd name="T7" fmla="*/ 56 h 33"/>
                <a:gd name="T8" fmla="*/ 439 w 79"/>
                <a:gd name="T9" fmla="*/ 35 h 33"/>
                <a:gd name="T10" fmla="*/ 409 w 79"/>
                <a:gd name="T11" fmla="*/ 35 h 33"/>
                <a:gd name="T12" fmla="*/ 113 w 79"/>
                <a:gd name="T13" fmla="*/ 0 h 33"/>
                <a:gd name="T14" fmla="*/ 83 w 79"/>
                <a:gd name="T15" fmla="*/ 136 h 33"/>
                <a:gd name="T16" fmla="*/ 0 w 79"/>
                <a:gd name="T17" fmla="*/ 533 h 33"/>
                <a:gd name="T18" fmla="*/ 396 w 79"/>
                <a:gd name="T19" fmla="*/ 605 h 33"/>
                <a:gd name="T20" fmla="*/ 1243 w 79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33">
                  <a:moveTo>
                    <a:pt x="79" y="0"/>
                  </a:moveTo>
                  <a:cubicBezTo>
                    <a:pt x="77" y="1"/>
                    <a:pt x="77" y="1"/>
                    <a:pt x="77" y="1"/>
                  </a:cubicBezTo>
                  <a:cubicBezTo>
                    <a:pt x="66" y="17"/>
                    <a:pt x="49" y="19"/>
                    <a:pt x="42" y="18"/>
                  </a:cubicBezTo>
                  <a:cubicBezTo>
                    <a:pt x="34" y="15"/>
                    <a:pt x="23" y="7"/>
                    <a:pt x="27" y="3"/>
                  </a:cubicBezTo>
                  <a:cubicBezTo>
                    <a:pt x="27" y="3"/>
                    <a:pt x="27" y="2"/>
                    <a:pt x="28" y="2"/>
                  </a:cubicBezTo>
                  <a:cubicBezTo>
                    <a:pt x="27" y="2"/>
                    <a:pt x="26" y="2"/>
                    <a:pt x="26" y="2"/>
                  </a:cubicBezTo>
                  <a:cubicBezTo>
                    <a:pt x="21" y="4"/>
                    <a:pt x="16" y="7"/>
                    <a:pt x="7" y="0"/>
                  </a:cubicBezTo>
                  <a:cubicBezTo>
                    <a:pt x="7" y="3"/>
                    <a:pt x="6" y="5"/>
                    <a:pt x="5" y="7"/>
                  </a:cubicBezTo>
                  <a:cubicBezTo>
                    <a:pt x="4" y="12"/>
                    <a:pt x="2" y="20"/>
                    <a:pt x="0" y="28"/>
                  </a:cubicBezTo>
                  <a:cubicBezTo>
                    <a:pt x="8" y="30"/>
                    <a:pt x="16" y="31"/>
                    <a:pt x="25" y="32"/>
                  </a:cubicBezTo>
                  <a:cubicBezTo>
                    <a:pt x="48" y="33"/>
                    <a:pt x="69" y="18"/>
                    <a:pt x="79" y="0"/>
                  </a:cubicBezTo>
                  <a:close/>
                </a:path>
              </a:pathLst>
            </a:custGeom>
            <a:solidFill>
              <a:srgbClr val="EBD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8" name="Freeform 44">
              <a:extLst>
                <a:ext uri="{FF2B5EF4-FFF2-40B4-BE49-F238E27FC236}">
                  <a16:creationId xmlns:a16="http://schemas.microsoft.com/office/drawing/2014/main" id="{FB28503B-2664-41FF-B541-8B11BF0DC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008"/>
              <a:ext cx="293" cy="261"/>
            </a:xfrm>
            <a:custGeom>
              <a:avLst/>
              <a:gdLst>
                <a:gd name="T0" fmla="*/ 0 w 117"/>
                <a:gd name="T1" fmla="*/ 1851 h 98"/>
                <a:gd name="T2" fmla="*/ 458 w 117"/>
                <a:gd name="T3" fmla="*/ 567 h 98"/>
                <a:gd name="T4" fmla="*/ 1838 w 117"/>
                <a:gd name="T5" fmla="*/ 136 h 98"/>
                <a:gd name="T6" fmla="*/ 583 w 117"/>
                <a:gd name="T7" fmla="*/ 602 h 98"/>
                <a:gd name="T8" fmla="*/ 0 w 117"/>
                <a:gd name="T9" fmla="*/ 185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98">
                  <a:moveTo>
                    <a:pt x="0" y="98"/>
                  </a:moveTo>
                  <a:cubicBezTo>
                    <a:pt x="3" y="75"/>
                    <a:pt x="16" y="43"/>
                    <a:pt x="29" y="30"/>
                  </a:cubicBezTo>
                  <a:cubicBezTo>
                    <a:pt x="42" y="17"/>
                    <a:pt x="79" y="0"/>
                    <a:pt x="117" y="7"/>
                  </a:cubicBezTo>
                  <a:cubicBezTo>
                    <a:pt x="101" y="7"/>
                    <a:pt x="61" y="12"/>
                    <a:pt x="37" y="32"/>
                  </a:cubicBezTo>
                  <a:cubicBezTo>
                    <a:pt x="18" y="49"/>
                    <a:pt x="3" y="85"/>
                    <a:pt x="0" y="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9" name="Freeform 45">
              <a:extLst>
                <a:ext uri="{FF2B5EF4-FFF2-40B4-BE49-F238E27FC236}">
                  <a16:creationId xmlns:a16="http://schemas.microsoft.com/office/drawing/2014/main" id="{AACBA85A-36CE-4E82-9926-DB189F7AF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157"/>
              <a:ext cx="242" cy="272"/>
            </a:xfrm>
            <a:custGeom>
              <a:avLst/>
              <a:gdLst>
                <a:gd name="T0" fmla="*/ 1225 w 97"/>
                <a:gd name="T1" fmla="*/ 0 h 102"/>
                <a:gd name="T2" fmla="*/ 1382 w 97"/>
                <a:gd name="T3" fmla="*/ 1024 h 102"/>
                <a:gd name="T4" fmla="*/ 716 w 97"/>
                <a:gd name="T5" fmla="*/ 1784 h 102"/>
                <a:gd name="T6" fmla="*/ 0 w 97"/>
                <a:gd name="T7" fmla="*/ 1629 h 102"/>
                <a:gd name="T8" fmla="*/ 511 w 97"/>
                <a:gd name="T9" fmla="*/ 1899 h 102"/>
                <a:gd name="T10" fmla="*/ 1120 w 97"/>
                <a:gd name="T11" fmla="*/ 1707 h 102"/>
                <a:gd name="T12" fmla="*/ 1474 w 97"/>
                <a:gd name="T13" fmla="*/ 875 h 102"/>
                <a:gd name="T14" fmla="*/ 1225 w 97"/>
                <a:gd name="T15" fmla="*/ 0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02">
                  <a:moveTo>
                    <a:pt x="79" y="0"/>
                  </a:moveTo>
                  <a:cubicBezTo>
                    <a:pt x="88" y="16"/>
                    <a:pt x="95" y="32"/>
                    <a:pt x="89" y="54"/>
                  </a:cubicBezTo>
                  <a:cubicBezTo>
                    <a:pt x="82" y="76"/>
                    <a:pt x="70" y="90"/>
                    <a:pt x="46" y="94"/>
                  </a:cubicBezTo>
                  <a:cubicBezTo>
                    <a:pt x="30" y="96"/>
                    <a:pt x="11" y="95"/>
                    <a:pt x="0" y="86"/>
                  </a:cubicBezTo>
                  <a:cubicBezTo>
                    <a:pt x="7" y="97"/>
                    <a:pt x="22" y="97"/>
                    <a:pt x="33" y="100"/>
                  </a:cubicBezTo>
                  <a:cubicBezTo>
                    <a:pt x="44" y="102"/>
                    <a:pt x="61" y="100"/>
                    <a:pt x="72" y="90"/>
                  </a:cubicBezTo>
                  <a:cubicBezTo>
                    <a:pt x="83" y="79"/>
                    <a:pt x="93" y="72"/>
                    <a:pt x="95" y="46"/>
                  </a:cubicBezTo>
                  <a:cubicBezTo>
                    <a:pt x="97" y="21"/>
                    <a:pt x="86" y="7"/>
                    <a:pt x="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0" name="Freeform 46">
              <a:extLst>
                <a:ext uri="{FF2B5EF4-FFF2-40B4-BE49-F238E27FC236}">
                  <a16:creationId xmlns:a16="http://schemas.microsoft.com/office/drawing/2014/main" id="{45EC2F43-18D5-42BA-A519-4854649D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69"/>
              <a:ext cx="177" cy="312"/>
            </a:xfrm>
            <a:custGeom>
              <a:avLst/>
              <a:gdLst>
                <a:gd name="T0" fmla="*/ 262 w 71"/>
                <a:gd name="T1" fmla="*/ 320 h 117"/>
                <a:gd name="T2" fmla="*/ 12 w 71"/>
                <a:gd name="T3" fmla="*/ 1216 h 117"/>
                <a:gd name="T4" fmla="*/ 229 w 71"/>
                <a:gd name="T5" fmla="*/ 1933 h 117"/>
                <a:gd name="T6" fmla="*/ 509 w 71"/>
                <a:gd name="T7" fmla="*/ 2219 h 117"/>
                <a:gd name="T8" fmla="*/ 137 w 71"/>
                <a:gd name="T9" fmla="*/ 1571 h 117"/>
                <a:gd name="T10" fmla="*/ 312 w 71"/>
                <a:gd name="T11" fmla="*/ 397 h 117"/>
                <a:gd name="T12" fmla="*/ 1099 w 71"/>
                <a:gd name="T13" fmla="*/ 56 h 117"/>
                <a:gd name="T14" fmla="*/ 262 w 71"/>
                <a:gd name="T15" fmla="*/ 32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17">
                  <a:moveTo>
                    <a:pt x="17" y="17"/>
                  </a:moveTo>
                  <a:cubicBezTo>
                    <a:pt x="7" y="26"/>
                    <a:pt x="0" y="43"/>
                    <a:pt x="1" y="64"/>
                  </a:cubicBezTo>
                  <a:cubicBezTo>
                    <a:pt x="2" y="85"/>
                    <a:pt x="4" y="91"/>
                    <a:pt x="15" y="102"/>
                  </a:cubicBezTo>
                  <a:cubicBezTo>
                    <a:pt x="27" y="114"/>
                    <a:pt x="33" y="117"/>
                    <a:pt x="33" y="117"/>
                  </a:cubicBezTo>
                  <a:cubicBezTo>
                    <a:pt x="28" y="111"/>
                    <a:pt x="11" y="97"/>
                    <a:pt x="9" y="83"/>
                  </a:cubicBezTo>
                  <a:cubicBezTo>
                    <a:pt x="6" y="69"/>
                    <a:pt x="7" y="37"/>
                    <a:pt x="20" y="21"/>
                  </a:cubicBezTo>
                  <a:cubicBezTo>
                    <a:pt x="34" y="5"/>
                    <a:pt x="58" y="3"/>
                    <a:pt x="71" y="3"/>
                  </a:cubicBezTo>
                  <a:cubicBezTo>
                    <a:pt x="57" y="0"/>
                    <a:pt x="32" y="4"/>
                    <a:pt x="17" y="17"/>
                  </a:cubicBezTo>
                  <a:close/>
                </a:path>
              </a:pathLst>
            </a:custGeom>
            <a:solidFill>
              <a:srgbClr val="F5E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1" name="Freeform 47">
              <a:extLst>
                <a:ext uri="{FF2B5EF4-FFF2-40B4-BE49-F238E27FC236}">
                  <a16:creationId xmlns:a16="http://schemas.microsoft.com/office/drawing/2014/main" id="{C42EB3A9-AC69-40BD-9F0A-BAFD8050B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373"/>
              <a:ext cx="20" cy="16"/>
            </a:xfrm>
            <a:custGeom>
              <a:avLst/>
              <a:gdLst>
                <a:gd name="T0" fmla="*/ 83 w 8"/>
                <a:gd name="T1" fmla="*/ 35 h 6"/>
                <a:gd name="T2" fmla="*/ 113 w 8"/>
                <a:gd name="T3" fmla="*/ 77 h 6"/>
                <a:gd name="T4" fmla="*/ 63 w 8"/>
                <a:gd name="T5" fmla="*/ 56 h 6"/>
                <a:gd name="T6" fmla="*/ 33 w 8"/>
                <a:gd name="T7" fmla="*/ 21 h 6"/>
                <a:gd name="T8" fmla="*/ 95 w 8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5" y="2"/>
                  </a:moveTo>
                  <a:cubicBezTo>
                    <a:pt x="7" y="1"/>
                    <a:pt x="8" y="3"/>
                    <a:pt x="7" y="4"/>
                  </a:cubicBezTo>
                  <a:cubicBezTo>
                    <a:pt x="5" y="6"/>
                    <a:pt x="5" y="4"/>
                    <a:pt x="4" y="3"/>
                  </a:cubicBezTo>
                  <a:cubicBezTo>
                    <a:pt x="3" y="3"/>
                    <a:pt x="0" y="3"/>
                    <a:pt x="2" y="1"/>
                  </a:cubicBezTo>
                  <a:cubicBezTo>
                    <a:pt x="3" y="0"/>
                    <a:pt x="5" y="1"/>
                    <a:pt x="6" y="1"/>
                  </a:cubicBezTo>
                </a:path>
              </a:pathLst>
            </a:custGeom>
            <a:solidFill>
              <a:srgbClr val="A67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2" name="Freeform 48">
              <a:extLst>
                <a:ext uri="{FF2B5EF4-FFF2-40B4-BE49-F238E27FC236}">
                  <a16:creationId xmlns:a16="http://schemas.microsoft.com/office/drawing/2014/main" id="{81FF9AE4-01A7-47B3-A9D2-282A059D7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49"/>
              <a:ext cx="20" cy="14"/>
            </a:xfrm>
            <a:custGeom>
              <a:avLst/>
              <a:gdLst>
                <a:gd name="T0" fmla="*/ 0 w 8"/>
                <a:gd name="T1" fmla="*/ 0 h 5"/>
                <a:gd name="T2" fmla="*/ 0 w 8"/>
                <a:gd name="T3" fmla="*/ 87 h 5"/>
                <a:gd name="T4" fmla="*/ 63 w 8"/>
                <a:gd name="T5" fmla="*/ 109 h 5"/>
                <a:gd name="T6" fmla="*/ 125 w 8"/>
                <a:gd name="T7" fmla="*/ 62 h 5"/>
                <a:gd name="T8" fmla="*/ 113 w 8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" y="2"/>
                    <a:pt x="5" y="2"/>
                    <a:pt x="4" y="5"/>
                  </a:cubicBezTo>
                  <a:cubicBezTo>
                    <a:pt x="5" y="5"/>
                    <a:pt x="7" y="4"/>
                    <a:pt x="8" y="3"/>
                  </a:cubicBezTo>
                  <a:cubicBezTo>
                    <a:pt x="8" y="3"/>
                    <a:pt x="7" y="3"/>
                    <a:pt x="7" y="2"/>
                  </a:cubicBezTo>
                </a:path>
              </a:pathLst>
            </a:custGeom>
            <a:solidFill>
              <a:srgbClr val="743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3" name="Freeform 49">
              <a:extLst>
                <a:ext uri="{FF2B5EF4-FFF2-40B4-BE49-F238E27FC236}">
                  <a16:creationId xmlns:a16="http://schemas.microsoft.com/office/drawing/2014/main" id="{7E8E7549-E3EF-4E15-B12F-2EDE11F1C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32"/>
              <a:ext cx="65" cy="83"/>
            </a:xfrm>
            <a:custGeom>
              <a:avLst/>
              <a:gdLst>
                <a:gd name="T0" fmla="*/ 33 w 26"/>
                <a:gd name="T1" fmla="*/ 56 h 31"/>
                <a:gd name="T2" fmla="*/ 0 w 26"/>
                <a:gd name="T3" fmla="*/ 115 h 31"/>
                <a:gd name="T4" fmla="*/ 20 w 26"/>
                <a:gd name="T5" fmla="*/ 94 h 31"/>
                <a:gd name="T6" fmla="*/ 33 w 26"/>
                <a:gd name="T7" fmla="*/ 150 h 31"/>
                <a:gd name="T8" fmla="*/ 83 w 26"/>
                <a:gd name="T9" fmla="*/ 193 h 31"/>
                <a:gd name="T10" fmla="*/ 125 w 26"/>
                <a:gd name="T11" fmla="*/ 230 h 31"/>
                <a:gd name="T12" fmla="*/ 175 w 26"/>
                <a:gd name="T13" fmla="*/ 265 h 31"/>
                <a:gd name="T14" fmla="*/ 238 w 26"/>
                <a:gd name="T15" fmla="*/ 329 h 31"/>
                <a:gd name="T16" fmla="*/ 270 w 26"/>
                <a:gd name="T17" fmla="*/ 388 h 31"/>
                <a:gd name="T18" fmla="*/ 300 w 26"/>
                <a:gd name="T19" fmla="*/ 444 h 31"/>
                <a:gd name="T20" fmla="*/ 300 w 26"/>
                <a:gd name="T21" fmla="*/ 517 h 31"/>
                <a:gd name="T22" fmla="*/ 345 w 26"/>
                <a:gd name="T23" fmla="*/ 594 h 31"/>
                <a:gd name="T24" fmla="*/ 408 w 26"/>
                <a:gd name="T25" fmla="*/ 444 h 31"/>
                <a:gd name="T26" fmla="*/ 283 w 26"/>
                <a:gd name="T27" fmla="*/ 137 h 31"/>
                <a:gd name="T28" fmla="*/ 125 w 26"/>
                <a:gd name="T29" fmla="*/ 0 h 31"/>
                <a:gd name="T30" fmla="*/ 95 w 26"/>
                <a:gd name="T31" fmla="*/ 0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" h="31">
                  <a:moveTo>
                    <a:pt x="2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1" y="6"/>
                    <a:pt x="1" y="5"/>
                  </a:cubicBezTo>
                  <a:cubicBezTo>
                    <a:pt x="2" y="6"/>
                    <a:pt x="3" y="8"/>
                    <a:pt x="2" y="8"/>
                  </a:cubicBezTo>
                  <a:cubicBezTo>
                    <a:pt x="3" y="7"/>
                    <a:pt x="6" y="8"/>
                    <a:pt x="5" y="10"/>
                  </a:cubicBezTo>
                  <a:cubicBezTo>
                    <a:pt x="7" y="9"/>
                    <a:pt x="9" y="10"/>
                    <a:pt x="8" y="12"/>
                  </a:cubicBezTo>
                  <a:cubicBezTo>
                    <a:pt x="9" y="11"/>
                    <a:pt x="13" y="11"/>
                    <a:pt x="11" y="14"/>
                  </a:cubicBezTo>
                  <a:cubicBezTo>
                    <a:pt x="13" y="13"/>
                    <a:pt x="16" y="15"/>
                    <a:pt x="15" y="17"/>
                  </a:cubicBezTo>
                  <a:cubicBezTo>
                    <a:pt x="16" y="17"/>
                    <a:pt x="19" y="18"/>
                    <a:pt x="17" y="20"/>
                  </a:cubicBezTo>
                  <a:cubicBezTo>
                    <a:pt x="19" y="19"/>
                    <a:pt x="21" y="22"/>
                    <a:pt x="19" y="23"/>
                  </a:cubicBezTo>
                  <a:cubicBezTo>
                    <a:pt x="22" y="22"/>
                    <a:pt x="20" y="26"/>
                    <a:pt x="19" y="27"/>
                  </a:cubicBezTo>
                  <a:cubicBezTo>
                    <a:pt x="21" y="27"/>
                    <a:pt x="24" y="29"/>
                    <a:pt x="22" y="31"/>
                  </a:cubicBezTo>
                  <a:cubicBezTo>
                    <a:pt x="24" y="29"/>
                    <a:pt x="25" y="25"/>
                    <a:pt x="26" y="23"/>
                  </a:cubicBezTo>
                  <a:cubicBezTo>
                    <a:pt x="26" y="16"/>
                    <a:pt x="23" y="12"/>
                    <a:pt x="18" y="7"/>
                  </a:cubicBezTo>
                  <a:cubicBezTo>
                    <a:pt x="14" y="5"/>
                    <a:pt x="12" y="2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</a:path>
              </a:pathLst>
            </a:custGeom>
            <a:solidFill>
              <a:srgbClr val="743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4" name="Freeform 50">
              <a:extLst>
                <a:ext uri="{FF2B5EF4-FFF2-40B4-BE49-F238E27FC236}">
                  <a16:creationId xmlns:a16="http://schemas.microsoft.com/office/drawing/2014/main" id="{FA058184-13B7-4A8A-ACC1-7049A0DBE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960"/>
              <a:ext cx="35" cy="27"/>
            </a:xfrm>
            <a:custGeom>
              <a:avLst/>
              <a:gdLst>
                <a:gd name="T0" fmla="*/ 0 w 14"/>
                <a:gd name="T1" fmla="*/ 138 h 10"/>
                <a:gd name="T2" fmla="*/ 83 w 14"/>
                <a:gd name="T3" fmla="*/ 176 h 10"/>
                <a:gd name="T4" fmla="*/ 113 w 14"/>
                <a:gd name="T5" fmla="*/ 138 h 10"/>
                <a:gd name="T6" fmla="*/ 113 w 14"/>
                <a:gd name="T7" fmla="*/ 176 h 10"/>
                <a:gd name="T8" fmla="*/ 158 w 14"/>
                <a:gd name="T9" fmla="*/ 176 h 10"/>
                <a:gd name="T10" fmla="*/ 158 w 14"/>
                <a:gd name="T11" fmla="*/ 159 h 10"/>
                <a:gd name="T12" fmla="*/ 188 w 14"/>
                <a:gd name="T13" fmla="*/ 197 h 10"/>
                <a:gd name="T14" fmla="*/ 220 w 14"/>
                <a:gd name="T15" fmla="*/ 116 h 10"/>
                <a:gd name="T16" fmla="*/ 113 w 1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0">
                  <a:moveTo>
                    <a:pt x="0" y="7"/>
                  </a:moveTo>
                  <a:cubicBezTo>
                    <a:pt x="2" y="7"/>
                    <a:pt x="3" y="8"/>
                    <a:pt x="5" y="9"/>
                  </a:cubicBezTo>
                  <a:cubicBezTo>
                    <a:pt x="5" y="8"/>
                    <a:pt x="6" y="7"/>
                    <a:pt x="7" y="7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8" y="7"/>
                    <a:pt x="9" y="8"/>
                    <a:pt x="10" y="9"/>
                  </a:cubicBezTo>
                  <a:cubicBezTo>
                    <a:pt x="10" y="9"/>
                    <a:pt x="10" y="9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2" y="9"/>
                    <a:pt x="14" y="8"/>
                    <a:pt x="14" y="6"/>
                  </a:cubicBezTo>
                  <a:cubicBezTo>
                    <a:pt x="14" y="2"/>
                    <a:pt x="10" y="2"/>
                    <a:pt x="7" y="0"/>
                  </a:cubicBezTo>
                </a:path>
              </a:pathLst>
            </a:custGeom>
            <a:solidFill>
              <a:srgbClr val="743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5" name="Freeform 51">
              <a:extLst>
                <a:ext uri="{FF2B5EF4-FFF2-40B4-BE49-F238E27FC236}">
                  <a16:creationId xmlns:a16="http://schemas.microsoft.com/office/drawing/2014/main" id="{374392C0-F216-4EE4-94C2-562FAB380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485"/>
              <a:ext cx="15" cy="27"/>
            </a:xfrm>
            <a:custGeom>
              <a:avLst/>
              <a:gdLst>
                <a:gd name="T0" fmla="*/ 33 w 6"/>
                <a:gd name="T1" fmla="*/ 103 h 10"/>
                <a:gd name="T2" fmla="*/ 20 w 6"/>
                <a:gd name="T3" fmla="*/ 197 h 10"/>
                <a:gd name="T4" fmla="*/ 63 w 6"/>
                <a:gd name="T5" fmla="*/ 138 h 10"/>
                <a:gd name="T6" fmla="*/ 95 w 6"/>
                <a:gd name="T7" fmla="*/ 197 h 10"/>
                <a:gd name="T8" fmla="*/ 83 w 6"/>
                <a:gd name="T9" fmla="*/ 0 h 10"/>
                <a:gd name="T10" fmla="*/ 50 w 6"/>
                <a:gd name="T11" fmla="*/ 0 h 10"/>
                <a:gd name="T12" fmla="*/ 50 w 6"/>
                <a:gd name="T13" fmla="*/ 3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0">
                  <a:moveTo>
                    <a:pt x="2" y="5"/>
                  </a:moveTo>
                  <a:cubicBezTo>
                    <a:pt x="3" y="7"/>
                    <a:pt x="0" y="8"/>
                    <a:pt x="1" y="10"/>
                  </a:cubicBezTo>
                  <a:cubicBezTo>
                    <a:pt x="2" y="10"/>
                    <a:pt x="3" y="8"/>
                    <a:pt x="4" y="7"/>
                  </a:cubicBezTo>
                  <a:cubicBezTo>
                    <a:pt x="4" y="8"/>
                    <a:pt x="4" y="9"/>
                    <a:pt x="6" y="10"/>
                  </a:cubicBezTo>
                  <a:cubicBezTo>
                    <a:pt x="5" y="5"/>
                    <a:pt x="3" y="5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</a:path>
              </a:pathLst>
            </a:custGeom>
            <a:solidFill>
              <a:srgbClr val="A67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6" name="Freeform 52">
              <a:extLst>
                <a:ext uri="{FF2B5EF4-FFF2-40B4-BE49-F238E27FC236}">
                  <a16:creationId xmlns:a16="http://schemas.microsoft.com/office/drawing/2014/main" id="{5EE68845-5BF4-44D9-9628-32BB1ECC0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379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33 w 6"/>
                <a:gd name="T3" fmla="*/ 118 h 7"/>
                <a:gd name="T4" fmla="*/ 2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1"/>
                    <a:pt x="6" y="6"/>
                    <a:pt x="2" y="7"/>
                  </a:cubicBezTo>
                  <a:cubicBezTo>
                    <a:pt x="4" y="6"/>
                    <a:pt x="1" y="3"/>
                    <a:pt x="1" y="1"/>
                  </a:cubicBezTo>
                </a:path>
              </a:pathLst>
            </a:custGeom>
            <a:solidFill>
              <a:srgbClr val="A67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7" name="Freeform 53">
              <a:extLst>
                <a:ext uri="{FF2B5EF4-FFF2-40B4-BE49-F238E27FC236}">
                  <a16:creationId xmlns:a16="http://schemas.microsoft.com/office/drawing/2014/main" id="{C792369E-E308-4A67-9EB9-BEB99C18D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227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95 w 6"/>
                <a:gd name="T3" fmla="*/ 118 h 7"/>
                <a:gd name="T4" fmla="*/ 63 w 6"/>
                <a:gd name="T5" fmla="*/ 33 h 7"/>
                <a:gd name="T6" fmla="*/ 33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6" y="2"/>
                    <a:pt x="6" y="7"/>
                  </a:cubicBezTo>
                  <a:cubicBezTo>
                    <a:pt x="6" y="6"/>
                    <a:pt x="5" y="3"/>
                    <a:pt x="4" y="2"/>
                  </a:cubicBezTo>
                  <a:cubicBezTo>
                    <a:pt x="4" y="1"/>
                    <a:pt x="2" y="2"/>
                    <a:pt x="2" y="0"/>
                  </a:cubicBezTo>
                </a:path>
              </a:pathLst>
            </a:custGeom>
            <a:solidFill>
              <a:srgbClr val="A67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8" name="Freeform 54">
              <a:extLst>
                <a:ext uri="{FF2B5EF4-FFF2-40B4-BE49-F238E27FC236}">
                  <a16:creationId xmlns:a16="http://schemas.microsoft.com/office/drawing/2014/main" id="{38D1E7EF-AEC3-4AAE-8EA6-D32A7F4E5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093"/>
              <a:ext cx="27" cy="19"/>
            </a:xfrm>
            <a:custGeom>
              <a:avLst/>
              <a:gdLst>
                <a:gd name="T0" fmla="*/ 91 w 11"/>
                <a:gd name="T1" fmla="*/ 60 h 7"/>
                <a:gd name="T2" fmla="*/ 150 w 11"/>
                <a:gd name="T3" fmla="*/ 141 h 7"/>
                <a:gd name="T4" fmla="*/ 162 w 11"/>
                <a:gd name="T5" fmla="*/ 103 h 7"/>
                <a:gd name="T6" fmla="*/ 0 w 11"/>
                <a:gd name="T7" fmla="*/ 0 h 7"/>
                <a:gd name="T8" fmla="*/ 91 w 11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6" y="3"/>
                  </a:moveTo>
                  <a:cubicBezTo>
                    <a:pt x="8" y="4"/>
                    <a:pt x="9" y="5"/>
                    <a:pt x="10" y="7"/>
                  </a:cubicBezTo>
                  <a:cubicBezTo>
                    <a:pt x="10" y="7"/>
                    <a:pt x="11" y="6"/>
                    <a:pt x="11" y="5"/>
                  </a:cubicBezTo>
                  <a:cubicBezTo>
                    <a:pt x="8" y="2"/>
                    <a:pt x="5" y="0"/>
                    <a:pt x="0" y="0"/>
                  </a:cubicBezTo>
                  <a:cubicBezTo>
                    <a:pt x="1" y="1"/>
                    <a:pt x="5" y="2"/>
                    <a:pt x="6" y="3"/>
                  </a:cubicBezTo>
                </a:path>
              </a:pathLst>
            </a:custGeom>
            <a:solidFill>
              <a:srgbClr val="A67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9" name="Freeform 55">
              <a:extLst>
                <a:ext uri="{FF2B5EF4-FFF2-40B4-BE49-F238E27FC236}">
                  <a16:creationId xmlns:a16="http://schemas.microsoft.com/office/drawing/2014/main" id="{03D58089-87BF-4E4A-925B-7966E65D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091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63 w 4"/>
                <a:gd name="T3" fmla="*/ 0 h 5"/>
                <a:gd name="T4" fmla="*/ 33 w 4"/>
                <a:gd name="T5" fmla="*/ 88 h 5"/>
                <a:gd name="T6" fmla="*/ 0 w 4"/>
                <a:gd name="T7" fmla="*/ 6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  <a:cubicBezTo>
                    <a:pt x="4" y="1"/>
                    <a:pt x="2" y="3"/>
                    <a:pt x="2" y="5"/>
                  </a:cubicBezTo>
                  <a:cubicBezTo>
                    <a:pt x="2" y="5"/>
                    <a:pt x="1" y="4"/>
                    <a:pt x="0" y="4"/>
                  </a:cubicBezTo>
                </a:path>
              </a:pathLst>
            </a:custGeom>
            <a:solidFill>
              <a:srgbClr val="A67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0" name="Freeform 56">
              <a:extLst>
                <a:ext uri="{FF2B5EF4-FFF2-40B4-BE49-F238E27FC236}">
                  <a16:creationId xmlns:a16="http://schemas.microsoft.com/office/drawing/2014/main" id="{79095F04-49C3-4C3C-B5E2-A44358C03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147"/>
              <a:ext cx="93" cy="101"/>
            </a:xfrm>
            <a:custGeom>
              <a:avLst/>
              <a:gdLst>
                <a:gd name="T0" fmla="*/ 50 w 37"/>
                <a:gd name="T1" fmla="*/ 657 h 38"/>
                <a:gd name="T2" fmla="*/ 158 w 37"/>
                <a:gd name="T3" fmla="*/ 170 h 38"/>
                <a:gd name="T4" fmla="*/ 347 w 37"/>
                <a:gd name="T5" fmla="*/ 56 h 38"/>
                <a:gd name="T6" fmla="*/ 442 w 37"/>
                <a:gd name="T7" fmla="*/ 21 h 38"/>
                <a:gd name="T8" fmla="*/ 588 w 37"/>
                <a:gd name="T9" fmla="*/ 21 h 38"/>
                <a:gd name="T10" fmla="*/ 317 w 37"/>
                <a:gd name="T11" fmla="*/ 136 h 38"/>
                <a:gd name="T12" fmla="*/ 176 w 37"/>
                <a:gd name="T13" fmla="*/ 282 h 38"/>
                <a:gd name="T14" fmla="*/ 146 w 37"/>
                <a:gd name="T15" fmla="*/ 396 h 38"/>
                <a:gd name="T16" fmla="*/ 96 w 37"/>
                <a:gd name="T17" fmla="*/ 486 h 38"/>
                <a:gd name="T18" fmla="*/ 83 w 37"/>
                <a:gd name="T19" fmla="*/ 712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8">
                  <a:moveTo>
                    <a:pt x="3" y="35"/>
                  </a:moveTo>
                  <a:cubicBezTo>
                    <a:pt x="0" y="26"/>
                    <a:pt x="2" y="14"/>
                    <a:pt x="10" y="9"/>
                  </a:cubicBezTo>
                  <a:cubicBezTo>
                    <a:pt x="13" y="7"/>
                    <a:pt x="18" y="4"/>
                    <a:pt x="22" y="3"/>
                  </a:cubicBezTo>
                  <a:cubicBezTo>
                    <a:pt x="23" y="2"/>
                    <a:pt x="27" y="1"/>
                    <a:pt x="28" y="1"/>
                  </a:cubicBezTo>
                  <a:cubicBezTo>
                    <a:pt x="31" y="1"/>
                    <a:pt x="35" y="0"/>
                    <a:pt x="37" y="1"/>
                  </a:cubicBezTo>
                  <a:cubicBezTo>
                    <a:pt x="32" y="1"/>
                    <a:pt x="24" y="4"/>
                    <a:pt x="20" y="7"/>
                  </a:cubicBezTo>
                  <a:cubicBezTo>
                    <a:pt x="17" y="8"/>
                    <a:pt x="13" y="13"/>
                    <a:pt x="11" y="15"/>
                  </a:cubicBezTo>
                  <a:cubicBezTo>
                    <a:pt x="10" y="17"/>
                    <a:pt x="11" y="19"/>
                    <a:pt x="9" y="21"/>
                  </a:cubicBezTo>
                  <a:cubicBezTo>
                    <a:pt x="8" y="22"/>
                    <a:pt x="7" y="25"/>
                    <a:pt x="6" y="26"/>
                  </a:cubicBezTo>
                  <a:cubicBezTo>
                    <a:pt x="4" y="29"/>
                    <a:pt x="3" y="35"/>
                    <a:pt x="5" y="38"/>
                  </a:cubicBezTo>
                </a:path>
              </a:pathLst>
            </a:custGeom>
            <a:solidFill>
              <a:srgbClr val="FA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1" name="Freeform 57">
              <a:extLst>
                <a:ext uri="{FF2B5EF4-FFF2-40B4-BE49-F238E27FC236}">
                  <a16:creationId xmlns:a16="http://schemas.microsoft.com/office/drawing/2014/main" id="{F5A40707-65FE-45F2-8CB1-470BCFAC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168"/>
              <a:ext cx="105" cy="149"/>
            </a:xfrm>
            <a:custGeom>
              <a:avLst/>
              <a:gdLst>
                <a:gd name="T0" fmla="*/ 563 w 42"/>
                <a:gd name="T1" fmla="*/ 545 h 56"/>
                <a:gd name="T2" fmla="*/ 425 w 42"/>
                <a:gd name="T3" fmla="*/ 0 h 56"/>
                <a:gd name="T4" fmla="*/ 645 w 42"/>
                <a:gd name="T5" fmla="*/ 375 h 56"/>
                <a:gd name="T6" fmla="*/ 500 w 42"/>
                <a:gd name="T7" fmla="*/ 886 h 56"/>
                <a:gd name="T8" fmla="*/ 0 w 42"/>
                <a:gd name="T9" fmla="*/ 998 h 56"/>
                <a:gd name="T10" fmla="*/ 563 w 42"/>
                <a:gd name="T11" fmla="*/ 54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36" y="29"/>
                  </a:moveTo>
                  <a:cubicBezTo>
                    <a:pt x="38" y="22"/>
                    <a:pt x="33" y="7"/>
                    <a:pt x="27" y="0"/>
                  </a:cubicBezTo>
                  <a:cubicBezTo>
                    <a:pt x="32" y="4"/>
                    <a:pt x="39" y="12"/>
                    <a:pt x="41" y="20"/>
                  </a:cubicBezTo>
                  <a:cubicBezTo>
                    <a:pt x="42" y="27"/>
                    <a:pt x="42" y="39"/>
                    <a:pt x="32" y="47"/>
                  </a:cubicBezTo>
                  <a:cubicBezTo>
                    <a:pt x="23" y="55"/>
                    <a:pt x="8" y="56"/>
                    <a:pt x="0" y="53"/>
                  </a:cubicBezTo>
                  <a:cubicBezTo>
                    <a:pt x="10" y="54"/>
                    <a:pt x="33" y="47"/>
                    <a:pt x="36" y="29"/>
                  </a:cubicBezTo>
                  <a:close/>
                </a:path>
              </a:pathLst>
            </a:custGeom>
            <a:solidFill>
              <a:srgbClr val="E8D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2" name="Freeform 58">
              <a:extLst>
                <a:ext uri="{FF2B5EF4-FFF2-40B4-BE49-F238E27FC236}">
                  <a16:creationId xmlns:a16="http://schemas.microsoft.com/office/drawing/2014/main" id="{B87971E1-ECFA-4797-B12B-EB058687C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85"/>
              <a:ext cx="225" cy="256"/>
            </a:xfrm>
            <a:custGeom>
              <a:avLst/>
              <a:gdLst>
                <a:gd name="T0" fmla="*/ 1408 w 90"/>
                <a:gd name="T1" fmla="*/ 227 h 96"/>
                <a:gd name="T2" fmla="*/ 863 w 90"/>
                <a:gd name="T3" fmla="*/ 21 h 96"/>
                <a:gd name="T4" fmla="*/ 458 w 90"/>
                <a:gd name="T5" fmla="*/ 149 h 96"/>
                <a:gd name="T6" fmla="*/ 20 w 90"/>
                <a:gd name="T7" fmla="*/ 1024 h 96"/>
                <a:gd name="T8" fmla="*/ 250 w 90"/>
                <a:gd name="T9" fmla="*/ 1821 h 96"/>
                <a:gd name="T10" fmla="*/ 95 w 90"/>
                <a:gd name="T11" fmla="*/ 1365 h 96"/>
                <a:gd name="T12" fmla="*/ 113 w 90"/>
                <a:gd name="T13" fmla="*/ 739 h 96"/>
                <a:gd name="T14" fmla="*/ 438 w 90"/>
                <a:gd name="T15" fmla="*/ 264 h 96"/>
                <a:gd name="T16" fmla="*/ 925 w 90"/>
                <a:gd name="T17" fmla="*/ 93 h 96"/>
                <a:gd name="T18" fmla="*/ 1408 w 90"/>
                <a:gd name="T19" fmla="*/ 227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96">
                  <a:moveTo>
                    <a:pt x="90" y="12"/>
                  </a:moveTo>
                  <a:cubicBezTo>
                    <a:pt x="79" y="4"/>
                    <a:pt x="67" y="0"/>
                    <a:pt x="55" y="1"/>
                  </a:cubicBezTo>
                  <a:cubicBezTo>
                    <a:pt x="47" y="2"/>
                    <a:pt x="43" y="2"/>
                    <a:pt x="29" y="8"/>
                  </a:cubicBezTo>
                  <a:cubicBezTo>
                    <a:pt x="16" y="14"/>
                    <a:pt x="3" y="26"/>
                    <a:pt x="1" y="54"/>
                  </a:cubicBezTo>
                  <a:cubicBezTo>
                    <a:pt x="0" y="75"/>
                    <a:pt x="4" y="84"/>
                    <a:pt x="16" y="96"/>
                  </a:cubicBezTo>
                  <a:cubicBezTo>
                    <a:pt x="11" y="90"/>
                    <a:pt x="7" y="82"/>
                    <a:pt x="6" y="72"/>
                  </a:cubicBezTo>
                  <a:cubicBezTo>
                    <a:pt x="4" y="62"/>
                    <a:pt x="4" y="52"/>
                    <a:pt x="7" y="39"/>
                  </a:cubicBezTo>
                  <a:cubicBezTo>
                    <a:pt x="10" y="26"/>
                    <a:pt x="18" y="21"/>
                    <a:pt x="28" y="14"/>
                  </a:cubicBezTo>
                  <a:cubicBezTo>
                    <a:pt x="38" y="7"/>
                    <a:pt x="45" y="5"/>
                    <a:pt x="59" y="5"/>
                  </a:cubicBezTo>
                  <a:cubicBezTo>
                    <a:pt x="72" y="5"/>
                    <a:pt x="83" y="9"/>
                    <a:pt x="90" y="12"/>
                  </a:cubicBezTo>
                  <a:close/>
                </a:path>
              </a:pathLst>
            </a:custGeom>
            <a:solidFill>
              <a:srgbClr val="BBA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3" name="Freeform 59">
              <a:extLst>
                <a:ext uri="{FF2B5EF4-FFF2-40B4-BE49-F238E27FC236}">
                  <a16:creationId xmlns:a16="http://schemas.microsoft.com/office/drawing/2014/main" id="{822F8CDF-4FA9-4F4E-AEC0-86A41812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184"/>
              <a:ext cx="145" cy="216"/>
            </a:xfrm>
            <a:custGeom>
              <a:avLst/>
              <a:gdLst>
                <a:gd name="T0" fmla="*/ 738 w 58"/>
                <a:gd name="T1" fmla="*/ 0 h 81"/>
                <a:gd name="T2" fmla="*/ 738 w 58"/>
                <a:gd name="T3" fmla="*/ 0 h 81"/>
                <a:gd name="T4" fmla="*/ 783 w 58"/>
                <a:gd name="T5" fmla="*/ 704 h 81"/>
                <a:gd name="T6" fmla="*/ 363 w 58"/>
                <a:gd name="T7" fmla="*/ 1400 h 81"/>
                <a:gd name="T8" fmla="*/ 0 w 58"/>
                <a:gd name="T9" fmla="*/ 1536 h 81"/>
                <a:gd name="T10" fmla="*/ 720 w 58"/>
                <a:gd name="T11" fmla="*/ 1117 h 81"/>
                <a:gd name="T12" fmla="*/ 738 w 58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81"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50" y="7"/>
                    <a:pt x="53" y="25"/>
                    <a:pt x="50" y="37"/>
                  </a:cubicBezTo>
                  <a:cubicBezTo>
                    <a:pt x="48" y="49"/>
                    <a:pt x="39" y="66"/>
                    <a:pt x="23" y="74"/>
                  </a:cubicBezTo>
                  <a:cubicBezTo>
                    <a:pt x="13" y="79"/>
                    <a:pt x="4" y="80"/>
                    <a:pt x="0" y="81"/>
                  </a:cubicBezTo>
                  <a:cubicBezTo>
                    <a:pt x="19" y="81"/>
                    <a:pt x="37" y="73"/>
                    <a:pt x="46" y="59"/>
                  </a:cubicBezTo>
                  <a:cubicBezTo>
                    <a:pt x="58" y="39"/>
                    <a:pt x="55" y="18"/>
                    <a:pt x="47" y="0"/>
                  </a:cubicBezTo>
                  <a:close/>
                </a:path>
              </a:pathLst>
            </a:custGeom>
            <a:solidFill>
              <a:srgbClr val="BBA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4" name="Freeform 60">
              <a:extLst>
                <a:ext uri="{FF2B5EF4-FFF2-40B4-BE49-F238E27FC236}">
                  <a16:creationId xmlns:a16="http://schemas.microsoft.com/office/drawing/2014/main" id="{AB87A121-F2CB-47D8-97CE-C20486494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312"/>
              <a:ext cx="108" cy="40"/>
            </a:xfrm>
            <a:custGeom>
              <a:avLst/>
              <a:gdLst>
                <a:gd name="T0" fmla="*/ 0 w 43"/>
                <a:gd name="T1" fmla="*/ 192 h 15"/>
                <a:gd name="T2" fmla="*/ 33 w 43"/>
                <a:gd name="T3" fmla="*/ 227 h 15"/>
                <a:gd name="T4" fmla="*/ 95 w 43"/>
                <a:gd name="T5" fmla="*/ 264 h 15"/>
                <a:gd name="T6" fmla="*/ 208 w 43"/>
                <a:gd name="T7" fmla="*/ 264 h 15"/>
                <a:gd name="T8" fmla="*/ 409 w 43"/>
                <a:gd name="T9" fmla="*/ 264 h 15"/>
                <a:gd name="T10" fmla="*/ 568 w 43"/>
                <a:gd name="T11" fmla="*/ 192 h 15"/>
                <a:gd name="T12" fmla="*/ 681 w 43"/>
                <a:gd name="T13" fmla="*/ 0 h 15"/>
                <a:gd name="T14" fmla="*/ 618 w 43"/>
                <a:gd name="T15" fmla="*/ 56 h 15"/>
                <a:gd name="T16" fmla="*/ 522 w 43"/>
                <a:gd name="T17" fmla="*/ 93 h 15"/>
                <a:gd name="T18" fmla="*/ 397 w 43"/>
                <a:gd name="T19" fmla="*/ 115 h 15"/>
                <a:gd name="T20" fmla="*/ 334 w 43"/>
                <a:gd name="T21" fmla="*/ 205 h 15"/>
                <a:gd name="T22" fmla="*/ 176 w 43"/>
                <a:gd name="T23" fmla="*/ 227 h 15"/>
                <a:gd name="T24" fmla="*/ 95 w 43"/>
                <a:gd name="T25" fmla="*/ 227 h 15"/>
                <a:gd name="T26" fmla="*/ 50 w 43"/>
                <a:gd name="T27" fmla="*/ 205 h 15"/>
                <a:gd name="T28" fmla="*/ 20 w 43"/>
                <a:gd name="T29" fmla="*/ 205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15">
                  <a:moveTo>
                    <a:pt x="0" y="10"/>
                  </a:moveTo>
                  <a:cubicBezTo>
                    <a:pt x="1" y="10"/>
                    <a:pt x="2" y="11"/>
                    <a:pt x="2" y="12"/>
                  </a:cubicBezTo>
                  <a:cubicBezTo>
                    <a:pt x="3" y="12"/>
                    <a:pt x="5" y="13"/>
                    <a:pt x="6" y="14"/>
                  </a:cubicBezTo>
                  <a:cubicBezTo>
                    <a:pt x="8" y="14"/>
                    <a:pt x="10" y="14"/>
                    <a:pt x="13" y="14"/>
                  </a:cubicBezTo>
                  <a:cubicBezTo>
                    <a:pt x="17" y="14"/>
                    <a:pt x="22" y="15"/>
                    <a:pt x="26" y="14"/>
                  </a:cubicBezTo>
                  <a:cubicBezTo>
                    <a:pt x="30" y="14"/>
                    <a:pt x="33" y="13"/>
                    <a:pt x="36" y="10"/>
                  </a:cubicBezTo>
                  <a:cubicBezTo>
                    <a:pt x="39" y="8"/>
                    <a:pt x="43" y="3"/>
                    <a:pt x="43" y="0"/>
                  </a:cubicBezTo>
                  <a:cubicBezTo>
                    <a:pt x="42" y="0"/>
                    <a:pt x="41" y="2"/>
                    <a:pt x="39" y="3"/>
                  </a:cubicBezTo>
                  <a:cubicBezTo>
                    <a:pt x="37" y="4"/>
                    <a:pt x="35" y="4"/>
                    <a:pt x="33" y="5"/>
                  </a:cubicBezTo>
                  <a:cubicBezTo>
                    <a:pt x="31" y="5"/>
                    <a:pt x="28" y="6"/>
                    <a:pt x="25" y="6"/>
                  </a:cubicBezTo>
                  <a:cubicBezTo>
                    <a:pt x="27" y="8"/>
                    <a:pt x="22" y="10"/>
                    <a:pt x="21" y="11"/>
                  </a:cubicBezTo>
                  <a:cubicBezTo>
                    <a:pt x="18" y="12"/>
                    <a:pt x="15" y="13"/>
                    <a:pt x="11" y="12"/>
                  </a:cubicBezTo>
                  <a:cubicBezTo>
                    <a:pt x="10" y="12"/>
                    <a:pt x="8" y="12"/>
                    <a:pt x="6" y="12"/>
                  </a:cubicBezTo>
                  <a:cubicBezTo>
                    <a:pt x="5" y="12"/>
                    <a:pt x="4" y="12"/>
                    <a:pt x="3" y="11"/>
                  </a:cubicBezTo>
                  <a:cubicBezTo>
                    <a:pt x="2" y="11"/>
                    <a:pt x="2" y="10"/>
                    <a:pt x="1" y="11"/>
                  </a:cubicBezTo>
                </a:path>
              </a:pathLst>
            </a:custGeom>
            <a:solidFill>
              <a:srgbClr val="F7E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5" name="Freeform 61">
              <a:extLst>
                <a:ext uri="{FF2B5EF4-FFF2-40B4-BE49-F238E27FC236}">
                  <a16:creationId xmlns:a16="http://schemas.microsoft.com/office/drawing/2014/main" id="{16744126-04D6-4BA1-A98A-51681F9AE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03"/>
              <a:ext cx="58" cy="61"/>
            </a:xfrm>
            <a:custGeom>
              <a:avLst/>
              <a:gdLst>
                <a:gd name="T0" fmla="*/ 368 w 23"/>
                <a:gd name="T1" fmla="*/ 34 h 23"/>
                <a:gd name="T2" fmla="*/ 368 w 23"/>
                <a:gd name="T3" fmla="*/ 34 h 23"/>
                <a:gd name="T4" fmla="*/ 192 w 23"/>
                <a:gd name="T5" fmla="*/ 56 h 23"/>
                <a:gd name="T6" fmla="*/ 222 w 23"/>
                <a:gd name="T7" fmla="*/ 430 h 23"/>
                <a:gd name="T8" fmla="*/ 242 w 23"/>
                <a:gd name="T9" fmla="*/ 430 h 23"/>
                <a:gd name="T10" fmla="*/ 222 w 23"/>
                <a:gd name="T11" fmla="*/ 395 h 23"/>
                <a:gd name="T12" fmla="*/ 179 w 23"/>
                <a:gd name="T13" fmla="*/ 239 h 23"/>
                <a:gd name="T14" fmla="*/ 192 w 23"/>
                <a:gd name="T15" fmla="*/ 133 h 23"/>
                <a:gd name="T16" fmla="*/ 368 w 23"/>
                <a:gd name="T17" fmla="*/ 34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3">
                  <a:moveTo>
                    <a:pt x="23" y="2"/>
                  </a:moveTo>
                  <a:cubicBezTo>
                    <a:pt x="23" y="2"/>
                    <a:pt x="23" y="2"/>
                    <a:pt x="23" y="2"/>
                  </a:cubicBezTo>
                  <a:cubicBezTo>
                    <a:pt x="20" y="0"/>
                    <a:pt x="15" y="2"/>
                    <a:pt x="12" y="3"/>
                  </a:cubicBezTo>
                  <a:cubicBezTo>
                    <a:pt x="0" y="5"/>
                    <a:pt x="7" y="20"/>
                    <a:pt x="14" y="23"/>
                  </a:cubicBezTo>
                  <a:cubicBezTo>
                    <a:pt x="14" y="23"/>
                    <a:pt x="14" y="23"/>
                    <a:pt x="15" y="23"/>
                  </a:cubicBezTo>
                  <a:cubicBezTo>
                    <a:pt x="15" y="23"/>
                    <a:pt x="15" y="22"/>
                    <a:pt x="14" y="21"/>
                  </a:cubicBezTo>
                  <a:cubicBezTo>
                    <a:pt x="13" y="19"/>
                    <a:pt x="11" y="16"/>
                    <a:pt x="11" y="13"/>
                  </a:cubicBezTo>
                  <a:cubicBezTo>
                    <a:pt x="11" y="12"/>
                    <a:pt x="11" y="9"/>
                    <a:pt x="12" y="7"/>
                  </a:cubicBezTo>
                  <a:cubicBezTo>
                    <a:pt x="14" y="4"/>
                    <a:pt x="20" y="2"/>
                    <a:pt x="23" y="2"/>
                  </a:cubicBezTo>
                  <a:close/>
                </a:path>
              </a:pathLst>
            </a:custGeom>
            <a:solidFill>
              <a:srgbClr val="DEC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6" name="Freeform 62">
              <a:extLst>
                <a:ext uri="{FF2B5EF4-FFF2-40B4-BE49-F238E27FC236}">
                  <a16:creationId xmlns:a16="http://schemas.microsoft.com/office/drawing/2014/main" id="{29A560B1-32EB-4F6D-A381-FB9808A45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789"/>
              <a:ext cx="413" cy="168"/>
            </a:xfrm>
            <a:custGeom>
              <a:avLst/>
              <a:gdLst>
                <a:gd name="T0" fmla="*/ 834 w 165"/>
                <a:gd name="T1" fmla="*/ 248 h 63"/>
                <a:gd name="T2" fmla="*/ 2588 w 165"/>
                <a:gd name="T3" fmla="*/ 661 h 63"/>
                <a:gd name="T4" fmla="*/ 971 w 165"/>
                <a:gd name="T5" fmla="*/ 93 h 63"/>
                <a:gd name="T6" fmla="*/ 0 w 165"/>
                <a:gd name="T7" fmla="*/ 1195 h 63"/>
                <a:gd name="T8" fmla="*/ 834 w 165"/>
                <a:gd name="T9" fmla="*/ 24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63">
                  <a:moveTo>
                    <a:pt x="53" y="13"/>
                  </a:moveTo>
                  <a:cubicBezTo>
                    <a:pt x="93" y="1"/>
                    <a:pt x="146" y="22"/>
                    <a:pt x="165" y="35"/>
                  </a:cubicBezTo>
                  <a:cubicBezTo>
                    <a:pt x="148" y="20"/>
                    <a:pt x="109" y="0"/>
                    <a:pt x="62" y="5"/>
                  </a:cubicBezTo>
                  <a:cubicBezTo>
                    <a:pt x="14" y="11"/>
                    <a:pt x="0" y="44"/>
                    <a:pt x="0" y="63"/>
                  </a:cubicBezTo>
                  <a:cubicBezTo>
                    <a:pt x="4" y="50"/>
                    <a:pt x="15" y="24"/>
                    <a:pt x="5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7" name="Freeform 63">
              <a:extLst>
                <a:ext uri="{FF2B5EF4-FFF2-40B4-BE49-F238E27FC236}">
                  <a16:creationId xmlns:a16="http://schemas.microsoft.com/office/drawing/2014/main" id="{77431216-6FF6-4D29-B7A7-1C7678206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885"/>
              <a:ext cx="85" cy="326"/>
            </a:xfrm>
            <a:custGeom>
              <a:avLst/>
              <a:gdLst>
                <a:gd name="T0" fmla="*/ 0 w 34"/>
                <a:gd name="T1" fmla="*/ 2327 h 122"/>
                <a:gd name="T2" fmla="*/ 283 w 34"/>
                <a:gd name="T3" fmla="*/ 671 h 122"/>
                <a:gd name="T4" fmla="*/ 395 w 34"/>
                <a:gd name="T5" fmla="*/ 206 h 122"/>
                <a:gd name="T6" fmla="*/ 33 w 34"/>
                <a:gd name="T7" fmla="*/ 115 h 122"/>
                <a:gd name="T8" fmla="*/ 470 w 34"/>
                <a:gd name="T9" fmla="*/ 171 h 122"/>
                <a:gd name="T10" fmla="*/ 395 w 34"/>
                <a:gd name="T11" fmla="*/ 649 h 122"/>
                <a:gd name="T12" fmla="*/ 0 w 34"/>
                <a:gd name="T13" fmla="*/ 2327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2">
                  <a:moveTo>
                    <a:pt x="0" y="122"/>
                  </a:moveTo>
                  <a:cubicBezTo>
                    <a:pt x="0" y="98"/>
                    <a:pt x="12" y="46"/>
                    <a:pt x="18" y="35"/>
                  </a:cubicBezTo>
                  <a:cubicBezTo>
                    <a:pt x="24" y="23"/>
                    <a:pt x="28" y="16"/>
                    <a:pt x="25" y="11"/>
                  </a:cubicBezTo>
                  <a:cubicBezTo>
                    <a:pt x="21" y="5"/>
                    <a:pt x="17" y="1"/>
                    <a:pt x="2" y="6"/>
                  </a:cubicBezTo>
                  <a:cubicBezTo>
                    <a:pt x="12" y="0"/>
                    <a:pt x="26" y="0"/>
                    <a:pt x="30" y="9"/>
                  </a:cubicBezTo>
                  <a:cubicBezTo>
                    <a:pt x="34" y="18"/>
                    <a:pt x="30" y="23"/>
                    <a:pt x="25" y="34"/>
                  </a:cubicBezTo>
                  <a:cubicBezTo>
                    <a:pt x="20" y="45"/>
                    <a:pt x="4" y="82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8" name="Freeform 64">
              <a:extLst>
                <a:ext uri="{FF2B5EF4-FFF2-40B4-BE49-F238E27FC236}">
                  <a16:creationId xmlns:a16="http://schemas.microsoft.com/office/drawing/2014/main" id="{187D7041-BB2E-4965-9470-B2843FE12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949"/>
              <a:ext cx="50" cy="275"/>
            </a:xfrm>
            <a:custGeom>
              <a:avLst/>
              <a:gdLst>
                <a:gd name="T0" fmla="*/ 220 w 20"/>
                <a:gd name="T1" fmla="*/ 0 h 103"/>
                <a:gd name="T2" fmla="*/ 145 w 20"/>
                <a:gd name="T3" fmla="*/ 550 h 103"/>
                <a:gd name="T4" fmla="*/ 0 w 20"/>
                <a:gd name="T5" fmla="*/ 1220 h 103"/>
                <a:gd name="T6" fmla="*/ 20 w 20"/>
                <a:gd name="T7" fmla="*/ 1869 h 103"/>
                <a:gd name="T8" fmla="*/ 238 w 20"/>
                <a:gd name="T9" fmla="*/ 1960 h 103"/>
                <a:gd name="T10" fmla="*/ 83 w 20"/>
                <a:gd name="T11" fmla="*/ 1767 h 103"/>
                <a:gd name="T12" fmla="*/ 95 w 20"/>
                <a:gd name="T13" fmla="*/ 1012 h 103"/>
                <a:gd name="T14" fmla="*/ 220 w 20"/>
                <a:gd name="T15" fmla="*/ 0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03">
                  <a:moveTo>
                    <a:pt x="14" y="0"/>
                  </a:moveTo>
                  <a:cubicBezTo>
                    <a:pt x="16" y="8"/>
                    <a:pt x="13" y="18"/>
                    <a:pt x="9" y="29"/>
                  </a:cubicBezTo>
                  <a:cubicBezTo>
                    <a:pt x="6" y="39"/>
                    <a:pt x="1" y="49"/>
                    <a:pt x="0" y="64"/>
                  </a:cubicBezTo>
                  <a:cubicBezTo>
                    <a:pt x="0" y="79"/>
                    <a:pt x="0" y="94"/>
                    <a:pt x="1" y="98"/>
                  </a:cubicBezTo>
                  <a:cubicBezTo>
                    <a:pt x="2" y="101"/>
                    <a:pt x="11" y="101"/>
                    <a:pt x="15" y="103"/>
                  </a:cubicBezTo>
                  <a:cubicBezTo>
                    <a:pt x="9" y="98"/>
                    <a:pt x="6" y="100"/>
                    <a:pt x="5" y="93"/>
                  </a:cubicBezTo>
                  <a:cubicBezTo>
                    <a:pt x="4" y="87"/>
                    <a:pt x="6" y="67"/>
                    <a:pt x="6" y="53"/>
                  </a:cubicBezTo>
                  <a:cubicBezTo>
                    <a:pt x="6" y="41"/>
                    <a:pt x="20" y="1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9" name="Freeform 65">
              <a:extLst>
                <a:ext uri="{FF2B5EF4-FFF2-40B4-BE49-F238E27FC236}">
                  <a16:creationId xmlns:a16="http://schemas.microsoft.com/office/drawing/2014/main" id="{AEA22C99-0185-4345-9CF2-7A9FEA8A1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955"/>
              <a:ext cx="175" cy="242"/>
            </a:xfrm>
            <a:custGeom>
              <a:avLst/>
              <a:gdLst>
                <a:gd name="T0" fmla="*/ 0 w 70"/>
                <a:gd name="T1" fmla="*/ 1713 h 91"/>
                <a:gd name="T2" fmla="*/ 188 w 70"/>
                <a:gd name="T3" fmla="*/ 904 h 91"/>
                <a:gd name="T4" fmla="*/ 458 w 70"/>
                <a:gd name="T5" fmla="*/ 226 h 91"/>
                <a:gd name="T6" fmla="*/ 720 w 70"/>
                <a:gd name="T7" fmla="*/ 282 h 91"/>
                <a:gd name="T8" fmla="*/ 1000 w 70"/>
                <a:gd name="T9" fmla="*/ 771 h 91"/>
                <a:gd name="T10" fmla="*/ 938 w 70"/>
                <a:gd name="T11" fmla="*/ 1090 h 91"/>
                <a:gd name="T12" fmla="*/ 1020 w 70"/>
                <a:gd name="T13" fmla="*/ 566 h 91"/>
                <a:gd name="T14" fmla="*/ 583 w 70"/>
                <a:gd name="T15" fmla="*/ 0 h 91"/>
                <a:gd name="T16" fmla="*/ 283 w 70"/>
                <a:gd name="T17" fmla="*/ 375 h 91"/>
                <a:gd name="T18" fmla="*/ 83 w 70"/>
                <a:gd name="T19" fmla="*/ 1053 h 91"/>
                <a:gd name="T20" fmla="*/ 0 w 70"/>
                <a:gd name="T21" fmla="*/ 1713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91">
                  <a:moveTo>
                    <a:pt x="0" y="91"/>
                  </a:moveTo>
                  <a:cubicBezTo>
                    <a:pt x="4" y="73"/>
                    <a:pt x="8" y="58"/>
                    <a:pt x="12" y="48"/>
                  </a:cubicBezTo>
                  <a:cubicBezTo>
                    <a:pt x="16" y="38"/>
                    <a:pt x="23" y="19"/>
                    <a:pt x="29" y="12"/>
                  </a:cubicBezTo>
                  <a:cubicBezTo>
                    <a:pt x="35" y="5"/>
                    <a:pt x="41" y="9"/>
                    <a:pt x="46" y="15"/>
                  </a:cubicBezTo>
                  <a:cubicBezTo>
                    <a:pt x="52" y="21"/>
                    <a:pt x="63" y="34"/>
                    <a:pt x="64" y="41"/>
                  </a:cubicBezTo>
                  <a:cubicBezTo>
                    <a:pt x="65" y="49"/>
                    <a:pt x="62" y="55"/>
                    <a:pt x="60" y="58"/>
                  </a:cubicBezTo>
                  <a:cubicBezTo>
                    <a:pt x="69" y="44"/>
                    <a:pt x="70" y="40"/>
                    <a:pt x="65" y="30"/>
                  </a:cubicBezTo>
                  <a:cubicBezTo>
                    <a:pt x="60" y="19"/>
                    <a:pt x="46" y="0"/>
                    <a:pt x="37" y="0"/>
                  </a:cubicBezTo>
                  <a:cubicBezTo>
                    <a:pt x="27" y="0"/>
                    <a:pt x="22" y="8"/>
                    <a:pt x="18" y="20"/>
                  </a:cubicBezTo>
                  <a:cubicBezTo>
                    <a:pt x="14" y="31"/>
                    <a:pt x="7" y="46"/>
                    <a:pt x="5" y="56"/>
                  </a:cubicBezTo>
                  <a:cubicBezTo>
                    <a:pt x="4" y="66"/>
                    <a:pt x="0" y="91"/>
                    <a:pt x="0" y="91"/>
                  </a:cubicBezTo>
                  <a:close/>
                </a:path>
              </a:pathLst>
            </a:custGeom>
            <a:solidFill>
              <a:srgbClr val="F5E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0" name="Freeform 66">
              <a:extLst>
                <a:ext uri="{FF2B5EF4-FFF2-40B4-BE49-F238E27FC236}">
                  <a16:creationId xmlns:a16="http://schemas.microsoft.com/office/drawing/2014/main" id="{E59AE226-81DE-426F-804D-5BCA93B4D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12"/>
              <a:ext cx="67" cy="224"/>
            </a:xfrm>
            <a:custGeom>
              <a:avLst/>
              <a:gdLst>
                <a:gd name="T0" fmla="*/ 290 w 27"/>
                <a:gd name="T1" fmla="*/ 853 h 84"/>
                <a:gd name="T2" fmla="*/ 0 w 27"/>
                <a:gd name="T3" fmla="*/ 1592 h 84"/>
                <a:gd name="T4" fmla="*/ 370 w 27"/>
                <a:gd name="T5" fmla="*/ 888 h 84"/>
                <a:gd name="T6" fmla="*/ 124 w 27"/>
                <a:gd name="T7" fmla="*/ 0 h 84"/>
                <a:gd name="T8" fmla="*/ 290 w 27"/>
                <a:gd name="T9" fmla="*/ 85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4">
                  <a:moveTo>
                    <a:pt x="19" y="45"/>
                  </a:moveTo>
                  <a:cubicBezTo>
                    <a:pt x="16" y="65"/>
                    <a:pt x="7" y="80"/>
                    <a:pt x="0" y="84"/>
                  </a:cubicBezTo>
                  <a:cubicBezTo>
                    <a:pt x="12" y="80"/>
                    <a:pt x="20" y="66"/>
                    <a:pt x="24" y="47"/>
                  </a:cubicBezTo>
                  <a:cubicBezTo>
                    <a:pt x="27" y="28"/>
                    <a:pt x="14" y="7"/>
                    <a:pt x="8" y="0"/>
                  </a:cubicBezTo>
                  <a:cubicBezTo>
                    <a:pt x="13" y="9"/>
                    <a:pt x="21" y="23"/>
                    <a:pt x="19" y="45"/>
                  </a:cubicBezTo>
                  <a:close/>
                </a:path>
              </a:pathLst>
            </a:custGeom>
            <a:solidFill>
              <a:srgbClr val="F5E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1" name="Freeform 67">
              <a:extLst>
                <a:ext uri="{FF2B5EF4-FFF2-40B4-BE49-F238E27FC236}">
                  <a16:creationId xmlns:a16="http://schemas.microsoft.com/office/drawing/2014/main" id="{30CCF8E3-8CDF-459B-9166-2BA5C2567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960"/>
              <a:ext cx="55" cy="251"/>
            </a:xfrm>
            <a:custGeom>
              <a:avLst/>
              <a:gdLst>
                <a:gd name="T0" fmla="*/ 345 w 22"/>
                <a:gd name="T1" fmla="*/ 0 h 94"/>
                <a:gd name="T2" fmla="*/ 208 w 22"/>
                <a:gd name="T3" fmla="*/ 550 h 94"/>
                <a:gd name="T4" fmla="*/ 50 w 22"/>
                <a:gd name="T5" fmla="*/ 1370 h 94"/>
                <a:gd name="T6" fmla="*/ 0 w 22"/>
                <a:gd name="T7" fmla="*/ 1789 h 94"/>
                <a:gd name="T8" fmla="*/ 113 w 22"/>
                <a:gd name="T9" fmla="*/ 721 h 94"/>
                <a:gd name="T10" fmla="*/ 345 w 22"/>
                <a:gd name="T11" fmla="*/ 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94">
                  <a:moveTo>
                    <a:pt x="22" y="0"/>
                  </a:moveTo>
                  <a:cubicBezTo>
                    <a:pt x="19" y="10"/>
                    <a:pt x="15" y="20"/>
                    <a:pt x="13" y="29"/>
                  </a:cubicBezTo>
                  <a:cubicBezTo>
                    <a:pt x="10" y="39"/>
                    <a:pt x="6" y="53"/>
                    <a:pt x="3" y="72"/>
                  </a:cubicBezTo>
                  <a:cubicBezTo>
                    <a:pt x="1" y="91"/>
                    <a:pt x="0" y="94"/>
                    <a:pt x="0" y="94"/>
                  </a:cubicBezTo>
                  <a:cubicBezTo>
                    <a:pt x="2" y="75"/>
                    <a:pt x="2" y="56"/>
                    <a:pt x="7" y="38"/>
                  </a:cubicBezTo>
                  <a:cubicBezTo>
                    <a:pt x="11" y="19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F5E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2" name="Freeform 68">
              <a:extLst>
                <a:ext uri="{FF2B5EF4-FFF2-40B4-BE49-F238E27FC236}">
                  <a16:creationId xmlns:a16="http://schemas.microsoft.com/office/drawing/2014/main" id="{C837F5E9-A92E-41A1-9144-2DF0B3079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984"/>
              <a:ext cx="102" cy="72"/>
            </a:xfrm>
            <a:custGeom>
              <a:avLst/>
              <a:gdLst>
                <a:gd name="T0" fmla="*/ 433 w 41"/>
                <a:gd name="T1" fmla="*/ 56 h 27"/>
                <a:gd name="T2" fmla="*/ 537 w 41"/>
                <a:gd name="T3" fmla="*/ 35 h 27"/>
                <a:gd name="T4" fmla="*/ 619 w 41"/>
                <a:gd name="T5" fmla="*/ 77 h 27"/>
                <a:gd name="T6" fmla="*/ 433 w 41"/>
                <a:gd name="T7" fmla="*/ 192 h 27"/>
                <a:gd name="T8" fmla="*/ 216 w 41"/>
                <a:gd name="T9" fmla="*/ 477 h 27"/>
                <a:gd name="T10" fmla="*/ 0 w 41"/>
                <a:gd name="T11" fmla="*/ 341 h 27"/>
                <a:gd name="T12" fmla="*/ 229 w 41"/>
                <a:gd name="T13" fmla="*/ 341 h 27"/>
                <a:gd name="T14" fmla="*/ 433 w 41"/>
                <a:gd name="T15" fmla="*/ 56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7">
                  <a:moveTo>
                    <a:pt x="28" y="3"/>
                  </a:moveTo>
                  <a:cubicBezTo>
                    <a:pt x="32" y="0"/>
                    <a:pt x="32" y="1"/>
                    <a:pt x="35" y="2"/>
                  </a:cubicBezTo>
                  <a:cubicBezTo>
                    <a:pt x="39" y="3"/>
                    <a:pt x="41" y="2"/>
                    <a:pt x="40" y="4"/>
                  </a:cubicBezTo>
                  <a:cubicBezTo>
                    <a:pt x="39" y="6"/>
                    <a:pt x="32" y="6"/>
                    <a:pt x="28" y="10"/>
                  </a:cubicBezTo>
                  <a:cubicBezTo>
                    <a:pt x="23" y="13"/>
                    <a:pt x="18" y="22"/>
                    <a:pt x="14" y="25"/>
                  </a:cubicBezTo>
                  <a:cubicBezTo>
                    <a:pt x="10" y="27"/>
                    <a:pt x="3" y="23"/>
                    <a:pt x="0" y="18"/>
                  </a:cubicBezTo>
                  <a:cubicBezTo>
                    <a:pt x="6" y="22"/>
                    <a:pt x="10" y="24"/>
                    <a:pt x="15" y="18"/>
                  </a:cubicBezTo>
                  <a:cubicBezTo>
                    <a:pt x="20" y="12"/>
                    <a:pt x="23" y="6"/>
                    <a:pt x="28" y="3"/>
                  </a:cubicBezTo>
                  <a:close/>
                </a:path>
              </a:pathLst>
            </a:custGeom>
            <a:solidFill>
              <a:srgbClr val="F5E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3" name="Freeform 69">
              <a:extLst>
                <a:ext uri="{FF2B5EF4-FFF2-40B4-BE49-F238E27FC236}">
                  <a16:creationId xmlns:a16="http://schemas.microsoft.com/office/drawing/2014/main" id="{009DA112-F006-408F-A46A-7AAF7D2B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235"/>
              <a:ext cx="97" cy="48"/>
            </a:xfrm>
            <a:custGeom>
              <a:avLst/>
              <a:gdLst>
                <a:gd name="T0" fmla="*/ 0 w 39"/>
                <a:gd name="T1" fmla="*/ 248 h 18"/>
                <a:gd name="T2" fmla="*/ 371 w 39"/>
                <a:gd name="T3" fmla="*/ 285 h 18"/>
                <a:gd name="T4" fmla="*/ 599 w 39"/>
                <a:gd name="T5" fmla="*/ 93 h 18"/>
                <a:gd name="T6" fmla="*/ 353 w 39"/>
                <a:gd name="T7" fmla="*/ 0 h 18"/>
                <a:gd name="T8" fmla="*/ 259 w 39"/>
                <a:gd name="T9" fmla="*/ 248 h 18"/>
                <a:gd name="T10" fmla="*/ 0 w 39"/>
                <a:gd name="T11" fmla="*/ 24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13"/>
                  </a:moveTo>
                  <a:cubicBezTo>
                    <a:pt x="8" y="18"/>
                    <a:pt x="16" y="18"/>
                    <a:pt x="24" y="15"/>
                  </a:cubicBezTo>
                  <a:cubicBezTo>
                    <a:pt x="28" y="14"/>
                    <a:pt x="37" y="10"/>
                    <a:pt x="39" y="5"/>
                  </a:cubicBezTo>
                  <a:cubicBezTo>
                    <a:pt x="35" y="2"/>
                    <a:pt x="28" y="0"/>
                    <a:pt x="23" y="0"/>
                  </a:cubicBezTo>
                  <a:cubicBezTo>
                    <a:pt x="30" y="4"/>
                    <a:pt x="24" y="12"/>
                    <a:pt x="17" y="13"/>
                  </a:cubicBezTo>
                  <a:cubicBezTo>
                    <a:pt x="13" y="14"/>
                    <a:pt x="5" y="14"/>
                    <a:pt x="0" y="13"/>
                  </a:cubicBezTo>
                </a:path>
              </a:pathLst>
            </a:custGeom>
            <a:solidFill>
              <a:srgbClr val="E8D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4" name="Freeform 70">
              <a:extLst>
                <a:ext uri="{FF2B5EF4-FFF2-40B4-BE49-F238E27FC236}">
                  <a16:creationId xmlns:a16="http://schemas.microsoft.com/office/drawing/2014/main" id="{9755115B-D3F4-4F2C-BACB-1E61848DC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939"/>
              <a:ext cx="65" cy="290"/>
            </a:xfrm>
            <a:custGeom>
              <a:avLst/>
              <a:gdLst>
                <a:gd name="T0" fmla="*/ 363 w 26"/>
                <a:gd name="T1" fmla="*/ 56 h 109"/>
                <a:gd name="T2" fmla="*/ 220 w 26"/>
                <a:gd name="T3" fmla="*/ 623 h 109"/>
                <a:gd name="T4" fmla="*/ 0 w 26"/>
                <a:gd name="T5" fmla="*/ 2017 h 109"/>
                <a:gd name="T6" fmla="*/ 158 w 26"/>
                <a:gd name="T7" fmla="*/ 2033 h 109"/>
                <a:gd name="T8" fmla="*/ 158 w 26"/>
                <a:gd name="T9" fmla="*/ 2017 h 109"/>
                <a:gd name="T10" fmla="*/ 63 w 26"/>
                <a:gd name="T11" fmla="*/ 1940 h 109"/>
                <a:gd name="T12" fmla="*/ 125 w 26"/>
                <a:gd name="T13" fmla="*/ 1304 h 109"/>
                <a:gd name="T14" fmla="*/ 238 w 26"/>
                <a:gd name="T15" fmla="*/ 678 h 109"/>
                <a:gd name="T16" fmla="*/ 363 w 26"/>
                <a:gd name="T17" fmla="*/ 247 h 109"/>
                <a:gd name="T18" fmla="*/ 408 w 26"/>
                <a:gd name="T19" fmla="*/ 136 h 109"/>
                <a:gd name="T20" fmla="*/ 363 w 26"/>
                <a:gd name="T21" fmla="*/ 56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09">
                  <a:moveTo>
                    <a:pt x="23" y="3"/>
                  </a:moveTo>
                  <a:cubicBezTo>
                    <a:pt x="22" y="6"/>
                    <a:pt x="19" y="19"/>
                    <a:pt x="14" y="33"/>
                  </a:cubicBezTo>
                  <a:cubicBezTo>
                    <a:pt x="9" y="47"/>
                    <a:pt x="0" y="89"/>
                    <a:pt x="0" y="107"/>
                  </a:cubicBezTo>
                  <a:cubicBezTo>
                    <a:pt x="4" y="109"/>
                    <a:pt x="6" y="109"/>
                    <a:pt x="10" y="10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9" y="108"/>
                    <a:pt x="7" y="107"/>
                    <a:pt x="4" y="103"/>
                  </a:cubicBezTo>
                  <a:cubicBezTo>
                    <a:pt x="2" y="99"/>
                    <a:pt x="6" y="79"/>
                    <a:pt x="8" y="69"/>
                  </a:cubicBezTo>
                  <a:cubicBezTo>
                    <a:pt x="9" y="59"/>
                    <a:pt x="12" y="43"/>
                    <a:pt x="15" y="36"/>
                  </a:cubicBezTo>
                  <a:cubicBezTo>
                    <a:pt x="18" y="28"/>
                    <a:pt x="21" y="19"/>
                    <a:pt x="23" y="13"/>
                  </a:cubicBezTo>
                  <a:cubicBezTo>
                    <a:pt x="24" y="8"/>
                    <a:pt x="24" y="6"/>
                    <a:pt x="26" y="7"/>
                  </a:cubicBezTo>
                  <a:cubicBezTo>
                    <a:pt x="26" y="2"/>
                    <a:pt x="24" y="0"/>
                    <a:pt x="23" y="3"/>
                  </a:cubicBezTo>
                  <a:close/>
                </a:path>
              </a:pathLst>
            </a:custGeom>
            <a:solidFill>
              <a:srgbClr val="DEC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5" name="Freeform 71">
              <a:extLst>
                <a:ext uri="{FF2B5EF4-FFF2-40B4-BE49-F238E27FC236}">
                  <a16:creationId xmlns:a16="http://schemas.microsoft.com/office/drawing/2014/main" id="{7E5D95BC-1D6C-4F07-B67A-A094C9D20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032"/>
              <a:ext cx="72" cy="37"/>
            </a:xfrm>
            <a:custGeom>
              <a:avLst/>
              <a:gdLst>
                <a:gd name="T0" fmla="*/ 12 w 29"/>
                <a:gd name="T1" fmla="*/ 238 h 14"/>
                <a:gd name="T2" fmla="*/ 166 w 29"/>
                <a:gd name="T3" fmla="*/ 148 h 14"/>
                <a:gd name="T4" fmla="*/ 444 w 29"/>
                <a:gd name="T5" fmla="*/ 148 h 14"/>
                <a:gd name="T6" fmla="*/ 278 w 29"/>
                <a:gd name="T7" fmla="*/ 90 h 14"/>
                <a:gd name="T8" fmla="*/ 184 w 29"/>
                <a:gd name="T9" fmla="*/ 0 h 14"/>
                <a:gd name="T10" fmla="*/ 0 w 29"/>
                <a:gd name="T11" fmla="*/ 22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4">
                  <a:moveTo>
                    <a:pt x="1" y="13"/>
                  </a:moveTo>
                  <a:cubicBezTo>
                    <a:pt x="6" y="14"/>
                    <a:pt x="7" y="9"/>
                    <a:pt x="11" y="8"/>
                  </a:cubicBezTo>
                  <a:cubicBezTo>
                    <a:pt x="17" y="7"/>
                    <a:pt x="24" y="14"/>
                    <a:pt x="29" y="8"/>
                  </a:cubicBezTo>
                  <a:cubicBezTo>
                    <a:pt x="26" y="10"/>
                    <a:pt x="21" y="7"/>
                    <a:pt x="18" y="5"/>
                  </a:cubicBezTo>
                  <a:cubicBezTo>
                    <a:pt x="16" y="3"/>
                    <a:pt x="14" y="1"/>
                    <a:pt x="12" y="0"/>
                  </a:cubicBezTo>
                  <a:cubicBezTo>
                    <a:pt x="9" y="5"/>
                    <a:pt x="6" y="8"/>
                    <a:pt x="0" y="12"/>
                  </a:cubicBezTo>
                </a:path>
              </a:pathLst>
            </a:custGeom>
            <a:solidFill>
              <a:srgbClr val="DA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6" name="Freeform 72">
              <a:extLst>
                <a:ext uri="{FF2B5EF4-FFF2-40B4-BE49-F238E27FC236}">
                  <a16:creationId xmlns:a16="http://schemas.microsoft.com/office/drawing/2014/main" id="{21E23CA0-C46F-4572-AE29-AED2AF469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997"/>
              <a:ext cx="48" cy="56"/>
            </a:xfrm>
            <a:custGeom>
              <a:avLst/>
              <a:gdLst>
                <a:gd name="T0" fmla="*/ 0 w 19"/>
                <a:gd name="T1" fmla="*/ 227 h 21"/>
                <a:gd name="T2" fmla="*/ 51 w 19"/>
                <a:gd name="T3" fmla="*/ 307 h 21"/>
                <a:gd name="T4" fmla="*/ 114 w 19"/>
                <a:gd name="T5" fmla="*/ 363 h 21"/>
                <a:gd name="T6" fmla="*/ 255 w 19"/>
                <a:gd name="T7" fmla="*/ 397 h 21"/>
                <a:gd name="T8" fmla="*/ 179 w 19"/>
                <a:gd name="T9" fmla="*/ 227 h 21"/>
                <a:gd name="T10" fmla="*/ 243 w 19"/>
                <a:gd name="T11" fmla="*/ 149 h 21"/>
                <a:gd name="T12" fmla="*/ 306 w 19"/>
                <a:gd name="T13" fmla="*/ 0 h 21"/>
                <a:gd name="T14" fmla="*/ 20 w 19"/>
                <a:gd name="T15" fmla="*/ 19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1">
                  <a:moveTo>
                    <a:pt x="0" y="12"/>
                  </a:moveTo>
                  <a:cubicBezTo>
                    <a:pt x="2" y="13"/>
                    <a:pt x="1" y="15"/>
                    <a:pt x="3" y="16"/>
                  </a:cubicBezTo>
                  <a:cubicBezTo>
                    <a:pt x="4" y="18"/>
                    <a:pt x="6" y="19"/>
                    <a:pt x="7" y="19"/>
                  </a:cubicBezTo>
                  <a:cubicBezTo>
                    <a:pt x="10" y="20"/>
                    <a:pt x="13" y="21"/>
                    <a:pt x="16" y="21"/>
                  </a:cubicBezTo>
                  <a:cubicBezTo>
                    <a:pt x="13" y="19"/>
                    <a:pt x="9" y="16"/>
                    <a:pt x="11" y="12"/>
                  </a:cubicBezTo>
                  <a:cubicBezTo>
                    <a:pt x="12" y="10"/>
                    <a:pt x="14" y="9"/>
                    <a:pt x="15" y="8"/>
                  </a:cubicBezTo>
                  <a:cubicBezTo>
                    <a:pt x="17" y="6"/>
                    <a:pt x="18" y="3"/>
                    <a:pt x="19" y="0"/>
                  </a:cubicBezTo>
                  <a:cubicBezTo>
                    <a:pt x="14" y="5"/>
                    <a:pt x="7" y="6"/>
                    <a:pt x="1" y="10"/>
                  </a:cubicBezTo>
                </a:path>
              </a:pathLst>
            </a:custGeom>
            <a:solidFill>
              <a:srgbClr val="BBA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7" name="Freeform 73">
              <a:extLst>
                <a:ext uri="{FF2B5EF4-FFF2-40B4-BE49-F238E27FC236}">
                  <a16:creationId xmlns:a16="http://schemas.microsoft.com/office/drawing/2014/main" id="{19506979-2E25-4E76-A00C-2395F403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107"/>
              <a:ext cx="173" cy="82"/>
            </a:xfrm>
            <a:custGeom>
              <a:avLst/>
              <a:gdLst>
                <a:gd name="T0" fmla="*/ 221 w 69"/>
                <a:gd name="T1" fmla="*/ 426 h 31"/>
                <a:gd name="T2" fmla="*/ 426 w 69"/>
                <a:gd name="T3" fmla="*/ 111 h 31"/>
                <a:gd name="T4" fmla="*/ 409 w 69"/>
                <a:gd name="T5" fmla="*/ 34 h 31"/>
                <a:gd name="T6" fmla="*/ 283 w 69"/>
                <a:gd name="T7" fmla="*/ 56 h 31"/>
                <a:gd name="T8" fmla="*/ 125 w 69"/>
                <a:gd name="T9" fmla="*/ 0 h 31"/>
                <a:gd name="T10" fmla="*/ 113 w 69"/>
                <a:gd name="T11" fmla="*/ 0 h 31"/>
                <a:gd name="T12" fmla="*/ 83 w 69"/>
                <a:gd name="T13" fmla="*/ 111 h 31"/>
                <a:gd name="T14" fmla="*/ 0 w 69"/>
                <a:gd name="T15" fmla="*/ 497 h 31"/>
                <a:gd name="T16" fmla="*/ 396 w 69"/>
                <a:gd name="T17" fmla="*/ 574 h 31"/>
                <a:gd name="T18" fmla="*/ 567 w 69"/>
                <a:gd name="T19" fmla="*/ 553 h 31"/>
                <a:gd name="T20" fmla="*/ 584 w 69"/>
                <a:gd name="T21" fmla="*/ 553 h 31"/>
                <a:gd name="T22" fmla="*/ 1088 w 69"/>
                <a:gd name="T23" fmla="*/ 225 h 31"/>
                <a:gd name="T24" fmla="*/ 785 w 69"/>
                <a:gd name="T25" fmla="*/ 336 h 31"/>
                <a:gd name="T26" fmla="*/ 221 w 69"/>
                <a:gd name="T27" fmla="*/ 426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31">
                  <a:moveTo>
                    <a:pt x="14" y="23"/>
                  </a:moveTo>
                  <a:cubicBezTo>
                    <a:pt x="5" y="15"/>
                    <a:pt x="17" y="4"/>
                    <a:pt x="27" y="6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5" y="4"/>
                    <a:pt x="12" y="3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2"/>
                    <a:pt x="6" y="4"/>
                    <a:pt x="5" y="6"/>
                  </a:cubicBezTo>
                  <a:cubicBezTo>
                    <a:pt x="4" y="11"/>
                    <a:pt x="2" y="19"/>
                    <a:pt x="0" y="27"/>
                  </a:cubicBezTo>
                  <a:cubicBezTo>
                    <a:pt x="8" y="29"/>
                    <a:pt x="16" y="30"/>
                    <a:pt x="25" y="31"/>
                  </a:cubicBezTo>
                  <a:cubicBezTo>
                    <a:pt x="29" y="31"/>
                    <a:pt x="33" y="31"/>
                    <a:pt x="36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49" y="26"/>
                    <a:pt x="59" y="22"/>
                    <a:pt x="69" y="12"/>
                  </a:cubicBezTo>
                  <a:cubicBezTo>
                    <a:pt x="63" y="16"/>
                    <a:pt x="56" y="18"/>
                    <a:pt x="50" y="18"/>
                  </a:cubicBezTo>
                  <a:cubicBezTo>
                    <a:pt x="48" y="31"/>
                    <a:pt x="21" y="29"/>
                    <a:pt x="14" y="23"/>
                  </a:cubicBezTo>
                  <a:close/>
                </a:path>
              </a:pathLst>
            </a:custGeom>
            <a:solidFill>
              <a:srgbClr val="DA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8" name="Freeform 74">
              <a:extLst>
                <a:ext uri="{FF2B5EF4-FFF2-40B4-BE49-F238E27FC236}">
                  <a16:creationId xmlns:a16="http://schemas.microsoft.com/office/drawing/2014/main" id="{F5845CF4-1E1A-403B-8300-248E0FC2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45"/>
              <a:ext cx="75" cy="75"/>
            </a:xfrm>
            <a:custGeom>
              <a:avLst/>
              <a:gdLst>
                <a:gd name="T0" fmla="*/ 145 w 30"/>
                <a:gd name="T1" fmla="*/ 21 h 28"/>
                <a:gd name="T2" fmla="*/ 95 w 30"/>
                <a:gd name="T3" fmla="*/ 115 h 28"/>
                <a:gd name="T4" fmla="*/ 83 w 30"/>
                <a:gd name="T5" fmla="*/ 193 h 28"/>
                <a:gd name="T6" fmla="*/ 20 w 30"/>
                <a:gd name="T7" fmla="*/ 346 h 28"/>
                <a:gd name="T8" fmla="*/ 95 w 30"/>
                <a:gd name="T9" fmla="*/ 504 h 28"/>
                <a:gd name="T10" fmla="*/ 470 w 30"/>
                <a:gd name="T11" fmla="*/ 504 h 28"/>
                <a:gd name="T12" fmla="*/ 375 w 30"/>
                <a:gd name="T13" fmla="*/ 388 h 28"/>
                <a:gd name="T14" fmla="*/ 238 w 30"/>
                <a:gd name="T15" fmla="*/ 308 h 28"/>
                <a:gd name="T16" fmla="*/ 175 w 30"/>
                <a:gd name="T17" fmla="*/ 115 h 28"/>
                <a:gd name="T18" fmla="*/ 158 w 30"/>
                <a:gd name="T19" fmla="*/ 21 h 28"/>
                <a:gd name="T20" fmla="*/ 158 w 30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28">
                  <a:moveTo>
                    <a:pt x="9" y="1"/>
                  </a:moveTo>
                  <a:cubicBezTo>
                    <a:pt x="9" y="3"/>
                    <a:pt x="7" y="4"/>
                    <a:pt x="6" y="6"/>
                  </a:cubicBezTo>
                  <a:cubicBezTo>
                    <a:pt x="5" y="7"/>
                    <a:pt x="5" y="9"/>
                    <a:pt x="5" y="10"/>
                  </a:cubicBezTo>
                  <a:cubicBezTo>
                    <a:pt x="3" y="13"/>
                    <a:pt x="2" y="15"/>
                    <a:pt x="1" y="18"/>
                  </a:cubicBezTo>
                  <a:cubicBezTo>
                    <a:pt x="0" y="22"/>
                    <a:pt x="2" y="25"/>
                    <a:pt x="6" y="26"/>
                  </a:cubicBezTo>
                  <a:cubicBezTo>
                    <a:pt x="14" y="28"/>
                    <a:pt x="24" y="18"/>
                    <a:pt x="30" y="26"/>
                  </a:cubicBezTo>
                  <a:cubicBezTo>
                    <a:pt x="27" y="25"/>
                    <a:pt x="26" y="22"/>
                    <a:pt x="24" y="20"/>
                  </a:cubicBezTo>
                  <a:cubicBezTo>
                    <a:pt x="21" y="19"/>
                    <a:pt x="18" y="19"/>
                    <a:pt x="15" y="16"/>
                  </a:cubicBezTo>
                  <a:cubicBezTo>
                    <a:pt x="13" y="14"/>
                    <a:pt x="11" y="9"/>
                    <a:pt x="11" y="6"/>
                  </a:cubicBezTo>
                  <a:cubicBezTo>
                    <a:pt x="11" y="4"/>
                    <a:pt x="12" y="2"/>
                    <a:pt x="10" y="1"/>
                  </a:cubicBezTo>
                  <a:cubicBezTo>
                    <a:pt x="10" y="1"/>
                    <a:pt x="10" y="1"/>
                    <a:pt x="10" y="0"/>
                  </a:cubicBezTo>
                </a:path>
              </a:pathLst>
            </a:custGeom>
            <a:solidFill>
              <a:srgbClr val="BBA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9" name="Freeform 75">
              <a:extLst>
                <a:ext uri="{FF2B5EF4-FFF2-40B4-BE49-F238E27FC236}">
                  <a16:creationId xmlns:a16="http://schemas.microsoft.com/office/drawing/2014/main" id="{5AC19AFE-8B9A-4FE3-96BD-9FFC658BF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131"/>
              <a:ext cx="55" cy="24"/>
            </a:xfrm>
            <a:custGeom>
              <a:avLst/>
              <a:gdLst>
                <a:gd name="T0" fmla="*/ 145 w 22"/>
                <a:gd name="T1" fmla="*/ 0 h 9"/>
                <a:gd name="T2" fmla="*/ 345 w 22"/>
                <a:gd name="T3" fmla="*/ 149 h 9"/>
                <a:gd name="T4" fmla="*/ 188 w 22"/>
                <a:gd name="T5" fmla="*/ 115 h 9"/>
                <a:gd name="T6" fmla="*/ 0 w 22"/>
                <a:gd name="T7" fmla="*/ 56 h 9"/>
                <a:gd name="T8" fmla="*/ 125 w 22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9" y="0"/>
                  </a:moveTo>
                  <a:cubicBezTo>
                    <a:pt x="12" y="5"/>
                    <a:pt x="17" y="7"/>
                    <a:pt x="22" y="8"/>
                  </a:cubicBezTo>
                  <a:cubicBezTo>
                    <a:pt x="19" y="9"/>
                    <a:pt x="15" y="7"/>
                    <a:pt x="12" y="6"/>
                  </a:cubicBezTo>
                  <a:cubicBezTo>
                    <a:pt x="8" y="4"/>
                    <a:pt x="4" y="3"/>
                    <a:pt x="0" y="3"/>
                  </a:cubicBezTo>
                  <a:cubicBezTo>
                    <a:pt x="2" y="1"/>
                    <a:pt x="5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0" name="Freeform 76">
              <a:extLst>
                <a:ext uri="{FF2B5EF4-FFF2-40B4-BE49-F238E27FC236}">
                  <a16:creationId xmlns:a16="http://schemas.microsoft.com/office/drawing/2014/main" id="{BD4EF292-30F2-483E-AB4F-CC254552E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069"/>
              <a:ext cx="43" cy="24"/>
            </a:xfrm>
            <a:custGeom>
              <a:avLst/>
              <a:gdLst>
                <a:gd name="T0" fmla="*/ 20 w 17"/>
                <a:gd name="T1" fmla="*/ 21 h 9"/>
                <a:gd name="T2" fmla="*/ 276 w 17"/>
                <a:gd name="T3" fmla="*/ 171 h 9"/>
                <a:gd name="T4" fmla="*/ 147 w 17"/>
                <a:gd name="T5" fmla="*/ 77 h 9"/>
                <a:gd name="T6" fmla="*/ 0 w 1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1" y="1"/>
                  </a:moveTo>
                  <a:cubicBezTo>
                    <a:pt x="6" y="5"/>
                    <a:pt x="11" y="7"/>
                    <a:pt x="17" y="9"/>
                  </a:cubicBezTo>
                  <a:cubicBezTo>
                    <a:pt x="14" y="7"/>
                    <a:pt x="12" y="5"/>
                    <a:pt x="9" y="4"/>
                  </a:cubicBezTo>
                  <a:cubicBezTo>
                    <a:pt x="7" y="2"/>
                    <a:pt x="1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1" name="Freeform 77">
              <a:extLst>
                <a:ext uri="{FF2B5EF4-FFF2-40B4-BE49-F238E27FC236}">
                  <a16:creationId xmlns:a16="http://schemas.microsoft.com/office/drawing/2014/main" id="{9B3437B0-6EBA-446F-BA6E-3779A99B7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97"/>
              <a:ext cx="532" cy="552"/>
            </a:xfrm>
            <a:custGeom>
              <a:avLst/>
              <a:gdLst>
                <a:gd name="T0" fmla="*/ 2837 w 213"/>
                <a:gd name="T1" fmla="*/ 819 h 207"/>
                <a:gd name="T2" fmla="*/ 2633 w 213"/>
                <a:gd name="T3" fmla="*/ 3299 h 207"/>
                <a:gd name="T4" fmla="*/ 1291 w 213"/>
                <a:gd name="T5" fmla="*/ 3776 h 207"/>
                <a:gd name="T6" fmla="*/ 405 w 213"/>
                <a:gd name="T7" fmla="*/ 3299 h 207"/>
                <a:gd name="T8" fmla="*/ 30 w 213"/>
                <a:gd name="T9" fmla="*/ 2048 h 207"/>
                <a:gd name="T10" fmla="*/ 280 w 213"/>
                <a:gd name="T11" fmla="*/ 931 h 207"/>
                <a:gd name="T12" fmla="*/ 1249 w 213"/>
                <a:gd name="T13" fmla="*/ 115 h 207"/>
                <a:gd name="T14" fmla="*/ 2837 w 213"/>
                <a:gd name="T15" fmla="*/ 819 h 2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207">
                  <a:moveTo>
                    <a:pt x="182" y="43"/>
                  </a:moveTo>
                  <a:cubicBezTo>
                    <a:pt x="213" y="86"/>
                    <a:pt x="197" y="140"/>
                    <a:pt x="169" y="174"/>
                  </a:cubicBezTo>
                  <a:cubicBezTo>
                    <a:pt x="141" y="207"/>
                    <a:pt x="105" y="199"/>
                    <a:pt x="83" y="199"/>
                  </a:cubicBezTo>
                  <a:cubicBezTo>
                    <a:pt x="61" y="200"/>
                    <a:pt x="50" y="192"/>
                    <a:pt x="26" y="174"/>
                  </a:cubicBezTo>
                  <a:cubicBezTo>
                    <a:pt x="3" y="155"/>
                    <a:pt x="0" y="125"/>
                    <a:pt x="2" y="108"/>
                  </a:cubicBezTo>
                  <a:cubicBezTo>
                    <a:pt x="3" y="91"/>
                    <a:pt x="5" y="73"/>
                    <a:pt x="18" y="49"/>
                  </a:cubicBezTo>
                  <a:cubicBezTo>
                    <a:pt x="30" y="24"/>
                    <a:pt x="56" y="11"/>
                    <a:pt x="80" y="6"/>
                  </a:cubicBezTo>
                  <a:cubicBezTo>
                    <a:pt x="108" y="3"/>
                    <a:pt x="150" y="0"/>
                    <a:pt x="182" y="4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2" name="Freeform 78">
              <a:extLst>
                <a:ext uri="{FF2B5EF4-FFF2-40B4-BE49-F238E27FC236}">
                  <a16:creationId xmlns:a16="http://schemas.microsoft.com/office/drawing/2014/main" id="{3F2B6510-3FFB-405B-881F-A356F664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136"/>
              <a:ext cx="183" cy="195"/>
            </a:xfrm>
            <a:custGeom>
              <a:avLst/>
              <a:gdLst>
                <a:gd name="T0" fmla="*/ 251 w 73"/>
                <a:gd name="T1" fmla="*/ 115 h 73"/>
                <a:gd name="T2" fmla="*/ 33 w 73"/>
                <a:gd name="T3" fmla="*/ 379 h 73"/>
                <a:gd name="T4" fmla="*/ 0 w 73"/>
                <a:gd name="T5" fmla="*/ 727 h 73"/>
                <a:gd name="T6" fmla="*/ 83 w 73"/>
                <a:gd name="T7" fmla="*/ 1012 h 73"/>
                <a:gd name="T8" fmla="*/ 188 w 73"/>
                <a:gd name="T9" fmla="*/ 1141 h 73"/>
                <a:gd name="T10" fmla="*/ 363 w 73"/>
                <a:gd name="T11" fmla="*/ 1277 h 73"/>
                <a:gd name="T12" fmla="*/ 1055 w 73"/>
                <a:gd name="T13" fmla="*/ 1106 h 73"/>
                <a:gd name="T14" fmla="*/ 1151 w 73"/>
                <a:gd name="T15" fmla="*/ 727 h 73"/>
                <a:gd name="T16" fmla="*/ 1025 w 73"/>
                <a:gd name="T17" fmla="*/ 321 h 73"/>
                <a:gd name="T18" fmla="*/ 692 w 73"/>
                <a:gd name="T19" fmla="*/ 35 h 73"/>
                <a:gd name="T20" fmla="*/ 439 w 73"/>
                <a:gd name="T21" fmla="*/ 21 h 73"/>
                <a:gd name="T22" fmla="*/ 251 w 73"/>
                <a:gd name="T23" fmla="*/ 115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73">
                  <a:moveTo>
                    <a:pt x="16" y="6"/>
                  </a:moveTo>
                  <a:cubicBezTo>
                    <a:pt x="9" y="9"/>
                    <a:pt x="5" y="13"/>
                    <a:pt x="2" y="20"/>
                  </a:cubicBezTo>
                  <a:cubicBezTo>
                    <a:pt x="0" y="26"/>
                    <a:pt x="0" y="31"/>
                    <a:pt x="0" y="38"/>
                  </a:cubicBezTo>
                  <a:cubicBezTo>
                    <a:pt x="0" y="44"/>
                    <a:pt x="1" y="48"/>
                    <a:pt x="5" y="53"/>
                  </a:cubicBezTo>
                  <a:cubicBezTo>
                    <a:pt x="7" y="56"/>
                    <a:pt x="9" y="58"/>
                    <a:pt x="12" y="60"/>
                  </a:cubicBezTo>
                  <a:cubicBezTo>
                    <a:pt x="15" y="62"/>
                    <a:pt x="19" y="66"/>
                    <a:pt x="23" y="67"/>
                  </a:cubicBezTo>
                  <a:cubicBezTo>
                    <a:pt x="36" y="73"/>
                    <a:pt x="58" y="70"/>
                    <a:pt x="67" y="58"/>
                  </a:cubicBezTo>
                  <a:cubicBezTo>
                    <a:pt x="72" y="52"/>
                    <a:pt x="72" y="45"/>
                    <a:pt x="73" y="38"/>
                  </a:cubicBezTo>
                  <a:cubicBezTo>
                    <a:pt x="73" y="30"/>
                    <a:pt x="70" y="22"/>
                    <a:pt x="65" y="17"/>
                  </a:cubicBezTo>
                  <a:cubicBezTo>
                    <a:pt x="59" y="10"/>
                    <a:pt x="53" y="5"/>
                    <a:pt x="44" y="2"/>
                  </a:cubicBezTo>
                  <a:cubicBezTo>
                    <a:pt x="40" y="1"/>
                    <a:pt x="33" y="0"/>
                    <a:pt x="28" y="1"/>
                  </a:cubicBezTo>
                  <a:cubicBezTo>
                    <a:pt x="23" y="2"/>
                    <a:pt x="19" y="4"/>
                    <a:pt x="16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3" name="Freeform 79">
              <a:extLst>
                <a:ext uri="{FF2B5EF4-FFF2-40B4-BE49-F238E27FC236}">
                  <a16:creationId xmlns:a16="http://schemas.microsoft.com/office/drawing/2014/main" id="{DD423C3B-3C7B-482B-811D-8FF3B7E8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85"/>
              <a:ext cx="310" cy="339"/>
            </a:xfrm>
            <a:custGeom>
              <a:avLst/>
              <a:gdLst>
                <a:gd name="T0" fmla="*/ 863 w 124"/>
                <a:gd name="T1" fmla="*/ 21 h 127"/>
                <a:gd name="T2" fmla="*/ 1658 w 124"/>
                <a:gd name="T3" fmla="*/ 534 h 127"/>
                <a:gd name="T4" fmla="*/ 1720 w 124"/>
                <a:gd name="T5" fmla="*/ 1823 h 127"/>
                <a:gd name="T6" fmla="*/ 470 w 124"/>
                <a:gd name="T7" fmla="*/ 2053 h 127"/>
                <a:gd name="T8" fmla="*/ 20 w 124"/>
                <a:gd name="T9" fmla="*/ 1025 h 127"/>
                <a:gd name="T10" fmla="*/ 458 w 124"/>
                <a:gd name="T11" fmla="*/ 149 h 127"/>
                <a:gd name="T12" fmla="*/ 863 w 124"/>
                <a:gd name="T13" fmla="*/ 21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27">
                  <a:moveTo>
                    <a:pt x="55" y="1"/>
                  </a:moveTo>
                  <a:cubicBezTo>
                    <a:pt x="73" y="0"/>
                    <a:pt x="93" y="9"/>
                    <a:pt x="106" y="28"/>
                  </a:cubicBezTo>
                  <a:cubicBezTo>
                    <a:pt x="118" y="47"/>
                    <a:pt x="124" y="73"/>
                    <a:pt x="110" y="96"/>
                  </a:cubicBezTo>
                  <a:cubicBezTo>
                    <a:pt x="95" y="119"/>
                    <a:pt x="53" y="127"/>
                    <a:pt x="30" y="108"/>
                  </a:cubicBezTo>
                  <a:cubicBezTo>
                    <a:pt x="7" y="89"/>
                    <a:pt x="0" y="82"/>
                    <a:pt x="1" y="54"/>
                  </a:cubicBezTo>
                  <a:cubicBezTo>
                    <a:pt x="3" y="26"/>
                    <a:pt x="16" y="14"/>
                    <a:pt x="29" y="8"/>
                  </a:cubicBezTo>
                  <a:cubicBezTo>
                    <a:pt x="43" y="2"/>
                    <a:pt x="47" y="2"/>
                    <a:pt x="55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4" name="Freeform 80">
              <a:extLst>
                <a:ext uri="{FF2B5EF4-FFF2-40B4-BE49-F238E27FC236}">
                  <a16:creationId xmlns:a16="http://schemas.microsoft.com/office/drawing/2014/main" id="{A675FD9B-BA05-4923-8DB2-4FF278FB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203"/>
              <a:ext cx="187" cy="162"/>
            </a:xfrm>
            <a:custGeom>
              <a:avLst/>
              <a:gdLst>
                <a:gd name="T0" fmla="*/ 1120 w 75"/>
                <a:gd name="T1" fmla="*/ 621 h 61"/>
                <a:gd name="T2" fmla="*/ 436 w 75"/>
                <a:gd name="T3" fmla="*/ 789 h 61"/>
                <a:gd name="T4" fmla="*/ 262 w 75"/>
                <a:gd name="T5" fmla="*/ 656 h 61"/>
                <a:gd name="T6" fmla="*/ 155 w 75"/>
                <a:gd name="T7" fmla="*/ 523 h 61"/>
                <a:gd name="T8" fmla="*/ 75 w 75"/>
                <a:gd name="T9" fmla="*/ 247 h 61"/>
                <a:gd name="T10" fmla="*/ 92 w 75"/>
                <a:gd name="T11" fmla="*/ 0 h 61"/>
                <a:gd name="T12" fmla="*/ 0 w 75"/>
                <a:gd name="T13" fmla="*/ 563 h 61"/>
                <a:gd name="T14" fmla="*/ 436 w 75"/>
                <a:gd name="T15" fmla="*/ 1065 h 61"/>
                <a:gd name="T16" fmla="*/ 945 w 75"/>
                <a:gd name="T17" fmla="*/ 972 h 61"/>
                <a:gd name="T18" fmla="*/ 1162 w 75"/>
                <a:gd name="T19" fmla="*/ 563 h 61"/>
                <a:gd name="T20" fmla="*/ 1162 w 75"/>
                <a:gd name="T21" fmla="*/ 563 h 61"/>
                <a:gd name="T22" fmla="*/ 1120 w 75"/>
                <a:gd name="T23" fmla="*/ 621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61">
                  <a:moveTo>
                    <a:pt x="72" y="33"/>
                  </a:moveTo>
                  <a:cubicBezTo>
                    <a:pt x="63" y="45"/>
                    <a:pt x="41" y="48"/>
                    <a:pt x="28" y="42"/>
                  </a:cubicBezTo>
                  <a:cubicBezTo>
                    <a:pt x="24" y="41"/>
                    <a:pt x="20" y="37"/>
                    <a:pt x="17" y="35"/>
                  </a:cubicBezTo>
                  <a:cubicBezTo>
                    <a:pt x="14" y="33"/>
                    <a:pt x="12" y="31"/>
                    <a:pt x="10" y="28"/>
                  </a:cubicBezTo>
                  <a:cubicBezTo>
                    <a:pt x="6" y="23"/>
                    <a:pt x="5" y="19"/>
                    <a:pt x="5" y="13"/>
                  </a:cubicBezTo>
                  <a:cubicBezTo>
                    <a:pt x="5" y="8"/>
                    <a:pt x="5" y="4"/>
                    <a:pt x="6" y="0"/>
                  </a:cubicBezTo>
                  <a:cubicBezTo>
                    <a:pt x="3" y="8"/>
                    <a:pt x="0" y="25"/>
                    <a:pt x="0" y="30"/>
                  </a:cubicBezTo>
                  <a:cubicBezTo>
                    <a:pt x="0" y="35"/>
                    <a:pt x="14" y="54"/>
                    <a:pt x="28" y="57"/>
                  </a:cubicBezTo>
                  <a:cubicBezTo>
                    <a:pt x="46" y="61"/>
                    <a:pt x="56" y="55"/>
                    <a:pt x="61" y="52"/>
                  </a:cubicBezTo>
                  <a:cubicBezTo>
                    <a:pt x="66" y="46"/>
                    <a:pt x="75" y="30"/>
                    <a:pt x="75" y="30"/>
                  </a:cubicBezTo>
                  <a:cubicBezTo>
                    <a:pt x="75" y="30"/>
                    <a:pt x="75" y="30"/>
                    <a:pt x="75" y="30"/>
                  </a:cubicBezTo>
                  <a:cubicBezTo>
                    <a:pt x="74" y="31"/>
                    <a:pt x="73" y="32"/>
                    <a:pt x="72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5" name="Freeform 81">
              <a:extLst>
                <a:ext uri="{FF2B5EF4-FFF2-40B4-BE49-F238E27FC236}">
                  <a16:creationId xmlns:a16="http://schemas.microsoft.com/office/drawing/2014/main" id="{AB095316-FAA4-4EC4-8026-1D30D4E7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771"/>
              <a:ext cx="538" cy="472"/>
            </a:xfrm>
            <a:custGeom>
              <a:avLst/>
              <a:gdLst>
                <a:gd name="T0" fmla="*/ 1867 w 215"/>
                <a:gd name="T1" fmla="*/ 3357 h 177"/>
                <a:gd name="T2" fmla="*/ 2022 w 215"/>
                <a:gd name="T3" fmla="*/ 2504 h 177"/>
                <a:gd name="T4" fmla="*/ 2317 w 215"/>
                <a:gd name="T5" fmla="*/ 1685 h 177"/>
                <a:gd name="T6" fmla="*/ 2567 w 215"/>
                <a:gd name="T7" fmla="*/ 1728 h 177"/>
                <a:gd name="T8" fmla="*/ 2775 w 215"/>
                <a:gd name="T9" fmla="*/ 2296 h 177"/>
                <a:gd name="T10" fmla="*/ 2585 w 215"/>
                <a:gd name="T11" fmla="*/ 2504 h 177"/>
                <a:gd name="T12" fmla="*/ 2367 w 215"/>
                <a:gd name="T13" fmla="*/ 2424 h 177"/>
                <a:gd name="T14" fmla="*/ 2597 w 215"/>
                <a:gd name="T15" fmla="*/ 2709 h 177"/>
                <a:gd name="T16" fmla="*/ 3213 w 215"/>
                <a:gd name="T17" fmla="*/ 2275 h 177"/>
                <a:gd name="T18" fmla="*/ 3068 w 215"/>
                <a:gd name="T19" fmla="*/ 1045 h 177"/>
                <a:gd name="T20" fmla="*/ 1847 w 215"/>
                <a:gd name="T21" fmla="*/ 171 h 177"/>
                <a:gd name="T22" fmla="*/ 283 w 215"/>
                <a:gd name="T23" fmla="*/ 648 h 177"/>
                <a:gd name="T24" fmla="*/ 313 w 215"/>
                <a:gd name="T25" fmla="*/ 1899 h 177"/>
                <a:gd name="T26" fmla="*/ 626 w 215"/>
                <a:gd name="T27" fmla="*/ 2027 h 177"/>
                <a:gd name="T28" fmla="*/ 813 w 215"/>
                <a:gd name="T29" fmla="*/ 1784 h 177"/>
                <a:gd name="T30" fmla="*/ 1051 w 215"/>
                <a:gd name="T31" fmla="*/ 1613 h 177"/>
                <a:gd name="T32" fmla="*/ 908 w 215"/>
                <a:gd name="T33" fmla="*/ 1480 h 177"/>
                <a:gd name="T34" fmla="*/ 551 w 215"/>
                <a:gd name="T35" fmla="*/ 1571 h 177"/>
                <a:gd name="T36" fmla="*/ 563 w 215"/>
                <a:gd name="T37" fmla="*/ 1216 h 177"/>
                <a:gd name="T38" fmla="*/ 1251 w 215"/>
                <a:gd name="T39" fmla="*/ 1045 h 177"/>
                <a:gd name="T40" fmla="*/ 1033 w 215"/>
                <a:gd name="T41" fmla="*/ 1877 h 177"/>
                <a:gd name="T42" fmla="*/ 896 w 215"/>
                <a:gd name="T43" fmla="*/ 3264 h 177"/>
                <a:gd name="T44" fmla="*/ 1284 w 215"/>
                <a:gd name="T45" fmla="*/ 3221 h 177"/>
                <a:gd name="T46" fmla="*/ 1491 w 215"/>
                <a:gd name="T47" fmla="*/ 3221 h 177"/>
                <a:gd name="T48" fmla="*/ 1867 w 215"/>
                <a:gd name="T49" fmla="*/ 3357 h 17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5" h="177">
                  <a:moveTo>
                    <a:pt x="119" y="177"/>
                  </a:moveTo>
                  <a:cubicBezTo>
                    <a:pt x="119" y="169"/>
                    <a:pt x="126" y="144"/>
                    <a:pt x="129" y="132"/>
                  </a:cubicBezTo>
                  <a:cubicBezTo>
                    <a:pt x="133" y="119"/>
                    <a:pt x="143" y="99"/>
                    <a:pt x="148" y="89"/>
                  </a:cubicBezTo>
                  <a:cubicBezTo>
                    <a:pt x="152" y="81"/>
                    <a:pt x="157" y="82"/>
                    <a:pt x="164" y="91"/>
                  </a:cubicBezTo>
                  <a:cubicBezTo>
                    <a:pt x="171" y="99"/>
                    <a:pt x="182" y="111"/>
                    <a:pt x="177" y="121"/>
                  </a:cubicBezTo>
                  <a:cubicBezTo>
                    <a:pt x="172" y="130"/>
                    <a:pt x="170" y="135"/>
                    <a:pt x="165" y="132"/>
                  </a:cubicBezTo>
                  <a:cubicBezTo>
                    <a:pt x="160" y="128"/>
                    <a:pt x="154" y="124"/>
                    <a:pt x="151" y="128"/>
                  </a:cubicBezTo>
                  <a:cubicBezTo>
                    <a:pt x="147" y="132"/>
                    <a:pt x="158" y="140"/>
                    <a:pt x="166" y="143"/>
                  </a:cubicBezTo>
                  <a:cubicBezTo>
                    <a:pt x="174" y="145"/>
                    <a:pt x="195" y="141"/>
                    <a:pt x="205" y="120"/>
                  </a:cubicBezTo>
                  <a:cubicBezTo>
                    <a:pt x="215" y="99"/>
                    <a:pt x="213" y="76"/>
                    <a:pt x="196" y="55"/>
                  </a:cubicBezTo>
                  <a:cubicBezTo>
                    <a:pt x="179" y="33"/>
                    <a:pt x="159" y="17"/>
                    <a:pt x="118" y="9"/>
                  </a:cubicBezTo>
                  <a:cubicBezTo>
                    <a:pt x="74" y="0"/>
                    <a:pt x="37" y="13"/>
                    <a:pt x="18" y="34"/>
                  </a:cubicBezTo>
                  <a:cubicBezTo>
                    <a:pt x="0" y="56"/>
                    <a:pt x="7" y="84"/>
                    <a:pt x="20" y="100"/>
                  </a:cubicBezTo>
                  <a:cubicBezTo>
                    <a:pt x="33" y="115"/>
                    <a:pt x="37" y="109"/>
                    <a:pt x="40" y="107"/>
                  </a:cubicBezTo>
                  <a:cubicBezTo>
                    <a:pt x="44" y="105"/>
                    <a:pt x="46" y="96"/>
                    <a:pt x="52" y="94"/>
                  </a:cubicBezTo>
                  <a:cubicBezTo>
                    <a:pt x="58" y="92"/>
                    <a:pt x="66" y="89"/>
                    <a:pt x="67" y="85"/>
                  </a:cubicBezTo>
                  <a:cubicBezTo>
                    <a:pt x="67" y="81"/>
                    <a:pt x="67" y="81"/>
                    <a:pt x="58" y="78"/>
                  </a:cubicBezTo>
                  <a:cubicBezTo>
                    <a:pt x="49" y="75"/>
                    <a:pt x="41" y="92"/>
                    <a:pt x="35" y="83"/>
                  </a:cubicBezTo>
                  <a:cubicBezTo>
                    <a:pt x="28" y="75"/>
                    <a:pt x="27" y="71"/>
                    <a:pt x="36" y="64"/>
                  </a:cubicBezTo>
                  <a:cubicBezTo>
                    <a:pt x="46" y="56"/>
                    <a:pt x="77" y="46"/>
                    <a:pt x="80" y="55"/>
                  </a:cubicBezTo>
                  <a:cubicBezTo>
                    <a:pt x="83" y="64"/>
                    <a:pt x="71" y="74"/>
                    <a:pt x="66" y="99"/>
                  </a:cubicBezTo>
                  <a:cubicBezTo>
                    <a:pt x="61" y="124"/>
                    <a:pt x="53" y="152"/>
                    <a:pt x="57" y="172"/>
                  </a:cubicBezTo>
                  <a:cubicBezTo>
                    <a:pt x="64" y="171"/>
                    <a:pt x="82" y="170"/>
                    <a:pt x="82" y="170"/>
                  </a:cubicBezTo>
                  <a:cubicBezTo>
                    <a:pt x="87" y="172"/>
                    <a:pt x="90" y="172"/>
                    <a:pt x="95" y="170"/>
                  </a:cubicBezTo>
                  <a:cubicBezTo>
                    <a:pt x="103" y="169"/>
                    <a:pt x="119" y="177"/>
                    <a:pt x="119" y="17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6" name="Freeform 82">
              <a:extLst>
                <a:ext uri="{FF2B5EF4-FFF2-40B4-BE49-F238E27FC236}">
                  <a16:creationId xmlns:a16="http://schemas.microsoft.com/office/drawing/2014/main" id="{42D27399-6383-488A-B710-F1C2A83B8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221"/>
              <a:ext cx="155" cy="72"/>
            </a:xfrm>
            <a:custGeom>
              <a:avLst/>
              <a:gdLst>
                <a:gd name="T0" fmla="*/ 595 w 62"/>
                <a:gd name="T1" fmla="*/ 21 h 27"/>
                <a:gd name="T2" fmla="*/ 395 w 62"/>
                <a:gd name="T3" fmla="*/ 21 h 27"/>
                <a:gd name="T4" fmla="*/ 0 w 62"/>
                <a:gd name="T5" fmla="*/ 56 h 27"/>
                <a:gd name="T6" fmla="*/ 533 w 62"/>
                <a:gd name="T7" fmla="*/ 477 h 27"/>
                <a:gd name="T8" fmla="*/ 970 w 62"/>
                <a:gd name="T9" fmla="*/ 149 h 27"/>
                <a:gd name="T10" fmla="*/ 595 w 62"/>
                <a:gd name="T11" fmla="*/ 2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7">
                  <a:moveTo>
                    <a:pt x="38" y="1"/>
                  </a:moveTo>
                  <a:cubicBezTo>
                    <a:pt x="33" y="3"/>
                    <a:pt x="30" y="3"/>
                    <a:pt x="25" y="1"/>
                  </a:cubicBezTo>
                  <a:cubicBezTo>
                    <a:pt x="25" y="1"/>
                    <a:pt x="7" y="1"/>
                    <a:pt x="0" y="3"/>
                  </a:cubicBezTo>
                  <a:cubicBezTo>
                    <a:pt x="1" y="18"/>
                    <a:pt x="23" y="27"/>
                    <a:pt x="34" y="25"/>
                  </a:cubicBezTo>
                  <a:cubicBezTo>
                    <a:pt x="50" y="24"/>
                    <a:pt x="62" y="14"/>
                    <a:pt x="62" y="8"/>
                  </a:cubicBezTo>
                  <a:cubicBezTo>
                    <a:pt x="62" y="8"/>
                    <a:pt x="46" y="0"/>
                    <a:pt x="3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7" name="Freeform 83">
              <a:extLst>
                <a:ext uri="{FF2B5EF4-FFF2-40B4-BE49-F238E27FC236}">
                  <a16:creationId xmlns:a16="http://schemas.microsoft.com/office/drawing/2014/main" id="{49866A97-052E-4727-BAE5-E374D8F1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87"/>
              <a:ext cx="100" cy="144"/>
            </a:xfrm>
            <a:custGeom>
              <a:avLst/>
              <a:gdLst>
                <a:gd name="T0" fmla="*/ 333 w 40"/>
                <a:gd name="T1" fmla="*/ 947 h 54"/>
                <a:gd name="T2" fmla="*/ 363 w 40"/>
                <a:gd name="T3" fmla="*/ 968 h 54"/>
                <a:gd name="T4" fmla="*/ 550 w 40"/>
                <a:gd name="T5" fmla="*/ 760 h 54"/>
                <a:gd name="T6" fmla="*/ 345 w 40"/>
                <a:gd name="T7" fmla="*/ 192 h 54"/>
                <a:gd name="T8" fmla="*/ 95 w 40"/>
                <a:gd name="T9" fmla="*/ 149 h 54"/>
                <a:gd name="T10" fmla="*/ 0 w 40"/>
                <a:gd name="T11" fmla="*/ 363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4">
                  <a:moveTo>
                    <a:pt x="21" y="50"/>
                  </a:moveTo>
                  <a:cubicBezTo>
                    <a:pt x="22" y="50"/>
                    <a:pt x="22" y="50"/>
                    <a:pt x="23" y="51"/>
                  </a:cubicBezTo>
                  <a:cubicBezTo>
                    <a:pt x="28" y="54"/>
                    <a:pt x="30" y="49"/>
                    <a:pt x="35" y="40"/>
                  </a:cubicBezTo>
                  <a:cubicBezTo>
                    <a:pt x="40" y="30"/>
                    <a:pt x="29" y="18"/>
                    <a:pt x="22" y="10"/>
                  </a:cubicBezTo>
                  <a:cubicBezTo>
                    <a:pt x="15" y="1"/>
                    <a:pt x="10" y="0"/>
                    <a:pt x="6" y="8"/>
                  </a:cubicBezTo>
                  <a:cubicBezTo>
                    <a:pt x="4" y="11"/>
                    <a:pt x="2" y="15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8" name="Freeform 84">
              <a:extLst>
                <a:ext uri="{FF2B5EF4-FFF2-40B4-BE49-F238E27FC236}">
                  <a16:creationId xmlns:a16="http://schemas.microsoft.com/office/drawing/2014/main" id="{0FB1456C-9D08-42E2-AC70-B5B847EBA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893"/>
              <a:ext cx="140" cy="214"/>
            </a:xfrm>
            <a:custGeom>
              <a:avLst/>
              <a:gdLst>
                <a:gd name="T0" fmla="*/ 833 w 56"/>
                <a:gd name="T1" fmla="*/ 171 h 80"/>
                <a:gd name="T2" fmla="*/ 145 w 56"/>
                <a:gd name="T3" fmla="*/ 342 h 80"/>
                <a:gd name="T4" fmla="*/ 125 w 56"/>
                <a:gd name="T5" fmla="*/ 709 h 80"/>
                <a:gd name="T6" fmla="*/ 488 w 56"/>
                <a:gd name="T7" fmla="*/ 615 h 80"/>
                <a:gd name="T8" fmla="*/ 625 w 56"/>
                <a:gd name="T9" fmla="*/ 744 h 80"/>
                <a:gd name="T10" fmla="*/ 395 w 56"/>
                <a:gd name="T11" fmla="*/ 915 h 80"/>
                <a:gd name="T12" fmla="*/ 208 w 56"/>
                <a:gd name="T13" fmla="*/ 1166 h 80"/>
                <a:gd name="T14" fmla="*/ 20 w 56"/>
                <a:gd name="T15" fmla="*/ 1188 h 80"/>
                <a:gd name="T16" fmla="*/ 520 w 56"/>
                <a:gd name="T17" fmla="*/ 1530 h 80"/>
                <a:gd name="T18" fmla="*/ 613 w 56"/>
                <a:gd name="T19" fmla="*/ 1016 h 80"/>
                <a:gd name="T20" fmla="*/ 833 w 56"/>
                <a:gd name="T21" fmla="*/ 171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80">
                  <a:moveTo>
                    <a:pt x="53" y="9"/>
                  </a:moveTo>
                  <a:cubicBezTo>
                    <a:pt x="50" y="0"/>
                    <a:pt x="19" y="10"/>
                    <a:pt x="9" y="18"/>
                  </a:cubicBezTo>
                  <a:cubicBezTo>
                    <a:pt x="0" y="25"/>
                    <a:pt x="1" y="29"/>
                    <a:pt x="8" y="37"/>
                  </a:cubicBezTo>
                  <a:cubicBezTo>
                    <a:pt x="14" y="46"/>
                    <a:pt x="22" y="29"/>
                    <a:pt x="31" y="32"/>
                  </a:cubicBezTo>
                  <a:cubicBezTo>
                    <a:pt x="40" y="35"/>
                    <a:pt x="40" y="35"/>
                    <a:pt x="40" y="39"/>
                  </a:cubicBezTo>
                  <a:cubicBezTo>
                    <a:pt x="39" y="43"/>
                    <a:pt x="31" y="46"/>
                    <a:pt x="25" y="48"/>
                  </a:cubicBezTo>
                  <a:cubicBezTo>
                    <a:pt x="19" y="50"/>
                    <a:pt x="17" y="59"/>
                    <a:pt x="13" y="61"/>
                  </a:cubicBezTo>
                  <a:cubicBezTo>
                    <a:pt x="11" y="62"/>
                    <a:pt x="8" y="66"/>
                    <a:pt x="1" y="62"/>
                  </a:cubicBezTo>
                  <a:cubicBezTo>
                    <a:pt x="8" y="69"/>
                    <a:pt x="24" y="78"/>
                    <a:pt x="33" y="80"/>
                  </a:cubicBezTo>
                  <a:cubicBezTo>
                    <a:pt x="35" y="71"/>
                    <a:pt x="37" y="62"/>
                    <a:pt x="39" y="53"/>
                  </a:cubicBezTo>
                  <a:cubicBezTo>
                    <a:pt x="44" y="28"/>
                    <a:pt x="56" y="18"/>
                    <a:pt x="53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9" name="Freeform 85">
              <a:extLst>
                <a:ext uri="{FF2B5EF4-FFF2-40B4-BE49-F238E27FC236}">
                  <a16:creationId xmlns:a16="http://schemas.microsoft.com/office/drawing/2014/main" id="{902238C0-BA6C-4441-9BCC-A547FB2D7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87"/>
              <a:ext cx="215" cy="208"/>
            </a:xfrm>
            <a:custGeom>
              <a:avLst/>
              <a:gdLst>
                <a:gd name="T0" fmla="*/ 1270 w 86"/>
                <a:gd name="T1" fmla="*/ 739 h 78"/>
                <a:gd name="T2" fmla="*/ 658 w 86"/>
                <a:gd name="T3" fmla="*/ 1173 h 78"/>
                <a:gd name="T4" fmla="*/ 425 w 86"/>
                <a:gd name="T5" fmla="*/ 888 h 78"/>
                <a:gd name="T6" fmla="*/ 645 w 86"/>
                <a:gd name="T7" fmla="*/ 968 h 78"/>
                <a:gd name="T8" fmla="*/ 833 w 86"/>
                <a:gd name="T9" fmla="*/ 760 h 78"/>
                <a:gd name="T10" fmla="*/ 625 w 86"/>
                <a:gd name="T11" fmla="*/ 192 h 78"/>
                <a:gd name="T12" fmla="*/ 375 w 86"/>
                <a:gd name="T13" fmla="*/ 149 h 78"/>
                <a:gd name="T14" fmla="*/ 83 w 86"/>
                <a:gd name="T15" fmla="*/ 968 h 78"/>
                <a:gd name="T16" fmla="*/ 0 w 86"/>
                <a:gd name="T17" fmla="*/ 1365 h 78"/>
                <a:gd name="T18" fmla="*/ 395 w 86"/>
                <a:gd name="T19" fmla="*/ 1443 h 78"/>
                <a:gd name="T20" fmla="*/ 1345 w 86"/>
                <a:gd name="T21" fmla="*/ 477 h 78"/>
                <a:gd name="T22" fmla="*/ 1345 w 86"/>
                <a:gd name="T23" fmla="*/ 477 h 78"/>
                <a:gd name="T24" fmla="*/ 1270 w 86"/>
                <a:gd name="T25" fmla="*/ 739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78">
                  <a:moveTo>
                    <a:pt x="81" y="39"/>
                  </a:moveTo>
                  <a:cubicBezTo>
                    <a:pt x="71" y="60"/>
                    <a:pt x="50" y="64"/>
                    <a:pt x="42" y="62"/>
                  </a:cubicBezTo>
                  <a:cubicBezTo>
                    <a:pt x="34" y="59"/>
                    <a:pt x="23" y="51"/>
                    <a:pt x="27" y="47"/>
                  </a:cubicBezTo>
                  <a:cubicBezTo>
                    <a:pt x="30" y="43"/>
                    <a:pt x="36" y="47"/>
                    <a:pt x="41" y="51"/>
                  </a:cubicBezTo>
                  <a:cubicBezTo>
                    <a:pt x="46" y="54"/>
                    <a:pt x="48" y="49"/>
                    <a:pt x="53" y="40"/>
                  </a:cubicBezTo>
                  <a:cubicBezTo>
                    <a:pt x="58" y="30"/>
                    <a:pt x="47" y="18"/>
                    <a:pt x="40" y="10"/>
                  </a:cubicBezTo>
                  <a:cubicBezTo>
                    <a:pt x="33" y="1"/>
                    <a:pt x="28" y="0"/>
                    <a:pt x="24" y="8"/>
                  </a:cubicBezTo>
                  <a:cubicBezTo>
                    <a:pt x="19" y="18"/>
                    <a:pt x="9" y="38"/>
                    <a:pt x="5" y="51"/>
                  </a:cubicBezTo>
                  <a:cubicBezTo>
                    <a:pt x="4" y="56"/>
                    <a:pt x="2" y="64"/>
                    <a:pt x="0" y="72"/>
                  </a:cubicBezTo>
                  <a:cubicBezTo>
                    <a:pt x="8" y="74"/>
                    <a:pt x="16" y="75"/>
                    <a:pt x="25" y="76"/>
                  </a:cubicBezTo>
                  <a:cubicBezTo>
                    <a:pt x="56" y="78"/>
                    <a:pt x="83" y="49"/>
                    <a:pt x="86" y="25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5" y="30"/>
                    <a:pt x="83" y="34"/>
                    <a:pt x="81" y="3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0" name="Freeform 86">
              <a:extLst>
                <a:ext uri="{FF2B5EF4-FFF2-40B4-BE49-F238E27FC236}">
                  <a16:creationId xmlns:a16="http://schemas.microsoft.com/office/drawing/2014/main" id="{661E648B-C8CE-41EB-BFFA-56CB7A8B0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032"/>
              <a:ext cx="38" cy="24"/>
            </a:xfrm>
            <a:custGeom>
              <a:avLst/>
              <a:gdLst>
                <a:gd name="T0" fmla="*/ 243 w 15"/>
                <a:gd name="T1" fmla="*/ 136 h 9"/>
                <a:gd name="T2" fmla="*/ 0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0" y="9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1" name="Freeform 87">
              <a:extLst>
                <a:ext uri="{FF2B5EF4-FFF2-40B4-BE49-F238E27FC236}">
                  <a16:creationId xmlns:a16="http://schemas.microsoft.com/office/drawing/2014/main" id="{10E5CF51-2BEE-4BE9-B0B3-BD32028D9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107"/>
              <a:ext cx="43" cy="13"/>
            </a:xfrm>
            <a:custGeom>
              <a:avLst/>
              <a:gdLst>
                <a:gd name="T0" fmla="*/ 276 w 17"/>
                <a:gd name="T1" fmla="*/ 21 h 5"/>
                <a:gd name="T2" fmla="*/ 0 w 1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17" y="1"/>
                  </a:moveTo>
                  <a:cubicBezTo>
                    <a:pt x="10" y="4"/>
                    <a:pt x="5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2" name="Freeform 88">
              <a:extLst>
                <a:ext uri="{FF2B5EF4-FFF2-40B4-BE49-F238E27FC236}">
                  <a16:creationId xmlns:a16="http://schemas.microsoft.com/office/drawing/2014/main" id="{13B3A506-7ECF-46CA-861F-B88B740CB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893"/>
              <a:ext cx="137" cy="120"/>
            </a:xfrm>
            <a:custGeom>
              <a:avLst/>
              <a:gdLst>
                <a:gd name="T0" fmla="*/ 695 w 55"/>
                <a:gd name="T1" fmla="*/ 648 h 45"/>
                <a:gd name="T2" fmla="*/ 820 w 55"/>
                <a:gd name="T3" fmla="*/ 171 h 45"/>
                <a:gd name="T4" fmla="*/ 137 w 55"/>
                <a:gd name="T5" fmla="*/ 341 h 45"/>
                <a:gd name="T6" fmla="*/ 125 w 55"/>
                <a:gd name="T7" fmla="*/ 704 h 45"/>
                <a:gd name="T8" fmla="*/ 416 w 55"/>
                <a:gd name="T9" fmla="*/ 60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45" y="34"/>
                  </a:moveTo>
                  <a:cubicBezTo>
                    <a:pt x="50" y="22"/>
                    <a:pt x="55" y="15"/>
                    <a:pt x="53" y="9"/>
                  </a:cubicBezTo>
                  <a:cubicBezTo>
                    <a:pt x="50" y="0"/>
                    <a:pt x="19" y="10"/>
                    <a:pt x="9" y="18"/>
                  </a:cubicBezTo>
                  <a:cubicBezTo>
                    <a:pt x="0" y="25"/>
                    <a:pt x="1" y="29"/>
                    <a:pt x="8" y="37"/>
                  </a:cubicBezTo>
                  <a:cubicBezTo>
                    <a:pt x="13" y="45"/>
                    <a:pt x="20" y="33"/>
                    <a:pt x="27" y="3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0" name="illustration-of-fresh-leeks">
            <a:extLst>
              <a:ext uri="{FF2B5EF4-FFF2-40B4-BE49-F238E27FC236}">
                <a16:creationId xmlns:a16="http://schemas.microsoft.com/office/drawing/2014/main" id="{74A339AE-5385-4E2F-922F-3113FB9A62D3}"/>
              </a:ext>
            </a:extLst>
          </p:cNvPr>
          <p:cNvGrpSpPr>
            <a:grpSpLocks/>
          </p:cNvGrpSpPr>
          <p:nvPr/>
        </p:nvGrpSpPr>
        <p:grpSpPr bwMode="auto">
          <a:xfrm>
            <a:off x="6600825" y="1425575"/>
            <a:ext cx="2270125" cy="4281488"/>
            <a:chOff x="2329" y="1129"/>
            <a:chExt cx="1096" cy="2067"/>
          </a:xfrm>
        </p:grpSpPr>
        <p:sp>
          <p:nvSpPr>
            <p:cNvPr id="14450" name="Freeform 90">
              <a:extLst>
                <a:ext uri="{FF2B5EF4-FFF2-40B4-BE49-F238E27FC236}">
                  <a16:creationId xmlns:a16="http://schemas.microsoft.com/office/drawing/2014/main" id="{EE6AB519-B7D1-4677-81C4-4353F0D6B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423"/>
              <a:ext cx="910" cy="1621"/>
            </a:xfrm>
            <a:custGeom>
              <a:avLst/>
              <a:gdLst>
                <a:gd name="T0" fmla="*/ 1595 w 364"/>
                <a:gd name="T1" fmla="*/ 4778 h 608"/>
                <a:gd name="T2" fmla="*/ 2645 w 364"/>
                <a:gd name="T3" fmla="*/ 3618 h 608"/>
                <a:gd name="T4" fmla="*/ 5283 w 364"/>
                <a:gd name="T5" fmla="*/ 0 h 608"/>
                <a:gd name="T6" fmla="*/ 5688 w 364"/>
                <a:gd name="T7" fmla="*/ 264 h 608"/>
                <a:gd name="T8" fmla="*/ 4658 w 364"/>
                <a:gd name="T9" fmla="*/ 1898 h 608"/>
                <a:gd name="T10" fmla="*/ 2925 w 364"/>
                <a:gd name="T11" fmla="*/ 4172 h 608"/>
                <a:gd name="T12" fmla="*/ 1988 w 364"/>
                <a:gd name="T13" fmla="*/ 5743 h 608"/>
                <a:gd name="T14" fmla="*/ 958 w 364"/>
                <a:gd name="T15" fmla="*/ 9795 h 608"/>
                <a:gd name="T16" fmla="*/ 688 w 364"/>
                <a:gd name="T17" fmla="*/ 11032 h 608"/>
                <a:gd name="T18" fmla="*/ 595 w 364"/>
                <a:gd name="T19" fmla="*/ 11502 h 608"/>
                <a:gd name="T20" fmla="*/ 563 w 364"/>
                <a:gd name="T21" fmla="*/ 11486 h 608"/>
                <a:gd name="T22" fmla="*/ 95 w 364"/>
                <a:gd name="T23" fmla="*/ 11272 h 608"/>
                <a:gd name="T24" fmla="*/ 33 w 364"/>
                <a:gd name="T25" fmla="*/ 11238 h 608"/>
                <a:gd name="T26" fmla="*/ 113 w 364"/>
                <a:gd name="T27" fmla="*/ 10840 h 608"/>
                <a:gd name="T28" fmla="*/ 438 w 364"/>
                <a:gd name="T29" fmla="*/ 9553 h 608"/>
                <a:gd name="T30" fmla="*/ 1595 w 364"/>
                <a:gd name="T31" fmla="*/ 4778 h 6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4" h="608">
                  <a:moveTo>
                    <a:pt x="102" y="252"/>
                  </a:moveTo>
                  <a:cubicBezTo>
                    <a:pt x="119" y="219"/>
                    <a:pt x="135" y="218"/>
                    <a:pt x="169" y="191"/>
                  </a:cubicBezTo>
                  <a:cubicBezTo>
                    <a:pt x="210" y="160"/>
                    <a:pt x="322" y="32"/>
                    <a:pt x="338" y="0"/>
                  </a:cubicBezTo>
                  <a:cubicBezTo>
                    <a:pt x="350" y="0"/>
                    <a:pt x="364" y="14"/>
                    <a:pt x="364" y="14"/>
                  </a:cubicBezTo>
                  <a:cubicBezTo>
                    <a:pt x="364" y="14"/>
                    <a:pt x="322" y="68"/>
                    <a:pt x="298" y="100"/>
                  </a:cubicBezTo>
                  <a:cubicBezTo>
                    <a:pt x="274" y="131"/>
                    <a:pt x="223" y="183"/>
                    <a:pt x="187" y="220"/>
                  </a:cubicBezTo>
                  <a:cubicBezTo>
                    <a:pt x="151" y="256"/>
                    <a:pt x="143" y="258"/>
                    <a:pt x="127" y="303"/>
                  </a:cubicBezTo>
                  <a:cubicBezTo>
                    <a:pt x="111" y="348"/>
                    <a:pt x="71" y="471"/>
                    <a:pt x="61" y="517"/>
                  </a:cubicBezTo>
                  <a:cubicBezTo>
                    <a:pt x="51" y="563"/>
                    <a:pt x="45" y="575"/>
                    <a:pt x="44" y="582"/>
                  </a:cubicBezTo>
                  <a:cubicBezTo>
                    <a:pt x="44" y="588"/>
                    <a:pt x="46" y="598"/>
                    <a:pt x="38" y="607"/>
                  </a:cubicBezTo>
                  <a:cubicBezTo>
                    <a:pt x="37" y="608"/>
                    <a:pt x="36" y="607"/>
                    <a:pt x="36" y="606"/>
                  </a:cubicBezTo>
                  <a:cubicBezTo>
                    <a:pt x="31" y="598"/>
                    <a:pt x="15" y="593"/>
                    <a:pt x="6" y="595"/>
                  </a:cubicBezTo>
                  <a:cubicBezTo>
                    <a:pt x="3" y="596"/>
                    <a:pt x="2" y="594"/>
                    <a:pt x="2" y="593"/>
                  </a:cubicBezTo>
                  <a:cubicBezTo>
                    <a:pt x="0" y="584"/>
                    <a:pt x="1" y="579"/>
                    <a:pt x="7" y="572"/>
                  </a:cubicBezTo>
                  <a:cubicBezTo>
                    <a:pt x="14" y="563"/>
                    <a:pt x="20" y="530"/>
                    <a:pt x="28" y="504"/>
                  </a:cubicBezTo>
                  <a:cubicBezTo>
                    <a:pt x="35" y="477"/>
                    <a:pt x="94" y="281"/>
                    <a:pt x="102" y="252"/>
                  </a:cubicBezTo>
                  <a:close/>
                </a:path>
              </a:pathLst>
            </a:custGeom>
            <a:solidFill>
              <a:srgbClr val="F1F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" name="Freeform 91">
              <a:extLst>
                <a:ext uri="{FF2B5EF4-FFF2-40B4-BE49-F238E27FC236}">
                  <a16:creationId xmlns:a16="http://schemas.microsoft.com/office/drawing/2014/main" id="{6750B62A-C56F-4E4B-87BC-C957B0AB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407"/>
              <a:ext cx="145" cy="682"/>
            </a:xfrm>
            <a:custGeom>
              <a:avLst/>
              <a:gdLst>
                <a:gd name="T0" fmla="*/ 908 w 58"/>
                <a:gd name="T1" fmla="*/ 35 h 256"/>
                <a:gd name="T2" fmla="*/ 658 w 58"/>
                <a:gd name="T3" fmla="*/ 2952 h 256"/>
                <a:gd name="T4" fmla="*/ 583 w 58"/>
                <a:gd name="T5" fmla="*/ 3442 h 256"/>
                <a:gd name="T6" fmla="*/ 470 w 58"/>
                <a:gd name="T7" fmla="*/ 4215 h 256"/>
                <a:gd name="T8" fmla="*/ 0 w 58"/>
                <a:gd name="T9" fmla="*/ 4841 h 256"/>
                <a:gd name="T10" fmla="*/ 220 w 58"/>
                <a:gd name="T11" fmla="*/ 3194 h 256"/>
                <a:gd name="T12" fmla="*/ 408 w 58"/>
                <a:gd name="T13" fmla="*/ 1284 h 256"/>
                <a:gd name="T14" fmla="*/ 520 w 58"/>
                <a:gd name="T15" fmla="*/ 93 h 256"/>
                <a:gd name="T16" fmla="*/ 908 w 58"/>
                <a:gd name="T17" fmla="*/ 3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56">
                  <a:moveTo>
                    <a:pt x="58" y="2"/>
                  </a:moveTo>
                  <a:cubicBezTo>
                    <a:pt x="54" y="24"/>
                    <a:pt x="47" y="120"/>
                    <a:pt x="42" y="156"/>
                  </a:cubicBezTo>
                  <a:cubicBezTo>
                    <a:pt x="40" y="165"/>
                    <a:pt x="39" y="173"/>
                    <a:pt x="37" y="182"/>
                  </a:cubicBezTo>
                  <a:cubicBezTo>
                    <a:pt x="34" y="196"/>
                    <a:pt x="31" y="212"/>
                    <a:pt x="30" y="223"/>
                  </a:cubicBezTo>
                  <a:cubicBezTo>
                    <a:pt x="18" y="231"/>
                    <a:pt x="9" y="239"/>
                    <a:pt x="0" y="256"/>
                  </a:cubicBezTo>
                  <a:cubicBezTo>
                    <a:pt x="0" y="235"/>
                    <a:pt x="8" y="199"/>
                    <a:pt x="14" y="169"/>
                  </a:cubicBezTo>
                  <a:cubicBezTo>
                    <a:pt x="19" y="141"/>
                    <a:pt x="25" y="92"/>
                    <a:pt x="26" y="68"/>
                  </a:cubicBezTo>
                  <a:cubicBezTo>
                    <a:pt x="27" y="45"/>
                    <a:pt x="33" y="5"/>
                    <a:pt x="33" y="5"/>
                  </a:cubicBezTo>
                  <a:cubicBezTo>
                    <a:pt x="33" y="5"/>
                    <a:pt x="56" y="0"/>
                    <a:pt x="58" y="2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2" name="Freeform 92">
              <a:extLst>
                <a:ext uri="{FF2B5EF4-FFF2-40B4-BE49-F238E27FC236}">
                  <a16:creationId xmlns:a16="http://schemas.microsoft.com/office/drawing/2014/main" id="{00004669-124B-4B7D-A9E3-6E3F62AFE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324"/>
              <a:ext cx="485" cy="680"/>
            </a:xfrm>
            <a:custGeom>
              <a:avLst/>
              <a:gdLst>
                <a:gd name="T0" fmla="*/ 2645 w 194"/>
                <a:gd name="T1" fmla="*/ 0 h 255"/>
                <a:gd name="T2" fmla="*/ 1375 w 194"/>
                <a:gd name="T3" fmla="*/ 2675 h 255"/>
                <a:gd name="T4" fmla="*/ 113 w 194"/>
                <a:gd name="T5" fmla="*/ 4189 h 255"/>
                <a:gd name="T6" fmla="*/ 33 w 194"/>
                <a:gd name="T7" fmla="*/ 4813 h 255"/>
                <a:gd name="T8" fmla="*/ 0 w 194"/>
                <a:gd name="T9" fmla="*/ 4835 h 255"/>
                <a:gd name="T10" fmla="*/ 595 w 194"/>
                <a:gd name="T11" fmla="*/ 4323 h 255"/>
                <a:gd name="T12" fmla="*/ 1958 w 194"/>
                <a:gd name="T13" fmla="*/ 2653 h 255"/>
                <a:gd name="T14" fmla="*/ 3033 w 194"/>
                <a:gd name="T15" fmla="*/ 227 h 255"/>
                <a:gd name="T16" fmla="*/ 2645 w 194"/>
                <a:gd name="T17" fmla="*/ 0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55">
                  <a:moveTo>
                    <a:pt x="169" y="0"/>
                  </a:moveTo>
                  <a:cubicBezTo>
                    <a:pt x="169" y="0"/>
                    <a:pt x="121" y="101"/>
                    <a:pt x="88" y="141"/>
                  </a:cubicBezTo>
                  <a:cubicBezTo>
                    <a:pt x="65" y="169"/>
                    <a:pt x="30" y="202"/>
                    <a:pt x="7" y="221"/>
                  </a:cubicBezTo>
                  <a:cubicBezTo>
                    <a:pt x="5" y="232"/>
                    <a:pt x="3" y="245"/>
                    <a:pt x="2" y="254"/>
                  </a:cubicBezTo>
                  <a:cubicBezTo>
                    <a:pt x="1" y="254"/>
                    <a:pt x="1" y="255"/>
                    <a:pt x="0" y="255"/>
                  </a:cubicBezTo>
                  <a:cubicBezTo>
                    <a:pt x="10" y="248"/>
                    <a:pt x="22" y="241"/>
                    <a:pt x="38" y="228"/>
                  </a:cubicBezTo>
                  <a:cubicBezTo>
                    <a:pt x="58" y="214"/>
                    <a:pt x="92" y="178"/>
                    <a:pt x="125" y="140"/>
                  </a:cubicBezTo>
                  <a:cubicBezTo>
                    <a:pt x="169" y="77"/>
                    <a:pt x="194" y="12"/>
                    <a:pt x="194" y="12"/>
                  </a:cubicBezTo>
                  <a:lnTo>
                    <a:pt x="169" y="0"/>
                  </a:ln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" name="Freeform 93">
              <a:extLst>
                <a:ext uri="{FF2B5EF4-FFF2-40B4-BE49-F238E27FC236}">
                  <a16:creationId xmlns:a16="http://schemas.microsoft.com/office/drawing/2014/main" id="{0C2F7D40-5CE8-47A8-B83F-8EB898AA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404"/>
              <a:ext cx="50" cy="56"/>
            </a:xfrm>
            <a:custGeom>
              <a:avLst/>
              <a:gdLst>
                <a:gd name="T0" fmla="*/ 313 w 20"/>
                <a:gd name="T1" fmla="*/ 397 h 21"/>
                <a:gd name="T2" fmla="*/ 83 w 20"/>
                <a:gd name="T3" fmla="*/ 0 h 21"/>
                <a:gd name="T4" fmla="*/ 0 w 20"/>
                <a:gd name="T5" fmla="*/ 149 h 21"/>
                <a:gd name="T6" fmla="*/ 313 w 2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0" y="21"/>
                  </a:moveTo>
                  <a:cubicBezTo>
                    <a:pt x="20" y="21"/>
                    <a:pt x="16" y="3"/>
                    <a:pt x="5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11"/>
                    <a:pt x="20" y="21"/>
                    <a:pt x="20" y="21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4" name="Freeform 94">
              <a:extLst>
                <a:ext uri="{FF2B5EF4-FFF2-40B4-BE49-F238E27FC236}">
                  <a16:creationId xmlns:a16="http://schemas.microsoft.com/office/drawing/2014/main" id="{E24CCDE8-1CF5-4C39-99EA-F252CDCB9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204"/>
              <a:ext cx="160" cy="709"/>
            </a:xfrm>
            <a:custGeom>
              <a:avLst/>
              <a:gdLst>
                <a:gd name="T0" fmla="*/ 363 w 64"/>
                <a:gd name="T1" fmla="*/ 1477 h 266"/>
                <a:gd name="T2" fmla="*/ 113 w 64"/>
                <a:gd name="T3" fmla="*/ 4390 h 266"/>
                <a:gd name="T4" fmla="*/ 33 w 64"/>
                <a:gd name="T5" fmla="*/ 4888 h 266"/>
                <a:gd name="T6" fmla="*/ 0 w 64"/>
                <a:gd name="T7" fmla="*/ 5038 h 266"/>
                <a:gd name="T8" fmla="*/ 395 w 64"/>
                <a:gd name="T9" fmla="*/ 4619 h 266"/>
                <a:gd name="T10" fmla="*/ 1000 w 64"/>
                <a:gd name="T11" fmla="*/ 205 h 266"/>
                <a:gd name="T12" fmla="*/ 583 w 64"/>
                <a:gd name="T13" fmla="*/ 77 h 266"/>
                <a:gd name="T14" fmla="*/ 283 w 64"/>
                <a:gd name="T15" fmla="*/ 1477 h 266"/>
                <a:gd name="T16" fmla="*/ 363 w 64"/>
                <a:gd name="T17" fmla="*/ 1477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66">
                  <a:moveTo>
                    <a:pt x="23" y="78"/>
                  </a:moveTo>
                  <a:cubicBezTo>
                    <a:pt x="19" y="100"/>
                    <a:pt x="12" y="196"/>
                    <a:pt x="7" y="232"/>
                  </a:cubicBezTo>
                  <a:cubicBezTo>
                    <a:pt x="5" y="241"/>
                    <a:pt x="4" y="249"/>
                    <a:pt x="2" y="258"/>
                  </a:cubicBezTo>
                  <a:cubicBezTo>
                    <a:pt x="1" y="261"/>
                    <a:pt x="0" y="263"/>
                    <a:pt x="0" y="266"/>
                  </a:cubicBezTo>
                  <a:cubicBezTo>
                    <a:pt x="7" y="260"/>
                    <a:pt x="16" y="252"/>
                    <a:pt x="25" y="244"/>
                  </a:cubicBezTo>
                  <a:cubicBezTo>
                    <a:pt x="41" y="188"/>
                    <a:pt x="45" y="42"/>
                    <a:pt x="64" y="11"/>
                  </a:cubicBezTo>
                  <a:cubicBezTo>
                    <a:pt x="56" y="5"/>
                    <a:pt x="41" y="0"/>
                    <a:pt x="37" y="4"/>
                  </a:cubicBezTo>
                  <a:cubicBezTo>
                    <a:pt x="34" y="8"/>
                    <a:pt x="26" y="41"/>
                    <a:pt x="18" y="78"/>
                  </a:cubicBezTo>
                  <a:cubicBezTo>
                    <a:pt x="21" y="78"/>
                    <a:pt x="23" y="78"/>
                    <a:pt x="23" y="78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" name="Freeform 95">
              <a:extLst>
                <a:ext uri="{FF2B5EF4-FFF2-40B4-BE49-F238E27FC236}">
                  <a16:creationId xmlns:a16="http://schemas.microsoft.com/office/drawing/2014/main" id="{01A990EF-2D54-4CDA-8E4A-9EDC8315F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196"/>
              <a:ext cx="57" cy="27"/>
            </a:xfrm>
            <a:custGeom>
              <a:avLst/>
              <a:gdLst>
                <a:gd name="T0" fmla="*/ 307 w 23"/>
                <a:gd name="T1" fmla="*/ 197 h 10"/>
                <a:gd name="T2" fmla="*/ 337 w 23"/>
                <a:gd name="T3" fmla="*/ 38 h 10"/>
                <a:gd name="T4" fmla="*/ 0 w 23"/>
                <a:gd name="T5" fmla="*/ 116 h 10"/>
                <a:gd name="T6" fmla="*/ 307 w 23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20" y="10"/>
                  </a:moveTo>
                  <a:cubicBezTo>
                    <a:pt x="22" y="7"/>
                    <a:pt x="23" y="2"/>
                    <a:pt x="22" y="2"/>
                  </a:cubicBezTo>
                  <a:cubicBezTo>
                    <a:pt x="21" y="2"/>
                    <a:pt x="9" y="0"/>
                    <a:pt x="0" y="6"/>
                  </a:cubicBezTo>
                  <a:cubicBezTo>
                    <a:pt x="4" y="4"/>
                    <a:pt x="13" y="6"/>
                    <a:pt x="20" y="10"/>
                  </a:cubicBezTo>
                  <a:close/>
                </a:path>
              </a:pathLst>
            </a:custGeom>
            <a:solidFill>
              <a:srgbClr val="008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" name="Freeform 96">
              <a:extLst>
                <a:ext uri="{FF2B5EF4-FFF2-40B4-BE49-F238E27FC236}">
                  <a16:creationId xmlns:a16="http://schemas.microsoft.com/office/drawing/2014/main" id="{144ECE60-F89A-4C00-B76F-762A2904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209"/>
              <a:ext cx="52" cy="24"/>
            </a:xfrm>
            <a:custGeom>
              <a:avLst/>
              <a:gdLst>
                <a:gd name="T0" fmla="*/ 307 w 21"/>
                <a:gd name="T1" fmla="*/ 171 h 9"/>
                <a:gd name="T2" fmla="*/ 319 w 21"/>
                <a:gd name="T3" fmla="*/ 171 h 9"/>
                <a:gd name="T4" fmla="*/ 42 w 21"/>
                <a:gd name="T5" fmla="*/ 0 h 9"/>
                <a:gd name="T6" fmla="*/ 0 w 21"/>
                <a:gd name="T7" fmla="*/ 115 h 9"/>
                <a:gd name="T8" fmla="*/ 307 w 21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20" y="9"/>
                  </a:move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11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1" y="6"/>
                    <a:pt x="19" y="9"/>
                    <a:pt x="20" y="9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" name="Freeform 97">
              <a:extLst>
                <a:ext uri="{FF2B5EF4-FFF2-40B4-BE49-F238E27FC236}">
                  <a16:creationId xmlns:a16="http://schemas.microsoft.com/office/drawing/2014/main" id="{0E6CEC88-8C5E-4831-9542-DF21559B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319"/>
              <a:ext cx="50" cy="29"/>
            </a:xfrm>
            <a:custGeom>
              <a:avLst/>
              <a:gdLst>
                <a:gd name="T0" fmla="*/ 313 w 20"/>
                <a:gd name="T1" fmla="*/ 90 h 11"/>
                <a:gd name="T2" fmla="*/ 0 w 20"/>
                <a:gd name="T3" fmla="*/ 34 h 11"/>
                <a:gd name="T4" fmla="*/ 283 w 20"/>
                <a:gd name="T5" fmla="*/ 200 h 11"/>
                <a:gd name="T6" fmla="*/ 313 w 20"/>
                <a:gd name="T7" fmla="*/ 9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1">
                  <a:moveTo>
                    <a:pt x="20" y="5"/>
                  </a:moveTo>
                  <a:cubicBezTo>
                    <a:pt x="15" y="3"/>
                    <a:pt x="3" y="0"/>
                    <a:pt x="0" y="2"/>
                  </a:cubicBezTo>
                  <a:cubicBezTo>
                    <a:pt x="18" y="11"/>
                    <a:pt x="18" y="11"/>
                    <a:pt x="18" y="11"/>
                  </a:cubicBezTo>
                  <a:lnTo>
                    <a:pt x="20" y="5"/>
                  </a:lnTo>
                  <a:close/>
                </a:path>
              </a:pathLst>
            </a:custGeom>
            <a:solidFill>
              <a:srgbClr val="008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" name="Freeform 98">
              <a:extLst>
                <a:ext uri="{FF2B5EF4-FFF2-40B4-BE49-F238E27FC236}">
                  <a16:creationId xmlns:a16="http://schemas.microsoft.com/office/drawing/2014/main" id="{9A1D7465-97DE-4FC7-94A0-A654CE63C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647"/>
              <a:ext cx="228" cy="1434"/>
            </a:xfrm>
            <a:custGeom>
              <a:avLst/>
              <a:gdLst>
                <a:gd name="T0" fmla="*/ 909 w 91"/>
                <a:gd name="T1" fmla="*/ 10153 h 538"/>
                <a:gd name="T2" fmla="*/ 271 w 91"/>
                <a:gd name="T3" fmla="*/ 9926 h 538"/>
                <a:gd name="T4" fmla="*/ 208 w 91"/>
                <a:gd name="T5" fmla="*/ 9867 h 538"/>
                <a:gd name="T6" fmla="*/ 188 w 91"/>
                <a:gd name="T7" fmla="*/ 9676 h 538"/>
                <a:gd name="T8" fmla="*/ 283 w 91"/>
                <a:gd name="T9" fmla="*/ 9334 h 538"/>
                <a:gd name="T10" fmla="*/ 584 w 91"/>
                <a:gd name="T11" fmla="*/ 6322 h 538"/>
                <a:gd name="T12" fmla="*/ 817 w 91"/>
                <a:gd name="T13" fmla="*/ 3183 h 538"/>
                <a:gd name="T14" fmla="*/ 564 w 91"/>
                <a:gd name="T15" fmla="*/ 1911 h 538"/>
                <a:gd name="T16" fmla="*/ 0 w 91"/>
                <a:gd name="T17" fmla="*/ 77 h 538"/>
                <a:gd name="T18" fmla="*/ 175 w 91"/>
                <a:gd name="T19" fmla="*/ 0 h 538"/>
                <a:gd name="T20" fmla="*/ 772 w 91"/>
                <a:gd name="T21" fmla="*/ 1626 h 538"/>
                <a:gd name="T22" fmla="*/ 1381 w 91"/>
                <a:gd name="T23" fmla="*/ 3238 h 538"/>
                <a:gd name="T24" fmla="*/ 1413 w 91"/>
                <a:gd name="T25" fmla="*/ 4107 h 538"/>
                <a:gd name="T26" fmla="*/ 1117 w 91"/>
                <a:gd name="T27" fmla="*/ 8122 h 538"/>
                <a:gd name="T28" fmla="*/ 960 w 91"/>
                <a:gd name="T29" fmla="*/ 9734 h 538"/>
                <a:gd name="T30" fmla="*/ 960 w 91"/>
                <a:gd name="T31" fmla="*/ 10054 h 538"/>
                <a:gd name="T32" fmla="*/ 909 w 91"/>
                <a:gd name="T33" fmla="*/ 10153 h 5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1" h="538">
                  <a:moveTo>
                    <a:pt x="58" y="536"/>
                  </a:moveTo>
                  <a:cubicBezTo>
                    <a:pt x="49" y="524"/>
                    <a:pt x="25" y="521"/>
                    <a:pt x="17" y="524"/>
                  </a:cubicBezTo>
                  <a:cubicBezTo>
                    <a:pt x="15" y="524"/>
                    <a:pt x="14" y="523"/>
                    <a:pt x="13" y="521"/>
                  </a:cubicBezTo>
                  <a:cubicBezTo>
                    <a:pt x="12" y="518"/>
                    <a:pt x="12" y="514"/>
                    <a:pt x="12" y="511"/>
                  </a:cubicBezTo>
                  <a:cubicBezTo>
                    <a:pt x="13" y="506"/>
                    <a:pt x="17" y="500"/>
                    <a:pt x="18" y="493"/>
                  </a:cubicBezTo>
                  <a:cubicBezTo>
                    <a:pt x="25" y="446"/>
                    <a:pt x="36" y="363"/>
                    <a:pt x="37" y="334"/>
                  </a:cubicBezTo>
                  <a:cubicBezTo>
                    <a:pt x="39" y="295"/>
                    <a:pt x="56" y="194"/>
                    <a:pt x="52" y="168"/>
                  </a:cubicBezTo>
                  <a:cubicBezTo>
                    <a:pt x="50" y="157"/>
                    <a:pt x="44" y="129"/>
                    <a:pt x="36" y="101"/>
                  </a:cubicBezTo>
                  <a:cubicBezTo>
                    <a:pt x="29" y="74"/>
                    <a:pt x="6" y="28"/>
                    <a:pt x="0" y="4"/>
                  </a:cubicBezTo>
                  <a:cubicBezTo>
                    <a:pt x="1" y="4"/>
                    <a:pt x="9" y="0"/>
                    <a:pt x="11" y="0"/>
                  </a:cubicBezTo>
                  <a:cubicBezTo>
                    <a:pt x="22" y="22"/>
                    <a:pt x="40" y="68"/>
                    <a:pt x="49" y="86"/>
                  </a:cubicBezTo>
                  <a:cubicBezTo>
                    <a:pt x="60" y="108"/>
                    <a:pt x="84" y="157"/>
                    <a:pt x="88" y="171"/>
                  </a:cubicBezTo>
                  <a:cubicBezTo>
                    <a:pt x="91" y="184"/>
                    <a:pt x="90" y="217"/>
                    <a:pt x="90" y="217"/>
                  </a:cubicBezTo>
                  <a:cubicBezTo>
                    <a:pt x="91" y="236"/>
                    <a:pt x="75" y="388"/>
                    <a:pt x="71" y="429"/>
                  </a:cubicBezTo>
                  <a:cubicBezTo>
                    <a:pt x="68" y="457"/>
                    <a:pt x="63" y="492"/>
                    <a:pt x="61" y="514"/>
                  </a:cubicBezTo>
                  <a:cubicBezTo>
                    <a:pt x="60" y="524"/>
                    <a:pt x="62" y="527"/>
                    <a:pt x="61" y="531"/>
                  </a:cubicBezTo>
                  <a:cubicBezTo>
                    <a:pt x="61" y="535"/>
                    <a:pt x="58" y="538"/>
                    <a:pt x="58" y="536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9" name="Freeform 99">
              <a:extLst>
                <a:ext uri="{FF2B5EF4-FFF2-40B4-BE49-F238E27FC236}">
                  <a16:creationId xmlns:a16="http://schemas.microsoft.com/office/drawing/2014/main" id="{96C83D79-ECFA-4927-B558-FA5FC28B4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292"/>
              <a:ext cx="388" cy="875"/>
            </a:xfrm>
            <a:custGeom>
              <a:avLst/>
              <a:gdLst>
                <a:gd name="T0" fmla="*/ 1680 w 155"/>
                <a:gd name="T1" fmla="*/ 1707 h 328"/>
                <a:gd name="T2" fmla="*/ 738 w 155"/>
                <a:gd name="T3" fmla="*/ 3871 h 328"/>
                <a:gd name="T4" fmla="*/ 0 w 155"/>
                <a:gd name="T5" fmla="*/ 5031 h 328"/>
                <a:gd name="T6" fmla="*/ 270 w 155"/>
                <a:gd name="T7" fmla="*/ 5770 h 328"/>
                <a:gd name="T8" fmla="*/ 300 w 155"/>
                <a:gd name="T9" fmla="*/ 6226 h 328"/>
                <a:gd name="T10" fmla="*/ 438 w 155"/>
                <a:gd name="T11" fmla="*/ 5522 h 328"/>
                <a:gd name="T12" fmla="*/ 1429 w 155"/>
                <a:gd name="T13" fmla="*/ 3324 h 328"/>
                <a:gd name="T14" fmla="*/ 2055 w 155"/>
                <a:gd name="T15" fmla="*/ 1288 h 328"/>
                <a:gd name="T16" fmla="*/ 2431 w 155"/>
                <a:gd name="T17" fmla="*/ 0 h 328"/>
                <a:gd name="T18" fmla="*/ 1680 w 155"/>
                <a:gd name="T19" fmla="*/ 1707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328">
                  <a:moveTo>
                    <a:pt x="107" y="90"/>
                  </a:moveTo>
                  <a:cubicBezTo>
                    <a:pt x="89" y="129"/>
                    <a:pt x="64" y="179"/>
                    <a:pt x="47" y="204"/>
                  </a:cubicBezTo>
                  <a:cubicBezTo>
                    <a:pt x="32" y="227"/>
                    <a:pt x="14" y="248"/>
                    <a:pt x="0" y="265"/>
                  </a:cubicBezTo>
                  <a:cubicBezTo>
                    <a:pt x="8" y="281"/>
                    <a:pt x="15" y="297"/>
                    <a:pt x="17" y="304"/>
                  </a:cubicBezTo>
                  <a:cubicBezTo>
                    <a:pt x="18" y="310"/>
                    <a:pt x="19" y="319"/>
                    <a:pt x="19" y="328"/>
                  </a:cubicBezTo>
                  <a:cubicBezTo>
                    <a:pt x="22" y="315"/>
                    <a:pt x="25" y="301"/>
                    <a:pt x="28" y="291"/>
                  </a:cubicBezTo>
                  <a:cubicBezTo>
                    <a:pt x="35" y="269"/>
                    <a:pt x="77" y="204"/>
                    <a:pt x="91" y="175"/>
                  </a:cubicBezTo>
                  <a:cubicBezTo>
                    <a:pt x="106" y="144"/>
                    <a:pt x="125" y="86"/>
                    <a:pt x="131" y="68"/>
                  </a:cubicBezTo>
                  <a:cubicBezTo>
                    <a:pt x="138" y="49"/>
                    <a:pt x="152" y="16"/>
                    <a:pt x="155" y="0"/>
                  </a:cubicBezTo>
                  <a:cubicBezTo>
                    <a:pt x="150" y="23"/>
                    <a:pt x="126" y="51"/>
                    <a:pt x="107" y="90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0" name="Freeform 100">
              <a:extLst>
                <a:ext uri="{FF2B5EF4-FFF2-40B4-BE49-F238E27FC236}">
                  <a16:creationId xmlns:a16="http://schemas.microsoft.com/office/drawing/2014/main" id="{68AD0731-74F0-41E7-BBA8-2CC3E5AD93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9" y="1508"/>
              <a:ext cx="191" cy="491"/>
            </a:xfrm>
            <a:custGeom>
              <a:avLst/>
              <a:gdLst>
                <a:gd name="T0" fmla="*/ 872 w 76"/>
                <a:gd name="T1" fmla="*/ 2073 h 184"/>
                <a:gd name="T2" fmla="*/ 146 w 76"/>
                <a:gd name="T3" fmla="*/ 0 h 184"/>
                <a:gd name="T4" fmla="*/ 20 w 76"/>
                <a:gd name="T5" fmla="*/ 192 h 184"/>
                <a:gd name="T6" fmla="*/ 284 w 76"/>
                <a:gd name="T7" fmla="*/ 1254 h 184"/>
                <a:gd name="T8" fmla="*/ 538 w 76"/>
                <a:gd name="T9" fmla="*/ 2415 h 184"/>
                <a:gd name="T10" fmla="*/ 618 w 76"/>
                <a:gd name="T11" fmla="*/ 2620 h 184"/>
                <a:gd name="T12" fmla="*/ 968 w 76"/>
                <a:gd name="T13" fmla="*/ 3496 h 184"/>
                <a:gd name="T14" fmla="*/ 1206 w 76"/>
                <a:gd name="T15" fmla="*/ 3133 h 184"/>
                <a:gd name="T16" fmla="*/ 872 w 76"/>
                <a:gd name="T17" fmla="*/ 2073 h 184"/>
                <a:gd name="T18" fmla="*/ 968 w 76"/>
                <a:gd name="T19" fmla="*/ 3496 h 184"/>
                <a:gd name="T20" fmla="*/ 968 w 76"/>
                <a:gd name="T21" fmla="*/ 3496 h 184"/>
                <a:gd name="T22" fmla="*/ 968 w 76"/>
                <a:gd name="T23" fmla="*/ 3496 h 184"/>
                <a:gd name="T24" fmla="*/ 968 w 76"/>
                <a:gd name="T25" fmla="*/ 3496 h 1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184">
                  <a:moveTo>
                    <a:pt x="55" y="109"/>
                  </a:moveTo>
                  <a:cubicBezTo>
                    <a:pt x="40" y="82"/>
                    <a:pt x="12" y="11"/>
                    <a:pt x="9" y="0"/>
                  </a:cubicBezTo>
                  <a:cubicBezTo>
                    <a:pt x="0" y="4"/>
                    <a:pt x="0" y="8"/>
                    <a:pt x="1" y="10"/>
                  </a:cubicBezTo>
                  <a:cubicBezTo>
                    <a:pt x="2" y="13"/>
                    <a:pt x="11" y="48"/>
                    <a:pt x="18" y="66"/>
                  </a:cubicBezTo>
                  <a:cubicBezTo>
                    <a:pt x="22" y="77"/>
                    <a:pt x="29" y="106"/>
                    <a:pt x="34" y="127"/>
                  </a:cubicBezTo>
                  <a:cubicBezTo>
                    <a:pt x="36" y="132"/>
                    <a:pt x="37" y="135"/>
                    <a:pt x="39" y="138"/>
                  </a:cubicBezTo>
                  <a:cubicBezTo>
                    <a:pt x="45" y="149"/>
                    <a:pt x="54" y="167"/>
                    <a:pt x="61" y="184"/>
                  </a:cubicBezTo>
                  <a:cubicBezTo>
                    <a:pt x="66" y="178"/>
                    <a:pt x="71" y="172"/>
                    <a:pt x="76" y="165"/>
                  </a:cubicBezTo>
                  <a:cubicBezTo>
                    <a:pt x="72" y="151"/>
                    <a:pt x="64" y="128"/>
                    <a:pt x="55" y="109"/>
                  </a:cubicBezTo>
                  <a:close/>
                  <a:moveTo>
                    <a:pt x="61" y="184"/>
                  </a:moveTo>
                  <a:cubicBezTo>
                    <a:pt x="61" y="184"/>
                    <a:pt x="61" y="184"/>
                    <a:pt x="61" y="184"/>
                  </a:cubicBezTo>
                  <a:cubicBezTo>
                    <a:pt x="61" y="184"/>
                    <a:pt x="61" y="184"/>
                    <a:pt x="61" y="184"/>
                  </a:cubicBezTo>
                  <a:cubicBezTo>
                    <a:pt x="61" y="184"/>
                    <a:pt x="61" y="184"/>
                    <a:pt x="61" y="184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1" name="Freeform 101">
              <a:extLst>
                <a:ext uri="{FF2B5EF4-FFF2-40B4-BE49-F238E27FC236}">
                  <a16:creationId xmlns:a16="http://schemas.microsoft.com/office/drawing/2014/main" id="{3E5A5F76-D801-4B74-AE2F-34678A84A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164"/>
              <a:ext cx="115" cy="784"/>
            </a:xfrm>
            <a:custGeom>
              <a:avLst/>
              <a:gdLst>
                <a:gd name="T0" fmla="*/ 583 w 46"/>
                <a:gd name="T1" fmla="*/ 5576 h 294"/>
                <a:gd name="T2" fmla="*/ 720 w 46"/>
                <a:gd name="T3" fmla="*/ 5368 h 294"/>
                <a:gd name="T4" fmla="*/ 583 w 46"/>
                <a:gd name="T5" fmla="*/ 3869 h 294"/>
                <a:gd name="T6" fmla="*/ 533 w 46"/>
                <a:gd name="T7" fmla="*/ 2104 h 294"/>
                <a:gd name="T8" fmla="*/ 363 w 46"/>
                <a:gd name="T9" fmla="*/ 35 h 294"/>
                <a:gd name="T10" fmla="*/ 0 w 46"/>
                <a:gd name="T11" fmla="*/ 115 h 294"/>
                <a:gd name="T12" fmla="*/ 113 w 46"/>
                <a:gd name="T13" fmla="*/ 1173 h 294"/>
                <a:gd name="T14" fmla="*/ 208 w 46"/>
                <a:gd name="T15" fmla="*/ 4437 h 294"/>
                <a:gd name="T16" fmla="*/ 250 w 46"/>
                <a:gd name="T17" fmla="*/ 4515 h 294"/>
                <a:gd name="T18" fmla="*/ 583 w 46"/>
                <a:gd name="T19" fmla="*/ 5576 h 2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94">
                  <a:moveTo>
                    <a:pt x="37" y="294"/>
                  </a:moveTo>
                  <a:cubicBezTo>
                    <a:pt x="40" y="290"/>
                    <a:pt x="43" y="287"/>
                    <a:pt x="46" y="283"/>
                  </a:cubicBezTo>
                  <a:cubicBezTo>
                    <a:pt x="45" y="272"/>
                    <a:pt x="42" y="238"/>
                    <a:pt x="37" y="204"/>
                  </a:cubicBezTo>
                  <a:cubicBezTo>
                    <a:pt x="31" y="163"/>
                    <a:pt x="35" y="147"/>
                    <a:pt x="34" y="111"/>
                  </a:cubicBezTo>
                  <a:cubicBezTo>
                    <a:pt x="33" y="78"/>
                    <a:pt x="27" y="26"/>
                    <a:pt x="23" y="2"/>
                  </a:cubicBezTo>
                  <a:cubicBezTo>
                    <a:pt x="22" y="0"/>
                    <a:pt x="0" y="6"/>
                    <a:pt x="0" y="6"/>
                  </a:cubicBezTo>
                  <a:cubicBezTo>
                    <a:pt x="0" y="6"/>
                    <a:pt x="6" y="36"/>
                    <a:pt x="7" y="62"/>
                  </a:cubicBezTo>
                  <a:cubicBezTo>
                    <a:pt x="9" y="86"/>
                    <a:pt x="12" y="211"/>
                    <a:pt x="13" y="234"/>
                  </a:cubicBezTo>
                  <a:cubicBezTo>
                    <a:pt x="14" y="235"/>
                    <a:pt x="15" y="237"/>
                    <a:pt x="16" y="238"/>
                  </a:cubicBezTo>
                  <a:cubicBezTo>
                    <a:pt x="25" y="257"/>
                    <a:pt x="33" y="280"/>
                    <a:pt x="37" y="294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2" name="Freeform 102">
              <a:extLst>
                <a:ext uri="{FF2B5EF4-FFF2-40B4-BE49-F238E27FC236}">
                  <a16:creationId xmlns:a16="http://schemas.microsoft.com/office/drawing/2014/main" id="{7550251D-74C9-479A-9160-5F0689C49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193"/>
              <a:ext cx="285" cy="726"/>
            </a:xfrm>
            <a:custGeom>
              <a:avLst/>
              <a:gdLst>
                <a:gd name="T0" fmla="*/ 1458 w 114"/>
                <a:gd name="T1" fmla="*/ 77 h 272"/>
                <a:gd name="T2" fmla="*/ 938 w 114"/>
                <a:gd name="T3" fmla="*/ 1639 h 272"/>
                <a:gd name="T4" fmla="*/ 0 w 114"/>
                <a:gd name="T5" fmla="*/ 4524 h 272"/>
                <a:gd name="T6" fmla="*/ 63 w 114"/>
                <a:gd name="T7" fmla="*/ 5173 h 272"/>
                <a:gd name="T8" fmla="*/ 425 w 114"/>
                <a:gd name="T9" fmla="*/ 4580 h 272"/>
                <a:gd name="T10" fmla="*/ 645 w 114"/>
                <a:gd name="T11" fmla="*/ 4166 h 272"/>
                <a:gd name="T12" fmla="*/ 1783 w 114"/>
                <a:gd name="T13" fmla="*/ 171 h 272"/>
                <a:gd name="T14" fmla="*/ 1458 w 114"/>
                <a:gd name="T15" fmla="*/ 77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272">
                  <a:moveTo>
                    <a:pt x="93" y="4"/>
                  </a:moveTo>
                  <a:cubicBezTo>
                    <a:pt x="88" y="18"/>
                    <a:pt x="77" y="53"/>
                    <a:pt x="60" y="86"/>
                  </a:cubicBezTo>
                  <a:cubicBezTo>
                    <a:pt x="40" y="127"/>
                    <a:pt x="14" y="218"/>
                    <a:pt x="0" y="238"/>
                  </a:cubicBezTo>
                  <a:cubicBezTo>
                    <a:pt x="2" y="253"/>
                    <a:pt x="4" y="266"/>
                    <a:pt x="4" y="272"/>
                  </a:cubicBezTo>
                  <a:cubicBezTo>
                    <a:pt x="12" y="262"/>
                    <a:pt x="20" y="252"/>
                    <a:pt x="27" y="241"/>
                  </a:cubicBezTo>
                  <a:cubicBezTo>
                    <a:pt x="31" y="235"/>
                    <a:pt x="36" y="227"/>
                    <a:pt x="41" y="219"/>
                  </a:cubicBezTo>
                  <a:cubicBezTo>
                    <a:pt x="72" y="135"/>
                    <a:pt x="114" y="9"/>
                    <a:pt x="114" y="9"/>
                  </a:cubicBezTo>
                  <a:cubicBezTo>
                    <a:pt x="114" y="9"/>
                    <a:pt x="94" y="0"/>
                    <a:pt x="93" y="4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3" name="Freeform 103">
              <a:extLst>
                <a:ext uri="{FF2B5EF4-FFF2-40B4-BE49-F238E27FC236}">
                  <a16:creationId xmlns:a16="http://schemas.microsoft.com/office/drawing/2014/main" id="{B78F6112-4B25-46DC-B3DB-DF58141D9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137"/>
              <a:ext cx="87" cy="691"/>
            </a:xfrm>
            <a:custGeom>
              <a:avLst/>
              <a:gdLst>
                <a:gd name="T0" fmla="*/ 537 w 35"/>
                <a:gd name="T1" fmla="*/ 3610 h 259"/>
                <a:gd name="T2" fmla="*/ 383 w 35"/>
                <a:gd name="T3" fmla="*/ 2185 h 259"/>
                <a:gd name="T4" fmla="*/ 415 w 35"/>
                <a:gd name="T5" fmla="*/ 0 h 259"/>
                <a:gd name="T6" fmla="*/ 186 w 35"/>
                <a:gd name="T7" fmla="*/ 56 h 259"/>
                <a:gd name="T8" fmla="*/ 137 w 35"/>
                <a:gd name="T9" fmla="*/ 1331 h 259"/>
                <a:gd name="T10" fmla="*/ 0 w 35"/>
                <a:gd name="T11" fmla="*/ 3837 h 259"/>
                <a:gd name="T12" fmla="*/ 30 w 35"/>
                <a:gd name="T13" fmla="*/ 4063 h 259"/>
                <a:gd name="T14" fmla="*/ 104 w 35"/>
                <a:gd name="T15" fmla="*/ 4920 h 259"/>
                <a:gd name="T16" fmla="*/ 537 w 35"/>
                <a:gd name="T17" fmla="*/ 3610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59">
                  <a:moveTo>
                    <a:pt x="35" y="190"/>
                  </a:moveTo>
                  <a:cubicBezTo>
                    <a:pt x="32" y="171"/>
                    <a:pt x="27" y="140"/>
                    <a:pt x="25" y="115"/>
                  </a:cubicBezTo>
                  <a:cubicBezTo>
                    <a:pt x="23" y="77"/>
                    <a:pt x="26" y="4"/>
                    <a:pt x="27" y="0"/>
                  </a:cubicBezTo>
                  <a:cubicBezTo>
                    <a:pt x="24" y="2"/>
                    <a:pt x="12" y="3"/>
                    <a:pt x="12" y="3"/>
                  </a:cubicBezTo>
                  <a:cubicBezTo>
                    <a:pt x="12" y="3"/>
                    <a:pt x="9" y="38"/>
                    <a:pt x="9" y="70"/>
                  </a:cubicBezTo>
                  <a:cubicBezTo>
                    <a:pt x="8" y="92"/>
                    <a:pt x="2" y="153"/>
                    <a:pt x="0" y="202"/>
                  </a:cubicBezTo>
                  <a:cubicBezTo>
                    <a:pt x="1" y="206"/>
                    <a:pt x="1" y="210"/>
                    <a:pt x="2" y="214"/>
                  </a:cubicBezTo>
                  <a:cubicBezTo>
                    <a:pt x="4" y="230"/>
                    <a:pt x="6" y="245"/>
                    <a:pt x="7" y="259"/>
                  </a:cubicBezTo>
                  <a:cubicBezTo>
                    <a:pt x="14" y="249"/>
                    <a:pt x="24" y="220"/>
                    <a:pt x="35" y="190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4" name="Freeform 104">
              <a:extLst>
                <a:ext uri="{FF2B5EF4-FFF2-40B4-BE49-F238E27FC236}">
                  <a16:creationId xmlns:a16="http://schemas.microsoft.com/office/drawing/2014/main" id="{09F1E2F6-61D4-48A3-A1F2-9636729D1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161"/>
              <a:ext cx="118" cy="486"/>
            </a:xfrm>
            <a:custGeom>
              <a:avLst/>
              <a:gdLst>
                <a:gd name="T0" fmla="*/ 409 w 47"/>
                <a:gd name="T1" fmla="*/ 0 h 182"/>
                <a:gd name="T2" fmla="*/ 0 w 47"/>
                <a:gd name="T3" fmla="*/ 1925 h 182"/>
                <a:gd name="T4" fmla="*/ 0 w 47"/>
                <a:gd name="T5" fmla="*/ 2019 h 182"/>
                <a:gd name="T6" fmla="*/ 158 w 47"/>
                <a:gd name="T7" fmla="*/ 3445 h 182"/>
                <a:gd name="T8" fmla="*/ 146 w 47"/>
                <a:gd name="T9" fmla="*/ 3466 h 182"/>
                <a:gd name="T10" fmla="*/ 334 w 47"/>
                <a:gd name="T11" fmla="*/ 2873 h 182"/>
                <a:gd name="T12" fmla="*/ 409 w 47"/>
                <a:gd name="T13" fmla="*/ 2168 h 182"/>
                <a:gd name="T14" fmla="*/ 743 w 47"/>
                <a:gd name="T15" fmla="*/ 93 h 182"/>
                <a:gd name="T16" fmla="*/ 409 w 47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82">
                  <a:moveTo>
                    <a:pt x="26" y="0"/>
                  </a:moveTo>
                  <a:cubicBezTo>
                    <a:pt x="21" y="10"/>
                    <a:pt x="7" y="65"/>
                    <a:pt x="0" y="101"/>
                  </a:cubicBezTo>
                  <a:cubicBezTo>
                    <a:pt x="0" y="103"/>
                    <a:pt x="0" y="104"/>
                    <a:pt x="0" y="106"/>
                  </a:cubicBezTo>
                  <a:cubicBezTo>
                    <a:pt x="2" y="131"/>
                    <a:pt x="7" y="162"/>
                    <a:pt x="10" y="181"/>
                  </a:cubicBezTo>
                  <a:cubicBezTo>
                    <a:pt x="10" y="181"/>
                    <a:pt x="10" y="182"/>
                    <a:pt x="9" y="182"/>
                  </a:cubicBezTo>
                  <a:cubicBezTo>
                    <a:pt x="13" y="172"/>
                    <a:pt x="17" y="162"/>
                    <a:pt x="21" y="151"/>
                  </a:cubicBezTo>
                  <a:cubicBezTo>
                    <a:pt x="22" y="138"/>
                    <a:pt x="24" y="124"/>
                    <a:pt x="26" y="114"/>
                  </a:cubicBezTo>
                  <a:cubicBezTo>
                    <a:pt x="31" y="94"/>
                    <a:pt x="47" y="5"/>
                    <a:pt x="47" y="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5" name="Freeform 105">
              <a:extLst>
                <a:ext uri="{FF2B5EF4-FFF2-40B4-BE49-F238E27FC236}">
                  <a16:creationId xmlns:a16="http://schemas.microsoft.com/office/drawing/2014/main" id="{72E961F6-EF80-49DC-9797-03B9CB006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85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6" name="Freeform 106">
              <a:extLst>
                <a:ext uri="{FF2B5EF4-FFF2-40B4-BE49-F238E27FC236}">
                  <a16:creationId xmlns:a16="http://schemas.microsoft.com/office/drawing/2014/main" id="{3EBD7A00-2C57-452D-8197-AFEAACDF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79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7" name="Freeform 107">
              <a:extLst>
                <a:ext uri="{FF2B5EF4-FFF2-40B4-BE49-F238E27FC236}">
                  <a16:creationId xmlns:a16="http://schemas.microsoft.com/office/drawing/2014/main" id="{5B26D7DC-9100-4B02-A090-3CE91268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263"/>
              <a:ext cx="235" cy="514"/>
            </a:xfrm>
            <a:custGeom>
              <a:avLst/>
              <a:gdLst>
                <a:gd name="T0" fmla="*/ 1188 w 94"/>
                <a:gd name="T1" fmla="*/ 0 h 193"/>
                <a:gd name="T2" fmla="*/ 563 w 94"/>
                <a:gd name="T3" fmla="*/ 1758 h 193"/>
                <a:gd name="T4" fmla="*/ 0 w 94"/>
                <a:gd name="T5" fmla="*/ 3646 h 193"/>
                <a:gd name="T6" fmla="*/ 720 w 94"/>
                <a:gd name="T7" fmla="*/ 1907 h 193"/>
                <a:gd name="T8" fmla="*/ 1470 w 94"/>
                <a:gd name="T9" fmla="*/ 205 h 193"/>
                <a:gd name="T10" fmla="*/ 1458 w 94"/>
                <a:gd name="T11" fmla="*/ 226 h 193"/>
                <a:gd name="T12" fmla="*/ 1470 w 94"/>
                <a:gd name="T13" fmla="*/ 205 h 193"/>
                <a:gd name="T14" fmla="*/ 1470 w 94"/>
                <a:gd name="T15" fmla="*/ 205 h 193"/>
                <a:gd name="T16" fmla="*/ 1188 w 94"/>
                <a:gd name="T17" fmla="*/ 0 h 1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93">
                  <a:moveTo>
                    <a:pt x="76" y="0"/>
                  </a:moveTo>
                  <a:cubicBezTo>
                    <a:pt x="75" y="19"/>
                    <a:pt x="52" y="56"/>
                    <a:pt x="36" y="93"/>
                  </a:cubicBezTo>
                  <a:cubicBezTo>
                    <a:pt x="24" y="126"/>
                    <a:pt x="11" y="162"/>
                    <a:pt x="0" y="193"/>
                  </a:cubicBezTo>
                  <a:cubicBezTo>
                    <a:pt x="15" y="166"/>
                    <a:pt x="32" y="131"/>
                    <a:pt x="46" y="101"/>
                  </a:cubicBezTo>
                  <a:cubicBezTo>
                    <a:pt x="65" y="62"/>
                    <a:pt x="89" y="34"/>
                    <a:pt x="94" y="11"/>
                  </a:cubicBezTo>
                  <a:cubicBezTo>
                    <a:pt x="94" y="11"/>
                    <a:pt x="93" y="12"/>
                    <a:pt x="93" y="12"/>
                  </a:cubicBezTo>
                  <a:cubicBezTo>
                    <a:pt x="94" y="11"/>
                    <a:pt x="94" y="11"/>
                    <a:pt x="94" y="11"/>
                  </a:cubicBezTo>
                  <a:cubicBezTo>
                    <a:pt x="94" y="11"/>
                    <a:pt x="94" y="11"/>
                    <a:pt x="94" y="11"/>
                  </a:cubicBezTo>
                  <a:cubicBezTo>
                    <a:pt x="94" y="11"/>
                    <a:pt x="85" y="5"/>
                    <a:pt x="76" y="0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8" name="Freeform 108">
              <a:extLst>
                <a:ext uri="{FF2B5EF4-FFF2-40B4-BE49-F238E27FC236}">
                  <a16:creationId xmlns:a16="http://schemas.microsoft.com/office/drawing/2014/main" id="{B770242D-7059-451C-9C5B-C0BF2CEB4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209"/>
              <a:ext cx="292" cy="648"/>
            </a:xfrm>
            <a:custGeom>
              <a:avLst/>
              <a:gdLst>
                <a:gd name="T0" fmla="*/ 1462 w 117"/>
                <a:gd name="T1" fmla="*/ 21 h 243"/>
                <a:gd name="T2" fmla="*/ 666 w 117"/>
                <a:gd name="T3" fmla="*/ 3037 h 243"/>
                <a:gd name="T4" fmla="*/ 0 w 117"/>
                <a:gd name="T5" fmla="*/ 4608 h 243"/>
                <a:gd name="T6" fmla="*/ 437 w 117"/>
                <a:gd name="T7" fmla="*/ 4096 h 243"/>
                <a:gd name="T8" fmla="*/ 437 w 117"/>
                <a:gd name="T9" fmla="*/ 4096 h 243"/>
                <a:gd name="T10" fmla="*/ 449 w 117"/>
                <a:gd name="T11" fmla="*/ 4075 h 243"/>
                <a:gd name="T12" fmla="*/ 479 w 117"/>
                <a:gd name="T13" fmla="*/ 4040 h 243"/>
                <a:gd name="T14" fmla="*/ 574 w 117"/>
                <a:gd name="T15" fmla="*/ 3925 h 243"/>
                <a:gd name="T16" fmla="*/ 591 w 117"/>
                <a:gd name="T17" fmla="*/ 3904 h 243"/>
                <a:gd name="T18" fmla="*/ 686 w 117"/>
                <a:gd name="T19" fmla="*/ 3776 h 243"/>
                <a:gd name="T20" fmla="*/ 699 w 117"/>
                <a:gd name="T21" fmla="*/ 3755 h 243"/>
                <a:gd name="T22" fmla="*/ 791 w 117"/>
                <a:gd name="T23" fmla="*/ 3640 h 243"/>
                <a:gd name="T24" fmla="*/ 791 w 117"/>
                <a:gd name="T25" fmla="*/ 3619 h 243"/>
                <a:gd name="T26" fmla="*/ 883 w 117"/>
                <a:gd name="T27" fmla="*/ 3491 h 243"/>
                <a:gd name="T28" fmla="*/ 933 w 117"/>
                <a:gd name="T29" fmla="*/ 3413 h 243"/>
                <a:gd name="T30" fmla="*/ 946 w 117"/>
                <a:gd name="T31" fmla="*/ 3392 h 243"/>
                <a:gd name="T32" fmla="*/ 966 w 117"/>
                <a:gd name="T33" fmla="*/ 3392 h 243"/>
                <a:gd name="T34" fmla="*/ 966 w 117"/>
                <a:gd name="T35" fmla="*/ 3392 h 243"/>
                <a:gd name="T36" fmla="*/ 1008 w 117"/>
                <a:gd name="T37" fmla="*/ 3320 h 243"/>
                <a:gd name="T38" fmla="*/ 1091 w 117"/>
                <a:gd name="T39" fmla="*/ 2923 h 243"/>
                <a:gd name="T40" fmla="*/ 1819 w 117"/>
                <a:gd name="T41" fmla="*/ 205 h 243"/>
                <a:gd name="T42" fmla="*/ 1462 w 117"/>
                <a:gd name="T43" fmla="*/ 21 h 2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7" h="243">
                  <a:moveTo>
                    <a:pt x="94" y="1"/>
                  </a:moveTo>
                  <a:cubicBezTo>
                    <a:pt x="86" y="12"/>
                    <a:pt x="61" y="99"/>
                    <a:pt x="43" y="160"/>
                  </a:cubicBezTo>
                  <a:cubicBezTo>
                    <a:pt x="31" y="198"/>
                    <a:pt x="11" y="228"/>
                    <a:pt x="0" y="243"/>
                  </a:cubicBezTo>
                  <a:cubicBezTo>
                    <a:pt x="9" y="234"/>
                    <a:pt x="19" y="225"/>
                    <a:pt x="28" y="216"/>
                  </a:cubicBezTo>
                  <a:cubicBezTo>
                    <a:pt x="28" y="216"/>
                    <a:pt x="28" y="216"/>
                    <a:pt x="28" y="216"/>
                  </a:cubicBezTo>
                  <a:cubicBezTo>
                    <a:pt x="28" y="216"/>
                    <a:pt x="29" y="215"/>
                    <a:pt x="29" y="215"/>
                  </a:cubicBezTo>
                  <a:cubicBezTo>
                    <a:pt x="30" y="214"/>
                    <a:pt x="30" y="214"/>
                    <a:pt x="31" y="213"/>
                  </a:cubicBezTo>
                  <a:cubicBezTo>
                    <a:pt x="33" y="211"/>
                    <a:pt x="35" y="209"/>
                    <a:pt x="37" y="207"/>
                  </a:cubicBezTo>
                  <a:cubicBezTo>
                    <a:pt x="37" y="207"/>
                    <a:pt x="38" y="206"/>
                    <a:pt x="38" y="206"/>
                  </a:cubicBezTo>
                  <a:cubicBezTo>
                    <a:pt x="40" y="204"/>
                    <a:pt x="42" y="201"/>
                    <a:pt x="44" y="199"/>
                  </a:cubicBezTo>
                  <a:cubicBezTo>
                    <a:pt x="44" y="199"/>
                    <a:pt x="45" y="199"/>
                    <a:pt x="45" y="198"/>
                  </a:cubicBezTo>
                  <a:cubicBezTo>
                    <a:pt x="47" y="196"/>
                    <a:pt x="49" y="194"/>
                    <a:pt x="51" y="192"/>
                  </a:cubicBezTo>
                  <a:cubicBezTo>
                    <a:pt x="51" y="191"/>
                    <a:pt x="51" y="191"/>
                    <a:pt x="51" y="191"/>
                  </a:cubicBezTo>
                  <a:cubicBezTo>
                    <a:pt x="53" y="189"/>
                    <a:pt x="55" y="186"/>
                    <a:pt x="57" y="184"/>
                  </a:cubicBezTo>
                  <a:cubicBezTo>
                    <a:pt x="58" y="183"/>
                    <a:pt x="59" y="182"/>
                    <a:pt x="60" y="180"/>
                  </a:cubicBezTo>
                  <a:cubicBezTo>
                    <a:pt x="61" y="180"/>
                    <a:pt x="61" y="179"/>
                    <a:pt x="61" y="179"/>
                  </a:cubicBezTo>
                  <a:cubicBezTo>
                    <a:pt x="61" y="179"/>
                    <a:pt x="61" y="179"/>
                    <a:pt x="62" y="179"/>
                  </a:cubicBezTo>
                  <a:cubicBezTo>
                    <a:pt x="62" y="179"/>
                    <a:pt x="62" y="179"/>
                    <a:pt x="62" y="179"/>
                  </a:cubicBezTo>
                  <a:cubicBezTo>
                    <a:pt x="63" y="177"/>
                    <a:pt x="64" y="176"/>
                    <a:pt x="65" y="175"/>
                  </a:cubicBezTo>
                  <a:cubicBezTo>
                    <a:pt x="65" y="175"/>
                    <a:pt x="69" y="157"/>
                    <a:pt x="70" y="154"/>
                  </a:cubicBezTo>
                  <a:cubicBezTo>
                    <a:pt x="79" y="119"/>
                    <a:pt x="108" y="28"/>
                    <a:pt x="117" y="11"/>
                  </a:cubicBezTo>
                  <a:cubicBezTo>
                    <a:pt x="115" y="8"/>
                    <a:pt x="99" y="0"/>
                    <a:pt x="94" y="1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9" name="Freeform 109">
              <a:extLst>
                <a:ext uri="{FF2B5EF4-FFF2-40B4-BE49-F238E27FC236}">
                  <a16:creationId xmlns:a16="http://schemas.microsoft.com/office/drawing/2014/main" id="{4FE35EE9-50F6-4F42-B38A-97AB60647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223"/>
              <a:ext cx="200" cy="632"/>
            </a:xfrm>
            <a:custGeom>
              <a:avLst/>
              <a:gdLst>
                <a:gd name="T0" fmla="*/ 875 w 80"/>
                <a:gd name="T1" fmla="*/ 21 h 237"/>
                <a:gd name="T2" fmla="*/ 220 w 80"/>
                <a:gd name="T3" fmla="*/ 2752 h 237"/>
                <a:gd name="T4" fmla="*/ 0 w 80"/>
                <a:gd name="T5" fmla="*/ 4493 h 237"/>
                <a:gd name="T6" fmla="*/ 658 w 80"/>
                <a:gd name="T7" fmla="*/ 2936 h 237"/>
                <a:gd name="T8" fmla="*/ 658 w 80"/>
                <a:gd name="T9" fmla="*/ 2936 h 237"/>
                <a:gd name="T10" fmla="*/ 1250 w 80"/>
                <a:gd name="T11" fmla="*/ 77 h 237"/>
                <a:gd name="T12" fmla="*/ 875 w 80"/>
                <a:gd name="T13" fmla="*/ 21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237">
                  <a:moveTo>
                    <a:pt x="56" y="1"/>
                  </a:moveTo>
                  <a:cubicBezTo>
                    <a:pt x="44" y="17"/>
                    <a:pt x="18" y="127"/>
                    <a:pt x="14" y="145"/>
                  </a:cubicBezTo>
                  <a:cubicBezTo>
                    <a:pt x="10" y="181"/>
                    <a:pt x="6" y="215"/>
                    <a:pt x="0" y="237"/>
                  </a:cubicBezTo>
                  <a:cubicBezTo>
                    <a:pt x="10" y="222"/>
                    <a:pt x="30" y="193"/>
                    <a:pt x="42" y="155"/>
                  </a:cubicBezTo>
                  <a:cubicBezTo>
                    <a:pt x="42" y="155"/>
                    <a:pt x="42" y="155"/>
                    <a:pt x="42" y="155"/>
                  </a:cubicBezTo>
                  <a:cubicBezTo>
                    <a:pt x="46" y="115"/>
                    <a:pt x="80" y="4"/>
                    <a:pt x="80" y="4"/>
                  </a:cubicBezTo>
                  <a:cubicBezTo>
                    <a:pt x="80" y="4"/>
                    <a:pt x="69" y="0"/>
                    <a:pt x="56" y="1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0" name="Freeform 110">
              <a:extLst>
                <a:ext uri="{FF2B5EF4-FFF2-40B4-BE49-F238E27FC236}">
                  <a16:creationId xmlns:a16="http://schemas.microsoft.com/office/drawing/2014/main" id="{46CA39F8-FC63-479F-A2B0-DB17686E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639"/>
              <a:ext cx="20" cy="18"/>
            </a:xfrm>
            <a:custGeom>
              <a:avLst/>
              <a:gdLst>
                <a:gd name="T0" fmla="*/ 125 w 8"/>
                <a:gd name="T1" fmla="*/ 67 h 7"/>
                <a:gd name="T2" fmla="*/ 95 w 8"/>
                <a:gd name="T3" fmla="*/ 0 h 7"/>
                <a:gd name="T4" fmla="*/ 0 w 8"/>
                <a:gd name="T5" fmla="*/ 118 h 7"/>
                <a:gd name="T6" fmla="*/ 125 w 8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1" y="3"/>
                    <a:pt x="0" y="7"/>
                  </a:cubicBezTo>
                  <a:cubicBezTo>
                    <a:pt x="1" y="7"/>
                    <a:pt x="5" y="5"/>
                    <a:pt x="8" y="4"/>
                  </a:cubicBezTo>
                  <a:close/>
                </a:path>
              </a:pathLst>
            </a:custGeom>
            <a:solidFill>
              <a:srgbClr val="008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1" name="Freeform 111">
              <a:extLst>
                <a:ext uri="{FF2B5EF4-FFF2-40B4-BE49-F238E27FC236}">
                  <a16:creationId xmlns:a16="http://schemas.microsoft.com/office/drawing/2014/main" id="{1B22F7B5-1B35-49EC-92ED-7C3061E71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505"/>
              <a:ext cx="23" cy="22"/>
            </a:xfrm>
            <a:custGeom>
              <a:avLst/>
              <a:gdLst>
                <a:gd name="T0" fmla="*/ 151 w 9"/>
                <a:gd name="T1" fmla="*/ 22 h 8"/>
                <a:gd name="T2" fmla="*/ 0 w 9"/>
                <a:gd name="T3" fmla="*/ 22 h 8"/>
                <a:gd name="T4" fmla="*/ 20 w 9"/>
                <a:gd name="T5" fmla="*/ 168 h 8"/>
                <a:gd name="T6" fmla="*/ 151 w 9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9" y="1"/>
                  </a:moveTo>
                  <a:cubicBezTo>
                    <a:pt x="9" y="1"/>
                    <a:pt x="3" y="0"/>
                    <a:pt x="0" y="1"/>
                  </a:cubicBezTo>
                  <a:cubicBezTo>
                    <a:pt x="0" y="1"/>
                    <a:pt x="0" y="5"/>
                    <a:pt x="1" y="8"/>
                  </a:cubicBezTo>
                  <a:cubicBezTo>
                    <a:pt x="2" y="5"/>
                    <a:pt x="4" y="3"/>
                    <a:pt x="9" y="1"/>
                  </a:cubicBezTo>
                  <a:close/>
                </a:path>
              </a:pathLst>
            </a:custGeom>
            <a:solidFill>
              <a:srgbClr val="008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2" name="Freeform 112">
              <a:extLst>
                <a:ext uri="{FF2B5EF4-FFF2-40B4-BE49-F238E27FC236}">
                  <a16:creationId xmlns:a16="http://schemas.microsoft.com/office/drawing/2014/main" id="{12A7F2D2-B77C-4787-97B8-57A6C71D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153"/>
              <a:ext cx="45" cy="27"/>
            </a:xfrm>
            <a:custGeom>
              <a:avLst/>
              <a:gdLst>
                <a:gd name="T0" fmla="*/ 283 w 18"/>
                <a:gd name="T1" fmla="*/ 116 h 10"/>
                <a:gd name="T2" fmla="*/ 283 w 18"/>
                <a:gd name="T3" fmla="*/ 116 h 10"/>
                <a:gd name="T4" fmla="*/ 250 w 18"/>
                <a:gd name="T5" fmla="*/ 0 h 10"/>
                <a:gd name="T6" fmla="*/ 0 w 18"/>
                <a:gd name="T7" fmla="*/ 197 h 10"/>
                <a:gd name="T8" fmla="*/ 0 w 18"/>
                <a:gd name="T9" fmla="*/ 197 h 10"/>
                <a:gd name="T10" fmla="*/ 283 w 18"/>
                <a:gd name="T11" fmla="*/ 11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0">
                  <a:moveTo>
                    <a:pt x="18" y="6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2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2" y="7"/>
                    <a:pt x="18" y="6"/>
                  </a:cubicBezTo>
                  <a:close/>
                </a:path>
              </a:pathLst>
            </a:custGeom>
            <a:solidFill>
              <a:srgbClr val="008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3" name="Freeform 113">
              <a:extLst>
                <a:ext uri="{FF2B5EF4-FFF2-40B4-BE49-F238E27FC236}">
                  <a16:creationId xmlns:a16="http://schemas.microsoft.com/office/drawing/2014/main" id="{52728186-DAE7-4F80-BDC5-600FB8961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129"/>
              <a:ext cx="30" cy="14"/>
            </a:xfrm>
            <a:custGeom>
              <a:avLst/>
              <a:gdLst>
                <a:gd name="T0" fmla="*/ 188 w 12"/>
                <a:gd name="T1" fmla="*/ 62 h 5"/>
                <a:gd name="T2" fmla="*/ 188 w 12"/>
                <a:gd name="T3" fmla="*/ 87 h 5"/>
                <a:gd name="T4" fmla="*/ 188 w 12"/>
                <a:gd name="T5" fmla="*/ 62 h 5"/>
                <a:gd name="T6" fmla="*/ 0 w 12"/>
                <a:gd name="T7" fmla="*/ 22 h 5"/>
                <a:gd name="T8" fmla="*/ 0 w 12"/>
                <a:gd name="T9" fmla="*/ 109 h 5"/>
                <a:gd name="T10" fmla="*/ 188 w 12"/>
                <a:gd name="T11" fmla="*/ 6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12" y="3"/>
                  </a:moveTo>
                  <a:cubicBezTo>
                    <a:pt x="12" y="3"/>
                    <a:pt x="12" y="3"/>
                    <a:pt x="12" y="4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1" y="2"/>
                    <a:pt x="4" y="0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10" y="5"/>
                    <a:pt x="12" y="3"/>
                  </a:cubicBezTo>
                  <a:close/>
                </a:path>
              </a:pathLst>
            </a:custGeom>
            <a:solidFill>
              <a:srgbClr val="008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4" name="Freeform 114">
              <a:extLst>
                <a:ext uri="{FF2B5EF4-FFF2-40B4-BE49-F238E27FC236}">
                  <a16:creationId xmlns:a16="http://schemas.microsoft.com/office/drawing/2014/main" id="{80311630-DC0B-48E8-8139-9E92B0FA0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153"/>
              <a:ext cx="40" cy="19"/>
            </a:xfrm>
            <a:custGeom>
              <a:avLst/>
              <a:gdLst>
                <a:gd name="T0" fmla="*/ 220 w 16"/>
                <a:gd name="T1" fmla="*/ 141 h 7"/>
                <a:gd name="T2" fmla="*/ 250 w 16"/>
                <a:gd name="T3" fmla="*/ 22 h 7"/>
                <a:gd name="T4" fmla="*/ 0 w 16"/>
                <a:gd name="T5" fmla="*/ 60 h 7"/>
                <a:gd name="T6" fmla="*/ 22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14" y="7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5" y="0"/>
                    <a:pt x="0" y="3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008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5" name="Freeform 115">
              <a:extLst>
                <a:ext uri="{FF2B5EF4-FFF2-40B4-BE49-F238E27FC236}">
                  <a16:creationId xmlns:a16="http://schemas.microsoft.com/office/drawing/2014/main" id="{BE042057-C70E-4DC8-A22E-AEF74877B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196"/>
              <a:ext cx="45" cy="43"/>
            </a:xfrm>
            <a:custGeom>
              <a:avLst/>
              <a:gdLst>
                <a:gd name="T0" fmla="*/ 50 w 18"/>
                <a:gd name="T1" fmla="*/ 35 h 16"/>
                <a:gd name="T2" fmla="*/ 0 w 18"/>
                <a:gd name="T3" fmla="*/ 137 h 16"/>
                <a:gd name="T4" fmla="*/ 283 w 18"/>
                <a:gd name="T5" fmla="*/ 312 h 16"/>
                <a:gd name="T6" fmla="*/ 283 w 18"/>
                <a:gd name="T7" fmla="*/ 312 h 16"/>
                <a:gd name="T8" fmla="*/ 50 w 18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3" y="2"/>
                  </a:moveTo>
                  <a:cubicBezTo>
                    <a:pt x="1" y="4"/>
                    <a:pt x="1" y="5"/>
                    <a:pt x="0" y="7"/>
                  </a:cubicBezTo>
                  <a:cubicBezTo>
                    <a:pt x="7" y="9"/>
                    <a:pt x="16" y="14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4"/>
                    <a:pt x="4" y="0"/>
                    <a:pt x="3" y="2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6" name="Freeform 116">
              <a:extLst>
                <a:ext uri="{FF2B5EF4-FFF2-40B4-BE49-F238E27FC236}">
                  <a16:creationId xmlns:a16="http://schemas.microsoft.com/office/drawing/2014/main" id="{EBEBAE52-BD02-47C2-AE1E-5946967AB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188"/>
              <a:ext cx="42" cy="29"/>
            </a:xfrm>
            <a:custGeom>
              <a:avLst/>
              <a:gdLst>
                <a:gd name="T0" fmla="*/ 30 w 17"/>
                <a:gd name="T1" fmla="*/ 0 h 11"/>
                <a:gd name="T2" fmla="*/ 0 w 17"/>
                <a:gd name="T3" fmla="*/ 90 h 11"/>
                <a:gd name="T4" fmla="*/ 257 w 17"/>
                <a:gd name="T5" fmla="*/ 200 h 11"/>
                <a:gd name="T6" fmla="*/ 30 w 1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2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6" y="6"/>
                    <a:pt x="17" y="11"/>
                    <a:pt x="17" y="11"/>
                  </a:cubicBezTo>
                  <a:cubicBezTo>
                    <a:pt x="17" y="9"/>
                    <a:pt x="7" y="1"/>
                    <a:pt x="2" y="0"/>
                  </a:cubicBezTo>
                  <a:close/>
                </a:path>
              </a:pathLst>
            </a:custGeom>
            <a:solidFill>
              <a:srgbClr val="008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7" name="Freeform 117">
              <a:extLst>
                <a:ext uri="{FF2B5EF4-FFF2-40B4-BE49-F238E27FC236}">
                  <a16:creationId xmlns:a16="http://schemas.microsoft.com/office/drawing/2014/main" id="{C4353E59-00FC-46D5-BC79-8D5549DC8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423"/>
              <a:ext cx="565" cy="669"/>
            </a:xfrm>
            <a:custGeom>
              <a:avLst/>
              <a:gdLst>
                <a:gd name="T0" fmla="*/ 770 w 226"/>
                <a:gd name="T1" fmla="*/ 4163 h 251"/>
                <a:gd name="T2" fmla="*/ 2500 w 226"/>
                <a:gd name="T3" fmla="*/ 1898 h 251"/>
                <a:gd name="T4" fmla="*/ 3533 w 226"/>
                <a:gd name="T5" fmla="*/ 264 h 251"/>
                <a:gd name="T6" fmla="*/ 3125 w 226"/>
                <a:gd name="T7" fmla="*/ 0 h 251"/>
                <a:gd name="T8" fmla="*/ 488 w 226"/>
                <a:gd name="T9" fmla="*/ 3617 h 251"/>
                <a:gd name="T10" fmla="*/ 20 w 226"/>
                <a:gd name="T11" fmla="*/ 4035 h 251"/>
                <a:gd name="T12" fmla="*/ 0 w 226"/>
                <a:gd name="T13" fmla="*/ 4107 h 251"/>
                <a:gd name="T14" fmla="*/ 250 w 226"/>
                <a:gd name="T15" fmla="*/ 4299 h 251"/>
                <a:gd name="T16" fmla="*/ 283 w 226"/>
                <a:gd name="T17" fmla="*/ 4547 h 251"/>
                <a:gd name="T18" fmla="*/ 283 w 226"/>
                <a:gd name="T19" fmla="*/ 4752 h 251"/>
                <a:gd name="T20" fmla="*/ 770 w 226"/>
                <a:gd name="T21" fmla="*/ 4163 h 2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251">
                  <a:moveTo>
                    <a:pt x="49" y="220"/>
                  </a:moveTo>
                  <a:cubicBezTo>
                    <a:pt x="85" y="183"/>
                    <a:pt x="136" y="131"/>
                    <a:pt x="160" y="100"/>
                  </a:cubicBezTo>
                  <a:cubicBezTo>
                    <a:pt x="184" y="68"/>
                    <a:pt x="226" y="14"/>
                    <a:pt x="226" y="14"/>
                  </a:cubicBezTo>
                  <a:cubicBezTo>
                    <a:pt x="226" y="14"/>
                    <a:pt x="212" y="0"/>
                    <a:pt x="200" y="0"/>
                  </a:cubicBezTo>
                  <a:cubicBezTo>
                    <a:pt x="184" y="32"/>
                    <a:pt x="72" y="160"/>
                    <a:pt x="31" y="191"/>
                  </a:cubicBezTo>
                  <a:cubicBezTo>
                    <a:pt x="19" y="201"/>
                    <a:pt x="9" y="207"/>
                    <a:pt x="1" y="213"/>
                  </a:cubicBezTo>
                  <a:cubicBezTo>
                    <a:pt x="0" y="214"/>
                    <a:pt x="0" y="215"/>
                    <a:pt x="0" y="217"/>
                  </a:cubicBezTo>
                  <a:cubicBezTo>
                    <a:pt x="13" y="213"/>
                    <a:pt x="13" y="215"/>
                    <a:pt x="16" y="227"/>
                  </a:cubicBezTo>
                  <a:cubicBezTo>
                    <a:pt x="17" y="231"/>
                    <a:pt x="18" y="235"/>
                    <a:pt x="18" y="240"/>
                  </a:cubicBezTo>
                  <a:cubicBezTo>
                    <a:pt x="19" y="243"/>
                    <a:pt x="18" y="247"/>
                    <a:pt x="18" y="251"/>
                  </a:cubicBezTo>
                  <a:cubicBezTo>
                    <a:pt x="25" y="242"/>
                    <a:pt x="35" y="234"/>
                    <a:pt x="49" y="220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8" name="Freeform 118">
              <a:extLst>
                <a:ext uri="{FF2B5EF4-FFF2-40B4-BE49-F238E27FC236}">
                  <a16:creationId xmlns:a16="http://schemas.microsoft.com/office/drawing/2014/main" id="{606388A2-F627-4790-B74A-7EA870CFC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943"/>
              <a:ext cx="202" cy="256"/>
            </a:xfrm>
            <a:custGeom>
              <a:avLst/>
              <a:gdLst>
                <a:gd name="T0" fmla="*/ 1257 w 81"/>
                <a:gd name="T1" fmla="*/ 589 h 96"/>
                <a:gd name="T2" fmla="*/ 1224 w 81"/>
                <a:gd name="T3" fmla="*/ 477 h 96"/>
                <a:gd name="T4" fmla="*/ 1212 w 81"/>
                <a:gd name="T5" fmla="*/ 0 h 96"/>
                <a:gd name="T6" fmla="*/ 903 w 81"/>
                <a:gd name="T7" fmla="*/ 136 h 96"/>
                <a:gd name="T8" fmla="*/ 716 w 81"/>
                <a:gd name="T9" fmla="*/ 248 h 96"/>
                <a:gd name="T10" fmla="*/ 30 w 81"/>
                <a:gd name="T11" fmla="*/ 1080 h 96"/>
                <a:gd name="T12" fmla="*/ 0 w 81"/>
                <a:gd name="T13" fmla="*/ 1251 h 96"/>
                <a:gd name="T14" fmla="*/ 30 w 81"/>
                <a:gd name="T15" fmla="*/ 1229 h 96"/>
                <a:gd name="T16" fmla="*/ 30 w 81"/>
                <a:gd name="T17" fmla="*/ 1501 h 96"/>
                <a:gd name="T18" fmla="*/ 125 w 81"/>
                <a:gd name="T19" fmla="*/ 1365 h 96"/>
                <a:gd name="T20" fmla="*/ 167 w 81"/>
                <a:gd name="T21" fmla="*/ 1592 h 96"/>
                <a:gd name="T22" fmla="*/ 387 w 81"/>
                <a:gd name="T23" fmla="*/ 1629 h 96"/>
                <a:gd name="T24" fmla="*/ 449 w 81"/>
                <a:gd name="T25" fmla="*/ 1592 h 96"/>
                <a:gd name="T26" fmla="*/ 499 w 81"/>
                <a:gd name="T27" fmla="*/ 1821 h 96"/>
                <a:gd name="T28" fmla="*/ 1257 w 81"/>
                <a:gd name="T29" fmla="*/ 589 h 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" h="96">
                  <a:moveTo>
                    <a:pt x="81" y="31"/>
                  </a:moveTo>
                  <a:cubicBezTo>
                    <a:pt x="80" y="28"/>
                    <a:pt x="80" y="26"/>
                    <a:pt x="79" y="25"/>
                  </a:cubicBezTo>
                  <a:cubicBezTo>
                    <a:pt x="77" y="15"/>
                    <a:pt x="76" y="9"/>
                    <a:pt x="78" y="0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4" y="9"/>
                    <a:pt x="50" y="11"/>
                    <a:pt x="46" y="13"/>
                  </a:cubicBezTo>
                  <a:cubicBezTo>
                    <a:pt x="27" y="26"/>
                    <a:pt x="14" y="33"/>
                    <a:pt x="2" y="57"/>
                  </a:cubicBezTo>
                  <a:cubicBezTo>
                    <a:pt x="2" y="59"/>
                    <a:pt x="1" y="62"/>
                    <a:pt x="0" y="66"/>
                  </a:cubicBezTo>
                  <a:cubicBezTo>
                    <a:pt x="1" y="65"/>
                    <a:pt x="2" y="65"/>
                    <a:pt x="2" y="65"/>
                  </a:cubicBezTo>
                  <a:cubicBezTo>
                    <a:pt x="4" y="70"/>
                    <a:pt x="3" y="74"/>
                    <a:pt x="2" y="79"/>
                  </a:cubicBezTo>
                  <a:cubicBezTo>
                    <a:pt x="3" y="76"/>
                    <a:pt x="6" y="74"/>
                    <a:pt x="8" y="72"/>
                  </a:cubicBezTo>
                  <a:cubicBezTo>
                    <a:pt x="11" y="75"/>
                    <a:pt x="11" y="80"/>
                    <a:pt x="11" y="84"/>
                  </a:cubicBezTo>
                  <a:cubicBezTo>
                    <a:pt x="17" y="74"/>
                    <a:pt x="30" y="70"/>
                    <a:pt x="25" y="86"/>
                  </a:cubicBezTo>
                  <a:cubicBezTo>
                    <a:pt x="26" y="84"/>
                    <a:pt x="28" y="84"/>
                    <a:pt x="29" y="84"/>
                  </a:cubicBezTo>
                  <a:cubicBezTo>
                    <a:pt x="32" y="87"/>
                    <a:pt x="32" y="91"/>
                    <a:pt x="32" y="96"/>
                  </a:cubicBezTo>
                  <a:cubicBezTo>
                    <a:pt x="44" y="65"/>
                    <a:pt x="53" y="58"/>
                    <a:pt x="81" y="31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9" name="Freeform 119">
              <a:extLst>
                <a:ext uri="{FF2B5EF4-FFF2-40B4-BE49-F238E27FC236}">
                  <a16:creationId xmlns:a16="http://schemas.microsoft.com/office/drawing/2014/main" id="{50C78837-77BF-4A46-B284-0600115AB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615"/>
              <a:ext cx="185" cy="429"/>
            </a:xfrm>
            <a:custGeom>
              <a:avLst/>
              <a:gdLst>
                <a:gd name="T0" fmla="*/ 958 w 74"/>
                <a:gd name="T1" fmla="*/ 1327 h 161"/>
                <a:gd name="T2" fmla="*/ 1158 w 74"/>
                <a:gd name="T3" fmla="*/ 418 h 161"/>
                <a:gd name="T4" fmla="*/ 1145 w 74"/>
                <a:gd name="T5" fmla="*/ 376 h 161"/>
                <a:gd name="T6" fmla="*/ 938 w 74"/>
                <a:gd name="T7" fmla="*/ 306 h 161"/>
                <a:gd name="T8" fmla="*/ 833 w 74"/>
                <a:gd name="T9" fmla="*/ 226 h 161"/>
                <a:gd name="T10" fmla="*/ 845 w 74"/>
                <a:gd name="T11" fmla="*/ 77 h 161"/>
                <a:gd name="T12" fmla="*/ 708 w 74"/>
                <a:gd name="T13" fmla="*/ 0 h 161"/>
                <a:gd name="T14" fmla="*/ 438 w 74"/>
                <a:gd name="T15" fmla="*/ 1079 h 161"/>
                <a:gd name="T16" fmla="*/ 113 w 74"/>
                <a:gd name="T17" fmla="*/ 2363 h 161"/>
                <a:gd name="T18" fmla="*/ 33 w 74"/>
                <a:gd name="T19" fmla="*/ 2763 h 161"/>
                <a:gd name="T20" fmla="*/ 95 w 74"/>
                <a:gd name="T21" fmla="*/ 2798 h 161"/>
                <a:gd name="T22" fmla="*/ 563 w 74"/>
                <a:gd name="T23" fmla="*/ 3011 h 161"/>
                <a:gd name="T24" fmla="*/ 595 w 74"/>
                <a:gd name="T25" fmla="*/ 3024 h 161"/>
                <a:gd name="T26" fmla="*/ 688 w 74"/>
                <a:gd name="T27" fmla="*/ 2555 h 161"/>
                <a:gd name="T28" fmla="*/ 958 w 74"/>
                <a:gd name="T29" fmla="*/ 1327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4" h="161">
                  <a:moveTo>
                    <a:pt x="61" y="70"/>
                  </a:moveTo>
                  <a:cubicBezTo>
                    <a:pt x="64" y="58"/>
                    <a:pt x="68" y="41"/>
                    <a:pt x="74" y="22"/>
                  </a:cubicBezTo>
                  <a:cubicBezTo>
                    <a:pt x="74" y="21"/>
                    <a:pt x="73" y="21"/>
                    <a:pt x="73" y="20"/>
                  </a:cubicBezTo>
                  <a:cubicBezTo>
                    <a:pt x="67" y="20"/>
                    <a:pt x="64" y="18"/>
                    <a:pt x="60" y="16"/>
                  </a:cubicBezTo>
                  <a:cubicBezTo>
                    <a:pt x="57" y="14"/>
                    <a:pt x="55" y="17"/>
                    <a:pt x="53" y="12"/>
                  </a:cubicBezTo>
                  <a:cubicBezTo>
                    <a:pt x="52" y="10"/>
                    <a:pt x="53" y="6"/>
                    <a:pt x="54" y="4"/>
                  </a:cubicBezTo>
                  <a:cubicBezTo>
                    <a:pt x="46" y="9"/>
                    <a:pt x="44" y="6"/>
                    <a:pt x="45" y="0"/>
                  </a:cubicBezTo>
                  <a:cubicBezTo>
                    <a:pt x="36" y="27"/>
                    <a:pt x="30" y="49"/>
                    <a:pt x="28" y="57"/>
                  </a:cubicBezTo>
                  <a:cubicBezTo>
                    <a:pt x="20" y="83"/>
                    <a:pt x="14" y="116"/>
                    <a:pt x="7" y="125"/>
                  </a:cubicBezTo>
                  <a:cubicBezTo>
                    <a:pt x="1" y="132"/>
                    <a:pt x="0" y="137"/>
                    <a:pt x="2" y="146"/>
                  </a:cubicBezTo>
                  <a:cubicBezTo>
                    <a:pt x="2" y="147"/>
                    <a:pt x="3" y="149"/>
                    <a:pt x="6" y="148"/>
                  </a:cubicBezTo>
                  <a:cubicBezTo>
                    <a:pt x="15" y="146"/>
                    <a:pt x="31" y="151"/>
                    <a:pt x="36" y="159"/>
                  </a:cubicBezTo>
                  <a:cubicBezTo>
                    <a:pt x="36" y="160"/>
                    <a:pt x="37" y="161"/>
                    <a:pt x="38" y="160"/>
                  </a:cubicBezTo>
                  <a:cubicBezTo>
                    <a:pt x="46" y="151"/>
                    <a:pt x="44" y="141"/>
                    <a:pt x="44" y="135"/>
                  </a:cubicBezTo>
                  <a:cubicBezTo>
                    <a:pt x="45" y="128"/>
                    <a:pt x="51" y="116"/>
                    <a:pt x="61" y="70"/>
                  </a:cubicBezTo>
                  <a:close/>
                </a:path>
              </a:pathLst>
            </a:custGeom>
            <a:solidFill>
              <a:srgbClr val="F8F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0" name="Freeform 120">
              <a:extLst>
                <a:ext uri="{FF2B5EF4-FFF2-40B4-BE49-F238E27FC236}">
                  <a16:creationId xmlns:a16="http://schemas.microsoft.com/office/drawing/2014/main" id="{5DAA4843-76B6-4764-8658-D2385334F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991"/>
              <a:ext cx="90" cy="48"/>
            </a:xfrm>
            <a:custGeom>
              <a:avLst/>
              <a:gdLst>
                <a:gd name="T0" fmla="*/ 0 w 36"/>
                <a:gd name="T1" fmla="*/ 115 h 18"/>
                <a:gd name="T2" fmla="*/ 50 w 36"/>
                <a:gd name="T3" fmla="*/ 0 h 18"/>
                <a:gd name="T4" fmla="*/ 145 w 36"/>
                <a:gd name="T5" fmla="*/ 35 h 18"/>
                <a:gd name="T6" fmla="*/ 238 w 36"/>
                <a:gd name="T7" fmla="*/ 56 h 18"/>
                <a:gd name="T8" fmla="*/ 313 w 36"/>
                <a:gd name="T9" fmla="*/ 77 h 18"/>
                <a:gd name="T10" fmla="*/ 395 w 36"/>
                <a:gd name="T11" fmla="*/ 115 h 18"/>
                <a:gd name="T12" fmla="*/ 470 w 36"/>
                <a:gd name="T13" fmla="*/ 192 h 18"/>
                <a:gd name="T14" fmla="*/ 563 w 36"/>
                <a:gd name="T15" fmla="*/ 248 h 18"/>
                <a:gd name="T16" fmla="*/ 520 w 36"/>
                <a:gd name="T17" fmla="*/ 341 h 18"/>
                <a:gd name="T18" fmla="*/ 488 w 36"/>
                <a:gd name="T19" fmla="*/ 320 h 18"/>
                <a:gd name="T20" fmla="*/ 375 w 36"/>
                <a:gd name="T21" fmla="*/ 248 h 18"/>
                <a:gd name="T22" fmla="*/ 208 w 36"/>
                <a:gd name="T23" fmla="*/ 192 h 18"/>
                <a:gd name="T24" fmla="*/ 95 w 36"/>
                <a:gd name="T25" fmla="*/ 149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18">
                  <a:moveTo>
                    <a:pt x="0" y="6"/>
                  </a:moveTo>
                  <a:cubicBezTo>
                    <a:pt x="1" y="5"/>
                    <a:pt x="3" y="3"/>
                    <a:pt x="3" y="0"/>
                  </a:cubicBezTo>
                  <a:cubicBezTo>
                    <a:pt x="3" y="4"/>
                    <a:pt x="7" y="4"/>
                    <a:pt x="9" y="2"/>
                  </a:cubicBezTo>
                  <a:cubicBezTo>
                    <a:pt x="11" y="3"/>
                    <a:pt x="13" y="3"/>
                    <a:pt x="15" y="3"/>
                  </a:cubicBezTo>
                  <a:cubicBezTo>
                    <a:pt x="15" y="5"/>
                    <a:pt x="18" y="4"/>
                    <a:pt x="20" y="4"/>
                  </a:cubicBezTo>
                  <a:cubicBezTo>
                    <a:pt x="21" y="6"/>
                    <a:pt x="23" y="7"/>
                    <a:pt x="25" y="6"/>
                  </a:cubicBezTo>
                  <a:cubicBezTo>
                    <a:pt x="26" y="9"/>
                    <a:pt x="28" y="9"/>
                    <a:pt x="30" y="10"/>
                  </a:cubicBezTo>
                  <a:cubicBezTo>
                    <a:pt x="29" y="12"/>
                    <a:pt x="35" y="13"/>
                    <a:pt x="36" y="13"/>
                  </a:cubicBezTo>
                  <a:cubicBezTo>
                    <a:pt x="36" y="15"/>
                    <a:pt x="35" y="18"/>
                    <a:pt x="33" y="18"/>
                  </a:cubicBezTo>
                  <a:cubicBezTo>
                    <a:pt x="33" y="18"/>
                    <a:pt x="32" y="17"/>
                    <a:pt x="31" y="17"/>
                  </a:cubicBezTo>
                  <a:cubicBezTo>
                    <a:pt x="29" y="16"/>
                    <a:pt x="26" y="14"/>
                    <a:pt x="24" y="13"/>
                  </a:cubicBezTo>
                  <a:cubicBezTo>
                    <a:pt x="20" y="12"/>
                    <a:pt x="16" y="11"/>
                    <a:pt x="13" y="10"/>
                  </a:cubicBezTo>
                  <a:cubicBezTo>
                    <a:pt x="11" y="9"/>
                    <a:pt x="8" y="8"/>
                    <a:pt x="6" y="8"/>
                  </a:cubicBezTo>
                </a:path>
              </a:pathLst>
            </a:custGeom>
            <a:solidFill>
              <a:srgbClr val="F6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1" name="Freeform 121">
              <a:extLst>
                <a:ext uri="{FF2B5EF4-FFF2-40B4-BE49-F238E27FC236}">
                  <a16:creationId xmlns:a16="http://schemas.microsoft.com/office/drawing/2014/main" id="{176FDFEF-B916-450D-8D51-C89A19FC8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45"/>
              <a:ext cx="95" cy="411"/>
            </a:xfrm>
            <a:custGeom>
              <a:avLst/>
              <a:gdLst>
                <a:gd name="T0" fmla="*/ 0 w 38"/>
                <a:gd name="T1" fmla="*/ 2015 h 154"/>
                <a:gd name="T2" fmla="*/ 145 w 38"/>
                <a:gd name="T3" fmla="*/ 1695 h 154"/>
                <a:gd name="T4" fmla="*/ 300 w 38"/>
                <a:gd name="T5" fmla="*/ 1105 h 154"/>
                <a:gd name="T6" fmla="*/ 595 w 38"/>
                <a:gd name="T7" fmla="*/ 0 h 154"/>
                <a:gd name="T8" fmla="*/ 563 w 38"/>
                <a:gd name="T9" fmla="*/ 192 h 154"/>
                <a:gd name="T10" fmla="*/ 488 w 38"/>
                <a:gd name="T11" fmla="*/ 534 h 154"/>
                <a:gd name="T12" fmla="*/ 500 w 38"/>
                <a:gd name="T13" fmla="*/ 1003 h 154"/>
                <a:gd name="T14" fmla="*/ 438 w 38"/>
                <a:gd name="T15" fmla="*/ 1537 h 154"/>
                <a:gd name="T16" fmla="*/ 438 w 38"/>
                <a:gd name="T17" fmla="*/ 1866 h 154"/>
                <a:gd name="T18" fmla="*/ 438 w 38"/>
                <a:gd name="T19" fmla="*/ 2108 h 154"/>
                <a:gd name="T20" fmla="*/ 395 w 38"/>
                <a:gd name="T21" fmla="*/ 2493 h 154"/>
                <a:gd name="T22" fmla="*/ 208 w 38"/>
                <a:gd name="T23" fmla="*/ 2792 h 154"/>
                <a:gd name="T24" fmla="*/ 83 w 38"/>
                <a:gd name="T25" fmla="*/ 2893 h 1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154">
                  <a:moveTo>
                    <a:pt x="0" y="106"/>
                  </a:moveTo>
                  <a:cubicBezTo>
                    <a:pt x="3" y="100"/>
                    <a:pt x="6" y="95"/>
                    <a:pt x="9" y="89"/>
                  </a:cubicBezTo>
                  <a:cubicBezTo>
                    <a:pt x="12" y="79"/>
                    <a:pt x="15" y="68"/>
                    <a:pt x="19" y="58"/>
                  </a:cubicBezTo>
                  <a:cubicBezTo>
                    <a:pt x="25" y="39"/>
                    <a:pt x="29" y="18"/>
                    <a:pt x="38" y="0"/>
                  </a:cubicBezTo>
                  <a:cubicBezTo>
                    <a:pt x="38" y="3"/>
                    <a:pt x="37" y="7"/>
                    <a:pt x="36" y="10"/>
                  </a:cubicBezTo>
                  <a:cubicBezTo>
                    <a:pt x="34" y="16"/>
                    <a:pt x="33" y="22"/>
                    <a:pt x="31" y="28"/>
                  </a:cubicBezTo>
                  <a:cubicBezTo>
                    <a:pt x="30" y="31"/>
                    <a:pt x="24" y="56"/>
                    <a:pt x="32" y="53"/>
                  </a:cubicBezTo>
                  <a:cubicBezTo>
                    <a:pt x="29" y="57"/>
                    <a:pt x="21" y="81"/>
                    <a:pt x="28" y="81"/>
                  </a:cubicBezTo>
                  <a:cubicBezTo>
                    <a:pt x="27" y="86"/>
                    <a:pt x="28" y="92"/>
                    <a:pt x="28" y="98"/>
                  </a:cubicBezTo>
                  <a:cubicBezTo>
                    <a:pt x="29" y="102"/>
                    <a:pt x="28" y="106"/>
                    <a:pt x="28" y="111"/>
                  </a:cubicBezTo>
                  <a:cubicBezTo>
                    <a:pt x="28" y="117"/>
                    <a:pt x="28" y="125"/>
                    <a:pt x="25" y="131"/>
                  </a:cubicBezTo>
                  <a:cubicBezTo>
                    <a:pt x="22" y="137"/>
                    <a:pt x="17" y="142"/>
                    <a:pt x="13" y="147"/>
                  </a:cubicBezTo>
                  <a:cubicBezTo>
                    <a:pt x="11" y="150"/>
                    <a:pt x="9" y="154"/>
                    <a:pt x="5" y="152"/>
                  </a:cubicBezTo>
                </a:path>
              </a:pathLst>
            </a:custGeom>
            <a:solidFill>
              <a:srgbClr val="F8F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2" name="Freeform 122">
              <a:extLst>
                <a:ext uri="{FF2B5EF4-FFF2-40B4-BE49-F238E27FC236}">
                  <a16:creationId xmlns:a16="http://schemas.microsoft.com/office/drawing/2014/main" id="{B8FC3CF7-6896-4A3B-8B4D-61BD6FD39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905"/>
              <a:ext cx="115" cy="160"/>
            </a:xfrm>
            <a:custGeom>
              <a:avLst/>
              <a:gdLst>
                <a:gd name="T0" fmla="*/ 125 w 46"/>
                <a:gd name="T1" fmla="*/ 435 h 60"/>
                <a:gd name="T2" fmla="*/ 595 w 46"/>
                <a:gd name="T3" fmla="*/ 0 h 60"/>
                <a:gd name="T4" fmla="*/ 550 w 46"/>
                <a:gd name="T5" fmla="*/ 136 h 60"/>
                <a:gd name="T6" fmla="*/ 645 w 46"/>
                <a:gd name="T7" fmla="*/ 171 h 60"/>
                <a:gd name="T8" fmla="*/ 720 w 46"/>
                <a:gd name="T9" fmla="*/ 376 h 60"/>
                <a:gd name="T10" fmla="*/ 583 w 46"/>
                <a:gd name="T11" fmla="*/ 717 h 60"/>
                <a:gd name="T12" fmla="*/ 438 w 46"/>
                <a:gd name="T13" fmla="*/ 875 h 60"/>
                <a:gd name="T14" fmla="*/ 0 w 46"/>
                <a:gd name="T15" fmla="*/ 1059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60">
                  <a:moveTo>
                    <a:pt x="8" y="23"/>
                  </a:moveTo>
                  <a:cubicBezTo>
                    <a:pt x="17" y="15"/>
                    <a:pt x="27" y="7"/>
                    <a:pt x="38" y="0"/>
                  </a:cubicBezTo>
                  <a:cubicBezTo>
                    <a:pt x="36" y="1"/>
                    <a:pt x="35" y="5"/>
                    <a:pt x="35" y="7"/>
                  </a:cubicBezTo>
                  <a:cubicBezTo>
                    <a:pt x="36" y="10"/>
                    <a:pt x="37" y="9"/>
                    <a:pt x="41" y="9"/>
                  </a:cubicBezTo>
                  <a:cubicBezTo>
                    <a:pt x="38" y="15"/>
                    <a:pt x="37" y="22"/>
                    <a:pt x="46" y="20"/>
                  </a:cubicBezTo>
                  <a:cubicBezTo>
                    <a:pt x="43" y="26"/>
                    <a:pt x="40" y="32"/>
                    <a:pt x="37" y="38"/>
                  </a:cubicBezTo>
                  <a:cubicBezTo>
                    <a:pt x="35" y="42"/>
                    <a:pt x="32" y="43"/>
                    <a:pt x="28" y="46"/>
                  </a:cubicBezTo>
                  <a:cubicBezTo>
                    <a:pt x="22" y="49"/>
                    <a:pt x="6" y="60"/>
                    <a:pt x="0" y="56"/>
                  </a:cubicBezTo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3" name="Freeform 123">
              <a:extLst>
                <a:ext uri="{FF2B5EF4-FFF2-40B4-BE49-F238E27FC236}">
                  <a16:creationId xmlns:a16="http://schemas.microsoft.com/office/drawing/2014/main" id="{7FA0E40C-86BA-4C38-9DE2-E2E5DA11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593"/>
              <a:ext cx="300" cy="358"/>
            </a:xfrm>
            <a:custGeom>
              <a:avLst/>
              <a:gdLst>
                <a:gd name="T0" fmla="*/ 0 w 120"/>
                <a:gd name="T1" fmla="*/ 2404 h 134"/>
                <a:gd name="T2" fmla="*/ 1875 w 120"/>
                <a:gd name="T3" fmla="*/ 0 h 134"/>
                <a:gd name="T4" fmla="*/ 83 w 120"/>
                <a:gd name="T5" fmla="*/ 2554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34">
                  <a:moveTo>
                    <a:pt x="0" y="126"/>
                  </a:moveTo>
                  <a:cubicBezTo>
                    <a:pt x="17" y="111"/>
                    <a:pt x="101" y="27"/>
                    <a:pt x="120" y="0"/>
                  </a:cubicBezTo>
                  <a:cubicBezTo>
                    <a:pt x="113" y="14"/>
                    <a:pt x="18" y="118"/>
                    <a:pt x="5" y="134"/>
                  </a:cubicBezTo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4" name="Freeform 124">
              <a:extLst>
                <a:ext uri="{FF2B5EF4-FFF2-40B4-BE49-F238E27FC236}">
                  <a16:creationId xmlns:a16="http://schemas.microsoft.com/office/drawing/2014/main" id="{9D14A9B9-5352-43B6-A449-E2DE0627B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948"/>
              <a:ext cx="178" cy="285"/>
            </a:xfrm>
            <a:custGeom>
              <a:avLst/>
              <a:gdLst>
                <a:gd name="T0" fmla="*/ 63 w 71"/>
                <a:gd name="T1" fmla="*/ 1305 h 107"/>
                <a:gd name="T2" fmla="*/ 554 w 71"/>
                <a:gd name="T3" fmla="*/ 474 h 107"/>
                <a:gd name="T4" fmla="*/ 1118 w 71"/>
                <a:gd name="T5" fmla="*/ 0 h 107"/>
                <a:gd name="T6" fmla="*/ 554 w 71"/>
                <a:gd name="T7" fmla="*/ 589 h 107"/>
                <a:gd name="T8" fmla="*/ 175 w 71"/>
                <a:gd name="T9" fmla="*/ 1510 h 107"/>
                <a:gd name="T10" fmla="*/ 0 w 71"/>
                <a:gd name="T11" fmla="*/ 1987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07">
                  <a:moveTo>
                    <a:pt x="4" y="69"/>
                  </a:moveTo>
                  <a:cubicBezTo>
                    <a:pt x="9" y="51"/>
                    <a:pt x="23" y="33"/>
                    <a:pt x="35" y="25"/>
                  </a:cubicBezTo>
                  <a:cubicBezTo>
                    <a:pt x="47" y="18"/>
                    <a:pt x="65" y="5"/>
                    <a:pt x="71" y="0"/>
                  </a:cubicBezTo>
                  <a:cubicBezTo>
                    <a:pt x="60" y="11"/>
                    <a:pt x="46" y="23"/>
                    <a:pt x="35" y="31"/>
                  </a:cubicBezTo>
                  <a:cubicBezTo>
                    <a:pt x="28" y="38"/>
                    <a:pt x="16" y="54"/>
                    <a:pt x="11" y="80"/>
                  </a:cubicBezTo>
                  <a:cubicBezTo>
                    <a:pt x="6" y="107"/>
                    <a:pt x="0" y="105"/>
                    <a:pt x="0" y="105"/>
                  </a:cubicBezTo>
                </a:path>
              </a:pathLst>
            </a:custGeom>
            <a:solidFill>
              <a:srgbClr val="F1F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5" name="Freeform 125">
              <a:extLst>
                <a:ext uri="{FF2B5EF4-FFF2-40B4-BE49-F238E27FC236}">
                  <a16:creationId xmlns:a16="http://schemas.microsoft.com/office/drawing/2014/main" id="{C3E43482-AA65-4517-8594-F21DA137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359"/>
              <a:ext cx="385" cy="557"/>
            </a:xfrm>
            <a:custGeom>
              <a:avLst/>
              <a:gdLst>
                <a:gd name="T0" fmla="*/ 0 w 154"/>
                <a:gd name="T1" fmla="*/ 3955 h 209"/>
                <a:gd name="T2" fmla="*/ 1158 w 154"/>
                <a:gd name="T3" fmla="*/ 2628 h 209"/>
                <a:gd name="T4" fmla="*/ 2408 w 154"/>
                <a:gd name="T5" fmla="*/ 0 h 209"/>
                <a:gd name="T6" fmla="*/ 1125 w 154"/>
                <a:gd name="T7" fmla="*/ 2820 h 209"/>
                <a:gd name="T8" fmla="*/ 0 w 154"/>
                <a:gd name="T9" fmla="*/ 3955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09">
                  <a:moveTo>
                    <a:pt x="0" y="209"/>
                  </a:moveTo>
                  <a:cubicBezTo>
                    <a:pt x="14" y="200"/>
                    <a:pt x="56" y="159"/>
                    <a:pt x="74" y="139"/>
                  </a:cubicBezTo>
                  <a:cubicBezTo>
                    <a:pt x="92" y="119"/>
                    <a:pt x="140" y="37"/>
                    <a:pt x="154" y="0"/>
                  </a:cubicBezTo>
                  <a:cubicBezTo>
                    <a:pt x="145" y="38"/>
                    <a:pt x="98" y="121"/>
                    <a:pt x="72" y="149"/>
                  </a:cubicBezTo>
                  <a:cubicBezTo>
                    <a:pt x="47" y="177"/>
                    <a:pt x="8" y="206"/>
                    <a:pt x="0" y="209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6" name="Freeform 126">
              <a:extLst>
                <a:ext uri="{FF2B5EF4-FFF2-40B4-BE49-F238E27FC236}">
                  <a16:creationId xmlns:a16="http://schemas.microsoft.com/office/drawing/2014/main" id="{BE0D07FB-8C30-49EB-A62D-18BBAE9D1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225"/>
              <a:ext cx="167" cy="531"/>
            </a:xfrm>
            <a:custGeom>
              <a:avLst/>
              <a:gdLst>
                <a:gd name="T0" fmla="*/ 434 w 67"/>
                <a:gd name="T1" fmla="*/ 2735 h 199"/>
                <a:gd name="T2" fmla="*/ 0 w 67"/>
                <a:gd name="T3" fmla="*/ 3781 h 199"/>
                <a:gd name="T4" fmla="*/ 404 w 67"/>
                <a:gd name="T5" fmla="*/ 2471 h 199"/>
                <a:gd name="T6" fmla="*/ 1037 w 67"/>
                <a:gd name="T7" fmla="*/ 0 h 199"/>
                <a:gd name="T8" fmla="*/ 434 w 67"/>
                <a:gd name="T9" fmla="*/ 2735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99">
                  <a:moveTo>
                    <a:pt x="28" y="144"/>
                  </a:moveTo>
                  <a:cubicBezTo>
                    <a:pt x="20" y="168"/>
                    <a:pt x="15" y="182"/>
                    <a:pt x="0" y="199"/>
                  </a:cubicBezTo>
                  <a:cubicBezTo>
                    <a:pt x="12" y="182"/>
                    <a:pt x="21" y="149"/>
                    <a:pt x="26" y="130"/>
                  </a:cubicBezTo>
                  <a:cubicBezTo>
                    <a:pt x="32" y="111"/>
                    <a:pt x="61" y="16"/>
                    <a:pt x="67" y="0"/>
                  </a:cubicBezTo>
                  <a:cubicBezTo>
                    <a:pt x="65" y="8"/>
                    <a:pt x="36" y="120"/>
                    <a:pt x="28" y="144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7" name="Freeform 127">
              <a:extLst>
                <a:ext uri="{FF2B5EF4-FFF2-40B4-BE49-F238E27FC236}">
                  <a16:creationId xmlns:a16="http://schemas.microsoft.com/office/drawing/2014/main" id="{6F70ECF2-F7D9-4B98-9D87-EBD80444E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236"/>
              <a:ext cx="132" cy="387"/>
            </a:xfrm>
            <a:custGeom>
              <a:avLst/>
              <a:gdLst>
                <a:gd name="T0" fmla="*/ 819 w 53"/>
                <a:gd name="T1" fmla="*/ 21 h 145"/>
                <a:gd name="T2" fmla="*/ 682 w 53"/>
                <a:gd name="T3" fmla="*/ 21 h 145"/>
                <a:gd name="T4" fmla="*/ 603 w 53"/>
                <a:gd name="T5" fmla="*/ 56 h 145"/>
                <a:gd name="T6" fmla="*/ 291 w 53"/>
                <a:gd name="T7" fmla="*/ 1332 h 145"/>
                <a:gd name="T8" fmla="*/ 0 w 53"/>
                <a:gd name="T9" fmla="*/ 2757 h 145"/>
                <a:gd name="T10" fmla="*/ 403 w 53"/>
                <a:gd name="T11" fmla="*/ 1084 h 145"/>
                <a:gd name="T12" fmla="*/ 819 w 53"/>
                <a:gd name="T13" fmla="*/ 21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45">
                  <a:moveTo>
                    <a:pt x="53" y="1"/>
                  </a:moveTo>
                  <a:cubicBezTo>
                    <a:pt x="50" y="1"/>
                    <a:pt x="47" y="1"/>
                    <a:pt x="44" y="1"/>
                  </a:cubicBezTo>
                  <a:cubicBezTo>
                    <a:pt x="42" y="0"/>
                    <a:pt x="40" y="1"/>
                    <a:pt x="39" y="3"/>
                  </a:cubicBezTo>
                  <a:cubicBezTo>
                    <a:pt x="36" y="13"/>
                    <a:pt x="24" y="48"/>
                    <a:pt x="19" y="70"/>
                  </a:cubicBezTo>
                  <a:cubicBezTo>
                    <a:pt x="13" y="96"/>
                    <a:pt x="0" y="145"/>
                    <a:pt x="0" y="145"/>
                  </a:cubicBezTo>
                  <a:cubicBezTo>
                    <a:pt x="8" y="120"/>
                    <a:pt x="21" y="73"/>
                    <a:pt x="26" y="57"/>
                  </a:cubicBezTo>
                  <a:cubicBezTo>
                    <a:pt x="31" y="41"/>
                    <a:pt x="42" y="4"/>
                    <a:pt x="53" y="1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8" name="Freeform 128">
              <a:extLst>
                <a:ext uri="{FF2B5EF4-FFF2-40B4-BE49-F238E27FC236}">
                  <a16:creationId xmlns:a16="http://schemas.microsoft.com/office/drawing/2014/main" id="{ED87E344-DC51-4D39-BA95-2EFDCB25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516"/>
              <a:ext cx="70" cy="507"/>
            </a:xfrm>
            <a:custGeom>
              <a:avLst/>
              <a:gdLst>
                <a:gd name="T0" fmla="*/ 408 w 28"/>
                <a:gd name="T1" fmla="*/ 0 h 190"/>
                <a:gd name="T2" fmla="*/ 238 w 28"/>
                <a:gd name="T3" fmla="*/ 2036 h 190"/>
                <a:gd name="T4" fmla="*/ 0 w 28"/>
                <a:gd name="T5" fmla="*/ 3610 h 190"/>
                <a:gd name="T6" fmla="*/ 313 w 28"/>
                <a:gd name="T7" fmla="*/ 1980 h 190"/>
                <a:gd name="T8" fmla="*/ 408 w 28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0">
                  <a:moveTo>
                    <a:pt x="26" y="0"/>
                  </a:moveTo>
                  <a:cubicBezTo>
                    <a:pt x="27" y="27"/>
                    <a:pt x="19" y="82"/>
                    <a:pt x="15" y="107"/>
                  </a:cubicBezTo>
                  <a:cubicBezTo>
                    <a:pt x="11" y="132"/>
                    <a:pt x="1" y="179"/>
                    <a:pt x="0" y="190"/>
                  </a:cubicBezTo>
                  <a:cubicBezTo>
                    <a:pt x="2" y="171"/>
                    <a:pt x="15" y="136"/>
                    <a:pt x="20" y="104"/>
                  </a:cubicBezTo>
                  <a:cubicBezTo>
                    <a:pt x="24" y="78"/>
                    <a:pt x="28" y="8"/>
                    <a:pt x="26" y="0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9" name="Freeform 129">
              <a:extLst>
                <a:ext uri="{FF2B5EF4-FFF2-40B4-BE49-F238E27FC236}">
                  <a16:creationId xmlns:a16="http://schemas.microsoft.com/office/drawing/2014/main" id="{F9FE2C6E-9B3E-4D09-86F0-E184CDBCF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217"/>
              <a:ext cx="77" cy="182"/>
            </a:xfrm>
            <a:custGeom>
              <a:avLst/>
              <a:gdLst>
                <a:gd name="T0" fmla="*/ 474 w 31"/>
                <a:gd name="T1" fmla="*/ 78 h 68"/>
                <a:gd name="T2" fmla="*/ 246 w 31"/>
                <a:gd name="T3" fmla="*/ 35 h 68"/>
                <a:gd name="T4" fmla="*/ 0 w 31"/>
                <a:gd name="T5" fmla="*/ 1303 h 68"/>
                <a:gd name="T6" fmla="*/ 278 w 31"/>
                <a:gd name="T7" fmla="*/ 171 h 68"/>
                <a:gd name="T8" fmla="*/ 474 w 31"/>
                <a:gd name="T9" fmla="*/ 7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8">
                  <a:moveTo>
                    <a:pt x="31" y="4"/>
                  </a:moveTo>
                  <a:cubicBezTo>
                    <a:pt x="23" y="1"/>
                    <a:pt x="17" y="0"/>
                    <a:pt x="16" y="2"/>
                  </a:cubicBezTo>
                  <a:cubicBezTo>
                    <a:pt x="14" y="4"/>
                    <a:pt x="1" y="56"/>
                    <a:pt x="0" y="68"/>
                  </a:cubicBezTo>
                  <a:cubicBezTo>
                    <a:pt x="4" y="49"/>
                    <a:pt x="14" y="14"/>
                    <a:pt x="18" y="9"/>
                  </a:cubicBezTo>
                  <a:cubicBezTo>
                    <a:pt x="22" y="3"/>
                    <a:pt x="27" y="3"/>
                    <a:pt x="31" y="4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0" name="Freeform 130">
              <a:extLst>
                <a:ext uri="{FF2B5EF4-FFF2-40B4-BE49-F238E27FC236}">
                  <a16:creationId xmlns:a16="http://schemas.microsoft.com/office/drawing/2014/main" id="{93901A3A-2633-4BD6-AEF9-FADAC4B4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631"/>
              <a:ext cx="103" cy="213"/>
            </a:xfrm>
            <a:custGeom>
              <a:avLst/>
              <a:gdLst>
                <a:gd name="T0" fmla="*/ 176 w 41"/>
                <a:gd name="T1" fmla="*/ 192 h 80"/>
                <a:gd name="T2" fmla="*/ 83 w 41"/>
                <a:gd name="T3" fmla="*/ 977 h 80"/>
                <a:gd name="T4" fmla="*/ 0 w 41"/>
                <a:gd name="T5" fmla="*/ 1510 h 80"/>
                <a:gd name="T6" fmla="*/ 176 w 41"/>
                <a:gd name="T7" fmla="*/ 1169 h 80"/>
                <a:gd name="T8" fmla="*/ 334 w 41"/>
                <a:gd name="T9" fmla="*/ 831 h 80"/>
                <a:gd name="T10" fmla="*/ 651 w 41"/>
                <a:gd name="T11" fmla="*/ 0 h 80"/>
                <a:gd name="T12" fmla="*/ 304 w 41"/>
                <a:gd name="T13" fmla="*/ 474 h 80"/>
                <a:gd name="T14" fmla="*/ 176 w 41"/>
                <a:gd name="T15" fmla="*/ 21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0">
                  <a:moveTo>
                    <a:pt x="11" y="10"/>
                  </a:moveTo>
                  <a:cubicBezTo>
                    <a:pt x="11" y="21"/>
                    <a:pt x="7" y="41"/>
                    <a:pt x="5" y="52"/>
                  </a:cubicBezTo>
                  <a:cubicBezTo>
                    <a:pt x="4" y="57"/>
                    <a:pt x="0" y="76"/>
                    <a:pt x="0" y="80"/>
                  </a:cubicBezTo>
                  <a:cubicBezTo>
                    <a:pt x="4" y="76"/>
                    <a:pt x="8" y="67"/>
                    <a:pt x="11" y="62"/>
                  </a:cubicBezTo>
                  <a:cubicBezTo>
                    <a:pt x="15" y="55"/>
                    <a:pt x="18" y="51"/>
                    <a:pt x="21" y="44"/>
                  </a:cubicBezTo>
                  <a:cubicBezTo>
                    <a:pt x="28" y="31"/>
                    <a:pt x="36" y="14"/>
                    <a:pt x="41" y="0"/>
                  </a:cubicBezTo>
                  <a:cubicBezTo>
                    <a:pt x="37" y="5"/>
                    <a:pt x="28" y="29"/>
                    <a:pt x="19" y="25"/>
                  </a:cubicBezTo>
                  <a:cubicBezTo>
                    <a:pt x="12" y="21"/>
                    <a:pt x="13" y="7"/>
                    <a:pt x="11" y="1"/>
                  </a:cubicBezTo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1" name="Freeform 131">
              <a:extLst>
                <a:ext uri="{FF2B5EF4-FFF2-40B4-BE49-F238E27FC236}">
                  <a16:creationId xmlns:a16="http://schemas.microsoft.com/office/drawing/2014/main" id="{357AFF56-D03C-494D-94DB-AA065799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740"/>
              <a:ext cx="85" cy="99"/>
            </a:xfrm>
            <a:custGeom>
              <a:avLst/>
              <a:gdLst>
                <a:gd name="T0" fmla="*/ 345 w 34"/>
                <a:gd name="T1" fmla="*/ 0 h 37"/>
                <a:gd name="T2" fmla="*/ 145 w 34"/>
                <a:gd name="T3" fmla="*/ 401 h 37"/>
                <a:gd name="T4" fmla="*/ 0 w 34"/>
                <a:gd name="T5" fmla="*/ 709 h 37"/>
                <a:gd name="T6" fmla="*/ 533 w 34"/>
                <a:gd name="T7" fmla="*/ 115 h 37"/>
                <a:gd name="T8" fmla="*/ 333 w 34"/>
                <a:gd name="T9" fmla="*/ 209 h 37"/>
                <a:gd name="T10" fmla="*/ 333 w 34"/>
                <a:gd name="T11" fmla="*/ 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7">
                  <a:moveTo>
                    <a:pt x="22" y="0"/>
                  </a:moveTo>
                  <a:cubicBezTo>
                    <a:pt x="18" y="8"/>
                    <a:pt x="13" y="14"/>
                    <a:pt x="9" y="21"/>
                  </a:cubicBezTo>
                  <a:cubicBezTo>
                    <a:pt x="6" y="26"/>
                    <a:pt x="3" y="32"/>
                    <a:pt x="0" y="37"/>
                  </a:cubicBezTo>
                  <a:cubicBezTo>
                    <a:pt x="10" y="26"/>
                    <a:pt x="25" y="19"/>
                    <a:pt x="34" y="6"/>
                  </a:cubicBezTo>
                  <a:cubicBezTo>
                    <a:pt x="32" y="8"/>
                    <a:pt x="24" y="13"/>
                    <a:pt x="21" y="11"/>
                  </a:cubicBezTo>
                  <a:cubicBezTo>
                    <a:pt x="18" y="10"/>
                    <a:pt x="20" y="4"/>
                    <a:pt x="21" y="2"/>
                  </a:cubicBezTo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2" name="Freeform 132">
              <a:extLst>
                <a:ext uri="{FF2B5EF4-FFF2-40B4-BE49-F238E27FC236}">
                  <a16:creationId xmlns:a16="http://schemas.microsoft.com/office/drawing/2014/main" id="{F414A001-E40B-4342-8BCC-F65B7E141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764"/>
              <a:ext cx="252" cy="237"/>
            </a:xfrm>
            <a:custGeom>
              <a:avLst/>
              <a:gdLst>
                <a:gd name="T0" fmla="*/ 92 w 101"/>
                <a:gd name="T1" fmla="*/ 1057 h 89"/>
                <a:gd name="T2" fmla="*/ 12 w 101"/>
                <a:gd name="T3" fmla="*/ 1624 h 89"/>
                <a:gd name="T4" fmla="*/ 1569 w 101"/>
                <a:gd name="T5" fmla="*/ 0 h 89"/>
                <a:gd name="T6" fmla="*/ 529 w 101"/>
                <a:gd name="T7" fmla="*/ 1092 h 89"/>
                <a:gd name="T8" fmla="*/ 92 w 101"/>
                <a:gd name="T9" fmla="*/ 1057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89">
                  <a:moveTo>
                    <a:pt x="6" y="56"/>
                  </a:moveTo>
                  <a:cubicBezTo>
                    <a:pt x="6" y="61"/>
                    <a:pt x="0" y="83"/>
                    <a:pt x="1" y="86"/>
                  </a:cubicBezTo>
                  <a:cubicBezTo>
                    <a:pt x="2" y="89"/>
                    <a:pt x="52" y="57"/>
                    <a:pt x="101" y="0"/>
                  </a:cubicBezTo>
                  <a:cubicBezTo>
                    <a:pt x="95" y="9"/>
                    <a:pt x="46" y="52"/>
                    <a:pt x="34" y="58"/>
                  </a:cubicBezTo>
                  <a:cubicBezTo>
                    <a:pt x="23" y="65"/>
                    <a:pt x="5" y="72"/>
                    <a:pt x="6" y="56"/>
                  </a:cubicBezTo>
                  <a:close/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3" name="Freeform 133">
              <a:extLst>
                <a:ext uri="{FF2B5EF4-FFF2-40B4-BE49-F238E27FC236}">
                  <a16:creationId xmlns:a16="http://schemas.microsoft.com/office/drawing/2014/main" id="{A4D6E4FF-EC42-4A8D-979F-C4FAD717E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455"/>
              <a:ext cx="60" cy="453"/>
            </a:xfrm>
            <a:custGeom>
              <a:avLst/>
              <a:gdLst>
                <a:gd name="T0" fmla="*/ 158 w 24"/>
                <a:gd name="T1" fmla="*/ 1775 h 170"/>
                <a:gd name="T2" fmla="*/ 95 w 24"/>
                <a:gd name="T3" fmla="*/ 2614 h 170"/>
                <a:gd name="T4" fmla="*/ 0 w 24"/>
                <a:gd name="T5" fmla="*/ 3216 h 170"/>
                <a:gd name="T6" fmla="*/ 375 w 24"/>
                <a:gd name="T7" fmla="*/ 2841 h 170"/>
                <a:gd name="T8" fmla="*/ 175 w 24"/>
                <a:gd name="T9" fmla="*/ 2742 h 170"/>
                <a:gd name="T10" fmla="*/ 333 w 24"/>
                <a:gd name="T11" fmla="*/ 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70">
                  <a:moveTo>
                    <a:pt x="10" y="94"/>
                  </a:moveTo>
                  <a:cubicBezTo>
                    <a:pt x="9" y="106"/>
                    <a:pt x="7" y="128"/>
                    <a:pt x="6" y="138"/>
                  </a:cubicBezTo>
                  <a:cubicBezTo>
                    <a:pt x="4" y="149"/>
                    <a:pt x="0" y="170"/>
                    <a:pt x="0" y="170"/>
                  </a:cubicBezTo>
                  <a:cubicBezTo>
                    <a:pt x="24" y="150"/>
                    <a:pt x="24" y="150"/>
                    <a:pt x="24" y="150"/>
                  </a:cubicBezTo>
                  <a:cubicBezTo>
                    <a:pt x="17" y="156"/>
                    <a:pt x="12" y="155"/>
                    <a:pt x="11" y="145"/>
                  </a:cubicBezTo>
                  <a:cubicBezTo>
                    <a:pt x="9" y="135"/>
                    <a:pt x="24" y="32"/>
                    <a:pt x="21" y="0"/>
                  </a:cubicBezTo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4" name="Freeform 134">
              <a:extLst>
                <a:ext uri="{FF2B5EF4-FFF2-40B4-BE49-F238E27FC236}">
                  <a16:creationId xmlns:a16="http://schemas.microsoft.com/office/drawing/2014/main" id="{2C8CD1F1-354A-416A-945A-5D065ED6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572"/>
              <a:ext cx="140" cy="464"/>
            </a:xfrm>
            <a:custGeom>
              <a:avLst/>
              <a:gdLst>
                <a:gd name="T0" fmla="*/ 863 w 56"/>
                <a:gd name="T1" fmla="*/ 264 h 174"/>
                <a:gd name="T2" fmla="*/ 550 w 56"/>
                <a:gd name="T3" fmla="*/ 1592 h 174"/>
                <a:gd name="T4" fmla="*/ 375 w 56"/>
                <a:gd name="T5" fmla="*/ 2525 h 174"/>
                <a:gd name="T6" fmla="*/ 300 w 56"/>
                <a:gd name="T7" fmla="*/ 3187 h 174"/>
                <a:gd name="T8" fmla="*/ 0 w 56"/>
                <a:gd name="T9" fmla="*/ 3016 h 174"/>
                <a:gd name="T10" fmla="*/ 220 w 56"/>
                <a:gd name="T11" fmla="*/ 2824 h 174"/>
                <a:gd name="T12" fmla="*/ 875 w 56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74">
                  <a:moveTo>
                    <a:pt x="55" y="14"/>
                  </a:moveTo>
                  <a:cubicBezTo>
                    <a:pt x="48" y="37"/>
                    <a:pt x="41" y="59"/>
                    <a:pt x="35" y="84"/>
                  </a:cubicBezTo>
                  <a:cubicBezTo>
                    <a:pt x="29" y="109"/>
                    <a:pt x="27" y="117"/>
                    <a:pt x="24" y="133"/>
                  </a:cubicBezTo>
                  <a:cubicBezTo>
                    <a:pt x="20" y="149"/>
                    <a:pt x="22" y="161"/>
                    <a:pt x="19" y="168"/>
                  </a:cubicBezTo>
                  <a:cubicBezTo>
                    <a:pt x="16" y="174"/>
                    <a:pt x="8" y="160"/>
                    <a:pt x="0" y="159"/>
                  </a:cubicBezTo>
                  <a:cubicBezTo>
                    <a:pt x="6" y="159"/>
                    <a:pt x="10" y="159"/>
                    <a:pt x="14" y="149"/>
                  </a:cubicBezTo>
                  <a:cubicBezTo>
                    <a:pt x="17" y="140"/>
                    <a:pt x="50" y="11"/>
                    <a:pt x="56" y="0"/>
                  </a:cubicBezTo>
                </a:path>
              </a:pathLst>
            </a:custGeom>
            <a:solidFill>
              <a:srgbClr val="F1F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5" name="Freeform 135">
              <a:extLst>
                <a:ext uri="{FF2B5EF4-FFF2-40B4-BE49-F238E27FC236}">
                  <a16:creationId xmlns:a16="http://schemas.microsoft.com/office/drawing/2014/main" id="{F9360CBD-2EE7-4471-8EF0-59267664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604"/>
              <a:ext cx="202" cy="251"/>
            </a:xfrm>
            <a:custGeom>
              <a:avLst/>
              <a:gdLst>
                <a:gd name="T0" fmla="*/ 1257 w 81"/>
                <a:gd name="T1" fmla="*/ 0 h 94"/>
                <a:gd name="T2" fmla="*/ 0 w 81"/>
                <a:gd name="T3" fmla="*/ 1789 h 94"/>
                <a:gd name="T4" fmla="*/ 1257 w 81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94">
                  <a:moveTo>
                    <a:pt x="81" y="0"/>
                  </a:moveTo>
                  <a:cubicBezTo>
                    <a:pt x="75" y="10"/>
                    <a:pt x="38" y="65"/>
                    <a:pt x="0" y="94"/>
                  </a:cubicBezTo>
                  <a:cubicBezTo>
                    <a:pt x="23" y="80"/>
                    <a:pt x="65" y="36"/>
                    <a:pt x="81" y="0"/>
                  </a:cubicBezTo>
                  <a:close/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6" name="Freeform 136">
              <a:extLst>
                <a:ext uri="{FF2B5EF4-FFF2-40B4-BE49-F238E27FC236}">
                  <a16:creationId xmlns:a16="http://schemas.microsoft.com/office/drawing/2014/main" id="{4686897C-D9C5-4D92-AF1F-BC018C981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455"/>
              <a:ext cx="82" cy="274"/>
            </a:xfrm>
            <a:custGeom>
              <a:avLst/>
              <a:gdLst>
                <a:gd name="T0" fmla="*/ 507 w 33"/>
                <a:gd name="T1" fmla="*/ 0 h 103"/>
                <a:gd name="T2" fmla="*/ 216 w 33"/>
                <a:gd name="T3" fmla="*/ 1245 h 103"/>
                <a:gd name="T4" fmla="*/ 0 w 33"/>
                <a:gd name="T5" fmla="*/ 1939 h 103"/>
                <a:gd name="T6" fmla="*/ 278 w 33"/>
                <a:gd name="T7" fmla="*/ 1189 h 103"/>
                <a:gd name="T8" fmla="*/ 507 w 33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3">
                  <a:moveTo>
                    <a:pt x="33" y="0"/>
                  </a:moveTo>
                  <a:cubicBezTo>
                    <a:pt x="30" y="13"/>
                    <a:pt x="18" y="53"/>
                    <a:pt x="14" y="66"/>
                  </a:cubicBezTo>
                  <a:cubicBezTo>
                    <a:pt x="10" y="80"/>
                    <a:pt x="3" y="98"/>
                    <a:pt x="0" y="103"/>
                  </a:cubicBezTo>
                  <a:cubicBezTo>
                    <a:pt x="7" y="91"/>
                    <a:pt x="14" y="75"/>
                    <a:pt x="18" y="63"/>
                  </a:cubicBezTo>
                  <a:cubicBezTo>
                    <a:pt x="21" y="51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7" name="Freeform 137">
              <a:extLst>
                <a:ext uri="{FF2B5EF4-FFF2-40B4-BE49-F238E27FC236}">
                  <a16:creationId xmlns:a16="http://schemas.microsoft.com/office/drawing/2014/main" id="{C2167FA9-358F-4B06-9A0E-B28E2D547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311"/>
              <a:ext cx="50" cy="189"/>
            </a:xfrm>
            <a:custGeom>
              <a:avLst/>
              <a:gdLst>
                <a:gd name="T0" fmla="*/ 313 w 20"/>
                <a:gd name="T1" fmla="*/ 0 h 71"/>
                <a:gd name="T2" fmla="*/ 0 w 20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1">
                  <a:moveTo>
                    <a:pt x="20" y="0"/>
                  </a:moveTo>
                  <a:cubicBezTo>
                    <a:pt x="17" y="7"/>
                    <a:pt x="7" y="36"/>
                    <a:pt x="0" y="71"/>
                  </a:cubicBezTo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8" name="Freeform 138">
              <a:extLst>
                <a:ext uri="{FF2B5EF4-FFF2-40B4-BE49-F238E27FC236}">
                  <a16:creationId xmlns:a16="http://schemas.microsoft.com/office/drawing/2014/main" id="{F4200EFC-7086-4AC3-A9A9-4412BAB1E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665"/>
              <a:ext cx="37" cy="246"/>
            </a:xfrm>
            <a:custGeom>
              <a:avLst/>
              <a:gdLst>
                <a:gd name="T0" fmla="*/ 224 w 15"/>
                <a:gd name="T1" fmla="*/ 0 h 92"/>
                <a:gd name="T2" fmla="*/ 133 w 15"/>
                <a:gd name="T3" fmla="*/ 901 h 92"/>
                <a:gd name="T4" fmla="*/ 0 w 15"/>
                <a:gd name="T5" fmla="*/ 175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2">
                  <a:moveTo>
                    <a:pt x="15" y="0"/>
                  </a:moveTo>
                  <a:cubicBezTo>
                    <a:pt x="14" y="7"/>
                    <a:pt x="13" y="27"/>
                    <a:pt x="9" y="47"/>
                  </a:cubicBezTo>
                  <a:cubicBezTo>
                    <a:pt x="7" y="63"/>
                    <a:pt x="3" y="79"/>
                    <a:pt x="0" y="92"/>
                  </a:cubicBezTo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9" name="Freeform 139">
              <a:extLst>
                <a:ext uri="{FF2B5EF4-FFF2-40B4-BE49-F238E27FC236}">
                  <a16:creationId xmlns:a16="http://schemas.microsoft.com/office/drawing/2014/main" id="{34BEFCF9-E4F4-4DB9-AECC-0A0F62391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444"/>
              <a:ext cx="285" cy="387"/>
            </a:xfrm>
            <a:custGeom>
              <a:avLst/>
              <a:gdLst>
                <a:gd name="T0" fmla="*/ 1625 w 114"/>
                <a:gd name="T1" fmla="*/ 0 h 145"/>
                <a:gd name="T2" fmla="*/ 1783 w 114"/>
                <a:gd name="T3" fmla="*/ 136 h 145"/>
                <a:gd name="T4" fmla="*/ 908 w 114"/>
                <a:gd name="T5" fmla="*/ 1503 h 145"/>
                <a:gd name="T6" fmla="*/ 0 w 114"/>
                <a:gd name="T7" fmla="*/ 2757 h 145"/>
                <a:gd name="T8" fmla="*/ 875 w 114"/>
                <a:gd name="T9" fmla="*/ 1367 h 145"/>
                <a:gd name="T10" fmla="*/ 1645 w 114"/>
                <a:gd name="T11" fmla="*/ 136 h 145"/>
                <a:gd name="T12" fmla="*/ 1625 w 114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45">
                  <a:moveTo>
                    <a:pt x="104" y="0"/>
                  </a:moveTo>
                  <a:cubicBezTo>
                    <a:pt x="110" y="2"/>
                    <a:pt x="114" y="7"/>
                    <a:pt x="114" y="7"/>
                  </a:cubicBezTo>
                  <a:cubicBezTo>
                    <a:pt x="114" y="7"/>
                    <a:pt x="84" y="46"/>
                    <a:pt x="58" y="79"/>
                  </a:cubicBezTo>
                  <a:cubicBezTo>
                    <a:pt x="31" y="112"/>
                    <a:pt x="7" y="138"/>
                    <a:pt x="0" y="145"/>
                  </a:cubicBezTo>
                  <a:cubicBezTo>
                    <a:pt x="11" y="133"/>
                    <a:pt x="48" y="84"/>
                    <a:pt x="56" y="72"/>
                  </a:cubicBezTo>
                  <a:cubicBezTo>
                    <a:pt x="66" y="60"/>
                    <a:pt x="103" y="10"/>
                    <a:pt x="105" y="7"/>
                  </a:cubicBezTo>
                  <a:cubicBezTo>
                    <a:pt x="108" y="3"/>
                    <a:pt x="104" y="0"/>
                    <a:pt x="104" y="0"/>
                  </a:cubicBezTo>
                  <a:close/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0" name="Freeform 140">
              <a:extLst>
                <a:ext uri="{FF2B5EF4-FFF2-40B4-BE49-F238E27FC236}">
                  <a16:creationId xmlns:a16="http://schemas.microsoft.com/office/drawing/2014/main" id="{DA953732-55E2-4792-9E0F-C9DAEF6FA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348"/>
              <a:ext cx="122" cy="277"/>
            </a:xfrm>
            <a:custGeom>
              <a:avLst/>
              <a:gdLst>
                <a:gd name="T0" fmla="*/ 0 w 49"/>
                <a:gd name="T1" fmla="*/ 1966 h 104"/>
                <a:gd name="T2" fmla="*/ 757 w 49"/>
                <a:gd name="T3" fmla="*/ 93 h 104"/>
                <a:gd name="T4" fmla="*/ 620 w 49"/>
                <a:gd name="T5" fmla="*/ 0 h 104"/>
                <a:gd name="T6" fmla="*/ 632 w 49"/>
                <a:gd name="T7" fmla="*/ 248 h 104"/>
                <a:gd name="T8" fmla="*/ 0 w 49"/>
                <a:gd name="T9" fmla="*/ 1966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4">
                  <a:moveTo>
                    <a:pt x="0" y="104"/>
                  </a:moveTo>
                  <a:cubicBezTo>
                    <a:pt x="20" y="69"/>
                    <a:pt x="49" y="5"/>
                    <a:pt x="49" y="5"/>
                  </a:cubicBezTo>
                  <a:cubicBezTo>
                    <a:pt x="49" y="5"/>
                    <a:pt x="44" y="1"/>
                    <a:pt x="40" y="0"/>
                  </a:cubicBezTo>
                  <a:cubicBezTo>
                    <a:pt x="44" y="3"/>
                    <a:pt x="43" y="7"/>
                    <a:pt x="41" y="13"/>
                  </a:cubicBezTo>
                  <a:cubicBezTo>
                    <a:pt x="39" y="20"/>
                    <a:pt x="2" y="98"/>
                    <a:pt x="0" y="104"/>
                  </a:cubicBezTo>
                  <a:close/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1" name="Freeform 141">
              <a:extLst>
                <a:ext uri="{FF2B5EF4-FFF2-40B4-BE49-F238E27FC236}">
                  <a16:creationId xmlns:a16="http://schemas.microsoft.com/office/drawing/2014/main" id="{5C258928-A95D-49CE-8A0B-43E2AF55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201"/>
              <a:ext cx="33" cy="576"/>
            </a:xfrm>
            <a:custGeom>
              <a:avLst/>
              <a:gdLst>
                <a:gd name="T0" fmla="*/ 0 w 13"/>
                <a:gd name="T1" fmla="*/ 0 h 216"/>
                <a:gd name="T2" fmla="*/ 117 w 13"/>
                <a:gd name="T3" fmla="*/ 1933 h 216"/>
                <a:gd name="T4" fmla="*/ 193 w 13"/>
                <a:gd name="T5" fmla="*/ 4096 h 216"/>
                <a:gd name="T6" fmla="*/ 193 w 13"/>
                <a:gd name="T7" fmla="*/ 1784 h 216"/>
                <a:gd name="T8" fmla="*/ 0 w 13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6">
                  <a:moveTo>
                    <a:pt x="0" y="0"/>
                  </a:moveTo>
                  <a:cubicBezTo>
                    <a:pt x="2" y="18"/>
                    <a:pt x="7" y="71"/>
                    <a:pt x="7" y="102"/>
                  </a:cubicBezTo>
                  <a:cubicBezTo>
                    <a:pt x="6" y="132"/>
                    <a:pt x="10" y="199"/>
                    <a:pt x="12" y="216"/>
                  </a:cubicBezTo>
                  <a:cubicBezTo>
                    <a:pt x="10" y="191"/>
                    <a:pt x="13" y="125"/>
                    <a:pt x="12" y="94"/>
                  </a:cubicBezTo>
                  <a:cubicBezTo>
                    <a:pt x="11" y="6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2" name="Freeform 142">
              <a:extLst>
                <a:ext uri="{FF2B5EF4-FFF2-40B4-BE49-F238E27FC236}">
                  <a16:creationId xmlns:a16="http://schemas.microsoft.com/office/drawing/2014/main" id="{652138FF-3DE4-4B0D-BE49-B791D8307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29"/>
              <a:ext cx="81" cy="312"/>
            </a:xfrm>
            <a:custGeom>
              <a:avLst/>
              <a:gdLst>
                <a:gd name="T0" fmla="*/ 0 w 32"/>
                <a:gd name="T1" fmla="*/ 0 h 117"/>
                <a:gd name="T2" fmla="*/ 263 w 32"/>
                <a:gd name="T3" fmla="*/ 989 h 117"/>
                <a:gd name="T4" fmla="*/ 499 w 32"/>
                <a:gd name="T5" fmla="*/ 2219 h 117"/>
                <a:gd name="T6" fmla="*/ 294 w 32"/>
                <a:gd name="T7" fmla="*/ 989 h 117"/>
                <a:gd name="T8" fmla="*/ 0 w 32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7">
                  <a:moveTo>
                    <a:pt x="0" y="0"/>
                  </a:moveTo>
                  <a:cubicBezTo>
                    <a:pt x="5" y="17"/>
                    <a:pt x="7" y="28"/>
                    <a:pt x="16" y="52"/>
                  </a:cubicBezTo>
                  <a:cubicBezTo>
                    <a:pt x="24" y="76"/>
                    <a:pt x="31" y="109"/>
                    <a:pt x="31" y="117"/>
                  </a:cubicBezTo>
                  <a:cubicBezTo>
                    <a:pt x="32" y="100"/>
                    <a:pt x="22" y="62"/>
                    <a:pt x="18" y="52"/>
                  </a:cubicBezTo>
                  <a:cubicBezTo>
                    <a:pt x="15" y="4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3" name="Freeform 143">
              <a:extLst>
                <a:ext uri="{FF2B5EF4-FFF2-40B4-BE49-F238E27FC236}">
                  <a16:creationId xmlns:a16="http://schemas.microsoft.com/office/drawing/2014/main" id="{81CBA80D-36C5-443B-AD56-46554B92F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159"/>
              <a:ext cx="33" cy="496"/>
            </a:xfrm>
            <a:custGeom>
              <a:avLst/>
              <a:gdLst>
                <a:gd name="T0" fmla="*/ 180 w 13"/>
                <a:gd name="T1" fmla="*/ 1536 h 186"/>
                <a:gd name="T2" fmla="*/ 193 w 13"/>
                <a:gd name="T3" fmla="*/ 0 h 186"/>
                <a:gd name="T4" fmla="*/ 147 w 13"/>
                <a:gd name="T5" fmla="*/ 1251 h 186"/>
                <a:gd name="T6" fmla="*/ 0 w 13"/>
                <a:gd name="T7" fmla="*/ 3528 h 186"/>
                <a:gd name="T8" fmla="*/ 180 w 13"/>
                <a:gd name="T9" fmla="*/ 1536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6">
                  <a:moveTo>
                    <a:pt x="11" y="81"/>
                  </a:moveTo>
                  <a:cubicBezTo>
                    <a:pt x="10" y="61"/>
                    <a:pt x="13" y="22"/>
                    <a:pt x="12" y="0"/>
                  </a:cubicBezTo>
                  <a:cubicBezTo>
                    <a:pt x="12" y="9"/>
                    <a:pt x="8" y="39"/>
                    <a:pt x="9" y="66"/>
                  </a:cubicBezTo>
                  <a:cubicBezTo>
                    <a:pt x="9" y="94"/>
                    <a:pt x="4" y="170"/>
                    <a:pt x="0" y="186"/>
                  </a:cubicBezTo>
                  <a:cubicBezTo>
                    <a:pt x="4" y="176"/>
                    <a:pt x="12" y="115"/>
                    <a:pt x="11" y="81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4" name="Freeform 144">
              <a:extLst>
                <a:ext uri="{FF2B5EF4-FFF2-40B4-BE49-F238E27FC236}">
                  <a16:creationId xmlns:a16="http://schemas.microsoft.com/office/drawing/2014/main" id="{A524CEB6-A199-4491-88F2-E83CC31C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172"/>
              <a:ext cx="90" cy="259"/>
            </a:xfrm>
            <a:custGeom>
              <a:avLst/>
              <a:gdLst>
                <a:gd name="T0" fmla="*/ 395 w 36"/>
                <a:gd name="T1" fmla="*/ 56 h 97"/>
                <a:gd name="T2" fmla="*/ 0 w 36"/>
                <a:gd name="T3" fmla="*/ 1848 h 97"/>
                <a:gd name="T4" fmla="*/ 438 w 36"/>
                <a:gd name="T5" fmla="*/ 206 h 97"/>
                <a:gd name="T6" fmla="*/ 563 w 36"/>
                <a:gd name="T7" fmla="*/ 93 h 97"/>
                <a:gd name="T8" fmla="*/ 395 w 36"/>
                <a:gd name="T9" fmla="*/ 56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7">
                  <a:moveTo>
                    <a:pt x="25" y="3"/>
                  </a:moveTo>
                  <a:cubicBezTo>
                    <a:pt x="22" y="9"/>
                    <a:pt x="7" y="57"/>
                    <a:pt x="0" y="97"/>
                  </a:cubicBezTo>
                  <a:cubicBezTo>
                    <a:pt x="4" y="81"/>
                    <a:pt x="17" y="30"/>
                    <a:pt x="28" y="11"/>
                  </a:cubicBezTo>
                  <a:cubicBezTo>
                    <a:pt x="30" y="6"/>
                    <a:pt x="34" y="6"/>
                    <a:pt x="36" y="5"/>
                  </a:cubicBezTo>
                  <a:cubicBezTo>
                    <a:pt x="32" y="3"/>
                    <a:pt x="25" y="0"/>
                    <a:pt x="25" y="3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5" name="Freeform 145">
              <a:extLst>
                <a:ext uri="{FF2B5EF4-FFF2-40B4-BE49-F238E27FC236}">
                  <a16:creationId xmlns:a16="http://schemas.microsoft.com/office/drawing/2014/main" id="{95513827-F2B0-4B74-A9DF-8E469C94E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217"/>
              <a:ext cx="215" cy="584"/>
            </a:xfrm>
            <a:custGeom>
              <a:avLst/>
              <a:gdLst>
                <a:gd name="T0" fmla="*/ 1333 w 86"/>
                <a:gd name="T1" fmla="*/ 0 h 219"/>
                <a:gd name="T2" fmla="*/ 1083 w 86"/>
                <a:gd name="T3" fmla="*/ 888 h 219"/>
                <a:gd name="T4" fmla="*/ 770 w 86"/>
                <a:gd name="T5" fmla="*/ 1685 h 219"/>
                <a:gd name="T6" fmla="*/ 395 w 86"/>
                <a:gd name="T7" fmla="*/ 2901 h 219"/>
                <a:gd name="T8" fmla="*/ 0 w 86"/>
                <a:gd name="T9" fmla="*/ 4152 h 219"/>
                <a:gd name="T10" fmla="*/ 500 w 86"/>
                <a:gd name="T11" fmla="*/ 2787 h 219"/>
                <a:gd name="T12" fmla="*/ 895 w 86"/>
                <a:gd name="T13" fmla="*/ 1557 h 219"/>
                <a:gd name="T14" fmla="*/ 1333 w 86"/>
                <a:gd name="T15" fmla="*/ 0 h 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219">
                  <a:moveTo>
                    <a:pt x="85" y="0"/>
                  </a:moveTo>
                  <a:cubicBezTo>
                    <a:pt x="82" y="13"/>
                    <a:pt x="74" y="32"/>
                    <a:pt x="69" y="47"/>
                  </a:cubicBezTo>
                  <a:cubicBezTo>
                    <a:pt x="63" y="62"/>
                    <a:pt x="54" y="79"/>
                    <a:pt x="49" y="89"/>
                  </a:cubicBezTo>
                  <a:cubicBezTo>
                    <a:pt x="44" y="99"/>
                    <a:pt x="32" y="135"/>
                    <a:pt x="25" y="153"/>
                  </a:cubicBezTo>
                  <a:cubicBezTo>
                    <a:pt x="19" y="170"/>
                    <a:pt x="7" y="206"/>
                    <a:pt x="0" y="219"/>
                  </a:cubicBezTo>
                  <a:cubicBezTo>
                    <a:pt x="11" y="206"/>
                    <a:pt x="27" y="160"/>
                    <a:pt x="32" y="147"/>
                  </a:cubicBezTo>
                  <a:cubicBezTo>
                    <a:pt x="37" y="133"/>
                    <a:pt x="53" y="92"/>
                    <a:pt x="57" y="82"/>
                  </a:cubicBezTo>
                  <a:cubicBezTo>
                    <a:pt x="61" y="72"/>
                    <a:pt x="86" y="10"/>
                    <a:pt x="85" y="0"/>
                  </a:cubicBezTo>
                  <a:close/>
                </a:path>
              </a:pathLst>
            </a:custGeom>
            <a:solidFill>
              <a:srgbClr val="92B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6" name="Freeform 146">
              <a:extLst>
                <a:ext uri="{FF2B5EF4-FFF2-40B4-BE49-F238E27FC236}">
                  <a16:creationId xmlns:a16="http://schemas.microsoft.com/office/drawing/2014/main" id="{65730EB9-7E08-4C25-A151-7A748CCC6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335"/>
              <a:ext cx="12" cy="288"/>
            </a:xfrm>
            <a:custGeom>
              <a:avLst/>
              <a:gdLst>
                <a:gd name="T0" fmla="*/ 0 w 5"/>
                <a:gd name="T1" fmla="*/ 0 h 108"/>
                <a:gd name="T2" fmla="*/ 41 w 5"/>
                <a:gd name="T3" fmla="*/ 2048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8">
                  <a:moveTo>
                    <a:pt x="0" y="0"/>
                  </a:moveTo>
                  <a:cubicBezTo>
                    <a:pt x="2" y="9"/>
                    <a:pt x="5" y="88"/>
                    <a:pt x="3" y="108"/>
                  </a:cubicBezTo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7" name="Freeform 147">
              <a:extLst>
                <a:ext uri="{FF2B5EF4-FFF2-40B4-BE49-F238E27FC236}">
                  <a16:creationId xmlns:a16="http://schemas.microsoft.com/office/drawing/2014/main" id="{98882418-7CDB-4B6E-AF39-BEC41E48B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327"/>
              <a:ext cx="15" cy="237"/>
            </a:xfrm>
            <a:custGeom>
              <a:avLst/>
              <a:gdLst>
                <a:gd name="T0" fmla="*/ 63 w 6"/>
                <a:gd name="T1" fmla="*/ 0 h 89"/>
                <a:gd name="T2" fmla="*/ 0 w 6"/>
                <a:gd name="T3" fmla="*/ 168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9">
                  <a:moveTo>
                    <a:pt x="4" y="0"/>
                  </a:moveTo>
                  <a:cubicBezTo>
                    <a:pt x="6" y="13"/>
                    <a:pt x="4" y="68"/>
                    <a:pt x="0" y="89"/>
                  </a:cubicBezTo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8" name="Freeform 148">
              <a:extLst>
                <a:ext uri="{FF2B5EF4-FFF2-40B4-BE49-F238E27FC236}">
                  <a16:creationId xmlns:a16="http://schemas.microsoft.com/office/drawing/2014/main" id="{E40A2FDF-19BA-44E9-AA86-672353D97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465"/>
              <a:ext cx="93" cy="275"/>
            </a:xfrm>
            <a:custGeom>
              <a:avLst/>
              <a:gdLst>
                <a:gd name="T0" fmla="*/ 588 w 37"/>
                <a:gd name="T1" fmla="*/ 0 h 103"/>
                <a:gd name="T2" fmla="*/ 0 w 37"/>
                <a:gd name="T3" fmla="*/ 1960 h 103"/>
                <a:gd name="T4" fmla="*/ 588 w 37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3">
                  <a:moveTo>
                    <a:pt x="37" y="0"/>
                  </a:moveTo>
                  <a:cubicBezTo>
                    <a:pt x="33" y="7"/>
                    <a:pt x="4" y="92"/>
                    <a:pt x="0" y="103"/>
                  </a:cubicBezTo>
                  <a:cubicBezTo>
                    <a:pt x="6" y="92"/>
                    <a:pt x="34" y="15"/>
                    <a:pt x="37" y="0"/>
                  </a:cubicBezTo>
                  <a:close/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9" name="Freeform 149">
              <a:extLst>
                <a:ext uri="{FF2B5EF4-FFF2-40B4-BE49-F238E27FC236}">
                  <a16:creationId xmlns:a16="http://schemas.microsoft.com/office/drawing/2014/main" id="{A196FC82-2C30-4BAD-BD1F-DF9FA67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15"/>
              <a:ext cx="48" cy="176"/>
            </a:xfrm>
            <a:custGeom>
              <a:avLst/>
              <a:gdLst>
                <a:gd name="T0" fmla="*/ 0 w 19"/>
                <a:gd name="T1" fmla="*/ 0 h 66"/>
                <a:gd name="T2" fmla="*/ 306 w 19"/>
                <a:gd name="T3" fmla="*/ 1251 h 66"/>
                <a:gd name="T4" fmla="*/ 0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0" y="0"/>
                  </a:moveTo>
                  <a:cubicBezTo>
                    <a:pt x="5" y="7"/>
                    <a:pt x="17" y="47"/>
                    <a:pt x="19" y="66"/>
                  </a:cubicBezTo>
                  <a:cubicBezTo>
                    <a:pt x="17" y="57"/>
                    <a:pt x="6" y="14"/>
                    <a:pt x="0" y="0"/>
                  </a:cubicBezTo>
                  <a:close/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0" name="Freeform 150">
              <a:extLst>
                <a:ext uri="{FF2B5EF4-FFF2-40B4-BE49-F238E27FC236}">
                  <a16:creationId xmlns:a16="http://schemas.microsoft.com/office/drawing/2014/main" id="{F1F3A707-35C7-4D36-A6D5-EE4BEA27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183"/>
              <a:ext cx="48" cy="168"/>
            </a:xfrm>
            <a:custGeom>
              <a:avLst/>
              <a:gdLst>
                <a:gd name="T0" fmla="*/ 306 w 19"/>
                <a:gd name="T1" fmla="*/ 0 h 63"/>
                <a:gd name="T2" fmla="*/ 0 w 19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3">
                  <a:moveTo>
                    <a:pt x="19" y="0"/>
                  </a:moveTo>
                  <a:cubicBezTo>
                    <a:pt x="16" y="6"/>
                    <a:pt x="4" y="47"/>
                    <a:pt x="0" y="63"/>
                  </a:cubicBezTo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1" name="Freeform 151">
              <a:extLst>
                <a:ext uri="{FF2B5EF4-FFF2-40B4-BE49-F238E27FC236}">
                  <a16:creationId xmlns:a16="http://schemas.microsoft.com/office/drawing/2014/main" id="{A6F8805E-BB4E-4442-97D4-E852B6E16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524"/>
              <a:ext cx="262" cy="469"/>
            </a:xfrm>
            <a:custGeom>
              <a:avLst/>
              <a:gdLst>
                <a:gd name="T0" fmla="*/ 1632 w 105"/>
                <a:gd name="T1" fmla="*/ 0 h 176"/>
                <a:gd name="T2" fmla="*/ 1337 w 105"/>
                <a:gd name="T3" fmla="*/ 815 h 176"/>
                <a:gd name="T4" fmla="*/ 604 w 105"/>
                <a:gd name="T5" fmla="*/ 2364 h 176"/>
                <a:gd name="T6" fmla="*/ 0 w 105"/>
                <a:gd name="T7" fmla="*/ 3331 h 176"/>
                <a:gd name="T8" fmla="*/ 684 w 105"/>
                <a:gd name="T9" fmla="*/ 2342 h 176"/>
                <a:gd name="T10" fmla="*/ 1382 w 105"/>
                <a:gd name="T11" fmla="*/ 815 h 176"/>
                <a:gd name="T12" fmla="*/ 1632 w 105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76">
                  <a:moveTo>
                    <a:pt x="105" y="0"/>
                  </a:moveTo>
                  <a:cubicBezTo>
                    <a:pt x="101" y="9"/>
                    <a:pt x="94" y="26"/>
                    <a:pt x="86" y="43"/>
                  </a:cubicBezTo>
                  <a:cubicBezTo>
                    <a:pt x="78" y="60"/>
                    <a:pt x="52" y="108"/>
                    <a:pt x="39" y="125"/>
                  </a:cubicBezTo>
                  <a:cubicBezTo>
                    <a:pt x="26" y="143"/>
                    <a:pt x="5" y="170"/>
                    <a:pt x="0" y="176"/>
                  </a:cubicBezTo>
                  <a:cubicBezTo>
                    <a:pt x="16" y="166"/>
                    <a:pt x="33" y="137"/>
                    <a:pt x="44" y="124"/>
                  </a:cubicBezTo>
                  <a:cubicBezTo>
                    <a:pt x="55" y="111"/>
                    <a:pt x="83" y="59"/>
                    <a:pt x="89" y="43"/>
                  </a:cubicBezTo>
                  <a:cubicBezTo>
                    <a:pt x="95" y="27"/>
                    <a:pt x="105" y="0"/>
                    <a:pt x="105" y="0"/>
                  </a:cubicBezTo>
                  <a:close/>
                </a:path>
              </a:pathLst>
            </a:custGeom>
            <a:solidFill>
              <a:srgbClr val="CCD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2" name="Freeform 152">
              <a:extLst>
                <a:ext uri="{FF2B5EF4-FFF2-40B4-BE49-F238E27FC236}">
                  <a16:creationId xmlns:a16="http://schemas.microsoft.com/office/drawing/2014/main" id="{3412DDA5-A5F8-40B6-8438-E48C0559B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116"/>
              <a:ext cx="198" cy="965"/>
            </a:xfrm>
            <a:custGeom>
              <a:avLst/>
              <a:gdLst>
                <a:gd name="T0" fmla="*/ 1226 w 79"/>
                <a:gd name="T1" fmla="*/ 419 h 362"/>
                <a:gd name="T2" fmla="*/ 1100 w 79"/>
                <a:gd name="T3" fmla="*/ 533 h 362"/>
                <a:gd name="T4" fmla="*/ 1025 w 79"/>
                <a:gd name="T5" fmla="*/ 341 h 362"/>
                <a:gd name="T6" fmla="*/ 960 w 79"/>
                <a:gd name="T7" fmla="*/ 397 h 362"/>
                <a:gd name="T8" fmla="*/ 835 w 79"/>
                <a:gd name="T9" fmla="*/ 307 h 362"/>
                <a:gd name="T10" fmla="*/ 709 w 79"/>
                <a:gd name="T11" fmla="*/ 21 h 362"/>
                <a:gd name="T12" fmla="*/ 629 w 79"/>
                <a:gd name="T13" fmla="*/ 21 h 362"/>
                <a:gd name="T14" fmla="*/ 396 w 79"/>
                <a:gd name="T15" fmla="*/ 2991 h 362"/>
                <a:gd name="T16" fmla="*/ 95 w 79"/>
                <a:gd name="T17" fmla="*/ 6006 h 362"/>
                <a:gd name="T18" fmla="*/ 0 w 79"/>
                <a:gd name="T19" fmla="*/ 6347 h 362"/>
                <a:gd name="T20" fmla="*/ 20 w 79"/>
                <a:gd name="T21" fmla="*/ 6536 h 362"/>
                <a:gd name="T22" fmla="*/ 83 w 79"/>
                <a:gd name="T23" fmla="*/ 6595 h 362"/>
                <a:gd name="T24" fmla="*/ 722 w 79"/>
                <a:gd name="T25" fmla="*/ 6822 h 362"/>
                <a:gd name="T26" fmla="*/ 772 w 79"/>
                <a:gd name="T27" fmla="*/ 6723 h 362"/>
                <a:gd name="T28" fmla="*/ 772 w 79"/>
                <a:gd name="T29" fmla="*/ 6403 h 362"/>
                <a:gd name="T30" fmla="*/ 930 w 79"/>
                <a:gd name="T31" fmla="*/ 4790 h 362"/>
                <a:gd name="T32" fmla="*/ 1226 w 79"/>
                <a:gd name="T33" fmla="*/ 776 h 362"/>
                <a:gd name="T34" fmla="*/ 1226 w 79"/>
                <a:gd name="T35" fmla="*/ 419 h 3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" h="362">
                  <a:moveTo>
                    <a:pt x="78" y="22"/>
                  </a:moveTo>
                  <a:cubicBezTo>
                    <a:pt x="75" y="21"/>
                    <a:pt x="71" y="23"/>
                    <a:pt x="70" y="28"/>
                  </a:cubicBezTo>
                  <a:cubicBezTo>
                    <a:pt x="69" y="25"/>
                    <a:pt x="69" y="20"/>
                    <a:pt x="65" y="18"/>
                  </a:cubicBezTo>
                  <a:cubicBezTo>
                    <a:pt x="64" y="18"/>
                    <a:pt x="62" y="21"/>
                    <a:pt x="61" y="21"/>
                  </a:cubicBezTo>
                  <a:cubicBezTo>
                    <a:pt x="58" y="20"/>
                    <a:pt x="57" y="10"/>
                    <a:pt x="53" y="16"/>
                  </a:cubicBezTo>
                  <a:cubicBezTo>
                    <a:pt x="51" y="12"/>
                    <a:pt x="49" y="3"/>
                    <a:pt x="45" y="1"/>
                  </a:cubicBezTo>
                  <a:cubicBezTo>
                    <a:pt x="43" y="0"/>
                    <a:pt x="42" y="0"/>
                    <a:pt x="40" y="1"/>
                  </a:cubicBezTo>
                  <a:cubicBezTo>
                    <a:pt x="41" y="36"/>
                    <a:pt x="27" y="122"/>
                    <a:pt x="25" y="158"/>
                  </a:cubicBezTo>
                  <a:cubicBezTo>
                    <a:pt x="24" y="187"/>
                    <a:pt x="13" y="270"/>
                    <a:pt x="6" y="317"/>
                  </a:cubicBezTo>
                  <a:cubicBezTo>
                    <a:pt x="5" y="324"/>
                    <a:pt x="1" y="330"/>
                    <a:pt x="0" y="335"/>
                  </a:cubicBezTo>
                  <a:cubicBezTo>
                    <a:pt x="0" y="338"/>
                    <a:pt x="0" y="342"/>
                    <a:pt x="1" y="345"/>
                  </a:cubicBezTo>
                  <a:cubicBezTo>
                    <a:pt x="2" y="347"/>
                    <a:pt x="3" y="348"/>
                    <a:pt x="5" y="348"/>
                  </a:cubicBezTo>
                  <a:cubicBezTo>
                    <a:pt x="13" y="345"/>
                    <a:pt x="37" y="348"/>
                    <a:pt x="46" y="360"/>
                  </a:cubicBezTo>
                  <a:cubicBezTo>
                    <a:pt x="46" y="362"/>
                    <a:pt x="49" y="359"/>
                    <a:pt x="49" y="355"/>
                  </a:cubicBezTo>
                  <a:cubicBezTo>
                    <a:pt x="50" y="351"/>
                    <a:pt x="48" y="348"/>
                    <a:pt x="49" y="338"/>
                  </a:cubicBezTo>
                  <a:cubicBezTo>
                    <a:pt x="51" y="316"/>
                    <a:pt x="56" y="281"/>
                    <a:pt x="59" y="253"/>
                  </a:cubicBezTo>
                  <a:cubicBezTo>
                    <a:pt x="63" y="212"/>
                    <a:pt x="79" y="60"/>
                    <a:pt x="78" y="41"/>
                  </a:cubicBezTo>
                  <a:cubicBezTo>
                    <a:pt x="78" y="41"/>
                    <a:pt x="79" y="32"/>
                    <a:pt x="78" y="22"/>
                  </a:cubicBezTo>
                  <a:close/>
                </a:path>
              </a:pathLst>
            </a:custGeom>
            <a:solidFill>
              <a:srgbClr val="F1F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3" name="Freeform 153">
              <a:extLst>
                <a:ext uri="{FF2B5EF4-FFF2-40B4-BE49-F238E27FC236}">
                  <a16:creationId xmlns:a16="http://schemas.microsoft.com/office/drawing/2014/main" id="{BA028D50-2BC7-414E-8EA6-200BFDD5E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47"/>
              <a:ext cx="90" cy="346"/>
            </a:xfrm>
            <a:custGeom>
              <a:avLst/>
              <a:gdLst>
                <a:gd name="T0" fmla="*/ 0 w 36"/>
                <a:gd name="T1" fmla="*/ 0 h 130"/>
                <a:gd name="T2" fmla="*/ 238 w 36"/>
                <a:gd name="T3" fmla="*/ 886 h 130"/>
                <a:gd name="T4" fmla="*/ 395 w 36"/>
                <a:gd name="T5" fmla="*/ 2089 h 130"/>
                <a:gd name="T6" fmla="*/ 520 w 36"/>
                <a:gd name="T7" fmla="*/ 2260 h 130"/>
                <a:gd name="T8" fmla="*/ 563 w 36"/>
                <a:gd name="T9" fmla="*/ 2188 h 130"/>
                <a:gd name="T10" fmla="*/ 333 w 36"/>
                <a:gd name="T11" fmla="*/ 908 h 130"/>
                <a:gd name="T12" fmla="*/ 0 w 36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30">
                  <a:moveTo>
                    <a:pt x="0" y="0"/>
                  </a:moveTo>
                  <a:cubicBezTo>
                    <a:pt x="7" y="15"/>
                    <a:pt x="13" y="32"/>
                    <a:pt x="15" y="47"/>
                  </a:cubicBezTo>
                  <a:cubicBezTo>
                    <a:pt x="18" y="62"/>
                    <a:pt x="26" y="93"/>
                    <a:pt x="25" y="111"/>
                  </a:cubicBezTo>
                  <a:cubicBezTo>
                    <a:pt x="25" y="130"/>
                    <a:pt x="33" y="120"/>
                    <a:pt x="33" y="120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26" y="64"/>
                    <a:pt x="21" y="48"/>
                  </a:cubicBezTo>
                  <a:cubicBezTo>
                    <a:pt x="15" y="31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F1F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4" name="Freeform 154">
              <a:extLst>
                <a:ext uri="{FF2B5EF4-FFF2-40B4-BE49-F238E27FC236}">
                  <a16:creationId xmlns:a16="http://schemas.microsoft.com/office/drawing/2014/main" id="{70695948-5CB8-4513-A2FF-B447C29142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4" y="2244"/>
              <a:ext cx="171" cy="837"/>
            </a:xfrm>
            <a:custGeom>
              <a:avLst/>
              <a:gdLst>
                <a:gd name="T0" fmla="*/ 702 w 68"/>
                <a:gd name="T1" fmla="*/ 0 h 314"/>
                <a:gd name="T2" fmla="*/ 684 w 68"/>
                <a:gd name="T3" fmla="*/ 149 h 314"/>
                <a:gd name="T4" fmla="*/ 702 w 68"/>
                <a:gd name="T5" fmla="*/ 136 h 314"/>
                <a:gd name="T6" fmla="*/ 702 w 68"/>
                <a:gd name="T7" fmla="*/ 0 h 314"/>
                <a:gd name="T8" fmla="*/ 935 w 68"/>
                <a:gd name="T9" fmla="*/ 3878 h 314"/>
                <a:gd name="T10" fmla="*/ 1081 w 68"/>
                <a:gd name="T11" fmla="*/ 2180 h 314"/>
                <a:gd name="T12" fmla="*/ 1031 w 68"/>
                <a:gd name="T13" fmla="*/ 2069 h 314"/>
                <a:gd name="T14" fmla="*/ 923 w 68"/>
                <a:gd name="T15" fmla="*/ 1762 h 314"/>
                <a:gd name="T16" fmla="*/ 873 w 68"/>
                <a:gd name="T17" fmla="*/ 1421 h 314"/>
                <a:gd name="T18" fmla="*/ 810 w 68"/>
                <a:gd name="T19" fmla="*/ 1285 h 314"/>
                <a:gd name="T20" fmla="*/ 797 w 68"/>
                <a:gd name="T21" fmla="*/ 1024 h 314"/>
                <a:gd name="T22" fmla="*/ 747 w 68"/>
                <a:gd name="T23" fmla="*/ 661 h 314"/>
                <a:gd name="T24" fmla="*/ 684 w 68"/>
                <a:gd name="T25" fmla="*/ 248 h 314"/>
                <a:gd name="T26" fmla="*/ 606 w 68"/>
                <a:gd name="T27" fmla="*/ 1194 h 314"/>
                <a:gd name="T28" fmla="*/ 526 w 68"/>
                <a:gd name="T29" fmla="*/ 1855 h 314"/>
                <a:gd name="T30" fmla="*/ 463 w 68"/>
                <a:gd name="T31" fmla="*/ 2730 h 314"/>
                <a:gd name="T32" fmla="*/ 254 w 68"/>
                <a:gd name="T33" fmla="*/ 3708 h 314"/>
                <a:gd name="T34" fmla="*/ 254 w 68"/>
                <a:gd name="T35" fmla="*/ 3729 h 314"/>
                <a:gd name="T36" fmla="*/ 96 w 68"/>
                <a:gd name="T37" fmla="*/ 5094 h 314"/>
                <a:gd name="T38" fmla="*/ 0 w 68"/>
                <a:gd name="T39" fmla="*/ 5435 h 314"/>
                <a:gd name="T40" fmla="*/ 20 w 68"/>
                <a:gd name="T41" fmla="*/ 5627 h 314"/>
                <a:gd name="T42" fmla="*/ 83 w 68"/>
                <a:gd name="T43" fmla="*/ 5683 h 314"/>
                <a:gd name="T44" fmla="*/ 734 w 68"/>
                <a:gd name="T45" fmla="*/ 5912 h 314"/>
                <a:gd name="T46" fmla="*/ 777 w 68"/>
                <a:gd name="T47" fmla="*/ 5811 h 314"/>
                <a:gd name="T48" fmla="*/ 777 w 68"/>
                <a:gd name="T49" fmla="*/ 5494 h 314"/>
                <a:gd name="T50" fmla="*/ 935 w 68"/>
                <a:gd name="T51" fmla="*/ 3878 h 3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8" h="314">
                  <a:moveTo>
                    <a:pt x="44" y="0"/>
                  </a:moveTo>
                  <a:cubicBezTo>
                    <a:pt x="44" y="2"/>
                    <a:pt x="44" y="5"/>
                    <a:pt x="43" y="8"/>
                  </a:cubicBezTo>
                  <a:cubicBezTo>
                    <a:pt x="44" y="8"/>
                    <a:pt x="44" y="7"/>
                    <a:pt x="44" y="7"/>
                  </a:cubicBezTo>
                  <a:lnTo>
                    <a:pt x="44" y="0"/>
                  </a:lnTo>
                  <a:close/>
                  <a:moveTo>
                    <a:pt x="59" y="205"/>
                  </a:moveTo>
                  <a:cubicBezTo>
                    <a:pt x="61" y="188"/>
                    <a:pt x="64" y="152"/>
                    <a:pt x="68" y="115"/>
                  </a:cubicBezTo>
                  <a:cubicBezTo>
                    <a:pt x="67" y="113"/>
                    <a:pt x="67" y="111"/>
                    <a:pt x="65" y="109"/>
                  </a:cubicBezTo>
                  <a:cubicBezTo>
                    <a:pt x="62" y="104"/>
                    <a:pt x="59" y="100"/>
                    <a:pt x="58" y="93"/>
                  </a:cubicBezTo>
                  <a:cubicBezTo>
                    <a:pt x="56" y="87"/>
                    <a:pt x="57" y="81"/>
                    <a:pt x="55" y="75"/>
                  </a:cubicBezTo>
                  <a:cubicBezTo>
                    <a:pt x="54" y="73"/>
                    <a:pt x="52" y="71"/>
                    <a:pt x="51" y="68"/>
                  </a:cubicBezTo>
                  <a:cubicBezTo>
                    <a:pt x="50" y="63"/>
                    <a:pt x="50" y="58"/>
                    <a:pt x="50" y="54"/>
                  </a:cubicBezTo>
                  <a:cubicBezTo>
                    <a:pt x="50" y="47"/>
                    <a:pt x="49" y="42"/>
                    <a:pt x="47" y="35"/>
                  </a:cubicBezTo>
                  <a:cubicBezTo>
                    <a:pt x="46" y="29"/>
                    <a:pt x="43" y="20"/>
                    <a:pt x="43" y="13"/>
                  </a:cubicBezTo>
                  <a:cubicBezTo>
                    <a:pt x="41" y="30"/>
                    <a:pt x="40" y="46"/>
                    <a:pt x="38" y="63"/>
                  </a:cubicBezTo>
                  <a:cubicBezTo>
                    <a:pt x="36" y="75"/>
                    <a:pt x="33" y="87"/>
                    <a:pt x="33" y="98"/>
                  </a:cubicBezTo>
                  <a:cubicBezTo>
                    <a:pt x="33" y="114"/>
                    <a:pt x="32" y="129"/>
                    <a:pt x="29" y="144"/>
                  </a:cubicBezTo>
                  <a:cubicBezTo>
                    <a:pt x="25" y="162"/>
                    <a:pt x="22" y="179"/>
                    <a:pt x="16" y="196"/>
                  </a:cubicBezTo>
                  <a:cubicBezTo>
                    <a:pt x="16" y="197"/>
                    <a:pt x="16" y="197"/>
                    <a:pt x="16" y="197"/>
                  </a:cubicBezTo>
                  <a:cubicBezTo>
                    <a:pt x="13" y="223"/>
                    <a:pt x="9" y="250"/>
                    <a:pt x="6" y="269"/>
                  </a:cubicBezTo>
                  <a:cubicBezTo>
                    <a:pt x="5" y="276"/>
                    <a:pt x="1" y="282"/>
                    <a:pt x="0" y="287"/>
                  </a:cubicBezTo>
                  <a:cubicBezTo>
                    <a:pt x="0" y="290"/>
                    <a:pt x="0" y="294"/>
                    <a:pt x="1" y="297"/>
                  </a:cubicBezTo>
                  <a:cubicBezTo>
                    <a:pt x="2" y="299"/>
                    <a:pt x="3" y="300"/>
                    <a:pt x="5" y="300"/>
                  </a:cubicBezTo>
                  <a:cubicBezTo>
                    <a:pt x="13" y="297"/>
                    <a:pt x="37" y="300"/>
                    <a:pt x="46" y="312"/>
                  </a:cubicBezTo>
                  <a:cubicBezTo>
                    <a:pt x="46" y="314"/>
                    <a:pt x="49" y="311"/>
                    <a:pt x="49" y="307"/>
                  </a:cubicBezTo>
                  <a:cubicBezTo>
                    <a:pt x="50" y="303"/>
                    <a:pt x="48" y="300"/>
                    <a:pt x="49" y="290"/>
                  </a:cubicBezTo>
                  <a:cubicBezTo>
                    <a:pt x="51" y="268"/>
                    <a:pt x="56" y="233"/>
                    <a:pt x="59" y="205"/>
                  </a:cubicBezTo>
                  <a:close/>
                </a:path>
              </a:pathLst>
            </a:custGeom>
            <a:solidFill>
              <a:srgbClr val="F8F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5" name="Freeform 155">
              <a:extLst>
                <a:ext uri="{FF2B5EF4-FFF2-40B4-BE49-F238E27FC236}">
                  <a16:creationId xmlns:a16="http://schemas.microsoft.com/office/drawing/2014/main" id="{A9BB2BAE-F54E-428B-94BA-8664C011F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3017"/>
              <a:ext cx="113" cy="56"/>
            </a:xfrm>
            <a:custGeom>
              <a:avLst/>
              <a:gdLst>
                <a:gd name="T0" fmla="*/ 0 w 45"/>
                <a:gd name="T1" fmla="*/ 136 h 21"/>
                <a:gd name="T2" fmla="*/ 83 w 45"/>
                <a:gd name="T3" fmla="*/ 35 h 21"/>
                <a:gd name="T4" fmla="*/ 188 w 45"/>
                <a:gd name="T5" fmla="*/ 0 h 21"/>
                <a:gd name="T6" fmla="*/ 284 w 45"/>
                <a:gd name="T7" fmla="*/ 35 h 21"/>
                <a:gd name="T8" fmla="*/ 409 w 45"/>
                <a:gd name="T9" fmla="*/ 93 h 21"/>
                <a:gd name="T10" fmla="*/ 492 w 45"/>
                <a:gd name="T11" fmla="*/ 115 h 21"/>
                <a:gd name="T12" fmla="*/ 630 w 45"/>
                <a:gd name="T13" fmla="*/ 171 h 21"/>
                <a:gd name="T14" fmla="*/ 693 w 45"/>
                <a:gd name="T15" fmla="*/ 248 h 21"/>
                <a:gd name="T16" fmla="*/ 713 w 45"/>
                <a:gd name="T17" fmla="*/ 376 h 21"/>
                <a:gd name="T18" fmla="*/ 442 w 45"/>
                <a:gd name="T19" fmla="*/ 320 h 21"/>
                <a:gd name="T20" fmla="*/ 146 w 45"/>
                <a:gd name="T21" fmla="*/ 227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21">
                  <a:moveTo>
                    <a:pt x="0" y="7"/>
                  </a:moveTo>
                  <a:cubicBezTo>
                    <a:pt x="2" y="9"/>
                    <a:pt x="4" y="4"/>
                    <a:pt x="5" y="2"/>
                  </a:cubicBezTo>
                  <a:cubicBezTo>
                    <a:pt x="6" y="5"/>
                    <a:pt x="12" y="3"/>
                    <a:pt x="12" y="0"/>
                  </a:cubicBezTo>
                  <a:cubicBezTo>
                    <a:pt x="12" y="3"/>
                    <a:pt x="15" y="4"/>
                    <a:pt x="18" y="2"/>
                  </a:cubicBezTo>
                  <a:cubicBezTo>
                    <a:pt x="18" y="5"/>
                    <a:pt x="24" y="8"/>
                    <a:pt x="26" y="5"/>
                  </a:cubicBezTo>
                  <a:cubicBezTo>
                    <a:pt x="26" y="8"/>
                    <a:pt x="29" y="7"/>
                    <a:pt x="31" y="6"/>
                  </a:cubicBezTo>
                  <a:cubicBezTo>
                    <a:pt x="33" y="9"/>
                    <a:pt x="37" y="9"/>
                    <a:pt x="40" y="9"/>
                  </a:cubicBezTo>
                  <a:cubicBezTo>
                    <a:pt x="41" y="11"/>
                    <a:pt x="43" y="12"/>
                    <a:pt x="44" y="13"/>
                  </a:cubicBezTo>
                  <a:cubicBezTo>
                    <a:pt x="45" y="15"/>
                    <a:pt x="44" y="18"/>
                    <a:pt x="45" y="20"/>
                  </a:cubicBezTo>
                  <a:cubicBezTo>
                    <a:pt x="39" y="21"/>
                    <a:pt x="33" y="19"/>
                    <a:pt x="28" y="17"/>
                  </a:cubicBezTo>
                  <a:cubicBezTo>
                    <a:pt x="21" y="16"/>
                    <a:pt x="16" y="11"/>
                    <a:pt x="9" y="12"/>
                  </a:cubicBezTo>
                </a:path>
              </a:pathLst>
            </a:custGeom>
            <a:solidFill>
              <a:srgbClr val="F6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6" name="Freeform 156">
              <a:extLst>
                <a:ext uri="{FF2B5EF4-FFF2-40B4-BE49-F238E27FC236}">
                  <a16:creationId xmlns:a16="http://schemas.microsoft.com/office/drawing/2014/main" id="{1974FB44-B6D4-44BB-B1F5-A1EE95BD1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473"/>
              <a:ext cx="113" cy="584"/>
            </a:xfrm>
            <a:custGeom>
              <a:avLst/>
              <a:gdLst>
                <a:gd name="T0" fmla="*/ 713 w 45"/>
                <a:gd name="T1" fmla="*/ 264 h 219"/>
                <a:gd name="T2" fmla="*/ 630 w 45"/>
                <a:gd name="T3" fmla="*/ 1459 h 219"/>
                <a:gd name="T4" fmla="*/ 442 w 45"/>
                <a:gd name="T5" fmla="*/ 3221 h 219"/>
                <a:gd name="T6" fmla="*/ 379 w 45"/>
                <a:gd name="T7" fmla="*/ 3960 h 219"/>
                <a:gd name="T8" fmla="*/ 367 w 45"/>
                <a:gd name="T9" fmla="*/ 4131 h 219"/>
                <a:gd name="T10" fmla="*/ 0 w 45"/>
                <a:gd name="T11" fmla="*/ 3981 h 219"/>
                <a:gd name="T12" fmla="*/ 271 w 45"/>
                <a:gd name="T13" fmla="*/ 3776 h 219"/>
                <a:gd name="T14" fmla="*/ 505 w 45"/>
                <a:gd name="T15" fmla="*/ 1800 h 219"/>
                <a:gd name="T16" fmla="*/ 630 w 45"/>
                <a:gd name="T17" fmla="*/ 0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19">
                  <a:moveTo>
                    <a:pt x="45" y="14"/>
                  </a:moveTo>
                  <a:cubicBezTo>
                    <a:pt x="45" y="29"/>
                    <a:pt x="42" y="55"/>
                    <a:pt x="40" y="77"/>
                  </a:cubicBezTo>
                  <a:cubicBezTo>
                    <a:pt x="37" y="99"/>
                    <a:pt x="31" y="149"/>
                    <a:pt x="28" y="170"/>
                  </a:cubicBezTo>
                  <a:cubicBezTo>
                    <a:pt x="26" y="191"/>
                    <a:pt x="24" y="203"/>
                    <a:pt x="24" y="209"/>
                  </a:cubicBezTo>
                  <a:cubicBezTo>
                    <a:pt x="24" y="214"/>
                    <a:pt x="27" y="219"/>
                    <a:pt x="23" y="218"/>
                  </a:cubicBezTo>
                  <a:cubicBezTo>
                    <a:pt x="20" y="218"/>
                    <a:pt x="10" y="211"/>
                    <a:pt x="0" y="210"/>
                  </a:cubicBezTo>
                  <a:cubicBezTo>
                    <a:pt x="8" y="206"/>
                    <a:pt x="14" y="209"/>
                    <a:pt x="17" y="199"/>
                  </a:cubicBezTo>
                  <a:cubicBezTo>
                    <a:pt x="21" y="189"/>
                    <a:pt x="30" y="118"/>
                    <a:pt x="32" y="95"/>
                  </a:cubicBezTo>
                  <a:cubicBezTo>
                    <a:pt x="35" y="73"/>
                    <a:pt x="40" y="0"/>
                    <a:pt x="40" y="0"/>
                  </a:cubicBezTo>
                </a:path>
              </a:pathLst>
            </a:custGeom>
            <a:solidFill>
              <a:srgbClr val="F1F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7" name="Freeform 157">
              <a:extLst>
                <a:ext uri="{FF2B5EF4-FFF2-40B4-BE49-F238E27FC236}">
                  <a16:creationId xmlns:a16="http://schemas.microsoft.com/office/drawing/2014/main" id="{EF52BD13-5D4C-4078-B4B4-4A542B51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41"/>
              <a:ext cx="105" cy="158"/>
            </a:xfrm>
            <a:custGeom>
              <a:avLst/>
              <a:gdLst>
                <a:gd name="T0" fmla="*/ 50 w 42"/>
                <a:gd name="T1" fmla="*/ 193 h 59"/>
                <a:gd name="T2" fmla="*/ 300 w 42"/>
                <a:gd name="T3" fmla="*/ 769 h 59"/>
                <a:gd name="T4" fmla="*/ 458 w 42"/>
                <a:gd name="T5" fmla="*/ 1133 h 59"/>
                <a:gd name="T6" fmla="*/ 658 w 42"/>
                <a:gd name="T7" fmla="*/ 731 h 59"/>
                <a:gd name="T8" fmla="*/ 520 w 42"/>
                <a:gd name="T9" fmla="*/ 688 h 59"/>
                <a:gd name="T10" fmla="*/ 300 w 42"/>
                <a:gd name="T11" fmla="*/ 517 h 59"/>
                <a:gd name="T12" fmla="*/ 0 w 42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9">
                  <a:moveTo>
                    <a:pt x="3" y="10"/>
                  </a:moveTo>
                  <a:cubicBezTo>
                    <a:pt x="10" y="19"/>
                    <a:pt x="13" y="31"/>
                    <a:pt x="19" y="40"/>
                  </a:cubicBezTo>
                  <a:cubicBezTo>
                    <a:pt x="22" y="46"/>
                    <a:pt x="25" y="54"/>
                    <a:pt x="29" y="59"/>
                  </a:cubicBezTo>
                  <a:cubicBezTo>
                    <a:pt x="33" y="52"/>
                    <a:pt x="39" y="46"/>
                    <a:pt x="42" y="38"/>
                  </a:cubicBezTo>
                  <a:cubicBezTo>
                    <a:pt x="39" y="40"/>
                    <a:pt x="36" y="38"/>
                    <a:pt x="33" y="36"/>
                  </a:cubicBezTo>
                  <a:cubicBezTo>
                    <a:pt x="28" y="31"/>
                    <a:pt x="24" y="32"/>
                    <a:pt x="19" y="27"/>
                  </a:cubicBezTo>
                  <a:cubicBezTo>
                    <a:pt x="13" y="20"/>
                    <a:pt x="4" y="8"/>
                    <a:pt x="0" y="0"/>
                  </a:cubicBezTo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8" name="Freeform 158">
              <a:extLst>
                <a:ext uri="{FF2B5EF4-FFF2-40B4-BE49-F238E27FC236}">
                  <a16:creationId xmlns:a16="http://schemas.microsoft.com/office/drawing/2014/main" id="{338753E5-0D33-4B85-9D07-52D0F0809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767"/>
              <a:ext cx="70" cy="176"/>
            </a:xfrm>
            <a:custGeom>
              <a:avLst/>
              <a:gdLst>
                <a:gd name="T0" fmla="*/ 0 w 28"/>
                <a:gd name="T1" fmla="*/ 341 h 66"/>
                <a:gd name="T2" fmla="*/ 250 w 28"/>
                <a:gd name="T3" fmla="*/ 533 h 66"/>
                <a:gd name="T4" fmla="*/ 313 w 28"/>
                <a:gd name="T5" fmla="*/ 0 h 66"/>
                <a:gd name="T6" fmla="*/ 345 w 28"/>
                <a:gd name="T7" fmla="*/ 341 h 66"/>
                <a:gd name="T8" fmla="*/ 408 w 28"/>
                <a:gd name="T9" fmla="*/ 832 h 66"/>
                <a:gd name="T10" fmla="*/ 408 w 28"/>
                <a:gd name="T11" fmla="*/ 1059 h 66"/>
                <a:gd name="T12" fmla="*/ 283 w 28"/>
                <a:gd name="T13" fmla="*/ 1251 h 66"/>
                <a:gd name="T14" fmla="*/ 250 w 28"/>
                <a:gd name="T15" fmla="*/ 1080 h 66"/>
                <a:gd name="T16" fmla="*/ 158 w 28"/>
                <a:gd name="T17" fmla="*/ 797 h 66"/>
                <a:gd name="T18" fmla="*/ 20 w 28"/>
                <a:gd name="T19" fmla="*/ 37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66">
                  <a:moveTo>
                    <a:pt x="0" y="18"/>
                  </a:moveTo>
                  <a:cubicBezTo>
                    <a:pt x="6" y="23"/>
                    <a:pt x="11" y="34"/>
                    <a:pt x="16" y="28"/>
                  </a:cubicBezTo>
                  <a:cubicBezTo>
                    <a:pt x="20" y="23"/>
                    <a:pt x="19" y="6"/>
                    <a:pt x="20" y="0"/>
                  </a:cubicBezTo>
                  <a:cubicBezTo>
                    <a:pt x="22" y="5"/>
                    <a:pt x="22" y="12"/>
                    <a:pt x="22" y="18"/>
                  </a:cubicBezTo>
                  <a:cubicBezTo>
                    <a:pt x="24" y="27"/>
                    <a:pt x="25" y="36"/>
                    <a:pt x="26" y="44"/>
                  </a:cubicBezTo>
                  <a:cubicBezTo>
                    <a:pt x="26" y="49"/>
                    <a:pt x="28" y="52"/>
                    <a:pt x="26" y="56"/>
                  </a:cubicBezTo>
                  <a:cubicBezTo>
                    <a:pt x="24" y="60"/>
                    <a:pt x="21" y="63"/>
                    <a:pt x="18" y="66"/>
                  </a:cubicBezTo>
                  <a:cubicBezTo>
                    <a:pt x="19" y="63"/>
                    <a:pt x="17" y="60"/>
                    <a:pt x="16" y="57"/>
                  </a:cubicBezTo>
                  <a:cubicBezTo>
                    <a:pt x="15" y="52"/>
                    <a:pt x="12" y="47"/>
                    <a:pt x="10" y="42"/>
                  </a:cubicBezTo>
                  <a:cubicBezTo>
                    <a:pt x="8" y="36"/>
                    <a:pt x="5" y="25"/>
                    <a:pt x="1" y="20"/>
                  </a:cubicBezTo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9" name="Freeform 159">
              <a:extLst>
                <a:ext uri="{FF2B5EF4-FFF2-40B4-BE49-F238E27FC236}">
                  <a16:creationId xmlns:a16="http://schemas.microsoft.com/office/drawing/2014/main" id="{52475181-2F42-4C84-B3CE-960AE2B68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604"/>
              <a:ext cx="85" cy="213"/>
            </a:xfrm>
            <a:custGeom>
              <a:avLst/>
              <a:gdLst>
                <a:gd name="T0" fmla="*/ 50 w 34"/>
                <a:gd name="T1" fmla="*/ 793 h 80"/>
                <a:gd name="T2" fmla="*/ 470 w 34"/>
                <a:gd name="T3" fmla="*/ 0 h 80"/>
                <a:gd name="T4" fmla="*/ 520 w 34"/>
                <a:gd name="T5" fmla="*/ 320 h 80"/>
                <a:gd name="T6" fmla="*/ 375 w 34"/>
                <a:gd name="T7" fmla="*/ 793 h 80"/>
                <a:gd name="T8" fmla="*/ 125 w 34"/>
                <a:gd name="T9" fmla="*/ 1510 h 80"/>
                <a:gd name="T10" fmla="*/ 83 w 34"/>
                <a:gd name="T11" fmla="*/ 1249 h 80"/>
                <a:gd name="T12" fmla="*/ 33 w 34"/>
                <a:gd name="T13" fmla="*/ 852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0">
                  <a:moveTo>
                    <a:pt x="3" y="42"/>
                  </a:moveTo>
                  <a:cubicBezTo>
                    <a:pt x="16" y="54"/>
                    <a:pt x="28" y="7"/>
                    <a:pt x="30" y="0"/>
                  </a:cubicBezTo>
                  <a:cubicBezTo>
                    <a:pt x="31" y="5"/>
                    <a:pt x="34" y="11"/>
                    <a:pt x="33" y="17"/>
                  </a:cubicBezTo>
                  <a:cubicBezTo>
                    <a:pt x="32" y="25"/>
                    <a:pt x="27" y="35"/>
                    <a:pt x="24" y="42"/>
                  </a:cubicBezTo>
                  <a:cubicBezTo>
                    <a:pt x="19" y="55"/>
                    <a:pt x="14" y="68"/>
                    <a:pt x="8" y="80"/>
                  </a:cubicBezTo>
                  <a:cubicBezTo>
                    <a:pt x="7" y="76"/>
                    <a:pt x="6" y="71"/>
                    <a:pt x="5" y="66"/>
                  </a:cubicBezTo>
                  <a:cubicBezTo>
                    <a:pt x="4" y="61"/>
                    <a:pt x="0" y="51"/>
                    <a:pt x="2" y="45"/>
                  </a:cubicBezTo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0" name="Freeform 160">
              <a:extLst>
                <a:ext uri="{FF2B5EF4-FFF2-40B4-BE49-F238E27FC236}">
                  <a16:creationId xmlns:a16="http://schemas.microsoft.com/office/drawing/2014/main" id="{ABA0C7AA-AC34-4F25-BB23-11ADEEE12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08"/>
              <a:ext cx="123" cy="216"/>
            </a:xfrm>
            <a:custGeom>
              <a:avLst/>
              <a:gdLst>
                <a:gd name="T0" fmla="*/ 50 w 49"/>
                <a:gd name="T1" fmla="*/ 888 h 81"/>
                <a:gd name="T2" fmla="*/ 188 w 49"/>
                <a:gd name="T3" fmla="*/ 931 h 81"/>
                <a:gd name="T4" fmla="*/ 442 w 49"/>
                <a:gd name="T5" fmla="*/ 648 h 81"/>
                <a:gd name="T6" fmla="*/ 650 w 49"/>
                <a:gd name="T7" fmla="*/ 285 h 81"/>
                <a:gd name="T8" fmla="*/ 776 w 49"/>
                <a:gd name="T9" fmla="*/ 0 h 81"/>
                <a:gd name="T10" fmla="*/ 630 w 49"/>
                <a:gd name="T11" fmla="*/ 491 h 81"/>
                <a:gd name="T12" fmla="*/ 379 w 49"/>
                <a:gd name="T13" fmla="*/ 989 h 81"/>
                <a:gd name="T14" fmla="*/ 158 w 49"/>
                <a:gd name="T15" fmla="*/ 1331 h 81"/>
                <a:gd name="T16" fmla="*/ 0 w 49"/>
                <a:gd name="T17" fmla="*/ 1536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81">
                  <a:moveTo>
                    <a:pt x="3" y="47"/>
                  </a:moveTo>
                  <a:cubicBezTo>
                    <a:pt x="2" y="54"/>
                    <a:pt x="9" y="51"/>
                    <a:pt x="12" y="49"/>
                  </a:cubicBezTo>
                  <a:cubicBezTo>
                    <a:pt x="18" y="46"/>
                    <a:pt x="24" y="40"/>
                    <a:pt x="28" y="34"/>
                  </a:cubicBezTo>
                  <a:cubicBezTo>
                    <a:pt x="33" y="28"/>
                    <a:pt x="36" y="21"/>
                    <a:pt x="41" y="15"/>
                  </a:cubicBezTo>
                  <a:cubicBezTo>
                    <a:pt x="44" y="11"/>
                    <a:pt x="48" y="5"/>
                    <a:pt x="49" y="0"/>
                  </a:cubicBezTo>
                  <a:cubicBezTo>
                    <a:pt x="46" y="9"/>
                    <a:pt x="45" y="18"/>
                    <a:pt x="40" y="26"/>
                  </a:cubicBezTo>
                  <a:cubicBezTo>
                    <a:pt x="34" y="35"/>
                    <a:pt x="30" y="44"/>
                    <a:pt x="24" y="52"/>
                  </a:cubicBezTo>
                  <a:cubicBezTo>
                    <a:pt x="19" y="57"/>
                    <a:pt x="14" y="64"/>
                    <a:pt x="10" y="70"/>
                  </a:cubicBezTo>
                  <a:cubicBezTo>
                    <a:pt x="7" y="74"/>
                    <a:pt x="4" y="79"/>
                    <a:pt x="0" y="81"/>
                  </a:cubicBezTo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1" name="Freeform 161">
              <a:extLst>
                <a:ext uri="{FF2B5EF4-FFF2-40B4-BE49-F238E27FC236}">
                  <a16:creationId xmlns:a16="http://schemas.microsoft.com/office/drawing/2014/main" id="{956A085D-4C49-4FA9-9682-AAC74298E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484"/>
              <a:ext cx="105" cy="256"/>
            </a:xfrm>
            <a:custGeom>
              <a:avLst/>
              <a:gdLst>
                <a:gd name="T0" fmla="*/ 520 w 42"/>
                <a:gd name="T1" fmla="*/ 0 h 96"/>
                <a:gd name="T2" fmla="*/ 520 w 42"/>
                <a:gd name="T3" fmla="*/ 248 h 96"/>
                <a:gd name="T4" fmla="*/ 645 w 42"/>
                <a:gd name="T5" fmla="*/ 227 h 96"/>
                <a:gd name="T6" fmla="*/ 658 w 42"/>
                <a:gd name="T7" fmla="*/ 227 h 96"/>
                <a:gd name="T8" fmla="*/ 345 w 42"/>
                <a:gd name="T9" fmla="*/ 1024 h 96"/>
                <a:gd name="T10" fmla="*/ 0 w 42"/>
                <a:gd name="T11" fmla="*/ 1821 h 96"/>
                <a:gd name="T12" fmla="*/ 125 w 42"/>
                <a:gd name="T13" fmla="*/ 1387 h 96"/>
                <a:gd name="T14" fmla="*/ 220 w 42"/>
                <a:gd name="T15" fmla="*/ 947 h 96"/>
                <a:gd name="T16" fmla="*/ 313 w 42"/>
                <a:gd name="T17" fmla="*/ 605 h 96"/>
                <a:gd name="T18" fmla="*/ 375 w 42"/>
                <a:gd name="T19" fmla="*/ 456 h 96"/>
                <a:gd name="T20" fmla="*/ 425 w 42"/>
                <a:gd name="T21" fmla="*/ 320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96">
                  <a:moveTo>
                    <a:pt x="33" y="0"/>
                  </a:moveTo>
                  <a:cubicBezTo>
                    <a:pt x="33" y="3"/>
                    <a:pt x="30" y="10"/>
                    <a:pt x="33" y="13"/>
                  </a:cubicBezTo>
                  <a:cubicBezTo>
                    <a:pt x="35" y="16"/>
                    <a:pt x="39" y="13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39" y="27"/>
                    <a:pt x="30" y="41"/>
                    <a:pt x="22" y="54"/>
                  </a:cubicBezTo>
                  <a:cubicBezTo>
                    <a:pt x="14" y="67"/>
                    <a:pt x="8" y="82"/>
                    <a:pt x="0" y="96"/>
                  </a:cubicBezTo>
                  <a:cubicBezTo>
                    <a:pt x="1" y="88"/>
                    <a:pt x="5" y="81"/>
                    <a:pt x="8" y="73"/>
                  </a:cubicBezTo>
                  <a:cubicBezTo>
                    <a:pt x="10" y="66"/>
                    <a:pt x="11" y="58"/>
                    <a:pt x="14" y="50"/>
                  </a:cubicBezTo>
                  <a:cubicBezTo>
                    <a:pt x="16" y="44"/>
                    <a:pt x="18" y="38"/>
                    <a:pt x="20" y="32"/>
                  </a:cubicBezTo>
                  <a:cubicBezTo>
                    <a:pt x="22" y="30"/>
                    <a:pt x="23" y="27"/>
                    <a:pt x="24" y="24"/>
                  </a:cubicBezTo>
                  <a:cubicBezTo>
                    <a:pt x="25" y="22"/>
                    <a:pt x="25" y="19"/>
                    <a:pt x="27" y="17"/>
                  </a:cubicBezTo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2" name="Freeform 162">
              <a:extLst>
                <a:ext uri="{FF2B5EF4-FFF2-40B4-BE49-F238E27FC236}">
                  <a16:creationId xmlns:a16="http://schemas.microsoft.com/office/drawing/2014/main" id="{B4C6ED32-EE59-4A2F-9E4C-58EC3491F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441"/>
              <a:ext cx="55" cy="198"/>
            </a:xfrm>
            <a:custGeom>
              <a:avLst/>
              <a:gdLst>
                <a:gd name="T0" fmla="*/ 0 w 22"/>
                <a:gd name="T1" fmla="*/ 0 h 74"/>
                <a:gd name="T2" fmla="*/ 20 w 22"/>
                <a:gd name="T3" fmla="*/ 500 h 74"/>
                <a:gd name="T4" fmla="*/ 145 w 22"/>
                <a:gd name="T5" fmla="*/ 1418 h 74"/>
                <a:gd name="T6" fmla="*/ 283 w 22"/>
                <a:gd name="T7" fmla="*/ 939 h 74"/>
                <a:gd name="T8" fmla="*/ 345 w 22"/>
                <a:gd name="T9" fmla="*/ 423 h 74"/>
                <a:gd name="T10" fmla="*/ 158 w 22"/>
                <a:gd name="T11" fmla="*/ 573 h 74"/>
                <a:gd name="T12" fmla="*/ 0 w 22"/>
                <a:gd name="T13" fmla="*/ 5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2" y="7"/>
                    <a:pt x="1" y="18"/>
                    <a:pt x="1" y="26"/>
                  </a:cubicBezTo>
                  <a:cubicBezTo>
                    <a:pt x="3" y="43"/>
                    <a:pt x="5" y="59"/>
                    <a:pt x="9" y="74"/>
                  </a:cubicBezTo>
                  <a:cubicBezTo>
                    <a:pt x="11" y="67"/>
                    <a:pt x="15" y="56"/>
                    <a:pt x="18" y="49"/>
                  </a:cubicBezTo>
                  <a:cubicBezTo>
                    <a:pt x="22" y="42"/>
                    <a:pt x="21" y="30"/>
                    <a:pt x="22" y="22"/>
                  </a:cubicBezTo>
                  <a:cubicBezTo>
                    <a:pt x="19" y="27"/>
                    <a:pt x="16" y="41"/>
                    <a:pt x="10" y="30"/>
                  </a:cubicBezTo>
                  <a:cubicBezTo>
                    <a:pt x="5" y="22"/>
                    <a:pt x="4" y="12"/>
                    <a:pt x="0" y="3"/>
                  </a:cubicBezTo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3" name="Freeform 163">
              <a:extLst>
                <a:ext uri="{FF2B5EF4-FFF2-40B4-BE49-F238E27FC236}">
                  <a16:creationId xmlns:a16="http://schemas.microsoft.com/office/drawing/2014/main" id="{B4D28DA1-7DC7-4F9F-A6AC-BB18DC5DA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292"/>
              <a:ext cx="125" cy="248"/>
            </a:xfrm>
            <a:custGeom>
              <a:avLst/>
              <a:gdLst>
                <a:gd name="T0" fmla="*/ 408 w 50"/>
                <a:gd name="T1" fmla="*/ 832 h 93"/>
                <a:gd name="T2" fmla="*/ 0 w 50"/>
                <a:gd name="T3" fmla="*/ 1629 h 93"/>
                <a:gd name="T4" fmla="*/ 125 w 50"/>
                <a:gd name="T5" fmla="*/ 1629 h 93"/>
                <a:gd name="T6" fmla="*/ 625 w 50"/>
                <a:gd name="T7" fmla="*/ 589 h 93"/>
                <a:gd name="T8" fmla="*/ 783 w 50"/>
                <a:gd name="T9" fmla="*/ 0 h 93"/>
                <a:gd name="T10" fmla="*/ 408 w 50"/>
                <a:gd name="T11" fmla="*/ 832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93">
                  <a:moveTo>
                    <a:pt x="26" y="44"/>
                  </a:moveTo>
                  <a:cubicBezTo>
                    <a:pt x="18" y="56"/>
                    <a:pt x="0" y="86"/>
                    <a:pt x="0" y="86"/>
                  </a:cubicBezTo>
                  <a:cubicBezTo>
                    <a:pt x="0" y="86"/>
                    <a:pt x="5" y="93"/>
                    <a:pt x="8" y="86"/>
                  </a:cubicBezTo>
                  <a:cubicBezTo>
                    <a:pt x="11" y="79"/>
                    <a:pt x="31" y="43"/>
                    <a:pt x="40" y="31"/>
                  </a:cubicBezTo>
                  <a:cubicBezTo>
                    <a:pt x="48" y="18"/>
                    <a:pt x="49" y="6"/>
                    <a:pt x="50" y="0"/>
                  </a:cubicBezTo>
                  <a:cubicBezTo>
                    <a:pt x="49" y="6"/>
                    <a:pt x="45" y="18"/>
                    <a:pt x="26" y="44"/>
                  </a:cubicBezTo>
                  <a:close/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4" name="Freeform 164">
              <a:extLst>
                <a:ext uri="{FF2B5EF4-FFF2-40B4-BE49-F238E27FC236}">
                  <a16:creationId xmlns:a16="http://schemas.microsoft.com/office/drawing/2014/main" id="{B4FA9762-E03D-4203-AFFA-462F3E5FF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217"/>
              <a:ext cx="88" cy="291"/>
            </a:xfrm>
            <a:custGeom>
              <a:avLst/>
              <a:gdLst>
                <a:gd name="T0" fmla="*/ 443 w 35"/>
                <a:gd name="T1" fmla="*/ 0 h 109"/>
                <a:gd name="T2" fmla="*/ 556 w 35"/>
                <a:gd name="T3" fmla="*/ 56 h 109"/>
                <a:gd name="T4" fmla="*/ 0 w 35"/>
                <a:gd name="T5" fmla="*/ 2074 h 109"/>
                <a:gd name="T6" fmla="*/ 463 w 35"/>
                <a:gd name="T7" fmla="*/ 150 h 109"/>
                <a:gd name="T8" fmla="*/ 443 w 35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09">
                  <a:moveTo>
                    <a:pt x="28" y="0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9" y="79"/>
                    <a:pt x="0" y="109"/>
                  </a:cubicBezTo>
                  <a:cubicBezTo>
                    <a:pt x="3" y="94"/>
                    <a:pt x="28" y="13"/>
                    <a:pt x="29" y="8"/>
                  </a:cubicBezTo>
                  <a:cubicBezTo>
                    <a:pt x="30" y="3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00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5" name="Freeform 165">
              <a:extLst>
                <a:ext uri="{FF2B5EF4-FFF2-40B4-BE49-F238E27FC236}">
                  <a16:creationId xmlns:a16="http://schemas.microsoft.com/office/drawing/2014/main" id="{A4891B60-CD1C-405F-953B-AE8A93939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769"/>
              <a:ext cx="200" cy="408"/>
            </a:xfrm>
            <a:custGeom>
              <a:avLst/>
              <a:gdLst>
                <a:gd name="T0" fmla="*/ 0 w 80"/>
                <a:gd name="T1" fmla="*/ 1800 h 153"/>
                <a:gd name="T2" fmla="*/ 188 w 80"/>
                <a:gd name="T3" fmla="*/ 2616 h 153"/>
                <a:gd name="T4" fmla="*/ 208 w 80"/>
                <a:gd name="T5" fmla="*/ 2653 h 153"/>
                <a:gd name="T6" fmla="*/ 363 w 80"/>
                <a:gd name="T7" fmla="*/ 1899 h 153"/>
                <a:gd name="T8" fmla="*/ 1250 w 80"/>
                <a:gd name="T9" fmla="*/ 0 h 153"/>
                <a:gd name="T10" fmla="*/ 583 w 80"/>
                <a:gd name="T11" fmla="*/ 1331 h 153"/>
                <a:gd name="T12" fmla="*/ 208 w 80"/>
                <a:gd name="T13" fmla="*/ 1955 h 153"/>
                <a:gd name="T14" fmla="*/ 0 w 80"/>
                <a:gd name="T15" fmla="*/ 1800 h 1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53">
                  <a:moveTo>
                    <a:pt x="0" y="95"/>
                  </a:moveTo>
                  <a:cubicBezTo>
                    <a:pt x="4" y="107"/>
                    <a:pt x="12" y="123"/>
                    <a:pt x="12" y="138"/>
                  </a:cubicBezTo>
                  <a:cubicBezTo>
                    <a:pt x="12" y="153"/>
                    <a:pt x="10" y="150"/>
                    <a:pt x="13" y="140"/>
                  </a:cubicBezTo>
                  <a:cubicBezTo>
                    <a:pt x="15" y="131"/>
                    <a:pt x="17" y="112"/>
                    <a:pt x="23" y="100"/>
                  </a:cubicBezTo>
                  <a:cubicBezTo>
                    <a:pt x="29" y="88"/>
                    <a:pt x="72" y="16"/>
                    <a:pt x="80" y="0"/>
                  </a:cubicBezTo>
                  <a:cubicBezTo>
                    <a:pt x="72" y="14"/>
                    <a:pt x="52" y="50"/>
                    <a:pt x="37" y="70"/>
                  </a:cubicBezTo>
                  <a:cubicBezTo>
                    <a:pt x="23" y="88"/>
                    <a:pt x="17" y="101"/>
                    <a:pt x="13" y="103"/>
                  </a:cubicBezTo>
                  <a:cubicBezTo>
                    <a:pt x="8" y="105"/>
                    <a:pt x="1" y="99"/>
                    <a:pt x="0" y="95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6" name="Freeform 166">
              <a:extLst>
                <a:ext uri="{FF2B5EF4-FFF2-40B4-BE49-F238E27FC236}">
                  <a16:creationId xmlns:a16="http://schemas.microsoft.com/office/drawing/2014/main" id="{513278B3-2905-4DC2-8BF4-46B0CC3F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004"/>
              <a:ext cx="90" cy="43"/>
            </a:xfrm>
            <a:custGeom>
              <a:avLst/>
              <a:gdLst>
                <a:gd name="T0" fmla="*/ 533 w 36"/>
                <a:gd name="T1" fmla="*/ 253 h 16"/>
                <a:gd name="T2" fmla="*/ 63 w 36"/>
                <a:gd name="T3" fmla="*/ 35 h 16"/>
                <a:gd name="T4" fmla="*/ 0 w 36"/>
                <a:gd name="T5" fmla="*/ 35 h 16"/>
                <a:gd name="T6" fmla="*/ 158 w 36"/>
                <a:gd name="T7" fmla="*/ 196 h 16"/>
                <a:gd name="T8" fmla="*/ 408 w 36"/>
                <a:gd name="T9" fmla="*/ 274 h 16"/>
                <a:gd name="T10" fmla="*/ 563 w 36"/>
                <a:gd name="T11" fmla="*/ 274 h 16"/>
                <a:gd name="T12" fmla="*/ 533 w 36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6">
                  <a:moveTo>
                    <a:pt x="34" y="13"/>
                  </a:moveTo>
                  <a:cubicBezTo>
                    <a:pt x="29" y="5"/>
                    <a:pt x="13" y="0"/>
                    <a:pt x="4" y="2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5"/>
                    <a:pt x="7" y="9"/>
                    <a:pt x="10" y="10"/>
                  </a:cubicBezTo>
                  <a:cubicBezTo>
                    <a:pt x="15" y="11"/>
                    <a:pt x="20" y="14"/>
                    <a:pt x="26" y="14"/>
                  </a:cubicBezTo>
                  <a:cubicBezTo>
                    <a:pt x="29" y="14"/>
                    <a:pt x="33" y="16"/>
                    <a:pt x="36" y="14"/>
                  </a:cubicBezTo>
                  <a:cubicBezTo>
                    <a:pt x="35" y="14"/>
                    <a:pt x="34" y="14"/>
                    <a:pt x="34" y="13"/>
                  </a:cubicBezTo>
                  <a:close/>
                </a:path>
              </a:pathLst>
            </a:custGeom>
            <a:solidFill>
              <a:srgbClr val="F1E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7" name="Freeform 167">
              <a:extLst>
                <a:ext uri="{FF2B5EF4-FFF2-40B4-BE49-F238E27FC236}">
                  <a16:creationId xmlns:a16="http://schemas.microsoft.com/office/drawing/2014/main" id="{E66FB0E4-B5FC-4FAB-B8F5-151EC9DE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036"/>
              <a:ext cx="111" cy="45"/>
            </a:xfrm>
            <a:custGeom>
              <a:avLst/>
              <a:gdLst>
                <a:gd name="T0" fmla="*/ 706 w 44"/>
                <a:gd name="T1" fmla="*/ 281 h 17"/>
                <a:gd name="T2" fmla="*/ 50 w 44"/>
                <a:gd name="T3" fmla="*/ 56 h 17"/>
                <a:gd name="T4" fmla="*/ 0 w 44"/>
                <a:gd name="T5" fmla="*/ 21 h 17"/>
                <a:gd name="T6" fmla="*/ 272 w 44"/>
                <a:gd name="T7" fmla="*/ 225 h 17"/>
                <a:gd name="T8" fmla="*/ 527 w 44"/>
                <a:gd name="T9" fmla="*/ 281 h 17"/>
                <a:gd name="T10" fmla="*/ 706 w 44"/>
                <a:gd name="T11" fmla="*/ 294 h 17"/>
                <a:gd name="T12" fmla="*/ 706 w 44"/>
                <a:gd name="T13" fmla="*/ 28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7">
                  <a:moveTo>
                    <a:pt x="44" y="15"/>
                  </a:moveTo>
                  <a:cubicBezTo>
                    <a:pt x="35" y="3"/>
                    <a:pt x="11" y="0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1" y="8"/>
                    <a:pt x="12" y="11"/>
                    <a:pt x="17" y="12"/>
                  </a:cubicBezTo>
                  <a:cubicBezTo>
                    <a:pt x="24" y="13"/>
                    <a:pt x="27" y="14"/>
                    <a:pt x="33" y="15"/>
                  </a:cubicBezTo>
                  <a:cubicBezTo>
                    <a:pt x="35" y="16"/>
                    <a:pt x="41" y="17"/>
                    <a:pt x="44" y="16"/>
                  </a:cubicBezTo>
                  <a:cubicBezTo>
                    <a:pt x="44" y="16"/>
                    <a:pt x="44" y="16"/>
                    <a:pt x="44" y="15"/>
                  </a:cubicBezTo>
                  <a:close/>
                </a:path>
              </a:pathLst>
            </a:custGeom>
            <a:solidFill>
              <a:srgbClr val="F1E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8" name="Freeform 168">
              <a:extLst>
                <a:ext uri="{FF2B5EF4-FFF2-40B4-BE49-F238E27FC236}">
                  <a16:creationId xmlns:a16="http://schemas.microsoft.com/office/drawing/2014/main" id="{4C1654C7-53C0-4CE7-A285-959C668D1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044"/>
              <a:ext cx="43" cy="112"/>
            </a:xfrm>
            <a:custGeom>
              <a:avLst/>
              <a:gdLst>
                <a:gd name="T0" fmla="*/ 20 w 17"/>
                <a:gd name="T1" fmla="*/ 797 h 42"/>
                <a:gd name="T2" fmla="*/ 33 w 17"/>
                <a:gd name="T3" fmla="*/ 568 h 42"/>
                <a:gd name="T4" fmla="*/ 159 w 17"/>
                <a:gd name="T5" fmla="*/ 307 h 42"/>
                <a:gd name="T6" fmla="*/ 276 w 1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2">
                  <a:moveTo>
                    <a:pt x="1" y="42"/>
                  </a:moveTo>
                  <a:cubicBezTo>
                    <a:pt x="1" y="37"/>
                    <a:pt x="0" y="34"/>
                    <a:pt x="2" y="30"/>
                  </a:cubicBezTo>
                  <a:cubicBezTo>
                    <a:pt x="5" y="25"/>
                    <a:pt x="8" y="21"/>
                    <a:pt x="10" y="16"/>
                  </a:cubicBezTo>
                  <a:cubicBezTo>
                    <a:pt x="12" y="10"/>
                    <a:pt x="12" y="4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9" name="Freeform 169">
              <a:extLst>
                <a:ext uri="{FF2B5EF4-FFF2-40B4-BE49-F238E27FC236}">
                  <a16:creationId xmlns:a16="http://schemas.microsoft.com/office/drawing/2014/main" id="{74F311FC-D219-4B85-8BAD-C3122747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3049"/>
              <a:ext cx="30" cy="128"/>
            </a:xfrm>
            <a:custGeom>
              <a:avLst/>
              <a:gdLst>
                <a:gd name="T0" fmla="*/ 188 w 12"/>
                <a:gd name="T1" fmla="*/ 0 h 48"/>
                <a:gd name="T2" fmla="*/ 83 w 12"/>
                <a:gd name="T3" fmla="*/ 456 h 48"/>
                <a:gd name="T4" fmla="*/ 0 w 12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8">
                  <a:moveTo>
                    <a:pt x="12" y="0"/>
                  </a:moveTo>
                  <a:cubicBezTo>
                    <a:pt x="8" y="8"/>
                    <a:pt x="5" y="15"/>
                    <a:pt x="5" y="24"/>
                  </a:cubicBezTo>
                  <a:cubicBezTo>
                    <a:pt x="4" y="30"/>
                    <a:pt x="3" y="43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0" name="Freeform 170">
              <a:extLst>
                <a:ext uri="{FF2B5EF4-FFF2-40B4-BE49-F238E27FC236}">
                  <a16:creationId xmlns:a16="http://schemas.microsoft.com/office/drawing/2014/main" id="{4A10C6D2-0E95-452C-9DCE-50643EDF9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041"/>
              <a:ext cx="18" cy="136"/>
            </a:xfrm>
            <a:custGeom>
              <a:avLst/>
              <a:gdLst>
                <a:gd name="T0" fmla="*/ 118 w 7"/>
                <a:gd name="T1" fmla="*/ 0 h 51"/>
                <a:gd name="T2" fmla="*/ 0 w 7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1">
                  <a:moveTo>
                    <a:pt x="7" y="0"/>
                  </a:moveTo>
                  <a:cubicBezTo>
                    <a:pt x="1" y="15"/>
                    <a:pt x="4" y="36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1" name="Freeform 171">
              <a:extLst>
                <a:ext uri="{FF2B5EF4-FFF2-40B4-BE49-F238E27FC236}">
                  <a16:creationId xmlns:a16="http://schemas.microsoft.com/office/drawing/2014/main" id="{60FC5D85-36EA-4747-B093-23A7D907E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044"/>
              <a:ext cx="8" cy="120"/>
            </a:xfrm>
            <a:custGeom>
              <a:avLst/>
              <a:gdLst>
                <a:gd name="T0" fmla="*/ 35 w 3"/>
                <a:gd name="T1" fmla="*/ 0 h 45"/>
                <a:gd name="T2" fmla="*/ 21 w 3"/>
                <a:gd name="T3" fmla="*/ 456 h 45"/>
                <a:gd name="T4" fmla="*/ 35 w 3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5">
                  <a:moveTo>
                    <a:pt x="2" y="0"/>
                  </a:moveTo>
                  <a:cubicBezTo>
                    <a:pt x="3" y="7"/>
                    <a:pt x="1" y="17"/>
                    <a:pt x="1" y="24"/>
                  </a:cubicBezTo>
                  <a:cubicBezTo>
                    <a:pt x="0" y="31"/>
                    <a:pt x="1" y="38"/>
                    <a:pt x="2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2" name="Freeform 172">
              <a:extLst>
                <a:ext uri="{FF2B5EF4-FFF2-40B4-BE49-F238E27FC236}">
                  <a16:creationId xmlns:a16="http://schemas.microsoft.com/office/drawing/2014/main" id="{E7A99FCE-5371-48E9-86D1-CB94048B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3047"/>
              <a:ext cx="10" cy="136"/>
            </a:xfrm>
            <a:custGeom>
              <a:avLst/>
              <a:gdLst>
                <a:gd name="T0" fmla="*/ 0 w 4"/>
                <a:gd name="T1" fmla="*/ 0 h 51"/>
                <a:gd name="T2" fmla="*/ 20 w 4"/>
                <a:gd name="T3" fmla="*/ 248 h 51"/>
                <a:gd name="T4" fmla="*/ 63 w 4"/>
                <a:gd name="T5" fmla="*/ 491 h 51"/>
                <a:gd name="T6" fmla="*/ 0 w 4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1">
                  <a:moveTo>
                    <a:pt x="0" y="0"/>
                  </a:moveTo>
                  <a:cubicBezTo>
                    <a:pt x="2" y="3"/>
                    <a:pt x="0" y="8"/>
                    <a:pt x="1" y="13"/>
                  </a:cubicBezTo>
                  <a:cubicBezTo>
                    <a:pt x="1" y="18"/>
                    <a:pt x="4" y="22"/>
                    <a:pt x="4" y="26"/>
                  </a:cubicBezTo>
                  <a:cubicBezTo>
                    <a:pt x="4" y="31"/>
                    <a:pt x="1" y="46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3" name="Freeform 173">
              <a:extLst>
                <a:ext uri="{FF2B5EF4-FFF2-40B4-BE49-F238E27FC236}">
                  <a16:creationId xmlns:a16="http://schemas.microsoft.com/office/drawing/2014/main" id="{A8097C44-7F5A-44B1-BAD5-5DD5E8F46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063"/>
              <a:ext cx="13" cy="130"/>
            </a:xfrm>
            <a:custGeom>
              <a:avLst/>
              <a:gdLst>
                <a:gd name="T0" fmla="*/ 0 w 5"/>
                <a:gd name="T1" fmla="*/ 0 h 49"/>
                <a:gd name="T2" fmla="*/ 21 w 5"/>
                <a:gd name="T3" fmla="*/ 191 h 49"/>
                <a:gd name="T4" fmla="*/ 68 w 5"/>
                <a:gd name="T5" fmla="*/ 578 h 49"/>
                <a:gd name="T6" fmla="*/ 0 w 5"/>
                <a:gd name="T7" fmla="*/ 91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9">
                  <a:moveTo>
                    <a:pt x="0" y="0"/>
                  </a:moveTo>
                  <a:cubicBezTo>
                    <a:pt x="1" y="3"/>
                    <a:pt x="0" y="6"/>
                    <a:pt x="1" y="10"/>
                  </a:cubicBezTo>
                  <a:cubicBezTo>
                    <a:pt x="3" y="17"/>
                    <a:pt x="5" y="25"/>
                    <a:pt x="4" y="31"/>
                  </a:cubicBezTo>
                  <a:cubicBezTo>
                    <a:pt x="3" y="39"/>
                    <a:pt x="1" y="4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4" name="Freeform 174">
              <a:extLst>
                <a:ext uri="{FF2B5EF4-FFF2-40B4-BE49-F238E27FC236}">
                  <a16:creationId xmlns:a16="http://schemas.microsoft.com/office/drawing/2014/main" id="{A2E24A43-37E5-49EB-96B5-216AAAE9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065"/>
              <a:ext cx="10" cy="128"/>
            </a:xfrm>
            <a:custGeom>
              <a:avLst/>
              <a:gdLst>
                <a:gd name="T0" fmla="*/ 0 w 4"/>
                <a:gd name="T1" fmla="*/ 0 h 48"/>
                <a:gd name="T2" fmla="*/ 33 w 4"/>
                <a:gd name="T3" fmla="*/ 227 h 48"/>
                <a:gd name="T4" fmla="*/ 63 w 4"/>
                <a:gd name="T5" fmla="*/ 456 h 48"/>
                <a:gd name="T6" fmla="*/ 20 w 4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8">
                  <a:moveTo>
                    <a:pt x="0" y="0"/>
                  </a:moveTo>
                  <a:cubicBezTo>
                    <a:pt x="2" y="4"/>
                    <a:pt x="1" y="7"/>
                    <a:pt x="2" y="12"/>
                  </a:cubicBezTo>
                  <a:cubicBezTo>
                    <a:pt x="2" y="16"/>
                    <a:pt x="4" y="20"/>
                    <a:pt x="4" y="24"/>
                  </a:cubicBezTo>
                  <a:cubicBezTo>
                    <a:pt x="4" y="32"/>
                    <a:pt x="3" y="41"/>
                    <a:pt x="1" y="4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" name="Freeform 175">
              <a:extLst>
                <a:ext uri="{FF2B5EF4-FFF2-40B4-BE49-F238E27FC236}">
                  <a16:creationId xmlns:a16="http://schemas.microsoft.com/office/drawing/2014/main" id="{EDAB5B1E-4C46-4009-A412-1C11562E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079"/>
              <a:ext cx="15" cy="117"/>
            </a:xfrm>
            <a:custGeom>
              <a:avLst/>
              <a:gdLst>
                <a:gd name="T0" fmla="*/ 0 w 6"/>
                <a:gd name="T1" fmla="*/ 0 h 44"/>
                <a:gd name="T2" fmla="*/ 20 w 6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4">
                  <a:moveTo>
                    <a:pt x="0" y="0"/>
                  </a:moveTo>
                  <a:cubicBezTo>
                    <a:pt x="1" y="13"/>
                    <a:pt x="6" y="30"/>
                    <a:pt x="1" y="4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" name="Freeform 176">
              <a:extLst>
                <a:ext uri="{FF2B5EF4-FFF2-40B4-BE49-F238E27FC236}">
                  <a16:creationId xmlns:a16="http://schemas.microsoft.com/office/drawing/2014/main" id="{008A0F25-B94A-4366-9946-86A99370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052"/>
              <a:ext cx="17" cy="144"/>
            </a:xfrm>
            <a:custGeom>
              <a:avLst/>
              <a:gdLst>
                <a:gd name="T0" fmla="*/ 100 w 7"/>
                <a:gd name="T1" fmla="*/ 0 h 54"/>
                <a:gd name="T2" fmla="*/ 70 w 7"/>
                <a:gd name="T3" fmla="*/ 547 h 54"/>
                <a:gd name="T4" fmla="*/ 41 w 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4">
                  <a:moveTo>
                    <a:pt x="7" y="0"/>
                  </a:moveTo>
                  <a:cubicBezTo>
                    <a:pt x="6" y="10"/>
                    <a:pt x="6" y="20"/>
                    <a:pt x="5" y="29"/>
                  </a:cubicBezTo>
                  <a:cubicBezTo>
                    <a:pt x="4" y="37"/>
                    <a:pt x="0" y="46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" name="Freeform 177">
              <a:extLst>
                <a:ext uri="{FF2B5EF4-FFF2-40B4-BE49-F238E27FC236}">
                  <a16:creationId xmlns:a16="http://schemas.microsoft.com/office/drawing/2014/main" id="{EBC00ED6-7E1C-4340-9889-E7A47BC53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055"/>
              <a:ext cx="13" cy="133"/>
            </a:xfrm>
            <a:custGeom>
              <a:avLst/>
              <a:gdLst>
                <a:gd name="T0" fmla="*/ 68 w 5"/>
                <a:gd name="T1" fmla="*/ 0 h 50"/>
                <a:gd name="T2" fmla="*/ 0 w 5"/>
                <a:gd name="T3" fmla="*/ 94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0">
                  <a:moveTo>
                    <a:pt x="4" y="0"/>
                  </a:moveTo>
                  <a:cubicBezTo>
                    <a:pt x="4" y="17"/>
                    <a:pt x="5" y="34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" name="Freeform 178">
              <a:extLst>
                <a:ext uri="{FF2B5EF4-FFF2-40B4-BE49-F238E27FC236}">
                  <a16:creationId xmlns:a16="http://schemas.microsoft.com/office/drawing/2014/main" id="{0DDA7167-63B7-434E-A82B-51551480B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041"/>
              <a:ext cx="20" cy="131"/>
            </a:xfrm>
            <a:custGeom>
              <a:avLst/>
              <a:gdLst>
                <a:gd name="T0" fmla="*/ 125 w 8"/>
                <a:gd name="T1" fmla="*/ 0 h 49"/>
                <a:gd name="T2" fmla="*/ 20 w 8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8" y="0"/>
                  </a:moveTo>
                  <a:cubicBezTo>
                    <a:pt x="4" y="16"/>
                    <a:pt x="0" y="33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" name="Freeform 179">
              <a:extLst>
                <a:ext uri="{FF2B5EF4-FFF2-40B4-BE49-F238E27FC236}">
                  <a16:creationId xmlns:a16="http://schemas.microsoft.com/office/drawing/2014/main" id="{F647BF65-728C-4158-849D-173F1EF2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3044"/>
              <a:ext cx="33" cy="120"/>
            </a:xfrm>
            <a:custGeom>
              <a:avLst/>
              <a:gdLst>
                <a:gd name="T0" fmla="*/ 213 w 13"/>
                <a:gd name="T1" fmla="*/ 0 h 45"/>
                <a:gd name="T2" fmla="*/ 63 w 13"/>
                <a:gd name="T3" fmla="*/ 568 h 45"/>
                <a:gd name="T4" fmla="*/ 33 w 13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5">
                  <a:moveTo>
                    <a:pt x="13" y="0"/>
                  </a:moveTo>
                  <a:cubicBezTo>
                    <a:pt x="9" y="8"/>
                    <a:pt x="6" y="21"/>
                    <a:pt x="4" y="30"/>
                  </a:cubicBezTo>
                  <a:cubicBezTo>
                    <a:pt x="2" y="36"/>
                    <a:pt x="0" y="39"/>
                    <a:pt x="2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" name="Freeform 180">
              <a:extLst>
                <a:ext uri="{FF2B5EF4-FFF2-40B4-BE49-F238E27FC236}">
                  <a16:creationId xmlns:a16="http://schemas.microsoft.com/office/drawing/2014/main" id="{181AB4A5-7207-4ED0-B692-B688CF9B4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423"/>
              <a:ext cx="910" cy="1621"/>
            </a:xfrm>
            <a:custGeom>
              <a:avLst/>
              <a:gdLst>
                <a:gd name="T0" fmla="*/ 1595 w 364"/>
                <a:gd name="T1" fmla="*/ 4778 h 608"/>
                <a:gd name="T2" fmla="*/ 2645 w 364"/>
                <a:gd name="T3" fmla="*/ 3618 h 608"/>
                <a:gd name="T4" fmla="*/ 5283 w 364"/>
                <a:gd name="T5" fmla="*/ 0 h 608"/>
                <a:gd name="T6" fmla="*/ 5688 w 364"/>
                <a:gd name="T7" fmla="*/ 264 h 608"/>
                <a:gd name="T8" fmla="*/ 4658 w 364"/>
                <a:gd name="T9" fmla="*/ 1898 h 608"/>
                <a:gd name="T10" fmla="*/ 2925 w 364"/>
                <a:gd name="T11" fmla="*/ 4172 h 608"/>
                <a:gd name="T12" fmla="*/ 1988 w 364"/>
                <a:gd name="T13" fmla="*/ 5743 h 608"/>
                <a:gd name="T14" fmla="*/ 958 w 364"/>
                <a:gd name="T15" fmla="*/ 9795 h 608"/>
                <a:gd name="T16" fmla="*/ 688 w 364"/>
                <a:gd name="T17" fmla="*/ 11032 h 608"/>
                <a:gd name="T18" fmla="*/ 595 w 364"/>
                <a:gd name="T19" fmla="*/ 11502 h 608"/>
                <a:gd name="T20" fmla="*/ 563 w 364"/>
                <a:gd name="T21" fmla="*/ 11486 h 608"/>
                <a:gd name="T22" fmla="*/ 95 w 364"/>
                <a:gd name="T23" fmla="*/ 11272 h 608"/>
                <a:gd name="T24" fmla="*/ 33 w 364"/>
                <a:gd name="T25" fmla="*/ 11238 h 608"/>
                <a:gd name="T26" fmla="*/ 113 w 364"/>
                <a:gd name="T27" fmla="*/ 10840 h 608"/>
                <a:gd name="T28" fmla="*/ 438 w 364"/>
                <a:gd name="T29" fmla="*/ 9553 h 608"/>
                <a:gd name="T30" fmla="*/ 1595 w 364"/>
                <a:gd name="T31" fmla="*/ 4778 h 6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4" h="608">
                  <a:moveTo>
                    <a:pt x="102" y="252"/>
                  </a:moveTo>
                  <a:cubicBezTo>
                    <a:pt x="119" y="219"/>
                    <a:pt x="135" y="218"/>
                    <a:pt x="169" y="191"/>
                  </a:cubicBezTo>
                  <a:cubicBezTo>
                    <a:pt x="210" y="160"/>
                    <a:pt x="322" y="32"/>
                    <a:pt x="338" y="0"/>
                  </a:cubicBezTo>
                  <a:cubicBezTo>
                    <a:pt x="350" y="0"/>
                    <a:pt x="364" y="14"/>
                    <a:pt x="364" y="14"/>
                  </a:cubicBezTo>
                  <a:cubicBezTo>
                    <a:pt x="364" y="14"/>
                    <a:pt x="322" y="68"/>
                    <a:pt x="298" y="100"/>
                  </a:cubicBezTo>
                  <a:cubicBezTo>
                    <a:pt x="274" y="131"/>
                    <a:pt x="223" y="183"/>
                    <a:pt x="187" y="220"/>
                  </a:cubicBezTo>
                  <a:cubicBezTo>
                    <a:pt x="151" y="256"/>
                    <a:pt x="143" y="258"/>
                    <a:pt x="127" y="303"/>
                  </a:cubicBezTo>
                  <a:cubicBezTo>
                    <a:pt x="111" y="348"/>
                    <a:pt x="71" y="471"/>
                    <a:pt x="61" y="517"/>
                  </a:cubicBezTo>
                  <a:cubicBezTo>
                    <a:pt x="51" y="563"/>
                    <a:pt x="45" y="575"/>
                    <a:pt x="44" y="582"/>
                  </a:cubicBezTo>
                  <a:cubicBezTo>
                    <a:pt x="44" y="588"/>
                    <a:pt x="46" y="598"/>
                    <a:pt x="38" y="607"/>
                  </a:cubicBezTo>
                  <a:cubicBezTo>
                    <a:pt x="37" y="608"/>
                    <a:pt x="36" y="607"/>
                    <a:pt x="36" y="606"/>
                  </a:cubicBezTo>
                  <a:cubicBezTo>
                    <a:pt x="31" y="598"/>
                    <a:pt x="15" y="593"/>
                    <a:pt x="6" y="595"/>
                  </a:cubicBezTo>
                  <a:cubicBezTo>
                    <a:pt x="3" y="596"/>
                    <a:pt x="2" y="594"/>
                    <a:pt x="2" y="593"/>
                  </a:cubicBezTo>
                  <a:cubicBezTo>
                    <a:pt x="0" y="584"/>
                    <a:pt x="1" y="579"/>
                    <a:pt x="7" y="572"/>
                  </a:cubicBezTo>
                  <a:cubicBezTo>
                    <a:pt x="14" y="563"/>
                    <a:pt x="20" y="530"/>
                    <a:pt x="28" y="504"/>
                  </a:cubicBezTo>
                  <a:cubicBezTo>
                    <a:pt x="35" y="477"/>
                    <a:pt x="94" y="281"/>
                    <a:pt x="102" y="25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" name="Freeform 181">
              <a:extLst>
                <a:ext uri="{FF2B5EF4-FFF2-40B4-BE49-F238E27FC236}">
                  <a16:creationId xmlns:a16="http://schemas.microsoft.com/office/drawing/2014/main" id="{4BA4A5B0-41A4-470C-B488-E5E6DC22A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407"/>
              <a:ext cx="145" cy="682"/>
            </a:xfrm>
            <a:custGeom>
              <a:avLst/>
              <a:gdLst>
                <a:gd name="T0" fmla="*/ 908 w 58"/>
                <a:gd name="T1" fmla="*/ 35 h 256"/>
                <a:gd name="T2" fmla="*/ 658 w 58"/>
                <a:gd name="T3" fmla="*/ 2952 h 256"/>
                <a:gd name="T4" fmla="*/ 583 w 58"/>
                <a:gd name="T5" fmla="*/ 3442 h 256"/>
                <a:gd name="T6" fmla="*/ 470 w 58"/>
                <a:gd name="T7" fmla="*/ 4215 h 256"/>
                <a:gd name="T8" fmla="*/ 0 w 58"/>
                <a:gd name="T9" fmla="*/ 4841 h 256"/>
                <a:gd name="T10" fmla="*/ 220 w 58"/>
                <a:gd name="T11" fmla="*/ 3194 h 256"/>
                <a:gd name="T12" fmla="*/ 408 w 58"/>
                <a:gd name="T13" fmla="*/ 1284 h 256"/>
                <a:gd name="T14" fmla="*/ 520 w 58"/>
                <a:gd name="T15" fmla="*/ 93 h 256"/>
                <a:gd name="T16" fmla="*/ 908 w 58"/>
                <a:gd name="T17" fmla="*/ 3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56">
                  <a:moveTo>
                    <a:pt x="58" y="2"/>
                  </a:moveTo>
                  <a:cubicBezTo>
                    <a:pt x="54" y="24"/>
                    <a:pt x="47" y="120"/>
                    <a:pt x="42" y="156"/>
                  </a:cubicBezTo>
                  <a:cubicBezTo>
                    <a:pt x="40" y="165"/>
                    <a:pt x="39" y="173"/>
                    <a:pt x="37" y="182"/>
                  </a:cubicBezTo>
                  <a:cubicBezTo>
                    <a:pt x="34" y="196"/>
                    <a:pt x="31" y="212"/>
                    <a:pt x="30" y="223"/>
                  </a:cubicBezTo>
                  <a:cubicBezTo>
                    <a:pt x="18" y="231"/>
                    <a:pt x="9" y="239"/>
                    <a:pt x="0" y="256"/>
                  </a:cubicBezTo>
                  <a:cubicBezTo>
                    <a:pt x="0" y="235"/>
                    <a:pt x="8" y="199"/>
                    <a:pt x="14" y="169"/>
                  </a:cubicBezTo>
                  <a:cubicBezTo>
                    <a:pt x="19" y="141"/>
                    <a:pt x="25" y="92"/>
                    <a:pt x="26" y="68"/>
                  </a:cubicBezTo>
                  <a:cubicBezTo>
                    <a:pt x="27" y="45"/>
                    <a:pt x="33" y="5"/>
                    <a:pt x="33" y="5"/>
                  </a:cubicBezTo>
                  <a:cubicBezTo>
                    <a:pt x="33" y="5"/>
                    <a:pt x="56" y="0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" name="Freeform 182">
              <a:extLst>
                <a:ext uri="{FF2B5EF4-FFF2-40B4-BE49-F238E27FC236}">
                  <a16:creationId xmlns:a16="http://schemas.microsoft.com/office/drawing/2014/main" id="{E2C8478D-571C-48C4-B79E-C103A28A4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324"/>
              <a:ext cx="485" cy="680"/>
            </a:xfrm>
            <a:custGeom>
              <a:avLst/>
              <a:gdLst>
                <a:gd name="T0" fmla="*/ 2645 w 194"/>
                <a:gd name="T1" fmla="*/ 0 h 255"/>
                <a:gd name="T2" fmla="*/ 1375 w 194"/>
                <a:gd name="T3" fmla="*/ 2675 h 255"/>
                <a:gd name="T4" fmla="*/ 113 w 194"/>
                <a:gd name="T5" fmla="*/ 4189 h 255"/>
                <a:gd name="T6" fmla="*/ 33 w 194"/>
                <a:gd name="T7" fmla="*/ 4813 h 255"/>
                <a:gd name="T8" fmla="*/ 0 w 194"/>
                <a:gd name="T9" fmla="*/ 4835 h 255"/>
                <a:gd name="T10" fmla="*/ 595 w 194"/>
                <a:gd name="T11" fmla="*/ 4323 h 255"/>
                <a:gd name="T12" fmla="*/ 1958 w 194"/>
                <a:gd name="T13" fmla="*/ 2653 h 255"/>
                <a:gd name="T14" fmla="*/ 3033 w 194"/>
                <a:gd name="T15" fmla="*/ 227 h 255"/>
                <a:gd name="T16" fmla="*/ 2645 w 194"/>
                <a:gd name="T17" fmla="*/ 0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55">
                  <a:moveTo>
                    <a:pt x="169" y="0"/>
                  </a:moveTo>
                  <a:cubicBezTo>
                    <a:pt x="169" y="0"/>
                    <a:pt x="121" y="101"/>
                    <a:pt x="88" y="141"/>
                  </a:cubicBezTo>
                  <a:cubicBezTo>
                    <a:pt x="65" y="169"/>
                    <a:pt x="30" y="202"/>
                    <a:pt x="7" y="221"/>
                  </a:cubicBezTo>
                  <a:cubicBezTo>
                    <a:pt x="5" y="232"/>
                    <a:pt x="3" y="245"/>
                    <a:pt x="2" y="254"/>
                  </a:cubicBezTo>
                  <a:cubicBezTo>
                    <a:pt x="1" y="254"/>
                    <a:pt x="1" y="255"/>
                    <a:pt x="0" y="255"/>
                  </a:cubicBezTo>
                  <a:cubicBezTo>
                    <a:pt x="10" y="248"/>
                    <a:pt x="22" y="241"/>
                    <a:pt x="38" y="228"/>
                  </a:cubicBezTo>
                  <a:cubicBezTo>
                    <a:pt x="58" y="214"/>
                    <a:pt x="92" y="178"/>
                    <a:pt x="125" y="140"/>
                  </a:cubicBezTo>
                  <a:cubicBezTo>
                    <a:pt x="169" y="77"/>
                    <a:pt x="194" y="12"/>
                    <a:pt x="194" y="12"/>
                  </a:cubicBezTo>
                  <a:lnTo>
                    <a:pt x="16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" name="Freeform 183">
              <a:extLst>
                <a:ext uri="{FF2B5EF4-FFF2-40B4-BE49-F238E27FC236}">
                  <a16:creationId xmlns:a16="http://schemas.microsoft.com/office/drawing/2014/main" id="{AB16D32E-78A9-40FF-BECF-29749D55B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404"/>
              <a:ext cx="50" cy="56"/>
            </a:xfrm>
            <a:custGeom>
              <a:avLst/>
              <a:gdLst>
                <a:gd name="T0" fmla="*/ 313 w 20"/>
                <a:gd name="T1" fmla="*/ 397 h 21"/>
                <a:gd name="T2" fmla="*/ 83 w 20"/>
                <a:gd name="T3" fmla="*/ 0 h 21"/>
                <a:gd name="T4" fmla="*/ 0 w 20"/>
                <a:gd name="T5" fmla="*/ 149 h 21"/>
                <a:gd name="T6" fmla="*/ 313 w 2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0" y="21"/>
                  </a:moveTo>
                  <a:cubicBezTo>
                    <a:pt x="20" y="21"/>
                    <a:pt x="16" y="3"/>
                    <a:pt x="5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11"/>
                    <a:pt x="20" y="21"/>
                    <a:pt x="20" y="2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" name="Freeform 184">
              <a:extLst>
                <a:ext uri="{FF2B5EF4-FFF2-40B4-BE49-F238E27FC236}">
                  <a16:creationId xmlns:a16="http://schemas.microsoft.com/office/drawing/2014/main" id="{BC9C1FD2-5D14-4E27-BEA9-8B189C27F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204"/>
              <a:ext cx="160" cy="709"/>
            </a:xfrm>
            <a:custGeom>
              <a:avLst/>
              <a:gdLst>
                <a:gd name="T0" fmla="*/ 363 w 64"/>
                <a:gd name="T1" fmla="*/ 1477 h 266"/>
                <a:gd name="T2" fmla="*/ 113 w 64"/>
                <a:gd name="T3" fmla="*/ 4390 h 266"/>
                <a:gd name="T4" fmla="*/ 33 w 64"/>
                <a:gd name="T5" fmla="*/ 4888 h 266"/>
                <a:gd name="T6" fmla="*/ 0 w 64"/>
                <a:gd name="T7" fmla="*/ 5038 h 266"/>
                <a:gd name="T8" fmla="*/ 395 w 64"/>
                <a:gd name="T9" fmla="*/ 4619 h 266"/>
                <a:gd name="T10" fmla="*/ 1000 w 64"/>
                <a:gd name="T11" fmla="*/ 205 h 266"/>
                <a:gd name="T12" fmla="*/ 583 w 64"/>
                <a:gd name="T13" fmla="*/ 77 h 266"/>
                <a:gd name="T14" fmla="*/ 283 w 64"/>
                <a:gd name="T15" fmla="*/ 1477 h 266"/>
                <a:gd name="T16" fmla="*/ 363 w 64"/>
                <a:gd name="T17" fmla="*/ 1477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66">
                  <a:moveTo>
                    <a:pt x="23" y="78"/>
                  </a:moveTo>
                  <a:cubicBezTo>
                    <a:pt x="19" y="100"/>
                    <a:pt x="12" y="196"/>
                    <a:pt x="7" y="232"/>
                  </a:cubicBezTo>
                  <a:cubicBezTo>
                    <a:pt x="5" y="241"/>
                    <a:pt x="4" y="249"/>
                    <a:pt x="2" y="258"/>
                  </a:cubicBezTo>
                  <a:cubicBezTo>
                    <a:pt x="1" y="261"/>
                    <a:pt x="0" y="263"/>
                    <a:pt x="0" y="266"/>
                  </a:cubicBezTo>
                  <a:cubicBezTo>
                    <a:pt x="7" y="260"/>
                    <a:pt x="16" y="252"/>
                    <a:pt x="25" y="244"/>
                  </a:cubicBezTo>
                  <a:cubicBezTo>
                    <a:pt x="41" y="188"/>
                    <a:pt x="45" y="42"/>
                    <a:pt x="64" y="11"/>
                  </a:cubicBezTo>
                  <a:cubicBezTo>
                    <a:pt x="56" y="5"/>
                    <a:pt x="41" y="0"/>
                    <a:pt x="37" y="4"/>
                  </a:cubicBezTo>
                  <a:cubicBezTo>
                    <a:pt x="34" y="8"/>
                    <a:pt x="26" y="41"/>
                    <a:pt x="18" y="78"/>
                  </a:cubicBezTo>
                  <a:cubicBezTo>
                    <a:pt x="21" y="78"/>
                    <a:pt x="23" y="78"/>
                    <a:pt x="23" y="7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" name="Freeform 185">
              <a:extLst>
                <a:ext uri="{FF2B5EF4-FFF2-40B4-BE49-F238E27FC236}">
                  <a16:creationId xmlns:a16="http://schemas.microsoft.com/office/drawing/2014/main" id="{63F1F853-754E-4414-9193-BC42492AA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196"/>
              <a:ext cx="57" cy="27"/>
            </a:xfrm>
            <a:custGeom>
              <a:avLst/>
              <a:gdLst>
                <a:gd name="T0" fmla="*/ 307 w 23"/>
                <a:gd name="T1" fmla="*/ 197 h 10"/>
                <a:gd name="T2" fmla="*/ 337 w 23"/>
                <a:gd name="T3" fmla="*/ 38 h 10"/>
                <a:gd name="T4" fmla="*/ 0 w 23"/>
                <a:gd name="T5" fmla="*/ 116 h 10"/>
                <a:gd name="T6" fmla="*/ 307 w 23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20" y="10"/>
                  </a:moveTo>
                  <a:cubicBezTo>
                    <a:pt x="22" y="7"/>
                    <a:pt x="23" y="2"/>
                    <a:pt x="22" y="2"/>
                  </a:cubicBezTo>
                  <a:cubicBezTo>
                    <a:pt x="21" y="2"/>
                    <a:pt x="9" y="0"/>
                    <a:pt x="0" y="6"/>
                  </a:cubicBezTo>
                  <a:cubicBezTo>
                    <a:pt x="4" y="4"/>
                    <a:pt x="13" y="6"/>
                    <a:pt x="20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" name="Freeform 186">
              <a:extLst>
                <a:ext uri="{FF2B5EF4-FFF2-40B4-BE49-F238E27FC236}">
                  <a16:creationId xmlns:a16="http://schemas.microsoft.com/office/drawing/2014/main" id="{D5798162-4EF1-4869-BFD3-7B5973E6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209"/>
              <a:ext cx="52" cy="24"/>
            </a:xfrm>
            <a:custGeom>
              <a:avLst/>
              <a:gdLst>
                <a:gd name="T0" fmla="*/ 307 w 21"/>
                <a:gd name="T1" fmla="*/ 171 h 9"/>
                <a:gd name="T2" fmla="*/ 319 w 21"/>
                <a:gd name="T3" fmla="*/ 171 h 9"/>
                <a:gd name="T4" fmla="*/ 42 w 21"/>
                <a:gd name="T5" fmla="*/ 0 h 9"/>
                <a:gd name="T6" fmla="*/ 0 w 21"/>
                <a:gd name="T7" fmla="*/ 115 h 9"/>
                <a:gd name="T8" fmla="*/ 307 w 21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20" y="9"/>
                  </a:move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11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1" y="6"/>
                    <a:pt x="19" y="9"/>
                    <a:pt x="20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" name="Freeform 187">
              <a:extLst>
                <a:ext uri="{FF2B5EF4-FFF2-40B4-BE49-F238E27FC236}">
                  <a16:creationId xmlns:a16="http://schemas.microsoft.com/office/drawing/2014/main" id="{587EA3A4-36B8-48BF-A90F-CF56AD08D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319"/>
              <a:ext cx="50" cy="29"/>
            </a:xfrm>
            <a:custGeom>
              <a:avLst/>
              <a:gdLst>
                <a:gd name="T0" fmla="*/ 313 w 20"/>
                <a:gd name="T1" fmla="*/ 90 h 11"/>
                <a:gd name="T2" fmla="*/ 0 w 20"/>
                <a:gd name="T3" fmla="*/ 34 h 11"/>
                <a:gd name="T4" fmla="*/ 283 w 20"/>
                <a:gd name="T5" fmla="*/ 200 h 11"/>
                <a:gd name="T6" fmla="*/ 313 w 20"/>
                <a:gd name="T7" fmla="*/ 9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1">
                  <a:moveTo>
                    <a:pt x="20" y="5"/>
                  </a:moveTo>
                  <a:cubicBezTo>
                    <a:pt x="15" y="3"/>
                    <a:pt x="3" y="0"/>
                    <a:pt x="0" y="2"/>
                  </a:cubicBezTo>
                  <a:cubicBezTo>
                    <a:pt x="18" y="11"/>
                    <a:pt x="18" y="11"/>
                    <a:pt x="18" y="11"/>
                  </a:cubicBezTo>
                  <a:lnTo>
                    <a:pt x="20" y="5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" name="Freeform 188">
              <a:extLst>
                <a:ext uri="{FF2B5EF4-FFF2-40B4-BE49-F238E27FC236}">
                  <a16:creationId xmlns:a16="http://schemas.microsoft.com/office/drawing/2014/main" id="{F3EC90E9-68C9-4E8E-A359-CDF8919F4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3015"/>
              <a:ext cx="30" cy="82"/>
            </a:xfrm>
            <a:custGeom>
              <a:avLst/>
              <a:gdLst>
                <a:gd name="T0" fmla="*/ 0 w 12"/>
                <a:gd name="T1" fmla="*/ 574 h 31"/>
                <a:gd name="T2" fmla="*/ 188 w 1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31"/>
                  </a:moveTo>
                  <a:cubicBezTo>
                    <a:pt x="4" y="26"/>
                    <a:pt x="8" y="4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" name="Freeform 189">
              <a:extLst>
                <a:ext uri="{FF2B5EF4-FFF2-40B4-BE49-F238E27FC236}">
                  <a16:creationId xmlns:a16="http://schemas.microsoft.com/office/drawing/2014/main" id="{3470D1C5-3DF0-4FDD-8653-AF253CAEF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025"/>
              <a:ext cx="25" cy="110"/>
            </a:xfrm>
            <a:custGeom>
              <a:avLst/>
              <a:gdLst>
                <a:gd name="T0" fmla="*/ 158 w 10"/>
                <a:gd name="T1" fmla="*/ 0 h 41"/>
                <a:gd name="T2" fmla="*/ 50 w 10"/>
                <a:gd name="T3" fmla="*/ 402 h 41"/>
                <a:gd name="T4" fmla="*/ 20 w 10"/>
                <a:gd name="T5" fmla="*/ 577 h 41"/>
                <a:gd name="T6" fmla="*/ 0 w 10"/>
                <a:gd name="T7" fmla="*/ 79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1">
                  <a:moveTo>
                    <a:pt x="10" y="0"/>
                  </a:moveTo>
                  <a:cubicBezTo>
                    <a:pt x="8" y="8"/>
                    <a:pt x="7" y="15"/>
                    <a:pt x="3" y="21"/>
                  </a:cubicBezTo>
                  <a:cubicBezTo>
                    <a:pt x="1" y="24"/>
                    <a:pt x="1" y="26"/>
                    <a:pt x="1" y="30"/>
                  </a:cubicBezTo>
                  <a:cubicBezTo>
                    <a:pt x="1" y="33"/>
                    <a:pt x="1" y="38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" name="Freeform 190">
              <a:extLst>
                <a:ext uri="{FF2B5EF4-FFF2-40B4-BE49-F238E27FC236}">
                  <a16:creationId xmlns:a16="http://schemas.microsoft.com/office/drawing/2014/main" id="{BCD85CB1-D9A7-442C-A2E7-DEF37B462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031"/>
              <a:ext cx="25" cy="109"/>
            </a:xfrm>
            <a:custGeom>
              <a:avLst/>
              <a:gdLst>
                <a:gd name="T0" fmla="*/ 158 w 10"/>
                <a:gd name="T1" fmla="*/ 0 h 41"/>
                <a:gd name="T2" fmla="*/ 83 w 10"/>
                <a:gd name="T3" fmla="*/ 303 h 41"/>
                <a:gd name="T4" fmla="*/ 50 w 10"/>
                <a:gd name="T5" fmla="*/ 508 h 41"/>
                <a:gd name="T6" fmla="*/ 20 w 10"/>
                <a:gd name="T7" fmla="*/ 77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1">
                  <a:moveTo>
                    <a:pt x="10" y="0"/>
                  </a:moveTo>
                  <a:cubicBezTo>
                    <a:pt x="10" y="6"/>
                    <a:pt x="8" y="10"/>
                    <a:pt x="5" y="16"/>
                  </a:cubicBezTo>
                  <a:cubicBezTo>
                    <a:pt x="3" y="19"/>
                    <a:pt x="3" y="24"/>
                    <a:pt x="3" y="27"/>
                  </a:cubicBezTo>
                  <a:cubicBezTo>
                    <a:pt x="1" y="32"/>
                    <a:pt x="0" y="35"/>
                    <a:pt x="1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1" name="Freeform 191">
              <a:extLst>
                <a:ext uri="{FF2B5EF4-FFF2-40B4-BE49-F238E27FC236}">
                  <a16:creationId xmlns:a16="http://schemas.microsoft.com/office/drawing/2014/main" id="{3716668A-B235-4604-B58A-63C1A03A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47"/>
              <a:ext cx="20" cy="112"/>
            </a:xfrm>
            <a:custGeom>
              <a:avLst/>
              <a:gdLst>
                <a:gd name="T0" fmla="*/ 113 w 8"/>
                <a:gd name="T1" fmla="*/ 0 h 42"/>
                <a:gd name="T2" fmla="*/ 95 w 8"/>
                <a:gd name="T3" fmla="*/ 171 h 42"/>
                <a:gd name="T4" fmla="*/ 83 w 8"/>
                <a:gd name="T5" fmla="*/ 397 h 42"/>
                <a:gd name="T6" fmla="*/ 83 w 8"/>
                <a:gd name="T7" fmla="*/ 648 h 42"/>
                <a:gd name="T8" fmla="*/ 0 w 8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2">
                  <a:moveTo>
                    <a:pt x="7" y="0"/>
                  </a:moveTo>
                  <a:cubicBezTo>
                    <a:pt x="8" y="3"/>
                    <a:pt x="7" y="6"/>
                    <a:pt x="6" y="9"/>
                  </a:cubicBezTo>
                  <a:cubicBezTo>
                    <a:pt x="5" y="13"/>
                    <a:pt x="5" y="17"/>
                    <a:pt x="5" y="21"/>
                  </a:cubicBezTo>
                  <a:cubicBezTo>
                    <a:pt x="5" y="25"/>
                    <a:pt x="6" y="31"/>
                    <a:pt x="5" y="34"/>
                  </a:cubicBezTo>
                  <a:cubicBezTo>
                    <a:pt x="4" y="37"/>
                    <a:pt x="1" y="39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2" name="Freeform 192">
              <a:extLst>
                <a:ext uri="{FF2B5EF4-FFF2-40B4-BE49-F238E27FC236}">
                  <a16:creationId xmlns:a16="http://schemas.microsoft.com/office/drawing/2014/main" id="{1557F8DD-27D2-4466-9AD1-D2CAB690B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3012"/>
              <a:ext cx="33" cy="109"/>
            </a:xfrm>
            <a:custGeom>
              <a:avLst/>
              <a:gdLst>
                <a:gd name="T0" fmla="*/ 213 w 13"/>
                <a:gd name="T1" fmla="*/ 0 h 41"/>
                <a:gd name="T2" fmla="*/ 129 w 13"/>
                <a:gd name="T3" fmla="*/ 340 h 41"/>
                <a:gd name="T4" fmla="*/ 84 w 13"/>
                <a:gd name="T5" fmla="*/ 524 h 41"/>
                <a:gd name="T6" fmla="*/ 0 w 13"/>
                <a:gd name="T7" fmla="*/ 77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1">
                  <a:moveTo>
                    <a:pt x="13" y="0"/>
                  </a:moveTo>
                  <a:cubicBezTo>
                    <a:pt x="9" y="5"/>
                    <a:pt x="8" y="12"/>
                    <a:pt x="8" y="18"/>
                  </a:cubicBezTo>
                  <a:cubicBezTo>
                    <a:pt x="8" y="22"/>
                    <a:pt x="7" y="24"/>
                    <a:pt x="5" y="28"/>
                  </a:cubicBezTo>
                  <a:cubicBezTo>
                    <a:pt x="4" y="31"/>
                    <a:pt x="1" y="38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3" name="Freeform 193">
              <a:extLst>
                <a:ext uri="{FF2B5EF4-FFF2-40B4-BE49-F238E27FC236}">
                  <a16:creationId xmlns:a16="http://schemas.microsoft.com/office/drawing/2014/main" id="{239C1885-89D4-4715-9E6E-C57DB2C7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020"/>
              <a:ext cx="30" cy="109"/>
            </a:xfrm>
            <a:custGeom>
              <a:avLst/>
              <a:gdLst>
                <a:gd name="T0" fmla="*/ 188 w 12"/>
                <a:gd name="T1" fmla="*/ 0 h 41"/>
                <a:gd name="T2" fmla="*/ 113 w 12"/>
                <a:gd name="T3" fmla="*/ 340 h 41"/>
                <a:gd name="T4" fmla="*/ 0 w 12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1">
                  <a:moveTo>
                    <a:pt x="12" y="0"/>
                  </a:moveTo>
                  <a:cubicBezTo>
                    <a:pt x="7" y="5"/>
                    <a:pt x="8" y="11"/>
                    <a:pt x="7" y="18"/>
                  </a:cubicBezTo>
                  <a:cubicBezTo>
                    <a:pt x="6" y="26"/>
                    <a:pt x="3" y="34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4" name="Freeform 194">
              <a:extLst>
                <a:ext uri="{FF2B5EF4-FFF2-40B4-BE49-F238E27FC236}">
                  <a16:creationId xmlns:a16="http://schemas.microsoft.com/office/drawing/2014/main" id="{867300AA-6C0E-4C42-BBA1-92F9EDB97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015"/>
              <a:ext cx="25" cy="112"/>
            </a:xfrm>
            <a:custGeom>
              <a:avLst/>
              <a:gdLst>
                <a:gd name="T0" fmla="*/ 158 w 10"/>
                <a:gd name="T1" fmla="*/ 0 h 42"/>
                <a:gd name="T2" fmla="*/ 113 w 10"/>
                <a:gd name="T3" fmla="*/ 307 h 42"/>
                <a:gd name="T4" fmla="*/ 83 w 10"/>
                <a:gd name="T5" fmla="*/ 547 h 42"/>
                <a:gd name="T6" fmla="*/ 0 w 10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9" y="6"/>
                    <a:pt x="7" y="11"/>
                    <a:pt x="7" y="16"/>
                  </a:cubicBezTo>
                  <a:cubicBezTo>
                    <a:pt x="8" y="22"/>
                    <a:pt x="6" y="24"/>
                    <a:pt x="5" y="29"/>
                  </a:cubicBezTo>
                  <a:cubicBezTo>
                    <a:pt x="3" y="34"/>
                    <a:pt x="1" y="37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5" name="Freeform 195">
              <a:extLst>
                <a:ext uri="{FF2B5EF4-FFF2-40B4-BE49-F238E27FC236}">
                  <a16:creationId xmlns:a16="http://schemas.microsoft.com/office/drawing/2014/main" id="{0AE5D85B-500D-4E54-BA4B-FB50933C3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025"/>
              <a:ext cx="25" cy="115"/>
            </a:xfrm>
            <a:custGeom>
              <a:avLst/>
              <a:gdLst>
                <a:gd name="T0" fmla="*/ 158 w 10"/>
                <a:gd name="T1" fmla="*/ 0 h 43"/>
                <a:gd name="T2" fmla="*/ 95 w 10"/>
                <a:gd name="T3" fmla="*/ 286 h 43"/>
                <a:gd name="T4" fmla="*/ 50 w 10"/>
                <a:gd name="T5" fmla="*/ 457 h 43"/>
                <a:gd name="T6" fmla="*/ 0 w 10"/>
                <a:gd name="T7" fmla="*/ 82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7" y="5"/>
                    <a:pt x="8" y="10"/>
                    <a:pt x="6" y="15"/>
                  </a:cubicBezTo>
                  <a:cubicBezTo>
                    <a:pt x="6" y="18"/>
                    <a:pt x="4" y="21"/>
                    <a:pt x="3" y="24"/>
                  </a:cubicBezTo>
                  <a:cubicBezTo>
                    <a:pt x="2" y="29"/>
                    <a:pt x="1" y="38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6" name="Freeform 196">
              <a:extLst>
                <a:ext uri="{FF2B5EF4-FFF2-40B4-BE49-F238E27FC236}">
                  <a16:creationId xmlns:a16="http://schemas.microsoft.com/office/drawing/2014/main" id="{E941C25B-2DE7-4FBB-8FAB-850FC5B4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3039"/>
              <a:ext cx="20" cy="112"/>
            </a:xfrm>
            <a:custGeom>
              <a:avLst/>
              <a:gdLst>
                <a:gd name="T0" fmla="*/ 125 w 8"/>
                <a:gd name="T1" fmla="*/ 0 h 42"/>
                <a:gd name="T2" fmla="*/ 83 w 8"/>
                <a:gd name="T3" fmla="*/ 248 h 42"/>
                <a:gd name="T4" fmla="*/ 33 w 8"/>
                <a:gd name="T5" fmla="*/ 589 h 42"/>
                <a:gd name="T6" fmla="*/ 0 w 8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2">
                  <a:moveTo>
                    <a:pt x="8" y="0"/>
                  </a:moveTo>
                  <a:cubicBezTo>
                    <a:pt x="8" y="6"/>
                    <a:pt x="8" y="8"/>
                    <a:pt x="5" y="13"/>
                  </a:cubicBezTo>
                  <a:cubicBezTo>
                    <a:pt x="3" y="19"/>
                    <a:pt x="1" y="25"/>
                    <a:pt x="2" y="31"/>
                  </a:cubicBezTo>
                  <a:cubicBezTo>
                    <a:pt x="3" y="36"/>
                    <a:pt x="2" y="39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7" name="Freeform 197">
              <a:extLst>
                <a:ext uri="{FF2B5EF4-FFF2-40B4-BE49-F238E27FC236}">
                  <a16:creationId xmlns:a16="http://schemas.microsoft.com/office/drawing/2014/main" id="{E031194B-71CB-4E7D-A84C-86004F3F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3047"/>
              <a:ext cx="15" cy="98"/>
            </a:xfrm>
            <a:custGeom>
              <a:avLst/>
              <a:gdLst>
                <a:gd name="T0" fmla="*/ 33 w 6"/>
                <a:gd name="T1" fmla="*/ 0 h 37"/>
                <a:gd name="T2" fmla="*/ 50 w 6"/>
                <a:gd name="T3" fmla="*/ 238 h 37"/>
                <a:gd name="T4" fmla="*/ 95 w 6"/>
                <a:gd name="T5" fmla="*/ 68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7">
                  <a:moveTo>
                    <a:pt x="2" y="0"/>
                  </a:moveTo>
                  <a:cubicBezTo>
                    <a:pt x="0" y="4"/>
                    <a:pt x="2" y="9"/>
                    <a:pt x="3" y="13"/>
                  </a:cubicBezTo>
                  <a:cubicBezTo>
                    <a:pt x="4" y="18"/>
                    <a:pt x="2" y="34"/>
                    <a:pt x="6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" name="Freeform 198">
              <a:extLst>
                <a:ext uri="{FF2B5EF4-FFF2-40B4-BE49-F238E27FC236}">
                  <a16:creationId xmlns:a16="http://schemas.microsoft.com/office/drawing/2014/main" id="{033CED62-7E5B-4CA6-A29A-0E461114B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647"/>
              <a:ext cx="228" cy="1434"/>
            </a:xfrm>
            <a:custGeom>
              <a:avLst/>
              <a:gdLst>
                <a:gd name="T0" fmla="*/ 909 w 91"/>
                <a:gd name="T1" fmla="*/ 10153 h 538"/>
                <a:gd name="T2" fmla="*/ 271 w 91"/>
                <a:gd name="T3" fmla="*/ 9926 h 538"/>
                <a:gd name="T4" fmla="*/ 208 w 91"/>
                <a:gd name="T5" fmla="*/ 9867 h 538"/>
                <a:gd name="T6" fmla="*/ 188 w 91"/>
                <a:gd name="T7" fmla="*/ 9676 h 538"/>
                <a:gd name="T8" fmla="*/ 283 w 91"/>
                <a:gd name="T9" fmla="*/ 9334 h 538"/>
                <a:gd name="T10" fmla="*/ 584 w 91"/>
                <a:gd name="T11" fmla="*/ 6322 h 538"/>
                <a:gd name="T12" fmla="*/ 817 w 91"/>
                <a:gd name="T13" fmla="*/ 3183 h 538"/>
                <a:gd name="T14" fmla="*/ 564 w 91"/>
                <a:gd name="T15" fmla="*/ 1911 h 538"/>
                <a:gd name="T16" fmla="*/ 0 w 91"/>
                <a:gd name="T17" fmla="*/ 77 h 538"/>
                <a:gd name="T18" fmla="*/ 175 w 91"/>
                <a:gd name="T19" fmla="*/ 0 h 538"/>
                <a:gd name="T20" fmla="*/ 772 w 91"/>
                <a:gd name="T21" fmla="*/ 1626 h 538"/>
                <a:gd name="T22" fmla="*/ 1381 w 91"/>
                <a:gd name="T23" fmla="*/ 3238 h 538"/>
                <a:gd name="T24" fmla="*/ 1413 w 91"/>
                <a:gd name="T25" fmla="*/ 4107 h 538"/>
                <a:gd name="T26" fmla="*/ 1117 w 91"/>
                <a:gd name="T27" fmla="*/ 8122 h 538"/>
                <a:gd name="T28" fmla="*/ 960 w 91"/>
                <a:gd name="T29" fmla="*/ 9734 h 538"/>
                <a:gd name="T30" fmla="*/ 960 w 91"/>
                <a:gd name="T31" fmla="*/ 10054 h 538"/>
                <a:gd name="T32" fmla="*/ 909 w 91"/>
                <a:gd name="T33" fmla="*/ 10153 h 5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1" h="538">
                  <a:moveTo>
                    <a:pt x="58" y="536"/>
                  </a:moveTo>
                  <a:cubicBezTo>
                    <a:pt x="49" y="524"/>
                    <a:pt x="25" y="521"/>
                    <a:pt x="17" y="524"/>
                  </a:cubicBezTo>
                  <a:cubicBezTo>
                    <a:pt x="15" y="524"/>
                    <a:pt x="14" y="523"/>
                    <a:pt x="13" y="521"/>
                  </a:cubicBezTo>
                  <a:cubicBezTo>
                    <a:pt x="12" y="518"/>
                    <a:pt x="12" y="514"/>
                    <a:pt x="12" y="511"/>
                  </a:cubicBezTo>
                  <a:cubicBezTo>
                    <a:pt x="13" y="506"/>
                    <a:pt x="17" y="500"/>
                    <a:pt x="18" y="493"/>
                  </a:cubicBezTo>
                  <a:cubicBezTo>
                    <a:pt x="25" y="446"/>
                    <a:pt x="36" y="363"/>
                    <a:pt x="37" y="334"/>
                  </a:cubicBezTo>
                  <a:cubicBezTo>
                    <a:pt x="39" y="295"/>
                    <a:pt x="56" y="194"/>
                    <a:pt x="52" y="168"/>
                  </a:cubicBezTo>
                  <a:cubicBezTo>
                    <a:pt x="50" y="157"/>
                    <a:pt x="44" y="129"/>
                    <a:pt x="36" y="101"/>
                  </a:cubicBezTo>
                  <a:cubicBezTo>
                    <a:pt x="29" y="74"/>
                    <a:pt x="6" y="28"/>
                    <a:pt x="0" y="4"/>
                  </a:cubicBezTo>
                  <a:cubicBezTo>
                    <a:pt x="1" y="4"/>
                    <a:pt x="9" y="0"/>
                    <a:pt x="11" y="0"/>
                  </a:cubicBezTo>
                  <a:cubicBezTo>
                    <a:pt x="22" y="22"/>
                    <a:pt x="40" y="68"/>
                    <a:pt x="49" y="86"/>
                  </a:cubicBezTo>
                  <a:cubicBezTo>
                    <a:pt x="60" y="108"/>
                    <a:pt x="84" y="157"/>
                    <a:pt x="88" y="171"/>
                  </a:cubicBezTo>
                  <a:cubicBezTo>
                    <a:pt x="91" y="184"/>
                    <a:pt x="90" y="217"/>
                    <a:pt x="90" y="217"/>
                  </a:cubicBezTo>
                  <a:cubicBezTo>
                    <a:pt x="91" y="236"/>
                    <a:pt x="75" y="388"/>
                    <a:pt x="71" y="429"/>
                  </a:cubicBezTo>
                  <a:cubicBezTo>
                    <a:pt x="68" y="457"/>
                    <a:pt x="63" y="492"/>
                    <a:pt x="61" y="514"/>
                  </a:cubicBezTo>
                  <a:cubicBezTo>
                    <a:pt x="60" y="524"/>
                    <a:pt x="62" y="527"/>
                    <a:pt x="61" y="531"/>
                  </a:cubicBezTo>
                  <a:cubicBezTo>
                    <a:pt x="61" y="535"/>
                    <a:pt x="58" y="538"/>
                    <a:pt x="58" y="5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" name="Freeform 199">
              <a:extLst>
                <a:ext uri="{FF2B5EF4-FFF2-40B4-BE49-F238E27FC236}">
                  <a16:creationId xmlns:a16="http://schemas.microsoft.com/office/drawing/2014/main" id="{BA682046-9B1C-405E-9138-DE3916F4D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292"/>
              <a:ext cx="388" cy="875"/>
            </a:xfrm>
            <a:custGeom>
              <a:avLst/>
              <a:gdLst>
                <a:gd name="T0" fmla="*/ 1680 w 155"/>
                <a:gd name="T1" fmla="*/ 1707 h 328"/>
                <a:gd name="T2" fmla="*/ 738 w 155"/>
                <a:gd name="T3" fmla="*/ 3871 h 328"/>
                <a:gd name="T4" fmla="*/ 0 w 155"/>
                <a:gd name="T5" fmla="*/ 5031 h 328"/>
                <a:gd name="T6" fmla="*/ 270 w 155"/>
                <a:gd name="T7" fmla="*/ 5770 h 328"/>
                <a:gd name="T8" fmla="*/ 300 w 155"/>
                <a:gd name="T9" fmla="*/ 6226 h 328"/>
                <a:gd name="T10" fmla="*/ 438 w 155"/>
                <a:gd name="T11" fmla="*/ 5522 h 328"/>
                <a:gd name="T12" fmla="*/ 1429 w 155"/>
                <a:gd name="T13" fmla="*/ 3324 h 328"/>
                <a:gd name="T14" fmla="*/ 2055 w 155"/>
                <a:gd name="T15" fmla="*/ 1288 h 328"/>
                <a:gd name="T16" fmla="*/ 2431 w 155"/>
                <a:gd name="T17" fmla="*/ 0 h 328"/>
                <a:gd name="T18" fmla="*/ 1680 w 155"/>
                <a:gd name="T19" fmla="*/ 1707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328">
                  <a:moveTo>
                    <a:pt x="107" y="90"/>
                  </a:moveTo>
                  <a:cubicBezTo>
                    <a:pt x="89" y="129"/>
                    <a:pt x="64" y="179"/>
                    <a:pt x="47" y="204"/>
                  </a:cubicBezTo>
                  <a:cubicBezTo>
                    <a:pt x="32" y="227"/>
                    <a:pt x="14" y="248"/>
                    <a:pt x="0" y="265"/>
                  </a:cubicBezTo>
                  <a:cubicBezTo>
                    <a:pt x="8" y="281"/>
                    <a:pt x="15" y="297"/>
                    <a:pt x="17" y="304"/>
                  </a:cubicBezTo>
                  <a:cubicBezTo>
                    <a:pt x="18" y="310"/>
                    <a:pt x="19" y="319"/>
                    <a:pt x="19" y="328"/>
                  </a:cubicBezTo>
                  <a:cubicBezTo>
                    <a:pt x="22" y="315"/>
                    <a:pt x="25" y="301"/>
                    <a:pt x="28" y="291"/>
                  </a:cubicBezTo>
                  <a:cubicBezTo>
                    <a:pt x="35" y="269"/>
                    <a:pt x="77" y="204"/>
                    <a:pt x="91" y="175"/>
                  </a:cubicBezTo>
                  <a:cubicBezTo>
                    <a:pt x="106" y="144"/>
                    <a:pt x="125" y="86"/>
                    <a:pt x="131" y="68"/>
                  </a:cubicBezTo>
                  <a:cubicBezTo>
                    <a:pt x="138" y="49"/>
                    <a:pt x="152" y="16"/>
                    <a:pt x="155" y="0"/>
                  </a:cubicBezTo>
                  <a:cubicBezTo>
                    <a:pt x="150" y="23"/>
                    <a:pt x="126" y="51"/>
                    <a:pt x="107" y="9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" name="Freeform 200">
              <a:extLst>
                <a:ext uri="{FF2B5EF4-FFF2-40B4-BE49-F238E27FC236}">
                  <a16:creationId xmlns:a16="http://schemas.microsoft.com/office/drawing/2014/main" id="{15A8A61C-D8A7-4D69-87C2-758A258EDB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9" y="1508"/>
              <a:ext cx="191" cy="491"/>
            </a:xfrm>
            <a:custGeom>
              <a:avLst/>
              <a:gdLst>
                <a:gd name="T0" fmla="*/ 872 w 76"/>
                <a:gd name="T1" fmla="*/ 2073 h 184"/>
                <a:gd name="T2" fmla="*/ 146 w 76"/>
                <a:gd name="T3" fmla="*/ 0 h 184"/>
                <a:gd name="T4" fmla="*/ 20 w 76"/>
                <a:gd name="T5" fmla="*/ 192 h 184"/>
                <a:gd name="T6" fmla="*/ 284 w 76"/>
                <a:gd name="T7" fmla="*/ 1254 h 184"/>
                <a:gd name="T8" fmla="*/ 538 w 76"/>
                <a:gd name="T9" fmla="*/ 2415 h 184"/>
                <a:gd name="T10" fmla="*/ 618 w 76"/>
                <a:gd name="T11" fmla="*/ 2620 h 184"/>
                <a:gd name="T12" fmla="*/ 968 w 76"/>
                <a:gd name="T13" fmla="*/ 3496 h 184"/>
                <a:gd name="T14" fmla="*/ 1206 w 76"/>
                <a:gd name="T15" fmla="*/ 3133 h 184"/>
                <a:gd name="T16" fmla="*/ 872 w 76"/>
                <a:gd name="T17" fmla="*/ 2073 h 184"/>
                <a:gd name="T18" fmla="*/ 968 w 76"/>
                <a:gd name="T19" fmla="*/ 3496 h 184"/>
                <a:gd name="T20" fmla="*/ 968 w 76"/>
                <a:gd name="T21" fmla="*/ 3496 h 184"/>
                <a:gd name="T22" fmla="*/ 968 w 76"/>
                <a:gd name="T23" fmla="*/ 3496 h 184"/>
                <a:gd name="T24" fmla="*/ 968 w 76"/>
                <a:gd name="T25" fmla="*/ 3496 h 1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184">
                  <a:moveTo>
                    <a:pt x="55" y="109"/>
                  </a:moveTo>
                  <a:cubicBezTo>
                    <a:pt x="40" y="82"/>
                    <a:pt x="12" y="11"/>
                    <a:pt x="9" y="0"/>
                  </a:cubicBezTo>
                  <a:cubicBezTo>
                    <a:pt x="0" y="4"/>
                    <a:pt x="0" y="8"/>
                    <a:pt x="1" y="10"/>
                  </a:cubicBezTo>
                  <a:cubicBezTo>
                    <a:pt x="2" y="13"/>
                    <a:pt x="11" y="48"/>
                    <a:pt x="18" y="66"/>
                  </a:cubicBezTo>
                  <a:cubicBezTo>
                    <a:pt x="22" y="77"/>
                    <a:pt x="29" y="106"/>
                    <a:pt x="34" y="127"/>
                  </a:cubicBezTo>
                  <a:cubicBezTo>
                    <a:pt x="36" y="132"/>
                    <a:pt x="37" y="135"/>
                    <a:pt x="39" y="138"/>
                  </a:cubicBezTo>
                  <a:cubicBezTo>
                    <a:pt x="45" y="149"/>
                    <a:pt x="54" y="167"/>
                    <a:pt x="61" y="184"/>
                  </a:cubicBezTo>
                  <a:cubicBezTo>
                    <a:pt x="66" y="178"/>
                    <a:pt x="71" y="172"/>
                    <a:pt x="76" y="165"/>
                  </a:cubicBezTo>
                  <a:cubicBezTo>
                    <a:pt x="72" y="151"/>
                    <a:pt x="64" y="128"/>
                    <a:pt x="55" y="109"/>
                  </a:cubicBezTo>
                  <a:close/>
                  <a:moveTo>
                    <a:pt x="61" y="184"/>
                  </a:moveTo>
                  <a:cubicBezTo>
                    <a:pt x="61" y="184"/>
                    <a:pt x="61" y="184"/>
                    <a:pt x="61" y="184"/>
                  </a:cubicBezTo>
                  <a:cubicBezTo>
                    <a:pt x="61" y="184"/>
                    <a:pt x="61" y="184"/>
                    <a:pt x="61" y="184"/>
                  </a:cubicBezTo>
                  <a:cubicBezTo>
                    <a:pt x="61" y="184"/>
                    <a:pt x="61" y="184"/>
                    <a:pt x="61" y="18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1" name="Freeform 201">
              <a:extLst>
                <a:ext uri="{FF2B5EF4-FFF2-40B4-BE49-F238E27FC236}">
                  <a16:creationId xmlns:a16="http://schemas.microsoft.com/office/drawing/2014/main" id="{6D4C223C-4836-462E-9169-4391E34D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164"/>
              <a:ext cx="115" cy="784"/>
            </a:xfrm>
            <a:custGeom>
              <a:avLst/>
              <a:gdLst>
                <a:gd name="T0" fmla="*/ 583 w 46"/>
                <a:gd name="T1" fmla="*/ 5576 h 294"/>
                <a:gd name="T2" fmla="*/ 720 w 46"/>
                <a:gd name="T3" fmla="*/ 5368 h 294"/>
                <a:gd name="T4" fmla="*/ 583 w 46"/>
                <a:gd name="T5" fmla="*/ 3869 h 294"/>
                <a:gd name="T6" fmla="*/ 533 w 46"/>
                <a:gd name="T7" fmla="*/ 2104 h 294"/>
                <a:gd name="T8" fmla="*/ 363 w 46"/>
                <a:gd name="T9" fmla="*/ 35 h 294"/>
                <a:gd name="T10" fmla="*/ 0 w 46"/>
                <a:gd name="T11" fmla="*/ 115 h 294"/>
                <a:gd name="T12" fmla="*/ 113 w 46"/>
                <a:gd name="T13" fmla="*/ 1173 h 294"/>
                <a:gd name="T14" fmla="*/ 208 w 46"/>
                <a:gd name="T15" fmla="*/ 4437 h 294"/>
                <a:gd name="T16" fmla="*/ 250 w 46"/>
                <a:gd name="T17" fmla="*/ 4515 h 294"/>
                <a:gd name="T18" fmla="*/ 583 w 46"/>
                <a:gd name="T19" fmla="*/ 5576 h 2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94">
                  <a:moveTo>
                    <a:pt x="37" y="294"/>
                  </a:moveTo>
                  <a:cubicBezTo>
                    <a:pt x="40" y="290"/>
                    <a:pt x="43" y="287"/>
                    <a:pt x="46" y="283"/>
                  </a:cubicBezTo>
                  <a:cubicBezTo>
                    <a:pt x="45" y="272"/>
                    <a:pt x="42" y="238"/>
                    <a:pt x="37" y="204"/>
                  </a:cubicBezTo>
                  <a:cubicBezTo>
                    <a:pt x="31" y="163"/>
                    <a:pt x="35" y="147"/>
                    <a:pt x="34" y="111"/>
                  </a:cubicBezTo>
                  <a:cubicBezTo>
                    <a:pt x="33" y="78"/>
                    <a:pt x="27" y="26"/>
                    <a:pt x="23" y="2"/>
                  </a:cubicBezTo>
                  <a:cubicBezTo>
                    <a:pt x="22" y="0"/>
                    <a:pt x="0" y="6"/>
                    <a:pt x="0" y="6"/>
                  </a:cubicBezTo>
                  <a:cubicBezTo>
                    <a:pt x="0" y="6"/>
                    <a:pt x="6" y="36"/>
                    <a:pt x="7" y="62"/>
                  </a:cubicBezTo>
                  <a:cubicBezTo>
                    <a:pt x="9" y="86"/>
                    <a:pt x="12" y="211"/>
                    <a:pt x="13" y="234"/>
                  </a:cubicBezTo>
                  <a:cubicBezTo>
                    <a:pt x="14" y="235"/>
                    <a:pt x="15" y="237"/>
                    <a:pt x="16" y="238"/>
                  </a:cubicBezTo>
                  <a:cubicBezTo>
                    <a:pt x="25" y="257"/>
                    <a:pt x="33" y="280"/>
                    <a:pt x="37" y="29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2" name="Freeform 202">
              <a:extLst>
                <a:ext uri="{FF2B5EF4-FFF2-40B4-BE49-F238E27FC236}">
                  <a16:creationId xmlns:a16="http://schemas.microsoft.com/office/drawing/2014/main" id="{FF3C80A6-E540-4172-BB5E-6BF8940D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193"/>
              <a:ext cx="285" cy="726"/>
            </a:xfrm>
            <a:custGeom>
              <a:avLst/>
              <a:gdLst>
                <a:gd name="T0" fmla="*/ 1458 w 114"/>
                <a:gd name="T1" fmla="*/ 77 h 272"/>
                <a:gd name="T2" fmla="*/ 938 w 114"/>
                <a:gd name="T3" fmla="*/ 1639 h 272"/>
                <a:gd name="T4" fmla="*/ 0 w 114"/>
                <a:gd name="T5" fmla="*/ 4524 h 272"/>
                <a:gd name="T6" fmla="*/ 63 w 114"/>
                <a:gd name="T7" fmla="*/ 5173 h 272"/>
                <a:gd name="T8" fmla="*/ 425 w 114"/>
                <a:gd name="T9" fmla="*/ 4580 h 272"/>
                <a:gd name="T10" fmla="*/ 645 w 114"/>
                <a:gd name="T11" fmla="*/ 4166 h 272"/>
                <a:gd name="T12" fmla="*/ 1783 w 114"/>
                <a:gd name="T13" fmla="*/ 171 h 272"/>
                <a:gd name="T14" fmla="*/ 1458 w 114"/>
                <a:gd name="T15" fmla="*/ 77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272">
                  <a:moveTo>
                    <a:pt x="93" y="4"/>
                  </a:moveTo>
                  <a:cubicBezTo>
                    <a:pt x="88" y="18"/>
                    <a:pt x="77" y="53"/>
                    <a:pt x="60" y="86"/>
                  </a:cubicBezTo>
                  <a:cubicBezTo>
                    <a:pt x="40" y="127"/>
                    <a:pt x="14" y="218"/>
                    <a:pt x="0" y="238"/>
                  </a:cubicBezTo>
                  <a:cubicBezTo>
                    <a:pt x="2" y="253"/>
                    <a:pt x="4" y="266"/>
                    <a:pt x="4" y="272"/>
                  </a:cubicBezTo>
                  <a:cubicBezTo>
                    <a:pt x="12" y="262"/>
                    <a:pt x="20" y="252"/>
                    <a:pt x="27" y="241"/>
                  </a:cubicBezTo>
                  <a:cubicBezTo>
                    <a:pt x="31" y="235"/>
                    <a:pt x="36" y="227"/>
                    <a:pt x="41" y="219"/>
                  </a:cubicBezTo>
                  <a:cubicBezTo>
                    <a:pt x="72" y="135"/>
                    <a:pt x="114" y="9"/>
                    <a:pt x="114" y="9"/>
                  </a:cubicBezTo>
                  <a:cubicBezTo>
                    <a:pt x="114" y="9"/>
                    <a:pt x="94" y="0"/>
                    <a:pt x="93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3" name="Freeform 203">
              <a:extLst>
                <a:ext uri="{FF2B5EF4-FFF2-40B4-BE49-F238E27FC236}">
                  <a16:creationId xmlns:a16="http://schemas.microsoft.com/office/drawing/2014/main" id="{C64F645B-F9E5-4256-B64C-AA08EED97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137"/>
              <a:ext cx="87" cy="691"/>
            </a:xfrm>
            <a:custGeom>
              <a:avLst/>
              <a:gdLst>
                <a:gd name="T0" fmla="*/ 537 w 35"/>
                <a:gd name="T1" fmla="*/ 3610 h 259"/>
                <a:gd name="T2" fmla="*/ 383 w 35"/>
                <a:gd name="T3" fmla="*/ 2185 h 259"/>
                <a:gd name="T4" fmla="*/ 415 w 35"/>
                <a:gd name="T5" fmla="*/ 0 h 259"/>
                <a:gd name="T6" fmla="*/ 186 w 35"/>
                <a:gd name="T7" fmla="*/ 56 h 259"/>
                <a:gd name="T8" fmla="*/ 137 w 35"/>
                <a:gd name="T9" fmla="*/ 1331 h 259"/>
                <a:gd name="T10" fmla="*/ 0 w 35"/>
                <a:gd name="T11" fmla="*/ 3837 h 259"/>
                <a:gd name="T12" fmla="*/ 30 w 35"/>
                <a:gd name="T13" fmla="*/ 4063 h 259"/>
                <a:gd name="T14" fmla="*/ 104 w 35"/>
                <a:gd name="T15" fmla="*/ 4920 h 259"/>
                <a:gd name="T16" fmla="*/ 537 w 35"/>
                <a:gd name="T17" fmla="*/ 3610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59">
                  <a:moveTo>
                    <a:pt x="35" y="190"/>
                  </a:moveTo>
                  <a:cubicBezTo>
                    <a:pt x="32" y="171"/>
                    <a:pt x="27" y="140"/>
                    <a:pt x="25" y="115"/>
                  </a:cubicBezTo>
                  <a:cubicBezTo>
                    <a:pt x="23" y="77"/>
                    <a:pt x="26" y="4"/>
                    <a:pt x="27" y="0"/>
                  </a:cubicBezTo>
                  <a:cubicBezTo>
                    <a:pt x="24" y="2"/>
                    <a:pt x="12" y="3"/>
                    <a:pt x="12" y="3"/>
                  </a:cubicBezTo>
                  <a:cubicBezTo>
                    <a:pt x="12" y="3"/>
                    <a:pt x="9" y="38"/>
                    <a:pt x="9" y="70"/>
                  </a:cubicBezTo>
                  <a:cubicBezTo>
                    <a:pt x="8" y="92"/>
                    <a:pt x="2" y="153"/>
                    <a:pt x="0" y="202"/>
                  </a:cubicBezTo>
                  <a:cubicBezTo>
                    <a:pt x="1" y="206"/>
                    <a:pt x="1" y="210"/>
                    <a:pt x="2" y="214"/>
                  </a:cubicBezTo>
                  <a:cubicBezTo>
                    <a:pt x="4" y="230"/>
                    <a:pt x="6" y="245"/>
                    <a:pt x="7" y="259"/>
                  </a:cubicBezTo>
                  <a:cubicBezTo>
                    <a:pt x="14" y="249"/>
                    <a:pt x="24" y="220"/>
                    <a:pt x="35" y="19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4" name="Freeform 204">
              <a:extLst>
                <a:ext uri="{FF2B5EF4-FFF2-40B4-BE49-F238E27FC236}">
                  <a16:creationId xmlns:a16="http://schemas.microsoft.com/office/drawing/2014/main" id="{D91E4826-3565-4873-8361-EA392F187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161"/>
              <a:ext cx="118" cy="486"/>
            </a:xfrm>
            <a:custGeom>
              <a:avLst/>
              <a:gdLst>
                <a:gd name="T0" fmla="*/ 409 w 47"/>
                <a:gd name="T1" fmla="*/ 0 h 182"/>
                <a:gd name="T2" fmla="*/ 0 w 47"/>
                <a:gd name="T3" fmla="*/ 1925 h 182"/>
                <a:gd name="T4" fmla="*/ 0 w 47"/>
                <a:gd name="T5" fmla="*/ 2019 h 182"/>
                <a:gd name="T6" fmla="*/ 158 w 47"/>
                <a:gd name="T7" fmla="*/ 3445 h 182"/>
                <a:gd name="T8" fmla="*/ 146 w 47"/>
                <a:gd name="T9" fmla="*/ 3466 h 182"/>
                <a:gd name="T10" fmla="*/ 334 w 47"/>
                <a:gd name="T11" fmla="*/ 2873 h 182"/>
                <a:gd name="T12" fmla="*/ 409 w 47"/>
                <a:gd name="T13" fmla="*/ 2168 h 182"/>
                <a:gd name="T14" fmla="*/ 743 w 47"/>
                <a:gd name="T15" fmla="*/ 93 h 182"/>
                <a:gd name="T16" fmla="*/ 409 w 47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82">
                  <a:moveTo>
                    <a:pt x="26" y="0"/>
                  </a:moveTo>
                  <a:cubicBezTo>
                    <a:pt x="21" y="10"/>
                    <a:pt x="7" y="65"/>
                    <a:pt x="0" y="101"/>
                  </a:cubicBezTo>
                  <a:cubicBezTo>
                    <a:pt x="0" y="103"/>
                    <a:pt x="0" y="104"/>
                    <a:pt x="0" y="106"/>
                  </a:cubicBezTo>
                  <a:cubicBezTo>
                    <a:pt x="2" y="131"/>
                    <a:pt x="7" y="162"/>
                    <a:pt x="10" y="181"/>
                  </a:cubicBezTo>
                  <a:cubicBezTo>
                    <a:pt x="10" y="181"/>
                    <a:pt x="10" y="182"/>
                    <a:pt x="9" y="182"/>
                  </a:cubicBezTo>
                  <a:cubicBezTo>
                    <a:pt x="13" y="172"/>
                    <a:pt x="17" y="162"/>
                    <a:pt x="21" y="151"/>
                  </a:cubicBezTo>
                  <a:cubicBezTo>
                    <a:pt x="22" y="138"/>
                    <a:pt x="24" y="124"/>
                    <a:pt x="26" y="114"/>
                  </a:cubicBezTo>
                  <a:cubicBezTo>
                    <a:pt x="31" y="94"/>
                    <a:pt x="47" y="5"/>
                    <a:pt x="47" y="5"/>
                  </a:cubicBezTo>
                  <a:lnTo>
                    <a:pt x="26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5" name="Freeform 205">
              <a:extLst>
                <a:ext uri="{FF2B5EF4-FFF2-40B4-BE49-F238E27FC236}">
                  <a16:creationId xmlns:a16="http://schemas.microsoft.com/office/drawing/2014/main" id="{15B956FC-29BF-4CAE-A0D8-9DEC4C577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85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6" name="Freeform 206">
              <a:extLst>
                <a:ext uri="{FF2B5EF4-FFF2-40B4-BE49-F238E27FC236}">
                  <a16:creationId xmlns:a16="http://schemas.microsoft.com/office/drawing/2014/main" id="{6F08700B-FD03-414F-923F-1ADCEE2B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79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7" name="Freeform 207">
              <a:extLst>
                <a:ext uri="{FF2B5EF4-FFF2-40B4-BE49-F238E27FC236}">
                  <a16:creationId xmlns:a16="http://schemas.microsoft.com/office/drawing/2014/main" id="{728E1116-BDB4-4BB8-9D1D-9576D3812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263"/>
              <a:ext cx="235" cy="514"/>
            </a:xfrm>
            <a:custGeom>
              <a:avLst/>
              <a:gdLst>
                <a:gd name="T0" fmla="*/ 1188 w 94"/>
                <a:gd name="T1" fmla="*/ 0 h 193"/>
                <a:gd name="T2" fmla="*/ 563 w 94"/>
                <a:gd name="T3" fmla="*/ 1758 h 193"/>
                <a:gd name="T4" fmla="*/ 0 w 94"/>
                <a:gd name="T5" fmla="*/ 3646 h 193"/>
                <a:gd name="T6" fmla="*/ 720 w 94"/>
                <a:gd name="T7" fmla="*/ 1907 h 193"/>
                <a:gd name="T8" fmla="*/ 1470 w 94"/>
                <a:gd name="T9" fmla="*/ 205 h 193"/>
                <a:gd name="T10" fmla="*/ 1458 w 94"/>
                <a:gd name="T11" fmla="*/ 226 h 193"/>
                <a:gd name="T12" fmla="*/ 1470 w 94"/>
                <a:gd name="T13" fmla="*/ 205 h 193"/>
                <a:gd name="T14" fmla="*/ 1470 w 94"/>
                <a:gd name="T15" fmla="*/ 205 h 193"/>
                <a:gd name="T16" fmla="*/ 1188 w 94"/>
                <a:gd name="T17" fmla="*/ 0 h 1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93">
                  <a:moveTo>
                    <a:pt x="76" y="0"/>
                  </a:moveTo>
                  <a:cubicBezTo>
                    <a:pt x="75" y="19"/>
                    <a:pt x="52" y="56"/>
                    <a:pt x="36" y="93"/>
                  </a:cubicBezTo>
                  <a:cubicBezTo>
                    <a:pt x="24" y="126"/>
                    <a:pt x="11" y="162"/>
                    <a:pt x="0" y="193"/>
                  </a:cubicBezTo>
                  <a:cubicBezTo>
                    <a:pt x="15" y="166"/>
                    <a:pt x="32" y="131"/>
                    <a:pt x="46" y="101"/>
                  </a:cubicBezTo>
                  <a:cubicBezTo>
                    <a:pt x="65" y="62"/>
                    <a:pt x="89" y="34"/>
                    <a:pt x="94" y="11"/>
                  </a:cubicBezTo>
                  <a:cubicBezTo>
                    <a:pt x="94" y="11"/>
                    <a:pt x="93" y="12"/>
                    <a:pt x="93" y="12"/>
                  </a:cubicBezTo>
                  <a:cubicBezTo>
                    <a:pt x="94" y="11"/>
                    <a:pt x="94" y="11"/>
                    <a:pt x="94" y="11"/>
                  </a:cubicBezTo>
                  <a:cubicBezTo>
                    <a:pt x="94" y="11"/>
                    <a:pt x="94" y="11"/>
                    <a:pt x="94" y="11"/>
                  </a:cubicBezTo>
                  <a:cubicBezTo>
                    <a:pt x="94" y="11"/>
                    <a:pt x="85" y="5"/>
                    <a:pt x="7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8" name="Freeform 208">
              <a:extLst>
                <a:ext uri="{FF2B5EF4-FFF2-40B4-BE49-F238E27FC236}">
                  <a16:creationId xmlns:a16="http://schemas.microsoft.com/office/drawing/2014/main" id="{83045064-ED6D-4416-ADE9-41CE4E30F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3060"/>
              <a:ext cx="12" cy="125"/>
            </a:xfrm>
            <a:custGeom>
              <a:avLst/>
              <a:gdLst>
                <a:gd name="T0" fmla="*/ 12 w 5"/>
                <a:gd name="T1" fmla="*/ 0 h 47"/>
                <a:gd name="T2" fmla="*/ 12 w 5"/>
                <a:gd name="T3" fmla="*/ 56 h 47"/>
                <a:gd name="T4" fmla="*/ 58 w 5"/>
                <a:gd name="T5" fmla="*/ 170 h 47"/>
                <a:gd name="T6" fmla="*/ 58 w 5"/>
                <a:gd name="T7" fmla="*/ 340 h 47"/>
                <a:gd name="T8" fmla="*/ 70 w 5"/>
                <a:gd name="T9" fmla="*/ 452 h 47"/>
                <a:gd name="T10" fmla="*/ 41 w 5"/>
                <a:gd name="T11" fmla="*/ 566 h 47"/>
                <a:gd name="T12" fmla="*/ 0 w 5"/>
                <a:gd name="T13" fmla="*/ 88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7">
                  <a:moveTo>
                    <a:pt x="1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2" y="6"/>
                    <a:pt x="3" y="7"/>
                    <a:pt x="4" y="9"/>
                  </a:cubicBezTo>
                  <a:cubicBezTo>
                    <a:pt x="5" y="12"/>
                    <a:pt x="3" y="15"/>
                    <a:pt x="4" y="18"/>
                  </a:cubicBezTo>
                  <a:cubicBezTo>
                    <a:pt x="4" y="20"/>
                    <a:pt x="5" y="22"/>
                    <a:pt x="5" y="24"/>
                  </a:cubicBezTo>
                  <a:cubicBezTo>
                    <a:pt x="4" y="26"/>
                    <a:pt x="4" y="28"/>
                    <a:pt x="3" y="30"/>
                  </a:cubicBezTo>
                  <a:cubicBezTo>
                    <a:pt x="3" y="34"/>
                    <a:pt x="3" y="43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9" name="Freeform 209">
              <a:extLst>
                <a:ext uri="{FF2B5EF4-FFF2-40B4-BE49-F238E27FC236}">
                  <a16:creationId xmlns:a16="http://schemas.microsoft.com/office/drawing/2014/main" id="{3C3FBAD8-2AC9-4DBE-A8B6-331D4CCC9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209"/>
              <a:ext cx="292" cy="648"/>
            </a:xfrm>
            <a:custGeom>
              <a:avLst/>
              <a:gdLst>
                <a:gd name="T0" fmla="*/ 1462 w 117"/>
                <a:gd name="T1" fmla="*/ 21 h 243"/>
                <a:gd name="T2" fmla="*/ 666 w 117"/>
                <a:gd name="T3" fmla="*/ 3037 h 243"/>
                <a:gd name="T4" fmla="*/ 0 w 117"/>
                <a:gd name="T5" fmla="*/ 4608 h 243"/>
                <a:gd name="T6" fmla="*/ 437 w 117"/>
                <a:gd name="T7" fmla="*/ 4096 h 243"/>
                <a:gd name="T8" fmla="*/ 437 w 117"/>
                <a:gd name="T9" fmla="*/ 4096 h 243"/>
                <a:gd name="T10" fmla="*/ 449 w 117"/>
                <a:gd name="T11" fmla="*/ 4075 h 243"/>
                <a:gd name="T12" fmla="*/ 479 w 117"/>
                <a:gd name="T13" fmla="*/ 4040 h 243"/>
                <a:gd name="T14" fmla="*/ 574 w 117"/>
                <a:gd name="T15" fmla="*/ 3925 h 243"/>
                <a:gd name="T16" fmla="*/ 591 w 117"/>
                <a:gd name="T17" fmla="*/ 3904 h 243"/>
                <a:gd name="T18" fmla="*/ 686 w 117"/>
                <a:gd name="T19" fmla="*/ 3776 h 243"/>
                <a:gd name="T20" fmla="*/ 699 w 117"/>
                <a:gd name="T21" fmla="*/ 3755 h 243"/>
                <a:gd name="T22" fmla="*/ 791 w 117"/>
                <a:gd name="T23" fmla="*/ 3640 h 243"/>
                <a:gd name="T24" fmla="*/ 791 w 117"/>
                <a:gd name="T25" fmla="*/ 3619 h 243"/>
                <a:gd name="T26" fmla="*/ 883 w 117"/>
                <a:gd name="T27" fmla="*/ 3491 h 243"/>
                <a:gd name="T28" fmla="*/ 933 w 117"/>
                <a:gd name="T29" fmla="*/ 3413 h 243"/>
                <a:gd name="T30" fmla="*/ 946 w 117"/>
                <a:gd name="T31" fmla="*/ 3392 h 243"/>
                <a:gd name="T32" fmla="*/ 966 w 117"/>
                <a:gd name="T33" fmla="*/ 3392 h 243"/>
                <a:gd name="T34" fmla="*/ 966 w 117"/>
                <a:gd name="T35" fmla="*/ 3392 h 243"/>
                <a:gd name="T36" fmla="*/ 1008 w 117"/>
                <a:gd name="T37" fmla="*/ 3320 h 243"/>
                <a:gd name="T38" fmla="*/ 1091 w 117"/>
                <a:gd name="T39" fmla="*/ 2923 h 243"/>
                <a:gd name="T40" fmla="*/ 1819 w 117"/>
                <a:gd name="T41" fmla="*/ 205 h 243"/>
                <a:gd name="T42" fmla="*/ 1462 w 117"/>
                <a:gd name="T43" fmla="*/ 21 h 2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7" h="243">
                  <a:moveTo>
                    <a:pt x="94" y="1"/>
                  </a:moveTo>
                  <a:cubicBezTo>
                    <a:pt x="86" y="12"/>
                    <a:pt x="61" y="99"/>
                    <a:pt x="43" y="160"/>
                  </a:cubicBezTo>
                  <a:cubicBezTo>
                    <a:pt x="31" y="198"/>
                    <a:pt x="11" y="228"/>
                    <a:pt x="0" y="243"/>
                  </a:cubicBezTo>
                  <a:cubicBezTo>
                    <a:pt x="9" y="234"/>
                    <a:pt x="19" y="225"/>
                    <a:pt x="28" y="216"/>
                  </a:cubicBezTo>
                  <a:cubicBezTo>
                    <a:pt x="28" y="216"/>
                    <a:pt x="28" y="216"/>
                    <a:pt x="28" y="216"/>
                  </a:cubicBezTo>
                  <a:cubicBezTo>
                    <a:pt x="28" y="216"/>
                    <a:pt x="29" y="215"/>
                    <a:pt x="29" y="215"/>
                  </a:cubicBezTo>
                  <a:cubicBezTo>
                    <a:pt x="30" y="214"/>
                    <a:pt x="30" y="214"/>
                    <a:pt x="31" y="213"/>
                  </a:cubicBezTo>
                  <a:cubicBezTo>
                    <a:pt x="33" y="211"/>
                    <a:pt x="35" y="209"/>
                    <a:pt x="37" y="207"/>
                  </a:cubicBezTo>
                  <a:cubicBezTo>
                    <a:pt x="37" y="207"/>
                    <a:pt x="38" y="206"/>
                    <a:pt x="38" y="206"/>
                  </a:cubicBezTo>
                  <a:cubicBezTo>
                    <a:pt x="40" y="204"/>
                    <a:pt x="42" y="201"/>
                    <a:pt x="44" y="199"/>
                  </a:cubicBezTo>
                  <a:cubicBezTo>
                    <a:pt x="44" y="199"/>
                    <a:pt x="45" y="199"/>
                    <a:pt x="45" y="198"/>
                  </a:cubicBezTo>
                  <a:cubicBezTo>
                    <a:pt x="47" y="196"/>
                    <a:pt x="49" y="194"/>
                    <a:pt x="51" y="192"/>
                  </a:cubicBezTo>
                  <a:cubicBezTo>
                    <a:pt x="51" y="191"/>
                    <a:pt x="51" y="191"/>
                    <a:pt x="51" y="191"/>
                  </a:cubicBezTo>
                  <a:cubicBezTo>
                    <a:pt x="53" y="189"/>
                    <a:pt x="55" y="186"/>
                    <a:pt x="57" y="184"/>
                  </a:cubicBezTo>
                  <a:cubicBezTo>
                    <a:pt x="58" y="183"/>
                    <a:pt x="59" y="182"/>
                    <a:pt x="60" y="180"/>
                  </a:cubicBezTo>
                  <a:cubicBezTo>
                    <a:pt x="61" y="180"/>
                    <a:pt x="61" y="179"/>
                    <a:pt x="61" y="179"/>
                  </a:cubicBezTo>
                  <a:cubicBezTo>
                    <a:pt x="61" y="179"/>
                    <a:pt x="61" y="179"/>
                    <a:pt x="62" y="179"/>
                  </a:cubicBezTo>
                  <a:cubicBezTo>
                    <a:pt x="62" y="179"/>
                    <a:pt x="62" y="179"/>
                    <a:pt x="62" y="179"/>
                  </a:cubicBezTo>
                  <a:cubicBezTo>
                    <a:pt x="63" y="177"/>
                    <a:pt x="64" y="176"/>
                    <a:pt x="65" y="175"/>
                  </a:cubicBezTo>
                  <a:cubicBezTo>
                    <a:pt x="65" y="175"/>
                    <a:pt x="69" y="157"/>
                    <a:pt x="70" y="154"/>
                  </a:cubicBezTo>
                  <a:cubicBezTo>
                    <a:pt x="79" y="119"/>
                    <a:pt x="108" y="28"/>
                    <a:pt x="117" y="11"/>
                  </a:cubicBezTo>
                  <a:cubicBezTo>
                    <a:pt x="115" y="8"/>
                    <a:pt x="99" y="0"/>
                    <a:pt x="94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0" name="Freeform 210">
              <a:extLst>
                <a:ext uri="{FF2B5EF4-FFF2-40B4-BE49-F238E27FC236}">
                  <a16:creationId xmlns:a16="http://schemas.microsoft.com/office/drawing/2014/main" id="{A1B53BE4-61BE-4C3E-93AB-011F2416C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223"/>
              <a:ext cx="200" cy="632"/>
            </a:xfrm>
            <a:custGeom>
              <a:avLst/>
              <a:gdLst>
                <a:gd name="T0" fmla="*/ 875 w 80"/>
                <a:gd name="T1" fmla="*/ 21 h 237"/>
                <a:gd name="T2" fmla="*/ 220 w 80"/>
                <a:gd name="T3" fmla="*/ 2752 h 237"/>
                <a:gd name="T4" fmla="*/ 0 w 80"/>
                <a:gd name="T5" fmla="*/ 4493 h 237"/>
                <a:gd name="T6" fmla="*/ 658 w 80"/>
                <a:gd name="T7" fmla="*/ 2936 h 237"/>
                <a:gd name="T8" fmla="*/ 658 w 80"/>
                <a:gd name="T9" fmla="*/ 2936 h 237"/>
                <a:gd name="T10" fmla="*/ 1250 w 80"/>
                <a:gd name="T11" fmla="*/ 77 h 237"/>
                <a:gd name="T12" fmla="*/ 875 w 80"/>
                <a:gd name="T13" fmla="*/ 21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237">
                  <a:moveTo>
                    <a:pt x="56" y="1"/>
                  </a:moveTo>
                  <a:cubicBezTo>
                    <a:pt x="44" y="17"/>
                    <a:pt x="18" y="127"/>
                    <a:pt x="14" y="145"/>
                  </a:cubicBezTo>
                  <a:cubicBezTo>
                    <a:pt x="10" y="181"/>
                    <a:pt x="6" y="215"/>
                    <a:pt x="0" y="237"/>
                  </a:cubicBezTo>
                  <a:cubicBezTo>
                    <a:pt x="10" y="222"/>
                    <a:pt x="30" y="193"/>
                    <a:pt x="42" y="155"/>
                  </a:cubicBezTo>
                  <a:cubicBezTo>
                    <a:pt x="42" y="155"/>
                    <a:pt x="42" y="155"/>
                    <a:pt x="42" y="155"/>
                  </a:cubicBezTo>
                  <a:cubicBezTo>
                    <a:pt x="46" y="115"/>
                    <a:pt x="80" y="4"/>
                    <a:pt x="80" y="4"/>
                  </a:cubicBezTo>
                  <a:cubicBezTo>
                    <a:pt x="80" y="4"/>
                    <a:pt x="69" y="0"/>
                    <a:pt x="5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1" name="Freeform 211">
              <a:extLst>
                <a:ext uri="{FF2B5EF4-FFF2-40B4-BE49-F238E27FC236}">
                  <a16:creationId xmlns:a16="http://schemas.microsoft.com/office/drawing/2014/main" id="{B4999EA5-767D-46AC-890A-EFAE198F2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639"/>
              <a:ext cx="20" cy="18"/>
            </a:xfrm>
            <a:custGeom>
              <a:avLst/>
              <a:gdLst>
                <a:gd name="T0" fmla="*/ 125 w 8"/>
                <a:gd name="T1" fmla="*/ 67 h 7"/>
                <a:gd name="T2" fmla="*/ 95 w 8"/>
                <a:gd name="T3" fmla="*/ 0 h 7"/>
                <a:gd name="T4" fmla="*/ 0 w 8"/>
                <a:gd name="T5" fmla="*/ 118 h 7"/>
                <a:gd name="T6" fmla="*/ 125 w 8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1" y="3"/>
                    <a:pt x="0" y="7"/>
                  </a:cubicBezTo>
                  <a:cubicBezTo>
                    <a:pt x="1" y="7"/>
                    <a:pt x="5" y="5"/>
                    <a:pt x="8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2" name="Freeform 212">
              <a:extLst>
                <a:ext uri="{FF2B5EF4-FFF2-40B4-BE49-F238E27FC236}">
                  <a16:creationId xmlns:a16="http://schemas.microsoft.com/office/drawing/2014/main" id="{48F7B72C-9E0B-46F4-8294-FE9C515B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505"/>
              <a:ext cx="23" cy="22"/>
            </a:xfrm>
            <a:custGeom>
              <a:avLst/>
              <a:gdLst>
                <a:gd name="T0" fmla="*/ 151 w 9"/>
                <a:gd name="T1" fmla="*/ 22 h 8"/>
                <a:gd name="T2" fmla="*/ 0 w 9"/>
                <a:gd name="T3" fmla="*/ 22 h 8"/>
                <a:gd name="T4" fmla="*/ 20 w 9"/>
                <a:gd name="T5" fmla="*/ 168 h 8"/>
                <a:gd name="T6" fmla="*/ 151 w 9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9" y="1"/>
                  </a:moveTo>
                  <a:cubicBezTo>
                    <a:pt x="9" y="1"/>
                    <a:pt x="3" y="0"/>
                    <a:pt x="0" y="1"/>
                  </a:cubicBezTo>
                  <a:cubicBezTo>
                    <a:pt x="0" y="1"/>
                    <a:pt x="0" y="5"/>
                    <a:pt x="1" y="8"/>
                  </a:cubicBezTo>
                  <a:cubicBezTo>
                    <a:pt x="2" y="5"/>
                    <a:pt x="4" y="3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3" name="Freeform 213">
              <a:extLst>
                <a:ext uri="{FF2B5EF4-FFF2-40B4-BE49-F238E27FC236}">
                  <a16:creationId xmlns:a16="http://schemas.microsoft.com/office/drawing/2014/main" id="{D0EFA3D5-30C6-4F6B-8E0F-E33CD59F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153"/>
              <a:ext cx="45" cy="27"/>
            </a:xfrm>
            <a:custGeom>
              <a:avLst/>
              <a:gdLst>
                <a:gd name="T0" fmla="*/ 283 w 18"/>
                <a:gd name="T1" fmla="*/ 116 h 10"/>
                <a:gd name="T2" fmla="*/ 283 w 18"/>
                <a:gd name="T3" fmla="*/ 116 h 10"/>
                <a:gd name="T4" fmla="*/ 250 w 18"/>
                <a:gd name="T5" fmla="*/ 0 h 10"/>
                <a:gd name="T6" fmla="*/ 0 w 18"/>
                <a:gd name="T7" fmla="*/ 197 h 10"/>
                <a:gd name="T8" fmla="*/ 0 w 18"/>
                <a:gd name="T9" fmla="*/ 197 h 10"/>
                <a:gd name="T10" fmla="*/ 283 w 18"/>
                <a:gd name="T11" fmla="*/ 11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0">
                  <a:moveTo>
                    <a:pt x="18" y="6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2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2" y="7"/>
                    <a:pt x="18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4" name="Freeform 214">
              <a:extLst>
                <a:ext uri="{FF2B5EF4-FFF2-40B4-BE49-F238E27FC236}">
                  <a16:creationId xmlns:a16="http://schemas.microsoft.com/office/drawing/2014/main" id="{8BFB38B6-C52C-438C-B3D6-ECDC129D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129"/>
              <a:ext cx="30" cy="14"/>
            </a:xfrm>
            <a:custGeom>
              <a:avLst/>
              <a:gdLst>
                <a:gd name="T0" fmla="*/ 188 w 12"/>
                <a:gd name="T1" fmla="*/ 62 h 5"/>
                <a:gd name="T2" fmla="*/ 188 w 12"/>
                <a:gd name="T3" fmla="*/ 87 h 5"/>
                <a:gd name="T4" fmla="*/ 188 w 12"/>
                <a:gd name="T5" fmla="*/ 62 h 5"/>
                <a:gd name="T6" fmla="*/ 0 w 12"/>
                <a:gd name="T7" fmla="*/ 22 h 5"/>
                <a:gd name="T8" fmla="*/ 0 w 12"/>
                <a:gd name="T9" fmla="*/ 109 h 5"/>
                <a:gd name="T10" fmla="*/ 188 w 12"/>
                <a:gd name="T11" fmla="*/ 6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12" y="3"/>
                  </a:moveTo>
                  <a:cubicBezTo>
                    <a:pt x="12" y="3"/>
                    <a:pt x="12" y="3"/>
                    <a:pt x="12" y="4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1" y="2"/>
                    <a:pt x="4" y="0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10" y="5"/>
                    <a:pt x="12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5" name="Freeform 215">
              <a:extLst>
                <a:ext uri="{FF2B5EF4-FFF2-40B4-BE49-F238E27FC236}">
                  <a16:creationId xmlns:a16="http://schemas.microsoft.com/office/drawing/2014/main" id="{1E42022B-56C8-4209-BD55-70FC15FF4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153"/>
              <a:ext cx="40" cy="19"/>
            </a:xfrm>
            <a:custGeom>
              <a:avLst/>
              <a:gdLst>
                <a:gd name="T0" fmla="*/ 220 w 16"/>
                <a:gd name="T1" fmla="*/ 141 h 7"/>
                <a:gd name="T2" fmla="*/ 250 w 16"/>
                <a:gd name="T3" fmla="*/ 22 h 7"/>
                <a:gd name="T4" fmla="*/ 0 w 16"/>
                <a:gd name="T5" fmla="*/ 60 h 7"/>
                <a:gd name="T6" fmla="*/ 22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14" y="7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5" y="0"/>
                    <a:pt x="0" y="3"/>
                  </a:cubicBezTo>
                  <a:lnTo>
                    <a:pt x="14" y="7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6" name="Freeform 216">
              <a:extLst>
                <a:ext uri="{FF2B5EF4-FFF2-40B4-BE49-F238E27FC236}">
                  <a16:creationId xmlns:a16="http://schemas.microsoft.com/office/drawing/2014/main" id="{778727F4-FF5B-4FDD-AA2D-462E7E08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196"/>
              <a:ext cx="45" cy="43"/>
            </a:xfrm>
            <a:custGeom>
              <a:avLst/>
              <a:gdLst>
                <a:gd name="T0" fmla="*/ 50 w 18"/>
                <a:gd name="T1" fmla="*/ 35 h 16"/>
                <a:gd name="T2" fmla="*/ 0 w 18"/>
                <a:gd name="T3" fmla="*/ 137 h 16"/>
                <a:gd name="T4" fmla="*/ 283 w 18"/>
                <a:gd name="T5" fmla="*/ 312 h 16"/>
                <a:gd name="T6" fmla="*/ 283 w 18"/>
                <a:gd name="T7" fmla="*/ 312 h 16"/>
                <a:gd name="T8" fmla="*/ 50 w 18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3" y="2"/>
                  </a:moveTo>
                  <a:cubicBezTo>
                    <a:pt x="1" y="4"/>
                    <a:pt x="1" y="5"/>
                    <a:pt x="0" y="7"/>
                  </a:cubicBezTo>
                  <a:cubicBezTo>
                    <a:pt x="7" y="9"/>
                    <a:pt x="16" y="14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4"/>
                    <a:pt x="4" y="0"/>
                    <a:pt x="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7" name="Freeform 217">
              <a:extLst>
                <a:ext uri="{FF2B5EF4-FFF2-40B4-BE49-F238E27FC236}">
                  <a16:creationId xmlns:a16="http://schemas.microsoft.com/office/drawing/2014/main" id="{9A259820-59BB-491D-9CD3-7A9D07682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188"/>
              <a:ext cx="42" cy="29"/>
            </a:xfrm>
            <a:custGeom>
              <a:avLst/>
              <a:gdLst>
                <a:gd name="T0" fmla="*/ 30 w 17"/>
                <a:gd name="T1" fmla="*/ 0 h 11"/>
                <a:gd name="T2" fmla="*/ 0 w 17"/>
                <a:gd name="T3" fmla="*/ 90 h 11"/>
                <a:gd name="T4" fmla="*/ 257 w 17"/>
                <a:gd name="T5" fmla="*/ 200 h 11"/>
                <a:gd name="T6" fmla="*/ 30 w 1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2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6" y="6"/>
                    <a:pt x="17" y="11"/>
                    <a:pt x="17" y="11"/>
                  </a:cubicBezTo>
                  <a:cubicBezTo>
                    <a:pt x="17" y="9"/>
                    <a:pt x="7" y="1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8" name="Freeform 218">
              <a:extLst>
                <a:ext uri="{FF2B5EF4-FFF2-40B4-BE49-F238E27FC236}">
                  <a16:creationId xmlns:a16="http://schemas.microsoft.com/office/drawing/2014/main" id="{6C026CD7-1820-452B-8963-871301673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3009"/>
              <a:ext cx="30" cy="62"/>
            </a:xfrm>
            <a:custGeom>
              <a:avLst/>
              <a:gdLst>
                <a:gd name="T0" fmla="*/ 0 w 12"/>
                <a:gd name="T1" fmla="*/ 450 h 23"/>
                <a:gd name="T2" fmla="*/ 95 w 12"/>
                <a:gd name="T3" fmla="*/ 116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23"/>
                  </a:moveTo>
                  <a:cubicBezTo>
                    <a:pt x="2" y="18"/>
                    <a:pt x="3" y="11"/>
                    <a:pt x="6" y="6"/>
                  </a:cubicBezTo>
                  <a:cubicBezTo>
                    <a:pt x="7" y="4"/>
                    <a:pt x="11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9" name="Freeform 219">
              <a:extLst>
                <a:ext uri="{FF2B5EF4-FFF2-40B4-BE49-F238E27FC236}">
                  <a16:creationId xmlns:a16="http://schemas.microsoft.com/office/drawing/2014/main" id="{54C2D422-6393-4A92-A4B6-1A614C963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036"/>
              <a:ext cx="111" cy="45"/>
            </a:xfrm>
            <a:custGeom>
              <a:avLst/>
              <a:gdLst>
                <a:gd name="T0" fmla="*/ 706 w 44"/>
                <a:gd name="T1" fmla="*/ 281 h 17"/>
                <a:gd name="T2" fmla="*/ 50 w 44"/>
                <a:gd name="T3" fmla="*/ 56 h 17"/>
                <a:gd name="T4" fmla="*/ 0 w 44"/>
                <a:gd name="T5" fmla="*/ 21 h 17"/>
                <a:gd name="T6" fmla="*/ 272 w 44"/>
                <a:gd name="T7" fmla="*/ 225 h 17"/>
                <a:gd name="T8" fmla="*/ 527 w 44"/>
                <a:gd name="T9" fmla="*/ 281 h 17"/>
                <a:gd name="T10" fmla="*/ 706 w 44"/>
                <a:gd name="T11" fmla="*/ 294 h 17"/>
                <a:gd name="T12" fmla="*/ 706 w 44"/>
                <a:gd name="T13" fmla="*/ 28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7">
                  <a:moveTo>
                    <a:pt x="44" y="15"/>
                  </a:moveTo>
                  <a:cubicBezTo>
                    <a:pt x="35" y="3"/>
                    <a:pt x="11" y="0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1" y="8"/>
                    <a:pt x="12" y="11"/>
                    <a:pt x="17" y="12"/>
                  </a:cubicBezTo>
                  <a:cubicBezTo>
                    <a:pt x="24" y="13"/>
                    <a:pt x="27" y="14"/>
                    <a:pt x="33" y="15"/>
                  </a:cubicBezTo>
                  <a:cubicBezTo>
                    <a:pt x="35" y="16"/>
                    <a:pt x="41" y="17"/>
                    <a:pt x="44" y="16"/>
                  </a:cubicBezTo>
                  <a:cubicBezTo>
                    <a:pt x="44" y="16"/>
                    <a:pt x="44" y="16"/>
                    <a:pt x="44" y="1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0" name="Freeform 220">
              <a:extLst>
                <a:ext uri="{FF2B5EF4-FFF2-40B4-BE49-F238E27FC236}">
                  <a16:creationId xmlns:a16="http://schemas.microsoft.com/office/drawing/2014/main" id="{F52ED852-51C7-48DF-87CA-8E06B4DA5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004"/>
              <a:ext cx="90" cy="43"/>
            </a:xfrm>
            <a:custGeom>
              <a:avLst/>
              <a:gdLst>
                <a:gd name="T0" fmla="*/ 533 w 36"/>
                <a:gd name="T1" fmla="*/ 253 h 16"/>
                <a:gd name="T2" fmla="*/ 63 w 36"/>
                <a:gd name="T3" fmla="*/ 35 h 16"/>
                <a:gd name="T4" fmla="*/ 0 w 36"/>
                <a:gd name="T5" fmla="*/ 35 h 16"/>
                <a:gd name="T6" fmla="*/ 158 w 36"/>
                <a:gd name="T7" fmla="*/ 196 h 16"/>
                <a:gd name="T8" fmla="*/ 408 w 36"/>
                <a:gd name="T9" fmla="*/ 274 h 16"/>
                <a:gd name="T10" fmla="*/ 563 w 36"/>
                <a:gd name="T11" fmla="*/ 274 h 16"/>
                <a:gd name="T12" fmla="*/ 533 w 36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6">
                  <a:moveTo>
                    <a:pt x="34" y="13"/>
                  </a:moveTo>
                  <a:cubicBezTo>
                    <a:pt x="29" y="5"/>
                    <a:pt x="13" y="0"/>
                    <a:pt x="4" y="2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5"/>
                    <a:pt x="7" y="9"/>
                    <a:pt x="10" y="10"/>
                  </a:cubicBezTo>
                  <a:cubicBezTo>
                    <a:pt x="15" y="11"/>
                    <a:pt x="20" y="14"/>
                    <a:pt x="26" y="14"/>
                  </a:cubicBezTo>
                  <a:cubicBezTo>
                    <a:pt x="29" y="14"/>
                    <a:pt x="33" y="16"/>
                    <a:pt x="36" y="14"/>
                  </a:cubicBezTo>
                  <a:cubicBezTo>
                    <a:pt x="35" y="14"/>
                    <a:pt x="34" y="14"/>
                    <a:pt x="34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1" name="Freeform 221">
              <a:extLst>
                <a:ext uri="{FF2B5EF4-FFF2-40B4-BE49-F238E27FC236}">
                  <a16:creationId xmlns:a16="http://schemas.microsoft.com/office/drawing/2014/main" id="{D98EC6CE-2559-431C-A094-ED6C6FAB8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3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1" name="bunch-of-red-radishes">
            <a:extLst>
              <a:ext uri="{FF2B5EF4-FFF2-40B4-BE49-F238E27FC236}">
                <a16:creationId xmlns:a16="http://schemas.microsoft.com/office/drawing/2014/main" id="{E5DFC4A9-8007-4018-95EE-E9ED494C0715}"/>
              </a:ext>
            </a:extLst>
          </p:cNvPr>
          <p:cNvGrpSpPr>
            <a:grpSpLocks/>
          </p:cNvGrpSpPr>
          <p:nvPr/>
        </p:nvGrpSpPr>
        <p:grpSpPr bwMode="auto">
          <a:xfrm>
            <a:off x="7894638" y="4067175"/>
            <a:ext cx="2198687" cy="1879600"/>
            <a:chOff x="1253" y="2433"/>
            <a:chExt cx="833" cy="712"/>
          </a:xfrm>
        </p:grpSpPr>
        <p:sp>
          <p:nvSpPr>
            <p:cNvPr id="14342" name="Freeform 223">
              <a:extLst>
                <a:ext uri="{FF2B5EF4-FFF2-40B4-BE49-F238E27FC236}">
                  <a16:creationId xmlns:a16="http://schemas.microsoft.com/office/drawing/2014/main" id="{3DE52EE3-DD8E-4500-A97F-15FCFB6E8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540"/>
              <a:ext cx="433" cy="211"/>
            </a:xfrm>
            <a:custGeom>
              <a:avLst/>
              <a:gdLst>
                <a:gd name="T0" fmla="*/ 1692 w 173"/>
                <a:gd name="T1" fmla="*/ 136 h 79"/>
                <a:gd name="T2" fmla="*/ 1284 w 173"/>
                <a:gd name="T3" fmla="*/ 956 h 79"/>
                <a:gd name="T4" fmla="*/ 833 w 173"/>
                <a:gd name="T5" fmla="*/ 1106 h 79"/>
                <a:gd name="T6" fmla="*/ 408 w 173"/>
                <a:gd name="T7" fmla="*/ 1106 h 79"/>
                <a:gd name="T8" fmla="*/ 0 w 173"/>
                <a:gd name="T9" fmla="*/ 1183 h 79"/>
                <a:gd name="T10" fmla="*/ 438 w 173"/>
                <a:gd name="T11" fmla="*/ 1183 h 79"/>
                <a:gd name="T12" fmla="*/ 1129 w 173"/>
                <a:gd name="T13" fmla="*/ 1183 h 79"/>
                <a:gd name="T14" fmla="*/ 1492 w 173"/>
                <a:gd name="T15" fmla="*/ 1199 h 79"/>
                <a:gd name="T16" fmla="*/ 2338 w 173"/>
                <a:gd name="T17" fmla="*/ 1242 h 79"/>
                <a:gd name="T18" fmla="*/ 2338 w 173"/>
                <a:gd name="T19" fmla="*/ 171 h 79"/>
                <a:gd name="T20" fmla="*/ 1692 w 173"/>
                <a:gd name="T21" fmla="*/ 136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79">
                  <a:moveTo>
                    <a:pt x="108" y="7"/>
                  </a:moveTo>
                  <a:cubicBezTo>
                    <a:pt x="83" y="18"/>
                    <a:pt x="90" y="44"/>
                    <a:pt x="82" y="50"/>
                  </a:cubicBezTo>
                  <a:cubicBezTo>
                    <a:pt x="74" y="56"/>
                    <a:pt x="67" y="56"/>
                    <a:pt x="53" y="58"/>
                  </a:cubicBezTo>
                  <a:cubicBezTo>
                    <a:pt x="39" y="60"/>
                    <a:pt x="33" y="57"/>
                    <a:pt x="26" y="58"/>
                  </a:cubicBezTo>
                  <a:cubicBezTo>
                    <a:pt x="19" y="58"/>
                    <a:pt x="10" y="55"/>
                    <a:pt x="0" y="62"/>
                  </a:cubicBezTo>
                  <a:cubicBezTo>
                    <a:pt x="5" y="60"/>
                    <a:pt x="15" y="59"/>
                    <a:pt x="28" y="62"/>
                  </a:cubicBezTo>
                  <a:cubicBezTo>
                    <a:pt x="40" y="64"/>
                    <a:pt x="59" y="65"/>
                    <a:pt x="72" y="62"/>
                  </a:cubicBezTo>
                  <a:cubicBezTo>
                    <a:pt x="86" y="58"/>
                    <a:pt x="86" y="58"/>
                    <a:pt x="95" y="63"/>
                  </a:cubicBezTo>
                  <a:cubicBezTo>
                    <a:pt x="104" y="68"/>
                    <a:pt x="124" y="79"/>
                    <a:pt x="149" y="65"/>
                  </a:cubicBezTo>
                  <a:cubicBezTo>
                    <a:pt x="173" y="51"/>
                    <a:pt x="163" y="16"/>
                    <a:pt x="149" y="9"/>
                  </a:cubicBezTo>
                  <a:cubicBezTo>
                    <a:pt x="138" y="1"/>
                    <a:pt x="124" y="0"/>
                    <a:pt x="108" y="7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224">
              <a:extLst>
                <a:ext uri="{FF2B5EF4-FFF2-40B4-BE49-F238E27FC236}">
                  <a16:creationId xmlns:a16="http://schemas.microsoft.com/office/drawing/2014/main" id="{EB362BE2-79DF-49E5-A494-480793CC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612"/>
              <a:ext cx="195" cy="240"/>
            </a:xfrm>
            <a:custGeom>
              <a:avLst/>
              <a:gdLst>
                <a:gd name="T0" fmla="*/ 220 w 78"/>
                <a:gd name="T1" fmla="*/ 115 h 90"/>
                <a:gd name="T2" fmla="*/ 208 w 78"/>
                <a:gd name="T3" fmla="*/ 1059 h 90"/>
                <a:gd name="T4" fmla="*/ 800 w 78"/>
                <a:gd name="T5" fmla="*/ 1672 h 90"/>
                <a:gd name="T6" fmla="*/ 1188 w 78"/>
                <a:gd name="T7" fmla="*/ 1160 h 90"/>
                <a:gd name="T8" fmla="*/ 688 w 78"/>
                <a:gd name="T9" fmla="*/ 171 h 90"/>
                <a:gd name="T10" fmla="*/ 220 w 78"/>
                <a:gd name="T11" fmla="*/ 11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90">
                  <a:moveTo>
                    <a:pt x="14" y="6"/>
                  </a:moveTo>
                  <a:cubicBezTo>
                    <a:pt x="2" y="13"/>
                    <a:pt x="0" y="35"/>
                    <a:pt x="13" y="56"/>
                  </a:cubicBezTo>
                  <a:cubicBezTo>
                    <a:pt x="26" y="78"/>
                    <a:pt x="36" y="90"/>
                    <a:pt x="51" y="88"/>
                  </a:cubicBezTo>
                  <a:cubicBezTo>
                    <a:pt x="67" y="86"/>
                    <a:pt x="78" y="79"/>
                    <a:pt x="76" y="61"/>
                  </a:cubicBezTo>
                  <a:cubicBezTo>
                    <a:pt x="74" y="42"/>
                    <a:pt x="57" y="18"/>
                    <a:pt x="44" y="9"/>
                  </a:cubicBezTo>
                  <a:cubicBezTo>
                    <a:pt x="31" y="0"/>
                    <a:pt x="23" y="1"/>
                    <a:pt x="14" y="6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225">
              <a:extLst>
                <a:ext uri="{FF2B5EF4-FFF2-40B4-BE49-F238E27FC236}">
                  <a16:creationId xmlns:a16="http://schemas.microsoft.com/office/drawing/2014/main" id="{B0307598-F7B3-4834-98F5-544FFE27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716"/>
              <a:ext cx="127" cy="259"/>
            </a:xfrm>
            <a:custGeom>
              <a:avLst/>
              <a:gdLst>
                <a:gd name="T0" fmla="*/ 508 w 51"/>
                <a:gd name="T1" fmla="*/ 56 h 97"/>
                <a:gd name="T2" fmla="*/ 371 w 51"/>
                <a:gd name="T3" fmla="*/ 35 h 97"/>
                <a:gd name="T4" fmla="*/ 217 w 51"/>
                <a:gd name="T5" fmla="*/ 150 h 97"/>
                <a:gd name="T6" fmla="*/ 30 w 51"/>
                <a:gd name="T7" fmla="*/ 721 h 97"/>
                <a:gd name="T8" fmla="*/ 125 w 51"/>
                <a:gd name="T9" fmla="*/ 1583 h 97"/>
                <a:gd name="T10" fmla="*/ 682 w 51"/>
                <a:gd name="T11" fmla="*/ 1583 h 97"/>
                <a:gd name="T12" fmla="*/ 662 w 51"/>
                <a:gd name="T13" fmla="*/ 721 h 97"/>
                <a:gd name="T14" fmla="*/ 558 w 51"/>
                <a:gd name="T15" fmla="*/ 192 h 97"/>
                <a:gd name="T16" fmla="*/ 508 w 51"/>
                <a:gd name="T17" fmla="*/ 56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97">
                  <a:moveTo>
                    <a:pt x="33" y="3"/>
                  </a:moveTo>
                  <a:cubicBezTo>
                    <a:pt x="32" y="1"/>
                    <a:pt x="26" y="0"/>
                    <a:pt x="24" y="2"/>
                  </a:cubicBezTo>
                  <a:cubicBezTo>
                    <a:pt x="22" y="5"/>
                    <a:pt x="18" y="6"/>
                    <a:pt x="14" y="8"/>
                  </a:cubicBezTo>
                  <a:cubicBezTo>
                    <a:pt x="5" y="13"/>
                    <a:pt x="3" y="26"/>
                    <a:pt x="2" y="38"/>
                  </a:cubicBezTo>
                  <a:cubicBezTo>
                    <a:pt x="1" y="53"/>
                    <a:pt x="0" y="69"/>
                    <a:pt x="8" y="83"/>
                  </a:cubicBezTo>
                  <a:cubicBezTo>
                    <a:pt x="17" y="96"/>
                    <a:pt x="36" y="97"/>
                    <a:pt x="44" y="83"/>
                  </a:cubicBezTo>
                  <a:cubicBezTo>
                    <a:pt x="51" y="68"/>
                    <a:pt x="44" y="57"/>
                    <a:pt x="43" y="38"/>
                  </a:cubicBezTo>
                  <a:cubicBezTo>
                    <a:pt x="42" y="26"/>
                    <a:pt x="42" y="15"/>
                    <a:pt x="36" y="10"/>
                  </a:cubicBezTo>
                  <a:cubicBezTo>
                    <a:pt x="33" y="8"/>
                    <a:pt x="33" y="4"/>
                    <a:pt x="33" y="3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226">
              <a:extLst>
                <a:ext uri="{FF2B5EF4-FFF2-40B4-BE49-F238E27FC236}">
                  <a16:creationId xmlns:a16="http://schemas.microsoft.com/office/drawing/2014/main" id="{A2AAF488-5D75-434D-A514-31A01D5F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692"/>
              <a:ext cx="320" cy="272"/>
            </a:xfrm>
            <a:custGeom>
              <a:avLst/>
              <a:gdLst>
                <a:gd name="T0" fmla="*/ 1783 w 128"/>
                <a:gd name="T1" fmla="*/ 149 h 102"/>
                <a:gd name="T2" fmla="*/ 1000 w 128"/>
                <a:gd name="T3" fmla="*/ 149 h 102"/>
                <a:gd name="T4" fmla="*/ 925 w 128"/>
                <a:gd name="T5" fmla="*/ 968 h 102"/>
                <a:gd name="T6" fmla="*/ 783 w 128"/>
                <a:gd name="T7" fmla="*/ 1421 h 102"/>
                <a:gd name="T8" fmla="*/ 363 w 128"/>
                <a:gd name="T9" fmla="*/ 1821 h 102"/>
                <a:gd name="T10" fmla="*/ 0 w 128"/>
                <a:gd name="T11" fmla="*/ 1856 h 102"/>
                <a:gd name="T12" fmla="*/ 488 w 128"/>
                <a:gd name="T13" fmla="*/ 1821 h 102"/>
                <a:gd name="T14" fmla="*/ 895 w 128"/>
                <a:gd name="T15" fmla="*/ 1400 h 102"/>
                <a:gd name="T16" fmla="*/ 1220 w 128"/>
                <a:gd name="T17" fmla="*/ 1173 h 102"/>
                <a:gd name="T18" fmla="*/ 1845 w 128"/>
                <a:gd name="T19" fmla="*/ 797 h 102"/>
                <a:gd name="T20" fmla="*/ 1908 w 128"/>
                <a:gd name="T21" fmla="*/ 0 h 102"/>
                <a:gd name="T22" fmla="*/ 1783 w 128"/>
                <a:gd name="T23" fmla="*/ 149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102">
                  <a:moveTo>
                    <a:pt x="114" y="8"/>
                  </a:moveTo>
                  <a:cubicBezTo>
                    <a:pt x="93" y="20"/>
                    <a:pt x="74" y="13"/>
                    <a:pt x="64" y="8"/>
                  </a:cubicBezTo>
                  <a:cubicBezTo>
                    <a:pt x="54" y="21"/>
                    <a:pt x="58" y="39"/>
                    <a:pt x="59" y="51"/>
                  </a:cubicBezTo>
                  <a:cubicBezTo>
                    <a:pt x="61" y="65"/>
                    <a:pt x="59" y="64"/>
                    <a:pt x="50" y="75"/>
                  </a:cubicBezTo>
                  <a:cubicBezTo>
                    <a:pt x="41" y="86"/>
                    <a:pt x="33" y="92"/>
                    <a:pt x="23" y="96"/>
                  </a:cubicBezTo>
                  <a:cubicBezTo>
                    <a:pt x="14" y="100"/>
                    <a:pt x="0" y="98"/>
                    <a:pt x="0" y="98"/>
                  </a:cubicBezTo>
                  <a:cubicBezTo>
                    <a:pt x="8" y="102"/>
                    <a:pt x="23" y="100"/>
                    <a:pt x="31" y="96"/>
                  </a:cubicBezTo>
                  <a:cubicBezTo>
                    <a:pt x="38" y="93"/>
                    <a:pt x="51" y="82"/>
                    <a:pt x="57" y="74"/>
                  </a:cubicBezTo>
                  <a:cubicBezTo>
                    <a:pt x="64" y="65"/>
                    <a:pt x="67" y="63"/>
                    <a:pt x="78" y="62"/>
                  </a:cubicBezTo>
                  <a:cubicBezTo>
                    <a:pt x="89" y="60"/>
                    <a:pt x="108" y="60"/>
                    <a:pt x="118" y="42"/>
                  </a:cubicBezTo>
                  <a:cubicBezTo>
                    <a:pt x="126" y="29"/>
                    <a:pt x="128" y="10"/>
                    <a:pt x="122" y="0"/>
                  </a:cubicBezTo>
                  <a:cubicBezTo>
                    <a:pt x="120" y="3"/>
                    <a:pt x="117" y="6"/>
                    <a:pt x="114" y="8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227">
              <a:extLst>
                <a:ext uri="{FF2B5EF4-FFF2-40B4-BE49-F238E27FC236}">
                  <a16:creationId xmlns:a16="http://schemas.microsoft.com/office/drawing/2014/main" id="{41B6DC34-3942-45E2-83E6-CB8934202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57"/>
              <a:ext cx="335" cy="222"/>
            </a:xfrm>
            <a:custGeom>
              <a:avLst/>
              <a:gdLst>
                <a:gd name="T0" fmla="*/ 863 w 134"/>
                <a:gd name="T1" fmla="*/ 1131 h 83"/>
                <a:gd name="T2" fmla="*/ 1688 w 134"/>
                <a:gd name="T3" fmla="*/ 1281 h 83"/>
                <a:gd name="T4" fmla="*/ 2020 w 134"/>
                <a:gd name="T5" fmla="*/ 730 h 83"/>
                <a:gd name="T6" fmla="*/ 2063 w 134"/>
                <a:gd name="T7" fmla="*/ 687 h 83"/>
                <a:gd name="T8" fmla="*/ 1988 w 134"/>
                <a:gd name="T9" fmla="*/ 308 h 83"/>
                <a:gd name="T10" fmla="*/ 1113 w 134"/>
                <a:gd name="T11" fmla="*/ 364 h 83"/>
                <a:gd name="T12" fmla="*/ 833 w 134"/>
                <a:gd name="T13" fmla="*/ 1030 h 83"/>
                <a:gd name="T14" fmla="*/ 0 w 134"/>
                <a:gd name="T15" fmla="*/ 1551 h 83"/>
                <a:gd name="T16" fmla="*/ 520 w 134"/>
                <a:gd name="T17" fmla="*/ 1281 h 83"/>
                <a:gd name="T18" fmla="*/ 863 w 134"/>
                <a:gd name="T19" fmla="*/ 1131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83">
                  <a:moveTo>
                    <a:pt x="55" y="59"/>
                  </a:moveTo>
                  <a:cubicBezTo>
                    <a:pt x="65" y="54"/>
                    <a:pt x="77" y="83"/>
                    <a:pt x="108" y="67"/>
                  </a:cubicBezTo>
                  <a:cubicBezTo>
                    <a:pt x="110" y="57"/>
                    <a:pt x="114" y="45"/>
                    <a:pt x="129" y="38"/>
                  </a:cubicBezTo>
                  <a:cubicBezTo>
                    <a:pt x="130" y="37"/>
                    <a:pt x="131" y="37"/>
                    <a:pt x="132" y="36"/>
                  </a:cubicBezTo>
                  <a:cubicBezTo>
                    <a:pt x="134" y="28"/>
                    <a:pt x="132" y="20"/>
                    <a:pt x="127" y="16"/>
                  </a:cubicBezTo>
                  <a:cubicBezTo>
                    <a:pt x="118" y="4"/>
                    <a:pt x="88" y="0"/>
                    <a:pt x="71" y="19"/>
                  </a:cubicBezTo>
                  <a:cubicBezTo>
                    <a:pt x="54" y="38"/>
                    <a:pt x="60" y="48"/>
                    <a:pt x="53" y="54"/>
                  </a:cubicBezTo>
                  <a:cubicBezTo>
                    <a:pt x="42" y="62"/>
                    <a:pt x="6" y="66"/>
                    <a:pt x="0" y="81"/>
                  </a:cubicBezTo>
                  <a:cubicBezTo>
                    <a:pt x="12" y="70"/>
                    <a:pt x="22" y="70"/>
                    <a:pt x="33" y="67"/>
                  </a:cubicBezTo>
                  <a:cubicBezTo>
                    <a:pt x="44" y="64"/>
                    <a:pt x="44" y="64"/>
                    <a:pt x="55" y="59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228">
              <a:extLst>
                <a:ext uri="{FF2B5EF4-FFF2-40B4-BE49-F238E27FC236}">
                  <a16:creationId xmlns:a16="http://schemas.microsoft.com/office/drawing/2014/main" id="{5CBAC37A-E981-4B63-A543-80E355E8A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724"/>
              <a:ext cx="148" cy="421"/>
            </a:xfrm>
            <a:custGeom>
              <a:avLst/>
              <a:gdLst>
                <a:gd name="T0" fmla="*/ 775 w 59"/>
                <a:gd name="T1" fmla="*/ 661 h 158"/>
                <a:gd name="T2" fmla="*/ 931 w 59"/>
                <a:gd name="T3" fmla="*/ 136 h 158"/>
                <a:gd name="T4" fmla="*/ 722 w 59"/>
                <a:gd name="T5" fmla="*/ 21 h 158"/>
                <a:gd name="T6" fmla="*/ 597 w 59"/>
                <a:gd name="T7" fmla="*/ 568 h 158"/>
                <a:gd name="T8" fmla="*/ 188 w 59"/>
                <a:gd name="T9" fmla="*/ 887 h 158"/>
                <a:gd name="T10" fmla="*/ 158 w 59"/>
                <a:gd name="T11" fmla="*/ 1399 h 158"/>
                <a:gd name="T12" fmla="*/ 301 w 59"/>
                <a:gd name="T13" fmla="*/ 1775 h 158"/>
                <a:gd name="T14" fmla="*/ 221 w 59"/>
                <a:gd name="T15" fmla="*/ 2342 h 158"/>
                <a:gd name="T16" fmla="*/ 50 w 59"/>
                <a:gd name="T17" fmla="*/ 2990 h 158"/>
                <a:gd name="T18" fmla="*/ 271 w 59"/>
                <a:gd name="T19" fmla="*/ 2363 h 158"/>
                <a:gd name="T20" fmla="*/ 396 w 59"/>
                <a:gd name="T21" fmla="*/ 1831 h 158"/>
                <a:gd name="T22" fmla="*/ 805 w 59"/>
                <a:gd name="T23" fmla="*/ 1306 h 158"/>
                <a:gd name="T24" fmla="*/ 775 w 59"/>
                <a:gd name="T25" fmla="*/ 661 h 1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58">
                  <a:moveTo>
                    <a:pt x="49" y="35"/>
                  </a:moveTo>
                  <a:cubicBezTo>
                    <a:pt x="50" y="24"/>
                    <a:pt x="52" y="13"/>
                    <a:pt x="59" y="7"/>
                  </a:cubicBezTo>
                  <a:cubicBezTo>
                    <a:pt x="56" y="4"/>
                    <a:pt x="52" y="0"/>
                    <a:pt x="46" y="1"/>
                  </a:cubicBezTo>
                  <a:cubicBezTo>
                    <a:pt x="46" y="10"/>
                    <a:pt x="43" y="21"/>
                    <a:pt x="38" y="30"/>
                  </a:cubicBezTo>
                  <a:cubicBezTo>
                    <a:pt x="32" y="41"/>
                    <a:pt x="22" y="45"/>
                    <a:pt x="12" y="47"/>
                  </a:cubicBezTo>
                  <a:cubicBezTo>
                    <a:pt x="10" y="60"/>
                    <a:pt x="9" y="68"/>
                    <a:pt x="10" y="74"/>
                  </a:cubicBezTo>
                  <a:cubicBezTo>
                    <a:pt x="11" y="84"/>
                    <a:pt x="17" y="88"/>
                    <a:pt x="19" y="94"/>
                  </a:cubicBezTo>
                  <a:cubicBezTo>
                    <a:pt x="21" y="99"/>
                    <a:pt x="20" y="112"/>
                    <a:pt x="14" y="124"/>
                  </a:cubicBezTo>
                  <a:cubicBezTo>
                    <a:pt x="9" y="137"/>
                    <a:pt x="0" y="148"/>
                    <a:pt x="3" y="158"/>
                  </a:cubicBezTo>
                  <a:cubicBezTo>
                    <a:pt x="2" y="150"/>
                    <a:pt x="12" y="135"/>
                    <a:pt x="17" y="125"/>
                  </a:cubicBezTo>
                  <a:cubicBezTo>
                    <a:pt x="22" y="114"/>
                    <a:pt x="25" y="105"/>
                    <a:pt x="25" y="97"/>
                  </a:cubicBezTo>
                  <a:cubicBezTo>
                    <a:pt x="25" y="90"/>
                    <a:pt x="40" y="90"/>
                    <a:pt x="51" y="69"/>
                  </a:cubicBezTo>
                  <a:cubicBezTo>
                    <a:pt x="47" y="58"/>
                    <a:pt x="48" y="46"/>
                    <a:pt x="49" y="35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229">
              <a:extLst>
                <a:ext uri="{FF2B5EF4-FFF2-40B4-BE49-F238E27FC236}">
                  <a16:creationId xmlns:a16="http://schemas.microsoft.com/office/drawing/2014/main" id="{4037ABC5-D7EB-4084-B4CE-EA58C9A5E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711"/>
              <a:ext cx="198" cy="421"/>
            </a:xfrm>
            <a:custGeom>
              <a:avLst/>
              <a:gdLst>
                <a:gd name="T0" fmla="*/ 835 w 79"/>
                <a:gd name="T1" fmla="*/ 1420 h 158"/>
                <a:gd name="T2" fmla="*/ 897 w 79"/>
                <a:gd name="T3" fmla="*/ 965 h 158"/>
                <a:gd name="T4" fmla="*/ 346 w 79"/>
                <a:gd name="T5" fmla="*/ 362 h 158"/>
                <a:gd name="T6" fmla="*/ 221 w 79"/>
                <a:gd name="T7" fmla="*/ 0 h 158"/>
                <a:gd name="T8" fmla="*/ 208 w 79"/>
                <a:gd name="T9" fmla="*/ 0 h 158"/>
                <a:gd name="T10" fmla="*/ 0 w 79"/>
                <a:gd name="T11" fmla="*/ 115 h 158"/>
                <a:gd name="T12" fmla="*/ 50 w 79"/>
                <a:gd name="T13" fmla="*/ 226 h 158"/>
                <a:gd name="T14" fmla="*/ 158 w 79"/>
                <a:gd name="T15" fmla="*/ 759 h 158"/>
                <a:gd name="T16" fmla="*/ 221 w 79"/>
                <a:gd name="T17" fmla="*/ 1399 h 158"/>
                <a:gd name="T18" fmla="*/ 597 w 79"/>
                <a:gd name="T19" fmla="*/ 1548 h 158"/>
                <a:gd name="T20" fmla="*/ 1025 w 79"/>
                <a:gd name="T21" fmla="*/ 1852 h 158"/>
                <a:gd name="T22" fmla="*/ 1100 w 79"/>
                <a:gd name="T23" fmla="*/ 2363 h 158"/>
                <a:gd name="T24" fmla="*/ 1100 w 79"/>
                <a:gd name="T25" fmla="*/ 2990 h 158"/>
                <a:gd name="T26" fmla="*/ 1150 w 79"/>
                <a:gd name="T27" fmla="*/ 2401 h 158"/>
                <a:gd name="T28" fmla="*/ 1055 w 79"/>
                <a:gd name="T29" fmla="*/ 1775 h 158"/>
                <a:gd name="T30" fmla="*/ 835 w 79"/>
                <a:gd name="T31" fmla="*/ 1420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158">
                  <a:moveTo>
                    <a:pt x="53" y="75"/>
                  </a:moveTo>
                  <a:cubicBezTo>
                    <a:pt x="53" y="71"/>
                    <a:pt x="57" y="62"/>
                    <a:pt x="57" y="51"/>
                  </a:cubicBezTo>
                  <a:cubicBezTo>
                    <a:pt x="43" y="51"/>
                    <a:pt x="34" y="39"/>
                    <a:pt x="22" y="19"/>
                  </a:cubicBezTo>
                  <a:cubicBezTo>
                    <a:pt x="18" y="13"/>
                    <a:pt x="15" y="6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7" y="1"/>
                    <a:pt x="3" y="3"/>
                    <a:pt x="0" y="6"/>
                  </a:cubicBezTo>
                  <a:cubicBezTo>
                    <a:pt x="0" y="7"/>
                    <a:pt x="0" y="10"/>
                    <a:pt x="3" y="12"/>
                  </a:cubicBezTo>
                  <a:cubicBezTo>
                    <a:pt x="9" y="17"/>
                    <a:pt x="9" y="28"/>
                    <a:pt x="10" y="40"/>
                  </a:cubicBezTo>
                  <a:cubicBezTo>
                    <a:pt x="10" y="54"/>
                    <a:pt x="15" y="64"/>
                    <a:pt x="14" y="74"/>
                  </a:cubicBezTo>
                  <a:cubicBezTo>
                    <a:pt x="21" y="80"/>
                    <a:pt x="30" y="83"/>
                    <a:pt x="38" y="82"/>
                  </a:cubicBezTo>
                  <a:cubicBezTo>
                    <a:pt x="52" y="81"/>
                    <a:pt x="59" y="88"/>
                    <a:pt x="65" y="98"/>
                  </a:cubicBezTo>
                  <a:cubicBezTo>
                    <a:pt x="70" y="107"/>
                    <a:pt x="74" y="112"/>
                    <a:pt x="70" y="125"/>
                  </a:cubicBezTo>
                  <a:cubicBezTo>
                    <a:pt x="65" y="139"/>
                    <a:pt x="67" y="153"/>
                    <a:pt x="70" y="158"/>
                  </a:cubicBezTo>
                  <a:cubicBezTo>
                    <a:pt x="66" y="150"/>
                    <a:pt x="68" y="140"/>
                    <a:pt x="73" y="127"/>
                  </a:cubicBezTo>
                  <a:cubicBezTo>
                    <a:pt x="79" y="111"/>
                    <a:pt x="75" y="106"/>
                    <a:pt x="67" y="94"/>
                  </a:cubicBezTo>
                  <a:cubicBezTo>
                    <a:pt x="60" y="81"/>
                    <a:pt x="54" y="82"/>
                    <a:pt x="53" y="75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230">
              <a:extLst>
                <a:ext uri="{FF2B5EF4-FFF2-40B4-BE49-F238E27FC236}">
                  <a16:creationId xmlns:a16="http://schemas.microsoft.com/office/drawing/2014/main" id="{9D12FE8F-E92A-434E-8533-EA4DB7B42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433"/>
              <a:ext cx="63" cy="72"/>
            </a:xfrm>
            <a:custGeom>
              <a:avLst/>
              <a:gdLst>
                <a:gd name="T0" fmla="*/ 318 w 25"/>
                <a:gd name="T1" fmla="*/ 0 h 27"/>
                <a:gd name="T2" fmla="*/ 0 w 25"/>
                <a:gd name="T3" fmla="*/ 397 h 27"/>
                <a:gd name="T4" fmla="*/ 83 w 25"/>
                <a:gd name="T5" fmla="*/ 477 h 27"/>
                <a:gd name="T6" fmla="*/ 96 w 25"/>
                <a:gd name="T7" fmla="*/ 512 h 27"/>
                <a:gd name="T8" fmla="*/ 401 w 25"/>
                <a:gd name="T9" fmla="*/ 115 h 27"/>
                <a:gd name="T10" fmla="*/ 318 w 2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20" y="0"/>
                  </a:moveTo>
                  <a:cubicBezTo>
                    <a:pt x="18" y="2"/>
                    <a:pt x="4" y="12"/>
                    <a:pt x="0" y="21"/>
                  </a:cubicBezTo>
                  <a:cubicBezTo>
                    <a:pt x="2" y="22"/>
                    <a:pt x="4" y="24"/>
                    <a:pt x="5" y="25"/>
                  </a:cubicBezTo>
                  <a:cubicBezTo>
                    <a:pt x="6" y="26"/>
                    <a:pt x="6" y="26"/>
                    <a:pt x="6" y="27"/>
                  </a:cubicBezTo>
                  <a:cubicBezTo>
                    <a:pt x="12" y="16"/>
                    <a:pt x="24" y="8"/>
                    <a:pt x="25" y="6"/>
                  </a:cubicBezTo>
                  <a:cubicBezTo>
                    <a:pt x="24" y="6"/>
                    <a:pt x="20" y="3"/>
                    <a:pt x="20" y="0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231">
              <a:extLst>
                <a:ext uri="{FF2B5EF4-FFF2-40B4-BE49-F238E27FC236}">
                  <a16:creationId xmlns:a16="http://schemas.microsoft.com/office/drawing/2014/main" id="{2FC6DE40-939A-4594-AB3E-E452B8ED4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465"/>
              <a:ext cx="68" cy="51"/>
            </a:xfrm>
            <a:custGeom>
              <a:avLst/>
              <a:gdLst>
                <a:gd name="T0" fmla="*/ 400 w 27"/>
                <a:gd name="T1" fmla="*/ 0 h 19"/>
                <a:gd name="T2" fmla="*/ 96 w 27"/>
                <a:gd name="T3" fmla="*/ 137 h 19"/>
                <a:gd name="T4" fmla="*/ 0 w 27"/>
                <a:gd name="T5" fmla="*/ 274 h 19"/>
                <a:gd name="T6" fmla="*/ 50 w 27"/>
                <a:gd name="T7" fmla="*/ 368 h 19"/>
                <a:gd name="T8" fmla="*/ 431 w 27"/>
                <a:gd name="T9" fmla="*/ 150 h 19"/>
                <a:gd name="T10" fmla="*/ 400 w 2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25" y="0"/>
                  </a:moveTo>
                  <a:cubicBezTo>
                    <a:pt x="21" y="2"/>
                    <a:pt x="13" y="4"/>
                    <a:pt x="6" y="7"/>
                  </a:cubicBezTo>
                  <a:cubicBezTo>
                    <a:pt x="4" y="9"/>
                    <a:pt x="2" y="12"/>
                    <a:pt x="0" y="14"/>
                  </a:cubicBezTo>
                  <a:cubicBezTo>
                    <a:pt x="2" y="16"/>
                    <a:pt x="2" y="17"/>
                    <a:pt x="3" y="19"/>
                  </a:cubicBezTo>
                  <a:cubicBezTo>
                    <a:pt x="14" y="17"/>
                    <a:pt x="24" y="11"/>
                    <a:pt x="27" y="8"/>
                  </a:cubicBezTo>
                  <a:cubicBezTo>
                    <a:pt x="27" y="6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232">
              <a:extLst>
                <a:ext uri="{FF2B5EF4-FFF2-40B4-BE49-F238E27FC236}">
                  <a16:creationId xmlns:a16="http://schemas.microsoft.com/office/drawing/2014/main" id="{EE5B6C39-94BD-46E4-BF53-8E3145208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497"/>
              <a:ext cx="82" cy="38"/>
            </a:xfrm>
            <a:custGeom>
              <a:avLst/>
              <a:gdLst>
                <a:gd name="T0" fmla="*/ 494 w 33"/>
                <a:gd name="T1" fmla="*/ 0 h 14"/>
                <a:gd name="T2" fmla="*/ 216 w 33"/>
                <a:gd name="T3" fmla="*/ 60 h 14"/>
                <a:gd name="T4" fmla="*/ 216 w 33"/>
                <a:gd name="T5" fmla="*/ 60 h 14"/>
                <a:gd name="T6" fmla="*/ 0 w 33"/>
                <a:gd name="T7" fmla="*/ 141 h 14"/>
                <a:gd name="T8" fmla="*/ 0 w 33"/>
                <a:gd name="T9" fmla="*/ 117 h 14"/>
                <a:gd name="T10" fmla="*/ 30 w 33"/>
                <a:gd name="T11" fmla="*/ 280 h 14"/>
                <a:gd name="T12" fmla="*/ 475 w 33"/>
                <a:gd name="T13" fmla="*/ 141 h 14"/>
                <a:gd name="T14" fmla="*/ 494 w 3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4">
                  <a:moveTo>
                    <a:pt x="32" y="0"/>
                  </a:moveTo>
                  <a:cubicBezTo>
                    <a:pt x="32" y="0"/>
                    <a:pt x="20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0" y="4"/>
                    <a:pt x="5" y="6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1" y="8"/>
                    <a:pt x="1" y="11"/>
                    <a:pt x="2" y="14"/>
                  </a:cubicBezTo>
                  <a:cubicBezTo>
                    <a:pt x="14" y="12"/>
                    <a:pt x="31" y="7"/>
                    <a:pt x="31" y="7"/>
                  </a:cubicBezTo>
                  <a:cubicBezTo>
                    <a:pt x="31" y="7"/>
                    <a:pt x="33" y="3"/>
                    <a:pt x="32" y="0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Freeform 233">
              <a:extLst>
                <a:ext uri="{FF2B5EF4-FFF2-40B4-BE49-F238E27FC236}">
                  <a16:creationId xmlns:a16="http://schemas.microsoft.com/office/drawing/2014/main" id="{274C871E-82FD-40B2-85F5-539D2F75E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572"/>
              <a:ext cx="45" cy="37"/>
            </a:xfrm>
            <a:custGeom>
              <a:avLst/>
              <a:gdLst>
                <a:gd name="T0" fmla="*/ 250 w 18"/>
                <a:gd name="T1" fmla="*/ 0 h 14"/>
                <a:gd name="T2" fmla="*/ 0 w 18"/>
                <a:gd name="T3" fmla="*/ 132 h 14"/>
                <a:gd name="T4" fmla="*/ 50 w 18"/>
                <a:gd name="T5" fmla="*/ 259 h 14"/>
                <a:gd name="T6" fmla="*/ 270 w 18"/>
                <a:gd name="T7" fmla="*/ 90 h 14"/>
                <a:gd name="T8" fmla="*/ 250 w 1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16" y="0"/>
                  </a:moveTo>
                  <a:cubicBezTo>
                    <a:pt x="15" y="2"/>
                    <a:pt x="7" y="5"/>
                    <a:pt x="0" y="7"/>
                  </a:cubicBezTo>
                  <a:cubicBezTo>
                    <a:pt x="2" y="9"/>
                    <a:pt x="3" y="12"/>
                    <a:pt x="3" y="14"/>
                  </a:cubicBezTo>
                  <a:cubicBezTo>
                    <a:pt x="9" y="11"/>
                    <a:pt x="16" y="7"/>
                    <a:pt x="17" y="5"/>
                  </a:cubicBezTo>
                  <a:cubicBezTo>
                    <a:pt x="18" y="4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3" name="Freeform 234">
              <a:extLst>
                <a:ext uri="{FF2B5EF4-FFF2-40B4-BE49-F238E27FC236}">
                  <a16:creationId xmlns:a16="http://schemas.microsoft.com/office/drawing/2014/main" id="{BF9CD0EF-7683-4E1F-899D-04C4D8D1F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521"/>
              <a:ext cx="42" cy="56"/>
            </a:xfrm>
            <a:custGeom>
              <a:avLst/>
              <a:gdLst>
                <a:gd name="T0" fmla="*/ 12 w 17"/>
                <a:gd name="T1" fmla="*/ 307 h 21"/>
                <a:gd name="T2" fmla="*/ 104 w 17"/>
                <a:gd name="T3" fmla="*/ 397 h 21"/>
                <a:gd name="T4" fmla="*/ 257 w 17"/>
                <a:gd name="T5" fmla="*/ 56 h 21"/>
                <a:gd name="T6" fmla="*/ 212 w 17"/>
                <a:gd name="T7" fmla="*/ 0 h 21"/>
                <a:gd name="T8" fmla="*/ 0 w 17"/>
                <a:gd name="T9" fmla="*/ 285 h 21"/>
                <a:gd name="T10" fmla="*/ 12 w 17"/>
                <a:gd name="T11" fmla="*/ 30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1" y="16"/>
                  </a:moveTo>
                  <a:cubicBezTo>
                    <a:pt x="3" y="17"/>
                    <a:pt x="5" y="19"/>
                    <a:pt x="7" y="21"/>
                  </a:cubicBezTo>
                  <a:cubicBezTo>
                    <a:pt x="10" y="13"/>
                    <a:pt x="17" y="3"/>
                    <a:pt x="17" y="3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4" y="7"/>
                    <a:pt x="0" y="15"/>
                  </a:cubicBezTo>
                  <a:cubicBezTo>
                    <a:pt x="0" y="16"/>
                    <a:pt x="1" y="16"/>
                    <a:pt x="1" y="16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Freeform 235">
              <a:extLst>
                <a:ext uri="{FF2B5EF4-FFF2-40B4-BE49-F238E27FC236}">
                  <a16:creationId xmlns:a16="http://schemas.microsoft.com/office/drawing/2014/main" id="{5E61F0E5-163D-4462-9367-0C6DBDFA0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540"/>
              <a:ext cx="53" cy="53"/>
            </a:xfrm>
            <a:custGeom>
              <a:avLst/>
              <a:gdLst>
                <a:gd name="T0" fmla="*/ 50 w 21"/>
                <a:gd name="T1" fmla="*/ 352 h 20"/>
                <a:gd name="T2" fmla="*/ 209 w 21"/>
                <a:gd name="T3" fmla="*/ 294 h 20"/>
                <a:gd name="T4" fmla="*/ 338 w 21"/>
                <a:gd name="T5" fmla="*/ 133 h 20"/>
                <a:gd name="T6" fmla="*/ 288 w 21"/>
                <a:gd name="T7" fmla="*/ 0 h 20"/>
                <a:gd name="T8" fmla="*/ 33 w 21"/>
                <a:gd name="T9" fmla="*/ 191 h 20"/>
                <a:gd name="T10" fmla="*/ 0 w 21"/>
                <a:gd name="T11" fmla="*/ 260 h 20"/>
                <a:gd name="T12" fmla="*/ 0 w 21"/>
                <a:gd name="T13" fmla="*/ 260 h 20"/>
                <a:gd name="T14" fmla="*/ 63 w 21"/>
                <a:gd name="T15" fmla="*/ 371 h 20"/>
                <a:gd name="T16" fmla="*/ 50 w 21"/>
                <a:gd name="T17" fmla="*/ 352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0">
                  <a:moveTo>
                    <a:pt x="3" y="19"/>
                  </a:moveTo>
                  <a:cubicBezTo>
                    <a:pt x="7" y="18"/>
                    <a:pt x="10" y="17"/>
                    <a:pt x="13" y="16"/>
                  </a:cubicBezTo>
                  <a:cubicBezTo>
                    <a:pt x="17" y="11"/>
                    <a:pt x="21" y="7"/>
                    <a:pt x="21" y="7"/>
                  </a:cubicBezTo>
                  <a:cubicBezTo>
                    <a:pt x="21" y="7"/>
                    <a:pt x="20" y="0"/>
                    <a:pt x="18" y="0"/>
                  </a:cubicBezTo>
                  <a:cubicBezTo>
                    <a:pt x="15" y="0"/>
                    <a:pt x="7" y="5"/>
                    <a:pt x="2" y="10"/>
                  </a:cubicBezTo>
                  <a:cubicBezTo>
                    <a:pt x="1" y="11"/>
                    <a:pt x="1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2" y="17"/>
                    <a:pt x="4" y="20"/>
                  </a:cubicBezTo>
                  <a:cubicBezTo>
                    <a:pt x="4" y="20"/>
                    <a:pt x="3" y="19"/>
                    <a:pt x="3" y="19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5" name="Freeform 236">
              <a:extLst>
                <a:ext uri="{FF2B5EF4-FFF2-40B4-BE49-F238E27FC236}">
                  <a16:creationId xmlns:a16="http://schemas.microsoft.com/office/drawing/2014/main" id="{BA80C6A5-D676-4695-9B0C-2C1C05B7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671"/>
              <a:ext cx="25" cy="50"/>
            </a:xfrm>
            <a:custGeom>
              <a:avLst/>
              <a:gdLst>
                <a:gd name="T0" fmla="*/ 83 w 10"/>
                <a:gd name="T1" fmla="*/ 347 h 19"/>
                <a:gd name="T2" fmla="*/ 83 w 10"/>
                <a:gd name="T3" fmla="*/ 347 h 19"/>
                <a:gd name="T4" fmla="*/ 158 w 10"/>
                <a:gd name="T5" fmla="*/ 326 h 19"/>
                <a:gd name="T6" fmla="*/ 95 w 10"/>
                <a:gd name="T7" fmla="*/ 21 h 19"/>
                <a:gd name="T8" fmla="*/ 0 w 10"/>
                <a:gd name="T9" fmla="*/ 55 h 19"/>
                <a:gd name="T10" fmla="*/ 83 w 10"/>
                <a:gd name="T11" fmla="*/ 34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9">
                  <a:moveTo>
                    <a:pt x="5" y="1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7" y="18"/>
                    <a:pt x="8" y="18"/>
                    <a:pt x="10" y="18"/>
                  </a:cubicBezTo>
                  <a:cubicBezTo>
                    <a:pt x="10" y="13"/>
                    <a:pt x="6" y="1"/>
                    <a:pt x="6" y="1"/>
                  </a:cubicBezTo>
                  <a:cubicBezTo>
                    <a:pt x="6" y="1"/>
                    <a:pt x="3" y="0"/>
                    <a:pt x="0" y="3"/>
                  </a:cubicBezTo>
                  <a:cubicBezTo>
                    <a:pt x="3" y="5"/>
                    <a:pt x="5" y="17"/>
                    <a:pt x="5" y="19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237">
              <a:extLst>
                <a:ext uri="{FF2B5EF4-FFF2-40B4-BE49-F238E27FC236}">
                  <a16:creationId xmlns:a16="http://schemas.microsoft.com/office/drawing/2014/main" id="{28FBEB66-D17E-43D0-91D2-4D2B0372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684"/>
              <a:ext cx="32" cy="45"/>
            </a:xfrm>
            <a:custGeom>
              <a:avLst/>
              <a:gdLst>
                <a:gd name="T0" fmla="*/ 74 w 13"/>
                <a:gd name="T1" fmla="*/ 281 h 17"/>
                <a:gd name="T2" fmla="*/ 74 w 13"/>
                <a:gd name="T3" fmla="*/ 315 h 17"/>
                <a:gd name="T4" fmla="*/ 194 w 13"/>
                <a:gd name="T5" fmla="*/ 132 h 17"/>
                <a:gd name="T6" fmla="*/ 121 w 13"/>
                <a:gd name="T7" fmla="*/ 21 h 17"/>
                <a:gd name="T8" fmla="*/ 74 w 13"/>
                <a:gd name="T9" fmla="*/ 0 h 17"/>
                <a:gd name="T10" fmla="*/ 0 w 13"/>
                <a:gd name="T11" fmla="*/ 238 h 17"/>
                <a:gd name="T12" fmla="*/ 74 w 13"/>
                <a:gd name="T13" fmla="*/ 28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15"/>
                  </a:moveTo>
                  <a:cubicBezTo>
                    <a:pt x="5" y="16"/>
                    <a:pt x="5" y="17"/>
                    <a:pt x="5" y="17"/>
                  </a:cubicBezTo>
                  <a:cubicBezTo>
                    <a:pt x="8" y="12"/>
                    <a:pt x="13" y="7"/>
                    <a:pt x="13" y="7"/>
                  </a:cubicBezTo>
                  <a:cubicBezTo>
                    <a:pt x="13" y="6"/>
                    <a:pt x="11" y="1"/>
                    <a:pt x="8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4" y="14"/>
                    <a:pt x="5" y="15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238">
              <a:extLst>
                <a:ext uri="{FF2B5EF4-FFF2-40B4-BE49-F238E27FC236}">
                  <a16:creationId xmlns:a16="http://schemas.microsoft.com/office/drawing/2014/main" id="{527C0C9C-BACD-4B70-ADF4-95AF3D37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660"/>
              <a:ext cx="25" cy="56"/>
            </a:xfrm>
            <a:custGeom>
              <a:avLst/>
              <a:gdLst>
                <a:gd name="T0" fmla="*/ 83 w 10"/>
                <a:gd name="T1" fmla="*/ 35 h 21"/>
                <a:gd name="T2" fmla="*/ 0 w 10"/>
                <a:gd name="T3" fmla="*/ 264 h 21"/>
                <a:gd name="T4" fmla="*/ 33 w 10"/>
                <a:gd name="T5" fmla="*/ 397 h 21"/>
                <a:gd name="T6" fmla="*/ 95 w 10"/>
                <a:gd name="T7" fmla="*/ 171 h 21"/>
                <a:gd name="T8" fmla="*/ 145 w 10"/>
                <a:gd name="T9" fmla="*/ 192 h 21"/>
                <a:gd name="T10" fmla="*/ 158 w 10"/>
                <a:gd name="T11" fmla="*/ 93 h 21"/>
                <a:gd name="T12" fmla="*/ 83 w 10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1">
                  <a:moveTo>
                    <a:pt x="5" y="2"/>
                  </a:moveTo>
                  <a:cubicBezTo>
                    <a:pt x="3" y="3"/>
                    <a:pt x="2" y="9"/>
                    <a:pt x="0" y="14"/>
                  </a:cubicBezTo>
                  <a:cubicBezTo>
                    <a:pt x="1" y="17"/>
                    <a:pt x="1" y="19"/>
                    <a:pt x="2" y="2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7"/>
                    <a:pt x="10" y="5"/>
                    <a:pt x="10" y="5"/>
                  </a:cubicBezTo>
                  <a:cubicBezTo>
                    <a:pt x="10" y="3"/>
                    <a:pt x="7" y="0"/>
                    <a:pt x="5" y="2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239">
              <a:extLst>
                <a:ext uri="{FF2B5EF4-FFF2-40B4-BE49-F238E27FC236}">
                  <a16:creationId xmlns:a16="http://schemas.microsoft.com/office/drawing/2014/main" id="{8AAC12FA-70DD-41E5-9188-DD5A2A25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71"/>
              <a:ext cx="20" cy="58"/>
            </a:xfrm>
            <a:custGeom>
              <a:avLst/>
              <a:gdLst>
                <a:gd name="T0" fmla="*/ 63 w 8"/>
                <a:gd name="T1" fmla="*/ 403 h 22"/>
                <a:gd name="T2" fmla="*/ 113 w 8"/>
                <a:gd name="T3" fmla="*/ 34 h 22"/>
                <a:gd name="T4" fmla="*/ 50 w 8"/>
                <a:gd name="T5" fmla="*/ 21 h 22"/>
                <a:gd name="T6" fmla="*/ 0 w 8"/>
                <a:gd name="T7" fmla="*/ 382 h 22"/>
                <a:gd name="T8" fmla="*/ 63 w 8"/>
                <a:gd name="T9" fmla="*/ 40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2">
                  <a:moveTo>
                    <a:pt x="4" y="22"/>
                  </a:moveTo>
                  <a:cubicBezTo>
                    <a:pt x="8" y="14"/>
                    <a:pt x="7" y="2"/>
                    <a:pt x="7" y="2"/>
                  </a:cubicBezTo>
                  <a:cubicBezTo>
                    <a:pt x="7" y="2"/>
                    <a:pt x="6" y="0"/>
                    <a:pt x="3" y="1"/>
                  </a:cubicBezTo>
                  <a:cubicBezTo>
                    <a:pt x="0" y="7"/>
                    <a:pt x="0" y="15"/>
                    <a:pt x="0" y="21"/>
                  </a:cubicBezTo>
                  <a:cubicBezTo>
                    <a:pt x="1" y="21"/>
                    <a:pt x="3" y="21"/>
                    <a:pt x="4" y="22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240">
              <a:extLst>
                <a:ext uri="{FF2B5EF4-FFF2-40B4-BE49-F238E27FC236}">
                  <a16:creationId xmlns:a16="http://schemas.microsoft.com/office/drawing/2014/main" id="{58A1DC07-062F-4E62-A9A8-2062BED55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673"/>
              <a:ext cx="35" cy="62"/>
            </a:xfrm>
            <a:custGeom>
              <a:avLst/>
              <a:gdLst>
                <a:gd name="T0" fmla="*/ 145 w 14"/>
                <a:gd name="T1" fmla="*/ 0 h 23"/>
                <a:gd name="T2" fmla="*/ 63 w 14"/>
                <a:gd name="T3" fmla="*/ 137 h 23"/>
                <a:gd name="T4" fmla="*/ 20 w 14"/>
                <a:gd name="T5" fmla="*/ 415 h 23"/>
                <a:gd name="T6" fmla="*/ 0 w 14"/>
                <a:gd name="T7" fmla="*/ 394 h 23"/>
                <a:gd name="T8" fmla="*/ 83 w 14"/>
                <a:gd name="T9" fmla="*/ 450 h 23"/>
                <a:gd name="T10" fmla="*/ 220 w 14"/>
                <a:gd name="T11" fmla="*/ 81 h 23"/>
                <a:gd name="T12" fmla="*/ 145 w 14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3">
                  <a:moveTo>
                    <a:pt x="9" y="0"/>
                  </a:moveTo>
                  <a:cubicBezTo>
                    <a:pt x="9" y="0"/>
                    <a:pt x="6" y="1"/>
                    <a:pt x="4" y="7"/>
                  </a:cubicBezTo>
                  <a:cubicBezTo>
                    <a:pt x="4" y="11"/>
                    <a:pt x="3" y="17"/>
                    <a:pt x="1" y="21"/>
                  </a:cubicBezTo>
                  <a:cubicBezTo>
                    <a:pt x="1" y="21"/>
                    <a:pt x="1" y="21"/>
                    <a:pt x="0" y="20"/>
                  </a:cubicBezTo>
                  <a:cubicBezTo>
                    <a:pt x="2" y="21"/>
                    <a:pt x="4" y="22"/>
                    <a:pt x="5" y="23"/>
                  </a:cubicBezTo>
                  <a:cubicBezTo>
                    <a:pt x="9" y="12"/>
                    <a:pt x="14" y="4"/>
                    <a:pt x="14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241">
              <a:extLst>
                <a:ext uri="{FF2B5EF4-FFF2-40B4-BE49-F238E27FC236}">
                  <a16:creationId xmlns:a16="http://schemas.microsoft.com/office/drawing/2014/main" id="{D2C9145A-C8AC-4521-B9D5-4492463CC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97"/>
              <a:ext cx="32" cy="43"/>
            </a:xfrm>
            <a:custGeom>
              <a:avLst/>
              <a:gdLst>
                <a:gd name="T0" fmla="*/ 103 w 13"/>
                <a:gd name="T1" fmla="*/ 22 h 16"/>
                <a:gd name="T2" fmla="*/ 103 w 13"/>
                <a:gd name="T3" fmla="*/ 22 h 16"/>
                <a:gd name="T4" fmla="*/ 12 w 13"/>
                <a:gd name="T5" fmla="*/ 274 h 16"/>
                <a:gd name="T6" fmla="*/ 0 w 13"/>
                <a:gd name="T7" fmla="*/ 274 h 16"/>
                <a:gd name="T8" fmla="*/ 42 w 13"/>
                <a:gd name="T9" fmla="*/ 312 h 16"/>
                <a:gd name="T10" fmla="*/ 194 w 13"/>
                <a:gd name="T11" fmla="*/ 94 h 16"/>
                <a:gd name="T12" fmla="*/ 103 w 13"/>
                <a:gd name="T13" fmla="*/ 2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4"/>
                    <a:pt x="3" y="9"/>
                    <a:pt x="1" y="14"/>
                  </a:cubicBezTo>
                  <a:cubicBezTo>
                    <a:pt x="1" y="14"/>
                    <a:pt x="1" y="14"/>
                    <a:pt x="0" y="14"/>
                  </a:cubicBezTo>
                  <a:cubicBezTo>
                    <a:pt x="1" y="14"/>
                    <a:pt x="2" y="15"/>
                    <a:pt x="3" y="16"/>
                  </a:cubicBezTo>
                  <a:cubicBezTo>
                    <a:pt x="7" y="9"/>
                    <a:pt x="13" y="5"/>
                    <a:pt x="13" y="5"/>
                  </a:cubicBezTo>
                  <a:cubicBezTo>
                    <a:pt x="13" y="5"/>
                    <a:pt x="10" y="0"/>
                    <a:pt x="7" y="1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242">
              <a:extLst>
                <a:ext uri="{FF2B5EF4-FFF2-40B4-BE49-F238E27FC236}">
                  <a16:creationId xmlns:a16="http://schemas.microsoft.com/office/drawing/2014/main" id="{3D3509A7-B60F-4953-AA05-DE0A978D0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596"/>
              <a:ext cx="17" cy="21"/>
            </a:xfrm>
            <a:custGeom>
              <a:avLst/>
              <a:gdLst>
                <a:gd name="T0" fmla="*/ 41 w 7"/>
                <a:gd name="T1" fmla="*/ 144 h 8"/>
                <a:gd name="T2" fmla="*/ 87 w 7"/>
                <a:gd name="T3" fmla="*/ 144 h 8"/>
                <a:gd name="T4" fmla="*/ 100 w 7"/>
                <a:gd name="T5" fmla="*/ 21 h 8"/>
                <a:gd name="T6" fmla="*/ 12 w 7"/>
                <a:gd name="T7" fmla="*/ 21 h 8"/>
                <a:gd name="T8" fmla="*/ 12 w 7"/>
                <a:gd name="T9" fmla="*/ 144 h 8"/>
                <a:gd name="T10" fmla="*/ 41 w 7"/>
                <a:gd name="T11" fmla="*/ 14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3" y="8"/>
                  </a:moveTo>
                  <a:cubicBezTo>
                    <a:pt x="4" y="8"/>
                    <a:pt x="5" y="8"/>
                    <a:pt x="6" y="8"/>
                  </a:cubicBezTo>
                  <a:cubicBezTo>
                    <a:pt x="6" y="3"/>
                    <a:pt x="7" y="1"/>
                    <a:pt x="7" y="1"/>
                  </a:cubicBezTo>
                  <a:cubicBezTo>
                    <a:pt x="7" y="1"/>
                    <a:pt x="2" y="0"/>
                    <a:pt x="1" y="1"/>
                  </a:cubicBezTo>
                  <a:cubicBezTo>
                    <a:pt x="0" y="3"/>
                    <a:pt x="0" y="6"/>
                    <a:pt x="1" y="8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243">
              <a:extLst>
                <a:ext uri="{FF2B5EF4-FFF2-40B4-BE49-F238E27FC236}">
                  <a16:creationId xmlns:a16="http://schemas.microsoft.com/office/drawing/2014/main" id="{CBEBA514-E747-4F24-BF4E-0E58C7A39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564"/>
              <a:ext cx="40" cy="56"/>
            </a:xfrm>
            <a:custGeom>
              <a:avLst/>
              <a:gdLst>
                <a:gd name="T0" fmla="*/ 238 w 16"/>
                <a:gd name="T1" fmla="*/ 376 h 21"/>
                <a:gd name="T2" fmla="*/ 220 w 16"/>
                <a:gd name="T3" fmla="*/ 264 h 21"/>
                <a:gd name="T4" fmla="*/ 220 w 16"/>
                <a:gd name="T5" fmla="*/ 264 h 21"/>
                <a:gd name="T6" fmla="*/ 125 w 16"/>
                <a:gd name="T7" fmla="*/ 0 h 21"/>
                <a:gd name="T8" fmla="*/ 33 w 16"/>
                <a:gd name="T9" fmla="*/ 77 h 21"/>
                <a:gd name="T10" fmla="*/ 188 w 16"/>
                <a:gd name="T11" fmla="*/ 397 h 21"/>
                <a:gd name="T12" fmla="*/ 250 w 16"/>
                <a:gd name="T13" fmla="*/ 376 h 21"/>
                <a:gd name="T14" fmla="*/ 250 w 16"/>
                <a:gd name="T15" fmla="*/ 376 h 21"/>
                <a:gd name="T16" fmla="*/ 238 w 16"/>
                <a:gd name="T17" fmla="*/ 37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1">
                  <a:moveTo>
                    <a:pt x="15" y="20"/>
                  </a:moveTo>
                  <a:cubicBezTo>
                    <a:pt x="14" y="19"/>
                    <a:pt x="14" y="16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0"/>
                    <a:pt x="8" y="0"/>
                    <a:pt x="8" y="0"/>
                  </a:cubicBezTo>
                  <a:cubicBezTo>
                    <a:pt x="8" y="0"/>
                    <a:pt x="4" y="3"/>
                    <a:pt x="2" y="4"/>
                  </a:cubicBezTo>
                  <a:cubicBezTo>
                    <a:pt x="0" y="5"/>
                    <a:pt x="11" y="12"/>
                    <a:pt x="12" y="21"/>
                  </a:cubicBezTo>
                  <a:cubicBezTo>
                    <a:pt x="13" y="21"/>
                    <a:pt x="14" y="21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lnTo>
                    <a:pt x="15" y="20"/>
                  </a:ln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244">
              <a:extLst>
                <a:ext uri="{FF2B5EF4-FFF2-40B4-BE49-F238E27FC236}">
                  <a16:creationId xmlns:a16="http://schemas.microsoft.com/office/drawing/2014/main" id="{15605020-46E9-46D5-B1B2-A1439022F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575"/>
              <a:ext cx="55" cy="56"/>
            </a:xfrm>
            <a:custGeom>
              <a:avLst/>
              <a:gdLst>
                <a:gd name="T0" fmla="*/ 270 w 22"/>
                <a:gd name="T1" fmla="*/ 376 h 21"/>
                <a:gd name="T2" fmla="*/ 345 w 22"/>
                <a:gd name="T3" fmla="*/ 341 h 21"/>
                <a:gd name="T4" fmla="*/ 113 w 22"/>
                <a:gd name="T5" fmla="*/ 0 h 21"/>
                <a:gd name="T6" fmla="*/ 33 w 22"/>
                <a:gd name="T7" fmla="*/ 136 h 21"/>
                <a:gd name="T8" fmla="*/ 250 w 22"/>
                <a:gd name="T9" fmla="*/ 397 h 21"/>
                <a:gd name="T10" fmla="*/ 270 w 22"/>
                <a:gd name="T11" fmla="*/ 37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17" y="20"/>
                  </a:moveTo>
                  <a:cubicBezTo>
                    <a:pt x="19" y="19"/>
                    <a:pt x="20" y="18"/>
                    <a:pt x="22" y="18"/>
                  </a:cubicBezTo>
                  <a:cubicBezTo>
                    <a:pt x="20" y="14"/>
                    <a:pt x="12" y="1"/>
                    <a:pt x="7" y="0"/>
                  </a:cubicBezTo>
                  <a:cubicBezTo>
                    <a:pt x="7" y="3"/>
                    <a:pt x="4" y="5"/>
                    <a:pt x="2" y="7"/>
                  </a:cubicBezTo>
                  <a:cubicBezTo>
                    <a:pt x="0" y="9"/>
                    <a:pt x="11" y="16"/>
                    <a:pt x="16" y="21"/>
                  </a:cubicBezTo>
                  <a:cubicBezTo>
                    <a:pt x="16" y="20"/>
                    <a:pt x="16" y="20"/>
                    <a:pt x="17" y="20"/>
                  </a:cubicBezTo>
                  <a:close/>
                </a:path>
              </a:pathLst>
            </a:custGeom>
            <a:solidFill>
              <a:srgbClr val="009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245">
              <a:extLst>
                <a:ext uri="{FF2B5EF4-FFF2-40B4-BE49-F238E27FC236}">
                  <a16:creationId xmlns:a16="http://schemas.microsoft.com/office/drawing/2014/main" id="{5BA7E1AF-75E4-4D2D-A915-6BBD3464F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7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246">
              <a:extLst>
                <a:ext uri="{FF2B5EF4-FFF2-40B4-BE49-F238E27FC236}">
                  <a16:creationId xmlns:a16="http://schemas.microsoft.com/office/drawing/2014/main" id="{3EEA85CA-7BC5-4AD1-BC93-595A7EB7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695"/>
              <a:ext cx="140" cy="240"/>
            </a:xfrm>
            <a:custGeom>
              <a:avLst/>
              <a:gdLst>
                <a:gd name="T0" fmla="*/ 875 w 56"/>
                <a:gd name="T1" fmla="*/ 136 h 90"/>
                <a:gd name="T2" fmla="*/ 813 w 56"/>
                <a:gd name="T3" fmla="*/ 93 h 90"/>
                <a:gd name="T4" fmla="*/ 458 w 56"/>
                <a:gd name="T5" fmla="*/ 77 h 90"/>
                <a:gd name="T6" fmla="*/ 208 w 56"/>
                <a:gd name="T7" fmla="*/ 115 h 90"/>
                <a:gd name="T8" fmla="*/ 188 w 56"/>
                <a:gd name="T9" fmla="*/ 875 h 90"/>
                <a:gd name="T10" fmla="*/ 208 w 56"/>
                <a:gd name="T11" fmla="*/ 1400 h 90"/>
                <a:gd name="T12" fmla="*/ 283 w 56"/>
                <a:gd name="T13" fmla="*/ 1707 h 90"/>
                <a:gd name="T14" fmla="*/ 270 w 56"/>
                <a:gd name="T15" fmla="*/ 1365 h 90"/>
                <a:gd name="T16" fmla="*/ 345 w 56"/>
                <a:gd name="T17" fmla="*/ 1045 h 90"/>
                <a:gd name="T18" fmla="*/ 783 w 56"/>
                <a:gd name="T19" fmla="*/ 739 h 90"/>
                <a:gd name="T20" fmla="*/ 875 w 56"/>
                <a:gd name="T21" fmla="*/ 136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90">
                  <a:moveTo>
                    <a:pt x="56" y="7"/>
                  </a:moveTo>
                  <a:cubicBezTo>
                    <a:pt x="54" y="6"/>
                    <a:pt x="53" y="6"/>
                    <a:pt x="52" y="5"/>
                  </a:cubicBezTo>
                  <a:cubicBezTo>
                    <a:pt x="43" y="0"/>
                    <a:pt x="43" y="0"/>
                    <a:pt x="29" y="4"/>
                  </a:cubicBezTo>
                  <a:cubicBezTo>
                    <a:pt x="25" y="5"/>
                    <a:pt x="19" y="5"/>
                    <a:pt x="13" y="6"/>
                  </a:cubicBezTo>
                  <a:cubicBezTo>
                    <a:pt x="7" y="12"/>
                    <a:pt x="0" y="33"/>
                    <a:pt x="12" y="46"/>
                  </a:cubicBezTo>
                  <a:cubicBezTo>
                    <a:pt x="23" y="59"/>
                    <a:pt x="14" y="62"/>
                    <a:pt x="13" y="74"/>
                  </a:cubicBezTo>
                  <a:cubicBezTo>
                    <a:pt x="12" y="85"/>
                    <a:pt x="18" y="90"/>
                    <a:pt x="18" y="90"/>
                  </a:cubicBezTo>
                  <a:cubicBezTo>
                    <a:pt x="16" y="87"/>
                    <a:pt x="14" y="77"/>
                    <a:pt x="17" y="72"/>
                  </a:cubicBezTo>
                  <a:cubicBezTo>
                    <a:pt x="19" y="67"/>
                    <a:pt x="21" y="62"/>
                    <a:pt x="22" y="55"/>
                  </a:cubicBezTo>
                  <a:cubicBezTo>
                    <a:pt x="23" y="49"/>
                    <a:pt x="38" y="54"/>
                    <a:pt x="50" y="39"/>
                  </a:cubicBezTo>
                  <a:cubicBezTo>
                    <a:pt x="48" y="29"/>
                    <a:pt x="48" y="17"/>
                    <a:pt x="56" y="7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247">
              <a:extLst>
                <a:ext uri="{FF2B5EF4-FFF2-40B4-BE49-F238E27FC236}">
                  <a16:creationId xmlns:a16="http://schemas.microsoft.com/office/drawing/2014/main" id="{A468F3C8-BD9B-46BE-9AB5-FB01C4DA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673"/>
              <a:ext cx="40" cy="16"/>
            </a:xfrm>
            <a:custGeom>
              <a:avLst/>
              <a:gdLst>
                <a:gd name="T0" fmla="*/ 250 w 16"/>
                <a:gd name="T1" fmla="*/ 0 h 6"/>
                <a:gd name="T2" fmla="*/ 0 w 16"/>
                <a:gd name="T3" fmla="*/ 115 h 6"/>
                <a:gd name="T4" fmla="*/ 250 w 1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1" y="0"/>
                    <a:pt x="5" y="3"/>
                    <a:pt x="0" y="6"/>
                  </a:cubicBezTo>
                  <a:cubicBezTo>
                    <a:pt x="6" y="5"/>
                    <a:pt x="11" y="4"/>
                    <a:pt x="16" y="0"/>
                  </a:cubicBezTo>
                  <a:close/>
                </a:path>
              </a:pathLst>
            </a:custGeom>
            <a:solidFill>
              <a:srgbClr val="E04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248">
              <a:extLst>
                <a:ext uri="{FF2B5EF4-FFF2-40B4-BE49-F238E27FC236}">
                  <a16:creationId xmlns:a16="http://schemas.microsoft.com/office/drawing/2014/main" id="{1314D58A-E0DE-4906-BADD-F9F14BFBA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756"/>
              <a:ext cx="128" cy="96"/>
            </a:xfrm>
            <a:custGeom>
              <a:avLst/>
              <a:gdLst>
                <a:gd name="T0" fmla="*/ 788 w 51"/>
                <a:gd name="T1" fmla="*/ 171 h 36"/>
                <a:gd name="T2" fmla="*/ 693 w 51"/>
                <a:gd name="T3" fmla="*/ 115 h 36"/>
                <a:gd name="T4" fmla="*/ 617 w 51"/>
                <a:gd name="T5" fmla="*/ 0 h 36"/>
                <a:gd name="T6" fmla="*/ 442 w 51"/>
                <a:gd name="T7" fmla="*/ 192 h 36"/>
                <a:gd name="T8" fmla="*/ 301 w 51"/>
                <a:gd name="T9" fmla="*/ 307 h 36"/>
                <a:gd name="T10" fmla="*/ 158 w 51"/>
                <a:gd name="T11" fmla="*/ 456 h 36"/>
                <a:gd name="T12" fmla="*/ 0 w 51"/>
                <a:gd name="T13" fmla="*/ 397 h 36"/>
                <a:gd name="T14" fmla="*/ 397 w 51"/>
                <a:gd name="T15" fmla="*/ 648 h 36"/>
                <a:gd name="T16" fmla="*/ 788 w 51"/>
                <a:gd name="T17" fmla="*/ 17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6">
                  <a:moveTo>
                    <a:pt x="50" y="9"/>
                  </a:moveTo>
                  <a:cubicBezTo>
                    <a:pt x="48" y="8"/>
                    <a:pt x="46" y="7"/>
                    <a:pt x="44" y="6"/>
                  </a:cubicBezTo>
                  <a:cubicBezTo>
                    <a:pt x="42" y="4"/>
                    <a:pt x="39" y="2"/>
                    <a:pt x="39" y="0"/>
                  </a:cubicBezTo>
                  <a:cubicBezTo>
                    <a:pt x="40" y="10"/>
                    <a:pt x="33" y="7"/>
                    <a:pt x="28" y="10"/>
                  </a:cubicBezTo>
                  <a:cubicBezTo>
                    <a:pt x="25" y="12"/>
                    <a:pt x="25" y="16"/>
                    <a:pt x="19" y="16"/>
                  </a:cubicBezTo>
                  <a:cubicBezTo>
                    <a:pt x="19" y="21"/>
                    <a:pt x="14" y="23"/>
                    <a:pt x="10" y="24"/>
                  </a:cubicBezTo>
                  <a:cubicBezTo>
                    <a:pt x="6" y="24"/>
                    <a:pt x="3" y="23"/>
                    <a:pt x="0" y="21"/>
                  </a:cubicBezTo>
                  <a:cubicBezTo>
                    <a:pt x="8" y="31"/>
                    <a:pt x="15" y="36"/>
                    <a:pt x="25" y="34"/>
                  </a:cubicBezTo>
                  <a:cubicBezTo>
                    <a:pt x="40" y="32"/>
                    <a:pt x="51" y="26"/>
                    <a:pt x="50" y="9"/>
                  </a:cubicBezTo>
                  <a:close/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249">
              <a:extLst>
                <a:ext uri="{FF2B5EF4-FFF2-40B4-BE49-F238E27FC236}">
                  <a16:creationId xmlns:a16="http://schemas.microsoft.com/office/drawing/2014/main" id="{246D463C-E6EC-45FF-A32B-8DF5530B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759"/>
              <a:ext cx="101" cy="64"/>
            </a:xfrm>
            <a:custGeom>
              <a:avLst/>
              <a:gdLst>
                <a:gd name="T0" fmla="*/ 497 w 40"/>
                <a:gd name="T1" fmla="*/ 21 h 24"/>
                <a:gd name="T2" fmla="*/ 548 w 40"/>
                <a:gd name="T3" fmla="*/ 0 h 24"/>
                <a:gd name="T4" fmla="*/ 561 w 40"/>
                <a:gd name="T5" fmla="*/ 35 h 24"/>
                <a:gd name="T6" fmla="*/ 611 w 40"/>
                <a:gd name="T7" fmla="*/ 35 h 24"/>
                <a:gd name="T8" fmla="*/ 644 w 40"/>
                <a:gd name="T9" fmla="*/ 93 h 24"/>
                <a:gd name="T10" fmla="*/ 644 w 40"/>
                <a:gd name="T11" fmla="*/ 171 h 24"/>
                <a:gd name="T12" fmla="*/ 593 w 40"/>
                <a:gd name="T13" fmla="*/ 248 h 24"/>
                <a:gd name="T14" fmla="*/ 422 w 40"/>
                <a:gd name="T15" fmla="*/ 285 h 24"/>
                <a:gd name="T16" fmla="*/ 288 w 40"/>
                <a:gd name="T17" fmla="*/ 341 h 24"/>
                <a:gd name="T18" fmla="*/ 179 w 40"/>
                <a:gd name="T19" fmla="*/ 419 h 24"/>
                <a:gd name="T20" fmla="*/ 63 w 40"/>
                <a:gd name="T21" fmla="*/ 456 h 24"/>
                <a:gd name="T22" fmla="*/ 0 w 40"/>
                <a:gd name="T23" fmla="*/ 456 h 24"/>
                <a:gd name="T24" fmla="*/ 51 w 40"/>
                <a:gd name="T25" fmla="*/ 285 h 24"/>
                <a:gd name="T26" fmla="*/ 83 w 40"/>
                <a:gd name="T27" fmla="*/ 320 h 24"/>
                <a:gd name="T28" fmla="*/ 96 w 40"/>
                <a:gd name="T29" fmla="*/ 227 h 24"/>
                <a:gd name="T30" fmla="*/ 192 w 40"/>
                <a:gd name="T31" fmla="*/ 227 h 24"/>
                <a:gd name="T32" fmla="*/ 222 w 40"/>
                <a:gd name="T33" fmla="*/ 136 h 24"/>
                <a:gd name="T34" fmla="*/ 326 w 40"/>
                <a:gd name="T35" fmla="*/ 149 h 24"/>
                <a:gd name="T36" fmla="*/ 338 w 40"/>
                <a:gd name="T37" fmla="*/ 149 h 24"/>
                <a:gd name="T38" fmla="*/ 434 w 40"/>
                <a:gd name="T39" fmla="*/ 205 h 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24">
                  <a:moveTo>
                    <a:pt x="31" y="1"/>
                  </a:moveTo>
                  <a:cubicBezTo>
                    <a:pt x="32" y="3"/>
                    <a:pt x="34" y="1"/>
                    <a:pt x="34" y="0"/>
                  </a:cubicBezTo>
                  <a:cubicBezTo>
                    <a:pt x="34" y="1"/>
                    <a:pt x="34" y="2"/>
                    <a:pt x="35" y="2"/>
                  </a:cubicBezTo>
                  <a:cubicBezTo>
                    <a:pt x="36" y="3"/>
                    <a:pt x="37" y="3"/>
                    <a:pt x="38" y="2"/>
                  </a:cubicBezTo>
                  <a:cubicBezTo>
                    <a:pt x="39" y="3"/>
                    <a:pt x="39" y="4"/>
                    <a:pt x="40" y="5"/>
                  </a:cubicBezTo>
                  <a:cubicBezTo>
                    <a:pt x="40" y="6"/>
                    <a:pt x="40" y="8"/>
                    <a:pt x="40" y="9"/>
                  </a:cubicBezTo>
                  <a:cubicBezTo>
                    <a:pt x="40" y="11"/>
                    <a:pt x="39" y="12"/>
                    <a:pt x="37" y="13"/>
                  </a:cubicBezTo>
                  <a:cubicBezTo>
                    <a:pt x="34" y="15"/>
                    <a:pt x="30" y="15"/>
                    <a:pt x="26" y="15"/>
                  </a:cubicBezTo>
                  <a:cubicBezTo>
                    <a:pt x="23" y="16"/>
                    <a:pt x="20" y="16"/>
                    <a:pt x="18" y="18"/>
                  </a:cubicBezTo>
                  <a:cubicBezTo>
                    <a:pt x="16" y="19"/>
                    <a:pt x="14" y="21"/>
                    <a:pt x="11" y="22"/>
                  </a:cubicBezTo>
                  <a:cubicBezTo>
                    <a:pt x="9" y="23"/>
                    <a:pt x="7" y="23"/>
                    <a:pt x="4" y="24"/>
                  </a:cubicBezTo>
                  <a:cubicBezTo>
                    <a:pt x="3" y="24"/>
                    <a:pt x="1" y="24"/>
                    <a:pt x="0" y="24"/>
                  </a:cubicBezTo>
                  <a:cubicBezTo>
                    <a:pt x="3" y="23"/>
                    <a:pt x="5" y="18"/>
                    <a:pt x="3" y="15"/>
                  </a:cubicBezTo>
                  <a:cubicBezTo>
                    <a:pt x="3" y="17"/>
                    <a:pt x="4" y="17"/>
                    <a:pt x="5" y="17"/>
                  </a:cubicBezTo>
                  <a:cubicBezTo>
                    <a:pt x="7" y="16"/>
                    <a:pt x="6" y="13"/>
                    <a:pt x="6" y="12"/>
                  </a:cubicBezTo>
                  <a:cubicBezTo>
                    <a:pt x="8" y="14"/>
                    <a:pt x="10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5" y="9"/>
                    <a:pt x="17" y="9"/>
                    <a:pt x="20" y="8"/>
                  </a:cubicBezTo>
                  <a:cubicBezTo>
                    <a:pt x="21" y="8"/>
                    <a:pt x="20" y="8"/>
                    <a:pt x="21" y="8"/>
                  </a:cubicBezTo>
                  <a:cubicBezTo>
                    <a:pt x="23" y="9"/>
                    <a:pt x="26" y="10"/>
                    <a:pt x="27" y="11"/>
                  </a:cubicBezTo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Freeform 250">
              <a:extLst>
                <a:ext uri="{FF2B5EF4-FFF2-40B4-BE49-F238E27FC236}">
                  <a16:creationId xmlns:a16="http://schemas.microsoft.com/office/drawing/2014/main" id="{EAA1CB90-8314-4798-9BDB-E4C76AD8F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855"/>
              <a:ext cx="153" cy="277"/>
            </a:xfrm>
            <a:custGeom>
              <a:avLst/>
              <a:gdLst>
                <a:gd name="T0" fmla="*/ 554 w 61"/>
                <a:gd name="T1" fmla="*/ 397 h 104"/>
                <a:gd name="T2" fmla="*/ 597 w 61"/>
                <a:gd name="T3" fmla="*/ 21 h 104"/>
                <a:gd name="T4" fmla="*/ 492 w 61"/>
                <a:gd name="T5" fmla="*/ 0 h 104"/>
                <a:gd name="T6" fmla="*/ 429 w 61"/>
                <a:gd name="T7" fmla="*/ 93 h 104"/>
                <a:gd name="T8" fmla="*/ 334 w 61"/>
                <a:gd name="T9" fmla="*/ 192 h 104"/>
                <a:gd name="T10" fmla="*/ 221 w 61"/>
                <a:gd name="T11" fmla="*/ 306 h 104"/>
                <a:gd name="T12" fmla="*/ 0 w 61"/>
                <a:gd name="T13" fmla="*/ 431 h 104"/>
                <a:gd name="T14" fmla="*/ 0 w 61"/>
                <a:gd name="T15" fmla="*/ 431 h 104"/>
                <a:gd name="T16" fmla="*/ 314 w 61"/>
                <a:gd name="T17" fmla="*/ 533 h 104"/>
                <a:gd name="T18" fmla="*/ 742 w 61"/>
                <a:gd name="T19" fmla="*/ 831 h 104"/>
                <a:gd name="T20" fmla="*/ 818 w 61"/>
                <a:gd name="T21" fmla="*/ 1340 h 104"/>
                <a:gd name="T22" fmla="*/ 818 w 61"/>
                <a:gd name="T23" fmla="*/ 1966 h 104"/>
                <a:gd name="T24" fmla="*/ 868 w 61"/>
                <a:gd name="T25" fmla="*/ 1377 h 104"/>
                <a:gd name="T26" fmla="*/ 775 w 61"/>
                <a:gd name="T27" fmla="*/ 759 h 104"/>
                <a:gd name="T28" fmla="*/ 554 w 61"/>
                <a:gd name="T29" fmla="*/ 397 h 1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104">
                  <a:moveTo>
                    <a:pt x="35" y="21"/>
                  </a:moveTo>
                  <a:cubicBezTo>
                    <a:pt x="35" y="17"/>
                    <a:pt x="38" y="10"/>
                    <a:pt x="38" y="1"/>
                  </a:cubicBezTo>
                  <a:cubicBezTo>
                    <a:pt x="36" y="0"/>
                    <a:pt x="33" y="0"/>
                    <a:pt x="31" y="0"/>
                  </a:cubicBezTo>
                  <a:cubicBezTo>
                    <a:pt x="31" y="2"/>
                    <a:pt x="31" y="7"/>
                    <a:pt x="27" y="5"/>
                  </a:cubicBezTo>
                  <a:cubicBezTo>
                    <a:pt x="27" y="9"/>
                    <a:pt x="25" y="12"/>
                    <a:pt x="21" y="10"/>
                  </a:cubicBezTo>
                  <a:cubicBezTo>
                    <a:pt x="21" y="14"/>
                    <a:pt x="19" y="18"/>
                    <a:pt x="14" y="16"/>
                  </a:cubicBezTo>
                  <a:cubicBezTo>
                    <a:pt x="18" y="24"/>
                    <a:pt x="4" y="25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27"/>
                    <a:pt x="14" y="29"/>
                    <a:pt x="20" y="28"/>
                  </a:cubicBezTo>
                  <a:cubicBezTo>
                    <a:pt x="34" y="27"/>
                    <a:pt x="41" y="34"/>
                    <a:pt x="47" y="44"/>
                  </a:cubicBezTo>
                  <a:cubicBezTo>
                    <a:pt x="52" y="53"/>
                    <a:pt x="56" y="58"/>
                    <a:pt x="52" y="71"/>
                  </a:cubicBezTo>
                  <a:cubicBezTo>
                    <a:pt x="47" y="85"/>
                    <a:pt x="49" y="99"/>
                    <a:pt x="52" y="104"/>
                  </a:cubicBezTo>
                  <a:cubicBezTo>
                    <a:pt x="48" y="96"/>
                    <a:pt x="50" y="86"/>
                    <a:pt x="55" y="73"/>
                  </a:cubicBezTo>
                  <a:cubicBezTo>
                    <a:pt x="61" y="57"/>
                    <a:pt x="57" y="52"/>
                    <a:pt x="49" y="40"/>
                  </a:cubicBezTo>
                  <a:cubicBezTo>
                    <a:pt x="42" y="27"/>
                    <a:pt x="36" y="28"/>
                    <a:pt x="35" y="21"/>
                  </a:cubicBezTo>
                  <a:close/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0" name="Freeform 251">
              <a:extLst>
                <a:ext uri="{FF2B5EF4-FFF2-40B4-BE49-F238E27FC236}">
                  <a16:creationId xmlns:a16="http://schemas.microsoft.com/office/drawing/2014/main" id="{F38547C5-FBC0-4691-9B5B-1ED9EECD0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905"/>
              <a:ext cx="100" cy="70"/>
            </a:xfrm>
            <a:custGeom>
              <a:avLst/>
              <a:gdLst>
                <a:gd name="T0" fmla="*/ 625 w 40"/>
                <a:gd name="T1" fmla="*/ 0 h 26"/>
                <a:gd name="T2" fmla="*/ 500 w 40"/>
                <a:gd name="T3" fmla="*/ 175 h 26"/>
                <a:gd name="T4" fmla="*/ 425 w 40"/>
                <a:gd name="T5" fmla="*/ 137 h 26"/>
                <a:gd name="T6" fmla="*/ 395 w 40"/>
                <a:gd name="T7" fmla="*/ 94 h 26"/>
                <a:gd name="T8" fmla="*/ 313 w 40"/>
                <a:gd name="T9" fmla="*/ 81 h 26"/>
                <a:gd name="T10" fmla="*/ 300 w 40"/>
                <a:gd name="T11" fmla="*/ 22 h 26"/>
                <a:gd name="T12" fmla="*/ 175 w 40"/>
                <a:gd name="T13" fmla="*/ 81 h 26"/>
                <a:gd name="T14" fmla="*/ 63 w 40"/>
                <a:gd name="T15" fmla="*/ 159 h 26"/>
                <a:gd name="T16" fmla="*/ 0 w 40"/>
                <a:gd name="T17" fmla="*/ 116 h 26"/>
                <a:gd name="T18" fmla="*/ 33 w 40"/>
                <a:gd name="T19" fmla="*/ 232 h 26"/>
                <a:gd name="T20" fmla="*/ 595 w 40"/>
                <a:gd name="T21" fmla="*/ 232 h 26"/>
                <a:gd name="T22" fmla="*/ 625 w 40"/>
                <a:gd name="T23" fmla="*/ 81 h 26"/>
                <a:gd name="T24" fmla="*/ 625 w 40"/>
                <a:gd name="T25" fmla="*/ 0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26">
                  <a:moveTo>
                    <a:pt x="40" y="0"/>
                  </a:moveTo>
                  <a:cubicBezTo>
                    <a:pt x="39" y="3"/>
                    <a:pt x="34" y="8"/>
                    <a:pt x="32" y="9"/>
                  </a:cubicBezTo>
                  <a:cubicBezTo>
                    <a:pt x="29" y="10"/>
                    <a:pt x="28" y="8"/>
                    <a:pt x="27" y="7"/>
                  </a:cubicBezTo>
                  <a:cubicBezTo>
                    <a:pt x="25" y="5"/>
                    <a:pt x="27" y="6"/>
                    <a:pt x="25" y="5"/>
                  </a:cubicBezTo>
                  <a:cubicBezTo>
                    <a:pt x="23" y="5"/>
                    <a:pt x="22" y="6"/>
                    <a:pt x="20" y="4"/>
                  </a:cubicBezTo>
                  <a:cubicBezTo>
                    <a:pt x="19" y="3"/>
                    <a:pt x="19" y="2"/>
                    <a:pt x="19" y="1"/>
                  </a:cubicBezTo>
                  <a:cubicBezTo>
                    <a:pt x="19" y="4"/>
                    <a:pt x="13" y="6"/>
                    <a:pt x="11" y="4"/>
                  </a:cubicBezTo>
                  <a:cubicBezTo>
                    <a:pt x="11" y="7"/>
                    <a:pt x="7" y="8"/>
                    <a:pt x="4" y="8"/>
                  </a:cubicBezTo>
                  <a:cubicBezTo>
                    <a:pt x="2" y="9"/>
                    <a:pt x="1" y="8"/>
                    <a:pt x="0" y="6"/>
                  </a:cubicBezTo>
                  <a:cubicBezTo>
                    <a:pt x="0" y="8"/>
                    <a:pt x="1" y="10"/>
                    <a:pt x="2" y="12"/>
                  </a:cubicBezTo>
                  <a:cubicBezTo>
                    <a:pt x="11" y="25"/>
                    <a:pt x="30" y="26"/>
                    <a:pt x="38" y="12"/>
                  </a:cubicBezTo>
                  <a:cubicBezTo>
                    <a:pt x="39" y="9"/>
                    <a:pt x="40" y="6"/>
                    <a:pt x="40" y="4"/>
                  </a:cubicBezTo>
                  <a:cubicBezTo>
                    <a:pt x="40" y="3"/>
                    <a:pt x="40" y="2"/>
                    <a:pt x="40" y="0"/>
                  </a:cubicBezTo>
                  <a:close/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1" name="Freeform 252">
              <a:extLst>
                <a:ext uri="{FF2B5EF4-FFF2-40B4-BE49-F238E27FC236}">
                  <a16:creationId xmlns:a16="http://schemas.microsoft.com/office/drawing/2014/main" id="{4ABFFCAE-1A29-4978-AE8C-40F65A2EC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895"/>
              <a:ext cx="118" cy="250"/>
            </a:xfrm>
            <a:custGeom>
              <a:avLst/>
              <a:gdLst>
                <a:gd name="T0" fmla="*/ 618 w 47"/>
                <a:gd name="T1" fmla="*/ 261 h 94"/>
                <a:gd name="T2" fmla="*/ 585 w 47"/>
                <a:gd name="T3" fmla="*/ 282 h 94"/>
                <a:gd name="T4" fmla="*/ 522 w 47"/>
                <a:gd name="T5" fmla="*/ 319 h 94"/>
                <a:gd name="T6" fmla="*/ 492 w 47"/>
                <a:gd name="T7" fmla="*/ 303 h 94"/>
                <a:gd name="T8" fmla="*/ 397 w 47"/>
                <a:gd name="T9" fmla="*/ 340 h 94"/>
                <a:gd name="T10" fmla="*/ 316 w 47"/>
                <a:gd name="T11" fmla="*/ 205 h 94"/>
                <a:gd name="T12" fmla="*/ 158 w 47"/>
                <a:gd name="T13" fmla="*/ 0 h 94"/>
                <a:gd name="T14" fmla="*/ 158 w 47"/>
                <a:gd name="T15" fmla="*/ 0 h 94"/>
                <a:gd name="T16" fmla="*/ 158 w 47"/>
                <a:gd name="T17" fmla="*/ 191 h 94"/>
                <a:gd name="T18" fmla="*/ 304 w 47"/>
                <a:gd name="T19" fmla="*/ 566 h 94"/>
                <a:gd name="T20" fmla="*/ 221 w 47"/>
                <a:gd name="T21" fmla="*/ 1133 h 94"/>
                <a:gd name="T22" fmla="*/ 50 w 47"/>
                <a:gd name="T23" fmla="*/ 1769 h 94"/>
                <a:gd name="T24" fmla="*/ 271 w 47"/>
                <a:gd name="T25" fmla="*/ 1146 h 94"/>
                <a:gd name="T26" fmla="*/ 397 w 47"/>
                <a:gd name="T27" fmla="*/ 622 h 94"/>
                <a:gd name="T28" fmla="*/ 743 w 47"/>
                <a:gd name="T29" fmla="*/ 205 h 94"/>
                <a:gd name="T30" fmla="*/ 743 w 47"/>
                <a:gd name="T31" fmla="*/ 191 h 94"/>
                <a:gd name="T32" fmla="*/ 618 w 47"/>
                <a:gd name="T33" fmla="*/ 261 h 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94">
                  <a:moveTo>
                    <a:pt x="39" y="14"/>
                  </a:moveTo>
                  <a:cubicBezTo>
                    <a:pt x="39" y="15"/>
                    <a:pt x="38" y="14"/>
                    <a:pt x="37" y="15"/>
                  </a:cubicBezTo>
                  <a:cubicBezTo>
                    <a:pt x="36" y="15"/>
                    <a:pt x="35" y="17"/>
                    <a:pt x="33" y="17"/>
                  </a:cubicBezTo>
                  <a:cubicBezTo>
                    <a:pt x="32" y="17"/>
                    <a:pt x="32" y="16"/>
                    <a:pt x="31" y="16"/>
                  </a:cubicBezTo>
                  <a:cubicBezTo>
                    <a:pt x="29" y="17"/>
                    <a:pt x="28" y="19"/>
                    <a:pt x="25" y="18"/>
                  </a:cubicBezTo>
                  <a:cubicBezTo>
                    <a:pt x="22" y="17"/>
                    <a:pt x="21" y="13"/>
                    <a:pt x="20" y="11"/>
                  </a:cubicBezTo>
                  <a:cubicBezTo>
                    <a:pt x="12" y="12"/>
                    <a:pt x="10" y="7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4"/>
                    <a:pt x="10" y="7"/>
                    <a:pt x="10" y="10"/>
                  </a:cubicBezTo>
                  <a:cubicBezTo>
                    <a:pt x="11" y="20"/>
                    <a:pt x="17" y="24"/>
                    <a:pt x="19" y="30"/>
                  </a:cubicBezTo>
                  <a:cubicBezTo>
                    <a:pt x="21" y="35"/>
                    <a:pt x="20" y="48"/>
                    <a:pt x="14" y="60"/>
                  </a:cubicBezTo>
                  <a:cubicBezTo>
                    <a:pt x="9" y="73"/>
                    <a:pt x="0" y="84"/>
                    <a:pt x="3" y="94"/>
                  </a:cubicBezTo>
                  <a:cubicBezTo>
                    <a:pt x="2" y="86"/>
                    <a:pt x="12" y="71"/>
                    <a:pt x="17" y="61"/>
                  </a:cubicBezTo>
                  <a:cubicBezTo>
                    <a:pt x="22" y="50"/>
                    <a:pt x="25" y="41"/>
                    <a:pt x="25" y="33"/>
                  </a:cubicBezTo>
                  <a:cubicBezTo>
                    <a:pt x="25" y="27"/>
                    <a:pt x="37" y="26"/>
                    <a:pt x="47" y="11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3"/>
                    <a:pt x="42" y="14"/>
                    <a:pt x="39" y="14"/>
                  </a:cubicBezTo>
                  <a:close/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253">
              <a:extLst>
                <a:ext uri="{FF2B5EF4-FFF2-40B4-BE49-F238E27FC236}">
                  <a16:creationId xmlns:a16="http://schemas.microsoft.com/office/drawing/2014/main" id="{967B3A3D-E31C-4CE9-90B3-A18C9B5D2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775"/>
              <a:ext cx="230" cy="189"/>
            </a:xfrm>
            <a:custGeom>
              <a:avLst/>
              <a:gdLst>
                <a:gd name="T0" fmla="*/ 1425 w 92"/>
                <a:gd name="T1" fmla="*/ 546 h 71"/>
                <a:gd name="T2" fmla="*/ 1438 w 92"/>
                <a:gd name="T3" fmla="*/ 490 h 71"/>
                <a:gd name="T4" fmla="*/ 1250 w 92"/>
                <a:gd name="T5" fmla="*/ 431 h 71"/>
                <a:gd name="T6" fmla="*/ 1188 w 92"/>
                <a:gd name="T7" fmla="*/ 362 h 71"/>
                <a:gd name="T8" fmla="*/ 1095 w 92"/>
                <a:gd name="T9" fmla="*/ 149 h 71"/>
                <a:gd name="T10" fmla="*/ 908 w 92"/>
                <a:gd name="T11" fmla="*/ 0 h 71"/>
                <a:gd name="T12" fmla="*/ 895 w 92"/>
                <a:gd name="T13" fmla="*/ 35 h 71"/>
                <a:gd name="T14" fmla="*/ 925 w 92"/>
                <a:gd name="T15" fmla="*/ 375 h 71"/>
                <a:gd name="T16" fmla="*/ 783 w 92"/>
                <a:gd name="T17" fmla="*/ 828 h 71"/>
                <a:gd name="T18" fmla="*/ 363 w 92"/>
                <a:gd name="T19" fmla="*/ 1227 h 71"/>
                <a:gd name="T20" fmla="*/ 0 w 92"/>
                <a:gd name="T21" fmla="*/ 1262 h 71"/>
                <a:gd name="T22" fmla="*/ 488 w 92"/>
                <a:gd name="T23" fmla="*/ 1227 h 71"/>
                <a:gd name="T24" fmla="*/ 895 w 92"/>
                <a:gd name="T25" fmla="*/ 807 h 71"/>
                <a:gd name="T26" fmla="*/ 1220 w 92"/>
                <a:gd name="T27" fmla="*/ 588 h 71"/>
                <a:gd name="T28" fmla="*/ 1425 w 92"/>
                <a:gd name="T29" fmla="*/ 546 h 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71">
                  <a:moveTo>
                    <a:pt x="91" y="29"/>
                  </a:moveTo>
                  <a:cubicBezTo>
                    <a:pt x="91" y="28"/>
                    <a:pt x="91" y="27"/>
                    <a:pt x="92" y="26"/>
                  </a:cubicBezTo>
                  <a:cubicBezTo>
                    <a:pt x="90" y="27"/>
                    <a:pt x="78" y="28"/>
                    <a:pt x="80" y="23"/>
                  </a:cubicBezTo>
                  <a:cubicBezTo>
                    <a:pt x="78" y="23"/>
                    <a:pt x="77" y="20"/>
                    <a:pt x="76" y="19"/>
                  </a:cubicBezTo>
                  <a:cubicBezTo>
                    <a:pt x="73" y="19"/>
                    <a:pt x="66" y="10"/>
                    <a:pt x="70" y="8"/>
                  </a:cubicBezTo>
                  <a:cubicBezTo>
                    <a:pt x="65" y="9"/>
                    <a:pt x="57" y="7"/>
                    <a:pt x="58" y="0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8"/>
                    <a:pt x="58" y="14"/>
                    <a:pt x="59" y="20"/>
                  </a:cubicBezTo>
                  <a:cubicBezTo>
                    <a:pt x="61" y="34"/>
                    <a:pt x="59" y="33"/>
                    <a:pt x="50" y="44"/>
                  </a:cubicBezTo>
                  <a:cubicBezTo>
                    <a:pt x="41" y="55"/>
                    <a:pt x="33" y="61"/>
                    <a:pt x="23" y="65"/>
                  </a:cubicBezTo>
                  <a:cubicBezTo>
                    <a:pt x="14" y="69"/>
                    <a:pt x="0" y="67"/>
                    <a:pt x="0" y="67"/>
                  </a:cubicBezTo>
                  <a:cubicBezTo>
                    <a:pt x="8" y="71"/>
                    <a:pt x="23" y="69"/>
                    <a:pt x="31" y="65"/>
                  </a:cubicBezTo>
                  <a:cubicBezTo>
                    <a:pt x="38" y="62"/>
                    <a:pt x="51" y="51"/>
                    <a:pt x="57" y="43"/>
                  </a:cubicBezTo>
                  <a:cubicBezTo>
                    <a:pt x="64" y="34"/>
                    <a:pt x="67" y="32"/>
                    <a:pt x="78" y="31"/>
                  </a:cubicBezTo>
                  <a:cubicBezTo>
                    <a:pt x="81" y="30"/>
                    <a:pt x="86" y="29"/>
                    <a:pt x="91" y="29"/>
                  </a:cubicBezTo>
                  <a:close/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254">
              <a:extLst>
                <a:ext uri="{FF2B5EF4-FFF2-40B4-BE49-F238E27FC236}">
                  <a16:creationId xmlns:a16="http://schemas.microsoft.com/office/drawing/2014/main" id="{CB2C53FD-B4E6-4939-9158-14D22DF8A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769"/>
              <a:ext cx="87" cy="166"/>
            </a:xfrm>
            <a:custGeom>
              <a:avLst/>
              <a:gdLst>
                <a:gd name="T0" fmla="*/ 537 w 35"/>
                <a:gd name="T1" fmla="*/ 367 h 62"/>
                <a:gd name="T2" fmla="*/ 462 w 35"/>
                <a:gd name="T3" fmla="*/ 345 h 62"/>
                <a:gd name="T4" fmla="*/ 403 w 35"/>
                <a:gd name="T5" fmla="*/ 265 h 62"/>
                <a:gd name="T6" fmla="*/ 308 w 35"/>
                <a:gd name="T7" fmla="*/ 252 h 62"/>
                <a:gd name="T8" fmla="*/ 199 w 35"/>
                <a:gd name="T9" fmla="*/ 150 h 62"/>
                <a:gd name="T10" fmla="*/ 12 w 35"/>
                <a:gd name="T11" fmla="*/ 0 h 62"/>
                <a:gd name="T12" fmla="*/ 0 w 35"/>
                <a:gd name="T13" fmla="*/ 21 h 62"/>
                <a:gd name="T14" fmla="*/ 104 w 35"/>
                <a:gd name="T15" fmla="*/ 345 h 62"/>
                <a:gd name="T16" fmla="*/ 124 w 35"/>
                <a:gd name="T17" fmla="*/ 881 h 62"/>
                <a:gd name="T18" fmla="*/ 199 w 35"/>
                <a:gd name="T19" fmla="*/ 1189 h 62"/>
                <a:gd name="T20" fmla="*/ 186 w 35"/>
                <a:gd name="T21" fmla="*/ 846 h 62"/>
                <a:gd name="T22" fmla="*/ 259 w 35"/>
                <a:gd name="T23" fmla="*/ 517 h 62"/>
                <a:gd name="T24" fmla="*/ 524 w 35"/>
                <a:gd name="T25" fmla="*/ 388 h 62"/>
                <a:gd name="T26" fmla="*/ 537 w 35"/>
                <a:gd name="T27" fmla="*/ 367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62">
                  <a:moveTo>
                    <a:pt x="35" y="19"/>
                  </a:moveTo>
                  <a:cubicBezTo>
                    <a:pt x="32" y="19"/>
                    <a:pt x="32" y="19"/>
                    <a:pt x="30" y="18"/>
                  </a:cubicBezTo>
                  <a:cubicBezTo>
                    <a:pt x="29" y="17"/>
                    <a:pt x="27" y="16"/>
                    <a:pt x="26" y="14"/>
                  </a:cubicBezTo>
                  <a:cubicBezTo>
                    <a:pt x="23" y="11"/>
                    <a:pt x="24" y="13"/>
                    <a:pt x="20" y="13"/>
                  </a:cubicBezTo>
                  <a:cubicBezTo>
                    <a:pt x="17" y="13"/>
                    <a:pt x="15" y="11"/>
                    <a:pt x="13" y="8"/>
                  </a:cubicBezTo>
                  <a:cubicBezTo>
                    <a:pt x="9" y="12"/>
                    <a:pt x="1" y="5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7"/>
                    <a:pt x="2" y="13"/>
                    <a:pt x="7" y="18"/>
                  </a:cubicBezTo>
                  <a:cubicBezTo>
                    <a:pt x="18" y="31"/>
                    <a:pt x="9" y="34"/>
                    <a:pt x="8" y="46"/>
                  </a:cubicBezTo>
                  <a:cubicBezTo>
                    <a:pt x="7" y="57"/>
                    <a:pt x="13" y="62"/>
                    <a:pt x="13" y="62"/>
                  </a:cubicBezTo>
                  <a:cubicBezTo>
                    <a:pt x="11" y="59"/>
                    <a:pt x="9" y="49"/>
                    <a:pt x="12" y="44"/>
                  </a:cubicBezTo>
                  <a:cubicBezTo>
                    <a:pt x="14" y="39"/>
                    <a:pt x="16" y="34"/>
                    <a:pt x="17" y="27"/>
                  </a:cubicBezTo>
                  <a:cubicBezTo>
                    <a:pt x="18" y="23"/>
                    <a:pt x="26" y="24"/>
                    <a:pt x="34" y="20"/>
                  </a:cubicBezTo>
                  <a:cubicBezTo>
                    <a:pt x="34" y="19"/>
                    <a:pt x="34" y="19"/>
                    <a:pt x="35" y="19"/>
                  </a:cubicBezTo>
                  <a:close/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255">
              <a:extLst>
                <a:ext uri="{FF2B5EF4-FFF2-40B4-BE49-F238E27FC236}">
                  <a16:creationId xmlns:a16="http://schemas.microsoft.com/office/drawing/2014/main" id="{A5183AD1-34CB-4DBA-A74D-00C68810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24"/>
              <a:ext cx="200" cy="149"/>
            </a:xfrm>
            <a:custGeom>
              <a:avLst/>
              <a:gdLst>
                <a:gd name="T0" fmla="*/ 1208 w 80"/>
                <a:gd name="T1" fmla="*/ 793 h 56"/>
                <a:gd name="T2" fmla="*/ 1145 w 80"/>
                <a:gd name="T3" fmla="*/ 737 h 56"/>
                <a:gd name="T4" fmla="*/ 1125 w 80"/>
                <a:gd name="T5" fmla="*/ 657 h 56"/>
                <a:gd name="T6" fmla="*/ 1113 w 80"/>
                <a:gd name="T7" fmla="*/ 623 h 56"/>
                <a:gd name="T8" fmla="*/ 1095 w 80"/>
                <a:gd name="T9" fmla="*/ 532 h 56"/>
                <a:gd name="T10" fmla="*/ 1050 w 80"/>
                <a:gd name="T11" fmla="*/ 303 h 56"/>
                <a:gd name="T12" fmla="*/ 1000 w 80"/>
                <a:gd name="T13" fmla="*/ 136 h 56"/>
                <a:gd name="T14" fmla="*/ 1050 w 80"/>
                <a:gd name="T15" fmla="*/ 0 h 56"/>
                <a:gd name="T16" fmla="*/ 1033 w 80"/>
                <a:gd name="T17" fmla="*/ 0 h 56"/>
                <a:gd name="T18" fmla="*/ 833 w 80"/>
                <a:gd name="T19" fmla="*/ 545 h 56"/>
                <a:gd name="T20" fmla="*/ 0 w 80"/>
                <a:gd name="T21" fmla="*/ 1054 h 56"/>
                <a:gd name="T22" fmla="*/ 520 w 80"/>
                <a:gd name="T23" fmla="*/ 793 h 56"/>
                <a:gd name="T24" fmla="*/ 863 w 80"/>
                <a:gd name="T25" fmla="*/ 636 h 56"/>
                <a:gd name="T26" fmla="*/ 1250 w 80"/>
                <a:gd name="T27" fmla="*/ 849 h 56"/>
                <a:gd name="T28" fmla="*/ 1250 w 80"/>
                <a:gd name="T29" fmla="*/ 827 h 56"/>
                <a:gd name="T30" fmla="*/ 1208 w 80"/>
                <a:gd name="T31" fmla="*/ 793 h 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56">
                  <a:moveTo>
                    <a:pt x="77" y="42"/>
                  </a:moveTo>
                  <a:cubicBezTo>
                    <a:pt x="75" y="41"/>
                    <a:pt x="74" y="41"/>
                    <a:pt x="73" y="39"/>
                  </a:cubicBezTo>
                  <a:cubicBezTo>
                    <a:pt x="72" y="37"/>
                    <a:pt x="73" y="36"/>
                    <a:pt x="72" y="35"/>
                  </a:cubicBezTo>
                  <a:cubicBezTo>
                    <a:pt x="72" y="34"/>
                    <a:pt x="72" y="34"/>
                    <a:pt x="71" y="33"/>
                  </a:cubicBezTo>
                  <a:cubicBezTo>
                    <a:pt x="70" y="32"/>
                    <a:pt x="68" y="29"/>
                    <a:pt x="70" y="28"/>
                  </a:cubicBezTo>
                  <a:cubicBezTo>
                    <a:pt x="67" y="26"/>
                    <a:pt x="63" y="18"/>
                    <a:pt x="67" y="16"/>
                  </a:cubicBezTo>
                  <a:cubicBezTo>
                    <a:pt x="64" y="14"/>
                    <a:pt x="63" y="11"/>
                    <a:pt x="64" y="7"/>
                  </a:cubicBezTo>
                  <a:cubicBezTo>
                    <a:pt x="64" y="4"/>
                    <a:pt x="66" y="2"/>
                    <a:pt x="6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55" y="15"/>
                    <a:pt x="59" y="23"/>
                    <a:pt x="53" y="29"/>
                  </a:cubicBezTo>
                  <a:cubicBezTo>
                    <a:pt x="42" y="37"/>
                    <a:pt x="6" y="41"/>
                    <a:pt x="0" y="56"/>
                  </a:cubicBezTo>
                  <a:cubicBezTo>
                    <a:pt x="12" y="45"/>
                    <a:pt x="22" y="45"/>
                    <a:pt x="33" y="42"/>
                  </a:cubicBezTo>
                  <a:cubicBezTo>
                    <a:pt x="44" y="39"/>
                    <a:pt x="44" y="39"/>
                    <a:pt x="55" y="34"/>
                  </a:cubicBezTo>
                  <a:cubicBezTo>
                    <a:pt x="61" y="31"/>
                    <a:pt x="68" y="41"/>
                    <a:pt x="80" y="45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43"/>
                    <a:pt x="77" y="43"/>
                    <a:pt x="77" y="42"/>
                  </a:cubicBezTo>
                  <a:close/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256">
              <a:extLst>
                <a:ext uri="{FF2B5EF4-FFF2-40B4-BE49-F238E27FC236}">
                  <a16:creationId xmlns:a16="http://schemas.microsoft.com/office/drawing/2014/main" id="{0A9EB381-2FB7-4E8E-875C-B8D69C4C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599"/>
              <a:ext cx="276" cy="128"/>
            </a:xfrm>
            <a:custGeom>
              <a:avLst/>
              <a:gdLst>
                <a:gd name="T0" fmla="*/ 1623 w 110"/>
                <a:gd name="T1" fmla="*/ 739 h 48"/>
                <a:gd name="T2" fmla="*/ 1643 w 110"/>
                <a:gd name="T3" fmla="*/ 648 h 48"/>
                <a:gd name="T4" fmla="*/ 1643 w 110"/>
                <a:gd name="T5" fmla="*/ 512 h 48"/>
                <a:gd name="T6" fmla="*/ 1611 w 110"/>
                <a:gd name="T7" fmla="*/ 307 h 48"/>
                <a:gd name="T8" fmla="*/ 1455 w 110"/>
                <a:gd name="T9" fmla="*/ 136 h 48"/>
                <a:gd name="T10" fmla="*/ 1455 w 110"/>
                <a:gd name="T11" fmla="*/ 0 h 48"/>
                <a:gd name="T12" fmla="*/ 1455 w 110"/>
                <a:gd name="T13" fmla="*/ 0 h 48"/>
                <a:gd name="T14" fmla="*/ 1297 w 110"/>
                <a:gd name="T15" fmla="*/ 533 h 48"/>
                <a:gd name="T16" fmla="*/ 838 w 110"/>
                <a:gd name="T17" fmla="*/ 683 h 48"/>
                <a:gd name="T18" fmla="*/ 409 w 110"/>
                <a:gd name="T19" fmla="*/ 683 h 48"/>
                <a:gd name="T20" fmla="*/ 0 w 110"/>
                <a:gd name="T21" fmla="*/ 760 h 48"/>
                <a:gd name="T22" fmla="*/ 442 w 110"/>
                <a:gd name="T23" fmla="*/ 760 h 48"/>
                <a:gd name="T24" fmla="*/ 1139 w 110"/>
                <a:gd name="T25" fmla="*/ 760 h 48"/>
                <a:gd name="T26" fmla="*/ 1498 w 110"/>
                <a:gd name="T27" fmla="*/ 776 h 48"/>
                <a:gd name="T28" fmla="*/ 1739 w 110"/>
                <a:gd name="T29" fmla="*/ 909 h 48"/>
                <a:gd name="T30" fmla="*/ 1706 w 110"/>
                <a:gd name="T31" fmla="*/ 819 h 48"/>
                <a:gd name="T32" fmla="*/ 1623 w 110"/>
                <a:gd name="T33" fmla="*/ 739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0" h="48">
                  <a:moveTo>
                    <a:pt x="103" y="39"/>
                  </a:moveTo>
                  <a:cubicBezTo>
                    <a:pt x="103" y="37"/>
                    <a:pt x="104" y="36"/>
                    <a:pt x="104" y="34"/>
                  </a:cubicBezTo>
                  <a:cubicBezTo>
                    <a:pt x="103" y="31"/>
                    <a:pt x="102" y="30"/>
                    <a:pt x="104" y="27"/>
                  </a:cubicBezTo>
                  <a:cubicBezTo>
                    <a:pt x="100" y="25"/>
                    <a:pt x="100" y="20"/>
                    <a:pt x="102" y="16"/>
                  </a:cubicBezTo>
                  <a:cubicBezTo>
                    <a:pt x="97" y="15"/>
                    <a:pt x="93" y="12"/>
                    <a:pt x="92" y="7"/>
                  </a:cubicBezTo>
                  <a:cubicBezTo>
                    <a:pt x="91" y="4"/>
                    <a:pt x="92" y="3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6" y="11"/>
                    <a:pt x="87" y="24"/>
                    <a:pt x="82" y="28"/>
                  </a:cubicBezTo>
                  <a:cubicBezTo>
                    <a:pt x="74" y="34"/>
                    <a:pt x="67" y="34"/>
                    <a:pt x="53" y="36"/>
                  </a:cubicBezTo>
                  <a:cubicBezTo>
                    <a:pt x="39" y="38"/>
                    <a:pt x="33" y="35"/>
                    <a:pt x="26" y="36"/>
                  </a:cubicBezTo>
                  <a:cubicBezTo>
                    <a:pt x="19" y="36"/>
                    <a:pt x="10" y="33"/>
                    <a:pt x="0" y="40"/>
                  </a:cubicBezTo>
                  <a:cubicBezTo>
                    <a:pt x="5" y="38"/>
                    <a:pt x="15" y="37"/>
                    <a:pt x="28" y="40"/>
                  </a:cubicBezTo>
                  <a:cubicBezTo>
                    <a:pt x="40" y="42"/>
                    <a:pt x="59" y="43"/>
                    <a:pt x="72" y="40"/>
                  </a:cubicBezTo>
                  <a:cubicBezTo>
                    <a:pt x="86" y="36"/>
                    <a:pt x="86" y="36"/>
                    <a:pt x="95" y="41"/>
                  </a:cubicBezTo>
                  <a:cubicBezTo>
                    <a:pt x="98" y="43"/>
                    <a:pt x="103" y="46"/>
                    <a:pt x="110" y="48"/>
                  </a:cubicBezTo>
                  <a:cubicBezTo>
                    <a:pt x="108" y="46"/>
                    <a:pt x="108" y="45"/>
                    <a:pt x="108" y="43"/>
                  </a:cubicBezTo>
                  <a:cubicBezTo>
                    <a:pt x="106" y="43"/>
                    <a:pt x="104" y="41"/>
                    <a:pt x="103" y="39"/>
                  </a:cubicBezTo>
                  <a:close/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257">
              <a:extLst>
                <a:ext uri="{FF2B5EF4-FFF2-40B4-BE49-F238E27FC236}">
                  <a16:creationId xmlns:a16="http://schemas.microsoft.com/office/drawing/2014/main" id="{4301AADD-5E85-434F-89BB-B9074FFE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633"/>
              <a:ext cx="48" cy="158"/>
            </a:xfrm>
            <a:custGeom>
              <a:avLst/>
              <a:gdLst>
                <a:gd name="T0" fmla="*/ 306 w 19"/>
                <a:gd name="T1" fmla="*/ 1133 h 59"/>
                <a:gd name="T2" fmla="*/ 51 w 19"/>
                <a:gd name="T3" fmla="*/ 538 h 59"/>
                <a:gd name="T4" fmla="*/ 222 w 19"/>
                <a:gd name="T5" fmla="*/ 0 h 59"/>
                <a:gd name="T6" fmla="*/ 306 w 19"/>
                <a:gd name="T7" fmla="*/ 113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9">
                  <a:moveTo>
                    <a:pt x="19" y="59"/>
                  </a:moveTo>
                  <a:cubicBezTo>
                    <a:pt x="16" y="54"/>
                    <a:pt x="7" y="40"/>
                    <a:pt x="3" y="28"/>
                  </a:cubicBezTo>
                  <a:cubicBezTo>
                    <a:pt x="0" y="17"/>
                    <a:pt x="4" y="3"/>
                    <a:pt x="14" y="0"/>
                  </a:cubicBezTo>
                  <a:cubicBezTo>
                    <a:pt x="9" y="7"/>
                    <a:pt x="1" y="21"/>
                    <a:pt x="19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258">
              <a:extLst>
                <a:ext uri="{FF2B5EF4-FFF2-40B4-BE49-F238E27FC236}">
                  <a16:creationId xmlns:a16="http://schemas.microsoft.com/office/drawing/2014/main" id="{CF509B66-DE11-4CEE-A289-2062BF5C6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740"/>
              <a:ext cx="40" cy="165"/>
            </a:xfrm>
            <a:custGeom>
              <a:avLst/>
              <a:gdLst>
                <a:gd name="T0" fmla="*/ 250 w 16"/>
                <a:gd name="T1" fmla="*/ 0 h 62"/>
                <a:gd name="T2" fmla="*/ 33 w 16"/>
                <a:gd name="T3" fmla="*/ 431 h 62"/>
                <a:gd name="T4" fmla="*/ 33 w 16"/>
                <a:gd name="T5" fmla="*/ 1168 h 62"/>
                <a:gd name="T6" fmla="*/ 250 w 16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2">
                  <a:moveTo>
                    <a:pt x="16" y="0"/>
                  </a:moveTo>
                  <a:cubicBezTo>
                    <a:pt x="6" y="3"/>
                    <a:pt x="3" y="10"/>
                    <a:pt x="2" y="23"/>
                  </a:cubicBezTo>
                  <a:cubicBezTo>
                    <a:pt x="0" y="36"/>
                    <a:pt x="0" y="55"/>
                    <a:pt x="2" y="62"/>
                  </a:cubicBezTo>
                  <a:cubicBezTo>
                    <a:pt x="3" y="48"/>
                    <a:pt x="4" y="14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259">
              <a:extLst>
                <a:ext uri="{FF2B5EF4-FFF2-40B4-BE49-F238E27FC236}">
                  <a16:creationId xmlns:a16="http://schemas.microsoft.com/office/drawing/2014/main" id="{4F764C61-9B38-4E08-81FB-4BE65771C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535"/>
              <a:ext cx="133" cy="69"/>
            </a:xfrm>
            <a:custGeom>
              <a:avLst/>
              <a:gdLst>
                <a:gd name="T0" fmla="*/ 0 w 53"/>
                <a:gd name="T1" fmla="*/ 486 h 26"/>
                <a:gd name="T2" fmla="*/ 838 w 53"/>
                <a:gd name="T3" fmla="*/ 247 h 26"/>
                <a:gd name="T4" fmla="*/ 0 w 53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6">
                  <a:moveTo>
                    <a:pt x="0" y="26"/>
                  </a:moveTo>
                  <a:cubicBezTo>
                    <a:pt x="6" y="14"/>
                    <a:pt x="26" y="0"/>
                    <a:pt x="53" y="13"/>
                  </a:cubicBezTo>
                  <a:cubicBezTo>
                    <a:pt x="45" y="11"/>
                    <a:pt x="15" y="9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260">
              <a:extLst>
                <a:ext uri="{FF2B5EF4-FFF2-40B4-BE49-F238E27FC236}">
                  <a16:creationId xmlns:a16="http://schemas.microsoft.com/office/drawing/2014/main" id="{588FA8E6-AC82-4BAF-B5D2-BE0397940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481"/>
              <a:ext cx="148" cy="54"/>
            </a:xfrm>
            <a:custGeom>
              <a:avLst/>
              <a:gdLst>
                <a:gd name="T0" fmla="*/ 0 w 59"/>
                <a:gd name="T1" fmla="*/ 394 h 20"/>
                <a:gd name="T2" fmla="*/ 584 w 59"/>
                <a:gd name="T3" fmla="*/ 22 h 20"/>
                <a:gd name="T4" fmla="*/ 931 w 59"/>
                <a:gd name="T5" fmla="*/ 335 h 20"/>
                <a:gd name="T6" fmla="*/ 364 w 59"/>
                <a:gd name="T7" fmla="*/ 176 h 20"/>
                <a:gd name="T8" fmla="*/ 0 w 59"/>
                <a:gd name="T9" fmla="*/ 39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0">
                  <a:moveTo>
                    <a:pt x="0" y="20"/>
                  </a:moveTo>
                  <a:cubicBezTo>
                    <a:pt x="10" y="5"/>
                    <a:pt x="27" y="0"/>
                    <a:pt x="37" y="1"/>
                  </a:cubicBezTo>
                  <a:cubicBezTo>
                    <a:pt x="46" y="1"/>
                    <a:pt x="57" y="9"/>
                    <a:pt x="59" y="17"/>
                  </a:cubicBezTo>
                  <a:cubicBezTo>
                    <a:pt x="52" y="10"/>
                    <a:pt x="36" y="3"/>
                    <a:pt x="23" y="9"/>
                  </a:cubicBezTo>
                  <a:cubicBezTo>
                    <a:pt x="9" y="14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261">
              <a:extLst>
                <a:ext uri="{FF2B5EF4-FFF2-40B4-BE49-F238E27FC236}">
                  <a16:creationId xmlns:a16="http://schemas.microsoft.com/office/drawing/2014/main" id="{672FB15F-C716-4FF1-9D38-7FB3EF4A0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719"/>
              <a:ext cx="17" cy="42"/>
            </a:xfrm>
            <a:custGeom>
              <a:avLst/>
              <a:gdLst>
                <a:gd name="T0" fmla="*/ 0 w 7"/>
                <a:gd name="T1" fmla="*/ 289 h 16"/>
                <a:gd name="T2" fmla="*/ 100 w 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2" y="4"/>
                    <a:pt x="4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262">
              <a:extLst>
                <a:ext uri="{FF2B5EF4-FFF2-40B4-BE49-F238E27FC236}">
                  <a16:creationId xmlns:a16="http://schemas.microsoft.com/office/drawing/2014/main" id="{2D9BC36F-800B-4249-AA8A-83B3E3511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729"/>
              <a:ext cx="37" cy="179"/>
            </a:xfrm>
            <a:custGeom>
              <a:avLst/>
              <a:gdLst>
                <a:gd name="T0" fmla="*/ 133 w 15"/>
                <a:gd name="T1" fmla="*/ 286 h 67"/>
                <a:gd name="T2" fmla="*/ 183 w 15"/>
                <a:gd name="T3" fmla="*/ 785 h 67"/>
                <a:gd name="T4" fmla="*/ 224 w 15"/>
                <a:gd name="T5" fmla="*/ 1277 h 67"/>
                <a:gd name="T6" fmla="*/ 104 w 15"/>
                <a:gd name="T7" fmla="*/ 970 h 67"/>
                <a:gd name="T8" fmla="*/ 62 w 15"/>
                <a:gd name="T9" fmla="*/ 743 h 67"/>
                <a:gd name="T10" fmla="*/ 91 w 15"/>
                <a:gd name="T11" fmla="*/ 572 h 67"/>
                <a:gd name="T12" fmla="*/ 91 w 15"/>
                <a:gd name="T13" fmla="*/ 192 h 67"/>
                <a:gd name="T14" fmla="*/ 12 w 15"/>
                <a:gd name="T15" fmla="*/ 0 h 67"/>
                <a:gd name="T16" fmla="*/ 74 w 15"/>
                <a:gd name="T17" fmla="*/ 94 h 67"/>
                <a:gd name="T18" fmla="*/ 133 w 15"/>
                <a:gd name="T19" fmla="*/ 251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67">
                  <a:moveTo>
                    <a:pt x="9" y="15"/>
                  </a:moveTo>
                  <a:cubicBezTo>
                    <a:pt x="11" y="23"/>
                    <a:pt x="11" y="33"/>
                    <a:pt x="12" y="41"/>
                  </a:cubicBezTo>
                  <a:cubicBezTo>
                    <a:pt x="13" y="50"/>
                    <a:pt x="15" y="58"/>
                    <a:pt x="15" y="67"/>
                  </a:cubicBezTo>
                  <a:cubicBezTo>
                    <a:pt x="11" y="64"/>
                    <a:pt x="9" y="55"/>
                    <a:pt x="7" y="51"/>
                  </a:cubicBezTo>
                  <a:cubicBezTo>
                    <a:pt x="6" y="47"/>
                    <a:pt x="5" y="43"/>
                    <a:pt x="4" y="39"/>
                  </a:cubicBezTo>
                  <a:cubicBezTo>
                    <a:pt x="3" y="35"/>
                    <a:pt x="5" y="34"/>
                    <a:pt x="6" y="30"/>
                  </a:cubicBezTo>
                  <a:cubicBezTo>
                    <a:pt x="8" y="24"/>
                    <a:pt x="8" y="16"/>
                    <a:pt x="6" y="10"/>
                  </a:cubicBezTo>
                  <a:cubicBezTo>
                    <a:pt x="4" y="7"/>
                    <a:pt x="0" y="3"/>
                    <a:pt x="1" y="0"/>
                  </a:cubicBezTo>
                  <a:cubicBezTo>
                    <a:pt x="3" y="1"/>
                    <a:pt x="3" y="4"/>
                    <a:pt x="5" y="5"/>
                  </a:cubicBezTo>
                  <a:cubicBezTo>
                    <a:pt x="6" y="8"/>
                    <a:pt x="9" y="11"/>
                    <a:pt x="9" y="13"/>
                  </a:cubicBezTo>
                </a:path>
              </a:pathLst>
            </a:custGeom>
            <a:solidFill>
              <a:srgbClr val="CF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Freeform 263">
              <a:extLst>
                <a:ext uri="{FF2B5EF4-FFF2-40B4-BE49-F238E27FC236}">
                  <a16:creationId xmlns:a16="http://schemas.microsoft.com/office/drawing/2014/main" id="{0A20B608-2774-4DF1-9E06-7E08ED151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719"/>
              <a:ext cx="102" cy="152"/>
            </a:xfrm>
            <a:custGeom>
              <a:avLst/>
              <a:gdLst>
                <a:gd name="T0" fmla="*/ 0 w 41"/>
                <a:gd name="T1" fmla="*/ 35 h 57"/>
                <a:gd name="T2" fmla="*/ 137 w 41"/>
                <a:gd name="T3" fmla="*/ 227 h 57"/>
                <a:gd name="T4" fmla="*/ 229 w 41"/>
                <a:gd name="T5" fmla="*/ 376 h 57"/>
                <a:gd name="T6" fmla="*/ 279 w 41"/>
                <a:gd name="T7" fmla="*/ 547 h 57"/>
                <a:gd name="T8" fmla="*/ 433 w 41"/>
                <a:gd name="T9" fmla="*/ 819 h 57"/>
                <a:gd name="T10" fmla="*/ 508 w 41"/>
                <a:gd name="T11" fmla="*/ 1080 h 57"/>
                <a:gd name="T12" fmla="*/ 632 w 41"/>
                <a:gd name="T13" fmla="*/ 931 h 57"/>
                <a:gd name="T14" fmla="*/ 308 w 41"/>
                <a:gd name="T15" fmla="*/ 491 h 57"/>
                <a:gd name="T16" fmla="*/ 75 w 41"/>
                <a:gd name="T17" fmla="*/ 0 h 57"/>
                <a:gd name="T18" fmla="*/ 62 w 41"/>
                <a:gd name="T19" fmla="*/ 21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57">
                  <a:moveTo>
                    <a:pt x="0" y="2"/>
                  </a:moveTo>
                  <a:cubicBezTo>
                    <a:pt x="5" y="4"/>
                    <a:pt x="6" y="8"/>
                    <a:pt x="9" y="12"/>
                  </a:cubicBezTo>
                  <a:cubicBezTo>
                    <a:pt x="10" y="15"/>
                    <a:pt x="13" y="17"/>
                    <a:pt x="15" y="20"/>
                  </a:cubicBezTo>
                  <a:cubicBezTo>
                    <a:pt x="16" y="23"/>
                    <a:pt x="16" y="26"/>
                    <a:pt x="18" y="29"/>
                  </a:cubicBezTo>
                  <a:cubicBezTo>
                    <a:pt x="20" y="35"/>
                    <a:pt x="24" y="38"/>
                    <a:pt x="28" y="43"/>
                  </a:cubicBezTo>
                  <a:cubicBezTo>
                    <a:pt x="32" y="47"/>
                    <a:pt x="31" y="52"/>
                    <a:pt x="33" y="57"/>
                  </a:cubicBezTo>
                  <a:cubicBezTo>
                    <a:pt x="35" y="55"/>
                    <a:pt x="41" y="53"/>
                    <a:pt x="41" y="49"/>
                  </a:cubicBezTo>
                  <a:cubicBezTo>
                    <a:pt x="31" y="45"/>
                    <a:pt x="26" y="34"/>
                    <a:pt x="20" y="26"/>
                  </a:cubicBezTo>
                  <a:cubicBezTo>
                    <a:pt x="13" y="18"/>
                    <a:pt x="11" y="8"/>
                    <a:pt x="5" y="0"/>
                  </a:cubicBezTo>
                  <a:cubicBezTo>
                    <a:pt x="5" y="0"/>
                    <a:pt x="4" y="1"/>
                    <a:pt x="4" y="1"/>
                  </a:cubicBezTo>
                </a:path>
              </a:pathLst>
            </a:custGeom>
            <a:solidFill>
              <a:srgbClr val="CF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Freeform 264">
              <a:extLst>
                <a:ext uri="{FF2B5EF4-FFF2-40B4-BE49-F238E27FC236}">
                  <a16:creationId xmlns:a16="http://schemas.microsoft.com/office/drawing/2014/main" id="{A5C95BC9-B05A-4EE1-BF73-37D626C6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623"/>
              <a:ext cx="116" cy="133"/>
            </a:xfrm>
            <a:custGeom>
              <a:avLst/>
              <a:gdLst>
                <a:gd name="T0" fmla="*/ 0 w 46"/>
                <a:gd name="T1" fmla="*/ 35 h 50"/>
                <a:gd name="T2" fmla="*/ 497 w 46"/>
                <a:gd name="T3" fmla="*/ 396 h 50"/>
                <a:gd name="T4" fmla="*/ 739 w 46"/>
                <a:gd name="T5" fmla="*/ 942 h 50"/>
                <a:gd name="T6" fmla="*/ 0 w 46"/>
                <a:gd name="T7" fmla="*/ 3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0">
                  <a:moveTo>
                    <a:pt x="0" y="2"/>
                  </a:moveTo>
                  <a:cubicBezTo>
                    <a:pt x="6" y="0"/>
                    <a:pt x="19" y="6"/>
                    <a:pt x="31" y="21"/>
                  </a:cubicBezTo>
                  <a:cubicBezTo>
                    <a:pt x="42" y="36"/>
                    <a:pt x="46" y="50"/>
                    <a:pt x="46" y="50"/>
                  </a:cubicBezTo>
                  <a:cubicBezTo>
                    <a:pt x="41" y="38"/>
                    <a:pt x="20" y="10"/>
                    <a:pt x="0" y="2"/>
                  </a:cubicBezTo>
                  <a:close/>
                </a:path>
              </a:pathLst>
            </a:custGeom>
            <a:solidFill>
              <a:srgbClr val="CF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265">
              <a:extLst>
                <a:ext uri="{FF2B5EF4-FFF2-40B4-BE49-F238E27FC236}">
                  <a16:creationId xmlns:a16="http://schemas.microsoft.com/office/drawing/2014/main" id="{F115F30E-E441-45C4-9368-211E34FB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596"/>
              <a:ext cx="118" cy="128"/>
            </a:xfrm>
            <a:custGeom>
              <a:avLst/>
              <a:gdLst>
                <a:gd name="T0" fmla="*/ 0 w 47"/>
                <a:gd name="T1" fmla="*/ 875 h 48"/>
                <a:gd name="T2" fmla="*/ 618 w 47"/>
                <a:gd name="T3" fmla="*/ 661 h 48"/>
                <a:gd name="T4" fmla="*/ 630 w 47"/>
                <a:gd name="T5" fmla="*/ 0 h 48"/>
                <a:gd name="T6" fmla="*/ 492 w 47"/>
                <a:gd name="T7" fmla="*/ 589 h 48"/>
                <a:gd name="T8" fmla="*/ 0 w 47"/>
                <a:gd name="T9" fmla="*/ 87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46"/>
                  </a:moveTo>
                  <a:cubicBezTo>
                    <a:pt x="10" y="48"/>
                    <a:pt x="32" y="44"/>
                    <a:pt x="39" y="35"/>
                  </a:cubicBezTo>
                  <a:cubicBezTo>
                    <a:pt x="47" y="25"/>
                    <a:pt x="47" y="11"/>
                    <a:pt x="40" y="0"/>
                  </a:cubicBezTo>
                  <a:cubicBezTo>
                    <a:pt x="45" y="8"/>
                    <a:pt x="42" y="23"/>
                    <a:pt x="31" y="31"/>
                  </a:cubicBezTo>
                  <a:cubicBezTo>
                    <a:pt x="21" y="39"/>
                    <a:pt x="5" y="47"/>
                    <a:pt x="0" y="46"/>
                  </a:cubicBezTo>
                  <a:close/>
                </a:path>
              </a:pathLst>
            </a:custGeom>
            <a:solidFill>
              <a:srgbClr val="CF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266">
              <a:extLst>
                <a:ext uri="{FF2B5EF4-FFF2-40B4-BE49-F238E27FC236}">
                  <a16:creationId xmlns:a16="http://schemas.microsoft.com/office/drawing/2014/main" id="{C942FE9A-8B67-497D-AA04-056B1E446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705"/>
              <a:ext cx="75" cy="134"/>
            </a:xfrm>
            <a:custGeom>
              <a:avLst/>
              <a:gdLst>
                <a:gd name="T0" fmla="*/ 0 w 30"/>
                <a:gd name="T1" fmla="*/ 252 h 50"/>
                <a:gd name="T2" fmla="*/ 458 w 30"/>
                <a:gd name="T3" fmla="*/ 0 h 50"/>
                <a:gd name="T4" fmla="*/ 63 w 30"/>
                <a:gd name="T5" fmla="*/ 962 h 50"/>
                <a:gd name="T6" fmla="*/ 283 w 30"/>
                <a:gd name="T7" fmla="*/ 423 h 50"/>
                <a:gd name="T8" fmla="*/ 0 w 30"/>
                <a:gd name="T9" fmla="*/ 25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0">
                  <a:moveTo>
                    <a:pt x="0" y="13"/>
                  </a:moveTo>
                  <a:cubicBezTo>
                    <a:pt x="12" y="12"/>
                    <a:pt x="26" y="7"/>
                    <a:pt x="29" y="0"/>
                  </a:cubicBezTo>
                  <a:cubicBezTo>
                    <a:pt x="30" y="9"/>
                    <a:pt x="29" y="40"/>
                    <a:pt x="4" y="50"/>
                  </a:cubicBezTo>
                  <a:cubicBezTo>
                    <a:pt x="14" y="42"/>
                    <a:pt x="20" y="31"/>
                    <a:pt x="18" y="22"/>
                  </a:cubicBezTo>
                  <a:cubicBezTo>
                    <a:pt x="17" y="14"/>
                    <a:pt x="6" y="17"/>
                    <a:pt x="0" y="13"/>
                  </a:cubicBezTo>
                  <a:close/>
                </a:path>
              </a:pathLst>
            </a:custGeom>
            <a:solidFill>
              <a:srgbClr val="CF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267">
              <a:extLst>
                <a:ext uri="{FF2B5EF4-FFF2-40B4-BE49-F238E27FC236}">
                  <a16:creationId xmlns:a16="http://schemas.microsoft.com/office/drawing/2014/main" id="{0AE1C26A-1745-4597-A767-114CA5F9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700"/>
              <a:ext cx="33" cy="115"/>
            </a:xfrm>
            <a:custGeom>
              <a:avLst/>
              <a:gdLst>
                <a:gd name="T0" fmla="*/ 0 w 13"/>
                <a:gd name="T1" fmla="*/ 35 h 43"/>
                <a:gd name="T2" fmla="*/ 213 w 13"/>
                <a:gd name="T3" fmla="*/ 115 h 43"/>
                <a:gd name="T4" fmla="*/ 147 w 13"/>
                <a:gd name="T5" fmla="*/ 687 h 43"/>
                <a:gd name="T6" fmla="*/ 20 w 13"/>
                <a:gd name="T7" fmla="*/ 824 h 43"/>
                <a:gd name="T8" fmla="*/ 33 w 13"/>
                <a:gd name="T9" fmla="*/ 479 h 43"/>
                <a:gd name="T10" fmla="*/ 0 w 13"/>
                <a:gd name="T11" fmla="*/ 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3">
                  <a:moveTo>
                    <a:pt x="0" y="2"/>
                  </a:moveTo>
                  <a:cubicBezTo>
                    <a:pt x="7" y="0"/>
                    <a:pt x="9" y="5"/>
                    <a:pt x="13" y="6"/>
                  </a:cubicBezTo>
                  <a:cubicBezTo>
                    <a:pt x="9" y="11"/>
                    <a:pt x="6" y="23"/>
                    <a:pt x="9" y="36"/>
                  </a:cubicBezTo>
                  <a:cubicBezTo>
                    <a:pt x="9" y="40"/>
                    <a:pt x="1" y="43"/>
                    <a:pt x="1" y="43"/>
                  </a:cubicBezTo>
                  <a:cubicBezTo>
                    <a:pt x="6" y="39"/>
                    <a:pt x="1" y="34"/>
                    <a:pt x="2" y="25"/>
                  </a:cubicBezTo>
                  <a:cubicBezTo>
                    <a:pt x="3" y="15"/>
                    <a:pt x="8" y="4"/>
                    <a:pt x="0" y="2"/>
                  </a:cubicBezTo>
                  <a:close/>
                </a:path>
              </a:pathLst>
            </a:custGeom>
            <a:solidFill>
              <a:srgbClr val="CF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268">
              <a:extLst>
                <a:ext uri="{FF2B5EF4-FFF2-40B4-BE49-F238E27FC236}">
                  <a16:creationId xmlns:a16="http://schemas.microsoft.com/office/drawing/2014/main" id="{C0D50C77-1C30-4A62-B0DF-C5EC4451E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551"/>
              <a:ext cx="102" cy="90"/>
            </a:xfrm>
            <a:custGeom>
              <a:avLst/>
              <a:gdLst>
                <a:gd name="T0" fmla="*/ 0 w 41"/>
                <a:gd name="T1" fmla="*/ 609 h 34"/>
                <a:gd name="T2" fmla="*/ 291 w 41"/>
                <a:gd name="T3" fmla="*/ 540 h 34"/>
                <a:gd name="T4" fmla="*/ 632 w 41"/>
                <a:gd name="T5" fmla="*/ 0 h 34"/>
                <a:gd name="T6" fmla="*/ 249 w 41"/>
                <a:gd name="T7" fmla="*/ 259 h 34"/>
                <a:gd name="T8" fmla="*/ 0 w 41"/>
                <a:gd name="T9" fmla="*/ 60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4">
                  <a:moveTo>
                    <a:pt x="0" y="33"/>
                  </a:moveTo>
                  <a:cubicBezTo>
                    <a:pt x="6" y="34"/>
                    <a:pt x="16" y="32"/>
                    <a:pt x="19" y="29"/>
                  </a:cubicBezTo>
                  <a:cubicBezTo>
                    <a:pt x="22" y="25"/>
                    <a:pt x="18" y="8"/>
                    <a:pt x="41" y="0"/>
                  </a:cubicBezTo>
                  <a:cubicBezTo>
                    <a:pt x="31" y="2"/>
                    <a:pt x="19" y="7"/>
                    <a:pt x="16" y="14"/>
                  </a:cubicBezTo>
                  <a:cubicBezTo>
                    <a:pt x="13" y="21"/>
                    <a:pt x="10" y="32"/>
                    <a:pt x="0" y="33"/>
                  </a:cubicBezTo>
                  <a:close/>
                </a:path>
              </a:pathLst>
            </a:custGeom>
            <a:solidFill>
              <a:srgbClr val="CF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269">
              <a:extLst>
                <a:ext uri="{FF2B5EF4-FFF2-40B4-BE49-F238E27FC236}">
                  <a16:creationId xmlns:a16="http://schemas.microsoft.com/office/drawing/2014/main" id="{10CF7703-501D-45B3-8CC0-59B470FBC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820"/>
              <a:ext cx="32" cy="112"/>
            </a:xfrm>
            <a:custGeom>
              <a:avLst/>
              <a:gdLst>
                <a:gd name="T0" fmla="*/ 162 w 13"/>
                <a:gd name="T1" fmla="*/ 0 h 42"/>
                <a:gd name="T2" fmla="*/ 182 w 13"/>
                <a:gd name="T3" fmla="*/ 533 h 42"/>
                <a:gd name="T4" fmla="*/ 121 w 13"/>
                <a:gd name="T5" fmla="*/ 739 h 42"/>
                <a:gd name="T6" fmla="*/ 0 w 13"/>
                <a:gd name="T7" fmla="*/ 797 h 42"/>
                <a:gd name="T8" fmla="*/ 103 w 13"/>
                <a:gd name="T9" fmla="*/ 589 h 42"/>
                <a:gd name="T10" fmla="*/ 162 w 13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2">
                  <a:moveTo>
                    <a:pt x="11" y="0"/>
                  </a:moveTo>
                  <a:cubicBezTo>
                    <a:pt x="9" y="11"/>
                    <a:pt x="10" y="20"/>
                    <a:pt x="12" y="28"/>
                  </a:cubicBezTo>
                  <a:cubicBezTo>
                    <a:pt x="13" y="35"/>
                    <a:pt x="12" y="37"/>
                    <a:pt x="8" y="39"/>
                  </a:cubicBezTo>
                  <a:cubicBezTo>
                    <a:pt x="4" y="41"/>
                    <a:pt x="2" y="40"/>
                    <a:pt x="0" y="42"/>
                  </a:cubicBezTo>
                  <a:cubicBezTo>
                    <a:pt x="2" y="36"/>
                    <a:pt x="6" y="38"/>
                    <a:pt x="7" y="31"/>
                  </a:cubicBezTo>
                  <a:cubicBezTo>
                    <a:pt x="7" y="30"/>
                    <a:pt x="6" y="10"/>
                    <a:pt x="11" y="0"/>
                  </a:cubicBezTo>
                  <a:close/>
                </a:path>
              </a:pathLst>
            </a:custGeom>
            <a:solidFill>
              <a:srgbClr val="CF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270">
              <a:extLst>
                <a:ext uri="{FF2B5EF4-FFF2-40B4-BE49-F238E27FC236}">
                  <a16:creationId xmlns:a16="http://schemas.microsoft.com/office/drawing/2014/main" id="{11BD0581-CF0A-4E09-BA41-116233F78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732"/>
              <a:ext cx="22" cy="64"/>
            </a:xfrm>
            <a:custGeom>
              <a:avLst/>
              <a:gdLst>
                <a:gd name="T0" fmla="*/ 0 w 9"/>
                <a:gd name="T1" fmla="*/ 21 h 24"/>
                <a:gd name="T2" fmla="*/ 132 w 9"/>
                <a:gd name="T3" fmla="*/ 77 h 24"/>
                <a:gd name="T4" fmla="*/ 0 w 9"/>
                <a:gd name="T5" fmla="*/ 456 h 24"/>
                <a:gd name="T6" fmla="*/ 29 w 9"/>
                <a:gd name="T7" fmla="*/ 136 h 24"/>
                <a:gd name="T8" fmla="*/ 12 w 9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4">
                  <a:moveTo>
                    <a:pt x="0" y="1"/>
                  </a:moveTo>
                  <a:cubicBezTo>
                    <a:pt x="3" y="0"/>
                    <a:pt x="7" y="2"/>
                    <a:pt x="9" y="4"/>
                  </a:cubicBezTo>
                  <a:cubicBezTo>
                    <a:pt x="4" y="10"/>
                    <a:pt x="2" y="17"/>
                    <a:pt x="0" y="24"/>
                  </a:cubicBezTo>
                  <a:cubicBezTo>
                    <a:pt x="1" y="19"/>
                    <a:pt x="3" y="13"/>
                    <a:pt x="2" y="7"/>
                  </a:cubicBezTo>
                  <a:cubicBezTo>
                    <a:pt x="2" y="5"/>
                    <a:pt x="1" y="4"/>
                    <a:pt x="1" y="1"/>
                  </a:cubicBezTo>
                </a:path>
              </a:pathLst>
            </a:custGeom>
            <a:solidFill>
              <a:srgbClr val="CF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271">
              <a:extLst>
                <a:ext uri="{FF2B5EF4-FFF2-40B4-BE49-F238E27FC236}">
                  <a16:creationId xmlns:a16="http://schemas.microsoft.com/office/drawing/2014/main" id="{122FD1A3-838A-463E-9F7F-9EC184C06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777"/>
              <a:ext cx="25" cy="118"/>
            </a:xfrm>
            <a:custGeom>
              <a:avLst/>
              <a:gdLst>
                <a:gd name="T0" fmla="*/ 20 w 10"/>
                <a:gd name="T1" fmla="*/ 0 h 44"/>
                <a:gd name="T2" fmla="*/ 158 w 10"/>
                <a:gd name="T3" fmla="*/ 847 h 44"/>
                <a:gd name="T4" fmla="*/ 83 w 10"/>
                <a:gd name="T5" fmla="*/ 308 h 44"/>
                <a:gd name="T6" fmla="*/ 50 w 10"/>
                <a:gd name="T7" fmla="*/ 115 h 44"/>
                <a:gd name="T8" fmla="*/ 0 w 10"/>
                <a:gd name="T9" fmla="*/ 2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4">
                  <a:moveTo>
                    <a:pt x="1" y="0"/>
                  </a:moveTo>
                  <a:cubicBezTo>
                    <a:pt x="5" y="15"/>
                    <a:pt x="2" y="31"/>
                    <a:pt x="10" y="44"/>
                  </a:cubicBezTo>
                  <a:cubicBezTo>
                    <a:pt x="7" y="36"/>
                    <a:pt x="6" y="25"/>
                    <a:pt x="5" y="16"/>
                  </a:cubicBezTo>
                  <a:cubicBezTo>
                    <a:pt x="5" y="13"/>
                    <a:pt x="5" y="9"/>
                    <a:pt x="3" y="6"/>
                  </a:cubicBezTo>
                  <a:cubicBezTo>
                    <a:pt x="2" y="4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272">
              <a:extLst>
                <a:ext uri="{FF2B5EF4-FFF2-40B4-BE49-F238E27FC236}">
                  <a16:creationId xmlns:a16="http://schemas.microsoft.com/office/drawing/2014/main" id="{07D773DD-FD4D-45B0-B5B7-3E316DF45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727"/>
              <a:ext cx="15" cy="56"/>
            </a:xfrm>
            <a:custGeom>
              <a:avLst/>
              <a:gdLst>
                <a:gd name="T0" fmla="*/ 63 w 6"/>
                <a:gd name="T1" fmla="*/ 21 h 21"/>
                <a:gd name="T2" fmla="*/ 83 w 6"/>
                <a:gd name="T3" fmla="*/ 397 h 21"/>
                <a:gd name="T4" fmla="*/ 63 w 6"/>
                <a:gd name="T5" fmla="*/ 171 h 21"/>
                <a:gd name="T6" fmla="*/ 95 w 6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1">
                  <a:moveTo>
                    <a:pt x="4" y="1"/>
                  </a:moveTo>
                  <a:cubicBezTo>
                    <a:pt x="2" y="7"/>
                    <a:pt x="0" y="15"/>
                    <a:pt x="5" y="21"/>
                  </a:cubicBezTo>
                  <a:cubicBezTo>
                    <a:pt x="3" y="17"/>
                    <a:pt x="4" y="13"/>
                    <a:pt x="4" y="9"/>
                  </a:cubicBezTo>
                  <a:cubicBezTo>
                    <a:pt x="4" y="6"/>
                    <a:pt x="4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273">
              <a:extLst>
                <a:ext uri="{FF2B5EF4-FFF2-40B4-BE49-F238E27FC236}">
                  <a16:creationId xmlns:a16="http://schemas.microsoft.com/office/drawing/2014/main" id="{53FCDCDE-8F2D-4C33-BEA3-295C91A9E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857"/>
              <a:ext cx="8" cy="54"/>
            </a:xfrm>
            <a:custGeom>
              <a:avLst/>
              <a:gdLst>
                <a:gd name="T0" fmla="*/ 56 w 3"/>
                <a:gd name="T1" fmla="*/ 0 h 20"/>
                <a:gd name="T2" fmla="*/ 21 w 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0" y="5"/>
                    <a:pt x="1" y="15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274">
              <a:extLst>
                <a:ext uri="{FF2B5EF4-FFF2-40B4-BE49-F238E27FC236}">
                  <a16:creationId xmlns:a16="http://schemas.microsoft.com/office/drawing/2014/main" id="{023315AE-46AC-4F05-AE67-D5D1D333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625"/>
              <a:ext cx="35" cy="64"/>
            </a:xfrm>
            <a:custGeom>
              <a:avLst/>
              <a:gdLst>
                <a:gd name="T0" fmla="*/ 0 w 14"/>
                <a:gd name="T1" fmla="*/ 456 h 24"/>
                <a:gd name="T2" fmla="*/ 175 w 14"/>
                <a:gd name="T3" fmla="*/ 227 h 24"/>
                <a:gd name="T4" fmla="*/ 220 w 14"/>
                <a:gd name="T5" fmla="*/ 0 h 24"/>
                <a:gd name="T6" fmla="*/ 208 w 14"/>
                <a:gd name="T7" fmla="*/ 320 h 24"/>
                <a:gd name="T8" fmla="*/ 0 w 14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8" y="21"/>
                    <a:pt x="10" y="18"/>
                    <a:pt x="11" y="12"/>
                  </a:cubicBezTo>
                  <a:cubicBezTo>
                    <a:pt x="12" y="7"/>
                    <a:pt x="14" y="0"/>
                    <a:pt x="14" y="0"/>
                  </a:cubicBezTo>
                  <a:cubicBezTo>
                    <a:pt x="14" y="6"/>
                    <a:pt x="14" y="13"/>
                    <a:pt x="13" y="17"/>
                  </a:cubicBezTo>
                  <a:cubicBezTo>
                    <a:pt x="12" y="21"/>
                    <a:pt x="5" y="22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275">
              <a:extLst>
                <a:ext uri="{FF2B5EF4-FFF2-40B4-BE49-F238E27FC236}">
                  <a16:creationId xmlns:a16="http://schemas.microsoft.com/office/drawing/2014/main" id="{D9D75F24-AE44-4AD9-B81A-53389A8E0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807"/>
              <a:ext cx="15" cy="64"/>
            </a:xfrm>
            <a:custGeom>
              <a:avLst/>
              <a:gdLst>
                <a:gd name="T0" fmla="*/ 33 w 6"/>
                <a:gd name="T1" fmla="*/ 0 h 24"/>
                <a:gd name="T2" fmla="*/ 50 w 6"/>
                <a:gd name="T3" fmla="*/ 320 h 24"/>
                <a:gd name="T4" fmla="*/ 0 w 6"/>
                <a:gd name="T5" fmla="*/ 456 h 24"/>
                <a:gd name="T6" fmla="*/ 83 w 6"/>
                <a:gd name="T7" fmla="*/ 149 h 24"/>
                <a:gd name="T8" fmla="*/ 33 w 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4">
                  <a:moveTo>
                    <a:pt x="2" y="0"/>
                  </a:moveTo>
                  <a:cubicBezTo>
                    <a:pt x="3" y="7"/>
                    <a:pt x="4" y="13"/>
                    <a:pt x="3" y="17"/>
                  </a:cubicBezTo>
                  <a:cubicBezTo>
                    <a:pt x="3" y="20"/>
                    <a:pt x="0" y="24"/>
                    <a:pt x="0" y="24"/>
                  </a:cubicBezTo>
                  <a:cubicBezTo>
                    <a:pt x="6" y="18"/>
                    <a:pt x="6" y="13"/>
                    <a:pt x="5" y="8"/>
                  </a:cubicBezTo>
                  <a:cubicBezTo>
                    <a:pt x="5" y="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276">
              <a:extLst>
                <a:ext uri="{FF2B5EF4-FFF2-40B4-BE49-F238E27FC236}">
                  <a16:creationId xmlns:a16="http://schemas.microsoft.com/office/drawing/2014/main" id="{2CEABE65-7285-4476-B51C-4A46F2D4D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793"/>
              <a:ext cx="25" cy="43"/>
            </a:xfrm>
            <a:custGeom>
              <a:avLst/>
              <a:gdLst>
                <a:gd name="T0" fmla="*/ 0 w 10"/>
                <a:gd name="T1" fmla="*/ 0 h 16"/>
                <a:gd name="T2" fmla="*/ 113 w 10"/>
                <a:gd name="T3" fmla="*/ 196 h 16"/>
                <a:gd name="T4" fmla="*/ 158 w 10"/>
                <a:gd name="T5" fmla="*/ 312 h 16"/>
                <a:gd name="T6" fmla="*/ 95 w 10"/>
                <a:gd name="T7" fmla="*/ 116 h 16"/>
                <a:gd name="T8" fmla="*/ 0 w 1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  <a:cubicBezTo>
                    <a:pt x="9" y="13"/>
                    <a:pt x="10" y="16"/>
                    <a:pt x="10" y="16"/>
                  </a:cubicBezTo>
                  <a:cubicBezTo>
                    <a:pt x="9" y="9"/>
                    <a:pt x="9" y="9"/>
                    <a:pt x="6" y="6"/>
                  </a:cubicBezTo>
                  <a:cubicBezTo>
                    <a:pt x="4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277">
              <a:extLst>
                <a:ext uri="{FF2B5EF4-FFF2-40B4-BE49-F238E27FC236}">
                  <a16:creationId xmlns:a16="http://schemas.microsoft.com/office/drawing/2014/main" id="{2AB7FDDC-4FE1-4A1D-AC42-EA2C78CD5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561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0 w 6"/>
                <a:gd name="T3" fmla="*/ 285 h 15"/>
                <a:gd name="T4" fmla="*/ 95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4" y="4"/>
                    <a:pt x="4" y="13"/>
                    <a:pt x="0" y="15"/>
                  </a:cubicBezTo>
                  <a:cubicBezTo>
                    <a:pt x="6" y="13"/>
                    <a:pt x="6" y="7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278">
              <a:extLst>
                <a:ext uri="{FF2B5EF4-FFF2-40B4-BE49-F238E27FC236}">
                  <a16:creationId xmlns:a16="http://schemas.microsoft.com/office/drawing/2014/main" id="{6443931F-D87F-45B0-BD20-EA99E5606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828"/>
              <a:ext cx="50" cy="13"/>
            </a:xfrm>
            <a:custGeom>
              <a:avLst/>
              <a:gdLst>
                <a:gd name="T0" fmla="*/ 313 w 20"/>
                <a:gd name="T1" fmla="*/ 55 h 5"/>
                <a:gd name="T2" fmla="*/ 0 w 20"/>
                <a:gd name="T3" fmla="*/ 0 h 5"/>
                <a:gd name="T4" fmla="*/ 313 w 20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">
                  <a:moveTo>
                    <a:pt x="20" y="3"/>
                  </a:moveTo>
                  <a:cubicBezTo>
                    <a:pt x="13" y="5"/>
                    <a:pt x="5" y="5"/>
                    <a:pt x="0" y="0"/>
                  </a:cubicBezTo>
                  <a:cubicBezTo>
                    <a:pt x="8" y="2"/>
                    <a:pt x="14" y="5"/>
                    <a:pt x="2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279">
              <a:extLst>
                <a:ext uri="{FF2B5EF4-FFF2-40B4-BE49-F238E27FC236}">
                  <a16:creationId xmlns:a16="http://schemas.microsoft.com/office/drawing/2014/main" id="{3A5DCBFD-30D6-4367-B772-A3FC7DD0A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444"/>
              <a:ext cx="35" cy="40"/>
            </a:xfrm>
            <a:custGeom>
              <a:avLst/>
              <a:gdLst>
                <a:gd name="T0" fmla="*/ 0 w 14"/>
                <a:gd name="T1" fmla="*/ 285 h 15"/>
                <a:gd name="T2" fmla="*/ 220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3" y="9"/>
                    <a:pt x="11" y="2"/>
                    <a:pt x="14" y="0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280">
              <a:extLst>
                <a:ext uri="{FF2B5EF4-FFF2-40B4-BE49-F238E27FC236}">
                  <a16:creationId xmlns:a16="http://schemas.microsoft.com/office/drawing/2014/main" id="{BBEDEC07-E36F-49AD-B106-9C20B219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476"/>
              <a:ext cx="35" cy="13"/>
            </a:xfrm>
            <a:custGeom>
              <a:avLst/>
              <a:gdLst>
                <a:gd name="T0" fmla="*/ 0 w 14"/>
                <a:gd name="T1" fmla="*/ 68 h 5"/>
                <a:gd name="T2" fmla="*/ 158 w 14"/>
                <a:gd name="T3" fmla="*/ 34 h 5"/>
                <a:gd name="T4" fmla="*/ 220 w 1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4"/>
                  </a:moveTo>
                  <a:cubicBezTo>
                    <a:pt x="3" y="5"/>
                    <a:pt x="7" y="4"/>
                    <a:pt x="10" y="2"/>
                  </a:cubicBezTo>
                  <a:cubicBezTo>
                    <a:pt x="11" y="2"/>
                    <a:pt x="14" y="1"/>
                    <a:pt x="14" y="0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281">
              <a:extLst>
                <a:ext uri="{FF2B5EF4-FFF2-40B4-BE49-F238E27FC236}">
                  <a16:creationId xmlns:a16="http://schemas.microsoft.com/office/drawing/2014/main" id="{205D6D8F-AEA0-4F02-8446-07FCB770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535"/>
              <a:ext cx="23" cy="24"/>
            </a:xfrm>
            <a:custGeom>
              <a:avLst/>
              <a:gdLst>
                <a:gd name="T0" fmla="*/ 0 w 9"/>
                <a:gd name="T1" fmla="*/ 171 h 9"/>
                <a:gd name="T2" fmla="*/ 151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6"/>
                    <a:pt x="5" y="1"/>
                    <a:pt x="9" y="0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282">
              <a:extLst>
                <a:ext uri="{FF2B5EF4-FFF2-40B4-BE49-F238E27FC236}">
                  <a16:creationId xmlns:a16="http://schemas.microsoft.com/office/drawing/2014/main" id="{C614DA93-109C-48C5-B9FC-0ACB9D19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543"/>
              <a:ext cx="37" cy="26"/>
            </a:xfrm>
            <a:custGeom>
              <a:avLst/>
              <a:gdLst>
                <a:gd name="T0" fmla="*/ 0 w 15"/>
                <a:gd name="T1" fmla="*/ 177 h 10"/>
                <a:gd name="T2" fmla="*/ 74 w 15"/>
                <a:gd name="T3" fmla="*/ 109 h 10"/>
                <a:gd name="T4" fmla="*/ 165 w 15"/>
                <a:gd name="T5" fmla="*/ 34 h 10"/>
                <a:gd name="T6" fmla="*/ 224 w 15"/>
                <a:gd name="T7" fmla="*/ 68 h 10"/>
                <a:gd name="T8" fmla="*/ 165 w 15"/>
                <a:gd name="T9" fmla="*/ 5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9"/>
                    <a:pt x="3" y="7"/>
                    <a:pt x="5" y="6"/>
                  </a:cubicBezTo>
                  <a:cubicBezTo>
                    <a:pt x="7" y="5"/>
                    <a:pt x="9" y="3"/>
                    <a:pt x="11" y="2"/>
                  </a:cubicBezTo>
                  <a:cubicBezTo>
                    <a:pt x="14" y="0"/>
                    <a:pt x="14" y="1"/>
                    <a:pt x="15" y="4"/>
                  </a:cubicBezTo>
                  <a:cubicBezTo>
                    <a:pt x="14" y="2"/>
                    <a:pt x="12" y="3"/>
                    <a:pt x="11" y="3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283">
              <a:extLst>
                <a:ext uri="{FF2B5EF4-FFF2-40B4-BE49-F238E27FC236}">
                  <a16:creationId xmlns:a16="http://schemas.microsoft.com/office/drawing/2014/main" id="{99EC1C64-B16E-4A98-8BED-837F7A23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572"/>
              <a:ext cx="10" cy="16"/>
            </a:xfrm>
            <a:custGeom>
              <a:avLst/>
              <a:gdLst>
                <a:gd name="T0" fmla="*/ 33 w 4"/>
                <a:gd name="T1" fmla="*/ 21 h 6"/>
                <a:gd name="T2" fmla="*/ 0 w 4"/>
                <a:gd name="T3" fmla="*/ 35 h 6"/>
                <a:gd name="T4" fmla="*/ 63 w 4"/>
                <a:gd name="T5" fmla="*/ 115 h 6"/>
                <a:gd name="T6" fmla="*/ 50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2" y="3"/>
                    <a:pt x="3" y="5"/>
                    <a:pt x="4" y="6"/>
                  </a:cubicBezTo>
                  <a:cubicBezTo>
                    <a:pt x="3" y="5"/>
                    <a:pt x="1" y="1"/>
                    <a:pt x="3" y="0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284">
              <a:extLst>
                <a:ext uri="{FF2B5EF4-FFF2-40B4-BE49-F238E27FC236}">
                  <a16:creationId xmlns:a16="http://schemas.microsoft.com/office/drawing/2014/main" id="{2F091DC0-AD0F-4E83-9BE0-E2320CE01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681"/>
              <a:ext cx="5" cy="38"/>
            </a:xfrm>
            <a:custGeom>
              <a:avLst/>
              <a:gdLst>
                <a:gd name="T0" fmla="*/ 33 w 2"/>
                <a:gd name="T1" fmla="*/ 0 h 14"/>
                <a:gd name="T2" fmla="*/ 0 w 2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1" y="4"/>
                    <a:pt x="0" y="9"/>
                    <a:pt x="0" y="14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285">
              <a:extLst>
                <a:ext uri="{FF2B5EF4-FFF2-40B4-BE49-F238E27FC236}">
                  <a16:creationId xmlns:a16="http://schemas.microsoft.com/office/drawing/2014/main" id="{2A084745-38AE-4AC0-A90B-356241C63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679"/>
              <a:ext cx="13" cy="10"/>
            </a:xfrm>
            <a:custGeom>
              <a:avLst/>
              <a:gdLst>
                <a:gd name="T0" fmla="*/ 0 w 5"/>
                <a:gd name="T1" fmla="*/ 63 h 4"/>
                <a:gd name="T2" fmla="*/ 34 w 5"/>
                <a:gd name="T3" fmla="*/ 0 h 4"/>
                <a:gd name="T4" fmla="*/ 88 w 5"/>
                <a:gd name="T5" fmla="*/ 33 h 4"/>
                <a:gd name="T6" fmla="*/ 0 w 5"/>
                <a:gd name="T7" fmla="*/ 5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3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3" y="1"/>
                    <a:pt x="1" y="2"/>
                    <a:pt x="0" y="3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286">
              <a:extLst>
                <a:ext uri="{FF2B5EF4-FFF2-40B4-BE49-F238E27FC236}">
                  <a16:creationId xmlns:a16="http://schemas.microsoft.com/office/drawing/2014/main" id="{1D98C0BB-3672-4E31-A239-580380BFC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679"/>
              <a:ext cx="10" cy="26"/>
            </a:xfrm>
            <a:custGeom>
              <a:avLst/>
              <a:gdLst>
                <a:gd name="T0" fmla="*/ 0 w 4"/>
                <a:gd name="T1" fmla="*/ 0 h 10"/>
                <a:gd name="T2" fmla="*/ 50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4" y="7"/>
                    <a:pt x="3" y="10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287">
              <a:extLst>
                <a:ext uri="{FF2B5EF4-FFF2-40B4-BE49-F238E27FC236}">
                  <a16:creationId xmlns:a16="http://schemas.microsoft.com/office/drawing/2014/main" id="{D47B9CB4-1859-4653-AD4B-598DC942C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687"/>
              <a:ext cx="18" cy="26"/>
            </a:xfrm>
            <a:custGeom>
              <a:avLst/>
              <a:gdLst>
                <a:gd name="T0" fmla="*/ 0 w 7"/>
                <a:gd name="T1" fmla="*/ 177 h 10"/>
                <a:gd name="T2" fmla="*/ 54 w 7"/>
                <a:gd name="T3" fmla="*/ 34 h 10"/>
                <a:gd name="T4" fmla="*/ 118 w 7"/>
                <a:gd name="T5" fmla="*/ 88 h 10"/>
                <a:gd name="T6" fmla="*/ 33 w 7"/>
                <a:gd name="T7" fmla="*/ 10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8"/>
                    <a:pt x="2" y="4"/>
                    <a:pt x="3" y="2"/>
                  </a:cubicBezTo>
                  <a:cubicBezTo>
                    <a:pt x="5" y="0"/>
                    <a:pt x="7" y="3"/>
                    <a:pt x="7" y="5"/>
                  </a:cubicBezTo>
                  <a:cubicBezTo>
                    <a:pt x="5" y="3"/>
                    <a:pt x="4" y="4"/>
                    <a:pt x="2" y="6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288">
              <a:extLst>
                <a:ext uri="{FF2B5EF4-FFF2-40B4-BE49-F238E27FC236}">
                  <a16:creationId xmlns:a16="http://schemas.microsoft.com/office/drawing/2014/main" id="{4E492E2C-9152-4AEC-8E54-676568FC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665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62 h 5"/>
                <a:gd name="T4" fmla="*/ 20 w 4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0"/>
                    <a:pt x="4" y="3"/>
                  </a:cubicBezTo>
                  <a:cubicBezTo>
                    <a:pt x="3" y="3"/>
                    <a:pt x="2" y="3"/>
                    <a:pt x="1" y="4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289">
              <a:extLst>
                <a:ext uri="{FF2B5EF4-FFF2-40B4-BE49-F238E27FC236}">
                  <a16:creationId xmlns:a16="http://schemas.microsoft.com/office/drawing/2014/main" id="{0D2730DC-8ADD-494C-A398-577164AD3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583"/>
              <a:ext cx="12" cy="26"/>
            </a:xfrm>
            <a:custGeom>
              <a:avLst/>
              <a:gdLst>
                <a:gd name="T0" fmla="*/ 41 w 5"/>
                <a:gd name="T1" fmla="*/ 0 h 10"/>
                <a:gd name="T2" fmla="*/ 0 w 5"/>
                <a:gd name="T3" fmla="*/ 88 h 10"/>
                <a:gd name="T4" fmla="*/ 70 w 5"/>
                <a:gd name="T5" fmla="*/ 177 h 10"/>
                <a:gd name="T6" fmla="*/ 41 w 5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2"/>
                    <a:pt x="0" y="4"/>
                    <a:pt x="0" y="5"/>
                  </a:cubicBezTo>
                  <a:cubicBezTo>
                    <a:pt x="0" y="7"/>
                    <a:pt x="4" y="9"/>
                    <a:pt x="5" y="10"/>
                  </a:cubicBezTo>
                  <a:cubicBezTo>
                    <a:pt x="2" y="8"/>
                    <a:pt x="3" y="4"/>
                    <a:pt x="3" y="1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290">
              <a:extLst>
                <a:ext uri="{FF2B5EF4-FFF2-40B4-BE49-F238E27FC236}">
                  <a16:creationId xmlns:a16="http://schemas.microsoft.com/office/drawing/2014/main" id="{06686FCC-A409-4988-B1A2-F4B9203C7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85"/>
              <a:ext cx="25" cy="11"/>
            </a:xfrm>
            <a:custGeom>
              <a:avLst/>
              <a:gdLst>
                <a:gd name="T0" fmla="*/ 0 w 10"/>
                <a:gd name="T1" fmla="*/ 61 h 4"/>
                <a:gd name="T2" fmla="*/ 1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2" y="4"/>
                    <a:pt x="8" y="2"/>
                    <a:pt x="10" y="0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291">
              <a:extLst>
                <a:ext uri="{FF2B5EF4-FFF2-40B4-BE49-F238E27FC236}">
                  <a16:creationId xmlns:a16="http://schemas.microsoft.com/office/drawing/2014/main" id="{657AC245-D06E-40DD-ADF2-4A48876AD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505"/>
              <a:ext cx="37" cy="8"/>
            </a:xfrm>
            <a:custGeom>
              <a:avLst/>
              <a:gdLst>
                <a:gd name="T0" fmla="*/ 0 w 15"/>
                <a:gd name="T1" fmla="*/ 56 h 3"/>
                <a:gd name="T2" fmla="*/ 224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7" y="3"/>
                    <a:pt x="13" y="2"/>
                    <a:pt x="15" y="0"/>
                  </a:cubicBezTo>
                </a:path>
              </a:pathLst>
            </a:custGeom>
            <a:solidFill>
              <a:srgbClr val="C1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292">
              <a:extLst>
                <a:ext uri="{FF2B5EF4-FFF2-40B4-BE49-F238E27FC236}">
                  <a16:creationId xmlns:a16="http://schemas.microsoft.com/office/drawing/2014/main" id="{7804411F-2422-4EA9-B39C-DCD045AC0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495"/>
              <a:ext cx="32" cy="16"/>
            </a:xfrm>
            <a:custGeom>
              <a:avLst/>
              <a:gdLst>
                <a:gd name="T0" fmla="*/ 30 w 13"/>
                <a:gd name="T1" fmla="*/ 0 h 6"/>
                <a:gd name="T2" fmla="*/ 0 w 13"/>
                <a:gd name="T3" fmla="*/ 56 h 6"/>
                <a:gd name="T4" fmla="*/ 30 w 13"/>
                <a:gd name="T5" fmla="*/ 115 h 6"/>
                <a:gd name="T6" fmla="*/ 194 w 13"/>
                <a:gd name="T7" fmla="*/ 35 h 6"/>
                <a:gd name="T8" fmla="*/ 30 w 13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5" y="5"/>
                    <a:pt x="10" y="5"/>
                    <a:pt x="13" y="2"/>
                  </a:cubicBezTo>
                  <a:cubicBezTo>
                    <a:pt x="10" y="3"/>
                    <a:pt x="4" y="5"/>
                    <a:pt x="2" y="1"/>
                  </a:cubicBezTo>
                </a:path>
              </a:pathLst>
            </a:custGeom>
            <a:solidFill>
              <a:srgbClr val="008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293">
              <a:extLst>
                <a:ext uri="{FF2B5EF4-FFF2-40B4-BE49-F238E27FC236}">
                  <a16:creationId xmlns:a16="http://schemas.microsoft.com/office/drawing/2014/main" id="{9BC78A41-2ADB-4DB6-95B0-E3C21E84B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513"/>
              <a:ext cx="22" cy="16"/>
            </a:xfrm>
            <a:custGeom>
              <a:avLst/>
              <a:gdLst>
                <a:gd name="T0" fmla="*/ 12 w 9"/>
                <a:gd name="T1" fmla="*/ 35 h 6"/>
                <a:gd name="T2" fmla="*/ 29 w 9"/>
                <a:gd name="T3" fmla="*/ 115 h 6"/>
                <a:gd name="T4" fmla="*/ 132 w 9"/>
                <a:gd name="T5" fmla="*/ 77 h 6"/>
                <a:gd name="T6" fmla="*/ 71 w 9"/>
                <a:gd name="T7" fmla="*/ 56 h 6"/>
                <a:gd name="T8" fmla="*/ 71 w 9"/>
                <a:gd name="T9" fmla="*/ 0 h 6"/>
                <a:gd name="T10" fmla="*/ 0 w 9"/>
                <a:gd name="T11" fmla="*/ 3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1" y="2"/>
                  </a:moveTo>
                  <a:cubicBezTo>
                    <a:pt x="1" y="3"/>
                    <a:pt x="1" y="5"/>
                    <a:pt x="2" y="6"/>
                  </a:cubicBezTo>
                  <a:cubicBezTo>
                    <a:pt x="4" y="5"/>
                    <a:pt x="7" y="4"/>
                    <a:pt x="9" y="4"/>
                  </a:cubicBezTo>
                  <a:cubicBezTo>
                    <a:pt x="8" y="4"/>
                    <a:pt x="6" y="4"/>
                    <a:pt x="5" y="3"/>
                  </a:cubicBezTo>
                  <a:cubicBezTo>
                    <a:pt x="4" y="3"/>
                    <a:pt x="5" y="2"/>
                    <a:pt x="5" y="0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solidFill>
              <a:srgbClr val="008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294">
              <a:extLst>
                <a:ext uri="{FF2B5EF4-FFF2-40B4-BE49-F238E27FC236}">
                  <a16:creationId xmlns:a16="http://schemas.microsoft.com/office/drawing/2014/main" id="{B958BB14-D242-4589-BECD-049EA389F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553"/>
              <a:ext cx="12" cy="16"/>
            </a:xfrm>
            <a:custGeom>
              <a:avLst/>
              <a:gdLst>
                <a:gd name="T0" fmla="*/ 0 w 5"/>
                <a:gd name="T1" fmla="*/ 77 h 6"/>
                <a:gd name="T2" fmla="*/ 41 w 5"/>
                <a:gd name="T3" fmla="*/ 115 h 6"/>
                <a:gd name="T4" fmla="*/ 41 w 5"/>
                <a:gd name="T5" fmla="*/ 93 h 6"/>
                <a:gd name="T6" fmla="*/ 70 w 5"/>
                <a:gd name="T7" fmla="*/ 0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1" y="5"/>
                    <a:pt x="2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4" y="3"/>
                    <a:pt x="5" y="2"/>
                    <a:pt x="5" y="0"/>
                  </a:cubicBezTo>
                  <a:cubicBezTo>
                    <a:pt x="4" y="2"/>
                    <a:pt x="2" y="5"/>
                    <a:pt x="0" y="3"/>
                  </a:cubicBezTo>
                </a:path>
              </a:pathLst>
            </a:custGeom>
            <a:solidFill>
              <a:srgbClr val="008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295">
              <a:extLst>
                <a:ext uri="{FF2B5EF4-FFF2-40B4-BE49-F238E27FC236}">
                  <a16:creationId xmlns:a16="http://schemas.microsoft.com/office/drawing/2014/main" id="{09E22B86-D556-4C01-A232-776E03069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575"/>
              <a:ext cx="25" cy="10"/>
            </a:xfrm>
            <a:custGeom>
              <a:avLst/>
              <a:gdLst>
                <a:gd name="T0" fmla="*/ 0 w 10"/>
                <a:gd name="T1" fmla="*/ 20 h 4"/>
                <a:gd name="T2" fmla="*/ 33 w 10"/>
                <a:gd name="T3" fmla="*/ 63 h 4"/>
                <a:gd name="T4" fmla="*/ 158 w 10"/>
                <a:gd name="T5" fmla="*/ 0 h 4"/>
                <a:gd name="T6" fmla="*/ 83 w 10"/>
                <a:gd name="T7" fmla="*/ 20 h 4"/>
                <a:gd name="T8" fmla="*/ 0 w 10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3"/>
                    <a:pt x="2" y="3"/>
                    <a:pt x="2" y="4"/>
                  </a:cubicBezTo>
                  <a:cubicBezTo>
                    <a:pt x="5" y="3"/>
                    <a:pt x="8" y="2"/>
                    <a:pt x="10" y="0"/>
                  </a:cubicBezTo>
                  <a:cubicBezTo>
                    <a:pt x="9" y="1"/>
                    <a:pt x="7" y="1"/>
                    <a:pt x="5" y="1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008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296">
              <a:extLst>
                <a:ext uri="{FF2B5EF4-FFF2-40B4-BE49-F238E27FC236}">
                  <a16:creationId xmlns:a16="http://schemas.microsoft.com/office/drawing/2014/main" id="{5503D8A4-188E-41A3-9A83-51F0C093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70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35 w 3"/>
                <a:gd name="T3" fmla="*/ 123 h 8"/>
                <a:gd name="T4" fmla="*/ 56 w 3"/>
                <a:gd name="T5" fmla="*/ 55 h 8"/>
                <a:gd name="T6" fmla="*/ 56 w 3"/>
                <a:gd name="T7" fmla="*/ 0 h 8"/>
                <a:gd name="T8" fmla="*/ 35 w 3"/>
                <a:gd name="T9" fmla="*/ 55 h 8"/>
                <a:gd name="T10" fmla="*/ 0 w 3"/>
                <a:gd name="T11" fmla="*/ 1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1" y="8"/>
                    <a:pt x="2" y="8"/>
                    <a:pt x="2" y="7"/>
                  </a:cubicBezTo>
                  <a:cubicBezTo>
                    <a:pt x="2" y="6"/>
                    <a:pt x="3" y="4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5"/>
                    <a:pt x="0" y="6"/>
                    <a:pt x="0" y="7"/>
                  </a:cubicBezTo>
                </a:path>
              </a:pathLst>
            </a:custGeom>
            <a:solidFill>
              <a:srgbClr val="008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297">
              <a:extLst>
                <a:ext uri="{FF2B5EF4-FFF2-40B4-BE49-F238E27FC236}">
                  <a16:creationId xmlns:a16="http://schemas.microsoft.com/office/drawing/2014/main" id="{8C9C5BF0-D96F-4013-9A96-C0A829BC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708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50 w 6"/>
                <a:gd name="T3" fmla="*/ 83 h 4"/>
                <a:gd name="T4" fmla="*/ 95 w 6"/>
                <a:gd name="T5" fmla="*/ 0 h 4"/>
                <a:gd name="T6" fmla="*/ 0 w 6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solidFill>
              <a:srgbClr val="008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298">
              <a:extLst>
                <a:ext uri="{FF2B5EF4-FFF2-40B4-BE49-F238E27FC236}">
                  <a16:creationId xmlns:a16="http://schemas.microsoft.com/office/drawing/2014/main" id="{06FE312D-0C9A-46C2-857A-1955F1C0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604"/>
              <a:ext cx="17" cy="19"/>
            </a:xfrm>
            <a:custGeom>
              <a:avLst/>
              <a:gdLst>
                <a:gd name="T0" fmla="*/ 0 w 7"/>
                <a:gd name="T1" fmla="*/ 103 h 7"/>
                <a:gd name="T2" fmla="*/ 58 w 7"/>
                <a:gd name="T3" fmla="*/ 141 h 7"/>
                <a:gd name="T4" fmla="*/ 100 w 7"/>
                <a:gd name="T5" fmla="*/ 103 h 7"/>
                <a:gd name="T6" fmla="*/ 41 w 7"/>
                <a:gd name="T7" fmla="*/ 0 h 7"/>
                <a:gd name="T8" fmla="*/ 41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5"/>
                    <a:pt x="2" y="7"/>
                    <a:pt x="4" y="7"/>
                  </a:cubicBezTo>
                  <a:cubicBezTo>
                    <a:pt x="5" y="7"/>
                    <a:pt x="6" y="5"/>
                    <a:pt x="7" y="5"/>
                  </a:cubicBezTo>
                  <a:cubicBezTo>
                    <a:pt x="6" y="3"/>
                    <a:pt x="5" y="1"/>
                    <a:pt x="3" y="0"/>
                  </a:cubicBezTo>
                  <a:cubicBezTo>
                    <a:pt x="4" y="2"/>
                    <a:pt x="3" y="3"/>
                    <a:pt x="3" y="5"/>
                  </a:cubicBezTo>
                </a:path>
              </a:pathLst>
            </a:custGeom>
            <a:solidFill>
              <a:srgbClr val="008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299">
              <a:extLst>
                <a:ext uri="{FF2B5EF4-FFF2-40B4-BE49-F238E27FC236}">
                  <a16:creationId xmlns:a16="http://schemas.microsoft.com/office/drawing/2014/main" id="{28C7C344-6AE8-4A0A-83BC-81D9B1EB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601"/>
              <a:ext cx="7" cy="14"/>
            </a:xfrm>
            <a:custGeom>
              <a:avLst/>
              <a:gdLst>
                <a:gd name="T0" fmla="*/ 0 w 3"/>
                <a:gd name="T1" fmla="*/ 109 h 5"/>
                <a:gd name="T2" fmla="*/ 28 w 3"/>
                <a:gd name="T3" fmla="*/ 87 h 5"/>
                <a:gd name="T4" fmla="*/ 37 w 3"/>
                <a:gd name="T5" fmla="*/ 0 h 5"/>
                <a:gd name="T6" fmla="*/ 0 w 3"/>
                <a:gd name="T7" fmla="*/ 8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5"/>
                    <a:pt x="2" y="4"/>
                    <a:pt x="2" y="4"/>
                  </a:cubicBezTo>
                  <a:cubicBezTo>
                    <a:pt x="2" y="3"/>
                    <a:pt x="2" y="2"/>
                    <a:pt x="3" y="0"/>
                  </a:cubicBez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solidFill>
              <a:srgbClr val="008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Freeform 300">
              <a:extLst>
                <a:ext uri="{FF2B5EF4-FFF2-40B4-BE49-F238E27FC236}">
                  <a16:creationId xmlns:a16="http://schemas.microsoft.com/office/drawing/2014/main" id="{A3C15445-89F9-4764-8536-F5C932454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540"/>
              <a:ext cx="433" cy="211"/>
            </a:xfrm>
            <a:custGeom>
              <a:avLst/>
              <a:gdLst>
                <a:gd name="T0" fmla="*/ 1692 w 173"/>
                <a:gd name="T1" fmla="*/ 136 h 79"/>
                <a:gd name="T2" fmla="*/ 1284 w 173"/>
                <a:gd name="T3" fmla="*/ 956 h 79"/>
                <a:gd name="T4" fmla="*/ 833 w 173"/>
                <a:gd name="T5" fmla="*/ 1106 h 79"/>
                <a:gd name="T6" fmla="*/ 408 w 173"/>
                <a:gd name="T7" fmla="*/ 1106 h 79"/>
                <a:gd name="T8" fmla="*/ 0 w 173"/>
                <a:gd name="T9" fmla="*/ 1183 h 79"/>
                <a:gd name="T10" fmla="*/ 438 w 173"/>
                <a:gd name="T11" fmla="*/ 1183 h 79"/>
                <a:gd name="T12" fmla="*/ 1129 w 173"/>
                <a:gd name="T13" fmla="*/ 1183 h 79"/>
                <a:gd name="T14" fmla="*/ 1492 w 173"/>
                <a:gd name="T15" fmla="*/ 1199 h 79"/>
                <a:gd name="T16" fmla="*/ 2338 w 173"/>
                <a:gd name="T17" fmla="*/ 1242 h 79"/>
                <a:gd name="T18" fmla="*/ 2338 w 173"/>
                <a:gd name="T19" fmla="*/ 171 h 79"/>
                <a:gd name="T20" fmla="*/ 1692 w 173"/>
                <a:gd name="T21" fmla="*/ 136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79">
                  <a:moveTo>
                    <a:pt x="108" y="7"/>
                  </a:moveTo>
                  <a:cubicBezTo>
                    <a:pt x="83" y="18"/>
                    <a:pt x="90" y="44"/>
                    <a:pt x="82" y="50"/>
                  </a:cubicBezTo>
                  <a:cubicBezTo>
                    <a:pt x="74" y="56"/>
                    <a:pt x="67" y="56"/>
                    <a:pt x="53" y="58"/>
                  </a:cubicBezTo>
                  <a:cubicBezTo>
                    <a:pt x="39" y="60"/>
                    <a:pt x="33" y="57"/>
                    <a:pt x="26" y="58"/>
                  </a:cubicBezTo>
                  <a:cubicBezTo>
                    <a:pt x="19" y="58"/>
                    <a:pt x="10" y="55"/>
                    <a:pt x="0" y="62"/>
                  </a:cubicBezTo>
                  <a:cubicBezTo>
                    <a:pt x="5" y="60"/>
                    <a:pt x="15" y="59"/>
                    <a:pt x="28" y="62"/>
                  </a:cubicBezTo>
                  <a:cubicBezTo>
                    <a:pt x="40" y="64"/>
                    <a:pt x="59" y="65"/>
                    <a:pt x="72" y="62"/>
                  </a:cubicBezTo>
                  <a:cubicBezTo>
                    <a:pt x="86" y="58"/>
                    <a:pt x="86" y="58"/>
                    <a:pt x="95" y="63"/>
                  </a:cubicBezTo>
                  <a:cubicBezTo>
                    <a:pt x="104" y="68"/>
                    <a:pt x="124" y="79"/>
                    <a:pt x="149" y="65"/>
                  </a:cubicBezTo>
                  <a:cubicBezTo>
                    <a:pt x="173" y="51"/>
                    <a:pt x="163" y="16"/>
                    <a:pt x="149" y="9"/>
                  </a:cubicBezTo>
                  <a:cubicBezTo>
                    <a:pt x="138" y="1"/>
                    <a:pt x="124" y="0"/>
                    <a:pt x="108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Freeform 301">
              <a:extLst>
                <a:ext uri="{FF2B5EF4-FFF2-40B4-BE49-F238E27FC236}">
                  <a16:creationId xmlns:a16="http://schemas.microsoft.com/office/drawing/2014/main" id="{6896A7A8-C77F-44E1-9497-E7BF7D47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612"/>
              <a:ext cx="195" cy="240"/>
            </a:xfrm>
            <a:custGeom>
              <a:avLst/>
              <a:gdLst>
                <a:gd name="T0" fmla="*/ 220 w 78"/>
                <a:gd name="T1" fmla="*/ 115 h 90"/>
                <a:gd name="T2" fmla="*/ 208 w 78"/>
                <a:gd name="T3" fmla="*/ 1059 h 90"/>
                <a:gd name="T4" fmla="*/ 800 w 78"/>
                <a:gd name="T5" fmla="*/ 1672 h 90"/>
                <a:gd name="T6" fmla="*/ 1188 w 78"/>
                <a:gd name="T7" fmla="*/ 1160 h 90"/>
                <a:gd name="T8" fmla="*/ 688 w 78"/>
                <a:gd name="T9" fmla="*/ 171 h 90"/>
                <a:gd name="T10" fmla="*/ 220 w 78"/>
                <a:gd name="T11" fmla="*/ 11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90">
                  <a:moveTo>
                    <a:pt x="14" y="6"/>
                  </a:moveTo>
                  <a:cubicBezTo>
                    <a:pt x="2" y="13"/>
                    <a:pt x="0" y="35"/>
                    <a:pt x="13" y="56"/>
                  </a:cubicBezTo>
                  <a:cubicBezTo>
                    <a:pt x="26" y="78"/>
                    <a:pt x="36" y="90"/>
                    <a:pt x="51" y="88"/>
                  </a:cubicBezTo>
                  <a:cubicBezTo>
                    <a:pt x="67" y="86"/>
                    <a:pt x="78" y="79"/>
                    <a:pt x="76" y="61"/>
                  </a:cubicBezTo>
                  <a:cubicBezTo>
                    <a:pt x="74" y="42"/>
                    <a:pt x="57" y="18"/>
                    <a:pt x="44" y="9"/>
                  </a:cubicBezTo>
                  <a:cubicBezTo>
                    <a:pt x="31" y="0"/>
                    <a:pt x="23" y="1"/>
                    <a:pt x="14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302">
              <a:extLst>
                <a:ext uri="{FF2B5EF4-FFF2-40B4-BE49-F238E27FC236}">
                  <a16:creationId xmlns:a16="http://schemas.microsoft.com/office/drawing/2014/main" id="{1C575967-3D07-4094-B890-1835049F3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716"/>
              <a:ext cx="127" cy="259"/>
            </a:xfrm>
            <a:custGeom>
              <a:avLst/>
              <a:gdLst>
                <a:gd name="T0" fmla="*/ 508 w 51"/>
                <a:gd name="T1" fmla="*/ 56 h 97"/>
                <a:gd name="T2" fmla="*/ 371 w 51"/>
                <a:gd name="T3" fmla="*/ 35 h 97"/>
                <a:gd name="T4" fmla="*/ 217 w 51"/>
                <a:gd name="T5" fmla="*/ 150 h 97"/>
                <a:gd name="T6" fmla="*/ 30 w 51"/>
                <a:gd name="T7" fmla="*/ 721 h 97"/>
                <a:gd name="T8" fmla="*/ 125 w 51"/>
                <a:gd name="T9" fmla="*/ 1583 h 97"/>
                <a:gd name="T10" fmla="*/ 682 w 51"/>
                <a:gd name="T11" fmla="*/ 1583 h 97"/>
                <a:gd name="T12" fmla="*/ 662 w 51"/>
                <a:gd name="T13" fmla="*/ 721 h 97"/>
                <a:gd name="T14" fmla="*/ 558 w 51"/>
                <a:gd name="T15" fmla="*/ 192 h 97"/>
                <a:gd name="T16" fmla="*/ 508 w 51"/>
                <a:gd name="T17" fmla="*/ 56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97">
                  <a:moveTo>
                    <a:pt x="33" y="3"/>
                  </a:moveTo>
                  <a:cubicBezTo>
                    <a:pt x="32" y="1"/>
                    <a:pt x="26" y="0"/>
                    <a:pt x="24" y="2"/>
                  </a:cubicBezTo>
                  <a:cubicBezTo>
                    <a:pt x="22" y="5"/>
                    <a:pt x="18" y="6"/>
                    <a:pt x="14" y="8"/>
                  </a:cubicBezTo>
                  <a:cubicBezTo>
                    <a:pt x="5" y="13"/>
                    <a:pt x="3" y="26"/>
                    <a:pt x="2" y="38"/>
                  </a:cubicBezTo>
                  <a:cubicBezTo>
                    <a:pt x="1" y="53"/>
                    <a:pt x="0" y="69"/>
                    <a:pt x="8" y="83"/>
                  </a:cubicBezTo>
                  <a:cubicBezTo>
                    <a:pt x="17" y="96"/>
                    <a:pt x="36" y="97"/>
                    <a:pt x="44" y="83"/>
                  </a:cubicBezTo>
                  <a:cubicBezTo>
                    <a:pt x="51" y="68"/>
                    <a:pt x="44" y="57"/>
                    <a:pt x="43" y="38"/>
                  </a:cubicBezTo>
                  <a:cubicBezTo>
                    <a:pt x="42" y="26"/>
                    <a:pt x="42" y="15"/>
                    <a:pt x="36" y="10"/>
                  </a:cubicBezTo>
                  <a:cubicBezTo>
                    <a:pt x="33" y="8"/>
                    <a:pt x="33" y="4"/>
                    <a:pt x="33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Freeform 303">
              <a:extLst>
                <a:ext uri="{FF2B5EF4-FFF2-40B4-BE49-F238E27FC236}">
                  <a16:creationId xmlns:a16="http://schemas.microsoft.com/office/drawing/2014/main" id="{8A4A2195-98E6-4841-84DB-4D71865E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692"/>
              <a:ext cx="320" cy="272"/>
            </a:xfrm>
            <a:custGeom>
              <a:avLst/>
              <a:gdLst>
                <a:gd name="T0" fmla="*/ 1783 w 128"/>
                <a:gd name="T1" fmla="*/ 149 h 102"/>
                <a:gd name="T2" fmla="*/ 1000 w 128"/>
                <a:gd name="T3" fmla="*/ 149 h 102"/>
                <a:gd name="T4" fmla="*/ 925 w 128"/>
                <a:gd name="T5" fmla="*/ 968 h 102"/>
                <a:gd name="T6" fmla="*/ 783 w 128"/>
                <a:gd name="T7" fmla="*/ 1421 h 102"/>
                <a:gd name="T8" fmla="*/ 363 w 128"/>
                <a:gd name="T9" fmla="*/ 1821 h 102"/>
                <a:gd name="T10" fmla="*/ 0 w 128"/>
                <a:gd name="T11" fmla="*/ 1856 h 102"/>
                <a:gd name="T12" fmla="*/ 488 w 128"/>
                <a:gd name="T13" fmla="*/ 1821 h 102"/>
                <a:gd name="T14" fmla="*/ 895 w 128"/>
                <a:gd name="T15" fmla="*/ 1400 h 102"/>
                <a:gd name="T16" fmla="*/ 1220 w 128"/>
                <a:gd name="T17" fmla="*/ 1173 h 102"/>
                <a:gd name="T18" fmla="*/ 1845 w 128"/>
                <a:gd name="T19" fmla="*/ 797 h 102"/>
                <a:gd name="T20" fmla="*/ 1908 w 128"/>
                <a:gd name="T21" fmla="*/ 0 h 102"/>
                <a:gd name="T22" fmla="*/ 1783 w 128"/>
                <a:gd name="T23" fmla="*/ 149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102">
                  <a:moveTo>
                    <a:pt x="114" y="8"/>
                  </a:moveTo>
                  <a:cubicBezTo>
                    <a:pt x="93" y="20"/>
                    <a:pt x="74" y="13"/>
                    <a:pt x="64" y="8"/>
                  </a:cubicBezTo>
                  <a:cubicBezTo>
                    <a:pt x="54" y="21"/>
                    <a:pt x="58" y="39"/>
                    <a:pt x="59" y="51"/>
                  </a:cubicBezTo>
                  <a:cubicBezTo>
                    <a:pt x="61" y="65"/>
                    <a:pt x="59" y="64"/>
                    <a:pt x="50" y="75"/>
                  </a:cubicBezTo>
                  <a:cubicBezTo>
                    <a:pt x="41" y="86"/>
                    <a:pt x="33" y="92"/>
                    <a:pt x="23" y="96"/>
                  </a:cubicBezTo>
                  <a:cubicBezTo>
                    <a:pt x="14" y="100"/>
                    <a:pt x="0" y="98"/>
                    <a:pt x="0" y="98"/>
                  </a:cubicBezTo>
                  <a:cubicBezTo>
                    <a:pt x="8" y="102"/>
                    <a:pt x="23" y="100"/>
                    <a:pt x="31" y="96"/>
                  </a:cubicBezTo>
                  <a:cubicBezTo>
                    <a:pt x="38" y="93"/>
                    <a:pt x="51" y="82"/>
                    <a:pt x="57" y="74"/>
                  </a:cubicBezTo>
                  <a:cubicBezTo>
                    <a:pt x="64" y="65"/>
                    <a:pt x="67" y="63"/>
                    <a:pt x="78" y="62"/>
                  </a:cubicBezTo>
                  <a:cubicBezTo>
                    <a:pt x="89" y="60"/>
                    <a:pt x="108" y="60"/>
                    <a:pt x="118" y="42"/>
                  </a:cubicBezTo>
                  <a:cubicBezTo>
                    <a:pt x="126" y="29"/>
                    <a:pt x="128" y="10"/>
                    <a:pt x="122" y="0"/>
                  </a:cubicBezTo>
                  <a:cubicBezTo>
                    <a:pt x="120" y="3"/>
                    <a:pt x="117" y="6"/>
                    <a:pt x="114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3" name="Freeform 304">
              <a:extLst>
                <a:ext uri="{FF2B5EF4-FFF2-40B4-BE49-F238E27FC236}">
                  <a16:creationId xmlns:a16="http://schemas.microsoft.com/office/drawing/2014/main" id="{9A23B2AA-07C5-4D84-9739-382EC3310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57"/>
              <a:ext cx="335" cy="222"/>
            </a:xfrm>
            <a:custGeom>
              <a:avLst/>
              <a:gdLst>
                <a:gd name="T0" fmla="*/ 863 w 134"/>
                <a:gd name="T1" fmla="*/ 1131 h 83"/>
                <a:gd name="T2" fmla="*/ 1688 w 134"/>
                <a:gd name="T3" fmla="*/ 1281 h 83"/>
                <a:gd name="T4" fmla="*/ 2020 w 134"/>
                <a:gd name="T5" fmla="*/ 730 h 83"/>
                <a:gd name="T6" fmla="*/ 2063 w 134"/>
                <a:gd name="T7" fmla="*/ 687 h 83"/>
                <a:gd name="T8" fmla="*/ 1988 w 134"/>
                <a:gd name="T9" fmla="*/ 308 h 83"/>
                <a:gd name="T10" fmla="*/ 1113 w 134"/>
                <a:gd name="T11" fmla="*/ 364 h 83"/>
                <a:gd name="T12" fmla="*/ 833 w 134"/>
                <a:gd name="T13" fmla="*/ 1030 h 83"/>
                <a:gd name="T14" fmla="*/ 0 w 134"/>
                <a:gd name="T15" fmla="*/ 1551 h 83"/>
                <a:gd name="T16" fmla="*/ 520 w 134"/>
                <a:gd name="T17" fmla="*/ 1281 h 83"/>
                <a:gd name="T18" fmla="*/ 863 w 134"/>
                <a:gd name="T19" fmla="*/ 1131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83">
                  <a:moveTo>
                    <a:pt x="55" y="59"/>
                  </a:moveTo>
                  <a:cubicBezTo>
                    <a:pt x="65" y="54"/>
                    <a:pt x="77" y="83"/>
                    <a:pt x="108" y="67"/>
                  </a:cubicBezTo>
                  <a:cubicBezTo>
                    <a:pt x="110" y="57"/>
                    <a:pt x="114" y="45"/>
                    <a:pt x="129" y="38"/>
                  </a:cubicBezTo>
                  <a:cubicBezTo>
                    <a:pt x="130" y="37"/>
                    <a:pt x="131" y="37"/>
                    <a:pt x="132" y="36"/>
                  </a:cubicBezTo>
                  <a:cubicBezTo>
                    <a:pt x="134" y="28"/>
                    <a:pt x="132" y="20"/>
                    <a:pt x="127" y="16"/>
                  </a:cubicBezTo>
                  <a:cubicBezTo>
                    <a:pt x="118" y="4"/>
                    <a:pt x="88" y="0"/>
                    <a:pt x="71" y="19"/>
                  </a:cubicBezTo>
                  <a:cubicBezTo>
                    <a:pt x="54" y="38"/>
                    <a:pt x="60" y="48"/>
                    <a:pt x="53" y="54"/>
                  </a:cubicBezTo>
                  <a:cubicBezTo>
                    <a:pt x="42" y="62"/>
                    <a:pt x="6" y="66"/>
                    <a:pt x="0" y="81"/>
                  </a:cubicBezTo>
                  <a:cubicBezTo>
                    <a:pt x="12" y="70"/>
                    <a:pt x="22" y="70"/>
                    <a:pt x="33" y="67"/>
                  </a:cubicBezTo>
                  <a:cubicBezTo>
                    <a:pt x="44" y="64"/>
                    <a:pt x="44" y="64"/>
                    <a:pt x="55" y="5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305">
              <a:extLst>
                <a:ext uri="{FF2B5EF4-FFF2-40B4-BE49-F238E27FC236}">
                  <a16:creationId xmlns:a16="http://schemas.microsoft.com/office/drawing/2014/main" id="{89EA13D2-9E2A-4F76-A7AF-FE8229C91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724"/>
              <a:ext cx="148" cy="421"/>
            </a:xfrm>
            <a:custGeom>
              <a:avLst/>
              <a:gdLst>
                <a:gd name="T0" fmla="*/ 775 w 59"/>
                <a:gd name="T1" fmla="*/ 661 h 158"/>
                <a:gd name="T2" fmla="*/ 931 w 59"/>
                <a:gd name="T3" fmla="*/ 136 h 158"/>
                <a:gd name="T4" fmla="*/ 722 w 59"/>
                <a:gd name="T5" fmla="*/ 21 h 158"/>
                <a:gd name="T6" fmla="*/ 597 w 59"/>
                <a:gd name="T7" fmla="*/ 568 h 158"/>
                <a:gd name="T8" fmla="*/ 188 w 59"/>
                <a:gd name="T9" fmla="*/ 887 h 158"/>
                <a:gd name="T10" fmla="*/ 158 w 59"/>
                <a:gd name="T11" fmla="*/ 1399 h 158"/>
                <a:gd name="T12" fmla="*/ 301 w 59"/>
                <a:gd name="T13" fmla="*/ 1775 h 158"/>
                <a:gd name="T14" fmla="*/ 221 w 59"/>
                <a:gd name="T15" fmla="*/ 2342 h 158"/>
                <a:gd name="T16" fmla="*/ 50 w 59"/>
                <a:gd name="T17" fmla="*/ 2990 h 158"/>
                <a:gd name="T18" fmla="*/ 271 w 59"/>
                <a:gd name="T19" fmla="*/ 2363 h 158"/>
                <a:gd name="T20" fmla="*/ 396 w 59"/>
                <a:gd name="T21" fmla="*/ 1831 h 158"/>
                <a:gd name="T22" fmla="*/ 805 w 59"/>
                <a:gd name="T23" fmla="*/ 1306 h 158"/>
                <a:gd name="T24" fmla="*/ 775 w 59"/>
                <a:gd name="T25" fmla="*/ 661 h 1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58">
                  <a:moveTo>
                    <a:pt x="49" y="35"/>
                  </a:moveTo>
                  <a:cubicBezTo>
                    <a:pt x="50" y="24"/>
                    <a:pt x="52" y="13"/>
                    <a:pt x="59" y="7"/>
                  </a:cubicBezTo>
                  <a:cubicBezTo>
                    <a:pt x="56" y="4"/>
                    <a:pt x="52" y="0"/>
                    <a:pt x="46" y="1"/>
                  </a:cubicBezTo>
                  <a:cubicBezTo>
                    <a:pt x="46" y="10"/>
                    <a:pt x="43" y="21"/>
                    <a:pt x="38" y="30"/>
                  </a:cubicBezTo>
                  <a:cubicBezTo>
                    <a:pt x="32" y="41"/>
                    <a:pt x="22" y="45"/>
                    <a:pt x="12" y="47"/>
                  </a:cubicBezTo>
                  <a:cubicBezTo>
                    <a:pt x="10" y="60"/>
                    <a:pt x="9" y="68"/>
                    <a:pt x="10" y="74"/>
                  </a:cubicBezTo>
                  <a:cubicBezTo>
                    <a:pt x="11" y="84"/>
                    <a:pt x="17" y="88"/>
                    <a:pt x="19" y="94"/>
                  </a:cubicBezTo>
                  <a:cubicBezTo>
                    <a:pt x="21" y="99"/>
                    <a:pt x="20" y="112"/>
                    <a:pt x="14" y="124"/>
                  </a:cubicBezTo>
                  <a:cubicBezTo>
                    <a:pt x="9" y="137"/>
                    <a:pt x="0" y="148"/>
                    <a:pt x="3" y="158"/>
                  </a:cubicBezTo>
                  <a:cubicBezTo>
                    <a:pt x="2" y="150"/>
                    <a:pt x="12" y="135"/>
                    <a:pt x="17" y="125"/>
                  </a:cubicBezTo>
                  <a:cubicBezTo>
                    <a:pt x="22" y="114"/>
                    <a:pt x="25" y="105"/>
                    <a:pt x="25" y="97"/>
                  </a:cubicBezTo>
                  <a:cubicBezTo>
                    <a:pt x="25" y="90"/>
                    <a:pt x="40" y="90"/>
                    <a:pt x="51" y="69"/>
                  </a:cubicBezTo>
                  <a:cubicBezTo>
                    <a:pt x="47" y="58"/>
                    <a:pt x="48" y="46"/>
                    <a:pt x="49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306">
              <a:extLst>
                <a:ext uri="{FF2B5EF4-FFF2-40B4-BE49-F238E27FC236}">
                  <a16:creationId xmlns:a16="http://schemas.microsoft.com/office/drawing/2014/main" id="{BDF47682-CF67-4315-A07C-5AFD7CD10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711"/>
              <a:ext cx="198" cy="421"/>
            </a:xfrm>
            <a:custGeom>
              <a:avLst/>
              <a:gdLst>
                <a:gd name="T0" fmla="*/ 835 w 79"/>
                <a:gd name="T1" fmla="*/ 1420 h 158"/>
                <a:gd name="T2" fmla="*/ 897 w 79"/>
                <a:gd name="T3" fmla="*/ 965 h 158"/>
                <a:gd name="T4" fmla="*/ 346 w 79"/>
                <a:gd name="T5" fmla="*/ 362 h 158"/>
                <a:gd name="T6" fmla="*/ 221 w 79"/>
                <a:gd name="T7" fmla="*/ 0 h 158"/>
                <a:gd name="T8" fmla="*/ 208 w 79"/>
                <a:gd name="T9" fmla="*/ 0 h 158"/>
                <a:gd name="T10" fmla="*/ 0 w 79"/>
                <a:gd name="T11" fmla="*/ 115 h 158"/>
                <a:gd name="T12" fmla="*/ 50 w 79"/>
                <a:gd name="T13" fmla="*/ 226 h 158"/>
                <a:gd name="T14" fmla="*/ 158 w 79"/>
                <a:gd name="T15" fmla="*/ 759 h 158"/>
                <a:gd name="T16" fmla="*/ 221 w 79"/>
                <a:gd name="T17" fmla="*/ 1399 h 158"/>
                <a:gd name="T18" fmla="*/ 597 w 79"/>
                <a:gd name="T19" fmla="*/ 1548 h 158"/>
                <a:gd name="T20" fmla="*/ 1025 w 79"/>
                <a:gd name="T21" fmla="*/ 1852 h 158"/>
                <a:gd name="T22" fmla="*/ 1100 w 79"/>
                <a:gd name="T23" fmla="*/ 2363 h 158"/>
                <a:gd name="T24" fmla="*/ 1100 w 79"/>
                <a:gd name="T25" fmla="*/ 2990 h 158"/>
                <a:gd name="T26" fmla="*/ 1150 w 79"/>
                <a:gd name="T27" fmla="*/ 2401 h 158"/>
                <a:gd name="T28" fmla="*/ 1055 w 79"/>
                <a:gd name="T29" fmla="*/ 1775 h 158"/>
                <a:gd name="T30" fmla="*/ 835 w 79"/>
                <a:gd name="T31" fmla="*/ 1420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158">
                  <a:moveTo>
                    <a:pt x="53" y="75"/>
                  </a:moveTo>
                  <a:cubicBezTo>
                    <a:pt x="53" y="71"/>
                    <a:pt x="57" y="62"/>
                    <a:pt x="57" y="51"/>
                  </a:cubicBezTo>
                  <a:cubicBezTo>
                    <a:pt x="43" y="51"/>
                    <a:pt x="34" y="39"/>
                    <a:pt x="22" y="19"/>
                  </a:cubicBezTo>
                  <a:cubicBezTo>
                    <a:pt x="18" y="13"/>
                    <a:pt x="15" y="6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7" y="1"/>
                    <a:pt x="3" y="3"/>
                    <a:pt x="0" y="6"/>
                  </a:cubicBezTo>
                  <a:cubicBezTo>
                    <a:pt x="0" y="7"/>
                    <a:pt x="0" y="10"/>
                    <a:pt x="3" y="12"/>
                  </a:cubicBezTo>
                  <a:cubicBezTo>
                    <a:pt x="9" y="17"/>
                    <a:pt x="9" y="28"/>
                    <a:pt x="10" y="40"/>
                  </a:cubicBezTo>
                  <a:cubicBezTo>
                    <a:pt x="10" y="54"/>
                    <a:pt x="15" y="64"/>
                    <a:pt x="14" y="74"/>
                  </a:cubicBezTo>
                  <a:cubicBezTo>
                    <a:pt x="21" y="80"/>
                    <a:pt x="30" y="83"/>
                    <a:pt x="38" y="82"/>
                  </a:cubicBezTo>
                  <a:cubicBezTo>
                    <a:pt x="52" y="81"/>
                    <a:pt x="59" y="88"/>
                    <a:pt x="65" y="98"/>
                  </a:cubicBezTo>
                  <a:cubicBezTo>
                    <a:pt x="70" y="107"/>
                    <a:pt x="74" y="112"/>
                    <a:pt x="70" y="125"/>
                  </a:cubicBezTo>
                  <a:cubicBezTo>
                    <a:pt x="65" y="139"/>
                    <a:pt x="67" y="153"/>
                    <a:pt x="70" y="158"/>
                  </a:cubicBezTo>
                  <a:cubicBezTo>
                    <a:pt x="66" y="150"/>
                    <a:pt x="68" y="140"/>
                    <a:pt x="73" y="127"/>
                  </a:cubicBezTo>
                  <a:cubicBezTo>
                    <a:pt x="79" y="111"/>
                    <a:pt x="75" y="106"/>
                    <a:pt x="67" y="94"/>
                  </a:cubicBezTo>
                  <a:cubicBezTo>
                    <a:pt x="60" y="81"/>
                    <a:pt x="54" y="82"/>
                    <a:pt x="53" y="7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307">
              <a:extLst>
                <a:ext uri="{FF2B5EF4-FFF2-40B4-BE49-F238E27FC236}">
                  <a16:creationId xmlns:a16="http://schemas.microsoft.com/office/drawing/2014/main" id="{9928B586-D47C-46B8-95D3-4C9FB753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433"/>
              <a:ext cx="63" cy="72"/>
            </a:xfrm>
            <a:custGeom>
              <a:avLst/>
              <a:gdLst>
                <a:gd name="T0" fmla="*/ 318 w 25"/>
                <a:gd name="T1" fmla="*/ 0 h 27"/>
                <a:gd name="T2" fmla="*/ 0 w 25"/>
                <a:gd name="T3" fmla="*/ 397 h 27"/>
                <a:gd name="T4" fmla="*/ 83 w 25"/>
                <a:gd name="T5" fmla="*/ 477 h 27"/>
                <a:gd name="T6" fmla="*/ 96 w 25"/>
                <a:gd name="T7" fmla="*/ 512 h 27"/>
                <a:gd name="T8" fmla="*/ 401 w 25"/>
                <a:gd name="T9" fmla="*/ 115 h 27"/>
                <a:gd name="T10" fmla="*/ 318 w 2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20" y="0"/>
                  </a:moveTo>
                  <a:cubicBezTo>
                    <a:pt x="18" y="2"/>
                    <a:pt x="4" y="12"/>
                    <a:pt x="0" y="21"/>
                  </a:cubicBezTo>
                  <a:cubicBezTo>
                    <a:pt x="2" y="22"/>
                    <a:pt x="4" y="24"/>
                    <a:pt x="5" y="25"/>
                  </a:cubicBezTo>
                  <a:cubicBezTo>
                    <a:pt x="6" y="26"/>
                    <a:pt x="6" y="26"/>
                    <a:pt x="6" y="27"/>
                  </a:cubicBezTo>
                  <a:cubicBezTo>
                    <a:pt x="12" y="16"/>
                    <a:pt x="24" y="8"/>
                    <a:pt x="25" y="6"/>
                  </a:cubicBezTo>
                  <a:cubicBezTo>
                    <a:pt x="24" y="6"/>
                    <a:pt x="20" y="3"/>
                    <a:pt x="2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Freeform 308">
              <a:extLst>
                <a:ext uri="{FF2B5EF4-FFF2-40B4-BE49-F238E27FC236}">
                  <a16:creationId xmlns:a16="http://schemas.microsoft.com/office/drawing/2014/main" id="{6E4E8D21-A2E0-48D2-8E55-E6E853FD6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465"/>
              <a:ext cx="68" cy="51"/>
            </a:xfrm>
            <a:custGeom>
              <a:avLst/>
              <a:gdLst>
                <a:gd name="T0" fmla="*/ 400 w 27"/>
                <a:gd name="T1" fmla="*/ 0 h 19"/>
                <a:gd name="T2" fmla="*/ 96 w 27"/>
                <a:gd name="T3" fmla="*/ 137 h 19"/>
                <a:gd name="T4" fmla="*/ 0 w 27"/>
                <a:gd name="T5" fmla="*/ 274 h 19"/>
                <a:gd name="T6" fmla="*/ 50 w 27"/>
                <a:gd name="T7" fmla="*/ 368 h 19"/>
                <a:gd name="T8" fmla="*/ 431 w 27"/>
                <a:gd name="T9" fmla="*/ 150 h 19"/>
                <a:gd name="T10" fmla="*/ 400 w 2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25" y="0"/>
                  </a:moveTo>
                  <a:cubicBezTo>
                    <a:pt x="21" y="2"/>
                    <a:pt x="13" y="4"/>
                    <a:pt x="6" y="7"/>
                  </a:cubicBezTo>
                  <a:cubicBezTo>
                    <a:pt x="4" y="9"/>
                    <a:pt x="2" y="12"/>
                    <a:pt x="0" y="14"/>
                  </a:cubicBezTo>
                  <a:cubicBezTo>
                    <a:pt x="2" y="16"/>
                    <a:pt x="2" y="17"/>
                    <a:pt x="3" y="19"/>
                  </a:cubicBezTo>
                  <a:cubicBezTo>
                    <a:pt x="14" y="17"/>
                    <a:pt x="24" y="11"/>
                    <a:pt x="27" y="8"/>
                  </a:cubicBezTo>
                  <a:cubicBezTo>
                    <a:pt x="27" y="6"/>
                    <a:pt x="25" y="0"/>
                    <a:pt x="2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8" name="Freeform 309">
              <a:extLst>
                <a:ext uri="{FF2B5EF4-FFF2-40B4-BE49-F238E27FC236}">
                  <a16:creationId xmlns:a16="http://schemas.microsoft.com/office/drawing/2014/main" id="{57249F54-F3CC-40F5-B5CF-F630B90C9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497"/>
              <a:ext cx="82" cy="38"/>
            </a:xfrm>
            <a:custGeom>
              <a:avLst/>
              <a:gdLst>
                <a:gd name="T0" fmla="*/ 494 w 33"/>
                <a:gd name="T1" fmla="*/ 0 h 14"/>
                <a:gd name="T2" fmla="*/ 216 w 33"/>
                <a:gd name="T3" fmla="*/ 60 h 14"/>
                <a:gd name="T4" fmla="*/ 216 w 33"/>
                <a:gd name="T5" fmla="*/ 60 h 14"/>
                <a:gd name="T6" fmla="*/ 0 w 33"/>
                <a:gd name="T7" fmla="*/ 141 h 14"/>
                <a:gd name="T8" fmla="*/ 0 w 33"/>
                <a:gd name="T9" fmla="*/ 117 h 14"/>
                <a:gd name="T10" fmla="*/ 30 w 33"/>
                <a:gd name="T11" fmla="*/ 280 h 14"/>
                <a:gd name="T12" fmla="*/ 475 w 33"/>
                <a:gd name="T13" fmla="*/ 141 h 14"/>
                <a:gd name="T14" fmla="*/ 494 w 3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4">
                  <a:moveTo>
                    <a:pt x="32" y="0"/>
                  </a:moveTo>
                  <a:cubicBezTo>
                    <a:pt x="32" y="0"/>
                    <a:pt x="20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0" y="4"/>
                    <a:pt x="5" y="6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1" y="8"/>
                    <a:pt x="1" y="11"/>
                    <a:pt x="2" y="14"/>
                  </a:cubicBezTo>
                  <a:cubicBezTo>
                    <a:pt x="14" y="12"/>
                    <a:pt x="31" y="7"/>
                    <a:pt x="31" y="7"/>
                  </a:cubicBezTo>
                  <a:cubicBezTo>
                    <a:pt x="31" y="7"/>
                    <a:pt x="33" y="3"/>
                    <a:pt x="3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9" name="Freeform 310">
              <a:extLst>
                <a:ext uri="{FF2B5EF4-FFF2-40B4-BE49-F238E27FC236}">
                  <a16:creationId xmlns:a16="http://schemas.microsoft.com/office/drawing/2014/main" id="{1811D65F-57A6-42FB-A75D-BF8EFB94D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572"/>
              <a:ext cx="45" cy="37"/>
            </a:xfrm>
            <a:custGeom>
              <a:avLst/>
              <a:gdLst>
                <a:gd name="T0" fmla="*/ 250 w 18"/>
                <a:gd name="T1" fmla="*/ 0 h 14"/>
                <a:gd name="T2" fmla="*/ 0 w 18"/>
                <a:gd name="T3" fmla="*/ 132 h 14"/>
                <a:gd name="T4" fmla="*/ 50 w 18"/>
                <a:gd name="T5" fmla="*/ 259 h 14"/>
                <a:gd name="T6" fmla="*/ 270 w 18"/>
                <a:gd name="T7" fmla="*/ 90 h 14"/>
                <a:gd name="T8" fmla="*/ 250 w 1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16" y="0"/>
                  </a:moveTo>
                  <a:cubicBezTo>
                    <a:pt x="15" y="2"/>
                    <a:pt x="7" y="5"/>
                    <a:pt x="0" y="7"/>
                  </a:cubicBezTo>
                  <a:cubicBezTo>
                    <a:pt x="2" y="9"/>
                    <a:pt x="3" y="12"/>
                    <a:pt x="3" y="14"/>
                  </a:cubicBezTo>
                  <a:cubicBezTo>
                    <a:pt x="9" y="11"/>
                    <a:pt x="16" y="7"/>
                    <a:pt x="17" y="5"/>
                  </a:cubicBezTo>
                  <a:cubicBezTo>
                    <a:pt x="18" y="4"/>
                    <a:pt x="16" y="0"/>
                    <a:pt x="1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Freeform 311">
              <a:extLst>
                <a:ext uri="{FF2B5EF4-FFF2-40B4-BE49-F238E27FC236}">
                  <a16:creationId xmlns:a16="http://schemas.microsoft.com/office/drawing/2014/main" id="{ACF80388-DFBF-4E87-AB4F-F4304533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521"/>
              <a:ext cx="42" cy="56"/>
            </a:xfrm>
            <a:custGeom>
              <a:avLst/>
              <a:gdLst>
                <a:gd name="T0" fmla="*/ 12 w 17"/>
                <a:gd name="T1" fmla="*/ 307 h 21"/>
                <a:gd name="T2" fmla="*/ 104 w 17"/>
                <a:gd name="T3" fmla="*/ 397 h 21"/>
                <a:gd name="T4" fmla="*/ 257 w 17"/>
                <a:gd name="T5" fmla="*/ 56 h 21"/>
                <a:gd name="T6" fmla="*/ 212 w 17"/>
                <a:gd name="T7" fmla="*/ 0 h 21"/>
                <a:gd name="T8" fmla="*/ 0 w 17"/>
                <a:gd name="T9" fmla="*/ 285 h 21"/>
                <a:gd name="T10" fmla="*/ 12 w 17"/>
                <a:gd name="T11" fmla="*/ 30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1" y="16"/>
                  </a:moveTo>
                  <a:cubicBezTo>
                    <a:pt x="3" y="17"/>
                    <a:pt x="5" y="19"/>
                    <a:pt x="7" y="21"/>
                  </a:cubicBezTo>
                  <a:cubicBezTo>
                    <a:pt x="10" y="13"/>
                    <a:pt x="17" y="3"/>
                    <a:pt x="17" y="3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4" y="7"/>
                    <a:pt x="0" y="15"/>
                  </a:cubicBezTo>
                  <a:cubicBezTo>
                    <a:pt x="0" y="16"/>
                    <a:pt x="1" y="16"/>
                    <a:pt x="1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1" name="Freeform 312">
              <a:extLst>
                <a:ext uri="{FF2B5EF4-FFF2-40B4-BE49-F238E27FC236}">
                  <a16:creationId xmlns:a16="http://schemas.microsoft.com/office/drawing/2014/main" id="{1B71F935-35A4-4236-AECE-78545482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540"/>
              <a:ext cx="53" cy="53"/>
            </a:xfrm>
            <a:custGeom>
              <a:avLst/>
              <a:gdLst>
                <a:gd name="T0" fmla="*/ 50 w 21"/>
                <a:gd name="T1" fmla="*/ 352 h 20"/>
                <a:gd name="T2" fmla="*/ 209 w 21"/>
                <a:gd name="T3" fmla="*/ 294 h 20"/>
                <a:gd name="T4" fmla="*/ 338 w 21"/>
                <a:gd name="T5" fmla="*/ 133 h 20"/>
                <a:gd name="T6" fmla="*/ 288 w 21"/>
                <a:gd name="T7" fmla="*/ 0 h 20"/>
                <a:gd name="T8" fmla="*/ 33 w 21"/>
                <a:gd name="T9" fmla="*/ 191 h 20"/>
                <a:gd name="T10" fmla="*/ 0 w 21"/>
                <a:gd name="T11" fmla="*/ 260 h 20"/>
                <a:gd name="T12" fmla="*/ 0 w 21"/>
                <a:gd name="T13" fmla="*/ 260 h 20"/>
                <a:gd name="T14" fmla="*/ 63 w 21"/>
                <a:gd name="T15" fmla="*/ 371 h 20"/>
                <a:gd name="T16" fmla="*/ 50 w 21"/>
                <a:gd name="T17" fmla="*/ 352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0">
                  <a:moveTo>
                    <a:pt x="3" y="19"/>
                  </a:moveTo>
                  <a:cubicBezTo>
                    <a:pt x="7" y="18"/>
                    <a:pt x="10" y="17"/>
                    <a:pt x="13" y="16"/>
                  </a:cubicBezTo>
                  <a:cubicBezTo>
                    <a:pt x="17" y="11"/>
                    <a:pt x="21" y="7"/>
                    <a:pt x="21" y="7"/>
                  </a:cubicBezTo>
                  <a:cubicBezTo>
                    <a:pt x="21" y="7"/>
                    <a:pt x="20" y="0"/>
                    <a:pt x="18" y="0"/>
                  </a:cubicBezTo>
                  <a:cubicBezTo>
                    <a:pt x="15" y="0"/>
                    <a:pt x="7" y="5"/>
                    <a:pt x="2" y="10"/>
                  </a:cubicBezTo>
                  <a:cubicBezTo>
                    <a:pt x="1" y="11"/>
                    <a:pt x="1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2" y="17"/>
                    <a:pt x="4" y="20"/>
                  </a:cubicBezTo>
                  <a:cubicBezTo>
                    <a:pt x="4" y="20"/>
                    <a:pt x="3" y="19"/>
                    <a:pt x="3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Freeform 313">
              <a:extLst>
                <a:ext uri="{FF2B5EF4-FFF2-40B4-BE49-F238E27FC236}">
                  <a16:creationId xmlns:a16="http://schemas.microsoft.com/office/drawing/2014/main" id="{C53E0272-23CF-497D-A443-342334D6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671"/>
              <a:ext cx="25" cy="50"/>
            </a:xfrm>
            <a:custGeom>
              <a:avLst/>
              <a:gdLst>
                <a:gd name="T0" fmla="*/ 83 w 10"/>
                <a:gd name="T1" fmla="*/ 347 h 19"/>
                <a:gd name="T2" fmla="*/ 83 w 10"/>
                <a:gd name="T3" fmla="*/ 347 h 19"/>
                <a:gd name="T4" fmla="*/ 158 w 10"/>
                <a:gd name="T5" fmla="*/ 326 h 19"/>
                <a:gd name="T6" fmla="*/ 95 w 10"/>
                <a:gd name="T7" fmla="*/ 21 h 19"/>
                <a:gd name="T8" fmla="*/ 0 w 10"/>
                <a:gd name="T9" fmla="*/ 55 h 19"/>
                <a:gd name="T10" fmla="*/ 83 w 10"/>
                <a:gd name="T11" fmla="*/ 34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9">
                  <a:moveTo>
                    <a:pt x="5" y="1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7" y="18"/>
                    <a:pt x="8" y="18"/>
                    <a:pt x="10" y="18"/>
                  </a:cubicBezTo>
                  <a:cubicBezTo>
                    <a:pt x="10" y="13"/>
                    <a:pt x="6" y="1"/>
                    <a:pt x="6" y="1"/>
                  </a:cubicBezTo>
                  <a:cubicBezTo>
                    <a:pt x="6" y="1"/>
                    <a:pt x="3" y="0"/>
                    <a:pt x="0" y="3"/>
                  </a:cubicBezTo>
                  <a:cubicBezTo>
                    <a:pt x="3" y="5"/>
                    <a:pt x="5" y="17"/>
                    <a:pt x="5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3" name="Freeform 314">
              <a:extLst>
                <a:ext uri="{FF2B5EF4-FFF2-40B4-BE49-F238E27FC236}">
                  <a16:creationId xmlns:a16="http://schemas.microsoft.com/office/drawing/2014/main" id="{66913771-C444-4623-8749-580CC44F4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684"/>
              <a:ext cx="32" cy="45"/>
            </a:xfrm>
            <a:custGeom>
              <a:avLst/>
              <a:gdLst>
                <a:gd name="T0" fmla="*/ 74 w 13"/>
                <a:gd name="T1" fmla="*/ 281 h 17"/>
                <a:gd name="T2" fmla="*/ 74 w 13"/>
                <a:gd name="T3" fmla="*/ 315 h 17"/>
                <a:gd name="T4" fmla="*/ 194 w 13"/>
                <a:gd name="T5" fmla="*/ 132 h 17"/>
                <a:gd name="T6" fmla="*/ 121 w 13"/>
                <a:gd name="T7" fmla="*/ 21 h 17"/>
                <a:gd name="T8" fmla="*/ 74 w 13"/>
                <a:gd name="T9" fmla="*/ 0 h 17"/>
                <a:gd name="T10" fmla="*/ 0 w 13"/>
                <a:gd name="T11" fmla="*/ 238 h 17"/>
                <a:gd name="T12" fmla="*/ 74 w 13"/>
                <a:gd name="T13" fmla="*/ 28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15"/>
                  </a:moveTo>
                  <a:cubicBezTo>
                    <a:pt x="5" y="16"/>
                    <a:pt x="5" y="17"/>
                    <a:pt x="5" y="17"/>
                  </a:cubicBezTo>
                  <a:cubicBezTo>
                    <a:pt x="8" y="12"/>
                    <a:pt x="13" y="7"/>
                    <a:pt x="13" y="7"/>
                  </a:cubicBezTo>
                  <a:cubicBezTo>
                    <a:pt x="13" y="6"/>
                    <a:pt x="11" y="1"/>
                    <a:pt x="8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4" y="14"/>
                    <a:pt x="5" y="1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4" name="Freeform 315">
              <a:extLst>
                <a:ext uri="{FF2B5EF4-FFF2-40B4-BE49-F238E27FC236}">
                  <a16:creationId xmlns:a16="http://schemas.microsoft.com/office/drawing/2014/main" id="{EA91FDE5-E56D-45C5-833E-D8D117A1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660"/>
              <a:ext cx="25" cy="56"/>
            </a:xfrm>
            <a:custGeom>
              <a:avLst/>
              <a:gdLst>
                <a:gd name="T0" fmla="*/ 83 w 10"/>
                <a:gd name="T1" fmla="*/ 35 h 21"/>
                <a:gd name="T2" fmla="*/ 0 w 10"/>
                <a:gd name="T3" fmla="*/ 264 h 21"/>
                <a:gd name="T4" fmla="*/ 33 w 10"/>
                <a:gd name="T5" fmla="*/ 397 h 21"/>
                <a:gd name="T6" fmla="*/ 95 w 10"/>
                <a:gd name="T7" fmla="*/ 171 h 21"/>
                <a:gd name="T8" fmla="*/ 145 w 10"/>
                <a:gd name="T9" fmla="*/ 192 h 21"/>
                <a:gd name="T10" fmla="*/ 158 w 10"/>
                <a:gd name="T11" fmla="*/ 93 h 21"/>
                <a:gd name="T12" fmla="*/ 83 w 10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1">
                  <a:moveTo>
                    <a:pt x="5" y="2"/>
                  </a:moveTo>
                  <a:cubicBezTo>
                    <a:pt x="3" y="3"/>
                    <a:pt x="2" y="9"/>
                    <a:pt x="0" y="14"/>
                  </a:cubicBezTo>
                  <a:cubicBezTo>
                    <a:pt x="1" y="17"/>
                    <a:pt x="1" y="19"/>
                    <a:pt x="2" y="2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7"/>
                    <a:pt x="10" y="5"/>
                    <a:pt x="10" y="5"/>
                  </a:cubicBezTo>
                  <a:cubicBezTo>
                    <a:pt x="10" y="3"/>
                    <a:pt x="7" y="0"/>
                    <a:pt x="5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5" name="Freeform 316">
              <a:extLst>
                <a:ext uri="{FF2B5EF4-FFF2-40B4-BE49-F238E27FC236}">
                  <a16:creationId xmlns:a16="http://schemas.microsoft.com/office/drawing/2014/main" id="{D6488C24-158E-441E-8931-EFB34371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71"/>
              <a:ext cx="20" cy="58"/>
            </a:xfrm>
            <a:custGeom>
              <a:avLst/>
              <a:gdLst>
                <a:gd name="T0" fmla="*/ 63 w 8"/>
                <a:gd name="T1" fmla="*/ 403 h 22"/>
                <a:gd name="T2" fmla="*/ 113 w 8"/>
                <a:gd name="T3" fmla="*/ 34 h 22"/>
                <a:gd name="T4" fmla="*/ 50 w 8"/>
                <a:gd name="T5" fmla="*/ 21 h 22"/>
                <a:gd name="T6" fmla="*/ 0 w 8"/>
                <a:gd name="T7" fmla="*/ 382 h 22"/>
                <a:gd name="T8" fmla="*/ 63 w 8"/>
                <a:gd name="T9" fmla="*/ 40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2">
                  <a:moveTo>
                    <a:pt x="4" y="22"/>
                  </a:moveTo>
                  <a:cubicBezTo>
                    <a:pt x="8" y="14"/>
                    <a:pt x="7" y="2"/>
                    <a:pt x="7" y="2"/>
                  </a:cubicBezTo>
                  <a:cubicBezTo>
                    <a:pt x="7" y="2"/>
                    <a:pt x="6" y="0"/>
                    <a:pt x="3" y="1"/>
                  </a:cubicBezTo>
                  <a:cubicBezTo>
                    <a:pt x="0" y="7"/>
                    <a:pt x="0" y="15"/>
                    <a:pt x="0" y="21"/>
                  </a:cubicBezTo>
                  <a:cubicBezTo>
                    <a:pt x="1" y="21"/>
                    <a:pt x="3" y="21"/>
                    <a:pt x="4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6" name="Freeform 317">
              <a:extLst>
                <a:ext uri="{FF2B5EF4-FFF2-40B4-BE49-F238E27FC236}">
                  <a16:creationId xmlns:a16="http://schemas.microsoft.com/office/drawing/2014/main" id="{3E9F16F2-100C-4870-B844-0B458FF95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673"/>
              <a:ext cx="35" cy="62"/>
            </a:xfrm>
            <a:custGeom>
              <a:avLst/>
              <a:gdLst>
                <a:gd name="T0" fmla="*/ 145 w 14"/>
                <a:gd name="T1" fmla="*/ 0 h 23"/>
                <a:gd name="T2" fmla="*/ 63 w 14"/>
                <a:gd name="T3" fmla="*/ 137 h 23"/>
                <a:gd name="T4" fmla="*/ 20 w 14"/>
                <a:gd name="T5" fmla="*/ 415 h 23"/>
                <a:gd name="T6" fmla="*/ 0 w 14"/>
                <a:gd name="T7" fmla="*/ 394 h 23"/>
                <a:gd name="T8" fmla="*/ 83 w 14"/>
                <a:gd name="T9" fmla="*/ 450 h 23"/>
                <a:gd name="T10" fmla="*/ 220 w 14"/>
                <a:gd name="T11" fmla="*/ 81 h 23"/>
                <a:gd name="T12" fmla="*/ 145 w 14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3">
                  <a:moveTo>
                    <a:pt x="9" y="0"/>
                  </a:moveTo>
                  <a:cubicBezTo>
                    <a:pt x="9" y="0"/>
                    <a:pt x="6" y="1"/>
                    <a:pt x="4" y="7"/>
                  </a:cubicBezTo>
                  <a:cubicBezTo>
                    <a:pt x="4" y="11"/>
                    <a:pt x="3" y="17"/>
                    <a:pt x="1" y="21"/>
                  </a:cubicBezTo>
                  <a:cubicBezTo>
                    <a:pt x="1" y="21"/>
                    <a:pt x="1" y="21"/>
                    <a:pt x="0" y="20"/>
                  </a:cubicBezTo>
                  <a:cubicBezTo>
                    <a:pt x="2" y="21"/>
                    <a:pt x="4" y="22"/>
                    <a:pt x="5" y="23"/>
                  </a:cubicBezTo>
                  <a:cubicBezTo>
                    <a:pt x="9" y="12"/>
                    <a:pt x="14" y="4"/>
                    <a:pt x="14" y="4"/>
                  </a:cubicBezTo>
                  <a:lnTo>
                    <a:pt x="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Freeform 318">
              <a:extLst>
                <a:ext uri="{FF2B5EF4-FFF2-40B4-BE49-F238E27FC236}">
                  <a16:creationId xmlns:a16="http://schemas.microsoft.com/office/drawing/2014/main" id="{0652DDF2-B90B-42DC-9A8B-6F1174AF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97"/>
              <a:ext cx="32" cy="43"/>
            </a:xfrm>
            <a:custGeom>
              <a:avLst/>
              <a:gdLst>
                <a:gd name="T0" fmla="*/ 103 w 13"/>
                <a:gd name="T1" fmla="*/ 22 h 16"/>
                <a:gd name="T2" fmla="*/ 103 w 13"/>
                <a:gd name="T3" fmla="*/ 22 h 16"/>
                <a:gd name="T4" fmla="*/ 12 w 13"/>
                <a:gd name="T5" fmla="*/ 274 h 16"/>
                <a:gd name="T6" fmla="*/ 0 w 13"/>
                <a:gd name="T7" fmla="*/ 274 h 16"/>
                <a:gd name="T8" fmla="*/ 42 w 13"/>
                <a:gd name="T9" fmla="*/ 312 h 16"/>
                <a:gd name="T10" fmla="*/ 194 w 13"/>
                <a:gd name="T11" fmla="*/ 94 h 16"/>
                <a:gd name="T12" fmla="*/ 103 w 13"/>
                <a:gd name="T13" fmla="*/ 2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4"/>
                    <a:pt x="3" y="9"/>
                    <a:pt x="1" y="14"/>
                  </a:cubicBezTo>
                  <a:cubicBezTo>
                    <a:pt x="1" y="14"/>
                    <a:pt x="1" y="14"/>
                    <a:pt x="0" y="14"/>
                  </a:cubicBezTo>
                  <a:cubicBezTo>
                    <a:pt x="1" y="14"/>
                    <a:pt x="2" y="15"/>
                    <a:pt x="3" y="16"/>
                  </a:cubicBezTo>
                  <a:cubicBezTo>
                    <a:pt x="7" y="9"/>
                    <a:pt x="13" y="5"/>
                    <a:pt x="13" y="5"/>
                  </a:cubicBezTo>
                  <a:cubicBezTo>
                    <a:pt x="13" y="5"/>
                    <a:pt x="10" y="0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8" name="Freeform 319">
              <a:extLst>
                <a:ext uri="{FF2B5EF4-FFF2-40B4-BE49-F238E27FC236}">
                  <a16:creationId xmlns:a16="http://schemas.microsoft.com/office/drawing/2014/main" id="{645C8B7A-FC44-45CF-8B51-91EFE172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596"/>
              <a:ext cx="17" cy="21"/>
            </a:xfrm>
            <a:custGeom>
              <a:avLst/>
              <a:gdLst>
                <a:gd name="T0" fmla="*/ 41 w 7"/>
                <a:gd name="T1" fmla="*/ 144 h 8"/>
                <a:gd name="T2" fmla="*/ 87 w 7"/>
                <a:gd name="T3" fmla="*/ 144 h 8"/>
                <a:gd name="T4" fmla="*/ 100 w 7"/>
                <a:gd name="T5" fmla="*/ 21 h 8"/>
                <a:gd name="T6" fmla="*/ 12 w 7"/>
                <a:gd name="T7" fmla="*/ 21 h 8"/>
                <a:gd name="T8" fmla="*/ 12 w 7"/>
                <a:gd name="T9" fmla="*/ 144 h 8"/>
                <a:gd name="T10" fmla="*/ 41 w 7"/>
                <a:gd name="T11" fmla="*/ 14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3" y="8"/>
                  </a:moveTo>
                  <a:cubicBezTo>
                    <a:pt x="4" y="8"/>
                    <a:pt x="5" y="8"/>
                    <a:pt x="6" y="8"/>
                  </a:cubicBezTo>
                  <a:cubicBezTo>
                    <a:pt x="6" y="3"/>
                    <a:pt x="7" y="1"/>
                    <a:pt x="7" y="1"/>
                  </a:cubicBezTo>
                  <a:cubicBezTo>
                    <a:pt x="7" y="1"/>
                    <a:pt x="2" y="0"/>
                    <a:pt x="1" y="1"/>
                  </a:cubicBezTo>
                  <a:cubicBezTo>
                    <a:pt x="0" y="3"/>
                    <a:pt x="0" y="6"/>
                    <a:pt x="1" y="8"/>
                  </a:cubicBezTo>
                  <a:lnTo>
                    <a:pt x="3" y="8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320">
              <a:extLst>
                <a:ext uri="{FF2B5EF4-FFF2-40B4-BE49-F238E27FC236}">
                  <a16:creationId xmlns:a16="http://schemas.microsoft.com/office/drawing/2014/main" id="{3FF4BDD9-D529-4F5C-9E78-5615BC493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564"/>
              <a:ext cx="40" cy="56"/>
            </a:xfrm>
            <a:custGeom>
              <a:avLst/>
              <a:gdLst>
                <a:gd name="T0" fmla="*/ 238 w 16"/>
                <a:gd name="T1" fmla="*/ 376 h 21"/>
                <a:gd name="T2" fmla="*/ 220 w 16"/>
                <a:gd name="T3" fmla="*/ 264 h 21"/>
                <a:gd name="T4" fmla="*/ 220 w 16"/>
                <a:gd name="T5" fmla="*/ 264 h 21"/>
                <a:gd name="T6" fmla="*/ 125 w 16"/>
                <a:gd name="T7" fmla="*/ 0 h 21"/>
                <a:gd name="T8" fmla="*/ 33 w 16"/>
                <a:gd name="T9" fmla="*/ 77 h 21"/>
                <a:gd name="T10" fmla="*/ 188 w 16"/>
                <a:gd name="T11" fmla="*/ 397 h 21"/>
                <a:gd name="T12" fmla="*/ 250 w 16"/>
                <a:gd name="T13" fmla="*/ 376 h 21"/>
                <a:gd name="T14" fmla="*/ 250 w 16"/>
                <a:gd name="T15" fmla="*/ 376 h 21"/>
                <a:gd name="T16" fmla="*/ 238 w 16"/>
                <a:gd name="T17" fmla="*/ 37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1">
                  <a:moveTo>
                    <a:pt x="15" y="20"/>
                  </a:moveTo>
                  <a:cubicBezTo>
                    <a:pt x="14" y="19"/>
                    <a:pt x="14" y="16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0"/>
                    <a:pt x="8" y="0"/>
                    <a:pt x="8" y="0"/>
                  </a:cubicBezTo>
                  <a:cubicBezTo>
                    <a:pt x="8" y="0"/>
                    <a:pt x="4" y="3"/>
                    <a:pt x="2" y="4"/>
                  </a:cubicBezTo>
                  <a:cubicBezTo>
                    <a:pt x="0" y="5"/>
                    <a:pt x="11" y="12"/>
                    <a:pt x="12" y="21"/>
                  </a:cubicBezTo>
                  <a:cubicBezTo>
                    <a:pt x="13" y="21"/>
                    <a:pt x="14" y="21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lnTo>
                    <a:pt x="15" y="2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321">
              <a:extLst>
                <a:ext uri="{FF2B5EF4-FFF2-40B4-BE49-F238E27FC236}">
                  <a16:creationId xmlns:a16="http://schemas.microsoft.com/office/drawing/2014/main" id="{CAD42F1D-19EE-418B-88BD-81A05A831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575"/>
              <a:ext cx="55" cy="56"/>
            </a:xfrm>
            <a:custGeom>
              <a:avLst/>
              <a:gdLst>
                <a:gd name="T0" fmla="*/ 270 w 22"/>
                <a:gd name="T1" fmla="*/ 376 h 21"/>
                <a:gd name="T2" fmla="*/ 345 w 22"/>
                <a:gd name="T3" fmla="*/ 341 h 21"/>
                <a:gd name="T4" fmla="*/ 113 w 22"/>
                <a:gd name="T5" fmla="*/ 0 h 21"/>
                <a:gd name="T6" fmla="*/ 33 w 22"/>
                <a:gd name="T7" fmla="*/ 136 h 21"/>
                <a:gd name="T8" fmla="*/ 250 w 22"/>
                <a:gd name="T9" fmla="*/ 397 h 21"/>
                <a:gd name="T10" fmla="*/ 270 w 22"/>
                <a:gd name="T11" fmla="*/ 37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17" y="20"/>
                  </a:moveTo>
                  <a:cubicBezTo>
                    <a:pt x="19" y="19"/>
                    <a:pt x="20" y="18"/>
                    <a:pt x="22" y="18"/>
                  </a:cubicBezTo>
                  <a:cubicBezTo>
                    <a:pt x="20" y="14"/>
                    <a:pt x="12" y="1"/>
                    <a:pt x="7" y="0"/>
                  </a:cubicBezTo>
                  <a:cubicBezTo>
                    <a:pt x="7" y="3"/>
                    <a:pt x="4" y="5"/>
                    <a:pt x="2" y="7"/>
                  </a:cubicBezTo>
                  <a:cubicBezTo>
                    <a:pt x="0" y="9"/>
                    <a:pt x="11" y="16"/>
                    <a:pt x="16" y="21"/>
                  </a:cubicBezTo>
                  <a:cubicBezTo>
                    <a:pt x="16" y="20"/>
                    <a:pt x="16" y="20"/>
                    <a:pt x="17" y="2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322">
              <a:extLst>
                <a:ext uri="{FF2B5EF4-FFF2-40B4-BE49-F238E27FC236}">
                  <a16:creationId xmlns:a16="http://schemas.microsoft.com/office/drawing/2014/main" id="{ACF19805-ABCF-4C85-B75F-C321BEB8A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7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323">
              <a:extLst>
                <a:ext uri="{FF2B5EF4-FFF2-40B4-BE49-F238E27FC236}">
                  <a16:creationId xmlns:a16="http://schemas.microsoft.com/office/drawing/2014/main" id="{38C8E657-517D-4848-BEA6-FF6BD9B3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695"/>
              <a:ext cx="140" cy="240"/>
            </a:xfrm>
            <a:custGeom>
              <a:avLst/>
              <a:gdLst>
                <a:gd name="T0" fmla="*/ 875 w 56"/>
                <a:gd name="T1" fmla="*/ 136 h 90"/>
                <a:gd name="T2" fmla="*/ 813 w 56"/>
                <a:gd name="T3" fmla="*/ 93 h 90"/>
                <a:gd name="T4" fmla="*/ 458 w 56"/>
                <a:gd name="T5" fmla="*/ 77 h 90"/>
                <a:gd name="T6" fmla="*/ 208 w 56"/>
                <a:gd name="T7" fmla="*/ 115 h 90"/>
                <a:gd name="T8" fmla="*/ 188 w 56"/>
                <a:gd name="T9" fmla="*/ 875 h 90"/>
                <a:gd name="T10" fmla="*/ 208 w 56"/>
                <a:gd name="T11" fmla="*/ 1400 h 90"/>
                <a:gd name="T12" fmla="*/ 283 w 56"/>
                <a:gd name="T13" fmla="*/ 1707 h 90"/>
                <a:gd name="T14" fmla="*/ 270 w 56"/>
                <a:gd name="T15" fmla="*/ 1365 h 90"/>
                <a:gd name="T16" fmla="*/ 345 w 56"/>
                <a:gd name="T17" fmla="*/ 1045 h 90"/>
                <a:gd name="T18" fmla="*/ 783 w 56"/>
                <a:gd name="T19" fmla="*/ 739 h 90"/>
                <a:gd name="T20" fmla="*/ 875 w 56"/>
                <a:gd name="T21" fmla="*/ 136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90">
                  <a:moveTo>
                    <a:pt x="56" y="7"/>
                  </a:moveTo>
                  <a:cubicBezTo>
                    <a:pt x="54" y="6"/>
                    <a:pt x="53" y="6"/>
                    <a:pt x="52" y="5"/>
                  </a:cubicBezTo>
                  <a:cubicBezTo>
                    <a:pt x="43" y="0"/>
                    <a:pt x="43" y="0"/>
                    <a:pt x="29" y="4"/>
                  </a:cubicBezTo>
                  <a:cubicBezTo>
                    <a:pt x="25" y="5"/>
                    <a:pt x="19" y="5"/>
                    <a:pt x="13" y="6"/>
                  </a:cubicBezTo>
                  <a:cubicBezTo>
                    <a:pt x="7" y="12"/>
                    <a:pt x="0" y="33"/>
                    <a:pt x="12" y="46"/>
                  </a:cubicBezTo>
                  <a:cubicBezTo>
                    <a:pt x="23" y="59"/>
                    <a:pt x="14" y="62"/>
                    <a:pt x="13" y="74"/>
                  </a:cubicBezTo>
                  <a:cubicBezTo>
                    <a:pt x="12" y="85"/>
                    <a:pt x="18" y="90"/>
                    <a:pt x="18" y="90"/>
                  </a:cubicBezTo>
                  <a:cubicBezTo>
                    <a:pt x="16" y="87"/>
                    <a:pt x="14" y="77"/>
                    <a:pt x="17" y="72"/>
                  </a:cubicBezTo>
                  <a:cubicBezTo>
                    <a:pt x="19" y="67"/>
                    <a:pt x="21" y="62"/>
                    <a:pt x="22" y="55"/>
                  </a:cubicBezTo>
                  <a:cubicBezTo>
                    <a:pt x="23" y="49"/>
                    <a:pt x="38" y="54"/>
                    <a:pt x="50" y="39"/>
                  </a:cubicBezTo>
                  <a:cubicBezTo>
                    <a:pt x="48" y="29"/>
                    <a:pt x="48" y="17"/>
                    <a:pt x="56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324">
              <a:extLst>
                <a:ext uri="{FF2B5EF4-FFF2-40B4-BE49-F238E27FC236}">
                  <a16:creationId xmlns:a16="http://schemas.microsoft.com/office/drawing/2014/main" id="{ACB620BD-AD13-4A24-97A0-F1495ED8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673"/>
              <a:ext cx="40" cy="16"/>
            </a:xfrm>
            <a:custGeom>
              <a:avLst/>
              <a:gdLst>
                <a:gd name="T0" fmla="*/ 250 w 16"/>
                <a:gd name="T1" fmla="*/ 0 h 6"/>
                <a:gd name="T2" fmla="*/ 0 w 16"/>
                <a:gd name="T3" fmla="*/ 115 h 6"/>
                <a:gd name="T4" fmla="*/ 250 w 1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1" y="0"/>
                    <a:pt x="5" y="3"/>
                    <a:pt x="0" y="6"/>
                  </a:cubicBezTo>
                  <a:cubicBezTo>
                    <a:pt x="6" y="5"/>
                    <a:pt x="11" y="4"/>
                    <a:pt x="1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325">
              <a:extLst>
                <a:ext uri="{FF2B5EF4-FFF2-40B4-BE49-F238E27FC236}">
                  <a16:creationId xmlns:a16="http://schemas.microsoft.com/office/drawing/2014/main" id="{795DAB59-E9D6-4AAC-BACA-89E6CEEF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809"/>
              <a:ext cx="133" cy="216"/>
            </a:xfrm>
            <a:custGeom>
              <a:avLst/>
              <a:gdLst>
                <a:gd name="T0" fmla="*/ 0 w 53"/>
                <a:gd name="T1" fmla="*/ 171 h 81"/>
                <a:gd name="T2" fmla="*/ 472 w 53"/>
                <a:gd name="T3" fmla="*/ 491 h 81"/>
                <a:gd name="T4" fmla="*/ 743 w 53"/>
                <a:gd name="T5" fmla="*/ 1024 h 81"/>
                <a:gd name="T6" fmla="*/ 838 w 53"/>
                <a:gd name="T7" fmla="*/ 1536 h 81"/>
                <a:gd name="T8" fmla="*/ 788 w 53"/>
                <a:gd name="T9" fmla="*/ 947 h 81"/>
                <a:gd name="T10" fmla="*/ 535 w 53"/>
                <a:gd name="T11" fmla="*/ 435 h 81"/>
                <a:gd name="T12" fmla="*/ 176 w 53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81">
                  <a:moveTo>
                    <a:pt x="0" y="9"/>
                  </a:moveTo>
                  <a:cubicBezTo>
                    <a:pt x="13" y="10"/>
                    <a:pt x="19" y="15"/>
                    <a:pt x="30" y="26"/>
                  </a:cubicBezTo>
                  <a:cubicBezTo>
                    <a:pt x="40" y="37"/>
                    <a:pt x="46" y="39"/>
                    <a:pt x="47" y="54"/>
                  </a:cubicBezTo>
                  <a:cubicBezTo>
                    <a:pt x="48" y="69"/>
                    <a:pt x="50" y="70"/>
                    <a:pt x="53" y="81"/>
                  </a:cubicBezTo>
                  <a:cubicBezTo>
                    <a:pt x="50" y="73"/>
                    <a:pt x="51" y="62"/>
                    <a:pt x="50" y="50"/>
                  </a:cubicBezTo>
                  <a:cubicBezTo>
                    <a:pt x="50" y="39"/>
                    <a:pt x="39" y="29"/>
                    <a:pt x="34" y="23"/>
                  </a:cubicBezTo>
                  <a:cubicBezTo>
                    <a:pt x="29" y="18"/>
                    <a:pt x="16" y="9"/>
                    <a:pt x="11" y="0"/>
                  </a:cubicBezTo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326">
              <a:extLst>
                <a:ext uri="{FF2B5EF4-FFF2-40B4-BE49-F238E27FC236}">
                  <a16:creationId xmlns:a16="http://schemas.microsoft.com/office/drawing/2014/main" id="{54342B7B-594D-42FA-AC5B-7DD8F5F8C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09"/>
              <a:ext cx="115" cy="216"/>
            </a:xfrm>
            <a:custGeom>
              <a:avLst/>
              <a:gdLst>
                <a:gd name="T0" fmla="*/ 0 w 46"/>
                <a:gd name="T1" fmla="*/ 192 h 81"/>
                <a:gd name="T2" fmla="*/ 363 w 46"/>
                <a:gd name="T3" fmla="*/ 491 h 81"/>
                <a:gd name="T4" fmla="*/ 625 w 46"/>
                <a:gd name="T5" fmla="*/ 1024 h 81"/>
                <a:gd name="T6" fmla="*/ 720 w 46"/>
                <a:gd name="T7" fmla="*/ 1536 h 81"/>
                <a:gd name="T8" fmla="*/ 675 w 46"/>
                <a:gd name="T9" fmla="*/ 947 h 81"/>
                <a:gd name="T10" fmla="*/ 425 w 46"/>
                <a:gd name="T11" fmla="*/ 435 h 81"/>
                <a:gd name="T12" fmla="*/ 63 w 4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1">
                  <a:moveTo>
                    <a:pt x="0" y="10"/>
                  </a:moveTo>
                  <a:cubicBezTo>
                    <a:pt x="8" y="12"/>
                    <a:pt x="14" y="17"/>
                    <a:pt x="23" y="26"/>
                  </a:cubicBezTo>
                  <a:cubicBezTo>
                    <a:pt x="33" y="37"/>
                    <a:pt x="39" y="39"/>
                    <a:pt x="40" y="54"/>
                  </a:cubicBezTo>
                  <a:cubicBezTo>
                    <a:pt x="41" y="69"/>
                    <a:pt x="43" y="70"/>
                    <a:pt x="46" y="81"/>
                  </a:cubicBezTo>
                  <a:cubicBezTo>
                    <a:pt x="43" y="73"/>
                    <a:pt x="44" y="62"/>
                    <a:pt x="43" y="50"/>
                  </a:cubicBezTo>
                  <a:cubicBezTo>
                    <a:pt x="43" y="39"/>
                    <a:pt x="32" y="29"/>
                    <a:pt x="27" y="23"/>
                  </a:cubicBezTo>
                  <a:cubicBezTo>
                    <a:pt x="22" y="18"/>
                    <a:pt x="9" y="9"/>
                    <a:pt x="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327">
              <a:extLst>
                <a:ext uri="{FF2B5EF4-FFF2-40B4-BE49-F238E27FC236}">
                  <a16:creationId xmlns:a16="http://schemas.microsoft.com/office/drawing/2014/main" id="{4F9A8E83-98F8-4810-9FCF-FE6604D5E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937"/>
              <a:ext cx="70" cy="198"/>
            </a:xfrm>
            <a:custGeom>
              <a:avLst/>
              <a:gdLst>
                <a:gd name="T0" fmla="*/ 313 w 28"/>
                <a:gd name="T1" fmla="*/ 21 h 74"/>
                <a:gd name="T2" fmla="*/ 238 w 28"/>
                <a:gd name="T3" fmla="*/ 538 h 74"/>
                <a:gd name="T4" fmla="*/ 50 w 28"/>
                <a:gd name="T5" fmla="*/ 1418 h 74"/>
                <a:gd name="T6" fmla="*/ 220 w 28"/>
                <a:gd name="T7" fmla="*/ 765 h 74"/>
                <a:gd name="T8" fmla="*/ 408 w 28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74">
                  <a:moveTo>
                    <a:pt x="20" y="1"/>
                  </a:moveTo>
                  <a:cubicBezTo>
                    <a:pt x="23" y="13"/>
                    <a:pt x="21" y="13"/>
                    <a:pt x="15" y="28"/>
                  </a:cubicBezTo>
                  <a:cubicBezTo>
                    <a:pt x="9" y="44"/>
                    <a:pt x="0" y="57"/>
                    <a:pt x="3" y="74"/>
                  </a:cubicBezTo>
                  <a:cubicBezTo>
                    <a:pt x="1" y="66"/>
                    <a:pt x="9" y="48"/>
                    <a:pt x="14" y="40"/>
                  </a:cubicBezTo>
                  <a:cubicBezTo>
                    <a:pt x="19" y="32"/>
                    <a:pt x="28" y="10"/>
                    <a:pt x="26" y="0"/>
                  </a:cubicBezTo>
                </a:path>
              </a:pathLst>
            </a:custGeom>
            <a:solidFill>
              <a:srgbClr val="FCE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Freeform 328">
              <a:extLst>
                <a:ext uri="{FF2B5EF4-FFF2-40B4-BE49-F238E27FC236}">
                  <a16:creationId xmlns:a16="http://schemas.microsoft.com/office/drawing/2014/main" id="{4B14848B-978F-4EDE-865C-29A47C978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953"/>
              <a:ext cx="65" cy="182"/>
            </a:xfrm>
            <a:custGeom>
              <a:avLst/>
              <a:gdLst>
                <a:gd name="T0" fmla="*/ 333 w 26"/>
                <a:gd name="T1" fmla="*/ 21 h 68"/>
                <a:gd name="T2" fmla="*/ 238 w 26"/>
                <a:gd name="T3" fmla="*/ 423 h 68"/>
                <a:gd name="T4" fmla="*/ 50 w 26"/>
                <a:gd name="T5" fmla="*/ 1303 h 68"/>
                <a:gd name="T6" fmla="*/ 220 w 26"/>
                <a:gd name="T7" fmla="*/ 653 h 68"/>
                <a:gd name="T8" fmla="*/ 408 w 26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21" y="1"/>
                  </a:moveTo>
                  <a:cubicBezTo>
                    <a:pt x="22" y="8"/>
                    <a:pt x="19" y="10"/>
                    <a:pt x="15" y="22"/>
                  </a:cubicBezTo>
                  <a:cubicBezTo>
                    <a:pt x="9" y="38"/>
                    <a:pt x="0" y="51"/>
                    <a:pt x="3" y="68"/>
                  </a:cubicBezTo>
                  <a:cubicBezTo>
                    <a:pt x="1" y="60"/>
                    <a:pt x="9" y="42"/>
                    <a:pt x="14" y="34"/>
                  </a:cubicBezTo>
                  <a:cubicBezTo>
                    <a:pt x="18" y="27"/>
                    <a:pt x="25" y="1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" name="Freeform 329">
              <a:extLst>
                <a:ext uri="{FF2B5EF4-FFF2-40B4-BE49-F238E27FC236}">
                  <a16:creationId xmlns:a16="http://schemas.microsoft.com/office/drawing/2014/main" id="{CF016DD3-E0B2-4285-885F-F2F845E1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807"/>
              <a:ext cx="7" cy="8"/>
            </a:xfrm>
            <a:custGeom>
              <a:avLst/>
              <a:gdLst>
                <a:gd name="T0" fmla="*/ 37 w 3"/>
                <a:gd name="T1" fmla="*/ 0 h 3"/>
                <a:gd name="T2" fmla="*/ 0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2"/>
                    <a:pt x="1" y="3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CEE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" name="Freeform 330">
              <a:extLst>
                <a:ext uri="{FF2B5EF4-FFF2-40B4-BE49-F238E27FC236}">
                  <a16:creationId xmlns:a16="http://schemas.microsoft.com/office/drawing/2014/main" id="{A425D102-71A0-43EC-BC83-3D72FC18D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956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3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CEE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1DE9AF5B-7D4F-4FF9-A645-7EFCF9F7F2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Vegetables (2)</a:t>
            </a:r>
          </a:p>
        </p:txBody>
      </p:sp>
      <p:grpSp>
        <p:nvGrpSpPr>
          <p:cNvPr id="2" name="red-chili-pepper-vector-illustration">
            <a:extLst>
              <a:ext uri="{FF2B5EF4-FFF2-40B4-BE49-F238E27FC236}">
                <a16:creationId xmlns:a16="http://schemas.microsoft.com/office/drawing/2014/main" id="{18BDE679-6F7E-4E1E-992B-FE5D47C44966}"/>
              </a:ext>
            </a:extLst>
          </p:cNvPr>
          <p:cNvGrpSpPr>
            <a:grpSpLocks/>
          </p:cNvGrpSpPr>
          <p:nvPr/>
        </p:nvGrpSpPr>
        <p:grpSpPr bwMode="auto">
          <a:xfrm>
            <a:off x="2203450" y="1860550"/>
            <a:ext cx="1438275" cy="4305300"/>
            <a:chOff x="305" y="842"/>
            <a:chExt cx="906" cy="2712"/>
          </a:xfrm>
        </p:grpSpPr>
        <p:sp>
          <p:nvSpPr>
            <p:cNvPr id="15894" name="Freeform 4">
              <a:extLst>
                <a:ext uri="{FF2B5EF4-FFF2-40B4-BE49-F238E27FC236}">
                  <a16:creationId xmlns:a16="http://schemas.microsoft.com/office/drawing/2014/main" id="{788520B9-EDD2-45EE-98E3-ACAB49A2C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540"/>
              <a:ext cx="906" cy="2014"/>
            </a:xfrm>
            <a:custGeom>
              <a:avLst/>
              <a:gdLst>
                <a:gd name="T0" fmla="*/ 2630 w 362"/>
                <a:gd name="T1" fmla="*/ 397 h 755"/>
                <a:gd name="T2" fmla="*/ 1271 w 362"/>
                <a:gd name="T3" fmla="*/ 606 h 755"/>
                <a:gd name="T4" fmla="*/ 521 w 362"/>
                <a:gd name="T5" fmla="*/ 3265 h 755"/>
                <a:gd name="T6" fmla="*/ 1567 w 362"/>
                <a:gd name="T7" fmla="*/ 7536 h 755"/>
                <a:gd name="T8" fmla="*/ 3138 w 362"/>
                <a:gd name="T9" fmla="*/ 12545 h 755"/>
                <a:gd name="T10" fmla="*/ 4465 w 362"/>
                <a:gd name="T11" fmla="*/ 14309 h 755"/>
                <a:gd name="T12" fmla="*/ 4497 w 362"/>
                <a:gd name="T13" fmla="*/ 9985 h 755"/>
                <a:gd name="T14" fmla="*/ 4402 w 362"/>
                <a:gd name="T15" fmla="*/ 5466 h 755"/>
                <a:gd name="T16" fmla="*/ 4780 w 362"/>
                <a:gd name="T17" fmla="*/ 1080 h 755"/>
                <a:gd name="T18" fmla="*/ 2630 w 362"/>
                <a:gd name="T19" fmla="*/ 397 h 7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2" h="755">
                  <a:moveTo>
                    <a:pt x="168" y="21"/>
                  </a:moveTo>
                  <a:cubicBezTo>
                    <a:pt x="168" y="21"/>
                    <a:pt x="103" y="11"/>
                    <a:pt x="81" y="32"/>
                  </a:cubicBezTo>
                  <a:cubicBezTo>
                    <a:pt x="59" y="53"/>
                    <a:pt x="0" y="72"/>
                    <a:pt x="33" y="172"/>
                  </a:cubicBezTo>
                  <a:cubicBezTo>
                    <a:pt x="66" y="272"/>
                    <a:pt x="96" y="303"/>
                    <a:pt x="100" y="397"/>
                  </a:cubicBezTo>
                  <a:cubicBezTo>
                    <a:pt x="105" y="496"/>
                    <a:pt x="145" y="593"/>
                    <a:pt x="200" y="661"/>
                  </a:cubicBezTo>
                  <a:cubicBezTo>
                    <a:pt x="256" y="730"/>
                    <a:pt x="257" y="755"/>
                    <a:pt x="285" y="754"/>
                  </a:cubicBezTo>
                  <a:cubicBezTo>
                    <a:pt x="314" y="752"/>
                    <a:pt x="308" y="629"/>
                    <a:pt x="287" y="526"/>
                  </a:cubicBezTo>
                  <a:cubicBezTo>
                    <a:pt x="265" y="414"/>
                    <a:pt x="288" y="354"/>
                    <a:pt x="281" y="288"/>
                  </a:cubicBezTo>
                  <a:cubicBezTo>
                    <a:pt x="274" y="223"/>
                    <a:pt x="362" y="114"/>
                    <a:pt x="305" y="57"/>
                  </a:cubicBezTo>
                  <a:cubicBezTo>
                    <a:pt x="248" y="0"/>
                    <a:pt x="212" y="12"/>
                    <a:pt x="168" y="21"/>
                  </a:cubicBezTo>
                  <a:close/>
                </a:path>
              </a:pathLst>
            </a:custGeom>
            <a:solidFill>
              <a:srgbClr val="C6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5" name="Freeform 5">
              <a:extLst>
                <a:ext uri="{FF2B5EF4-FFF2-40B4-BE49-F238E27FC236}">
                  <a16:creationId xmlns:a16="http://schemas.microsoft.com/office/drawing/2014/main" id="{F3965060-1648-4DC9-8EA8-B2C3EDD19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594"/>
              <a:ext cx="453" cy="160"/>
            </a:xfrm>
            <a:custGeom>
              <a:avLst/>
              <a:gdLst>
                <a:gd name="T0" fmla="*/ 425 w 181"/>
                <a:gd name="T1" fmla="*/ 35 h 60"/>
                <a:gd name="T2" fmla="*/ 270 w 181"/>
                <a:gd name="T3" fmla="*/ 115 h 60"/>
                <a:gd name="T4" fmla="*/ 220 w 181"/>
                <a:gd name="T5" fmla="*/ 264 h 60"/>
                <a:gd name="T6" fmla="*/ 95 w 181"/>
                <a:gd name="T7" fmla="*/ 285 h 60"/>
                <a:gd name="T8" fmla="*/ 50 w 181"/>
                <a:gd name="T9" fmla="*/ 435 h 60"/>
                <a:gd name="T10" fmla="*/ 20 w 181"/>
                <a:gd name="T11" fmla="*/ 568 h 60"/>
                <a:gd name="T12" fmla="*/ 95 w 181"/>
                <a:gd name="T13" fmla="*/ 739 h 60"/>
                <a:gd name="T14" fmla="*/ 345 w 181"/>
                <a:gd name="T15" fmla="*/ 832 h 60"/>
                <a:gd name="T16" fmla="*/ 708 w 181"/>
                <a:gd name="T17" fmla="*/ 909 h 60"/>
                <a:gd name="T18" fmla="*/ 813 w 181"/>
                <a:gd name="T19" fmla="*/ 968 h 60"/>
                <a:gd name="T20" fmla="*/ 959 w 181"/>
                <a:gd name="T21" fmla="*/ 968 h 60"/>
                <a:gd name="T22" fmla="*/ 1146 w 181"/>
                <a:gd name="T23" fmla="*/ 1024 h 60"/>
                <a:gd name="T24" fmla="*/ 1221 w 181"/>
                <a:gd name="T25" fmla="*/ 1045 h 60"/>
                <a:gd name="T26" fmla="*/ 1284 w 181"/>
                <a:gd name="T27" fmla="*/ 1080 h 60"/>
                <a:gd name="T28" fmla="*/ 1442 w 181"/>
                <a:gd name="T29" fmla="*/ 1117 h 60"/>
                <a:gd name="T30" fmla="*/ 1584 w 181"/>
                <a:gd name="T31" fmla="*/ 947 h 60"/>
                <a:gd name="T32" fmla="*/ 1742 w 181"/>
                <a:gd name="T33" fmla="*/ 760 h 60"/>
                <a:gd name="T34" fmla="*/ 2192 w 181"/>
                <a:gd name="T35" fmla="*/ 648 h 60"/>
                <a:gd name="T36" fmla="*/ 2463 w 181"/>
                <a:gd name="T37" fmla="*/ 648 h 60"/>
                <a:gd name="T38" fmla="*/ 2680 w 181"/>
                <a:gd name="T39" fmla="*/ 683 h 60"/>
                <a:gd name="T40" fmla="*/ 2806 w 181"/>
                <a:gd name="T41" fmla="*/ 512 h 60"/>
                <a:gd name="T42" fmla="*/ 2713 w 181"/>
                <a:gd name="T43" fmla="*/ 307 h 60"/>
                <a:gd name="T44" fmla="*/ 2568 w 181"/>
                <a:gd name="T45" fmla="*/ 248 h 60"/>
                <a:gd name="T46" fmla="*/ 2463 w 181"/>
                <a:gd name="T47" fmla="*/ 205 h 60"/>
                <a:gd name="T48" fmla="*/ 2338 w 181"/>
                <a:gd name="T49" fmla="*/ 115 h 60"/>
                <a:gd name="T50" fmla="*/ 1960 w 181"/>
                <a:gd name="T51" fmla="*/ 77 h 60"/>
                <a:gd name="T52" fmla="*/ 1709 w 181"/>
                <a:gd name="T53" fmla="*/ 56 h 60"/>
                <a:gd name="T54" fmla="*/ 1459 w 181"/>
                <a:gd name="T55" fmla="*/ 21 h 60"/>
                <a:gd name="T56" fmla="*/ 1084 w 181"/>
                <a:gd name="T57" fmla="*/ 35 h 60"/>
                <a:gd name="T58" fmla="*/ 688 w 181"/>
                <a:gd name="T59" fmla="*/ 21 h 60"/>
                <a:gd name="T60" fmla="*/ 438 w 181"/>
                <a:gd name="T61" fmla="*/ 35 h 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1" h="60">
                  <a:moveTo>
                    <a:pt x="27" y="2"/>
                  </a:moveTo>
                  <a:cubicBezTo>
                    <a:pt x="24" y="2"/>
                    <a:pt x="19" y="5"/>
                    <a:pt x="17" y="6"/>
                  </a:cubicBezTo>
                  <a:cubicBezTo>
                    <a:pt x="15" y="8"/>
                    <a:pt x="14" y="11"/>
                    <a:pt x="14" y="14"/>
                  </a:cubicBezTo>
                  <a:cubicBezTo>
                    <a:pt x="11" y="16"/>
                    <a:pt x="9" y="15"/>
                    <a:pt x="6" y="15"/>
                  </a:cubicBezTo>
                  <a:cubicBezTo>
                    <a:pt x="1" y="16"/>
                    <a:pt x="3" y="19"/>
                    <a:pt x="3" y="23"/>
                  </a:cubicBezTo>
                  <a:cubicBezTo>
                    <a:pt x="3" y="26"/>
                    <a:pt x="2" y="27"/>
                    <a:pt x="1" y="30"/>
                  </a:cubicBezTo>
                  <a:cubicBezTo>
                    <a:pt x="0" y="33"/>
                    <a:pt x="4" y="37"/>
                    <a:pt x="6" y="39"/>
                  </a:cubicBezTo>
                  <a:cubicBezTo>
                    <a:pt x="11" y="41"/>
                    <a:pt x="17" y="43"/>
                    <a:pt x="22" y="44"/>
                  </a:cubicBezTo>
                  <a:cubicBezTo>
                    <a:pt x="30" y="44"/>
                    <a:pt x="39" y="44"/>
                    <a:pt x="45" y="48"/>
                  </a:cubicBezTo>
                  <a:cubicBezTo>
                    <a:pt x="48" y="50"/>
                    <a:pt x="49" y="50"/>
                    <a:pt x="52" y="51"/>
                  </a:cubicBezTo>
                  <a:cubicBezTo>
                    <a:pt x="55" y="51"/>
                    <a:pt x="58" y="50"/>
                    <a:pt x="61" y="51"/>
                  </a:cubicBezTo>
                  <a:cubicBezTo>
                    <a:pt x="65" y="52"/>
                    <a:pt x="69" y="54"/>
                    <a:pt x="73" y="54"/>
                  </a:cubicBezTo>
                  <a:cubicBezTo>
                    <a:pt x="75" y="54"/>
                    <a:pt x="76" y="54"/>
                    <a:pt x="78" y="55"/>
                  </a:cubicBezTo>
                  <a:cubicBezTo>
                    <a:pt x="80" y="56"/>
                    <a:pt x="81" y="57"/>
                    <a:pt x="82" y="57"/>
                  </a:cubicBezTo>
                  <a:cubicBezTo>
                    <a:pt x="85" y="58"/>
                    <a:pt x="90" y="60"/>
                    <a:pt x="92" y="59"/>
                  </a:cubicBezTo>
                  <a:cubicBezTo>
                    <a:pt x="96" y="59"/>
                    <a:pt x="98" y="52"/>
                    <a:pt x="101" y="50"/>
                  </a:cubicBezTo>
                  <a:cubicBezTo>
                    <a:pt x="104" y="46"/>
                    <a:pt x="108" y="43"/>
                    <a:pt x="111" y="40"/>
                  </a:cubicBezTo>
                  <a:cubicBezTo>
                    <a:pt x="119" y="35"/>
                    <a:pt x="131" y="34"/>
                    <a:pt x="140" y="34"/>
                  </a:cubicBezTo>
                  <a:cubicBezTo>
                    <a:pt x="146" y="34"/>
                    <a:pt x="151" y="35"/>
                    <a:pt x="157" y="34"/>
                  </a:cubicBezTo>
                  <a:cubicBezTo>
                    <a:pt x="162" y="34"/>
                    <a:pt x="166" y="38"/>
                    <a:pt x="171" y="36"/>
                  </a:cubicBezTo>
                  <a:cubicBezTo>
                    <a:pt x="174" y="34"/>
                    <a:pt x="178" y="31"/>
                    <a:pt x="179" y="27"/>
                  </a:cubicBezTo>
                  <a:cubicBezTo>
                    <a:pt x="181" y="22"/>
                    <a:pt x="177" y="19"/>
                    <a:pt x="173" y="16"/>
                  </a:cubicBezTo>
                  <a:cubicBezTo>
                    <a:pt x="170" y="14"/>
                    <a:pt x="168" y="13"/>
                    <a:pt x="164" y="13"/>
                  </a:cubicBezTo>
                  <a:cubicBezTo>
                    <a:pt x="162" y="12"/>
                    <a:pt x="159" y="12"/>
                    <a:pt x="157" y="11"/>
                  </a:cubicBezTo>
                  <a:cubicBezTo>
                    <a:pt x="154" y="10"/>
                    <a:pt x="153" y="7"/>
                    <a:pt x="149" y="6"/>
                  </a:cubicBezTo>
                  <a:cubicBezTo>
                    <a:pt x="141" y="4"/>
                    <a:pt x="133" y="5"/>
                    <a:pt x="125" y="4"/>
                  </a:cubicBezTo>
                  <a:cubicBezTo>
                    <a:pt x="120" y="3"/>
                    <a:pt x="115" y="3"/>
                    <a:pt x="109" y="3"/>
                  </a:cubicBezTo>
                  <a:cubicBezTo>
                    <a:pt x="104" y="3"/>
                    <a:pt x="99" y="2"/>
                    <a:pt x="93" y="1"/>
                  </a:cubicBezTo>
                  <a:cubicBezTo>
                    <a:pt x="85" y="0"/>
                    <a:pt x="77" y="1"/>
                    <a:pt x="69" y="2"/>
                  </a:cubicBezTo>
                  <a:cubicBezTo>
                    <a:pt x="60" y="3"/>
                    <a:pt x="52" y="2"/>
                    <a:pt x="44" y="1"/>
                  </a:cubicBezTo>
                  <a:cubicBezTo>
                    <a:pt x="39" y="0"/>
                    <a:pt x="32" y="0"/>
                    <a:pt x="28" y="2"/>
                  </a:cubicBezTo>
                </a:path>
              </a:pathLst>
            </a:custGeom>
            <a:solidFill>
              <a:srgbClr val="8C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6" name="Freeform 6">
              <a:extLst>
                <a:ext uri="{FF2B5EF4-FFF2-40B4-BE49-F238E27FC236}">
                  <a16:creationId xmlns:a16="http://schemas.microsoft.com/office/drawing/2014/main" id="{E4ACF04F-F262-48B9-A451-D1B6A451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634"/>
              <a:ext cx="163" cy="53"/>
            </a:xfrm>
            <a:custGeom>
              <a:avLst/>
              <a:gdLst>
                <a:gd name="T0" fmla="*/ 692 w 65"/>
                <a:gd name="T1" fmla="*/ 0 h 20"/>
                <a:gd name="T2" fmla="*/ 818 w 65"/>
                <a:gd name="T3" fmla="*/ 90 h 20"/>
                <a:gd name="T4" fmla="*/ 880 w 65"/>
                <a:gd name="T5" fmla="*/ 133 h 20"/>
                <a:gd name="T6" fmla="*/ 930 w 65"/>
                <a:gd name="T7" fmla="*/ 170 h 20"/>
                <a:gd name="T8" fmla="*/ 1006 w 65"/>
                <a:gd name="T9" fmla="*/ 225 h 20"/>
                <a:gd name="T10" fmla="*/ 930 w 65"/>
                <a:gd name="T11" fmla="*/ 352 h 20"/>
                <a:gd name="T12" fmla="*/ 818 w 65"/>
                <a:gd name="T13" fmla="*/ 371 h 20"/>
                <a:gd name="T14" fmla="*/ 722 w 65"/>
                <a:gd name="T15" fmla="*/ 337 h 20"/>
                <a:gd name="T16" fmla="*/ 597 w 65"/>
                <a:gd name="T17" fmla="*/ 315 h 20"/>
                <a:gd name="T18" fmla="*/ 471 w 65"/>
                <a:gd name="T19" fmla="*/ 294 h 20"/>
                <a:gd name="T20" fmla="*/ 396 w 65"/>
                <a:gd name="T21" fmla="*/ 337 h 20"/>
                <a:gd name="T22" fmla="*/ 283 w 65"/>
                <a:gd name="T23" fmla="*/ 337 h 20"/>
                <a:gd name="T24" fmla="*/ 83 w 65"/>
                <a:gd name="T25" fmla="*/ 337 h 20"/>
                <a:gd name="T26" fmla="*/ 50 w 65"/>
                <a:gd name="T27" fmla="*/ 239 h 20"/>
                <a:gd name="T28" fmla="*/ 271 w 65"/>
                <a:gd name="T29" fmla="*/ 170 h 20"/>
                <a:gd name="T30" fmla="*/ 471 w 65"/>
                <a:gd name="T31" fmla="*/ 111 h 20"/>
                <a:gd name="T32" fmla="*/ 629 w 65"/>
                <a:gd name="T33" fmla="*/ 56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5" h="20">
                  <a:moveTo>
                    <a:pt x="44" y="0"/>
                  </a:moveTo>
                  <a:cubicBezTo>
                    <a:pt x="45" y="3"/>
                    <a:pt x="49" y="4"/>
                    <a:pt x="52" y="5"/>
                  </a:cubicBezTo>
                  <a:cubicBezTo>
                    <a:pt x="53" y="6"/>
                    <a:pt x="55" y="6"/>
                    <a:pt x="56" y="7"/>
                  </a:cubicBezTo>
                  <a:cubicBezTo>
                    <a:pt x="57" y="7"/>
                    <a:pt x="58" y="8"/>
                    <a:pt x="59" y="9"/>
                  </a:cubicBezTo>
                  <a:cubicBezTo>
                    <a:pt x="61" y="10"/>
                    <a:pt x="63" y="9"/>
                    <a:pt x="64" y="12"/>
                  </a:cubicBezTo>
                  <a:cubicBezTo>
                    <a:pt x="65" y="15"/>
                    <a:pt x="62" y="18"/>
                    <a:pt x="59" y="19"/>
                  </a:cubicBezTo>
                  <a:cubicBezTo>
                    <a:pt x="57" y="19"/>
                    <a:pt x="54" y="20"/>
                    <a:pt x="52" y="20"/>
                  </a:cubicBezTo>
                  <a:cubicBezTo>
                    <a:pt x="50" y="20"/>
                    <a:pt x="48" y="19"/>
                    <a:pt x="46" y="18"/>
                  </a:cubicBezTo>
                  <a:cubicBezTo>
                    <a:pt x="43" y="17"/>
                    <a:pt x="41" y="17"/>
                    <a:pt x="38" y="17"/>
                  </a:cubicBezTo>
                  <a:cubicBezTo>
                    <a:pt x="35" y="17"/>
                    <a:pt x="32" y="15"/>
                    <a:pt x="30" y="16"/>
                  </a:cubicBezTo>
                  <a:cubicBezTo>
                    <a:pt x="28" y="16"/>
                    <a:pt x="27" y="18"/>
                    <a:pt x="25" y="18"/>
                  </a:cubicBezTo>
                  <a:cubicBezTo>
                    <a:pt x="23" y="19"/>
                    <a:pt x="20" y="18"/>
                    <a:pt x="18" y="18"/>
                  </a:cubicBezTo>
                  <a:cubicBezTo>
                    <a:pt x="14" y="17"/>
                    <a:pt x="9" y="19"/>
                    <a:pt x="5" y="18"/>
                  </a:cubicBezTo>
                  <a:cubicBezTo>
                    <a:pt x="2" y="17"/>
                    <a:pt x="0" y="15"/>
                    <a:pt x="3" y="13"/>
                  </a:cubicBezTo>
                  <a:cubicBezTo>
                    <a:pt x="6" y="10"/>
                    <a:pt x="12" y="10"/>
                    <a:pt x="17" y="9"/>
                  </a:cubicBezTo>
                  <a:cubicBezTo>
                    <a:pt x="21" y="7"/>
                    <a:pt x="25" y="6"/>
                    <a:pt x="30" y="6"/>
                  </a:cubicBezTo>
                  <a:cubicBezTo>
                    <a:pt x="33" y="5"/>
                    <a:pt x="38" y="5"/>
                    <a:pt x="40" y="3"/>
                  </a:cubicBezTo>
                </a:path>
              </a:pathLst>
            </a:custGeom>
            <a:solidFill>
              <a:srgbClr val="6603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7" name="Freeform 7">
              <a:extLst>
                <a:ext uri="{FF2B5EF4-FFF2-40B4-BE49-F238E27FC236}">
                  <a16:creationId xmlns:a16="http://schemas.microsoft.com/office/drawing/2014/main" id="{3A00E64C-FCF4-4D13-A622-A80E0899F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02"/>
              <a:ext cx="203" cy="136"/>
            </a:xfrm>
            <a:custGeom>
              <a:avLst/>
              <a:gdLst>
                <a:gd name="T0" fmla="*/ 363 w 81"/>
                <a:gd name="T1" fmla="*/ 0 h 51"/>
                <a:gd name="T2" fmla="*/ 221 w 81"/>
                <a:gd name="T3" fmla="*/ 115 h 51"/>
                <a:gd name="T4" fmla="*/ 188 w 81"/>
                <a:gd name="T5" fmla="*/ 192 h 51"/>
                <a:gd name="T6" fmla="*/ 175 w 81"/>
                <a:gd name="T7" fmla="*/ 264 h 51"/>
                <a:gd name="T8" fmla="*/ 113 w 81"/>
                <a:gd name="T9" fmla="*/ 248 h 51"/>
                <a:gd name="T10" fmla="*/ 50 w 81"/>
                <a:gd name="T11" fmla="*/ 307 h 51"/>
                <a:gd name="T12" fmla="*/ 83 w 81"/>
                <a:gd name="T13" fmla="*/ 397 h 51"/>
                <a:gd name="T14" fmla="*/ 50 w 81"/>
                <a:gd name="T15" fmla="*/ 512 h 51"/>
                <a:gd name="T16" fmla="*/ 0 w 81"/>
                <a:gd name="T17" fmla="*/ 533 h 51"/>
                <a:gd name="T18" fmla="*/ 20 w 81"/>
                <a:gd name="T19" fmla="*/ 589 h 51"/>
                <a:gd name="T20" fmla="*/ 83 w 81"/>
                <a:gd name="T21" fmla="*/ 605 h 51"/>
                <a:gd name="T22" fmla="*/ 125 w 81"/>
                <a:gd name="T23" fmla="*/ 605 h 51"/>
                <a:gd name="T24" fmla="*/ 158 w 81"/>
                <a:gd name="T25" fmla="*/ 648 h 51"/>
                <a:gd name="T26" fmla="*/ 188 w 81"/>
                <a:gd name="T27" fmla="*/ 648 h 51"/>
                <a:gd name="T28" fmla="*/ 238 w 81"/>
                <a:gd name="T29" fmla="*/ 648 h 51"/>
                <a:gd name="T30" fmla="*/ 333 w 81"/>
                <a:gd name="T31" fmla="*/ 683 h 51"/>
                <a:gd name="T32" fmla="*/ 426 w 81"/>
                <a:gd name="T33" fmla="*/ 704 h 51"/>
                <a:gd name="T34" fmla="*/ 489 w 81"/>
                <a:gd name="T35" fmla="*/ 683 h 51"/>
                <a:gd name="T36" fmla="*/ 534 w 81"/>
                <a:gd name="T37" fmla="*/ 704 h 51"/>
                <a:gd name="T38" fmla="*/ 679 w 81"/>
                <a:gd name="T39" fmla="*/ 760 h 51"/>
                <a:gd name="T40" fmla="*/ 692 w 81"/>
                <a:gd name="T41" fmla="*/ 797 h 51"/>
                <a:gd name="T42" fmla="*/ 784 w 81"/>
                <a:gd name="T43" fmla="*/ 797 h 51"/>
                <a:gd name="T44" fmla="*/ 880 w 81"/>
                <a:gd name="T45" fmla="*/ 832 h 51"/>
                <a:gd name="T46" fmla="*/ 942 w 81"/>
                <a:gd name="T47" fmla="*/ 853 h 51"/>
                <a:gd name="T48" fmla="*/ 1005 w 81"/>
                <a:gd name="T49" fmla="*/ 875 h 51"/>
                <a:gd name="T50" fmla="*/ 1068 w 81"/>
                <a:gd name="T51" fmla="*/ 875 h 51"/>
                <a:gd name="T52" fmla="*/ 1118 w 81"/>
                <a:gd name="T53" fmla="*/ 888 h 51"/>
                <a:gd name="T54" fmla="*/ 1213 w 81"/>
                <a:gd name="T55" fmla="*/ 947 h 51"/>
                <a:gd name="T56" fmla="*/ 1276 w 81"/>
                <a:gd name="T57" fmla="*/ 875 h 51"/>
                <a:gd name="T58" fmla="*/ 1213 w 81"/>
                <a:gd name="T59" fmla="*/ 739 h 51"/>
                <a:gd name="T60" fmla="*/ 1150 w 81"/>
                <a:gd name="T61" fmla="*/ 512 h 51"/>
                <a:gd name="T62" fmla="*/ 1068 w 81"/>
                <a:gd name="T63" fmla="*/ 341 h 51"/>
                <a:gd name="T64" fmla="*/ 972 w 81"/>
                <a:gd name="T65" fmla="*/ 320 h 51"/>
                <a:gd name="T66" fmla="*/ 880 w 81"/>
                <a:gd name="T67" fmla="*/ 285 h 51"/>
                <a:gd name="T68" fmla="*/ 722 w 81"/>
                <a:gd name="T69" fmla="*/ 149 h 51"/>
                <a:gd name="T70" fmla="*/ 596 w 81"/>
                <a:gd name="T71" fmla="*/ 56 h 51"/>
                <a:gd name="T72" fmla="*/ 489 w 81"/>
                <a:gd name="T73" fmla="*/ 0 h 5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1" h="51">
                  <a:moveTo>
                    <a:pt x="23" y="0"/>
                  </a:moveTo>
                  <a:cubicBezTo>
                    <a:pt x="20" y="2"/>
                    <a:pt x="16" y="2"/>
                    <a:pt x="14" y="6"/>
                  </a:cubicBezTo>
                  <a:cubicBezTo>
                    <a:pt x="13" y="7"/>
                    <a:pt x="13" y="9"/>
                    <a:pt x="12" y="10"/>
                  </a:cubicBezTo>
                  <a:cubicBezTo>
                    <a:pt x="12" y="11"/>
                    <a:pt x="12" y="14"/>
                    <a:pt x="11" y="14"/>
                  </a:cubicBezTo>
                  <a:cubicBezTo>
                    <a:pt x="10" y="15"/>
                    <a:pt x="9" y="13"/>
                    <a:pt x="7" y="13"/>
                  </a:cubicBezTo>
                  <a:cubicBezTo>
                    <a:pt x="6" y="13"/>
                    <a:pt x="4" y="14"/>
                    <a:pt x="3" y="16"/>
                  </a:cubicBezTo>
                  <a:cubicBezTo>
                    <a:pt x="2" y="19"/>
                    <a:pt x="4" y="19"/>
                    <a:pt x="5" y="21"/>
                  </a:cubicBezTo>
                  <a:cubicBezTo>
                    <a:pt x="5" y="23"/>
                    <a:pt x="4" y="26"/>
                    <a:pt x="3" y="27"/>
                  </a:cubicBezTo>
                  <a:cubicBezTo>
                    <a:pt x="2" y="27"/>
                    <a:pt x="1" y="28"/>
                    <a:pt x="0" y="28"/>
                  </a:cubicBezTo>
                  <a:cubicBezTo>
                    <a:pt x="0" y="29"/>
                    <a:pt x="1" y="31"/>
                    <a:pt x="1" y="31"/>
                  </a:cubicBezTo>
                  <a:cubicBezTo>
                    <a:pt x="2" y="32"/>
                    <a:pt x="4" y="32"/>
                    <a:pt x="5" y="32"/>
                  </a:cubicBezTo>
                  <a:cubicBezTo>
                    <a:pt x="6" y="32"/>
                    <a:pt x="7" y="31"/>
                    <a:pt x="8" y="32"/>
                  </a:cubicBezTo>
                  <a:cubicBezTo>
                    <a:pt x="9" y="33"/>
                    <a:pt x="8" y="34"/>
                    <a:pt x="10" y="34"/>
                  </a:cubicBezTo>
                  <a:cubicBezTo>
                    <a:pt x="11" y="34"/>
                    <a:pt x="11" y="34"/>
                    <a:pt x="12" y="34"/>
                  </a:cubicBezTo>
                  <a:cubicBezTo>
                    <a:pt x="13" y="34"/>
                    <a:pt x="14" y="34"/>
                    <a:pt x="15" y="34"/>
                  </a:cubicBezTo>
                  <a:cubicBezTo>
                    <a:pt x="17" y="35"/>
                    <a:pt x="19" y="36"/>
                    <a:pt x="21" y="36"/>
                  </a:cubicBezTo>
                  <a:cubicBezTo>
                    <a:pt x="23" y="37"/>
                    <a:pt x="25" y="37"/>
                    <a:pt x="27" y="37"/>
                  </a:cubicBezTo>
                  <a:cubicBezTo>
                    <a:pt x="28" y="36"/>
                    <a:pt x="30" y="36"/>
                    <a:pt x="31" y="36"/>
                  </a:cubicBezTo>
                  <a:cubicBezTo>
                    <a:pt x="32" y="36"/>
                    <a:pt x="33" y="37"/>
                    <a:pt x="34" y="37"/>
                  </a:cubicBezTo>
                  <a:cubicBezTo>
                    <a:pt x="36" y="39"/>
                    <a:pt x="40" y="38"/>
                    <a:pt x="43" y="40"/>
                  </a:cubicBezTo>
                  <a:cubicBezTo>
                    <a:pt x="43" y="40"/>
                    <a:pt x="43" y="41"/>
                    <a:pt x="44" y="42"/>
                  </a:cubicBezTo>
                  <a:cubicBezTo>
                    <a:pt x="46" y="42"/>
                    <a:pt x="48" y="42"/>
                    <a:pt x="50" y="42"/>
                  </a:cubicBezTo>
                  <a:cubicBezTo>
                    <a:pt x="53" y="42"/>
                    <a:pt x="54" y="43"/>
                    <a:pt x="56" y="44"/>
                  </a:cubicBezTo>
                  <a:cubicBezTo>
                    <a:pt x="58" y="46"/>
                    <a:pt x="59" y="45"/>
                    <a:pt x="60" y="45"/>
                  </a:cubicBezTo>
                  <a:cubicBezTo>
                    <a:pt x="62" y="45"/>
                    <a:pt x="62" y="46"/>
                    <a:pt x="64" y="46"/>
                  </a:cubicBezTo>
                  <a:cubicBezTo>
                    <a:pt x="66" y="46"/>
                    <a:pt x="66" y="46"/>
                    <a:pt x="68" y="46"/>
                  </a:cubicBezTo>
                  <a:cubicBezTo>
                    <a:pt x="69" y="47"/>
                    <a:pt x="70" y="46"/>
                    <a:pt x="71" y="47"/>
                  </a:cubicBezTo>
                  <a:cubicBezTo>
                    <a:pt x="73" y="49"/>
                    <a:pt x="73" y="51"/>
                    <a:pt x="77" y="50"/>
                  </a:cubicBezTo>
                  <a:cubicBezTo>
                    <a:pt x="78" y="49"/>
                    <a:pt x="80" y="47"/>
                    <a:pt x="81" y="46"/>
                  </a:cubicBezTo>
                  <a:cubicBezTo>
                    <a:pt x="81" y="44"/>
                    <a:pt x="78" y="41"/>
                    <a:pt x="77" y="39"/>
                  </a:cubicBezTo>
                  <a:cubicBezTo>
                    <a:pt x="75" y="35"/>
                    <a:pt x="74" y="31"/>
                    <a:pt x="73" y="27"/>
                  </a:cubicBezTo>
                  <a:cubicBezTo>
                    <a:pt x="71" y="24"/>
                    <a:pt x="71" y="19"/>
                    <a:pt x="68" y="18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60" y="16"/>
                    <a:pt x="58" y="15"/>
                    <a:pt x="56" y="15"/>
                  </a:cubicBezTo>
                  <a:cubicBezTo>
                    <a:pt x="52" y="13"/>
                    <a:pt x="49" y="10"/>
                    <a:pt x="46" y="8"/>
                  </a:cubicBezTo>
                  <a:cubicBezTo>
                    <a:pt x="43" y="6"/>
                    <a:pt x="41" y="4"/>
                    <a:pt x="38" y="3"/>
                  </a:cubicBezTo>
                  <a:cubicBezTo>
                    <a:pt x="36" y="2"/>
                    <a:pt x="33" y="0"/>
                    <a:pt x="31" y="0"/>
                  </a:cubicBezTo>
                </a:path>
              </a:pathLst>
            </a:custGeom>
            <a:solidFill>
              <a:srgbClr val="6603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8" name="Freeform 8">
              <a:extLst>
                <a:ext uri="{FF2B5EF4-FFF2-40B4-BE49-F238E27FC236}">
                  <a16:creationId xmlns:a16="http://schemas.microsoft.com/office/drawing/2014/main" id="{214A5534-BECF-4AD0-8F1E-9239E1DA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842"/>
              <a:ext cx="440" cy="906"/>
            </a:xfrm>
            <a:custGeom>
              <a:avLst/>
              <a:gdLst>
                <a:gd name="T0" fmla="*/ 345 w 176"/>
                <a:gd name="T1" fmla="*/ 5468 h 340"/>
                <a:gd name="T2" fmla="*/ 333 w 176"/>
                <a:gd name="T3" fmla="*/ 5468 h 340"/>
                <a:gd name="T4" fmla="*/ 158 w 176"/>
                <a:gd name="T5" fmla="*/ 5921 h 340"/>
                <a:gd name="T6" fmla="*/ 1033 w 176"/>
                <a:gd name="T7" fmla="*/ 6150 h 340"/>
                <a:gd name="T8" fmla="*/ 1720 w 176"/>
                <a:gd name="T9" fmla="*/ 6001 h 340"/>
                <a:gd name="T10" fmla="*/ 2688 w 176"/>
                <a:gd name="T11" fmla="*/ 5865 h 340"/>
                <a:gd name="T12" fmla="*/ 1958 w 176"/>
                <a:gd name="T13" fmla="*/ 4445 h 340"/>
                <a:gd name="T14" fmla="*/ 1125 w 176"/>
                <a:gd name="T15" fmla="*/ 605 h 340"/>
                <a:gd name="T16" fmla="*/ 895 w 176"/>
                <a:gd name="T17" fmla="*/ 2001 h 340"/>
                <a:gd name="T18" fmla="*/ 970 w 176"/>
                <a:gd name="T19" fmla="*/ 2913 h 340"/>
                <a:gd name="T20" fmla="*/ 895 w 176"/>
                <a:gd name="T21" fmla="*/ 4218 h 340"/>
                <a:gd name="T22" fmla="*/ 488 w 176"/>
                <a:gd name="T23" fmla="*/ 5319 h 340"/>
                <a:gd name="T24" fmla="*/ 408 w 176"/>
                <a:gd name="T25" fmla="*/ 5412 h 340"/>
                <a:gd name="T26" fmla="*/ 363 w 176"/>
                <a:gd name="T27" fmla="*/ 5447 h 340"/>
                <a:gd name="T28" fmla="*/ 333 w 176"/>
                <a:gd name="T29" fmla="*/ 5489 h 340"/>
                <a:gd name="T30" fmla="*/ 300 w 176"/>
                <a:gd name="T31" fmla="*/ 5489 h 340"/>
                <a:gd name="T32" fmla="*/ 313 w 176"/>
                <a:gd name="T33" fmla="*/ 5559 h 340"/>
                <a:gd name="T34" fmla="*/ 283 w 176"/>
                <a:gd name="T35" fmla="*/ 5639 h 340"/>
                <a:gd name="T36" fmla="*/ 300 w 176"/>
                <a:gd name="T37" fmla="*/ 5673 h 340"/>
                <a:gd name="T38" fmla="*/ 283 w 176"/>
                <a:gd name="T39" fmla="*/ 5716 h 340"/>
                <a:gd name="T40" fmla="*/ 220 w 176"/>
                <a:gd name="T41" fmla="*/ 5694 h 340"/>
                <a:gd name="T42" fmla="*/ 158 w 176"/>
                <a:gd name="T43" fmla="*/ 5673 h 340"/>
                <a:gd name="T44" fmla="*/ 220 w 176"/>
                <a:gd name="T45" fmla="*/ 5809 h 340"/>
                <a:gd name="T46" fmla="*/ 175 w 176"/>
                <a:gd name="T47" fmla="*/ 5830 h 340"/>
                <a:gd name="T48" fmla="*/ 208 w 176"/>
                <a:gd name="T49" fmla="*/ 5886 h 340"/>
                <a:gd name="T50" fmla="*/ 125 w 176"/>
                <a:gd name="T51" fmla="*/ 5900 h 340"/>
                <a:gd name="T52" fmla="*/ 158 w 176"/>
                <a:gd name="T53" fmla="*/ 5942 h 340"/>
                <a:gd name="T54" fmla="*/ 145 w 176"/>
                <a:gd name="T55" fmla="*/ 5958 h 340"/>
                <a:gd name="T56" fmla="*/ 313 w 176"/>
                <a:gd name="T57" fmla="*/ 5772 h 340"/>
                <a:gd name="T58" fmla="*/ 345 w 176"/>
                <a:gd name="T59" fmla="*/ 5524 h 34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6" h="340">
                  <a:moveTo>
                    <a:pt x="22" y="289"/>
                  </a:moveTo>
                  <a:cubicBezTo>
                    <a:pt x="21" y="289"/>
                    <a:pt x="21" y="289"/>
                    <a:pt x="21" y="289"/>
                  </a:cubicBezTo>
                  <a:cubicBezTo>
                    <a:pt x="21" y="289"/>
                    <a:pt x="21" y="310"/>
                    <a:pt x="10" y="313"/>
                  </a:cubicBezTo>
                  <a:cubicBezTo>
                    <a:pt x="0" y="316"/>
                    <a:pt x="31" y="310"/>
                    <a:pt x="66" y="325"/>
                  </a:cubicBezTo>
                  <a:cubicBezTo>
                    <a:pt x="100" y="340"/>
                    <a:pt x="97" y="329"/>
                    <a:pt x="110" y="317"/>
                  </a:cubicBezTo>
                  <a:cubicBezTo>
                    <a:pt x="124" y="306"/>
                    <a:pt x="167" y="310"/>
                    <a:pt x="172" y="310"/>
                  </a:cubicBezTo>
                  <a:cubicBezTo>
                    <a:pt x="176" y="310"/>
                    <a:pt x="139" y="285"/>
                    <a:pt x="125" y="235"/>
                  </a:cubicBezTo>
                  <a:cubicBezTo>
                    <a:pt x="112" y="186"/>
                    <a:pt x="124" y="65"/>
                    <a:pt x="72" y="32"/>
                  </a:cubicBezTo>
                  <a:cubicBezTo>
                    <a:pt x="19" y="0"/>
                    <a:pt x="51" y="74"/>
                    <a:pt x="57" y="106"/>
                  </a:cubicBezTo>
                  <a:cubicBezTo>
                    <a:pt x="60" y="122"/>
                    <a:pt x="61" y="138"/>
                    <a:pt x="62" y="154"/>
                  </a:cubicBezTo>
                  <a:cubicBezTo>
                    <a:pt x="62" y="177"/>
                    <a:pt x="61" y="201"/>
                    <a:pt x="57" y="223"/>
                  </a:cubicBezTo>
                  <a:cubicBezTo>
                    <a:pt x="53" y="244"/>
                    <a:pt x="46" y="265"/>
                    <a:pt x="31" y="281"/>
                  </a:cubicBezTo>
                  <a:cubicBezTo>
                    <a:pt x="30" y="282"/>
                    <a:pt x="28" y="284"/>
                    <a:pt x="26" y="286"/>
                  </a:cubicBezTo>
                  <a:cubicBezTo>
                    <a:pt x="25" y="287"/>
                    <a:pt x="24" y="287"/>
                    <a:pt x="23" y="288"/>
                  </a:cubicBezTo>
                  <a:cubicBezTo>
                    <a:pt x="22" y="289"/>
                    <a:pt x="22" y="289"/>
                    <a:pt x="21" y="290"/>
                  </a:cubicBezTo>
                  <a:cubicBezTo>
                    <a:pt x="21" y="290"/>
                    <a:pt x="20" y="289"/>
                    <a:pt x="19" y="290"/>
                  </a:cubicBezTo>
                  <a:cubicBezTo>
                    <a:pt x="18" y="291"/>
                    <a:pt x="19" y="293"/>
                    <a:pt x="20" y="294"/>
                  </a:cubicBezTo>
                  <a:cubicBezTo>
                    <a:pt x="18" y="295"/>
                    <a:pt x="18" y="296"/>
                    <a:pt x="18" y="298"/>
                  </a:cubicBezTo>
                  <a:cubicBezTo>
                    <a:pt x="18" y="299"/>
                    <a:pt x="19" y="299"/>
                    <a:pt x="19" y="300"/>
                  </a:cubicBezTo>
                  <a:cubicBezTo>
                    <a:pt x="19" y="301"/>
                    <a:pt x="18" y="301"/>
                    <a:pt x="18" y="302"/>
                  </a:cubicBezTo>
                  <a:cubicBezTo>
                    <a:pt x="16" y="303"/>
                    <a:pt x="16" y="302"/>
                    <a:pt x="14" y="301"/>
                  </a:cubicBezTo>
                  <a:cubicBezTo>
                    <a:pt x="13" y="301"/>
                    <a:pt x="12" y="299"/>
                    <a:pt x="10" y="300"/>
                  </a:cubicBezTo>
                  <a:cubicBezTo>
                    <a:pt x="7" y="302"/>
                    <a:pt x="12" y="306"/>
                    <a:pt x="14" y="307"/>
                  </a:cubicBezTo>
                  <a:cubicBezTo>
                    <a:pt x="13" y="307"/>
                    <a:pt x="12" y="307"/>
                    <a:pt x="11" y="308"/>
                  </a:cubicBezTo>
                  <a:cubicBezTo>
                    <a:pt x="11" y="310"/>
                    <a:pt x="12" y="311"/>
                    <a:pt x="13" y="311"/>
                  </a:cubicBezTo>
                  <a:cubicBezTo>
                    <a:pt x="11" y="310"/>
                    <a:pt x="9" y="311"/>
                    <a:pt x="8" y="312"/>
                  </a:cubicBezTo>
                  <a:cubicBezTo>
                    <a:pt x="7" y="314"/>
                    <a:pt x="9" y="316"/>
                    <a:pt x="10" y="314"/>
                  </a:cubicBezTo>
                  <a:cubicBezTo>
                    <a:pt x="9" y="314"/>
                    <a:pt x="9" y="314"/>
                    <a:pt x="9" y="315"/>
                  </a:cubicBezTo>
                  <a:cubicBezTo>
                    <a:pt x="13" y="317"/>
                    <a:pt x="19" y="309"/>
                    <a:pt x="20" y="305"/>
                  </a:cubicBezTo>
                  <a:cubicBezTo>
                    <a:pt x="21" y="301"/>
                    <a:pt x="22" y="297"/>
                    <a:pt x="22" y="292"/>
                  </a:cubicBezTo>
                </a:path>
              </a:pathLst>
            </a:custGeom>
            <a:solidFill>
              <a:srgbClr val="47A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9" name="Freeform 9">
              <a:extLst>
                <a:ext uri="{FF2B5EF4-FFF2-40B4-BE49-F238E27FC236}">
                  <a16:creationId xmlns:a16="http://schemas.microsoft.com/office/drawing/2014/main" id="{0FD99C6F-D63D-46F5-B907-2A4DB3A98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663"/>
              <a:ext cx="337" cy="309"/>
            </a:xfrm>
            <a:custGeom>
              <a:avLst/>
              <a:gdLst>
                <a:gd name="T0" fmla="*/ 824 w 135"/>
                <a:gd name="T1" fmla="*/ 341 h 116"/>
                <a:gd name="T2" fmla="*/ 574 w 135"/>
                <a:gd name="T3" fmla="*/ 567 h 116"/>
                <a:gd name="T4" fmla="*/ 280 w 135"/>
                <a:gd name="T5" fmla="*/ 794 h 116"/>
                <a:gd name="T6" fmla="*/ 667 w 135"/>
                <a:gd name="T7" fmla="*/ 815 h 116"/>
                <a:gd name="T8" fmla="*/ 125 w 135"/>
                <a:gd name="T9" fmla="*/ 1718 h 116"/>
                <a:gd name="T10" fmla="*/ 479 w 135"/>
                <a:gd name="T11" fmla="*/ 1590 h 116"/>
                <a:gd name="T12" fmla="*/ 187 w 135"/>
                <a:gd name="T13" fmla="*/ 1795 h 116"/>
                <a:gd name="T14" fmla="*/ 0 w 135"/>
                <a:gd name="T15" fmla="*/ 2158 h 116"/>
                <a:gd name="T16" fmla="*/ 479 w 135"/>
                <a:gd name="T17" fmla="*/ 1889 h 116"/>
                <a:gd name="T18" fmla="*/ 966 w 135"/>
                <a:gd name="T19" fmla="*/ 1646 h 116"/>
                <a:gd name="T20" fmla="*/ 1091 w 135"/>
                <a:gd name="T21" fmla="*/ 964 h 116"/>
                <a:gd name="T22" fmla="*/ 1787 w 135"/>
                <a:gd name="T23" fmla="*/ 490 h 116"/>
                <a:gd name="T24" fmla="*/ 2087 w 135"/>
                <a:gd name="T25" fmla="*/ 264 h 116"/>
                <a:gd name="T26" fmla="*/ 1850 w 135"/>
                <a:gd name="T27" fmla="*/ 0 h 116"/>
                <a:gd name="T28" fmla="*/ 1900 w 135"/>
                <a:gd name="T29" fmla="*/ 35 h 116"/>
                <a:gd name="T30" fmla="*/ 779 w 135"/>
                <a:gd name="T31" fmla="*/ 376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5" h="116">
                  <a:moveTo>
                    <a:pt x="53" y="18"/>
                  </a:moveTo>
                  <a:cubicBezTo>
                    <a:pt x="46" y="19"/>
                    <a:pt x="37" y="22"/>
                    <a:pt x="37" y="30"/>
                  </a:cubicBezTo>
                  <a:cubicBezTo>
                    <a:pt x="33" y="31"/>
                    <a:pt x="14" y="35"/>
                    <a:pt x="18" y="42"/>
                  </a:cubicBezTo>
                  <a:cubicBezTo>
                    <a:pt x="19" y="45"/>
                    <a:pt x="39" y="42"/>
                    <a:pt x="43" y="43"/>
                  </a:cubicBezTo>
                  <a:cubicBezTo>
                    <a:pt x="42" y="63"/>
                    <a:pt x="16" y="74"/>
                    <a:pt x="8" y="91"/>
                  </a:cubicBezTo>
                  <a:cubicBezTo>
                    <a:pt x="16" y="91"/>
                    <a:pt x="23" y="84"/>
                    <a:pt x="31" y="84"/>
                  </a:cubicBezTo>
                  <a:cubicBezTo>
                    <a:pt x="27" y="90"/>
                    <a:pt x="18" y="90"/>
                    <a:pt x="12" y="95"/>
                  </a:cubicBezTo>
                  <a:cubicBezTo>
                    <a:pt x="5" y="100"/>
                    <a:pt x="2" y="106"/>
                    <a:pt x="0" y="114"/>
                  </a:cubicBezTo>
                  <a:cubicBezTo>
                    <a:pt x="12" y="116"/>
                    <a:pt x="21" y="105"/>
                    <a:pt x="31" y="100"/>
                  </a:cubicBezTo>
                  <a:cubicBezTo>
                    <a:pt x="41" y="95"/>
                    <a:pt x="53" y="94"/>
                    <a:pt x="62" y="87"/>
                  </a:cubicBezTo>
                  <a:cubicBezTo>
                    <a:pt x="72" y="80"/>
                    <a:pt x="90" y="57"/>
                    <a:pt x="70" y="51"/>
                  </a:cubicBezTo>
                  <a:cubicBezTo>
                    <a:pt x="66" y="38"/>
                    <a:pt x="104" y="30"/>
                    <a:pt x="115" y="26"/>
                  </a:cubicBezTo>
                  <a:cubicBezTo>
                    <a:pt x="122" y="23"/>
                    <a:pt x="133" y="23"/>
                    <a:pt x="134" y="14"/>
                  </a:cubicBezTo>
                  <a:cubicBezTo>
                    <a:pt x="135" y="6"/>
                    <a:pt x="126" y="1"/>
                    <a:pt x="119" y="0"/>
                  </a:cubicBezTo>
                  <a:cubicBezTo>
                    <a:pt x="119" y="0"/>
                    <a:pt x="121" y="2"/>
                    <a:pt x="122" y="2"/>
                  </a:cubicBezTo>
                  <a:cubicBezTo>
                    <a:pt x="126" y="34"/>
                    <a:pt x="61" y="11"/>
                    <a:pt x="50" y="20"/>
                  </a:cubicBezTo>
                </a:path>
              </a:pathLst>
            </a:custGeom>
            <a:solidFill>
              <a:srgbClr val="DB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0" name="Freeform 10">
              <a:extLst>
                <a:ext uri="{FF2B5EF4-FFF2-40B4-BE49-F238E27FC236}">
                  <a16:creationId xmlns:a16="http://schemas.microsoft.com/office/drawing/2014/main" id="{FC733A29-8D83-487F-BC4B-58A6530F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1660"/>
              <a:ext cx="296" cy="184"/>
            </a:xfrm>
            <a:custGeom>
              <a:avLst/>
              <a:gdLst>
                <a:gd name="T0" fmla="*/ 1202 w 118"/>
                <a:gd name="T1" fmla="*/ 1160 h 69"/>
                <a:gd name="T2" fmla="*/ 1831 w 118"/>
                <a:gd name="T3" fmla="*/ 909 h 69"/>
                <a:gd name="T4" fmla="*/ 981 w 118"/>
                <a:gd name="T5" fmla="*/ 533 h 69"/>
                <a:gd name="T6" fmla="*/ 238 w 118"/>
                <a:gd name="T7" fmla="*/ 341 h 69"/>
                <a:gd name="T8" fmla="*/ 379 w 118"/>
                <a:gd name="T9" fmla="*/ 1139 h 69"/>
                <a:gd name="T10" fmla="*/ 1297 w 118"/>
                <a:gd name="T11" fmla="*/ 116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69">
                  <a:moveTo>
                    <a:pt x="76" y="61"/>
                  </a:moveTo>
                  <a:cubicBezTo>
                    <a:pt x="88" y="57"/>
                    <a:pt x="106" y="55"/>
                    <a:pt x="116" y="48"/>
                  </a:cubicBezTo>
                  <a:cubicBezTo>
                    <a:pt x="118" y="28"/>
                    <a:pt x="74" y="33"/>
                    <a:pt x="62" y="28"/>
                  </a:cubicBezTo>
                  <a:cubicBezTo>
                    <a:pt x="44" y="21"/>
                    <a:pt x="33" y="0"/>
                    <a:pt x="15" y="18"/>
                  </a:cubicBezTo>
                  <a:cubicBezTo>
                    <a:pt x="0" y="33"/>
                    <a:pt x="3" y="52"/>
                    <a:pt x="24" y="60"/>
                  </a:cubicBezTo>
                  <a:cubicBezTo>
                    <a:pt x="35" y="65"/>
                    <a:pt x="72" y="69"/>
                    <a:pt x="82" y="61"/>
                  </a:cubicBezTo>
                </a:path>
              </a:pathLst>
            </a:custGeom>
            <a:solidFill>
              <a:srgbClr val="DB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1" name="Freeform 11">
              <a:extLst>
                <a:ext uri="{FF2B5EF4-FFF2-40B4-BE49-F238E27FC236}">
                  <a16:creationId xmlns:a16="http://schemas.microsoft.com/office/drawing/2014/main" id="{40CEEF59-7250-4DD7-8C88-8A398371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010"/>
              <a:ext cx="165" cy="685"/>
            </a:xfrm>
            <a:custGeom>
              <a:avLst/>
              <a:gdLst>
                <a:gd name="T0" fmla="*/ 283 w 66"/>
                <a:gd name="T1" fmla="*/ 56 h 257"/>
                <a:gd name="T2" fmla="*/ 625 w 66"/>
                <a:gd name="T3" fmla="*/ 4070 h 257"/>
                <a:gd name="T4" fmla="*/ 895 w 66"/>
                <a:gd name="T5" fmla="*/ 4675 h 257"/>
                <a:gd name="T6" fmla="*/ 845 w 66"/>
                <a:gd name="T7" fmla="*/ 3787 h 257"/>
                <a:gd name="T8" fmla="*/ 425 w 66"/>
                <a:gd name="T9" fmla="*/ 1954 h 257"/>
                <a:gd name="T10" fmla="*/ 363 w 66"/>
                <a:gd name="T11" fmla="*/ 21 h 257"/>
                <a:gd name="T12" fmla="*/ 300 w 66"/>
                <a:gd name="T13" fmla="*/ 21 h 257"/>
                <a:gd name="T14" fmla="*/ 283 w 66"/>
                <a:gd name="T15" fmla="*/ 115 h 2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57">
                  <a:moveTo>
                    <a:pt x="18" y="3"/>
                  </a:moveTo>
                  <a:cubicBezTo>
                    <a:pt x="0" y="73"/>
                    <a:pt x="23" y="149"/>
                    <a:pt x="40" y="215"/>
                  </a:cubicBezTo>
                  <a:cubicBezTo>
                    <a:pt x="41" y="222"/>
                    <a:pt x="45" y="257"/>
                    <a:pt x="57" y="247"/>
                  </a:cubicBezTo>
                  <a:cubicBezTo>
                    <a:pt x="66" y="240"/>
                    <a:pt x="56" y="209"/>
                    <a:pt x="54" y="200"/>
                  </a:cubicBezTo>
                  <a:cubicBezTo>
                    <a:pt x="44" y="168"/>
                    <a:pt x="29" y="138"/>
                    <a:pt x="27" y="103"/>
                  </a:cubicBezTo>
                  <a:cubicBezTo>
                    <a:pt x="24" y="69"/>
                    <a:pt x="29" y="34"/>
                    <a:pt x="23" y="1"/>
                  </a:cubicBezTo>
                  <a:cubicBezTo>
                    <a:pt x="22" y="0"/>
                    <a:pt x="20" y="1"/>
                    <a:pt x="19" y="1"/>
                  </a:cubicBezTo>
                  <a:cubicBezTo>
                    <a:pt x="18" y="2"/>
                    <a:pt x="18" y="4"/>
                    <a:pt x="18" y="6"/>
                  </a:cubicBezTo>
                </a:path>
              </a:pathLst>
            </a:custGeom>
            <a:solidFill>
              <a:srgbClr val="DB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2" name="Freeform 12">
              <a:extLst>
                <a:ext uri="{FF2B5EF4-FFF2-40B4-BE49-F238E27FC236}">
                  <a16:creationId xmlns:a16="http://schemas.microsoft.com/office/drawing/2014/main" id="{83A24BE4-F57D-4590-9B7C-42FC7AE6B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450"/>
              <a:ext cx="135" cy="176"/>
            </a:xfrm>
            <a:custGeom>
              <a:avLst/>
              <a:gdLst>
                <a:gd name="T0" fmla="*/ 625 w 54"/>
                <a:gd name="T1" fmla="*/ 93 h 66"/>
                <a:gd name="T2" fmla="*/ 238 w 54"/>
                <a:gd name="T3" fmla="*/ 1229 h 66"/>
                <a:gd name="T4" fmla="*/ 738 w 54"/>
                <a:gd name="T5" fmla="*/ 605 h 66"/>
                <a:gd name="T6" fmla="*/ 563 w 54"/>
                <a:gd name="T7" fmla="*/ 192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66">
                  <a:moveTo>
                    <a:pt x="40" y="5"/>
                  </a:moveTo>
                  <a:cubicBezTo>
                    <a:pt x="21" y="0"/>
                    <a:pt x="0" y="64"/>
                    <a:pt x="15" y="65"/>
                  </a:cubicBezTo>
                  <a:cubicBezTo>
                    <a:pt x="17" y="66"/>
                    <a:pt x="45" y="36"/>
                    <a:pt x="47" y="32"/>
                  </a:cubicBezTo>
                  <a:cubicBezTo>
                    <a:pt x="54" y="23"/>
                    <a:pt x="48" y="4"/>
                    <a:pt x="36" y="10"/>
                  </a:cubicBezTo>
                </a:path>
              </a:pathLst>
            </a:custGeom>
            <a:solidFill>
              <a:srgbClr val="DB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3" name="Freeform 13">
              <a:extLst>
                <a:ext uri="{FF2B5EF4-FFF2-40B4-BE49-F238E27FC236}">
                  <a16:creationId xmlns:a16="http://schemas.microsoft.com/office/drawing/2014/main" id="{55ABF902-F238-45EA-B2A6-5DB7675F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3444"/>
              <a:ext cx="57" cy="80"/>
            </a:xfrm>
            <a:custGeom>
              <a:avLst/>
              <a:gdLst>
                <a:gd name="T0" fmla="*/ 0 w 23"/>
                <a:gd name="T1" fmla="*/ 320 h 30"/>
                <a:gd name="T2" fmla="*/ 0 w 23"/>
                <a:gd name="T3" fmla="*/ 32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0">
                  <a:moveTo>
                    <a:pt x="0" y="17"/>
                  </a:moveTo>
                  <a:cubicBezTo>
                    <a:pt x="23" y="30"/>
                    <a:pt x="15" y="0"/>
                    <a:pt x="0" y="17"/>
                  </a:cubicBezTo>
                </a:path>
              </a:pathLst>
            </a:custGeom>
            <a:solidFill>
              <a:srgbClr val="DB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4" name="Freeform 14">
              <a:extLst>
                <a:ext uri="{FF2B5EF4-FFF2-40B4-BE49-F238E27FC236}">
                  <a16:creationId xmlns:a16="http://schemas.microsoft.com/office/drawing/2014/main" id="{E665BD83-C1ED-4030-8BEB-718C0537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3375"/>
              <a:ext cx="72" cy="96"/>
            </a:xfrm>
            <a:custGeom>
              <a:avLst/>
              <a:gdLst>
                <a:gd name="T0" fmla="*/ 42 w 29"/>
                <a:gd name="T1" fmla="*/ 205 h 36"/>
                <a:gd name="T2" fmla="*/ 228 w 29"/>
                <a:gd name="T3" fmla="*/ 683 h 36"/>
                <a:gd name="T4" fmla="*/ 42 w 29"/>
                <a:gd name="T5" fmla="*/ 28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6">
                  <a:moveTo>
                    <a:pt x="3" y="11"/>
                  </a:moveTo>
                  <a:cubicBezTo>
                    <a:pt x="0" y="21"/>
                    <a:pt x="2" y="36"/>
                    <a:pt x="15" y="36"/>
                  </a:cubicBezTo>
                  <a:cubicBezTo>
                    <a:pt x="29" y="22"/>
                    <a:pt x="6" y="0"/>
                    <a:pt x="3" y="15"/>
                  </a:cubicBezTo>
                </a:path>
              </a:pathLst>
            </a:custGeom>
            <a:solidFill>
              <a:srgbClr val="DB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5" name="Freeform 15">
              <a:extLst>
                <a:ext uri="{FF2B5EF4-FFF2-40B4-BE49-F238E27FC236}">
                  <a16:creationId xmlns:a16="http://schemas.microsoft.com/office/drawing/2014/main" id="{677A7028-2008-416B-8D44-23615E75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628"/>
              <a:ext cx="325" cy="707"/>
            </a:xfrm>
            <a:custGeom>
              <a:avLst/>
              <a:gdLst>
                <a:gd name="T0" fmla="*/ 345 w 130"/>
                <a:gd name="T1" fmla="*/ 0 h 265"/>
                <a:gd name="T2" fmla="*/ 783 w 130"/>
                <a:gd name="T3" fmla="*/ 718 h 265"/>
                <a:gd name="T4" fmla="*/ 1208 w 130"/>
                <a:gd name="T5" fmla="*/ 2028 h 265"/>
                <a:gd name="T6" fmla="*/ 2033 w 130"/>
                <a:gd name="T7" fmla="*/ 5032 h 265"/>
                <a:gd name="T8" fmla="*/ 770 w 130"/>
                <a:gd name="T9" fmla="*/ 1822 h 265"/>
                <a:gd name="T10" fmla="*/ 363 w 130"/>
                <a:gd name="T11" fmla="*/ 0 h 265"/>
                <a:gd name="T12" fmla="*/ 395 w 130"/>
                <a:gd name="T13" fmla="*/ 56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265">
                  <a:moveTo>
                    <a:pt x="22" y="0"/>
                  </a:moveTo>
                  <a:cubicBezTo>
                    <a:pt x="24" y="19"/>
                    <a:pt x="37" y="26"/>
                    <a:pt x="50" y="38"/>
                  </a:cubicBezTo>
                  <a:cubicBezTo>
                    <a:pt x="67" y="56"/>
                    <a:pt x="70" y="84"/>
                    <a:pt x="77" y="107"/>
                  </a:cubicBezTo>
                  <a:cubicBezTo>
                    <a:pt x="91" y="161"/>
                    <a:pt x="111" y="213"/>
                    <a:pt x="130" y="265"/>
                  </a:cubicBezTo>
                  <a:cubicBezTo>
                    <a:pt x="98" y="210"/>
                    <a:pt x="76" y="153"/>
                    <a:pt x="49" y="96"/>
                  </a:cubicBezTo>
                  <a:cubicBezTo>
                    <a:pt x="44" y="85"/>
                    <a:pt x="0" y="2"/>
                    <a:pt x="23" y="0"/>
                  </a:cubicBezTo>
                  <a:cubicBezTo>
                    <a:pt x="23" y="2"/>
                    <a:pt x="24" y="2"/>
                    <a:pt x="25" y="3"/>
                  </a:cubicBezTo>
                </a:path>
              </a:pathLst>
            </a:custGeom>
            <a:solidFill>
              <a:srgbClr val="DB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6" name="Freeform 16">
              <a:extLst>
                <a:ext uri="{FF2B5EF4-FFF2-40B4-BE49-F238E27FC236}">
                  <a16:creationId xmlns:a16="http://schemas.microsoft.com/office/drawing/2014/main" id="{75D5B6E6-6761-4A01-BBAD-6C42EEB0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948"/>
              <a:ext cx="165" cy="747"/>
            </a:xfrm>
            <a:custGeom>
              <a:avLst/>
              <a:gdLst>
                <a:gd name="T0" fmla="*/ 345 w 66"/>
                <a:gd name="T1" fmla="*/ 0 h 280"/>
                <a:gd name="T2" fmla="*/ 908 w 66"/>
                <a:gd name="T3" fmla="*/ 2924 h 280"/>
                <a:gd name="T4" fmla="*/ 845 w 66"/>
                <a:gd name="T5" fmla="*/ 4655 h 280"/>
                <a:gd name="T6" fmla="*/ 770 w 66"/>
                <a:gd name="T7" fmla="*/ 5296 h 280"/>
                <a:gd name="T8" fmla="*/ 333 w 66"/>
                <a:gd name="T9" fmla="*/ 5112 h 280"/>
                <a:gd name="T10" fmla="*/ 0 w 66"/>
                <a:gd name="T11" fmla="*/ 5032 h 280"/>
                <a:gd name="T12" fmla="*/ 458 w 66"/>
                <a:gd name="T13" fmla="*/ 3892 h 280"/>
                <a:gd name="T14" fmla="*/ 625 w 66"/>
                <a:gd name="T15" fmla="*/ 2598 h 280"/>
                <a:gd name="T16" fmla="*/ 458 w 66"/>
                <a:gd name="T17" fmla="*/ 1275 h 280"/>
                <a:gd name="T18" fmla="*/ 300 w 66"/>
                <a:gd name="T19" fmla="*/ 21 h 280"/>
                <a:gd name="T20" fmla="*/ 375 w 66"/>
                <a:gd name="T21" fmla="*/ 77 h 2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80">
                  <a:moveTo>
                    <a:pt x="22" y="0"/>
                  </a:moveTo>
                  <a:cubicBezTo>
                    <a:pt x="66" y="26"/>
                    <a:pt x="60" y="111"/>
                    <a:pt x="58" y="154"/>
                  </a:cubicBezTo>
                  <a:cubicBezTo>
                    <a:pt x="57" y="184"/>
                    <a:pt x="54" y="214"/>
                    <a:pt x="54" y="245"/>
                  </a:cubicBezTo>
                  <a:cubicBezTo>
                    <a:pt x="54" y="252"/>
                    <a:pt x="57" y="276"/>
                    <a:pt x="49" y="279"/>
                  </a:cubicBezTo>
                  <a:cubicBezTo>
                    <a:pt x="48" y="280"/>
                    <a:pt x="26" y="270"/>
                    <a:pt x="21" y="269"/>
                  </a:cubicBezTo>
                  <a:cubicBezTo>
                    <a:pt x="13" y="267"/>
                    <a:pt x="7" y="264"/>
                    <a:pt x="0" y="265"/>
                  </a:cubicBezTo>
                  <a:cubicBezTo>
                    <a:pt x="0" y="244"/>
                    <a:pt x="22" y="224"/>
                    <a:pt x="29" y="205"/>
                  </a:cubicBezTo>
                  <a:cubicBezTo>
                    <a:pt x="35" y="184"/>
                    <a:pt x="41" y="160"/>
                    <a:pt x="40" y="137"/>
                  </a:cubicBezTo>
                  <a:cubicBezTo>
                    <a:pt x="39" y="114"/>
                    <a:pt x="33" y="90"/>
                    <a:pt x="29" y="67"/>
                  </a:cubicBezTo>
                  <a:cubicBezTo>
                    <a:pt x="25" y="52"/>
                    <a:pt x="9" y="13"/>
                    <a:pt x="19" y="1"/>
                  </a:cubicBezTo>
                  <a:cubicBezTo>
                    <a:pt x="21" y="2"/>
                    <a:pt x="22" y="3"/>
                    <a:pt x="24" y="4"/>
                  </a:cubicBezTo>
                </a:path>
              </a:pathLst>
            </a:custGeom>
            <a:solidFill>
              <a:srgbClr val="3277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7" name="Freeform 17">
              <a:extLst>
                <a:ext uri="{FF2B5EF4-FFF2-40B4-BE49-F238E27FC236}">
                  <a16:creationId xmlns:a16="http://schemas.microsoft.com/office/drawing/2014/main" id="{B4CACCD2-D2AC-4123-A958-4772BBBE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367"/>
              <a:ext cx="65" cy="333"/>
            </a:xfrm>
            <a:custGeom>
              <a:avLst/>
              <a:gdLst>
                <a:gd name="T0" fmla="*/ 0 w 26"/>
                <a:gd name="T1" fmla="*/ 2248 h 125"/>
                <a:gd name="T2" fmla="*/ 20 w 26"/>
                <a:gd name="T3" fmla="*/ 0 h 125"/>
                <a:gd name="T4" fmla="*/ 208 w 26"/>
                <a:gd name="T5" fmla="*/ 1079 h 125"/>
                <a:gd name="T6" fmla="*/ 270 w 26"/>
                <a:gd name="T7" fmla="*/ 1569 h 125"/>
                <a:gd name="T8" fmla="*/ 408 w 26"/>
                <a:gd name="T9" fmla="*/ 1987 h 125"/>
                <a:gd name="T10" fmla="*/ 0 w 26"/>
                <a:gd name="T11" fmla="*/ 2363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5">
                  <a:moveTo>
                    <a:pt x="0" y="119"/>
                  </a:moveTo>
                  <a:cubicBezTo>
                    <a:pt x="0" y="80"/>
                    <a:pt x="4" y="38"/>
                    <a:pt x="1" y="0"/>
                  </a:cubicBezTo>
                  <a:cubicBezTo>
                    <a:pt x="5" y="19"/>
                    <a:pt x="10" y="38"/>
                    <a:pt x="13" y="57"/>
                  </a:cubicBezTo>
                  <a:cubicBezTo>
                    <a:pt x="15" y="66"/>
                    <a:pt x="15" y="75"/>
                    <a:pt x="17" y="83"/>
                  </a:cubicBezTo>
                  <a:cubicBezTo>
                    <a:pt x="20" y="91"/>
                    <a:pt x="25" y="98"/>
                    <a:pt x="26" y="105"/>
                  </a:cubicBezTo>
                  <a:cubicBezTo>
                    <a:pt x="8" y="108"/>
                    <a:pt x="10" y="115"/>
                    <a:pt x="0" y="125"/>
                  </a:cubicBezTo>
                </a:path>
              </a:pathLst>
            </a:custGeom>
            <a:solidFill>
              <a:srgbClr val="59B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8" name="Freeform 18">
              <a:extLst>
                <a:ext uri="{FF2B5EF4-FFF2-40B4-BE49-F238E27FC236}">
                  <a16:creationId xmlns:a16="http://schemas.microsoft.com/office/drawing/2014/main" id="{85253F83-4B1A-421F-9344-30C9510D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1807"/>
              <a:ext cx="571" cy="1635"/>
            </a:xfrm>
            <a:custGeom>
              <a:avLst/>
              <a:gdLst>
                <a:gd name="T0" fmla="*/ 125 w 228"/>
                <a:gd name="T1" fmla="*/ 56 h 613"/>
                <a:gd name="T2" fmla="*/ 363 w 228"/>
                <a:gd name="T3" fmla="*/ 1480 h 613"/>
                <a:gd name="T4" fmla="*/ 867 w 228"/>
                <a:gd name="T5" fmla="*/ 3222 h 613"/>
                <a:gd name="T6" fmla="*/ 1347 w 228"/>
                <a:gd name="T7" fmla="*/ 6545 h 613"/>
                <a:gd name="T8" fmla="*/ 2184 w 228"/>
                <a:gd name="T9" fmla="*/ 9298 h 613"/>
                <a:gd name="T10" fmla="*/ 2905 w 228"/>
                <a:gd name="T11" fmla="*/ 10527 h 613"/>
                <a:gd name="T12" fmla="*/ 3499 w 228"/>
                <a:gd name="T13" fmla="*/ 11632 h 613"/>
                <a:gd name="T14" fmla="*/ 3093 w 228"/>
                <a:gd name="T15" fmla="*/ 10151 h 613"/>
                <a:gd name="T16" fmla="*/ 2484 w 228"/>
                <a:gd name="T17" fmla="*/ 8615 h 613"/>
                <a:gd name="T18" fmla="*/ 1951 w 228"/>
                <a:gd name="T19" fmla="*/ 7156 h 613"/>
                <a:gd name="T20" fmla="*/ 1618 w 228"/>
                <a:gd name="T21" fmla="*/ 5713 h 613"/>
                <a:gd name="T22" fmla="*/ 1713 w 228"/>
                <a:gd name="T23" fmla="*/ 4950 h 613"/>
                <a:gd name="T24" fmla="*/ 1555 w 228"/>
                <a:gd name="T25" fmla="*/ 4246 h 613"/>
                <a:gd name="T26" fmla="*/ 1430 w 228"/>
                <a:gd name="T27" fmla="*/ 2411 h 613"/>
                <a:gd name="T28" fmla="*/ 1505 w 228"/>
                <a:gd name="T29" fmla="*/ 1422 h 613"/>
                <a:gd name="T30" fmla="*/ 1693 w 228"/>
                <a:gd name="T31" fmla="*/ 683 h 613"/>
                <a:gd name="T32" fmla="*/ 676 w 228"/>
                <a:gd name="T33" fmla="*/ 341 h 613"/>
                <a:gd name="T34" fmla="*/ 113 w 228"/>
                <a:gd name="T35" fmla="*/ 0 h 613"/>
                <a:gd name="T36" fmla="*/ 95 w 228"/>
                <a:gd name="T37" fmla="*/ 149 h 6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8" h="613">
                  <a:moveTo>
                    <a:pt x="8" y="3"/>
                  </a:moveTo>
                  <a:cubicBezTo>
                    <a:pt x="0" y="31"/>
                    <a:pt x="11" y="54"/>
                    <a:pt x="23" y="78"/>
                  </a:cubicBezTo>
                  <a:cubicBezTo>
                    <a:pt x="36" y="108"/>
                    <a:pt x="48" y="139"/>
                    <a:pt x="55" y="170"/>
                  </a:cubicBezTo>
                  <a:cubicBezTo>
                    <a:pt x="69" y="229"/>
                    <a:pt x="81" y="285"/>
                    <a:pt x="86" y="345"/>
                  </a:cubicBezTo>
                  <a:cubicBezTo>
                    <a:pt x="91" y="397"/>
                    <a:pt x="114" y="444"/>
                    <a:pt x="139" y="490"/>
                  </a:cubicBezTo>
                  <a:cubicBezTo>
                    <a:pt x="151" y="513"/>
                    <a:pt x="171" y="534"/>
                    <a:pt x="185" y="555"/>
                  </a:cubicBezTo>
                  <a:cubicBezTo>
                    <a:pt x="194" y="570"/>
                    <a:pt x="208" y="606"/>
                    <a:pt x="223" y="613"/>
                  </a:cubicBezTo>
                  <a:cubicBezTo>
                    <a:pt x="228" y="590"/>
                    <a:pt x="206" y="554"/>
                    <a:pt x="197" y="535"/>
                  </a:cubicBezTo>
                  <a:cubicBezTo>
                    <a:pt x="185" y="507"/>
                    <a:pt x="170" y="481"/>
                    <a:pt x="158" y="454"/>
                  </a:cubicBezTo>
                  <a:cubicBezTo>
                    <a:pt x="147" y="428"/>
                    <a:pt x="134" y="403"/>
                    <a:pt x="124" y="377"/>
                  </a:cubicBezTo>
                  <a:cubicBezTo>
                    <a:pt x="116" y="355"/>
                    <a:pt x="100" y="326"/>
                    <a:pt x="103" y="301"/>
                  </a:cubicBezTo>
                  <a:cubicBezTo>
                    <a:pt x="104" y="287"/>
                    <a:pt x="111" y="276"/>
                    <a:pt x="109" y="261"/>
                  </a:cubicBezTo>
                  <a:cubicBezTo>
                    <a:pt x="108" y="248"/>
                    <a:pt x="103" y="236"/>
                    <a:pt x="99" y="224"/>
                  </a:cubicBezTo>
                  <a:cubicBezTo>
                    <a:pt x="90" y="192"/>
                    <a:pt x="91" y="161"/>
                    <a:pt x="91" y="127"/>
                  </a:cubicBezTo>
                  <a:cubicBezTo>
                    <a:pt x="91" y="109"/>
                    <a:pt x="93" y="93"/>
                    <a:pt x="96" y="75"/>
                  </a:cubicBezTo>
                  <a:cubicBezTo>
                    <a:pt x="98" y="65"/>
                    <a:pt x="109" y="46"/>
                    <a:pt x="108" y="36"/>
                  </a:cubicBezTo>
                  <a:cubicBezTo>
                    <a:pt x="106" y="19"/>
                    <a:pt x="58" y="23"/>
                    <a:pt x="43" y="18"/>
                  </a:cubicBezTo>
                  <a:cubicBezTo>
                    <a:pt x="30" y="14"/>
                    <a:pt x="19" y="2"/>
                    <a:pt x="7" y="0"/>
                  </a:cubicBezTo>
                  <a:cubicBezTo>
                    <a:pt x="6" y="3"/>
                    <a:pt x="6" y="6"/>
                    <a:pt x="6" y="8"/>
                  </a:cubicBezTo>
                </a:path>
              </a:pathLst>
            </a:custGeom>
            <a:solidFill>
              <a:srgbClr val="A3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9" name="Freeform 19">
              <a:extLst>
                <a:ext uri="{FF2B5EF4-FFF2-40B4-BE49-F238E27FC236}">
                  <a16:creationId xmlns:a16="http://schemas.microsoft.com/office/drawing/2014/main" id="{4A4C1465-E17A-40D2-BD67-83D62EC87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474"/>
              <a:ext cx="100" cy="74"/>
            </a:xfrm>
            <a:custGeom>
              <a:avLst/>
              <a:gdLst>
                <a:gd name="T0" fmla="*/ 0 w 40"/>
                <a:gd name="T1" fmla="*/ 204 h 28"/>
                <a:gd name="T2" fmla="*/ 175 w 40"/>
                <a:gd name="T3" fmla="*/ 426 h 28"/>
                <a:gd name="T4" fmla="*/ 395 w 40"/>
                <a:gd name="T5" fmla="*/ 497 h 28"/>
                <a:gd name="T6" fmla="*/ 563 w 40"/>
                <a:gd name="T7" fmla="*/ 349 h 28"/>
                <a:gd name="T8" fmla="*/ 613 w 40"/>
                <a:gd name="T9" fmla="*/ 167 h 28"/>
                <a:gd name="T10" fmla="*/ 625 w 40"/>
                <a:gd name="T11" fmla="*/ 0 h 28"/>
                <a:gd name="T12" fmla="*/ 375 w 40"/>
                <a:gd name="T13" fmla="*/ 404 h 28"/>
                <a:gd name="T14" fmla="*/ 158 w 40"/>
                <a:gd name="T15" fmla="*/ 349 h 28"/>
                <a:gd name="T16" fmla="*/ 0 w 40"/>
                <a:gd name="T17" fmla="*/ 22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8">
                  <a:moveTo>
                    <a:pt x="0" y="11"/>
                  </a:moveTo>
                  <a:cubicBezTo>
                    <a:pt x="1" y="15"/>
                    <a:pt x="8" y="21"/>
                    <a:pt x="11" y="23"/>
                  </a:cubicBezTo>
                  <a:cubicBezTo>
                    <a:pt x="15" y="26"/>
                    <a:pt x="20" y="28"/>
                    <a:pt x="25" y="27"/>
                  </a:cubicBezTo>
                  <a:cubicBezTo>
                    <a:pt x="31" y="27"/>
                    <a:pt x="34" y="24"/>
                    <a:pt x="36" y="19"/>
                  </a:cubicBezTo>
                  <a:cubicBezTo>
                    <a:pt x="38" y="16"/>
                    <a:pt x="39" y="13"/>
                    <a:pt x="39" y="9"/>
                  </a:cubicBezTo>
                  <a:cubicBezTo>
                    <a:pt x="40" y="6"/>
                    <a:pt x="39" y="2"/>
                    <a:pt x="40" y="0"/>
                  </a:cubicBezTo>
                  <a:cubicBezTo>
                    <a:pt x="39" y="10"/>
                    <a:pt x="34" y="19"/>
                    <a:pt x="24" y="22"/>
                  </a:cubicBezTo>
                  <a:cubicBezTo>
                    <a:pt x="20" y="22"/>
                    <a:pt x="14" y="21"/>
                    <a:pt x="10" y="19"/>
                  </a:cubicBezTo>
                  <a:cubicBezTo>
                    <a:pt x="8" y="18"/>
                    <a:pt x="1" y="14"/>
                    <a:pt x="0" y="12"/>
                  </a:cubicBezTo>
                </a:path>
              </a:pathLst>
            </a:custGeom>
            <a:solidFill>
              <a:srgbClr val="A3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0" name="Freeform 20">
              <a:extLst>
                <a:ext uri="{FF2B5EF4-FFF2-40B4-BE49-F238E27FC236}">
                  <a16:creationId xmlns:a16="http://schemas.microsoft.com/office/drawing/2014/main" id="{FA56D167-2F54-42B4-A417-AAE9B7DAB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604"/>
              <a:ext cx="163" cy="104"/>
            </a:xfrm>
            <a:custGeom>
              <a:avLst/>
              <a:gdLst>
                <a:gd name="T0" fmla="*/ 251 w 65"/>
                <a:gd name="T1" fmla="*/ 0 h 39"/>
                <a:gd name="T2" fmla="*/ 125 w 65"/>
                <a:gd name="T3" fmla="*/ 93 h 39"/>
                <a:gd name="T4" fmla="*/ 83 w 65"/>
                <a:gd name="T5" fmla="*/ 149 h 39"/>
                <a:gd name="T6" fmla="*/ 113 w 65"/>
                <a:gd name="T7" fmla="*/ 227 h 39"/>
                <a:gd name="T8" fmla="*/ 50 w 65"/>
                <a:gd name="T9" fmla="*/ 341 h 39"/>
                <a:gd name="T10" fmla="*/ 63 w 65"/>
                <a:gd name="T11" fmla="*/ 435 h 39"/>
                <a:gd name="T12" fmla="*/ 83 w 65"/>
                <a:gd name="T13" fmla="*/ 491 h 39"/>
                <a:gd name="T14" fmla="*/ 221 w 65"/>
                <a:gd name="T15" fmla="*/ 419 h 39"/>
                <a:gd name="T16" fmla="*/ 283 w 65"/>
                <a:gd name="T17" fmla="*/ 491 h 39"/>
                <a:gd name="T18" fmla="*/ 364 w 65"/>
                <a:gd name="T19" fmla="*/ 477 h 39"/>
                <a:gd name="T20" fmla="*/ 504 w 65"/>
                <a:gd name="T21" fmla="*/ 512 h 39"/>
                <a:gd name="T22" fmla="*/ 567 w 65"/>
                <a:gd name="T23" fmla="*/ 605 h 39"/>
                <a:gd name="T24" fmla="*/ 660 w 65"/>
                <a:gd name="T25" fmla="*/ 627 h 39"/>
                <a:gd name="T26" fmla="*/ 818 w 65"/>
                <a:gd name="T27" fmla="*/ 648 h 39"/>
                <a:gd name="T28" fmla="*/ 930 w 65"/>
                <a:gd name="T29" fmla="*/ 717 h 39"/>
                <a:gd name="T30" fmla="*/ 930 w 65"/>
                <a:gd name="T31" fmla="*/ 648 h 39"/>
                <a:gd name="T32" fmla="*/ 1026 w 65"/>
                <a:gd name="T33" fmla="*/ 683 h 39"/>
                <a:gd name="T34" fmla="*/ 993 w 65"/>
                <a:gd name="T35" fmla="*/ 397 h 39"/>
                <a:gd name="T36" fmla="*/ 692 w 65"/>
                <a:gd name="T37" fmla="*/ 307 h 39"/>
                <a:gd name="T38" fmla="*/ 376 w 65"/>
                <a:gd name="T39" fmla="*/ 136 h 39"/>
                <a:gd name="T40" fmla="*/ 271 w 65"/>
                <a:gd name="T41" fmla="*/ 35 h 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" h="39">
                  <a:moveTo>
                    <a:pt x="16" y="0"/>
                  </a:moveTo>
                  <a:cubicBezTo>
                    <a:pt x="13" y="3"/>
                    <a:pt x="11" y="3"/>
                    <a:pt x="8" y="5"/>
                  </a:cubicBezTo>
                  <a:cubicBezTo>
                    <a:pt x="6" y="6"/>
                    <a:pt x="5" y="5"/>
                    <a:pt x="5" y="8"/>
                  </a:cubicBezTo>
                  <a:cubicBezTo>
                    <a:pt x="5" y="10"/>
                    <a:pt x="7" y="11"/>
                    <a:pt x="7" y="12"/>
                  </a:cubicBezTo>
                  <a:cubicBezTo>
                    <a:pt x="7" y="14"/>
                    <a:pt x="3" y="15"/>
                    <a:pt x="3" y="18"/>
                  </a:cubicBezTo>
                  <a:cubicBezTo>
                    <a:pt x="3" y="20"/>
                    <a:pt x="4" y="21"/>
                    <a:pt x="4" y="23"/>
                  </a:cubicBezTo>
                  <a:cubicBezTo>
                    <a:pt x="4" y="24"/>
                    <a:pt x="0" y="26"/>
                    <a:pt x="5" y="26"/>
                  </a:cubicBezTo>
                  <a:cubicBezTo>
                    <a:pt x="9" y="26"/>
                    <a:pt x="11" y="21"/>
                    <a:pt x="14" y="22"/>
                  </a:cubicBezTo>
                  <a:cubicBezTo>
                    <a:pt x="15" y="24"/>
                    <a:pt x="16" y="26"/>
                    <a:pt x="18" y="26"/>
                  </a:cubicBezTo>
                  <a:cubicBezTo>
                    <a:pt x="20" y="27"/>
                    <a:pt x="22" y="24"/>
                    <a:pt x="23" y="25"/>
                  </a:cubicBezTo>
                  <a:cubicBezTo>
                    <a:pt x="28" y="26"/>
                    <a:pt x="28" y="33"/>
                    <a:pt x="32" y="27"/>
                  </a:cubicBezTo>
                  <a:cubicBezTo>
                    <a:pt x="33" y="28"/>
                    <a:pt x="35" y="31"/>
                    <a:pt x="36" y="32"/>
                  </a:cubicBezTo>
                  <a:cubicBezTo>
                    <a:pt x="39" y="35"/>
                    <a:pt x="39" y="33"/>
                    <a:pt x="42" y="33"/>
                  </a:cubicBezTo>
                  <a:cubicBezTo>
                    <a:pt x="44" y="33"/>
                    <a:pt x="50" y="39"/>
                    <a:pt x="52" y="34"/>
                  </a:cubicBezTo>
                  <a:cubicBezTo>
                    <a:pt x="54" y="35"/>
                    <a:pt x="55" y="38"/>
                    <a:pt x="59" y="38"/>
                  </a:cubicBezTo>
                  <a:cubicBezTo>
                    <a:pt x="58" y="37"/>
                    <a:pt x="59" y="35"/>
                    <a:pt x="59" y="34"/>
                  </a:cubicBezTo>
                  <a:cubicBezTo>
                    <a:pt x="61" y="36"/>
                    <a:pt x="63" y="36"/>
                    <a:pt x="65" y="36"/>
                  </a:cubicBezTo>
                  <a:cubicBezTo>
                    <a:pt x="63" y="31"/>
                    <a:pt x="65" y="26"/>
                    <a:pt x="63" y="21"/>
                  </a:cubicBezTo>
                  <a:cubicBezTo>
                    <a:pt x="61" y="14"/>
                    <a:pt x="50" y="17"/>
                    <a:pt x="44" y="16"/>
                  </a:cubicBezTo>
                  <a:cubicBezTo>
                    <a:pt x="37" y="14"/>
                    <a:pt x="30" y="12"/>
                    <a:pt x="24" y="7"/>
                  </a:cubicBezTo>
                  <a:cubicBezTo>
                    <a:pt x="22" y="5"/>
                    <a:pt x="19" y="4"/>
                    <a:pt x="17" y="2"/>
                  </a:cubicBezTo>
                </a:path>
              </a:pathLst>
            </a:custGeom>
            <a:solidFill>
              <a:srgbClr val="3277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1" name="Freeform 21">
              <a:extLst>
                <a:ext uri="{FF2B5EF4-FFF2-40B4-BE49-F238E27FC236}">
                  <a16:creationId xmlns:a16="http://schemas.microsoft.com/office/drawing/2014/main" id="{E8D29DBA-19EF-4DDB-820B-CA89867E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1676"/>
              <a:ext cx="205" cy="67"/>
            </a:xfrm>
            <a:custGeom>
              <a:avLst/>
              <a:gdLst>
                <a:gd name="T0" fmla="*/ 125 w 82"/>
                <a:gd name="T1" fmla="*/ 0 h 25"/>
                <a:gd name="T2" fmla="*/ 33 w 82"/>
                <a:gd name="T3" fmla="*/ 35 h 25"/>
                <a:gd name="T4" fmla="*/ 125 w 82"/>
                <a:gd name="T5" fmla="*/ 94 h 25"/>
                <a:gd name="T6" fmla="*/ 208 w 82"/>
                <a:gd name="T7" fmla="*/ 94 h 25"/>
                <a:gd name="T8" fmla="*/ 250 w 82"/>
                <a:gd name="T9" fmla="*/ 115 h 25"/>
                <a:gd name="T10" fmla="*/ 313 w 82"/>
                <a:gd name="T11" fmla="*/ 78 h 25"/>
                <a:gd name="T12" fmla="*/ 375 w 82"/>
                <a:gd name="T13" fmla="*/ 137 h 25"/>
                <a:gd name="T14" fmla="*/ 500 w 82"/>
                <a:gd name="T15" fmla="*/ 150 h 25"/>
                <a:gd name="T16" fmla="*/ 533 w 82"/>
                <a:gd name="T17" fmla="*/ 193 h 25"/>
                <a:gd name="T18" fmla="*/ 595 w 82"/>
                <a:gd name="T19" fmla="*/ 150 h 25"/>
                <a:gd name="T20" fmla="*/ 625 w 82"/>
                <a:gd name="T21" fmla="*/ 230 h 25"/>
                <a:gd name="T22" fmla="*/ 688 w 82"/>
                <a:gd name="T23" fmla="*/ 209 h 25"/>
                <a:gd name="T24" fmla="*/ 783 w 82"/>
                <a:gd name="T25" fmla="*/ 252 h 25"/>
                <a:gd name="T26" fmla="*/ 813 w 82"/>
                <a:gd name="T27" fmla="*/ 308 h 25"/>
                <a:gd name="T28" fmla="*/ 863 w 82"/>
                <a:gd name="T29" fmla="*/ 273 h 25"/>
                <a:gd name="T30" fmla="*/ 925 w 82"/>
                <a:gd name="T31" fmla="*/ 308 h 25"/>
                <a:gd name="T32" fmla="*/ 988 w 82"/>
                <a:gd name="T33" fmla="*/ 330 h 25"/>
                <a:gd name="T34" fmla="*/ 1050 w 82"/>
                <a:gd name="T35" fmla="*/ 389 h 25"/>
                <a:gd name="T36" fmla="*/ 1083 w 82"/>
                <a:gd name="T37" fmla="*/ 423 h 25"/>
                <a:gd name="T38" fmla="*/ 1145 w 82"/>
                <a:gd name="T39" fmla="*/ 389 h 25"/>
                <a:gd name="T40" fmla="*/ 1188 w 82"/>
                <a:gd name="T41" fmla="*/ 445 h 25"/>
                <a:gd name="T42" fmla="*/ 1238 w 82"/>
                <a:gd name="T43" fmla="*/ 482 h 25"/>
                <a:gd name="T44" fmla="*/ 1208 w 82"/>
                <a:gd name="T45" fmla="*/ 389 h 25"/>
                <a:gd name="T46" fmla="*/ 1095 w 82"/>
                <a:gd name="T47" fmla="*/ 287 h 25"/>
                <a:gd name="T48" fmla="*/ 908 w 82"/>
                <a:gd name="T49" fmla="*/ 230 h 25"/>
                <a:gd name="T50" fmla="*/ 800 w 82"/>
                <a:gd name="T51" fmla="*/ 193 h 25"/>
                <a:gd name="T52" fmla="*/ 645 w 82"/>
                <a:gd name="T53" fmla="*/ 115 h 25"/>
                <a:gd name="T54" fmla="*/ 395 w 82"/>
                <a:gd name="T55" fmla="*/ 21 h 25"/>
                <a:gd name="T56" fmla="*/ 238 w 82"/>
                <a:gd name="T57" fmla="*/ 0 h 25"/>
                <a:gd name="T58" fmla="*/ 125 w 82"/>
                <a:gd name="T59" fmla="*/ 0 h 2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2" h="25">
                  <a:moveTo>
                    <a:pt x="8" y="0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0" y="4"/>
                    <a:pt x="6" y="5"/>
                    <a:pt x="8" y="5"/>
                  </a:cubicBezTo>
                  <a:cubicBezTo>
                    <a:pt x="10" y="5"/>
                    <a:pt x="11" y="5"/>
                    <a:pt x="13" y="5"/>
                  </a:cubicBezTo>
                  <a:cubicBezTo>
                    <a:pt x="14" y="5"/>
                    <a:pt x="15" y="6"/>
                    <a:pt x="16" y="6"/>
                  </a:cubicBezTo>
                  <a:cubicBezTo>
                    <a:pt x="18" y="7"/>
                    <a:pt x="17" y="5"/>
                    <a:pt x="20" y="4"/>
                  </a:cubicBezTo>
                  <a:cubicBezTo>
                    <a:pt x="22" y="4"/>
                    <a:pt x="22" y="6"/>
                    <a:pt x="24" y="7"/>
                  </a:cubicBezTo>
                  <a:cubicBezTo>
                    <a:pt x="27" y="8"/>
                    <a:pt x="30" y="6"/>
                    <a:pt x="32" y="8"/>
                  </a:cubicBezTo>
                  <a:cubicBezTo>
                    <a:pt x="33" y="9"/>
                    <a:pt x="32" y="10"/>
                    <a:pt x="34" y="10"/>
                  </a:cubicBezTo>
                  <a:cubicBezTo>
                    <a:pt x="36" y="10"/>
                    <a:pt x="36" y="6"/>
                    <a:pt x="38" y="8"/>
                  </a:cubicBezTo>
                  <a:cubicBezTo>
                    <a:pt x="39" y="9"/>
                    <a:pt x="38" y="11"/>
                    <a:pt x="40" y="12"/>
                  </a:cubicBezTo>
                  <a:cubicBezTo>
                    <a:pt x="42" y="12"/>
                    <a:pt x="43" y="11"/>
                    <a:pt x="44" y="11"/>
                  </a:cubicBezTo>
                  <a:cubicBezTo>
                    <a:pt x="45" y="11"/>
                    <a:pt x="48" y="17"/>
                    <a:pt x="50" y="13"/>
                  </a:cubicBezTo>
                  <a:cubicBezTo>
                    <a:pt x="50" y="14"/>
                    <a:pt x="50" y="15"/>
                    <a:pt x="52" y="16"/>
                  </a:cubicBezTo>
                  <a:cubicBezTo>
                    <a:pt x="53" y="16"/>
                    <a:pt x="53" y="14"/>
                    <a:pt x="55" y="14"/>
                  </a:cubicBezTo>
                  <a:cubicBezTo>
                    <a:pt x="56" y="14"/>
                    <a:pt x="58" y="16"/>
                    <a:pt x="59" y="16"/>
                  </a:cubicBezTo>
                  <a:cubicBezTo>
                    <a:pt x="61" y="17"/>
                    <a:pt x="62" y="17"/>
                    <a:pt x="63" y="17"/>
                  </a:cubicBezTo>
                  <a:cubicBezTo>
                    <a:pt x="66" y="17"/>
                    <a:pt x="66" y="18"/>
                    <a:pt x="67" y="20"/>
                  </a:cubicBezTo>
                  <a:cubicBezTo>
                    <a:pt x="68" y="21"/>
                    <a:pt x="67" y="22"/>
                    <a:pt x="69" y="22"/>
                  </a:cubicBezTo>
                  <a:cubicBezTo>
                    <a:pt x="70" y="22"/>
                    <a:pt x="72" y="20"/>
                    <a:pt x="73" y="20"/>
                  </a:cubicBezTo>
                  <a:cubicBezTo>
                    <a:pt x="74" y="22"/>
                    <a:pt x="74" y="23"/>
                    <a:pt x="76" y="23"/>
                  </a:cubicBezTo>
                  <a:cubicBezTo>
                    <a:pt x="77" y="21"/>
                    <a:pt x="78" y="24"/>
                    <a:pt x="79" y="25"/>
                  </a:cubicBezTo>
                  <a:cubicBezTo>
                    <a:pt x="82" y="24"/>
                    <a:pt x="78" y="21"/>
                    <a:pt x="77" y="20"/>
                  </a:cubicBezTo>
                  <a:cubicBezTo>
                    <a:pt x="75" y="16"/>
                    <a:pt x="74" y="15"/>
                    <a:pt x="70" y="15"/>
                  </a:cubicBezTo>
                  <a:cubicBezTo>
                    <a:pt x="66" y="14"/>
                    <a:pt x="62" y="12"/>
                    <a:pt x="58" y="12"/>
                  </a:cubicBezTo>
                  <a:cubicBezTo>
                    <a:pt x="56" y="11"/>
                    <a:pt x="53" y="11"/>
                    <a:pt x="51" y="10"/>
                  </a:cubicBezTo>
                  <a:cubicBezTo>
                    <a:pt x="47" y="8"/>
                    <a:pt x="44" y="7"/>
                    <a:pt x="41" y="6"/>
                  </a:cubicBezTo>
                  <a:cubicBezTo>
                    <a:pt x="36" y="4"/>
                    <a:pt x="30" y="2"/>
                    <a:pt x="25" y="1"/>
                  </a:cubicBezTo>
                  <a:cubicBezTo>
                    <a:pt x="22" y="0"/>
                    <a:pt x="19" y="0"/>
                    <a:pt x="15" y="0"/>
                  </a:cubicBezTo>
                  <a:cubicBezTo>
                    <a:pt x="13" y="0"/>
                    <a:pt x="10" y="0"/>
                    <a:pt x="8" y="0"/>
                  </a:cubicBezTo>
                </a:path>
              </a:pathLst>
            </a:custGeom>
            <a:solidFill>
              <a:srgbClr val="47A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2" name="Freeform 22">
              <a:extLst>
                <a:ext uri="{FF2B5EF4-FFF2-40B4-BE49-F238E27FC236}">
                  <a16:creationId xmlns:a16="http://schemas.microsoft.com/office/drawing/2014/main" id="{09DECF85-6612-44BA-BE6C-E8130FE3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636"/>
              <a:ext cx="187" cy="67"/>
            </a:xfrm>
            <a:custGeom>
              <a:avLst/>
              <a:gdLst>
                <a:gd name="T0" fmla="*/ 0 w 75"/>
                <a:gd name="T1" fmla="*/ 482 h 25"/>
                <a:gd name="T2" fmla="*/ 342 w 75"/>
                <a:gd name="T3" fmla="*/ 252 h 25"/>
                <a:gd name="T4" fmla="*/ 479 w 75"/>
                <a:gd name="T5" fmla="*/ 308 h 25"/>
                <a:gd name="T6" fmla="*/ 541 w 75"/>
                <a:gd name="T7" fmla="*/ 252 h 25"/>
                <a:gd name="T8" fmla="*/ 621 w 75"/>
                <a:gd name="T9" fmla="*/ 273 h 25"/>
                <a:gd name="T10" fmla="*/ 778 w 75"/>
                <a:gd name="T11" fmla="*/ 252 h 25"/>
                <a:gd name="T12" fmla="*/ 933 w 75"/>
                <a:gd name="T13" fmla="*/ 273 h 25"/>
                <a:gd name="T14" fmla="*/ 1007 w 75"/>
                <a:gd name="T15" fmla="*/ 273 h 25"/>
                <a:gd name="T16" fmla="*/ 1070 w 75"/>
                <a:gd name="T17" fmla="*/ 308 h 25"/>
                <a:gd name="T18" fmla="*/ 1149 w 75"/>
                <a:gd name="T19" fmla="*/ 193 h 25"/>
                <a:gd name="T20" fmla="*/ 1037 w 75"/>
                <a:gd name="T21" fmla="*/ 115 h 25"/>
                <a:gd name="T22" fmla="*/ 883 w 75"/>
                <a:gd name="T23" fmla="*/ 21 h 25"/>
                <a:gd name="T24" fmla="*/ 696 w 75"/>
                <a:gd name="T25" fmla="*/ 94 h 25"/>
                <a:gd name="T26" fmla="*/ 509 w 75"/>
                <a:gd name="T27" fmla="*/ 13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5" h="25">
                  <a:moveTo>
                    <a:pt x="0" y="25"/>
                  </a:moveTo>
                  <a:cubicBezTo>
                    <a:pt x="6" y="19"/>
                    <a:pt x="13" y="13"/>
                    <a:pt x="22" y="13"/>
                  </a:cubicBezTo>
                  <a:cubicBezTo>
                    <a:pt x="25" y="14"/>
                    <a:pt x="29" y="16"/>
                    <a:pt x="31" y="16"/>
                  </a:cubicBezTo>
                  <a:cubicBezTo>
                    <a:pt x="33" y="15"/>
                    <a:pt x="34" y="14"/>
                    <a:pt x="35" y="13"/>
                  </a:cubicBezTo>
                  <a:cubicBezTo>
                    <a:pt x="37" y="13"/>
                    <a:pt x="38" y="14"/>
                    <a:pt x="40" y="14"/>
                  </a:cubicBezTo>
                  <a:cubicBezTo>
                    <a:pt x="43" y="14"/>
                    <a:pt x="47" y="13"/>
                    <a:pt x="50" y="13"/>
                  </a:cubicBezTo>
                  <a:cubicBezTo>
                    <a:pt x="53" y="13"/>
                    <a:pt x="57" y="14"/>
                    <a:pt x="60" y="14"/>
                  </a:cubicBezTo>
                  <a:cubicBezTo>
                    <a:pt x="62" y="14"/>
                    <a:pt x="63" y="13"/>
                    <a:pt x="65" y="14"/>
                  </a:cubicBezTo>
                  <a:cubicBezTo>
                    <a:pt x="66" y="14"/>
                    <a:pt x="67" y="16"/>
                    <a:pt x="69" y="16"/>
                  </a:cubicBezTo>
                  <a:cubicBezTo>
                    <a:pt x="72" y="16"/>
                    <a:pt x="75" y="13"/>
                    <a:pt x="74" y="10"/>
                  </a:cubicBezTo>
                  <a:cubicBezTo>
                    <a:pt x="74" y="8"/>
                    <a:pt x="69" y="7"/>
                    <a:pt x="67" y="6"/>
                  </a:cubicBezTo>
                  <a:cubicBezTo>
                    <a:pt x="64" y="4"/>
                    <a:pt x="60" y="2"/>
                    <a:pt x="57" y="1"/>
                  </a:cubicBezTo>
                  <a:cubicBezTo>
                    <a:pt x="53" y="0"/>
                    <a:pt x="49" y="4"/>
                    <a:pt x="45" y="5"/>
                  </a:cubicBezTo>
                  <a:cubicBezTo>
                    <a:pt x="41" y="6"/>
                    <a:pt x="37" y="5"/>
                    <a:pt x="33" y="7"/>
                  </a:cubicBezTo>
                </a:path>
              </a:pathLst>
            </a:custGeom>
            <a:solidFill>
              <a:srgbClr val="47A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3" name="Freeform 23">
              <a:extLst>
                <a:ext uri="{FF2B5EF4-FFF2-40B4-BE49-F238E27FC236}">
                  <a16:creationId xmlns:a16="http://schemas.microsoft.com/office/drawing/2014/main" id="{6E543270-F83E-481F-9A2D-83723424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96"/>
              <a:ext cx="115" cy="243"/>
            </a:xfrm>
            <a:custGeom>
              <a:avLst/>
              <a:gdLst>
                <a:gd name="T0" fmla="*/ 83 w 46"/>
                <a:gd name="T1" fmla="*/ 0 h 91"/>
                <a:gd name="T2" fmla="*/ 270 w 46"/>
                <a:gd name="T3" fmla="*/ 876 h 91"/>
                <a:gd name="T4" fmla="*/ 458 w 46"/>
                <a:gd name="T5" fmla="*/ 1354 h 91"/>
                <a:gd name="T6" fmla="*/ 720 w 46"/>
                <a:gd name="T7" fmla="*/ 1733 h 91"/>
                <a:gd name="T8" fmla="*/ 208 w 46"/>
                <a:gd name="T9" fmla="*/ 833 h 91"/>
                <a:gd name="T10" fmla="*/ 83 w 46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91">
                  <a:moveTo>
                    <a:pt x="5" y="0"/>
                  </a:moveTo>
                  <a:cubicBezTo>
                    <a:pt x="5" y="15"/>
                    <a:pt x="11" y="32"/>
                    <a:pt x="17" y="46"/>
                  </a:cubicBezTo>
                  <a:cubicBezTo>
                    <a:pt x="21" y="55"/>
                    <a:pt x="24" y="63"/>
                    <a:pt x="29" y="71"/>
                  </a:cubicBezTo>
                  <a:cubicBezTo>
                    <a:pt x="34" y="78"/>
                    <a:pt x="40" y="84"/>
                    <a:pt x="46" y="91"/>
                  </a:cubicBezTo>
                  <a:cubicBezTo>
                    <a:pt x="29" y="83"/>
                    <a:pt x="20" y="60"/>
                    <a:pt x="13" y="44"/>
                  </a:cubicBezTo>
                  <a:cubicBezTo>
                    <a:pt x="8" y="33"/>
                    <a:pt x="0" y="12"/>
                    <a:pt x="5" y="0"/>
                  </a:cubicBezTo>
                </a:path>
              </a:pathLst>
            </a:custGeom>
            <a:solidFill>
              <a:srgbClr val="245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4" name="Freeform 24">
              <a:extLst>
                <a:ext uri="{FF2B5EF4-FFF2-40B4-BE49-F238E27FC236}">
                  <a16:creationId xmlns:a16="http://schemas.microsoft.com/office/drawing/2014/main" id="{537F8986-9AF9-47C2-96C8-ADE0431F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946"/>
              <a:ext cx="60" cy="770"/>
            </a:xfrm>
            <a:custGeom>
              <a:avLst/>
              <a:gdLst>
                <a:gd name="T0" fmla="*/ 0 w 24"/>
                <a:gd name="T1" fmla="*/ 376 h 289"/>
                <a:gd name="T2" fmla="*/ 188 w 24"/>
                <a:gd name="T3" fmla="*/ 3919 h 289"/>
                <a:gd name="T4" fmla="*/ 208 w 24"/>
                <a:gd name="T5" fmla="*/ 5467 h 289"/>
                <a:gd name="T6" fmla="*/ 238 w 24"/>
                <a:gd name="T7" fmla="*/ 3919 h 289"/>
                <a:gd name="T8" fmla="*/ 0 w 24"/>
                <a:gd name="T9" fmla="*/ 376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89">
                  <a:moveTo>
                    <a:pt x="0" y="20"/>
                  </a:moveTo>
                  <a:cubicBezTo>
                    <a:pt x="0" y="20"/>
                    <a:pt x="19" y="0"/>
                    <a:pt x="12" y="207"/>
                  </a:cubicBezTo>
                  <a:cubicBezTo>
                    <a:pt x="11" y="224"/>
                    <a:pt x="11" y="283"/>
                    <a:pt x="13" y="289"/>
                  </a:cubicBezTo>
                  <a:cubicBezTo>
                    <a:pt x="13" y="289"/>
                    <a:pt x="14" y="220"/>
                    <a:pt x="15" y="207"/>
                  </a:cubicBezTo>
                  <a:cubicBezTo>
                    <a:pt x="16" y="195"/>
                    <a:pt x="24" y="12"/>
                    <a:pt x="0" y="20"/>
                  </a:cubicBezTo>
                  <a:close/>
                </a:path>
              </a:pathLst>
            </a:custGeom>
            <a:solidFill>
              <a:srgbClr val="99D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5" name="Freeform 25">
              <a:extLst>
                <a:ext uri="{FF2B5EF4-FFF2-40B4-BE49-F238E27FC236}">
                  <a16:creationId xmlns:a16="http://schemas.microsoft.com/office/drawing/2014/main" id="{2A8F22E5-C86E-4483-A383-3243EE124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983"/>
              <a:ext cx="178" cy="656"/>
            </a:xfrm>
            <a:custGeom>
              <a:avLst/>
              <a:gdLst>
                <a:gd name="T0" fmla="*/ 0 w 71"/>
                <a:gd name="T1" fmla="*/ 0 h 246"/>
                <a:gd name="T2" fmla="*/ 396 w 71"/>
                <a:gd name="T3" fmla="*/ 1912 h 246"/>
                <a:gd name="T4" fmla="*/ 1118 w 71"/>
                <a:gd name="T5" fmla="*/ 4664 h 246"/>
                <a:gd name="T6" fmla="*/ 426 w 71"/>
                <a:gd name="T7" fmla="*/ 2808 h 246"/>
                <a:gd name="T8" fmla="*/ 0 w 71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46">
                  <a:moveTo>
                    <a:pt x="0" y="0"/>
                  </a:moveTo>
                  <a:cubicBezTo>
                    <a:pt x="0" y="0"/>
                    <a:pt x="19" y="25"/>
                    <a:pt x="25" y="101"/>
                  </a:cubicBezTo>
                  <a:cubicBezTo>
                    <a:pt x="31" y="176"/>
                    <a:pt x="26" y="184"/>
                    <a:pt x="71" y="246"/>
                  </a:cubicBezTo>
                  <a:cubicBezTo>
                    <a:pt x="71" y="246"/>
                    <a:pt x="27" y="203"/>
                    <a:pt x="27" y="148"/>
                  </a:cubicBezTo>
                  <a:cubicBezTo>
                    <a:pt x="27" y="94"/>
                    <a:pt x="11" y="17"/>
                    <a:pt x="0" y="0"/>
                  </a:cubicBezTo>
                  <a:close/>
                </a:path>
              </a:pathLst>
            </a:custGeom>
            <a:solidFill>
              <a:srgbClr val="99D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6" name="Freeform 26">
              <a:extLst>
                <a:ext uri="{FF2B5EF4-FFF2-40B4-BE49-F238E27FC236}">
                  <a16:creationId xmlns:a16="http://schemas.microsoft.com/office/drawing/2014/main" id="{74F8B049-901E-43D9-9A0E-C94EC306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359"/>
              <a:ext cx="67" cy="213"/>
            </a:xfrm>
            <a:custGeom>
              <a:avLst/>
              <a:gdLst>
                <a:gd name="T0" fmla="*/ 0 w 27"/>
                <a:gd name="T1" fmla="*/ 1510 h 80"/>
                <a:gd name="T2" fmla="*/ 370 w 27"/>
                <a:gd name="T3" fmla="*/ 0 h 80"/>
                <a:gd name="T4" fmla="*/ 0 w 27"/>
                <a:gd name="T5" fmla="*/ 151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0">
                  <a:moveTo>
                    <a:pt x="0" y="80"/>
                  </a:moveTo>
                  <a:cubicBezTo>
                    <a:pt x="0" y="80"/>
                    <a:pt x="23" y="47"/>
                    <a:pt x="24" y="0"/>
                  </a:cubicBezTo>
                  <a:cubicBezTo>
                    <a:pt x="24" y="0"/>
                    <a:pt x="27" y="45"/>
                    <a:pt x="0" y="80"/>
                  </a:cubicBezTo>
                  <a:close/>
                </a:path>
              </a:pathLst>
            </a:custGeom>
            <a:solidFill>
              <a:srgbClr val="99D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7" name="Freeform 27">
              <a:extLst>
                <a:ext uri="{FF2B5EF4-FFF2-40B4-BE49-F238E27FC236}">
                  <a16:creationId xmlns:a16="http://schemas.microsoft.com/office/drawing/2014/main" id="{85E490DB-A592-4A1D-A7DC-AAE98FAD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239"/>
              <a:ext cx="13" cy="304"/>
            </a:xfrm>
            <a:custGeom>
              <a:avLst/>
              <a:gdLst>
                <a:gd name="T0" fmla="*/ 34 w 5"/>
                <a:gd name="T1" fmla="*/ 0 h 114"/>
                <a:gd name="T2" fmla="*/ 0 w 5"/>
                <a:gd name="T3" fmla="*/ 2163 h 114"/>
                <a:gd name="T4" fmla="*/ 34 w 5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4">
                  <a:moveTo>
                    <a:pt x="2" y="0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5" y="2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8" name="Freeform 28">
              <a:extLst>
                <a:ext uri="{FF2B5EF4-FFF2-40B4-BE49-F238E27FC236}">
                  <a16:creationId xmlns:a16="http://schemas.microsoft.com/office/drawing/2014/main" id="{9ACD4C59-1E7E-4C25-B215-66B24A99A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618"/>
              <a:ext cx="162" cy="96"/>
            </a:xfrm>
            <a:custGeom>
              <a:avLst/>
              <a:gdLst>
                <a:gd name="T0" fmla="*/ 324 w 65"/>
                <a:gd name="T1" fmla="*/ 93 h 36"/>
                <a:gd name="T2" fmla="*/ 217 w 65"/>
                <a:gd name="T3" fmla="*/ 35 h 36"/>
                <a:gd name="T4" fmla="*/ 199 w 65"/>
                <a:gd name="T5" fmla="*/ 93 h 36"/>
                <a:gd name="T6" fmla="*/ 155 w 65"/>
                <a:gd name="T7" fmla="*/ 93 h 36"/>
                <a:gd name="T8" fmla="*/ 155 w 65"/>
                <a:gd name="T9" fmla="*/ 149 h 36"/>
                <a:gd name="T10" fmla="*/ 92 w 65"/>
                <a:gd name="T11" fmla="*/ 227 h 36"/>
                <a:gd name="T12" fmla="*/ 92 w 65"/>
                <a:gd name="T13" fmla="*/ 376 h 36"/>
                <a:gd name="T14" fmla="*/ 0 w 65"/>
                <a:gd name="T15" fmla="*/ 419 h 36"/>
                <a:gd name="T16" fmla="*/ 187 w 65"/>
                <a:gd name="T17" fmla="*/ 397 h 36"/>
                <a:gd name="T18" fmla="*/ 262 w 65"/>
                <a:gd name="T19" fmla="*/ 376 h 36"/>
                <a:gd name="T20" fmla="*/ 324 w 65"/>
                <a:gd name="T21" fmla="*/ 456 h 36"/>
                <a:gd name="T22" fmla="*/ 404 w 65"/>
                <a:gd name="T23" fmla="*/ 435 h 36"/>
                <a:gd name="T24" fmla="*/ 466 w 65"/>
                <a:gd name="T25" fmla="*/ 512 h 36"/>
                <a:gd name="T26" fmla="*/ 558 w 65"/>
                <a:gd name="T27" fmla="*/ 491 h 36"/>
                <a:gd name="T28" fmla="*/ 621 w 65"/>
                <a:gd name="T29" fmla="*/ 589 h 36"/>
                <a:gd name="T30" fmla="*/ 715 w 65"/>
                <a:gd name="T31" fmla="*/ 533 h 36"/>
                <a:gd name="T32" fmla="*/ 778 w 65"/>
                <a:gd name="T33" fmla="*/ 605 h 36"/>
                <a:gd name="T34" fmla="*/ 870 w 65"/>
                <a:gd name="T35" fmla="*/ 605 h 36"/>
                <a:gd name="T36" fmla="*/ 912 w 65"/>
                <a:gd name="T37" fmla="*/ 683 h 36"/>
                <a:gd name="T38" fmla="*/ 621 w 65"/>
                <a:gd name="T39" fmla="*/ 456 h 36"/>
                <a:gd name="T40" fmla="*/ 416 w 65"/>
                <a:gd name="T41" fmla="*/ 397 h 36"/>
                <a:gd name="T42" fmla="*/ 341 w 65"/>
                <a:gd name="T43" fmla="*/ 307 h 36"/>
                <a:gd name="T44" fmla="*/ 262 w 65"/>
                <a:gd name="T45" fmla="*/ 205 h 36"/>
                <a:gd name="T46" fmla="*/ 324 w 65"/>
                <a:gd name="T47" fmla="*/ 77 h 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5" h="36">
                  <a:moveTo>
                    <a:pt x="21" y="5"/>
                  </a:moveTo>
                  <a:cubicBezTo>
                    <a:pt x="21" y="1"/>
                    <a:pt x="17" y="0"/>
                    <a:pt x="14" y="2"/>
                  </a:cubicBezTo>
                  <a:cubicBezTo>
                    <a:pt x="14" y="3"/>
                    <a:pt x="14" y="4"/>
                    <a:pt x="13" y="5"/>
                  </a:cubicBezTo>
                  <a:cubicBezTo>
                    <a:pt x="13" y="5"/>
                    <a:pt x="11" y="4"/>
                    <a:pt x="10" y="5"/>
                  </a:cubicBezTo>
                  <a:cubicBezTo>
                    <a:pt x="9" y="6"/>
                    <a:pt x="11" y="7"/>
                    <a:pt x="10" y="8"/>
                  </a:cubicBezTo>
                  <a:cubicBezTo>
                    <a:pt x="10" y="9"/>
                    <a:pt x="7" y="10"/>
                    <a:pt x="6" y="12"/>
                  </a:cubicBezTo>
                  <a:cubicBezTo>
                    <a:pt x="5" y="14"/>
                    <a:pt x="2" y="19"/>
                    <a:pt x="6" y="20"/>
                  </a:cubicBezTo>
                  <a:cubicBezTo>
                    <a:pt x="4" y="21"/>
                    <a:pt x="2" y="20"/>
                    <a:pt x="0" y="22"/>
                  </a:cubicBezTo>
                  <a:cubicBezTo>
                    <a:pt x="2" y="25"/>
                    <a:pt x="9" y="22"/>
                    <a:pt x="12" y="21"/>
                  </a:cubicBezTo>
                  <a:cubicBezTo>
                    <a:pt x="13" y="20"/>
                    <a:pt x="15" y="19"/>
                    <a:pt x="17" y="20"/>
                  </a:cubicBezTo>
                  <a:cubicBezTo>
                    <a:pt x="19" y="21"/>
                    <a:pt x="19" y="24"/>
                    <a:pt x="21" y="24"/>
                  </a:cubicBezTo>
                  <a:cubicBezTo>
                    <a:pt x="23" y="25"/>
                    <a:pt x="24" y="22"/>
                    <a:pt x="26" y="23"/>
                  </a:cubicBezTo>
                  <a:cubicBezTo>
                    <a:pt x="28" y="23"/>
                    <a:pt x="28" y="26"/>
                    <a:pt x="30" y="27"/>
                  </a:cubicBezTo>
                  <a:cubicBezTo>
                    <a:pt x="32" y="28"/>
                    <a:pt x="34" y="26"/>
                    <a:pt x="36" y="26"/>
                  </a:cubicBezTo>
                  <a:cubicBezTo>
                    <a:pt x="37" y="27"/>
                    <a:pt x="40" y="29"/>
                    <a:pt x="40" y="31"/>
                  </a:cubicBezTo>
                  <a:cubicBezTo>
                    <a:pt x="42" y="31"/>
                    <a:pt x="44" y="28"/>
                    <a:pt x="46" y="28"/>
                  </a:cubicBezTo>
                  <a:cubicBezTo>
                    <a:pt x="48" y="29"/>
                    <a:pt x="48" y="32"/>
                    <a:pt x="50" y="32"/>
                  </a:cubicBezTo>
                  <a:cubicBezTo>
                    <a:pt x="52" y="33"/>
                    <a:pt x="54" y="31"/>
                    <a:pt x="56" y="32"/>
                  </a:cubicBezTo>
                  <a:cubicBezTo>
                    <a:pt x="57" y="33"/>
                    <a:pt x="57" y="35"/>
                    <a:pt x="59" y="36"/>
                  </a:cubicBezTo>
                  <a:cubicBezTo>
                    <a:pt x="65" y="31"/>
                    <a:pt x="43" y="25"/>
                    <a:pt x="40" y="24"/>
                  </a:cubicBezTo>
                  <a:cubicBezTo>
                    <a:pt x="36" y="22"/>
                    <a:pt x="31" y="23"/>
                    <a:pt x="27" y="21"/>
                  </a:cubicBezTo>
                  <a:cubicBezTo>
                    <a:pt x="24" y="20"/>
                    <a:pt x="24" y="18"/>
                    <a:pt x="22" y="16"/>
                  </a:cubicBezTo>
                  <a:cubicBezTo>
                    <a:pt x="19" y="14"/>
                    <a:pt x="8" y="15"/>
                    <a:pt x="17" y="11"/>
                  </a:cubicBezTo>
                  <a:cubicBezTo>
                    <a:pt x="20" y="10"/>
                    <a:pt x="24" y="8"/>
                    <a:pt x="21" y="4"/>
                  </a:cubicBezTo>
                </a:path>
              </a:pathLst>
            </a:custGeom>
            <a:solidFill>
              <a:srgbClr val="99D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9" name="Freeform 29">
              <a:extLst>
                <a:ext uri="{FF2B5EF4-FFF2-40B4-BE49-F238E27FC236}">
                  <a16:creationId xmlns:a16="http://schemas.microsoft.com/office/drawing/2014/main" id="{1F8BCC15-1B38-4E8F-B467-CAC3F2F1E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1623"/>
              <a:ext cx="30" cy="43"/>
            </a:xfrm>
            <a:custGeom>
              <a:avLst/>
              <a:gdLst>
                <a:gd name="T0" fmla="*/ 158 w 12"/>
                <a:gd name="T1" fmla="*/ 116 h 16"/>
                <a:gd name="T2" fmla="*/ 145 w 12"/>
                <a:gd name="T3" fmla="*/ 0 h 16"/>
                <a:gd name="T4" fmla="*/ 113 w 12"/>
                <a:gd name="T5" fmla="*/ 81 h 16"/>
                <a:gd name="T6" fmla="*/ 50 w 12"/>
                <a:gd name="T7" fmla="*/ 137 h 16"/>
                <a:gd name="T8" fmla="*/ 33 w 12"/>
                <a:gd name="T9" fmla="*/ 218 h 16"/>
                <a:gd name="T10" fmla="*/ 20 w 12"/>
                <a:gd name="T11" fmla="*/ 290 h 16"/>
                <a:gd name="T12" fmla="*/ 95 w 12"/>
                <a:gd name="T13" fmla="*/ 159 h 16"/>
                <a:gd name="T14" fmla="*/ 158 w 12"/>
                <a:gd name="T15" fmla="*/ 116 h 16"/>
                <a:gd name="T16" fmla="*/ 175 w 12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6">
                  <a:moveTo>
                    <a:pt x="10" y="6"/>
                  </a:moveTo>
                  <a:cubicBezTo>
                    <a:pt x="12" y="5"/>
                    <a:pt x="11" y="1"/>
                    <a:pt x="9" y="0"/>
                  </a:cubicBezTo>
                  <a:cubicBezTo>
                    <a:pt x="8" y="2"/>
                    <a:pt x="8" y="3"/>
                    <a:pt x="7" y="4"/>
                  </a:cubicBezTo>
                  <a:cubicBezTo>
                    <a:pt x="6" y="5"/>
                    <a:pt x="4" y="6"/>
                    <a:pt x="3" y="7"/>
                  </a:cubicBezTo>
                  <a:cubicBezTo>
                    <a:pt x="1" y="9"/>
                    <a:pt x="3" y="9"/>
                    <a:pt x="2" y="11"/>
                  </a:cubicBezTo>
                  <a:cubicBezTo>
                    <a:pt x="2" y="12"/>
                    <a:pt x="0" y="13"/>
                    <a:pt x="1" y="15"/>
                  </a:cubicBezTo>
                  <a:cubicBezTo>
                    <a:pt x="3" y="16"/>
                    <a:pt x="3" y="9"/>
                    <a:pt x="6" y="8"/>
                  </a:cubicBezTo>
                  <a:cubicBezTo>
                    <a:pt x="8" y="7"/>
                    <a:pt x="9" y="8"/>
                    <a:pt x="10" y="6"/>
                  </a:cubicBezTo>
                  <a:cubicBezTo>
                    <a:pt x="11" y="5"/>
                    <a:pt x="11" y="4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0" name="Freeform 30">
              <a:extLst>
                <a:ext uri="{FF2B5EF4-FFF2-40B4-BE49-F238E27FC236}">
                  <a16:creationId xmlns:a16="http://schemas.microsoft.com/office/drawing/2014/main" id="{AD602576-272A-45FC-B8AA-45DDE64BD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666"/>
              <a:ext cx="33" cy="24"/>
            </a:xfrm>
            <a:custGeom>
              <a:avLst/>
              <a:gdLst>
                <a:gd name="T0" fmla="*/ 147 w 13"/>
                <a:gd name="T1" fmla="*/ 35 h 9"/>
                <a:gd name="T2" fmla="*/ 117 w 13"/>
                <a:gd name="T3" fmla="*/ 136 h 9"/>
                <a:gd name="T4" fmla="*/ 117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9" y="2"/>
                  </a:moveTo>
                  <a:cubicBezTo>
                    <a:pt x="5" y="1"/>
                    <a:pt x="0" y="9"/>
                    <a:pt x="7" y="7"/>
                  </a:cubicBezTo>
                  <a:cubicBezTo>
                    <a:pt x="13" y="6"/>
                    <a:pt x="13" y="0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1" name="Freeform 31">
              <a:extLst>
                <a:ext uri="{FF2B5EF4-FFF2-40B4-BE49-F238E27FC236}">
                  <a16:creationId xmlns:a16="http://schemas.microsoft.com/office/drawing/2014/main" id="{B321AB43-68B5-4DD7-A250-EA6D0E938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676"/>
              <a:ext cx="15" cy="22"/>
            </a:xfrm>
            <a:custGeom>
              <a:avLst/>
              <a:gdLst>
                <a:gd name="T0" fmla="*/ 20 w 6"/>
                <a:gd name="T1" fmla="*/ 22 h 8"/>
                <a:gd name="T2" fmla="*/ 50 w 6"/>
                <a:gd name="T3" fmla="*/ 107 h 8"/>
                <a:gd name="T4" fmla="*/ 0 w 6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0" y="8"/>
                    <a:pt x="3" y="5"/>
                  </a:cubicBezTo>
                  <a:cubicBezTo>
                    <a:pt x="6" y="3"/>
                    <a:pt x="2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2" name="Freeform 32">
              <a:extLst>
                <a:ext uri="{FF2B5EF4-FFF2-40B4-BE49-F238E27FC236}">
                  <a16:creationId xmlns:a16="http://schemas.microsoft.com/office/drawing/2014/main" id="{69289A06-E2A2-488B-B458-8397FC22A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660"/>
              <a:ext cx="25" cy="22"/>
            </a:xfrm>
            <a:custGeom>
              <a:avLst/>
              <a:gdLst>
                <a:gd name="T0" fmla="*/ 0 w 10"/>
                <a:gd name="T1" fmla="*/ 22 h 8"/>
                <a:gd name="T2" fmla="*/ 158 w 10"/>
                <a:gd name="T3" fmla="*/ 83 h 8"/>
                <a:gd name="T4" fmla="*/ 0 w 10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3" y="8"/>
                    <a:pt x="5" y="4"/>
                    <a:pt x="10" y="4"/>
                  </a:cubicBezTo>
                  <a:cubicBezTo>
                    <a:pt x="8" y="3"/>
                    <a:pt x="0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3" name="Freeform 33">
              <a:extLst>
                <a:ext uri="{FF2B5EF4-FFF2-40B4-BE49-F238E27FC236}">
                  <a16:creationId xmlns:a16="http://schemas.microsoft.com/office/drawing/2014/main" id="{03FB40B8-B33D-4932-AB0E-2562D5C1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591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208 w 16"/>
                <a:gd name="T3" fmla="*/ 56 h 12"/>
                <a:gd name="T4" fmla="*/ 63 w 16"/>
                <a:gd name="T5" fmla="*/ 171 h 12"/>
                <a:gd name="T6" fmla="*/ 20 w 16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2" y="11"/>
                    <a:pt x="16" y="7"/>
                    <a:pt x="13" y="3"/>
                  </a:cubicBezTo>
                  <a:cubicBezTo>
                    <a:pt x="12" y="0"/>
                    <a:pt x="5" y="7"/>
                    <a:pt x="4" y="9"/>
                  </a:cubicBezTo>
                  <a:cubicBezTo>
                    <a:pt x="2" y="9"/>
                    <a:pt x="0" y="11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4" name="Freeform 34">
              <a:extLst>
                <a:ext uri="{FF2B5EF4-FFF2-40B4-BE49-F238E27FC236}">
                  <a16:creationId xmlns:a16="http://schemas.microsoft.com/office/drawing/2014/main" id="{B31392BA-6652-4F48-9B91-3F1A8D02B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644"/>
              <a:ext cx="28" cy="27"/>
            </a:xfrm>
            <a:custGeom>
              <a:avLst/>
              <a:gdLst>
                <a:gd name="T0" fmla="*/ 97 w 11"/>
                <a:gd name="T1" fmla="*/ 0 h 10"/>
                <a:gd name="T2" fmla="*/ 84 w 11"/>
                <a:gd name="T3" fmla="*/ 59 h 10"/>
                <a:gd name="T4" fmla="*/ 150 w 11"/>
                <a:gd name="T5" fmla="*/ 103 h 10"/>
                <a:gd name="T6" fmla="*/ 97 w 11"/>
                <a:gd name="T7" fmla="*/ 197 h 10"/>
                <a:gd name="T8" fmla="*/ 20 w 11"/>
                <a:gd name="T9" fmla="*/ 138 h 10"/>
                <a:gd name="T10" fmla="*/ 20 w 11"/>
                <a:gd name="T11" fmla="*/ 81 h 10"/>
                <a:gd name="T12" fmla="*/ 51 w 11"/>
                <a:gd name="T13" fmla="*/ 3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6" y="4"/>
                    <a:pt x="8" y="4"/>
                    <a:pt x="9" y="5"/>
                  </a:cubicBezTo>
                  <a:cubicBezTo>
                    <a:pt x="11" y="7"/>
                    <a:pt x="8" y="10"/>
                    <a:pt x="6" y="10"/>
                  </a:cubicBezTo>
                  <a:cubicBezTo>
                    <a:pt x="4" y="10"/>
                    <a:pt x="1" y="10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2" y="3"/>
                    <a:pt x="2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5" name="Freeform 35">
              <a:extLst>
                <a:ext uri="{FF2B5EF4-FFF2-40B4-BE49-F238E27FC236}">
                  <a16:creationId xmlns:a16="http://schemas.microsoft.com/office/drawing/2014/main" id="{92EA4545-A58F-4F05-8894-F59776148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684"/>
              <a:ext cx="17" cy="16"/>
            </a:xfrm>
            <a:custGeom>
              <a:avLst/>
              <a:gdLst>
                <a:gd name="T0" fmla="*/ 29 w 7"/>
                <a:gd name="T1" fmla="*/ 0 h 6"/>
                <a:gd name="T2" fmla="*/ 0 w 7"/>
                <a:gd name="T3" fmla="*/ 21 h 6"/>
                <a:gd name="T4" fmla="*/ 0 w 7"/>
                <a:gd name="T5" fmla="*/ 56 h 6"/>
                <a:gd name="T6" fmla="*/ 0 w 7"/>
                <a:gd name="T7" fmla="*/ 77 h 6"/>
                <a:gd name="T8" fmla="*/ 12 w 7"/>
                <a:gd name="T9" fmla="*/ 77 h 6"/>
                <a:gd name="T10" fmla="*/ 58 w 7"/>
                <a:gd name="T11" fmla="*/ 35 h 6"/>
                <a:gd name="T12" fmla="*/ 100 w 7"/>
                <a:gd name="T13" fmla="*/ 21 h 6"/>
                <a:gd name="T14" fmla="*/ 58 w 7"/>
                <a:gd name="T15" fmla="*/ 0 h 6"/>
                <a:gd name="T16" fmla="*/ 12 w 7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6"/>
                    <a:pt x="1" y="4"/>
                    <a:pt x="1" y="4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5" y="2"/>
                    <a:pt x="7" y="2"/>
                    <a:pt x="7" y="1"/>
                  </a:cubicBezTo>
                  <a:cubicBezTo>
                    <a:pt x="7" y="0"/>
                    <a:pt x="5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6" name="Freeform 36">
              <a:extLst>
                <a:ext uri="{FF2B5EF4-FFF2-40B4-BE49-F238E27FC236}">
                  <a16:creationId xmlns:a16="http://schemas.microsoft.com/office/drawing/2014/main" id="{604D9961-5FDD-4505-9BCC-063A67BD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690"/>
              <a:ext cx="13" cy="13"/>
            </a:xfrm>
            <a:custGeom>
              <a:avLst/>
              <a:gdLst>
                <a:gd name="T0" fmla="*/ 68 w 5"/>
                <a:gd name="T1" fmla="*/ 21 h 5"/>
                <a:gd name="T2" fmla="*/ 21 w 5"/>
                <a:gd name="T3" fmla="*/ 55 h 5"/>
                <a:gd name="T4" fmla="*/ 21 w 5"/>
                <a:gd name="T5" fmla="*/ 68 h 5"/>
                <a:gd name="T6" fmla="*/ 34 w 5"/>
                <a:gd name="T7" fmla="*/ 55 h 5"/>
                <a:gd name="T8" fmla="*/ 68 w 5"/>
                <a:gd name="T9" fmla="*/ 21 h 5"/>
                <a:gd name="T10" fmla="*/ 88 w 5"/>
                <a:gd name="T11" fmla="*/ 21 h 5"/>
                <a:gd name="T12" fmla="*/ 55 w 5"/>
                <a:gd name="T13" fmla="*/ 21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1"/>
                    <a:pt x="1" y="1"/>
                    <a:pt x="1" y="3"/>
                  </a:cubicBezTo>
                  <a:cubicBezTo>
                    <a:pt x="1" y="3"/>
                    <a:pt x="0" y="4"/>
                    <a:pt x="1" y="4"/>
                  </a:cubicBezTo>
                  <a:cubicBezTo>
                    <a:pt x="1" y="5"/>
                    <a:pt x="2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0"/>
                    <a:pt x="3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7" name="Freeform 37">
              <a:extLst>
                <a:ext uri="{FF2B5EF4-FFF2-40B4-BE49-F238E27FC236}">
                  <a16:creationId xmlns:a16="http://schemas.microsoft.com/office/drawing/2014/main" id="{E426D8BC-7333-4AE3-916E-DEEE2C2DB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972"/>
              <a:ext cx="60" cy="174"/>
            </a:xfrm>
            <a:custGeom>
              <a:avLst/>
              <a:gdLst>
                <a:gd name="T0" fmla="*/ 0 w 24"/>
                <a:gd name="T1" fmla="*/ 0 h 65"/>
                <a:gd name="T2" fmla="*/ 125 w 24"/>
                <a:gd name="T3" fmla="*/ 209 h 65"/>
                <a:gd name="T4" fmla="*/ 220 w 24"/>
                <a:gd name="T5" fmla="*/ 501 h 65"/>
                <a:gd name="T6" fmla="*/ 345 w 24"/>
                <a:gd name="T7" fmla="*/ 1226 h 65"/>
                <a:gd name="T8" fmla="*/ 345 w 24"/>
                <a:gd name="T9" fmla="*/ 1226 h 65"/>
                <a:gd name="T10" fmla="*/ 313 w 24"/>
                <a:gd name="T11" fmla="*/ 824 h 65"/>
                <a:gd name="T12" fmla="*/ 313 w 24"/>
                <a:gd name="T13" fmla="*/ 653 h 65"/>
                <a:gd name="T14" fmla="*/ 238 w 24"/>
                <a:gd name="T15" fmla="*/ 501 h 65"/>
                <a:gd name="T16" fmla="*/ 0 w 24"/>
                <a:gd name="T17" fmla="*/ 3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65">
                  <a:moveTo>
                    <a:pt x="0" y="0"/>
                  </a:moveTo>
                  <a:cubicBezTo>
                    <a:pt x="2" y="4"/>
                    <a:pt x="7" y="7"/>
                    <a:pt x="8" y="11"/>
                  </a:cubicBezTo>
                  <a:cubicBezTo>
                    <a:pt x="10" y="15"/>
                    <a:pt x="12" y="21"/>
                    <a:pt x="14" y="26"/>
                  </a:cubicBezTo>
                  <a:cubicBezTo>
                    <a:pt x="19" y="38"/>
                    <a:pt x="16" y="54"/>
                    <a:pt x="22" y="64"/>
                  </a:cubicBezTo>
                  <a:cubicBezTo>
                    <a:pt x="22" y="65"/>
                    <a:pt x="22" y="65"/>
                    <a:pt x="22" y="64"/>
                  </a:cubicBezTo>
                  <a:cubicBezTo>
                    <a:pt x="24" y="57"/>
                    <a:pt x="21" y="50"/>
                    <a:pt x="20" y="43"/>
                  </a:cubicBezTo>
                  <a:cubicBezTo>
                    <a:pt x="20" y="40"/>
                    <a:pt x="21" y="37"/>
                    <a:pt x="20" y="34"/>
                  </a:cubicBezTo>
                  <a:cubicBezTo>
                    <a:pt x="19" y="30"/>
                    <a:pt x="17" y="29"/>
                    <a:pt x="15" y="26"/>
                  </a:cubicBezTo>
                  <a:cubicBezTo>
                    <a:pt x="10" y="17"/>
                    <a:pt x="10" y="8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8" name="Freeform 38">
              <a:extLst>
                <a:ext uri="{FF2B5EF4-FFF2-40B4-BE49-F238E27FC236}">
                  <a16:creationId xmlns:a16="http://schemas.microsoft.com/office/drawing/2014/main" id="{736F4CB4-5285-4FC0-8CCD-A13FCA01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447"/>
              <a:ext cx="10" cy="197"/>
            </a:xfrm>
            <a:custGeom>
              <a:avLst/>
              <a:gdLst>
                <a:gd name="T0" fmla="*/ 0 w 4"/>
                <a:gd name="T1" fmla="*/ 0 h 74"/>
                <a:gd name="T2" fmla="*/ 63 w 4"/>
                <a:gd name="T3" fmla="*/ 1395 h 74"/>
                <a:gd name="T4" fmla="*/ 50 w 4"/>
                <a:gd name="T5" fmla="*/ 908 h 74"/>
                <a:gd name="T6" fmla="*/ 33 w 4"/>
                <a:gd name="T7" fmla="*/ 474 h 74"/>
                <a:gd name="T8" fmla="*/ 0 w 4"/>
                <a:gd name="T9" fmla="*/ 11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4">
                  <a:moveTo>
                    <a:pt x="0" y="0"/>
                  </a:moveTo>
                  <a:cubicBezTo>
                    <a:pt x="0" y="25"/>
                    <a:pt x="1" y="50"/>
                    <a:pt x="4" y="74"/>
                  </a:cubicBezTo>
                  <a:cubicBezTo>
                    <a:pt x="2" y="66"/>
                    <a:pt x="3" y="56"/>
                    <a:pt x="3" y="48"/>
                  </a:cubicBezTo>
                  <a:cubicBezTo>
                    <a:pt x="2" y="40"/>
                    <a:pt x="3" y="32"/>
                    <a:pt x="2" y="25"/>
                  </a:cubicBezTo>
                  <a:cubicBezTo>
                    <a:pt x="1" y="19"/>
                    <a:pt x="0" y="12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9" name="Freeform 39">
              <a:extLst>
                <a:ext uri="{FF2B5EF4-FFF2-40B4-BE49-F238E27FC236}">
                  <a16:creationId xmlns:a16="http://schemas.microsoft.com/office/drawing/2014/main" id="{DC4F0D48-3291-413A-B5D5-523C115F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687"/>
              <a:ext cx="25" cy="40"/>
            </a:xfrm>
            <a:custGeom>
              <a:avLst/>
              <a:gdLst>
                <a:gd name="T0" fmla="*/ 0 w 10"/>
                <a:gd name="T1" fmla="*/ 205 h 15"/>
                <a:gd name="T2" fmla="*/ 145 w 10"/>
                <a:gd name="T3" fmla="*/ 115 h 15"/>
                <a:gd name="T4" fmla="*/ 0 w 10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11"/>
                  </a:moveTo>
                  <a:cubicBezTo>
                    <a:pt x="1" y="15"/>
                    <a:pt x="10" y="9"/>
                    <a:pt x="9" y="6"/>
                  </a:cubicBezTo>
                  <a:cubicBezTo>
                    <a:pt x="8" y="0"/>
                    <a:pt x="1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0" name="Freeform 40">
              <a:extLst>
                <a:ext uri="{FF2B5EF4-FFF2-40B4-BE49-F238E27FC236}">
                  <a16:creationId xmlns:a16="http://schemas.microsoft.com/office/drawing/2014/main" id="{C81E24F2-417C-4A85-A453-51BB099E3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572"/>
              <a:ext cx="45" cy="99"/>
            </a:xfrm>
            <a:custGeom>
              <a:avLst/>
              <a:gdLst>
                <a:gd name="T0" fmla="*/ 95 w 18"/>
                <a:gd name="T1" fmla="*/ 193 h 37"/>
                <a:gd name="T2" fmla="*/ 83 w 18"/>
                <a:gd name="T3" fmla="*/ 286 h 37"/>
                <a:gd name="T4" fmla="*/ 33 w 18"/>
                <a:gd name="T5" fmla="*/ 342 h 37"/>
                <a:gd name="T6" fmla="*/ 63 w 18"/>
                <a:gd name="T7" fmla="*/ 364 h 37"/>
                <a:gd name="T8" fmla="*/ 83 w 18"/>
                <a:gd name="T9" fmla="*/ 423 h 37"/>
                <a:gd name="T10" fmla="*/ 63 w 18"/>
                <a:gd name="T11" fmla="*/ 500 h 37"/>
                <a:gd name="T12" fmla="*/ 0 w 18"/>
                <a:gd name="T13" fmla="*/ 573 h 37"/>
                <a:gd name="T14" fmla="*/ 50 w 18"/>
                <a:gd name="T15" fmla="*/ 594 h 37"/>
                <a:gd name="T16" fmla="*/ 113 w 18"/>
                <a:gd name="T17" fmla="*/ 615 h 37"/>
                <a:gd name="T18" fmla="*/ 125 w 18"/>
                <a:gd name="T19" fmla="*/ 629 h 37"/>
                <a:gd name="T20" fmla="*/ 175 w 18"/>
                <a:gd name="T21" fmla="*/ 629 h 37"/>
                <a:gd name="T22" fmla="*/ 283 w 18"/>
                <a:gd name="T23" fmla="*/ 688 h 37"/>
                <a:gd name="T24" fmla="*/ 270 w 18"/>
                <a:gd name="T25" fmla="*/ 594 h 37"/>
                <a:gd name="T26" fmla="*/ 220 w 18"/>
                <a:gd name="T27" fmla="*/ 538 h 37"/>
                <a:gd name="T28" fmla="*/ 220 w 18"/>
                <a:gd name="T29" fmla="*/ 423 h 37"/>
                <a:gd name="T30" fmla="*/ 208 w 18"/>
                <a:gd name="T31" fmla="*/ 342 h 37"/>
                <a:gd name="T32" fmla="*/ 175 w 18"/>
                <a:gd name="T33" fmla="*/ 150 h 37"/>
                <a:gd name="T34" fmla="*/ 188 w 18"/>
                <a:gd name="T35" fmla="*/ 0 h 37"/>
                <a:gd name="T36" fmla="*/ 83 w 18"/>
                <a:gd name="T37" fmla="*/ 193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" h="37">
                  <a:moveTo>
                    <a:pt x="6" y="10"/>
                  </a:moveTo>
                  <a:cubicBezTo>
                    <a:pt x="6" y="11"/>
                    <a:pt x="6" y="14"/>
                    <a:pt x="5" y="15"/>
                  </a:cubicBezTo>
                  <a:cubicBezTo>
                    <a:pt x="4" y="16"/>
                    <a:pt x="2" y="17"/>
                    <a:pt x="2" y="18"/>
                  </a:cubicBezTo>
                  <a:cubicBezTo>
                    <a:pt x="3" y="19"/>
                    <a:pt x="4" y="19"/>
                    <a:pt x="4" y="19"/>
                  </a:cubicBezTo>
                  <a:cubicBezTo>
                    <a:pt x="4" y="20"/>
                    <a:pt x="5" y="21"/>
                    <a:pt x="5" y="22"/>
                  </a:cubicBezTo>
                  <a:cubicBezTo>
                    <a:pt x="6" y="24"/>
                    <a:pt x="5" y="25"/>
                    <a:pt x="4" y="26"/>
                  </a:cubicBezTo>
                  <a:cubicBezTo>
                    <a:pt x="3" y="27"/>
                    <a:pt x="0" y="29"/>
                    <a:pt x="0" y="30"/>
                  </a:cubicBezTo>
                  <a:cubicBezTo>
                    <a:pt x="1" y="31"/>
                    <a:pt x="3" y="31"/>
                    <a:pt x="3" y="31"/>
                  </a:cubicBezTo>
                  <a:cubicBezTo>
                    <a:pt x="4" y="31"/>
                    <a:pt x="6" y="31"/>
                    <a:pt x="7" y="32"/>
                  </a:cubicBezTo>
                  <a:cubicBezTo>
                    <a:pt x="7" y="32"/>
                    <a:pt x="7" y="33"/>
                    <a:pt x="8" y="33"/>
                  </a:cubicBezTo>
                  <a:cubicBezTo>
                    <a:pt x="9" y="34"/>
                    <a:pt x="10" y="33"/>
                    <a:pt x="11" y="33"/>
                  </a:cubicBezTo>
                  <a:cubicBezTo>
                    <a:pt x="12" y="34"/>
                    <a:pt x="17" y="37"/>
                    <a:pt x="18" y="36"/>
                  </a:cubicBezTo>
                  <a:cubicBezTo>
                    <a:pt x="18" y="35"/>
                    <a:pt x="18" y="32"/>
                    <a:pt x="17" y="31"/>
                  </a:cubicBezTo>
                  <a:cubicBezTo>
                    <a:pt x="16" y="30"/>
                    <a:pt x="15" y="29"/>
                    <a:pt x="14" y="28"/>
                  </a:cubicBezTo>
                  <a:cubicBezTo>
                    <a:pt x="13" y="26"/>
                    <a:pt x="14" y="24"/>
                    <a:pt x="14" y="22"/>
                  </a:cubicBezTo>
                  <a:cubicBezTo>
                    <a:pt x="14" y="21"/>
                    <a:pt x="14" y="19"/>
                    <a:pt x="13" y="18"/>
                  </a:cubicBezTo>
                  <a:cubicBezTo>
                    <a:pt x="12" y="15"/>
                    <a:pt x="11" y="11"/>
                    <a:pt x="11" y="8"/>
                  </a:cubicBezTo>
                  <a:cubicBezTo>
                    <a:pt x="11" y="5"/>
                    <a:pt x="12" y="2"/>
                    <a:pt x="12" y="0"/>
                  </a:cubicBezTo>
                  <a:cubicBezTo>
                    <a:pt x="9" y="3"/>
                    <a:pt x="8" y="7"/>
                    <a:pt x="5" y="10"/>
                  </a:cubicBezTo>
                </a:path>
              </a:pathLst>
            </a:custGeom>
            <a:solidFill>
              <a:srgbClr val="2456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1" name="Freeform 41">
              <a:extLst>
                <a:ext uri="{FF2B5EF4-FFF2-40B4-BE49-F238E27FC236}">
                  <a16:creationId xmlns:a16="http://schemas.microsoft.com/office/drawing/2014/main" id="{8C2E1944-CB19-42B3-B4B8-87730644C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70"/>
              <a:ext cx="62" cy="120"/>
            </a:xfrm>
            <a:custGeom>
              <a:avLst/>
              <a:gdLst>
                <a:gd name="T0" fmla="*/ 0 w 25"/>
                <a:gd name="T1" fmla="*/ 760 h 45"/>
                <a:gd name="T2" fmla="*/ 216 w 25"/>
                <a:gd name="T3" fmla="*/ 853 h 45"/>
                <a:gd name="T4" fmla="*/ 216 w 25"/>
                <a:gd name="T5" fmla="*/ 832 h 45"/>
                <a:gd name="T6" fmla="*/ 308 w 25"/>
                <a:gd name="T7" fmla="*/ 853 h 45"/>
                <a:gd name="T8" fmla="*/ 370 w 25"/>
                <a:gd name="T9" fmla="*/ 819 h 45"/>
                <a:gd name="T10" fmla="*/ 370 w 25"/>
                <a:gd name="T11" fmla="*/ 419 h 45"/>
                <a:gd name="T12" fmla="*/ 320 w 25"/>
                <a:gd name="T13" fmla="*/ 0 h 45"/>
                <a:gd name="T14" fmla="*/ 216 w 25"/>
                <a:gd name="T15" fmla="*/ 477 h 45"/>
                <a:gd name="T16" fmla="*/ 0 w 25"/>
                <a:gd name="T17" fmla="*/ 76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45">
                  <a:moveTo>
                    <a:pt x="0" y="40"/>
                  </a:moveTo>
                  <a:cubicBezTo>
                    <a:pt x="5" y="40"/>
                    <a:pt x="9" y="43"/>
                    <a:pt x="14" y="45"/>
                  </a:cubicBezTo>
                  <a:cubicBezTo>
                    <a:pt x="14" y="45"/>
                    <a:pt x="14" y="44"/>
                    <a:pt x="14" y="44"/>
                  </a:cubicBezTo>
                  <a:cubicBezTo>
                    <a:pt x="16" y="43"/>
                    <a:pt x="18" y="44"/>
                    <a:pt x="20" y="45"/>
                  </a:cubicBezTo>
                  <a:cubicBezTo>
                    <a:pt x="21" y="43"/>
                    <a:pt x="22" y="43"/>
                    <a:pt x="24" y="43"/>
                  </a:cubicBezTo>
                  <a:cubicBezTo>
                    <a:pt x="24" y="36"/>
                    <a:pt x="25" y="29"/>
                    <a:pt x="24" y="22"/>
                  </a:cubicBezTo>
                  <a:cubicBezTo>
                    <a:pt x="23" y="15"/>
                    <a:pt x="21" y="7"/>
                    <a:pt x="21" y="0"/>
                  </a:cubicBezTo>
                  <a:cubicBezTo>
                    <a:pt x="21" y="9"/>
                    <a:pt x="18" y="17"/>
                    <a:pt x="14" y="25"/>
                  </a:cubicBezTo>
                  <a:cubicBezTo>
                    <a:pt x="11" y="29"/>
                    <a:pt x="4" y="39"/>
                    <a:pt x="0" y="40"/>
                  </a:cubicBezTo>
                </a:path>
              </a:pathLst>
            </a:custGeom>
            <a:solidFill>
              <a:srgbClr val="2456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2" name="Freeform 42">
              <a:extLst>
                <a:ext uri="{FF2B5EF4-FFF2-40B4-BE49-F238E27FC236}">
                  <a16:creationId xmlns:a16="http://schemas.microsoft.com/office/drawing/2014/main" id="{00607729-CD23-4A5F-BFCF-EBF8FEF01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706"/>
              <a:ext cx="235" cy="109"/>
            </a:xfrm>
            <a:custGeom>
              <a:avLst/>
              <a:gdLst>
                <a:gd name="T0" fmla="*/ 1145 w 94"/>
                <a:gd name="T1" fmla="*/ 362 h 41"/>
                <a:gd name="T2" fmla="*/ 613 w 94"/>
                <a:gd name="T3" fmla="*/ 303 h 41"/>
                <a:gd name="T4" fmla="*/ 300 w 94"/>
                <a:gd name="T5" fmla="*/ 56 h 41"/>
                <a:gd name="T6" fmla="*/ 50 w 94"/>
                <a:gd name="T7" fmla="*/ 303 h 41"/>
                <a:gd name="T8" fmla="*/ 283 w 94"/>
                <a:gd name="T9" fmla="*/ 678 h 41"/>
                <a:gd name="T10" fmla="*/ 800 w 94"/>
                <a:gd name="T11" fmla="*/ 657 h 41"/>
                <a:gd name="T12" fmla="*/ 1250 w 94"/>
                <a:gd name="T13" fmla="*/ 580 h 41"/>
                <a:gd name="T14" fmla="*/ 1188 w 94"/>
                <a:gd name="T15" fmla="*/ 340 h 41"/>
                <a:gd name="T16" fmla="*/ 1113 w 94"/>
                <a:gd name="T17" fmla="*/ 36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41">
                  <a:moveTo>
                    <a:pt x="73" y="19"/>
                  </a:moveTo>
                  <a:cubicBezTo>
                    <a:pt x="62" y="19"/>
                    <a:pt x="50" y="21"/>
                    <a:pt x="39" y="16"/>
                  </a:cubicBezTo>
                  <a:cubicBezTo>
                    <a:pt x="32" y="13"/>
                    <a:pt x="26" y="6"/>
                    <a:pt x="19" y="3"/>
                  </a:cubicBezTo>
                  <a:cubicBezTo>
                    <a:pt x="11" y="0"/>
                    <a:pt x="5" y="8"/>
                    <a:pt x="3" y="16"/>
                  </a:cubicBezTo>
                  <a:cubicBezTo>
                    <a:pt x="0" y="27"/>
                    <a:pt x="9" y="32"/>
                    <a:pt x="18" y="36"/>
                  </a:cubicBezTo>
                  <a:cubicBezTo>
                    <a:pt x="29" y="41"/>
                    <a:pt x="40" y="39"/>
                    <a:pt x="51" y="35"/>
                  </a:cubicBezTo>
                  <a:cubicBezTo>
                    <a:pt x="61" y="32"/>
                    <a:pt x="70" y="33"/>
                    <a:pt x="80" y="31"/>
                  </a:cubicBezTo>
                  <a:cubicBezTo>
                    <a:pt x="94" y="29"/>
                    <a:pt x="87" y="17"/>
                    <a:pt x="76" y="18"/>
                  </a:cubicBezTo>
                  <a:cubicBezTo>
                    <a:pt x="74" y="18"/>
                    <a:pt x="73" y="18"/>
                    <a:pt x="7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3" name="Freeform 43">
              <a:extLst>
                <a:ext uri="{FF2B5EF4-FFF2-40B4-BE49-F238E27FC236}">
                  <a16:creationId xmlns:a16="http://schemas.microsoft.com/office/drawing/2014/main" id="{B5CD0094-AD6B-41EB-AFEF-4B88BE275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722"/>
              <a:ext cx="168" cy="197"/>
            </a:xfrm>
            <a:custGeom>
              <a:avLst/>
              <a:gdLst>
                <a:gd name="T0" fmla="*/ 755 w 67"/>
                <a:gd name="T1" fmla="*/ 21 h 74"/>
                <a:gd name="T2" fmla="*/ 251 w 67"/>
                <a:gd name="T3" fmla="*/ 192 h 74"/>
                <a:gd name="T4" fmla="*/ 364 w 67"/>
                <a:gd name="T5" fmla="*/ 248 h 74"/>
                <a:gd name="T6" fmla="*/ 251 w 67"/>
                <a:gd name="T7" fmla="*/ 319 h 74"/>
                <a:gd name="T8" fmla="*/ 429 w 67"/>
                <a:gd name="T9" fmla="*/ 490 h 74"/>
                <a:gd name="T10" fmla="*/ 251 w 67"/>
                <a:gd name="T11" fmla="*/ 849 h 74"/>
                <a:gd name="T12" fmla="*/ 221 w 67"/>
                <a:gd name="T13" fmla="*/ 1113 h 74"/>
                <a:gd name="T14" fmla="*/ 0 w 67"/>
                <a:gd name="T15" fmla="*/ 1395 h 74"/>
                <a:gd name="T16" fmla="*/ 471 w 67"/>
                <a:gd name="T17" fmla="*/ 1020 h 74"/>
                <a:gd name="T18" fmla="*/ 522 w 67"/>
                <a:gd name="T19" fmla="*/ 588 h 74"/>
                <a:gd name="T20" fmla="*/ 742 w 67"/>
                <a:gd name="T21" fmla="*/ 226 h 74"/>
                <a:gd name="T22" fmla="*/ 1056 w 67"/>
                <a:gd name="T23" fmla="*/ 21 h 74"/>
                <a:gd name="T24" fmla="*/ 742 w 67"/>
                <a:gd name="T25" fmla="*/ 56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74">
                  <a:moveTo>
                    <a:pt x="48" y="1"/>
                  </a:moveTo>
                  <a:cubicBezTo>
                    <a:pt x="39" y="5"/>
                    <a:pt x="22" y="0"/>
                    <a:pt x="16" y="10"/>
                  </a:cubicBezTo>
                  <a:cubicBezTo>
                    <a:pt x="19" y="11"/>
                    <a:pt x="22" y="11"/>
                    <a:pt x="23" y="13"/>
                  </a:cubicBezTo>
                  <a:cubicBezTo>
                    <a:pt x="21" y="15"/>
                    <a:pt x="18" y="15"/>
                    <a:pt x="16" y="17"/>
                  </a:cubicBezTo>
                  <a:cubicBezTo>
                    <a:pt x="21" y="20"/>
                    <a:pt x="27" y="19"/>
                    <a:pt x="27" y="26"/>
                  </a:cubicBezTo>
                  <a:cubicBezTo>
                    <a:pt x="27" y="33"/>
                    <a:pt x="19" y="39"/>
                    <a:pt x="16" y="45"/>
                  </a:cubicBezTo>
                  <a:cubicBezTo>
                    <a:pt x="15" y="50"/>
                    <a:pt x="16" y="55"/>
                    <a:pt x="14" y="59"/>
                  </a:cubicBezTo>
                  <a:cubicBezTo>
                    <a:pt x="11" y="65"/>
                    <a:pt x="3" y="69"/>
                    <a:pt x="0" y="74"/>
                  </a:cubicBezTo>
                  <a:cubicBezTo>
                    <a:pt x="6" y="74"/>
                    <a:pt x="27" y="60"/>
                    <a:pt x="30" y="54"/>
                  </a:cubicBezTo>
                  <a:cubicBezTo>
                    <a:pt x="33" y="48"/>
                    <a:pt x="31" y="38"/>
                    <a:pt x="33" y="31"/>
                  </a:cubicBezTo>
                  <a:cubicBezTo>
                    <a:pt x="34" y="23"/>
                    <a:pt x="40" y="17"/>
                    <a:pt x="47" y="12"/>
                  </a:cubicBezTo>
                  <a:cubicBezTo>
                    <a:pt x="53" y="8"/>
                    <a:pt x="62" y="6"/>
                    <a:pt x="67" y="1"/>
                  </a:cubicBezTo>
                  <a:cubicBezTo>
                    <a:pt x="61" y="1"/>
                    <a:pt x="50" y="7"/>
                    <a:pt x="4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4" name="Freeform 44">
              <a:extLst>
                <a:ext uri="{FF2B5EF4-FFF2-40B4-BE49-F238E27FC236}">
                  <a16:creationId xmlns:a16="http://schemas.microsoft.com/office/drawing/2014/main" id="{2C8D3516-1DB0-4A7C-B5F1-4030FE481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578"/>
              <a:ext cx="906" cy="1976"/>
            </a:xfrm>
            <a:custGeom>
              <a:avLst/>
              <a:gdLst>
                <a:gd name="T0" fmla="*/ 1742 w 362"/>
                <a:gd name="T1" fmla="*/ 115 h 741"/>
                <a:gd name="T2" fmla="*/ 1271 w 362"/>
                <a:gd name="T3" fmla="*/ 341 h 741"/>
                <a:gd name="T4" fmla="*/ 521 w 362"/>
                <a:gd name="T5" fmla="*/ 2995 h 741"/>
                <a:gd name="T6" fmla="*/ 1567 w 362"/>
                <a:gd name="T7" fmla="*/ 7261 h 741"/>
                <a:gd name="T8" fmla="*/ 3138 w 362"/>
                <a:gd name="T9" fmla="*/ 12267 h 741"/>
                <a:gd name="T10" fmla="*/ 4465 w 362"/>
                <a:gd name="T11" fmla="*/ 14029 h 741"/>
                <a:gd name="T12" fmla="*/ 4497 w 362"/>
                <a:gd name="T13" fmla="*/ 9707 h 741"/>
                <a:gd name="T14" fmla="*/ 4402 w 362"/>
                <a:gd name="T15" fmla="*/ 5197 h 741"/>
                <a:gd name="T16" fmla="*/ 4780 w 362"/>
                <a:gd name="T17" fmla="*/ 819 h 741"/>
                <a:gd name="T18" fmla="*/ 3526 w 362"/>
                <a:gd name="T19" fmla="*/ 0 h 7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2" h="741">
                  <a:moveTo>
                    <a:pt x="111" y="6"/>
                  </a:moveTo>
                  <a:cubicBezTo>
                    <a:pt x="99" y="8"/>
                    <a:pt x="88" y="11"/>
                    <a:pt x="81" y="18"/>
                  </a:cubicBezTo>
                  <a:cubicBezTo>
                    <a:pt x="59" y="39"/>
                    <a:pt x="0" y="58"/>
                    <a:pt x="33" y="158"/>
                  </a:cubicBezTo>
                  <a:cubicBezTo>
                    <a:pt x="66" y="258"/>
                    <a:pt x="96" y="289"/>
                    <a:pt x="100" y="383"/>
                  </a:cubicBezTo>
                  <a:cubicBezTo>
                    <a:pt x="105" y="482"/>
                    <a:pt x="145" y="579"/>
                    <a:pt x="200" y="647"/>
                  </a:cubicBezTo>
                  <a:cubicBezTo>
                    <a:pt x="256" y="716"/>
                    <a:pt x="257" y="741"/>
                    <a:pt x="285" y="740"/>
                  </a:cubicBezTo>
                  <a:cubicBezTo>
                    <a:pt x="314" y="738"/>
                    <a:pt x="308" y="615"/>
                    <a:pt x="287" y="512"/>
                  </a:cubicBezTo>
                  <a:cubicBezTo>
                    <a:pt x="265" y="400"/>
                    <a:pt x="288" y="340"/>
                    <a:pt x="281" y="274"/>
                  </a:cubicBezTo>
                  <a:cubicBezTo>
                    <a:pt x="274" y="209"/>
                    <a:pt x="362" y="100"/>
                    <a:pt x="305" y="43"/>
                  </a:cubicBezTo>
                  <a:cubicBezTo>
                    <a:pt x="274" y="12"/>
                    <a:pt x="249" y="1"/>
                    <a:pt x="225" y="0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5" name="Freeform 45">
              <a:extLst>
                <a:ext uri="{FF2B5EF4-FFF2-40B4-BE49-F238E27FC236}">
                  <a16:creationId xmlns:a16="http://schemas.microsoft.com/office/drawing/2014/main" id="{64620181-E532-468F-83C5-DFC060BD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842"/>
              <a:ext cx="425" cy="901"/>
            </a:xfrm>
            <a:custGeom>
              <a:avLst/>
              <a:gdLst>
                <a:gd name="T0" fmla="*/ 2645 w 170"/>
                <a:gd name="T1" fmla="*/ 5835 h 338"/>
                <a:gd name="T2" fmla="*/ 2533 w 170"/>
                <a:gd name="T3" fmla="*/ 5755 h 338"/>
                <a:gd name="T4" fmla="*/ 2458 w 170"/>
                <a:gd name="T5" fmla="*/ 5699 h 338"/>
                <a:gd name="T6" fmla="*/ 1845 w 170"/>
                <a:gd name="T7" fmla="*/ 4449 h 338"/>
                <a:gd name="T8" fmla="*/ 1020 w 170"/>
                <a:gd name="T9" fmla="*/ 605 h 338"/>
                <a:gd name="T10" fmla="*/ 783 w 170"/>
                <a:gd name="T11" fmla="*/ 2010 h 338"/>
                <a:gd name="T12" fmla="*/ 863 w 170"/>
                <a:gd name="T13" fmla="*/ 2922 h 338"/>
                <a:gd name="T14" fmla="*/ 783 w 170"/>
                <a:gd name="T15" fmla="*/ 4220 h 338"/>
                <a:gd name="T16" fmla="*/ 375 w 170"/>
                <a:gd name="T17" fmla="*/ 5323 h 338"/>
                <a:gd name="T18" fmla="*/ 300 w 170"/>
                <a:gd name="T19" fmla="*/ 5414 h 338"/>
                <a:gd name="T20" fmla="*/ 250 w 170"/>
                <a:gd name="T21" fmla="*/ 5457 h 338"/>
                <a:gd name="T22" fmla="*/ 238 w 170"/>
                <a:gd name="T23" fmla="*/ 5473 h 338"/>
                <a:gd name="T24" fmla="*/ 238 w 170"/>
                <a:gd name="T25" fmla="*/ 5473 h 338"/>
                <a:gd name="T26" fmla="*/ 220 w 170"/>
                <a:gd name="T27" fmla="*/ 5473 h 338"/>
                <a:gd name="T28" fmla="*/ 220 w 170"/>
                <a:gd name="T29" fmla="*/ 5494 h 338"/>
                <a:gd name="T30" fmla="*/ 188 w 170"/>
                <a:gd name="T31" fmla="*/ 5494 h 338"/>
                <a:gd name="T32" fmla="*/ 208 w 170"/>
                <a:gd name="T33" fmla="*/ 5571 h 338"/>
                <a:gd name="T34" fmla="*/ 175 w 170"/>
                <a:gd name="T35" fmla="*/ 5643 h 338"/>
                <a:gd name="T36" fmla="*/ 188 w 170"/>
                <a:gd name="T37" fmla="*/ 5686 h 338"/>
                <a:gd name="T38" fmla="*/ 175 w 170"/>
                <a:gd name="T39" fmla="*/ 5721 h 338"/>
                <a:gd name="T40" fmla="*/ 113 w 170"/>
                <a:gd name="T41" fmla="*/ 5699 h 338"/>
                <a:gd name="T42" fmla="*/ 50 w 170"/>
                <a:gd name="T43" fmla="*/ 5686 h 338"/>
                <a:gd name="T44" fmla="*/ 113 w 170"/>
                <a:gd name="T45" fmla="*/ 5814 h 338"/>
                <a:gd name="T46" fmla="*/ 63 w 170"/>
                <a:gd name="T47" fmla="*/ 5835 h 338"/>
                <a:gd name="T48" fmla="*/ 83 w 170"/>
                <a:gd name="T49" fmla="*/ 5891 h 338"/>
                <a:gd name="T50" fmla="*/ 20 w 170"/>
                <a:gd name="T51" fmla="*/ 5912 h 338"/>
                <a:gd name="T52" fmla="*/ 33 w 170"/>
                <a:gd name="T53" fmla="*/ 5968 h 338"/>
                <a:gd name="T54" fmla="*/ 95 w 170"/>
                <a:gd name="T55" fmla="*/ 5947 h 338"/>
                <a:gd name="T56" fmla="*/ 125 w 170"/>
                <a:gd name="T57" fmla="*/ 5947 h 338"/>
                <a:gd name="T58" fmla="*/ 113 w 170"/>
                <a:gd name="T59" fmla="*/ 5968 h 338"/>
                <a:gd name="T60" fmla="*/ 208 w 170"/>
                <a:gd name="T61" fmla="*/ 6024 h 338"/>
                <a:gd name="T62" fmla="*/ 283 w 170"/>
                <a:gd name="T63" fmla="*/ 6024 h 338"/>
                <a:gd name="T64" fmla="*/ 333 w 170"/>
                <a:gd name="T65" fmla="*/ 6040 h 338"/>
                <a:gd name="T66" fmla="*/ 395 w 170"/>
                <a:gd name="T67" fmla="*/ 6006 h 338"/>
                <a:gd name="T68" fmla="*/ 458 w 170"/>
                <a:gd name="T69" fmla="*/ 6062 h 338"/>
                <a:gd name="T70" fmla="*/ 583 w 170"/>
                <a:gd name="T71" fmla="*/ 6083 h 338"/>
                <a:gd name="T72" fmla="*/ 613 w 170"/>
                <a:gd name="T73" fmla="*/ 6118 h 338"/>
                <a:gd name="T74" fmla="*/ 675 w 170"/>
                <a:gd name="T75" fmla="*/ 6083 h 338"/>
                <a:gd name="T76" fmla="*/ 708 w 170"/>
                <a:gd name="T77" fmla="*/ 6152 h 338"/>
                <a:gd name="T78" fmla="*/ 770 w 170"/>
                <a:gd name="T79" fmla="*/ 6139 h 338"/>
                <a:gd name="T80" fmla="*/ 863 w 170"/>
                <a:gd name="T81" fmla="*/ 6174 h 338"/>
                <a:gd name="T82" fmla="*/ 895 w 170"/>
                <a:gd name="T83" fmla="*/ 6232 h 338"/>
                <a:gd name="T84" fmla="*/ 938 w 170"/>
                <a:gd name="T85" fmla="*/ 6195 h 338"/>
                <a:gd name="T86" fmla="*/ 1000 w 170"/>
                <a:gd name="T87" fmla="*/ 6232 h 338"/>
                <a:gd name="T88" fmla="*/ 1063 w 170"/>
                <a:gd name="T89" fmla="*/ 6254 h 338"/>
                <a:gd name="T90" fmla="*/ 1125 w 170"/>
                <a:gd name="T91" fmla="*/ 6310 h 338"/>
                <a:gd name="T92" fmla="*/ 1158 w 170"/>
                <a:gd name="T93" fmla="*/ 6344 h 338"/>
                <a:gd name="T94" fmla="*/ 1220 w 170"/>
                <a:gd name="T95" fmla="*/ 6310 h 338"/>
                <a:gd name="T96" fmla="*/ 1270 w 170"/>
                <a:gd name="T97" fmla="*/ 6366 h 338"/>
                <a:gd name="T98" fmla="*/ 1313 w 170"/>
                <a:gd name="T99" fmla="*/ 6403 h 338"/>
                <a:gd name="T100" fmla="*/ 1283 w 170"/>
                <a:gd name="T101" fmla="*/ 6310 h 338"/>
                <a:gd name="T102" fmla="*/ 1283 w 170"/>
                <a:gd name="T103" fmla="*/ 6288 h 338"/>
                <a:gd name="T104" fmla="*/ 1583 w 170"/>
                <a:gd name="T105" fmla="*/ 6062 h 338"/>
                <a:gd name="T106" fmla="*/ 1800 w 170"/>
                <a:gd name="T107" fmla="*/ 5912 h 338"/>
                <a:gd name="T108" fmla="*/ 1833 w 170"/>
                <a:gd name="T109" fmla="*/ 5891 h 338"/>
                <a:gd name="T110" fmla="*/ 1970 w 170"/>
                <a:gd name="T111" fmla="*/ 5947 h 338"/>
                <a:gd name="T112" fmla="*/ 2033 w 170"/>
                <a:gd name="T113" fmla="*/ 5891 h 338"/>
                <a:gd name="T114" fmla="*/ 2113 w 170"/>
                <a:gd name="T115" fmla="*/ 5912 h 338"/>
                <a:gd name="T116" fmla="*/ 2270 w 170"/>
                <a:gd name="T117" fmla="*/ 5891 h 338"/>
                <a:gd name="T118" fmla="*/ 2425 w 170"/>
                <a:gd name="T119" fmla="*/ 5912 h 338"/>
                <a:gd name="T120" fmla="*/ 2500 w 170"/>
                <a:gd name="T121" fmla="*/ 5912 h 338"/>
                <a:gd name="T122" fmla="*/ 2563 w 170"/>
                <a:gd name="T123" fmla="*/ 5947 h 338"/>
                <a:gd name="T124" fmla="*/ 2645 w 170"/>
                <a:gd name="T125" fmla="*/ 5835 h 33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70" h="338">
                  <a:moveTo>
                    <a:pt x="169" y="308"/>
                  </a:moveTo>
                  <a:cubicBezTo>
                    <a:pt x="169" y="306"/>
                    <a:pt x="164" y="305"/>
                    <a:pt x="162" y="304"/>
                  </a:cubicBezTo>
                  <a:cubicBezTo>
                    <a:pt x="160" y="303"/>
                    <a:pt x="159" y="302"/>
                    <a:pt x="157" y="301"/>
                  </a:cubicBezTo>
                  <a:cubicBezTo>
                    <a:pt x="147" y="290"/>
                    <a:pt x="127" y="268"/>
                    <a:pt x="118" y="235"/>
                  </a:cubicBezTo>
                  <a:cubicBezTo>
                    <a:pt x="105" y="186"/>
                    <a:pt x="117" y="65"/>
                    <a:pt x="65" y="32"/>
                  </a:cubicBezTo>
                  <a:cubicBezTo>
                    <a:pt x="12" y="0"/>
                    <a:pt x="44" y="74"/>
                    <a:pt x="50" y="106"/>
                  </a:cubicBezTo>
                  <a:cubicBezTo>
                    <a:pt x="53" y="122"/>
                    <a:pt x="54" y="138"/>
                    <a:pt x="55" y="154"/>
                  </a:cubicBezTo>
                  <a:cubicBezTo>
                    <a:pt x="55" y="177"/>
                    <a:pt x="54" y="201"/>
                    <a:pt x="50" y="223"/>
                  </a:cubicBezTo>
                  <a:cubicBezTo>
                    <a:pt x="46" y="244"/>
                    <a:pt x="39" y="265"/>
                    <a:pt x="24" y="281"/>
                  </a:cubicBezTo>
                  <a:cubicBezTo>
                    <a:pt x="23" y="282"/>
                    <a:pt x="21" y="284"/>
                    <a:pt x="19" y="286"/>
                  </a:cubicBezTo>
                  <a:cubicBezTo>
                    <a:pt x="18" y="287"/>
                    <a:pt x="17" y="287"/>
                    <a:pt x="16" y="288"/>
                  </a:cubicBezTo>
                  <a:cubicBezTo>
                    <a:pt x="15" y="288"/>
                    <a:pt x="15" y="289"/>
                    <a:pt x="15" y="289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5" y="289"/>
                    <a:pt x="14" y="289"/>
                    <a:pt x="14" y="289"/>
                  </a:cubicBezTo>
                  <a:cubicBezTo>
                    <a:pt x="14" y="289"/>
                    <a:pt x="14" y="289"/>
                    <a:pt x="14" y="290"/>
                  </a:cubicBezTo>
                  <a:cubicBezTo>
                    <a:pt x="13" y="290"/>
                    <a:pt x="12" y="289"/>
                    <a:pt x="12" y="290"/>
                  </a:cubicBezTo>
                  <a:cubicBezTo>
                    <a:pt x="11" y="291"/>
                    <a:pt x="12" y="293"/>
                    <a:pt x="13" y="294"/>
                  </a:cubicBezTo>
                  <a:cubicBezTo>
                    <a:pt x="11" y="295"/>
                    <a:pt x="11" y="296"/>
                    <a:pt x="11" y="298"/>
                  </a:cubicBezTo>
                  <a:cubicBezTo>
                    <a:pt x="11" y="299"/>
                    <a:pt x="12" y="299"/>
                    <a:pt x="12" y="300"/>
                  </a:cubicBezTo>
                  <a:cubicBezTo>
                    <a:pt x="12" y="301"/>
                    <a:pt x="11" y="301"/>
                    <a:pt x="11" y="302"/>
                  </a:cubicBezTo>
                  <a:cubicBezTo>
                    <a:pt x="9" y="303"/>
                    <a:pt x="9" y="302"/>
                    <a:pt x="7" y="301"/>
                  </a:cubicBezTo>
                  <a:cubicBezTo>
                    <a:pt x="6" y="301"/>
                    <a:pt x="5" y="299"/>
                    <a:pt x="3" y="300"/>
                  </a:cubicBezTo>
                  <a:cubicBezTo>
                    <a:pt x="0" y="302"/>
                    <a:pt x="5" y="306"/>
                    <a:pt x="7" y="307"/>
                  </a:cubicBezTo>
                  <a:cubicBezTo>
                    <a:pt x="6" y="307"/>
                    <a:pt x="5" y="307"/>
                    <a:pt x="4" y="308"/>
                  </a:cubicBezTo>
                  <a:cubicBezTo>
                    <a:pt x="4" y="309"/>
                    <a:pt x="4" y="310"/>
                    <a:pt x="5" y="311"/>
                  </a:cubicBezTo>
                  <a:cubicBezTo>
                    <a:pt x="3" y="310"/>
                    <a:pt x="2" y="311"/>
                    <a:pt x="1" y="312"/>
                  </a:cubicBezTo>
                  <a:cubicBezTo>
                    <a:pt x="0" y="314"/>
                    <a:pt x="1" y="315"/>
                    <a:pt x="2" y="315"/>
                  </a:cubicBezTo>
                  <a:cubicBezTo>
                    <a:pt x="4" y="315"/>
                    <a:pt x="5" y="315"/>
                    <a:pt x="6" y="314"/>
                  </a:cubicBezTo>
                  <a:cubicBezTo>
                    <a:pt x="7" y="314"/>
                    <a:pt x="7" y="314"/>
                    <a:pt x="8" y="314"/>
                  </a:cubicBezTo>
                  <a:cubicBezTo>
                    <a:pt x="8" y="314"/>
                    <a:pt x="7" y="314"/>
                    <a:pt x="7" y="315"/>
                  </a:cubicBezTo>
                  <a:cubicBezTo>
                    <a:pt x="5" y="317"/>
                    <a:pt x="11" y="318"/>
                    <a:pt x="13" y="318"/>
                  </a:cubicBezTo>
                  <a:cubicBezTo>
                    <a:pt x="15" y="318"/>
                    <a:pt x="16" y="318"/>
                    <a:pt x="18" y="318"/>
                  </a:cubicBezTo>
                  <a:cubicBezTo>
                    <a:pt x="19" y="318"/>
                    <a:pt x="20" y="319"/>
                    <a:pt x="21" y="319"/>
                  </a:cubicBezTo>
                  <a:cubicBezTo>
                    <a:pt x="23" y="320"/>
                    <a:pt x="22" y="318"/>
                    <a:pt x="25" y="317"/>
                  </a:cubicBezTo>
                  <a:cubicBezTo>
                    <a:pt x="27" y="317"/>
                    <a:pt x="27" y="319"/>
                    <a:pt x="29" y="320"/>
                  </a:cubicBezTo>
                  <a:cubicBezTo>
                    <a:pt x="32" y="321"/>
                    <a:pt x="35" y="319"/>
                    <a:pt x="37" y="321"/>
                  </a:cubicBezTo>
                  <a:cubicBezTo>
                    <a:pt x="38" y="322"/>
                    <a:pt x="37" y="323"/>
                    <a:pt x="39" y="323"/>
                  </a:cubicBezTo>
                  <a:cubicBezTo>
                    <a:pt x="41" y="323"/>
                    <a:pt x="41" y="319"/>
                    <a:pt x="43" y="321"/>
                  </a:cubicBezTo>
                  <a:cubicBezTo>
                    <a:pt x="44" y="322"/>
                    <a:pt x="43" y="324"/>
                    <a:pt x="45" y="325"/>
                  </a:cubicBezTo>
                  <a:cubicBezTo>
                    <a:pt x="47" y="325"/>
                    <a:pt x="48" y="324"/>
                    <a:pt x="49" y="324"/>
                  </a:cubicBezTo>
                  <a:cubicBezTo>
                    <a:pt x="50" y="324"/>
                    <a:pt x="53" y="330"/>
                    <a:pt x="55" y="326"/>
                  </a:cubicBezTo>
                  <a:cubicBezTo>
                    <a:pt x="55" y="327"/>
                    <a:pt x="55" y="328"/>
                    <a:pt x="57" y="329"/>
                  </a:cubicBezTo>
                  <a:cubicBezTo>
                    <a:pt x="58" y="329"/>
                    <a:pt x="58" y="327"/>
                    <a:pt x="60" y="327"/>
                  </a:cubicBezTo>
                  <a:cubicBezTo>
                    <a:pt x="61" y="327"/>
                    <a:pt x="63" y="329"/>
                    <a:pt x="64" y="329"/>
                  </a:cubicBezTo>
                  <a:cubicBezTo>
                    <a:pt x="66" y="330"/>
                    <a:pt x="67" y="330"/>
                    <a:pt x="68" y="330"/>
                  </a:cubicBezTo>
                  <a:cubicBezTo>
                    <a:pt x="71" y="330"/>
                    <a:pt x="71" y="331"/>
                    <a:pt x="72" y="333"/>
                  </a:cubicBezTo>
                  <a:cubicBezTo>
                    <a:pt x="73" y="334"/>
                    <a:pt x="72" y="335"/>
                    <a:pt x="74" y="335"/>
                  </a:cubicBezTo>
                  <a:cubicBezTo>
                    <a:pt x="75" y="335"/>
                    <a:pt x="77" y="333"/>
                    <a:pt x="78" y="333"/>
                  </a:cubicBezTo>
                  <a:cubicBezTo>
                    <a:pt x="79" y="335"/>
                    <a:pt x="79" y="336"/>
                    <a:pt x="81" y="336"/>
                  </a:cubicBezTo>
                  <a:cubicBezTo>
                    <a:pt x="82" y="334"/>
                    <a:pt x="83" y="337"/>
                    <a:pt x="84" y="338"/>
                  </a:cubicBezTo>
                  <a:cubicBezTo>
                    <a:pt x="87" y="337"/>
                    <a:pt x="83" y="334"/>
                    <a:pt x="82" y="333"/>
                  </a:cubicBezTo>
                  <a:cubicBezTo>
                    <a:pt x="82" y="332"/>
                    <a:pt x="82" y="332"/>
                    <a:pt x="82" y="332"/>
                  </a:cubicBezTo>
                  <a:cubicBezTo>
                    <a:pt x="92" y="333"/>
                    <a:pt x="94" y="327"/>
                    <a:pt x="101" y="320"/>
                  </a:cubicBezTo>
                  <a:cubicBezTo>
                    <a:pt x="115" y="312"/>
                    <a:pt x="115" y="312"/>
                    <a:pt x="115" y="312"/>
                  </a:cubicBezTo>
                  <a:cubicBezTo>
                    <a:pt x="116" y="312"/>
                    <a:pt x="117" y="312"/>
                    <a:pt x="117" y="311"/>
                  </a:cubicBezTo>
                  <a:cubicBezTo>
                    <a:pt x="120" y="312"/>
                    <a:pt x="124" y="314"/>
                    <a:pt x="126" y="314"/>
                  </a:cubicBezTo>
                  <a:cubicBezTo>
                    <a:pt x="128" y="313"/>
                    <a:pt x="129" y="312"/>
                    <a:pt x="130" y="311"/>
                  </a:cubicBezTo>
                  <a:cubicBezTo>
                    <a:pt x="132" y="311"/>
                    <a:pt x="133" y="312"/>
                    <a:pt x="135" y="312"/>
                  </a:cubicBezTo>
                  <a:cubicBezTo>
                    <a:pt x="138" y="312"/>
                    <a:pt x="142" y="311"/>
                    <a:pt x="145" y="311"/>
                  </a:cubicBezTo>
                  <a:cubicBezTo>
                    <a:pt x="148" y="311"/>
                    <a:pt x="152" y="312"/>
                    <a:pt x="155" y="312"/>
                  </a:cubicBezTo>
                  <a:cubicBezTo>
                    <a:pt x="157" y="312"/>
                    <a:pt x="158" y="311"/>
                    <a:pt x="160" y="312"/>
                  </a:cubicBezTo>
                  <a:cubicBezTo>
                    <a:pt x="161" y="312"/>
                    <a:pt x="162" y="314"/>
                    <a:pt x="164" y="314"/>
                  </a:cubicBezTo>
                  <a:cubicBezTo>
                    <a:pt x="167" y="314"/>
                    <a:pt x="170" y="311"/>
                    <a:pt x="169" y="30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6" name="Freeform 46">
              <a:extLst>
                <a:ext uri="{FF2B5EF4-FFF2-40B4-BE49-F238E27FC236}">
                  <a16:creationId xmlns:a16="http://schemas.microsoft.com/office/drawing/2014/main" id="{77D00FF5-76FC-4489-AC79-82F061B09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524"/>
              <a:ext cx="60" cy="123"/>
            </a:xfrm>
            <a:custGeom>
              <a:avLst/>
              <a:gdLst>
                <a:gd name="T0" fmla="*/ 175 w 24"/>
                <a:gd name="T1" fmla="*/ 35 h 46"/>
                <a:gd name="T2" fmla="*/ 333 w 24"/>
                <a:gd name="T3" fmla="*/ 880 h 46"/>
                <a:gd name="T4" fmla="*/ 220 w 24"/>
                <a:gd name="T5" fmla="*/ 11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11" y="2"/>
                  </a:moveTo>
                  <a:cubicBezTo>
                    <a:pt x="18" y="11"/>
                    <a:pt x="24" y="35"/>
                    <a:pt x="21" y="46"/>
                  </a:cubicBezTo>
                  <a:cubicBezTo>
                    <a:pt x="15" y="42"/>
                    <a:pt x="0" y="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7" name="Freeform 47">
              <a:extLst>
                <a:ext uri="{FF2B5EF4-FFF2-40B4-BE49-F238E27FC236}">
                  <a16:creationId xmlns:a16="http://schemas.microsoft.com/office/drawing/2014/main" id="{0C17E541-6FC5-4648-96CE-6A62A96A9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514"/>
              <a:ext cx="107" cy="141"/>
            </a:xfrm>
            <a:custGeom>
              <a:avLst/>
              <a:gdLst>
                <a:gd name="T0" fmla="*/ 249 w 43"/>
                <a:gd name="T1" fmla="*/ 375 h 53"/>
                <a:gd name="T2" fmla="*/ 261 w 43"/>
                <a:gd name="T3" fmla="*/ 678 h 53"/>
                <a:gd name="T4" fmla="*/ 632 w 43"/>
                <a:gd name="T5" fmla="*/ 0 h 53"/>
                <a:gd name="T6" fmla="*/ 249 w 43"/>
                <a:gd name="T7" fmla="*/ 41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16" y="20"/>
                  </a:moveTo>
                  <a:cubicBezTo>
                    <a:pt x="15" y="30"/>
                    <a:pt x="0" y="53"/>
                    <a:pt x="17" y="36"/>
                  </a:cubicBezTo>
                  <a:cubicBezTo>
                    <a:pt x="24" y="29"/>
                    <a:pt x="43" y="9"/>
                    <a:pt x="41" y="0"/>
                  </a:cubicBezTo>
                  <a:cubicBezTo>
                    <a:pt x="30" y="0"/>
                    <a:pt x="18" y="12"/>
                    <a:pt x="1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8" name="Freeform 48">
              <a:extLst>
                <a:ext uri="{FF2B5EF4-FFF2-40B4-BE49-F238E27FC236}">
                  <a16:creationId xmlns:a16="http://schemas.microsoft.com/office/drawing/2014/main" id="{E7921A2E-9B1C-42AC-9C18-58733FFB2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3375"/>
              <a:ext cx="47" cy="80"/>
            </a:xfrm>
            <a:custGeom>
              <a:avLst/>
              <a:gdLst>
                <a:gd name="T0" fmla="*/ 0 w 19"/>
                <a:gd name="T1" fmla="*/ 93 h 30"/>
                <a:gd name="T2" fmla="*/ 183 w 19"/>
                <a:gd name="T3" fmla="*/ 568 h 30"/>
                <a:gd name="T4" fmla="*/ 0 w 19"/>
                <a:gd name="T5" fmla="*/ 13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0" y="5"/>
                  </a:moveTo>
                  <a:cubicBezTo>
                    <a:pt x="0" y="13"/>
                    <a:pt x="4" y="26"/>
                    <a:pt x="12" y="30"/>
                  </a:cubicBezTo>
                  <a:cubicBezTo>
                    <a:pt x="19" y="22"/>
                    <a:pt x="4" y="0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9" name="Freeform 49">
              <a:extLst>
                <a:ext uri="{FF2B5EF4-FFF2-40B4-BE49-F238E27FC236}">
                  <a16:creationId xmlns:a16="http://schemas.microsoft.com/office/drawing/2014/main" id="{7C1D954C-B0F6-47D0-8213-79F43A82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3479"/>
              <a:ext cx="20" cy="13"/>
            </a:xfrm>
            <a:custGeom>
              <a:avLst/>
              <a:gdLst>
                <a:gd name="T0" fmla="*/ 0 w 8"/>
                <a:gd name="T1" fmla="*/ 68 h 5"/>
                <a:gd name="T2" fmla="*/ 83 w 8"/>
                <a:gd name="T3" fmla="*/ 68 h 5"/>
                <a:gd name="T4" fmla="*/ 95 w 8"/>
                <a:gd name="T5" fmla="*/ 21 h 5"/>
                <a:gd name="T6" fmla="*/ 0 w 8"/>
                <a:gd name="T7" fmla="*/ 6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1" y="5"/>
                    <a:pt x="4" y="5"/>
                    <a:pt x="5" y="4"/>
                  </a:cubicBezTo>
                  <a:cubicBezTo>
                    <a:pt x="7" y="3"/>
                    <a:pt x="8" y="1"/>
                    <a:pt x="6" y="1"/>
                  </a:cubicBezTo>
                  <a:cubicBezTo>
                    <a:pt x="4" y="0"/>
                    <a:pt x="1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0" name="Freeform 50">
              <a:extLst>
                <a:ext uri="{FF2B5EF4-FFF2-40B4-BE49-F238E27FC236}">
                  <a16:creationId xmlns:a16="http://schemas.microsoft.com/office/drawing/2014/main" id="{E39B60CF-9BF4-4869-8460-0E730D60A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706"/>
              <a:ext cx="350" cy="757"/>
            </a:xfrm>
            <a:custGeom>
              <a:avLst/>
              <a:gdLst>
                <a:gd name="T0" fmla="*/ 20 w 140"/>
                <a:gd name="T1" fmla="*/ 56 h 284"/>
                <a:gd name="T2" fmla="*/ 708 w 140"/>
                <a:gd name="T3" fmla="*/ 2636 h 284"/>
                <a:gd name="T4" fmla="*/ 1958 w 140"/>
                <a:gd name="T5" fmla="*/ 4889 h 284"/>
                <a:gd name="T6" fmla="*/ 2188 w 140"/>
                <a:gd name="T7" fmla="*/ 5379 h 284"/>
                <a:gd name="T8" fmla="*/ 1833 w 140"/>
                <a:gd name="T9" fmla="*/ 4411 h 284"/>
                <a:gd name="T10" fmla="*/ 1438 w 140"/>
                <a:gd name="T11" fmla="*/ 3596 h 284"/>
                <a:gd name="T12" fmla="*/ 750 w 140"/>
                <a:gd name="T13" fmla="*/ 2124 h 284"/>
                <a:gd name="T14" fmla="*/ 313 w 140"/>
                <a:gd name="T15" fmla="*/ 818 h 284"/>
                <a:gd name="T16" fmla="*/ 33 w 140"/>
                <a:gd name="T17" fmla="*/ 0 h 284"/>
                <a:gd name="T18" fmla="*/ 33 w 140"/>
                <a:gd name="T19" fmla="*/ 93 h 2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284">
                  <a:moveTo>
                    <a:pt x="1" y="3"/>
                  </a:moveTo>
                  <a:cubicBezTo>
                    <a:pt x="10" y="49"/>
                    <a:pt x="24" y="96"/>
                    <a:pt x="45" y="139"/>
                  </a:cubicBezTo>
                  <a:cubicBezTo>
                    <a:pt x="65" y="183"/>
                    <a:pt x="102" y="216"/>
                    <a:pt x="125" y="258"/>
                  </a:cubicBezTo>
                  <a:cubicBezTo>
                    <a:pt x="130" y="267"/>
                    <a:pt x="134" y="276"/>
                    <a:pt x="140" y="284"/>
                  </a:cubicBezTo>
                  <a:cubicBezTo>
                    <a:pt x="137" y="268"/>
                    <a:pt x="124" y="248"/>
                    <a:pt x="117" y="233"/>
                  </a:cubicBezTo>
                  <a:cubicBezTo>
                    <a:pt x="110" y="218"/>
                    <a:pt x="101" y="204"/>
                    <a:pt x="92" y="190"/>
                  </a:cubicBezTo>
                  <a:cubicBezTo>
                    <a:pt x="75" y="165"/>
                    <a:pt x="61" y="139"/>
                    <a:pt x="48" y="112"/>
                  </a:cubicBezTo>
                  <a:cubicBezTo>
                    <a:pt x="37" y="90"/>
                    <a:pt x="26" y="66"/>
                    <a:pt x="20" y="43"/>
                  </a:cubicBezTo>
                  <a:cubicBezTo>
                    <a:pt x="16" y="28"/>
                    <a:pt x="13" y="11"/>
                    <a:pt x="2" y="0"/>
                  </a:cubicBezTo>
                  <a:cubicBezTo>
                    <a:pt x="0" y="3"/>
                    <a:pt x="2" y="3"/>
                    <a:pt x="2" y="5"/>
                  </a:cubicBezTo>
                </a:path>
              </a:pathLst>
            </a:custGeom>
            <a:solidFill>
              <a:srgbClr val="7F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1" name="Freeform 51">
              <a:extLst>
                <a:ext uri="{FF2B5EF4-FFF2-40B4-BE49-F238E27FC236}">
                  <a16:creationId xmlns:a16="http://schemas.microsoft.com/office/drawing/2014/main" id="{DF607EF4-346D-463A-BDD2-97464A9AC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220"/>
              <a:ext cx="110" cy="368"/>
            </a:xfrm>
            <a:custGeom>
              <a:avLst/>
              <a:gdLst>
                <a:gd name="T0" fmla="*/ 83 w 44"/>
                <a:gd name="T1" fmla="*/ 341 h 138"/>
                <a:gd name="T2" fmla="*/ 563 w 44"/>
                <a:gd name="T3" fmla="*/ 2616 h 138"/>
                <a:gd name="T4" fmla="*/ 333 w 44"/>
                <a:gd name="T5" fmla="*/ 931 h 138"/>
                <a:gd name="T6" fmla="*/ 175 w 44"/>
                <a:gd name="T7" fmla="*/ 419 h 138"/>
                <a:gd name="T8" fmla="*/ 0 w 44"/>
                <a:gd name="T9" fmla="*/ 0 h 138"/>
                <a:gd name="T10" fmla="*/ 83 w 44"/>
                <a:gd name="T11" fmla="*/ 419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38">
                  <a:moveTo>
                    <a:pt x="5" y="18"/>
                  </a:moveTo>
                  <a:cubicBezTo>
                    <a:pt x="17" y="56"/>
                    <a:pt x="38" y="97"/>
                    <a:pt x="36" y="138"/>
                  </a:cubicBezTo>
                  <a:cubicBezTo>
                    <a:pt x="44" y="106"/>
                    <a:pt x="31" y="78"/>
                    <a:pt x="21" y="49"/>
                  </a:cubicBezTo>
                  <a:cubicBezTo>
                    <a:pt x="18" y="40"/>
                    <a:pt x="15" y="31"/>
                    <a:pt x="11" y="22"/>
                  </a:cubicBezTo>
                  <a:cubicBezTo>
                    <a:pt x="8" y="15"/>
                    <a:pt x="6" y="5"/>
                    <a:pt x="0" y="0"/>
                  </a:cubicBezTo>
                  <a:cubicBezTo>
                    <a:pt x="0" y="8"/>
                    <a:pt x="4" y="14"/>
                    <a:pt x="5" y="22"/>
                  </a:cubicBezTo>
                </a:path>
              </a:pathLst>
            </a:custGeom>
            <a:solidFill>
              <a:srgbClr val="7F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3" name="green-bell-pepper-vector-illustration">
            <a:extLst>
              <a:ext uri="{FF2B5EF4-FFF2-40B4-BE49-F238E27FC236}">
                <a16:creationId xmlns:a16="http://schemas.microsoft.com/office/drawing/2014/main" id="{552303BD-0659-4F17-ACCE-485E38266F5C}"/>
              </a:ext>
            </a:extLst>
          </p:cNvPr>
          <p:cNvGrpSpPr>
            <a:grpSpLocks/>
          </p:cNvGrpSpPr>
          <p:nvPr/>
        </p:nvGrpSpPr>
        <p:grpSpPr bwMode="auto">
          <a:xfrm>
            <a:off x="4241800" y="1512888"/>
            <a:ext cx="1951038" cy="2727325"/>
            <a:chOff x="1556" y="712"/>
            <a:chExt cx="1229" cy="1718"/>
          </a:xfrm>
        </p:grpSpPr>
        <p:sp>
          <p:nvSpPr>
            <p:cNvPr id="15836" name="Freeform 53">
              <a:extLst>
                <a:ext uri="{FF2B5EF4-FFF2-40B4-BE49-F238E27FC236}">
                  <a16:creationId xmlns:a16="http://schemas.microsoft.com/office/drawing/2014/main" id="{DF618459-E4AA-4844-8184-66A237A2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713"/>
              <a:ext cx="1227" cy="1717"/>
            </a:xfrm>
            <a:custGeom>
              <a:avLst/>
              <a:gdLst>
                <a:gd name="T0" fmla="*/ 74 w 1336"/>
                <a:gd name="T1" fmla="*/ 340 h 1872"/>
                <a:gd name="T2" fmla="*/ 266 w 1336"/>
                <a:gd name="T3" fmla="*/ 138 h 1872"/>
                <a:gd name="T4" fmla="*/ 636 w 1336"/>
                <a:gd name="T5" fmla="*/ 145 h 1872"/>
                <a:gd name="T6" fmla="*/ 884 w 1336"/>
                <a:gd name="T7" fmla="*/ 170 h 1872"/>
                <a:gd name="T8" fmla="*/ 1035 w 1336"/>
                <a:gd name="T9" fmla="*/ 583 h 1872"/>
                <a:gd name="T10" fmla="*/ 796 w 1336"/>
                <a:gd name="T11" fmla="*/ 1312 h 1872"/>
                <a:gd name="T12" fmla="*/ 594 w 1336"/>
                <a:gd name="T13" fmla="*/ 1438 h 1872"/>
                <a:gd name="T14" fmla="*/ 443 w 1336"/>
                <a:gd name="T15" fmla="*/ 1339 h 1872"/>
                <a:gd name="T16" fmla="*/ 264 w 1336"/>
                <a:gd name="T17" fmla="*/ 1365 h 1872"/>
                <a:gd name="T18" fmla="*/ 129 w 1336"/>
                <a:gd name="T19" fmla="*/ 1126 h 1872"/>
                <a:gd name="T20" fmla="*/ 9 w 1336"/>
                <a:gd name="T21" fmla="*/ 586 h 1872"/>
                <a:gd name="T22" fmla="*/ 74 w 1336"/>
                <a:gd name="T23" fmla="*/ 340 h 18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6" h="1872">
                  <a:moveTo>
                    <a:pt x="96" y="440"/>
                  </a:moveTo>
                  <a:cubicBezTo>
                    <a:pt x="96" y="440"/>
                    <a:pt x="152" y="228"/>
                    <a:pt x="344" y="180"/>
                  </a:cubicBezTo>
                  <a:cubicBezTo>
                    <a:pt x="536" y="132"/>
                    <a:pt x="644" y="0"/>
                    <a:pt x="820" y="188"/>
                  </a:cubicBezTo>
                  <a:cubicBezTo>
                    <a:pt x="820" y="188"/>
                    <a:pt x="976" y="60"/>
                    <a:pt x="1140" y="220"/>
                  </a:cubicBezTo>
                  <a:cubicBezTo>
                    <a:pt x="1304" y="380"/>
                    <a:pt x="1336" y="540"/>
                    <a:pt x="1336" y="756"/>
                  </a:cubicBezTo>
                  <a:cubicBezTo>
                    <a:pt x="1336" y="972"/>
                    <a:pt x="1312" y="1688"/>
                    <a:pt x="1028" y="1700"/>
                  </a:cubicBezTo>
                  <a:cubicBezTo>
                    <a:pt x="1028" y="1700"/>
                    <a:pt x="920" y="1872"/>
                    <a:pt x="768" y="1864"/>
                  </a:cubicBezTo>
                  <a:cubicBezTo>
                    <a:pt x="616" y="1856"/>
                    <a:pt x="576" y="1784"/>
                    <a:pt x="572" y="1736"/>
                  </a:cubicBezTo>
                  <a:cubicBezTo>
                    <a:pt x="572" y="1736"/>
                    <a:pt x="440" y="1788"/>
                    <a:pt x="340" y="1768"/>
                  </a:cubicBezTo>
                  <a:cubicBezTo>
                    <a:pt x="240" y="1748"/>
                    <a:pt x="145" y="1688"/>
                    <a:pt x="168" y="1460"/>
                  </a:cubicBezTo>
                  <a:cubicBezTo>
                    <a:pt x="184" y="1300"/>
                    <a:pt x="28" y="1072"/>
                    <a:pt x="12" y="760"/>
                  </a:cubicBezTo>
                  <a:cubicBezTo>
                    <a:pt x="0" y="524"/>
                    <a:pt x="64" y="444"/>
                    <a:pt x="96" y="440"/>
                  </a:cubicBezTo>
                  <a:close/>
                </a:path>
              </a:pathLst>
            </a:custGeom>
            <a:solidFill>
              <a:srgbClr val="2D7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7" name="Freeform 54">
              <a:extLst>
                <a:ext uri="{FF2B5EF4-FFF2-40B4-BE49-F238E27FC236}">
                  <a16:creationId xmlns:a16="http://schemas.microsoft.com/office/drawing/2014/main" id="{0AFF6684-F180-4508-8DAD-D4020FAF8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181"/>
              <a:ext cx="348" cy="87"/>
            </a:xfrm>
            <a:custGeom>
              <a:avLst/>
              <a:gdLst>
                <a:gd name="T0" fmla="*/ 0 w 379"/>
                <a:gd name="T1" fmla="*/ 34 h 95"/>
                <a:gd name="T2" fmla="*/ 16 w 379"/>
                <a:gd name="T3" fmla="*/ 44 h 95"/>
                <a:gd name="T4" fmla="*/ 33 w 379"/>
                <a:gd name="T5" fmla="*/ 56 h 95"/>
                <a:gd name="T6" fmla="*/ 56 w 379"/>
                <a:gd name="T7" fmla="*/ 69 h 95"/>
                <a:gd name="T8" fmla="*/ 92 w 379"/>
                <a:gd name="T9" fmla="*/ 53 h 95"/>
                <a:gd name="T10" fmla="*/ 142 w 379"/>
                <a:gd name="T11" fmla="*/ 41 h 95"/>
                <a:gd name="T12" fmla="*/ 185 w 379"/>
                <a:gd name="T13" fmla="*/ 48 h 95"/>
                <a:gd name="T14" fmla="*/ 218 w 379"/>
                <a:gd name="T15" fmla="*/ 54 h 95"/>
                <a:gd name="T16" fmla="*/ 256 w 379"/>
                <a:gd name="T17" fmla="*/ 63 h 95"/>
                <a:gd name="T18" fmla="*/ 264 w 379"/>
                <a:gd name="T19" fmla="*/ 56 h 95"/>
                <a:gd name="T20" fmla="*/ 273 w 379"/>
                <a:gd name="T21" fmla="*/ 37 h 95"/>
                <a:gd name="T22" fmla="*/ 282 w 379"/>
                <a:gd name="T23" fmla="*/ 18 h 95"/>
                <a:gd name="T24" fmla="*/ 294 w 379"/>
                <a:gd name="T25" fmla="*/ 0 h 95"/>
                <a:gd name="T26" fmla="*/ 238 w 379"/>
                <a:gd name="T27" fmla="*/ 32 h 95"/>
                <a:gd name="T28" fmla="*/ 208 w 379"/>
                <a:gd name="T29" fmla="*/ 35 h 95"/>
                <a:gd name="T30" fmla="*/ 163 w 379"/>
                <a:gd name="T31" fmla="*/ 27 h 95"/>
                <a:gd name="T32" fmla="*/ 115 w 379"/>
                <a:gd name="T33" fmla="*/ 28 h 95"/>
                <a:gd name="T34" fmla="*/ 56 w 379"/>
                <a:gd name="T35" fmla="*/ 52 h 95"/>
                <a:gd name="T36" fmla="*/ 34 w 379"/>
                <a:gd name="T37" fmla="*/ 48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9" h="95">
                  <a:moveTo>
                    <a:pt x="0" y="44"/>
                  </a:moveTo>
                  <a:cubicBezTo>
                    <a:pt x="4" y="43"/>
                    <a:pt x="16" y="55"/>
                    <a:pt x="20" y="57"/>
                  </a:cubicBezTo>
                  <a:cubicBezTo>
                    <a:pt x="28" y="63"/>
                    <a:pt x="35" y="68"/>
                    <a:pt x="43" y="73"/>
                  </a:cubicBezTo>
                  <a:cubicBezTo>
                    <a:pt x="52" y="79"/>
                    <a:pt x="63" y="85"/>
                    <a:pt x="72" y="89"/>
                  </a:cubicBezTo>
                  <a:cubicBezTo>
                    <a:pt x="89" y="95"/>
                    <a:pt x="104" y="76"/>
                    <a:pt x="119" y="69"/>
                  </a:cubicBezTo>
                  <a:cubicBezTo>
                    <a:pt x="142" y="60"/>
                    <a:pt x="159" y="53"/>
                    <a:pt x="184" y="54"/>
                  </a:cubicBezTo>
                  <a:cubicBezTo>
                    <a:pt x="204" y="55"/>
                    <a:pt x="221" y="59"/>
                    <a:pt x="240" y="62"/>
                  </a:cubicBezTo>
                  <a:cubicBezTo>
                    <a:pt x="254" y="65"/>
                    <a:pt x="267" y="68"/>
                    <a:pt x="281" y="70"/>
                  </a:cubicBezTo>
                  <a:cubicBezTo>
                    <a:pt x="298" y="73"/>
                    <a:pt x="314" y="80"/>
                    <a:pt x="331" y="82"/>
                  </a:cubicBezTo>
                  <a:cubicBezTo>
                    <a:pt x="338" y="83"/>
                    <a:pt x="340" y="81"/>
                    <a:pt x="342" y="73"/>
                  </a:cubicBezTo>
                  <a:cubicBezTo>
                    <a:pt x="345" y="65"/>
                    <a:pt x="348" y="56"/>
                    <a:pt x="352" y="48"/>
                  </a:cubicBezTo>
                  <a:cubicBezTo>
                    <a:pt x="356" y="40"/>
                    <a:pt x="359" y="31"/>
                    <a:pt x="364" y="24"/>
                  </a:cubicBezTo>
                  <a:cubicBezTo>
                    <a:pt x="369" y="17"/>
                    <a:pt x="376" y="9"/>
                    <a:pt x="379" y="0"/>
                  </a:cubicBezTo>
                  <a:cubicBezTo>
                    <a:pt x="351" y="8"/>
                    <a:pt x="332" y="28"/>
                    <a:pt x="307" y="41"/>
                  </a:cubicBezTo>
                  <a:cubicBezTo>
                    <a:pt x="295" y="48"/>
                    <a:pt x="281" y="45"/>
                    <a:pt x="268" y="45"/>
                  </a:cubicBezTo>
                  <a:cubicBezTo>
                    <a:pt x="248" y="45"/>
                    <a:pt x="230" y="38"/>
                    <a:pt x="211" y="36"/>
                  </a:cubicBezTo>
                  <a:cubicBezTo>
                    <a:pt x="191" y="33"/>
                    <a:pt x="168" y="33"/>
                    <a:pt x="148" y="37"/>
                  </a:cubicBezTo>
                  <a:cubicBezTo>
                    <a:pt x="122" y="42"/>
                    <a:pt x="97" y="59"/>
                    <a:pt x="72" y="68"/>
                  </a:cubicBezTo>
                  <a:cubicBezTo>
                    <a:pt x="61" y="72"/>
                    <a:pt x="53" y="68"/>
                    <a:pt x="44" y="62"/>
                  </a:cubicBezTo>
                </a:path>
              </a:pathLst>
            </a:custGeom>
            <a:solidFill>
              <a:srgbClr val="1B4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8" name="Freeform 55">
              <a:extLst>
                <a:ext uri="{FF2B5EF4-FFF2-40B4-BE49-F238E27FC236}">
                  <a16:creationId xmlns:a16="http://schemas.microsoft.com/office/drawing/2014/main" id="{2AAC2C8B-AE80-4A28-A1B9-1771C3F8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987"/>
              <a:ext cx="181" cy="125"/>
            </a:xfrm>
            <a:custGeom>
              <a:avLst/>
              <a:gdLst>
                <a:gd name="T0" fmla="*/ 6 w 197"/>
                <a:gd name="T1" fmla="*/ 0 h 136"/>
                <a:gd name="T2" fmla="*/ 24 w 197"/>
                <a:gd name="T3" fmla="*/ 6 h 136"/>
                <a:gd name="T4" fmla="*/ 45 w 197"/>
                <a:gd name="T5" fmla="*/ 8 h 136"/>
                <a:gd name="T6" fmla="*/ 67 w 197"/>
                <a:gd name="T7" fmla="*/ 7 h 136"/>
                <a:gd name="T8" fmla="*/ 81 w 197"/>
                <a:gd name="T9" fmla="*/ 18 h 136"/>
                <a:gd name="T10" fmla="*/ 115 w 197"/>
                <a:gd name="T11" fmla="*/ 59 h 136"/>
                <a:gd name="T12" fmla="*/ 134 w 197"/>
                <a:gd name="T13" fmla="*/ 85 h 136"/>
                <a:gd name="T14" fmla="*/ 153 w 197"/>
                <a:gd name="T15" fmla="*/ 101 h 136"/>
                <a:gd name="T16" fmla="*/ 138 w 197"/>
                <a:gd name="T17" fmla="*/ 98 h 136"/>
                <a:gd name="T18" fmla="*/ 108 w 197"/>
                <a:gd name="T19" fmla="*/ 75 h 136"/>
                <a:gd name="T20" fmla="*/ 96 w 197"/>
                <a:gd name="T21" fmla="*/ 63 h 136"/>
                <a:gd name="T22" fmla="*/ 84 w 197"/>
                <a:gd name="T23" fmla="*/ 53 h 136"/>
                <a:gd name="T24" fmla="*/ 61 w 197"/>
                <a:gd name="T25" fmla="*/ 36 h 136"/>
                <a:gd name="T26" fmla="*/ 40 w 197"/>
                <a:gd name="T27" fmla="*/ 26 h 136"/>
                <a:gd name="T28" fmla="*/ 15 w 197"/>
                <a:gd name="T29" fmla="*/ 26 h 136"/>
                <a:gd name="T30" fmla="*/ 0 w 197"/>
                <a:gd name="T31" fmla="*/ 13 h 1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7" h="136">
                  <a:moveTo>
                    <a:pt x="6" y="0"/>
                  </a:moveTo>
                  <a:cubicBezTo>
                    <a:pt x="14" y="2"/>
                    <a:pt x="22" y="7"/>
                    <a:pt x="31" y="9"/>
                  </a:cubicBezTo>
                  <a:cubicBezTo>
                    <a:pt x="39" y="11"/>
                    <a:pt x="49" y="11"/>
                    <a:pt x="58" y="11"/>
                  </a:cubicBezTo>
                  <a:cubicBezTo>
                    <a:pt x="66" y="11"/>
                    <a:pt x="78" y="8"/>
                    <a:pt x="86" y="10"/>
                  </a:cubicBezTo>
                  <a:cubicBezTo>
                    <a:pt x="94" y="11"/>
                    <a:pt x="98" y="19"/>
                    <a:pt x="104" y="24"/>
                  </a:cubicBezTo>
                  <a:cubicBezTo>
                    <a:pt x="120" y="40"/>
                    <a:pt x="135" y="57"/>
                    <a:pt x="148" y="76"/>
                  </a:cubicBezTo>
                  <a:cubicBezTo>
                    <a:pt x="155" y="87"/>
                    <a:pt x="164" y="99"/>
                    <a:pt x="173" y="109"/>
                  </a:cubicBezTo>
                  <a:cubicBezTo>
                    <a:pt x="181" y="117"/>
                    <a:pt x="193" y="121"/>
                    <a:pt x="197" y="131"/>
                  </a:cubicBezTo>
                  <a:cubicBezTo>
                    <a:pt x="191" y="136"/>
                    <a:pt x="183" y="130"/>
                    <a:pt x="177" y="126"/>
                  </a:cubicBezTo>
                  <a:cubicBezTo>
                    <a:pt x="164" y="118"/>
                    <a:pt x="151" y="106"/>
                    <a:pt x="139" y="97"/>
                  </a:cubicBezTo>
                  <a:cubicBezTo>
                    <a:pt x="133" y="92"/>
                    <a:pt x="130" y="86"/>
                    <a:pt x="124" y="81"/>
                  </a:cubicBezTo>
                  <a:cubicBezTo>
                    <a:pt x="119" y="77"/>
                    <a:pt x="113" y="74"/>
                    <a:pt x="108" y="69"/>
                  </a:cubicBezTo>
                  <a:cubicBezTo>
                    <a:pt x="98" y="62"/>
                    <a:pt x="88" y="54"/>
                    <a:pt x="78" y="46"/>
                  </a:cubicBezTo>
                  <a:cubicBezTo>
                    <a:pt x="70" y="41"/>
                    <a:pt x="61" y="35"/>
                    <a:pt x="51" y="34"/>
                  </a:cubicBezTo>
                  <a:cubicBezTo>
                    <a:pt x="41" y="33"/>
                    <a:pt x="29" y="34"/>
                    <a:pt x="19" y="33"/>
                  </a:cubicBezTo>
                  <a:cubicBezTo>
                    <a:pt x="4" y="31"/>
                    <a:pt x="6" y="27"/>
                    <a:pt x="0" y="16"/>
                  </a:cubicBezTo>
                </a:path>
              </a:pathLst>
            </a:custGeom>
            <a:solidFill>
              <a:srgbClr val="2054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9" name="Freeform 56">
              <a:extLst>
                <a:ext uri="{FF2B5EF4-FFF2-40B4-BE49-F238E27FC236}">
                  <a16:creationId xmlns:a16="http://schemas.microsoft.com/office/drawing/2014/main" id="{0BA8B96B-DE4A-46B7-8B37-E66A8034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010"/>
              <a:ext cx="117" cy="194"/>
            </a:xfrm>
            <a:custGeom>
              <a:avLst/>
              <a:gdLst>
                <a:gd name="T0" fmla="*/ 88 w 127"/>
                <a:gd name="T1" fmla="*/ 1 h 211"/>
                <a:gd name="T2" fmla="*/ 73 w 127"/>
                <a:gd name="T3" fmla="*/ 11 h 211"/>
                <a:gd name="T4" fmla="*/ 50 w 127"/>
                <a:gd name="T5" fmla="*/ 20 h 211"/>
                <a:gd name="T6" fmla="*/ 29 w 127"/>
                <a:gd name="T7" fmla="*/ 29 h 211"/>
                <a:gd name="T8" fmla="*/ 14 w 127"/>
                <a:gd name="T9" fmla="*/ 40 h 211"/>
                <a:gd name="T10" fmla="*/ 8 w 127"/>
                <a:gd name="T11" fmla="*/ 67 h 211"/>
                <a:gd name="T12" fmla="*/ 6 w 127"/>
                <a:gd name="T13" fmla="*/ 94 h 211"/>
                <a:gd name="T14" fmla="*/ 4 w 127"/>
                <a:gd name="T15" fmla="*/ 115 h 211"/>
                <a:gd name="T16" fmla="*/ 14 w 127"/>
                <a:gd name="T17" fmla="*/ 164 h 211"/>
                <a:gd name="T18" fmla="*/ 18 w 127"/>
                <a:gd name="T19" fmla="*/ 96 h 211"/>
                <a:gd name="T20" fmla="*/ 31 w 127"/>
                <a:gd name="T21" fmla="*/ 66 h 211"/>
                <a:gd name="T22" fmla="*/ 57 w 127"/>
                <a:gd name="T23" fmla="*/ 45 h 211"/>
                <a:gd name="T24" fmla="*/ 99 w 127"/>
                <a:gd name="T25" fmla="*/ 10 h 211"/>
                <a:gd name="T26" fmla="*/ 91 w 127"/>
                <a:gd name="T27" fmla="*/ 0 h 2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7" h="211">
                  <a:moveTo>
                    <a:pt x="113" y="1"/>
                  </a:moveTo>
                  <a:cubicBezTo>
                    <a:pt x="108" y="7"/>
                    <a:pt x="100" y="10"/>
                    <a:pt x="93" y="14"/>
                  </a:cubicBezTo>
                  <a:cubicBezTo>
                    <a:pt x="83" y="18"/>
                    <a:pt x="75" y="24"/>
                    <a:pt x="64" y="26"/>
                  </a:cubicBezTo>
                  <a:cubicBezTo>
                    <a:pt x="54" y="29"/>
                    <a:pt x="46" y="33"/>
                    <a:pt x="37" y="38"/>
                  </a:cubicBezTo>
                  <a:cubicBezTo>
                    <a:pt x="30" y="42"/>
                    <a:pt x="22" y="45"/>
                    <a:pt x="17" y="51"/>
                  </a:cubicBezTo>
                  <a:cubicBezTo>
                    <a:pt x="10" y="61"/>
                    <a:pt x="11" y="75"/>
                    <a:pt x="11" y="86"/>
                  </a:cubicBezTo>
                  <a:cubicBezTo>
                    <a:pt x="11" y="98"/>
                    <a:pt x="10" y="108"/>
                    <a:pt x="7" y="121"/>
                  </a:cubicBezTo>
                  <a:cubicBezTo>
                    <a:pt x="5" y="130"/>
                    <a:pt x="4" y="138"/>
                    <a:pt x="4" y="148"/>
                  </a:cubicBezTo>
                  <a:cubicBezTo>
                    <a:pt x="3" y="168"/>
                    <a:pt x="0" y="196"/>
                    <a:pt x="17" y="211"/>
                  </a:cubicBezTo>
                  <a:cubicBezTo>
                    <a:pt x="18" y="181"/>
                    <a:pt x="13" y="152"/>
                    <a:pt x="23" y="123"/>
                  </a:cubicBezTo>
                  <a:cubicBezTo>
                    <a:pt x="28" y="110"/>
                    <a:pt x="33" y="96"/>
                    <a:pt x="40" y="85"/>
                  </a:cubicBezTo>
                  <a:cubicBezTo>
                    <a:pt x="50" y="72"/>
                    <a:pt x="60" y="67"/>
                    <a:pt x="73" y="58"/>
                  </a:cubicBezTo>
                  <a:cubicBezTo>
                    <a:pt x="94" y="43"/>
                    <a:pt x="122" y="39"/>
                    <a:pt x="127" y="13"/>
                  </a:cubicBezTo>
                  <a:cubicBezTo>
                    <a:pt x="125" y="8"/>
                    <a:pt x="121" y="3"/>
                    <a:pt x="117" y="0"/>
                  </a:cubicBezTo>
                </a:path>
              </a:pathLst>
            </a:custGeom>
            <a:solidFill>
              <a:srgbClr val="2054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0" name="Freeform 57">
              <a:extLst>
                <a:ext uri="{FF2B5EF4-FFF2-40B4-BE49-F238E27FC236}">
                  <a16:creationId xmlns:a16="http://schemas.microsoft.com/office/drawing/2014/main" id="{A35F7F09-D1CE-4066-8F0E-78A09FB5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845"/>
              <a:ext cx="455" cy="429"/>
            </a:xfrm>
            <a:custGeom>
              <a:avLst/>
              <a:gdLst>
                <a:gd name="T0" fmla="*/ 56 w 496"/>
                <a:gd name="T1" fmla="*/ 89 h 468"/>
                <a:gd name="T2" fmla="*/ 86 w 496"/>
                <a:gd name="T3" fmla="*/ 9 h 468"/>
                <a:gd name="T4" fmla="*/ 136 w 496"/>
                <a:gd name="T5" fmla="*/ 0 h 468"/>
                <a:gd name="T6" fmla="*/ 240 w 496"/>
                <a:gd name="T7" fmla="*/ 129 h 468"/>
                <a:gd name="T8" fmla="*/ 296 w 496"/>
                <a:gd name="T9" fmla="*/ 138 h 468"/>
                <a:gd name="T10" fmla="*/ 333 w 496"/>
                <a:gd name="T11" fmla="*/ 182 h 468"/>
                <a:gd name="T12" fmla="*/ 383 w 496"/>
                <a:gd name="T13" fmla="*/ 222 h 468"/>
                <a:gd name="T14" fmla="*/ 294 w 496"/>
                <a:gd name="T15" fmla="*/ 333 h 468"/>
                <a:gd name="T16" fmla="*/ 98 w 496"/>
                <a:gd name="T17" fmla="*/ 348 h 468"/>
                <a:gd name="T18" fmla="*/ 18 w 496"/>
                <a:gd name="T19" fmla="*/ 302 h 468"/>
                <a:gd name="T20" fmla="*/ 18 w 496"/>
                <a:gd name="T21" fmla="*/ 194 h 468"/>
                <a:gd name="T22" fmla="*/ 98 w 496"/>
                <a:gd name="T23" fmla="*/ 145 h 468"/>
                <a:gd name="T24" fmla="*/ 56 w 496"/>
                <a:gd name="T25" fmla="*/ 89 h 4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6" h="468">
                  <a:moveTo>
                    <a:pt x="72" y="116"/>
                  </a:moveTo>
                  <a:cubicBezTo>
                    <a:pt x="72" y="116"/>
                    <a:pt x="100" y="20"/>
                    <a:pt x="112" y="12"/>
                  </a:cubicBezTo>
                  <a:cubicBezTo>
                    <a:pt x="124" y="4"/>
                    <a:pt x="160" y="0"/>
                    <a:pt x="176" y="0"/>
                  </a:cubicBezTo>
                  <a:cubicBezTo>
                    <a:pt x="192" y="0"/>
                    <a:pt x="280" y="108"/>
                    <a:pt x="312" y="168"/>
                  </a:cubicBezTo>
                  <a:cubicBezTo>
                    <a:pt x="312" y="168"/>
                    <a:pt x="372" y="188"/>
                    <a:pt x="384" y="180"/>
                  </a:cubicBezTo>
                  <a:cubicBezTo>
                    <a:pt x="396" y="172"/>
                    <a:pt x="404" y="212"/>
                    <a:pt x="432" y="236"/>
                  </a:cubicBezTo>
                  <a:cubicBezTo>
                    <a:pt x="460" y="260"/>
                    <a:pt x="496" y="288"/>
                    <a:pt x="496" y="288"/>
                  </a:cubicBezTo>
                  <a:cubicBezTo>
                    <a:pt x="496" y="288"/>
                    <a:pt x="388" y="396"/>
                    <a:pt x="380" y="432"/>
                  </a:cubicBezTo>
                  <a:cubicBezTo>
                    <a:pt x="372" y="468"/>
                    <a:pt x="248" y="368"/>
                    <a:pt x="128" y="452"/>
                  </a:cubicBezTo>
                  <a:cubicBezTo>
                    <a:pt x="128" y="452"/>
                    <a:pt x="48" y="428"/>
                    <a:pt x="24" y="392"/>
                  </a:cubicBezTo>
                  <a:cubicBezTo>
                    <a:pt x="0" y="356"/>
                    <a:pt x="32" y="280"/>
                    <a:pt x="24" y="252"/>
                  </a:cubicBezTo>
                  <a:cubicBezTo>
                    <a:pt x="16" y="224"/>
                    <a:pt x="100" y="212"/>
                    <a:pt x="128" y="188"/>
                  </a:cubicBezTo>
                  <a:cubicBezTo>
                    <a:pt x="128" y="188"/>
                    <a:pt x="104" y="148"/>
                    <a:pt x="72" y="116"/>
                  </a:cubicBezTo>
                  <a:close/>
                </a:path>
              </a:pathLst>
            </a:custGeom>
            <a:solidFill>
              <a:srgbClr val="687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1" name="Freeform 58">
              <a:extLst>
                <a:ext uri="{FF2B5EF4-FFF2-40B4-BE49-F238E27FC236}">
                  <a16:creationId xmlns:a16="http://schemas.microsoft.com/office/drawing/2014/main" id="{DD0D25D4-BA32-45CD-BB29-EB27F13CF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021"/>
              <a:ext cx="71" cy="188"/>
            </a:xfrm>
            <a:custGeom>
              <a:avLst/>
              <a:gdLst>
                <a:gd name="T0" fmla="*/ 0 w 77"/>
                <a:gd name="T1" fmla="*/ 0 h 205"/>
                <a:gd name="T2" fmla="*/ 13 w 77"/>
                <a:gd name="T3" fmla="*/ 13 h 205"/>
                <a:gd name="T4" fmla="*/ 40 w 77"/>
                <a:gd name="T5" fmla="*/ 45 h 205"/>
                <a:gd name="T6" fmla="*/ 59 w 77"/>
                <a:gd name="T7" fmla="*/ 94 h 205"/>
                <a:gd name="T8" fmla="*/ 40 w 77"/>
                <a:gd name="T9" fmla="*/ 128 h 205"/>
                <a:gd name="T10" fmla="*/ 8 w 77"/>
                <a:gd name="T11" fmla="*/ 158 h 205"/>
                <a:gd name="T12" fmla="*/ 30 w 77"/>
                <a:gd name="T13" fmla="*/ 100 h 205"/>
                <a:gd name="T14" fmla="*/ 23 w 77"/>
                <a:gd name="T15" fmla="*/ 53 h 205"/>
                <a:gd name="T16" fmla="*/ 2 w 77"/>
                <a:gd name="T17" fmla="*/ 3 h 2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205">
                  <a:moveTo>
                    <a:pt x="0" y="0"/>
                  </a:moveTo>
                  <a:cubicBezTo>
                    <a:pt x="6" y="3"/>
                    <a:pt x="12" y="11"/>
                    <a:pt x="16" y="16"/>
                  </a:cubicBezTo>
                  <a:cubicBezTo>
                    <a:pt x="28" y="30"/>
                    <a:pt x="40" y="43"/>
                    <a:pt x="51" y="58"/>
                  </a:cubicBezTo>
                  <a:cubicBezTo>
                    <a:pt x="63" y="75"/>
                    <a:pt x="77" y="101"/>
                    <a:pt x="75" y="122"/>
                  </a:cubicBezTo>
                  <a:cubicBezTo>
                    <a:pt x="73" y="140"/>
                    <a:pt x="61" y="154"/>
                    <a:pt x="51" y="167"/>
                  </a:cubicBezTo>
                  <a:cubicBezTo>
                    <a:pt x="39" y="181"/>
                    <a:pt x="29" y="199"/>
                    <a:pt x="11" y="205"/>
                  </a:cubicBezTo>
                  <a:cubicBezTo>
                    <a:pt x="19" y="179"/>
                    <a:pt x="37" y="159"/>
                    <a:pt x="39" y="130"/>
                  </a:cubicBezTo>
                  <a:cubicBezTo>
                    <a:pt x="40" y="108"/>
                    <a:pt x="35" y="89"/>
                    <a:pt x="29" y="69"/>
                  </a:cubicBezTo>
                  <a:cubicBezTo>
                    <a:pt x="23" y="45"/>
                    <a:pt x="16" y="22"/>
                    <a:pt x="2" y="3"/>
                  </a:cubicBezTo>
                </a:path>
              </a:pathLst>
            </a:custGeom>
            <a:solidFill>
              <a:srgbClr val="556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2" name="Freeform 59">
              <a:extLst>
                <a:ext uri="{FF2B5EF4-FFF2-40B4-BE49-F238E27FC236}">
                  <a16:creationId xmlns:a16="http://schemas.microsoft.com/office/drawing/2014/main" id="{BF50A0DF-C827-4043-8A9E-0781F64A2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009"/>
              <a:ext cx="164" cy="176"/>
            </a:xfrm>
            <a:custGeom>
              <a:avLst/>
              <a:gdLst>
                <a:gd name="T0" fmla="*/ 0 w 179"/>
                <a:gd name="T1" fmla="*/ 0 h 191"/>
                <a:gd name="T2" fmla="*/ 16 w 179"/>
                <a:gd name="T3" fmla="*/ 28 h 191"/>
                <a:gd name="T4" fmla="*/ 21 w 179"/>
                <a:gd name="T5" fmla="*/ 49 h 191"/>
                <a:gd name="T6" fmla="*/ 44 w 179"/>
                <a:gd name="T7" fmla="*/ 70 h 191"/>
                <a:gd name="T8" fmla="*/ 51 w 179"/>
                <a:gd name="T9" fmla="*/ 102 h 191"/>
                <a:gd name="T10" fmla="*/ 57 w 179"/>
                <a:gd name="T11" fmla="*/ 125 h 191"/>
                <a:gd name="T12" fmla="*/ 52 w 179"/>
                <a:gd name="T13" fmla="*/ 149 h 191"/>
                <a:gd name="T14" fmla="*/ 75 w 179"/>
                <a:gd name="T15" fmla="*/ 140 h 191"/>
                <a:gd name="T16" fmla="*/ 96 w 179"/>
                <a:gd name="T17" fmla="*/ 118 h 191"/>
                <a:gd name="T18" fmla="*/ 130 w 179"/>
                <a:gd name="T19" fmla="*/ 81 h 191"/>
                <a:gd name="T20" fmla="*/ 118 w 179"/>
                <a:gd name="T21" fmla="*/ 80 h 191"/>
                <a:gd name="T22" fmla="*/ 101 w 179"/>
                <a:gd name="T23" fmla="*/ 71 h 191"/>
                <a:gd name="T24" fmla="*/ 86 w 179"/>
                <a:gd name="T25" fmla="*/ 45 h 191"/>
                <a:gd name="T26" fmla="*/ 55 w 179"/>
                <a:gd name="T27" fmla="*/ 6 h 191"/>
                <a:gd name="T28" fmla="*/ 56 w 179"/>
                <a:gd name="T29" fmla="*/ 31 h 191"/>
                <a:gd name="T30" fmla="*/ 52 w 179"/>
                <a:gd name="T31" fmla="*/ 49 h 191"/>
                <a:gd name="T32" fmla="*/ 23 w 179"/>
                <a:gd name="T33" fmla="*/ 22 h 191"/>
                <a:gd name="T34" fmla="*/ 1 w 179"/>
                <a:gd name="T35" fmla="*/ 2 h 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9" h="191">
                  <a:moveTo>
                    <a:pt x="0" y="0"/>
                  </a:moveTo>
                  <a:cubicBezTo>
                    <a:pt x="7" y="13"/>
                    <a:pt x="17" y="22"/>
                    <a:pt x="21" y="36"/>
                  </a:cubicBezTo>
                  <a:cubicBezTo>
                    <a:pt x="23" y="45"/>
                    <a:pt x="22" y="54"/>
                    <a:pt x="27" y="62"/>
                  </a:cubicBezTo>
                  <a:cubicBezTo>
                    <a:pt x="34" y="73"/>
                    <a:pt x="48" y="81"/>
                    <a:pt x="57" y="90"/>
                  </a:cubicBezTo>
                  <a:cubicBezTo>
                    <a:pt x="70" y="104"/>
                    <a:pt x="67" y="111"/>
                    <a:pt x="67" y="130"/>
                  </a:cubicBezTo>
                  <a:cubicBezTo>
                    <a:pt x="66" y="142"/>
                    <a:pt x="73" y="150"/>
                    <a:pt x="74" y="161"/>
                  </a:cubicBezTo>
                  <a:cubicBezTo>
                    <a:pt x="74" y="171"/>
                    <a:pt x="66" y="180"/>
                    <a:pt x="68" y="191"/>
                  </a:cubicBezTo>
                  <a:cubicBezTo>
                    <a:pt x="77" y="188"/>
                    <a:pt x="90" y="184"/>
                    <a:pt x="98" y="179"/>
                  </a:cubicBezTo>
                  <a:cubicBezTo>
                    <a:pt x="110" y="173"/>
                    <a:pt x="116" y="160"/>
                    <a:pt x="125" y="151"/>
                  </a:cubicBezTo>
                  <a:cubicBezTo>
                    <a:pt x="131" y="145"/>
                    <a:pt x="179" y="114"/>
                    <a:pt x="169" y="104"/>
                  </a:cubicBezTo>
                  <a:cubicBezTo>
                    <a:pt x="167" y="102"/>
                    <a:pt x="157" y="103"/>
                    <a:pt x="154" y="102"/>
                  </a:cubicBezTo>
                  <a:cubicBezTo>
                    <a:pt x="146" y="101"/>
                    <a:pt x="137" y="95"/>
                    <a:pt x="131" y="91"/>
                  </a:cubicBezTo>
                  <a:cubicBezTo>
                    <a:pt x="118" y="82"/>
                    <a:pt x="117" y="72"/>
                    <a:pt x="112" y="58"/>
                  </a:cubicBezTo>
                  <a:cubicBezTo>
                    <a:pt x="106" y="40"/>
                    <a:pt x="89" y="18"/>
                    <a:pt x="72" y="9"/>
                  </a:cubicBezTo>
                  <a:cubicBezTo>
                    <a:pt x="72" y="20"/>
                    <a:pt x="74" y="30"/>
                    <a:pt x="73" y="40"/>
                  </a:cubicBezTo>
                  <a:cubicBezTo>
                    <a:pt x="72" y="48"/>
                    <a:pt x="69" y="55"/>
                    <a:pt x="68" y="63"/>
                  </a:cubicBezTo>
                  <a:cubicBezTo>
                    <a:pt x="50" y="63"/>
                    <a:pt x="39" y="40"/>
                    <a:pt x="29" y="28"/>
                  </a:cubicBezTo>
                  <a:cubicBezTo>
                    <a:pt x="22" y="19"/>
                    <a:pt x="11" y="11"/>
                    <a:pt x="1" y="2"/>
                  </a:cubicBezTo>
                </a:path>
              </a:pathLst>
            </a:custGeom>
            <a:solidFill>
              <a:srgbClr val="556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3" name="Freeform 60">
              <a:extLst>
                <a:ext uri="{FF2B5EF4-FFF2-40B4-BE49-F238E27FC236}">
                  <a16:creationId xmlns:a16="http://schemas.microsoft.com/office/drawing/2014/main" id="{47066F4F-F93A-420F-9FAA-D4A6163C9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030"/>
              <a:ext cx="42" cy="56"/>
            </a:xfrm>
            <a:custGeom>
              <a:avLst/>
              <a:gdLst>
                <a:gd name="T0" fmla="*/ 17 w 46"/>
                <a:gd name="T1" fmla="*/ 0 h 62"/>
                <a:gd name="T2" fmla="*/ 26 w 46"/>
                <a:gd name="T3" fmla="*/ 37 h 62"/>
                <a:gd name="T4" fmla="*/ 11 w 46"/>
                <a:gd name="T5" fmla="*/ 30 h 62"/>
                <a:gd name="T6" fmla="*/ 2 w 46"/>
                <a:gd name="T7" fmla="*/ 11 h 62"/>
                <a:gd name="T8" fmla="*/ 16 w 46"/>
                <a:gd name="T9" fmla="*/ 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2">
                  <a:moveTo>
                    <a:pt x="23" y="0"/>
                  </a:moveTo>
                  <a:cubicBezTo>
                    <a:pt x="29" y="10"/>
                    <a:pt x="46" y="35"/>
                    <a:pt x="35" y="50"/>
                  </a:cubicBezTo>
                  <a:cubicBezTo>
                    <a:pt x="26" y="62"/>
                    <a:pt x="19" y="48"/>
                    <a:pt x="14" y="40"/>
                  </a:cubicBezTo>
                  <a:cubicBezTo>
                    <a:pt x="10" y="34"/>
                    <a:pt x="0" y="22"/>
                    <a:pt x="2" y="14"/>
                  </a:cubicBezTo>
                  <a:cubicBezTo>
                    <a:pt x="4" y="6"/>
                    <a:pt x="15" y="4"/>
                    <a:pt x="22" y="1"/>
                  </a:cubicBezTo>
                </a:path>
              </a:pathLst>
            </a:custGeom>
            <a:solidFill>
              <a:srgbClr val="556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4" name="Freeform 61">
              <a:extLst>
                <a:ext uri="{FF2B5EF4-FFF2-40B4-BE49-F238E27FC236}">
                  <a16:creationId xmlns:a16="http://schemas.microsoft.com/office/drawing/2014/main" id="{F27C47B2-6EE9-4F3F-BCCA-C255612C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050"/>
              <a:ext cx="72" cy="70"/>
            </a:xfrm>
            <a:custGeom>
              <a:avLst/>
              <a:gdLst>
                <a:gd name="T0" fmla="*/ 19 w 79"/>
                <a:gd name="T1" fmla="*/ 3 h 77"/>
                <a:gd name="T2" fmla="*/ 52 w 79"/>
                <a:gd name="T3" fmla="*/ 48 h 77"/>
                <a:gd name="T4" fmla="*/ 38 w 79"/>
                <a:gd name="T5" fmla="*/ 57 h 77"/>
                <a:gd name="T6" fmla="*/ 20 w 79"/>
                <a:gd name="T7" fmla="*/ 47 h 77"/>
                <a:gd name="T8" fmla="*/ 1 w 79"/>
                <a:gd name="T9" fmla="*/ 19 h 77"/>
                <a:gd name="T10" fmla="*/ 6 w 79"/>
                <a:gd name="T11" fmla="*/ 5 h 77"/>
                <a:gd name="T12" fmla="*/ 18 w 79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77">
                  <a:moveTo>
                    <a:pt x="25" y="3"/>
                  </a:moveTo>
                  <a:cubicBezTo>
                    <a:pt x="38" y="12"/>
                    <a:pt x="79" y="46"/>
                    <a:pt x="69" y="64"/>
                  </a:cubicBezTo>
                  <a:cubicBezTo>
                    <a:pt x="67" y="66"/>
                    <a:pt x="52" y="76"/>
                    <a:pt x="50" y="76"/>
                  </a:cubicBezTo>
                  <a:cubicBezTo>
                    <a:pt x="43" y="77"/>
                    <a:pt x="31" y="66"/>
                    <a:pt x="26" y="63"/>
                  </a:cubicBezTo>
                  <a:cubicBezTo>
                    <a:pt x="14" y="55"/>
                    <a:pt x="0" y="40"/>
                    <a:pt x="1" y="25"/>
                  </a:cubicBezTo>
                  <a:cubicBezTo>
                    <a:pt x="2" y="19"/>
                    <a:pt x="5" y="12"/>
                    <a:pt x="9" y="8"/>
                  </a:cubicBezTo>
                  <a:cubicBezTo>
                    <a:pt x="14" y="4"/>
                    <a:pt x="20" y="4"/>
                    <a:pt x="24" y="0"/>
                  </a:cubicBezTo>
                </a:path>
              </a:pathLst>
            </a:custGeom>
            <a:solidFill>
              <a:srgbClr val="556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5" name="Freeform 62">
              <a:extLst>
                <a:ext uri="{FF2B5EF4-FFF2-40B4-BE49-F238E27FC236}">
                  <a16:creationId xmlns:a16="http://schemas.microsoft.com/office/drawing/2014/main" id="{A0762659-1954-47B8-87B7-DDD16B604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097"/>
              <a:ext cx="51" cy="65"/>
            </a:xfrm>
            <a:custGeom>
              <a:avLst/>
              <a:gdLst>
                <a:gd name="T0" fmla="*/ 6 w 55"/>
                <a:gd name="T1" fmla="*/ 0 h 70"/>
                <a:gd name="T2" fmla="*/ 43 w 55"/>
                <a:gd name="T3" fmla="*/ 42 h 70"/>
                <a:gd name="T4" fmla="*/ 25 w 55"/>
                <a:gd name="T5" fmla="*/ 50 h 70"/>
                <a:gd name="T6" fmla="*/ 5 w 55"/>
                <a:gd name="T7" fmla="*/ 29 h 70"/>
                <a:gd name="T8" fmla="*/ 5 w 55"/>
                <a:gd name="T9" fmla="*/ 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0">
                  <a:moveTo>
                    <a:pt x="7" y="0"/>
                  </a:moveTo>
                  <a:cubicBezTo>
                    <a:pt x="19" y="10"/>
                    <a:pt x="55" y="34"/>
                    <a:pt x="54" y="52"/>
                  </a:cubicBezTo>
                  <a:cubicBezTo>
                    <a:pt x="53" y="70"/>
                    <a:pt x="42" y="68"/>
                    <a:pt x="31" y="62"/>
                  </a:cubicBezTo>
                  <a:cubicBezTo>
                    <a:pt x="20" y="55"/>
                    <a:pt x="10" y="47"/>
                    <a:pt x="5" y="35"/>
                  </a:cubicBezTo>
                  <a:cubicBezTo>
                    <a:pt x="0" y="23"/>
                    <a:pt x="4" y="17"/>
                    <a:pt x="5" y="5"/>
                  </a:cubicBezTo>
                </a:path>
              </a:pathLst>
            </a:custGeom>
            <a:solidFill>
              <a:srgbClr val="556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6" name="Freeform 63">
              <a:extLst>
                <a:ext uri="{FF2B5EF4-FFF2-40B4-BE49-F238E27FC236}">
                  <a16:creationId xmlns:a16="http://schemas.microsoft.com/office/drawing/2014/main" id="{F758E190-6DDC-4504-8ED2-C8AFA811B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154"/>
              <a:ext cx="103" cy="113"/>
            </a:xfrm>
            <a:custGeom>
              <a:avLst/>
              <a:gdLst>
                <a:gd name="T0" fmla="*/ 0 w 112"/>
                <a:gd name="T1" fmla="*/ 7 h 123"/>
                <a:gd name="T2" fmla="*/ 17 w 112"/>
                <a:gd name="T3" fmla="*/ 17 h 123"/>
                <a:gd name="T4" fmla="*/ 34 w 112"/>
                <a:gd name="T5" fmla="*/ 45 h 123"/>
                <a:gd name="T6" fmla="*/ 65 w 112"/>
                <a:gd name="T7" fmla="*/ 70 h 123"/>
                <a:gd name="T8" fmla="*/ 54 w 112"/>
                <a:gd name="T9" fmla="*/ 47 h 123"/>
                <a:gd name="T10" fmla="*/ 49 w 112"/>
                <a:gd name="T11" fmla="*/ 26 h 123"/>
                <a:gd name="T12" fmla="*/ 87 w 112"/>
                <a:gd name="T13" fmla="*/ 67 h 123"/>
                <a:gd name="T14" fmla="*/ 35 w 112"/>
                <a:gd name="T15" fmla="*/ 63 h 123"/>
                <a:gd name="T16" fmla="*/ 12 w 112"/>
                <a:gd name="T17" fmla="*/ 37 h 123"/>
                <a:gd name="T18" fmla="*/ 4 w 112"/>
                <a:gd name="T19" fmla="*/ 8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123">
                  <a:moveTo>
                    <a:pt x="0" y="10"/>
                  </a:moveTo>
                  <a:cubicBezTo>
                    <a:pt x="14" y="0"/>
                    <a:pt x="16" y="11"/>
                    <a:pt x="22" y="23"/>
                  </a:cubicBezTo>
                  <a:cubicBezTo>
                    <a:pt x="29" y="34"/>
                    <a:pt x="35" y="48"/>
                    <a:pt x="44" y="58"/>
                  </a:cubicBezTo>
                  <a:cubicBezTo>
                    <a:pt x="54" y="70"/>
                    <a:pt x="70" y="83"/>
                    <a:pt x="84" y="90"/>
                  </a:cubicBezTo>
                  <a:cubicBezTo>
                    <a:pt x="86" y="79"/>
                    <a:pt x="74" y="69"/>
                    <a:pt x="70" y="60"/>
                  </a:cubicBezTo>
                  <a:cubicBezTo>
                    <a:pt x="66" y="51"/>
                    <a:pt x="64" y="42"/>
                    <a:pt x="63" y="33"/>
                  </a:cubicBezTo>
                  <a:cubicBezTo>
                    <a:pt x="73" y="54"/>
                    <a:pt x="98" y="68"/>
                    <a:pt x="112" y="87"/>
                  </a:cubicBezTo>
                  <a:cubicBezTo>
                    <a:pt x="108" y="123"/>
                    <a:pt x="59" y="92"/>
                    <a:pt x="45" y="82"/>
                  </a:cubicBezTo>
                  <a:cubicBezTo>
                    <a:pt x="31" y="73"/>
                    <a:pt x="21" y="63"/>
                    <a:pt x="15" y="47"/>
                  </a:cubicBezTo>
                  <a:cubicBezTo>
                    <a:pt x="10" y="36"/>
                    <a:pt x="9" y="22"/>
                    <a:pt x="4" y="11"/>
                  </a:cubicBezTo>
                </a:path>
              </a:pathLst>
            </a:custGeom>
            <a:solidFill>
              <a:srgbClr val="556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7" name="Freeform 64">
              <a:extLst>
                <a:ext uri="{FF2B5EF4-FFF2-40B4-BE49-F238E27FC236}">
                  <a16:creationId xmlns:a16="http://schemas.microsoft.com/office/drawing/2014/main" id="{074DBDA5-AF96-40C7-87E5-3969357ED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853"/>
              <a:ext cx="133" cy="154"/>
            </a:xfrm>
            <a:custGeom>
              <a:avLst/>
              <a:gdLst>
                <a:gd name="T0" fmla="*/ 2 w 144"/>
                <a:gd name="T1" fmla="*/ 6 h 168"/>
                <a:gd name="T2" fmla="*/ 59 w 144"/>
                <a:gd name="T3" fmla="*/ 46 h 168"/>
                <a:gd name="T4" fmla="*/ 114 w 144"/>
                <a:gd name="T5" fmla="*/ 129 h 168"/>
                <a:gd name="T6" fmla="*/ 94 w 144"/>
                <a:gd name="T7" fmla="*/ 106 h 168"/>
                <a:gd name="T8" fmla="*/ 79 w 144"/>
                <a:gd name="T9" fmla="*/ 83 h 168"/>
                <a:gd name="T10" fmla="*/ 46 w 144"/>
                <a:gd name="T11" fmla="*/ 50 h 168"/>
                <a:gd name="T12" fmla="*/ 0 w 144"/>
                <a:gd name="T13" fmla="*/ 6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168">
                  <a:moveTo>
                    <a:pt x="2" y="6"/>
                  </a:moveTo>
                  <a:cubicBezTo>
                    <a:pt x="32" y="0"/>
                    <a:pt x="57" y="40"/>
                    <a:pt x="75" y="60"/>
                  </a:cubicBezTo>
                  <a:cubicBezTo>
                    <a:pt x="103" y="91"/>
                    <a:pt x="126" y="132"/>
                    <a:pt x="144" y="168"/>
                  </a:cubicBezTo>
                  <a:cubicBezTo>
                    <a:pt x="138" y="157"/>
                    <a:pt x="128" y="148"/>
                    <a:pt x="119" y="137"/>
                  </a:cubicBezTo>
                  <a:cubicBezTo>
                    <a:pt x="112" y="128"/>
                    <a:pt x="107" y="117"/>
                    <a:pt x="100" y="108"/>
                  </a:cubicBezTo>
                  <a:cubicBezTo>
                    <a:pt x="88" y="92"/>
                    <a:pt x="73" y="79"/>
                    <a:pt x="59" y="65"/>
                  </a:cubicBezTo>
                  <a:cubicBezTo>
                    <a:pt x="40" y="46"/>
                    <a:pt x="16" y="28"/>
                    <a:pt x="0" y="7"/>
                  </a:cubicBezTo>
                </a:path>
              </a:pathLst>
            </a:custGeom>
            <a:solidFill>
              <a:srgbClr val="87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8" name="Freeform 65">
              <a:extLst>
                <a:ext uri="{FF2B5EF4-FFF2-40B4-BE49-F238E27FC236}">
                  <a16:creationId xmlns:a16="http://schemas.microsoft.com/office/drawing/2014/main" id="{3DBC0A81-DFDF-40B5-81FF-42A546D5C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873"/>
              <a:ext cx="234" cy="201"/>
            </a:xfrm>
            <a:custGeom>
              <a:avLst/>
              <a:gdLst>
                <a:gd name="T0" fmla="*/ 74 w 255"/>
                <a:gd name="T1" fmla="*/ 110 h 219"/>
                <a:gd name="T2" fmla="*/ 126 w 255"/>
                <a:gd name="T3" fmla="*/ 15 h 219"/>
                <a:gd name="T4" fmla="*/ 182 w 255"/>
                <a:gd name="T5" fmla="*/ 17 h 219"/>
                <a:gd name="T6" fmla="*/ 169 w 255"/>
                <a:gd name="T7" fmla="*/ 86 h 219"/>
                <a:gd name="T8" fmla="*/ 162 w 255"/>
                <a:gd name="T9" fmla="*/ 134 h 219"/>
                <a:gd name="T10" fmla="*/ 155 w 255"/>
                <a:gd name="T11" fmla="*/ 166 h 219"/>
                <a:gd name="T12" fmla="*/ 107 w 255"/>
                <a:gd name="T13" fmla="*/ 127 h 219"/>
                <a:gd name="T14" fmla="*/ 68 w 255"/>
                <a:gd name="T15" fmla="*/ 107 h 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219">
                  <a:moveTo>
                    <a:pt x="96" y="143"/>
                  </a:moveTo>
                  <a:cubicBezTo>
                    <a:pt x="0" y="97"/>
                    <a:pt x="106" y="38"/>
                    <a:pt x="162" y="18"/>
                  </a:cubicBezTo>
                  <a:cubicBezTo>
                    <a:pt x="185" y="9"/>
                    <a:pt x="218" y="0"/>
                    <a:pt x="235" y="23"/>
                  </a:cubicBezTo>
                  <a:cubicBezTo>
                    <a:pt x="255" y="50"/>
                    <a:pt x="228" y="86"/>
                    <a:pt x="218" y="111"/>
                  </a:cubicBezTo>
                  <a:cubicBezTo>
                    <a:pt x="208" y="134"/>
                    <a:pt x="204" y="149"/>
                    <a:pt x="210" y="173"/>
                  </a:cubicBezTo>
                  <a:cubicBezTo>
                    <a:pt x="214" y="188"/>
                    <a:pt x="229" y="219"/>
                    <a:pt x="200" y="215"/>
                  </a:cubicBezTo>
                  <a:cubicBezTo>
                    <a:pt x="179" y="213"/>
                    <a:pt x="155" y="174"/>
                    <a:pt x="138" y="163"/>
                  </a:cubicBezTo>
                  <a:cubicBezTo>
                    <a:pt x="122" y="151"/>
                    <a:pt x="102" y="147"/>
                    <a:pt x="88" y="138"/>
                  </a:cubicBezTo>
                </a:path>
              </a:pathLst>
            </a:custGeom>
            <a:solidFill>
              <a:srgbClr val="3D8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9" name="Freeform 66">
              <a:extLst>
                <a:ext uri="{FF2B5EF4-FFF2-40B4-BE49-F238E27FC236}">
                  <a16:creationId xmlns:a16="http://schemas.microsoft.com/office/drawing/2014/main" id="{44F65118-858C-4A4C-BD84-53CA80DCC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835"/>
              <a:ext cx="329" cy="282"/>
            </a:xfrm>
            <a:custGeom>
              <a:avLst/>
              <a:gdLst>
                <a:gd name="T0" fmla="*/ 23 w 359"/>
                <a:gd name="T1" fmla="*/ 27 h 307"/>
                <a:gd name="T2" fmla="*/ 77 w 359"/>
                <a:gd name="T3" fmla="*/ 109 h 307"/>
                <a:gd name="T4" fmla="*/ 0 w 359"/>
                <a:gd name="T5" fmla="*/ 211 h 307"/>
                <a:gd name="T6" fmla="*/ 115 w 359"/>
                <a:gd name="T7" fmla="*/ 166 h 307"/>
                <a:gd name="T8" fmla="*/ 225 w 359"/>
                <a:gd name="T9" fmla="*/ 230 h 307"/>
                <a:gd name="T10" fmla="*/ 209 w 359"/>
                <a:gd name="T11" fmla="*/ 137 h 307"/>
                <a:gd name="T12" fmla="*/ 175 w 359"/>
                <a:gd name="T13" fmla="*/ 96 h 307"/>
                <a:gd name="T14" fmla="*/ 143 w 359"/>
                <a:gd name="T15" fmla="*/ 52 h 307"/>
                <a:gd name="T16" fmla="*/ 16 w 359"/>
                <a:gd name="T17" fmla="*/ 19 h 307"/>
                <a:gd name="T18" fmla="*/ 14 w 359"/>
                <a:gd name="T19" fmla="*/ 26 h 307"/>
                <a:gd name="T20" fmla="*/ 23 w 359"/>
                <a:gd name="T21" fmla="*/ 31 h 3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9" h="307">
                  <a:moveTo>
                    <a:pt x="29" y="35"/>
                  </a:moveTo>
                  <a:cubicBezTo>
                    <a:pt x="96" y="30"/>
                    <a:pt x="125" y="85"/>
                    <a:pt x="100" y="142"/>
                  </a:cubicBezTo>
                  <a:cubicBezTo>
                    <a:pt x="77" y="193"/>
                    <a:pt x="23" y="220"/>
                    <a:pt x="0" y="272"/>
                  </a:cubicBezTo>
                  <a:cubicBezTo>
                    <a:pt x="38" y="224"/>
                    <a:pt x="90" y="175"/>
                    <a:pt x="149" y="214"/>
                  </a:cubicBezTo>
                  <a:cubicBezTo>
                    <a:pt x="188" y="239"/>
                    <a:pt x="239" y="307"/>
                    <a:pt x="291" y="296"/>
                  </a:cubicBezTo>
                  <a:cubicBezTo>
                    <a:pt x="359" y="281"/>
                    <a:pt x="292" y="203"/>
                    <a:pt x="272" y="176"/>
                  </a:cubicBezTo>
                  <a:cubicBezTo>
                    <a:pt x="258" y="158"/>
                    <a:pt x="240" y="142"/>
                    <a:pt x="227" y="123"/>
                  </a:cubicBezTo>
                  <a:cubicBezTo>
                    <a:pt x="212" y="103"/>
                    <a:pt x="206" y="83"/>
                    <a:pt x="186" y="67"/>
                  </a:cubicBezTo>
                  <a:cubicBezTo>
                    <a:pt x="147" y="36"/>
                    <a:pt x="69" y="0"/>
                    <a:pt x="21" y="25"/>
                  </a:cubicBezTo>
                  <a:cubicBezTo>
                    <a:pt x="20" y="28"/>
                    <a:pt x="19" y="32"/>
                    <a:pt x="18" y="34"/>
                  </a:cubicBezTo>
                  <a:cubicBezTo>
                    <a:pt x="25" y="34"/>
                    <a:pt x="25" y="38"/>
                    <a:pt x="29" y="40"/>
                  </a:cubicBezTo>
                </a:path>
              </a:pathLst>
            </a:custGeom>
            <a:solidFill>
              <a:srgbClr val="3D8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0" name="Freeform 67">
              <a:extLst>
                <a:ext uri="{FF2B5EF4-FFF2-40B4-BE49-F238E27FC236}">
                  <a16:creationId xmlns:a16="http://schemas.microsoft.com/office/drawing/2014/main" id="{588DF455-7D71-42E7-826A-174AE32DE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097"/>
              <a:ext cx="378" cy="140"/>
            </a:xfrm>
            <a:custGeom>
              <a:avLst/>
              <a:gdLst>
                <a:gd name="T0" fmla="*/ 0 w 411"/>
                <a:gd name="T1" fmla="*/ 104 h 153"/>
                <a:gd name="T2" fmla="*/ 120 w 411"/>
                <a:gd name="T3" fmla="*/ 14 h 153"/>
                <a:gd name="T4" fmla="*/ 256 w 411"/>
                <a:gd name="T5" fmla="*/ 37 h 153"/>
                <a:gd name="T6" fmla="*/ 274 w 411"/>
                <a:gd name="T7" fmla="*/ 112 h 153"/>
                <a:gd name="T8" fmla="*/ 112 w 411"/>
                <a:gd name="T9" fmla="*/ 66 h 153"/>
                <a:gd name="T10" fmla="*/ 3 w 411"/>
                <a:gd name="T11" fmla="*/ 103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1" h="153">
                  <a:moveTo>
                    <a:pt x="0" y="137"/>
                  </a:moveTo>
                  <a:cubicBezTo>
                    <a:pt x="50" y="86"/>
                    <a:pt x="86" y="38"/>
                    <a:pt x="154" y="17"/>
                  </a:cubicBezTo>
                  <a:cubicBezTo>
                    <a:pt x="212" y="0"/>
                    <a:pt x="282" y="7"/>
                    <a:pt x="328" y="48"/>
                  </a:cubicBezTo>
                  <a:cubicBezTo>
                    <a:pt x="353" y="70"/>
                    <a:pt x="411" y="138"/>
                    <a:pt x="352" y="145"/>
                  </a:cubicBezTo>
                  <a:cubicBezTo>
                    <a:pt x="280" y="153"/>
                    <a:pt x="216" y="93"/>
                    <a:pt x="145" y="86"/>
                  </a:cubicBezTo>
                  <a:cubicBezTo>
                    <a:pt x="93" y="81"/>
                    <a:pt x="37" y="90"/>
                    <a:pt x="3" y="134"/>
                  </a:cubicBezTo>
                </a:path>
              </a:pathLst>
            </a:custGeom>
            <a:solidFill>
              <a:srgbClr val="3D8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1" name="Freeform 68">
              <a:extLst>
                <a:ext uri="{FF2B5EF4-FFF2-40B4-BE49-F238E27FC236}">
                  <a16:creationId xmlns:a16="http://schemas.microsoft.com/office/drawing/2014/main" id="{7D354E49-6E85-4257-B3E3-B6BB4433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279"/>
              <a:ext cx="454" cy="552"/>
            </a:xfrm>
            <a:custGeom>
              <a:avLst/>
              <a:gdLst>
                <a:gd name="T0" fmla="*/ 16 w 495"/>
                <a:gd name="T1" fmla="*/ 94 h 602"/>
                <a:gd name="T2" fmla="*/ 112 w 495"/>
                <a:gd name="T3" fmla="*/ 123 h 602"/>
                <a:gd name="T4" fmla="*/ 233 w 495"/>
                <a:gd name="T5" fmla="*/ 90 h 602"/>
                <a:gd name="T6" fmla="*/ 360 w 495"/>
                <a:gd name="T7" fmla="*/ 52 h 602"/>
                <a:gd name="T8" fmla="*/ 310 w 495"/>
                <a:gd name="T9" fmla="*/ 201 h 602"/>
                <a:gd name="T10" fmla="*/ 291 w 495"/>
                <a:gd name="T11" fmla="*/ 387 h 602"/>
                <a:gd name="T12" fmla="*/ 200 w 495"/>
                <a:gd name="T13" fmla="*/ 464 h 602"/>
                <a:gd name="T14" fmla="*/ 133 w 495"/>
                <a:gd name="T15" fmla="*/ 440 h 602"/>
                <a:gd name="T16" fmla="*/ 106 w 495"/>
                <a:gd name="T17" fmla="*/ 360 h 602"/>
                <a:gd name="T18" fmla="*/ 26 w 495"/>
                <a:gd name="T19" fmla="*/ 156 h 602"/>
                <a:gd name="T20" fmla="*/ 4 w 495"/>
                <a:gd name="T21" fmla="*/ 120 h 602"/>
                <a:gd name="T22" fmla="*/ 17 w 495"/>
                <a:gd name="T23" fmla="*/ 97 h 6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5" h="602">
                  <a:moveTo>
                    <a:pt x="20" y="122"/>
                  </a:moveTo>
                  <a:cubicBezTo>
                    <a:pt x="62" y="122"/>
                    <a:pt x="99" y="157"/>
                    <a:pt x="145" y="159"/>
                  </a:cubicBezTo>
                  <a:cubicBezTo>
                    <a:pt x="203" y="162"/>
                    <a:pt x="256" y="154"/>
                    <a:pt x="302" y="117"/>
                  </a:cubicBezTo>
                  <a:cubicBezTo>
                    <a:pt x="332" y="92"/>
                    <a:pt x="433" y="0"/>
                    <a:pt x="466" y="68"/>
                  </a:cubicBezTo>
                  <a:cubicBezTo>
                    <a:pt x="495" y="128"/>
                    <a:pt x="418" y="207"/>
                    <a:pt x="401" y="261"/>
                  </a:cubicBezTo>
                  <a:cubicBezTo>
                    <a:pt x="376" y="341"/>
                    <a:pt x="399" y="424"/>
                    <a:pt x="377" y="502"/>
                  </a:cubicBezTo>
                  <a:cubicBezTo>
                    <a:pt x="359" y="567"/>
                    <a:pt x="330" y="602"/>
                    <a:pt x="260" y="602"/>
                  </a:cubicBezTo>
                  <a:cubicBezTo>
                    <a:pt x="233" y="602"/>
                    <a:pt x="193" y="593"/>
                    <a:pt x="172" y="572"/>
                  </a:cubicBezTo>
                  <a:cubicBezTo>
                    <a:pt x="149" y="547"/>
                    <a:pt x="146" y="500"/>
                    <a:pt x="137" y="468"/>
                  </a:cubicBezTo>
                  <a:cubicBezTo>
                    <a:pt x="109" y="371"/>
                    <a:pt x="96" y="283"/>
                    <a:pt x="34" y="202"/>
                  </a:cubicBezTo>
                  <a:cubicBezTo>
                    <a:pt x="24" y="188"/>
                    <a:pt x="9" y="173"/>
                    <a:pt x="4" y="156"/>
                  </a:cubicBezTo>
                  <a:cubicBezTo>
                    <a:pt x="0" y="141"/>
                    <a:pt x="0" y="116"/>
                    <a:pt x="23" y="127"/>
                  </a:cubicBezTo>
                </a:path>
              </a:pathLst>
            </a:custGeom>
            <a:solidFill>
              <a:srgbClr val="3D8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2" name="Freeform 69">
              <a:extLst>
                <a:ext uri="{FF2B5EF4-FFF2-40B4-BE49-F238E27FC236}">
                  <a16:creationId xmlns:a16="http://schemas.microsoft.com/office/drawing/2014/main" id="{291884A2-23EF-4577-8A89-E8555E84C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321"/>
              <a:ext cx="310" cy="353"/>
            </a:xfrm>
            <a:custGeom>
              <a:avLst/>
              <a:gdLst>
                <a:gd name="T0" fmla="*/ 106 w 338"/>
                <a:gd name="T1" fmla="*/ 87 h 385"/>
                <a:gd name="T2" fmla="*/ 208 w 338"/>
                <a:gd name="T3" fmla="*/ 3 h 385"/>
                <a:gd name="T4" fmla="*/ 208 w 338"/>
                <a:gd name="T5" fmla="*/ 94 h 385"/>
                <a:gd name="T6" fmla="*/ 134 w 338"/>
                <a:gd name="T7" fmla="*/ 284 h 385"/>
                <a:gd name="T8" fmla="*/ 35 w 338"/>
                <a:gd name="T9" fmla="*/ 176 h 385"/>
                <a:gd name="T10" fmla="*/ 100 w 338"/>
                <a:gd name="T11" fmla="*/ 87 h 3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8" h="385">
                  <a:moveTo>
                    <a:pt x="138" y="113"/>
                  </a:moveTo>
                  <a:cubicBezTo>
                    <a:pt x="158" y="66"/>
                    <a:pt x="211" y="0"/>
                    <a:pt x="269" y="3"/>
                  </a:cubicBezTo>
                  <a:cubicBezTo>
                    <a:pt x="338" y="7"/>
                    <a:pt x="287" y="93"/>
                    <a:pt x="269" y="121"/>
                  </a:cubicBezTo>
                  <a:cubicBezTo>
                    <a:pt x="220" y="195"/>
                    <a:pt x="285" y="345"/>
                    <a:pt x="173" y="369"/>
                  </a:cubicBezTo>
                  <a:cubicBezTo>
                    <a:pt x="97" y="385"/>
                    <a:pt x="0" y="308"/>
                    <a:pt x="45" y="228"/>
                  </a:cubicBezTo>
                  <a:cubicBezTo>
                    <a:pt x="69" y="186"/>
                    <a:pt x="111" y="157"/>
                    <a:pt x="130" y="113"/>
                  </a:cubicBezTo>
                </a:path>
              </a:pathLst>
            </a:custGeom>
            <a:solidFill>
              <a:srgbClr val="3D8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3" name="Freeform 70">
              <a:extLst>
                <a:ext uri="{FF2B5EF4-FFF2-40B4-BE49-F238E27FC236}">
                  <a16:creationId xmlns:a16="http://schemas.microsoft.com/office/drawing/2014/main" id="{22BA8A8E-2CA2-4391-9201-5BBEC7BD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099"/>
              <a:ext cx="336" cy="259"/>
            </a:xfrm>
            <a:custGeom>
              <a:avLst/>
              <a:gdLst>
                <a:gd name="T0" fmla="*/ 24 w 366"/>
                <a:gd name="T1" fmla="*/ 31 h 282"/>
                <a:gd name="T2" fmla="*/ 139 w 366"/>
                <a:gd name="T3" fmla="*/ 27 h 282"/>
                <a:gd name="T4" fmla="*/ 249 w 366"/>
                <a:gd name="T5" fmla="*/ 130 h 282"/>
                <a:gd name="T6" fmla="*/ 281 w 366"/>
                <a:gd name="T7" fmla="*/ 171 h 282"/>
                <a:gd name="T8" fmla="*/ 241 w 366"/>
                <a:gd name="T9" fmla="*/ 213 h 282"/>
                <a:gd name="T10" fmla="*/ 170 w 366"/>
                <a:gd name="T11" fmla="*/ 175 h 282"/>
                <a:gd name="T12" fmla="*/ 75 w 366"/>
                <a:gd name="T13" fmla="*/ 135 h 282"/>
                <a:gd name="T14" fmla="*/ 6 w 366"/>
                <a:gd name="T15" fmla="*/ 85 h 282"/>
                <a:gd name="T16" fmla="*/ 14 w 366"/>
                <a:gd name="T17" fmla="*/ 29 h 2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6" h="282">
                  <a:moveTo>
                    <a:pt x="30" y="40"/>
                  </a:moveTo>
                  <a:cubicBezTo>
                    <a:pt x="56" y="0"/>
                    <a:pt x="143" y="18"/>
                    <a:pt x="179" y="35"/>
                  </a:cubicBezTo>
                  <a:cubicBezTo>
                    <a:pt x="243" y="64"/>
                    <a:pt x="276" y="116"/>
                    <a:pt x="321" y="167"/>
                  </a:cubicBezTo>
                  <a:cubicBezTo>
                    <a:pt x="333" y="180"/>
                    <a:pt x="361" y="202"/>
                    <a:pt x="363" y="220"/>
                  </a:cubicBezTo>
                  <a:cubicBezTo>
                    <a:pt x="366" y="245"/>
                    <a:pt x="335" y="270"/>
                    <a:pt x="312" y="275"/>
                  </a:cubicBezTo>
                  <a:cubicBezTo>
                    <a:pt x="275" y="282"/>
                    <a:pt x="248" y="245"/>
                    <a:pt x="219" y="227"/>
                  </a:cubicBezTo>
                  <a:cubicBezTo>
                    <a:pt x="180" y="204"/>
                    <a:pt x="139" y="189"/>
                    <a:pt x="97" y="174"/>
                  </a:cubicBezTo>
                  <a:cubicBezTo>
                    <a:pt x="58" y="161"/>
                    <a:pt x="21" y="152"/>
                    <a:pt x="8" y="110"/>
                  </a:cubicBezTo>
                  <a:cubicBezTo>
                    <a:pt x="1" y="87"/>
                    <a:pt x="0" y="57"/>
                    <a:pt x="17" y="38"/>
                  </a:cubicBezTo>
                </a:path>
              </a:pathLst>
            </a:custGeom>
            <a:solidFill>
              <a:srgbClr val="3D8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4" name="Freeform 71">
              <a:extLst>
                <a:ext uri="{FF2B5EF4-FFF2-40B4-BE49-F238E27FC236}">
                  <a16:creationId xmlns:a16="http://schemas.microsoft.com/office/drawing/2014/main" id="{3EF1D6CF-72CB-461C-BCBF-253218021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239"/>
              <a:ext cx="325" cy="92"/>
            </a:xfrm>
            <a:custGeom>
              <a:avLst/>
              <a:gdLst>
                <a:gd name="T0" fmla="*/ 3 w 354"/>
                <a:gd name="T1" fmla="*/ 45 h 101"/>
                <a:gd name="T2" fmla="*/ 115 w 354"/>
                <a:gd name="T3" fmla="*/ 0 h 101"/>
                <a:gd name="T4" fmla="*/ 219 w 354"/>
                <a:gd name="T5" fmla="*/ 26 h 101"/>
                <a:gd name="T6" fmla="*/ 263 w 354"/>
                <a:gd name="T7" fmla="*/ 45 h 101"/>
                <a:gd name="T8" fmla="*/ 251 w 354"/>
                <a:gd name="T9" fmla="*/ 71 h 101"/>
                <a:gd name="T10" fmla="*/ 99 w 354"/>
                <a:gd name="T11" fmla="*/ 24 h 101"/>
                <a:gd name="T12" fmla="*/ 42 w 354"/>
                <a:gd name="T13" fmla="*/ 27 h 101"/>
                <a:gd name="T14" fmla="*/ 0 w 354"/>
                <a:gd name="T15" fmla="*/ 45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4" h="101">
                  <a:moveTo>
                    <a:pt x="3" y="59"/>
                  </a:moveTo>
                  <a:cubicBezTo>
                    <a:pt x="18" y="16"/>
                    <a:pt x="106" y="0"/>
                    <a:pt x="148" y="0"/>
                  </a:cubicBezTo>
                  <a:cubicBezTo>
                    <a:pt x="198" y="0"/>
                    <a:pt x="237" y="21"/>
                    <a:pt x="283" y="35"/>
                  </a:cubicBezTo>
                  <a:cubicBezTo>
                    <a:pt x="302" y="41"/>
                    <a:pt x="325" y="42"/>
                    <a:pt x="339" y="59"/>
                  </a:cubicBezTo>
                  <a:cubicBezTo>
                    <a:pt x="354" y="78"/>
                    <a:pt x="349" y="91"/>
                    <a:pt x="323" y="94"/>
                  </a:cubicBezTo>
                  <a:cubicBezTo>
                    <a:pt x="257" y="101"/>
                    <a:pt x="194" y="39"/>
                    <a:pt x="129" y="32"/>
                  </a:cubicBezTo>
                  <a:cubicBezTo>
                    <a:pt x="105" y="30"/>
                    <a:pt x="78" y="29"/>
                    <a:pt x="54" y="36"/>
                  </a:cubicBezTo>
                  <a:cubicBezTo>
                    <a:pt x="38" y="40"/>
                    <a:pt x="8" y="68"/>
                    <a:pt x="0" y="59"/>
                  </a:cubicBezTo>
                </a:path>
              </a:pathLst>
            </a:custGeom>
            <a:solidFill>
              <a:srgbClr val="3D8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5" name="Freeform 72">
              <a:extLst>
                <a:ext uri="{FF2B5EF4-FFF2-40B4-BE49-F238E27FC236}">
                  <a16:creationId xmlns:a16="http://schemas.microsoft.com/office/drawing/2014/main" id="{BDD8EBA5-4EE2-446B-9926-D24CE7487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208"/>
              <a:ext cx="293" cy="1150"/>
            </a:xfrm>
            <a:custGeom>
              <a:avLst/>
              <a:gdLst>
                <a:gd name="T0" fmla="*/ 211 w 319"/>
                <a:gd name="T1" fmla="*/ 7 h 1255"/>
                <a:gd name="T2" fmla="*/ 243 w 319"/>
                <a:gd name="T3" fmla="*/ 150 h 1255"/>
                <a:gd name="T4" fmla="*/ 234 w 319"/>
                <a:gd name="T5" fmla="*/ 282 h 1255"/>
                <a:gd name="T6" fmla="*/ 172 w 319"/>
                <a:gd name="T7" fmla="*/ 474 h 1255"/>
                <a:gd name="T8" fmla="*/ 95 w 319"/>
                <a:gd name="T9" fmla="*/ 808 h 1255"/>
                <a:gd name="T10" fmla="*/ 62 w 319"/>
                <a:gd name="T11" fmla="*/ 890 h 1255"/>
                <a:gd name="T12" fmla="*/ 0 w 319"/>
                <a:gd name="T13" fmla="*/ 966 h 1255"/>
                <a:gd name="T14" fmla="*/ 30 w 319"/>
                <a:gd name="T15" fmla="*/ 900 h 1255"/>
                <a:gd name="T16" fmla="*/ 59 w 319"/>
                <a:gd name="T17" fmla="*/ 805 h 1255"/>
                <a:gd name="T18" fmla="*/ 95 w 319"/>
                <a:gd name="T19" fmla="*/ 643 h 1255"/>
                <a:gd name="T20" fmla="*/ 124 w 319"/>
                <a:gd name="T21" fmla="*/ 507 h 1255"/>
                <a:gd name="T22" fmla="*/ 169 w 319"/>
                <a:gd name="T23" fmla="*/ 382 h 1255"/>
                <a:gd name="T24" fmla="*/ 192 w 319"/>
                <a:gd name="T25" fmla="*/ 146 h 1255"/>
                <a:gd name="T26" fmla="*/ 190 w 319"/>
                <a:gd name="T27" fmla="*/ 65 h 1255"/>
                <a:gd name="T28" fmla="*/ 196 w 319"/>
                <a:gd name="T29" fmla="*/ 7 h 1255"/>
                <a:gd name="T30" fmla="*/ 198 w 319"/>
                <a:gd name="T31" fmla="*/ 0 h 1255"/>
                <a:gd name="T32" fmla="*/ 214 w 319"/>
                <a:gd name="T33" fmla="*/ 18 h 12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9" h="1255">
                  <a:moveTo>
                    <a:pt x="272" y="10"/>
                  </a:moveTo>
                  <a:cubicBezTo>
                    <a:pt x="298" y="62"/>
                    <a:pt x="309" y="138"/>
                    <a:pt x="314" y="195"/>
                  </a:cubicBezTo>
                  <a:cubicBezTo>
                    <a:pt x="319" y="251"/>
                    <a:pt x="319" y="313"/>
                    <a:pt x="303" y="367"/>
                  </a:cubicBezTo>
                  <a:cubicBezTo>
                    <a:pt x="278" y="451"/>
                    <a:pt x="250" y="533"/>
                    <a:pt x="222" y="615"/>
                  </a:cubicBezTo>
                  <a:cubicBezTo>
                    <a:pt x="173" y="758"/>
                    <a:pt x="152" y="904"/>
                    <a:pt x="122" y="1050"/>
                  </a:cubicBezTo>
                  <a:cubicBezTo>
                    <a:pt x="114" y="1087"/>
                    <a:pt x="97" y="1124"/>
                    <a:pt x="80" y="1157"/>
                  </a:cubicBezTo>
                  <a:cubicBezTo>
                    <a:pt x="64" y="1190"/>
                    <a:pt x="31" y="1237"/>
                    <a:pt x="0" y="1255"/>
                  </a:cubicBezTo>
                  <a:cubicBezTo>
                    <a:pt x="10" y="1226"/>
                    <a:pt x="29" y="1200"/>
                    <a:pt x="39" y="1170"/>
                  </a:cubicBezTo>
                  <a:cubicBezTo>
                    <a:pt x="53" y="1129"/>
                    <a:pt x="67" y="1087"/>
                    <a:pt x="76" y="1045"/>
                  </a:cubicBezTo>
                  <a:cubicBezTo>
                    <a:pt x="92" y="975"/>
                    <a:pt x="108" y="905"/>
                    <a:pt x="122" y="836"/>
                  </a:cubicBezTo>
                  <a:cubicBezTo>
                    <a:pt x="134" y="775"/>
                    <a:pt x="145" y="717"/>
                    <a:pt x="160" y="658"/>
                  </a:cubicBezTo>
                  <a:cubicBezTo>
                    <a:pt x="174" y="603"/>
                    <a:pt x="201" y="551"/>
                    <a:pt x="218" y="496"/>
                  </a:cubicBezTo>
                  <a:cubicBezTo>
                    <a:pt x="248" y="400"/>
                    <a:pt x="256" y="289"/>
                    <a:pt x="248" y="189"/>
                  </a:cubicBezTo>
                  <a:cubicBezTo>
                    <a:pt x="245" y="155"/>
                    <a:pt x="243" y="120"/>
                    <a:pt x="245" y="85"/>
                  </a:cubicBezTo>
                  <a:cubicBezTo>
                    <a:pt x="246" y="69"/>
                    <a:pt x="244" y="24"/>
                    <a:pt x="253" y="10"/>
                  </a:cubicBezTo>
                  <a:cubicBezTo>
                    <a:pt x="255" y="6"/>
                    <a:pt x="255" y="4"/>
                    <a:pt x="256" y="0"/>
                  </a:cubicBezTo>
                  <a:cubicBezTo>
                    <a:pt x="269" y="1"/>
                    <a:pt x="274" y="14"/>
                    <a:pt x="277" y="24"/>
                  </a:cubicBezTo>
                </a:path>
              </a:pathLst>
            </a:custGeom>
            <a:solidFill>
              <a:srgbClr val="3D8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6" name="Freeform 73">
              <a:extLst>
                <a:ext uri="{FF2B5EF4-FFF2-40B4-BE49-F238E27FC236}">
                  <a16:creationId xmlns:a16="http://schemas.microsoft.com/office/drawing/2014/main" id="{E2F7ACE1-0C7B-4A6F-993C-2A8A4AA75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101"/>
              <a:ext cx="233" cy="1133"/>
            </a:xfrm>
            <a:custGeom>
              <a:avLst/>
              <a:gdLst>
                <a:gd name="T0" fmla="*/ 128 w 254"/>
                <a:gd name="T1" fmla="*/ 26 h 1236"/>
                <a:gd name="T2" fmla="*/ 172 w 254"/>
                <a:gd name="T3" fmla="*/ 50 h 1236"/>
                <a:gd name="T4" fmla="*/ 187 w 254"/>
                <a:gd name="T5" fmla="*/ 135 h 1236"/>
                <a:gd name="T6" fmla="*/ 193 w 254"/>
                <a:gd name="T7" fmla="*/ 311 h 1236"/>
                <a:gd name="T8" fmla="*/ 154 w 254"/>
                <a:gd name="T9" fmla="*/ 647 h 1236"/>
                <a:gd name="T10" fmla="*/ 117 w 254"/>
                <a:gd name="T11" fmla="*/ 792 h 1236"/>
                <a:gd name="T12" fmla="*/ 93 w 254"/>
                <a:gd name="T13" fmla="*/ 864 h 1236"/>
                <a:gd name="T14" fmla="*/ 60 w 254"/>
                <a:gd name="T15" fmla="*/ 924 h 1236"/>
                <a:gd name="T16" fmla="*/ 15 w 254"/>
                <a:gd name="T17" fmla="*/ 941 h 1236"/>
                <a:gd name="T18" fmla="*/ 12 w 254"/>
                <a:gd name="T19" fmla="*/ 902 h 1236"/>
                <a:gd name="T20" fmla="*/ 47 w 254"/>
                <a:gd name="T21" fmla="*/ 800 h 1236"/>
                <a:gd name="T22" fmla="*/ 144 w 254"/>
                <a:gd name="T23" fmla="*/ 439 h 1236"/>
                <a:gd name="T24" fmla="*/ 145 w 254"/>
                <a:gd name="T25" fmla="*/ 176 h 1236"/>
                <a:gd name="T26" fmla="*/ 123 w 254"/>
                <a:gd name="T27" fmla="*/ 29 h 12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4" h="1236">
                  <a:moveTo>
                    <a:pt x="167" y="33"/>
                  </a:moveTo>
                  <a:cubicBezTo>
                    <a:pt x="177" y="0"/>
                    <a:pt x="216" y="52"/>
                    <a:pt x="223" y="65"/>
                  </a:cubicBezTo>
                  <a:cubicBezTo>
                    <a:pt x="240" y="99"/>
                    <a:pt x="242" y="137"/>
                    <a:pt x="242" y="174"/>
                  </a:cubicBezTo>
                  <a:cubicBezTo>
                    <a:pt x="242" y="251"/>
                    <a:pt x="254" y="327"/>
                    <a:pt x="250" y="404"/>
                  </a:cubicBezTo>
                  <a:cubicBezTo>
                    <a:pt x="243" y="550"/>
                    <a:pt x="228" y="696"/>
                    <a:pt x="199" y="840"/>
                  </a:cubicBezTo>
                  <a:cubicBezTo>
                    <a:pt x="186" y="904"/>
                    <a:pt x="166" y="966"/>
                    <a:pt x="151" y="1028"/>
                  </a:cubicBezTo>
                  <a:cubicBezTo>
                    <a:pt x="143" y="1059"/>
                    <a:pt x="134" y="1094"/>
                    <a:pt x="120" y="1121"/>
                  </a:cubicBezTo>
                  <a:cubicBezTo>
                    <a:pt x="107" y="1146"/>
                    <a:pt x="94" y="1178"/>
                    <a:pt x="77" y="1200"/>
                  </a:cubicBezTo>
                  <a:cubicBezTo>
                    <a:pt x="63" y="1218"/>
                    <a:pt x="39" y="1236"/>
                    <a:pt x="18" y="1222"/>
                  </a:cubicBezTo>
                  <a:cubicBezTo>
                    <a:pt x="0" y="1211"/>
                    <a:pt x="8" y="1194"/>
                    <a:pt x="15" y="1171"/>
                  </a:cubicBezTo>
                  <a:cubicBezTo>
                    <a:pt x="31" y="1127"/>
                    <a:pt x="49" y="1084"/>
                    <a:pt x="61" y="1038"/>
                  </a:cubicBezTo>
                  <a:cubicBezTo>
                    <a:pt x="101" y="881"/>
                    <a:pt x="141" y="725"/>
                    <a:pt x="186" y="569"/>
                  </a:cubicBezTo>
                  <a:cubicBezTo>
                    <a:pt x="218" y="457"/>
                    <a:pt x="197" y="341"/>
                    <a:pt x="187" y="228"/>
                  </a:cubicBezTo>
                  <a:cubicBezTo>
                    <a:pt x="181" y="163"/>
                    <a:pt x="160" y="102"/>
                    <a:pt x="159" y="38"/>
                  </a:cubicBezTo>
                </a:path>
              </a:pathLst>
            </a:custGeom>
            <a:solidFill>
              <a:srgbClr val="529E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7" name="Freeform 74">
              <a:extLst>
                <a:ext uri="{FF2B5EF4-FFF2-40B4-BE49-F238E27FC236}">
                  <a16:creationId xmlns:a16="http://schemas.microsoft.com/office/drawing/2014/main" id="{6CF65EB5-DABD-484F-B589-B2374FD91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876"/>
              <a:ext cx="86" cy="149"/>
            </a:xfrm>
            <a:custGeom>
              <a:avLst/>
              <a:gdLst>
                <a:gd name="T0" fmla="*/ 0 w 93"/>
                <a:gd name="T1" fmla="*/ 0 h 163"/>
                <a:gd name="T2" fmla="*/ 30 w 93"/>
                <a:gd name="T3" fmla="*/ 57 h 163"/>
                <a:gd name="T4" fmla="*/ 15 w 93"/>
                <a:gd name="T5" fmla="*/ 106 h 163"/>
                <a:gd name="T6" fmla="*/ 60 w 93"/>
                <a:gd name="T7" fmla="*/ 115 h 163"/>
                <a:gd name="T8" fmla="*/ 70 w 93"/>
                <a:gd name="T9" fmla="*/ 70 h 163"/>
                <a:gd name="T10" fmla="*/ 6 w 93"/>
                <a:gd name="T11" fmla="*/ 3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63">
                  <a:moveTo>
                    <a:pt x="0" y="0"/>
                  </a:moveTo>
                  <a:cubicBezTo>
                    <a:pt x="23" y="22"/>
                    <a:pt x="40" y="40"/>
                    <a:pt x="38" y="74"/>
                  </a:cubicBezTo>
                  <a:cubicBezTo>
                    <a:pt x="36" y="99"/>
                    <a:pt x="16" y="116"/>
                    <a:pt x="18" y="139"/>
                  </a:cubicBezTo>
                  <a:cubicBezTo>
                    <a:pt x="39" y="140"/>
                    <a:pt x="56" y="163"/>
                    <a:pt x="76" y="151"/>
                  </a:cubicBezTo>
                  <a:cubicBezTo>
                    <a:pt x="93" y="140"/>
                    <a:pt x="92" y="110"/>
                    <a:pt x="89" y="92"/>
                  </a:cubicBezTo>
                  <a:cubicBezTo>
                    <a:pt x="84" y="56"/>
                    <a:pt x="44" y="11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8" name="Freeform 75">
              <a:extLst>
                <a:ext uri="{FF2B5EF4-FFF2-40B4-BE49-F238E27FC236}">
                  <a16:creationId xmlns:a16="http://schemas.microsoft.com/office/drawing/2014/main" id="{26341F4F-2C68-430E-8C19-ABA12349D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116"/>
              <a:ext cx="196" cy="56"/>
            </a:xfrm>
            <a:custGeom>
              <a:avLst/>
              <a:gdLst>
                <a:gd name="T0" fmla="*/ 0 w 214"/>
                <a:gd name="T1" fmla="*/ 38 h 61"/>
                <a:gd name="T2" fmla="*/ 82 w 214"/>
                <a:gd name="T3" fmla="*/ 4 h 61"/>
                <a:gd name="T4" fmla="*/ 163 w 214"/>
                <a:gd name="T5" fmla="*/ 25 h 61"/>
                <a:gd name="T6" fmla="*/ 82 w 214"/>
                <a:gd name="T7" fmla="*/ 33 h 61"/>
                <a:gd name="T8" fmla="*/ 4 w 214"/>
                <a:gd name="T9" fmla="*/ 3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61">
                  <a:moveTo>
                    <a:pt x="0" y="49"/>
                  </a:moveTo>
                  <a:cubicBezTo>
                    <a:pt x="28" y="28"/>
                    <a:pt x="72" y="10"/>
                    <a:pt x="106" y="4"/>
                  </a:cubicBezTo>
                  <a:cubicBezTo>
                    <a:pt x="126" y="0"/>
                    <a:pt x="209" y="0"/>
                    <a:pt x="212" y="32"/>
                  </a:cubicBezTo>
                  <a:cubicBezTo>
                    <a:pt x="214" y="61"/>
                    <a:pt x="127" y="43"/>
                    <a:pt x="106" y="42"/>
                  </a:cubicBezTo>
                  <a:cubicBezTo>
                    <a:pt x="83" y="40"/>
                    <a:pt x="10" y="56"/>
                    <a:pt x="4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9" name="Freeform 76">
              <a:extLst>
                <a:ext uri="{FF2B5EF4-FFF2-40B4-BE49-F238E27FC236}">
                  <a16:creationId xmlns:a16="http://schemas.microsoft.com/office/drawing/2014/main" id="{D21F3F72-1AD6-4423-9C48-C368B0AC7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240"/>
              <a:ext cx="189" cy="60"/>
            </a:xfrm>
            <a:custGeom>
              <a:avLst/>
              <a:gdLst>
                <a:gd name="T0" fmla="*/ 0 w 206"/>
                <a:gd name="T1" fmla="*/ 20 h 66"/>
                <a:gd name="T2" fmla="*/ 85 w 206"/>
                <a:gd name="T3" fmla="*/ 5 h 66"/>
                <a:gd name="T4" fmla="*/ 159 w 206"/>
                <a:gd name="T5" fmla="*/ 41 h 66"/>
                <a:gd name="T6" fmla="*/ 84 w 206"/>
                <a:gd name="T7" fmla="*/ 23 h 66"/>
                <a:gd name="T8" fmla="*/ 11 w 206"/>
                <a:gd name="T9" fmla="*/ 2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66">
                  <a:moveTo>
                    <a:pt x="0" y="26"/>
                  </a:moveTo>
                  <a:cubicBezTo>
                    <a:pt x="38" y="19"/>
                    <a:pt x="67" y="0"/>
                    <a:pt x="110" y="8"/>
                  </a:cubicBezTo>
                  <a:cubicBezTo>
                    <a:pt x="146" y="15"/>
                    <a:pt x="183" y="27"/>
                    <a:pt x="206" y="54"/>
                  </a:cubicBezTo>
                  <a:cubicBezTo>
                    <a:pt x="184" y="66"/>
                    <a:pt x="132" y="37"/>
                    <a:pt x="109" y="31"/>
                  </a:cubicBezTo>
                  <a:cubicBezTo>
                    <a:pt x="76" y="22"/>
                    <a:pt x="47" y="24"/>
                    <a:pt x="1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0" name="Freeform 77">
              <a:extLst>
                <a:ext uri="{FF2B5EF4-FFF2-40B4-BE49-F238E27FC236}">
                  <a16:creationId xmlns:a16="http://schemas.microsoft.com/office/drawing/2014/main" id="{909B46A0-4185-4792-9617-F75F714D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119"/>
              <a:ext cx="144" cy="80"/>
            </a:xfrm>
            <a:custGeom>
              <a:avLst/>
              <a:gdLst>
                <a:gd name="T0" fmla="*/ 0 w 157"/>
                <a:gd name="T1" fmla="*/ 42 h 88"/>
                <a:gd name="T2" fmla="*/ 121 w 157"/>
                <a:gd name="T3" fmla="*/ 34 h 88"/>
                <a:gd name="T4" fmla="*/ 4 w 157"/>
                <a:gd name="T5" fmla="*/ 37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88">
                  <a:moveTo>
                    <a:pt x="0" y="56"/>
                  </a:moveTo>
                  <a:cubicBezTo>
                    <a:pt x="13" y="3"/>
                    <a:pt x="139" y="0"/>
                    <a:pt x="157" y="45"/>
                  </a:cubicBezTo>
                  <a:cubicBezTo>
                    <a:pt x="140" y="64"/>
                    <a:pt x="6" y="88"/>
                    <a:pt x="4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1" name="Freeform 78">
              <a:extLst>
                <a:ext uri="{FF2B5EF4-FFF2-40B4-BE49-F238E27FC236}">
                  <a16:creationId xmlns:a16="http://schemas.microsoft.com/office/drawing/2014/main" id="{78C48CC1-195E-4054-899C-30EB0FA4D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901"/>
              <a:ext cx="96" cy="106"/>
            </a:xfrm>
            <a:custGeom>
              <a:avLst/>
              <a:gdLst>
                <a:gd name="T0" fmla="*/ 42 w 104"/>
                <a:gd name="T1" fmla="*/ 88 h 115"/>
                <a:gd name="T2" fmla="*/ 1 w 104"/>
                <a:gd name="T3" fmla="*/ 50 h 115"/>
                <a:gd name="T4" fmla="*/ 57 w 104"/>
                <a:gd name="T5" fmla="*/ 2 h 115"/>
                <a:gd name="T6" fmla="*/ 52 w 104"/>
                <a:gd name="T7" fmla="*/ 41 h 115"/>
                <a:gd name="T8" fmla="*/ 50 w 104"/>
                <a:gd name="T9" fmla="*/ 87 h 115"/>
                <a:gd name="T10" fmla="*/ 42 w 104"/>
                <a:gd name="T11" fmla="*/ 9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15">
                  <a:moveTo>
                    <a:pt x="53" y="112"/>
                  </a:moveTo>
                  <a:cubicBezTo>
                    <a:pt x="45" y="94"/>
                    <a:pt x="0" y="89"/>
                    <a:pt x="1" y="64"/>
                  </a:cubicBezTo>
                  <a:cubicBezTo>
                    <a:pt x="2" y="50"/>
                    <a:pt x="60" y="0"/>
                    <a:pt x="73" y="2"/>
                  </a:cubicBezTo>
                  <a:cubicBezTo>
                    <a:pt x="104" y="7"/>
                    <a:pt x="73" y="37"/>
                    <a:pt x="66" y="53"/>
                  </a:cubicBezTo>
                  <a:cubicBezTo>
                    <a:pt x="55" y="77"/>
                    <a:pt x="57" y="87"/>
                    <a:pt x="63" y="111"/>
                  </a:cubicBezTo>
                  <a:cubicBezTo>
                    <a:pt x="59" y="112"/>
                    <a:pt x="56" y="113"/>
                    <a:pt x="53" y="1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2" name="Oval 79">
              <a:extLst>
                <a:ext uri="{FF2B5EF4-FFF2-40B4-BE49-F238E27FC236}">
                  <a16:creationId xmlns:a16="http://schemas.microsoft.com/office/drawing/2014/main" id="{028B2EEA-6E09-4821-A21C-7680743A8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" y="1257"/>
              <a:ext cx="48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863" name="Oval 80">
              <a:extLst>
                <a:ext uri="{FF2B5EF4-FFF2-40B4-BE49-F238E27FC236}">
                  <a16:creationId xmlns:a16="http://schemas.microsoft.com/office/drawing/2014/main" id="{90C38C30-FC36-4AAF-B8C7-CFCD63B1D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263"/>
              <a:ext cx="3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864" name="Oval 81">
              <a:extLst>
                <a:ext uri="{FF2B5EF4-FFF2-40B4-BE49-F238E27FC236}">
                  <a16:creationId xmlns:a16="http://schemas.microsoft.com/office/drawing/2014/main" id="{C16490F4-1FCD-4800-A623-2DC26EAFC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1148"/>
              <a:ext cx="31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865" name="Oval 82">
              <a:extLst>
                <a:ext uri="{FF2B5EF4-FFF2-40B4-BE49-F238E27FC236}">
                  <a16:creationId xmlns:a16="http://schemas.microsoft.com/office/drawing/2014/main" id="{F9B256F5-0099-4CB0-916B-29DC9417C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991"/>
              <a:ext cx="3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866" name="Oval 83">
              <a:extLst>
                <a:ext uri="{FF2B5EF4-FFF2-40B4-BE49-F238E27FC236}">
                  <a16:creationId xmlns:a16="http://schemas.microsoft.com/office/drawing/2014/main" id="{0D05A47D-BF0B-4225-8B07-765AA3D6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162"/>
              <a:ext cx="64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867" name="Oval 84">
              <a:extLst>
                <a:ext uri="{FF2B5EF4-FFF2-40B4-BE49-F238E27FC236}">
                  <a16:creationId xmlns:a16="http://schemas.microsoft.com/office/drawing/2014/main" id="{6C6115AF-24E9-4171-BA01-55BD4A5CC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1209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868" name="Freeform 85">
              <a:extLst>
                <a:ext uri="{FF2B5EF4-FFF2-40B4-BE49-F238E27FC236}">
                  <a16:creationId xmlns:a16="http://schemas.microsoft.com/office/drawing/2014/main" id="{34940A81-3DBA-46F4-B496-DDBC3657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936"/>
              <a:ext cx="131" cy="212"/>
            </a:xfrm>
            <a:custGeom>
              <a:avLst/>
              <a:gdLst>
                <a:gd name="T0" fmla="*/ 0 w 142"/>
                <a:gd name="T1" fmla="*/ 11 h 231"/>
                <a:gd name="T2" fmla="*/ 8 w 142"/>
                <a:gd name="T3" fmla="*/ 19 h 231"/>
                <a:gd name="T4" fmla="*/ 19 w 142"/>
                <a:gd name="T5" fmla="*/ 31 h 231"/>
                <a:gd name="T6" fmla="*/ 39 w 142"/>
                <a:gd name="T7" fmla="*/ 51 h 231"/>
                <a:gd name="T8" fmla="*/ 67 w 142"/>
                <a:gd name="T9" fmla="*/ 85 h 231"/>
                <a:gd name="T10" fmla="*/ 80 w 142"/>
                <a:gd name="T11" fmla="*/ 101 h 231"/>
                <a:gd name="T12" fmla="*/ 92 w 142"/>
                <a:gd name="T13" fmla="*/ 128 h 231"/>
                <a:gd name="T14" fmla="*/ 103 w 142"/>
                <a:gd name="T15" fmla="*/ 155 h 231"/>
                <a:gd name="T16" fmla="*/ 106 w 142"/>
                <a:gd name="T17" fmla="*/ 179 h 231"/>
                <a:gd name="T18" fmla="*/ 93 w 142"/>
                <a:gd name="T19" fmla="*/ 112 h 231"/>
                <a:gd name="T20" fmla="*/ 81 w 142"/>
                <a:gd name="T21" fmla="*/ 87 h 231"/>
                <a:gd name="T22" fmla="*/ 61 w 142"/>
                <a:gd name="T23" fmla="*/ 63 h 231"/>
                <a:gd name="T24" fmla="*/ 22 w 142"/>
                <a:gd name="T25" fmla="*/ 20 h 231"/>
                <a:gd name="T26" fmla="*/ 4 w 142"/>
                <a:gd name="T27" fmla="*/ 0 h 231"/>
                <a:gd name="T28" fmla="*/ 2 w 142"/>
                <a:gd name="T29" fmla="*/ 13 h 2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2" h="231">
                  <a:moveTo>
                    <a:pt x="0" y="14"/>
                  </a:moveTo>
                  <a:cubicBezTo>
                    <a:pt x="3" y="18"/>
                    <a:pt x="8" y="21"/>
                    <a:pt x="11" y="25"/>
                  </a:cubicBezTo>
                  <a:cubicBezTo>
                    <a:pt x="16" y="30"/>
                    <a:pt x="21" y="35"/>
                    <a:pt x="25" y="40"/>
                  </a:cubicBezTo>
                  <a:cubicBezTo>
                    <a:pt x="34" y="49"/>
                    <a:pt x="41" y="58"/>
                    <a:pt x="50" y="67"/>
                  </a:cubicBezTo>
                  <a:cubicBezTo>
                    <a:pt x="63" y="80"/>
                    <a:pt x="74" y="95"/>
                    <a:pt x="86" y="110"/>
                  </a:cubicBezTo>
                  <a:cubicBezTo>
                    <a:pt x="92" y="117"/>
                    <a:pt x="97" y="123"/>
                    <a:pt x="102" y="131"/>
                  </a:cubicBezTo>
                  <a:cubicBezTo>
                    <a:pt x="108" y="142"/>
                    <a:pt x="111" y="154"/>
                    <a:pt x="117" y="165"/>
                  </a:cubicBezTo>
                  <a:cubicBezTo>
                    <a:pt x="122" y="177"/>
                    <a:pt x="129" y="187"/>
                    <a:pt x="131" y="200"/>
                  </a:cubicBezTo>
                  <a:cubicBezTo>
                    <a:pt x="134" y="210"/>
                    <a:pt x="132" y="222"/>
                    <a:pt x="135" y="231"/>
                  </a:cubicBezTo>
                  <a:cubicBezTo>
                    <a:pt x="142" y="201"/>
                    <a:pt x="131" y="171"/>
                    <a:pt x="118" y="145"/>
                  </a:cubicBezTo>
                  <a:cubicBezTo>
                    <a:pt x="112" y="134"/>
                    <a:pt x="109" y="124"/>
                    <a:pt x="103" y="113"/>
                  </a:cubicBezTo>
                  <a:cubicBezTo>
                    <a:pt x="95" y="102"/>
                    <a:pt x="85" y="93"/>
                    <a:pt x="77" y="82"/>
                  </a:cubicBezTo>
                  <a:cubicBezTo>
                    <a:pt x="61" y="63"/>
                    <a:pt x="46" y="44"/>
                    <a:pt x="28" y="26"/>
                  </a:cubicBezTo>
                  <a:cubicBezTo>
                    <a:pt x="20" y="18"/>
                    <a:pt x="13" y="6"/>
                    <a:pt x="4" y="0"/>
                  </a:cubicBezTo>
                  <a:cubicBezTo>
                    <a:pt x="4" y="6"/>
                    <a:pt x="1" y="11"/>
                    <a:pt x="2" y="16"/>
                  </a:cubicBezTo>
                </a:path>
              </a:pathLst>
            </a:custGeom>
            <a:solidFill>
              <a:srgbClr val="87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9" name="Freeform 86">
              <a:extLst>
                <a:ext uri="{FF2B5EF4-FFF2-40B4-BE49-F238E27FC236}">
                  <a16:creationId xmlns:a16="http://schemas.microsoft.com/office/drawing/2014/main" id="{9ABC8BD1-223E-4C65-821D-774F74619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982"/>
              <a:ext cx="53" cy="122"/>
            </a:xfrm>
            <a:custGeom>
              <a:avLst/>
              <a:gdLst>
                <a:gd name="T0" fmla="*/ 1 w 57"/>
                <a:gd name="T1" fmla="*/ 0 h 133"/>
                <a:gd name="T2" fmla="*/ 27 w 57"/>
                <a:gd name="T3" fmla="*/ 48 h 133"/>
                <a:gd name="T4" fmla="*/ 46 w 57"/>
                <a:gd name="T5" fmla="*/ 103 h 133"/>
                <a:gd name="T6" fmla="*/ 27 w 57"/>
                <a:gd name="T7" fmla="*/ 71 h 133"/>
                <a:gd name="T8" fmla="*/ 14 w 57"/>
                <a:gd name="T9" fmla="*/ 35 h 133"/>
                <a:gd name="T10" fmla="*/ 0 w 57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33">
                  <a:moveTo>
                    <a:pt x="1" y="0"/>
                  </a:moveTo>
                  <a:cubicBezTo>
                    <a:pt x="14" y="19"/>
                    <a:pt x="23" y="41"/>
                    <a:pt x="33" y="62"/>
                  </a:cubicBezTo>
                  <a:cubicBezTo>
                    <a:pt x="42" y="82"/>
                    <a:pt x="56" y="110"/>
                    <a:pt x="57" y="133"/>
                  </a:cubicBezTo>
                  <a:cubicBezTo>
                    <a:pt x="49" y="120"/>
                    <a:pt x="40" y="106"/>
                    <a:pt x="33" y="92"/>
                  </a:cubicBezTo>
                  <a:cubicBezTo>
                    <a:pt x="27" y="77"/>
                    <a:pt x="23" y="60"/>
                    <a:pt x="17" y="45"/>
                  </a:cubicBezTo>
                  <a:cubicBezTo>
                    <a:pt x="12" y="30"/>
                    <a:pt x="4" y="15"/>
                    <a:pt x="0" y="0"/>
                  </a:cubicBezTo>
                </a:path>
              </a:pathLst>
            </a:custGeom>
            <a:solidFill>
              <a:srgbClr val="87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0" name="Freeform 87">
              <a:extLst>
                <a:ext uri="{FF2B5EF4-FFF2-40B4-BE49-F238E27FC236}">
                  <a16:creationId xmlns:a16="http://schemas.microsoft.com/office/drawing/2014/main" id="{9C892A4F-FE45-47AB-B412-CA61B179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860"/>
              <a:ext cx="30" cy="76"/>
            </a:xfrm>
            <a:custGeom>
              <a:avLst/>
              <a:gdLst>
                <a:gd name="T0" fmla="*/ 22 w 33"/>
                <a:gd name="T1" fmla="*/ 0 h 83"/>
                <a:gd name="T2" fmla="*/ 20 w 33"/>
                <a:gd name="T3" fmla="*/ 8 h 83"/>
                <a:gd name="T4" fmla="*/ 15 w 33"/>
                <a:gd name="T5" fmla="*/ 21 h 83"/>
                <a:gd name="T6" fmla="*/ 0 w 33"/>
                <a:gd name="T7" fmla="*/ 64 h 83"/>
                <a:gd name="T8" fmla="*/ 5 w 33"/>
                <a:gd name="T9" fmla="*/ 49 h 83"/>
                <a:gd name="T10" fmla="*/ 8 w 33"/>
                <a:gd name="T11" fmla="*/ 37 h 83"/>
                <a:gd name="T12" fmla="*/ 13 w 33"/>
                <a:gd name="T13" fmla="*/ 37 h 83"/>
                <a:gd name="T14" fmla="*/ 14 w 33"/>
                <a:gd name="T15" fmla="*/ 30 h 83"/>
                <a:gd name="T16" fmla="*/ 15 w 33"/>
                <a:gd name="T17" fmla="*/ 23 h 83"/>
                <a:gd name="T18" fmla="*/ 17 w 33"/>
                <a:gd name="T19" fmla="*/ 20 h 83"/>
                <a:gd name="T20" fmla="*/ 17 w 33"/>
                <a:gd name="T21" fmla="*/ 15 h 83"/>
                <a:gd name="T22" fmla="*/ 20 w 33"/>
                <a:gd name="T23" fmla="*/ 9 h 83"/>
                <a:gd name="T24" fmla="*/ 25 w 33"/>
                <a:gd name="T25" fmla="*/ 2 h 83"/>
                <a:gd name="T26" fmla="*/ 23 w 33"/>
                <a:gd name="T27" fmla="*/ 1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83">
                  <a:moveTo>
                    <a:pt x="29" y="0"/>
                  </a:moveTo>
                  <a:cubicBezTo>
                    <a:pt x="26" y="2"/>
                    <a:pt x="27" y="8"/>
                    <a:pt x="26" y="11"/>
                  </a:cubicBezTo>
                  <a:cubicBezTo>
                    <a:pt x="24" y="16"/>
                    <a:pt x="22" y="22"/>
                    <a:pt x="20" y="27"/>
                  </a:cubicBezTo>
                  <a:cubicBezTo>
                    <a:pt x="12" y="45"/>
                    <a:pt x="7" y="65"/>
                    <a:pt x="0" y="83"/>
                  </a:cubicBezTo>
                  <a:cubicBezTo>
                    <a:pt x="5" y="77"/>
                    <a:pt x="6" y="70"/>
                    <a:pt x="8" y="63"/>
                  </a:cubicBezTo>
                  <a:cubicBezTo>
                    <a:pt x="9" y="58"/>
                    <a:pt x="12" y="54"/>
                    <a:pt x="11" y="48"/>
                  </a:cubicBezTo>
                  <a:cubicBezTo>
                    <a:pt x="13" y="49"/>
                    <a:pt x="15" y="48"/>
                    <a:pt x="16" y="48"/>
                  </a:cubicBezTo>
                  <a:cubicBezTo>
                    <a:pt x="16" y="45"/>
                    <a:pt x="17" y="42"/>
                    <a:pt x="18" y="39"/>
                  </a:cubicBezTo>
                  <a:cubicBezTo>
                    <a:pt x="19" y="37"/>
                    <a:pt x="20" y="32"/>
                    <a:pt x="20" y="29"/>
                  </a:cubicBezTo>
                  <a:cubicBezTo>
                    <a:pt x="21" y="27"/>
                    <a:pt x="23" y="28"/>
                    <a:pt x="23" y="26"/>
                  </a:cubicBezTo>
                  <a:cubicBezTo>
                    <a:pt x="24" y="24"/>
                    <a:pt x="22" y="22"/>
                    <a:pt x="23" y="20"/>
                  </a:cubicBezTo>
                  <a:cubicBezTo>
                    <a:pt x="23" y="17"/>
                    <a:pt x="27" y="17"/>
                    <a:pt x="26" y="12"/>
                  </a:cubicBezTo>
                  <a:cubicBezTo>
                    <a:pt x="29" y="10"/>
                    <a:pt x="31" y="5"/>
                    <a:pt x="33" y="2"/>
                  </a:cubicBezTo>
                  <a:cubicBezTo>
                    <a:pt x="32" y="0"/>
                    <a:pt x="32" y="2"/>
                    <a:pt x="31" y="1"/>
                  </a:cubicBezTo>
                </a:path>
              </a:pathLst>
            </a:custGeom>
            <a:solidFill>
              <a:srgbClr val="87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1" name="Freeform 88">
              <a:extLst>
                <a:ext uri="{FF2B5EF4-FFF2-40B4-BE49-F238E27FC236}">
                  <a16:creationId xmlns:a16="http://schemas.microsoft.com/office/drawing/2014/main" id="{3D0A87E9-28A1-41D4-8C7D-214B2ACAC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024"/>
              <a:ext cx="86" cy="113"/>
            </a:xfrm>
            <a:custGeom>
              <a:avLst/>
              <a:gdLst>
                <a:gd name="T0" fmla="*/ 74 w 93"/>
                <a:gd name="T1" fmla="*/ 2 h 123"/>
                <a:gd name="T2" fmla="*/ 54 w 93"/>
                <a:gd name="T3" fmla="*/ 14 h 123"/>
                <a:gd name="T4" fmla="*/ 38 w 93"/>
                <a:gd name="T5" fmla="*/ 18 h 123"/>
                <a:gd name="T6" fmla="*/ 24 w 93"/>
                <a:gd name="T7" fmla="*/ 24 h 123"/>
                <a:gd name="T8" fmla="*/ 7 w 93"/>
                <a:gd name="T9" fmla="*/ 28 h 123"/>
                <a:gd name="T10" fmla="*/ 3 w 93"/>
                <a:gd name="T11" fmla="*/ 53 h 123"/>
                <a:gd name="T12" fmla="*/ 0 w 93"/>
                <a:gd name="T13" fmla="*/ 75 h 123"/>
                <a:gd name="T14" fmla="*/ 0 w 93"/>
                <a:gd name="T15" fmla="*/ 96 h 123"/>
                <a:gd name="T16" fmla="*/ 3 w 93"/>
                <a:gd name="T17" fmla="*/ 67 h 123"/>
                <a:gd name="T18" fmla="*/ 6 w 93"/>
                <a:gd name="T19" fmla="*/ 46 h 123"/>
                <a:gd name="T20" fmla="*/ 24 w 93"/>
                <a:gd name="T21" fmla="*/ 66 h 123"/>
                <a:gd name="T22" fmla="*/ 22 w 93"/>
                <a:gd name="T23" fmla="*/ 27 h 123"/>
                <a:gd name="T24" fmla="*/ 41 w 93"/>
                <a:gd name="T25" fmla="*/ 19 h 123"/>
                <a:gd name="T26" fmla="*/ 61 w 93"/>
                <a:gd name="T27" fmla="*/ 31 h 123"/>
                <a:gd name="T28" fmla="*/ 58 w 93"/>
                <a:gd name="T29" fmla="*/ 15 h 123"/>
                <a:gd name="T30" fmla="*/ 71 w 93"/>
                <a:gd name="T31" fmla="*/ 0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123">
                  <a:moveTo>
                    <a:pt x="93" y="2"/>
                  </a:moveTo>
                  <a:cubicBezTo>
                    <a:pt x="84" y="6"/>
                    <a:pt x="77" y="13"/>
                    <a:pt x="68" y="17"/>
                  </a:cubicBezTo>
                  <a:cubicBezTo>
                    <a:pt x="62" y="20"/>
                    <a:pt x="54" y="22"/>
                    <a:pt x="48" y="24"/>
                  </a:cubicBezTo>
                  <a:cubicBezTo>
                    <a:pt x="42" y="27"/>
                    <a:pt x="36" y="29"/>
                    <a:pt x="30" y="31"/>
                  </a:cubicBezTo>
                  <a:cubicBezTo>
                    <a:pt x="25" y="32"/>
                    <a:pt x="14" y="33"/>
                    <a:pt x="10" y="36"/>
                  </a:cubicBezTo>
                  <a:cubicBezTo>
                    <a:pt x="4" y="41"/>
                    <a:pt x="4" y="60"/>
                    <a:pt x="3" y="69"/>
                  </a:cubicBezTo>
                  <a:cubicBezTo>
                    <a:pt x="1" y="78"/>
                    <a:pt x="0" y="88"/>
                    <a:pt x="0" y="97"/>
                  </a:cubicBezTo>
                  <a:cubicBezTo>
                    <a:pt x="0" y="106"/>
                    <a:pt x="2" y="115"/>
                    <a:pt x="0" y="123"/>
                  </a:cubicBezTo>
                  <a:cubicBezTo>
                    <a:pt x="0" y="111"/>
                    <a:pt x="2" y="99"/>
                    <a:pt x="3" y="86"/>
                  </a:cubicBezTo>
                  <a:cubicBezTo>
                    <a:pt x="4" y="78"/>
                    <a:pt x="4" y="66"/>
                    <a:pt x="8" y="59"/>
                  </a:cubicBezTo>
                  <a:cubicBezTo>
                    <a:pt x="17" y="65"/>
                    <a:pt x="18" y="83"/>
                    <a:pt x="30" y="85"/>
                  </a:cubicBezTo>
                  <a:cubicBezTo>
                    <a:pt x="9" y="76"/>
                    <a:pt x="7" y="43"/>
                    <a:pt x="28" y="35"/>
                  </a:cubicBezTo>
                  <a:cubicBezTo>
                    <a:pt x="36" y="32"/>
                    <a:pt x="43" y="27"/>
                    <a:pt x="52" y="25"/>
                  </a:cubicBezTo>
                  <a:cubicBezTo>
                    <a:pt x="61" y="22"/>
                    <a:pt x="73" y="31"/>
                    <a:pt x="77" y="40"/>
                  </a:cubicBezTo>
                  <a:cubicBezTo>
                    <a:pt x="72" y="32"/>
                    <a:pt x="69" y="26"/>
                    <a:pt x="74" y="18"/>
                  </a:cubicBezTo>
                  <a:cubicBezTo>
                    <a:pt x="78" y="11"/>
                    <a:pt x="87" y="6"/>
                    <a:pt x="90" y="0"/>
                  </a:cubicBezTo>
                </a:path>
              </a:pathLst>
            </a:custGeom>
            <a:solidFill>
              <a:srgbClr val="87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2" name="Freeform 89">
              <a:extLst>
                <a:ext uri="{FF2B5EF4-FFF2-40B4-BE49-F238E27FC236}">
                  <a16:creationId xmlns:a16="http://schemas.microsoft.com/office/drawing/2014/main" id="{F2F27483-A8DC-47DF-B289-248EA0F1D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034"/>
              <a:ext cx="206" cy="211"/>
            </a:xfrm>
            <a:custGeom>
              <a:avLst/>
              <a:gdLst>
                <a:gd name="T0" fmla="*/ 40 w 225"/>
                <a:gd name="T1" fmla="*/ 51 h 230"/>
                <a:gd name="T2" fmla="*/ 33 w 225"/>
                <a:gd name="T3" fmla="*/ 119 h 230"/>
                <a:gd name="T4" fmla="*/ 15 w 225"/>
                <a:gd name="T5" fmla="*/ 138 h 230"/>
                <a:gd name="T6" fmla="*/ 4 w 225"/>
                <a:gd name="T7" fmla="*/ 161 h 230"/>
                <a:gd name="T8" fmla="*/ 27 w 225"/>
                <a:gd name="T9" fmla="*/ 151 h 230"/>
                <a:gd name="T10" fmla="*/ 64 w 225"/>
                <a:gd name="T11" fmla="*/ 145 h 230"/>
                <a:gd name="T12" fmla="*/ 87 w 225"/>
                <a:gd name="T13" fmla="*/ 155 h 230"/>
                <a:gd name="T14" fmla="*/ 111 w 225"/>
                <a:gd name="T15" fmla="*/ 160 h 230"/>
                <a:gd name="T16" fmla="*/ 129 w 225"/>
                <a:gd name="T17" fmla="*/ 161 h 230"/>
                <a:gd name="T18" fmla="*/ 147 w 225"/>
                <a:gd name="T19" fmla="*/ 168 h 230"/>
                <a:gd name="T20" fmla="*/ 171 w 225"/>
                <a:gd name="T21" fmla="*/ 166 h 230"/>
                <a:gd name="T22" fmla="*/ 162 w 225"/>
                <a:gd name="T23" fmla="*/ 146 h 230"/>
                <a:gd name="T24" fmla="*/ 158 w 225"/>
                <a:gd name="T25" fmla="*/ 126 h 230"/>
                <a:gd name="T26" fmla="*/ 159 w 225"/>
                <a:gd name="T27" fmla="*/ 94 h 230"/>
                <a:gd name="T28" fmla="*/ 148 w 225"/>
                <a:gd name="T29" fmla="*/ 68 h 230"/>
                <a:gd name="T30" fmla="*/ 130 w 225"/>
                <a:gd name="T31" fmla="*/ 38 h 230"/>
                <a:gd name="T32" fmla="*/ 100 w 225"/>
                <a:gd name="T33" fmla="*/ 11 h 230"/>
                <a:gd name="T34" fmla="*/ 46 w 225"/>
                <a:gd name="T35" fmla="*/ 23 h 230"/>
                <a:gd name="T36" fmla="*/ 40 w 225"/>
                <a:gd name="T37" fmla="*/ 47 h 23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5" h="230">
                  <a:moveTo>
                    <a:pt x="52" y="66"/>
                  </a:moveTo>
                  <a:cubicBezTo>
                    <a:pt x="70" y="93"/>
                    <a:pt x="64" y="131"/>
                    <a:pt x="43" y="155"/>
                  </a:cubicBezTo>
                  <a:cubicBezTo>
                    <a:pt x="35" y="163"/>
                    <a:pt x="26" y="170"/>
                    <a:pt x="19" y="179"/>
                  </a:cubicBezTo>
                  <a:cubicBezTo>
                    <a:pt x="16" y="184"/>
                    <a:pt x="0" y="203"/>
                    <a:pt x="4" y="209"/>
                  </a:cubicBezTo>
                  <a:cubicBezTo>
                    <a:pt x="10" y="219"/>
                    <a:pt x="31" y="198"/>
                    <a:pt x="35" y="196"/>
                  </a:cubicBezTo>
                  <a:cubicBezTo>
                    <a:pt x="47" y="189"/>
                    <a:pt x="69" y="183"/>
                    <a:pt x="83" y="188"/>
                  </a:cubicBezTo>
                  <a:cubicBezTo>
                    <a:pt x="93" y="193"/>
                    <a:pt x="102" y="198"/>
                    <a:pt x="114" y="201"/>
                  </a:cubicBezTo>
                  <a:cubicBezTo>
                    <a:pt x="124" y="203"/>
                    <a:pt x="134" y="206"/>
                    <a:pt x="144" y="207"/>
                  </a:cubicBezTo>
                  <a:cubicBezTo>
                    <a:pt x="152" y="207"/>
                    <a:pt x="160" y="207"/>
                    <a:pt x="168" y="209"/>
                  </a:cubicBezTo>
                  <a:cubicBezTo>
                    <a:pt x="176" y="212"/>
                    <a:pt x="184" y="216"/>
                    <a:pt x="192" y="218"/>
                  </a:cubicBezTo>
                  <a:cubicBezTo>
                    <a:pt x="201" y="220"/>
                    <a:pt x="225" y="230"/>
                    <a:pt x="223" y="215"/>
                  </a:cubicBezTo>
                  <a:cubicBezTo>
                    <a:pt x="222" y="205"/>
                    <a:pt x="214" y="197"/>
                    <a:pt x="211" y="189"/>
                  </a:cubicBezTo>
                  <a:cubicBezTo>
                    <a:pt x="208" y="181"/>
                    <a:pt x="206" y="171"/>
                    <a:pt x="206" y="162"/>
                  </a:cubicBezTo>
                  <a:cubicBezTo>
                    <a:pt x="205" y="148"/>
                    <a:pt x="209" y="135"/>
                    <a:pt x="207" y="122"/>
                  </a:cubicBezTo>
                  <a:cubicBezTo>
                    <a:pt x="206" y="108"/>
                    <a:pt x="201" y="99"/>
                    <a:pt x="193" y="88"/>
                  </a:cubicBezTo>
                  <a:cubicBezTo>
                    <a:pt x="184" y="75"/>
                    <a:pt x="177" y="62"/>
                    <a:pt x="169" y="49"/>
                  </a:cubicBezTo>
                  <a:cubicBezTo>
                    <a:pt x="158" y="33"/>
                    <a:pt x="147" y="24"/>
                    <a:pt x="130" y="14"/>
                  </a:cubicBezTo>
                  <a:cubicBezTo>
                    <a:pt x="105" y="0"/>
                    <a:pt x="80" y="10"/>
                    <a:pt x="60" y="29"/>
                  </a:cubicBezTo>
                  <a:cubicBezTo>
                    <a:pt x="52" y="37"/>
                    <a:pt x="49" y="49"/>
                    <a:pt x="52" y="61"/>
                  </a:cubicBezTo>
                </a:path>
              </a:pathLst>
            </a:custGeom>
            <a:solidFill>
              <a:srgbClr val="7784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3" name="Freeform 90">
              <a:extLst>
                <a:ext uri="{FF2B5EF4-FFF2-40B4-BE49-F238E27FC236}">
                  <a16:creationId xmlns:a16="http://schemas.microsoft.com/office/drawing/2014/main" id="{448F06F7-306B-4280-8DB9-02C49D1EC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712"/>
              <a:ext cx="1226" cy="1717"/>
            </a:xfrm>
            <a:custGeom>
              <a:avLst/>
              <a:gdLst>
                <a:gd name="T0" fmla="*/ 74 w 1336"/>
                <a:gd name="T1" fmla="*/ 340 h 1872"/>
                <a:gd name="T2" fmla="*/ 266 w 1336"/>
                <a:gd name="T3" fmla="*/ 138 h 1872"/>
                <a:gd name="T4" fmla="*/ 633 w 1336"/>
                <a:gd name="T5" fmla="*/ 145 h 1872"/>
                <a:gd name="T6" fmla="*/ 881 w 1336"/>
                <a:gd name="T7" fmla="*/ 170 h 1872"/>
                <a:gd name="T8" fmla="*/ 1032 w 1336"/>
                <a:gd name="T9" fmla="*/ 583 h 1872"/>
                <a:gd name="T10" fmla="*/ 794 w 1336"/>
                <a:gd name="T11" fmla="*/ 1312 h 1872"/>
                <a:gd name="T12" fmla="*/ 594 w 1336"/>
                <a:gd name="T13" fmla="*/ 1438 h 1872"/>
                <a:gd name="T14" fmla="*/ 442 w 1336"/>
                <a:gd name="T15" fmla="*/ 1339 h 1872"/>
                <a:gd name="T16" fmla="*/ 262 w 1336"/>
                <a:gd name="T17" fmla="*/ 1365 h 1872"/>
                <a:gd name="T18" fmla="*/ 129 w 1336"/>
                <a:gd name="T19" fmla="*/ 1126 h 1872"/>
                <a:gd name="T20" fmla="*/ 9 w 1336"/>
                <a:gd name="T21" fmla="*/ 586 h 1872"/>
                <a:gd name="T22" fmla="*/ 74 w 1336"/>
                <a:gd name="T23" fmla="*/ 340 h 18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6" h="1872">
                  <a:moveTo>
                    <a:pt x="96" y="440"/>
                  </a:moveTo>
                  <a:cubicBezTo>
                    <a:pt x="96" y="440"/>
                    <a:pt x="152" y="228"/>
                    <a:pt x="344" y="180"/>
                  </a:cubicBezTo>
                  <a:cubicBezTo>
                    <a:pt x="536" y="132"/>
                    <a:pt x="644" y="0"/>
                    <a:pt x="820" y="188"/>
                  </a:cubicBezTo>
                  <a:cubicBezTo>
                    <a:pt x="820" y="188"/>
                    <a:pt x="976" y="60"/>
                    <a:pt x="1140" y="220"/>
                  </a:cubicBezTo>
                  <a:cubicBezTo>
                    <a:pt x="1304" y="380"/>
                    <a:pt x="1336" y="540"/>
                    <a:pt x="1336" y="756"/>
                  </a:cubicBezTo>
                  <a:cubicBezTo>
                    <a:pt x="1336" y="972"/>
                    <a:pt x="1312" y="1688"/>
                    <a:pt x="1028" y="1700"/>
                  </a:cubicBezTo>
                  <a:cubicBezTo>
                    <a:pt x="1028" y="1700"/>
                    <a:pt x="920" y="1872"/>
                    <a:pt x="768" y="1864"/>
                  </a:cubicBezTo>
                  <a:cubicBezTo>
                    <a:pt x="616" y="1856"/>
                    <a:pt x="576" y="1784"/>
                    <a:pt x="572" y="1736"/>
                  </a:cubicBezTo>
                  <a:cubicBezTo>
                    <a:pt x="572" y="1736"/>
                    <a:pt x="440" y="1788"/>
                    <a:pt x="340" y="1768"/>
                  </a:cubicBezTo>
                  <a:cubicBezTo>
                    <a:pt x="240" y="1748"/>
                    <a:pt x="145" y="1688"/>
                    <a:pt x="168" y="1460"/>
                  </a:cubicBezTo>
                  <a:cubicBezTo>
                    <a:pt x="184" y="1300"/>
                    <a:pt x="28" y="1072"/>
                    <a:pt x="12" y="760"/>
                  </a:cubicBezTo>
                  <a:cubicBezTo>
                    <a:pt x="0" y="524"/>
                    <a:pt x="64" y="444"/>
                    <a:pt x="96" y="440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" name="Freeform 91">
              <a:extLst>
                <a:ext uri="{FF2B5EF4-FFF2-40B4-BE49-F238E27FC236}">
                  <a16:creationId xmlns:a16="http://schemas.microsoft.com/office/drawing/2014/main" id="{B4A84E12-1B85-435B-8ACE-4BEB479E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845"/>
              <a:ext cx="455" cy="429"/>
            </a:xfrm>
            <a:custGeom>
              <a:avLst/>
              <a:gdLst>
                <a:gd name="T0" fmla="*/ 56 w 496"/>
                <a:gd name="T1" fmla="*/ 89 h 468"/>
                <a:gd name="T2" fmla="*/ 86 w 496"/>
                <a:gd name="T3" fmla="*/ 9 h 468"/>
                <a:gd name="T4" fmla="*/ 136 w 496"/>
                <a:gd name="T5" fmla="*/ 0 h 468"/>
                <a:gd name="T6" fmla="*/ 240 w 496"/>
                <a:gd name="T7" fmla="*/ 129 h 468"/>
                <a:gd name="T8" fmla="*/ 296 w 496"/>
                <a:gd name="T9" fmla="*/ 138 h 468"/>
                <a:gd name="T10" fmla="*/ 333 w 496"/>
                <a:gd name="T11" fmla="*/ 182 h 468"/>
                <a:gd name="T12" fmla="*/ 383 w 496"/>
                <a:gd name="T13" fmla="*/ 222 h 468"/>
                <a:gd name="T14" fmla="*/ 294 w 496"/>
                <a:gd name="T15" fmla="*/ 333 h 468"/>
                <a:gd name="T16" fmla="*/ 98 w 496"/>
                <a:gd name="T17" fmla="*/ 348 h 468"/>
                <a:gd name="T18" fmla="*/ 18 w 496"/>
                <a:gd name="T19" fmla="*/ 302 h 468"/>
                <a:gd name="T20" fmla="*/ 18 w 496"/>
                <a:gd name="T21" fmla="*/ 194 h 468"/>
                <a:gd name="T22" fmla="*/ 98 w 496"/>
                <a:gd name="T23" fmla="*/ 145 h 468"/>
                <a:gd name="T24" fmla="*/ 56 w 496"/>
                <a:gd name="T25" fmla="*/ 89 h 4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6" h="468">
                  <a:moveTo>
                    <a:pt x="72" y="116"/>
                  </a:moveTo>
                  <a:cubicBezTo>
                    <a:pt x="72" y="116"/>
                    <a:pt x="100" y="20"/>
                    <a:pt x="112" y="12"/>
                  </a:cubicBezTo>
                  <a:cubicBezTo>
                    <a:pt x="124" y="4"/>
                    <a:pt x="160" y="0"/>
                    <a:pt x="176" y="0"/>
                  </a:cubicBezTo>
                  <a:cubicBezTo>
                    <a:pt x="192" y="0"/>
                    <a:pt x="280" y="108"/>
                    <a:pt x="312" y="168"/>
                  </a:cubicBezTo>
                  <a:cubicBezTo>
                    <a:pt x="312" y="168"/>
                    <a:pt x="372" y="188"/>
                    <a:pt x="384" y="180"/>
                  </a:cubicBezTo>
                  <a:cubicBezTo>
                    <a:pt x="396" y="172"/>
                    <a:pt x="404" y="212"/>
                    <a:pt x="432" y="236"/>
                  </a:cubicBezTo>
                  <a:cubicBezTo>
                    <a:pt x="460" y="260"/>
                    <a:pt x="496" y="288"/>
                    <a:pt x="496" y="288"/>
                  </a:cubicBezTo>
                  <a:cubicBezTo>
                    <a:pt x="496" y="288"/>
                    <a:pt x="388" y="396"/>
                    <a:pt x="380" y="432"/>
                  </a:cubicBezTo>
                  <a:cubicBezTo>
                    <a:pt x="372" y="468"/>
                    <a:pt x="248" y="368"/>
                    <a:pt x="128" y="452"/>
                  </a:cubicBezTo>
                  <a:cubicBezTo>
                    <a:pt x="128" y="452"/>
                    <a:pt x="48" y="428"/>
                    <a:pt x="24" y="392"/>
                  </a:cubicBezTo>
                  <a:cubicBezTo>
                    <a:pt x="0" y="356"/>
                    <a:pt x="32" y="280"/>
                    <a:pt x="24" y="252"/>
                  </a:cubicBezTo>
                  <a:cubicBezTo>
                    <a:pt x="16" y="224"/>
                    <a:pt x="100" y="212"/>
                    <a:pt x="128" y="188"/>
                  </a:cubicBezTo>
                  <a:cubicBezTo>
                    <a:pt x="128" y="188"/>
                    <a:pt x="104" y="148"/>
                    <a:pt x="72" y="11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" name="Freeform 92">
              <a:extLst>
                <a:ext uri="{FF2B5EF4-FFF2-40B4-BE49-F238E27FC236}">
                  <a16:creationId xmlns:a16="http://schemas.microsoft.com/office/drawing/2014/main" id="{58F8D84E-41AB-4B9D-AB29-DE43BDB6D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013"/>
              <a:ext cx="62" cy="88"/>
            </a:xfrm>
            <a:custGeom>
              <a:avLst/>
              <a:gdLst>
                <a:gd name="T0" fmla="*/ 0 w 67"/>
                <a:gd name="T1" fmla="*/ 0 h 96"/>
                <a:gd name="T2" fmla="*/ 31 w 67"/>
                <a:gd name="T3" fmla="*/ 33 h 96"/>
                <a:gd name="T4" fmla="*/ 53 w 67"/>
                <a:gd name="T5" fmla="*/ 74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96">
                  <a:moveTo>
                    <a:pt x="0" y="0"/>
                  </a:moveTo>
                  <a:cubicBezTo>
                    <a:pt x="13" y="14"/>
                    <a:pt x="27" y="28"/>
                    <a:pt x="39" y="43"/>
                  </a:cubicBezTo>
                  <a:cubicBezTo>
                    <a:pt x="51" y="59"/>
                    <a:pt x="56" y="81"/>
                    <a:pt x="67" y="9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" name="Freeform 93">
              <a:extLst>
                <a:ext uri="{FF2B5EF4-FFF2-40B4-BE49-F238E27FC236}">
                  <a16:creationId xmlns:a16="http://schemas.microsoft.com/office/drawing/2014/main" id="{06B414BA-BB6D-4EC3-AC84-04EC26869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999"/>
              <a:ext cx="30" cy="65"/>
            </a:xfrm>
            <a:custGeom>
              <a:avLst/>
              <a:gdLst>
                <a:gd name="T0" fmla="*/ 0 w 33"/>
                <a:gd name="T1" fmla="*/ 0 h 70"/>
                <a:gd name="T2" fmla="*/ 25 w 33"/>
                <a:gd name="T3" fmla="*/ 56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0">
                  <a:moveTo>
                    <a:pt x="0" y="0"/>
                  </a:moveTo>
                  <a:cubicBezTo>
                    <a:pt x="0" y="0"/>
                    <a:pt x="23" y="49"/>
                    <a:pt x="33" y="7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7" name="Freeform 94">
              <a:extLst>
                <a:ext uri="{FF2B5EF4-FFF2-40B4-BE49-F238E27FC236}">
                  <a16:creationId xmlns:a16="http://schemas.microsoft.com/office/drawing/2014/main" id="{3456F0E1-949F-4CF4-865B-20188D21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108"/>
              <a:ext cx="8" cy="35"/>
            </a:xfrm>
            <a:custGeom>
              <a:avLst/>
              <a:gdLst>
                <a:gd name="T0" fmla="*/ 0 w 9"/>
                <a:gd name="T1" fmla="*/ 0 h 38"/>
                <a:gd name="T2" fmla="*/ 4 w 9"/>
                <a:gd name="T3" fmla="*/ 2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0" y="0"/>
                  </a:moveTo>
                  <a:cubicBezTo>
                    <a:pt x="9" y="8"/>
                    <a:pt x="7" y="28"/>
                    <a:pt x="4" y="3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8" name="Freeform 95">
              <a:extLst>
                <a:ext uri="{FF2B5EF4-FFF2-40B4-BE49-F238E27FC236}">
                  <a16:creationId xmlns:a16="http://schemas.microsoft.com/office/drawing/2014/main" id="{D4CB43ED-E3D2-4C07-97BB-BEB22185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069"/>
              <a:ext cx="21" cy="22"/>
            </a:xfrm>
            <a:custGeom>
              <a:avLst/>
              <a:gdLst>
                <a:gd name="T0" fmla="*/ 0 w 23"/>
                <a:gd name="T1" fmla="*/ 0 h 24"/>
                <a:gd name="T2" fmla="*/ 17 w 23"/>
                <a:gd name="T3" fmla="*/ 1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4">
                  <a:moveTo>
                    <a:pt x="0" y="0"/>
                  </a:moveTo>
                  <a:cubicBezTo>
                    <a:pt x="0" y="10"/>
                    <a:pt x="15" y="20"/>
                    <a:pt x="23" y="2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9" name="Freeform 96">
              <a:extLst>
                <a:ext uri="{FF2B5EF4-FFF2-40B4-BE49-F238E27FC236}">
                  <a16:creationId xmlns:a16="http://schemas.microsoft.com/office/drawing/2014/main" id="{33DCE09C-21E4-449A-A916-B636CB1F9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864"/>
              <a:ext cx="208" cy="250"/>
            </a:xfrm>
            <a:custGeom>
              <a:avLst/>
              <a:gdLst>
                <a:gd name="T0" fmla="*/ 0 w 226"/>
                <a:gd name="T1" fmla="*/ 61 h 273"/>
                <a:gd name="T2" fmla="*/ 9 w 226"/>
                <a:gd name="T3" fmla="*/ 37 h 273"/>
                <a:gd name="T4" fmla="*/ 12 w 226"/>
                <a:gd name="T5" fmla="*/ 25 h 273"/>
                <a:gd name="T6" fmla="*/ 17 w 226"/>
                <a:gd name="T7" fmla="*/ 22 h 273"/>
                <a:gd name="T8" fmla="*/ 24 w 226"/>
                <a:gd name="T9" fmla="*/ 0 h 273"/>
                <a:gd name="T10" fmla="*/ 40 w 226"/>
                <a:gd name="T11" fmla="*/ 23 h 273"/>
                <a:gd name="T12" fmla="*/ 59 w 226"/>
                <a:gd name="T13" fmla="*/ 35 h 273"/>
                <a:gd name="T14" fmla="*/ 71 w 226"/>
                <a:gd name="T15" fmla="*/ 50 h 273"/>
                <a:gd name="T16" fmla="*/ 112 w 226"/>
                <a:gd name="T17" fmla="*/ 99 h 273"/>
                <a:gd name="T18" fmla="*/ 129 w 226"/>
                <a:gd name="T19" fmla="*/ 128 h 273"/>
                <a:gd name="T20" fmla="*/ 149 w 226"/>
                <a:gd name="T21" fmla="*/ 155 h 273"/>
                <a:gd name="T22" fmla="*/ 176 w 226"/>
                <a:gd name="T23" fmla="*/ 210 h 2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6" h="273">
                  <a:moveTo>
                    <a:pt x="0" y="80"/>
                  </a:moveTo>
                  <a:cubicBezTo>
                    <a:pt x="10" y="78"/>
                    <a:pt x="10" y="56"/>
                    <a:pt x="12" y="48"/>
                  </a:cubicBezTo>
                  <a:cubicBezTo>
                    <a:pt x="12" y="43"/>
                    <a:pt x="12" y="38"/>
                    <a:pt x="15" y="33"/>
                  </a:cubicBezTo>
                  <a:cubicBezTo>
                    <a:pt x="16" y="31"/>
                    <a:pt x="20" y="30"/>
                    <a:pt x="22" y="28"/>
                  </a:cubicBezTo>
                  <a:cubicBezTo>
                    <a:pt x="26" y="20"/>
                    <a:pt x="23" y="6"/>
                    <a:pt x="30" y="0"/>
                  </a:cubicBezTo>
                  <a:cubicBezTo>
                    <a:pt x="32" y="11"/>
                    <a:pt x="42" y="22"/>
                    <a:pt x="51" y="29"/>
                  </a:cubicBezTo>
                  <a:cubicBezTo>
                    <a:pt x="59" y="34"/>
                    <a:pt x="68" y="38"/>
                    <a:pt x="75" y="45"/>
                  </a:cubicBezTo>
                  <a:cubicBezTo>
                    <a:pt x="81" y="52"/>
                    <a:pt x="85" y="60"/>
                    <a:pt x="91" y="66"/>
                  </a:cubicBezTo>
                  <a:cubicBezTo>
                    <a:pt x="111" y="86"/>
                    <a:pt x="126" y="108"/>
                    <a:pt x="144" y="129"/>
                  </a:cubicBezTo>
                  <a:cubicBezTo>
                    <a:pt x="155" y="141"/>
                    <a:pt x="157" y="154"/>
                    <a:pt x="165" y="167"/>
                  </a:cubicBezTo>
                  <a:cubicBezTo>
                    <a:pt x="173" y="180"/>
                    <a:pt x="183" y="190"/>
                    <a:pt x="191" y="202"/>
                  </a:cubicBezTo>
                  <a:cubicBezTo>
                    <a:pt x="205" y="222"/>
                    <a:pt x="219" y="250"/>
                    <a:pt x="226" y="273"/>
                  </a:cubicBezTo>
                </a:path>
              </a:pathLst>
            </a:custGeom>
            <a:noFill/>
            <a:ln w="3175" cap="rnd">
              <a:solidFill>
                <a:srgbClr val="FBFC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0" name="Freeform 97">
              <a:extLst>
                <a:ext uri="{FF2B5EF4-FFF2-40B4-BE49-F238E27FC236}">
                  <a16:creationId xmlns:a16="http://schemas.microsoft.com/office/drawing/2014/main" id="{9857FD08-353C-48E9-BED9-F1CFDB9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006"/>
              <a:ext cx="32" cy="22"/>
            </a:xfrm>
            <a:custGeom>
              <a:avLst/>
              <a:gdLst>
                <a:gd name="T0" fmla="*/ 0 w 35"/>
                <a:gd name="T1" fmla="*/ 2 h 24"/>
                <a:gd name="T2" fmla="*/ 23 w 35"/>
                <a:gd name="T3" fmla="*/ 6 h 24"/>
                <a:gd name="T4" fmla="*/ 14 w 35"/>
                <a:gd name="T5" fmla="*/ 1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4">
                  <a:moveTo>
                    <a:pt x="0" y="2"/>
                  </a:moveTo>
                  <a:cubicBezTo>
                    <a:pt x="5" y="0"/>
                    <a:pt x="27" y="4"/>
                    <a:pt x="30" y="9"/>
                  </a:cubicBezTo>
                  <a:cubicBezTo>
                    <a:pt x="35" y="17"/>
                    <a:pt x="24" y="23"/>
                    <a:pt x="17" y="24"/>
                  </a:cubicBezTo>
                </a:path>
              </a:pathLst>
            </a:custGeom>
            <a:noFill/>
            <a:ln w="12700" cap="flat">
              <a:solidFill>
                <a:srgbClr val="68773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1" name="Freeform 98">
              <a:extLst>
                <a:ext uri="{FF2B5EF4-FFF2-40B4-BE49-F238E27FC236}">
                  <a16:creationId xmlns:a16="http://schemas.microsoft.com/office/drawing/2014/main" id="{8296AD62-3C92-4F75-9BA1-5E630F56D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055"/>
              <a:ext cx="49" cy="52"/>
            </a:xfrm>
            <a:custGeom>
              <a:avLst/>
              <a:gdLst>
                <a:gd name="T0" fmla="*/ 27 w 53"/>
                <a:gd name="T1" fmla="*/ 7 h 56"/>
                <a:gd name="T2" fmla="*/ 6 w 53"/>
                <a:gd name="T3" fmla="*/ 5 h 56"/>
                <a:gd name="T4" fmla="*/ 25 w 53"/>
                <a:gd name="T5" fmla="*/ 19 h 56"/>
                <a:gd name="T6" fmla="*/ 40 w 53"/>
                <a:gd name="T7" fmla="*/ 30 h 56"/>
                <a:gd name="T8" fmla="*/ 29 w 53"/>
                <a:gd name="T9" fmla="*/ 36 h 56"/>
                <a:gd name="T10" fmla="*/ 23 w 53"/>
                <a:gd name="T11" fmla="*/ 4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6">
                  <a:moveTo>
                    <a:pt x="34" y="9"/>
                  </a:moveTo>
                  <a:cubicBezTo>
                    <a:pt x="30" y="5"/>
                    <a:pt x="13" y="0"/>
                    <a:pt x="9" y="5"/>
                  </a:cubicBezTo>
                  <a:cubicBezTo>
                    <a:pt x="0" y="13"/>
                    <a:pt x="26" y="21"/>
                    <a:pt x="31" y="23"/>
                  </a:cubicBezTo>
                  <a:cubicBezTo>
                    <a:pt x="37" y="25"/>
                    <a:pt x="53" y="28"/>
                    <a:pt x="50" y="37"/>
                  </a:cubicBezTo>
                  <a:cubicBezTo>
                    <a:pt x="49" y="38"/>
                    <a:pt x="39" y="44"/>
                    <a:pt x="37" y="45"/>
                  </a:cubicBezTo>
                  <a:cubicBezTo>
                    <a:pt x="35" y="48"/>
                    <a:pt x="29" y="56"/>
                    <a:pt x="29" y="55"/>
                  </a:cubicBezTo>
                </a:path>
              </a:pathLst>
            </a:custGeom>
            <a:noFill/>
            <a:ln w="12700" cap="flat">
              <a:solidFill>
                <a:srgbClr val="7784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2" name="Freeform 99">
              <a:extLst>
                <a:ext uri="{FF2B5EF4-FFF2-40B4-BE49-F238E27FC236}">
                  <a16:creationId xmlns:a16="http://schemas.microsoft.com/office/drawing/2014/main" id="{37BCEC6A-570B-4DE4-B65E-F57F519E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605"/>
              <a:ext cx="475" cy="733"/>
            </a:xfrm>
            <a:custGeom>
              <a:avLst/>
              <a:gdLst>
                <a:gd name="T0" fmla="*/ 19 w 517"/>
                <a:gd name="T1" fmla="*/ 120 h 800"/>
                <a:gd name="T2" fmla="*/ 37 w 517"/>
                <a:gd name="T3" fmla="*/ 174 h 800"/>
                <a:gd name="T4" fmla="*/ 64 w 517"/>
                <a:gd name="T5" fmla="*/ 251 h 800"/>
                <a:gd name="T6" fmla="*/ 78 w 517"/>
                <a:gd name="T7" fmla="*/ 349 h 800"/>
                <a:gd name="T8" fmla="*/ 78 w 517"/>
                <a:gd name="T9" fmla="*/ 500 h 800"/>
                <a:gd name="T10" fmla="*/ 151 w 517"/>
                <a:gd name="T11" fmla="*/ 591 h 800"/>
                <a:gd name="T12" fmla="*/ 261 w 517"/>
                <a:gd name="T13" fmla="*/ 611 h 800"/>
                <a:gd name="T14" fmla="*/ 354 w 517"/>
                <a:gd name="T15" fmla="*/ 538 h 800"/>
                <a:gd name="T16" fmla="*/ 316 w 517"/>
                <a:gd name="T17" fmla="*/ 515 h 800"/>
                <a:gd name="T18" fmla="*/ 265 w 517"/>
                <a:gd name="T19" fmla="*/ 458 h 800"/>
                <a:gd name="T20" fmla="*/ 191 w 517"/>
                <a:gd name="T21" fmla="*/ 299 h 800"/>
                <a:gd name="T22" fmla="*/ 66 w 517"/>
                <a:gd name="T23" fmla="*/ 35 h 800"/>
                <a:gd name="T24" fmla="*/ 5 w 517"/>
                <a:gd name="T25" fmla="*/ 65 h 800"/>
                <a:gd name="T26" fmla="*/ 19 w 517"/>
                <a:gd name="T27" fmla="*/ 124 h 8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7" h="800">
                  <a:moveTo>
                    <a:pt x="25" y="156"/>
                  </a:moveTo>
                  <a:cubicBezTo>
                    <a:pt x="24" y="179"/>
                    <a:pt x="40" y="204"/>
                    <a:pt x="47" y="226"/>
                  </a:cubicBezTo>
                  <a:cubicBezTo>
                    <a:pt x="58" y="260"/>
                    <a:pt x="72" y="292"/>
                    <a:pt x="83" y="326"/>
                  </a:cubicBezTo>
                  <a:cubicBezTo>
                    <a:pt x="97" y="367"/>
                    <a:pt x="100" y="411"/>
                    <a:pt x="100" y="454"/>
                  </a:cubicBezTo>
                  <a:cubicBezTo>
                    <a:pt x="100" y="519"/>
                    <a:pt x="88" y="588"/>
                    <a:pt x="101" y="651"/>
                  </a:cubicBezTo>
                  <a:cubicBezTo>
                    <a:pt x="111" y="704"/>
                    <a:pt x="146" y="747"/>
                    <a:pt x="195" y="768"/>
                  </a:cubicBezTo>
                  <a:cubicBezTo>
                    <a:pt x="233" y="784"/>
                    <a:pt x="294" y="800"/>
                    <a:pt x="336" y="795"/>
                  </a:cubicBezTo>
                  <a:cubicBezTo>
                    <a:pt x="378" y="791"/>
                    <a:pt x="517" y="755"/>
                    <a:pt x="456" y="700"/>
                  </a:cubicBezTo>
                  <a:cubicBezTo>
                    <a:pt x="442" y="687"/>
                    <a:pt x="422" y="680"/>
                    <a:pt x="407" y="669"/>
                  </a:cubicBezTo>
                  <a:cubicBezTo>
                    <a:pt x="380" y="649"/>
                    <a:pt x="361" y="623"/>
                    <a:pt x="341" y="596"/>
                  </a:cubicBezTo>
                  <a:cubicBezTo>
                    <a:pt x="294" y="532"/>
                    <a:pt x="270" y="464"/>
                    <a:pt x="246" y="389"/>
                  </a:cubicBezTo>
                  <a:cubicBezTo>
                    <a:pt x="209" y="271"/>
                    <a:pt x="171" y="138"/>
                    <a:pt x="85" y="45"/>
                  </a:cubicBezTo>
                  <a:cubicBezTo>
                    <a:pt x="42" y="0"/>
                    <a:pt x="0" y="26"/>
                    <a:pt x="5" y="85"/>
                  </a:cubicBezTo>
                  <a:cubicBezTo>
                    <a:pt x="7" y="106"/>
                    <a:pt x="9" y="146"/>
                    <a:pt x="25" y="160"/>
                  </a:cubicBezTo>
                </a:path>
              </a:pathLst>
            </a:custGeom>
            <a:solidFill>
              <a:srgbClr val="2968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3" name="Freeform 100">
              <a:extLst>
                <a:ext uri="{FF2B5EF4-FFF2-40B4-BE49-F238E27FC236}">
                  <a16:creationId xmlns:a16="http://schemas.microsoft.com/office/drawing/2014/main" id="{F23ADE3A-D140-4583-9CEA-D3097443D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046"/>
              <a:ext cx="389" cy="368"/>
            </a:xfrm>
            <a:custGeom>
              <a:avLst/>
              <a:gdLst>
                <a:gd name="T0" fmla="*/ 3 w 424"/>
                <a:gd name="T1" fmla="*/ 171 h 401"/>
                <a:gd name="T2" fmla="*/ 34 w 424"/>
                <a:gd name="T3" fmla="*/ 276 h 401"/>
                <a:gd name="T4" fmla="*/ 122 w 424"/>
                <a:gd name="T5" fmla="*/ 310 h 401"/>
                <a:gd name="T6" fmla="*/ 219 w 424"/>
                <a:gd name="T7" fmla="*/ 284 h 401"/>
                <a:gd name="T8" fmla="*/ 304 w 424"/>
                <a:gd name="T9" fmla="*/ 150 h 401"/>
                <a:gd name="T10" fmla="*/ 317 w 424"/>
                <a:gd name="T11" fmla="*/ 71 h 401"/>
                <a:gd name="T12" fmla="*/ 325 w 424"/>
                <a:gd name="T13" fmla="*/ 0 h 401"/>
                <a:gd name="T14" fmla="*/ 294 w 424"/>
                <a:gd name="T15" fmla="*/ 61 h 401"/>
                <a:gd name="T16" fmla="*/ 235 w 424"/>
                <a:gd name="T17" fmla="*/ 128 h 401"/>
                <a:gd name="T18" fmla="*/ 162 w 424"/>
                <a:gd name="T19" fmla="*/ 173 h 401"/>
                <a:gd name="T20" fmla="*/ 120 w 424"/>
                <a:gd name="T21" fmla="*/ 162 h 401"/>
                <a:gd name="T22" fmla="*/ 3 w 424"/>
                <a:gd name="T23" fmla="*/ 171 h 4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4" h="401">
                  <a:moveTo>
                    <a:pt x="3" y="221"/>
                  </a:moveTo>
                  <a:cubicBezTo>
                    <a:pt x="1" y="274"/>
                    <a:pt x="0" y="319"/>
                    <a:pt x="44" y="357"/>
                  </a:cubicBezTo>
                  <a:cubicBezTo>
                    <a:pt x="77" y="385"/>
                    <a:pt x="116" y="401"/>
                    <a:pt x="158" y="401"/>
                  </a:cubicBezTo>
                  <a:cubicBezTo>
                    <a:pt x="201" y="401"/>
                    <a:pt x="251" y="394"/>
                    <a:pt x="285" y="368"/>
                  </a:cubicBezTo>
                  <a:cubicBezTo>
                    <a:pt x="334" y="330"/>
                    <a:pt x="374" y="253"/>
                    <a:pt x="394" y="194"/>
                  </a:cubicBezTo>
                  <a:cubicBezTo>
                    <a:pt x="404" y="161"/>
                    <a:pt x="408" y="126"/>
                    <a:pt x="411" y="92"/>
                  </a:cubicBezTo>
                  <a:cubicBezTo>
                    <a:pt x="414" y="63"/>
                    <a:pt x="424" y="29"/>
                    <a:pt x="421" y="0"/>
                  </a:cubicBezTo>
                  <a:cubicBezTo>
                    <a:pt x="398" y="11"/>
                    <a:pt x="394" y="57"/>
                    <a:pt x="380" y="78"/>
                  </a:cubicBezTo>
                  <a:cubicBezTo>
                    <a:pt x="358" y="109"/>
                    <a:pt x="329" y="138"/>
                    <a:pt x="304" y="166"/>
                  </a:cubicBezTo>
                  <a:cubicBezTo>
                    <a:pt x="277" y="197"/>
                    <a:pt x="251" y="217"/>
                    <a:pt x="210" y="224"/>
                  </a:cubicBezTo>
                  <a:cubicBezTo>
                    <a:pt x="185" y="228"/>
                    <a:pt x="179" y="222"/>
                    <a:pt x="156" y="210"/>
                  </a:cubicBezTo>
                  <a:cubicBezTo>
                    <a:pt x="113" y="189"/>
                    <a:pt x="16" y="144"/>
                    <a:pt x="3" y="221"/>
                  </a:cubicBezTo>
                </a:path>
              </a:pathLst>
            </a:custGeom>
            <a:solidFill>
              <a:srgbClr val="2968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4" name="Freeform 101">
              <a:extLst>
                <a:ext uri="{FF2B5EF4-FFF2-40B4-BE49-F238E27FC236}">
                  <a16:creationId xmlns:a16="http://schemas.microsoft.com/office/drawing/2014/main" id="{6E928747-F52A-4533-89F9-9D5C998B6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950"/>
              <a:ext cx="112" cy="308"/>
            </a:xfrm>
            <a:custGeom>
              <a:avLst/>
              <a:gdLst>
                <a:gd name="T0" fmla="*/ 50 w 122"/>
                <a:gd name="T1" fmla="*/ 239 h 336"/>
                <a:gd name="T2" fmla="*/ 37 w 122"/>
                <a:gd name="T3" fmla="*/ 198 h 336"/>
                <a:gd name="T4" fmla="*/ 62 w 122"/>
                <a:gd name="T5" fmla="*/ 139 h 336"/>
                <a:gd name="T6" fmla="*/ 80 w 122"/>
                <a:gd name="T7" fmla="*/ 65 h 336"/>
                <a:gd name="T8" fmla="*/ 87 w 122"/>
                <a:gd name="T9" fmla="*/ 0 h 336"/>
                <a:gd name="T10" fmla="*/ 42 w 122"/>
                <a:gd name="T11" fmla="*/ 88 h 336"/>
                <a:gd name="T12" fmla="*/ 24 w 122"/>
                <a:gd name="T13" fmla="*/ 179 h 336"/>
                <a:gd name="T14" fmla="*/ 8 w 122"/>
                <a:gd name="T15" fmla="*/ 241 h 336"/>
                <a:gd name="T16" fmla="*/ 8 w 122"/>
                <a:gd name="T17" fmla="*/ 258 h 336"/>
                <a:gd name="T18" fmla="*/ 36 w 122"/>
                <a:gd name="T19" fmla="*/ 248 h 336"/>
                <a:gd name="T20" fmla="*/ 46 w 122"/>
                <a:gd name="T21" fmla="*/ 244 h 3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2" h="336">
                  <a:moveTo>
                    <a:pt x="65" y="311"/>
                  </a:moveTo>
                  <a:cubicBezTo>
                    <a:pt x="44" y="299"/>
                    <a:pt x="41" y="278"/>
                    <a:pt x="48" y="257"/>
                  </a:cubicBezTo>
                  <a:cubicBezTo>
                    <a:pt x="57" y="231"/>
                    <a:pt x="70" y="207"/>
                    <a:pt x="79" y="181"/>
                  </a:cubicBezTo>
                  <a:cubicBezTo>
                    <a:pt x="90" y="150"/>
                    <a:pt x="93" y="116"/>
                    <a:pt x="103" y="84"/>
                  </a:cubicBezTo>
                  <a:cubicBezTo>
                    <a:pt x="110" y="64"/>
                    <a:pt x="122" y="20"/>
                    <a:pt x="112" y="0"/>
                  </a:cubicBezTo>
                  <a:cubicBezTo>
                    <a:pt x="85" y="36"/>
                    <a:pt x="65" y="71"/>
                    <a:pt x="55" y="115"/>
                  </a:cubicBezTo>
                  <a:cubicBezTo>
                    <a:pt x="46" y="154"/>
                    <a:pt x="39" y="194"/>
                    <a:pt x="31" y="232"/>
                  </a:cubicBezTo>
                  <a:cubicBezTo>
                    <a:pt x="25" y="260"/>
                    <a:pt x="20" y="287"/>
                    <a:pt x="11" y="313"/>
                  </a:cubicBezTo>
                  <a:cubicBezTo>
                    <a:pt x="8" y="323"/>
                    <a:pt x="0" y="333"/>
                    <a:pt x="11" y="335"/>
                  </a:cubicBezTo>
                  <a:cubicBezTo>
                    <a:pt x="20" y="336"/>
                    <a:pt x="39" y="326"/>
                    <a:pt x="47" y="322"/>
                  </a:cubicBezTo>
                  <a:cubicBezTo>
                    <a:pt x="51" y="320"/>
                    <a:pt x="55" y="319"/>
                    <a:pt x="59" y="316"/>
                  </a:cubicBezTo>
                </a:path>
              </a:pathLst>
            </a:custGeom>
            <a:solidFill>
              <a:srgbClr val="2968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5" name="Freeform 102">
              <a:extLst>
                <a:ext uri="{FF2B5EF4-FFF2-40B4-BE49-F238E27FC236}">
                  <a16:creationId xmlns:a16="http://schemas.microsoft.com/office/drawing/2014/main" id="{24470AC3-B4DC-46DC-8CFB-4C8BDFCBB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211"/>
              <a:ext cx="27" cy="459"/>
            </a:xfrm>
            <a:custGeom>
              <a:avLst/>
              <a:gdLst>
                <a:gd name="T0" fmla="*/ 2 w 29"/>
                <a:gd name="T1" fmla="*/ 0 h 500"/>
                <a:gd name="T2" fmla="*/ 18 w 29"/>
                <a:gd name="T3" fmla="*/ 121 h 500"/>
                <a:gd name="T4" fmla="*/ 17 w 29"/>
                <a:gd name="T5" fmla="*/ 207 h 500"/>
                <a:gd name="T6" fmla="*/ 10 w 29"/>
                <a:gd name="T7" fmla="*/ 386 h 500"/>
                <a:gd name="T8" fmla="*/ 8 w 29"/>
                <a:gd name="T9" fmla="*/ 275 h 500"/>
                <a:gd name="T10" fmla="*/ 12 w 29"/>
                <a:gd name="T11" fmla="*/ 164 h 500"/>
                <a:gd name="T12" fmla="*/ 4 w 29"/>
                <a:gd name="T13" fmla="*/ 9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00">
                  <a:moveTo>
                    <a:pt x="2" y="0"/>
                  </a:moveTo>
                  <a:cubicBezTo>
                    <a:pt x="29" y="35"/>
                    <a:pt x="22" y="113"/>
                    <a:pt x="22" y="157"/>
                  </a:cubicBezTo>
                  <a:cubicBezTo>
                    <a:pt x="22" y="193"/>
                    <a:pt x="20" y="230"/>
                    <a:pt x="20" y="267"/>
                  </a:cubicBezTo>
                  <a:cubicBezTo>
                    <a:pt x="20" y="343"/>
                    <a:pt x="26" y="426"/>
                    <a:pt x="13" y="500"/>
                  </a:cubicBezTo>
                  <a:cubicBezTo>
                    <a:pt x="0" y="455"/>
                    <a:pt x="10" y="403"/>
                    <a:pt x="11" y="356"/>
                  </a:cubicBezTo>
                  <a:cubicBezTo>
                    <a:pt x="11" y="309"/>
                    <a:pt x="11" y="259"/>
                    <a:pt x="15" y="212"/>
                  </a:cubicBezTo>
                  <a:cubicBezTo>
                    <a:pt x="22" y="141"/>
                    <a:pt x="11" y="78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6" name="Freeform 103">
              <a:extLst>
                <a:ext uri="{FF2B5EF4-FFF2-40B4-BE49-F238E27FC236}">
                  <a16:creationId xmlns:a16="http://schemas.microsoft.com/office/drawing/2014/main" id="{0C388D86-CB66-44CA-A2A9-14010CEF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021"/>
              <a:ext cx="42" cy="20"/>
            </a:xfrm>
            <a:custGeom>
              <a:avLst/>
              <a:gdLst>
                <a:gd name="T0" fmla="*/ 0 w 46"/>
                <a:gd name="T1" fmla="*/ 18 h 21"/>
                <a:gd name="T2" fmla="*/ 35 w 46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17" y="15"/>
                    <a:pt x="34" y="8"/>
                    <a:pt x="4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7" name="Freeform 104">
              <a:extLst>
                <a:ext uri="{FF2B5EF4-FFF2-40B4-BE49-F238E27FC236}">
                  <a16:creationId xmlns:a16="http://schemas.microsoft.com/office/drawing/2014/main" id="{5D5A6330-3C1E-47AB-85E1-ACFB012F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044"/>
              <a:ext cx="8" cy="4"/>
            </a:xfrm>
            <a:custGeom>
              <a:avLst/>
              <a:gdLst>
                <a:gd name="T0" fmla="*/ 0 w 9"/>
                <a:gd name="T1" fmla="*/ 4 h 4"/>
                <a:gd name="T2" fmla="*/ 6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8" name="Freeform 105">
              <a:extLst>
                <a:ext uri="{FF2B5EF4-FFF2-40B4-BE49-F238E27FC236}">
                  <a16:creationId xmlns:a16="http://schemas.microsoft.com/office/drawing/2014/main" id="{0CFEEFA5-BA16-4BF4-8661-A07F54C21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050"/>
              <a:ext cx="46" cy="153"/>
            </a:xfrm>
            <a:custGeom>
              <a:avLst/>
              <a:gdLst>
                <a:gd name="T0" fmla="*/ 16 w 50"/>
                <a:gd name="T1" fmla="*/ 128 h 167"/>
                <a:gd name="T2" fmla="*/ 17 w 50"/>
                <a:gd name="T3" fmla="*/ 23 h 167"/>
                <a:gd name="T4" fmla="*/ 39 w 50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67">
                  <a:moveTo>
                    <a:pt x="20" y="167"/>
                  </a:moveTo>
                  <a:cubicBezTo>
                    <a:pt x="0" y="130"/>
                    <a:pt x="30" y="57"/>
                    <a:pt x="22" y="30"/>
                  </a:cubicBezTo>
                  <a:cubicBezTo>
                    <a:pt x="18" y="18"/>
                    <a:pt x="32" y="9"/>
                    <a:pt x="5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9" name="Freeform 106">
              <a:extLst>
                <a:ext uri="{FF2B5EF4-FFF2-40B4-BE49-F238E27FC236}">
                  <a16:creationId xmlns:a16="http://schemas.microsoft.com/office/drawing/2014/main" id="{7BAA8048-5493-451D-9048-C281744BD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208"/>
              <a:ext cx="15" cy="14"/>
            </a:xfrm>
            <a:custGeom>
              <a:avLst/>
              <a:gdLst>
                <a:gd name="T0" fmla="*/ 13 w 16"/>
                <a:gd name="T1" fmla="*/ 11 h 16"/>
                <a:gd name="T2" fmla="*/ 0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10" y="11"/>
                    <a:pt x="5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0" name="Freeform 107">
              <a:extLst>
                <a:ext uri="{FF2B5EF4-FFF2-40B4-BE49-F238E27FC236}">
                  <a16:creationId xmlns:a16="http://schemas.microsoft.com/office/drawing/2014/main" id="{59A234FD-5865-49F3-8F3B-BA49B19AC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226"/>
              <a:ext cx="6" cy="5"/>
            </a:xfrm>
            <a:custGeom>
              <a:avLst/>
              <a:gdLst>
                <a:gd name="T0" fmla="*/ 4 w 7"/>
                <a:gd name="T1" fmla="*/ 3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4"/>
                    <a:pt x="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1" name="Freeform 108">
              <a:extLst>
                <a:ext uri="{FF2B5EF4-FFF2-40B4-BE49-F238E27FC236}">
                  <a16:creationId xmlns:a16="http://schemas.microsoft.com/office/drawing/2014/main" id="{9D684360-FAB6-4392-BA8E-73E7E6349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235"/>
              <a:ext cx="60" cy="26"/>
            </a:xfrm>
            <a:custGeom>
              <a:avLst/>
              <a:gdLst>
                <a:gd name="T0" fmla="*/ 51 w 65"/>
                <a:gd name="T1" fmla="*/ 22 h 28"/>
                <a:gd name="T2" fmla="*/ 0 w 6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28">
                  <a:moveTo>
                    <a:pt x="65" y="28"/>
                  </a:moveTo>
                  <a:cubicBezTo>
                    <a:pt x="65" y="28"/>
                    <a:pt x="31" y="1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2" name="Freeform 109">
              <a:extLst>
                <a:ext uri="{FF2B5EF4-FFF2-40B4-BE49-F238E27FC236}">
                  <a16:creationId xmlns:a16="http://schemas.microsoft.com/office/drawing/2014/main" id="{78AAC910-7F6E-4E29-912F-14C5E317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227"/>
              <a:ext cx="121" cy="18"/>
            </a:xfrm>
            <a:custGeom>
              <a:avLst/>
              <a:gdLst>
                <a:gd name="T0" fmla="*/ 0 w 132"/>
                <a:gd name="T1" fmla="*/ 0 h 20"/>
                <a:gd name="T2" fmla="*/ 102 w 132"/>
                <a:gd name="T3" fmla="*/ 1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2" h="20">
                  <a:moveTo>
                    <a:pt x="0" y="0"/>
                  </a:moveTo>
                  <a:cubicBezTo>
                    <a:pt x="0" y="0"/>
                    <a:pt x="79" y="3"/>
                    <a:pt x="132" y="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3" name="Freeform 110">
              <a:extLst>
                <a:ext uri="{FF2B5EF4-FFF2-40B4-BE49-F238E27FC236}">
                  <a16:creationId xmlns:a16="http://schemas.microsoft.com/office/drawing/2014/main" id="{33CF7C48-DBE1-4E92-9195-490168626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116"/>
              <a:ext cx="58" cy="63"/>
            </a:xfrm>
            <a:custGeom>
              <a:avLst/>
              <a:gdLst>
                <a:gd name="T0" fmla="*/ 49 w 63"/>
                <a:gd name="T1" fmla="*/ 0 h 69"/>
                <a:gd name="T2" fmla="*/ 0 w 63"/>
                <a:gd name="T3" fmla="*/ 53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69">
                  <a:moveTo>
                    <a:pt x="63" y="0"/>
                  </a:moveTo>
                  <a:cubicBezTo>
                    <a:pt x="63" y="0"/>
                    <a:pt x="20" y="45"/>
                    <a:pt x="0" y="69"/>
                  </a:cubicBezTo>
                </a:path>
              </a:pathLst>
            </a:custGeom>
            <a:noFill/>
            <a:ln w="3175" cap="rnd">
              <a:solidFill>
                <a:srgbClr val="FBFC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4" name="orange-carrot-vegetable-illustration">
            <a:extLst>
              <a:ext uri="{FF2B5EF4-FFF2-40B4-BE49-F238E27FC236}">
                <a16:creationId xmlns:a16="http://schemas.microsoft.com/office/drawing/2014/main" id="{EED880D7-2022-4997-856D-687AC735813D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4859338"/>
            <a:ext cx="5510212" cy="1235075"/>
            <a:chOff x="1890" y="2820"/>
            <a:chExt cx="3471" cy="778"/>
          </a:xfrm>
        </p:grpSpPr>
        <p:sp>
          <p:nvSpPr>
            <p:cNvPr id="15782" name="Freeform 112">
              <a:extLst>
                <a:ext uri="{FF2B5EF4-FFF2-40B4-BE49-F238E27FC236}">
                  <a16:creationId xmlns:a16="http://schemas.microsoft.com/office/drawing/2014/main" id="{0F7BA061-79D0-4697-9BFD-A4DE72927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963"/>
              <a:ext cx="401" cy="373"/>
            </a:xfrm>
            <a:custGeom>
              <a:avLst/>
              <a:gdLst>
                <a:gd name="T0" fmla="*/ 61 w 258"/>
                <a:gd name="T1" fmla="*/ 310 h 225"/>
                <a:gd name="T2" fmla="*/ 79 w 258"/>
                <a:gd name="T3" fmla="*/ 151 h 225"/>
                <a:gd name="T4" fmla="*/ 149 w 258"/>
                <a:gd name="T5" fmla="*/ 187 h 225"/>
                <a:gd name="T6" fmla="*/ 283 w 258"/>
                <a:gd name="T7" fmla="*/ 285 h 225"/>
                <a:gd name="T8" fmla="*/ 323 w 258"/>
                <a:gd name="T9" fmla="*/ 138 h 225"/>
                <a:gd name="T10" fmla="*/ 432 w 258"/>
                <a:gd name="T11" fmla="*/ 8 h 225"/>
                <a:gd name="T12" fmla="*/ 514 w 258"/>
                <a:gd name="T13" fmla="*/ 338 h 225"/>
                <a:gd name="T14" fmla="*/ 469 w 258"/>
                <a:gd name="T15" fmla="*/ 456 h 225"/>
                <a:gd name="T16" fmla="*/ 528 w 258"/>
                <a:gd name="T17" fmla="*/ 443 h 225"/>
                <a:gd name="T18" fmla="*/ 628 w 258"/>
                <a:gd name="T19" fmla="*/ 431 h 225"/>
                <a:gd name="T20" fmla="*/ 732 w 258"/>
                <a:gd name="T21" fmla="*/ 459 h 225"/>
                <a:gd name="T22" fmla="*/ 863 w 258"/>
                <a:gd name="T23" fmla="*/ 459 h 225"/>
                <a:gd name="T24" fmla="*/ 950 w 258"/>
                <a:gd name="T25" fmla="*/ 472 h 225"/>
                <a:gd name="T26" fmla="*/ 872 w 258"/>
                <a:gd name="T27" fmla="*/ 547 h 225"/>
                <a:gd name="T28" fmla="*/ 594 w 258"/>
                <a:gd name="T29" fmla="*/ 643 h 225"/>
                <a:gd name="T30" fmla="*/ 737 w 258"/>
                <a:gd name="T31" fmla="*/ 656 h 225"/>
                <a:gd name="T32" fmla="*/ 805 w 258"/>
                <a:gd name="T33" fmla="*/ 715 h 225"/>
                <a:gd name="T34" fmla="*/ 881 w 258"/>
                <a:gd name="T35" fmla="*/ 748 h 225"/>
                <a:gd name="T36" fmla="*/ 962 w 258"/>
                <a:gd name="T37" fmla="*/ 782 h 225"/>
                <a:gd name="T38" fmla="*/ 751 w 258"/>
                <a:gd name="T39" fmla="*/ 777 h 225"/>
                <a:gd name="T40" fmla="*/ 577 w 258"/>
                <a:gd name="T41" fmla="*/ 782 h 225"/>
                <a:gd name="T42" fmla="*/ 724 w 258"/>
                <a:gd name="T43" fmla="*/ 839 h 225"/>
                <a:gd name="T44" fmla="*/ 828 w 258"/>
                <a:gd name="T45" fmla="*/ 927 h 225"/>
                <a:gd name="T46" fmla="*/ 418 w 258"/>
                <a:gd name="T47" fmla="*/ 839 h 225"/>
                <a:gd name="T48" fmla="*/ 333 w 258"/>
                <a:gd name="T49" fmla="*/ 852 h 225"/>
                <a:gd name="T50" fmla="*/ 274 w 258"/>
                <a:gd name="T51" fmla="*/ 743 h 225"/>
                <a:gd name="T52" fmla="*/ 149 w 258"/>
                <a:gd name="T53" fmla="*/ 991 h 225"/>
                <a:gd name="T54" fmla="*/ 87 w 258"/>
                <a:gd name="T55" fmla="*/ 928 h 225"/>
                <a:gd name="T56" fmla="*/ 40 w 258"/>
                <a:gd name="T57" fmla="*/ 962 h 225"/>
                <a:gd name="T58" fmla="*/ 40 w 258"/>
                <a:gd name="T59" fmla="*/ 865 h 225"/>
                <a:gd name="T60" fmla="*/ 12 w 258"/>
                <a:gd name="T61" fmla="*/ 632 h 225"/>
                <a:gd name="T62" fmla="*/ 0 w 258"/>
                <a:gd name="T63" fmla="*/ 297 h 22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58" h="225">
                  <a:moveTo>
                    <a:pt x="16" y="68"/>
                  </a:moveTo>
                  <a:cubicBezTo>
                    <a:pt x="16" y="60"/>
                    <a:pt x="13" y="39"/>
                    <a:pt x="21" y="33"/>
                  </a:cubicBezTo>
                  <a:cubicBezTo>
                    <a:pt x="27" y="28"/>
                    <a:pt x="34" y="37"/>
                    <a:pt x="40" y="41"/>
                  </a:cubicBezTo>
                  <a:cubicBezTo>
                    <a:pt x="55" y="51"/>
                    <a:pt x="69" y="43"/>
                    <a:pt x="75" y="63"/>
                  </a:cubicBezTo>
                  <a:cubicBezTo>
                    <a:pt x="82" y="58"/>
                    <a:pt x="82" y="38"/>
                    <a:pt x="86" y="30"/>
                  </a:cubicBezTo>
                  <a:cubicBezTo>
                    <a:pt x="91" y="20"/>
                    <a:pt x="102" y="0"/>
                    <a:pt x="115" y="2"/>
                  </a:cubicBezTo>
                  <a:cubicBezTo>
                    <a:pt x="138" y="6"/>
                    <a:pt x="113" y="85"/>
                    <a:pt x="137" y="74"/>
                  </a:cubicBezTo>
                  <a:cubicBezTo>
                    <a:pt x="136" y="84"/>
                    <a:pt x="130" y="93"/>
                    <a:pt x="125" y="100"/>
                  </a:cubicBezTo>
                  <a:cubicBezTo>
                    <a:pt x="131" y="101"/>
                    <a:pt x="136" y="98"/>
                    <a:pt x="141" y="97"/>
                  </a:cubicBezTo>
                  <a:cubicBezTo>
                    <a:pt x="149" y="96"/>
                    <a:pt x="159" y="94"/>
                    <a:pt x="167" y="95"/>
                  </a:cubicBezTo>
                  <a:cubicBezTo>
                    <a:pt x="177" y="97"/>
                    <a:pt x="185" y="102"/>
                    <a:pt x="195" y="101"/>
                  </a:cubicBezTo>
                  <a:cubicBezTo>
                    <a:pt x="207" y="101"/>
                    <a:pt x="219" y="100"/>
                    <a:pt x="230" y="101"/>
                  </a:cubicBezTo>
                  <a:cubicBezTo>
                    <a:pt x="234" y="101"/>
                    <a:pt x="250" y="100"/>
                    <a:pt x="253" y="104"/>
                  </a:cubicBezTo>
                  <a:cubicBezTo>
                    <a:pt x="258" y="110"/>
                    <a:pt x="237" y="117"/>
                    <a:pt x="232" y="120"/>
                  </a:cubicBezTo>
                  <a:cubicBezTo>
                    <a:pt x="210" y="131"/>
                    <a:pt x="182" y="135"/>
                    <a:pt x="158" y="141"/>
                  </a:cubicBezTo>
                  <a:cubicBezTo>
                    <a:pt x="170" y="144"/>
                    <a:pt x="184" y="142"/>
                    <a:pt x="196" y="144"/>
                  </a:cubicBezTo>
                  <a:cubicBezTo>
                    <a:pt x="207" y="146"/>
                    <a:pt x="206" y="150"/>
                    <a:pt x="214" y="157"/>
                  </a:cubicBezTo>
                  <a:cubicBezTo>
                    <a:pt x="220" y="163"/>
                    <a:pt x="226" y="163"/>
                    <a:pt x="235" y="164"/>
                  </a:cubicBezTo>
                  <a:cubicBezTo>
                    <a:pt x="242" y="166"/>
                    <a:pt x="249" y="169"/>
                    <a:pt x="256" y="172"/>
                  </a:cubicBezTo>
                  <a:cubicBezTo>
                    <a:pt x="239" y="177"/>
                    <a:pt x="217" y="172"/>
                    <a:pt x="200" y="171"/>
                  </a:cubicBezTo>
                  <a:cubicBezTo>
                    <a:pt x="184" y="170"/>
                    <a:pt x="170" y="172"/>
                    <a:pt x="154" y="172"/>
                  </a:cubicBezTo>
                  <a:cubicBezTo>
                    <a:pt x="168" y="172"/>
                    <a:pt x="181" y="178"/>
                    <a:pt x="193" y="184"/>
                  </a:cubicBezTo>
                  <a:cubicBezTo>
                    <a:pt x="201" y="188"/>
                    <a:pt x="217" y="196"/>
                    <a:pt x="221" y="203"/>
                  </a:cubicBezTo>
                  <a:cubicBezTo>
                    <a:pt x="184" y="204"/>
                    <a:pt x="147" y="190"/>
                    <a:pt x="111" y="184"/>
                  </a:cubicBezTo>
                  <a:cubicBezTo>
                    <a:pt x="102" y="183"/>
                    <a:pt x="97" y="185"/>
                    <a:pt x="89" y="187"/>
                  </a:cubicBezTo>
                  <a:cubicBezTo>
                    <a:pt x="74" y="190"/>
                    <a:pt x="64" y="178"/>
                    <a:pt x="73" y="163"/>
                  </a:cubicBezTo>
                  <a:cubicBezTo>
                    <a:pt x="78" y="171"/>
                    <a:pt x="49" y="214"/>
                    <a:pt x="40" y="218"/>
                  </a:cubicBezTo>
                  <a:cubicBezTo>
                    <a:pt x="28" y="225"/>
                    <a:pt x="23" y="215"/>
                    <a:pt x="23" y="204"/>
                  </a:cubicBezTo>
                  <a:cubicBezTo>
                    <a:pt x="19" y="207"/>
                    <a:pt x="18" y="215"/>
                    <a:pt x="11" y="211"/>
                  </a:cubicBezTo>
                  <a:cubicBezTo>
                    <a:pt x="10" y="205"/>
                    <a:pt x="12" y="197"/>
                    <a:pt x="11" y="190"/>
                  </a:cubicBezTo>
                  <a:cubicBezTo>
                    <a:pt x="9" y="173"/>
                    <a:pt x="5" y="156"/>
                    <a:pt x="3" y="139"/>
                  </a:cubicBezTo>
                  <a:cubicBezTo>
                    <a:pt x="0" y="114"/>
                    <a:pt x="0" y="90"/>
                    <a:pt x="0" y="65"/>
                  </a:cubicBezTo>
                </a:path>
              </a:pathLst>
            </a:custGeom>
            <a:solidFill>
              <a:srgbClr val="025910"/>
            </a:solidFill>
            <a:ln w="4763" cap="flat">
              <a:solidFill>
                <a:srgbClr val="02591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83" name="Freeform 113">
              <a:extLst>
                <a:ext uri="{FF2B5EF4-FFF2-40B4-BE49-F238E27FC236}">
                  <a16:creationId xmlns:a16="http://schemas.microsoft.com/office/drawing/2014/main" id="{581B8C02-ABC3-46F8-BEF9-55F60CEBE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963"/>
              <a:ext cx="401" cy="373"/>
            </a:xfrm>
            <a:custGeom>
              <a:avLst/>
              <a:gdLst>
                <a:gd name="T0" fmla="*/ 61 w 258"/>
                <a:gd name="T1" fmla="*/ 310 h 225"/>
                <a:gd name="T2" fmla="*/ 79 w 258"/>
                <a:gd name="T3" fmla="*/ 151 h 225"/>
                <a:gd name="T4" fmla="*/ 149 w 258"/>
                <a:gd name="T5" fmla="*/ 187 h 225"/>
                <a:gd name="T6" fmla="*/ 283 w 258"/>
                <a:gd name="T7" fmla="*/ 285 h 225"/>
                <a:gd name="T8" fmla="*/ 323 w 258"/>
                <a:gd name="T9" fmla="*/ 138 h 225"/>
                <a:gd name="T10" fmla="*/ 432 w 258"/>
                <a:gd name="T11" fmla="*/ 8 h 225"/>
                <a:gd name="T12" fmla="*/ 514 w 258"/>
                <a:gd name="T13" fmla="*/ 338 h 225"/>
                <a:gd name="T14" fmla="*/ 469 w 258"/>
                <a:gd name="T15" fmla="*/ 456 h 225"/>
                <a:gd name="T16" fmla="*/ 528 w 258"/>
                <a:gd name="T17" fmla="*/ 443 h 225"/>
                <a:gd name="T18" fmla="*/ 628 w 258"/>
                <a:gd name="T19" fmla="*/ 431 h 225"/>
                <a:gd name="T20" fmla="*/ 732 w 258"/>
                <a:gd name="T21" fmla="*/ 459 h 225"/>
                <a:gd name="T22" fmla="*/ 863 w 258"/>
                <a:gd name="T23" fmla="*/ 459 h 225"/>
                <a:gd name="T24" fmla="*/ 950 w 258"/>
                <a:gd name="T25" fmla="*/ 472 h 225"/>
                <a:gd name="T26" fmla="*/ 872 w 258"/>
                <a:gd name="T27" fmla="*/ 547 h 225"/>
                <a:gd name="T28" fmla="*/ 594 w 258"/>
                <a:gd name="T29" fmla="*/ 643 h 225"/>
                <a:gd name="T30" fmla="*/ 737 w 258"/>
                <a:gd name="T31" fmla="*/ 656 h 225"/>
                <a:gd name="T32" fmla="*/ 805 w 258"/>
                <a:gd name="T33" fmla="*/ 715 h 225"/>
                <a:gd name="T34" fmla="*/ 881 w 258"/>
                <a:gd name="T35" fmla="*/ 748 h 225"/>
                <a:gd name="T36" fmla="*/ 962 w 258"/>
                <a:gd name="T37" fmla="*/ 782 h 225"/>
                <a:gd name="T38" fmla="*/ 751 w 258"/>
                <a:gd name="T39" fmla="*/ 777 h 225"/>
                <a:gd name="T40" fmla="*/ 577 w 258"/>
                <a:gd name="T41" fmla="*/ 782 h 225"/>
                <a:gd name="T42" fmla="*/ 724 w 258"/>
                <a:gd name="T43" fmla="*/ 839 h 225"/>
                <a:gd name="T44" fmla="*/ 828 w 258"/>
                <a:gd name="T45" fmla="*/ 927 h 225"/>
                <a:gd name="T46" fmla="*/ 418 w 258"/>
                <a:gd name="T47" fmla="*/ 839 h 225"/>
                <a:gd name="T48" fmla="*/ 333 w 258"/>
                <a:gd name="T49" fmla="*/ 852 h 225"/>
                <a:gd name="T50" fmla="*/ 274 w 258"/>
                <a:gd name="T51" fmla="*/ 743 h 225"/>
                <a:gd name="T52" fmla="*/ 149 w 258"/>
                <a:gd name="T53" fmla="*/ 991 h 225"/>
                <a:gd name="T54" fmla="*/ 87 w 258"/>
                <a:gd name="T55" fmla="*/ 928 h 225"/>
                <a:gd name="T56" fmla="*/ 40 w 258"/>
                <a:gd name="T57" fmla="*/ 962 h 225"/>
                <a:gd name="T58" fmla="*/ 40 w 258"/>
                <a:gd name="T59" fmla="*/ 865 h 225"/>
                <a:gd name="T60" fmla="*/ 12 w 258"/>
                <a:gd name="T61" fmla="*/ 632 h 225"/>
                <a:gd name="T62" fmla="*/ 0 w 258"/>
                <a:gd name="T63" fmla="*/ 297 h 22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58" h="225">
                  <a:moveTo>
                    <a:pt x="16" y="68"/>
                  </a:moveTo>
                  <a:cubicBezTo>
                    <a:pt x="16" y="60"/>
                    <a:pt x="13" y="39"/>
                    <a:pt x="21" y="33"/>
                  </a:cubicBezTo>
                  <a:cubicBezTo>
                    <a:pt x="27" y="28"/>
                    <a:pt x="34" y="37"/>
                    <a:pt x="40" y="41"/>
                  </a:cubicBezTo>
                  <a:cubicBezTo>
                    <a:pt x="55" y="51"/>
                    <a:pt x="69" y="43"/>
                    <a:pt x="75" y="63"/>
                  </a:cubicBezTo>
                  <a:cubicBezTo>
                    <a:pt x="82" y="58"/>
                    <a:pt x="82" y="38"/>
                    <a:pt x="86" y="30"/>
                  </a:cubicBezTo>
                  <a:cubicBezTo>
                    <a:pt x="91" y="20"/>
                    <a:pt x="102" y="0"/>
                    <a:pt x="115" y="2"/>
                  </a:cubicBezTo>
                  <a:cubicBezTo>
                    <a:pt x="138" y="6"/>
                    <a:pt x="113" y="85"/>
                    <a:pt x="137" y="74"/>
                  </a:cubicBezTo>
                  <a:cubicBezTo>
                    <a:pt x="136" y="84"/>
                    <a:pt x="130" y="93"/>
                    <a:pt x="125" y="100"/>
                  </a:cubicBezTo>
                  <a:cubicBezTo>
                    <a:pt x="131" y="101"/>
                    <a:pt x="136" y="98"/>
                    <a:pt x="141" y="97"/>
                  </a:cubicBezTo>
                  <a:cubicBezTo>
                    <a:pt x="149" y="96"/>
                    <a:pt x="159" y="94"/>
                    <a:pt x="167" y="95"/>
                  </a:cubicBezTo>
                  <a:cubicBezTo>
                    <a:pt x="177" y="97"/>
                    <a:pt x="185" y="102"/>
                    <a:pt x="195" y="101"/>
                  </a:cubicBezTo>
                  <a:cubicBezTo>
                    <a:pt x="207" y="101"/>
                    <a:pt x="219" y="100"/>
                    <a:pt x="230" y="101"/>
                  </a:cubicBezTo>
                  <a:cubicBezTo>
                    <a:pt x="234" y="101"/>
                    <a:pt x="250" y="100"/>
                    <a:pt x="253" y="104"/>
                  </a:cubicBezTo>
                  <a:cubicBezTo>
                    <a:pt x="258" y="110"/>
                    <a:pt x="237" y="117"/>
                    <a:pt x="232" y="120"/>
                  </a:cubicBezTo>
                  <a:cubicBezTo>
                    <a:pt x="210" y="131"/>
                    <a:pt x="182" y="135"/>
                    <a:pt x="158" y="141"/>
                  </a:cubicBezTo>
                  <a:cubicBezTo>
                    <a:pt x="170" y="144"/>
                    <a:pt x="184" y="142"/>
                    <a:pt x="196" y="144"/>
                  </a:cubicBezTo>
                  <a:cubicBezTo>
                    <a:pt x="207" y="146"/>
                    <a:pt x="206" y="150"/>
                    <a:pt x="214" y="157"/>
                  </a:cubicBezTo>
                  <a:cubicBezTo>
                    <a:pt x="220" y="163"/>
                    <a:pt x="226" y="163"/>
                    <a:pt x="235" y="164"/>
                  </a:cubicBezTo>
                  <a:cubicBezTo>
                    <a:pt x="242" y="166"/>
                    <a:pt x="249" y="169"/>
                    <a:pt x="256" y="172"/>
                  </a:cubicBezTo>
                  <a:cubicBezTo>
                    <a:pt x="239" y="177"/>
                    <a:pt x="217" y="172"/>
                    <a:pt x="200" y="171"/>
                  </a:cubicBezTo>
                  <a:cubicBezTo>
                    <a:pt x="184" y="170"/>
                    <a:pt x="170" y="172"/>
                    <a:pt x="154" y="172"/>
                  </a:cubicBezTo>
                  <a:cubicBezTo>
                    <a:pt x="168" y="172"/>
                    <a:pt x="181" y="178"/>
                    <a:pt x="193" y="184"/>
                  </a:cubicBezTo>
                  <a:cubicBezTo>
                    <a:pt x="201" y="188"/>
                    <a:pt x="217" y="196"/>
                    <a:pt x="221" y="203"/>
                  </a:cubicBezTo>
                  <a:cubicBezTo>
                    <a:pt x="184" y="204"/>
                    <a:pt x="147" y="190"/>
                    <a:pt x="111" y="184"/>
                  </a:cubicBezTo>
                  <a:cubicBezTo>
                    <a:pt x="102" y="183"/>
                    <a:pt x="97" y="185"/>
                    <a:pt x="89" y="187"/>
                  </a:cubicBezTo>
                  <a:cubicBezTo>
                    <a:pt x="74" y="190"/>
                    <a:pt x="64" y="178"/>
                    <a:pt x="73" y="163"/>
                  </a:cubicBezTo>
                  <a:cubicBezTo>
                    <a:pt x="78" y="171"/>
                    <a:pt x="49" y="214"/>
                    <a:pt x="40" y="218"/>
                  </a:cubicBezTo>
                  <a:cubicBezTo>
                    <a:pt x="28" y="225"/>
                    <a:pt x="23" y="215"/>
                    <a:pt x="23" y="204"/>
                  </a:cubicBezTo>
                  <a:cubicBezTo>
                    <a:pt x="19" y="207"/>
                    <a:pt x="18" y="215"/>
                    <a:pt x="11" y="211"/>
                  </a:cubicBezTo>
                  <a:cubicBezTo>
                    <a:pt x="10" y="205"/>
                    <a:pt x="12" y="197"/>
                    <a:pt x="11" y="190"/>
                  </a:cubicBezTo>
                  <a:cubicBezTo>
                    <a:pt x="9" y="173"/>
                    <a:pt x="5" y="156"/>
                    <a:pt x="3" y="139"/>
                  </a:cubicBezTo>
                  <a:cubicBezTo>
                    <a:pt x="0" y="114"/>
                    <a:pt x="0" y="90"/>
                    <a:pt x="0" y="65"/>
                  </a:cubicBezTo>
                </a:path>
              </a:pathLst>
            </a:custGeom>
            <a:noFill/>
            <a:ln w="4763" cap="flat">
              <a:solidFill>
                <a:srgbClr val="0259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" name="Freeform 114">
              <a:extLst>
                <a:ext uri="{FF2B5EF4-FFF2-40B4-BE49-F238E27FC236}">
                  <a16:creationId xmlns:a16="http://schemas.microsoft.com/office/drawing/2014/main" id="{E354AFFA-AA9C-45B9-A8CD-47469EC0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820"/>
              <a:ext cx="3138" cy="778"/>
            </a:xfrm>
            <a:custGeom>
              <a:avLst/>
              <a:gdLst>
                <a:gd name="T0" fmla="*/ 0 w 2020"/>
                <a:gd name="T1" fmla="*/ 936 h 469"/>
                <a:gd name="T2" fmla="*/ 405 w 2020"/>
                <a:gd name="T3" fmla="*/ 479 h 469"/>
                <a:gd name="T4" fmla="*/ 1035 w 2020"/>
                <a:gd name="T5" fmla="*/ 262 h 469"/>
                <a:gd name="T6" fmla="*/ 1409 w 2020"/>
                <a:gd name="T7" fmla="*/ 206 h 469"/>
                <a:gd name="T8" fmla="*/ 2071 w 2020"/>
                <a:gd name="T9" fmla="*/ 187 h 469"/>
                <a:gd name="T10" fmla="*/ 3239 w 2020"/>
                <a:gd name="T11" fmla="*/ 206 h 469"/>
                <a:gd name="T12" fmla="*/ 4634 w 2020"/>
                <a:gd name="T13" fmla="*/ 279 h 469"/>
                <a:gd name="T14" fmla="*/ 5445 w 2020"/>
                <a:gd name="T15" fmla="*/ 206 h 469"/>
                <a:gd name="T16" fmla="*/ 6088 w 2020"/>
                <a:gd name="T17" fmla="*/ 76 h 469"/>
                <a:gd name="T18" fmla="*/ 7228 w 2020"/>
                <a:gd name="T19" fmla="*/ 368 h 469"/>
                <a:gd name="T20" fmla="*/ 7452 w 2020"/>
                <a:gd name="T21" fmla="*/ 625 h 469"/>
                <a:gd name="T22" fmla="*/ 7483 w 2020"/>
                <a:gd name="T23" fmla="*/ 1246 h 469"/>
                <a:gd name="T24" fmla="*/ 7182 w 2020"/>
                <a:gd name="T25" fmla="*/ 1813 h 469"/>
                <a:gd name="T26" fmla="*/ 6343 w 2020"/>
                <a:gd name="T27" fmla="*/ 2050 h 469"/>
                <a:gd name="T28" fmla="*/ 4993 w 2020"/>
                <a:gd name="T29" fmla="*/ 1959 h 469"/>
                <a:gd name="T30" fmla="*/ 3135 w 2020"/>
                <a:gd name="T31" fmla="*/ 1665 h 469"/>
                <a:gd name="T32" fmla="*/ 2473 w 2020"/>
                <a:gd name="T33" fmla="*/ 1558 h 469"/>
                <a:gd name="T34" fmla="*/ 1740 w 2020"/>
                <a:gd name="T35" fmla="*/ 1357 h 469"/>
                <a:gd name="T36" fmla="*/ 121 w 2020"/>
                <a:gd name="T37" fmla="*/ 1266 h 469"/>
                <a:gd name="T38" fmla="*/ 0 w 2020"/>
                <a:gd name="T39" fmla="*/ 936 h 4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20" h="469">
                  <a:moveTo>
                    <a:pt x="0" y="205"/>
                  </a:moveTo>
                  <a:cubicBezTo>
                    <a:pt x="0" y="205"/>
                    <a:pt x="32" y="121"/>
                    <a:pt x="108" y="105"/>
                  </a:cubicBezTo>
                  <a:cubicBezTo>
                    <a:pt x="184" y="89"/>
                    <a:pt x="248" y="45"/>
                    <a:pt x="276" y="57"/>
                  </a:cubicBezTo>
                  <a:cubicBezTo>
                    <a:pt x="304" y="69"/>
                    <a:pt x="340" y="41"/>
                    <a:pt x="376" y="45"/>
                  </a:cubicBezTo>
                  <a:cubicBezTo>
                    <a:pt x="412" y="49"/>
                    <a:pt x="500" y="29"/>
                    <a:pt x="552" y="41"/>
                  </a:cubicBezTo>
                  <a:cubicBezTo>
                    <a:pt x="604" y="53"/>
                    <a:pt x="792" y="25"/>
                    <a:pt x="864" y="45"/>
                  </a:cubicBezTo>
                  <a:cubicBezTo>
                    <a:pt x="936" y="65"/>
                    <a:pt x="1156" y="57"/>
                    <a:pt x="1236" y="61"/>
                  </a:cubicBezTo>
                  <a:cubicBezTo>
                    <a:pt x="1316" y="65"/>
                    <a:pt x="1392" y="33"/>
                    <a:pt x="1452" y="45"/>
                  </a:cubicBezTo>
                  <a:cubicBezTo>
                    <a:pt x="1512" y="57"/>
                    <a:pt x="1584" y="9"/>
                    <a:pt x="1624" y="17"/>
                  </a:cubicBezTo>
                  <a:cubicBezTo>
                    <a:pt x="1664" y="25"/>
                    <a:pt x="1826" y="0"/>
                    <a:pt x="1928" y="81"/>
                  </a:cubicBezTo>
                  <a:cubicBezTo>
                    <a:pt x="1948" y="97"/>
                    <a:pt x="1984" y="117"/>
                    <a:pt x="1988" y="137"/>
                  </a:cubicBezTo>
                  <a:cubicBezTo>
                    <a:pt x="1992" y="157"/>
                    <a:pt x="2020" y="221"/>
                    <a:pt x="1996" y="273"/>
                  </a:cubicBezTo>
                  <a:cubicBezTo>
                    <a:pt x="1972" y="325"/>
                    <a:pt x="1980" y="381"/>
                    <a:pt x="1916" y="397"/>
                  </a:cubicBezTo>
                  <a:cubicBezTo>
                    <a:pt x="1852" y="413"/>
                    <a:pt x="1740" y="469"/>
                    <a:pt x="1692" y="449"/>
                  </a:cubicBezTo>
                  <a:cubicBezTo>
                    <a:pt x="1644" y="429"/>
                    <a:pt x="1500" y="461"/>
                    <a:pt x="1332" y="429"/>
                  </a:cubicBezTo>
                  <a:cubicBezTo>
                    <a:pt x="1164" y="397"/>
                    <a:pt x="904" y="389"/>
                    <a:pt x="836" y="365"/>
                  </a:cubicBezTo>
                  <a:cubicBezTo>
                    <a:pt x="768" y="341"/>
                    <a:pt x="716" y="369"/>
                    <a:pt x="660" y="341"/>
                  </a:cubicBezTo>
                  <a:cubicBezTo>
                    <a:pt x="604" y="313"/>
                    <a:pt x="556" y="341"/>
                    <a:pt x="464" y="297"/>
                  </a:cubicBezTo>
                  <a:cubicBezTo>
                    <a:pt x="411" y="272"/>
                    <a:pt x="64" y="309"/>
                    <a:pt x="32" y="277"/>
                  </a:cubicBezTo>
                  <a:cubicBezTo>
                    <a:pt x="0" y="245"/>
                    <a:pt x="0" y="205"/>
                    <a:pt x="0" y="205"/>
                  </a:cubicBezTo>
                  <a:close/>
                </a:path>
              </a:pathLst>
            </a:custGeom>
            <a:solidFill>
              <a:srgbClr val="F445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5" name="Freeform 115">
              <a:extLst>
                <a:ext uri="{FF2B5EF4-FFF2-40B4-BE49-F238E27FC236}">
                  <a16:creationId xmlns:a16="http://schemas.microsoft.com/office/drawing/2014/main" id="{DA8ECE62-5191-472B-8975-074E7AB2E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158"/>
              <a:ext cx="3101" cy="438"/>
            </a:xfrm>
            <a:custGeom>
              <a:avLst/>
              <a:gdLst>
                <a:gd name="T0" fmla="*/ 0 w 1996"/>
                <a:gd name="T1" fmla="*/ 0 h 264"/>
                <a:gd name="T2" fmla="*/ 121 w 1996"/>
                <a:gd name="T3" fmla="*/ 327 h 264"/>
                <a:gd name="T4" fmla="*/ 1740 w 1996"/>
                <a:gd name="T5" fmla="*/ 421 h 264"/>
                <a:gd name="T6" fmla="*/ 2473 w 1996"/>
                <a:gd name="T7" fmla="*/ 622 h 264"/>
                <a:gd name="T8" fmla="*/ 3135 w 1996"/>
                <a:gd name="T9" fmla="*/ 730 h 264"/>
                <a:gd name="T10" fmla="*/ 4993 w 1996"/>
                <a:gd name="T11" fmla="*/ 1024 h 264"/>
                <a:gd name="T12" fmla="*/ 6345 w 1996"/>
                <a:gd name="T13" fmla="*/ 1115 h 264"/>
                <a:gd name="T14" fmla="*/ 7185 w 1996"/>
                <a:gd name="T15" fmla="*/ 878 h 264"/>
                <a:gd name="T16" fmla="*/ 7485 w 1996"/>
                <a:gd name="T17" fmla="*/ 310 h 264"/>
                <a:gd name="T18" fmla="*/ 6421 w 1996"/>
                <a:gd name="T19" fmla="*/ 584 h 264"/>
                <a:gd name="T20" fmla="*/ 4740 w 1996"/>
                <a:gd name="T21" fmla="*/ 677 h 264"/>
                <a:gd name="T22" fmla="*/ 2820 w 1996"/>
                <a:gd name="T23" fmla="*/ 327 h 264"/>
                <a:gd name="T24" fmla="*/ 1078 w 1996"/>
                <a:gd name="T25" fmla="*/ 183 h 264"/>
                <a:gd name="T26" fmla="*/ 0 w 1996"/>
                <a:gd name="T27" fmla="*/ 0 h 2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96" h="264">
                  <a:moveTo>
                    <a:pt x="0" y="0"/>
                  </a:moveTo>
                  <a:cubicBezTo>
                    <a:pt x="0" y="0"/>
                    <a:pt x="0" y="40"/>
                    <a:pt x="32" y="72"/>
                  </a:cubicBezTo>
                  <a:cubicBezTo>
                    <a:pt x="64" y="104"/>
                    <a:pt x="411" y="67"/>
                    <a:pt x="464" y="92"/>
                  </a:cubicBezTo>
                  <a:cubicBezTo>
                    <a:pt x="556" y="136"/>
                    <a:pt x="604" y="108"/>
                    <a:pt x="660" y="136"/>
                  </a:cubicBezTo>
                  <a:cubicBezTo>
                    <a:pt x="716" y="164"/>
                    <a:pt x="768" y="136"/>
                    <a:pt x="836" y="160"/>
                  </a:cubicBezTo>
                  <a:cubicBezTo>
                    <a:pt x="904" y="184"/>
                    <a:pt x="1164" y="192"/>
                    <a:pt x="1332" y="224"/>
                  </a:cubicBezTo>
                  <a:cubicBezTo>
                    <a:pt x="1500" y="256"/>
                    <a:pt x="1644" y="224"/>
                    <a:pt x="1692" y="244"/>
                  </a:cubicBezTo>
                  <a:cubicBezTo>
                    <a:pt x="1740" y="264"/>
                    <a:pt x="1852" y="208"/>
                    <a:pt x="1916" y="192"/>
                  </a:cubicBezTo>
                  <a:cubicBezTo>
                    <a:pt x="1980" y="176"/>
                    <a:pt x="1972" y="120"/>
                    <a:pt x="1996" y="68"/>
                  </a:cubicBezTo>
                  <a:cubicBezTo>
                    <a:pt x="1996" y="68"/>
                    <a:pt x="1796" y="184"/>
                    <a:pt x="1712" y="128"/>
                  </a:cubicBezTo>
                  <a:cubicBezTo>
                    <a:pt x="1628" y="72"/>
                    <a:pt x="1356" y="184"/>
                    <a:pt x="1264" y="148"/>
                  </a:cubicBezTo>
                  <a:cubicBezTo>
                    <a:pt x="1172" y="112"/>
                    <a:pt x="804" y="112"/>
                    <a:pt x="752" y="72"/>
                  </a:cubicBezTo>
                  <a:cubicBezTo>
                    <a:pt x="700" y="32"/>
                    <a:pt x="348" y="68"/>
                    <a:pt x="288" y="40"/>
                  </a:cubicBezTo>
                  <a:cubicBezTo>
                    <a:pt x="228" y="12"/>
                    <a:pt x="48" y="48"/>
                    <a:pt x="0" y="0"/>
                  </a:cubicBezTo>
                  <a:close/>
                </a:path>
              </a:pathLst>
            </a:custGeom>
            <a:solidFill>
              <a:srgbClr val="EF34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6" name="Freeform 116">
              <a:extLst>
                <a:ext uri="{FF2B5EF4-FFF2-40B4-BE49-F238E27FC236}">
                  <a16:creationId xmlns:a16="http://schemas.microsoft.com/office/drawing/2014/main" id="{C334B3C6-4745-4FCA-8C95-2336A799D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052"/>
              <a:ext cx="2890" cy="295"/>
            </a:xfrm>
            <a:custGeom>
              <a:avLst/>
              <a:gdLst>
                <a:gd name="T0" fmla="*/ 0 w 1860"/>
                <a:gd name="T1" fmla="*/ 313 h 178"/>
                <a:gd name="T2" fmla="*/ 374 w 1860"/>
                <a:gd name="T3" fmla="*/ 133 h 178"/>
                <a:gd name="T4" fmla="*/ 603 w 1860"/>
                <a:gd name="T5" fmla="*/ 113 h 178"/>
                <a:gd name="T6" fmla="*/ 750 w 1860"/>
                <a:gd name="T7" fmla="*/ 41 h 178"/>
                <a:gd name="T8" fmla="*/ 825 w 1860"/>
                <a:gd name="T9" fmla="*/ 133 h 178"/>
                <a:gd name="T10" fmla="*/ 1139 w 1860"/>
                <a:gd name="T11" fmla="*/ 22 h 178"/>
                <a:gd name="T12" fmla="*/ 1456 w 1860"/>
                <a:gd name="T13" fmla="*/ 222 h 178"/>
                <a:gd name="T14" fmla="*/ 1875 w 1860"/>
                <a:gd name="T15" fmla="*/ 187 h 178"/>
                <a:gd name="T16" fmla="*/ 2728 w 1860"/>
                <a:gd name="T17" fmla="*/ 406 h 178"/>
                <a:gd name="T18" fmla="*/ 3047 w 1860"/>
                <a:gd name="T19" fmla="*/ 351 h 178"/>
                <a:gd name="T20" fmla="*/ 3448 w 1860"/>
                <a:gd name="T21" fmla="*/ 393 h 178"/>
                <a:gd name="T22" fmla="*/ 3888 w 1860"/>
                <a:gd name="T23" fmla="*/ 443 h 178"/>
                <a:gd name="T24" fmla="*/ 4526 w 1860"/>
                <a:gd name="T25" fmla="*/ 423 h 178"/>
                <a:gd name="T26" fmla="*/ 4817 w 1860"/>
                <a:gd name="T27" fmla="*/ 346 h 178"/>
                <a:gd name="T28" fmla="*/ 5266 w 1860"/>
                <a:gd name="T29" fmla="*/ 423 h 178"/>
                <a:gd name="T30" fmla="*/ 5764 w 1860"/>
                <a:gd name="T31" fmla="*/ 472 h 178"/>
                <a:gd name="T32" fmla="*/ 6063 w 1860"/>
                <a:gd name="T33" fmla="*/ 388 h 178"/>
                <a:gd name="T34" fmla="*/ 6647 w 1860"/>
                <a:gd name="T35" fmla="*/ 534 h 178"/>
                <a:gd name="T36" fmla="*/ 6976 w 1860"/>
                <a:gd name="T37" fmla="*/ 464 h 178"/>
                <a:gd name="T38" fmla="*/ 6260 w 1860"/>
                <a:gd name="T39" fmla="*/ 660 h 178"/>
                <a:gd name="T40" fmla="*/ 5688 w 1860"/>
                <a:gd name="T41" fmla="*/ 719 h 178"/>
                <a:gd name="T42" fmla="*/ 5040 w 1860"/>
                <a:gd name="T43" fmla="*/ 764 h 178"/>
                <a:gd name="T44" fmla="*/ 4727 w 1860"/>
                <a:gd name="T45" fmla="*/ 645 h 178"/>
                <a:gd name="T46" fmla="*/ 4368 w 1860"/>
                <a:gd name="T47" fmla="*/ 734 h 178"/>
                <a:gd name="T48" fmla="*/ 2791 w 1860"/>
                <a:gd name="T49" fmla="*/ 630 h 178"/>
                <a:gd name="T50" fmla="*/ 2296 w 1860"/>
                <a:gd name="T51" fmla="*/ 510 h 178"/>
                <a:gd name="T52" fmla="*/ 1726 w 1860"/>
                <a:gd name="T53" fmla="*/ 409 h 178"/>
                <a:gd name="T54" fmla="*/ 1321 w 1860"/>
                <a:gd name="T55" fmla="*/ 368 h 178"/>
                <a:gd name="T56" fmla="*/ 1063 w 1860"/>
                <a:gd name="T57" fmla="*/ 264 h 178"/>
                <a:gd name="T58" fmla="*/ 811 w 1860"/>
                <a:gd name="T59" fmla="*/ 318 h 178"/>
                <a:gd name="T60" fmla="*/ 570 w 1860"/>
                <a:gd name="T61" fmla="*/ 277 h 178"/>
                <a:gd name="T62" fmla="*/ 14 w 1860"/>
                <a:gd name="T63" fmla="*/ 368 h 1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60" h="178">
                  <a:moveTo>
                    <a:pt x="0" y="69"/>
                  </a:moveTo>
                  <a:cubicBezTo>
                    <a:pt x="30" y="83"/>
                    <a:pt x="70" y="35"/>
                    <a:pt x="100" y="29"/>
                  </a:cubicBezTo>
                  <a:cubicBezTo>
                    <a:pt x="123" y="24"/>
                    <a:pt x="138" y="30"/>
                    <a:pt x="161" y="25"/>
                  </a:cubicBezTo>
                  <a:cubicBezTo>
                    <a:pt x="174" y="22"/>
                    <a:pt x="185" y="7"/>
                    <a:pt x="200" y="9"/>
                  </a:cubicBezTo>
                  <a:cubicBezTo>
                    <a:pt x="210" y="10"/>
                    <a:pt x="210" y="28"/>
                    <a:pt x="220" y="29"/>
                  </a:cubicBezTo>
                  <a:cubicBezTo>
                    <a:pt x="254" y="34"/>
                    <a:pt x="270" y="0"/>
                    <a:pt x="304" y="5"/>
                  </a:cubicBezTo>
                  <a:cubicBezTo>
                    <a:pt x="340" y="10"/>
                    <a:pt x="347" y="47"/>
                    <a:pt x="388" y="49"/>
                  </a:cubicBezTo>
                  <a:cubicBezTo>
                    <a:pt x="424" y="51"/>
                    <a:pt x="463" y="41"/>
                    <a:pt x="500" y="41"/>
                  </a:cubicBezTo>
                  <a:cubicBezTo>
                    <a:pt x="582" y="41"/>
                    <a:pt x="649" y="71"/>
                    <a:pt x="727" y="89"/>
                  </a:cubicBezTo>
                  <a:cubicBezTo>
                    <a:pt x="763" y="97"/>
                    <a:pt x="779" y="78"/>
                    <a:pt x="812" y="77"/>
                  </a:cubicBezTo>
                  <a:cubicBezTo>
                    <a:pt x="847" y="76"/>
                    <a:pt x="881" y="88"/>
                    <a:pt x="919" y="86"/>
                  </a:cubicBezTo>
                  <a:cubicBezTo>
                    <a:pt x="960" y="84"/>
                    <a:pt x="995" y="96"/>
                    <a:pt x="1036" y="97"/>
                  </a:cubicBezTo>
                  <a:cubicBezTo>
                    <a:pt x="1093" y="98"/>
                    <a:pt x="1150" y="93"/>
                    <a:pt x="1207" y="93"/>
                  </a:cubicBezTo>
                  <a:cubicBezTo>
                    <a:pt x="1242" y="93"/>
                    <a:pt x="1255" y="82"/>
                    <a:pt x="1284" y="76"/>
                  </a:cubicBezTo>
                  <a:cubicBezTo>
                    <a:pt x="1322" y="68"/>
                    <a:pt x="1363" y="88"/>
                    <a:pt x="1404" y="93"/>
                  </a:cubicBezTo>
                  <a:cubicBezTo>
                    <a:pt x="1449" y="98"/>
                    <a:pt x="1492" y="104"/>
                    <a:pt x="1537" y="104"/>
                  </a:cubicBezTo>
                  <a:cubicBezTo>
                    <a:pt x="1570" y="104"/>
                    <a:pt x="1589" y="87"/>
                    <a:pt x="1616" y="85"/>
                  </a:cubicBezTo>
                  <a:cubicBezTo>
                    <a:pt x="1668" y="81"/>
                    <a:pt x="1719" y="116"/>
                    <a:pt x="1772" y="117"/>
                  </a:cubicBezTo>
                  <a:cubicBezTo>
                    <a:pt x="1804" y="117"/>
                    <a:pt x="1830" y="101"/>
                    <a:pt x="1860" y="102"/>
                  </a:cubicBezTo>
                  <a:cubicBezTo>
                    <a:pt x="1830" y="159"/>
                    <a:pt x="1723" y="145"/>
                    <a:pt x="1669" y="145"/>
                  </a:cubicBezTo>
                  <a:cubicBezTo>
                    <a:pt x="1616" y="145"/>
                    <a:pt x="1565" y="149"/>
                    <a:pt x="1516" y="158"/>
                  </a:cubicBezTo>
                  <a:cubicBezTo>
                    <a:pt x="1467" y="167"/>
                    <a:pt x="1393" y="178"/>
                    <a:pt x="1344" y="168"/>
                  </a:cubicBezTo>
                  <a:cubicBezTo>
                    <a:pt x="1312" y="162"/>
                    <a:pt x="1295" y="138"/>
                    <a:pt x="1260" y="142"/>
                  </a:cubicBezTo>
                  <a:cubicBezTo>
                    <a:pt x="1225" y="145"/>
                    <a:pt x="1202" y="163"/>
                    <a:pt x="1164" y="161"/>
                  </a:cubicBezTo>
                  <a:cubicBezTo>
                    <a:pt x="1026" y="154"/>
                    <a:pt x="880" y="154"/>
                    <a:pt x="744" y="138"/>
                  </a:cubicBezTo>
                  <a:cubicBezTo>
                    <a:pt x="699" y="133"/>
                    <a:pt x="656" y="113"/>
                    <a:pt x="612" y="112"/>
                  </a:cubicBezTo>
                  <a:cubicBezTo>
                    <a:pt x="560" y="111"/>
                    <a:pt x="510" y="101"/>
                    <a:pt x="460" y="90"/>
                  </a:cubicBezTo>
                  <a:cubicBezTo>
                    <a:pt x="421" y="81"/>
                    <a:pt x="392" y="81"/>
                    <a:pt x="352" y="81"/>
                  </a:cubicBezTo>
                  <a:cubicBezTo>
                    <a:pt x="330" y="81"/>
                    <a:pt x="289" y="85"/>
                    <a:pt x="283" y="58"/>
                  </a:cubicBezTo>
                  <a:cubicBezTo>
                    <a:pt x="259" y="52"/>
                    <a:pt x="240" y="68"/>
                    <a:pt x="216" y="70"/>
                  </a:cubicBezTo>
                  <a:cubicBezTo>
                    <a:pt x="194" y="72"/>
                    <a:pt x="176" y="60"/>
                    <a:pt x="152" y="61"/>
                  </a:cubicBezTo>
                  <a:cubicBezTo>
                    <a:pt x="103" y="63"/>
                    <a:pt x="53" y="84"/>
                    <a:pt x="4" y="81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7" name="Freeform 117">
              <a:extLst>
                <a:ext uri="{FF2B5EF4-FFF2-40B4-BE49-F238E27FC236}">
                  <a16:creationId xmlns:a16="http://schemas.microsoft.com/office/drawing/2014/main" id="{7D8811F3-A1F9-4AC6-BBC4-46A404A84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208"/>
              <a:ext cx="303" cy="52"/>
            </a:xfrm>
            <a:custGeom>
              <a:avLst/>
              <a:gdLst>
                <a:gd name="T0" fmla="*/ 0 w 195"/>
                <a:gd name="T1" fmla="*/ 70 h 31"/>
                <a:gd name="T2" fmla="*/ 68 w 195"/>
                <a:gd name="T3" fmla="*/ 5 h 31"/>
                <a:gd name="T4" fmla="*/ 169 w 195"/>
                <a:gd name="T5" fmla="*/ 42 h 31"/>
                <a:gd name="T6" fmla="*/ 258 w 195"/>
                <a:gd name="T7" fmla="*/ 37 h 31"/>
                <a:gd name="T8" fmla="*/ 305 w 195"/>
                <a:gd name="T9" fmla="*/ 65 h 31"/>
                <a:gd name="T10" fmla="*/ 350 w 195"/>
                <a:gd name="T11" fmla="*/ 49 h 31"/>
                <a:gd name="T12" fmla="*/ 536 w 195"/>
                <a:gd name="T13" fmla="*/ 37 h 31"/>
                <a:gd name="T14" fmla="*/ 594 w 195"/>
                <a:gd name="T15" fmla="*/ 57 h 31"/>
                <a:gd name="T16" fmla="*/ 650 w 195"/>
                <a:gd name="T17" fmla="*/ 57 h 31"/>
                <a:gd name="T18" fmla="*/ 732 w 195"/>
                <a:gd name="T19" fmla="*/ 84 h 31"/>
                <a:gd name="T20" fmla="*/ 562 w 195"/>
                <a:gd name="T21" fmla="*/ 117 h 31"/>
                <a:gd name="T22" fmla="*/ 340 w 195"/>
                <a:gd name="T23" fmla="*/ 141 h 31"/>
                <a:gd name="T24" fmla="*/ 252 w 195"/>
                <a:gd name="T25" fmla="*/ 124 h 31"/>
                <a:gd name="T26" fmla="*/ 154 w 195"/>
                <a:gd name="T27" fmla="*/ 117 h 31"/>
                <a:gd name="T28" fmla="*/ 30 w 195"/>
                <a:gd name="T29" fmla="*/ 109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5" h="31">
                  <a:moveTo>
                    <a:pt x="0" y="15"/>
                  </a:moveTo>
                  <a:cubicBezTo>
                    <a:pt x="5" y="16"/>
                    <a:pt x="10" y="2"/>
                    <a:pt x="18" y="1"/>
                  </a:cubicBezTo>
                  <a:cubicBezTo>
                    <a:pt x="28" y="0"/>
                    <a:pt x="35" y="8"/>
                    <a:pt x="45" y="9"/>
                  </a:cubicBezTo>
                  <a:cubicBezTo>
                    <a:pt x="53" y="10"/>
                    <a:pt x="61" y="5"/>
                    <a:pt x="69" y="8"/>
                  </a:cubicBezTo>
                  <a:cubicBezTo>
                    <a:pt x="73" y="9"/>
                    <a:pt x="76" y="13"/>
                    <a:pt x="81" y="14"/>
                  </a:cubicBezTo>
                  <a:cubicBezTo>
                    <a:pt x="85" y="14"/>
                    <a:pt x="89" y="11"/>
                    <a:pt x="93" y="10"/>
                  </a:cubicBezTo>
                  <a:cubicBezTo>
                    <a:pt x="108" y="6"/>
                    <a:pt x="128" y="5"/>
                    <a:pt x="143" y="8"/>
                  </a:cubicBezTo>
                  <a:cubicBezTo>
                    <a:pt x="148" y="9"/>
                    <a:pt x="153" y="11"/>
                    <a:pt x="158" y="12"/>
                  </a:cubicBezTo>
                  <a:cubicBezTo>
                    <a:pt x="163" y="12"/>
                    <a:pt x="168" y="12"/>
                    <a:pt x="173" y="12"/>
                  </a:cubicBezTo>
                  <a:cubicBezTo>
                    <a:pt x="180" y="13"/>
                    <a:pt x="189" y="15"/>
                    <a:pt x="195" y="18"/>
                  </a:cubicBezTo>
                  <a:cubicBezTo>
                    <a:pt x="181" y="17"/>
                    <a:pt x="164" y="22"/>
                    <a:pt x="150" y="25"/>
                  </a:cubicBezTo>
                  <a:cubicBezTo>
                    <a:pt x="130" y="29"/>
                    <a:pt x="111" y="31"/>
                    <a:pt x="91" y="30"/>
                  </a:cubicBezTo>
                  <a:cubicBezTo>
                    <a:pt x="83" y="29"/>
                    <a:pt x="75" y="27"/>
                    <a:pt x="67" y="26"/>
                  </a:cubicBezTo>
                  <a:cubicBezTo>
                    <a:pt x="58" y="25"/>
                    <a:pt x="49" y="27"/>
                    <a:pt x="41" y="25"/>
                  </a:cubicBezTo>
                  <a:cubicBezTo>
                    <a:pt x="30" y="23"/>
                    <a:pt x="18" y="21"/>
                    <a:pt x="8" y="23"/>
                  </a:cubicBezTo>
                </a:path>
              </a:pathLst>
            </a:custGeom>
            <a:solidFill>
              <a:srgbClr val="EF9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8" name="Freeform 118">
              <a:extLst>
                <a:ext uri="{FF2B5EF4-FFF2-40B4-BE49-F238E27FC236}">
                  <a16:creationId xmlns:a16="http://schemas.microsoft.com/office/drawing/2014/main" id="{8CBDCA83-63BE-447B-91AE-E3DD2668F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187"/>
              <a:ext cx="580" cy="102"/>
            </a:xfrm>
            <a:custGeom>
              <a:avLst/>
              <a:gdLst>
                <a:gd name="T0" fmla="*/ 0 w 373"/>
                <a:gd name="T1" fmla="*/ 151 h 62"/>
                <a:gd name="T2" fmla="*/ 241 w 373"/>
                <a:gd name="T3" fmla="*/ 151 h 62"/>
                <a:gd name="T4" fmla="*/ 421 w 373"/>
                <a:gd name="T5" fmla="*/ 125 h 62"/>
                <a:gd name="T6" fmla="*/ 781 w 373"/>
                <a:gd name="T7" fmla="*/ 133 h 62"/>
                <a:gd name="T8" fmla="*/ 1098 w 373"/>
                <a:gd name="T9" fmla="*/ 41 h 62"/>
                <a:gd name="T10" fmla="*/ 1214 w 373"/>
                <a:gd name="T11" fmla="*/ 133 h 62"/>
                <a:gd name="T12" fmla="*/ 1403 w 373"/>
                <a:gd name="T13" fmla="*/ 194 h 62"/>
                <a:gd name="T14" fmla="*/ 1023 w 373"/>
                <a:gd name="T15" fmla="*/ 165 h 62"/>
                <a:gd name="T16" fmla="*/ 812 w 373"/>
                <a:gd name="T17" fmla="*/ 248 h 62"/>
                <a:gd name="T18" fmla="*/ 662 w 373"/>
                <a:gd name="T19" fmla="*/ 214 h 62"/>
                <a:gd name="T20" fmla="*/ 317 w 373"/>
                <a:gd name="T21" fmla="*/ 222 h 62"/>
                <a:gd name="T22" fmla="*/ 30 w 373"/>
                <a:gd name="T23" fmla="*/ 194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3" h="62">
                  <a:moveTo>
                    <a:pt x="0" y="34"/>
                  </a:moveTo>
                  <a:cubicBezTo>
                    <a:pt x="14" y="40"/>
                    <a:pt x="47" y="35"/>
                    <a:pt x="64" y="34"/>
                  </a:cubicBezTo>
                  <a:cubicBezTo>
                    <a:pt x="80" y="34"/>
                    <a:pt x="94" y="26"/>
                    <a:pt x="112" y="28"/>
                  </a:cubicBezTo>
                  <a:cubicBezTo>
                    <a:pt x="141" y="30"/>
                    <a:pt x="179" y="35"/>
                    <a:pt x="208" y="30"/>
                  </a:cubicBezTo>
                  <a:cubicBezTo>
                    <a:pt x="233" y="26"/>
                    <a:pt x="265" y="0"/>
                    <a:pt x="292" y="9"/>
                  </a:cubicBezTo>
                  <a:cubicBezTo>
                    <a:pt x="303" y="13"/>
                    <a:pt x="310" y="27"/>
                    <a:pt x="323" y="30"/>
                  </a:cubicBezTo>
                  <a:cubicBezTo>
                    <a:pt x="341" y="35"/>
                    <a:pt x="356" y="34"/>
                    <a:pt x="373" y="44"/>
                  </a:cubicBezTo>
                  <a:cubicBezTo>
                    <a:pt x="338" y="62"/>
                    <a:pt x="307" y="29"/>
                    <a:pt x="272" y="37"/>
                  </a:cubicBezTo>
                  <a:cubicBezTo>
                    <a:pt x="253" y="42"/>
                    <a:pt x="237" y="57"/>
                    <a:pt x="216" y="56"/>
                  </a:cubicBezTo>
                  <a:cubicBezTo>
                    <a:pt x="202" y="55"/>
                    <a:pt x="192" y="49"/>
                    <a:pt x="176" y="48"/>
                  </a:cubicBezTo>
                  <a:cubicBezTo>
                    <a:pt x="145" y="47"/>
                    <a:pt x="114" y="50"/>
                    <a:pt x="84" y="50"/>
                  </a:cubicBezTo>
                  <a:cubicBezTo>
                    <a:pt x="57" y="50"/>
                    <a:pt x="35" y="35"/>
                    <a:pt x="8" y="44"/>
                  </a:cubicBezTo>
                </a:path>
              </a:pathLst>
            </a:custGeom>
            <a:solidFill>
              <a:srgbClr val="EF9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9" name="Freeform 119">
              <a:extLst>
                <a:ext uri="{FF2B5EF4-FFF2-40B4-BE49-F238E27FC236}">
                  <a16:creationId xmlns:a16="http://schemas.microsoft.com/office/drawing/2014/main" id="{E87159DB-2971-4553-B63A-9606C7857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216"/>
              <a:ext cx="393" cy="63"/>
            </a:xfrm>
            <a:custGeom>
              <a:avLst/>
              <a:gdLst>
                <a:gd name="T0" fmla="*/ 0 w 253"/>
                <a:gd name="T1" fmla="*/ 109 h 38"/>
                <a:gd name="T2" fmla="*/ 345 w 253"/>
                <a:gd name="T3" fmla="*/ 146 h 38"/>
                <a:gd name="T4" fmla="*/ 480 w 253"/>
                <a:gd name="T5" fmla="*/ 91 h 38"/>
                <a:gd name="T6" fmla="*/ 570 w 253"/>
                <a:gd name="T7" fmla="*/ 91 h 38"/>
                <a:gd name="T8" fmla="*/ 760 w 253"/>
                <a:gd name="T9" fmla="*/ 8 h 38"/>
                <a:gd name="T10" fmla="*/ 948 w 253"/>
                <a:gd name="T11" fmla="*/ 36 h 38"/>
                <a:gd name="T12" fmla="*/ 466 w 253"/>
                <a:gd name="T13" fmla="*/ 118 h 38"/>
                <a:gd name="T14" fmla="*/ 67 w 253"/>
                <a:gd name="T15" fmla="*/ 12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3" h="38">
                  <a:moveTo>
                    <a:pt x="0" y="24"/>
                  </a:moveTo>
                  <a:cubicBezTo>
                    <a:pt x="30" y="23"/>
                    <a:pt x="62" y="38"/>
                    <a:pt x="92" y="32"/>
                  </a:cubicBezTo>
                  <a:cubicBezTo>
                    <a:pt x="105" y="29"/>
                    <a:pt x="116" y="22"/>
                    <a:pt x="128" y="20"/>
                  </a:cubicBezTo>
                  <a:cubicBezTo>
                    <a:pt x="136" y="19"/>
                    <a:pt x="144" y="21"/>
                    <a:pt x="152" y="20"/>
                  </a:cubicBezTo>
                  <a:cubicBezTo>
                    <a:pt x="170" y="17"/>
                    <a:pt x="186" y="4"/>
                    <a:pt x="203" y="2"/>
                  </a:cubicBezTo>
                  <a:cubicBezTo>
                    <a:pt x="219" y="0"/>
                    <a:pt x="238" y="7"/>
                    <a:pt x="253" y="8"/>
                  </a:cubicBezTo>
                  <a:cubicBezTo>
                    <a:pt x="226" y="35"/>
                    <a:pt x="160" y="17"/>
                    <a:pt x="124" y="26"/>
                  </a:cubicBezTo>
                  <a:cubicBezTo>
                    <a:pt x="84" y="36"/>
                    <a:pt x="57" y="34"/>
                    <a:pt x="18" y="28"/>
                  </a:cubicBezTo>
                </a:path>
              </a:pathLst>
            </a:custGeom>
            <a:solidFill>
              <a:srgbClr val="EF9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0" name="Freeform 120">
              <a:extLst>
                <a:ext uri="{FF2B5EF4-FFF2-40B4-BE49-F238E27FC236}">
                  <a16:creationId xmlns:a16="http://schemas.microsoft.com/office/drawing/2014/main" id="{E6D598DF-6414-4A4A-88FB-EECC353C3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163"/>
              <a:ext cx="509" cy="75"/>
            </a:xfrm>
            <a:custGeom>
              <a:avLst/>
              <a:gdLst>
                <a:gd name="T0" fmla="*/ 1233 w 327"/>
                <a:gd name="T1" fmla="*/ 158 h 45"/>
                <a:gd name="T2" fmla="*/ 1127 w 327"/>
                <a:gd name="T3" fmla="*/ 195 h 45"/>
                <a:gd name="T4" fmla="*/ 970 w 327"/>
                <a:gd name="T5" fmla="*/ 203 h 45"/>
                <a:gd name="T6" fmla="*/ 795 w 327"/>
                <a:gd name="T7" fmla="*/ 158 h 45"/>
                <a:gd name="T8" fmla="*/ 630 w 327"/>
                <a:gd name="T9" fmla="*/ 138 h 45"/>
                <a:gd name="T10" fmla="*/ 260 w 327"/>
                <a:gd name="T11" fmla="*/ 50 h 45"/>
                <a:gd name="T12" fmla="*/ 0 w 327"/>
                <a:gd name="T13" fmla="*/ 20 h 45"/>
                <a:gd name="T14" fmla="*/ 388 w 327"/>
                <a:gd name="T15" fmla="*/ 8 h 45"/>
                <a:gd name="T16" fmla="*/ 719 w 327"/>
                <a:gd name="T17" fmla="*/ 130 h 45"/>
                <a:gd name="T18" fmla="*/ 1009 w 327"/>
                <a:gd name="T19" fmla="*/ 145 h 45"/>
                <a:gd name="T20" fmla="*/ 1205 w 327"/>
                <a:gd name="T21" fmla="*/ 158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7" h="45">
                  <a:moveTo>
                    <a:pt x="327" y="34"/>
                  </a:moveTo>
                  <a:cubicBezTo>
                    <a:pt x="316" y="33"/>
                    <a:pt x="310" y="40"/>
                    <a:pt x="299" y="42"/>
                  </a:cubicBezTo>
                  <a:cubicBezTo>
                    <a:pt x="286" y="45"/>
                    <a:pt x="270" y="43"/>
                    <a:pt x="257" y="44"/>
                  </a:cubicBezTo>
                  <a:cubicBezTo>
                    <a:pt x="237" y="45"/>
                    <a:pt x="228" y="40"/>
                    <a:pt x="211" y="34"/>
                  </a:cubicBezTo>
                  <a:cubicBezTo>
                    <a:pt x="196" y="29"/>
                    <a:pt x="183" y="31"/>
                    <a:pt x="167" y="30"/>
                  </a:cubicBezTo>
                  <a:cubicBezTo>
                    <a:pt x="134" y="28"/>
                    <a:pt x="103" y="16"/>
                    <a:pt x="69" y="11"/>
                  </a:cubicBezTo>
                  <a:cubicBezTo>
                    <a:pt x="47" y="8"/>
                    <a:pt x="23" y="4"/>
                    <a:pt x="0" y="4"/>
                  </a:cubicBezTo>
                  <a:cubicBezTo>
                    <a:pt x="34" y="5"/>
                    <a:pt x="69" y="0"/>
                    <a:pt x="103" y="2"/>
                  </a:cubicBezTo>
                  <a:cubicBezTo>
                    <a:pt x="136" y="4"/>
                    <a:pt x="161" y="24"/>
                    <a:pt x="191" y="28"/>
                  </a:cubicBezTo>
                  <a:cubicBezTo>
                    <a:pt x="214" y="31"/>
                    <a:pt x="244" y="32"/>
                    <a:pt x="267" y="31"/>
                  </a:cubicBezTo>
                  <a:cubicBezTo>
                    <a:pt x="281" y="31"/>
                    <a:pt x="307" y="43"/>
                    <a:pt x="319" y="34"/>
                  </a:cubicBezTo>
                </a:path>
              </a:pathLst>
            </a:custGeom>
            <a:solidFill>
              <a:srgbClr val="EF9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1" name="Freeform 121">
              <a:extLst>
                <a:ext uri="{FF2B5EF4-FFF2-40B4-BE49-F238E27FC236}">
                  <a16:creationId xmlns:a16="http://schemas.microsoft.com/office/drawing/2014/main" id="{FCEB9D8A-347B-4E6E-8EEF-09FDB7FB1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095"/>
              <a:ext cx="381" cy="67"/>
            </a:xfrm>
            <a:custGeom>
              <a:avLst/>
              <a:gdLst>
                <a:gd name="T0" fmla="*/ 921 w 245"/>
                <a:gd name="T1" fmla="*/ 137 h 40"/>
                <a:gd name="T2" fmla="*/ 636 w 245"/>
                <a:gd name="T3" fmla="*/ 22 h 40"/>
                <a:gd name="T4" fmla="*/ 426 w 245"/>
                <a:gd name="T5" fmla="*/ 70 h 40"/>
                <a:gd name="T6" fmla="*/ 319 w 245"/>
                <a:gd name="T7" fmla="*/ 22 h 40"/>
                <a:gd name="T8" fmla="*/ 222 w 245"/>
                <a:gd name="T9" fmla="*/ 75 h 40"/>
                <a:gd name="T10" fmla="*/ 0 w 245"/>
                <a:gd name="T11" fmla="*/ 99 h 40"/>
                <a:gd name="T12" fmla="*/ 266 w 245"/>
                <a:gd name="T13" fmla="*/ 99 h 40"/>
                <a:gd name="T14" fmla="*/ 365 w 245"/>
                <a:gd name="T15" fmla="*/ 95 h 40"/>
                <a:gd name="T16" fmla="*/ 462 w 245"/>
                <a:gd name="T17" fmla="*/ 109 h 40"/>
                <a:gd name="T18" fmla="*/ 672 w 245"/>
                <a:gd name="T19" fmla="*/ 70 h 40"/>
                <a:gd name="T20" fmla="*/ 883 w 245"/>
                <a:gd name="T21" fmla="*/ 154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40">
                  <a:moveTo>
                    <a:pt x="245" y="29"/>
                  </a:moveTo>
                  <a:cubicBezTo>
                    <a:pt x="220" y="40"/>
                    <a:pt x="193" y="11"/>
                    <a:pt x="169" y="5"/>
                  </a:cubicBezTo>
                  <a:cubicBezTo>
                    <a:pt x="148" y="0"/>
                    <a:pt x="134" y="17"/>
                    <a:pt x="113" y="15"/>
                  </a:cubicBezTo>
                  <a:cubicBezTo>
                    <a:pt x="104" y="14"/>
                    <a:pt x="94" y="5"/>
                    <a:pt x="85" y="5"/>
                  </a:cubicBezTo>
                  <a:cubicBezTo>
                    <a:pt x="72" y="5"/>
                    <a:pt x="70" y="12"/>
                    <a:pt x="59" y="16"/>
                  </a:cubicBezTo>
                  <a:cubicBezTo>
                    <a:pt x="42" y="23"/>
                    <a:pt x="18" y="20"/>
                    <a:pt x="0" y="21"/>
                  </a:cubicBezTo>
                  <a:cubicBezTo>
                    <a:pt x="18" y="27"/>
                    <a:pt x="50" y="23"/>
                    <a:pt x="71" y="21"/>
                  </a:cubicBezTo>
                  <a:cubicBezTo>
                    <a:pt x="82" y="20"/>
                    <a:pt x="87" y="19"/>
                    <a:pt x="97" y="20"/>
                  </a:cubicBezTo>
                  <a:cubicBezTo>
                    <a:pt x="105" y="20"/>
                    <a:pt x="113" y="25"/>
                    <a:pt x="123" y="23"/>
                  </a:cubicBezTo>
                  <a:cubicBezTo>
                    <a:pt x="142" y="20"/>
                    <a:pt x="157" y="13"/>
                    <a:pt x="179" y="15"/>
                  </a:cubicBezTo>
                  <a:cubicBezTo>
                    <a:pt x="200" y="17"/>
                    <a:pt x="215" y="30"/>
                    <a:pt x="235" y="33"/>
                  </a:cubicBezTo>
                </a:path>
              </a:pathLst>
            </a:custGeom>
            <a:solidFill>
              <a:srgbClr val="EF9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2" name="Freeform 122">
              <a:extLst>
                <a:ext uri="{FF2B5EF4-FFF2-40B4-BE49-F238E27FC236}">
                  <a16:creationId xmlns:a16="http://schemas.microsoft.com/office/drawing/2014/main" id="{B0C33C56-4A0B-4784-B50A-C9384ECF8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061"/>
              <a:ext cx="20" cy="329"/>
            </a:xfrm>
            <a:custGeom>
              <a:avLst/>
              <a:gdLst>
                <a:gd name="T0" fmla="*/ 22 w 13"/>
                <a:gd name="T1" fmla="*/ 0 h 199"/>
                <a:gd name="T2" fmla="*/ 22 w 13"/>
                <a:gd name="T3" fmla="*/ 448 h 199"/>
                <a:gd name="T4" fmla="*/ 35 w 13"/>
                <a:gd name="T5" fmla="*/ 899 h 199"/>
                <a:gd name="T6" fmla="*/ 43 w 13"/>
                <a:gd name="T7" fmla="*/ 582 h 199"/>
                <a:gd name="T8" fmla="*/ 12 w 13"/>
                <a:gd name="T9" fmla="*/ 347 h 199"/>
                <a:gd name="T10" fmla="*/ 14 w 13"/>
                <a:gd name="T11" fmla="*/ 50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99">
                  <a:moveTo>
                    <a:pt x="6" y="0"/>
                  </a:moveTo>
                  <a:cubicBezTo>
                    <a:pt x="6" y="33"/>
                    <a:pt x="5" y="66"/>
                    <a:pt x="6" y="99"/>
                  </a:cubicBezTo>
                  <a:cubicBezTo>
                    <a:pt x="6" y="129"/>
                    <a:pt x="0" y="170"/>
                    <a:pt x="10" y="199"/>
                  </a:cubicBezTo>
                  <a:cubicBezTo>
                    <a:pt x="10" y="175"/>
                    <a:pt x="13" y="152"/>
                    <a:pt x="12" y="129"/>
                  </a:cubicBezTo>
                  <a:cubicBezTo>
                    <a:pt x="11" y="111"/>
                    <a:pt x="3" y="95"/>
                    <a:pt x="3" y="77"/>
                  </a:cubicBezTo>
                  <a:cubicBezTo>
                    <a:pt x="2" y="62"/>
                    <a:pt x="8" y="18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3" name="Freeform 123">
              <a:extLst>
                <a:ext uri="{FF2B5EF4-FFF2-40B4-BE49-F238E27FC236}">
                  <a16:creationId xmlns:a16="http://schemas.microsoft.com/office/drawing/2014/main" id="{468FBBE4-5BC9-4A5F-A5D5-D6FE95526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3129"/>
              <a:ext cx="18" cy="187"/>
            </a:xfrm>
            <a:custGeom>
              <a:avLst/>
              <a:gdLst>
                <a:gd name="T0" fmla="*/ 0 w 12"/>
                <a:gd name="T1" fmla="*/ 0 h 113"/>
                <a:gd name="T2" fmla="*/ 12 w 12"/>
                <a:gd name="T3" fmla="*/ 271 h 113"/>
                <a:gd name="T4" fmla="*/ 26 w 12"/>
                <a:gd name="T5" fmla="*/ 511 h 113"/>
                <a:gd name="T6" fmla="*/ 14 w 12"/>
                <a:gd name="T7" fmla="*/ 6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3">
                  <a:moveTo>
                    <a:pt x="0" y="0"/>
                  </a:moveTo>
                  <a:cubicBezTo>
                    <a:pt x="0" y="20"/>
                    <a:pt x="3" y="40"/>
                    <a:pt x="3" y="60"/>
                  </a:cubicBezTo>
                  <a:cubicBezTo>
                    <a:pt x="3" y="76"/>
                    <a:pt x="0" y="98"/>
                    <a:pt x="7" y="113"/>
                  </a:cubicBezTo>
                  <a:cubicBezTo>
                    <a:pt x="2" y="80"/>
                    <a:pt x="12" y="44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4" name="Freeform 124">
              <a:extLst>
                <a:ext uri="{FF2B5EF4-FFF2-40B4-BE49-F238E27FC236}">
                  <a16:creationId xmlns:a16="http://schemas.microsoft.com/office/drawing/2014/main" id="{DFF673F3-A565-43C9-89DA-1C927F2D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081"/>
              <a:ext cx="9" cy="301"/>
            </a:xfrm>
            <a:custGeom>
              <a:avLst/>
              <a:gdLst>
                <a:gd name="T0" fmla="*/ 0 w 6"/>
                <a:gd name="T1" fmla="*/ 0 h 182"/>
                <a:gd name="T2" fmla="*/ 21 w 6"/>
                <a:gd name="T3" fmla="*/ 824 h 182"/>
                <a:gd name="T4" fmla="*/ 0 w 6"/>
                <a:gd name="T5" fmla="*/ 71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2">
                  <a:moveTo>
                    <a:pt x="0" y="0"/>
                  </a:moveTo>
                  <a:cubicBezTo>
                    <a:pt x="0" y="62"/>
                    <a:pt x="3" y="122"/>
                    <a:pt x="6" y="182"/>
                  </a:cubicBezTo>
                  <a:cubicBezTo>
                    <a:pt x="6" y="125"/>
                    <a:pt x="0" y="71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5" name="Freeform 125">
              <a:extLst>
                <a:ext uri="{FF2B5EF4-FFF2-40B4-BE49-F238E27FC236}">
                  <a16:creationId xmlns:a16="http://schemas.microsoft.com/office/drawing/2014/main" id="{7229F6EB-36FE-498E-B0A2-DF31E4101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147"/>
              <a:ext cx="11" cy="147"/>
            </a:xfrm>
            <a:custGeom>
              <a:avLst/>
              <a:gdLst>
                <a:gd name="T0" fmla="*/ 5 w 7"/>
                <a:gd name="T1" fmla="*/ 0 h 89"/>
                <a:gd name="T2" fmla="*/ 27 w 7"/>
                <a:gd name="T3" fmla="*/ 401 h 89"/>
                <a:gd name="T4" fmla="*/ 5 w 7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9">
                  <a:moveTo>
                    <a:pt x="1" y="0"/>
                  </a:moveTo>
                  <a:cubicBezTo>
                    <a:pt x="0" y="30"/>
                    <a:pt x="7" y="59"/>
                    <a:pt x="7" y="89"/>
                  </a:cubicBezTo>
                  <a:cubicBezTo>
                    <a:pt x="3" y="64"/>
                    <a:pt x="0" y="9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6" name="Freeform 126">
              <a:extLst>
                <a:ext uri="{FF2B5EF4-FFF2-40B4-BE49-F238E27FC236}">
                  <a16:creationId xmlns:a16="http://schemas.microsoft.com/office/drawing/2014/main" id="{7FE9311C-FA39-49DD-9ABC-E88918C4A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3153"/>
              <a:ext cx="29" cy="184"/>
            </a:xfrm>
            <a:custGeom>
              <a:avLst/>
              <a:gdLst>
                <a:gd name="T0" fmla="*/ 0 w 19"/>
                <a:gd name="T1" fmla="*/ 0 h 111"/>
                <a:gd name="T2" fmla="*/ 12 w 19"/>
                <a:gd name="T3" fmla="*/ 55 h 111"/>
                <a:gd name="T4" fmla="*/ 32 w 19"/>
                <a:gd name="T5" fmla="*/ 285 h 111"/>
                <a:gd name="T6" fmla="*/ 67 w 19"/>
                <a:gd name="T7" fmla="*/ 506 h 111"/>
                <a:gd name="T8" fmla="*/ 47 w 19"/>
                <a:gd name="T9" fmla="*/ 283 h 111"/>
                <a:gd name="T10" fmla="*/ 18 w 19"/>
                <a:gd name="T11" fmla="*/ 124 h 111"/>
                <a:gd name="T12" fmla="*/ 8 w 19"/>
                <a:gd name="T13" fmla="*/ 5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1">
                  <a:moveTo>
                    <a:pt x="0" y="0"/>
                  </a:moveTo>
                  <a:cubicBezTo>
                    <a:pt x="1" y="2"/>
                    <a:pt x="2" y="9"/>
                    <a:pt x="3" y="12"/>
                  </a:cubicBezTo>
                  <a:cubicBezTo>
                    <a:pt x="6" y="29"/>
                    <a:pt x="8" y="46"/>
                    <a:pt x="9" y="63"/>
                  </a:cubicBezTo>
                  <a:cubicBezTo>
                    <a:pt x="10" y="80"/>
                    <a:pt x="11" y="96"/>
                    <a:pt x="19" y="111"/>
                  </a:cubicBezTo>
                  <a:cubicBezTo>
                    <a:pt x="12" y="95"/>
                    <a:pt x="14" y="78"/>
                    <a:pt x="13" y="62"/>
                  </a:cubicBezTo>
                  <a:cubicBezTo>
                    <a:pt x="12" y="50"/>
                    <a:pt x="8" y="38"/>
                    <a:pt x="5" y="27"/>
                  </a:cubicBezTo>
                  <a:cubicBezTo>
                    <a:pt x="2" y="18"/>
                    <a:pt x="2" y="1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7" name="Freeform 127">
              <a:extLst>
                <a:ext uri="{FF2B5EF4-FFF2-40B4-BE49-F238E27FC236}">
                  <a16:creationId xmlns:a16="http://schemas.microsoft.com/office/drawing/2014/main" id="{1EFAB1F6-4F49-4ECC-8473-CF4FE87EA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170"/>
              <a:ext cx="7" cy="171"/>
            </a:xfrm>
            <a:custGeom>
              <a:avLst/>
              <a:gdLst>
                <a:gd name="T0" fmla="*/ 1 w 5"/>
                <a:gd name="T1" fmla="*/ 0 h 103"/>
                <a:gd name="T2" fmla="*/ 6 w 5"/>
                <a:gd name="T3" fmla="*/ 262 h 103"/>
                <a:gd name="T4" fmla="*/ 1 w 5"/>
                <a:gd name="T5" fmla="*/ 430 h 103"/>
                <a:gd name="T6" fmla="*/ 6 w 5"/>
                <a:gd name="T7" fmla="*/ 471 h 103"/>
                <a:gd name="T8" fmla="*/ 8 w 5"/>
                <a:gd name="T9" fmla="*/ 116 h 103"/>
                <a:gd name="T10" fmla="*/ 6 w 5"/>
                <a:gd name="T11" fmla="*/ 22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03">
                  <a:moveTo>
                    <a:pt x="1" y="0"/>
                  </a:moveTo>
                  <a:cubicBezTo>
                    <a:pt x="1" y="19"/>
                    <a:pt x="2" y="38"/>
                    <a:pt x="2" y="57"/>
                  </a:cubicBezTo>
                  <a:cubicBezTo>
                    <a:pt x="3" y="70"/>
                    <a:pt x="1" y="82"/>
                    <a:pt x="1" y="94"/>
                  </a:cubicBezTo>
                  <a:cubicBezTo>
                    <a:pt x="1" y="97"/>
                    <a:pt x="0" y="100"/>
                    <a:pt x="2" y="103"/>
                  </a:cubicBezTo>
                  <a:cubicBezTo>
                    <a:pt x="3" y="77"/>
                    <a:pt x="2" y="51"/>
                    <a:pt x="3" y="25"/>
                  </a:cubicBezTo>
                  <a:cubicBezTo>
                    <a:pt x="3" y="20"/>
                    <a:pt x="5" y="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8" name="Freeform 128">
              <a:extLst>
                <a:ext uri="{FF2B5EF4-FFF2-40B4-BE49-F238E27FC236}">
                  <a16:creationId xmlns:a16="http://schemas.microsoft.com/office/drawing/2014/main" id="{6CC0A0BC-3DBA-4B2A-81E2-D9E62A127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173"/>
              <a:ext cx="12" cy="163"/>
            </a:xfrm>
            <a:custGeom>
              <a:avLst/>
              <a:gdLst>
                <a:gd name="T0" fmla="*/ 12 w 8"/>
                <a:gd name="T1" fmla="*/ 5 h 98"/>
                <a:gd name="T2" fmla="*/ 14 w 8"/>
                <a:gd name="T3" fmla="*/ 230 h 98"/>
                <a:gd name="T4" fmla="*/ 27 w 8"/>
                <a:gd name="T5" fmla="*/ 451 h 98"/>
                <a:gd name="T6" fmla="*/ 26 w 8"/>
                <a:gd name="T7" fmla="*/ 359 h 98"/>
                <a:gd name="T8" fmla="*/ 21 w 8"/>
                <a:gd name="T9" fmla="*/ 151 h 98"/>
                <a:gd name="T10" fmla="*/ 8 w 8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8">
                  <a:moveTo>
                    <a:pt x="3" y="1"/>
                  </a:moveTo>
                  <a:cubicBezTo>
                    <a:pt x="3" y="17"/>
                    <a:pt x="4" y="34"/>
                    <a:pt x="4" y="50"/>
                  </a:cubicBezTo>
                  <a:cubicBezTo>
                    <a:pt x="4" y="65"/>
                    <a:pt x="4" y="82"/>
                    <a:pt x="8" y="98"/>
                  </a:cubicBezTo>
                  <a:cubicBezTo>
                    <a:pt x="8" y="91"/>
                    <a:pt x="8" y="85"/>
                    <a:pt x="7" y="78"/>
                  </a:cubicBezTo>
                  <a:cubicBezTo>
                    <a:pt x="5" y="63"/>
                    <a:pt x="7" y="48"/>
                    <a:pt x="6" y="33"/>
                  </a:cubicBezTo>
                  <a:cubicBezTo>
                    <a:pt x="5" y="22"/>
                    <a:pt x="0" y="1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9" name="Freeform 129">
              <a:extLst>
                <a:ext uri="{FF2B5EF4-FFF2-40B4-BE49-F238E27FC236}">
                  <a16:creationId xmlns:a16="http://schemas.microsoft.com/office/drawing/2014/main" id="{EB887883-045F-4BF1-A05C-47C6461A9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820"/>
              <a:ext cx="3138" cy="778"/>
            </a:xfrm>
            <a:custGeom>
              <a:avLst/>
              <a:gdLst>
                <a:gd name="T0" fmla="*/ 0 w 2020"/>
                <a:gd name="T1" fmla="*/ 936 h 469"/>
                <a:gd name="T2" fmla="*/ 405 w 2020"/>
                <a:gd name="T3" fmla="*/ 479 h 469"/>
                <a:gd name="T4" fmla="*/ 1035 w 2020"/>
                <a:gd name="T5" fmla="*/ 262 h 469"/>
                <a:gd name="T6" fmla="*/ 1409 w 2020"/>
                <a:gd name="T7" fmla="*/ 206 h 469"/>
                <a:gd name="T8" fmla="*/ 2071 w 2020"/>
                <a:gd name="T9" fmla="*/ 187 h 469"/>
                <a:gd name="T10" fmla="*/ 3239 w 2020"/>
                <a:gd name="T11" fmla="*/ 206 h 469"/>
                <a:gd name="T12" fmla="*/ 4634 w 2020"/>
                <a:gd name="T13" fmla="*/ 279 h 469"/>
                <a:gd name="T14" fmla="*/ 5445 w 2020"/>
                <a:gd name="T15" fmla="*/ 206 h 469"/>
                <a:gd name="T16" fmla="*/ 6088 w 2020"/>
                <a:gd name="T17" fmla="*/ 76 h 469"/>
                <a:gd name="T18" fmla="*/ 7228 w 2020"/>
                <a:gd name="T19" fmla="*/ 368 h 469"/>
                <a:gd name="T20" fmla="*/ 7452 w 2020"/>
                <a:gd name="T21" fmla="*/ 625 h 469"/>
                <a:gd name="T22" fmla="*/ 7483 w 2020"/>
                <a:gd name="T23" fmla="*/ 1246 h 469"/>
                <a:gd name="T24" fmla="*/ 7182 w 2020"/>
                <a:gd name="T25" fmla="*/ 1813 h 469"/>
                <a:gd name="T26" fmla="*/ 6343 w 2020"/>
                <a:gd name="T27" fmla="*/ 2050 h 469"/>
                <a:gd name="T28" fmla="*/ 4993 w 2020"/>
                <a:gd name="T29" fmla="*/ 1959 h 469"/>
                <a:gd name="T30" fmla="*/ 3135 w 2020"/>
                <a:gd name="T31" fmla="*/ 1665 h 469"/>
                <a:gd name="T32" fmla="*/ 2473 w 2020"/>
                <a:gd name="T33" fmla="*/ 1558 h 469"/>
                <a:gd name="T34" fmla="*/ 1740 w 2020"/>
                <a:gd name="T35" fmla="*/ 1357 h 469"/>
                <a:gd name="T36" fmla="*/ 121 w 2020"/>
                <a:gd name="T37" fmla="*/ 1266 h 469"/>
                <a:gd name="T38" fmla="*/ 0 w 2020"/>
                <a:gd name="T39" fmla="*/ 936 h 4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20" h="469">
                  <a:moveTo>
                    <a:pt x="0" y="205"/>
                  </a:moveTo>
                  <a:cubicBezTo>
                    <a:pt x="0" y="205"/>
                    <a:pt x="32" y="121"/>
                    <a:pt x="108" y="105"/>
                  </a:cubicBezTo>
                  <a:cubicBezTo>
                    <a:pt x="184" y="89"/>
                    <a:pt x="248" y="45"/>
                    <a:pt x="276" y="57"/>
                  </a:cubicBezTo>
                  <a:cubicBezTo>
                    <a:pt x="304" y="69"/>
                    <a:pt x="340" y="41"/>
                    <a:pt x="376" y="45"/>
                  </a:cubicBezTo>
                  <a:cubicBezTo>
                    <a:pt x="412" y="49"/>
                    <a:pt x="500" y="29"/>
                    <a:pt x="552" y="41"/>
                  </a:cubicBezTo>
                  <a:cubicBezTo>
                    <a:pt x="604" y="53"/>
                    <a:pt x="792" y="25"/>
                    <a:pt x="864" y="45"/>
                  </a:cubicBezTo>
                  <a:cubicBezTo>
                    <a:pt x="936" y="65"/>
                    <a:pt x="1156" y="57"/>
                    <a:pt x="1236" y="61"/>
                  </a:cubicBezTo>
                  <a:cubicBezTo>
                    <a:pt x="1316" y="65"/>
                    <a:pt x="1392" y="33"/>
                    <a:pt x="1452" y="45"/>
                  </a:cubicBezTo>
                  <a:cubicBezTo>
                    <a:pt x="1512" y="57"/>
                    <a:pt x="1584" y="9"/>
                    <a:pt x="1624" y="17"/>
                  </a:cubicBezTo>
                  <a:cubicBezTo>
                    <a:pt x="1664" y="25"/>
                    <a:pt x="1826" y="0"/>
                    <a:pt x="1928" y="81"/>
                  </a:cubicBezTo>
                  <a:cubicBezTo>
                    <a:pt x="1948" y="97"/>
                    <a:pt x="1984" y="117"/>
                    <a:pt x="1988" y="137"/>
                  </a:cubicBezTo>
                  <a:cubicBezTo>
                    <a:pt x="1992" y="157"/>
                    <a:pt x="2020" y="221"/>
                    <a:pt x="1996" y="273"/>
                  </a:cubicBezTo>
                  <a:cubicBezTo>
                    <a:pt x="1972" y="325"/>
                    <a:pt x="1980" y="381"/>
                    <a:pt x="1916" y="397"/>
                  </a:cubicBezTo>
                  <a:cubicBezTo>
                    <a:pt x="1852" y="413"/>
                    <a:pt x="1740" y="469"/>
                    <a:pt x="1692" y="449"/>
                  </a:cubicBezTo>
                  <a:cubicBezTo>
                    <a:pt x="1644" y="429"/>
                    <a:pt x="1500" y="461"/>
                    <a:pt x="1332" y="429"/>
                  </a:cubicBezTo>
                  <a:cubicBezTo>
                    <a:pt x="1164" y="397"/>
                    <a:pt x="904" y="389"/>
                    <a:pt x="836" y="365"/>
                  </a:cubicBezTo>
                  <a:cubicBezTo>
                    <a:pt x="768" y="341"/>
                    <a:pt x="716" y="369"/>
                    <a:pt x="660" y="341"/>
                  </a:cubicBezTo>
                  <a:cubicBezTo>
                    <a:pt x="604" y="313"/>
                    <a:pt x="556" y="341"/>
                    <a:pt x="464" y="297"/>
                  </a:cubicBezTo>
                  <a:cubicBezTo>
                    <a:pt x="411" y="272"/>
                    <a:pt x="64" y="309"/>
                    <a:pt x="32" y="277"/>
                  </a:cubicBezTo>
                  <a:cubicBezTo>
                    <a:pt x="0" y="245"/>
                    <a:pt x="0" y="205"/>
                    <a:pt x="0" y="205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0" name="Freeform 130">
              <a:extLst>
                <a:ext uri="{FF2B5EF4-FFF2-40B4-BE49-F238E27FC236}">
                  <a16:creationId xmlns:a16="http://schemas.microsoft.com/office/drawing/2014/main" id="{CE623ECF-49DA-4C3A-9010-DDD77124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935"/>
              <a:ext cx="32" cy="185"/>
            </a:xfrm>
            <a:custGeom>
              <a:avLst/>
              <a:gdLst>
                <a:gd name="T0" fmla="*/ 18 w 21"/>
                <a:gd name="T1" fmla="*/ 0 h 112"/>
                <a:gd name="T2" fmla="*/ 41 w 21"/>
                <a:gd name="T3" fmla="*/ 505 h 112"/>
                <a:gd name="T4" fmla="*/ 26 w 21"/>
                <a:gd name="T5" fmla="*/ 208 h 112"/>
                <a:gd name="T6" fmla="*/ 5 w 21"/>
                <a:gd name="T7" fmla="*/ 2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2">
                  <a:moveTo>
                    <a:pt x="5" y="0"/>
                  </a:moveTo>
                  <a:cubicBezTo>
                    <a:pt x="21" y="28"/>
                    <a:pt x="11" y="80"/>
                    <a:pt x="12" y="112"/>
                  </a:cubicBezTo>
                  <a:cubicBezTo>
                    <a:pt x="4" y="91"/>
                    <a:pt x="9" y="67"/>
                    <a:pt x="7" y="46"/>
                  </a:cubicBezTo>
                  <a:cubicBezTo>
                    <a:pt x="5" y="32"/>
                    <a:pt x="0" y="18"/>
                    <a:pt x="1" y="4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1" name="Freeform 131">
              <a:extLst>
                <a:ext uri="{FF2B5EF4-FFF2-40B4-BE49-F238E27FC236}">
                  <a16:creationId xmlns:a16="http://schemas.microsoft.com/office/drawing/2014/main" id="{B0B359CF-536F-4C6F-BFA0-50B966CF0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964"/>
              <a:ext cx="30" cy="204"/>
            </a:xfrm>
            <a:custGeom>
              <a:avLst/>
              <a:gdLst>
                <a:gd name="T0" fmla="*/ 5 w 19"/>
                <a:gd name="T1" fmla="*/ 0 h 123"/>
                <a:gd name="T2" fmla="*/ 27 w 19"/>
                <a:gd name="T3" fmla="*/ 561 h 123"/>
                <a:gd name="T4" fmla="*/ 0 w 19"/>
                <a:gd name="T5" fmla="*/ 5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3">
                  <a:moveTo>
                    <a:pt x="1" y="0"/>
                  </a:moveTo>
                  <a:cubicBezTo>
                    <a:pt x="19" y="30"/>
                    <a:pt x="7" y="89"/>
                    <a:pt x="7" y="123"/>
                  </a:cubicBezTo>
                  <a:cubicBezTo>
                    <a:pt x="4" y="82"/>
                    <a:pt x="10" y="41"/>
                    <a:pt x="0" y="1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2" name="Freeform 132">
              <a:extLst>
                <a:ext uri="{FF2B5EF4-FFF2-40B4-BE49-F238E27FC236}">
                  <a16:creationId xmlns:a16="http://schemas.microsoft.com/office/drawing/2014/main" id="{2D79D3E3-9B87-4C8C-ACF0-E23A06D07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981"/>
              <a:ext cx="54" cy="275"/>
            </a:xfrm>
            <a:custGeom>
              <a:avLst/>
              <a:gdLst>
                <a:gd name="T0" fmla="*/ 0 w 35"/>
                <a:gd name="T1" fmla="*/ 0 h 166"/>
                <a:gd name="T2" fmla="*/ 76 w 35"/>
                <a:gd name="T3" fmla="*/ 755 h 166"/>
                <a:gd name="T4" fmla="*/ 26 w 35"/>
                <a:gd name="T5" fmla="*/ 2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6">
                  <a:moveTo>
                    <a:pt x="0" y="0"/>
                  </a:moveTo>
                  <a:cubicBezTo>
                    <a:pt x="8" y="55"/>
                    <a:pt x="21" y="110"/>
                    <a:pt x="21" y="166"/>
                  </a:cubicBezTo>
                  <a:cubicBezTo>
                    <a:pt x="35" y="117"/>
                    <a:pt x="15" y="52"/>
                    <a:pt x="7" y="4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3" name="Freeform 133">
              <a:extLst>
                <a:ext uri="{FF2B5EF4-FFF2-40B4-BE49-F238E27FC236}">
                  <a16:creationId xmlns:a16="http://schemas.microsoft.com/office/drawing/2014/main" id="{1FEE1A0B-85F4-4F44-ADD2-5B259FBD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931"/>
              <a:ext cx="43" cy="329"/>
            </a:xfrm>
            <a:custGeom>
              <a:avLst/>
              <a:gdLst>
                <a:gd name="T0" fmla="*/ 0 w 28"/>
                <a:gd name="T1" fmla="*/ 0 h 198"/>
                <a:gd name="T2" fmla="*/ 58 w 28"/>
                <a:gd name="T3" fmla="*/ 909 h 198"/>
                <a:gd name="T4" fmla="*/ 61 w 28"/>
                <a:gd name="T5" fmla="*/ 381 h 198"/>
                <a:gd name="T6" fmla="*/ 18 w 28"/>
                <a:gd name="T7" fmla="*/ 42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8">
                  <a:moveTo>
                    <a:pt x="0" y="0"/>
                  </a:moveTo>
                  <a:cubicBezTo>
                    <a:pt x="14" y="62"/>
                    <a:pt x="28" y="136"/>
                    <a:pt x="16" y="198"/>
                  </a:cubicBezTo>
                  <a:cubicBezTo>
                    <a:pt x="25" y="164"/>
                    <a:pt x="20" y="120"/>
                    <a:pt x="17" y="83"/>
                  </a:cubicBezTo>
                  <a:cubicBezTo>
                    <a:pt x="16" y="61"/>
                    <a:pt x="13" y="29"/>
                    <a:pt x="5" y="9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4" name="Freeform 134">
              <a:extLst>
                <a:ext uri="{FF2B5EF4-FFF2-40B4-BE49-F238E27FC236}">
                  <a16:creationId xmlns:a16="http://schemas.microsoft.com/office/drawing/2014/main" id="{828ABFDE-4BE6-4370-9525-C8A63121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930"/>
              <a:ext cx="33" cy="187"/>
            </a:xfrm>
            <a:custGeom>
              <a:avLst/>
              <a:gdLst>
                <a:gd name="T0" fmla="*/ 8 w 21"/>
                <a:gd name="T1" fmla="*/ 0 h 113"/>
                <a:gd name="T2" fmla="*/ 69 w 21"/>
                <a:gd name="T3" fmla="*/ 511 h 113"/>
                <a:gd name="T4" fmla="*/ 0 w 21"/>
                <a:gd name="T5" fmla="*/ 13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3">
                  <a:moveTo>
                    <a:pt x="2" y="0"/>
                  </a:moveTo>
                  <a:cubicBezTo>
                    <a:pt x="7" y="38"/>
                    <a:pt x="21" y="73"/>
                    <a:pt x="18" y="113"/>
                  </a:cubicBezTo>
                  <a:cubicBezTo>
                    <a:pt x="10" y="81"/>
                    <a:pt x="17" y="30"/>
                    <a:pt x="0" y="3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5" name="Freeform 135">
              <a:extLst>
                <a:ext uri="{FF2B5EF4-FFF2-40B4-BE49-F238E27FC236}">
                  <a16:creationId xmlns:a16="http://schemas.microsoft.com/office/drawing/2014/main" id="{B064FCF3-9C10-4F3D-B002-BBACCCAB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973"/>
              <a:ext cx="31" cy="159"/>
            </a:xfrm>
            <a:custGeom>
              <a:avLst/>
              <a:gdLst>
                <a:gd name="T0" fmla="*/ 0 w 20"/>
                <a:gd name="T1" fmla="*/ 0 h 96"/>
                <a:gd name="T2" fmla="*/ 19 w 20"/>
                <a:gd name="T3" fmla="*/ 436 h 96"/>
                <a:gd name="T4" fmla="*/ 19 w 20"/>
                <a:gd name="T5" fmla="*/ 46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6">
                  <a:moveTo>
                    <a:pt x="0" y="0"/>
                  </a:moveTo>
                  <a:cubicBezTo>
                    <a:pt x="5" y="32"/>
                    <a:pt x="9" y="63"/>
                    <a:pt x="5" y="96"/>
                  </a:cubicBezTo>
                  <a:cubicBezTo>
                    <a:pt x="20" y="69"/>
                    <a:pt x="17" y="38"/>
                    <a:pt x="5" y="10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6" name="Freeform 136">
              <a:extLst>
                <a:ext uri="{FF2B5EF4-FFF2-40B4-BE49-F238E27FC236}">
                  <a16:creationId xmlns:a16="http://schemas.microsoft.com/office/drawing/2014/main" id="{455CDE7C-8978-4035-BFFE-9693B27E2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930"/>
              <a:ext cx="18" cy="126"/>
            </a:xfrm>
            <a:custGeom>
              <a:avLst/>
              <a:gdLst>
                <a:gd name="T0" fmla="*/ 14 w 12"/>
                <a:gd name="T1" fmla="*/ 0 h 76"/>
                <a:gd name="T2" fmla="*/ 35 w 12"/>
                <a:gd name="T3" fmla="*/ 347 h 76"/>
                <a:gd name="T4" fmla="*/ 5 w 12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6">
                  <a:moveTo>
                    <a:pt x="4" y="0"/>
                  </a:moveTo>
                  <a:cubicBezTo>
                    <a:pt x="0" y="24"/>
                    <a:pt x="1" y="53"/>
                    <a:pt x="10" y="76"/>
                  </a:cubicBezTo>
                  <a:cubicBezTo>
                    <a:pt x="9" y="55"/>
                    <a:pt x="12" y="18"/>
                    <a:pt x="1" y="0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7" name="Freeform 137">
              <a:extLst>
                <a:ext uri="{FF2B5EF4-FFF2-40B4-BE49-F238E27FC236}">
                  <a16:creationId xmlns:a16="http://schemas.microsoft.com/office/drawing/2014/main" id="{A4F59015-A25B-45C8-AAC7-43E32AFC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008"/>
              <a:ext cx="17" cy="124"/>
            </a:xfrm>
            <a:custGeom>
              <a:avLst/>
              <a:gdLst>
                <a:gd name="T0" fmla="*/ 5 w 11"/>
                <a:gd name="T1" fmla="*/ 0 h 75"/>
                <a:gd name="T2" fmla="*/ 40 w 11"/>
                <a:gd name="T3" fmla="*/ 339 h 75"/>
                <a:gd name="T4" fmla="*/ 5 w 11"/>
                <a:gd name="T5" fmla="*/ 3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5">
                  <a:moveTo>
                    <a:pt x="1" y="0"/>
                  </a:moveTo>
                  <a:cubicBezTo>
                    <a:pt x="1" y="23"/>
                    <a:pt x="5" y="53"/>
                    <a:pt x="11" y="75"/>
                  </a:cubicBezTo>
                  <a:cubicBezTo>
                    <a:pt x="4" y="58"/>
                    <a:pt x="0" y="26"/>
                    <a:pt x="1" y="7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8" name="Freeform 138">
              <a:extLst>
                <a:ext uri="{FF2B5EF4-FFF2-40B4-BE49-F238E27FC236}">
                  <a16:creationId xmlns:a16="http://schemas.microsoft.com/office/drawing/2014/main" id="{BEA47CDE-621D-43AE-9986-5B2830C7D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016"/>
              <a:ext cx="22" cy="108"/>
            </a:xfrm>
            <a:custGeom>
              <a:avLst/>
              <a:gdLst>
                <a:gd name="T0" fmla="*/ 14 w 14"/>
                <a:gd name="T1" fmla="*/ 0 h 65"/>
                <a:gd name="T2" fmla="*/ 55 w 14"/>
                <a:gd name="T3" fmla="*/ 297 h 65"/>
                <a:gd name="T4" fmla="*/ 0 w 14"/>
                <a:gd name="T5" fmla="*/ 2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5">
                  <a:moveTo>
                    <a:pt x="4" y="0"/>
                  </a:moveTo>
                  <a:cubicBezTo>
                    <a:pt x="3" y="21"/>
                    <a:pt x="6" y="45"/>
                    <a:pt x="14" y="65"/>
                  </a:cubicBezTo>
                  <a:cubicBezTo>
                    <a:pt x="10" y="45"/>
                    <a:pt x="5" y="25"/>
                    <a:pt x="0" y="5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9" name="Freeform 139">
              <a:extLst>
                <a:ext uri="{FF2B5EF4-FFF2-40B4-BE49-F238E27FC236}">
                  <a16:creationId xmlns:a16="http://schemas.microsoft.com/office/drawing/2014/main" id="{7414F421-7A39-4080-AE78-E6D02AE94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031"/>
              <a:ext cx="25" cy="104"/>
            </a:xfrm>
            <a:custGeom>
              <a:avLst/>
              <a:gdLst>
                <a:gd name="T0" fmla="*/ 0 w 16"/>
                <a:gd name="T1" fmla="*/ 0 h 63"/>
                <a:gd name="T2" fmla="*/ 53 w 16"/>
                <a:gd name="T3" fmla="*/ 284 h 63"/>
                <a:gd name="T4" fmla="*/ 27 w 16"/>
                <a:gd name="T5" fmla="*/ 21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3">
                  <a:moveTo>
                    <a:pt x="0" y="0"/>
                  </a:moveTo>
                  <a:cubicBezTo>
                    <a:pt x="12" y="18"/>
                    <a:pt x="1" y="46"/>
                    <a:pt x="14" y="63"/>
                  </a:cubicBezTo>
                  <a:cubicBezTo>
                    <a:pt x="16" y="45"/>
                    <a:pt x="10" y="23"/>
                    <a:pt x="7" y="5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0" name="Freeform 140">
              <a:extLst>
                <a:ext uri="{FF2B5EF4-FFF2-40B4-BE49-F238E27FC236}">
                  <a16:creationId xmlns:a16="http://schemas.microsoft.com/office/drawing/2014/main" id="{72F7FF13-8331-4F43-9260-9ABA438AC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182"/>
              <a:ext cx="22" cy="121"/>
            </a:xfrm>
            <a:custGeom>
              <a:avLst/>
              <a:gdLst>
                <a:gd name="T0" fmla="*/ 13 w 14"/>
                <a:gd name="T1" fmla="*/ 0 h 73"/>
                <a:gd name="T2" fmla="*/ 55 w 14"/>
                <a:gd name="T3" fmla="*/ 333 h 73"/>
                <a:gd name="T4" fmla="*/ 0 w 14"/>
                <a:gd name="T5" fmla="*/ 2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3">
                  <a:moveTo>
                    <a:pt x="3" y="0"/>
                  </a:moveTo>
                  <a:cubicBezTo>
                    <a:pt x="4" y="25"/>
                    <a:pt x="6" y="49"/>
                    <a:pt x="14" y="73"/>
                  </a:cubicBezTo>
                  <a:cubicBezTo>
                    <a:pt x="10" y="52"/>
                    <a:pt x="7" y="23"/>
                    <a:pt x="0" y="5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1" name="Freeform 141">
              <a:extLst>
                <a:ext uri="{FF2B5EF4-FFF2-40B4-BE49-F238E27FC236}">
                  <a16:creationId xmlns:a16="http://schemas.microsoft.com/office/drawing/2014/main" id="{81E2384E-D975-4B14-A897-12AFCBCE5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185"/>
              <a:ext cx="16" cy="103"/>
            </a:xfrm>
            <a:custGeom>
              <a:avLst/>
              <a:gdLst>
                <a:gd name="T0" fmla="*/ 0 w 10"/>
                <a:gd name="T1" fmla="*/ 0 h 62"/>
                <a:gd name="T2" fmla="*/ 35 w 10"/>
                <a:gd name="T3" fmla="*/ 284 h 62"/>
                <a:gd name="T4" fmla="*/ 8 w 10"/>
                <a:gd name="T5" fmla="*/ 1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2">
                  <a:moveTo>
                    <a:pt x="0" y="0"/>
                  </a:moveTo>
                  <a:cubicBezTo>
                    <a:pt x="0" y="19"/>
                    <a:pt x="2" y="44"/>
                    <a:pt x="9" y="62"/>
                  </a:cubicBezTo>
                  <a:cubicBezTo>
                    <a:pt x="10" y="46"/>
                    <a:pt x="10" y="17"/>
                    <a:pt x="2" y="3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2" name="Freeform 142">
              <a:extLst>
                <a:ext uri="{FF2B5EF4-FFF2-40B4-BE49-F238E27FC236}">
                  <a16:creationId xmlns:a16="http://schemas.microsoft.com/office/drawing/2014/main" id="{362624FC-107C-480F-A1EB-40E39DB45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187"/>
              <a:ext cx="10" cy="89"/>
            </a:xfrm>
            <a:custGeom>
              <a:avLst/>
              <a:gdLst>
                <a:gd name="T0" fmla="*/ 13 w 6"/>
                <a:gd name="T1" fmla="*/ 20 h 54"/>
                <a:gd name="T2" fmla="*/ 22 w 6"/>
                <a:gd name="T3" fmla="*/ 242 h 54"/>
                <a:gd name="T4" fmla="*/ 0 w 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4">
                  <a:moveTo>
                    <a:pt x="3" y="4"/>
                  </a:moveTo>
                  <a:cubicBezTo>
                    <a:pt x="3" y="21"/>
                    <a:pt x="5" y="38"/>
                    <a:pt x="5" y="54"/>
                  </a:cubicBezTo>
                  <a:cubicBezTo>
                    <a:pt x="6" y="37"/>
                    <a:pt x="0" y="18"/>
                    <a:pt x="0" y="0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3" name="Freeform 143">
              <a:extLst>
                <a:ext uri="{FF2B5EF4-FFF2-40B4-BE49-F238E27FC236}">
                  <a16:creationId xmlns:a16="http://schemas.microsoft.com/office/drawing/2014/main" id="{E0749690-80CE-4FA9-AA41-9CB81B4E4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294"/>
              <a:ext cx="23" cy="156"/>
            </a:xfrm>
            <a:custGeom>
              <a:avLst/>
              <a:gdLst>
                <a:gd name="T0" fmla="*/ 0 w 15"/>
                <a:gd name="T1" fmla="*/ 0 h 94"/>
                <a:gd name="T2" fmla="*/ 54 w 15"/>
                <a:gd name="T3" fmla="*/ 430 h 94"/>
                <a:gd name="T4" fmla="*/ 0 w 15"/>
                <a:gd name="T5" fmla="*/ 55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4">
                  <a:moveTo>
                    <a:pt x="0" y="0"/>
                  </a:moveTo>
                  <a:cubicBezTo>
                    <a:pt x="11" y="28"/>
                    <a:pt x="9" y="64"/>
                    <a:pt x="15" y="94"/>
                  </a:cubicBezTo>
                  <a:cubicBezTo>
                    <a:pt x="9" y="70"/>
                    <a:pt x="10" y="38"/>
                    <a:pt x="0" y="12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4" name="Freeform 144">
              <a:extLst>
                <a:ext uri="{FF2B5EF4-FFF2-40B4-BE49-F238E27FC236}">
                  <a16:creationId xmlns:a16="http://schemas.microsoft.com/office/drawing/2014/main" id="{E45D22D5-1DD7-4B38-A8AE-C9959FA54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301"/>
              <a:ext cx="16" cy="181"/>
            </a:xfrm>
            <a:custGeom>
              <a:avLst/>
              <a:gdLst>
                <a:gd name="T0" fmla="*/ 13 w 10"/>
                <a:gd name="T1" fmla="*/ 0 h 109"/>
                <a:gd name="T2" fmla="*/ 35 w 10"/>
                <a:gd name="T3" fmla="*/ 500 h 109"/>
                <a:gd name="T4" fmla="*/ 0 w 10"/>
                <a:gd name="T5" fmla="*/ 33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9">
                  <a:moveTo>
                    <a:pt x="3" y="0"/>
                  </a:moveTo>
                  <a:cubicBezTo>
                    <a:pt x="2" y="36"/>
                    <a:pt x="10" y="73"/>
                    <a:pt x="9" y="109"/>
                  </a:cubicBezTo>
                  <a:cubicBezTo>
                    <a:pt x="8" y="77"/>
                    <a:pt x="9" y="38"/>
                    <a:pt x="0" y="7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5" name="Freeform 145">
              <a:extLst>
                <a:ext uri="{FF2B5EF4-FFF2-40B4-BE49-F238E27FC236}">
                  <a16:creationId xmlns:a16="http://schemas.microsoft.com/office/drawing/2014/main" id="{06E42C04-EA27-4AA0-B843-E030CC05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950"/>
              <a:ext cx="17" cy="193"/>
            </a:xfrm>
            <a:custGeom>
              <a:avLst/>
              <a:gdLst>
                <a:gd name="T0" fmla="*/ 0 w 11"/>
                <a:gd name="T1" fmla="*/ 0 h 117"/>
                <a:gd name="T2" fmla="*/ 26 w 11"/>
                <a:gd name="T3" fmla="*/ 525 h 117"/>
                <a:gd name="T4" fmla="*/ 0 w 11"/>
                <a:gd name="T5" fmla="*/ 13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7">
                  <a:moveTo>
                    <a:pt x="0" y="0"/>
                  </a:moveTo>
                  <a:cubicBezTo>
                    <a:pt x="11" y="35"/>
                    <a:pt x="4" y="80"/>
                    <a:pt x="7" y="117"/>
                  </a:cubicBezTo>
                  <a:cubicBezTo>
                    <a:pt x="7" y="78"/>
                    <a:pt x="1" y="40"/>
                    <a:pt x="0" y="3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6" name="Freeform 146">
              <a:extLst>
                <a:ext uri="{FF2B5EF4-FFF2-40B4-BE49-F238E27FC236}">
                  <a16:creationId xmlns:a16="http://schemas.microsoft.com/office/drawing/2014/main" id="{A3E7614A-CD93-40E4-8770-AD0C6F306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933"/>
              <a:ext cx="31" cy="230"/>
            </a:xfrm>
            <a:custGeom>
              <a:avLst/>
              <a:gdLst>
                <a:gd name="T0" fmla="*/ 29 w 20"/>
                <a:gd name="T1" fmla="*/ 630 h 139"/>
                <a:gd name="T2" fmla="*/ 19 w 20"/>
                <a:gd name="T3" fmla="*/ 271 h 139"/>
                <a:gd name="T4" fmla="*/ 8 w 20"/>
                <a:gd name="T5" fmla="*/ 0 h 139"/>
                <a:gd name="T6" fmla="*/ 29 w 20"/>
                <a:gd name="T7" fmla="*/ 594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9">
                  <a:moveTo>
                    <a:pt x="8" y="139"/>
                  </a:moveTo>
                  <a:cubicBezTo>
                    <a:pt x="0" y="116"/>
                    <a:pt x="6" y="85"/>
                    <a:pt x="5" y="60"/>
                  </a:cubicBezTo>
                  <a:cubicBezTo>
                    <a:pt x="4" y="40"/>
                    <a:pt x="0" y="20"/>
                    <a:pt x="2" y="0"/>
                  </a:cubicBezTo>
                  <a:cubicBezTo>
                    <a:pt x="20" y="37"/>
                    <a:pt x="4" y="91"/>
                    <a:pt x="8" y="131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7" name="Freeform 147">
              <a:extLst>
                <a:ext uri="{FF2B5EF4-FFF2-40B4-BE49-F238E27FC236}">
                  <a16:creationId xmlns:a16="http://schemas.microsoft.com/office/drawing/2014/main" id="{48F39B7D-8B42-4840-8C03-29F670E55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930"/>
              <a:ext cx="21" cy="237"/>
            </a:xfrm>
            <a:custGeom>
              <a:avLst/>
              <a:gdLst>
                <a:gd name="T0" fmla="*/ 48 w 14"/>
                <a:gd name="T1" fmla="*/ 651 h 143"/>
                <a:gd name="T2" fmla="*/ 21 w 14"/>
                <a:gd name="T3" fmla="*/ 242 h 143"/>
                <a:gd name="T4" fmla="*/ 0 w 14"/>
                <a:gd name="T5" fmla="*/ 0 h 143"/>
                <a:gd name="T6" fmla="*/ 14 w 14"/>
                <a:gd name="T7" fmla="*/ 381 h 143"/>
                <a:gd name="T8" fmla="*/ 39 w 14"/>
                <a:gd name="T9" fmla="*/ 631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3">
                  <a:moveTo>
                    <a:pt x="14" y="143"/>
                  </a:moveTo>
                  <a:cubicBezTo>
                    <a:pt x="1" y="122"/>
                    <a:pt x="9" y="77"/>
                    <a:pt x="6" y="53"/>
                  </a:cubicBezTo>
                  <a:cubicBezTo>
                    <a:pt x="4" y="36"/>
                    <a:pt x="1" y="18"/>
                    <a:pt x="0" y="0"/>
                  </a:cubicBezTo>
                  <a:cubicBezTo>
                    <a:pt x="1" y="28"/>
                    <a:pt x="1" y="57"/>
                    <a:pt x="4" y="84"/>
                  </a:cubicBezTo>
                  <a:cubicBezTo>
                    <a:pt x="6" y="102"/>
                    <a:pt x="13" y="122"/>
                    <a:pt x="11" y="139"/>
                  </a:cubicBezTo>
                </a:path>
              </a:pathLst>
            </a:custGeom>
            <a:solidFill>
              <a:srgbClr val="F27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8" name="Freeform 148">
              <a:extLst>
                <a:ext uri="{FF2B5EF4-FFF2-40B4-BE49-F238E27FC236}">
                  <a16:creationId xmlns:a16="http://schemas.microsoft.com/office/drawing/2014/main" id="{AA8469A4-CA56-4723-97AC-67036671D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3260"/>
              <a:ext cx="25" cy="162"/>
            </a:xfrm>
            <a:custGeom>
              <a:avLst/>
              <a:gdLst>
                <a:gd name="T0" fmla="*/ 5 w 16"/>
                <a:gd name="T1" fmla="*/ 0 h 98"/>
                <a:gd name="T2" fmla="*/ 20 w 16"/>
                <a:gd name="T3" fmla="*/ 443 h 98"/>
                <a:gd name="T4" fmla="*/ 13 w 16"/>
                <a:gd name="T5" fmla="*/ 46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8">
                  <a:moveTo>
                    <a:pt x="1" y="0"/>
                  </a:moveTo>
                  <a:cubicBezTo>
                    <a:pt x="0" y="32"/>
                    <a:pt x="5" y="66"/>
                    <a:pt x="5" y="98"/>
                  </a:cubicBezTo>
                  <a:cubicBezTo>
                    <a:pt x="16" y="74"/>
                    <a:pt x="1" y="37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9" name="Freeform 149">
              <a:extLst>
                <a:ext uri="{FF2B5EF4-FFF2-40B4-BE49-F238E27FC236}">
                  <a16:creationId xmlns:a16="http://schemas.microsoft.com/office/drawing/2014/main" id="{88413CD4-1435-477F-9FCA-C6A8C22CB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140"/>
              <a:ext cx="20" cy="216"/>
            </a:xfrm>
            <a:custGeom>
              <a:avLst/>
              <a:gdLst>
                <a:gd name="T0" fmla="*/ 8 w 13"/>
                <a:gd name="T1" fmla="*/ 0 h 130"/>
                <a:gd name="T2" fmla="*/ 28 w 13"/>
                <a:gd name="T3" fmla="*/ 596 h 130"/>
                <a:gd name="T4" fmla="*/ 0 w 13"/>
                <a:gd name="T5" fmla="*/ 5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0">
                  <a:moveTo>
                    <a:pt x="2" y="0"/>
                  </a:moveTo>
                  <a:cubicBezTo>
                    <a:pt x="8" y="43"/>
                    <a:pt x="5" y="86"/>
                    <a:pt x="8" y="130"/>
                  </a:cubicBezTo>
                  <a:cubicBezTo>
                    <a:pt x="13" y="103"/>
                    <a:pt x="12" y="31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0" name="Freeform 150">
              <a:extLst>
                <a:ext uri="{FF2B5EF4-FFF2-40B4-BE49-F238E27FC236}">
                  <a16:creationId xmlns:a16="http://schemas.microsoft.com/office/drawing/2014/main" id="{F72CEBDC-AFCD-4DFA-9F26-B64FE96FD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124"/>
              <a:ext cx="14" cy="142"/>
            </a:xfrm>
            <a:custGeom>
              <a:avLst/>
              <a:gdLst>
                <a:gd name="T0" fmla="*/ 0 w 9"/>
                <a:gd name="T1" fmla="*/ 0 h 86"/>
                <a:gd name="T2" fmla="*/ 30 w 9"/>
                <a:gd name="T3" fmla="*/ 386 h 86"/>
                <a:gd name="T4" fmla="*/ 0 w 9"/>
                <a:gd name="T5" fmla="*/ 35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6">
                  <a:moveTo>
                    <a:pt x="0" y="0"/>
                  </a:moveTo>
                  <a:cubicBezTo>
                    <a:pt x="3" y="28"/>
                    <a:pt x="6" y="61"/>
                    <a:pt x="8" y="86"/>
                  </a:cubicBezTo>
                  <a:cubicBezTo>
                    <a:pt x="9" y="59"/>
                    <a:pt x="4" y="33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1" name="Freeform 151">
              <a:extLst>
                <a:ext uri="{FF2B5EF4-FFF2-40B4-BE49-F238E27FC236}">
                  <a16:creationId xmlns:a16="http://schemas.microsoft.com/office/drawing/2014/main" id="{91E46336-E353-4F35-B0AE-BACCE1F45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183"/>
              <a:ext cx="45" cy="226"/>
            </a:xfrm>
            <a:custGeom>
              <a:avLst/>
              <a:gdLst>
                <a:gd name="T0" fmla="*/ 22 w 29"/>
                <a:gd name="T1" fmla="*/ 0 h 136"/>
                <a:gd name="T2" fmla="*/ 67 w 29"/>
                <a:gd name="T3" fmla="*/ 339 h 136"/>
                <a:gd name="T4" fmla="*/ 82 w 29"/>
                <a:gd name="T5" fmla="*/ 625 h 136"/>
                <a:gd name="T6" fmla="*/ 48 w 29"/>
                <a:gd name="T7" fmla="*/ 263 h 136"/>
                <a:gd name="T8" fmla="*/ 0 w 29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6">
                  <a:moveTo>
                    <a:pt x="6" y="0"/>
                  </a:moveTo>
                  <a:cubicBezTo>
                    <a:pt x="11" y="25"/>
                    <a:pt x="16" y="49"/>
                    <a:pt x="18" y="74"/>
                  </a:cubicBezTo>
                  <a:cubicBezTo>
                    <a:pt x="20" y="92"/>
                    <a:pt x="29" y="121"/>
                    <a:pt x="22" y="136"/>
                  </a:cubicBezTo>
                  <a:cubicBezTo>
                    <a:pt x="15" y="112"/>
                    <a:pt x="18" y="83"/>
                    <a:pt x="13" y="57"/>
                  </a:cubicBezTo>
                  <a:cubicBezTo>
                    <a:pt x="8" y="38"/>
                    <a:pt x="3" y="2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2" name="Freeform 152">
              <a:extLst>
                <a:ext uri="{FF2B5EF4-FFF2-40B4-BE49-F238E27FC236}">
                  <a16:creationId xmlns:a16="http://schemas.microsoft.com/office/drawing/2014/main" id="{C6B3B40E-36E9-4581-8446-2CA71D31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90"/>
              <a:ext cx="18" cy="174"/>
            </a:xfrm>
            <a:custGeom>
              <a:avLst/>
              <a:gdLst>
                <a:gd name="T0" fmla="*/ 8 w 12"/>
                <a:gd name="T1" fmla="*/ 0 h 105"/>
                <a:gd name="T2" fmla="*/ 41 w 12"/>
                <a:gd name="T3" fmla="*/ 477 h 105"/>
                <a:gd name="T4" fmla="*/ 0 w 12"/>
                <a:gd name="T5" fmla="*/ 63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5">
                  <a:moveTo>
                    <a:pt x="2" y="0"/>
                  </a:moveTo>
                  <a:cubicBezTo>
                    <a:pt x="0" y="34"/>
                    <a:pt x="4" y="72"/>
                    <a:pt x="12" y="105"/>
                  </a:cubicBezTo>
                  <a:cubicBezTo>
                    <a:pt x="7" y="74"/>
                    <a:pt x="0" y="47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3" name="Freeform 153">
              <a:extLst>
                <a:ext uri="{FF2B5EF4-FFF2-40B4-BE49-F238E27FC236}">
                  <a16:creationId xmlns:a16="http://schemas.microsoft.com/office/drawing/2014/main" id="{FEBBE387-816A-4315-B203-17E3FC89F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090"/>
              <a:ext cx="20" cy="140"/>
            </a:xfrm>
            <a:custGeom>
              <a:avLst/>
              <a:gdLst>
                <a:gd name="T0" fmla="*/ 26 w 13"/>
                <a:gd name="T1" fmla="*/ 0 h 84"/>
                <a:gd name="T2" fmla="*/ 48 w 13"/>
                <a:gd name="T3" fmla="*/ 388 h 84"/>
                <a:gd name="T4" fmla="*/ 12 w 13"/>
                <a:gd name="T5" fmla="*/ 37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4">
                  <a:moveTo>
                    <a:pt x="7" y="0"/>
                  </a:moveTo>
                  <a:cubicBezTo>
                    <a:pt x="0" y="19"/>
                    <a:pt x="7" y="64"/>
                    <a:pt x="13" y="84"/>
                  </a:cubicBezTo>
                  <a:cubicBezTo>
                    <a:pt x="1" y="64"/>
                    <a:pt x="3" y="30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4" name="Freeform 154">
              <a:extLst>
                <a:ext uri="{FF2B5EF4-FFF2-40B4-BE49-F238E27FC236}">
                  <a16:creationId xmlns:a16="http://schemas.microsoft.com/office/drawing/2014/main" id="{DC9F9A7C-B992-40E3-8118-D714651A9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061"/>
              <a:ext cx="31" cy="149"/>
            </a:xfrm>
            <a:custGeom>
              <a:avLst/>
              <a:gdLst>
                <a:gd name="T0" fmla="*/ 0 w 20"/>
                <a:gd name="T1" fmla="*/ 0 h 90"/>
                <a:gd name="T2" fmla="*/ 74 w 20"/>
                <a:gd name="T3" fmla="*/ 409 h 90"/>
                <a:gd name="T4" fmla="*/ 22 w 20"/>
                <a:gd name="T5" fmla="*/ 63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0">
                  <a:moveTo>
                    <a:pt x="0" y="0"/>
                  </a:moveTo>
                  <a:cubicBezTo>
                    <a:pt x="7" y="29"/>
                    <a:pt x="8" y="63"/>
                    <a:pt x="20" y="90"/>
                  </a:cubicBezTo>
                  <a:cubicBezTo>
                    <a:pt x="17" y="67"/>
                    <a:pt x="3" y="32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5" name="Freeform 155">
              <a:extLst>
                <a:ext uri="{FF2B5EF4-FFF2-40B4-BE49-F238E27FC236}">
                  <a16:creationId xmlns:a16="http://schemas.microsoft.com/office/drawing/2014/main" id="{8AB5F229-F888-465B-9B12-2328BAF3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067"/>
              <a:ext cx="11" cy="111"/>
            </a:xfrm>
            <a:custGeom>
              <a:avLst/>
              <a:gdLst>
                <a:gd name="T0" fmla="*/ 8 w 7"/>
                <a:gd name="T1" fmla="*/ 0 h 67"/>
                <a:gd name="T2" fmla="*/ 22 w 7"/>
                <a:gd name="T3" fmla="*/ 305 h 67"/>
                <a:gd name="T4" fmla="*/ 0 w 7"/>
                <a:gd name="T5" fmla="*/ 36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7">
                  <a:moveTo>
                    <a:pt x="2" y="0"/>
                  </a:moveTo>
                  <a:cubicBezTo>
                    <a:pt x="1" y="23"/>
                    <a:pt x="7" y="45"/>
                    <a:pt x="6" y="67"/>
                  </a:cubicBezTo>
                  <a:cubicBezTo>
                    <a:pt x="1" y="48"/>
                    <a:pt x="0" y="2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6" name="Freeform 156">
              <a:extLst>
                <a:ext uri="{FF2B5EF4-FFF2-40B4-BE49-F238E27FC236}">
                  <a16:creationId xmlns:a16="http://schemas.microsoft.com/office/drawing/2014/main" id="{78502939-F992-4443-8EDB-1101C1B21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077"/>
              <a:ext cx="14" cy="81"/>
            </a:xfrm>
            <a:custGeom>
              <a:avLst/>
              <a:gdLst>
                <a:gd name="T0" fmla="*/ 14 w 9"/>
                <a:gd name="T1" fmla="*/ 0 h 49"/>
                <a:gd name="T2" fmla="*/ 30 w 9"/>
                <a:gd name="T3" fmla="*/ 222 h 49"/>
                <a:gd name="T4" fmla="*/ 30 w 9"/>
                <a:gd name="T5" fmla="*/ 2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9">
                  <a:moveTo>
                    <a:pt x="4" y="0"/>
                  </a:moveTo>
                  <a:cubicBezTo>
                    <a:pt x="0" y="14"/>
                    <a:pt x="9" y="33"/>
                    <a:pt x="8" y="49"/>
                  </a:cubicBezTo>
                  <a:cubicBezTo>
                    <a:pt x="8" y="35"/>
                    <a:pt x="8" y="20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7" name="Freeform 157">
              <a:extLst>
                <a:ext uri="{FF2B5EF4-FFF2-40B4-BE49-F238E27FC236}">
                  <a16:creationId xmlns:a16="http://schemas.microsoft.com/office/drawing/2014/main" id="{D6182130-C92D-4727-AE6A-830353909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087"/>
              <a:ext cx="11" cy="83"/>
            </a:xfrm>
            <a:custGeom>
              <a:avLst/>
              <a:gdLst>
                <a:gd name="T0" fmla="*/ 5 w 7"/>
                <a:gd name="T1" fmla="*/ 0 h 50"/>
                <a:gd name="T2" fmla="*/ 27 w 7"/>
                <a:gd name="T3" fmla="*/ 229 h 50"/>
                <a:gd name="T4" fmla="*/ 5 w 7"/>
                <a:gd name="T5" fmla="*/ 3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0">
                  <a:moveTo>
                    <a:pt x="1" y="0"/>
                  </a:moveTo>
                  <a:cubicBezTo>
                    <a:pt x="0" y="17"/>
                    <a:pt x="3" y="33"/>
                    <a:pt x="7" y="50"/>
                  </a:cubicBezTo>
                  <a:cubicBezTo>
                    <a:pt x="5" y="35"/>
                    <a:pt x="0" y="23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8" name="Freeform 158">
              <a:extLst>
                <a:ext uri="{FF2B5EF4-FFF2-40B4-BE49-F238E27FC236}">
                  <a16:creationId xmlns:a16="http://schemas.microsoft.com/office/drawing/2014/main" id="{4390EA02-BBD1-4F04-A5B2-03BE040C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104"/>
              <a:ext cx="36" cy="106"/>
            </a:xfrm>
            <a:custGeom>
              <a:avLst/>
              <a:gdLst>
                <a:gd name="T0" fmla="*/ 27 w 23"/>
                <a:gd name="T1" fmla="*/ 0 h 64"/>
                <a:gd name="T2" fmla="*/ 88 w 23"/>
                <a:gd name="T3" fmla="*/ 292 h 64"/>
                <a:gd name="T4" fmla="*/ 34 w 23"/>
                <a:gd name="T5" fmla="*/ 2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4">
                  <a:moveTo>
                    <a:pt x="7" y="0"/>
                  </a:moveTo>
                  <a:cubicBezTo>
                    <a:pt x="7" y="13"/>
                    <a:pt x="8" y="45"/>
                    <a:pt x="23" y="64"/>
                  </a:cubicBezTo>
                  <a:cubicBezTo>
                    <a:pt x="18" y="43"/>
                    <a:pt x="0" y="21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9" name="Freeform 159">
              <a:extLst>
                <a:ext uri="{FF2B5EF4-FFF2-40B4-BE49-F238E27FC236}">
                  <a16:creationId xmlns:a16="http://schemas.microsoft.com/office/drawing/2014/main" id="{44B38598-5E89-4859-B204-39E1A6B4F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210"/>
              <a:ext cx="25" cy="36"/>
            </a:xfrm>
            <a:custGeom>
              <a:avLst/>
              <a:gdLst>
                <a:gd name="T0" fmla="*/ 0 w 16"/>
                <a:gd name="T1" fmla="*/ 8 h 22"/>
                <a:gd name="T2" fmla="*/ 61 w 16"/>
                <a:gd name="T3" fmla="*/ 97 h 22"/>
                <a:gd name="T4" fmla="*/ 8 w 16"/>
                <a:gd name="T5" fmla="*/ 0 h 22"/>
                <a:gd name="T6" fmla="*/ 8 w 16"/>
                <a:gd name="T7" fmla="*/ 4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0" y="2"/>
                  </a:moveTo>
                  <a:cubicBezTo>
                    <a:pt x="2" y="11"/>
                    <a:pt x="6" y="22"/>
                    <a:pt x="16" y="22"/>
                  </a:cubicBezTo>
                  <a:cubicBezTo>
                    <a:pt x="15" y="13"/>
                    <a:pt x="10" y="4"/>
                    <a:pt x="2" y="0"/>
                  </a:cubicBezTo>
                  <a:cubicBezTo>
                    <a:pt x="2" y="3"/>
                    <a:pt x="2" y="7"/>
                    <a:pt x="2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0" name="Freeform 160">
              <a:extLst>
                <a:ext uri="{FF2B5EF4-FFF2-40B4-BE49-F238E27FC236}">
                  <a16:creationId xmlns:a16="http://schemas.microsoft.com/office/drawing/2014/main" id="{AC325572-00A5-4452-AF6F-726FCF51B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895"/>
              <a:ext cx="323" cy="568"/>
            </a:xfrm>
            <a:custGeom>
              <a:avLst/>
              <a:gdLst>
                <a:gd name="T0" fmla="*/ 48 w 208"/>
                <a:gd name="T1" fmla="*/ 55 h 343"/>
                <a:gd name="T2" fmla="*/ 143 w 208"/>
                <a:gd name="T3" fmla="*/ 71 h 343"/>
                <a:gd name="T4" fmla="*/ 252 w 208"/>
                <a:gd name="T5" fmla="*/ 118 h 343"/>
                <a:gd name="T6" fmla="*/ 398 w 208"/>
                <a:gd name="T7" fmla="*/ 235 h 343"/>
                <a:gd name="T8" fmla="*/ 488 w 208"/>
                <a:gd name="T9" fmla="*/ 532 h 343"/>
                <a:gd name="T10" fmla="*/ 514 w 208"/>
                <a:gd name="T11" fmla="*/ 886 h 343"/>
                <a:gd name="T12" fmla="*/ 550 w 208"/>
                <a:gd name="T13" fmla="*/ 1171 h 343"/>
                <a:gd name="T14" fmla="*/ 533 w 208"/>
                <a:gd name="T15" fmla="*/ 1341 h 343"/>
                <a:gd name="T16" fmla="*/ 533 w 208"/>
                <a:gd name="T17" fmla="*/ 1530 h 343"/>
                <a:gd name="T18" fmla="*/ 655 w 208"/>
                <a:gd name="T19" fmla="*/ 1308 h 343"/>
                <a:gd name="T20" fmla="*/ 753 w 208"/>
                <a:gd name="T21" fmla="*/ 969 h 343"/>
                <a:gd name="T22" fmla="*/ 738 w 208"/>
                <a:gd name="T23" fmla="*/ 603 h 343"/>
                <a:gd name="T24" fmla="*/ 623 w 208"/>
                <a:gd name="T25" fmla="*/ 326 h 343"/>
                <a:gd name="T26" fmla="*/ 446 w 208"/>
                <a:gd name="T27" fmla="*/ 187 h 343"/>
                <a:gd name="T28" fmla="*/ 278 w 208"/>
                <a:gd name="T29" fmla="*/ 41 h 343"/>
                <a:gd name="T30" fmla="*/ 89 w 208"/>
                <a:gd name="T31" fmla="*/ 5 h 343"/>
                <a:gd name="T32" fmla="*/ 56 w 208"/>
                <a:gd name="T33" fmla="*/ 60 h 3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8" h="343">
                  <a:moveTo>
                    <a:pt x="13" y="12"/>
                  </a:moveTo>
                  <a:cubicBezTo>
                    <a:pt x="20" y="14"/>
                    <a:pt x="30" y="14"/>
                    <a:pt x="38" y="16"/>
                  </a:cubicBezTo>
                  <a:cubicBezTo>
                    <a:pt x="48" y="18"/>
                    <a:pt x="57" y="21"/>
                    <a:pt x="67" y="26"/>
                  </a:cubicBezTo>
                  <a:cubicBezTo>
                    <a:pt x="81" y="33"/>
                    <a:pt x="96" y="38"/>
                    <a:pt x="106" y="52"/>
                  </a:cubicBezTo>
                  <a:cubicBezTo>
                    <a:pt x="120" y="70"/>
                    <a:pt x="127" y="94"/>
                    <a:pt x="130" y="117"/>
                  </a:cubicBezTo>
                  <a:cubicBezTo>
                    <a:pt x="133" y="143"/>
                    <a:pt x="136" y="169"/>
                    <a:pt x="137" y="195"/>
                  </a:cubicBezTo>
                  <a:cubicBezTo>
                    <a:pt x="139" y="216"/>
                    <a:pt x="146" y="237"/>
                    <a:pt x="147" y="258"/>
                  </a:cubicBezTo>
                  <a:cubicBezTo>
                    <a:pt x="148" y="271"/>
                    <a:pt x="146" y="283"/>
                    <a:pt x="142" y="295"/>
                  </a:cubicBezTo>
                  <a:cubicBezTo>
                    <a:pt x="140" y="305"/>
                    <a:pt x="118" y="343"/>
                    <a:pt x="142" y="337"/>
                  </a:cubicBezTo>
                  <a:cubicBezTo>
                    <a:pt x="165" y="332"/>
                    <a:pt x="169" y="307"/>
                    <a:pt x="175" y="288"/>
                  </a:cubicBezTo>
                  <a:cubicBezTo>
                    <a:pt x="184" y="263"/>
                    <a:pt x="195" y="238"/>
                    <a:pt x="201" y="213"/>
                  </a:cubicBezTo>
                  <a:cubicBezTo>
                    <a:pt x="208" y="186"/>
                    <a:pt x="204" y="159"/>
                    <a:pt x="197" y="133"/>
                  </a:cubicBezTo>
                  <a:cubicBezTo>
                    <a:pt x="190" y="109"/>
                    <a:pt x="188" y="87"/>
                    <a:pt x="166" y="72"/>
                  </a:cubicBezTo>
                  <a:cubicBezTo>
                    <a:pt x="151" y="61"/>
                    <a:pt x="135" y="52"/>
                    <a:pt x="119" y="41"/>
                  </a:cubicBezTo>
                  <a:cubicBezTo>
                    <a:pt x="104" y="31"/>
                    <a:pt x="91" y="17"/>
                    <a:pt x="74" y="9"/>
                  </a:cubicBezTo>
                  <a:cubicBezTo>
                    <a:pt x="60" y="3"/>
                    <a:pt x="40" y="0"/>
                    <a:pt x="24" y="1"/>
                  </a:cubicBezTo>
                  <a:cubicBezTo>
                    <a:pt x="15" y="2"/>
                    <a:pt x="0" y="6"/>
                    <a:pt x="15" y="13"/>
                  </a:cubicBezTo>
                </a:path>
              </a:pathLst>
            </a:custGeom>
            <a:solidFill>
              <a:srgbClr val="D833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1" name="Freeform 161">
              <a:extLst>
                <a:ext uri="{FF2B5EF4-FFF2-40B4-BE49-F238E27FC236}">
                  <a16:creationId xmlns:a16="http://schemas.microsoft.com/office/drawing/2014/main" id="{2B97312A-0534-491E-8BD9-EF7F1FAA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241"/>
              <a:ext cx="235" cy="52"/>
            </a:xfrm>
            <a:custGeom>
              <a:avLst/>
              <a:gdLst>
                <a:gd name="T0" fmla="*/ 5 w 151"/>
                <a:gd name="T1" fmla="*/ 34 h 31"/>
                <a:gd name="T2" fmla="*/ 14 w 151"/>
                <a:gd name="T3" fmla="*/ 49 h 31"/>
                <a:gd name="T4" fmla="*/ 53 w 151"/>
                <a:gd name="T5" fmla="*/ 82 h 31"/>
                <a:gd name="T6" fmla="*/ 121 w 151"/>
                <a:gd name="T7" fmla="*/ 109 h 31"/>
                <a:gd name="T8" fmla="*/ 260 w 151"/>
                <a:gd name="T9" fmla="*/ 124 h 31"/>
                <a:gd name="T10" fmla="*/ 419 w 151"/>
                <a:gd name="T11" fmla="*/ 138 h 31"/>
                <a:gd name="T12" fmla="*/ 496 w 151"/>
                <a:gd name="T13" fmla="*/ 138 h 31"/>
                <a:gd name="T14" fmla="*/ 570 w 151"/>
                <a:gd name="T15" fmla="*/ 146 h 31"/>
                <a:gd name="T16" fmla="*/ 400 w 151"/>
                <a:gd name="T17" fmla="*/ 109 h 31"/>
                <a:gd name="T18" fmla="*/ 218 w 151"/>
                <a:gd name="T19" fmla="*/ 99 h 31"/>
                <a:gd name="T20" fmla="*/ 79 w 151"/>
                <a:gd name="T21" fmla="*/ 62 h 31"/>
                <a:gd name="T22" fmla="*/ 48 w 151"/>
                <a:gd name="T23" fmla="*/ 0 h 31"/>
                <a:gd name="T24" fmla="*/ 0 w 151"/>
                <a:gd name="T25" fmla="*/ 34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1" h="31">
                  <a:moveTo>
                    <a:pt x="1" y="7"/>
                  </a:moveTo>
                  <a:cubicBezTo>
                    <a:pt x="0" y="6"/>
                    <a:pt x="3" y="9"/>
                    <a:pt x="4" y="10"/>
                  </a:cubicBezTo>
                  <a:cubicBezTo>
                    <a:pt x="7" y="13"/>
                    <a:pt x="10" y="15"/>
                    <a:pt x="14" y="17"/>
                  </a:cubicBezTo>
                  <a:cubicBezTo>
                    <a:pt x="20" y="19"/>
                    <a:pt x="26" y="21"/>
                    <a:pt x="32" y="23"/>
                  </a:cubicBezTo>
                  <a:cubicBezTo>
                    <a:pt x="43" y="26"/>
                    <a:pt x="56" y="25"/>
                    <a:pt x="69" y="26"/>
                  </a:cubicBezTo>
                  <a:cubicBezTo>
                    <a:pt x="83" y="28"/>
                    <a:pt x="97" y="31"/>
                    <a:pt x="111" y="29"/>
                  </a:cubicBezTo>
                  <a:cubicBezTo>
                    <a:pt x="118" y="29"/>
                    <a:pt x="125" y="28"/>
                    <a:pt x="132" y="29"/>
                  </a:cubicBezTo>
                  <a:cubicBezTo>
                    <a:pt x="138" y="30"/>
                    <a:pt x="145" y="31"/>
                    <a:pt x="151" y="31"/>
                  </a:cubicBezTo>
                  <a:cubicBezTo>
                    <a:pt x="136" y="26"/>
                    <a:pt x="122" y="23"/>
                    <a:pt x="106" y="23"/>
                  </a:cubicBezTo>
                  <a:cubicBezTo>
                    <a:pt x="90" y="23"/>
                    <a:pt x="73" y="23"/>
                    <a:pt x="58" y="21"/>
                  </a:cubicBezTo>
                  <a:cubicBezTo>
                    <a:pt x="47" y="19"/>
                    <a:pt x="31" y="18"/>
                    <a:pt x="21" y="13"/>
                  </a:cubicBezTo>
                  <a:cubicBezTo>
                    <a:pt x="17" y="10"/>
                    <a:pt x="16" y="4"/>
                    <a:pt x="13" y="0"/>
                  </a:cubicBezTo>
                  <a:cubicBezTo>
                    <a:pt x="14" y="10"/>
                    <a:pt x="5" y="9"/>
                    <a:pt x="0" y="7"/>
                  </a:cubicBezTo>
                </a:path>
              </a:pathLst>
            </a:custGeom>
            <a:solidFill>
              <a:srgbClr val="D833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2" name="Freeform 162">
              <a:extLst>
                <a:ext uri="{FF2B5EF4-FFF2-40B4-BE49-F238E27FC236}">
                  <a16:creationId xmlns:a16="http://schemas.microsoft.com/office/drawing/2014/main" id="{4565D024-AE4C-4490-B3ED-947362AB8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324"/>
              <a:ext cx="316" cy="63"/>
            </a:xfrm>
            <a:custGeom>
              <a:avLst/>
              <a:gdLst>
                <a:gd name="T0" fmla="*/ 8 w 203"/>
                <a:gd name="T1" fmla="*/ 50 h 38"/>
                <a:gd name="T2" fmla="*/ 90 w 203"/>
                <a:gd name="T3" fmla="*/ 55 h 38"/>
                <a:gd name="T4" fmla="*/ 174 w 203"/>
                <a:gd name="T5" fmla="*/ 68 h 38"/>
                <a:gd name="T6" fmla="*/ 269 w 203"/>
                <a:gd name="T7" fmla="*/ 63 h 38"/>
                <a:gd name="T8" fmla="*/ 361 w 203"/>
                <a:gd name="T9" fmla="*/ 76 h 38"/>
                <a:gd name="T10" fmla="*/ 540 w 203"/>
                <a:gd name="T11" fmla="*/ 146 h 38"/>
                <a:gd name="T12" fmla="*/ 652 w 203"/>
                <a:gd name="T13" fmla="*/ 172 h 38"/>
                <a:gd name="T14" fmla="*/ 766 w 203"/>
                <a:gd name="T15" fmla="*/ 154 h 38"/>
                <a:gd name="T16" fmla="*/ 683 w 203"/>
                <a:gd name="T17" fmla="*/ 138 h 38"/>
                <a:gd name="T18" fmla="*/ 557 w 203"/>
                <a:gd name="T19" fmla="*/ 96 h 38"/>
                <a:gd name="T20" fmla="*/ 422 w 203"/>
                <a:gd name="T21" fmla="*/ 41 h 38"/>
                <a:gd name="T22" fmla="*/ 353 w 203"/>
                <a:gd name="T23" fmla="*/ 13 h 38"/>
                <a:gd name="T24" fmla="*/ 319 w 203"/>
                <a:gd name="T25" fmla="*/ 41 h 38"/>
                <a:gd name="T26" fmla="*/ 293 w 203"/>
                <a:gd name="T27" fmla="*/ 46 h 38"/>
                <a:gd name="T28" fmla="*/ 271 w 203"/>
                <a:gd name="T29" fmla="*/ 28 h 38"/>
                <a:gd name="T30" fmla="*/ 257 w 203"/>
                <a:gd name="T31" fmla="*/ 46 h 38"/>
                <a:gd name="T32" fmla="*/ 129 w 203"/>
                <a:gd name="T33" fmla="*/ 63 h 38"/>
                <a:gd name="T34" fmla="*/ 0 w 203"/>
                <a:gd name="T35" fmla="*/ 46 h 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3" h="38">
                  <a:moveTo>
                    <a:pt x="2" y="11"/>
                  </a:moveTo>
                  <a:cubicBezTo>
                    <a:pt x="9" y="14"/>
                    <a:pt x="17" y="12"/>
                    <a:pt x="24" y="12"/>
                  </a:cubicBezTo>
                  <a:cubicBezTo>
                    <a:pt x="31" y="13"/>
                    <a:pt x="38" y="16"/>
                    <a:pt x="46" y="15"/>
                  </a:cubicBezTo>
                  <a:cubicBezTo>
                    <a:pt x="54" y="14"/>
                    <a:pt x="62" y="14"/>
                    <a:pt x="71" y="14"/>
                  </a:cubicBezTo>
                  <a:cubicBezTo>
                    <a:pt x="79" y="15"/>
                    <a:pt x="89" y="15"/>
                    <a:pt x="96" y="17"/>
                  </a:cubicBezTo>
                  <a:cubicBezTo>
                    <a:pt x="112" y="22"/>
                    <a:pt x="128" y="27"/>
                    <a:pt x="143" y="32"/>
                  </a:cubicBezTo>
                  <a:cubicBezTo>
                    <a:pt x="153" y="36"/>
                    <a:pt x="161" y="38"/>
                    <a:pt x="173" y="38"/>
                  </a:cubicBezTo>
                  <a:cubicBezTo>
                    <a:pt x="182" y="38"/>
                    <a:pt x="193" y="37"/>
                    <a:pt x="203" y="34"/>
                  </a:cubicBezTo>
                  <a:cubicBezTo>
                    <a:pt x="195" y="34"/>
                    <a:pt x="188" y="32"/>
                    <a:pt x="181" y="30"/>
                  </a:cubicBezTo>
                  <a:cubicBezTo>
                    <a:pt x="170" y="26"/>
                    <a:pt x="160" y="23"/>
                    <a:pt x="148" y="21"/>
                  </a:cubicBezTo>
                  <a:cubicBezTo>
                    <a:pt x="137" y="18"/>
                    <a:pt x="122" y="15"/>
                    <a:pt x="112" y="9"/>
                  </a:cubicBezTo>
                  <a:cubicBezTo>
                    <a:pt x="107" y="5"/>
                    <a:pt x="101" y="0"/>
                    <a:pt x="94" y="3"/>
                  </a:cubicBezTo>
                  <a:cubicBezTo>
                    <a:pt x="90" y="5"/>
                    <a:pt x="89" y="9"/>
                    <a:pt x="85" y="9"/>
                  </a:cubicBezTo>
                  <a:cubicBezTo>
                    <a:pt x="83" y="9"/>
                    <a:pt x="78" y="1"/>
                    <a:pt x="78" y="10"/>
                  </a:cubicBezTo>
                  <a:cubicBezTo>
                    <a:pt x="75" y="10"/>
                    <a:pt x="73" y="8"/>
                    <a:pt x="72" y="6"/>
                  </a:cubicBezTo>
                  <a:cubicBezTo>
                    <a:pt x="71" y="7"/>
                    <a:pt x="69" y="8"/>
                    <a:pt x="68" y="10"/>
                  </a:cubicBezTo>
                  <a:cubicBezTo>
                    <a:pt x="57" y="5"/>
                    <a:pt x="46" y="13"/>
                    <a:pt x="34" y="14"/>
                  </a:cubicBezTo>
                  <a:cubicBezTo>
                    <a:pt x="24" y="16"/>
                    <a:pt x="11" y="14"/>
                    <a:pt x="0" y="10"/>
                  </a:cubicBezTo>
                </a:path>
              </a:pathLst>
            </a:custGeom>
            <a:solidFill>
              <a:srgbClr val="D833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3" name="Freeform 163">
              <a:extLst>
                <a:ext uri="{FF2B5EF4-FFF2-40B4-BE49-F238E27FC236}">
                  <a16:creationId xmlns:a16="http://schemas.microsoft.com/office/drawing/2014/main" id="{D13060AE-820B-4BC8-B215-A9645301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437"/>
              <a:ext cx="470" cy="69"/>
            </a:xfrm>
            <a:custGeom>
              <a:avLst/>
              <a:gdLst>
                <a:gd name="T0" fmla="*/ 30 w 302"/>
                <a:gd name="T1" fmla="*/ 62 h 42"/>
                <a:gd name="T2" fmla="*/ 87 w 302"/>
                <a:gd name="T3" fmla="*/ 62 h 42"/>
                <a:gd name="T4" fmla="*/ 182 w 302"/>
                <a:gd name="T5" fmla="*/ 49 h 42"/>
                <a:gd name="T6" fmla="*/ 344 w 302"/>
                <a:gd name="T7" fmla="*/ 62 h 42"/>
                <a:gd name="T8" fmla="*/ 489 w 302"/>
                <a:gd name="T9" fmla="*/ 76 h 42"/>
                <a:gd name="T10" fmla="*/ 630 w 302"/>
                <a:gd name="T11" fmla="*/ 105 h 42"/>
                <a:gd name="T12" fmla="*/ 909 w 302"/>
                <a:gd name="T13" fmla="*/ 138 h 42"/>
                <a:gd name="T14" fmla="*/ 1029 w 302"/>
                <a:gd name="T15" fmla="*/ 164 h 42"/>
                <a:gd name="T16" fmla="*/ 1093 w 302"/>
                <a:gd name="T17" fmla="*/ 181 h 42"/>
                <a:gd name="T18" fmla="*/ 1138 w 302"/>
                <a:gd name="T19" fmla="*/ 186 h 42"/>
                <a:gd name="T20" fmla="*/ 1111 w 302"/>
                <a:gd name="T21" fmla="*/ 168 h 42"/>
                <a:gd name="T22" fmla="*/ 1041 w 302"/>
                <a:gd name="T23" fmla="*/ 125 h 42"/>
                <a:gd name="T24" fmla="*/ 957 w 302"/>
                <a:gd name="T25" fmla="*/ 102 h 42"/>
                <a:gd name="T26" fmla="*/ 875 w 302"/>
                <a:gd name="T27" fmla="*/ 81 h 42"/>
                <a:gd name="T28" fmla="*/ 819 w 302"/>
                <a:gd name="T29" fmla="*/ 49 h 42"/>
                <a:gd name="T30" fmla="*/ 784 w 302"/>
                <a:gd name="T31" fmla="*/ 71 h 42"/>
                <a:gd name="T32" fmla="*/ 700 w 302"/>
                <a:gd name="T33" fmla="*/ 54 h 42"/>
                <a:gd name="T34" fmla="*/ 641 w 302"/>
                <a:gd name="T35" fmla="*/ 54 h 42"/>
                <a:gd name="T36" fmla="*/ 565 w 302"/>
                <a:gd name="T37" fmla="*/ 41 h 42"/>
                <a:gd name="T38" fmla="*/ 467 w 302"/>
                <a:gd name="T39" fmla="*/ 20 h 42"/>
                <a:gd name="T40" fmla="*/ 419 w 302"/>
                <a:gd name="T41" fmla="*/ 13 h 42"/>
                <a:gd name="T42" fmla="*/ 370 w 302"/>
                <a:gd name="T43" fmla="*/ 41 h 42"/>
                <a:gd name="T44" fmla="*/ 275 w 302"/>
                <a:gd name="T45" fmla="*/ 8 h 42"/>
                <a:gd name="T46" fmla="*/ 95 w 302"/>
                <a:gd name="T47" fmla="*/ 41 h 42"/>
                <a:gd name="T48" fmla="*/ 0 w 302"/>
                <a:gd name="T49" fmla="*/ 62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2" h="42">
                  <a:moveTo>
                    <a:pt x="8" y="14"/>
                  </a:moveTo>
                  <a:cubicBezTo>
                    <a:pt x="13" y="12"/>
                    <a:pt x="18" y="14"/>
                    <a:pt x="23" y="14"/>
                  </a:cubicBezTo>
                  <a:cubicBezTo>
                    <a:pt x="32" y="13"/>
                    <a:pt x="40" y="11"/>
                    <a:pt x="48" y="11"/>
                  </a:cubicBezTo>
                  <a:cubicBezTo>
                    <a:pt x="62" y="10"/>
                    <a:pt x="77" y="11"/>
                    <a:pt x="91" y="14"/>
                  </a:cubicBezTo>
                  <a:cubicBezTo>
                    <a:pt x="104" y="17"/>
                    <a:pt x="117" y="17"/>
                    <a:pt x="130" y="17"/>
                  </a:cubicBezTo>
                  <a:cubicBezTo>
                    <a:pt x="143" y="17"/>
                    <a:pt x="155" y="22"/>
                    <a:pt x="167" y="24"/>
                  </a:cubicBezTo>
                  <a:cubicBezTo>
                    <a:pt x="192" y="27"/>
                    <a:pt x="216" y="28"/>
                    <a:pt x="241" y="31"/>
                  </a:cubicBezTo>
                  <a:cubicBezTo>
                    <a:pt x="252" y="33"/>
                    <a:pt x="262" y="35"/>
                    <a:pt x="273" y="37"/>
                  </a:cubicBezTo>
                  <a:cubicBezTo>
                    <a:pt x="278" y="38"/>
                    <a:pt x="284" y="40"/>
                    <a:pt x="290" y="41"/>
                  </a:cubicBezTo>
                  <a:cubicBezTo>
                    <a:pt x="294" y="42"/>
                    <a:pt x="298" y="40"/>
                    <a:pt x="302" y="42"/>
                  </a:cubicBezTo>
                  <a:cubicBezTo>
                    <a:pt x="299" y="42"/>
                    <a:pt x="298" y="39"/>
                    <a:pt x="295" y="38"/>
                  </a:cubicBezTo>
                  <a:cubicBezTo>
                    <a:pt x="289" y="33"/>
                    <a:pt x="284" y="30"/>
                    <a:pt x="276" y="28"/>
                  </a:cubicBezTo>
                  <a:cubicBezTo>
                    <a:pt x="269" y="27"/>
                    <a:pt x="262" y="24"/>
                    <a:pt x="254" y="23"/>
                  </a:cubicBezTo>
                  <a:cubicBezTo>
                    <a:pt x="247" y="21"/>
                    <a:pt x="239" y="22"/>
                    <a:pt x="232" y="18"/>
                  </a:cubicBezTo>
                  <a:cubicBezTo>
                    <a:pt x="226" y="15"/>
                    <a:pt x="222" y="7"/>
                    <a:pt x="217" y="11"/>
                  </a:cubicBezTo>
                  <a:cubicBezTo>
                    <a:pt x="211" y="16"/>
                    <a:pt x="217" y="19"/>
                    <a:pt x="208" y="16"/>
                  </a:cubicBezTo>
                  <a:cubicBezTo>
                    <a:pt x="199" y="13"/>
                    <a:pt x="195" y="8"/>
                    <a:pt x="186" y="12"/>
                  </a:cubicBezTo>
                  <a:cubicBezTo>
                    <a:pt x="177" y="16"/>
                    <a:pt x="179" y="17"/>
                    <a:pt x="170" y="12"/>
                  </a:cubicBezTo>
                  <a:cubicBezTo>
                    <a:pt x="163" y="8"/>
                    <a:pt x="158" y="8"/>
                    <a:pt x="150" y="9"/>
                  </a:cubicBezTo>
                  <a:cubicBezTo>
                    <a:pt x="140" y="9"/>
                    <a:pt x="133" y="7"/>
                    <a:pt x="124" y="4"/>
                  </a:cubicBezTo>
                  <a:cubicBezTo>
                    <a:pt x="120" y="3"/>
                    <a:pt x="115" y="2"/>
                    <a:pt x="111" y="3"/>
                  </a:cubicBezTo>
                  <a:cubicBezTo>
                    <a:pt x="107" y="4"/>
                    <a:pt x="103" y="8"/>
                    <a:pt x="98" y="9"/>
                  </a:cubicBezTo>
                  <a:cubicBezTo>
                    <a:pt x="90" y="10"/>
                    <a:pt x="81" y="3"/>
                    <a:pt x="73" y="2"/>
                  </a:cubicBezTo>
                  <a:cubicBezTo>
                    <a:pt x="56" y="0"/>
                    <a:pt x="41" y="7"/>
                    <a:pt x="25" y="9"/>
                  </a:cubicBezTo>
                  <a:cubicBezTo>
                    <a:pt x="17" y="10"/>
                    <a:pt x="7" y="12"/>
                    <a:pt x="0" y="14"/>
                  </a:cubicBezTo>
                </a:path>
              </a:pathLst>
            </a:custGeom>
            <a:solidFill>
              <a:srgbClr val="D833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4" name="Freeform 164">
              <a:extLst>
                <a:ext uri="{FF2B5EF4-FFF2-40B4-BE49-F238E27FC236}">
                  <a16:creationId xmlns:a16="http://schemas.microsoft.com/office/drawing/2014/main" id="{1596F0C0-FE7A-440C-9ABA-3DD2A4C14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963"/>
              <a:ext cx="384" cy="373"/>
            </a:xfrm>
            <a:custGeom>
              <a:avLst/>
              <a:gdLst>
                <a:gd name="T0" fmla="*/ 19 w 247"/>
                <a:gd name="T1" fmla="*/ 310 h 225"/>
                <a:gd name="T2" fmla="*/ 34 w 247"/>
                <a:gd name="T3" fmla="*/ 151 h 225"/>
                <a:gd name="T4" fmla="*/ 106 w 247"/>
                <a:gd name="T5" fmla="*/ 187 h 225"/>
                <a:gd name="T6" fmla="*/ 239 w 247"/>
                <a:gd name="T7" fmla="*/ 285 h 225"/>
                <a:gd name="T8" fmla="*/ 283 w 247"/>
                <a:gd name="T9" fmla="*/ 138 h 225"/>
                <a:gd name="T10" fmla="*/ 392 w 247"/>
                <a:gd name="T11" fmla="*/ 8 h 225"/>
                <a:gd name="T12" fmla="*/ 470 w 247"/>
                <a:gd name="T13" fmla="*/ 342 h 225"/>
                <a:gd name="T14" fmla="*/ 428 w 247"/>
                <a:gd name="T15" fmla="*/ 459 h 225"/>
                <a:gd name="T16" fmla="*/ 488 w 247"/>
                <a:gd name="T17" fmla="*/ 443 h 225"/>
                <a:gd name="T18" fmla="*/ 588 w 247"/>
                <a:gd name="T19" fmla="*/ 438 h 225"/>
                <a:gd name="T20" fmla="*/ 692 w 247"/>
                <a:gd name="T21" fmla="*/ 459 h 225"/>
                <a:gd name="T22" fmla="*/ 822 w 247"/>
                <a:gd name="T23" fmla="*/ 459 h 225"/>
                <a:gd name="T24" fmla="*/ 906 w 247"/>
                <a:gd name="T25" fmla="*/ 472 h 225"/>
                <a:gd name="T26" fmla="*/ 832 w 247"/>
                <a:gd name="T27" fmla="*/ 547 h 225"/>
                <a:gd name="T28" fmla="*/ 553 w 247"/>
                <a:gd name="T29" fmla="*/ 643 h 225"/>
                <a:gd name="T30" fmla="*/ 696 w 247"/>
                <a:gd name="T31" fmla="*/ 656 h 225"/>
                <a:gd name="T32" fmla="*/ 759 w 247"/>
                <a:gd name="T33" fmla="*/ 715 h 225"/>
                <a:gd name="T34" fmla="*/ 838 w 247"/>
                <a:gd name="T35" fmla="*/ 753 h 225"/>
                <a:gd name="T36" fmla="*/ 920 w 247"/>
                <a:gd name="T37" fmla="*/ 789 h 225"/>
                <a:gd name="T38" fmla="*/ 706 w 247"/>
                <a:gd name="T39" fmla="*/ 777 h 225"/>
                <a:gd name="T40" fmla="*/ 536 w 247"/>
                <a:gd name="T41" fmla="*/ 782 h 225"/>
                <a:gd name="T42" fmla="*/ 679 w 247"/>
                <a:gd name="T43" fmla="*/ 839 h 225"/>
                <a:gd name="T44" fmla="*/ 788 w 247"/>
                <a:gd name="T45" fmla="*/ 928 h 225"/>
                <a:gd name="T46" fmla="*/ 372 w 247"/>
                <a:gd name="T47" fmla="*/ 844 h 225"/>
                <a:gd name="T48" fmla="*/ 291 w 247"/>
                <a:gd name="T49" fmla="*/ 852 h 225"/>
                <a:gd name="T50" fmla="*/ 232 w 247"/>
                <a:gd name="T51" fmla="*/ 748 h 225"/>
                <a:gd name="T52" fmla="*/ 106 w 247"/>
                <a:gd name="T53" fmla="*/ 998 h 225"/>
                <a:gd name="T54" fmla="*/ 47 w 247"/>
                <a:gd name="T55" fmla="*/ 928 h 225"/>
                <a:gd name="T56" fmla="*/ 0 w 247"/>
                <a:gd name="T57" fmla="*/ 962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7" h="225">
                  <a:moveTo>
                    <a:pt x="5" y="68"/>
                  </a:moveTo>
                  <a:cubicBezTo>
                    <a:pt x="5" y="60"/>
                    <a:pt x="2" y="39"/>
                    <a:pt x="9" y="33"/>
                  </a:cubicBezTo>
                  <a:cubicBezTo>
                    <a:pt x="16" y="28"/>
                    <a:pt x="23" y="37"/>
                    <a:pt x="28" y="41"/>
                  </a:cubicBezTo>
                  <a:cubicBezTo>
                    <a:pt x="43" y="51"/>
                    <a:pt x="58" y="43"/>
                    <a:pt x="64" y="63"/>
                  </a:cubicBezTo>
                  <a:cubicBezTo>
                    <a:pt x="70" y="58"/>
                    <a:pt x="71" y="38"/>
                    <a:pt x="75" y="30"/>
                  </a:cubicBezTo>
                  <a:cubicBezTo>
                    <a:pt x="79" y="21"/>
                    <a:pt x="90" y="0"/>
                    <a:pt x="104" y="2"/>
                  </a:cubicBezTo>
                  <a:cubicBezTo>
                    <a:pt x="127" y="6"/>
                    <a:pt x="102" y="85"/>
                    <a:pt x="125" y="75"/>
                  </a:cubicBezTo>
                  <a:cubicBezTo>
                    <a:pt x="125" y="84"/>
                    <a:pt x="119" y="93"/>
                    <a:pt x="114" y="101"/>
                  </a:cubicBezTo>
                  <a:cubicBezTo>
                    <a:pt x="119" y="101"/>
                    <a:pt x="125" y="98"/>
                    <a:pt x="130" y="97"/>
                  </a:cubicBezTo>
                  <a:cubicBezTo>
                    <a:pt x="137" y="96"/>
                    <a:pt x="148" y="94"/>
                    <a:pt x="156" y="96"/>
                  </a:cubicBezTo>
                  <a:cubicBezTo>
                    <a:pt x="166" y="97"/>
                    <a:pt x="173" y="102"/>
                    <a:pt x="184" y="101"/>
                  </a:cubicBezTo>
                  <a:cubicBezTo>
                    <a:pt x="196" y="101"/>
                    <a:pt x="207" y="100"/>
                    <a:pt x="219" y="101"/>
                  </a:cubicBezTo>
                  <a:cubicBezTo>
                    <a:pt x="223" y="101"/>
                    <a:pt x="239" y="100"/>
                    <a:pt x="241" y="104"/>
                  </a:cubicBezTo>
                  <a:cubicBezTo>
                    <a:pt x="247" y="111"/>
                    <a:pt x="225" y="117"/>
                    <a:pt x="221" y="120"/>
                  </a:cubicBezTo>
                  <a:cubicBezTo>
                    <a:pt x="198" y="131"/>
                    <a:pt x="171" y="135"/>
                    <a:pt x="147" y="141"/>
                  </a:cubicBezTo>
                  <a:cubicBezTo>
                    <a:pt x="158" y="144"/>
                    <a:pt x="172" y="142"/>
                    <a:pt x="185" y="144"/>
                  </a:cubicBezTo>
                  <a:cubicBezTo>
                    <a:pt x="196" y="146"/>
                    <a:pt x="195" y="150"/>
                    <a:pt x="202" y="157"/>
                  </a:cubicBezTo>
                  <a:cubicBezTo>
                    <a:pt x="208" y="163"/>
                    <a:pt x="215" y="163"/>
                    <a:pt x="223" y="165"/>
                  </a:cubicBezTo>
                  <a:cubicBezTo>
                    <a:pt x="231" y="166"/>
                    <a:pt x="238" y="170"/>
                    <a:pt x="245" y="173"/>
                  </a:cubicBezTo>
                  <a:cubicBezTo>
                    <a:pt x="227" y="177"/>
                    <a:pt x="206" y="172"/>
                    <a:pt x="188" y="171"/>
                  </a:cubicBezTo>
                  <a:cubicBezTo>
                    <a:pt x="173" y="170"/>
                    <a:pt x="158" y="172"/>
                    <a:pt x="143" y="172"/>
                  </a:cubicBezTo>
                  <a:cubicBezTo>
                    <a:pt x="156" y="172"/>
                    <a:pt x="170" y="178"/>
                    <a:pt x="181" y="184"/>
                  </a:cubicBezTo>
                  <a:cubicBezTo>
                    <a:pt x="189" y="188"/>
                    <a:pt x="206" y="196"/>
                    <a:pt x="210" y="204"/>
                  </a:cubicBezTo>
                  <a:cubicBezTo>
                    <a:pt x="173" y="204"/>
                    <a:pt x="136" y="190"/>
                    <a:pt x="99" y="185"/>
                  </a:cubicBezTo>
                  <a:cubicBezTo>
                    <a:pt x="91" y="183"/>
                    <a:pt x="86" y="185"/>
                    <a:pt x="77" y="187"/>
                  </a:cubicBezTo>
                  <a:cubicBezTo>
                    <a:pt x="62" y="191"/>
                    <a:pt x="53" y="178"/>
                    <a:pt x="62" y="164"/>
                  </a:cubicBezTo>
                  <a:cubicBezTo>
                    <a:pt x="67" y="172"/>
                    <a:pt x="37" y="214"/>
                    <a:pt x="28" y="219"/>
                  </a:cubicBezTo>
                  <a:cubicBezTo>
                    <a:pt x="16" y="225"/>
                    <a:pt x="12" y="215"/>
                    <a:pt x="12" y="204"/>
                  </a:cubicBezTo>
                  <a:cubicBezTo>
                    <a:pt x="7" y="207"/>
                    <a:pt x="7" y="215"/>
                    <a:pt x="0" y="21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5" name="Freeform 165">
              <a:extLst>
                <a:ext uri="{FF2B5EF4-FFF2-40B4-BE49-F238E27FC236}">
                  <a16:creationId xmlns:a16="http://schemas.microsoft.com/office/drawing/2014/main" id="{4601E4A4-5B2B-4A5E-8FCC-337C14EDA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3034"/>
              <a:ext cx="185" cy="240"/>
            </a:xfrm>
            <a:custGeom>
              <a:avLst/>
              <a:gdLst>
                <a:gd name="T0" fmla="*/ 30 w 119"/>
                <a:gd name="T1" fmla="*/ 83 h 145"/>
                <a:gd name="T2" fmla="*/ 61 w 119"/>
                <a:gd name="T3" fmla="*/ 281 h 145"/>
                <a:gd name="T4" fmla="*/ 75 w 119"/>
                <a:gd name="T5" fmla="*/ 402 h 145"/>
                <a:gd name="T6" fmla="*/ 73 w 119"/>
                <a:gd name="T7" fmla="*/ 526 h 145"/>
                <a:gd name="T8" fmla="*/ 48 w 119"/>
                <a:gd name="T9" fmla="*/ 657 h 145"/>
                <a:gd name="T10" fmla="*/ 87 w 119"/>
                <a:gd name="T11" fmla="*/ 581 h 145"/>
                <a:gd name="T12" fmla="*/ 149 w 119"/>
                <a:gd name="T13" fmla="*/ 430 h 145"/>
                <a:gd name="T14" fmla="*/ 188 w 119"/>
                <a:gd name="T15" fmla="*/ 493 h 145"/>
                <a:gd name="T16" fmla="*/ 222 w 119"/>
                <a:gd name="T17" fmla="*/ 477 h 145"/>
                <a:gd name="T18" fmla="*/ 263 w 119"/>
                <a:gd name="T19" fmla="*/ 477 h 145"/>
                <a:gd name="T20" fmla="*/ 358 w 119"/>
                <a:gd name="T21" fmla="*/ 465 h 145"/>
                <a:gd name="T22" fmla="*/ 448 w 119"/>
                <a:gd name="T23" fmla="*/ 477 h 145"/>
                <a:gd name="T24" fmla="*/ 432 w 119"/>
                <a:gd name="T25" fmla="*/ 389 h 145"/>
                <a:gd name="T26" fmla="*/ 426 w 119"/>
                <a:gd name="T27" fmla="*/ 326 h 145"/>
                <a:gd name="T28" fmla="*/ 274 w 119"/>
                <a:gd name="T29" fmla="*/ 298 h 145"/>
                <a:gd name="T30" fmla="*/ 123 w 119"/>
                <a:gd name="T31" fmla="*/ 139 h 145"/>
                <a:gd name="T32" fmla="*/ 26 w 119"/>
                <a:gd name="T33" fmla="*/ 96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" h="145">
                  <a:moveTo>
                    <a:pt x="8" y="18"/>
                  </a:moveTo>
                  <a:cubicBezTo>
                    <a:pt x="0" y="23"/>
                    <a:pt x="14" y="53"/>
                    <a:pt x="16" y="62"/>
                  </a:cubicBezTo>
                  <a:cubicBezTo>
                    <a:pt x="18" y="70"/>
                    <a:pt x="20" y="80"/>
                    <a:pt x="20" y="89"/>
                  </a:cubicBezTo>
                  <a:cubicBezTo>
                    <a:pt x="20" y="98"/>
                    <a:pt x="21" y="107"/>
                    <a:pt x="19" y="116"/>
                  </a:cubicBezTo>
                  <a:cubicBezTo>
                    <a:pt x="17" y="125"/>
                    <a:pt x="12" y="136"/>
                    <a:pt x="13" y="145"/>
                  </a:cubicBezTo>
                  <a:cubicBezTo>
                    <a:pt x="20" y="144"/>
                    <a:pt x="22" y="134"/>
                    <a:pt x="23" y="128"/>
                  </a:cubicBezTo>
                  <a:cubicBezTo>
                    <a:pt x="26" y="120"/>
                    <a:pt x="32" y="99"/>
                    <a:pt x="40" y="95"/>
                  </a:cubicBezTo>
                  <a:cubicBezTo>
                    <a:pt x="43" y="99"/>
                    <a:pt x="44" y="109"/>
                    <a:pt x="50" y="109"/>
                  </a:cubicBezTo>
                  <a:cubicBezTo>
                    <a:pt x="52" y="110"/>
                    <a:pt x="56" y="106"/>
                    <a:pt x="59" y="105"/>
                  </a:cubicBezTo>
                  <a:cubicBezTo>
                    <a:pt x="63" y="104"/>
                    <a:pt x="66" y="105"/>
                    <a:pt x="70" y="105"/>
                  </a:cubicBezTo>
                  <a:cubicBezTo>
                    <a:pt x="79" y="106"/>
                    <a:pt x="86" y="105"/>
                    <a:pt x="95" y="103"/>
                  </a:cubicBezTo>
                  <a:cubicBezTo>
                    <a:pt x="103" y="102"/>
                    <a:pt x="111" y="105"/>
                    <a:pt x="119" y="105"/>
                  </a:cubicBezTo>
                  <a:cubicBezTo>
                    <a:pt x="116" y="98"/>
                    <a:pt x="115" y="93"/>
                    <a:pt x="115" y="86"/>
                  </a:cubicBezTo>
                  <a:cubicBezTo>
                    <a:pt x="115" y="82"/>
                    <a:pt x="114" y="77"/>
                    <a:pt x="113" y="72"/>
                  </a:cubicBezTo>
                  <a:cubicBezTo>
                    <a:pt x="100" y="77"/>
                    <a:pt x="85" y="74"/>
                    <a:pt x="73" y="66"/>
                  </a:cubicBezTo>
                  <a:cubicBezTo>
                    <a:pt x="58" y="56"/>
                    <a:pt x="45" y="45"/>
                    <a:pt x="33" y="31"/>
                  </a:cubicBezTo>
                  <a:cubicBezTo>
                    <a:pt x="26" y="22"/>
                    <a:pt x="12" y="0"/>
                    <a:pt x="7" y="21"/>
                  </a:cubicBezTo>
                </a:path>
              </a:pathLst>
            </a:custGeom>
            <a:solidFill>
              <a:srgbClr val="0242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5" name="head-of-green-savoy-cabbage">
            <a:extLst>
              <a:ext uri="{FF2B5EF4-FFF2-40B4-BE49-F238E27FC236}">
                <a16:creationId xmlns:a16="http://schemas.microsoft.com/office/drawing/2014/main" id="{BAA5B4C4-FB07-42B3-BD21-F8A5BF44A860}"/>
              </a:ext>
            </a:extLst>
          </p:cNvPr>
          <p:cNvGrpSpPr>
            <a:grpSpLocks/>
          </p:cNvGrpSpPr>
          <p:nvPr/>
        </p:nvGrpSpPr>
        <p:grpSpPr bwMode="auto">
          <a:xfrm>
            <a:off x="6940550" y="1143000"/>
            <a:ext cx="2928938" cy="3509963"/>
            <a:chOff x="3412" y="657"/>
            <a:chExt cx="1845" cy="2211"/>
          </a:xfrm>
        </p:grpSpPr>
        <p:sp>
          <p:nvSpPr>
            <p:cNvPr id="15366" name="Freeform 167">
              <a:extLst>
                <a:ext uri="{FF2B5EF4-FFF2-40B4-BE49-F238E27FC236}">
                  <a16:creationId xmlns:a16="http://schemas.microsoft.com/office/drawing/2014/main" id="{1E65E363-947A-4B31-859D-47DE92579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993"/>
              <a:ext cx="1338" cy="1440"/>
            </a:xfrm>
            <a:custGeom>
              <a:avLst/>
              <a:gdLst>
                <a:gd name="T0" fmla="*/ 1535 w 1120"/>
                <a:gd name="T1" fmla="*/ 288 h 1130"/>
                <a:gd name="T2" fmla="*/ 1182 w 1120"/>
                <a:gd name="T3" fmla="*/ 106 h 1130"/>
                <a:gd name="T4" fmla="*/ 827 w 1120"/>
                <a:gd name="T5" fmla="*/ 55 h 1130"/>
                <a:gd name="T6" fmla="*/ 520 w 1120"/>
                <a:gd name="T7" fmla="*/ 353 h 1130"/>
                <a:gd name="T8" fmla="*/ 200 w 1120"/>
                <a:gd name="T9" fmla="*/ 610 h 1130"/>
                <a:gd name="T10" fmla="*/ 8 w 1120"/>
                <a:gd name="T11" fmla="*/ 1109 h 1130"/>
                <a:gd name="T12" fmla="*/ 140 w 1120"/>
                <a:gd name="T13" fmla="*/ 1734 h 1130"/>
                <a:gd name="T14" fmla="*/ 321 w 1120"/>
                <a:gd name="T15" fmla="*/ 2026 h 1130"/>
                <a:gd name="T16" fmla="*/ 575 w 1120"/>
                <a:gd name="T17" fmla="*/ 2234 h 1130"/>
                <a:gd name="T18" fmla="*/ 980 w 1120"/>
                <a:gd name="T19" fmla="*/ 2332 h 1130"/>
                <a:gd name="T20" fmla="*/ 1312 w 1120"/>
                <a:gd name="T21" fmla="*/ 2299 h 1130"/>
                <a:gd name="T22" fmla="*/ 1474 w 1120"/>
                <a:gd name="T23" fmla="*/ 2268 h 1130"/>
                <a:gd name="T24" fmla="*/ 1577 w 1120"/>
                <a:gd name="T25" fmla="*/ 2076 h 1130"/>
                <a:gd name="T26" fmla="*/ 1788 w 1120"/>
                <a:gd name="T27" fmla="*/ 1861 h 1130"/>
                <a:gd name="T28" fmla="*/ 1803 w 1120"/>
                <a:gd name="T29" fmla="*/ 1629 h 1130"/>
                <a:gd name="T30" fmla="*/ 1803 w 1120"/>
                <a:gd name="T31" fmla="*/ 1431 h 1130"/>
                <a:gd name="T32" fmla="*/ 1865 w 1120"/>
                <a:gd name="T33" fmla="*/ 1192 h 1130"/>
                <a:gd name="T34" fmla="*/ 1884 w 1120"/>
                <a:gd name="T35" fmla="*/ 742 h 1130"/>
                <a:gd name="T36" fmla="*/ 1813 w 1120"/>
                <a:gd name="T37" fmla="*/ 480 h 1130"/>
                <a:gd name="T38" fmla="*/ 1631 w 1120"/>
                <a:gd name="T39" fmla="*/ 395 h 1130"/>
                <a:gd name="T40" fmla="*/ 1523 w 1120"/>
                <a:gd name="T41" fmla="*/ 296 h 1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20" h="1130">
                  <a:moveTo>
                    <a:pt x="901" y="139"/>
                  </a:moveTo>
                  <a:cubicBezTo>
                    <a:pt x="839" y="81"/>
                    <a:pt x="770" y="70"/>
                    <a:pt x="693" y="51"/>
                  </a:cubicBezTo>
                  <a:cubicBezTo>
                    <a:pt x="621" y="33"/>
                    <a:pt x="559" y="0"/>
                    <a:pt x="485" y="27"/>
                  </a:cubicBezTo>
                  <a:cubicBezTo>
                    <a:pt x="421" y="51"/>
                    <a:pt x="350" y="120"/>
                    <a:pt x="305" y="170"/>
                  </a:cubicBezTo>
                  <a:cubicBezTo>
                    <a:pt x="252" y="228"/>
                    <a:pt x="188" y="267"/>
                    <a:pt x="117" y="295"/>
                  </a:cubicBezTo>
                  <a:cubicBezTo>
                    <a:pt x="26" y="331"/>
                    <a:pt x="9" y="445"/>
                    <a:pt x="5" y="536"/>
                  </a:cubicBezTo>
                  <a:cubicBezTo>
                    <a:pt x="0" y="645"/>
                    <a:pt x="41" y="740"/>
                    <a:pt x="82" y="838"/>
                  </a:cubicBezTo>
                  <a:cubicBezTo>
                    <a:pt x="108" y="899"/>
                    <a:pt x="132" y="939"/>
                    <a:pt x="188" y="979"/>
                  </a:cubicBezTo>
                  <a:cubicBezTo>
                    <a:pt x="236" y="1014"/>
                    <a:pt x="287" y="1050"/>
                    <a:pt x="337" y="1080"/>
                  </a:cubicBezTo>
                  <a:cubicBezTo>
                    <a:pt x="408" y="1122"/>
                    <a:pt x="494" y="1123"/>
                    <a:pt x="574" y="1127"/>
                  </a:cubicBezTo>
                  <a:cubicBezTo>
                    <a:pt x="642" y="1130"/>
                    <a:pt x="704" y="1111"/>
                    <a:pt x="769" y="1111"/>
                  </a:cubicBezTo>
                  <a:cubicBezTo>
                    <a:pt x="807" y="1111"/>
                    <a:pt x="831" y="1118"/>
                    <a:pt x="865" y="1096"/>
                  </a:cubicBezTo>
                  <a:cubicBezTo>
                    <a:pt x="907" y="1069"/>
                    <a:pt x="909" y="1046"/>
                    <a:pt x="925" y="1003"/>
                  </a:cubicBezTo>
                  <a:cubicBezTo>
                    <a:pt x="949" y="938"/>
                    <a:pt x="1023" y="949"/>
                    <a:pt x="1049" y="899"/>
                  </a:cubicBezTo>
                  <a:cubicBezTo>
                    <a:pt x="1063" y="873"/>
                    <a:pt x="1058" y="817"/>
                    <a:pt x="1057" y="787"/>
                  </a:cubicBezTo>
                  <a:cubicBezTo>
                    <a:pt x="1056" y="754"/>
                    <a:pt x="1050" y="723"/>
                    <a:pt x="1057" y="691"/>
                  </a:cubicBezTo>
                  <a:cubicBezTo>
                    <a:pt x="1065" y="651"/>
                    <a:pt x="1088" y="616"/>
                    <a:pt x="1094" y="576"/>
                  </a:cubicBezTo>
                  <a:cubicBezTo>
                    <a:pt x="1106" y="505"/>
                    <a:pt x="1097" y="430"/>
                    <a:pt x="1105" y="359"/>
                  </a:cubicBezTo>
                  <a:cubicBezTo>
                    <a:pt x="1111" y="306"/>
                    <a:pt x="1120" y="261"/>
                    <a:pt x="1064" y="232"/>
                  </a:cubicBezTo>
                  <a:cubicBezTo>
                    <a:pt x="1030" y="214"/>
                    <a:pt x="990" y="211"/>
                    <a:pt x="957" y="191"/>
                  </a:cubicBezTo>
                  <a:cubicBezTo>
                    <a:pt x="935" y="178"/>
                    <a:pt x="916" y="148"/>
                    <a:pt x="893" y="143"/>
                  </a:cubicBezTo>
                </a:path>
              </a:pathLst>
            </a:custGeom>
            <a:solidFill>
              <a:srgbClr val="06381A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67" name="Freeform 168">
              <a:extLst>
                <a:ext uri="{FF2B5EF4-FFF2-40B4-BE49-F238E27FC236}">
                  <a16:creationId xmlns:a16="http://schemas.microsoft.com/office/drawing/2014/main" id="{801C501B-67F7-4F09-A3CA-80029D74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993"/>
              <a:ext cx="1338" cy="1440"/>
            </a:xfrm>
            <a:custGeom>
              <a:avLst/>
              <a:gdLst>
                <a:gd name="T0" fmla="*/ 1535 w 1120"/>
                <a:gd name="T1" fmla="*/ 288 h 1130"/>
                <a:gd name="T2" fmla="*/ 1182 w 1120"/>
                <a:gd name="T3" fmla="*/ 106 h 1130"/>
                <a:gd name="T4" fmla="*/ 827 w 1120"/>
                <a:gd name="T5" fmla="*/ 55 h 1130"/>
                <a:gd name="T6" fmla="*/ 520 w 1120"/>
                <a:gd name="T7" fmla="*/ 353 h 1130"/>
                <a:gd name="T8" fmla="*/ 200 w 1120"/>
                <a:gd name="T9" fmla="*/ 610 h 1130"/>
                <a:gd name="T10" fmla="*/ 8 w 1120"/>
                <a:gd name="T11" fmla="*/ 1109 h 1130"/>
                <a:gd name="T12" fmla="*/ 140 w 1120"/>
                <a:gd name="T13" fmla="*/ 1734 h 1130"/>
                <a:gd name="T14" fmla="*/ 321 w 1120"/>
                <a:gd name="T15" fmla="*/ 2026 h 1130"/>
                <a:gd name="T16" fmla="*/ 575 w 1120"/>
                <a:gd name="T17" fmla="*/ 2234 h 1130"/>
                <a:gd name="T18" fmla="*/ 980 w 1120"/>
                <a:gd name="T19" fmla="*/ 2332 h 1130"/>
                <a:gd name="T20" fmla="*/ 1312 w 1120"/>
                <a:gd name="T21" fmla="*/ 2299 h 1130"/>
                <a:gd name="T22" fmla="*/ 1474 w 1120"/>
                <a:gd name="T23" fmla="*/ 2268 h 1130"/>
                <a:gd name="T24" fmla="*/ 1577 w 1120"/>
                <a:gd name="T25" fmla="*/ 2076 h 1130"/>
                <a:gd name="T26" fmla="*/ 1788 w 1120"/>
                <a:gd name="T27" fmla="*/ 1861 h 1130"/>
                <a:gd name="T28" fmla="*/ 1803 w 1120"/>
                <a:gd name="T29" fmla="*/ 1629 h 1130"/>
                <a:gd name="T30" fmla="*/ 1803 w 1120"/>
                <a:gd name="T31" fmla="*/ 1431 h 1130"/>
                <a:gd name="T32" fmla="*/ 1865 w 1120"/>
                <a:gd name="T33" fmla="*/ 1192 h 1130"/>
                <a:gd name="T34" fmla="*/ 1884 w 1120"/>
                <a:gd name="T35" fmla="*/ 742 h 1130"/>
                <a:gd name="T36" fmla="*/ 1813 w 1120"/>
                <a:gd name="T37" fmla="*/ 480 h 1130"/>
                <a:gd name="T38" fmla="*/ 1631 w 1120"/>
                <a:gd name="T39" fmla="*/ 395 h 1130"/>
                <a:gd name="T40" fmla="*/ 1523 w 1120"/>
                <a:gd name="T41" fmla="*/ 296 h 1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20" h="1130">
                  <a:moveTo>
                    <a:pt x="901" y="139"/>
                  </a:moveTo>
                  <a:cubicBezTo>
                    <a:pt x="839" y="81"/>
                    <a:pt x="770" y="70"/>
                    <a:pt x="693" y="51"/>
                  </a:cubicBezTo>
                  <a:cubicBezTo>
                    <a:pt x="621" y="33"/>
                    <a:pt x="559" y="0"/>
                    <a:pt x="485" y="27"/>
                  </a:cubicBezTo>
                  <a:cubicBezTo>
                    <a:pt x="421" y="51"/>
                    <a:pt x="350" y="120"/>
                    <a:pt x="305" y="170"/>
                  </a:cubicBezTo>
                  <a:cubicBezTo>
                    <a:pt x="252" y="228"/>
                    <a:pt x="188" y="267"/>
                    <a:pt x="117" y="295"/>
                  </a:cubicBezTo>
                  <a:cubicBezTo>
                    <a:pt x="26" y="331"/>
                    <a:pt x="9" y="445"/>
                    <a:pt x="5" y="536"/>
                  </a:cubicBezTo>
                  <a:cubicBezTo>
                    <a:pt x="0" y="645"/>
                    <a:pt x="41" y="740"/>
                    <a:pt x="82" y="838"/>
                  </a:cubicBezTo>
                  <a:cubicBezTo>
                    <a:pt x="108" y="899"/>
                    <a:pt x="132" y="939"/>
                    <a:pt x="188" y="979"/>
                  </a:cubicBezTo>
                  <a:cubicBezTo>
                    <a:pt x="236" y="1014"/>
                    <a:pt x="287" y="1050"/>
                    <a:pt x="337" y="1080"/>
                  </a:cubicBezTo>
                  <a:cubicBezTo>
                    <a:pt x="408" y="1122"/>
                    <a:pt x="494" y="1123"/>
                    <a:pt x="574" y="1127"/>
                  </a:cubicBezTo>
                  <a:cubicBezTo>
                    <a:pt x="642" y="1130"/>
                    <a:pt x="704" y="1111"/>
                    <a:pt x="769" y="1111"/>
                  </a:cubicBezTo>
                  <a:cubicBezTo>
                    <a:pt x="807" y="1111"/>
                    <a:pt x="831" y="1118"/>
                    <a:pt x="865" y="1096"/>
                  </a:cubicBezTo>
                  <a:cubicBezTo>
                    <a:pt x="907" y="1069"/>
                    <a:pt x="909" y="1046"/>
                    <a:pt x="925" y="1003"/>
                  </a:cubicBezTo>
                  <a:cubicBezTo>
                    <a:pt x="949" y="938"/>
                    <a:pt x="1023" y="949"/>
                    <a:pt x="1049" y="899"/>
                  </a:cubicBezTo>
                  <a:cubicBezTo>
                    <a:pt x="1063" y="873"/>
                    <a:pt x="1058" y="817"/>
                    <a:pt x="1057" y="787"/>
                  </a:cubicBezTo>
                  <a:cubicBezTo>
                    <a:pt x="1056" y="754"/>
                    <a:pt x="1050" y="723"/>
                    <a:pt x="1057" y="691"/>
                  </a:cubicBezTo>
                  <a:cubicBezTo>
                    <a:pt x="1065" y="651"/>
                    <a:pt x="1088" y="616"/>
                    <a:pt x="1094" y="576"/>
                  </a:cubicBezTo>
                  <a:cubicBezTo>
                    <a:pt x="1106" y="505"/>
                    <a:pt x="1097" y="430"/>
                    <a:pt x="1105" y="359"/>
                  </a:cubicBezTo>
                  <a:cubicBezTo>
                    <a:pt x="1111" y="306"/>
                    <a:pt x="1120" y="261"/>
                    <a:pt x="1064" y="232"/>
                  </a:cubicBezTo>
                  <a:cubicBezTo>
                    <a:pt x="1030" y="214"/>
                    <a:pt x="990" y="211"/>
                    <a:pt x="957" y="191"/>
                  </a:cubicBezTo>
                  <a:cubicBezTo>
                    <a:pt x="935" y="178"/>
                    <a:pt x="916" y="148"/>
                    <a:pt x="893" y="14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" name="Freeform 169">
              <a:extLst>
                <a:ext uri="{FF2B5EF4-FFF2-40B4-BE49-F238E27FC236}">
                  <a16:creationId xmlns:a16="http://schemas.microsoft.com/office/drawing/2014/main" id="{DAD68DA7-2502-4B76-AB1E-A917BF75B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276"/>
              <a:ext cx="652" cy="749"/>
            </a:xfrm>
            <a:custGeom>
              <a:avLst/>
              <a:gdLst>
                <a:gd name="T0" fmla="*/ 586 w 546"/>
                <a:gd name="T1" fmla="*/ 0 h 588"/>
                <a:gd name="T2" fmla="*/ 688 w 546"/>
                <a:gd name="T3" fmla="*/ 78 h 588"/>
                <a:gd name="T4" fmla="*/ 721 w 546"/>
                <a:gd name="T5" fmla="*/ 801 h 588"/>
                <a:gd name="T6" fmla="*/ 930 w 546"/>
                <a:gd name="T7" fmla="*/ 1042 h 588"/>
                <a:gd name="T8" fmla="*/ 787 w 546"/>
                <a:gd name="T9" fmla="*/ 1145 h 588"/>
                <a:gd name="T10" fmla="*/ 0 w 546"/>
                <a:gd name="T11" fmla="*/ 1215 h 588"/>
                <a:gd name="T12" fmla="*/ 24 w 546"/>
                <a:gd name="T13" fmla="*/ 876 h 588"/>
                <a:gd name="T14" fmla="*/ 259 w 546"/>
                <a:gd name="T15" fmla="*/ 243 h 588"/>
                <a:gd name="T16" fmla="*/ 586 w 546"/>
                <a:gd name="T17" fmla="*/ 0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6" h="588">
                  <a:moveTo>
                    <a:pt x="344" y="0"/>
                  </a:moveTo>
                  <a:cubicBezTo>
                    <a:pt x="344" y="0"/>
                    <a:pt x="394" y="6"/>
                    <a:pt x="404" y="38"/>
                  </a:cubicBezTo>
                  <a:cubicBezTo>
                    <a:pt x="414" y="70"/>
                    <a:pt x="424" y="388"/>
                    <a:pt x="424" y="388"/>
                  </a:cubicBezTo>
                  <a:cubicBezTo>
                    <a:pt x="546" y="504"/>
                    <a:pt x="546" y="504"/>
                    <a:pt x="546" y="504"/>
                  </a:cubicBezTo>
                  <a:cubicBezTo>
                    <a:pt x="462" y="554"/>
                    <a:pt x="462" y="554"/>
                    <a:pt x="462" y="554"/>
                  </a:cubicBezTo>
                  <a:cubicBezTo>
                    <a:pt x="0" y="588"/>
                    <a:pt x="0" y="588"/>
                    <a:pt x="0" y="588"/>
                  </a:cubicBezTo>
                  <a:cubicBezTo>
                    <a:pt x="14" y="424"/>
                    <a:pt x="14" y="424"/>
                    <a:pt x="14" y="424"/>
                  </a:cubicBezTo>
                  <a:cubicBezTo>
                    <a:pt x="152" y="118"/>
                    <a:pt x="152" y="118"/>
                    <a:pt x="152" y="118"/>
                  </a:cubicBezTo>
                  <a:lnTo>
                    <a:pt x="344" y="0"/>
                  </a:lnTo>
                  <a:close/>
                </a:path>
              </a:pathLst>
            </a:custGeom>
            <a:solidFill>
              <a:srgbClr val="ACD89A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69" name="Freeform 170">
              <a:extLst>
                <a:ext uri="{FF2B5EF4-FFF2-40B4-BE49-F238E27FC236}">
                  <a16:creationId xmlns:a16="http://schemas.microsoft.com/office/drawing/2014/main" id="{404CD3CF-6178-4019-91AB-E90E0EF01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209"/>
              <a:ext cx="598" cy="676"/>
            </a:xfrm>
            <a:custGeom>
              <a:avLst/>
              <a:gdLst>
                <a:gd name="T0" fmla="*/ 736 w 501"/>
                <a:gd name="T1" fmla="*/ 0 h 531"/>
                <a:gd name="T2" fmla="*/ 430 w 501"/>
                <a:gd name="T3" fmla="*/ 89 h 531"/>
                <a:gd name="T4" fmla="*/ 226 w 501"/>
                <a:gd name="T5" fmla="*/ 303 h 531"/>
                <a:gd name="T6" fmla="*/ 456 w 501"/>
                <a:gd name="T7" fmla="*/ 1096 h 531"/>
                <a:gd name="T8" fmla="*/ 741 w 501"/>
                <a:gd name="T9" fmla="*/ 847 h 531"/>
                <a:gd name="T10" fmla="*/ 852 w 501"/>
                <a:gd name="T11" fmla="*/ 386 h 531"/>
                <a:gd name="T12" fmla="*/ 736 w 501"/>
                <a:gd name="T13" fmla="*/ 0 h 5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1" h="531">
                  <a:moveTo>
                    <a:pt x="433" y="0"/>
                  </a:moveTo>
                  <a:cubicBezTo>
                    <a:pt x="433" y="0"/>
                    <a:pt x="296" y="20"/>
                    <a:pt x="253" y="43"/>
                  </a:cubicBezTo>
                  <a:cubicBezTo>
                    <a:pt x="210" y="66"/>
                    <a:pt x="264" y="108"/>
                    <a:pt x="132" y="147"/>
                  </a:cubicBezTo>
                  <a:cubicBezTo>
                    <a:pt x="0" y="187"/>
                    <a:pt x="3" y="450"/>
                    <a:pt x="268" y="531"/>
                  </a:cubicBezTo>
                  <a:cubicBezTo>
                    <a:pt x="436" y="410"/>
                    <a:pt x="436" y="410"/>
                    <a:pt x="436" y="410"/>
                  </a:cubicBezTo>
                  <a:cubicBezTo>
                    <a:pt x="501" y="187"/>
                    <a:pt x="501" y="187"/>
                    <a:pt x="501" y="18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23966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0" name="Freeform 171">
              <a:extLst>
                <a:ext uri="{FF2B5EF4-FFF2-40B4-BE49-F238E27FC236}">
                  <a16:creationId xmlns:a16="http://schemas.microsoft.com/office/drawing/2014/main" id="{1F636536-6BAC-45DA-A662-71CBE3CF9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209"/>
              <a:ext cx="437" cy="676"/>
            </a:xfrm>
            <a:custGeom>
              <a:avLst/>
              <a:gdLst>
                <a:gd name="T0" fmla="*/ 0 w 366"/>
                <a:gd name="T1" fmla="*/ 937 h 531"/>
                <a:gd name="T2" fmla="*/ 123 w 366"/>
                <a:gd name="T3" fmla="*/ 813 h 531"/>
                <a:gd name="T4" fmla="*/ 170 w 366"/>
                <a:gd name="T5" fmla="*/ 491 h 531"/>
                <a:gd name="T6" fmla="*/ 257 w 366"/>
                <a:gd name="T7" fmla="*/ 64 h 531"/>
                <a:gd name="T8" fmla="*/ 507 w 366"/>
                <a:gd name="T9" fmla="*/ 0 h 531"/>
                <a:gd name="T10" fmla="*/ 623 w 366"/>
                <a:gd name="T11" fmla="*/ 386 h 531"/>
                <a:gd name="T12" fmla="*/ 512 w 366"/>
                <a:gd name="T13" fmla="*/ 847 h 531"/>
                <a:gd name="T14" fmla="*/ 227 w 366"/>
                <a:gd name="T15" fmla="*/ 1096 h 531"/>
                <a:gd name="T16" fmla="*/ 8 w 366"/>
                <a:gd name="T17" fmla="*/ 960 h 5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6" h="531">
                  <a:moveTo>
                    <a:pt x="0" y="454"/>
                  </a:moveTo>
                  <a:cubicBezTo>
                    <a:pt x="0" y="454"/>
                    <a:pt x="68" y="466"/>
                    <a:pt x="72" y="394"/>
                  </a:cubicBezTo>
                  <a:cubicBezTo>
                    <a:pt x="76" y="322"/>
                    <a:pt x="76" y="314"/>
                    <a:pt x="100" y="238"/>
                  </a:cubicBezTo>
                  <a:cubicBezTo>
                    <a:pt x="124" y="162"/>
                    <a:pt x="198" y="123"/>
                    <a:pt x="151" y="31"/>
                  </a:cubicBezTo>
                  <a:cubicBezTo>
                    <a:pt x="208" y="13"/>
                    <a:pt x="298" y="0"/>
                    <a:pt x="298" y="0"/>
                  </a:cubicBezTo>
                  <a:cubicBezTo>
                    <a:pt x="366" y="187"/>
                    <a:pt x="366" y="187"/>
                    <a:pt x="366" y="187"/>
                  </a:cubicBezTo>
                  <a:cubicBezTo>
                    <a:pt x="301" y="410"/>
                    <a:pt x="301" y="410"/>
                    <a:pt x="301" y="410"/>
                  </a:cubicBezTo>
                  <a:cubicBezTo>
                    <a:pt x="133" y="531"/>
                    <a:pt x="133" y="531"/>
                    <a:pt x="133" y="531"/>
                  </a:cubicBezTo>
                  <a:cubicBezTo>
                    <a:pt x="80" y="515"/>
                    <a:pt x="38" y="492"/>
                    <a:pt x="5" y="465"/>
                  </a:cubicBezTo>
                </a:path>
              </a:pathLst>
            </a:custGeom>
            <a:solidFill>
              <a:srgbClr val="146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Freeform 172">
              <a:extLst>
                <a:ext uri="{FF2B5EF4-FFF2-40B4-BE49-F238E27FC236}">
                  <a16:creationId xmlns:a16="http://schemas.microsoft.com/office/drawing/2014/main" id="{C8623587-F892-4F63-B8AF-6A9A24CD0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657"/>
              <a:ext cx="1269" cy="867"/>
            </a:xfrm>
            <a:custGeom>
              <a:avLst/>
              <a:gdLst>
                <a:gd name="T0" fmla="*/ 199 w 1063"/>
                <a:gd name="T1" fmla="*/ 1406 h 681"/>
                <a:gd name="T2" fmla="*/ 121 w 1063"/>
                <a:gd name="T3" fmla="*/ 987 h 681"/>
                <a:gd name="T4" fmla="*/ 603 w 1063"/>
                <a:gd name="T5" fmla="*/ 518 h 681"/>
                <a:gd name="T6" fmla="*/ 1439 w 1063"/>
                <a:gd name="T7" fmla="*/ 439 h 681"/>
                <a:gd name="T8" fmla="*/ 1485 w 1063"/>
                <a:gd name="T9" fmla="*/ 779 h 681"/>
                <a:gd name="T10" fmla="*/ 1123 w 1063"/>
                <a:gd name="T11" fmla="*/ 1117 h 681"/>
                <a:gd name="T12" fmla="*/ 199 w 1063"/>
                <a:gd name="T13" fmla="*/ 1406 h 6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3" h="681">
                  <a:moveTo>
                    <a:pt x="117" y="681"/>
                  </a:moveTo>
                  <a:cubicBezTo>
                    <a:pt x="117" y="681"/>
                    <a:pt x="0" y="620"/>
                    <a:pt x="71" y="478"/>
                  </a:cubicBezTo>
                  <a:cubicBezTo>
                    <a:pt x="142" y="335"/>
                    <a:pt x="289" y="392"/>
                    <a:pt x="354" y="251"/>
                  </a:cubicBezTo>
                  <a:cubicBezTo>
                    <a:pt x="418" y="111"/>
                    <a:pt x="627" y="0"/>
                    <a:pt x="845" y="213"/>
                  </a:cubicBezTo>
                  <a:cubicBezTo>
                    <a:pt x="1063" y="426"/>
                    <a:pt x="873" y="378"/>
                    <a:pt x="873" y="378"/>
                  </a:cubicBezTo>
                  <a:cubicBezTo>
                    <a:pt x="660" y="541"/>
                    <a:pt x="660" y="541"/>
                    <a:pt x="660" y="541"/>
                  </a:cubicBezTo>
                  <a:lnTo>
                    <a:pt x="117" y="681"/>
                  </a:lnTo>
                  <a:close/>
                </a:path>
              </a:pathLst>
            </a:custGeom>
            <a:solidFill>
              <a:srgbClr val="1E844A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2" name="Freeform 173">
              <a:extLst>
                <a:ext uri="{FF2B5EF4-FFF2-40B4-BE49-F238E27FC236}">
                  <a16:creationId xmlns:a16="http://schemas.microsoft.com/office/drawing/2014/main" id="{3657A5A6-E3FF-4DF0-9FFC-A2B64001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899"/>
              <a:ext cx="1269" cy="625"/>
            </a:xfrm>
            <a:custGeom>
              <a:avLst/>
              <a:gdLst>
                <a:gd name="T0" fmla="*/ 1439 w 1063"/>
                <a:gd name="T1" fmla="*/ 47 h 491"/>
                <a:gd name="T2" fmla="*/ 1485 w 1063"/>
                <a:gd name="T3" fmla="*/ 387 h 491"/>
                <a:gd name="T4" fmla="*/ 1123 w 1063"/>
                <a:gd name="T5" fmla="*/ 724 h 491"/>
                <a:gd name="T6" fmla="*/ 199 w 1063"/>
                <a:gd name="T7" fmla="*/ 1013 h 491"/>
                <a:gd name="T8" fmla="*/ 121 w 1063"/>
                <a:gd name="T9" fmla="*/ 594 h 491"/>
                <a:gd name="T10" fmla="*/ 258 w 1063"/>
                <a:gd name="T11" fmla="*/ 596 h 491"/>
                <a:gd name="T12" fmla="*/ 396 w 1063"/>
                <a:gd name="T13" fmla="*/ 456 h 491"/>
                <a:gd name="T14" fmla="*/ 581 w 1063"/>
                <a:gd name="T15" fmla="*/ 274 h 491"/>
                <a:gd name="T16" fmla="*/ 721 w 1063"/>
                <a:gd name="T17" fmla="*/ 257 h 491"/>
                <a:gd name="T18" fmla="*/ 819 w 1063"/>
                <a:gd name="T19" fmla="*/ 43 h 491"/>
                <a:gd name="T20" fmla="*/ 991 w 1063"/>
                <a:gd name="T21" fmla="*/ 43 h 491"/>
                <a:gd name="T22" fmla="*/ 1193 w 1063"/>
                <a:gd name="T23" fmla="*/ 172 h 491"/>
                <a:gd name="T24" fmla="*/ 1267 w 1063"/>
                <a:gd name="T25" fmla="*/ 5 h 491"/>
                <a:gd name="T26" fmla="*/ 1439 w 1063"/>
                <a:gd name="T27" fmla="*/ 47 h 4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3" h="491">
                  <a:moveTo>
                    <a:pt x="845" y="23"/>
                  </a:moveTo>
                  <a:cubicBezTo>
                    <a:pt x="1063" y="236"/>
                    <a:pt x="873" y="188"/>
                    <a:pt x="873" y="188"/>
                  </a:cubicBezTo>
                  <a:cubicBezTo>
                    <a:pt x="660" y="351"/>
                    <a:pt x="660" y="351"/>
                    <a:pt x="660" y="351"/>
                  </a:cubicBezTo>
                  <a:cubicBezTo>
                    <a:pt x="117" y="491"/>
                    <a:pt x="117" y="491"/>
                    <a:pt x="117" y="491"/>
                  </a:cubicBezTo>
                  <a:cubicBezTo>
                    <a:pt x="117" y="491"/>
                    <a:pt x="0" y="430"/>
                    <a:pt x="71" y="288"/>
                  </a:cubicBezTo>
                  <a:cubicBezTo>
                    <a:pt x="71" y="288"/>
                    <a:pt x="125" y="297"/>
                    <a:pt x="152" y="289"/>
                  </a:cubicBezTo>
                  <a:cubicBezTo>
                    <a:pt x="178" y="282"/>
                    <a:pt x="218" y="237"/>
                    <a:pt x="233" y="221"/>
                  </a:cubicBezTo>
                  <a:cubicBezTo>
                    <a:pt x="248" y="206"/>
                    <a:pt x="323" y="134"/>
                    <a:pt x="342" y="133"/>
                  </a:cubicBezTo>
                  <a:cubicBezTo>
                    <a:pt x="361" y="131"/>
                    <a:pt x="420" y="142"/>
                    <a:pt x="424" y="125"/>
                  </a:cubicBezTo>
                  <a:cubicBezTo>
                    <a:pt x="427" y="108"/>
                    <a:pt x="458" y="29"/>
                    <a:pt x="482" y="21"/>
                  </a:cubicBezTo>
                  <a:cubicBezTo>
                    <a:pt x="507" y="14"/>
                    <a:pt x="569" y="15"/>
                    <a:pt x="582" y="21"/>
                  </a:cubicBezTo>
                  <a:cubicBezTo>
                    <a:pt x="596" y="27"/>
                    <a:pt x="688" y="89"/>
                    <a:pt x="701" y="83"/>
                  </a:cubicBezTo>
                  <a:cubicBezTo>
                    <a:pt x="715" y="78"/>
                    <a:pt x="722" y="0"/>
                    <a:pt x="745" y="2"/>
                  </a:cubicBezTo>
                  <a:cubicBezTo>
                    <a:pt x="767" y="4"/>
                    <a:pt x="845" y="23"/>
                    <a:pt x="845" y="23"/>
                  </a:cubicBezTo>
                  <a:close/>
                </a:path>
              </a:pathLst>
            </a:custGeom>
            <a:solidFill>
              <a:srgbClr val="155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" name="Freeform 174">
              <a:extLst>
                <a:ext uri="{FF2B5EF4-FFF2-40B4-BE49-F238E27FC236}">
                  <a16:creationId xmlns:a16="http://schemas.microsoft.com/office/drawing/2014/main" id="{DD03CDDD-C1B9-4334-AE67-6FFE3DBBF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73"/>
              <a:ext cx="1165" cy="1095"/>
            </a:xfrm>
            <a:custGeom>
              <a:avLst/>
              <a:gdLst>
                <a:gd name="T0" fmla="*/ 255 w 976"/>
                <a:gd name="T1" fmla="*/ 0 h 860"/>
                <a:gd name="T2" fmla="*/ 75 w 976"/>
                <a:gd name="T3" fmla="*/ 349 h 860"/>
                <a:gd name="T4" fmla="*/ 165 w 976"/>
                <a:gd name="T5" fmla="*/ 625 h 860"/>
                <a:gd name="T6" fmla="*/ 370 w 976"/>
                <a:gd name="T7" fmla="*/ 1012 h 860"/>
                <a:gd name="T8" fmla="*/ 692 w 976"/>
                <a:gd name="T9" fmla="*/ 1229 h 860"/>
                <a:gd name="T10" fmla="*/ 1634 w 976"/>
                <a:gd name="T11" fmla="*/ 1084 h 860"/>
                <a:gd name="T12" fmla="*/ 1660 w 976"/>
                <a:gd name="T13" fmla="*/ 984 h 860"/>
                <a:gd name="T14" fmla="*/ 972 w 976"/>
                <a:gd name="T15" fmla="*/ 819 h 860"/>
                <a:gd name="T16" fmla="*/ 517 w 976"/>
                <a:gd name="T17" fmla="*/ 597 h 860"/>
                <a:gd name="T18" fmla="*/ 255 w 976"/>
                <a:gd name="T19" fmla="*/ 0 h 8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6" h="860">
                  <a:moveTo>
                    <a:pt x="150" y="0"/>
                  </a:moveTo>
                  <a:cubicBezTo>
                    <a:pt x="150" y="0"/>
                    <a:pt x="0" y="51"/>
                    <a:pt x="44" y="169"/>
                  </a:cubicBezTo>
                  <a:cubicBezTo>
                    <a:pt x="89" y="286"/>
                    <a:pt x="142" y="257"/>
                    <a:pt x="97" y="303"/>
                  </a:cubicBezTo>
                  <a:cubicBezTo>
                    <a:pt x="53" y="349"/>
                    <a:pt x="49" y="432"/>
                    <a:pt x="218" y="490"/>
                  </a:cubicBezTo>
                  <a:cubicBezTo>
                    <a:pt x="387" y="548"/>
                    <a:pt x="359" y="513"/>
                    <a:pt x="407" y="595"/>
                  </a:cubicBezTo>
                  <a:cubicBezTo>
                    <a:pt x="455" y="676"/>
                    <a:pt x="802" y="860"/>
                    <a:pt x="961" y="525"/>
                  </a:cubicBezTo>
                  <a:cubicBezTo>
                    <a:pt x="976" y="477"/>
                    <a:pt x="976" y="477"/>
                    <a:pt x="976" y="477"/>
                  </a:cubicBezTo>
                  <a:cubicBezTo>
                    <a:pt x="571" y="397"/>
                    <a:pt x="571" y="397"/>
                    <a:pt x="571" y="397"/>
                  </a:cubicBezTo>
                  <a:cubicBezTo>
                    <a:pt x="304" y="289"/>
                    <a:pt x="304" y="289"/>
                    <a:pt x="304" y="289"/>
                  </a:cubicBezTo>
                  <a:lnTo>
                    <a:pt x="150" y="0"/>
                  </a:lnTo>
                  <a:close/>
                </a:path>
              </a:pathLst>
            </a:custGeom>
            <a:solidFill>
              <a:srgbClr val="137758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Freeform 175">
              <a:extLst>
                <a:ext uri="{FF2B5EF4-FFF2-40B4-BE49-F238E27FC236}">
                  <a16:creationId xmlns:a16="http://schemas.microsoft.com/office/drawing/2014/main" id="{1F7AB671-AA41-4FC5-970E-8F4ABE429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773"/>
              <a:ext cx="1102" cy="807"/>
            </a:xfrm>
            <a:custGeom>
              <a:avLst/>
              <a:gdLst>
                <a:gd name="T0" fmla="*/ 1455 w 923"/>
                <a:gd name="T1" fmla="*/ 1258 h 634"/>
                <a:gd name="T2" fmla="*/ 1545 w 923"/>
                <a:gd name="T3" fmla="*/ 1081 h 634"/>
                <a:gd name="T4" fmla="*/ 1571 w 923"/>
                <a:gd name="T5" fmla="*/ 981 h 634"/>
                <a:gd name="T6" fmla="*/ 881 w 923"/>
                <a:gd name="T7" fmla="*/ 817 h 634"/>
                <a:gd name="T8" fmla="*/ 427 w 923"/>
                <a:gd name="T9" fmla="*/ 594 h 634"/>
                <a:gd name="T10" fmla="*/ 165 w 923"/>
                <a:gd name="T11" fmla="*/ 0 h 634"/>
                <a:gd name="T12" fmla="*/ 27 w 923"/>
                <a:gd name="T13" fmla="*/ 103 h 634"/>
                <a:gd name="T14" fmla="*/ 116 w 923"/>
                <a:gd name="T15" fmla="*/ 532 h 634"/>
                <a:gd name="T16" fmla="*/ 347 w 923"/>
                <a:gd name="T17" fmla="*/ 830 h 634"/>
                <a:gd name="T18" fmla="*/ 770 w 923"/>
                <a:gd name="T19" fmla="*/ 1200 h 634"/>
                <a:gd name="T20" fmla="*/ 1192 w 923"/>
                <a:gd name="T21" fmla="*/ 1291 h 634"/>
                <a:gd name="T22" fmla="*/ 1455 w 923"/>
                <a:gd name="T23" fmla="*/ 1258 h 6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3" h="634">
                  <a:moveTo>
                    <a:pt x="855" y="610"/>
                  </a:moveTo>
                  <a:cubicBezTo>
                    <a:pt x="875" y="586"/>
                    <a:pt x="892" y="558"/>
                    <a:pt x="908" y="524"/>
                  </a:cubicBezTo>
                  <a:cubicBezTo>
                    <a:pt x="923" y="476"/>
                    <a:pt x="923" y="476"/>
                    <a:pt x="923" y="476"/>
                  </a:cubicBezTo>
                  <a:cubicBezTo>
                    <a:pt x="518" y="396"/>
                    <a:pt x="518" y="396"/>
                    <a:pt x="518" y="396"/>
                  </a:cubicBezTo>
                  <a:cubicBezTo>
                    <a:pt x="251" y="288"/>
                    <a:pt x="251" y="288"/>
                    <a:pt x="251" y="288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0"/>
                    <a:pt x="50" y="16"/>
                    <a:pt x="16" y="50"/>
                  </a:cubicBezTo>
                  <a:cubicBezTo>
                    <a:pt x="16" y="50"/>
                    <a:pt x="0" y="234"/>
                    <a:pt x="68" y="258"/>
                  </a:cubicBezTo>
                  <a:cubicBezTo>
                    <a:pt x="136" y="282"/>
                    <a:pt x="124" y="374"/>
                    <a:pt x="204" y="402"/>
                  </a:cubicBezTo>
                  <a:cubicBezTo>
                    <a:pt x="284" y="430"/>
                    <a:pt x="376" y="570"/>
                    <a:pt x="452" y="582"/>
                  </a:cubicBezTo>
                  <a:cubicBezTo>
                    <a:pt x="528" y="594"/>
                    <a:pt x="664" y="634"/>
                    <a:pt x="700" y="626"/>
                  </a:cubicBezTo>
                  <a:cubicBezTo>
                    <a:pt x="736" y="618"/>
                    <a:pt x="855" y="610"/>
                    <a:pt x="855" y="610"/>
                  </a:cubicBezTo>
                  <a:close/>
                </a:path>
              </a:pathLst>
            </a:custGeom>
            <a:solidFill>
              <a:srgbClr val="095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5" name="Freeform 176">
              <a:extLst>
                <a:ext uri="{FF2B5EF4-FFF2-40B4-BE49-F238E27FC236}">
                  <a16:creationId xmlns:a16="http://schemas.microsoft.com/office/drawing/2014/main" id="{911A588E-E248-4421-945F-F6C209E04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082"/>
              <a:ext cx="615" cy="426"/>
            </a:xfrm>
            <a:custGeom>
              <a:avLst/>
              <a:gdLst>
                <a:gd name="T0" fmla="*/ 838 w 515"/>
                <a:gd name="T1" fmla="*/ 560 h 334"/>
                <a:gd name="T2" fmla="*/ 842 w 515"/>
                <a:gd name="T3" fmla="*/ 529 h 334"/>
                <a:gd name="T4" fmla="*/ 674 w 515"/>
                <a:gd name="T5" fmla="*/ 344 h 334"/>
                <a:gd name="T6" fmla="*/ 131 w 515"/>
                <a:gd name="T7" fmla="*/ 0 h 334"/>
                <a:gd name="T8" fmla="*/ 0 w 515"/>
                <a:gd name="T9" fmla="*/ 60 h 334"/>
                <a:gd name="T10" fmla="*/ 254 w 515"/>
                <a:gd name="T11" fmla="*/ 355 h 334"/>
                <a:gd name="T12" fmla="*/ 652 w 515"/>
                <a:gd name="T13" fmla="*/ 685 h 334"/>
                <a:gd name="T14" fmla="*/ 816 w 515"/>
                <a:gd name="T15" fmla="*/ 661 h 334"/>
                <a:gd name="T16" fmla="*/ 830 w 515"/>
                <a:gd name="T17" fmla="*/ 500 h 334"/>
                <a:gd name="T18" fmla="*/ 877 w 515"/>
                <a:gd name="T19" fmla="*/ 430 h 3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5" h="334">
                  <a:moveTo>
                    <a:pt x="492" y="270"/>
                  </a:moveTo>
                  <a:cubicBezTo>
                    <a:pt x="493" y="262"/>
                    <a:pt x="494" y="255"/>
                    <a:pt x="494" y="255"/>
                  </a:cubicBezTo>
                  <a:cubicBezTo>
                    <a:pt x="395" y="166"/>
                    <a:pt x="395" y="166"/>
                    <a:pt x="395" y="166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50" y="111"/>
                    <a:pt x="149" y="171"/>
                  </a:cubicBezTo>
                  <a:cubicBezTo>
                    <a:pt x="231" y="221"/>
                    <a:pt x="278" y="319"/>
                    <a:pt x="383" y="330"/>
                  </a:cubicBezTo>
                  <a:cubicBezTo>
                    <a:pt x="407" y="332"/>
                    <a:pt x="458" y="334"/>
                    <a:pt x="479" y="318"/>
                  </a:cubicBezTo>
                  <a:cubicBezTo>
                    <a:pt x="504" y="300"/>
                    <a:pt x="478" y="268"/>
                    <a:pt x="487" y="241"/>
                  </a:cubicBezTo>
                  <a:cubicBezTo>
                    <a:pt x="492" y="225"/>
                    <a:pt x="502" y="214"/>
                    <a:pt x="515" y="207"/>
                  </a:cubicBezTo>
                </a:path>
              </a:pathLst>
            </a:custGeom>
            <a:solidFill>
              <a:srgbClr val="3A7C1F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6" name="Freeform 177">
              <a:extLst>
                <a:ext uri="{FF2B5EF4-FFF2-40B4-BE49-F238E27FC236}">
                  <a16:creationId xmlns:a16="http://schemas.microsoft.com/office/drawing/2014/main" id="{3375F7AF-58A9-4955-AC89-D00798826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082"/>
              <a:ext cx="615" cy="426"/>
            </a:xfrm>
            <a:custGeom>
              <a:avLst/>
              <a:gdLst>
                <a:gd name="T0" fmla="*/ 838 w 515"/>
                <a:gd name="T1" fmla="*/ 560 h 334"/>
                <a:gd name="T2" fmla="*/ 842 w 515"/>
                <a:gd name="T3" fmla="*/ 529 h 334"/>
                <a:gd name="T4" fmla="*/ 674 w 515"/>
                <a:gd name="T5" fmla="*/ 344 h 334"/>
                <a:gd name="T6" fmla="*/ 131 w 515"/>
                <a:gd name="T7" fmla="*/ 0 h 334"/>
                <a:gd name="T8" fmla="*/ 0 w 515"/>
                <a:gd name="T9" fmla="*/ 60 h 334"/>
                <a:gd name="T10" fmla="*/ 254 w 515"/>
                <a:gd name="T11" fmla="*/ 355 h 334"/>
                <a:gd name="T12" fmla="*/ 652 w 515"/>
                <a:gd name="T13" fmla="*/ 685 h 334"/>
                <a:gd name="T14" fmla="*/ 816 w 515"/>
                <a:gd name="T15" fmla="*/ 661 h 334"/>
                <a:gd name="T16" fmla="*/ 830 w 515"/>
                <a:gd name="T17" fmla="*/ 500 h 334"/>
                <a:gd name="T18" fmla="*/ 877 w 515"/>
                <a:gd name="T19" fmla="*/ 430 h 3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5" h="334">
                  <a:moveTo>
                    <a:pt x="492" y="270"/>
                  </a:moveTo>
                  <a:cubicBezTo>
                    <a:pt x="493" y="262"/>
                    <a:pt x="494" y="255"/>
                    <a:pt x="494" y="255"/>
                  </a:cubicBezTo>
                  <a:cubicBezTo>
                    <a:pt x="395" y="166"/>
                    <a:pt x="395" y="166"/>
                    <a:pt x="395" y="166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50" y="111"/>
                    <a:pt x="149" y="171"/>
                  </a:cubicBezTo>
                  <a:cubicBezTo>
                    <a:pt x="231" y="221"/>
                    <a:pt x="278" y="319"/>
                    <a:pt x="383" y="330"/>
                  </a:cubicBezTo>
                  <a:cubicBezTo>
                    <a:pt x="407" y="332"/>
                    <a:pt x="458" y="334"/>
                    <a:pt x="479" y="318"/>
                  </a:cubicBezTo>
                  <a:cubicBezTo>
                    <a:pt x="504" y="300"/>
                    <a:pt x="478" y="268"/>
                    <a:pt x="487" y="241"/>
                  </a:cubicBezTo>
                  <a:cubicBezTo>
                    <a:pt x="492" y="225"/>
                    <a:pt x="502" y="214"/>
                    <a:pt x="515" y="20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7" name="Freeform 178">
              <a:extLst>
                <a:ext uri="{FF2B5EF4-FFF2-40B4-BE49-F238E27FC236}">
                  <a16:creationId xmlns:a16="http://schemas.microsoft.com/office/drawing/2014/main" id="{2AD992DC-FA46-482D-85B7-015E333E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914"/>
              <a:ext cx="1050" cy="498"/>
            </a:xfrm>
            <a:custGeom>
              <a:avLst/>
              <a:gdLst>
                <a:gd name="T0" fmla="*/ 1495 w 880"/>
                <a:gd name="T1" fmla="*/ 29 h 391"/>
                <a:gd name="T2" fmla="*/ 1376 w 880"/>
                <a:gd name="T3" fmla="*/ 206 h 391"/>
                <a:gd name="T4" fmla="*/ 1307 w 880"/>
                <a:gd name="T5" fmla="*/ 345 h 391"/>
                <a:gd name="T6" fmla="*/ 1223 w 880"/>
                <a:gd name="T7" fmla="*/ 534 h 391"/>
                <a:gd name="T8" fmla="*/ 900 w 880"/>
                <a:gd name="T9" fmla="*/ 785 h 391"/>
                <a:gd name="T10" fmla="*/ 784 w 880"/>
                <a:gd name="T11" fmla="*/ 709 h 391"/>
                <a:gd name="T12" fmla="*/ 618 w 880"/>
                <a:gd name="T13" fmla="*/ 591 h 391"/>
                <a:gd name="T14" fmla="*/ 396 w 880"/>
                <a:gd name="T15" fmla="*/ 470 h 391"/>
                <a:gd name="T16" fmla="*/ 258 w 880"/>
                <a:gd name="T17" fmla="*/ 385 h 391"/>
                <a:gd name="T18" fmla="*/ 79 w 880"/>
                <a:gd name="T19" fmla="*/ 289 h 391"/>
                <a:gd name="T20" fmla="*/ 7 w 880"/>
                <a:gd name="T21" fmla="*/ 182 h 391"/>
                <a:gd name="T22" fmla="*/ 82 w 880"/>
                <a:gd name="T23" fmla="*/ 182 h 391"/>
                <a:gd name="T24" fmla="*/ 192 w 880"/>
                <a:gd name="T25" fmla="*/ 158 h 391"/>
                <a:gd name="T26" fmla="*/ 370 w 880"/>
                <a:gd name="T27" fmla="*/ 178 h 391"/>
                <a:gd name="T28" fmla="*/ 578 w 880"/>
                <a:gd name="T29" fmla="*/ 141 h 391"/>
                <a:gd name="T30" fmla="*/ 784 w 880"/>
                <a:gd name="T31" fmla="*/ 66 h 391"/>
                <a:gd name="T32" fmla="*/ 1030 w 880"/>
                <a:gd name="T33" fmla="*/ 24 h 391"/>
                <a:gd name="T34" fmla="*/ 1277 w 880"/>
                <a:gd name="T35" fmla="*/ 17 h 391"/>
                <a:gd name="T36" fmla="*/ 1386 w 880"/>
                <a:gd name="T37" fmla="*/ 41 h 391"/>
                <a:gd name="T38" fmla="*/ 1481 w 880"/>
                <a:gd name="T39" fmla="*/ 37 h 3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80" h="391">
                  <a:moveTo>
                    <a:pt x="880" y="14"/>
                  </a:moveTo>
                  <a:cubicBezTo>
                    <a:pt x="847" y="0"/>
                    <a:pt x="817" y="79"/>
                    <a:pt x="810" y="100"/>
                  </a:cubicBezTo>
                  <a:cubicBezTo>
                    <a:pt x="801" y="132"/>
                    <a:pt x="791" y="143"/>
                    <a:pt x="769" y="167"/>
                  </a:cubicBezTo>
                  <a:cubicBezTo>
                    <a:pt x="747" y="194"/>
                    <a:pt x="737" y="227"/>
                    <a:pt x="720" y="258"/>
                  </a:cubicBezTo>
                  <a:cubicBezTo>
                    <a:pt x="685" y="322"/>
                    <a:pt x="609" y="391"/>
                    <a:pt x="530" y="380"/>
                  </a:cubicBezTo>
                  <a:cubicBezTo>
                    <a:pt x="502" y="376"/>
                    <a:pt x="483" y="360"/>
                    <a:pt x="462" y="343"/>
                  </a:cubicBezTo>
                  <a:cubicBezTo>
                    <a:pt x="431" y="319"/>
                    <a:pt x="400" y="301"/>
                    <a:pt x="364" y="286"/>
                  </a:cubicBezTo>
                  <a:cubicBezTo>
                    <a:pt x="318" y="269"/>
                    <a:pt x="276" y="252"/>
                    <a:pt x="233" y="228"/>
                  </a:cubicBezTo>
                  <a:cubicBezTo>
                    <a:pt x="207" y="212"/>
                    <a:pt x="181" y="197"/>
                    <a:pt x="152" y="186"/>
                  </a:cubicBezTo>
                  <a:cubicBezTo>
                    <a:pt x="116" y="173"/>
                    <a:pt x="77" y="164"/>
                    <a:pt x="46" y="140"/>
                  </a:cubicBezTo>
                  <a:cubicBezTo>
                    <a:pt x="28" y="126"/>
                    <a:pt x="0" y="116"/>
                    <a:pt x="4" y="88"/>
                  </a:cubicBezTo>
                  <a:cubicBezTo>
                    <a:pt x="20" y="84"/>
                    <a:pt x="33" y="89"/>
                    <a:pt x="49" y="88"/>
                  </a:cubicBezTo>
                  <a:cubicBezTo>
                    <a:pt x="71" y="87"/>
                    <a:pt x="91" y="77"/>
                    <a:pt x="113" y="76"/>
                  </a:cubicBezTo>
                  <a:cubicBezTo>
                    <a:pt x="149" y="74"/>
                    <a:pt x="184" y="78"/>
                    <a:pt x="218" y="86"/>
                  </a:cubicBezTo>
                  <a:cubicBezTo>
                    <a:pt x="262" y="96"/>
                    <a:pt x="298" y="77"/>
                    <a:pt x="340" y="68"/>
                  </a:cubicBezTo>
                  <a:cubicBezTo>
                    <a:pt x="382" y="58"/>
                    <a:pt x="422" y="37"/>
                    <a:pt x="462" y="32"/>
                  </a:cubicBezTo>
                  <a:cubicBezTo>
                    <a:pt x="510" y="26"/>
                    <a:pt x="559" y="19"/>
                    <a:pt x="606" y="12"/>
                  </a:cubicBezTo>
                  <a:cubicBezTo>
                    <a:pt x="654" y="4"/>
                    <a:pt x="703" y="6"/>
                    <a:pt x="752" y="8"/>
                  </a:cubicBezTo>
                  <a:cubicBezTo>
                    <a:pt x="775" y="9"/>
                    <a:pt x="794" y="17"/>
                    <a:pt x="816" y="20"/>
                  </a:cubicBezTo>
                  <a:cubicBezTo>
                    <a:pt x="833" y="24"/>
                    <a:pt x="859" y="18"/>
                    <a:pt x="872" y="18"/>
                  </a:cubicBezTo>
                </a:path>
              </a:pathLst>
            </a:custGeom>
            <a:solidFill>
              <a:srgbClr val="2D6D16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8" name="Freeform 179">
              <a:extLst>
                <a:ext uri="{FF2B5EF4-FFF2-40B4-BE49-F238E27FC236}">
                  <a16:creationId xmlns:a16="http://schemas.microsoft.com/office/drawing/2014/main" id="{1C2680D6-2C8F-4121-BD71-2494942C6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914"/>
              <a:ext cx="1050" cy="498"/>
            </a:xfrm>
            <a:custGeom>
              <a:avLst/>
              <a:gdLst>
                <a:gd name="T0" fmla="*/ 1495 w 880"/>
                <a:gd name="T1" fmla="*/ 29 h 391"/>
                <a:gd name="T2" fmla="*/ 1376 w 880"/>
                <a:gd name="T3" fmla="*/ 206 h 391"/>
                <a:gd name="T4" fmla="*/ 1307 w 880"/>
                <a:gd name="T5" fmla="*/ 345 h 391"/>
                <a:gd name="T6" fmla="*/ 1223 w 880"/>
                <a:gd name="T7" fmla="*/ 534 h 391"/>
                <a:gd name="T8" fmla="*/ 900 w 880"/>
                <a:gd name="T9" fmla="*/ 785 h 391"/>
                <a:gd name="T10" fmla="*/ 784 w 880"/>
                <a:gd name="T11" fmla="*/ 709 h 391"/>
                <a:gd name="T12" fmla="*/ 618 w 880"/>
                <a:gd name="T13" fmla="*/ 591 h 391"/>
                <a:gd name="T14" fmla="*/ 396 w 880"/>
                <a:gd name="T15" fmla="*/ 470 h 391"/>
                <a:gd name="T16" fmla="*/ 258 w 880"/>
                <a:gd name="T17" fmla="*/ 385 h 391"/>
                <a:gd name="T18" fmla="*/ 79 w 880"/>
                <a:gd name="T19" fmla="*/ 289 h 391"/>
                <a:gd name="T20" fmla="*/ 7 w 880"/>
                <a:gd name="T21" fmla="*/ 182 h 391"/>
                <a:gd name="T22" fmla="*/ 82 w 880"/>
                <a:gd name="T23" fmla="*/ 182 h 391"/>
                <a:gd name="T24" fmla="*/ 192 w 880"/>
                <a:gd name="T25" fmla="*/ 158 h 391"/>
                <a:gd name="T26" fmla="*/ 370 w 880"/>
                <a:gd name="T27" fmla="*/ 178 h 391"/>
                <a:gd name="T28" fmla="*/ 578 w 880"/>
                <a:gd name="T29" fmla="*/ 141 h 391"/>
                <a:gd name="T30" fmla="*/ 784 w 880"/>
                <a:gd name="T31" fmla="*/ 66 h 391"/>
                <a:gd name="T32" fmla="*/ 1030 w 880"/>
                <a:gd name="T33" fmla="*/ 24 h 391"/>
                <a:gd name="T34" fmla="*/ 1277 w 880"/>
                <a:gd name="T35" fmla="*/ 17 h 391"/>
                <a:gd name="T36" fmla="*/ 1386 w 880"/>
                <a:gd name="T37" fmla="*/ 41 h 391"/>
                <a:gd name="T38" fmla="*/ 1481 w 880"/>
                <a:gd name="T39" fmla="*/ 37 h 3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80" h="391">
                  <a:moveTo>
                    <a:pt x="880" y="14"/>
                  </a:moveTo>
                  <a:cubicBezTo>
                    <a:pt x="847" y="0"/>
                    <a:pt x="817" y="79"/>
                    <a:pt x="810" y="100"/>
                  </a:cubicBezTo>
                  <a:cubicBezTo>
                    <a:pt x="801" y="132"/>
                    <a:pt x="791" y="143"/>
                    <a:pt x="769" y="167"/>
                  </a:cubicBezTo>
                  <a:cubicBezTo>
                    <a:pt x="747" y="194"/>
                    <a:pt x="737" y="227"/>
                    <a:pt x="720" y="258"/>
                  </a:cubicBezTo>
                  <a:cubicBezTo>
                    <a:pt x="685" y="322"/>
                    <a:pt x="609" y="391"/>
                    <a:pt x="530" y="380"/>
                  </a:cubicBezTo>
                  <a:cubicBezTo>
                    <a:pt x="502" y="376"/>
                    <a:pt x="483" y="360"/>
                    <a:pt x="462" y="343"/>
                  </a:cubicBezTo>
                  <a:cubicBezTo>
                    <a:pt x="431" y="319"/>
                    <a:pt x="400" y="301"/>
                    <a:pt x="364" y="286"/>
                  </a:cubicBezTo>
                  <a:cubicBezTo>
                    <a:pt x="318" y="269"/>
                    <a:pt x="276" y="252"/>
                    <a:pt x="233" y="228"/>
                  </a:cubicBezTo>
                  <a:cubicBezTo>
                    <a:pt x="207" y="212"/>
                    <a:pt x="181" y="197"/>
                    <a:pt x="152" y="186"/>
                  </a:cubicBezTo>
                  <a:cubicBezTo>
                    <a:pt x="116" y="173"/>
                    <a:pt x="77" y="164"/>
                    <a:pt x="46" y="140"/>
                  </a:cubicBezTo>
                  <a:cubicBezTo>
                    <a:pt x="28" y="126"/>
                    <a:pt x="0" y="116"/>
                    <a:pt x="4" y="88"/>
                  </a:cubicBezTo>
                  <a:cubicBezTo>
                    <a:pt x="20" y="84"/>
                    <a:pt x="33" y="89"/>
                    <a:pt x="49" y="88"/>
                  </a:cubicBezTo>
                  <a:cubicBezTo>
                    <a:pt x="71" y="87"/>
                    <a:pt x="91" y="77"/>
                    <a:pt x="113" y="76"/>
                  </a:cubicBezTo>
                  <a:cubicBezTo>
                    <a:pt x="149" y="74"/>
                    <a:pt x="184" y="78"/>
                    <a:pt x="218" y="86"/>
                  </a:cubicBezTo>
                  <a:cubicBezTo>
                    <a:pt x="262" y="96"/>
                    <a:pt x="298" y="77"/>
                    <a:pt x="340" y="68"/>
                  </a:cubicBezTo>
                  <a:cubicBezTo>
                    <a:pt x="382" y="58"/>
                    <a:pt x="422" y="37"/>
                    <a:pt x="462" y="32"/>
                  </a:cubicBezTo>
                  <a:cubicBezTo>
                    <a:pt x="510" y="26"/>
                    <a:pt x="559" y="19"/>
                    <a:pt x="606" y="12"/>
                  </a:cubicBezTo>
                  <a:cubicBezTo>
                    <a:pt x="654" y="4"/>
                    <a:pt x="703" y="6"/>
                    <a:pt x="752" y="8"/>
                  </a:cubicBezTo>
                  <a:cubicBezTo>
                    <a:pt x="775" y="9"/>
                    <a:pt x="794" y="17"/>
                    <a:pt x="816" y="20"/>
                  </a:cubicBezTo>
                  <a:cubicBezTo>
                    <a:pt x="833" y="24"/>
                    <a:pt x="859" y="18"/>
                    <a:pt x="872" y="18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9" name="Freeform 180">
              <a:extLst>
                <a:ext uri="{FF2B5EF4-FFF2-40B4-BE49-F238E27FC236}">
                  <a16:creationId xmlns:a16="http://schemas.microsoft.com/office/drawing/2014/main" id="{85EC28A7-16D0-4874-B75A-83705A846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955"/>
              <a:ext cx="608" cy="529"/>
            </a:xfrm>
            <a:custGeom>
              <a:avLst/>
              <a:gdLst>
                <a:gd name="T0" fmla="*/ 56 w 509"/>
                <a:gd name="T1" fmla="*/ 47 h 415"/>
                <a:gd name="T2" fmla="*/ 210 w 509"/>
                <a:gd name="T3" fmla="*/ 28 h 415"/>
                <a:gd name="T4" fmla="*/ 280 w 509"/>
                <a:gd name="T5" fmla="*/ 31 h 415"/>
                <a:gd name="T6" fmla="*/ 336 w 509"/>
                <a:gd name="T7" fmla="*/ 23 h 415"/>
                <a:gd name="T8" fmla="*/ 367 w 509"/>
                <a:gd name="T9" fmla="*/ 66 h 415"/>
                <a:gd name="T10" fmla="*/ 428 w 509"/>
                <a:gd name="T11" fmla="*/ 84 h 415"/>
                <a:gd name="T12" fmla="*/ 449 w 509"/>
                <a:gd name="T13" fmla="*/ 130 h 415"/>
                <a:gd name="T14" fmla="*/ 446 w 509"/>
                <a:gd name="T15" fmla="*/ 201 h 415"/>
                <a:gd name="T16" fmla="*/ 570 w 509"/>
                <a:gd name="T17" fmla="*/ 201 h 415"/>
                <a:gd name="T18" fmla="*/ 652 w 509"/>
                <a:gd name="T19" fmla="*/ 227 h 415"/>
                <a:gd name="T20" fmla="*/ 698 w 509"/>
                <a:gd name="T21" fmla="*/ 284 h 415"/>
                <a:gd name="T22" fmla="*/ 782 w 509"/>
                <a:gd name="T23" fmla="*/ 270 h 415"/>
                <a:gd name="T24" fmla="*/ 831 w 509"/>
                <a:gd name="T25" fmla="*/ 308 h 415"/>
                <a:gd name="T26" fmla="*/ 841 w 509"/>
                <a:gd name="T27" fmla="*/ 437 h 415"/>
                <a:gd name="T28" fmla="*/ 848 w 509"/>
                <a:gd name="T29" fmla="*/ 512 h 415"/>
                <a:gd name="T30" fmla="*/ 782 w 509"/>
                <a:gd name="T31" fmla="*/ 664 h 415"/>
                <a:gd name="T32" fmla="*/ 753 w 509"/>
                <a:gd name="T33" fmla="*/ 859 h 415"/>
                <a:gd name="T34" fmla="*/ 465 w 509"/>
                <a:gd name="T35" fmla="*/ 790 h 415"/>
                <a:gd name="T36" fmla="*/ 271 w 509"/>
                <a:gd name="T37" fmla="*/ 552 h 415"/>
                <a:gd name="T38" fmla="*/ 56 w 509"/>
                <a:gd name="T39" fmla="*/ 47 h 41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09" h="415">
                  <a:moveTo>
                    <a:pt x="33" y="23"/>
                  </a:moveTo>
                  <a:cubicBezTo>
                    <a:pt x="0" y="18"/>
                    <a:pt x="95" y="0"/>
                    <a:pt x="123" y="13"/>
                  </a:cubicBezTo>
                  <a:cubicBezTo>
                    <a:pt x="144" y="22"/>
                    <a:pt x="144" y="22"/>
                    <a:pt x="164" y="15"/>
                  </a:cubicBezTo>
                  <a:cubicBezTo>
                    <a:pt x="175" y="12"/>
                    <a:pt x="186" y="4"/>
                    <a:pt x="197" y="11"/>
                  </a:cubicBezTo>
                  <a:cubicBezTo>
                    <a:pt x="205" y="16"/>
                    <a:pt x="207" y="28"/>
                    <a:pt x="215" y="32"/>
                  </a:cubicBezTo>
                  <a:cubicBezTo>
                    <a:pt x="226" y="38"/>
                    <a:pt x="238" y="31"/>
                    <a:pt x="251" y="41"/>
                  </a:cubicBezTo>
                  <a:cubicBezTo>
                    <a:pt x="258" y="47"/>
                    <a:pt x="261" y="54"/>
                    <a:pt x="264" y="63"/>
                  </a:cubicBezTo>
                  <a:cubicBezTo>
                    <a:pt x="272" y="84"/>
                    <a:pt x="263" y="77"/>
                    <a:pt x="261" y="97"/>
                  </a:cubicBezTo>
                  <a:cubicBezTo>
                    <a:pt x="257" y="143"/>
                    <a:pt x="317" y="101"/>
                    <a:pt x="334" y="97"/>
                  </a:cubicBezTo>
                  <a:cubicBezTo>
                    <a:pt x="351" y="93"/>
                    <a:pt x="370" y="98"/>
                    <a:pt x="383" y="110"/>
                  </a:cubicBezTo>
                  <a:cubicBezTo>
                    <a:pt x="393" y="121"/>
                    <a:pt x="391" y="135"/>
                    <a:pt x="409" y="137"/>
                  </a:cubicBezTo>
                  <a:cubicBezTo>
                    <a:pt x="425" y="139"/>
                    <a:pt x="440" y="126"/>
                    <a:pt x="459" y="130"/>
                  </a:cubicBezTo>
                  <a:cubicBezTo>
                    <a:pt x="472" y="132"/>
                    <a:pt x="482" y="137"/>
                    <a:pt x="488" y="149"/>
                  </a:cubicBezTo>
                  <a:cubicBezTo>
                    <a:pt x="499" y="169"/>
                    <a:pt x="490" y="191"/>
                    <a:pt x="493" y="211"/>
                  </a:cubicBezTo>
                  <a:cubicBezTo>
                    <a:pt x="496" y="224"/>
                    <a:pt x="509" y="233"/>
                    <a:pt x="497" y="247"/>
                  </a:cubicBezTo>
                  <a:cubicBezTo>
                    <a:pt x="459" y="321"/>
                    <a:pt x="459" y="321"/>
                    <a:pt x="459" y="321"/>
                  </a:cubicBezTo>
                  <a:cubicBezTo>
                    <a:pt x="441" y="415"/>
                    <a:pt x="441" y="415"/>
                    <a:pt x="441" y="415"/>
                  </a:cubicBezTo>
                  <a:cubicBezTo>
                    <a:pt x="273" y="381"/>
                    <a:pt x="273" y="381"/>
                    <a:pt x="273" y="381"/>
                  </a:cubicBezTo>
                  <a:cubicBezTo>
                    <a:pt x="159" y="267"/>
                    <a:pt x="159" y="267"/>
                    <a:pt x="159" y="267"/>
                  </a:cubicBezTo>
                  <a:cubicBezTo>
                    <a:pt x="159" y="267"/>
                    <a:pt x="143" y="39"/>
                    <a:pt x="33" y="23"/>
                  </a:cubicBezTo>
                  <a:close/>
                </a:path>
              </a:pathLst>
            </a:custGeom>
            <a:solidFill>
              <a:srgbClr val="16703A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0" name="Freeform 181">
              <a:extLst>
                <a:ext uri="{FF2B5EF4-FFF2-40B4-BE49-F238E27FC236}">
                  <a16:creationId xmlns:a16="http://schemas.microsoft.com/office/drawing/2014/main" id="{F6CD99CC-9B7D-4C3D-B77B-4355604B3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049"/>
              <a:ext cx="461" cy="432"/>
            </a:xfrm>
            <a:custGeom>
              <a:avLst/>
              <a:gdLst>
                <a:gd name="T0" fmla="*/ 658 w 386"/>
                <a:gd name="T1" fmla="*/ 385 h 339"/>
                <a:gd name="T2" fmla="*/ 604 w 386"/>
                <a:gd name="T3" fmla="*/ 507 h 339"/>
                <a:gd name="T4" fmla="*/ 573 w 386"/>
                <a:gd name="T5" fmla="*/ 702 h 339"/>
                <a:gd name="T6" fmla="*/ 288 w 386"/>
                <a:gd name="T7" fmla="*/ 632 h 339"/>
                <a:gd name="T8" fmla="*/ 94 w 386"/>
                <a:gd name="T9" fmla="*/ 395 h 339"/>
                <a:gd name="T10" fmla="*/ 0 w 386"/>
                <a:gd name="T11" fmla="*/ 0 h 339"/>
                <a:gd name="T12" fmla="*/ 142 w 386"/>
                <a:gd name="T13" fmla="*/ 93 h 339"/>
                <a:gd name="T14" fmla="*/ 198 w 386"/>
                <a:gd name="T15" fmla="*/ 167 h 339"/>
                <a:gd name="T16" fmla="*/ 300 w 386"/>
                <a:gd name="T17" fmla="*/ 227 h 339"/>
                <a:gd name="T18" fmla="*/ 389 w 386"/>
                <a:gd name="T19" fmla="*/ 250 h 339"/>
                <a:gd name="T20" fmla="*/ 493 w 386"/>
                <a:gd name="T21" fmla="*/ 296 h 339"/>
                <a:gd name="T22" fmla="*/ 596 w 386"/>
                <a:gd name="T23" fmla="*/ 321 h 339"/>
                <a:gd name="T24" fmla="*/ 658 w 386"/>
                <a:gd name="T25" fmla="*/ 385 h 3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6" h="339">
                  <a:moveTo>
                    <a:pt x="386" y="186"/>
                  </a:moveTo>
                  <a:cubicBezTo>
                    <a:pt x="355" y="245"/>
                    <a:pt x="355" y="245"/>
                    <a:pt x="355" y="245"/>
                  </a:cubicBezTo>
                  <a:cubicBezTo>
                    <a:pt x="337" y="339"/>
                    <a:pt x="337" y="339"/>
                    <a:pt x="337" y="339"/>
                  </a:cubicBezTo>
                  <a:cubicBezTo>
                    <a:pt x="169" y="305"/>
                    <a:pt x="169" y="305"/>
                    <a:pt x="169" y="305"/>
                  </a:cubicBezTo>
                  <a:cubicBezTo>
                    <a:pt x="55" y="191"/>
                    <a:pt x="55" y="191"/>
                    <a:pt x="55" y="191"/>
                  </a:cubicBezTo>
                  <a:cubicBezTo>
                    <a:pt x="55" y="191"/>
                    <a:pt x="47" y="72"/>
                    <a:pt x="0" y="0"/>
                  </a:cubicBezTo>
                  <a:cubicBezTo>
                    <a:pt x="0" y="0"/>
                    <a:pt x="72" y="24"/>
                    <a:pt x="84" y="45"/>
                  </a:cubicBezTo>
                  <a:cubicBezTo>
                    <a:pt x="96" y="66"/>
                    <a:pt x="105" y="59"/>
                    <a:pt x="116" y="81"/>
                  </a:cubicBezTo>
                  <a:cubicBezTo>
                    <a:pt x="127" y="103"/>
                    <a:pt x="167" y="93"/>
                    <a:pt x="176" y="110"/>
                  </a:cubicBezTo>
                  <a:cubicBezTo>
                    <a:pt x="186" y="126"/>
                    <a:pt x="216" y="99"/>
                    <a:pt x="229" y="121"/>
                  </a:cubicBezTo>
                  <a:cubicBezTo>
                    <a:pt x="241" y="143"/>
                    <a:pt x="281" y="124"/>
                    <a:pt x="290" y="143"/>
                  </a:cubicBezTo>
                  <a:cubicBezTo>
                    <a:pt x="298" y="162"/>
                    <a:pt x="347" y="139"/>
                    <a:pt x="350" y="155"/>
                  </a:cubicBezTo>
                  <a:cubicBezTo>
                    <a:pt x="353" y="172"/>
                    <a:pt x="386" y="186"/>
                    <a:pt x="386" y="186"/>
                  </a:cubicBezTo>
                  <a:close/>
                </a:path>
              </a:pathLst>
            </a:custGeom>
            <a:solidFill>
              <a:srgbClr val="0C4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1" name="Freeform 182">
              <a:extLst>
                <a:ext uri="{FF2B5EF4-FFF2-40B4-BE49-F238E27FC236}">
                  <a16:creationId xmlns:a16="http://schemas.microsoft.com/office/drawing/2014/main" id="{27395577-F9A2-44D0-B7A4-F23EAE105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069"/>
              <a:ext cx="554" cy="498"/>
            </a:xfrm>
            <a:custGeom>
              <a:avLst/>
              <a:gdLst>
                <a:gd name="T0" fmla="*/ 0 w 464"/>
                <a:gd name="T1" fmla="*/ 0 h 391"/>
                <a:gd name="T2" fmla="*/ 184 w 464"/>
                <a:gd name="T3" fmla="*/ 50 h 391"/>
                <a:gd name="T4" fmla="*/ 368 w 464"/>
                <a:gd name="T5" fmla="*/ 90 h 391"/>
                <a:gd name="T6" fmla="*/ 531 w 464"/>
                <a:gd name="T7" fmla="*/ 241 h 391"/>
                <a:gd name="T8" fmla="*/ 706 w 464"/>
                <a:gd name="T9" fmla="*/ 446 h 391"/>
                <a:gd name="T10" fmla="*/ 782 w 464"/>
                <a:gd name="T11" fmla="*/ 587 h 391"/>
                <a:gd name="T12" fmla="*/ 749 w 464"/>
                <a:gd name="T13" fmla="*/ 785 h 391"/>
                <a:gd name="T14" fmla="*/ 516 w 464"/>
                <a:gd name="T15" fmla="*/ 520 h 391"/>
                <a:gd name="T16" fmla="*/ 265 w 464"/>
                <a:gd name="T17" fmla="*/ 279 h 391"/>
                <a:gd name="T18" fmla="*/ 130 w 464"/>
                <a:gd name="T19" fmla="*/ 149 h 391"/>
                <a:gd name="T20" fmla="*/ 0 w 464"/>
                <a:gd name="T21" fmla="*/ 32 h 3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4" h="391">
                  <a:moveTo>
                    <a:pt x="0" y="0"/>
                  </a:moveTo>
                  <a:cubicBezTo>
                    <a:pt x="36" y="6"/>
                    <a:pt x="71" y="21"/>
                    <a:pt x="108" y="24"/>
                  </a:cubicBezTo>
                  <a:cubicBezTo>
                    <a:pt x="147" y="28"/>
                    <a:pt x="181" y="22"/>
                    <a:pt x="216" y="44"/>
                  </a:cubicBezTo>
                  <a:cubicBezTo>
                    <a:pt x="249" y="64"/>
                    <a:pt x="279" y="94"/>
                    <a:pt x="312" y="116"/>
                  </a:cubicBezTo>
                  <a:cubicBezTo>
                    <a:pt x="359" y="147"/>
                    <a:pt x="381" y="176"/>
                    <a:pt x="415" y="216"/>
                  </a:cubicBezTo>
                  <a:cubicBezTo>
                    <a:pt x="439" y="245"/>
                    <a:pt x="456" y="243"/>
                    <a:pt x="460" y="284"/>
                  </a:cubicBezTo>
                  <a:cubicBezTo>
                    <a:pt x="462" y="306"/>
                    <a:pt x="464" y="373"/>
                    <a:pt x="440" y="380"/>
                  </a:cubicBezTo>
                  <a:cubicBezTo>
                    <a:pt x="404" y="391"/>
                    <a:pt x="324" y="272"/>
                    <a:pt x="303" y="251"/>
                  </a:cubicBezTo>
                  <a:cubicBezTo>
                    <a:pt x="260" y="206"/>
                    <a:pt x="199" y="179"/>
                    <a:pt x="156" y="135"/>
                  </a:cubicBezTo>
                  <a:cubicBezTo>
                    <a:pt x="127" y="106"/>
                    <a:pt x="111" y="91"/>
                    <a:pt x="76" y="72"/>
                  </a:cubicBezTo>
                  <a:cubicBezTo>
                    <a:pt x="53" y="60"/>
                    <a:pt x="16" y="37"/>
                    <a:pt x="0" y="16"/>
                  </a:cubicBezTo>
                </a:path>
              </a:pathLst>
            </a:custGeom>
            <a:solidFill>
              <a:srgbClr val="448E2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2" name="Freeform 183">
              <a:extLst>
                <a:ext uri="{FF2B5EF4-FFF2-40B4-BE49-F238E27FC236}">
                  <a16:creationId xmlns:a16="http://schemas.microsoft.com/office/drawing/2014/main" id="{66DBDE5E-B80F-44BA-B6D5-B123DE023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069"/>
              <a:ext cx="554" cy="498"/>
            </a:xfrm>
            <a:custGeom>
              <a:avLst/>
              <a:gdLst>
                <a:gd name="T0" fmla="*/ 0 w 464"/>
                <a:gd name="T1" fmla="*/ 0 h 391"/>
                <a:gd name="T2" fmla="*/ 184 w 464"/>
                <a:gd name="T3" fmla="*/ 50 h 391"/>
                <a:gd name="T4" fmla="*/ 368 w 464"/>
                <a:gd name="T5" fmla="*/ 90 h 391"/>
                <a:gd name="T6" fmla="*/ 531 w 464"/>
                <a:gd name="T7" fmla="*/ 241 h 391"/>
                <a:gd name="T8" fmla="*/ 706 w 464"/>
                <a:gd name="T9" fmla="*/ 446 h 391"/>
                <a:gd name="T10" fmla="*/ 782 w 464"/>
                <a:gd name="T11" fmla="*/ 587 h 391"/>
                <a:gd name="T12" fmla="*/ 749 w 464"/>
                <a:gd name="T13" fmla="*/ 785 h 391"/>
                <a:gd name="T14" fmla="*/ 516 w 464"/>
                <a:gd name="T15" fmla="*/ 520 h 391"/>
                <a:gd name="T16" fmla="*/ 265 w 464"/>
                <a:gd name="T17" fmla="*/ 279 h 391"/>
                <a:gd name="T18" fmla="*/ 130 w 464"/>
                <a:gd name="T19" fmla="*/ 149 h 391"/>
                <a:gd name="T20" fmla="*/ 0 w 464"/>
                <a:gd name="T21" fmla="*/ 32 h 3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4" h="391">
                  <a:moveTo>
                    <a:pt x="0" y="0"/>
                  </a:moveTo>
                  <a:cubicBezTo>
                    <a:pt x="36" y="6"/>
                    <a:pt x="71" y="21"/>
                    <a:pt x="108" y="24"/>
                  </a:cubicBezTo>
                  <a:cubicBezTo>
                    <a:pt x="147" y="28"/>
                    <a:pt x="181" y="22"/>
                    <a:pt x="216" y="44"/>
                  </a:cubicBezTo>
                  <a:cubicBezTo>
                    <a:pt x="249" y="64"/>
                    <a:pt x="279" y="94"/>
                    <a:pt x="312" y="116"/>
                  </a:cubicBezTo>
                  <a:cubicBezTo>
                    <a:pt x="359" y="147"/>
                    <a:pt x="381" y="176"/>
                    <a:pt x="415" y="216"/>
                  </a:cubicBezTo>
                  <a:cubicBezTo>
                    <a:pt x="439" y="245"/>
                    <a:pt x="456" y="243"/>
                    <a:pt x="460" y="284"/>
                  </a:cubicBezTo>
                  <a:cubicBezTo>
                    <a:pt x="462" y="306"/>
                    <a:pt x="464" y="373"/>
                    <a:pt x="440" y="380"/>
                  </a:cubicBezTo>
                  <a:cubicBezTo>
                    <a:pt x="404" y="391"/>
                    <a:pt x="324" y="272"/>
                    <a:pt x="303" y="251"/>
                  </a:cubicBezTo>
                  <a:cubicBezTo>
                    <a:pt x="260" y="206"/>
                    <a:pt x="199" y="179"/>
                    <a:pt x="156" y="135"/>
                  </a:cubicBezTo>
                  <a:cubicBezTo>
                    <a:pt x="127" y="106"/>
                    <a:pt x="111" y="91"/>
                    <a:pt x="76" y="72"/>
                  </a:cubicBezTo>
                  <a:cubicBezTo>
                    <a:pt x="53" y="60"/>
                    <a:pt x="16" y="37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3" name="Freeform 184">
              <a:extLst>
                <a:ext uri="{FF2B5EF4-FFF2-40B4-BE49-F238E27FC236}">
                  <a16:creationId xmlns:a16="http://schemas.microsoft.com/office/drawing/2014/main" id="{88AC25AF-ADB7-4E4B-987C-4F2158E7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102"/>
              <a:ext cx="966" cy="524"/>
            </a:xfrm>
            <a:custGeom>
              <a:avLst/>
              <a:gdLst>
                <a:gd name="T0" fmla="*/ 806 w 809"/>
                <a:gd name="T1" fmla="*/ 333 h 412"/>
                <a:gd name="T2" fmla="*/ 264 w 809"/>
                <a:gd name="T3" fmla="*/ 66 h 412"/>
                <a:gd name="T4" fmla="*/ 457 w 809"/>
                <a:gd name="T5" fmla="*/ 333 h 412"/>
                <a:gd name="T6" fmla="*/ 939 w 809"/>
                <a:gd name="T7" fmla="*/ 483 h 412"/>
                <a:gd name="T8" fmla="*/ 1377 w 809"/>
                <a:gd name="T9" fmla="*/ 847 h 412"/>
                <a:gd name="T10" fmla="*/ 764 w 809"/>
                <a:gd name="T11" fmla="*/ 309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9" h="412">
                  <a:moveTo>
                    <a:pt x="473" y="162"/>
                  </a:moveTo>
                  <a:cubicBezTo>
                    <a:pt x="386" y="116"/>
                    <a:pt x="262" y="0"/>
                    <a:pt x="155" y="32"/>
                  </a:cubicBezTo>
                  <a:cubicBezTo>
                    <a:pt x="0" y="78"/>
                    <a:pt x="211" y="154"/>
                    <a:pt x="269" y="162"/>
                  </a:cubicBezTo>
                  <a:cubicBezTo>
                    <a:pt x="366" y="176"/>
                    <a:pt x="462" y="189"/>
                    <a:pt x="551" y="235"/>
                  </a:cubicBezTo>
                  <a:cubicBezTo>
                    <a:pt x="639" y="279"/>
                    <a:pt x="727" y="356"/>
                    <a:pt x="809" y="412"/>
                  </a:cubicBezTo>
                  <a:cubicBezTo>
                    <a:pt x="729" y="271"/>
                    <a:pt x="601" y="178"/>
                    <a:pt x="449" y="150"/>
                  </a:cubicBezTo>
                </a:path>
              </a:pathLst>
            </a:custGeom>
            <a:solidFill>
              <a:srgbClr val="0A492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185">
              <a:extLst>
                <a:ext uri="{FF2B5EF4-FFF2-40B4-BE49-F238E27FC236}">
                  <a16:creationId xmlns:a16="http://schemas.microsoft.com/office/drawing/2014/main" id="{EE85F985-28EC-42B9-9131-C8A530B20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102"/>
              <a:ext cx="966" cy="524"/>
            </a:xfrm>
            <a:custGeom>
              <a:avLst/>
              <a:gdLst>
                <a:gd name="T0" fmla="*/ 806 w 809"/>
                <a:gd name="T1" fmla="*/ 333 h 412"/>
                <a:gd name="T2" fmla="*/ 264 w 809"/>
                <a:gd name="T3" fmla="*/ 66 h 412"/>
                <a:gd name="T4" fmla="*/ 457 w 809"/>
                <a:gd name="T5" fmla="*/ 333 h 412"/>
                <a:gd name="T6" fmla="*/ 939 w 809"/>
                <a:gd name="T7" fmla="*/ 483 h 412"/>
                <a:gd name="T8" fmla="*/ 1377 w 809"/>
                <a:gd name="T9" fmla="*/ 847 h 412"/>
                <a:gd name="T10" fmla="*/ 764 w 809"/>
                <a:gd name="T11" fmla="*/ 309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9" h="412">
                  <a:moveTo>
                    <a:pt x="473" y="162"/>
                  </a:moveTo>
                  <a:cubicBezTo>
                    <a:pt x="386" y="116"/>
                    <a:pt x="262" y="0"/>
                    <a:pt x="155" y="32"/>
                  </a:cubicBezTo>
                  <a:cubicBezTo>
                    <a:pt x="0" y="78"/>
                    <a:pt x="211" y="154"/>
                    <a:pt x="269" y="162"/>
                  </a:cubicBezTo>
                  <a:cubicBezTo>
                    <a:pt x="366" y="176"/>
                    <a:pt x="462" y="189"/>
                    <a:pt x="551" y="235"/>
                  </a:cubicBezTo>
                  <a:cubicBezTo>
                    <a:pt x="639" y="279"/>
                    <a:pt x="727" y="356"/>
                    <a:pt x="809" y="412"/>
                  </a:cubicBezTo>
                  <a:cubicBezTo>
                    <a:pt x="729" y="271"/>
                    <a:pt x="601" y="178"/>
                    <a:pt x="449" y="15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186">
              <a:extLst>
                <a:ext uri="{FF2B5EF4-FFF2-40B4-BE49-F238E27FC236}">
                  <a16:creationId xmlns:a16="http://schemas.microsoft.com/office/drawing/2014/main" id="{AB02CCC5-C080-4459-982A-B295A0042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972"/>
              <a:ext cx="844" cy="821"/>
            </a:xfrm>
            <a:custGeom>
              <a:avLst/>
              <a:gdLst>
                <a:gd name="T0" fmla="*/ 282 w 707"/>
                <a:gd name="T1" fmla="*/ 500 h 645"/>
                <a:gd name="T2" fmla="*/ 817 w 707"/>
                <a:gd name="T3" fmla="*/ 813 h 645"/>
                <a:gd name="T4" fmla="*/ 1196 w 707"/>
                <a:gd name="T5" fmla="*/ 1082 h 645"/>
                <a:gd name="T6" fmla="*/ 684 w 707"/>
                <a:gd name="T7" fmla="*/ 387 h 645"/>
                <a:gd name="T8" fmla="*/ 96 w 707"/>
                <a:gd name="T9" fmla="*/ 59 h 645"/>
                <a:gd name="T10" fmla="*/ 30 w 707"/>
                <a:gd name="T11" fmla="*/ 416 h 645"/>
                <a:gd name="T12" fmla="*/ 32 w 707"/>
                <a:gd name="T13" fmla="*/ 489 h 645"/>
                <a:gd name="T14" fmla="*/ 98 w 707"/>
                <a:gd name="T15" fmla="*/ 493 h 645"/>
                <a:gd name="T16" fmla="*/ 308 w 707"/>
                <a:gd name="T17" fmla="*/ 438 h 6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7" h="645">
                  <a:moveTo>
                    <a:pt x="166" y="243"/>
                  </a:moveTo>
                  <a:cubicBezTo>
                    <a:pt x="273" y="290"/>
                    <a:pt x="418" y="345"/>
                    <a:pt x="480" y="394"/>
                  </a:cubicBezTo>
                  <a:cubicBezTo>
                    <a:pt x="588" y="480"/>
                    <a:pt x="699" y="645"/>
                    <a:pt x="703" y="525"/>
                  </a:cubicBezTo>
                  <a:cubicBezTo>
                    <a:pt x="707" y="405"/>
                    <a:pt x="554" y="302"/>
                    <a:pt x="402" y="188"/>
                  </a:cubicBezTo>
                  <a:cubicBezTo>
                    <a:pt x="250" y="74"/>
                    <a:pt x="112" y="0"/>
                    <a:pt x="56" y="28"/>
                  </a:cubicBezTo>
                  <a:cubicBezTo>
                    <a:pt x="0" y="56"/>
                    <a:pt x="18" y="202"/>
                    <a:pt x="18" y="202"/>
                  </a:cubicBezTo>
                  <a:cubicBezTo>
                    <a:pt x="19" y="237"/>
                    <a:pt x="19" y="237"/>
                    <a:pt x="19" y="237"/>
                  </a:cubicBezTo>
                  <a:cubicBezTo>
                    <a:pt x="58" y="239"/>
                    <a:pt x="58" y="239"/>
                    <a:pt x="58" y="239"/>
                  </a:cubicBezTo>
                  <a:cubicBezTo>
                    <a:pt x="181" y="212"/>
                    <a:pt x="181" y="212"/>
                    <a:pt x="181" y="212"/>
                  </a:cubicBezTo>
                </a:path>
              </a:pathLst>
            </a:custGeom>
            <a:solidFill>
              <a:srgbClr val="2D6D16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187">
              <a:extLst>
                <a:ext uri="{FF2B5EF4-FFF2-40B4-BE49-F238E27FC236}">
                  <a16:creationId xmlns:a16="http://schemas.microsoft.com/office/drawing/2014/main" id="{FEAF2FBB-8DCB-4654-9968-A9BD3C3F4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972"/>
              <a:ext cx="844" cy="821"/>
            </a:xfrm>
            <a:custGeom>
              <a:avLst/>
              <a:gdLst>
                <a:gd name="T0" fmla="*/ 282 w 707"/>
                <a:gd name="T1" fmla="*/ 500 h 645"/>
                <a:gd name="T2" fmla="*/ 817 w 707"/>
                <a:gd name="T3" fmla="*/ 813 h 645"/>
                <a:gd name="T4" fmla="*/ 1196 w 707"/>
                <a:gd name="T5" fmla="*/ 1082 h 645"/>
                <a:gd name="T6" fmla="*/ 684 w 707"/>
                <a:gd name="T7" fmla="*/ 387 h 645"/>
                <a:gd name="T8" fmla="*/ 96 w 707"/>
                <a:gd name="T9" fmla="*/ 59 h 645"/>
                <a:gd name="T10" fmla="*/ 30 w 707"/>
                <a:gd name="T11" fmla="*/ 416 h 645"/>
                <a:gd name="T12" fmla="*/ 32 w 707"/>
                <a:gd name="T13" fmla="*/ 489 h 645"/>
                <a:gd name="T14" fmla="*/ 98 w 707"/>
                <a:gd name="T15" fmla="*/ 493 h 645"/>
                <a:gd name="T16" fmla="*/ 308 w 707"/>
                <a:gd name="T17" fmla="*/ 438 h 6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7" h="645">
                  <a:moveTo>
                    <a:pt x="166" y="243"/>
                  </a:moveTo>
                  <a:cubicBezTo>
                    <a:pt x="273" y="290"/>
                    <a:pt x="418" y="345"/>
                    <a:pt x="480" y="394"/>
                  </a:cubicBezTo>
                  <a:cubicBezTo>
                    <a:pt x="588" y="480"/>
                    <a:pt x="699" y="645"/>
                    <a:pt x="703" y="525"/>
                  </a:cubicBezTo>
                  <a:cubicBezTo>
                    <a:pt x="707" y="405"/>
                    <a:pt x="554" y="302"/>
                    <a:pt x="402" y="188"/>
                  </a:cubicBezTo>
                  <a:cubicBezTo>
                    <a:pt x="250" y="74"/>
                    <a:pt x="112" y="0"/>
                    <a:pt x="56" y="28"/>
                  </a:cubicBezTo>
                  <a:cubicBezTo>
                    <a:pt x="0" y="56"/>
                    <a:pt x="18" y="202"/>
                    <a:pt x="18" y="202"/>
                  </a:cubicBezTo>
                  <a:cubicBezTo>
                    <a:pt x="19" y="237"/>
                    <a:pt x="19" y="237"/>
                    <a:pt x="19" y="237"/>
                  </a:cubicBezTo>
                  <a:cubicBezTo>
                    <a:pt x="58" y="239"/>
                    <a:pt x="58" y="239"/>
                    <a:pt x="58" y="239"/>
                  </a:cubicBezTo>
                  <a:cubicBezTo>
                    <a:pt x="181" y="212"/>
                    <a:pt x="181" y="212"/>
                    <a:pt x="181" y="212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188">
              <a:extLst>
                <a:ext uri="{FF2B5EF4-FFF2-40B4-BE49-F238E27FC236}">
                  <a16:creationId xmlns:a16="http://schemas.microsoft.com/office/drawing/2014/main" id="{FD19F377-2D54-43D9-9F40-D390DE9E7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226"/>
              <a:ext cx="547" cy="790"/>
            </a:xfrm>
            <a:custGeom>
              <a:avLst/>
              <a:gdLst>
                <a:gd name="T0" fmla="*/ 702 w 458"/>
                <a:gd name="T1" fmla="*/ 5 h 620"/>
                <a:gd name="T2" fmla="*/ 766 w 458"/>
                <a:gd name="T3" fmla="*/ 104 h 620"/>
                <a:gd name="T4" fmla="*/ 614 w 458"/>
                <a:gd name="T5" fmla="*/ 319 h 620"/>
                <a:gd name="T6" fmla="*/ 324 w 458"/>
                <a:gd name="T7" fmla="*/ 893 h 620"/>
                <a:gd name="T8" fmla="*/ 133 w 458"/>
                <a:gd name="T9" fmla="*/ 1259 h 620"/>
                <a:gd name="T10" fmla="*/ 35 w 458"/>
                <a:gd name="T11" fmla="*/ 972 h 620"/>
                <a:gd name="T12" fmla="*/ 327 w 458"/>
                <a:gd name="T13" fmla="*/ 54 h 620"/>
                <a:gd name="T14" fmla="*/ 702 w 458"/>
                <a:gd name="T15" fmla="*/ 5 h 6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8" h="620">
                  <a:moveTo>
                    <a:pt x="412" y="2"/>
                  </a:moveTo>
                  <a:cubicBezTo>
                    <a:pt x="412" y="2"/>
                    <a:pt x="458" y="16"/>
                    <a:pt x="450" y="50"/>
                  </a:cubicBezTo>
                  <a:cubicBezTo>
                    <a:pt x="442" y="84"/>
                    <a:pt x="400" y="104"/>
                    <a:pt x="360" y="154"/>
                  </a:cubicBezTo>
                  <a:cubicBezTo>
                    <a:pt x="320" y="204"/>
                    <a:pt x="208" y="358"/>
                    <a:pt x="190" y="432"/>
                  </a:cubicBezTo>
                  <a:cubicBezTo>
                    <a:pt x="172" y="506"/>
                    <a:pt x="128" y="620"/>
                    <a:pt x="78" y="608"/>
                  </a:cubicBezTo>
                  <a:cubicBezTo>
                    <a:pt x="28" y="596"/>
                    <a:pt x="0" y="532"/>
                    <a:pt x="20" y="470"/>
                  </a:cubicBezTo>
                  <a:cubicBezTo>
                    <a:pt x="40" y="408"/>
                    <a:pt x="146" y="44"/>
                    <a:pt x="192" y="26"/>
                  </a:cubicBezTo>
                  <a:cubicBezTo>
                    <a:pt x="238" y="8"/>
                    <a:pt x="406" y="0"/>
                    <a:pt x="412" y="2"/>
                  </a:cubicBezTo>
                  <a:close/>
                </a:path>
              </a:pathLst>
            </a:custGeom>
            <a:solidFill>
              <a:srgbClr val="5EB76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189">
              <a:extLst>
                <a:ext uri="{FF2B5EF4-FFF2-40B4-BE49-F238E27FC236}">
                  <a16:creationId xmlns:a16="http://schemas.microsoft.com/office/drawing/2014/main" id="{1E25BFC5-8645-4B36-8175-5ECCA9B14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237"/>
              <a:ext cx="384" cy="750"/>
            </a:xfrm>
            <a:custGeom>
              <a:avLst/>
              <a:gdLst>
                <a:gd name="T0" fmla="*/ 80 w 321"/>
                <a:gd name="T1" fmla="*/ 1216 h 589"/>
                <a:gd name="T2" fmla="*/ 28 w 321"/>
                <a:gd name="T3" fmla="*/ 959 h 589"/>
                <a:gd name="T4" fmla="*/ 322 w 321"/>
                <a:gd name="T5" fmla="*/ 41 h 589"/>
                <a:gd name="T6" fmla="*/ 549 w 321"/>
                <a:gd name="T7" fmla="*/ 0 h 589"/>
                <a:gd name="T8" fmla="*/ 445 w 321"/>
                <a:gd name="T9" fmla="*/ 274 h 589"/>
                <a:gd name="T10" fmla="*/ 378 w 321"/>
                <a:gd name="T11" fmla="*/ 587 h 589"/>
                <a:gd name="T12" fmla="*/ 218 w 321"/>
                <a:gd name="T13" fmla="*/ 996 h 589"/>
                <a:gd name="T14" fmla="*/ 80 w 321"/>
                <a:gd name="T15" fmla="*/ 1216 h 5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1" h="589">
                  <a:moveTo>
                    <a:pt x="47" y="589"/>
                  </a:moveTo>
                  <a:cubicBezTo>
                    <a:pt x="15" y="564"/>
                    <a:pt x="0" y="514"/>
                    <a:pt x="16" y="464"/>
                  </a:cubicBezTo>
                  <a:cubicBezTo>
                    <a:pt x="36" y="402"/>
                    <a:pt x="142" y="38"/>
                    <a:pt x="188" y="20"/>
                  </a:cubicBezTo>
                  <a:cubicBezTo>
                    <a:pt x="212" y="11"/>
                    <a:pt x="271" y="4"/>
                    <a:pt x="321" y="0"/>
                  </a:cubicBezTo>
                  <a:cubicBezTo>
                    <a:pt x="321" y="0"/>
                    <a:pt x="254" y="96"/>
                    <a:pt x="260" y="133"/>
                  </a:cubicBezTo>
                  <a:cubicBezTo>
                    <a:pt x="266" y="170"/>
                    <a:pt x="221" y="249"/>
                    <a:pt x="221" y="284"/>
                  </a:cubicBezTo>
                  <a:cubicBezTo>
                    <a:pt x="221" y="319"/>
                    <a:pt x="127" y="458"/>
                    <a:pt x="127" y="482"/>
                  </a:cubicBezTo>
                  <a:cubicBezTo>
                    <a:pt x="127" y="507"/>
                    <a:pt x="47" y="589"/>
                    <a:pt x="47" y="589"/>
                  </a:cubicBezTo>
                  <a:close/>
                </a:path>
              </a:pathLst>
            </a:custGeom>
            <a:solidFill>
              <a:srgbClr val="4A9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190">
              <a:extLst>
                <a:ext uri="{FF2B5EF4-FFF2-40B4-BE49-F238E27FC236}">
                  <a16:creationId xmlns:a16="http://schemas.microsoft.com/office/drawing/2014/main" id="{2E53F8CB-7BBE-4837-92F9-EF8871718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285"/>
              <a:ext cx="668" cy="739"/>
            </a:xfrm>
            <a:custGeom>
              <a:avLst/>
              <a:gdLst>
                <a:gd name="T0" fmla="*/ 241 w 560"/>
                <a:gd name="T1" fmla="*/ 54 h 580"/>
                <a:gd name="T2" fmla="*/ 125 w 560"/>
                <a:gd name="T3" fmla="*/ 285 h 580"/>
                <a:gd name="T4" fmla="*/ 292 w 560"/>
                <a:gd name="T5" fmla="*/ 952 h 580"/>
                <a:gd name="T6" fmla="*/ 607 w 560"/>
                <a:gd name="T7" fmla="*/ 1055 h 580"/>
                <a:gd name="T8" fmla="*/ 818 w 560"/>
                <a:gd name="T9" fmla="*/ 596 h 580"/>
                <a:gd name="T10" fmla="*/ 241 w 560"/>
                <a:gd name="T11" fmla="*/ 54 h 5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0" h="580">
                  <a:moveTo>
                    <a:pt x="142" y="26"/>
                  </a:moveTo>
                  <a:cubicBezTo>
                    <a:pt x="142" y="26"/>
                    <a:pt x="74" y="78"/>
                    <a:pt x="74" y="138"/>
                  </a:cubicBezTo>
                  <a:cubicBezTo>
                    <a:pt x="74" y="198"/>
                    <a:pt x="0" y="340"/>
                    <a:pt x="172" y="460"/>
                  </a:cubicBezTo>
                  <a:cubicBezTo>
                    <a:pt x="344" y="580"/>
                    <a:pt x="358" y="510"/>
                    <a:pt x="358" y="510"/>
                  </a:cubicBezTo>
                  <a:cubicBezTo>
                    <a:pt x="358" y="510"/>
                    <a:pt x="560" y="424"/>
                    <a:pt x="482" y="288"/>
                  </a:cubicBezTo>
                  <a:cubicBezTo>
                    <a:pt x="404" y="152"/>
                    <a:pt x="260" y="0"/>
                    <a:pt x="142" y="26"/>
                  </a:cubicBezTo>
                  <a:close/>
                </a:path>
              </a:pathLst>
            </a:custGeom>
            <a:solidFill>
              <a:srgbClr val="5EB76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191">
              <a:extLst>
                <a:ext uri="{FF2B5EF4-FFF2-40B4-BE49-F238E27FC236}">
                  <a16:creationId xmlns:a16="http://schemas.microsoft.com/office/drawing/2014/main" id="{B2C0923D-96F4-4AAD-BAF0-26240BC8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298"/>
              <a:ext cx="532" cy="1123"/>
            </a:xfrm>
            <a:custGeom>
              <a:avLst/>
              <a:gdLst>
                <a:gd name="T0" fmla="*/ 332 w 446"/>
                <a:gd name="T1" fmla="*/ 0 h 882"/>
                <a:gd name="T2" fmla="*/ 161 w 446"/>
                <a:gd name="T3" fmla="*/ 66 h 882"/>
                <a:gd name="T4" fmla="*/ 67 w 446"/>
                <a:gd name="T5" fmla="*/ 289 h 882"/>
                <a:gd name="T6" fmla="*/ 45 w 446"/>
                <a:gd name="T7" fmla="*/ 742 h 882"/>
                <a:gd name="T8" fmla="*/ 433 w 446"/>
                <a:gd name="T9" fmla="*/ 1574 h 882"/>
                <a:gd name="T10" fmla="*/ 757 w 446"/>
                <a:gd name="T11" fmla="*/ 1821 h 882"/>
                <a:gd name="T12" fmla="*/ 662 w 446"/>
                <a:gd name="T13" fmla="*/ 1612 h 882"/>
                <a:gd name="T14" fmla="*/ 508 w 446"/>
                <a:gd name="T15" fmla="*/ 1420 h 882"/>
                <a:gd name="T16" fmla="*/ 292 w 446"/>
                <a:gd name="T17" fmla="*/ 1021 h 882"/>
                <a:gd name="T18" fmla="*/ 256 w 446"/>
                <a:gd name="T19" fmla="*/ 399 h 882"/>
                <a:gd name="T20" fmla="*/ 324 w 446"/>
                <a:gd name="T21" fmla="*/ 17 h 8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6" h="882">
                  <a:moveTo>
                    <a:pt x="195" y="0"/>
                  </a:moveTo>
                  <a:cubicBezTo>
                    <a:pt x="154" y="6"/>
                    <a:pt x="128" y="2"/>
                    <a:pt x="95" y="32"/>
                  </a:cubicBezTo>
                  <a:cubicBezTo>
                    <a:pt x="63" y="61"/>
                    <a:pt x="48" y="99"/>
                    <a:pt x="39" y="140"/>
                  </a:cubicBezTo>
                  <a:cubicBezTo>
                    <a:pt x="24" y="210"/>
                    <a:pt x="37" y="289"/>
                    <a:pt x="27" y="360"/>
                  </a:cubicBezTo>
                  <a:cubicBezTo>
                    <a:pt x="0" y="542"/>
                    <a:pt x="112" y="670"/>
                    <a:pt x="255" y="763"/>
                  </a:cubicBezTo>
                  <a:cubicBezTo>
                    <a:pt x="315" y="802"/>
                    <a:pt x="381" y="857"/>
                    <a:pt x="446" y="882"/>
                  </a:cubicBezTo>
                  <a:cubicBezTo>
                    <a:pt x="411" y="856"/>
                    <a:pt x="405" y="818"/>
                    <a:pt x="390" y="781"/>
                  </a:cubicBezTo>
                  <a:cubicBezTo>
                    <a:pt x="372" y="735"/>
                    <a:pt x="338" y="715"/>
                    <a:pt x="299" y="688"/>
                  </a:cubicBezTo>
                  <a:cubicBezTo>
                    <a:pt x="224" y="637"/>
                    <a:pt x="201" y="580"/>
                    <a:pt x="172" y="495"/>
                  </a:cubicBezTo>
                  <a:cubicBezTo>
                    <a:pt x="142" y="407"/>
                    <a:pt x="141" y="286"/>
                    <a:pt x="151" y="193"/>
                  </a:cubicBezTo>
                  <a:cubicBezTo>
                    <a:pt x="157" y="130"/>
                    <a:pt x="188" y="67"/>
                    <a:pt x="191" y="8"/>
                  </a:cubicBezTo>
                </a:path>
              </a:pathLst>
            </a:custGeom>
            <a:solidFill>
              <a:srgbClr val="16703A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192">
              <a:extLst>
                <a:ext uri="{FF2B5EF4-FFF2-40B4-BE49-F238E27FC236}">
                  <a16:creationId xmlns:a16="http://schemas.microsoft.com/office/drawing/2014/main" id="{78A70D65-8E4C-4915-AAAD-97AFF397D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298"/>
              <a:ext cx="532" cy="1123"/>
            </a:xfrm>
            <a:custGeom>
              <a:avLst/>
              <a:gdLst>
                <a:gd name="T0" fmla="*/ 332 w 446"/>
                <a:gd name="T1" fmla="*/ 0 h 882"/>
                <a:gd name="T2" fmla="*/ 161 w 446"/>
                <a:gd name="T3" fmla="*/ 66 h 882"/>
                <a:gd name="T4" fmla="*/ 67 w 446"/>
                <a:gd name="T5" fmla="*/ 289 h 882"/>
                <a:gd name="T6" fmla="*/ 45 w 446"/>
                <a:gd name="T7" fmla="*/ 742 h 882"/>
                <a:gd name="T8" fmla="*/ 433 w 446"/>
                <a:gd name="T9" fmla="*/ 1574 h 882"/>
                <a:gd name="T10" fmla="*/ 757 w 446"/>
                <a:gd name="T11" fmla="*/ 1821 h 882"/>
                <a:gd name="T12" fmla="*/ 662 w 446"/>
                <a:gd name="T13" fmla="*/ 1612 h 882"/>
                <a:gd name="T14" fmla="*/ 508 w 446"/>
                <a:gd name="T15" fmla="*/ 1420 h 882"/>
                <a:gd name="T16" fmla="*/ 292 w 446"/>
                <a:gd name="T17" fmla="*/ 1021 h 882"/>
                <a:gd name="T18" fmla="*/ 256 w 446"/>
                <a:gd name="T19" fmla="*/ 399 h 882"/>
                <a:gd name="T20" fmla="*/ 324 w 446"/>
                <a:gd name="T21" fmla="*/ 17 h 8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6" h="882">
                  <a:moveTo>
                    <a:pt x="195" y="0"/>
                  </a:moveTo>
                  <a:cubicBezTo>
                    <a:pt x="154" y="6"/>
                    <a:pt x="128" y="2"/>
                    <a:pt x="95" y="32"/>
                  </a:cubicBezTo>
                  <a:cubicBezTo>
                    <a:pt x="63" y="61"/>
                    <a:pt x="48" y="99"/>
                    <a:pt x="39" y="140"/>
                  </a:cubicBezTo>
                  <a:cubicBezTo>
                    <a:pt x="24" y="210"/>
                    <a:pt x="37" y="289"/>
                    <a:pt x="27" y="360"/>
                  </a:cubicBezTo>
                  <a:cubicBezTo>
                    <a:pt x="0" y="542"/>
                    <a:pt x="112" y="670"/>
                    <a:pt x="255" y="763"/>
                  </a:cubicBezTo>
                  <a:cubicBezTo>
                    <a:pt x="315" y="802"/>
                    <a:pt x="381" y="857"/>
                    <a:pt x="446" y="882"/>
                  </a:cubicBezTo>
                  <a:cubicBezTo>
                    <a:pt x="411" y="856"/>
                    <a:pt x="405" y="818"/>
                    <a:pt x="390" y="781"/>
                  </a:cubicBezTo>
                  <a:cubicBezTo>
                    <a:pt x="372" y="735"/>
                    <a:pt x="338" y="715"/>
                    <a:pt x="299" y="688"/>
                  </a:cubicBezTo>
                  <a:cubicBezTo>
                    <a:pt x="224" y="637"/>
                    <a:pt x="201" y="580"/>
                    <a:pt x="172" y="495"/>
                  </a:cubicBezTo>
                  <a:cubicBezTo>
                    <a:pt x="142" y="407"/>
                    <a:pt x="141" y="286"/>
                    <a:pt x="151" y="193"/>
                  </a:cubicBezTo>
                  <a:cubicBezTo>
                    <a:pt x="157" y="130"/>
                    <a:pt x="188" y="67"/>
                    <a:pt x="191" y="8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193">
              <a:extLst>
                <a:ext uri="{FF2B5EF4-FFF2-40B4-BE49-F238E27FC236}">
                  <a16:creationId xmlns:a16="http://schemas.microsoft.com/office/drawing/2014/main" id="{FEBEDA47-0C16-4456-8C73-FC09962FF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305"/>
              <a:ext cx="409" cy="1024"/>
            </a:xfrm>
            <a:custGeom>
              <a:avLst/>
              <a:gdLst>
                <a:gd name="T0" fmla="*/ 223 w 343"/>
                <a:gd name="T1" fmla="*/ 0 h 804"/>
                <a:gd name="T2" fmla="*/ 156 w 343"/>
                <a:gd name="T3" fmla="*/ 383 h 804"/>
                <a:gd name="T4" fmla="*/ 192 w 343"/>
                <a:gd name="T5" fmla="*/ 1006 h 804"/>
                <a:gd name="T6" fmla="*/ 407 w 343"/>
                <a:gd name="T7" fmla="*/ 1405 h 804"/>
                <a:gd name="T8" fmla="*/ 562 w 343"/>
                <a:gd name="T9" fmla="*/ 1598 h 804"/>
                <a:gd name="T10" fmla="*/ 582 w 343"/>
                <a:gd name="T11" fmla="*/ 1661 h 804"/>
                <a:gd name="T12" fmla="*/ 466 w 343"/>
                <a:gd name="T13" fmla="*/ 1528 h 804"/>
                <a:gd name="T14" fmla="*/ 298 w 343"/>
                <a:gd name="T15" fmla="*/ 1379 h 804"/>
                <a:gd name="T16" fmla="*/ 178 w 343"/>
                <a:gd name="T17" fmla="*/ 1321 h 804"/>
                <a:gd name="T18" fmla="*/ 212 w 343"/>
                <a:gd name="T19" fmla="*/ 1209 h 804"/>
                <a:gd name="T20" fmla="*/ 140 w 343"/>
                <a:gd name="T21" fmla="*/ 1033 h 804"/>
                <a:gd name="T22" fmla="*/ 72 w 343"/>
                <a:gd name="T23" fmla="*/ 876 h 804"/>
                <a:gd name="T24" fmla="*/ 24 w 343"/>
                <a:gd name="T25" fmla="*/ 588 h 804"/>
                <a:gd name="T26" fmla="*/ 82 w 343"/>
                <a:gd name="T27" fmla="*/ 287 h 804"/>
                <a:gd name="T28" fmla="*/ 142 w 343"/>
                <a:gd name="T29" fmla="*/ 68 h 804"/>
                <a:gd name="T30" fmla="*/ 223 w 343"/>
                <a:gd name="T31" fmla="*/ 0 h 8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3" h="804">
                  <a:moveTo>
                    <a:pt x="132" y="0"/>
                  </a:moveTo>
                  <a:cubicBezTo>
                    <a:pt x="129" y="59"/>
                    <a:pt x="99" y="122"/>
                    <a:pt x="92" y="185"/>
                  </a:cubicBezTo>
                  <a:cubicBezTo>
                    <a:pt x="82" y="278"/>
                    <a:pt x="83" y="399"/>
                    <a:pt x="113" y="487"/>
                  </a:cubicBezTo>
                  <a:cubicBezTo>
                    <a:pt x="142" y="573"/>
                    <a:pt x="165" y="630"/>
                    <a:pt x="240" y="680"/>
                  </a:cubicBezTo>
                  <a:cubicBezTo>
                    <a:pt x="280" y="707"/>
                    <a:pt x="313" y="728"/>
                    <a:pt x="331" y="773"/>
                  </a:cubicBezTo>
                  <a:cubicBezTo>
                    <a:pt x="336" y="784"/>
                    <a:pt x="339" y="794"/>
                    <a:pt x="343" y="804"/>
                  </a:cubicBezTo>
                  <a:cubicBezTo>
                    <a:pt x="343" y="804"/>
                    <a:pt x="299" y="769"/>
                    <a:pt x="275" y="740"/>
                  </a:cubicBezTo>
                  <a:cubicBezTo>
                    <a:pt x="251" y="710"/>
                    <a:pt x="188" y="674"/>
                    <a:pt x="176" y="667"/>
                  </a:cubicBezTo>
                  <a:cubicBezTo>
                    <a:pt x="164" y="660"/>
                    <a:pt x="105" y="639"/>
                    <a:pt x="105" y="639"/>
                  </a:cubicBezTo>
                  <a:cubicBezTo>
                    <a:pt x="105" y="639"/>
                    <a:pt x="120" y="587"/>
                    <a:pt x="125" y="585"/>
                  </a:cubicBezTo>
                  <a:cubicBezTo>
                    <a:pt x="131" y="583"/>
                    <a:pt x="82" y="500"/>
                    <a:pt x="82" y="500"/>
                  </a:cubicBezTo>
                  <a:cubicBezTo>
                    <a:pt x="82" y="500"/>
                    <a:pt x="46" y="462"/>
                    <a:pt x="42" y="424"/>
                  </a:cubicBezTo>
                  <a:cubicBezTo>
                    <a:pt x="39" y="385"/>
                    <a:pt x="0" y="316"/>
                    <a:pt x="14" y="285"/>
                  </a:cubicBezTo>
                  <a:cubicBezTo>
                    <a:pt x="28" y="253"/>
                    <a:pt x="42" y="177"/>
                    <a:pt x="49" y="139"/>
                  </a:cubicBezTo>
                  <a:cubicBezTo>
                    <a:pt x="56" y="101"/>
                    <a:pt x="66" y="54"/>
                    <a:pt x="84" y="33"/>
                  </a:cubicBezTo>
                  <a:cubicBezTo>
                    <a:pt x="101" y="12"/>
                    <a:pt x="132" y="0"/>
                    <a:pt x="132" y="0"/>
                  </a:cubicBezTo>
                </a:path>
              </a:pathLst>
            </a:custGeom>
            <a:solidFill>
              <a:srgbClr val="136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194">
              <a:extLst>
                <a:ext uri="{FF2B5EF4-FFF2-40B4-BE49-F238E27FC236}">
                  <a16:creationId xmlns:a16="http://schemas.microsoft.com/office/drawing/2014/main" id="{DDACCE02-17A3-40C1-80A0-3A3BB8EC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295"/>
              <a:ext cx="36" cy="5"/>
            </a:xfrm>
            <a:custGeom>
              <a:avLst/>
              <a:gdLst>
                <a:gd name="T0" fmla="*/ 52 w 30"/>
                <a:gd name="T1" fmla="*/ 0 h 4"/>
                <a:gd name="T2" fmla="*/ 0 w 30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">
                  <a:moveTo>
                    <a:pt x="30" y="0"/>
                  </a:moveTo>
                  <a:cubicBezTo>
                    <a:pt x="19" y="2"/>
                    <a:pt x="9" y="3"/>
                    <a:pt x="0" y="4"/>
                  </a:cubicBezTo>
                </a:path>
              </a:pathLst>
            </a:custGeom>
            <a:solidFill>
              <a:srgbClr val="136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195">
              <a:extLst>
                <a:ext uri="{FF2B5EF4-FFF2-40B4-BE49-F238E27FC236}">
                  <a16:creationId xmlns:a16="http://schemas.microsoft.com/office/drawing/2014/main" id="{76633AE1-62CF-4860-9E23-7FDDBFC63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112"/>
              <a:ext cx="399" cy="843"/>
            </a:xfrm>
            <a:custGeom>
              <a:avLst/>
              <a:gdLst>
                <a:gd name="T0" fmla="*/ 147 w 334"/>
                <a:gd name="T1" fmla="*/ 1313 h 662"/>
                <a:gd name="T2" fmla="*/ 51 w 334"/>
                <a:gd name="T3" fmla="*/ 1198 h 662"/>
                <a:gd name="T4" fmla="*/ 24 w 334"/>
                <a:gd name="T5" fmla="*/ 997 h 662"/>
                <a:gd name="T6" fmla="*/ 54 w 334"/>
                <a:gd name="T7" fmla="*/ 788 h 662"/>
                <a:gd name="T8" fmla="*/ 61 w 334"/>
                <a:gd name="T9" fmla="*/ 587 h 662"/>
                <a:gd name="T10" fmla="*/ 98 w 334"/>
                <a:gd name="T11" fmla="*/ 497 h 662"/>
                <a:gd name="T12" fmla="*/ 119 w 334"/>
                <a:gd name="T13" fmla="*/ 379 h 662"/>
                <a:gd name="T14" fmla="*/ 177 w 334"/>
                <a:gd name="T15" fmla="*/ 260 h 662"/>
                <a:gd name="T16" fmla="*/ 235 w 334"/>
                <a:gd name="T17" fmla="*/ 146 h 662"/>
                <a:gd name="T18" fmla="*/ 330 w 334"/>
                <a:gd name="T19" fmla="*/ 78 h 662"/>
                <a:gd name="T20" fmla="*/ 366 w 334"/>
                <a:gd name="T21" fmla="*/ 41 h 662"/>
                <a:gd name="T22" fmla="*/ 395 w 334"/>
                <a:gd name="T23" fmla="*/ 46 h 662"/>
                <a:gd name="T24" fmla="*/ 477 w 334"/>
                <a:gd name="T25" fmla="*/ 13 h 662"/>
                <a:gd name="T26" fmla="*/ 570 w 334"/>
                <a:gd name="T27" fmla="*/ 219 h 662"/>
                <a:gd name="T28" fmla="*/ 464 w 334"/>
                <a:gd name="T29" fmla="*/ 644 h 662"/>
                <a:gd name="T30" fmla="*/ 243 w 334"/>
                <a:gd name="T31" fmla="*/ 1305 h 662"/>
                <a:gd name="T32" fmla="*/ 147 w 334"/>
                <a:gd name="T33" fmla="*/ 1313 h 6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4" h="662">
                  <a:moveTo>
                    <a:pt x="86" y="636"/>
                  </a:moveTo>
                  <a:cubicBezTo>
                    <a:pt x="45" y="637"/>
                    <a:pt x="28" y="618"/>
                    <a:pt x="30" y="580"/>
                  </a:cubicBezTo>
                  <a:cubicBezTo>
                    <a:pt x="32" y="543"/>
                    <a:pt x="26" y="517"/>
                    <a:pt x="14" y="483"/>
                  </a:cubicBezTo>
                  <a:cubicBezTo>
                    <a:pt x="0" y="440"/>
                    <a:pt x="22" y="422"/>
                    <a:pt x="32" y="382"/>
                  </a:cubicBezTo>
                  <a:cubicBezTo>
                    <a:pt x="40" y="350"/>
                    <a:pt x="26" y="316"/>
                    <a:pt x="36" y="284"/>
                  </a:cubicBezTo>
                  <a:cubicBezTo>
                    <a:pt x="41" y="268"/>
                    <a:pt x="53" y="255"/>
                    <a:pt x="58" y="240"/>
                  </a:cubicBezTo>
                  <a:cubicBezTo>
                    <a:pt x="64" y="221"/>
                    <a:pt x="62" y="202"/>
                    <a:pt x="70" y="184"/>
                  </a:cubicBezTo>
                  <a:cubicBezTo>
                    <a:pt x="78" y="164"/>
                    <a:pt x="92" y="145"/>
                    <a:pt x="104" y="126"/>
                  </a:cubicBezTo>
                  <a:cubicBezTo>
                    <a:pt x="116" y="108"/>
                    <a:pt x="122" y="86"/>
                    <a:pt x="138" y="71"/>
                  </a:cubicBezTo>
                  <a:cubicBezTo>
                    <a:pt x="154" y="55"/>
                    <a:pt x="174" y="49"/>
                    <a:pt x="193" y="38"/>
                  </a:cubicBezTo>
                  <a:cubicBezTo>
                    <a:pt x="200" y="33"/>
                    <a:pt x="205" y="23"/>
                    <a:pt x="214" y="20"/>
                  </a:cubicBezTo>
                  <a:cubicBezTo>
                    <a:pt x="220" y="19"/>
                    <a:pt x="227" y="23"/>
                    <a:pt x="232" y="22"/>
                  </a:cubicBezTo>
                  <a:cubicBezTo>
                    <a:pt x="253" y="18"/>
                    <a:pt x="258" y="0"/>
                    <a:pt x="280" y="6"/>
                  </a:cubicBezTo>
                  <a:cubicBezTo>
                    <a:pt x="321" y="16"/>
                    <a:pt x="324" y="76"/>
                    <a:pt x="334" y="106"/>
                  </a:cubicBezTo>
                  <a:cubicBezTo>
                    <a:pt x="334" y="106"/>
                    <a:pt x="302" y="228"/>
                    <a:pt x="272" y="312"/>
                  </a:cubicBezTo>
                  <a:cubicBezTo>
                    <a:pt x="242" y="396"/>
                    <a:pt x="192" y="602"/>
                    <a:pt x="142" y="632"/>
                  </a:cubicBezTo>
                  <a:cubicBezTo>
                    <a:pt x="92" y="662"/>
                    <a:pt x="86" y="636"/>
                    <a:pt x="86" y="636"/>
                  </a:cubicBezTo>
                  <a:close/>
                </a:path>
              </a:pathLst>
            </a:custGeom>
            <a:solidFill>
              <a:srgbClr val="3A7C1F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196">
              <a:extLst>
                <a:ext uri="{FF2B5EF4-FFF2-40B4-BE49-F238E27FC236}">
                  <a16:creationId xmlns:a16="http://schemas.microsoft.com/office/drawing/2014/main" id="{190B2DB2-8A89-40C4-8088-0B55AEFAF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905"/>
              <a:ext cx="1065" cy="188"/>
            </a:xfrm>
            <a:custGeom>
              <a:avLst/>
              <a:gdLst>
                <a:gd name="T0" fmla="*/ 10 w 892"/>
                <a:gd name="T1" fmla="*/ 82 h 147"/>
                <a:gd name="T2" fmla="*/ 59 w 892"/>
                <a:gd name="T3" fmla="*/ 246 h 147"/>
                <a:gd name="T4" fmla="*/ 228 w 892"/>
                <a:gd name="T5" fmla="*/ 224 h 147"/>
                <a:gd name="T6" fmla="*/ 442 w 892"/>
                <a:gd name="T7" fmla="*/ 299 h 147"/>
                <a:gd name="T8" fmla="*/ 528 w 892"/>
                <a:gd name="T9" fmla="*/ 294 h 147"/>
                <a:gd name="T10" fmla="*/ 615 w 892"/>
                <a:gd name="T11" fmla="*/ 265 h 147"/>
                <a:gd name="T12" fmla="*/ 731 w 892"/>
                <a:gd name="T13" fmla="*/ 119 h 147"/>
                <a:gd name="T14" fmla="*/ 912 w 892"/>
                <a:gd name="T15" fmla="*/ 128 h 147"/>
                <a:gd name="T16" fmla="*/ 1001 w 892"/>
                <a:gd name="T17" fmla="*/ 119 h 147"/>
                <a:gd name="T18" fmla="*/ 1096 w 892"/>
                <a:gd name="T19" fmla="*/ 77 h 147"/>
                <a:gd name="T20" fmla="*/ 1279 w 892"/>
                <a:gd name="T21" fmla="*/ 90 h 147"/>
                <a:gd name="T22" fmla="*/ 1348 w 892"/>
                <a:gd name="T23" fmla="*/ 60 h 147"/>
                <a:gd name="T24" fmla="*/ 1405 w 892"/>
                <a:gd name="T25" fmla="*/ 77 h 147"/>
                <a:gd name="T26" fmla="*/ 1519 w 892"/>
                <a:gd name="T27" fmla="*/ 40 h 147"/>
                <a:gd name="T28" fmla="*/ 1368 w 892"/>
                <a:gd name="T29" fmla="*/ 22 h 147"/>
                <a:gd name="T30" fmla="*/ 1212 w 892"/>
                <a:gd name="T31" fmla="*/ 23 h 147"/>
                <a:gd name="T32" fmla="*/ 1017 w 892"/>
                <a:gd name="T33" fmla="*/ 19 h 147"/>
                <a:gd name="T34" fmla="*/ 792 w 892"/>
                <a:gd name="T35" fmla="*/ 74 h 147"/>
                <a:gd name="T36" fmla="*/ 718 w 892"/>
                <a:gd name="T37" fmla="*/ 77 h 147"/>
                <a:gd name="T38" fmla="*/ 664 w 892"/>
                <a:gd name="T39" fmla="*/ 104 h 147"/>
                <a:gd name="T40" fmla="*/ 510 w 892"/>
                <a:gd name="T41" fmla="*/ 95 h 147"/>
                <a:gd name="T42" fmla="*/ 324 w 892"/>
                <a:gd name="T43" fmla="*/ 133 h 147"/>
                <a:gd name="T44" fmla="*/ 211 w 892"/>
                <a:gd name="T45" fmla="*/ 148 h 147"/>
                <a:gd name="T46" fmla="*/ 160 w 892"/>
                <a:gd name="T47" fmla="*/ 104 h 147"/>
                <a:gd name="T48" fmla="*/ 103 w 892"/>
                <a:gd name="T49" fmla="*/ 86 h 147"/>
                <a:gd name="T50" fmla="*/ 0 w 892"/>
                <a:gd name="T51" fmla="*/ 82 h 14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2" h="147">
                  <a:moveTo>
                    <a:pt x="6" y="39"/>
                  </a:moveTo>
                  <a:cubicBezTo>
                    <a:pt x="20" y="63"/>
                    <a:pt x="10" y="101"/>
                    <a:pt x="34" y="117"/>
                  </a:cubicBezTo>
                  <a:cubicBezTo>
                    <a:pt x="63" y="138"/>
                    <a:pt x="103" y="111"/>
                    <a:pt x="134" y="107"/>
                  </a:cubicBezTo>
                  <a:cubicBezTo>
                    <a:pt x="179" y="102"/>
                    <a:pt x="216" y="147"/>
                    <a:pt x="260" y="143"/>
                  </a:cubicBezTo>
                  <a:cubicBezTo>
                    <a:pt x="281" y="141"/>
                    <a:pt x="288" y="135"/>
                    <a:pt x="310" y="141"/>
                  </a:cubicBezTo>
                  <a:cubicBezTo>
                    <a:pt x="332" y="147"/>
                    <a:pt x="344" y="144"/>
                    <a:pt x="361" y="127"/>
                  </a:cubicBezTo>
                  <a:cubicBezTo>
                    <a:pt x="387" y="99"/>
                    <a:pt x="388" y="69"/>
                    <a:pt x="430" y="57"/>
                  </a:cubicBezTo>
                  <a:cubicBezTo>
                    <a:pt x="463" y="48"/>
                    <a:pt x="502" y="60"/>
                    <a:pt x="536" y="61"/>
                  </a:cubicBezTo>
                  <a:cubicBezTo>
                    <a:pt x="553" y="61"/>
                    <a:pt x="571" y="59"/>
                    <a:pt x="588" y="57"/>
                  </a:cubicBezTo>
                  <a:cubicBezTo>
                    <a:pt x="610" y="54"/>
                    <a:pt x="624" y="44"/>
                    <a:pt x="644" y="37"/>
                  </a:cubicBezTo>
                  <a:cubicBezTo>
                    <a:pt x="681" y="26"/>
                    <a:pt x="716" y="61"/>
                    <a:pt x="751" y="43"/>
                  </a:cubicBezTo>
                  <a:cubicBezTo>
                    <a:pt x="767" y="34"/>
                    <a:pt x="771" y="27"/>
                    <a:pt x="792" y="29"/>
                  </a:cubicBezTo>
                  <a:cubicBezTo>
                    <a:pt x="804" y="30"/>
                    <a:pt x="814" y="36"/>
                    <a:pt x="826" y="37"/>
                  </a:cubicBezTo>
                  <a:cubicBezTo>
                    <a:pt x="850" y="40"/>
                    <a:pt x="867" y="18"/>
                    <a:pt x="892" y="19"/>
                  </a:cubicBezTo>
                  <a:cubicBezTo>
                    <a:pt x="870" y="0"/>
                    <a:pt x="831" y="7"/>
                    <a:pt x="804" y="10"/>
                  </a:cubicBezTo>
                  <a:cubicBezTo>
                    <a:pt x="773" y="15"/>
                    <a:pt x="743" y="14"/>
                    <a:pt x="712" y="11"/>
                  </a:cubicBezTo>
                  <a:cubicBezTo>
                    <a:pt x="674" y="7"/>
                    <a:pt x="636" y="3"/>
                    <a:pt x="598" y="9"/>
                  </a:cubicBezTo>
                  <a:cubicBezTo>
                    <a:pt x="553" y="15"/>
                    <a:pt x="510" y="30"/>
                    <a:pt x="465" y="35"/>
                  </a:cubicBezTo>
                  <a:cubicBezTo>
                    <a:pt x="450" y="36"/>
                    <a:pt x="436" y="34"/>
                    <a:pt x="421" y="37"/>
                  </a:cubicBezTo>
                  <a:cubicBezTo>
                    <a:pt x="411" y="39"/>
                    <a:pt x="401" y="46"/>
                    <a:pt x="390" y="49"/>
                  </a:cubicBezTo>
                  <a:cubicBezTo>
                    <a:pt x="360" y="56"/>
                    <a:pt x="329" y="47"/>
                    <a:pt x="300" y="45"/>
                  </a:cubicBezTo>
                  <a:cubicBezTo>
                    <a:pt x="260" y="42"/>
                    <a:pt x="227" y="54"/>
                    <a:pt x="190" y="63"/>
                  </a:cubicBezTo>
                  <a:cubicBezTo>
                    <a:pt x="170" y="69"/>
                    <a:pt x="144" y="76"/>
                    <a:pt x="124" y="71"/>
                  </a:cubicBezTo>
                  <a:cubicBezTo>
                    <a:pt x="109" y="68"/>
                    <a:pt x="105" y="57"/>
                    <a:pt x="94" y="49"/>
                  </a:cubicBezTo>
                  <a:cubicBezTo>
                    <a:pt x="82" y="40"/>
                    <a:pt x="74" y="42"/>
                    <a:pt x="60" y="41"/>
                  </a:cubicBezTo>
                  <a:cubicBezTo>
                    <a:pt x="38" y="38"/>
                    <a:pt x="22" y="35"/>
                    <a:pt x="0" y="39"/>
                  </a:cubicBezTo>
                </a:path>
              </a:pathLst>
            </a:custGeom>
            <a:solidFill>
              <a:srgbClr val="5EB76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Freeform 197">
              <a:extLst>
                <a:ext uri="{FF2B5EF4-FFF2-40B4-BE49-F238E27FC236}">
                  <a16:creationId xmlns:a16="http://schemas.microsoft.com/office/drawing/2014/main" id="{75F74D29-3865-456E-BB3C-CF8B2EC19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905"/>
              <a:ext cx="1065" cy="188"/>
            </a:xfrm>
            <a:custGeom>
              <a:avLst/>
              <a:gdLst>
                <a:gd name="T0" fmla="*/ 10 w 892"/>
                <a:gd name="T1" fmla="*/ 82 h 147"/>
                <a:gd name="T2" fmla="*/ 59 w 892"/>
                <a:gd name="T3" fmla="*/ 246 h 147"/>
                <a:gd name="T4" fmla="*/ 228 w 892"/>
                <a:gd name="T5" fmla="*/ 224 h 147"/>
                <a:gd name="T6" fmla="*/ 442 w 892"/>
                <a:gd name="T7" fmla="*/ 299 h 147"/>
                <a:gd name="T8" fmla="*/ 528 w 892"/>
                <a:gd name="T9" fmla="*/ 294 h 147"/>
                <a:gd name="T10" fmla="*/ 615 w 892"/>
                <a:gd name="T11" fmla="*/ 265 h 147"/>
                <a:gd name="T12" fmla="*/ 731 w 892"/>
                <a:gd name="T13" fmla="*/ 119 h 147"/>
                <a:gd name="T14" fmla="*/ 912 w 892"/>
                <a:gd name="T15" fmla="*/ 128 h 147"/>
                <a:gd name="T16" fmla="*/ 1001 w 892"/>
                <a:gd name="T17" fmla="*/ 119 h 147"/>
                <a:gd name="T18" fmla="*/ 1096 w 892"/>
                <a:gd name="T19" fmla="*/ 77 h 147"/>
                <a:gd name="T20" fmla="*/ 1279 w 892"/>
                <a:gd name="T21" fmla="*/ 90 h 147"/>
                <a:gd name="T22" fmla="*/ 1348 w 892"/>
                <a:gd name="T23" fmla="*/ 60 h 147"/>
                <a:gd name="T24" fmla="*/ 1405 w 892"/>
                <a:gd name="T25" fmla="*/ 77 h 147"/>
                <a:gd name="T26" fmla="*/ 1519 w 892"/>
                <a:gd name="T27" fmla="*/ 40 h 147"/>
                <a:gd name="T28" fmla="*/ 1368 w 892"/>
                <a:gd name="T29" fmla="*/ 22 h 147"/>
                <a:gd name="T30" fmla="*/ 1212 w 892"/>
                <a:gd name="T31" fmla="*/ 23 h 147"/>
                <a:gd name="T32" fmla="*/ 1017 w 892"/>
                <a:gd name="T33" fmla="*/ 19 h 147"/>
                <a:gd name="T34" fmla="*/ 792 w 892"/>
                <a:gd name="T35" fmla="*/ 74 h 147"/>
                <a:gd name="T36" fmla="*/ 718 w 892"/>
                <a:gd name="T37" fmla="*/ 77 h 147"/>
                <a:gd name="T38" fmla="*/ 664 w 892"/>
                <a:gd name="T39" fmla="*/ 104 h 147"/>
                <a:gd name="T40" fmla="*/ 510 w 892"/>
                <a:gd name="T41" fmla="*/ 95 h 147"/>
                <a:gd name="T42" fmla="*/ 324 w 892"/>
                <a:gd name="T43" fmla="*/ 133 h 147"/>
                <a:gd name="T44" fmla="*/ 211 w 892"/>
                <a:gd name="T45" fmla="*/ 148 h 147"/>
                <a:gd name="T46" fmla="*/ 160 w 892"/>
                <a:gd name="T47" fmla="*/ 104 h 147"/>
                <a:gd name="T48" fmla="*/ 103 w 892"/>
                <a:gd name="T49" fmla="*/ 86 h 147"/>
                <a:gd name="T50" fmla="*/ 0 w 892"/>
                <a:gd name="T51" fmla="*/ 82 h 14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2" h="147">
                  <a:moveTo>
                    <a:pt x="6" y="39"/>
                  </a:moveTo>
                  <a:cubicBezTo>
                    <a:pt x="20" y="63"/>
                    <a:pt x="10" y="101"/>
                    <a:pt x="34" y="117"/>
                  </a:cubicBezTo>
                  <a:cubicBezTo>
                    <a:pt x="63" y="138"/>
                    <a:pt x="103" y="111"/>
                    <a:pt x="134" y="107"/>
                  </a:cubicBezTo>
                  <a:cubicBezTo>
                    <a:pt x="179" y="102"/>
                    <a:pt x="216" y="147"/>
                    <a:pt x="260" y="143"/>
                  </a:cubicBezTo>
                  <a:cubicBezTo>
                    <a:pt x="281" y="141"/>
                    <a:pt x="288" y="135"/>
                    <a:pt x="310" y="141"/>
                  </a:cubicBezTo>
                  <a:cubicBezTo>
                    <a:pt x="332" y="147"/>
                    <a:pt x="344" y="144"/>
                    <a:pt x="361" y="127"/>
                  </a:cubicBezTo>
                  <a:cubicBezTo>
                    <a:pt x="387" y="99"/>
                    <a:pt x="388" y="69"/>
                    <a:pt x="430" y="57"/>
                  </a:cubicBezTo>
                  <a:cubicBezTo>
                    <a:pt x="463" y="48"/>
                    <a:pt x="502" y="60"/>
                    <a:pt x="536" y="61"/>
                  </a:cubicBezTo>
                  <a:cubicBezTo>
                    <a:pt x="553" y="61"/>
                    <a:pt x="571" y="59"/>
                    <a:pt x="588" y="57"/>
                  </a:cubicBezTo>
                  <a:cubicBezTo>
                    <a:pt x="610" y="54"/>
                    <a:pt x="624" y="44"/>
                    <a:pt x="644" y="37"/>
                  </a:cubicBezTo>
                  <a:cubicBezTo>
                    <a:pt x="681" y="26"/>
                    <a:pt x="716" y="61"/>
                    <a:pt x="751" y="43"/>
                  </a:cubicBezTo>
                  <a:cubicBezTo>
                    <a:pt x="767" y="34"/>
                    <a:pt x="771" y="27"/>
                    <a:pt x="792" y="29"/>
                  </a:cubicBezTo>
                  <a:cubicBezTo>
                    <a:pt x="804" y="30"/>
                    <a:pt x="814" y="36"/>
                    <a:pt x="826" y="37"/>
                  </a:cubicBezTo>
                  <a:cubicBezTo>
                    <a:pt x="850" y="40"/>
                    <a:pt x="867" y="18"/>
                    <a:pt x="892" y="19"/>
                  </a:cubicBezTo>
                  <a:cubicBezTo>
                    <a:pt x="870" y="0"/>
                    <a:pt x="831" y="7"/>
                    <a:pt x="804" y="10"/>
                  </a:cubicBezTo>
                  <a:cubicBezTo>
                    <a:pt x="773" y="15"/>
                    <a:pt x="743" y="14"/>
                    <a:pt x="712" y="11"/>
                  </a:cubicBezTo>
                  <a:cubicBezTo>
                    <a:pt x="674" y="7"/>
                    <a:pt x="636" y="3"/>
                    <a:pt x="598" y="9"/>
                  </a:cubicBezTo>
                  <a:cubicBezTo>
                    <a:pt x="553" y="15"/>
                    <a:pt x="510" y="30"/>
                    <a:pt x="465" y="35"/>
                  </a:cubicBezTo>
                  <a:cubicBezTo>
                    <a:pt x="450" y="36"/>
                    <a:pt x="436" y="34"/>
                    <a:pt x="421" y="37"/>
                  </a:cubicBezTo>
                  <a:cubicBezTo>
                    <a:pt x="411" y="39"/>
                    <a:pt x="401" y="46"/>
                    <a:pt x="390" y="49"/>
                  </a:cubicBezTo>
                  <a:cubicBezTo>
                    <a:pt x="360" y="56"/>
                    <a:pt x="329" y="47"/>
                    <a:pt x="300" y="45"/>
                  </a:cubicBezTo>
                  <a:cubicBezTo>
                    <a:pt x="260" y="42"/>
                    <a:pt x="227" y="54"/>
                    <a:pt x="190" y="63"/>
                  </a:cubicBezTo>
                  <a:cubicBezTo>
                    <a:pt x="170" y="69"/>
                    <a:pt x="144" y="76"/>
                    <a:pt x="124" y="71"/>
                  </a:cubicBezTo>
                  <a:cubicBezTo>
                    <a:pt x="109" y="68"/>
                    <a:pt x="105" y="57"/>
                    <a:pt x="94" y="49"/>
                  </a:cubicBezTo>
                  <a:cubicBezTo>
                    <a:pt x="82" y="40"/>
                    <a:pt x="74" y="42"/>
                    <a:pt x="60" y="41"/>
                  </a:cubicBezTo>
                  <a:cubicBezTo>
                    <a:pt x="38" y="38"/>
                    <a:pt x="22" y="35"/>
                    <a:pt x="0" y="3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7" name="Freeform 198">
              <a:extLst>
                <a:ext uri="{FF2B5EF4-FFF2-40B4-BE49-F238E27FC236}">
                  <a16:creationId xmlns:a16="http://schemas.microsoft.com/office/drawing/2014/main" id="{5C99398D-B7F0-4665-9699-C4D757F1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230"/>
              <a:ext cx="620" cy="1238"/>
            </a:xfrm>
            <a:custGeom>
              <a:avLst/>
              <a:gdLst>
                <a:gd name="T0" fmla="*/ 0 w 520"/>
                <a:gd name="T1" fmla="*/ 1795 h 972"/>
                <a:gd name="T2" fmla="*/ 150 w 520"/>
                <a:gd name="T3" fmla="*/ 1820 h 972"/>
                <a:gd name="T4" fmla="*/ 253 w 520"/>
                <a:gd name="T5" fmla="*/ 1819 h 972"/>
                <a:gd name="T6" fmla="*/ 265 w 520"/>
                <a:gd name="T7" fmla="*/ 1606 h 972"/>
                <a:gd name="T8" fmla="*/ 362 w 520"/>
                <a:gd name="T9" fmla="*/ 1493 h 972"/>
                <a:gd name="T10" fmla="*/ 543 w 520"/>
                <a:gd name="T11" fmla="*/ 1504 h 972"/>
                <a:gd name="T12" fmla="*/ 563 w 520"/>
                <a:gd name="T13" fmla="*/ 1373 h 972"/>
                <a:gd name="T14" fmla="*/ 559 w 520"/>
                <a:gd name="T15" fmla="*/ 1154 h 972"/>
                <a:gd name="T16" fmla="*/ 633 w 520"/>
                <a:gd name="T17" fmla="*/ 734 h 972"/>
                <a:gd name="T18" fmla="*/ 591 w 520"/>
                <a:gd name="T19" fmla="*/ 484 h 972"/>
                <a:gd name="T20" fmla="*/ 698 w 520"/>
                <a:gd name="T21" fmla="*/ 262 h 972"/>
                <a:gd name="T22" fmla="*/ 678 w 520"/>
                <a:gd name="T23" fmla="*/ 132 h 972"/>
                <a:gd name="T24" fmla="*/ 795 w 520"/>
                <a:gd name="T25" fmla="*/ 61 h 972"/>
                <a:gd name="T26" fmla="*/ 837 w 520"/>
                <a:gd name="T27" fmla="*/ 5 h 972"/>
                <a:gd name="T28" fmla="*/ 881 w 520"/>
                <a:gd name="T29" fmla="*/ 47 h 972"/>
                <a:gd name="T30" fmla="*/ 862 w 520"/>
                <a:gd name="T31" fmla="*/ 213 h 972"/>
                <a:gd name="T32" fmla="*/ 829 w 520"/>
                <a:gd name="T33" fmla="*/ 620 h 972"/>
                <a:gd name="T34" fmla="*/ 800 w 520"/>
                <a:gd name="T35" fmla="*/ 990 h 972"/>
                <a:gd name="T36" fmla="*/ 727 w 520"/>
                <a:gd name="T37" fmla="*/ 1238 h 972"/>
                <a:gd name="T38" fmla="*/ 591 w 520"/>
                <a:gd name="T39" fmla="*/ 1531 h 972"/>
                <a:gd name="T40" fmla="*/ 432 w 520"/>
                <a:gd name="T41" fmla="*/ 1856 h 972"/>
                <a:gd name="T42" fmla="*/ 200 w 520"/>
                <a:gd name="T43" fmla="*/ 1950 h 972"/>
                <a:gd name="T44" fmla="*/ 0 w 520"/>
                <a:gd name="T45" fmla="*/ 1795 h 9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20" h="972">
                  <a:moveTo>
                    <a:pt x="0" y="868"/>
                  </a:moveTo>
                  <a:cubicBezTo>
                    <a:pt x="30" y="861"/>
                    <a:pt x="66" y="868"/>
                    <a:pt x="89" y="881"/>
                  </a:cubicBezTo>
                  <a:cubicBezTo>
                    <a:pt x="113" y="895"/>
                    <a:pt x="133" y="914"/>
                    <a:pt x="149" y="880"/>
                  </a:cubicBezTo>
                  <a:cubicBezTo>
                    <a:pt x="164" y="848"/>
                    <a:pt x="147" y="810"/>
                    <a:pt x="156" y="777"/>
                  </a:cubicBezTo>
                  <a:cubicBezTo>
                    <a:pt x="165" y="745"/>
                    <a:pt x="182" y="729"/>
                    <a:pt x="214" y="722"/>
                  </a:cubicBezTo>
                  <a:cubicBezTo>
                    <a:pt x="245" y="716"/>
                    <a:pt x="293" y="742"/>
                    <a:pt x="320" y="728"/>
                  </a:cubicBezTo>
                  <a:cubicBezTo>
                    <a:pt x="343" y="716"/>
                    <a:pt x="334" y="685"/>
                    <a:pt x="332" y="664"/>
                  </a:cubicBezTo>
                  <a:cubicBezTo>
                    <a:pt x="329" y="629"/>
                    <a:pt x="329" y="593"/>
                    <a:pt x="330" y="558"/>
                  </a:cubicBezTo>
                  <a:cubicBezTo>
                    <a:pt x="332" y="488"/>
                    <a:pt x="371" y="425"/>
                    <a:pt x="373" y="355"/>
                  </a:cubicBezTo>
                  <a:cubicBezTo>
                    <a:pt x="375" y="312"/>
                    <a:pt x="342" y="277"/>
                    <a:pt x="349" y="234"/>
                  </a:cubicBezTo>
                  <a:cubicBezTo>
                    <a:pt x="357" y="189"/>
                    <a:pt x="413" y="171"/>
                    <a:pt x="412" y="127"/>
                  </a:cubicBezTo>
                  <a:cubicBezTo>
                    <a:pt x="411" y="104"/>
                    <a:pt x="396" y="89"/>
                    <a:pt x="400" y="64"/>
                  </a:cubicBezTo>
                  <a:cubicBezTo>
                    <a:pt x="409" y="7"/>
                    <a:pt x="436" y="48"/>
                    <a:pt x="469" y="30"/>
                  </a:cubicBezTo>
                  <a:cubicBezTo>
                    <a:pt x="481" y="24"/>
                    <a:pt x="483" y="3"/>
                    <a:pt x="494" y="2"/>
                  </a:cubicBezTo>
                  <a:cubicBezTo>
                    <a:pt x="505" y="0"/>
                    <a:pt x="515" y="16"/>
                    <a:pt x="520" y="23"/>
                  </a:cubicBezTo>
                  <a:cubicBezTo>
                    <a:pt x="520" y="23"/>
                    <a:pt x="501" y="69"/>
                    <a:pt x="508" y="103"/>
                  </a:cubicBezTo>
                  <a:cubicBezTo>
                    <a:pt x="515" y="137"/>
                    <a:pt x="511" y="243"/>
                    <a:pt x="489" y="300"/>
                  </a:cubicBezTo>
                  <a:cubicBezTo>
                    <a:pt x="467" y="358"/>
                    <a:pt x="474" y="428"/>
                    <a:pt x="472" y="479"/>
                  </a:cubicBezTo>
                  <a:cubicBezTo>
                    <a:pt x="470" y="529"/>
                    <a:pt x="462" y="565"/>
                    <a:pt x="429" y="599"/>
                  </a:cubicBezTo>
                  <a:cubicBezTo>
                    <a:pt x="395" y="633"/>
                    <a:pt x="433" y="705"/>
                    <a:pt x="349" y="741"/>
                  </a:cubicBezTo>
                  <a:cubicBezTo>
                    <a:pt x="265" y="777"/>
                    <a:pt x="306" y="862"/>
                    <a:pt x="255" y="898"/>
                  </a:cubicBezTo>
                  <a:cubicBezTo>
                    <a:pt x="255" y="898"/>
                    <a:pt x="170" y="972"/>
                    <a:pt x="118" y="944"/>
                  </a:cubicBezTo>
                  <a:cubicBezTo>
                    <a:pt x="66" y="916"/>
                    <a:pt x="0" y="868"/>
                    <a:pt x="0" y="868"/>
                  </a:cubicBezTo>
                  <a:close/>
                </a:path>
              </a:pathLst>
            </a:custGeom>
            <a:solidFill>
              <a:srgbClr val="1E844A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199">
              <a:extLst>
                <a:ext uri="{FF2B5EF4-FFF2-40B4-BE49-F238E27FC236}">
                  <a16:creationId xmlns:a16="http://schemas.microsoft.com/office/drawing/2014/main" id="{C8175A52-051D-4606-8A2F-2FB9FA0E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063"/>
              <a:ext cx="615" cy="442"/>
            </a:xfrm>
            <a:custGeom>
              <a:avLst/>
              <a:gdLst>
                <a:gd name="T0" fmla="*/ 0 w 515"/>
                <a:gd name="T1" fmla="*/ 90 h 347"/>
                <a:gd name="T2" fmla="*/ 167 w 515"/>
                <a:gd name="T3" fmla="*/ 0 h 347"/>
                <a:gd name="T4" fmla="*/ 866 w 515"/>
                <a:gd name="T5" fmla="*/ 604 h 347"/>
                <a:gd name="T6" fmla="*/ 816 w 515"/>
                <a:gd name="T7" fmla="*/ 604 h 347"/>
                <a:gd name="T8" fmla="*/ 626 w 515"/>
                <a:gd name="T9" fmla="*/ 529 h 347"/>
                <a:gd name="T10" fmla="*/ 357 w 515"/>
                <a:gd name="T11" fmla="*/ 274 h 347"/>
                <a:gd name="T12" fmla="*/ 242 w 515"/>
                <a:gd name="T13" fmla="*/ 120 h 347"/>
                <a:gd name="T14" fmla="*/ 0 w 515"/>
                <a:gd name="T15" fmla="*/ 90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5" h="347">
                  <a:moveTo>
                    <a:pt x="0" y="44"/>
                  </a:moveTo>
                  <a:cubicBezTo>
                    <a:pt x="0" y="44"/>
                    <a:pt x="12" y="0"/>
                    <a:pt x="98" y="0"/>
                  </a:cubicBezTo>
                  <a:cubicBezTo>
                    <a:pt x="185" y="0"/>
                    <a:pt x="483" y="104"/>
                    <a:pt x="508" y="292"/>
                  </a:cubicBezTo>
                  <a:cubicBezTo>
                    <a:pt x="515" y="347"/>
                    <a:pt x="484" y="338"/>
                    <a:pt x="479" y="292"/>
                  </a:cubicBezTo>
                  <a:cubicBezTo>
                    <a:pt x="474" y="246"/>
                    <a:pt x="412" y="249"/>
                    <a:pt x="368" y="256"/>
                  </a:cubicBezTo>
                  <a:cubicBezTo>
                    <a:pt x="325" y="263"/>
                    <a:pt x="238" y="198"/>
                    <a:pt x="209" y="133"/>
                  </a:cubicBezTo>
                  <a:cubicBezTo>
                    <a:pt x="180" y="68"/>
                    <a:pt x="183" y="73"/>
                    <a:pt x="142" y="58"/>
                  </a:cubicBezTo>
                  <a:cubicBezTo>
                    <a:pt x="101" y="44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4AA50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200">
              <a:extLst>
                <a:ext uri="{FF2B5EF4-FFF2-40B4-BE49-F238E27FC236}">
                  <a16:creationId xmlns:a16="http://schemas.microsoft.com/office/drawing/2014/main" id="{DE9A891D-E2E8-4B14-875F-18BC9F7D4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533"/>
              <a:ext cx="189" cy="380"/>
            </a:xfrm>
            <a:custGeom>
              <a:avLst/>
              <a:gdLst>
                <a:gd name="T0" fmla="*/ 44 w 159"/>
                <a:gd name="T1" fmla="*/ 0 h 298"/>
                <a:gd name="T2" fmla="*/ 24 w 159"/>
                <a:gd name="T3" fmla="*/ 106 h 298"/>
                <a:gd name="T4" fmla="*/ 29 w 159"/>
                <a:gd name="T5" fmla="*/ 217 h 298"/>
                <a:gd name="T6" fmla="*/ 82 w 159"/>
                <a:gd name="T7" fmla="*/ 386 h 298"/>
                <a:gd name="T8" fmla="*/ 267 w 159"/>
                <a:gd name="T9" fmla="*/ 602 h 298"/>
                <a:gd name="T10" fmla="*/ 144 w 159"/>
                <a:gd name="T11" fmla="*/ 543 h 298"/>
                <a:gd name="T12" fmla="*/ 21 w 159"/>
                <a:gd name="T13" fmla="*/ 330 h 298"/>
                <a:gd name="T14" fmla="*/ 10 w 159"/>
                <a:gd name="T15" fmla="*/ 116 h 298"/>
                <a:gd name="T16" fmla="*/ 37 w 159"/>
                <a:gd name="T17" fmla="*/ 5 h 2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298">
                  <a:moveTo>
                    <a:pt x="26" y="0"/>
                  </a:moveTo>
                  <a:cubicBezTo>
                    <a:pt x="18" y="10"/>
                    <a:pt x="15" y="37"/>
                    <a:pt x="14" y="51"/>
                  </a:cubicBezTo>
                  <a:cubicBezTo>
                    <a:pt x="12" y="68"/>
                    <a:pt x="14" y="87"/>
                    <a:pt x="17" y="104"/>
                  </a:cubicBezTo>
                  <a:cubicBezTo>
                    <a:pt x="22" y="135"/>
                    <a:pt x="34" y="159"/>
                    <a:pt x="49" y="187"/>
                  </a:cubicBezTo>
                  <a:cubicBezTo>
                    <a:pt x="74" y="233"/>
                    <a:pt x="113" y="267"/>
                    <a:pt x="159" y="290"/>
                  </a:cubicBezTo>
                  <a:cubicBezTo>
                    <a:pt x="136" y="298"/>
                    <a:pt x="104" y="275"/>
                    <a:pt x="86" y="262"/>
                  </a:cubicBezTo>
                  <a:cubicBezTo>
                    <a:pt x="51" y="236"/>
                    <a:pt x="26" y="202"/>
                    <a:pt x="13" y="159"/>
                  </a:cubicBezTo>
                  <a:cubicBezTo>
                    <a:pt x="2" y="127"/>
                    <a:pt x="0" y="90"/>
                    <a:pt x="6" y="56"/>
                  </a:cubicBezTo>
                  <a:cubicBezTo>
                    <a:pt x="10" y="38"/>
                    <a:pt x="20" y="17"/>
                    <a:pt x="22" y="2"/>
                  </a:cubicBezTo>
                </a:path>
              </a:pathLst>
            </a:custGeom>
            <a:solidFill>
              <a:srgbClr val="83B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201">
              <a:extLst>
                <a:ext uri="{FF2B5EF4-FFF2-40B4-BE49-F238E27FC236}">
                  <a16:creationId xmlns:a16="http://schemas.microsoft.com/office/drawing/2014/main" id="{03F6E258-1F4E-4348-A43C-E0B538AE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344"/>
              <a:ext cx="188" cy="193"/>
            </a:xfrm>
            <a:custGeom>
              <a:avLst/>
              <a:gdLst>
                <a:gd name="T0" fmla="*/ 267 w 158"/>
                <a:gd name="T1" fmla="*/ 24 h 152"/>
                <a:gd name="T2" fmla="*/ 231 w 158"/>
                <a:gd name="T3" fmla="*/ 1 h 152"/>
                <a:gd name="T4" fmla="*/ 199 w 158"/>
                <a:gd name="T5" fmla="*/ 30 h 152"/>
                <a:gd name="T6" fmla="*/ 136 w 158"/>
                <a:gd name="T7" fmla="*/ 105 h 152"/>
                <a:gd name="T8" fmla="*/ 0 w 158"/>
                <a:gd name="T9" fmla="*/ 311 h 152"/>
                <a:gd name="T10" fmla="*/ 107 w 158"/>
                <a:gd name="T11" fmla="*/ 169 h 152"/>
                <a:gd name="T12" fmla="*/ 170 w 158"/>
                <a:gd name="T13" fmla="*/ 85 h 152"/>
                <a:gd name="T14" fmla="*/ 267 w 158"/>
                <a:gd name="T15" fmla="*/ 30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52">
                  <a:moveTo>
                    <a:pt x="158" y="12"/>
                  </a:moveTo>
                  <a:cubicBezTo>
                    <a:pt x="153" y="10"/>
                    <a:pt x="140" y="1"/>
                    <a:pt x="137" y="1"/>
                  </a:cubicBezTo>
                  <a:cubicBezTo>
                    <a:pt x="130" y="0"/>
                    <a:pt x="123" y="9"/>
                    <a:pt x="118" y="15"/>
                  </a:cubicBezTo>
                  <a:cubicBezTo>
                    <a:pt x="106" y="29"/>
                    <a:pt x="92" y="38"/>
                    <a:pt x="81" y="51"/>
                  </a:cubicBezTo>
                  <a:cubicBezTo>
                    <a:pt x="53" y="83"/>
                    <a:pt x="24" y="115"/>
                    <a:pt x="0" y="152"/>
                  </a:cubicBezTo>
                  <a:cubicBezTo>
                    <a:pt x="25" y="143"/>
                    <a:pt x="47" y="103"/>
                    <a:pt x="64" y="83"/>
                  </a:cubicBezTo>
                  <a:cubicBezTo>
                    <a:pt x="76" y="69"/>
                    <a:pt x="86" y="53"/>
                    <a:pt x="101" y="42"/>
                  </a:cubicBezTo>
                  <a:cubicBezTo>
                    <a:pt x="118" y="30"/>
                    <a:pt x="144" y="30"/>
                    <a:pt x="158" y="15"/>
                  </a:cubicBezTo>
                </a:path>
              </a:pathLst>
            </a:custGeom>
            <a:solidFill>
              <a:srgbClr val="83B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202">
              <a:extLst>
                <a:ext uri="{FF2B5EF4-FFF2-40B4-BE49-F238E27FC236}">
                  <a16:creationId xmlns:a16="http://schemas.microsoft.com/office/drawing/2014/main" id="{C7ABCC7F-70C4-49FC-98CD-95772D452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659"/>
              <a:ext cx="145" cy="334"/>
            </a:xfrm>
            <a:custGeom>
              <a:avLst/>
              <a:gdLst>
                <a:gd name="T0" fmla="*/ 0 w 122"/>
                <a:gd name="T1" fmla="*/ 520 h 262"/>
                <a:gd name="T2" fmla="*/ 62 w 122"/>
                <a:gd name="T3" fmla="*/ 398 h 262"/>
                <a:gd name="T4" fmla="*/ 105 w 122"/>
                <a:gd name="T5" fmla="*/ 272 h 262"/>
                <a:gd name="T6" fmla="*/ 204 w 122"/>
                <a:gd name="T7" fmla="*/ 0 h 262"/>
                <a:gd name="T8" fmla="*/ 140 w 122"/>
                <a:gd name="T9" fmla="*/ 247 h 262"/>
                <a:gd name="T10" fmla="*/ 103 w 122"/>
                <a:gd name="T11" fmla="*/ 416 h 262"/>
                <a:gd name="T12" fmla="*/ 2 w 122"/>
                <a:gd name="T13" fmla="*/ 520 h 2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262">
                  <a:moveTo>
                    <a:pt x="0" y="251"/>
                  </a:moveTo>
                  <a:cubicBezTo>
                    <a:pt x="14" y="243"/>
                    <a:pt x="31" y="207"/>
                    <a:pt x="37" y="192"/>
                  </a:cubicBezTo>
                  <a:cubicBezTo>
                    <a:pt x="46" y="172"/>
                    <a:pt x="55" y="153"/>
                    <a:pt x="62" y="131"/>
                  </a:cubicBezTo>
                  <a:cubicBezTo>
                    <a:pt x="76" y="83"/>
                    <a:pt x="90" y="40"/>
                    <a:pt x="122" y="0"/>
                  </a:cubicBezTo>
                  <a:cubicBezTo>
                    <a:pt x="103" y="37"/>
                    <a:pt x="90" y="78"/>
                    <a:pt x="83" y="119"/>
                  </a:cubicBezTo>
                  <a:cubicBezTo>
                    <a:pt x="78" y="147"/>
                    <a:pt x="73" y="176"/>
                    <a:pt x="61" y="201"/>
                  </a:cubicBezTo>
                  <a:cubicBezTo>
                    <a:pt x="50" y="222"/>
                    <a:pt x="30" y="262"/>
                    <a:pt x="2" y="251"/>
                  </a:cubicBezTo>
                </a:path>
              </a:pathLst>
            </a:custGeom>
            <a:solidFill>
              <a:srgbClr val="83B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203">
              <a:extLst>
                <a:ext uri="{FF2B5EF4-FFF2-40B4-BE49-F238E27FC236}">
                  <a16:creationId xmlns:a16="http://schemas.microsoft.com/office/drawing/2014/main" id="{15E78DAF-B8E3-4326-9504-79A9886C3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541"/>
              <a:ext cx="169" cy="355"/>
            </a:xfrm>
            <a:custGeom>
              <a:avLst/>
              <a:gdLst>
                <a:gd name="T0" fmla="*/ 155 w 142"/>
                <a:gd name="T1" fmla="*/ 23 h 279"/>
                <a:gd name="T2" fmla="*/ 17 w 142"/>
                <a:gd name="T3" fmla="*/ 361 h 279"/>
                <a:gd name="T4" fmla="*/ 55 w 142"/>
                <a:gd name="T5" fmla="*/ 557 h 279"/>
                <a:gd name="T6" fmla="*/ 149 w 142"/>
                <a:gd name="T7" fmla="*/ 553 h 279"/>
                <a:gd name="T8" fmla="*/ 215 w 142"/>
                <a:gd name="T9" fmla="*/ 500 h 279"/>
                <a:gd name="T10" fmla="*/ 202 w 142"/>
                <a:gd name="T11" fmla="*/ 266 h 279"/>
                <a:gd name="T12" fmla="*/ 209 w 142"/>
                <a:gd name="T13" fmla="*/ 107 h 279"/>
                <a:gd name="T14" fmla="*/ 186 w 142"/>
                <a:gd name="T15" fmla="*/ 37 h 279"/>
                <a:gd name="T16" fmla="*/ 150 w 142"/>
                <a:gd name="T17" fmla="*/ 31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79">
                  <a:moveTo>
                    <a:pt x="92" y="11"/>
                  </a:moveTo>
                  <a:cubicBezTo>
                    <a:pt x="51" y="50"/>
                    <a:pt x="24" y="120"/>
                    <a:pt x="10" y="175"/>
                  </a:cubicBezTo>
                  <a:cubicBezTo>
                    <a:pt x="3" y="205"/>
                    <a:pt x="0" y="253"/>
                    <a:pt x="33" y="270"/>
                  </a:cubicBezTo>
                  <a:cubicBezTo>
                    <a:pt x="49" y="279"/>
                    <a:pt x="70" y="272"/>
                    <a:pt x="88" y="269"/>
                  </a:cubicBezTo>
                  <a:cubicBezTo>
                    <a:pt x="107" y="266"/>
                    <a:pt x="121" y="262"/>
                    <a:pt x="128" y="243"/>
                  </a:cubicBezTo>
                  <a:cubicBezTo>
                    <a:pt x="142" y="208"/>
                    <a:pt x="118" y="166"/>
                    <a:pt x="120" y="129"/>
                  </a:cubicBezTo>
                  <a:cubicBezTo>
                    <a:pt x="121" y="104"/>
                    <a:pt x="126" y="77"/>
                    <a:pt x="124" y="52"/>
                  </a:cubicBezTo>
                  <a:cubicBezTo>
                    <a:pt x="122" y="39"/>
                    <a:pt x="118" y="28"/>
                    <a:pt x="110" y="18"/>
                  </a:cubicBezTo>
                  <a:cubicBezTo>
                    <a:pt x="104" y="11"/>
                    <a:pt x="92" y="0"/>
                    <a:pt x="89" y="15"/>
                  </a:cubicBezTo>
                </a:path>
              </a:pathLst>
            </a:custGeom>
            <a:solidFill>
              <a:srgbClr val="C4E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204">
              <a:extLst>
                <a:ext uri="{FF2B5EF4-FFF2-40B4-BE49-F238E27FC236}">
                  <a16:creationId xmlns:a16="http://schemas.microsoft.com/office/drawing/2014/main" id="{4741EA74-2012-4B6C-81DF-159F059E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952"/>
              <a:ext cx="413" cy="404"/>
            </a:xfrm>
            <a:custGeom>
              <a:avLst/>
              <a:gdLst>
                <a:gd name="T0" fmla="*/ 457 w 346"/>
                <a:gd name="T1" fmla="*/ 308 h 317"/>
                <a:gd name="T2" fmla="*/ 360 w 346"/>
                <a:gd name="T3" fmla="*/ 345 h 317"/>
                <a:gd name="T4" fmla="*/ 322 w 346"/>
                <a:gd name="T5" fmla="*/ 497 h 317"/>
                <a:gd name="T6" fmla="*/ 316 w 346"/>
                <a:gd name="T7" fmla="*/ 561 h 317"/>
                <a:gd name="T8" fmla="*/ 284 w 346"/>
                <a:gd name="T9" fmla="*/ 616 h 317"/>
                <a:gd name="T10" fmla="*/ 253 w 346"/>
                <a:gd name="T11" fmla="*/ 651 h 317"/>
                <a:gd name="T12" fmla="*/ 199 w 346"/>
                <a:gd name="T13" fmla="*/ 623 h 317"/>
                <a:gd name="T14" fmla="*/ 104 w 346"/>
                <a:gd name="T15" fmla="*/ 605 h 317"/>
                <a:gd name="T16" fmla="*/ 0 w 346"/>
                <a:gd name="T17" fmla="*/ 590 h 317"/>
                <a:gd name="T18" fmla="*/ 75 w 346"/>
                <a:gd name="T19" fmla="*/ 549 h 317"/>
                <a:gd name="T20" fmla="*/ 125 w 346"/>
                <a:gd name="T21" fmla="*/ 521 h 317"/>
                <a:gd name="T22" fmla="*/ 184 w 346"/>
                <a:gd name="T23" fmla="*/ 511 h 317"/>
                <a:gd name="T24" fmla="*/ 266 w 346"/>
                <a:gd name="T25" fmla="*/ 380 h 317"/>
                <a:gd name="T26" fmla="*/ 362 w 346"/>
                <a:gd name="T27" fmla="*/ 236 h 317"/>
                <a:gd name="T28" fmla="*/ 456 w 346"/>
                <a:gd name="T29" fmla="*/ 136 h 317"/>
                <a:gd name="T30" fmla="*/ 498 w 346"/>
                <a:gd name="T31" fmla="*/ 65 h 317"/>
                <a:gd name="T32" fmla="*/ 586 w 346"/>
                <a:gd name="T33" fmla="*/ 10 h 317"/>
                <a:gd name="T34" fmla="*/ 588 w 346"/>
                <a:gd name="T35" fmla="*/ 8 h 317"/>
                <a:gd name="T36" fmla="*/ 562 w 346"/>
                <a:gd name="T37" fmla="*/ 76 h 317"/>
                <a:gd name="T38" fmla="*/ 543 w 346"/>
                <a:gd name="T39" fmla="*/ 149 h 317"/>
                <a:gd name="T40" fmla="*/ 520 w 346"/>
                <a:gd name="T41" fmla="*/ 217 h 317"/>
                <a:gd name="T42" fmla="*/ 491 w 346"/>
                <a:gd name="T43" fmla="*/ 273 h 317"/>
                <a:gd name="T44" fmla="*/ 454 w 346"/>
                <a:gd name="T45" fmla="*/ 315 h 3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6" h="317">
                  <a:moveTo>
                    <a:pt x="269" y="149"/>
                  </a:moveTo>
                  <a:cubicBezTo>
                    <a:pt x="253" y="143"/>
                    <a:pt x="225" y="157"/>
                    <a:pt x="212" y="167"/>
                  </a:cubicBezTo>
                  <a:cubicBezTo>
                    <a:pt x="192" y="185"/>
                    <a:pt x="189" y="214"/>
                    <a:pt x="189" y="240"/>
                  </a:cubicBezTo>
                  <a:cubicBezTo>
                    <a:pt x="189" y="251"/>
                    <a:pt x="189" y="261"/>
                    <a:pt x="186" y="271"/>
                  </a:cubicBezTo>
                  <a:cubicBezTo>
                    <a:pt x="182" y="283"/>
                    <a:pt x="175" y="288"/>
                    <a:pt x="167" y="297"/>
                  </a:cubicBezTo>
                  <a:cubicBezTo>
                    <a:pt x="163" y="301"/>
                    <a:pt x="156" y="313"/>
                    <a:pt x="149" y="315"/>
                  </a:cubicBezTo>
                  <a:cubicBezTo>
                    <a:pt x="139" y="317"/>
                    <a:pt x="127" y="305"/>
                    <a:pt x="117" y="301"/>
                  </a:cubicBezTo>
                  <a:cubicBezTo>
                    <a:pt x="98" y="295"/>
                    <a:pt x="81" y="287"/>
                    <a:pt x="61" y="293"/>
                  </a:cubicBezTo>
                  <a:cubicBezTo>
                    <a:pt x="40" y="299"/>
                    <a:pt x="19" y="298"/>
                    <a:pt x="0" y="285"/>
                  </a:cubicBezTo>
                  <a:cubicBezTo>
                    <a:pt x="13" y="286"/>
                    <a:pt x="32" y="270"/>
                    <a:pt x="44" y="265"/>
                  </a:cubicBezTo>
                  <a:cubicBezTo>
                    <a:pt x="54" y="260"/>
                    <a:pt x="63" y="255"/>
                    <a:pt x="74" y="252"/>
                  </a:cubicBezTo>
                  <a:cubicBezTo>
                    <a:pt x="85" y="250"/>
                    <a:pt x="97" y="250"/>
                    <a:pt x="108" y="247"/>
                  </a:cubicBezTo>
                  <a:cubicBezTo>
                    <a:pt x="133" y="238"/>
                    <a:pt x="146" y="206"/>
                    <a:pt x="157" y="184"/>
                  </a:cubicBezTo>
                  <a:cubicBezTo>
                    <a:pt x="172" y="156"/>
                    <a:pt x="188" y="135"/>
                    <a:pt x="213" y="114"/>
                  </a:cubicBezTo>
                  <a:cubicBezTo>
                    <a:pt x="231" y="99"/>
                    <a:pt x="253" y="85"/>
                    <a:pt x="268" y="66"/>
                  </a:cubicBezTo>
                  <a:cubicBezTo>
                    <a:pt x="277" y="55"/>
                    <a:pt x="281" y="41"/>
                    <a:pt x="292" y="31"/>
                  </a:cubicBezTo>
                  <a:cubicBezTo>
                    <a:pt x="299" y="24"/>
                    <a:pt x="334" y="0"/>
                    <a:pt x="344" y="5"/>
                  </a:cubicBezTo>
                  <a:cubicBezTo>
                    <a:pt x="345" y="6"/>
                    <a:pt x="346" y="5"/>
                    <a:pt x="346" y="4"/>
                  </a:cubicBezTo>
                  <a:cubicBezTo>
                    <a:pt x="344" y="15"/>
                    <a:pt x="335" y="26"/>
                    <a:pt x="331" y="37"/>
                  </a:cubicBezTo>
                  <a:cubicBezTo>
                    <a:pt x="326" y="48"/>
                    <a:pt x="323" y="60"/>
                    <a:pt x="319" y="72"/>
                  </a:cubicBezTo>
                  <a:cubicBezTo>
                    <a:pt x="314" y="83"/>
                    <a:pt x="310" y="93"/>
                    <a:pt x="306" y="104"/>
                  </a:cubicBezTo>
                  <a:cubicBezTo>
                    <a:pt x="302" y="114"/>
                    <a:pt x="295" y="125"/>
                    <a:pt x="288" y="132"/>
                  </a:cubicBezTo>
                  <a:cubicBezTo>
                    <a:pt x="281" y="139"/>
                    <a:pt x="271" y="145"/>
                    <a:pt x="266" y="152"/>
                  </a:cubicBezTo>
                </a:path>
              </a:pathLst>
            </a:custGeom>
            <a:solidFill>
              <a:srgbClr val="255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205">
              <a:extLst>
                <a:ext uri="{FF2B5EF4-FFF2-40B4-BE49-F238E27FC236}">
                  <a16:creationId xmlns:a16="http://schemas.microsoft.com/office/drawing/2014/main" id="{DAF84CBE-A136-43D3-8BE1-ED55709B6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1982"/>
              <a:ext cx="135" cy="103"/>
            </a:xfrm>
            <a:custGeom>
              <a:avLst/>
              <a:gdLst>
                <a:gd name="T0" fmla="*/ 8 w 113"/>
                <a:gd name="T1" fmla="*/ 150 h 81"/>
                <a:gd name="T2" fmla="*/ 88 w 113"/>
                <a:gd name="T3" fmla="*/ 32 h 81"/>
                <a:gd name="T4" fmla="*/ 139 w 113"/>
                <a:gd name="T5" fmla="*/ 5 h 81"/>
                <a:gd name="T6" fmla="*/ 192 w 113"/>
                <a:gd name="T7" fmla="*/ 1 h 81"/>
                <a:gd name="T8" fmla="*/ 67 w 113"/>
                <a:gd name="T9" fmla="*/ 70 h 81"/>
                <a:gd name="T10" fmla="*/ 0 w 113"/>
                <a:gd name="T11" fmla="*/ 16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81">
                  <a:moveTo>
                    <a:pt x="5" y="73"/>
                  </a:moveTo>
                  <a:cubicBezTo>
                    <a:pt x="22" y="55"/>
                    <a:pt x="32" y="32"/>
                    <a:pt x="52" y="16"/>
                  </a:cubicBezTo>
                  <a:cubicBezTo>
                    <a:pt x="59" y="10"/>
                    <a:pt x="71" y="4"/>
                    <a:pt x="81" y="2"/>
                  </a:cubicBezTo>
                  <a:cubicBezTo>
                    <a:pt x="91" y="0"/>
                    <a:pt x="104" y="5"/>
                    <a:pt x="113" y="1"/>
                  </a:cubicBezTo>
                  <a:cubicBezTo>
                    <a:pt x="87" y="9"/>
                    <a:pt x="58" y="11"/>
                    <a:pt x="39" y="34"/>
                  </a:cubicBezTo>
                  <a:cubicBezTo>
                    <a:pt x="26" y="50"/>
                    <a:pt x="19" y="72"/>
                    <a:pt x="0" y="81"/>
                  </a:cubicBezTo>
                </a:path>
              </a:pathLst>
            </a:custGeom>
            <a:solidFill>
              <a:srgbClr val="255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206">
              <a:extLst>
                <a:ext uri="{FF2B5EF4-FFF2-40B4-BE49-F238E27FC236}">
                  <a16:creationId xmlns:a16="http://schemas.microsoft.com/office/drawing/2014/main" id="{68AE8FAC-6882-42E2-B6C1-C86282EED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1952"/>
              <a:ext cx="249" cy="40"/>
            </a:xfrm>
            <a:custGeom>
              <a:avLst/>
              <a:gdLst>
                <a:gd name="T0" fmla="*/ 12 w 209"/>
                <a:gd name="T1" fmla="*/ 53 h 31"/>
                <a:gd name="T2" fmla="*/ 98 w 209"/>
                <a:gd name="T3" fmla="*/ 13 h 31"/>
                <a:gd name="T4" fmla="*/ 186 w 209"/>
                <a:gd name="T5" fmla="*/ 25 h 31"/>
                <a:gd name="T6" fmla="*/ 280 w 209"/>
                <a:gd name="T7" fmla="*/ 32 h 31"/>
                <a:gd name="T8" fmla="*/ 354 w 209"/>
                <a:gd name="T9" fmla="*/ 17 h 31"/>
                <a:gd name="T10" fmla="*/ 268 w 209"/>
                <a:gd name="T11" fmla="*/ 50 h 31"/>
                <a:gd name="T12" fmla="*/ 205 w 209"/>
                <a:gd name="T13" fmla="*/ 59 h 31"/>
                <a:gd name="T14" fmla="*/ 150 w 209"/>
                <a:gd name="T15" fmla="*/ 53 h 31"/>
                <a:gd name="T16" fmla="*/ 52 w 209"/>
                <a:gd name="T17" fmla="*/ 62 h 31"/>
                <a:gd name="T18" fmla="*/ 0 w 209"/>
                <a:gd name="T19" fmla="*/ 65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31">
                  <a:moveTo>
                    <a:pt x="7" y="25"/>
                  </a:moveTo>
                  <a:cubicBezTo>
                    <a:pt x="24" y="24"/>
                    <a:pt x="41" y="8"/>
                    <a:pt x="58" y="6"/>
                  </a:cubicBezTo>
                  <a:cubicBezTo>
                    <a:pt x="76" y="4"/>
                    <a:pt x="93" y="7"/>
                    <a:pt x="110" y="12"/>
                  </a:cubicBezTo>
                  <a:cubicBezTo>
                    <a:pt x="128" y="16"/>
                    <a:pt x="146" y="20"/>
                    <a:pt x="165" y="15"/>
                  </a:cubicBezTo>
                  <a:cubicBezTo>
                    <a:pt x="183" y="9"/>
                    <a:pt x="192" y="0"/>
                    <a:pt x="209" y="8"/>
                  </a:cubicBezTo>
                  <a:cubicBezTo>
                    <a:pt x="193" y="9"/>
                    <a:pt x="174" y="18"/>
                    <a:pt x="159" y="23"/>
                  </a:cubicBezTo>
                  <a:cubicBezTo>
                    <a:pt x="146" y="27"/>
                    <a:pt x="134" y="30"/>
                    <a:pt x="121" y="28"/>
                  </a:cubicBezTo>
                  <a:cubicBezTo>
                    <a:pt x="110" y="26"/>
                    <a:pt x="100" y="25"/>
                    <a:pt x="89" y="25"/>
                  </a:cubicBezTo>
                  <a:cubicBezTo>
                    <a:pt x="69" y="26"/>
                    <a:pt x="50" y="31"/>
                    <a:pt x="31" y="29"/>
                  </a:cubicBezTo>
                  <a:cubicBezTo>
                    <a:pt x="20" y="29"/>
                    <a:pt x="11" y="30"/>
                    <a:pt x="0" y="30"/>
                  </a:cubicBezTo>
                </a:path>
              </a:pathLst>
            </a:custGeom>
            <a:solidFill>
              <a:srgbClr val="255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207">
              <a:extLst>
                <a:ext uri="{FF2B5EF4-FFF2-40B4-BE49-F238E27FC236}">
                  <a16:creationId xmlns:a16="http://schemas.microsoft.com/office/drawing/2014/main" id="{1AE70C80-F946-42C9-A875-2CFD73E7E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982"/>
              <a:ext cx="256" cy="37"/>
            </a:xfrm>
            <a:custGeom>
              <a:avLst/>
              <a:gdLst>
                <a:gd name="T0" fmla="*/ 359 w 214"/>
                <a:gd name="T1" fmla="*/ 1 h 29"/>
                <a:gd name="T2" fmla="*/ 163 w 214"/>
                <a:gd name="T3" fmla="*/ 5 h 29"/>
                <a:gd name="T4" fmla="*/ 85 w 214"/>
                <a:gd name="T5" fmla="*/ 29 h 29"/>
                <a:gd name="T6" fmla="*/ 0 w 214"/>
                <a:gd name="T7" fmla="*/ 37 h 29"/>
                <a:gd name="T8" fmla="*/ 219 w 214"/>
                <a:gd name="T9" fmla="*/ 24 h 29"/>
                <a:gd name="T10" fmla="*/ 366 w 214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4" h="29">
                  <a:moveTo>
                    <a:pt x="210" y="1"/>
                  </a:moveTo>
                  <a:cubicBezTo>
                    <a:pt x="172" y="1"/>
                    <a:pt x="133" y="0"/>
                    <a:pt x="95" y="2"/>
                  </a:cubicBezTo>
                  <a:cubicBezTo>
                    <a:pt x="80" y="3"/>
                    <a:pt x="64" y="11"/>
                    <a:pt x="49" y="14"/>
                  </a:cubicBezTo>
                  <a:cubicBezTo>
                    <a:pt x="33" y="17"/>
                    <a:pt x="16" y="17"/>
                    <a:pt x="0" y="18"/>
                  </a:cubicBezTo>
                  <a:cubicBezTo>
                    <a:pt x="40" y="29"/>
                    <a:pt x="88" y="16"/>
                    <a:pt x="128" y="12"/>
                  </a:cubicBezTo>
                  <a:cubicBezTo>
                    <a:pt x="157" y="9"/>
                    <a:pt x="185" y="0"/>
                    <a:pt x="214" y="0"/>
                  </a:cubicBezTo>
                </a:path>
              </a:pathLst>
            </a:custGeom>
            <a:solidFill>
              <a:srgbClr val="A2D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208">
              <a:extLst>
                <a:ext uri="{FF2B5EF4-FFF2-40B4-BE49-F238E27FC236}">
                  <a16:creationId xmlns:a16="http://schemas.microsoft.com/office/drawing/2014/main" id="{D1B52394-3A72-4487-A29E-B1F898840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915"/>
              <a:ext cx="168" cy="39"/>
            </a:xfrm>
            <a:custGeom>
              <a:avLst/>
              <a:gdLst>
                <a:gd name="T0" fmla="*/ 15 w 141"/>
                <a:gd name="T1" fmla="*/ 52 h 30"/>
                <a:gd name="T2" fmla="*/ 142 w 141"/>
                <a:gd name="T3" fmla="*/ 29 h 30"/>
                <a:gd name="T4" fmla="*/ 238 w 141"/>
                <a:gd name="T5" fmla="*/ 16 h 30"/>
                <a:gd name="T6" fmla="*/ 116 w 141"/>
                <a:gd name="T7" fmla="*/ 49 h 30"/>
                <a:gd name="T8" fmla="*/ 60 w 141"/>
                <a:gd name="T9" fmla="*/ 51 h 30"/>
                <a:gd name="T10" fmla="*/ 0 w 141"/>
                <a:gd name="T11" fmla="*/ 5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30">
                  <a:moveTo>
                    <a:pt x="9" y="24"/>
                  </a:moveTo>
                  <a:cubicBezTo>
                    <a:pt x="34" y="21"/>
                    <a:pt x="59" y="19"/>
                    <a:pt x="84" y="13"/>
                  </a:cubicBezTo>
                  <a:cubicBezTo>
                    <a:pt x="100" y="10"/>
                    <a:pt x="126" y="0"/>
                    <a:pt x="141" y="7"/>
                  </a:cubicBezTo>
                  <a:cubicBezTo>
                    <a:pt x="117" y="5"/>
                    <a:pt x="92" y="19"/>
                    <a:pt x="68" y="22"/>
                  </a:cubicBezTo>
                  <a:cubicBezTo>
                    <a:pt x="57" y="23"/>
                    <a:pt x="46" y="24"/>
                    <a:pt x="35" y="23"/>
                  </a:cubicBezTo>
                  <a:cubicBezTo>
                    <a:pt x="26" y="23"/>
                    <a:pt x="8" y="30"/>
                    <a:pt x="0" y="25"/>
                  </a:cubicBezTo>
                </a:path>
              </a:pathLst>
            </a:custGeom>
            <a:solidFill>
              <a:srgbClr val="A2D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209">
              <a:extLst>
                <a:ext uri="{FF2B5EF4-FFF2-40B4-BE49-F238E27FC236}">
                  <a16:creationId xmlns:a16="http://schemas.microsoft.com/office/drawing/2014/main" id="{01B10282-8422-4098-901F-5C046D883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778"/>
              <a:ext cx="248" cy="200"/>
            </a:xfrm>
            <a:custGeom>
              <a:avLst/>
              <a:gdLst>
                <a:gd name="T0" fmla="*/ 0 w 208"/>
                <a:gd name="T1" fmla="*/ 325 h 157"/>
                <a:gd name="T2" fmla="*/ 353 w 208"/>
                <a:gd name="T3" fmla="*/ 14 h 157"/>
                <a:gd name="T4" fmla="*/ 0 w 208"/>
                <a:gd name="T5" fmla="*/ 325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157">
                  <a:moveTo>
                    <a:pt x="0" y="157"/>
                  </a:moveTo>
                  <a:cubicBezTo>
                    <a:pt x="0" y="157"/>
                    <a:pt x="75" y="8"/>
                    <a:pt x="208" y="7"/>
                  </a:cubicBezTo>
                  <a:cubicBezTo>
                    <a:pt x="208" y="7"/>
                    <a:pt x="98" y="0"/>
                    <a:pt x="0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210">
              <a:extLst>
                <a:ext uri="{FF2B5EF4-FFF2-40B4-BE49-F238E27FC236}">
                  <a16:creationId xmlns:a16="http://schemas.microsoft.com/office/drawing/2014/main" id="{2B8E5816-5CBD-46ED-8814-815E02BB3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406"/>
              <a:ext cx="140" cy="266"/>
            </a:xfrm>
            <a:custGeom>
              <a:avLst/>
              <a:gdLst>
                <a:gd name="T0" fmla="*/ 201 w 117"/>
                <a:gd name="T1" fmla="*/ 0 h 209"/>
                <a:gd name="T2" fmla="*/ 197 w 117"/>
                <a:gd name="T3" fmla="*/ 5 h 209"/>
                <a:gd name="T4" fmla="*/ 104 w 117"/>
                <a:gd name="T5" fmla="*/ 431 h 209"/>
                <a:gd name="T6" fmla="*/ 201 w 117"/>
                <a:gd name="T7" fmla="*/ 0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209">
                  <a:moveTo>
                    <a:pt x="117" y="0"/>
                  </a:moveTo>
                  <a:cubicBezTo>
                    <a:pt x="117" y="0"/>
                    <a:pt x="116" y="1"/>
                    <a:pt x="115" y="2"/>
                  </a:cubicBezTo>
                  <a:cubicBezTo>
                    <a:pt x="97" y="10"/>
                    <a:pt x="3" y="61"/>
                    <a:pt x="61" y="209"/>
                  </a:cubicBezTo>
                  <a:cubicBezTo>
                    <a:pt x="61" y="209"/>
                    <a:pt x="0" y="69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211">
              <a:extLst>
                <a:ext uri="{FF2B5EF4-FFF2-40B4-BE49-F238E27FC236}">
                  <a16:creationId xmlns:a16="http://schemas.microsoft.com/office/drawing/2014/main" id="{04131A89-C68B-498E-8782-8DCBA5AF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877"/>
              <a:ext cx="73" cy="173"/>
            </a:xfrm>
            <a:custGeom>
              <a:avLst/>
              <a:gdLst>
                <a:gd name="T0" fmla="*/ 59 w 61"/>
                <a:gd name="T1" fmla="*/ 0 h 136"/>
                <a:gd name="T2" fmla="*/ 104 w 61"/>
                <a:gd name="T3" fmla="*/ 280 h 136"/>
                <a:gd name="T4" fmla="*/ 59 w 61"/>
                <a:gd name="T5" fmla="*/ 0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36">
                  <a:moveTo>
                    <a:pt x="34" y="0"/>
                  </a:moveTo>
                  <a:cubicBezTo>
                    <a:pt x="34" y="0"/>
                    <a:pt x="0" y="54"/>
                    <a:pt x="61" y="136"/>
                  </a:cubicBezTo>
                  <a:cubicBezTo>
                    <a:pt x="61" y="136"/>
                    <a:pt x="14" y="66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212">
              <a:extLst>
                <a:ext uri="{FF2B5EF4-FFF2-40B4-BE49-F238E27FC236}">
                  <a16:creationId xmlns:a16="http://schemas.microsoft.com/office/drawing/2014/main" id="{739A032B-BEA1-4487-BB51-B93EC672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226"/>
              <a:ext cx="223" cy="171"/>
            </a:xfrm>
            <a:custGeom>
              <a:avLst/>
              <a:gdLst>
                <a:gd name="T0" fmla="*/ 30 w 187"/>
                <a:gd name="T1" fmla="*/ 0 h 134"/>
                <a:gd name="T2" fmla="*/ 317 w 187"/>
                <a:gd name="T3" fmla="*/ 278 h 134"/>
                <a:gd name="T4" fmla="*/ 30 w 187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134">
                  <a:moveTo>
                    <a:pt x="18" y="0"/>
                  </a:moveTo>
                  <a:cubicBezTo>
                    <a:pt x="18" y="0"/>
                    <a:pt x="0" y="77"/>
                    <a:pt x="187" y="134"/>
                  </a:cubicBezTo>
                  <a:cubicBezTo>
                    <a:pt x="187" y="134"/>
                    <a:pt x="30" y="92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213">
              <a:extLst>
                <a:ext uri="{FF2B5EF4-FFF2-40B4-BE49-F238E27FC236}">
                  <a16:creationId xmlns:a16="http://schemas.microsoft.com/office/drawing/2014/main" id="{6EA291CF-8DEF-4042-97C4-6AEF8F133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570"/>
              <a:ext cx="388" cy="161"/>
            </a:xfrm>
            <a:custGeom>
              <a:avLst/>
              <a:gdLst>
                <a:gd name="T0" fmla="*/ 0 w 325"/>
                <a:gd name="T1" fmla="*/ 0 h 126"/>
                <a:gd name="T2" fmla="*/ 553 w 325"/>
                <a:gd name="T3" fmla="*/ 135 h 126"/>
                <a:gd name="T4" fmla="*/ 0 w 325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5" h="126">
                  <a:moveTo>
                    <a:pt x="0" y="0"/>
                  </a:moveTo>
                  <a:cubicBezTo>
                    <a:pt x="0" y="0"/>
                    <a:pt x="166" y="126"/>
                    <a:pt x="325" y="65"/>
                  </a:cubicBezTo>
                  <a:cubicBezTo>
                    <a:pt x="325" y="65"/>
                    <a:pt x="180" y="1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214">
              <a:extLst>
                <a:ext uri="{FF2B5EF4-FFF2-40B4-BE49-F238E27FC236}">
                  <a16:creationId xmlns:a16="http://schemas.microsoft.com/office/drawing/2014/main" id="{D3410B41-EE41-478A-A53B-61FC0F996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121"/>
              <a:ext cx="209" cy="59"/>
            </a:xfrm>
            <a:custGeom>
              <a:avLst/>
              <a:gdLst>
                <a:gd name="T0" fmla="*/ 0 w 175"/>
                <a:gd name="T1" fmla="*/ 87 h 47"/>
                <a:gd name="T2" fmla="*/ 60 w 175"/>
                <a:gd name="T3" fmla="*/ 55 h 47"/>
                <a:gd name="T4" fmla="*/ 123 w 175"/>
                <a:gd name="T5" fmla="*/ 62 h 47"/>
                <a:gd name="T6" fmla="*/ 273 w 175"/>
                <a:gd name="T7" fmla="*/ 0 h 47"/>
                <a:gd name="T8" fmla="*/ 192 w 175"/>
                <a:gd name="T9" fmla="*/ 80 h 47"/>
                <a:gd name="T10" fmla="*/ 64 w 175"/>
                <a:gd name="T11" fmla="*/ 63 h 47"/>
                <a:gd name="T12" fmla="*/ 0 w 175"/>
                <a:gd name="T13" fmla="*/ 8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47">
                  <a:moveTo>
                    <a:pt x="0" y="44"/>
                  </a:moveTo>
                  <a:cubicBezTo>
                    <a:pt x="0" y="44"/>
                    <a:pt x="11" y="31"/>
                    <a:pt x="35" y="28"/>
                  </a:cubicBezTo>
                  <a:cubicBezTo>
                    <a:pt x="45" y="27"/>
                    <a:pt x="57" y="27"/>
                    <a:pt x="72" y="31"/>
                  </a:cubicBezTo>
                  <a:cubicBezTo>
                    <a:pt x="121" y="44"/>
                    <a:pt x="162" y="45"/>
                    <a:pt x="161" y="0"/>
                  </a:cubicBezTo>
                  <a:cubicBezTo>
                    <a:pt x="161" y="0"/>
                    <a:pt x="175" y="47"/>
                    <a:pt x="113" y="41"/>
                  </a:cubicBezTo>
                  <a:cubicBezTo>
                    <a:pt x="71" y="37"/>
                    <a:pt x="62" y="28"/>
                    <a:pt x="38" y="32"/>
                  </a:cubicBezTo>
                  <a:cubicBezTo>
                    <a:pt x="14" y="35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215">
              <a:extLst>
                <a:ext uri="{FF2B5EF4-FFF2-40B4-BE49-F238E27FC236}">
                  <a16:creationId xmlns:a16="http://schemas.microsoft.com/office/drawing/2014/main" id="{0C96F78C-44A6-414B-B066-1ED143D5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488"/>
              <a:ext cx="48" cy="228"/>
            </a:xfrm>
            <a:custGeom>
              <a:avLst/>
              <a:gdLst>
                <a:gd name="T0" fmla="*/ 43 w 40"/>
                <a:gd name="T1" fmla="*/ 0 h 179"/>
                <a:gd name="T2" fmla="*/ 16 w 40"/>
                <a:gd name="T3" fmla="*/ 106 h 179"/>
                <a:gd name="T4" fmla="*/ 53 w 40"/>
                <a:gd name="T5" fmla="*/ 369 h 179"/>
                <a:gd name="T6" fmla="*/ 49 w 40"/>
                <a:gd name="T7" fmla="*/ 206 h 179"/>
                <a:gd name="T8" fmla="*/ 43 w 40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79">
                  <a:moveTo>
                    <a:pt x="25" y="0"/>
                  </a:moveTo>
                  <a:cubicBezTo>
                    <a:pt x="25" y="0"/>
                    <a:pt x="3" y="24"/>
                    <a:pt x="9" y="51"/>
                  </a:cubicBezTo>
                  <a:cubicBezTo>
                    <a:pt x="15" y="79"/>
                    <a:pt x="40" y="122"/>
                    <a:pt x="31" y="179"/>
                  </a:cubicBezTo>
                  <a:cubicBezTo>
                    <a:pt x="31" y="179"/>
                    <a:pt x="39" y="141"/>
                    <a:pt x="28" y="100"/>
                  </a:cubicBezTo>
                  <a:cubicBezTo>
                    <a:pt x="17" y="59"/>
                    <a:pt x="0" y="41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216">
              <a:extLst>
                <a:ext uri="{FF2B5EF4-FFF2-40B4-BE49-F238E27FC236}">
                  <a16:creationId xmlns:a16="http://schemas.microsoft.com/office/drawing/2014/main" id="{A3E5DAE0-CE8A-4A9F-8262-85B3D337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279"/>
              <a:ext cx="32" cy="105"/>
            </a:xfrm>
            <a:custGeom>
              <a:avLst/>
              <a:gdLst>
                <a:gd name="T0" fmla="*/ 43 w 27"/>
                <a:gd name="T1" fmla="*/ 5 h 83"/>
                <a:gd name="T2" fmla="*/ 1 w 27"/>
                <a:gd name="T3" fmla="*/ 71 h 83"/>
                <a:gd name="T4" fmla="*/ 21 w 27"/>
                <a:gd name="T5" fmla="*/ 168 h 83"/>
                <a:gd name="T6" fmla="*/ 6 w 27"/>
                <a:gd name="T7" fmla="*/ 62 h 83"/>
                <a:gd name="T8" fmla="*/ 45 w 27"/>
                <a:gd name="T9" fmla="*/ 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3">
                  <a:moveTo>
                    <a:pt x="25" y="2"/>
                  </a:moveTo>
                  <a:cubicBezTo>
                    <a:pt x="0" y="2"/>
                    <a:pt x="2" y="13"/>
                    <a:pt x="1" y="35"/>
                  </a:cubicBezTo>
                  <a:cubicBezTo>
                    <a:pt x="0" y="50"/>
                    <a:pt x="4" y="69"/>
                    <a:pt x="13" y="83"/>
                  </a:cubicBezTo>
                  <a:cubicBezTo>
                    <a:pt x="5" y="66"/>
                    <a:pt x="1" y="50"/>
                    <a:pt x="3" y="31"/>
                  </a:cubicBezTo>
                  <a:cubicBezTo>
                    <a:pt x="4" y="18"/>
                    <a:pt x="11" y="0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217">
              <a:extLst>
                <a:ext uri="{FF2B5EF4-FFF2-40B4-BE49-F238E27FC236}">
                  <a16:creationId xmlns:a16="http://schemas.microsoft.com/office/drawing/2014/main" id="{126DD100-E8E9-4436-BA17-F8F3F645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240"/>
              <a:ext cx="31" cy="25"/>
            </a:xfrm>
            <a:custGeom>
              <a:avLst/>
              <a:gdLst>
                <a:gd name="T0" fmla="*/ 1 w 26"/>
                <a:gd name="T1" fmla="*/ 42 h 19"/>
                <a:gd name="T2" fmla="*/ 20 w 26"/>
                <a:gd name="T3" fmla="*/ 0 h 19"/>
                <a:gd name="T4" fmla="*/ 44 w 26"/>
                <a:gd name="T5" fmla="*/ 14 h 19"/>
                <a:gd name="T6" fmla="*/ 0 w 26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1" y="18"/>
                  </a:moveTo>
                  <a:cubicBezTo>
                    <a:pt x="2" y="11"/>
                    <a:pt x="6" y="3"/>
                    <a:pt x="12" y="0"/>
                  </a:cubicBezTo>
                  <a:cubicBezTo>
                    <a:pt x="17" y="2"/>
                    <a:pt x="22" y="4"/>
                    <a:pt x="26" y="6"/>
                  </a:cubicBezTo>
                  <a:cubicBezTo>
                    <a:pt x="12" y="0"/>
                    <a:pt x="8" y="10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218">
              <a:extLst>
                <a:ext uri="{FF2B5EF4-FFF2-40B4-BE49-F238E27FC236}">
                  <a16:creationId xmlns:a16="http://schemas.microsoft.com/office/drawing/2014/main" id="{F69BBE3E-8BA8-4335-886B-C56DB01A9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124"/>
              <a:ext cx="128" cy="167"/>
            </a:xfrm>
            <a:custGeom>
              <a:avLst/>
              <a:gdLst>
                <a:gd name="T0" fmla="*/ 0 w 107"/>
                <a:gd name="T1" fmla="*/ 10 h 131"/>
                <a:gd name="T2" fmla="*/ 81 w 107"/>
                <a:gd name="T3" fmla="*/ 78 h 131"/>
                <a:gd name="T4" fmla="*/ 115 w 107"/>
                <a:gd name="T5" fmla="*/ 166 h 131"/>
                <a:gd name="T6" fmla="*/ 140 w 107"/>
                <a:gd name="T7" fmla="*/ 213 h 131"/>
                <a:gd name="T8" fmla="*/ 183 w 107"/>
                <a:gd name="T9" fmla="*/ 272 h 131"/>
                <a:gd name="T10" fmla="*/ 86 w 107"/>
                <a:gd name="T11" fmla="*/ 66 h 131"/>
                <a:gd name="T12" fmla="*/ 53 w 107"/>
                <a:gd name="T13" fmla="*/ 31 h 131"/>
                <a:gd name="T14" fmla="*/ 8 w 107"/>
                <a:gd name="T15" fmla="*/ 13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31">
                  <a:moveTo>
                    <a:pt x="0" y="5"/>
                  </a:moveTo>
                  <a:cubicBezTo>
                    <a:pt x="19" y="0"/>
                    <a:pt x="41" y="24"/>
                    <a:pt x="48" y="38"/>
                  </a:cubicBezTo>
                  <a:cubicBezTo>
                    <a:pt x="54" y="52"/>
                    <a:pt x="60" y="66"/>
                    <a:pt x="67" y="80"/>
                  </a:cubicBezTo>
                  <a:cubicBezTo>
                    <a:pt x="72" y="88"/>
                    <a:pt x="76" y="96"/>
                    <a:pt x="82" y="103"/>
                  </a:cubicBezTo>
                  <a:cubicBezTo>
                    <a:pt x="89" y="113"/>
                    <a:pt x="101" y="120"/>
                    <a:pt x="107" y="131"/>
                  </a:cubicBezTo>
                  <a:cubicBezTo>
                    <a:pt x="75" y="105"/>
                    <a:pt x="72" y="63"/>
                    <a:pt x="50" y="32"/>
                  </a:cubicBezTo>
                  <a:cubicBezTo>
                    <a:pt x="45" y="25"/>
                    <a:pt x="39" y="19"/>
                    <a:pt x="31" y="15"/>
                  </a:cubicBezTo>
                  <a:cubicBezTo>
                    <a:pt x="24" y="11"/>
                    <a:pt x="9" y="10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219">
              <a:extLst>
                <a:ext uri="{FF2B5EF4-FFF2-40B4-BE49-F238E27FC236}">
                  <a16:creationId xmlns:a16="http://schemas.microsoft.com/office/drawing/2014/main" id="{1D38E2F7-CEB5-4F0F-A673-2A1A7928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309"/>
              <a:ext cx="111" cy="79"/>
            </a:xfrm>
            <a:custGeom>
              <a:avLst/>
              <a:gdLst>
                <a:gd name="T0" fmla="*/ 0 w 93"/>
                <a:gd name="T1" fmla="*/ 0 h 62"/>
                <a:gd name="T2" fmla="*/ 158 w 93"/>
                <a:gd name="T3" fmla="*/ 12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62">
                  <a:moveTo>
                    <a:pt x="0" y="0"/>
                  </a:moveTo>
                  <a:cubicBezTo>
                    <a:pt x="30" y="21"/>
                    <a:pt x="61" y="44"/>
                    <a:pt x="93" y="6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220">
              <a:extLst>
                <a:ext uri="{FF2B5EF4-FFF2-40B4-BE49-F238E27FC236}">
                  <a16:creationId xmlns:a16="http://schemas.microsoft.com/office/drawing/2014/main" id="{DDBC4586-0010-4444-81C9-79701B3A8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280"/>
              <a:ext cx="28" cy="21"/>
            </a:xfrm>
            <a:custGeom>
              <a:avLst/>
              <a:gdLst>
                <a:gd name="T0" fmla="*/ 0 w 24"/>
                <a:gd name="T1" fmla="*/ 0 h 17"/>
                <a:gd name="T2" fmla="*/ 39 w 24"/>
                <a:gd name="T3" fmla="*/ 3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8" y="6"/>
                    <a:pt x="16" y="11"/>
                    <a:pt x="24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221">
              <a:extLst>
                <a:ext uri="{FF2B5EF4-FFF2-40B4-BE49-F238E27FC236}">
                  <a16:creationId xmlns:a16="http://schemas.microsoft.com/office/drawing/2014/main" id="{12F451E9-E5F1-45F8-93EE-3F29853E2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262"/>
              <a:ext cx="16" cy="10"/>
            </a:xfrm>
            <a:custGeom>
              <a:avLst/>
              <a:gdLst>
                <a:gd name="T0" fmla="*/ 0 w 13"/>
                <a:gd name="T1" fmla="*/ 0 h 8"/>
                <a:gd name="T2" fmla="*/ 18 w 13"/>
                <a:gd name="T3" fmla="*/ 14 h 8"/>
                <a:gd name="T4" fmla="*/ 25 w 13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4" y="3"/>
                    <a:pt x="7" y="5"/>
                    <a:pt x="10" y="7"/>
                  </a:cubicBezTo>
                  <a:cubicBezTo>
                    <a:pt x="11" y="7"/>
                    <a:pt x="12" y="8"/>
                    <a:pt x="13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222">
              <a:extLst>
                <a:ext uri="{FF2B5EF4-FFF2-40B4-BE49-F238E27FC236}">
                  <a16:creationId xmlns:a16="http://schemas.microsoft.com/office/drawing/2014/main" id="{EC514C1E-F118-40A4-92A8-80D7A851C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718"/>
              <a:ext cx="283" cy="538"/>
            </a:xfrm>
            <a:custGeom>
              <a:avLst/>
              <a:gdLst>
                <a:gd name="T0" fmla="*/ 50 w 237"/>
                <a:gd name="T1" fmla="*/ 0 h 422"/>
                <a:gd name="T2" fmla="*/ 44 w 237"/>
                <a:gd name="T3" fmla="*/ 65 h 422"/>
                <a:gd name="T4" fmla="*/ 404 w 237"/>
                <a:gd name="T5" fmla="*/ 875 h 4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422">
                  <a:moveTo>
                    <a:pt x="29" y="0"/>
                  </a:moveTo>
                  <a:cubicBezTo>
                    <a:pt x="28" y="10"/>
                    <a:pt x="27" y="21"/>
                    <a:pt x="26" y="31"/>
                  </a:cubicBezTo>
                  <a:cubicBezTo>
                    <a:pt x="0" y="205"/>
                    <a:pt x="102" y="330"/>
                    <a:pt x="237" y="42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223">
              <a:extLst>
                <a:ext uri="{FF2B5EF4-FFF2-40B4-BE49-F238E27FC236}">
                  <a16:creationId xmlns:a16="http://schemas.microsoft.com/office/drawing/2014/main" id="{52028510-F7A5-4351-9B91-A2E105D0E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644"/>
              <a:ext cx="1" cy="60"/>
            </a:xfrm>
            <a:custGeom>
              <a:avLst/>
              <a:gdLst>
                <a:gd name="T0" fmla="*/ 0 w 1"/>
                <a:gd name="T1" fmla="*/ 0 h 47"/>
                <a:gd name="T2" fmla="*/ 0 w 1"/>
                <a:gd name="T3" fmla="*/ 98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0"/>
                  </a:moveTo>
                  <a:cubicBezTo>
                    <a:pt x="1" y="16"/>
                    <a:pt x="0" y="32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224">
              <a:extLst>
                <a:ext uri="{FF2B5EF4-FFF2-40B4-BE49-F238E27FC236}">
                  <a16:creationId xmlns:a16="http://schemas.microsoft.com/office/drawing/2014/main" id="{FBFC6A58-A15C-446F-A4AA-722919E17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605"/>
              <a:ext cx="1" cy="21"/>
            </a:xfrm>
            <a:custGeom>
              <a:avLst/>
              <a:gdLst>
                <a:gd name="T0" fmla="*/ 0 w 1"/>
                <a:gd name="T1" fmla="*/ 0 h 17"/>
                <a:gd name="T2" fmla="*/ 0 w 1"/>
                <a:gd name="T3" fmla="*/ 3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">
                  <a:moveTo>
                    <a:pt x="0" y="0"/>
                  </a:moveTo>
                  <a:cubicBezTo>
                    <a:pt x="0" y="6"/>
                    <a:pt x="0" y="11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225">
              <a:extLst>
                <a:ext uri="{FF2B5EF4-FFF2-40B4-BE49-F238E27FC236}">
                  <a16:creationId xmlns:a16="http://schemas.microsoft.com/office/drawing/2014/main" id="{45ED672B-C41E-47B6-A2F3-906262E2C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307"/>
              <a:ext cx="132" cy="279"/>
            </a:xfrm>
            <a:custGeom>
              <a:avLst/>
              <a:gdLst>
                <a:gd name="T0" fmla="*/ 187 w 111"/>
                <a:gd name="T1" fmla="*/ 0 h 219"/>
                <a:gd name="T2" fmla="*/ 107 w 111"/>
                <a:gd name="T3" fmla="*/ 54 h 219"/>
                <a:gd name="T4" fmla="*/ 14 w 111"/>
                <a:gd name="T5" fmla="*/ 278 h 219"/>
                <a:gd name="T6" fmla="*/ 0 w 111"/>
                <a:gd name="T7" fmla="*/ 452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19">
                  <a:moveTo>
                    <a:pt x="111" y="0"/>
                  </a:moveTo>
                  <a:cubicBezTo>
                    <a:pt x="95" y="4"/>
                    <a:pt x="81" y="11"/>
                    <a:pt x="64" y="26"/>
                  </a:cubicBezTo>
                  <a:cubicBezTo>
                    <a:pt x="32" y="54"/>
                    <a:pt x="17" y="93"/>
                    <a:pt x="8" y="134"/>
                  </a:cubicBezTo>
                  <a:cubicBezTo>
                    <a:pt x="2" y="161"/>
                    <a:pt x="1" y="190"/>
                    <a:pt x="0" y="21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226">
              <a:extLst>
                <a:ext uri="{FF2B5EF4-FFF2-40B4-BE49-F238E27FC236}">
                  <a16:creationId xmlns:a16="http://schemas.microsoft.com/office/drawing/2014/main" id="{FF13DDB7-53D2-4EDA-80C9-B9C7459E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514"/>
              <a:ext cx="99" cy="73"/>
            </a:xfrm>
            <a:custGeom>
              <a:avLst/>
              <a:gdLst>
                <a:gd name="T0" fmla="*/ 141 w 83"/>
                <a:gd name="T1" fmla="*/ 119 h 57"/>
                <a:gd name="T2" fmla="*/ 2 w 83"/>
                <a:gd name="T3" fmla="*/ 13 h 57"/>
                <a:gd name="T4" fmla="*/ 0 w 8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57">
                  <a:moveTo>
                    <a:pt x="83" y="57"/>
                  </a:moveTo>
                  <a:cubicBezTo>
                    <a:pt x="49" y="53"/>
                    <a:pt x="40" y="2"/>
                    <a:pt x="2" y="6"/>
                  </a:cubicBez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227">
              <a:extLst>
                <a:ext uri="{FF2B5EF4-FFF2-40B4-BE49-F238E27FC236}">
                  <a16:creationId xmlns:a16="http://schemas.microsoft.com/office/drawing/2014/main" id="{26B46435-BF64-4D4A-9460-18B448E2E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705"/>
              <a:ext cx="76" cy="23"/>
            </a:xfrm>
            <a:custGeom>
              <a:avLst/>
              <a:gdLst>
                <a:gd name="T0" fmla="*/ 111 w 63"/>
                <a:gd name="T1" fmla="*/ 13 h 18"/>
                <a:gd name="T2" fmla="*/ 57 w 63"/>
                <a:gd name="T3" fmla="*/ 22 h 18"/>
                <a:gd name="T4" fmla="*/ 0 w 63"/>
                <a:gd name="T5" fmla="*/ 3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8">
                  <a:moveTo>
                    <a:pt x="63" y="6"/>
                  </a:moveTo>
                  <a:cubicBezTo>
                    <a:pt x="50" y="0"/>
                    <a:pt x="44" y="5"/>
                    <a:pt x="32" y="10"/>
                  </a:cubicBezTo>
                  <a:cubicBezTo>
                    <a:pt x="21" y="15"/>
                    <a:pt x="8" y="15"/>
                    <a:pt x="0" y="1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228">
              <a:extLst>
                <a:ext uri="{FF2B5EF4-FFF2-40B4-BE49-F238E27FC236}">
                  <a16:creationId xmlns:a16="http://schemas.microsoft.com/office/drawing/2014/main" id="{1123C502-CF0B-4E1A-B440-3E0D58CD9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840"/>
              <a:ext cx="84" cy="61"/>
            </a:xfrm>
            <a:custGeom>
              <a:avLst/>
              <a:gdLst>
                <a:gd name="T0" fmla="*/ 121 w 70"/>
                <a:gd name="T1" fmla="*/ 0 h 48"/>
                <a:gd name="T2" fmla="*/ 0 w 70"/>
                <a:gd name="T3" fmla="*/ 9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48">
                  <a:moveTo>
                    <a:pt x="70" y="0"/>
                  </a:moveTo>
                  <a:cubicBezTo>
                    <a:pt x="42" y="13"/>
                    <a:pt x="32" y="42"/>
                    <a:pt x="0" y="4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229">
              <a:extLst>
                <a:ext uri="{FF2B5EF4-FFF2-40B4-BE49-F238E27FC236}">
                  <a16:creationId xmlns:a16="http://schemas.microsoft.com/office/drawing/2014/main" id="{0C19ADF8-5C58-4F2E-909F-995E2D8F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980"/>
              <a:ext cx="67" cy="138"/>
            </a:xfrm>
            <a:custGeom>
              <a:avLst/>
              <a:gdLst>
                <a:gd name="T0" fmla="*/ 96 w 56"/>
                <a:gd name="T1" fmla="*/ 0 h 108"/>
                <a:gd name="T2" fmla="*/ 54 w 56"/>
                <a:gd name="T3" fmla="*/ 146 h 108"/>
                <a:gd name="T4" fmla="*/ 17 w 56"/>
                <a:gd name="T5" fmla="*/ 183 h 108"/>
                <a:gd name="T6" fmla="*/ 0 w 56"/>
                <a:gd name="T7" fmla="*/ 225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08">
                  <a:moveTo>
                    <a:pt x="56" y="0"/>
                  </a:moveTo>
                  <a:cubicBezTo>
                    <a:pt x="56" y="23"/>
                    <a:pt x="51" y="54"/>
                    <a:pt x="32" y="70"/>
                  </a:cubicBezTo>
                  <a:cubicBezTo>
                    <a:pt x="24" y="77"/>
                    <a:pt x="17" y="77"/>
                    <a:pt x="10" y="88"/>
                  </a:cubicBezTo>
                  <a:cubicBezTo>
                    <a:pt x="6" y="94"/>
                    <a:pt x="3" y="102"/>
                    <a:pt x="0" y="10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230">
              <a:extLst>
                <a:ext uri="{FF2B5EF4-FFF2-40B4-BE49-F238E27FC236}">
                  <a16:creationId xmlns:a16="http://schemas.microsoft.com/office/drawing/2014/main" id="{242EB4C0-97C2-445B-87DF-A1B6C692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341"/>
              <a:ext cx="46" cy="218"/>
            </a:xfrm>
            <a:custGeom>
              <a:avLst/>
              <a:gdLst>
                <a:gd name="T0" fmla="*/ 44 w 39"/>
                <a:gd name="T1" fmla="*/ 354 h 171"/>
                <a:gd name="T2" fmla="*/ 47 w 39"/>
                <a:gd name="T3" fmla="*/ 166 h 171"/>
                <a:gd name="T4" fmla="*/ 55 w 39"/>
                <a:gd name="T5" fmla="*/ 60 h 171"/>
                <a:gd name="T6" fmla="*/ 64 w 39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71">
                  <a:moveTo>
                    <a:pt x="26" y="171"/>
                  </a:moveTo>
                  <a:cubicBezTo>
                    <a:pt x="0" y="150"/>
                    <a:pt x="24" y="104"/>
                    <a:pt x="29" y="80"/>
                  </a:cubicBezTo>
                  <a:cubicBezTo>
                    <a:pt x="34" y="61"/>
                    <a:pt x="35" y="47"/>
                    <a:pt x="34" y="29"/>
                  </a:cubicBezTo>
                  <a:cubicBezTo>
                    <a:pt x="33" y="19"/>
                    <a:pt x="32" y="7"/>
                    <a:pt x="39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Freeform 231">
              <a:extLst>
                <a:ext uri="{FF2B5EF4-FFF2-40B4-BE49-F238E27FC236}">
                  <a16:creationId xmlns:a16="http://schemas.microsoft.com/office/drawing/2014/main" id="{30A8ECE8-C942-4B93-B54B-B9382C2D1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614"/>
              <a:ext cx="51" cy="100"/>
            </a:xfrm>
            <a:custGeom>
              <a:avLst/>
              <a:gdLst>
                <a:gd name="T0" fmla="*/ 71 w 43"/>
                <a:gd name="T1" fmla="*/ 161 h 79"/>
                <a:gd name="T2" fmla="*/ 0 w 43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79">
                  <a:moveTo>
                    <a:pt x="43" y="79"/>
                  </a:moveTo>
                  <a:cubicBezTo>
                    <a:pt x="8" y="64"/>
                    <a:pt x="23" y="24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232">
              <a:extLst>
                <a:ext uri="{FF2B5EF4-FFF2-40B4-BE49-F238E27FC236}">
                  <a16:creationId xmlns:a16="http://schemas.microsoft.com/office/drawing/2014/main" id="{270965F4-C9CA-4B62-80C1-FD950965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866"/>
              <a:ext cx="63" cy="81"/>
            </a:xfrm>
            <a:custGeom>
              <a:avLst/>
              <a:gdLst>
                <a:gd name="T0" fmla="*/ 89 w 53"/>
                <a:gd name="T1" fmla="*/ 0 h 64"/>
                <a:gd name="T2" fmla="*/ 0 w 53"/>
                <a:gd name="T3" fmla="*/ 1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64">
                  <a:moveTo>
                    <a:pt x="53" y="0"/>
                  </a:moveTo>
                  <a:cubicBezTo>
                    <a:pt x="39" y="22"/>
                    <a:pt x="24" y="52"/>
                    <a:pt x="0" y="6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Freeform 233">
              <a:extLst>
                <a:ext uri="{FF2B5EF4-FFF2-40B4-BE49-F238E27FC236}">
                  <a16:creationId xmlns:a16="http://schemas.microsoft.com/office/drawing/2014/main" id="{59C8FF89-C783-41DE-9F5F-AC0F17175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011"/>
              <a:ext cx="81" cy="70"/>
            </a:xfrm>
            <a:custGeom>
              <a:avLst/>
              <a:gdLst>
                <a:gd name="T0" fmla="*/ 112 w 68"/>
                <a:gd name="T1" fmla="*/ 0 h 55"/>
                <a:gd name="T2" fmla="*/ 64 w 68"/>
                <a:gd name="T3" fmla="*/ 81 h 55"/>
                <a:gd name="T4" fmla="*/ 0 w 68"/>
                <a:gd name="T5" fmla="*/ 113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55">
                  <a:moveTo>
                    <a:pt x="66" y="0"/>
                  </a:moveTo>
                  <a:cubicBezTo>
                    <a:pt x="68" y="19"/>
                    <a:pt x="54" y="31"/>
                    <a:pt x="38" y="39"/>
                  </a:cubicBezTo>
                  <a:cubicBezTo>
                    <a:pt x="33" y="42"/>
                    <a:pt x="1" y="55"/>
                    <a:pt x="0" y="5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3" name="Freeform 234">
              <a:extLst>
                <a:ext uri="{FF2B5EF4-FFF2-40B4-BE49-F238E27FC236}">
                  <a16:creationId xmlns:a16="http://schemas.microsoft.com/office/drawing/2014/main" id="{7B627AFE-8E29-443A-8EBC-AD94C550E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935"/>
              <a:ext cx="110" cy="57"/>
            </a:xfrm>
            <a:custGeom>
              <a:avLst/>
              <a:gdLst>
                <a:gd name="T0" fmla="*/ 158 w 92"/>
                <a:gd name="T1" fmla="*/ 0 h 45"/>
                <a:gd name="T2" fmla="*/ 139 w 92"/>
                <a:gd name="T3" fmla="*/ 37 h 45"/>
                <a:gd name="T4" fmla="*/ 80 w 92"/>
                <a:gd name="T5" fmla="*/ 66 h 45"/>
                <a:gd name="T6" fmla="*/ 0 w 92"/>
                <a:gd name="T7" fmla="*/ 9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5">
                  <a:moveTo>
                    <a:pt x="92" y="0"/>
                  </a:moveTo>
                  <a:cubicBezTo>
                    <a:pt x="88" y="5"/>
                    <a:pt x="86" y="13"/>
                    <a:pt x="81" y="18"/>
                  </a:cubicBezTo>
                  <a:cubicBezTo>
                    <a:pt x="73" y="25"/>
                    <a:pt x="58" y="29"/>
                    <a:pt x="47" y="32"/>
                  </a:cubicBezTo>
                  <a:cubicBezTo>
                    <a:pt x="32" y="36"/>
                    <a:pt x="12" y="34"/>
                    <a:pt x="0" y="4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4" name="Freeform 235">
              <a:extLst>
                <a:ext uri="{FF2B5EF4-FFF2-40B4-BE49-F238E27FC236}">
                  <a16:creationId xmlns:a16="http://schemas.microsoft.com/office/drawing/2014/main" id="{E038EE38-B7CD-47C8-9F78-C2B3AD31D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133"/>
              <a:ext cx="40" cy="107"/>
            </a:xfrm>
            <a:custGeom>
              <a:avLst/>
              <a:gdLst>
                <a:gd name="T0" fmla="*/ 55 w 34"/>
                <a:gd name="T1" fmla="*/ 0 h 84"/>
                <a:gd name="T2" fmla="*/ 29 w 34"/>
                <a:gd name="T3" fmla="*/ 106 h 84"/>
                <a:gd name="T4" fmla="*/ 0 w 34"/>
                <a:gd name="T5" fmla="*/ 173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4">
                  <a:moveTo>
                    <a:pt x="34" y="0"/>
                  </a:moveTo>
                  <a:cubicBezTo>
                    <a:pt x="29" y="19"/>
                    <a:pt x="31" y="35"/>
                    <a:pt x="18" y="51"/>
                  </a:cubicBezTo>
                  <a:cubicBezTo>
                    <a:pt x="9" y="61"/>
                    <a:pt x="3" y="71"/>
                    <a:pt x="0" y="8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5" name="Freeform 236">
              <a:extLst>
                <a:ext uri="{FF2B5EF4-FFF2-40B4-BE49-F238E27FC236}">
                  <a16:creationId xmlns:a16="http://schemas.microsoft.com/office/drawing/2014/main" id="{E4B18BE6-92B1-4F03-BCD6-5DCD59222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207"/>
              <a:ext cx="9" cy="131"/>
            </a:xfrm>
            <a:custGeom>
              <a:avLst/>
              <a:gdLst>
                <a:gd name="T0" fmla="*/ 1 w 8"/>
                <a:gd name="T1" fmla="*/ 212 h 103"/>
                <a:gd name="T2" fmla="*/ 7 w 8"/>
                <a:gd name="T3" fmla="*/ 97 h 103"/>
                <a:gd name="T4" fmla="*/ 0 w 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3">
                  <a:moveTo>
                    <a:pt x="1" y="103"/>
                  </a:moveTo>
                  <a:cubicBezTo>
                    <a:pt x="5" y="83"/>
                    <a:pt x="8" y="68"/>
                    <a:pt x="4" y="47"/>
                  </a:cubicBezTo>
                  <a:cubicBezTo>
                    <a:pt x="1" y="32"/>
                    <a:pt x="0" y="1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6" name="Freeform 237">
              <a:extLst>
                <a:ext uri="{FF2B5EF4-FFF2-40B4-BE49-F238E27FC236}">
                  <a16:creationId xmlns:a16="http://schemas.microsoft.com/office/drawing/2014/main" id="{93493E23-AD48-49AB-A6FD-FE2895EFD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151"/>
              <a:ext cx="25" cy="88"/>
            </a:xfrm>
            <a:custGeom>
              <a:avLst/>
              <a:gdLst>
                <a:gd name="T0" fmla="*/ 29 w 21"/>
                <a:gd name="T1" fmla="*/ 0 h 69"/>
                <a:gd name="T2" fmla="*/ 24 w 21"/>
                <a:gd name="T3" fmla="*/ 88 h 69"/>
                <a:gd name="T4" fmla="*/ 1 w 21"/>
                <a:gd name="T5" fmla="*/ 14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9">
                  <a:moveTo>
                    <a:pt x="17" y="0"/>
                  </a:moveTo>
                  <a:cubicBezTo>
                    <a:pt x="21" y="10"/>
                    <a:pt x="19" y="32"/>
                    <a:pt x="14" y="42"/>
                  </a:cubicBezTo>
                  <a:cubicBezTo>
                    <a:pt x="9" y="52"/>
                    <a:pt x="0" y="56"/>
                    <a:pt x="1" y="6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7" name="Freeform 238">
              <a:extLst>
                <a:ext uri="{FF2B5EF4-FFF2-40B4-BE49-F238E27FC236}">
                  <a16:creationId xmlns:a16="http://schemas.microsoft.com/office/drawing/2014/main" id="{EEF88A0A-8454-4B7D-AFE2-72F939A3A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122"/>
              <a:ext cx="54" cy="56"/>
            </a:xfrm>
            <a:custGeom>
              <a:avLst/>
              <a:gdLst>
                <a:gd name="T0" fmla="*/ 78 w 45"/>
                <a:gd name="T1" fmla="*/ 0 h 44"/>
                <a:gd name="T2" fmla="*/ 0 w 45"/>
                <a:gd name="T3" fmla="*/ 9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4">
                  <a:moveTo>
                    <a:pt x="45" y="0"/>
                  </a:moveTo>
                  <a:cubicBezTo>
                    <a:pt x="31" y="15"/>
                    <a:pt x="10" y="26"/>
                    <a:pt x="0" y="4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8" name="Freeform 239">
              <a:extLst>
                <a:ext uri="{FF2B5EF4-FFF2-40B4-BE49-F238E27FC236}">
                  <a16:creationId xmlns:a16="http://schemas.microsoft.com/office/drawing/2014/main" id="{7E2F5C0D-71EB-4F99-BADE-908C0F0A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220"/>
              <a:ext cx="27" cy="86"/>
            </a:xfrm>
            <a:custGeom>
              <a:avLst/>
              <a:gdLst>
                <a:gd name="T0" fmla="*/ 32 w 23"/>
                <a:gd name="T1" fmla="*/ 0 h 68"/>
                <a:gd name="T2" fmla="*/ 0 w 23"/>
                <a:gd name="T3" fmla="*/ 138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8">
                  <a:moveTo>
                    <a:pt x="20" y="0"/>
                  </a:moveTo>
                  <a:cubicBezTo>
                    <a:pt x="23" y="23"/>
                    <a:pt x="1" y="45"/>
                    <a:pt x="0" y="6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9" name="Freeform 240">
              <a:extLst>
                <a:ext uri="{FF2B5EF4-FFF2-40B4-BE49-F238E27FC236}">
                  <a16:creationId xmlns:a16="http://schemas.microsoft.com/office/drawing/2014/main" id="{FDB010BC-5762-4910-A0D0-3BFFD14CB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171"/>
              <a:ext cx="12" cy="86"/>
            </a:xfrm>
            <a:custGeom>
              <a:avLst/>
              <a:gdLst>
                <a:gd name="T0" fmla="*/ 8 w 10"/>
                <a:gd name="T1" fmla="*/ 0 h 67"/>
                <a:gd name="T2" fmla="*/ 0 w 10"/>
                <a:gd name="T3" fmla="*/ 141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7">
                  <a:moveTo>
                    <a:pt x="5" y="0"/>
                  </a:moveTo>
                  <a:cubicBezTo>
                    <a:pt x="10" y="22"/>
                    <a:pt x="1" y="45"/>
                    <a:pt x="0" y="6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0" name="Freeform 241">
              <a:extLst>
                <a:ext uri="{FF2B5EF4-FFF2-40B4-BE49-F238E27FC236}">
                  <a16:creationId xmlns:a16="http://schemas.microsoft.com/office/drawing/2014/main" id="{F14BA7C0-58AA-4AB8-BA24-D112F5C6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266"/>
              <a:ext cx="20" cy="86"/>
            </a:xfrm>
            <a:custGeom>
              <a:avLst/>
              <a:gdLst>
                <a:gd name="T0" fmla="*/ 0 w 16"/>
                <a:gd name="T1" fmla="*/ 0 h 68"/>
                <a:gd name="T2" fmla="*/ 31 w 16"/>
                <a:gd name="T3" fmla="*/ 138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8">
                  <a:moveTo>
                    <a:pt x="0" y="0"/>
                  </a:moveTo>
                  <a:cubicBezTo>
                    <a:pt x="6" y="22"/>
                    <a:pt x="16" y="45"/>
                    <a:pt x="16" y="6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Freeform 242">
              <a:extLst>
                <a:ext uri="{FF2B5EF4-FFF2-40B4-BE49-F238E27FC236}">
                  <a16:creationId xmlns:a16="http://schemas.microsoft.com/office/drawing/2014/main" id="{4AA9D20D-6B91-46C9-BC32-519E7FF43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777"/>
              <a:ext cx="91" cy="37"/>
            </a:xfrm>
            <a:custGeom>
              <a:avLst/>
              <a:gdLst>
                <a:gd name="T0" fmla="*/ 131 w 76"/>
                <a:gd name="T1" fmla="*/ 0 h 29"/>
                <a:gd name="T2" fmla="*/ 57 w 76"/>
                <a:gd name="T3" fmla="*/ 42 h 29"/>
                <a:gd name="T4" fmla="*/ 0 w 76"/>
                <a:gd name="T5" fmla="*/ 6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29">
                  <a:moveTo>
                    <a:pt x="76" y="0"/>
                  </a:moveTo>
                  <a:cubicBezTo>
                    <a:pt x="66" y="11"/>
                    <a:pt x="47" y="16"/>
                    <a:pt x="33" y="20"/>
                  </a:cubicBezTo>
                  <a:cubicBezTo>
                    <a:pt x="23" y="24"/>
                    <a:pt x="8" y="21"/>
                    <a:pt x="0" y="2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2" name="Freeform 243">
              <a:extLst>
                <a:ext uri="{FF2B5EF4-FFF2-40B4-BE49-F238E27FC236}">
                  <a16:creationId xmlns:a16="http://schemas.microsoft.com/office/drawing/2014/main" id="{0539AAA2-7A3C-4EE7-91D3-10BAF4309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63"/>
              <a:ext cx="81" cy="42"/>
            </a:xfrm>
            <a:custGeom>
              <a:avLst/>
              <a:gdLst>
                <a:gd name="T0" fmla="*/ 114 w 68"/>
                <a:gd name="T1" fmla="*/ 0 h 33"/>
                <a:gd name="T2" fmla="*/ 50 w 68"/>
                <a:gd name="T3" fmla="*/ 31 h 33"/>
                <a:gd name="T4" fmla="*/ 0 w 68"/>
                <a:gd name="T5" fmla="*/ 6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3">
                  <a:moveTo>
                    <a:pt x="68" y="0"/>
                  </a:moveTo>
                  <a:cubicBezTo>
                    <a:pt x="57" y="1"/>
                    <a:pt x="39" y="10"/>
                    <a:pt x="29" y="15"/>
                  </a:cubicBezTo>
                  <a:cubicBezTo>
                    <a:pt x="20" y="20"/>
                    <a:pt x="5" y="26"/>
                    <a:pt x="0" y="3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3" name="Freeform 244">
              <a:extLst>
                <a:ext uri="{FF2B5EF4-FFF2-40B4-BE49-F238E27FC236}">
                  <a16:creationId xmlns:a16="http://schemas.microsoft.com/office/drawing/2014/main" id="{0979B63E-35BF-47DE-BE98-0C27D4D17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487"/>
              <a:ext cx="50" cy="179"/>
            </a:xfrm>
            <a:custGeom>
              <a:avLst/>
              <a:gdLst>
                <a:gd name="T0" fmla="*/ 45 w 42"/>
                <a:gd name="T1" fmla="*/ 0 h 140"/>
                <a:gd name="T2" fmla="*/ 17 w 42"/>
                <a:gd name="T3" fmla="*/ 196 h 140"/>
                <a:gd name="T4" fmla="*/ 0 w 42"/>
                <a:gd name="T5" fmla="*/ 29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40">
                  <a:moveTo>
                    <a:pt x="27" y="0"/>
                  </a:moveTo>
                  <a:cubicBezTo>
                    <a:pt x="42" y="35"/>
                    <a:pt x="21" y="63"/>
                    <a:pt x="10" y="94"/>
                  </a:cubicBezTo>
                  <a:cubicBezTo>
                    <a:pt x="6" y="105"/>
                    <a:pt x="7" y="135"/>
                    <a:pt x="0" y="14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4" name="Freeform 245">
              <a:extLst>
                <a:ext uri="{FF2B5EF4-FFF2-40B4-BE49-F238E27FC236}">
                  <a16:creationId xmlns:a16="http://schemas.microsoft.com/office/drawing/2014/main" id="{D81DD515-A610-40F6-9BAF-ACDB2F8B3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508"/>
              <a:ext cx="64" cy="172"/>
            </a:xfrm>
            <a:custGeom>
              <a:avLst/>
              <a:gdLst>
                <a:gd name="T0" fmla="*/ 0 w 53"/>
                <a:gd name="T1" fmla="*/ 0 h 135"/>
                <a:gd name="T2" fmla="*/ 78 w 53"/>
                <a:gd name="T3" fmla="*/ 180 h 135"/>
                <a:gd name="T4" fmla="*/ 91 w 53"/>
                <a:gd name="T5" fmla="*/ 279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35">
                  <a:moveTo>
                    <a:pt x="0" y="0"/>
                  </a:moveTo>
                  <a:cubicBezTo>
                    <a:pt x="6" y="36"/>
                    <a:pt x="35" y="55"/>
                    <a:pt x="45" y="87"/>
                  </a:cubicBezTo>
                  <a:cubicBezTo>
                    <a:pt x="51" y="103"/>
                    <a:pt x="53" y="118"/>
                    <a:pt x="51" y="13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5" name="Freeform 246">
              <a:extLst>
                <a:ext uri="{FF2B5EF4-FFF2-40B4-BE49-F238E27FC236}">
                  <a16:creationId xmlns:a16="http://schemas.microsoft.com/office/drawing/2014/main" id="{3FFCE589-2AC1-42E9-A36E-A7486723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513"/>
              <a:ext cx="31" cy="168"/>
            </a:xfrm>
            <a:custGeom>
              <a:avLst/>
              <a:gdLst>
                <a:gd name="T0" fmla="*/ 0 w 26"/>
                <a:gd name="T1" fmla="*/ 0 h 132"/>
                <a:gd name="T2" fmla="*/ 10 w 26"/>
                <a:gd name="T3" fmla="*/ 81 h 132"/>
                <a:gd name="T4" fmla="*/ 12 w 26"/>
                <a:gd name="T5" fmla="*/ 164 h 132"/>
                <a:gd name="T6" fmla="*/ 36 w 26"/>
                <a:gd name="T7" fmla="*/ 272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2">
                  <a:moveTo>
                    <a:pt x="0" y="0"/>
                  </a:moveTo>
                  <a:cubicBezTo>
                    <a:pt x="1" y="12"/>
                    <a:pt x="6" y="25"/>
                    <a:pt x="6" y="39"/>
                  </a:cubicBezTo>
                  <a:cubicBezTo>
                    <a:pt x="6" y="52"/>
                    <a:pt x="4" y="66"/>
                    <a:pt x="7" y="79"/>
                  </a:cubicBezTo>
                  <a:cubicBezTo>
                    <a:pt x="12" y="97"/>
                    <a:pt x="26" y="113"/>
                    <a:pt x="21" y="13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Freeform 247">
              <a:extLst>
                <a:ext uri="{FF2B5EF4-FFF2-40B4-BE49-F238E27FC236}">
                  <a16:creationId xmlns:a16="http://schemas.microsoft.com/office/drawing/2014/main" id="{7868EF34-8C78-4F8A-819E-A07D4AF1C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528"/>
              <a:ext cx="18" cy="155"/>
            </a:xfrm>
            <a:custGeom>
              <a:avLst/>
              <a:gdLst>
                <a:gd name="T0" fmla="*/ 0 w 15"/>
                <a:gd name="T1" fmla="*/ 0 h 122"/>
                <a:gd name="T2" fmla="*/ 6 w 15"/>
                <a:gd name="T3" fmla="*/ 154 h 122"/>
                <a:gd name="T4" fmla="*/ 8 w 15"/>
                <a:gd name="T5" fmla="*/ 25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2">
                  <a:moveTo>
                    <a:pt x="0" y="0"/>
                  </a:moveTo>
                  <a:cubicBezTo>
                    <a:pt x="15" y="19"/>
                    <a:pt x="7" y="53"/>
                    <a:pt x="3" y="75"/>
                  </a:cubicBezTo>
                  <a:cubicBezTo>
                    <a:pt x="1" y="89"/>
                    <a:pt x="5" y="113"/>
                    <a:pt x="5" y="12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7" name="Freeform 248">
              <a:extLst>
                <a:ext uri="{FF2B5EF4-FFF2-40B4-BE49-F238E27FC236}">
                  <a16:creationId xmlns:a16="http://schemas.microsoft.com/office/drawing/2014/main" id="{36C98C19-202C-4D46-83A5-1FB1FCBE1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499"/>
              <a:ext cx="84" cy="144"/>
            </a:xfrm>
            <a:custGeom>
              <a:avLst/>
              <a:gdLst>
                <a:gd name="T0" fmla="*/ 0 w 71"/>
                <a:gd name="T1" fmla="*/ 0 h 113"/>
                <a:gd name="T2" fmla="*/ 78 w 71"/>
                <a:gd name="T3" fmla="*/ 55 h 113"/>
                <a:gd name="T4" fmla="*/ 109 w 71"/>
                <a:gd name="T5" fmla="*/ 136 h 113"/>
                <a:gd name="T6" fmla="*/ 99 w 71"/>
                <a:gd name="T7" fmla="*/ 234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13">
                  <a:moveTo>
                    <a:pt x="0" y="0"/>
                  </a:moveTo>
                  <a:cubicBezTo>
                    <a:pt x="9" y="0"/>
                    <a:pt x="38" y="19"/>
                    <a:pt x="47" y="27"/>
                  </a:cubicBezTo>
                  <a:cubicBezTo>
                    <a:pt x="57" y="37"/>
                    <a:pt x="65" y="51"/>
                    <a:pt x="66" y="66"/>
                  </a:cubicBezTo>
                  <a:cubicBezTo>
                    <a:pt x="68" y="80"/>
                    <a:pt x="71" y="102"/>
                    <a:pt x="60" y="11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249">
              <a:extLst>
                <a:ext uri="{FF2B5EF4-FFF2-40B4-BE49-F238E27FC236}">
                  <a16:creationId xmlns:a16="http://schemas.microsoft.com/office/drawing/2014/main" id="{B2E98DAA-9595-44FE-B37B-E6E4B3FF8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385"/>
              <a:ext cx="119" cy="190"/>
            </a:xfrm>
            <a:custGeom>
              <a:avLst/>
              <a:gdLst>
                <a:gd name="T0" fmla="*/ 169 w 100"/>
                <a:gd name="T1" fmla="*/ 309 h 149"/>
                <a:gd name="T2" fmla="*/ 163 w 100"/>
                <a:gd name="T3" fmla="*/ 218 h 149"/>
                <a:gd name="T4" fmla="*/ 144 w 100"/>
                <a:gd name="T5" fmla="*/ 159 h 149"/>
                <a:gd name="T6" fmla="*/ 88 w 100"/>
                <a:gd name="T7" fmla="*/ 84 h 149"/>
                <a:gd name="T8" fmla="*/ 38 w 100"/>
                <a:gd name="T9" fmla="*/ 36 h 149"/>
                <a:gd name="T10" fmla="*/ 0 w 100"/>
                <a:gd name="T11" fmla="*/ 0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49">
                  <a:moveTo>
                    <a:pt x="100" y="149"/>
                  </a:moveTo>
                  <a:cubicBezTo>
                    <a:pt x="92" y="139"/>
                    <a:pt x="98" y="117"/>
                    <a:pt x="97" y="105"/>
                  </a:cubicBezTo>
                  <a:cubicBezTo>
                    <a:pt x="96" y="93"/>
                    <a:pt x="92" y="87"/>
                    <a:pt x="86" y="77"/>
                  </a:cubicBezTo>
                  <a:cubicBezTo>
                    <a:pt x="76" y="61"/>
                    <a:pt x="68" y="51"/>
                    <a:pt x="52" y="41"/>
                  </a:cubicBezTo>
                  <a:cubicBezTo>
                    <a:pt x="42" y="33"/>
                    <a:pt x="33" y="25"/>
                    <a:pt x="23" y="17"/>
                  </a:cubicBezTo>
                  <a:cubicBezTo>
                    <a:pt x="16" y="11"/>
                    <a:pt x="4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250">
              <a:extLst>
                <a:ext uri="{FF2B5EF4-FFF2-40B4-BE49-F238E27FC236}">
                  <a16:creationId xmlns:a16="http://schemas.microsoft.com/office/drawing/2014/main" id="{D6B0FA60-4ECE-47E1-BE16-2513ADB62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401"/>
              <a:ext cx="108" cy="98"/>
            </a:xfrm>
            <a:custGeom>
              <a:avLst/>
              <a:gdLst>
                <a:gd name="T0" fmla="*/ 156 w 90"/>
                <a:gd name="T1" fmla="*/ 159 h 77"/>
                <a:gd name="T2" fmla="*/ 131 w 90"/>
                <a:gd name="T3" fmla="*/ 70 h 77"/>
                <a:gd name="T4" fmla="*/ 84 w 90"/>
                <a:gd name="T5" fmla="*/ 29 h 77"/>
                <a:gd name="T6" fmla="*/ 0 w 90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77">
                  <a:moveTo>
                    <a:pt x="90" y="77"/>
                  </a:moveTo>
                  <a:cubicBezTo>
                    <a:pt x="83" y="64"/>
                    <a:pt x="85" y="46"/>
                    <a:pt x="76" y="34"/>
                  </a:cubicBezTo>
                  <a:cubicBezTo>
                    <a:pt x="70" y="26"/>
                    <a:pt x="57" y="18"/>
                    <a:pt x="48" y="14"/>
                  </a:cubicBezTo>
                  <a:cubicBezTo>
                    <a:pt x="32" y="8"/>
                    <a:pt x="15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251">
              <a:extLst>
                <a:ext uri="{FF2B5EF4-FFF2-40B4-BE49-F238E27FC236}">
                  <a16:creationId xmlns:a16="http://schemas.microsoft.com/office/drawing/2014/main" id="{5072F34C-62BB-45CC-9044-5FAE8E2F7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458"/>
              <a:ext cx="95" cy="162"/>
            </a:xfrm>
            <a:custGeom>
              <a:avLst/>
              <a:gdLst>
                <a:gd name="T0" fmla="*/ 134 w 80"/>
                <a:gd name="T1" fmla="*/ 0 h 127"/>
                <a:gd name="T2" fmla="*/ 90 w 80"/>
                <a:gd name="T3" fmla="*/ 102 h 127"/>
                <a:gd name="T4" fmla="*/ 30 w 80"/>
                <a:gd name="T5" fmla="*/ 176 h 127"/>
                <a:gd name="T6" fmla="*/ 0 w 80"/>
                <a:gd name="T7" fmla="*/ 264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27">
                  <a:moveTo>
                    <a:pt x="80" y="0"/>
                  </a:moveTo>
                  <a:cubicBezTo>
                    <a:pt x="69" y="13"/>
                    <a:pt x="70" y="35"/>
                    <a:pt x="54" y="49"/>
                  </a:cubicBezTo>
                  <a:cubicBezTo>
                    <a:pt x="40" y="61"/>
                    <a:pt x="30" y="70"/>
                    <a:pt x="18" y="85"/>
                  </a:cubicBezTo>
                  <a:cubicBezTo>
                    <a:pt x="7" y="99"/>
                    <a:pt x="0" y="111"/>
                    <a:pt x="0" y="12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252">
              <a:extLst>
                <a:ext uri="{FF2B5EF4-FFF2-40B4-BE49-F238E27FC236}">
                  <a16:creationId xmlns:a16="http://schemas.microsoft.com/office/drawing/2014/main" id="{E56F04F2-86B9-443D-84B1-AFC2B598B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385"/>
              <a:ext cx="73" cy="171"/>
            </a:xfrm>
            <a:custGeom>
              <a:avLst/>
              <a:gdLst>
                <a:gd name="T0" fmla="*/ 0 w 61"/>
                <a:gd name="T1" fmla="*/ 278 h 134"/>
                <a:gd name="T2" fmla="*/ 6 w 61"/>
                <a:gd name="T3" fmla="*/ 223 h 134"/>
                <a:gd name="T4" fmla="*/ 31 w 61"/>
                <a:gd name="T5" fmla="*/ 160 h 134"/>
                <a:gd name="T6" fmla="*/ 80 w 61"/>
                <a:gd name="T7" fmla="*/ 82 h 134"/>
                <a:gd name="T8" fmla="*/ 104 w 61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34">
                  <a:moveTo>
                    <a:pt x="0" y="134"/>
                  </a:moveTo>
                  <a:cubicBezTo>
                    <a:pt x="4" y="126"/>
                    <a:pt x="2" y="116"/>
                    <a:pt x="3" y="107"/>
                  </a:cubicBezTo>
                  <a:cubicBezTo>
                    <a:pt x="5" y="95"/>
                    <a:pt x="9" y="87"/>
                    <a:pt x="18" y="77"/>
                  </a:cubicBezTo>
                  <a:cubicBezTo>
                    <a:pt x="29" y="64"/>
                    <a:pt x="44" y="57"/>
                    <a:pt x="47" y="39"/>
                  </a:cubicBezTo>
                  <a:cubicBezTo>
                    <a:pt x="49" y="26"/>
                    <a:pt x="51" y="7"/>
                    <a:pt x="6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253">
              <a:extLst>
                <a:ext uri="{FF2B5EF4-FFF2-40B4-BE49-F238E27FC236}">
                  <a16:creationId xmlns:a16="http://schemas.microsoft.com/office/drawing/2014/main" id="{AF7468BC-7966-47FA-B5C0-88FB88A46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296"/>
              <a:ext cx="119" cy="119"/>
            </a:xfrm>
            <a:custGeom>
              <a:avLst/>
              <a:gdLst>
                <a:gd name="T0" fmla="*/ 169 w 100"/>
                <a:gd name="T1" fmla="*/ 0 h 93"/>
                <a:gd name="T2" fmla="*/ 105 w 100"/>
                <a:gd name="T3" fmla="*/ 59 h 93"/>
                <a:gd name="T4" fmla="*/ 38 w 100"/>
                <a:gd name="T5" fmla="*/ 111 h 93"/>
                <a:gd name="T6" fmla="*/ 0 w 100"/>
                <a:gd name="T7" fmla="*/ 194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93">
                  <a:moveTo>
                    <a:pt x="100" y="0"/>
                  </a:moveTo>
                  <a:cubicBezTo>
                    <a:pt x="88" y="13"/>
                    <a:pt x="78" y="21"/>
                    <a:pt x="62" y="28"/>
                  </a:cubicBezTo>
                  <a:cubicBezTo>
                    <a:pt x="49" y="34"/>
                    <a:pt x="33" y="42"/>
                    <a:pt x="23" y="53"/>
                  </a:cubicBezTo>
                  <a:cubicBezTo>
                    <a:pt x="14" y="63"/>
                    <a:pt x="5" y="81"/>
                    <a:pt x="0" y="9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Freeform 254">
              <a:extLst>
                <a:ext uri="{FF2B5EF4-FFF2-40B4-BE49-F238E27FC236}">
                  <a16:creationId xmlns:a16="http://schemas.microsoft.com/office/drawing/2014/main" id="{9762D5A4-580D-4CF7-A064-6DCBD2308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473"/>
              <a:ext cx="144" cy="110"/>
            </a:xfrm>
            <a:custGeom>
              <a:avLst/>
              <a:gdLst>
                <a:gd name="T0" fmla="*/ 204 w 121"/>
                <a:gd name="T1" fmla="*/ 0 h 86"/>
                <a:gd name="T2" fmla="*/ 188 w 121"/>
                <a:gd name="T3" fmla="*/ 15 h 86"/>
                <a:gd name="T4" fmla="*/ 150 w 121"/>
                <a:gd name="T5" fmla="*/ 47 h 86"/>
                <a:gd name="T6" fmla="*/ 62 w 121"/>
                <a:gd name="T7" fmla="*/ 98 h 86"/>
                <a:gd name="T8" fmla="*/ 17 w 121"/>
                <a:gd name="T9" fmla="*/ 141 h 86"/>
                <a:gd name="T10" fmla="*/ 0 w 121"/>
                <a:gd name="T11" fmla="*/ 18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86">
                  <a:moveTo>
                    <a:pt x="121" y="0"/>
                  </a:moveTo>
                  <a:cubicBezTo>
                    <a:pt x="116" y="0"/>
                    <a:pt x="116" y="4"/>
                    <a:pt x="112" y="7"/>
                  </a:cubicBezTo>
                  <a:cubicBezTo>
                    <a:pt x="104" y="15"/>
                    <a:pt x="99" y="19"/>
                    <a:pt x="89" y="23"/>
                  </a:cubicBezTo>
                  <a:cubicBezTo>
                    <a:pt x="71" y="30"/>
                    <a:pt x="54" y="38"/>
                    <a:pt x="37" y="47"/>
                  </a:cubicBezTo>
                  <a:cubicBezTo>
                    <a:pt x="26" y="52"/>
                    <a:pt x="16" y="57"/>
                    <a:pt x="10" y="67"/>
                  </a:cubicBezTo>
                  <a:cubicBezTo>
                    <a:pt x="7" y="73"/>
                    <a:pt x="5" y="83"/>
                    <a:pt x="0" y="8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4" name="Freeform 255">
              <a:extLst>
                <a:ext uri="{FF2B5EF4-FFF2-40B4-BE49-F238E27FC236}">
                  <a16:creationId xmlns:a16="http://schemas.microsoft.com/office/drawing/2014/main" id="{763A911D-E5CD-4197-8BEF-CF2A4046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309"/>
              <a:ext cx="25" cy="136"/>
            </a:xfrm>
            <a:custGeom>
              <a:avLst/>
              <a:gdLst>
                <a:gd name="T0" fmla="*/ 36 w 21"/>
                <a:gd name="T1" fmla="*/ 0 h 107"/>
                <a:gd name="T2" fmla="*/ 10 w 21"/>
                <a:gd name="T3" fmla="*/ 137 h 107"/>
                <a:gd name="T4" fmla="*/ 1 w 21"/>
                <a:gd name="T5" fmla="*/ 22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7">
                  <a:moveTo>
                    <a:pt x="21" y="0"/>
                  </a:moveTo>
                  <a:cubicBezTo>
                    <a:pt x="0" y="20"/>
                    <a:pt x="0" y="41"/>
                    <a:pt x="6" y="67"/>
                  </a:cubicBezTo>
                  <a:cubicBezTo>
                    <a:pt x="9" y="82"/>
                    <a:pt x="14" y="97"/>
                    <a:pt x="1" y="10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256">
              <a:extLst>
                <a:ext uri="{FF2B5EF4-FFF2-40B4-BE49-F238E27FC236}">
                  <a16:creationId xmlns:a16="http://schemas.microsoft.com/office/drawing/2014/main" id="{34C9EA23-CC66-40C8-8208-6531BE73D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401"/>
              <a:ext cx="95" cy="91"/>
            </a:xfrm>
            <a:custGeom>
              <a:avLst/>
              <a:gdLst>
                <a:gd name="T0" fmla="*/ 134 w 80"/>
                <a:gd name="T1" fmla="*/ 0 h 72"/>
                <a:gd name="T2" fmla="*/ 57 w 80"/>
                <a:gd name="T3" fmla="*/ 90 h 72"/>
                <a:gd name="T4" fmla="*/ 0 w 80"/>
                <a:gd name="T5" fmla="*/ 145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2">
                  <a:moveTo>
                    <a:pt x="80" y="0"/>
                  </a:moveTo>
                  <a:cubicBezTo>
                    <a:pt x="71" y="27"/>
                    <a:pt x="60" y="33"/>
                    <a:pt x="34" y="44"/>
                  </a:cubicBezTo>
                  <a:cubicBezTo>
                    <a:pt x="21" y="49"/>
                    <a:pt x="5" y="58"/>
                    <a:pt x="0" y="7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257">
              <a:extLst>
                <a:ext uri="{FF2B5EF4-FFF2-40B4-BE49-F238E27FC236}">
                  <a16:creationId xmlns:a16="http://schemas.microsoft.com/office/drawing/2014/main" id="{2B68D736-03CD-4CA4-A30C-BEA0BE05B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580"/>
              <a:ext cx="20" cy="95"/>
            </a:xfrm>
            <a:custGeom>
              <a:avLst/>
              <a:gdLst>
                <a:gd name="T0" fmla="*/ 31 w 16"/>
                <a:gd name="T1" fmla="*/ 0 h 74"/>
                <a:gd name="T2" fmla="*/ 23 w 16"/>
                <a:gd name="T3" fmla="*/ 92 h 74"/>
                <a:gd name="T4" fmla="*/ 0 w 16"/>
                <a:gd name="T5" fmla="*/ 15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4">
                  <a:moveTo>
                    <a:pt x="16" y="0"/>
                  </a:moveTo>
                  <a:cubicBezTo>
                    <a:pt x="16" y="14"/>
                    <a:pt x="16" y="30"/>
                    <a:pt x="11" y="44"/>
                  </a:cubicBezTo>
                  <a:cubicBezTo>
                    <a:pt x="8" y="55"/>
                    <a:pt x="1" y="63"/>
                    <a:pt x="0" y="7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258">
              <a:extLst>
                <a:ext uri="{FF2B5EF4-FFF2-40B4-BE49-F238E27FC236}">
                  <a16:creationId xmlns:a16="http://schemas.microsoft.com/office/drawing/2014/main" id="{A8EACC79-7B75-4FCD-B334-402A39F2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587"/>
              <a:ext cx="37" cy="100"/>
            </a:xfrm>
            <a:custGeom>
              <a:avLst/>
              <a:gdLst>
                <a:gd name="T0" fmla="*/ 50 w 31"/>
                <a:gd name="T1" fmla="*/ 0 h 79"/>
                <a:gd name="T2" fmla="*/ 6 w 31"/>
                <a:gd name="T3" fmla="*/ 161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9">
                  <a:moveTo>
                    <a:pt x="29" y="0"/>
                  </a:moveTo>
                  <a:cubicBezTo>
                    <a:pt x="31" y="29"/>
                    <a:pt x="0" y="48"/>
                    <a:pt x="3" y="7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259">
              <a:extLst>
                <a:ext uri="{FF2B5EF4-FFF2-40B4-BE49-F238E27FC236}">
                  <a16:creationId xmlns:a16="http://schemas.microsoft.com/office/drawing/2014/main" id="{3A8E4128-E94E-4D55-BC8F-2D99527E9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97"/>
              <a:ext cx="5" cy="83"/>
            </a:xfrm>
            <a:custGeom>
              <a:avLst/>
              <a:gdLst>
                <a:gd name="T0" fmla="*/ 8 w 4"/>
                <a:gd name="T1" fmla="*/ 0 h 65"/>
                <a:gd name="T2" fmla="*/ 1 w 4"/>
                <a:gd name="T3" fmla="*/ 73 h 65"/>
                <a:gd name="T4" fmla="*/ 1 w 4"/>
                <a:gd name="T5" fmla="*/ 135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5">
                  <a:moveTo>
                    <a:pt x="4" y="0"/>
                  </a:moveTo>
                  <a:cubicBezTo>
                    <a:pt x="3" y="12"/>
                    <a:pt x="2" y="23"/>
                    <a:pt x="1" y="35"/>
                  </a:cubicBezTo>
                  <a:cubicBezTo>
                    <a:pt x="0" y="44"/>
                    <a:pt x="0" y="59"/>
                    <a:pt x="1" y="6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260">
              <a:extLst>
                <a:ext uri="{FF2B5EF4-FFF2-40B4-BE49-F238E27FC236}">
                  <a16:creationId xmlns:a16="http://schemas.microsoft.com/office/drawing/2014/main" id="{2EFCA310-57C9-4807-A051-6373E8EAE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510"/>
              <a:ext cx="35" cy="139"/>
            </a:xfrm>
            <a:custGeom>
              <a:avLst/>
              <a:gdLst>
                <a:gd name="T0" fmla="*/ 0 w 29"/>
                <a:gd name="T1" fmla="*/ 0 h 109"/>
                <a:gd name="T2" fmla="*/ 34 w 29"/>
                <a:gd name="T3" fmla="*/ 226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9">
                  <a:moveTo>
                    <a:pt x="0" y="0"/>
                  </a:moveTo>
                  <a:cubicBezTo>
                    <a:pt x="29" y="18"/>
                    <a:pt x="3" y="81"/>
                    <a:pt x="19" y="10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261">
              <a:extLst>
                <a:ext uri="{FF2B5EF4-FFF2-40B4-BE49-F238E27FC236}">
                  <a16:creationId xmlns:a16="http://schemas.microsoft.com/office/drawing/2014/main" id="{856D8AB6-62F8-47AF-827B-B1326C220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556"/>
              <a:ext cx="47" cy="41"/>
            </a:xfrm>
            <a:custGeom>
              <a:avLst/>
              <a:gdLst>
                <a:gd name="T0" fmla="*/ 0 w 39"/>
                <a:gd name="T1" fmla="*/ 0 h 32"/>
                <a:gd name="T2" fmla="*/ 69 w 39"/>
                <a:gd name="T3" fmla="*/ 6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0"/>
                  </a:moveTo>
                  <a:cubicBezTo>
                    <a:pt x="15" y="8"/>
                    <a:pt x="31" y="16"/>
                    <a:pt x="39" y="3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262">
              <a:extLst>
                <a:ext uri="{FF2B5EF4-FFF2-40B4-BE49-F238E27FC236}">
                  <a16:creationId xmlns:a16="http://schemas.microsoft.com/office/drawing/2014/main" id="{82EA9E9F-11A8-4340-83BC-BF12CB218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427"/>
              <a:ext cx="40" cy="151"/>
            </a:xfrm>
            <a:custGeom>
              <a:avLst/>
              <a:gdLst>
                <a:gd name="T0" fmla="*/ 0 w 33"/>
                <a:gd name="T1" fmla="*/ 0 h 118"/>
                <a:gd name="T2" fmla="*/ 25 w 33"/>
                <a:gd name="T3" fmla="*/ 148 h 118"/>
                <a:gd name="T4" fmla="*/ 58 w 33"/>
                <a:gd name="T5" fmla="*/ 247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18">
                  <a:moveTo>
                    <a:pt x="0" y="0"/>
                  </a:moveTo>
                  <a:cubicBezTo>
                    <a:pt x="12" y="14"/>
                    <a:pt x="11" y="49"/>
                    <a:pt x="14" y="71"/>
                  </a:cubicBezTo>
                  <a:cubicBezTo>
                    <a:pt x="17" y="87"/>
                    <a:pt x="24" y="105"/>
                    <a:pt x="33" y="11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263">
              <a:extLst>
                <a:ext uri="{FF2B5EF4-FFF2-40B4-BE49-F238E27FC236}">
                  <a16:creationId xmlns:a16="http://schemas.microsoft.com/office/drawing/2014/main" id="{379A1713-7429-48AB-B026-423656F0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417"/>
              <a:ext cx="35" cy="93"/>
            </a:xfrm>
            <a:custGeom>
              <a:avLst/>
              <a:gdLst>
                <a:gd name="T0" fmla="*/ 0 w 29"/>
                <a:gd name="T1" fmla="*/ 0 h 73"/>
                <a:gd name="T2" fmla="*/ 23 w 29"/>
                <a:gd name="T3" fmla="*/ 73 h 73"/>
                <a:gd name="T4" fmla="*/ 51 w 29"/>
                <a:gd name="T5" fmla="*/ 15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3">
                  <a:moveTo>
                    <a:pt x="0" y="0"/>
                  </a:moveTo>
                  <a:cubicBezTo>
                    <a:pt x="3" y="10"/>
                    <a:pt x="10" y="23"/>
                    <a:pt x="13" y="35"/>
                  </a:cubicBezTo>
                  <a:cubicBezTo>
                    <a:pt x="16" y="50"/>
                    <a:pt x="18" y="62"/>
                    <a:pt x="29" y="7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264">
              <a:extLst>
                <a:ext uri="{FF2B5EF4-FFF2-40B4-BE49-F238E27FC236}">
                  <a16:creationId xmlns:a16="http://schemas.microsoft.com/office/drawing/2014/main" id="{7FCD5A18-AAA4-42ED-B311-A4B6A847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219"/>
              <a:ext cx="63" cy="178"/>
            </a:xfrm>
            <a:custGeom>
              <a:avLst/>
              <a:gdLst>
                <a:gd name="T0" fmla="*/ 89 w 53"/>
                <a:gd name="T1" fmla="*/ 0 h 140"/>
                <a:gd name="T2" fmla="*/ 36 w 53"/>
                <a:gd name="T3" fmla="*/ 85 h 140"/>
                <a:gd name="T4" fmla="*/ 38 w 53"/>
                <a:gd name="T5" fmla="*/ 142 h 140"/>
                <a:gd name="T6" fmla="*/ 29 w 53"/>
                <a:gd name="T7" fmla="*/ 195 h 140"/>
                <a:gd name="T8" fmla="*/ 0 w 53"/>
                <a:gd name="T9" fmla="*/ 287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0">
                  <a:moveTo>
                    <a:pt x="53" y="0"/>
                  </a:moveTo>
                  <a:cubicBezTo>
                    <a:pt x="39" y="14"/>
                    <a:pt x="24" y="21"/>
                    <a:pt x="21" y="42"/>
                  </a:cubicBezTo>
                  <a:cubicBezTo>
                    <a:pt x="20" y="51"/>
                    <a:pt x="23" y="60"/>
                    <a:pt x="23" y="69"/>
                  </a:cubicBezTo>
                  <a:cubicBezTo>
                    <a:pt x="23" y="77"/>
                    <a:pt x="19" y="86"/>
                    <a:pt x="17" y="94"/>
                  </a:cubicBezTo>
                  <a:cubicBezTo>
                    <a:pt x="14" y="108"/>
                    <a:pt x="14" y="133"/>
                    <a:pt x="0" y="14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265">
              <a:extLst>
                <a:ext uri="{FF2B5EF4-FFF2-40B4-BE49-F238E27FC236}">
                  <a16:creationId xmlns:a16="http://schemas.microsoft.com/office/drawing/2014/main" id="{B1679459-281C-435C-9E85-D5A52EA19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342"/>
              <a:ext cx="40" cy="89"/>
            </a:xfrm>
            <a:custGeom>
              <a:avLst/>
              <a:gdLst>
                <a:gd name="T0" fmla="*/ 55 w 34"/>
                <a:gd name="T1" fmla="*/ 0 h 70"/>
                <a:gd name="T2" fmla="*/ 45 w 34"/>
                <a:gd name="T3" fmla="*/ 53 h 70"/>
                <a:gd name="T4" fmla="*/ 21 w 34"/>
                <a:gd name="T5" fmla="*/ 90 h 70"/>
                <a:gd name="T6" fmla="*/ 0 w 34"/>
                <a:gd name="T7" fmla="*/ 144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70">
                  <a:moveTo>
                    <a:pt x="34" y="0"/>
                  </a:moveTo>
                  <a:cubicBezTo>
                    <a:pt x="30" y="7"/>
                    <a:pt x="31" y="18"/>
                    <a:pt x="27" y="26"/>
                  </a:cubicBezTo>
                  <a:cubicBezTo>
                    <a:pt x="23" y="33"/>
                    <a:pt x="17" y="38"/>
                    <a:pt x="13" y="44"/>
                  </a:cubicBezTo>
                  <a:cubicBezTo>
                    <a:pt x="7" y="51"/>
                    <a:pt x="0" y="63"/>
                    <a:pt x="0" y="7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266">
              <a:extLst>
                <a:ext uri="{FF2B5EF4-FFF2-40B4-BE49-F238E27FC236}">
                  <a16:creationId xmlns:a16="http://schemas.microsoft.com/office/drawing/2014/main" id="{0EFD7136-E0D8-4AE6-BDA2-5BFC38B2B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342"/>
              <a:ext cx="58" cy="114"/>
            </a:xfrm>
            <a:custGeom>
              <a:avLst/>
              <a:gdLst>
                <a:gd name="T0" fmla="*/ 82 w 48"/>
                <a:gd name="T1" fmla="*/ 0 h 89"/>
                <a:gd name="T2" fmla="*/ 42 w 48"/>
                <a:gd name="T3" fmla="*/ 72 h 89"/>
                <a:gd name="T4" fmla="*/ 2 w 48"/>
                <a:gd name="T5" fmla="*/ 187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9">
                  <a:moveTo>
                    <a:pt x="46" y="0"/>
                  </a:moveTo>
                  <a:cubicBezTo>
                    <a:pt x="48" y="18"/>
                    <a:pt x="35" y="24"/>
                    <a:pt x="24" y="34"/>
                  </a:cubicBezTo>
                  <a:cubicBezTo>
                    <a:pt x="11" y="45"/>
                    <a:pt x="0" y="72"/>
                    <a:pt x="2" y="8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267">
              <a:extLst>
                <a:ext uri="{FF2B5EF4-FFF2-40B4-BE49-F238E27FC236}">
                  <a16:creationId xmlns:a16="http://schemas.microsoft.com/office/drawing/2014/main" id="{0F8657BE-8EEF-40FA-86BB-441C7E18F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231"/>
              <a:ext cx="148" cy="93"/>
            </a:xfrm>
            <a:custGeom>
              <a:avLst/>
              <a:gdLst>
                <a:gd name="T0" fmla="*/ 211 w 124"/>
                <a:gd name="T1" fmla="*/ 0 h 73"/>
                <a:gd name="T2" fmla="*/ 161 w 124"/>
                <a:gd name="T3" fmla="*/ 47 h 73"/>
                <a:gd name="T4" fmla="*/ 111 w 124"/>
                <a:gd name="T5" fmla="*/ 90 h 73"/>
                <a:gd name="T6" fmla="*/ 0 w 124"/>
                <a:gd name="T7" fmla="*/ 15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73">
                  <a:moveTo>
                    <a:pt x="124" y="0"/>
                  </a:moveTo>
                  <a:cubicBezTo>
                    <a:pt x="118" y="12"/>
                    <a:pt x="107" y="18"/>
                    <a:pt x="95" y="23"/>
                  </a:cubicBezTo>
                  <a:cubicBezTo>
                    <a:pt x="82" y="28"/>
                    <a:pt x="75" y="33"/>
                    <a:pt x="65" y="44"/>
                  </a:cubicBezTo>
                  <a:cubicBezTo>
                    <a:pt x="48" y="61"/>
                    <a:pt x="20" y="64"/>
                    <a:pt x="0" y="7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268">
              <a:extLst>
                <a:ext uri="{FF2B5EF4-FFF2-40B4-BE49-F238E27FC236}">
                  <a16:creationId xmlns:a16="http://schemas.microsoft.com/office/drawing/2014/main" id="{46844949-69C5-4873-B569-873A1A78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096"/>
              <a:ext cx="142" cy="205"/>
            </a:xfrm>
            <a:custGeom>
              <a:avLst/>
              <a:gdLst>
                <a:gd name="T0" fmla="*/ 202 w 119"/>
                <a:gd name="T1" fmla="*/ 0 h 161"/>
                <a:gd name="T2" fmla="*/ 130 w 119"/>
                <a:gd name="T3" fmla="*/ 103 h 161"/>
                <a:gd name="T4" fmla="*/ 43 w 119"/>
                <a:gd name="T5" fmla="*/ 190 h 161"/>
                <a:gd name="T6" fmla="*/ 29 w 119"/>
                <a:gd name="T7" fmla="*/ 332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61">
                  <a:moveTo>
                    <a:pt x="119" y="0"/>
                  </a:moveTo>
                  <a:cubicBezTo>
                    <a:pt x="107" y="22"/>
                    <a:pt x="101" y="39"/>
                    <a:pt x="76" y="50"/>
                  </a:cubicBezTo>
                  <a:cubicBezTo>
                    <a:pt x="56" y="59"/>
                    <a:pt x="36" y="73"/>
                    <a:pt x="25" y="92"/>
                  </a:cubicBezTo>
                  <a:cubicBezTo>
                    <a:pt x="17" y="105"/>
                    <a:pt x="0" y="147"/>
                    <a:pt x="17" y="16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269">
              <a:extLst>
                <a:ext uri="{FF2B5EF4-FFF2-40B4-BE49-F238E27FC236}">
                  <a16:creationId xmlns:a16="http://schemas.microsoft.com/office/drawing/2014/main" id="{D78A7AB0-B805-4F8C-9DAC-4E046769A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003"/>
              <a:ext cx="70" cy="90"/>
            </a:xfrm>
            <a:custGeom>
              <a:avLst/>
              <a:gdLst>
                <a:gd name="T0" fmla="*/ 7 w 58"/>
                <a:gd name="T1" fmla="*/ 149 h 70"/>
                <a:gd name="T2" fmla="*/ 83 w 58"/>
                <a:gd name="T3" fmla="*/ 51 h 70"/>
                <a:gd name="T4" fmla="*/ 101 w 58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70">
                  <a:moveTo>
                    <a:pt x="4" y="70"/>
                  </a:moveTo>
                  <a:cubicBezTo>
                    <a:pt x="0" y="53"/>
                    <a:pt x="38" y="36"/>
                    <a:pt x="47" y="24"/>
                  </a:cubicBezTo>
                  <a:cubicBezTo>
                    <a:pt x="52" y="17"/>
                    <a:pt x="56" y="6"/>
                    <a:pt x="5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270">
              <a:extLst>
                <a:ext uri="{FF2B5EF4-FFF2-40B4-BE49-F238E27FC236}">
                  <a16:creationId xmlns:a16="http://schemas.microsoft.com/office/drawing/2014/main" id="{915D15E5-465A-4538-B5CD-49679C203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910"/>
              <a:ext cx="109" cy="18"/>
            </a:xfrm>
            <a:custGeom>
              <a:avLst/>
              <a:gdLst>
                <a:gd name="T0" fmla="*/ 157 w 91"/>
                <a:gd name="T1" fmla="*/ 10 h 14"/>
                <a:gd name="T2" fmla="*/ 114 w 91"/>
                <a:gd name="T3" fmla="*/ 28 h 14"/>
                <a:gd name="T4" fmla="*/ 55 w 91"/>
                <a:gd name="T5" fmla="*/ 19 h 14"/>
                <a:gd name="T6" fmla="*/ 0 w 91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4">
                  <a:moveTo>
                    <a:pt x="91" y="5"/>
                  </a:moveTo>
                  <a:cubicBezTo>
                    <a:pt x="84" y="5"/>
                    <a:pt x="75" y="12"/>
                    <a:pt x="66" y="13"/>
                  </a:cubicBezTo>
                  <a:cubicBezTo>
                    <a:pt x="55" y="14"/>
                    <a:pt x="43" y="12"/>
                    <a:pt x="32" y="9"/>
                  </a:cubicBezTo>
                  <a:cubicBezTo>
                    <a:pt x="21" y="6"/>
                    <a:pt x="9" y="0"/>
                    <a:pt x="0" y="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271">
              <a:extLst>
                <a:ext uri="{FF2B5EF4-FFF2-40B4-BE49-F238E27FC236}">
                  <a16:creationId xmlns:a16="http://schemas.microsoft.com/office/drawing/2014/main" id="{B95E1F0F-E271-49E5-BC49-81509AFB6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026"/>
              <a:ext cx="80" cy="41"/>
            </a:xfrm>
            <a:custGeom>
              <a:avLst/>
              <a:gdLst>
                <a:gd name="T0" fmla="*/ 115 w 67"/>
                <a:gd name="T1" fmla="*/ 0 h 32"/>
                <a:gd name="T2" fmla="*/ 86 w 67"/>
                <a:gd name="T3" fmla="*/ 28 h 32"/>
                <a:gd name="T4" fmla="*/ 45 w 67"/>
                <a:gd name="T5" fmla="*/ 47 h 32"/>
                <a:gd name="T6" fmla="*/ 0 w 67"/>
                <a:gd name="T7" fmla="*/ 6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32">
                  <a:moveTo>
                    <a:pt x="67" y="0"/>
                  </a:moveTo>
                  <a:cubicBezTo>
                    <a:pt x="63" y="9"/>
                    <a:pt x="58" y="10"/>
                    <a:pt x="50" y="13"/>
                  </a:cubicBezTo>
                  <a:cubicBezTo>
                    <a:pt x="43" y="16"/>
                    <a:pt x="35" y="22"/>
                    <a:pt x="27" y="23"/>
                  </a:cubicBezTo>
                  <a:cubicBezTo>
                    <a:pt x="17" y="25"/>
                    <a:pt x="7" y="22"/>
                    <a:pt x="0" y="3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272">
              <a:extLst>
                <a:ext uri="{FF2B5EF4-FFF2-40B4-BE49-F238E27FC236}">
                  <a16:creationId xmlns:a16="http://schemas.microsoft.com/office/drawing/2014/main" id="{F88DB27C-6739-4384-A1DB-16D935C1C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28"/>
              <a:ext cx="127" cy="72"/>
            </a:xfrm>
            <a:custGeom>
              <a:avLst/>
              <a:gdLst>
                <a:gd name="T0" fmla="*/ 182 w 106"/>
                <a:gd name="T1" fmla="*/ 0 h 56"/>
                <a:gd name="T2" fmla="*/ 0 w 106"/>
                <a:gd name="T3" fmla="*/ 12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56">
                  <a:moveTo>
                    <a:pt x="106" y="0"/>
                  </a:moveTo>
                  <a:cubicBezTo>
                    <a:pt x="84" y="41"/>
                    <a:pt x="30" y="23"/>
                    <a:pt x="0" y="5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273">
              <a:extLst>
                <a:ext uri="{FF2B5EF4-FFF2-40B4-BE49-F238E27FC236}">
                  <a16:creationId xmlns:a16="http://schemas.microsoft.com/office/drawing/2014/main" id="{ECF8FED6-EE01-4A7D-98CA-512E6E8E7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048"/>
              <a:ext cx="68" cy="104"/>
            </a:xfrm>
            <a:custGeom>
              <a:avLst/>
              <a:gdLst>
                <a:gd name="T0" fmla="*/ 97 w 57"/>
                <a:gd name="T1" fmla="*/ 0 h 82"/>
                <a:gd name="T2" fmla="*/ 50 w 57"/>
                <a:gd name="T3" fmla="*/ 90 h 82"/>
                <a:gd name="T4" fmla="*/ 0 w 57"/>
                <a:gd name="T5" fmla="*/ 167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82">
                  <a:moveTo>
                    <a:pt x="57" y="0"/>
                  </a:moveTo>
                  <a:cubicBezTo>
                    <a:pt x="49" y="16"/>
                    <a:pt x="41" y="31"/>
                    <a:pt x="29" y="44"/>
                  </a:cubicBezTo>
                  <a:cubicBezTo>
                    <a:pt x="17" y="56"/>
                    <a:pt x="8" y="66"/>
                    <a:pt x="0" y="8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274">
              <a:extLst>
                <a:ext uri="{FF2B5EF4-FFF2-40B4-BE49-F238E27FC236}">
                  <a16:creationId xmlns:a16="http://schemas.microsoft.com/office/drawing/2014/main" id="{4DC14085-AA71-438D-A9FD-5F4BE1812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133"/>
              <a:ext cx="56" cy="185"/>
            </a:xfrm>
            <a:custGeom>
              <a:avLst/>
              <a:gdLst>
                <a:gd name="T0" fmla="*/ 71 w 47"/>
                <a:gd name="T1" fmla="*/ 0 h 145"/>
                <a:gd name="T2" fmla="*/ 71 w 47"/>
                <a:gd name="T3" fmla="*/ 106 h 145"/>
                <a:gd name="T4" fmla="*/ 25 w 47"/>
                <a:gd name="T5" fmla="*/ 212 h 145"/>
                <a:gd name="T6" fmla="*/ 0 w 47"/>
                <a:gd name="T7" fmla="*/ 301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42" y="0"/>
                  </a:moveTo>
                  <a:cubicBezTo>
                    <a:pt x="41" y="17"/>
                    <a:pt x="47" y="34"/>
                    <a:pt x="42" y="51"/>
                  </a:cubicBezTo>
                  <a:cubicBezTo>
                    <a:pt x="37" y="69"/>
                    <a:pt x="24" y="85"/>
                    <a:pt x="15" y="102"/>
                  </a:cubicBezTo>
                  <a:cubicBezTo>
                    <a:pt x="8" y="116"/>
                    <a:pt x="2" y="130"/>
                    <a:pt x="0" y="14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275">
              <a:extLst>
                <a:ext uri="{FF2B5EF4-FFF2-40B4-BE49-F238E27FC236}">
                  <a16:creationId xmlns:a16="http://schemas.microsoft.com/office/drawing/2014/main" id="{0C1148F2-370F-420C-8BEF-120381B22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922"/>
              <a:ext cx="89" cy="50"/>
            </a:xfrm>
            <a:custGeom>
              <a:avLst/>
              <a:gdLst>
                <a:gd name="T0" fmla="*/ 123 w 75"/>
                <a:gd name="T1" fmla="*/ 0 h 39"/>
                <a:gd name="T2" fmla="*/ 123 w 75"/>
                <a:gd name="T3" fmla="*/ 6 h 39"/>
                <a:gd name="T4" fmla="*/ 52 w 75"/>
                <a:gd name="T5" fmla="*/ 54 h 39"/>
                <a:gd name="T6" fmla="*/ 0 w 75"/>
                <a:gd name="T7" fmla="*/ 8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9">
                  <a:moveTo>
                    <a:pt x="74" y="0"/>
                  </a:moveTo>
                  <a:cubicBezTo>
                    <a:pt x="75" y="1"/>
                    <a:pt x="75" y="2"/>
                    <a:pt x="74" y="3"/>
                  </a:cubicBezTo>
                  <a:cubicBezTo>
                    <a:pt x="60" y="9"/>
                    <a:pt x="46" y="22"/>
                    <a:pt x="31" y="26"/>
                  </a:cubicBezTo>
                  <a:cubicBezTo>
                    <a:pt x="20" y="30"/>
                    <a:pt x="6" y="30"/>
                    <a:pt x="0" y="3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276">
              <a:extLst>
                <a:ext uri="{FF2B5EF4-FFF2-40B4-BE49-F238E27FC236}">
                  <a16:creationId xmlns:a16="http://schemas.microsoft.com/office/drawing/2014/main" id="{047EBA41-E9BE-4DA6-8F89-41EFBD8B2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828"/>
              <a:ext cx="77" cy="56"/>
            </a:xfrm>
            <a:custGeom>
              <a:avLst/>
              <a:gdLst>
                <a:gd name="T0" fmla="*/ 112 w 64"/>
                <a:gd name="T1" fmla="*/ 0 h 44"/>
                <a:gd name="T2" fmla="*/ 43 w 64"/>
                <a:gd name="T3" fmla="*/ 47 h 44"/>
                <a:gd name="T4" fmla="*/ 0 w 64"/>
                <a:gd name="T5" fmla="*/ 9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4">
                  <a:moveTo>
                    <a:pt x="64" y="0"/>
                  </a:moveTo>
                  <a:cubicBezTo>
                    <a:pt x="51" y="13"/>
                    <a:pt x="43" y="18"/>
                    <a:pt x="25" y="23"/>
                  </a:cubicBezTo>
                  <a:cubicBezTo>
                    <a:pt x="14" y="27"/>
                    <a:pt x="5" y="36"/>
                    <a:pt x="0" y="4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277">
              <a:extLst>
                <a:ext uri="{FF2B5EF4-FFF2-40B4-BE49-F238E27FC236}">
                  <a16:creationId xmlns:a16="http://schemas.microsoft.com/office/drawing/2014/main" id="{A664461D-C0DF-4081-BD09-A44D9A9A3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402"/>
              <a:ext cx="220" cy="240"/>
            </a:xfrm>
            <a:custGeom>
              <a:avLst/>
              <a:gdLst>
                <a:gd name="T0" fmla="*/ 314 w 184"/>
                <a:gd name="T1" fmla="*/ 391 h 188"/>
                <a:gd name="T2" fmla="*/ 129 w 184"/>
                <a:gd name="T3" fmla="*/ 120 h 188"/>
                <a:gd name="T4" fmla="*/ 50 w 184"/>
                <a:gd name="T5" fmla="*/ 18 h 188"/>
                <a:gd name="T6" fmla="*/ 0 w 184"/>
                <a:gd name="T7" fmla="*/ 0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188">
                  <a:moveTo>
                    <a:pt x="184" y="188"/>
                  </a:moveTo>
                  <a:cubicBezTo>
                    <a:pt x="125" y="181"/>
                    <a:pt x="104" y="98"/>
                    <a:pt x="75" y="58"/>
                  </a:cubicBezTo>
                  <a:cubicBezTo>
                    <a:pt x="64" y="42"/>
                    <a:pt x="46" y="18"/>
                    <a:pt x="29" y="9"/>
                  </a:cubicBezTo>
                  <a:cubicBezTo>
                    <a:pt x="19" y="4"/>
                    <a:pt x="9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278">
              <a:extLst>
                <a:ext uri="{FF2B5EF4-FFF2-40B4-BE49-F238E27FC236}">
                  <a16:creationId xmlns:a16="http://schemas.microsoft.com/office/drawing/2014/main" id="{59DA8A9A-8037-49A7-9E1A-9D59125BD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654"/>
              <a:ext cx="290" cy="58"/>
            </a:xfrm>
            <a:custGeom>
              <a:avLst/>
              <a:gdLst>
                <a:gd name="T0" fmla="*/ 413 w 243"/>
                <a:gd name="T1" fmla="*/ 97 h 45"/>
                <a:gd name="T2" fmla="*/ 301 w 243"/>
                <a:gd name="T3" fmla="*/ 23 h 45"/>
                <a:gd name="T4" fmla="*/ 175 w 243"/>
                <a:gd name="T5" fmla="*/ 39 h 45"/>
                <a:gd name="T6" fmla="*/ 64 w 243"/>
                <a:gd name="T7" fmla="*/ 80 h 45"/>
                <a:gd name="T8" fmla="*/ 0 w 243"/>
                <a:gd name="T9" fmla="*/ 8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45">
                  <a:moveTo>
                    <a:pt x="243" y="45"/>
                  </a:moveTo>
                  <a:cubicBezTo>
                    <a:pt x="219" y="40"/>
                    <a:pt x="200" y="20"/>
                    <a:pt x="177" y="11"/>
                  </a:cubicBezTo>
                  <a:cubicBezTo>
                    <a:pt x="150" y="0"/>
                    <a:pt x="129" y="7"/>
                    <a:pt x="103" y="18"/>
                  </a:cubicBezTo>
                  <a:cubicBezTo>
                    <a:pt x="81" y="28"/>
                    <a:pt x="63" y="35"/>
                    <a:pt x="38" y="37"/>
                  </a:cubicBezTo>
                  <a:cubicBezTo>
                    <a:pt x="27" y="38"/>
                    <a:pt x="9" y="44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279">
              <a:extLst>
                <a:ext uri="{FF2B5EF4-FFF2-40B4-BE49-F238E27FC236}">
                  <a16:creationId xmlns:a16="http://schemas.microsoft.com/office/drawing/2014/main" id="{B4C8808C-9BA2-489C-AE25-9A9080613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318"/>
              <a:ext cx="129" cy="166"/>
            </a:xfrm>
            <a:custGeom>
              <a:avLst/>
              <a:gdLst>
                <a:gd name="T0" fmla="*/ 184 w 108"/>
                <a:gd name="T1" fmla="*/ 271 h 130"/>
                <a:gd name="T2" fmla="*/ 84 w 108"/>
                <a:gd name="T3" fmla="*/ 84 h 130"/>
                <a:gd name="T4" fmla="*/ 0 w 108"/>
                <a:gd name="T5" fmla="*/ 23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30">
                  <a:moveTo>
                    <a:pt x="108" y="130"/>
                  </a:moveTo>
                  <a:cubicBezTo>
                    <a:pt x="62" y="129"/>
                    <a:pt x="62" y="70"/>
                    <a:pt x="49" y="41"/>
                  </a:cubicBezTo>
                  <a:cubicBezTo>
                    <a:pt x="42" y="24"/>
                    <a:pt x="18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280">
              <a:extLst>
                <a:ext uri="{FF2B5EF4-FFF2-40B4-BE49-F238E27FC236}">
                  <a16:creationId xmlns:a16="http://schemas.microsoft.com/office/drawing/2014/main" id="{4312C70B-D525-4087-AD79-9E63DBFD0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495"/>
              <a:ext cx="215" cy="37"/>
            </a:xfrm>
            <a:custGeom>
              <a:avLst/>
              <a:gdLst>
                <a:gd name="T0" fmla="*/ 307 w 180"/>
                <a:gd name="T1" fmla="*/ 60 h 29"/>
                <a:gd name="T2" fmla="*/ 229 w 180"/>
                <a:gd name="T3" fmla="*/ 37 h 29"/>
                <a:gd name="T4" fmla="*/ 142 w 180"/>
                <a:gd name="T5" fmla="*/ 52 h 29"/>
                <a:gd name="T6" fmla="*/ 54 w 180"/>
                <a:gd name="T7" fmla="*/ 22 h 29"/>
                <a:gd name="T8" fmla="*/ 27 w 180"/>
                <a:gd name="T9" fmla="*/ 10 h 29"/>
                <a:gd name="T10" fmla="*/ 8 w 180"/>
                <a:gd name="T11" fmla="*/ 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29">
                  <a:moveTo>
                    <a:pt x="180" y="29"/>
                  </a:moveTo>
                  <a:cubicBezTo>
                    <a:pt x="166" y="25"/>
                    <a:pt x="150" y="18"/>
                    <a:pt x="135" y="18"/>
                  </a:cubicBezTo>
                  <a:cubicBezTo>
                    <a:pt x="117" y="18"/>
                    <a:pt x="101" y="27"/>
                    <a:pt x="84" y="25"/>
                  </a:cubicBezTo>
                  <a:cubicBezTo>
                    <a:pt x="66" y="24"/>
                    <a:pt x="49" y="15"/>
                    <a:pt x="32" y="10"/>
                  </a:cubicBezTo>
                  <a:cubicBezTo>
                    <a:pt x="27" y="8"/>
                    <a:pt x="21" y="7"/>
                    <a:pt x="16" y="5"/>
                  </a:cubicBezTo>
                  <a:cubicBezTo>
                    <a:pt x="13" y="4"/>
                    <a:pt x="0" y="0"/>
                    <a:pt x="5" y="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281">
              <a:extLst>
                <a:ext uri="{FF2B5EF4-FFF2-40B4-BE49-F238E27FC236}">
                  <a16:creationId xmlns:a16="http://schemas.microsoft.com/office/drawing/2014/main" id="{AC4ADABD-6115-41E6-8A5C-6E4AD62FB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271"/>
              <a:ext cx="49" cy="163"/>
            </a:xfrm>
            <a:custGeom>
              <a:avLst/>
              <a:gdLst>
                <a:gd name="T0" fmla="*/ 65 w 41"/>
                <a:gd name="T1" fmla="*/ 265 h 128"/>
                <a:gd name="T2" fmla="*/ 60 w 41"/>
                <a:gd name="T3" fmla="*/ 190 h 128"/>
                <a:gd name="T4" fmla="*/ 65 w 41"/>
                <a:gd name="T5" fmla="*/ 89 h 128"/>
                <a:gd name="T6" fmla="*/ 0 w 41"/>
                <a:gd name="T7" fmla="*/ 0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8">
                  <a:moveTo>
                    <a:pt x="38" y="128"/>
                  </a:moveTo>
                  <a:cubicBezTo>
                    <a:pt x="38" y="115"/>
                    <a:pt x="34" y="104"/>
                    <a:pt x="35" y="92"/>
                  </a:cubicBezTo>
                  <a:cubicBezTo>
                    <a:pt x="35" y="76"/>
                    <a:pt x="41" y="59"/>
                    <a:pt x="38" y="43"/>
                  </a:cubicBezTo>
                  <a:cubicBezTo>
                    <a:pt x="34" y="26"/>
                    <a:pt x="18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282">
              <a:extLst>
                <a:ext uri="{FF2B5EF4-FFF2-40B4-BE49-F238E27FC236}">
                  <a16:creationId xmlns:a16="http://schemas.microsoft.com/office/drawing/2014/main" id="{FECE96DA-EF36-482E-B79A-7F0529AF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518"/>
              <a:ext cx="199" cy="159"/>
            </a:xfrm>
            <a:custGeom>
              <a:avLst/>
              <a:gdLst>
                <a:gd name="T0" fmla="*/ 282 w 167"/>
                <a:gd name="T1" fmla="*/ 257 h 125"/>
                <a:gd name="T2" fmla="*/ 110 w 167"/>
                <a:gd name="T3" fmla="*/ 67 h 125"/>
                <a:gd name="T4" fmla="*/ 0 w 167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25">
                  <a:moveTo>
                    <a:pt x="167" y="125"/>
                  </a:moveTo>
                  <a:cubicBezTo>
                    <a:pt x="130" y="97"/>
                    <a:pt x="108" y="56"/>
                    <a:pt x="65" y="33"/>
                  </a:cubicBezTo>
                  <a:cubicBezTo>
                    <a:pt x="41" y="20"/>
                    <a:pt x="20" y="1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283">
              <a:extLst>
                <a:ext uri="{FF2B5EF4-FFF2-40B4-BE49-F238E27FC236}">
                  <a16:creationId xmlns:a16="http://schemas.microsoft.com/office/drawing/2014/main" id="{060532C7-D9C4-43B0-A72B-5CE90ADC9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370"/>
              <a:ext cx="130" cy="105"/>
            </a:xfrm>
            <a:custGeom>
              <a:avLst/>
              <a:gdLst>
                <a:gd name="T0" fmla="*/ 0 w 109"/>
                <a:gd name="T1" fmla="*/ 0 h 82"/>
                <a:gd name="T2" fmla="*/ 111 w 109"/>
                <a:gd name="T3" fmla="*/ 111 h 82"/>
                <a:gd name="T4" fmla="*/ 185 w 109"/>
                <a:gd name="T5" fmla="*/ 17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82">
                  <a:moveTo>
                    <a:pt x="0" y="0"/>
                  </a:moveTo>
                  <a:cubicBezTo>
                    <a:pt x="31" y="13"/>
                    <a:pt x="43" y="30"/>
                    <a:pt x="65" y="53"/>
                  </a:cubicBezTo>
                  <a:cubicBezTo>
                    <a:pt x="80" y="70"/>
                    <a:pt x="94" y="76"/>
                    <a:pt x="109" y="8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284">
              <a:extLst>
                <a:ext uri="{FF2B5EF4-FFF2-40B4-BE49-F238E27FC236}">
                  <a16:creationId xmlns:a16="http://schemas.microsoft.com/office/drawing/2014/main" id="{6B02841E-1DA4-4EFD-A226-8C3BAFDF9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240"/>
              <a:ext cx="16" cy="82"/>
            </a:xfrm>
            <a:custGeom>
              <a:avLst/>
              <a:gdLst>
                <a:gd name="T0" fmla="*/ 17 w 13"/>
                <a:gd name="T1" fmla="*/ 0 h 64"/>
                <a:gd name="T2" fmla="*/ 25 w 13"/>
                <a:gd name="T3" fmla="*/ 13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4">
                  <a:moveTo>
                    <a:pt x="9" y="0"/>
                  </a:moveTo>
                  <a:cubicBezTo>
                    <a:pt x="9" y="18"/>
                    <a:pt x="0" y="49"/>
                    <a:pt x="13" y="6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285">
              <a:extLst>
                <a:ext uri="{FF2B5EF4-FFF2-40B4-BE49-F238E27FC236}">
                  <a16:creationId xmlns:a16="http://schemas.microsoft.com/office/drawing/2014/main" id="{DFBE42AD-3C5B-44ED-A905-D603F6AE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684"/>
              <a:ext cx="163" cy="122"/>
            </a:xfrm>
            <a:custGeom>
              <a:avLst/>
              <a:gdLst>
                <a:gd name="T0" fmla="*/ 234 w 136"/>
                <a:gd name="T1" fmla="*/ 29 h 96"/>
                <a:gd name="T2" fmla="*/ 85 w 136"/>
                <a:gd name="T3" fmla="*/ 150 h 96"/>
                <a:gd name="T4" fmla="*/ 0 w 136"/>
                <a:gd name="T5" fmla="*/ 197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96">
                  <a:moveTo>
                    <a:pt x="136" y="14"/>
                  </a:moveTo>
                  <a:cubicBezTo>
                    <a:pt x="89" y="0"/>
                    <a:pt x="80" y="49"/>
                    <a:pt x="49" y="73"/>
                  </a:cubicBezTo>
                  <a:cubicBezTo>
                    <a:pt x="34" y="85"/>
                    <a:pt x="12" y="90"/>
                    <a:pt x="0" y="9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286">
              <a:extLst>
                <a:ext uri="{FF2B5EF4-FFF2-40B4-BE49-F238E27FC236}">
                  <a16:creationId xmlns:a16="http://schemas.microsoft.com/office/drawing/2014/main" id="{25C43EE6-3BAA-4220-BA19-89EA07F22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45"/>
              <a:ext cx="154" cy="26"/>
            </a:xfrm>
            <a:custGeom>
              <a:avLst/>
              <a:gdLst>
                <a:gd name="T0" fmla="*/ 220 w 129"/>
                <a:gd name="T1" fmla="*/ 44 h 20"/>
                <a:gd name="T2" fmla="*/ 94 w 129"/>
                <a:gd name="T3" fmla="*/ 13 h 20"/>
                <a:gd name="T4" fmla="*/ 0 w 129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0">
                  <a:moveTo>
                    <a:pt x="129" y="20"/>
                  </a:moveTo>
                  <a:cubicBezTo>
                    <a:pt x="101" y="20"/>
                    <a:pt x="80" y="15"/>
                    <a:pt x="55" y="6"/>
                  </a:cubicBezTo>
                  <a:cubicBezTo>
                    <a:pt x="41" y="2"/>
                    <a:pt x="8" y="0"/>
                    <a:pt x="0" y="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287">
              <a:extLst>
                <a:ext uri="{FF2B5EF4-FFF2-40B4-BE49-F238E27FC236}">
                  <a16:creationId xmlns:a16="http://schemas.microsoft.com/office/drawing/2014/main" id="{730C51C6-633B-417B-8D30-92E4C6374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556"/>
              <a:ext cx="159" cy="28"/>
            </a:xfrm>
            <a:custGeom>
              <a:avLst/>
              <a:gdLst>
                <a:gd name="T0" fmla="*/ 227 w 133"/>
                <a:gd name="T1" fmla="*/ 39 h 22"/>
                <a:gd name="T2" fmla="*/ 79 w 133"/>
                <a:gd name="T3" fmla="*/ 0 h 22"/>
                <a:gd name="T4" fmla="*/ 0 w 13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2">
                  <a:moveTo>
                    <a:pt x="133" y="19"/>
                  </a:moveTo>
                  <a:cubicBezTo>
                    <a:pt x="105" y="22"/>
                    <a:pt x="73" y="0"/>
                    <a:pt x="46" y="0"/>
                  </a:cubicBezTo>
                  <a:cubicBezTo>
                    <a:pt x="33" y="0"/>
                    <a:pt x="9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288">
              <a:extLst>
                <a:ext uri="{FF2B5EF4-FFF2-40B4-BE49-F238E27FC236}">
                  <a16:creationId xmlns:a16="http://schemas.microsoft.com/office/drawing/2014/main" id="{3E39FDA3-64AF-40C4-8A12-E7035B9DD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442"/>
              <a:ext cx="118" cy="82"/>
            </a:xfrm>
            <a:custGeom>
              <a:avLst/>
              <a:gdLst>
                <a:gd name="T0" fmla="*/ 168 w 99"/>
                <a:gd name="T1" fmla="*/ 116 h 65"/>
                <a:gd name="T2" fmla="*/ 72 w 99"/>
                <a:gd name="T3" fmla="*/ 53 h 65"/>
                <a:gd name="T4" fmla="*/ 0 w 99"/>
                <a:gd name="T5" fmla="*/ 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65">
                  <a:moveTo>
                    <a:pt x="99" y="58"/>
                  </a:moveTo>
                  <a:cubicBezTo>
                    <a:pt x="83" y="65"/>
                    <a:pt x="54" y="37"/>
                    <a:pt x="42" y="26"/>
                  </a:cubicBezTo>
                  <a:cubicBezTo>
                    <a:pt x="30" y="14"/>
                    <a:pt x="19" y="0"/>
                    <a:pt x="0" y="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289">
              <a:extLst>
                <a:ext uri="{FF2B5EF4-FFF2-40B4-BE49-F238E27FC236}">
                  <a16:creationId xmlns:a16="http://schemas.microsoft.com/office/drawing/2014/main" id="{71B247F0-40C1-4B09-A9BC-86366D856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414"/>
              <a:ext cx="98" cy="32"/>
            </a:xfrm>
            <a:custGeom>
              <a:avLst/>
              <a:gdLst>
                <a:gd name="T0" fmla="*/ 140 w 82"/>
                <a:gd name="T1" fmla="*/ 52 h 25"/>
                <a:gd name="T2" fmla="*/ 0 w 8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5">
                  <a:moveTo>
                    <a:pt x="82" y="25"/>
                  </a:moveTo>
                  <a:cubicBezTo>
                    <a:pt x="62" y="10"/>
                    <a:pt x="14" y="18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290">
              <a:extLst>
                <a:ext uri="{FF2B5EF4-FFF2-40B4-BE49-F238E27FC236}">
                  <a16:creationId xmlns:a16="http://schemas.microsoft.com/office/drawing/2014/main" id="{64499B2B-30E9-4FF5-92B7-BC2292434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392"/>
              <a:ext cx="71" cy="24"/>
            </a:xfrm>
            <a:custGeom>
              <a:avLst/>
              <a:gdLst>
                <a:gd name="T0" fmla="*/ 102 w 59"/>
                <a:gd name="T1" fmla="*/ 38 h 19"/>
                <a:gd name="T2" fmla="*/ 0 w 5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9">
                  <a:moveTo>
                    <a:pt x="59" y="19"/>
                  </a:moveTo>
                  <a:cubicBezTo>
                    <a:pt x="41" y="13"/>
                    <a:pt x="14" y="1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291">
              <a:extLst>
                <a:ext uri="{FF2B5EF4-FFF2-40B4-BE49-F238E27FC236}">
                  <a16:creationId xmlns:a16="http://schemas.microsoft.com/office/drawing/2014/main" id="{66A71C1C-558E-4C21-B339-7F40A74C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350"/>
              <a:ext cx="74" cy="18"/>
            </a:xfrm>
            <a:custGeom>
              <a:avLst/>
              <a:gdLst>
                <a:gd name="T0" fmla="*/ 105 w 62"/>
                <a:gd name="T1" fmla="*/ 30 h 14"/>
                <a:gd name="T2" fmla="*/ 7 w 62"/>
                <a:gd name="T3" fmla="*/ 10 h 14"/>
                <a:gd name="T4" fmla="*/ 1 w 62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4">
                  <a:moveTo>
                    <a:pt x="62" y="14"/>
                  </a:moveTo>
                  <a:cubicBezTo>
                    <a:pt x="47" y="3"/>
                    <a:pt x="21" y="10"/>
                    <a:pt x="4" y="5"/>
                  </a:cubicBezTo>
                  <a:cubicBezTo>
                    <a:pt x="3" y="3"/>
                    <a:pt x="0" y="0"/>
                    <a:pt x="1" y="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292">
              <a:extLst>
                <a:ext uri="{FF2B5EF4-FFF2-40B4-BE49-F238E27FC236}">
                  <a16:creationId xmlns:a16="http://schemas.microsoft.com/office/drawing/2014/main" id="{F2E6B614-AF28-4A51-800A-141ECC80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262"/>
              <a:ext cx="14" cy="51"/>
            </a:xfrm>
            <a:custGeom>
              <a:avLst/>
              <a:gdLst>
                <a:gd name="T0" fmla="*/ 19 w 12"/>
                <a:gd name="T1" fmla="*/ 83 h 40"/>
                <a:gd name="T2" fmla="*/ 0 w 1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40"/>
                  </a:moveTo>
                  <a:cubicBezTo>
                    <a:pt x="6" y="25"/>
                    <a:pt x="12" y="1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293">
              <a:extLst>
                <a:ext uri="{FF2B5EF4-FFF2-40B4-BE49-F238E27FC236}">
                  <a16:creationId xmlns:a16="http://schemas.microsoft.com/office/drawing/2014/main" id="{17A81F3E-3558-4262-B139-C35B36095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717"/>
              <a:ext cx="38" cy="137"/>
            </a:xfrm>
            <a:custGeom>
              <a:avLst/>
              <a:gdLst>
                <a:gd name="T0" fmla="*/ 53 w 32"/>
                <a:gd name="T1" fmla="*/ 0 h 108"/>
                <a:gd name="T2" fmla="*/ 0 w 32"/>
                <a:gd name="T3" fmla="*/ 221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8">
                  <a:moveTo>
                    <a:pt x="32" y="0"/>
                  </a:moveTo>
                  <a:cubicBezTo>
                    <a:pt x="32" y="34"/>
                    <a:pt x="24" y="83"/>
                    <a:pt x="0" y="10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294">
              <a:extLst>
                <a:ext uri="{FF2B5EF4-FFF2-40B4-BE49-F238E27FC236}">
                  <a16:creationId xmlns:a16="http://schemas.microsoft.com/office/drawing/2014/main" id="{4EE0993F-A1B1-4DCE-A402-2BB886CE2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88"/>
              <a:ext cx="70" cy="56"/>
            </a:xfrm>
            <a:custGeom>
              <a:avLst/>
              <a:gdLst>
                <a:gd name="T0" fmla="*/ 98 w 59"/>
                <a:gd name="T1" fmla="*/ 0 h 44"/>
                <a:gd name="T2" fmla="*/ 0 w 59"/>
                <a:gd name="T3" fmla="*/ 9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44">
                  <a:moveTo>
                    <a:pt x="59" y="0"/>
                  </a:moveTo>
                  <a:cubicBezTo>
                    <a:pt x="48" y="22"/>
                    <a:pt x="21" y="37"/>
                    <a:pt x="0" y="4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295">
              <a:extLst>
                <a:ext uri="{FF2B5EF4-FFF2-40B4-BE49-F238E27FC236}">
                  <a16:creationId xmlns:a16="http://schemas.microsoft.com/office/drawing/2014/main" id="{E11FC5DB-8CB4-48C7-ACAB-C9B9B1ABC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379"/>
              <a:ext cx="166" cy="260"/>
            </a:xfrm>
            <a:custGeom>
              <a:avLst/>
              <a:gdLst>
                <a:gd name="T0" fmla="*/ 236 w 139"/>
                <a:gd name="T1" fmla="*/ 422 h 204"/>
                <a:gd name="T2" fmla="*/ 155 w 139"/>
                <a:gd name="T3" fmla="*/ 273 h 204"/>
                <a:gd name="T4" fmla="*/ 107 w 139"/>
                <a:gd name="T5" fmla="*/ 143 h 204"/>
                <a:gd name="T6" fmla="*/ 45 w 139"/>
                <a:gd name="T7" fmla="*/ 73 h 204"/>
                <a:gd name="T8" fmla="*/ 0 w 139"/>
                <a:gd name="T9" fmla="*/ 1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204">
                  <a:moveTo>
                    <a:pt x="139" y="204"/>
                  </a:moveTo>
                  <a:cubicBezTo>
                    <a:pt x="101" y="189"/>
                    <a:pt x="98" y="169"/>
                    <a:pt x="91" y="132"/>
                  </a:cubicBezTo>
                  <a:cubicBezTo>
                    <a:pt x="87" y="109"/>
                    <a:pt x="78" y="86"/>
                    <a:pt x="63" y="69"/>
                  </a:cubicBezTo>
                  <a:cubicBezTo>
                    <a:pt x="52" y="57"/>
                    <a:pt x="37" y="48"/>
                    <a:pt x="27" y="35"/>
                  </a:cubicBezTo>
                  <a:cubicBezTo>
                    <a:pt x="20" y="25"/>
                    <a:pt x="10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296">
              <a:extLst>
                <a:ext uri="{FF2B5EF4-FFF2-40B4-BE49-F238E27FC236}">
                  <a16:creationId xmlns:a16="http://schemas.microsoft.com/office/drawing/2014/main" id="{3AD8C5CF-693B-4474-B7D8-76FE7DFEF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226"/>
              <a:ext cx="190" cy="166"/>
            </a:xfrm>
            <a:custGeom>
              <a:avLst/>
              <a:gdLst>
                <a:gd name="T0" fmla="*/ 271 w 159"/>
                <a:gd name="T1" fmla="*/ 255 h 130"/>
                <a:gd name="T2" fmla="*/ 0 w 159"/>
                <a:gd name="T3" fmla="*/ 0 h 1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9" h="130">
                  <a:moveTo>
                    <a:pt x="159" y="123"/>
                  </a:moveTo>
                  <a:cubicBezTo>
                    <a:pt x="116" y="130"/>
                    <a:pt x="29" y="6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297">
              <a:extLst>
                <a:ext uri="{FF2B5EF4-FFF2-40B4-BE49-F238E27FC236}">
                  <a16:creationId xmlns:a16="http://schemas.microsoft.com/office/drawing/2014/main" id="{CEADEF3A-B6C6-49AF-BB1A-3AADCB13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932"/>
              <a:ext cx="983" cy="154"/>
            </a:xfrm>
            <a:custGeom>
              <a:avLst/>
              <a:gdLst>
                <a:gd name="T0" fmla="*/ 0 w 823"/>
                <a:gd name="T1" fmla="*/ 190 h 121"/>
                <a:gd name="T2" fmla="*/ 167 w 823"/>
                <a:gd name="T3" fmla="*/ 167 h 121"/>
                <a:gd name="T4" fmla="*/ 382 w 823"/>
                <a:gd name="T5" fmla="*/ 239 h 121"/>
                <a:gd name="T6" fmla="*/ 468 w 823"/>
                <a:gd name="T7" fmla="*/ 237 h 121"/>
                <a:gd name="T8" fmla="*/ 553 w 823"/>
                <a:gd name="T9" fmla="*/ 206 h 121"/>
                <a:gd name="T10" fmla="*/ 672 w 823"/>
                <a:gd name="T11" fmla="*/ 64 h 121"/>
                <a:gd name="T12" fmla="*/ 852 w 823"/>
                <a:gd name="T13" fmla="*/ 73 h 121"/>
                <a:gd name="T14" fmla="*/ 944 w 823"/>
                <a:gd name="T15" fmla="*/ 64 h 121"/>
                <a:gd name="T16" fmla="*/ 1037 w 823"/>
                <a:gd name="T17" fmla="*/ 23 h 121"/>
                <a:gd name="T18" fmla="*/ 1218 w 823"/>
                <a:gd name="T19" fmla="*/ 32 h 121"/>
                <a:gd name="T20" fmla="*/ 1289 w 823"/>
                <a:gd name="T21" fmla="*/ 6 h 121"/>
                <a:gd name="T22" fmla="*/ 1347 w 823"/>
                <a:gd name="T23" fmla="*/ 23 h 121"/>
                <a:gd name="T24" fmla="*/ 1402 w 823"/>
                <a:gd name="T25" fmla="*/ 5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3" h="121">
                  <a:moveTo>
                    <a:pt x="0" y="92"/>
                  </a:moveTo>
                  <a:cubicBezTo>
                    <a:pt x="29" y="110"/>
                    <a:pt x="68" y="84"/>
                    <a:pt x="98" y="81"/>
                  </a:cubicBezTo>
                  <a:cubicBezTo>
                    <a:pt x="143" y="75"/>
                    <a:pt x="180" y="121"/>
                    <a:pt x="224" y="116"/>
                  </a:cubicBezTo>
                  <a:cubicBezTo>
                    <a:pt x="245" y="114"/>
                    <a:pt x="253" y="109"/>
                    <a:pt x="275" y="115"/>
                  </a:cubicBezTo>
                  <a:cubicBezTo>
                    <a:pt x="297" y="121"/>
                    <a:pt x="308" y="118"/>
                    <a:pt x="325" y="100"/>
                  </a:cubicBezTo>
                  <a:cubicBezTo>
                    <a:pt x="352" y="73"/>
                    <a:pt x="352" y="43"/>
                    <a:pt x="394" y="31"/>
                  </a:cubicBezTo>
                  <a:cubicBezTo>
                    <a:pt x="428" y="21"/>
                    <a:pt x="466" y="34"/>
                    <a:pt x="500" y="35"/>
                  </a:cubicBezTo>
                  <a:cubicBezTo>
                    <a:pt x="518" y="35"/>
                    <a:pt x="536" y="33"/>
                    <a:pt x="553" y="31"/>
                  </a:cubicBezTo>
                  <a:cubicBezTo>
                    <a:pt x="575" y="28"/>
                    <a:pt x="588" y="17"/>
                    <a:pt x="609" y="11"/>
                  </a:cubicBezTo>
                  <a:cubicBezTo>
                    <a:pt x="645" y="0"/>
                    <a:pt x="680" y="35"/>
                    <a:pt x="715" y="16"/>
                  </a:cubicBezTo>
                  <a:cubicBezTo>
                    <a:pt x="731" y="8"/>
                    <a:pt x="735" y="1"/>
                    <a:pt x="756" y="3"/>
                  </a:cubicBezTo>
                  <a:cubicBezTo>
                    <a:pt x="769" y="4"/>
                    <a:pt x="778" y="9"/>
                    <a:pt x="790" y="11"/>
                  </a:cubicBezTo>
                  <a:cubicBezTo>
                    <a:pt x="803" y="12"/>
                    <a:pt x="813" y="7"/>
                    <a:pt x="823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298">
              <a:extLst>
                <a:ext uri="{FF2B5EF4-FFF2-40B4-BE49-F238E27FC236}">
                  <a16:creationId xmlns:a16="http://schemas.microsoft.com/office/drawing/2014/main" id="{83C6804A-8410-4B91-8145-37DB8C94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174"/>
              <a:ext cx="14" cy="65"/>
            </a:xfrm>
            <a:custGeom>
              <a:avLst/>
              <a:gdLst>
                <a:gd name="T0" fmla="*/ 0 w 12"/>
                <a:gd name="T1" fmla="*/ 0 h 51"/>
                <a:gd name="T2" fmla="*/ 19 w 12"/>
                <a:gd name="T3" fmla="*/ 10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1">
                  <a:moveTo>
                    <a:pt x="0" y="0"/>
                  </a:moveTo>
                  <a:cubicBezTo>
                    <a:pt x="9" y="14"/>
                    <a:pt x="8" y="34"/>
                    <a:pt x="12" y="5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299">
              <a:extLst>
                <a:ext uri="{FF2B5EF4-FFF2-40B4-BE49-F238E27FC236}">
                  <a16:creationId xmlns:a16="http://schemas.microsoft.com/office/drawing/2014/main" id="{9DC0D24C-A168-4FCA-8BD4-82EC5C54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113"/>
              <a:ext cx="335" cy="811"/>
            </a:xfrm>
            <a:custGeom>
              <a:avLst/>
              <a:gdLst>
                <a:gd name="T0" fmla="*/ 147 w 280"/>
                <a:gd name="T1" fmla="*/ 1313 h 637"/>
                <a:gd name="T2" fmla="*/ 51 w 280"/>
                <a:gd name="T3" fmla="*/ 1197 h 637"/>
                <a:gd name="T4" fmla="*/ 26 w 280"/>
                <a:gd name="T5" fmla="*/ 998 h 637"/>
                <a:gd name="T6" fmla="*/ 54 w 280"/>
                <a:gd name="T7" fmla="*/ 791 h 637"/>
                <a:gd name="T8" fmla="*/ 61 w 280"/>
                <a:gd name="T9" fmla="*/ 588 h 637"/>
                <a:gd name="T10" fmla="*/ 99 w 280"/>
                <a:gd name="T11" fmla="*/ 497 h 637"/>
                <a:gd name="T12" fmla="*/ 121 w 280"/>
                <a:gd name="T13" fmla="*/ 379 h 637"/>
                <a:gd name="T14" fmla="*/ 177 w 280"/>
                <a:gd name="T15" fmla="*/ 262 h 637"/>
                <a:gd name="T16" fmla="*/ 236 w 280"/>
                <a:gd name="T17" fmla="*/ 149 h 637"/>
                <a:gd name="T18" fmla="*/ 330 w 280"/>
                <a:gd name="T19" fmla="*/ 78 h 637"/>
                <a:gd name="T20" fmla="*/ 366 w 280"/>
                <a:gd name="T21" fmla="*/ 43 h 637"/>
                <a:gd name="T22" fmla="*/ 398 w 280"/>
                <a:gd name="T23" fmla="*/ 47 h 637"/>
                <a:gd name="T24" fmla="*/ 480 w 280"/>
                <a:gd name="T25" fmla="*/ 13 h 6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0" h="637">
                  <a:moveTo>
                    <a:pt x="86" y="636"/>
                  </a:moveTo>
                  <a:cubicBezTo>
                    <a:pt x="45" y="637"/>
                    <a:pt x="29" y="618"/>
                    <a:pt x="30" y="580"/>
                  </a:cubicBezTo>
                  <a:cubicBezTo>
                    <a:pt x="32" y="544"/>
                    <a:pt x="26" y="518"/>
                    <a:pt x="15" y="484"/>
                  </a:cubicBezTo>
                  <a:cubicBezTo>
                    <a:pt x="0" y="441"/>
                    <a:pt x="22" y="423"/>
                    <a:pt x="32" y="383"/>
                  </a:cubicBezTo>
                  <a:cubicBezTo>
                    <a:pt x="40" y="350"/>
                    <a:pt x="26" y="316"/>
                    <a:pt x="36" y="285"/>
                  </a:cubicBezTo>
                  <a:cubicBezTo>
                    <a:pt x="41" y="269"/>
                    <a:pt x="53" y="256"/>
                    <a:pt x="58" y="240"/>
                  </a:cubicBezTo>
                  <a:cubicBezTo>
                    <a:pt x="64" y="221"/>
                    <a:pt x="62" y="203"/>
                    <a:pt x="70" y="184"/>
                  </a:cubicBezTo>
                  <a:cubicBezTo>
                    <a:pt x="78" y="164"/>
                    <a:pt x="92" y="145"/>
                    <a:pt x="104" y="127"/>
                  </a:cubicBezTo>
                  <a:cubicBezTo>
                    <a:pt x="116" y="109"/>
                    <a:pt x="123" y="87"/>
                    <a:pt x="138" y="72"/>
                  </a:cubicBezTo>
                  <a:cubicBezTo>
                    <a:pt x="155" y="56"/>
                    <a:pt x="175" y="49"/>
                    <a:pt x="193" y="38"/>
                  </a:cubicBezTo>
                  <a:cubicBezTo>
                    <a:pt x="200" y="33"/>
                    <a:pt x="205" y="23"/>
                    <a:pt x="214" y="21"/>
                  </a:cubicBezTo>
                  <a:cubicBezTo>
                    <a:pt x="221" y="19"/>
                    <a:pt x="227" y="24"/>
                    <a:pt x="232" y="23"/>
                  </a:cubicBezTo>
                  <a:cubicBezTo>
                    <a:pt x="253" y="18"/>
                    <a:pt x="259" y="0"/>
                    <a:pt x="280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300">
              <a:extLst>
                <a:ext uri="{FF2B5EF4-FFF2-40B4-BE49-F238E27FC236}">
                  <a16:creationId xmlns:a16="http://schemas.microsoft.com/office/drawing/2014/main" id="{B1A468B1-0F86-44C6-B44F-0531E681A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219"/>
              <a:ext cx="219" cy="372"/>
            </a:xfrm>
            <a:custGeom>
              <a:avLst/>
              <a:gdLst>
                <a:gd name="T0" fmla="*/ 311 w 184"/>
                <a:gd name="T1" fmla="*/ 64 h 292"/>
                <a:gd name="T2" fmla="*/ 98 w 184"/>
                <a:gd name="T3" fmla="*/ 296 h 292"/>
                <a:gd name="T4" fmla="*/ 0 w 184"/>
                <a:gd name="T5" fmla="*/ 604 h 292"/>
                <a:gd name="T6" fmla="*/ 89 w 184"/>
                <a:gd name="T7" fmla="*/ 259 h 292"/>
                <a:gd name="T8" fmla="*/ 154 w 184"/>
                <a:gd name="T9" fmla="*/ 115 h 292"/>
                <a:gd name="T10" fmla="*/ 292 w 184"/>
                <a:gd name="T11" fmla="*/ 54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92">
                  <a:moveTo>
                    <a:pt x="184" y="31"/>
                  </a:moveTo>
                  <a:cubicBezTo>
                    <a:pt x="114" y="0"/>
                    <a:pt x="78" y="101"/>
                    <a:pt x="58" y="143"/>
                  </a:cubicBezTo>
                  <a:cubicBezTo>
                    <a:pt x="34" y="191"/>
                    <a:pt x="17" y="244"/>
                    <a:pt x="0" y="292"/>
                  </a:cubicBezTo>
                  <a:cubicBezTo>
                    <a:pt x="12" y="234"/>
                    <a:pt x="27" y="176"/>
                    <a:pt x="53" y="125"/>
                  </a:cubicBezTo>
                  <a:cubicBezTo>
                    <a:pt x="65" y="100"/>
                    <a:pt x="70" y="76"/>
                    <a:pt x="91" y="56"/>
                  </a:cubicBezTo>
                  <a:cubicBezTo>
                    <a:pt x="116" y="33"/>
                    <a:pt x="142" y="36"/>
                    <a:pt x="173" y="26"/>
                  </a:cubicBezTo>
                </a:path>
              </a:pathLst>
            </a:custGeom>
            <a:solidFill>
              <a:srgbClr val="3A7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301">
              <a:extLst>
                <a:ext uri="{FF2B5EF4-FFF2-40B4-BE49-F238E27FC236}">
                  <a16:creationId xmlns:a16="http://schemas.microsoft.com/office/drawing/2014/main" id="{B17F41AC-29AE-4E02-BF0B-FD22035E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612"/>
              <a:ext cx="185" cy="382"/>
            </a:xfrm>
            <a:custGeom>
              <a:avLst/>
              <a:gdLst>
                <a:gd name="T0" fmla="*/ 264 w 155"/>
                <a:gd name="T1" fmla="*/ 0 h 300"/>
                <a:gd name="T2" fmla="*/ 132 w 155"/>
                <a:gd name="T3" fmla="*/ 331 h 300"/>
                <a:gd name="T4" fmla="*/ 10 w 155"/>
                <a:gd name="T5" fmla="*/ 619 h 300"/>
                <a:gd name="T6" fmla="*/ 27 w 155"/>
                <a:gd name="T7" fmla="*/ 461 h 300"/>
                <a:gd name="T8" fmla="*/ 111 w 155"/>
                <a:gd name="T9" fmla="*/ 325 h 300"/>
                <a:gd name="T10" fmla="*/ 258 w 155"/>
                <a:gd name="T11" fmla="*/ 17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300">
                  <a:moveTo>
                    <a:pt x="155" y="0"/>
                  </a:moveTo>
                  <a:cubicBezTo>
                    <a:pt x="124" y="51"/>
                    <a:pt x="108" y="111"/>
                    <a:pt x="78" y="160"/>
                  </a:cubicBezTo>
                  <a:cubicBezTo>
                    <a:pt x="49" y="206"/>
                    <a:pt x="9" y="242"/>
                    <a:pt x="6" y="300"/>
                  </a:cubicBezTo>
                  <a:cubicBezTo>
                    <a:pt x="3" y="269"/>
                    <a:pt x="0" y="252"/>
                    <a:pt x="16" y="223"/>
                  </a:cubicBezTo>
                  <a:cubicBezTo>
                    <a:pt x="30" y="197"/>
                    <a:pt x="50" y="182"/>
                    <a:pt x="65" y="157"/>
                  </a:cubicBezTo>
                  <a:cubicBezTo>
                    <a:pt x="95" y="109"/>
                    <a:pt x="101" y="39"/>
                    <a:pt x="152" y="8"/>
                  </a:cubicBezTo>
                </a:path>
              </a:pathLst>
            </a:custGeom>
            <a:solidFill>
              <a:srgbClr val="3A7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302">
              <a:extLst>
                <a:ext uri="{FF2B5EF4-FFF2-40B4-BE49-F238E27FC236}">
                  <a16:creationId xmlns:a16="http://schemas.microsoft.com/office/drawing/2014/main" id="{87323B7C-9DAD-4094-BA70-054E8C317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258"/>
              <a:ext cx="270" cy="381"/>
            </a:xfrm>
            <a:custGeom>
              <a:avLst/>
              <a:gdLst>
                <a:gd name="T0" fmla="*/ 369 w 226"/>
                <a:gd name="T1" fmla="*/ 0 h 299"/>
                <a:gd name="T2" fmla="*/ 259 w 226"/>
                <a:gd name="T3" fmla="*/ 17 h 299"/>
                <a:gd name="T4" fmla="*/ 161 w 226"/>
                <a:gd name="T5" fmla="*/ 122 h 299"/>
                <a:gd name="T6" fmla="*/ 97 w 226"/>
                <a:gd name="T7" fmla="*/ 292 h 299"/>
                <a:gd name="T8" fmla="*/ 29 w 226"/>
                <a:gd name="T9" fmla="*/ 508 h 299"/>
                <a:gd name="T10" fmla="*/ 0 w 226"/>
                <a:gd name="T11" fmla="*/ 618 h 299"/>
                <a:gd name="T12" fmla="*/ 93 w 226"/>
                <a:gd name="T13" fmla="*/ 326 h 299"/>
                <a:gd name="T14" fmla="*/ 184 w 226"/>
                <a:gd name="T15" fmla="*/ 115 h 299"/>
                <a:gd name="T16" fmla="*/ 286 w 226"/>
                <a:gd name="T17" fmla="*/ 24 h 299"/>
                <a:gd name="T18" fmla="*/ 386 w 226"/>
                <a:gd name="T19" fmla="*/ 6 h 2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6" h="299">
                  <a:moveTo>
                    <a:pt x="217" y="0"/>
                  </a:moveTo>
                  <a:cubicBezTo>
                    <a:pt x="196" y="0"/>
                    <a:pt x="172" y="1"/>
                    <a:pt x="152" y="8"/>
                  </a:cubicBezTo>
                  <a:cubicBezTo>
                    <a:pt x="125" y="18"/>
                    <a:pt x="111" y="36"/>
                    <a:pt x="95" y="59"/>
                  </a:cubicBezTo>
                  <a:cubicBezTo>
                    <a:pt x="78" y="83"/>
                    <a:pt x="68" y="114"/>
                    <a:pt x="57" y="141"/>
                  </a:cubicBezTo>
                  <a:cubicBezTo>
                    <a:pt x="43" y="177"/>
                    <a:pt x="30" y="211"/>
                    <a:pt x="17" y="246"/>
                  </a:cubicBezTo>
                  <a:cubicBezTo>
                    <a:pt x="11" y="264"/>
                    <a:pt x="7" y="282"/>
                    <a:pt x="0" y="299"/>
                  </a:cubicBezTo>
                  <a:cubicBezTo>
                    <a:pt x="27" y="259"/>
                    <a:pt x="39" y="204"/>
                    <a:pt x="54" y="158"/>
                  </a:cubicBezTo>
                  <a:cubicBezTo>
                    <a:pt x="67" y="121"/>
                    <a:pt x="86" y="88"/>
                    <a:pt x="108" y="56"/>
                  </a:cubicBezTo>
                  <a:cubicBezTo>
                    <a:pt x="125" y="32"/>
                    <a:pt x="139" y="22"/>
                    <a:pt x="167" y="12"/>
                  </a:cubicBezTo>
                  <a:cubicBezTo>
                    <a:pt x="185" y="5"/>
                    <a:pt x="206" y="3"/>
                    <a:pt x="226" y="3"/>
                  </a:cubicBezTo>
                </a:path>
              </a:pathLst>
            </a:custGeom>
            <a:solidFill>
              <a:srgbClr val="8DE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303">
              <a:extLst>
                <a:ext uri="{FF2B5EF4-FFF2-40B4-BE49-F238E27FC236}">
                  <a16:creationId xmlns:a16="http://schemas.microsoft.com/office/drawing/2014/main" id="{6AE63382-256E-4E0F-9F42-FF0BC88CF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652"/>
              <a:ext cx="166" cy="340"/>
            </a:xfrm>
            <a:custGeom>
              <a:avLst/>
              <a:gdLst>
                <a:gd name="T0" fmla="*/ 236 w 139"/>
                <a:gd name="T1" fmla="*/ 0 h 267"/>
                <a:gd name="T2" fmla="*/ 156 w 139"/>
                <a:gd name="T3" fmla="*/ 168 h 267"/>
                <a:gd name="T4" fmla="*/ 64 w 139"/>
                <a:gd name="T5" fmla="*/ 327 h 267"/>
                <a:gd name="T6" fmla="*/ 1 w 139"/>
                <a:gd name="T7" fmla="*/ 504 h 267"/>
                <a:gd name="T8" fmla="*/ 20 w 139"/>
                <a:gd name="T9" fmla="*/ 546 h 267"/>
                <a:gd name="T10" fmla="*/ 64 w 139"/>
                <a:gd name="T11" fmla="*/ 534 h 267"/>
                <a:gd name="T12" fmla="*/ 72 w 139"/>
                <a:gd name="T13" fmla="*/ 523 h 267"/>
                <a:gd name="T14" fmla="*/ 23 w 139"/>
                <a:gd name="T15" fmla="*/ 523 h 267"/>
                <a:gd name="T16" fmla="*/ 32 w 139"/>
                <a:gd name="T17" fmla="*/ 447 h 267"/>
                <a:gd name="T18" fmla="*/ 112 w 139"/>
                <a:gd name="T19" fmla="*/ 295 h 267"/>
                <a:gd name="T20" fmla="*/ 153 w 139"/>
                <a:gd name="T21" fmla="*/ 227 h 267"/>
                <a:gd name="T22" fmla="*/ 182 w 139"/>
                <a:gd name="T23" fmla="*/ 143 h 267"/>
                <a:gd name="T24" fmla="*/ 235 w 139"/>
                <a:gd name="T25" fmla="*/ 18 h 2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9" h="267">
                  <a:moveTo>
                    <a:pt x="139" y="0"/>
                  </a:moveTo>
                  <a:cubicBezTo>
                    <a:pt x="119" y="26"/>
                    <a:pt x="105" y="52"/>
                    <a:pt x="92" y="82"/>
                  </a:cubicBezTo>
                  <a:cubicBezTo>
                    <a:pt x="79" y="111"/>
                    <a:pt x="55" y="133"/>
                    <a:pt x="38" y="159"/>
                  </a:cubicBezTo>
                  <a:cubicBezTo>
                    <a:pt x="19" y="187"/>
                    <a:pt x="2" y="208"/>
                    <a:pt x="1" y="244"/>
                  </a:cubicBezTo>
                  <a:cubicBezTo>
                    <a:pt x="0" y="257"/>
                    <a:pt x="0" y="262"/>
                    <a:pt x="12" y="265"/>
                  </a:cubicBezTo>
                  <a:cubicBezTo>
                    <a:pt x="22" y="267"/>
                    <a:pt x="31" y="265"/>
                    <a:pt x="38" y="258"/>
                  </a:cubicBezTo>
                  <a:cubicBezTo>
                    <a:pt x="38" y="257"/>
                    <a:pt x="41" y="255"/>
                    <a:pt x="42" y="254"/>
                  </a:cubicBezTo>
                  <a:cubicBezTo>
                    <a:pt x="34" y="257"/>
                    <a:pt x="20" y="261"/>
                    <a:pt x="13" y="254"/>
                  </a:cubicBezTo>
                  <a:cubicBezTo>
                    <a:pt x="4" y="245"/>
                    <a:pt x="15" y="227"/>
                    <a:pt x="19" y="217"/>
                  </a:cubicBezTo>
                  <a:cubicBezTo>
                    <a:pt x="31" y="191"/>
                    <a:pt x="49" y="165"/>
                    <a:pt x="66" y="143"/>
                  </a:cubicBezTo>
                  <a:cubicBezTo>
                    <a:pt x="75" y="132"/>
                    <a:pt x="82" y="122"/>
                    <a:pt x="90" y="110"/>
                  </a:cubicBezTo>
                  <a:cubicBezTo>
                    <a:pt x="97" y="97"/>
                    <a:pt x="100" y="83"/>
                    <a:pt x="106" y="69"/>
                  </a:cubicBezTo>
                  <a:cubicBezTo>
                    <a:pt x="112" y="54"/>
                    <a:pt x="124" y="17"/>
                    <a:pt x="138" y="9"/>
                  </a:cubicBezTo>
                </a:path>
              </a:pathLst>
            </a:custGeom>
            <a:solidFill>
              <a:srgbClr val="8DE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304">
              <a:extLst>
                <a:ext uri="{FF2B5EF4-FFF2-40B4-BE49-F238E27FC236}">
                  <a16:creationId xmlns:a16="http://schemas.microsoft.com/office/drawing/2014/main" id="{CF9082DE-CDB1-45B5-8B6A-B3EDF8E5F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079"/>
              <a:ext cx="246" cy="178"/>
            </a:xfrm>
            <a:custGeom>
              <a:avLst/>
              <a:gdLst>
                <a:gd name="T0" fmla="*/ 7 w 206"/>
                <a:gd name="T1" fmla="*/ 37 h 140"/>
                <a:gd name="T2" fmla="*/ 1 w 206"/>
                <a:gd name="T3" fmla="*/ 123 h 140"/>
                <a:gd name="T4" fmla="*/ 2 w 206"/>
                <a:gd name="T5" fmla="*/ 187 h 140"/>
                <a:gd name="T6" fmla="*/ 16 w 206"/>
                <a:gd name="T7" fmla="*/ 238 h 140"/>
                <a:gd name="T8" fmla="*/ 17 w 206"/>
                <a:gd name="T9" fmla="*/ 287 h 140"/>
                <a:gd name="T10" fmla="*/ 30 w 206"/>
                <a:gd name="T11" fmla="*/ 284 h 140"/>
                <a:gd name="T12" fmla="*/ 56 w 206"/>
                <a:gd name="T13" fmla="*/ 278 h 140"/>
                <a:gd name="T14" fmla="*/ 98 w 206"/>
                <a:gd name="T15" fmla="*/ 267 h 140"/>
                <a:gd name="T16" fmla="*/ 213 w 206"/>
                <a:gd name="T17" fmla="*/ 250 h 140"/>
                <a:gd name="T18" fmla="*/ 279 w 206"/>
                <a:gd name="T19" fmla="*/ 236 h 140"/>
                <a:gd name="T20" fmla="*/ 340 w 206"/>
                <a:gd name="T21" fmla="*/ 214 h 140"/>
                <a:gd name="T22" fmla="*/ 303 w 206"/>
                <a:gd name="T23" fmla="*/ 145 h 140"/>
                <a:gd name="T24" fmla="*/ 247 w 206"/>
                <a:gd name="T25" fmla="*/ 117 h 140"/>
                <a:gd name="T26" fmla="*/ 174 w 206"/>
                <a:gd name="T27" fmla="*/ 72 h 140"/>
                <a:gd name="T28" fmla="*/ 123 w 206"/>
                <a:gd name="T29" fmla="*/ 36 h 140"/>
                <a:gd name="T30" fmla="*/ 80 w 206"/>
                <a:gd name="T31" fmla="*/ 10 h 140"/>
                <a:gd name="T32" fmla="*/ 36 w 206"/>
                <a:gd name="T33" fmla="*/ 5 h 140"/>
                <a:gd name="T34" fmla="*/ 2 w 206"/>
                <a:gd name="T35" fmla="*/ 47 h 1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6" h="140">
                  <a:moveTo>
                    <a:pt x="4" y="18"/>
                  </a:moveTo>
                  <a:cubicBezTo>
                    <a:pt x="4" y="32"/>
                    <a:pt x="1" y="46"/>
                    <a:pt x="1" y="60"/>
                  </a:cubicBezTo>
                  <a:cubicBezTo>
                    <a:pt x="1" y="70"/>
                    <a:pt x="0" y="81"/>
                    <a:pt x="2" y="91"/>
                  </a:cubicBezTo>
                  <a:cubicBezTo>
                    <a:pt x="3" y="99"/>
                    <a:pt x="5" y="107"/>
                    <a:pt x="9" y="116"/>
                  </a:cubicBezTo>
                  <a:cubicBezTo>
                    <a:pt x="13" y="124"/>
                    <a:pt x="11" y="131"/>
                    <a:pt x="10" y="140"/>
                  </a:cubicBezTo>
                  <a:cubicBezTo>
                    <a:pt x="12" y="137"/>
                    <a:pt x="15" y="138"/>
                    <a:pt x="18" y="138"/>
                  </a:cubicBezTo>
                  <a:cubicBezTo>
                    <a:pt x="23" y="137"/>
                    <a:pt x="28" y="135"/>
                    <a:pt x="33" y="135"/>
                  </a:cubicBezTo>
                  <a:cubicBezTo>
                    <a:pt x="41" y="134"/>
                    <a:pt x="49" y="131"/>
                    <a:pt x="58" y="130"/>
                  </a:cubicBezTo>
                  <a:cubicBezTo>
                    <a:pt x="80" y="129"/>
                    <a:pt x="102" y="125"/>
                    <a:pt x="125" y="122"/>
                  </a:cubicBezTo>
                  <a:cubicBezTo>
                    <a:pt x="138" y="120"/>
                    <a:pt x="151" y="117"/>
                    <a:pt x="164" y="115"/>
                  </a:cubicBezTo>
                  <a:cubicBezTo>
                    <a:pt x="174" y="114"/>
                    <a:pt x="194" y="114"/>
                    <a:pt x="200" y="104"/>
                  </a:cubicBezTo>
                  <a:cubicBezTo>
                    <a:pt x="206" y="92"/>
                    <a:pt x="187" y="76"/>
                    <a:pt x="178" y="71"/>
                  </a:cubicBezTo>
                  <a:cubicBezTo>
                    <a:pt x="167" y="65"/>
                    <a:pt x="156" y="62"/>
                    <a:pt x="145" y="57"/>
                  </a:cubicBezTo>
                  <a:cubicBezTo>
                    <a:pt x="130" y="51"/>
                    <a:pt x="116" y="44"/>
                    <a:pt x="102" y="35"/>
                  </a:cubicBezTo>
                  <a:cubicBezTo>
                    <a:pt x="92" y="29"/>
                    <a:pt x="82" y="24"/>
                    <a:pt x="72" y="17"/>
                  </a:cubicBezTo>
                  <a:cubicBezTo>
                    <a:pt x="64" y="12"/>
                    <a:pt x="56" y="8"/>
                    <a:pt x="47" y="5"/>
                  </a:cubicBezTo>
                  <a:cubicBezTo>
                    <a:pt x="39" y="3"/>
                    <a:pt x="29" y="0"/>
                    <a:pt x="21" y="2"/>
                  </a:cubicBezTo>
                  <a:cubicBezTo>
                    <a:pt x="12" y="5"/>
                    <a:pt x="4" y="14"/>
                    <a:pt x="2" y="23"/>
                  </a:cubicBezTo>
                </a:path>
              </a:pathLst>
            </a:custGeom>
            <a:solidFill>
              <a:srgbClr val="2354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305">
              <a:extLst>
                <a:ext uri="{FF2B5EF4-FFF2-40B4-BE49-F238E27FC236}">
                  <a16:creationId xmlns:a16="http://schemas.microsoft.com/office/drawing/2014/main" id="{FE9E5512-99FA-4233-8181-3B63D24B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426"/>
              <a:ext cx="410" cy="492"/>
            </a:xfrm>
            <a:custGeom>
              <a:avLst/>
              <a:gdLst>
                <a:gd name="T0" fmla="*/ 423 w 343"/>
                <a:gd name="T1" fmla="*/ 136 h 386"/>
                <a:gd name="T2" fmla="*/ 500 w 343"/>
                <a:gd name="T3" fmla="*/ 307 h 386"/>
                <a:gd name="T4" fmla="*/ 570 w 343"/>
                <a:gd name="T5" fmla="*/ 436 h 386"/>
                <a:gd name="T6" fmla="*/ 466 w 343"/>
                <a:gd name="T7" fmla="*/ 704 h 386"/>
                <a:gd name="T8" fmla="*/ 263 w 343"/>
                <a:gd name="T9" fmla="*/ 744 h 386"/>
                <a:gd name="T10" fmla="*/ 73 w 343"/>
                <a:gd name="T11" fmla="*/ 489 h 386"/>
                <a:gd name="T12" fmla="*/ 196 w 343"/>
                <a:gd name="T13" fmla="*/ 319 h 386"/>
                <a:gd name="T14" fmla="*/ 234 w 343"/>
                <a:gd name="T15" fmla="*/ 90 h 386"/>
                <a:gd name="T16" fmla="*/ 420 w 343"/>
                <a:gd name="T17" fmla="*/ 141 h 3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3" h="386">
                  <a:moveTo>
                    <a:pt x="248" y="66"/>
                  </a:moveTo>
                  <a:cubicBezTo>
                    <a:pt x="259" y="94"/>
                    <a:pt x="273" y="125"/>
                    <a:pt x="293" y="148"/>
                  </a:cubicBezTo>
                  <a:cubicBezTo>
                    <a:pt x="310" y="167"/>
                    <a:pt x="329" y="183"/>
                    <a:pt x="334" y="210"/>
                  </a:cubicBezTo>
                  <a:cubicBezTo>
                    <a:pt x="343" y="263"/>
                    <a:pt x="306" y="305"/>
                    <a:pt x="273" y="340"/>
                  </a:cubicBezTo>
                  <a:cubicBezTo>
                    <a:pt x="231" y="386"/>
                    <a:pt x="210" y="367"/>
                    <a:pt x="154" y="359"/>
                  </a:cubicBezTo>
                  <a:cubicBezTo>
                    <a:pt x="97" y="350"/>
                    <a:pt x="0" y="309"/>
                    <a:pt x="43" y="236"/>
                  </a:cubicBezTo>
                  <a:cubicBezTo>
                    <a:pt x="62" y="202"/>
                    <a:pt x="99" y="192"/>
                    <a:pt x="115" y="154"/>
                  </a:cubicBezTo>
                  <a:cubicBezTo>
                    <a:pt x="129" y="122"/>
                    <a:pt x="114" y="73"/>
                    <a:pt x="137" y="44"/>
                  </a:cubicBezTo>
                  <a:cubicBezTo>
                    <a:pt x="171" y="0"/>
                    <a:pt x="220" y="38"/>
                    <a:pt x="246" y="68"/>
                  </a:cubicBezTo>
                </a:path>
              </a:pathLst>
            </a:custGeom>
            <a:solidFill>
              <a:srgbClr val="4AA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306">
              <a:extLst>
                <a:ext uri="{FF2B5EF4-FFF2-40B4-BE49-F238E27FC236}">
                  <a16:creationId xmlns:a16="http://schemas.microsoft.com/office/drawing/2014/main" id="{73322272-97A8-4554-9DE5-7815341DC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252"/>
              <a:ext cx="105" cy="99"/>
            </a:xfrm>
            <a:custGeom>
              <a:avLst/>
              <a:gdLst>
                <a:gd name="T0" fmla="*/ 10 w 88"/>
                <a:gd name="T1" fmla="*/ 131 h 78"/>
                <a:gd name="T2" fmla="*/ 45 w 88"/>
                <a:gd name="T3" fmla="*/ 76 h 78"/>
                <a:gd name="T4" fmla="*/ 47 w 88"/>
                <a:gd name="T5" fmla="*/ 32 h 78"/>
                <a:gd name="T6" fmla="*/ 60 w 88"/>
                <a:gd name="T7" fmla="*/ 0 h 78"/>
                <a:gd name="T8" fmla="*/ 134 w 88"/>
                <a:gd name="T9" fmla="*/ 47 h 78"/>
                <a:gd name="T10" fmla="*/ 148 w 88"/>
                <a:gd name="T11" fmla="*/ 76 h 78"/>
                <a:gd name="T12" fmla="*/ 126 w 88"/>
                <a:gd name="T13" fmla="*/ 89 h 78"/>
                <a:gd name="T14" fmla="*/ 98 w 88"/>
                <a:gd name="T15" fmla="*/ 102 h 78"/>
                <a:gd name="T16" fmla="*/ 80 w 88"/>
                <a:gd name="T17" fmla="*/ 121 h 78"/>
                <a:gd name="T18" fmla="*/ 54 w 88"/>
                <a:gd name="T19" fmla="*/ 147 h 78"/>
                <a:gd name="T20" fmla="*/ 23 w 88"/>
                <a:gd name="T21" fmla="*/ 147 h 78"/>
                <a:gd name="T22" fmla="*/ 0 w 88"/>
                <a:gd name="T23" fmla="*/ 133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78">
                  <a:moveTo>
                    <a:pt x="6" y="64"/>
                  </a:moveTo>
                  <a:cubicBezTo>
                    <a:pt x="12" y="54"/>
                    <a:pt x="22" y="48"/>
                    <a:pt x="27" y="37"/>
                  </a:cubicBezTo>
                  <a:cubicBezTo>
                    <a:pt x="29" y="30"/>
                    <a:pt x="28" y="23"/>
                    <a:pt x="28" y="16"/>
                  </a:cubicBezTo>
                  <a:cubicBezTo>
                    <a:pt x="27" y="9"/>
                    <a:pt x="26" y="0"/>
                    <a:pt x="35" y="0"/>
                  </a:cubicBezTo>
                  <a:cubicBezTo>
                    <a:pt x="50" y="1"/>
                    <a:pt x="69" y="12"/>
                    <a:pt x="79" y="23"/>
                  </a:cubicBezTo>
                  <a:cubicBezTo>
                    <a:pt x="82" y="25"/>
                    <a:pt x="88" y="32"/>
                    <a:pt x="87" y="37"/>
                  </a:cubicBezTo>
                  <a:cubicBezTo>
                    <a:pt x="86" y="40"/>
                    <a:pt x="78" y="42"/>
                    <a:pt x="75" y="43"/>
                  </a:cubicBezTo>
                  <a:cubicBezTo>
                    <a:pt x="69" y="45"/>
                    <a:pt x="63" y="46"/>
                    <a:pt x="58" y="50"/>
                  </a:cubicBezTo>
                  <a:cubicBezTo>
                    <a:pt x="54" y="52"/>
                    <a:pt x="51" y="56"/>
                    <a:pt x="47" y="59"/>
                  </a:cubicBezTo>
                  <a:cubicBezTo>
                    <a:pt x="41" y="63"/>
                    <a:pt x="36" y="66"/>
                    <a:pt x="32" y="72"/>
                  </a:cubicBezTo>
                  <a:cubicBezTo>
                    <a:pt x="26" y="78"/>
                    <a:pt x="19" y="75"/>
                    <a:pt x="13" y="72"/>
                  </a:cubicBezTo>
                  <a:cubicBezTo>
                    <a:pt x="8" y="70"/>
                    <a:pt x="4" y="68"/>
                    <a:pt x="0" y="65"/>
                  </a:cubicBezTo>
                </a:path>
              </a:pathLst>
            </a:custGeom>
            <a:solidFill>
              <a:srgbClr val="2354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307">
              <a:extLst>
                <a:ext uri="{FF2B5EF4-FFF2-40B4-BE49-F238E27FC236}">
                  <a16:creationId xmlns:a16="http://schemas.microsoft.com/office/drawing/2014/main" id="{61C1E973-2BF5-40B5-9BAC-9FE3C700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368"/>
              <a:ext cx="218" cy="299"/>
            </a:xfrm>
            <a:custGeom>
              <a:avLst/>
              <a:gdLst>
                <a:gd name="T0" fmla="*/ 310 w 183"/>
                <a:gd name="T1" fmla="*/ 483 h 235"/>
                <a:gd name="T2" fmla="*/ 282 w 183"/>
                <a:gd name="T3" fmla="*/ 379 h 235"/>
                <a:gd name="T4" fmla="*/ 264 w 183"/>
                <a:gd name="T5" fmla="*/ 295 h 235"/>
                <a:gd name="T6" fmla="*/ 232 w 183"/>
                <a:gd name="T7" fmla="*/ 243 h 235"/>
                <a:gd name="T8" fmla="*/ 192 w 183"/>
                <a:gd name="T9" fmla="*/ 197 h 235"/>
                <a:gd name="T10" fmla="*/ 148 w 183"/>
                <a:gd name="T11" fmla="*/ 143 h 235"/>
                <a:gd name="T12" fmla="*/ 60 w 183"/>
                <a:gd name="T13" fmla="*/ 60 h 235"/>
                <a:gd name="T14" fmla="*/ 0 w 183"/>
                <a:gd name="T15" fmla="*/ 0 h 235"/>
                <a:gd name="T16" fmla="*/ 27 w 183"/>
                <a:gd name="T17" fmla="*/ 46 h 235"/>
                <a:gd name="T18" fmla="*/ 85 w 183"/>
                <a:gd name="T19" fmla="*/ 121 h 235"/>
                <a:gd name="T20" fmla="*/ 180 w 183"/>
                <a:gd name="T21" fmla="*/ 234 h 235"/>
                <a:gd name="T22" fmla="*/ 288 w 183"/>
                <a:gd name="T23" fmla="*/ 445 h 235"/>
                <a:gd name="T24" fmla="*/ 306 w 183"/>
                <a:gd name="T25" fmla="*/ 482 h 235"/>
                <a:gd name="T26" fmla="*/ 304 w 183"/>
                <a:gd name="T27" fmla="*/ 480 h 2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3" h="235">
                  <a:moveTo>
                    <a:pt x="183" y="235"/>
                  </a:moveTo>
                  <a:cubicBezTo>
                    <a:pt x="177" y="218"/>
                    <a:pt x="173" y="201"/>
                    <a:pt x="167" y="184"/>
                  </a:cubicBezTo>
                  <a:cubicBezTo>
                    <a:pt x="162" y="171"/>
                    <a:pt x="161" y="156"/>
                    <a:pt x="156" y="143"/>
                  </a:cubicBezTo>
                  <a:cubicBezTo>
                    <a:pt x="152" y="134"/>
                    <a:pt x="145" y="125"/>
                    <a:pt x="138" y="118"/>
                  </a:cubicBezTo>
                  <a:cubicBezTo>
                    <a:pt x="130" y="111"/>
                    <a:pt x="121" y="105"/>
                    <a:pt x="113" y="96"/>
                  </a:cubicBezTo>
                  <a:cubicBezTo>
                    <a:pt x="104" y="88"/>
                    <a:pt x="96" y="78"/>
                    <a:pt x="87" y="69"/>
                  </a:cubicBezTo>
                  <a:cubicBezTo>
                    <a:pt x="72" y="54"/>
                    <a:pt x="52" y="43"/>
                    <a:pt x="35" y="29"/>
                  </a:cubicBezTo>
                  <a:cubicBezTo>
                    <a:pt x="25" y="20"/>
                    <a:pt x="12" y="3"/>
                    <a:pt x="0" y="0"/>
                  </a:cubicBezTo>
                  <a:cubicBezTo>
                    <a:pt x="6" y="7"/>
                    <a:pt x="10" y="15"/>
                    <a:pt x="16" y="22"/>
                  </a:cubicBezTo>
                  <a:cubicBezTo>
                    <a:pt x="26" y="35"/>
                    <a:pt x="38" y="48"/>
                    <a:pt x="50" y="59"/>
                  </a:cubicBezTo>
                  <a:cubicBezTo>
                    <a:pt x="69" y="78"/>
                    <a:pt x="92" y="91"/>
                    <a:pt x="107" y="114"/>
                  </a:cubicBezTo>
                  <a:cubicBezTo>
                    <a:pt x="129" y="147"/>
                    <a:pt x="150" y="182"/>
                    <a:pt x="170" y="216"/>
                  </a:cubicBezTo>
                  <a:cubicBezTo>
                    <a:pt x="174" y="223"/>
                    <a:pt x="178" y="228"/>
                    <a:pt x="181" y="234"/>
                  </a:cubicBezTo>
                  <a:cubicBezTo>
                    <a:pt x="181" y="234"/>
                    <a:pt x="180" y="234"/>
                    <a:pt x="180" y="233"/>
                  </a:cubicBezTo>
                </a:path>
              </a:pathLst>
            </a:custGeom>
            <a:solidFill>
              <a:srgbClr val="2354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308">
              <a:extLst>
                <a:ext uri="{FF2B5EF4-FFF2-40B4-BE49-F238E27FC236}">
                  <a16:creationId xmlns:a16="http://schemas.microsoft.com/office/drawing/2014/main" id="{BD8B1EAB-E5B5-41B9-A65F-5F151BBE6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215"/>
              <a:ext cx="277" cy="271"/>
            </a:xfrm>
            <a:custGeom>
              <a:avLst/>
              <a:gdLst>
                <a:gd name="T0" fmla="*/ 377 w 232"/>
                <a:gd name="T1" fmla="*/ 439 h 213"/>
                <a:gd name="T2" fmla="*/ 377 w 232"/>
                <a:gd name="T3" fmla="*/ 321 h 213"/>
                <a:gd name="T4" fmla="*/ 295 w 232"/>
                <a:gd name="T5" fmla="*/ 206 h 213"/>
                <a:gd name="T6" fmla="*/ 144 w 232"/>
                <a:gd name="T7" fmla="*/ 120 h 213"/>
                <a:gd name="T8" fmla="*/ 0 w 232"/>
                <a:gd name="T9" fmla="*/ 0 h 213"/>
                <a:gd name="T10" fmla="*/ 86 w 232"/>
                <a:gd name="T11" fmla="*/ 76 h 213"/>
                <a:gd name="T12" fmla="*/ 167 w 232"/>
                <a:gd name="T13" fmla="*/ 153 h 213"/>
                <a:gd name="T14" fmla="*/ 266 w 232"/>
                <a:gd name="T15" fmla="*/ 257 h 213"/>
                <a:gd name="T16" fmla="*/ 376 w 232"/>
                <a:gd name="T17" fmla="*/ 421 h 213"/>
                <a:gd name="T18" fmla="*/ 373 w 232"/>
                <a:gd name="T19" fmla="*/ 421 h 2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2" h="213">
                  <a:moveTo>
                    <a:pt x="222" y="213"/>
                  </a:moveTo>
                  <a:cubicBezTo>
                    <a:pt x="232" y="200"/>
                    <a:pt x="230" y="169"/>
                    <a:pt x="222" y="156"/>
                  </a:cubicBezTo>
                  <a:cubicBezTo>
                    <a:pt x="209" y="132"/>
                    <a:pt x="197" y="112"/>
                    <a:pt x="173" y="100"/>
                  </a:cubicBezTo>
                  <a:cubicBezTo>
                    <a:pt x="143" y="86"/>
                    <a:pt x="111" y="79"/>
                    <a:pt x="85" y="58"/>
                  </a:cubicBezTo>
                  <a:cubicBezTo>
                    <a:pt x="58" y="37"/>
                    <a:pt x="31" y="14"/>
                    <a:pt x="0" y="0"/>
                  </a:cubicBezTo>
                  <a:cubicBezTo>
                    <a:pt x="11" y="14"/>
                    <a:pt x="35" y="24"/>
                    <a:pt x="50" y="37"/>
                  </a:cubicBezTo>
                  <a:cubicBezTo>
                    <a:pt x="65" y="50"/>
                    <a:pt x="80" y="63"/>
                    <a:pt x="98" y="74"/>
                  </a:cubicBezTo>
                  <a:cubicBezTo>
                    <a:pt x="120" y="89"/>
                    <a:pt x="139" y="105"/>
                    <a:pt x="157" y="125"/>
                  </a:cubicBezTo>
                  <a:cubicBezTo>
                    <a:pt x="179" y="149"/>
                    <a:pt x="193" y="186"/>
                    <a:pt x="221" y="204"/>
                  </a:cubicBezTo>
                  <a:cubicBezTo>
                    <a:pt x="222" y="206"/>
                    <a:pt x="220" y="204"/>
                    <a:pt x="219" y="204"/>
                  </a:cubicBezTo>
                </a:path>
              </a:pathLst>
            </a:custGeom>
            <a:solidFill>
              <a:srgbClr val="5AA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309">
              <a:extLst>
                <a:ext uri="{FF2B5EF4-FFF2-40B4-BE49-F238E27FC236}">
                  <a16:creationId xmlns:a16="http://schemas.microsoft.com/office/drawing/2014/main" id="{B1C05C5A-876F-4C5C-8452-5EEA799D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977"/>
              <a:ext cx="713" cy="508"/>
            </a:xfrm>
            <a:custGeom>
              <a:avLst/>
              <a:gdLst>
                <a:gd name="T0" fmla="*/ 1018 w 597"/>
                <a:gd name="T1" fmla="*/ 824 h 399"/>
                <a:gd name="T2" fmla="*/ 589 w 597"/>
                <a:gd name="T3" fmla="*/ 387 h 399"/>
                <a:gd name="T4" fmla="*/ 0 w 597"/>
                <a:gd name="T5" fmla="*/ 59 h 3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7" h="399">
                  <a:moveTo>
                    <a:pt x="597" y="399"/>
                  </a:moveTo>
                  <a:cubicBezTo>
                    <a:pt x="540" y="328"/>
                    <a:pt x="443" y="260"/>
                    <a:pt x="346" y="188"/>
                  </a:cubicBezTo>
                  <a:cubicBezTo>
                    <a:pt x="194" y="74"/>
                    <a:pt x="56" y="0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310">
              <a:extLst>
                <a:ext uri="{FF2B5EF4-FFF2-40B4-BE49-F238E27FC236}">
                  <a16:creationId xmlns:a16="http://schemas.microsoft.com/office/drawing/2014/main" id="{4DCE8125-2D09-486A-8A6D-2A0B73A7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1097"/>
              <a:ext cx="145" cy="155"/>
            </a:xfrm>
            <a:custGeom>
              <a:avLst/>
              <a:gdLst>
                <a:gd name="T0" fmla="*/ 0 w 121"/>
                <a:gd name="T1" fmla="*/ 0 h 122"/>
                <a:gd name="T2" fmla="*/ 6 w 121"/>
                <a:gd name="T3" fmla="*/ 5 h 122"/>
                <a:gd name="T4" fmla="*/ 50 w 121"/>
                <a:gd name="T5" fmla="*/ 60 h 122"/>
                <a:gd name="T6" fmla="*/ 137 w 121"/>
                <a:gd name="T7" fmla="*/ 43 h 122"/>
                <a:gd name="T8" fmla="*/ 188 w 121"/>
                <a:gd name="T9" fmla="*/ 84 h 122"/>
                <a:gd name="T10" fmla="*/ 194 w 121"/>
                <a:gd name="T11" fmla="*/ 211 h 122"/>
                <a:gd name="T12" fmla="*/ 209 w 121"/>
                <a:gd name="T13" fmla="*/ 25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2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13" y="13"/>
                    <a:pt x="11" y="27"/>
                    <a:pt x="29" y="29"/>
                  </a:cubicBezTo>
                  <a:cubicBezTo>
                    <a:pt x="45" y="31"/>
                    <a:pt x="60" y="17"/>
                    <a:pt x="79" y="21"/>
                  </a:cubicBezTo>
                  <a:cubicBezTo>
                    <a:pt x="92" y="24"/>
                    <a:pt x="102" y="29"/>
                    <a:pt x="109" y="41"/>
                  </a:cubicBezTo>
                  <a:cubicBezTo>
                    <a:pt x="119" y="61"/>
                    <a:pt x="110" y="83"/>
                    <a:pt x="113" y="103"/>
                  </a:cubicBezTo>
                  <a:cubicBezTo>
                    <a:pt x="115" y="110"/>
                    <a:pt x="119" y="116"/>
                    <a:pt x="121" y="12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311">
              <a:extLst>
                <a:ext uri="{FF2B5EF4-FFF2-40B4-BE49-F238E27FC236}">
                  <a16:creationId xmlns:a16="http://schemas.microsoft.com/office/drawing/2014/main" id="{849B0570-CA44-483B-ADE5-15C206633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1083"/>
              <a:ext cx="20" cy="10"/>
            </a:xfrm>
            <a:custGeom>
              <a:avLst/>
              <a:gdLst>
                <a:gd name="T0" fmla="*/ 0 w 17"/>
                <a:gd name="T1" fmla="*/ 0 h 8"/>
                <a:gd name="T2" fmla="*/ 28 w 17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6" y="2"/>
                    <a:pt x="12" y="4"/>
                    <a:pt x="17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312">
              <a:extLst>
                <a:ext uri="{FF2B5EF4-FFF2-40B4-BE49-F238E27FC236}">
                  <a16:creationId xmlns:a16="http://schemas.microsoft.com/office/drawing/2014/main" id="{150203E1-C989-42BF-8278-FF545DEE8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080"/>
              <a:ext cx="20" cy="1"/>
            </a:xfrm>
            <a:custGeom>
              <a:avLst/>
              <a:gdLst>
                <a:gd name="T0" fmla="*/ 0 w 17"/>
                <a:gd name="T1" fmla="*/ 1 h 1"/>
                <a:gd name="T2" fmla="*/ 28 w 1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">
                  <a:moveTo>
                    <a:pt x="0" y="1"/>
                  </a:moveTo>
                  <a:cubicBezTo>
                    <a:pt x="6" y="0"/>
                    <a:pt x="11" y="0"/>
                    <a:pt x="17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313">
              <a:extLst>
                <a:ext uri="{FF2B5EF4-FFF2-40B4-BE49-F238E27FC236}">
                  <a16:creationId xmlns:a16="http://schemas.microsoft.com/office/drawing/2014/main" id="{DC9FB553-B39A-4373-9C2A-572D5A74D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963"/>
              <a:ext cx="351" cy="170"/>
            </a:xfrm>
            <a:custGeom>
              <a:avLst/>
              <a:gdLst>
                <a:gd name="T0" fmla="*/ 0 w 294"/>
                <a:gd name="T1" fmla="*/ 25 h 134"/>
                <a:gd name="T2" fmla="*/ 153 w 294"/>
                <a:gd name="T3" fmla="*/ 18 h 134"/>
                <a:gd name="T4" fmla="*/ 226 w 294"/>
                <a:gd name="T5" fmla="*/ 24 h 134"/>
                <a:gd name="T6" fmla="*/ 279 w 294"/>
                <a:gd name="T7" fmla="*/ 16 h 134"/>
                <a:gd name="T8" fmla="*/ 309 w 294"/>
                <a:gd name="T9" fmla="*/ 58 h 134"/>
                <a:gd name="T10" fmla="*/ 370 w 294"/>
                <a:gd name="T11" fmla="*/ 77 h 134"/>
                <a:gd name="T12" fmla="*/ 394 w 294"/>
                <a:gd name="T13" fmla="*/ 122 h 134"/>
                <a:gd name="T14" fmla="*/ 388 w 294"/>
                <a:gd name="T15" fmla="*/ 192 h 134"/>
                <a:gd name="T16" fmla="*/ 500 w 294"/>
                <a:gd name="T17" fmla="*/ 198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4" h="134">
                  <a:moveTo>
                    <a:pt x="0" y="13"/>
                  </a:moveTo>
                  <a:cubicBezTo>
                    <a:pt x="19" y="7"/>
                    <a:pt x="71" y="0"/>
                    <a:pt x="90" y="9"/>
                  </a:cubicBezTo>
                  <a:cubicBezTo>
                    <a:pt x="112" y="19"/>
                    <a:pt x="111" y="19"/>
                    <a:pt x="132" y="12"/>
                  </a:cubicBezTo>
                  <a:cubicBezTo>
                    <a:pt x="142" y="8"/>
                    <a:pt x="153" y="1"/>
                    <a:pt x="164" y="8"/>
                  </a:cubicBezTo>
                  <a:cubicBezTo>
                    <a:pt x="172" y="12"/>
                    <a:pt x="174" y="24"/>
                    <a:pt x="182" y="28"/>
                  </a:cubicBezTo>
                  <a:cubicBezTo>
                    <a:pt x="193" y="35"/>
                    <a:pt x="205" y="28"/>
                    <a:pt x="218" y="38"/>
                  </a:cubicBezTo>
                  <a:cubicBezTo>
                    <a:pt x="225" y="44"/>
                    <a:pt x="228" y="51"/>
                    <a:pt x="231" y="60"/>
                  </a:cubicBezTo>
                  <a:cubicBezTo>
                    <a:pt x="239" y="81"/>
                    <a:pt x="230" y="74"/>
                    <a:pt x="228" y="94"/>
                  </a:cubicBezTo>
                  <a:cubicBezTo>
                    <a:pt x="224" y="134"/>
                    <a:pt x="271" y="106"/>
                    <a:pt x="294" y="9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314">
              <a:extLst>
                <a:ext uri="{FF2B5EF4-FFF2-40B4-BE49-F238E27FC236}">
                  <a16:creationId xmlns:a16="http://schemas.microsoft.com/office/drawing/2014/main" id="{CAD5A49F-2D65-442B-8F72-C417E8CE5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305"/>
              <a:ext cx="360" cy="535"/>
            </a:xfrm>
            <a:custGeom>
              <a:avLst/>
              <a:gdLst>
                <a:gd name="T0" fmla="*/ 515 w 301"/>
                <a:gd name="T1" fmla="*/ 143 h 420"/>
                <a:gd name="T2" fmla="*/ 226 w 301"/>
                <a:gd name="T3" fmla="*/ 24 h 420"/>
                <a:gd name="T4" fmla="*/ 110 w 301"/>
                <a:gd name="T5" fmla="*/ 256 h 420"/>
                <a:gd name="T6" fmla="*/ 219 w 301"/>
                <a:gd name="T7" fmla="*/ 867 h 4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420">
                  <a:moveTo>
                    <a:pt x="301" y="69"/>
                  </a:moveTo>
                  <a:cubicBezTo>
                    <a:pt x="245" y="25"/>
                    <a:pt x="186" y="0"/>
                    <a:pt x="132" y="12"/>
                  </a:cubicBezTo>
                  <a:cubicBezTo>
                    <a:pt x="132" y="12"/>
                    <a:pt x="64" y="64"/>
                    <a:pt x="64" y="124"/>
                  </a:cubicBezTo>
                  <a:cubicBezTo>
                    <a:pt x="64" y="180"/>
                    <a:pt x="0" y="306"/>
                    <a:pt x="128" y="4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315">
              <a:extLst>
                <a:ext uri="{FF2B5EF4-FFF2-40B4-BE49-F238E27FC236}">
                  <a16:creationId xmlns:a16="http://schemas.microsoft.com/office/drawing/2014/main" id="{EA2A5246-1E86-4C4B-9CEC-43628868D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172"/>
              <a:ext cx="154" cy="133"/>
            </a:xfrm>
            <a:custGeom>
              <a:avLst/>
              <a:gdLst>
                <a:gd name="T0" fmla="*/ 220 w 129"/>
                <a:gd name="T1" fmla="*/ 200 h 105"/>
                <a:gd name="T2" fmla="*/ 140 w 129"/>
                <a:gd name="T3" fmla="*/ 161 h 105"/>
                <a:gd name="T4" fmla="*/ 67 w 129"/>
                <a:gd name="T5" fmla="*/ 71 h 105"/>
                <a:gd name="T6" fmla="*/ 24 w 129"/>
                <a:gd name="T7" fmla="*/ 23 h 105"/>
                <a:gd name="T8" fmla="*/ 0 w 129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05">
                  <a:moveTo>
                    <a:pt x="129" y="99"/>
                  </a:moveTo>
                  <a:cubicBezTo>
                    <a:pt x="118" y="105"/>
                    <a:pt x="92" y="84"/>
                    <a:pt x="82" y="79"/>
                  </a:cubicBezTo>
                  <a:cubicBezTo>
                    <a:pt x="63" y="69"/>
                    <a:pt x="54" y="50"/>
                    <a:pt x="39" y="35"/>
                  </a:cubicBezTo>
                  <a:cubicBezTo>
                    <a:pt x="31" y="27"/>
                    <a:pt x="22" y="18"/>
                    <a:pt x="14" y="11"/>
                  </a:cubicBezTo>
                  <a:cubicBezTo>
                    <a:pt x="9" y="7"/>
                    <a:pt x="3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316">
              <a:extLst>
                <a:ext uri="{FF2B5EF4-FFF2-40B4-BE49-F238E27FC236}">
                  <a16:creationId xmlns:a16="http://schemas.microsoft.com/office/drawing/2014/main" id="{04675B92-3E97-4A8B-88E3-9759CB664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1401"/>
              <a:ext cx="261" cy="41"/>
            </a:xfrm>
            <a:custGeom>
              <a:avLst/>
              <a:gdLst>
                <a:gd name="T0" fmla="*/ 371 w 219"/>
                <a:gd name="T1" fmla="*/ 59 h 32"/>
                <a:gd name="T2" fmla="*/ 138 w 219"/>
                <a:gd name="T3" fmla="*/ 65 h 32"/>
                <a:gd name="T4" fmla="*/ 51 w 219"/>
                <a:gd name="T5" fmla="*/ 29 h 32"/>
                <a:gd name="T6" fmla="*/ 0 w 219"/>
                <a:gd name="T7" fmla="*/ 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32">
                  <a:moveTo>
                    <a:pt x="219" y="28"/>
                  </a:moveTo>
                  <a:cubicBezTo>
                    <a:pt x="182" y="0"/>
                    <a:pt x="121" y="29"/>
                    <a:pt x="81" y="31"/>
                  </a:cubicBezTo>
                  <a:cubicBezTo>
                    <a:pt x="61" y="32"/>
                    <a:pt x="46" y="24"/>
                    <a:pt x="30" y="14"/>
                  </a:cubicBezTo>
                  <a:cubicBezTo>
                    <a:pt x="21" y="8"/>
                    <a:pt x="1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317">
              <a:extLst>
                <a:ext uri="{FF2B5EF4-FFF2-40B4-BE49-F238E27FC236}">
                  <a16:creationId xmlns:a16="http://schemas.microsoft.com/office/drawing/2014/main" id="{D0C7D33A-8DD7-4068-AEF9-260470F33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570"/>
              <a:ext cx="228" cy="124"/>
            </a:xfrm>
            <a:custGeom>
              <a:avLst/>
              <a:gdLst>
                <a:gd name="T0" fmla="*/ 0 w 191"/>
                <a:gd name="T1" fmla="*/ 0 h 97"/>
                <a:gd name="T2" fmla="*/ 53 w 191"/>
                <a:gd name="T3" fmla="*/ 119 h 97"/>
                <a:gd name="T4" fmla="*/ 191 w 191"/>
                <a:gd name="T5" fmla="*/ 194 h 97"/>
                <a:gd name="T6" fmla="*/ 278 w 191"/>
                <a:gd name="T7" fmla="*/ 155 h 97"/>
                <a:gd name="T8" fmla="*/ 325 w 191"/>
                <a:gd name="T9" fmla="*/ 155 h 97"/>
                <a:gd name="T10" fmla="*/ 319 w 191"/>
                <a:gd name="T11" fmla="*/ 152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97">
                  <a:moveTo>
                    <a:pt x="0" y="0"/>
                  </a:moveTo>
                  <a:cubicBezTo>
                    <a:pt x="8" y="19"/>
                    <a:pt x="16" y="42"/>
                    <a:pt x="31" y="57"/>
                  </a:cubicBezTo>
                  <a:cubicBezTo>
                    <a:pt x="48" y="74"/>
                    <a:pt x="87" y="97"/>
                    <a:pt x="112" y="93"/>
                  </a:cubicBezTo>
                  <a:cubicBezTo>
                    <a:pt x="130" y="90"/>
                    <a:pt x="146" y="78"/>
                    <a:pt x="163" y="74"/>
                  </a:cubicBezTo>
                  <a:cubicBezTo>
                    <a:pt x="173" y="71"/>
                    <a:pt x="181" y="76"/>
                    <a:pt x="191" y="74"/>
                  </a:cubicBezTo>
                  <a:cubicBezTo>
                    <a:pt x="190" y="72"/>
                    <a:pt x="189" y="74"/>
                    <a:pt x="188" y="7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318">
              <a:extLst>
                <a:ext uri="{FF2B5EF4-FFF2-40B4-BE49-F238E27FC236}">
                  <a16:creationId xmlns:a16="http://schemas.microsoft.com/office/drawing/2014/main" id="{3C7DB0FE-21E9-4E60-B287-8B5D22223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777"/>
              <a:ext cx="202" cy="61"/>
            </a:xfrm>
            <a:custGeom>
              <a:avLst/>
              <a:gdLst>
                <a:gd name="T0" fmla="*/ 0 w 169"/>
                <a:gd name="T1" fmla="*/ 32 h 48"/>
                <a:gd name="T2" fmla="*/ 71 w 169"/>
                <a:gd name="T3" fmla="*/ 92 h 48"/>
                <a:gd name="T4" fmla="*/ 190 w 169"/>
                <a:gd name="T5" fmla="*/ 37 h 48"/>
                <a:gd name="T6" fmla="*/ 255 w 169"/>
                <a:gd name="T7" fmla="*/ 14 h 48"/>
                <a:gd name="T8" fmla="*/ 288 w 16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48">
                  <a:moveTo>
                    <a:pt x="0" y="16"/>
                  </a:moveTo>
                  <a:cubicBezTo>
                    <a:pt x="8" y="32"/>
                    <a:pt x="23" y="43"/>
                    <a:pt x="41" y="45"/>
                  </a:cubicBezTo>
                  <a:cubicBezTo>
                    <a:pt x="70" y="48"/>
                    <a:pt x="88" y="33"/>
                    <a:pt x="111" y="18"/>
                  </a:cubicBezTo>
                  <a:cubicBezTo>
                    <a:pt x="125" y="9"/>
                    <a:pt x="134" y="9"/>
                    <a:pt x="149" y="7"/>
                  </a:cubicBezTo>
                  <a:cubicBezTo>
                    <a:pt x="158" y="7"/>
                    <a:pt x="162" y="5"/>
                    <a:pt x="16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319">
              <a:extLst>
                <a:ext uri="{FF2B5EF4-FFF2-40B4-BE49-F238E27FC236}">
                  <a16:creationId xmlns:a16="http://schemas.microsoft.com/office/drawing/2014/main" id="{7BDF1982-732D-49D3-A2F2-E7F4BAB65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230"/>
              <a:ext cx="109" cy="198"/>
            </a:xfrm>
            <a:custGeom>
              <a:avLst/>
              <a:gdLst>
                <a:gd name="T0" fmla="*/ 0 w 92"/>
                <a:gd name="T1" fmla="*/ 0 h 155"/>
                <a:gd name="T2" fmla="*/ 36 w 92"/>
                <a:gd name="T3" fmla="*/ 31 h 155"/>
                <a:gd name="T4" fmla="*/ 73 w 92"/>
                <a:gd name="T5" fmla="*/ 107 h 155"/>
                <a:gd name="T6" fmla="*/ 98 w 92"/>
                <a:gd name="T7" fmla="*/ 216 h 155"/>
                <a:gd name="T8" fmla="*/ 153 w 92"/>
                <a:gd name="T9" fmla="*/ 323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5">
                  <a:moveTo>
                    <a:pt x="0" y="0"/>
                  </a:moveTo>
                  <a:cubicBezTo>
                    <a:pt x="5" y="6"/>
                    <a:pt x="14" y="9"/>
                    <a:pt x="21" y="15"/>
                  </a:cubicBezTo>
                  <a:cubicBezTo>
                    <a:pt x="32" y="25"/>
                    <a:pt x="38" y="39"/>
                    <a:pt x="44" y="52"/>
                  </a:cubicBezTo>
                  <a:cubicBezTo>
                    <a:pt x="51" y="69"/>
                    <a:pt x="54" y="86"/>
                    <a:pt x="59" y="103"/>
                  </a:cubicBezTo>
                  <a:cubicBezTo>
                    <a:pt x="66" y="128"/>
                    <a:pt x="77" y="137"/>
                    <a:pt x="92" y="15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320">
              <a:extLst>
                <a:ext uri="{FF2B5EF4-FFF2-40B4-BE49-F238E27FC236}">
                  <a16:creationId xmlns:a16="http://schemas.microsoft.com/office/drawing/2014/main" id="{B0C86553-A228-4FE0-8EDF-04446ECB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559"/>
              <a:ext cx="215" cy="108"/>
            </a:xfrm>
            <a:custGeom>
              <a:avLst/>
              <a:gdLst>
                <a:gd name="T0" fmla="*/ 0 w 180"/>
                <a:gd name="T1" fmla="*/ 130 h 85"/>
                <a:gd name="T2" fmla="*/ 111 w 180"/>
                <a:gd name="T3" fmla="*/ 85 h 85"/>
                <a:gd name="T4" fmla="*/ 201 w 180"/>
                <a:gd name="T5" fmla="*/ 28 h 85"/>
                <a:gd name="T6" fmla="*/ 307 w 180"/>
                <a:gd name="T7" fmla="*/ 3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85">
                  <a:moveTo>
                    <a:pt x="0" y="63"/>
                  </a:moveTo>
                  <a:cubicBezTo>
                    <a:pt x="14" y="85"/>
                    <a:pt x="53" y="51"/>
                    <a:pt x="65" y="42"/>
                  </a:cubicBezTo>
                  <a:cubicBezTo>
                    <a:pt x="81" y="30"/>
                    <a:pt x="98" y="17"/>
                    <a:pt x="118" y="13"/>
                  </a:cubicBezTo>
                  <a:cubicBezTo>
                    <a:pt x="133" y="9"/>
                    <a:pt x="170" y="0"/>
                    <a:pt x="180" y="1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321">
              <a:extLst>
                <a:ext uri="{FF2B5EF4-FFF2-40B4-BE49-F238E27FC236}">
                  <a16:creationId xmlns:a16="http://schemas.microsoft.com/office/drawing/2014/main" id="{357E2905-002D-4E40-BE83-453783572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42"/>
              <a:ext cx="125" cy="16"/>
            </a:xfrm>
            <a:custGeom>
              <a:avLst/>
              <a:gdLst>
                <a:gd name="T0" fmla="*/ 177 w 105"/>
                <a:gd name="T1" fmla="*/ 1 h 13"/>
                <a:gd name="T2" fmla="*/ 76 w 105"/>
                <a:gd name="T3" fmla="*/ 21 h 13"/>
                <a:gd name="T4" fmla="*/ 0 w 105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3">
                  <a:moveTo>
                    <a:pt x="105" y="1"/>
                  </a:moveTo>
                  <a:cubicBezTo>
                    <a:pt x="85" y="0"/>
                    <a:pt x="66" y="11"/>
                    <a:pt x="45" y="11"/>
                  </a:cubicBezTo>
                  <a:cubicBezTo>
                    <a:pt x="28" y="11"/>
                    <a:pt x="15" y="13"/>
                    <a:pt x="0" y="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322">
              <a:extLst>
                <a:ext uri="{FF2B5EF4-FFF2-40B4-BE49-F238E27FC236}">
                  <a16:creationId xmlns:a16="http://schemas.microsoft.com/office/drawing/2014/main" id="{1ED1A8CC-4B71-4C99-9F20-8B09C40A1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298"/>
              <a:ext cx="105" cy="44"/>
            </a:xfrm>
            <a:custGeom>
              <a:avLst/>
              <a:gdLst>
                <a:gd name="T0" fmla="*/ 149 w 88"/>
                <a:gd name="T1" fmla="*/ 69 h 35"/>
                <a:gd name="T2" fmla="*/ 0 w 88"/>
                <a:gd name="T3" fmla="*/ 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35">
                  <a:moveTo>
                    <a:pt x="88" y="35"/>
                  </a:moveTo>
                  <a:cubicBezTo>
                    <a:pt x="73" y="0"/>
                    <a:pt x="18" y="32"/>
                    <a:pt x="0" y="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323">
              <a:extLst>
                <a:ext uri="{FF2B5EF4-FFF2-40B4-BE49-F238E27FC236}">
                  <a16:creationId xmlns:a16="http://schemas.microsoft.com/office/drawing/2014/main" id="{5B184367-ECB6-405B-9449-C8EE8A8F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191"/>
              <a:ext cx="32" cy="109"/>
            </a:xfrm>
            <a:custGeom>
              <a:avLst/>
              <a:gdLst>
                <a:gd name="T0" fmla="*/ 0 w 27"/>
                <a:gd name="T1" fmla="*/ 0 h 86"/>
                <a:gd name="T2" fmla="*/ 43 w 27"/>
                <a:gd name="T3" fmla="*/ 89 h 86"/>
                <a:gd name="T4" fmla="*/ 32 w 27"/>
                <a:gd name="T5" fmla="*/ 132 h 86"/>
                <a:gd name="T6" fmla="*/ 25 w 27"/>
                <a:gd name="T7" fmla="*/ 155 h 86"/>
                <a:gd name="T8" fmla="*/ 25 w 27"/>
                <a:gd name="T9" fmla="*/ 17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6">
                  <a:moveTo>
                    <a:pt x="0" y="0"/>
                  </a:moveTo>
                  <a:cubicBezTo>
                    <a:pt x="14" y="13"/>
                    <a:pt x="27" y="19"/>
                    <a:pt x="25" y="43"/>
                  </a:cubicBezTo>
                  <a:cubicBezTo>
                    <a:pt x="24" y="52"/>
                    <a:pt x="21" y="57"/>
                    <a:pt x="19" y="65"/>
                  </a:cubicBezTo>
                  <a:cubicBezTo>
                    <a:pt x="17" y="68"/>
                    <a:pt x="16" y="73"/>
                    <a:pt x="15" y="76"/>
                  </a:cubicBezTo>
                  <a:cubicBezTo>
                    <a:pt x="14" y="80"/>
                    <a:pt x="13" y="86"/>
                    <a:pt x="15" y="8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324">
              <a:extLst>
                <a:ext uri="{FF2B5EF4-FFF2-40B4-BE49-F238E27FC236}">
                  <a16:creationId xmlns:a16="http://schemas.microsoft.com/office/drawing/2014/main" id="{1704DDD0-F404-412D-A013-FC6E4B192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153"/>
              <a:ext cx="28" cy="65"/>
            </a:xfrm>
            <a:custGeom>
              <a:avLst/>
              <a:gdLst>
                <a:gd name="T0" fmla="*/ 39 w 23"/>
                <a:gd name="T1" fmla="*/ 106 h 51"/>
                <a:gd name="T2" fmla="*/ 1 w 23"/>
                <a:gd name="T3" fmla="*/ 6 h 51"/>
                <a:gd name="T4" fmla="*/ 1 w 23"/>
                <a:gd name="T5" fmla="*/ 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1">
                  <a:moveTo>
                    <a:pt x="21" y="51"/>
                  </a:moveTo>
                  <a:cubicBezTo>
                    <a:pt x="6" y="41"/>
                    <a:pt x="23" y="5"/>
                    <a:pt x="1" y="3"/>
                  </a:cubicBezTo>
                  <a:cubicBezTo>
                    <a:pt x="1" y="3"/>
                    <a:pt x="0" y="0"/>
                    <a:pt x="1" y="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325">
              <a:extLst>
                <a:ext uri="{FF2B5EF4-FFF2-40B4-BE49-F238E27FC236}">
                  <a16:creationId xmlns:a16="http://schemas.microsoft.com/office/drawing/2014/main" id="{8B9DA937-0BD5-4DA6-8D76-89EC9508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142"/>
              <a:ext cx="16" cy="106"/>
            </a:xfrm>
            <a:custGeom>
              <a:avLst/>
              <a:gdLst>
                <a:gd name="T0" fmla="*/ 1 w 14"/>
                <a:gd name="T1" fmla="*/ 0 h 83"/>
                <a:gd name="T2" fmla="*/ 15 w 14"/>
                <a:gd name="T3" fmla="*/ 31 h 83"/>
                <a:gd name="T4" fmla="*/ 18 w 14"/>
                <a:gd name="T5" fmla="*/ 88 h 83"/>
                <a:gd name="T6" fmla="*/ 10 w 14"/>
                <a:gd name="T7" fmla="*/ 17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3">
                  <a:moveTo>
                    <a:pt x="1" y="0"/>
                  </a:moveTo>
                  <a:cubicBezTo>
                    <a:pt x="0" y="2"/>
                    <a:pt x="8" y="10"/>
                    <a:pt x="10" y="15"/>
                  </a:cubicBezTo>
                  <a:cubicBezTo>
                    <a:pt x="14" y="25"/>
                    <a:pt x="14" y="33"/>
                    <a:pt x="12" y="42"/>
                  </a:cubicBezTo>
                  <a:cubicBezTo>
                    <a:pt x="9" y="54"/>
                    <a:pt x="3" y="71"/>
                    <a:pt x="7" y="8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326">
              <a:extLst>
                <a:ext uri="{FF2B5EF4-FFF2-40B4-BE49-F238E27FC236}">
                  <a16:creationId xmlns:a16="http://schemas.microsoft.com/office/drawing/2014/main" id="{FEE74A0E-11CD-4880-8E0B-C50A5843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510"/>
              <a:ext cx="50" cy="132"/>
            </a:xfrm>
            <a:custGeom>
              <a:avLst/>
              <a:gdLst>
                <a:gd name="T0" fmla="*/ 0 w 42"/>
                <a:gd name="T1" fmla="*/ 0 h 103"/>
                <a:gd name="T2" fmla="*/ 44 w 42"/>
                <a:gd name="T3" fmla="*/ 28 h 103"/>
                <a:gd name="T4" fmla="*/ 55 w 42"/>
                <a:gd name="T5" fmla="*/ 105 h 103"/>
                <a:gd name="T6" fmla="*/ 71 w 42"/>
                <a:gd name="T7" fmla="*/ 217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03">
                  <a:moveTo>
                    <a:pt x="0" y="0"/>
                  </a:moveTo>
                  <a:cubicBezTo>
                    <a:pt x="5" y="6"/>
                    <a:pt x="18" y="5"/>
                    <a:pt x="26" y="13"/>
                  </a:cubicBezTo>
                  <a:cubicBezTo>
                    <a:pt x="34" y="24"/>
                    <a:pt x="33" y="37"/>
                    <a:pt x="33" y="50"/>
                  </a:cubicBezTo>
                  <a:cubicBezTo>
                    <a:pt x="33" y="64"/>
                    <a:pt x="32" y="97"/>
                    <a:pt x="42" y="10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327">
              <a:extLst>
                <a:ext uri="{FF2B5EF4-FFF2-40B4-BE49-F238E27FC236}">
                  <a16:creationId xmlns:a16="http://schemas.microsoft.com/office/drawing/2014/main" id="{234E6C26-7B65-4FFF-BF46-DE44D460E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457"/>
              <a:ext cx="74" cy="52"/>
            </a:xfrm>
            <a:custGeom>
              <a:avLst/>
              <a:gdLst>
                <a:gd name="T0" fmla="*/ 0 w 62"/>
                <a:gd name="T1" fmla="*/ 38 h 41"/>
                <a:gd name="T2" fmla="*/ 68 w 62"/>
                <a:gd name="T3" fmla="*/ 58 h 41"/>
                <a:gd name="T4" fmla="*/ 105 w 6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1">
                  <a:moveTo>
                    <a:pt x="0" y="19"/>
                  </a:moveTo>
                  <a:cubicBezTo>
                    <a:pt x="9" y="31"/>
                    <a:pt x="29" y="41"/>
                    <a:pt x="40" y="28"/>
                  </a:cubicBezTo>
                  <a:cubicBezTo>
                    <a:pt x="49" y="19"/>
                    <a:pt x="53" y="8"/>
                    <a:pt x="62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7" name="Freeform 328">
              <a:extLst>
                <a:ext uri="{FF2B5EF4-FFF2-40B4-BE49-F238E27FC236}">
                  <a16:creationId xmlns:a16="http://schemas.microsoft.com/office/drawing/2014/main" id="{E8BB26BF-6241-4984-8852-6A7C1B342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339"/>
              <a:ext cx="43" cy="89"/>
            </a:xfrm>
            <a:custGeom>
              <a:avLst/>
              <a:gdLst>
                <a:gd name="T0" fmla="*/ 0 w 36"/>
                <a:gd name="T1" fmla="*/ 0 h 70"/>
                <a:gd name="T2" fmla="*/ 61 w 36"/>
                <a:gd name="T3" fmla="*/ 144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0">
                  <a:moveTo>
                    <a:pt x="0" y="0"/>
                  </a:moveTo>
                  <a:cubicBezTo>
                    <a:pt x="36" y="9"/>
                    <a:pt x="15" y="55"/>
                    <a:pt x="36" y="7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8" name="Freeform 329">
              <a:extLst>
                <a:ext uri="{FF2B5EF4-FFF2-40B4-BE49-F238E27FC236}">
                  <a16:creationId xmlns:a16="http://schemas.microsoft.com/office/drawing/2014/main" id="{3CFB74D8-9DE8-46F0-BE3F-A16AE5E6F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677"/>
              <a:ext cx="135" cy="139"/>
            </a:xfrm>
            <a:custGeom>
              <a:avLst/>
              <a:gdLst>
                <a:gd name="T0" fmla="*/ 0 w 113"/>
                <a:gd name="T1" fmla="*/ 1 h 109"/>
                <a:gd name="T2" fmla="*/ 72 w 113"/>
                <a:gd name="T3" fmla="*/ 36 h 109"/>
                <a:gd name="T4" fmla="*/ 103 w 113"/>
                <a:gd name="T5" fmla="*/ 152 h 109"/>
                <a:gd name="T6" fmla="*/ 192 w 113"/>
                <a:gd name="T7" fmla="*/ 224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09">
                  <a:moveTo>
                    <a:pt x="0" y="1"/>
                  </a:moveTo>
                  <a:cubicBezTo>
                    <a:pt x="17" y="0"/>
                    <a:pt x="30" y="6"/>
                    <a:pt x="42" y="17"/>
                  </a:cubicBezTo>
                  <a:cubicBezTo>
                    <a:pt x="57" y="33"/>
                    <a:pt x="55" y="54"/>
                    <a:pt x="60" y="73"/>
                  </a:cubicBezTo>
                  <a:cubicBezTo>
                    <a:pt x="65" y="91"/>
                    <a:pt x="94" y="109"/>
                    <a:pt x="113" y="10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330">
              <a:extLst>
                <a:ext uri="{FF2B5EF4-FFF2-40B4-BE49-F238E27FC236}">
                  <a16:creationId xmlns:a16="http://schemas.microsoft.com/office/drawing/2014/main" id="{39E6786F-0B63-48F9-B765-607019F36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96"/>
              <a:ext cx="173" cy="82"/>
            </a:xfrm>
            <a:custGeom>
              <a:avLst/>
              <a:gdLst>
                <a:gd name="T0" fmla="*/ 246 w 145"/>
                <a:gd name="T1" fmla="*/ 122 h 64"/>
                <a:gd name="T2" fmla="*/ 155 w 145"/>
                <a:gd name="T3" fmla="*/ 120 h 64"/>
                <a:gd name="T4" fmla="*/ 98 w 145"/>
                <a:gd name="T5" fmla="*/ 53 h 64"/>
                <a:gd name="T6" fmla="*/ 0 w 145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64">
                  <a:moveTo>
                    <a:pt x="145" y="58"/>
                  </a:moveTo>
                  <a:cubicBezTo>
                    <a:pt x="127" y="51"/>
                    <a:pt x="109" y="64"/>
                    <a:pt x="91" y="57"/>
                  </a:cubicBezTo>
                  <a:cubicBezTo>
                    <a:pt x="73" y="50"/>
                    <a:pt x="68" y="40"/>
                    <a:pt x="58" y="25"/>
                  </a:cubicBezTo>
                  <a:cubicBezTo>
                    <a:pt x="42" y="3"/>
                    <a:pt x="25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331">
              <a:extLst>
                <a:ext uri="{FF2B5EF4-FFF2-40B4-BE49-F238E27FC236}">
                  <a16:creationId xmlns:a16="http://schemas.microsoft.com/office/drawing/2014/main" id="{DFA43286-625E-4894-BF02-26AA2DB35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831"/>
              <a:ext cx="89" cy="74"/>
            </a:xfrm>
            <a:custGeom>
              <a:avLst/>
              <a:gdLst>
                <a:gd name="T0" fmla="*/ 0 w 75"/>
                <a:gd name="T1" fmla="*/ 31 h 58"/>
                <a:gd name="T2" fmla="*/ 25 w 75"/>
                <a:gd name="T3" fmla="*/ 100 h 58"/>
                <a:gd name="T4" fmla="*/ 88 w 75"/>
                <a:gd name="T5" fmla="*/ 96 h 58"/>
                <a:gd name="T6" fmla="*/ 126 w 7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58">
                  <a:moveTo>
                    <a:pt x="0" y="15"/>
                  </a:moveTo>
                  <a:cubicBezTo>
                    <a:pt x="6" y="25"/>
                    <a:pt x="5" y="38"/>
                    <a:pt x="15" y="48"/>
                  </a:cubicBezTo>
                  <a:cubicBezTo>
                    <a:pt x="26" y="58"/>
                    <a:pt x="42" y="56"/>
                    <a:pt x="52" y="46"/>
                  </a:cubicBezTo>
                  <a:cubicBezTo>
                    <a:pt x="66" y="33"/>
                    <a:pt x="59" y="11"/>
                    <a:pt x="75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332">
              <a:extLst>
                <a:ext uri="{FF2B5EF4-FFF2-40B4-BE49-F238E27FC236}">
                  <a16:creationId xmlns:a16="http://schemas.microsoft.com/office/drawing/2014/main" id="{27AD0C24-3E38-4490-BBEA-590768AF9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628"/>
              <a:ext cx="36" cy="81"/>
            </a:xfrm>
            <a:custGeom>
              <a:avLst/>
              <a:gdLst>
                <a:gd name="T0" fmla="*/ 0 w 30"/>
                <a:gd name="T1" fmla="*/ 0 h 64"/>
                <a:gd name="T2" fmla="*/ 44 w 30"/>
                <a:gd name="T3" fmla="*/ 62 h 64"/>
                <a:gd name="T4" fmla="*/ 52 w 30"/>
                <a:gd name="T5" fmla="*/ 13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4">
                  <a:moveTo>
                    <a:pt x="0" y="0"/>
                  </a:moveTo>
                  <a:cubicBezTo>
                    <a:pt x="11" y="9"/>
                    <a:pt x="21" y="13"/>
                    <a:pt x="26" y="31"/>
                  </a:cubicBezTo>
                  <a:cubicBezTo>
                    <a:pt x="30" y="41"/>
                    <a:pt x="28" y="53"/>
                    <a:pt x="30" y="6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333">
              <a:extLst>
                <a:ext uri="{FF2B5EF4-FFF2-40B4-BE49-F238E27FC236}">
                  <a16:creationId xmlns:a16="http://schemas.microsoft.com/office/drawing/2014/main" id="{89B82DEC-BA99-4689-B765-CA6177B8D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51"/>
              <a:ext cx="55" cy="24"/>
            </a:xfrm>
            <a:custGeom>
              <a:avLst/>
              <a:gdLst>
                <a:gd name="T0" fmla="*/ 0 w 46"/>
                <a:gd name="T1" fmla="*/ 16 h 19"/>
                <a:gd name="T2" fmla="*/ 45 w 46"/>
                <a:gd name="T3" fmla="*/ 30 h 19"/>
                <a:gd name="T4" fmla="*/ 79 w 4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9">
                  <a:moveTo>
                    <a:pt x="0" y="8"/>
                  </a:moveTo>
                  <a:cubicBezTo>
                    <a:pt x="7" y="13"/>
                    <a:pt x="16" y="19"/>
                    <a:pt x="27" y="15"/>
                  </a:cubicBezTo>
                  <a:cubicBezTo>
                    <a:pt x="35" y="11"/>
                    <a:pt x="38" y="3"/>
                    <a:pt x="46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334">
              <a:extLst>
                <a:ext uri="{FF2B5EF4-FFF2-40B4-BE49-F238E27FC236}">
                  <a16:creationId xmlns:a16="http://schemas.microsoft.com/office/drawing/2014/main" id="{48913FD9-7658-4489-A191-DC384DA5F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444"/>
              <a:ext cx="132" cy="107"/>
            </a:xfrm>
            <a:custGeom>
              <a:avLst/>
              <a:gdLst>
                <a:gd name="T0" fmla="*/ 190 w 110"/>
                <a:gd name="T1" fmla="*/ 173 h 84"/>
                <a:gd name="T2" fmla="*/ 58 w 110"/>
                <a:gd name="T3" fmla="*/ 89 h 84"/>
                <a:gd name="T4" fmla="*/ 31 w 110"/>
                <a:gd name="T5" fmla="*/ 32 h 84"/>
                <a:gd name="T6" fmla="*/ 0 w 11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84">
                  <a:moveTo>
                    <a:pt x="110" y="84"/>
                  </a:moveTo>
                  <a:cubicBezTo>
                    <a:pt x="89" y="61"/>
                    <a:pt x="47" y="73"/>
                    <a:pt x="33" y="43"/>
                  </a:cubicBezTo>
                  <a:cubicBezTo>
                    <a:pt x="28" y="33"/>
                    <a:pt x="26" y="24"/>
                    <a:pt x="18" y="16"/>
                  </a:cubicBezTo>
                  <a:cubicBezTo>
                    <a:pt x="13" y="10"/>
                    <a:pt x="5" y="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335">
              <a:extLst>
                <a:ext uri="{FF2B5EF4-FFF2-40B4-BE49-F238E27FC236}">
                  <a16:creationId xmlns:a16="http://schemas.microsoft.com/office/drawing/2014/main" id="{4B21B17E-280B-4972-AE94-228BDE10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336"/>
              <a:ext cx="154" cy="47"/>
            </a:xfrm>
            <a:custGeom>
              <a:avLst/>
              <a:gdLst>
                <a:gd name="T0" fmla="*/ 220 w 129"/>
                <a:gd name="T1" fmla="*/ 5 h 37"/>
                <a:gd name="T2" fmla="*/ 153 w 129"/>
                <a:gd name="T3" fmla="*/ 5 h 37"/>
                <a:gd name="T4" fmla="*/ 87 w 129"/>
                <a:gd name="T5" fmla="*/ 48 h 37"/>
                <a:gd name="T6" fmla="*/ 0 w 129"/>
                <a:gd name="T7" fmla="*/ 4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37">
                  <a:moveTo>
                    <a:pt x="129" y="2"/>
                  </a:moveTo>
                  <a:cubicBezTo>
                    <a:pt x="117" y="2"/>
                    <a:pt x="102" y="0"/>
                    <a:pt x="90" y="2"/>
                  </a:cubicBezTo>
                  <a:cubicBezTo>
                    <a:pt x="76" y="4"/>
                    <a:pt x="64" y="17"/>
                    <a:pt x="51" y="24"/>
                  </a:cubicBezTo>
                  <a:cubicBezTo>
                    <a:pt x="32" y="34"/>
                    <a:pt x="17" y="37"/>
                    <a:pt x="0" y="2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336">
              <a:extLst>
                <a:ext uri="{FF2B5EF4-FFF2-40B4-BE49-F238E27FC236}">
                  <a16:creationId xmlns:a16="http://schemas.microsoft.com/office/drawing/2014/main" id="{4FAE4C64-7FFC-4014-92DB-96E52A7A1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786"/>
              <a:ext cx="66" cy="132"/>
            </a:xfrm>
            <a:custGeom>
              <a:avLst/>
              <a:gdLst>
                <a:gd name="T0" fmla="*/ 95 w 55"/>
                <a:gd name="T1" fmla="*/ 0 h 104"/>
                <a:gd name="T2" fmla="*/ 29 w 55"/>
                <a:gd name="T3" fmla="*/ 133 h 104"/>
                <a:gd name="T4" fmla="*/ 0 w 55"/>
                <a:gd name="T5" fmla="*/ 213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04">
                  <a:moveTo>
                    <a:pt x="55" y="0"/>
                  </a:moveTo>
                  <a:cubicBezTo>
                    <a:pt x="25" y="1"/>
                    <a:pt x="20" y="44"/>
                    <a:pt x="17" y="65"/>
                  </a:cubicBezTo>
                  <a:cubicBezTo>
                    <a:pt x="14" y="79"/>
                    <a:pt x="13" y="96"/>
                    <a:pt x="0" y="10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337">
              <a:extLst>
                <a:ext uri="{FF2B5EF4-FFF2-40B4-BE49-F238E27FC236}">
                  <a16:creationId xmlns:a16="http://schemas.microsoft.com/office/drawing/2014/main" id="{0B635046-157E-4299-813D-64C76040C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182"/>
              <a:ext cx="150" cy="118"/>
            </a:xfrm>
            <a:custGeom>
              <a:avLst/>
              <a:gdLst>
                <a:gd name="T0" fmla="*/ 216 w 125"/>
                <a:gd name="T1" fmla="*/ 175 h 93"/>
                <a:gd name="T2" fmla="*/ 173 w 125"/>
                <a:gd name="T3" fmla="*/ 173 h 93"/>
                <a:gd name="T4" fmla="*/ 131 w 125"/>
                <a:gd name="T5" fmla="*/ 190 h 93"/>
                <a:gd name="T6" fmla="*/ 62 w 125"/>
                <a:gd name="T7" fmla="*/ 138 h 93"/>
                <a:gd name="T8" fmla="*/ 0 w 12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93">
                  <a:moveTo>
                    <a:pt x="125" y="86"/>
                  </a:moveTo>
                  <a:cubicBezTo>
                    <a:pt x="117" y="85"/>
                    <a:pt x="108" y="83"/>
                    <a:pt x="100" y="84"/>
                  </a:cubicBezTo>
                  <a:cubicBezTo>
                    <a:pt x="92" y="86"/>
                    <a:pt x="84" y="93"/>
                    <a:pt x="76" y="93"/>
                  </a:cubicBezTo>
                  <a:cubicBezTo>
                    <a:pt x="65" y="93"/>
                    <a:pt x="44" y="77"/>
                    <a:pt x="36" y="68"/>
                  </a:cubicBezTo>
                  <a:cubicBezTo>
                    <a:pt x="18" y="49"/>
                    <a:pt x="21" y="1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338">
              <a:extLst>
                <a:ext uri="{FF2B5EF4-FFF2-40B4-BE49-F238E27FC236}">
                  <a16:creationId xmlns:a16="http://schemas.microsoft.com/office/drawing/2014/main" id="{39F56D61-E88E-495E-A20E-1F21AA8E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424"/>
              <a:ext cx="66" cy="48"/>
            </a:xfrm>
            <a:custGeom>
              <a:avLst/>
              <a:gdLst>
                <a:gd name="T0" fmla="*/ 0 w 55"/>
                <a:gd name="T1" fmla="*/ 10 h 38"/>
                <a:gd name="T2" fmla="*/ 62 w 55"/>
                <a:gd name="T3" fmla="*/ 16 h 38"/>
                <a:gd name="T4" fmla="*/ 95 w 55"/>
                <a:gd name="T5" fmla="*/ 7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8">
                  <a:moveTo>
                    <a:pt x="0" y="5"/>
                  </a:moveTo>
                  <a:cubicBezTo>
                    <a:pt x="13" y="6"/>
                    <a:pt x="24" y="0"/>
                    <a:pt x="36" y="8"/>
                  </a:cubicBezTo>
                  <a:cubicBezTo>
                    <a:pt x="46" y="15"/>
                    <a:pt x="49" y="27"/>
                    <a:pt x="55" y="3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339">
              <a:extLst>
                <a:ext uri="{FF2B5EF4-FFF2-40B4-BE49-F238E27FC236}">
                  <a16:creationId xmlns:a16="http://schemas.microsoft.com/office/drawing/2014/main" id="{F93AA2BD-7B09-4862-A8A0-E8754BF0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300"/>
              <a:ext cx="67" cy="82"/>
            </a:xfrm>
            <a:custGeom>
              <a:avLst/>
              <a:gdLst>
                <a:gd name="T0" fmla="*/ 0 w 56"/>
                <a:gd name="T1" fmla="*/ 8 h 64"/>
                <a:gd name="T2" fmla="*/ 95 w 56"/>
                <a:gd name="T3" fmla="*/ 13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64">
                  <a:moveTo>
                    <a:pt x="0" y="4"/>
                  </a:moveTo>
                  <a:cubicBezTo>
                    <a:pt x="36" y="0"/>
                    <a:pt x="56" y="33"/>
                    <a:pt x="55" y="6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340">
              <a:extLst>
                <a:ext uri="{FF2B5EF4-FFF2-40B4-BE49-F238E27FC236}">
                  <a16:creationId xmlns:a16="http://schemas.microsoft.com/office/drawing/2014/main" id="{7F646A7F-6010-49A7-9DA3-760442FE9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488"/>
              <a:ext cx="74" cy="33"/>
            </a:xfrm>
            <a:custGeom>
              <a:avLst/>
              <a:gdLst>
                <a:gd name="T0" fmla="*/ 0 w 62"/>
                <a:gd name="T1" fmla="*/ 53 h 26"/>
                <a:gd name="T2" fmla="*/ 56 w 62"/>
                <a:gd name="T3" fmla="*/ 1 h 26"/>
                <a:gd name="T4" fmla="*/ 105 w 62"/>
                <a:gd name="T5" fmla="*/ 2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6">
                  <a:moveTo>
                    <a:pt x="0" y="26"/>
                  </a:moveTo>
                  <a:cubicBezTo>
                    <a:pt x="10" y="20"/>
                    <a:pt x="20" y="3"/>
                    <a:pt x="33" y="1"/>
                  </a:cubicBezTo>
                  <a:cubicBezTo>
                    <a:pt x="44" y="0"/>
                    <a:pt x="53" y="8"/>
                    <a:pt x="62" y="1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341">
              <a:extLst>
                <a:ext uri="{FF2B5EF4-FFF2-40B4-BE49-F238E27FC236}">
                  <a16:creationId xmlns:a16="http://schemas.microsoft.com/office/drawing/2014/main" id="{B28EE2B6-E2AC-421F-A133-9DEB8D372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89"/>
              <a:ext cx="24" cy="48"/>
            </a:xfrm>
            <a:custGeom>
              <a:avLst/>
              <a:gdLst>
                <a:gd name="T0" fmla="*/ 10 w 20"/>
                <a:gd name="T1" fmla="*/ 0 h 38"/>
                <a:gd name="T2" fmla="*/ 35 w 20"/>
                <a:gd name="T3" fmla="*/ 7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6" y="0"/>
                  </a:moveTo>
                  <a:cubicBezTo>
                    <a:pt x="0" y="7"/>
                    <a:pt x="9" y="34"/>
                    <a:pt x="20" y="3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342">
              <a:extLst>
                <a:ext uri="{FF2B5EF4-FFF2-40B4-BE49-F238E27FC236}">
                  <a16:creationId xmlns:a16="http://schemas.microsoft.com/office/drawing/2014/main" id="{FCC3C4B9-AB54-4EC0-8C0E-DB37E6755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601"/>
              <a:ext cx="29" cy="15"/>
            </a:xfrm>
            <a:custGeom>
              <a:avLst/>
              <a:gdLst>
                <a:gd name="T0" fmla="*/ 0 w 24"/>
                <a:gd name="T1" fmla="*/ 5 h 12"/>
                <a:gd name="T2" fmla="*/ 42 w 24"/>
                <a:gd name="T3" fmla="*/ 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2"/>
                  </a:moveTo>
                  <a:cubicBezTo>
                    <a:pt x="12" y="0"/>
                    <a:pt x="14" y="5"/>
                    <a:pt x="24" y="1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343">
              <a:extLst>
                <a:ext uri="{FF2B5EF4-FFF2-40B4-BE49-F238E27FC236}">
                  <a16:creationId xmlns:a16="http://schemas.microsoft.com/office/drawing/2014/main" id="{F00F61ED-9BFE-4BE1-B9CF-551CFDB5E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314"/>
              <a:ext cx="26" cy="107"/>
            </a:xfrm>
            <a:custGeom>
              <a:avLst/>
              <a:gdLst>
                <a:gd name="T0" fmla="*/ 18 w 22"/>
                <a:gd name="T1" fmla="*/ 0 h 84"/>
                <a:gd name="T2" fmla="*/ 18 w 22"/>
                <a:gd name="T3" fmla="*/ 173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4">
                  <a:moveTo>
                    <a:pt x="11" y="0"/>
                  </a:moveTo>
                  <a:cubicBezTo>
                    <a:pt x="22" y="27"/>
                    <a:pt x="0" y="61"/>
                    <a:pt x="11" y="8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344">
              <a:extLst>
                <a:ext uri="{FF2B5EF4-FFF2-40B4-BE49-F238E27FC236}">
                  <a16:creationId xmlns:a16="http://schemas.microsoft.com/office/drawing/2014/main" id="{3A436C2B-919A-4514-AA87-4BA632868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268"/>
              <a:ext cx="59" cy="51"/>
            </a:xfrm>
            <a:custGeom>
              <a:avLst/>
              <a:gdLst>
                <a:gd name="T0" fmla="*/ 0 w 50"/>
                <a:gd name="T1" fmla="*/ 6 h 40"/>
                <a:gd name="T2" fmla="*/ 65 w 50"/>
                <a:gd name="T3" fmla="*/ 29 h 40"/>
                <a:gd name="T4" fmla="*/ 76 w 50"/>
                <a:gd name="T5" fmla="*/ 60 h 40"/>
                <a:gd name="T6" fmla="*/ 79 w 50"/>
                <a:gd name="T7" fmla="*/ 8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0">
                  <a:moveTo>
                    <a:pt x="0" y="3"/>
                  </a:moveTo>
                  <a:cubicBezTo>
                    <a:pt x="5" y="0"/>
                    <a:pt x="31" y="4"/>
                    <a:pt x="40" y="14"/>
                  </a:cubicBezTo>
                  <a:cubicBezTo>
                    <a:pt x="44" y="18"/>
                    <a:pt x="44" y="24"/>
                    <a:pt x="46" y="29"/>
                  </a:cubicBezTo>
                  <a:cubicBezTo>
                    <a:pt x="48" y="35"/>
                    <a:pt x="50" y="40"/>
                    <a:pt x="48" y="3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345">
              <a:extLst>
                <a:ext uri="{FF2B5EF4-FFF2-40B4-BE49-F238E27FC236}">
                  <a16:creationId xmlns:a16="http://schemas.microsoft.com/office/drawing/2014/main" id="{546B4D44-A3C4-482F-86E1-1F387DA7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503"/>
              <a:ext cx="23" cy="42"/>
            </a:xfrm>
            <a:custGeom>
              <a:avLst/>
              <a:gdLst>
                <a:gd name="T0" fmla="*/ 0 w 19"/>
                <a:gd name="T1" fmla="*/ 0 h 33"/>
                <a:gd name="T2" fmla="*/ 34 w 19"/>
                <a:gd name="T3" fmla="*/ 6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0" y="0"/>
                  </a:moveTo>
                  <a:cubicBezTo>
                    <a:pt x="13" y="3"/>
                    <a:pt x="12" y="29"/>
                    <a:pt x="19" y="3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Freeform 346">
              <a:extLst>
                <a:ext uri="{FF2B5EF4-FFF2-40B4-BE49-F238E27FC236}">
                  <a16:creationId xmlns:a16="http://schemas.microsoft.com/office/drawing/2014/main" id="{03F40D5F-C018-495A-B79F-866A6F27E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428"/>
              <a:ext cx="51" cy="18"/>
            </a:xfrm>
            <a:custGeom>
              <a:avLst/>
              <a:gdLst>
                <a:gd name="T0" fmla="*/ 0 w 43"/>
                <a:gd name="T1" fmla="*/ 8 h 14"/>
                <a:gd name="T2" fmla="*/ 71 w 43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4"/>
                  </a:moveTo>
                  <a:cubicBezTo>
                    <a:pt x="16" y="0"/>
                    <a:pt x="32" y="0"/>
                    <a:pt x="43" y="1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6" name="Freeform 347">
              <a:extLst>
                <a:ext uri="{FF2B5EF4-FFF2-40B4-BE49-F238E27FC236}">
                  <a16:creationId xmlns:a16="http://schemas.microsoft.com/office/drawing/2014/main" id="{C989AA91-45D8-4DBE-93A2-606F4C7B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317"/>
              <a:ext cx="60" cy="28"/>
            </a:xfrm>
            <a:custGeom>
              <a:avLst/>
              <a:gdLst>
                <a:gd name="T0" fmla="*/ 0 w 50"/>
                <a:gd name="T1" fmla="*/ 0 h 22"/>
                <a:gd name="T2" fmla="*/ 49 w 50"/>
                <a:gd name="T3" fmla="*/ 17 h 22"/>
                <a:gd name="T4" fmla="*/ 86 w 50"/>
                <a:gd name="T5" fmla="*/ 4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">
                  <a:moveTo>
                    <a:pt x="0" y="0"/>
                  </a:moveTo>
                  <a:cubicBezTo>
                    <a:pt x="6" y="13"/>
                    <a:pt x="17" y="6"/>
                    <a:pt x="28" y="8"/>
                  </a:cubicBezTo>
                  <a:cubicBezTo>
                    <a:pt x="38" y="10"/>
                    <a:pt x="43" y="14"/>
                    <a:pt x="50" y="2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348">
              <a:extLst>
                <a:ext uri="{FF2B5EF4-FFF2-40B4-BE49-F238E27FC236}">
                  <a16:creationId xmlns:a16="http://schemas.microsoft.com/office/drawing/2014/main" id="{4B328F08-B49D-407F-93DA-6B8AFD0B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829"/>
              <a:ext cx="62" cy="46"/>
            </a:xfrm>
            <a:custGeom>
              <a:avLst/>
              <a:gdLst>
                <a:gd name="T0" fmla="*/ 81 w 52"/>
                <a:gd name="T1" fmla="*/ 75 h 36"/>
                <a:gd name="T2" fmla="*/ 0 w 52"/>
                <a:gd name="T3" fmla="*/ 5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6">
                  <a:moveTo>
                    <a:pt x="48" y="36"/>
                  </a:moveTo>
                  <a:cubicBezTo>
                    <a:pt x="52" y="8"/>
                    <a:pt x="22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349">
              <a:extLst>
                <a:ext uri="{FF2B5EF4-FFF2-40B4-BE49-F238E27FC236}">
                  <a16:creationId xmlns:a16="http://schemas.microsoft.com/office/drawing/2014/main" id="{E1DE1FFE-5F7C-4952-B884-C85EC5639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901"/>
              <a:ext cx="68" cy="40"/>
            </a:xfrm>
            <a:custGeom>
              <a:avLst/>
              <a:gdLst>
                <a:gd name="T0" fmla="*/ 97 w 57"/>
                <a:gd name="T1" fmla="*/ 67 h 31"/>
                <a:gd name="T2" fmla="*/ 32 w 57"/>
                <a:gd name="T3" fmla="*/ 52 h 31"/>
                <a:gd name="T4" fmla="*/ 0 w 5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1">
                  <a:moveTo>
                    <a:pt x="57" y="31"/>
                  </a:moveTo>
                  <a:cubicBezTo>
                    <a:pt x="44" y="26"/>
                    <a:pt x="31" y="31"/>
                    <a:pt x="19" y="24"/>
                  </a:cubicBezTo>
                  <a:cubicBezTo>
                    <a:pt x="10" y="19"/>
                    <a:pt x="3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350">
              <a:extLst>
                <a:ext uri="{FF2B5EF4-FFF2-40B4-BE49-F238E27FC236}">
                  <a16:creationId xmlns:a16="http://schemas.microsoft.com/office/drawing/2014/main" id="{9467158B-F6B6-4F6C-8460-7B51EDBA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835"/>
              <a:ext cx="20" cy="73"/>
            </a:xfrm>
            <a:custGeom>
              <a:avLst/>
              <a:gdLst>
                <a:gd name="T0" fmla="*/ 0 w 17"/>
                <a:gd name="T1" fmla="*/ 0 h 57"/>
                <a:gd name="T2" fmla="*/ 9 w 17"/>
                <a:gd name="T3" fmla="*/ 69 h 57"/>
                <a:gd name="T4" fmla="*/ 26 w 17"/>
                <a:gd name="T5" fmla="*/ 10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7">
                  <a:moveTo>
                    <a:pt x="0" y="0"/>
                  </a:moveTo>
                  <a:cubicBezTo>
                    <a:pt x="7" y="11"/>
                    <a:pt x="3" y="21"/>
                    <a:pt x="6" y="33"/>
                  </a:cubicBezTo>
                  <a:cubicBezTo>
                    <a:pt x="7" y="38"/>
                    <a:pt x="17" y="57"/>
                    <a:pt x="16" y="5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0" name="Freeform 351">
              <a:extLst>
                <a:ext uri="{FF2B5EF4-FFF2-40B4-BE49-F238E27FC236}">
                  <a16:creationId xmlns:a16="http://schemas.microsoft.com/office/drawing/2014/main" id="{C950D1C5-FAF1-4450-9A30-2EC140DD1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713"/>
              <a:ext cx="14" cy="52"/>
            </a:xfrm>
            <a:custGeom>
              <a:avLst/>
              <a:gdLst>
                <a:gd name="T0" fmla="*/ 16 w 12"/>
                <a:gd name="T1" fmla="*/ 0 h 41"/>
                <a:gd name="T2" fmla="*/ 19 w 12"/>
                <a:gd name="T3" fmla="*/ 8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10" y="0"/>
                  </a:moveTo>
                  <a:cubicBezTo>
                    <a:pt x="7" y="12"/>
                    <a:pt x="0" y="33"/>
                    <a:pt x="12" y="4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352">
              <a:extLst>
                <a:ext uri="{FF2B5EF4-FFF2-40B4-BE49-F238E27FC236}">
                  <a16:creationId xmlns:a16="http://schemas.microsoft.com/office/drawing/2014/main" id="{701EF2CC-862A-432E-A022-738813602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607"/>
              <a:ext cx="11" cy="36"/>
            </a:xfrm>
            <a:custGeom>
              <a:avLst/>
              <a:gdLst>
                <a:gd name="T0" fmla="*/ 1 w 9"/>
                <a:gd name="T1" fmla="*/ 0 h 28"/>
                <a:gd name="T2" fmla="*/ 16 w 9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1" y="0"/>
                  </a:moveTo>
                  <a:cubicBezTo>
                    <a:pt x="4" y="10"/>
                    <a:pt x="0" y="22"/>
                    <a:pt x="9" y="2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353">
              <a:extLst>
                <a:ext uri="{FF2B5EF4-FFF2-40B4-BE49-F238E27FC236}">
                  <a16:creationId xmlns:a16="http://schemas.microsoft.com/office/drawing/2014/main" id="{9694BF32-DC4B-4173-B1DF-A172B40C5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549"/>
              <a:ext cx="40" cy="26"/>
            </a:xfrm>
            <a:custGeom>
              <a:avLst/>
              <a:gdLst>
                <a:gd name="T0" fmla="*/ 0 w 34"/>
                <a:gd name="T1" fmla="*/ 0 h 21"/>
                <a:gd name="T2" fmla="*/ 55 w 34"/>
                <a:gd name="T3" fmla="*/ 4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1">
                  <a:moveTo>
                    <a:pt x="0" y="0"/>
                  </a:moveTo>
                  <a:cubicBezTo>
                    <a:pt x="17" y="5"/>
                    <a:pt x="22" y="9"/>
                    <a:pt x="34" y="2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354">
              <a:extLst>
                <a:ext uri="{FF2B5EF4-FFF2-40B4-BE49-F238E27FC236}">
                  <a16:creationId xmlns:a16="http://schemas.microsoft.com/office/drawing/2014/main" id="{870D6ABA-ABDD-4961-BC99-E126AB34D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454"/>
              <a:ext cx="71" cy="40"/>
            </a:xfrm>
            <a:custGeom>
              <a:avLst/>
              <a:gdLst>
                <a:gd name="T0" fmla="*/ 0 w 59"/>
                <a:gd name="T1" fmla="*/ 15 h 31"/>
                <a:gd name="T2" fmla="*/ 57 w 59"/>
                <a:gd name="T3" fmla="*/ 10 h 31"/>
                <a:gd name="T4" fmla="*/ 102 w 59"/>
                <a:gd name="T5" fmla="*/ 6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1">
                  <a:moveTo>
                    <a:pt x="0" y="7"/>
                  </a:moveTo>
                  <a:cubicBezTo>
                    <a:pt x="11" y="5"/>
                    <a:pt x="22" y="0"/>
                    <a:pt x="32" y="5"/>
                  </a:cubicBezTo>
                  <a:cubicBezTo>
                    <a:pt x="42" y="10"/>
                    <a:pt x="48" y="26"/>
                    <a:pt x="59" y="3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355">
              <a:extLst>
                <a:ext uri="{FF2B5EF4-FFF2-40B4-BE49-F238E27FC236}">
                  <a16:creationId xmlns:a16="http://schemas.microsoft.com/office/drawing/2014/main" id="{DFBBBD86-FA44-4A91-BDF1-DD099224B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42"/>
              <a:ext cx="55" cy="51"/>
            </a:xfrm>
            <a:custGeom>
              <a:avLst/>
              <a:gdLst>
                <a:gd name="T0" fmla="*/ 79 w 46"/>
                <a:gd name="T1" fmla="*/ 83 h 40"/>
                <a:gd name="T2" fmla="*/ 33 w 46"/>
                <a:gd name="T3" fmla="*/ 54 h 40"/>
                <a:gd name="T4" fmla="*/ 0 w 4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0">
                  <a:moveTo>
                    <a:pt x="46" y="40"/>
                  </a:moveTo>
                  <a:cubicBezTo>
                    <a:pt x="42" y="29"/>
                    <a:pt x="28" y="31"/>
                    <a:pt x="19" y="26"/>
                  </a:cubicBezTo>
                  <a:cubicBezTo>
                    <a:pt x="9" y="20"/>
                    <a:pt x="3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356">
              <a:extLst>
                <a:ext uri="{FF2B5EF4-FFF2-40B4-BE49-F238E27FC236}">
                  <a16:creationId xmlns:a16="http://schemas.microsoft.com/office/drawing/2014/main" id="{4119F3BA-3B55-43A6-8212-7F45FA995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279"/>
              <a:ext cx="82" cy="32"/>
            </a:xfrm>
            <a:custGeom>
              <a:avLst/>
              <a:gdLst>
                <a:gd name="T0" fmla="*/ 115 w 69"/>
                <a:gd name="T1" fmla="*/ 0 h 25"/>
                <a:gd name="T2" fmla="*/ 0 w 69"/>
                <a:gd name="T3" fmla="*/ 1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25">
                  <a:moveTo>
                    <a:pt x="69" y="0"/>
                  </a:moveTo>
                  <a:cubicBezTo>
                    <a:pt x="63" y="25"/>
                    <a:pt x="14" y="6"/>
                    <a:pt x="0" y="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357">
              <a:extLst>
                <a:ext uri="{FF2B5EF4-FFF2-40B4-BE49-F238E27FC236}">
                  <a16:creationId xmlns:a16="http://schemas.microsoft.com/office/drawing/2014/main" id="{F837389E-C468-4B3C-A124-DCB3BEC63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870"/>
              <a:ext cx="29" cy="62"/>
            </a:xfrm>
            <a:custGeom>
              <a:avLst/>
              <a:gdLst>
                <a:gd name="T0" fmla="*/ 42 w 24"/>
                <a:gd name="T1" fmla="*/ 99 h 49"/>
                <a:gd name="T2" fmla="*/ 0 w 24"/>
                <a:gd name="T3" fmla="*/ 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9">
                  <a:moveTo>
                    <a:pt x="24" y="49"/>
                  </a:moveTo>
                  <a:cubicBezTo>
                    <a:pt x="12" y="47"/>
                    <a:pt x="14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358">
              <a:extLst>
                <a:ext uri="{FF2B5EF4-FFF2-40B4-BE49-F238E27FC236}">
                  <a16:creationId xmlns:a16="http://schemas.microsoft.com/office/drawing/2014/main" id="{5386948D-47C9-49EE-B2EB-74C9CA4BC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51"/>
              <a:ext cx="58" cy="27"/>
            </a:xfrm>
            <a:custGeom>
              <a:avLst/>
              <a:gdLst>
                <a:gd name="T0" fmla="*/ 85 w 48"/>
                <a:gd name="T1" fmla="*/ 35 h 21"/>
                <a:gd name="T2" fmla="*/ 0 w 48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1">
                  <a:moveTo>
                    <a:pt x="48" y="16"/>
                  </a:moveTo>
                  <a:cubicBezTo>
                    <a:pt x="37" y="21"/>
                    <a:pt x="3" y="1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359">
              <a:extLst>
                <a:ext uri="{FF2B5EF4-FFF2-40B4-BE49-F238E27FC236}">
                  <a16:creationId xmlns:a16="http://schemas.microsoft.com/office/drawing/2014/main" id="{C655FF67-2AD3-40BC-8C2F-3ED969F6C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211"/>
              <a:ext cx="216" cy="125"/>
            </a:xfrm>
            <a:custGeom>
              <a:avLst/>
              <a:gdLst>
                <a:gd name="T0" fmla="*/ 308 w 181"/>
                <a:gd name="T1" fmla="*/ 99 h 98"/>
                <a:gd name="T2" fmla="*/ 0 w 181"/>
                <a:gd name="T3" fmla="*/ 199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1" h="98">
                  <a:moveTo>
                    <a:pt x="181" y="48"/>
                  </a:moveTo>
                  <a:cubicBezTo>
                    <a:pt x="129" y="0"/>
                    <a:pt x="54" y="98"/>
                    <a:pt x="0" y="9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360">
              <a:extLst>
                <a:ext uri="{FF2B5EF4-FFF2-40B4-BE49-F238E27FC236}">
                  <a16:creationId xmlns:a16="http://schemas.microsoft.com/office/drawing/2014/main" id="{19188BEA-E537-4523-8710-FEF10D3E2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474"/>
              <a:ext cx="117" cy="103"/>
            </a:xfrm>
            <a:custGeom>
              <a:avLst/>
              <a:gdLst>
                <a:gd name="T0" fmla="*/ 0 w 98"/>
                <a:gd name="T1" fmla="*/ 0 h 81"/>
                <a:gd name="T2" fmla="*/ 98 w 98"/>
                <a:gd name="T3" fmla="*/ 121 h 81"/>
                <a:gd name="T4" fmla="*/ 167 w 98"/>
                <a:gd name="T5" fmla="*/ 16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81">
                  <a:moveTo>
                    <a:pt x="0" y="0"/>
                  </a:moveTo>
                  <a:cubicBezTo>
                    <a:pt x="26" y="17"/>
                    <a:pt x="39" y="36"/>
                    <a:pt x="58" y="59"/>
                  </a:cubicBezTo>
                  <a:cubicBezTo>
                    <a:pt x="70" y="72"/>
                    <a:pt x="85" y="79"/>
                    <a:pt x="98" y="8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361">
              <a:extLst>
                <a:ext uri="{FF2B5EF4-FFF2-40B4-BE49-F238E27FC236}">
                  <a16:creationId xmlns:a16="http://schemas.microsoft.com/office/drawing/2014/main" id="{E0F5722E-CE0E-4235-B16F-97FC1D51A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653"/>
              <a:ext cx="78" cy="110"/>
            </a:xfrm>
            <a:custGeom>
              <a:avLst/>
              <a:gdLst>
                <a:gd name="T0" fmla="*/ 0 w 66"/>
                <a:gd name="T1" fmla="*/ 0 h 86"/>
                <a:gd name="T2" fmla="*/ 48 w 66"/>
                <a:gd name="T3" fmla="*/ 115 h 86"/>
                <a:gd name="T4" fmla="*/ 109 w 66"/>
                <a:gd name="T5" fmla="*/ 18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86">
                  <a:moveTo>
                    <a:pt x="0" y="0"/>
                  </a:moveTo>
                  <a:cubicBezTo>
                    <a:pt x="21" y="11"/>
                    <a:pt x="19" y="37"/>
                    <a:pt x="30" y="55"/>
                  </a:cubicBezTo>
                  <a:cubicBezTo>
                    <a:pt x="38" y="69"/>
                    <a:pt x="63" y="82"/>
                    <a:pt x="66" y="8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362">
              <a:extLst>
                <a:ext uri="{FF2B5EF4-FFF2-40B4-BE49-F238E27FC236}">
                  <a16:creationId xmlns:a16="http://schemas.microsoft.com/office/drawing/2014/main" id="{EB1798DB-2FDF-4EF7-83A9-B794390B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829"/>
              <a:ext cx="86" cy="32"/>
            </a:xfrm>
            <a:custGeom>
              <a:avLst/>
              <a:gdLst>
                <a:gd name="T0" fmla="*/ 123 w 72"/>
                <a:gd name="T1" fmla="*/ 24 h 25"/>
                <a:gd name="T2" fmla="*/ 0 w 72"/>
                <a:gd name="T3" fmla="*/ 4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25">
                  <a:moveTo>
                    <a:pt x="72" y="12"/>
                  </a:moveTo>
                  <a:cubicBezTo>
                    <a:pt x="44" y="0"/>
                    <a:pt x="27" y="25"/>
                    <a:pt x="0" y="2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363">
              <a:extLst>
                <a:ext uri="{FF2B5EF4-FFF2-40B4-BE49-F238E27FC236}">
                  <a16:creationId xmlns:a16="http://schemas.microsoft.com/office/drawing/2014/main" id="{0E877756-2939-47BE-8A60-BF2E679F9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44"/>
              <a:ext cx="118" cy="41"/>
            </a:xfrm>
            <a:custGeom>
              <a:avLst/>
              <a:gdLst>
                <a:gd name="T0" fmla="*/ 0 w 99"/>
                <a:gd name="T1" fmla="*/ 68 h 32"/>
                <a:gd name="T2" fmla="*/ 43 w 99"/>
                <a:gd name="T3" fmla="*/ 63 h 32"/>
                <a:gd name="T4" fmla="*/ 105 w 99"/>
                <a:gd name="T5" fmla="*/ 29 h 32"/>
                <a:gd name="T6" fmla="*/ 168 w 99"/>
                <a:gd name="T7" fmla="*/ 1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32">
                  <a:moveTo>
                    <a:pt x="0" y="32"/>
                  </a:moveTo>
                  <a:cubicBezTo>
                    <a:pt x="8" y="28"/>
                    <a:pt x="17" y="32"/>
                    <a:pt x="25" y="30"/>
                  </a:cubicBezTo>
                  <a:cubicBezTo>
                    <a:pt x="37" y="28"/>
                    <a:pt x="51" y="20"/>
                    <a:pt x="62" y="14"/>
                  </a:cubicBezTo>
                  <a:cubicBezTo>
                    <a:pt x="74" y="8"/>
                    <a:pt x="89" y="0"/>
                    <a:pt x="99" y="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364">
              <a:extLst>
                <a:ext uri="{FF2B5EF4-FFF2-40B4-BE49-F238E27FC236}">
                  <a16:creationId xmlns:a16="http://schemas.microsoft.com/office/drawing/2014/main" id="{06539AE1-112B-46D0-A736-FE767963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488"/>
              <a:ext cx="98" cy="135"/>
            </a:xfrm>
            <a:custGeom>
              <a:avLst/>
              <a:gdLst>
                <a:gd name="T0" fmla="*/ 0 w 82"/>
                <a:gd name="T1" fmla="*/ 0 h 106"/>
                <a:gd name="T2" fmla="*/ 78 w 82"/>
                <a:gd name="T3" fmla="*/ 124 h 106"/>
                <a:gd name="T4" fmla="*/ 139 w 82"/>
                <a:gd name="T5" fmla="*/ 219 h 106"/>
                <a:gd name="T6" fmla="*/ 134 w 82"/>
                <a:gd name="T7" fmla="*/ 209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06">
                  <a:moveTo>
                    <a:pt x="0" y="0"/>
                  </a:moveTo>
                  <a:cubicBezTo>
                    <a:pt x="9" y="22"/>
                    <a:pt x="31" y="41"/>
                    <a:pt x="45" y="60"/>
                  </a:cubicBezTo>
                  <a:cubicBezTo>
                    <a:pt x="57" y="77"/>
                    <a:pt x="67" y="92"/>
                    <a:pt x="81" y="106"/>
                  </a:cubicBezTo>
                  <a:cubicBezTo>
                    <a:pt x="82" y="104"/>
                    <a:pt x="80" y="103"/>
                    <a:pt x="79" y="10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365">
              <a:extLst>
                <a:ext uri="{FF2B5EF4-FFF2-40B4-BE49-F238E27FC236}">
                  <a16:creationId xmlns:a16="http://schemas.microsoft.com/office/drawing/2014/main" id="{A810F6ED-224E-45D8-AF5C-CD65C59C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347"/>
              <a:ext cx="137" cy="65"/>
            </a:xfrm>
            <a:custGeom>
              <a:avLst/>
              <a:gdLst>
                <a:gd name="T0" fmla="*/ 0 w 115"/>
                <a:gd name="T1" fmla="*/ 36 h 51"/>
                <a:gd name="T2" fmla="*/ 194 w 115"/>
                <a:gd name="T3" fmla="*/ 54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51">
                  <a:moveTo>
                    <a:pt x="0" y="17"/>
                  </a:moveTo>
                  <a:cubicBezTo>
                    <a:pt x="35" y="51"/>
                    <a:pt x="85" y="0"/>
                    <a:pt x="115" y="2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366">
              <a:extLst>
                <a:ext uri="{FF2B5EF4-FFF2-40B4-BE49-F238E27FC236}">
                  <a16:creationId xmlns:a16="http://schemas.microsoft.com/office/drawing/2014/main" id="{64B9E2AF-0EA1-4776-947A-F6EB42F20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317"/>
              <a:ext cx="96" cy="25"/>
            </a:xfrm>
            <a:custGeom>
              <a:avLst/>
              <a:gdLst>
                <a:gd name="T0" fmla="*/ 0 w 81"/>
                <a:gd name="T1" fmla="*/ 0 h 20"/>
                <a:gd name="T2" fmla="*/ 83 w 81"/>
                <a:gd name="T3" fmla="*/ 10 h 20"/>
                <a:gd name="T4" fmla="*/ 135 w 81"/>
                <a:gd name="T5" fmla="*/ 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0">
                  <a:moveTo>
                    <a:pt x="0" y="0"/>
                  </a:moveTo>
                  <a:cubicBezTo>
                    <a:pt x="16" y="5"/>
                    <a:pt x="33" y="0"/>
                    <a:pt x="50" y="5"/>
                  </a:cubicBezTo>
                  <a:cubicBezTo>
                    <a:pt x="60" y="9"/>
                    <a:pt x="71" y="15"/>
                    <a:pt x="81" y="2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367">
              <a:extLst>
                <a:ext uri="{FF2B5EF4-FFF2-40B4-BE49-F238E27FC236}">
                  <a16:creationId xmlns:a16="http://schemas.microsoft.com/office/drawing/2014/main" id="{BCDAA0B9-7424-4AD6-BE77-FEE718B07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387"/>
              <a:ext cx="90" cy="94"/>
            </a:xfrm>
            <a:custGeom>
              <a:avLst/>
              <a:gdLst>
                <a:gd name="T0" fmla="*/ 0 w 75"/>
                <a:gd name="T1" fmla="*/ 0 h 74"/>
                <a:gd name="T2" fmla="*/ 86 w 75"/>
                <a:gd name="T3" fmla="*/ 100 h 74"/>
                <a:gd name="T4" fmla="*/ 130 w 75"/>
                <a:gd name="T5" fmla="*/ 151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4">
                  <a:moveTo>
                    <a:pt x="0" y="0"/>
                  </a:moveTo>
                  <a:cubicBezTo>
                    <a:pt x="12" y="18"/>
                    <a:pt x="36" y="31"/>
                    <a:pt x="50" y="49"/>
                  </a:cubicBezTo>
                  <a:cubicBezTo>
                    <a:pt x="56" y="57"/>
                    <a:pt x="68" y="73"/>
                    <a:pt x="75" y="7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368">
              <a:extLst>
                <a:ext uri="{FF2B5EF4-FFF2-40B4-BE49-F238E27FC236}">
                  <a16:creationId xmlns:a16="http://schemas.microsoft.com/office/drawing/2014/main" id="{706F4F8A-B2ED-4B6D-9E6B-2F2B99587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240"/>
              <a:ext cx="305" cy="67"/>
            </a:xfrm>
            <a:custGeom>
              <a:avLst/>
              <a:gdLst>
                <a:gd name="T0" fmla="*/ 0 w 256"/>
                <a:gd name="T1" fmla="*/ 98 h 52"/>
                <a:gd name="T2" fmla="*/ 50 w 256"/>
                <a:gd name="T3" fmla="*/ 62 h 52"/>
                <a:gd name="T4" fmla="*/ 105 w 256"/>
                <a:gd name="T5" fmla="*/ 31 h 52"/>
                <a:gd name="T6" fmla="*/ 236 w 256"/>
                <a:gd name="T7" fmla="*/ 10 h 52"/>
                <a:gd name="T8" fmla="*/ 346 w 256"/>
                <a:gd name="T9" fmla="*/ 5 h 52"/>
                <a:gd name="T10" fmla="*/ 432 w 256"/>
                <a:gd name="T11" fmla="*/ 3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52">
                  <a:moveTo>
                    <a:pt x="0" y="46"/>
                  </a:moveTo>
                  <a:cubicBezTo>
                    <a:pt x="11" y="52"/>
                    <a:pt x="21" y="35"/>
                    <a:pt x="29" y="29"/>
                  </a:cubicBezTo>
                  <a:cubicBezTo>
                    <a:pt x="40" y="22"/>
                    <a:pt x="50" y="19"/>
                    <a:pt x="62" y="15"/>
                  </a:cubicBezTo>
                  <a:cubicBezTo>
                    <a:pt x="88" y="9"/>
                    <a:pt x="112" y="7"/>
                    <a:pt x="139" y="5"/>
                  </a:cubicBezTo>
                  <a:cubicBezTo>
                    <a:pt x="161" y="3"/>
                    <a:pt x="182" y="3"/>
                    <a:pt x="204" y="2"/>
                  </a:cubicBezTo>
                  <a:cubicBezTo>
                    <a:pt x="227" y="0"/>
                    <a:pt x="241" y="1"/>
                    <a:pt x="256" y="1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369">
              <a:extLst>
                <a:ext uri="{FF2B5EF4-FFF2-40B4-BE49-F238E27FC236}">
                  <a16:creationId xmlns:a16="http://schemas.microsoft.com/office/drawing/2014/main" id="{99C51355-0EE4-4B15-A5E2-72E0E803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719"/>
              <a:ext cx="131" cy="84"/>
            </a:xfrm>
            <a:custGeom>
              <a:avLst/>
              <a:gdLst>
                <a:gd name="T0" fmla="*/ 0 w 110"/>
                <a:gd name="T1" fmla="*/ 0 h 66"/>
                <a:gd name="T2" fmla="*/ 61 w 110"/>
                <a:gd name="T3" fmla="*/ 75 h 66"/>
                <a:gd name="T4" fmla="*/ 95 w 110"/>
                <a:gd name="T5" fmla="*/ 123 h 66"/>
                <a:gd name="T6" fmla="*/ 186 w 110"/>
                <a:gd name="T7" fmla="*/ 13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66">
                  <a:moveTo>
                    <a:pt x="0" y="0"/>
                  </a:moveTo>
                  <a:cubicBezTo>
                    <a:pt x="10" y="13"/>
                    <a:pt x="26" y="22"/>
                    <a:pt x="36" y="36"/>
                  </a:cubicBezTo>
                  <a:cubicBezTo>
                    <a:pt x="43" y="45"/>
                    <a:pt x="46" y="55"/>
                    <a:pt x="56" y="60"/>
                  </a:cubicBezTo>
                  <a:cubicBezTo>
                    <a:pt x="69" y="66"/>
                    <a:pt x="108" y="44"/>
                    <a:pt x="110" y="6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370">
              <a:extLst>
                <a:ext uri="{FF2B5EF4-FFF2-40B4-BE49-F238E27FC236}">
                  <a16:creationId xmlns:a16="http://schemas.microsoft.com/office/drawing/2014/main" id="{A9770A99-5B24-4507-AC90-9DE4DBE90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856"/>
              <a:ext cx="104" cy="104"/>
            </a:xfrm>
            <a:custGeom>
              <a:avLst/>
              <a:gdLst>
                <a:gd name="T0" fmla="*/ 0 w 87"/>
                <a:gd name="T1" fmla="*/ 6 h 82"/>
                <a:gd name="T2" fmla="*/ 43 w 87"/>
                <a:gd name="T3" fmla="*/ 48 h 82"/>
                <a:gd name="T4" fmla="*/ 59 w 87"/>
                <a:gd name="T5" fmla="*/ 109 h 82"/>
                <a:gd name="T6" fmla="*/ 148 w 87"/>
                <a:gd name="T7" fmla="*/ 167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82">
                  <a:moveTo>
                    <a:pt x="0" y="3"/>
                  </a:moveTo>
                  <a:cubicBezTo>
                    <a:pt x="3" y="0"/>
                    <a:pt x="21" y="15"/>
                    <a:pt x="25" y="24"/>
                  </a:cubicBezTo>
                  <a:cubicBezTo>
                    <a:pt x="30" y="34"/>
                    <a:pt x="30" y="44"/>
                    <a:pt x="34" y="54"/>
                  </a:cubicBezTo>
                  <a:cubicBezTo>
                    <a:pt x="44" y="75"/>
                    <a:pt x="67" y="78"/>
                    <a:pt x="87" y="8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371">
              <a:extLst>
                <a:ext uri="{FF2B5EF4-FFF2-40B4-BE49-F238E27FC236}">
                  <a16:creationId xmlns:a16="http://schemas.microsoft.com/office/drawing/2014/main" id="{D3232E56-B663-4E10-8068-DCA3FCB91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565"/>
              <a:ext cx="134" cy="101"/>
            </a:xfrm>
            <a:custGeom>
              <a:avLst/>
              <a:gdLst>
                <a:gd name="T0" fmla="*/ 0 w 112"/>
                <a:gd name="T1" fmla="*/ 1 h 79"/>
                <a:gd name="T2" fmla="*/ 136 w 112"/>
                <a:gd name="T3" fmla="*/ 98 h 79"/>
                <a:gd name="T4" fmla="*/ 191 w 112"/>
                <a:gd name="T5" fmla="*/ 16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9">
                  <a:moveTo>
                    <a:pt x="0" y="1"/>
                  </a:moveTo>
                  <a:cubicBezTo>
                    <a:pt x="39" y="0"/>
                    <a:pt x="65" y="12"/>
                    <a:pt x="79" y="47"/>
                  </a:cubicBezTo>
                  <a:cubicBezTo>
                    <a:pt x="86" y="63"/>
                    <a:pt x="92" y="79"/>
                    <a:pt x="112" y="7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372">
              <a:extLst>
                <a:ext uri="{FF2B5EF4-FFF2-40B4-BE49-F238E27FC236}">
                  <a16:creationId xmlns:a16="http://schemas.microsoft.com/office/drawing/2014/main" id="{47CB0342-1700-4FAA-B2E3-B4F83F4EF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384"/>
              <a:ext cx="165" cy="39"/>
            </a:xfrm>
            <a:custGeom>
              <a:avLst/>
              <a:gdLst>
                <a:gd name="T0" fmla="*/ 236 w 138"/>
                <a:gd name="T1" fmla="*/ 0 h 30"/>
                <a:gd name="T2" fmla="*/ 115 w 138"/>
                <a:gd name="T3" fmla="*/ 51 h 30"/>
                <a:gd name="T4" fmla="*/ 60 w 138"/>
                <a:gd name="T5" fmla="*/ 12 h 30"/>
                <a:gd name="T6" fmla="*/ 0 w 13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30">
                  <a:moveTo>
                    <a:pt x="138" y="0"/>
                  </a:moveTo>
                  <a:cubicBezTo>
                    <a:pt x="121" y="11"/>
                    <a:pt x="87" y="30"/>
                    <a:pt x="67" y="23"/>
                  </a:cubicBezTo>
                  <a:cubicBezTo>
                    <a:pt x="55" y="18"/>
                    <a:pt x="47" y="8"/>
                    <a:pt x="35" y="5"/>
                  </a:cubicBezTo>
                  <a:cubicBezTo>
                    <a:pt x="24" y="2"/>
                    <a:pt x="11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373">
              <a:extLst>
                <a:ext uri="{FF2B5EF4-FFF2-40B4-BE49-F238E27FC236}">
                  <a16:creationId xmlns:a16="http://schemas.microsoft.com/office/drawing/2014/main" id="{958C9FF0-C089-4ED0-A3E9-FE2F8199B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859"/>
              <a:ext cx="37" cy="128"/>
            </a:xfrm>
            <a:custGeom>
              <a:avLst/>
              <a:gdLst>
                <a:gd name="T0" fmla="*/ 0 w 31"/>
                <a:gd name="T1" fmla="*/ 0 h 100"/>
                <a:gd name="T2" fmla="*/ 8 w 31"/>
                <a:gd name="T3" fmla="*/ 129 h 100"/>
                <a:gd name="T4" fmla="*/ 53 w 31"/>
                <a:gd name="T5" fmla="*/ 21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00">
                  <a:moveTo>
                    <a:pt x="0" y="0"/>
                  </a:moveTo>
                  <a:cubicBezTo>
                    <a:pt x="2" y="19"/>
                    <a:pt x="2" y="42"/>
                    <a:pt x="5" y="62"/>
                  </a:cubicBezTo>
                  <a:cubicBezTo>
                    <a:pt x="7" y="78"/>
                    <a:pt x="13" y="96"/>
                    <a:pt x="31" y="10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374">
              <a:extLst>
                <a:ext uri="{FF2B5EF4-FFF2-40B4-BE49-F238E27FC236}">
                  <a16:creationId xmlns:a16="http://schemas.microsoft.com/office/drawing/2014/main" id="{CD378E0F-DF2F-46DF-9DD3-F562F0566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366"/>
              <a:ext cx="20" cy="109"/>
            </a:xfrm>
            <a:custGeom>
              <a:avLst/>
              <a:gdLst>
                <a:gd name="T0" fmla="*/ 31 w 16"/>
                <a:gd name="T1" fmla="*/ 180 h 85"/>
                <a:gd name="T2" fmla="*/ 23 w 16"/>
                <a:gd name="T3" fmla="*/ 83 h 85"/>
                <a:gd name="T4" fmla="*/ 0 w 16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5">
                  <a:moveTo>
                    <a:pt x="16" y="85"/>
                  </a:moveTo>
                  <a:cubicBezTo>
                    <a:pt x="12" y="71"/>
                    <a:pt x="14" y="54"/>
                    <a:pt x="11" y="40"/>
                  </a:cubicBezTo>
                  <a:cubicBezTo>
                    <a:pt x="8" y="26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375">
              <a:extLst>
                <a:ext uri="{FF2B5EF4-FFF2-40B4-BE49-F238E27FC236}">
                  <a16:creationId xmlns:a16="http://schemas.microsoft.com/office/drawing/2014/main" id="{800B4EA0-D768-4E01-9A03-7997C422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387"/>
              <a:ext cx="63" cy="104"/>
            </a:xfrm>
            <a:custGeom>
              <a:avLst/>
              <a:gdLst>
                <a:gd name="T0" fmla="*/ 0 w 53"/>
                <a:gd name="T1" fmla="*/ 167 h 82"/>
                <a:gd name="T2" fmla="*/ 89 w 53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82">
                  <a:moveTo>
                    <a:pt x="0" y="82"/>
                  </a:moveTo>
                  <a:cubicBezTo>
                    <a:pt x="1" y="47"/>
                    <a:pt x="46" y="32"/>
                    <a:pt x="5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376">
              <a:extLst>
                <a:ext uri="{FF2B5EF4-FFF2-40B4-BE49-F238E27FC236}">
                  <a16:creationId xmlns:a16="http://schemas.microsoft.com/office/drawing/2014/main" id="{265240D6-BDA4-487F-9522-13C1B0809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173"/>
              <a:ext cx="92" cy="139"/>
            </a:xfrm>
            <a:custGeom>
              <a:avLst/>
              <a:gdLst>
                <a:gd name="T0" fmla="*/ 129 w 77"/>
                <a:gd name="T1" fmla="*/ 0 h 109"/>
                <a:gd name="T2" fmla="*/ 96 w 77"/>
                <a:gd name="T3" fmla="*/ 142 h 109"/>
                <a:gd name="T4" fmla="*/ 0 w 77"/>
                <a:gd name="T5" fmla="*/ 226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09">
                  <a:moveTo>
                    <a:pt x="75" y="0"/>
                  </a:moveTo>
                  <a:cubicBezTo>
                    <a:pt x="75" y="12"/>
                    <a:pt x="77" y="49"/>
                    <a:pt x="56" y="68"/>
                  </a:cubicBezTo>
                  <a:cubicBezTo>
                    <a:pt x="38" y="85"/>
                    <a:pt x="15" y="90"/>
                    <a:pt x="0" y="10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377">
              <a:extLst>
                <a:ext uri="{FF2B5EF4-FFF2-40B4-BE49-F238E27FC236}">
                  <a16:creationId xmlns:a16="http://schemas.microsoft.com/office/drawing/2014/main" id="{750F6A99-5D7F-45E6-9EE0-6F4C386F0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189"/>
              <a:ext cx="30" cy="190"/>
            </a:xfrm>
            <a:custGeom>
              <a:avLst/>
              <a:gdLst>
                <a:gd name="T0" fmla="*/ 19 w 25"/>
                <a:gd name="T1" fmla="*/ 309 h 149"/>
                <a:gd name="T2" fmla="*/ 10 w 25"/>
                <a:gd name="T3" fmla="*/ 134 h 149"/>
                <a:gd name="T4" fmla="*/ 10 w 25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9">
                  <a:moveTo>
                    <a:pt x="11" y="149"/>
                  </a:moveTo>
                  <a:cubicBezTo>
                    <a:pt x="25" y="122"/>
                    <a:pt x="12" y="91"/>
                    <a:pt x="6" y="64"/>
                  </a:cubicBezTo>
                  <a:cubicBezTo>
                    <a:pt x="0" y="42"/>
                    <a:pt x="9" y="16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378">
              <a:extLst>
                <a:ext uri="{FF2B5EF4-FFF2-40B4-BE49-F238E27FC236}">
                  <a16:creationId xmlns:a16="http://schemas.microsoft.com/office/drawing/2014/main" id="{13FD1204-F2E3-4B90-A12B-FFE3CB90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407"/>
              <a:ext cx="99" cy="57"/>
            </a:xfrm>
            <a:custGeom>
              <a:avLst/>
              <a:gdLst>
                <a:gd name="T0" fmla="*/ 0 w 83"/>
                <a:gd name="T1" fmla="*/ 91 h 45"/>
                <a:gd name="T2" fmla="*/ 141 w 8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45">
                  <a:moveTo>
                    <a:pt x="0" y="45"/>
                  </a:moveTo>
                  <a:cubicBezTo>
                    <a:pt x="5" y="14"/>
                    <a:pt x="65" y="20"/>
                    <a:pt x="83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379">
              <a:extLst>
                <a:ext uri="{FF2B5EF4-FFF2-40B4-BE49-F238E27FC236}">
                  <a16:creationId xmlns:a16="http://schemas.microsoft.com/office/drawing/2014/main" id="{96E886EA-743D-4463-A50B-9DA6A43A2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379"/>
              <a:ext cx="38" cy="116"/>
            </a:xfrm>
            <a:custGeom>
              <a:avLst/>
              <a:gdLst>
                <a:gd name="T0" fmla="*/ 53 w 32"/>
                <a:gd name="T1" fmla="*/ 189 h 91"/>
                <a:gd name="T2" fmla="*/ 32 w 32"/>
                <a:gd name="T3" fmla="*/ 93 h 91"/>
                <a:gd name="T4" fmla="*/ 6 w 32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1">
                  <a:moveTo>
                    <a:pt x="32" y="91"/>
                  </a:moveTo>
                  <a:cubicBezTo>
                    <a:pt x="22" y="78"/>
                    <a:pt x="25" y="60"/>
                    <a:pt x="19" y="45"/>
                  </a:cubicBezTo>
                  <a:cubicBezTo>
                    <a:pt x="13" y="27"/>
                    <a:pt x="0" y="21"/>
                    <a:pt x="3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380">
              <a:extLst>
                <a:ext uri="{FF2B5EF4-FFF2-40B4-BE49-F238E27FC236}">
                  <a16:creationId xmlns:a16="http://schemas.microsoft.com/office/drawing/2014/main" id="{D0288F5D-E017-4A5C-8A87-C16F5F8F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236"/>
              <a:ext cx="121" cy="151"/>
            </a:xfrm>
            <a:custGeom>
              <a:avLst/>
              <a:gdLst>
                <a:gd name="T0" fmla="*/ 0 w 101"/>
                <a:gd name="T1" fmla="*/ 0 h 118"/>
                <a:gd name="T2" fmla="*/ 174 w 101"/>
                <a:gd name="T3" fmla="*/ 247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18">
                  <a:moveTo>
                    <a:pt x="0" y="0"/>
                  </a:moveTo>
                  <a:cubicBezTo>
                    <a:pt x="27" y="38"/>
                    <a:pt x="97" y="66"/>
                    <a:pt x="101" y="11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381">
              <a:extLst>
                <a:ext uri="{FF2B5EF4-FFF2-40B4-BE49-F238E27FC236}">
                  <a16:creationId xmlns:a16="http://schemas.microsoft.com/office/drawing/2014/main" id="{6C4C0822-6821-4156-A99F-DA2C21E0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254"/>
              <a:ext cx="24" cy="92"/>
            </a:xfrm>
            <a:custGeom>
              <a:avLst/>
              <a:gdLst>
                <a:gd name="T0" fmla="*/ 35 w 20"/>
                <a:gd name="T1" fmla="*/ 0 h 72"/>
                <a:gd name="T2" fmla="*/ 16 w 20"/>
                <a:gd name="T3" fmla="*/ 151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2">
                  <a:moveTo>
                    <a:pt x="20" y="0"/>
                  </a:moveTo>
                  <a:cubicBezTo>
                    <a:pt x="0" y="4"/>
                    <a:pt x="9" y="54"/>
                    <a:pt x="9" y="7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382">
              <a:extLst>
                <a:ext uri="{FF2B5EF4-FFF2-40B4-BE49-F238E27FC236}">
                  <a16:creationId xmlns:a16="http://schemas.microsoft.com/office/drawing/2014/main" id="{E2ED2FD9-3136-4139-9D00-7AE21B1A6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122"/>
              <a:ext cx="58" cy="118"/>
            </a:xfrm>
            <a:custGeom>
              <a:avLst/>
              <a:gdLst>
                <a:gd name="T0" fmla="*/ 70 w 48"/>
                <a:gd name="T1" fmla="*/ 0 h 93"/>
                <a:gd name="T2" fmla="*/ 30 w 48"/>
                <a:gd name="T3" fmla="*/ 91 h 93"/>
                <a:gd name="T4" fmla="*/ 0 w 48"/>
                <a:gd name="T5" fmla="*/ 19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3">
                  <a:moveTo>
                    <a:pt x="40" y="0"/>
                  </a:moveTo>
                  <a:cubicBezTo>
                    <a:pt x="48" y="27"/>
                    <a:pt x="33" y="28"/>
                    <a:pt x="17" y="45"/>
                  </a:cubicBezTo>
                  <a:cubicBezTo>
                    <a:pt x="4" y="60"/>
                    <a:pt x="1" y="74"/>
                    <a:pt x="0" y="9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383">
              <a:extLst>
                <a:ext uri="{FF2B5EF4-FFF2-40B4-BE49-F238E27FC236}">
                  <a16:creationId xmlns:a16="http://schemas.microsoft.com/office/drawing/2014/main" id="{4E84DE13-5F4B-4AAA-A0BA-C8D69E42E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152"/>
              <a:ext cx="72" cy="149"/>
            </a:xfrm>
            <a:custGeom>
              <a:avLst/>
              <a:gdLst>
                <a:gd name="T0" fmla="*/ 96 w 60"/>
                <a:gd name="T1" fmla="*/ 0 h 117"/>
                <a:gd name="T2" fmla="*/ 44 w 60"/>
                <a:gd name="T3" fmla="*/ 132 h 117"/>
                <a:gd name="T4" fmla="*/ 0 w 60"/>
                <a:gd name="T5" fmla="*/ 242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17">
                  <a:moveTo>
                    <a:pt x="56" y="0"/>
                  </a:moveTo>
                  <a:cubicBezTo>
                    <a:pt x="60" y="26"/>
                    <a:pt x="36" y="43"/>
                    <a:pt x="26" y="64"/>
                  </a:cubicBezTo>
                  <a:cubicBezTo>
                    <a:pt x="17" y="82"/>
                    <a:pt x="19" y="105"/>
                    <a:pt x="0" y="11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384">
              <a:extLst>
                <a:ext uri="{FF2B5EF4-FFF2-40B4-BE49-F238E27FC236}">
                  <a16:creationId xmlns:a16="http://schemas.microsoft.com/office/drawing/2014/main" id="{74529ABA-BBC4-4CC9-AB8A-4D65A85E6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149"/>
              <a:ext cx="86" cy="7"/>
            </a:xfrm>
            <a:custGeom>
              <a:avLst/>
              <a:gdLst>
                <a:gd name="T0" fmla="*/ 123 w 72"/>
                <a:gd name="T1" fmla="*/ 0 h 6"/>
                <a:gd name="T2" fmla="*/ 0 w 72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">
                  <a:moveTo>
                    <a:pt x="72" y="0"/>
                  </a:moveTo>
                  <a:cubicBezTo>
                    <a:pt x="47" y="0"/>
                    <a:pt x="25" y="6"/>
                    <a:pt x="0" y="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385">
              <a:extLst>
                <a:ext uri="{FF2B5EF4-FFF2-40B4-BE49-F238E27FC236}">
                  <a16:creationId xmlns:a16="http://schemas.microsoft.com/office/drawing/2014/main" id="{5743FA41-CB25-464F-86AB-6FE4EA956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071"/>
              <a:ext cx="86" cy="51"/>
            </a:xfrm>
            <a:custGeom>
              <a:avLst/>
              <a:gdLst>
                <a:gd name="T0" fmla="*/ 123 w 72"/>
                <a:gd name="T1" fmla="*/ 0 h 40"/>
                <a:gd name="T2" fmla="*/ 0 w 72"/>
                <a:gd name="T3" fmla="*/ 8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40">
                  <a:moveTo>
                    <a:pt x="72" y="0"/>
                  </a:moveTo>
                  <a:cubicBezTo>
                    <a:pt x="56" y="15"/>
                    <a:pt x="18" y="34"/>
                    <a:pt x="0" y="4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386">
              <a:extLst>
                <a:ext uri="{FF2B5EF4-FFF2-40B4-BE49-F238E27FC236}">
                  <a16:creationId xmlns:a16="http://schemas.microsoft.com/office/drawing/2014/main" id="{9AAC1C13-1ADF-4C2D-81F1-EE8AA92F7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149"/>
              <a:ext cx="178" cy="289"/>
            </a:xfrm>
            <a:custGeom>
              <a:avLst/>
              <a:gdLst>
                <a:gd name="T0" fmla="*/ 0 w 149"/>
                <a:gd name="T1" fmla="*/ 0 h 227"/>
                <a:gd name="T2" fmla="*/ 254 w 149"/>
                <a:gd name="T3" fmla="*/ 469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227">
                  <a:moveTo>
                    <a:pt x="0" y="0"/>
                  </a:moveTo>
                  <a:cubicBezTo>
                    <a:pt x="84" y="54"/>
                    <a:pt x="87" y="158"/>
                    <a:pt x="149" y="22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387">
              <a:extLst>
                <a:ext uri="{FF2B5EF4-FFF2-40B4-BE49-F238E27FC236}">
                  <a16:creationId xmlns:a16="http://schemas.microsoft.com/office/drawing/2014/main" id="{23997B47-6D87-43AD-9084-E5CB0EEFA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383"/>
              <a:ext cx="41" cy="85"/>
            </a:xfrm>
            <a:custGeom>
              <a:avLst/>
              <a:gdLst>
                <a:gd name="T0" fmla="*/ 17 w 34"/>
                <a:gd name="T1" fmla="*/ 137 h 67"/>
                <a:gd name="T2" fmla="*/ 59 w 34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7">
                  <a:moveTo>
                    <a:pt x="10" y="67"/>
                  </a:moveTo>
                  <a:cubicBezTo>
                    <a:pt x="0" y="35"/>
                    <a:pt x="30" y="27"/>
                    <a:pt x="34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388">
              <a:extLst>
                <a:ext uri="{FF2B5EF4-FFF2-40B4-BE49-F238E27FC236}">
                  <a16:creationId xmlns:a16="http://schemas.microsoft.com/office/drawing/2014/main" id="{FD2CE9B1-DE26-40BC-86F6-AFBE92C0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247"/>
              <a:ext cx="110" cy="201"/>
            </a:xfrm>
            <a:custGeom>
              <a:avLst/>
              <a:gdLst>
                <a:gd name="T0" fmla="*/ 151 w 92"/>
                <a:gd name="T1" fmla="*/ 326 h 158"/>
                <a:gd name="T2" fmla="*/ 60 w 92"/>
                <a:gd name="T3" fmla="*/ 154 h 158"/>
                <a:gd name="T4" fmla="*/ 0 w 92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58">
                  <a:moveTo>
                    <a:pt x="88" y="158"/>
                  </a:moveTo>
                  <a:cubicBezTo>
                    <a:pt x="92" y="125"/>
                    <a:pt x="51" y="98"/>
                    <a:pt x="35" y="75"/>
                  </a:cubicBezTo>
                  <a:cubicBezTo>
                    <a:pt x="19" y="53"/>
                    <a:pt x="7" y="2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389">
              <a:extLst>
                <a:ext uri="{FF2B5EF4-FFF2-40B4-BE49-F238E27FC236}">
                  <a16:creationId xmlns:a16="http://schemas.microsoft.com/office/drawing/2014/main" id="{05B94AA8-120E-4806-B566-B3616339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179"/>
              <a:ext cx="86" cy="61"/>
            </a:xfrm>
            <a:custGeom>
              <a:avLst/>
              <a:gdLst>
                <a:gd name="T0" fmla="*/ 123 w 72"/>
                <a:gd name="T1" fmla="*/ 0 h 48"/>
                <a:gd name="T2" fmla="*/ 0 w 72"/>
                <a:gd name="T3" fmla="*/ 9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48">
                  <a:moveTo>
                    <a:pt x="72" y="0"/>
                  </a:moveTo>
                  <a:cubicBezTo>
                    <a:pt x="58" y="30"/>
                    <a:pt x="18" y="21"/>
                    <a:pt x="0" y="4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390">
              <a:extLst>
                <a:ext uri="{FF2B5EF4-FFF2-40B4-BE49-F238E27FC236}">
                  <a16:creationId xmlns:a16="http://schemas.microsoft.com/office/drawing/2014/main" id="{CF80E0CB-0683-42F1-BC54-2FF7FFF0C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091"/>
              <a:ext cx="137" cy="23"/>
            </a:xfrm>
            <a:custGeom>
              <a:avLst/>
              <a:gdLst>
                <a:gd name="T0" fmla="*/ 0 w 115"/>
                <a:gd name="T1" fmla="*/ 37 h 18"/>
                <a:gd name="T2" fmla="*/ 87 w 115"/>
                <a:gd name="T3" fmla="*/ 0 h 18"/>
                <a:gd name="T4" fmla="*/ 194 w 115"/>
                <a:gd name="T5" fmla="*/ 1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18">
                  <a:moveTo>
                    <a:pt x="0" y="18"/>
                  </a:moveTo>
                  <a:cubicBezTo>
                    <a:pt x="13" y="5"/>
                    <a:pt x="32" y="0"/>
                    <a:pt x="51" y="0"/>
                  </a:cubicBezTo>
                  <a:cubicBezTo>
                    <a:pt x="70" y="0"/>
                    <a:pt x="99" y="2"/>
                    <a:pt x="115" y="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391">
              <a:extLst>
                <a:ext uri="{FF2B5EF4-FFF2-40B4-BE49-F238E27FC236}">
                  <a16:creationId xmlns:a16="http://schemas.microsoft.com/office/drawing/2014/main" id="{DC56E9D4-4747-42FB-B372-FB0BE7860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267"/>
              <a:ext cx="160" cy="208"/>
            </a:xfrm>
            <a:custGeom>
              <a:avLst/>
              <a:gdLst>
                <a:gd name="T0" fmla="*/ 1 w 134"/>
                <a:gd name="T1" fmla="*/ 0 h 163"/>
                <a:gd name="T2" fmla="*/ 84 w 134"/>
                <a:gd name="T3" fmla="*/ 46 h 163"/>
                <a:gd name="T4" fmla="*/ 159 w 134"/>
                <a:gd name="T5" fmla="*/ 123 h 163"/>
                <a:gd name="T6" fmla="*/ 205 w 134"/>
                <a:gd name="T7" fmla="*/ 338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163">
                  <a:moveTo>
                    <a:pt x="1" y="0"/>
                  </a:moveTo>
                  <a:cubicBezTo>
                    <a:pt x="0" y="15"/>
                    <a:pt x="36" y="16"/>
                    <a:pt x="49" y="22"/>
                  </a:cubicBezTo>
                  <a:cubicBezTo>
                    <a:pt x="69" y="30"/>
                    <a:pt x="81" y="42"/>
                    <a:pt x="93" y="59"/>
                  </a:cubicBezTo>
                  <a:cubicBezTo>
                    <a:pt x="109" y="83"/>
                    <a:pt x="134" y="136"/>
                    <a:pt x="121" y="16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392">
              <a:extLst>
                <a:ext uri="{FF2B5EF4-FFF2-40B4-BE49-F238E27FC236}">
                  <a16:creationId xmlns:a16="http://schemas.microsoft.com/office/drawing/2014/main" id="{A7CF7156-57BF-4830-8236-AF12F3789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427"/>
              <a:ext cx="19" cy="68"/>
            </a:xfrm>
            <a:custGeom>
              <a:avLst/>
              <a:gdLst>
                <a:gd name="T0" fmla="*/ 27 w 16"/>
                <a:gd name="T1" fmla="*/ 0 h 53"/>
                <a:gd name="T2" fmla="*/ 0 w 16"/>
                <a:gd name="T3" fmla="*/ 11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3">
                  <a:moveTo>
                    <a:pt x="16" y="0"/>
                  </a:moveTo>
                  <a:cubicBezTo>
                    <a:pt x="4" y="8"/>
                    <a:pt x="13" y="38"/>
                    <a:pt x="0" y="5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393">
              <a:extLst>
                <a:ext uri="{FF2B5EF4-FFF2-40B4-BE49-F238E27FC236}">
                  <a16:creationId xmlns:a16="http://schemas.microsoft.com/office/drawing/2014/main" id="{FFFB62C8-C703-4080-9076-AF8E9470D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955"/>
              <a:ext cx="42" cy="406"/>
            </a:xfrm>
            <a:custGeom>
              <a:avLst/>
              <a:gdLst>
                <a:gd name="T0" fmla="*/ 20 w 35"/>
                <a:gd name="T1" fmla="*/ 0 h 319"/>
                <a:gd name="T2" fmla="*/ 8 w 35"/>
                <a:gd name="T3" fmla="*/ 204 h 319"/>
                <a:gd name="T4" fmla="*/ 50 w 35"/>
                <a:gd name="T5" fmla="*/ 400 h 319"/>
                <a:gd name="T6" fmla="*/ 14 w 35"/>
                <a:gd name="T7" fmla="*/ 658 h 3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19">
                  <a:moveTo>
                    <a:pt x="12" y="0"/>
                  </a:moveTo>
                  <a:cubicBezTo>
                    <a:pt x="11" y="35"/>
                    <a:pt x="0" y="63"/>
                    <a:pt x="5" y="99"/>
                  </a:cubicBezTo>
                  <a:cubicBezTo>
                    <a:pt x="10" y="132"/>
                    <a:pt x="24" y="162"/>
                    <a:pt x="29" y="194"/>
                  </a:cubicBezTo>
                  <a:cubicBezTo>
                    <a:pt x="35" y="231"/>
                    <a:pt x="32" y="289"/>
                    <a:pt x="8" y="31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394">
              <a:extLst>
                <a:ext uri="{FF2B5EF4-FFF2-40B4-BE49-F238E27FC236}">
                  <a16:creationId xmlns:a16="http://schemas.microsoft.com/office/drawing/2014/main" id="{E89E246B-C8A7-4EEF-B91B-15C3C917D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000"/>
              <a:ext cx="162" cy="328"/>
            </a:xfrm>
            <a:custGeom>
              <a:avLst/>
              <a:gdLst>
                <a:gd name="T0" fmla="*/ 0 w 135"/>
                <a:gd name="T1" fmla="*/ 0 h 258"/>
                <a:gd name="T2" fmla="*/ 50 w 135"/>
                <a:gd name="T3" fmla="*/ 70 h 258"/>
                <a:gd name="T4" fmla="*/ 98 w 135"/>
                <a:gd name="T5" fmla="*/ 191 h 258"/>
                <a:gd name="T6" fmla="*/ 144 w 135"/>
                <a:gd name="T7" fmla="*/ 369 h 258"/>
                <a:gd name="T8" fmla="*/ 233 w 135"/>
                <a:gd name="T9" fmla="*/ 530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58">
                  <a:moveTo>
                    <a:pt x="0" y="0"/>
                  </a:moveTo>
                  <a:cubicBezTo>
                    <a:pt x="5" y="10"/>
                    <a:pt x="21" y="23"/>
                    <a:pt x="29" y="34"/>
                  </a:cubicBezTo>
                  <a:cubicBezTo>
                    <a:pt x="41" y="51"/>
                    <a:pt x="50" y="73"/>
                    <a:pt x="57" y="93"/>
                  </a:cubicBezTo>
                  <a:cubicBezTo>
                    <a:pt x="68" y="122"/>
                    <a:pt x="72" y="151"/>
                    <a:pt x="83" y="179"/>
                  </a:cubicBezTo>
                  <a:cubicBezTo>
                    <a:pt x="96" y="211"/>
                    <a:pt x="118" y="235"/>
                    <a:pt x="135" y="25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395">
              <a:extLst>
                <a:ext uri="{FF2B5EF4-FFF2-40B4-BE49-F238E27FC236}">
                  <a16:creationId xmlns:a16="http://schemas.microsoft.com/office/drawing/2014/main" id="{A410D289-0175-40E6-A5E1-30A15EF17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087"/>
              <a:ext cx="232" cy="221"/>
            </a:xfrm>
            <a:custGeom>
              <a:avLst/>
              <a:gdLst>
                <a:gd name="T0" fmla="*/ 328 w 195"/>
                <a:gd name="T1" fmla="*/ 360 h 173"/>
                <a:gd name="T2" fmla="*/ 148 w 195"/>
                <a:gd name="T3" fmla="*/ 105 h 173"/>
                <a:gd name="T4" fmla="*/ 0 w 195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5" h="173">
                  <a:moveTo>
                    <a:pt x="195" y="173"/>
                  </a:moveTo>
                  <a:cubicBezTo>
                    <a:pt x="180" y="131"/>
                    <a:pt x="130" y="67"/>
                    <a:pt x="87" y="50"/>
                  </a:cubicBezTo>
                  <a:cubicBezTo>
                    <a:pt x="54" y="36"/>
                    <a:pt x="16" y="3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396">
              <a:extLst>
                <a:ext uri="{FF2B5EF4-FFF2-40B4-BE49-F238E27FC236}">
                  <a16:creationId xmlns:a16="http://schemas.microsoft.com/office/drawing/2014/main" id="{4E28ABFC-6615-4B87-909F-D1E4E8FE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952"/>
              <a:ext cx="164" cy="254"/>
            </a:xfrm>
            <a:custGeom>
              <a:avLst/>
              <a:gdLst>
                <a:gd name="T0" fmla="*/ 235 w 137"/>
                <a:gd name="T1" fmla="*/ 0 h 199"/>
                <a:gd name="T2" fmla="*/ 194 w 137"/>
                <a:gd name="T3" fmla="*/ 143 h 199"/>
                <a:gd name="T4" fmla="*/ 104 w 137"/>
                <a:gd name="T5" fmla="*/ 231 h 199"/>
                <a:gd name="T6" fmla="*/ 37 w 137"/>
                <a:gd name="T7" fmla="*/ 323 h 199"/>
                <a:gd name="T8" fmla="*/ 0 w 137"/>
                <a:gd name="T9" fmla="*/ 414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99">
                  <a:moveTo>
                    <a:pt x="137" y="0"/>
                  </a:moveTo>
                  <a:cubicBezTo>
                    <a:pt x="127" y="22"/>
                    <a:pt x="126" y="49"/>
                    <a:pt x="113" y="69"/>
                  </a:cubicBezTo>
                  <a:cubicBezTo>
                    <a:pt x="100" y="89"/>
                    <a:pt x="79" y="97"/>
                    <a:pt x="61" y="111"/>
                  </a:cubicBezTo>
                  <a:cubicBezTo>
                    <a:pt x="45" y="123"/>
                    <a:pt x="31" y="138"/>
                    <a:pt x="22" y="155"/>
                  </a:cubicBezTo>
                  <a:cubicBezTo>
                    <a:pt x="14" y="169"/>
                    <a:pt x="13" y="189"/>
                    <a:pt x="0" y="19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397">
              <a:extLst>
                <a:ext uri="{FF2B5EF4-FFF2-40B4-BE49-F238E27FC236}">
                  <a16:creationId xmlns:a16="http://schemas.microsoft.com/office/drawing/2014/main" id="{DBCD91CC-B85E-4821-A417-5A3BB25B5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986"/>
              <a:ext cx="110" cy="305"/>
            </a:xfrm>
            <a:custGeom>
              <a:avLst/>
              <a:gdLst>
                <a:gd name="T0" fmla="*/ 37 w 92"/>
                <a:gd name="T1" fmla="*/ 493 h 240"/>
                <a:gd name="T2" fmla="*/ 75 w 92"/>
                <a:gd name="T3" fmla="*/ 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240">
                  <a:moveTo>
                    <a:pt x="22" y="240"/>
                  </a:moveTo>
                  <a:cubicBezTo>
                    <a:pt x="0" y="154"/>
                    <a:pt x="92" y="82"/>
                    <a:pt x="4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398">
              <a:extLst>
                <a:ext uri="{FF2B5EF4-FFF2-40B4-BE49-F238E27FC236}">
                  <a16:creationId xmlns:a16="http://schemas.microsoft.com/office/drawing/2014/main" id="{4D041E92-4E03-470C-8A2E-BAB4CF9FE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043"/>
              <a:ext cx="155" cy="168"/>
            </a:xfrm>
            <a:custGeom>
              <a:avLst/>
              <a:gdLst>
                <a:gd name="T0" fmla="*/ 221 w 130"/>
                <a:gd name="T1" fmla="*/ 272 h 132"/>
                <a:gd name="T2" fmla="*/ 161 w 130"/>
                <a:gd name="T3" fmla="*/ 186 h 132"/>
                <a:gd name="T4" fmla="*/ 79 w 130"/>
                <a:gd name="T5" fmla="*/ 144 h 132"/>
                <a:gd name="T6" fmla="*/ 2 w 130"/>
                <a:gd name="T7" fmla="*/ 0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32">
                  <a:moveTo>
                    <a:pt x="130" y="132"/>
                  </a:moveTo>
                  <a:cubicBezTo>
                    <a:pt x="119" y="117"/>
                    <a:pt x="112" y="100"/>
                    <a:pt x="95" y="90"/>
                  </a:cubicBezTo>
                  <a:cubicBezTo>
                    <a:pt x="80" y="80"/>
                    <a:pt x="61" y="79"/>
                    <a:pt x="46" y="70"/>
                  </a:cubicBezTo>
                  <a:cubicBezTo>
                    <a:pt x="24" y="58"/>
                    <a:pt x="0" y="22"/>
                    <a:pt x="2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399">
              <a:extLst>
                <a:ext uri="{FF2B5EF4-FFF2-40B4-BE49-F238E27FC236}">
                  <a16:creationId xmlns:a16="http://schemas.microsoft.com/office/drawing/2014/main" id="{FDCB619B-6298-4AA8-B770-9174FBC3E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979"/>
              <a:ext cx="84" cy="170"/>
            </a:xfrm>
            <a:custGeom>
              <a:avLst/>
              <a:gdLst>
                <a:gd name="T0" fmla="*/ 121 w 70"/>
                <a:gd name="T1" fmla="*/ 277 h 133"/>
                <a:gd name="T2" fmla="*/ 31 w 70"/>
                <a:gd name="T3" fmla="*/ 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33">
                  <a:moveTo>
                    <a:pt x="70" y="133"/>
                  </a:moveTo>
                  <a:cubicBezTo>
                    <a:pt x="68" y="94"/>
                    <a:pt x="0" y="37"/>
                    <a:pt x="1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400">
              <a:extLst>
                <a:ext uri="{FF2B5EF4-FFF2-40B4-BE49-F238E27FC236}">
                  <a16:creationId xmlns:a16="http://schemas.microsoft.com/office/drawing/2014/main" id="{2FCB9181-8A22-4F6E-B0AF-C348DB76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979"/>
              <a:ext cx="31" cy="359"/>
            </a:xfrm>
            <a:custGeom>
              <a:avLst/>
              <a:gdLst>
                <a:gd name="T0" fmla="*/ 23 w 26"/>
                <a:gd name="T1" fmla="*/ 582 h 282"/>
                <a:gd name="T2" fmla="*/ 35 w 26"/>
                <a:gd name="T3" fmla="*/ 500 h 282"/>
                <a:gd name="T4" fmla="*/ 27 w 26"/>
                <a:gd name="T5" fmla="*/ 414 h 282"/>
                <a:gd name="T6" fmla="*/ 27 w 26"/>
                <a:gd name="T7" fmla="*/ 214 h 282"/>
                <a:gd name="T8" fmla="*/ 37 w 26"/>
                <a:gd name="T9" fmla="*/ 95 h 282"/>
                <a:gd name="T10" fmla="*/ 0 w 26"/>
                <a:gd name="T11" fmla="*/ 0 h 2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2">
                  <a:moveTo>
                    <a:pt x="13" y="282"/>
                  </a:moveTo>
                  <a:cubicBezTo>
                    <a:pt x="12" y="269"/>
                    <a:pt x="19" y="257"/>
                    <a:pt x="20" y="243"/>
                  </a:cubicBezTo>
                  <a:cubicBezTo>
                    <a:pt x="21" y="228"/>
                    <a:pt x="18" y="215"/>
                    <a:pt x="16" y="200"/>
                  </a:cubicBezTo>
                  <a:cubicBezTo>
                    <a:pt x="10" y="167"/>
                    <a:pt x="8" y="137"/>
                    <a:pt x="16" y="104"/>
                  </a:cubicBezTo>
                  <a:cubicBezTo>
                    <a:pt x="20" y="87"/>
                    <a:pt x="26" y="65"/>
                    <a:pt x="22" y="46"/>
                  </a:cubicBezTo>
                  <a:cubicBezTo>
                    <a:pt x="18" y="30"/>
                    <a:pt x="4" y="1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401">
              <a:extLst>
                <a:ext uri="{FF2B5EF4-FFF2-40B4-BE49-F238E27FC236}">
                  <a16:creationId xmlns:a16="http://schemas.microsoft.com/office/drawing/2014/main" id="{ECCBD0D2-32C7-47E5-89D5-F6E893EB0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1950"/>
              <a:ext cx="150" cy="162"/>
            </a:xfrm>
            <a:custGeom>
              <a:avLst/>
              <a:gdLst>
                <a:gd name="T0" fmla="*/ 213 w 126"/>
                <a:gd name="T1" fmla="*/ 0 h 127"/>
                <a:gd name="T2" fmla="*/ 207 w 126"/>
                <a:gd name="T3" fmla="*/ 13 h 127"/>
                <a:gd name="T4" fmla="*/ 148 w 126"/>
                <a:gd name="T5" fmla="*/ 156 h 127"/>
                <a:gd name="T6" fmla="*/ 88 w 126"/>
                <a:gd name="T7" fmla="*/ 228 h 127"/>
                <a:gd name="T8" fmla="*/ 0 w 126"/>
                <a:gd name="T9" fmla="*/ 264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27">
                  <a:moveTo>
                    <a:pt x="126" y="0"/>
                  </a:moveTo>
                  <a:cubicBezTo>
                    <a:pt x="124" y="1"/>
                    <a:pt x="123" y="2"/>
                    <a:pt x="123" y="6"/>
                  </a:cubicBezTo>
                  <a:cubicBezTo>
                    <a:pt x="99" y="24"/>
                    <a:pt x="97" y="48"/>
                    <a:pt x="87" y="75"/>
                  </a:cubicBezTo>
                  <a:cubicBezTo>
                    <a:pt x="81" y="95"/>
                    <a:pt x="71" y="104"/>
                    <a:pt x="52" y="110"/>
                  </a:cubicBezTo>
                  <a:cubicBezTo>
                    <a:pt x="37" y="114"/>
                    <a:pt x="7" y="111"/>
                    <a:pt x="0" y="12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402">
              <a:extLst>
                <a:ext uri="{FF2B5EF4-FFF2-40B4-BE49-F238E27FC236}">
                  <a16:creationId xmlns:a16="http://schemas.microsoft.com/office/drawing/2014/main" id="{9A29C040-5C48-4A1F-9254-31D43110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029"/>
              <a:ext cx="97" cy="241"/>
            </a:xfrm>
            <a:custGeom>
              <a:avLst/>
              <a:gdLst>
                <a:gd name="T0" fmla="*/ 136 w 82"/>
                <a:gd name="T1" fmla="*/ 391 h 189"/>
                <a:gd name="T2" fmla="*/ 97 w 82"/>
                <a:gd name="T3" fmla="*/ 144 h 189"/>
                <a:gd name="T4" fmla="*/ 1 w 82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89">
                  <a:moveTo>
                    <a:pt x="82" y="189"/>
                  </a:moveTo>
                  <a:cubicBezTo>
                    <a:pt x="54" y="154"/>
                    <a:pt x="78" y="107"/>
                    <a:pt x="58" y="70"/>
                  </a:cubicBezTo>
                  <a:cubicBezTo>
                    <a:pt x="45" y="47"/>
                    <a:pt x="0" y="27"/>
                    <a:pt x="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403">
              <a:extLst>
                <a:ext uri="{FF2B5EF4-FFF2-40B4-BE49-F238E27FC236}">
                  <a16:creationId xmlns:a16="http://schemas.microsoft.com/office/drawing/2014/main" id="{953A200D-672B-4C11-9190-173FDC746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043"/>
              <a:ext cx="152" cy="66"/>
            </a:xfrm>
            <a:custGeom>
              <a:avLst/>
              <a:gdLst>
                <a:gd name="T0" fmla="*/ 215 w 128"/>
                <a:gd name="T1" fmla="*/ 107 h 52"/>
                <a:gd name="T2" fmla="*/ 96 w 128"/>
                <a:gd name="T3" fmla="*/ 58 h 52"/>
                <a:gd name="T4" fmla="*/ 0 w 128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52">
                  <a:moveTo>
                    <a:pt x="128" y="52"/>
                  </a:moveTo>
                  <a:cubicBezTo>
                    <a:pt x="105" y="42"/>
                    <a:pt x="80" y="39"/>
                    <a:pt x="57" y="28"/>
                  </a:cubicBezTo>
                  <a:cubicBezTo>
                    <a:pt x="37" y="18"/>
                    <a:pt x="17" y="14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404">
              <a:extLst>
                <a:ext uri="{FF2B5EF4-FFF2-40B4-BE49-F238E27FC236}">
                  <a16:creationId xmlns:a16="http://schemas.microsoft.com/office/drawing/2014/main" id="{22DA27F9-C4B1-432F-9C57-921E2B112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178"/>
              <a:ext cx="163" cy="213"/>
            </a:xfrm>
            <a:custGeom>
              <a:avLst/>
              <a:gdLst>
                <a:gd name="T0" fmla="*/ 0 w 137"/>
                <a:gd name="T1" fmla="*/ 0 h 167"/>
                <a:gd name="T2" fmla="*/ 112 w 137"/>
                <a:gd name="T3" fmla="*/ 239 h 167"/>
                <a:gd name="T4" fmla="*/ 231 w 137"/>
                <a:gd name="T5" fmla="*/ 34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67">
                  <a:moveTo>
                    <a:pt x="0" y="0"/>
                  </a:moveTo>
                  <a:cubicBezTo>
                    <a:pt x="7" y="50"/>
                    <a:pt x="46" y="72"/>
                    <a:pt x="66" y="115"/>
                  </a:cubicBezTo>
                  <a:cubicBezTo>
                    <a:pt x="83" y="152"/>
                    <a:pt x="101" y="155"/>
                    <a:pt x="137" y="16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405">
              <a:extLst>
                <a:ext uri="{FF2B5EF4-FFF2-40B4-BE49-F238E27FC236}">
                  <a16:creationId xmlns:a16="http://schemas.microsoft.com/office/drawing/2014/main" id="{780630E1-2212-4779-AD0B-3966A1A2C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968"/>
              <a:ext cx="43" cy="112"/>
            </a:xfrm>
            <a:custGeom>
              <a:avLst/>
              <a:gdLst>
                <a:gd name="T0" fmla="*/ 61 w 36"/>
                <a:gd name="T1" fmla="*/ 0 h 88"/>
                <a:gd name="T2" fmla="*/ 12 w 36"/>
                <a:gd name="T3" fmla="*/ 101 h 88"/>
                <a:gd name="T4" fmla="*/ 54 w 36"/>
                <a:gd name="T5" fmla="*/ 177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8">
                  <a:moveTo>
                    <a:pt x="36" y="0"/>
                  </a:moveTo>
                  <a:cubicBezTo>
                    <a:pt x="20" y="10"/>
                    <a:pt x="0" y="27"/>
                    <a:pt x="7" y="49"/>
                  </a:cubicBezTo>
                  <a:cubicBezTo>
                    <a:pt x="9" y="57"/>
                    <a:pt x="29" y="88"/>
                    <a:pt x="32" y="8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406">
              <a:extLst>
                <a:ext uri="{FF2B5EF4-FFF2-40B4-BE49-F238E27FC236}">
                  <a16:creationId xmlns:a16="http://schemas.microsoft.com/office/drawing/2014/main" id="{4AFACA7D-68BB-4F43-AEEB-B827C083E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968"/>
              <a:ext cx="42" cy="116"/>
            </a:xfrm>
            <a:custGeom>
              <a:avLst/>
              <a:gdLst>
                <a:gd name="T0" fmla="*/ 60 w 35"/>
                <a:gd name="T1" fmla="*/ 189 h 91"/>
                <a:gd name="T2" fmla="*/ 0 w 35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1">
                  <a:moveTo>
                    <a:pt x="35" y="91"/>
                  </a:moveTo>
                  <a:cubicBezTo>
                    <a:pt x="2" y="81"/>
                    <a:pt x="35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Freeform 407">
              <a:extLst>
                <a:ext uri="{FF2B5EF4-FFF2-40B4-BE49-F238E27FC236}">
                  <a16:creationId xmlns:a16="http://schemas.microsoft.com/office/drawing/2014/main" id="{D4484C1B-0E96-46ED-AA62-0E515390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68"/>
              <a:ext cx="43" cy="93"/>
            </a:xfrm>
            <a:custGeom>
              <a:avLst/>
              <a:gdLst>
                <a:gd name="T0" fmla="*/ 61 w 36"/>
                <a:gd name="T1" fmla="*/ 0 h 73"/>
                <a:gd name="T2" fmla="*/ 54 w 36"/>
                <a:gd name="T3" fmla="*/ 14 h 73"/>
                <a:gd name="T4" fmla="*/ 29 w 36"/>
                <a:gd name="T5" fmla="*/ 54 h 73"/>
                <a:gd name="T6" fmla="*/ 2 w 36"/>
                <a:gd name="T7" fmla="*/ 99 h 73"/>
                <a:gd name="T8" fmla="*/ 12 w 36"/>
                <a:gd name="T9" fmla="*/ 147 h 73"/>
                <a:gd name="T10" fmla="*/ 16 w 36"/>
                <a:gd name="T11" fmla="*/ 15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3">
                  <a:moveTo>
                    <a:pt x="36" y="0"/>
                  </a:moveTo>
                  <a:cubicBezTo>
                    <a:pt x="34" y="2"/>
                    <a:pt x="33" y="5"/>
                    <a:pt x="32" y="7"/>
                  </a:cubicBezTo>
                  <a:cubicBezTo>
                    <a:pt x="28" y="14"/>
                    <a:pt x="23" y="20"/>
                    <a:pt x="17" y="26"/>
                  </a:cubicBezTo>
                  <a:cubicBezTo>
                    <a:pt x="10" y="32"/>
                    <a:pt x="3" y="39"/>
                    <a:pt x="2" y="48"/>
                  </a:cubicBezTo>
                  <a:cubicBezTo>
                    <a:pt x="0" y="57"/>
                    <a:pt x="4" y="64"/>
                    <a:pt x="7" y="71"/>
                  </a:cubicBezTo>
                  <a:cubicBezTo>
                    <a:pt x="8" y="72"/>
                    <a:pt x="9" y="73"/>
                    <a:pt x="9" y="7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7" name="Freeform 408">
              <a:extLst>
                <a:ext uri="{FF2B5EF4-FFF2-40B4-BE49-F238E27FC236}">
                  <a16:creationId xmlns:a16="http://schemas.microsoft.com/office/drawing/2014/main" id="{4786BA8C-510E-439A-88A1-61615FAEB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979"/>
              <a:ext cx="7" cy="69"/>
            </a:xfrm>
            <a:custGeom>
              <a:avLst/>
              <a:gdLst>
                <a:gd name="T0" fmla="*/ 2 w 6"/>
                <a:gd name="T1" fmla="*/ 112 h 54"/>
                <a:gd name="T2" fmla="*/ 7 w 6"/>
                <a:gd name="T3" fmla="*/ 40 h 54"/>
                <a:gd name="T4" fmla="*/ 0 w 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4">
                  <a:moveTo>
                    <a:pt x="2" y="54"/>
                  </a:moveTo>
                  <a:cubicBezTo>
                    <a:pt x="5" y="43"/>
                    <a:pt x="6" y="32"/>
                    <a:pt x="4" y="19"/>
                  </a:cubicBezTo>
                  <a:cubicBezTo>
                    <a:pt x="3" y="13"/>
                    <a:pt x="1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8" name="Freeform 409">
              <a:extLst>
                <a:ext uri="{FF2B5EF4-FFF2-40B4-BE49-F238E27FC236}">
                  <a16:creationId xmlns:a16="http://schemas.microsoft.com/office/drawing/2014/main" id="{25CCAE10-FA0C-42F3-AC30-0F674D96F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979"/>
              <a:ext cx="14" cy="88"/>
            </a:xfrm>
            <a:custGeom>
              <a:avLst/>
              <a:gdLst>
                <a:gd name="T0" fmla="*/ 19 w 12"/>
                <a:gd name="T1" fmla="*/ 0 h 69"/>
                <a:gd name="T2" fmla="*/ 0 w 12"/>
                <a:gd name="T3" fmla="*/ 84 h 69"/>
                <a:gd name="T4" fmla="*/ 11 w 12"/>
                <a:gd name="T5" fmla="*/ 14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9">
                  <a:moveTo>
                    <a:pt x="12" y="0"/>
                  </a:moveTo>
                  <a:cubicBezTo>
                    <a:pt x="7" y="14"/>
                    <a:pt x="0" y="26"/>
                    <a:pt x="0" y="41"/>
                  </a:cubicBezTo>
                  <a:cubicBezTo>
                    <a:pt x="1" y="51"/>
                    <a:pt x="4" y="60"/>
                    <a:pt x="7" y="6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9" name="Freeform 410">
              <a:extLst>
                <a:ext uri="{FF2B5EF4-FFF2-40B4-BE49-F238E27FC236}">
                  <a16:creationId xmlns:a16="http://schemas.microsoft.com/office/drawing/2014/main" id="{499C6012-B483-435B-BA4F-899ECF240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986"/>
              <a:ext cx="37" cy="93"/>
            </a:xfrm>
            <a:custGeom>
              <a:avLst/>
              <a:gdLst>
                <a:gd name="T0" fmla="*/ 53 w 31"/>
                <a:gd name="T1" fmla="*/ 0 h 73"/>
                <a:gd name="T2" fmla="*/ 25 w 31"/>
                <a:gd name="T3" fmla="*/ 47 h 73"/>
                <a:gd name="T4" fmla="*/ 6 w 31"/>
                <a:gd name="T5" fmla="*/ 93 h 73"/>
                <a:gd name="T6" fmla="*/ 12 w 31"/>
                <a:gd name="T7" fmla="*/ 15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3">
                  <a:moveTo>
                    <a:pt x="31" y="0"/>
                  </a:moveTo>
                  <a:cubicBezTo>
                    <a:pt x="25" y="7"/>
                    <a:pt x="20" y="15"/>
                    <a:pt x="15" y="23"/>
                  </a:cubicBezTo>
                  <a:cubicBezTo>
                    <a:pt x="10" y="29"/>
                    <a:pt x="5" y="37"/>
                    <a:pt x="3" y="45"/>
                  </a:cubicBezTo>
                  <a:cubicBezTo>
                    <a:pt x="1" y="52"/>
                    <a:pt x="0" y="69"/>
                    <a:pt x="7" y="7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0" name="Freeform 411">
              <a:extLst>
                <a:ext uri="{FF2B5EF4-FFF2-40B4-BE49-F238E27FC236}">
                  <a16:creationId xmlns:a16="http://schemas.microsoft.com/office/drawing/2014/main" id="{C0F39576-718F-4326-B30C-2C3666422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998"/>
              <a:ext cx="5" cy="44"/>
            </a:xfrm>
            <a:custGeom>
              <a:avLst/>
              <a:gdLst>
                <a:gd name="T0" fmla="*/ 1 w 4"/>
                <a:gd name="T1" fmla="*/ 1 h 34"/>
                <a:gd name="T2" fmla="*/ 0 w 4"/>
                <a:gd name="T3" fmla="*/ 0 h 34"/>
                <a:gd name="T4" fmla="*/ 6 w 4"/>
                <a:gd name="T5" fmla="*/ 50 h 34"/>
                <a:gd name="T6" fmla="*/ 1 w 4"/>
                <a:gd name="T7" fmla="*/ 7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4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3" y="7"/>
                    <a:pt x="4" y="16"/>
                    <a:pt x="3" y="23"/>
                  </a:cubicBezTo>
                  <a:cubicBezTo>
                    <a:pt x="2" y="27"/>
                    <a:pt x="0" y="30"/>
                    <a:pt x="1" y="3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1" name="Freeform 412">
              <a:extLst>
                <a:ext uri="{FF2B5EF4-FFF2-40B4-BE49-F238E27FC236}">
                  <a16:creationId xmlns:a16="http://schemas.microsoft.com/office/drawing/2014/main" id="{6EC915AE-1914-4958-A1E5-71ADAEAE4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960"/>
              <a:ext cx="33" cy="62"/>
            </a:xfrm>
            <a:custGeom>
              <a:avLst/>
              <a:gdLst>
                <a:gd name="T0" fmla="*/ 46 w 28"/>
                <a:gd name="T1" fmla="*/ 0 h 49"/>
                <a:gd name="T2" fmla="*/ 21 w 28"/>
                <a:gd name="T3" fmla="*/ 35 h 49"/>
                <a:gd name="T4" fmla="*/ 6 w 28"/>
                <a:gd name="T5" fmla="*/ 61 h 49"/>
                <a:gd name="T6" fmla="*/ 0 w 28"/>
                <a:gd name="T7" fmla="*/ 9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9">
                  <a:moveTo>
                    <a:pt x="28" y="0"/>
                  </a:moveTo>
                  <a:cubicBezTo>
                    <a:pt x="24" y="8"/>
                    <a:pt x="20" y="11"/>
                    <a:pt x="13" y="17"/>
                  </a:cubicBezTo>
                  <a:cubicBezTo>
                    <a:pt x="8" y="20"/>
                    <a:pt x="6" y="25"/>
                    <a:pt x="3" y="30"/>
                  </a:cubicBezTo>
                  <a:cubicBezTo>
                    <a:pt x="1" y="36"/>
                    <a:pt x="0" y="42"/>
                    <a:pt x="0" y="4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Freeform 413">
              <a:extLst>
                <a:ext uri="{FF2B5EF4-FFF2-40B4-BE49-F238E27FC236}">
                  <a16:creationId xmlns:a16="http://schemas.microsoft.com/office/drawing/2014/main" id="{608C0D36-E30D-4982-9776-B6F8A3CC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972"/>
              <a:ext cx="33" cy="73"/>
            </a:xfrm>
            <a:custGeom>
              <a:avLst/>
              <a:gdLst>
                <a:gd name="T0" fmla="*/ 46 w 28"/>
                <a:gd name="T1" fmla="*/ 116 h 58"/>
                <a:gd name="T2" fmla="*/ 33 w 28"/>
                <a:gd name="T3" fmla="*/ 78 h 58"/>
                <a:gd name="T4" fmla="*/ 8 w 28"/>
                <a:gd name="T5" fmla="*/ 42 h 58"/>
                <a:gd name="T6" fmla="*/ 0 w 28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8">
                  <a:moveTo>
                    <a:pt x="28" y="58"/>
                  </a:moveTo>
                  <a:cubicBezTo>
                    <a:pt x="26" y="51"/>
                    <a:pt x="24" y="45"/>
                    <a:pt x="20" y="39"/>
                  </a:cubicBezTo>
                  <a:cubicBezTo>
                    <a:pt x="16" y="32"/>
                    <a:pt x="9" y="28"/>
                    <a:pt x="5" y="21"/>
                  </a:cubicBezTo>
                  <a:cubicBezTo>
                    <a:pt x="2" y="15"/>
                    <a:pt x="2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3" name="Freeform 414">
              <a:extLst>
                <a:ext uri="{FF2B5EF4-FFF2-40B4-BE49-F238E27FC236}">
                  <a16:creationId xmlns:a16="http://schemas.microsoft.com/office/drawing/2014/main" id="{ABD7DA43-B713-4D9F-8489-4E6031E6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991"/>
              <a:ext cx="57" cy="71"/>
            </a:xfrm>
            <a:custGeom>
              <a:avLst/>
              <a:gdLst>
                <a:gd name="T0" fmla="*/ 0 w 47"/>
                <a:gd name="T1" fmla="*/ 0 h 56"/>
                <a:gd name="T2" fmla="*/ 62 w 47"/>
                <a:gd name="T3" fmla="*/ 77 h 56"/>
                <a:gd name="T4" fmla="*/ 81 w 47"/>
                <a:gd name="T5" fmla="*/ 11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6">
                  <a:moveTo>
                    <a:pt x="0" y="0"/>
                  </a:moveTo>
                  <a:cubicBezTo>
                    <a:pt x="2" y="17"/>
                    <a:pt x="23" y="27"/>
                    <a:pt x="35" y="38"/>
                  </a:cubicBezTo>
                  <a:cubicBezTo>
                    <a:pt x="37" y="40"/>
                    <a:pt x="47" y="56"/>
                    <a:pt x="45" y="5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4" name="Freeform 415">
              <a:extLst>
                <a:ext uri="{FF2B5EF4-FFF2-40B4-BE49-F238E27FC236}">
                  <a16:creationId xmlns:a16="http://schemas.microsoft.com/office/drawing/2014/main" id="{E047E029-3E99-4E61-B374-DD3EB189F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947"/>
              <a:ext cx="9" cy="28"/>
            </a:xfrm>
            <a:custGeom>
              <a:avLst/>
              <a:gdLst>
                <a:gd name="T0" fmla="*/ 0 w 7"/>
                <a:gd name="T1" fmla="*/ 0 h 22"/>
                <a:gd name="T2" fmla="*/ 6 w 7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3" y="4"/>
                    <a:pt x="7" y="20"/>
                    <a:pt x="3" y="2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416">
              <a:extLst>
                <a:ext uri="{FF2B5EF4-FFF2-40B4-BE49-F238E27FC236}">
                  <a16:creationId xmlns:a16="http://schemas.microsoft.com/office/drawing/2014/main" id="{417C9E53-1DF3-4195-B635-BBA46F0A9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56"/>
              <a:ext cx="6" cy="24"/>
            </a:xfrm>
            <a:custGeom>
              <a:avLst/>
              <a:gdLst>
                <a:gd name="T0" fmla="*/ 2 w 5"/>
                <a:gd name="T1" fmla="*/ 0 h 19"/>
                <a:gd name="T2" fmla="*/ 8 w 5"/>
                <a:gd name="T3" fmla="*/ 3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2" y="0"/>
                  </a:moveTo>
                  <a:cubicBezTo>
                    <a:pt x="0" y="5"/>
                    <a:pt x="3" y="14"/>
                    <a:pt x="5" y="1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417">
              <a:extLst>
                <a:ext uri="{FF2B5EF4-FFF2-40B4-BE49-F238E27FC236}">
                  <a16:creationId xmlns:a16="http://schemas.microsoft.com/office/drawing/2014/main" id="{2CF60718-087B-4AA1-8747-DB7253C5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969"/>
              <a:ext cx="6" cy="37"/>
            </a:xfrm>
            <a:custGeom>
              <a:avLst/>
              <a:gdLst>
                <a:gd name="T0" fmla="*/ 8 w 5"/>
                <a:gd name="T1" fmla="*/ 0 h 29"/>
                <a:gd name="T2" fmla="*/ 0 w 5"/>
                <a:gd name="T3" fmla="*/ 40 h 29"/>
                <a:gd name="T4" fmla="*/ 1 w 5"/>
                <a:gd name="T5" fmla="*/ 6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1" y="5"/>
                    <a:pt x="0" y="13"/>
                    <a:pt x="0" y="19"/>
                  </a:cubicBezTo>
                  <a:cubicBezTo>
                    <a:pt x="0" y="22"/>
                    <a:pt x="1" y="28"/>
                    <a:pt x="1" y="2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418">
              <a:extLst>
                <a:ext uri="{FF2B5EF4-FFF2-40B4-BE49-F238E27FC236}">
                  <a16:creationId xmlns:a16="http://schemas.microsoft.com/office/drawing/2014/main" id="{B728E6EA-8020-4901-A9EC-6E7B7BBEB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59"/>
              <a:ext cx="16" cy="18"/>
            </a:xfrm>
            <a:custGeom>
              <a:avLst/>
              <a:gdLst>
                <a:gd name="T0" fmla="*/ 1 w 13"/>
                <a:gd name="T1" fmla="*/ 0 h 14"/>
                <a:gd name="T2" fmla="*/ 25 w 13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" y="0"/>
                  </a:moveTo>
                  <a:cubicBezTo>
                    <a:pt x="0" y="2"/>
                    <a:pt x="11" y="12"/>
                    <a:pt x="13" y="1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Freeform 419">
              <a:extLst>
                <a:ext uri="{FF2B5EF4-FFF2-40B4-BE49-F238E27FC236}">
                  <a16:creationId xmlns:a16="http://schemas.microsoft.com/office/drawing/2014/main" id="{7AB6DB44-915D-4752-9FBA-BC7EDB93F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930"/>
              <a:ext cx="14" cy="52"/>
            </a:xfrm>
            <a:custGeom>
              <a:avLst/>
              <a:gdLst>
                <a:gd name="T0" fmla="*/ 0 w 12"/>
                <a:gd name="T1" fmla="*/ 0 h 41"/>
                <a:gd name="T2" fmla="*/ 16 w 12"/>
                <a:gd name="T3" fmla="*/ 58 h 41"/>
                <a:gd name="T4" fmla="*/ 19 w 12"/>
                <a:gd name="T5" fmla="*/ 74 h 41"/>
                <a:gd name="T6" fmla="*/ 19 w 12"/>
                <a:gd name="T7" fmla="*/ 7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1">
                  <a:moveTo>
                    <a:pt x="0" y="0"/>
                  </a:moveTo>
                  <a:cubicBezTo>
                    <a:pt x="0" y="10"/>
                    <a:pt x="7" y="19"/>
                    <a:pt x="10" y="28"/>
                  </a:cubicBezTo>
                  <a:cubicBezTo>
                    <a:pt x="11" y="31"/>
                    <a:pt x="11" y="33"/>
                    <a:pt x="12" y="36"/>
                  </a:cubicBezTo>
                  <a:cubicBezTo>
                    <a:pt x="12" y="37"/>
                    <a:pt x="12" y="41"/>
                    <a:pt x="12" y="3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9" name="Freeform 420">
              <a:extLst>
                <a:ext uri="{FF2B5EF4-FFF2-40B4-BE49-F238E27FC236}">
                  <a16:creationId xmlns:a16="http://schemas.microsoft.com/office/drawing/2014/main" id="{D0956F7D-8E87-4DF6-9109-CB194F3ED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950"/>
              <a:ext cx="44" cy="29"/>
            </a:xfrm>
            <a:custGeom>
              <a:avLst/>
              <a:gdLst>
                <a:gd name="T0" fmla="*/ 0 w 37"/>
                <a:gd name="T1" fmla="*/ 0 h 23"/>
                <a:gd name="T2" fmla="*/ 62 w 37"/>
                <a:gd name="T3" fmla="*/ 47 h 23"/>
                <a:gd name="T4" fmla="*/ 62 w 37"/>
                <a:gd name="T5" fmla="*/ 4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0"/>
                  </a:moveTo>
                  <a:cubicBezTo>
                    <a:pt x="4" y="14"/>
                    <a:pt x="28" y="13"/>
                    <a:pt x="37" y="23"/>
                  </a:cubicBezTo>
                  <a:cubicBezTo>
                    <a:pt x="37" y="23"/>
                    <a:pt x="37" y="22"/>
                    <a:pt x="37" y="2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Freeform 421">
              <a:extLst>
                <a:ext uri="{FF2B5EF4-FFF2-40B4-BE49-F238E27FC236}">
                  <a16:creationId xmlns:a16="http://schemas.microsoft.com/office/drawing/2014/main" id="{308EACA0-F1E7-402F-A3D0-5354CE752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915"/>
              <a:ext cx="10" cy="35"/>
            </a:xfrm>
            <a:custGeom>
              <a:avLst/>
              <a:gdLst>
                <a:gd name="T0" fmla="*/ 1 w 9"/>
                <a:gd name="T1" fmla="*/ 5 h 27"/>
                <a:gd name="T2" fmla="*/ 0 w 9"/>
                <a:gd name="T3" fmla="*/ 1 h 27"/>
                <a:gd name="T4" fmla="*/ 12 w 9"/>
                <a:gd name="T5" fmla="*/ 57 h 27"/>
                <a:gd name="T6" fmla="*/ 11 w 9"/>
                <a:gd name="T7" fmla="*/ 5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1" y="2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7" y="9"/>
                    <a:pt x="5" y="18"/>
                    <a:pt x="9" y="26"/>
                  </a:cubicBezTo>
                  <a:cubicBezTo>
                    <a:pt x="8" y="27"/>
                    <a:pt x="8" y="26"/>
                    <a:pt x="8" y="2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1" name="Freeform 422">
              <a:extLst>
                <a:ext uri="{FF2B5EF4-FFF2-40B4-BE49-F238E27FC236}">
                  <a16:creationId xmlns:a16="http://schemas.microsoft.com/office/drawing/2014/main" id="{1F20B9D7-DDD6-4D31-B107-AC15BE57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924"/>
              <a:ext cx="12" cy="39"/>
            </a:xfrm>
            <a:custGeom>
              <a:avLst/>
              <a:gdLst>
                <a:gd name="T0" fmla="*/ 0 w 10"/>
                <a:gd name="T1" fmla="*/ 0 h 30"/>
                <a:gd name="T2" fmla="*/ 2 w 10"/>
                <a:gd name="T3" fmla="*/ 6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10" y="1"/>
                    <a:pt x="3" y="25"/>
                    <a:pt x="2" y="3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423">
              <a:extLst>
                <a:ext uri="{FF2B5EF4-FFF2-40B4-BE49-F238E27FC236}">
                  <a16:creationId xmlns:a16="http://schemas.microsoft.com/office/drawing/2014/main" id="{26F4B867-35AB-4315-8DA1-CCD4C72CA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922"/>
              <a:ext cx="7" cy="36"/>
            </a:xfrm>
            <a:custGeom>
              <a:avLst/>
              <a:gdLst>
                <a:gd name="T0" fmla="*/ 0 w 6"/>
                <a:gd name="T1" fmla="*/ 0 h 28"/>
                <a:gd name="T2" fmla="*/ 9 w 6"/>
                <a:gd name="T3" fmla="*/ 36 h 28"/>
                <a:gd name="T4" fmla="*/ 6 w 6"/>
                <a:gd name="T5" fmla="*/ 5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8">
                  <a:moveTo>
                    <a:pt x="0" y="0"/>
                  </a:moveTo>
                  <a:cubicBezTo>
                    <a:pt x="3" y="5"/>
                    <a:pt x="6" y="11"/>
                    <a:pt x="6" y="17"/>
                  </a:cubicBezTo>
                  <a:cubicBezTo>
                    <a:pt x="6" y="21"/>
                    <a:pt x="3" y="26"/>
                    <a:pt x="3" y="2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424">
              <a:extLst>
                <a:ext uri="{FF2B5EF4-FFF2-40B4-BE49-F238E27FC236}">
                  <a16:creationId xmlns:a16="http://schemas.microsoft.com/office/drawing/2014/main" id="{83C484C1-39AD-4816-A5B0-C71C2CEF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922"/>
              <a:ext cx="10" cy="25"/>
            </a:xfrm>
            <a:custGeom>
              <a:avLst/>
              <a:gdLst>
                <a:gd name="T0" fmla="*/ 1 w 8"/>
                <a:gd name="T1" fmla="*/ 39 h 20"/>
                <a:gd name="T2" fmla="*/ 16 w 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1" y="20"/>
                  </a:moveTo>
                  <a:cubicBezTo>
                    <a:pt x="0" y="13"/>
                    <a:pt x="8" y="8"/>
                    <a:pt x="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425">
              <a:extLst>
                <a:ext uri="{FF2B5EF4-FFF2-40B4-BE49-F238E27FC236}">
                  <a16:creationId xmlns:a16="http://schemas.microsoft.com/office/drawing/2014/main" id="{5775A340-69E8-4B60-96C3-5A1107B87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917"/>
              <a:ext cx="12" cy="32"/>
            </a:xfrm>
            <a:custGeom>
              <a:avLst/>
              <a:gdLst>
                <a:gd name="T0" fmla="*/ 2 w 10"/>
                <a:gd name="T1" fmla="*/ 52 h 25"/>
                <a:gd name="T2" fmla="*/ 0 w 1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2" y="25"/>
                  </a:moveTo>
                  <a:cubicBezTo>
                    <a:pt x="10" y="16"/>
                    <a:pt x="6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426">
              <a:extLst>
                <a:ext uri="{FF2B5EF4-FFF2-40B4-BE49-F238E27FC236}">
                  <a16:creationId xmlns:a16="http://schemas.microsoft.com/office/drawing/2014/main" id="{BEA4751D-9465-4E92-9226-D7F89654F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340"/>
              <a:ext cx="419" cy="489"/>
            </a:xfrm>
            <a:custGeom>
              <a:avLst/>
              <a:gdLst>
                <a:gd name="T0" fmla="*/ 594 w 351"/>
                <a:gd name="T1" fmla="*/ 793 h 384"/>
                <a:gd name="T2" fmla="*/ 568 w 351"/>
                <a:gd name="T3" fmla="*/ 694 h 384"/>
                <a:gd name="T4" fmla="*/ 522 w 351"/>
                <a:gd name="T5" fmla="*/ 569 h 384"/>
                <a:gd name="T6" fmla="*/ 396 w 351"/>
                <a:gd name="T7" fmla="*/ 474 h 384"/>
                <a:gd name="T8" fmla="*/ 172 w 351"/>
                <a:gd name="T9" fmla="*/ 229 h 384"/>
                <a:gd name="T10" fmla="*/ 0 w 351"/>
                <a:gd name="T11" fmla="*/ 41 h 3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1" h="384">
                  <a:moveTo>
                    <a:pt x="349" y="384"/>
                  </a:moveTo>
                  <a:cubicBezTo>
                    <a:pt x="351" y="370"/>
                    <a:pt x="338" y="350"/>
                    <a:pt x="334" y="336"/>
                  </a:cubicBezTo>
                  <a:cubicBezTo>
                    <a:pt x="328" y="315"/>
                    <a:pt x="321" y="294"/>
                    <a:pt x="307" y="276"/>
                  </a:cubicBezTo>
                  <a:cubicBezTo>
                    <a:pt x="288" y="252"/>
                    <a:pt x="260" y="241"/>
                    <a:pt x="233" y="229"/>
                  </a:cubicBezTo>
                  <a:cubicBezTo>
                    <a:pt x="177" y="203"/>
                    <a:pt x="134" y="163"/>
                    <a:pt x="101" y="111"/>
                  </a:cubicBezTo>
                  <a:cubicBezTo>
                    <a:pt x="78" y="76"/>
                    <a:pt x="54" y="0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427">
              <a:extLst>
                <a:ext uri="{FF2B5EF4-FFF2-40B4-BE49-F238E27FC236}">
                  <a16:creationId xmlns:a16="http://schemas.microsoft.com/office/drawing/2014/main" id="{D7735F0A-70CB-4C1F-9882-CFD0B4C28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737"/>
              <a:ext cx="433" cy="116"/>
            </a:xfrm>
            <a:custGeom>
              <a:avLst/>
              <a:gdLst>
                <a:gd name="T0" fmla="*/ 616 w 363"/>
                <a:gd name="T1" fmla="*/ 189 h 91"/>
                <a:gd name="T2" fmla="*/ 553 w 363"/>
                <a:gd name="T3" fmla="*/ 148 h 91"/>
                <a:gd name="T4" fmla="*/ 423 w 363"/>
                <a:gd name="T5" fmla="*/ 141 h 91"/>
                <a:gd name="T6" fmla="*/ 165 w 363"/>
                <a:gd name="T7" fmla="*/ 61 h 91"/>
                <a:gd name="T8" fmla="*/ 58 w 363"/>
                <a:gd name="T9" fmla="*/ 18 h 91"/>
                <a:gd name="T10" fmla="*/ 0 w 363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3" h="91">
                  <a:moveTo>
                    <a:pt x="363" y="91"/>
                  </a:moveTo>
                  <a:cubicBezTo>
                    <a:pt x="352" y="89"/>
                    <a:pt x="339" y="74"/>
                    <a:pt x="326" y="71"/>
                  </a:cubicBezTo>
                  <a:cubicBezTo>
                    <a:pt x="302" y="65"/>
                    <a:pt x="275" y="68"/>
                    <a:pt x="250" y="68"/>
                  </a:cubicBezTo>
                  <a:cubicBezTo>
                    <a:pt x="196" y="68"/>
                    <a:pt x="141" y="64"/>
                    <a:pt x="97" y="30"/>
                  </a:cubicBezTo>
                  <a:cubicBezTo>
                    <a:pt x="75" y="13"/>
                    <a:pt x="61" y="8"/>
                    <a:pt x="34" y="9"/>
                  </a:cubicBezTo>
                  <a:cubicBezTo>
                    <a:pt x="24" y="9"/>
                    <a:pt x="5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428">
              <a:extLst>
                <a:ext uri="{FF2B5EF4-FFF2-40B4-BE49-F238E27FC236}">
                  <a16:creationId xmlns:a16="http://schemas.microsoft.com/office/drawing/2014/main" id="{E47F0ACD-5AA6-41ED-9337-0957E010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401"/>
              <a:ext cx="202" cy="359"/>
            </a:xfrm>
            <a:custGeom>
              <a:avLst/>
              <a:gdLst>
                <a:gd name="T0" fmla="*/ 288 w 169"/>
                <a:gd name="T1" fmla="*/ 582 h 282"/>
                <a:gd name="T2" fmla="*/ 228 w 169"/>
                <a:gd name="T3" fmla="*/ 461 h 282"/>
                <a:gd name="T4" fmla="*/ 151 w 169"/>
                <a:gd name="T5" fmla="*/ 364 h 282"/>
                <a:gd name="T6" fmla="*/ 31 w 169"/>
                <a:gd name="T7" fmla="*/ 218 h 282"/>
                <a:gd name="T8" fmla="*/ 0 w 169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282">
                  <a:moveTo>
                    <a:pt x="169" y="282"/>
                  </a:moveTo>
                  <a:cubicBezTo>
                    <a:pt x="153" y="266"/>
                    <a:pt x="149" y="240"/>
                    <a:pt x="134" y="223"/>
                  </a:cubicBezTo>
                  <a:cubicBezTo>
                    <a:pt x="120" y="206"/>
                    <a:pt x="103" y="193"/>
                    <a:pt x="88" y="177"/>
                  </a:cubicBezTo>
                  <a:cubicBezTo>
                    <a:pt x="63" y="151"/>
                    <a:pt x="25" y="144"/>
                    <a:pt x="18" y="105"/>
                  </a:cubicBezTo>
                  <a:cubicBezTo>
                    <a:pt x="12" y="72"/>
                    <a:pt x="22" y="2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429">
              <a:extLst>
                <a:ext uri="{FF2B5EF4-FFF2-40B4-BE49-F238E27FC236}">
                  <a16:creationId xmlns:a16="http://schemas.microsoft.com/office/drawing/2014/main" id="{5CFDD590-DB4D-4DBC-913C-0987FE0D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563"/>
              <a:ext cx="402" cy="114"/>
            </a:xfrm>
            <a:custGeom>
              <a:avLst/>
              <a:gdLst>
                <a:gd name="T0" fmla="*/ 0 w 336"/>
                <a:gd name="T1" fmla="*/ 0 h 90"/>
                <a:gd name="T2" fmla="*/ 73 w 336"/>
                <a:gd name="T3" fmla="*/ 54 h 90"/>
                <a:gd name="T4" fmla="*/ 214 w 336"/>
                <a:gd name="T5" fmla="*/ 117 h 90"/>
                <a:gd name="T6" fmla="*/ 321 w 336"/>
                <a:gd name="T7" fmla="*/ 134 h 90"/>
                <a:gd name="T8" fmla="*/ 413 w 336"/>
                <a:gd name="T9" fmla="*/ 165 h 90"/>
                <a:gd name="T10" fmla="*/ 575 w 336"/>
                <a:gd name="T11" fmla="*/ 18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6" h="90">
                  <a:moveTo>
                    <a:pt x="0" y="0"/>
                  </a:moveTo>
                  <a:cubicBezTo>
                    <a:pt x="5" y="16"/>
                    <a:pt x="29" y="21"/>
                    <a:pt x="43" y="27"/>
                  </a:cubicBezTo>
                  <a:cubicBezTo>
                    <a:pt x="70" y="40"/>
                    <a:pt x="96" y="50"/>
                    <a:pt x="125" y="58"/>
                  </a:cubicBezTo>
                  <a:cubicBezTo>
                    <a:pt x="146" y="64"/>
                    <a:pt x="166" y="64"/>
                    <a:pt x="187" y="66"/>
                  </a:cubicBezTo>
                  <a:cubicBezTo>
                    <a:pt x="207" y="68"/>
                    <a:pt x="223" y="76"/>
                    <a:pt x="241" y="81"/>
                  </a:cubicBezTo>
                  <a:cubicBezTo>
                    <a:pt x="264" y="86"/>
                    <a:pt x="323" y="73"/>
                    <a:pt x="336" y="9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430">
              <a:extLst>
                <a:ext uri="{FF2B5EF4-FFF2-40B4-BE49-F238E27FC236}">
                  <a16:creationId xmlns:a16="http://schemas.microsoft.com/office/drawing/2014/main" id="{F810B812-4AF6-4BF2-BD73-B516839B5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606"/>
              <a:ext cx="376" cy="219"/>
            </a:xfrm>
            <a:custGeom>
              <a:avLst/>
              <a:gdLst>
                <a:gd name="T0" fmla="*/ 536 w 315"/>
                <a:gd name="T1" fmla="*/ 354 h 172"/>
                <a:gd name="T2" fmla="*/ 455 w 315"/>
                <a:gd name="T3" fmla="*/ 337 h 172"/>
                <a:gd name="T4" fmla="*/ 278 w 315"/>
                <a:gd name="T5" fmla="*/ 172 h 172"/>
                <a:gd name="T6" fmla="*/ 73 w 315"/>
                <a:gd name="T7" fmla="*/ 83 h 172"/>
                <a:gd name="T8" fmla="*/ 0 w 315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172">
                  <a:moveTo>
                    <a:pt x="315" y="171"/>
                  </a:moveTo>
                  <a:cubicBezTo>
                    <a:pt x="300" y="172"/>
                    <a:pt x="282" y="169"/>
                    <a:pt x="267" y="163"/>
                  </a:cubicBezTo>
                  <a:cubicBezTo>
                    <a:pt x="225" y="144"/>
                    <a:pt x="202" y="105"/>
                    <a:pt x="163" y="83"/>
                  </a:cubicBezTo>
                  <a:cubicBezTo>
                    <a:pt x="125" y="62"/>
                    <a:pt x="78" y="64"/>
                    <a:pt x="43" y="40"/>
                  </a:cubicBezTo>
                  <a:cubicBezTo>
                    <a:pt x="27" y="29"/>
                    <a:pt x="17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431">
              <a:extLst>
                <a:ext uri="{FF2B5EF4-FFF2-40B4-BE49-F238E27FC236}">
                  <a16:creationId xmlns:a16="http://schemas.microsoft.com/office/drawing/2014/main" id="{23FFCBE1-929B-47D4-BF9B-6E0A02311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823"/>
              <a:ext cx="97" cy="63"/>
            </a:xfrm>
            <a:custGeom>
              <a:avLst/>
              <a:gdLst>
                <a:gd name="T0" fmla="*/ 139 w 81"/>
                <a:gd name="T1" fmla="*/ 0 h 50"/>
                <a:gd name="T2" fmla="*/ 59 w 81"/>
                <a:gd name="T3" fmla="*/ 50 h 50"/>
                <a:gd name="T4" fmla="*/ 0 w 81"/>
                <a:gd name="T5" fmla="*/ 10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50">
                  <a:moveTo>
                    <a:pt x="81" y="0"/>
                  </a:moveTo>
                  <a:cubicBezTo>
                    <a:pt x="57" y="0"/>
                    <a:pt x="50" y="8"/>
                    <a:pt x="34" y="25"/>
                  </a:cubicBezTo>
                  <a:cubicBezTo>
                    <a:pt x="22" y="38"/>
                    <a:pt x="16" y="46"/>
                    <a:pt x="0" y="5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432">
              <a:extLst>
                <a:ext uri="{FF2B5EF4-FFF2-40B4-BE49-F238E27FC236}">
                  <a16:creationId xmlns:a16="http://schemas.microsoft.com/office/drawing/2014/main" id="{640C964E-3237-405B-8F1D-B8E7D354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481"/>
              <a:ext cx="31" cy="126"/>
            </a:xfrm>
            <a:custGeom>
              <a:avLst/>
              <a:gdLst>
                <a:gd name="T0" fmla="*/ 44 w 26"/>
                <a:gd name="T1" fmla="*/ 204 h 99"/>
                <a:gd name="T2" fmla="*/ 37 w 26"/>
                <a:gd name="T3" fmla="*/ 0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9">
                  <a:moveTo>
                    <a:pt x="26" y="99"/>
                  </a:moveTo>
                  <a:cubicBezTo>
                    <a:pt x="0" y="68"/>
                    <a:pt x="22" y="36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433">
              <a:extLst>
                <a:ext uri="{FF2B5EF4-FFF2-40B4-BE49-F238E27FC236}">
                  <a16:creationId xmlns:a16="http://schemas.microsoft.com/office/drawing/2014/main" id="{DAFAED3E-54D2-451F-BB73-5160E222D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333"/>
              <a:ext cx="75" cy="191"/>
            </a:xfrm>
            <a:custGeom>
              <a:avLst/>
              <a:gdLst>
                <a:gd name="T0" fmla="*/ 61 w 63"/>
                <a:gd name="T1" fmla="*/ 309 h 150"/>
                <a:gd name="T2" fmla="*/ 43 w 63"/>
                <a:gd name="T3" fmla="*/ 0 h 150"/>
                <a:gd name="T4" fmla="*/ 44 w 63"/>
                <a:gd name="T5" fmla="*/ 5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50">
                  <a:moveTo>
                    <a:pt x="36" y="150"/>
                  </a:moveTo>
                  <a:cubicBezTo>
                    <a:pt x="0" y="104"/>
                    <a:pt x="63" y="42"/>
                    <a:pt x="25" y="0"/>
                  </a:cubicBezTo>
                  <a:cubicBezTo>
                    <a:pt x="23" y="1"/>
                    <a:pt x="26" y="1"/>
                    <a:pt x="26" y="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434">
              <a:extLst>
                <a:ext uri="{FF2B5EF4-FFF2-40B4-BE49-F238E27FC236}">
                  <a16:creationId xmlns:a16="http://schemas.microsoft.com/office/drawing/2014/main" id="{DEC143A4-7603-4053-BE06-67EFC5EF3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521"/>
              <a:ext cx="230" cy="44"/>
            </a:xfrm>
            <a:custGeom>
              <a:avLst/>
              <a:gdLst>
                <a:gd name="T0" fmla="*/ 331 w 192"/>
                <a:gd name="T1" fmla="*/ 68 h 35"/>
                <a:gd name="T2" fmla="*/ 240 w 192"/>
                <a:gd name="T3" fmla="*/ 57 h 35"/>
                <a:gd name="T4" fmla="*/ 129 w 192"/>
                <a:gd name="T5" fmla="*/ 31 h 35"/>
                <a:gd name="T6" fmla="*/ 53 w 192"/>
                <a:gd name="T7" fmla="*/ 6 h 35"/>
                <a:gd name="T8" fmla="*/ 0 w 192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35">
                  <a:moveTo>
                    <a:pt x="192" y="34"/>
                  </a:moveTo>
                  <a:cubicBezTo>
                    <a:pt x="175" y="35"/>
                    <a:pt x="157" y="28"/>
                    <a:pt x="139" y="29"/>
                  </a:cubicBezTo>
                  <a:cubicBezTo>
                    <a:pt x="115" y="30"/>
                    <a:pt x="96" y="29"/>
                    <a:pt x="75" y="16"/>
                  </a:cubicBezTo>
                  <a:cubicBezTo>
                    <a:pt x="60" y="7"/>
                    <a:pt x="49" y="4"/>
                    <a:pt x="31" y="3"/>
                  </a:cubicBezTo>
                  <a:cubicBezTo>
                    <a:pt x="23" y="3"/>
                    <a:pt x="4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435">
              <a:extLst>
                <a:ext uri="{FF2B5EF4-FFF2-40B4-BE49-F238E27FC236}">
                  <a16:creationId xmlns:a16="http://schemas.microsoft.com/office/drawing/2014/main" id="{9D0BAAFB-237C-44CB-97CA-865A4472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327"/>
              <a:ext cx="66" cy="97"/>
            </a:xfrm>
            <a:custGeom>
              <a:avLst/>
              <a:gdLst>
                <a:gd name="T0" fmla="*/ 95 w 55"/>
                <a:gd name="T1" fmla="*/ 158 h 76"/>
                <a:gd name="T2" fmla="*/ 0 w 55"/>
                <a:gd name="T3" fmla="*/ 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76">
                  <a:moveTo>
                    <a:pt x="55" y="76"/>
                  </a:moveTo>
                  <a:cubicBezTo>
                    <a:pt x="46" y="57"/>
                    <a:pt x="29" y="0"/>
                    <a:pt x="0" y="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436">
              <a:extLst>
                <a:ext uri="{FF2B5EF4-FFF2-40B4-BE49-F238E27FC236}">
                  <a16:creationId xmlns:a16="http://schemas.microsoft.com/office/drawing/2014/main" id="{4A7EB85F-AA7C-4AFC-8CE1-DA62C4AD5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415"/>
              <a:ext cx="148" cy="69"/>
            </a:xfrm>
            <a:custGeom>
              <a:avLst/>
              <a:gdLst>
                <a:gd name="T0" fmla="*/ 0 w 124"/>
                <a:gd name="T1" fmla="*/ 0 h 54"/>
                <a:gd name="T2" fmla="*/ 124 w 124"/>
                <a:gd name="T3" fmla="*/ 29 h 54"/>
                <a:gd name="T4" fmla="*/ 211 w 124"/>
                <a:gd name="T5" fmla="*/ 112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54">
                  <a:moveTo>
                    <a:pt x="0" y="0"/>
                  </a:moveTo>
                  <a:cubicBezTo>
                    <a:pt x="7" y="38"/>
                    <a:pt x="53" y="6"/>
                    <a:pt x="73" y="14"/>
                  </a:cubicBezTo>
                  <a:cubicBezTo>
                    <a:pt x="95" y="22"/>
                    <a:pt x="103" y="46"/>
                    <a:pt x="124" y="5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437">
              <a:extLst>
                <a:ext uri="{FF2B5EF4-FFF2-40B4-BE49-F238E27FC236}">
                  <a16:creationId xmlns:a16="http://schemas.microsoft.com/office/drawing/2014/main" id="{0A51F386-8189-4C0A-85D0-A4E9C3D14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535"/>
              <a:ext cx="97" cy="86"/>
            </a:xfrm>
            <a:custGeom>
              <a:avLst/>
              <a:gdLst>
                <a:gd name="T0" fmla="*/ 136 w 82"/>
                <a:gd name="T1" fmla="*/ 125 h 68"/>
                <a:gd name="T2" fmla="*/ 0 w 82"/>
                <a:gd name="T3" fmla="*/ 13 h 68"/>
                <a:gd name="T4" fmla="*/ 0 w 82"/>
                <a:gd name="T5" fmla="*/ 2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68">
                  <a:moveTo>
                    <a:pt x="82" y="62"/>
                  </a:moveTo>
                  <a:cubicBezTo>
                    <a:pt x="51" y="68"/>
                    <a:pt x="36" y="0"/>
                    <a:pt x="0" y="6"/>
                  </a:cubicBezTo>
                  <a:cubicBezTo>
                    <a:pt x="0" y="7"/>
                    <a:pt x="0" y="8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438">
              <a:extLst>
                <a:ext uri="{FF2B5EF4-FFF2-40B4-BE49-F238E27FC236}">
                  <a16:creationId xmlns:a16="http://schemas.microsoft.com/office/drawing/2014/main" id="{588C3B57-DADD-4E3E-BF95-78F23F55E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468"/>
              <a:ext cx="61" cy="65"/>
            </a:xfrm>
            <a:custGeom>
              <a:avLst/>
              <a:gdLst>
                <a:gd name="T0" fmla="*/ 87 w 51"/>
                <a:gd name="T1" fmla="*/ 97 h 51"/>
                <a:gd name="T2" fmla="*/ 0 w 51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51">
                  <a:moveTo>
                    <a:pt x="51" y="47"/>
                  </a:moveTo>
                  <a:cubicBezTo>
                    <a:pt x="28" y="51"/>
                    <a:pt x="13" y="1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439">
              <a:extLst>
                <a:ext uri="{FF2B5EF4-FFF2-40B4-BE49-F238E27FC236}">
                  <a16:creationId xmlns:a16="http://schemas.microsoft.com/office/drawing/2014/main" id="{26AD4E87-C6C4-4112-B2BF-F5F8917A3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405"/>
              <a:ext cx="264" cy="381"/>
            </a:xfrm>
            <a:custGeom>
              <a:avLst/>
              <a:gdLst>
                <a:gd name="T0" fmla="*/ 375 w 221"/>
                <a:gd name="T1" fmla="*/ 609 h 299"/>
                <a:gd name="T2" fmla="*/ 375 w 221"/>
                <a:gd name="T3" fmla="*/ 618 h 299"/>
                <a:gd name="T4" fmla="*/ 300 w 221"/>
                <a:gd name="T5" fmla="*/ 415 h 299"/>
                <a:gd name="T6" fmla="*/ 149 w 221"/>
                <a:gd name="T7" fmla="*/ 296 h 299"/>
                <a:gd name="T8" fmla="*/ 108 w 221"/>
                <a:gd name="T9" fmla="*/ 212 h 299"/>
                <a:gd name="T10" fmla="*/ 68 w 221"/>
                <a:gd name="T11" fmla="*/ 113 h 299"/>
                <a:gd name="T12" fmla="*/ 36 w 221"/>
                <a:gd name="T13" fmla="*/ 40 h 299"/>
                <a:gd name="T14" fmla="*/ 0 w 221"/>
                <a:gd name="T15" fmla="*/ 0 h 2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1" h="299">
                  <a:moveTo>
                    <a:pt x="220" y="294"/>
                  </a:moveTo>
                  <a:cubicBezTo>
                    <a:pt x="220" y="296"/>
                    <a:pt x="221" y="297"/>
                    <a:pt x="220" y="299"/>
                  </a:cubicBezTo>
                  <a:cubicBezTo>
                    <a:pt x="213" y="266"/>
                    <a:pt x="200" y="225"/>
                    <a:pt x="176" y="201"/>
                  </a:cubicBezTo>
                  <a:cubicBezTo>
                    <a:pt x="152" y="176"/>
                    <a:pt x="111" y="169"/>
                    <a:pt x="88" y="143"/>
                  </a:cubicBezTo>
                  <a:cubicBezTo>
                    <a:pt x="78" y="131"/>
                    <a:pt x="72" y="115"/>
                    <a:pt x="63" y="102"/>
                  </a:cubicBezTo>
                  <a:cubicBezTo>
                    <a:pt x="53" y="87"/>
                    <a:pt x="45" y="72"/>
                    <a:pt x="40" y="55"/>
                  </a:cubicBezTo>
                  <a:cubicBezTo>
                    <a:pt x="36" y="41"/>
                    <a:pt x="31" y="29"/>
                    <a:pt x="21" y="19"/>
                  </a:cubicBezTo>
                  <a:cubicBezTo>
                    <a:pt x="14" y="12"/>
                    <a:pt x="5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440">
              <a:extLst>
                <a:ext uri="{FF2B5EF4-FFF2-40B4-BE49-F238E27FC236}">
                  <a16:creationId xmlns:a16="http://schemas.microsoft.com/office/drawing/2014/main" id="{6805D330-F37D-4818-A61A-EF0958008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347"/>
              <a:ext cx="105" cy="221"/>
            </a:xfrm>
            <a:custGeom>
              <a:avLst/>
              <a:gdLst>
                <a:gd name="T0" fmla="*/ 149 w 88"/>
                <a:gd name="T1" fmla="*/ 360 h 173"/>
                <a:gd name="T2" fmla="*/ 79 w 88"/>
                <a:gd name="T3" fmla="*/ 290 h 173"/>
                <a:gd name="T4" fmla="*/ 47 w 88"/>
                <a:gd name="T5" fmla="*/ 158 h 173"/>
                <a:gd name="T6" fmla="*/ 0 w 88"/>
                <a:gd name="T7" fmla="*/ 0 h 1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73">
                  <a:moveTo>
                    <a:pt x="88" y="173"/>
                  </a:moveTo>
                  <a:cubicBezTo>
                    <a:pt x="72" y="162"/>
                    <a:pt x="57" y="157"/>
                    <a:pt x="46" y="139"/>
                  </a:cubicBezTo>
                  <a:cubicBezTo>
                    <a:pt x="33" y="119"/>
                    <a:pt x="33" y="98"/>
                    <a:pt x="28" y="76"/>
                  </a:cubicBezTo>
                  <a:cubicBezTo>
                    <a:pt x="23" y="50"/>
                    <a:pt x="3" y="2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441">
              <a:extLst>
                <a:ext uri="{FF2B5EF4-FFF2-40B4-BE49-F238E27FC236}">
                  <a16:creationId xmlns:a16="http://schemas.microsoft.com/office/drawing/2014/main" id="{EBAE6511-F89C-4F8E-9A9A-270CA7A5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1559"/>
              <a:ext cx="46" cy="186"/>
            </a:xfrm>
            <a:custGeom>
              <a:avLst/>
              <a:gdLst>
                <a:gd name="T0" fmla="*/ 64 w 39"/>
                <a:gd name="T1" fmla="*/ 302 h 146"/>
                <a:gd name="T2" fmla="*/ 55 w 39"/>
                <a:gd name="T3" fmla="*/ 197 h 146"/>
                <a:gd name="T4" fmla="*/ 45 w 39"/>
                <a:gd name="T5" fmla="*/ 104 h 146"/>
                <a:gd name="T6" fmla="*/ 0 w 39"/>
                <a:gd name="T7" fmla="*/ 0 h 1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46">
                  <a:moveTo>
                    <a:pt x="39" y="146"/>
                  </a:moveTo>
                  <a:cubicBezTo>
                    <a:pt x="35" y="129"/>
                    <a:pt x="32" y="115"/>
                    <a:pt x="34" y="96"/>
                  </a:cubicBezTo>
                  <a:cubicBezTo>
                    <a:pt x="35" y="80"/>
                    <a:pt x="34" y="65"/>
                    <a:pt x="27" y="50"/>
                  </a:cubicBezTo>
                  <a:cubicBezTo>
                    <a:pt x="19" y="34"/>
                    <a:pt x="2" y="1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442">
              <a:extLst>
                <a:ext uri="{FF2B5EF4-FFF2-40B4-BE49-F238E27FC236}">
                  <a16:creationId xmlns:a16="http://schemas.microsoft.com/office/drawing/2014/main" id="{54569D2A-D3B0-42B2-86BD-6C16E2C90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839"/>
              <a:ext cx="261" cy="59"/>
            </a:xfrm>
            <a:custGeom>
              <a:avLst/>
              <a:gdLst>
                <a:gd name="T0" fmla="*/ 374 w 218"/>
                <a:gd name="T1" fmla="*/ 17 h 46"/>
                <a:gd name="T2" fmla="*/ 285 w 218"/>
                <a:gd name="T3" fmla="*/ 35 h 46"/>
                <a:gd name="T4" fmla="*/ 195 w 218"/>
                <a:gd name="T5" fmla="*/ 89 h 46"/>
                <a:gd name="T6" fmla="*/ 67 w 218"/>
                <a:gd name="T7" fmla="*/ 65 h 46"/>
                <a:gd name="T8" fmla="*/ 0 w 218"/>
                <a:gd name="T9" fmla="*/ 6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46">
                  <a:moveTo>
                    <a:pt x="218" y="8"/>
                  </a:moveTo>
                  <a:cubicBezTo>
                    <a:pt x="194" y="1"/>
                    <a:pt x="184" y="0"/>
                    <a:pt x="166" y="16"/>
                  </a:cubicBezTo>
                  <a:cubicBezTo>
                    <a:pt x="152" y="30"/>
                    <a:pt x="134" y="39"/>
                    <a:pt x="114" y="42"/>
                  </a:cubicBezTo>
                  <a:cubicBezTo>
                    <a:pt x="86" y="46"/>
                    <a:pt x="65" y="35"/>
                    <a:pt x="39" y="31"/>
                  </a:cubicBezTo>
                  <a:cubicBezTo>
                    <a:pt x="30" y="30"/>
                    <a:pt x="7" y="27"/>
                    <a:pt x="0" y="3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443">
              <a:extLst>
                <a:ext uri="{FF2B5EF4-FFF2-40B4-BE49-F238E27FC236}">
                  <a16:creationId xmlns:a16="http://schemas.microsoft.com/office/drawing/2014/main" id="{3074289F-440D-4DE3-B26B-4E476FBA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770"/>
              <a:ext cx="78" cy="37"/>
            </a:xfrm>
            <a:custGeom>
              <a:avLst/>
              <a:gdLst>
                <a:gd name="T0" fmla="*/ 0 w 65"/>
                <a:gd name="T1" fmla="*/ 47 h 29"/>
                <a:gd name="T2" fmla="*/ 37 w 65"/>
                <a:gd name="T3" fmla="*/ 59 h 29"/>
                <a:gd name="T4" fmla="*/ 59 w 65"/>
                <a:gd name="T5" fmla="*/ 29 h 29"/>
                <a:gd name="T6" fmla="*/ 113 w 6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9">
                  <a:moveTo>
                    <a:pt x="0" y="23"/>
                  </a:moveTo>
                  <a:cubicBezTo>
                    <a:pt x="7" y="25"/>
                    <a:pt x="15" y="29"/>
                    <a:pt x="22" y="28"/>
                  </a:cubicBezTo>
                  <a:cubicBezTo>
                    <a:pt x="35" y="27"/>
                    <a:pt x="29" y="22"/>
                    <a:pt x="34" y="14"/>
                  </a:cubicBezTo>
                  <a:cubicBezTo>
                    <a:pt x="41" y="4"/>
                    <a:pt x="54" y="0"/>
                    <a:pt x="65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444">
              <a:extLst>
                <a:ext uri="{FF2B5EF4-FFF2-40B4-BE49-F238E27FC236}">
                  <a16:creationId xmlns:a16="http://schemas.microsoft.com/office/drawing/2014/main" id="{A4391F83-AA74-418D-8CC9-EF2A8810E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662"/>
              <a:ext cx="148" cy="41"/>
            </a:xfrm>
            <a:custGeom>
              <a:avLst/>
              <a:gdLst>
                <a:gd name="T0" fmla="*/ 0 w 124"/>
                <a:gd name="T1" fmla="*/ 0 h 32"/>
                <a:gd name="T2" fmla="*/ 29 w 124"/>
                <a:gd name="T3" fmla="*/ 22 h 32"/>
                <a:gd name="T4" fmla="*/ 54 w 124"/>
                <a:gd name="T5" fmla="*/ 13 h 32"/>
                <a:gd name="T6" fmla="*/ 103 w 124"/>
                <a:gd name="T7" fmla="*/ 47 h 32"/>
                <a:gd name="T8" fmla="*/ 155 w 124"/>
                <a:gd name="T9" fmla="*/ 54 h 32"/>
                <a:gd name="T10" fmla="*/ 211 w 124"/>
                <a:gd name="T11" fmla="*/ 54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32">
                  <a:moveTo>
                    <a:pt x="0" y="0"/>
                  </a:moveTo>
                  <a:cubicBezTo>
                    <a:pt x="4" y="4"/>
                    <a:pt x="11" y="10"/>
                    <a:pt x="17" y="10"/>
                  </a:cubicBezTo>
                  <a:cubicBezTo>
                    <a:pt x="24" y="10"/>
                    <a:pt x="25" y="4"/>
                    <a:pt x="32" y="6"/>
                  </a:cubicBezTo>
                  <a:cubicBezTo>
                    <a:pt x="40" y="8"/>
                    <a:pt x="52" y="19"/>
                    <a:pt x="60" y="23"/>
                  </a:cubicBezTo>
                  <a:cubicBezTo>
                    <a:pt x="76" y="32"/>
                    <a:pt x="76" y="30"/>
                    <a:pt x="91" y="26"/>
                  </a:cubicBezTo>
                  <a:cubicBezTo>
                    <a:pt x="102" y="23"/>
                    <a:pt x="113" y="27"/>
                    <a:pt x="124" y="2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445">
              <a:extLst>
                <a:ext uri="{FF2B5EF4-FFF2-40B4-BE49-F238E27FC236}">
                  <a16:creationId xmlns:a16="http://schemas.microsoft.com/office/drawing/2014/main" id="{AE415ADE-B3DB-4057-8346-82D415A7E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447"/>
              <a:ext cx="117" cy="46"/>
            </a:xfrm>
            <a:custGeom>
              <a:avLst/>
              <a:gdLst>
                <a:gd name="T0" fmla="*/ 0 w 98"/>
                <a:gd name="T1" fmla="*/ 6 h 36"/>
                <a:gd name="T2" fmla="*/ 54 w 98"/>
                <a:gd name="T3" fmla="*/ 45 h 36"/>
                <a:gd name="T4" fmla="*/ 111 w 98"/>
                <a:gd name="T5" fmla="*/ 5 h 36"/>
                <a:gd name="T6" fmla="*/ 167 w 98"/>
                <a:gd name="T7" fmla="*/ 1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36">
                  <a:moveTo>
                    <a:pt x="0" y="3"/>
                  </a:moveTo>
                  <a:cubicBezTo>
                    <a:pt x="4" y="10"/>
                    <a:pt x="26" y="36"/>
                    <a:pt x="32" y="21"/>
                  </a:cubicBezTo>
                  <a:cubicBezTo>
                    <a:pt x="47" y="16"/>
                    <a:pt x="56" y="17"/>
                    <a:pt x="65" y="2"/>
                  </a:cubicBezTo>
                  <a:cubicBezTo>
                    <a:pt x="73" y="0"/>
                    <a:pt x="95" y="1"/>
                    <a:pt x="98" y="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446">
              <a:extLst>
                <a:ext uri="{FF2B5EF4-FFF2-40B4-BE49-F238E27FC236}">
                  <a16:creationId xmlns:a16="http://schemas.microsoft.com/office/drawing/2014/main" id="{CFFCF7EC-5626-4D36-A5A6-9B65EABB2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322"/>
              <a:ext cx="27" cy="117"/>
            </a:xfrm>
            <a:custGeom>
              <a:avLst/>
              <a:gdLst>
                <a:gd name="T0" fmla="*/ 6 w 23"/>
                <a:gd name="T1" fmla="*/ 0 h 92"/>
                <a:gd name="T2" fmla="*/ 6 w 23"/>
                <a:gd name="T3" fmla="*/ 112 h 92"/>
                <a:gd name="T4" fmla="*/ 0 w 23"/>
                <a:gd name="T5" fmla="*/ 18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2">
                  <a:moveTo>
                    <a:pt x="3" y="0"/>
                  </a:moveTo>
                  <a:cubicBezTo>
                    <a:pt x="23" y="20"/>
                    <a:pt x="3" y="32"/>
                    <a:pt x="3" y="54"/>
                  </a:cubicBezTo>
                  <a:cubicBezTo>
                    <a:pt x="3" y="69"/>
                    <a:pt x="8" y="82"/>
                    <a:pt x="0" y="9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447">
              <a:extLst>
                <a:ext uri="{FF2B5EF4-FFF2-40B4-BE49-F238E27FC236}">
                  <a16:creationId xmlns:a16="http://schemas.microsoft.com/office/drawing/2014/main" id="{F5D9AE82-B3D2-4125-B788-7F5350EAA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360"/>
              <a:ext cx="64" cy="37"/>
            </a:xfrm>
            <a:custGeom>
              <a:avLst/>
              <a:gdLst>
                <a:gd name="T0" fmla="*/ 0 w 53"/>
                <a:gd name="T1" fmla="*/ 36 h 29"/>
                <a:gd name="T2" fmla="*/ 93 w 53"/>
                <a:gd name="T3" fmla="*/ 2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9">
                  <a:moveTo>
                    <a:pt x="0" y="17"/>
                  </a:moveTo>
                  <a:cubicBezTo>
                    <a:pt x="17" y="29"/>
                    <a:pt x="37" y="0"/>
                    <a:pt x="53" y="1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448">
              <a:extLst>
                <a:ext uri="{FF2B5EF4-FFF2-40B4-BE49-F238E27FC236}">
                  <a16:creationId xmlns:a16="http://schemas.microsoft.com/office/drawing/2014/main" id="{107E8EB4-F73C-4EC8-8972-0401888CB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318"/>
              <a:ext cx="19" cy="43"/>
            </a:xfrm>
            <a:custGeom>
              <a:avLst/>
              <a:gdLst>
                <a:gd name="T0" fmla="*/ 0 w 16"/>
                <a:gd name="T1" fmla="*/ 0 h 34"/>
                <a:gd name="T2" fmla="*/ 10 w 16"/>
                <a:gd name="T3" fmla="*/ 6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9" y="10"/>
                    <a:pt x="16" y="25"/>
                    <a:pt x="6" y="3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449">
              <a:extLst>
                <a:ext uri="{FF2B5EF4-FFF2-40B4-BE49-F238E27FC236}">
                  <a16:creationId xmlns:a16="http://schemas.microsoft.com/office/drawing/2014/main" id="{FA220970-B51F-4AC4-A38C-179CFC973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356"/>
              <a:ext cx="11" cy="74"/>
            </a:xfrm>
            <a:custGeom>
              <a:avLst/>
              <a:gdLst>
                <a:gd name="T0" fmla="*/ 0 w 9"/>
                <a:gd name="T1" fmla="*/ 0 h 58"/>
                <a:gd name="T2" fmla="*/ 13 w 9"/>
                <a:gd name="T3" fmla="*/ 31 h 58"/>
                <a:gd name="T4" fmla="*/ 11 w 9"/>
                <a:gd name="T5" fmla="*/ 61 h 58"/>
                <a:gd name="T6" fmla="*/ 11 w 9"/>
                <a:gd name="T7" fmla="*/ 12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8">
                  <a:moveTo>
                    <a:pt x="0" y="0"/>
                  </a:moveTo>
                  <a:cubicBezTo>
                    <a:pt x="0" y="7"/>
                    <a:pt x="5" y="9"/>
                    <a:pt x="7" y="15"/>
                  </a:cubicBezTo>
                  <a:cubicBezTo>
                    <a:pt x="9" y="22"/>
                    <a:pt x="6" y="23"/>
                    <a:pt x="6" y="30"/>
                  </a:cubicBezTo>
                  <a:cubicBezTo>
                    <a:pt x="6" y="40"/>
                    <a:pt x="9" y="48"/>
                    <a:pt x="6" y="5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Freeform 450">
              <a:extLst>
                <a:ext uri="{FF2B5EF4-FFF2-40B4-BE49-F238E27FC236}">
                  <a16:creationId xmlns:a16="http://schemas.microsoft.com/office/drawing/2014/main" id="{991FCC08-CFC3-4AD7-914C-927A418E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337"/>
              <a:ext cx="3" cy="35"/>
            </a:xfrm>
            <a:custGeom>
              <a:avLst/>
              <a:gdLst>
                <a:gd name="T0" fmla="*/ 5 w 2"/>
                <a:gd name="T1" fmla="*/ 0 h 27"/>
                <a:gd name="T2" fmla="*/ 0 w 2"/>
                <a:gd name="T3" fmla="*/ 5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">
                  <a:moveTo>
                    <a:pt x="1" y="0"/>
                  </a:moveTo>
                  <a:cubicBezTo>
                    <a:pt x="2" y="9"/>
                    <a:pt x="2" y="17"/>
                    <a:pt x="0" y="2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0" name="Freeform 451">
              <a:extLst>
                <a:ext uri="{FF2B5EF4-FFF2-40B4-BE49-F238E27FC236}">
                  <a16:creationId xmlns:a16="http://schemas.microsoft.com/office/drawing/2014/main" id="{E782993F-F26B-49D2-AD0D-3758E0FD6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429"/>
              <a:ext cx="19" cy="45"/>
            </a:xfrm>
            <a:custGeom>
              <a:avLst/>
              <a:gdLst>
                <a:gd name="T0" fmla="*/ 1 w 16"/>
                <a:gd name="T1" fmla="*/ 75 h 35"/>
                <a:gd name="T2" fmla="*/ 1 w 16"/>
                <a:gd name="T3" fmla="*/ 51 h 35"/>
                <a:gd name="T4" fmla="*/ 14 w 16"/>
                <a:gd name="T5" fmla="*/ 36 h 35"/>
                <a:gd name="T6" fmla="*/ 25 w 16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5">
                  <a:moveTo>
                    <a:pt x="1" y="35"/>
                  </a:moveTo>
                  <a:cubicBezTo>
                    <a:pt x="1" y="31"/>
                    <a:pt x="0" y="27"/>
                    <a:pt x="1" y="24"/>
                  </a:cubicBezTo>
                  <a:cubicBezTo>
                    <a:pt x="3" y="18"/>
                    <a:pt x="6" y="20"/>
                    <a:pt x="8" y="17"/>
                  </a:cubicBezTo>
                  <a:cubicBezTo>
                    <a:pt x="12" y="11"/>
                    <a:pt x="16" y="8"/>
                    <a:pt x="15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1" name="Freeform 452">
              <a:extLst>
                <a:ext uri="{FF2B5EF4-FFF2-40B4-BE49-F238E27FC236}">
                  <a16:creationId xmlns:a16="http://schemas.microsoft.com/office/drawing/2014/main" id="{31E17C08-E4BD-4968-840F-5D95EA9BD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705"/>
              <a:ext cx="192" cy="22"/>
            </a:xfrm>
            <a:custGeom>
              <a:avLst/>
              <a:gdLst>
                <a:gd name="T0" fmla="*/ 273 w 161"/>
                <a:gd name="T1" fmla="*/ 32 h 17"/>
                <a:gd name="T2" fmla="*/ 168 w 161"/>
                <a:gd name="T3" fmla="*/ 32 h 17"/>
                <a:gd name="T4" fmla="*/ 67 w 161"/>
                <a:gd name="T5" fmla="*/ 35 h 17"/>
                <a:gd name="T6" fmla="*/ 0 w 161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7">
                  <a:moveTo>
                    <a:pt x="161" y="15"/>
                  </a:moveTo>
                  <a:cubicBezTo>
                    <a:pt x="140" y="15"/>
                    <a:pt x="120" y="13"/>
                    <a:pt x="99" y="15"/>
                  </a:cubicBezTo>
                  <a:cubicBezTo>
                    <a:pt x="80" y="17"/>
                    <a:pt x="58" y="17"/>
                    <a:pt x="39" y="16"/>
                  </a:cubicBezTo>
                  <a:cubicBezTo>
                    <a:pt x="31" y="16"/>
                    <a:pt x="2" y="0"/>
                    <a:pt x="0" y="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2" name="Freeform 453">
              <a:extLst>
                <a:ext uri="{FF2B5EF4-FFF2-40B4-BE49-F238E27FC236}">
                  <a16:creationId xmlns:a16="http://schemas.microsoft.com/office/drawing/2014/main" id="{081CC36C-0C00-4007-9D97-F0053378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095"/>
              <a:ext cx="63" cy="254"/>
            </a:xfrm>
            <a:custGeom>
              <a:avLst/>
              <a:gdLst>
                <a:gd name="T0" fmla="*/ 63 w 53"/>
                <a:gd name="T1" fmla="*/ 414 h 199"/>
                <a:gd name="T2" fmla="*/ 89 w 53"/>
                <a:gd name="T3" fmla="*/ 228 h 199"/>
                <a:gd name="T4" fmla="*/ 48 w 53"/>
                <a:gd name="T5" fmla="*/ 119 h 199"/>
                <a:gd name="T6" fmla="*/ 7 w 53"/>
                <a:gd name="T7" fmla="*/ 6 h 199"/>
                <a:gd name="T8" fmla="*/ 0 w 53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99">
                  <a:moveTo>
                    <a:pt x="38" y="199"/>
                  </a:moveTo>
                  <a:cubicBezTo>
                    <a:pt x="38" y="168"/>
                    <a:pt x="52" y="140"/>
                    <a:pt x="53" y="110"/>
                  </a:cubicBezTo>
                  <a:cubicBezTo>
                    <a:pt x="53" y="88"/>
                    <a:pt x="44" y="73"/>
                    <a:pt x="29" y="57"/>
                  </a:cubicBezTo>
                  <a:cubicBezTo>
                    <a:pt x="13" y="39"/>
                    <a:pt x="13" y="22"/>
                    <a:pt x="4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3" name="Freeform 454">
              <a:extLst>
                <a:ext uri="{FF2B5EF4-FFF2-40B4-BE49-F238E27FC236}">
                  <a16:creationId xmlns:a16="http://schemas.microsoft.com/office/drawing/2014/main" id="{2E4DA6F2-AAB2-40CB-9E8A-005C8CD6A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006"/>
              <a:ext cx="136" cy="222"/>
            </a:xfrm>
            <a:custGeom>
              <a:avLst/>
              <a:gdLst>
                <a:gd name="T0" fmla="*/ 193 w 114"/>
                <a:gd name="T1" fmla="*/ 361 h 174"/>
                <a:gd name="T2" fmla="*/ 116 w 114"/>
                <a:gd name="T3" fmla="*/ 248 h 174"/>
                <a:gd name="T4" fmla="*/ 67 w 114"/>
                <a:gd name="T5" fmla="*/ 111 h 174"/>
                <a:gd name="T6" fmla="*/ 14 w 114"/>
                <a:gd name="T7" fmla="*/ 0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74">
                  <a:moveTo>
                    <a:pt x="114" y="174"/>
                  </a:moveTo>
                  <a:cubicBezTo>
                    <a:pt x="100" y="154"/>
                    <a:pt x="81" y="139"/>
                    <a:pt x="68" y="119"/>
                  </a:cubicBezTo>
                  <a:cubicBezTo>
                    <a:pt x="55" y="98"/>
                    <a:pt x="52" y="73"/>
                    <a:pt x="39" y="53"/>
                  </a:cubicBezTo>
                  <a:cubicBezTo>
                    <a:pt x="32" y="42"/>
                    <a:pt x="0" y="1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4" name="Freeform 455">
              <a:extLst>
                <a:ext uri="{FF2B5EF4-FFF2-40B4-BE49-F238E27FC236}">
                  <a16:creationId xmlns:a16="http://schemas.microsoft.com/office/drawing/2014/main" id="{AA46F399-D4F6-484B-A858-D4D63A9E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099"/>
              <a:ext cx="137" cy="138"/>
            </a:xfrm>
            <a:custGeom>
              <a:avLst/>
              <a:gdLst>
                <a:gd name="T0" fmla="*/ 7 w 115"/>
                <a:gd name="T1" fmla="*/ 0 h 108"/>
                <a:gd name="T2" fmla="*/ 69 w 115"/>
                <a:gd name="T3" fmla="*/ 84 h 108"/>
                <a:gd name="T4" fmla="*/ 132 w 115"/>
                <a:gd name="T5" fmla="*/ 132 h 108"/>
                <a:gd name="T6" fmla="*/ 194 w 115"/>
                <a:gd name="T7" fmla="*/ 225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08">
                  <a:moveTo>
                    <a:pt x="4" y="0"/>
                  </a:moveTo>
                  <a:cubicBezTo>
                    <a:pt x="0" y="14"/>
                    <a:pt x="30" y="35"/>
                    <a:pt x="41" y="41"/>
                  </a:cubicBezTo>
                  <a:cubicBezTo>
                    <a:pt x="53" y="48"/>
                    <a:pt x="67" y="53"/>
                    <a:pt x="78" y="63"/>
                  </a:cubicBezTo>
                  <a:cubicBezTo>
                    <a:pt x="92" y="77"/>
                    <a:pt x="100" y="95"/>
                    <a:pt x="115" y="10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5" name="Freeform 456">
              <a:extLst>
                <a:ext uri="{FF2B5EF4-FFF2-40B4-BE49-F238E27FC236}">
                  <a16:creationId xmlns:a16="http://schemas.microsoft.com/office/drawing/2014/main" id="{560E8D62-455A-47CA-BD64-0C64D4CD5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272"/>
              <a:ext cx="42" cy="58"/>
            </a:xfrm>
            <a:custGeom>
              <a:avLst/>
              <a:gdLst>
                <a:gd name="T0" fmla="*/ 58 w 35"/>
                <a:gd name="T1" fmla="*/ 0 h 45"/>
                <a:gd name="T2" fmla="*/ 0 w 35"/>
                <a:gd name="T3" fmla="*/ 9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5">
                  <a:moveTo>
                    <a:pt x="33" y="0"/>
                  </a:moveTo>
                  <a:cubicBezTo>
                    <a:pt x="35" y="19"/>
                    <a:pt x="6" y="28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6" name="Freeform 457">
              <a:extLst>
                <a:ext uri="{FF2B5EF4-FFF2-40B4-BE49-F238E27FC236}">
                  <a16:creationId xmlns:a16="http://schemas.microsoft.com/office/drawing/2014/main" id="{4C2A905D-273A-477D-8C59-326CC3DD1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1409"/>
              <a:ext cx="42" cy="39"/>
            </a:xfrm>
            <a:custGeom>
              <a:avLst/>
              <a:gdLst>
                <a:gd name="T0" fmla="*/ 0 w 35"/>
                <a:gd name="T1" fmla="*/ 62 h 31"/>
                <a:gd name="T2" fmla="*/ 60 w 3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31"/>
                  </a:moveTo>
                  <a:cubicBezTo>
                    <a:pt x="12" y="25"/>
                    <a:pt x="34" y="15"/>
                    <a:pt x="3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7" name="Freeform 458">
              <a:extLst>
                <a:ext uri="{FF2B5EF4-FFF2-40B4-BE49-F238E27FC236}">
                  <a16:creationId xmlns:a16="http://schemas.microsoft.com/office/drawing/2014/main" id="{774D9BD3-18E7-4B93-A54D-B356E1057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030"/>
              <a:ext cx="25" cy="149"/>
            </a:xfrm>
            <a:custGeom>
              <a:avLst/>
              <a:gdLst>
                <a:gd name="T0" fmla="*/ 17 w 21"/>
                <a:gd name="T1" fmla="*/ 242 h 117"/>
                <a:gd name="T2" fmla="*/ 12 w 21"/>
                <a:gd name="T3" fmla="*/ 150 h 117"/>
                <a:gd name="T4" fmla="*/ 30 w 21"/>
                <a:gd name="T5" fmla="*/ 73 h 117"/>
                <a:gd name="T6" fmla="*/ 24 w 21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7">
                  <a:moveTo>
                    <a:pt x="10" y="117"/>
                  </a:moveTo>
                  <a:cubicBezTo>
                    <a:pt x="7" y="99"/>
                    <a:pt x="0" y="92"/>
                    <a:pt x="7" y="73"/>
                  </a:cubicBezTo>
                  <a:cubicBezTo>
                    <a:pt x="12" y="61"/>
                    <a:pt x="17" y="48"/>
                    <a:pt x="18" y="35"/>
                  </a:cubicBezTo>
                  <a:cubicBezTo>
                    <a:pt x="19" y="25"/>
                    <a:pt x="21" y="7"/>
                    <a:pt x="14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8" name="Freeform 459">
              <a:extLst>
                <a:ext uri="{FF2B5EF4-FFF2-40B4-BE49-F238E27FC236}">
                  <a16:creationId xmlns:a16="http://schemas.microsoft.com/office/drawing/2014/main" id="{F2236D79-31FE-48B6-8457-4CDEB0E49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176"/>
              <a:ext cx="75" cy="143"/>
            </a:xfrm>
            <a:custGeom>
              <a:avLst/>
              <a:gdLst>
                <a:gd name="T0" fmla="*/ 0 w 63"/>
                <a:gd name="T1" fmla="*/ 229 h 113"/>
                <a:gd name="T2" fmla="*/ 52 w 63"/>
                <a:gd name="T3" fmla="*/ 144 h 113"/>
                <a:gd name="T4" fmla="*/ 82 w 63"/>
                <a:gd name="T5" fmla="*/ 92 h 113"/>
                <a:gd name="T6" fmla="*/ 95 w 63"/>
                <a:gd name="T7" fmla="*/ 38 h 113"/>
                <a:gd name="T8" fmla="*/ 105 w 63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13">
                  <a:moveTo>
                    <a:pt x="0" y="113"/>
                  </a:moveTo>
                  <a:cubicBezTo>
                    <a:pt x="7" y="93"/>
                    <a:pt x="14" y="83"/>
                    <a:pt x="31" y="71"/>
                  </a:cubicBezTo>
                  <a:cubicBezTo>
                    <a:pt x="42" y="63"/>
                    <a:pt x="48" y="59"/>
                    <a:pt x="49" y="46"/>
                  </a:cubicBezTo>
                  <a:cubicBezTo>
                    <a:pt x="50" y="34"/>
                    <a:pt x="51" y="29"/>
                    <a:pt x="56" y="19"/>
                  </a:cubicBezTo>
                  <a:cubicBezTo>
                    <a:pt x="59" y="13"/>
                    <a:pt x="63" y="7"/>
                    <a:pt x="62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9" name="Freeform 460">
              <a:extLst>
                <a:ext uri="{FF2B5EF4-FFF2-40B4-BE49-F238E27FC236}">
                  <a16:creationId xmlns:a16="http://schemas.microsoft.com/office/drawing/2014/main" id="{2CC34249-3AD8-441A-8099-E35672771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144"/>
              <a:ext cx="21" cy="77"/>
            </a:xfrm>
            <a:custGeom>
              <a:avLst/>
              <a:gdLst>
                <a:gd name="T0" fmla="*/ 23 w 17"/>
                <a:gd name="T1" fmla="*/ 0 h 61"/>
                <a:gd name="T2" fmla="*/ 19 w 17"/>
                <a:gd name="T3" fmla="*/ 68 h 61"/>
                <a:gd name="T4" fmla="*/ 0 w 17"/>
                <a:gd name="T5" fmla="*/ 12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1">
                  <a:moveTo>
                    <a:pt x="12" y="0"/>
                  </a:moveTo>
                  <a:cubicBezTo>
                    <a:pt x="15" y="14"/>
                    <a:pt x="17" y="20"/>
                    <a:pt x="10" y="34"/>
                  </a:cubicBezTo>
                  <a:cubicBezTo>
                    <a:pt x="5" y="42"/>
                    <a:pt x="4" y="57"/>
                    <a:pt x="0" y="6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0" name="Freeform 461">
              <a:extLst>
                <a:ext uri="{FF2B5EF4-FFF2-40B4-BE49-F238E27FC236}">
                  <a16:creationId xmlns:a16="http://schemas.microsoft.com/office/drawing/2014/main" id="{B19CCCB5-FCE8-41DD-B1FE-5D2F04C41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055"/>
              <a:ext cx="37" cy="173"/>
            </a:xfrm>
            <a:custGeom>
              <a:avLst/>
              <a:gdLst>
                <a:gd name="T0" fmla="*/ 2 w 31"/>
                <a:gd name="T1" fmla="*/ 0 h 136"/>
                <a:gd name="T2" fmla="*/ 38 w 31"/>
                <a:gd name="T3" fmla="*/ 121 h 136"/>
                <a:gd name="T4" fmla="*/ 1 w 31"/>
                <a:gd name="T5" fmla="*/ 179 h 136"/>
                <a:gd name="T6" fmla="*/ 51 w 31"/>
                <a:gd name="T7" fmla="*/ 28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36">
                  <a:moveTo>
                    <a:pt x="2" y="0"/>
                  </a:moveTo>
                  <a:cubicBezTo>
                    <a:pt x="13" y="18"/>
                    <a:pt x="31" y="37"/>
                    <a:pt x="23" y="59"/>
                  </a:cubicBezTo>
                  <a:cubicBezTo>
                    <a:pt x="19" y="71"/>
                    <a:pt x="2" y="74"/>
                    <a:pt x="1" y="87"/>
                  </a:cubicBezTo>
                  <a:cubicBezTo>
                    <a:pt x="0" y="103"/>
                    <a:pt x="23" y="122"/>
                    <a:pt x="30" y="13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1" name="Freeform 462">
              <a:extLst>
                <a:ext uri="{FF2B5EF4-FFF2-40B4-BE49-F238E27FC236}">
                  <a16:creationId xmlns:a16="http://schemas.microsoft.com/office/drawing/2014/main" id="{7C181234-5B40-4314-9955-803D50369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018"/>
              <a:ext cx="22" cy="63"/>
            </a:xfrm>
            <a:custGeom>
              <a:avLst/>
              <a:gdLst>
                <a:gd name="T0" fmla="*/ 2 w 18"/>
                <a:gd name="T1" fmla="*/ 0 h 50"/>
                <a:gd name="T2" fmla="*/ 1 w 18"/>
                <a:gd name="T3" fmla="*/ 98 h 50"/>
                <a:gd name="T4" fmla="*/ 6 w 18"/>
                <a:gd name="T5" fmla="*/ 10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0">
                  <a:moveTo>
                    <a:pt x="2" y="0"/>
                  </a:moveTo>
                  <a:cubicBezTo>
                    <a:pt x="18" y="10"/>
                    <a:pt x="0" y="33"/>
                    <a:pt x="1" y="49"/>
                  </a:cubicBezTo>
                  <a:cubicBezTo>
                    <a:pt x="3" y="49"/>
                    <a:pt x="2" y="49"/>
                    <a:pt x="3" y="5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2" name="Freeform 463">
              <a:extLst>
                <a:ext uri="{FF2B5EF4-FFF2-40B4-BE49-F238E27FC236}">
                  <a16:creationId xmlns:a16="http://schemas.microsoft.com/office/drawing/2014/main" id="{6129A46B-DFC0-4201-B80D-584F7657A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032"/>
              <a:ext cx="162" cy="163"/>
            </a:xfrm>
            <a:custGeom>
              <a:avLst/>
              <a:gdLst>
                <a:gd name="T0" fmla="*/ 0 w 136"/>
                <a:gd name="T1" fmla="*/ 0 h 128"/>
                <a:gd name="T2" fmla="*/ 66 w 136"/>
                <a:gd name="T3" fmla="*/ 135 h 128"/>
                <a:gd name="T4" fmla="*/ 108 w 136"/>
                <a:gd name="T5" fmla="*/ 168 h 128"/>
                <a:gd name="T6" fmla="*/ 139 w 136"/>
                <a:gd name="T7" fmla="*/ 206 h 128"/>
                <a:gd name="T8" fmla="*/ 187 w 136"/>
                <a:gd name="T9" fmla="*/ 247 h 128"/>
                <a:gd name="T10" fmla="*/ 223 w 136"/>
                <a:gd name="T11" fmla="*/ 265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28">
                  <a:moveTo>
                    <a:pt x="0" y="0"/>
                  </a:moveTo>
                  <a:cubicBezTo>
                    <a:pt x="3" y="28"/>
                    <a:pt x="11" y="53"/>
                    <a:pt x="39" y="65"/>
                  </a:cubicBezTo>
                  <a:cubicBezTo>
                    <a:pt x="51" y="70"/>
                    <a:pt x="56" y="71"/>
                    <a:pt x="64" y="82"/>
                  </a:cubicBezTo>
                  <a:cubicBezTo>
                    <a:pt x="70" y="88"/>
                    <a:pt x="76" y="94"/>
                    <a:pt x="82" y="100"/>
                  </a:cubicBezTo>
                  <a:cubicBezTo>
                    <a:pt x="92" y="109"/>
                    <a:pt x="99" y="115"/>
                    <a:pt x="111" y="119"/>
                  </a:cubicBezTo>
                  <a:cubicBezTo>
                    <a:pt x="117" y="120"/>
                    <a:pt x="136" y="124"/>
                    <a:pt x="132" y="12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3" name="Freeform 464">
              <a:extLst>
                <a:ext uri="{FF2B5EF4-FFF2-40B4-BE49-F238E27FC236}">
                  <a16:creationId xmlns:a16="http://schemas.microsoft.com/office/drawing/2014/main" id="{E8BCA385-35AB-4C5C-967E-0C2F5FF1D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174"/>
              <a:ext cx="102" cy="28"/>
            </a:xfrm>
            <a:custGeom>
              <a:avLst/>
              <a:gdLst>
                <a:gd name="T0" fmla="*/ 146 w 85"/>
                <a:gd name="T1" fmla="*/ 29 h 22"/>
                <a:gd name="T2" fmla="*/ 95 w 85"/>
                <a:gd name="T3" fmla="*/ 6 h 22"/>
                <a:gd name="T4" fmla="*/ 50 w 85"/>
                <a:gd name="T5" fmla="*/ 37 h 22"/>
                <a:gd name="T6" fmla="*/ 0 w 85"/>
                <a:gd name="T7" fmla="*/ 1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2">
                  <a:moveTo>
                    <a:pt x="85" y="14"/>
                  </a:moveTo>
                  <a:cubicBezTo>
                    <a:pt x="76" y="8"/>
                    <a:pt x="66" y="0"/>
                    <a:pt x="55" y="3"/>
                  </a:cubicBezTo>
                  <a:cubicBezTo>
                    <a:pt x="45" y="5"/>
                    <a:pt x="39" y="15"/>
                    <a:pt x="29" y="18"/>
                  </a:cubicBezTo>
                  <a:cubicBezTo>
                    <a:pt x="18" y="22"/>
                    <a:pt x="6" y="18"/>
                    <a:pt x="0" y="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4" name="Freeform 465">
              <a:extLst>
                <a:ext uri="{FF2B5EF4-FFF2-40B4-BE49-F238E27FC236}">
                  <a16:creationId xmlns:a16="http://schemas.microsoft.com/office/drawing/2014/main" id="{2A6AC064-858A-4369-A154-6615BB0FE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014"/>
              <a:ext cx="73" cy="56"/>
            </a:xfrm>
            <a:custGeom>
              <a:avLst/>
              <a:gdLst>
                <a:gd name="T0" fmla="*/ 10 w 61"/>
                <a:gd name="T1" fmla="*/ 0 h 44"/>
                <a:gd name="T2" fmla="*/ 7 w 61"/>
                <a:gd name="T3" fmla="*/ 50 h 44"/>
                <a:gd name="T4" fmla="*/ 36 w 61"/>
                <a:gd name="T5" fmla="*/ 75 h 44"/>
                <a:gd name="T6" fmla="*/ 68 w 61"/>
                <a:gd name="T7" fmla="*/ 85 h 44"/>
                <a:gd name="T8" fmla="*/ 104 w 61"/>
                <a:gd name="T9" fmla="*/ 8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4">
                  <a:moveTo>
                    <a:pt x="6" y="0"/>
                  </a:moveTo>
                  <a:cubicBezTo>
                    <a:pt x="0" y="6"/>
                    <a:pt x="2" y="16"/>
                    <a:pt x="4" y="24"/>
                  </a:cubicBezTo>
                  <a:cubicBezTo>
                    <a:pt x="8" y="36"/>
                    <a:pt x="10" y="34"/>
                    <a:pt x="21" y="36"/>
                  </a:cubicBezTo>
                  <a:cubicBezTo>
                    <a:pt x="28" y="38"/>
                    <a:pt x="33" y="41"/>
                    <a:pt x="40" y="42"/>
                  </a:cubicBezTo>
                  <a:cubicBezTo>
                    <a:pt x="48" y="44"/>
                    <a:pt x="54" y="38"/>
                    <a:pt x="61" y="4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5" name="Freeform 466">
              <a:extLst>
                <a:ext uri="{FF2B5EF4-FFF2-40B4-BE49-F238E27FC236}">
                  <a16:creationId xmlns:a16="http://schemas.microsoft.com/office/drawing/2014/main" id="{EE624340-3726-4FAF-B552-E8CDA388C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083"/>
              <a:ext cx="41" cy="20"/>
            </a:xfrm>
            <a:custGeom>
              <a:avLst/>
              <a:gdLst>
                <a:gd name="T0" fmla="*/ 59 w 34"/>
                <a:gd name="T1" fmla="*/ 31 h 16"/>
                <a:gd name="T2" fmla="*/ 27 w 34"/>
                <a:gd name="T3" fmla="*/ 14 h 16"/>
                <a:gd name="T4" fmla="*/ 0 w 3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">
                  <a:moveTo>
                    <a:pt x="34" y="16"/>
                  </a:moveTo>
                  <a:cubicBezTo>
                    <a:pt x="27" y="12"/>
                    <a:pt x="23" y="9"/>
                    <a:pt x="15" y="7"/>
                  </a:cubicBezTo>
                  <a:cubicBezTo>
                    <a:pt x="10" y="5"/>
                    <a:pt x="1" y="8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6" name="Freeform 467">
              <a:extLst>
                <a:ext uri="{FF2B5EF4-FFF2-40B4-BE49-F238E27FC236}">
                  <a16:creationId xmlns:a16="http://schemas.microsoft.com/office/drawing/2014/main" id="{D4BE6503-8209-4A00-B1F0-7149DB0FB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220"/>
              <a:ext cx="56" cy="94"/>
            </a:xfrm>
            <a:custGeom>
              <a:avLst/>
              <a:gdLst>
                <a:gd name="T0" fmla="*/ 66 w 47"/>
                <a:gd name="T1" fmla="*/ 0 h 74"/>
                <a:gd name="T2" fmla="*/ 74 w 47"/>
                <a:gd name="T3" fmla="*/ 67 h 74"/>
                <a:gd name="T4" fmla="*/ 42 w 47"/>
                <a:gd name="T5" fmla="*/ 97 h 74"/>
                <a:gd name="T6" fmla="*/ 0 w 47"/>
                <a:gd name="T7" fmla="*/ 151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4">
                  <a:moveTo>
                    <a:pt x="39" y="0"/>
                  </a:moveTo>
                  <a:cubicBezTo>
                    <a:pt x="42" y="9"/>
                    <a:pt x="47" y="23"/>
                    <a:pt x="44" y="33"/>
                  </a:cubicBezTo>
                  <a:cubicBezTo>
                    <a:pt x="41" y="47"/>
                    <a:pt x="34" y="41"/>
                    <a:pt x="24" y="47"/>
                  </a:cubicBezTo>
                  <a:cubicBezTo>
                    <a:pt x="12" y="53"/>
                    <a:pt x="8" y="69"/>
                    <a:pt x="0" y="7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7" name="Freeform 468">
              <a:extLst>
                <a:ext uri="{FF2B5EF4-FFF2-40B4-BE49-F238E27FC236}">
                  <a16:creationId xmlns:a16="http://schemas.microsoft.com/office/drawing/2014/main" id="{7799CD15-3B87-47E3-832C-3F26E508A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302"/>
              <a:ext cx="67" cy="17"/>
            </a:xfrm>
            <a:custGeom>
              <a:avLst/>
              <a:gdLst>
                <a:gd name="T0" fmla="*/ 0 w 56"/>
                <a:gd name="T1" fmla="*/ 22 h 14"/>
                <a:gd name="T2" fmla="*/ 31 w 56"/>
                <a:gd name="T3" fmla="*/ 16 h 14"/>
                <a:gd name="T4" fmla="*/ 67 w 56"/>
                <a:gd name="T5" fmla="*/ 25 h 14"/>
                <a:gd name="T6" fmla="*/ 96 w 5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4">
                  <a:moveTo>
                    <a:pt x="0" y="12"/>
                  </a:moveTo>
                  <a:cubicBezTo>
                    <a:pt x="5" y="12"/>
                    <a:pt x="12" y="8"/>
                    <a:pt x="18" y="9"/>
                  </a:cubicBezTo>
                  <a:cubicBezTo>
                    <a:pt x="25" y="9"/>
                    <a:pt x="31" y="14"/>
                    <a:pt x="39" y="14"/>
                  </a:cubicBezTo>
                  <a:cubicBezTo>
                    <a:pt x="48" y="13"/>
                    <a:pt x="51" y="8"/>
                    <a:pt x="56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" name="Freeform 469">
              <a:extLst>
                <a:ext uri="{FF2B5EF4-FFF2-40B4-BE49-F238E27FC236}">
                  <a16:creationId xmlns:a16="http://schemas.microsoft.com/office/drawing/2014/main" id="{18C9C1DA-AD57-4FF5-B857-52E457A48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345"/>
              <a:ext cx="22" cy="61"/>
            </a:xfrm>
            <a:custGeom>
              <a:avLst/>
              <a:gdLst>
                <a:gd name="T0" fmla="*/ 29 w 18"/>
                <a:gd name="T1" fmla="*/ 0 h 48"/>
                <a:gd name="T2" fmla="*/ 29 w 18"/>
                <a:gd name="T3" fmla="*/ 64 h 48"/>
                <a:gd name="T4" fmla="*/ 0 w 18"/>
                <a:gd name="T5" fmla="*/ 9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8">
                  <a:moveTo>
                    <a:pt x="16" y="0"/>
                  </a:moveTo>
                  <a:cubicBezTo>
                    <a:pt x="12" y="10"/>
                    <a:pt x="18" y="23"/>
                    <a:pt x="16" y="31"/>
                  </a:cubicBezTo>
                  <a:cubicBezTo>
                    <a:pt x="14" y="38"/>
                    <a:pt x="4" y="43"/>
                    <a:pt x="0" y="4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" name="Freeform 470">
              <a:extLst>
                <a:ext uri="{FF2B5EF4-FFF2-40B4-BE49-F238E27FC236}">
                  <a16:creationId xmlns:a16="http://schemas.microsoft.com/office/drawing/2014/main" id="{5A3D2D7D-4BF1-4815-87FF-FC350CC1B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382"/>
              <a:ext cx="17" cy="58"/>
            </a:xfrm>
            <a:custGeom>
              <a:avLst/>
              <a:gdLst>
                <a:gd name="T0" fmla="*/ 2 w 14"/>
                <a:gd name="T1" fmla="*/ 92 h 46"/>
                <a:gd name="T2" fmla="*/ 16 w 14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6">
                  <a:moveTo>
                    <a:pt x="2" y="46"/>
                  </a:moveTo>
                  <a:cubicBezTo>
                    <a:pt x="14" y="32"/>
                    <a:pt x="0" y="14"/>
                    <a:pt x="9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" name="Freeform 471">
              <a:extLst>
                <a:ext uri="{FF2B5EF4-FFF2-40B4-BE49-F238E27FC236}">
                  <a16:creationId xmlns:a16="http://schemas.microsoft.com/office/drawing/2014/main" id="{0B517E22-67B0-4170-87B3-9818F6985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463"/>
              <a:ext cx="38" cy="68"/>
            </a:xfrm>
            <a:custGeom>
              <a:avLst/>
              <a:gdLst>
                <a:gd name="T0" fmla="*/ 37 w 32"/>
                <a:gd name="T1" fmla="*/ 0 h 53"/>
                <a:gd name="T2" fmla="*/ 2 w 32"/>
                <a:gd name="T3" fmla="*/ 106 h 53"/>
                <a:gd name="T4" fmla="*/ 0 w 32"/>
                <a:gd name="T5" fmla="*/ 11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3">
                  <a:moveTo>
                    <a:pt x="22" y="0"/>
                  </a:moveTo>
                  <a:cubicBezTo>
                    <a:pt x="27" y="21"/>
                    <a:pt x="32" y="50"/>
                    <a:pt x="2" y="51"/>
                  </a:cubicBezTo>
                  <a:cubicBezTo>
                    <a:pt x="2" y="53"/>
                    <a:pt x="1" y="53"/>
                    <a:pt x="0" y="5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" name="Freeform 472">
              <a:extLst>
                <a:ext uri="{FF2B5EF4-FFF2-40B4-BE49-F238E27FC236}">
                  <a16:creationId xmlns:a16="http://schemas.microsoft.com/office/drawing/2014/main" id="{B64C8ECE-E4A5-4918-A671-B93527553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560"/>
              <a:ext cx="29" cy="5"/>
            </a:xfrm>
            <a:custGeom>
              <a:avLst/>
              <a:gdLst>
                <a:gd name="T0" fmla="*/ 42 w 24"/>
                <a:gd name="T1" fmla="*/ 1 h 4"/>
                <a:gd name="T2" fmla="*/ 0 w 2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24" y="1"/>
                  </a:moveTo>
                  <a:cubicBezTo>
                    <a:pt x="15" y="0"/>
                    <a:pt x="8" y="4"/>
                    <a:pt x="0" y="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" name="Freeform 473">
              <a:extLst>
                <a:ext uri="{FF2B5EF4-FFF2-40B4-BE49-F238E27FC236}">
                  <a16:creationId xmlns:a16="http://schemas.microsoft.com/office/drawing/2014/main" id="{CC001B4E-CF04-4182-9D74-E7F9B45F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104"/>
              <a:ext cx="74" cy="142"/>
            </a:xfrm>
            <a:custGeom>
              <a:avLst/>
              <a:gdLst>
                <a:gd name="T0" fmla="*/ 94 w 62"/>
                <a:gd name="T1" fmla="*/ 233 h 111"/>
                <a:gd name="T2" fmla="*/ 97 w 62"/>
                <a:gd name="T3" fmla="*/ 148 h 111"/>
                <a:gd name="T4" fmla="*/ 69 w 62"/>
                <a:gd name="T5" fmla="*/ 119 h 111"/>
                <a:gd name="T6" fmla="*/ 45 w 62"/>
                <a:gd name="T7" fmla="*/ 88 h 111"/>
                <a:gd name="T8" fmla="*/ 27 w 62"/>
                <a:gd name="T9" fmla="*/ 33 h 111"/>
                <a:gd name="T10" fmla="*/ 0 w 62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11">
                  <a:moveTo>
                    <a:pt x="55" y="111"/>
                  </a:moveTo>
                  <a:cubicBezTo>
                    <a:pt x="52" y="99"/>
                    <a:pt x="62" y="82"/>
                    <a:pt x="57" y="71"/>
                  </a:cubicBezTo>
                  <a:cubicBezTo>
                    <a:pt x="55" y="65"/>
                    <a:pt x="45" y="61"/>
                    <a:pt x="41" y="57"/>
                  </a:cubicBezTo>
                  <a:cubicBezTo>
                    <a:pt x="36" y="53"/>
                    <a:pt x="31" y="48"/>
                    <a:pt x="27" y="42"/>
                  </a:cubicBezTo>
                  <a:cubicBezTo>
                    <a:pt x="21" y="34"/>
                    <a:pt x="22" y="25"/>
                    <a:pt x="16" y="16"/>
                  </a:cubicBezTo>
                  <a:cubicBezTo>
                    <a:pt x="12" y="10"/>
                    <a:pt x="5" y="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" name="Freeform 474">
              <a:extLst>
                <a:ext uri="{FF2B5EF4-FFF2-40B4-BE49-F238E27FC236}">
                  <a16:creationId xmlns:a16="http://schemas.microsoft.com/office/drawing/2014/main" id="{869205C0-4C10-40DA-8181-F407E2DCD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123"/>
              <a:ext cx="12" cy="51"/>
            </a:xfrm>
            <a:custGeom>
              <a:avLst/>
              <a:gdLst>
                <a:gd name="T0" fmla="*/ 7 w 10"/>
                <a:gd name="T1" fmla="*/ 0 h 40"/>
                <a:gd name="T2" fmla="*/ 2 w 10"/>
                <a:gd name="T3" fmla="*/ 42 h 40"/>
                <a:gd name="T4" fmla="*/ 1 w 10"/>
                <a:gd name="T5" fmla="*/ 8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0">
                  <a:moveTo>
                    <a:pt x="4" y="0"/>
                  </a:moveTo>
                  <a:cubicBezTo>
                    <a:pt x="10" y="10"/>
                    <a:pt x="4" y="12"/>
                    <a:pt x="2" y="20"/>
                  </a:cubicBezTo>
                  <a:cubicBezTo>
                    <a:pt x="0" y="27"/>
                    <a:pt x="1" y="32"/>
                    <a:pt x="1" y="4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" name="Freeform 475">
              <a:extLst>
                <a:ext uri="{FF2B5EF4-FFF2-40B4-BE49-F238E27FC236}">
                  <a16:creationId xmlns:a16="http://schemas.microsoft.com/office/drawing/2014/main" id="{E4447352-EBF3-4091-A49D-47CD5C0BA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202"/>
              <a:ext cx="16" cy="109"/>
            </a:xfrm>
            <a:custGeom>
              <a:avLst/>
              <a:gdLst>
                <a:gd name="T0" fmla="*/ 21 w 14"/>
                <a:gd name="T1" fmla="*/ 0 h 85"/>
                <a:gd name="T2" fmla="*/ 9 w 14"/>
                <a:gd name="T3" fmla="*/ 110 h 85"/>
                <a:gd name="T4" fmla="*/ 1 w 14"/>
                <a:gd name="T5" fmla="*/ 141 h 85"/>
                <a:gd name="T6" fmla="*/ 0 w 14"/>
                <a:gd name="T7" fmla="*/ 18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5">
                  <a:moveTo>
                    <a:pt x="14" y="0"/>
                  </a:moveTo>
                  <a:cubicBezTo>
                    <a:pt x="8" y="16"/>
                    <a:pt x="12" y="36"/>
                    <a:pt x="6" y="52"/>
                  </a:cubicBezTo>
                  <a:cubicBezTo>
                    <a:pt x="3" y="58"/>
                    <a:pt x="1" y="59"/>
                    <a:pt x="1" y="67"/>
                  </a:cubicBezTo>
                  <a:cubicBezTo>
                    <a:pt x="1" y="73"/>
                    <a:pt x="3" y="80"/>
                    <a:pt x="0" y="8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" name="Freeform 476">
              <a:extLst>
                <a:ext uri="{FF2B5EF4-FFF2-40B4-BE49-F238E27FC236}">
                  <a16:creationId xmlns:a16="http://schemas.microsoft.com/office/drawing/2014/main" id="{497A9947-58C5-4036-9A35-43714E104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256"/>
              <a:ext cx="66" cy="190"/>
            </a:xfrm>
            <a:custGeom>
              <a:avLst/>
              <a:gdLst>
                <a:gd name="T0" fmla="*/ 0 w 55"/>
                <a:gd name="T1" fmla="*/ 0 h 149"/>
                <a:gd name="T2" fmla="*/ 19 w 55"/>
                <a:gd name="T3" fmla="*/ 37 h 149"/>
                <a:gd name="T4" fmla="*/ 53 w 55"/>
                <a:gd name="T5" fmla="*/ 111 h 149"/>
                <a:gd name="T6" fmla="*/ 72 w 55"/>
                <a:gd name="T7" fmla="*/ 205 h 149"/>
                <a:gd name="T8" fmla="*/ 86 w 55"/>
                <a:gd name="T9" fmla="*/ 265 h 149"/>
                <a:gd name="T10" fmla="*/ 86 w 55"/>
                <a:gd name="T11" fmla="*/ 309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49">
                  <a:moveTo>
                    <a:pt x="0" y="0"/>
                  </a:moveTo>
                  <a:cubicBezTo>
                    <a:pt x="0" y="7"/>
                    <a:pt x="6" y="12"/>
                    <a:pt x="11" y="18"/>
                  </a:cubicBezTo>
                  <a:cubicBezTo>
                    <a:pt x="19" y="29"/>
                    <a:pt x="25" y="40"/>
                    <a:pt x="31" y="53"/>
                  </a:cubicBezTo>
                  <a:cubicBezTo>
                    <a:pt x="38" y="67"/>
                    <a:pt x="41" y="83"/>
                    <a:pt x="42" y="99"/>
                  </a:cubicBezTo>
                  <a:cubicBezTo>
                    <a:pt x="43" y="112"/>
                    <a:pt x="46" y="117"/>
                    <a:pt x="50" y="128"/>
                  </a:cubicBezTo>
                  <a:cubicBezTo>
                    <a:pt x="53" y="133"/>
                    <a:pt x="55" y="146"/>
                    <a:pt x="50" y="14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" name="Freeform 477">
              <a:extLst>
                <a:ext uri="{FF2B5EF4-FFF2-40B4-BE49-F238E27FC236}">
                  <a16:creationId xmlns:a16="http://schemas.microsoft.com/office/drawing/2014/main" id="{970870CE-C178-4E73-93A4-35E7AE2EA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186"/>
              <a:ext cx="84" cy="65"/>
            </a:xfrm>
            <a:custGeom>
              <a:avLst/>
              <a:gdLst>
                <a:gd name="T0" fmla="*/ 117 w 71"/>
                <a:gd name="T1" fmla="*/ 0 h 51"/>
                <a:gd name="T2" fmla="*/ 45 w 71"/>
                <a:gd name="T3" fmla="*/ 51 h 51"/>
                <a:gd name="T4" fmla="*/ 6 w 71"/>
                <a:gd name="T5" fmla="*/ 10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1">
                  <a:moveTo>
                    <a:pt x="71" y="0"/>
                  </a:moveTo>
                  <a:cubicBezTo>
                    <a:pt x="67" y="22"/>
                    <a:pt x="45" y="17"/>
                    <a:pt x="27" y="24"/>
                  </a:cubicBezTo>
                  <a:cubicBezTo>
                    <a:pt x="20" y="27"/>
                    <a:pt x="0" y="44"/>
                    <a:pt x="3" y="5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" name="Freeform 478">
              <a:extLst>
                <a:ext uri="{FF2B5EF4-FFF2-40B4-BE49-F238E27FC236}">
                  <a16:creationId xmlns:a16="http://schemas.microsoft.com/office/drawing/2014/main" id="{031B8B45-94AD-4F86-B1D5-86B885A5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128"/>
              <a:ext cx="153" cy="18"/>
            </a:xfrm>
            <a:custGeom>
              <a:avLst/>
              <a:gdLst>
                <a:gd name="T0" fmla="*/ 219 w 128"/>
                <a:gd name="T1" fmla="*/ 22 h 14"/>
                <a:gd name="T2" fmla="*/ 190 w 128"/>
                <a:gd name="T3" fmla="*/ 5 h 14"/>
                <a:gd name="T4" fmla="*/ 140 w 128"/>
                <a:gd name="T5" fmla="*/ 15 h 14"/>
                <a:gd name="T6" fmla="*/ 75 w 128"/>
                <a:gd name="T7" fmla="*/ 28 h 14"/>
                <a:gd name="T8" fmla="*/ 0 w 128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4">
                  <a:moveTo>
                    <a:pt x="128" y="10"/>
                  </a:moveTo>
                  <a:cubicBezTo>
                    <a:pt x="122" y="7"/>
                    <a:pt x="118" y="3"/>
                    <a:pt x="111" y="2"/>
                  </a:cubicBezTo>
                  <a:cubicBezTo>
                    <a:pt x="101" y="0"/>
                    <a:pt x="91" y="5"/>
                    <a:pt x="82" y="7"/>
                  </a:cubicBezTo>
                  <a:cubicBezTo>
                    <a:pt x="69" y="11"/>
                    <a:pt x="57" y="14"/>
                    <a:pt x="44" y="13"/>
                  </a:cubicBezTo>
                  <a:cubicBezTo>
                    <a:pt x="29" y="12"/>
                    <a:pt x="15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8" name="Freeform 479">
              <a:extLst>
                <a:ext uri="{FF2B5EF4-FFF2-40B4-BE49-F238E27FC236}">
                  <a16:creationId xmlns:a16="http://schemas.microsoft.com/office/drawing/2014/main" id="{E9D28874-2532-43DF-9754-A44F5EB1A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173"/>
              <a:ext cx="135" cy="39"/>
            </a:xfrm>
            <a:custGeom>
              <a:avLst/>
              <a:gdLst>
                <a:gd name="T0" fmla="*/ 192 w 113"/>
                <a:gd name="T1" fmla="*/ 57 h 31"/>
                <a:gd name="T2" fmla="*/ 54 w 113"/>
                <a:gd name="T3" fmla="*/ 0 h 31"/>
                <a:gd name="T4" fmla="*/ 0 w 113"/>
                <a:gd name="T5" fmla="*/ 1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31">
                  <a:moveTo>
                    <a:pt x="113" y="29"/>
                  </a:moveTo>
                  <a:cubicBezTo>
                    <a:pt x="85" y="31"/>
                    <a:pt x="62" y="0"/>
                    <a:pt x="32" y="0"/>
                  </a:cubicBezTo>
                  <a:cubicBezTo>
                    <a:pt x="20" y="0"/>
                    <a:pt x="8" y="5"/>
                    <a:pt x="0" y="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9" name="Freeform 480">
              <a:extLst>
                <a:ext uri="{FF2B5EF4-FFF2-40B4-BE49-F238E27FC236}">
                  <a16:creationId xmlns:a16="http://schemas.microsoft.com/office/drawing/2014/main" id="{AD40A538-FB68-4C52-AC96-1BF7964B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220"/>
              <a:ext cx="66" cy="154"/>
            </a:xfrm>
            <a:custGeom>
              <a:avLst/>
              <a:gdLst>
                <a:gd name="T0" fmla="*/ 0 w 56"/>
                <a:gd name="T1" fmla="*/ 0 h 121"/>
                <a:gd name="T2" fmla="*/ 38 w 56"/>
                <a:gd name="T3" fmla="*/ 97 h 121"/>
                <a:gd name="T4" fmla="*/ 64 w 56"/>
                <a:gd name="T5" fmla="*/ 126 h 121"/>
                <a:gd name="T6" fmla="*/ 67 w 56"/>
                <a:gd name="T7" fmla="*/ 164 h 121"/>
                <a:gd name="T8" fmla="*/ 91 w 56"/>
                <a:gd name="T9" fmla="*/ 210 h 121"/>
                <a:gd name="T10" fmla="*/ 80 w 56"/>
                <a:gd name="T11" fmla="*/ 249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21">
                  <a:moveTo>
                    <a:pt x="0" y="0"/>
                  </a:moveTo>
                  <a:cubicBezTo>
                    <a:pt x="0" y="21"/>
                    <a:pt x="7" y="35"/>
                    <a:pt x="23" y="47"/>
                  </a:cubicBezTo>
                  <a:cubicBezTo>
                    <a:pt x="30" y="51"/>
                    <a:pt x="36" y="54"/>
                    <a:pt x="39" y="61"/>
                  </a:cubicBezTo>
                  <a:cubicBezTo>
                    <a:pt x="41" y="67"/>
                    <a:pt x="39" y="73"/>
                    <a:pt x="41" y="79"/>
                  </a:cubicBezTo>
                  <a:cubicBezTo>
                    <a:pt x="44" y="88"/>
                    <a:pt x="54" y="93"/>
                    <a:pt x="55" y="102"/>
                  </a:cubicBezTo>
                  <a:cubicBezTo>
                    <a:pt x="56" y="107"/>
                    <a:pt x="50" y="120"/>
                    <a:pt x="49" y="12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0" name="Freeform 481">
              <a:extLst>
                <a:ext uri="{FF2B5EF4-FFF2-40B4-BE49-F238E27FC236}">
                  <a16:creationId xmlns:a16="http://schemas.microsoft.com/office/drawing/2014/main" id="{E1BA115E-9502-42A6-96B5-E13EC9A31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1291"/>
              <a:ext cx="101" cy="195"/>
            </a:xfrm>
            <a:custGeom>
              <a:avLst/>
              <a:gdLst>
                <a:gd name="T0" fmla="*/ 0 w 85"/>
                <a:gd name="T1" fmla="*/ 0 h 153"/>
                <a:gd name="T2" fmla="*/ 30 w 85"/>
                <a:gd name="T3" fmla="*/ 55 h 153"/>
                <a:gd name="T4" fmla="*/ 70 w 85"/>
                <a:gd name="T5" fmla="*/ 126 h 153"/>
                <a:gd name="T6" fmla="*/ 118 w 85"/>
                <a:gd name="T7" fmla="*/ 198 h 153"/>
                <a:gd name="T8" fmla="*/ 143 w 85"/>
                <a:gd name="T9" fmla="*/ 317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53">
                  <a:moveTo>
                    <a:pt x="0" y="0"/>
                  </a:moveTo>
                  <a:cubicBezTo>
                    <a:pt x="3" y="10"/>
                    <a:pt x="12" y="19"/>
                    <a:pt x="18" y="27"/>
                  </a:cubicBezTo>
                  <a:cubicBezTo>
                    <a:pt x="26" y="38"/>
                    <a:pt x="33" y="50"/>
                    <a:pt x="42" y="61"/>
                  </a:cubicBezTo>
                  <a:cubicBezTo>
                    <a:pt x="50" y="73"/>
                    <a:pt x="62" y="84"/>
                    <a:pt x="70" y="96"/>
                  </a:cubicBezTo>
                  <a:cubicBezTo>
                    <a:pt x="81" y="114"/>
                    <a:pt x="83" y="133"/>
                    <a:pt x="85" y="15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1" name="Freeform 482">
              <a:extLst>
                <a:ext uri="{FF2B5EF4-FFF2-40B4-BE49-F238E27FC236}">
                  <a16:creationId xmlns:a16="http://schemas.microsoft.com/office/drawing/2014/main" id="{04083ABF-88FC-4D6C-AEE2-A5629B42A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132"/>
              <a:ext cx="96" cy="37"/>
            </a:xfrm>
            <a:custGeom>
              <a:avLst/>
              <a:gdLst>
                <a:gd name="T0" fmla="*/ 138 w 80"/>
                <a:gd name="T1" fmla="*/ 0 h 29"/>
                <a:gd name="T2" fmla="*/ 95 w 80"/>
                <a:gd name="T3" fmla="*/ 24 h 29"/>
                <a:gd name="T4" fmla="*/ 64 w 80"/>
                <a:gd name="T5" fmla="*/ 46 h 29"/>
                <a:gd name="T6" fmla="*/ 0 w 80"/>
                <a:gd name="T7" fmla="*/ 5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9">
                  <a:moveTo>
                    <a:pt x="80" y="0"/>
                  </a:moveTo>
                  <a:cubicBezTo>
                    <a:pt x="71" y="1"/>
                    <a:pt x="62" y="6"/>
                    <a:pt x="55" y="12"/>
                  </a:cubicBezTo>
                  <a:cubicBezTo>
                    <a:pt x="47" y="20"/>
                    <a:pt x="48" y="20"/>
                    <a:pt x="37" y="22"/>
                  </a:cubicBezTo>
                  <a:cubicBezTo>
                    <a:pt x="23" y="24"/>
                    <a:pt x="13" y="29"/>
                    <a:pt x="0" y="2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2" name="Freeform 483">
              <a:extLst>
                <a:ext uri="{FF2B5EF4-FFF2-40B4-BE49-F238E27FC236}">
                  <a16:creationId xmlns:a16="http://schemas.microsoft.com/office/drawing/2014/main" id="{235A9C55-7410-4F1A-AC9B-BF653754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090"/>
              <a:ext cx="151" cy="55"/>
            </a:xfrm>
            <a:custGeom>
              <a:avLst/>
              <a:gdLst>
                <a:gd name="T0" fmla="*/ 217 w 126"/>
                <a:gd name="T1" fmla="*/ 86 h 43"/>
                <a:gd name="T2" fmla="*/ 137 w 126"/>
                <a:gd name="T3" fmla="*/ 51 h 43"/>
                <a:gd name="T4" fmla="*/ 78 w 126"/>
                <a:gd name="T5" fmla="*/ 42 h 43"/>
                <a:gd name="T6" fmla="*/ 41 w 126"/>
                <a:gd name="T7" fmla="*/ 13 h 43"/>
                <a:gd name="T8" fmla="*/ 0 w 126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3">
                  <a:moveTo>
                    <a:pt x="126" y="41"/>
                  </a:moveTo>
                  <a:cubicBezTo>
                    <a:pt x="112" y="43"/>
                    <a:pt x="92" y="30"/>
                    <a:pt x="79" y="24"/>
                  </a:cubicBezTo>
                  <a:cubicBezTo>
                    <a:pt x="68" y="19"/>
                    <a:pt x="56" y="23"/>
                    <a:pt x="45" y="20"/>
                  </a:cubicBezTo>
                  <a:cubicBezTo>
                    <a:pt x="38" y="17"/>
                    <a:pt x="32" y="9"/>
                    <a:pt x="23" y="6"/>
                  </a:cubicBezTo>
                  <a:cubicBezTo>
                    <a:pt x="17" y="3"/>
                    <a:pt x="4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3" name="Freeform 484">
              <a:extLst>
                <a:ext uri="{FF2B5EF4-FFF2-40B4-BE49-F238E27FC236}">
                  <a16:creationId xmlns:a16="http://schemas.microsoft.com/office/drawing/2014/main" id="{6D5F8999-7032-4529-9479-54B88F92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197"/>
              <a:ext cx="45" cy="91"/>
            </a:xfrm>
            <a:custGeom>
              <a:avLst/>
              <a:gdLst>
                <a:gd name="T0" fmla="*/ 67 w 37"/>
                <a:gd name="T1" fmla="*/ 0 h 71"/>
                <a:gd name="T2" fmla="*/ 7 w 37"/>
                <a:gd name="T3" fmla="*/ 69 h 71"/>
                <a:gd name="T4" fmla="*/ 16 w 37"/>
                <a:gd name="T5" fmla="*/ 15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1">
                  <a:moveTo>
                    <a:pt x="37" y="0"/>
                  </a:moveTo>
                  <a:cubicBezTo>
                    <a:pt x="37" y="23"/>
                    <a:pt x="10" y="14"/>
                    <a:pt x="4" y="33"/>
                  </a:cubicBezTo>
                  <a:cubicBezTo>
                    <a:pt x="0" y="42"/>
                    <a:pt x="9" y="60"/>
                    <a:pt x="9" y="7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4" name="Freeform 485">
              <a:extLst>
                <a:ext uri="{FF2B5EF4-FFF2-40B4-BE49-F238E27FC236}">
                  <a16:creationId xmlns:a16="http://schemas.microsoft.com/office/drawing/2014/main" id="{E41414ED-295F-49E5-A9DB-D960F6734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230"/>
              <a:ext cx="61" cy="176"/>
            </a:xfrm>
            <a:custGeom>
              <a:avLst/>
              <a:gdLst>
                <a:gd name="T0" fmla="*/ 0 w 51"/>
                <a:gd name="T1" fmla="*/ 0 h 138"/>
                <a:gd name="T2" fmla="*/ 29 w 51"/>
                <a:gd name="T3" fmla="*/ 89 h 138"/>
                <a:gd name="T4" fmla="*/ 50 w 51"/>
                <a:gd name="T5" fmla="*/ 165 h 138"/>
                <a:gd name="T6" fmla="*/ 81 w 51"/>
                <a:gd name="T7" fmla="*/ 224 h 138"/>
                <a:gd name="T8" fmla="*/ 87 w 51"/>
                <a:gd name="T9" fmla="*/ 286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38">
                  <a:moveTo>
                    <a:pt x="0" y="0"/>
                  </a:moveTo>
                  <a:cubicBezTo>
                    <a:pt x="0" y="18"/>
                    <a:pt x="7" y="30"/>
                    <a:pt x="17" y="43"/>
                  </a:cubicBezTo>
                  <a:cubicBezTo>
                    <a:pt x="26" y="55"/>
                    <a:pt x="22" y="67"/>
                    <a:pt x="29" y="79"/>
                  </a:cubicBezTo>
                  <a:cubicBezTo>
                    <a:pt x="34" y="90"/>
                    <a:pt x="44" y="97"/>
                    <a:pt x="48" y="108"/>
                  </a:cubicBezTo>
                  <a:cubicBezTo>
                    <a:pt x="51" y="118"/>
                    <a:pt x="51" y="127"/>
                    <a:pt x="51" y="13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5" name="Freeform 486">
              <a:extLst>
                <a:ext uri="{FF2B5EF4-FFF2-40B4-BE49-F238E27FC236}">
                  <a16:creationId xmlns:a16="http://schemas.microsoft.com/office/drawing/2014/main" id="{5BF3E221-A565-41BA-9BF0-EE8EED024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1372"/>
              <a:ext cx="15" cy="93"/>
            </a:xfrm>
            <a:custGeom>
              <a:avLst/>
              <a:gdLst>
                <a:gd name="T0" fmla="*/ 0 w 12"/>
                <a:gd name="T1" fmla="*/ 0 h 73"/>
                <a:gd name="T2" fmla="*/ 23 w 12"/>
                <a:gd name="T3" fmla="*/ 78 h 73"/>
                <a:gd name="T4" fmla="*/ 20 w 12"/>
                <a:gd name="T5" fmla="*/ 15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3">
                  <a:moveTo>
                    <a:pt x="0" y="0"/>
                  </a:moveTo>
                  <a:cubicBezTo>
                    <a:pt x="8" y="12"/>
                    <a:pt x="12" y="24"/>
                    <a:pt x="11" y="38"/>
                  </a:cubicBezTo>
                  <a:cubicBezTo>
                    <a:pt x="10" y="49"/>
                    <a:pt x="7" y="65"/>
                    <a:pt x="10" y="7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6" name="Freeform 487">
              <a:extLst>
                <a:ext uri="{FF2B5EF4-FFF2-40B4-BE49-F238E27FC236}">
                  <a16:creationId xmlns:a16="http://schemas.microsoft.com/office/drawing/2014/main" id="{0EF135CA-9622-46B4-A62F-4C7799361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158"/>
              <a:ext cx="69" cy="25"/>
            </a:xfrm>
            <a:custGeom>
              <a:avLst/>
              <a:gdLst>
                <a:gd name="T0" fmla="*/ 98 w 58"/>
                <a:gd name="T1" fmla="*/ 5 h 20"/>
                <a:gd name="T2" fmla="*/ 0 w 58"/>
                <a:gd name="T3" fmla="*/ 3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20">
                  <a:moveTo>
                    <a:pt x="58" y="2"/>
                  </a:moveTo>
                  <a:cubicBezTo>
                    <a:pt x="44" y="20"/>
                    <a:pt x="15" y="0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7" name="Freeform 488">
              <a:extLst>
                <a:ext uri="{FF2B5EF4-FFF2-40B4-BE49-F238E27FC236}">
                  <a16:creationId xmlns:a16="http://schemas.microsoft.com/office/drawing/2014/main" id="{8A3A7961-906D-4FD1-BB92-3AB282F2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367"/>
              <a:ext cx="12" cy="51"/>
            </a:xfrm>
            <a:custGeom>
              <a:avLst/>
              <a:gdLst>
                <a:gd name="T0" fmla="*/ 0 w 10"/>
                <a:gd name="T1" fmla="*/ 0 h 40"/>
                <a:gd name="T2" fmla="*/ 16 w 10"/>
                <a:gd name="T3" fmla="*/ 42 h 40"/>
                <a:gd name="T4" fmla="*/ 12 w 10"/>
                <a:gd name="T5" fmla="*/ 8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0">
                  <a:moveTo>
                    <a:pt x="0" y="0"/>
                  </a:moveTo>
                  <a:cubicBezTo>
                    <a:pt x="0" y="5"/>
                    <a:pt x="8" y="13"/>
                    <a:pt x="9" y="20"/>
                  </a:cubicBezTo>
                  <a:cubicBezTo>
                    <a:pt x="10" y="27"/>
                    <a:pt x="7" y="32"/>
                    <a:pt x="7" y="4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8" name="Freeform 489">
              <a:extLst>
                <a:ext uri="{FF2B5EF4-FFF2-40B4-BE49-F238E27FC236}">
                  <a16:creationId xmlns:a16="http://schemas.microsoft.com/office/drawing/2014/main" id="{952CC04B-5558-4F19-BD29-ED514BCD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768"/>
              <a:ext cx="115" cy="155"/>
            </a:xfrm>
            <a:custGeom>
              <a:avLst/>
              <a:gdLst>
                <a:gd name="T0" fmla="*/ 165 w 96"/>
                <a:gd name="T1" fmla="*/ 250 h 122"/>
                <a:gd name="T2" fmla="*/ 138 w 96"/>
                <a:gd name="T3" fmla="*/ 168 h 122"/>
                <a:gd name="T4" fmla="*/ 85 w 96"/>
                <a:gd name="T5" fmla="*/ 91 h 122"/>
                <a:gd name="T6" fmla="*/ 55 w 96"/>
                <a:gd name="T7" fmla="*/ 17 h 122"/>
                <a:gd name="T8" fmla="*/ 0 w 96"/>
                <a:gd name="T9" fmla="*/ 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22">
                  <a:moveTo>
                    <a:pt x="96" y="122"/>
                  </a:moveTo>
                  <a:cubicBezTo>
                    <a:pt x="90" y="108"/>
                    <a:pt x="89" y="94"/>
                    <a:pt x="80" y="82"/>
                  </a:cubicBezTo>
                  <a:cubicBezTo>
                    <a:pt x="70" y="68"/>
                    <a:pt x="56" y="61"/>
                    <a:pt x="49" y="45"/>
                  </a:cubicBezTo>
                  <a:cubicBezTo>
                    <a:pt x="42" y="31"/>
                    <a:pt x="44" y="18"/>
                    <a:pt x="32" y="8"/>
                  </a:cubicBezTo>
                  <a:cubicBezTo>
                    <a:pt x="25" y="2"/>
                    <a:pt x="6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9" name="Freeform 490">
              <a:extLst>
                <a:ext uri="{FF2B5EF4-FFF2-40B4-BE49-F238E27FC236}">
                  <a16:creationId xmlns:a16="http://schemas.microsoft.com/office/drawing/2014/main" id="{E8B31E48-1F70-4547-95EA-481B5A2D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1342"/>
              <a:ext cx="91" cy="302"/>
            </a:xfrm>
            <a:custGeom>
              <a:avLst/>
              <a:gdLst>
                <a:gd name="T0" fmla="*/ 131 w 76"/>
                <a:gd name="T1" fmla="*/ 491 h 237"/>
                <a:gd name="T2" fmla="*/ 75 w 76"/>
                <a:gd name="T3" fmla="*/ 159 h 237"/>
                <a:gd name="T4" fmla="*/ 0 w 76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237">
                  <a:moveTo>
                    <a:pt x="76" y="237"/>
                  </a:moveTo>
                  <a:cubicBezTo>
                    <a:pt x="45" y="193"/>
                    <a:pt x="53" y="127"/>
                    <a:pt x="44" y="77"/>
                  </a:cubicBezTo>
                  <a:cubicBezTo>
                    <a:pt x="39" y="52"/>
                    <a:pt x="3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0" name="Freeform 491">
              <a:extLst>
                <a:ext uri="{FF2B5EF4-FFF2-40B4-BE49-F238E27FC236}">
                  <a16:creationId xmlns:a16="http://schemas.microsoft.com/office/drawing/2014/main" id="{AB5F3624-54C0-42E6-916E-4A7DE6880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656"/>
              <a:ext cx="115" cy="108"/>
            </a:xfrm>
            <a:custGeom>
              <a:avLst/>
              <a:gdLst>
                <a:gd name="T0" fmla="*/ 165 w 96"/>
                <a:gd name="T1" fmla="*/ 174 h 85"/>
                <a:gd name="T2" fmla="*/ 67 w 96"/>
                <a:gd name="T3" fmla="*/ 23 h 85"/>
                <a:gd name="T4" fmla="*/ 0 w 96"/>
                <a:gd name="T5" fmla="*/ 55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85">
                  <a:moveTo>
                    <a:pt x="96" y="85"/>
                  </a:moveTo>
                  <a:cubicBezTo>
                    <a:pt x="72" y="64"/>
                    <a:pt x="70" y="24"/>
                    <a:pt x="39" y="11"/>
                  </a:cubicBezTo>
                  <a:cubicBezTo>
                    <a:pt x="13" y="0"/>
                    <a:pt x="17" y="21"/>
                    <a:pt x="0" y="2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1" name="Freeform 492">
              <a:extLst>
                <a:ext uri="{FF2B5EF4-FFF2-40B4-BE49-F238E27FC236}">
                  <a16:creationId xmlns:a16="http://schemas.microsoft.com/office/drawing/2014/main" id="{1FB6F9B4-01C5-43C2-B117-4B23742A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940"/>
              <a:ext cx="137" cy="43"/>
            </a:xfrm>
            <a:custGeom>
              <a:avLst/>
              <a:gdLst>
                <a:gd name="T0" fmla="*/ 0 w 114"/>
                <a:gd name="T1" fmla="*/ 23 h 34"/>
                <a:gd name="T2" fmla="*/ 126 w 114"/>
                <a:gd name="T3" fmla="*/ 6 h 34"/>
                <a:gd name="T4" fmla="*/ 198 w 114"/>
                <a:gd name="T5" fmla="*/ 4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34">
                  <a:moveTo>
                    <a:pt x="0" y="11"/>
                  </a:moveTo>
                  <a:cubicBezTo>
                    <a:pt x="29" y="34"/>
                    <a:pt x="45" y="8"/>
                    <a:pt x="72" y="3"/>
                  </a:cubicBezTo>
                  <a:cubicBezTo>
                    <a:pt x="87" y="0"/>
                    <a:pt x="111" y="8"/>
                    <a:pt x="114" y="2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2" name="Freeform 493">
              <a:extLst>
                <a:ext uri="{FF2B5EF4-FFF2-40B4-BE49-F238E27FC236}">
                  <a16:creationId xmlns:a16="http://schemas.microsoft.com/office/drawing/2014/main" id="{E44855CF-1BCB-463C-B05F-89DCBE80D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180"/>
              <a:ext cx="146" cy="55"/>
            </a:xfrm>
            <a:custGeom>
              <a:avLst/>
              <a:gdLst>
                <a:gd name="T0" fmla="*/ 0 w 123"/>
                <a:gd name="T1" fmla="*/ 0 h 43"/>
                <a:gd name="T2" fmla="*/ 115 w 123"/>
                <a:gd name="T3" fmla="*/ 69 h 43"/>
                <a:gd name="T4" fmla="*/ 205 w 123"/>
                <a:gd name="T5" fmla="*/ 9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3">
                  <a:moveTo>
                    <a:pt x="0" y="0"/>
                  </a:moveTo>
                  <a:cubicBezTo>
                    <a:pt x="24" y="29"/>
                    <a:pt x="30" y="41"/>
                    <a:pt x="69" y="33"/>
                  </a:cubicBezTo>
                  <a:cubicBezTo>
                    <a:pt x="89" y="29"/>
                    <a:pt x="106" y="33"/>
                    <a:pt x="123" y="4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3" name="Freeform 494">
              <a:extLst>
                <a:ext uri="{FF2B5EF4-FFF2-40B4-BE49-F238E27FC236}">
                  <a16:creationId xmlns:a16="http://schemas.microsoft.com/office/drawing/2014/main" id="{2EA08C1C-1F58-4E69-8264-D81DA9B46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238"/>
              <a:ext cx="67" cy="177"/>
            </a:xfrm>
            <a:custGeom>
              <a:avLst/>
              <a:gdLst>
                <a:gd name="T0" fmla="*/ 0 w 56"/>
                <a:gd name="T1" fmla="*/ 0 h 139"/>
                <a:gd name="T2" fmla="*/ 42 w 56"/>
                <a:gd name="T3" fmla="*/ 70 h 139"/>
                <a:gd name="T4" fmla="*/ 80 w 56"/>
                <a:gd name="T5" fmla="*/ 158 h 139"/>
                <a:gd name="T6" fmla="*/ 96 w 56"/>
                <a:gd name="T7" fmla="*/ 287 h 139"/>
                <a:gd name="T8" fmla="*/ 87 w 56"/>
                <a:gd name="T9" fmla="*/ 27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39">
                  <a:moveTo>
                    <a:pt x="0" y="0"/>
                  </a:moveTo>
                  <a:cubicBezTo>
                    <a:pt x="7" y="13"/>
                    <a:pt x="13" y="24"/>
                    <a:pt x="24" y="34"/>
                  </a:cubicBezTo>
                  <a:cubicBezTo>
                    <a:pt x="37" y="47"/>
                    <a:pt x="46" y="56"/>
                    <a:pt x="47" y="76"/>
                  </a:cubicBezTo>
                  <a:cubicBezTo>
                    <a:pt x="48" y="99"/>
                    <a:pt x="38" y="120"/>
                    <a:pt x="56" y="139"/>
                  </a:cubicBezTo>
                  <a:cubicBezTo>
                    <a:pt x="54" y="138"/>
                    <a:pt x="52" y="136"/>
                    <a:pt x="51" y="1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4" name="Freeform 495">
              <a:extLst>
                <a:ext uri="{FF2B5EF4-FFF2-40B4-BE49-F238E27FC236}">
                  <a16:creationId xmlns:a16="http://schemas.microsoft.com/office/drawing/2014/main" id="{74F6B62A-E396-40BE-8317-2F2A2699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342"/>
              <a:ext cx="60" cy="77"/>
            </a:xfrm>
            <a:custGeom>
              <a:avLst/>
              <a:gdLst>
                <a:gd name="T0" fmla="*/ 0 w 50"/>
                <a:gd name="T1" fmla="*/ 0 h 60"/>
                <a:gd name="T2" fmla="*/ 53 w 50"/>
                <a:gd name="T3" fmla="*/ 68 h 60"/>
                <a:gd name="T4" fmla="*/ 86 w 50"/>
                <a:gd name="T5" fmla="*/ 127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0">
                  <a:moveTo>
                    <a:pt x="0" y="0"/>
                  </a:moveTo>
                  <a:cubicBezTo>
                    <a:pt x="13" y="7"/>
                    <a:pt x="23" y="18"/>
                    <a:pt x="31" y="32"/>
                  </a:cubicBezTo>
                  <a:cubicBezTo>
                    <a:pt x="37" y="43"/>
                    <a:pt x="37" y="56"/>
                    <a:pt x="50" y="6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5" name="Freeform 496">
              <a:extLst>
                <a:ext uri="{FF2B5EF4-FFF2-40B4-BE49-F238E27FC236}">
                  <a16:creationId xmlns:a16="http://schemas.microsoft.com/office/drawing/2014/main" id="{A92CEACA-E011-42A1-AEDA-FACF11B4E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1281"/>
              <a:ext cx="48" cy="241"/>
            </a:xfrm>
            <a:custGeom>
              <a:avLst/>
              <a:gdLst>
                <a:gd name="T0" fmla="*/ 70 w 40"/>
                <a:gd name="T1" fmla="*/ 391 h 189"/>
                <a:gd name="T2" fmla="*/ 24 w 40"/>
                <a:gd name="T3" fmla="*/ 143 h 189"/>
                <a:gd name="T4" fmla="*/ 0 w 40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89">
                  <a:moveTo>
                    <a:pt x="40" y="189"/>
                  </a:moveTo>
                  <a:cubicBezTo>
                    <a:pt x="12" y="154"/>
                    <a:pt x="10" y="112"/>
                    <a:pt x="14" y="69"/>
                  </a:cubicBezTo>
                  <a:cubicBezTo>
                    <a:pt x="15" y="49"/>
                    <a:pt x="18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6" name="Freeform 497">
              <a:extLst>
                <a:ext uri="{FF2B5EF4-FFF2-40B4-BE49-F238E27FC236}">
                  <a16:creationId xmlns:a16="http://schemas.microsoft.com/office/drawing/2014/main" id="{2D2DDEEF-A36B-44BE-B48D-4486AAB62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463"/>
              <a:ext cx="65" cy="242"/>
            </a:xfrm>
            <a:custGeom>
              <a:avLst/>
              <a:gdLst>
                <a:gd name="T0" fmla="*/ 0 w 54"/>
                <a:gd name="T1" fmla="*/ 0 h 190"/>
                <a:gd name="T2" fmla="*/ 10 w 54"/>
                <a:gd name="T3" fmla="*/ 120 h 190"/>
                <a:gd name="T4" fmla="*/ 69 w 54"/>
                <a:gd name="T5" fmla="*/ 232 h 190"/>
                <a:gd name="T6" fmla="*/ 83 w 54"/>
                <a:gd name="T7" fmla="*/ 325 h 190"/>
                <a:gd name="T8" fmla="*/ 94 w 54"/>
                <a:gd name="T9" fmla="*/ 392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90">
                  <a:moveTo>
                    <a:pt x="0" y="0"/>
                  </a:moveTo>
                  <a:cubicBezTo>
                    <a:pt x="4" y="18"/>
                    <a:pt x="1" y="39"/>
                    <a:pt x="6" y="58"/>
                  </a:cubicBezTo>
                  <a:cubicBezTo>
                    <a:pt x="11" y="79"/>
                    <a:pt x="28" y="94"/>
                    <a:pt x="39" y="112"/>
                  </a:cubicBezTo>
                  <a:cubicBezTo>
                    <a:pt x="47" y="127"/>
                    <a:pt x="45" y="140"/>
                    <a:pt x="47" y="157"/>
                  </a:cubicBezTo>
                  <a:cubicBezTo>
                    <a:pt x="48" y="168"/>
                    <a:pt x="53" y="179"/>
                    <a:pt x="54" y="19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7" name="Freeform 498">
              <a:extLst>
                <a:ext uri="{FF2B5EF4-FFF2-40B4-BE49-F238E27FC236}">
                  <a16:creationId xmlns:a16="http://schemas.microsoft.com/office/drawing/2014/main" id="{6FE9BB12-82D1-40CF-9688-A4B7D09F4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1444"/>
              <a:ext cx="60" cy="93"/>
            </a:xfrm>
            <a:custGeom>
              <a:avLst/>
              <a:gdLst>
                <a:gd name="T0" fmla="*/ 0 w 50"/>
                <a:gd name="T1" fmla="*/ 0 h 73"/>
                <a:gd name="T2" fmla="*/ 43 w 50"/>
                <a:gd name="T3" fmla="*/ 113 h 73"/>
                <a:gd name="T4" fmla="*/ 86 w 50"/>
                <a:gd name="T5" fmla="*/ 15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73">
                  <a:moveTo>
                    <a:pt x="0" y="0"/>
                  </a:moveTo>
                  <a:cubicBezTo>
                    <a:pt x="16" y="11"/>
                    <a:pt x="11" y="42"/>
                    <a:pt x="25" y="55"/>
                  </a:cubicBezTo>
                  <a:cubicBezTo>
                    <a:pt x="34" y="63"/>
                    <a:pt x="42" y="61"/>
                    <a:pt x="50" y="7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8" name="Freeform 499">
              <a:extLst>
                <a:ext uri="{FF2B5EF4-FFF2-40B4-BE49-F238E27FC236}">
                  <a16:creationId xmlns:a16="http://schemas.microsoft.com/office/drawing/2014/main" id="{21D80E21-A6D5-456B-94DE-F542B1917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1289"/>
              <a:ext cx="86" cy="148"/>
            </a:xfrm>
            <a:custGeom>
              <a:avLst/>
              <a:gdLst>
                <a:gd name="T0" fmla="*/ 6 w 72"/>
                <a:gd name="T1" fmla="*/ 5 h 116"/>
                <a:gd name="T2" fmla="*/ 2 w 72"/>
                <a:gd name="T3" fmla="*/ 8 h 116"/>
                <a:gd name="T4" fmla="*/ 79 w 72"/>
                <a:gd name="T5" fmla="*/ 55 h 116"/>
                <a:gd name="T6" fmla="*/ 88 w 72"/>
                <a:gd name="T7" fmla="*/ 129 h 116"/>
                <a:gd name="T8" fmla="*/ 97 w 72"/>
                <a:gd name="T9" fmla="*/ 194 h 116"/>
                <a:gd name="T10" fmla="*/ 123 w 72"/>
                <a:gd name="T11" fmla="*/ 241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16">
                  <a:moveTo>
                    <a:pt x="3" y="2"/>
                  </a:moveTo>
                  <a:cubicBezTo>
                    <a:pt x="3" y="3"/>
                    <a:pt x="0" y="0"/>
                    <a:pt x="2" y="4"/>
                  </a:cubicBezTo>
                  <a:cubicBezTo>
                    <a:pt x="17" y="11"/>
                    <a:pt x="36" y="9"/>
                    <a:pt x="46" y="27"/>
                  </a:cubicBezTo>
                  <a:cubicBezTo>
                    <a:pt x="52" y="37"/>
                    <a:pt x="51" y="51"/>
                    <a:pt x="52" y="62"/>
                  </a:cubicBezTo>
                  <a:cubicBezTo>
                    <a:pt x="52" y="73"/>
                    <a:pt x="52" y="83"/>
                    <a:pt x="57" y="93"/>
                  </a:cubicBezTo>
                  <a:cubicBezTo>
                    <a:pt x="62" y="102"/>
                    <a:pt x="70" y="107"/>
                    <a:pt x="72" y="11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9" name="Freeform 500">
              <a:extLst>
                <a:ext uri="{FF2B5EF4-FFF2-40B4-BE49-F238E27FC236}">
                  <a16:creationId xmlns:a16="http://schemas.microsoft.com/office/drawing/2014/main" id="{62157F8C-EB17-4E5D-B554-A8865C44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1238"/>
              <a:ext cx="29" cy="112"/>
            </a:xfrm>
            <a:custGeom>
              <a:avLst/>
              <a:gdLst>
                <a:gd name="T0" fmla="*/ 25 w 24"/>
                <a:gd name="T1" fmla="*/ 0 h 88"/>
                <a:gd name="T2" fmla="*/ 36 w 24"/>
                <a:gd name="T3" fmla="*/ 55 h 88"/>
                <a:gd name="T4" fmla="*/ 25 w 24"/>
                <a:gd name="T5" fmla="*/ 103 h 88"/>
                <a:gd name="T6" fmla="*/ 0 w 24"/>
                <a:gd name="T7" fmla="*/ 18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8">
                  <a:moveTo>
                    <a:pt x="14" y="0"/>
                  </a:moveTo>
                  <a:cubicBezTo>
                    <a:pt x="14" y="10"/>
                    <a:pt x="24" y="15"/>
                    <a:pt x="21" y="27"/>
                  </a:cubicBezTo>
                  <a:cubicBezTo>
                    <a:pt x="20" y="35"/>
                    <a:pt x="15" y="41"/>
                    <a:pt x="14" y="50"/>
                  </a:cubicBezTo>
                  <a:cubicBezTo>
                    <a:pt x="12" y="64"/>
                    <a:pt x="0" y="76"/>
                    <a:pt x="0" y="8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0" name="Freeform 501">
              <a:extLst>
                <a:ext uri="{FF2B5EF4-FFF2-40B4-BE49-F238E27FC236}">
                  <a16:creationId xmlns:a16="http://schemas.microsoft.com/office/drawing/2014/main" id="{F6F01E3A-67FB-45DA-B67D-58CCD3D63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275"/>
              <a:ext cx="39" cy="48"/>
            </a:xfrm>
            <a:custGeom>
              <a:avLst/>
              <a:gdLst>
                <a:gd name="T0" fmla="*/ 0 w 33"/>
                <a:gd name="T1" fmla="*/ 8 h 38"/>
                <a:gd name="T2" fmla="*/ 24 w 33"/>
                <a:gd name="T3" fmla="*/ 54 h 38"/>
                <a:gd name="T4" fmla="*/ 54 w 33"/>
                <a:gd name="T5" fmla="*/ 7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0" y="4"/>
                  </a:moveTo>
                  <a:cubicBezTo>
                    <a:pt x="2" y="0"/>
                    <a:pt x="12" y="23"/>
                    <a:pt x="14" y="27"/>
                  </a:cubicBezTo>
                  <a:cubicBezTo>
                    <a:pt x="19" y="33"/>
                    <a:pt x="32" y="35"/>
                    <a:pt x="33" y="3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1" name="Freeform 502">
              <a:extLst>
                <a:ext uri="{FF2B5EF4-FFF2-40B4-BE49-F238E27FC236}">
                  <a16:creationId xmlns:a16="http://schemas.microsoft.com/office/drawing/2014/main" id="{3C3335A0-F238-4317-8323-1DC2DA7C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1740"/>
              <a:ext cx="51" cy="63"/>
            </a:xfrm>
            <a:custGeom>
              <a:avLst/>
              <a:gdLst>
                <a:gd name="T0" fmla="*/ 71 w 43"/>
                <a:gd name="T1" fmla="*/ 100 h 50"/>
                <a:gd name="T2" fmla="*/ 59 w 43"/>
                <a:gd name="T3" fmla="*/ 25 h 50"/>
                <a:gd name="T4" fmla="*/ 0 w 43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0">
                  <a:moveTo>
                    <a:pt x="43" y="50"/>
                  </a:moveTo>
                  <a:cubicBezTo>
                    <a:pt x="40" y="40"/>
                    <a:pt x="43" y="21"/>
                    <a:pt x="35" y="13"/>
                  </a:cubicBezTo>
                  <a:cubicBezTo>
                    <a:pt x="26" y="3"/>
                    <a:pt x="5" y="1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2" name="Freeform 503">
              <a:extLst>
                <a:ext uri="{FF2B5EF4-FFF2-40B4-BE49-F238E27FC236}">
                  <a16:creationId xmlns:a16="http://schemas.microsoft.com/office/drawing/2014/main" id="{488602E6-67FE-4C28-B51B-3C436DDD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829"/>
              <a:ext cx="85" cy="65"/>
            </a:xfrm>
            <a:custGeom>
              <a:avLst/>
              <a:gdLst>
                <a:gd name="T0" fmla="*/ 0 w 71"/>
                <a:gd name="T1" fmla="*/ 61 h 51"/>
                <a:gd name="T2" fmla="*/ 61 w 71"/>
                <a:gd name="T3" fmla="*/ 22 h 51"/>
                <a:gd name="T4" fmla="*/ 122 w 71"/>
                <a:gd name="T5" fmla="*/ 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1">
                  <a:moveTo>
                    <a:pt x="0" y="30"/>
                  </a:moveTo>
                  <a:cubicBezTo>
                    <a:pt x="25" y="51"/>
                    <a:pt x="22" y="23"/>
                    <a:pt x="36" y="10"/>
                  </a:cubicBezTo>
                  <a:cubicBezTo>
                    <a:pt x="47" y="0"/>
                    <a:pt x="63" y="10"/>
                    <a:pt x="71" y="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Freeform 504">
              <a:extLst>
                <a:ext uri="{FF2B5EF4-FFF2-40B4-BE49-F238E27FC236}">
                  <a16:creationId xmlns:a16="http://schemas.microsoft.com/office/drawing/2014/main" id="{24F93EB9-8495-4D05-9C2B-1117CCC4D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1789"/>
              <a:ext cx="58" cy="48"/>
            </a:xfrm>
            <a:custGeom>
              <a:avLst/>
              <a:gdLst>
                <a:gd name="T0" fmla="*/ 0 w 48"/>
                <a:gd name="T1" fmla="*/ 44 h 37"/>
                <a:gd name="T2" fmla="*/ 42 w 48"/>
                <a:gd name="T3" fmla="*/ 39 h 37"/>
                <a:gd name="T4" fmla="*/ 77 w 48"/>
                <a:gd name="T5" fmla="*/ 1 h 37"/>
                <a:gd name="T6" fmla="*/ 85 w 48"/>
                <a:gd name="T7" fmla="*/ 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7">
                  <a:moveTo>
                    <a:pt x="0" y="20"/>
                  </a:moveTo>
                  <a:cubicBezTo>
                    <a:pt x="1" y="37"/>
                    <a:pt x="17" y="21"/>
                    <a:pt x="24" y="18"/>
                  </a:cubicBezTo>
                  <a:cubicBezTo>
                    <a:pt x="35" y="13"/>
                    <a:pt x="43" y="15"/>
                    <a:pt x="44" y="1"/>
                  </a:cubicBezTo>
                  <a:cubicBezTo>
                    <a:pt x="45" y="0"/>
                    <a:pt x="47" y="1"/>
                    <a:pt x="48" y="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4" name="Freeform 505">
              <a:extLst>
                <a:ext uri="{FF2B5EF4-FFF2-40B4-BE49-F238E27FC236}">
                  <a16:creationId xmlns:a16="http://schemas.microsoft.com/office/drawing/2014/main" id="{BDE574B9-3BCD-4F77-BAD8-3C14D9665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1891"/>
              <a:ext cx="140" cy="68"/>
            </a:xfrm>
            <a:custGeom>
              <a:avLst/>
              <a:gdLst>
                <a:gd name="T0" fmla="*/ 201 w 117"/>
                <a:gd name="T1" fmla="*/ 112 h 53"/>
                <a:gd name="T2" fmla="*/ 80 w 117"/>
                <a:gd name="T3" fmla="*/ 28 h 53"/>
                <a:gd name="T4" fmla="*/ 31 w 117"/>
                <a:gd name="T5" fmla="*/ 54 h 53"/>
                <a:gd name="T6" fmla="*/ 0 w 117"/>
                <a:gd name="T7" fmla="*/ 2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53">
                  <a:moveTo>
                    <a:pt x="117" y="53"/>
                  </a:moveTo>
                  <a:cubicBezTo>
                    <a:pt x="109" y="27"/>
                    <a:pt x="75" y="0"/>
                    <a:pt x="47" y="13"/>
                  </a:cubicBezTo>
                  <a:cubicBezTo>
                    <a:pt x="34" y="19"/>
                    <a:pt x="35" y="32"/>
                    <a:pt x="18" y="26"/>
                  </a:cubicBezTo>
                  <a:cubicBezTo>
                    <a:pt x="9" y="24"/>
                    <a:pt x="5" y="17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5" name="Freeform 506">
              <a:extLst>
                <a:ext uri="{FF2B5EF4-FFF2-40B4-BE49-F238E27FC236}">
                  <a16:creationId xmlns:a16="http://schemas.microsoft.com/office/drawing/2014/main" id="{2C625B5F-CCC3-49A9-83BA-D64DE9B1C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1968"/>
              <a:ext cx="79" cy="81"/>
            </a:xfrm>
            <a:custGeom>
              <a:avLst/>
              <a:gdLst>
                <a:gd name="T0" fmla="*/ 114 w 66"/>
                <a:gd name="T1" fmla="*/ 120 h 64"/>
                <a:gd name="T2" fmla="*/ 59 w 66"/>
                <a:gd name="T3" fmla="*/ 116 h 64"/>
                <a:gd name="T4" fmla="*/ 35 w 66"/>
                <a:gd name="T5" fmla="*/ 62 h 64"/>
                <a:gd name="T6" fmla="*/ 0 w 66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64">
                  <a:moveTo>
                    <a:pt x="66" y="59"/>
                  </a:moveTo>
                  <a:cubicBezTo>
                    <a:pt x="56" y="60"/>
                    <a:pt x="44" y="64"/>
                    <a:pt x="34" y="58"/>
                  </a:cubicBezTo>
                  <a:cubicBezTo>
                    <a:pt x="23" y="51"/>
                    <a:pt x="25" y="40"/>
                    <a:pt x="20" y="31"/>
                  </a:cubicBezTo>
                  <a:cubicBezTo>
                    <a:pt x="14" y="19"/>
                    <a:pt x="2" y="14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6" name="Freeform 507">
              <a:extLst>
                <a:ext uri="{FF2B5EF4-FFF2-40B4-BE49-F238E27FC236}">
                  <a16:creationId xmlns:a16="http://schemas.microsoft.com/office/drawing/2014/main" id="{086B4DF6-AC7B-472B-A6C5-4499DA685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062"/>
              <a:ext cx="75" cy="61"/>
            </a:xfrm>
            <a:custGeom>
              <a:avLst/>
              <a:gdLst>
                <a:gd name="T0" fmla="*/ 98 w 63"/>
                <a:gd name="T1" fmla="*/ 89 h 48"/>
                <a:gd name="T2" fmla="*/ 106 w 63"/>
                <a:gd name="T3" fmla="*/ 99 h 48"/>
                <a:gd name="T4" fmla="*/ 46 w 63"/>
                <a:gd name="T5" fmla="*/ 36 h 48"/>
                <a:gd name="T6" fmla="*/ 0 w 63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8">
                  <a:moveTo>
                    <a:pt x="58" y="43"/>
                  </a:moveTo>
                  <a:cubicBezTo>
                    <a:pt x="60" y="45"/>
                    <a:pt x="62" y="45"/>
                    <a:pt x="63" y="48"/>
                  </a:cubicBezTo>
                  <a:cubicBezTo>
                    <a:pt x="56" y="31"/>
                    <a:pt x="44" y="22"/>
                    <a:pt x="28" y="17"/>
                  </a:cubicBezTo>
                  <a:cubicBezTo>
                    <a:pt x="16" y="13"/>
                    <a:pt x="8" y="1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7" name="Freeform 508">
              <a:extLst>
                <a:ext uri="{FF2B5EF4-FFF2-40B4-BE49-F238E27FC236}">
                  <a16:creationId xmlns:a16="http://schemas.microsoft.com/office/drawing/2014/main" id="{704DFC14-CF01-490A-9005-CCA768CBE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126"/>
              <a:ext cx="37" cy="28"/>
            </a:xfrm>
            <a:custGeom>
              <a:avLst/>
              <a:gdLst>
                <a:gd name="T0" fmla="*/ 53 w 31"/>
                <a:gd name="T1" fmla="*/ 46 h 22"/>
                <a:gd name="T2" fmla="*/ 30 w 31"/>
                <a:gd name="T3" fmla="*/ 10 h 22"/>
                <a:gd name="T4" fmla="*/ 0 w 3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31" y="22"/>
                  </a:moveTo>
                  <a:cubicBezTo>
                    <a:pt x="31" y="18"/>
                    <a:pt x="23" y="8"/>
                    <a:pt x="18" y="5"/>
                  </a:cubicBezTo>
                  <a:cubicBezTo>
                    <a:pt x="11" y="2"/>
                    <a:pt x="4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8" name="Freeform 509">
              <a:extLst>
                <a:ext uri="{FF2B5EF4-FFF2-40B4-BE49-F238E27FC236}">
                  <a16:creationId xmlns:a16="http://schemas.microsoft.com/office/drawing/2014/main" id="{8CC65575-047A-44E1-9D0C-54DEFDB58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165"/>
              <a:ext cx="45" cy="57"/>
            </a:xfrm>
            <a:custGeom>
              <a:avLst/>
              <a:gdLst>
                <a:gd name="T0" fmla="*/ 0 w 38"/>
                <a:gd name="T1" fmla="*/ 0 h 45"/>
                <a:gd name="T2" fmla="*/ 45 w 38"/>
                <a:gd name="T3" fmla="*/ 53 h 45"/>
                <a:gd name="T4" fmla="*/ 63 w 38"/>
                <a:gd name="T5" fmla="*/ 9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cubicBezTo>
                    <a:pt x="13" y="4"/>
                    <a:pt x="22" y="14"/>
                    <a:pt x="27" y="26"/>
                  </a:cubicBezTo>
                  <a:cubicBezTo>
                    <a:pt x="30" y="33"/>
                    <a:pt x="28" y="43"/>
                    <a:pt x="38" y="4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Freeform 510">
              <a:extLst>
                <a:ext uri="{FF2B5EF4-FFF2-40B4-BE49-F238E27FC236}">
                  <a16:creationId xmlns:a16="http://schemas.microsoft.com/office/drawing/2014/main" id="{9041C2E1-32D8-4E93-84D6-47C87A96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155"/>
              <a:ext cx="49" cy="73"/>
            </a:xfrm>
            <a:custGeom>
              <a:avLst/>
              <a:gdLst>
                <a:gd name="T0" fmla="*/ 0 w 41"/>
                <a:gd name="T1" fmla="*/ 0 h 57"/>
                <a:gd name="T2" fmla="*/ 23 w 41"/>
                <a:gd name="T3" fmla="*/ 31 h 57"/>
                <a:gd name="T4" fmla="*/ 24 w 41"/>
                <a:gd name="T5" fmla="*/ 68 h 57"/>
                <a:gd name="T6" fmla="*/ 68 w 41"/>
                <a:gd name="T7" fmla="*/ 119 h 57"/>
                <a:gd name="T8" fmla="*/ 65 w 41"/>
                <a:gd name="T9" fmla="*/ 11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7">
                  <a:moveTo>
                    <a:pt x="0" y="0"/>
                  </a:moveTo>
                  <a:cubicBezTo>
                    <a:pt x="3" y="6"/>
                    <a:pt x="10" y="9"/>
                    <a:pt x="13" y="15"/>
                  </a:cubicBezTo>
                  <a:cubicBezTo>
                    <a:pt x="15" y="20"/>
                    <a:pt x="12" y="26"/>
                    <a:pt x="14" y="32"/>
                  </a:cubicBezTo>
                  <a:cubicBezTo>
                    <a:pt x="18" y="44"/>
                    <a:pt x="32" y="50"/>
                    <a:pt x="40" y="57"/>
                  </a:cubicBezTo>
                  <a:cubicBezTo>
                    <a:pt x="41" y="57"/>
                    <a:pt x="38" y="54"/>
                    <a:pt x="38" y="5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0" name="Freeform 511">
              <a:extLst>
                <a:ext uri="{FF2B5EF4-FFF2-40B4-BE49-F238E27FC236}">
                  <a16:creationId xmlns:a16="http://schemas.microsoft.com/office/drawing/2014/main" id="{3DB3A438-1BF2-4A1D-8DAE-60A92043B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202"/>
              <a:ext cx="106" cy="169"/>
            </a:xfrm>
            <a:custGeom>
              <a:avLst/>
              <a:gdLst>
                <a:gd name="T0" fmla="*/ 0 w 89"/>
                <a:gd name="T1" fmla="*/ 0 h 133"/>
                <a:gd name="T2" fmla="*/ 85 w 89"/>
                <a:gd name="T3" fmla="*/ 83 h 133"/>
                <a:gd name="T4" fmla="*/ 101 w 89"/>
                <a:gd name="T5" fmla="*/ 160 h 133"/>
                <a:gd name="T6" fmla="*/ 104 w 89"/>
                <a:gd name="T7" fmla="*/ 244 h 133"/>
                <a:gd name="T8" fmla="*/ 150 w 89"/>
                <a:gd name="T9" fmla="*/ 27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33">
                  <a:moveTo>
                    <a:pt x="0" y="0"/>
                  </a:moveTo>
                  <a:cubicBezTo>
                    <a:pt x="6" y="22"/>
                    <a:pt x="35" y="27"/>
                    <a:pt x="50" y="40"/>
                  </a:cubicBezTo>
                  <a:cubicBezTo>
                    <a:pt x="65" y="53"/>
                    <a:pt x="63" y="62"/>
                    <a:pt x="60" y="78"/>
                  </a:cubicBezTo>
                  <a:cubicBezTo>
                    <a:pt x="58" y="90"/>
                    <a:pt x="53" y="108"/>
                    <a:pt x="61" y="119"/>
                  </a:cubicBezTo>
                  <a:cubicBezTo>
                    <a:pt x="67" y="128"/>
                    <a:pt x="84" y="131"/>
                    <a:pt x="89" y="13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1" name="Freeform 512">
              <a:extLst>
                <a:ext uri="{FF2B5EF4-FFF2-40B4-BE49-F238E27FC236}">
                  <a16:creationId xmlns:a16="http://schemas.microsoft.com/office/drawing/2014/main" id="{2B8B58C9-8F57-4C0B-857E-104E5F10F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1491"/>
              <a:ext cx="74" cy="107"/>
            </a:xfrm>
            <a:custGeom>
              <a:avLst/>
              <a:gdLst>
                <a:gd name="T0" fmla="*/ 0 w 62"/>
                <a:gd name="T1" fmla="*/ 6 h 84"/>
                <a:gd name="T2" fmla="*/ 2 w 62"/>
                <a:gd name="T3" fmla="*/ 0 h 84"/>
                <a:gd name="T4" fmla="*/ 37 w 62"/>
                <a:gd name="T5" fmla="*/ 129 h 84"/>
                <a:gd name="T6" fmla="*/ 105 w 62"/>
                <a:gd name="T7" fmla="*/ 173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84">
                  <a:moveTo>
                    <a:pt x="0" y="3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10" y="21"/>
                    <a:pt x="5" y="47"/>
                    <a:pt x="22" y="62"/>
                  </a:cubicBezTo>
                  <a:cubicBezTo>
                    <a:pt x="31" y="71"/>
                    <a:pt x="59" y="75"/>
                    <a:pt x="62" y="8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2" name="Freeform 513">
              <a:extLst>
                <a:ext uri="{FF2B5EF4-FFF2-40B4-BE49-F238E27FC236}">
                  <a16:creationId xmlns:a16="http://schemas.microsoft.com/office/drawing/2014/main" id="{F8E76A9D-D2E0-48A8-878E-A90CA6227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591"/>
              <a:ext cx="89" cy="40"/>
            </a:xfrm>
            <a:custGeom>
              <a:avLst/>
              <a:gdLst>
                <a:gd name="T0" fmla="*/ 0 w 75"/>
                <a:gd name="T1" fmla="*/ 0 h 32"/>
                <a:gd name="T2" fmla="*/ 63 w 75"/>
                <a:gd name="T3" fmla="*/ 33 h 32"/>
                <a:gd name="T4" fmla="*/ 126 w 75"/>
                <a:gd name="T5" fmla="*/ 6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2">
                  <a:moveTo>
                    <a:pt x="0" y="0"/>
                  </a:moveTo>
                  <a:cubicBezTo>
                    <a:pt x="13" y="8"/>
                    <a:pt x="21" y="14"/>
                    <a:pt x="38" y="17"/>
                  </a:cubicBezTo>
                  <a:cubicBezTo>
                    <a:pt x="47" y="19"/>
                    <a:pt x="72" y="32"/>
                    <a:pt x="75" y="3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3" name="Freeform 514">
              <a:extLst>
                <a:ext uri="{FF2B5EF4-FFF2-40B4-BE49-F238E27FC236}">
                  <a16:creationId xmlns:a16="http://schemas.microsoft.com/office/drawing/2014/main" id="{09CF9BED-9674-4358-B4BE-72907EBD0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1695"/>
              <a:ext cx="84" cy="40"/>
            </a:xfrm>
            <a:custGeom>
              <a:avLst/>
              <a:gdLst>
                <a:gd name="T0" fmla="*/ 0 w 71"/>
                <a:gd name="T1" fmla="*/ 19 h 31"/>
                <a:gd name="T2" fmla="*/ 117 w 71"/>
                <a:gd name="T3" fmla="*/ 3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1">
                  <a:moveTo>
                    <a:pt x="0" y="9"/>
                  </a:moveTo>
                  <a:cubicBezTo>
                    <a:pt x="16" y="31"/>
                    <a:pt x="47" y="0"/>
                    <a:pt x="71" y="1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4" name="Freeform 515">
              <a:extLst>
                <a:ext uri="{FF2B5EF4-FFF2-40B4-BE49-F238E27FC236}">
                  <a16:creationId xmlns:a16="http://schemas.microsoft.com/office/drawing/2014/main" id="{7464E38C-AD33-4278-87E8-E5764DFBA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631"/>
              <a:ext cx="49" cy="37"/>
            </a:xfrm>
            <a:custGeom>
              <a:avLst/>
              <a:gdLst>
                <a:gd name="T0" fmla="*/ 0 w 41"/>
                <a:gd name="T1" fmla="*/ 0 h 29"/>
                <a:gd name="T2" fmla="*/ 71 w 41"/>
                <a:gd name="T3" fmla="*/ 6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9">
                  <a:moveTo>
                    <a:pt x="0" y="0"/>
                  </a:moveTo>
                  <a:cubicBezTo>
                    <a:pt x="23" y="1"/>
                    <a:pt x="23" y="15"/>
                    <a:pt x="41" y="2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Freeform 516">
              <a:extLst>
                <a:ext uri="{FF2B5EF4-FFF2-40B4-BE49-F238E27FC236}">
                  <a16:creationId xmlns:a16="http://schemas.microsoft.com/office/drawing/2014/main" id="{3DAA68A5-F452-410F-A69F-49A95EAD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1418"/>
              <a:ext cx="41" cy="26"/>
            </a:xfrm>
            <a:custGeom>
              <a:avLst/>
              <a:gdLst>
                <a:gd name="T0" fmla="*/ 56 w 35"/>
                <a:gd name="T1" fmla="*/ 40 h 21"/>
                <a:gd name="T2" fmla="*/ 35 w 35"/>
                <a:gd name="T3" fmla="*/ 6 h 21"/>
                <a:gd name="T4" fmla="*/ 0 w 3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">
                  <a:moveTo>
                    <a:pt x="35" y="21"/>
                  </a:moveTo>
                  <a:cubicBezTo>
                    <a:pt x="32" y="12"/>
                    <a:pt x="30" y="6"/>
                    <a:pt x="22" y="3"/>
                  </a:cubicBezTo>
                  <a:cubicBezTo>
                    <a:pt x="14" y="0"/>
                    <a:pt x="5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6" name="Freeform 517">
              <a:extLst>
                <a:ext uri="{FF2B5EF4-FFF2-40B4-BE49-F238E27FC236}">
                  <a16:creationId xmlns:a16="http://schemas.microsoft.com/office/drawing/2014/main" id="{853010DD-86D7-4731-9F4D-3D843BBA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1313"/>
              <a:ext cx="47" cy="66"/>
            </a:xfrm>
            <a:custGeom>
              <a:avLst/>
              <a:gdLst>
                <a:gd name="T0" fmla="*/ 69 w 39"/>
                <a:gd name="T1" fmla="*/ 107 h 52"/>
                <a:gd name="T2" fmla="*/ 1 w 39"/>
                <a:gd name="T3" fmla="*/ 8 h 52"/>
                <a:gd name="T4" fmla="*/ 1 w 39"/>
                <a:gd name="T5" fmla="*/ 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2">
                  <a:moveTo>
                    <a:pt x="39" y="52"/>
                  </a:moveTo>
                  <a:cubicBezTo>
                    <a:pt x="26" y="50"/>
                    <a:pt x="28" y="6"/>
                    <a:pt x="1" y="4"/>
                  </a:cubicBezTo>
                  <a:cubicBezTo>
                    <a:pt x="1" y="4"/>
                    <a:pt x="0" y="0"/>
                    <a:pt x="1" y="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7" name="Freeform 518">
              <a:extLst>
                <a:ext uri="{FF2B5EF4-FFF2-40B4-BE49-F238E27FC236}">
                  <a16:creationId xmlns:a16="http://schemas.microsoft.com/office/drawing/2014/main" id="{9A35CE27-4371-49A4-BBD7-DE8A6C4D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251"/>
              <a:ext cx="13" cy="56"/>
            </a:xfrm>
            <a:custGeom>
              <a:avLst/>
              <a:gdLst>
                <a:gd name="T0" fmla="*/ 0 w 11"/>
                <a:gd name="T1" fmla="*/ 90 h 44"/>
                <a:gd name="T2" fmla="*/ 9 w 11"/>
                <a:gd name="T3" fmla="*/ 1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4">
                  <a:moveTo>
                    <a:pt x="0" y="44"/>
                  </a:moveTo>
                  <a:cubicBezTo>
                    <a:pt x="1" y="39"/>
                    <a:pt x="11" y="0"/>
                    <a:pt x="6" y="5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8" name="Freeform 519">
              <a:extLst>
                <a:ext uri="{FF2B5EF4-FFF2-40B4-BE49-F238E27FC236}">
                  <a16:creationId xmlns:a16="http://schemas.microsoft.com/office/drawing/2014/main" id="{F551F1AD-5430-41AF-8A22-D68BA59E9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170"/>
              <a:ext cx="56" cy="31"/>
            </a:xfrm>
            <a:custGeom>
              <a:avLst/>
              <a:gdLst>
                <a:gd name="T0" fmla="*/ 80 w 47"/>
                <a:gd name="T1" fmla="*/ 50 h 24"/>
                <a:gd name="T2" fmla="*/ 36 w 47"/>
                <a:gd name="T3" fmla="*/ 30 h 24"/>
                <a:gd name="T4" fmla="*/ 0 w 4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">
                  <a:moveTo>
                    <a:pt x="47" y="23"/>
                  </a:moveTo>
                  <a:cubicBezTo>
                    <a:pt x="40" y="24"/>
                    <a:pt x="28" y="16"/>
                    <a:pt x="21" y="14"/>
                  </a:cubicBezTo>
                  <a:cubicBezTo>
                    <a:pt x="11" y="10"/>
                    <a:pt x="6" y="1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9" name="Freeform 520">
              <a:extLst>
                <a:ext uri="{FF2B5EF4-FFF2-40B4-BE49-F238E27FC236}">
                  <a16:creationId xmlns:a16="http://schemas.microsoft.com/office/drawing/2014/main" id="{61A7A7F2-EDB2-4A8B-9FA0-BDDFA2AE7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318"/>
              <a:ext cx="48" cy="19"/>
            </a:xfrm>
            <a:custGeom>
              <a:avLst/>
              <a:gdLst>
                <a:gd name="T0" fmla="*/ 70 w 40"/>
                <a:gd name="T1" fmla="*/ 30 h 15"/>
                <a:gd name="T2" fmla="*/ 26 w 40"/>
                <a:gd name="T3" fmla="*/ 1 h 15"/>
                <a:gd name="T4" fmla="*/ 0 w 40"/>
                <a:gd name="T5" fmla="*/ 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5">
                  <a:moveTo>
                    <a:pt x="40" y="15"/>
                  </a:moveTo>
                  <a:cubicBezTo>
                    <a:pt x="34" y="8"/>
                    <a:pt x="24" y="0"/>
                    <a:pt x="15" y="1"/>
                  </a:cubicBezTo>
                  <a:cubicBezTo>
                    <a:pt x="9" y="2"/>
                    <a:pt x="7" y="14"/>
                    <a:pt x="0" y="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521">
              <a:extLst>
                <a:ext uri="{FF2B5EF4-FFF2-40B4-BE49-F238E27FC236}">
                  <a16:creationId xmlns:a16="http://schemas.microsoft.com/office/drawing/2014/main" id="{7C6039BA-0836-468B-A0D6-5B78F9FE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379"/>
              <a:ext cx="59" cy="59"/>
            </a:xfrm>
            <a:custGeom>
              <a:avLst/>
              <a:gdLst>
                <a:gd name="T0" fmla="*/ 0 w 49"/>
                <a:gd name="T1" fmla="*/ 0 h 46"/>
                <a:gd name="T2" fmla="*/ 51 w 49"/>
                <a:gd name="T3" fmla="*/ 35 h 46"/>
                <a:gd name="T4" fmla="*/ 85 w 49"/>
                <a:gd name="T5" fmla="*/ 9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0" y="0"/>
                  </a:moveTo>
                  <a:cubicBezTo>
                    <a:pt x="5" y="11"/>
                    <a:pt x="20" y="10"/>
                    <a:pt x="29" y="16"/>
                  </a:cubicBezTo>
                  <a:cubicBezTo>
                    <a:pt x="39" y="23"/>
                    <a:pt x="42" y="35"/>
                    <a:pt x="49" y="4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522">
              <a:extLst>
                <a:ext uri="{FF2B5EF4-FFF2-40B4-BE49-F238E27FC236}">
                  <a16:creationId xmlns:a16="http://schemas.microsoft.com/office/drawing/2014/main" id="{E52C312B-0F3E-4982-A6F0-5F66706C8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373"/>
              <a:ext cx="85" cy="65"/>
            </a:xfrm>
            <a:custGeom>
              <a:avLst/>
              <a:gdLst>
                <a:gd name="T0" fmla="*/ 0 w 71"/>
                <a:gd name="T1" fmla="*/ 1 h 51"/>
                <a:gd name="T2" fmla="*/ 36 w 71"/>
                <a:gd name="T3" fmla="*/ 31 h 51"/>
                <a:gd name="T4" fmla="*/ 79 w 71"/>
                <a:gd name="T5" fmla="*/ 52 h 51"/>
                <a:gd name="T6" fmla="*/ 115 w 71"/>
                <a:gd name="T7" fmla="*/ 106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1">
                  <a:moveTo>
                    <a:pt x="0" y="1"/>
                  </a:moveTo>
                  <a:cubicBezTo>
                    <a:pt x="5" y="0"/>
                    <a:pt x="14" y="12"/>
                    <a:pt x="21" y="15"/>
                  </a:cubicBezTo>
                  <a:cubicBezTo>
                    <a:pt x="30" y="20"/>
                    <a:pt x="37" y="20"/>
                    <a:pt x="46" y="25"/>
                  </a:cubicBezTo>
                  <a:cubicBezTo>
                    <a:pt x="53" y="30"/>
                    <a:pt x="71" y="47"/>
                    <a:pt x="67" y="5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523">
              <a:extLst>
                <a:ext uri="{FF2B5EF4-FFF2-40B4-BE49-F238E27FC236}">
                  <a16:creationId xmlns:a16="http://schemas.microsoft.com/office/drawing/2014/main" id="{913FFC1A-4659-4369-8687-1B64E733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331"/>
              <a:ext cx="36" cy="48"/>
            </a:xfrm>
            <a:custGeom>
              <a:avLst/>
              <a:gdLst>
                <a:gd name="T0" fmla="*/ 0 w 30"/>
                <a:gd name="T1" fmla="*/ 13 h 38"/>
                <a:gd name="T2" fmla="*/ 52 w 30"/>
                <a:gd name="T3" fmla="*/ 7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8">
                  <a:moveTo>
                    <a:pt x="0" y="6"/>
                  </a:moveTo>
                  <a:cubicBezTo>
                    <a:pt x="15" y="0"/>
                    <a:pt x="21" y="31"/>
                    <a:pt x="30" y="3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524">
              <a:extLst>
                <a:ext uri="{FF2B5EF4-FFF2-40B4-BE49-F238E27FC236}">
                  <a16:creationId xmlns:a16="http://schemas.microsoft.com/office/drawing/2014/main" id="{B9AFABF2-D6CA-415E-A6F9-256EC678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233"/>
              <a:ext cx="71" cy="26"/>
            </a:xfrm>
            <a:custGeom>
              <a:avLst/>
              <a:gdLst>
                <a:gd name="T0" fmla="*/ 99 w 60"/>
                <a:gd name="T1" fmla="*/ 40 h 21"/>
                <a:gd name="T2" fmla="*/ 36 w 60"/>
                <a:gd name="T3" fmla="*/ 38 h 21"/>
                <a:gd name="T4" fmla="*/ 0 w 6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1">
                  <a:moveTo>
                    <a:pt x="60" y="21"/>
                  </a:moveTo>
                  <a:cubicBezTo>
                    <a:pt x="46" y="16"/>
                    <a:pt x="35" y="21"/>
                    <a:pt x="21" y="20"/>
                  </a:cubicBezTo>
                  <a:cubicBezTo>
                    <a:pt x="9" y="18"/>
                    <a:pt x="5" y="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525">
              <a:extLst>
                <a:ext uri="{FF2B5EF4-FFF2-40B4-BE49-F238E27FC236}">
                  <a16:creationId xmlns:a16="http://schemas.microsoft.com/office/drawing/2014/main" id="{A887C176-6D22-4A76-8436-1506AB305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357"/>
              <a:ext cx="53" cy="18"/>
            </a:xfrm>
            <a:custGeom>
              <a:avLst/>
              <a:gdLst>
                <a:gd name="T0" fmla="*/ 77 w 44"/>
                <a:gd name="T1" fmla="*/ 17 h 14"/>
                <a:gd name="T2" fmla="*/ 1 w 4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4">
                  <a:moveTo>
                    <a:pt x="44" y="8"/>
                  </a:moveTo>
                  <a:cubicBezTo>
                    <a:pt x="34" y="8"/>
                    <a:pt x="0" y="14"/>
                    <a:pt x="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526">
              <a:extLst>
                <a:ext uri="{FF2B5EF4-FFF2-40B4-BE49-F238E27FC236}">
                  <a16:creationId xmlns:a16="http://schemas.microsoft.com/office/drawing/2014/main" id="{23F8DB1E-C565-4F89-B86E-ED529F76D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030"/>
              <a:ext cx="43" cy="18"/>
            </a:xfrm>
            <a:custGeom>
              <a:avLst/>
              <a:gdLst>
                <a:gd name="T0" fmla="*/ 61 w 36"/>
                <a:gd name="T1" fmla="*/ 24 h 14"/>
                <a:gd name="T2" fmla="*/ 0 w 3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36" y="12"/>
                  </a:moveTo>
                  <a:cubicBezTo>
                    <a:pt x="23" y="14"/>
                    <a:pt x="13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527">
              <a:extLst>
                <a:ext uri="{FF2B5EF4-FFF2-40B4-BE49-F238E27FC236}">
                  <a16:creationId xmlns:a16="http://schemas.microsoft.com/office/drawing/2014/main" id="{7125FEF8-FC61-4C0A-9524-CEBFE1709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1873"/>
              <a:ext cx="91" cy="34"/>
            </a:xfrm>
            <a:custGeom>
              <a:avLst/>
              <a:gdLst>
                <a:gd name="T0" fmla="*/ 0 w 76"/>
                <a:gd name="T1" fmla="*/ 21 h 26"/>
                <a:gd name="T2" fmla="*/ 46 w 76"/>
                <a:gd name="T3" fmla="*/ 34 h 26"/>
                <a:gd name="T4" fmla="*/ 78 w 76"/>
                <a:gd name="T5" fmla="*/ 5 h 26"/>
                <a:gd name="T6" fmla="*/ 131 w 76"/>
                <a:gd name="T7" fmla="*/ 5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6">
                  <a:moveTo>
                    <a:pt x="0" y="9"/>
                  </a:moveTo>
                  <a:cubicBezTo>
                    <a:pt x="9" y="14"/>
                    <a:pt x="18" y="18"/>
                    <a:pt x="27" y="15"/>
                  </a:cubicBezTo>
                  <a:cubicBezTo>
                    <a:pt x="34" y="13"/>
                    <a:pt x="38" y="4"/>
                    <a:pt x="45" y="2"/>
                  </a:cubicBezTo>
                  <a:cubicBezTo>
                    <a:pt x="57" y="0"/>
                    <a:pt x="72" y="20"/>
                    <a:pt x="76" y="2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528">
              <a:extLst>
                <a:ext uri="{FF2B5EF4-FFF2-40B4-BE49-F238E27FC236}">
                  <a16:creationId xmlns:a16="http://schemas.microsoft.com/office/drawing/2014/main" id="{27474FBB-E63B-4BC6-8FE1-8FAA339C9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574"/>
              <a:ext cx="34" cy="147"/>
            </a:xfrm>
            <a:custGeom>
              <a:avLst/>
              <a:gdLst>
                <a:gd name="T0" fmla="*/ 47 w 29"/>
                <a:gd name="T1" fmla="*/ 240 h 115"/>
                <a:gd name="T2" fmla="*/ 22 w 29"/>
                <a:gd name="T3" fmla="*/ 0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5">
                  <a:moveTo>
                    <a:pt x="29" y="115"/>
                  </a:moveTo>
                  <a:cubicBezTo>
                    <a:pt x="0" y="84"/>
                    <a:pt x="14" y="40"/>
                    <a:pt x="14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529">
              <a:extLst>
                <a:ext uri="{FF2B5EF4-FFF2-40B4-BE49-F238E27FC236}">
                  <a16:creationId xmlns:a16="http://schemas.microsoft.com/office/drawing/2014/main" id="{C5638CA7-40AB-442D-8C07-23B79D7F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1458"/>
              <a:ext cx="27" cy="112"/>
            </a:xfrm>
            <a:custGeom>
              <a:avLst/>
              <a:gdLst>
                <a:gd name="T0" fmla="*/ 0 w 23"/>
                <a:gd name="T1" fmla="*/ 0 h 88"/>
                <a:gd name="T2" fmla="*/ 15 w 23"/>
                <a:gd name="T3" fmla="*/ 112 h 88"/>
                <a:gd name="T4" fmla="*/ 38 w 23"/>
                <a:gd name="T5" fmla="*/ 182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8">
                  <a:moveTo>
                    <a:pt x="0" y="0"/>
                  </a:moveTo>
                  <a:cubicBezTo>
                    <a:pt x="2" y="18"/>
                    <a:pt x="7" y="36"/>
                    <a:pt x="9" y="54"/>
                  </a:cubicBezTo>
                  <a:cubicBezTo>
                    <a:pt x="11" y="65"/>
                    <a:pt x="13" y="81"/>
                    <a:pt x="23" y="8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530">
              <a:extLst>
                <a:ext uri="{FF2B5EF4-FFF2-40B4-BE49-F238E27FC236}">
                  <a16:creationId xmlns:a16="http://schemas.microsoft.com/office/drawing/2014/main" id="{945B8240-B32A-4CEB-B29C-9A9D331E0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091"/>
              <a:ext cx="42" cy="237"/>
            </a:xfrm>
            <a:custGeom>
              <a:avLst/>
              <a:gdLst>
                <a:gd name="T0" fmla="*/ 50 w 35"/>
                <a:gd name="T1" fmla="*/ 385 h 186"/>
                <a:gd name="T2" fmla="*/ 41 w 35"/>
                <a:gd name="T3" fmla="*/ 241 h 186"/>
                <a:gd name="T4" fmla="*/ 42 w 35"/>
                <a:gd name="T5" fmla="*/ 97 h 186"/>
                <a:gd name="T6" fmla="*/ 6 w 35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6">
                  <a:moveTo>
                    <a:pt x="29" y="186"/>
                  </a:moveTo>
                  <a:cubicBezTo>
                    <a:pt x="24" y="164"/>
                    <a:pt x="22" y="138"/>
                    <a:pt x="23" y="116"/>
                  </a:cubicBezTo>
                  <a:cubicBezTo>
                    <a:pt x="24" y="94"/>
                    <a:pt x="35" y="68"/>
                    <a:pt x="24" y="47"/>
                  </a:cubicBezTo>
                  <a:cubicBezTo>
                    <a:pt x="16" y="30"/>
                    <a:pt x="0" y="2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531">
              <a:extLst>
                <a:ext uri="{FF2B5EF4-FFF2-40B4-BE49-F238E27FC236}">
                  <a16:creationId xmlns:a16="http://schemas.microsoft.com/office/drawing/2014/main" id="{0A69E47F-19D4-4F3E-B595-4ECFADA9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214"/>
              <a:ext cx="130" cy="158"/>
            </a:xfrm>
            <a:custGeom>
              <a:avLst/>
              <a:gdLst>
                <a:gd name="T0" fmla="*/ 0 w 109"/>
                <a:gd name="T1" fmla="*/ 256 h 124"/>
                <a:gd name="T2" fmla="*/ 42 w 109"/>
                <a:gd name="T3" fmla="*/ 126 h 124"/>
                <a:gd name="T4" fmla="*/ 104 w 109"/>
                <a:gd name="T5" fmla="*/ 29 h 124"/>
                <a:gd name="T6" fmla="*/ 156 w 109"/>
                <a:gd name="T7" fmla="*/ 18 h 124"/>
                <a:gd name="T8" fmla="*/ 185 w 109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24">
                  <a:moveTo>
                    <a:pt x="0" y="124"/>
                  </a:moveTo>
                  <a:cubicBezTo>
                    <a:pt x="13" y="115"/>
                    <a:pt x="20" y="77"/>
                    <a:pt x="24" y="61"/>
                  </a:cubicBezTo>
                  <a:cubicBezTo>
                    <a:pt x="29" y="37"/>
                    <a:pt x="36" y="19"/>
                    <a:pt x="61" y="14"/>
                  </a:cubicBezTo>
                  <a:cubicBezTo>
                    <a:pt x="71" y="12"/>
                    <a:pt x="83" y="13"/>
                    <a:pt x="92" y="9"/>
                  </a:cubicBezTo>
                  <a:cubicBezTo>
                    <a:pt x="99" y="7"/>
                    <a:pt x="103" y="2"/>
                    <a:pt x="10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532">
              <a:extLst>
                <a:ext uri="{FF2B5EF4-FFF2-40B4-BE49-F238E27FC236}">
                  <a16:creationId xmlns:a16="http://schemas.microsoft.com/office/drawing/2014/main" id="{FA9117EF-3E17-42C6-96A4-1F18A3769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986"/>
              <a:ext cx="126" cy="218"/>
            </a:xfrm>
            <a:custGeom>
              <a:avLst/>
              <a:gdLst>
                <a:gd name="T0" fmla="*/ 0 w 105"/>
                <a:gd name="T1" fmla="*/ 0 h 171"/>
                <a:gd name="T2" fmla="*/ 80 w 105"/>
                <a:gd name="T3" fmla="*/ 124 h 171"/>
                <a:gd name="T4" fmla="*/ 149 w 105"/>
                <a:gd name="T5" fmla="*/ 187 h 171"/>
                <a:gd name="T6" fmla="*/ 181 w 105"/>
                <a:gd name="T7" fmla="*/ 288 h 171"/>
                <a:gd name="T8" fmla="*/ 174 w 105"/>
                <a:gd name="T9" fmla="*/ 354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71">
                  <a:moveTo>
                    <a:pt x="0" y="0"/>
                  </a:moveTo>
                  <a:cubicBezTo>
                    <a:pt x="4" y="30"/>
                    <a:pt x="20" y="48"/>
                    <a:pt x="47" y="60"/>
                  </a:cubicBezTo>
                  <a:cubicBezTo>
                    <a:pt x="67" y="69"/>
                    <a:pt x="78" y="70"/>
                    <a:pt x="86" y="90"/>
                  </a:cubicBezTo>
                  <a:cubicBezTo>
                    <a:pt x="93" y="104"/>
                    <a:pt x="104" y="123"/>
                    <a:pt x="105" y="139"/>
                  </a:cubicBezTo>
                  <a:cubicBezTo>
                    <a:pt x="105" y="149"/>
                    <a:pt x="101" y="160"/>
                    <a:pt x="101" y="17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533">
              <a:extLst>
                <a:ext uri="{FF2B5EF4-FFF2-40B4-BE49-F238E27FC236}">
                  <a16:creationId xmlns:a16="http://schemas.microsoft.com/office/drawing/2014/main" id="{D60503BB-3123-4558-8704-E87B3A4AE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137"/>
              <a:ext cx="90" cy="119"/>
            </a:xfrm>
            <a:custGeom>
              <a:avLst/>
              <a:gdLst>
                <a:gd name="T0" fmla="*/ 6 w 75"/>
                <a:gd name="T1" fmla="*/ 193 h 93"/>
                <a:gd name="T2" fmla="*/ 7 w 75"/>
                <a:gd name="T3" fmla="*/ 174 h 93"/>
                <a:gd name="T4" fmla="*/ 31 w 75"/>
                <a:gd name="T5" fmla="*/ 133 h 93"/>
                <a:gd name="T6" fmla="*/ 109 w 75"/>
                <a:gd name="T7" fmla="*/ 81 h 93"/>
                <a:gd name="T8" fmla="*/ 130 w 7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3">
                  <a:moveTo>
                    <a:pt x="3" y="92"/>
                  </a:moveTo>
                  <a:cubicBezTo>
                    <a:pt x="0" y="93"/>
                    <a:pt x="3" y="87"/>
                    <a:pt x="4" y="83"/>
                  </a:cubicBezTo>
                  <a:cubicBezTo>
                    <a:pt x="7" y="75"/>
                    <a:pt x="12" y="69"/>
                    <a:pt x="18" y="63"/>
                  </a:cubicBezTo>
                  <a:cubicBezTo>
                    <a:pt x="31" y="53"/>
                    <a:pt x="51" y="49"/>
                    <a:pt x="63" y="38"/>
                  </a:cubicBezTo>
                  <a:cubicBezTo>
                    <a:pt x="74" y="28"/>
                    <a:pt x="66" y="9"/>
                    <a:pt x="75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534">
              <a:extLst>
                <a:ext uri="{FF2B5EF4-FFF2-40B4-BE49-F238E27FC236}">
                  <a16:creationId xmlns:a16="http://schemas.microsoft.com/office/drawing/2014/main" id="{3F5BB5E3-67F8-41E7-8DC8-988CA861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973"/>
              <a:ext cx="67" cy="158"/>
            </a:xfrm>
            <a:custGeom>
              <a:avLst/>
              <a:gdLst>
                <a:gd name="T0" fmla="*/ 95 w 56"/>
                <a:gd name="T1" fmla="*/ 256 h 124"/>
                <a:gd name="T2" fmla="*/ 80 w 56"/>
                <a:gd name="T3" fmla="*/ 166 h 124"/>
                <a:gd name="T4" fmla="*/ 28 w 56"/>
                <a:gd name="T5" fmla="*/ 107 h 124"/>
                <a:gd name="T6" fmla="*/ 36 w 56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4">
                  <a:moveTo>
                    <a:pt x="55" y="124"/>
                  </a:moveTo>
                  <a:cubicBezTo>
                    <a:pt x="56" y="112"/>
                    <a:pt x="51" y="91"/>
                    <a:pt x="47" y="80"/>
                  </a:cubicBezTo>
                  <a:cubicBezTo>
                    <a:pt x="41" y="64"/>
                    <a:pt x="27" y="63"/>
                    <a:pt x="16" y="52"/>
                  </a:cubicBezTo>
                  <a:cubicBezTo>
                    <a:pt x="2" y="39"/>
                    <a:pt x="0" y="8"/>
                    <a:pt x="2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535">
              <a:extLst>
                <a:ext uri="{FF2B5EF4-FFF2-40B4-BE49-F238E27FC236}">
                  <a16:creationId xmlns:a16="http://schemas.microsoft.com/office/drawing/2014/main" id="{6C2E27D4-1712-41F1-89FC-22424C38B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972"/>
              <a:ext cx="118" cy="85"/>
            </a:xfrm>
            <a:custGeom>
              <a:avLst/>
              <a:gdLst>
                <a:gd name="T0" fmla="*/ 168 w 99"/>
                <a:gd name="T1" fmla="*/ 137 h 67"/>
                <a:gd name="T2" fmla="*/ 61 w 99"/>
                <a:gd name="T3" fmla="*/ 85 h 67"/>
                <a:gd name="T4" fmla="*/ 30 w 99"/>
                <a:gd name="T5" fmla="*/ 25 h 67"/>
                <a:gd name="T6" fmla="*/ 0 w 99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67">
                  <a:moveTo>
                    <a:pt x="99" y="67"/>
                  </a:moveTo>
                  <a:cubicBezTo>
                    <a:pt x="86" y="50"/>
                    <a:pt x="51" y="63"/>
                    <a:pt x="36" y="42"/>
                  </a:cubicBezTo>
                  <a:cubicBezTo>
                    <a:pt x="28" y="32"/>
                    <a:pt x="28" y="21"/>
                    <a:pt x="18" y="13"/>
                  </a:cubicBezTo>
                  <a:cubicBezTo>
                    <a:pt x="11" y="9"/>
                    <a:pt x="2" y="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536">
              <a:extLst>
                <a:ext uri="{FF2B5EF4-FFF2-40B4-BE49-F238E27FC236}">
                  <a16:creationId xmlns:a16="http://schemas.microsoft.com/office/drawing/2014/main" id="{9AF56A5D-3647-4CA7-B6FB-DC4C60621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111"/>
              <a:ext cx="93" cy="196"/>
            </a:xfrm>
            <a:custGeom>
              <a:avLst/>
              <a:gdLst>
                <a:gd name="T0" fmla="*/ 132 w 78"/>
                <a:gd name="T1" fmla="*/ 317 h 154"/>
                <a:gd name="T2" fmla="*/ 25 w 78"/>
                <a:gd name="T3" fmla="*/ 143 h 154"/>
                <a:gd name="T4" fmla="*/ 8 w 78"/>
                <a:gd name="T5" fmla="*/ 67 h 154"/>
                <a:gd name="T6" fmla="*/ 24 w 78"/>
                <a:gd name="T7" fmla="*/ 0 h 1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54">
                  <a:moveTo>
                    <a:pt x="78" y="154"/>
                  </a:moveTo>
                  <a:cubicBezTo>
                    <a:pt x="75" y="114"/>
                    <a:pt x="41" y="93"/>
                    <a:pt x="15" y="69"/>
                  </a:cubicBezTo>
                  <a:cubicBezTo>
                    <a:pt x="3" y="57"/>
                    <a:pt x="0" y="51"/>
                    <a:pt x="5" y="33"/>
                  </a:cubicBezTo>
                  <a:cubicBezTo>
                    <a:pt x="7" y="23"/>
                    <a:pt x="9" y="8"/>
                    <a:pt x="14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537">
              <a:extLst>
                <a:ext uri="{FF2B5EF4-FFF2-40B4-BE49-F238E27FC236}">
                  <a16:creationId xmlns:a16="http://schemas.microsoft.com/office/drawing/2014/main" id="{BFAF67A6-3101-422B-A4AD-3DF1620C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1119"/>
              <a:ext cx="113" cy="91"/>
            </a:xfrm>
            <a:custGeom>
              <a:avLst/>
              <a:gdLst>
                <a:gd name="T0" fmla="*/ 0 w 95"/>
                <a:gd name="T1" fmla="*/ 145 h 71"/>
                <a:gd name="T2" fmla="*/ 30 w 95"/>
                <a:gd name="T3" fmla="*/ 144 h 71"/>
                <a:gd name="T4" fmla="*/ 80 w 95"/>
                <a:gd name="T5" fmla="*/ 140 h 71"/>
                <a:gd name="T6" fmla="*/ 105 w 95"/>
                <a:gd name="T7" fmla="*/ 115 h 71"/>
                <a:gd name="T8" fmla="*/ 132 w 95"/>
                <a:gd name="T9" fmla="*/ 105 h 71"/>
                <a:gd name="T10" fmla="*/ 159 w 95"/>
                <a:gd name="T11" fmla="*/ 1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71">
                  <a:moveTo>
                    <a:pt x="0" y="69"/>
                  </a:moveTo>
                  <a:cubicBezTo>
                    <a:pt x="6" y="71"/>
                    <a:pt x="12" y="68"/>
                    <a:pt x="18" y="68"/>
                  </a:cubicBezTo>
                  <a:cubicBezTo>
                    <a:pt x="28" y="67"/>
                    <a:pt x="38" y="69"/>
                    <a:pt x="47" y="66"/>
                  </a:cubicBezTo>
                  <a:cubicBezTo>
                    <a:pt x="54" y="64"/>
                    <a:pt x="57" y="59"/>
                    <a:pt x="62" y="55"/>
                  </a:cubicBezTo>
                  <a:cubicBezTo>
                    <a:pt x="67" y="52"/>
                    <a:pt x="75" y="53"/>
                    <a:pt x="78" y="50"/>
                  </a:cubicBezTo>
                  <a:cubicBezTo>
                    <a:pt x="83" y="46"/>
                    <a:pt x="86" y="0"/>
                    <a:pt x="95" y="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538">
              <a:extLst>
                <a:ext uri="{FF2B5EF4-FFF2-40B4-BE49-F238E27FC236}">
                  <a16:creationId xmlns:a16="http://schemas.microsoft.com/office/drawing/2014/main" id="{0B2A19C6-98B8-452A-9BC4-18078DB00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1144"/>
              <a:ext cx="59" cy="90"/>
            </a:xfrm>
            <a:custGeom>
              <a:avLst/>
              <a:gdLst>
                <a:gd name="T0" fmla="*/ 0 w 49"/>
                <a:gd name="T1" fmla="*/ 145 h 71"/>
                <a:gd name="T2" fmla="*/ 35 w 49"/>
                <a:gd name="T3" fmla="*/ 119 h 71"/>
                <a:gd name="T4" fmla="*/ 52 w 49"/>
                <a:gd name="T5" fmla="*/ 53 h 71"/>
                <a:gd name="T6" fmla="*/ 85 w 49"/>
                <a:gd name="T7" fmla="*/ 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1">
                  <a:moveTo>
                    <a:pt x="0" y="71"/>
                  </a:moveTo>
                  <a:cubicBezTo>
                    <a:pt x="7" y="66"/>
                    <a:pt x="14" y="66"/>
                    <a:pt x="20" y="58"/>
                  </a:cubicBezTo>
                  <a:cubicBezTo>
                    <a:pt x="27" y="48"/>
                    <a:pt x="26" y="37"/>
                    <a:pt x="30" y="26"/>
                  </a:cubicBezTo>
                  <a:cubicBezTo>
                    <a:pt x="32" y="19"/>
                    <a:pt x="44" y="0"/>
                    <a:pt x="49" y="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539">
              <a:extLst>
                <a:ext uri="{FF2B5EF4-FFF2-40B4-BE49-F238E27FC236}">
                  <a16:creationId xmlns:a16="http://schemas.microsoft.com/office/drawing/2014/main" id="{14228C88-8AC2-4F77-AC46-E2C6C8851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248"/>
              <a:ext cx="111" cy="54"/>
            </a:xfrm>
            <a:custGeom>
              <a:avLst/>
              <a:gdLst>
                <a:gd name="T0" fmla="*/ 1 w 93"/>
                <a:gd name="T1" fmla="*/ 89 h 42"/>
                <a:gd name="T2" fmla="*/ 97 w 93"/>
                <a:gd name="T3" fmla="*/ 6 h 42"/>
                <a:gd name="T4" fmla="*/ 158 w 9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42">
                  <a:moveTo>
                    <a:pt x="1" y="42"/>
                  </a:moveTo>
                  <a:cubicBezTo>
                    <a:pt x="0" y="16"/>
                    <a:pt x="37" y="3"/>
                    <a:pt x="57" y="3"/>
                  </a:cubicBezTo>
                  <a:cubicBezTo>
                    <a:pt x="66" y="2"/>
                    <a:pt x="87" y="6"/>
                    <a:pt x="93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9" name="Freeform 540">
              <a:extLst>
                <a:ext uri="{FF2B5EF4-FFF2-40B4-BE49-F238E27FC236}">
                  <a16:creationId xmlns:a16="http://schemas.microsoft.com/office/drawing/2014/main" id="{E8839799-81D9-421D-AD2E-BBCB500F7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1089"/>
              <a:ext cx="28" cy="97"/>
            </a:xfrm>
            <a:custGeom>
              <a:avLst/>
              <a:gdLst>
                <a:gd name="T0" fmla="*/ 9 w 23"/>
                <a:gd name="T1" fmla="*/ 158 h 76"/>
                <a:gd name="T2" fmla="*/ 33 w 23"/>
                <a:gd name="T3" fmla="*/ 66 h 76"/>
                <a:gd name="T4" fmla="*/ 41 w 23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6">
                  <a:moveTo>
                    <a:pt x="5" y="76"/>
                  </a:moveTo>
                  <a:cubicBezTo>
                    <a:pt x="0" y="59"/>
                    <a:pt x="11" y="46"/>
                    <a:pt x="18" y="32"/>
                  </a:cubicBezTo>
                  <a:cubicBezTo>
                    <a:pt x="23" y="21"/>
                    <a:pt x="23" y="12"/>
                    <a:pt x="23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0" name="Freeform 541">
              <a:extLst>
                <a:ext uri="{FF2B5EF4-FFF2-40B4-BE49-F238E27FC236}">
                  <a16:creationId xmlns:a16="http://schemas.microsoft.com/office/drawing/2014/main" id="{58816A50-C818-4DC7-B902-13939137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102"/>
              <a:ext cx="74" cy="123"/>
            </a:xfrm>
            <a:custGeom>
              <a:avLst/>
              <a:gdLst>
                <a:gd name="T0" fmla="*/ 103 w 62"/>
                <a:gd name="T1" fmla="*/ 198 h 97"/>
                <a:gd name="T2" fmla="*/ 38 w 62"/>
                <a:gd name="T3" fmla="*/ 109 h 97"/>
                <a:gd name="T4" fmla="*/ 20 w 62"/>
                <a:gd name="T5" fmla="*/ 0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97">
                  <a:moveTo>
                    <a:pt x="60" y="97"/>
                  </a:moveTo>
                  <a:cubicBezTo>
                    <a:pt x="62" y="74"/>
                    <a:pt x="36" y="67"/>
                    <a:pt x="23" y="54"/>
                  </a:cubicBezTo>
                  <a:cubicBezTo>
                    <a:pt x="13" y="45"/>
                    <a:pt x="0" y="11"/>
                    <a:pt x="12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1" name="Freeform 542">
              <a:extLst>
                <a:ext uri="{FF2B5EF4-FFF2-40B4-BE49-F238E27FC236}">
                  <a16:creationId xmlns:a16="http://schemas.microsoft.com/office/drawing/2014/main" id="{6A799802-4CBB-4EC7-9962-7976B4011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1020"/>
              <a:ext cx="46" cy="75"/>
            </a:xfrm>
            <a:custGeom>
              <a:avLst/>
              <a:gdLst>
                <a:gd name="T0" fmla="*/ 22 w 38"/>
                <a:gd name="T1" fmla="*/ 121 h 59"/>
                <a:gd name="T2" fmla="*/ 65 w 38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9">
                  <a:moveTo>
                    <a:pt x="12" y="59"/>
                  </a:moveTo>
                  <a:cubicBezTo>
                    <a:pt x="0" y="35"/>
                    <a:pt x="38" y="22"/>
                    <a:pt x="37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2" name="Freeform 543">
              <a:extLst>
                <a:ext uri="{FF2B5EF4-FFF2-40B4-BE49-F238E27FC236}">
                  <a16:creationId xmlns:a16="http://schemas.microsoft.com/office/drawing/2014/main" id="{6E492FC0-54BF-4C6F-B38C-C9238361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072"/>
              <a:ext cx="153" cy="123"/>
            </a:xfrm>
            <a:custGeom>
              <a:avLst/>
              <a:gdLst>
                <a:gd name="T0" fmla="*/ 202 w 128"/>
                <a:gd name="T1" fmla="*/ 202 h 96"/>
                <a:gd name="T2" fmla="*/ 79 w 128"/>
                <a:gd name="T3" fmla="*/ 29 h 96"/>
                <a:gd name="T4" fmla="*/ 35 w 128"/>
                <a:gd name="T5" fmla="*/ 24 h 96"/>
                <a:gd name="T6" fmla="*/ 0 w 128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96">
                  <a:moveTo>
                    <a:pt x="118" y="96"/>
                  </a:moveTo>
                  <a:cubicBezTo>
                    <a:pt x="128" y="70"/>
                    <a:pt x="66" y="25"/>
                    <a:pt x="46" y="14"/>
                  </a:cubicBezTo>
                  <a:cubicBezTo>
                    <a:pt x="36" y="8"/>
                    <a:pt x="31" y="13"/>
                    <a:pt x="20" y="12"/>
                  </a:cubicBezTo>
                  <a:cubicBezTo>
                    <a:pt x="11" y="12"/>
                    <a:pt x="6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3" name="Freeform 544">
              <a:extLst>
                <a:ext uri="{FF2B5EF4-FFF2-40B4-BE49-F238E27FC236}">
                  <a16:creationId xmlns:a16="http://schemas.microsoft.com/office/drawing/2014/main" id="{6C0B564A-38AD-4BC2-8822-94627DD2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209"/>
              <a:ext cx="38" cy="144"/>
            </a:xfrm>
            <a:custGeom>
              <a:avLst/>
              <a:gdLst>
                <a:gd name="T0" fmla="*/ 45 w 32"/>
                <a:gd name="T1" fmla="*/ 234 h 113"/>
                <a:gd name="T2" fmla="*/ 32 w 32"/>
                <a:gd name="T3" fmla="*/ 136 h 113"/>
                <a:gd name="T4" fmla="*/ 1 w 32"/>
                <a:gd name="T5" fmla="*/ 83 h 113"/>
                <a:gd name="T6" fmla="*/ 53 w 32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13">
                  <a:moveTo>
                    <a:pt x="27" y="113"/>
                  </a:moveTo>
                  <a:cubicBezTo>
                    <a:pt x="25" y="101"/>
                    <a:pt x="30" y="80"/>
                    <a:pt x="19" y="66"/>
                  </a:cubicBezTo>
                  <a:cubicBezTo>
                    <a:pt x="11" y="57"/>
                    <a:pt x="1" y="53"/>
                    <a:pt x="1" y="40"/>
                  </a:cubicBezTo>
                  <a:cubicBezTo>
                    <a:pt x="0" y="23"/>
                    <a:pt x="21" y="10"/>
                    <a:pt x="32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4" name="Freeform 545">
              <a:extLst>
                <a:ext uri="{FF2B5EF4-FFF2-40B4-BE49-F238E27FC236}">
                  <a16:creationId xmlns:a16="http://schemas.microsoft.com/office/drawing/2014/main" id="{FE74C3FA-E985-40C3-8ED0-1477260A7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782"/>
              <a:ext cx="42" cy="229"/>
            </a:xfrm>
            <a:custGeom>
              <a:avLst/>
              <a:gdLst>
                <a:gd name="T0" fmla="*/ 55 w 35"/>
                <a:gd name="T1" fmla="*/ 370 h 180"/>
                <a:gd name="T2" fmla="*/ 55 w 35"/>
                <a:gd name="T3" fmla="*/ 126 h 180"/>
                <a:gd name="T4" fmla="*/ 49 w 35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0">
                  <a:moveTo>
                    <a:pt x="32" y="180"/>
                  </a:moveTo>
                  <a:cubicBezTo>
                    <a:pt x="0" y="146"/>
                    <a:pt x="30" y="102"/>
                    <a:pt x="32" y="61"/>
                  </a:cubicBezTo>
                  <a:cubicBezTo>
                    <a:pt x="32" y="43"/>
                    <a:pt x="35" y="15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5" name="Freeform 546">
              <a:extLst>
                <a:ext uri="{FF2B5EF4-FFF2-40B4-BE49-F238E27FC236}">
                  <a16:creationId xmlns:a16="http://schemas.microsoft.com/office/drawing/2014/main" id="{E71D6ACA-3AD3-45BB-A0E4-25564E6B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113"/>
              <a:ext cx="83" cy="46"/>
            </a:xfrm>
            <a:custGeom>
              <a:avLst/>
              <a:gdLst>
                <a:gd name="T0" fmla="*/ 120 w 69"/>
                <a:gd name="T1" fmla="*/ 75 h 36"/>
                <a:gd name="T2" fmla="*/ 87 w 69"/>
                <a:gd name="T3" fmla="*/ 46 h 36"/>
                <a:gd name="T4" fmla="*/ 37 w 69"/>
                <a:gd name="T5" fmla="*/ 31 h 36"/>
                <a:gd name="T6" fmla="*/ 0 w 6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36">
                  <a:moveTo>
                    <a:pt x="69" y="36"/>
                  </a:moveTo>
                  <a:cubicBezTo>
                    <a:pt x="62" y="34"/>
                    <a:pt x="58" y="26"/>
                    <a:pt x="50" y="22"/>
                  </a:cubicBezTo>
                  <a:cubicBezTo>
                    <a:pt x="42" y="18"/>
                    <a:pt x="32" y="18"/>
                    <a:pt x="22" y="15"/>
                  </a:cubicBezTo>
                  <a:cubicBezTo>
                    <a:pt x="12" y="12"/>
                    <a:pt x="6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6" name="Freeform 547">
              <a:extLst>
                <a:ext uri="{FF2B5EF4-FFF2-40B4-BE49-F238E27FC236}">
                  <a16:creationId xmlns:a16="http://schemas.microsoft.com/office/drawing/2014/main" id="{D0F7F1EB-7C44-4EF6-B096-AEDE18AA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266"/>
              <a:ext cx="175" cy="11"/>
            </a:xfrm>
            <a:custGeom>
              <a:avLst/>
              <a:gdLst>
                <a:gd name="T0" fmla="*/ 248 w 147"/>
                <a:gd name="T1" fmla="*/ 16 h 9"/>
                <a:gd name="T2" fmla="*/ 169 w 147"/>
                <a:gd name="T3" fmla="*/ 13 h 9"/>
                <a:gd name="T4" fmla="*/ 76 w 147"/>
                <a:gd name="T5" fmla="*/ 13 h 9"/>
                <a:gd name="T6" fmla="*/ 0 w 14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9">
                  <a:moveTo>
                    <a:pt x="147" y="9"/>
                  </a:moveTo>
                  <a:cubicBezTo>
                    <a:pt x="131" y="5"/>
                    <a:pt x="117" y="8"/>
                    <a:pt x="100" y="7"/>
                  </a:cubicBezTo>
                  <a:cubicBezTo>
                    <a:pt x="82" y="7"/>
                    <a:pt x="63" y="6"/>
                    <a:pt x="45" y="7"/>
                  </a:cubicBezTo>
                  <a:cubicBezTo>
                    <a:pt x="32" y="8"/>
                    <a:pt x="11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7" name="Freeform 548">
              <a:extLst>
                <a:ext uri="{FF2B5EF4-FFF2-40B4-BE49-F238E27FC236}">
                  <a16:creationId xmlns:a16="http://schemas.microsoft.com/office/drawing/2014/main" id="{FA0AE723-D07F-4A14-A126-C591075C5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830"/>
              <a:ext cx="45" cy="253"/>
            </a:xfrm>
            <a:custGeom>
              <a:avLst/>
              <a:gdLst>
                <a:gd name="T0" fmla="*/ 21 w 38"/>
                <a:gd name="T1" fmla="*/ 413 h 198"/>
                <a:gd name="T2" fmla="*/ 20 w 38"/>
                <a:gd name="T3" fmla="*/ 123 h 198"/>
                <a:gd name="T4" fmla="*/ 47 w 38"/>
                <a:gd name="T5" fmla="*/ 33 h 198"/>
                <a:gd name="T6" fmla="*/ 63 w 38"/>
                <a:gd name="T7" fmla="*/ 0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8">
                  <a:moveTo>
                    <a:pt x="13" y="198"/>
                  </a:moveTo>
                  <a:cubicBezTo>
                    <a:pt x="34" y="150"/>
                    <a:pt x="0" y="107"/>
                    <a:pt x="12" y="59"/>
                  </a:cubicBezTo>
                  <a:cubicBezTo>
                    <a:pt x="16" y="42"/>
                    <a:pt x="20" y="29"/>
                    <a:pt x="29" y="16"/>
                  </a:cubicBezTo>
                  <a:cubicBezTo>
                    <a:pt x="33" y="11"/>
                    <a:pt x="36" y="6"/>
                    <a:pt x="3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8" name="Freeform 549">
              <a:extLst>
                <a:ext uri="{FF2B5EF4-FFF2-40B4-BE49-F238E27FC236}">
                  <a16:creationId xmlns:a16="http://schemas.microsoft.com/office/drawing/2014/main" id="{1C40DEB3-9761-426A-B9D9-3D6FA0946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801"/>
              <a:ext cx="46" cy="166"/>
            </a:xfrm>
            <a:custGeom>
              <a:avLst/>
              <a:gdLst>
                <a:gd name="T0" fmla="*/ 64 w 39"/>
                <a:gd name="T1" fmla="*/ 271 h 130"/>
                <a:gd name="T2" fmla="*/ 39 w 39"/>
                <a:gd name="T3" fmla="*/ 175 h 130"/>
                <a:gd name="T4" fmla="*/ 29 w 39"/>
                <a:gd name="T5" fmla="*/ 84 h 130"/>
                <a:gd name="T6" fmla="*/ 2 w 39"/>
                <a:gd name="T7" fmla="*/ 43 h 130"/>
                <a:gd name="T8" fmla="*/ 0 w 39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30">
                  <a:moveTo>
                    <a:pt x="39" y="130"/>
                  </a:moveTo>
                  <a:cubicBezTo>
                    <a:pt x="29" y="117"/>
                    <a:pt x="25" y="100"/>
                    <a:pt x="24" y="84"/>
                  </a:cubicBezTo>
                  <a:cubicBezTo>
                    <a:pt x="24" y="71"/>
                    <a:pt x="29" y="51"/>
                    <a:pt x="18" y="41"/>
                  </a:cubicBezTo>
                  <a:cubicBezTo>
                    <a:pt x="10" y="34"/>
                    <a:pt x="5" y="34"/>
                    <a:pt x="2" y="21"/>
                  </a:cubicBezTo>
                  <a:cubicBezTo>
                    <a:pt x="0" y="14"/>
                    <a:pt x="0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9" name="Freeform 550">
              <a:extLst>
                <a:ext uri="{FF2B5EF4-FFF2-40B4-BE49-F238E27FC236}">
                  <a16:creationId xmlns:a16="http://schemas.microsoft.com/office/drawing/2014/main" id="{63DA6CE5-C764-4B06-93C5-7BF380AED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048"/>
              <a:ext cx="68" cy="84"/>
            </a:xfrm>
            <a:custGeom>
              <a:avLst/>
              <a:gdLst>
                <a:gd name="T0" fmla="*/ 97 w 57"/>
                <a:gd name="T1" fmla="*/ 136 h 66"/>
                <a:gd name="T2" fmla="*/ 79 w 57"/>
                <a:gd name="T3" fmla="*/ 107 h 66"/>
                <a:gd name="T4" fmla="*/ 35 w 57"/>
                <a:gd name="T5" fmla="*/ 59 h 66"/>
                <a:gd name="T6" fmla="*/ 0 w 57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6">
                  <a:moveTo>
                    <a:pt x="57" y="66"/>
                  </a:moveTo>
                  <a:cubicBezTo>
                    <a:pt x="53" y="62"/>
                    <a:pt x="49" y="57"/>
                    <a:pt x="46" y="52"/>
                  </a:cubicBezTo>
                  <a:cubicBezTo>
                    <a:pt x="37" y="38"/>
                    <a:pt x="33" y="35"/>
                    <a:pt x="20" y="28"/>
                  </a:cubicBezTo>
                  <a:cubicBezTo>
                    <a:pt x="7" y="22"/>
                    <a:pt x="4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0" name="Freeform 551">
              <a:extLst>
                <a:ext uri="{FF2B5EF4-FFF2-40B4-BE49-F238E27FC236}">
                  <a16:creationId xmlns:a16="http://schemas.microsoft.com/office/drawing/2014/main" id="{2266A482-873E-4E0F-8D59-F6B94A8ED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930"/>
              <a:ext cx="88" cy="151"/>
            </a:xfrm>
            <a:custGeom>
              <a:avLst/>
              <a:gdLst>
                <a:gd name="T0" fmla="*/ 0 w 74"/>
                <a:gd name="T1" fmla="*/ 0 h 119"/>
                <a:gd name="T2" fmla="*/ 73 w 74"/>
                <a:gd name="T3" fmla="*/ 89 h 119"/>
                <a:gd name="T4" fmla="*/ 90 w 74"/>
                <a:gd name="T5" fmla="*/ 166 h 119"/>
                <a:gd name="T6" fmla="*/ 125 w 74"/>
                <a:gd name="T7" fmla="*/ 244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19">
                  <a:moveTo>
                    <a:pt x="0" y="0"/>
                  </a:moveTo>
                  <a:cubicBezTo>
                    <a:pt x="8" y="18"/>
                    <a:pt x="32" y="27"/>
                    <a:pt x="43" y="43"/>
                  </a:cubicBezTo>
                  <a:cubicBezTo>
                    <a:pt x="51" y="54"/>
                    <a:pt x="49" y="69"/>
                    <a:pt x="54" y="81"/>
                  </a:cubicBezTo>
                  <a:cubicBezTo>
                    <a:pt x="59" y="94"/>
                    <a:pt x="66" y="108"/>
                    <a:pt x="74" y="11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1" name="Freeform 552">
              <a:extLst>
                <a:ext uri="{FF2B5EF4-FFF2-40B4-BE49-F238E27FC236}">
                  <a16:creationId xmlns:a16="http://schemas.microsoft.com/office/drawing/2014/main" id="{9841464B-DC2F-4721-849F-408E4AD4E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785"/>
              <a:ext cx="106" cy="152"/>
            </a:xfrm>
            <a:custGeom>
              <a:avLst/>
              <a:gdLst>
                <a:gd name="T0" fmla="*/ 1 w 89"/>
                <a:gd name="T1" fmla="*/ 244 h 120"/>
                <a:gd name="T2" fmla="*/ 36 w 89"/>
                <a:gd name="T3" fmla="*/ 167 h 120"/>
                <a:gd name="T4" fmla="*/ 124 w 89"/>
                <a:gd name="T5" fmla="*/ 109 h 120"/>
                <a:gd name="T6" fmla="*/ 150 w 89"/>
                <a:gd name="T7" fmla="*/ 0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20">
                  <a:moveTo>
                    <a:pt x="1" y="120"/>
                  </a:moveTo>
                  <a:cubicBezTo>
                    <a:pt x="0" y="106"/>
                    <a:pt x="10" y="91"/>
                    <a:pt x="21" y="82"/>
                  </a:cubicBezTo>
                  <a:cubicBezTo>
                    <a:pt x="35" y="70"/>
                    <a:pt x="62" y="70"/>
                    <a:pt x="73" y="54"/>
                  </a:cubicBezTo>
                  <a:cubicBezTo>
                    <a:pt x="83" y="38"/>
                    <a:pt x="79" y="15"/>
                    <a:pt x="89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2" name="Freeform 553">
              <a:extLst>
                <a:ext uri="{FF2B5EF4-FFF2-40B4-BE49-F238E27FC236}">
                  <a16:creationId xmlns:a16="http://schemas.microsoft.com/office/drawing/2014/main" id="{81C47A63-FC33-4640-8A77-29DD7281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816"/>
              <a:ext cx="36" cy="202"/>
            </a:xfrm>
            <a:custGeom>
              <a:avLst/>
              <a:gdLst>
                <a:gd name="T0" fmla="*/ 35 w 30"/>
                <a:gd name="T1" fmla="*/ 0 h 158"/>
                <a:gd name="T2" fmla="*/ 14 w 30"/>
                <a:gd name="T3" fmla="*/ 119 h 158"/>
                <a:gd name="T4" fmla="*/ 12 w 30"/>
                <a:gd name="T5" fmla="*/ 233 h 158"/>
                <a:gd name="T6" fmla="*/ 52 w 30"/>
                <a:gd name="T7" fmla="*/ 33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58">
                  <a:moveTo>
                    <a:pt x="20" y="0"/>
                  </a:moveTo>
                  <a:cubicBezTo>
                    <a:pt x="28" y="21"/>
                    <a:pt x="16" y="38"/>
                    <a:pt x="8" y="57"/>
                  </a:cubicBezTo>
                  <a:cubicBezTo>
                    <a:pt x="0" y="74"/>
                    <a:pt x="3" y="93"/>
                    <a:pt x="7" y="111"/>
                  </a:cubicBezTo>
                  <a:cubicBezTo>
                    <a:pt x="10" y="130"/>
                    <a:pt x="29" y="140"/>
                    <a:pt x="30" y="15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3" name="Freeform 554">
              <a:extLst>
                <a:ext uri="{FF2B5EF4-FFF2-40B4-BE49-F238E27FC236}">
                  <a16:creationId xmlns:a16="http://schemas.microsoft.com/office/drawing/2014/main" id="{3EF80FA2-BD2B-4E4C-B650-D3E0DA434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870"/>
              <a:ext cx="78" cy="215"/>
            </a:xfrm>
            <a:custGeom>
              <a:avLst/>
              <a:gdLst>
                <a:gd name="T0" fmla="*/ 0 w 66"/>
                <a:gd name="T1" fmla="*/ 349 h 169"/>
                <a:gd name="T2" fmla="*/ 39 w 66"/>
                <a:gd name="T3" fmla="*/ 234 h 169"/>
                <a:gd name="T4" fmla="*/ 39 w 66"/>
                <a:gd name="T5" fmla="*/ 101 h 169"/>
                <a:gd name="T6" fmla="*/ 92 w 66"/>
                <a:gd name="T7" fmla="*/ 39 h 169"/>
                <a:gd name="T8" fmla="*/ 109 w 66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69">
                  <a:moveTo>
                    <a:pt x="0" y="169"/>
                  </a:moveTo>
                  <a:cubicBezTo>
                    <a:pt x="8" y="153"/>
                    <a:pt x="20" y="133"/>
                    <a:pt x="24" y="114"/>
                  </a:cubicBezTo>
                  <a:cubicBezTo>
                    <a:pt x="27" y="93"/>
                    <a:pt x="16" y="69"/>
                    <a:pt x="24" y="49"/>
                  </a:cubicBezTo>
                  <a:cubicBezTo>
                    <a:pt x="31" y="34"/>
                    <a:pt x="49" y="31"/>
                    <a:pt x="56" y="19"/>
                  </a:cubicBezTo>
                  <a:cubicBezTo>
                    <a:pt x="60" y="13"/>
                    <a:pt x="64" y="4"/>
                    <a:pt x="66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4" name="Freeform 555">
              <a:extLst>
                <a:ext uri="{FF2B5EF4-FFF2-40B4-BE49-F238E27FC236}">
                  <a16:creationId xmlns:a16="http://schemas.microsoft.com/office/drawing/2014/main" id="{96B28AE4-9C69-4BA2-BEF4-C8CA89B0C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894"/>
              <a:ext cx="35" cy="76"/>
            </a:xfrm>
            <a:custGeom>
              <a:avLst/>
              <a:gdLst>
                <a:gd name="T0" fmla="*/ 51 w 29"/>
                <a:gd name="T1" fmla="*/ 0 h 60"/>
                <a:gd name="T2" fmla="*/ 10 w 29"/>
                <a:gd name="T3" fmla="*/ 73 h 60"/>
                <a:gd name="T4" fmla="*/ 0 w 29"/>
                <a:gd name="T5" fmla="*/ 122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0">
                  <a:moveTo>
                    <a:pt x="29" y="0"/>
                  </a:moveTo>
                  <a:cubicBezTo>
                    <a:pt x="19" y="9"/>
                    <a:pt x="14" y="25"/>
                    <a:pt x="6" y="36"/>
                  </a:cubicBezTo>
                  <a:cubicBezTo>
                    <a:pt x="1" y="45"/>
                    <a:pt x="5" y="53"/>
                    <a:pt x="0" y="6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5" name="Freeform 556">
              <a:extLst>
                <a:ext uri="{FF2B5EF4-FFF2-40B4-BE49-F238E27FC236}">
                  <a16:creationId xmlns:a16="http://schemas.microsoft.com/office/drawing/2014/main" id="{EC04C1E1-6E65-4596-86A5-DA1E4EBA1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925"/>
              <a:ext cx="24" cy="40"/>
            </a:xfrm>
            <a:custGeom>
              <a:avLst/>
              <a:gdLst>
                <a:gd name="T0" fmla="*/ 0 w 20"/>
                <a:gd name="T1" fmla="*/ 63 h 32"/>
                <a:gd name="T2" fmla="*/ 34 w 2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0" y="32"/>
                  </a:moveTo>
                  <a:cubicBezTo>
                    <a:pt x="3" y="24"/>
                    <a:pt x="20" y="5"/>
                    <a:pt x="19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6" name="Freeform 557">
              <a:extLst>
                <a:ext uri="{FF2B5EF4-FFF2-40B4-BE49-F238E27FC236}">
                  <a16:creationId xmlns:a16="http://schemas.microsoft.com/office/drawing/2014/main" id="{2FE56E7E-527C-40C2-98A3-D751CFEC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791"/>
              <a:ext cx="52" cy="250"/>
            </a:xfrm>
            <a:custGeom>
              <a:avLst/>
              <a:gdLst>
                <a:gd name="T0" fmla="*/ 62 w 43"/>
                <a:gd name="T1" fmla="*/ 0 h 196"/>
                <a:gd name="T2" fmla="*/ 40 w 43"/>
                <a:gd name="T3" fmla="*/ 145 h 196"/>
                <a:gd name="T4" fmla="*/ 48 w 43"/>
                <a:gd name="T5" fmla="*/ 203 h 196"/>
                <a:gd name="T6" fmla="*/ 33 w 43"/>
                <a:gd name="T7" fmla="*/ 265 h 196"/>
                <a:gd name="T8" fmla="*/ 0 w 43"/>
                <a:gd name="T9" fmla="*/ 348 h 196"/>
                <a:gd name="T10" fmla="*/ 2 w 43"/>
                <a:gd name="T11" fmla="*/ 407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96">
                  <a:moveTo>
                    <a:pt x="35" y="0"/>
                  </a:moveTo>
                  <a:cubicBezTo>
                    <a:pt x="43" y="24"/>
                    <a:pt x="25" y="46"/>
                    <a:pt x="22" y="70"/>
                  </a:cubicBezTo>
                  <a:cubicBezTo>
                    <a:pt x="19" y="82"/>
                    <a:pt x="23" y="87"/>
                    <a:pt x="27" y="98"/>
                  </a:cubicBezTo>
                  <a:cubicBezTo>
                    <a:pt x="31" y="112"/>
                    <a:pt x="26" y="117"/>
                    <a:pt x="18" y="128"/>
                  </a:cubicBezTo>
                  <a:cubicBezTo>
                    <a:pt x="7" y="141"/>
                    <a:pt x="0" y="151"/>
                    <a:pt x="0" y="168"/>
                  </a:cubicBezTo>
                  <a:cubicBezTo>
                    <a:pt x="0" y="174"/>
                    <a:pt x="3" y="196"/>
                    <a:pt x="2" y="19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7" name="Freeform 558">
              <a:extLst>
                <a:ext uri="{FF2B5EF4-FFF2-40B4-BE49-F238E27FC236}">
                  <a16:creationId xmlns:a16="http://schemas.microsoft.com/office/drawing/2014/main" id="{6AB8E012-C5D8-4B6A-93D3-C86D5B0F3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777"/>
              <a:ext cx="16" cy="100"/>
            </a:xfrm>
            <a:custGeom>
              <a:avLst/>
              <a:gdLst>
                <a:gd name="T0" fmla="*/ 11 w 14"/>
                <a:gd name="T1" fmla="*/ 161 h 79"/>
                <a:gd name="T2" fmla="*/ 11 w 14"/>
                <a:gd name="T3" fmla="*/ 61 h 79"/>
                <a:gd name="T4" fmla="*/ 3 w 14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9">
                  <a:moveTo>
                    <a:pt x="8" y="79"/>
                  </a:moveTo>
                  <a:cubicBezTo>
                    <a:pt x="13" y="60"/>
                    <a:pt x="14" y="49"/>
                    <a:pt x="8" y="30"/>
                  </a:cubicBezTo>
                  <a:cubicBezTo>
                    <a:pt x="5" y="21"/>
                    <a:pt x="0" y="8"/>
                    <a:pt x="3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8" name="Freeform 559">
              <a:extLst>
                <a:ext uri="{FF2B5EF4-FFF2-40B4-BE49-F238E27FC236}">
                  <a16:creationId xmlns:a16="http://schemas.microsoft.com/office/drawing/2014/main" id="{A80DF885-62D0-46A9-87EE-EBA82A1D0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839"/>
              <a:ext cx="119" cy="92"/>
            </a:xfrm>
            <a:custGeom>
              <a:avLst/>
              <a:gdLst>
                <a:gd name="T0" fmla="*/ 12 w 100"/>
                <a:gd name="T1" fmla="*/ 0 h 72"/>
                <a:gd name="T2" fmla="*/ 44 w 100"/>
                <a:gd name="T3" fmla="*/ 70 h 72"/>
                <a:gd name="T4" fmla="*/ 81 w 100"/>
                <a:gd name="T5" fmla="*/ 73 h 72"/>
                <a:gd name="T6" fmla="*/ 109 w 100"/>
                <a:gd name="T7" fmla="*/ 84 h 72"/>
                <a:gd name="T8" fmla="*/ 140 w 100"/>
                <a:gd name="T9" fmla="*/ 121 h 72"/>
                <a:gd name="T10" fmla="*/ 169 w 100"/>
                <a:gd name="T11" fmla="*/ 15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72">
                  <a:moveTo>
                    <a:pt x="7" y="0"/>
                  </a:moveTo>
                  <a:cubicBezTo>
                    <a:pt x="0" y="10"/>
                    <a:pt x="14" y="30"/>
                    <a:pt x="26" y="34"/>
                  </a:cubicBezTo>
                  <a:cubicBezTo>
                    <a:pt x="33" y="36"/>
                    <a:pt x="41" y="34"/>
                    <a:pt x="48" y="35"/>
                  </a:cubicBezTo>
                  <a:cubicBezTo>
                    <a:pt x="55" y="36"/>
                    <a:pt x="59" y="39"/>
                    <a:pt x="65" y="41"/>
                  </a:cubicBezTo>
                  <a:cubicBezTo>
                    <a:pt x="78" y="47"/>
                    <a:pt x="77" y="48"/>
                    <a:pt x="83" y="58"/>
                  </a:cubicBezTo>
                  <a:cubicBezTo>
                    <a:pt x="87" y="65"/>
                    <a:pt x="93" y="68"/>
                    <a:pt x="100" y="7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9" name="Freeform 560">
              <a:extLst>
                <a:ext uri="{FF2B5EF4-FFF2-40B4-BE49-F238E27FC236}">
                  <a16:creationId xmlns:a16="http://schemas.microsoft.com/office/drawing/2014/main" id="{25FED7A5-4ABD-425F-9D2A-FBF7E4307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880"/>
              <a:ext cx="38" cy="150"/>
            </a:xfrm>
            <a:custGeom>
              <a:avLst/>
              <a:gdLst>
                <a:gd name="T0" fmla="*/ 2 w 32"/>
                <a:gd name="T1" fmla="*/ 1 h 118"/>
                <a:gd name="T2" fmla="*/ 0 w 32"/>
                <a:gd name="T3" fmla="*/ 0 h 118"/>
                <a:gd name="T4" fmla="*/ 37 w 32"/>
                <a:gd name="T5" fmla="*/ 46 h 118"/>
                <a:gd name="T6" fmla="*/ 44 w 32"/>
                <a:gd name="T7" fmla="*/ 130 h 118"/>
                <a:gd name="T8" fmla="*/ 51 w 32"/>
                <a:gd name="T9" fmla="*/ 191 h 118"/>
                <a:gd name="T10" fmla="*/ 44 w 32"/>
                <a:gd name="T11" fmla="*/ 243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18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4" y="10"/>
                    <a:pt x="18" y="12"/>
                    <a:pt x="22" y="22"/>
                  </a:cubicBezTo>
                  <a:cubicBezTo>
                    <a:pt x="26" y="33"/>
                    <a:pt x="24" y="51"/>
                    <a:pt x="26" y="63"/>
                  </a:cubicBezTo>
                  <a:cubicBezTo>
                    <a:pt x="27" y="74"/>
                    <a:pt x="32" y="82"/>
                    <a:pt x="30" y="93"/>
                  </a:cubicBezTo>
                  <a:cubicBezTo>
                    <a:pt x="28" y="102"/>
                    <a:pt x="26" y="108"/>
                    <a:pt x="26" y="11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0" name="Freeform 561">
              <a:extLst>
                <a:ext uri="{FF2B5EF4-FFF2-40B4-BE49-F238E27FC236}">
                  <a16:creationId xmlns:a16="http://schemas.microsoft.com/office/drawing/2014/main" id="{889F24DF-94AC-4E43-89B2-B90C0CB73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956"/>
              <a:ext cx="74" cy="40"/>
            </a:xfrm>
            <a:custGeom>
              <a:avLst/>
              <a:gdLst>
                <a:gd name="T0" fmla="*/ 0 w 62"/>
                <a:gd name="T1" fmla="*/ 19 h 31"/>
                <a:gd name="T2" fmla="*/ 105 w 62"/>
                <a:gd name="T3" fmla="*/ 36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1">
                  <a:moveTo>
                    <a:pt x="0" y="9"/>
                  </a:moveTo>
                  <a:cubicBezTo>
                    <a:pt x="16" y="31"/>
                    <a:pt x="47" y="0"/>
                    <a:pt x="62" y="1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1" name="Freeform 562">
              <a:extLst>
                <a:ext uri="{FF2B5EF4-FFF2-40B4-BE49-F238E27FC236}">
                  <a16:creationId xmlns:a16="http://schemas.microsoft.com/office/drawing/2014/main" id="{2EA04912-B88D-4765-9603-4544C058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028"/>
              <a:ext cx="137" cy="97"/>
            </a:xfrm>
            <a:custGeom>
              <a:avLst/>
              <a:gdLst>
                <a:gd name="T0" fmla="*/ 2 w 115"/>
                <a:gd name="T1" fmla="*/ 1 h 76"/>
                <a:gd name="T2" fmla="*/ 0 w 115"/>
                <a:gd name="T3" fmla="*/ 5 h 76"/>
                <a:gd name="T4" fmla="*/ 85 w 115"/>
                <a:gd name="T5" fmla="*/ 23 h 76"/>
                <a:gd name="T6" fmla="*/ 148 w 115"/>
                <a:gd name="T7" fmla="*/ 65 h 76"/>
                <a:gd name="T8" fmla="*/ 194 w 115"/>
                <a:gd name="T9" fmla="*/ 15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76">
                  <a:moveTo>
                    <a:pt x="2" y="1"/>
                  </a:moveTo>
                  <a:cubicBezTo>
                    <a:pt x="1" y="2"/>
                    <a:pt x="0" y="0"/>
                    <a:pt x="0" y="2"/>
                  </a:cubicBezTo>
                  <a:cubicBezTo>
                    <a:pt x="7" y="18"/>
                    <a:pt x="37" y="10"/>
                    <a:pt x="50" y="11"/>
                  </a:cubicBezTo>
                  <a:cubicBezTo>
                    <a:pt x="69" y="13"/>
                    <a:pt x="77" y="14"/>
                    <a:pt x="87" y="31"/>
                  </a:cubicBezTo>
                  <a:cubicBezTo>
                    <a:pt x="95" y="43"/>
                    <a:pt x="113" y="62"/>
                    <a:pt x="115" y="7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2" name="Freeform 563">
              <a:extLst>
                <a:ext uri="{FF2B5EF4-FFF2-40B4-BE49-F238E27FC236}">
                  <a16:creationId xmlns:a16="http://schemas.microsoft.com/office/drawing/2014/main" id="{60FFCC3A-F979-47AE-8F26-823C66F9D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083"/>
              <a:ext cx="90" cy="29"/>
            </a:xfrm>
            <a:custGeom>
              <a:avLst/>
              <a:gdLst>
                <a:gd name="T0" fmla="*/ 127 w 76"/>
                <a:gd name="T1" fmla="*/ 47 h 23"/>
                <a:gd name="T2" fmla="*/ 38 w 76"/>
                <a:gd name="T3" fmla="*/ 32 h 23"/>
                <a:gd name="T4" fmla="*/ 0 w 7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23">
                  <a:moveTo>
                    <a:pt x="76" y="23"/>
                  </a:moveTo>
                  <a:cubicBezTo>
                    <a:pt x="58" y="14"/>
                    <a:pt x="42" y="16"/>
                    <a:pt x="23" y="16"/>
                  </a:cubicBezTo>
                  <a:cubicBezTo>
                    <a:pt x="12" y="15"/>
                    <a:pt x="3" y="1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3" name="Freeform 564">
              <a:extLst>
                <a:ext uri="{FF2B5EF4-FFF2-40B4-BE49-F238E27FC236}">
                  <a16:creationId xmlns:a16="http://schemas.microsoft.com/office/drawing/2014/main" id="{4F88FA34-F9A0-4073-8B08-5017520E6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098"/>
              <a:ext cx="28" cy="43"/>
            </a:xfrm>
            <a:custGeom>
              <a:avLst/>
              <a:gdLst>
                <a:gd name="T0" fmla="*/ 41 w 23"/>
                <a:gd name="T1" fmla="*/ 68 h 34"/>
                <a:gd name="T2" fmla="*/ 0 w 23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4">
                  <a:moveTo>
                    <a:pt x="23" y="34"/>
                  </a:moveTo>
                  <a:cubicBezTo>
                    <a:pt x="7" y="30"/>
                    <a:pt x="5" y="1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4" name="Freeform 565">
              <a:extLst>
                <a:ext uri="{FF2B5EF4-FFF2-40B4-BE49-F238E27FC236}">
                  <a16:creationId xmlns:a16="http://schemas.microsoft.com/office/drawing/2014/main" id="{4E7A16F7-E2AD-40D5-9E2E-A2C5F956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165"/>
              <a:ext cx="133" cy="41"/>
            </a:xfrm>
            <a:custGeom>
              <a:avLst/>
              <a:gdLst>
                <a:gd name="T0" fmla="*/ 191 w 111"/>
                <a:gd name="T1" fmla="*/ 68 h 32"/>
                <a:gd name="T2" fmla="*/ 60 w 111"/>
                <a:gd name="T3" fmla="*/ 45 h 32"/>
                <a:gd name="T4" fmla="*/ 0 w 11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2">
                  <a:moveTo>
                    <a:pt x="111" y="32"/>
                  </a:moveTo>
                  <a:cubicBezTo>
                    <a:pt x="89" y="22"/>
                    <a:pt x="59" y="27"/>
                    <a:pt x="35" y="21"/>
                  </a:cubicBezTo>
                  <a:cubicBezTo>
                    <a:pt x="20" y="18"/>
                    <a:pt x="9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5" name="Freeform 566">
              <a:extLst>
                <a:ext uri="{FF2B5EF4-FFF2-40B4-BE49-F238E27FC236}">
                  <a16:creationId xmlns:a16="http://schemas.microsoft.com/office/drawing/2014/main" id="{F6C4DAB2-5CB8-429E-A393-28D3A7234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218"/>
              <a:ext cx="130" cy="62"/>
            </a:xfrm>
            <a:custGeom>
              <a:avLst/>
              <a:gdLst>
                <a:gd name="T0" fmla="*/ 0 w 109"/>
                <a:gd name="T1" fmla="*/ 0 h 49"/>
                <a:gd name="T2" fmla="*/ 185 w 109"/>
                <a:gd name="T3" fmla="*/ 99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49">
                  <a:moveTo>
                    <a:pt x="0" y="0"/>
                  </a:moveTo>
                  <a:cubicBezTo>
                    <a:pt x="40" y="0"/>
                    <a:pt x="77" y="27"/>
                    <a:pt x="109" y="4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6" name="Freeform 567">
              <a:extLst>
                <a:ext uri="{FF2B5EF4-FFF2-40B4-BE49-F238E27FC236}">
                  <a16:creationId xmlns:a16="http://schemas.microsoft.com/office/drawing/2014/main" id="{B207B49E-72A8-4384-8BAF-443192BF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277"/>
              <a:ext cx="93" cy="50"/>
            </a:xfrm>
            <a:custGeom>
              <a:avLst/>
              <a:gdLst>
                <a:gd name="T0" fmla="*/ 132 w 78"/>
                <a:gd name="T1" fmla="*/ 5 h 39"/>
                <a:gd name="T2" fmla="*/ 0 w 78"/>
                <a:gd name="T3" fmla="*/ 4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39">
                  <a:moveTo>
                    <a:pt x="78" y="2"/>
                  </a:moveTo>
                  <a:cubicBezTo>
                    <a:pt x="54" y="0"/>
                    <a:pt x="23" y="39"/>
                    <a:pt x="0" y="2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7" name="Freeform 568">
              <a:extLst>
                <a:ext uri="{FF2B5EF4-FFF2-40B4-BE49-F238E27FC236}">
                  <a16:creationId xmlns:a16="http://schemas.microsoft.com/office/drawing/2014/main" id="{525F2B3A-A78D-42E8-8AC1-9B72BEB1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122"/>
              <a:ext cx="51" cy="84"/>
            </a:xfrm>
            <a:custGeom>
              <a:avLst/>
              <a:gdLst>
                <a:gd name="T0" fmla="*/ 71 w 43"/>
                <a:gd name="T1" fmla="*/ 136 h 66"/>
                <a:gd name="T2" fmla="*/ 37 w 43"/>
                <a:gd name="T3" fmla="*/ 112 h 66"/>
                <a:gd name="T4" fmla="*/ 28 w 43"/>
                <a:gd name="T5" fmla="*/ 64 h 66"/>
                <a:gd name="T6" fmla="*/ 0 w 43"/>
                <a:gd name="T7" fmla="*/ 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6">
                  <a:moveTo>
                    <a:pt x="43" y="66"/>
                  </a:moveTo>
                  <a:cubicBezTo>
                    <a:pt x="36" y="63"/>
                    <a:pt x="27" y="60"/>
                    <a:pt x="22" y="54"/>
                  </a:cubicBezTo>
                  <a:cubicBezTo>
                    <a:pt x="13" y="45"/>
                    <a:pt x="17" y="40"/>
                    <a:pt x="17" y="31"/>
                  </a:cubicBezTo>
                  <a:cubicBezTo>
                    <a:pt x="17" y="23"/>
                    <a:pt x="7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8" name="Freeform 569">
              <a:extLst>
                <a:ext uri="{FF2B5EF4-FFF2-40B4-BE49-F238E27FC236}">
                  <a16:creationId xmlns:a16="http://schemas.microsoft.com/office/drawing/2014/main" id="{43F62944-CCB2-414C-A96F-B0092C6E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153"/>
              <a:ext cx="35" cy="45"/>
            </a:xfrm>
            <a:custGeom>
              <a:avLst/>
              <a:gdLst>
                <a:gd name="T0" fmla="*/ 51 w 29"/>
                <a:gd name="T1" fmla="*/ 70 h 36"/>
                <a:gd name="T2" fmla="*/ 21 w 29"/>
                <a:gd name="T3" fmla="*/ 33 h 36"/>
                <a:gd name="T4" fmla="*/ 0 w 2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6">
                  <a:moveTo>
                    <a:pt x="29" y="36"/>
                  </a:moveTo>
                  <a:cubicBezTo>
                    <a:pt x="21" y="29"/>
                    <a:pt x="16" y="26"/>
                    <a:pt x="12" y="17"/>
                  </a:cubicBezTo>
                  <a:cubicBezTo>
                    <a:pt x="9" y="9"/>
                    <a:pt x="6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9" name="Freeform 570">
              <a:extLst>
                <a:ext uri="{FF2B5EF4-FFF2-40B4-BE49-F238E27FC236}">
                  <a16:creationId xmlns:a16="http://schemas.microsoft.com/office/drawing/2014/main" id="{15F0E11B-0C41-45A3-994F-5C5B10EF8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197"/>
              <a:ext cx="125" cy="29"/>
            </a:xfrm>
            <a:custGeom>
              <a:avLst/>
              <a:gdLst>
                <a:gd name="T0" fmla="*/ 177 w 105"/>
                <a:gd name="T1" fmla="*/ 5 h 23"/>
                <a:gd name="T2" fmla="*/ 125 w 105"/>
                <a:gd name="T3" fmla="*/ 37 h 23"/>
                <a:gd name="T4" fmla="*/ 57 w 105"/>
                <a:gd name="T5" fmla="*/ 24 h 23"/>
                <a:gd name="T6" fmla="*/ 0 w 10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23">
                  <a:moveTo>
                    <a:pt x="105" y="2"/>
                  </a:moveTo>
                  <a:cubicBezTo>
                    <a:pt x="94" y="6"/>
                    <a:pt x="85" y="14"/>
                    <a:pt x="74" y="18"/>
                  </a:cubicBezTo>
                  <a:cubicBezTo>
                    <a:pt x="59" y="23"/>
                    <a:pt x="48" y="18"/>
                    <a:pt x="34" y="12"/>
                  </a:cubicBezTo>
                  <a:cubicBezTo>
                    <a:pt x="25" y="7"/>
                    <a:pt x="3" y="1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0" name="Freeform 571">
              <a:extLst>
                <a:ext uri="{FF2B5EF4-FFF2-40B4-BE49-F238E27FC236}">
                  <a16:creationId xmlns:a16="http://schemas.microsoft.com/office/drawing/2014/main" id="{725D5B41-5D34-4DE0-AD00-040D272AF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298"/>
              <a:ext cx="67" cy="85"/>
            </a:xfrm>
            <a:custGeom>
              <a:avLst/>
              <a:gdLst>
                <a:gd name="T0" fmla="*/ 96 w 56"/>
                <a:gd name="T1" fmla="*/ 0 h 67"/>
                <a:gd name="T2" fmla="*/ 72 w 56"/>
                <a:gd name="T3" fmla="*/ 48 h 67"/>
                <a:gd name="T4" fmla="*/ 45 w 56"/>
                <a:gd name="T5" fmla="*/ 101 h 67"/>
                <a:gd name="T6" fmla="*/ 0 w 56"/>
                <a:gd name="T7" fmla="*/ 13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7">
                  <a:moveTo>
                    <a:pt x="56" y="0"/>
                  </a:moveTo>
                  <a:cubicBezTo>
                    <a:pt x="47" y="3"/>
                    <a:pt x="46" y="16"/>
                    <a:pt x="42" y="24"/>
                  </a:cubicBezTo>
                  <a:cubicBezTo>
                    <a:pt x="38" y="32"/>
                    <a:pt x="33" y="42"/>
                    <a:pt x="27" y="50"/>
                  </a:cubicBezTo>
                  <a:cubicBezTo>
                    <a:pt x="21" y="58"/>
                    <a:pt x="11" y="67"/>
                    <a:pt x="0" y="6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" name="Freeform 572">
              <a:extLst>
                <a:ext uri="{FF2B5EF4-FFF2-40B4-BE49-F238E27FC236}">
                  <a16:creationId xmlns:a16="http://schemas.microsoft.com/office/drawing/2014/main" id="{0339EEA5-736B-49F8-9034-FBE2B146A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237"/>
              <a:ext cx="77" cy="10"/>
            </a:xfrm>
            <a:custGeom>
              <a:avLst/>
              <a:gdLst>
                <a:gd name="T0" fmla="*/ 112 w 64"/>
                <a:gd name="T1" fmla="*/ 5 h 8"/>
                <a:gd name="T2" fmla="*/ 41 w 64"/>
                <a:gd name="T3" fmla="*/ 8 h 8"/>
                <a:gd name="T4" fmla="*/ 0 w 6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8">
                  <a:moveTo>
                    <a:pt x="64" y="2"/>
                  </a:moveTo>
                  <a:cubicBezTo>
                    <a:pt x="50" y="8"/>
                    <a:pt x="38" y="6"/>
                    <a:pt x="23" y="4"/>
                  </a:cubicBezTo>
                  <a:cubicBezTo>
                    <a:pt x="16" y="4"/>
                    <a:pt x="4" y="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" name="Freeform 573">
              <a:extLst>
                <a:ext uri="{FF2B5EF4-FFF2-40B4-BE49-F238E27FC236}">
                  <a16:creationId xmlns:a16="http://schemas.microsoft.com/office/drawing/2014/main" id="{D7EC09DC-6C03-4B15-8D69-BDDD9E645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793"/>
              <a:ext cx="339" cy="172"/>
            </a:xfrm>
            <a:custGeom>
              <a:avLst/>
              <a:gdLst>
                <a:gd name="T0" fmla="*/ 483 w 284"/>
                <a:gd name="T1" fmla="*/ 0 h 135"/>
                <a:gd name="T2" fmla="*/ 315 w 284"/>
                <a:gd name="T3" fmla="*/ 104 h 135"/>
                <a:gd name="T4" fmla="*/ 141 w 284"/>
                <a:gd name="T5" fmla="*/ 115 h 135"/>
                <a:gd name="T6" fmla="*/ 0 w 284"/>
                <a:gd name="T7" fmla="*/ 279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4" h="135">
                  <a:moveTo>
                    <a:pt x="284" y="0"/>
                  </a:moveTo>
                  <a:cubicBezTo>
                    <a:pt x="243" y="5"/>
                    <a:pt x="221" y="37"/>
                    <a:pt x="185" y="50"/>
                  </a:cubicBezTo>
                  <a:cubicBezTo>
                    <a:pt x="150" y="62"/>
                    <a:pt x="117" y="49"/>
                    <a:pt x="83" y="56"/>
                  </a:cubicBezTo>
                  <a:cubicBezTo>
                    <a:pt x="45" y="65"/>
                    <a:pt x="4" y="95"/>
                    <a:pt x="0" y="1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" name="Freeform 574">
              <a:extLst>
                <a:ext uri="{FF2B5EF4-FFF2-40B4-BE49-F238E27FC236}">
                  <a16:creationId xmlns:a16="http://schemas.microsoft.com/office/drawing/2014/main" id="{29A0E2B6-D06A-4C32-90A4-7B2A5AD6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644"/>
              <a:ext cx="216" cy="38"/>
            </a:xfrm>
            <a:custGeom>
              <a:avLst/>
              <a:gdLst>
                <a:gd name="T0" fmla="*/ 308 w 181"/>
                <a:gd name="T1" fmla="*/ 23 h 30"/>
                <a:gd name="T2" fmla="*/ 221 w 181"/>
                <a:gd name="T3" fmla="*/ 54 h 30"/>
                <a:gd name="T4" fmla="*/ 141 w 181"/>
                <a:gd name="T5" fmla="*/ 35 h 30"/>
                <a:gd name="T6" fmla="*/ 0 w 181"/>
                <a:gd name="T7" fmla="*/ 4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30">
                  <a:moveTo>
                    <a:pt x="181" y="11"/>
                  </a:moveTo>
                  <a:cubicBezTo>
                    <a:pt x="175" y="17"/>
                    <a:pt x="140" y="24"/>
                    <a:pt x="130" y="27"/>
                  </a:cubicBezTo>
                  <a:cubicBezTo>
                    <a:pt x="113" y="30"/>
                    <a:pt x="99" y="23"/>
                    <a:pt x="83" y="17"/>
                  </a:cubicBezTo>
                  <a:cubicBezTo>
                    <a:pt x="64" y="10"/>
                    <a:pt x="13" y="0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" name="Freeform 575">
              <a:extLst>
                <a:ext uri="{FF2B5EF4-FFF2-40B4-BE49-F238E27FC236}">
                  <a16:creationId xmlns:a16="http://schemas.microsoft.com/office/drawing/2014/main" id="{14A344B9-6A1B-4081-926F-C9E8BDE9E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419"/>
              <a:ext cx="61" cy="132"/>
            </a:xfrm>
            <a:custGeom>
              <a:avLst/>
              <a:gdLst>
                <a:gd name="T0" fmla="*/ 2 w 51"/>
                <a:gd name="T1" fmla="*/ 0 h 104"/>
                <a:gd name="T2" fmla="*/ 56 w 51"/>
                <a:gd name="T3" fmla="*/ 122 h 104"/>
                <a:gd name="T4" fmla="*/ 75 w 51"/>
                <a:gd name="T5" fmla="*/ 169 h 104"/>
                <a:gd name="T6" fmla="*/ 87 w 51"/>
                <a:gd name="T7" fmla="*/ 213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04">
                  <a:moveTo>
                    <a:pt x="2" y="0"/>
                  </a:moveTo>
                  <a:cubicBezTo>
                    <a:pt x="0" y="24"/>
                    <a:pt x="21" y="42"/>
                    <a:pt x="33" y="60"/>
                  </a:cubicBezTo>
                  <a:cubicBezTo>
                    <a:pt x="38" y="68"/>
                    <a:pt x="41" y="74"/>
                    <a:pt x="44" y="83"/>
                  </a:cubicBezTo>
                  <a:cubicBezTo>
                    <a:pt x="46" y="91"/>
                    <a:pt x="44" y="99"/>
                    <a:pt x="51" y="10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" name="Freeform 576">
              <a:extLst>
                <a:ext uri="{FF2B5EF4-FFF2-40B4-BE49-F238E27FC236}">
                  <a16:creationId xmlns:a16="http://schemas.microsoft.com/office/drawing/2014/main" id="{043AA48D-618B-4205-8BFF-D55B0F1EA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677"/>
              <a:ext cx="210" cy="115"/>
            </a:xfrm>
            <a:custGeom>
              <a:avLst/>
              <a:gdLst>
                <a:gd name="T0" fmla="*/ 299 w 176"/>
                <a:gd name="T1" fmla="*/ 0 h 90"/>
                <a:gd name="T2" fmla="*/ 116 w 176"/>
                <a:gd name="T3" fmla="*/ 84 h 90"/>
                <a:gd name="T4" fmla="*/ 7 w 176"/>
                <a:gd name="T5" fmla="*/ 188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90">
                  <a:moveTo>
                    <a:pt x="176" y="0"/>
                  </a:moveTo>
                  <a:cubicBezTo>
                    <a:pt x="150" y="34"/>
                    <a:pt x="104" y="29"/>
                    <a:pt x="68" y="41"/>
                  </a:cubicBezTo>
                  <a:cubicBezTo>
                    <a:pt x="52" y="46"/>
                    <a:pt x="0" y="72"/>
                    <a:pt x="4" y="9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" name="Freeform 577">
              <a:extLst>
                <a:ext uri="{FF2B5EF4-FFF2-40B4-BE49-F238E27FC236}">
                  <a16:creationId xmlns:a16="http://schemas.microsoft.com/office/drawing/2014/main" id="{EE318640-DA05-4DA6-A51E-27264331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806"/>
              <a:ext cx="52" cy="144"/>
            </a:xfrm>
            <a:custGeom>
              <a:avLst/>
              <a:gdLst>
                <a:gd name="T0" fmla="*/ 76 w 43"/>
                <a:gd name="T1" fmla="*/ 0 h 113"/>
                <a:gd name="T2" fmla="*/ 25 w 43"/>
                <a:gd name="T3" fmla="*/ 130 h 113"/>
                <a:gd name="T4" fmla="*/ 0 w 43"/>
                <a:gd name="T5" fmla="*/ 23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13">
                  <a:moveTo>
                    <a:pt x="43" y="0"/>
                  </a:moveTo>
                  <a:cubicBezTo>
                    <a:pt x="25" y="16"/>
                    <a:pt x="16" y="39"/>
                    <a:pt x="14" y="63"/>
                  </a:cubicBezTo>
                  <a:cubicBezTo>
                    <a:pt x="12" y="82"/>
                    <a:pt x="13" y="99"/>
                    <a:pt x="0" y="1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" name="Freeform 578">
              <a:extLst>
                <a:ext uri="{FF2B5EF4-FFF2-40B4-BE49-F238E27FC236}">
                  <a16:creationId xmlns:a16="http://schemas.microsoft.com/office/drawing/2014/main" id="{2960AA8C-D0A1-496F-93FD-7B00EBDF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796"/>
              <a:ext cx="163" cy="67"/>
            </a:xfrm>
            <a:custGeom>
              <a:avLst/>
              <a:gdLst>
                <a:gd name="T0" fmla="*/ 231 w 137"/>
                <a:gd name="T1" fmla="*/ 107 h 53"/>
                <a:gd name="T2" fmla="*/ 117 w 137"/>
                <a:gd name="T3" fmla="*/ 24 h 53"/>
                <a:gd name="T4" fmla="*/ 0 w 13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3">
                  <a:moveTo>
                    <a:pt x="137" y="53"/>
                  </a:moveTo>
                  <a:cubicBezTo>
                    <a:pt x="106" y="49"/>
                    <a:pt x="96" y="26"/>
                    <a:pt x="69" y="12"/>
                  </a:cubicBezTo>
                  <a:cubicBezTo>
                    <a:pt x="46" y="0"/>
                    <a:pt x="26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" name="Freeform 579">
              <a:extLst>
                <a:ext uri="{FF2B5EF4-FFF2-40B4-BE49-F238E27FC236}">
                  <a16:creationId xmlns:a16="http://schemas.microsoft.com/office/drawing/2014/main" id="{DB164A94-FE4A-4713-8015-01AAF89D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482"/>
              <a:ext cx="93" cy="32"/>
            </a:xfrm>
            <a:custGeom>
              <a:avLst/>
              <a:gdLst>
                <a:gd name="T0" fmla="*/ 132 w 78"/>
                <a:gd name="T1" fmla="*/ 52 h 25"/>
                <a:gd name="T2" fmla="*/ 0 w 78"/>
                <a:gd name="T3" fmla="*/ 1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25">
                  <a:moveTo>
                    <a:pt x="78" y="25"/>
                  </a:moveTo>
                  <a:cubicBezTo>
                    <a:pt x="63" y="0"/>
                    <a:pt x="17" y="22"/>
                    <a:pt x="0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" name="Freeform 580">
              <a:extLst>
                <a:ext uri="{FF2B5EF4-FFF2-40B4-BE49-F238E27FC236}">
                  <a16:creationId xmlns:a16="http://schemas.microsoft.com/office/drawing/2014/main" id="{8AD5E4DE-7CC7-4662-9521-4D11EC843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58"/>
              <a:ext cx="14" cy="65"/>
            </a:xfrm>
            <a:custGeom>
              <a:avLst/>
              <a:gdLst>
                <a:gd name="T0" fmla="*/ 0 w 12"/>
                <a:gd name="T1" fmla="*/ 0 h 51"/>
                <a:gd name="T2" fmla="*/ 19 w 12"/>
                <a:gd name="T3" fmla="*/ 10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1">
                  <a:moveTo>
                    <a:pt x="0" y="0"/>
                  </a:moveTo>
                  <a:cubicBezTo>
                    <a:pt x="1" y="14"/>
                    <a:pt x="4" y="39"/>
                    <a:pt x="12" y="5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0" name="Freeform 581">
              <a:extLst>
                <a:ext uri="{FF2B5EF4-FFF2-40B4-BE49-F238E27FC236}">
                  <a16:creationId xmlns:a16="http://schemas.microsoft.com/office/drawing/2014/main" id="{764EB954-A875-4709-8AB2-75A74B43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601"/>
              <a:ext cx="169" cy="50"/>
            </a:xfrm>
            <a:custGeom>
              <a:avLst/>
              <a:gdLst>
                <a:gd name="T0" fmla="*/ 239 w 142"/>
                <a:gd name="T1" fmla="*/ 40 h 39"/>
                <a:gd name="T2" fmla="*/ 177 w 142"/>
                <a:gd name="T3" fmla="*/ 77 h 39"/>
                <a:gd name="T4" fmla="*/ 105 w 142"/>
                <a:gd name="T5" fmla="*/ 68 h 39"/>
                <a:gd name="T6" fmla="*/ 0 w 14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39">
                  <a:moveTo>
                    <a:pt x="142" y="19"/>
                  </a:moveTo>
                  <a:cubicBezTo>
                    <a:pt x="130" y="21"/>
                    <a:pt x="119" y="34"/>
                    <a:pt x="105" y="37"/>
                  </a:cubicBezTo>
                  <a:cubicBezTo>
                    <a:pt x="90" y="39"/>
                    <a:pt x="76" y="36"/>
                    <a:pt x="62" y="32"/>
                  </a:cubicBezTo>
                  <a:cubicBezTo>
                    <a:pt x="38" y="26"/>
                    <a:pt x="23" y="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" name="Freeform 582">
              <a:extLst>
                <a:ext uri="{FF2B5EF4-FFF2-40B4-BE49-F238E27FC236}">
                  <a16:creationId xmlns:a16="http://schemas.microsoft.com/office/drawing/2014/main" id="{4F33B6F2-63F1-4153-BFC7-DB66E996C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819"/>
              <a:ext cx="77" cy="123"/>
            </a:xfrm>
            <a:custGeom>
              <a:avLst/>
              <a:gdLst>
                <a:gd name="T0" fmla="*/ 108 w 65"/>
                <a:gd name="T1" fmla="*/ 10 h 97"/>
                <a:gd name="T2" fmla="*/ 47 w 65"/>
                <a:gd name="T3" fmla="*/ 120 h 97"/>
                <a:gd name="T4" fmla="*/ 0 w 65"/>
                <a:gd name="T5" fmla="*/ 19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97">
                  <a:moveTo>
                    <a:pt x="65" y="5"/>
                  </a:moveTo>
                  <a:cubicBezTo>
                    <a:pt x="49" y="0"/>
                    <a:pt x="34" y="48"/>
                    <a:pt x="29" y="59"/>
                  </a:cubicBezTo>
                  <a:cubicBezTo>
                    <a:pt x="22" y="76"/>
                    <a:pt x="14" y="85"/>
                    <a:pt x="0" y="9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F47BEA98-7E1A-4727-85CA-4FE2329745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Vegetables (3)</a:t>
            </a:r>
          </a:p>
        </p:txBody>
      </p:sp>
      <p:grpSp>
        <p:nvGrpSpPr>
          <p:cNvPr id="2" name="pile-of-white-beans">
            <a:extLst>
              <a:ext uri="{FF2B5EF4-FFF2-40B4-BE49-F238E27FC236}">
                <a16:creationId xmlns:a16="http://schemas.microsoft.com/office/drawing/2014/main" id="{00D1337D-69BD-4922-9E48-9210CA327044}"/>
              </a:ext>
            </a:extLst>
          </p:cNvPr>
          <p:cNvGrpSpPr>
            <a:grpSpLocks/>
          </p:cNvGrpSpPr>
          <p:nvPr/>
        </p:nvGrpSpPr>
        <p:grpSpPr bwMode="auto">
          <a:xfrm>
            <a:off x="5975350" y="1692275"/>
            <a:ext cx="1906588" cy="1655763"/>
            <a:chOff x="431" y="981"/>
            <a:chExt cx="691" cy="600"/>
          </a:xfrm>
        </p:grpSpPr>
        <p:sp>
          <p:nvSpPr>
            <p:cNvPr id="16852" name="Freeform 4">
              <a:extLst>
                <a:ext uri="{FF2B5EF4-FFF2-40B4-BE49-F238E27FC236}">
                  <a16:creationId xmlns:a16="http://schemas.microsoft.com/office/drawing/2014/main" id="{F87CABDF-0BE8-4DD6-9A71-058815C88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1040"/>
              <a:ext cx="607" cy="483"/>
            </a:xfrm>
            <a:custGeom>
              <a:avLst/>
              <a:gdLst>
                <a:gd name="T0" fmla="*/ 937 w 243"/>
                <a:gd name="T1" fmla="*/ 3440 h 181"/>
                <a:gd name="T2" fmla="*/ 1324 w 243"/>
                <a:gd name="T3" fmla="*/ 3176 h 181"/>
                <a:gd name="T4" fmla="*/ 1759 w 243"/>
                <a:gd name="T5" fmla="*/ 3234 h 181"/>
                <a:gd name="T6" fmla="*/ 1978 w 243"/>
                <a:gd name="T7" fmla="*/ 3176 h 181"/>
                <a:gd name="T8" fmla="*/ 2166 w 243"/>
                <a:gd name="T9" fmla="*/ 3234 h 181"/>
                <a:gd name="T10" fmla="*/ 2403 w 243"/>
                <a:gd name="T11" fmla="*/ 3154 h 181"/>
                <a:gd name="T12" fmla="*/ 2653 w 243"/>
                <a:gd name="T13" fmla="*/ 3189 h 181"/>
                <a:gd name="T14" fmla="*/ 2715 w 243"/>
                <a:gd name="T15" fmla="*/ 3061 h 181"/>
                <a:gd name="T16" fmla="*/ 2945 w 243"/>
                <a:gd name="T17" fmla="*/ 3119 h 181"/>
                <a:gd name="T18" fmla="*/ 3432 w 243"/>
                <a:gd name="T19" fmla="*/ 3154 h 181"/>
                <a:gd name="T20" fmla="*/ 3724 w 243"/>
                <a:gd name="T21" fmla="*/ 2983 h 181"/>
                <a:gd name="T22" fmla="*/ 3682 w 243"/>
                <a:gd name="T23" fmla="*/ 2450 h 181"/>
                <a:gd name="T24" fmla="*/ 3525 w 243"/>
                <a:gd name="T25" fmla="*/ 2015 h 181"/>
                <a:gd name="T26" fmla="*/ 3350 w 243"/>
                <a:gd name="T27" fmla="*/ 1865 h 181"/>
                <a:gd name="T28" fmla="*/ 3275 w 243"/>
                <a:gd name="T29" fmla="*/ 1686 h 181"/>
                <a:gd name="T30" fmla="*/ 3087 w 243"/>
                <a:gd name="T31" fmla="*/ 1596 h 181"/>
                <a:gd name="T32" fmla="*/ 2915 w 243"/>
                <a:gd name="T33" fmla="*/ 1574 h 181"/>
                <a:gd name="T34" fmla="*/ 3008 w 243"/>
                <a:gd name="T35" fmla="*/ 1139 h 181"/>
                <a:gd name="T36" fmla="*/ 2883 w 243"/>
                <a:gd name="T37" fmla="*/ 627 h 181"/>
                <a:gd name="T38" fmla="*/ 2683 w 243"/>
                <a:gd name="T39" fmla="*/ 456 h 181"/>
                <a:gd name="T40" fmla="*/ 2540 w 243"/>
                <a:gd name="T41" fmla="*/ 342 h 181"/>
                <a:gd name="T42" fmla="*/ 2383 w 243"/>
                <a:gd name="T43" fmla="*/ 478 h 181"/>
                <a:gd name="T44" fmla="*/ 2153 w 243"/>
                <a:gd name="T45" fmla="*/ 307 h 181"/>
                <a:gd name="T46" fmla="*/ 1853 w 243"/>
                <a:gd name="T47" fmla="*/ 248 h 181"/>
                <a:gd name="T48" fmla="*/ 1559 w 243"/>
                <a:gd name="T49" fmla="*/ 93 h 181"/>
                <a:gd name="T50" fmla="*/ 1291 w 243"/>
                <a:gd name="T51" fmla="*/ 320 h 181"/>
                <a:gd name="T52" fmla="*/ 1229 w 243"/>
                <a:gd name="T53" fmla="*/ 419 h 181"/>
                <a:gd name="T54" fmla="*/ 967 w 243"/>
                <a:gd name="T55" fmla="*/ 648 h 181"/>
                <a:gd name="T56" fmla="*/ 937 w 243"/>
                <a:gd name="T57" fmla="*/ 833 h 181"/>
                <a:gd name="T58" fmla="*/ 729 w 243"/>
                <a:gd name="T59" fmla="*/ 1332 h 181"/>
                <a:gd name="T60" fmla="*/ 605 w 243"/>
                <a:gd name="T61" fmla="*/ 1959 h 181"/>
                <a:gd name="T62" fmla="*/ 405 w 243"/>
                <a:gd name="T63" fmla="*/ 1980 h 181"/>
                <a:gd name="T64" fmla="*/ 250 w 243"/>
                <a:gd name="T65" fmla="*/ 2095 h 181"/>
                <a:gd name="T66" fmla="*/ 42 w 243"/>
                <a:gd name="T67" fmla="*/ 2151 h 181"/>
                <a:gd name="T68" fmla="*/ 12 w 243"/>
                <a:gd name="T69" fmla="*/ 2492 h 181"/>
                <a:gd name="T70" fmla="*/ 217 w 243"/>
                <a:gd name="T71" fmla="*/ 2927 h 181"/>
                <a:gd name="T72" fmla="*/ 512 w 243"/>
                <a:gd name="T73" fmla="*/ 3234 h 181"/>
                <a:gd name="T74" fmla="*/ 729 w 243"/>
                <a:gd name="T75" fmla="*/ 3362 h 18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43" h="181">
                  <a:moveTo>
                    <a:pt x="60" y="181"/>
                  </a:moveTo>
                  <a:cubicBezTo>
                    <a:pt x="68" y="172"/>
                    <a:pt x="72" y="165"/>
                    <a:pt x="85" y="167"/>
                  </a:cubicBezTo>
                  <a:cubicBezTo>
                    <a:pt x="93" y="168"/>
                    <a:pt x="105" y="172"/>
                    <a:pt x="113" y="170"/>
                  </a:cubicBezTo>
                  <a:cubicBezTo>
                    <a:pt x="119" y="169"/>
                    <a:pt x="121" y="166"/>
                    <a:pt x="127" y="167"/>
                  </a:cubicBezTo>
                  <a:cubicBezTo>
                    <a:pt x="132" y="169"/>
                    <a:pt x="133" y="171"/>
                    <a:pt x="139" y="170"/>
                  </a:cubicBezTo>
                  <a:cubicBezTo>
                    <a:pt x="145" y="169"/>
                    <a:pt x="148" y="166"/>
                    <a:pt x="154" y="166"/>
                  </a:cubicBezTo>
                  <a:cubicBezTo>
                    <a:pt x="158" y="166"/>
                    <a:pt x="167" y="169"/>
                    <a:pt x="170" y="168"/>
                  </a:cubicBezTo>
                  <a:cubicBezTo>
                    <a:pt x="173" y="166"/>
                    <a:pt x="171" y="163"/>
                    <a:pt x="174" y="161"/>
                  </a:cubicBezTo>
                  <a:cubicBezTo>
                    <a:pt x="179" y="157"/>
                    <a:pt x="185" y="162"/>
                    <a:pt x="189" y="164"/>
                  </a:cubicBezTo>
                  <a:cubicBezTo>
                    <a:pt x="201" y="169"/>
                    <a:pt x="207" y="170"/>
                    <a:pt x="220" y="166"/>
                  </a:cubicBezTo>
                  <a:cubicBezTo>
                    <a:pt x="229" y="164"/>
                    <a:pt x="235" y="166"/>
                    <a:pt x="239" y="157"/>
                  </a:cubicBezTo>
                  <a:cubicBezTo>
                    <a:pt x="243" y="148"/>
                    <a:pt x="239" y="138"/>
                    <a:pt x="236" y="129"/>
                  </a:cubicBezTo>
                  <a:cubicBezTo>
                    <a:pt x="234" y="122"/>
                    <a:pt x="232" y="111"/>
                    <a:pt x="226" y="106"/>
                  </a:cubicBezTo>
                  <a:cubicBezTo>
                    <a:pt x="223" y="103"/>
                    <a:pt x="218" y="102"/>
                    <a:pt x="215" y="98"/>
                  </a:cubicBezTo>
                  <a:cubicBezTo>
                    <a:pt x="213" y="95"/>
                    <a:pt x="213" y="92"/>
                    <a:pt x="210" y="89"/>
                  </a:cubicBezTo>
                  <a:cubicBezTo>
                    <a:pt x="208" y="87"/>
                    <a:pt x="202" y="85"/>
                    <a:pt x="198" y="84"/>
                  </a:cubicBezTo>
                  <a:cubicBezTo>
                    <a:pt x="195" y="83"/>
                    <a:pt x="189" y="85"/>
                    <a:pt x="187" y="83"/>
                  </a:cubicBezTo>
                  <a:cubicBezTo>
                    <a:pt x="182" y="78"/>
                    <a:pt x="193" y="66"/>
                    <a:pt x="193" y="60"/>
                  </a:cubicBezTo>
                  <a:cubicBezTo>
                    <a:pt x="194" y="53"/>
                    <a:pt x="189" y="39"/>
                    <a:pt x="185" y="33"/>
                  </a:cubicBezTo>
                  <a:cubicBezTo>
                    <a:pt x="181" y="28"/>
                    <a:pt x="176" y="28"/>
                    <a:pt x="172" y="24"/>
                  </a:cubicBezTo>
                  <a:cubicBezTo>
                    <a:pt x="168" y="21"/>
                    <a:pt x="170" y="18"/>
                    <a:pt x="163" y="18"/>
                  </a:cubicBezTo>
                  <a:cubicBezTo>
                    <a:pt x="156" y="18"/>
                    <a:pt x="158" y="22"/>
                    <a:pt x="153" y="25"/>
                  </a:cubicBezTo>
                  <a:cubicBezTo>
                    <a:pt x="147" y="27"/>
                    <a:pt x="142" y="19"/>
                    <a:pt x="138" y="16"/>
                  </a:cubicBezTo>
                  <a:cubicBezTo>
                    <a:pt x="130" y="10"/>
                    <a:pt x="125" y="2"/>
                    <a:pt x="119" y="13"/>
                  </a:cubicBezTo>
                  <a:cubicBezTo>
                    <a:pt x="116" y="3"/>
                    <a:pt x="109" y="0"/>
                    <a:pt x="100" y="5"/>
                  </a:cubicBezTo>
                  <a:cubicBezTo>
                    <a:pt x="94" y="8"/>
                    <a:pt x="87" y="12"/>
                    <a:pt x="83" y="17"/>
                  </a:cubicBezTo>
                  <a:cubicBezTo>
                    <a:pt x="82" y="19"/>
                    <a:pt x="80" y="21"/>
                    <a:pt x="79" y="22"/>
                  </a:cubicBezTo>
                  <a:cubicBezTo>
                    <a:pt x="75" y="27"/>
                    <a:pt x="66" y="28"/>
                    <a:pt x="62" y="34"/>
                  </a:cubicBezTo>
                  <a:cubicBezTo>
                    <a:pt x="60" y="37"/>
                    <a:pt x="61" y="40"/>
                    <a:pt x="60" y="44"/>
                  </a:cubicBezTo>
                  <a:cubicBezTo>
                    <a:pt x="59" y="53"/>
                    <a:pt x="52" y="62"/>
                    <a:pt x="47" y="70"/>
                  </a:cubicBezTo>
                  <a:cubicBezTo>
                    <a:pt x="41" y="79"/>
                    <a:pt x="51" y="102"/>
                    <a:pt x="39" y="103"/>
                  </a:cubicBezTo>
                  <a:cubicBezTo>
                    <a:pt x="37" y="103"/>
                    <a:pt x="31" y="103"/>
                    <a:pt x="26" y="104"/>
                  </a:cubicBezTo>
                  <a:cubicBezTo>
                    <a:pt x="22" y="106"/>
                    <a:pt x="18" y="108"/>
                    <a:pt x="16" y="110"/>
                  </a:cubicBezTo>
                  <a:cubicBezTo>
                    <a:pt x="7" y="113"/>
                    <a:pt x="3" y="112"/>
                    <a:pt x="3" y="113"/>
                  </a:cubicBezTo>
                  <a:cubicBezTo>
                    <a:pt x="1" y="119"/>
                    <a:pt x="0" y="124"/>
                    <a:pt x="1" y="131"/>
                  </a:cubicBezTo>
                  <a:cubicBezTo>
                    <a:pt x="2" y="140"/>
                    <a:pt x="8" y="146"/>
                    <a:pt x="14" y="154"/>
                  </a:cubicBezTo>
                  <a:cubicBezTo>
                    <a:pt x="19" y="161"/>
                    <a:pt x="25" y="166"/>
                    <a:pt x="33" y="170"/>
                  </a:cubicBezTo>
                  <a:cubicBezTo>
                    <a:pt x="36" y="171"/>
                    <a:pt x="48" y="174"/>
                    <a:pt x="47" y="177"/>
                  </a:cubicBezTo>
                </a:path>
              </a:pathLst>
            </a:custGeom>
            <a:solidFill>
              <a:srgbClr val="B3B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3" name="Freeform 5">
              <a:extLst>
                <a:ext uri="{FF2B5EF4-FFF2-40B4-BE49-F238E27FC236}">
                  <a16:creationId xmlns:a16="http://schemas.microsoft.com/office/drawing/2014/main" id="{ECB9C203-BEB1-4A8B-BC98-BDC45984D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165"/>
              <a:ext cx="160" cy="128"/>
            </a:xfrm>
            <a:custGeom>
              <a:avLst/>
              <a:gdLst>
                <a:gd name="T0" fmla="*/ 63 w 64"/>
                <a:gd name="T1" fmla="*/ 205 h 48"/>
                <a:gd name="T2" fmla="*/ 313 w 64"/>
                <a:gd name="T3" fmla="*/ 776 h 48"/>
                <a:gd name="T4" fmla="*/ 925 w 64"/>
                <a:gd name="T5" fmla="*/ 683 h 48"/>
                <a:gd name="T6" fmla="*/ 533 w 64"/>
                <a:gd name="T7" fmla="*/ 341 h 48"/>
                <a:gd name="T8" fmla="*/ 63 w 64"/>
                <a:gd name="T9" fmla="*/ 20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8">
                  <a:moveTo>
                    <a:pt x="4" y="11"/>
                  </a:moveTo>
                  <a:cubicBezTo>
                    <a:pt x="0" y="20"/>
                    <a:pt x="1" y="34"/>
                    <a:pt x="20" y="41"/>
                  </a:cubicBezTo>
                  <a:cubicBezTo>
                    <a:pt x="39" y="47"/>
                    <a:pt x="55" y="48"/>
                    <a:pt x="59" y="36"/>
                  </a:cubicBezTo>
                  <a:cubicBezTo>
                    <a:pt x="64" y="24"/>
                    <a:pt x="43" y="21"/>
                    <a:pt x="34" y="18"/>
                  </a:cubicBezTo>
                  <a:cubicBezTo>
                    <a:pt x="26" y="15"/>
                    <a:pt x="8" y="0"/>
                    <a:pt x="4" y="11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4" name="Freeform 6">
              <a:extLst>
                <a:ext uri="{FF2B5EF4-FFF2-40B4-BE49-F238E27FC236}">
                  <a16:creationId xmlns:a16="http://schemas.microsoft.com/office/drawing/2014/main" id="{69261707-05F8-4C1E-BA15-8BFE2D1C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128"/>
              <a:ext cx="150" cy="93"/>
            </a:xfrm>
            <a:custGeom>
              <a:avLst/>
              <a:gdLst>
                <a:gd name="T0" fmla="*/ 33 w 60"/>
                <a:gd name="T1" fmla="*/ 260 h 35"/>
                <a:gd name="T2" fmla="*/ 500 w 60"/>
                <a:gd name="T3" fmla="*/ 656 h 35"/>
                <a:gd name="T4" fmla="*/ 925 w 60"/>
                <a:gd name="T5" fmla="*/ 319 h 35"/>
                <a:gd name="T6" fmla="*/ 500 w 60"/>
                <a:gd name="T7" fmla="*/ 170 h 35"/>
                <a:gd name="T8" fmla="*/ 33 w 60"/>
                <a:gd name="T9" fmla="*/ 26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5">
                  <a:moveTo>
                    <a:pt x="2" y="14"/>
                  </a:moveTo>
                  <a:cubicBezTo>
                    <a:pt x="0" y="29"/>
                    <a:pt x="11" y="35"/>
                    <a:pt x="32" y="35"/>
                  </a:cubicBezTo>
                  <a:cubicBezTo>
                    <a:pt x="53" y="35"/>
                    <a:pt x="60" y="28"/>
                    <a:pt x="59" y="17"/>
                  </a:cubicBezTo>
                  <a:cubicBezTo>
                    <a:pt x="58" y="6"/>
                    <a:pt x="40" y="11"/>
                    <a:pt x="32" y="9"/>
                  </a:cubicBezTo>
                  <a:cubicBezTo>
                    <a:pt x="24" y="8"/>
                    <a:pt x="4" y="0"/>
                    <a:pt x="2" y="14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5" name="Freeform 7">
              <a:extLst>
                <a:ext uri="{FF2B5EF4-FFF2-40B4-BE49-F238E27FC236}">
                  <a16:creationId xmlns:a16="http://schemas.microsoft.com/office/drawing/2014/main" id="{EDFBDF4C-8592-4C5B-8A59-80F8C4346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376"/>
              <a:ext cx="133" cy="155"/>
            </a:xfrm>
            <a:custGeom>
              <a:avLst/>
              <a:gdLst>
                <a:gd name="T0" fmla="*/ 713 w 53"/>
                <a:gd name="T1" fmla="*/ 230 h 58"/>
                <a:gd name="T2" fmla="*/ 585 w 53"/>
                <a:gd name="T3" fmla="*/ 628 h 58"/>
                <a:gd name="T4" fmla="*/ 366 w 53"/>
                <a:gd name="T5" fmla="*/ 957 h 58"/>
                <a:gd name="T6" fmla="*/ 0 w 53"/>
                <a:gd name="T7" fmla="*/ 786 h 58"/>
                <a:gd name="T8" fmla="*/ 713 w 53"/>
                <a:gd name="T9" fmla="*/ 23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8">
                  <a:moveTo>
                    <a:pt x="45" y="12"/>
                  </a:moveTo>
                  <a:cubicBezTo>
                    <a:pt x="53" y="23"/>
                    <a:pt x="44" y="30"/>
                    <a:pt x="37" y="33"/>
                  </a:cubicBezTo>
                  <a:cubicBezTo>
                    <a:pt x="30" y="37"/>
                    <a:pt x="28" y="42"/>
                    <a:pt x="23" y="50"/>
                  </a:cubicBezTo>
                  <a:cubicBezTo>
                    <a:pt x="18" y="58"/>
                    <a:pt x="0" y="58"/>
                    <a:pt x="0" y="41"/>
                  </a:cubicBezTo>
                  <a:cubicBezTo>
                    <a:pt x="0" y="19"/>
                    <a:pt x="32" y="0"/>
                    <a:pt x="45" y="12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6" name="Freeform 8">
              <a:extLst>
                <a:ext uri="{FF2B5EF4-FFF2-40B4-BE49-F238E27FC236}">
                  <a16:creationId xmlns:a16="http://schemas.microsoft.com/office/drawing/2014/main" id="{B0B5AEA7-9321-4C33-B773-1F727B064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405"/>
              <a:ext cx="152" cy="136"/>
            </a:xfrm>
            <a:custGeom>
              <a:avLst/>
              <a:gdLst>
                <a:gd name="T0" fmla="*/ 105 w 61"/>
                <a:gd name="T1" fmla="*/ 205 h 51"/>
                <a:gd name="T2" fmla="*/ 404 w 61"/>
                <a:gd name="T3" fmla="*/ 819 h 51"/>
                <a:gd name="T4" fmla="*/ 900 w 61"/>
                <a:gd name="T5" fmla="*/ 717 h 51"/>
                <a:gd name="T6" fmla="*/ 695 w 61"/>
                <a:gd name="T7" fmla="*/ 376 h 51"/>
                <a:gd name="T8" fmla="*/ 105 w 61"/>
                <a:gd name="T9" fmla="*/ 20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1">
                  <a:moveTo>
                    <a:pt x="7" y="11"/>
                  </a:moveTo>
                  <a:cubicBezTo>
                    <a:pt x="0" y="20"/>
                    <a:pt x="6" y="35"/>
                    <a:pt x="26" y="43"/>
                  </a:cubicBezTo>
                  <a:cubicBezTo>
                    <a:pt x="46" y="51"/>
                    <a:pt x="54" y="45"/>
                    <a:pt x="58" y="38"/>
                  </a:cubicBezTo>
                  <a:cubicBezTo>
                    <a:pt x="61" y="31"/>
                    <a:pt x="53" y="22"/>
                    <a:pt x="45" y="20"/>
                  </a:cubicBezTo>
                  <a:cubicBezTo>
                    <a:pt x="37" y="18"/>
                    <a:pt x="16" y="0"/>
                    <a:pt x="7" y="11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7" name="Freeform 9">
              <a:extLst>
                <a:ext uri="{FF2B5EF4-FFF2-40B4-BE49-F238E27FC236}">
                  <a16:creationId xmlns:a16="http://schemas.microsoft.com/office/drawing/2014/main" id="{F578E36C-4EFA-47BA-9951-1152217A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443"/>
              <a:ext cx="145" cy="138"/>
            </a:xfrm>
            <a:custGeom>
              <a:avLst/>
              <a:gdLst>
                <a:gd name="T0" fmla="*/ 125 w 58"/>
                <a:gd name="T1" fmla="*/ 170 h 52"/>
                <a:gd name="T2" fmla="*/ 220 w 58"/>
                <a:gd name="T3" fmla="*/ 600 h 52"/>
                <a:gd name="T4" fmla="*/ 563 w 58"/>
                <a:gd name="T5" fmla="*/ 894 h 52"/>
                <a:gd name="T6" fmla="*/ 863 w 58"/>
                <a:gd name="T7" fmla="*/ 804 h 52"/>
                <a:gd name="T8" fmla="*/ 658 w 58"/>
                <a:gd name="T9" fmla="*/ 281 h 52"/>
                <a:gd name="T10" fmla="*/ 125 w 58"/>
                <a:gd name="T11" fmla="*/ 17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2">
                  <a:moveTo>
                    <a:pt x="8" y="9"/>
                  </a:moveTo>
                  <a:cubicBezTo>
                    <a:pt x="0" y="23"/>
                    <a:pt x="7" y="27"/>
                    <a:pt x="14" y="32"/>
                  </a:cubicBezTo>
                  <a:cubicBezTo>
                    <a:pt x="21" y="36"/>
                    <a:pt x="28" y="45"/>
                    <a:pt x="36" y="48"/>
                  </a:cubicBezTo>
                  <a:cubicBezTo>
                    <a:pt x="44" y="52"/>
                    <a:pt x="53" y="48"/>
                    <a:pt x="55" y="43"/>
                  </a:cubicBezTo>
                  <a:cubicBezTo>
                    <a:pt x="58" y="38"/>
                    <a:pt x="56" y="25"/>
                    <a:pt x="42" y="15"/>
                  </a:cubicBezTo>
                  <a:cubicBezTo>
                    <a:pt x="28" y="5"/>
                    <a:pt x="15" y="0"/>
                    <a:pt x="8" y="9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8" name="Freeform 10">
              <a:extLst>
                <a:ext uri="{FF2B5EF4-FFF2-40B4-BE49-F238E27FC236}">
                  <a16:creationId xmlns:a16="http://schemas.microsoft.com/office/drawing/2014/main" id="{1B2E17C6-960F-40A1-9CF1-F424BFE3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357"/>
              <a:ext cx="102" cy="160"/>
            </a:xfrm>
            <a:custGeom>
              <a:avLst/>
              <a:gdLst>
                <a:gd name="T0" fmla="*/ 216 w 41"/>
                <a:gd name="T1" fmla="*/ 0 h 60"/>
                <a:gd name="T2" fmla="*/ 42 w 41"/>
                <a:gd name="T3" fmla="*/ 533 h 60"/>
                <a:gd name="T4" fmla="*/ 465 w 41"/>
                <a:gd name="T5" fmla="*/ 1045 h 60"/>
                <a:gd name="T6" fmla="*/ 508 w 41"/>
                <a:gd name="T7" fmla="*/ 627 h 60"/>
                <a:gd name="T8" fmla="*/ 433 w 41"/>
                <a:gd name="T9" fmla="*/ 285 h 60"/>
                <a:gd name="T10" fmla="*/ 216 w 41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0">
                  <a:moveTo>
                    <a:pt x="14" y="0"/>
                  </a:moveTo>
                  <a:cubicBezTo>
                    <a:pt x="3" y="2"/>
                    <a:pt x="0" y="16"/>
                    <a:pt x="3" y="28"/>
                  </a:cubicBezTo>
                  <a:cubicBezTo>
                    <a:pt x="7" y="41"/>
                    <a:pt x="18" y="60"/>
                    <a:pt x="30" y="55"/>
                  </a:cubicBezTo>
                  <a:cubicBezTo>
                    <a:pt x="41" y="50"/>
                    <a:pt x="36" y="38"/>
                    <a:pt x="33" y="33"/>
                  </a:cubicBezTo>
                  <a:cubicBezTo>
                    <a:pt x="30" y="27"/>
                    <a:pt x="31" y="23"/>
                    <a:pt x="28" y="15"/>
                  </a:cubicBezTo>
                  <a:cubicBezTo>
                    <a:pt x="26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9" name="Freeform 11">
              <a:extLst>
                <a:ext uri="{FF2B5EF4-FFF2-40B4-BE49-F238E27FC236}">
                  <a16:creationId xmlns:a16="http://schemas.microsoft.com/office/drawing/2014/main" id="{BDFA8B41-5EA4-471B-9968-7A5E10CD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" y="1216"/>
              <a:ext cx="115" cy="155"/>
            </a:xfrm>
            <a:custGeom>
              <a:avLst/>
              <a:gdLst>
                <a:gd name="T0" fmla="*/ 533 w 46"/>
                <a:gd name="T1" fmla="*/ 35 h 58"/>
                <a:gd name="T2" fmla="*/ 283 w 46"/>
                <a:gd name="T3" fmla="*/ 286 h 58"/>
                <a:gd name="T4" fmla="*/ 158 w 46"/>
                <a:gd name="T5" fmla="*/ 649 h 58"/>
                <a:gd name="T6" fmla="*/ 145 w 46"/>
                <a:gd name="T7" fmla="*/ 1013 h 58"/>
                <a:gd name="T8" fmla="*/ 625 w 46"/>
                <a:gd name="T9" fmla="*/ 649 h 58"/>
                <a:gd name="T10" fmla="*/ 533 w 46"/>
                <a:gd name="T11" fmla="*/ 3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8">
                  <a:moveTo>
                    <a:pt x="34" y="2"/>
                  </a:moveTo>
                  <a:cubicBezTo>
                    <a:pt x="24" y="0"/>
                    <a:pt x="19" y="5"/>
                    <a:pt x="18" y="15"/>
                  </a:cubicBezTo>
                  <a:cubicBezTo>
                    <a:pt x="18" y="25"/>
                    <a:pt x="15" y="29"/>
                    <a:pt x="10" y="34"/>
                  </a:cubicBezTo>
                  <a:cubicBezTo>
                    <a:pt x="4" y="40"/>
                    <a:pt x="0" y="48"/>
                    <a:pt x="9" y="53"/>
                  </a:cubicBezTo>
                  <a:cubicBezTo>
                    <a:pt x="18" y="58"/>
                    <a:pt x="33" y="47"/>
                    <a:pt x="40" y="34"/>
                  </a:cubicBezTo>
                  <a:cubicBezTo>
                    <a:pt x="46" y="20"/>
                    <a:pt x="45" y="4"/>
                    <a:pt x="34" y="2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0" name="Freeform 12">
              <a:extLst>
                <a:ext uri="{FF2B5EF4-FFF2-40B4-BE49-F238E27FC236}">
                  <a16:creationId xmlns:a16="http://schemas.microsoft.com/office/drawing/2014/main" id="{CD3B70FC-248E-4482-84B0-42084C99C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083"/>
              <a:ext cx="160" cy="106"/>
            </a:xfrm>
            <a:custGeom>
              <a:avLst/>
              <a:gdLst>
                <a:gd name="T0" fmla="*/ 20 w 64"/>
                <a:gd name="T1" fmla="*/ 225 h 40"/>
                <a:gd name="T2" fmla="*/ 220 w 64"/>
                <a:gd name="T3" fmla="*/ 485 h 40"/>
                <a:gd name="T4" fmla="*/ 520 w 64"/>
                <a:gd name="T5" fmla="*/ 562 h 40"/>
                <a:gd name="T6" fmla="*/ 908 w 64"/>
                <a:gd name="T7" fmla="*/ 596 h 40"/>
                <a:gd name="T8" fmla="*/ 595 w 64"/>
                <a:gd name="T9" fmla="*/ 90 h 40"/>
                <a:gd name="T10" fmla="*/ 20 w 64"/>
                <a:gd name="T11" fmla="*/ 22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">
                  <a:moveTo>
                    <a:pt x="1" y="12"/>
                  </a:moveTo>
                  <a:cubicBezTo>
                    <a:pt x="0" y="23"/>
                    <a:pt x="7" y="25"/>
                    <a:pt x="14" y="26"/>
                  </a:cubicBezTo>
                  <a:cubicBezTo>
                    <a:pt x="22" y="27"/>
                    <a:pt x="22" y="25"/>
                    <a:pt x="33" y="30"/>
                  </a:cubicBezTo>
                  <a:cubicBezTo>
                    <a:pt x="43" y="36"/>
                    <a:pt x="52" y="40"/>
                    <a:pt x="58" y="32"/>
                  </a:cubicBezTo>
                  <a:cubicBezTo>
                    <a:pt x="64" y="23"/>
                    <a:pt x="56" y="10"/>
                    <a:pt x="38" y="5"/>
                  </a:cubicBezTo>
                  <a:cubicBezTo>
                    <a:pt x="21" y="1"/>
                    <a:pt x="2" y="0"/>
                    <a:pt x="1" y="12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1" name="Freeform 13">
              <a:extLst>
                <a:ext uri="{FF2B5EF4-FFF2-40B4-BE49-F238E27FC236}">
                  <a16:creationId xmlns:a16="http://schemas.microsoft.com/office/drawing/2014/main" id="{09C27E26-9964-40C2-A456-65F5159A0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1000"/>
              <a:ext cx="120" cy="149"/>
            </a:xfrm>
            <a:custGeom>
              <a:avLst/>
              <a:gdLst>
                <a:gd name="T0" fmla="*/ 550 w 48"/>
                <a:gd name="T1" fmla="*/ 77 h 56"/>
                <a:gd name="T2" fmla="*/ 145 w 48"/>
                <a:gd name="T3" fmla="*/ 362 h 56"/>
                <a:gd name="T4" fmla="*/ 250 w 48"/>
                <a:gd name="T5" fmla="*/ 1019 h 56"/>
                <a:gd name="T6" fmla="*/ 550 w 48"/>
                <a:gd name="T7" fmla="*/ 657 h 56"/>
                <a:gd name="T8" fmla="*/ 550 w 48"/>
                <a:gd name="T9" fmla="*/ 7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6">
                  <a:moveTo>
                    <a:pt x="35" y="4"/>
                  </a:moveTo>
                  <a:cubicBezTo>
                    <a:pt x="21" y="0"/>
                    <a:pt x="12" y="10"/>
                    <a:pt x="9" y="19"/>
                  </a:cubicBezTo>
                  <a:cubicBezTo>
                    <a:pt x="5" y="28"/>
                    <a:pt x="0" y="51"/>
                    <a:pt x="16" y="54"/>
                  </a:cubicBezTo>
                  <a:cubicBezTo>
                    <a:pt x="32" y="56"/>
                    <a:pt x="34" y="43"/>
                    <a:pt x="35" y="35"/>
                  </a:cubicBezTo>
                  <a:cubicBezTo>
                    <a:pt x="36" y="26"/>
                    <a:pt x="48" y="8"/>
                    <a:pt x="35" y="4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2" name="Freeform 14">
              <a:extLst>
                <a:ext uri="{FF2B5EF4-FFF2-40B4-BE49-F238E27FC236}">
                  <a16:creationId xmlns:a16="http://schemas.microsoft.com/office/drawing/2014/main" id="{30934002-1925-44D7-92D5-2F0227ACA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291"/>
              <a:ext cx="170" cy="112"/>
            </a:xfrm>
            <a:custGeom>
              <a:avLst/>
              <a:gdLst>
                <a:gd name="T0" fmla="*/ 113 w 68"/>
                <a:gd name="T1" fmla="*/ 605 h 42"/>
                <a:gd name="T2" fmla="*/ 500 w 68"/>
                <a:gd name="T3" fmla="*/ 568 h 42"/>
                <a:gd name="T4" fmla="*/ 988 w 68"/>
                <a:gd name="T5" fmla="*/ 456 h 42"/>
                <a:gd name="T6" fmla="*/ 520 w 68"/>
                <a:gd name="T7" fmla="*/ 93 h 42"/>
                <a:gd name="T8" fmla="*/ 113 w 68"/>
                <a:gd name="T9" fmla="*/ 6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7" y="32"/>
                  </a:moveTo>
                  <a:cubicBezTo>
                    <a:pt x="15" y="42"/>
                    <a:pt x="21" y="31"/>
                    <a:pt x="32" y="30"/>
                  </a:cubicBezTo>
                  <a:cubicBezTo>
                    <a:pt x="44" y="28"/>
                    <a:pt x="59" y="36"/>
                    <a:pt x="63" y="24"/>
                  </a:cubicBezTo>
                  <a:cubicBezTo>
                    <a:pt x="68" y="11"/>
                    <a:pt x="54" y="0"/>
                    <a:pt x="33" y="5"/>
                  </a:cubicBezTo>
                  <a:cubicBezTo>
                    <a:pt x="13" y="9"/>
                    <a:pt x="0" y="20"/>
                    <a:pt x="7" y="32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3" name="Freeform 15">
              <a:extLst>
                <a:ext uri="{FF2B5EF4-FFF2-40B4-BE49-F238E27FC236}">
                  <a16:creationId xmlns:a16="http://schemas.microsoft.com/office/drawing/2014/main" id="{EC86AC2A-5FF8-4D1A-BEB2-CD29D8F16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024"/>
              <a:ext cx="145" cy="160"/>
            </a:xfrm>
            <a:custGeom>
              <a:avLst/>
              <a:gdLst>
                <a:gd name="T0" fmla="*/ 708 w 58"/>
                <a:gd name="T1" fmla="*/ 589 h 60"/>
                <a:gd name="T2" fmla="*/ 500 w 58"/>
                <a:gd name="T3" fmla="*/ 307 h 60"/>
                <a:gd name="T4" fmla="*/ 158 w 58"/>
                <a:gd name="T5" fmla="*/ 136 h 60"/>
                <a:gd name="T6" fmla="*/ 238 w 58"/>
                <a:gd name="T7" fmla="*/ 797 h 60"/>
                <a:gd name="T8" fmla="*/ 345 w 58"/>
                <a:gd name="T9" fmla="*/ 931 h 60"/>
                <a:gd name="T10" fmla="*/ 470 w 58"/>
                <a:gd name="T11" fmla="*/ 1045 h 60"/>
                <a:gd name="T12" fmla="*/ 750 w 58"/>
                <a:gd name="T13" fmla="*/ 1045 h 60"/>
                <a:gd name="T14" fmla="*/ 708 w 58"/>
                <a:gd name="T15" fmla="*/ 589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45" y="31"/>
                  </a:moveTo>
                  <a:cubicBezTo>
                    <a:pt x="38" y="28"/>
                    <a:pt x="35" y="22"/>
                    <a:pt x="32" y="16"/>
                  </a:cubicBezTo>
                  <a:cubicBezTo>
                    <a:pt x="30" y="9"/>
                    <a:pt x="20" y="0"/>
                    <a:pt x="10" y="7"/>
                  </a:cubicBezTo>
                  <a:cubicBezTo>
                    <a:pt x="0" y="15"/>
                    <a:pt x="4" y="32"/>
                    <a:pt x="15" y="42"/>
                  </a:cubicBezTo>
                  <a:cubicBezTo>
                    <a:pt x="17" y="44"/>
                    <a:pt x="19" y="47"/>
                    <a:pt x="22" y="49"/>
                  </a:cubicBezTo>
                  <a:cubicBezTo>
                    <a:pt x="26" y="50"/>
                    <a:pt x="29" y="51"/>
                    <a:pt x="30" y="55"/>
                  </a:cubicBezTo>
                  <a:cubicBezTo>
                    <a:pt x="36" y="59"/>
                    <a:pt x="42" y="60"/>
                    <a:pt x="48" y="55"/>
                  </a:cubicBezTo>
                  <a:cubicBezTo>
                    <a:pt x="58" y="46"/>
                    <a:pt x="51" y="35"/>
                    <a:pt x="45" y="31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4" name="Freeform 16">
              <a:extLst>
                <a:ext uri="{FF2B5EF4-FFF2-40B4-BE49-F238E27FC236}">
                  <a16:creationId xmlns:a16="http://schemas.microsoft.com/office/drawing/2014/main" id="{C675EE85-E45F-4D35-9C2D-FF4F1EBF1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205"/>
              <a:ext cx="145" cy="112"/>
            </a:xfrm>
            <a:custGeom>
              <a:avLst/>
              <a:gdLst>
                <a:gd name="T0" fmla="*/ 83 w 58"/>
                <a:gd name="T1" fmla="*/ 533 h 42"/>
                <a:gd name="T2" fmla="*/ 813 w 58"/>
                <a:gd name="T3" fmla="*/ 533 h 42"/>
                <a:gd name="T4" fmla="*/ 738 w 58"/>
                <a:gd name="T5" fmla="*/ 248 h 42"/>
                <a:gd name="T6" fmla="*/ 408 w 58"/>
                <a:gd name="T7" fmla="*/ 149 h 42"/>
                <a:gd name="T8" fmla="*/ 50 w 58"/>
                <a:gd name="T9" fmla="*/ 205 h 42"/>
                <a:gd name="T10" fmla="*/ 83 w 58"/>
                <a:gd name="T11" fmla="*/ 53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2">
                  <a:moveTo>
                    <a:pt x="5" y="28"/>
                  </a:moveTo>
                  <a:cubicBezTo>
                    <a:pt x="20" y="42"/>
                    <a:pt x="47" y="36"/>
                    <a:pt x="52" y="28"/>
                  </a:cubicBezTo>
                  <a:cubicBezTo>
                    <a:pt x="58" y="21"/>
                    <a:pt x="55" y="14"/>
                    <a:pt x="47" y="13"/>
                  </a:cubicBezTo>
                  <a:cubicBezTo>
                    <a:pt x="39" y="11"/>
                    <a:pt x="36" y="11"/>
                    <a:pt x="26" y="8"/>
                  </a:cubicBezTo>
                  <a:cubicBezTo>
                    <a:pt x="16" y="5"/>
                    <a:pt x="7" y="0"/>
                    <a:pt x="3" y="11"/>
                  </a:cubicBezTo>
                  <a:cubicBezTo>
                    <a:pt x="1" y="14"/>
                    <a:pt x="0" y="22"/>
                    <a:pt x="5" y="28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5" name="Freeform 17">
              <a:extLst>
                <a:ext uri="{FF2B5EF4-FFF2-40B4-BE49-F238E27FC236}">
                  <a16:creationId xmlns:a16="http://schemas.microsoft.com/office/drawing/2014/main" id="{5E750271-0E91-420D-ABFC-32858594E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368"/>
              <a:ext cx="133" cy="88"/>
            </a:xfrm>
            <a:custGeom>
              <a:avLst/>
              <a:gdLst>
                <a:gd name="T0" fmla="*/ 680 w 53"/>
                <a:gd name="T1" fmla="*/ 35 h 33"/>
                <a:gd name="T2" fmla="*/ 660 w 53"/>
                <a:gd name="T3" fmla="*/ 21 h 33"/>
                <a:gd name="T4" fmla="*/ 251 w 53"/>
                <a:gd name="T5" fmla="*/ 21 h 33"/>
                <a:gd name="T6" fmla="*/ 0 w 53"/>
                <a:gd name="T7" fmla="*/ 136 h 33"/>
                <a:gd name="T8" fmla="*/ 221 w 53"/>
                <a:gd name="T9" fmla="*/ 227 h 33"/>
                <a:gd name="T10" fmla="*/ 396 w 53"/>
                <a:gd name="T11" fmla="*/ 285 h 33"/>
                <a:gd name="T12" fmla="*/ 429 w 53"/>
                <a:gd name="T13" fmla="*/ 533 h 33"/>
                <a:gd name="T14" fmla="*/ 713 w 53"/>
                <a:gd name="T15" fmla="*/ 512 h 33"/>
                <a:gd name="T16" fmla="*/ 680 w 53"/>
                <a:gd name="T17" fmla="*/ 3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3">
                  <a:moveTo>
                    <a:pt x="43" y="2"/>
                  </a:moveTo>
                  <a:cubicBezTo>
                    <a:pt x="42" y="1"/>
                    <a:pt x="42" y="1"/>
                    <a:pt x="42" y="1"/>
                  </a:cubicBezTo>
                  <a:cubicBezTo>
                    <a:pt x="35" y="4"/>
                    <a:pt x="25" y="0"/>
                    <a:pt x="16" y="1"/>
                  </a:cubicBezTo>
                  <a:cubicBezTo>
                    <a:pt x="10" y="2"/>
                    <a:pt x="5" y="6"/>
                    <a:pt x="0" y="7"/>
                  </a:cubicBezTo>
                  <a:cubicBezTo>
                    <a:pt x="2" y="7"/>
                    <a:pt x="9" y="8"/>
                    <a:pt x="14" y="12"/>
                  </a:cubicBezTo>
                  <a:cubicBezTo>
                    <a:pt x="18" y="12"/>
                    <a:pt x="22" y="13"/>
                    <a:pt x="25" y="15"/>
                  </a:cubicBezTo>
                  <a:cubicBezTo>
                    <a:pt x="29" y="20"/>
                    <a:pt x="29" y="24"/>
                    <a:pt x="27" y="28"/>
                  </a:cubicBezTo>
                  <a:cubicBezTo>
                    <a:pt x="33" y="32"/>
                    <a:pt x="40" y="33"/>
                    <a:pt x="45" y="27"/>
                  </a:cubicBezTo>
                  <a:cubicBezTo>
                    <a:pt x="53" y="17"/>
                    <a:pt x="48" y="6"/>
                    <a:pt x="43" y="2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6" name="Freeform 18">
              <a:extLst>
                <a:ext uri="{FF2B5EF4-FFF2-40B4-BE49-F238E27FC236}">
                  <a16:creationId xmlns:a16="http://schemas.microsoft.com/office/drawing/2014/main" id="{11CCFC06-AE8A-42AC-8993-845CA818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104"/>
              <a:ext cx="138" cy="104"/>
            </a:xfrm>
            <a:custGeom>
              <a:avLst/>
              <a:gdLst>
                <a:gd name="T0" fmla="*/ 522 w 55"/>
                <a:gd name="T1" fmla="*/ 93 h 39"/>
                <a:gd name="T2" fmla="*/ 504 w 55"/>
                <a:gd name="T3" fmla="*/ 93 h 39"/>
                <a:gd name="T4" fmla="*/ 238 w 55"/>
                <a:gd name="T5" fmla="*/ 285 h 39"/>
                <a:gd name="T6" fmla="*/ 125 w 55"/>
                <a:gd name="T7" fmla="*/ 205 h 39"/>
                <a:gd name="T8" fmla="*/ 125 w 55"/>
                <a:gd name="T9" fmla="*/ 456 h 39"/>
                <a:gd name="T10" fmla="*/ 33 w 55"/>
                <a:gd name="T11" fmla="*/ 533 h 39"/>
                <a:gd name="T12" fmla="*/ 33 w 55"/>
                <a:gd name="T13" fmla="*/ 547 h 39"/>
                <a:gd name="T14" fmla="*/ 221 w 55"/>
                <a:gd name="T15" fmla="*/ 717 h 39"/>
                <a:gd name="T16" fmla="*/ 492 w 55"/>
                <a:gd name="T17" fmla="*/ 533 h 39"/>
                <a:gd name="T18" fmla="*/ 851 w 55"/>
                <a:gd name="T19" fmla="*/ 227 h 39"/>
                <a:gd name="T20" fmla="*/ 522 w 55"/>
                <a:gd name="T21" fmla="*/ 93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9">
                  <a:moveTo>
                    <a:pt x="33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0" y="11"/>
                    <a:pt x="26" y="16"/>
                    <a:pt x="15" y="15"/>
                  </a:cubicBezTo>
                  <a:cubicBezTo>
                    <a:pt x="12" y="14"/>
                    <a:pt x="10" y="13"/>
                    <a:pt x="8" y="11"/>
                  </a:cubicBezTo>
                  <a:cubicBezTo>
                    <a:pt x="10" y="15"/>
                    <a:pt x="11" y="20"/>
                    <a:pt x="8" y="24"/>
                  </a:cubicBezTo>
                  <a:cubicBezTo>
                    <a:pt x="6" y="26"/>
                    <a:pt x="4" y="28"/>
                    <a:pt x="2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0" y="32"/>
                    <a:pt x="4" y="39"/>
                    <a:pt x="14" y="38"/>
                  </a:cubicBezTo>
                  <a:cubicBezTo>
                    <a:pt x="24" y="36"/>
                    <a:pt x="24" y="27"/>
                    <a:pt x="31" y="28"/>
                  </a:cubicBezTo>
                  <a:cubicBezTo>
                    <a:pt x="42" y="29"/>
                    <a:pt x="55" y="18"/>
                    <a:pt x="54" y="12"/>
                  </a:cubicBezTo>
                  <a:cubicBezTo>
                    <a:pt x="53" y="6"/>
                    <a:pt x="45" y="0"/>
                    <a:pt x="33" y="5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7" name="Freeform 19">
              <a:extLst>
                <a:ext uri="{FF2B5EF4-FFF2-40B4-BE49-F238E27FC236}">
                  <a16:creationId xmlns:a16="http://schemas.microsoft.com/office/drawing/2014/main" id="{403B8C76-28E9-470C-93FC-733361459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133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54 h 2"/>
                <a:gd name="T4" fmla="*/ 33 w 2"/>
                <a:gd name="T5" fmla="*/ 27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8" name="Freeform 20">
              <a:extLst>
                <a:ext uri="{FF2B5EF4-FFF2-40B4-BE49-F238E27FC236}">
                  <a16:creationId xmlns:a16="http://schemas.microsoft.com/office/drawing/2014/main" id="{DA89E414-BA28-49E0-B429-97BEA78C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981"/>
              <a:ext cx="85" cy="144"/>
            </a:xfrm>
            <a:custGeom>
              <a:avLst/>
              <a:gdLst>
                <a:gd name="T0" fmla="*/ 188 w 34"/>
                <a:gd name="T1" fmla="*/ 832 h 54"/>
                <a:gd name="T2" fmla="*/ 425 w 34"/>
                <a:gd name="T3" fmla="*/ 1024 h 54"/>
                <a:gd name="T4" fmla="*/ 458 w 34"/>
                <a:gd name="T5" fmla="*/ 491 h 54"/>
                <a:gd name="T6" fmla="*/ 533 w 34"/>
                <a:gd name="T7" fmla="*/ 341 h 54"/>
                <a:gd name="T8" fmla="*/ 533 w 34"/>
                <a:gd name="T9" fmla="*/ 320 h 54"/>
                <a:gd name="T10" fmla="*/ 95 w 34"/>
                <a:gd name="T11" fmla="*/ 136 h 54"/>
                <a:gd name="T12" fmla="*/ 50 w 34"/>
                <a:gd name="T13" fmla="*/ 477 h 54"/>
                <a:gd name="T14" fmla="*/ 188 w 34"/>
                <a:gd name="T15" fmla="*/ 83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4">
                  <a:moveTo>
                    <a:pt x="12" y="44"/>
                  </a:moveTo>
                  <a:cubicBezTo>
                    <a:pt x="18" y="46"/>
                    <a:pt x="24" y="50"/>
                    <a:pt x="27" y="54"/>
                  </a:cubicBezTo>
                  <a:cubicBezTo>
                    <a:pt x="23" y="46"/>
                    <a:pt x="26" y="33"/>
                    <a:pt x="29" y="26"/>
                  </a:cubicBezTo>
                  <a:cubicBezTo>
                    <a:pt x="30" y="23"/>
                    <a:pt x="32" y="20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0" y="7"/>
                    <a:pt x="16" y="0"/>
                    <a:pt x="6" y="7"/>
                  </a:cubicBezTo>
                  <a:cubicBezTo>
                    <a:pt x="1" y="11"/>
                    <a:pt x="0" y="19"/>
                    <a:pt x="3" y="25"/>
                  </a:cubicBezTo>
                  <a:cubicBezTo>
                    <a:pt x="7" y="31"/>
                    <a:pt x="12" y="38"/>
                    <a:pt x="12" y="44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9" name="Freeform 21">
              <a:extLst>
                <a:ext uri="{FF2B5EF4-FFF2-40B4-BE49-F238E27FC236}">
                  <a16:creationId xmlns:a16="http://schemas.microsoft.com/office/drawing/2014/main" id="{22D010EC-3B85-4137-9914-101445E7D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355"/>
              <a:ext cx="155" cy="90"/>
            </a:xfrm>
            <a:custGeom>
              <a:avLst/>
              <a:gdLst>
                <a:gd name="T0" fmla="*/ 675 w 62"/>
                <a:gd name="T1" fmla="*/ 56 h 34"/>
                <a:gd name="T2" fmla="*/ 738 w 62"/>
                <a:gd name="T3" fmla="*/ 484 h 34"/>
                <a:gd name="T4" fmla="*/ 408 w 62"/>
                <a:gd name="T5" fmla="*/ 519 h 34"/>
                <a:gd name="T6" fmla="*/ 113 w 62"/>
                <a:gd name="T7" fmla="*/ 574 h 34"/>
                <a:gd name="T8" fmla="*/ 125 w 62"/>
                <a:gd name="T9" fmla="*/ 225 h 34"/>
                <a:gd name="T10" fmla="*/ 675 w 62"/>
                <a:gd name="T11" fmla="*/ 5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4">
                  <a:moveTo>
                    <a:pt x="43" y="3"/>
                  </a:moveTo>
                  <a:cubicBezTo>
                    <a:pt x="62" y="4"/>
                    <a:pt x="54" y="23"/>
                    <a:pt x="47" y="26"/>
                  </a:cubicBezTo>
                  <a:cubicBezTo>
                    <a:pt x="40" y="29"/>
                    <a:pt x="33" y="25"/>
                    <a:pt x="26" y="28"/>
                  </a:cubicBezTo>
                  <a:cubicBezTo>
                    <a:pt x="20" y="30"/>
                    <a:pt x="12" y="34"/>
                    <a:pt x="7" y="31"/>
                  </a:cubicBezTo>
                  <a:cubicBezTo>
                    <a:pt x="1" y="27"/>
                    <a:pt x="0" y="20"/>
                    <a:pt x="8" y="12"/>
                  </a:cubicBezTo>
                  <a:cubicBezTo>
                    <a:pt x="14" y="5"/>
                    <a:pt x="33" y="0"/>
                    <a:pt x="43" y="3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0" name="Freeform 22">
              <a:extLst>
                <a:ext uri="{FF2B5EF4-FFF2-40B4-BE49-F238E27FC236}">
                  <a16:creationId xmlns:a16="http://schemas.microsoft.com/office/drawing/2014/main" id="{F83FA8CA-2FFB-40AE-8D12-A4F016D51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288"/>
              <a:ext cx="127" cy="85"/>
            </a:xfrm>
            <a:custGeom>
              <a:avLst/>
              <a:gdLst>
                <a:gd name="T0" fmla="*/ 540 w 51"/>
                <a:gd name="T1" fmla="*/ 133 h 32"/>
                <a:gd name="T2" fmla="*/ 279 w 51"/>
                <a:gd name="T3" fmla="*/ 21 h 32"/>
                <a:gd name="T4" fmla="*/ 62 w 51"/>
                <a:gd name="T5" fmla="*/ 77 h 32"/>
                <a:gd name="T6" fmla="*/ 125 w 51"/>
                <a:gd name="T7" fmla="*/ 507 h 32"/>
                <a:gd name="T8" fmla="*/ 261 w 51"/>
                <a:gd name="T9" fmla="*/ 523 h 32"/>
                <a:gd name="T10" fmla="*/ 416 w 51"/>
                <a:gd name="T11" fmla="*/ 600 h 32"/>
                <a:gd name="T12" fmla="*/ 712 w 51"/>
                <a:gd name="T13" fmla="*/ 507 h 32"/>
                <a:gd name="T14" fmla="*/ 787 w 51"/>
                <a:gd name="T15" fmla="*/ 319 h 32"/>
                <a:gd name="T16" fmla="*/ 540 w 51"/>
                <a:gd name="T17" fmla="*/ 133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2">
                  <a:moveTo>
                    <a:pt x="35" y="7"/>
                  </a:moveTo>
                  <a:cubicBezTo>
                    <a:pt x="29" y="9"/>
                    <a:pt x="25" y="2"/>
                    <a:pt x="18" y="1"/>
                  </a:cubicBezTo>
                  <a:cubicBezTo>
                    <a:pt x="10" y="1"/>
                    <a:pt x="7" y="0"/>
                    <a:pt x="4" y="4"/>
                  </a:cubicBezTo>
                  <a:cubicBezTo>
                    <a:pt x="0" y="15"/>
                    <a:pt x="2" y="22"/>
                    <a:pt x="8" y="27"/>
                  </a:cubicBezTo>
                  <a:cubicBezTo>
                    <a:pt x="12" y="27"/>
                    <a:pt x="15" y="27"/>
                    <a:pt x="17" y="28"/>
                  </a:cubicBezTo>
                  <a:cubicBezTo>
                    <a:pt x="22" y="28"/>
                    <a:pt x="25" y="30"/>
                    <a:pt x="27" y="32"/>
                  </a:cubicBezTo>
                  <a:cubicBezTo>
                    <a:pt x="35" y="32"/>
                    <a:pt x="42" y="31"/>
                    <a:pt x="46" y="27"/>
                  </a:cubicBezTo>
                  <a:cubicBezTo>
                    <a:pt x="46" y="23"/>
                    <a:pt x="48" y="20"/>
                    <a:pt x="51" y="17"/>
                  </a:cubicBezTo>
                  <a:cubicBezTo>
                    <a:pt x="50" y="6"/>
                    <a:pt x="41" y="5"/>
                    <a:pt x="35" y="7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1" name="Freeform 23">
              <a:extLst>
                <a:ext uri="{FF2B5EF4-FFF2-40B4-BE49-F238E27FC236}">
                  <a16:creationId xmlns:a16="http://schemas.microsoft.com/office/drawing/2014/main" id="{C9ACCC0C-F546-4565-B824-9ED3C3648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261"/>
              <a:ext cx="75" cy="134"/>
            </a:xfrm>
            <a:custGeom>
              <a:avLst/>
              <a:gdLst>
                <a:gd name="T0" fmla="*/ 158 w 30"/>
                <a:gd name="T1" fmla="*/ 906 h 50"/>
                <a:gd name="T2" fmla="*/ 408 w 30"/>
                <a:gd name="T3" fmla="*/ 732 h 50"/>
                <a:gd name="T4" fmla="*/ 438 w 30"/>
                <a:gd name="T5" fmla="*/ 94 h 50"/>
                <a:gd name="T6" fmla="*/ 408 w 30"/>
                <a:gd name="T7" fmla="*/ 94 h 50"/>
                <a:gd name="T8" fmla="*/ 270 w 30"/>
                <a:gd name="T9" fmla="*/ 0 h 50"/>
                <a:gd name="T10" fmla="*/ 270 w 30"/>
                <a:gd name="T11" fmla="*/ 0 h 50"/>
                <a:gd name="T12" fmla="*/ 83 w 30"/>
                <a:gd name="T13" fmla="*/ 389 h 50"/>
                <a:gd name="T14" fmla="*/ 0 w 30"/>
                <a:gd name="T15" fmla="*/ 791 h 50"/>
                <a:gd name="T16" fmla="*/ 113 w 30"/>
                <a:gd name="T17" fmla="*/ 962 h 50"/>
                <a:gd name="T18" fmla="*/ 158 w 30"/>
                <a:gd name="T19" fmla="*/ 906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50">
                  <a:moveTo>
                    <a:pt x="10" y="47"/>
                  </a:moveTo>
                  <a:cubicBezTo>
                    <a:pt x="13" y="43"/>
                    <a:pt x="19" y="40"/>
                    <a:pt x="26" y="38"/>
                  </a:cubicBezTo>
                  <a:cubicBezTo>
                    <a:pt x="30" y="29"/>
                    <a:pt x="30" y="13"/>
                    <a:pt x="28" y="5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2" y="3"/>
                    <a:pt x="19" y="2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6" y="3"/>
                    <a:pt x="5" y="10"/>
                    <a:pt x="5" y="20"/>
                  </a:cubicBezTo>
                  <a:cubicBezTo>
                    <a:pt x="5" y="29"/>
                    <a:pt x="0" y="35"/>
                    <a:pt x="0" y="41"/>
                  </a:cubicBezTo>
                  <a:cubicBezTo>
                    <a:pt x="0" y="45"/>
                    <a:pt x="3" y="48"/>
                    <a:pt x="7" y="50"/>
                  </a:cubicBezTo>
                  <a:cubicBezTo>
                    <a:pt x="8" y="49"/>
                    <a:pt x="9" y="48"/>
                    <a:pt x="10" y="47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2" name="Freeform 24">
              <a:extLst>
                <a:ext uri="{FF2B5EF4-FFF2-40B4-BE49-F238E27FC236}">
                  <a16:creationId xmlns:a16="http://schemas.microsoft.com/office/drawing/2014/main" id="{6BBA0DA5-F9D0-4AEF-BA1C-071118E7D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1301"/>
              <a:ext cx="115" cy="179"/>
            </a:xfrm>
            <a:custGeom>
              <a:avLst/>
              <a:gdLst>
                <a:gd name="T0" fmla="*/ 33 w 46"/>
                <a:gd name="T1" fmla="*/ 1029 h 67"/>
                <a:gd name="T2" fmla="*/ 95 w 46"/>
                <a:gd name="T3" fmla="*/ 1256 h 67"/>
                <a:gd name="T4" fmla="*/ 113 w 46"/>
                <a:gd name="T5" fmla="*/ 1277 h 67"/>
                <a:gd name="T6" fmla="*/ 145 w 46"/>
                <a:gd name="T7" fmla="*/ 1184 h 67"/>
                <a:gd name="T8" fmla="*/ 363 w 46"/>
                <a:gd name="T9" fmla="*/ 1106 h 67"/>
                <a:gd name="T10" fmla="*/ 675 w 46"/>
                <a:gd name="T11" fmla="*/ 550 h 67"/>
                <a:gd name="T12" fmla="*/ 533 w 46"/>
                <a:gd name="T13" fmla="*/ 56 h 67"/>
                <a:gd name="T14" fmla="*/ 313 w 46"/>
                <a:gd name="T15" fmla="*/ 264 h 67"/>
                <a:gd name="T16" fmla="*/ 208 w 46"/>
                <a:gd name="T17" fmla="*/ 550 h 67"/>
                <a:gd name="T18" fmla="*/ 0 w 46"/>
                <a:gd name="T19" fmla="*/ 935 h 67"/>
                <a:gd name="T20" fmla="*/ 33 w 46"/>
                <a:gd name="T21" fmla="*/ 1029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67">
                  <a:moveTo>
                    <a:pt x="2" y="54"/>
                  </a:moveTo>
                  <a:cubicBezTo>
                    <a:pt x="3" y="57"/>
                    <a:pt x="6" y="62"/>
                    <a:pt x="6" y="66"/>
                  </a:cubicBezTo>
                  <a:cubicBezTo>
                    <a:pt x="6" y="67"/>
                    <a:pt x="6" y="67"/>
                    <a:pt x="7" y="67"/>
                  </a:cubicBezTo>
                  <a:cubicBezTo>
                    <a:pt x="7" y="65"/>
                    <a:pt x="8" y="64"/>
                    <a:pt x="9" y="62"/>
                  </a:cubicBezTo>
                  <a:cubicBezTo>
                    <a:pt x="12" y="58"/>
                    <a:pt x="17" y="57"/>
                    <a:pt x="23" y="58"/>
                  </a:cubicBezTo>
                  <a:cubicBezTo>
                    <a:pt x="31" y="56"/>
                    <a:pt x="41" y="41"/>
                    <a:pt x="43" y="29"/>
                  </a:cubicBezTo>
                  <a:cubicBezTo>
                    <a:pt x="46" y="17"/>
                    <a:pt x="45" y="5"/>
                    <a:pt x="34" y="3"/>
                  </a:cubicBezTo>
                  <a:cubicBezTo>
                    <a:pt x="26" y="0"/>
                    <a:pt x="21" y="5"/>
                    <a:pt x="20" y="14"/>
                  </a:cubicBezTo>
                  <a:cubicBezTo>
                    <a:pt x="19" y="22"/>
                    <a:pt x="18" y="24"/>
                    <a:pt x="13" y="29"/>
                  </a:cubicBezTo>
                  <a:cubicBezTo>
                    <a:pt x="8" y="33"/>
                    <a:pt x="0" y="38"/>
                    <a:pt x="0" y="49"/>
                  </a:cubicBezTo>
                  <a:cubicBezTo>
                    <a:pt x="1" y="51"/>
                    <a:pt x="1" y="52"/>
                    <a:pt x="2" y="54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3" name="Freeform 25">
              <a:extLst>
                <a:ext uri="{FF2B5EF4-FFF2-40B4-BE49-F238E27FC236}">
                  <a16:creationId xmlns:a16="http://schemas.microsoft.com/office/drawing/2014/main" id="{58376A7A-AB3C-49B8-A9D8-28C3E49ED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275"/>
              <a:ext cx="65" cy="165"/>
            </a:xfrm>
            <a:custGeom>
              <a:avLst/>
              <a:gdLst>
                <a:gd name="T0" fmla="*/ 408 w 26"/>
                <a:gd name="T1" fmla="*/ 170 h 62"/>
                <a:gd name="T2" fmla="*/ 283 w 26"/>
                <a:gd name="T3" fmla="*/ 0 h 62"/>
                <a:gd name="T4" fmla="*/ 83 w 26"/>
                <a:gd name="T5" fmla="*/ 205 h 62"/>
                <a:gd name="T6" fmla="*/ 83 w 26"/>
                <a:gd name="T7" fmla="*/ 588 h 62"/>
                <a:gd name="T8" fmla="*/ 50 w 26"/>
                <a:gd name="T9" fmla="*/ 737 h 62"/>
                <a:gd name="T10" fmla="*/ 0 w 26"/>
                <a:gd name="T11" fmla="*/ 921 h 62"/>
                <a:gd name="T12" fmla="*/ 395 w 26"/>
                <a:gd name="T13" fmla="*/ 806 h 62"/>
                <a:gd name="T14" fmla="*/ 333 w 26"/>
                <a:gd name="T15" fmla="*/ 679 h 62"/>
                <a:gd name="T16" fmla="*/ 408 w 26"/>
                <a:gd name="T17" fmla="*/ 282 h 62"/>
                <a:gd name="T18" fmla="*/ 408 w 26"/>
                <a:gd name="T19" fmla="*/ 17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62">
                  <a:moveTo>
                    <a:pt x="26" y="9"/>
                  </a:moveTo>
                  <a:cubicBezTo>
                    <a:pt x="24" y="4"/>
                    <a:pt x="21" y="0"/>
                    <a:pt x="18" y="0"/>
                  </a:cubicBezTo>
                  <a:cubicBezTo>
                    <a:pt x="9" y="0"/>
                    <a:pt x="5" y="6"/>
                    <a:pt x="5" y="11"/>
                  </a:cubicBezTo>
                  <a:cubicBezTo>
                    <a:pt x="4" y="16"/>
                    <a:pt x="9" y="25"/>
                    <a:pt x="5" y="31"/>
                  </a:cubicBezTo>
                  <a:cubicBezTo>
                    <a:pt x="4" y="34"/>
                    <a:pt x="4" y="36"/>
                    <a:pt x="3" y="39"/>
                  </a:cubicBezTo>
                  <a:cubicBezTo>
                    <a:pt x="3" y="42"/>
                    <a:pt x="2" y="45"/>
                    <a:pt x="0" y="49"/>
                  </a:cubicBezTo>
                  <a:cubicBezTo>
                    <a:pt x="5" y="57"/>
                    <a:pt x="18" y="62"/>
                    <a:pt x="25" y="43"/>
                  </a:cubicBezTo>
                  <a:cubicBezTo>
                    <a:pt x="23" y="41"/>
                    <a:pt x="21" y="39"/>
                    <a:pt x="21" y="36"/>
                  </a:cubicBezTo>
                  <a:cubicBezTo>
                    <a:pt x="21" y="30"/>
                    <a:pt x="26" y="24"/>
                    <a:pt x="26" y="15"/>
                  </a:cubicBezTo>
                  <a:cubicBezTo>
                    <a:pt x="26" y="13"/>
                    <a:pt x="26" y="11"/>
                    <a:pt x="26" y="9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4" name="Freeform 26">
              <a:extLst>
                <a:ext uri="{FF2B5EF4-FFF2-40B4-BE49-F238E27FC236}">
                  <a16:creationId xmlns:a16="http://schemas.microsoft.com/office/drawing/2014/main" id="{C8320A18-B181-4043-9AA5-506D9FCE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181"/>
              <a:ext cx="170" cy="75"/>
            </a:xfrm>
            <a:custGeom>
              <a:avLst/>
              <a:gdLst>
                <a:gd name="T0" fmla="*/ 50 w 68"/>
                <a:gd name="T1" fmla="*/ 287 h 28"/>
                <a:gd name="T2" fmla="*/ 333 w 68"/>
                <a:gd name="T3" fmla="*/ 21 h 28"/>
                <a:gd name="T4" fmla="*/ 833 w 68"/>
                <a:gd name="T5" fmla="*/ 78 h 28"/>
                <a:gd name="T6" fmla="*/ 1000 w 68"/>
                <a:gd name="T7" fmla="*/ 388 h 28"/>
                <a:gd name="T8" fmla="*/ 720 w 68"/>
                <a:gd name="T9" fmla="*/ 458 h 28"/>
                <a:gd name="T10" fmla="*/ 520 w 68"/>
                <a:gd name="T11" fmla="*/ 45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8">
                  <a:moveTo>
                    <a:pt x="3" y="15"/>
                  </a:moveTo>
                  <a:cubicBezTo>
                    <a:pt x="0" y="6"/>
                    <a:pt x="8" y="1"/>
                    <a:pt x="21" y="1"/>
                  </a:cubicBezTo>
                  <a:cubicBezTo>
                    <a:pt x="35" y="0"/>
                    <a:pt x="42" y="2"/>
                    <a:pt x="53" y="4"/>
                  </a:cubicBezTo>
                  <a:cubicBezTo>
                    <a:pt x="64" y="7"/>
                    <a:pt x="68" y="13"/>
                    <a:pt x="64" y="20"/>
                  </a:cubicBezTo>
                  <a:cubicBezTo>
                    <a:pt x="60" y="28"/>
                    <a:pt x="53" y="26"/>
                    <a:pt x="46" y="24"/>
                  </a:cubicBezTo>
                  <a:cubicBezTo>
                    <a:pt x="39" y="22"/>
                    <a:pt x="33" y="23"/>
                    <a:pt x="33" y="24"/>
                  </a:cubicBezTo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5" name="Freeform 27">
              <a:extLst>
                <a:ext uri="{FF2B5EF4-FFF2-40B4-BE49-F238E27FC236}">
                  <a16:creationId xmlns:a16="http://schemas.microsoft.com/office/drawing/2014/main" id="{2C58FDDD-5890-4B65-9478-A6481CFE2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1163"/>
              <a:ext cx="123" cy="160"/>
            </a:xfrm>
            <a:custGeom>
              <a:avLst/>
              <a:gdLst>
                <a:gd name="T0" fmla="*/ 663 w 49"/>
                <a:gd name="T1" fmla="*/ 136 h 60"/>
                <a:gd name="T2" fmla="*/ 188 w 49"/>
                <a:gd name="T3" fmla="*/ 320 h 60"/>
                <a:gd name="T4" fmla="*/ 158 w 49"/>
                <a:gd name="T5" fmla="*/ 1024 h 60"/>
                <a:gd name="T6" fmla="*/ 429 w 49"/>
                <a:gd name="T7" fmla="*/ 931 h 60"/>
                <a:gd name="T8" fmla="*/ 567 w 49"/>
                <a:gd name="T9" fmla="*/ 547 h 60"/>
                <a:gd name="T10" fmla="*/ 663 w 49"/>
                <a:gd name="T11" fmla="*/ 13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60">
                  <a:moveTo>
                    <a:pt x="42" y="7"/>
                  </a:moveTo>
                  <a:cubicBezTo>
                    <a:pt x="34" y="0"/>
                    <a:pt x="20" y="3"/>
                    <a:pt x="12" y="17"/>
                  </a:cubicBezTo>
                  <a:cubicBezTo>
                    <a:pt x="4" y="32"/>
                    <a:pt x="0" y="48"/>
                    <a:pt x="10" y="54"/>
                  </a:cubicBezTo>
                  <a:cubicBezTo>
                    <a:pt x="19" y="60"/>
                    <a:pt x="24" y="57"/>
                    <a:pt x="27" y="49"/>
                  </a:cubicBezTo>
                  <a:cubicBezTo>
                    <a:pt x="30" y="41"/>
                    <a:pt x="29" y="34"/>
                    <a:pt x="36" y="29"/>
                  </a:cubicBezTo>
                  <a:cubicBezTo>
                    <a:pt x="43" y="25"/>
                    <a:pt x="49" y="14"/>
                    <a:pt x="42" y="7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6" name="Freeform 28">
              <a:extLst>
                <a:ext uri="{FF2B5EF4-FFF2-40B4-BE49-F238E27FC236}">
                  <a16:creationId xmlns:a16="http://schemas.microsoft.com/office/drawing/2014/main" id="{BD4FBA39-AAF9-4E6D-B907-4BA12D909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181"/>
              <a:ext cx="95" cy="102"/>
            </a:xfrm>
            <a:custGeom>
              <a:avLst/>
              <a:gdLst>
                <a:gd name="T0" fmla="*/ 550 w 38"/>
                <a:gd name="T1" fmla="*/ 94 h 38"/>
                <a:gd name="T2" fmla="*/ 595 w 38"/>
                <a:gd name="T3" fmla="*/ 21 h 38"/>
                <a:gd name="T4" fmla="*/ 583 w 38"/>
                <a:gd name="T5" fmla="*/ 0 h 38"/>
                <a:gd name="T6" fmla="*/ 375 w 38"/>
                <a:gd name="T7" fmla="*/ 172 h 38"/>
                <a:gd name="T8" fmla="*/ 220 w 38"/>
                <a:gd name="T9" fmla="*/ 137 h 38"/>
                <a:gd name="T10" fmla="*/ 220 w 38"/>
                <a:gd name="T11" fmla="*/ 137 h 38"/>
                <a:gd name="T12" fmla="*/ 125 w 38"/>
                <a:gd name="T13" fmla="*/ 231 h 38"/>
                <a:gd name="T14" fmla="*/ 33 w 38"/>
                <a:gd name="T15" fmla="*/ 403 h 38"/>
                <a:gd name="T16" fmla="*/ 20 w 38"/>
                <a:gd name="T17" fmla="*/ 582 h 38"/>
                <a:gd name="T18" fmla="*/ 208 w 38"/>
                <a:gd name="T19" fmla="*/ 735 h 38"/>
                <a:gd name="T20" fmla="*/ 345 w 38"/>
                <a:gd name="T21" fmla="*/ 676 h 38"/>
                <a:gd name="T22" fmla="*/ 345 w 38"/>
                <a:gd name="T23" fmla="*/ 676 h 38"/>
                <a:gd name="T24" fmla="*/ 375 w 38"/>
                <a:gd name="T25" fmla="*/ 676 h 38"/>
                <a:gd name="T26" fmla="*/ 583 w 38"/>
                <a:gd name="T27" fmla="*/ 518 h 38"/>
                <a:gd name="T28" fmla="*/ 595 w 38"/>
                <a:gd name="T29" fmla="*/ 518 h 38"/>
                <a:gd name="T30" fmla="*/ 550 w 38"/>
                <a:gd name="T31" fmla="*/ 94 h 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" h="38">
                  <a:moveTo>
                    <a:pt x="35" y="5"/>
                  </a:moveTo>
                  <a:cubicBezTo>
                    <a:pt x="36" y="3"/>
                    <a:pt x="37" y="2"/>
                    <a:pt x="38" y="1"/>
                  </a:cubicBezTo>
                  <a:cubicBezTo>
                    <a:pt x="38" y="1"/>
                    <a:pt x="38" y="0"/>
                    <a:pt x="37" y="0"/>
                  </a:cubicBezTo>
                  <a:cubicBezTo>
                    <a:pt x="34" y="2"/>
                    <a:pt x="32" y="8"/>
                    <a:pt x="24" y="9"/>
                  </a:cubicBezTo>
                  <a:cubicBezTo>
                    <a:pt x="20" y="9"/>
                    <a:pt x="17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8"/>
                    <a:pt x="10" y="10"/>
                    <a:pt x="8" y="12"/>
                  </a:cubicBezTo>
                  <a:cubicBezTo>
                    <a:pt x="7" y="15"/>
                    <a:pt x="5" y="19"/>
                    <a:pt x="2" y="21"/>
                  </a:cubicBezTo>
                  <a:cubicBezTo>
                    <a:pt x="1" y="24"/>
                    <a:pt x="0" y="27"/>
                    <a:pt x="1" y="30"/>
                  </a:cubicBezTo>
                  <a:cubicBezTo>
                    <a:pt x="3" y="36"/>
                    <a:pt x="8" y="38"/>
                    <a:pt x="13" y="38"/>
                  </a:cubicBezTo>
                  <a:cubicBezTo>
                    <a:pt x="15" y="36"/>
                    <a:pt x="18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3" y="35"/>
                    <a:pt x="23" y="35"/>
                    <a:pt x="24" y="35"/>
                  </a:cubicBezTo>
                  <a:cubicBezTo>
                    <a:pt x="31" y="31"/>
                    <a:pt x="32" y="25"/>
                    <a:pt x="37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1" y="20"/>
                    <a:pt x="32" y="11"/>
                    <a:pt x="35" y="5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7" name="Freeform 29">
              <a:extLst>
                <a:ext uri="{FF2B5EF4-FFF2-40B4-BE49-F238E27FC236}">
                  <a16:creationId xmlns:a16="http://schemas.microsoft.com/office/drawing/2014/main" id="{5E432903-598D-424A-8DA5-B2658072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453"/>
              <a:ext cx="142" cy="88"/>
            </a:xfrm>
            <a:custGeom>
              <a:avLst/>
              <a:gdLst>
                <a:gd name="T0" fmla="*/ 42 w 57"/>
                <a:gd name="T1" fmla="*/ 205 h 33"/>
                <a:gd name="T2" fmla="*/ 311 w 57"/>
                <a:gd name="T3" fmla="*/ 512 h 33"/>
                <a:gd name="T4" fmla="*/ 837 w 57"/>
                <a:gd name="T5" fmla="*/ 363 h 33"/>
                <a:gd name="T6" fmla="*/ 620 w 57"/>
                <a:gd name="T7" fmla="*/ 35 h 33"/>
                <a:gd name="T8" fmla="*/ 354 w 57"/>
                <a:gd name="T9" fmla="*/ 93 h 33"/>
                <a:gd name="T10" fmla="*/ 42 w 57"/>
                <a:gd name="T11" fmla="*/ 20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3">
                  <a:moveTo>
                    <a:pt x="3" y="11"/>
                  </a:moveTo>
                  <a:cubicBezTo>
                    <a:pt x="0" y="20"/>
                    <a:pt x="7" y="25"/>
                    <a:pt x="20" y="27"/>
                  </a:cubicBezTo>
                  <a:cubicBezTo>
                    <a:pt x="33" y="29"/>
                    <a:pt x="51" y="33"/>
                    <a:pt x="54" y="19"/>
                  </a:cubicBezTo>
                  <a:cubicBezTo>
                    <a:pt x="57" y="6"/>
                    <a:pt x="47" y="1"/>
                    <a:pt x="40" y="2"/>
                  </a:cubicBezTo>
                  <a:cubicBezTo>
                    <a:pt x="33" y="2"/>
                    <a:pt x="27" y="5"/>
                    <a:pt x="23" y="5"/>
                  </a:cubicBezTo>
                  <a:cubicBezTo>
                    <a:pt x="19" y="4"/>
                    <a:pt x="6" y="0"/>
                    <a:pt x="3" y="11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8" name="Freeform 30">
              <a:extLst>
                <a:ext uri="{FF2B5EF4-FFF2-40B4-BE49-F238E27FC236}">
                  <a16:creationId xmlns:a16="http://schemas.microsoft.com/office/drawing/2014/main" id="{CAB2B3C5-F4E4-4DB7-9EBA-C2CF79D0C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352"/>
              <a:ext cx="113" cy="147"/>
            </a:xfrm>
            <a:custGeom>
              <a:avLst/>
              <a:gdLst>
                <a:gd name="T0" fmla="*/ 472 w 45"/>
                <a:gd name="T1" fmla="*/ 307 h 55"/>
                <a:gd name="T2" fmla="*/ 0 w 45"/>
                <a:gd name="T3" fmla="*/ 192 h 55"/>
                <a:gd name="T4" fmla="*/ 0 w 45"/>
                <a:gd name="T5" fmla="*/ 192 h 55"/>
                <a:gd name="T6" fmla="*/ 50 w 45"/>
                <a:gd name="T7" fmla="*/ 513 h 55"/>
                <a:gd name="T8" fmla="*/ 158 w 45"/>
                <a:gd name="T9" fmla="*/ 572 h 55"/>
                <a:gd name="T10" fmla="*/ 251 w 45"/>
                <a:gd name="T11" fmla="*/ 821 h 55"/>
                <a:gd name="T12" fmla="*/ 316 w 45"/>
                <a:gd name="T13" fmla="*/ 935 h 55"/>
                <a:gd name="T14" fmla="*/ 600 w 45"/>
                <a:gd name="T15" fmla="*/ 935 h 55"/>
                <a:gd name="T16" fmla="*/ 472 w 45"/>
                <a:gd name="T17" fmla="*/ 30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55">
                  <a:moveTo>
                    <a:pt x="30" y="16"/>
                  </a:moveTo>
                  <a:cubicBezTo>
                    <a:pt x="17" y="0"/>
                    <a:pt x="7" y="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14"/>
                    <a:pt x="6" y="21"/>
                    <a:pt x="3" y="27"/>
                  </a:cubicBezTo>
                  <a:cubicBezTo>
                    <a:pt x="5" y="28"/>
                    <a:pt x="7" y="29"/>
                    <a:pt x="10" y="30"/>
                  </a:cubicBezTo>
                  <a:cubicBezTo>
                    <a:pt x="13" y="32"/>
                    <a:pt x="14" y="38"/>
                    <a:pt x="16" y="43"/>
                  </a:cubicBezTo>
                  <a:cubicBezTo>
                    <a:pt x="18" y="44"/>
                    <a:pt x="19" y="46"/>
                    <a:pt x="20" y="49"/>
                  </a:cubicBezTo>
                  <a:cubicBezTo>
                    <a:pt x="23" y="51"/>
                    <a:pt x="31" y="55"/>
                    <a:pt x="38" y="49"/>
                  </a:cubicBezTo>
                  <a:cubicBezTo>
                    <a:pt x="45" y="42"/>
                    <a:pt x="42" y="32"/>
                    <a:pt x="30" y="16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9" name="Freeform 31">
              <a:extLst>
                <a:ext uri="{FF2B5EF4-FFF2-40B4-BE49-F238E27FC236}">
                  <a16:creationId xmlns:a16="http://schemas.microsoft.com/office/drawing/2014/main" id="{18E351E3-2C1A-4263-B1AD-427BABFFD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40"/>
              <a:ext cx="138" cy="155"/>
            </a:xfrm>
            <a:custGeom>
              <a:avLst/>
              <a:gdLst>
                <a:gd name="T0" fmla="*/ 693 w 55"/>
                <a:gd name="T1" fmla="*/ 593 h 58"/>
                <a:gd name="T2" fmla="*/ 409 w 55"/>
                <a:gd name="T3" fmla="*/ 321 h 58"/>
                <a:gd name="T4" fmla="*/ 63 w 55"/>
                <a:gd name="T5" fmla="*/ 171 h 58"/>
                <a:gd name="T6" fmla="*/ 63 w 55"/>
                <a:gd name="T7" fmla="*/ 171 h 58"/>
                <a:gd name="T8" fmla="*/ 20 w 55"/>
                <a:gd name="T9" fmla="*/ 286 h 58"/>
                <a:gd name="T10" fmla="*/ 0 w 55"/>
                <a:gd name="T11" fmla="*/ 321 h 58"/>
                <a:gd name="T12" fmla="*/ 0 w 55"/>
                <a:gd name="T13" fmla="*/ 457 h 58"/>
                <a:gd name="T14" fmla="*/ 208 w 55"/>
                <a:gd name="T15" fmla="*/ 820 h 58"/>
                <a:gd name="T16" fmla="*/ 176 w 55"/>
                <a:gd name="T17" fmla="*/ 879 h 58"/>
                <a:gd name="T18" fmla="*/ 221 w 55"/>
                <a:gd name="T19" fmla="*/ 914 h 58"/>
                <a:gd name="T20" fmla="*/ 630 w 55"/>
                <a:gd name="T21" fmla="*/ 1106 h 58"/>
                <a:gd name="T22" fmla="*/ 693 w 55"/>
                <a:gd name="T23" fmla="*/ 1085 h 58"/>
                <a:gd name="T24" fmla="*/ 693 w 55"/>
                <a:gd name="T25" fmla="*/ 593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58">
                  <a:moveTo>
                    <a:pt x="44" y="31"/>
                  </a:moveTo>
                  <a:cubicBezTo>
                    <a:pt x="35" y="26"/>
                    <a:pt x="32" y="24"/>
                    <a:pt x="26" y="17"/>
                  </a:cubicBezTo>
                  <a:cubicBezTo>
                    <a:pt x="20" y="9"/>
                    <a:pt x="11" y="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3" y="13"/>
                    <a:pt x="1" y="15"/>
                  </a:cubicBezTo>
                  <a:cubicBezTo>
                    <a:pt x="1" y="16"/>
                    <a:pt x="1" y="16"/>
                    <a:pt x="0" y="17"/>
                  </a:cubicBezTo>
                  <a:cubicBezTo>
                    <a:pt x="0" y="19"/>
                    <a:pt x="0" y="21"/>
                    <a:pt x="0" y="24"/>
                  </a:cubicBezTo>
                  <a:cubicBezTo>
                    <a:pt x="11" y="26"/>
                    <a:pt x="17" y="34"/>
                    <a:pt x="13" y="43"/>
                  </a:cubicBezTo>
                  <a:cubicBezTo>
                    <a:pt x="13" y="44"/>
                    <a:pt x="12" y="45"/>
                    <a:pt x="11" y="46"/>
                  </a:cubicBezTo>
                  <a:cubicBezTo>
                    <a:pt x="12" y="47"/>
                    <a:pt x="13" y="48"/>
                    <a:pt x="14" y="48"/>
                  </a:cubicBezTo>
                  <a:cubicBezTo>
                    <a:pt x="21" y="43"/>
                    <a:pt x="30" y="45"/>
                    <a:pt x="40" y="58"/>
                  </a:cubicBezTo>
                  <a:cubicBezTo>
                    <a:pt x="42" y="57"/>
                    <a:pt x="43" y="57"/>
                    <a:pt x="44" y="57"/>
                  </a:cubicBezTo>
                  <a:cubicBezTo>
                    <a:pt x="55" y="51"/>
                    <a:pt x="54" y="37"/>
                    <a:pt x="44" y="31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0" name="Freeform 32">
              <a:extLst>
                <a:ext uri="{FF2B5EF4-FFF2-40B4-BE49-F238E27FC236}">
                  <a16:creationId xmlns:a16="http://schemas.microsoft.com/office/drawing/2014/main" id="{7F76D3B4-B328-449E-82C3-81146D2D7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987"/>
              <a:ext cx="125" cy="133"/>
            </a:xfrm>
            <a:custGeom>
              <a:avLst/>
              <a:gdLst>
                <a:gd name="T0" fmla="*/ 470 w 50"/>
                <a:gd name="T1" fmla="*/ 622 h 50"/>
                <a:gd name="T2" fmla="*/ 613 w 50"/>
                <a:gd name="T3" fmla="*/ 114 h 50"/>
                <a:gd name="T4" fmla="*/ 158 w 50"/>
                <a:gd name="T5" fmla="*/ 340 h 50"/>
                <a:gd name="T6" fmla="*/ 175 w 50"/>
                <a:gd name="T7" fmla="*/ 865 h 50"/>
                <a:gd name="T8" fmla="*/ 470 w 50"/>
                <a:gd name="T9" fmla="*/ 62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30" y="33"/>
                  </a:moveTo>
                  <a:cubicBezTo>
                    <a:pt x="38" y="26"/>
                    <a:pt x="50" y="15"/>
                    <a:pt x="39" y="6"/>
                  </a:cubicBezTo>
                  <a:cubicBezTo>
                    <a:pt x="30" y="0"/>
                    <a:pt x="16" y="9"/>
                    <a:pt x="10" y="18"/>
                  </a:cubicBezTo>
                  <a:cubicBezTo>
                    <a:pt x="4" y="28"/>
                    <a:pt x="0" y="43"/>
                    <a:pt x="11" y="46"/>
                  </a:cubicBezTo>
                  <a:cubicBezTo>
                    <a:pt x="23" y="50"/>
                    <a:pt x="21" y="39"/>
                    <a:pt x="30" y="33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1" name="Freeform 33">
              <a:extLst>
                <a:ext uri="{FF2B5EF4-FFF2-40B4-BE49-F238E27FC236}">
                  <a16:creationId xmlns:a16="http://schemas.microsoft.com/office/drawing/2014/main" id="{3F3BCEF4-8F10-4D2E-BF79-406A701E0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072"/>
              <a:ext cx="80" cy="83"/>
            </a:xfrm>
            <a:custGeom>
              <a:avLst/>
              <a:gdLst>
                <a:gd name="T0" fmla="*/ 50 w 32"/>
                <a:gd name="T1" fmla="*/ 517 h 31"/>
                <a:gd name="T2" fmla="*/ 345 w 32"/>
                <a:gd name="T3" fmla="*/ 573 h 31"/>
                <a:gd name="T4" fmla="*/ 500 w 32"/>
                <a:gd name="T5" fmla="*/ 594 h 31"/>
                <a:gd name="T6" fmla="*/ 500 w 32"/>
                <a:gd name="T7" fmla="*/ 573 h 31"/>
                <a:gd name="T8" fmla="*/ 375 w 32"/>
                <a:gd name="T9" fmla="*/ 286 h 31"/>
                <a:gd name="T10" fmla="*/ 158 w 32"/>
                <a:gd name="T11" fmla="*/ 35 h 31"/>
                <a:gd name="T12" fmla="*/ 50 w 32"/>
                <a:gd name="T13" fmla="*/ 517 h 31"/>
                <a:gd name="T14" fmla="*/ 50 w 32"/>
                <a:gd name="T15" fmla="*/ 517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1">
                  <a:moveTo>
                    <a:pt x="3" y="27"/>
                  </a:moveTo>
                  <a:cubicBezTo>
                    <a:pt x="10" y="27"/>
                    <a:pt x="17" y="30"/>
                    <a:pt x="22" y="30"/>
                  </a:cubicBezTo>
                  <a:cubicBezTo>
                    <a:pt x="25" y="31"/>
                    <a:pt x="28" y="31"/>
                    <a:pt x="32" y="31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1" y="29"/>
                    <a:pt x="26" y="22"/>
                    <a:pt x="24" y="15"/>
                  </a:cubicBezTo>
                  <a:cubicBezTo>
                    <a:pt x="22" y="8"/>
                    <a:pt x="21" y="0"/>
                    <a:pt x="10" y="2"/>
                  </a:cubicBezTo>
                  <a:cubicBezTo>
                    <a:pt x="0" y="3"/>
                    <a:pt x="0" y="21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2" name="Freeform 34">
              <a:extLst>
                <a:ext uri="{FF2B5EF4-FFF2-40B4-BE49-F238E27FC236}">
                  <a16:creationId xmlns:a16="http://schemas.microsoft.com/office/drawing/2014/main" id="{1E89FFF5-AEC2-4957-8197-BE36899C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384"/>
              <a:ext cx="83" cy="147"/>
            </a:xfrm>
            <a:custGeom>
              <a:avLst/>
              <a:gdLst>
                <a:gd name="T0" fmla="*/ 380 w 33"/>
                <a:gd name="T1" fmla="*/ 535 h 55"/>
                <a:gd name="T2" fmla="*/ 367 w 33"/>
                <a:gd name="T3" fmla="*/ 0 h 55"/>
                <a:gd name="T4" fmla="*/ 304 w 33"/>
                <a:gd name="T5" fmla="*/ 0 h 55"/>
                <a:gd name="T6" fmla="*/ 189 w 33"/>
                <a:gd name="T7" fmla="*/ 286 h 55"/>
                <a:gd name="T8" fmla="*/ 63 w 33"/>
                <a:gd name="T9" fmla="*/ 307 h 55"/>
                <a:gd name="T10" fmla="*/ 33 w 33"/>
                <a:gd name="T11" fmla="*/ 436 h 55"/>
                <a:gd name="T12" fmla="*/ 241 w 33"/>
                <a:gd name="T13" fmla="*/ 1050 h 55"/>
                <a:gd name="T14" fmla="*/ 380 w 33"/>
                <a:gd name="T15" fmla="*/ 535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5">
                  <a:moveTo>
                    <a:pt x="24" y="28"/>
                  </a:moveTo>
                  <a:cubicBezTo>
                    <a:pt x="24" y="19"/>
                    <a:pt x="33" y="2"/>
                    <a:pt x="23" y="0"/>
                  </a:cubicBezTo>
                  <a:cubicBezTo>
                    <a:pt x="22" y="0"/>
                    <a:pt x="21" y="0"/>
                    <a:pt x="19" y="0"/>
                  </a:cubicBezTo>
                  <a:cubicBezTo>
                    <a:pt x="20" y="6"/>
                    <a:pt x="16" y="13"/>
                    <a:pt x="12" y="15"/>
                  </a:cubicBezTo>
                  <a:cubicBezTo>
                    <a:pt x="9" y="16"/>
                    <a:pt x="6" y="16"/>
                    <a:pt x="4" y="16"/>
                  </a:cubicBezTo>
                  <a:cubicBezTo>
                    <a:pt x="3" y="18"/>
                    <a:pt x="3" y="21"/>
                    <a:pt x="2" y="23"/>
                  </a:cubicBezTo>
                  <a:cubicBezTo>
                    <a:pt x="0" y="42"/>
                    <a:pt x="5" y="54"/>
                    <a:pt x="15" y="55"/>
                  </a:cubicBezTo>
                  <a:cubicBezTo>
                    <a:pt x="29" y="55"/>
                    <a:pt x="23" y="38"/>
                    <a:pt x="24" y="28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3" name="Freeform 35">
              <a:extLst>
                <a:ext uri="{FF2B5EF4-FFF2-40B4-BE49-F238E27FC236}">
                  <a16:creationId xmlns:a16="http://schemas.microsoft.com/office/drawing/2014/main" id="{40E796A3-60B6-44D3-A5BE-07444347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043"/>
              <a:ext cx="48" cy="82"/>
            </a:xfrm>
            <a:custGeom>
              <a:avLst/>
              <a:gdLst>
                <a:gd name="T0" fmla="*/ 306 w 19"/>
                <a:gd name="T1" fmla="*/ 56 h 31"/>
                <a:gd name="T2" fmla="*/ 83 w 19"/>
                <a:gd name="T3" fmla="*/ 111 h 31"/>
                <a:gd name="T4" fmla="*/ 159 w 19"/>
                <a:gd name="T5" fmla="*/ 574 h 31"/>
                <a:gd name="T6" fmla="*/ 129 w 19"/>
                <a:gd name="T7" fmla="*/ 238 h 31"/>
                <a:gd name="T8" fmla="*/ 306 w 19"/>
                <a:gd name="T9" fmla="*/ 5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1">
                  <a:moveTo>
                    <a:pt x="19" y="3"/>
                  </a:moveTo>
                  <a:cubicBezTo>
                    <a:pt x="15" y="0"/>
                    <a:pt x="7" y="2"/>
                    <a:pt x="5" y="6"/>
                  </a:cubicBezTo>
                  <a:cubicBezTo>
                    <a:pt x="0" y="15"/>
                    <a:pt x="5" y="24"/>
                    <a:pt x="10" y="31"/>
                  </a:cubicBezTo>
                  <a:cubicBezTo>
                    <a:pt x="10" y="25"/>
                    <a:pt x="7" y="20"/>
                    <a:pt x="8" y="13"/>
                  </a:cubicBezTo>
                  <a:cubicBezTo>
                    <a:pt x="9" y="8"/>
                    <a:pt x="13" y="4"/>
                    <a:pt x="19" y="3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4" name="Freeform 36">
              <a:extLst>
                <a:ext uri="{FF2B5EF4-FFF2-40B4-BE49-F238E27FC236}">
                  <a16:creationId xmlns:a16="http://schemas.microsoft.com/office/drawing/2014/main" id="{0F237323-E3AD-4212-9CEA-0B0FA08F6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085"/>
              <a:ext cx="38" cy="48"/>
            </a:xfrm>
            <a:custGeom>
              <a:avLst/>
              <a:gdLst>
                <a:gd name="T0" fmla="*/ 225 w 15"/>
                <a:gd name="T1" fmla="*/ 21 h 18"/>
                <a:gd name="T2" fmla="*/ 96 w 15"/>
                <a:gd name="T3" fmla="*/ 341 h 18"/>
                <a:gd name="T4" fmla="*/ 129 w 15"/>
                <a:gd name="T5" fmla="*/ 136 h 18"/>
                <a:gd name="T6" fmla="*/ 243 w 15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14" y="1"/>
                  </a:moveTo>
                  <a:cubicBezTo>
                    <a:pt x="5" y="0"/>
                    <a:pt x="0" y="12"/>
                    <a:pt x="6" y="18"/>
                  </a:cubicBezTo>
                  <a:cubicBezTo>
                    <a:pt x="6" y="14"/>
                    <a:pt x="6" y="10"/>
                    <a:pt x="8" y="7"/>
                  </a:cubicBezTo>
                  <a:cubicBezTo>
                    <a:pt x="9" y="4"/>
                    <a:pt x="12" y="4"/>
                    <a:pt x="15" y="2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5" name="Freeform 37">
              <a:extLst>
                <a:ext uri="{FF2B5EF4-FFF2-40B4-BE49-F238E27FC236}">
                  <a16:creationId xmlns:a16="http://schemas.microsoft.com/office/drawing/2014/main" id="{B24681CF-3033-45DC-B460-A6E13A923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008"/>
              <a:ext cx="68" cy="83"/>
            </a:xfrm>
            <a:custGeom>
              <a:avLst/>
              <a:gdLst>
                <a:gd name="T0" fmla="*/ 431 w 27"/>
                <a:gd name="T1" fmla="*/ 0 h 31"/>
                <a:gd name="T2" fmla="*/ 146 w 27"/>
                <a:gd name="T3" fmla="*/ 193 h 31"/>
                <a:gd name="T4" fmla="*/ 50 w 27"/>
                <a:gd name="T5" fmla="*/ 594 h 31"/>
                <a:gd name="T6" fmla="*/ 242 w 27"/>
                <a:gd name="T7" fmla="*/ 265 h 31"/>
                <a:gd name="T8" fmla="*/ 305 w 27"/>
                <a:gd name="T9" fmla="*/ 115 h 31"/>
                <a:gd name="T10" fmla="*/ 400 w 27"/>
                <a:gd name="T11" fmla="*/ 2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1">
                  <a:moveTo>
                    <a:pt x="27" y="0"/>
                  </a:moveTo>
                  <a:cubicBezTo>
                    <a:pt x="20" y="0"/>
                    <a:pt x="13" y="5"/>
                    <a:pt x="9" y="10"/>
                  </a:cubicBezTo>
                  <a:cubicBezTo>
                    <a:pt x="4" y="16"/>
                    <a:pt x="0" y="22"/>
                    <a:pt x="3" y="31"/>
                  </a:cubicBezTo>
                  <a:cubicBezTo>
                    <a:pt x="2" y="24"/>
                    <a:pt x="7" y="14"/>
                    <a:pt x="15" y="14"/>
                  </a:cubicBezTo>
                  <a:cubicBezTo>
                    <a:pt x="15" y="11"/>
                    <a:pt x="16" y="8"/>
                    <a:pt x="19" y="6"/>
                  </a:cubicBezTo>
                  <a:cubicBezTo>
                    <a:pt x="20" y="5"/>
                    <a:pt x="23" y="1"/>
                    <a:pt x="25" y="1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6" name="Freeform 38">
              <a:extLst>
                <a:ext uri="{FF2B5EF4-FFF2-40B4-BE49-F238E27FC236}">
                  <a16:creationId xmlns:a16="http://schemas.microsoft.com/office/drawing/2014/main" id="{98BAA94D-67E7-45B4-AE17-5C469A0A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016"/>
              <a:ext cx="63" cy="83"/>
            </a:xfrm>
            <a:custGeom>
              <a:avLst/>
              <a:gdLst>
                <a:gd name="T0" fmla="*/ 381 w 25"/>
                <a:gd name="T1" fmla="*/ 35 h 31"/>
                <a:gd name="T2" fmla="*/ 146 w 25"/>
                <a:gd name="T3" fmla="*/ 115 h 31"/>
                <a:gd name="T4" fmla="*/ 63 w 25"/>
                <a:gd name="T5" fmla="*/ 286 h 31"/>
                <a:gd name="T6" fmla="*/ 33 w 25"/>
                <a:gd name="T7" fmla="*/ 594 h 31"/>
                <a:gd name="T8" fmla="*/ 192 w 25"/>
                <a:gd name="T9" fmla="*/ 150 h 31"/>
                <a:gd name="T10" fmla="*/ 401 w 25"/>
                <a:gd name="T11" fmla="*/ 56 h 31"/>
                <a:gd name="T12" fmla="*/ 381 w 25"/>
                <a:gd name="T13" fmla="*/ 3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24" y="2"/>
                  </a:moveTo>
                  <a:cubicBezTo>
                    <a:pt x="20" y="0"/>
                    <a:pt x="13" y="3"/>
                    <a:pt x="9" y="6"/>
                  </a:cubicBezTo>
                  <a:cubicBezTo>
                    <a:pt x="7" y="8"/>
                    <a:pt x="5" y="11"/>
                    <a:pt x="4" y="15"/>
                  </a:cubicBezTo>
                  <a:cubicBezTo>
                    <a:pt x="3" y="19"/>
                    <a:pt x="0" y="26"/>
                    <a:pt x="2" y="31"/>
                  </a:cubicBezTo>
                  <a:cubicBezTo>
                    <a:pt x="4" y="23"/>
                    <a:pt x="6" y="15"/>
                    <a:pt x="12" y="8"/>
                  </a:cubicBezTo>
                  <a:cubicBezTo>
                    <a:pt x="16" y="4"/>
                    <a:pt x="20" y="5"/>
                    <a:pt x="25" y="3"/>
                  </a:cubicBezTo>
                  <a:cubicBezTo>
                    <a:pt x="25" y="2"/>
                    <a:pt x="24" y="2"/>
                    <a:pt x="24" y="2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7" name="Freeform 39">
              <a:extLst>
                <a:ext uri="{FF2B5EF4-FFF2-40B4-BE49-F238E27FC236}">
                  <a16:creationId xmlns:a16="http://schemas.microsoft.com/office/drawing/2014/main" id="{5C70E78A-6517-4D55-8180-6B9BD3C64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003"/>
              <a:ext cx="28" cy="85"/>
            </a:xfrm>
            <a:custGeom>
              <a:avLst/>
              <a:gdLst>
                <a:gd name="T0" fmla="*/ 181 w 11"/>
                <a:gd name="T1" fmla="*/ 0 h 32"/>
                <a:gd name="T2" fmla="*/ 20 w 11"/>
                <a:gd name="T3" fmla="*/ 191 h 32"/>
                <a:gd name="T4" fmla="*/ 97 w 11"/>
                <a:gd name="T5" fmla="*/ 353 h 32"/>
                <a:gd name="T6" fmla="*/ 150 w 11"/>
                <a:gd name="T7" fmla="*/ 600 h 32"/>
                <a:gd name="T8" fmla="*/ 117 w 11"/>
                <a:gd name="T9" fmla="*/ 205 h 32"/>
                <a:gd name="T10" fmla="*/ 163 w 11"/>
                <a:gd name="T11" fmla="*/ 2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5" y="1"/>
                    <a:pt x="0" y="4"/>
                    <a:pt x="1" y="10"/>
                  </a:cubicBezTo>
                  <a:cubicBezTo>
                    <a:pt x="2" y="14"/>
                    <a:pt x="4" y="16"/>
                    <a:pt x="6" y="19"/>
                  </a:cubicBezTo>
                  <a:cubicBezTo>
                    <a:pt x="8" y="22"/>
                    <a:pt x="10" y="28"/>
                    <a:pt x="9" y="32"/>
                  </a:cubicBezTo>
                  <a:cubicBezTo>
                    <a:pt x="11" y="23"/>
                    <a:pt x="9" y="19"/>
                    <a:pt x="7" y="11"/>
                  </a:cubicBezTo>
                  <a:cubicBezTo>
                    <a:pt x="6" y="9"/>
                    <a:pt x="7" y="3"/>
                    <a:pt x="10" y="1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8" name="Freeform 40">
              <a:extLst>
                <a:ext uri="{FF2B5EF4-FFF2-40B4-BE49-F238E27FC236}">
                  <a16:creationId xmlns:a16="http://schemas.microsoft.com/office/drawing/2014/main" id="{30EF2D05-1A7B-4BDA-9C5A-A891BCFC1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093"/>
              <a:ext cx="125" cy="48"/>
            </a:xfrm>
            <a:custGeom>
              <a:avLst/>
              <a:gdLst>
                <a:gd name="T0" fmla="*/ 63 w 50"/>
                <a:gd name="T1" fmla="*/ 227 h 18"/>
                <a:gd name="T2" fmla="*/ 113 w 50"/>
                <a:gd name="T3" fmla="*/ 285 h 18"/>
                <a:gd name="T4" fmla="*/ 313 w 50"/>
                <a:gd name="T5" fmla="*/ 115 h 18"/>
                <a:gd name="T6" fmla="*/ 783 w 50"/>
                <a:gd name="T7" fmla="*/ 341 h 18"/>
                <a:gd name="T8" fmla="*/ 688 w 50"/>
                <a:gd name="T9" fmla="*/ 171 h 18"/>
                <a:gd name="T10" fmla="*/ 583 w 50"/>
                <a:gd name="T11" fmla="*/ 115 h 18"/>
                <a:gd name="T12" fmla="*/ 375 w 50"/>
                <a:gd name="T13" fmla="*/ 56 h 18"/>
                <a:gd name="T14" fmla="*/ 63 w 50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8">
                  <a:moveTo>
                    <a:pt x="4" y="12"/>
                  </a:moveTo>
                  <a:cubicBezTo>
                    <a:pt x="5" y="14"/>
                    <a:pt x="6" y="15"/>
                    <a:pt x="7" y="15"/>
                  </a:cubicBezTo>
                  <a:cubicBezTo>
                    <a:pt x="0" y="7"/>
                    <a:pt x="16" y="6"/>
                    <a:pt x="20" y="6"/>
                  </a:cubicBezTo>
                  <a:cubicBezTo>
                    <a:pt x="30" y="5"/>
                    <a:pt x="46" y="7"/>
                    <a:pt x="50" y="18"/>
                  </a:cubicBezTo>
                  <a:cubicBezTo>
                    <a:pt x="48" y="15"/>
                    <a:pt x="47" y="11"/>
                    <a:pt x="44" y="9"/>
                  </a:cubicBezTo>
                  <a:cubicBezTo>
                    <a:pt x="42" y="7"/>
                    <a:pt x="39" y="6"/>
                    <a:pt x="37" y="6"/>
                  </a:cubicBezTo>
                  <a:cubicBezTo>
                    <a:pt x="33" y="5"/>
                    <a:pt x="28" y="3"/>
                    <a:pt x="24" y="3"/>
                  </a:cubicBezTo>
                  <a:cubicBezTo>
                    <a:pt x="18" y="2"/>
                    <a:pt x="0" y="0"/>
                    <a:pt x="4" y="11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9" name="Freeform 41">
              <a:extLst>
                <a:ext uri="{FF2B5EF4-FFF2-40B4-BE49-F238E27FC236}">
                  <a16:creationId xmlns:a16="http://schemas.microsoft.com/office/drawing/2014/main" id="{84B31EDB-C6CB-4BB5-B63F-7C9DD5E6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147"/>
              <a:ext cx="120" cy="40"/>
            </a:xfrm>
            <a:custGeom>
              <a:avLst/>
              <a:gdLst>
                <a:gd name="T0" fmla="*/ 50 w 48"/>
                <a:gd name="T1" fmla="*/ 285 h 15"/>
                <a:gd name="T2" fmla="*/ 83 w 48"/>
                <a:gd name="T3" fmla="*/ 56 h 15"/>
                <a:gd name="T4" fmla="*/ 283 w 48"/>
                <a:gd name="T5" fmla="*/ 77 h 15"/>
                <a:gd name="T6" fmla="*/ 520 w 48"/>
                <a:gd name="T7" fmla="*/ 136 h 15"/>
                <a:gd name="T8" fmla="*/ 750 w 48"/>
                <a:gd name="T9" fmla="*/ 149 h 15"/>
                <a:gd name="T10" fmla="*/ 300 w 48"/>
                <a:gd name="T11" fmla="*/ 192 h 15"/>
                <a:gd name="T12" fmla="*/ 50 w 48"/>
                <a:gd name="T13" fmla="*/ 17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5">
                  <a:moveTo>
                    <a:pt x="3" y="15"/>
                  </a:moveTo>
                  <a:cubicBezTo>
                    <a:pt x="0" y="12"/>
                    <a:pt x="2" y="5"/>
                    <a:pt x="5" y="3"/>
                  </a:cubicBezTo>
                  <a:cubicBezTo>
                    <a:pt x="9" y="1"/>
                    <a:pt x="14" y="2"/>
                    <a:pt x="18" y="4"/>
                  </a:cubicBezTo>
                  <a:cubicBezTo>
                    <a:pt x="23" y="5"/>
                    <a:pt x="27" y="7"/>
                    <a:pt x="33" y="7"/>
                  </a:cubicBezTo>
                  <a:cubicBezTo>
                    <a:pt x="38" y="7"/>
                    <a:pt x="44" y="5"/>
                    <a:pt x="48" y="8"/>
                  </a:cubicBezTo>
                  <a:cubicBezTo>
                    <a:pt x="38" y="4"/>
                    <a:pt x="29" y="15"/>
                    <a:pt x="19" y="10"/>
                  </a:cubicBezTo>
                  <a:cubicBezTo>
                    <a:pt x="13" y="7"/>
                    <a:pt x="5" y="0"/>
                    <a:pt x="3" y="9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0" name="Freeform 42">
              <a:extLst>
                <a:ext uri="{FF2B5EF4-FFF2-40B4-BE49-F238E27FC236}">
                  <a16:creationId xmlns:a16="http://schemas.microsoft.com/office/drawing/2014/main" id="{E8EFE642-7477-4FD7-AE37-6BE2913D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189"/>
              <a:ext cx="97" cy="38"/>
            </a:xfrm>
            <a:custGeom>
              <a:avLst/>
              <a:gdLst>
                <a:gd name="T0" fmla="*/ 0 w 39"/>
                <a:gd name="T1" fmla="*/ 176 h 14"/>
                <a:gd name="T2" fmla="*/ 199 w 39"/>
                <a:gd name="T3" fmla="*/ 22 h 14"/>
                <a:gd name="T4" fmla="*/ 599 w 39"/>
                <a:gd name="T5" fmla="*/ 103 h 14"/>
                <a:gd name="T6" fmla="*/ 199 w 39"/>
                <a:gd name="T7" fmla="*/ 81 h 14"/>
                <a:gd name="T8" fmla="*/ 154 w 39"/>
                <a:gd name="T9" fmla="*/ 244 h 14"/>
                <a:gd name="T10" fmla="*/ 12 w 39"/>
                <a:gd name="T11" fmla="*/ 22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4">
                  <a:moveTo>
                    <a:pt x="0" y="9"/>
                  </a:moveTo>
                  <a:cubicBezTo>
                    <a:pt x="0" y="4"/>
                    <a:pt x="8" y="2"/>
                    <a:pt x="13" y="1"/>
                  </a:cubicBezTo>
                  <a:cubicBezTo>
                    <a:pt x="21" y="0"/>
                    <a:pt x="31" y="3"/>
                    <a:pt x="39" y="5"/>
                  </a:cubicBezTo>
                  <a:cubicBezTo>
                    <a:pt x="30" y="4"/>
                    <a:pt x="22" y="1"/>
                    <a:pt x="13" y="4"/>
                  </a:cubicBezTo>
                  <a:cubicBezTo>
                    <a:pt x="9" y="6"/>
                    <a:pt x="7" y="9"/>
                    <a:pt x="10" y="12"/>
                  </a:cubicBezTo>
                  <a:cubicBezTo>
                    <a:pt x="7" y="14"/>
                    <a:pt x="3" y="13"/>
                    <a:pt x="1" y="11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1" name="Freeform 43">
              <a:extLst>
                <a:ext uri="{FF2B5EF4-FFF2-40B4-BE49-F238E27FC236}">
                  <a16:creationId xmlns:a16="http://schemas.microsoft.com/office/drawing/2014/main" id="{E75F3649-711E-434A-9C9F-C4C730560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227"/>
              <a:ext cx="105" cy="34"/>
            </a:xfrm>
            <a:custGeom>
              <a:avLst/>
              <a:gdLst>
                <a:gd name="T0" fmla="*/ 0 w 42"/>
                <a:gd name="T1" fmla="*/ 233 h 13"/>
                <a:gd name="T2" fmla="*/ 50 w 42"/>
                <a:gd name="T3" fmla="*/ 34 h 13"/>
                <a:gd name="T4" fmla="*/ 220 w 42"/>
                <a:gd name="T5" fmla="*/ 34 h 13"/>
                <a:gd name="T6" fmla="*/ 500 w 42"/>
                <a:gd name="T7" fmla="*/ 110 h 13"/>
                <a:gd name="T8" fmla="*/ 658 w 42"/>
                <a:gd name="T9" fmla="*/ 144 h 13"/>
                <a:gd name="T10" fmla="*/ 470 w 42"/>
                <a:gd name="T11" fmla="*/ 165 h 13"/>
                <a:gd name="T12" fmla="*/ 375 w 42"/>
                <a:gd name="T13" fmla="*/ 165 h 13"/>
                <a:gd name="T14" fmla="*/ 250 w 42"/>
                <a:gd name="T15" fmla="*/ 110 h 13"/>
                <a:gd name="T16" fmla="*/ 33 w 42"/>
                <a:gd name="T17" fmla="*/ 14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">
                  <a:moveTo>
                    <a:pt x="0" y="13"/>
                  </a:moveTo>
                  <a:cubicBezTo>
                    <a:pt x="0" y="10"/>
                    <a:pt x="1" y="5"/>
                    <a:pt x="3" y="2"/>
                  </a:cubicBezTo>
                  <a:cubicBezTo>
                    <a:pt x="7" y="0"/>
                    <a:pt x="11" y="1"/>
                    <a:pt x="14" y="2"/>
                  </a:cubicBezTo>
                  <a:cubicBezTo>
                    <a:pt x="20" y="4"/>
                    <a:pt x="26" y="5"/>
                    <a:pt x="32" y="6"/>
                  </a:cubicBezTo>
                  <a:cubicBezTo>
                    <a:pt x="35" y="7"/>
                    <a:pt x="40" y="6"/>
                    <a:pt x="42" y="8"/>
                  </a:cubicBezTo>
                  <a:cubicBezTo>
                    <a:pt x="38" y="8"/>
                    <a:pt x="34" y="8"/>
                    <a:pt x="30" y="9"/>
                  </a:cubicBezTo>
                  <a:cubicBezTo>
                    <a:pt x="28" y="9"/>
                    <a:pt x="26" y="9"/>
                    <a:pt x="24" y="9"/>
                  </a:cubicBezTo>
                  <a:cubicBezTo>
                    <a:pt x="20" y="9"/>
                    <a:pt x="18" y="7"/>
                    <a:pt x="16" y="6"/>
                  </a:cubicBezTo>
                  <a:cubicBezTo>
                    <a:pt x="10" y="3"/>
                    <a:pt x="6" y="4"/>
                    <a:pt x="2" y="8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2" name="Freeform 44">
              <a:extLst>
                <a:ext uri="{FF2B5EF4-FFF2-40B4-BE49-F238E27FC236}">
                  <a16:creationId xmlns:a16="http://schemas.microsoft.com/office/drawing/2014/main" id="{8B1AAB26-AFE7-4780-9FE3-A1B379DA3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312"/>
              <a:ext cx="120" cy="59"/>
            </a:xfrm>
            <a:custGeom>
              <a:avLst/>
              <a:gdLst>
                <a:gd name="T0" fmla="*/ 33 w 48"/>
                <a:gd name="T1" fmla="*/ 424 h 22"/>
                <a:gd name="T2" fmla="*/ 50 w 48"/>
                <a:gd name="T3" fmla="*/ 215 h 22"/>
                <a:gd name="T4" fmla="*/ 270 w 48"/>
                <a:gd name="T5" fmla="*/ 56 h 22"/>
                <a:gd name="T6" fmla="*/ 533 w 48"/>
                <a:gd name="T7" fmla="*/ 0 h 22"/>
                <a:gd name="T8" fmla="*/ 750 w 48"/>
                <a:gd name="T9" fmla="*/ 80 h 22"/>
                <a:gd name="T10" fmla="*/ 488 w 48"/>
                <a:gd name="T11" fmla="*/ 56 h 22"/>
                <a:gd name="T12" fmla="*/ 363 w 48"/>
                <a:gd name="T13" fmla="*/ 150 h 22"/>
                <a:gd name="T14" fmla="*/ 220 w 48"/>
                <a:gd name="T15" fmla="*/ 150 h 22"/>
                <a:gd name="T16" fmla="*/ 113 w 48"/>
                <a:gd name="T17" fmla="*/ 252 h 22"/>
                <a:gd name="T18" fmla="*/ 50 w 48"/>
                <a:gd name="T19" fmla="*/ 389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2">
                  <a:moveTo>
                    <a:pt x="2" y="22"/>
                  </a:moveTo>
                  <a:cubicBezTo>
                    <a:pt x="1" y="18"/>
                    <a:pt x="0" y="15"/>
                    <a:pt x="3" y="11"/>
                  </a:cubicBezTo>
                  <a:cubicBezTo>
                    <a:pt x="6" y="7"/>
                    <a:pt x="12" y="4"/>
                    <a:pt x="17" y="3"/>
                  </a:cubicBezTo>
                  <a:cubicBezTo>
                    <a:pt x="22" y="2"/>
                    <a:pt x="28" y="0"/>
                    <a:pt x="34" y="0"/>
                  </a:cubicBezTo>
                  <a:cubicBezTo>
                    <a:pt x="38" y="0"/>
                    <a:pt x="46" y="0"/>
                    <a:pt x="48" y="4"/>
                  </a:cubicBezTo>
                  <a:cubicBezTo>
                    <a:pt x="45" y="0"/>
                    <a:pt x="35" y="2"/>
                    <a:pt x="31" y="3"/>
                  </a:cubicBezTo>
                  <a:cubicBezTo>
                    <a:pt x="28" y="5"/>
                    <a:pt x="27" y="7"/>
                    <a:pt x="23" y="8"/>
                  </a:cubicBezTo>
                  <a:cubicBezTo>
                    <a:pt x="20" y="8"/>
                    <a:pt x="17" y="7"/>
                    <a:pt x="14" y="8"/>
                  </a:cubicBezTo>
                  <a:cubicBezTo>
                    <a:pt x="11" y="9"/>
                    <a:pt x="9" y="11"/>
                    <a:pt x="7" y="13"/>
                  </a:cubicBezTo>
                  <a:cubicBezTo>
                    <a:pt x="4" y="15"/>
                    <a:pt x="3" y="17"/>
                    <a:pt x="3" y="20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3" name="Freeform 45">
              <a:extLst>
                <a:ext uri="{FF2B5EF4-FFF2-40B4-BE49-F238E27FC236}">
                  <a16:creationId xmlns:a16="http://schemas.microsoft.com/office/drawing/2014/main" id="{FF2FF538-6110-4A59-9F1D-F255D578A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192"/>
              <a:ext cx="113" cy="48"/>
            </a:xfrm>
            <a:custGeom>
              <a:avLst/>
              <a:gdLst>
                <a:gd name="T0" fmla="*/ 555 w 45"/>
                <a:gd name="T1" fmla="*/ 248 h 18"/>
                <a:gd name="T2" fmla="*/ 713 w 45"/>
                <a:gd name="T3" fmla="*/ 341 h 18"/>
                <a:gd name="T4" fmla="*/ 522 w 45"/>
                <a:gd name="T5" fmla="*/ 264 h 18"/>
                <a:gd name="T6" fmla="*/ 304 w 45"/>
                <a:gd name="T7" fmla="*/ 248 h 18"/>
                <a:gd name="T8" fmla="*/ 113 w 45"/>
                <a:gd name="T9" fmla="*/ 136 h 18"/>
                <a:gd name="T10" fmla="*/ 63 w 45"/>
                <a:gd name="T11" fmla="*/ 307 h 18"/>
                <a:gd name="T12" fmla="*/ 50 w 45"/>
                <a:gd name="T13" fmla="*/ 56 h 18"/>
                <a:gd name="T14" fmla="*/ 221 w 45"/>
                <a:gd name="T15" fmla="*/ 77 h 18"/>
                <a:gd name="T16" fmla="*/ 397 w 45"/>
                <a:gd name="T17" fmla="*/ 205 h 18"/>
                <a:gd name="T18" fmla="*/ 555 w 45"/>
                <a:gd name="T19" fmla="*/ 248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35" y="13"/>
                  </a:moveTo>
                  <a:cubicBezTo>
                    <a:pt x="40" y="15"/>
                    <a:pt x="44" y="17"/>
                    <a:pt x="45" y="18"/>
                  </a:cubicBezTo>
                  <a:cubicBezTo>
                    <a:pt x="45" y="17"/>
                    <a:pt x="35" y="14"/>
                    <a:pt x="33" y="14"/>
                  </a:cubicBezTo>
                  <a:cubicBezTo>
                    <a:pt x="28" y="14"/>
                    <a:pt x="23" y="15"/>
                    <a:pt x="19" y="13"/>
                  </a:cubicBezTo>
                  <a:cubicBezTo>
                    <a:pt x="15" y="12"/>
                    <a:pt x="11" y="7"/>
                    <a:pt x="7" y="7"/>
                  </a:cubicBezTo>
                  <a:cubicBezTo>
                    <a:pt x="3" y="8"/>
                    <a:pt x="3" y="13"/>
                    <a:pt x="4" y="16"/>
                  </a:cubicBezTo>
                  <a:cubicBezTo>
                    <a:pt x="0" y="13"/>
                    <a:pt x="0" y="6"/>
                    <a:pt x="3" y="3"/>
                  </a:cubicBezTo>
                  <a:cubicBezTo>
                    <a:pt x="7" y="0"/>
                    <a:pt x="10" y="2"/>
                    <a:pt x="14" y="4"/>
                  </a:cubicBezTo>
                  <a:cubicBezTo>
                    <a:pt x="18" y="6"/>
                    <a:pt x="21" y="9"/>
                    <a:pt x="25" y="11"/>
                  </a:cubicBezTo>
                  <a:cubicBezTo>
                    <a:pt x="26" y="12"/>
                    <a:pt x="32" y="12"/>
                    <a:pt x="35" y="13"/>
                  </a:cubicBezTo>
                  <a:close/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4" name="Freeform 46">
              <a:extLst>
                <a:ext uri="{FF2B5EF4-FFF2-40B4-BE49-F238E27FC236}">
                  <a16:creationId xmlns:a16="http://schemas.microsoft.com/office/drawing/2014/main" id="{E2DFD86F-5186-42FB-9715-9E7593DB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1173"/>
              <a:ext cx="75" cy="91"/>
            </a:xfrm>
            <a:custGeom>
              <a:avLst/>
              <a:gdLst>
                <a:gd name="T0" fmla="*/ 470 w 30"/>
                <a:gd name="T1" fmla="*/ 115 h 34"/>
                <a:gd name="T2" fmla="*/ 175 w 30"/>
                <a:gd name="T3" fmla="*/ 193 h 34"/>
                <a:gd name="T4" fmla="*/ 20 w 30"/>
                <a:gd name="T5" fmla="*/ 653 h 34"/>
                <a:gd name="T6" fmla="*/ 208 w 30"/>
                <a:gd name="T7" fmla="*/ 230 h 34"/>
                <a:gd name="T8" fmla="*/ 470 w 30"/>
                <a:gd name="T9" fmla="*/ 11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6"/>
                  </a:moveTo>
                  <a:cubicBezTo>
                    <a:pt x="25" y="0"/>
                    <a:pt x="15" y="6"/>
                    <a:pt x="11" y="10"/>
                  </a:cubicBezTo>
                  <a:cubicBezTo>
                    <a:pt x="5" y="16"/>
                    <a:pt x="0" y="25"/>
                    <a:pt x="1" y="34"/>
                  </a:cubicBezTo>
                  <a:cubicBezTo>
                    <a:pt x="4" y="26"/>
                    <a:pt x="7" y="18"/>
                    <a:pt x="13" y="12"/>
                  </a:cubicBezTo>
                  <a:cubicBezTo>
                    <a:pt x="18" y="8"/>
                    <a:pt x="24" y="8"/>
                    <a:pt x="30" y="6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5" name="Freeform 47">
              <a:extLst>
                <a:ext uri="{FF2B5EF4-FFF2-40B4-BE49-F238E27FC236}">
                  <a16:creationId xmlns:a16="http://schemas.microsoft.com/office/drawing/2014/main" id="{F06B5D07-C80F-40BA-9794-DF29307D0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224"/>
              <a:ext cx="70" cy="96"/>
            </a:xfrm>
            <a:custGeom>
              <a:avLst/>
              <a:gdLst>
                <a:gd name="T0" fmla="*/ 438 w 28"/>
                <a:gd name="T1" fmla="*/ 56 h 36"/>
                <a:gd name="T2" fmla="*/ 208 w 28"/>
                <a:gd name="T3" fmla="*/ 307 h 36"/>
                <a:gd name="T4" fmla="*/ 0 w 28"/>
                <a:gd name="T5" fmla="*/ 683 h 36"/>
                <a:gd name="T6" fmla="*/ 283 w 28"/>
                <a:gd name="T7" fmla="*/ 363 h 36"/>
                <a:gd name="T8" fmla="*/ 425 w 28"/>
                <a:gd name="T9" fmla="*/ 77 h 36"/>
                <a:gd name="T10" fmla="*/ 408 w 28"/>
                <a:gd name="T11" fmla="*/ 7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6">
                  <a:moveTo>
                    <a:pt x="28" y="3"/>
                  </a:moveTo>
                  <a:cubicBezTo>
                    <a:pt x="17" y="0"/>
                    <a:pt x="14" y="6"/>
                    <a:pt x="13" y="16"/>
                  </a:cubicBezTo>
                  <a:cubicBezTo>
                    <a:pt x="11" y="24"/>
                    <a:pt x="7" y="30"/>
                    <a:pt x="0" y="36"/>
                  </a:cubicBezTo>
                  <a:cubicBezTo>
                    <a:pt x="7" y="34"/>
                    <a:pt x="15" y="26"/>
                    <a:pt x="18" y="19"/>
                  </a:cubicBezTo>
                  <a:cubicBezTo>
                    <a:pt x="20" y="15"/>
                    <a:pt x="20" y="4"/>
                    <a:pt x="27" y="4"/>
                  </a:cubicBezTo>
                  <a:cubicBezTo>
                    <a:pt x="27" y="4"/>
                    <a:pt x="26" y="4"/>
                    <a:pt x="26" y="4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6" name="Freeform 48">
              <a:extLst>
                <a:ext uri="{FF2B5EF4-FFF2-40B4-BE49-F238E27FC236}">
                  <a16:creationId xmlns:a16="http://schemas.microsoft.com/office/drawing/2014/main" id="{CE1C350E-3818-4459-A663-C5F88EEBA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317"/>
              <a:ext cx="85" cy="107"/>
            </a:xfrm>
            <a:custGeom>
              <a:avLst/>
              <a:gdLst>
                <a:gd name="T0" fmla="*/ 0 w 34"/>
                <a:gd name="T1" fmla="*/ 765 h 40"/>
                <a:gd name="T2" fmla="*/ 300 w 34"/>
                <a:gd name="T3" fmla="*/ 308 h 40"/>
                <a:gd name="T4" fmla="*/ 363 w 34"/>
                <a:gd name="T5" fmla="*/ 56 h 40"/>
                <a:gd name="T6" fmla="*/ 533 w 34"/>
                <a:gd name="T7" fmla="*/ 78 h 40"/>
                <a:gd name="T8" fmla="*/ 333 w 34"/>
                <a:gd name="T9" fmla="*/ 364 h 40"/>
                <a:gd name="T10" fmla="*/ 95 w 34"/>
                <a:gd name="T11" fmla="*/ 615 h 40"/>
                <a:gd name="T12" fmla="*/ 0 w 34"/>
                <a:gd name="T13" fmla="*/ 76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0">
                  <a:moveTo>
                    <a:pt x="0" y="40"/>
                  </a:moveTo>
                  <a:cubicBezTo>
                    <a:pt x="1" y="29"/>
                    <a:pt x="17" y="26"/>
                    <a:pt x="19" y="16"/>
                  </a:cubicBezTo>
                  <a:cubicBezTo>
                    <a:pt x="21" y="12"/>
                    <a:pt x="19" y="6"/>
                    <a:pt x="23" y="3"/>
                  </a:cubicBezTo>
                  <a:cubicBezTo>
                    <a:pt x="27" y="0"/>
                    <a:pt x="30" y="2"/>
                    <a:pt x="34" y="4"/>
                  </a:cubicBezTo>
                  <a:cubicBezTo>
                    <a:pt x="23" y="0"/>
                    <a:pt x="24" y="13"/>
                    <a:pt x="21" y="19"/>
                  </a:cubicBezTo>
                  <a:cubicBezTo>
                    <a:pt x="19" y="27"/>
                    <a:pt x="9" y="26"/>
                    <a:pt x="6" y="32"/>
                  </a:cubicBezTo>
                  <a:cubicBezTo>
                    <a:pt x="4" y="34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" name="Freeform 49">
              <a:extLst>
                <a:ext uri="{FF2B5EF4-FFF2-40B4-BE49-F238E27FC236}">
                  <a16:creationId xmlns:a16="http://schemas.microsoft.com/office/drawing/2014/main" id="{DA69C73E-8709-4145-9AFA-B106776B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283"/>
              <a:ext cx="30" cy="88"/>
            </a:xfrm>
            <a:custGeom>
              <a:avLst/>
              <a:gdLst>
                <a:gd name="T0" fmla="*/ 188 w 12"/>
                <a:gd name="T1" fmla="*/ 21 h 33"/>
                <a:gd name="T2" fmla="*/ 20 w 12"/>
                <a:gd name="T3" fmla="*/ 136 h 33"/>
                <a:gd name="T4" fmla="*/ 33 w 12"/>
                <a:gd name="T5" fmla="*/ 320 h 33"/>
                <a:gd name="T6" fmla="*/ 0 w 12"/>
                <a:gd name="T7" fmla="*/ 627 h 33"/>
                <a:gd name="T8" fmla="*/ 83 w 12"/>
                <a:gd name="T9" fmla="*/ 248 h 33"/>
                <a:gd name="T10" fmla="*/ 175 w 12"/>
                <a:gd name="T11" fmla="*/ 3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3">
                  <a:moveTo>
                    <a:pt x="12" y="1"/>
                  </a:moveTo>
                  <a:cubicBezTo>
                    <a:pt x="8" y="0"/>
                    <a:pt x="2" y="2"/>
                    <a:pt x="1" y="7"/>
                  </a:cubicBezTo>
                  <a:cubicBezTo>
                    <a:pt x="0" y="10"/>
                    <a:pt x="2" y="14"/>
                    <a:pt x="2" y="17"/>
                  </a:cubicBezTo>
                  <a:cubicBezTo>
                    <a:pt x="4" y="23"/>
                    <a:pt x="3" y="27"/>
                    <a:pt x="0" y="33"/>
                  </a:cubicBezTo>
                  <a:cubicBezTo>
                    <a:pt x="6" y="27"/>
                    <a:pt x="6" y="21"/>
                    <a:pt x="5" y="13"/>
                  </a:cubicBezTo>
                  <a:cubicBezTo>
                    <a:pt x="4" y="9"/>
                    <a:pt x="6" y="3"/>
                    <a:pt x="11" y="2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" name="Freeform 50">
              <a:extLst>
                <a:ext uri="{FF2B5EF4-FFF2-40B4-BE49-F238E27FC236}">
                  <a16:creationId xmlns:a16="http://schemas.microsoft.com/office/drawing/2014/main" id="{92FDBE36-FF7F-45E9-8106-F5DAFDC45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275"/>
              <a:ext cx="35" cy="88"/>
            </a:xfrm>
            <a:custGeom>
              <a:avLst/>
              <a:gdLst>
                <a:gd name="T0" fmla="*/ 188 w 14"/>
                <a:gd name="T1" fmla="*/ 0 h 33"/>
                <a:gd name="T2" fmla="*/ 63 w 14"/>
                <a:gd name="T3" fmla="*/ 192 h 33"/>
                <a:gd name="T4" fmla="*/ 63 w 14"/>
                <a:gd name="T5" fmla="*/ 376 h 33"/>
                <a:gd name="T6" fmla="*/ 0 w 14"/>
                <a:gd name="T7" fmla="*/ 627 h 33"/>
                <a:gd name="T8" fmla="*/ 95 w 14"/>
                <a:gd name="T9" fmla="*/ 456 h 33"/>
                <a:gd name="T10" fmla="*/ 113 w 14"/>
                <a:gd name="T11" fmla="*/ 264 h 33"/>
                <a:gd name="T12" fmla="*/ 220 w 14"/>
                <a:gd name="T13" fmla="*/ 35 h 33"/>
                <a:gd name="T14" fmla="*/ 188 w 14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3">
                  <a:moveTo>
                    <a:pt x="12" y="0"/>
                  </a:moveTo>
                  <a:cubicBezTo>
                    <a:pt x="7" y="1"/>
                    <a:pt x="4" y="5"/>
                    <a:pt x="4" y="10"/>
                  </a:cubicBezTo>
                  <a:cubicBezTo>
                    <a:pt x="3" y="14"/>
                    <a:pt x="4" y="17"/>
                    <a:pt x="4" y="20"/>
                  </a:cubicBezTo>
                  <a:cubicBezTo>
                    <a:pt x="4" y="25"/>
                    <a:pt x="1" y="28"/>
                    <a:pt x="0" y="33"/>
                  </a:cubicBezTo>
                  <a:cubicBezTo>
                    <a:pt x="2" y="30"/>
                    <a:pt x="5" y="28"/>
                    <a:pt x="6" y="24"/>
                  </a:cubicBezTo>
                  <a:cubicBezTo>
                    <a:pt x="7" y="20"/>
                    <a:pt x="7" y="17"/>
                    <a:pt x="7" y="14"/>
                  </a:cubicBezTo>
                  <a:cubicBezTo>
                    <a:pt x="7" y="9"/>
                    <a:pt x="8" y="2"/>
                    <a:pt x="14" y="2"/>
                  </a:cubicBezTo>
                  <a:cubicBezTo>
                    <a:pt x="13" y="1"/>
                    <a:pt x="13" y="1"/>
                    <a:pt x="12" y="0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" name="Freeform 51">
              <a:extLst>
                <a:ext uri="{FF2B5EF4-FFF2-40B4-BE49-F238E27FC236}">
                  <a16:creationId xmlns:a16="http://schemas.microsoft.com/office/drawing/2014/main" id="{2458B2D8-5C8A-4406-809C-5E139A8C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296"/>
              <a:ext cx="85" cy="35"/>
            </a:xfrm>
            <a:custGeom>
              <a:avLst/>
              <a:gdLst>
                <a:gd name="T0" fmla="*/ 20 w 34"/>
                <a:gd name="T1" fmla="*/ 218 h 13"/>
                <a:gd name="T2" fmla="*/ 220 w 34"/>
                <a:gd name="T3" fmla="*/ 59 h 13"/>
                <a:gd name="T4" fmla="*/ 533 w 34"/>
                <a:gd name="T5" fmla="*/ 137 h 13"/>
                <a:gd name="T6" fmla="*/ 375 w 34"/>
                <a:gd name="T7" fmla="*/ 253 h 13"/>
                <a:gd name="T8" fmla="*/ 220 w 34"/>
                <a:gd name="T9" fmla="*/ 137 h 13"/>
                <a:gd name="T10" fmla="*/ 50 w 34"/>
                <a:gd name="T11" fmla="*/ 17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3">
                  <a:moveTo>
                    <a:pt x="1" y="11"/>
                  </a:moveTo>
                  <a:cubicBezTo>
                    <a:pt x="0" y="4"/>
                    <a:pt x="8" y="0"/>
                    <a:pt x="14" y="3"/>
                  </a:cubicBezTo>
                  <a:cubicBezTo>
                    <a:pt x="20" y="6"/>
                    <a:pt x="26" y="11"/>
                    <a:pt x="34" y="7"/>
                  </a:cubicBezTo>
                  <a:cubicBezTo>
                    <a:pt x="30" y="7"/>
                    <a:pt x="28" y="12"/>
                    <a:pt x="24" y="13"/>
                  </a:cubicBezTo>
                  <a:cubicBezTo>
                    <a:pt x="20" y="13"/>
                    <a:pt x="17" y="10"/>
                    <a:pt x="14" y="7"/>
                  </a:cubicBezTo>
                  <a:cubicBezTo>
                    <a:pt x="11" y="5"/>
                    <a:pt x="4" y="4"/>
                    <a:pt x="3" y="9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" name="Freeform 52">
              <a:extLst>
                <a:ext uri="{FF2B5EF4-FFF2-40B4-BE49-F238E27FC236}">
                  <a16:creationId xmlns:a16="http://schemas.microsoft.com/office/drawing/2014/main" id="{CD27F7E2-D7FB-4A1D-8568-4F79DBE90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1368"/>
              <a:ext cx="110" cy="40"/>
            </a:xfrm>
            <a:custGeom>
              <a:avLst/>
              <a:gdLst>
                <a:gd name="T0" fmla="*/ 113 w 44"/>
                <a:gd name="T1" fmla="*/ 171 h 15"/>
                <a:gd name="T2" fmla="*/ 408 w 44"/>
                <a:gd name="T3" fmla="*/ 93 h 15"/>
                <a:gd name="T4" fmla="*/ 688 w 44"/>
                <a:gd name="T5" fmla="*/ 136 h 15"/>
                <a:gd name="T6" fmla="*/ 563 w 44"/>
                <a:gd name="T7" fmla="*/ 0 h 15"/>
                <a:gd name="T8" fmla="*/ 345 w 44"/>
                <a:gd name="T9" fmla="*/ 21 h 15"/>
                <a:gd name="T10" fmla="*/ 145 w 44"/>
                <a:gd name="T11" fmla="*/ 93 h 15"/>
                <a:gd name="T12" fmla="*/ 0 w 44"/>
                <a:gd name="T13" fmla="*/ 285 h 15"/>
                <a:gd name="T14" fmla="*/ 113 w 44"/>
                <a:gd name="T15" fmla="*/ 171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5">
                  <a:moveTo>
                    <a:pt x="7" y="9"/>
                  </a:moveTo>
                  <a:cubicBezTo>
                    <a:pt x="12" y="5"/>
                    <a:pt x="20" y="6"/>
                    <a:pt x="26" y="5"/>
                  </a:cubicBezTo>
                  <a:cubicBezTo>
                    <a:pt x="31" y="5"/>
                    <a:pt x="40" y="0"/>
                    <a:pt x="44" y="7"/>
                  </a:cubicBezTo>
                  <a:cubicBezTo>
                    <a:pt x="42" y="3"/>
                    <a:pt x="40" y="1"/>
                    <a:pt x="36" y="0"/>
                  </a:cubicBezTo>
                  <a:cubicBezTo>
                    <a:pt x="31" y="0"/>
                    <a:pt x="26" y="0"/>
                    <a:pt x="22" y="1"/>
                  </a:cubicBezTo>
                  <a:cubicBezTo>
                    <a:pt x="17" y="2"/>
                    <a:pt x="13" y="3"/>
                    <a:pt x="9" y="5"/>
                  </a:cubicBezTo>
                  <a:cubicBezTo>
                    <a:pt x="5" y="7"/>
                    <a:pt x="1" y="11"/>
                    <a:pt x="0" y="15"/>
                  </a:cubicBezTo>
                  <a:cubicBezTo>
                    <a:pt x="3" y="12"/>
                    <a:pt x="5" y="10"/>
                    <a:pt x="7" y="9"/>
                  </a:cubicBezTo>
                  <a:close/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" name="Freeform 53">
              <a:extLst>
                <a:ext uri="{FF2B5EF4-FFF2-40B4-BE49-F238E27FC236}">
                  <a16:creationId xmlns:a16="http://schemas.microsoft.com/office/drawing/2014/main" id="{DD08DC11-BA2D-45EA-B2C7-08B160C8E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400"/>
              <a:ext cx="97" cy="93"/>
            </a:xfrm>
            <a:custGeom>
              <a:avLst/>
              <a:gdLst>
                <a:gd name="T0" fmla="*/ 599 w 39"/>
                <a:gd name="T1" fmla="*/ 133 h 35"/>
                <a:gd name="T2" fmla="*/ 199 w 39"/>
                <a:gd name="T3" fmla="*/ 149 h 35"/>
                <a:gd name="T4" fmla="*/ 75 w 39"/>
                <a:gd name="T5" fmla="*/ 303 h 35"/>
                <a:gd name="T6" fmla="*/ 12 w 39"/>
                <a:gd name="T7" fmla="*/ 656 h 35"/>
                <a:gd name="T8" fmla="*/ 246 w 39"/>
                <a:gd name="T9" fmla="*/ 247 h 35"/>
                <a:gd name="T10" fmla="*/ 570 w 39"/>
                <a:gd name="T11" fmla="*/ 11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39" y="7"/>
                  </a:moveTo>
                  <a:cubicBezTo>
                    <a:pt x="32" y="0"/>
                    <a:pt x="21" y="4"/>
                    <a:pt x="13" y="8"/>
                  </a:cubicBezTo>
                  <a:cubicBezTo>
                    <a:pt x="10" y="10"/>
                    <a:pt x="7" y="13"/>
                    <a:pt x="5" y="16"/>
                  </a:cubicBezTo>
                  <a:cubicBezTo>
                    <a:pt x="0" y="22"/>
                    <a:pt x="1" y="28"/>
                    <a:pt x="1" y="35"/>
                  </a:cubicBezTo>
                  <a:cubicBezTo>
                    <a:pt x="1" y="24"/>
                    <a:pt x="8" y="17"/>
                    <a:pt x="16" y="13"/>
                  </a:cubicBezTo>
                  <a:cubicBezTo>
                    <a:pt x="22" y="10"/>
                    <a:pt x="31" y="3"/>
                    <a:pt x="37" y="6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" name="Freeform 54">
              <a:extLst>
                <a:ext uri="{FF2B5EF4-FFF2-40B4-BE49-F238E27FC236}">
                  <a16:creationId xmlns:a16="http://schemas.microsoft.com/office/drawing/2014/main" id="{C42D73DC-8FA1-40A8-AF61-06E23E4A7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451"/>
              <a:ext cx="115" cy="48"/>
            </a:xfrm>
            <a:custGeom>
              <a:avLst/>
              <a:gdLst>
                <a:gd name="T0" fmla="*/ 0 w 46"/>
                <a:gd name="T1" fmla="*/ 264 h 18"/>
                <a:gd name="T2" fmla="*/ 113 w 46"/>
                <a:gd name="T3" fmla="*/ 149 h 18"/>
                <a:gd name="T4" fmla="*/ 283 w 46"/>
                <a:gd name="T5" fmla="*/ 192 h 18"/>
                <a:gd name="T6" fmla="*/ 720 w 46"/>
                <a:gd name="T7" fmla="*/ 205 h 18"/>
                <a:gd name="T8" fmla="*/ 533 w 46"/>
                <a:gd name="T9" fmla="*/ 192 h 18"/>
                <a:gd name="T10" fmla="*/ 375 w 46"/>
                <a:gd name="T11" fmla="*/ 307 h 18"/>
                <a:gd name="T12" fmla="*/ 250 w 46"/>
                <a:gd name="T13" fmla="*/ 248 h 18"/>
                <a:gd name="T14" fmla="*/ 83 w 46"/>
                <a:gd name="T15" fmla="*/ 19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8">
                  <a:moveTo>
                    <a:pt x="0" y="14"/>
                  </a:moveTo>
                  <a:cubicBezTo>
                    <a:pt x="2" y="11"/>
                    <a:pt x="3" y="9"/>
                    <a:pt x="7" y="8"/>
                  </a:cubicBezTo>
                  <a:cubicBezTo>
                    <a:pt x="11" y="8"/>
                    <a:pt x="15" y="10"/>
                    <a:pt x="18" y="10"/>
                  </a:cubicBezTo>
                  <a:cubicBezTo>
                    <a:pt x="26" y="11"/>
                    <a:pt x="41" y="0"/>
                    <a:pt x="46" y="11"/>
                  </a:cubicBezTo>
                  <a:cubicBezTo>
                    <a:pt x="42" y="9"/>
                    <a:pt x="38" y="9"/>
                    <a:pt x="34" y="10"/>
                  </a:cubicBezTo>
                  <a:cubicBezTo>
                    <a:pt x="29" y="11"/>
                    <a:pt x="28" y="14"/>
                    <a:pt x="24" y="16"/>
                  </a:cubicBezTo>
                  <a:cubicBezTo>
                    <a:pt x="20" y="18"/>
                    <a:pt x="19" y="14"/>
                    <a:pt x="16" y="13"/>
                  </a:cubicBezTo>
                  <a:cubicBezTo>
                    <a:pt x="12" y="11"/>
                    <a:pt x="9" y="10"/>
                    <a:pt x="5" y="10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" name="Freeform 55">
              <a:extLst>
                <a:ext uri="{FF2B5EF4-FFF2-40B4-BE49-F238E27FC236}">
                  <a16:creationId xmlns:a16="http://schemas.microsoft.com/office/drawing/2014/main" id="{92DF1B86-587E-4751-BABF-949805D9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349"/>
              <a:ext cx="73" cy="75"/>
            </a:xfrm>
            <a:custGeom>
              <a:avLst/>
              <a:gdLst>
                <a:gd name="T0" fmla="*/ 0 w 29"/>
                <a:gd name="T1" fmla="*/ 230 h 28"/>
                <a:gd name="T2" fmla="*/ 463 w 29"/>
                <a:gd name="T3" fmla="*/ 538 h 28"/>
                <a:gd name="T4" fmla="*/ 191 w 29"/>
                <a:gd name="T5" fmla="*/ 287 h 28"/>
                <a:gd name="T6" fmla="*/ 83 w 29"/>
                <a:gd name="T7" fmla="*/ 273 h 28"/>
                <a:gd name="T8" fmla="*/ 50 w 29"/>
                <a:gd name="T9" fmla="*/ 402 h 28"/>
                <a:gd name="T10" fmla="*/ 0 w 29"/>
                <a:gd name="T11" fmla="*/ 23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8">
                  <a:moveTo>
                    <a:pt x="0" y="12"/>
                  </a:moveTo>
                  <a:cubicBezTo>
                    <a:pt x="10" y="0"/>
                    <a:pt x="24" y="21"/>
                    <a:pt x="29" y="28"/>
                  </a:cubicBezTo>
                  <a:cubicBezTo>
                    <a:pt x="25" y="24"/>
                    <a:pt x="18" y="18"/>
                    <a:pt x="12" y="15"/>
                  </a:cubicBezTo>
                  <a:cubicBezTo>
                    <a:pt x="11" y="15"/>
                    <a:pt x="6" y="13"/>
                    <a:pt x="5" y="14"/>
                  </a:cubicBezTo>
                  <a:cubicBezTo>
                    <a:pt x="3" y="15"/>
                    <a:pt x="4" y="19"/>
                    <a:pt x="3" y="21"/>
                  </a:cubicBezTo>
                  <a:cubicBezTo>
                    <a:pt x="3" y="18"/>
                    <a:pt x="2" y="15"/>
                    <a:pt x="0" y="12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" name="Freeform 56">
              <a:extLst>
                <a:ext uri="{FF2B5EF4-FFF2-40B4-BE49-F238E27FC236}">
                  <a16:creationId xmlns:a16="http://schemas.microsoft.com/office/drawing/2014/main" id="{EADE17B2-813A-4E1F-924E-66E3BE7B3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261"/>
              <a:ext cx="88" cy="64"/>
            </a:xfrm>
            <a:custGeom>
              <a:avLst/>
              <a:gdLst>
                <a:gd name="T0" fmla="*/ 0 w 35"/>
                <a:gd name="T1" fmla="*/ 248 h 24"/>
                <a:gd name="T2" fmla="*/ 209 w 35"/>
                <a:gd name="T3" fmla="*/ 115 h 24"/>
                <a:gd name="T4" fmla="*/ 304 w 35"/>
                <a:gd name="T5" fmla="*/ 264 h 24"/>
                <a:gd name="T6" fmla="*/ 556 w 35"/>
                <a:gd name="T7" fmla="*/ 456 h 24"/>
                <a:gd name="T8" fmla="*/ 367 w 35"/>
                <a:gd name="T9" fmla="*/ 376 h 24"/>
                <a:gd name="T10" fmla="*/ 209 w 35"/>
                <a:gd name="T11" fmla="*/ 248 h 24"/>
                <a:gd name="T12" fmla="*/ 20 w 35"/>
                <a:gd name="T13" fmla="*/ 20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0" y="13"/>
                  </a:moveTo>
                  <a:cubicBezTo>
                    <a:pt x="1" y="6"/>
                    <a:pt x="7" y="0"/>
                    <a:pt x="13" y="6"/>
                  </a:cubicBezTo>
                  <a:cubicBezTo>
                    <a:pt x="16" y="8"/>
                    <a:pt x="17" y="12"/>
                    <a:pt x="19" y="14"/>
                  </a:cubicBezTo>
                  <a:cubicBezTo>
                    <a:pt x="23" y="18"/>
                    <a:pt x="30" y="22"/>
                    <a:pt x="35" y="24"/>
                  </a:cubicBezTo>
                  <a:cubicBezTo>
                    <a:pt x="31" y="22"/>
                    <a:pt x="27" y="22"/>
                    <a:pt x="23" y="20"/>
                  </a:cubicBezTo>
                  <a:cubicBezTo>
                    <a:pt x="18" y="19"/>
                    <a:pt x="17" y="17"/>
                    <a:pt x="13" y="13"/>
                  </a:cubicBezTo>
                  <a:cubicBezTo>
                    <a:pt x="11" y="11"/>
                    <a:pt x="3" y="5"/>
                    <a:pt x="1" y="11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" name="Freeform 57">
              <a:extLst>
                <a:ext uri="{FF2B5EF4-FFF2-40B4-BE49-F238E27FC236}">
                  <a16:creationId xmlns:a16="http://schemas.microsoft.com/office/drawing/2014/main" id="{C8515E6F-E77A-4E3D-B1C0-7AF9C1871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1432"/>
              <a:ext cx="72" cy="61"/>
            </a:xfrm>
            <a:custGeom>
              <a:avLst/>
              <a:gdLst>
                <a:gd name="T0" fmla="*/ 444 w 29"/>
                <a:gd name="T1" fmla="*/ 170 h 23"/>
                <a:gd name="T2" fmla="*/ 124 w 29"/>
                <a:gd name="T3" fmla="*/ 21 h 23"/>
                <a:gd name="T4" fmla="*/ 30 w 29"/>
                <a:gd name="T5" fmla="*/ 149 h 23"/>
                <a:gd name="T6" fmla="*/ 166 w 29"/>
                <a:gd name="T7" fmla="*/ 430 h 23"/>
                <a:gd name="T8" fmla="*/ 154 w 29"/>
                <a:gd name="T9" fmla="*/ 90 h 23"/>
                <a:gd name="T10" fmla="*/ 290 w 29"/>
                <a:gd name="T11" fmla="*/ 149 h 23"/>
                <a:gd name="T12" fmla="*/ 432 w 29"/>
                <a:gd name="T13" fmla="*/ 170 h 23"/>
                <a:gd name="T14" fmla="*/ 412 w 29"/>
                <a:gd name="T15" fmla="*/ 19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29" y="9"/>
                  </a:moveTo>
                  <a:cubicBezTo>
                    <a:pt x="23" y="7"/>
                    <a:pt x="15" y="0"/>
                    <a:pt x="8" y="1"/>
                  </a:cubicBezTo>
                  <a:cubicBezTo>
                    <a:pt x="4" y="2"/>
                    <a:pt x="2" y="5"/>
                    <a:pt x="2" y="8"/>
                  </a:cubicBezTo>
                  <a:cubicBezTo>
                    <a:pt x="2" y="15"/>
                    <a:pt x="8" y="18"/>
                    <a:pt x="11" y="23"/>
                  </a:cubicBezTo>
                  <a:cubicBezTo>
                    <a:pt x="9" y="19"/>
                    <a:pt x="0" y="6"/>
                    <a:pt x="10" y="5"/>
                  </a:cubicBezTo>
                  <a:cubicBezTo>
                    <a:pt x="13" y="5"/>
                    <a:pt x="16" y="6"/>
                    <a:pt x="19" y="8"/>
                  </a:cubicBezTo>
                  <a:cubicBezTo>
                    <a:pt x="22" y="9"/>
                    <a:pt x="25" y="9"/>
                    <a:pt x="28" y="9"/>
                  </a:cubicBezTo>
                  <a:cubicBezTo>
                    <a:pt x="27" y="9"/>
                    <a:pt x="27" y="9"/>
                    <a:pt x="27" y="10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" name="Freeform 58">
              <a:extLst>
                <a:ext uri="{FF2B5EF4-FFF2-40B4-BE49-F238E27FC236}">
                  <a16:creationId xmlns:a16="http://schemas.microsoft.com/office/drawing/2014/main" id="{0301833A-F3BA-49E3-8A35-77E335A6F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363"/>
              <a:ext cx="38" cy="114"/>
            </a:xfrm>
            <a:custGeom>
              <a:avLst/>
              <a:gdLst>
                <a:gd name="T0" fmla="*/ 243 w 15"/>
                <a:gd name="T1" fmla="*/ 56 h 43"/>
                <a:gd name="T2" fmla="*/ 51 w 15"/>
                <a:gd name="T3" fmla="*/ 225 h 43"/>
                <a:gd name="T4" fmla="*/ 225 w 15"/>
                <a:gd name="T5" fmla="*/ 801 h 43"/>
                <a:gd name="T6" fmla="*/ 117 w 15"/>
                <a:gd name="T7" fmla="*/ 374 h 43"/>
                <a:gd name="T8" fmla="*/ 225 w 15"/>
                <a:gd name="T9" fmla="*/ 5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3">
                  <a:moveTo>
                    <a:pt x="15" y="3"/>
                  </a:moveTo>
                  <a:cubicBezTo>
                    <a:pt x="9" y="0"/>
                    <a:pt x="4" y="7"/>
                    <a:pt x="3" y="12"/>
                  </a:cubicBezTo>
                  <a:cubicBezTo>
                    <a:pt x="0" y="22"/>
                    <a:pt x="6" y="37"/>
                    <a:pt x="14" y="43"/>
                  </a:cubicBezTo>
                  <a:cubicBezTo>
                    <a:pt x="9" y="36"/>
                    <a:pt x="6" y="28"/>
                    <a:pt x="7" y="20"/>
                  </a:cubicBezTo>
                  <a:cubicBezTo>
                    <a:pt x="8" y="15"/>
                    <a:pt x="9" y="6"/>
                    <a:pt x="14" y="3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" name="Freeform 59">
              <a:extLst>
                <a:ext uri="{FF2B5EF4-FFF2-40B4-BE49-F238E27FC236}">
                  <a16:creationId xmlns:a16="http://schemas.microsoft.com/office/drawing/2014/main" id="{3544E78B-45C7-4845-83D3-E5247E844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459"/>
              <a:ext cx="93" cy="50"/>
            </a:xfrm>
            <a:custGeom>
              <a:avLst/>
              <a:gdLst>
                <a:gd name="T0" fmla="*/ 0 w 37"/>
                <a:gd name="T1" fmla="*/ 255 h 19"/>
                <a:gd name="T2" fmla="*/ 271 w 37"/>
                <a:gd name="T3" fmla="*/ 76 h 19"/>
                <a:gd name="T4" fmla="*/ 588 w 37"/>
                <a:gd name="T5" fmla="*/ 347 h 19"/>
                <a:gd name="T6" fmla="*/ 442 w 37"/>
                <a:gd name="T7" fmla="*/ 221 h 19"/>
                <a:gd name="T8" fmla="*/ 189 w 37"/>
                <a:gd name="T9" fmla="*/ 111 h 19"/>
                <a:gd name="T10" fmla="*/ 50 w 37"/>
                <a:gd name="T11" fmla="*/ 22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9">
                  <a:moveTo>
                    <a:pt x="0" y="14"/>
                  </a:moveTo>
                  <a:cubicBezTo>
                    <a:pt x="0" y="5"/>
                    <a:pt x="9" y="0"/>
                    <a:pt x="17" y="4"/>
                  </a:cubicBezTo>
                  <a:cubicBezTo>
                    <a:pt x="25" y="7"/>
                    <a:pt x="32" y="11"/>
                    <a:pt x="37" y="19"/>
                  </a:cubicBezTo>
                  <a:cubicBezTo>
                    <a:pt x="33" y="17"/>
                    <a:pt x="30" y="14"/>
                    <a:pt x="28" y="12"/>
                  </a:cubicBezTo>
                  <a:cubicBezTo>
                    <a:pt x="25" y="10"/>
                    <a:pt x="14" y="5"/>
                    <a:pt x="12" y="6"/>
                  </a:cubicBezTo>
                  <a:cubicBezTo>
                    <a:pt x="6" y="8"/>
                    <a:pt x="6" y="7"/>
                    <a:pt x="3" y="12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" name="Freeform 60">
              <a:extLst>
                <a:ext uri="{FF2B5EF4-FFF2-40B4-BE49-F238E27FC236}">
                  <a16:creationId xmlns:a16="http://schemas.microsoft.com/office/drawing/2014/main" id="{C01E7186-37E4-4CDF-9B2F-9375C493A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419"/>
              <a:ext cx="37" cy="74"/>
            </a:xfrm>
            <a:custGeom>
              <a:avLst/>
              <a:gdLst>
                <a:gd name="T0" fmla="*/ 224 w 15"/>
                <a:gd name="T1" fmla="*/ 0 h 28"/>
                <a:gd name="T2" fmla="*/ 74 w 15"/>
                <a:gd name="T3" fmla="*/ 111 h 28"/>
                <a:gd name="T4" fmla="*/ 74 w 15"/>
                <a:gd name="T5" fmla="*/ 518 h 28"/>
                <a:gd name="T6" fmla="*/ 104 w 15"/>
                <a:gd name="T7" fmla="*/ 167 h 28"/>
                <a:gd name="T8" fmla="*/ 224 w 15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3" y="5"/>
                    <a:pt x="8" y="4"/>
                    <a:pt x="5" y="6"/>
                  </a:cubicBezTo>
                  <a:cubicBezTo>
                    <a:pt x="0" y="11"/>
                    <a:pt x="3" y="23"/>
                    <a:pt x="5" y="28"/>
                  </a:cubicBezTo>
                  <a:cubicBezTo>
                    <a:pt x="4" y="22"/>
                    <a:pt x="3" y="14"/>
                    <a:pt x="7" y="9"/>
                  </a:cubicBezTo>
                  <a:cubicBezTo>
                    <a:pt x="9" y="7"/>
                    <a:pt x="15" y="4"/>
                    <a:pt x="15" y="0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" name="Freeform 61">
              <a:extLst>
                <a:ext uri="{FF2B5EF4-FFF2-40B4-BE49-F238E27FC236}">
                  <a16:creationId xmlns:a16="http://schemas.microsoft.com/office/drawing/2014/main" id="{F852DFEC-3E5E-4FED-B2F8-7B7B6617F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395"/>
              <a:ext cx="42" cy="56"/>
            </a:xfrm>
            <a:custGeom>
              <a:avLst/>
              <a:gdLst>
                <a:gd name="T0" fmla="*/ 0 w 17"/>
                <a:gd name="T1" fmla="*/ 0 h 21"/>
                <a:gd name="T2" fmla="*/ 121 w 17"/>
                <a:gd name="T3" fmla="*/ 205 h 21"/>
                <a:gd name="T4" fmla="*/ 257 w 17"/>
                <a:gd name="T5" fmla="*/ 285 h 21"/>
                <a:gd name="T6" fmla="*/ 42 w 17"/>
                <a:gd name="T7" fmla="*/ 3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0" y="0"/>
                  </a:moveTo>
                  <a:cubicBezTo>
                    <a:pt x="6" y="2"/>
                    <a:pt x="7" y="6"/>
                    <a:pt x="8" y="11"/>
                  </a:cubicBezTo>
                  <a:cubicBezTo>
                    <a:pt x="9" y="15"/>
                    <a:pt x="13" y="21"/>
                    <a:pt x="17" y="15"/>
                  </a:cubicBezTo>
                  <a:cubicBezTo>
                    <a:pt x="10" y="20"/>
                    <a:pt x="10" y="2"/>
                    <a:pt x="3" y="2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0" name="Freeform 62">
              <a:extLst>
                <a:ext uri="{FF2B5EF4-FFF2-40B4-BE49-F238E27FC236}">
                  <a16:creationId xmlns:a16="http://schemas.microsoft.com/office/drawing/2014/main" id="{5397D7E1-FA8D-4FF3-B098-5FBD78186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216"/>
              <a:ext cx="25" cy="51"/>
            </a:xfrm>
            <a:custGeom>
              <a:avLst/>
              <a:gdLst>
                <a:gd name="T0" fmla="*/ 158 w 10"/>
                <a:gd name="T1" fmla="*/ 0 h 19"/>
                <a:gd name="T2" fmla="*/ 50 w 10"/>
                <a:gd name="T3" fmla="*/ 150 h 19"/>
                <a:gd name="T4" fmla="*/ 95 w 10"/>
                <a:gd name="T5" fmla="*/ 368 h 19"/>
                <a:gd name="T6" fmla="*/ 95 w 10"/>
                <a:gd name="T7" fmla="*/ 150 h 19"/>
                <a:gd name="T8" fmla="*/ 145 w 10"/>
                <a:gd name="T9" fmla="*/ 81 h 19"/>
                <a:gd name="T10" fmla="*/ 158 w 10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8" y="3"/>
                    <a:pt x="4" y="5"/>
                    <a:pt x="3" y="8"/>
                  </a:cubicBezTo>
                  <a:cubicBezTo>
                    <a:pt x="0" y="13"/>
                    <a:pt x="1" y="17"/>
                    <a:pt x="6" y="19"/>
                  </a:cubicBezTo>
                  <a:cubicBezTo>
                    <a:pt x="4" y="16"/>
                    <a:pt x="4" y="12"/>
                    <a:pt x="6" y="8"/>
                  </a:cubicBezTo>
                  <a:cubicBezTo>
                    <a:pt x="7" y="7"/>
                    <a:pt x="8" y="6"/>
                    <a:pt x="9" y="4"/>
                  </a:cubicBezTo>
                  <a:cubicBezTo>
                    <a:pt x="10" y="3"/>
                    <a:pt x="9" y="1"/>
                    <a:pt x="10" y="0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1" name="Freeform 63">
              <a:extLst>
                <a:ext uri="{FF2B5EF4-FFF2-40B4-BE49-F238E27FC236}">
                  <a16:creationId xmlns:a16="http://schemas.microsoft.com/office/drawing/2014/main" id="{A7F7AEDD-739D-42B7-8A05-90F599B1D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120"/>
              <a:ext cx="45" cy="24"/>
            </a:xfrm>
            <a:custGeom>
              <a:avLst/>
              <a:gdLst>
                <a:gd name="T0" fmla="*/ 20 w 18"/>
                <a:gd name="T1" fmla="*/ 171 h 9"/>
                <a:gd name="T2" fmla="*/ 125 w 18"/>
                <a:gd name="T3" fmla="*/ 21 h 9"/>
                <a:gd name="T4" fmla="*/ 283 w 18"/>
                <a:gd name="T5" fmla="*/ 35 h 9"/>
                <a:gd name="T6" fmla="*/ 125 w 18"/>
                <a:gd name="T7" fmla="*/ 77 h 9"/>
                <a:gd name="T8" fmla="*/ 95 w 18"/>
                <a:gd name="T9" fmla="*/ 115 h 9"/>
                <a:gd name="T10" fmla="*/ 0 w 18"/>
                <a:gd name="T11" fmla="*/ 17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9">
                  <a:moveTo>
                    <a:pt x="1" y="9"/>
                  </a:moveTo>
                  <a:cubicBezTo>
                    <a:pt x="4" y="7"/>
                    <a:pt x="4" y="3"/>
                    <a:pt x="8" y="1"/>
                  </a:cubicBezTo>
                  <a:cubicBezTo>
                    <a:pt x="11" y="0"/>
                    <a:pt x="15" y="0"/>
                    <a:pt x="18" y="2"/>
                  </a:cubicBezTo>
                  <a:cubicBezTo>
                    <a:pt x="15" y="2"/>
                    <a:pt x="11" y="2"/>
                    <a:pt x="8" y="4"/>
                  </a:cubicBezTo>
                  <a:cubicBezTo>
                    <a:pt x="7" y="5"/>
                    <a:pt x="7" y="6"/>
                    <a:pt x="6" y="6"/>
                  </a:cubicBezTo>
                  <a:cubicBezTo>
                    <a:pt x="4" y="8"/>
                    <a:pt x="2" y="8"/>
                    <a:pt x="0" y="9"/>
                  </a:cubicBezTo>
                </a:path>
              </a:pathLst>
            </a:custGeom>
            <a:solidFill>
              <a:srgbClr val="F0F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2" name="Freeform 64">
              <a:extLst>
                <a:ext uri="{FF2B5EF4-FFF2-40B4-BE49-F238E27FC236}">
                  <a16:creationId xmlns:a16="http://schemas.microsoft.com/office/drawing/2014/main" id="{4B5A6D05-D0E7-4576-9BFA-F422F1F9C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203"/>
              <a:ext cx="80" cy="101"/>
            </a:xfrm>
            <a:custGeom>
              <a:avLst/>
              <a:gdLst>
                <a:gd name="T0" fmla="*/ 0 w 32"/>
                <a:gd name="T1" fmla="*/ 622 h 38"/>
                <a:gd name="T2" fmla="*/ 125 w 32"/>
                <a:gd name="T3" fmla="*/ 712 h 38"/>
                <a:gd name="T4" fmla="*/ 238 w 32"/>
                <a:gd name="T5" fmla="*/ 508 h 38"/>
                <a:gd name="T6" fmla="*/ 345 w 32"/>
                <a:gd name="T7" fmla="*/ 247 h 38"/>
                <a:gd name="T8" fmla="*/ 500 w 32"/>
                <a:gd name="T9" fmla="*/ 0 h 38"/>
                <a:gd name="T10" fmla="*/ 208 w 32"/>
                <a:gd name="T11" fmla="*/ 260 h 38"/>
                <a:gd name="T12" fmla="*/ 125 w 32"/>
                <a:gd name="T13" fmla="*/ 508 h 38"/>
                <a:gd name="T14" fmla="*/ 0 w 32"/>
                <a:gd name="T15" fmla="*/ 622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8">
                  <a:moveTo>
                    <a:pt x="0" y="33"/>
                  </a:moveTo>
                  <a:cubicBezTo>
                    <a:pt x="2" y="35"/>
                    <a:pt x="5" y="38"/>
                    <a:pt x="8" y="38"/>
                  </a:cubicBezTo>
                  <a:cubicBezTo>
                    <a:pt x="12" y="37"/>
                    <a:pt x="14" y="31"/>
                    <a:pt x="15" y="27"/>
                  </a:cubicBezTo>
                  <a:cubicBezTo>
                    <a:pt x="16" y="22"/>
                    <a:pt x="18" y="17"/>
                    <a:pt x="22" y="13"/>
                  </a:cubicBezTo>
                  <a:cubicBezTo>
                    <a:pt x="26" y="10"/>
                    <a:pt x="32" y="6"/>
                    <a:pt x="32" y="0"/>
                  </a:cubicBezTo>
                  <a:cubicBezTo>
                    <a:pt x="31" y="6"/>
                    <a:pt x="17" y="9"/>
                    <a:pt x="13" y="14"/>
                  </a:cubicBezTo>
                  <a:cubicBezTo>
                    <a:pt x="10" y="18"/>
                    <a:pt x="9" y="22"/>
                    <a:pt x="8" y="27"/>
                  </a:cubicBezTo>
                  <a:cubicBezTo>
                    <a:pt x="7" y="30"/>
                    <a:pt x="4" y="35"/>
                    <a:pt x="0" y="33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3" name="Freeform 65">
              <a:extLst>
                <a:ext uri="{FF2B5EF4-FFF2-40B4-BE49-F238E27FC236}">
                  <a16:creationId xmlns:a16="http://schemas.microsoft.com/office/drawing/2014/main" id="{113BEEA7-5D7A-4436-AD4D-3F6C33897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256"/>
              <a:ext cx="77" cy="99"/>
            </a:xfrm>
            <a:custGeom>
              <a:avLst/>
              <a:gdLst>
                <a:gd name="T0" fmla="*/ 30 w 31"/>
                <a:gd name="T1" fmla="*/ 650 h 37"/>
                <a:gd name="T2" fmla="*/ 462 w 31"/>
                <a:gd name="T3" fmla="*/ 0 h 37"/>
                <a:gd name="T4" fmla="*/ 291 w 31"/>
                <a:gd name="T5" fmla="*/ 364 h 37"/>
                <a:gd name="T6" fmla="*/ 154 w 31"/>
                <a:gd name="T7" fmla="*/ 538 h 37"/>
                <a:gd name="T8" fmla="*/ 0 w 31"/>
                <a:gd name="T9" fmla="*/ 62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7">
                  <a:moveTo>
                    <a:pt x="2" y="34"/>
                  </a:moveTo>
                  <a:cubicBezTo>
                    <a:pt x="19" y="37"/>
                    <a:pt x="31" y="14"/>
                    <a:pt x="30" y="0"/>
                  </a:cubicBezTo>
                  <a:cubicBezTo>
                    <a:pt x="29" y="7"/>
                    <a:pt x="24" y="14"/>
                    <a:pt x="19" y="19"/>
                  </a:cubicBezTo>
                  <a:cubicBezTo>
                    <a:pt x="16" y="23"/>
                    <a:pt x="13" y="25"/>
                    <a:pt x="10" y="28"/>
                  </a:cubicBezTo>
                  <a:cubicBezTo>
                    <a:pt x="7" y="30"/>
                    <a:pt x="4" y="33"/>
                    <a:pt x="0" y="33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4" name="Freeform 66">
              <a:extLst>
                <a:ext uri="{FF2B5EF4-FFF2-40B4-BE49-F238E27FC236}">
                  <a16:creationId xmlns:a16="http://schemas.microsoft.com/office/drawing/2014/main" id="{14042324-40FB-4FBC-8AA5-6B985E18C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389"/>
              <a:ext cx="35" cy="110"/>
            </a:xfrm>
            <a:custGeom>
              <a:avLst/>
              <a:gdLst>
                <a:gd name="T0" fmla="*/ 83 w 14"/>
                <a:gd name="T1" fmla="*/ 0 h 41"/>
                <a:gd name="T2" fmla="*/ 113 w 14"/>
                <a:gd name="T3" fmla="*/ 215 h 41"/>
                <a:gd name="T4" fmla="*/ 158 w 14"/>
                <a:gd name="T5" fmla="*/ 424 h 41"/>
                <a:gd name="T6" fmla="*/ 208 w 14"/>
                <a:gd name="T7" fmla="*/ 676 h 41"/>
                <a:gd name="T8" fmla="*/ 0 w 14"/>
                <a:gd name="T9" fmla="*/ 714 h 41"/>
                <a:gd name="T10" fmla="*/ 113 w 14"/>
                <a:gd name="T11" fmla="*/ 483 h 41"/>
                <a:gd name="T12" fmla="*/ 63 w 14"/>
                <a:gd name="T13" fmla="*/ 287 h 41"/>
                <a:gd name="T14" fmla="*/ 63 w 14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41">
                  <a:moveTo>
                    <a:pt x="5" y="0"/>
                  </a:moveTo>
                  <a:cubicBezTo>
                    <a:pt x="6" y="4"/>
                    <a:pt x="6" y="8"/>
                    <a:pt x="7" y="11"/>
                  </a:cubicBezTo>
                  <a:cubicBezTo>
                    <a:pt x="8" y="16"/>
                    <a:pt x="9" y="18"/>
                    <a:pt x="10" y="22"/>
                  </a:cubicBezTo>
                  <a:cubicBezTo>
                    <a:pt x="11" y="26"/>
                    <a:pt x="14" y="32"/>
                    <a:pt x="13" y="35"/>
                  </a:cubicBezTo>
                  <a:cubicBezTo>
                    <a:pt x="11" y="41"/>
                    <a:pt x="3" y="40"/>
                    <a:pt x="0" y="37"/>
                  </a:cubicBezTo>
                  <a:cubicBezTo>
                    <a:pt x="8" y="38"/>
                    <a:pt x="10" y="30"/>
                    <a:pt x="7" y="25"/>
                  </a:cubicBezTo>
                  <a:cubicBezTo>
                    <a:pt x="4" y="21"/>
                    <a:pt x="3" y="19"/>
                    <a:pt x="4" y="15"/>
                  </a:cubicBezTo>
                  <a:cubicBezTo>
                    <a:pt x="4" y="10"/>
                    <a:pt x="6" y="5"/>
                    <a:pt x="4" y="0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5" name="Freeform 67">
              <a:extLst>
                <a:ext uri="{FF2B5EF4-FFF2-40B4-BE49-F238E27FC236}">
                  <a16:creationId xmlns:a16="http://schemas.microsoft.com/office/drawing/2014/main" id="{F5055DD8-0D98-44C8-B94A-B98298C5F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352"/>
              <a:ext cx="83" cy="96"/>
            </a:xfrm>
            <a:custGeom>
              <a:avLst/>
              <a:gdLst>
                <a:gd name="T0" fmla="*/ 0 w 33"/>
                <a:gd name="T1" fmla="*/ 589 h 36"/>
                <a:gd name="T2" fmla="*/ 113 w 33"/>
                <a:gd name="T3" fmla="*/ 648 h 36"/>
                <a:gd name="T4" fmla="*/ 304 w 33"/>
                <a:gd name="T5" fmla="*/ 605 h 36"/>
                <a:gd name="T6" fmla="*/ 526 w 33"/>
                <a:gd name="T7" fmla="*/ 0 h 36"/>
                <a:gd name="T8" fmla="*/ 443 w 33"/>
                <a:gd name="T9" fmla="*/ 264 h 36"/>
                <a:gd name="T10" fmla="*/ 284 w 33"/>
                <a:gd name="T11" fmla="*/ 477 h 36"/>
                <a:gd name="T12" fmla="*/ 126 w 33"/>
                <a:gd name="T13" fmla="*/ 547 h 36"/>
                <a:gd name="T14" fmla="*/ 0 w 33"/>
                <a:gd name="T15" fmla="*/ 589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6">
                  <a:moveTo>
                    <a:pt x="0" y="31"/>
                  </a:moveTo>
                  <a:cubicBezTo>
                    <a:pt x="2" y="36"/>
                    <a:pt x="2" y="36"/>
                    <a:pt x="7" y="34"/>
                  </a:cubicBezTo>
                  <a:cubicBezTo>
                    <a:pt x="11" y="33"/>
                    <a:pt x="15" y="35"/>
                    <a:pt x="19" y="32"/>
                  </a:cubicBezTo>
                  <a:cubicBezTo>
                    <a:pt x="30" y="24"/>
                    <a:pt x="31" y="11"/>
                    <a:pt x="33" y="0"/>
                  </a:cubicBezTo>
                  <a:cubicBezTo>
                    <a:pt x="31" y="4"/>
                    <a:pt x="31" y="10"/>
                    <a:pt x="28" y="14"/>
                  </a:cubicBezTo>
                  <a:cubicBezTo>
                    <a:pt x="26" y="18"/>
                    <a:pt x="22" y="23"/>
                    <a:pt x="18" y="25"/>
                  </a:cubicBezTo>
                  <a:cubicBezTo>
                    <a:pt x="15" y="27"/>
                    <a:pt x="11" y="28"/>
                    <a:pt x="8" y="29"/>
                  </a:cubicBezTo>
                  <a:cubicBezTo>
                    <a:pt x="5" y="31"/>
                    <a:pt x="2" y="32"/>
                    <a:pt x="0" y="31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6" name="Freeform 68">
              <a:extLst>
                <a:ext uri="{FF2B5EF4-FFF2-40B4-BE49-F238E27FC236}">
                  <a16:creationId xmlns:a16="http://schemas.microsoft.com/office/drawing/2014/main" id="{C4ED1989-23EB-4E40-ACC5-AB4BF26E5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1341"/>
              <a:ext cx="40" cy="78"/>
            </a:xfrm>
            <a:custGeom>
              <a:avLst/>
              <a:gdLst>
                <a:gd name="T0" fmla="*/ 0 w 16"/>
                <a:gd name="T1" fmla="*/ 484 h 29"/>
                <a:gd name="T2" fmla="*/ 250 w 16"/>
                <a:gd name="T3" fmla="*/ 368 h 29"/>
                <a:gd name="T4" fmla="*/ 175 w 16"/>
                <a:gd name="T5" fmla="*/ 231 h 29"/>
                <a:gd name="T6" fmla="*/ 238 w 16"/>
                <a:gd name="T7" fmla="*/ 0 h 29"/>
                <a:gd name="T8" fmla="*/ 125 w 16"/>
                <a:gd name="T9" fmla="*/ 231 h 29"/>
                <a:gd name="T10" fmla="*/ 125 w 16"/>
                <a:gd name="T11" fmla="*/ 368 h 29"/>
                <a:gd name="T12" fmla="*/ 20 w 16"/>
                <a:gd name="T13" fmla="*/ 48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9">
                  <a:moveTo>
                    <a:pt x="0" y="25"/>
                  </a:moveTo>
                  <a:cubicBezTo>
                    <a:pt x="5" y="29"/>
                    <a:pt x="14" y="24"/>
                    <a:pt x="16" y="19"/>
                  </a:cubicBezTo>
                  <a:cubicBezTo>
                    <a:pt x="14" y="17"/>
                    <a:pt x="11" y="15"/>
                    <a:pt x="11" y="12"/>
                  </a:cubicBezTo>
                  <a:cubicBezTo>
                    <a:pt x="11" y="8"/>
                    <a:pt x="15" y="4"/>
                    <a:pt x="15" y="0"/>
                  </a:cubicBezTo>
                  <a:cubicBezTo>
                    <a:pt x="13" y="3"/>
                    <a:pt x="9" y="8"/>
                    <a:pt x="8" y="12"/>
                  </a:cubicBezTo>
                  <a:cubicBezTo>
                    <a:pt x="7" y="14"/>
                    <a:pt x="9" y="16"/>
                    <a:pt x="8" y="19"/>
                  </a:cubicBezTo>
                  <a:cubicBezTo>
                    <a:pt x="8" y="23"/>
                    <a:pt x="4" y="23"/>
                    <a:pt x="1" y="25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7" name="Freeform 69">
              <a:extLst>
                <a:ext uri="{FF2B5EF4-FFF2-40B4-BE49-F238E27FC236}">
                  <a16:creationId xmlns:a16="http://schemas.microsoft.com/office/drawing/2014/main" id="{1FC43FDD-8A7A-4A1B-82E1-3A304AA6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280"/>
              <a:ext cx="40" cy="85"/>
            </a:xfrm>
            <a:custGeom>
              <a:avLst/>
              <a:gdLst>
                <a:gd name="T0" fmla="*/ 0 w 16"/>
                <a:gd name="T1" fmla="*/ 600 h 32"/>
                <a:gd name="T2" fmla="*/ 208 w 16"/>
                <a:gd name="T3" fmla="*/ 430 h 32"/>
                <a:gd name="T4" fmla="*/ 188 w 16"/>
                <a:gd name="T5" fmla="*/ 0 h 32"/>
                <a:gd name="T6" fmla="*/ 63 w 16"/>
                <a:gd name="T7" fmla="*/ 54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32"/>
                  </a:moveTo>
                  <a:cubicBezTo>
                    <a:pt x="4" y="28"/>
                    <a:pt x="12" y="31"/>
                    <a:pt x="13" y="23"/>
                  </a:cubicBezTo>
                  <a:cubicBezTo>
                    <a:pt x="14" y="19"/>
                    <a:pt x="16" y="4"/>
                    <a:pt x="12" y="0"/>
                  </a:cubicBezTo>
                  <a:cubicBezTo>
                    <a:pt x="12" y="9"/>
                    <a:pt x="11" y="23"/>
                    <a:pt x="4" y="29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8" name="Freeform 70">
              <a:extLst>
                <a:ext uri="{FF2B5EF4-FFF2-40B4-BE49-F238E27FC236}">
                  <a16:creationId xmlns:a16="http://schemas.microsoft.com/office/drawing/2014/main" id="{64A651DC-C506-43CF-8D30-BCB0376E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336"/>
              <a:ext cx="95" cy="27"/>
            </a:xfrm>
            <a:custGeom>
              <a:avLst/>
              <a:gdLst>
                <a:gd name="T0" fmla="*/ 20 w 38"/>
                <a:gd name="T1" fmla="*/ 22 h 10"/>
                <a:gd name="T2" fmla="*/ 125 w 38"/>
                <a:gd name="T3" fmla="*/ 81 h 10"/>
                <a:gd name="T4" fmla="*/ 333 w 38"/>
                <a:gd name="T5" fmla="*/ 159 h 10"/>
                <a:gd name="T6" fmla="*/ 500 w 38"/>
                <a:gd name="T7" fmla="*/ 176 h 10"/>
                <a:gd name="T8" fmla="*/ 595 w 38"/>
                <a:gd name="T9" fmla="*/ 0 h 10"/>
                <a:gd name="T10" fmla="*/ 375 w 38"/>
                <a:gd name="T11" fmla="*/ 81 h 10"/>
                <a:gd name="T12" fmla="*/ 0 w 38"/>
                <a:gd name="T13" fmla="*/ 3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0">
                  <a:moveTo>
                    <a:pt x="1" y="1"/>
                  </a:moveTo>
                  <a:cubicBezTo>
                    <a:pt x="2" y="5"/>
                    <a:pt x="5" y="4"/>
                    <a:pt x="8" y="4"/>
                  </a:cubicBezTo>
                  <a:cubicBezTo>
                    <a:pt x="13" y="5"/>
                    <a:pt x="17" y="7"/>
                    <a:pt x="21" y="8"/>
                  </a:cubicBezTo>
                  <a:cubicBezTo>
                    <a:pt x="24" y="9"/>
                    <a:pt x="29" y="10"/>
                    <a:pt x="32" y="9"/>
                  </a:cubicBezTo>
                  <a:cubicBezTo>
                    <a:pt x="36" y="7"/>
                    <a:pt x="36" y="4"/>
                    <a:pt x="38" y="0"/>
                  </a:cubicBezTo>
                  <a:cubicBezTo>
                    <a:pt x="36" y="6"/>
                    <a:pt x="29" y="5"/>
                    <a:pt x="24" y="4"/>
                  </a:cubicBezTo>
                  <a:cubicBezTo>
                    <a:pt x="16" y="2"/>
                    <a:pt x="8" y="2"/>
                    <a:pt x="0" y="2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9" name="Freeform 71">
              <a:extLst>
                <a:ext uri="{FF2B5EF4-FFF2-40B4-BE49-F238E27FC236}">
                  <a16:creationId xmlns:a16="http://schemas.microsoft.com/office/drawing/2014/main" id="{407417F3-98F0-45B5-8371-AF6FC3E20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251"/>
              <a:ext cx="107" cy="32"/>
            </a:xfrm>
            <a:custGeom>
              <a:avLst/>
              <a:gdLst>
                <a:gd name="T0" fmla="*/ 0 w 43"/>
                <a:gd name="T1" fmla="*/ 0 h 12"/>
                <a:gd name="T2" fmla="*/ 371 w 43"/>
                <a:gd name="T3" fmla="*/ 149 h 12"/>
                <a:gd name="T4" fmla="*/ 662 w 43"/>
                <a:gd name="T5" fmla="*/ 0 h 12"/>
                <a:gd name="T6" fmla="*/ 30 w 43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2">
                  <a:moveTo>
                    <a:pt x="0" y="0"/>
                  </a:moveTo>
                  <a:cubicBezTo>
                    <a:pt x="6" y="4"/>
                    <a:pt x="17" y="7"/>
                    <a:pt x="24" y="8"/>
                  </a:cubicBezTo>
                  <a:cubicBezTo>
                    <a:pt x="32" y="9"/>
                    <a:pt x="40" y="9"/>
                    <a:pt x="43" y="0"/>
                  </a:cubicBezTo>
                  <a:cubicBezTo>
                    <a:pt x="40" y="12"/>
                    <a:pt x="10" y="1"/>
                    <a:pt x="2" y="1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0" name="Freeform 72">
              <a:extLst>
                <a:ext uri="{FF2B5EF4-FFF2-40B4-BE49-F238E27FC236}">
                  <a16:creationId xmlns:a16="http://schemas.microsoft.com/office/drawing/2014/main" id="{6D43A0B2-FD2E-4A6D-8141-70E5EAA44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203"/>
              <a:ext cx="50" cy="69"/>
            </a:xfrm>
            <a:custGeom>
              <a:avLst/>
              <a:gdLst>
                <a:gd name="T0" fmla="*/ 0 w 20"/>
                <a:gd name="T1" fmla="*/ 464 h 26"/>
                <a:gd name="T2" fmla="*/ 188 w 20"/>
                <a:gd name="T3" fmla="*/ 395 h 26"/>
                <a:gd name="T4" fmla="*/ 313 w 20"/>
                <a:gd name="T5" fmla="*/ 295 h 26"/>
                <a:gd name="T6" fmla="*/ 300 w 20"/>
                <a:gd name="T7" fmla="*/ 0 h 26"/>
                <a:gd name="T8" fmla="*/ 83 w 20"/>
                <a:gd name="T9" fmla="*/ 56 h 26"/>
                <a:gd name="T10" fmla="*/ 188 w 20"/>
                <a:gd name="T11" fmla="*/ 204 h 26"/>
                <a:gd name="T12" fmla="*/ 20 w 20"/>
                <a:gd name="T13" fmla="*/ 46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6">
                  <a:moveTo>
                    <a:pt x="0" y="25"/>
                  </a:moveTo>
                  <a:cubicBezTo>
                    <a:pt x="4" y="26"/>
                    <a:pt x="9" y="23"/>
                    <a:pt x="12" y="21"/>
                  </a:cubicBezTo>
                  <a:cubicBezTo>
                    <a:pt x="14" y="20"/>
                    <a:pt x="18" y="18"/>
                    <a:pt x="20" y="16"/>
                  </a:cubicBezTo>
                  <a:cubicBezTo>
                    <a:pt x="17" y="14"/>
                    <a:pt x="18" y="3"/>
                    <a:pt x="19" y="0"/>
                  </a:cubicBezTo>
                  <a:cubicBezTo>
                    <a:pt x="15" y="4"/>
                    <a:pt x="10" y="2"/>
                    <a:pt x="5" y="3"/>
                  </a:cubicBezTo>
                  <a:cubicBezTo>
                    <a:pt x="8" y="5"/>
                    <a:pt x="12" y="7"/>
                    <a:pt x="12" y="11"/>
                  </a:cubicBezTo>
                  <a:cubicBezTo>
                    <a:pt x="13" y="17"/>
                    <a:pt x="7" y="23"/>
                    <a:pt x="1" y="25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1" name="Freeform 73">
              <a:extLst>
                <a:ext uri="{FF2B5EF4-FFF2-40B4-BE49-F238E27FC236}">
                  <a16:creationId xmlns:a16="http://schemas.microsoft.com/office/drawing/2014/main" id="{05F941F1-E6F0-43A6-A698-14CE251F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147"/>
              <a:ext cx="100" cy="61"/>
            </a:xfrm>
            <a:custGeom>
              <a:avLst/>
              <a:gdLst>
                <a:gd name="T0" fmla="*/ 0 w 40"/>
                <a:gd name="T1" fmla="*/ 260 h 23"/>
                <a:gd name="T2" fmla="*/ 270 w 40"/>
                <a:gd name="T3" fmla="*/ 225 h 23"/>
                <a:gd name="T4" fmla="*/ 625 w 40"/>
                <a:gd name="T5" fmla="*/ 34 h 23"/>
                <a:gd name="T6" fmla="*/ 470 w 40"/>
                <a:gd name="T7" fmla="*/ 111 h 23"/>
                <a:gd name="T8" fmla="*/ 300 w 40"/>
                <a:gd name="T9" fmla="*/ 77 h 23"/>
                <a:gd name="T10" fmla="*/ 125 w 40"/>
                <a:gd name="T11" fmla="*/ 21 h 23"/>
                <a:gd name="T12" fmla="*/ 33 w 40"/>
                <a:gd name="T13" fmla="*/ 26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3">
                  <a:moveTo>
                    <a:pt x="0" y="14"/>
                  </a:moveTo>
                  <a:cubicBezTo>
                    <a:pt x="3" y="23"/>
                    <a:pt x="14" y="15"/>
                    <a:pt x="17" y="12"/>
                  </a:cubicBezTo>
                  <a:cubicBezTo>
                    <a:pt x="25" y="8"/>
                    <a:pt x="33" y="9"/>
                    <a:pt x="40" y="2"/>
                  </a:cubicBezTo>
                  <a:cubicBezTo>
                    <a:pt x="37" y="4"/>
                    <a:pt x="34" y="5"/>
                    <a:pt x="30" y="6"/>
                  </a:cubicBezTo>
                  <a:cubicBezTo>
                    <a:pt x="26" y="6"/>
                    <a:pt x="22" y="6"/>
                    <a:pt x="19" y="4"/>
                  </a:cubicBezTo>
                  <a:cubicBezTo>
                    <a:pt x="15" y="3"/>
                    <a:pt x="11" y="0"/>
                    <a:pt x="8" y="1"/>
                  </a:cubicBezTo>
                  <a:cubicBezTo>
                    <a:pt x="9" y="6"/>
                    <a:pt x="5" y="11"/>
                    <a:pt x="2" y="14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2" name="Freeform 74">
              <a:extLst>
                <a:ext uri="{FF2B5EF4-FFF2-40B4-BE49-F238E27FC236}">
                  <a16:creationId xmlns:a16="http://schemas.microsoft.com/office/drawing/2014/main" id="{86A11580-8E5D-43F3-B613-30E731538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125"/>
              <a:ext cx="93" cy="56"/>
            </a:xfrm>
            <a:custGeom>
              <a:avLst/>
              <a:gdLst>
                <a:gd name="T0" fmla="*/ 0 w 37"/>
                <a:gd name="T1" fmla="*/ 115 h 21"/>
                <a:gd name="T2" fmla="*/ 158 w 37"/>
                <a:gd name="T3" fmla="*/ 115 h 21"/>
                <a:gd name="T4" fmla="*/ 334 w 37"/>
                <a:gd name="T5" fmla="*/ 205 h 21"/>
                <a:gd name="T6" fmla="*/ 588 w 37"/>
                <a:gd name="T7" fmla="*/ 205 h 21"/>
                <a:gd name="T8" fmla="*/ 347 w 37"/>
                <a:gd name="T9" fmla="*/ 93 h 21"/>
                <a:gd name="T10" fmla="*/ 20 w 37"/>
                <a:gd name="T11" fmla="*/ 9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1">
                  <a:moveTo>
                    <a:pt x="0" y="6"/>
                  </a:moveTo>
                  <a:cubicBezTo>
                    <a:pt x="3" y="7"/>
                    <a:pt x="7" y="6"/>
                    <a:pt x="10" y="6"/>
                  </a:cubicBezTo>
                  <a:cubicBezTo>
                    <a:pt x="14" y="7"/>
                    <a:pt x="18" y="9"/>
                    <a:pt x="21" y="11"/>
                  </a:cubicBezTo>
                  <a:cubicBezTo>
                    <a:pt x="26" y="13"/>
                    <a:pt x="35" y="21"/>
                    <a:pt x="37" y="11"/>
                  </a:cubicBezTo>
                  <a:cubicBezTo>
                    <a:pt x="34" y="19"/>
                    <a:pt x="25" y="6"/>
                    <a:pt x="22" y="5"/>
                  </a:cubicBezTo>
                  <a:cubicBezTo>
                    <a:pt x="15" y="0"/>
                    <a:pt x="8" y="4"/>
                    <a:pt x="1" y="5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3" name="Freeform 75">
              <a:extLst>
                <a:ext uri="{FF2B5EF4-FFF2-40B4-BE49-F238E27FC236}">
                  <a16:creationId xmlns:a16="http://schemas.microsoft.com/office/drawing/2014/main" id="{81482070-F81E-4BFC-80E9-7FDAD9BD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005"/>
              <a:ext cx="38" cy="102"/>
            </a:xfrm>
            <a:custGeom>
              <a:avLst/>
              <a:gdLst>
                <a:gd name="T0" fmla="*/ 117 w 15"/>
                <a:gd name="T1" fmla="*/ 21 h 38"/>
                <a:gd name="T2" fmla="*/ 225 w 15"/>
                <a:gd name="T3" fmla="*/ 137 h 38"/>
                <a:gd name="T4" fmla="*/ 180 w 15"/>
                <a:gd name="T5" fmla="*/ 309 h 38"/>
                <a:gd name="T6" fmla="*/ 129 w 15"/>
                <a:gd name="T7" fmla="*/ 735 h 38"/>
                <a:gd name="T8" fmla="*/ 0 w 15"/>
                <a:gd name="T9" fmla="*/ 676 h 38"/>
                <a:gd name="T10" fmla="*/ 117 w 15"/>
                <a:gd name="T11" fmla="*/ 287 h 38"/>
                <a:gd name="T12" fmla="*/ 96 w 15"/>
                <a:gd name="T13" fmla="*/ 81 h 38"/>
                <a:gd name="T14" fmla="*/ 84 w 15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8">
                  <a:moveTo>
                    <a:pt x="7" y="1"/>
                  </a:moveTo>
                  <a:cubicBezTo>
                    <a:pt x="10" y="2"/>
                    <a:pt x="14" y="5"/>
                    <a:pt x="14" y="7"/>
                  </a:cubicBezTo>
                  <a:cubicBezTo>
                    <a:pt x="15" y="10"/>
                    <a:pt x="13" y="14"/>
                    <a:pt x="11" y="16"/>
                  </a:cubicBezTo>
                  <a:cubicBezTo>
                    <a:pt x="8" y="24"/>
                    <a:pt x="7" y="31"/>
                    <a:pt x="8" y="38"/>
                  </a:cubicBezTo>
                  <a:cubicBezTo>
                    <a:pt x="6" y="36"/>
                    <a:pt x="3" y="35"/>
                    <a:pt x="0" y="35"/>
                  </a:cubicBezTo>
                  <a:cubicBezTo>
                    <a:pt x="4" y="29"/>
                    <a:pt x="5" y="21"/>
                    <a:pt x="7" y="15"/>
                  </a:cubicBezTo>
                  <a:cubicBezTo>
                    <a:pt x="8" y="11"/>
                    <a:pt x="8" y="8"/>
                    <a:pt x="6" y="4"/>
                  </a:cubicBezTo>
                  <a:cubicBezTo>
                    <a:pt x="6" y="3"/>
                    <a:pt x="5" y="1"/>
                    <a:pt x="5" y="0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4" name="Freeform 76">
              <a:extLst>
                <a:ext uri="{FF2B5EF4-FFF2-40B4-BE49-F238E27FC236}">
                  <a16:creationId xmlns:a16="http://schemas.microsoft.com/office/drawing/2014/main" id="{3BFB8452-B78E-4F6A-A45E-57776893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037"/>
              <a:ext cx="65" cy="104"/>
            </a:xfrm>
            <a:custGeom>
              <a:avLst/>
              <a:gdLst>
                <a:gd name="T0" fmla="*/ 0 w 26"/>
                <a:gd name="T1" fmla="*/ 627 h 39"/>
                <a:gd name="T2" fmla="*/ 300 w 26"/>
                <a:gd name="T3" fmla="*/ 589 h 39"/>
                <a:gd name="T4" fmla="*/ 313 w 26"/>
                <a:gd name="T5" fmla="*/ 363 h 39"/>
                <a:gd name="T6" fmla="*/ 408 w 26"/>
                <a:gd name="T7" fmla="*/ 0 h 39"/>
                <a:gd name="T8" fmla="*/ 363 w 26"/>
                <a:gd name="T9" fmla="*/ 93 h 39"/>
                <a:gd name="T10" fmla="*/ 270 w 26"/>
                <a:gd name="T11" fmla="*/ 171 h 39"/>
                <a:gd name="T12" fmla="*/ 208 w 26"/>
                <a:gd name="T13" fmla="*/ 341 h 39"/>
                <a:gd name="T14" fmla="*/ 208 w 26"/>
                <a:gd name="T15" fmla="*/ 589 h 39"/>
                <a:gd name="T16" fmla="*/ 20 w 26"/>
                <a:gd name="T17" fmla="*/ 64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9">
                  <a:moveTo>
                    <a:pt x="0" y="33"/>
                  </a:moveTo>
                  <a:cubicBezTo>
                    <a:pt x="4" y="39"/>
                    <a:pt x="17" y="37"/>
                    <a:pt x="19" y="31"/>
                  </a:cubicBezTo>
                  <a:cubicBezTo>
                    <a:pt x="20" y="27"/>
                    <a:pt x="19" y="23"/>
                    <a:pt x="20" y="19"/>
                  </a:cubicBezTo>
                  <a:cubicBezTo>
                    <a:pt x="21" y="13"/>
                    <a:pt x="25" y="6"/>
                    <a:pt x="26" y="0"/>
                  </a:cubicBezTo>
                  <a:cubicBezTo>
                    <a:pt x="25" y="2"/>
                    <a:pt x="24" y="4"/>
                    <a:pt x="23" y="5"/>
                  </a:cubicBezTo>
                  <a:cubicBezTo>
                    <a:pt x="21" y="7"/>
                    <a:pt x="19" y="7"/>
                    <a:pt x="17" y="9"/>
                  </a:cubicBezTo>
                  <a:cubicBezTo>
                    <a:pt x="14" y="11"/>
                    <a:pt x="13" y="14"/>
                    <a:pt x="13" y="18"/>
                  </a:cubicBezTo>
                  <a:cubicBezTo>
                    <a:pt x="14" y="22"/>
                    <a:pt x="16" y="27"/>
                    <a:pt x="13" y="31"/>
                  </a:cubicBezTo>
                  <a:cubicBezTo>
                    <a:pt x="12" y="33"/>
                    <a:pt x="3" y="36"/>
                    <a:pt x="1" y="34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5" name="Freeform 77">
              <a:extLst>
                <a:ext uri="{FF2B5EF4-FFF2-40B4-BE49-F238E27FC236}">
                  <a16:creationId xmlns:a16="http://schemas.microsoft.com/office/drawing/2014/main" id="{00EFA383-8886-4270-A166-9865D7E6B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016"/>
              <a:ext cx="70" cy="88"/>
            </a:xfrm>
            <a:custGeom>
              <a:avLst/>
              <a:gdLst>
                <a:gd name="T0" fmla="*/ 0 w 28"/>
                <a:gd name="T1" fmla="*/ 589 h 33"/>
                <a:gd name="T2" fmla="*/ 125 w 28"/>
                <a:gd name="T3" fmla="*/ 491 h 33"/>
                <a:gd name="T4" fmla="*/ 238 w 28"/>
                <a:gd name="T5" fmla="*/ 341 h 33"/>
                <a:gd name="T6" fmla="*/ 408 w 28"/>
                <a:gd name="T7" fmla="*/ 0 h 33"/>
                <a:gd name="T8" fmla="*/ 175 w 28"/>
                <a:gd name="T9" fmla="*/ 285 h 33"/>
                <a:gd name="T10" fmla="*/ 50 w 28"/>
                <a:gd name="T11" fmla="*/ 54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3">
                  <a:moveTo>
                    <a:pt x="0" y="31"/>
                  </a:moveTo>
                  <a:cubicBezTo>
                    <a:pt x="3" y="33"/>
                    <a:pt x="6" y="28"/>
                    <a:pt x="8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20" y="13"/>
                    <a:pt x="28" y="7"/>
                    <a:pt x="26" y="0"/>
                  </a:cubicBezTo>
                  <a:cubicBezTo>
                    <a:pt x="26" y="9"/>
                    <a:pt x="17" y="11"/>
                    <a:pt x="11" y="15"/>
                  </a:cubicBezTo>
                  <a:cubicBezTo>
                    <a:pt x="6" y="18"/>
                    <a:pt x="8" y="28"/>
                    <a:pt x="3" y="29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6" name="Freeform 78">
              <a:extLst>
                <a:ext uri="{FF2B5EF4-FFF2-40B4-BE49-F238E27FC236}">
                  <a16:creationId xmlns:a16="http://schemas.microsoft.com/office/drawing/2014/main" id="{E59D11B7-7634-4B11-8202-DA062E56C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101"/>
              <a:ext cx="42" cy="46"/>
            </a:xfrm>
            <a:custGeom>
              <a:avLst/>
              <a:gdLst>
                <a:gd name="T0" fmla="*/ 0 w 17"/>
                <a:gd name="T1" fmla="*/ 279 h 17"/>
                <a:gd name="T2" fmla="*/ 257 w 17"/>
                <a:gd name="T3" fmla="*/ 314 h 17"/>
                <a:gd name="T4" fmla="*/ 133 w 17"/>
                <a:gd name="T5" fmla="*/ 0 h 17"/>
                <a:gd name="T6" fmla="*/ 42 w 17"/>
                <a:gd name="T7" fmla="*/ 25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0" y="14"/>
                  </a:moveTo>
                  <a:cubicBezTo>
                    <a:pt x="6" y="13"/>
                    <a:pt x="12" y="17"/>
                    <a:pt x="17" y="16"/>
                  </a:cubicBezTo>
                  <a:cubicBezTo>
                    <a:pt x="15" y="11"/>
                    <a:pt x="10" y="6"/>
                    <a:pt x="9" y="0"/>
                  </a:cubicBezTo>
                  <a:cubicBezTo>
                    <a:pt x="11" y="6"/>
                    <a:pt x="9" y="10"/>
                    <a:pt x="3" y="13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7" name="Freeform 79">
              <a:extLst>
                <a:ext uri="{FF2B5EF4-FFF2-40B4-BE49-F238E27FC236}">
                  <a16:creationId xmlns:a16="http://schemas.microsoft.com/office/drawing/2014/main" id="{4F1A7D58-1358-4C5C-B7EA-26A8F0358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259"/>
              <a:ext cx="105" cy="34"/>
            </a:xfrm>
            <a:custGeom>
              <a:avLst/>
              <a:gdLst>
                <a:gd name="T0" fmla="*/ 0 w 42"/>
                <a:gd name="T1" fmla="*/ 123 h 13"/>
                <a:gd name="T2" fmla="*/ 95 w 42"/>
                <a:gd name="T3" fmla="*/ 199 h 13"/>
                <a:gd name="T4" fmla="*/ 188 w 42"/>
                <a:gd name="T5" fmla="*/ 212 h 13"/>
                <a:gd name="T6" fmla="*/ 375 w 42"/>
                <a:gd name="T7" fmla="*/ 212 h 13"/>
                <a:gd name="T8" fmla="*/ 595 w 42"/>
                <a:gd name="T9" fmla="*/ 0 h 13"/>
                <a:gd name="T10" fmla="*/ 333 w 42"/>
                <a:gd name="T11" fmla="*/ 110 h 13"/>
                <a:gd name="T12" fmla="*/ 0 w 42"/>
                <a:gd name="T13" fmla="*/ 12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">
                  <a:moveTo>
                    <a:pt x="0" y="7"/>
                  </a:moveTo>
                  <a:cubicBezTo>
                    <a:pt x="2" y="8"/>
                    <a:pt x="4" y="10"/>
                    <a:pt x="6" y="11"/>
                  </a:cubicBezTo>
                  <a:cubicBezTo>
                    <a:pt x="8" y="11"/>
                    <a:pt x="10" y="12"/>
                    <a:pt x="12" y="12"/>
                  </a:cubicBezTo>
                  <a:cubicBezTo>
                    <a:pt x="16" y="13"/>
                    <a:pt x="20" y="12"/>
                    <a:pt x="24" y="12"/>
                  </a:cubicBezTo>
                  <a:cubicBezTo>
                    <a:pt x="30" y="11"/>
                    <a:pt x="42" y="8"/>
                    <a:pt x="38" y="0"/>
                  </a:cubicBezTo>
                  <a:cubicBezTo>
                    <a:pt x="34" y="7"/>
                    <a:pt x="28" y="6"/>
                    <a:pt x="21" y="6"/>
                  </a:cubicBezTo>
                  <a:cubicBezTo>
                    <a:pt x="15" y="5"/>
                    <a:pt x="5" y="11"/>
                    <a:pt x="0" y="7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8" name="Freeform 80">
              <a:extLst>
                <a:ext uri="{FF2B5EF4-FFF2-40B4-BE49-F238E27FC236}">
                  <a16:creationId xmlns:a16="http://schemas.microsoft.com/office/drawing/2014/main" id="{7DFC2B80-B466-4B88-AF89-47EC095DC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216"/>
              <a:ext cx="98" cy="29"/>
            </a:xfrm>
            <a:custGeom>
              <a:avLst/>
              <a:gdLst>
                <a:gd name="T0" fmla="*/ 0 w 39"/>
                <a:gd name="T1" fmla="*/ 76 h 11"/>
                <a:gd name="T2" fmla="*/ 176 w 39"/>
                <a:gd name="T3" fmla="*/ 111 h 11"/>
                <a:gd name="T4" fmla="*/ 347 w 39"/>
                <a:gd name="T5" fmla="*/ 111 h 11"/>
                <a:gd name="T6" fmla="*/ 618 w 39"/>
                <a:gd name="T7" fmla="*/ 0 h 11"/>
                <a:gd name="T8" fmla="*/ 304 w 39"/>
                <a:gd name="T9" fmla="*/ 0 h 11"/>
                <a:gd name="T10" fmla="*/ 158 w 39"/>
                <a:gd name="T11" fmla="*/ 55 h 11"/>
                <a:gd name="T12" fmla="*/ 20 w 39"/>
                <a:gd name="T13" fmla="*/ 5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1">
                  <a:moveTo>
                    <a:pt x="0" y="4"/>
                  </a:moveTo>
                  <a:cubicBezTo>
                    <a:pt x="4" y="4"/>
                    <a:pt x="7" y="6"/>
                    <a:pt x="11" y="6"/>
                  </a:cubicBezTo>
                  <a:cubicBezTo>
                    <a:pt x="15" y="6"/>
                    <a:pt x="18" y="5"/>
                    <a:pt x="22" y="6"/>
                  </a:cubicBezTo>
                  <a:cubicBezTo>
                    <a:pt x="30" y="7"/>
                    <a:pt x="39" y="11"/>
                    <a:pt x="39" y="0"/>
                  </a:cubicBezTo>
                  <a:cubicBezTo>
                    <a:pt x="39" y="9"/>
                    <a:pt x="24" y="1"/>
                    <a:pt x="19" y="0"/>
                  </a:cubicBezTo>
                  <a:cubicBezTo>
                    <a:pt x="15" y="0"/>
                    <a:pt x="13" y="2"/>
                    <a:pt x="10" y="3"/>
                  </a:cubicBezTo>
                  <a:cubicBezTo>
                    <a:pt x="7" y="4"/>
                    <a:pt x="4" y="3"/>
                    <a:pt x="1" y="3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9" name="Freeform 81">
              <a:extLst>
                <a:ext uri="{FF2B5EF4-FFF2-40B4-BE49-F238E27FC236}">
                  <a16:creationId xmlns:a16="http://schemas.microsoft.com/office/drawing/2014/main" id="{0370E224-1589-4802-BC32-2CC2B7261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088"/>
              <a:ext cx="72" cy="96"/>
            </a:xfrm>
            <a:custGeom>
              <a:avLst/>
              <a:gdLst>
                <a:gd name="T0" fmla="*/ 0 w 29"/>
                <a:gd name="T1" fmla="*/ 341 h 36"/>
                <a:gd name="T2" fmla="*/ 412 w 29"/>
                <a:gd name="T3" fmla="*/ 477 h 36"/>
                <a:gd name="T4" fmla="*/ 353 w 29"/>
                <a:gd name="T5" fmla="*/ 205 h 36"/>
                <a:gd name="T6" fmla="*/ 258 w 29"/>
                <a:gd name="T7" fmla="*/ 115 h 36"/>
                <a:gd name="T8" fmla="*/ 196 w 29"/>
                <a:gd name="T9" fmla="*/ 0 h 36"/>
                <a:gd name="T10" fmla="*/ 258 w 29"/>
                <a:gd name="T11" fmla="*/ 192 h 36"/>
                <a:gd name="T12" fmla="*/ 320 w 29"/>
                <a:gd name="T13" fmla="*/ 376 h 36"/>
                <a:gd name="T14" fmla="*/ 30 w 29"/>
                <a:gd name="T15" fmla="*/ 397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6">
                  <a:moveTo>
                    <a:pt x="0" y="18"/>
                  </a:moveTo>
                  <a:cubicBezTo>
                    <a:pt x="4" y="24"/>
                    <a:pt x="22" y="36"/>
                    <a:pt x="27" y="25"/>
                  </a:cubicBezTo>
                  <a:cubicBezTo>
                    <a:pt x="29" y="19"/>
                    <a:pt x="27" y="15"/>
                    <a:pt x="23" y="11"/>
                  </a:cubicBezTo>
                  <a:cubicBezTo>
                    <a:pt x="21" y="10"/>
                    <a:pt x="19" y="8"/>
                    <a:pt x="17" y="6"/>
                  </a:cubicBezTo>
                  <a:cubicBezTo>
                    <a:pt x="15" y="5"/>
                    <a:pt x="14" y="2"/>
                    <a:pt x="13" y="0"/>
                  </a:cubicBezTo>
                  <a:cubicBezTo>
                    <a:pt x="14" y="4"/>
                    <a:pt x="15" y="7"/>
                    <a:pt x="17" y="10"/>
                  </a:cubicBezTo>
                  <a:cubicBezTo>
                    <a:pt x="19" y="14"/>
                    <a:pt x="22" y="15"/>
                    <a:pt x="21" y="20"/>
                  </a:cubicBezTo>
                  <a:cubicBezTo>
                    <a:pt x="19" y="31"/>
                    <a:pt x="7" y="26"/>
                    <a:pt x="2" y="21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0" name="Freeform 82">
              <a:extLst>
                <a:ext uri="{FF2B5EF4-FFF2-40B4-BE49-F238E27FC236}">
                  <a16:creationId xmlns:a16="http://schemas.microsoft.com/office/drawing/2014/main" id="{D29ED130-462E-480F-AA1F-7A4CD413D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173"/>
              <a:ext cx="105" cy="40"/>
            </a:xfrm>
            <a:custGeom>
              <a:avLst/>
              <a:gdLst>
                <a:gd name="T0" fmla="*/ 0 w 42"/>
                <a:gd name="T1" fmla="*/ 227 h 15"/>
                <a:gd name="T2" fmla="*/ 208 w 42"/>
                <a:gd name="T3" fmla="*/ 264 h 15"/>
                <a:gd name="T4" fmla="*/ 395 w 42"/>
                <a:gd name="T5" fmla="*/ 264 h 15"/>
                <a:gd name="T6" fmla="*/ 625 w 42"/>
                <a:gd name="T7" fmla="*/ 0 h 15"/>
                <a:gd name="T8" fmla="*/ 533 w 42"/>
                <a:gd name="T9" fmla="*/ 149 h 15"/>
                <a:gd name="T10" fmla="*/ 333 w 42"/>
                <a:gd name="T11" fmla="*/ 171 h 15"/>
                <a:gd name="T12" fmla="*/ 175 w 42"/>
                <a:gd name="T13" fmla="*/ 227 h 15"/>
                <a:gd name="T14" fmla="*/ 0 w 42"/>
                <a:gd name="T15" fmla="*/ 227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5">
                  <a:moveTo>
                    <a:pt x="0" y="12"/>
                  </a:moveTo>
                  <a:cubicBezTo>
                    <a:pt x="3" y="14"/>
                    <a:pt x="9" y="14"/>
                    <a:pt x="13" y="14"/>
                  </a:cubicBezTo>
                  <a:cubicBezTo>
                    <a:pt x="17" y="15"/>
                    <a:pt x="21" y="14"/>
                    <a:pt x="25" y="14"/>
                  </a:cubicBezTo>
                  <a:cubicBezTo>
                    <a:pt x="33" y="12"/>
                    <a:pt x="42" y="11"/>
                    <a:pt x="40" y="0"/>
                  </a:cubicBezTo>
                  <a:cubicBezTo>
                    <a:pt x="39" y="4"/>
                    <a:pt x="38" y="6"/>
                    <a:pt x="34" y="8"/>
                  </a:cubicBezTo>
                  <a:cubicBezTo>
                    <a:pt x="30" y="9"/>
                    <a:pt x="25" y="9"/>
                    <a:pt x="21" y="9"/>
                  </a:cubicBezTo>
                  <a:cubicBezTo>
                    <a:pt x="17" y="9"/>
                    <a:pt x="14" y="11"/>
                    <a:pt x="11" y="12"/>
                  </a:cubicBezTo>
                  <a:cubicBezTo>
                    <a:pt x="7" y="12"/>
                    <a:pt x="3" y="12"/>
                    <a:pt x="0" y="12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1" name="Freeform 83">
              <a:extLst>
                <a:ext uri="{FF2B5EF4-FFF2-40B4-BE49-F238E27FC236}">
                  <a16:creationId xmlns:a16="http://schemas.microsoft.com/office/drawing/2014/main" id="{1F70A7D5-0324-4214-B827-4E10BE15C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333"/>
              <a:ext cx="105" cy="43"/>
            </a:xfrm>
            <a:custGeom>
              <a:avLst/>
              <a:gdLst>
                <a:gd name="T0" fmla="*/ 0 w 42"/>
                <a:gd name="T1" fmla="*/ 312 h 16"/>
                <a:gd name="T2" fmla="*/ 220 w 42"/>
                <a:gd name="T3" fmla="*/ 196 h 16"/>
                <a:gd name="T4" fmla="*/ 425 w 42"/>
                <a:gd name="T5" fmla="*/ 196 h 16"/>
                <a:gd name="T6" fmla="*/ 595 w 42"/>
                <a:gd name="T7" fmla="*/ 196 h 16"/>
                <a:gd name="T8" fmla="*/ 625 w 42"/>
                <a:gd name="T9" fmla="*/ 0 h 16"/>
                <a:gd name="T10" fmla="*/ 313 w 42"/>
                <a:gd name="T11" fmla="*/ 94 h 16"/>
                <a:gd name="T12" fmla="*/ 145 w 42"/>
                <a:gd name="T13" fmla="*/ 175 h 16"/>
                <a:gd name="T14" fmla="*/ 50 w 42"/>
                <a:gd name="T15" fmla="*/ 253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6">
                  <a:moveTo>
                    <a:pt x="0" y="16"/>
                  </a:moveTo>
                  <a:cubicBezTo>
                    <a:pt x="5" y="14"/>
                    <a:pt x="9" y="11"/>
                    <a:pt x="14" y="10"/>
                  </a:cubicBezTo>
                  <a:cubicBezTo>
                    <a:pt x="18" y="9"/>
                    <a:pt x="23" y="9"/>
                    <a:pt x="27" y="10"/>
                  </a:cubicBezTo>
                  <a:cubicBezTo>
                    <a:pt x="31" y="10"/>
                    <a:pt x="35" y="12"/>
                    <a:pt x="38" y="10"/>
                  </a:cubicBezTo>
                  <a:cubicBezTo>
                    <a:pt x="42" y="7"/>
                    <a:pt x="40" y="3"/>
                    <a:pt x="40" y="0"/>
                  </a:cubicBezTo>
                  <a:cubicBezTo>
                    <a:pt x="41" y="12"/>
                    <a:pt x="27" y="5"/>
                    <a:pt x="20" y="5"/>
                  </a:cubicBezTo>
                  <a:cubicBezTo>
                    <a:pt x="16" y="5"/>
                    <a:pt x="12" y="6"/>
                    <a:pt x="9" y="9"/>
                  </a:cubicBezTo>
                  <a:cubicBezTo>
                    <a:pt x="7" y="11"/>
                    <a:pt x="6" y="11"/>
                    <a:pt x="3" y="13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2" name="Freeform 84">
              <a:extLst>
                <a:ext uri="{FF2B5EF4-FFF2-40B4-BE49-F238E27FC236}">
                  <a16:creationId xmlns:a16="http://schemas.microsoft.com/office/drawing/2014/main" id="{07317532-6E9E-4798-88E1-18715BAC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325"/>
              <a:ext cx="88" cy="72"/>
            </a:xfrm>
            <a:custGeom>
              <a:avLst/>
              <a:gdLst>
                <a:gd name="T0" fmla="*/ 0 w 35"/>
                <a:gd name="T1" fmla="*/ 0 h 27"/>
                <a:gd name="T2" fmla="*/ 50 w 35"/>
                <a:gd name="T3" fmla="*/ 192 h 27"/>
                <a:gd name="T4" fmla="*/ 367 w 35"/>
                <a:gd name="T5" fmla="*/ 363 h 27"/>
                <a:gd name="T6" fmla="*/ 525 w 35"/>
                <a:gd name="T7" fmla="*/ 149 h 27"/>
                <a:gd name="T8" fmla="*/ 430 w 35"/>
                <a:gd name="T9" fmla="*/ 285 h 27"/>
                <a:gd name="T10" fmla="*/ 272 w 35"/>
                <a:gd name="T11" fmla="*/ 136 h 27"/>
                <a:gd name="T12" fmla="*/ 0 w 35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7">
                  <a:moveTo>
                    <a:pt x="0" y="0"/>
                  </a:moveTo>
                  <a:cubicBezTo>
                    <a:pt x="3" y="2"/>
                    <a:pt x="3" y="7"/>
                    <a:pt x="3" y="10"/>
                  </a:cubicBezTo>
                  <a:cubicBezTo>
                    <a:pt x="10" y="7"/>
                    <a:pt x="18" y="14"/>
                    <a:pt x="23" y="19"/>
                  </a:cubicBezTo>
                  <a:cubicBezTo>
                    <a:pt x="30" y="27"/>
                    <a:pt x="35" y="16"/>
                    <a:pt x="33" y="8"/>
                  </a:cubicBezTo>
                  <a:cubicBezTo>
                    <a:pt x="33" y="12"/>
                    <a:pt x="32" y="17"/>
                    <a:pt x="27" y="15"/>
                  </a:cubicBezTo>
                  <a:cubicBezTo>
                    <a:pt x="23" y="14"/>
                    <a:pt x="21" y="9"/>
                    <a:pt x="17" y="7"/>
                  </a:cubicBezTo>
                  <a:cubicBezTo>
                    <a:pt x="12" y="4"/>
                    <a:pt x="4" y="5"/>
                    <a:pt x="0" y="0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3" name="Freeform 85">
              <a:extLst>
                <a:ext uri="{FF2B5EF4-FFF2-40B4-BE49-F238E27FC236}">
                  <a16:creationId xmlns:a16="http://schemas.microsoft.com/office/drawing/2014/main" id="{5B921C95-52AF-4668-BAE0-86ABF3619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1392"/>
              <a:ext cx="103" cy="51"/>
            </a:xfrm>
            <a:custGeom>
              <a:avLst/>
              <a:gdLst>
                <a:gd name="T0" fmla="*/ 0 w 41"/>
                <a:gd name="T1" fmla="*/ 231 h 19"/>
                <a:gd name="T2" fmla="*/ 317 w 41"/>
                <a:gd name="T3" fmla="*/ 172 h 19"/>
                <a:gd name="T4" fmla="*/ 651 w 41"/>
                <a:gd name="T5" fmla="*/ 0 h 19"/>
                <a:gd name="T6" fmla="*/ 505 w 41"/>
                <a:gd name="T7" fmla="*/ 94 h 19"/>
                <a:gd name="T8" fmla="*/ 304 w 41"/>
                <a:gd name="T9" fmla="*/ 81 h 19"/>
                <a:gd name="T10" fmla="*/ 20 w 41"/>
                <a:gd name="T11" fmla="*/ 23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9">
                  <a:moveTo>
                    <a:pt x="0" y="12"/>
                  </a:moveTo>
                  <a:cubicBezTo>
                    <a:pt x="2" y="19"/>
                    <a:pt x="16" y="10"/>
                    <a:pt x="20" y="9"/>
                  </a:cubicBezTo>
                  <a:cubicBezTo>
                    <a:pt x="29" y="6"/>
                    <a:pt x="38" y="12"/>
                    <a:pt x="41" y="0"/>
                  </a:cubicBezTo>
                  <a:cubicBezTo>
                    <a:pt x="38" y="3"/>
                    <a:pt x="37" y="5"/>
                    <a:pt x="32" y="5"/>
                  </a:cubicBezTo>
                  <a:cubicBezTo>
                    <a:pt x="27" y="5"/>
                    <a:pt x="24" y="3"/>
                    <a:pt x="19" y="4"/>
                  </a:cubicBezTo>
                  <a:cubicBezTo>
                    <a:pt x="12" y="6"/>
                    <a:pt x="8" y="13"/>
                    <a:pt x="1" y="12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4" name="Freeform 86">
              <a:extLst>
                <a:ext uri="{FF2B5EF4-FFF2-40B4-BE49-F238E27FC236}">
                  <a16:creationId xmlns:a16="http://schemas.microsoft.com/office/drawing/2014/main" id="{1CC381D2-13AC-4D1B-9EC6-1F8C8B06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477"/>
              <a:ext cx="100" cy="48"/>
            </a:xfrm>
            <a:custGeom>
              <a:avLst/>
              <a:gdLst>
                <a:gd name="T0" fmla="*/ 20 w 40"/>
                <a:gd name="T1" fmla="*/ 192 h 18"/>
                <a:gd name="T2" fmla="*/ 425 w 40"/>
                <a:gd name="T3" fmla="*/ 307 h 18"/>
                <a:gd name="T4" fmla="*/ 488 w 40"/>
                <a:gd name="T5" fmla="*/ 0 h 18"/>
                <a:gd name="T6" fmla="*/ 333 w 40"/>
                <a:gd name="T7" fmla="*/ 192 h 18"/>
                <a:gd name="T8" fmla="*/ 145 w 40"/>
                <a:gd name="T9" fmla="*/ 192 h 18"/>
                <a:gd name="T10" fmla="*/ 0 w 40"/>
                <a:gd name="T11" fmla="*/ 14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1" y="10"/>
                  </a:moveTo>
                  <a:cubicBezTo>
                    <a:pt x="9" y="13"/>
                    <a:pt x="18" y="18"/>
                    <a:pt x="27" y="16"/>
                  </a:cubicBezTo>
                  <a:cubicBezTo>
                    <a:pt x="34" y="15"/>
                    <a:pt x="40" y="4"/>
                    <a:pt x="31" y="0"/>
                  </a:cubicBezTo>
                  <a:cubicBezTo>
                    <a:pt x="35" y="7"/>
                    <a:pt x="27" y="11"/>
                    <a:pt x="21" y="10"/>
                  </a:cubicBezTo>
                  <a:cubicBezTo>
                    <a:pt x="17" y="10"/>
                    <a:pt x="13" y="9"/>
                    <a:pt x="9" y="10"/>
                  </a:cubicBezTo>
                  <a:cubicBezTo>
                    <a:pt x="6" y="10"/>
                    <a:pt x="3" y="11"/>
                    <a:pt x="0" y="8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5" name="Freeform 87">
              <a:extLst>
                <a:ext uri="{FF2B5EF4-FFF2-40B4-BE49-F238E27FC236}">
                  <a16:creationId xmlns:a16="http://schemas.microsoft.com/office/drawing/2014/main" id="{1733B12B-F400-4C21-AE3C-C1AF918D4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517"/>
              <a:ext cx="92" cy="48"/>
            </a:xfrm>
            <a:custGeom>
              <a:avLst/>
              <a:gdLst>
                <a:gd name="T0" fmla="*/ 0 w 37"/>
                <a:gd name="T1" fmla="*/ 21 h 18"/>
                <a:gd name="T2" fmla="*/ 167 w 37"/>
                <a:gd name="T3" fmla="*/ 136 h 18"/>
                <a:gd name="T4" fmla="*/ 321 w 37"/>
                <a:gd name="T5" fmla="*/ 307 h 18"/>
                <a:gd name="T6" fmla="*/ 475 w 37"/>
                <a:gd name="T7" fmla="*/ 307 h 18"/>
                <a:gd name="T8" fmla="*/ 507 w 37"/>
                <a:gd name="T9" fmla="*/ 35 h 18"/>
                <a:gd name="T10" fmla="*/ 259 w 37"/>
                <a:gd name="T11" fmla="*/ 136 h 18"/>
                <a:gd name="T12" fmla="*/ 12 w 37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8">
                  <a:moveTo>
                    <a:pt x="0" y="1"/>
                  </a:moveTo>
                  <a:cubicBezTo>
                    <a:pt x="4" y="3"/>
                    <a:pt x="7" y="5"/>
                    <a:pt x="11" y="7"/>
                  </a:cubicBezTo>
                  <a:cubicBezTo>
                    <a:pt x="14" y="10"/>
                    <a:pt x="17" y="14"/>
                    <a:pt x="21" y="16"/>
                  </a:cubicBezTo>
                  <a:cubicBezTo>
                    <a:pt x="24" y="17"/>
                    <a:pt x="28" y="18"/>
                    <a:pt x="31" y="16"/>
                  </a:cubicBezTo>
                  <a:cubicBezTo>
                    <a:pt x="37" y="14"/>
                    <a:pt x="35" y="7"/>
                    <a:pt x="33" y="2"/>
                  </a:cubicBezTo>
                  <a:cubicBezTo>
                    <a:pt x="36" y="13"/>
                    <a:pt x="23" y="11"/>
                    <a:pt x="17" y="7"/>
                  </a:cubicBezTo>
                  <a:cubicBezTo>
                    <a:pt x="12" y="3"/>
                    <a:pt x="6" y="2"/>
                    <a:pt x="1" y="0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6" name="Freeform 88">
              <a:extLst>
                <a:ext uri="{FF2B5EF4-FFF2-40B4-BE49-F238E27FC236}">
                  <a16:creationId xmlns:a16="http://schemas.microsoft.com/office/drawing/2014/main" id="{B03EE113-F74E-4D65-A781-160F2C93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443"/>
              <a:ext cx="28" cy="80"/>
            </a:xfrm>
            <a:custGeom>
              <a:avLst/>
              <a:gdLst>
                <a:gd name="T0" fmla="*/ 181 w 11"/>
                <a:gd name="T1" fmla="*/ 0 h 30"/>
                <a:gd name="T2" fmla="*/ 150 w 11"/>
                <a:gd name="T3" fmla="*/ 205 h 30"/>
                <a:gd name="T4" fmla="*/ 163 w 11"/>
                <a:gd name="T5" fmla="*/ 435 h 30"/>
                <a:gd name="T6" fmla="*/ 0 w 11"/>
                <a:gd name="T7" fmla="*/ 456 h 30"/>
                <a:gd name="T8" fmla="*/ 117 w 11"/>
                <a:gd name="T9" fmla="*/ 341 h 30"/>
                <a:gd name="T10" fmla="*/ 163 w 11"/>
                <a:gd name="T11" fmla="*/ 2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0">
                  <a:moveTo>
                    <a:pt x="11" y="0"/>
                  </a:moveTo>
                  <a:cubicBezTo>
                    <a:pt x="10" y="4"/>
                    <a:pt x="9" y="7"/>
                    <a:pt x="9" y="11"/>
                  </a:cubicBezTo>
                  <a:cubicBezTo>
                    <a:pt x="10" y="15"/>
                    <a:pt x="11" y="19"/>
                    <a:pt x="10" y="23"/>
                  </a:cubicBezTo>
                  <a:cubicBezTo>
                    <a:pt x="9" y="30"/>
                    <a:pt x="3" y="29"/>
                    <a:pt x="0" y="24"/>
                  </a:cubicBezTo>
                  <a:cubicBezTo>
                    <a:pt x="4" y="28"/>
                    <a:pt x="7" y="22"/>
                    <a:pt x="7" y="18"/>
                  </a:cubicBezTo>
                  <a:cubicBezTo>
                    <a:pt x="7" y="12"/>
                    <a:pt x="7" y="6"/>
                    <a:pt x="10" y="1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7" name="Freeform 89">
              <a:extLst>
                <a:ext uri="{FF2B5EF4-FFF2-40B4-BE49-F238E27FC236}">
                  <a16:creationId xmlns:a16="http://schemas.microsoft.com/office/drawing/2014/main" id="{1DA8A59D-423B-41B0-A340-5CB226792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435"/>
              <a:ext cx="85" cy="82"/>
            </a:xfrm>
            <a:custGeom>
              <a:avLst/>
              <a:gdLst>
                <a:gd name="T0" fmla="*/ 0 w 34"/>
                <a:gd name="T1" fmla="*/ 553 h 31"/>
                <a:gd name="T2" fmla="*/ 238 w 34"/>
                <a:gd name="T3" fmla="*/ 315 h 31"/>
                <a:gd name="T4" fmla="*/ 375 w 34"/>
                <a:gd name="T5" fmla="*/ 148 h 31"/>
                <a:gd name="T6" fmla="*/ 533 w 34"/>
                <a:gd name="T7" fmla="*/ 0 h 31"/>
                <a:gd name="T8" fmla="*/ 238 w 34"/>
                <a:gd name="T9" fmla="*/ 148 h 31"/>
                <a:gd name="T10" fmla="*/ 20 w 34"/>
                <a:gd name="T11" fmla="*/ 54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1">
                  <a:moveTo>
                    <a:pt x="0" y="30"/>
                  </a:moveTo>
                  <a:cubicBezTo>
                    <a:pt x="9" y="31"/>
                    <a:pt x="11" y="23"/>
                    <a:pt x="15" y="17"/>
                  </a:cubicBezTo>
                  <a:cubicBezTo>
                    <a:pt x="17" y="13"/>
                    <a:pt x="20" y="10"/>
                    <a:pt x="24" y="8"/>
                  </a:cubicBezTo>
                  <a:cubicBezTo>
                    <a:pt x="27" y="7"/>
                    <a:pt x="33" y="5"/>
                    <a:pt x="34" y="0"/>
                  </a:cubicBezTo>
                  <a:cubicBezTo>
                    <a:pt x="31" y="7"/>
                    <a:pt x="20" y="5"/>
                    <a:pt x="15" y="8"/>
                  </a:cubicBezTo>
                  <a:cubicBezTo>
                    <a:pt x="8" y="12"/>
                    <a:pt x="8" y="24"/>
                    <a:pt x="1" y="29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8" name="Freeform 90">
              <a:extLst>
                <a:ext uri="{FF2B5EF4-FFF2-40B4-BE49-F238E27FC236}">
                  <a16:creationId xmlns:a16="http://schemas.microsoft.com/office/drawing/2014/main" id="{1178086A-02EC-4BEB-9FBC-4622B540C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488"/>
              <a:ext cx="88" cy="43"/>
            </a:xfrm>
            <a:custGeom>
              <a:avLst/>
              <a:gdLst>
                <a:gd name="T0" fmla="*/ 20 w 35"/>
                <a:gd name="T1" fmla="*/ 196 h 16"/>
                <a:gd name="T2" fmla="*/ 463 w 35"/>
                <a:gd name="T3" fmla="*/ 0 h 16"/>
                <a:gd name="T4" fmla="*/ 221 w 35"/>
                <a:gd name="T5" fmla="*/ 159 h 16"/>
                <a:gd name="T6" fmla="*/ 0 w 35"/>
                <a:gd name="T7" fmla="*/ 19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6">
                  <a:moveTo>
                    <a:pt x="1" y="10"/>
                  </a:moveTo>
                  <a:cubicBezTo>
                    <a:pt x="8" y="11"/>
                    <a:pt x="35" y="16"/>
                    <a:pt x="29" y="0"/>
                  </a:cubicBezTo>
                  <a:cubicBezTo>
                    <a:pt x="28" y="8"/>
                    <a:pt x="20" y="8"/>
                    <a:pt x="14" y="8"/>
                  </a:cubicBezTo>
                  <a:cubicBezTo>
                    <a:pt x="10" y="9"/>
                    <a:pt x="3" y="11"/>
                    <a:pt x="0" y="10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9" name="Freeform 91">
              <a:extLst>
                <a:ext uri="{FF2B5EF4-FFF2-40B4-BE49-F238E27FC236}">
                  <a16:creationId xmlns:a16="http://schemas.microsoft.com/office/drawing/2014/main" id="{60AB9EB4-E788-46B0-8340-01A0002AC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429"/>
              <a:ext cx="70" cy="54"/>
            </a:xfrm>
            <a:custGeom>
              <a:avLst/>
              <a:gdLst>
                <a:gd name="T0" fmla="*/ 50 w 28"/>
                <a:gd name="T1" fmla="*/ 22 h 20"/>
                <a:gd name="T2" fmla="*/ 208 w 28"/>
                <a:gd name="T3" fmla="*/ 313 h 20"/>
                <a:gd name="T4" fmla="*/ 395 w 28"/>
                <a:gd name="T5" fmla="*/ 138 h 20"/>
                <a:gd name="T6" fmla="*/ 220 w 28"/>
                <a:gd name="T7" fmla="*/ 197 h 20"/>
                <a:gd name="T8" fmla="*/ 0 w 2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3" y="1"/>
                  </a:moveTo>
                  <a:cubicBezTo>
                    <a:pt x="7" y="6"/>
                    <a:pt x="7" y="13"/>
                    <a:pt x="13" y="16"/>
                  </a:cubicBezTo>
                  <a:cubicBezTo>
                    <a:pt x="19" y="20"/>
                    <a:pt x="28" y="15"/>
                    <a:pt x="25" y="7"/>
                  </a:cubicBezTo>
                  <a:cubicBezTo>
                    <a:pt x="25" y="14"/>
                    <a:pt x="17" y="13"/>
                    <a:pt x="14" y="10"/>
                  </a:cubicBezTo>
                  <a:cubicBezTo>
                    <a:pt x="9" y="6"/>
                    <a:pt x="7" y="1"/>
                    <a:pt x="0" y="0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0" name="Freeform 92">
              <a:extLst>
                <a:ext uri="{FF2B5EF4-FFF2-40B4-BE49-F238E27FC236}">
                  <a16:creationId xmlns:a16="http://schemas.microsoft.com/office/drawing/2014/main" id="{93CBD063-077F-4B16-80FC-C78BCE330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376"/>
              <a:ext cx="75" cy="37"/>
            </a:xfrm>
            <a:custGeom>
              <a:avLst/>
              <a:gdLst>
                <a:gd name="T0" fmla="*/ 0 w 30"/>
                <a:gd name="T1" fmla="*/ 21 h 14"/>
                <a:gd name="T2" fmla="*/ 283 w 30"/>
                <a:gd name="T3" fmla="*/ 34 h 14"/>
                <a:gd name="T4" fmla="*/ 470 w 30"/>
                <a:gd name="T5" fmla="*/ 259 h 14"/>
                <a:gd name="T6" fmla="*/ 300 w 30"/>
                <a:gd name="T7" fmla="*/ 111 h 14"/>
                <a:gd name="T8" fmla="*/ 20 w 30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4">
                  <a:moveTo>
                    <a:pt x="0" y="1"/>
                  </a:moveTo>
                  <a:cubicBezTo>
                    <a:pt x="6" y="0"/>
                    <a:pt x="12" y="2"/>
                    <a:pt x="18" y="2"/>
                  </a:cubicBezTo>
                  <a:cubicBezTo>
                    <a:pt x="27" y="2"/>
                    <a:pt x="29" y="5"/>
                    <a:pt x="30" y="14"/>
                  </a:cubicBezTo>
                  <a:cubicBezTo>
                    <a:pt x="28" y="9"/>
                    <a:pt x="25" y="6"/>
                    <a:pt x="19" y="6"/>
                  </a:cubicBezTo>
                  <a:cubicBezTo>
                    <a:pt x="13" y="5"/>
                    <a:pt x="7" y="2"/>
                    <a:pt x="1" y="1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1" name="Freeform 93">
              <a:extLst>
                <a:ext uri="{FF2B5EF4-FFF2-40B4-BE49-F238E27FC236}">
                  <a16:creationId xmlns:a16="http://schemas.microsoft.com/office/drawing/2014/main" id="{D66405DF-958F-4175-9260-B77D2A3E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179"/>
              <a:ext cx="58" cy="48"/>
            </a:xfrm>
            <a:custGeom>
              <a:avLst/>
              <a:gdLst>
                <a:gd name="T0" fmla="*/ 0 w 23"/>
                <a:gd name="T1" fmla="*/ 341 h 18"/>
                <a:gd name="T2" fmla="*/ 368 w 23"/>
                <a:gd name="T3" fmla="*/ 35 h 18"/>
                <a:gd name="T4" fmla="*/ 0 w 23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4" y="9"/>
                    <a:pt x="13" y="0"/>
                    <a:pt x="23" y="2"/>
                  </a:cubicBezTo>
                  <a:cubicBezTo>
                    <a:pt x="18" y="3"/>
                    <a:pt x="8" y="5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2" name="Freeform 94">
              <a:extLst>
                <a:ext uri="{FF2B5EF4-FFF2-40B4-BE49-F238E27FC236}">
                  <a16:creationId xmlns:a16="http://schemas.microsoft.com/office/drawing/2014/main" id="{FA9E2BE0-3F3D-4EF2-8F98-EA733FE53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229"/>
              <a:ext cx="38" cy="72"/>
            </a:xfrm>
            <a:custGeom>
              <a:avLst/>
              <a:gdLst>
                <a:gd name="T0" fmla="*/ 117 w 15"/>
                <a:gd name="T1" fmla="*/ 205 h 27"/>
                <a:gd name="T2" fmla="*/ 0 w 15"/>
                <a:gd name="T3" fmla="*/ 512 h 27"/>
                <a:gd name="T4" fmla="*/ 96 w 15"/>
                <a:gd name="T5" fmla="*/ 171 h 27"/>
                <a:gd name="T6" fmla="*/ 243 w 15"/>
                <a:gd name="T7" fmla="*/ 0 h 27"/>
                <a:gd name="T8" fmla="*/ 117 w 15"/>
                <a:gd name="T9" fmla="*/ 20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7" y="11"/>
                  </a:moveTo>
                  <a:cubicBezTo>
                    <a:pt x="7" y="16"/>
                    <a:pt x="5" y="22"/>
                    <a:pt x="0" y="27"/>
                  </a:cubicBezTo>
                  <a:cubicBezTo>
                    <a:pt x="3" y="24"/>
                    <a:pt x="5" y="14"/>
                    <a:pt x="6" y="9"/>
                  </a:cubicBezTo>
                  <a:cubicBezTo>
                    <a:pt x="6" y="4"/>
                    <a:pt x="9" y="0"/>
                    <a:pt x="15" y="0"/>
                  </a:cubicBezTo>
                  <a:cubicBezTo>
                    <a:pt x="11" y="2"/>
                    <a:pt x="8" y="7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3" name="Freeform 95">
              <a:extLst>
                <a:ext uri="{FF2B5EF4-FFF2-40B4-BE49-F238E27FC236}">
                  <a16:creationId xmlns:a16="http://schemas.microsoft.com/office/drawing/2014/main" id="{D1D08B42-CE5B-4375-89D1-2251FE05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371"/>
              <a:ext cx="28" cy="58"/>
            </a:xfrm>
            <a:custGeom>
              <a:avLst/>
              <a:gdLst>
                <a:gd name="T0" fmla="*/ 181 w 11"/>
                <a:gd name="T1" fmla="*/ 0 h 22"/>
                <a:gd name="T2" fmla="*/ 64 w 11"/>
                <a:gd name="T3" fmla="*/ 403 h 22"/>
                <a:gd name="T4" fmla="*/ 181 w 1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6" y="1"/>
                    <a:pt x="0" y="7"/>
                    <a:pt x="4" y="22"/>
                  </a:cubicBezTo>
                  <a:cubicBezTo>
                    <a:pt x="2" y="16"/>
                    <a:pt x="3" y="5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4" name="Freeform 96">
              <a:extLst>
                <a:ext uri="{FF2B5EF4-FFF2-40B4-BE49-F238E27FC236}">
                  <a16:creationId xmlns:a16="http://schemas.microsoft.com/office/drawing/2014/main" id="{C09FA90E-5F04-4169-A5A3-F2986FAD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456"/>
              <a:ext cx="57" cy="29"/>
            </a:xfrm>
            <a:custGeom>
              <a:avLst/>
              <a:gdLst>
                <a:gd name="T0" fmla="*/ 0 w 23"/>
                <a:gd name="T1" fmla="*/ 200 h 11"/>
                <a:gd name="T2" fmla="*/ 349 w 23"/>
                <a:gd name="T3" fmla="*/ 145 h 11"/>
                <a:gd name="T4" fmla="*/ 0 w 23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11"/>
                  </a:moveTo>
                  <a:cubicBezTo>
                    <a:pt x="1" y="3"/>
                    <a:pt x="12" y="1"/>
                    <a:pt x="23" y="8"/>
                  </a:cubicBezTo>
                  <a:cubicBezTo>
                    <a:pt x="17" y="7"/>
                    <a:pt x="9" y="0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5" name="Freeform 97">
              <a:extLst>
                <a:ext uri="{FF2B5EF4-FFF2-40B4-BE49-F238E27FC236}">
                  <a16:creationId xmlns:a16="http://schemas.microsoft.com/office/drawing/2014/main" id="{3D7AA77B-AF0F-4E15-BC86-3F1BA767A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1429"/>
              <a:ext cx="47" cy="22"/>
            </a:xfrm>
            <a:custGeom>
              <a:avLst/>
              <a:gdLst>
                <a:gd name="T0" fmla="*/ 0 w 19"/>
                <a:gd name="T1" fmla="*/ 168 h 8"/>
                <a:gd name="T2" fmla="*/ 287 w 19"/>
                <a:gd name="T3" fmla="*/ 129 h 8"/>
                <a:gd name="T4" fmla="*/ 0 w 1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2" y="2"/>
                    <a:pt x="6" y="0"/>
                    <a:pt x="19" y="6"/>
                  </a:cubicBezTo>
                  <a:cubicBezTo>
                    <a:pt x="15" y="5"/>
                    <a:pt x="5" y="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6" name="Freeform 98">
              <a:extLst>
                <a:ext uri="{FF2B5EF4-FFF2-40B4-BE49-F238E27FC236}">
                  <a16:creationId xmlns:a16="http://schemas.microsoft.com/office/drawing/2014/main" id="{9F557EA7-BA17-40D2-A6B2-A4FC7CF9C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363"/>
              <a:ext cx="77" cy="21"/>
            </a:xfrm>
            <a:custGeom>
              <a:avLst/>
              <a:gdLst>
                <a:gd name="T0" fmla="*/ 0 w 31"/>
                <a:gd name="T1" fmla="*/ 144 h 8"/>
                <a:gd name="T2" fmla="*/ 474 w 31"/>
                <a:gd name="T3" fmla="*/ 76 h 8"/>
                <a:gd name="T4" fmla="*/ 0 w 3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6" y="4"/>
                    <a:pt x="24" y="0"/>
                    <a:pt x="31" y="4"/>
                  </a:cubicBezTo>
                  <a:cubicBezTo>
                    <a:pt x="27" y="3"/>
                    <a:pt x="5" y="5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7" name="Freeform 99">
              <a:extLst>
                <a:ext uri="{FF2B5EF4-FFF2-40B4-BE49-F238E27FC236}">
                  <a16:creationId xmlns:a16="http://schemas.microsoft.com/office/drawing/2014/main" id="{0477C311-84EC-4722-B8FC-8CA7AF4D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288"/>
              <a:ext cx="13" cy="59"/>
            </a:xfrm>
            <a:custGeom>
              <a:avLst/>
              <a:gdLst>
                <a:gd name="T0" fmla="*/ 34 w 5"/>
                <a:gd name="T1" fmla="*/ 137 h 22"/>
                <a:gd name="T2" fmla="*/ 34 w 5"/>
                <a:gd name="T3" fmla="*/ 424 h 22"/>
                <a:gd name="T4" fmla="*/ 21 w 5"/>
                <a:gd name="T5" fmla="*/ 193 h 22"/>
                <a:gd name="T6" fmla="*/ 88 w 5"/>
                <a:gd name="T7" fmla="*/ 0 h 22"/>
                <a:gd name="T8" fmla="*/ 34 w 5"/>
                <a:gd name="T9" fmla="*/ 13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2" y="7"/>
                  </a:moveTo>
                  <a:cubicBezTo>
                    <a:pt x="2" y="10"/>
                    <a:pt x="3" y="14"/>
                    <a:pt x="2" y="22"/>
                  </a:cubicBezTo>
                  <a:cubicBezTo>
                    <a:pt x="3" y="19"/>
                    <a:pt x="1" y="13"/>
                    <a:pt x="1" y="10"/>
                  </a:cubicBezTo>
                  <a:cubicBezTo>
                    <a:pt x="0" y="7"/>
                    <a:pt x="0" y="3"/>
                    <a:pt x="5" y="0"/>
                  </a:cubicBezTo>
                  <a:cubicBezTo>
                    <a:pt x="3" y="2"/>
                    <a:pt x="1" y="3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8" name="Freeform 100">
              <a:extLst>
                <a:ext uri="{FF2B5EF4-FFF2-40B4-BE49-F238E27FC236}">
                  <a16:creationId xmlns:a16="http://schemas.microsoft.com/office/drawing/2014/main" id="{89DE3A2B-D17E-4258-AAB7-91281624E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277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20 w 6"/>
                <a:gd name="T3" fmla="*/ 227 h 24"/>
                <a:gd name="T4" fmla="*/ 0 w 6"/>
                <a:gd name="T5" fmla="*/ 456 h 24"/>
                <a:gd name="T6" fmla="*/ 50 w 6"/>
                <a:gd name="T7" fmla="*/ 149 h 24"/>
                <a:gd name="T8" fmla="*/ 95 w 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1" y="4"/>
                    <a:pt x="1" y="7"/>
                    <a:pt x="1" y="12"/>
                  </a:cubicBezTo>
                  <a:cubicBezTo>
                    <a:pt x="1" y="18"/>
                    <a:pt x="1" y="21"/>
                    <a:pt x="0" y="24"/>
                  </a:cubicBezTo>
                  <a:cubicBezTo>
                    <a:pt x="3" y="18"/>
                    <a:pt x="3" y="11"/>
                    <a:pt x="3" y="8"/>
                  </a:cubicBezTo>
                  <a:cubicBezTo>
                    <a:pt x="3" y="4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9" name="Freeform 101">
              <a:extLst>
                <a:ext uri="{FF2B5EF4-FFF2-40B4-BE49-F238E27FC236}">
                  <a16:creationId xmlns:a16="http://schemas.microsoft.com/office/drawing/2014/main" id="{864E1B38-197E-468B-9245-32A4428AE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296"/>
              <a:ext cx="53" cy="19"/>
            </a:xfrm>
            <a:custGeom>
              <a:avLst/>
              <a:gdLst>
                <a:gd name="T0" fmla="*/ 0 w 21"/>
                <a:gd name="T1" fmla="*/ 141 h 7"/>
                <a:gd name="T2" fmla="*/ 192 w 21"/>
                <a:gd name="T3" fmla="*/ 60 h 7"/>
                <a:gd name="T4" fmla="*/ 338 w 21"/>
                <a:gd name="T5" fmla="*/ 141 h 7"/>
                <a:gd name="T6" fmla="*/ 146 w 21"/>
                <a:gd name="T7" fmla="*/ 60 h 7"/>
                <a:gd name="T8" fmla="*/ 0 w 21"/>
                <a:gd name="T9" fmla="*/ 14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4" y="0"/>
                    <a:pt x="8" y="0"/>
                    <a:pt x="12" y="3"/>
                  </a:cubicBezTo>
                  <a:cubicBezTo>
                    <a:pt x="16" y="5"/>
                    <a:pt x="18" y="7"/>
                    <a:pt x="21" y="7"/>
                  </a:cubicBezTo>
                  <a:cubicBezTo>
                    <a:pt x="18" y="7"/>
                    <a:pt x="12" y="4"/>
                    <a:pt x="9" y="3"/>
                  </a:cubicBezTo>
                  <a:cubicBezTo>
                    <a:pt x="6" y="2"/>
                    <a:pt x="2" y="5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0" name="Freeform 102">
              <a:extLst>
                <a:ext uri="{FF2B5EF4-FFF2-40B4-BE49-F238E27FC236}">
                  <a16:creationId xmlns:a16="http://schemas.microsoft.com/office/drawing/2014/main" id="{6C99E3B2-74EE-486E-A1DC-DB31AA51A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189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188 w 20"/>
                <a:gd name="T3" fmla="*/ 77 h 9"/>
                <a:gd name="T4" fmla="*/ 313 w 20"/>
                <a:gd name="T5" fmla="*/ 171 h 9"/>
                <a:gd name="T6" fmla="*/ 95 w 20"/>
                <a:gd name="T7" fmla="*/ 77 h 9"/>
                <a:gd name="T8" fmla="*/ 0 w 20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0" y="4"/>
                    <a:pt x="4" y="0"/>
                    <a:pt x="12" y="4"/>
                  </a:cubicBezTo>
                  <a:cubicBezTo>
                    <a:pt x="19" y="8"/>
                    <a:pt x="20" y="9"/>
                    <a:pt x="20" y="9"/>
                  </a:cubicBezTo>
                  <a:cubicBezTo>
                    <a:pt x="16" y="8"/>
                    <a:pt x="8" y="3"/>
                    <a:pt x="6" y="4"/>
                  </a:cubicBezTo>
                  <a:cubicBezTo>
                    <a:pt x="3" y="6"/>
                    <a:pt x="1" y="7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1" name="Freeform 103">
              <a:extLst>
                <a:ext uri="{FF2B5EF4-FFF2-40B4-BE49-F238E27FC236}">
                  <a16:creationId xmlns:a16="http://schemas.microsoft.com/office/drawing/2014/main" id="{FFB027AD-6C14-49A1-AA79-1551EB929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008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83 w 6"/>
                <a:gd name="T3" fmla="*/ 285 h 15"/>
                <a:gd name="T4" fmla="*/ 95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0" y="3"/>
                    <a:pt x="1" y="11"/>
                    <a:pt x="5" y="15"/>
                  </a:cubicBezTo>
                  <a:cubicBezTo>
                    <a:pt x="2" y="10"/>
                    <a:pt x="2" y="3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2" name="Freeform 104">
              <a:extLst>
                <a:ext uri="{FF2B5EF4-FFF2-40B4-BE49-F238E27FC236}">
                  <a16:creationId xmlns:a16="http://schemas.microsoft.com/office/drawing/2014/main" id="{D1DC229E-E4AF-4363-89EE-D225841C1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024"/>
              <a:ext cx="35" cy="51"/>
            </a:xfrm>
            <a:custGeom>
              <a:avLst/>
              <a:gdLst>
                <a:gd name="T0" fmla="*/ 220 w 14"/>
                <a:gd name="T1" fmla="*/ 0 h 19"/>
                <a:gd name="T2" fmla="*/ 0 w 14"/>
                <a:gd name="T3" fmla="*/ 368 h 19"/>
                <a:gd name="T4" fmla="*/ 220 w 1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7" y="1"/>
                    <a:pt x="1" y="8"/>
                    <a:pt x="0" y="19"/>
                  </a:cubicBezTo>
                  <a:cubicBezTo>
                    <a:pt x="2" y="11"/>
                    <a:pt x="8" y="3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3" name="Freeform 105">
              <a:extLst>
                <a:ext uri="{FF2B5EF4-FFF2-40B4-BE49-F238E27FC236}">
                  <a16:creationId xmlns:a16="http://schemas.microsoft.com/office/drawing/2014/main" id="{501F43EE-6255-4424-89C8-0C3EE7704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093"/>
              <a:ext cx="75" cy="19"/>
            </a:xfrm>
            <a:custGeom>
              <a:avLst/>
              <a:gdLst>
                <a:gd name="T0" fmla="*/ 0 w 30"/>
                <a:gd name="T1" fmla="*/ 141 h 7"/>
                <a:gd name="T2" fmla="*/ 470 w 30"/>
                <a:gd name="T3" fmla="*/ 103 h 7"/>
                <a:gd name="T4" fmla="*/ 0 w 30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3" y="1"/>
                    <a:pt x="19" y="0"/>
                    <a:pt x="30" y="5"/>
                  </a:cubicBezTo>
                  <a:cubicBezTo>
                    <a:pt x="23" y="3"/>
                    <a:pt x="7" y="3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4" name="Freeform 106">
              <a:extLst>
                <a:ext uri="{FF2B5EF4-FFF2-40B4-BE49-F238E27FC236}">
                  <a16:creationId xmlns:a16="http://schemas.microsoft.com/office/drawing/2014/main" id="{65567944-9C4E-4146-815C-808FE088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048"/>
              <a:ext cx="32" cy="43"/>
            </a:xfrm>
            <a:custGeom>
              <a:avLst/>
              <a:gdLst>
                <a:gd name="T0" fmla="*/ 194 w 13"/>
                <a:gd name="T1" fmla="*/ 0 h 16"/>
                <a:gd name="T2" fmla="*/ 42 w 13"/>
                <a:gd name="T3" fmla="*/ 312 h 16"/>
                <a:gd name="T4" fmla="*/ 194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6" y="0"/>
                    <a:pt x="0" y="7"/>
                    <a:pt x="3" y="16"/>
                  </a:cubicBezTo>
                  <a:cubicBezTo>
                    <a:pt x="3" y="11"/>
                    <a:pt x="5" y="2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5" name="Freeform 107">
              <a:extLst>
                <a:ext uri="{FF2B5EF4-FFF2-40B4-BE49-F238E27FC236}">
                  <a16:creationId xmlns:a16="http://schemas.microsoft.com/office/drawing/2014/main" id="{378ADBA3-427C-4FE0-862A-C6D13C67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008"/>
              <a:ext cx="53" cy="64"/>
            </a:xfrm>
            <a:custGeom>
              <a:avLst/>
              <a:gdLst>
                <a:gd name="T0" fmla="*/ 338 w 21"/>
                <a:gd name="T1" fmla="*/ 0 h 24"/>
                <a:gd name="T2" fmla="*/ 0 w 21"/>
                <a:gd name="T3" fmla="*/ 456 h 24"/>
                <a:gd name="T4" fmla="*/ 338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0"/>
                  </a:moveTo>
                  <a:cubicBezTo>
                    <a:pt x="8" y="4"/>
                    <a:pt x="2" y="14"/>
                    <a:pt x="0" y="24"/>
                  </a:cubicBezTo>
                  <a:cubicBezTo>
                    <a:pt x="3" y="18"/>
                    <a:pt x="11" y="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6" name="Freeform 108">
              <a:extLst>
                <a:ext uri="{FF2B5EF4-FFF2-40B4-BE49-F238E27FC236}">
                  <a16:creationId xmlns:a16="http://schemas.microsoft.com/office/drawing/2014/main" id="{B520E503-9D3B-4140-9C92-5A503944C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149"/>
              <a:ext cx="88" cy="22"/>
            </a:xfrm>
            <a:custGeom>
              <a:avLst/>
              <a:gdLst>
                <a:gd name="T0" fmla="*/ 0 w 35"/>
                <a:gd name="T1" fmla="*/ 47 h 8"/>
                <a:gd name="T2" fmla="*/ 304 w 35"/>
                <a:gd name="T3" fmla="*/ 107 h 8"/>
                <a:gd name="T4" fmla="*/ 556 w 35"/>
                <a:gd name="T5" fmla="*/ 107 h 8"/>
                <a:gd name="T6" fmla="*/ 284 w 35"/>
                <a:gd name="T7" fmla="*/ 143 h 8"/>
                <a:gd name="T8" fmla="*/ 0 w 35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">
                  <a:moveTo>
                    <a:pt x="0" y="2"/>
                  </a:moveTo>
                  <a:cubicBezTo>
                    <a:pt x="5" y="0"/>
                    <a:pt x="12" y="5"/>
                    <a:pt x="19" y="5"/>
                  </a:cubicBezTo>
                  <a:cubicBezTo>
                    <a:pt x="27" y="6"/>
                    <a:pt x="33" y="5"/>
                    <a:pt x="35" y="5"/>
                  </a:cubicBezTo>
                  <a:cubicBezTo>
                    <a:pt x="31" y="5"/>
                    <a:pt x="22" y="7"/>
                    <a:pt x="18" y="7"/>
                  </a:cubicBezTo>
                  <a:cubicBezTo>
                    <a:pt x="14" y="8"/>
                    <a:pt x="4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7" name="Freeform 109">
              <a:extLst>
                <a:ext uri="{FF2B5EF4-FFF2-40B4-BE49-F238E27FC236}">
                  <a16:creationId xmlns:a16="http://schemas.microsoft.com/office/drawing/2014/main" id="{A6FFCC7B-BC15-42E5-9095-70E762A3B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221"/>
              <a:ext cx="82" cy="24"/>
            </a:xfrm>
            <a:custGeom>
              <a:avLst/>
              <a:gdLst>
                <a:gd name="T0" fmla="*/ 0 w 33"/>
                <a:gd name="T1" fmla="*/ 149 h 9"/>
                <a:gd name="T2" fmla="*/ 199 w 33"/>
                <a:gd name="T3" fmla="*/ 56 h 9"/>
                <a:gd name="T4" fmla="*/ 507 w 33"/>
                <a:gd name="T5" fmla="*/ 149 h 9"/>
                <a:gd name="T6" fmla="*/ 258 w 33"/>
                <a:gd name="T7" fmla="*/ 136 h 9"/>
                <a:gd name="T8" fmla="*/ 0 w 33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9">
                  <a:moveTo>
                    <a:pt x="0" y="8"/>
                  </a:moveTo>
                  <a:cubicBezTo>
                    <a:pt x="2" y="1"/>
                    <a:pt x="8" y="1"/>
                    <a:pt x="13" y="3"/>
                  </a:cubicBezTo>
                  <a:cubicBezTo>
                    <a:pt x="19" y="6"/>
                    <a:pt x="27" y="8"/>
                    <a:pt x="33" y="8"/>
                  </a:cubicBezTo>
                  <a:cubicBezTo>
                    <a:pt x="27" y="9"/>
                    <a:pt x="21" y="8"/>
                    <a:pt x="17" y="7"/>
                  </a:cubicBezTo>
                  <a:cubicBezTo>
                    <a:pt x="12" y="5"/>
                    <a:pt x="4" y="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8" name="Freeform 110">
              <a:extLst>
                <a:ext uri="{FF2B5EF4-FFF2-40B4-BE49-F238E27FC236}">
                  <a16:creationId xmlns:a16="http://schemas.microsoft.com/office/drawing/2014/main" id="{90E86491-5479-4F8D-A7B4-FE486695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189"/>
              <a:ext cx="68" cy="19"/>
            </a:xfrm>
            <a:custGeom>
              <a:avLst/>
              <a:gdLst>
                <a:gd name="T0" fmla="*/ 0 w 27"/>
                <a:gd name="T1" fmla="*/ 117 h 7"/>
                <a:gd name="T2" fmla="*/ 431 w 27"/>
                <a:gd name="T3" fmla="*/ 38 h 7"/>
                <a:gd name="T4" fmla="*/ 20 w 27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0" y="6"/>
                  </a:moveTo>
                  <a:cubicBezTo>
                    <a:pt x="3" y="0"/>
                    <a:pt x="20" y="1"/>
                    <a:pt x="27" y="2"/>
                  </a:cubicBezTo>
                  <a:cubicBezTo>
                    <a:pt x="20" y="2"/>
                    <a:pt x="5" y="2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9" name="Freeform 111">
              <a:extLst>
                <a:ext uri="{FF2B5EF4-FFF2-40B4-BE49-F238E27FC236}">
                  <a16:creationId xmlns:a16="http://schemas.microsoft.com/office/drawing/2014/main" id="{10FDC9EC-F4C7-481B-90AB-C1DD8488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264"/>
              <a:ext cx="53" cy="45"/>
            </a:xfrm>
            <a:custGeom>
              <a:avLst/>
              <a:gdLst>
                <a:gd name="T0" fmla="*/ 0 w 21"/>
                <a:gd name="T1" fmla="*/ 132 h 17"/>
                <a:gd name="T2" fmla="*/ 179 w 21"/>
                <a:gd name="T3" fmla="*/ 111 h 17"/>
                <a:gd name="T4" fmla="*/ 338 w 21"/>
                <a:gd name="T5" fmla="*/ 315 h 17"/>
                <a:gd name="T6" fmla="*/ 126 w 21"/>
                <a:gd name="T7" fmla="*/ 111 h 17"/>
                <a:gd name="T8" fmla="*/ 0 w 21"/>
                <a:gd name="T9" fmla="*/ 1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0" y="7"/>
                  </a:moveTo>
                  <a:cubicBezTo>
                    <a:pt x="3" y="0"/>
                    <a:pt x="8" y="2"/>
                    <a:pt x="11" y="6"/>
                  </a:cubicBezTo>
                  <a:cubicBezTo>
                    <a:pt x="15" y="10"/>
                    <a:pt x="19" y="15"/>
                    <a:pt x="21" y="17"/>
                  </a:cubicBezTo>
                  <a:cubicBezTo>
                    <a:pt x="17" y="15"/>
                    <a:pt x="12" y="7"/>
                    <a:pt x="8" y="6"/>
                  </a:cubicBezTo>
                  <a:cubicBezTo>
                    <a:pt x="5" y="4"/>
                    <a:pt x="1" y="5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0" name="Freeform 112">
              <a:extLst>
                <a:ext uri="{FF2B5EF4-FFF2-40B4-BE49-F238E27FC236}">
                  <a16:creationId xmlns:a16="http://schemas.microsoft.com/office/drawing/2014/main" id="{14F5D823-4FE0-4D8C-8061-C3A916DE4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304"/>
              <a:ext cx="95" cy="35"/>
            </a:xfrm>
            <a:custGeom>
              <a:avLst/>
              <a:gdLst>
                <a:gd name="T0" fmla="*/ 595 w 38"/>
                <a:gd name="T1" fmla="*/ 59 h 13"/>
                <a:gd name="T2" fmla="*/ 0 w 38"/>
                <a:gd name="T3" fmla="*/ 253 h 13"/>
                <a:gd name="T4" fmla="*/ 595 w 38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38" y="3"/>
                  </a:moveTo>
                  <a:cubicBezTo>
                    <a:pt x="24" y="0"/>
                    <a:pt x="6" y="7"/>
                    <a:pt x="0" y="13"/>
                  </a:cubicBezTo>
                  <a:cubicBezTo>
                    <a:pt x="7" y="9"/>
                    <a:pt x="27" y="3"/>
                    <a:pt x="3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1" name="Freeform 113">
              <a:extLst>
                <a:ext uri="{FF2B5EF4-FFF2-40B4-BE49-F238E27FC236}">
                  <a16:creationId xmlns:a16="http://schemas.microsoft.com/office/drawing/2014/main" id="{A4773166-5875-4713-9B93-EBE7AAECE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368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227 h 12"/>
                <a:gd name="T4" fmla="*/ 0 w 22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5" y="0"/>
                    <a:pt x="14" y="1"/>
                    <a:pt x="22" y="12"/>
                  </a:cubicBezTo>
                  <a:cubicBezTo>
                    <a:pt x="18" y="9"/>
                    <a:pt x="10" y="1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2" name="Freeform 114">
              <a:extLst>
                <a:ext uri="{FF2B5EF4-FFF2-40B4-BE49-F238E27FC236}">
                  <a16:creationId xmlns:a16="http://schemas.microsoft.com/office/drawing/2014/main" id="{D419524B-550A-47CD-BAF7-DF054BDB5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408"/>
              <a:ext cx="72" cy="45"/>
            </a:xfrm>
            <a:custGeom>
              <a:avLst/>
              <a:gdLst>
                <a:gd name="T0" fmla="*/ 0 w 29"/>
                <a:gd name="T1" fmla="*/ 315 h 17"/>
                <a:gd name="T2" fmla="*/ 444 w 29"/>
                <a:gd name="T3" fmla="*/ 0 h 17"/>
                <a:gd name="T4" fmla="*/ 0 w 29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4" y="9"/>
                    <a:pt x="16" y="0"/>
                    <a:pt x="29" y="0"/>
                  </a:cubicBezTo>
                  <a:cubicBezTo>
                    <a:pt x="24" y="2"/>
                    <a:pt x="5" y="9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3" name="Freeform 115">
              <a:extLst>
                <a:ext uri="{FF2B5EF4-FFF2-40B4-BE49-F238E27FC236}">
                  <a16:creationId xmlns:a16="http://schemas.microsoft.com/office/drawing/2014/main" id="{49D6D8D0-245C-4BD6-8BF6-07FADA986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461"/>
              <a:ext cx="65" cy="22"/>
            </a:xfrm>
            <a:custGeom>
              <a:avLst/>
              <a:gdLst>
                <a:gd name="T0" fmla="*/ 0 w 26"/>
                <a:gd name="T1" fmla="*/ 129 h 8"/>
                <a:gd name="T2" fmla="*/ 408 w 26"/>
                <a:gd name="T3" fmla="*/ 61 h 8"/>
                <a:gd name="T4" fmla="*/ 0 w 26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">
                  <a:moveTo>
                    <a:pt x="0" y="6"/>
                  </a:moveTo>
                  <a:cubicBezTo>
                    <a:pt x="7" y="6"/>
                    <a:pt x="18" y="0"/>
                    <a:pt x="26" y="3"/>
                  </a:cubicBezTo>
                  <a:cubicBezTo>
                    <a:pt x="22" y="3"/>
                    <a:pt x="10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4" name="Freeform 116">
              <a:extLst>
                <a:ext uri="{FF2B5EF4-FFF2-40B4-BE49-F238E27FC236}">
                  <a16:creationId xmlns:a16="http://schemas.microsoft.com/office/drawing/2014/main" id="{36C7D3DA-3AD9-411C-AA48-088324D9D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323"/>
              <a:ext cx="33" cy="53"/>
            </a:xfrm>
            <a:custGeom>
              <a:avLst/>
              <a:gdLst>
                <a:gd name="T0" fmla="*/ 193 w 13"/>
                <a:gd name="T1" fmla="*/ 0 h 20"/>
                <a:gd name="T2" fmla="*/ 84 w 13"/>
                <a:gd name="T3" fmla="*/ 111 h 20"/>
                <a:gd name="T4" fmla="*/ 0 w 13"/>
                <a:gd name="T5" fmla="*/ 371 h 20"/>
                <a:gd name="T6" fmla="*/ 96 w 13"/>
                <a:gd name="T7" fmla="*/ 111 h 20"/>
                <a:gd name="T8" fmla="*/ 213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12" y="0"/>
                  </a:moveTo>
                  <a:cubicBezTo>
                    <a:pt x="7" y="0"/>
                    <a:pt x="5" y="2"/>
                    <a:pt x="5" y="6"/>
                  </a:cubicBezTo>
                  <a:cubicBezTo>
                    <a:pt x="4" y="10"/>
                    <a:pt x="3" y="17"/>
                    <a:pt x="0" y="20"/>
                  </a:cubicBezTo>
                  <a:cubicBezTo>
                    <a:pt x="4" y="16"/>
                    <a:pt x="5" y="11"/>
                    <a:pt x="6" y="6"/>
                  </a:cubicBezTo>
                  <a:cubicBezTo>
                    <a:pt x="7" y="2"/>
                    <a:pt x="10" y="1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5" name="Freeform 117">
              <a:extLst>
                <a:ext uri="{FF2B5EF4-FFF2-40B4-BE49-F238E27FC236}">
                  <a16:creationId xmlns:a16="http://schemas.microsoft.com/office/drawing/2014/main" id="{F5F9B67E-B83E-4E23-883F-AC372D6A8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229"/>
              <a:ext cx="12" cy="35"/>
            </a:xfrm>
            <a:custGeom>
              <a:avLst/>
              <a:gdLst>
                <a:gd name="T0" fmla="*/ 70 w 5"/>
                <a:gd name="T1" fmla="*/ 0 h 13"/>
                <a:gd name="T2" fmla="*/ 58 w 5"/>
                <a:gd name="T3" fmla="*/ 253 h 13"/>
                <a:gd name="T4" fmla="*/ 70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0" y="4"/>
                    <a:pt x="0" y="10"/>
                    <a:pt x="4" y="13"/>
                  </a:cubicBezTo>
                  <a:cubicBezTo>
                    <a:pt x="2" y="10"/>
                    <a:pt x="2" y="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6" name="Freeform 118">
              <a:extLst>
                <a:ext uri="{FF2B5EF4-FFF2-40B4-BE49-F238E27FC236}">
                  <a16:creationId xmlns:a16="http://schemas.microsoft.com/office/drawing/2014/main" id="{5F6F1D35-6282-459D-87A0-B14F4D55A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085"/>
              <a:ext cx="20" cy="30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24 h 11"/>
                <a:gd name="T4" fmla="*/ 125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1"/>
                    <a:pt x="0" y="6"/>
                    <a:pt x="0" y="11"/>
                  </a:cubicBezTo>
                  <a:cubicBezTo>
                    <a:pt x="3" y="5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7" name="Freeform 119">
              <a:extLst>
                <a:ext uri="{FF2B5EF4-FFF2-40B4-BE49-F238E27FC236}">
                  <a16:creationId xmlns:a16="http://schemas.microsoft.com/office/drawing/2014/main" id="{1F50D324-F328-42ED-9ECD-CF4D4C30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309"/>
              <a:ext cx="95" cy="80"/>
            </a:xfrm>
            <a:custGeom>
              <a:avLst/>
              <a:gdLst>
                <a:gd name="T0" fmla="*/ 408 w 38"/>
                <a:gd name="T1" fmla="*/ 512 h 30"/>
                <a:gd name="T2" fmla="*/ 175 w 38"/>
                <a:gd name="T3" fmla="*/ 512 h 30"/>
                <a:gd name="T4" fmla="*/ 0 w 38"/>
                <a:gd name="T5" fmla="*/ 320 h 30"/>
                <a:gd name="T6" fmla="*/ 500 w 38"/>
                <a:gd name="T7" fmla="*/ 21 h 30"/>
                <a:gd name="T8" fmla="*/ 550 w 38"/>
                <a:gd name="T9" fmla="*/ 205 h 30"/>
                <a:gd name="T10" fmla="*/ 425 w 38"/>
                <a:gd name="T11" fmla="*/ 51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0">
                  <a:moveTo>
                    <a:pt x="26" y="27"/>
                  </a:moveTo>
                  <a:cubicBezTo>
                    <a:pt x="21" y="25"/>
                    <a:pt x="16" y="30"/>
                    <a:pt x="11" y="27"/>
                  </a:cubicBezTo>
                  <a:cubicBezTo>
                    <a:pt x="6" y="25"/>
                    <a:pt x="4" y="20"/>
                    <a:pt x="0" y="17"/>
                  </a:cubicBezTo>
                  <a:cubicBezTo>
                    <a:pt x="6" y="7"/>
                    <a:pt x="21" y="0"/>
                    <a:pt x="32" y="1"/>
                  </a:cubicBezTo>
                  <a:cubicBezTo>
                    <a:pt x="38" y="1"/>
                    <a:pt x="35" y="6"/>
                    <a:pt x="35" y="11"/>
                  </a:cubicBezTo>
                  <a:cubicBezTo>
                    <a:pt x="34" y="17"/>
                    <a:pt x="31" y="23"/>
                    <a:pt x="27" y="27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8" name="Freeform 120">
              <a:extLst>
                <a:ext uri="{FF2B5EF4-FFF2-40B4-BE49-F238E27FC236}">
                  <a16:creationId xmlns:a16="http://schemas.microsoft.com/office/drawing/2014/main" id="{EA5DA175-E75D-499D-8A9C-4F867345F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392"/>
              <a:ext cx="62" cy="96"/>
            </a:xfrm>
            <a:custGeom>
              <a:avLst/>
              <a:gdLst>
                <a:gd name="T0" fmla="*/ 92 w 25"/>
                <a:gd name="T1" fmla="*/ 0 h 36"/>
                <a:gd name="T2" fmla="*/ 308 w 25"/>
                <a:gd name="T3" fmla="*/ 192 h 36"/>
                <a:gd name="T4" fmla="*/ 92 w 25"/>
                <a:gd name="T5" fmla="*/ 683 h 36"/>
                <a:gd name="T6" fmla="*/ 30 w 25"/>
                <a:gd name="T7" fmla="*/ 648 h 36"/>
                <a:gd name="T8" fmla="*/ 12 w 25"/>
                <a:gd name="T9" fmla="*/ 435 h 36"/>
                <a:gd name="T10" fmla="*/ 74 w 25"/>
                <a:gd name="T11" fmla="*/ 3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6">
                  <a:moveTo>
                    <a:pt x="6" y="0"/>
                  </a:moveTo>
                  <a:cubicBezTo>
                    <a:pt x="11" y="0"/>
                    <a:pt x="25" y="3"/>
                    <a:pt x="20" y="10"/>
                  </a:cubicBezTo>
                  <a:cubicBezTo>
                    <a:pt x="15" y="18"/>
                    <a:pt x="8" y="26"/>
                    <a:pt x="6" y="36"/>
                  </a:cubicBezTo>
                  <a:cubicBezTo>
                    <a:pt x="5" y="35"/>
                    <a:pt x="2" y="35"/>
                    <a:pt x="2" y="34"/>
                  </a:cubicBezTo>
                  <a:cubicBezTo>
                    <a:pt x="0" y="32"/>
                    <a:pt x="1" y="26"/>
                    <a:pt x="1" y="23"/>
                  </a:cubicBezTo>
                  <a:cubicBezTo>
                    <a:pt x="2" y="16"/>
                    <a:pt x="5" y="10"/>
                    <a:pt x="5" y="2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9" name="Freeform 121">
              <a:extLst>
                <a:ext uri="{FF2B5EF4-FFF2-40B4-BE49-F238E27FC236}">
                  <a16:creationId xmlns:a16="http://schemas.microsoft.com/office/drawing/2014/main" id="{DC047BDE-CA96-4DF7-A48A-7D8DCB91C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237"/>
              <a:ext cx="75" cy="72"/>
            </a:xfrm>
            <a:custGeom>
              <a:avLst/>
              <a:gdLst>
                <a:gd name="T0" fmla="*/ 283 w 30"/>
                <a:gd name="T1" fmla="*/ 0 h 27"/>
                <a:gd name="T2" fmla="*/ 238 w 30"/>
                <a:gd name="T3" fmla="*/ 248 h 27"/>
                <a:gd name="T4" fmla="*/ 0 w 30"/>
                <a:gd name="T5" fmla="*/ 376 h 27"/>
                <a:gd name="T6" fmla="*/ 188 w 30"/>
                <a:gd name="T7" fmla="*/ 477 h 27"/>
                <a:gd name="T8" fmla="*/ 283 w 30"/>
                <a:gd name="T9" fmla="*/ 477 h 27"/>
                <a:gd name="T10" fmla="*/ 395 w 30"/>
                <a:gd name="T11" fmla="*/ 491 h 27"/>
                <a:gd name="T12" fmla="*/ 458 w 30"/>
                <a:gd name="T13" fmla="*/ 435 h 27"/>
                <a:gd name="T14" fmla="*/ 425 w 30"/>
                <a:gd name="T15" fmla="*/ 320 h 27"/>
                <a:gd name="T16" fmla="*/ 375 w 30"/>
                <a:gd name="T17" fmla="*/ 2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18" y="0"/>
                  </a:moveTo>
                  <a:cubicBezTo>
                    <a:pt x="20" y="4"/>
                    <a:pt x="18" y="10"/>
                    <a:pt x="15" y="13"/>
                  </a:cubicBezTo>
                  <a:cubicBezTo>
                    <a:pt x="12" y="17"/>
                    <a:pt x="5" y="19"/>
                    <a:pt x="0" y="20"/>
                  </a:cubicBezTo>
                  <a:cubicBezTo>
                    <a:pt x="4" y="19"/>
                    <a:pt x="8" y="24"/>
                    <a:pt x="12" y="25"/>
                  </a:cubicBezTo>
                  <a:cubicBezTo>
                    <a:pt x="14" y="25"/>
                    <a:pt x="16" y="25"/>
                    <a:pt x="18" y="25"/>
                  </a:cubicBezTo>
                  <a:cubicBezTo>
                    <a:pt x="20" y="25"/>
                    <a:pt x="24" y="27"/>
                    <a:pt x="25" y="26"/>
                  </a:cubicBezTo>
                  <a:cubicBezTo>
                    <a:pt x="27" y="26"/>
                    <a:pt x="28" y="24"/>
                    <a:pt x="29" y="23"/>
                  </a:cubicBezTo>
                  <a:cubicBezTo>
                    <a:pt x="30" y="19"/>
                    <a:pt x="29" y="20"/>
                    <a:pt x="27" y="17"/>
                  </a:cubicBezTo>
                  <a:cubicBezTo>
                    <a:pt x="24" y="12"/>
                    <a:pt x="23" y="6"/>
                    <a:pt x="24" y="1"/>
                  </a:cubicBezTo>
                </a:path>
              </a:pathLst>
            </a:custGeom>
            <a:solidFill>
              <a:srgbClr val="CFD0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0" name="Freeform 122">
              <a:extLst>
                <a:ext uri="{FF2B5EF4-FFF2-40B4-BE49-F238E27FC236}">
                  <a16:creationId xmlns:a16="http://schemas.microsoft.com/office/drawing/2014/main" id="{002D7759-B462-4AE7-90A2-3FC152D09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411"/>
              <a:ext cx="30" cy="42"/>
            </a:xfrm>
            <a:custGeom>
              <a:avLst/>
              <a:gdLst>
                <a:gd name="T0" fmla="*/ 0 w 12"/>
                <a:gd name="T1" fmla="*/ 110 h 16"/>
                <a:gd name="T2" fmla="*/ 83 w 12"/>
                <a:gd name="T3" fmla="*/ 144 h 16"/>
                <a:gd name="T4" fmla="*/ 95 w 12"/>
                <a:gd name="T5" fmla="*/ 289 h 16"/>
                <a:gd name="T6" fmla="*/ 145 w 12"/>
                <a:gd name="T7" fmla="*/ 144 h 16"/>
                <a:gd name="T8" fmla="*/ 188 w 12"/>
                <a:gd name="T9" fmla="*/ 89 h 16"/>
                <a:gd name="T10" fmla="*/ 83 w 1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2" y="5"/>
                    <a:pt x="4" y="6"/>
                    <a:pt x="5" y="8"/>
                  </a:cubicBezTo>
                  <a:cubicBezTo>
                    <a:pt x="6" y="10"/>
                    <a:pt x="5" y="14"/>
                    <a:pt x="6" y="16"/>
                  </a:cubicBezTo>
                  <a:cubicBezTo>
                    <a:pt x="7" y="13"/>
                    <a:pt x="7" y="11"/>
                    <a:pt x="9" y="8"/>
                  </a:cubicBezTo>
                  <a:cubicBezTo>
                    <a:pt x="10" y="7"/>
                    <a:pt x="12" y="6"/>
                    <a:pt x="12" y="5"/>
                  </a:cubicBezTo>
                  <a:cubicBezTo>
                    <a:pt x="9" y="4"/>
                    <a:pt x="7" y="2"/>
                    <a:pt x="5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1" name="Freeform 123">
              <a:extLst>
                <a:ext uri="{FF2B5EF4-FFF2-40B4-BE49-F238E27FC236}">
                  <a16:creationId xmlns:a16="http://schemas.microsoft.com/office/drawing/2014/main" id="{EA2BC5A4-46B6-452F-8998-03B0A8C8D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392"/>
              <a:ext cx="28" cy="37"/>
            </a:xfrm>
            <a:custGeom>
              <a:avLst/>
              <a:gdLst>
                <a:gd name="T0" fmla="*/ 0 w 11"/>
                <a:gd name="T1" fmla="*/ 204 h 14"/>
                <a:gd name="T2" fmla="*/ 150 w 11"/>
                <a:gd name="T3" fmla="*/ 259 h 14"/>
                <a:gd name="T4" fmla="*/ 181 w 11"/>
                <a:gd name="T5" fmla="*/ 0 h 14"/>
                <a:gd name="T6" fmla="*/ 163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0" y="11"/>
                  </a:moveTo>
                  <a:cubicBezTo>
                    <a:pt x="2" y="13"/>
                    <a:pt x="6" y="13"/>
                    <a:pt x="9" y="14"/>
                  </a:cubicBezTo>
                  <a:cubicBezTo>
                    <a:pt x="7" y="10"/>
                    <a:pt x="8" y="4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2" name="Freeform 124">
              <a:extLst>
                <a:ext uri="{FF2B5EF4-FFF2-40B4-BE49-F238E27FC236}">
                  <a16:creationId xmlns:a16="http://schemas.microsoft.com/office/drawing/2014/main" id="{4A688284-0F90-4486-A333-DB7A0B14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251"/>
              <a:ext cx="40" cy="40"/>
            </a:xfrm>
            <a:custGeom>
              <a:avLst/>
              <a:gdLst>
                <a:gd name="T0" fmla="*/ 0 w 16"/>
                <a:gd name="T1" fmla="*/ 171 h 15"/>
                <a:gd name="T2" fmla="*/ 83 w 16"/>
                <a:gd name="T3" fmla="*/ 285 h 15"/>
                <a:gd name="T4" fmla="*/ 250 w 16"/>
                <a:gd name="T5" fmla="*/ 77 h 15"/>
                <a:gd name="T6" fmla="*/ 175 w 1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0" y="9"/>
                  </a:moveTo>
                  <a:cubicBezTo>
                    <a:pt x="2" y="10"/>
                    <a:pt x="3" y="14"/>
                    <a:pt x="5" y="15"/>
                  </a:cubicBezTo>
                  <a:cubicBezTo>
                    <a:pt x="5" y="10"/>
                    <a:pt x="12" y="4"/>
                    <a:pt x="16" y="4"/>
                  </a:cubicBezTo>
                  <a:cubicBezTo>
                    <a:pt x="15" y="2"/>
                    <a:pt x="13" y="0"/>
                    <a:pt x="11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3" name="Freeform 125">
              <a:extLst>
                <a:ext uri="{FF2B5EF4-FFF2-40B4-BE49-F238E27FC236}">
                  <a16:creationId xmlns:a16="http://schemas.microsoft.com/office/drawing/2014/main" id="{FF9BCC5C-727C-4F9D-AB85-ED7B2ED40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245"/>
              <a:ext cx="30" cy="43"/>
            </a:xfrm>
            <a:custGeom>
              <a:avLst/>
              <a:gdLst>
                <a:gd name="T0" fmla="*/ 0 w 12"/>
                <a:gd name="T1" fmla="*/ 312 h 16"/>
                <a:gd name="T2" fmla="*/ 188 w 12"/>
                <a:gd name="T3" fmla="*/ 196 h 16"/>
                <a:gd name="T4" fmla="*/ 125 w 12"/>
                <a:gd name="T5" fmla="*/ 0 h 16"/>
                <a:gd name="T6" fmla="*/ 33 w 12"/>
                <a:gd name="T7" fmla="*/ 1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2" y="11"/>
                    <a:pt x="7" y="9"/>
                    <a:pt x="12" y="10"/>
                  </a:cubicBezTo>
                  <a:cubicBezTo>
                    <a:pt x="9" y="7"/>
                    <a:pt x="8" y="3"/>
                    <a:pt x="8" y="0"/>
                  </a:cubicBezTo>
                  <a:cubicBezTo>
                    <a:pt x="5" y="1"/>
                    <a:pt x="3" y="4"/>
                    <a:pt x="2" y="8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4" name="Freeform 126">
              <a:extLst>
                <a:ext uri="{FF2B5EF4-FFF2-40B4-BE49-F238E27FC236}">
                  <a16:creationId xmlns:a16="http://schemas.microsoft.com/office/drawing/2014/main" id="{DBC9D7B1-1C13-40CC-B42E-01D1D799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1275"/>
              <a:ext cx="32" cy="66"/>
            </a:xfrm>
            <a:custGeom>
              <a:avLst/>
              <a:gdLst>
                <a:gd name="T0" fmla="*/ 0 w 13"/>
                <a:gd name="T1" fmla="*/ 238 h 25"/>
                <a:gd name="T2" fmla="*/ 91 w 13"/>
                <a:gd name="T3" fmla="*/ 127 h 25"/>
                <a:gd name="T4" fmla="*/ 74 w 13"/>
                <a:gd name="T5" fmla="*/ 34 h 25"/>
                <a:gd name="T6" fmla="*/ 62 w 13"/>
                <a:gd name="T7" fmla="*/ 0 h 25"/>
                <a:gd name="T8" fmla="*/ 103 w 13"/>
                <a:gd name="T9" fmla="*/ 21 h 25"/>
                <a:gd name="T10" fmla="*/ 162 w 13"/>
                <a:gd name="T11" fmla="*/ 55 h 25"/>
                <a:gd name="T12" fmla="*/ 153 w 13"/>
                <a:gd name="T13" fmla="*/ 459 h 25"/>
                <a:gd name="T14" fmla="*/ 62 w 13"/>
                <a:gd name="T15" fmla="*/ 28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5">
                  <a:moveTo>
                    <a:pt x="0" y="13"/>
                  </a:moveTo>
                  <a:cubicBezTo>
                    <a:pt x="4" y="14"/>
                    <a:pt x="5" y="10"/>
                    <a:pt x="6" y="7"/>
                  </a:cubicBezTo>
                  <a:cubicBezTo>
                    <a:pt x="6" y="5"/>
                    <a:pt x="6" y="4"/>
                    <a:pt x="5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9" y="2"/>
                    <a:pt x="10" y="2"/>
                    <a:pt x="11" y="3"/>
                  </a:cubicBezTo>
                  <a:cubicBezTo>
                    <a:pt x="6" y="9"/>
                    <a:pt x="13" y="19"/>
                    <a:pt x="10" y="25"/>
                  </a:cubicBezTo>
                  <a:cubicBezTo>
                    <a:pt x="9" y="21"/>
                    <a:pt x="8" y="17"/>
                    <a:pt x="4" y="15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5" name="Freeform 127">
              <a:extLst>
                <a:ext uri="{FF2B5EF4-FFF2-40B4-BE49-F238E27FC236}">
                  <a16:creationId xmlns:a16="http://schemas.microsoft.com/office/drawing/2014/main" id="{0A289B37-A940-4324-9B5D-E5E60D9F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389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95 w 6"/>
                <a:gd name="T3" fmla="*/ 21 h 12"/>
                <a:gd name="T4" fmla="*/ 63 w 6"/>
                <a:gd name="T5" fmla="*/ 115 h 12"/>
                <a:gd name="T6" fmla="*/ 20 w 6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1" y="3"/>
                    <a:pt x="3" y="1"/>
                    <a:pt x="6" y="1"/>
                  </a:cubicBezTo>
                  <a:cubicBezTo>
                    <a:pt x="6" y="3"/>
                    <a:pt x="5" y="5"/>
                    <a:pt x="4" y="6"/>
                  </a:cubicBezTo>
                  <a:cubicBezTo>
                    <a:pt x="3" y="8"/>
                    <a:pt x="3" y="10"/>
                    <a:pt x="1" y="12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6" name="Freeform 128">
              <a:extLst>
                <a:ext uri="{FF2B5EF4-FFF2-40B4-BE49-F238E27FC236}">
                  <a16:creationId xmlns:a16="http://schemas.microsoft.com/office/drawing/2014/main" id="{29EA4EF7-4F8D-4517-B830-A4A5FBC6E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427"/>
              <a:ext cx="22" cy="34"/>
            </a:xfrm>
            <a:custGeom>
              <a:avLst/>
              <a:gdLst>
                <a:gd name="T0" fmla="*/ 0 w 9"/>
                <a:gd name="T1" fmla="*/ 0 h 13"/>
                <a:gd name="T2" fmla="*/ 120 w 9"/>
                <a:gd name="T3" fmla="*/ 233 h 13"/>
                <a:gd name="T4" fmla="*/ 132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6" y="1"/>
                    <a:pt x="7" y="8"/>
                    <a:pt x="8" y="13"/>
                  </a:cubicBezTo>
                  <a:cubicBezTo>
                    <a:pt x="9" y="9"/>
                    <a:pt x="8" y="4"/>
                    <a:pt x="9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7" name="Freeform 129">
              <a:extLst>
                <a:ext uri="{FF2B5EF4-FFF2-40B4-BE49-F238E27FC236}">
                  <a16:creationId xmlns:a16="http://schemas.microsoft.com/office/drawing/2014/main" id="{C1A3DD67-02D7-42B5-B8AA-7A9B509C3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435"/>
              <a:ext cx="33" cy="24"/>
            </a:xfrm>
            <a:custGeom>
              <a:avLst/>
              <a:gdLst>
                <a:gd name="T0" fmla="*/ 193 w 13"/>
                <a:gd name="T1" fmla="*/ 0 h 9"/>
                <a:gd name="T2" fmla="*/ 213 w 13"/>
                <a:gd name="T3" fmla="*/ 171 h 9"/>
                <a:gd name="T4" fmla="*/ 0 w 13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2" y="0"/>
                  </a:moveTo>
                  <a:cubicBezTo>
                    <a:pt x="8" y="2"/>
                    <a:pt x="10" y="7"/>
                    <a:pt x="13" y="9"/>
                  </a:cubicBezTo>
                  <a:cubicBezTo>
                    <a:pt x="9" y="7"/>
                    <a:pt x="4" y="6"/>
                    <a:pt x="0" y="4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8" name="Freeform 130">
              <a:extLst>
                <a:ext uri="{FF2B5EF4-FFF2-40B4-BE49-F238E27FC236}">
                  <a16:creationId xmlns:a16="http://schemas.microsoft.com/office/drawing/2014/main" id="{B3B51876-2927-4079-AFE8-EA399C228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371"/>
              <a:ext cx="33" cy="21"/>
            </a:xfrm>
            <a:custGeom>
              <a:avLst/>
              <a:gdLst>
                <a:gd name="T0" fmla="*/ 193 w 13"/>
                <a:gd name="T1" fmla="*/ 0 h 8"/>
                <a:gd name="T2" fmla="*/ 213 w 13"/>
                <a:gd name="T3" fmla="*/ 123 h 8"/>
                <a:gd name="T4" fmla="*/ 84 w 13"/>
                <a:gd name="T5" fmla="*/ 110 h 8"/>
                <a:gd name="T6" fmla="*/ 0 w 13"/>
                <a:gd name="T7" fmla="*/ 34 h 8"/>
                <a:gd name="T8" fmla="*/ 147 w 1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2" y="0"/>
                  </a:moveTo>
                  <a:cubicBezTo>
                    <a:pt x="9" y="1"/>
                    <a:pt x="12" y="6"/>
                    <a:pt x="13" y="7"/>
                  </a:cubicBezTo>
                  <a:cubicBezTo>
                    <a:pt x="11" y="8"/>
                    <a:pt x="7" y="6"/>
                    <a:pt x="5" y="6"/>
                  </a:cubicBezTo>
                  <a:cubicBezTo>
                    <a:pt x="2" y="5"/>
                    <a:pt x="0" y="6"/>
                    <a:pt x="0" y="2"/>
                  </a:cubicBezTo>
                  <a:cubicBezTo>
                    <a:pt x="3" y="1"/>
                    <a:pt x="7" y="2"/>
                    <a:pt x="9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9" name="Freeform 131">
              <a:extLst>
                <a:ext uri="{FF2B5EF4-FFF2-40B4-BE49-F238E27FC236}">
                  <a16:creationId xmlns:a16="http://schemas.microsoft.com/office/drawing/2014/main" id="{DA1E5ECF-A184-4C2A-9DDA-7D46881A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387"/>
              <a:ext cx="45" cy="26"/>
            </a:xfrm>
            <a:custGeom>
              <a:avLst/>
              <a:gdLst>
                <a:gd name="T0" fmla="*/ 95 w 18"/>
                <a:gd name="T1" fmla="*/ 0 h 10"/>
                <a:gd name="T2" fmla="*/ 0 w 18"/>
                <a:gd name="T3" fmla="*/ 109 h 10"/>
                <a:gd name="T4" fmla="*/ 63 w 18"/>
                <a:gd name="T5" fmla="*/ 177 h 10"/>
                <a:gd name="T6" fmla="*/ 283 w 18"/>
                <a:gd name="T7" fmla="*/ 55 h 10"/>
                <a:gd name="T8" fmla="*/ 250 w 18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6" y="0"/>
                  </a:moveTo>
                  <a:cubicBezTo>
                    <a:pt x="10" y="4"/>
                    <a:pt x="1" y="5"/>
                    <a:pt x="0" y="6"/>
                  </a:cubicBezTo>
                  <a:cubicBezTo>
                    <a:pt x="1" y="7"/>
                    <a:pt x="3" y="9"/>
                    <a:pt x="4" y="10"/>
                  </a:cubicBezTo>
                  <a:cubicBezTo>
                    <a:pt x="7" y="6"/>
                    <a:pt x="13" y="4"/>
                    <a:pt x="18" y="3"/>
                  </a:cubicBezTo>
                  <a:cubicBezTo>
                    <a:pt x="17" y="3"/>
                    <a:pt x="16" y="2"/>
                    <a:pt x="16" y="2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0" name="Freeform 132">
              <a:extLst>
                <a:ext uri="{FF2B5EF4-FFF2-40B4-BE49-F238E27FC236}">
                  <a16:creationId xmlns:a16="http://schemas.microsoft.com/office/drawing/2014/main" id="{85251D4C-9CD7-421D-B948-71C7B8DBF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299"/>
              <a:ext cx="43" cy="29"/>
            </a:xfrm>
            <a:custGeom>
              <a:avLst/>
              <a:gdLst>
                <a:gd name="T0" fmla="*/ 51 w 17"/>
                <a:gd name="T1" fmla="*/ 0 h 11"/>
                <a:gd name="T2" fmla="*/ 0 w 17"/>
                <a:gd name="T3" fmla="*/ 200 h 11"/>
                <a:gd name="T4" fmla="*/ 225 w 17"/>
                <a:gd name="T5" fmla="*/ 76 h 11"/>
                <a:gd name="T6" fmla="*/ 276 w 17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3" y="0"/>
                  </a:moveTo>
                  <a:cubicBezTo>
                    <a:pt x="8" y="2"/>
                    <a:pt x="2" y="9"/>
                    <a:pt x="0" y="11"/>
                  </a:cubicBezTo>
                  <a:cubicBezTo>
                    <a:pt x="5" y="9"/>
                    <a:pt x="10" y="7"/>
                    <a:pt x="14" y="4"/>
                  </a:cubicBezTo>
                  <a:cubicBezTo>
                    <a:pt x="15" y="3"/>
                    <a:pt x="16" y="3"/>
                    <a:pt x="17" y="2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1" name="Freeform 133">
              <a:extLst>
                <a:ext uri="{FF2B5EF4-FFF2-40B4-BE49-F238E27FC236}">
                  <a16:creationId xmlns:a16="http://schemas.microsoft.com/office/drawing/2014/main" id="{E152451E-047A-4DC8-B3DF-C75BDD8C8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291"/>
              <a:ext cx="20" cy="10"/>
            </a:xfrm>
            <a:custGeom>
              <a:avLst/>
              <a:gdLst>
                <a:gd name="T0" fmla="*/ 113 w 8"/>
                <a:gd name="T1" fmla="*/ 0 h 4"/>
                <a:gd name="T2" fmla="*/ 0 w 8"/>
                <a:gd name="T3" fmla="*/ 33 h 4"/>
                <a:gd name="T4" fmla="*/ 125 w 8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7" y="0"/>
                  </a:moveTo>
                  <a:cubicBezTo>
                    <a:pt x="5" y="1"/>
                    <a:pt x="2" y="1"/>
                    <a:pt x="0" y="2"/>
                  </a:cubicBezTo>
                  <a:cubicBezTo>
                    <a:pt x="1" y="3"/>
                    <a:pt x="7" y="4"/>
                    <a:pt x="8" y="3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2" name="Freeform 134">
              <a:extLst>
                <a:ext uri="{FF2B5EF4-FFF2-40B4-BE49-F238E27FC236}">
                  <a16:creationId xmlns:a16="http://schemas.microsoft.com/office/drawing/2014/main" id="{F3D906E9-0FCE-40E5-8CF5-1692D435C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365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0 w 6"/>
                <a:gd name="T3" fmla="*/ 61 h 4"/>
                <a:gd name="T4" fmla="*/ 95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4" y="4"/>
                    <a:pt x="4" y="4"/>
                    <a:pt x="6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3" name="Freeform 135">
              <a:extLst>
                <a:ext uri="{FF2B5EF4-FFF2-40B4-BE49-F238E27FC236}">
                  <a16:creationId xmlns:a16="http://schemas.microsoft.com/office/drawing/2014/main" id="{C405498A-4241-4BE0-AA27-00DE6681B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445"/>
              <a:ext cx="30" cy="19"/>
            </a:xfrm>
            <a:custGeom>
              <a:avLst/>
              <a:gdLst>
                <a:gd name="T0" fmla="*/ 188 w 12"/>
                <a:gd name="T1" fmla="*/ 22 h 7"/>
                <a:gd name="T2" fmla="*/ 188 w 12"/>
                <a:gd name="T3" fmla="*/ 141 h 7"/>
                <a:gd name="T4" fmla="*/ 0 w 12"/>
                <a:gd name="T5" fmla="*/ 117 h 7"/>
                <a:gd name="T6" fmla="*/ 33 w 12"/>
                <a:gd name="T7" fmla="*/ 81 h 7"/>
                <a:gd name="T8" fmla="*/ 125 w 1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9" y="2"/>
                    <a:pt x="11" y="5"/>
                    <a:pt x="12" y="7"/>
                  </a:cubicBezTo>
                  <a:cubicBezTo>
                    <a:pt x="8" y="7"/>
                    <a:pt x="4" y="5"/>
                    <a:pt x="0" y="6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4" y="3"/>
                    <a:pt x="7" y="1"/>
                    <a:pt x="8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4" name="Freeform 136">
              <a:extLst>
                <a:ext uri="{FF2B5EF4-FFF2-40B4-BE49-F238E27FC236}">
                  <a16:creationId xmlns:a16="http://schemas.microsoft.com/office/drawing/2014/main" id="{3C0C4DE0-A36F-4630-B1A8-F53050FAF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27"/>
              <a:ext cx="37" cy="37"/>
            </a:xfrm>
            <a:custGeom>
              <a:avLst/>
              <a:gdLst>
                <a:gd name="T0" fmla="*/ 0 w 15"/>
                <a:gd name="T1" fmla="*/ 132 h 14"/>
                <a:gd name="T2" fmla="*/ 91 w 15"/>
                <a:gd name="T3" fmla="*/ 111 h 14"/>
                <a:gd name="T4" fmla="*/ 104 w 15"/>
                <a:gd name="T5" fmla="*/ 238 h 14"/>
                <a:gd name="T6" fmla="*/ 224 w 15"/>
                <a:gd name="T7" fmla="*/ 238 h 14"/>
                <a:gd name="T8" fmla="*/ 62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1" y="5"/>
                    <a:pt x="4" y="4"/>
                    <a:pt x="6" y="6"/>
                  </a:cubicBezTo>
                  <a:cubicBezTo>
                    <a:pt x="8" y="7"/>
                    <a:pt x="9" y="11"/>
                    <a:pt x="7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4" y="8"/>
                    <a:pt x="10" y="0"/>
                    <a:pt x="4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5" name="Freeform 137">
              <a:extLst>
                <a:ext uri="{FF2B5EF4-FFF2-40B4-BE49-F238E27FC236}">
                  <a16:creationId xmlns:a16="http://schemas.microsoft.com/office/drawing/2014/main" id="{67FA7B3D-B4EA-4226-B6E8-F392470E6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224"/>
              <a:ext cx="38" cy="19"/>
            </a:xfrm>
            <a:custGeom>
              <a:avLst/>
              <a:gdLst>
                <a:gd name="T0" fmla="*/ 243 w 15"/>
                <a:gd name="T1" fmla="*/ 0 h 7"/>
                <a:gd name="T2" fmla="*/ 193 w 15"/>
                <a:gd name="T3" fmla="*/ 141 h 7"/>
                <a:gd name="T4" fmla="*/ 84 w 15"/>
                <a:gd name="T5" fmla="*/ 81 h 7"/>
                <a:gd name="T6" fmla="*/ 0 w 15"/>
                <a:gd name="T7" fmla="*/ 22 h 7"/>
                <a:gd name="T8" fmla="*/ 84 w 15"/>
                <a:gd name="T9" fmla="*/ 22 h 7"/>
                <a:gd name="T10" fmla="*/ 180 w 15"/>
                <a:gd name="T11" fmla="*/ 0 h 7"/>
                <a:gd name="T12" fmla="*/ 225 w 15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4" y="2"/>
                    <a:pt x="13" y="4"/>
                    <a:pt x="12" y="7"/>
                  </a:cubicBezTo>
                  <a:cubicBezTo>
                    <a:pt x="10" y="5"/>
                    <a:pt x="8" y="5"/>
                    <a:pt x="5" y="4"/>
                  </a:cubicBezTo>
                  <a:cubicBezTo>
                    <a:pt x="4" y="3"/>
                    <a:pt x="2" y="2"/>
                    <a:pt x="0" y="1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6" name="Freeform 138">
              <a:extLst>
                <a:ext uri="{FF2B5EF4-FFF2-40B4-BE49-F238E27FC236}">
                  <a16:creationId xmlns:a16="http://schemas.microsoft.com/office/drawing/2014/main" id="{D544B4C9-E845-406E-AACC-6E08443D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208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70 w 5"/>
                <a:gd name="T3" fmla="*/ 88 h 5"/>
                <a:gd name="T4" fmla="*/ 5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4"/>
                    <a:pt x="4" y="5"/>
                    <a:pt x="5" y="5"/>
                  </a:cubicBezTo>
                  <a:cubicBezTo>
                    <a:pt x="4" y="4"/>
                    <a:pt x="3" y="2"/>
                    <a:pt x="4" y="0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7" name="Freeform 139">
              <a:extLst>
                <a:ext uri="{FF2B5EF4-FFF2-40B4-BE49-F238E27FC236}">
                  <a16:creationId xmlns:a16="http://schemas.microsoft.com/office/drawing/2014/main" id="{EA9A0BCC-7E8B-4BB5-ACC4-63F6B672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176"/>
              <a:ext cx="20" cy="13"/>
            </a:xfrm>
            <a:custGeom>
              <a:avLst/>
              <a:gdLst>
                <a:gd name="T0" fmla="*/ 20 w 8"/>
                <a:gd name="T1" fmla="*/ 21 h 5"/>
                <a:gd name="T2" fmla="*/ 20 w 8"/>
                <a:gd name="T3" fmla="*/ 0 h 5"/>
                <a:gd name="T4" fmla="*/ 20 w 8"/>
                <a:gd name="T5" fmla="*/ 88 h 5"/>
                <a:gd name="T6" fmla="*/ 125 w 8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3" y="4"/>
                    <a:pt x="5" y="2"/>
                    <a:pt x="8" y="2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8" name="Freeform 140">
              <a:extLst>
                <a:ext uri="{FF2B5EF4-FFF2-40B4-BE49-F238E27FC236}">
                  <a16:creationId xmlns:a16="http://schemas.microsoft.com/office/drawing/2014/main" id="{29920398-9690-498B-BFE7-BF409FC4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115"/>
              <a:ext cx="33" cy="40"/>
            </a:xfrm>
            <a:custGeom>
              <a:avLst/>
              <a:gdLst>
                <a:gd name="T0" fmla="*/ 0 w 13"/>
                <a:gd name="T1" fmla="*/ 0 h 15"/>
                <a:gd name="T2" fmla="*/ 33 w 13"/>
                <a:gd name="T3" fmla="*/ 136 h 15"/>
                <a:gd name="T4" fmla="*/ 96 w 13"/>
                <a:gd name="T5" fmla="*/ 248 h 15"/>
                <a:gd name="T6" fmla="*/ 213 w 13"/>
                <a:gd name="T7" fmla="*/ 248 h 15"/>
                <a:gd name="T8" fmla="*/ 20 w 13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3" y="8"/>
                    <a:pt x="4" y="11"/>
                    <a:pt x="6" y="13"/>
                  </a:cubicBezTo>
                  <a:cubicBezTo>
                    <a:pt x="8" y="15"/>
                    <a:pt x="10" y="13"/>
                    <a:pt x="13" y="13"/>
                  </a:cubicBezTo>
                  <a:cubicBezTo>
                    <a:pt x="11" y="7"/>
                    <a:pt x="4" y="6"/>
                    <a:pt x="1" y="1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9" name="Freeform 141">
              <a:extLst>
                <a:ext uri="{FF2B5EF4-FFF2-40B4-BE49-F238E27FC236}">
                  <a16:creationId xmlns:a16="http://schemas.microsoft.com/office/drawing/2014/main" id="{7E61FE91-8861-4AE6-8033-1C4DD3B9C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163"/>
              <a:ext cx="33" cy="34"/>
            </a:xfrm>
            <a:custGeom>
              <a:avLst/>
              <a:gdLst>
                <a:gd name="T0" fmla="*/ 213 w 13"/>
                <a:gd name="T1" fmla="*/ 0 h 13"/>
                <a:gd name="T2" fmla="*/ 180 w 13"/>
                <a:gd name="T3" fmla="*/ 233 h 13"/>
                <a:gd name="T4" fmla="*/ 0 w 13"/>
                <a:gd name="T5" fmla="*/ 123 h 13"/>
                <a:gd name="T6" fmla="*/ 160 w 13"/>
                <a:gd name="T7" fmla="*/ 6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11" y="5"/>
                    <a:pt x="7" y="9"/>
                    <a:pt x="11" y="13"/>
                  </a:cubicBezTo>
                  <a:cubicBezTo>
                    <a:pt x="7" y="12"/>
                    <a:pt x="4" y="8"/>
                    <a:pt x="0" y="7"/>
                  </a:cubicBezTo>
                  <a:cubicBezTo>
                    <a:pt x="3" y="6"/>
                    <a:pt x="7" y="5"/>
                    <a:pt x="10" y="4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0" name="Freeform 142">
              <a:extLst>
                <a:ext uri="{FF2B5EF4-FFF2-40B4-BE49-F238E27FC236}">
                  <a16:creationId xmlns:a16="http://schemas.microsoft.com/office/drawing/2014/main" id="{0FBD79A6-06ED-44F3-92E8-4E0A56E4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184"/>
              <a:ext cx="48" cy="32"/>
            </a:xfrm>
            <a:custGeom>
              <a:avLst/>
              <a:gdLst>
                <a:gd name="T0" fmla="*/ 0 w 19"/>
                <a:gd name="T1" fmla="*/ 56 h 12"/>
                <a:gd name="T2" fmla="*/ 179 w 19"/>
                <a:gd name="T3" fmla="*/ 0 h 12"/>
                <a:gd name="T4" fmla="*/ 306 w 19"/>
                <a:gd name="T5" fmla="*/ 205 h 12"/>
                <a:gd name="T6" fmla="*/ 210 w 19"/>
                <a:gd name="T7" fmla="*/ 205 h 12"/>
                <a:gd name="T8" fmla="*/ 114 w 19"/>
                <a:gd name="T9" fmla="*/ 171 h 12"/>
                <a:gd name="T10" fmla="*/ 33 w 19"/>
                <a:gd name="T11" fmla="*/ 11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0" y="3"/>
                  </a:moveTo>
                  <a:cubicBezTo>
                    <a:pt x="3" y="5"/>
                    <a:pt x="10" y="5"/>
                    <a:pt x="11" y="0"/>
                  </a:cubicBezTo>
                  <a:cubicBezTo>
                    <a:pt x="13" y="4"/>
                    <a:pt x="16" y="8"/>
                    <a:pt x="19" y="11"/>
                  </a:cubicBezTo>
                  <a:cubicBezTo>
                    <a:pt x="18" y="12"/>
                    <a:pt x="14" y="11"/>
                    <a:pt x="13" y="11"/>
                  </a:cubicBezTo>
                  <a:cubicBezTo>
                    <a:pt x="11" y="10"/>
                    <a:pt x="9" y="10"/>
                    <a:pt x="7" y="9"/>
                  </a:cubicBezTo>
                  <a:cubicBezTo>
                    <a:pt x="5" y="8"/>
                    <a:pt x="4" y="7"/>
                    <a:pt x="2" y="6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1" name="Freeform 143">
              <a:extLst>
                <a:ext uri="{FF2B5EF4-FFF2-40B4-BE49-F238E27FC236}">
                  <a16:creationId xmlns:a16="http://schemas.microsoft.com/office/drawing/2014/main" id="{BF0D9C15-809E-4526-B8C8-A1E72419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096"/>
              <a:ext cx="33" cy="40"/>
            </a:xfrm>
            <a:custGeom>
              <a:avLst/>
              <a:gdLst>
                <a:gd name="T0" fmla="*/ 117 w 13"/>
                <a:gd name="T1" fmla="*/ 285 h 15"/>
                <a:gd name="T2" fmla="*/ 213 w 13"/>
                <a:gd name="T3" fmla="*/ 205 h 15"/>
                <a:gd name="T4" fmla="*/ 213 w 13"/>
                <a:gd name="T5" fmla="*/ 0 h 15"/>
                <a:gd name="T6" fmla="*/ 0 w 13"/>
                <a:gd name="T7" fmla="*/ 1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7" y="15"/>
                  </a:moveTo>
                  <a:cubicBezTo>
                    <a:pt x="5" y="12"/>
                    <a:pt x="11" y="9"/>
                    <a:pt x="13" y="11"/>
                  </a:cubicBezTo>
                  <a:cubicBezTo>
                    <a:pt x="12" y="7"/>
                    <a:pt x="13" y="3"/>
                    <a:pt x="13" y="0"/>
                  </a:cubicBezTo>
                  <a:cubicBezTo>
                    <a:pt x="11" y="4"/>
                    <a:pt x="5" y="7"/>
                    <a:pt x="0" y="6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2" name="Freeform 144">
              <a:extLst>
                <a:ext uri="{FF2B5EF4-FFF2-40B4-BE49-F238E27FC236}">
                  <a16:creationId xmlns:a16="http://schemas.microsoft.com/office/drawing/2014/main" id="{3F912AB8-FD37-4587-83C2-32508D229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077"/>
              <a:ext cx="30" cy="38"/>
            </a:xfrm>
            <a:custGeom>
              <a:avLst/>
              <a:gdLst>
                <a:gd name="T0" fmla="*/ 50 w 12"/>
                <a:gd name="T1" fmla="*/ 0 h 14"/>
                <a:gd name="T2" fmla="*/ 125 w 12"/>
                <a:gd name="T3" fmla="*/ 81 h 14"/>
                <a:gd name="T4" fmla="*/ 188 w 12"/>
                <a:gd name="T5" fmla="*/ 258 h 14"/>
                <a:gd name="T6" fmla="*/ 113 w 12"/>
                <a:gd name="T7" fmla="*/ 258 h 14"/>
                <a:gd name="T8" fmla="*/ 0 w 12"/>
                <a:gd name="T9" fmla="*/ 280 h 14"/>
                <a:gd name="T10" fmla="*/ 50 w 12"/>
                <a:gd name="T11" fmla="*/ 6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3" y="3"/>
                    <a:pt x="6" y="5"/>
                    <a:pt x="8" y="4"/>
                  </a:cubicBezTo>
                  <a:cubicBezTo>
                    <a:pt x="9" y="7"/>
                    <a:pt x="11" y="10"/>
                    <a:pt x="12" y="13"/>
                  </a:cubicBezTo>
                  <a:cubicBezTo>
                    <a:pt x="10" y="13"/>
                    <a:pt x="8" y="13"/>
                    <a:pt x="7" y="13"/>
                  </a:cubicBezTo>
                  <a:cubicBezTo>
                    <a:pt x="4" y="13"/>
                    <a:pt x="2" y="14"/>
                    <a:pt x="0" y="14"/>
                  </a:cubicBezTo>
                  <a:cubicBezTo>
                    <a:pt x="0" y="10"/>
                    <a:pt x="1" y="6"/>
                    <a:pt x="3" y="3"/>
                  </a:cubicBezTo>
                </a:path>
              </a:pathLst>
            </a:custGeom>
            <a:solidFill>
              <a:srgbClr val="9A9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3" name="Freeform 145">
              <a:extLst>
                <a:ext uri="{FF2B5EF4-FFF2-40B4-BE49-F238E27FC236}">
                  <a16:creationId xmlns:a16="http://schemas.microsoft.com/office/drawing/2014/main" id="{CB835C17-2679-497C-A1F0-76B2D58E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285"/>
              <a:ext cx="28" cy="19"/>
            </a:xfrm>
            <a:custGeom>
              <a:avLst/>
              <a:gdLst>
                <a:gd name="T0" fmla="*/ 163 w 11"/>
                <a:gd name="T1" fmla="*/ 0 h 7"/>
                <a:gd name="T2" fmla="*/ 181 w 11"/>
                <a:gd name="T3" fmla="*/ 141 h 7"/>
                <a:gd name="T4" fmla="*/ 0 w 11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0" y="0"/>
                  </a:moveTo>
                  <a:cubicBezTo>
                    <a:pt x="8" y="2"/>
                    <a:pt x="10" y="5"/>
                    <a:pt x="11" y="7"/>
                  </a:cubicBezTo>
                  <a:cubicBezTo>
                    <a:pt x="8" y="6"/>
                    <a:pt x="3" y="5"/>
                    <a:pt x="0" y="2"/>
                  </a:cubicBezTo>
                </a:path>
              </a:pathLst>
            </a:custGeom>
            <a:solidFill>
              <a:srgbClr val="B3B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4" name="Freeform 146">
              <a:extLst>
                <a:ext uri="{FF2B5EF4-FFF2-40B4-BE49-F238E27FC236}">
                  <a16:creationId xmlns:a16="http://schemas.microsoft.com/office/drawing/2014/main" id="{75FCB4C0-1E41-4818-AE4C-F080F704E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456"/>
              <a:ext cx="10" cy="32"/>
            </a:xfrm>
            <a:custGeom>
              <a:avLst/>
              <a:gdLst>
                <a:gd name="T0" fmla="*/ 20 w 4"/>
                <a:gd name="T1" fmla="*/ 0 h 12"/>
                <a:gd name="T2" fmla="*/ 63 w 4"/>
                <a:gd name="T3" fmla="*/ 77 h 12"/>
                <a:gd name="T4" fmla="*/ 63 w 4"/>
                <a:gd name="T5" fmla="*/ 227 h 12"/>
                <a:gd name="T6" fmla="*/ 0 w 4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2">
                  <a:moveTo>
                    <a:pt x="1" y="0"/>
                  </a:moveTo>
                  <a:cubicBezTo>
                    <a:pt x="1" y="2"/>
                    <a:pt x="2" y="5"/>
                    <a:pt x="4" y="4"/>
                  </a:cubicBezTo>
                  <a:cubicBezTo>
                    <a:pt x="4" y="6"/>
                    <a:pt x="4" y="9"/>
                    <a:pt x="4" y="12"/>
                  </a:cubicBezTo>
                  <a:cubicBezTo>
                    <a:pt x="3" y="11"/>
                    <a:pt x="1" y="11"/>
                    <a:pt x="0" y="11"/>
                  </a:cubicBezTo>
                </a:path>
              </a:pathLst>
            </a:custGeom>
            <a:solidFill>
              <a:srgbClr val="B3B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5" name="Freeform 147">
              <a:extLst>
                <a:ext uri="{FF2B5EF4-FFF2-40B4-BE49-F238E27FC236}">
                  <a16:creationId xmlns:a16="http://schemas.microsoft.com/office/drawing/2014/main" id="{A8669B27-B272-4488-A253-6248824EF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315"/>
              <a:ext cx="27" cy="37"/>
            </a:xfrm>
            <a:custGeom>
              <a:avLst/>
              <a:gdLst>
                <a:gd name="T0" fmla="*/ 0 w 11"/>
                <a:gd name="T1" fmla="*/ 21 h 14"/>
                <a:gd name="T2" fmla="*/ 133 w 11"/>
                <a:gd name="T3" fmla="*/ 259 h 14"/>
                <a:gd name="T4" fmla="*/ 150 w 11"/>
                <a:gd name="T5" fmla="*/ 132 h 14"/>
                <a:gd name="T6" fmla="*/ 162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0" y="1"/>
                  </a:moveTo>
                  <a:cubicBezTo>
                    <a:pt x="6" y="2"/>
                    <a:pt x="8" y="10"/>
                    <a:pt x="9" y="14"/>
                  </a:cubicBezTo>
                  <a:cubicBezTo>
                    <a:pt x="8" y="12"/>
                    <a:pt x="9" y="9"/>
                    <a:pt x="10" y="7"/>
                  </a:cubicBezTo>
                  <a:cubicBezTo>
                    <a:pt x="10" y="4"/>
                    <a:pt x="10" y="2"/>
                    <a:pt x="11" y="0"/>
                  </a:cubicBezTo>
                </a:path>
              </a:pathLst>
            </a:custGeom>
            <a:solidFill>
              <a:srgbClr val="B3B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6" name="Freeform 148">
              <a:extLst>
                <a:ext uri="{FF2B5EF4-FFF2-40B4-BE49-F238E27FC236}">
                  <a16:creationId xmlns:a16="http://schemas.microsoft.com/office/drawing/2014/main" id="{BA9E6F7D-D1FC-4208-9780-E8C2FFAAB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336"/>
              <a:ext cx="25" cy="35"/>
            </a:xfrm>
            <a:custGeom>
              <a:avLst/>
              <a:gdLst>
                <a:gd name="T0" fmla="*/ 158 w 10"/>
                <a:gd name="T1" fmla="*/ 0 h 13"/>
                <a:gd name="T2" fmla="*/ 158 w 10"/>
                <a:gd name="T3" fmla="*/ 253 h 13"/>
                <a:gd name="T4" fmla="*/ 95 w 10"/>
                <a:gd name="T5" fmla="*/ 197 h 13"/>
                <a:gd name="T6" fmla="*/ 0 w 10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8" y="3"/>
                    <a:pt x="6" y="10"/>
                    <a:pt x="10" y="13"/>
                  </a:cubicBezTo>
                  <a:cubicBezTo>
                    <a:pt x="9" y="12"/>
                    <a:pt x="7" y="11"/>
                    <a:pt x="6" y="10"/>
                  </a:cubicBezTo>
                  <a:cubicBezTo>
                    <a:pt x="4" y="9"/>
                    <a:pt x="2" y="7"/>
                    <a:pt x="0" y="7"/>
                  </a:cubicBezTo>
                </a:path>
              </a:pathLst>
            </a:custGeom>
            <a:solidFill>
              <a:srgbClr val="B3B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7" name="Freeform 149">
              <a:extLst>
                <a:ext uri="{FF2B5EF4-FFF2-40B4-BE49-F238E27FC236}">
                  <a16:creationId xmlns:a16="http://schemas.microsoft.com/office/drawing/2014/main" id="{9B35DF2D-0A78-4A7E-86DD-28BC69917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323"/>
              <a:ext cx="47" cy="21"/>
            </a:xfrm>
            <a:custGeom>
              <a:avLst/>
              <a:gdLst>
                <a:gd name="T0" fmla="*/ 0 w 19"/>
                <a:gd name="T1" fmla="*/ 144 h 8"/>
                <a:gd name="T2" fmla="*/ 287 w 19"/>
                <a:gd name="T3" fmla="*/ 21 h 8"/>
                <a:gd name="T4" fmla="*/ 0 w 19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4" y="3"/>
                    <a:pt x="13" y="0"/>
                    <a:pt x="19" y="1"/>
                  </a:cubicBezTo>
                  <a:cubicBezTo>
                    <a:pt x="15" y="2"/>
                    <a:pt x="2" y="5"/>
                    <a:pt x="0" y="8"/>
                  </a:cubicBezTo>
                  <a:close/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8" name="Freeform 150">
              <a:extLst>
                <a:ext uri="{FF2B5EF4-FFF2-40B4-BE49-F238E27FC236}">
                  <a16:creationId xmlns:a16="http://schemas.microsoft.com/office/drawing/2014/main" id="{70707854-6852-40B2-BF26-92E4C6D6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387"/>
              <a:ext cx="25" cy="48"/>
            </a:xfrm>
            <a:custGeom>
              <a:avLst/>
              <a:gdLst>
                <a:gd name="T0" fmla="*/ 0 w 10"/>
                <a:gd name="T1" fmla="*/ 341 h 18"/>
                <a:gd name="T2" fmla="*/ 158 w 10"/>
                <a:gd name="T3" fmla="*/ 171 h 18"/>
                <a:gd name="T4" fmla="*/ 50 w 10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2" y="14"/>
                    <a:pt x="3" y="0"/>
                    <a:pt x="10" y="9"/>
                  </a:cubicBezTo>
                  <a:cubicBezTo>
                    <a:pt x="7" y="7"/>
                    <a:pt x="5" y="9"/>
                    <a:pt x="3" y="12"/>
                  </a:cubicBezTo>
                </a:path>
              </a:pathLst>
            </a:custGeom>
            <a:solidFill>
              <a:srgbClr val="DD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" name="Freeform 151">
              <a:extLst>
                <a:ext uri="{FF2B5EF4-FFF2-40B4-BE49-F238E27FC236}">
                  <a16:creationId xmlns:a16="http://schemas.microsoft.com/office/drawing/2014/main" id="{5B431781-F8F4-4CC8-9E8D-5E994BE9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165"/>
              <a:ext cx="160" cy="128"/>
            </a:xfrm>
            <a:custGeom>
              <a:avLst/>
              <a:gdLst>
                <a:gd name="T0" fmla="*/ 63 w 64"/>
                <a:gd name="T1" fmla="*/ 205 h 48"/>
                <a:gd name="T2" fmla="*/ 313 w 64"/>
                <a:gd name="T3" fmla="*/ 776 h 48"/>
                <a:gd name="T4" fmla="*/ 925 w 64"/>
                <a:gd name="T5" fmla="*/ 683 h 48"/>
                <a:gd name="T6" fmla="*/ 533 w 64"/>
                <a:gd name="T7" fmla="*/ 341 h 48"/>
                <a:gd name="T8" fmla="*/ 63 w 64"/>
                <a:gd name="T9" fmla="*/ 20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8">
                  <a:moveTo>
                    <a:pt x="4" y="11"/>
                  </a:moveTo>
                  <a:cubicBezTo>
                    <a:pt x="0" y="20"/>
                    <a:pt x="1" y="34"/>
                    <a:pt x="20" y="41"/>
                  </a:cubicBezTo>
                  <a:cubicBezTo>
                    <a:pt x="39" y="47"/>
                    <a:pt x="55" y="48"/>
                    <a:pt x="59" y="36"/>
                  </a:cubicBezTo>
                  <a:cubicBezTo>
                    <a:pt x="64" y="24"/>
                    <a:pt x="43" y="21"/>
                    <a:pt x="34" y="18"/>
                  </a:cubicBezTo>
                  <a:cubicBezTo>
                    <a:pt x="26" y="15"/>
                    <a:pt x="8" y="0"/>
                    <a:pt x="4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" name="Freeform 152">
              <a:extLst>
                <a:ext uri="{FF2B5EF4-FFF2-40B4-BE49-F238E27FC236}">
                  <a16:creationId xmlns:a16="http://schemas.microsoft.com/office/drawing/2014/main" id="{7D7EF750-17A7-44A8-85BA-E734C254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128"/>
              <a:ext cx="150" cy="93"/>
            </a:xfrm>
            <a:custGeom>
              <a:avLst/>
              <a:gdLst>
                <a:gd name="T0" fmla="*/ 33 w 60"/>
                <a:gd name="T1" fmla="*/ 260 h 35"/>
                <a:gd name="T2" fmla="*/ 500 w 60"/>
                <a:gd name="T3" fmla="*/ 656 h 35"/>
                <a:gd name="T4" fmla="*/ 925 w 60"/>
                <a:gd name="T5" fmla="*/ 319 h 35"/>
                <a:gd name="T6" fmla="*/ 500 w 60"/>
                <a:gd name="T7" fmla="*/ 170 h 35"/>
                <a:gd name="T8" fmla="*/ 33 w 60"/>
                <a:gd name="T9" fmla="*/ 26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5">
                  <a:moveTo>
                    <a:pt x="2" y="14"/>
                  </a:moveTo>
                  <a:cubicBezTo>
                    <a:pt x="0" y="29"/>
                    <a:pt x="11" y="35"/>
                    <a:pt x="32" y="35"/>
                  </a:cubicBezTo>
                  <a:cubicBezTo>
                    <a:pt x="53" y="35"/>
                    <a:pt x="60" y="28"/>
                    <a:pt x="59" y="17"/>
                  </a:cubicBezTo>
                  <a:cubicBezTo>
                    <a:pt x="58" y="6"/>
                    <a:pt x="40" y="11"/>
                    <a:pt x="32" y="9"/>
                  </a:cubicBezTo>
                  <a:cubicBezTo>
                    <a:pt x="24" y="8"/>
                    <a:pt x="4" y="0"/>
                    <a:pt x="2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" name="Freeform 153">
              <a:extLst>
                <a:ext uri="{FF2B5EF4-FFF2-40B4-BE49-F238E27FC236}">
                  <a16:creationId xmlns:a16="http://schemas.microsoft.com/office/drawing/2014/main" id="{B96F7B1B-0860-4AF5-BECC-662D53C28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376"/>
              <a:ext cx="133" cy="155"/>
            </a:xfrm>
            <a:custGeom>
              <a:avLst/>
              <a:gdLst>
                <a:gd name="T0" fmla="*/ 713 w 53"/>
                <a:gd name="T1" fmla="*/ 230 h 58"/>
                <a:gd name="T2" fmla="*/ 585 w 53"/>
                <a:gd name="T3" fmla="*/ 628 h 58"/>
                <a:gd name="T4" fmla="*/ 366 w 53"/>
                <a:gd name="T5" fmla="*/ 957 h 58"/>
                <a:gd name="T6" fmla="*/ 0 w 53"/>
                <a:gd name="T7" fmla="*/ 786 h 58"/>
                <a:gd name="T8" fmla="*/ 713 w 53"/>
                <a:gd name="T9" fmla="*/ 23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8">
                  <a:moveTo>
                    <a:pt x="45" y="12"/>
                  </a:moveTo>
                  <a:cubicBezTo>
                    <a:pt x="53" y="23"/>
                    <a:pt x="44" y="30"/>
                    <a:pt x="37" y="33"/>
                  </a:cubicBezTo>
                  <a:cubicBezTo>
                    <a:pt x="30" y="37"/>
                    <a:pt x="28" y="42"/>
                    <a:pt x="23" y="50"/>
                  </a:cubicBezTo>
                  <a:cubicBezTo>
                    <a:pt x="18" y="58"/>
                    <a:pt x="0" y="58"/>
                    <a:pt x="0" y="41"/>
                  </a:cubicBezTo>
                  <a:cubicBezTo>
                    <a:pt x="0" y="19"/>
                    <a:pt x="32" y="0"/>
                    <a:pt x="45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" name="Freeform 154">
              <a:extLst>
                <a:ext uri="{FF2B5EF4-FFF2-40B4-BE49-F238E27FC236}">
                  <a16:creationId xmlns:a16="http://schemas.microsoft.com/office/drawing/2014/main" id="{8678FEB0-6C3E-483E-B780-05D4C0103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405"/>
              <a:ext cx="152" cy="136"/>
            </a:xfrm>
            <a:custGeom>
              <a:avLst/>
              <a:gdLst>
                <a:gd name="T0" fmla="*/ 105 w 61"/>
                <a:gd name="T1" fmla="*/ 205 h 51"/>
                <a:gd name="T2" fmla="*/ 404 w 61"/>
                <a:gd name="T3" fmla="*/ 819 h 51"/>
                <a:gd name="T4" fmla="*/ 900 w 61"/>
                <a:gd name="T5" fmla="*/ 717 h 51"/>
                <a:gd name="T6" fmla="*/ 695 w 61"/>
                <a:gd name="T7" fmla="*/ 376 h 51"/>
                <a:gd name="T8" fmla="*/ 105 w 61"/>
                <a:gd name="T9" fmla="*/ 20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1">
                  <a:moveTo>
                    <a:pt x="7" y="11"/>
                  </a:moveTo>
                  <a:cubicBezTo>
                    <a:pt x="0" y="20"/>
                    <a:pt x="6" y="35"/>
                    <a:pt x="26" y="43"/>
                  </a:cubicBezTo>
                  <a:cubicBezTo>
                    <a:pt x="46" y="51"/>
                    <a:pt x="54" y="45"/>
                    <a:pt x="58" y="38"/>
                  </a:cubicBezTo>
                  <a:cubicBezTo>
                    <a:pt x="61" y="31"/>
                    <a:pt x="53" y="22"/>
                    <a:pt x="45" y="20"/>
                  </a:cubicBezTo>
                  <a:cubicBezTo>
                    <a:pt x="37" y="18"/>
                    <a:pt x="16" y="0"/>
                    <a:pt x="7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" name="Freeform 155">
              <a:extLst>
                <a:ext uri="{FF2B5EF4-FFF2-40B4-BE49-F238E27FC236}">
                  <a16:creationId xmlns:a16="http://schemas.microsoft.com/office/drawing/2014/main" id="{1D6A0A79-2FFF-47BE-AD92-B4EE3A94D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443"/>
              <a:ext cx="145" cy="138"/>
            </a:xfrm>
            <a:custGeom>
              <a:avLst/>
              <a:gdLst>
                <a:gd name="T0" fmla="*/ 125 w 58"/>
                <a:gd name="T1" fmla="*/ 170 h 52"/>
                <a:gd name="T2" fmla="*/ 220 w 58"/>
                <a:gd name="T3" fmla="*/ 600 h 52"/>
                <a:gd name="T4" fmla="*/ 563 w 58"/>
                <a:gd name="T5" fmla="*/ 894 h 52"/>
                <a:gd name="T6" fmla="*/ 863 w 58"/>
                <a:gd name="T7" fmla="*/ 804 h 52"/>
                <a:gd name="T8" fmla="*/ 658 w 58"/>
                <a:gd name="T9" fmla="*/ 281 h 52"/>
                <a:gd name="T10" fmla="*/ 125 w 58"/>
                <a:gd name="T11" fmla="*/ 17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2">
                  <a:moveTo>
                    <a:pt x="8" y="9"/>
                  </a:moveTo>
                  <a:cubicBezTo>
                    <a:pt x="0" y="23"/>
                    <a:pt x="7" y="27"/>
                    <a:pt x="14" y="32"/>
                  </a:cubicBezTo>
                  <a:cubicBezTo>
                    <a:pt x="21" y="36"/>
                    <a:pt x="28" y="45"/>
                    <a:pt x="36" y="48"/>
                  </a:cubicBezTo>
                  <a:cubicBezTo>
                    <a:pt x="44" y="52"/>
                    <a:pt x="53" y="48"/>
                    <a:pt x="55" y="43"/>
                  </a:cubicBezTo>
                  <a:cubicBezTo>
                    <a:pt x="58" y="38"/>
                    <a:pt x="56" y="25"/>
                    <a:pt x="42" y="15"/>
                  </a:cubicBezTo>
                  <a:cubicBezTo>
                    <a:pt x="28" y="5"/>
                    <a:pt x="15" y="0"/>
                    <a:pt x="8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" name="Freeform 156">
              <a:extLst>
                <a:ext uri="{FF2B5EF4-FFF2-40B4-BE49-F238E27FC236}">
                  <a16:creationId xmlns:a16="http://schemas.microsoft.com/office/drawing/2014/main" id="{03FCD3D9-AC19-4AB0-8C26-7E15EF41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357"/>
              <a:ext cx="102" cy="160"/>
            </a:xfrm>
            <a:custGeom>
              <a:avLst/>
              <a:gdLst>
                <a:gd name="T0" fmla="*/ 216 w 41"/>
                <a:gd name="T1" fmla="*/ 0 h 60"/>
                <a:gd name="T2" fmla="*/ 42 w 41"/>
                <a:gd name="T3" fmla="*/ 533 h 60"/>
                <a:gd name="T4" fmla="*/ 465 w 41"/>
                <a:gd name="T5" fmla="*/ 1045 h 60"/>
                <a:gd name="T6" fmla="*/ 508 w 41"/>
                <a:gd name="T7" fmla="*/ 627 h 60"/>
                <a:gd name="T8" fmla="*/ 433 w 41"/>
                <a:gd name="T9" fmla="*/ 285 h 60"/>
                <a:gd name="T10" fmla="*/ 216 w 41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0">
                  <a:moveTo>
                    <a:pt x="14" y="0"/>
                  </a:moveTo>
                  <a:cubicBezTo>
                    <a:pt x="3" y="2"/>
                    <a:pt x="0" y="16"/>
                    <a:pt x="3" y="28"/>
                  </a:cubicBezTo>
                  <a:cubicBezTo>
                    <a:pt x="7" y="41"/>
                    <a:pt x="18" y="60"/>
                    <a:pt x="30" y="55"/>
                  </a:cubicBezTo>
                  <a:cubicBezTo>
                    <a:pt x="41" y="50"/>
                    <a:pt x="36" y="38"/>
                    <a:pt x="33" y="33"/>
                  </a:cubicBezTo>
                  <a:cubicBezTo>
                    <a:pt x="30" y="27"/>
                    <a:pt x="31" y="23"/>
                    <a:pt x="28" y="15"/>
                  </a:cubicBezTo>
                  <a:cubicBezTo>
                    <a:pt x="26" y="6"/>
                    <a:pt x="21" y="0"/>
                    <a:pt x="14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" name="Freeform 157">
              <a:extLst>
                <a:ext uri="{FF2B5EF4-FFF2-40B4-BE49-F238E27FC236}">
                  <a16:creationId xmlns:a16="http://schemas.microsoft.com/office/drawing/2014/main" id="{7FA02D94-E0FF-4735-8340-D12578EEA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" y="1216"/>
              <a:ext cx="115" cy="155"/>
            </a:xfrm>
            <a:custGeom>
              <a:avLst/>
              <a:gdLst>
                <a:gd name="T0" fmla="*/ 533 w 46"/>
                <a:gd name="T1" fmla="*/ 35 h 58"/>
                <a:gd name="T2" fmla="*/ 283 w 46"/>
                <a:gd name="T3" fmla="*/ 286 h 58"/>
                <a:gd name="T4" fmla="*/ 158 w 46"/>
                <a:gd name="T5" fmla="*/ 649 h 58"/>
                <a:gd name="T6" fmla="*/ 145 w 46"/>
                <a:gd name="T7" fmla="*/ 1013 h 58"/>
                <a:gd name="T8" fmla="*/ 625 w 46"/>
                <a:gd name="T9" fmla="*/ 649 h 58"/>
                <a:gd name="T10" fmla="*/ 533 w 46"/>
                <a:gd name="T11" fmla="*/ 3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8">
                  <a:moveTo>
                    <a:pt x="34" y="2"/>
                  </a:moveTo>
                  <a:cubicBezTo>
                    <a:pt x="24" y="0"/>
                    <a:pt x="19" y="5"/>
                    <a:pt x="18" y="15"/>
                  </a:cubicBezTo>
                  <a:cubicBezTo>
                    <a:pt x="18" y="25"/>
                    <a:pt x="15" y="29"/>
                    <a:pt x="10" y="34"/>
                  </a:cubicBezTo>
                  <a:cubicBezTo>
                    <a:pt x="4" y="40"/>
                    <a:pt x="0" y="48"/>
                    <a:pt x="9" y="53"/>
                  </a:cubicBezTo>
                  <a:cubicBezTo>
                    <a:pt x="18" y="58"/>
                    <a:pt x="33" y="47"/>
                    <a:pt x="40" y="34"/>
                  </a:cubicBezTo>
                  <a:cubicBezTo>
                    <a:pt x="46" y="20"/>
                    <a:pt x="45" y="4"/>
                    <a:pt x="34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6" name="Freeform 158">
              <a:extLst>
                <a:ext uri="{FF2B5EF4-FFF2-40B4-BE49-F238E27FC236}">
                  <a16:creationId xmlns:a16="http://schemas.microsoft.com/office/drawing/2014/main" id="{6838A9AF-12B1-4344-B990-2E631ADA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083"/>
              <a:ext cx="160" cy="106"/>
            </a:xfrm>
            <a:custGeom>
              <a:avLst/>
              <a:gdLst>
                <a:gd name="T0" fmla="*/ 20 w 64"/>
                <a:gd name="T1" fmla="*/ 225 h 40"/>
                <a:gd name="T2" fmla="*/ 220 w 64"/>
                <a:gd name="T3" fmla="*/ 485 h 40"/>
                <a:gd name="T4" fmla="*/ 520 w 64"/>
                <a:gd name="T5" fmla="*/ 562 h 40"/>
                <a:gd name="T6" fmla="*/ 908 w 64"/>
                <a:gd name="T7" fmla="*/ 596 h 40"/>
                <a:gd name="T8" fmla="*/ 595 w 64"/>
                <a:gd name="T9" fmla="*/ 90 h 40"/>
                <a:gd name="T10" fmla="*/ 20 w 64"/>
                <a:gd name="T11" fmla="*/ 22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">
                  <a:moveTo>
                    <a:pt x="1" y="12"/>
                  </a:moveTo>
                  <a:cubicBezTo>
                    <a:pt x="0" y="23"/>
                    <a:pt x="7" y="25"/>
                    <a:pt x="14" y="26"/>
                  </a:cubicBezTo>
                  <a:cubicBezTo>
                    <a:pt x="22" y="27"/>
                    <a:pt x="22" y="25"/>
                    <a:pt x="33" y="30"/>
                  </a:cubicBezTo>
                  <a:cubicBezTo>
                    <a:pt x="43" y="36"/>
                    <a:pt x="52" y="40"/>
                    <a:pt x="58" y="32"/>
                  </a:cubicBezTo>
                  <a:cubicBezTo>
                    <a:pt x="64" y="23"/>
                    <a:pt x="56" y="10"/>
                    <a:pt x="38" y="5"/>
                  </a:cubicBezTo>
                  <a:cubicBezTo>
                    <a:pt x="21" y="1"/>
                    <a:pt x="2" y="0"/>
                    <a:pt x="1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7" name="Freeform 159">
              <a:extLst>
                <a:ext uri="{FF2B5EF4-FFF2-40B4-BE49-F238E27FC236}">
                  <a16:creationId xmlns:a16="http://schemas.microsoft.com/office/drawing/2014/main" id="{29D08910-8E91-48E4-9173-09F146EEF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1000"/>
              <a:ext cx="120" cy="149"/>
            </a:xfrm>
            <a:custGeom>
              <a:avLst/>
              <a:gdLst>
                <a:gd name="T0" fmla="*/ 550 w 48"/>
                <a:gd name="T1" fmla="*/ 77 h 56"/>
                <a:gd name="T2" fmla="*/ 145 w 48"/>
                <a:gd name="T3" fmla="*/ 362 h 56"/>
                <a:gd name="T4" fmla="*/ 250 w 48"/>
                <a:gd name="T5" fmla="*/ 1019 h 56"/>
                <a:gd name="T6" fmla="*/ 550 w 48"/>
                <a:gd name="T7" fmla="*/ 657 h 56"/>
                <a:gd name="T8" fmla="*/ 550 w 48"/>
                <a:gd name="T9" fmla="*/ 7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6">
                  <a:moveTo>
                    <a:pt x="35" y="4"/>
                  </a:moveTo>
                  <a:cubicBezTo>
                    <a:pt x="21" y="0"/>
                    <a:pt x="12" y="10"/>
                    <a:pt x="9" y="19"/>
                  </a:cubicBezTo>
                  <a:cubicBezTo>
                    <a:pt x="5" y="28"/>
                    <a:pt x="0" y="51"/>
                    <a:pt x="16" y="54"/>
                  </a:cubicBezTo>
                  <a:cubicBezTo>
                    <a:pt x="32" y="56"/>
                    <a:pt x="34" y="43"/>
                    <a:pt x="35" y="35"/>
                  </a:cubicBezTo>
                  <a:cubicBezTo>
                    <a:pt x="36" y="26"/>
                    <a:pt x="48" y="8"/>
                    <a:pt x="35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8" name="Freeform 160">
              <a:extLst>
                <a:ext uri="{FF2B5EF4-FFF2-40B4-BE49-F238E27FC236}">
                  <a16:creationId xmlns:a16="http://schemas.microsoft.com/office/drawing/2014/main" id="{EC7A3442-0862-488F-974B-2EFDB71DA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291"/>
              <a:ext cx="170" cy="112"/>
            </a:xfrm>
            <a:custGeom>
              <a:avLst/>
              <a:gdLst>
                <a:gd name="T0" fmla="*/ 113 w 68"/>
                <a:gd name="T1" fmla="*/ 605 h 42"/>
                <a:gd name="T2" fmla="*/ 500 w 68"/>
                <a:gd name="T3" fmla="*/ 568 h 42"/>
                <a:gd name="T4" fmla="*/ 988 w 68"/>
                <a:gd name="T5" fmla="*/ 456 h 42"/>
                <a:gd name="T6" fmla="*/ 520 w 68"/>
                <a:gd name="T7" fmla="*/ 93 h 42"/>
                <a:gd name="T8" fmla="*/ 113 w 68"/>
                <a:gd name="T9" fmla="*/ 6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7" y="32"/>
                  </a:moveTo>
                  <a:cubicBezTo>
                    <a:pt x="15" y="42"/>
                    <a:pt x="21" y="31"/>
                    <a:pt x="32" y="30"/>
                  </a:cubicBezTo>
                  <a:cubicBezTo>
                    <a:pt x="44" y="28"/>
                    <a:pt x="59" y="36"/>
                    <a:pt x="63" y="24"/>
                  </a:cubicBezTo>
                  <a:cubicBezTo>
                    <a:pt x="68" y="11"/>
                    <a:pt x="54" y="0"/>
                    <a:pt x="33" y="5"/>
                  </a:cubicBezTo>
                  <a:cubicBezTo>
                    <a:pt x="13" y="9"/>
                    <a:pt x="0" y="20"/>
                    <a:pt x="7" y="3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9" name="Freeform 161">
              <a:extLst>
                <a:ext uri="{FF2B5EF4-FFF2-40B4-BE49-F238E27FC236}">
                  <a16:creationId xmlns:a16="http://schemas.microsoft.com/office/drawing/2014/main" id="{9C321611-8200-446F-A5F9-CC57236F4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024"/>
              <a:ext cx="145" cy="160"/>
            </a:xfrm>
            <a:custGeom>
              <a:avLst/>
              <a:gdLst>
                <a:gd name="T0" fmla="*/ 708 w 58"/>
                <a:gd name="T1" fmla="*/ 589 h 60"/>
                <a:gd name="T2" fmla="*/ 500 w 58"/>
                <a:gd name="T3" fmla="*/ 307 h 60"/>
                <a:gd name="T4" fmla="*/ 158 w 58"/>
                <a:gd name="T5" fmla="*/ 136 h 60"/>
                <a:gd name="T6" fmla="*/ 238 w 58"/>
                <a:gd name="T7" fmla="*/ 797 h 60"/>
                <a:gd name="T8" fmla="*/ 345 w 58"/>
                <a:gd name="T9" fmla="*/ 931 h 60"/>
                <a:gd name="T10" fmla="*/ 470 w 58"/>
                <a:gd name="T11" fmla="*/ 1045 h 60"/>
                <a:gd name="T12" fmla="*/ 750 w 58"/>
                <a:gd name="T13" fmla="*/ 1045 h 60"/>
                <a:gd name="T14" fmla="*/ 708 w 58"/>
                <a:gd name="T15" fmla="*/ 589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45" y="31"/>
                  </a:moveTo>
                  <a:cubicBezTo>
                    <a:pt x="38" y="28"/>
                    <a:pt x="35" y="22"/>
                    <a:pt x="32" y="16"/>
                  </a:cubicBezTo>
                  <a:cubicBezTo>
                    <a:pt x="30" y="9"/>
                    <a:pt x="20" y="0"/>
                    <a:pt x="10" y="7"/>
                  </a:cubicBezTo>
                  <a:cubicBezTo>
                    <a:pt x="0" y="15"/>
                    <a:pt x="4" y="32"/>
                    <a:pt x="15" y="42"/>
                  </a:cubicBezTo>
                  <a:cubicBezTo>
                    <a:pt x="17" y="44"/>
                    <a:pt x="19" y="47"/>
                    <a:pt x="22" y="49"/>
                  </a:cubicBezTo>
                  <a:cubicBezTo>
                    <a:pt x="26" y="50"/>
                    <a:pt x="29" y="51"/>
                    <a:pt x="30" y="55"/>
                  </a:cubicBezTo>
                  <a:cubicBezTo>
                    <a:pt x="36" y="59"/>
                    <a:pt x="42" y="60"/>
                    <a:pt x="48" y="55"/>
                  </a:cubicBezTo>
                  <a:cubicBezTo>
                    <a:pt x="58" y="46"/>
                    <a:pt x="51" y="35"/>
                    <a:pt x="45" y="3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0" name="Freeform 162">
              <a:extLst>
                <a:ext uri="{FF2B5EF4-FFF2-40B4-BE49-F238E27FC236}">
                  <a16:creationId xmlns:a16="http://schemas.microsoft.com/office/drawing/2014/main" id="{52F302B9-3D0E-4347-9C0F-8D0793C1E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219"/>
              <a:ext cx="145" cy="98"/>
            </a:xfrm>
            <a:custGeom>
              <a:avLst/>
              <a:gdLst>
                <a:gd name="T0" fmla="*/ 83 w 58"/>
                <a:gd name="T1" fmla="*/ 429 h 37"/>
                <a:gd name="T2" fmla="*/ 813 w 58"/>
                <a:gd name="T3" fmla="*/ 429 h 37"/>
                <a:gd name="T4" fmla="*/ 738 w 58"/>
                <a:gd name="T5" fmla="*/ 148 h 37"/>
                <a:gd name="T6" fmla="*/ 408 w 58"/>
                <a:gd name="T7" fmla="*/ 56 h 37"/>
                <a:gd name="T8" fmla="*/ 175 w 58"/>
                <a:gd name="T9" fmla="*/ 0 h 37"/>
                <a:gd name="T10" fmla="*/ 95 w 58"/>
                <a:gd name="T11" fmla="*/ 34 h 37"/>
                <a:gd name="T12" fmla="*/ 50 w 58"/>
                <a:gd name="T13" fmla="*/ 111 h 37"/>
                <a:gd name="T14" fmla="*/ 83 w 58"/>
                <a:gd name="T15" fmla="*/ 42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7">
                  <a:moveTo>
                    <a:pt x="5" y="23"/>
                  </a:moveTo>
                  <a:cubicBezTo>
                    <a:pt x="20" y="37"/>
                    <a:pt x="47" y="31"/>
                    <a:pt x="52" y="23"/>
                  </a:cubicBezTo>
                  <a:cubicBezTo>
                    <a:pt x="58" y="16"/>
                    <a:pt x="55" y="9"/>
                    <a:pt x="47" y="8"/>
                  </a:cubicBezTo>
                  <a:cubicBezTo>
                    <a:pt x="39" y="6"/>
                    <a:pt x="36" y="6"/>
                    <a:pt x="26" y="3"/>
                  </a:cubicBezTo>
                  <a:cubicBezTo>
                    <a:pt x="20" y="1"/>
                    <a:pt x="15" y="0"/>
                    <a:pt x="11" y="0"/>
                  </a:cubicBezTo>
                  <a:cubicBezTo>
                    <a:pt x="9" y="0"/>
                    <a:pt x="7" y="0"/>
                    <a:pt x="6" y="2"/>
                  </a:cubicBezTo>
                  <a:cubicBezTo>
                    <a:pt x="5" y="3"/>
                    <a:pt x="4" y="4"/>
                    <a:pt x="3" y="6"/>
                  </a:cubicBezTo>
                  <a:cubicBezTo>
                    <a:pt x="1" y="9"/>
                    <a:pt x="0" y="17"/>
                    <a:pt x="5" y="2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1" name="Freeform 163">
              <a:extLst>
                <a:ext uri="{FF2B5EF4-FFF2-40B4-BE49-F238E27FC236}">
                  <a16:creationId xmlns:a16="http://schemas.microsoft.com/office/drawing/2014/main" id="{9CFA6A4A-C35D-45B6-9E23-AAEBBFE1E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368"/>
              <a:ext cx="133" cy="88"/>
            </a:xfrm>
            <a:custGeom>
              <a:avLst/>
              <a:gdLst>
                <a:gd name="T0" fmla="*/ 680 w 53"/>
                <a:gd name="T1" fmla="*/ 35 h 33"/>
                <a:gd name="T2" fmla="*/ 660 w 53"/>
                <a:gd name="T3" fmla="*/ 21 h 33"/>
                <a:gd name="T4" fmla="*/ 251 w 53"/>
                <a:gd name="T5" fmla="*/ 21 h 33"/>
                <a:gd name="T6" fmla="*/ 0 w 53"/>
                <a:gd name="T7" fmla="*/ 136 h 33"/>
                <a:gd name="T8" fmla="*/ 221 w 53"/>
                <a:gd name="T9" fmla="*/ 227 h 33"/>
                <a:gd name="T10" fmla="*/ 396 w 53"/>
                <a:gd name="T11" fmla="*/ 285 h 33"/>
                <a:gd name="T12" fmla="*/ 429 w 53"/>
                <a:gd name="T13" fmla="*/ 533 h 33"/>
                <a:gd name="T14" fmla="*/ 713 w 53"/>
                <a:gd name="T15" fmla="*/ 512 h 33"/>
                <a:gd name="T16" fmla="*/ 680 w 53"/>
                <a:gd name="T17" fmla="*/ 3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3">
                  <a:moveTo>
                    <a:pt x="43" y="2"/>
                  </a:moveTo>
                  <a:cubicBezTo>
                    <a:pt x="42" y="1"/>
                    <a:pt x="42" y="1"/>
                    <a:pt x="42" y="1"/>
                  </a:cubicBezTo>
                  <a:cubicBezTo>
                    <a:pt x="35" y="4"/>
                    <a:pt x="25" y="0"/>
                    <a:pt x="16" y="1"/>
                  </a:cubicBezTo>
                  <a:cubicBezTo>
                    <a:pt x="10" y="2"/>
                    <a:pt x="5" y="6"/>
                    <a:pt x="0" y="7"/>
                  </a:cubicBezTo>
                  <a:cubicBezTo>
                    <a:pt x="2" y="7"/>
                    <a:pt x="9" y="8"/>
                    <a:pt x="14" y="12"/>
                  </a:cubicBezTo>
                  <a:cubicBezTo>
                    <a:pt x="18" y="12"/>
                    <a:pt x="22" y="13"/>
                    <a:pt x="25" y="15"/>
                  </a:cubicBezTo>
                  <a:cubicBezTo>
                    <a:pt x="29" y="20"/>
                    <a:pt x="29" y="24"/>
                    <a:pt x="27" y="28"/>
                  </a:cubicBezTo>
                  <a:cubicBezTo>
                    <a:pt x="33" y="32"/>
                    <a:pt x="40" y="33"/>
                    <a:pt x="45" y="27"/>
                  </a:cubicBezTo>
                  <a:cubicBezTo>
                    <a:pt x="53" y="17"/>
                    <a:pt x="48" y="6"/>
                    <a:pt x="4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2" name="Freeform 164">
              <a:extLst>
                <a:ext uri="{FF2B5EF4-FFF2-40B4-BE49-F238E27FC236}">
                  <a16:creationId xmlns:a16="http://schemas.microsoft.com/office/drawing/2014/main" id="{47ECFC0A-C6A0-4FDB-8E55-C4FA776C3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104"/>
              <a:ext cx="138" cy="104"/>
            </a:xfrm>
            <a:custGeom>
              <a:avLst/>
              <a:gdLst>
                <a:gd name="T0" fmla="*/ 522 w 55"/>
                <a:gd name="T1" fmla="*/ 93 h 39"/>
                <a:gd name="T2" fmla="*/ 504 w 55"/>
                <a:gd name="T3" fmla="*/ 93 h 39"/>
                <a:gd name="T4" fmla="*/ 238 w 55"/>
                <a:gd name="T5" fmla="*/ 285 h 39"/>
                <a:gd name="T6" fmla="*/ 125 w 55"/>
                <a:gd name="T7" fmla="*/ 205 h 39"/>
                <a:gd name="T8" fmla="*/ 125 w 55"/>
                <a:gd name="T9" fmla="*/ 456 h 39"/>
                <a:gd name="T10" fmla="*/ 33 w 55"/>
                <a:gd name="T11" fmla="*/ 533 h 39"/>
                <a:gd name="T12" fmla="*/ 33 w 55"/>
                <a:gd name="T13" fmla="*/ 547 h 39"/>
                <a:gd name="T14" fmla="*/ 221 w 55"/>
                <a:gd name="T15" fmla="*/ 717 h 39"/>
                <a:gd name="T16" fmla="*/ 492 w 55"/>
                <a:gd name="T17" fmla="*/ 533 h 39"/>
                <a:gd name="T18" fmla="*/ 851 w 55"/>
                <a:gd name="T19" fmla="*/ 227 h 39"/>
                <a:gd name="T20" fmla="*/ 522 w 55"/>
                <a:gd name="T21" fmla="*/ 93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9">
                  <a:moveTo>
                    <a:pt x="33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0" y="11"/>
                    <a:pt x="26" y="16"/>
                    <a:pt x="15" y="15"/>
                  </a:cubicBezTo>
                  <a:cubicBezTo>
                    <a:pt x="12" y="14"/>
                    <a:pt x="10" y="13"/>
                    <a:pt x="8" y="11"/>
                  </a:cubicBezTo>
                  <a:cubicBezTo>
                    <a:pt x="10" y="15"/>
                    <a:pt x="11" y="20"/>
                    <a:pt x="8" y="24"/>
                  </a:cubicBezTo>
                  <a:cubicBezTo>
                    <a:pt x="6" y="26"/>
                    <a:pt x="4" y="28"/>
                    <a:pt x="2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0" y="32"/>
                    <a:pt x="4" y="39"/>
                    <a:pt x="14" y="38"/>
                  </a:cubicBezTo>
                  <a:cubicBezTo>
                    <a:pt x="24" y="36"/>
                    <a:pt x="24" y="27"/>
                    <a:pt x="31" y="28"/>
                  </a:cubicBezTo>
                  <a:cubicBezTo>
                    <a:pt x="42" y="29"/>
                    <a:pt x="55" y="18"/>
                    <a:pt x="54" y="12"/>
                  </a:cubicBezTo>
                  <a:cubicBezTo>
                    <a:pt x="53" y="6"/>
                    <a:pt x="45" y="0"/>
                    <a:pt x="33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3" name="Freeform 165">
              <a:extLst>
                <a:ext uri="{FF2B5EF4-FFF2-40B4-BE49-F238E27FC236}">
                  <a16:creationId xmlns:a16="http://schemas.microsoft.com/office/drawing/2014/main" id="{921D18FD-FB13-4E9A-9C5A-B1596F231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133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54 h 2"/>
                <a:gd name="T4" fmla="*/ 33 w 2"/>
                <a:gd name="T5" fmla="*/ 27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4" name="Freeform 166">
              <a:extLst>
                <a:ext uri="{FF2B5EF4-FFF2-40B4-BE49-F238E27FC236}">
                  <a16:creationId xmlns:a16="http://schemas.microsoft.com/office/drawing/2014/main" id="{6EB2586C-7F93-4160-8565-7F021554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981"/>
              <a:ext cx="85" cy="144"/>
            </a:xfrm>
            <a:custGeom>
              <a:avLst/>
              <a:gdLst>
                <a:gd name="T0" fmla="*/ 188 w 34"/>
                <a:gd name="T1" fmla="*/ 832 h 54"/>
                <a:gd name="T2" fmla="*/ 425 w 34"/>
                <a:gd name="T3" fmla="*/ 1024 h 54"/>
                <a:gd name="T4" fmla="*/ 458 w 34"/>
                <a:gd name="T5" fmla="*/ 491 h 54"/>
                <a:gd name="T6" fmla="*/ 533 w 34"/>
                <a:gd name="T7" fmla="*/ 341 h 54"/>
                <a:gd name="T8" fmla="*/ 533 w 34"/>
                <a:gd name="T9" fmla="*/ 320 h 54"/>
                <a:gd name="T10" fmla="*/ 95 w 34"/>
                <a:gd name="T11" fmla="*/ 136 h 54"/>
                <a:gd name="T12" fmla="*/ 50 w 34"/>
                <a:gd name="T13" fmla="*/ 477 h 54"/>
                <a:gd name="T14" fmla="*/ 188 w 34"/>
                <a:gd name="T15" fmla="*/ 83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4">
                  <a:moveTo>
                    <a:pt x="12" y="44"/>
                  </a:moveTo>
                  <a:cubicBezTo>
                    <a:pt x="18" y="46"/>
                    <a:pt x="24" y="50"/>
                    <a:pt x="27" y="54"/>
                  </a:cubicBezTo>
                  <a:cubicBezTo>
                    <a:pt x="23" y="46"/>
                    <a:pt x="26" y="33"/>
                    <a:pt x="29" y="26"/>
                  </a:cubicBezTo>
                  <a:cubicBezTo>
                    <a:pt x="30" y="23"/>
                    <a:pt x="32" y="20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0" y="7"/>
                    <a:pt x="16" y="0"/>
                    <a:pt x="6" y="7"/>
                  </a:cubicBezTo>
                  <a:cubicBezTo>
                    <a:pt x="1" y="11"/>
                    <a:pt x="0" y="19"/>
                    <a:pt x="3" y="25"/>
                  </a:cubicBezTo>
                  <a:cubicBezTo>
                    <a:pt x="7" y="31"/>
                    <a:pt x="12" y="38"/>
                    <a:pt x="12" y="4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5" name="Freeform 167">
              <a:extLst>
                <a:ext uri="{FF2B5EF4-FFF2-40B4-BE49-F238E27FC236}">
                  <a16:creationId xmlns:a16="http://schemas.microsoft.com/office/drawing/2014/main" id="{4B81D498-C8ED-412C-BC00-D004FEB0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355"/>
              <a:ext cx="155" cy="90"/>
            </a:xfrm>
            <a:custGeom>
              <a:avLst/>
              <a:gdLst>
                <a:gd name="T0" fmla="*/ 675 w 62"/>
                <a:gd name="T1" fmla="*/ 56 h 34"/>
                <a:gd name="T2" fmla="*/ 738 w 62"/>
                <a:gd name="T3" fmla="*/ 484 h 34"/>
                <a:gd name="T4" fmla="*/ 408 w 62"/>
                <a:gd name="T5" fmla="*/ 519 h 34"/>
                <a:gd name="T6" fmla="*/ 113 w 62"/>
                <a:gd name="T7" fmla="*/ 574 h 34"/>
                <a:gd name="T8" fmla="*/ 125 w 62"/>
                <a:gd name="T9" fmla="*/ 225 h 34"/>
                <a:gd name="T10" fmla="*/ 675 w 62"/>
                <a:gd name="T11" fmla="*/ 5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4">
                  <a:moveTo>
                    <a:pt x="43" y="3"/>
                  </a:moveTo>
                  <a:cubicBezTo>
                    <a:pt x="62" y="4"/>
                    <a:pt x="54" y="23"/>
                    <a:pt x="47" y="26"/>
                  </a:cubicBezTo>
                  <a:cubicBezTo>
                    <a:pt x="40" y="29"/>
                    <a:pt x="33" y="25"/>
                    <a:pt x="26" y="28"/>
                  </a:cubicBezTo>
                  <a:cubicBezTo>
                    <a:pt x="20" y="30"/>
                    <a:pt x="12" y="34"/>
                    <a:pt x="7" y="31"/>
                  </a:cubicBezTo>
                  <a:cubicBezTo>
                    <a:pt x="1" y="27"/>
                    <a:pt x="0" y="20"/>
                    <a:pt x="8" y="12"/>
                  </a:cubicBezTo>
                  <a:cubicBezTo>
                    <a:pt x="14" y="5"/>
                    <a:pt x="33" y="0"/>
                    <a:pt x="43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6" name="Freeform 168">
              <a:extLst>
                <a:ext uri="{FF2B5EF4-FFF2-40B4-BE49-F238E27FC236}">
                  <a16:creationId xmlns:a16="http://schemas.microsoft.com/office/drawing/2014/main" id="{38DE15BA-5EE9-471B-A5B6-D44DC3DD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288"/>
              <a:ext cx="127" cy="85"/>
            </a:xfrm>
            <a:custGeom>
              <a:avLst/>
              <a:gdLst>
                <a:gd name="T0" fmla="*/ 540 w 51"/>
                <a:gd name="T1" fmla="*/ 133 h 32"/>
                <a:gd name="T2" fmla="*/ 279 w 51"/>
                <a:gd name="T3" fmla="*/ 21 h 32"/>
                <a:gd name="T4" fmla="*/ 62 w 51"/>
                <a:gd name="T5" fmla="*/ 77 h 32"/>
                <a:gd name="T6" fmla="*/ 125 w 51"/>
                <a:gd name="T7" fmla="*/ 507 h 32"/>
                <a:gd name="T8" fmla="*/ 261 w 51"/>
                <a:gd name="T9" fmla="*/ 523 h 32"/>
                <a:gd name="T10" fmla="*/ 416 w 51"/>
                <a:gd name="T11" fmla="*/ 600 h 32"/>
                <a:gd name="T12" fmla="*/ 712 w 51"/>
                <a:gd name="T13" fmla="*/ 507 h 32"/>
                <a:gd name="T14" fmla="*/ 787 w 51"/>
                <a:gd name="T15" fmla="*/ 319 h 32"/>
                <a:gd name="T16" fmla="*/ 540 w 51"/>
                <a:gd name="T17" fmla="*/ 133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2">
                  <a:moveTo>
                    <a:pt x="35" y="7"/>
                  </a:moveTo>
                  <a:cubicBezTo>
                    <a:pt x="29" y="9"/>
                    <a:pt x="25" y="2"/>
                    <a:pt x="18" y="1"/>
                  </a:cubicBezTo>
                  <a:cubicBezTo>
                    <a:pt x="10" y="1"/>
                    <a:pt x="7" y="0"/>
                    <a:pt x="4" y="4"/>
                  </a:cubicBezTo>
                  <a:cubicBezTo>
                    <a:pt x="0" y="15"/>
                    <a:pt x="2" y="22"/>
                    <a:pt x="8" y="27"/>
                  </a:cubicBezTo>
                  <a:cubicBezTo>
                    <a:pt x="12" y="27"/>
                    <a:pt x="15" y="27"/>
                    <a:pt x="17" y="28"/>
                  </a:cubicBezTo>
                  <a:cubicBezTo>
                    <a:pt x="22" y="28"/>
                    <a:pt x="25" y="30"/>
                    <a:pt x="27" y="32"/>
                  </a:cubicBezTo>
                  <a:cubicBezTo>
                    <a:pt x="35" y="32"/>
                    <a:pt x="42" y="31"/>
                    <a:pt x="46" y="27"/>
                  </a:cubicBezTo>
                  <a:cubicBezTo>
                    <a:pt x="46" y="23"/>
                    <a:pt x="48" y="20"/>
                    <a:pt x="51" y="17"/>
                  </a:cubicBezTo>
                  <a:cubicBezTo>
                    <a:pt x="50" y="6"/>
                    <a:pt x="41" y="5"/>
                    <a:pt x="35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7" name="Freeform 169">
              <a:extLst>
                <a:ext uri="{FF2B5EF4-FFF2-40B4-BE49-F238E27FC236}">
                  <a16:creationId xmlns:a16="http://schemas.microsoft.com/office/drawing/2014/main" id="{910955C8-7D14-4123-B028-07EBBA203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261"/>
              <a:ext cx="75" cy="134"/>
            </a:xfrm>
            <a:custGeom>
              <a:avLst/>
              <a:gdLst>
                <a:gd name="T0" fmla="*/ 158 w 30"/>
                <a:gd name="T1" fmla="*/ 906 h 50"/>
                <a:gd name="T2" fmla="*/ 408 w 30"/>
                <a:gd name="T3" fmla="*/ 732 h 50"/>
                <a:gd name="T4" fmla="*/ 438 w 30"/>
                <a:gd name="T5" fmla="*/ 94 h 50"/>
                <a:gd name="T6" fmla="*/ 408 w 30"/>
                <a:gd name="T7" fmla="*/ 94 h 50"/>
                <a:gd name="T8" fmla="*/ 270 w 30"/>
                <a:gd name="T9" fmla="*/ 0 h 50"/>
                <a:gd name="T10" fmla="*/ 270 w 30"/>
                <a:gd name="T11" fmla="*/ 0 h 50"/>
                <a:gd name="T12" fmla="*/ 83 w 30"/>
                <a:gd name="T13" fmla="*/ 389 h 50"/>
                <a:gd name="T14" fmla="*/ 0 w 30"/>
                <a:gd name="T15" fmla="*/ 791 h 50"/>
                <a:gd name="T16" fmla="*/ 113 w 30"/>
                <a:gd name="T17" fmla="*/ 962 h 50"/>
                <a:gd name="T18" fmla="*/ 158 w 30"/>
                <a:gd name="T19" fmla="*/ 906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50">
                  <a:moveTo>
                    <a:pt x="10" y="47"/>
                  </a:moveTo>
                  <a:cubicBezTo>
                    <a:pt x="13" y="43"/>
                    <a:pt x="19" y="40"/>
                    <a:pt x="26" y="38"/>
                  </a:cubicBezTo>
                  <a:cubicBezTo>
                    <a:pt x="30" y="29"/>
                    <a:pt x="30" y="13"/>
                    <a:pt x="28" y="5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2" y="3"/>
                    <a:pt x="19" y="2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6" y="3"/>
                    <a:pt x="5" y="10"/>
                    <a:pt x="5" y="20"/>
                  </a:cubicBezTo>
                  <a:cubicBezTo>
                    <a:pt x="5" y="29"/>
                    <a:pt x="0" y="35"/>
                    <a:pt x="0" y="41"/>
                  </a:cubicBezTo>
                  <a:cubicBezTo>
                    <a:pt x="0" y="45"/>
                    <a:pt x="3" y="48"/>
                    <a:pt x="7" y="50"/>
                  </a:cubicBezTo>
                  <a:cubicBezTo>
                    <a:pt x="8" y="49"/>
                    <a:pt x="9" y="48"/>
                    <a:pt x="10" y="4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8" name="Freeform 170">
              <a:extLst>
                <a:ext uri="{FF2B5EF4-FFF2-40B4-BE49-F238E27FC236}">
                  <a16:creationId xmlns:a16="http://schemas.microsoft.com/office/drawing/2014/main" id="{5E0D2679-292B-4AAC-B581-8DDD1949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1301"/>
              <a:ext cx="115" cy="179"/>
            </a:xfrm>
            <a:custGeom>
              <a:avLst/>
              <a:gdLst>
                <a:gd name="T0" fmla="*/ 33 w 46"/>
                <a:gd name="T1" fmla="*/ 1029 h 67"/>
                <a:gd name="T2" fmla="*/ 95 w 46"/>
                <a:gd name="T3" fmla="*/ 1256 h 67"/>
                <a:gd name="T4" fmla="*/ 113 w 46"/>
                <a:gd name="T5" fmla="*/ 1277 h 67"/>
                <a:gd name="T6" fmla="*/ 145 w 46"/>
                <a:gd name="T7" fmla="*/ 1184 h 67"/>
                <a:gd name="T8" fmla="*/ 363 w 46"/>
                <a:gd name="T9" fmla="*/ 1106 h 67"/>
                <a:gd name="T10" fmla="*/ 675 w 46"/>
                <a:gd name="T11" fmla="*/ 550 h 67"/>
                <a:gd name="T12" fmla="*/ 533 w 46"/>
                <a:gd name="T13" fmla="*/ 56 h 67"/>
                <a:gd name="T14" fmla="*/ 313 w 46"/>
                <a:gd name="T15" fmla="*/ 264 h 67"/>
                <a:gd name="T16" fmla="*/ 208 w 46"/>
                <a:gd name="T17" fmla="*/ 550 h 67"/>
                <a:gd name="T18" fmla="*/ 0 w 46"/>
                <a:gd name="T19" fmla="*/ 935 h 67"/>
                <a:gd name="T20" fmla="*/ 33 w 46"/>
                <a:gd name="T21" fmla="*/ 1029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67">
                  <a:moveTo>
                    <a:pt x="2" y="54"/>
                  </a:moveTo>
                  <a:cubicBezTo>
                    <a:pt x="3" y="57"/>
                    <a:pt x="6" y="62"/>
                    <a:pt x="6" y="66"/>
                  </a:cubicBezTo>
                  <a:cubicBezTo>
                    <a:pt x="6" y="67"/>
                    <a:pt x="6" y="67"/>
                    <a:pt x="7" y="67"/>
                  </a:cubicBezTo>
                  <a:cubicBezTo>
                    <a:pt x="7" y="65"/>
                    <a:pt x="8" y="64"/>
                    <a:pt x="9" y="62"/>
                  </a:cubicBezTo>
                  <a:cubicBezTo>
                    <a:pt x="12" y="58"/>
                    <a:pt x="17" y="57"/>
                    <a:pt x="23" y="58"/>
                  </a:cubicBezTo>
                  <a:cubicBezTo>
                    <a:pt x="31" y="56"/>
                    <a:pt x="41" y="41"/>
                    <a:pt x="43" y="29"/>
                  </a:cubicBezTo>
                  <a:cubicBezTo>
                    <a:pt x="46" y="17"/>
                    <a:pt x="45" y="5"/>
                    <a:pt x="34" y="3"/>
                  </a:cubicBezTo>
                  <a:cubicBezTo>
                    <a:pt x="26" y="0"/>
                    <a:pt x="21" y="5"/>
                    <a:pt x="20" y="14"/>
                  </a:cubicBezTo>
                  <a:cubicBezTo>
                    <a:pt x="19" y="22"/>
                    <a:pt x="18" y="24"/>
                    <a:pt x="13" y="29"/>
                  </a:cubicBezTo>
                  <a:cubicBezTo>
                    <a:pt x="8" y="33"/>
                    <a:pt x="0" y="38"/>
                    <a:pt x="0" y="49"/>
                  </a:cubicBezTo>
                  <a:cubicBezTo>
                    <a:pt x="1" y="51"/>
                    <a:pt x="1" y="52"/>
                    <a:pt x="2" y="5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9" name="Freeform 171">
              <a:extLst>
                <a:ext uri="{FF2B5EF4-FFF2-40B4-BE49-F238E27FC236}">
                  <a16:creationId xmlns:a16="http://schemas.microsoft.com/office/drawing/2014/main" id="{6361BBF0-AC24-4DA9-8984-22F78A0FB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275"/>
              <a:ext cx="65" cy="165"/>
            </a:xfrm>
            <a:custGeom>
              <a:avLst/>
              <a:gdLst>
                <a:gd name="T0" fmla="*/ 408 w 26"/>
                <a:gd name="T1" fmla="*/ 170 h 62"/>
                <a:gd name="T2" fmla="*/ 283 w 26"/>
                <a:gd name="T3" fmla="*/ 0 h 62"/>
                <a:gd name="T4" fmla="*/ 83 w 26"/>
                <a:gd name="T5" fmla="*/ 205 h 62"/>
                <a:gd name="T6" fmla="*/ 83 w 26"/>
                <a:gd name="T7" fmla="*/ 588 h 62"/>
                <a:gd name="T8" fmla="*/ 50 w 26"/>
                <a:gd name="T9" fmla="*/ 737 h 62"/>
                <a:gd name="T10" fmla="*/ 0 w 26"/>
                <a:gd name="T11" fmla="*/ 921 h 62"/>
                <a:gd name="T12" fmla="*/ 395 w 26"/>
                <a:gd name="T13" fmla="*/ 806 h 62"/>
                <a:gd name="T14" fmla="*/ 333 w 26"/>
                <a:gd name="T15" fmla="*/ 679 h 62"/>
                <a:gd name="T16" fmla="*/ 408 w 26"/>
                <a:gd name="T17" fmla="*/ 282 h 62"/>
                <a:gd name="T18" fmla="*/ 408 w 26"/>
                <a:gd name="T19" fmla="*/ 17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62">
                  <a:moveTo>
                    <a:pt x="26" y="9"/>
                  </a:moveTo>
                  <a:cubicBezTo>
                    <a:pt x="24" y="4"/>
                    <a:pt x="21" y="0"/>
                    <a:pt x="18" y="0"/>
                  </a:cubicBezTo>
                  <a:cubicBezTo>
                    <a:pt x="9" y="0"/>
                    <a:pt x="5" y="6"/>
                    <a:pt x="5" y="11"/>
                  </a:cubicBezTo>
                  <a:cubicBezTo>
                    <a:pt x="4" y="16"/>
                    <a:pt x="9" y="25"/>
                    <a:pt x="5" y="31"/>
                  </a:cubicBezTo>
                  <a:cubicBezTo>
                    <a:pt x="4" y="34"/>
                    <a:pt x="4" y="36"/>
                    <a:pt x="3" y="39"/>
                  </a:cubicBezTo>
                  <a:cubicBezTo>
                    <a:pt x="3" y="42"/>
                    <a:pt x="2" y="45"/>
                    <a:pt x="0" y="49"/>
                  </a:cubicBezTo>
                  <a:cubicBezTo>
                    <a:pt x="5" y="57"/>
                    <a:pt x="18" y="62"/>
                    <a:pt x="25" y="43"/>
                  </a:cubicBezTo>
                  <a:cubicBezTo>
                    <a:pt x="23" y="41"/>
                    <a:pt x="21" y="39"/>
                    <a:pt x="21" y="36"/>
                  </a:cubicBezTo>
                  <a:cubicBezTo>
                    <a:pt x="21" y="30"/>
                    <a:pt x="26" y="24"/>
                    <a:pt x="26" y="15"/>
                  </a:cubicBezTo>
                  <a:cubicBezTo>
                    <a:pt x="26" y="13"/>
                    <a:pt x="26" y="11"/>
                    <a:pt x="26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0" name="Freeform 172">
              <a:extLst>
                <a:ext uri="{FF2B5EF4-FFF2-40B4-BE49-F238E27FC236}">
                  <a16:creationId xmlns:a16="http://schemas.microsoft.com/office/drawing/2014/main" id="{80848B81-259C-424D-9363-055929E91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181"/>
              <a:ext cx="170" cy="75"/>
            </a:xfrm>
            <a:custGeom>
              <a:avLst/>
              <a:gdLst>
                <a:gd name="T0" fmla="*/ 50 w 68"/>
                <a:gd name="T1" fmla="*/ 287 h 28"/>
                <a:gd name="T2" fmla="*/ 333 w 68"/>
                <a:gd name="T3" fmla="*/ 21 h 28"/>
                <a:gd name="T4" fmla="*/ 833 w 68"/>
                <a:gd name="T5" fmla="*/ 78 h 28"/>
                <a:gd name="T6" fmla="*/ 1000 w 68"/>
                <a:gd name="T7" fmla="*/ 388 h 28"/>
                <a:gd name="T8" fmla="*/ 720 w 68"/>
                <a:gd name="T9" fmla="*/ 458 h 28"/>
                <a:gd name="T10" fmla="*/ 520 w 68"/>
                <a:gd name="T11" fmla="*/ 45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8">
                  <a:moveTo>
                    <a:pt x="3" y="15"/>
                  </a:moveTo>
                  <a:cubicBezTo>
                    <a:pt x="0" y="6"/>
                    <a:pt x="8" y="1"/>
                    <a:pt x="21" y="1"/>
                  </a:cubicBezTo>
                  <a:cubicBezTo>
                    <a:pt x="35" y="0"/>
                    <a:pt x="42" y="2"/>
                    <a:pt x="53" y="4"/>
                  </a:cubicBezTo>
                  <a:cubicBezTo>
                    <a:pt x="64" y="7"/>
                    <a:pt x="68" y="13"/>
                    <a:pt x="64" y="20"/>
                  </a:cubicBezTo>
                  <a:cubicBezTo>
                    <a:pt x="60" y="28"/>
                    <a:pt x="53" y="26"/>
                    <a:pt x="46" y="24"/>
                  </a:cubicBezTo>
                  <a:cubicBezTo>
                    <a:pt x="39" y="22"/>
                    <a:pt x="33" y="23"/>
                    <a:pt x="33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1" name="Freeform 173">
              <a:extLst>
                <a:ext uri="{FF2B5EF4-FFF2-40B4-BE49-F238E27FC236}">
                  <a16:creationId xmlns:a16="http://schemas.microsoft.com/office/drawing/2014/main" id="{0B0B99CC-14C2-447D-94C0-B9040778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1163"/>
              <a:ext cx="123" cy="160"/>
            </a:xfrm>
            <a:custGeom>
              <a:avLst/>
              <a:gdLst>
                <a:gd name="T0" fmla="*/ 663 w 49"/>
                <a:gd name="T1" fmla="*/ 136 h 60"/>
                <a:gd name="T2" fmla="*/ 188 w 49"/>
                <a:gd name="T3" fmla="*/ 320 h 60"/>
                <a:gd name="T4" fmla="*/ 158 w 49"/>
                <a:gd name="T5" fmla="*/ 1024 h 60"/>
                <a:gd name="T6" fmla="*/ 429 w 49"/>
                <a:gd name="T7" fmla="*/ 931 h 60"/>
                <a:gd name="T8" fmla="*/ 567 w 49"/>
                <a:gd name="T9" fmla="*/ 547 h 60"/>
                <a:gd name="T10" fmla="*/ 663 w 49"/>
                <a:gd name="T11" fmla="*/ 13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60">
                  <a:moveTo>
                    <a:pt x="42" y="7"/>
                  </a:moveTo>
                  <a:cubicBezTo>
                    <a:pt x="34" y="0"/>
                    <a:pt x="20" y="3"/>
                    <a:pt x="12" y="17"/>
                  </a:cubicBezTo>
                  <a:cubicBezTo>
                    <a:pt x="4" y="32"/>
                    <a:pt x="0" y="48"/>
                    <a:pt x="10" y="54"/>
                  </a:cubicBezTo>
                  <a:cubicBezTo>
                    <a:pt x="19" y="60"/>
                    <a:pt x="24" y="57"/>
                    <a:pt x="27" y="49"/>
                  </a:cubicBezTo>
                  <a:cubicBezTo>
                    <a:pt x="30" y="41"/>
                    <a:pt x="29" y="34"/>
                    <a:pt x="36" y="29"/>
                  </a:cubicBezTo>
                  <a:cubicBezTo>
                    <a:pt x="43" y="25"/>
                    <a:pt x="49" y="14"/>
                    <a:pt x="4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2" name="Freeform 174">
              <a:extLst>
                <a:ext uri="{FF2B5EF4-FFF2-40B4-BE49-F238E27FC236}">
                  <a16:creationId xmlns:a16="http://schemas.microsoft.com/office/drawing/2014/main" id="{8AD9C1D4-5798-4712-B916-CDB40EB4B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181"/>
              <a:ext cx="95" cy="102"/>
            </a:xfrm>
            <a:custGeom>
              <a:avLst/>
              <a:gdLst>
                <a:gd name="T0" fmla="*/ 550 w 38"/>
                <a:gd name="T1" fmla="*/ 94 h 38"/>
                <a:gd name="T2" fmla="*/ 595 w 38"/>
                <a:gd name="T3" fmla="*/ 21 h 38"/>
                <a:gd name="T4" fmla="*/ 583 w 38"/>
                <a:gd name="T5" fmla="*/ 0 h 38"/>
                <a:gd name="T6" fmla="*/ 375 w 38"/>
                <a:gd name="T7" fmla="*/ 172 h 38"/>
                <a:gd name="T8" fmla="*/ 220 w 38"/>
                <a:gd name="T9" fmla="*/ 137 h 38"/>
                <a:gd name="T10" fmla="*/ 220 w 38"/>
                <a:gd name="T11" fmla="*/ 137 h 38"/>
                <a:gd name="T12" fmla="*/ 125 w 38"/>
                <a:gd name="T13" fmla="*/ 231 h 38"/>
                <a:gd name="T14" fmla="*/ 33 w 38"/>
                <a:gd name="T15" fmla="*/ 403 h 38"/>
                <a:gd name="T16" fmla="*/ 20 w 38"/>
                <a:gd name="T17" fmla="*/ 582 h 38"/>
                <a:gd name="T18" fmla="*/ 208 w 38"/>
                <a:gd name="T19" fmla="*/ 735 h 38"/>
                <a:gd name="T20" fmla="*/ 345 w 38"/>
                <a:gd name="T21" fmla="*/ 676 h 38"/>
                <a:gd name="T22" fmla="*/ 345 w 38"/>
                <a:gd name="T23" fmla="*/ 676 h 38"/>
                <a:gd name="T24" fmla="*/ 375 w 38"/>
                <a:gd name="T25" fmla="*/ 676 h 38"/>
                <a:gd name="T26" fmla="*/ 583 w 38"/>
                <a:gd name="T27" fmla="*/ 518 h 38"/>
                <a:gd name="T28" fmla="*/ 595 w 38"/>
                <a:gd name="T29" fmla="*/ 518 h 38"/>
                <a:gd name="T30" fmla="*/ 550 w 38"/>
                <a:gd name="T31" fmla="*/ 94 h 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" h="38">
                  <a:moveTo>
                    <a:pt x="35" y="5"/>
                  </a:moveTo>
                  <a:cubicBezTo>
                    <a:pt x="36" y="3"/>
                    <a:pt x="37" y="2"/>
                    <a:pt x="38" y="1"/>
                  </a:cubicBezTo>
                  <a:cubicBezTo>
                    <a:pt x="38" y="1"/>
                    <a:pt x="38" y="0"/>
                    <a:pt x="37" y="0"/>
                  </a:cubicBezTo>
                  <a:cubicBezTo>
                    <a:pt x="34" y="2"/>
                    <a:pt x="32" y="8"/>
                    <a:pt x="24" y="9"/>
                  </a:cubicBezTo>
                  <a:cubicBezTo>
                    <a:pt x="20" y="9"/>
                    <a:pt x="17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8"/>
                    <a:pt x="10" y="10"/>
                    <a:pt x="8" y="12"/>
                  </a:cubicBezTo>
                  <a:cubicBezTo>
                    <a:pt x="7" y="15"/>
                    <a:pt x="5" y="19"/>
                    <a:pt x="2" y="21"/>
                  </a:cubicBezTo>
                  <a:cubicBezTo>
                    <a:pt x="1" y="24"/>
                    <a:pt x="0" y="27"/>
                    <a:pt x="1" y="30"/>
                  </a:cubicBezTo>
                  <a:cubicBezTo>
                    <a:pt x="3" y="36"/>
                    <a:pt x="8" y="38"/>
                    <a:pt x="13" y="38"/>
                  </a:cubicBezTo>
                  <a:cubicBezTo>
                    <a:pt x="15" y="36"/>
                    <a:pt x="18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3" y="35"/>
                    <a:pt x="23" y="35"/>
                    <a:pt x="24" y="35"/>
                  </a:cubicBezTo>
                  <a:cubicBezTo>
                    <a:pt x="31" y="31"/>
                    <a:pt x="32" y="25"/>
                    <a:pt x="37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1" y="20"/>
                    <a:pt x="32" y="11"/>
                    <a:pt x="35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3" name="Freeform 175">
              <a:extLst>
                <a:ext uri="{FF2B5EF4-FFF2-40B4-BE49-F238E27FC236}">
                  <a16:creationId xmlns:a16="http://schemas.microsoft.com/office/drawing/2014/main" id="{20A90D8A-0400-4C11-B837-067BFADB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453"/>
              <a:ext cx="142" cy="88"/>
            </a:xfrm>
            <a:custGeom>
              <a:avLst/>
              <a:gdLst>
                <a:gd name="T0" fmla="*/ 42 w 57"/>
                <a:gd name="T1" fmla="*/ 205 h 33"/>
                <a:gd name="T2" fmla="*/ 311 w 57"/>
                <a:gd name="T3" fmla="*/ 512 h 33"/>
                <a:gd name="T4" fmla="*/ 837 w 57"/>
                <a:gd name="T5" fmla="*/ 363 h 33"/>
                <a:gd name="T6" fmla="*/ 620 w 57"/>
                <a:gd name="T7" fmla="*/ 35 h 33"/>
                <a:gd name="T8" fmla="*/ 354 w 57"/>
                <a:gd name="T9" fmla="*/ 93 h 33"/>
                <a:gd name="T10" fmla="*/ 42 w 57"/>
                <a:gd name="T11" fmla="*/ 20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3">
                  <a:moveTo>
                    <a:pt x="3" y="11"/>
                  </a:moveTo>
                  <a:cubicBezTo>
                    <a:pt x="0" y="20"/>
                    <a:pt x="7" y="25"/>
                    <a:pt x="20" y="27"/>
                  </a:cubicBezTo>
                  <a:cubicBezTo>
                    <a:pt x="33" y="29"/>
                    <a:pt x="51" y="33"/>
                    <a:pt x="54" y="19"/>
                  </a:cubicBezTo>
                  <a:cubicBezTo>
                    <a:pt x="57" y="6"/>
                    <a:pt x="47" y="1"/>
                    <a:pt x="40" y="2"/>
                  </a:cubicBezTo>
                  <a:cubicBezTo>
                    <a:pt x="33" y="2"/>
                    <a:pt x="27" y="5"/>
                    <a:pt x="23" y="5"/>
                  </a:cubicBezTo>
                  <a:cubicBezTo>
                    <a:pt x="19" y="4"/>
                    <a:pt x="6" y="0"/>
                    <a:pt x="3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4" name="Freeform 176">
              <a:extLst>
                <a:ext uri="{FF2B5EF4-FFF2-40B4-BE49-F238E27FC236}">
                  <a16:creationId xmlns:a16="http://schemas.microsoft.com/office/drawing/2014/main" id="{0883A0FA-A7FA-41AB-97A0-F6A3A07D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352"/>
              <a:ext cx="113" cy="147"/>
            </a:xfrm>
            <a:custGeom>
              <a:avLst/>
              <a:gdLst>
                <a:gd name="T0" fmla="*/ 472 w 45"/>
                <a:gd name="T1" fmla="*/ 307 h 55"/>
                <a:gd name="T2" fmla="*/ 0 w 45"/>
                <a:gd name="T3" fmla="*/ 192 h 55"/>
                <a:gd name="T4" fmla="*/ 0 w 45"/>
                <a:gd name="T5" fmla="*/ 192 h 55"/>
                <a:gd name="T6" fmla="*/ 50 w 45"/>
                <a:gd name="T7" fmla="*/ 513 h 55"/>
                <a:gd name="T8" fmla="*/ 158 w 45"/>
                <a:gd name="T9" fmla="*/ 572 h 55"/>
                <a:gd name="T10" fmla="*/ 251 w 45"/>
                <a:gd name="T11" fmla="*/ 821 h 55"/>
                <a:gd name="T12" fmla="*/ 316 w 45"/>
                <a:gd name="T13" fmla="*/ 935 h 55"/>
                <a:gd name="T14" fmla="*/ 600 w 45"/>
                <a:gd name="T15" fmla="*/ 935 h 55"/>
                <a:gd name="T16" fmla="*/ 472 w 45"/>
                <a:gd name="T17" fmla="*/ 30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55">
                  <a:moveTo>
                    <a:pt x="30" y="16"/>
                  </a:moveTo>
                  <a:cubicBezTo>
                    <a:pt x="17" y="0"/>
                    <a:pt x="7" y="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14"/>
                    <a:pt x="6" y="21"/>
                    <a:pt x="3" y="27"/>
                  </a:cubicBezTo>
                  <a:cubicBezTo>
                    <a:pt x="5" y="28"/>
                    <a:pt x="7" y="29"/>
                    <a:pt x="10" y="30"/>
                  </a:cubicBezTo>
                  <a:cubicBezTo>
                    <a:pt x="13" y="32"/>
                    <a:pt x="14" y="38"/>
                    <a:pt x="16" y="43"/>
                  </a:cubicBezTo>
                  <a:cubicBezTo>
                    <a:pt x="18" y="44"/>
                    <a:pt x="19" y="46"/>
                    <a:pt x="20" y="49"/>
                  </a:cubicBezTo>
                  <a:cubicBezTo>
                    <a:pt x="23" y="51"/>
                    <a:pt x="31" y="55"/>
                    <a:pt x="38" y="49"/>
                  </a:cubicBezTo>
                  <a:cubicBezTo>
                    <a:pt x="45" y="42"/>
                    <a:pt x="42" y="32"/>
                    <a:pt x="3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5" name="Freeform 177">
              <a:extLst>
                <a:ext uri="{FF2B5EF4-FFF2-40B4-BE49-F238E27FC236}">
                  <a16:creationId xmlns:a16="http://schemas.microsoft.com/office/drawing/2014/main" id="{8880E4FF-713C-4C4D-B9DE-F7B90E65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40"/>
              <a:ext cx="138" cy="155"/>
            </a:xfrm>
            <a:custGeom>
              <a:avLst/>
              <a:gdLst>
                <a:gd name="T0" fmla="*/ 693 w 55"/>
                <a:gd name="T1" fmla="*/ 593 h 58"/>
                <a:gd name="T2" fmla="*/ 409 w 55"/>
                <a:gd name="T3" fmla="*/ 321 h 58"/>
                <a:gd name="T4" fmla="*/ 63 w 55"/>
                <a:gd name="T5" fmla="*/ 171 h 58"/>
                <a:gd name="T6" fmla="*/ 63 w 55"/>
                <a:gd name="T7" fmla="*/ 171 h 58"/>
                <a:gd name="T8" fmla="*/ 20 w 55"/>
                <a:gd name="T9" fmla="*/ 286 h 58"/>
                <a:gd name="T10" fmla="*/ 0 w 55"/>
                <a:gd name="T11" fmla="*/ 321 h 58"/>
                <a:gd name="T12" fmla="*/ 0 w 55"/>
                <a:gd name="T13" fmla="*/ 457 h 58"/>
                <a:gd name="T14" fmla="*/ 208 w 55"/>
                <a:gd name="T15" fmla="*/ 820 h 58"/>
                <a:gd name="T16" fmla="*/ 176 w 55"/>
                <a:gd name="T17" fmla="*/ 879 h 58"/>
                <a:gd name="T18" fmla="*/ 221 w 55"/>
                <a:gd name="T19" fmla="*/ 914 h 58"/>
                <a:gd name="T20" fmla="*/ 630 w 55"/>
                <a:gd name="T21" fmla="*/ 1106 h 58"/>
                <a:gd name="T22" fmla="*/ 693 w 55"/>
                <a:gd name="T23" fmla="*/ 1085 h 58"/>
                <a:gd name="T24" fmla="*/ 693 w 55"/>
                <a:gd name="T25" fmla="*/ 593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58">
                  <a:moveTo>
                    <a:pt x="44" y="31"/>
                  </a:moveTo>
                  <a:cubicBezTo>
                    <a:pt x="35" y="26"/>
                    <a:pt x="32" y="24"/>
                    <a:pt x="26" y="17"/>
                  </a:cubicBezTo>
                  <a:cubicBezTo>
                    <a:pt x="20" y="9"/>
                    <a:pt x="11" y="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3" y="13"/>
                    <a:pt x="1" y="15"/>
                  </a:cubicBezTo>
                  <a:cubicBezTo>
                    <a:pt x="1" y="16"/>
                    <a:pt x="1" y="16"/>
                    <a:pt x="0" y="17"/>
                  </a:cubicBezTo>
                  <a:cubicBezTo>
                    <a:pt x="0" y="19"/>
                    <a:pt x="0" y="21"/>
                    <a:pt x="0" y="24"/>
                  </a:cubicBezTo>
                  <a:cubicBezTo>
                    <a:pt x="11" y="26"/>
                    <a:pt x="17" y="34"/>
                    <a:pt x="13" y="43"/>
                  </a:cubicBezTo>
                  <a:cubicBezTo>
                    <a:pt x="13" y="44"/>
                    <a:pt x="12" y="45"/>
                    <a:pt x="11" y="46"/>
                  </a:cubicBezTo>
                  <a:cubicBezTo>
                    <a:pt x="12" y="47"/>
                    <a:pt x="13" y="48"/>
                    <a:pt x="14" y="48"/>
                  </a:cubicBezTo>
                  <a:cubicBezTo>
                    <a:pt x="21" y="43"/>
                    <a:pt x="30" y="45"/>
                    <a:pt x="40" y="58"/>
                  </a:cubicBezTo>
                  <a:cubicBezTo>
                    <a:pt x="42" y="57"/>
                    <a:pt x="43" y="57"/>
                    <a:pt x="44" y="57"/>
                  </a:cubicBezTo>
                  <a:cubicBezTo>
                    <a:pt x="55" y="51"/>
                    <a:pt x="54" y="37"/>
                    <a:pt x="44" y="3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6" name="Freeform 178">
              <a:extLst>
                <a:ext uri="{FF2B5EF4-FFF2-40B4-BE49-F238E27FC236}">
                  <a16:creationId xmlns:a16="http://schemas.microsoft.com/office/drawing/2014/main" id="{63931008-1810-4C7C-87CC-FEBE31471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987"/>
              <a:ext cx="125" cy="133"/>
            </a:xfrm>
            <a:custGeom>
              <a:avLst/>
              <a:gdLst>
                <a:gd name="T0" fmla="*/ 470 w 50"/>
                <a:gd name="T1" fmla="*/ 622 h 50"/>
                <a:gd name="T2" fmla="*/ 613 w 50"/>
                <a:gd name="T3" fmla="*/ 114 h 50"/>
                <a:gd name="T4" fmla="*/ 158 w 50"/>
                <a:gd name="T5" fmla="*/ 340 h 50"/>
                <a:gd name="T6" fmla="*/ 175 w 50"/>
                <a:gd name="T7" fmla="*/ 865 h 50"/>
                <a:gd name="T8" fmla="*/ 470 w 50"/>
                <a:gd name="T9" fmla="*/ 62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30" y="33"/>
                  </a:moveTo>
                  <a:cubicBezTo>
                    <a:pt x="38" y="26"/>
                    <a:pt x="50" y="15"/>
                    <a:pt x="39" y="6"/>
                  </a:cubicBezTo>
                  <a:cubicBezTo>
                    <a:pt x="30" y="0"/>
                    <a:pt x="16" y="9"/>
                    <a:pt x="10" y="18"/>
                  </a:cubicBezTo>
                  <a:cubicBezTo>
                    <a:pt x="4" y="28"/>
                    <a:pt x="0" y="43"/>
                    <a:pt x="11" y="46"/>
                  </a:cubicBezTo>
                  <a:cubicBezTo>
                    <a:pt x="23" y="50"/>
                    <a:pt x="21" y="39"/>
                    <a:pt x="30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7" name="Freeform 179">
              <a:extLst>
                <a:ext uri="{FF2B5EF4-FFF2-40B4-BE49-F238E27FC236}">
                  <a16:creationId xmlns:a16="http://schemas.microsoft.com/office/drawing/2014/main" id="{93D48B58-759A-40DE-8409-B5761B55D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072"/>
              <a:ext cx="80" cy="83"/>
            </a:xfrm>
            <a:custGeom>
              <a:avLst/>
              <a:gdLst>
                <a:gd name="T0" fmla="*/ 50 w 32"/>
                <a:gd name="T1" fmla="*/ 517 h 31"/>
                <a:gd name="T2" fmla="*/ 345 w 32"/>
                <a:gd name="T3" fmla="*/ 573 h 31"/>
                <a:gd name="T4" fmla="*/ 500 w 32"/>
                <a:gd name="T5" fmla="*/ 594 h 31"/>
                <a:gd name="T6" fmla="*/ 500 w 32"/>
                <a:gd name="T7" fmla="*/ 573 h 31"/>
                <a:gd name="T8" fmla="*/ 375 w 32"/>
                <a:gd name="T9" fmla="*/ 286 h 31"/>
                <a:gd name="T10" fmla="*/ 158 w 32"/>
                <a:gd name="T11" fmla="*/ 35 h 31"/>
                <a:gd name="T12" fmla="*/ 50 w 32"/>
                <a:gd name="T13" fmla="*/ 517 h 31"/>
                <a:gd name="T14" fmla="*/ 50 w 32"/>
                <a:gd name="T15" fmla="*/ 517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1">
                  <a:moveTo>
                    <a:pt x="3" y="27"/>
                  </a:moveTo>
                  <a:cubicBezTo>
                    <a:pt x="10" y="27"/>
                    <a:pt x="17" y="30"/>
                    <a:pt x="22" y="30"/>
                  </a:cubicBezTo>
                  <a:cubicBezTo>
                    <a:pt x="25" y="31"/>
                    <a:pt x="28" y="31"/>
                    <a:pt x="32" y="31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1" y="29"/>
                    <a:pt x="26" y="22"/>
                    <a:pt x="24" y="15"/>
                  </a:cubicBezTo>
                  <a:cubicBezTo>
                    <a:pt x="22" y="8"/>
                    <a:pt x="21" y="0"/>
                    <a:pt x="10" y="2"/>
                  </a:cubicBezTo>
                  <a:cubicBezTo>
                    <a:pt x="0" y="3"/>
                    <a:pt x="0" y="21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8" name="Freeform 180">
              <a:extLst>
                <a:ext uri="{FF2B5EF4-FFF2-40B4-BE49-F238E27FC236}">
                  <a16:creationId xmlns:a16="http://schemas.microsoft.com/office/drawing/2014/main" id="{04EBE8E3-96CD-403C-BFD3-A1E157C6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384"/>
              <a:ext cx="83" cy="147"/>
            </a:xfrm>
            <a:custGeom>
              <a:avLst/>
              <a:gdLst>
                <a:gd name="T0" fmla="*/ 380 w 33"/>
                <a:gd name="T1" fmla="*/ 535 h 55"/>
                <a:gd name="T2" fmla="*/ 367 w 33"/>
                <a:gd name="T3" fmla="*/ 0 h 55"/>
                <a:gd name="T4" fmla="*/ 304 w 33"/>
                <a:gd name="T5" fmla="*/ 0 h 55"/>
                <a:gd name="T6" fmla="*/ 189 w 33"/>
                <a:gd name="T7" fmla="*/ 286 h 55"/>
                <a:gd name="T8" fmla="*/ 63 w 33"/>
                <a:gd name="T9" fmla="*/ 307 h 55"/>
                <a:gd name="T10" fmla="*/ 33 w 33"/>
                <a:gd name="T11" fmla="*/ 436 h 55"/>
                <a:gd name="T12" fmla="*/ 241 w 33"/>
                <a:gd name="T13" fmla="*/ 1050 h 55"/>
                <a:gd name="T14" fmla="*/ 380 w 33"/>
                <a:gd name="T15" fmla="*/ 535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5">
                  <a:moveTo>
                    <a:pt x="24" y="28"/>
                  </a:moveTo>
                  <a:cubicBezTo>
                    <a:pt x="24" y="19"/>
                    <a:pt x="33" y="2"/>
                    <a:pt x="23" y="0"/>
                  </a:cubicBezTo>
                  <a:cubicBezTo>
                    <a:pt x="22" y="0"/>
                    <a:pt x="21" y="0"/>
                    <a:pt x="19" y="0"/>
                  </a:cubicBezTo>
                  <a:cubicBezTo>
                    <a:pt x="20" y="6"/>
                    <a:pt x="16" y="13"/>
                    <a:pt x="12" y="15"/>
                  </a:cubicBezTo>
                  <a:cubicBezTo>
                    <a:pt x="9" y="16"/>
                    <a:pt x="6" y="16"/>
                    <a:pt x="4" y="16"/>
                  </a:cubicBezTo>
                  <a:cubicBezTo>
                    <a:pt x="3" y="18"/>
                    <a:pt x="3" y="21"/>
                    <a:pt x="2" y="23"/>
                  </a:cubicBezTo>
                  <a:cubicBezTo>
                    <a:pt x="0" y="42"/>
                    <a:pt x="5" y="54"/>
                    <a:pt x="15" y="55"/>
                  </a:cubicBezTo>
                  <a:cubicBezTo>
                    <a:pt x="29" y="55"/>
                    <a:pt x="23" y="38"/>
                    <a:pt x="24" y="2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9" name="Line 181">
              <a:extLst>
                <a:ext uri="{FF2B5EF4-FFF2-40B4-BE49-F238E27FC236}">
                  <a16:creationId xmlns:a16="http://schemas.microsoft.com/office/drawing/2014/main" id="{3BB5D43F-6E03-4B34-AE97-3D76BBBB6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4" y="1048"/>
              <a:ext cx="10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0" name="Line 182">
              <a:extLst>
                <a:ext uri="{FF2B5EF4-FFF2-40B4-BE49-F238E27FC236}">
                  <a16:creationId xmlns:a16="http://schemas.microsoft.com/office/drawing/2014/main" id="{0D2057F0-DC9B-4836-89D6-B4881071B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9" y="1488"/>
              <a:ext cx="5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1" name="Line 183">
              <a:extLst>
                <a:ext uri="{FF2B5EF4-FFF2-40B4-BE49-F238E27FC236}">
                  <a16:creationId xmlns:a16="http://schemas.microsoft.com/office/drawing/2014/main" id="{A5798687-2E83-4C9A-A587-C1B63162B5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4" y="1483"/>
              <a:ext cx="5" cy="2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2" name="Freeform 184">
              <a:extLst>
                <a:ext uri="{FF2B5EF4-FFF2-40B4-BE49-F238E27FC236}">
                  <a16:creationId xmlns:a16="http://schemas.microsoft.com/office/drawing/2014/main" id="{C09EE3D0-822F-42F2-8FAA-DCA8EE5A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315"/>
              <a:ext cx="60" cy="18"/>
            </a:xfrm>
            <a:custGeom>
              <a:avLst/>
              <a:gdLst>
                <a:gd name="T0" fmla="*/ 0 w 24"/>
                <a:gd name="T1" fmla="*/ 118 h 7"/>
                <a:gd name="T2" fmla="*/ 375 w 2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cubicBezTo>
                    <a:pt x="7" y="1"/>
                    <a:pt x="16" y="0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3" name="Freeform 185">
              <a:extLst>
                <a:ext uri="{FF2B5EF4-FFF2-40B4-BE49-F238E27FC236}">
                  <a16:creationId xmlns:a16="http://schemas.microsoft.com/office/drawing/2014/main" id="{E2382EDA-D405-4B9A-8E01-74956A34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384"/>
              <a:ext cx="43" cy="29"/>
            </a:xfrm>
            <a:custGeom>
              <a:avLst/>
              <a:gdLst>
                <a:gd name="T0" fmla="*/ 0 w 17"/>
                <a:gd name="T1" fmla="*/ 76 h 11"/>
                <a:gd name="T2" fmla="*/ 276 w 1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4"/>
                  </a:moveTo>
                  <a:cubicBezTo>
                    <a:pt x="5" y="0"/>
                    <a:pt x="16" y="8"/>
                    <a:pt x="17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4" name="Freeform 186">
              <a:extLst>
                <a:ext uri="{FF2B5EF4-FFF2-40B4-BE49-F238E27FC236}">
                  <a16:creationId xmlns:a16="http://schemas.microsoft.com/office/drawing/2014/main" id="{E1A0B965-54F0-45BD-B8A3-010181701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293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4" y="4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5" name="Freeform 187">
              <a:extLst>
                <a:ext uri="{FF2B5EF4-FFF2-40B4-BE49-F238E27FC236}">
                  <a16:creationId xmlns:a16="http://schemas.microsoft.com/office/drawing/2014/main" id="{64554280-814E-4091-99AF-7FBFE4B5B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371"/>
              <a:ext cx="40" cy="16"/>
            </a:xfrm>
            <a:custGeom>
              <a:avLst/>
              <a:gdLst>
                <a:gd name="T0" fmla="*/ 0 w 16"/>
                <a:gd name="T1" fmla="*/ 56 h 6"/>
                <a:gd name="T2" fmla="*/ 250 w 16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3"/>
                  </a:moveTo>
                  <a:cubicBezTo>
                    <a:pt x="3" y="6"/>
                    <a:pt x="12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6" name="Freeform 188">
              <a:extLst>
                <a:ext uri="{FF2B5EF4-FFF2-40B4-BE49-F238E27FC236}">
                  <a16:creationId xmlns:a16="http://schemas.microsoft.com/office/drawing/2014/main" id="{A3269450-280B-4B80-9290-16245FEC8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235"/>
              <a:ext cx="15" cy="5"/>
            </a:xfrm>
            <a:custGeom>
              <a:avLst/>
              <a:gdLst>
                <a:gd name="T0" fmla="*/ 0 w 6"/>
                <a:gd name="T1" fmla="*/ 2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0"/>
                    <a:pt x="6" y="2"/>
                    <a:pt x="6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7" name="Pile-of-white-kidney-beans">
            <a:extLst>
              <a:ext uri="{FF2B5EF4-FFF2-40B4-BE49-F238E27FC236}">
                <a16:creationId xmlns:a16="http://schemas.microsoft.com/office/drawing/2014/main" id="{5EC56C30-B9CC-4844-B385-6BCE8155FDE4}"/>
              </a:ext>
            </a:extLst>
          </p:cNvPr>
          <p:cNvGrpSpPr>
            <a:grpSpLocks/>
          </p:cNvGrpSpPr>
          <p:nvPr/>
        </p:nvGrpSpPr>
        <p:grpSpPr bwMode="auto">
          <a:xfrm>
            <a:off x="8251825" y="3306763"/>
            <a:ext cx="1589088" cy="1401762"/>
            <a:chOff x="1433" y="978"/>
            <a:chExt cx="626" cy="552"/>
          </a:xfrm>
        </p:grpSpPr>
        <p:sp>
          <p:nvSpPr>
            <p:cNvPr id="16740" name="Freeform 190">
              <a:extLst>
                <a:ext uri="{FF2B5EF4-FFF2-40B4-BE49-F238E27FC236}">
                  <a16:creationId xmlns:a16="http://schemas.microsoft.com/office/drawing/2014/main" id="{57D074EC-AAF2-4E87-BC04-CBCBA896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028"/>
              <a:ext cx="498" cy="451"/>
            </a:xfrm>
            <a:custGeom>
              <a:avLst/>
              <a:gdLst>
                <a:gd name="T0" fmla="*/ 2600 w 199"/>
                <a:gd name="T1" fmla="*/ 1310 h 169"/>
                <a:gd name="T2" fmla="*/ 2838 w 199"/>
                <a:gd name="T3" fmla="*/ 1695 h 169"/>
                <a:gd name="T4" fmla="*/ 2680 w 199"/>
                <a:gd name="T5" fmla="*/ 1937 h 169"/>
                <a:gd name="T6" fmla="*/ 2975 w 199"/>
                <a:gd name="T7" fmla="*/ 2095 h 169"/>
                <a:gd name="T8" fmla="*/ 3118 w 199"/>
                <a:gd name="T9" fmla="*/ 2279 h 169"/>
                <a:gd name="T10" fmla="*/ 2880 w 199"/>
                <a:gd name="T11" fmla="*/ 2735 h 169"/>
                <a:gd name="T12" fmla="*/ 2618 w 199"/>
                <a:gd name="T13" fmla="*/ 2847 h 169"/>
                <a:gd name="T14" fmla="*/ 2493 w 199"/>
                <a:gd name="T15" fmla="*/ 2698 h 169"/>
                <a:gd name="T16" fmla="*/ 2147 w 199"/>
                <a:gd name="T17" fmla="*/ 2927 h 169"/>
                <a:gd name="T18" fmla="*/ 1754 w 199"/>
                <a:gd name="T19" fmla="*/ 3120 h 169"/>
                <a:gd name="T20" fmla="*/ 1254 w 199"/>
                <a:gd name="T21" fmla="*/ 3077 h 169"/>
                <a:gd name="T22" fmla="*/ 583 w 199"/>
                <a:gd name="T23" fmla="*/ 3213 h 169"/>
                <a:gd name="T24" fmla="*/ 250 w 199"/>
                <a:gd name="T25" fmla="*/ 3120 h 169"/>
                <a:gd name="T26" fmla="*/ 20 w 199"/>
                <a:gd name="T27" fmla="*/ 2984 h 169"/>
                <a:gd name="T28" fmla="*/ 0 w 199"/>
                <a:gd name="T29" fmla="*/ 2663 h 169"/>
                <a:gd name="T30" fmla="*/ 0 w 199"/>
                <a:gd name="T31" fmla="*/ 2436 h 169"/>
                <a:gd name="T32" fmla="*/ 63 w 199"/>
                <a:gd name="T33" fmla="*/ 1823 h 169"/>
                <a:gd name="T34" fmla="*/ 95 w 199"/>
                <a:gd name="T35" fmla="*/ 1289 h 169"/>
                <a:gd name="T36" fmla="*/ 488 w 199"/>
                <a:gd name="T37" fmla="*/ 1196 h 169"/>
                <a:gd name="T38" fmla="*/ 708 w 199"/>
                <a:gd name="T39" fmla="*/ 1046 h 169"/>
                <a:gd name="T40" fmla="*/ 1051 w 199"/>
                <a:gd name="T41" fmla="*/ 568 h 169"/>
                <a:gd name="T42" fmla="*/ 1554 w 199"/>
                <a:gd name="T43" fmla="*/ 534 h 169"/>
                <a:gd name="T44" fmla="*/ 1584 w 199"/>
                <a:gd name="T45" fmla="*/ 93 h 169"/>
                <a:gd name="T46" fmla="*/ 1897 w 199"/>
                <a:gd name="T47" fmla="*/ 0 h 169"/>
                <a:gd name="T48" fmla="*/ 2005 w 199"/>
                <a:gd name="T49" fmla="*/ 419 h 169"/>
                <a:gd name="T50" fmla="*/ 2117 w 199"/>
                <a:gd name="T51" fmla="*/ 1140 h 169"/>
                <a:gd name="T52" fmla="*/ 2600 w 199"/>
                <a:gd name="T53" fmla="*/ 1310 h 16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9" h="169">
                  <a:moveTo>
                    <a:pt x="166" y="69"/>
                  </a:moveTo>
                  <a:cubicBezTo>
                    <a:pt x="174" y="70"/>
                    <a:pt x="182" y="82"/>
                    <a:pt x="181" y="89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9" y="120"/>
                    <a:pt x="199" y="120"/>
                    <a:pt x="199" y="120"/>
                  </a:cubicBezTo>
                  <a:cubicBezTo>
                    <a:pt x="184" y="144"/>
                    <a:pt x="184" y="144"/>
                    <a:pt x="184" y="144"/>
                  </a:cubicBezTo>
                  <a:cubicBezTo>
                    <a:pt x="167" y="150"/>
                    <a:pt x="167" y="150"/>
                    <a:pt x="167" y="150"/>
                  </a:cubicBezTo>
                  <a:cubicBezTo>
                    <a:pt x="159" y="142"/>
                    <a:pt x="159" y="142"/>
                    <a:pt x="159" y="142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12" y="164"/>
                    <a:pt x="112" y="164"/>
                    <a:pt x="112" y="164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16" y="164"/>
                    <a:pt x="16" y="164"/>
                    <a:pt x="16" y="164"/>
                  </a:cubicBezTo>
                  <a:cubicBezTo>
                    <a:pt x="1" y="157"/>
                    <a:pt x="1" y="157"/>
                    <a:pt x="1" y="157"/>
                  </a:cubicBezTo>
                  <a:cubicBezTo>
                    <a:pt x="1" y="157"/>
                    <a:pt x="0" y="141"/>
                    <a:pt x="0" y="140"/>
                  </a:cubicBezTo>
                  <a:cubicBezTo>
                    <a:pt x="1" y="138"/>
                    <a:pt x="0" y="128"/>
                    <a:pt x="0" y="128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4" y="52"/>
                    <a:pt x="45" y="55"/>
                  </a:cubicBezTo>
                  <a:cubicBezTo>
                    <a:pt x="46" y="55"/>
                    <a:pt x="67" y="30"/>
                    <a:pt x="67" y="30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35" y="60"/>
                    <a:pt x="135" y="60"/>
                    <a:pt x="135" y="60"/>
                  </a:cubicBezTo>
                  <a:lnTo>
                    <a:pt x="166" y="69"/>
                  </a:lnTo>
                  <a:close/>
                </a:path>
              </a:pathLst>
            </a:custGeom>
            <a:solidFill>
              <a:srgbClr val="E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1" name="Freeform 191">
              <a:extLst>
                <a:ext uri="{FF2B5EF4-FFF2-40B4-BE49-F238E27FC236}">
                  <a16:creationId xmlns:a16="http://schemas.microsoft.com/office/drawing/2014/main" id="{85844A99-D959-438A-8746-4C5078BED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047"/>
              <a:ext cx="95" cy="173"/>
            </a:xfrm>
            <a:custGeom>
              <a:avLst/>
              <a:gdLst>
                <a:gd name="T0" fmla="*/ 283 w 38"/>
                <a:gd name="T1" fmla="*/ 56 h 65"/>
                <a:gd name="T2" fmla="*/ 33 w 38"/>
                <a:gd name="T3" fmla="*/ 639 h 65"/>
                <a:gd name="T4" fmla="*/ 345 w 38"/>
                <a:gd name="T5" fmla="*/ 1168 h 65"/>
                <a:gd name="T6" fmla="*/ 595 w 38"/>
                <a:gd name="T7" fmla="*/ 806 h 65"/>
                <a:gd name="T8" fmla="*/ 533 w 38"/>
                <a:gd name="T9" fmla="*/ 452 h 65"/>
                <a:gd name="T10" fmla="*/ 283 w 38"/>
                <a:gd name="T11" fmla="*/ 5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5">
                  <a:moveTo>
                    <a:pt x="18" y="3"/>
                  </a:moveTo>
                  <a:cubicBezTo>
                    <a:pt x="5" y="5"/>
                    <a:pt x="0" y="18"/>
                    <a:pt x="2" y="34"/>
                  </a:cubicBezTo>
                  <a:cubicBezTo>
                    <a:pt x="4" y="49"/>
                    <a:pt x="10" y="65"/>
                    <a:pt x="22" y="62"/>
                  </a:cubicBezTo>
                  <a:cubicBezTo>
                    <a:pt x="34" y="59"/>
                    <a:pt x="38" y="52"/>
                    <a:pt x="38" y="43"/>
                  </a:cubicBezTo>
                  <a:cubicBezTo>
                    <a:pt x="38" y="34"/>
                    <a:pt x="35" y="35"/>
                    <a:pt x="34" y="24"/>
                  </a:cubicBezTo>
                  <a:cubicBezTo>
                    <a:pt x="33" y="15"/>
                    <a:pt x="32" y="0"/>
                    <a:pt x="18" y="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2" name="Freeform 192">
              <a:extLst>
                <a:ext uri="{FF2B5EF4-FFF2-40B4-BE49-F238E27FC236}">
                  <a16:creationId xmlns:a16="http://schemas.microsoft.com/office/drawing/2014/main" id="{F411DCAE-96D3-4F20-ADA3-D37D8EBC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143"/>
              <a:ext cx="130" cy="139"/>
            </a:xfrm>
            <a:custGeom>
              <a:avLst/>
              <a:gdLst>
                <a:gd name="T0" fmla="*/ 595 w 52"/>
                <a:gd name="T1" fmla="*/ 0 h 52"/>
                <a:gd name="T2" fmla="*/ 395 w 52"/>
                <a:gd name="T3" fmla="*/ 35 h 52"/>
                <a:gd name="T4" fmla="*/ 408 w 52"/>
                <a:gd name="T5" fmla="*/ 136 h 52"/>
                <a:gd name="T6" fmla="*/ 158 w 52"/>
                <a:gd name="T7" fmla="*/ 500 h 52"/>
                <a:gd name="T8" fmla="*/ 33 w 52"/>
                <a:gd name="T9" fmla="*/ 478 h 52"/>
                <a:gd name="T10" fmla="*/ 145 w 52"/>
                <a:gd name="T11" fmla="*/ 901 h 52"/>
                <a:gd name="T12" fmla="*/ 675 w 52"/>
                <a:gd name="T13" fmla="*/ 650 h 52"/>
                <a:gd name="T14" fmla="*/ 595 w 52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52">
                  <a:moveTo>
                    <a:pt x="38" y="0"/>
                  </a:moveTo>
                  <a:cubicBezTo>
                    <a:pt x="32" y="0"/>
                    <a:pt x="29" y="1"/>
                    <a:pt x="25" y="2"/>
                  </a:cubicBezTo>
                  <a:cubicBezTo>
                    <a:pt x="26" y="4"/>
                    <a:pt x="26" y="5"/>
                    <a:pt x="26" y="7"/>
                  </a:cubicBezTo>
                  <a:cubicBezTo>
                    <a:pt x="26" y="16"/>
                    <a:pt x="22" y="23"/>
                    <a:pt x="10" y="26"/>
                  </a:cubicBezTo>
                  <a:cubicBezTo>
                    <a:pt x="7" y="27"/>
                    <a:pt x="4" y="26"/>
                    <a:pt x="2" y="25"/>
                  </a:cubicBezTo>
                  <a:cubicBezTo>
                    <a:pt x="0" y="33"/>
                    <a:pt x="3" y="42"/>
                    <a:pt x="9" y="47"/>
                  </a:cubicBezTo>
                  <a:cubicBezTo>
                    <a:pt x="16" y="52"/>
                    <a:pt x="35" y="48"/>
                    <a:pt x="43" y="34"/>
                  </a:cubicBezTo>
                  <a:cubicBezTo>
                    <a:pt x="52" y="21"/>
                    <a:pt x="51" y="3"/>
                    <a:pt x="38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3" name="Freeform 193">
              <a:extLst>
                <a:ext uri="{FF2B5EF4-FFF2-40B4-BE49-F238E27FC236}">
                  <a16:creationId xmlns:a16="http://schemas.microsoft.com/office/drawing/2014/main" id="{C72224BF-6E0C-443B-93AA-59BAD1F61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151"/>
              <a:ext cx="160" cy="128"/>
            </a:xfrm>
            <a:custGeom>
              <a:avLst/>
              <a:gdLst>
                <a:gd name="T0" fmla="*/ 158 w 64"/>
                <a:gd name="T1" fmla="*/ 115 h 48"/>
                <a:gd name="T2" fmla="*/ 395 w 64"/>
                <a:gd name="T3" fmla="*/ 776 h 48"/>
                <a:gd name="T4" fmla="*/ 938 w 64"/>
                <a:gd name="T5" fmla="*/ 627 h 48"/>
                <a:gd name="T6" fmla="*/ 750 w 64"/>
                <a:gd name="T7" fmla="*/ 248 h 48"/>
                <a:gd name="T8" fmla="*/ 488 w 64"/>
                <a:gd name="T9" fmla="*/ 136 h 48"/>
                <a:gd name="T10" fmla="*/ 158 w 64"/>
                <a:gd name="T11" fmla="*/ 11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8">
                  <a:moveTo>
                    <a:pt x="10" y="6"/>
                  </a:moveTo>
                  <a:cubicBezTo>
                    <a:pt x="0" y="19"/>
                    <a:pt x="10" y="34"/>
                    <a:pt x="25" y="41"/>
                  </a:cubicBezTo>
                  <a:cubicBezTo>
                    <a:pt x="40" y="48"/>
                    <a:pt x="56" y="44"/>
                    <a:pt x="60" y="33"/>
                  </a:cubicBezTo>
                  <a:cubicBezTo>
                    <a:pt x="64" y="23"/>
                    <a:pt x="53" y="16"/>
                    <a:pt x="48" y="13"/>
                  </a:cubicBezTo>
                  <a:cubicBezTo>
                    <a:pt x="42" y="10"/>
                    <a:pt x="37" y="12"/>
                    <a:pt x="31" y="7"/>
                  </a:cubicBezTo>
                  <a:cubicBezTo>
                    <a:pt x="26" y="1"/>
                    <a:pt x="13" y="0"/>
                    <a:pt x="10" y="6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4" name="Freeform 194">
              <a:extLst>
                <a:ext uri="{FF2B5EF4-FFF2-40B4-BE49-F238E27FC236}">
                  <a16:creationId xmlns:a16="http://schemas.microsoft.com/office/drawing/2014/main" id="{DBFD0EA2-1EFD-47A4-864A-B2F8B2B7D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175"/>
              <a:ext cx="143" cy="165"/>
            </a:xfrm>
            <a:custGeom>
              <a:avLst/>
              <a:gdLst>
                <a:gd name="T0" fmla="*/ 125 w 57"/>
                <a:gd name="T1" fmla="*/ 1019 h 62"/>
                <a:gd name="T2" fmla="*/ 534 w 57"/>
                <a:gd name="T3" fmla="*/ 908 h 62"/>
                <a:gd name="T4" fmla="*/ 755 w 57"/>
                <a:gd name="T5" fmla="*/ 660 h 62"/>
                <a:gd name="T6" fmla="*/ 755 w 57"/>
                <a:gd name="T7" fmla="*/ 149 h 62"/>
                <a:gd name="T8" fmla="*/ 208 w 57"/>
                <a:gd name="T9" fmla="*/ 397 h 62"/>
                <a:gd name="T10" fmla="*/ 125 w 57"/>
                <a:gd name="T11" fmla="*/ 1019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62">
                  <a:moveTo>
                    <a:pt x="8" y="54"/>
                  </a:moveTo>
                  <a:cubicBezTo>
                    <a:pt x="21" y="62"/>
                    <a:pt x="27" y="56"/>
                    <a:pt x="34" y="48"/>
                  </a:cubicBezTo>
                  <a:cubicBezTo>
                    <a:pt x="41" y="40"/>
                    <a:pt x="42" y="38"/>
                    <a:pt x="48" y="35"/>
                  </a:cubicBezTo>
                  <a:cubicBezTo>
                    <a:pt x="55" y="32"/>
                    <a:pt x="57" y="15"/>
                    <a:pt x="48" y="8"/>
                  </a:cubicBezTo>
                  <a:cubicBezTo>
                    <a:pt x="39" y="0"/>
                    <a:pt x="23" y="7"/>
                    <a:pt x="13" y="21"/>
                  </a:cubicBezTo>
                  <a:cubicBezTo>
                    <a:pt x="3" y="34"/>
                    <a:pt x="0" y="46"/>
                    <a:pt x="8" y="54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5" name="Freeform 195">
              <a:extLst>
                <a:ext uri="{FF2B5EF4-FFF2-40B4-BE49-F238E27FC236}">
                  <a16:creationId xmlns:a16="http://schemas.microsoft.com/office/drawing/2014/main" id="{D90CFA51-3778-4A71-94A9-DEFC155A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402"/>
              <a:ext cx="163" cy="128"/>
            </a:xfrm>
            <a:custGeom>
              <a:avLst/>
              <a:gdLst>
                <a:gd name="T0" fmla="*/ 125 w 65"/>
                <a:gd name="T1" fmla="*/ 285 h 48"/>
                <a:gd name="T2" fmla="*/ 113 w 65"/>
                <a:gd name="T3" fmla="*/ 776 h 48"/>
                <a:gd name="T4" fmla="*/ 492 w 65"/>
                <a:gd name="T5" fmla="*/ 819 h 48"/>
                <a:gd name="T6" fmla="*/ 772 w 65"/>
                <a:gd name="T7" fmla="*/ 627 h 48"/>
                <a:gd name="T8" fmla="*/ 1006 w 65"/>
                <a:gd name="T9" fmla="*/ 363 h 48"/>
                <a:gd name="T10" fmla="*/ 755 w 6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48">
                  <a:moveTo>
                    <a:pt x="8" y="15"/>
                  </a:moveTo>
                  <a:cubicBezTo>
                    <a:pt x="0" y="26"/>
                    <a:pt x="0" y="34"/>
                    <a:pt x="7" y="41"/>
                  </a:cubicBezTo>
                  <a:cubicBezTo>
                    <a:pt x="15" y="48"/>
                    <a:pt x="22" y="48"/>
                    <a:pt x="31" y="43"/>
                  </a:cubicBezTo>
                  <a:cubicBezTo>
                    <a:pt x="40" y="38"/>
                    <a:pt x="40" y="35"/>
                    <a:pt x="49" y="33"/>
                  </a:cubicBezTo>
                  <a:cubicBezTo>
                    <a:pt x="59" y="31"/>
                    <a:pt x="62" y="29"/>
                    <a:pt x="64" y="19"/>
                  </a:cubicBezTo>
                  <a:cubicBezTo>
                    <a:pt x="65" y="8"/>
                    <a:pt x="61" y="0"/>
                    <a:pt x="48" y="0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6" name="Freeform 196">
              <a:extLst>
                <a:ext uri="{FF2B5EF4-FFF2-40B4-BE49-F238E27FC236}">
                  <a16:creationId xmlns:a16="http://schemas.microsoft.com/office/drawing/2014/main" id="{F03BB5E1-6ACF-4DD9-A899-391819EBD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266"/>
              <a:ext cx="156" cy="101"/>
            </a:xfrm>
            <a:custGeom>
              <a:avLst/>
              <a:gdLst>
                <a:gd name="T0" fmla="*/ 20 w 62"/>
                <a:gd name="T1" fmla="*/ 396 h 38"/>
                <a:gd name="T2" fmla="*/ 672 w 62"/>
                <a:gd name="T3" fmla="*/ 622 h 38"/>
                <a:gd name="T4" fmla="*/ 969 w 62"/>
                <a:gd name="T5" fmla="*/ 226 h 38"/>
                <a:gd name="T6" fmla="*/ 589 w 62"/>
                <a:gd name="T7" fmla="*/ 77 h 38"/>
                <a:gd name="T8" fmla="*/ 242 w 62"/>
                <a:gd name="T9" fmla="*/ 93 h 38"/>
                <a:gd name="T10" fmla="*/ 221 w 62"/>
                <a:gd name="T11" fmla="*/ 93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8">
                  <a:moveTo>
                    <a:pt x="1" y="21"/>
                  </a:moveTo>
                  <a:cubicBezTo>
                    <a:pt x="0" y="32"/>
                    <a:pt x="25" y="38"/>
                    <a:pt x="42" y="33"/>
                  </a:cubicBezTo>
                  <a:cubicBezTo>
                    <a:pt x="59" y="29"/>
                    <a:pt x="60" y="21"/>
                    <a:pt x="61" y="12"/>
                  </a:cubicBezTo>
                  <a:cubicBezTo>
                    <a:pt x="62" y="4"/>
                    <a:pt x="49" y="2"/>
                    <a:pt x="37" y="4"/>
                  </a:cubicBezTo>
                  <a:cubicBezTo>
                    <a:pt x="26" y="7"/>
                    <a:pt x="21" y="0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7" name="Freeform 197">
              <a:extLst>
                <a:ext uri="{FF2B5EF4-FFF2-40B4-BE49-F238E27FC236}">
                  <a16:creationId xmlns:a16="http://schemas.microsoft.com/office/drawing/2014/main" id="{B8F88444-0311-42E4-892F-AF29DF49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47"/>
              <a:ext cx="93" cy="152"/>
            </a:xfrm>
            <a:custGeom>
              <a:avLst/>
              <a:gdLst>
                <a:gd name="T0" fmla="*/ 568 w 37"/>
                <a:gd name="T1" fmla="*/ 285 h 57"/>
                <a:gd name="T2" fmla="*/ 493 w 37"/>
                <a:gd name="T3" fmla="*/ 0 h 57"/>
                <a:gd name="T4" fmla="*/ 189 w 37"/>
                <a:gd name="T5" fmla="*/ 149 h 57"/>
                <a:gd name="T6" fmla="*/ 50 w 37"/>
                <a:gd name="T7" fmla="*/ 704 h 57"/>
                <a:gd name="T8" fmla="*/ 334 w 37"/>
                <a:gd name="T9" fmla="*/ 1024 h 57"/>
                <a:gd name="T10" fmla="*/ 525 w 37"/>
                <a:gd name="T11" fmla="*/ 661 h 57"/>
                <a:gd name="T12" fmla="*/ 568 w 37"/>
                <a:gd name="T13" fmla="*/ 28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7">
                  <a:moveTo>
                    <a:pt x="36" y="15"/>
                  </a:moveTo>
                  <a:cubicBezTo>
                    <a:pt x="37" y="7"/>
                    <a:pt x="32" y="1"/>
                    <a:pt x="31" y="0"/>
                  </a:cubicBezTo>
                  <a:cubicBezTo>
                    <a:pt x="27" y="5"/>
                    <a:pt x="20" y="8"/>
                    <a:pt x="12" y="8"/>
                  </a:cubicBezTo>
                  <a:cubicBezTo>
                    <a:pt x="5" y="18"/>
                    <a:pt x="0" y="26"/>
                    <a:pt x="3" y="37"/>
                  </a:cubicBezTo>
                  <a:cubicBezTo>
                    <a:pt x="5" y="48"/>
                    <a:pt x="11" y="57"/>
                    <a:pt x="21" y="54"/>
                  </a:cubicBezTo>
                  <a:cubicBezTo>
                    <a:pt x="31" y="51"/>
                    <a:pt x="34" y="47"/>
                    <a:pt x="33" y="35"/>
                  </a:cubicBezTo>
                  <a:cubicBezTo>
                    <a:pt x="31" y="23"/>
                    <a:pt x="35" y="24"/>
                    <a:pt x="36" y="15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8" name="Freeform 198">
              <a:extLst>
                <a:ext uri="{FF2B5EF4-FFF2-40B4-BE49-F238E27FC236}">
                  <a16:creationId xmlns:a16="http://schemas.microsoft.com/office/drawing/2014/main" id="{32888659-46CA-4C9E-B103-56B3FA35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244"/>
              <a:ext cx="118" cy="160"/>
            </a:xfrm>
            <a:custGeom>
              <a:avLst/>
              <a:gdLst>
                <a:gd name="T0" fmla="*/ 459 w 47"/>
                <a:gd name="T1" fmla="*/ 205 h 60"/>
                <a:gd name="T2" fmla="*/ 459 w 47"/>
                <a:gd name="T3" fmla="*/ 205 h 60"/>
                <a:gd name="T4" fmla="*/ 367 w 47"/>
                <a:gd name="T5" fmla="*/ 171 h 60"/>
                <a:gd name="T6" fmla="*/ 271 w 47"/>
                <a:gd name="T7" fmla="*/ 0 h 60"/>
                <a:gd name="T8" fmla="*/ 158 w 47"/>
                <a:gd name="T9" fmla="*/ 56 h 60"/>
                <a:gd name="T10" fmla="*/ 95 w 47"/>
                <a:gd name="T11" fmla="*/ 704 h 60"/>
                <a:gd name="T12" fmla="*/ 522 w 47"/>
                <a:gd name="T13" fmla="*/ 1003 h 60"/>
                <a:gd name="T14" fmla="*/ 600 w 47"/>
                <a:gd name="T15" fmla="*/ 547 h 60"/>
                <a:gd name="T16" fmla="*/ 459 w 47"/>
                <a:gd name="T17" fmla="*/ 205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60">
                  <a:moveTo>
                    <a:pt x="29" y="11"/>
                  </a:moveTo>
                  <a:cubicBezTo>
                    <a:pt x="29" y="11"/>
                    <a:pt x="29" y="11"/>
                    <a:pt x="29" y="11"/>
                  </a:cubicBezTo>
                  <a:cubicBezTo>
                    <a:pt x="26" y="10"/>
                    <a:pt x="24" y="10"/>
                    <a:pt x="23" y="9"/>
                  </a:cubicBezTo>
                  <a:cubicBezTo>
                    <a:pt x="20" y="7"/>
                    <a:pt x="18" y="4"/>
                    <a:pt x="17" y="0"/>
                  </a:cubicBezTo>
                  <a:cubicBezTo>
                    <a:pt x="16" y="0"/>
                    <a:pt x="15" y="0"/>
                    <a:pt x="10" y="3"/>
                  </a:cubicBezTo>
                  <a:cubicBezTo>
                    <a:pt x="1" y="9"/>
                    <a:pt x="0" y="23"/>
                    <a:pt x="6" y="37"/>
                  </a:cubicBezTo>
                  <a:cubicBezTo>
                    <a:pt x="12" y="51"/>
                    <a:pt x="19" y="60"/>
                    <a:pt x="33" y="53"/>
                  </a:cubicBezTo>
                  <a:cubicBezTo>
                    <a:pt x="47" y="45"/>
                    <a:pt x="40" y="31"/>
                    <a:pt x="38" y="29"/>
                  </a:cubicBezTo>
                  <a:cubicBezTo>
                    <a:pt x="37" y="26"/>
                    <a:pt x="28" y="16"/>
                    <a:pt x="29" y="1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9" name="Freeform 199">
              <a:extLst>
                <a:ext uri="{FF2B5EF4-FFF2-40B4-BE49-F238E27FC236}">
                  <a16:creationId xmlns:a16="http://schemas.microsoft.com/office/drawing/2014/main" id="{46D0E8EF-6496-4394-A521-87C2F52B0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050"/>
              <a:ext cx="110" cy="141"/>
            </a:xfrm>
            <a:custGeom>
              <a:avLst/>
              <a:gdLst>
                <a:gd name="T0" fmla="*/ 345 w 44"/>
                <a:gd name="T1" fmla="*/ 998 h 53"/>
                <a:gd name="T2" fmla="*/ 158 w 44"/>
                <a:gd name="T3" fmla="*/ 772 h 53"/>
                <a:gd name="T4" fmla="*/ 208 w 44"/>
                <a:gd name="T5" fmla="*/ 77 h 53"/>
                <a:gd name="T6" fmla="*/ 458 w 44"/>
                <a:gd name="T7" fmla="*/ 396 h 53"/>
                <a:gd name="T8" fmla="*/ 688 w 44"/>
                <a:gd name="T9" fmla="*/ 77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3">
                  <a:moveTo>
                    <a:pt x="22" y="53"/>
                  </a:moveTo>
                  <a:cubicBezTo>
                    <a:pt x="22" y="53"/>
                    <a:pt x="19" y="53"/>
                    <a:pt x="10" y="41"/>
                  </a:cubicBezTo>
                  <a:cubicBezTo>
                    <a:pt x="0" y="29"/>
                    <a:pt x="0" y="8"/>
                    <a:pt x="13" y="4"/>
                  </a:cubicBezTo>
                  <a:cubicBezTo>
                    <a:pt x="24" y="0"/>
                    <a:pt x="27" y="12"/>
                    <a:pt x="29" y="21"/>
                  </a:cubicBezTo>
                  <a:cubicBezTo>
                    <a:pt x="30" y="26"/>
                    <a:pt x="43" y="28"/>
                    <a:pt x="44" y="41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0" name="Freeform 200">
              <a:extLst>
                <a:ext uri="{FF2B5EF4-FFF2-40B4-BE49-F238E27FC236}">
                  <a16:creationId xmlns:a16="http://schemas.microsoft.com/office/drawing/2014/main" id="{092E8618-9AD2-4B9E-A238-2D0144E4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308"/>
              <a:ext cx="140" cy="155"/>
            </a:xfrm>
            <a:custGeom>
              <a:avLst/>
              <a:gdLst>
                <a:gd name="T0" fmla="*/ 720 w 56"/>
                <a:gd name="T1" fmla="*/ 115 h 58"/>
                <a:gd name="T2" fmla="*/ 595 w 56"/>
                <a:gd name="T3" fmla="*/ 842 h 58"/>
                <a:gd name="T4" fmla="*/ 63 w 56"/>
                <a:gd name="T5" fmla="*/ 879 h 58"/>
                <a:gd name="T6" fmla="*/ 95 w 56"/>
                <a:gd name="T7" fmla="*/ 513 h 58"/>
                <a:gd name="T8" fmla="*/ 425 w 56"/>
                <a:gd name="T9" fmla="*/ 192 h 58"/>
                <a:gd name="T10" fmla="*/ 720 w 56"/>
                <a:gd name="T11" fmla="*/ 11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8">
                  <a:moveTo>
                    <a:pt x="46" y="6"/>
                  </a:moveTo>
                  <a:cubicBezTo>
                    <a:pt x="56" y="13"/>
                    <a:pt x="55" y="30"/>
                    <a:pt x="38" y="44"/>
                  </a:cubicBezTo>
                  <a:cubicBezTo>
                    <a:pt x="22" y="58"/>
                    <a:pt x="7" y="53"/>
                    <a:pt x="4" y="46"/>
                  </a:cubicBezTo>
                  <a:cubicBezTo>
                    <a:pt x="1" y="41"/>
                    <a:pt x="0" y="34"/>
                    <a:pt x="6" y="27"/>
                  </a:cubicBezTo>
                  <a:cubicBezTo>
                    <a:pt x="12" y="20"/>
                    <a:pt x="19" y="20"/>
                    <a:pt x="27" y="10"/>
                  </a:cubicBezTo>
                  <a:cubicBezTo>
                    <a:pt x="35" y="0"/>
                    <a:pt x="40" y="1"/>
                    <a:pt x="46" y="6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1" name="Freeform 201">
              <a:extLst>
                <a:ext uri="{FF2B5EF4-FFF2-40B4-BE49-F238E27FC236}">
                  <a16:creationId xmlns:a16="http://schemas.microsoft.com/office/drawing/2014/main" id="{F19559E5-3B6E-478D-8191-6B184F87C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244"/>
              <a:ext cx="150" cy="110"/>
            </a:xfrm>
            <a:custGeom>
              <a:avLst/>
              <a:gdLst>
                <a:gd name="T0" fmla="*/ 875 w 60"/>
                <a:gd name="T1" fmla="*/ 274 h 41"/>
                <a:gd name="T2" fmla="*/ 520 w 60"/>
                <a:gd name="T3" fmla="*/ 770 h 41"/>
                <a:gd name="T4" fmla="*/ 20 w 60"/>
                <a:gd name="T5" fmla="*/ 424 h 41"/>
                <a:gd name="T6" fmla="*/ 283 w 60"/>
                <a:gd name="T7" fmla="*/ 231 h 41"/>
                <a:gd name="T8" fmla="*/ 875 w 60"/>
                <a:gd name="T9" fmla="*/ 27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">
                  <a:moveTo>
                    <a:pt x="56" y="14"/>
                  </a:moveTo>
                  <a:cubicBezTo>
                    <a:pt x="60" y="23"/>
                    <a:pt x="50" y="39"/>
                    <a:pt x="33" y="40"/>
                  </a:cubicBezTo>
                  <a:cubicBezTo>
                    <a:pt x="16" y="41"/>
                    <a:pt x="0" y="32"/>
                    <a:pt x="1" y="22"/>
                  </a:cubicBezTo>
                  <a:cubicBezTo>
                    <a:pt x="2" y="12"/>
                    <a:pt x="11" y="11"/>
                    <a:pt x="18" y="12"/>
                  </a:cubicBezTo>
                  <a:cubicBezTo>
                    <a:pt x="33" y="15"/>
                    <a:pt x="47" y="0"/>
                    <a:pt x="56" y="14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2" name="Freeform 202">
              <a:extLst>
                <a:ext uri="{FF2B5EF4-FFF2-40B4-BE49-F238E27FC236}">
                  <a16:creationId xmlns:a16="http://schemas.microsoft.com/office/drawing/2014/main" id="{EDDD1E5B-F66A-40EE-9C99-F3EF31BB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978"/>
              <a:ext cx="168" cy="112"/>
            </a:xfrm>
            <a:custGeom>
              <a:avLst/>
              <a:gdLst>
                <a:gd name="T0" fmla="*/ 647 w 67"/>
                <a:gd name="T1" fmla="*/ 547 h 42"/>
                <a:gd name="T2" fmla="*/ 1026 w 67"/>
                <a:gd name="T3" fmla="*/ 307 h 42"/>
                <a:gd name="T4" fmla="*/ 504 w 67"/>
                <a:gd name="T5" fmla="*/ 56 h 42"/>
                <a:gd name="T6" fmla="*/ 158 w 67"/>
                <a:gd name="T7" fmla="*/ 568 h 42"/>
                <a:gd name="T8" fmla="*/ 647 w 67"/>
                <a:gd name="T9" fmla="*/ 54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41" y="29"/>
                  </a:moveTo>
                  <a:cubicBezTo>
                    <a:pt x="47" y="27"/>
                    <a:pt x="63" y="31"/>
                    <a:pt x="65" y="16"/>
                  </a:cubicBezTo>
                  <a:cubicBezTo>
                    <a:pt x="67" y="2"/>
                    <a:pt x="45" y="0"/>
                    <a:pt x="32" y="3"/>
                  </a:cubicBezTo>
                  <a:cubicBezTo>
                    <a:pt x="20" y="6"/>
                    <a:pt x="0" y="17"/>
                    <a:pt x="10" y="30"/>
                  </a:cubicBezTo>
                  <a:cubicBezTo>
                    <a:pt x="19" y="42"/>
                    <a:pt x="29" y="32"/>
                    <a:pt x="41" y="29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3" name="Freeform 203">
              <a:extLst>
                <a:ext uri="{FF2B5EF4-FFF2-40B4-BE49-F238E27FC236}">
                  <a16:creationId xmlns:a16="http://schemas.microsoft.com/office/drawing/2014/main" id="{5BEC7264-2553-47A8-B2DB-CB91FEC5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279"/>
              <a:ext cx="126" cy="141"/>
            </a:xfrm>
            <a:custGeom>
              <a:avLst/>
              <a:gdLst>
                <a:gd name="T0" fmla="*/ 718 w 50"/>
                <a:gd name="T1" fmla="*/ 490 h 53"/>
                <a:gd name="T2" fmla="*/ 242 w 50"/>
                <a:gd name="T3" fmla="*/ 750 h 53"/>
                <a:gd name="T4" fmla="*/ 20 w 50"/>
                <a:gd name="T5" fmla="*/ 362 h 53"/>
                <a:gd name="T6" fmla="*/ 192 w 50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3">
                  <a:moveTo>
                    <a:pt x="45" y="26"/>
                  </a:moveTo>
                  <a:cubicBezTo>
                    <a:pt x="50" y="44"/>
                    <a:pt x="25" y="53"/>
                    <a:pt x="15" y="40"/>
                  </a:cubicBezTo>
                  <a:cubicBezTo>
                    <a:pt x="10" y="35"/>
                    <a:pt x="2" y="27"/>
                    <a:pt x="1" y="19"/>
                  </a:cubicBezTo>
                  <a:cubicBezTo>
                    <a:pt x="0" y="13"/>
                    <a:pt x="2" y="2"/>
                    <a:pt x="12" y="0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4" name="Freeform 204">
              <a:extLst>
                <a:ext uri="{FF2B5EF4-FFF2-40B4-BE49-F238E27FC236}">
                  <a16:creationId xmlns:a16="http://schemas.microsoft.com/office/drawing/2014/main" id="{F52CEAC4-ACD4-4F09-9D48-FA574AFC7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132"/>
              <a:ext cx="112" cy="88"/>
            </a:xfrm>
            <a:custGeom>
              <a:avLst/>
              <a:gdLst>
                <a:gd name="T0" fmla="*/ 433 w 45"/>
                <a:gd name="T1" fmla="*/ 77 h 33"/>
                <a:gd name="T2" fmla="*/ 0 w 45"/>
                <a:gd name="T3" fmla="*/ 248 h 33"/>
                <a:gd name="T4" fmla="*/ 0 w 45"/>
                <a:gd name="T5" fmla="*/ 264 h 33"/>
                <a:gd name="T6" fmla="*/ 261 w 45"/>
                <a:gd name="T7" fmla="*/ 376 h 33"/>
                <a:gd name="T8" fmla="*/ 465 w 45"/>
                <a:gd name="T9" fmla="*/ 627 h 33"/>
                <a:gd name="T10" fmla="*/ 433 w 45"/>
                <a:gd name="T11" fmla="*/ 7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3">
                  <a:moveTo>
                    <a:pt x="28" y="4"/>
                  </a:moveTo>
                  <a:cubicBezTo>
                    <a:pt x="14" y="3"/>
                    <a:pt x="1" y="0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6" y="19"/>
                    <a:pt x="11" y="17"/>
                    <a:pt x="17" y="20"/>
                  </a:cubicBezTo>
                  <a:cubicBezTo>
                    <a:pt x="21" y="22"/>
                    <a:pt x="28" y="26"/>
                    <a:pt x="30" y="33"/>
                  </a:cubicBezTo>
                  <a:cubicBezTo>
                    <a:pt x="45" y="26"/>
                    <a:pt x="42" y="6"/>
                    <a:pt x="28" y="4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5" name="Freeform 205">
              <a:extLst>
                <a:ext uri="{FF2B5EF4-FFF2-40B4-BE49-F238E27FC236}">
                  <a16:creationId xmlns:a16="http://schemas.microsoft.com/office/drawing/2014/main" id="{280B3E30-238A-499B-A76D-30630C15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063"/>
              <a:ext cx="130" cy="80"/>
            </a:xfrm>
            <a:custGeom>
              <a:avLst/>
              <a:gdLst>
                <a:gd name="T0" fmla="*/ 33 w 52"/>
                <a:gd name="T1" fmla="*/ 248 h 30"/>
                <a:gd name="T2" fmla="*/ 500 w 52"/>
                <a:gd name="T3" fmla="*/ 533 h 30"/>
                <a:gd name="T4" fmla="*/ 813 w 52"/>
                <a:gd name="T5" fmla="*/ 285 h 30"/>
                <a:gd name="T6" fmla="*/ 408 w 52"/>
                <a:gd name="T7" fmla="*/ 93 h 30"/>
                <a:gd name="T8" fmla="*/ 33 w 52"/>
                <a:gd name="T9" fmla="*/ 24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0">
                  <a:moveTo>
                    <a:pt x="2" y="13"/>
                  </a:moveTo>
                  <a:cubicBezTo>
                    <a:pt x="0" y="23"/>
                    <a:pt x="14" y="30"/>
                    <a:pt x="32" y="28"/>
                  </a:cubicBezTo>
                  <a:cubicBezTo>
                    <a:pt x="49" y="27"/>
                    <a:pt x="52" y="24"/>
                    <a:pt x="52" y="15"/>
                  </a:cubicBezTo>
                  <a:cubicBezTo>
                    <a:pt x="52" y="1"/>
                    <a:pt x="39" y="5"/>
                    <a:pt x="26" y="5"/>
                  </a:cubicBezTo>
                  <a:cubicBezTo>
                    <a:pt x="19" y="6"/>
                    <a:pt x="3" y="0"/>
                    <a:pt x="2" y="1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6" name="Freeform 206">
              <a:extLst>
                <a:ext uri="{FF2B5EF4-FFF2-40B4-BE49-F238E27FC236}">
                  <a16:creationId xmlns:a16="http://schemas.microsoft.com/office/drawing/2014/main" id="{03D2F1A3-6CBE-42CE-9756-FF19DB5A2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127"/>
              <a:ext cx="145" cy="120"/>
            </a:xfrm>
            <a:custGeom>
              <a:avLst/>
              <a:gdLst>
                <a:gd name="T0" fmla="*/ 208 w 58"/>
                <a:gd name="T1" fmla="*/ 853 h 45"/>
                <a:gd name="T2" fmla="*/ 250 w 58"/>
                <a:gd name="T3" fmla="*/ 264 h 45"/>
                <a:gd name="T4" fmla="*/ 813 w 58"/>
                <a:gd name="T5" fmla="*/ 205 h 45"/>
                <a:gd name="T6" fmla="*/ 833 w 58"/>
                <a:gd name="T7" fmla="*/ 49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45">
                  <a:moveTo>
                    <a:pt x="13" y="45"/>
                  </a:moveTo>
                  <a:cubicBezTo>
                    <a:pt x="0" y="37"/>
                    <a:pt x="9" y="23"/>
                    <a:pt x="16" y="14"/>
                  </a:cubicBezTo>
                  <a:cubicBezTo>
                    <a:pt x="24" y="5"/>
                    <a:pt x="45" y="0"/>
                    <a:pt x="52" y="11"/>
                  </a:cubicBezTo>
                  <a:cubicBezTo>
                    <a:pt x="58" y="21"/>
                    <a:pt x="53" y="26"/>
                    <a:pt x="53" y="26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7" name="Freeform 207">
              <a:extLst>
                <a:ext uri="{FF2B5EF4-FFF2-40B4-BE49-F238E27FC236}">
                  <a16:creationId xmlns:a16="http://schemas.microsoft.com/office/drawing/2014/main" id="{CF1C4530-C237-40A8-80BB-748267FEB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362"/>
              <a:ext cx="93" cy="160"/>
            </a:xfrm>
            <a:custGeom>
              <a:avLst/>
              <a:gdLst>
                <a:gd name="T0" fmla="*/ 538 w 37"/>
                <a:gd name="T1" fmla="*/ 205 h 60"/>
                <a:gd name="T2" fmla="*/ 380 w 37"/>
                <a:gd name="T3" fmla="*/ 77 h 60"/>
                <a:gd name="T4" fmla="*/ 367 w 37"/>
                <a:gd name="T5" fmla="*/ 77 h 60"/>
                <a:gd name="T6" fmla="*/ 271 w 37"/>
                <a:gd name="T7" fmla="*/ 21 h 60"/>
                <a:gd name="T8" fmla="*/ 20 w 37"/>
                <a:gd name="T9" fmla="*/ 568 h 60"/>
                <a:gd name="T10" fmla="*/ 367 w 37"/>
                <a:gd name="T11" fmla="*/ 1059 h 60"/>
                <a:gd name="T12" fmla="*/ 493 w 37"/>
                <a:gd name="T13" fmla="*/ 605 h 60"/>
                <a:gd name="T14" fmla="*/ 555 w 37"/>
                <a:gd name="T15" fmla="*/ 227 h 60"/>
                <a:gd name="T16" fmla="*/ 538 w 37"/>
                <a:gd name="T17" fmla="*/ 205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0">
                  <a:moveTo>
                    <a:pt x="34" y="11"/>
                  </a:moveTo>
                  <a:cubicBezTo>
                    <a:pt x="30" y="11"/>
                    <a:pt x="27" y="8"/>
                    <a:pt x="24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0" y="0"/>
                    <a:pt x="17" y="1"/>
                  </a:cubicBezTo>
                  <a:cubicBezTo>
                    <a:pt x="6" y="1"/>
                    <a:pt x="0" y="13"/>
                    <a:pt x="1" y="30"/>
                  </a:cubicBezTo>
                  <a:cubicBezTo>
                    <a:pt x="2" y="46"/>
                    <a:pt x="8" y="60"/>
                    <a:pt x="23" y="56"/>
                  </a:cubicBezTo>
                  <a:cubicBezTo>
                    <a:pt x="37" y="52"/>
                    <a:pt x="32" y="37"/>
                    <a:pt x="31" y="32"/>
                  </a:cubicBezTo>
                  <a:cubicBezTo>
                    <a:pt x="30" y="26"/>
                    <a:pt x="34" y="21"/>
                    <a:pt x="35" y="12"/>
                  </a:cubicBezTo>
                  <a:lnTo>
                    <a:pt x="34" y="1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8" name="Freeform 208">
              <a:extLst>
                <a:ext uri="{FF2B5EF4-FFF2-40B4-BE49-F238E27FC236}">
                  <a16:creationId xmlns:a16="http://schemas.microsoft.com/office/drawing/2014/main" id="{DACF93F0-1DE1-41A7-A629-46812B556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354"/>
              <a:ext cx="105" cy="149"/>
            </a:xfrm>
            <a:custGeom>
              <a:avLst/>
              <a:gdLst>
                <a:gd name="T0" fmla="*/ 458 w 42"/>
                <a:gd name="T1" fmla="*/ 21 h 56"/>
                <a:gd name="T2" fmla="*/ 550 w 42"/>
                <a:gd name="T3" fmla="*/ 418 h 56"/>
                <a:gd name="T4" fmla="*/ 375 w 42"/>
                <a:gd name="T5" fmla="*/ 998 h 56"/>
                <a:gd name="T6" fmla="*/ 83 w 42"/>
                <a:gd name="T7" fmla="*/ 418 h 56"/>
                <a:gd name="T8" fmla="*/ 458 w 42"/>
                <a:gd name="T9" fmla="*/ 2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6">
                  <a:moveTo>
                    <a:pt x="29" y="1"/>
                  </a:moveTo>
                  <a:cubicBezTo>
                    <a:pt x="42" y="0"/>
                    <a:pt x="38" y="14"/>
                    <a:pt x="35" y="22"/>
                  </a:cubicBezTo>
                  <a:cubicBezTo>
                    <a:pt x="32" y="31"/>
                    <a:pt x="37" y="49"/>
                    <a:pt x="24" y="53"/>
                  </a:cubicBezTo>
                  <a:cubicBezTo>
                    <a:pt x="11" y="56"/>
                    <a:pt x="0" y="35"/>
                    <a:pt x="5" y="22"/>
                  </a:cubicBezTo>
                  <a:cubicBezTo>
                    <a:pt x="9" y="9"/>
                    <a:pt x="21" y="1"/>
                    <a:pt x="29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9" name="Freeform 209">
              <a:extLst>
                <a:ext uri="{FF2B5EF4-FFF2-40B4-BE49-F238E27FC236}">
                  <a16:creationId xmlns:a16="http://schemas.microsoft.com/office/drawing/2014/main" id="{49DF3740-41CE-47DE-A211-62F887E3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391"/>
              <a:ext cx="156" cy="115"/>
            </a:xfrm>
            <a:custGeom>
              <a:avLst/>
              <a:gdLst>
                <a:gd name="T0" fmla="*/ 672 w 62"/>
                <a:gd name="T1" fmla="*/ 286 h 43"/>
                <a:gd name="T2" fmla="*/ 430 w 62"/>
                <a:gd name="T3" fmla="*/ 78 h 43"/>
                <a:gd name="T4" fmla="*/ 50 w 62"/>
                <a:gd name="T5" fmla="*/ 286 h 43"/>
                <a:gd name="T6" fmla="*/ 493 w 62"/>
                <a:gd name="T7" fmla="*/ 786 h 43"/>
                <a:gd name="T8" fmla="*/ 923 w 62"/>
                <a:gd name="T9" fmla="*/ 444 h 43"/>
                <a:gd name="T10" fmla="*/ 672 w 62"/>
                <a:gd name="T11" fmla="*/ 286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3">
                  <a:moveTo>
                    <a:pt x="42" y="15"/>
                  </a:moveTo>
                  <a:cubicBezTo>
                    <a:pt x="37" y="13"/>
                    <a:pt x="31" y="6"/>
                    <a:pt x="27" y="4"/>
                  </a:cubicBezTo>
                  <a:cubicBezTo>
                    <a:pt x="18" y="0"/>
                    <a:pt x="6" y="2"/>
                    <a:pt x="3" y="15"/>
                  </a:cubicBezTo>
                  <a:cubicBezTo>
                    <a:pt x="0" y="27"/>
                    <a:pt x="15" y="39"/>
                    <a:pt x="31" y="41"/>
                  </a:cubicBezTo>
                  <a:cubicBezTo>
                    <a:pt x="46" y="43"/>
                    <a:pt x="62" y="33"/>
                    <a:pt x="58" y="23"/>
                  </a:cubicBezTo>
                  <a:cubicBezTo>
                    <a:pt x="56" y="17"/>
                    <a:pt x="49" y="18"/>
                    <a:pt x="42" y="15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0" name="Freeform 210">
              <a:extLst>
                <a:ext uri="{FF2B5EF4-FFF2-40B4-BE49-F238E27FC236}">
                  <a16:creationId xmlns:a16="http://schemas.microsoft.com/office/drawing/2014/main" id="{B9B26B0C-9EA4-4652-8D98-7F225522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48"/>
              <a:ext cx="171" cy="99"/>
            </a:xfrm>
            <a:custGeom>
              <a:avLst/>
              <a:gdLst>
                <a:gd name="T0" fmla="*/ 747 w 68"/>
                <a:gd name="T1" fmla="*/ 21 h 37"/>
                <a:gd name="T2" fmla="*/ 1031 w 68"/>
                <a:gd name="T3" fmla="*/ 401 h 37"/>
                <a:gd name="T4" fmla="*/ 639 w 68"/>
                <a:gd name="T5" fmla="*/ 615 h 37"/>
                <a:gd name="T6" fmla="*/ 317 w 68"/>
                <a:gd name="T7" fmla="*/ 688 h 37"/>
                <a:gd name="T8" fmla="*/ 113 w 68"/>
                <a:gd name="T9" fmla="*/ 252 h 37"/>
                <a:gd name="T10" fmla="*/ 304 w 68"/>
                <a:gd name="T11" fmla="*/ 5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7">
                  <a:moveTo>
                    <a:pt x="47" y="1"/>
                  </a:moveTo>
                  <a:cubicBezTo>
                    <a:pt x="62" y="0"/>
                    <a:pt x="68" y="14"/>
                    <a:pt x="65" y="21"/>
                  </a:cubicBezTo>
                  <a:cubicBezTo>
                    <a:pt x="60" y="31"/>
                    <a:pt x="50" y="35"/>
                    <a:pt x="40" y="32"/>
                  </a:cubicBezTo>
                  <a:cubicBezTo>
                    <a:pt x="31" y="29"/>
                    <a:pt x="32" y="34"/>
                    <a:pt x="20" y="36"/>
                  </a:cubicBezTo>
                  <a:cubicBezTo>
                    <a:pt x="9" y="37"/>
                    <a:pt x="0" y="25"/>
                    <a:pt x="7" y="13"/>
                  </a:cubicBezTo>
                  <a:cubicBezTo>
                    <a:pt x="11" y="7"/>
                    <a:pt x="19" y="3"/>
                    <a:pt x="19" y="3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1" name="Freeform 211">
              <a:extLst>
                <a:ext uri="{FF2B5EF4-FFF2-40B4-BE49-F238E27FC236}">
                  <a16:creationId xmlns:a16="http://schemas.microsoft.com/office/drawing/2014/main" id="{BC21F4EE-8765-416E-A631-CA99AD77A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210"/>
              <a:ext cx="28" cy="8"/>
            </a:xfrm>
            <a:custGeom>
              <a:avLst/>
              <a:gdLst>
                <a:gd name="T0" fmla="*/ 0 w 11"/>
                <a:gd name="T1" fmla="*/ 56 h 3"/>
                <a:gd name="T2" fmla="*/ 181 w 11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5" y="0"/>
                    <a:pt x="11" y="1"/>
                    <a:pt x="11" y="1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2" name="Freeform 212">
              <a:extLst>
                <a:ext uri="{FF2B5EF4-FFF2-40B4-BE49-F238E27FC236}">
                  <a16:creationId xmlns:a16="http://schemas.microsoft.com/office/drawing/2014/main" id="{19520136-F74E-4ED3-9A16-148E439B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164"/>
              <a:ext cx="105" cy="48"/>
            </a:xfrm>
            <a:custGeom>
              <a:avLst/>
              <a:gdLst>
                <a:gd name="T0" fmla="*/ 50 w 42"/>
                <a:gd name="T1" fmla="*/ 341 h 18"/>
                <a:gd name="T2" fmla="*/ 50 w 42"/>
                <a:gd name="T3" fmla="*/ 77 h 18"/>
                <a:gd name="T4" fmla="*/ 220 w 42"/>
                <a:gd name="T5" fmla="*/ 21 h 18"/>
                <a:gd name="T6" fmla="*/ 408 w 42"/>
                <a:gd name="T7" fmla="*/ 149 h 18"/>
                <a:gd name="T8" fmla="*/ 658 w 42"/>
                <a:gd name="T9" fmla="*/ 285 h 18"/>
                <a:gd name="T10" fmla="*/ 345 w 42"/>
                <a:gd name="T11" fmla="*/ 192 h 18"/>
                <a:gd name="T12" fmla="*/ 63 w 42"/>
                <a:gd name="T13" fmla="*/ 19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8">
                  <a:moveTo>
                    <a:pt x="3" y="18"/>
                  </a:moveTo>
                  <a:cubicBezTo>
                    <a:pt x="0" y="15"/>
                    <a:pt x="1" y="8"/>
                    <a:pt x="3" y="4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9" y="3"/>
                    <a:pt x="22" y="7"/>
                    <a:pt x="26" y="8"/>
                  </a:cubicBezTo>
                  <a:cubicBezTo>
                    <a:pt x="31" y="10"/>
                    <a:pt x="39" y="10"/>
                    <a:pt x="42" y="15"/>
                  </a:cubicBezTo>
                  <a:cubicBezTo>
                    <a:pt x="37" y="10"/>
                    <a:pt x="28" y="13"/>
                    <a:pt x="22" y="10"/>
                  </a:cubicBezTo>
                  <a:cubicBezTo>
                    <a:pt x="17" y="8"/>
                    <a:pt x="6" y="1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3" name="Freeform 213">
              <a:extLst>
                <a:ext uri="{FF2B5EF4-FFF2-40B4-BE49-F238E27FC236}">
                  <a16:creationId xmlns:a16="http://schemas.microsoft.com/office/drawing/2014/main" id="{209C456D-8103-4B25-8054-275691A7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082"/>
              <a:ext cx="98" cy="18"/>
            </a:xfrm>
            <a:custGeom>
              <a:avLst/>
              <a:gdLst>
                <a:gd name="T0" fmla="*/ 0 w 39"/>
                <a:gd name="T1" fmla="*/ 118 h 7"/>
                <a:gd name="T2" fmla="*/ 209 w 39"/>
                <a:gd name="T3" fmla="*/ 21 h 7"/>
                <a:gd name="T4" fmla="*/ 397 w 39"/>
                <a:gd name="T5" fmla="*/ 33 h 7"/>
                <a:gd name="T6" fmla="*/ 618 w 39"/>
                <a:gd name="T7" fmla="*/ 21 h 7"/>
                <a:gd name="T8" fmla="*/ 347 w 39"/>
                <a:gd name="T9" fmla="*/ 85 h 7"/>
                <a:gd name="T10" fmla="*/ 63 w 39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7">
                  <a:moveTo>
                    <a:pt x="0" y="7"/>
                  </a:moveTo>
                  <a:cubicBezTo>
                    <a:pt x="1" y="0"/>
                    <a:pt x="8" y="1"/>
                    <a:pt x="13" y="1"/>
                  </a:cubicBezTo>
                  <a:cubicBezTo>
                    <a:pt x="17" y="2"/>
                    <a:pt x="21" y="2"/>
                    <a:pt x="25" y="2"/>
                  </a:cubicBezTo>
                  <a:cubicBezTo>
                    <a:pt x="30" y="2"/>
                    <a:pt x="35" y="1"/>
                    <a:pt x="39" y="1"/>
                  </a:cubicBezTo>
                  <a:cubicBezTo>
                    <a:pt x="33" y="2"/>
                    <a:pt x="29" y="5"/>
                    <a:pt x="22" y="5"/>
                  </a:cubicBezTo>
                  <a:cubicBezTo>
                    <a:pt x="17" y="5"/>
                    <a:pt x="7" y="1"/>
                    <a:pt x="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4" name="Freeform 214">
              <a:extLst>
                <a:ext uri="{FF2B5EF4-FFF2-40B4-BE49-F238E27FC236}">
                  <a16:creationId xmlns:a16="http://schemas.microsoft.com/office/drawing/2014/main" id="{77A0DB66-F0CC-4A34-8508-BB2265223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983"/>
              <a:ext cx="125" cy="75"/>
            </a:xfrm>
            <a:custGeom>
              <a:avLst/>
              <a:gdLst>
                <a:gd name="T0" fmla="*/ 63 w 50"/>
                <a:gd name="T1" fmla="*/ 504 h 28"/>
                <a:gd name="T2" fmla="*/ 63 w 50"/>
                <a:gd name="T3" fmla="*/ 308 h 28"/>
                <a:gd name="T4" fmla="*/ 250 w 50"/>
                <a:gd name="T5" fmla="*/ 150 h 28"/>
                <a:gd name="T6" fmla="*/ 783 w 50"/>
                <a:gd name="T7" fmla="*/ 150 h 28"/>
                <a:gd name="T8" fmla="*/ 283 w 50"/>
                <a:gd name="T9" fmla="*/ 252 h 28"/>
                <a:gd name="T10" fmla="*/ 158 w 50"/>
                <a:gd name="T11" fmla="*/ 367 h 28"/>
                <a:gd name="T12" fmla="*/ 113 w 50"/>
                <a:gd name="T13" fmla="*/ 479 h 28"/>
                <a:gd name="T14" fmla="*/ 113 w 50"/>
                <a:gd name="T15" fmla="*/ 51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4" y="26"/>
                  </a:moveTo>
                  <a:cubicBezTo>
                    <a:pt x="0" y="24"/>
                    <a:pt x="2" y="19"/>
                    <a:pt x="4" y="16"/>
                  </a:cubicBezTo>
                  <a:cubicBezTo>
                    <a:pt x="7" y="12"/>
                    <a:pt x="11" y="10"/>
                    <a:pt x="16" y="8"/>
                  </a:cubicBezTo>
                  <a:cubicBezTo>
                    <a:pt x="26" y="4"/>
                    <a:pt x="41" y="0"/>
                    <a:pt x="50" y="8"/>
                  </a:cubicBezTo>
                  <a:cubicBezTo>
                    <a:pt x="39" y="5"/>
                    <a:pt x="28" y="9"/>
                    <a:pt x="18" y="13"/>
                  </a:cubicBezTo>
                  <a:cubicBezTo>
                    <a:pt x="15" y="15"/>
                    <a:pt x="12" y="16"/>
                    <a:pt x="10" y="19"/>
                  </a:cubicBezTo>
                  <a:cubicBezTo>
                    <a:pt x="8" y="21"/>
                    <a:pt x="8" y="22"/>
                    <a:pt x="7" y="25"/>
                  </a:cubicBezTo>
                  <a:cubicBezTo>
                    <a:pt x="7" y="25"/>
                    <a:pt x="7" y="28"/>
                    <a:pt x="7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5" name="Freeform 215">
              <a:extLst>
                <a:ext uri="{FF2B5EF4-FFF2-40B4-BE49-F238E27FC236}">
                  <a16:creationId xmlns:a16="http://schemas.microsoft.com/office/drawing/2014/main" id="{B04C9DD4-957F-46FB-AD30-AFF77CA5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066"/>
              <a:ext cx="47" cy="101"/>
            </a:xfrm>
            <a:custGeom>
              <a:avLst/>
              <a:gdLst>
                <a:gd name="T0" fmla="*/ 183 w 19"/>
                <a:gd name="T1" fmla="*/ 0 h 38"/>
                <a:gd name="T2" fmla="*/ 12 w 19"/>
                <a:gd name="T3" fmla="*/ 226 h 38"/>
                <a:gd name="T4" fmla="*/ 12 w 19"/>
                <a:gd name="T5" fmla="*/ 431 h 38"/>
                <a:gd name="T6" fmla="*/ 92 w 19"/>
                <a:gd name="T7" fmla="*/ 712 h 38"/>
                <a:gd name="T8" fmla="*/ 134 w 19"/>
                <a:gd name="T9" fmla="*/ 191 h 38"/>
                <a:gd name="T10" fmla="*/ 195 w 19"/>
                <a:gd name="T11" fmla="*/ 2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8">
                  <a:moveTo>
                    <a:pt x="12" y="0"/>
                  </a:moveTo>
                  <a:cubicBezTo>
                    <a:pt x="7" y="0"/>
                    <a:pt x="2" y="7"/>
                    <a:pt x="1" y="12"/>
                  </a:cubicBezTo>
                  <a:cubicBezTo>
                    <a:pt x="0" y="16"/>
                    <a:pt x="1" y="19"/>
                    <a:pt x="1" y="23"/>
                  </a:cubicBezTo>
                  <a:cubicBezTo>
                    <a:pt x="2" y="29"/>
                    <a:pt x="4" y="33"/>
                    <a:pt x="6" y="38"/>
                  </a:cubicBezTo>
                  <a:cubicBezTo>
                    <a:pt x="3" y="28"/>
                    <a:pt x="5" y="19"/>
                    <a:pt x="9" y="10"/>
                  </a:cubicBezTo>
                  <a:cubicBezTo>
                    <a:pt x="10" y="8"/>
                    <a:pt x="19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6" name="Freeform 216">
              <a:extLst>
                <a:ext uri="{FF2B5EF4-FFF2-40B4-BE49-F238E27FC236}">
                  <a16:creationId xmlns:a16="http://schemas.microsoft.com/office/drawing/2014/main" id="{7ADFA6E6-F67C-4218-A60F-98735B6F6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068"/>
              <a:ext cx="30" cy="88"/>
            </a:xfrm>
            <a:custGeom>
              <a:avLst/>
              <a:gdLst>
                <a:gd name="T0" fmla="*/ 158 w 12"/>
                <a:gd name="T1" fmla="*/ 21 h 33"/>
                <a:gd name="T2" fmla="*/ 20 w 12"/>
                <a:gd name="T3" fmla="*/ 205 h 33"/>
                <a:gd name="T4" fmla="*/ 125 w 12"/>
                <a:gd name="T5" fmla="*/ 627 h 33"/>
                <a:gd name="T6" fmla="*/ 188 w 12"/>
                <a:gd name="T7" fmla="*/ 2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3">
                  <a:moveTo>
                    <a:pt x="10" y="1"/>
                  </a:moveTo>
                  <a:cubicBezTo>
                    <a:pt x="5" y="0"/>
                    <a:pt x="2" y="6"/>
                    <a:pt x="1" y="11"/>
                  </a:cubicBezTo>
                  <a:cubicBezTo>
                    <a:pt x="0" y="19"/>
                    <a:pt x="4" y="26"/>
                    <a:pt x="8" y="33"/>
                  </a:cubicBezTo>
                  <a:cubicBezTo>
                    <a:pt x="5" y="27"/>
                    <a:pt x="1" y="2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7" name="Freeform 217">
              <a:extLst>
                <a:ext uri="{FF2B5EF4-FFF2-40B4-BE49-F238E27FC236}">
                  <a16:creationId xmlns:a16="http://schemas.microsoft.com/office/drawing/2014/main" id="{558FFE8B-D96C-4376-81E0-758E8B24B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202"/>
              <a:ext cx="101" cy="82"/>
            </a:xfrm>
            <a:custGeom>
              <a:avLst/>
              <a:gdLst>
                <a:gd name="T0" fmla="*/ 0 w 40"/>
                <a:gd name="T1" fmla="*/ 574 h 31"/>
                <a:gd name="T2" fmla="*/ 306 w 40"/>
                <a:gd name="T3" fmla="*/ 77 h 31"/>
                <a:gd name="T4" fmla="*/ 485 w 40"/>
                <a:gd name="T5" fmla="*/ 0 h 31"/>
                <a:gd name="T6" fmla="*/ 644 w 40"/>
                <a:gd name="T7" fmla="*/ 167 h 31"/>
                <a:gd name="T8" fmla="*/ 306 w 40"/>
                <a:gd name="T9" fmla="*/ 167 h 31"/>
                <a:gd name="T10" fmla="*/ 96 w 40"/>
                <a:gd name="T11" fmla="*/ 39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0" y="31"/>
                  </a:moveTo>
                  <a:cubicBezTo>
                    <a:pt x="2" y="21"/>
                    <a:pt x="10" y="10"/>
                    <a:pt x="19" y="4"/>
                  </a:cubicBezTo>
                  <a:cubicBezTo>
                    <a:pt x="23" y="2"/>
                    <a:pt x="26" y="0"/>
                    <a:pt x="30" y="0"/>
                  </a:cubicBezTo>
                  <a:cubicBezTo>
                    <a:pt x="37" y="0"/>
                    <a:pt x="39" y="3"/>
                    <a:pt x="40" y="9"/>
                  </a:cubicBezTo>
                  <a:cubicBezTo>
                    <a:pt x="38" y="1"/>
                    <a:pt x="23" y="7"/>
                    <a:pt x="19" y="9"/>
                  </a:cubicBezTo>
                  <a:cubicBezTo>
                    <a:pt x="14" y="12"/>
                    <a:pt x="8" y="16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8" name="Freeform 218">
              <a:extLst>
                <a:ext uri="{FF2B5EF4-FFF2-40B4-BE49-F238E27FC236}">
                  <a16:creationId xmlns:a16="http://schemas.microsoft.com/office/drawing/2014/main" id="{439F9B81-0D1A-4573-8F5E-C9212B2B6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124"/>
              <a:ext cx="95" cy="88"/>
            </a:xfrm>
            <a:custGeom>
              <a:avLst/>
              <a:gdLst>
                <a:gd name="T0" fmla="*/ 20 w 38"/>
                <a:gd name="T1" fmla="*/ 627 h 33"/>
                <a:gd name="T2" fmla="*/ 595 w 38"/>
                <a:gd name="T3" fmla="*/ 264 h 33"/>
                <a:gd name="T4" fmla="*/ 63 w 38"/>
                <a:gd name="T5" fmla="*/ 54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1" y="33"/>
                  </a:moveTo>
                  <a:cubicBezTo>
                    <a:pt x="0" y="17"/>
                    <a:pt x="27" y="0"/>
                    <a:pt x="38" y="14"/>
                  </a:cubicBezTo>
                  <a:cubicBezTo>
                    <a:pt x="26" y="10"/>
                    <a:pt x="8" y="18"/>
                    <a:pt x="4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9" name="Freeform 219">
              <a:extLst>
                <a:ext uri="{FF2B5EF4-FFF2-40B4-BE49-F238E27FC236}">
                  <a16:creationId xmlns:a16="http://schemas.microsoft.com/office/drawing/2014/main" id="{FD9B39AA-4A16-45AE-9C59-88765407D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287"/>
              <a:ext cx="65" cy="21"/>
            </a:xfrm>
            <a:custGeom>
              <a:avLst/>
              <a:gdLst>
                <a:gd name="T0" fmla="*/ 0 w 26"/>
                <a:gd name="T1" fmla="*/ 21 h 8"/>
                <a:gd name="T2" fmla="*/ 283 w 26"/>
                <a:gd name="T3" fmla="*/ 0 h 8"/>
                <a:gd name="T4" fmla="*/ 395 w 26"/>
                <a:gd name="T5" fmla="*/ 144 h 8"/>
                <a:gd name="T6" fmla="*/ 50 w 2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">
                  <a:moveTo>
                    <a:pt x="0" y="1"/>
                  </a:moveTo>
                  <a:cubicBezTo>
                    <a:pt x="6" y="1"/>
                    <a:pt x="12" y="0"/>
                    <a:pt x="18" y="0"/>
                  </a:cubicBezTo>
                  <a:cubicBezTo>
                    <a:pt x="24" y="0"/>
                    <a:pt x="26" y="2"/>
                    <a:pt x="25" y="8"/>
                  </a:cubicBezTo>
                  <a:cubicBezTo>
                    <a:pt x="25" y="2"/>
                    <a:pt x="7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0" name="Freeform 220">
              <a:extLst>
                <a:ext uri="{FF2B5EF4-FFF2-40B4-BE49-F238E27FC236}">
                  <a16:creationId xmlns:a16="http://schemas.microsoft.com/office/drawing/2014/main" id="{512E02A7-BA46-4948-96A8-C06A2DC34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292"/>
              <a:ext cx="17" cy="80"/>
            </a:xfrm>
            <a:custGeom>
              <a:avLst/>
              <a:gdLst>
                <a:gd name="T0" fmla="*/ 58 w 7"/>
                <a:gd name="T1" fmla="*/ 0 h 30"/>
                <a:gd name="T2" fmla="*/ 0 w 7"/>
                <a:gd name="T3" fmla="*/ 285 h 30"/>
                <a:gd name="T4" fmla="*/ 100 w 7"/>
                <a:gd name="T5" fmla="*/ 568 h 30"/>
                <a:gd name="T6" fmla="*/ 58 w 7"/>
                <a:gd name="T7" fmla="*/ 307 h 30"/>
                <a:gd name="T8" fmla="*/ 70 w 7"/>
                <a:gd name="T9" fmla="*/ 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0">
                  <a:moveTo>
                    <a:pt x="4" y="0"/>
                  </a:moveTo>
                  <a:cubicBezTo>
                    <a:pt x="2" y="5"/>
                    <a:pt x="0" y="9"/>
                    <a:pt x="0" y="15"/>
                  </a:cubicBezTo>
                  <a:cubicBezTo>
                    <a:pt x="0" y="19"/>
                    <a:pt x="1" y="28"/>
                    <a:pt x="7" y="30"/>
                  </a:cubicBezTo>
                  <a:cubicBezTo>
                    <a:pt x="6" y="25"/>
                    <a:pt x="4" y="21"/>
                    <a:pt x="4" y="16"/>
                  </a:cubicBezTo>
                  <a:cubicBezTo>
                    <a:pt x="3" y="12"/>
                    <a:pt x="4" y="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1" name="Freeform 221">
              <a:extLst>
                <a:ext uri="{FF2B5EF4-FFF2-40B4-BE49-F238E27FC236}">
                  <a16:creationId xmlns:a16="http://schemas.microsoft.com/office/drawing/2014/main" id="{C4B198F1-3C55-488B-813E-05A030D4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266"/>
              <a:ext cx="45" cy="93"/>
            </a:xfrm>
            <a:custGeom>
              <a:avLst/>
              <a:gdLst>
                <a:gd name="T0" fmla="*/ 220 w 18"/>
                <a:gd name="T1" fmla="*/ 0 h 35"/>
                <a:gd name="T2" fmla="*/ 283 w 18"/>
                <a:gd name="T3" fmla="*/ 656 h 35"/>
                <a:gd name="T4" fmla="*/ 220 w 18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">
                  <a:moveTo>
                    <a:pt x="14" y="0"/>
                  </a:moveTo>
                  <a:cubicBezTo>
                    <a:pt x="0" y="5"/>
                    <a:pt x="13" y="28"/>
                    <a:pt x="18" y="35"/>
                  </a:cubicBezTo>
                  <a:cubicBezTo>
                    <a:pt x="14" y="25"/>
                    <a:pt x="11" y="12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2" name="Freeform 222">
              <a:extLst>
                <a:ext uri="{FF2B5EF4-FFF2-40B4-BE49-F238E27FC236}">
                  <a16:creationId xmlns:a16="http://schemas.microsoft.com/office/drawing/2014/main" id="{B0B919A8-A3AD-405D-BD56-47EB20C79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276"/>
              <a:ext cx="88" cy="22"/>
            </a:xfrm>
            <a:custGeom>
              <a:avLst/>
              <a:gdLst>
                <a:gd name="T0" fmla="*/ 0 w 35"/>
                <a:gd name="T1" fmla="*/ 143 h 8"/>
                <a:gd name="T2" fmla="*/ 221 w 35"/>
                <a:gd name="T3" fmla="*/ 61 h 8"/>
                <a:gd name="T4" fmla="*/ 556 w 35"/>
                <a:gd name="T5" fmla="*/ 0 h 8"/>
                <a:gd name="T6" fmla="*/ 347 w 35"/>
                <a:gd name="T7" fmla="*/ 143 h 8"/>
                <a:gd name="T8" fmla="*/ 63 w 35"/>
                <a:gd name="T9" fmla="*/ 1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">
                  <a:moveTo>
                    <a:pt x="0" y="7"/>
                  </a:moveTo>
                  <a:cubicBezTo>
                    <a:pt x="4" y="1"/>
                    <a:pt x="8" y="3"/>
                    <a:pt x="14" y="3"/>
                  </a:cubicBezTo>
                  <a:cubicBezTo>
                    <a:pt x="22" y="4"/>
                    <a:pt x="28" y="5"/>
                    <a:pt x="35" y="0"/>
                  </a:cubicBezTo>
                  <a:cubicBezTo>
                    <a:pt x="31" y="4"/>
                    <a:pt x="28" y="7"/>
                    <a:pt x="22" y="7"/>
                  </a:cubicBezTo>
                  <a:cubicBezTo>
                    <a:pt x="15" y="8"/>
                    <a:pt x="11" y="4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3" name="Freeform 223">
              <a:extLst>
                <a:ext uri="{FF2B5EF4-FFF2-40B4-BE49-F238E27FC236}">
                  <a16:creationId xmlns:a16="http://schemas.microsoft.com/office/drawing/2014/main" id="{B64B60C9-C85F-46BF-B0FC-6235726F3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324"/>
              <a:ext cx="75" cy="91"/>
            </a:xfrm>
            <a:custGeom>
              <a:avLst/>
              <a:gdLst>
                <a:gd name="T0" fmla="*/ 470 w 30"/>
                <a:gd name="T1" fmla="*/ 0 h 34"/>
                <a:gd name="T2" fmla="*/ 333 w 30"/>
                <a:gd name="T3" fmla="*/ 171 h 34"/>
                <a:gd name="T4" fmla="*/ 175 w 30"/>
                <a:gd name="T5" fmla="*/ 329 h 34"/>
                <a:gd name="T6" fmla="*/ 63 w 30"/>
                <a:gd name="T7" fmla="*/ 423 h 34"/>
                <a:gd name="T8" fmla="*/ 20 w 30"/>
                <a:gd name="T9" fmla="*/ 653 h 34"/>
                <a:gd name="T10" fmla="*/ 95 w 30"/>
                <a:gd name="T11" fmla="*/ 479 h 34"/>
                <a:gd name="T12" fmla="*/ 270 w 30"/>
                <a:gd name="T13" fmla="*/ 367 h 34"/>
                <a:gd name="T14" fmla="*/ 395 w 30"/>
                <a:gd name="T15" fmla="*/ 171 h 34"/>
                <a:gd name="T16" fmla="*/ 470 w 30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4">
                  <a:moveTo>
                    <a:pt x="30" y="0"/>
                  </a:moveTo>
                  <a:cubicBezTo>
                    <a:pt x="25" y="2"/>
                    <a:pt x="24" y="5"/>
                    <a:pt x="21" y="9"/>
                  </a:cubicBezTo>
                  <a:cubicBezTo>
                    <a:pt x="18" y="12"/>
                    <a:pt x="15" y="15"/>
                    <a:pt x="11" y="17"/>
                  </a:cubicBezTo>
                  <a:cubicBezTo>
                    <a:pt x="9" y="19"/>
                    <a:pt x="6" y="20"/>
                    <a:pt x="4" y="22"/>
                  </a:cubicBezTo>
                  <a:cubicBezTo>
                    <a:pt x="0" y="25"/>
                    <a:pt x="1" y="29"/>
                    <a:pt x="1" y="34"/>
                  </a:cubicBezTo>
                  <a:cubicBezTo>
                    <a:pt x="2" y="30"/>
                    <a:pt x="1" y="28"/>
                    <a:pt x="6" y="25"/>
                  </a:cubicBezTo>
                  <a:cubicBezTo>
                    <a:pt x="9" y="23"/>
                    <a:pt x="13" y="22"/>
                    <a:pt x="17" y="19"/>
                  </a:cubicBezTo>
                  <a:cubicBezTo>
                    <a:pt x="21" y="16"/>
                    <a:pt x="22" y="13"/>
                    <a:pt x="25" y="9"/>
                  </a:cubicBezTo>
                  <a:cubicBezTo>
                    <a:pt x="27" y="6"/>
                    <a:pt x="29" y="3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4" name="Freeform 224">
              <a:extLst>
                <a:ext uri="{FF2B5EF4-FFF2-40B4-BE49-F238E27FC236}">
                  <a16:creationId xmlns:a16="http://schemas.microsoft.com/office/drawing/2014/main" id="{B255E208-B4D0-4520-B01A-3EACB0BF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70"/>
              <a:ext cx="43" cy="85"/>
            </a:xfrm>
            <a:custGeom>
              <a:avLst/>
              <a:gdLst>
                <a:gd name="T0" fmla="*/ 276 w 17"/>
                <a:gd name="T1" fmla="*/ 0 h 32"/>
                <a:gd name="T2" fmla="*/ 51 w 17"/>
                <a:gd name="T3" fmla="*/ 226 h 32"/>
                <a:gd name="T4" fmla="*/ 83 w 17"/>
                <a:gd name="T5" fmla="*/ 600 h 32"/>
                <a:gd name="T6" fmla="*/ 116 w 17"/>
                <a:gd name="T7" fmla="*/ 205 h 32"/>
                <a:gd name="T8" fmla="*/ 276 w 17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2">
                  <a:moveTo>
                    <a:pt x="17" y="0"/>
                  </a:moveTo>
                  <a:cubicBezTo>
                    <a:pt x="11" y="2"/>
                    <a:pt x="6" y="6"/>
                    <a:pt x="3" y="12"/>
                  </a:cubicBezTo>
                  <a:cubicBezTo>
                    <a:pt x="1" y="17"/>
                    <a:pt x="0" y="28"/>
                    <a:pt x="5" y="32"/>
                  </a:cubicBezTo>
                  <a:cubicBezTo>
                    <a:pt x="5" y="25"/>
                    <a:pt x="4" y="18"/>
                    <a:pt x="7" y="11"/>
                  </a:cubicBezTo>
                  <a:cubicBezTo>
                    <a:pt x="10" y="7"/>
                    <a:pt x="13" y="3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5" name="Freeform 225">
              <a:extLst>
                <a:ext uri="{FF2B5EF4-FFF2-40B4-BE49-F238E27FC236}">
                  <a16:creationId xmlns:a16="http://schemas.microsoft.com/office/drawing/2014/main" id="{796D946B-9F6B-4763-ADD3-966640577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375"/>
              <a:ext cx="27" cy="101"/>
            </a:xfrm>
            <a:custGeom>
              <a:avLst/>
              <a:gdLst>
                <a:gd name="T0" fmla="*/ 162 w 11"/>
                <a:gd name="T1" fmla="*/ 0 h 38"/>
                <a:gd name="T2" fmla="*/ 29 w 11"/>
                <a:gd name="T3" fmla="*/ 205 h 38"/>
                <a:gd name="T4" fmla="*/ 71 w 11"/>
                <a:gd name="T5" fmla="*/ 712 h 38"/>
                <a:gd name="T6" fmla="*/ 42 w 11"/>
                <a:gd name="T7" fmla="*/ 486 h 38"/>
                <a:gd name="T8" fmla="*/ 71 w 11"/>
                <a:gd name="T9" fmla="*/ 303 h 38"/>
                <a:gd name="T10" fmla="*/ 150 w 1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8">
                  <a:moveTo>
                    <a:pt x="11" y="0"/>
                  </a:moveTo>
                  <a:cubicBezTo>
                    <a:pt x="6" y="1"/>
                    <a:pt x="3" y="7"/>
                    <a:pt x="2" y="11"/>
                  </a:cubicBezTo>
                  <a:cubicBezTo>
                    <a:pt x="0" y="19"/>
                    <a:pt x="1" y="30"/>
                    <a:pt x="5" y="38"/>
                  </a:cubicBezTo>
                  <a:cubicBezTo>
                    <a:pt x="5" y="34"/>
                    <a:pt x="3" y="30"/>
                    <a:pt x="3" y="26"/>
                  </a:cubicBezTo>
                  <a:cubicBezTo>
                    <a:pt x="3" y="23"/>
                    <a:pt x="4" y="20"/>
                    <a:pt x="5" y="16"/>
                  </a:cubicBezTo>
                  <a:cubicBezTo>
                    <a:pt x="6" y="11"/>
                    <a:pt x="7" y="5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6" name="Freeform 226">
              <a:extLst>
                <a:ext uri="{FF2B5EF4-FFF2-40B4-BE49-F238E27FC236}">
                  <a16:creationId xmlns:a16="http://schemas.microsoft.com/office/drawing/2014/main" id="{1B4DBB7F-2A7B-43C7-855A-EBA2081F0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372"/>
              <a:ext cx="38" cy="56"/>
            </a:xfrm>
            <a:custGeom>
              <a:avLst/>
              <a:gdLst>
                <a:gd name="T0" fmla="*/ 51 w 15"/>
                <a:gd name="T1" fmla="*/ 341 h 21"/>
                <a:gd name="T2" fmla="*/ 51 w 15"/>
                <a:gd name="T3" fmla="*/ 149 h 21"/>
                <a:gd name="T4" fmla="*/ 243 w 15"/>
                <a:gd name="T5" fmla="*/ 0 h 21"/>
                <a:gd name="T6" fmla="*/ 117 w 15"/>
                <a:gd name="T7" fmla="*/ 397 h 21"/>
                <a:gd name="T8" fmla="*/ 84 w 15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3" y="18"/>
                  </a:moveTo>
                  <a:cubicBezTo>
                    <a:pt x="2" y="14"/>
                    <a:pt x="1" y="12"/>
                    <a:pt x="3" y="8"/>
                  </a:cubicBezTo>
                  <a:cubicBezTo>
                    <a:pt x="5" y="3"/>
                    <a:pt x="11" y="0"/>
                    <a:pt x="15" y="0"/>
                  </a:cubicBezTo>
                  <a:cubicBezTo>
                    <a:pt x="9" y="4"/>
                    <a:pt x="0" y="14"/>
                    <a:pt x="7" y="21"/>
                  </a:cubicBezTo>
                  <a:cubicBezTo>
                    <a:pt x="6" y="21"/>
                    <a:pt x="5" y="20"/>
                    <a:pt x="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7" name="Freeform 227">
              <a:extLst>
                <a:ext uri="{FF2B5EF4-FFF2-40B4-BE49-F238E27FC236}">
                  <a16:creationId xmlns:a16="http://schemas.microsoft.com/office/drawing/2014/main" id="{D1914B02-779A-4F16-8FD3-645FF551A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399"/>
              <a:ext cx="88" cy="56"/>
            </a:xfrm>
            <a:custGeom>
              <a:avLst/>
              <a:gdLst>
                <a:gd name="T0" fmla="*/ 20 w 35"/>
                <a:gd name="T1" fmla="*/ 227 h 21"/>
                <a:gd name="T2" fmla="*/ 254 w 35"/>
                <a:gd name="T3" fmla="*/ 77 h 21"/>
                <a:gd name="T4" fmla="*/ 556 w 35"/>
                <a:gd name="T5" fmla="*/ 307 h 21"/>
                <a:gd name="T6" fmla="*/ 50 w 35"/>
                <a:gd name="T7" fmla="*/ 20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1">
                  <a:moveTo>
                    <a:pt x="1" y="12"/>
                  </a:moveTo>
                  <a:cubicBezTo>
                    <a:pt x="0" y="5"/>
                    <a:pt x="11" y="1"/>
                    <a:pt x="16" y="4"/>
                  </a:cubicBezTo>
                  <a:cubicBezTo>
                    <a:pt x="23" y="7"/>
                    <a:pt x="27" y="16"/>
                    <a:pt x="35" y="16"/>
                  </a:cubicBezTo>
                  <a:cubicBezTo>
                    <a:pt x="25" y="21"/>
                    <a:pt x="12" y="0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8" name="Freeform 228">
              <a:extLst>
                <a:ext uri="{FF2B5EF4-FFF2-40B4-BE49-F238E27FC236}">
                  <a16:creationId xmlns:a16="http://schemas.microsoft.com/office/drawing/2014/main" id="{21522109-3E86-44C6-9EE8-D94059609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450"/>
              <a:ext cx="27" cy="58"/>
            </a:xfrm>
            <a:custGeom>
              <a:avLst/>
              <a:gdLst>
                <a:gd name="T0" fmla="*/ 61 w 11"/>
                <a:gd name="T1" fmla="*/ 21 h 22"/>
                <a:gd name="T2" fmla="*/ 12 w 11"/>
                <a:gd name="T3" fmla="*/ 221 h 22"/>
                <a:gd name="T4" fmla="*/ 162 w 11"/>
                <a:gd name="T5" fmla="*/ 382 h 22"/>
                <a:gd name="T6" fmla="*/ 61 w 11"/>
                <a:gd name="T7" fmla="*/ 145 h 22"/>
                <a:gd name="T8" fmla="*/ 71 w 1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4" y="1"/>
                  </a:moveTo>
                  <a:cubicBezTo>
                    <a:pt x="3" y="5"/>
                    <a:pt x="0" y="8"/>
                    <a:pt x="1" y="12"/>
                  </a:cubicBezTo>
                  <a:cubicBezTo>
                    <a:pt x="2" y="16"/>
                    <a:pt x="7" y="22"/>
                    <a:pt x="11" y="21"/>
                  </a:cubicBezTo>
                  <a:cubicBezTo>
                    <a:pt x="7" y="18"/>
                    <a:pt x="5" y="13"/>
                    <a:pt x="4" y="8"/>
                  </a:cubicBezTo>
                  <a:cubicBezTo>
                    <a:pt x="4" y="5"/>
                    <a:pt x="5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9" name="Freeform 229">
              <a:extLst>
                <a:ext uri="{FF2B5EF4-FFF2-40B4-BE49-F238E27FC236}">
                  <a16:creationId xmlns:a16="http://schemas.microsoft.com/office/drawing/2014/main" id="{78715DD2-D7F8-4721-AD9A-C9C2331EE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300"/>
              <a:ext cx="25" cy="56"/>
            </a:xfrm>
            <a:custGeom>
              <a:avLst/>
              <a:gdLst>
                <a:gd name="T0" fmla="*/ 83 w 10"/>
                <a:gd name="T1" fmla="*/ 0 h 21"/>
                <a:gd name="T2" fmla="*/ 158 w 10"/>
                <a:gd name="T3" fmla="*/ 397 h 21"/>
                <a:gd name="T4" fmla="*/ 83 w 10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5" y="0"/>
                  </a:moveTo>
                  <a:cubicBezTo>
                    <a:pt x="0" y="6"/>
                    <a:pt x="4" y="17"/>
                    <a:pt x="10" y="21"/>
                  </a:cubicBezTo>
                  <a:cubicBezTo>
                    <a:pt x="8" y="16"/>
                    <a:pt x="3" y="7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0" name="Freeform 230">
              <a:extLst>
                <a:ext uri="{FF2B5EF4-FFF2-40B4-BE49-F238E27FC236}">
                  <a16:creationId xmlns:a16="http://schemas.microsoft.com/office/drawing/2014/main" id="{5A138D56-6E2E-424D-8B4C-38BA47EBD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138"/>
              <a:ext cx="65" cy="26"/>
            </a:xfrm>
            <a:custGeom>
              <a:avLst/>
              <a:gdLst>
                <a:gd name="T0" fmla="*/ 33 w 26"/>
                <a:gd name="T1" fmla="*/ 156 h 10"/>
                <a:gd name="T2" fmla="*/ 408 w 26"/>
                <a:gd name="T3" fmla="*/ 122 h 10"/>
                <a:gd name="T4" fmla="*/ 175 w 26"/>
                <a:gd name="T5" fmla="*/ 109 h 10"/>
                <a:gd name="T6" fmla="*/ 20 w 26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0">
                  <a:moveTo>
                    <a:pt x="2" y="9"/>
                  </a:moveTo>
                  <a:cubicBezTo>
                    <a:pt x="0" y="0"/>
                    <a:pt x="22" y="5"/>
                    <a:pt x="26" y="7"/>
                  </a:cubicBezTo>
                  <a:cubicBezTo>
                    <a:pt x="21" y="7"/>
                    <a:pt x="16" y="6"/>
                    <a:pt x="11" y="6"/>
                  </a:cubicBezTo>
                  <a:cubicBezTo>
                    <a:pt x="6" y="6"/>
                    <a:pt x="5" y="8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1" name="Freeform 231">
              <a:extLst>
                <a:ext uri="{FF2B5EF4-FFF2-40B4-BE49-F238E27FC236}">
                  <a16:creationId xmlns:a16="http://schemas.microsoft.com/office/drawing/2014/main" id="{6BAE5B50-C90B-492C-839E-610644A11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258"/>
              <a:ext cx="43" cy="120"/>
            </a:xfrm>
            <a:custGeom>
              <a:avLst/>
              <a:gdLst>
                <a:gd name="T0" fmla="*/ 0 w 17"/>
                <a:gd name="T1" fmla="*/ 853 h 45"/>
                <a:gd name="T2" fmla="*/ 180 w 17"/>
                <a:gd name="T3" fmla="*/ 533 h 45"/>
                <a:gd name="T4" fmla="*/ 180 w 17"/>
                <a:gd name="T5" fmla="*/ 0 h 45"/>
                <a:gd name="T6" fmla="*/ 51 w 17"/>
                <a:gd name="T7" fmla="*/ 93 h 45"/>
                <a:gd name="T8" fmla="*/ 96 w 17"/>
                <a:gd name="T9" fmla="*/ 435 h 45"/>
                <a:gd name="T10" fmla="*/ 116 w 17"/>
                <a:gd name="T11" fmla="*/ 648 h 45"/>
                <a:gd name="T12" fmla="*/ 0 w 17"/>
                <a:gd name="T13" fmla="*/ 83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5">
                  <a:moveTo>
                    <a:pt x="0" y="45"/>
                  </a:moveTo>
                  <a:cubicBezTo>
                    <a:pt x="14" y="43"/>
                    <a:pt x="9" y="37"/>
                    <a:pt x="11" y="28"/>
                  </a:cubicBezTo>
                  <a:cubicBezTo>
                    <a:pt x="12" y="20"/>
                    <a:pt x="17" y="6"/>
                    <a:pt x="11" y="0"/>
                  </a:cubicBezTo>
                  <a:cubicBezTo>
                    <a:pt x="8" y="2"/>
                    <a:pt x="6" y="4"/>
                    <a:pt x="3" y="5"/>
                  </a:cubicBezTo>
                  <a:cubicBezTo>
                    <a:pt x="12" y="5"/>
                    <a:pt x="6" y="19"/>
                    <a:pt x="6" y="23"/>
                  </a:cubicBezTo>
                  <a:cubicBezTo>
                    <a:pt x="6" y="27"/>
                    <a:pt x="7" y="30"/>
                    <a:pt x="7" y="34"/>
                  </a:cubicBezTo>
                  <a:cubicBezTo>
                    <a:pt x="6" y="38"/>
                    <a:pt x="4" y="42"/>
                    <a:pt x="0" y="44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2" name="Freeform 232">
              <a:extLst>
                <a:ext uri="{FF2B5EF4-FFF2-40B4-BE49-F238E27FC236}">
                  <a16:creationId xmlns:a16="http://schemas.microsoft.com/office/drawing/2014/main" id="{A582F2A7-23E4-4D37-B347-AAB53FBB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378"/>
              <a:ext cx="28" cy="122"/>
            </a:xfrm>
            <a:custGeom>
              <a:avLst/>
              <a:gdLst>
                <a:gd name="T0" fmla="*/ 0 w 11"/>
                <a:gd name="T1" fmla="*/ 0 h 46"/>
                <a:gd name="T2" fmla="*/ 64 w 11"/>
                <a:gd name="T3" fmla="*/ 77 h 46"/>
                <a:gd name="T4" fmla="*/ 150 w 11"/>
                <a:gd name="T5" fmla="*/ 133 h 46"/>
                <a:gd name="T6" fmla="*/ 97 w 11"/>
                <a:gd name="T7" fmla="*/ 337 h 46"/>
                <a:gd name="T8" fmla="*/ 97 w 11"/>
                <a:gd name="T9" fmla="*/ 562 h 46"/>
                <a:gd name="T10" fmla="*/ 51 w 11"/>
                <a:gd name="T11" fmla="*/ 859 h 46"/>
                <a:gd name="T12" fmla="*/ 64 w 11"/>
                <a:gd name="T13" fmla="*/ 634 h 46"/>
                <a:gd name="T14" fmla="*/ 20 w 11"/>
                <a:gd name="T15" fmla="*/ 464 h 46"/>
                <a:gd name="T16" fmla="*/ 0 w 11"/>
                <a:gd name="T17" fmla="*/ 56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46">
                  <a:moveTo>
                    <a:pt x="0" y="0"/>
                  </a:moveTo>
                  <a:cubicBezTo>
                    <a:pt x="1" y="1"/>
                    <a:pt x="2" y="3"/>
                    <a:pt x="4" y="4"/>
                  </a:cubicBezTo>
                  <a:cubicBezTo>
                    <a:pt x="5" y="5"/>
                    <a:pt x="7" y="5"/>
                    <a:pt x="9" y="7"/>
                  </a:cubicBezTo>
                  <a:cubicBezTo>
                    <a:pt x="11" y="10"/>
                    <a:pt x="7" y="15"/>
                    <a:pt x="6" y="18"/>
                  </a:cubicBezTo>
                  <a:cubicBezTo>
                    <a:pt x="5" y="22"/>
                    <a:pt x="5" y="27"/>
                    <a:pt x="6" y="30"/>
                  </a:cubicBezTo>
                  <a:cubicBezTo>
                    <a:pt x="7" y="37"/>
                    <a:pt x="8" y="41"/>
                    <a:pt x="3" y="46"/>
                  </a:cubicBezTo>
                  <a:cubicBezTo>
                    <a:pt x="4" y="42"/>
                    <a:pt x="5" y="38"/>
                    <a:pt x="4" y="34"/>
                  </a:cubicBezTo>
                  <a:cubicBezTo>
                    <a:pt x="2" y="31"/>
                    <a:pt x="0" y="29"/>
                    <a:pt x="1" y="25"/>
                  </a:cubicBezTo>
                  <a:cubicBezTo>
                    <a:pt x="2" y="18"/>
                    <a:pt x="6" y="10"/>
                    <a:pt x="0" y="3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3" name="Freeform 233">
              <a:extLst>
                <a:ext uri="{FF2B5EF4-FFF2-40B4-BE49-F238E27FC236}">
                  <a16:creationId xmlns:a16="http://schemas.microsoft.com/office/drawing/2014/main" id="{618EBF56-24E2-42A9-ABD1-700E8D77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258"/>
              <a:ext cx="60" cy="114"/>
            </a:xfrm>
            <a:custGeom>
              <a:avLst/>
              <a:gdLst>
                <a:gd name="T0" fmla="*/ 20 w 24"/>
                <a:gd name="T1" fmla="*/ 0 h 43"/>
                <a:gd name="T2" fmla="*/ 145 w 24"/>
                <a:gd name="T3" fmla="*/ 148 h 43"/>
                <a:gd name="T4" fmla="*/ 238 w 24"/>
                <a:gd name="T5" fmla="*/ 337 h 43"/>
                <a:gd name="T6" fmla="*/ 345 w 24"/>
                <a:gd name="T7" fmla="*/ 541 h 43"/>
                <a:gd name="T8" fmla="*/ 250 w 24"/>
                <a:gd name="T9" fmla="*/ 801 h 43"/>
                <a:gd name="T10" fmla="*/ 158 w 24"/>
                <a:gd name="T11" fmla="*/ 429 h 43"/>
                <a:gd name="T12" fmla="*/ 95 w 24"/>
                <a:gd name="T13" fmla="*/ 315 h 43"/>
                <a:gd name="T14" fmla="*/ 95 w 24"/>
                <a:gd name="T15" fmla="*/ 225 h 43"/>
                <a:gd name="T16" fmla="*/ 33 w 24"/>
                <a:gd name="T17" fmla="*/ 170 h 43"/>
                <a:gd name="T18" fmla="*/ 0 w 24"/>
                <a:gd name="T19" fmla="*/ 21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43">
                  <a:moveTo>
                    <a:pt x="1" y="0"/>
                  </a:moveTo>
                  <a:cubicBezTo>
                    <a:pt x="2" y="5"/>
                    <a:pt x="6" y="5"/>
                    <a:pt x="9" y="8"/>
                  </a:cubicBezTo>
                  <a:cubicBezTo>
                    <a:pt x="12" y="10"/>
                    <a:pt x="13" y="15"/>
                    <a:pt x="15" y="18"/>
                  </a:cubicBezTo>
                  <a:cubicBezTo>
                    <a:pt x="17" y="22"/>
                    <a:pt x="21" y="25"/>
                    <a:pt x="22" y="29"/>
                  </a:cubicBezTo>
                  <a:cubicBezTo>
                    <a:pt x="24" y="35"/>
                    <a:pt x="21" y="40"/>
                    <a:pt x="16" y="43"/>
                  </a:cubicBezTo>
                  <a:cubicBezTo>
                    <a:pt x="22" y="35"/>
                    <a:pt x="16" y="28"/>
                    <a:pt x="10" y="23"/>
                  </a:cubicBezTo>
                  <a:cubicBezTo>
                    <a:pt x="8" y="21"/>
                    <a:pt x="7" y="20"/>
                    <a:pt x="6" y="17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5" y="10"/>
                    <a:pt x="3" y="10"/>
                    <a:pt x="2" y="9"/>
                  </a:cubicBezTo>
                  <a:cubicBezTo>
                    <a:pt x="0" y="6"/>
                    <a:pt x="0" y="4"/>
                    <a:pt x="0" y="1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4" name="Freeform 234">
              <a:extLst>
                <a:ext uri="{FF2B5EF4-FFF2-40B4-BE49-F238E27FC236}">
                  <a16:creationId xmlns:a16="http://schemas.microsoft.com/office/drawing/2014/main" id="{367B7132-A9D5-48CB-AEA5-E8E463E5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290"/>
              <a:ext cx="97" cy="50"/>
            </a:xfrm>
            <a:custGeom>
              <a:avLst/>
              <a:gdLst>
                <a:gd name="T0" fmla="*/ 12 w 39"/>
                <a:gd name="T1" fmla="*/ 271 h 19"/>
                <a:gd name="T2" fmla="*/ 199 w 39"/>
                <a:gd name="T3" fmla="*/ 347 h 19"/>
                <a:gd name="T4" fmla="*/ 403 w 39"/>
                <a:gd name="T5" fmla="*/ 326 h 19"/>
                <a:gd name="T6" fmla="*/ 599 w 39"/>
                <a:gd name="T7" fmla="*/ 0 h 19"/>
                <a:gd name="T8" fmla="*/ 259 w 39"/>
                <a:gd name="T9" fmla="*/ 255 h 19"/>
                <a:gd name="T10" fmla="*/ 0 w 39"/>
                <a:gd name="T11" fmla="*/ 25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9">
                  <a:moveTo>
                    <a:pt x="1" y="15"/>
                  </a:moveTo>
                  <a:cubicBezTo>
                    <a:pt x="4" y="17"/>
                    <a:pt x="9" y="18"/>
                    <a:pt x="13" y="19"/>
                  </a:cubicBezTo>
                  <a:cubicBezTo>
                    <a:pt x="18" y="19"/>
                    <a:pt x="21" y="19"/>
                    <a:pt x="26" y="18"/>
                  </a:cubicBezTo>
                  <a:cubicBezTo>
                    <a:pt x="36" y="15"/>
                    <a:pt x="39" y="10"/>
                    <a:pt x="39" y="0"/>
                  </a:cubicBezTo>
                  <a:cubicBezTo>
                    <a:pt x="36" y="11"/>
                    <a:pt x="28" y="14"/>
                    <a:pt x="17" y="14"/>
                  </a:cubicBezTo>
                  <a:cubicBezTo>
                    <a:pt x="13" y="14"/>
                    <a:pt x="3" y="17"/>
                    <a:pt x="0" y="14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5" name="Freeform 235">
              <a:extLst>
                <a:ext uri="{FF2B5EF4-FFF2-40B4-BE49-F238E27FC236}">
                  <a16:creationId xmlns:a16="http://schemas.microsoft.com/office/drawing/2014/main" id="{7BC60CB5-B167-4F4C-8675-5F37CBF8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340"/>
              <a:ext cx="117" cy="104"/>
            </a:xfrm>
            <a:custGeom>
              <a:avLst/>
              <a:gdLst>
                <a:gd name="T0" fmla="*/ 0 w 47"/>
                <a:gd name="T1" fmla="*/ 605 h 39"/>
                <a:gd name="T2" fmla="*/ 403 w 47"/>
                <a:gd name="T3" fmla="*/ 547 h 39"/>
                <a:gd name="T4" fmla="*/ 587 w 47"/>
                <a:gd name="T5" fmla="*/ 0 h 39"/>
                <a:gd name="T6" fmla="*/ 416 w 47"/>
                <a:gd name="T7" fmla="*/ 419 h 39"/>
                <a:gd name="T8" fmla="*/ 30 w 47"/>
                <a:gd name="T9" fmla="*/ 58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9">
                  <a:moveTo>
                    <a:pt x="0" y="32"/>
                  </a:moveTo>
                  <a:cubicBezTo>
                    <a:pt x="8" y="39"/>
                    <a:pt x="18" y="35"/>
                    <a:pt x="26" y="29"/>
                  </a:cubicBezTo>
                  <a:cubicBezTo>
                    <a:pt x="33" y="24"/>
                    <a:pt x="47" y="10"/>
                    <a:pt x="38" y="0"/>
                  </a:cubicBezTo>
                  <a:cubicBezTo>
                    <a:pt x="38" y="9"/>
                    <a:pt x="34" y="17"/>
                    <a:pt x="27" y="22"/>
                  </a:cubicBezTo>
                  <a:cubicBezTo>
                    <a:pt x="22" y="26"/>
                    <a:pt x="9" y="33"/>
                    <a:pt x="2" y="31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6" name="Freeform 236">
              <a:extLst>
                <a:ext uri="{FF2B5EF4-FFF2-40B4-BE49-F238E27FC236}">
                  <a16:creationId xmlns:a16="http://schemas.microsoft.com/office/drawing/2014/main" id="{A8031D1D-E031-41B0-B8C8-CA058B8E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372"/>
              <a:ext cx="40" cy="112"/>
            </a:xfrm>
            <a:custGeom>
              <a:avLst/>
              <a:gdLst>
                <a:gd name="T0" fmla="*/ 158 w 16"/>
                <a:gd name="T1" fmla="*/ 0 h 42"/>
                <a:gd name="T2" fmla="*/ 95 w 16"/>
                <a:gd name="T3" fmla="*/ 397 h 42"/>
                <a:gd name="T4" fmla="*/ 0 w 16"/>
                <a:gd name="T5" fmla="*/ 797 h 42"/>
                <a:gd name="T6" fmla="*/ 20 w 16"/>
                <a:gd name="T7" fmla="*/ 397 h 42"/>
                <a:gd name="T8" fmla="*/ 158 w 16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2">
                  <a:moveTo>
                    <a:pt x="10" y="0"/>
                  </a:moveTo>
                  <a:cubicBezTo>
                    <a:pt x="16" y="3"/>
                    <a:pt x="7" y="17"/>
                    <a:pt x="6" y="21"/>
                  </a:cubicBezTo>
                  <a:cubicBezTo>
                    <a:pt x="5" y="28"/>
                    <a:pt x="7" y="38"/>
                    <a:pt x="0" y="42"/>
                  </a:cubicBezTo>
                  <a:cubicBezTo>
                    <a:pt x="7" y="36"/>
                    <a:pt x="0" y="28"/>
                    <a:pt x="1" y="21"/>
                  </a:cubicBezTo>
                  <a:cubicBezTo>
                    <a:pt x="2" y="14"/>
                    <a:pt x="11" y="10"/>
                    <a:pt x="10" y="2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7" name="Freeform 237">
              <a:extLst>
                <a:ext uri="{FF2B5EF4-FFF2-40B4-BE49-F238E27FC236}">
                  <a16:creationId xmlns:a16="http://schemas.microsoft.com/office/drawing/2014/main" id="{2399E2D6-3160-4932-9813-97EC3603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410"/>
              <a:ext cx="87" cy="104"/>
            </a:xfrm>
            <a:custGeom>
              <a:avLst/>
              <a:gdLst>
                <a:gd name="T0" fmla="*/ 0 w 35"/>
                <a:gd name="T1" fmla="*/ 717 h 39"/>
                <a:gd name="T2" fmla="*/ 124 w 35"/>
                <a:gd name="T3" fmla="*/ 648 h 39"/>
                <a:gd name="T4" fmla="*/ 278 w 35"/>
                <a:gd name="T5" fmla="*/ 512 h 39"/>
                <a:gd name="T6" fmla="*/ 462 w 35"/>
                <a:gd name="T7" fmla="*/ 456 h 39"/>
                <a:gd name="T8" fmla="*/ 507 w 35"/>
                <a:gd name="T9" fmla="*/ 192 h 39"/>
                <a:gd name="T10" fmla="*/ 353 w 35"/>
                <a:gd name="T11" fmla="*/ 0 h 39"/>
                <a:gd name="T12" fmla="*/ 186 w 35"/>
                <a:gd name="T13" fmla="*/ 192 h 39"/>
                <a:gd name="T14" fmla="*/ 353 w 35"/>
                <a:gd name="T15" fmla="*/ 149 h 39"/>
                <a:gd name="T16" fmla="*/ 403 w 35"/>
                <a:gd name="T17" fmla="*/ 341 h 39"/>
                <a:gd name="T18" fmla="*/ 199 w 35"/>
                <a:gd name="T19" fmla="*/ 477 h 39"/>
                <a:gd name="T20" fmla="*/ 30 w 35"/>
                <a:gd name="T21" fmla="*/ 683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39">
                  <a:moveTo>
                    <a:pt x="0" y="38"/>
                  </a:moveTo>
                  <a:cubicBezTo>
                    <a:pt x="4" y="39"/>
                    <a:pt x="6" y="36"/>
                    <a:pt x="8" y="34"/>
                  </a:cubicBezTo>
                  <a:cubicBezTo>
                    <a:pt x="11" y="32"/>
                    <a:pt x="14" y="29"/>
                    <a:pt x="18" y="27"/>
                  </a:cubicBezTo>
                  <a:cubicBezTo>
                    <a:pt x="22" y="26"/>
                    <a:pt x="27" y="27"/>
                    <a:pt x="30" y="24"/>
                  </a:cubicBezTo>
                  <a:cubicBezTo>
                    <a:pt x="34" y="21"/>
                    <a:pt x="35" y="14"/>
                    <a:pt x="33" y="10"/>
                  </a:cubicBezTo>
                  <a:cubicBezTo>
                    <a:pt x="31" y="4"/>
                    <a:pt x="27" y="3"/>
                    <a:pt x="23" y="0"/>
                  </a:cubicBezTo>
                  <a:cubicBezTo>
                    <a:pt x="21" y="4"/>
                    <a:pt x="17" y="10"/>
                    <a:pt x="12" y="10"/>
                  </a:cubicBezTo>
                  <a:cubicBezTo>
                    <a:pt x="15" y="10"/>
                    <a:pt x="19" y="7"/>
                    <a:pt x="23" y="8"/>
                  </a:cubicBezTo>
                  <a:cubicBezTo>
                    <a:pt x="28" y="9"/>
                    <a:pt x="28" y="15"/>
                    <a:pt x="26" y="18"/>
                  </a:cubicBezTo>
                  <a:cubicBezTo>
                    <a:pt x="23" y="23"/>
                    <a:pt x="17" y="23"/>
                    <a:pt x="13" y="25"/>
                  </a:cubicBezTo>
                  <a:cubicBezTo>
                    <a:pt x="9" y="28"/>
                    <a:pt x="6" y="33"/>
                    <a:pt x="2" y="36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8" name="Freeform 238">
              <a:extLst>
                <a:ext uri="{FF2B5EF4-FFF2-40B4-BE49-F238E27FC236}">
                  <a16:creationId xmlns:a16="http://schemas.microsoft.com/office/drawing/2014/main" id="{C1041EF6-4E28-4D80-99E1-09A5B9EC8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367"/>
              <a:ext cx="98" cy="64"/>
            </a:xfrm>
            <a:custGeom>
              <a:avLst/>
              <a:gdLst>
                <a:gd name="T0" fmla="*/ 0 w 39"/>
                <a:gd name="T1" fmla="*/ 456 h 24"/>
                <a:gd name="T2" fmla="*/ 239 w 39"/>
                <a:gd name="T3" fmla="*/ 397 h 24"/>
                <a:gd name="T4" fmla="*/ 460 w 39"/>
                <a:gd name="T5" fmla="*/ 419 h 24"/>
                <a:gd name="T6" fmla="*/ 601 w 39"/>
                <a:gd name="T7" fmla="*/ 248 h 24"/>
                <a:gd name="T8" fmla="*/ 505 w 39"/>
                <a:gd name="T9" fmla="*/ 21 h 24"/>
                <a:gd name="T10" fmla="*/ 525 w 39"/>
                <a:gd name="T11" fmla="*/ 227 h 24"/>
                <a:gd name="T12" fmla="*/ 379 w 39"/>
                <a:gd name="T13" fmla="*/ 320 h 24"/>
                <a:gd name="T14" fmla="*/ 158 w 39"/>
                <a:gd name="T15" fmla="*/ 320 h 24"/>
                <a:gd name="T16" fmla="*/ 0 w 39"/>
                <a:gd name="T17" fmla="*/ 45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4">
                  <a:moveTo>
                    <a:pt x="0" y="24"/>
                  </a:moveTo>
                  <a:cubicBezTo>
                    <a:pt x="5" y="21"/>
                    <a:pt x="9" y="19"/>
                    <a:pt x="15" y="21"/>
                  </a:cubicBezTo>
                  <a:cubicBezTo>
                    <a:pt x="20" y="22"/>
                    <a:pt x="25" y="23"/>
                    <a:pt x="29" y="22"/>
                  </a:cubicBezTo>
                  <a:cubicBezTo>
                    <a:pt x="34" y="21"/>
                    <a:pt x="37" y="17"/>
                    <a:pt x="38" y="13"/>
                  </a:cubicBezTo>
                  <a:cubicBezTo>
                    <a:pt x="39" y="9"/>
                    <a:pt x="37" y="0"/>
                    <a:pt x="32" y="1"/>
                  </a:cubicBezTo>
                  <a:cubicBezTo>
                    <a:pt x="34" y="5"/>
                    <a:pt x="36" y="7"/>
                    <a:pt x="33" y="12"/>
                  </a:cubicBezTo>
                  <a:cubicBezTo>
                    <a:pt x="30" y="15"/>
                    <a:pt x="28" y="17"/>
                    <a:pt x="24" y="17"/>
                  </a:cubicBezTo>
                  <a:cubicBezTo>
                    <a:pt x="19" y="17"/>
                    <a:pt x="15" y="16"/>
                    <a:pt x="10" y="17"/>
                  </a:cubicBezTo>
                  <a:cubicBezTo>
                    <a:pt x="5" y="19"/>
                    <a:pt x="3" y="22"/>
                    <a:pt x="0" y="24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9" name="Freeform 239">
              <a:extLst>
                <a:ext uri="{FF2B5EF4-FFF2-40B4-BE49-F238E27FC236}">
                  <a16:creationId xmlns:a16="http://schemas.microsoft.com/office/drawing/2014/main" id="{315C897D-4EF1-442A-A19B-6CC2BBAC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287"/>
              <a:ext cx="112" cy="69"/>
            </a:xfrm>
            <a:custGeom>
              <a:avLst/>
              <a:gdLst>
                <a:gd name="T0" fmla="*/ 199 w 45"/>
                <a:gd name="T1" fmla="*/ 0 h 26"/>
                <a:gd name="T2" fmla="*/ 105 w 45"/>
                <a:gd name="T3" fmla="*/ 111 h 26"/>
                <a:gd name="T4" fmla="*/ 30 w 45"/>
                <a:gd name="T5" fmla="*/ 204 h 26"/>
                <a:gd name="T6" fmla="*/ 105 w 45"/>
                <a:gd name="T7" fmla="*/ 353 h 26"/>
                <a:gd name="T8" fmla="*/ 694 w 45"/>
                <a:gd name="T9" fmla="*/ 374 h 26"/>
                <a:gd name="T10" fmla="*/ 217 w 45"/>
                <a:gd name="T11" fmla="*/ 316 h 26"/>
                <a:gd name="T12" fmla="*/ 217 w 45"/>
                <a:gd name="T13" fmla="*/ 21 h 26"/>
                <a:gd name="T14" fmla="*/ 217 w 45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26">
                  <a:moveTo>
                    <a:pt x="13" y="0"/>
                  </a:moveTo>
                  <a:cubicBezTo>
                    <a:pt x="10" y="2"/>
                    <a:pt x="9" y="4"/>
                    <a:pt x="7" y="6"/>
                  </a:cubicBezTo>
                  <a:cubicBezTo>
                    <a:pt x="6" y="8"/>
                    <a:pt x="3" y="9"/>
                    <a:pt x="2" y="11"/>
                  </a:cubicBezTo>
                  <a:cubicBezTo>
                    <a:pt x="0" y="15"/>
                    <a:pt x="4" y="18"/>
                    <a:pt x="7" y="19"/>
                  </a:cubicBezTo>
                  <a:cubicBezTo>
                    <a:pt x="19" y="25"/>
                    <a:pt x="34" y="26"/>
                    <a:pt x="45" y="20"/>
                  </a:cubicBezTo>
                  <a:cubicBezTo>
                    <a:pt x="39" y="24"/>
                    <a:pt x="21" y="21"/>
                    <a:pt x="14" y="17"/>
                  </a:cubicBezTo>
                  <a:cubicBezTo>
                    <a:pt x="9" y="15"/>
                    <a:pt x="10" y="5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0" name="Freeform 240">
              <a:extLst>
                <a:ext uri="{FF2B5EF4-FFF2-40B4-BE49-F238E27FC236}">
                  <a16:creationId xmlns:a16="http://schemas.microsoft.com/office/drawing/2014/main" id="{66BFAAEB-733D-41B9-81EE-62286B15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236"/>
              <a:ext cx="103" cy="83"/>
            </a:xfrm>
            <a:custGeom>
              <a:avLst/>
              <a:gdLst>
                <a:gd name="T0" fmla="*/ 0 w 41"/>
                <a:gd name="T1" fmla="*/ 517 h 31"/>
                <a:gd name="T2" fmla="*/ 176 w 41"/>
                <a:gd name="T3" fmla="*/ 573 h 31"/>
                <a:gd name="T4" fmla="*/ 347 w 41"/>
                <a:gd name="T5" fmla="*/ 388 h 31"/>
                <a:gd name="T6" fmla="*/ 525 w 41"/>
                <a:gd name="T7" fmla="*/ 193 h 31"/>
                <a:gd name="T8" fmla="*/ 618 w 41"/>
                <a:gd name="T9" fmla="*/ 0 h 31"/>
                <a:gd name="T10" fmla="*/ 492 w 41"/>
                <a:gd name="T11" fmla="*/ 150 h 31"/>
                <a:gd name="T12" fmla="*/ 317 w 41"/>
                <a:gd name="T13" fmla="*/ 265 h 31"/>
                <a:gd name="T14" fmla="*/ 63 w 41"/>
                <a:gd name="T15" fmla="*/ 517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1">
                  <a:moveTo>
                    <a:pt x="0" y="27"/>
                  </a:moveTo>
                  <a:cubicBezTo>
                    <a:pt x="2" y="30"/>
                    <a:pt x="8" y="31"/>
                    <a:pt x="11" y="30"/>
                  </a:cubicBezTo>
                  <a:cubicBezTo>
                    <a:pt x="16" y="29"/>
                    <a:pt x="19" y="24"/>
                    <a:pt x="22" y="20"/>
                  </a:cubicBezTo>
                  <a:cubicBezTo>
                    <a:pt x="25" y="16"/>
                    <a:pt x="28" y="12"/>
                    <a:pt x="33" y="10"/>
                  </a:cubicBezTo>
                  <a:cubicBezTo>
                    <a:pt x="36" y="8"/>
                    <a:pt x="41" y="5"/>
                    <a:pt x="39" y="0"/>
                  </a:cubicBezTo>
                  <a:cubicBezTo>
                    <a:pt x="39" y="6"/>
                    <a:pt x="36" y="6"/>
                    <a:pt x="31" y="8"/>
                  </a:cubicBezTo>
                  <a:cubicBezTo>
                    <a:pt x="27" y="9"/>
                    <a:pt x="24" y="11"/>
                    <a:pt x="20" y="14"/>
                  </a:cubicBezTo>
                  <a:cubicBezTo>
                    <a:pt x="14" y="20"/>
                    <a:pt x="13" y="26"/>
                    <a:pt x="4" y="27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1" name="Freeform 241">
              <a:extLst>
                <a:ext uri="{FF2B5EF4-FFF2-40B4-BE49-F238E27FC236}">
                  <a16:creationId xmlns:a16="http://schemas.microsoft.com/office/drawing/2014/main" id="{E926AFA5-B1E9-42C5-904D-9B360F900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215"/>
              <a:ext cx="115" cy="45"/>
            </a:xfrm>
            <a:custGeom>
              <a:avLst/>
              <a:gdLst>
                <a:gd name="T0" fmla="*/ 0 w 46"/>
                <a:gd name="T1" fmla="*/ 90 h 17"/>
                <a:gd name="T2" fmla="*/ 425 w 46"/>
                <a:gd name="T3" fmla="*/ 294 h 17"/>
                <a:gd name="T4" fmla="*/ 613 w 46"/>
                <a:gd name="T5" fmla="*/ 0 h 17"/>
                <a:gd name="T6" fmla="*/ 50 w 46"/>
                <a:gd name="T7" fmla="*/ 13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7">
                  <a:moveTo>
                    <a:pt x="0" y="5"/>
                  </a:moveTo>
                  <a:cubicBezTo>
                    <a:pt x="5" y="13"/>
                    <a:pt x="18" y="17"/>
                    <a:pt x="27" y="16"/>
                  </a:cubicBezTo>
                  <a:cubicBezTo>
                    <a:pt x="35" y="16"/>
                    <a:pt x="46" y="9"/>
                    <a:pt x="39" y="0"/>
                  </a:cubicBezTo>
                  <a:cubicBezTo>
                    <a:pt x="43" y="16"/>
                    <a:pt x="9" y="13"/>
                    <a:pt x="3" y="7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2" name="Freeform 242">
              <a:extLst>
                <a:ext uri="{FF2B5EF4-FFF2-40B4-BE49-F238E27FC236}">
                  <a16:creationId xmlns:a16="http://schemas.microsoft.com/office/drawing/2014/main" id="{5389F77A-2FD2-4D2B-93F4-CE303A347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167"/>
              <a:ext cx="67" cy="53"/>
            </a:xfrm>
            <a:custGeom>
              <a:avLst/>
              <a:gdLst>
                <a:gd name="T0" fmla="*/ 0 w 27"/>
                <a:gd name="T1" fmla="*/ 77 h 20"/>
                <a:gd name="T2" fmla="*/ 166 w 27"/>
                <a:gd name="T3" fmla="*/ 148 h 20"/>
                <a:gd name="T4" fmla="*/ 258 w 27"/>
                <a:gd name="T5" fmla="*/ 260 h 20"/>
                <a:gd name="T6" fmla="*/ 382 w 27"/>
                <a:gd name="T7" fmla="*/ 0 h 20"/>
                <a:gd name="T8" fmla="*/ 42 w 27"/>
                <a:gd name="T9" fmla="*/ 9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4"/>
                  </a:moveTo>
                  <a:cubicBezTo>
                    <a:pt x="4" y="6"/>
                    <a:pt x="7" y="6"/>
                    <a:pt x="11" y="8"/>
                  </a:cubicBezTo>
                  <a:cubicBezTo>
                    <a:pt x="13" y="10"/>
                    <a:pt x="15" y="12"/>
                    <a:pt x="17" y="14"/>
                  </a:cubicBezTo>
                  <a:cubicBezTo>
                    <a:pt x="24" y="20"/>
                    <a:pt x="27" y="5"/>
                    <a:pt x="25" y="0"/>
                  </a:cubicBezTo>
                  <a:cubicBezTo>
                    <a:pt x="25" y="12"/>
                    <a:pt x="10" y="4"/>
                    <a:pt x="3" y="5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3" name="Freeform 243">
              <a:extLst>
                <a:ext uri="{FF2B5EF4-FFF2-40B4-BE49-F238E27FC236}">
                  <a16:creationId xmlns:a16="http://schemas.microsoft.com/office/drawing/2014/main" id="{9C22793F-098B-494B-87A6-F896E7B5A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151"/>
              <a:ext cx="97" cy="123"/>
            </a:xfrm>
            <a:custGeom>
              <a:avLst/>
              <a:gdLst>
                <a:gd name="T0" fmla="*/ 0 w 39"/>
                <a:gd name="T1" fmla="*/ 709 h 46"/>
                <a:gd name="T2" fmla="*/ 371 w 39"/>
                <a:gd name="T3" fmla="*/ 730 h 46"/>
                <a:gd name="T4" fmla="*/ 587 w 39"/>
                <a:gd name="T5" fmla="*/ 401 h 46"/>
                <a:gd name="T6" fmla="*/ 525 w 39"/>
                <a:gd name="T7" fmla="*/ 56 h 46"/>
                <a:gd name="T8" fmla="*/ 371 w 39"/>
                <a:gd name="T9" fmla="*/ 21 h 46"/>
                <a:gd name="T10" fmla="*/ 341 w 39"/>
                <a:gd name="T11" fmla="*/ 35 h 46"/>
                <a:gd name="T12" fmla="*/ 308 w 39"/>
                <a:gd name="T13" fmla="*/ 150 h 46"/>
                <a:gd name="T14" fmla="*/ 495 w 39"/>
                <a:gd name="T15" fmla="*/ 171 h 46"/>
                <a:gd name="T16" fmla="*/ 495 w 39"/>
                <a:gd name="T17" fmla="*/ 457 h 46"/>
                <a:gd name="T18" fmla="*/ 12 w 39"/>
                <a:gd name="T19" fmla="*/ 73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6">
                  <a:moveTo>
                    <a:pt x="0" y="37"/>
                  </a:moveTo>
                  <a:cubicBezTo>
                    <a:pt x="3" y="46"/>
                    <a:pt x="19" y="41"/>
                    <a:pt x="24" y="38"/>
                  </a:cubicBezTo>
                  <a:cubicBezTo>
                    <a:pt x="30" y="34"/>
                    <a:pt x="36" y="28"/>
                    <a:pt x="38" y="21"/>
                  </a:cubicBezTo>
                  <a:cubicBezTo>
                    <a:pt x="39" y="15"/>
                    <a:pt x="39" y="6"/>
                    <a:pt x="34" y="3"/>
                  </a:cubicBezTo>
                  <a:cubicBezTo>
                    <a:pt x="32" y="1"/>
                    <a:pt x="27" y="0"/>
                    <a:pt x="24" y="1"/>
                  </a:cubicBezTo>
                  <a:cubicBezTo>
                    <a:pt x="23" y="1"/>
                    <a:pt x="23" y="1"/>
                    <a:pt x="22" y="2"/>
                  </a:cubicBezTo>
                  <a:cubicBezTo>
                    <a:pt x="21" y="3"/>
                    <a:pt x="21" y="7"/>
                    <a:pt x="20" y="8"/>
                  </a:cubicBezTo>
                  <a:cubicBezTo>
                    <a:pt x="25" y="7"/>
                    <a:pt x="27" y="3"/>
                    <a:pt x="32" y="9"/>
                  </a:cubicBezTo>
                  <a:cubicBezTo>
                    <a:pt x="36" y="14"/>
                    <a:pt x="34" y="19"/>
                    <a:pt x="32" y="24"/>
                  </a:cubicBezTo>
                  <a:cubicBezTo>
                    <a:pt x="30" y="29"/>
                    <a:pt x="18" y="44"/>
                    <a:pt x="1" y="38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4" name="Freeform 244">
              <a:extLst>
                <a:ext uri="{FF2B5EF4-FFF2-40B4-BE49-F238E27FC236}">
                  <a16:creationId xmlns:a16="http://schemas.microsoft.com/office/drawing/2014/main" id="{5FBD0E26-CD81-4299-9121-D7BF123B5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202"/>
              <a:ext cx="52" cy="40"/>
            </a:xfrm>
            <a:custGeom>
              <a:avLst/>
              <a:gdLst>
                <a:gd name="T0" fmla="*/ 12 w 21"/>
                <a:gd name="T1" fmla="*/ 248 h 15"/>
                <a:gd name="T2" fmla="*/ 74 w 21"/>
                <a:gd name="T3" fmla="*/ 149 h 15"/>
                <a:gd name="T4" fmla="*/ 319 w 21"/>
                <a:gd name="T5" fmla="*/ 0 h 15"/>
                <a:gd name="T6" fmla="*/ 215 w 21"/>
                <a:gd name="T7" fmla="*/ 136 h 15"/>
                <a:gd name="T8" fmla="*/ 42 w 21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" y="13"/>
                  </a:moveTo>
                  <a:cubicBezTo>
                    <a:pt x="0" y="9"/>
                    <a:pt x="2" y="9"/>
                    <a:pt x="5" y="8"/>
                  </a:cubicBezTo>
                  <a:cubicBezTo>
                    <a:pt x="11" y="6"/>
                    <a:pt x="16" y="4"/>
                    <a:pt x="21" y="0"/>
                  </a:cubicBezTo>
                  <a:cubicBezTo>
                    <a:pt x="20" y="4"/>
                    <a:pt x="18" y="6"/>
                    <a:pt x="14" y="7"/>
                  </a:cubicBezTo>
                  <a:cubicBezTo>
                    <a:pt x="11" y="9"/>
                    <a:pt x="4" y="11"/>
                    <a:pt x="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" name="Freeform 245">
              <a:extLst>
                <a:ext uri="{FF2B5EF4-FFF2-40B4-BE49-F238E27FC236}">
                  <a16:creationId xmlns:a16="http://schemas.microsoft.com/office/drawing/2014/main" id="{B9445CDD-B2AE-43D5-87D9-1A32F624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084"/>
              <a:ext cx="45" cy="123"/>
            </a:xfrm>
            <a:custGeom>
              <a:avLst/>
              <a:gdLst>
                <a:gd name="T0" fmla="*/ 175 w 18"/>
                <a:gd name="T1" fmla="*/ 0 h 46"/>
                <a:gd name="T2" fmla="*/ 270 w 18"/>
                <a:gd name="T3" fmla="*/ 500 h 46"/>
                <a:gd name="T4" fmla="*/ 0 w 18"/>
                <a:gd name="T5" fmla="*/ 824 h 46"/>
                <a:gd name="T6" fmla="*/ 188 w 18"/>
                <a:gd name="T7" fmla="*/ 422 h 46"/>
                <a:gd name="T8" fmla="*/ 175 w 18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6">
                  <a:moveTo>
                    <a:pt x="11" y="0"/>
                  </a:moveTo>
                  <a:cubicBezTo>
                    <a:pt x="11" y="10"/>
                    <a:pt x="15" y="17"/>
                    <a:pt x="17" y="26"/>
                  </a:cubicBezTo>
                  <a:cubicBezTo>
                    <a:pt x="18" y="34"/>
                    <a:pt x="10" y="46"/>
                    <a:pt x="0" y="43"/>
                  </a:cubicBezTo>
                  <a:cubicBezTo>
                    <a:pt x="10" y="41"/>
                    <a:pt x="16" y="32"/>
                    <a:pt x="12" y="22"/>
                  </a:cubicBezTo>
                  <a:cubicBezTo>
                    <a:pt x="9" y="15"/>
                    <a:pt x="8" y="8"/>
                    <a:pt x="11" y="0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" name="Freeform 246">
              <a:extLst>
                <a:ext uri="{FF2B5EF4-FFF2-40B4-BE49-F238E27FC236}">
                  <a16:creationId xmlns:a16="http://schemas.microsoft.com/office/drawing/2014/main" id="{05043D41-77D2-4DF4-9165-F0A812F5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010"/>
              <a:ext cx="102" cy="53"/>
            </a:xfrm>
            <a:custGeom>
              <a:avLst/>
              <a:gdLst>
                <a:gd name="T0" fmla="*/ 0 w 41"/>
                <a:gd name="T1" fmla="*/ 371 h 20"/>
                <a:gd name="T2" fmla="*/ 187 w 41"/>
                <a:gd name="T3" fmla="*/ 260 h 20"/>
                <a:gd name="T4" fmla="*/ 371 w 41"/>
                <a:gd name="T5" fmla="*/ 239 h 20"/>
                <a:gd name="T6" fmla="*/ 600 w 41"/>
                <a:gd name="T7" fmla="*/ 0 h 20"/>
                <a:gd name="T8" fmla="*/ 353 w 41"/>
                <a:gd name="T9" fmla="*/ 170 h 20"/>
                <a:gd name="T10" fmla="*/ 199 w 41"/>
                <a:gd name="T11" fmla="*/ 225 h 20"/>
                <a:gd name="T12" fmla="*/ 75 w 41"/>
                <a:gd name="T13" fmla="*/ 3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0">
                  <a:moveTo>
                    <a:pt x="0" y="20"/>
                  </a:moveTo>
                  <a:cubicBezTo>
                    <a:pt x="5" y="20"/>
                    <a:pt x="8" y="16"/>
                    <a:pt x="12" y="14"/>
                  </a:cubicBezTo>
                  <a:cubicBezTo>
                    <a:pt x="16" y="13"/>
                    <a:pt x="20" y="13"/>
                    <a:pt x="24" y="13"/>
                  </a:cubicBezTo>
                  <a:cubicBezTo>
                    <a:pt x="32" y="12"/>
                    <a:pt x="41" y="11"/>
                    <a:pt x="39" y="0"/>
                  </a:cubicBezTo>
                  <a:cubicBezTo>
                    <a:pt x="38" y="10"/>
                    <a:pt x="29" y="8"/>
                    <a:pt x="23" y="9"/>
                  </a:cubicBezTo>
                  <a:cubicBezTo>
                    <a:pt x="19" y="9"/>
                    <a:pt x="16" y="10"/>
                    <a:pt x="13" y="12"/>
                  </a:cubicBezTo>
                  <a:cubicBezTo>
                    <a:pt x="10" y="14"/>
                    <a:pt x="8" y="16"/>
                    <a:pt x="5" y="17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7" name="Freeform 247">
              <a:extLst>
                <a:ext uri="{FF2B5EF4-FFF2-40B4-BE49-F238E27FC236}">
                  <a16:creationId xmlns:a16="http://schemas.microsoft.com/office/drawing/2014/main" id="{3DC8B3B7-B88C-4F77-AA2A-7839979C7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092"/>
              <a:ext cx="83" cy="43"/>
            </a:xfrm>
            <a:custGeom>
              <a:avLst/>
              <a:gdLst>
                <a:gd name="T0" fmla="*/ 0 w 33"/>
                <a:gd name="T1" fmla="*/ 231 h 16"/>
                <a:gd name="T2" fmla="*/ 367 w 33"/>
                <a:gd name="T3" fmla="*/ 274 h 16"/>
                <a:gd name="T4" fmla="*/ 493 w 33"/>
                <a:gd name="T5" fmla="*/ 196 h 16"/>
                <a:gd name="T6" fmla="*/ 493 w 33"/>
                <a:gd name="T7" fmla="*/ 0 h 16"/>
                <a:gd name="T8" fmla="*/ 272 w 33"/>
                <a:gd name="T9" fmla="*/ 231 h 16"/>
                <a:gd name="T10" fmla="*/ 0 w 33"/>
                <a:gd name="T11" fmla="*/ 23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6">
                  <a:moveTo>
                    <a:pt x="0" y="12"/>
                  </a:moveTo>
                  <a:cubicBezTo>
                    <a:pt x="6" y="16"/>
                    <a:pt x="16" y="15"/>
                    <a:pt x="23" y="14"/>
                  </a:cubicBezTo>
                  <a:cubicBezTo>
                    <a:pt x="26" y="13"/>
                    <a:pt x="29" y="13"/>
                    <a:pt x="31" y="10"/>
                  </a:cubicBezTo>
                  <a:cubicBezTo>
                    <a:pt x="33" y="7"/>
                    <a:pt x="33" y="2"/>
                    <a:pt x="31" y="0"/>
                  </a:cubicBezTo>
                  <a:cubicBezTo>
                    <a:pt x="30" y="9"/>
                    <a:pt x="26" y="11"/>
                    <a:pt x="17" y="12"/>
                  </a:cubicBezTo>
                  <a:cubicBezTo>
                    <a:pt x="11" y="13"/>
                    <a:pt x="5" y="14"/>
                    <a:pt x="0" y="12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" name="Freeform 248">
              <a:extLst>
                <a:ext uri="{FF2B5EF4-FFF2-40B4-BE49-F238E27FC236}">
                  <a16:creationId xmlns:a16="http://schemas.microsoft.com/office/drawing/2014/main" id="{A64391D4-3A19-49D0-BB3C-A086719D1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098"/>
              <a:ext cx="48" cy="88"/>
            </a:xfrm>
            <a:custGeom>
              <a:avLst/>
              <a:gdLst>
                <a:gd name="T0" fmla="*/ 63 w 19"/>
                <a:gd name="T1" fmla="*/ 21 h 33"/>
                <a:gd name="T2" fmla="*/ 306 w 19"/>
                <a:gd name="T3" fmla="*/ 397 h 33"/>
                <a:gd name="T4" fmla="*/ 33 w 19"/>
                <a:gd name="T5" fmla="*/ 627 h 33"/>
                <a:gd name="T6" fmla="*/ 20 w 19"/>
                <a:gd name="T7" fmla="*/ 456 h 33"/>
                <a:gd name="T8" fmla="*/ 96 w 19"/>
                <a:gd name="T9" fmla="*/ 320 h 33"/>
                <a:gd name="T10" fmla="*/ 63 w 19"/>
                <a:gd name="T11" fmla="*/ 149 h 33"/>
                <a:gd name="T12" fmla="*/ 51 w 19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3">
                  <a:moveTo>
                    <a:pt x="4" y="1"/>
                  </a:moveTo>
                  <a:cubicBezTo>
                    <a:pt x="3" y="10"/>
                    <a:pt x="18" y="12"/>
                    <a:pt x="19" y="21"/>
                  </a:cubicBezTo>
                  <a:cubicBezTo>
                    <a:pt x="10" y="18"/>
                    <a:pt x="2" y="23"/>
                    <a:pt x="2" y="33"/>
                  </a:cubicBezTo>
                  <a:cubicBezTo>
                    <a:pt x="2" y="30"/>
                    <a:pt x="0" y="26"/>
                    <a:pt x="1" y="24"/>
                  </a:cubicBezTo>
                  <a:cubicBezTo>
                    <a:pt x="2" y="21"/>
                    <a:pt x="5" y="20"/>
                    <a:pt x="6" y="17"/>
                  </a:cubicBezTo>
                  <a:cubicBezTo>
                    <a:pt x="7" y="13"/>
                    <a:pt x="5" y="12"/>
                    <a:pt x="4" y="8"/>
                  </a:cubicBezTo>
                  <a:cubicBezTo>
                    <a:pt x="3" y="6"/>
                    <a:pt x="3" y="3"/>
                    <a:pt x="3" y="0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" name="Freeform 249">
              <a:extLst>
                <a:ext uri="{FF2B5EF4-FFF2-40B4-BE49-F238E27FC236}">
                  <a16:creationId xmlns:a16="http://schemas.microsoft.com/office/drawing/2014/main" id="{BF60A886-F32A-4116-BCFD-9D211360D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156"/>
              <a:ext cx="93" cy="78"/>
            </a:xfrm>
            <a:custGeom>
              <a:avLst/>
              <a:gdLst>
                <a:gd name="T0" fmla="*/ 0 w 37"/>
                <a:gd name="T1" fmla="*/ 565 h 29"/>
                <a:gd name="T2" fmla="*/ 410 w 37"/>
                <a:gd name="T3" fmla="*/ 218 h 29"/>
                <a:gd name="T4" fmla="*/ 555 w 37"/>
                <a:gd name="T5" fmla="*/ 231 h 29"/>
                <a:gd name="T6" fmla="*/ 505 w 37"/>
                <a:gd name="T7" fmla="*/ 0 h 29"/>
                <a:gd name="T8" fmla="*/ 475 w 37"/>
                <a:gd name="T9" fmla="*/ 137 h 29"/>
                <a:gd name="T10" fmla="*/ 317 w 37"/>
                <a:gd name="T11" fmla="*/ 159 h 29"/>
                <a:gd name="T12" fmla="*/ 146 w 37"/>
                <a:gd name="T13" fmla="*/ 290 h 29"/>
                <a:gd name="T14" fmla="*/ 20 w 37"/>
                <a:gd name="T15" fmla="*/ 50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9">
                  <a:moveTo>
                    <a:pt x="0" y="29"/>
                  </a:moveTo>
                  <a:cubicBezTo>
                    <a:pt x="5" y="20"/>
                    <a:pt x="16" y="12"/>
                    <a:pt x="26" y="11"/>
                  </a:cubicBezTo>
                  <a:cubicBezTo>
                    <a:pt x="29" y="11"/>
                    <a:pt x="34" y="13"/>
                    <a:pt x="35" y="12"/>
                  </a:cubicBezTo>
                  <a:cubicBezTo>
                    <a:pt x="37" y="9"/>
                    <a:pt x="33" y="1"/>
                    <a:pt x="32" y="0"/>
                  </a:cubicBezTo>
                  <a:cubicBezTo>
                    <a:pt x="32" y="3"/>
                    <a:pt x="33" y="6"/>
                    <a:pt x="30" y="7"/>
                  </a:cubicBezTo>
                  <a:cubicBezTo>
                    <a:pt x="26" y="8"/>
                    <a:pt x="23" y="7"/>
                    <a:pt x="20" y="8"/>
                  </a:cubicBezTo>
                  <a:cubicBezTo>
                    <a:pt x="15" y="9"/>
                    <a:pt x="12" y="12"/>
                    <a:pt x="9" y="15"/>
                  </a:cubicBezTo>
                  <a:cubicBezTo>
                    <a:pt x="5" y="18"/>
                    <a:pt x="4" y="23"/>
                    <a:pt x="1" y="26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" name="Freeform 250">
              <a:extLst>
                <a:ext uri="{FF2B5EF4-FFF2-40B4-BE49-F238E27FC236}">
                  <a16:creationId xmlns:a16="http://schemas.microsoft.com/office/drawing/2014/main" id="{1BE29CC2-3C84-4D05-AC51-1C60C381C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324"/>
              <a:ext cx="53" cy="75"/>
            </a:xfrm>
            <a:custGeom>
              <a:avLst/>
              <a:gdLst>
                <a:gd name="T0" fmla="*/ 0 w 21"/>
                <a:gd name="T1" fmla="*/ 458 h 28"/>
                <a:gd name="T2" fmla="*/ 288 w 21"/>
                <a:gd name="T3" fmla="*/ 388 h 28"/>
                <a:gd name="T4" fmla="*/ 305 w 21"/>
                <a:gd name="T5" fmla="*/ 193 h 28"/>
                <a:gd name="T6" fmla="*/ 255 w 21"/>
                <a:gd name="T7" fmla="*/ 21 h 28"/>
                <a:gd name="T8" fmla="*/ 222 w 21"/>
                <a:gd name="T9" fmla="*/ 0 h 28"/>
                <a:gd name="T10" fmla="*/ 50 w 21"/>
                <a:gd name="T11" fmla="*/ 35 h 28"/>
                <a:gd name="T12" fmla="*/ 0 w 21"/>
                <a:gd name="T13" fmla="*/ 45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0" y="24"/>
                  </a:moveTo>
                  <a:cubicBezTo>
                    <a:pt x="6" y="26"/>
                    <a:pt x="14" y="26"/>
                    <a:pt x="18" y="20"/>
                  </a:cubicBezTo>
                  <a:cubicBezTo>
                    <a:pt x="21" y="17"/>
                    <a:pt x="20" y="14"/>
                    <a:pt x="19" y="10"/>
                  </a:cubicBezTo>
                  <a:cubicBezTo>
                    <a:pt x="18" y="7"/>
                    <a:pt x="16" y="4"/>
                    <a:pt x="16" y="1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1" y="2"/>
                    <a:pt x="6" y="4"/>
                    <a:pt x="3" y="2"/>
                  </a:cubicBezTo>
                  <a:cubicBezTo>
                    <a:pt x="20" y="5"/>
                    <a:pt x="11" y="28"/>
                    <a:pt x="0" y="24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" name="Freeform 251">
              <a:extLst>
                <a:ext uri="{FF2B5EF4-FFF2-40B4-BE49-F238E27FC236}">
                  <a16:creationId xmlns:a16="http://schemas.microsoft.com/office/drawing/2014/main" id="{94BC259A-4A73-45B2-85A0-00AF2A98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447"/>
              <a:ext cx="108" cy="51"/>
            </a:xfrm>
            <a:custGeom>
              <a:avLst/>
              <a:gdLst>
                <a:gd name="T0" fmla="*/ 0 w 43"/>
                <a:gd name="T1" fmla="*/ 150 h 19"/>
                <a:gd name="T2" fmla="*/ 460 w 43"/>
                <a:gd name="T3" fmla="*/ 309 h 19"/>
                <a:gd name="T4" fmla="*/ 618 w 43"/>
                <a:gd name="T5" fmla="*/ 193 h 19"/>
                <a:gd name="T6" fmla="*/ 568 w 43"/>
                <a:gd name="T7" fmla="*/ 0 h 19"/>
                <a:gd name="T8" fmla="*/ 367 w 43"/>
                <a:gd name="T9" fmla="*/ 231 h 19"/>
                <a:gd name="T10" fmla="*/ 126 w 43"/>
                <a:gd name="T11" fmla="*/ 252 h 19"/>
                <a:gd name="T12" fmla="*/ 20 w 43"/>
                <a:gd name="T13" fmla="*/ 17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9">
                  <a:moveTo>
                    <a:pt x="0" y="8"/>
                  </a:moveTo>
                  <a:cubicBezTo>
                    <a:pt x="7" y="15"/>
                    <a:pt x="20" y="19"/>
                    <a:pt x="29" y="16"/>
                  </a:cubicBezTo>
                  <a:cubicBezTo>
                    <a:pt x="32" y="15"/>
                    <a:pt x="37" y="13"/>
                    <a:pt x="39" y="10"/>
                  </a:cubicBezTo>
                  <a:cubicBezTo>
                    <a:pt x="42" y="6"/>
                    <a:pt x="41" y="1"/>
                    <a:pt x="36" y="0"/>
                  </a:cubicBezTo>
                  <a:cubicBezTo>
                    <a:pt x="43" y="7"/>
                    <a:pt x="26" y="12"/>
                    <a:pt x="23" y="12"/>
                  </a:cubicBezTo>
                  <a:cubicBezTo>
                    <a:pt x="18" y="13"/>
                    <a:pt x="13" y="14"/>
                    <a:pt x="8" y="13"/>
                  </a:cubicBezTo>
                  <a:cubicBezTo>
                    <a:pt x="6" y="12"/>
                    <a:pt x="4" y="10"/>
                    <a:pt x="1" y="9"/>
                  </a:cubicBezTo>
                </a:path>
              </a:pathLst>
            </a:custGeom>
            <a:solidFill>
              <a:srgbClr val="EFF3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" name="Freeform 252">
              <a:extLst>
                <a:ext uri="{FF2B5EF4-FFF2-40B4-BE49-F238E27FC236}">
                  <a16:creationId xmlns:a16="http://schemas.microsoft.com/office/drawing/2014/main" id="{2DE79C3F-9635-4467-A46B-E0098BEBF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54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0 w 8"/>
                <a:gd name="T3" fmla="*/ 88 h 5"/>
                <a:gd name="T4" fmla="*/ 125 w 8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2" y="4"/>
                    <a:pt x="5" y="2"/>
                    <a:pt x="8" y="1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" name="Freeform 253">
              <a:extLst>
                <a:ext uri="{FF2B5EF4-FFF2-40B4-BE49-F238E27FC236}">
                  <a16:creationId xmlns:a16="http://schemas.microsoft.com/office/drawing/2014/main" id="{BB595D90-BF02-4E38-8C6C-4618929F8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386"/>
              <a:ext cx="46" cy="50"/>
            </a:xfrm>
            <a:custGeom>
              <a:avLst/>
              <a:gdLst>
                <a:gd name="T0" fmla="*/ 0 w 18"/>
                <a:gd name="T1" fmla="*/ 145 h 19"/>
                <a:gd name="T2" fmla="*/ 97 w 18"/>
                <a:gd name="T3" fmla="*/ 255 h 19"/>
                <a:gd name="T4" fmla="*/ 215 w 18"/>
                <a:gd name="T5" fmla="*/ 234 h 19"/>
                <a:gd name="T6" fmla="*/ 302 w 18"/>
                <a:gd name="T7" fmla="*/ 326 h 19"/>
                <a:gd name="T8" fmla="*/ 248 w 18"/>
                <a:gd name="T9" fmla="*/ 0 h 19"/>
                <a:gd name="T10" fmla="*/ 118 w 18"/>
                <a:gd name="T11" fmla="*/ 11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0" y="8"/>
                  </a:moveTo>
                  <a:cubicBezTo>
                    <a:pt x="2" y="9"/>
                    <a:pt x="4" y="12"/>
                    <a:pt x="6" y="14"/>
                  </a:cubicBezTo>
                  <a:cubicBezTo>
                    <a:pt x="5" y="9"/>
                    <a:pt x="11" y="12"/>
                    <a:pt x="13" y="13"/>
                  </a:cubicBezTo>
                  <a:cubicBezTo>
                    <a:pt x="14" y="15"/>
                    <a:pt x="15" y="19"/>
                    <a:pt x="18" y="18"/>
                  </a:cubicBezTo>
                  <a:cubicBezTo>
                    <a:pt x="12" y="13"/>
                    <a:pt x="16" y="6"/>
                    <a:pt x="15" y="0"/>
                  </a:cubicBezTo>
                  <a:cubicBezTo>
                    <a:pt x="14" y="3"/>
                    <a:pt x="10" y="6"/>
                    <a:pt x="7" y="6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" name="Freeform 254">
              <a:extLst>
                <a:ext uri="{FF2B5EF4-FFF2-40B4-BE49-F238E27FC236}">
                  <a16:creationId xmlns:a16="http://schemas.microsoft.com/office/drawing/2014/main" id="{CE5E2E95-E1F6-4898-939E-AD4809AA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380"/>
              <a:ext cx="45" cy="46"/>
            </a:xfrm>
            <a:custGeom>
              <a:avLst/>
              <a:gdLst>
                <a:gd name="T0" fmla="*/ 0 w 18"/>
                <a:gd name="T1" fmla="*/ 38 h 17"/>
                <a:gd name="T2" fmla="*/ 0 w 18"/>
                <a:gd name="T3" fmla="*/ 138 h 17"/>
                <a:gd name="T4" fmla="*/ 158 w 18"/>
                <a:gd name="T5" fmla="*/ 198 h 17"/>
                <a:gd name="T6" fmla="*/ 250 w 18"/>
                <a:gd name="T7" fmla="*/ 336 h 17"/>
                <a:gd name="T8" fmla="*/ 283 w 18"/>
                <a:gd name="T9" fmla="*/ 0 h 17"/>
                <a:gd name="T10" fmla="*/ 33 w 18"/>
                <a:gd name="T11" fmla="*/ 10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0" y="2"/>
                  </a:moveTo>
                  <a:cubicBezTo>
                    <a:pt x="0" y="4"/>
                    <a:pt x="0" y="6"/>
                    <a:pt x="0" y="7"/>
                  </a:cubicBezTo>
                  <a:cubicBezTo>
                    <a:pt x="3" y="6"/>
                    <a:pt x="8" y="9"/>
                    <a:pt x="10" y="10"/>
                  </a:cubicBezTo>
                  <a:cubicBezTo>
                    <a:pt x="14" y="12"/>
                    <a:pt x="14" y="14"/>
                    <a:pt x="16" y="17"/>
                  </a:cubicBezTo>
                  <a:cubicBezTo>
                    <a:pt x="17" y="12"/>
                    <a:pt x="15" y="5"/>
                    <a:pt x="18" y="0"/>
                  </a:cubicBezTo>
                  <a:cubicBezTo>
                    <a:pt x="16" y="4"/>
                    <a:pt x="6" y="6"/>
                    <a:pt x="2" y="5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" name="Freeform 255">
              <a:extLst>
                <a:ext uri="{FF2B5EF4-FFF2-40B4-BE49-F238E27FC236}">
                  <a16:creationId xmlns:a16="http://schemas.microsoft.com/office/drawing/2014/main" id="{847B487A-29B7-4A15-A4AB-ACCE2E231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335"/>
              <a:ext cx="20" cy="24"/>
            </a:xfrm>
            <a:custGeom>
              <a:avLst/>
              <a:gdLst>
                <a:gd name="T0" fmla="*/ 0 w 8"/>
                <a:gd name="T1" fmla="*/ 93 h 9"/>
                <a:gd name="T2" fmla="*/ 113 w 8"/>
                <a:gd name="T3" fmla="*/ 0 h 9"/>
                <a:gd name="T4" fmla="*/ 125 w 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3" y="4"/>
                    <a:pt x="5" y="2"/>
                    <a:pt x="7" y="0"/>
                  </a:cubicBezTo>
                  <a:cubicBezTo>
                    <a:pt x="6" y="2"/>
                    <a:pt x="7" y="6"/>
                    <a:pt x="8" y="9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6" name="Freeform 256">
              <a:extLst>
                <a:ext uri="{FF2B5EF4-FFF2-40B4-BE49-F238E27FC236}">
                  <a16:creationId xmlns:a16="http://schemas.microsoft.com/office/drawing/2014/main" id="{6ECED088-4984-4C53-92D8-46038F03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180"/>
              <a:ext cx="30" cy="40"/>
            </a:xfrm>
            <a:custGeom>
              <a:avLst/>
              <a:gdLst>
                <a:gd name="T0" fmla="*/ 0 w 12"/>
                <a:gd name="T1" fmla="*/ 205 h 15"/>
                <a:gd name="T2" fmla="*/ 33 w 12"/>
                <a:gd name="T3" fmla="*/ 0 h 15"/>
                <a:gd name="T4" fmla="*/ 188 w 12"/>
                <a:gd name="T5" fmla="*/ 227 h 15"/>
                <a:gd name="T6" fmla="*/ 20 w 12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0" y="11"/>
                  </a:moveTo>
                  <a:cubicBezTo>
                    <a:pt x="7" y="10"/>
                    <a:pt x="5" y="4"/>
                    <a:pt x="2" y="0"/>
                  </a:cubicBezTo>
                  <a:cubicBezTo>
                    <a:pt x="9" y="2"/>
                    <a:pt x="11" y="6"/>
                    <a:pt x="12" y="12"/>
                  </a:cubicBezTo>
                  <a:cubicBezTo>
                    <a:pt x="9" y="13"/>
                    <a:pt x="2" y="12"/>
                    <a:pt x="1" y="15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7" name="Freeform 257">
              <a:extLst>
                <a:ext uri="{FF2B5EF4-FFF2-40B4-BE49-F238E27FC236}">
                  <a16:creationId xmlns:a16="http://schemas.microsoft.com/office/drawing/2014/main" id="{9845CB9D-740B-49FB-8DB3-762EDDD81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236"/>
              <a:ext cx="118" cy="56"/>
            </a:xfrm>
            <a:custGeom>
              <a:avLst/>
              <a:gdLst>
                <a:gd name="T0" fmla="*/ 95 w 47"/>
                <a:gd name="T1" fmla="*/ 0 h 21"/>
                <a:gd name="T2" fmla="*/ 239 w 47"/>
                <a:gd name="T3" fmla="*/ 171 h 21"/>
                <a:gd name="T4" fmla="*/ 429 w 47"/>
                <a:gd name="T5" fmla="*/ 171 h 21"/>
                <a:gd name="T6" fmla="*/ 442 w 47"/>
                <a:gd name="T7" fmla="*/ 136 h 21"/>
                <a:gd name="T8" fmla="*/ 567 w 47"/>
                <a:gd name="T9" fmla="*/ 192 h 21"/>
                <a:gd name="T10" fmla="*/ 743 w 47"/>
                <a:gd name="T11" fmla="*/ 264 h 21"/>
                <a:gd name="T12" fmla="*/ 650 w 47"/>
                <a:gd name="T13" fmla="*/ 397 h 21"/>
                <a:gd name="T14" fmla="*/ 535 w 47"/>
                <a:gd name="T15" fmla="*/ 285 h 21"/>
                <a:gd name="T16" fmla="*/ 379 w 47"/>
                <a:gd name="T17" fmla="*/ 285 h 21"/>
                <a:gd name="T18" fmla="*/ 0 w 47"/>
                <a:gd name="T19" fmla="*/ 227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21">
                  <a:moveTo>
                    <a:pt x="6" y="0"/>
                  </a:moveTo>
                  <a:cubicBezTo>
                    <a:pt x="7" y="6"/>
                    <a:pt x="9" y="8"/>
                    <a:pt x="15" y="9"/>
                  </a:cubicBezTo>
                  <a:cubicBezTo>
                    <a:pt x="19" y="9"/>
                    <a:pt x="23" y="10"/>
                    <a:pt x="27" y="9"/>
                  </a:cubicBezTo>
                  <a:cubicBezTo>
                    <a:pt x="27" y="9"/>
                    <a:pt x="27" y="7"/>
                    <a:pt x="28" y="7"/>
                  </a:cubicBezTo>
                  <a:cubicBezTo>
                    <a:pt x="30" y="7"/>
                    <a:pt x="35" y="10"/>
                    <a:pt x="36" y="10"/>
                  </a:cubicBezTo>
                  <a:cubicBezTo>
                    <a:pt x="40" y="11"/>
                    <a:pt x="43" y="12"/>
                    <a:pt x="47" y="14"/>
                  </a:cubicBezTo>
                  <a:cubicBezTo>
                    <a:pt x="45" y="16"/>
                    <a:pt x="43" y="19"/>
                    <a:pt x="41" y="21"/>
                  </a:cubicBezTo>
                  <a:cubicBezTo>
                    <a:pt x="39" y="19"/>
                    <a:pt x="38" y="16"/>
                    <a:pt x="34" y="15"/>
                  </a:cubicBezTo>
                  <a:cubicBezTo>
                    <a:pt x="31" y="14"/>
                    <a:pt x="27" y="15"/>
                    <a:pt x="24" y="15"/>
                  </a:cubicBezTo>
                  <a:cubicBezTo>
                    <a:pt x="19" y="15"/>
                    <a:pt x="1" y="16"/>
                    <a:pt x="0" y="12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8" name="Freeform 258">
              <a:extLst>
                <a:ext uri="{FF2B5EF4-FFF2-40B4-BE49-F238E27FC236}">
                  <a16:creationId xmlns:a16="http://schemas.microsoft.com/office/drawing/2014/main" id="{1471E0E0-4EC2-45CD-8D45-5AA9E7BAC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180"/>
              <a:ext cx="50" cy="78"/>
            </a:xfrm>
            <a:custGeom>
              <a:avLst/>
              <a:gdLst>
                <a:gd name="T0" fmla="*/ 50 w 20"/>
                <a:gd name="T1" fmla="*/ 565 h 29"/>
                <a:gd name="T2" fmla="*/ 95 w 20"/>
                <a:gd name="T3" fmla="*/ 471 h 29"/>
                <a:gd name="T4" fmla="*/ 175 w 20"/>
                <a:gd name="T5" fmla="*/ 312 h 29"/>
                <a:gd name="T6" fmla="*/ 270 w 20"/>
                <a:gd name="T7" fmla="*/ 484 h 29"/>
                <a:gd name="T8" fmla="*/ 313 w 20"/>
                <a:gd name="T9" fmla="*/ 428 h 29"/>
                <a:gd name="T10" fmla="*/ 300 w 20"/>
                <a:gd name="T11" fmla="*/ 290 h 29"/>
                <a:gd name="T12" fmla="*/ 313 w 20"/>
                <a:gd name="T13" fmla="*/ 196 h 29"/>
                <a:gd name="T14" fmla="*/ 250 w 20"/>
                <a:gd name="T15" fmla="*/ 137 h 29"/>
                <a:gd name="T16" fmla="*/ 175 w 20"/>
                <a:gd name="T17" fmla="*/ 0 h 29"/>
                <a:gd name="T18" fmla="*/ 0 w 20"/>
                <a:gd name="T19" fmla="*/ 274 h 29"/>
                <a:gd name="T20" fmla="*/ 0 w 20"/>
                <a:gd name="T21" fmla="*/ 484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29">
                  <a:moveTo>
                    <a:pt x="3" y="29"/>
                  </a:moveTo>
                  <a:cubicBezTo>
                    <a:pt x="4" y="27"/>
                    <a:pt x="5" y="26"/>
                    <a:pt x="6" y="24"/>
                  </a:cubicBezTo>
                  <a:cubicBezTo>
                    <a:pt x="8" y="22"/>
                    <a:pt x="9" y="18"/>
                    <a:pt x="11" y="16"/>
                  </a:cubicBezTo>
                  <a:cubicBezTo>
                    <a:pt x="16" y="12"/>
                    <a:pt x="16" y="22"/>
                    <a:pt x="17" y="25"/>
                  </a:cubicBezTo>
                  <a:cubicBezTo>
                    <a:pt x="19" y="24"/>
                    <a:pt x="19" y="23"/>
                    <a:pt x="20" y="22"/>
                  </a:cubicBezTo>
                  <a:cubicBezTo>
                    <a:pt x="20" y="20"/>
                    <a:pt x="19" y="17"/>
                    <a:pt x="19" y="15"/>
                  </a:cubicBezTo>
                  <a:cubicBezTo>
                    <a:pt x="19" y="14"/>
                    <a:pt x="20" y="11"/>
                    <a:pt x="20" y="10"/>
                  </a:cubicBezTo>
                  <a:cubicBezTo>
                    <a:pt x="19" y="8"/>
                    <a:pt x="17" y="8"/>
                    <a:pt x="16" y="7"/>
                  </a:cubicBezTo>
                  <a:cubicBezTo>
                    <a:pt x="14" y="5"/>
                    <a:pt x="13" y="2"/>
                    <a:pt x="11" y="0"/>
                  </a:cubicBezTo>
                  <a:cubicBezTo>
                    <a:pt x="10" y="7"/>
                    <a:pt x="6" y="10"/>
                    <a:pt x="0" y="14"/>
                  </a:cubicBezTo>
                  <a:cubicBezTo>
                    <a:pt x="2" y="18"/>
                    <a:pt x="1" y="23"/>
                    <a:pt x="0" y="25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9" name="Freeform 259">
              <a:extLst>
                <a:ext uri="{FF2B5EF4-FFF2-40B4-BE49-F238E27FC236}">
                  <a16:creationId xmlns:a16="http://schemas.microsoft.com/office/drawing/2014/main" id="{58B66786-8B7E-4EB0-87BD-FD702579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90"/>
              <a:ext cx="25" cy="80"/>
            </a:xfrm>
            <a:custGeom>
              <a:avLst/>
              <a:gdLst>
                <a:gd name="T0" fmla="*/ 158 w 10"/>
                <a:gd name="T1" fmla="*/ 512 h 30"/>
                <a:gd name="T2" fmla="*/ 125 w 10"/>
                <a:gd name="T3" fmla="*/ 533 h 30"/>
                <a:gd name="T4" fmla="*/ 145 w 10"/>
                <a:gd name="T5" fmla="*/ 341 h 30"/>
                <a:gd name="T6" fmla="*/ 95 w 10"/>
                <a:gd name="T7" fmla="*/ 149 h 30"/>
                <a:gd name="T8" fmla="*/ 83 w 10"/>
                <a:gd name="T9" fmla="*/ 0 h 30"/>
                <a:gd name="T10" fmla="*/ 20 w 10"/>
                <a:gd name="T11" fmla="*/ 307 h 30"/>
                <a:gd name="T12" fmla="*/ 33 w 10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0">
                  <a:moveTo>
                    <a:pt x="10" y="27"/>
                  </a:moveTo>
                  <a:cubicBezTo>
                    <a:pt x="9" y="28"/>
                    <a:pt x="9" y="28"/>
                    <a:pt x="8" y="28"/>
                  </a:cubicBezTo>
                  <a:cubicBezTo>
                    <a:pt x="3" y="25"/>
                    <a:pt x="6" y="21"/>
                    <a:pt x="9" y="18"/>
                  </a:cubicBezTo>
                  <a:cubicBezTo>
                    <a:pt x="8" y="15"/>
                    <a:pt x="7" y="12"/>
                    <a:pt x="6" y="8"/>
                  </a:cubicBezTo>
                  <a:cubicBezTo>
                    <a:pt x="6" y="6"/>
                    <a:pt x="6" y="3"/>
                    <a:pt x="5" y="0"/>
                  </a:cubicBezTo>
                  <a:cubicBezTo>
                    <a:pt x="4" y="5"/>
                    <a:pt x="0" y="11"/>
                    <a:pt x="1" y="16"/>
                  </a:cubicBezTo>
                  <a:cubicBezTo>
                    <a:pt x="1" y="21"/>
                    <a:pt x="3" y="26"/>
                    <a:pt x="2" y="30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0" name="Freeform 260">
              <a:extLst>
                <a:ext uri="{FF2B5EF4-FFF2-40B4-BE49-F238E27FC236}">
                  <a16:creationId xmlns:a16="http://schemas.microsoft.com/office/drawing/2014/main" id="{742DBA9B-BF4E-43D0-9B1B-4D923FD7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383"/>
              <a:ext cx="35" cy="61"/>
            </a:xfrm>
            <a:custGeom>
              <a:avLst/>
              <a:gdLst>
                <a:gd name="T0" fmla="*/ 0 w 14"/>
                <a:gd name="T1" fmla="*/ 430 h 23"/>
                <a:gd name="T2" fmla="*/ 113 w 14"/>
                <a:gd name="T3" fmla="*/ 316 h 23"/>
                <a:gd name="T4" fmla="*/ 208 w 14"/>
                <a:gd name="T5" fmla="*/ 0 h 23"/>
                <a:gd name="T6" fmla="*/ 63 w 14"/>
                <a:gd name="T7" fmla="*/ 7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0" y="23"/>
                  </a:moveTo>
                  <a:cubicBezTo>
                    <a:pt x="0" y="19"/>
                    <a:pt x="3" y="12"/>
                    <a:pt x="7" y="17"/>
                  </a:cubicBezTo>
                  <a:cubicBezTo>
                    <a:pt x="6" y="11"/>
                    <a:pt x="14" y="6"/>
                    <a:pt x="13" y="0"/>
                  </a:cubicBezTo>
                  <a:cubicBezTo>
                    <a:pt x="10" y="2"/>
                    <a:pt x="7" y="3"/>
                    <a:pt x="4" y="4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1" name="Freeform 261">
              <a:extLst>
                <a:ext uri="{FF2B5EF4-FFF2-40B4-BE49-F238E27FC236}">
                  <a16:creationId xmlns:a16="http://schemas.microsoft.com/office/drawing/2014/main" id="{D66AB016-F5F4-4828-81E0-40FFE71B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335"/>
              <a:ext cx="42" cy="35"/>
            </a:xfrm>
            <a:custGeom>
              <a:avLst/>
              <a:gdLst>
                <a:gd name="T0" fmla="*/ 0 w 17"/>
                <a:gd name="T1" fmla="*/ 0 h 13"/>
                <a:gd name="T2" fmla="*/ 0 w 17"/>
                <a:gd name="T3" fmla="*/ 253 h 13"/>
                <a:gd name="T4" fmla="*/ 257 w 17"/>
                <a:gd name="T5" fmla="*/ 159 h 13"/>
                <a:gd name="T6" fmla="*/ 245 w 17"/>
                <a:gd name="T7" fmla="*/ 94 h 13"/>
                <a:gd name="T8" fmla="*/ 74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3" y="2"/>
                    <a:pt x="1" y="9"/>
                    <a:pt x="0" y="13"/>
                  </a:cubicBezTo>
                  <a:cubicBezTo>
                    <a:pt x="4" y="9"/>
                    <a:pt x="12" y="6"/>
                    <a:pt x="17" y="8"/>
                  </a:cubicBezTo>
                  <a:cubicBezTo>
                    <a:pt x="16" y="7"/>
                    <a:pt x="16" y="6"/>
                    <a:pt x="16" y="5"/>
                  </a:cubicBezTo>
                  <a:cubicBezTo>
                    <a:pt x="13" y="6"/>
                    <a:pt x="7" y="3"/>
                    <a:pt x="5" y="0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2" name="Freeform 262">
              <a:extLst>
                <a:ext uri="{FF2B5EF4-FFF2-40B4-BE49-F238E27FC236}">
                  <a16:creationId xmlns:a16="http://schemas.microsoft.com/office/drawing/2014/main" id="{51C2E637-CF74-42DD-959A-72A6AD5D8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215"/>
              <a:ext cx="83" cy="85"/>
            </a:xfrm>
            <a:custGeom>
              <a:avLst/>
              <a:gdLst>
                <a:gd name="T0" fmla="*/ 0 w 33"/>
                <a:gd name="T1" fmla="*/ 409 h 32"/>
                <a:gd name="T2" fmla="*/ 96 w 33"/>
                <a:gd name="T3" fmla="*/ 600 h 32"/>
                <a:gd name="T4" fmla="*/ 463 w 33"/>
                <a:gd name="T5" fmla="*/ 396 h 32"/>
                <a:gd name="T6" fmla="*/ 430 w 33"/>
                <a:gd name="T7" fmla="*/ 282 h 32"/>
                <a:gd name="T8" fmla="*/ 506 w 33"/>
                <a:gd name="T9" fmla="*/ 114 h 32"/>
                <a:gd name="T10" fmla="*/ 526 w 33"/>
                <a:gd name="T11" fmla="*/ 0 h 32"/>
                <a:gd name="T12" fmla="*/ 20 w 33"/>
                <a:gd name="T13" fmla="*/ 39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2">
                  <a:moveTo>
                    <a:pt x="0" y="22"/>
                  </a:moveTo>
                  <a:cubicBezTo>
                    <a:pt x="0" y="26"/>
                    <a:pt x="2" y="32"/>
                    <a:pt x="6" y="32"/>
                  </a:cubicBezTo>
                  <a:cubicBezTo>
                    <a:pt x="7" y="20"/>
                    <a:pt x="22" y="25"/>
                    <a:pt x="29" y="21"/>
                  </a:cubicBezTo>
                  <a:cubicBezTo>
                    <a:pt x="25" y="25"/>
                    <a:pt x="26" y="17"/>
                    <a:pt x="27" y="15"/>
                  </a:cubicBezTo>
                  <a:cubicBezTo>
                    <a:pt x="29" y="12"/>
                    <a:pt x="31" y="10"/>
                    <a:pt x="32" y="6"/>
                  </a:cubicBezTo>
                  <a:cubicBezTo>
                    <a:pt x="33" y="4"/>
                    <a:pt x="33" y="2"/>
                    <a:pt x="33" y="0"/>
                  </a:cubicBezTo>
                  <a:cubicBezTo>
                    <a:pt x="27" y="12"/>
                    <a:pt x="13" y="22"/>
                    <a:pt x="1" y="21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3" name="Freeform 263">
              <a:extLst>
                <a:ext uri="{FF2B5EF4-FFF2-40B4-BE49-F238E27FC236}">
                  <a16:creationId xmlns:a16="http://schemas.microsoft.com/office/drawing/2014/main" id="{0991DB64-AB1F-43C7-B3F4-64F7BC670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060"/>
              <a:ext cx="35" cy="30"/>
            </a:xfrm>
            <a:custGeom>
              <a:avLst/>
              <a:gdLst>
                <a:gd name="T0" fmla="*/ 0 w 14"/>
                <a:gd name="T1" fmla="*/ 104 h 11"/>
                <a:gd name="T2" fmla="*/ 83 w 14"/>
                <a:gd name="T3" fmla="*/ 224 h 11"/>
                <a:gd name="T4" fmla="*/ 220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7"/>
                    <a:pt x="4" y="10"/>
                    <a:pt x="5" y="11"/>
                  </a:cubicBezTo>
                  <a:cubicBezTo>
                    <a:pt x="9" y="9"/>
                    <a:pt x="10" y="3"/>
                    <a:pt x="14" y="0"/>
                  </a:cubicBezTo>
                </a:path>
              </a:pathLst>
            </a:custGeom>
            <a:solidFill>
              <a:srgbClr val="E7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4" name="Freeform 264">
              <a:extLst>
                <a:ext uri="{FF2B5EF4-FFF2-40B4-BE49-F238E27FC236}">
                  <a16:creationId xmlns:a16="http://schemas.microsoft.com/office/drawing/2014/main" id="{0012F9BD-323E-4019-807D-F1D624B71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252"/>
              <a:ext cx="25" cy="24"/>
            </a:xfrm>
            <a:custGeom>
              <a:avLst/>
              <a:gdLst>
                <a:gd name="T0" fmla="*/ 95 w 10"/>
                <a:gd name="T1" fmla="*/ 0 h 9"/>
                <a:gd name="T2" fmla="*/ 158 w 10"/>
                <a:gd name="T3" fmla="*/ 149 h 9"/>
                <a:gd name="T4" fmla="*/ 0 w 10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6" y="3"/>
                    <a:pt x="8" y="6"/>
                    <a:pt x="10" y="8"/>
                  </a:cubicBezTo>
                  <a:cubicBezTo>
                    <a:pt x="8" y="9"/>
                    <a:pt x="3" y="8"/>
                    <a:pt x="0" y="7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5" name="Freeform 265">
              <a:extLst>
                <a:ext uri="{FF2B5EF4-FFF2-40B4-BE49-F238E27FC236}">
                  <a16:creationId xmlns:a16="http://schemas.microsoft.com/office/drawing/2014/main" id="{C945457C-20CB-4825-B80F-FE314D7F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394"/>
              <a:ext cx="20" cy="13"/>
            </a:xfrm>
            <a:custGeom>
              <a:avLst/>
              <a:gdLst>
                <a:gd name="T0" fmla="*/ 125 w 8"/>
                <a:gd name="T1" fmla="*/ 0 h 5"/>
                <a:gd name="T2" fmla="*/ 95 w 8"/>
                <a:gd name="T3" fmla="*/ 88 h 5"/>
                <a:gd name="T4" fmla="*/ 0 w 8"/>
                <a:gd name="T5" fmla="*/ 55 h 5"/>
                <a:gd name="T6" fmla="*/ 20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7" y="1"/>
                    <a:pt x="6" y="3"/>
                    <a:pt x="6" y="5"/>
                  </a:cubicBezTo>
                  <a:cubicBezTo>
                    <a:pt x="5" y="3"/>
                    <a:pt x="2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6" name="Freeform 266">
              <a:extLst>
                <a:ext uri="{FF2B5EF4-FFF2-40B4-BE49-F238E27FC236}">
                  <a16:creationId xmlns:a16="http://schemas.microsoft.com/office/drawing/2014/main" id="{062AB6CD-E956-47DB-97DC-01AFDD15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327"/>
              <a:ext cx="23" cy="27"/>
            </a:xfrm>
            <a:custGeom>
              <a:avLst/>
              <a:gdLst>
                <a:gd name="T0" fmla="*/ 0 w 9"/>
                <a:gd name="T1" fmla="*/ 159 h 10"/>
                <a:gd name="T2" fmla="*/ 151 w 9"/>
                <a:gd name="T3" fmla="*/ 197 h 10"/>
                <a:gd name="T4" fmla="*/ 118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3" y="9"/>
                    <a:pt x="6" y="10"/>
                    <a:pt x="9" y="10"/>
                  </a:cubicBezTo>
                  <a:cubicBezTo>
                    <a:pt x="8" y="7"/>
                    <a:pt x="7" y="4"/>
                    <a:pt x="7" y="0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7" name="Freeform 267">
              <a:extLst>
                <a:ext uri="{FF2B5EF4-FFF2-40B4-BE49-F238E27FC236}">
                  <a16:creationId xmlns:a16="http://schemas.microsoft.com/office/drawing/2014/main" id="{0267948A-0233-4762-8DA3-DB2F390FC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95"/>
              <a:ext cx="22" cy="45"/>
            </a:xfrm>
            <a:custGeom>
              <a:avLst/>
              <a:gdLst>
                <a:gd name="T0" fmla="*/ 29 w 9"/>
                <a:gd name="T1" fmla="*/ 315 h 17"/>
                <a:gd name="T2" fmla="*/ 132 w 9"/>
                <a:gd name="T3" fmla="*/ 225 h 17"/>
                <a:gd name="T4" fmla="*/ 90 w 9"/>
                <a:gd name="T5" fmla="*/ 0 h 17"/>
                <a:gd name="T6" fmla="*/ 42 w 9"/>
                <a:gd name="T7" fmla="*/ 13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2" y="17"/>
                  </a:moveTo>
                  <a:cubicBezTo>
                    <a:pt x="0" y="12"/>
                    <a:pt x="6" y="10"/>
                    <a:pt x="9" y="12"/>
                  </a:cubicBezTo>
                  <a:cubicBezTo>
                    <a:pt x="8" y="8"/>
                    <a:pt x="6" y="4"/>
                    <a:pt x="6" y="0"/>
                  </a:cubicBezTo>
                  <a:cubicBezTo>
                    <a:pt x="4" y="2"/>
                    <a:pt x="4" y="5"/>
                    <a:pt x="3" y="7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8" name="Freeform 268">
              <a:extLst>
                <a:ext uri="{FF2B5EF4-FFF2-40B4-BE49-F238E27FC236}">
                  <a16:creationId xmlns:a16="http://schemas.microsoft.com/office/drawing/2014/main" id="{703A75FB-F224-47D5-A397-91BDB6B24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271"/>
              <a:ext cx="27" cy="37"/>
            </a:xfrm>
            <a:custGeom>
              <a:avLst/>
              <a:gdLst>
                <a:gd name="T0" fmla="*/ 162 w 11"/>
                <a:gd name="T1" fmla="*/ 0 h 14"/>
                <a:gd name="T2" fmla="*/ 150 w 11"/>
                <a:gd name="T3" fmla="*/ 132 h 14"/>
                <a:gd name="T4" fmla="*/ 103 w 11"/>
                <a:gd name="T5" fmla="*/ 259 h 14"/>
                <a:gd name="T6" fmla="*/ 0 w 11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9" y="2"/>
                    <a:pt x="8" y="5"/>
                    <a:pt x="10" y="7"/>
                  </a:cubicBezTo>
                  <a:cubicBezTo>
                    <a:pt x="7" y="8"/>
                    <a:pt x="7" y="11"/>
                    <a:pt x="7" y="14"/>
                  </a:cubicBezTo>
                  <a:cubicBezTo>
                    <a:pt x="4" y="10"/>
                    <a:pt x="1" y="6"/>
                    <a:pt x="0" y="1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9" name="Freeform 269">
              <a:extLst>
                <a:ext uri="{FF2B5EF4-FFF2-40B4-BE49-F238E27FC236}">
                  <a16:creationId xmlns:a16="http://schemas.microsoft.com/office/drawing/2014/main" id="{5CEFC65C-0F68-4B9B-93D2-A7614E3F2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335"/>
              <a:ext cx="15" cy="29"/>
            </a:xfrm>
            <a:custGeom>
              <a:avLst/>
              <a:gdLst>
                <a:gd name="T0" fmla="*/ 95 w 6"/>
                <a:gd name="T1" fmla="*/ 34 h 11"/>
                <a:gd name="T2" fmla="*/ 63 w 6"/>
                <a:gd name="T3" fmla="*/ 182 h 11"/>
                <a:gd name="T4" fmla="*/ 0 w 6"/>
                <a:gd name="T5" fmla="*/ 200 h 11"/>
                <a:gd name="T6" fmla="*/ 0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6" y="2"/>
                  </a:moveTo>
                  <a:cubicBezTo>
                    <a:pt x="4" y="4"/>
                    <a:pt x="4" y="7"/>
                    <a:pt x="4" y="10"/>
                  </a:cubicBezTo>
                  <a:cubicBezTo>
                    <a:pt x="3" y="10"/>
                    <a:pt x="1" y="10"/>
                    <a:pt x="0" y="11"/>
                  </a:cubicBezTo>
                  <a:cubicBezTo>
                    <a:pt x="1" y="8"/>
                    <a:pt x="1" y="4"/>
                    <a:pt x="0" y="0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0" name="Freeform 270">
              <a:extLst>
                <a:ext uri="{FF2B5EF4-FFF2-40B4-BE49-F238E27FC236}">
                  <a16:creationId xmlns:a16="http://schemas.microsoft.com/office/drawing/2014/main" id="{0980F5C0-BE5F-490D-86D5-B3415C9C7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383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25 w 12"/>
                <a:gd name="T3" fmla="*/ 124 h 11"/>
                <a:gd name="T4" fmla="*/ 188 w 12"/>
                <a:gd name="T5" fmla="*/ 0 h 11"/>
                <a:gd name="T6" fmla="*/ 20 w 12"/>
                <a:gd name="T7" fmla="*/ 5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1" y="8"/>
                    <a:pt x="5" y="5"/>
                    <a:pt x="8" y="7"/>
                  </a:cubicBezTo>
                  <a:cubicBezTo>
                    <a:pt x="10" y="5"/>
                    <a:pt x="12" y="2"/>
                    <a:pt x="12" y="0"/>
                  </a:cubicBezTo>
                  <a:cubicBezTo>
                    <a:pt x="10" y="1"/>
                    <a:pt x="3" y="4"/>
                    <a:pt x="1" y="3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1" name="Freeform 271">
              <a:extLst>
                <a:ext uri="{FF2B5EF4-FFF2-40B4-BE49-F238E27FC236}">
                  <a16:creationId xmlns:a16="http://schemas.microsoft.com/office/drawing/2014/main" id="{18FB6940-BC76-40C0-8A12-747FE3EC7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399"/>
              <a:ext cx="30" cy="27"/>
            </a:xfrm>
            <a:custGeom>
              <a:avLst/>
              <a:gdLst>
                <a:gd name="T0" fmla="*/ 188 w 12"/>
                <a:gd name="T1" fmla="*/ 0 h 10"/>
                <a:gd name="T2" fmla="*/ 175 w 12"/>
                <a:gd name="T3" fmla="*/ 197 h 10"/>
                <a:gd name="T4" fmla="*/ 0 w 12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9" y="1"/>
                    <a:pt x="9" y="8"/>
                    <a:pt x="11" y="10"/>
                  </a:cubicBezTo>
                  <a:cubicBezTo>
                    <a:pt x="7" y="9"/>
                    <a:pt x="3" y="5"/>
                    <a:pt x="0" y="2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2" name="Freeform 272">
              <a:extLst>
                <a:ext uri="{FF2B5EF4-FFF2-40B4-BE49-F238E27FC236}">
                  <a16:creationId xmlns:a16="http://schemas.microsoft.com/office/drawing/2014/main" id="{70CF2777-23DF-4A03-8DEF-5C433717E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183"/>
              <a:ext cx="28" cy="35"/>
            </a:xfrm>
            <a:custGeom>
              <a:avLst/>
              <a:gdLst>
                <a:gd name="T0" fmla="*/ 84 w 11"/>
                <a:gd name="T1" fmla="*/ 0 h 13"/>
                <a:gd name="T2" fmla="*/ 0 w 11"/>
                <a:gd name="T3" fmla="*/ 253 h 13"/>
                <a:gd name="T4" fmla="*/ 163 w 11"/>
                <a:gd name="T5" fmla="*/ 218 h 13"/>
                <a:gd name="T6" fmla="*/ 163 w 11"/>
                <a:gd name="T7" fmla="*/ 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7" y="6"/>
                    <a:pt x="5" y="11"/>
                    <a:pt x="0" y="13"/>
                  </a:cubicBezTo>
                  <a:cubicBezTo>
                    <a:pt x="3" y="11"/>
                    <a:pt x="7" y="11"/>
                    <a:pt x="10" y="11"/>
                  </a:cubicBezTo>
                  <a:cubicBezTo>
                    <a:pt x="11" y="8"/>
                    <a:pt x="10" y="6"/>
                    <a:pt x="10" y="3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3" name="Freeform 273">
              <a:extLst>
                <a:ext uri="{FF2B5EF4-FFF2-40B4-BE49-F238E27FC236}">
                  <a16:creationId xmlns:a16="http://schemas.microsoft.com/office/drawing/2014/main" id="{1BB6A164-D2E4-4A03-8FF5-76AA9734D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130"/>
              <a:ext cx="27" cy="29"/>
            </a:xfrm>
            <a:custGeom>
              <a:avLst/>
              <a:gdLst>
                <a:gd name="T0" fmla="*/ 61 w 11"/>
                <a:gd name="T1" fmla="*/ 200 h 11"/>
                <a:gd name="T2" fmla="*/ 162 w 11"/>
                <a:gd name="T3" fmla="*/ 55 h 11"/>
                <a:gd name="T4" fmla="*/ 0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1"/>
                  </a:moveTo>
                  <a:cubicBezTo>
                    <a:pt x="6" y="8"/>
                    <a:pt x="7" y="4"/>
                    <a:pt x="11" y="3"/>
                  </a:cubicBezTo>
                  <a:cubicBezTo>
                    <a:pt x="7" y="2"/>
                    <a:pt x="3" y="1"/>
                    <a:pt x="0" y="0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4" name="Freeform 274">
              <a:extLst>
                <a:ext uri="{FF2B5EF4-FFF2-40B4-BE49-F238E27FC236}">
                  <a16:creationId xmlns:a16="http://schemas.microsoft.com/office/drawing/2014/main" id="{50540427-EA6A-4213-B027-5653125EB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119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125 w 8"/>
                <a:gd name="T3" fmla="*/ 144 h 8"/>
                <a:gd name="T4" fmla="*/ 125 w 8"/>
                <a:gd name="T5" fmla="*/ 144 h 8"/>
                <a:gd name="T6" fmla="*/ 125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3" y="5"/>
                    <a:pt x="6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5"/>
                    <a:pt x="7" y="2"/>
                    <a:pt x="8" y="0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5" name="Freeform 275">
              <a:extLst>
                <a:ext uri="{FF2B5EF4-FFF2-40B4-BE49-F238E27FC236}">
                  <a16:creationId xmlns:a16="http://schemas.microsoft.com/office/drawing/2014/main" id="{1106827F-29C6-4C12-8BC0-647A63256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180"/>
              <a:ext cx="33" cy="30"/>
            </a:xfrm>
            <a:custGeom>
              <a:avLst/>
              <a:gdLst>
                <a:gd name="T0" fmla="*/ 0 w 13"/>
                <a:gd name="T1" fmla="*/ 224 h 11"/>
                <a:gd name="T2" fmla="*/ 213 w 13"/>
                <a:gd name="T3" fmla="*/ 224 h 11"/>
                <a:gd name="T4" fmla="*/ 129 w 13"/>
                <a:gd name="T5" fmla="*/ 142 h 11"/>
                <a:gd name="T6" fmla="*/ 96 w 1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5" y="9"/>
                    <a:pt x="8" y="9"/>
                    <a:pt x="13" y="11"/>
                  </a:cubicBezTo>
                  <a:cubicBezTo>
                    <a:pt x="12" y="10"/>
                    <a:pt x="9" y="9"/>
                    <a:pt x="8" y="7"/>
                  </a:cubicBezTo>
                  <a:cubicBezTo>
                    <a:pt x="7" y="5"/>
                    <a:pt x="7" y="2"/>
                    <a:pt x="6" y="0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6" name="Freeform 276">
              <a:extLst>
                <a:ext uri="{FF2B5EF4-FFF2-40B4-BE49-F238E27FC236}">
                  <a16:creationId xmlns:a16="http://schemas.microsoft.com/office/drawing/2014/main" id="{E75D61E9-73D1-463D-A382-AB5936046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66"/>
              <a:ext cx="33" cy="29"/>
            </a:xfrm>
            <a:custGeom>
              <a:avLst/>
              <a:gdLst>
                <a:gd name="T0" fmla="*/ 51 w 13"/>
                <a:gd name="T1" fmla="*/ 0 h 11"/>
                <a:gd name="T2" fmla="*/ 0 w 13"/>
                <a:gd name="T3" fmla="*/ 111 h 11"/>
                <a:gd name="T4" fmla="*/ 84 w 13"/>
                <a:gd name="T5" fmla="*/ 200 h 11"/>
                <a:gd name="T6" fmla="*/ 213 w 13"/>
                <a:gd name="T7" fmla="*/ 2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cubicBezTo>
                    <a:pt x="3" y="3"/>
                    <a:pt x="3" y="5"/>
                    <a:pt x="0" y="6"/>
                  </a:cubicBezTo>
                  <a:cubicBezTo>
                    <a:pt x="2" y="6"/>
                    <a:pt x="4" y="9"/>
                    <a:pt x="5" y="11"/>
                  </a:cubicBezTo>
                  <a:cubicBezTo>
                    <a:pt x="8" y="8"/>
                    <a:pt x="10" y="4"/>
                    <a:pt x="13" y="1"/>
                  </a:cubicBezTo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7" name="Freeform 277">
              <a:extLst>
                <a:ext uri="{FF2B5EF4-FFF2-40B4-BE49-F238E27FC236}">
                  <a16:creationId xmlns:a16="http://schemas.microsoft.com/office/drawing/2014/main" id="{16F482C6-682F-4E95-84F9-981E8CB1F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047"/>
              <a:ext cx="95" cy="173"/>
            </a:xfrm>
            <a:custGeom>
              <a:avLst/>
              <a:gdLst>
                <a:gd name="T0" fmla="*/ 283 w 38"/>
                <a:gd name="T1" fmla="*/ 56 h 65"/>
                <a:gd name="T2" fmla="*/ 33 w 38"/>
                <a:gd name="T3" fmla="*/ 639 h 65"/>
                <a:gd name="T4" fmla="*/ 345 w 38"/>
                <a:gd name="T5" fmla="*/ 1168 h 65"/>
                <a:gd name="T6" fmla="*/ 595 w 38"/>
                <a:gd name="T7" fmla="*/ 806 h 65"/>
                <a:gd name="T8" fmla="*/ 533 w 38"/>
                <a:gd name="T9" fmla="*/ 452 h 65"/>
                <a:gd name="T10" fmla="*/ 283 w 38"/>
                <a:gd name="T11" fmla="*/ 5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5">
                  <a:moveTo>
                    <a:pt x="18" y="3"/>
                  </a:moveTo>
                  <a:cubicBezTo>
                    <a:pt x="5" y="5"/>
                    <a:pt x="0" y="18"/>
                    <a:pt x="2" y="34"/>
                  </a:cubicBezTo>
                  <a:cubicBezTo>
                    <a:pt x="4" y="49"/>
                    <a:pt x="10" y="65"/>
                    <a:pt x="22" y="62"/>
                  </a:cubicBezTo>
                  <a:cubicBezTo>
                    <a:pt x="34" y="59"/>
                    <a:pt x="38" y="52"/>
                    <a:pt x="38" y="43"/>
                  </a:cubicBezTo>
                  <a:cubicBezTo>
                    <a:pt x="38" y="34"/>
                    <a:pt x="35" y="35"/>
                    <a:pt x="34" y="24"/>
                  </a:cubicBezTo>
                  <a:cubicBezTo>
                    <a:pt x="33" y="15"/>
                    <a:pt x="32" y="0"/>
                    <a:pt x="18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8" name="Freeform 278">
              <a:extLst>
                <a:ext uri="{FF2B5EF4-FFF2-40B4-BE49-F238E27FC236}">
                  <a16:creationId xmlns:a16="http://schemas.microsoft.com/office/drawing/2014/main" id="{3E52AC2E-40C0-4975-A029-0C41825B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143"/>
              <a:ext cx="130" cy="139"/>
            </a:xfrm>
            <a:custGeom>
              <a:avLst/>
              <a:gdLst>
                <a:gd name="T0" fmla="*/ 595 w 52"/>
                <a:gd name="T1" fmla="*/ 0 h 52"/>
                <a:gd name="T2" fmla="*/ 395 w 52"/>
                <a:gd name="T3" fmla="*/ 35 h 52"/>
                <a:gd name="T4" fmla="*/ 408 w 52"/>
                <a:gd name="T5" fmla="*/ 136 h 52"/>
                <a:gd name="T6" fmla="*/ 158 w 52"/>
                <a:gd name="T7" fmla="*/ 500 h 52"/>
                <a:gd name="T8" fmla="*/ 33 w 52"/>
                <a:gd name="T9" fmla="*/ 478 h 52"/>
                <a:gd name="T10" fmla="*/ 145 w 52"/>
                <a:gd name="T11" fmla="*/ 901 h 52"/>
                <a:gd name="T12" fmla="*/ 675 w 52"/>
                <a:gd name="T13" fmla="*/ 650 h 52"/>
                <a:gd name="T14" fmla="*/ 595 w 52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52">
                  <a:moveTo>
                    <a:pt x="38" y="0"/>
                  </a:moveTo>
                  <a:cubicBezTo>
                    <a:pt x="32" y="0"/>
                    <a:pt x="29" y="1"/>
                    <a:pt x="25" y="2"/>
                  </a:cubicBezTo>
                  <a:cubicBezTo>
                    <a:pt x="26" y="4"/>
                    <a:pt x="26" y="5"/>
                    <a:pt x="26" y="7"/>
                  </a:cubicBezTo>
                  <a:cubicBezTo>
                    <a:pt x="26" y="16"/>
                    <a:pt x="22" y="23"/>
                    <a:pt x="10" y="26"/>
                  </a:cubicBezTo>
                  <a:cubicBezTo>
                    <a:pt x="7" y="27"/>
                    <a:pt x="4" y="26"/>
                    <a:pt x="2" y="25"/>
                  </a:cubicBezTo>
                  <a:cubicBezTo>
                    <a:pt x="0" y="33"/>
                    <a:pt x="3" y="42"/>
                    <a:pt x="9" y="47"/>
                  </a:cubicBezTo>
                  <a:cubicBezTo>
                    <a:pt x="16" y="52"/>
                    <a:pt x="35" y="48"/>
                    <a:pt x="43" y="34"/>
                  </a:cubicBezTo>
                  <a:cubicBezTo>
                    <a:pt x="52" y="21"/>
                    <a:pt x="51" y="3"/>
                    <a:pt x="3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9" name="Freeform 279">
              <a:extLst>
                <a:ext uri="{FF2B5EF4-FFF2-40B4-BE49-F238E27FC236}">
                  <a16:creationId xmlns:a16="http://schemas.microsoft.com/office/drawing/2014/main" id="{36989117-A3A6-41E7-BBF0-75FC98BB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151"/>
              <a:ext cx="160" cy="128"/>
            </a:xfrm>
            <a:custGeom>
              <a:avLst/>
              <a:gdLst>
                <a:gd name="T0" fmla="*/ 158 w 64"/>
                <a:gd name="T1" fmla="*/ 115 h 48"/>
                <a:gd name="T2" fmla="*/ 395 w 64"/>
                <a:gd name="T3" fmla="*/ 776 h 48"/>
                <a:gd name="T4" fmla="*/ 938 w 64"/>
                <a:gd name="T5" fmla="*/ 627 h 48"/>
                <a:gd name="T6" fmla="*/ 750 w 64"/>
                <a:gd name="T7" fmla="*/ 248 h 48"/>
                <a:gd name="T8" fmla="*/ 488 w 64"/>
                <a:gd name="T9" fmla="*/ 136 h 48"/>
                <a:gd name="T10" fmla="*/ 158 w 64"/>
                <a:gd name="T11" fmla="*/ 11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8">
                  <a:moveTo>
                    <a:pt x="10" y="6"/>
                  </a:moveTo>
                  <a:cubicBezTo>
                    <a:pt x="0" y="19"/>
                    <a:pt x="10" y="34"/>
                    <a:pt x="25" y="41"/>
                  </a:cubicBezTo>
                  <a:cubicBezTo>
                    <a:pt x="40" y="48"/>
                    <a:pt x="56" y="44"/>
                    <a:pt x="60" y="33"/>
                  </a:cubicBezTo>
                  <a:cubicBezTo>
                    <a:pt x="64" y="23"/>
                    <a:pt x="53" y="16"/>
                    <a:pt x="48" y="13"/>
                  </a:cubicBezTo>
                  <a:cubicBezTo>
                    <a:pt x="42" y="10"/>
                    <a:pt x="37" y="12"/>
                    <a:pt x="31" y="7"/>
                  </a:cubicBezTo>
                  <a:cubicBezTo>
                    <a:pt x="26" y="1"/>
                    <a:pt x="13" y="0"/>
                    <a:pt x="10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0" name="Freeform 280">
              <a:extLst>
                <a:ext uri="{FF2B5EF4-FFF2-40B4-BE49-F238E27FC236}">
                  <a16:creationId xmlns:a16="http://schemas.microsoft.com/office/drawing/2014/main" id="{1DC707C5-5C93-441D-A4EC-35A7EE59C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175"/>
              <a:ext cx="143" cy="165"/>
            </a:xfrm>
            <a:custGeom>
              <a:avLst/>
              <a:gdLst>
                <a:gd name="T0" fmla="*/ 125 w 57"/>
                <a:gd name="T1" fmla="*/ 1019 h 62"/>
                <a:gd name="T2" fmla="*/ 534 w 57"/>
                <a:gd name="T3" fmla="*/ 908 h 62"/>
                <a:gd name="T4" fmla="*/ 755 w 57"/>
                <a:gd name="T5" fmla="*/ 660 h 62"/>
                <a:gd name="T6" fmla="*/ 755 w 57"/>
                <a:gd name="T7" fmla="*/ 149 h 62"/>
                <a:gd name="T8" fmla="*/ 208 w 57"/>
                <a:gd name="T9" fmla="*/ 397 h 62"/>
                <a:gd name="T10" fmla="*/ 125 w 57"/>
                <a:gd name="T11" fmla="*/ 1019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62">
                  <a:moveTo>
                    <a:pt x="8" y="54"/>
                  </a:moveTo>
                  <a:cubicBezTo>
                    <a:pt x="21" y="62"/>
                    <a:pt x="27" y="56"/>
                    <a:pt x="34" y="48"/>
                  </a:cubicBezTo>
                  <a:cubicBezTo>
                    <a:pt x="41" y="40"/>
                    <a:pt x="42" y="38"/>
                    <a:pt x="48" y="35"/>
                  </a:cubicBezTo>
                  <a:cubicBezTo>
                    <a:pt x="55" y="32"/>
                    <a:pt x="57" y="15"/>
                    <a:pt x="48" y="8"/>
                  </a:cubicBezTo>
                  <a:cubicBezTo>
                    <a:pt x="39" y="0"/>
                    <a:pt x="23" y="7"/>
                    <a:pt x="13" y="21"/>
                  </a:cubicBezTo>
                  <a:cubicBezTo>
                    <a:pt x="3" y="34"/>
                    <a:pt x="0" y="46"/>
                    <a:pt x="8" y="5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1" name="Freeform 281">
              <a:extLst>
                <a:ext uri="{FF2B5EF4-FFF2-40B4-BE49-F238E27FC236}">
                  <a16:creationId xmlns:a16="http://schemas.microsoft.com/office/drawing/2014/main" id="{2F609066-FAA2-498D-916B-1AAD3D4BA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402"/>
              <a:ext cx="163" cy="128"/>
            </a:xfrm>
            <a:custGeom>
              <a:avLst/>
              <a:gdLst>
                <a:gd name="T0" fmla="*/ 125 w 65"/>
                <a:gd name="T1" fmla="*/ 285 h 48"/>
                <a:gd name="T2" fmla="*/ 113 w 65"/>
                <a:gd name="T3" fmla="*/ 776 h 48"/>
                <a:gd name="T4" fmla="*/ 492 w 65"/>
                <a:gd name="T5" fmla="*/ 819 h 48"/>
                <a:gd name="T6" fmla="*/ 772 w 65"/>
                <a:gd name="T7" fmla="*/ 627 h 48"/>
                <a:gd name="T8" fmla="*/ 1006 w 65"/>
                <a:gd name="T9" fmla="*/ 363 h 48"/>
                <a:gd name="T10" fmla="*/ 755 w 6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48">
                  <a:moveTo>
                    <a:pt x="8" y="15"/>
                  </a:moveTo>
                  <a:cubicBezTo>
                    <a:pt x="0" y="26"/>
                    <a:pt x="0" y="34"/>
                    <a:pt x="7" y="41"/>
                  </a:cubicBezTo>
                  <a:cubicBezTo>
                    <a:pt x="15" y="48"/>
                    <a:pt x="22" y="48"/>
                    <a:pt x="31" y="43"/>
                  </a:cubicBezTo>
                  <a:cubicBezTo>
                    <a:pt x="40" y="38"/>
                    <a:pt x="40" y="35"/>
                    <a:pt x="49" y="33"/>
                  </a:cubicBezTo>
                  <a:cubicBezTo>
                    <a:pt x="59" y="31"/>
                    <a:pt x="62" y="29"/>
                    <a:pt x="64" y="19"/>
                  </a:cubicBezTo>
                  <a:cubicBezTo>
                    <a:pt x="65" y="8"/>
                    <a:pt x="61" y="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2" name="Freeform 282">
              <a:extLst>
                <a:ext uri="{FF2B5EF4-FFF2-40B4-BE49-F238E27FC236}">
                  <a16:creationId xmlns:a16="http://schemas.microsoft.com/office/drawing/2014/main" id="{D970D8DD-3F3E-4023-91D8-CBEDC840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266"/>
              <a:ext cx="156" cy="101"/>
            </a:xfrm>
            <a:custGeom>
              <a:avLst/>
              <a:gdLst>
                <a:gd name="T0" fmla="*/ 20 w 62"/>
                <a:gd name="T1" fmla="*/ 396 h 38"/>
                <a:gd name="T2" fmla="*/ 672 w 62"/>
                <a:gd name="T3" fmla="*/ 622 h 38"/>
                <a:gd name="T4" fmla="*/ 969 w 62"/>
                <a:gd name="T5" fmla="*/ 226 h 38"/>
                <a:gd name="T6" fmla="*/ 589 w 62"/>
                <a:gd name="T7" fmla="*/ 77 h 38"/>
                <a:gd name="T8" fmla="*/ 242 w 62"/>
                <a:gd name="T9" fmla="*/ 93 h 38"/>
                <a:gd name="T10" fmla="*/ 221 w 62"/>
                <a:gd name="T11" fmla="*/ 93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8">
                  <a:moveTo>
                    <a:pt x="1" y="21"/>
                  </a:moveTo>
                  <a:cubicBezTo>
                    <a:pt x="0" y="32"/>
                    <a:pt x="25" y="38"/>
                    <a:pt x="42" y="33"/>
                  </a:cubicBezTo>
                  <a:cubicBezTo>
                    <a:pt x="59" y="29"/>
                    <a:pt x="60" y="21"/>
                    <a:pt x="61" y="12"/>
                  </a:cubicBezTo>
                  <a:cubicBezTo>
                    <a:pt x="62" y="4"/>
                    <a:pt x="49" y="2"/>
                    <a:pt x="37" y="4"/>
                  </a:cubicBezTo>
                  <a:cubicBezTo>
                    <a:pt x="26" y="7"/>
                    <a:pt x="21" y="0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3" name="Freeform 283">
              <a:extLst>
                <a:ext uri="{FF2B5EF4-FFF2-40B4-BE49-F238E27FC236}">
                  <a16:creationId xmlns:a16="http://schemas.microsoft.com/office/drawing/2014/main" id="{C51AFA98-B16D-4D45-9E5D-260405FB2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47"/>
              <a:ext cx="93" cy="152"/>
            </a:xfrm>
            <a:custGeom>
              <a:avLst/>
              <a:gdLst>
                <a:gd name="T0" fmla="*/ 568 w 37"/>
                <a:gd name="T1" fmla="*/ 285 h 57"/>
                <a:gd name="T2" fmla="*/ 493 w 37"/>
                <a:gd name="T3" fmla="*/ 0 h 57"/>
                <a:gd name="T4" fmla="*/ 189 w 37"/>
                <a:gd name="T5" fmla="*/ 149 h 57"/>
                <a:gd name="T6" fmla="*/ 50 w 37"/>
                <a:gd name="T7" fmla="*/ 704 h 57"/>
                <a:gd name="T8" fmla="*/ 334 w 37"/>
                <a:gd name="T9" fmla="*/ 1024 h 57"/>
                <a:gd name="T10" fmla="*/ 525 w 37"/>
                <a:gd name="T11" fmla="*/ 661 h 57"/>
                <a:gd name="T12" fmla="*/ 568 w 37"/>
                <a:gd name="T13" fmla="*/ 28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7">
                  <a:moveTo>
                    <a:pt x="36" y="15"/>
                  </a:moveTo>
                  <a:cubicBezTo>
                    <a:pt x="37" y="7"/>
                    <a:pt x="32" y="1"/>
                    <a:pt x="31" y="0"/>
                  </a:cubicBezTo>
                  <a:cubicBezTo>
                    <a:pt x="27" y="5"/>
                    <a:pt x="20" y="8"/>
                    <a:pt x="12" y="8"/>
                  </a:cubicBezTo>
                  <a:cubicBezTo>
                    <a:pt x="5" y="18"/>
                    <a:pt x="0" y="26"/>
                    <a:pt x="3" y="37"/>
                  </a:cubicBezTo>
                  <a:cubicBezTo>
                    <a:pt x="5" y="48"/>
                    <a:pt x="11" y="57"/>
                    <a:pt x="21" y="54"/>
                  </a:cubicBezTo>
                  <a:cubicBezTo>
                    <a:pt x="31" y="51"/>
                    <a:pt x="34" y="47"/>
                    <a:pt x="33" y="35"/>
                  </a:cubicBezTo>
                  <a:cubicBezTo>
                    <a:pt x="31" y="23"/>
                    <a:pt x="35" y="24"/>
                    <a:pt x="36" y="1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4" name="Freeform 284">
              <a:extLst>
                <a:ext uri="{FF2B5EF4-FFF2-40B4-BE49-F238E27FC236}">
                  <a16:creationId xmlns:a16="http://schemas.microsoft.com/office/drawing/2014/main" id="{3773FAF6-3879-49E4-A3EC-FD14EA2F0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244"/>
              <a:ext cx="118" cy="160"/>
            </a:xfrm>
            <a:custGeom>
              <a:avLst/>
              <a:gdLst>
                <a:gd name="T0" fmla="*/ 459 w 47"/>
                <a:gd name="T1" fmla="*/ 205 h 60"/>
                <a:gd name="T2" fmla="*/ 459 w 47"/>
                <a:gd name="T3" fmla="*/ 205 h 60"/>
                <a:gd name="T4" fmla="*/ 367 w 47"/>
                <a:gd name="T5" fmla="*/ 171 h 60"/>
                <a:gd name="T6" fmla="*/ 271 w 47"/>
                <a:gd name="T7" fmla="*/ 0 h 60"/>
                <a:gd name="T8" fmla="*/ 158 w 47"/>
                <a:gd name="T9" fmla="*/ 56 h 60"/>
                <a:gd name="T10" fmla="*/ 95 w 47"/>
                <a:gd name="T11" fmla="*/ 704 h 60"/>
                <a:gd name="T12" fmla="*/ 522 w 47"/>
                <a:gd name="T13" fmla="*/ 1003 h 60"/>
                <a:gd name="T14" fmla="*/ 600 w 47"/>
                <a:gd name="T15" fmla="*/ 547 h 60"/>
                <a:gd name="T16" fmla="*/ 459 w 47"/>
                <a:gd name="T17" fmla="*/ 205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60">
                  <a:moveTo>
                    <a:pt x="29" y="11"/>
                  </a:moveTo>
                  <a:cubicBezTo>
                    <a:pt x="29" y="11"/>
                    <a:pt x="29" y="11"/>
                    <a:pt x="29" y="11"/>
                  </a:cubicBezTo>
                  <a:cubicBezTo>
                    <a:pt x="26" y="10"/>
                    <a:pt x="24" y="10"/>
                    <a:pt x="23" y="9"/>
                  </a:cubicBezTo>
                  <a:cubicBezTo>
                    <a:pt x="20" y="7"/>
                    <a:pt x="18" y="4"/>
                    <a:pt x="17" y="0"/>
                  </a:cubicBezTo>
                  <a:cubicBezTo>
                    <a:pt x="16" y="0"/>
                    <a:pt x="15" y="0"/>
                    <a:pt x="10" y="3"/>
                  </a:cubicBezTo>
                  <a:cubicBezTo>
                    <a:pt x="1" y="9"/>
                    <a:pt x="0" y="23"/>
                    <a:pt x="6" y="37"/>
                  </a:cubicBezTo>
                  <a:cubicBezTo>
                    <a:pt x="12" y="51"/>
                    <a:pt x="19" y="60"/>
                    <a:pt x="33" y="53"/>
                  </a:cubicBezTo>
                  <a:cubicBezTo>
                    <a:pt x="47" y="45"/>
                    <a:pt x="40" y="31"/>
                    <a:pt x="38" y="29"/>
                  </a:cubicBezTo>
                  <a:cubicBezTo>
                    <a:pt x="37" y="26"/>
                    <a:pt x="28" y="16"/>
                    <a:pt x="29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5" name="Freeform 285">
              <a:extLst>
                <a:ext uri="{FF2B5EF4-FFF2-40B4-BE49-F238E27FC236}">
                  <a16:creationId xmlns:a16="http://schemas.microsoft.com/office/drawing/2014/main" id="{5BE45D80-3671-40A5-91B8-4CCD0DA31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050"/>
              <a:ext cx="110" cy="141"/>
            </a:xfrm>
            <a:custGeom>
              <a:avLst/>
              <a:gdLst>
                <a:gd name="T0" fmla="*/ 345 w 44"/>
                <a:gd name="T1" fmla="*/ 998 h 53"/>
                <a:gd name="T2" fmla="*/ 158 w 44"/>
                <a:gd name="T3" fmla="*/ 772 h 53"/>
                <a:gd name="T4" fmla="*/ 208 w 44"/>
                <a:gd name="T5" fmla="*/ 77 h 53"/>
                <a:gd name="T6" fmla="*/ 458 w 44"/>
                <a:gd name="T7" fmla="*/ 396 h 53"/>
                <a:gd name="T8" fmla="*/ 688 w 44"/>
                <a:gd name="T9" fmla="*/ 77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3">
                  <a:moveTo>
                    <a:pt x="22" y="53"/>
                  </a:moveTo>
                  <a:cubicBezTo>
                    <a:pt x="22" y="53"/>
                    <a:pt x="19" y="53"/>
                    <a:pt x="10" y="41"/>
                  </a:cubicBezTo>
                  <a:cubicBezTo>
                    <a:pt x="0" y="29"/>
                    <a:pt x="0" y="8"/>
                    <a:pt x="13" y="4"/>
                  </a:cubicBezTo>
                  <a:cubicBezTo>
                    <a:pt x="24" y="0"/>
                    <a:pt x="27" y="12"/>
                    <a:pt x="29" y="21"/>
                  </a:cubicBezTo>
                  <a:cubicBezTo>
                    <a:pt x="30" y="26"/>
                    <a:pt x="43" y="28"/>
                    <a:pt x="44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6" name="Freeform 286">
              <a:extLst>
                <a:ext uri="{FF2B5EF4-FFF2-40B4-BE49-F238E27FC236}">
                  <a16:creationId xmlns:a16="http://schemas.microsoft.com/office/drawing/2014/main" id="{90A7296E-8FC0-40D1-812F-16E343946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308"/>
              <a:ext cx="140" cy="155"/>
            </a:xfrm>
            <a:custGeom>
              <a:avLst/>
              <a:gdLst>
                <a:gd name="T0" fmla="*/ 720 w 56"/>
                <a:gd name="T1" fmla="*/ 115 h 58"/>
                <a:gd name="T2" fmla="*/ 595 w 56"/>
                <a:gd name="T3" fmla="*/ 842 h 58"/>
                <a:gd name="T4" fmla="*/ 63 w 56"/>
                <a:gd name="T5" fmla="*/ 879 h 58"/>
                <a:gd name="T6" fmla="*/ 95 w 56"/>
                <a:gd name="T7" fmla="*/ 513 h 58"/>
                <a:gd name="T8" fmla="*/ 425 w 56"/>
                <a:gd name="T9" fmla="*/ 192 h 58"/>
                <a:gd name="T10" fmla="*/ 720 w 56"/>
                <a:gd name="T11" fmla="*/ 11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8">
                  <a:moveTo>
                    <a:pt x="46" y="6"/>
                  </a:moveTo>
                  <a:cubicBezTo>
                    <a:pt x="56" y="13"/>
                    <a:pt x="55" y="30"/>
                    <a:pt x="38" y="44"/>
                  </a:cubicBezTo>
                  <a:cubicBezTo>
                    <a:pt x="22" y="58"/>
                    <a:pt x="7" y="53"/>
                    <a:pt x="4" y="46"/>
                  </a:cubicBezTo>
                  <a:cubicBezTo>
                    <a:pt x="1" y="41"/>
                    <a:pt x="0" y="34"/>
                    <a:pt x="6" y="27"/>
                  </a:cubicBezTo>
                  <a:cubicBezTo>
                    <a:pt x="12" y="20"/>
                    <a:pt x="19" y="20"/>
                    <a:pt x="27" y="10"/>
                  </a:cubicBezTo>
                  <a:cubicBezTo>
                    <a:pt x="35" y="0"/>
                    <a:pt x="40" y="1"/>
                    <a:pt x="46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7" name="Freeform 287">
              <a:extLst>
                <a:ext uri="{FF2B5EF4-FFF2-40B4-BE49-F238E27FC236}">
                  <a16:creationId xmlns:a16="http://schemas.microsoft.com/office/drawing/2014/main" id="{90557890-7E1A-4B80-9E90-7D3B2F85D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244"/>
              <a:ext cx="150" cy="110"/>
            </a:xfrm>
            <a:custGeom>
              <a:avLst/>
              <a:gdLst>
                <a:gd name="T0" fmla="*/ 875 w 60"/>
                <a:gd name="T1" fmla="*/ 274 h 41"/>
                <a:gd name="T2" fmla="*/ 520 w 60"/>
                <a:gd name="T3" fmla="*/ 770 h 41"/>
                <a:gd name="T4" fmla="*/ 20 w 60"/>
                <a:gd name="T5" fmla="*/ 424 h 41"/>
                <a:gd name="T6" fmla="*/ 283 w 60"/>
                <a:gd name="T7" fmla="*/ 231 h 41"/>
                <a:gd name="T8" fmla="*/ 875 w 60"/>
                <a:gd name="T9" fmla="*/ 27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">
                  <a:moveTo>
                    <a:pt x="56" y="14"/>
                  </a:moveTo>
                  <a:cubicBezTo>
                    <a:pt x="60" y="23"/>
                    <a:pt x="50" y="39"/>
                    <a:pt x="33" y="40"/>
                  </a:cubicBezTo>
                  <a:cubicBezTo>
                    <a:pt x="16" y="41"/>
                    <a:pt x="0" y="32"/>
                    <a:pt x="1" y="22"/>
                  </a:cubicBezTo>
                  <a:cubicBezTo>
                    <a:pt x="2" y="12"/>
                    <a:pt x="11" y="11"/>
                    <a:pt x="18" y="12"/>
                  </a:cubicBezTo>
                  <a:cubicBezTo>
                    <a:pt x="33" y="15"/>
                    <a:pt x="47" y="0"/>
                    <a:pt x="56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8" name="Freeform 288">
              <a:extLst>
                <a:ext uri="{FF2B5EF4-FFF2-40B4-BE49-F238E27FC236}">
                  <a16:creationId xmlns:a16="http://schemas.microsoft.com/office/drawing/2014/main" id="{67428BCE-EC9D-497F-AAD1-5D0E05C9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978"/>
              <a:ext cx="168" cy="112"/>
            </a:xfrm>
            <a:custGeom>
              <a:avLst/>
              <a:gdLst>
                <a:gd name="T0" fmla="*/ 647 w 67"/>
                <a:gd name="T1" fmla="*/ 547 h 42"/>
                <a:gd name="T2" fmla="*/ 1026 w 67"/>
                <a:gd name="T3" fmla="*/ 307 h 42"/>
                <a:gd name="T4" fmla="*/ 504 w 67"/>
                <a:gd name="T5" fmla="*/ 56 h 42"/>
                <a:gd name="T6" fmla="*/ 158 w 67"/>
                <a:gd name="T7" fmla="*/ 568 h 42"/>
                <a:gd name="T8" fmla="*/ 647 w 67"/>
                <a:gd name="T9" fmla="*/ 54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41" y="29"/>
                  </a:moveTo>
                  <a:cubicBezTo>
                    <a:pt x="47" y="27"/>
                    <a:pt x="63" y="31"/>
                    <a:pt x="65" y="16"/>
                  </a:cubicBezTo>
                  <a:cubicBezTo>
                    <a:pt x="67" y="2"/>
                    <a:pt x="45" y="0"/>
                    <a:pt x="32" y="3"/>
                  </a:cubicBezTo>
                  <a:cubicBezTo>
                    <a:pt x="20" y="6"/>
                    <a:pt x="0" y="17"/>
                    <a:pt x="10" y="30"/>
                  </a:cubicBezTo>
                  <a:cubicBezTo>
                    <a:pt x="19" y="42"/>
                    <a:pt x="29" y="32"/>
                    <a:pt x="41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9" name="Freeform 289">
              <a:extLst>
                <a:ext uri="{FF2B5EF4-FFF2-40B4-BE49-F238E27FC236}">
                  <a16:creationId xmlns:a16="http://schemas.microsoft.com/office/drawing/2014/main" id="{035B7AD6-770D-4F19-890E-4FE3697E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279"/>
              <a:ext cx="126" cy="141"/>
            </a:xfrm>
            <a:custGeom>
              <a:avLst/>
              <a:gdLst>
                <a:gd name="T0" fmla="*/ 718 w 50"/>
                <a:gd name="T1" fmla="*/ 490 h 53"/>
                <a:gd name="T2" fmla="*/ 242 w 50"/>
                <a:gd name="T3" fmla="*/ 750 h 53"/>
                <a:gd name="T4" fmla="*/ 20 w 50"/>
                <a:gd name="T5" fmla="*/ 362 h 53"/>
                <a:gd name="T6" fmla="*/ 192 w 50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3">
                  <a:moveTo>
                    <a:pt x="45" y="26"/>
                  </a:moveTo>
                  <a:cubicBezTo>
                    <a:pt x="50" y="44"/>
                    <a:pt x="25" y="53"/>
                    <a:pt x="15" y="40"/>
                  </a:cubicBezTo>
                  <a:cubicBezTo>
                    <a:pt x="10" y="35"/>
                    <a:pt x="2" y="27"/>
                    <a:pt x="1" y="19"/>
                  </a:cubicBezTo>
                  <a:cubicBezTo>
                    <a:pt x="0" y="13"/>
                    <a:pt x="2" y="2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0" name="Freeform 290">
              <a:extLst>
                <a:ext uri="{FF2B5EF4-FFF2-40B4-BE49-F238E27FC236}">
                  <a16:creationId xmlns:a16="http://schemas.microsoft.com/office/drawing/2014/main" id="{CEDF60AF-DBB1-49AB-B3DE-74D3768C5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132"/>
              <a:ext cx="112" cy="88"/>
            </a:xfrm>
            <a:custGeom>
              <a:avLst/>
              <a:gdLst>
                <a:gd name="T0" fmla="*/ 433 w 45"/>
                <a:gd name="T1" fmla="*/ 77 h 33"/>
                <a:gd name="T2" fmla="*/ 0 w 45"/>
                <a:gd name="T3" fmla="*/ 248 h 33"/>
                <a:gd name="T4" fmla="*/ 0 w 45"/>
                <a:gd name="T5" fmla="*/ 264 h 33"/>
                <a:gd name="T6" fmla="*/ 261 w 45"/>
                <a:gd name="T7" fmla="*/ 376 h 33"/>
                <a:gd name="T8" fmla="*/ 465 w 45"/>
                <a:gd name="T9" fmla="*/ 627 h 33"/>
                <a:gd name="T10" fmla="*/ 433 w 45"/>
                <a:gd name="T11" fmla="*/ 7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3">
                  <a:moveTo>
                    <a:pt x="28" y="4"/>
                  </a:moveTo>
                  <a:cubicBezTo>
                    <a:pt x="14" y="3"/>
                    <a:pt x="1" y="0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6" y="19"/>
                    <a:pt x="11" y="17"/>
                    <a:pt x="17" y="20"/>
                  </a:cubicBezTo>
                  <a:cubicBezTo>
                    <a:pt x="21" y="22"/>
                    <a:pt x="28" y="26"/>
                    <a:pt x="30" y="33"/>
                  </a:cubicBezTo>
                  <a:cubicBezTo>
                    <a:pt x="45" y="26"/>
                    <a:pt x="42" y="6"/>
                    <a:pt x="28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1" name="Freeform 291">
              <a:extLst>
                <a:ext uri="{FF2B5EF4-FFF2-40B4-BE49-F238E27FC236}">
                  <a16:creationId xmlns:a16="http://schemas.microsoft.com/office/drawing/2014/main" id="{10C97A7C-C1BB-4C60-B488-7F729C530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063"/>
              <a:ext cx="130" cy="80"/>
            </a:xfrm>
            <a:custGeom>
              <a:avLst/>
              <a:gdLst>
                <a:gd name="T0" fmla="*/ 33 w 52"/>
                <a:gd name="T1" fmla="*/ 248 h 30"/>
                <a:gd name="T2" fmla="*/ 500 w 52"/>
                <a:gd name="T3" fmla="*/ 533 h 30"/>
                <a:gd name="T4" fmla="*/ 813 w 52"/>
                <a:gd name="T5" fmla="*/ 285 h 30"/>
                <a:gd name="T6" fmla="*/ 408 w 52"/>
                <a:gd name="T7" fmla="*/ 93 h 30"/>
                <a:gd name="T8" fmla="*/ 33 w 52"/>
                <a:gd name="T9" fmla="*/ 24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0">
                  <a:moveTo>
                    <a:pt x="2" y="13"/>
                  </a:moveTo>
                  <a:cubicBezTo>
                    <a:pt x="0" y="23"/>
                    <a:pt x="14" y="30"/>
                    <a:pt x="32" y="28"/>
                  </a:cubicBezTo>
                  <a:cubicBezTo>
                    <a:pt x="49" y="27"/>
                    <a:pt x="52" y="24"/>
                    <a:pt x="52" y="15"/>
                  </a:cubicBezTo>
                  <a:cubicBezTo>
                    <a:pt x="52" y="1"/>
                    <a:pt x="39" y="5"/>
                    <a:pt x="26" y="5"/>
                  </a:cubicBezTo>
                  <a:cubicBezTo>
                    <a:pt x="19" y="6"/>
                    <a:pt x="3" y="0"/>
                    <a:pt x="2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2" name="Freeform 292">
              <a:extLst>
                <a:ext uri="{FF2B5EF4-FFF2-40B4-BE49-F238E27FC236}">
                  <a16:creationId xmlns:a16="http://schemas.microsoft.com/office/drawing/2014/main" id="{C28D7979-9535-4A6C-BA62-0DD82D25D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127"/>
              <a:ext cx="145" cy="120"/>
            </a:xfrm>
            <a:custGeom>
              <a:avLst/>
              <a:gdLst>
                <a:gd name="T0" fmla="*/ 208 w 58"/>
                <a:gd name="T1" fmla="*/ 853 h 45"/>
                <a:gd name="T2" fmla="*/ 250 w 58"/>
                <a:gd name="T3" fmla="*/ 264 h 45"/>
                <a:gd name="T4" fmla="*/ 813 w 58"/>
                <a:gd name="T5" fmla="*/ 205 h 45"/>
                <a:gd name="T6" fmla="*/ 833 w 58"/>
                <a:gd name="T7" fmla="*/ 49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45">
                  <a:moveTo>
                    <a:pt x="13" y="45"/>
                  </a:moveTo>
                  <a:cubicBezTo>
                    <a:pt x="0" y="37"/>
                    <a:pt x="9" y="23"/>
                    <a:pt x="16" y="14"/>
                  </a:cubicBezTo>
                  <a:cubicBezTo>
                    <a:pt x="24" y="5"/>
                    <a:pt x="45" y="0"/>
                    <a:pt x="52" y="11"/>
                  </a:cubicBezTo>
                  <a:cubicBezTo>
                    <a:pt x="58" y="21"/>
                    <a:pt x="53" y="26"/>
                    <a:pt x="53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3" name="Freeform 293">
              <a:extLst>
                <a:ext uri="{FF2B5EF4-FFF2-40B4-BE49-F238E27FC236}">
                  <a16:creationId xmlns:a16="http://schemas.microsoft.com/office/drawing/2014/main" id="{5C057420-A8A8-4FB4-9699-3FFE7A226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362"/>
              <a:ext cx="93" cy="160"/>
            </a:xfrm>
            <a:custGeom>
              <a:avLst/>
              <a:gdLst>
                <a:gd name="T0" fmla="*/ 538 w 37"/>
                <a:gd name="T1" fmla="*/ 205 h 60"/>
                <a:gd name="T2" fmla="*/ 380 w 37"/>
                <a:gd name="T3" fmla="*/ 77 h 60"/>
                <a:gd name="T4" fmla="*/ 367 w 37"/>
                <a:gd name="T5" fmla="*/ 77 h 60"/>
                <a:gd name="T6" fmla="*/ 271 w 37"/>
                <a:gd name="T7" fmla="*/ 21 h 60"/>
                <a:gd name="T8" fmla="*/ 20 w 37"/>
                <a:gd name="T9" fmla="*/ 568 h 60"/>
                <a:gd name="T10" fmla="*/ 367 w 37"/>
                <a:gd name="T11" fmla="*/ 1059 h 60"/>
                <a:gd name="T12" fmla="*/ 493 w 37"/>
                <a:gd name="T13" fmla="*/ 605 h 60"/>
                <a:gd name="T14" fmla="*/ 555 w 37"/>
                <a:gd name="T15" fmla="*/ 227 h 60"/>
                <a:gd name="T16" fmla="*/ 538 w 37"/>
                <a:gd name="T17" fmla="*/ 205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0">
                  <a:moveTo>
                    <a:pt x="34" y="11"/>
                  </a:moveTo>
                  <a:cubicBezTo>
                    <a:pt x="30" y="11"/>
                    <a:pt x="27" y="8"/>
                    <a:pt x="24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0" y="0"/>
                    <a:pt x="17" y="1"/>
                  </a:cubicBezTo>
                  <a:cubicBezTo>
                    <a:pt x="6" y="1"/>
                    <a:pt x="0" y="13"/>
                    <a:pt x="1" y="30"/>
                  </a:cubicBezTo>
                  <a:cubicBezTo>
                    <a:pt x="2" y="46"/>
                    <a:pt x="8" y="60"/>
                    <a:pt x="23" y="56"/>
                  </a:cubicBezTo>
                  <a:cubicBezTo>
                    <a:pt x="37" y="52"/>
                    <a:pt x="32" y="37"/>
                    <a:pt x="31" y="32"/>
                  </a:cubicBezTo>
                  <a:cubicBezTo>
                    <a:pt x="30" y="26"/>
                    <a:pt x="34" y="21"/>
                    <a:pt x="35" y="12"/>
                  </a:cubicBezTo>
                  <a:lnTo>
                    <a:pt x="34" y="1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4" name="Freeform 294">
              <a:extLst>
                <a:ext uri="{FF2B5EF4-FFF2-40B4-BE49-F238E27FC236}">
                  <a16:creationId xmlns:a16="http://schemas.microsoft.com/office/drawing/2014/main" id="{9F71B980-766E-4BA0-B377-6357D1F88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354"/>
              <a:ext cx="105" cy="149"/>
            </a:xfrm>
            <a:custGeom>
              <a:avLst/>
              <a:gdLst>
                <a:gd name="T0" fmla="*/ 458 w 42"/>
                <a:gd name="T1" fmla="*/ 21 h 56"/>
                <a:gd name="T2" fmla="*/ 550 w 42"/>
                <a:gd name="T3" fmla="*/ 418 h 56"/>
                <a:gd name="T4" fmla="*/ 375 w 42"/>
                <a:gd name="T5" fmla="*/ 998 h 56"/>
                <a:gd name="T6" fmla="*/ 83 w 42"/>
                <a:gd name="T7" fmla="*/ 418 h 56"/>
                <a:gd name="T8" fmla="*/ 458 w 42"/>
                <a:gd name="T9" fmla="*/ 2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6">
                  <a:moveTo>
                    <a:pt x="29" y="1"/>
                  </a:moveTo>
                  <a:cubicBezTo>
                    <a:pt x="42" y="0"/>
                    <a:pt x="38" y="14"/>
                    <a:pt x="35" y="22"/>
                  </a:cubicBezTo>
                  <a:cubicBezTo>
                    <a:pt x="32" y="31"/>
                    <a:pt x="37" y="49"/>
                    <a:pt x="24" y="53"/>
                  </a:cubicBezTo>
                  <a:cubicBezTo>
                    <a:pt x="11" y="56"/>
                    <a:pt x="0" y="35"/>
                    <a:pt x="5" y="22"/>
                  </a:cubicBezTo>
                  <a:cubicBezTo>
                    <a:pt x="9" y="9"/>
                    <a:pt x="21" y="1"/>
                    <a:pt x="29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5" name="Freeform 295">
              <a:extLst>
                <a:ext uri="{FF2B5EF4-FFF2-40B4-BE49-F238E27FC236}">
                  <a16:creationId xmlns:a16="http://schemas.microsoft.com/office/drawing/2014/main" id="{E0696857-5AB8-4F7E-A491-B4C842440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391"/>
              <a:ext cx="156" cy="115"/>
            </a:xfrm>
            <a:custGeom>
              <a:avLst/>
              <a:gdLst>
                <a:gd name="T0" fmla="*/ 672 w 62"/>
                <a:gd name="T1" fmla="*/ 286 h 43"/>
                <a:gd name="T2" fmla="*/ 430 w 62"/>
                <a:gd name="T3" fmla="*/ 78 h 43"/>
                <a:gd name="T4" fmla="*/ 50 w 62"/>
                <a:gd name="T5" fmla="*/ 286 h 43"/>
                <a:gd name="T6" fmla="*/ 493 w 62"/>
                <a:gd name="T7" fmla="*/ 786 h 43"/>
                <a:gd name="T8" fmla="*/ 923 w 62"/>
                <a:gd name="T9" fmla="*/ 444 h 43"/>
                <a:gd name="T10" fmla="*/ 672 w 62"/>
                <a:gd name="T11" fmla="*/ 286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3">
                  <a:moveTo>
                    <a:pt x="42" y="15"/>
                  </a:moveTo>
                  <a:cubicBezTo>
                    <a:pt x="37" y="13"/>
                    <a:pt x="31" y="6"/>
                    <a:pt x="27" y="4"/>
                  </a:cubicBezTo>
                  <a:cubicBezTo>
                    <a:pt x="18" y="0"/>
                    <a:pt x="6" y="2"/>
                    <a:pt x="3" y="15"/>
                  </a:cubicBezTo>
                  <a:cubicBezTo>
                    <a:pt x="0" y="27"/>
                    <a:pt x="15" y="39"/>
                    <a:pt x="31" y="41"/>
                  </a:cubicBezTo>
                  <a:cubicBezTo>
                    <a:pt x="46" y="43"/>
                    <a:pt x="62" y="33"/>
                    <a:pt x="58" y="23"/>
                  </a:cubicBezTo>
                  <a:cubicBezTo>
                    <a:pt x="56" y="17"/>
                    <a:pt x="49" y="18"/>
                    <a:pt x="42" y="1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6" name="Freeform 296">
              <a:extLst>
                <a:ext uri="{FF2B5EF4-FFF2-40B4-BE49-F238E27FC236}">
                  <a16:creationId xmlns:a16="http://schemas.microsoft.com/office/drawing/2014/main" id="{69DE39C3-9758-47E3-BD3B-494E64C7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48"/>
              <a:ext cx="171" cy="99"/>
            </a:xfrm>
            <a:custGeom>
              <a:avLst/>
              <a:gdLst>
                <a:gd name="T0" fmla="*/ 747 w 68"/>
                <a:gd name="T1" fmla="*/ 21 h 37"/>
                <a:gd name="T2" fmla="*/ 1031 w 68"/>
                <a:gd name="T3" fmla="*/ 401 h 37"/>
                <a:gd name="T4" fmla="*/ 639 w 68"/>
                <a:gd name="T5" fmla="*/ 615 h 37"/>
                <a:gd name="T6" fmla="*/ 317 w 68"/>
                <a:gd name="T7" fmla="*/ 688 h 37"/>
                <a:gd name="T8" fmla="*/ 113 w 68"/>
                <a:gd name="T9" fmla="*/ 252 h 37"/>
                <a:gd name="T10" fmla="*/ 304 w 68"/>
                <a:gd name="T11" fmla="*/ 5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7">
                  <a:moveTo>
                    <a:pt x="47" y="1"/>
                  </a:moveTo>
                  <a:cubicBezTo>
                    <a:pt x="62" y="0"/>
                    <a:pt x="68" y="14"/>
                    <a:pt x="65" y="21"/>
                  </a:cubicBezTo>
                  <a:cubicBezTo>
                    <a:pt x="60" y="31"/>
                    <a:pt x="50" y="35"/>
                    <a:pt x="40" y="32"/>
                  </a:cubicBezTo>
                  <a:cubicBezTo>
                    <a:pt x="31" y="29"/>
                    <a:pt x="32" y="34"/>
                    <a:pt x="20" y="36"/>
                  </a:cubicBezTo>
                  <a:cubicBezTo>
                    <a:pt x="9" y="37"/>
                    <a:pt x="0" y="25"/>
                    <a:pt x="7" y="13"/>
                  </a:cubicBezTo>
                  <a:cubicBezTo>
                    <a:pt x="11" y="7"/>
                    <a:pt x="19" y="3"/>
                    <a:pt x="19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7" name="Freeform 297">
              <a:extLst>
                <a:ext uri="{FF2B5EF4-FFF2-40B4-BE49-F238E27FC236}">
                  <a16:creationId xmlns:a16="http://schemas.microsoft.com/office/drawing/2014/main" id="{355490A9-AD02-487B-B648-419DDFE0A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212"/>
              <a:ext cx="40" cy="54"/>
            </a:xfrm>
            <a:custGeom>
              <a:avLst/>
              <a:gdLst>
                <a:gd name="T0" fmla="*/ 0 w 16"/>
                <a:gd name="T1" fmla="*/ 0 h 20"/>
                <a:gd name="T2" fmla="*/ 238 w 16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8" y="1"/>
                    <a:pt x="16" y="13"/>
                    <a:pt x="15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8" name="Freeform 298">
              <a:extLst>
                <a:ext uri="{FF2B5EF4-FFF2-40B4-BE49-F238E27FC236}">
                  <a16:creationId xmlns:a16="http://schemas.microsoft.com/office/drawing/2014/main" id="{78472874-52B1-447E-9755-B7A1B9697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210"/>
              <a:ext cx="28" cy="8"/>
            </a:xfrm>
            <a:custGeom>
              <a:avLst/>
              <a:gdLst>
                <a:gd name="T0" fmla="*/ 0 w 11"/>
                <a:gd name="T1" fmla="*/ 56 h 3"/>
                <a:gd name="T2" fmla="*/ 181 w 11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5" y="0"/>
                    <a:pt x="11" y="1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9" name="Freeform 299">
              <a:extLst>
                <a:ext uri="{FF2B5EF4-FFF2-40B4-BE49-F238E27FC236}">
                  <a16:creationId xmlns:a16="http://schemas.microsoft.com/office/drawing/2014/main" id="{C079F237-EBEC-4C59-861C-89999E10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442"/>
              <a:ext cx="20" cy="13"/>
            </a:xfrm>
            <a:custGeom>
              <a:avLst/>
              <a:gdLst>
                <a:gd name="T0" fmla="*/ 0 w 8"/>
                <a:gd name="T1" fmla="*/ 6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4" y="5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0" name="Freeform 300">
              <a:extLst>
                <a:ext uri="{FF2B5EF4-FFF2-40B4-BE49-F238E27FC236}">
                  <a16:creationId xmlns:a16="http://schemas.microsoft.com/office/drawing/2014/main" id="{9A0F3572-9A54-4657-B954-F5ACB52F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423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5" y="2"/>
                    <a:pt x="5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1" name="Freeform 301">
              <a:extLst>
                <a:ext uri="{FF2B5EF4-FFF2-40B4-BE49-F238E27FC236}">
                  <a16:creationId xmlns:a16="http://schemas.microsoft.com/office/drawing/2014/main" id="{4B2986BA-2626-4DD3-9C0E-BE784A090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175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0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8" name="pile-of-red-kidney-beans">
            <a:extLst>
              <a:ext uri="{FF2B5EF4-FFF2-40B4-BE49-F238E27FC236}">
                <a16:creationId xmlns:a16="http://schemas.microsoft.com/office/drawing/2014/main" id="{F9762F95-4E64-4CEC-B0FC-DE96156B1FD6}"/>
              </a:ext>
            </a:extLst>
          </p:cNvPr>
          <p:cNvGrpSpPr>
            <a:grpSpLocks/>
          </p:cNvGrpSpPr>
          <p:nvPr/>
        </p:nvGrpSpPr>
        <p:grpSpPr bwMode="auto">
          <a:xfrm>
            <a:off x="5876925" y="4464050"/>
            <a:ext cx="1958975" cy="1412875"/>
            <a:chOff x="2328" y="1000"/>
            <a:chExt cx="699" cy="504"/>
          </a:xfrm>
        </p:grpSpPr>
        <p:sp>
          <p:nvSpPr>
            <p:cNvPr id="16620" name="Freeform 303">
              <a:extLst>
                <a:ext uri="{FF2B5EF4-FFF2-40B4-BE49-F238E27FC236}">
                  <a16:creationId xmlns:a16="http://schemas.microsoft.com/office/drawing/2014/main" id="{4909E928-C43E-47C5-89A9-50A736CFB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077"/>
              <a:ext cx="475" cy="400"/>
            </a:xfrm>
            <a:custGeom>
              <a:avLst/>
              <a:gdLst>
                <a:gd name="T0" fmla="*/ 2113 w 190"/>
                <a:gd name="T1" fmla="*/ 77 h 150"/>
                <a:gd name="T2" fmla="*/ 1770 w 190"/>
                <a:gd name="T3" fmla="*/ 307 h 150"/>
                <a:gd name="T4" fmla="*/ 1158 w 190"/>
                <a:gd name="T5" fmla="*/ 683 h 150"/>
                <a:gd name="T6" fmla="*/ 438 w 190"/>
                <a:gd name="T7" fmla="*/ 1059 h 150"/>
                <a:gd name="T8" fmla="*/ 145 w 190"/>
                <a:gd name="T9" fmla="*/ 1272 h 150"/>
                <a:gd name="T10" fmla="*/ 20 w 190"/>
                <a:gd name="T11" fmla="*/ 1672 h 150"/>
                <a:gd name="T12" fmla="*/ 63 w 190"/>
                <a:gd name="T13" fmla="*/ 2219 h 150"/>
                <a:gd name="T14" fmla="*/ 283 w 190"/>
                <a:gd name="T15" fmla="*/ 2581 h 150"/>
                <a:gd name="T16" fmla="*/ 613 w 190"/>
                <a:gd name="T17" fmla="*/ 2637 h 150"/>
                <a:gd name="T18" fmla="*/ 1020 w 190"/>
                <a:gd name="T19" fmla="*/ 2752 h 150"/>
                <a:gd name="T20" fmla="*/ 1458 w 190"/>
                <a:gd name="T21" fmla="*/ 2696 h 150"/>
                <a:gd name="T22" fmla="*/ 2033 w 190"/>
                <a:gd name="T23" fmla="*/ 2731 h 150"/>
                <a:gd name="T24" fmla="*/ 2550 w 190"/>
                <a:gd name="T25" fmla="*/ 2731 h 150"/>
                <a:gd name="T26" fmla="*/ 2625 w 190"/>
                <a:gd name="T27" fmla="*/ 2637 h 150"/>
                <a:gd name="T28" fmla="*/ 2708 w 190"/>
                <a:gd name="T29" fmla="*/ 2581 h 150"/>
                <a:gd name="T30" fmla="*/ 2658 w 190"/>
                <a:gd name="T31" fmla="*/ 2368 h 150"/>
                <a:gd name="T32" fmla="*/ 2675 w 190"/>
                <a:gd name="T33" fmla="*/ 1992 h 150"/>
                <a:gd name="T34" fmla="*/ 2813 w 190"/>
                <a:gd name="T35" fmla="*/ 1728 h 150"/>
                <a:gd name="T36" fmla="*/ 2958 w 190"/>
                <a:gd name="T37" fmla="*/ 1229 h 150"/>
                <a:gd name="T38" fmla="*/ 2783 w 190"/>
                <a:gd name="T39" fmla="*/ 1059 h 150"/>
                <a:gd name="T40" fmla="*/ 2458 w 190"/>
                <a:gd name="T41" fmla="*/ 1024 h 1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0" h="150">
                  <a:moveTo>
                    <a:pt x="135" y="4"/>
                  </a:moveTo>
                  <a:cubicBezTo>
                    <a:pt x="128" y="0"/>
                    <a:pt x="118" y="12"/>
                    <a:pt x="113" y="16"/>
                  </a:cubicBezTo>
                  <a:cubicBezTo>
                    <a:pt x="103" y="28"/>
                    <a:pt x="88" y="30"/>
                    <a:pt x="74" y="36"/>
                  </a:cubicBezTo>
                  <a:cubicBezTo>
                    <a:pt x="58" y="41"/>
                    <a:pt x="43" y="50"/>
                    <a:pt x="28" y="56"/>
                  </a:cubicBezTo>
                  <a:cubicBezTo>
                    <a:pt x="21" y="59"/>
                    <a:pt x="13" y="61"/>
                    <a:pt x="9" y="67"/>
                  </a:cubicBezTo>
                  <a:cubicBezTo>
                    <a:pt x="4" y="73"/>
                    <a:pt x="2" y="80"/>
                    <a:pt x="1" y="88"/>
                  </a:cubicBezTo>
                  <a:cubicBezTo>
                    <a:pt x="1" y="97"/>
                    <a:pt x="0" y="108"/>
                    <a:pt x="4" y="117"/>
                  </a:cubicBezTo>
                  <a:cubicBezTo>
                    <a:pt x="7" y="123"/>
                    <a:pt x="12" y="133"/>
                    <a:pt x="18" y="136"/>
                  </a:cubicBezTo>
                  <a:cubicBezTo>
                    <a:pt x="24" y="140"/>
                    <a:pt x="32" y="138"/>
                    <a:pt x="39" y="139"/>
                  </a:cubicBezTo>
                  <a:cubicBezTo>
                    <a:pt x="48" y="140"/>
                    <a:pt x="57" y="142"/>
                    <a:pt x="65" y="145"/>
                  </a:cubicBezTo>
                  <a:cubicBezTo>
                    <a:pt x="76" y="148"/>
                    <a:pt x="84" y="149"/>
                    <a:pt x="93" y="142"/>
                  </a:cubicBezTo>
                  <a:cubicBezTo>
                    <a:pt x="104" y="132"/>
                    <a:pt x="118" y="140"/>
                    <a:pt x="130" y="144"/>
                  </a:cubicBezTo>
                  <a:cubicBezTo>
                    <a:pt x="140" y="147"/>
                    <a:pt x="153" y="150"/>
                    <a:pt x="163" y="144"/>
                  </a:cubicBezTo>
                  <a:cubicBezTo>
                    <a:pt x="165" y="143"/>
                    <a:pt x="167" y="141"/>
                    <a:pt x="168" y="139"/>
                  </a:cubicBezTo>
                  <a:cubicBezTo>
                    <a:pt x="170" y="138"/>
                    <a:pt x="171" y="137"/>
                    <a:pt x="173" y="136"/>
                  </a:cubicBezTo>
                  <a:cubicBezTo>
                    <a:pt x="175" y="132"/>
                    <a:pt x="171" y="128"/>
                    <a:pt x="170" y="125"/>
                  </a:cubicBezTo>
                  <a:cubicBezTo>
                    <a:pt x="167" y="119"/>
                    <a:pt x="170" y="111"/>
                    <a:pt x="171" y="105"/>
                  </a:cubicBezTo>
                  <a:cubicBezTo>
                    <a:pt x="173" y="98"/>
                    <a:pt x="176" y="96"/>
                    <a:pt x="180" y="91"/>
                  </a:cubicBezTo>
                  <a:cubicBezTo>
                    <a:pt x="186" y="85"/>
                    <a:pt x="190" y="73"/>
                    <a:pt x="189" y="65"/>
                  </a:cubicBezTo>
                  <a:cubicBezTo>
                    <a:pt x="188" y="58"/>
                    <a:pt x="185" y="56"/>
                    <a:pt x="178" y="56"/>
                  </a:cubicBezTo>
                  <a:cubicBezTo>
                    <a:pt x="170" y="57"/>
                    <a:pt x="165" y="58"/>
                    <a:pt x="157" y="54"/>
                  </a:cubicBezTo>
                </a:path>
              </a:pathLst>
            </a:custGeom>
            <a:solidFill>
              <a:srgbClr val="B61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1" name="Freeform 304">
              <a:extLst>
                <a:ext uri="{FF2B5EF4-FFF2-40B4-BE49-F238E27FC236}">
                  <a16:creationId xmlns:a16="http://schemas.microsoft.com/office/drawing/2014/main" id="{85F1C345-2769-451C-8FB1-8734C9661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171"/>
              <a:ext cx="95" cy="112"/>
            </a:xfrm>
            <a:custGeom>
              <a:avLst/>
              <a:gdLst>
                <a:gd name="T0" fmla="*/ 95 w 38"/>
                <a:gd name="T1" fmla="*/ 149 h 42"/>
                <a:gd name="T2" fmla="*/ 595 w 38"/>
                <a:gd name="T3" fmla="*/ 285 h 42"/>
                <a:gd name="T4" fmla="*/ 550 w 38"/>
                <a:gd name="T5" fmla="*/ 512 h 42"/>
                <a:gd name="T6" fmla="*/ 0 w 38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2">
                  <a:moveTo>
                    <a:pt x="6" y="8"/>
                  </a:moveTo>
                  <a:cubicBezTo>
                    <a:pt x="14" y="0"/>
                    <a:pt x="35" y="7"/>
                    <a:pt x="38" y="15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0" y="42"/>
                    <a:pt x="0" y="42"/>
                    <a:pt x="0" y="42"/>
                  </a:cubicBezTo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2" name="Freeform 305">
              <a:extLst>
                <a:ext uri="{FF2B5EF4-FFF2-40B4-BE49-F238E27FC236}">
                  <a16:creationId xmlns:a16="http://schemas.microsoft.com/office/drawing/2014/main" id="{75DA3439-A47C-40FC-A42A-246170234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248"/>
              <a:ext cx="123" cy="144"/>
            </a:xfrm>
            <a:custGeom>
              <a:avLst/>
              <a:gdLst>
                <a:gd name="T0" fmla="*/ 33 w 49"/>
                <a:gd name="T1" fmla="*/ 307 h 54"/>
                <a:gd name="T2" fmla="*/ 663 w 49"/>
                <a:gd name="T3" fmla="*/ 171 h 54"/>
                <a:gd name="T4" fmla="*/ 663 w 49"/>
                <a:gd name="T5" fmla="*/ 589 h 54"/>
                <a:gd name="T6" fmla="*/ 379 w 49"/>
                <a:gd name="T7" fmla="*/ 717 h 54"/>
                <a:gd name="T8" fmla="*/ 316 w 49"/>
                <a:gd name="T9" fmla="*/ 875 h 54"/>
                <a:gd name="T10" fmla="*/ 271 w 49"/>
                <a:gd name="T11" fmla="*/ 1024 h 54"/>
                <a:gd name="T12" fmla="*/ 0 w 49"/>
                <a:gd name="T13" fmla="*/ 100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4">
                  <a:moveTo>
                    <a:pt x="2" y="16"/>
                  </a:moveTo>
                  <a:cubicBezTo>
                    <a:pt x="11" y="4"/>
                    <a:pt x="35" y="0"/>
                    <a:pt x="42" y="9"/>
                  </a:cubicBezTo>
                  <a:cubicBezTo>
                    <a:pt x="49" y="17"/>
                    <a:pt x="47" y="24"/>
                    <a:pt x="42" y="31"/>
                  </a:cubicBezTo>
                  <a:cubicBezTo>
                    <a:pt x="38" y="37"/>
                    <a:pt x="27" y="35"/>
                    <a:pt x="24" y="38"/>
                  </a:cubicBezTo>
                  <a:cubicBezTo>
                    <a:pt x="22" y="41"/>
                    <a:pt x="20" y="46"/>
                    <a:pt x="20" y="46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0" y="53"/>
                    <a:pt x="0" y="53"/>
                    <a:pt x="0" y="53"/>
                  </a:cubicBezTo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3" name="Freeform 306">
              <a:extLst>
                <a:ext uri="{FF2B5EF4-FFF2-40B4-BE49-F238E27FC236}">
                  <a16:creationId xmlns:a16="http://schemas.microsoft.com/office/drawing/2014/main" id="{C3B4537B-ADA8-45D1-94DE-D5A427C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160"/>
              <a:ext cx="88" cy="128"/>
            </a:xfrm>
            <a:custGeom>
              <a:avLst/>
              <a:gdLst>
                <a:gd name="T0" fmla="*/ 33 w 35"/>
                <a:gd name="T1" fmla="*/ 264 h 48"/>
                <a:gd name="T2" fmla="*/ 443 w 35"/>
                <a:gd name="T3" fmla="*/ 171 h 48"/>
                <a:gd name="T4" fmla="*/ 505 w 35"/>
                <a:gd name="T5" fmla="*/ 704 h 48"/>
                <a:gd name="T6" fmla="*/ 430 w 35"/>
                <a:gd name="T7" fmla="*/ 875 h 48"/>
                <a:gd name="T8" fmla="*/ 158 w 35"/>
                <a:gd name="T9" fmla="*/ 909 h 48"/>
                <a:gd name="T10" fmla="*/ 20 w 35"/>
                <a:gd name="T11" fmla="*/ 60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8">
                  <a:moveTo>
                    <a:pt x="2" y="14"/>
                  </a:moveTo>
                  <a:cubicBezTo>
                    <a:pt x="4" y="4"/>
                    <a:pt x="20" y="0"/>
                    <a:pt x="28" y="9"/>
                  </a:cubicBezTo>
                  <a:cubicBezTo>
                    <a:pt x="34" y="15"/>
                    <a:pt x="35" y="32"/>
                    <a:pt x="32" y="3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0" y="39"/>
                    <a:pt x="1" y="32"/>
                  </a:cubicBezTo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4" name="Freeform 307">
              <a:extLst>
                <a:ext uri="{FF2B5EF4-FFF2-40B4-BE49-F238E27FC236}">
                  <a16:creationId xmlns:a16="http://schemas.microsoft.com/office/drawing/2014/main" id="{4BB5B348-81B0-4891-B616-15AF8E754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077"/>
              <a:ext cx="125" cy="160"/>
            </a:xfrm>
            <a:custGeom>
              <a:avLst/>
              <a:gdLst>
                <a:gd name="T0" fmla="*/ 563 w 50"/>
                <a:gd name="T1" fmla="*/ 320 h 60"/>
                <a:gd name="T2" fmla="*/ 33 w 50"/>
                <a:gd name="T3" fmla="*/ 477 h 60"/>
                <a:gd name="T4" fmla="*/ 0 w 50"/>
                <a:gd name="T5" fmla="*/ 776 h 60"/>
                <a:gd name="T6" fmla="*/ 145 w 50"/>
                <a:gd name="T7" fmla="*/ 1101 h 60"/>
                <a:gd name="T8" fmla="*/ 438 w 50"/>
                <a:gd name="T9" fmla="*/ 1139 h 60"/>
                <a:gd name="T10" fmla="*/ 738 w 50"/>
                <a:gd name="T11" fmla="*/ 888 h 60"/>
                <a:gd name="T12" fmla="*/ 783 w 50"/>
                <a:gd name="T13" fmla="*/ 49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0">
                  <a:moveTo>
                    <a:pt x="36" y="17"/>
                  </a:moveTo>
                  <a:cubicBezTo>
                    <a:pt x="27" y="0"/>
                    <a:pt x="1" y="10"/>
                    <a:pt x="2" y="2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9"/>
                    <a:pt x="28" y="60"/>
                    <a:pt x="28" y="60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50" y="26"/>
                    <a:pt x="50" y="26"/>
                    <a:pt x="50" y="26"/>
                  </a:cubicBezTo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5" name="Freeform 308">
              <a:extLst>
                <a:ext uri="{FF2B5EF4-FFF2-40B4-BE49-F238E27FC236}">
                  <a16:creationId xmlns:a16="http://schemas.microsoft.com/office/drawing/2014/main" id="{4988FB7D-B388-4BBF-9B28-27355F871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365"/>
              <a:ext cx="133" cy="139"/>
            </a:xfrm>
            <a:custGeom>
              <a:avLst/>
              <a:gdLst>
                <a:gd name="T0" fmla="*/ 788 w 53"/>
                <a:gd name="T1" fmla="*/ 500 h 52"/>
                <a:gd name="T2" fmla="*/ 713 w 53"/>
                <a:gd name="T3" fmla="*/ 879 h 52"/>
                <a:gd name="T4" fmla="*/ 158 w 53"/>
                <a:gd name="T5" fmla="*/ 687 h 52"/>
                <a:gd name="T6" fmla="*/ 221 w 53"/>
                <a:gd name="T7" fmla="*/ 21 h 52"/>
                <a:gd name="T8" fmla="*/ 409 w 53"/>
                <a:gd name="T9" fmla="*/ 35 h 52"/>
                <a:gd name="T10" fmla="*/ 597 w 53"/>
                <a:gd name="T11" fmla="*/ 307 h 52"/>
                <a:gd name="T12" fmla="*/ 788 w 53"/>
                <a:gd name="T13" fmla="*/ 50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2">
                  <a:moveTo>
                    <a:pt x="50" y="26"/>
                  </a:moveTo>
                  <a:cubicBezTo>
                    <a:pt x="53" y="34"/>
                    <a:pt x="51" y="41"/>
                    <a:pt x="45" y="46"/>
                  </a:cubicBezTo>
                  <a:cubicBezTo>
                    <a:pt x="38" y="52"/>
                    <a:pt x="19" y="49"/>
                    <a:pt x="10" y="36"/>
                  </a:cubicBezTo>
                  <a:cubicBezTo>
                    <a:pt x="0" y="22"/>
                    <a:pt x="1" y="4"/>
                    <a:pt x="14" y="1"/>
                  </a:cubicBezTo>
                  <a:cubicBezTo>
                    <a:pt x="19" y="0"/>
                    <a:pt x="23" y="1"/>
                    <a:pt x="26" y="2"/>
                  </a:cubicBezTo>
                  <a:cubicBezTo>
                    <a:pt x="34" y="7"/>
                    <a:pt x="35" y="12"/>
                    <a:pt x="38" y="16"/>
                  </a:cubicBezTo>
                  <a:cubicBezTo>
                    <a:pt x="42" y="19"/>
                    <a:pt x="49" y="21"/>
                    <a:pt x="50" y="26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6" name="Freeform 309">
              <a:extLst>
                <a:ext uri="{FF2B5EF4-FFF2-40B4-BE49-F238E27FC236}">
                  <a16:creationId xmlns:a16="http://schemas.microsoft.com/office/drawing/2014/main" id="{978B74C7-C993-4863-B3CF-FE8A6D85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208"/>
              <a:ext cx="168" cy="128"/>
            </a:xfrm>
            <a:custGeom>
              <a:avLst/>
              <a:gdLst>
                <a:gd name="T0" fmla="*/ 880 w 67"/>
                <a:gd name="T1" fmla="*/ 149 h 48"/>
                <a:gd name="T2" fmla="*/ 629 w 67"/>
                <a:gd name="T3" fmla="*/ 760 h 48"/>
                <a:gd name="T4" fmla="*/ 83 w 67"/>
                <a:gd name="T5" fmla="*/ 648 h 48"/>
                <a:gd name="T6" fmla="*/ 208 w 67"/>
                <a:gd name="T7" fmla="*/ 227 h 48"/>
                <a:gd name="T8" fmla="*/ 504 w 67"/>
                <a:gd name="T9" fmla="*/ 136 h 48"/>
                <a:gd name="T10" fmla="*/ 880 w 67"/>
                <a:gd name="T11" fmla="*/ 14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8">
                  <a:moveTo>
                    <a:pt x="56" y="8"/>
                  </a:moveTo>
                  <a:cubicBezTo>
                    <a:pt x="67" y="20"/>
                    <a:pt x="55" y="33"/>
                    <a:pt x="40" y="40"/>
                  </a:cubicBezTo>
                  <a:cubicBezTo>
                    <a:pt x="26" y="48"/>
                    <a:pt x="9" y="44"/>
                    <a:pt x="5" y="34"/>
                  </a:cubicBezTo>
                  <a:cubicBezTo>
                    <a:pt x="0" y="24"/>
                    <a:pt x="7" y="15"/>
                    <a:pt x="13" y="12"/>
                  </a:cubicBezTo>
                  <a:cubicBezTo>
                    <a:pt x="18" y="9"/>
                    <a:pt x="26" y="12"/>
                    <a:pt x="32" y="7"/>
                  </a:cubicBezTo>
                  <a:cubicBezTo>
                    <a:pt x="37" y="1"/>
                    <a:pt x="51" y="0"/>
                    <a:pt x="56" y="8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7" name="Freeform 310">
              <a:extLst>
                <a:ext uri="{FF2B5EF4-FFF2-40B4-BE49-F238E27FC236}">
                  <a16:creationId xmlns:a16="http://schemas.microsoft.com/office/drawing/2014/main" id="{F7D7A8BE-8855-471A-A8B8-EEE4A8AC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387"/>
              <a:ext cx="147" cy="114"/>
            </a:xfrm>
            <a:custGeom>
              <a:avLst/>
              <a:gdLst>
                <a:gd name="T0" fmla="*/ 757 w 59"/>
                <a:gd name="T1" fmla="*/ 260 h 43"/>
                <a:gd name="T2" fmla="*/ 446 w 59"/>
                <a:gd name="T3" fmla="*/ 148 h 43"/>
                <a:gd name="T4" fmla="*/ 105 w 59"/>
                <a:gd name="T5" fmla="*/ 133 h 43"/>
                <a:gd name="T6" fmla="*/ 199 w 59"/>
                <a:gd name="T7" fmla="*/ 634 h 43"/>
                <a:gd name="T8" fmla="*/ 665 w 59"/>
                <a:gd name="T9" fmla="*/ 766 h 43"/>
                <a:gd name="T10" fmla="*/ 757 w 59"/>
                <a:gd name="T11" fmla="*/ 26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3">
                  <a:moveTo>
                    <a:pt x="49" y="14"/>
                  </a:moveTo>
                  <a:cubicBezTo>
                    <a:pt x="40" y="11"/>
                    <a:pt x="39" y="15"/>
                    <a:pt x="29" y="8"/>
                  </a:cubicBezTo>
                  <a:cubicBezTo>
                    <a:pt x="19" y="1"/>
                    <a:pt x="14" y="0"/>
                    <a:pt x="7" y="7"/>
                  </a:cubicBezTo>
                  <a:cubicBezTo>
                    <a:pt x="0" y="14"/>
                    <a:pt x="5" y="26"/>
                    <a:pt x="13" y="34"/>
                  </a:cubicBezTo>
                  <a:cubicBezTo>
                    <a:pt x="22" y="41"/>
                    <a:pt x="31" y="43"/>
                    <a:pt x="43" y="41"/>
                  </a:cubicBezTo>
                  <a:cubicBezTo>
                    <a:pt x="59" y="40"/>
                    <a:pt x="59" y="17"/>
                    <a:pt x="49" y="14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8" name="Freeform 311">
              <a:extLst>
                <a:ext uri="{FF2B5EF4-FFF2-40B4-BE49-F238E27FC236}">
                  <a16:creationId xmlns:a16="http://schemas.microsoft.com/office/drawing/2014/main" id="{8134D210-74BD-4E28-B89C-6EE33E0EB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405"/>
              <a:ext cx="155" cy="99"/>
            </a:xfrm>
            <a:custGeom>
              <a:avLst/>
              <a:gdLst>
                <a:gd name="T0" fmla="*/ 33 w 62"/>
                <a:gd name="T1" fmla="*/ 252 h 37"/>
                <a:gd name="T2" fmla="*/ 520 w 62"/>
                <a:gd name="T3" fmla="*/ 688 h 37"/>
                <a:gd name="T4" fmla="*/ 958 w 62"/>
                <a:gd name="T5" fmla="*/ 265 h 37"/>
                <a:gd name="T6" fmla="*/ 720 w 62"/>
                <a:gd name="T7" fmla="*/ 35 h 37"/>
                <a:gd name="T8" fmla="*/ 300 w 62"/>
                <a:gd name="T9" fmla="*/ 56 h 37"/>
                <a:gd name="T10" fmla="*/ 33 w 62"/>
                <a:gd name="T11" fmla="*/ 25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7">
                  <a:moveTo>
                    <a:pt x="2" y="13"/>
                  </a:moveTo>
                  <a:cubicBezTo>
                    <a:pt x="0" y="24"/>
                    <a:pt x="12" y="37"/>
                    <a:pt x="33" y="36"/>
                  </a:cubicBezTo>
                  <a:cubicBezTo>
                    <a:pt x="55" y="35"/>
                    <a:pt x="62" y="21"/>
                    <a:pt x="61" y="14"/>
                  </a:cubicBezTo>
                  <a:cubicBezTo>
                    <a:pt x="59" y="8"/>
                    <a:pt x="55" y="3"/>
                    <a:pt x="46" y="2"/>
                  </a:cubicBezTo>
                  <a:cubicBezTo>
                    <a:pt x="36" y="0"/>
                    <a:pt x="32" y="5"/>
                    <a:pt x="19" y="3"/>
                  </a:cubicBezTo>
                  <a:cubicBezTo>
                    <a:pt x="6" y="1"/>
                    <a:pt x="3" y="6"/>
                    <a:pt x="2" y="13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9" name="Freeform 312">
              <a:extLst>
                <a:ext uri="{FF2B5EF4-FFF2-40B4-BE49-F238E27FC236}">
                  <a16:creationId xmlns:a16="http://schemas.microsoft.com/office/drawing/2014/main" id="{138CF883-1510-4D75-AAD1-71C550796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301"/>
              <a:ext cx="150" cy="107"/>
            </a:xfrm>
            <a:custGeom>
              <a:avLst/>
              <a:gdLst>
                <a:gd name="T0" fmla="*/ 50 w 60"/>
                <a:gd name="T1" fmla="*/ 286 h 40"/>
                <a:gd name="T2" fmla="*/ 438 w 60"/>
                <a:gd name="T3" fmla="*/ 744 h 40"/>
                <a:gd name="T4" fmla="*/ 925 w 60"/>
                <a:gd name="T5" fmla="*/ 385 h 40"/>
                <a:gd name="T6" fmla="*/ 645 w 60"/>
                <a:gd name="T7" fmla="*/ 209 h 40"/>
                <a:gd name="T8" fmla="*/ 50 w 60"/>
                <a:gd name="T9" fmla="*/ 28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0">
                  <a:moveTo>
                    <a:pt x="3" y="15"/>
                  </a:moveTo>
                  <a:cubicBezTo>
                    <a:pt x="0" y="24"/>
                    <a:pt x="11" y="40"/>
                    <a:pt x="28" y="39"/>
                  </a:cubicBezTo>
                  <a:cubicBezTo>
                    <a:pt x="45" y="39"/>
                    <a:pt x="60" y="30"/>
                    <a:pt x="59" y="20"/>
                  </a:cubicBezTo>
                  <a:cubicBezTo>
                    <a:pt x="57" y="10"/>
                    <a:pt x="48" y="9"/>
                    <a:pt x="41" y="11"/>
                  </a:cubicBezTo>
                  <a:cubicBezTo>
                    <a:pt x="26" y="14"/>
                    <a:pt x="12" y="0"/>
                    <a:pt x="3" y="15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0" name="Freeform 313">
              <a:extLst>
                <a:ext uri="{FF2B5EF4-FFF2-40B4-BE49-F238E27FC236}">
                  <a16:creationId xmlns:a16="http://schemas.microsoft.com/office/drawing/2014/main" id="{B16A6616-CAFD-4115-A541-DF609820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291"/>
              <a:ext cx="145" cy="144"/>
            </a:xfrm>
            <a:custGeom>
              <a:avLst/>
              <a:gdLst>
                <a:gd name="T0" fmla="*/ 595 w 58"/>
                <a:gd name="T1" fmla="*/ 171 h 54"/>
                <a:gd name="T2" fmla="*/ 83 w 58"/>
                <a:gd name="T3" fmla="*/ 149 h 54"/>
                <a:gd name="T4" fmla="*/ 0 w 58"/>
                <a:gd name="T5" fmla="*/ 264 h 54"/>
                <a:gd name="T6" fmla="*/ 20 w 58"/>
                <a:gd name="T7" fmla="*/ 285 h 54"/>
                <a:gd name="T8" fmla="*/ 158 w 58"/>
                <a:gd name="T9" fmla="*/ 456 h 54"/>
                <a:gd name="T10" fmla="*/ 145 w 58"/>
                <a:gd name="T11" fmla="*/ 547 h 54"/>
                <a:gd name="T12" fmla="*/ 363 w 58"/>
                <a:gd name="T13" fmla="*/ 797 h 54"/>
                <a:gd name="T14" fmla="*/ 750 w 58"/>
                <a:gd name="T15" fmla="*/ 797 h 54"/>
                <a:gd name="T16" fmla="*/ 595 w 58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54">
                  <a:moveTo>
                    <a:pt x="38" y="9"/>
                  </a:moveTo>
                  <a:cubicBezTo>
                    <a:pt x="25" y="0"/>
                    <a:pt x="13" y="1"/>
                    <a:pt x="5" y="8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5" y="16"/>
                    <a:pt x="9" y="18"/>
                    <a:pt x="10" y="24"/>
                  </a:cubicBezTo>
                  <a:cubicBezTo>
                    <a:pt x="10" y="26"/>
                    <a:pt x="10" y="27"/>
                    <a:pt x="9" y="29"/>
                  </a:cubicBezTo>
                  <a:cubicBezTo>
                    <a:pt x="17" y="28"/>
                    <a:pt x="21" y="39"/>
                    <a:pt x="23" y="42"/>
                  </a:cubicBezTo>
                  <a:cubicBezTo>
                    <a:pt x="25" y="44"/>
                    <a:pt x="38" y="54"/>
                    <a:pt x="48" y="42"/>
                  </a:cubicBezTo>
                  <a:cubicBezTo>
                    <a:pt x="58" y="29"/>
                    <a:pt x="50" y="18"/>
                    <a:pt x="38" y="9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1" name="Freeform 314">
              <a:extLst>
                <a:ext uri="{FF2B5EF4-FFF2-40B4-BE49-F238E27FC236}">
                  <a16:creationId xmlns:a16="http://schemas.microsoft.com/office/drawing/2014/main" id="{FD8DC3EE-7102-4092-8CFB-610BF706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275"/>
              <a:ext cx="90" cy="170"/>
            </a:xfrm>
            <a:custGeom>
              <a:avLst/>
              <a:gdLst>
                <a:gd name="T0" fmla="*/ 0 w 36"/>
                <a:gd name="T1" fmla="*/ 319 h 64"/>
                <a:gd name="T2" fmla="*/ 83 w 36"/>
                <a:gd name="T3" fmla="*/ 677 h 64"/>
                <a:gd name="T4" fmla="*/ 238 w 36"/>
                <a:gd name="T5" fmla="*/ 1142 h 64"/>
                <a:gd name="T6" fmla="*/ 550 w 36"/>
                <a:gd name="T7" fmla="*/ 622 h 64"/>
                <a:gd name="T8" fmla="*/ 238 w 36"/>
                <a:gd name="T9" fmla="*/ 0 h 64"/>
                <a:gd name="T10" fmla="*/ 0 w 36"/>
                <a:gd name="T11" fmla="*/ 319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64">
                  <a:moveTo>
                    <a:pt x="0" y="17"/>
                  </a:moveTo>
                  <a:cubicBezTo>
                    <a:pt x="1" y="26"/>
                    <a:pt x="6" y="31"/>
                    <a:pt x="5" y="36"/>
                  </a:cubicBezTo>
                  <a:cubicBezTo>
                    <a:pt x="5" y="42"/>
                    <a:pt x="0" y="57"/>
                    <a:pt x="15" y="61"/>
                  </a:cubicBezTo>
                  <a:cubicBezTo>
                    <a:pt x="29" y="64"/>
                    <a:pt x="35" y="49"/>
                    <a:pt x="35" y="33"/>
                  </a:cubicBezTo>
                  <a:cubicBezTo>
                    <a:pt x="36" y="16"/>
                    <a:pt x="26" y="0"/>
                    <a:pt x="15" y="0"/>
                  </a:cubicBezTo>
                  <a:cubicBezTo>
                    <a:pt x="5" y="0"/>
                    <a:pt x="0" y="8"/>
                    <a:pt x="0" y="17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2" name="Freeform 315">
              <a:extLst>
                <a:ext uri="{FF2B5EF4-FFF2-40B4-BE49-F238E27FC236}">
                  <a16:creationId xmlns:a16="http://schemas.microsoft.com/office/drawing/2014/main" id="{784C6A5B-5916-4FFA-813A-8218E951C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368"/>
              <a:ext cx="166" cy="136"/>
            </a:xfrm>
            <a:custGeom>
              <a:avLst/>
              <a:gdLst>
                <a:gd name="T0" fmla="*/ 714 w 66"/>
                <a:gd name="T1" fmla="*/ 0 h 51"/>
                <a:gd name="T2" fmla="*/ 589 w 66"/>
                <a:gd name="T3" fmla="*/ 21 h 51"/>
                <a:gd name="T4" fmla="*/ 272 w 66"/>
                <a:gd name="T5" fmla="*/ 491 h 51"/>
                <a:gd name="T6" fmla="*/ 146 w 66"/>
                <a:gd name="T7" fmla="*/ 397 h 51"/>
                <a:gd name="T8" fmla="*/ 126 w 66"/>
                <a:gd name="T9" fmla="*/ 419 h 51"/>
                <a:gd name="T10" fmla="*/ 189 w 66"/>
                <a:gd name="T11" fmla="*/ 875 h 51"/>
                <a:gd name="T12" fmla="*/ 543 w 66"/>
                <a:gd name="T13" fmla="*/ 797 h 51"/>
                <a:gd name="T14" fmla="*/ 873 w 66"/>
                <a:gd name="T15" fmla="*/ 648 h 51"/>
                <a:gd name="T16" fmla="*/ 1031 w 66"/>
                <a:gd name="T17" fmla="*/ 307 h 51"/>
                <a:gd name="T18" fmla="*/ 714 w 66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51">
                  <a:moveTo>
                    <a:pt x="45" y="0"/>
                  </a:moveTo>
                  <a:cubicBezTo>
                    <a:pt x="42" y="0"/>
                    <a:pt x="40" y="0"/>
                    <a:pt x="37" y="1"/>
                  </a:cubicBezTo>
                  <a:cubicBezTo>
                    <a:pt x="36" y="16"/>
                    <a:pt x="31" y="28"/>
                    <a:pt x="17" y="26"/>
                  </a:cubicBezTo>
                  <a:cubicBezTo>
                    <a:pt x="13" y="25"/>
                    <a:pt x="10" y="23"/>
                    <a:pt x="9" y="2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0" y="32"/>
                    <a:pt x="4" y="40"/>
                    <a:pt x="12" y="46"/>
                  </a:cubicBezTo>
                  <a:cubicBezTo>
                    <a:pt x="21" y="51"/>
                    <a:pt x="27" y="48"/>
                    <a:pt x="34" y="42"/>
                  </a:cubicBezTo>
                  <a:cubicBezTo>
                    <a:pt x="42" y="36"/>
                    <a:pt x="46" y="38"/>
                    <a:pt x="55" y="34"/>
                  </a:cubicBezTo>
                  <a:cubicBezTo>
                    <a:pt x="65" y="31"/>
                    <a:pt x="66" y="26"/>
                    <a:pt x="65" y="16"/>
                  </a:cubicBezTo>
                  <a:cubicBezTo>
                    <a:pt x="64" y="6"/>
                    <a:pt x="58" y="1"/>
                    <a:pt x="45" y="0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3" name="Freeform 316">
              <a:extLst>
                <a:ext uri="{FF2B5EF4-FFF2-40B4-BE49-F238E27FC236}">
                  <a16:creationId xmlns:a16="http://schemas.microsoft.com/office/drawing/2014/main" id="{1D5624D1-AB2C-464D-B5DF-213A95136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269"/>
              <a:ext cx="95" cy="155"/>
            </a:xfrm>
            <a:custGeom>
              <a:avLst/>
              <a:gdLst>
                <a:gd name="T0" fmla="*/ 208 w 38"/>
                <a:gd name="T1" fmla="*/ 0 h 58"/>
                <a:gd name="T2" fmla="*/ 125 w 38"/>
                <a:gd name="T3" fmla="*/ 492 h 58"/>
                <a:gd name="T4" fmla="*/ 283 w 38"/>
                <a:gd name="T5" fmla="*/ 1050 h 58"/>
                <a:gd name="T6" fmla="*/ 563 w 38"/>
                <a:gd name="T7" fmla="*/ 513 h 58"/>
                <a:gd name="T8" fmla="*/ 208 w 3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8">
                  <a:moveTo>
                    <a:pt x="13" y="0"/>
                  </a:moveTo>
                  <a:cubicBezTo>
                    <a:pt x="0" y="0"/>
                    <a:pt x="1" y="11"/>
                    <a:pt x="8" y="26"/>
                  </a:cubicBezTo>
                  <a:cubicBezTo>
                    <a:pt x="12" y="34"/>
                    <a:pt x="5" y="52"/>
                    <a:pt x="18" y="55"/>
                  </a:cubicBezTo>
                  <a:cubicBezTo>
                    <a:pt x="31" y="58"/>
                    <a:pt x="38" y="40"/>
                    <a:pt x="36" y="27"/>
                  </a:cubicBezTo>
                  <a:cubicBezTo>
                    <a:pt x="33" y="9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4" name="Freeform 317">
              <a:extLst>
                <a:ext uri="{FF2B5EF4-FFF2-40B4-BE49-F238E27FC236}">
                  <a16:creationId xmlns:a16="http://schemas.microsoft.com/office/drawing/2014/main" id="{A8496224-CCEE-4C5A-8A89-0FBCF09AB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189"/>
              <a:ext cx="167" cy="112"/>
            </a:xfrm>
            <a:custGeom>
              <a:avLst/>
              <a:gdLst>
                <a:gd name="T0" fmla="*/ 229 w 67"/>
                <a:gd name="T1" fmla="*/ 192 h 42"/>
                <a:gd name="T2" fmla="*/ 105 w 67"/>
                <a:gd name="T3" fmla="*/ 661 h 42"/>
                <a:gd name="T4" fmla="*/ 528 w 67"/>
                <a:gd name="T5" fmla="*/ 661 h 42"/>
                <a:gd name="T6" fmla="*/ 820 w 67"/>
                <a:gd name="T7" fmla="*/ 568 h 42"/>
                <a:gd name="T8" fmla="*/ 870 w 67"/>
                <a:gd name="T9" fmla="*/ 77 h 42"/>
                <a:gd name="T10" fmla="*/ 633 w 67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2">
                  <a:moveTo>
                    <a:pt x="15" y="10"/>
                  </a:moveTo>
                  <a:cubicBezTo>
                    <a:pt x="0" y="15"/>
                    <a:pt x="1" y="31"/>
                    <a:pt x="7" y="35"/>
                  </a:cubicBezTo>
                  <a:cubicBezTo>
                    <a:pt x="15" y="42"/>
                    <a:pt x="26" y="42"/>
                    <a:pt x="34" y="35"/>
                  </a:cubicBezTo>
                  <a:cubicBezTo>
                    <a:pt x="41" y="29"/>
                    <a:pt x="42" y="34"/>
                    <a:pt x="53" y="30"/>
                  </a:cubicBezTo>
                  <a:cubicBezTo>
                    <a:pt x="64" y="27"/>
                    <a:pt x="67" y="12"/>
                    <a:pt x="56" y="4"/>
                  </a:cubicBezTo>
                  <a:cubicBezTo>
                    <a:pt x="50" y="0"/>
                    <a:pt x="41" y="0"/>
                    <a:pt x="41" y="0"/>
                  </a:cubicBezTo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5" name="Freeform 318">
              <a:extLst>
                <a:ext uri="{FF2B5EF4-FFF2-40B4-BE49-F238E27FC236}">
                  <a16:creationId xmlns:a16="http://schemas.microsoft.com/office/drawing/2014/main" id="{369DDB84-6464-4B71-A4A1-FB7CA619A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267"/>
              <a:ext cx="211" cy="152"/>
            </a:xfrm>
            <a:custGeom>
              <a:avLst/>
              <a:gdLst>
                <a:gd name="T0" fmla="*/ 651 w 84"/>
                <a:gd name="T1" fmla="*/ 192 h 57"/>
                <a:gd name="T2" fmla="*/ 304 w 84"/>
                <a:gd name="T3" fmla="*/ 968 h 57"/>
                <a:gd name="T4" fmla="*/ 651 w 84"/>
                <a:gd name="T5" fmla="*/ 888 h 57"/>
                <a:gd name="T6" fmla="*/ 902 w 84"/>
                <a:gd name="T7" fmla="*/ 704 h 57"/>
                <a:gd name="T8" fmla="*/ 1093 w 84"/>
                <a:gd name="T9" fmla="*/ 149 h 57"/>
                <a:gd name="T10" fmla="*/ 651 w 84"/>
                <a:gd name="T11" fmla="*/ 19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7">
                  <a:moveTo>
                    <a:pt x="41" y="10"/>
                  </a:moveTo>
                  <a:cubicBezTo>
                    <a:pt x="30" y="17"/>
                    <a:pt x="0" y="36"/>
                    <a:pt x="19" y="51"/>
                  </a:cubicBezTo>
                  <a:cubicBezTo>
                    <a:pt x="26" y="57"/>
                    <a:pt x="36" y="52"/>
                    <a:pt x="41" y="47"/>
                  </a:cubicBezTo>
                  <a:cubicBezTo>
                    <a:pt x="47" y="43"/>
                    <a:pt x="51" y="37"/>
                    <a:pt x="57" y="37"/>
                  </a:cubicBezTo>
                  <a:cubicBezTo>
                    <a:pt x="72" y="37"/>
                    <a:pt x="84" y="21"/>
                    <a:pt x="69" y="8"/>
                  </a:cubicBezTo>
                  <a:cubicBezTo>
                    <a:pt x="60" y="0"/>
                    <a:pt x="48" y="6"/>
                    <a:pt x="41" y="10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6" name="Freeform 319">
              <a:extLst>
                <a:ext uri="{FF2B5EF4-FFF2-40B4-BE49-F238E27FC236}">
                  <a16:creationId xmlns:a16="http://schemas.microsoft.com/office/drawing/2014/main" id="{54FC107B-5740-4A82-8CA8-3A9F9FAB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165"/>
              <a:ext cx="107" cy="155"/>
            </a:xfrm>
            <a:custGeom>
              <a:avLst/>
              <a:gdLst>
                <a:gd name="T0" fmla="*/ 465 w 43"/>
                <a:gd name="T1" fmla="*/ 957 h 58"/>
                <a:gd name="T2" fmla="*/ 587 w 43"/>
                <a:gd name="T3" fmla="*/ 534 h 58"/>
                <a:gd name="T4" fmla="*/ 383 w 43"/>
                <a:gd name="T5" fmla="*/ 21 h 58"/>
                <a:gd name="T6" fmla="*/ 42 w 43"/>
                <a:gd name="T7" fmla="*/ 363 h 58"/>
                <a:gd name="T8" fmla="*/ 30 w 43"/>
                <a:gd name="T9" fmla="*/ 786 h 58"/>
                <a:gd name="T10" fmla="*/ 229 w 43"/>
                <a:gd name="T11" fmla="*/ 1106 h 58"/>
                <a:gd name="T12" fmla="*/ 279 w 43"/>
                <a:gd name="T13" fmla="*/ 1106 h 58"/>
                <a:gd name="T14" fmla="*/ 508 w 43"/>
                <a:gd name="T15" fmla="*/ 1050 h 58"/>
                <a:gd name="T16" fmla="*/ 465 w 43"/>
                <a:gd name="T17" fmla="*/ 957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58">
                  <a:moveTo>
                    <a:pt x="30" y="50"/>
                  </a:moveTo>
                  <a:cubicBezTo>
                    <a:pt x="25" y="40"/>
                    <a:pt x="32" y="31"/>
                    <a:pt x="38" y="28"/>
                  </a:cubicBezTo>
                  <a:cubicBezTo>
                    <a:pt x="43" y="19"/>
                    <a:pt x="37" y="3"/>
                    <a:pt x="25" y="1"/>
                  </a:cubicBezTo>
                  <a:cubicBezTo>
                    <a:pt x="13" y="0"/>
                    <a:pt x="6" y="12"/>
                    <a:pt x="3" y="19"/>
                  </a:cubicBezTo>
                  <a:cubicBezTo>
                    <a:pt x="2" y="23"/>
                    <a:pt x="0" y="32"/>
                    <a:pt x="2" y="41"/>
                  </a:cubicBezTo>
                  <a:cubicBezTo>
                    <a:pt x="7" y="44"/>
                    <a:pt x="12" y="49"/>
                    <a:pt x="15" y="58"/>
                  </a:cubicBezTo>
                  <a:cubicBezTo>
                    <a:pt x="16" y="58"/>
                    <a:pt x="17" y="58"/>
                    <a:pt x="18" y="58"/>
                  </a:cubicBezTo>
                  <a:cubicBezTo>
                    <a:pt x="26" y="58"/>
                    <a:pt x="30" y="57"/>
                    <a:pt x="33" y="55"/>
                  </a:cubicBezTo>
                  <a:cubicBezTo>
                    <a:pt x="32" y="54"/>
                    <a:pt x="30" y="52"/>
                    <a:pt x="30" y="50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7" name="Freeform 320">
              <a:extLst>
                <a:ext uri="{FF2B5EF4-FFF2-40B4-BE49-F238E27FC236}">
                  <a16:creationId xmlns:a16="http://schemas.microsoft.com/office/drawing/2014/main" id="{81E63753-8C33-42CB-811A-73E89EDD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123"/>
              <a:ext cx="135" cy="162"/>
            </a:xfrm>
            <a:custGeom>
              <a:avLst/>
              <a:gdLst>
                <a:gd name="T0" fmla="*/ 645 w 54"/>
                <a:gd name="T1" fmla="*/ 656 h 61"/>
                <a:gd name="T2" fmla="*/ 845 w 54"/>
                <a:gd name="T3" fmla="*/ 353 h 61"/>
                <a:gd name="T4" fmla="*/ 533 w 54"/>
                <a:gd name="T5" fmla="*/ 133 h 61"/>
                <a:gd name="T6" fmla="*/ 313 w 54"/>
                <a:gd name="T7" fmla="*/ 451 h 61"/>
                <a:gd name="T8" fmla="*/ 0 w 54"/>
                <a:gd name="T9" fmla="*/ 805 h 61"/>
                <a:gd name="T10" fmla="*/ 438 w 54"/>
                <a:gd name="T11" fmla="*/ 1030 h 61"/>
                <a:gd name="T12" fmla="*/ 613 w 54"/>
                <a:gd name="T13" fmla="*/ 937 h 61"/>
                <a:gd name="T14" fmla="*/ 645 w 54"/>
                <a:gd name="T15" fmla="*/ 65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1">
                  <a:moveTo>
                    <a:pt x="41" y="35"/>
                  </a:moveTo>
                  <a:cubicBezTo>
                    <a:pt x="43" y="30"/>
                    <a:pt x="47" y="22"/>
                    <a:pt x="54" y="19"/>
                  </a:cubicBezTo>
                  <a:cubicBezTo>
                    <a:pt x="52" y="10"/>
                    <a:pt x="42" y="0"/>
                    <a:pt x="34" y="7"/>
                  </a:cubicBezTo>
                  <a:cubicBezTo>
                    <a:pt x="24" y="15"/>
                    <a:pt x="27" y="18"/>
                    <a:pt x="20" y="24"/>
                  </a:cubicBezTo>
                  <a:cubicBezTo>
                    <a:pt x="13" y="29"/>
                    <a:pt x="1" y="30"/>
                    <a:pt x="0" y="43"/>
                  </a:cubicBezTo>
                  <a:cubicBezTo>
                    <a:pt x="0" y="56"/>
                    <a:pt x="14" y="61"/>
                    <a:pt x="28" y="55"/>
                  </a:cubicBezTo>
                  <a:cubicBezTo>
                    <a:pt x="33" y="53"/>
                    <a:pt x="37" y="51"/>
                    <a:pt x="39" y="50"/>
                  </a:cubicBezTo>
                  <a:cubicBezTo>
                    <a:pt x="39" y="43"/>
                    <a:pt x="40" y="38"/>
                    <a:pt x="41" y="35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8" name="Freeform 321">
              <a:extLst>
                <a:ext uri="{FF2B5EF4-FFF2-40B4-BE49-F238E27FC236}">
                  <a16:creationId xmlns:a16="http://schemas.microsoft.com/office/drawing/2014/main" id="{E5062634-3D1A-45A8-955C-8C56D14EC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104"/>
              <a:ext cx="135" cy="120"/>
            </a:xfrm>
            <a:custGeom>
              <a:avLst/>
              <a:gdLst>
                <a:gd name="T0" fmla="*/ 50 w 54"/>
                <a:gd name="T1" fmla="*/ 376 h 45"/>
                <a:gd name="T2" fmla="*/ 33 w 54"/>
                <a:gd name="T3" fmla="*/ 648 h 45"/>
                <a:gd name="T4" fmla="*/ 595 w 54"/>
                <a:gd name="T5" fmla="*/ 704 h 45"/>
                <a:gd name="T6" fmla="*/ 750 w 54"/>
                <a:gd name="T7" fmla="*/ 205 h 45"/>
                <a:gd name="T8" fmla="*/ 375 w 54"/>
                <a:gd name="T9" fmla="*/ 248 h 45"/>
                <a:gd name="T10" fmla="*/ 50 w 54"/>
                <a:gd name="T11" fmla="*/ 376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45">
                  <a:moveTo>
                    <a:pt x="3" y="20"/>
                  </a:moveTo>
                  <a:cubicBezTo>
                    <a:pt x="0" y="24"/>
                    <a:pt x="0" y="30"/>
                    <a:pt x="2" y="34"/>
                  </a:cubicBezTo>
                  <a:cubicBezTo>
                    <a:pt x="4" y="45"/>
                    <a:pt x="26" y="42"/>
                    <a:pt x="38" y="37"/>
                  </a:cubicBezTo>
                  <a:cubicBezTo>
                    <a:pt x="50" y="31"/>
                    <a:pt x="54" y="18"/>
                    <a:pt x="48" y="11"/>
                  </a:cubicBezTo>
                  <a:cubicBezTo>
                    <a:pt x="38" y="0"/>
                    <a:pt x="29" y="12"/>
                    <a:pt x="24" y="13"/>
                  </a:cubicBezTo>
                  <a:cubicBezTo>
                    <a:pt x="19" y="15"/>
                    <a:pt x="6" y="17"/>
                    <a:pt x="3" y="20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9" name="Freeform 322">
              <a:extLst>
                <a:ext uri="{FF2B5EF4-FFF2-40B4-BE49-F238E27FC236}">
                  <a16:creationId xmlns:a16="http://schemas.microsoft.com/office/drawing/2014/main" id="{831E4CD8-3ED2-43F1-9AF5-25971977C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069"/>
              <a:ext cx="128" cy="115"/>
            </a:xfrm>
            <a:custGeom>
              <a:avLst/>
              <a:gdLst>
                <a:gd name="T0" fmla="*/ 20 w 51"/>
                <a:gd name="T1" fmla="*/ 572 h 43"/>
                <a:gd name="T2" fmla="*/ 459 w 51"/>
                <a:gd name="T3" fmla="*/ 765 h 43"/>
                <a:gd name="T4" fmla="*/ 806 w 51"/>
                <a:gd name="T5" fmla="*/ 265 h 43"/>
                <a:gd name="T6" fmla="*/ 472 w 51"/>
                <a:gd name="T7" fmla="*/ 56 h 43"/>
                <a:gd name="T8" fmla="*/ 251 w 51"/>
                <a:gd name="T9" fmla="*/ 230 h 43"/>
                <a:gd name="T10" fmla="*/ 20 w 51"/>
                <a:gd name="T11" fmla="*/ 57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1" y="30"/>
                  </a:moveTo>
                  <a:cubicBezTo>
                    <a:pt x="4" y="43"/>
                    <a:pt x="18" y="42"/>
                    <a:pt x="29" y="40"/>
                  </a:cubicBezTo>
                  <a:cubicBezTo>
                    <a:pt x="39" y="37"/>
                    <a:pt x="51" y="28"/>
                    <a:pt x="51" y="14"/>
                  </a:cubicBezTo>
                  <a:cubicBezTo>
                    <a:pt x="51" y="1"/>
                    <a:pt x="36" y="0"/>
                    <a:pt x="30" y="3"/>
                  </a:cubicBezTo>
                  <a:cubicBezTo>
                    <a:pt x="25" y="5"/>
                    <a:pt x="24" y="10"/>
                    <a:pt x="16" y="12"/>
                  </a:cubicBezTo>
                  <a:cubicBezTo>
                    <a:pt x="5" y="16"/>
                    <a:pt x="0" y="24"/>
                    <a:pt x="1" y="30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0" name="Freeform 323">
              <a:extLst>
                <a:ext uri="{FF2B5EF4-FFF2-40B4-BE49-F238E27FC236}">
                  <a16:creationId xmlns:a16="http://schemas.microsoft.com/office/drawing/2014/main" id="{89F7DF79-C764-4C3E-A919-41B742503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000"/>
              <a:ext cx="115" cy="136"/>
            </a:xfrm>
            <a:custGeom>
              <a:avLst/>
              <a:gdLst>
                <a:gd name="T0" fmla="*/ 708 w 46"/>
                <a:gd name="T1" fmla="*/ 661 h 51"/>
                <a:gd name="T2" fmla="*/ 238 w 46"/>
                <a:gd name="T3" fmla="*/ 77 h 51"/>
                <a:gd name="T4" fmla="*/ 220 w 46"/>
                <a:gd name="T5" fmla="*/ 568 h 51"/>
                <a:gd name="T6" fmla="*/ 425 w 46"/>
                <a:gd name="T7" fmla="*/ 888 h 51"/>
                <a:gd name="T8" fmla="*/ 708 w 46"/>
                <a:gd name="T9" fmla="*/ 6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1">
                  <a:moveTo>
                    <a:pt x="45" y="35"/>
                  </a:moveTo>
                  <a:cubicBezTo>
                    <a:pt x="46" y="26"/>
                    <a:pt x="30" y="0"/>
                    <a:pt x="15" y="4"/>
                  </a:cubicBezTo>
                  <a:cubicBezTo>
                    <a:pt x="0" y="8"/>
                    <a:pt x="2" y="20"/>
                    <a:pt x="14" y="30"/>
                  </a:cubicBezTo>
                  <a:cubicBezTo>
                    <a:pt x="23" y="37"/>
                    <a:pt x="23" y="45"/>
                    <a:pt x="27" y="47"/>
                  </a:cubicBezTo>
                  <a:cubicBezTo>
                    <a:pt x="33" y="50"/>
                    <a:pt x="44" y="51"/>
                    <a:pt x="45" y="35"/>
                  </a:cubicBezTo>
                  <a:close/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1" name="Freeform 324">
              <a:extLst>
                <a:ext uri="{FF2B5EF4-FFF2-40B4-BE49-F238E27FC236}">
                  <a16:creationId xmlns:a16="http://schemas.microsoft.com/office/drawing/2014/main" id="{D2096E53-051C-4E29-9FAE-5560E773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267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3"/>
                    <a:pt x="4" y="6"/>
                    <a:pt x="4" y="6"/>
                  </a:cubicBezTo>
                </a:path>
              </a:pathLst>
            </a:custGeom>
            <a:solidFill>
              <a:srgbClr val="D85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2" name="Freeform 325">
              <a:extLst>
                <a:ext uri="{FF2B5EF4-FFF2-40B4-BE49-F238E27FC236}">
                  <a16:creationId xmlns:a16="http://schemas.microsoft.com/office/drawing/2014/main" id="{9BCCF2AB-FE49-42BF-B28A-FDAF5768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069"/>
              <a:ext cx="105" cy="83"/>
            </a:xfrm>
            <a:custGeom>
              <a:avLst/>
              <a:gdLst>
                <a:gd name="T0" fmla="*/ 83 w 42"/>
                <a:gd name="T1" fmla="*/ 594 h 31"/>
                <a:gd name="T2" fmla="*/ 300 w 42"/>
                <a:gd name="T3" fmla="*/ 265 h 31"/>
                <a:gd name="T4" fmla="*/ 658 w 42"/>
                <a:gd name="T5" fmla="*/ 137 h 31"/>
                <a:gd name="T6" fmla="*/ 375 w 42"/>
                <a:gd name="T7" fmla="*/ 286 h 31"/>
                <a:gd name="T8" fmla="*/ 220 w 42"/>
                <a:gd name="T9" fmla="*/ 367 h 31"/>
                <a:gd name="T10" fmla="*/ 113 w 42"/>
                <a:gd name="T11" fmla="*/ 51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1">
                  <a:moveTo>
                    <a:pt x="5" y="31"/>
                  </a:moveTo>
                  <a:cubicBezTo>
                    <a:pt x="0" y="22"/>
                    <a:pt x="12" y="16"/>
                    <a:pt x="19" y="14"/>
                  </a:cubicBezTo>
                  <a:cubicBezTo>
                    <a:pt x="25" y="12"/>
                    <a:pt x="35" y="0"/>
                    <a:pt x="42" y="7"/>
                  </a:cubicBezTo>
                  <a:cubicBezTo>
                    <a:pt x="34" y="4"/>
                    <a:pt x="30" y="12"/>
                    <a:pt x="24" y="15"/>
                  </a:cubicBezTo>
                  <a:cubicBezTo>
                    <a:pt x="21" y="17"/>
                    <a:pt x="17" y="17"/>
                    <a:pt x="14" y="19"/>
                  </a:cubicBezTo>
                  <a:cubicBezTo>
                    <a:pt x="11" y="21"/>
                    <a:pt x="9" y="24"/>
                    <a:pt x="7" y="27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3" name="Freeform 326">
              <a:extLst>
                <a:ext uri="{FF2B5EF4-FFF2-40B4-BE49-F238E27FC236}">
                  <a16:creationId xmlns:a16="http://schemas.microsoft.com/office/drawing/2014/main" id="{D39ACCAC-1253-4D05-BA22-D6FF141BE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016"/>
              <a:ext cx="45" cy="83"/>
            </a:xfrm>
            <a:custGeom>
              <a:avLst/>
              <a:gdLst>
                <a:gd name="T0" fmla="*/ 188 w 18"/>
                <a:gd name="T1" fmla="*/ 0 h 31"/>
                <a:gd name="T2" fmla="*/ 33 w 18"/>
                <a:gd name="T3" fmla="*/ 115 h 31"/>
                <a:gd name="T4" fmla="*/ 50 w 18"/>
                <a:gd name="T5" fmla="*/ 286 h 31"/>
                <a:gd name="T6" fmla="*/ 145 w 18"/>
                <a:gd name="T7" fmla="*/ 423 h 31"/>
                <a:gd name="T8" fmla="*/ 270 w 18"/>
                <a:gd name="T9" fmla="*/ 594 h 31"/>
                <a:gd name="T10" fmla="*/ 113 w 18"/>
                <a:gd name="T11" fmla="*/ 286 h 31"/>
                <a:gd name="T12" fmla="*/ 145 w 18"/>
                <a:gd name="T13" fmla="*/ 3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1">
                  <a:moveTo>
                    <a:pt x="12" y="0"/>
                  </a:moveTo>
                  <a:cubicBezTo>
                    <a:pt x="8" y="0"/>
                    <a:pt x="3" y="2"/>
                    <a:pt x="2" y="6"/>
                  </a:cubicBezTo>
                  <a:cubicBezTo>
                    <a:pt x="0" y="9"/>
                    <a:pt x="2" y="12"/>
                    <a:pt x="3" y="15"/>
                  </a:cubicBezTo>
                  <a:cubicBezTo>
                    <a:pt x="5" y="17"/>
                    <a:pt x="7" y="20"/>
                    <a:pt x="9" y="22"/>
                  </a:cubicBezTo>
                  <a:cubicBezTo>
                    <a:pt x="12" y="25"/>
                    <a:pt x="14" y="28"/>
                    <a:pt x="17" y="31"/>
                  </a:cubicBezTo>
                  <a:cubicBezTo>
                    <a:pt x="18" y="24"/>
                    <a:pt x="11" y="20"/>
                    <a:pt x="7" y="15"/>
                  </a:cubicBezTo>
                  <a:cubicBezTo>
                    <a:pt x="4" y="12"/>
                    <a:pt x="3" y="4"/>
                    <a:pt x="9" y="2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4" name="Freeform 327">
              <a:extLst>
                <a:ext uri="{FF2B5EF4-FFF2-40B4-BE49-F238E27FC236}">
                  <a16:creationId xmlns:a16="http://schemas.microsoft.com/office/drawing/2014/main" id="{05E390D6-5B7B-4483-A637-F35E7478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125"/>
              <a:ext cx="97" cy="64"/>
            </a:xfrm>
            <a:custGeom>
              <a:avLst/>
              <a:gdLst>
                <a:gd name="T0" fmla="*/ 12 w 39"/>
                <a:gd name="T1" fmla="*/ 456 h 24"/>
                <a:gd name="T2" fmla="*/ 62 w 39"/>
                <a:gd name="T3" fmla="*/ 248 h 24"/>
                <a:gd name="T4" fmla="*/ 246 w 39"/>
                <a:gd name="T5" fmla="*/ 192 h 24"/>
                <a:gd name="T6" fmla="*/ 403 w 39"/>
                <a:gd name="T7" fmla="*/ 115 h 24"/>
                <a:gd name="T8" fmla="*/ 599 w 39"/>
                <a:gd name="T9" fmla="*/ 93 h 24"/>
                <a:gd name="T10" fmla="*/ 433 w 39"/>
                <a:gd name="T11" fmla="*/ 171 h 24"/>
                <a:gd name="T12" fmla="*/ 229 w 39"/>
                <a:gd name="T13" fmla="*/ 264 h 24"/>
                <a:gd name="T14" fmla="*/ 75 w 39"/>
                <a:gd name="T15" fmla="*/ 320 h 24"/>
                <a:gd name="T16" fmla="*/ 12 w 39"/>
                <a:gd name="T17" fmla="*/ 435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4">
                  <a:moveTo>
                    <a:pt x="1" y="24"/>
                  </a:moveTo>
                  <a:cubicBezTo>
                    <a:pt x="1" y="20"/>
                    <a:pt x="1" y="15"/>
                    <a:pt x="4" y="13"/>
                  </a:cubicBezTo>
                  <a:cubicBezTo>
                    <a:pt x="8" y="10"/>
                    <a:pt x="12" y="11"/>
                    <a:pt x="16" y="10"/>
                  </a:cubicBezTo>
                  <a:cubicBezTo>
                    <a:pt x="20" y="10"/>
                    <a:pt x="23" y="8"/>
                    <a:pt x="26" y="6"/>
                  </a:cubicBezTo>
                  <a:cubicBezTo>
                    <a:pt x="31" y="3"/>
                    <a:pt x="35" y="0"/>
                    <a:pt x="39" y="5"/>
                  </a:cubicBezTo>
                  <a:cubicBezTo>
                    <a:pt x="35" y="2"/>
                    <a:pt x="31" y="6"/>
                    <a:pt x="28" y="9"/>
                  </a:cubicBezTo>
                  <a:cubicBezTo>
                    <a:pt x="24" y="14"/>
                    <a:pt x="20" y="14"/>
                    <a:pt x="15" y="14"/>
                  </a:cubicBezTo>
                  <a:cubicBezTo>
                    <a:pt x="11" y="14"/>
                    <a:pt x="8" y="16"/>
                    <a:pt x="5" y="17"/>
                  </a:cubicBezTo>
                  <a:cubicBezTo>
                    <a:pt x="4" y="18"/>
                    <a:pt x="0" y="23"/>
                    <a:pt x="1" y="23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5" name="Freeform 328">
              <a:extLst>
                <a:ext uri="{FF2B5EF4-FFF2-40B4-BE49-F238E27FC236}">
                  <a16:creationId xmlns:a16="http://schemas.microsoft.com/office/drawing/2014/main" id="{144D8493-E7C0-4B57-8D82-2F5845590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173"/>
              <a:ext cx="68" cy="96"/>
            </a:xfrm>
            <a:custGeom>
              <a:avLst/>
              <a:gdLst>
                <a:gd name="T0" fmla="*/ 431 w 27"/>
                <a:gd name="T1" fmla="*/ 115 h 36"/>
                <a:gd name="T2" fmla="*/ 126 w 27"/>
                <a:gd name="T3" fmla="*/ 136 h 36"/>
                <a:gd name="T4" fmla="*/ 20 w 27"/>
                <a:gd name="T5" fmla="*/ 683 h 36"/>
                <a:gd name="T6" fmla="*/ 413 w 27"/>
                <a:gd name="T7" fmla="*/ 11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6">
                  <a:moveTo>
                    <a:pt x="27" y="6"/>
                  </a:moveTo>
                  <a:cubicBezTo>
                    <a:pt x="22" y="0"/>
                    <a:pt x="12" y="2"/>
                    <a:pt x="8" y="7"/>
                  </a:cubicBezTo>
                  <a:cubicBezTo>
                    <a:pt x="1" y="14"/>
                    <a:pt x="0" y="27"/>
                    <a:pt x="1" y="36"/>
                  </a:cubicBezTo>
                  <a:cubicBezTo>
                    <a:pt x="2" y="26"/>
                    <a:pt x="10" y="0"/>
                    <a:pt x="26" y="6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6" name="Freeform 329">
              <a:extLst>
                <a:ext uri="{FF2B5EF4-FFF2-40B4-BE49-F238E27FC236}">
                  <a16:creationId xmlns:a16="http://schemas.microsoft.com/office/drawing/2014/main" id="{62AD864F-FCDA-4E62-A869-A86F5FDBF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221"/>
              <a:ext cx="118" cy="62"/>
            </a:xfrm>
            <a:custGeom>
              <a:avLst/>
              <a:gdLst>
                <a:gd name="T0" fmla="*/ 0 w 47"/>
                <a:gd name="T1" fmla="*/ 450 h 23"/>
                <a:gd name="T2" fmla="*/ 126 w 47"/>
                <a:gd name="T3" fmla="*/ 218 h 23"/>
                <a:gd name="T4" fmla="*/ 316 w 47"/>
                <a:gd name="T5" fmla="*/ 175 h 23"/>
                <a:gd name="T6" fmla="*/ 505 w 47"/>
                <a:gd name="T7" fmla="*/ 59 h 23"/>
                <a:gd name="T8" fmla="*/ 743 w 47"/>
                <a:gd name="T9" fmla="*/ 159 h 23"/>
                <a:gd name="T10" fmla="*/ 316 w 47"/>
                <a:gd name="T11" fmla="*/ 253 h 23"/>
                <a:gd name="T12" fmla="*/ 33 w 47"/>
                <a:gd name="T13" fmla="*/ 39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3">
                  <a:moveTo>
                    <a:pt x="0" y="23"/>
                  </a:moveTo>
                  <a:cubicBezTo>
                    <a:pt x="0" y="19"/>
                    <a:pt x="4" y="13"/>
                    <a:pt x="8" y="11"/>
                  </a:cubicBezTo>
                  <a:cubicBezTo>
                    <a:pt x="11" y="9"/>
                    <a:pt x="16" y="10"/>
                    <a:pt x="20" y="9"/>
                  </a:cubicBezTo>
                  <a:cubicBezTo>
                    <a:pt x="25" y="9"/>
                    <a:pt x="28" y="5"/>
                    <a:pt x="32" y="3"/>
                  </a:cubicBezTo>
                  <a:cubicBezTo>
                    <a:pt x="38" y="1"/>
                    <a:pt x="43" y="3"/>
                    <a:pt x="47" y="8"/>
                  </a:cubicBezTo>
                  <a:cubicBezTo>
                    <a:pt x="38" y="0"/>
                    <a:pt x="29" y="13"/>
                    <a:pt x="20" y="13"/>
                  </a:cubicBezTo>
                  <a:cubicBezTo>
                    <a:pt x="12" y="13"/>
                    <a:pt x="7" y="14"/>
                    <a:pt x="2" y="20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7" name="Freeform 330">
              <a:extLst>
                <a:ext uri="{FF2B5EF4-FFF2-40B4-BE49-F238E27FC236}">
                  <a16:creationId xmlns:a16="http://schemas.microsoft.com/office/drawing/2014/main" id="{2D60D06D-DBDD-43AC-8950-67F181BBB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144"/>
              <a:ext cx="103" cy="107"/>
            </a:xfrm>
            <a:custGeom>
              <a:avLst/>
              <a:gdLst>
                <a:gd name="T0" fmla="*/ 651 w 41"/>
                <a:gd name="T1" fmla="*/ 0 h 40"/>
                <a:gd name="T2" fmla="*/ 334 w 41"/>
                <a:gd name="T3" fmla="*/ 364 h 40"/>
                <a:gd name="T4" fmla="*/ 83 w 41"/>
                <a:gd name="T5" fmla="*/ 765 h 40"/>
                <a:gd name="T6" fmla="*/ 397 w 41"/>
                <a:gd name="T7" fmla="*/ 444 h 40"/>
                <a:gd name="T8" fmla="*/ 538 w 41"/>
                <a:gd name="T9" fmla="*/ 171 h 40"/>
                <a:gd name="T10" fmla="*/ 651 w 41"/>
                <a:gd name="T11" fmla="*/ 2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0">
                  <a:moveTo>
                    <a:pt x="41" y="0"/>
                  </a:moveTo>
                  <a:cubicBezTo>
                    <a:pt x="29" y="2"/>
                    <a:pt x="31" y="14"/>
                    <a:pt x="21" y="19"/>
                  </a:cubicBezTo>
                  <a:cubicBezTo>
                    <a:pt x="13" y="24"/>
                    <a:pt x="0" y="29"/>
                    <a:pt x="5" y="40"/>
                  </a:cubicBezTo>
                  <a:cubicBezTo>
                    <a:pt x="4" y="30"/>
                    <a:pt x="20" y="27"/>
                    <a:pt x="25" y="23"/>
                  </a:cubicBezTo>
                  <a:cubicBezTo>
                    <a:pt x="30" y="19"/>
                    <a:pt x="32" y="14"/>
                    <a:pt x="34" y="9"/>
                  </a:cubicBezTo>
                  <a:cubicBezTo>
                    <a:pt x="35" y="6"/>
                    <a:pt x="38" y="2"/>
                    <a:pt x="41" y="1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8" name="Freeform 331">
              <a:extLst>
                <a:ext uri="{FF2B5EF4-FFF2-40B4-BE49-F238E27FC236}">
                  <a16:creationId xmlns:a16="http://schemas.microsoft.com/office/drawing/2014/main" id="{70D45A5B-F690-48AA-A088-806D0B046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277"/>
              <a:ext cx="45" cy="102"/>
            </a:xfrm>
            <a:custGeom>
              <a:avLst/>
              <a:gdLst>
                <a:gd name="T0" fmla="*/ 145 w 18"/>
                <a:gd name="T1" fmla="*/ 21 h 38"/>
                <a:gd name="T2" fmla="*/ 113 w 18"/>
                <a:gd name="T3" fmla="*/ 346 h 38"/>
                <a:gd name="T4" fmla="*/ 175 w 18"/>
                <a:gd name="T5" fmla="*/ 540 h 38"/>
                <a:gd name="T6" fmla="*/ 175 w 18"/>
                <a:gd name="T7" fmla="*/ 735 h 38"/>
                <a:gd name="T8" fmla="*/ 208 w 18"/>
                <a:gd name="T9" fmla="*/ 540 h 38"/>
                <a:gd name="T10" fmla="*/ 188 w 18"/>
                <a:gd name="T11" fmla="*/ 309 h 38"/>
                <a:gd name="T12" fmla="*/ 283 w 18"/>
                <a:gd name="T13" fmla="*/ 56 h 38"/>
                <a:gd name="T14" fmla="*/ 145 w 18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8">
                  <a:moveTo>
                    <a:pt x="9" y="1"/>
                  </a:moveTo>
                  <a:cubicBezTo>
                    <a:pt x="0" y="4"/>
                    <a:pt x="4" y="11"/>
                    <a:pt x="7" y="18"/>
                  </a:cubicBezTo>
                  <a:cubicBezTo>
                    <a:pt x="9" y="22"/>
                    <a:pt x="10" y="24"/>
                    <a:pt x="11" y="28"/>
                  </a:cubicBezTo>
                  <a:cubicBezTo>
                    <a:pt x="11" y="32"/>
                    <a:pt x="11" y="34"/>
                    <a:pt x="11" y="38"/>
                  </a:cubicBezTo>
                  <a:cubicBezTo>
                    <a:pt x="11" y="35"/>
                    <a:pt x="13" y="31"/>
                    <a:pt x="13" y="28"/>
                  </a:cubicBezTo>
                  <a:cubicBezTo>
                    <a:pt x="13" y="24"/>
                    <a:pt x="12" y="20"/>
                    <a:pt x="12" y="16"/>
                  </a:cubicBezTo>
                  <a:cubicBezTo>
                    <a:pt x="10" y="9"/>
                    <a:pt x="10" y="4"/>
                    <a:pt x="18" y="3"/>
                  </a:cubicBezTo>
                  <a:cubicBezTo>
                    <a:pt x="16" y="0"/>
                    <a:pt x="12" y="0"/>
                    <a:pt x="9" y="0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9" name="Freeform 332">
              <a:extLst>
                <a:ext uri="{FF2B5EF4-FFF2-40B4-BE49-F238E27FC236}">
                  <a16:creationId xmlns:a16="http://schemas.microsoft.com/office/drawing/2014/main" id="{E5C25847-9788-4ACC-B680-6FBE9813E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267"/>
              <a:ext cx="150" cy="125"/>
            </a:xfrm>
            <a:custGeom>
              <a:avLst/>
              <a:gdLst>
                <a:gd name="T0" fmla="*/ 145 w 60"/>
                <a:gd name="T1" fmla="*/ 883 h 47"/>
                <a:gd name="T2" fmla="*/ 408 w 60"/>
                <a:gd name="T3" fmla="*/ 340 h 47"/>
                <a:gd name="T4" fmla="*/ 938 w 60"/>
                <a:gd name="T5" fmla="*/ 261 h 47"/>
                <a:gd name="T6" fmla="*/ 425 w 60"/>
                <a:gd name="T7" fmla="*/ 418 h 47"/>
                <a:gd name="T8" fmla="*/ 145 w 60"/>
                <a:gd name="T9" fmla="*/ 8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7">
                  <a:moveTo>
                    <a:pt x="9" y="47"/>
                  </a:moveTo>
                  <a:cubicBezTo>
                    <a:pt x="0" y="36"/>
                    <a:pt x="18" y="23"/>
                    <a:pt x="26" y="18"/>
                  </a:cubicBezTo>
                  <a:cubicBezTo>
                    <a:pt x="34" y="13"/>
                    <a:pt x="55" y="0"/>
                    <a:pt x="60" y="14"/>
                  </a:cubicBezTo>
                  <a:cubicBezTo>
                    <a:pt x="52" y="5"/>
                    <a:pt x="35" y="17"/>
                    <a:pt x="27" y="22"/>
                  </a:cubicBezTo>
                  <a:cubicBezTo>
                    <a:pt x="20" y="26"/>
                    <a:pt x="5" y="38"/>
                    <a:pt x="9" y="47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0" name="Freeform 333">
              <a:extLst>
                <a:ext uri="{FF2B5EF4-FFF2-40B4-BE49-F238E27FC236}">
                  <a16:creationId xmlns:a16="http://schemas.microsoft.com/office/drawing/2014/main" id="{E3733799-B297-4F2A-ACB9-D7F79BBAB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371"/>
              <a:ext cx="105" cy="85"/>
            </a:xfrm>
            <a:custGeom>
              <a:avLst/>
              <a:gdLst>
                <a:gd name="T0" fmla="*/ 425 w 42"/>
                <a:gd name="T1" fmla="*/ 226 h 32"/>
                <a:gd name="T2" fmla="*/ 158 w 42"/>
                <a:gd name="T3" fmla="*/ 35 h 32"/>
                <a:gd name="T4" fmla="*/ 33 w 42"/>
                <a:gd name="T5" fmla="*/ 149 h 32"/>
                <a:gd name="T6" fmla="*/ 50 w 42"/>
                <a:gd name="T7" fmla="*/ 486 h 32"/>
                <a:gd name="T8" fmla="*/ 95 w 42"/>
                <a:gd name="T9" fmla="*/ 205 h 32"/>
                <a:gd name="T10" fmla="*/ 313 w 42"/>
                <a:gd name="T11" fmla="*/ 205 h 32"/>
                <a:gd name="T12" fmla="*/ 458 w 42"/>
                <a:gd name="T13" fmla="*/ 396 h 32"/>
                <a:gd name="T14" fmla="*/ 645 w 42"/>
                <a:gd name="T15" fmla="*/ 600 h 32"/>
                <a:gd name="T16" fmla="*/ 563 w 42"/>
                <a:gd name="T17" fmla="*/ 353 h 32"/>
                <a:gd name="T18" fmla="*/ 425 w 42"/>
                <a:gd name="T19" fmla="*/ 247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32">
                  <a:moveTo>
                    <a:pt x="27" y="12"/>
                  </a:moveTo>
                  <a:cubicBezTo>
                    <a:pt x="22" y="8"/>
                    <a:pt x="18" y="0"/>
                    <a:pt x="10" y="2"/>
                  </a:cubicBezTo>
                  <a:cubicBezTo>
                    <a:pt x="7" y="3"/>
                    <a:pt x="4" y="6"/>
                    <a:pt x="2" y="8"/>
                  </a:cubicBezTo>
                  <a:cubicBezTo>
                    <a:pt x="0" y="13"/>
                    <a:pt x="0" y="23"/>
                    <a:pt x="3" y="26"/>
                  </a:cubicBezTo>
                  <a:cubicBezTo>
                    <a:pt x="3" y="21"/>
                    <a:pt x="1" y="15"/>
                    <a:pt x="6" y="11"/>
                  </a:cubicBezTo>
                  <a:cubicBezTo>
                    <a:pt x="9" y="8"/>
                    <a:pt x="16" y="8"/>
                    <a:pt x="20" y="11"/>
                  </a:cubicBezTo>
                  <a:cubicBezTo>
                    <a:pt x="23" y="14"/>
                    <a:pt x="25" y="18"/>
                    <a:pt x="29" y="21"/>
                  </a:cubicBezTo>
                  <a:cubicBezTo>
                    <a:pt x="34" y="24"/>
                    <a:pt x="41" y="25"/>
                    <a:pt x="41" y="32"/>
                  </a:cubicBezTo>
                  <a:cubicBezTo>
                    <a:pt x="42" y="28"/>
                    <a:pt x="39" y="23"/>
                    <a:pt x="36" y="19"/>
                  </a:cubicBezTo>
                  <a:cubicBezTo>
                    <a:pt x="33" y="17"/>
                    <a:pt x="29" y="16"/>
                    <a:pt x="27" y="13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1" name="Freeform 334">
              <a:extLst>
                <a:ext uri="{FF2B5EF4-FFF2-40B4-BE49-F238E27FC236}">
                  <a16:creationId xmlns:a16="http://schemas.microsoft.com/office/drawing/2014/main" id="{3785A059-37FD-401F-B10E-AA2DB39B2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419"/>
              <a:ext cx="122" cy="48"/>
            </a:xfrm>
            <a:custGeom>
              <a:avLst/>
              <a:gdLst>
                <a:gd name="T0" fmla="*/ 30 w 49"/>
                <a:gd name="T1" fmla="*/ 341 h 18"/>
                <a:gd name="T2" fmla="*/ 62 w 49"/>
                <a:gd name="T3" fmla="*/ 56 h 18"/>
                <a:gd name="T4" fmla="*/ 261 w 49"/>
                <a:gd name="T5" fmla="*/ 35 h 18"/>
                <a:gd name="T6" fmla="*/ 478 w 49"/>
                <a:gd name="T7" fmla="*/ 35 h 18"/>
                <a:gd name="T8" fmla="*/ 757 w 49"/>
                <a:gd name="T9" fmla="*/ 93 h 18"/>
                <a:gd name="T10" fmla="*/ 528 w 49"/>
                <a:gd name="T11" fmla="*/ 93 h 18"/>
                <a:gd name="T12" fmla="*/ 309 w 49"/>
                <a:gd name="T13" fmla="*/ 136 h 18"/>
                <a:gd name="T14" fmla="*/ 30 w 49"/>
                <a:gd name="T15" fmla="*/ 19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2" y="18"/>
                  </a:moveTo>
                  <a:cubicBezTo>
                    <a:pt x="0" y="14"/>
                    <a:pt x="0" y="6"/>
                    <a:pt x="4" y="3"/>
                  </a:cubicBezTo>
                  <a:cubicBezTo>
                    <a:pt x="7" y="0"/>
                    <a:pt x="13" y="1"/>
                    <a:pt x="17" y="2"/>
                  </a:cubicBezTo>
                  <a:cubicBezTo>
                    <a:pt x="22" y="3"/>
                    <a:pt x="26" y="3"/>
                    <a:pt x="31" y="2"/>
                  </a:cubicBezTo>
                  <a:cubicBezTo>
                    <a:pt x="37" y="1"/>
                    <a:pt x="45" y="0"/>
                    <a:pt x="49" y="5"/>
                  </a:cubicBezTo>
                  <a:cubicBezTo>
                    <a:pt x="44" y="4"/>
                    <a:pt x="39" y="3"/>
                    <a:pt x="34" y="5"/>
                  </a:cubicBezTo>
                  <a:cubicBezTo>
                    <a:pt x="29" y="6"/>
                    <a:pt x="25" y="7"/>
                    <a:pt x="20" y="7"/>
                  </a:cubicBezTo>
                  <a:cubicBezTo>
                    <a:pt x="14" y="7"/>
                    <a:pt x="4" y="2"/>
                    <a:pt x="2" y="10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2" name="Freeform 335">
              <a:extLst>
                <a:ext uri="{FF2B5EF4-FFF2-40B4-BE49-F238E27FC236}">
                  <a16:creationId xmlns:a16="http://schemas.microsoft.com/office/drawing/2014/main" id="{6A6EB956-2E7A-4F54-8685-2FD26D5F1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331"/>
              <a:ext cx="107" cy="29"/>
            </a:xfrm>
            <a:custGeom>
              <a:avLst/>
              <a:gdLst>
                <a:gd name="T0" fmla="*/ 30 w 43"/>
                <a:gd name="T1" fmla="*/ 200 h 11"/>
                <a:gd name="T2" fmla="*/ 216 w 43"/>
                <a:gd name="T3" fmla="*/ 21 h 11"/>
                <a:gd name="T4" fmla="*/ 403 w 43"/>
                <a:gd name="T5" fmla="*/ 76 h 11"/>
                <a:gd name="T6" fmla="*/ 662 w 43"/>
                <a:gd name="T7" fmla="*/ 55 h 11"/>
                <a:gd name="T8" fmla="*/ 508 w 43"/>
                <a:gd name="T9" fmla="*/ 124 h 11"/>
                <a:gd name="T10" fmla="*/ 321 w 43"/>
                <a:gd name="T11" fmla="*/ 124 h 11"/>
                <a:gd name="T12" fmla="*/ 30 w 43"/>
                <a:gd name="T13" fmla="*/ 1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1">
                  <a:moveTo>
                    <a:pt x="2" y="11"/>
                  </a:moveTo>
                  <a:cubicBezTo>
                    <a:pt x="0" y="3"/>
                    <a:pt x="7" y="0"/>
                    <a:pt x="14" y="1"/>
                  </a:cubicBezTo>
                  <a:cubicBezTo>
                    <a:pt x="18" y="1"/>
                    <a:pt x="22" y="3"/>
                    <a:pt x="26" y="4"/>
                  </a:cubicBezTo>
                  <a:cubicBezTo>
                    <a:pt x="32" y="5"/>
                    <a:pt x="37" y="4"/>
                    <a:pt x="43" y="3"/>
                  </a:cubicBezTo>
                  <a:cubicBezTo>
                    <a:pt x="39" y="3"/>
                    <a:pt x="36" y="6"/>
                    <a:pt x="33" y="7"/>
                  </a:cubicBezTo>
                  <a:cubicBezTo>
                    <a:pt x="29" y="9"/>
                    <a:pt x="26" y="8"/>
                    <a:pt x="21" y="7"/>
                  </a:cubicBezTo>
                  <a:cubicBezTo>
                    <a:pt x="17" y="7"/>
                    <a:pt x="3" y="4"/>
                    <a:pt x="2" y="10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3" name="Freeform 336">
              <a:extLst>
                <a:ext uri="{FF2B5EF4-FFF2-40B4-BE49-F238E27FC236}">
                  <a16:creationId xmlns:a16="http://schemas.microsoft.com/office/drawing/2014/main" id="{4A20DA31-A0A2-482E-8842-32527BDF9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301"/>
              <a:ext cx="95" cy="51"/>
            </a:xfrm>
            <a:custGeom>
              <a:avLst/>
              <a:gdLst>
                <a:gd name="T0" fmla="*/ 0 w 38"/>
                <a:gd name="T1" fmla="*/ 150 h 19"/>
                <a:gd name="T2" fmla="*/ 283 w 38"/>
                <a:gd name="T3" fmla="*/ 56 h 19"/>
                <a:gd name="T4" fmla="*/ 595 w 38"/>
                <a:gd name="T5" fmla="*/ 368 h 19"/>
                <a:gd name="T6" fmla="*/ 50 w 38"/>
                <a:gd name="T7" fmla="*/ 13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8"/>
                  </a:moveTo>
                  <a:cubicBezTo>
                    <a:pt x="2" y="2"/>
                    <a:pt x="13" y="2"/>
                    <a:pt x="18" y="3"/>
                  </a:cubicBezTo>
                  <a:cubicBezTo>
                    <a:pt x="26" y="6"/>
                    <a:pt x="34" y="11"/>
                    <a:pt x="38" y="19"/>
                  </a:cubicBezTo>
                  <a:cubicBezTo>
                    <a:pt x="29" y="11"/>
                    <a:pt x="15" y="0"/>
                    <a:pt x="3" y="7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4" name="Freeform 337">
              <a:extLst>
                <a:ext uri="{FF2B5EF4-FFF2-40B4-BE49-F238E27FC236}">
                  <a16:creationId xmlns:a16="http://schemas.microsoft.com/office/drawing/2014/main" id="{C119A987-C74D-431C-BE9F-4469556F2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285"/>
              <a:ext cx="25" cy="110"/>
            </a:xfrm>
            <a:custGeom>
              <a:avLst/>
              <a:gdLst>
                <a:gd name="T0" fmla="*/ 158 w 10"/>
                <a:gd name="T1" fmla="*/ 0 h 41"/>
                <a:gd name="T2" fmla="*/ 20 w 10"/>
                <a:gd name="T3" fmla="*/ 252 h 41"/>
                <a:gd name="T4" fmla="*/ 83 w 10"/>
                <a:gd name="T5" fmla="*/ 461 h 41"/>
                <a:gd name="T6" fmla="*/ 83 w 10"/>
                <a:gd name="T7" fmla="*/ 791 h 41"/>
                <a:gd name="T8" fmla="*/ 125 w 10"/>
                <a:gd name="T9" fmla="*/ 539 h 41"/>
                <a:gd name="T10" fmla="*/ 95 w 10"/>
                <a:gd name="T11" fmla="*/ 309 h 41"/>
                <a:gd name="T12" fmla="*/ 158 w 10"/>
                <a:gd name="T13" fmla="*/ 3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1">
                  <a:moveTo>
                    <a:pt x="10" y="0"/>
                  </a:moveTo>
                  <a:cubicBezTo>
                    <a:pt x="4" y="1"/>
                    <a:pt x="0" y="8"/>
                    <a:pt x="1" y="13"/>
                  </a:cubicBezTo>
                  <a:cubicBezTo>
                    <a:pt x="2" y="17"/>
                    <a:pt x="4" y="21"/>
                    <a:pt x="5" y="24"/>
                  </a:cubicBezTo>
                  <a:cubicBezTo>
                    <a:pt x="7" y="30"/>
                    <a:pt x="5" y="36"/>
                    <a:pt x="5" y="41"/>
                  </a:cubicBezTo>
                  <a:cubicBezTo>
                    <a:pt x="6" y="37"/>
                    <a:pt x="8" y="33"/>
                    <a:pt x="8" y="28"/>
                  </a:cubicBezTo>
                  <a:cubicBezTo>
                    <a:pt x="8" y="24"/>
                    <a:pt x="6" y="20"/>
                    <a:pt x="6" y="16"/>
                  </a:cubicBezTo>
                  <a:cubicBezTo>
                    <a:pt x="5" y="12"/>
                    <a:pt x="5" y="4"/>
                    <a:pt x="10" y="2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5" name="Freeform 338">
              <a:extLst>
                <a:ext uri="{FF2B5EF4-FFF2-40B4-BE49-F238E27FC236}">
                  <a16:creationId xmlns:a16="http://schemas.microsoft.com/office/drawing/2014/main" id="{B9EDE291-AE10-4C9A-B08E-533095F3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397"/>
              <a:ext cx="95" cy="43"/>
            </a:xfrm>
            <a:custGeom>
              <a:avLst/>
              <a:gdLst>
                <a:gd name="T0" fmla="*/ 20 w 38"/>
                <a:gd name="T1" fmla="*/ 274 h 16"/>
                <a:gd name="T2" fmla="*/ 250 w 38"/>
                <a:gd name="T3" fmla="*/ 81 h 16"/>
                <a:gd name="T4" fmla="*/ 595 w 38"/>
                <a:gd name="T5" fmla="*/ 253 h 16"/>
                <a:gd name="T6" fmla="*/ 250 w 38"/>
                <a:gd name="T7" fmla="*/ 175 h 16"/>
                <a:gd name="T8" fmla="*/ 20 w 38"/>
                <a:gd name="T9" fmla="*/ 21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6">
                  <a:moveTo>
                    <a:pt x="1" y="14"/>
                  </a:moveTo>
                  <a:cubicBezTo>
                    <a:pt x="0" y="6"/>
                    <a:pt x="9" y="0"/>
                    <a:pt x="16" y="4"/>
                  </a:cubicBezTo>
                  <a:cubicBezTo>
                    <a:pt x="22" y="8"/>
                    <a:pt x="29" y="15"/>
                    <a:pt x="38" y="13"/>
                  </a:cubicBezTo>
                  <a:cubicBezTo>
                    <a:pt x="29" y="16"/>
                    <a:pt x="24" y="13"/>
                    <a:pt x="16" y="9"/>
                  </a:cubicBezTo>
                  <a:cubicBezTo>
                    <a:pt x="11" y="6"/>
                    <a:pt x="5" y="6"/>
                    <a:pt x="1" y="11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6" name="Freeform 339">
              <a:extLst>
                <a:ext uri="{FF2B5EF4-FFF2-40B4-BE49-F238E27FC236}">
                  <a16:creationId xmlns:a16="http://schemas.microsoft.com/office/drawing/2014/main" id="{F050EFA2-3098-48D5-A5CB-854111DC3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224"/>
              <a:ext cx="35" cy="61"/>
            </a:xfrm>
            <a:custGeom>
              <a:avLst/>
              <a:gdLst>
                <a:gd name="T0" fmla="*/ 175 w 14"/>
                <a:gd name="T1" fmla="*/ 0 h 23"/>
                <a:gd name="T2" fmla="*/ 220 w 14"/>
                <a:gd name="T3" fmla="*/ 430 h 23"/>
                <a:gd name="T4" fmla="*/ 113 w 14"/>
                <a:gd name="T5" fmla="*/ 225 h 23"/>
                <a:gd name="T6" fmla="*/ 188 w 1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1" y="0"/>
                  </a:moveTo>
                  <a:cubicBezTo>
                    <a:pt x="0" y="6"/>
                    <a:pt x="1" y="21"/>
                    <a:pt x="14" y="23"/>
                  </a:cubicBezTo>
                  <a:cubicBezTo>
                    <a:pt x="10" y="21"/>
                    <a:pt x="7" y="17"/>
                    <a:pt x="7" y="12"/>
                  </a:cubicBezTo>
                  <a:cubicBezTo>
                    <a:pt x="6" y="7"/>
                    <a:pt x="9" y="3"/>
                    <a:pt x="12" y="0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7" name="Freeform 340">
              <a:extLst>
                <a:ext uri="{FF2B5EF4-FFF2-40B4-BE49-F238E27FC236}">
                  <a16:creationId xmlns:a16="http://schemas.microsoft.com/office/drawing/2014/main" id="{925C0F24-3134-40F4-9541-62BDF3CB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179"/>
              <a:ext cx="58" cy="40"/>
            </a:xfrm>
            <a:custGeom>
              <a:avLst/>
              <a:gdLst>
                <a:gd name="T0" fmla="*/ 0 w 23"/>
                <a:gd name="T1" fmla="*/ 77 h 15"/>
                <a:gd name="T2" fmla="*/ 209 w 23"/>
                <a:gd name="T3" fmla="*/ 21 h 15"/>
                <a:gd name="T4" fmla="*/ 368 w 23"/>
                <a:gd name="T5" fmla="*/ 285 h 15"/>
                <a:gd name="T6" fmla="*/ 179 w 23"/>
                <a:gd name="T7" fmla="*/ 56 h 15"/>
                <a:gd name="T8" fmla="*/ 0 w 23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0" y="4"/>
                  </a:moveTo>
                  <a:cubicBezTo>
                    <a:pt x="3" y="0"/>
                    <a:pt x="8" y="0"/>
                    <a:pt x="13" y="1"/>
                  </a:cubicBezTo>
                  <a:cubicBezTo>
                    <a:pt x="20" y="2"/>
                    <a:pt x="22" y="9"/>
                    <a:pt x="23" y="15"/>
                  </a:cubicBezTo>
                  <a:cubicBezTo>
                    <a:pt x="20" y="10"/>
                    <a:pt x="18" y="4"/>
                    <a:pt x="11" y="3"/>
                  </a:cubicBezTo>
                  <a:cubicBezTo>
                    <a:pt x="7" y="2"/>
                    <a:pt x="3" y="3"/>
                    <a:pt x="0" y="4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8" name="Freeform 341">
              <a:extLst>
                <a:ext uri="{FF2B5EF4-FFF2-40B4-BE49-F238E27FC236}">
                  <a16:creationId xmlns:a16="http://schemas.microsoft.com/office/drawing/2014/main" id="{9B88BBDC-98D8-44FD-9565-C8ADECBD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259"/>
              <a:ext cx="83" cy="32"/>
            </a:xfrm>
            <a:custGeom>
              <a:avLst/>
              <a:gdLst>
                <a:gd name="T0" fmla="*/ 0 w 33"/>
                <a:gd name="T1" fmla="*/ 227 h 12"/>
                <a:gd name="T2" fmla="*/ 526 w 33"/>
                <a:gd name="T3" fmla="*/ 136 h 12"/>
                <a:gd name="T4" fmla="*/ 0 w 3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12"/>
                  </a:moveTo>
                  <a:cubicBezTo>
                    <a:pt x="5" y="5"/>
                    <a:pt x="26" y="0"/>
                    <a:pt x="33" y="7"/>
                  </a:cubicBezTo>
                  <a:cubicBezTo>
                    <a:pt x="28" y="5"/>
                    <a:pt x="8" y="6"/>
                    <a:pt x="0" y="12"/>
                  </a:cubicBezTo>
                  <a:close/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9" name="Freeform 342">
              <a:extLst>
                <a:ext uri="{FF2B5EF4-FFF2-40B4-BE49-F238E27FC236}">
                  <a16:creationId xmlns:a16="http://schemas.microsoft.com/office/drawing/2014/main" id="{6B9DF101-CF2F-4D33-94C3-65EE90C15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376"/>
              <a:ext cx="63" cy="53"/>
            </a:xfrm>
            <a:custGeom>
              <a:avLst/>
              <a:gdLst>
                <a:gd name="T0" fmla="*/ 0 w 25"/>
                <a:gd name="T1" fmla="*/ 371 h 20"/>
                <a:gd name="T2" fmla="*/ 126 w 25"/>
                <a:gd name="T3" fmla="*/ 77 h 20"/>
                <a:gd name="T4" fmla="*/ 222 w 25"/>
                <a:gd name="T5" fmla="*/ 0 h 20"/>
                <a:gd name="T6" fmla="*/ 401 w 25"/>
                <a:gd name="T7" fmla="*/ 56 h 20"/>
                <a:gd name="T8" fmla="*/ 179 w 25"/>
                <a:gd name="T9" fmla="*/ 111 h 20"/>
                <a:gd name="T10" fmla="*/ 126 w 25"/>
                <a:gd name="T11" fmla="*/ 239 h 20"/>
                <a:gd name="T12" fmla="*/ 20 w 25"/>
                <a:gd name="T13" fmla="*/ 37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0">
                  <a:moveTo>
                    <a:pt x="0" y="20"/>
                  </a:moveTo>
                  <a:cubicBezTo>
                    <a:pt x="5" y="17"/>
                    <a:pt x="5" y="9"/>
                    <a:pt x="8" y="4"/>
                  </a:cubicBezTo>
                  <a:cubicBezTo>
                    <a:pt x="9" y="2"/>
                    <a:pt x="12" y="1"/>
                    <a:pt x="14" y="0"/>
                  </a:cubicBezTo>
                  <a:cubicBezTo>
                    <a:pt x="19" y="0"/>
                    <a:pt x="21" y="1"/>
                    <a:pt x="25" y="3"/>
                  </a:cubicBezTo>
                  <a:cubicBezTo>
                    <a:pt x="21" y="2"/>
                    <a:pt x="14" y="3"/>
                    <a:pt x="11" y="6"/>
                  </a:cubicBezTo>
                  <a:cubicBezTo>
                    <a:pt x="10" y="8"/>
                    <a:pt x="9" y="11"/>
                    <a:pt x="8" y="13"/>
                  </a:cubicBezTo>
                  <a:cubicBezTo>
                    <a:pt x="6" y="15"/>
                    <a:pt x="4" y="19"/>
                    <a:pt x="1" y="20"/>
                  </a:cubicBezTo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0" name="Freeform 343">
              <a:extLst>
                <a:ext uri="{FF2B5EF4-FFF2-40B4-BE49-F238E27FC236}">
                  <a16:creationId xmlns:a16="http://schemas.microsoft.com/office/drawing/2014/main" id="{0080FD8E-F8A4-4AF1-9D0A-9742848B0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53"/>
              <a:ext cx="120" cy="72"/>
            </a:xfrm>
            <a:custGeom>
              <a:avLst/>
              <a:gdLst>
                <a:gd name="T0" fmla="*/ 395 w 48"/>
                <a:gd name="T1" fmla="*/ 307 h 27"/>
                <a:gd name="T2" fmla="*/ 738 w 48"/>
                <a:gd name="T3" fmla="*/ 0 h 27"/>
                <a:gd name="T4" fmla="*/ 470 w 48"/>
                <a:gd name="T5" fmla="*/ 363 h 27"/>
                <a:gd name="T6" fmla="*/ 0 w 48"/>
                <a:gd name="T7" fmla="*/ 363 h 27"/>
                <a:gd name="T8" fmla="*/ 395 w 48"/>
                <a:gd name="T9" fmla="*/ 30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7">
                  <a:moveTo>
                    <a:pt x="25" y="16"/>
                  </a:moveTo>
                  <a:cubicBezTo>
                    <a:pt x="34" y="12"/>
                    <a:pt x="47" y="3"/>
                    <a:pt x="47" y="0"/>
                  </a:cubicBezTo>
                  <a:cubicBezTo>
                    <a:pt x="48" y="6"/>
                    <a:pt x="41" y="12"/>
                    <a:pt x="30" y="19"/>
                  </a:cubicBezTo>
                  <a:cubicBezTo>
                    <a:pt x="20" y="27"/>
                    <a:pt x="4" y="25"/>
                    <a:pt x="0" y="19"/>
                  </a:cubicBezTo>
                  <a:cubicBezTo>
                    <a:pt x="4" y="22"/>
                    <a:pt x="16" y="20"/>
                    <a:pt x="25" y="16"/>
                  </a:cubicBezTo>
                  <a:close/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1" name="Freeform 344">
              <a:extLst>
                <a:ext uri="{FF2B5EF4-FFF2-40B4-BE49-F238E27FC236}">
                  <a16:creationId xmlns:a16="http://schemas.microsoft.com/office/drawing/2014/main" id="{5287B88E-121F-49BA-99B6-B2D0381C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360"/>
              <a:ext cx="102" cy="56"/>
            </a:xfrm>
            <a:custGeom>
              <a:avLst/>
              <a:gdLst>
                <a:gd name="T0" fmla="*/ 30 w 41"/>
                <a:gd name="T1" fmla="*/ 21 h 21"/>
                <a:gd name="T2" fmla="*/ 154 w 41"/>
                <a:gd name="T3" fmla="*/ 192 h 21"/>
                <a:gd name="T4" fmla="*/ 308 w 41"/>
                <a:gd name="T5" fmla="*/ 341 h 21"/>
                <a:gd name="T6" fmla="*/ 537 w 41"/>
                <a:gd name="T7" fmla="*/ 21 h 21"/>
                <a:gd name="T8" fmla="*/ 478 w 41"/>
                <a:gd name="T9" fmla="*/ 171 h 21"/>
                <a:gd name="T10" fmla="*/ 308 w 41"/>
                <a:gd name="T11" fmla="*/ 205 h 21"/>
                <a:gd name="T12" fmla="*/ 137 w 41"/>
                <a:gd name="T13" fmla="*/ 21 h 21"/>
                <a:gd name="T14" fmla="*/ 0 w 41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1">
                  <a:moveTo>
                    <a:pt x="2" y="1"/>
                  </a:moveTo>
                  <a:cubicBezTo>
                    <a:pt x="6" y="1"/>
                    <a:pt x="9" y="7"/>
                    <a:pt x="10" y="10"/>
                  </a:cubicBezTo>
                  <a:cubicBezTo>
                    <a:pt x="12" y="14"/>
                    <a:pt x="15" y="17"/>
                    <a:pt x="20" y="18"/>
                  </a:cubicBezTo>
                  <a:cubicBezTo>
                    <a:pt x="29" y="21"/>
                    <a:pt x="41" y="10"/>
                    <a:pt x="35" y="1"/>
                  </a:cubicBezTo>
                  <a:cubicBezTo>
                    <a:pt x="35" y="5"/>
                    <a:pt x="34" y="7"/>
                    <a:pt x="31" y="9"/>
                  </a:cubicBezTo>
                  <a:cubicBezTo>
                    <a:pt x="28" y="13"/>
                    <a:pt x="23" y="14"/>
                    <a:pt x="20" y="11"/>
                  </a:cubicBezTo>
                  <a:cubicBezTo>
                    <a:pt x="16" y="8"/>
                    <a:pt x="14" y="3"/>
                    <a:pt x="9" y="1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2" name="Freeform 345">
              <a:extLst>
                <a:ext uri="{FF2B5EF4-FFF2-40B4-BE49-F238E27FC236}">
                  <a16:creationId xmlns:a16="http://schemas.microsoft.com/office/drawing/2014/main" id="{D61919F8-E6CE-46F8-AC42-2F0521E8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304"/>
              <a:ext cx="58" cy="131"/>
            </a:xfrm>
            <a:custGeom>
              <a:avLst/>
              <a:gdLst>
                <a:gd name="T0" fmla="*/ 242 w 23"/>
                <a:gd name="T1" fmla="*/ 0 h 49"/>
                <a:gd name="T2" fmla="*/ 318 w 23"/>
                <a:gd name="T3" fmla="*/ 671 h 49"/>
                <a:gd name="T4" fmla="*/ 0 w 23"/>
                <a:gd name="T5" fmla="*/ 842 h 49"/>
                <a:gd name="T6" fmla="*/ 272 w 23"/>
                <a:gd name="T7" fmla="*/ 615 h 49"/>
                <a:gd name="T8" fmla="*/ 242 w 23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9">
                  <a:moveTo>
                    <a:pt x="15" y="0"/>
                  </a:moveTo>
                  <a:cubicBezTo>
                    <a:pt x="21" y="7"/>
                    <a:pt x="23" y="21"/>
                    <a:pt x="20" y="35"/>
                  </a:cubicBezTo>
                  <a:cubicBezTo>
                    <a:pt x="18" y="49"/>
                    <a:pt x="4" y="48"/>
                    <a:pt x="0" y="44"/>
                  </a:cubicBezTo>
                  <a:cubicBezTo>
                    <a:pt x="4" y="46"/>
                    <a:pt x="16" y="41"/>
                    <a:pt x="17" y="32"/>
                  </a:cubicBezTo>
                  <a:cubicBezTo>
                    <a:pt x="18" y="24"/>
                    <a:pt x="20" y="7"/>
                    <a:pt x="15" y="0"/>
                  </a:cubicBezTo>
                  <a:close/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3" name="Freeform 346">
              <a:extLst>
                <a:ext uri="{FF2B5EF4-FFF2-40B4-BE49-F238E27FC236}">
                  <a16:creationId xmlns:a16="http://schemas.microsoft.com/office/drawing/2014/main" id="{9691BC18-D586-4D25-B547-ED147647A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400"/>
              <a:ext cx="135" cy="96"/>
            </a:xfrm>
            <a:custGeom>
              <a:avLst/>
              <a:gdLst>
                <a:gd name="T0" fmla="*/ 0 w 54"/>
                <a:gd name="T1" fmla="*/ 491 h 36"/>
                <a:gd name="T2" fmla="*/ 250 w 54"/>
                <a:gd name="T3" fmla="*/ 627 h 36"/>
                <a:gd name="T4" fmla="*/ 500 w 54"/>
                <a:gd name="T5" fmla="*/ 419 h 36"/>
                <a:gd name="T6" fmla="*/ 770 w 54"/>
                <a:gd name="T7" fmla="*/ 341 h 36"/>
                <a:gd name="T8" fmla="*/ 813 w 54"/>
                <a:gd name="T9" fmla="*/ 0 h 36"/>
                <a:gd name="T10" fmla="*/ 658 w 54"/>
                <a:gd name="T11" fmla="*/ 264 h 36"/>
                <a:gd name="T12" fmla="*/ 345 w 54"/>
                <a:gd name="T13" fmla="*/ 419 h 36"/>
                <a:gd name="T14" fmla="*/ 0 w 54"/>
                <a:gd name="T15" fmla="*/ 49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6">
                  <a:moveTo>
                    <a:pt x="0" y="26"/>
                  </a:moveTo>
                  <a:cubicBezTo>
                    <a:pt x="4" y="32"/>
                    <a:pt x="10" y="36"/>
                    <a:pt x="16" y="33"/>
                  </a:cubicBezTo>
                  <a:cubicBezTo>
                    <a:pt x="23" y="29"/>
                    <a:pt x="26" y="24"/>
                    <a:pt x="32" y="22"/>
                  </a:cubicBezTo>
                  <a:cubicBezTo>
                    <a:pt x="37" y="21"/>
                    <a:pt x="44" y="20"/>
                    <a:pt x="49" y="18"/>
                  </a:cubicBezTo>
                  <a:cubicBezTo>
                    <a:pt x="53" y="15"/>
                    <a:pt x="54" y="9"/>
                    <a:pt x="52" y="0"/>
                  </a:cubicBezTo>
                  <a:cubicBezTo>
                    <a:pt x="53" y="6"/>
                    <a:pt x="51" y="12"/>
                    <a:pt x="42" y="14"/>
                  </a:cubicBezTo>
                  <a:cubicBezTo>
                    <a:pt x="34" y="16"/>
                    <a:pt x="25" y="17"/>
                    <a:pt x="22" y="22"/>
                  </a:cubicBezTo>
                  <a:cubicBezTo>
                    <a:pt x="19" y="26"/>
                    <a:pt x="9" y="35"/>
                    <a:pt x="0" y="26"/>
                  </a:cubicBezTo>
                  <a:close/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4" name="Freeform 347">
              <a:extLst>
                <a:ext uri="{FF2B5EF4-FFF2-40B4-BE49-F238E27FC236}">
                  <a16:creationId xmlns:a16="http://schemas.microsoft.com/office/drawing/2014/main" id="{C75A6242-494D-44FC-A4FA-39D3BBC3B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301"/>
              <a:ext cx="93" cy="64"/>
            </a:xfrm>
            <a:custGeom>
              <a:avLst/>
              <a:gdLst>
                <a:gd name="T0" fmla="*/ 63 w 37"/>
                <a:gd name="T1" fmla="*/ 93 h 24"/>
                <a:gd name="T2" fmla="*/ 96 w 37"/>
                <a:gd name="T3" fmla="*/ 363 h 24"/>
                <a:gd name="T4" fmla="*/ 96 w 37"/>
                <a:gd name="T5" fmla="*/ 456 h 24"/>
                <a:gd name="T6" fmla="*/ 209 w 37"/>
                <a:gd name="T7" fmla="*/ 456 h 24"/>
                <a:gd name="T8" fmla="*/ 241 w 37"/>
                <a:gd name="T9" fmla="*/ 320 h 24"/>
                <a:gd name="T10" fmla="*/ 347 w 37"/>
                <a:gd name="T11" fmla="*/ 227 h 24"/>
                <a:gd name="T12" fmla="*/ 493 w 37"/>
                <a:gd name="T13" fmla="*/ 192 h 24"/>
                <a:gd name="T14" fmla="*/ 588 w 37"/>
                <a:gd name="T15" fmla="*/ 0 h 24"/>
                <a:gd name="T16" fmla="*/ 475 w 37"/>
                <a:gd name="T17" fmla="*/ 136 h 24"/>
                <a:gd name="T18" fmla="*/ 304 w 37"/>
                <a:gd name="T19" fmla="*/ 149 h 24"/>
                <a:gd name="T20" fmla="*/ 146 w 37"/>
                <a:gd name="T21" fmla="*/ 149 h 24"/>
                <a:gd name="T22" fmla="*/ 0 w 37"/>
                <a:gd name="T23" fmla="*/ 21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24">
                  <a:moveTo>
                    <a:pt x="4" y="5"/>
                  </a:moveTo>
                  <a:cubicBezTo>
                    <a:pt x="5" y="9"/>
                    <a:pt x="6" y="15"/>
                    <a:pt x="6" y="19"/>
                  </a:cubicBezTo>
                  <a:cubicBezTo>
                    <a:pt x="6" y="20"/>
                    <a:pt x="6" y="23"/>
                    <a:pt x="6" y="24"/>
                  </a:cubicBezTo>
                  <a:cubicBezTo>
                    <a:pt x="7" y="24"/>
                    <a:pt x="12" y="24"/>
                    <a:pt x="13" y="24"/>
                  </a:cubicBezTo>
                  <a:cubicBezTo>
                    <a:pt x="14" y="23"/>
                    <a:pt x="14" y="20"/>
                    <a:pt x="15" y="17"/>
                  </a:cubicBezTo>
                  <a:cubicBezTo>
                    <a:pt x="16" y="14"/>
                    <a:pt x="18" y="13"/>
                    <a:pt x="22" y="12"/>
                  </a:cubicBezTo>
                  <a:cubicBezTo>
                    <a:pt x="25" y="12"/>
                    <a:pt x="28" y="12"/>
                    <a:pt x="31" y="10"/>
                  </a:cubicBezTo>
                  <a:cubicBezTo>
                    <a:pt x="35" y="8"/>
                    <a:pt x="36" y="4"/>
                    <a:pt x="37" y="0"/>
                  </a:cubicBezTo>
                  <a:cubicBezTo>
                    <a:pt x="36" y="3"/>
                    <a:pt x="34" y="5"/>
                    <a:pt x="30" y="7"/>
                  </a:cubicBezTo>
                  <a:cubicBezTo>
                    <a:pt x="26" y="8"/>
                    <a:pt x="23" y="7"/>
                    <a:pt x="19" y="8"/>
                  </a:cubicBezTo>
                  <a:cubicBezTo>
                    <a:pt x="15" y="9"/>
                    <a:pt x="14" y="10"/>
                    <a:pt x="9" y="8"/>
                  </a:cubicBezTo>
                  <a:cubicBezTo>
                    <a:pt x="6" y="6"/>
                    <a:pt x="2" y="4"/>
                    <a:pt x="0" y="1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5" name="Freeform 348">
              <a:extLst>
                <a:ext uri="{FF2B5EF4-FFF2-40B4-BE49-F238E27FC236}">
                  <a16:creationId xmlns:a16="http://schemas.microsoft.com/office/drawing/2014/main" id="{5A00C743-0BE9-4CEB-B34A-7777E66FD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205"/>
              <a:ext cx="63" cy="72"/>
            </a:xfrm>
            <a:custGeom>
              <a:avLst/>
              <a:gdLst>
                <a:gd name="T0" fmla="*/ 20 w 25"/>
                <a:gd name="T1" fmla="*/ 456 h 27"/>
                <a:gd name="T2" fmla="*/ 96 w 25"/>
                <a:gd name="T3" fmla="*/ 456 h 27"/>
                <a:gd name="T4" fmla="*/ 242 w 25"/>
                <a:gd name="T5" fmla="*/ 376 h 27"/>
                <a:gd name="T6" fmla="*/ 350 w 25"/>
                <a:gd name="T7" fmla="*/ 341 h 27"/>
                <a:gd name="T8" fmla="*/ 381 w 25"/>
                <a:gd name="T9" fmla="*/ 171 h 27"/>
                <a:gd name="T10" fmla="*/ 338 w 25"/>
                <a:gd name="T11" fmla="*/ 285 h 27"/>
                <a:gd name="T12" fmla="*/ 222 w 25"/>
                <a:gd name="T13" fmla="*/ 205 h 27"/>
                <a:gd name="T14" fmla="*/ 113 w 25"/>
                <a:gd name="T15" fmla="*/ 56 h 27"/>
                <a:gd name="T16" fmla="*/ 33 w 25"/>
                <a:gd name="T17" fmla="*/ 0 h 27"/>
                <a:gd name="T18" fmla="*/ 0 w 25"/>
                <a:gd name="T19" fmla="*/ 397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7">
                  <a:moveTo>
                    <a:pt x="1" y="24"/>
                  </a:moveTo>
                  <a:cubicBezTo>
                    <a:pt x="3" y="27"/>
                    <a:pt x="3" y="26"/>
                    <a:pt x="6" y="24"/>
                  </a:cubicBezTo>
                  <a:cubicBezTo>
                    <a:pt x="8" y="22"/>
                    <a:pt x="11" y="21"/>
                    <a:pt x="15" y="20"/>
                  </a:cubicBezTo>
                  <a:cubicBezTo>
                    <a:pt x="17" y="20"/>
                    <a:pt x="20" y="20"/>
                    <a:pt x="22" y="18"/>
                  </a:cubicBezTo>
                  <a:cubicBezTo>
                    <a:pt x="25" y="17"/>
                    <a:pt x="24" y="12"/>
                    <a:pt x="24" y="9"/>
                  </a:cubicBezTo>
                  <a:cubicBezTo>
                    <a:pt x="23" y="11"/>
                    <a:pt x="23" y="14"/>
                    <a:pt x="21" y="15"/>
                  </a:cubicBezTo>
                  <a:cubicBezTo>
                    <a:pt x="17" y="18"/>
                    <a:pt x="16" y="14"/>
                    <a:pt x="14" y="11"/>
                  </a:cubicBezTo>
                  <a:cubicBezTo>
                    <a:pt x="13" y="8"/>
                    <a:pt x="10" y="4"/>
                    <a:pt x="7" y="3"/>
                  </a:cubicBezTo>
                  <a:cubicBezTo>
                    <a:pt x="6" y="2"/>
                    <a:pt x="3" y="1"/>
                    <a:pt x="2" y="0"/>
                  </a:cubicBezTo>
                  <a:cubicBezTo>
                    <a:pt x="6" y="4"/>
                    <a:pt x="6" y="19"/>
                    <a:pt x="0" y="21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6" name="Freeform 349">
              <a:extLst>
                <a:ext uri="{FF2B5EF4-FFF2-40B4-BE49-F238E27FC236}">
                  <a16:creationId xmlns:a16="http://schemas.microsoft.com/office/drawing/2014/main" id="{9DE92CAD-E058-4A9C-A25C-8536B0F3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211"/>
              <a:ext cx="93" cy="80"/>
            </a:xfrm>
            <a:custGeom>
              <a:avLst/>
              <a:gdLst>
                <a:gd name="T0" fmla="*/ 0 w 37"/>
                <a:gd name="T1" fmla="*/ 533 h 30"/>
                <a:gd name="T2" fmla="*/ 209 w 37"/>
                <a:gd name="T3" fmla="*/ 397 h 30"/>
                <a:gd name="T4" fmla="*/ 410 w 37"/>
                <a:gd name="T5" fmla="*/ 363 h 30"/>
                <a:gd name="T6" fmla="*/ 555 w 37"/>
                <a:gd name="T7" fmla="*/ 264 h 30"/>
                <a:gd name="T8" fmla="*/ 525 w 37"/>
                <a:gd name="T9" fmla="*/ 0 h 30"/>
                <a:gd name="T10" fmla="*/ 380 w 37"/>
                <a:gd name="T11" fmla="*/ 264 h 30"/>
                <a:gd name="T12" fmla="*/ 176 w 37"/>
                <a:gd name="T13" fmla="*/ 307 h 30"/>
                <a:gd name="T14" fmla="*/ 33 w 37"/>
                <a:gd name="T15" fmla="*/ 49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0">
                  <a:moveTo>
                    <a:pt x="0" y="28"/>
                  </a:moveTo>
                  <a:cubicBezTo>
                    <a:pt x="4" y="30"/>
                    <a:pt x="9" y="22"/>
                    <a:pt x="13" y="21"/>
                  </a:cubicBezTo>
                  <a:cubicBezTo>
                    <a:pt x="17" y="19"/>
                    <a:pt x="22" y="20"/>
                    <a:pt x="26" y="19"/>
                  </a:cubicBezTo>
                  <a:cubicBezTo>
                    <a:pt x="30" y="19"/>
                    <a:pt x="33" y="18"/>
                    <a:pt x="35" y="14"/>
                  </a:cubicBezTo>
                  <a:cubicBezTo>
                    <a:pt x="37" y="10"/>
                    <a:pt x="37" y="3"/>
                    <a:pt x="33" y="0"/>
                  </a:cubicBezTo>
                  <a:cubicBezTo>
                    <a:pt x="36" y="9"/>
                    <a:pt x="33" y="15"/>
                    <a:pt x="24" y="14"/>
                  </a:cubicBezTo>
                  <a:cubicBezTo>
                    <a:pt x="18" y="14"/>
                    <a:pt x="15" y="13"/>
                    <a:pt x="11" y="16"/>
                  </a:cubicBezTo>
                  <a:cubicBezTo>
                    <a:pt x="7" y="19"/>
                    <a:pt x="6" y="24"/>
                    <a:pt x="2" y="26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7" name="Freeform 350">
              <a:extLst>
                <a:ext uri="{FF2B5EF4-FFF2-40B4-BE49-F238E27FC236}">
                  <a16:creationId xmlns:a16="http://schemas.microsoft.com/office/drawing/2014/main" id="{9B3DBA94-F7E3-4A35-8F7C-A1EA5A663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147"/>
              <a:ext cx="75" cy="58"/>
            </a:xfrm>
            <a:custGeom>
              <a:avLst/>
              <a:gdLst>
                <a:gd name="T0" fmla="*/ 0 w 30"/>
                <a:gd name="T1" fmla="*/ 403 h 22"/>
                <a:gd name="T2" fmla="*/ 345 w 30"/>
                <a:gd name="T3" fmla="*/ 293 h 22"/>
                <a:gd name="T4" fmla="*/ 438 w 30"/>
                <a:gd name="T5" fmla="*/ 200 h 22"/>
                <a:gd name="T6" fmla="*/ 470 w 30"/>
                <a:gd name="T7" fmla="*/ 0 h 22"/>
                <a:gd name="T8" fmla="*/ 283 w 30"/>
                <a:gd name="T9" fmla="*/ 237 h 22"/>
                <a:gd name="T10" fmla="*/ 145 w 30"/>
                <a:gd name="T11" fmla="*/ 348 h 22"/>
                <a:gd name="T12" fmla="*/ 0 w 30"/>
                <a:gd name="T13" fmla="*/ 40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2">
                  <a:moveTo>
                    <a:pt x="0" y="22"/>
                  </a:moveTo>
                  <a:cubicBezTo>
                    <a:pt x="7" y="22"/>
                    <a:pt x="16" y="20"/>
                    <a:pt x="22" y="16"/>
                  </a:cubicBezTo>
                  <a:cubicBezTo>
                    <a:pt x="24" y="14"/>
                    <a:pt x="26" y="13"/>
                    <a:pt x="28" y="11"/>
                  </a:cubicBezTo>
                  <a:cubicBezTo>
                    <a:pt x="30" y="7"/>
                    <a:pt x="30" y="4"/>
                    <a:pt x="30" y="0"/>
                  </a:cubicBezTo>
                  <a:cubicBezTo>
                    <a:pt x="29" y="7"/>
                    <a:pt x="25" y="10"/>
                    <a:pt x="18" y="13"/>
                  </a:cubicBezTo>
                  <a:cubicBezTo>
                    <a:pt x="15" y="15"/>
                    <a:pt x="12" y="17"/>
                    <a:pt x="9" y="19"/>
                  </a:cubicBezTo>
                  <a:cubicBezTo>
                    <a:pt x="5" y="21"/>
                    <a:pt x="5" y="21"/>
                    <a:pt x="0" y="22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8" name="Freeform 351">
              <a:extLst>
                <a:ext uri="{FF2B5EF4-FFF2-40B4-BE49-F238E27FC236}">
                  <a16:creationId xmlns:a16="http://schemas.microsoft.com/office/drawing/2014/main" id="{4F9BCBD9-7A4C-4338-86CB-F5999921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032"/>
              <a:ext cx="32" cy="91"/>
            </a:xfrm>
            <a:custGeom>
              <a:avLst/>
              <a:gdLst>
                <a:gd name="T0" fmla="*/ 30 w 13"/>
                <a:gd name="T1" fmla="*/ 0 h 34"/>
                <a:gd name="T2" fmla="*/ 194 w 13"/>
                <a:gd name="T3" fmla="*/ 423 h 34"/>
                <a:gd name="T4" fmla="*/ 153 w 13"/>
                <a:gd name="T5" fmla="*/ 594 h 34"/>
                <a:gd name="T6" fmla="*/ 0 w 13"/>
                <a:gd name="T7" fmla="*/ 594 h 34"/>
                <a:gd name="T8" fmla="*/ 121 w 13"/>
                <a:gd name="T9" fmla="*/ 367 h 34"/>
                <a:gd name="T10" fmla="*/ 30 w 13"/>
                <a:gd name="T11" fmla="*/ 2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4">
                  <a:moveTo>
                    <a:pt x="2" y="0"/>
                  </a:moveTo>
                  <a:cubicBezTo>
                    <a:pt x="7" y="7"/>
                    <a:pt x="12" y="12"/>
                    <a:pt x="13" y="22"/>
                  </a:cubicBezTo>
                  <a:cubicBezTo>
                    <a:pt x="13" y="25"/>
                    <a:pt x="13" y="29"/>
                    <a:pt x="10" y="31"/>
                  </a:cubicBezTo>
                  <a:cubicBezTo>
                    <a:pt x="8" y="34"/>
                    <a:pt x="2" y="34"/>
                    <a:pt x="0" y="31"/>
                  </a:cubicBezTo>
                  <a:cubicBezTo>
                    <a:pt x="5" y="33"/>
                    <a:pt x="9" y="23"/>
                    <a:pt x="8" y="19"/>
                  </a:cubicBezTo>
                  <a:cubicBezTo>
                    <a:pt x="8" y="15"/>
                    <a:pt x="5" y="5"/>
                    <a:pt x="2" y="1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9" name="Freeform 352">
              <a:extLst>
                <a:ext uri="{FF2B5EF4-FFF2-40B4-BE49-F238E27FC236}">
                  <a16:creationId xmlns:a16="http://schemas.microsoft.com/office/drawing/2014/main" id="{8D52D5C9-8AAF-44B2-9B8A-54C1D390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195"/>
              <a:ext cx="63" cy="40"/>
            </a:xfrm>
            <a:custGeom>
              <a:avLst/>
              <a:gdLst>
                <a:gd name="T0" fmla="*/ 0 w 25"/>
                <a:gd name="T1" fmla="*/ 35 h 15"/>
                <a:gd name="T2" fmla="*/ 0 w 25"/>
                <a:gd name="T3" fmla="*/ 264 h 15"/>
                <a:gd name="T4" fmla="*/ 146 w 25"/>
                <a:gd name="T5" fmla="*/ 264 h 15"/>
                <a:gd name="T6" fmla="*/ 272 w 25"/>
                <a:gd name="T7" fmla="*/ 149 h 15"/>
                <a:gd name="T8" fmla="*/ 401 w 25"/>
                <a:gd name="T9" fmla="*/ 77 h 15"/>
                <a:gd name="T10" fmla="*/ 272 w 25"/>
                <a:gd name="T11" fmla="*/ 21 h 15"/>
                <a:gd name="T12" fmla="*/ 179 w 25"/>
                <a:gd name="T13" fmla="*/ 149 h 15"/>
                <a:gd name="T14" fmla="*/ 0 w 25"/>
                <a:gd name="T15" fmla="*/ 21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5">
                  <a:moveTo>
                    <a:pt x="0" y="2"/>
                  </a:moveTo>
                  <a:cubicBezTo>
                    <a:pt x="1" y="5"/>
                    <a:pt x="1" y="10"/>
                    <a:pt x="0" y="14"/>
                  </a:cubicBezTo>
                  <a:cubicBezTo>
                    <a:pt x="3" y="14"/>
                    <a:pt x="6" y="15"/>
                    <a:pt x="9" y="14"/>
                  </a:cubicBezTo>
                  <a:cubicBezTo>
                    <a:pt x="12" y="13"/>
                    <a:pt x="14" y="10"/>
                    <a:pt x="17" y="8"/>
                  </a:cubicBezTo>
                  <a:cubicBezTo>
                    <a:pt x="18" y="7"/>
                    <a:pt x="25" y="6"/>
                    <a:pt x="25" y="4"/>
                  </a:cubicBezTo>
                  <a:cubicBezTo>
                    <a:pt x="25" y="3"/>
                    <a:pt x="18" y="0"/>
                    <a:pt x="17" y="1"/>
                  </a:cubicBezTo>
                  <a:cubicBezTo>
                    <a:pt x="19" y="3"/>
                    <a:pt x="13" y="7"/>
                    <a:pt x="11" y="8"/>
                  </a:cubicBezTo>
                  <a:cubicBezTo>
                    <a:pt x="7" y="8"/>
                    <a:pt x="2" y="3"/>
                    <a:pt x="0" y="1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0" name="Freeform 353">
              <a:extLst>
                <a:ext uri="{FF2B5EF4-FFF2-40B4-BE49-F238E27FC236}">
                  <a16:creationId xmlns:a16="http://schemas.microsoft.com/office/drawing/2014/main" id="{1AFB7890-02A5-4272-83AA-2B7A8122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104"/>
              <a:ext cx="78" cy="83"/>
            </a:xfrm>
            <a:custGeom>
              <a:avLst/>
              <a:gdLst>
                <a:gd name="T0" fmla="*/ 0 w 31"/>
                <a:gd name="T1" fmla="*/ 329 h 31"/>
                <a:gd name="T2" fmla="*/ 33 w 31"/>
                <a:gd name="T3" fmla="*/ 444 h 31"/>
                <a:gd name="T4" fmla="*/ 284 w 31"/>
                <a:gd name="T5" fmla="*/ 479 h 31"/>
                <a:gd name="T6" fmla="*/ 347 w 31"/>
                <a:gd name="T7" fmla="*/ 594 h 31"/>
                <a:gd name="T8" fmla="*/ 400 w 31"/>
                <a:gd name="T9" fmla="*/ 573 h 31"/>
                <a:gd name="T10" fmla="*/ 493 w 31"/>
                <a:gd name="T11" fmla="*/ 517 h 31"/>
                <a:gd name="T12" fmla="*/ 367 w 31"/>
                <a:gd name="T13" fmla="*/ 209 h 31"/>
                <a:gd name="T14" fmla="*/ 380 w 31"/>
                <a:gd name="T15" fmla="*/ 35 h 31"/>
                <a:gd name="T16" fmla="*/ 209 w 31"/>
                <a:gd name="T17" fmla="*/ 0 h 31"/>
                <a:gd name="T18" fmla="*/ 254 w 31"/>
                <a:gd name="T19" fmla="*/ 286 h 31"/>
                <a:gd name="T20" fmla="*/ 20 w 31"/>
                <a:gd name="T21" fmla="*/ 329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1">
                  <a:moveTo>
                    <a:pt x="0" y="17"/>
                  </a:moveTo>
                  <a:cubicBezTo>
                    <a:pt x="1" y="19"/>
                    <a:pt x="1" y="21"/>
                    <a:pt x="2" y="23"/>
                  </a:cubicBezTo>
                  <a:cubicBezTo>
                    <a:pt x="8" y="22"/>
                    <a:pt x="14" y="21"/>
                    <a:pt x="18" y="25"/>
                  </a:cubicBezTo>
                  <a:cubicBezTo>
                    <a:pt x="19" y="26"/>
                    <a:pt x="21" y="31"/>
                    <a:pt x="22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7" y="28"/>
                    <a:pt x="29" y="28"/>
                    <a:pt x="31" y="27"/>
                  </a:cubicBezTo>
                  <a:cubicBezTo>
                    <a:pt x="24" y="25"/>
                    <a:pt x="22" y="18"/>
                    <a:pt x="23" y="11"/>
                  </a:cubicBezTo>
                  <a:cubicBezTo>
                    <a:pt x="24" y="8"/>
                    <a:pt x="26" y="5"/>
                    <a:pt x="24" y="2"/>
                  </a:cubicBezTo>
                  <a:cubicBezTo>
                    <a:pt x="21" y="0"/>
                    <a:pt x="16" y="0"/>
                    <a:pt x="13" y="0"/>
                  </a:cubicBezTo>
                  <a:cubicBezTo>
                    <a:pt x="16" y="3"/>
                    <a:pt x="19" y="11"/>
                    <a:pt x="16" y="15"/>
                  </a:cubicBezTo>
                  <a:cubicBezTo>
                    <a:pt x="12" y="20"/>
                    <a:pt x="6" y="17"/>
                    <a:pt x="1" y="17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1" name="Freeform 354">
              <a:extLst>
                <a:ext uri="{FF2B5EF4-FFF2-40B4-BE49-F238E27FC236}">
                  <a16:creationId xmlns:a16="http://schemas.microsoft.com/office/drawing/2014/main" id="{568B7E5C-BD67-4EFA-B073-AAF30BCF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208"/>
              <a:ext cx="47" cy="107"/>
            </a:xfrm>
            <a:custGeom>
              <a:avLst/>
              <a:gdLst>
                <a:gd name="T0" fmla="*/ 275 w 19"/>
                <a:gd name="T1" fmla="*/ 0 h 40"/>
                <a:gd name="T2" fmla="*/ 228 w 19"/>
                <a:gd name="T3" fmla="*/ 230 h 40"/>
                <a:gd name="T4" fmla="*/ 104 w 19"/>
                <a:gd name="T5" fmla="*/ 444 h 40"/>
                <a:gd name="T6" fmla="*/ 104 w 19"/>
                <a:gd name="T7" fmla="*/ 559 h 40"/>
                <a:gd name="T8" fmla="*/ 121 w 19"/>
                <a:gd name="T9" fmla="*/ 687 h 40"/>
                <a:gd name="T10" fmla="*/ 0 w 19"/>
                <a:gd name="T11" fmla="*/ 730 h 40"/>
                <a:gd name="T12" fmla="*/ 62 w 19"/>
                <a:gd name="T13" fmla="*/ 615 h 40"/>
                <a:gd name="T14" fmla="*/ 30 w 19"/>
                <a:gd name="T15" fmla="*/ 364 h 40"/>
                <a:gd name="T16" fmla="*/ 183 w 19"/>
                <a:gd name="T17" fmla="*/ 193 h 40"/>
                <a:gd name="T18" fmla="*/ 275 w 19"/>
                <a:gd name="T19" fmla="*/ 2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0">
                  <a:moveTo>
                    <a:pt x="18" y="0"/>
                  </a:moveTo>
                  <a:cubicBezTo>
                    <a:pt x="19" y="6"/>
                    <a:pt x="18" y="8"/>
                    <a:pt x="15" y="12"/>
                  </a:cubicBezTo>
                  <a:cubicBezTo>
                    <a:pt x="11" y="15"/>
                    <a:pt x="9" y="18"/>
                    <a:pt x="7" y="23"/>
                  </a:cubicBezTo>
                  <a:cubicBezTo>
                    <a:pt x="7" y="25"/>
                    <a:pt x="7" y="27"/>
                    <a:pt x="7" y="29"/>
                  </a:cubicBezTo>
                  <a:cubicBezTo>
                    <a:pt x="7" y="31"/>
                    <a:pt x="9" y="34"/>
                    <a:pt x="8" y="36"/>
                  </a:cubicBezTo>
                  <a:cubicBezTo>
                    <a:pt x="7" y="40"/>
                    <a:pt x="3" y="39"/>
                    <a:pt x="0" y="38"/>
                  </a:cubicBezTo>
                  <a:cubicBezTo>
                    <a:pt x="3" y="38"/>
                    <a:pt x="4" y="35"/>
                    <a:pt x="4" y="32"/>
                  </a:cubicBezTo>
                  <a:cubicBezTo>
                    <a:pt x="2" y="27"/>
                    <a:pt x="0" y="24"/>
                    <a:pt x="2" y="19"/>
                  </a:cubicBezTo>
                  <a:cubicBezTo>
                    <a:pt x="4" y="15"/>
                    <a:pt x="9" y="13"/>
                    <a:pt x="12" y="10"/>
                  </a:cubicBezTo>
                  <a:cubicBezTo>
                    <a:pt x="15" y="8"/>
                    <a:pt x="17" y="4"/>
                    <a:pt x="18" y="1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2" name="Freeform 355">
              <a:extLst>
                <a:ext uri="{FF2B5EF4-FFF2-40B4-BE49-F238E27FC236}">
                  <a16:creationId xmlns:a16="http://schemas.microsoft.com/office/drawing/2014/main" id="{6C4B9080-A626-4ED6-875A-64A401AD2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160"/>
              <a:ext cx="108" cy="112"/>
            </a:xfrm>
            <a:custGeom>
              <a:avLst/>
              <a:gdLst>
                <a:gd name="T0" fmla="*/ 0 w 43"/>
                <a:gd name="T1" fmla="*/ 717 h 42"/>
                <a:gd name="T2" fmla="*/ 284 w 43"/>
                <a:gd name="T3" fmla="*/ 717 h 42"/>
                <a:gd name="T4" fmla="*/ 442 w 43"/>
                <a:gd name="T5" fmla="*/ 568 h 42"/>
                <a:gd name="T6" fmla="*/ 535 w 43"/>
                <a:gd name="T7" fmla="*/ 227 h 42"/>
                <a:gd name="T8" fmla="*/ 651 w 43"/>
                <a:gd name="T9" fmla="*/ 0 h 42"/>
                <a:gd name="T10" fmla="*/ 555 w 43"/>
                <a:gd name="T11" fmla="*/ 136 h 42"/>
                <a:gd name="T12" fmla="*/ 397 w 43"/>
                <a:gd name="T13" fmla="*/ 320 h 42"/>
                <a:gd name="T14" fmla="*/ 50 w 43"/>
                <a:gd name="T15" fmla="*/ 73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2">
                  <a:moveTo>
                    <a:pt x="0" y="38"/>
                  </a:moveTo>
                  <a:cubicBezTo>
                    <a:pt x="4" y="42"/>
                    <a:pt x="13" y="40"/>
                    <a:pt x="18" y="38"/>
                  </a:cubicBezTo>
                  <a:cubicBezTo>
                    <a:pt x="22" y="37"/>
                    <a:pt x="28" y="35"/>
                    <a:pt x="28" y="30"/>
                  </a:cubicBezTo>
                  <a:cubicBezTo>
                    <a:pt x="29" y="24"/>
                    <a:pt x="30" y="17"/>
                    <a:pt x="34" y="12"/>
                  </a:cubicBezTo>
                  <a:cubicBezTo>
                    <a:pt x="36" y="8"/>
                    <a:pt x="43" y="5"/>
                    <a:pt x="41" y="0"/>
                  </a:cubicBezTo>
                  <a:cubicBezTo>
                    <a:pt x="41" y="4"/>
                    <a:pt x="39" y="5"/>
                    <a:pt x="35" y="7"/>
                  </a:cubicBezTo>
                  <a:cubicBezTo>
                    <a:pt x="31" y="10"/>
                    <a:pt x="28" y="13"/>
                    <a:pt x="25" y="17"/>
                  </a:cubicBezTo>
                  <a:cubicBezTo>
                    <a:pt x="20" y="27"/>
                    <a:pt x="16" y="39"/>
                    <a:pt x="3" y="39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3" name="Freeform 356">
              <a:extLst>
                <a:ext uri="{FF2B5EF4-FFF2-40B4-BE49-F238E27FC236}">
                  <a16:creationId xmlns:a16="http://schemas.microsoft.com/office/drawing/2014/main" id="{F3332F52-A970-4528-BC53-62426B7E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315"/>
              <a:ext cx="133" cy="96"/>
            </a:xfrm>
            <a:custGeom>
              <a:avLst/>
              <a:gdLst>
                <a:gd name="T0" fmla="*/ 0 w 53"/>
                <a:gd name="T1" fmla="*/ 568 h 36"/>
                <a:gd name="T2" fmla="*/ 238 w 53"/>
                <a:gd name="T3" fmla="*/ 547 h 36"/>
                <a:gd name="T4" fmla="*/ 472 w 53"/>
                <a:gd name="T5" fmla="*/ 320 h 36"/>
                <a:gd name="T6" fmla="*/ 775 w 53"/>
                <a:gd name="T7" fmla="*/ 192 h 36"/>
                <a:gd name="T8" fmla="*/ 788 w 53"/>
                <a:gd name="T9" fmla="*/ 0 h 36"/>
                <a:gd name="T10" fmla="*/ 647 w 53"/>
                <a:gd name="T11" fmla="*/ 192 h 36"/>
                <a:gd name="T12" fmla="*/ 366 w 53"/>
                <a:gd name="T13" fmla="*/ 320 h 36"/>
                <a:gd name="T14" fmla="*/ 0 w 53"/>
                <a:gd name="T15" fmla="*/ 56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6">
                  <a:moveTo>
                    <a:pt x="0" y="30"/>
                  </a:moveTo>
                  <a:cubicBezTo>
                    <a:pt x="3" y="34"/>
                    <a:pt x="10" y="34"/>
                    <a:pt x="15" y="29"/>
                  </a:cubicBezTo>
                  <a:cubicBezTo>
                    <a:pt x="21" y="24"/>
                    <a:pt x="25" y="20"/>
                    <a:pt x="30" y="17"/>
                  </a:cubicBezTo>
                  <a:cubicBezTo>
                    <a:pt x="36" y="15"/>
                    <a:pt x="44" y="17"/>
                    <a:pt x="49" y="10"/>
                  </a:cubicBezTo>
                  <a:cubicBezTo>
                    <a:pt x="53" y="4"/>
                    <a:pt x="50" y="0"/>
                    <a:pt x="50" y="0"/>
                  </a:cubicBezTo>
                  <a:cubicBezTo>
                    <a:pt x="51" y="4"/>
                    <a:pt x="47" y="7"/>
                    <a:pt x="41" y="10"/>
                  </a:cubicBezTo>
                  <a:cubicBezTo>
                    <a:pt x="35" y="13"/>
                    <a:pt x="29" y="11"/>
                    <a:pt x="23" y="17"/>
                  </a:cubicBezTo>
                  <a:cubicBezTo>
                    <a:pt x="18" y="23"/>
                    <a:pt x="11" y="36"/>
                    <a:pt x="0" y="30"/>
                  </a:cubicBezTo>
                  <a:close/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4" name="Freeform 357">
              <a:extLst>
                <a:ext uri="{FF2B5EF4-FFF2-40B4-BE49-F238E27FC236}">
                  <a16:creationId xmlns:a16="http://schemas.microsoft.com/office/drawing/2014/main" id="{0048771E-A09A-493C-BC01-4B05FC11D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451"/>
              <a:ext cx="92" cy="40"/>
            </a:xfrm>
            <a:custGeom>
              <a:avLst/>
              <a:gdLst>
                <a:gd name="T0" fmla="*/ 0 w 37"/>
                <a:gd name="T1" fmla="*/ 0 h 15"/>
                <a:gd name="T2" fmla="*/ 403 w 37"/>
                <a:gd name="T3" fmla="*/ 248 h 15"/>
                <a:gd name="T4" fmla="*/ 569 w 37"/>
                <a:gd name="T5" fmla="*/ 56 h 15"/>
                <a:gd name="T6" fmla="*/ 291 w 37"/>
                <a:gd name="T7" fmla="*/ 171 h 15"/>
                <a:gd name="T8" fmla="*/ 0 w 3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5">
                  <a:moveTo>
                    <a:pt x="0" y="0"/>
                  </a:moveTo>
                  <a:cubicBezTo>
                    <a:pt x="3" y="6"/>
                    <a:pt x="17" y="15"/>
                    <a:pt x="26" y="13"/>
                  </a:cubicBezTo>
                  <a:cubicBezTo>
                    <a:pt x="35" y="12"/>
                    <a:pt x="36" y="5"/>
                    <a:pt x="37" y="3"/>
                  </a:cubicBezTo>
                  <a:cubicBezTo>
                    <a:pt x="35" y="6"/>
                    <a:pt x="27" y="12"/>
                    <a:pt x="19" y="9"/>
                  </a:cubicBezTo>
                  <a:cubicBezTo>
                    <a:pt x="11" y="7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5" name="Freeform 358">
              <a:extLst>
                <a:ext uri="{FF2B5EF4-FFF2-40B4-BE49-F238E27FC236}">
                  <a16:creationId xmlns:a16="http://schemas.microsoft.com/office/drawing/2014/main" id="{E96263D0-A72D-415E-B66D-09A71644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440"/>
              <a:ext cx="125" cy="61"/>
            </a:xfrm>
            <a:custGeom>
              <a:avLst/>
              <a:gdLst>
                <a:gd name="T0" fmla="*/ 0 w 50"/>
                <a:gd name="T1" fmla="*/ 260 h 23"/>
                <a:gd name="T2" fmla="*/ 520 w 50"/>
                <a:gd name="T3" fmla="*/ 353 h 23"/>
                <a:gd name="T4" fmla="*/ 738 w 50"/>
                <a:gd name="T5" fmla="*/ 0 h 23"/>
                <a:gd name="T6" fmla="*/ 425 w 50"/>
                <a:gd name="T7" fmla="*/ 260 h 23"/>
                <a:gd name="T8" fmla="*/ 0 w 50"/>
                <a:gd name="T9" fmla="*/ 2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3">
                  <a:moveTo>
                    <a:pt x="0" y="14"/>
                  </a:moveTo>
                  <a:cubicBezTo>
                    <a:pt x="4" y="18"/>
                    <a:pt x="22" y="23"/>
                    <a:pt x="33" y="19"/>
                  </a:cubicBezTo>
                  <a:cubicBezTo>
                    <a:pt x="44" y="15"/>
                    <a:pt x="50" y="5"/>
                    <a:pt x="47" y="0"/>
                  </a:cubicBezTo>
                  <a:cubicBezTo>
                    <a:pt x="46" y="5"/>
                    <a:pt x="41" y="13"/>
                    <a:pt x="27" y="14"/>
                  </a:cubicBezTo>
                  <a:cubicBezTo>
                    <a:pt x="13" y="16"/>
                    <a:pt x="5" y="17"/>
                    <a:pt x="0" y="14"/>
                  </a:cubicBezTo>
                  <a:close/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6" name="Freeform 359">
              <a:extLst>
                <a:ext uri="{FF2B5EF4-FFF2-40B4-BE49-F238E27FC236}">
                  <a16:creationId xmlns:a16="http://schemas.microsoft.com/office/drawing/2014/main" id="{217EBCE7-6E1D-4927-84A6-01F49DD19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443"/>
              <a:ext cx="113" cy="48"/>
            </a:xfrm>
            <a:custGeom>
              <a:avLst/>
              <a:gdLst>
                <a:gd name="T0" fmla="*/ 0 w 45"/>
                <a:gd name="T1" fmla="*/ 35 h 18"/>
                <a:gd name="T2" fmla="*/ 347 w 45"/>
                <a:gd name="T3" fmla="*/ 320 h 18"/>
                <a:gd name="T4" fmla="*/ 650 w 45"/>
                <a:gd name="T5" fmla="*/ 264 h 18"/>
                <a:gd name="T6" fmla="*/ 681 w 45"/>
                <a:gd name="T7" fmla="*/ 0 h 18"/>
                <a:gd name="T8" fmla="*/ 535 w 45"/>
                <a:gd name="T9" fmla="*/ 248 h 18"/>
                <a:gd name="T10" fmla="*/ 0 w 45"/>
                <a:gd name="T11" fmla="*/ 3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">
                  <a:moveTo>
                    <a:pt x="0" y="2"/>
                  </a:moveTo>
                  <a:cubicBezTo>
                    <a:pt x="2" y="8"/>
                    <a:pt x="14" y="16"/>
                    <a:pt x="22" y="17"/>
                  </a:cubicBezTo>
                  <a:cubicBezTo>
                    <a:pt x="30" y="18"/>
                    <a:pt x="38" y="17"/>
                    <a:pt x="41" y="14"/>
                  </a:cubicBezTo>
                  <a:cubicBezTo>
                    <a:pt x="44" y="11"/>
                    <a:pt x="45" y="2"/>
                    <a:pt x="43" y="0"/>
                  </a:cubicBezTo>
                  <a:cubicBezTo>
                    <a:pt x="44" y="5"/>
                    <a:pt x="42" y="11"/>
                    <a:pt x="34" y="13"/>
                  </a:cubicBezTo>
                  <a:cubicBezTo>
                    <a:pt x="27" y="16"/>
                    <a:pt x="4" y="8"/>
                    <a:pt x="0" y="2"/>
                  </a:cubicBezTo>
                  <a:close/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7" name="Freeform 360">
              <a:extLst>
                <a:ext uri="{FF2B5EF4-FFF2-40B4-BE49-F238E27FC236}">
                  <a16:creationId xmlns:a16="http://schemas.microsoft.com/office/drawing/2014/main" id="{813B080B-D6C8-40F7-A75E-141EA91D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347"/>
              <a:ext cx="130" cy="56"/>
            </a:xfrm>
            <a:custGeom>
              <a:avLst/>
              <a:gdLst>
                <a:gd name="T0" fmla="*/ 550 w 52"/>
                <a:gd name="T1" fmla="*/ 227 h 21"/>
                <a:gd name="T2" fmla="*/ 750 w 52"/>
                <a:gd name="T3" fmla="*/ 0 h 21"/>
                <a:gd name="T4" fmla="*/ 395 w 52"/>
                <a:gd name="T5" fmla="*/ 363 h 21"/>
                <a:gd name="T6" fmla="*/ 0 w 52"/>
                <a:gd name="T7" fmla="*/ 171 h 21"/>
                <a:gd name="T8" fmla="*/ 550 w 52"/>
                <a:gd name="T9" fmla="*/ 22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1">
                  <a:moveTo>
                    <a:pt x="35" y="12"/>
                  </a:moveTo>
                  <a:cubicBezTo>
                    <a:pt x="48" y="8"/>
                    <a:pt x="49" y="4"/>
                    <a:pt x="48" y="0"/>
                  </a:cubicBezTo>
                  <a:cubicBezTo>
                    <a:pt x="52" y="12"/>
                    <a:pt x="36" y="17"/>
                    <a:pt x="25" y="19"/>
                  </a:cubicBezTo>
                  <a:cubicBezTo>
                    <a:pt x="13" y="21"/>
                    <a:pt x="3" y="14"/>
                    <a:pt x="0" y="9"/>
                  </a:cubicBezTo>
                  <a:cubicBezTo>
                    <a:pt x="5" y="12"/>
                    <a:pt x="19" y="16"/>
                    <a:pt x="35" y="12"/>
                  </a:cubicBezTo>
                  <a:close/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8" name="Freeform 361">
              <a:extLst>
                <a:ext uri="{FF2B5EF4-FFF2-40B4-BE49-F238E27FC236}">
                  <a16:creationId xmlns:a16="http://schemas.microsoft.com/office/drawing/2014/main" id="{ACFE2D55-DA25-44E3-8E51-7530B244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296"/>
              <a:ext cx="55" cy="112"/>
            </a:xfrm>
            <a:custGeom>
              <a:avLst/>
              <a:gdLst>
                <a:gd name="T0" fmla="*/ 188 w 22"/>
                <a:gd name="T1" fmla="*/ 0 h 42"/>
                <a:gd name="T2" fmla="*/ 300 w 22"/>
                <a:gd name="T3" fmla="*/ 568 h 42"/>
                <a:gd name="T4" fmla="*/ 113 w 22"/>
                <a:gd name="T5" fmla="*/ 797 h 42"/>
                <a:gd name="T6" fmla="*/ 0 w 22"/>
                <a:gd name="T7" fmla="*/ 683 h 42"/>
                <a:gd name="T8" fmla="*/ 175 w 22"/>
                <a:gd name="T9" fmla="*/ 683 h 42"/>
                <a:gd name="T10" fmla="*/ 188 w 22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2">
                  <a:moveTo>
                    <a:pt x="12" y="0"/>
                  </a:moveTo>
                  <a:cubicBezTo>
                    <a:pt x="19" y="5"/>
                    <a:pt x="22" y="20"/>
                    <a:pt x="19" y="30"/>
                  </a:cubicBezTo>
                  <a:cubicBezTo>
                    <a:pt x="17" y="40"/>
                    <a:pt x="12" y="42"/>
                    <a:pt x="7" y="42"/>
                  </a:cubicBezTo>
                  <a:cubicBezTo>
                    <a:pt x="2" y="41"/>
                    <a:pt x="0" y="38"/>
                    <a:pt x="0" y="36"/>
                  </a:cubicBezTo>
                  <a:cubicBezTo>
                    <a:pt x="3" y="39"/>
                    <a:pt x="7" y="39"/>
                    <a:pt x="11" y="36"/>
                  </a:cubicBezTo>
                  <a:cubicBezTo>
                    <a:pt x="15" y="34"/>
                    <a:pt x="22" y="14"/>
                    <a:pt x="12" y="0"/>
                  </a:cubicBezTo>
                  <a:close/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9" name="Freeform 362">
              <a:extLst>
                <a:ext uri="{FF2B5EF4-FFF2-40B4-BE49-F238E27FC236}">
                  <a16:creationId xmlns:a16="http://schemas.microsoft.com/office/drawing/2014/main" id="{62A90BF2-F8CD-41FD-B591-F55C7C7D4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091"/>
              <a:ext cx="107" cy="88"/>
            </a:xfrm>
            <a:custGeom>
              <a:avLst/>
              <a:gdLst>
                <a:gd name="T0" fmla="*/ 0 w 43"/>
                <a:gd name="T1" fmla="*/ 491 h 33"/>
                <a:gd name="T2" fmla="*/ 465 w 43"/>
                <a:gd name="T3" fmla="*/ 456 h 33"/>
                <a:gd name="T4" fmla="*/ 600 w 43"/>
                <a:gd name="T5" fmla="*/ 0 h 33"/>
                <a:gd name="T6" fmla="*/ 433 w 43"/>
                <a:gd name="T7" fmla="*/ 376 h 33"/>
                <a:gd name="T8" fmla="*/ 0 w 43"/>
                <a:gd name="T9" fmla="*/ 51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3">
                  <a:moveTo>
                    <a:pt x="0" y="26"/>
                  </a:moveTo>
                  <a:cubicBezTo>
                    <a:pt x="3" y="32"/>
                    <a:pt x="18" y="33"/>
                    <a:pt x="30" y="24"/>
                  </a:cubicBezTo>
                  <a:cubicBezTo>
                    <a:pt x="42" y="16"/>
                    <a:pt x="43" y="4"/>
                    <a:pt x="39" y="0"/>
                  </a:cubicBezTo>
                  <a:cubicBezTo>
                    <a:pt x="41" y="6"/>
                    <a:pt x="35" y="18"/>
                    <a:pt x="28" y="20"/>
                  </a:cubicBezTo>
                  <a:cubicBezTo>
                    <a:pt x="21" y="23"/>
                    <a:pt x="12" y="30"/>
                    <a:pt x="0" y="27"/>
                  </a:cubicBezTo>
                </a:path>
              </a:pathLst>
            </a:custGeom>
            <a:solidFill>
              <a:srgbClr val="CA1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0" name="Freeform 363">
              <a:extLst>
                <a:ext uri="{FF2B5EF4-FFF2-40B4-BE49-F238E27FC236}">
                  <a16:creationId xmlns:a16="http://schemas.microsoft.com/office/drawing/2014/main" id="{9F7C5FE2-ECE9-42C2-A138-867D32E8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107"/>
              <a:ext cx="35" cy="29"/>
            </a:xfrm>
            <a:custGeom>
              <a:avLst/>
              <a:gdLst>
                <a:gd name="T0" fmla="*/ 220 w 14"/>
                <a:gd name="T1" fmla="*/ 0 h 11"/>
                <a:gd name="T2" fmla="*/ 63 w 14"/>
                <a:gd name="T3" fmla="*/ 90 h 11"/>
                <a:gd name="T4" fmla="*/ 0 w 14"/>
                <a:gd name="T5" fmla="*/ 200 h 11"/>
                <a:gd name="T6" fmla="*/ 220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0" y="0"/>
                    <a:pt x="6" y="3"/>
                    <a:pt x="4" y="5"/>
                  </a:cubicBezTo>
                  <a:cubicBezTo>
                    <a:pt x="2" y="7"/>
                    <a:pt x="2" y="9"/>
                    <a:pt x="0" y="11"/>
                  </a:cubicBezTo>
                  <a:cubicBezTo>
                    <a:pt x="3" y="8"/>
                    <a:pt x="11" y="1"/>
                    <a:pt x="14" y="0"/>
                  </a:cubicBezTo>
                  <a:close/>
                </a:path>
              </a:pathLst>
            </a:custGeom>
            <a:solidFill>
              <a:srgbClr val="EAA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1" name="Freeform 364">
              <a:extLst>
                <a:ext uri="{FF2B5EF4-FFF2-40B4-BE49-F238E27FC236}">
                  <a16:creationId xmlns:a16="http://schemas.microsoft.com/office/drawing/2014/main" id="{FE1760E5-C634-47AF-A422-055E1820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176"/>
              <a:ext cx="40" cy="21"/>
            </a:xfrm>
            <a:custGeom>
              <a:avLst/>
              <a:gdLst>
                <a:gd name="T0" fmla="*/ 250 w 16"/>
                <a:gd name="T1" fmla="*/ 0 h 8"/>
                <a:gd name="T2" fmla="*/ 220 w 16"/>
                <a:gd name="T3" fmla="*/ 144 h 8"/>
                <a:gd name="T4" fmla="*/ 0 w 16"/>
                <a:gd name="T5" fmla="*/ 34 h 8"/>
                <a:gd name="T6" fmla="*/ 208 w 1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4" y="2"/>
                    <a:pt x="14" y="5"/>
                    <a:pt x="14" y="8"/>
                  </a:cubicBezTo>
                  <a:cubicBezTo>
                    <a:pt x="10" y="4"/>
                    <a:pt x="4" y="5"/>
                    <a:pt x="0" y="2"/>
                  </a:cubicBezTo>
                  <a:cubicBezTo>
                    <a:pt x="4" y="0"/>
                    <a:pt x="9" y="2"/>
                    <a:pt x="13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2" name="Freeform 365">
              <a:extLst>
                <a:ext uri="{FF2B5EF4-FFF2-40B4-BE49-F238E27FC236}">
                  <a16:creationId xmlns:a16="http://schemas.microsoft.com/office/drawing/2014/main" id="{DC2896A9-D562-496B-9BAD-5B8E4E3C4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101"/>
              <a:ext cx="40" cy="43"/>
            </a:xfrm>
            <a:custGeom>
              <a:avLst/>
              <a:gdLst>
                <a:gd name="T0" fmla="*/ 0 w 16"/>
                <a:gd name="T1" fmla="*/ 196 h 16"/>
                <a:gd name="T2" fmla="*/ 83 w 16"/>
                <a:gd name="T3" fmla="*/ 218 h 16"/>
                <a:gd name="T4" fmla="*/ 50 w 16"/>
                <a:gd name="T5" fmla="*/ 312 h 16"/>
                <a:gd name="T6" fmla="*/ 250 w 16"/>
                <a:gd name="T7" fmla="*/ 231 h 16"/>
                <a:gd name="T8" fmla="*/ 125 w 16"/>
                <a:gd name="T9" fmla="*/ 137 h 16"/>
                <a:gd name="T10" fmla="*/ 33 w 16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6">
                  <a:moveTo>
                    <a:pt x="0" y="10"/>
                  </a:moveTo>
                  <a:cubicBezTo>
                    <a:pt x="2" y="10"/>
                    <a:pt x="4" y="9"/>
                    <a:pt x="5" y="11"/>
                  </a:cubicBezTo>
                  <a:cubicBezTo>
                    <a:pt x="6" y="14"/>
                    <a:pt x="4" y="14"/>
                    <a:pt x="3" y="16"/>
                  </a:cubicBezTo>
                  <a:cubicBezTo>
                    <a:pt x="6" y="16"/>
                    <a:pt x="13" y="14"/>
                    <a:pt x="16" y="12"/>
                  </a:cubicBezTo>
                  <a:cubicBezTo>
                    <a:pt x="13" y="10"/>
                    <a:pt x="10" y="10"/>
                    <a:pt x="8" y="7"/>
                  </a:cubicBezTo>
                  <a:cubicBezTo>
                    <a:pt x="5" y="5"/>
                    <a:pt x="3" y="2"/>
                    <a:pt x="2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3" name="Freeform 366">
              <a:extLst>
                <a:ext uri="{FF2B5EF4-FFF2-40B4-BE49-F238E27FC236}">
                  <a16:creationId xmlns:a16="http://schemas.microsoft.com/office/drawing/2014/main" id="{9321B8B9-25E3-4432-B38D-93CA2CEDA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208"/>
              <a:ext cx="42" cy="35"/>
            </a:xfrm>
            <a:custGeom>
              <a:avLst/>
              <a:gdLst>
                <a:gd name="T0" fmla="*/ 121 w 17"/>
                <a:gd name="T1" fmla="*/ 0 h 13"/>
                <a:gd name="T2" fmla="*/ 0 w 17"/>
                <a:gd name="T3" fmla="*/ 81 h 13"/>
                <a:gd name="T4" fmla="*/ 121 w 17"/>
                <a:gd name="T5" fmla="*/ 253 h 13"/>
                <a:gd name="T6" fmla="*/ 257 w 17"/>
                <a:gd name="T7" fmla="*/ 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8" y="0"/>
                  </a:moveTo>
                  <a:cubicBezTo>
                    <a:pt x="7" y="4"/>
                    <a:pt x="4" y="6"/>
                    <a:pt x="0" y="4"/>
                  </a:cubicBezTo>
                  <a:cubicBezTo>
                    <a:pt x="5" y="5"/>
                    <a:pt x="6" y="10"/>
                    <a:pt x="8" y="13"/>
                  </a:cubicBezTo>
                  <a:cubicBezTo>
                    <a:pt x="11" y="9"/>
                    <a:pt x="13" y="4"/>
                    <a:pt x="17" y="3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4" name="Freeform 367">
              <a:extLst>
                <a:ext uri="{FF2B5EF4-FFF2-40B4-BE49-F238E27FC236}">
                  <a16:creationId xmlns:a16="http://schemas.microsoft.com/office/drawing/2014/main" id="{98C497AD-224E-4C04-B84D-9019F8DA6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272"/>
              <a:ext cx="30" cy="29"/>
            </a:xfrm>
            <a:custGeom>
              <a:avLst/>
              <a:gdLst>
                <a:gd name="T0" fmla="*/ 188 w 12"/>
                <a:gd name="T1" fmla="*/ 90 h 11"/>
                <a:gd name="T2" fmla="*/ 188 w 12"/>
                <a:gd name="T3" fmla="*/ 182 h 11"/>
                <a:gd name="T4" fmla="*/ 0 w 12"/>
                <a:gd name="T5" fmla="*/ 200 h 11"/>
                <a:gd name="T6" fmla="*/ 63 w 12"/>
                <a:gd name="T7" fmla="*/ 90 h 11"/>
                <a:gd name="T8" fmla="*/ 113 w 1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0" y="6"/>
                    <a:pt x="11" y="8"/>
                    <a:pt x="12" y="10"/>
                  </a:cubicBezTo>
                  <a:cubicBezTo>
                    <a:pt x="9" y="8"/>
                    <a:pt x="2" y="9"/>
                    <a:pt x="0" y="11"/>
                  </a:cubicBezTo>
                  <a:cubicBezTo>
                    <a:pt x="0" y="9"/>
                    <a:pt x="2" y="7"/>
                    <a:pt x="4" y="5"/>
                  </a:cubicBezTo>
                  <a:cubicBezTo>
                    <a:pt x="5" y="4"/>
                    <a:pt x="6" y="1"/>
                    <a:pt x="7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5" name="Freeform 368">
              <a:extLst>
                <a:ext uri="{FF2B5EF4-FFF2-40B4-BE49-F238E27FC236}">
                  <a16:creationId xmlns:a16="http://schemas.microsoft.com/office/drawing/2014/main" id="{52B0584F-05D2-446D-B438-C3001109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285"/>
              <a:ext cx="33" cy="59"/>
            </a:xfrm>
            <a:custGeom>
              <a:avLst/>
              <a:gdLst>
                <a:gd name="T0" fmla="*/ 63 w 13"/>
                <a:gd name="T1" fmla="*/ 80 h 22"/>
                <a:gd name="T2" fmla="*/ 96 w 13"/>
                <a:gd name="T3" fmla="*/ 193 h 22"/>
                <a:gd name="T4" fmla="*/ 0 w 13"/>
                <a:gd name="T5" fmla="*/ 215 h 22"/>
                <a:gd name="T6" fmla="*/ 117 w 13"/>
                <a:gd name="T7" fmla="*/ 330 h 22"/>
                <a:gd name="T8" fmla="*/ 213 w 13"/>
                <a:gd name="T9" fmla="*/ 424 h 22"/>
                <a:gd name="T10" fmla="*/ 180 w 13"/>
                <a:gd name="T11" fmla="*/ 150 h 22"/>
                <a:gd name="T12" fmla="*/ 213 w 13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2">
                  <a:moveTo>
                    <a:pt x="4" y="4"/>
                  </a:moveTo>
                  <a:cubicBezTo>
                    <a:pt x="7" y="4"/>
                    <a:pt x="8" y="9"/>
                    <a:pt x="6" y="10"/>
                  </a:cubicBezTo>
                  <a:cubicBezTo>
                    <a:pt x="4" y="12"/>
                    <a:pt x="2" y="11"/>
                    <a:pt x="0" y="11"/>
                  </a:cubicBezTo>
                  <a:cubicBezTo>
                    <a:pt x="3" y="12"/>
                    <a:pt x="5" y="15"/>
                    <a:pt x="7" y="17"/>
                  </a:cubicBezTo>
                  <a:cubicBezTo>
                    <a:pt x="9" y="18"/>
                    <a:pt x="11" y="21"/>
                    <a:pt x="13" y="22"/>
                  </a:cubicBezTo>
                  <a:cubicBezTo>
                    <a:pt x="12" y="17"/>
                    <a:pt x="10" y="13"/>
                    <a:pt x="11" y="8"/>
                  </a:cubicBezTo>
                  <a:cubicBezTo>
                    <a:pt x="11" y="6"/>
                    <a:pt x="11" y="2"/>
                    <a:pt x="13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6" name="Freeform 369">
              <a:extLst>
                <a:ext uri="{FF2B5EF4-FFF2-40B4-BE49-F238E27FC236}">
                  <a16:creationId xmlns:a16="http://schemas.microsoft.com/office/drawing/2014/main" id="{BE074F88-B787-410E-AB07-3CB81FE03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267"/>
              <a:ext cx="23" cy="24"/>
            </a:xfrm>
            <a:custGeom>
              <a:avLst/>
              <a:gdLst>
                <a:gd name="T0" fmla="*/ 0 w 9"/>
                <a:gd name="T1" fmla="*/ 56 h 9"/>
                <a:gd name="T2" fmla="*/ 84 w 9"/>
                <a:gd name="T3" fmla="*/ 115 h 9"/>
                <a:gd name="T4" fmla="*/ 130 w 9"/>
                <a:gd name="T5" fmla="*/ 171 h 9"/>
                <a:gd name="T6" fmla="*/ 151 w 9"/>
                <a:gd name="T7" fmla="*/ 93 h 9"/>
                <a:gd name="T8" fmla="*/ 84 w 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2" y="4"/>
                    <a:pt x="4" y="5"/>
                    <a:pt x="5" y="6"/>
                  </a:cubicBezTo>
                  <a:cubicBezTo>
                    <a:pt x="6" y="7"/>
                    <a:pt x="7" y="9"/>
                    <a:pt x="8" y="9"/>
                  </a:cubicBezTo>
                  <a:cubicBezTo>
                    <a:pt x="8" y="8"/>
                    <a:pt x="9" y="6"/>
                    <a:pt x="9" y="5"/>
                  </a:cubicBezTo>
                  <a:cubicBezTo>
                    <a:pt x="9" y="4"/>
                    <a:pt x="6" y="1"/>
                    <a:pt x="5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7" name="Freeform 370">
              <a:extLst>
                <a:ext uri="{FF2B5EF4-FFF2-40B4-BE49-F238E27FC236}">
                  <a16:creationId xmlns:a16="http://schemas.microsoft.com/office/drawing/2014/main" id="{A635DAA5-0C74-49A6-B252-78F881F89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384"/>
              <a:ext cx="33" cy="61"/>
            </a:xfrm>
            <a:custGeom>
              <a:avLst/>
              <a:gdLst>
                <a:gd name="T0" fmla="*/ 147 w 13"/>
                <a:gd name="T1" fmla="*/ 0 h 23"/>
                <a:gd name="T2" fmla="*/ 84 w 13"/>
                <a:gd name="T3" fmla="*/ 149 h 23"/>
                <a:gd name="T4" fmla="*/ 0 w 13"/>
                <a:gd name="T5" fmla="*/ 239 h 23"/>
                <a:gd name="T6" fmla="*/ 129 w 13"/>
                <a:gd name="T7" fmla="*/ 260 h 23"/>
                <a:gd name="T8" fmla="*/ 84 w 13"/>
                <a:gd name="T9" fmla="*/ 353 h 23"/>
                <a:gd name="T10" fmla="*/ 117 w 13"/>
                <a:gd name="T11" fmla="*/ 430 h 23"/>
                <a:gd name="T12" fmla="*/ 160 w 13"/>
                <a:gd name="T13" fmla="*/ 316 h 23"/>
                <a:gd name="T14" fmla="*/ 213 w 13"/>
                <a:gd name="T15" fmla="*/ 260 h 23"/>
                <a:gd name="T16" fmla="*/ 160 w 13"/>
                <a:gd name="T17" fmla="*/ 2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23">
                  <a:moveTo>
                    <a:pt x="9" y="0"/>
                  </a:moveTo>
                  <a:cubicBezTo>
                    <a:pt x="9" y="3"/>
                    <a:pt x="6" y="5"/>
                    <a:pt x="5" y="8"/>
                  </a:cubicBezTo>
                  <a:cubicBezTo>
                    <a:pt x="3" y="9"/>
                    <a:pt x="0" y="11"/>
                    <a:pt x="0" y="13"/>
                  </a:cubicBezTo>
                  <a:cubicBezTo>
                    <a:pt x="2" y="10"/>
                    <a:pt x="9" y="9"/>
                    <a:pt x="8" y="14"/>
                  </a:cubicBezTo>
                  <a:cubicBezTo>
                    <a:pt x="7" y="16"/>
                    <a:pt x="5" y="17"/>
                    <a:pt x="5" y="19"/>
                  </a:cubicBezTo>
                  <a:cubicBezTo>
                    <a:pt x="4" y="20"/>
                    <a:pt x="6" y="22"/>
                    <a:pt x="7" y="23"/>
                  </a:cubicBezTo>
                  <a:cubicBezTo>
                    <a:pt x="9" y="22"/>
                    <a:pt x="9" y="19"/>
                    <a:pt x="10" y="17"/>
                  </a:cubicBezTo>
                  <a:cubicBezTo>
                    <a:pt x="11" y="16"/>
                    <a:pt x="12" y="15"/>
                    <a:pt x="13" y="14"/>
                  </a:cubicBezTo>
                  <a:cubicBezTo>
                    <a:pt x="9" y="11"/>
                    <a:pt x="10" y="5"/>
                    <a:pt x="10" y="1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8" name="Freeform 371">
              <a:extLst>
                <a:ext uri="{FF2B5EF4-FFF2-40B4-BE49-F238E27FC236}">
                  <a16:creationId xmlns:a16="http://schemas.microsoft.com/office/drawing/2014/main" id="{FC344FE6-5FA0-4821-BB02-DF3B7539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400"/>
              <a:ext cx="32" cy="35"/>
            </a:xfrm>
            <a:custGeom>
              <a:avLst/>
              <a:gdLst>
                <a:gd name="T0" fmla="*/ 182 w 13"/>
                <a:gd name="T1" fmla="*/ 0 h 13"/>
                <a:gd name="T2" fmla="*/ 194 w 13"/>
                <a:gd name="T3" fmla="*/ 116 h 13"/>
                <a:gd name="T4" fmla="*/ 182 w 13"/>
                <a:gd name="T5" fmla="*/ 253 h 13"/>
                <a:gd name="T6" fmla="*/ 103 w 13"/>
                <a:gd name="T7" fmla="*/ 137 h 13"/>
                <a:gd name="T8" fmla="*/ 0 w 13"/>
                <a:gd name="T9" fmla="*/ 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0"/>
                  </a:moveTo>
                  <a:cubicBezTo>
                    <a:pt x="8" y="2"/>
                    <a:pt x="11" y="4"/>
                    <a:pt x="13" y="6"/>
                  </a:cubicBezTo>
                  <a:cubicBezTo>
                    <a:pt x="11" y="7"/>
                    <a:pt x="12" y="11"/>
                    <a:pt x="12" y="13"/>
                  </a:cubicBezTo>
                  <a:cubicBezTo>
                    <a:pt x="11" y="11"/>
                    <a:pt x="9" y="9"/>
                    <a:pt x="7" y="7"/>
                  </a:cubicBezTo>
                  <a:cubicBezTo>
                    <a:pt x="5" y="6"/>
                    <a:pt x="2" y="5"/>
                    <a:pt x="0" y="3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9" name="Freeform 372">
              <a:extLst>
                <a:ext uri="{FF2B5EF4-FFF2-40B4-BE49-F238E27FC236}">
                  <a16:creationId xmlns:a16="http://schemas.microsoft.com/office/drawing/2014/main" id="{C4758CDD-B8A4-4B57-96FD-D892BBD5B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365"/>
              <a:ext cx="40" cy="40"/>
            </a:xfrm>
            <a:custGeom>
              <a:avLst/>
              <a:gdLst>
                <a:gd name="T0" fmla="*/ 0 w 16"/>
                <a:gd name="T1" fmla="*/ 93 h 15"/>
                <a:gd name="T2" fmla="*/ 95 w 16"/>
                <a:gd name="T3" fmla="*/ 93 h 15"/>
                <a:gd name="T4" fmla="*/ 63 w 16"/>
                <a:gd name="T5" fmla="*/ 192 h 15"/>
                <a:gd name="T6" fmla="*/ 250 w 16"/>
                <a:gd name="T7" fmla="*/ 248 h 15"/>
                <a:gd name="T8" fmla="*/ 175 w 16"/>
                <a:gd name="T9" fmla="*/ 77 h 15"/>
                <a:gd name="T10" fmla="*/ 63 w 16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5">
                  <a:moveTo>
                    <a:pt x="0" y="5"/>
                  </a:moveTo>
                  <a:cubicBezTo>
                    <a:pt x="2" y="5"/>
                    <a:pt x="4" y="3"/>
                    <a:pt x="6" y="5"/>
                  </a:cubicBezTo>
                  <a:cubicBezTo>
                    <a:pt x="8" y="7"/>
                    <a:pt x="6" y="9"/>
                    <a:pt x="4" y="10"/>
                  </a:cubicBezTo>
                  <a:cubicBezTo>
                    <a:pt x="6" y="11"/>
                    <a:pt x="15" y="15"/>
                    <a:pt x="16" y="13"/>
                  </a:cubicBezTo>
                  <a:cubicBezTo>
                    <a:pt x="16" y="12"/>
                    <a:pt x="12" y="6"/>
                    <a:pt x="11" y="4"/>
                  </a:cubicBezTo>
                  <a:cubicBezTo>
                    <a:pt x="10" y="2"/>
                    <a:pt x="7" y="0"/>
                    <a:pt x="4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0" name="Freeform 373">
              <a:extLst>
                <a:ext uri="{FF2B5EF4-FFF2-40B4-BE49-F238E27FC236}">
                  <a16:creationId xmlns:a16="http://schemas.microsoft.com/office/drawing/2014/main" id="{E4CBB6FF-4F12-4242-94E9-541F4F23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315"/>
              <a:ext cx="20" cy="10"/>
            </a:xfrm>
            <a:custGeom>
              <a:avLst/>
              <a:gdLst>
                <a:gd name="T0" fmla="*/ 50 w 8"/>
                <a:gd name="T1" fmla="*/ 0 h 4"/>
                <a:gd name="T2" fmla="*/ 0 w 8"/>
                <a:gd name="T3" fmla="*/ 20 h 4"/>
                <a:gd name="T4" fmla="*/ 125 w 8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1" y="3"/>
                    <a:pt x="6" y="4"/>
                    <a:pt x="8" y="3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1" name="Freeform 374">
              <a:extLst>
                <a:ext uri="{FF2B5EF4-FFF2-40B4-BE49-F238E27FC236}">
                  <a16:creationId xmlns:a16="http://schemas.microsoft.com/office/drawing/2014/main" id="{0F9FD81B-E48A-4C55-9151-C7BAE9349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317"/>
              <a:ext cx="25" cy="11"/>
            </a:xfrm>
            <a:custGeom>
              <a:avLst/>
              <a:gdLst>
                <a:gd name="T0" fmla="*/ 158 w 10"/>
                <a:gd name="T1" fmla="*/ 0 h 4"/>
                <a:gd name="T2" fmla="*/ 0 w 10"/>
                <a:gd name="T3" fmla="*/ 83 h 4"/>
                <a:gd name="T4" fmla="*/ 158 w 10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2" y="2"/>
                    <a:pt x="0" y="4"/>
                  </a:cubicBezTo>
                  <a:cubicBezTo>
                    <a:pt x="3" y="4"/>
                    <a:pt x="7" y="4"/>
                    <a:pt x="10" y="3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2" name="Freeform 375">
              <a:extLst>
                <a:ext uri="{FF2B5EF4-FFF2-40B4-BE49-F238E27FC236}">
                  <a16:creationId xmlns:a16="http://schemas.microsoft.com/office/drawing/2014/main" id="{5D881CC1-F0C3-4512-A5B9-C37DFD3BD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317"/>
              <a:ext cx="22" cy="19"/>
            </a:xfrm>
            <a:custGeom>
              <a:avLst/>
              <a:gdLst>
                <a:gd name="T0" fmla="*/ 0 w 9"/>
                <a:gd name="T1" fmla="*/ 22 h 7"/>
                <a:gd name="T2" fmla="*/ 29 w 9"/>
                <a:gd name="T3" fmla="*/ 141 h 7"/>
                <a:gd name="T4" fmla="*/ 1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1"/>
                  </a:moveTo>
                  <a:cubicBezTo>
                    <a:pt x="0" y="3"/>
                    <a:pt x="1" y="6"/>
                    <a:pt x="2" y="7"/>
                  </a:cubicBezTo>
                  <a:cubicBezTo>
                    <a:pt x="4" y="5"/>
                    <a:pt x="5" y="1"/>
                    <a:pt x="9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3" name="Freeform 376">
              <a:extLst>
                <a:ext uri="{FF2B5EF4-FFF2-40B4-BE49-F238E27FC236}">
                  <a16:creationId xmlns:a16="http://schemas.microsoft.com/office/drawing/2014/main" id="{0638D4D6-8CA3-43DB-9949-135567AEA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363"/>
              <a:ext cx="23" cy="29"/>
            </a:xfrm>
            <a:custGeom>
              <a:avLst/>
              <a:gdLst>
                <a:gd name="T0" fmla="*/ 0 w 9"/>
                <a:gd name="T1" fmla="*/ 200 h 11"/>
                <a:gd name="T2" fmla="*/ 151 w 9"/>
                <a:gd name="T3" fmla="*/ 166 h 11"/>
                <a:gd name="T4" fmla="*/ 84 w 9"/>
                <a:gd name="T5" fmla="*/ 90 h 11"/>
                <a:gd name="T6" fmla="*/ 51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2" y="8"/>
                    <a:pt x="5" y="8"/>
                    <a:pt x="9" y="9"/>
                  </a:cubicBezTo>
                  <a:cubicBezTo>
                    <a:pt x="8" y="7"/>
                    <a:pt x="6" y="6"/>
                    <a:pt x="5" y="5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4" name="Freeform 377">
              <a:extLst>
                <a:ext uri="{FF2B5EF4-FFF2-40B4-BE49-F238E27FC236}">
                  <a16:creationId xmlns:a16="http://schemas.microsoft.com/office/drawing/2014/main" id="{054F3487-A421-4BAD-AF33-636F572F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392"/>
              <a:ext cx="22" cy="21"/>
            </a:xfrm>
            <a:custGeom>
              <a:avLst/>
              <a:gdLst>
                <a:gd name="T0" fmla="*/ 90 w 9"/>
                <a:gd name="T1" fmla="*/ 0 h 8"/>
                <a:gd name="T2" fmla="*/ 132 w 9"/>
                <a:gd name="T3" fmla="*/ 123 h 8"/>
                <a:gd name="T4" fmla="*/ 0 w 9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2"/>
                    <a:pt x="7" y="6"/>
                    <a:pt x="9" y="7"/>
                  </a:cubicBezTo>
                  <a:cubicBezTo>
                    <a:pt x="6" y="6"/>
                    <a:pt x="2" y="8"/>
                    <a:pt x="0" y="7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5" name="Freeform 378">
              <a:extLst>
                <a:ext uri="{FF2B5EF4-FFF2-40B4-BE49-F238E27FC236}">
                  <a16:creationId xmlns:a16="http://schemas.microsoft.com/office/drawing/2014/main" id="{16D16555-AB30-49BF-81FB-AD05B35AC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416"/>
              <a:ext cx="17" cy="16"/>
            </a:xfrm>
            <a:custGeom>
              <a:avLst/>
              <a:gdLst>
                <a:gd name="T0" fmla="*/ 0 w 7"/>
                <a:gd name="T1" fmla="*/ 21 h 6"/>
                <a:gd name="T2" fmla="*/ 58 w 7"/>
                <a:gd name="T3" fmla="*/ 115 h 6"/>
                <a:gd name="T4" fmla="*/ 10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2" y="2"/>
                    <a:pt x="2" y="5"/>
                    <a:pt x="4" y="6"/>
                  </a:cubicBezTo>
                  <a:cubicBezTo>
                    <a:pt x="5" y="4"/>
                    <a:pt x="6" y="2"/>
                    <a:pt x="7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6" name="Freeform 379">
              <a:extLst>
                <a:ext uri="{FF2B5EF4-FFF2-40B4-BE49-F238E27FC236}">
                  <a16:creationId xmlns:a16="http://schemas.microsoft.com/office/drawing/2014/main" id="{2477D47A-5EA8-4B0A-8004-02244384F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317"/>
              <a:ext cx="25" cy="35"/>
            </a:xfrm>
            <a:custGeom>
              <a:avLst/>
              <a:gdLst>
                <a:gd name="T0" fmla="*/ 0 w 10"/>
                <a:gd name="T1" fmla="*/ 197 h 13"/>
                <a:gd name="T2" fmla="*/ 145 w 10"/>
                <a:gd name="T3" fmla="*/ 253 h 13"/>
                <a:gd name="T4" fmla="*/ 63 w 10"/>
                <a:gd name="T5" fmla="*/ 22 h 13"/>
                <a:gd name="T6" fmla="*/ 63 w 1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10"/>
                  </a:moveTo>
                  <a:cubicBezTo>
                    <a:pt x="3" y="9"/>
                    <a:pt x="7" y="9"/>
                    <a:pt x="9" y="13"/>
                  </a:cubicBezTo>
                  <a:cubicBezTo>
                    <a:pt x="10" y="11"/>
                    <a:pt x="6" y="2"/>
                    <a:pt x="4" y="1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7" name="Freeform 380">
              <a:extLst>
                <a:ext uri="{FF2B5EF4-FFF2-40B4-BE49-F238E27FC236}">
                  <a16:creationId xmlns:a16="http://schemas.microsoft.com/office/drawing/2014/main" id="{1F9F2F22-4E94-4E16-B5EC-6635A82E0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56"/>
              <a:ext cx="15" cy="13"/>
            </a:xfrm>
            <a:custGeom>
              <a:avLst/>
              <a:gdLst>
                <a:gd name="T0" fmla="*/ 0 w 6"/>
                <a:gd name="T1" fmla="*/ 68 h 5"/>
                <a:gd name="T2" fmla="*/ 95 w 6"/>
                <a:gd name="T3" fmla="*/ 88 h 5"/>
                <a:gd name="T4" fmla="*/ 8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2" y="4"/>
                    <a:pt x="3" y="5"/>
                    <a:pt x="6" y="5"/>
                  </a:cubicBezTo>
                  <a:cubicBezTo>
                    <a:pt x="5" y="3"/>
                    <a:pt x="3" y="2"/>
                    <a:pt x="5" y="0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8" name="Freeform 381">
              <a:extLst>
                <a:ext uri="{FF2B5EF4-FFF2-40B4-BE49-F238E27FC236}">
                  <a16:creationId xmlns:a16="http://schemas.microsoft.com/office/drawing/2014/main" id="{02AC6293-AEB5-47DF-990D-4478FE878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352"/>
              <a:ext cx="25" cy="24"/>
            </a:xfrm>
            <a:custGeom>
              <a:avLst/>
              <a:gdLst>
                <a:gd name="T0" fmla="*/ 145 w 10"/>
                <a:gd name="T1" fmla="*/ 0 h 9"/>
                <a:gd name="T2" fmla="*/ 158 w 10"/>
                <a:gd name="T3" fmla="*/ 171 h 9"/>
                <a:gd name="T4" fmla="*/ 83 w 10"/>
                <a:gd name="T5" fmla="*/ 115 h 9"/>
                <a:gd name="T6" fmla="*/ 0 w 10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7" y="3"/>
                    <a:pt x="8" y="7"/>
                    <a:pt x="10" y="9"/>
                  </a:cubicBezTo>
                  <a:cubicBezTo>
                    <a:pt x="8" y="8"/>
                    <a:pt x="7" y="7"/>
                    <a:pt x="5" y="6"/>
                  </a:cubicBezTo>
                  <a:cubicBezTo>
                    <a:pt x="3" y="6"/>
                    <a:pt x="1" y="6"/>
                    <a:pt x="0" y="5"/>
                  </a:cubicBezTo>
                </a:path>
              </a:pathLst>
            </a:custGeom>
            <a:solidFill>
              <a:srgbClr val="A10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9" name="Freeform 382">
              <a:extLst>
                <a:ext uri="{FF2B5EF4-FFF2-40B4-BE49-F238E27FC236}">
                  <a16:creationId xmlns:a16="http://schemas.microsoft.com/office/drawing/2014/main" id="{4197DA37-2BF0-49E8-981F-0DB426EE0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171"/>
              <a:ext cx="63" cy="64"/>
            </a:xfrm>
            <a:custGeom>
              <a:avLst/>
              <a:gdLst>
                <a:gd name="T0" fmla="*/ 0 w 25"/>
                <a:gd name="T1" fmla="*/ 456 h 24"/>
                <a:gd name="T2" fmla="*/ 209 w 25"/>
                <a:gd name="T3" fmla="*/ 227 h 24"/>
                <a:gd name="T4" fmla="*/ 401 w 25"/>
                <a:gd name="T5" fmla="*/ 0 h 24"/>
                <a:gd name="T6" fmla="*/ 242 w 25"/>
                <a:gd name="T7" fmla="*/ 227 h 24"/>
                <a:gd name="T8" fmla="*/ 0 w 25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0" y="24"/>
                  </a:moveTo>
                  <a:cubicBezTo>
                    <a:pt x="2" y="18"/>
                    <a:pt x="7" y="14"/>
                    <a:pt x="13" y="12"/>
                  </a:cubicBezTo>
                  <a:cubicBezTo>
                    <a:pt x="19" y="9"/>
                    <a:pt x="23" y="6"/>
                    <a:pt x="25" y="0"/>
                  </a:cubicBezTo>
                  <a:cubicBezTo>
                    <a:pt x="24" y="5"/>
                    <a:pt x="19" y="10"/>
                    <a:pt x="15" y="12"/>
                  </a:cubicBezTo>
                  <a:cubicBezTo>
                    <a:pt x="12" y="14"/>
                    <a:pt x="2" y="18"/>
                    <a:pt x="0" y="24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0" name="Freeform 383">
              <a:extLst>
                <a:ext uri="{FF2B5EF4-FFF2-40B4-BE49-F238E27FC236}">
                  <a16:creationId xmlns:a16="http://schemas.microsoft.com/office/drawing/2014/main" id="{1D23B3A4-C552-412C-99F6-39E5254ED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179"/>
              <a:ext cx="43" cy="50"/>
            </a:xfrm>
            <a:custGeom>
              <a:avLst/>
              <a:gdLst>
                <a:gd name="T0" fmla="*/ 276 w 17"/>
                <a:gd name="T1" fmla="*/ 0 h 19"/>
                <a:gd name="T2" fmla="*/ 0 w 17"/>
                <a:gd name="T3" fmla="*/ 347 h 19"/>
                <a:gd name="T4" fmla="*/ 276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0" y="1"/>
                    <a:pt x="1" y="6"/>
                    <a:pt x="0" y="19"/>
                  </a:cubicBezTo>
                  <a:cubicBezTo>
                    <a:pt x="2" y="11"/>
                    <a:pt x="8" y="3"/>
                    <a:pt x="17" y="0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1" name="Freeform 384">
              <a:extLst>
                <a:ext uri="{FF2B5EF4-FFF2-40B4-BE49-F238E27FC236}">
                  <a16:creationId xmlns:a16="http://schemas.microsoft.com/office/drawing/2014/main" id="{1E681553-039C-47B3-979A-2ACBB4B27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245"/>
              <a:ext cx="50" cy="22"/>
            </a:xfrm>
            <a:custGeom>
              <a:avLst/>
              <a:gdLst>
                <a:gd name="T0" fmla="*/ 0 w 20"/>
                <a:gd name="T1" fmla="*/ 168 h 8"/>
                <a:gd name="T2" fmla="*/ 158 w 20"/>
                <a:gd name="T3" fmla="*/ 22 h 8"/>
                <a:gd name="T4" fmla="*/ 313 w 20"/>
                <a:gd name="T5" fmla="*/ 0 h 8"/>
                <a:gd name="T6" fmla="*/ 158 w 20"/>
                <a:gd name="T7" fmla="*/ 47 h 8"/>
                <a:gd name="T8" fmla="*/ 0 w 20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2" y="4"/>
                    <a:pt x="6" y="1"/>
                    <a:pt x="10" y="1"/>
                  </a:cubicBezTo>
                  <a:cubicBezTo>
                    <a:pt x="14" y="0"/>
                    <a:pt x="17" y="1"/>
                    <a:pt x="20" y="0"/>
                  </a:cubicBezTo>
                  <a:cubicBezTo>
                    <a:pt x="17" y="1"/>
                    <a:pt x="13" y="1"/>
                    <a:pt x="10" y="2"/>
                  </a:cubicBezTo>
                  <a:cubicBezTo>
                    <a:pt x="7" y="2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2" name="Freeform 385">
              <a:extLst>
                <a:ext uri="{FF2B5EF4-FFF2-40B4-BE49-F238E27FC236}">
                  <a16:creationId xmlns:a16="http://schemas.microsoft.com/office/drawing/2014/main" id="{4696FE03-9496-4AD0-9134-E6416858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224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47 h 4"/>
                <a:gd name="T4" fmla="*/ 0 w 12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1"/>
                    <a:pt x="8" y="0"/>
                    <a:pt x="12" y="2"/>
                  </a:cubicBezTo>
                  <a:cubicBezTo>
                    <a:pt x="9" y="1"/>
                    <a:pt x="1" y="2"/>
                    <a:pt x="0" y="4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3" name="Freeform 386">
              <a:extLst>
                <a:ext uri="{FF2B5EF4-FFF2-40B4-BE49-F238E27FC236}">
                  <a16:creationId xmlns:a16="http://schemas.microsoft.com/office/drawing/2014/main" id="{1DEF27FE-4FA6-4698-9E81-B9A4C2882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149"/>
              <a:ext cx="48" cy="24"/>
            </a:xfrm>
            <a:custGeom>
              <a:avLst/>
              <a:gdLst>
                <a:gd name="T0" fmla="*/ 0 w 19"/>
                <a:gd name="T1" fmla="*/ 171 h 9"/>
                <a:gd name="T2" fmla="*/ 159 w 19"/>
                <a:gd name="T3" fmla="*/ 35 h 9"/>
                <a:gd name="T4" fmla="*/ 306 w 19"/>
                <a:gd name="T5" fmla="*/ 0 h 9"/>
                <a:gd name="T6" fmla="*/ 129 w 19"/>
                <a:gd name="T7" fmla="*/ 56 h 9"/>
                <a:gd name="T8" fmla="*/ 0 w 19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0" y="9"/>
                  </a:moveTo>
                  <a:cubicBezTo>
                    <a:pt x="1" y="5"/>
                    <a:pt x="4" y="2"/>
                    <a:pt x="10" y="2"/>
                  </a:cubicBezTo>
                  <a:cubicBezTo>
                    <a:pt x="16" y="1"/>
                    <a:pt x="19" y="0"/>
                    <a:pt x="19" y="0"/>
                  </a:cubicBezTo>
                  <a:cubicBezTo>
                    <a:pt x="16" y="2"/>
                    <a:pt x="11" y="2"/>
                    <a:pt x="8" y="3"/>
                  </a:cubicBezTo>
                  <a:cubicBezTo>
                    <a:pt x="5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4" name="Freeform 387">
              <a:extLst>
                <a:ext uri="{FF2B5EF4-FFF2-40B4-BE49-F238E27FC236}">
                  <a16:creationId xmlns:a16="http://schemas.microsoft.com/office/drawing/2014/main" id="{D3312E5E-45C6-44E8-BC2C-57BF0310A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235"/>
              <a:ext cx="12" cy="40"/>
            </a:xfrm>
            <a:custGeom>
              <a:avLst/>
              <a:gdLst>
                <a:gd name="T0" fmla="*/ 70 w 5"/>
                <a:gd name="T1" fmla="*/ 0 h 15"/>
                <a:gd name="T2" fmla="*/ 70 w 5"/>
                <a:gd name="T3" fmla="*/ 285 h 15"/>
                <a:gd name="T4" fmla="*/ 70 w 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3" y="3"/>
                    <a:pt x="0" y="10"/>
                    <a:pt x="5" y="15"/>
                  </a:cubicBezTo>
                  <a:cubicBezTo>
                    <a:pt x="4" y="13"/>
                    <a:pt x="3" y="7"/>
                    <a:pt x="5" y="0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5" name="Freeform 388">
              <a:extLst>
                <a:ext uri="{FF2B5EF4-FFF2-40B4-BE49-F238E27FC236}">
                  <a16:creationId xmlns:a16="http://schemas.microsoft.com/office/drawing/2014/main" id="{99436E2D-8AE1-4117-AFA7-4F2F3293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112"/>
              <a:ext cx="27" cy="24"/>
            </a:xfrm>
            <a:custGeom>
              <a:avLst/>
              <a:gdLst>
                <a:gd name="T0" fmla="*/ 0 w 11"/>
                <a:gd name="T1" fmla="*/ 171 h 9"/>
                <a:gd name="T2" fmla="*/ 162 w 11"/>
                <a:gd name="T3" fmla="*/ 0 h 9"/>
                <a:gd name="T4" fmla="*/ 0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2" y="4"/>
                    <a:pt x="6" y="1"/>
                    <a:pt x="11" y="0"/>
                  </a:cubicBezTo>
                  <a:cubicBezTo>
                    <a:pt x="8" y="1"/>
                    <a:pt x="1" y="7"/>
                    <a:pt x="0" y="9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6" name="Freeform 389">
              <a:extLst>
                <a:ext uri="{FF2B5EF4-FFF2-40B4-BE49-F238E27FC236}">
                  <a16:creationId xmlns:a16="http://schemas.microsoft.com/office/drawing/2014/main" id="{213A4FE9-6518-4C8E-8563-9E3260B3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024"/>
              <a:ext cx="10" cy="37"/>
            </a:xfrm>
            <a:custGeom>
              <a:avLst/>
              <a:gdLst>
                <a:gd name="T0" fmla="*/ 63 w 4"/>
                <a:gd name="T1" fmla="*/ 0 h 14"/>
                <a:gd name="T2" fmla="*/ 63 w 4"/>
                <a:gd name="T3" fmla="*/ 259 h 14"/>
                <a:gd name="T4" fmla="*/ 63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0" y="3"/>
                    <a:pt x="0" y="8"/>
                    <a:pt x="4" y="14"/>
                  </a:cubicBezTo>
                  <a:cubicBezTo>
                    <a:pt x="3" y="11"/>
                    <a:pt x="0" y="6"/>
                    <a:pt x="4" y="0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7" name="Freeform 390">
              <a:extLst>
                <a:ext uri="{FF2B5EF4-FFF2-40B4-BE49-F238E27FC236}">
                  <a16:creationId xmlns:a16="http://schemas.microsoft.com/office/drawing/2014/main" id="{D2CE5552-F76A-406E-8990-C4109352C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176"/>
              <a:ext cx="35" cy="11"/>
            </a:xfrm>
            <a:custGeom>
              <a:avLst/>
              <a:gdLst>
                <a:gd name="T0" fmla="*/ 0 w 14"/>
                <a:gd name="T1" fmla="*/ 47 h 4"/>
                <a:gd name="T2" fmla="*/ 220 w 14"/>
                <a:gd name="T3" fmla="*/ 83 h 4"/>
                <a:gd name="T4" fmla="*/ 0 w 1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5" y="0"/>
                    <a:pt x="12" y="1"/>
                    <a:pt x="14" y="4"/>
                  </a:cubicBezTo>
                  <a:cubicBezTo>
                    <a:pt x="12" y="3"/>
                    <a:pt x="5" y="1"/>
                    <a:pt x="0" y="2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8" name="Freeform 391">
              <a:extLst>
                <a:ext uri="{FF2B5EF4-FFF2-40B4-BE49-F238E27FC236}">
                  <a16:creationId xmlns:a16="http://schemas.microsoft.com/office/drawing/2014/main" id="{5D3D4856-833B-4F81-84DC-2C9A9E99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264"/>
              <a:ext cx="56" cy="11"/>
            </a:xfrm>
            <a:custGeom>
              <a:avLst/>
              <a:gdLst>
                <a:gd name="T0" fmla="*/ 0 w 22"/>
                <a:gd name="T1" fmla="*/ 83 h 4"/>
                <a:gd name="T2" fmla="*/ 364 w 22"/>
                <a:gd name="T3" fmla="*/ 83 h 4"/>
                <a:gd name="T4" fmla="*/ 0 w 22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7" y="2"/>
                    <a:pt x="16" y="0"/>
                    <a:pt x="22" y="4"/>
                  </a:cubicBezTo>
                  <a:cubicBezTo>
                    <a:pt x="19" y="2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9" name="Freeform 392">
              <a:extLst>
                <a:ext uri="{FF2B5EF4-FFF2-40B4-BE49-F238E27FC236}">
                  <a16:creationId xmlns:a16="http://schemas.microsoft.com/office/drawing/2014/main" id="{087671FC-7A56-42C0-BB67-B9728964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296"/>
              <a:ext cx="12" cy="51"/>
            </a:xfrm>
            <a:custGeom>
              <a:avLst/>
              <a:gdLst>
                <a:gd name="T0" fmla="*/ 29 w 5"/>
                <a:gd name="T1" fmla="*/ 137 h 19"/>
                <a:gd name="T2" fmla="*/ 70 w 5"/>
                <a:gd name="T3" fmla="*/ 368 h 19"/>
                <a:gd name="T4" fmla="*/ 29 w 5"/>
                <a:gd name="T5" fmla="*/ 252 h 19"/>
                <a:gd name="T6" fmla="*/ 58 w 5"/>
                <a:gd name="T7" fmla="*/ 0 h 19"/>
                <a:gd name="T8" fmla="*/ 29 w 5"/>
                <a:gd name="T9" fmla="*/ 13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9">
                  <a:moveTo>
                    <a:pt x="2" y="7"/>
                  </a:moveTo>
                  <a:cubicBezTo>
                    <a:pt x="2" y="10"/>
                    <a:pt x="3" y="14"/>
                    <a:pt x="5" y="19"/>
                  </a:cubicBezTo>
                  <a:cubicBezTo>
                    <a:pt x="5" y="19"/>
                    <a:pt x="4" y="16"/>
                    <a:pt x="2" y="13"/>
                  </a:cubicBezTo>
                  <a:cubicBezTo>
                    <a:pt x="0" y="8"/>
                    <a:pt x="1" y="4"/>
                    <a:pt x="4" y="0"/>
                  </a:cubicBezTo>
                  <a:cubicBezTo>
                    <a:pt x="3" y="2"/>
                    <a:pt x="2" y="5"/>
                    <a:pt x="2" y="7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0" name="Freeform 393">
              <a:extLst>
                <a:ext uri="{FF2B5EF4-FFF2-40B4-BE49-F238E27FC236}">
                  <a16:creationId xmlns:a16="http://schemas.microsoft.com/office/drawing/2014/main" id="{F5BB51A7-9029-4F32-AD6A-2BA3AF9C8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307"/>
              <a:ext cx="43" cy="13"/>
            </a:xfrm>
            <a:custGeom>
              <a:avLst/>
              <a:gdLst>
                <a:gd name="T0" fmla="*/ 0 w 17"/>
                <a:gd name="T1" fmla="*/ 21 h 5"/>
                <a:gd name="T2" fmla="*/ 276 w 17"/>
                <a:gd name="T3" fmla="*/ 88 h 5"/>
                <a:gd name="T4" fmla="*/ 0 w 1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0" y="1"/>
                  </a:moveTo>
                  <a:cubicBezTo>
                    <a:pt x="4" y="0"/>
                    <a:pt x="14" y="3"/>
                    <a:pt x="17" y="5"/>
                  </a:cubicBezTo>
                  <a:cubicBezTo>
                    <a:pt x="14" y="4"/>
                    <a:pt x="5" y="1"/>
                    <a:pt x="0" y="1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1" name="Freeform 394">
              <a:extLst>
                <a:ext uri="{FF2B5EF4-FFF2-40B4-BE49-F238E27FC236}">
                  <a16:creationId xmlns:a16="http://schemas.microsoft.com/office/drawing/2014/main" id="{114910C5-C1BB-4BCE-91B8-0AB63400A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331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166 w 19"/>
                <a:gd name="T3" fmla="*/ 0 h 6"/>
                <a:gd name="T4" fmla="*/ 287 w 19"/>
                <a:gd name="T5" fmla="*/ 56 h 6"/>
                <a:gd name="T6" fmla="*/ 74 w 19"/>
                <a:gd name="T7" fmla="*/ 35 h 6"/>
                <a:gd name="T8" fmla="*/ 0 w 19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2" y="0"/>
                    <a:pt x="7" y="0"/>
                    <a:pt x="11" y="0"/>
                  </a:cubicBezTo>
                  <a:cubicBezTo>
                    <a:pt x="15" y="1"/>
                    <a:pt x="19" y="3"/>
                    <a:pt x="19" y="3"/>
                  </a:cubicBezTo>
                  <a:cubicBezTo>
                    <a:pt x="14" y="2"/>
                    <a:pt x="8" y="0"/>
                    <a:pt x="5" y="2"/>
                  </a:cubicBezTo>
                  <a:cubicBezTo>
                    <a:pt x="2" y="4"/>
                    <a:pt x="1" y="4"/>
                    <a:pt x="0" y="6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2" name="Freeform 395">
              <a:extLst>
                <a:ext uri="{FF2B5EF4-FFF2-40B4-BE49-F238E27FC236}">
                  <a16:creationId xmlns:a16="http://schemas.microsoft.com/office/drawing/2014/main" id="{CCE80F9B-D492-4BCA-94BE-9149118B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416"/>
              <a:ext cx="38" cy="27"/>
            </a:xfrm>
            <a:custGeom>
              <a:avLst/>
              <a:gdLst>
                <a:gd name="T0" fmla="*/ 0 w 15"/>
                <a:gd name="T1" fmla="*/ 197 h 10"/>
                <a:gd name="T2" fmla="*/ 243 w 15"/>
                <a:gd name="T3" fmla="*/ 38 h 10"/>
                <a:gd name="T4" fmla="*/ 0 w 15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3"/>
                    <a:pt x="6" y="0"/>
                    <a:pt x="15" y="2"/>
                  </a:cubicBezTo>
                  <a:cubicBezTo>
                    <a:pt x="12" y="2"/>
                    <a:pt x="3" y="2"/>
                    <a:pt x="0" y="10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3" name="Freeform 396">
              <a:extLst>
                <a:ext uri="{FF2B5EF4-FFF2-40B4-BE49-F238E27FC236}">
                  <a16:creationId xmlns:a16="http://schemas.microsoft.com/office/drawing/2014/main" id="{6BC24E25-410B-4007-911B-BF10BDE49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403"/>
              <a:ext cx="40" cy="16"/>
            </a:xfrm>
            <a:custGeom>
              <a:avLst/>
              <a:gdLst>
                <a:gd name="T0" fmla="*/ 0 w 16"/>
                <a:gd name="T1" fmla="*/ 115 h 6"/>
                <a:gd name="T2" fmla="*/ 250 w 16"/>
                <a:gd name="T3" fmla="*/ 56 h 6"/>
                <a:gd name="T4" fmla="*/ 0 w 1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3" y="0"/>
                    <a:pt x="11" y="0"/>
                    <a:pt x="16" y="3"/>
                  </a:cubicBezTo>
                  <a:cubicBezTo>
                    <a:pt x="13" y="2"/>
                    <a:pt x="4" y="0"/>
                    <a:pt x="0" y="6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4" name="Freeform 397">
              <a:extLst>
                <a:ext uri="{FF2B5EF4-FFF2-40B4-BE49-F238E27FC236}">
                  <a16:creationId xmlns:a16="http://schemas.microsoft.com/office/drawing/2014/main" id="{1234E6F8-6C25-4F4F-BDD5-D205CA3F6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381"/>
              <a:ext cx="18" cy="38"/>
            </a:xfrm>
            <a:custGeom>
              <a:avLst/>
              <a:gdLst>
                <a:gd name="T0" fmla="*/ 100 w 7"/>
                <a:gd name="T1" fmla="*/ 0 h 14"/>
                <a:gd name="T2" fmla="*/ 54 w 7"/>
                <a:gd name="T3" fmla="*/ 141 h 14"/>
                <a:gd name="T4" fmla="*/ 0 w 7"/>
                <a:gd name="T5" fmla="*/ 280 h 14"/>
                <a:gd name="T6" fmla="*/ 67 w 7"/>
                <a:gd name="T7" fmla="*/ 117 h 14"/>
                <a:gd name="T8" fmla="*/ 118 w 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4" y="1"/>
                    <a:pt x="3" y="4"/>
                    <a:pt x="3" y="7"/>
                  </a:cubicBezTo>
                  <a:cubicBezTo>
                    <a:pt x="2" y="10"/>
                    <a:pt x="0" y="14"/>
                    <a:pt x="0" y="14"/>
                  </a:cubicBezTo>
                  <a:cubicBezTo>
                    <a:pt x="3" y="10"/>
                    <a:pt x="3" y="9"/>
                    <a:pt x="4" y="6"/>
                  </a:cubicBezTo>
                  <a:cubicBezTo>
                    <a:pt x="5" y="3"/>
                    <a:pt x="5" y="1"/>
                    <a:pt x="7" y="0"/>
                  </a:cubicBezTo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5" name="Freeform 398">
              <a:extLst>
                <a:ext uri="{FF2B5EF4-FFF2-40B4-BE49-F238E27FC236}">
                  <a16:creationId xmlns:a16="http://schemas.microsoft.com/office/drawing/2014/main" id="{D76DFFB9-7171-4363-B1A9-959E16F4A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283"/>
              <a:ext cx="10" cy="37"/>
            </a:xfrm>
            <a:custGeom>
              <a:avLst/>
              <a:gdLst>
                <a:gd name="T0" fmla="*/ 50 w 4"/>
                <a:gd name="T1" fmla="*/ 0 h 14"/>
                <a:gd name="T2" fmla="*/ 63 w 4"/>
                <a:gd name="T3" fmla="*/ 259 h 14"/>
                <a:gd name="T4" fmla="*/ 50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0" y="3"/>
                    <a:pt x="0" y="8"/>
                    <a:pt x="4" y="14"/>
                  </a:cubicBezTo>
                  <a:cubicBezTo>
                    <a:pt x="3" y="10"/>
                    <a:pt x="1" y="2"/>
                    <a:pt x="3" y="0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6" name="Freeform 399">
              <a:extLst>
                <a:ext uri="{FF2B5EF4-FFF2-40B4-BE49-F238E27FC236}">
                  <a16:creationId xmlns:a16="http://schemas.microsoft.com/office/drawing/2014/main" id="{8F193A15-224B-4F44-AD8C-596BF5B11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283"/>
              <a:ext cx="68" cy="32"/>
            </a:xfrm>
            <a:custGeom>
              <a:avLst/>
              <a:gdLst>
                <a:gd name="T0" fmla="*/ 242 w 27"/>
                <a:gd name="T1" fmla="*/ 93 h 12"/>
                <a:gd name="T2" fmla="*/ 0 w 27"/>
                <a:gd name="T3" fmla="*/ 227 h 12"/>
                <a:gd name="T4" fmla="*/ 431 w 27"/>
                <a:gd name="T5" fmla="*/ 35 h 12"/>
                <a:gd name="T6" fmla="*/ 242 w 27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2">
                  <a:moveTo>
                    <a:pt x="15" y="5"/>
                  </a:moveTo>
                  <a:cubicBezTo>
                    <a:pt x="8" y="7"/>
                    <a:pt x="1" y="11"/>
                    <a:pt x="0" y="12"/>
                  </a:cubicBezTo>
                  <a:cubicBezTo>
                    <a:pt x="7" y="6"/>
                    <a:pt x="21" y="0"/>
                    <a:pt x="27" y="2"/>
                  </a:cubicBezTo>
                  <a:cubicBezTo>
                    <a:pt x="26" y="2"/>
                    <a:pt x="21" y="3"/>
                    <a:pt x="15" y="5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7" name="Freeform 400">
              <a:extLst>
                <a:ext uri="{FF2B5EF4-FFF2-40B4-BE49-F238E27FC236}">
                  <a16:creationId xmlns:a16="http://schemas.microsoft.com/office/drawing/2014/main" id="{65D70ECA-2DC6-4264-BF1D-F06ED20E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76"/>
              <a:ext cx="50" cy="29"/>
            </a:xfrm>
            <a:custGeom>
              <a:avLst/>
              <a:gdLst>
                <a:gd name="T0" fmla="*/ 0 w 20"/>
                <a:gd name="T1" fmla="*/ 200 h 11"/>
                <a:gd name="T2" fmla="*/ 188 w 20"/>
                <a:gd name="T3" fmla="*/ 0 h 11"/>
                <a:gd name="T4" fmla="*/ 313 w 20"/>
                <a:gd name="T5" fmla="*/ 90 h 11"/>
                <a:gd name="T6" fmla="*/ 113 w 20"/>
                <a:gd name="T7" fmla="*/ 55 h 11"/>
                <a:gd name="T8" fmla="*/ 0 w 20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1" y="5"/>
                    <a:pt x="6" y="0"/>
                    <a:pt x="12" y="0"/>
                  </a:cubicBezTo>
                  <a:cubicBezTo>
                    <a:pt x="19" y="1"/>
                    <a:pt x="20" y="5"/>
                    <a:pt x="20" y="5"/>
                  </a:cubicBezTo>
                  <a:cubicBezTo>
                    <a:pt x="17" y="2"/>
                    <a:pt x="11" y="1"/>
                    <a:pt x="7" y="3"/>
                  </a:cubicBezTo>
                  <a:cubicBezTo>
                    <a:pt x="4" y="6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FDF7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8" name="Freeform 401">
              <a:extLst>
                <a:ext uri="{FF2B5EF4-FFF2-40B4-BE49-F238E27FC236}">
                  <a16:creationId xmlns:a16="http://schemas.microsoft.com/office/drawing/2014/main" id="{4709C142-60E7-4D01-BD64-1B7D3BF86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365"/>
              <a:ext cx="133" cy="139"/>
            </a:xfrm>
            <a:custGeom>
              <a:avLst/>
              <a:gdLst>
                <a:gd name="T0" fmla="*/ 788 w 53"/>
                <a:gd name="T1" fmla="*/ 500 h 52"/>
                <a:gd name="T2" fmla="*/ 713 w 53"/>
                <a:gd name="T3" fmla="*/ 879 h 52"/>
                <a:gd name="T4" fmla="*/ 158 w 53"/>
                <a:gd name="T5" fmla="*/ 687 h 52"/>
                <a:gd name="T6" fmla="*/ 221 w 53"/>
                <a:gd name="T7" fmla="*/ 21 h 52"/>
                <a:gd name="T8" fmla="*/ 409 w 53"/>
                <a:gd name="T9" fmla="*/ 35 h 52"/>
                <a:gd name="T10" fmla="*/ 597 w 53"/>
                <a:gd name="T11" fmla="*/ 307 h 52"/>
                <a:gd name="T12" fmla="*/ 788 w 53"/>
                <a:gd name="T13" fmla="*/ 50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2">
                  <a:moveTo>
                    <a:pt x="50" y="26"/>
                  </a:moveTo>
                  <a:cubicBezTo>
                    <a:pt x="53" y="34"/>
                    <a:pt x="51" y="41"/>
                    <a:pt x="45" y="46"/>
                  </a:cubicBezTo>
                  <a:cubicBezTo>
                    <a:pt x="38" y="52"/>
                    <a:pt x="19" y="49"/>
                    <a:pt x="10" y="36"/>
                  </a:cubicBezTo>
                  <a:cubicBezTo>
                    <a:pt x="0" y="22"/>
                    <a:pt x="1" y="4"/>
                    <a:pt x="14" y="1"/>
                  </a:cubicBezTo>
                  <a:cubicBezTo>
                    <a:pt x="19" y="0"/>
                    <a:pt x="23" y="1"/>
                    <a:pt x="26" y="2"/>
                  </a:cubicBezTo>
                  <a:cubicBezTo>
                    <a:pt x="34" y="7"/>
                    <a:pt x="35" y="12"/>
                    <a:pt x="38" y="16"/>
                  </a:cubicBezTo>
                  <a:cubicBezTo>
                    <a:pt x="42" y="19"/>
                    <a:pt x="49" y="21"/>
                    <a:pt x="50" y="2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9" name="Freeform 402">
              <a:extLst>
                <a:ext uri="{FF2B5EF4-FFF2-40B4-BE49-F238E27FC236}">
                  <a16:creationId xmlns:a16="http://schemas.microsoft.com/office/drawing/2014/main" id="{B23B21DE-AA14-451B-A235-0BE6A2FD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208"/>
              <a:ext cx="168" cy="128"/>
            </a:xfrm>
            <a:custGeom>
              <a:avLst/>
              <a:gdLst>
                <a:gd name="T0" fmla="*/ 880 w 67"/>
                <a:gd name="T1" fmla="*/ 149 h 48"/>
                <a:gd name="T2" fmla="*/ 629 w 67"/>
                <a:gd name="T3" fmla="*/ 760 h 48"/>
                <a:gd name="T4" fmla="*/ 83 w 67"/>
                <a:gd name="T5" fmla="*/ 648 h 48"/>
                <a:gd name="T6" fmla="*/ 208 w 67"/>
                <a:gd name="T7" fmla="*/ 227 h 48"/>
                <a:gd name="T8" fmla="*/ 504 w 67"/>
                <a:gd name="T9" fmla="*/ 136 h 48"/>
                <a:gd name="T10" fmla="*/ 880 w 67"/>
                <a:gd name="T11" fmla="*/ 14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8">
                  <a:moveTo>
                    <a:pt x="56" y="8"/>
                  </a:moveTo>
                  <a:cubicBezTo>
                    <a:pt x="67" y="20"/>
                    <a:pt x="55" y="33"/>
                    <a:pt x="40" y="40"/>
                  </a:cubicBezTo>
                  <a:cubicBezTo>
                    <a:pt x="26" y="48"/>
                    <a:pt x="9" y="44"/>
                    <a:pt x="5" y="34"/>
                  </a:cubicBezTo>
                  <a:cubicBezTo>
                    <a:pt x="0" y="24"/>
                    <a:pt x="7" y="15"/>
                    <a:pt x="13" y="12"/>
                  </a:cubicBezTo>
                  <a:cubicBezTo>
                    <a:pt x="18" y="9"/>
                    <a:pt x="26" y="12"/>
                    <a:pt x="32" y="7"/>
                  </a:cubicBezTo>
                  <a:cubicBezTo>
                    <a:pt x="37" y="1"/>
                    <a:pt x="51" y="0"/>
                    <a:pt x="56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0" name="Freeform 403">
              <a:extLst>
                <a:ext uri="{FF2B5EF4-FFF2-40B4-BE49-F238E27FC236}">
                  <a16:creationId xmlns:a16="http://schemas.microsoft.com/office/drawing/2014/main" id="{F3BB86FB-E612-462D-9533-FD9219648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387"/>
              <a:ext cx="147" cy="114"/>
            </a:xfrm>
            <a:custGeom>
              <a:avLst/>
              <a:gdLst>
                <a:gd name="T0" fmla="*/ 757 w 59"/>
                <a:gd name="T1" fmla="*/ 260 h 43"/>
                <a:gd name="T2" fmla="*/ 446 w 59"/>
                <a:gd name="T3" fmla="*/ 148 h 43"/>
                <a:gd name="T4" fmla="*/ 105 w 59"/>
                <a:gd name="T5" fmla="*/ 133 h 43"/>
                <a:gd name="T6" fmla="*/ 199 w 59"/>
                <a:gd name="T7" fmla="*/ 634 h 43"/>
                <a:gd name="T8" fmla="*/ 665 w 59"/>
                <a:gd name="T9" fmla="*/ 766 h 43"/>
                <a:gd name="T10" fmla="*/ 757 w 59"/>
                <a:gd name="T11" fmla="*/ 26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3">
                  <a:moveTo>
                    <a:pt x="49" y="14"/>
                  </a:moveTo>
                  <a:cubicBezTo>
                    <a:pt x="40" y="11"/>
                    <a:pt x="39" y="15"/>
                    <a:pt x="29" y="8"/>
                  </a:cubicBezTo>
                  <a:cubicBezTo>
                    <a:pt x="19" y="1"/>
                    <a:pt x="14" y="0"/>
                    <a:pt x="7" y="7"/>
                  </a:cubicBezTo>
                  <a:cubicBezTo>
                    <a:pt x="0" y="14"/>
                    <a:pt x="5" y="26"/>
                    <a:pt x="13" y="34"/>
                  </a:cubicBezTo>
                  <a:cubicBezTo>
                    <a:pt x="22" y="41"/>
                    <a:pt x="31" y="43"/>
                    <a:pt x="43" y="41"/>
                  </a:cubicBezTo>
                  <a:cubicBezTo>
                    <a:pt x="59" y="40"/>
                    <a:pt x="59" y="17"/>
                    <a:pt x="49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1" name="Freeform 404">
              <a:extLst>
                <a:ext uri="{FF2B5EF4-FFF2-40B4-BE49-F238E27FC236}">
                  <a16:creationId xmlns:a16="http://schemas.microsoft.com/office/drawing/2014/main" id="{C71232AA-54B2-4B10-8A99-BEB3AAB44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405"/>
              <a:ext cx="155" cy="99"/>
            </a:xfrm>
            <a:custGeom>
              <a:avLst/>
              <a:gdLst>
                <a:gd name="T0" fmla="*/ 33 w 62"/>
                <a:gd name="T1" fmla="*/ 252 h 37"/>
                <a:gd name="T2" fmla="*/ 520 w 62"/>
                <a:gd name="T3" fmla="*/ 688 h 37"/>
                <a:gd name="T4" fmla="*/ 958 w 62"/>
                <a:gd name="T5" fmla="*/ 265 h 37"/>
                <a:gd name="T6" fmla="*/ 720 w 62"/>
                <a:gd name="T7" fmla="*/ 35 h 37"/>
                <a:gd name="T8" fmla="*/ 300 w 62"/>
                <a:gd name="T9" fmla="*/ 56 h 37"/>
                <a:gd name="T10" fmla="*/ 33 w 62"/>
                <a:gd name="T11" fmla="*/ 25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7">
                  <a:moveTo>
                    <a:pt x="2" y="13"/>
                  </a:moveTo>
                  <a:cubicBezTo>
                    <a:pt x="0" y="24"/>
                    <a:pt x="12" y="37"/>
                    <a:pt x="33" y="36"/>
                  </a:cubicBezTo>
                  <a:cubicBezTo>
                    <a:pt x="55" y="35"/>
                    <a:pt x="62" y="21"/>
                    <a:pt x="61" y="14"/>
                  </a:cubicBezTo>
                  <a:cubicBezTo>
                    <a:pt x="59" y="8"/>
                    <a:pt x="55" y="3"/>
                    <a:pt x="46" y="2"/>
                  </a:cubicBezTo>
                  <a:cubicBezTo>
                    <a:pt x="36" y="0"/>
                    <a:pt x="32" y="5"/>
                    <a:pt x="19" y="3"/>
                  </a:cubicBezTo>
                  <a:cubicBezTo>
                    <a:pt x="6" y="1"/>
                    <a:pt x="3" y="6"/>
                    <a:pt x="2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2" name="Freeform 405">
              <a:extLst>
                <a:ext uri="{FF2B5EF4-FFF2-40B4-BE49-F238E27FC236}">
                  <a16:creationId xmlns:a16="http://schemas.microsoft.com/office/drawing/2014/main" id="{B9FBAD67-6225-4DE8-93F4-6DA684E9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301"/>
              <a:ext cx="150" cy="107"/>
            </a:xfrm>
            <a:custGeom>
              <a:avLst/>
              <a:gdLst>
                <a:gd name="T0" fmla="*/ 50 w 60"/>
                <a:gd name="T1" fmla="*/ 286 h 40"/>
                <a:gd name="T2" fmla="*/ 438 w 60"/>
                <a:gd name="T3" fmla="*/ 744 h 40"/>
                <a:gd name="T4" fmla="*/ 925 w 60"/>
                <a:gd name="T5" fmla="*/ 385 h 40"/>
                <a:gd name="T6" fmla="*/ 645 w 60"/>
                <a:gd name="T7" fmla="*/ 209 h 40"/>
                <a:gd name="T8" fmla="*/ 50 w 60"/>
                <a:gd name="T9" fmla="*/ 28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0">
                  <a:moveTo>
                    <a:pt x="3" y="15"/>
                  </a:moveTo>
                  <a:cubicBezTo>
                    <a:pt x="0" y="24"/>
                    <a:pt x="11" y="40"/>
                    <a:pt x="28" y="39"/>
                  </a:cubicBezTo>
                  <a:cubicBezTo>
                    <a:pt x="45" y="39"/>
                    <a:pt x="60" y="30"/>
                    <a:pt x="59" y="20"/>
                  </a:cubicBezTo>
                  <a:cubicBezTo>
                    <a:pt x="57" y="10"/>
                    <a:pt x="48" y="9"/>
                    <a:pt x="41" y="11"/>
                  </a:cubicBezTo>
                  <a:cubicBezTo>
                    <a:pt x="26" y="14"/>
                    <a:pt x="12" y="0"/>
                    <a:pt x="3" y="1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3" name="Freeform 406">
              <a:extLst>
                <a:ext uri="{FF2B5EF4-FFF2-40B4-BE49-F238E27FC236}">
                  <a16:creationId xmlns:a16="http://schemas.microsoft.com/office/drawing/2014/main" id="{8A22B8D3-4657-49C2-8ED5-53C6908D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291"/>
              <a:ext cx="145" cy="144"/>
            </a:xfrm>
            <a:custGeom>
              <a:avLst/>
              <a:gdLst>
                <a:gd name="T0" fmla="*/ 595 w 58"/>
                <a:gd name="T1" fmla="*/ 171 h 54"/>
                <a:gd name="T2" fmla="*/ 83 w 58"/>
                <a:gd name="T3" fmla="*/ 149 h 54"/>
                <a:gd name="T4" fmla="*/ 0 w 58"/>
                <a:gd name="T5" fmla="*/ 264 h 54"/>
                <a:gd name="T6" fmla="*/ 20 w 58"/>
                <a:gd name="T7" fmla="*/ 285 h 54"/>
                <a:gd name="T8" fmla="*/ 158 w 58"/>
                <a:gd name="T9" fmla="*/ 456 h 54"/>
                <a:gd name="T10" fmla="*/ 145 w 58"/>
                <a:gd name="T11" fmla="*/ 547 h 54"/>
                <a:gd name="T12" fmla="*/ 363 w 58"/>
                <a:gd name="T13" fmla="*/ 797 h 54"/>
                <a:gd name="T14" fmla="*/ 750 w 58"/>
                <a:gd name="T15" fmla="*/ 797 h 54"/>
                <a:gd name="T16" fmla="*/ 595 w 58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54">
                  <a:moveTo>
                    <a:pt x="38" y="9"/>
                  </a:moveTo>
                  <a:cubicBezTo>
                    <a:pt x="25" y="0"/>
                    <a:pt x="13" y="1"/>
                    <a:pt x="5" y="8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5" y="16"/>
                    <a:pt x="9" y="18"/>
                    <a:pt x="10" y="24"/>
                  </a:cubicBezTo>
                  <a:cubicBezTo>
                    <a:pt x="10" y="26"/>
                    <a:pt x="10" y="27"/>
                    <a:pt x="9" y="29"/>
                  </a:cubicBezTo>
                  <a:cubicBezTo>
                    <a:pt x="17" y="28"/>
                    <a:pt x="21" y="39"/>
                    <a:pt x="23" y="42"/>
                  </a:cubicBezTo>
                  <a:cubicBezTo>
                    <a:pt x="25" y="44"/>
                    <a:pt x="38" y="54"/>
                    <a:pt x="48" y="42"/>
                  </a:cubicBezTo>
                  <a:cubicBezTo>
                    <a:pt x="58" y="29"/>
                    <a:pt x="50" y="18"/>
                    <a:pt x="38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4" name="Freeform 407">
              <a:extLst>
                <a:ext uri="{FF2B5EF4-FFF2-40B4-BE49-F238E27FC236}">
                  <a16:creationId xmlns:a16="http://schemas.microsoft.com/office/drawing/2014/main" id="{5DF0AB87-5E7C-49A1-8193-FE9A64A24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275"/>
              <a:ext cx="90" cy="170"/>
            </a:xfrm>
            <a:custGeom>
              <a:avLst/>
              <a:gdLst>
                <a:gd name="T0" fmla="*/ 0 w 36"/>
                <a:gd name="T1" fmla="*/ 319 h 64"/>
                <a:gd name="T2" fmla="*/ 83 w 36"/>
                <a:gd name="T3" fmla="*/ 677 h 64"/>
                <a:gd name="T4" fmla="*/ 238 w 36"/>
                <a:gd name="T5" fmla="*/ 1142 h 64"/>
                <a:gd name="T6" fmla="*/ 550 w 36"/>
                <a:gd name="T7" fmla="*/ 622 h 64"/>
                <a:gd name="T8" fmla="*/ 238 w 36"/>
                <a:gd name="T9" fmla="*/ 0 h 64"/>
                <a:gd name="T10" fmla="*/ 0 w 36"/>
                <a:gd name="T11" fmla="*/ 319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64">
                  <a:moveTo>
                    <a:pt x="0" y="17"/>
                  </a:moveTo>
                  <a:cubicBezTo>
                    <a:pt x="1" y="26"/>
                    <a:pt x="6" y="31"/>
                    <a:pt x="5" y="36"/>
                  </a:cubicBezTo>
                  <a:cubicBezTo>
                    <a:pt x="5" y="42"/>
                    <a:pt x="0" y="57"/>
                    <a:pt x="15" y="61"/>
                  </a:cubicBezTo>
                  <a:cubicBezTo>
                    <a:pt x="29" y="64"/>
                    <a:pt x="35" y="49"/>
                    <a:pt x="35" y="33"/>
                  </a:cubicBezTo>
                  <a:cubicBezTo>
                    <a:pt x="36" y="16"/>
                    <a:pt x="26" y="0"/>
                    <a:pt x="15" y="0"/>
                  </a:cubicBezTo>
                  <a:cubicBezTo>
                    <a:pt x="5" y="0"/>
                    <a:pt x="0" y="8"/>
                    <a:pt x="0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5" name="Freeform 408">
              <a:extLst>
                <a:ext uri="{FF2B5EF4-FFF2-40B4-BE49-F238E27FC236}">
                  <a16:creationId xmlns:a16="http://schemas.microsoft.com/office/drawing/2014/main" id="{BB8BBDE8-F8C4-4567-ADE4-6AF2EB58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368"/>
              <a:ext cx="166" cy="136"/>
            </a:xfrm>
            <a:custGeom>
              <a:avLst/>
              <a:gdLst>
                <a:gd name="T0" fmla="*/ 714 w 66"/>
                <a:gd name="T1" fmla="*/ 0 h 51"/>
                <a:gd name="T2" fmla="*/ 589 w 66"/>
                <a:gd name="T3" fmla="*/ 21 h 51"/>
                <a:gd name="T4" fmla="*/ 272 w 66"/>
                <a:gd name="T5" fmla="*/ 491 h 51"/>
                <a:gd name="T6" fmla="*/ 146 w 66"/>
                <a:gd name="T7" fmla="*/ 397 h 51"/>
                <a:gd name="T8" fmla="*/ 126 w 66"/>
                <a:gd name="T9" fmla="*/ 419 h 51"/>
                <a:gd name="T10" fmla="*/ 189 w 66"/>
                <a:gd name="T11" fmla="*/ 875 h 51"/>
                <a:gd name="T12" fmla="*/ 543 w 66"/>
                <a:gd name="T13" fmla="*/ 797 h 51"/>
                <a:gd name="T14" fmla="*/ 873 w 66"/>
                <a:gd name="T15" fmla="*/ 648 h 51"/>
                <a:gd name="T16" fmla="*/ 1031 w 66"/>
                <a:gd name="T17" fmla="*/ 307 h 51"/>
                <a:gd name="T18" fmla="*/ 714 w 66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51">
                  <a:moveTo>
                    <a:pt x="45" y="0"/>
                  </a:moveTo>
                  <a:cubicBezTo>
                    <a:pt x="42" y="0"/>
                    <a:pt x="40" y="0"/>
                    <a:pt x="37" y="1"/>
                  </a:cubicBezTo>
                  <a:cubicBezTo>
                    <a:pt x="36" y="16"/>
                    <a:pt x="31" y="28"/>
                    <a:pt x="17" y="26"/>
                  </a:cubicBezTo>
                  <a:cubicBezTo>
                    <a:pt x="13" y="25"/>
                    <a:pt x="10" y="23"/>
                    <a:pt x="9" y="2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0" y="32"/>
                    <a:pt x="4" y="40"/>
                    <a:pt x="12" y="46"/>
                  </a:cubicBezTo>
                  <a:cubicBezTo>
                    <a:pt x="21" y="51"/>
                    <a:pt x="27" y="48"/>
                    <a:pt x="34" y="42"/>
                  </a:cubicBezTo>
                  <a:cubicBezTo>
                    <a:pt x="42" y="36"/>
                    <a:pt x="46" y="38"/>
                    <a:pt x="55" y="34"/>
                  </a:cubicBezTo>
                  <a:cubicBezTo>
                    <a:pt x="65" y="31"/>
                    <a:pt x="66" y="26"/>
                    <a:pt x="65" y="16"/>
                  </a:cubicBezTo>
                  <a:cubicBezTo>
                    <a:pt x="64" y="6"/>
                    <a:pt x="58" y="1"/>
                    <a:pt x="4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6" name="Freeform 409">
              <a:extLst>
                <a:ext uri="{FF2B5EF4-FFF2-40B4-BE49-F238E27FC236}">
                  <a16:creationId xmlns:a16="http://schemas.microsoft.com/office/drawing/2014/main" id="{9AE963F8-6194-4D13-BD21-2BEE2C5BC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269"/>
              <a:ext cx="95" cy="155"/>
            </a:xfrm>
            <a:custGeom>
              <a:avLst/>
              <a:gdLst>
                <a:gd name="T0" fmla="*/ 208 w 38"/>
                <a:gd name="T1" fmla="*/ 0 h 58"/>
                <a:gd name="T2" fmla="*/ 125 w 38"/>
                <a:gd name="T3" fmla="*/ 492 h 58"/>
                <a:gd name="T4" fmla="*/ 283 w 38"/>
                <a:gd name="T5" fmla="*/ 1050 h 58"/>
                <a:gd name="T6" fmla="*/ 563 w 38"/>
                <a:gd name="T7" fmla="*/ 513 h 58"/>
                <a:gd name="T8" fmla="*/ 208 w 3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8">
                  <a:moveTo>
                    <a:pt x="13" y="0"/>
                  </a:moveTo>
                  <a:cubicBezTo>
                    <a:pt x="0" y="0"/>
                    <a:pt x="1" y="11"/>
                    <a:pt x="8" y="26"/>
                  </a:cubicBezTo>
                  <a:cubicBezTo>
                    <a:pt x="12" y="34"/>
                    <a:pt x="5" y="52"/>
                    <a:pt x="18" y="55"/>
                  </a:cubicBezTo>
                  <a:cubicBezTo>
                    <a:pt x="31" y="58"/>
                    <a:pt x="38" y="40"/>
                    <a:pt x="36" y="27"/>
                  </a:cubicBezTo>
                  <a:cubicBezTo>
                    <a:pt x="33" y="9"/>
                    <a:pt x="22" y="0"/>
                    <a:pt x="13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7" name="Freeform 410">
              <a:extLst>
                <a:ext uri="{FF2B5EF4-FFF2-40B4-BE49-F238E27FC236}">
                  <a16:creationId xmlns:a16="http://schemas.microsoft.com/office/drawing/2014/main" id="{7328C28E-C9A6-4163-AE56-8D0D9BADF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189"/>
              <a:ext cx="167" cy="112"/>
            </a:xfrm>
            <a:custGeom>
              <a:avLst/>
              <a:gdLst>
                <a:gd name="T0" fmla="*/ 229 w 67"/>
                <a:gd name="T1" fmla="*/ 192 h 42"/>
                <a:gd name="T2" fmla="*/ 105 w 67"/>
                <a:gd name="T3" fmla="*/ 661 h 42"/>
                <a:gd name="T4" fmla="*/ 528 w 67"/>
                <a:gd name="T5" fmla="*/ 661 h 42"/>
                <a:gd name="T6" fmla="*/ 820 w 67"/>
                <a:gd name="T7" fmla="*/ 568 h 42"/>
                <a:gd name="T8" fmla="*/ 870 w 67"/>
                <a:gd name="T9" fmla="*/ 77 h 42"/>
                <a:gd name="T10" fmla="*/ 633 w 67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2">
                  <a:moveTo>
                    <a:pt x="15" y="10"/>
                  </a:moveTo>
                  <a:cubicBezTo>
                    <a:pt x="0" y="15"/>
                    <a:pt x="1" y="31"/>
                    <a:pt x="7" y="35"/>
                  </a:cubicBezTo>
                  <a:cubicBezTo>
                    <a:pt x="15" y="42"/>
                    <a:pt x="26" y="42"/>
                    <a:pt x="34" y="35"/>
                  </a:cubicBezTo>
                  <a:cubicBezTo>
                    <a:pt x="41" y="29"/>
                    <a:pt x="42" y="34"/>
                    <a:pt x="53" y="30"/>
                  </a:cubicBezTo>
                  <a:cubicBezTo>
                    <a:pt x="64" y="27"/>
                    <a:pt x="67" y="12"/>
                    <a:pt x="56" y="4"/>
                  </a:cubicBezTo>
                  <a:cubicBezTo>
                    <a:pt x="50" y="0"/>
                    <a:pt x="41" y="0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8" name="Freeform 411">
              <a:extLst>
                <a:ext uri="{FF2B5EF4-FFF2-40B4-BE49-F238E27FC236}">
                  <a16:creationId xmlns:a16="http://schemas.microsoft.com/office/drawing/2014/main" id="{1BEC98D4-1E38-4903-829F-86C515B04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267"/>
              <a:ext cx="211" cy="152"/>
            </a:xfrm>
            <a:custGeom>
              <a:avLst/>
              <a:gdLst>
                <a:gd name="T0" fmla="*/ 651 w 84"/>
                <a:gd name="T1" fmla="*/ 192 h 57"/>
                <a:gd name="T2" fmla="*/ 304 w 84"/>
                <a:gd name="T3" fmla="*/ 968 h 57"/>
                <a:gd name="T4" fmla="*/ 651 w 84"/>
                <a:gd name="T5" fmla="*/ 888 h 57"/>
                <a:gd name="T6" fmla="*/ 902 w 84"/>
                <a:gd name="T7" fmla="*/ 704 h 57"/>
                <a:gd name="T8" fmla="*/ 1093 w 84"/>
                <a:gd name="T9" fmla="*/ 149 h 57"/>
                <a:gd name="T10" fmla="*/ 651 w 84"/>
                <a:gd name="T11" fmla="*/ 19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7">
                  <a:moveTo>
                    <a:pt x="41" y="10"/>
                  </a:moveTo>
                  <a:cubicBezTo>
                    <a:pt x="30" y="17"/>
                    <a:pt x="0" y="36"/>
                    <a:pt x="19" y="51"/>
                  </a:cubicBezTo>
                  <a:cubicBezTo>
                    <a:pt x="26" y="57"/>
                    <a:pt x="36" y="52"/>
                    <a:pt x="41" y="47"/>
                  </a:cubicBezTo>
                  <a:cubicBezTo>
                    <a:pt x="47" y="43"/>
                    <a:pt x="51" y="37"/>
                    <a:pt x="57" y="37"/>
                  </a:cubicBezTo>
                  <a:cubicBezTo>
                    <a:pt x="72" y="37"/>
                    <a:pt x="84" y="21"/>
                    <a:pt x="69" y="8"/>
                  </a:cubicBezTo>
                  <a:cubicBezTo>
                    <a:pt x="60" y="0"/>
                    <a:pt x="48" y="6"/>
                    <a:pt x="41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9" name="Freeform 412">
              <a:extLst>
                <a:ext uri="{FF2B5EF4-FFF2-40B4-BE49-F238E27FC236}">
                  <a16:creationId xmlns:a16="http://schemas.microsoft.com/office/drawing/2014/main" id="{9C0DC350-9431-4A32-8D82-6105EF05C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165"/>
              <a:ext cx="107" cy="155"/>
            </a:xfrm>
            <a:custGeom>
              <a:avLst/>
              <a:gdLst>
                <a:gd name="T0" fmla="*/ 465 w 43"/>
                <a:gd name="T1" fmla="*/ 957 h 58"/>
                <a:gd name="T2" fmla="*/ 587 w 43"/>
                <a:gd name="T3" fmla="*/ 534 h 58"/>
                <a:gd name="T4" fmla="*/ 383 w 43"/>
                <a:gd name="T5" fmla="*/ 21 h 58"/>
                <a:gd name="T6" fmla="*/ 42 w 43"/>
                <a:gd name="T7" fmla="*/ 363 h 58"/>
                <a:gd name="T8" fmla="*/ 30 w 43"/>
                <a:gd name="T9" fmla="*/ 786 h 58"/>
                <a:gd name="T10" fmla="*/ 229 w 43"/>
                <a:gd name="T11" fmla="*/ 1106 h 58"/>
                <a:gd name="T12" fmla="*/ 279 w 43"/>
                <a:gd name="T13" fmla="*/ 1106 h 58"/>
                <a:gd name="T14" fmla="*/ 508 w 43"/>
                <a:gd name="T15" fmla="*/ 1050 h 58"/>
                <a:gd name="T16" fmla="*/ 465 w 43"/>
                <a:gd name="T17" fmla="*/ 957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58">
                  <a:moveTo>
                    <a:pt x="30" y="50"/>
                  </a:moveTo>
                  <a:cubicBezTo>
                    <a:pt x="25" y="40"/>
                    <a:pt x="32" y="31"/>
                    <a:pt x="38" y="28"/>
                  </a:cubicBezTo>
                  <a:cubicBezTo>
                    <a:pt x="43" y="19"/>
                    <a:pt x="37" y="3"/>
                    <a:pt x="25" y="1"/>
                  </a:cubicBezTo>
                  <a:cubicBezTo>
                    <a:pt x="13" y="0"/>
                    <a:pt x="6" y="12"/>
                    <a:pt x="3" y="19"/>
                  </a:cubicBezTo>
                  <a:cubicBezTo>
                    <a:pt x="2" y="23"/>
                    <a:pt x="0" y="32"/>
                    <a:pt x="2" y="41"/>
                  </a:cubicBezTo>
                  <a:cubicBezTo>
                    <a:pt x="7" y="44"/>
                    <a:pt x="12" y="49"/>
                    <a:pt x="15" y="58"/>
                  </a:cubicBezTo>
                  <a:cubicBezTo>
                    <a:pt x="16" y="58"/>
                    <a:pt x="17" y="58"/>
                    <a:pt x="18" y="58"/>
                  </a:cubicBezTo>
                  <a:cubicBezTo>
                    <a:pt x="26" y="58"/>
                    <a:pt x="30" y="57"/>
                    <a:pt x="33" y="55"/>
                  </a:cubicBezTo>
                  <a:cubicBezTo>
                    <a:pt x="32" y="54"/>
                    <a:pt x="30" y="52"/>
                    <a:pt x="30" y="5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0" name="Freeform 413">
              <a:extLst>
                <a:ext uri="{FF2B5EF4-FFF2-40B4-BE49-F238E27FC236}">
                  <a16:creationId xmlns:a16="http://schemas.microsoft.com/office/drawing/2014/main" id="{B1E9054D-5DB2-4912-8020-1CAAE8E71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123"/>
              <a:ext cx="135" cy="162"/>
            </a:xfrm>
            <a:custGeom>
              <a:avLst/>
              <a:gdLst>
                <a:gd name="T0" fmla="*/ 645 w 54"/>
                <a:gd name="T1" fmla="*/ 656 h 61"/>
                <a:gd name="T2" fmla="*/ 845 w 54"/>
                <a:gd name="T3" fmla="*/ 353 h 61"/>
                <a:gd name="T4" fmla="*/ 533 w 54"/>
                <a:gd name="T5" fmla="*/ 133 h 61"/>
                <a:gd name="T6" fmla="*/ 313 w 54"/>
                <a:gd name="T7" fmla="*/ 451 h 61"/>
                <a:gd name="T8" fmla="*/ 0 w 54"/>
                <a:gd name="T9" fmla="*/ 805 h 61"/>
                <a:gd name="T10" fmla="*/ 438 w 54"/>
                <a:gd name="T11" fmla="*/ 1030 h 61"/>
                <a:gd name="T12" fmla="*/ 613 w 54"/>
                <a:gd name="T13" fmla="*/ 937 h 61"/>
                <a:gd name="T14" fmla="*/ 645 w 54"/>
                <a:gd name="T15" fmla="*/ 65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1">
                  <a:moveTo>
                    <a:pt x="41" y="35"/>
                  </a:moveTo>
                  <a:cubicBezTo>
                    <a:pt x="43" y="30"/>
                    <a:pt x="47" y="22"/>
                    <a:pt x="54" y="19"/>
                  </a:cubicBezTo>
                  <a:cubicBezTo>
                    <a:pt x="52" y="10"/>
                    <a:pt x="42" y="0"/>
                    <a:pt x="34" y="7"/>
                  </a:cubicBezTo>
                  <a:cubicBezTo>
                    <a:pt x="24" y="15"/>
                    <a:pt x="27" y="18"/>
                    <a:pt x="20" y="24"/>
                  </a:cubicBezTo>
                  <a:cubicBezTo>
                    <a:pt x="13" y="29"/>
                    <a:pt x="1" y="30"/>
                    <a:pt x="0" y="43"/>
                  </a:cubicBezTo>
                  <a:cubicBezTo>
                    <a:pt x="0" y="56"/>
                    <a:pt x="14" y="61"/>
                    <a:pt x="28" y="55"/>
                  </a:cubicBezTo>
                  <a:cubicBezTo>
                    <a:pt x="33" y="53"/>
                    <a:pt x="37" y="51"/>
                    <a:pt x="39" y="50"/>
                  </a:cubicBezTo>
                  <a:cubicBezTo>
                    <a:pt x="39" y="43"/>
                    <a:pt x="40" y="38"/>
                    <a:pt x="41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1" name="Freeform 414">
              <a:extLst>
                <a:ext uri="{FF2B5EF4-FFF2-40B4-BE49-F238E27FC236}">
                  <a16:creationId xmlns:a16="http://schemas.microsoft.com/office/drawing/2014/main" id="{D487E464-5B4D-4E20-9C0E-A4F6BFC21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171"/>
              <a:ext cx="80" cy="40"/>
            </a:xfrm>
            <a:custGeom>
              <a:avLst/>
              <a:gdLst>
                <a:gd name="T0" fmla="*/ 0 w 32"/>
                <a:gd name="T1" fmla="*/ 149 h 15"/>
                <a:gd name="T2" fmla="*/ 500 w 3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">
                  <a:moveTo>
                    <a:pt x="0" y="8"/>
                  </a:moveTo>
                  <a:cubicBezTo>
                    <a:pt x="8" y="0"/>
                    <a:pt x="29" y="7"/>
                    <a:pt x="32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2" name="Freeform 415">
              <a:extLst>
                <a:ext uri="{FF2B5EF4-FFF2-40B4-BE49-F238E27FC236}">
                  <a16:creationId xmlns:a16="http://schemas.microsoft.com/office/drawing/2014/main" id="{CBD8FEB3-D682-4A59-84F8-15B2C334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104"/>
              <a:ext cx="135" cy="120"/>
            </a:xfrm>
            <a:custGeom>
              <a:avLst/>
              <a:gdLst>
                <a:gd name="T0" fmla="*/ 50 w 54"/>
                <a:gd name="T1" fmla="*/ 376 h 45"/>
                <a:gd name="T2" fmla="*/ 33 w 54"/>
                <a:gd name="T3" fmla="*/ 648 h 45"/>
                <a:gd name="T4" fmla="*/ 595 w 54"/>
                <a:gd name="T5" fmla="*/ 704 h 45"/>
                <a:gd name="T6" fmla="*/ 750 w 54"/>
                <a:gd name="T7" fmla="*/ 205 h 45"/>
                <a:gd name="T8" fmla="*/ 375 w 54"/>
                <a:gd name="T9" fmla="*/ 248 h 45"/>
                <a:gd name="T10" fmla="*/ 50 w 54"/>
                <a:gd name="T11" fmla="*/ 376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45">
                  <a:moveTo>
                    <a:pt x="3" y="20"/>
                  </a:moveTo>
                  <a:cubicBezTo>
                    <a:pt x="0" y="24"/>
                    <a:pt x="0" y="30"/>
                    <a:pt x="2" y="34"/>
                  </a:cubicBezTo>
                  <a:cubicBezTo>
                    <a:pt x="4" y="45"/>
                    <a:pt x="26" y="42"/>
                    <a:pt x="38" y="37"/>
                  </a:cubicBezTo>
                  <a:cubicBezTo>
                    <a:pt x="50" y="31"/>
                    <a:pt x="54" y="18"/>
                    <a:pt x="48" y="11"/>
                  </a:cubicBezTo>
                  <a:cubicBezTo>
                    <a:pt x="38" y="0"/>
                    <a:pt x="29" y="12"/>
                    <a:pt x="24" y="13"/>
                  </a:cubicBezTo>
                  <a:cubicBezTo>
                    <a:pt x="19" y="15"/>
                    <a:pt x="6" y="17"/>
                    <a:pt x="3" y="2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3" name="Freeform 416">
              <a:extLst>
                <a:ext uri="{FF2B5EF4-FFF2-40B4-BE49-F238E27FC236}">
                  <a16:creationId xmlns:a16="http://schemas.microsoft.com/office/drawing/2014/main" id="{D74D69B8-C609-44D7-AA0C-BC67FED16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069"/>
              <a:ext cx="128" cy="115"/>
            </a:xfrm>
            <a:custGeom>
              <a:avLst/>
              <a:gdLst>
                <a:gd name="T0" fmla="*/ 20 w 51"/>
                <a:gd name="T1" fmla="*/ 572 h 43"/>
                <a:gd name="T2" fmla="*/ 459 w 51"/>
                <a:gd name="T3" fmla="*/ 765 h 43"/>
                <a:gd name="T4" fmla="*/ 806 w 51"/>
                <a:gd name="T5" fmla="*/ 265 h 43"/>
                <a:gd name="T6" fmla="*/ 472 w 51"/>
                <a:gd name="T7" fmla="*/ 56 h 43"/>
                <a:gd name="T8" fmla="*/ 251 w 51"/>
                <a:gd name="T9" fmla="*/ 230 h 43"/>
                <a:gd name="T10" fmla="*/ 20 w 51"/>
                <a:gd name="T11" fmla="*/ 57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1" y="30"/>
                  </a:moveTo>
                  <a:cubicBezTo>
                    <a:pt x="4" y="43"/>
                    <a:pt x="18" y="42"/>
                    <a:pt x="29" y="40"/>
                  </a:cubicBezTo>
                  <a:cubicBezTo>
                    <a:pt x="39" y="37"/>
                    <a:pt x="51" y="28"/>
                    <a:pt x="51" y="14"/>
                  </a:cubicBezTo>
                  <a:cubicBezTo>
                    <a:pt x="51" y="1"/>
                    <a:pt x="36" y="0"/>
                    <a:pt x="30" y="3"/>
                  </a:cubicBezTo>
                  <a:cubicBezTo>
                    <a:pt x="25" y="5"/>
                    <a:pt x="24" y="10"/>
                    <a:pt x="16" y="12"/>
                  </a:cubicBezTo>
                  <a:cubicBezTo>
                    <a:pt x="5" y="16"/>
                    <a:pt x="0" y="24"/>
                    <a:pt x="1" y="3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4" name="Freeform 417">
              <a:extLst>
                <a:ext uri="{FF2B5EF4-FFF2-40B4-BE49-F238E27FC236}">
                  <a16:creationId xmlns:a16="http://schemas.microsoft.com/office/drawing/2014/main" id="{10EC72F3-28EF-47CC-8A99-4718F47A7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248"/>
              <a:ext cx="118" cy="120"/>
            </a:xfrm>
            <a:custGeom>
              <a:avLst/>
              <a:gdLst>
                <a:gd name="T0" fmla="*/ 0 w 47"/>
                <a:gd name="T1" fmla="*/ 307 h 45"/>
                <a:gd name="T2" fmla="*/ 630 w 47"/>
                <a:gd name="T3" fmla="*/ 171 h 45"/>
                <a:gd name="T4" fmla="*/ 630 w 47"/>
                <a:gd name="T5" fmla="*/ 589 h 45"/>
                <a:gd name="T6" fmla="*/ 346 w 47"/>
                <a:gd name="T7" fmla="*/ 717 h 45"/>
                <a:gd name="T8" fmla="*/ 304 w 47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0" y="16"/>
                  </a:moveTo>
                  <a:cubicBezTo>
                    <a:pt x="9" y="4"/>
                    <a:pt x="33" y="0"/>
                    <a:pt x="40" y="9"/>
                  </a:cubicBezTo>
                  <a:cubicBezTo>
                    <a:pt x="47" y="17"/>
                    <a:pt x="45" y="24"/>
                    <a:pt x="40" y="31"/>
                  </a:cubicBezTo>
                  <a:cubicBezTo>
                    <a:pt x="36" y="37"/>
                    <a:pt x="25" y="35"/>
                    <a:pt x="22" y="38"/>
                  </a:cubicBezTo>
                  <a:cubicBezTo>
                    <a:pt x="20" y="41"/>
                    <a:pt x="19" y="45"/>
                    <a:pt x="19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5" name="Freeform 418">
              <a:extLst>
                <a:ext uri="{FF2B5EF4-FFF2-40B4-BE49-F238E27FC236}">
                  <a16:creationId xmlns:a16="http://schemas.microsoft.com/office/drawing/2014/main" id="{FE6E1830-FECE-4F37-A824-9EC6C78C7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160"/>
              <a:ext cx="83" cy="99"/>
            </a:xfrm>
            <a:custGeom>
              <a:avLst/>
              <a:gdLst>
                <a:gd name="T0" fmla="*/ 0 w 33"/>
                <a:gd name="T1" fmla="*/ 265 h 37"/>
                <a:gd name="T2" fmla="*/ 410 w 33"/>
                <a:gd name="T3" fmla="*/ 171 h 37"/>
                <a:gd name="T4" fmla="*/ 475 w 33"/>
                <a:gd name="T5" fmla="*/ 70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7">
                  <a:moveTo>
                    <a:pt x="0" y="14"/>
                  </a:moveTo>
                  <a:cubicBezTo>
                    <a:pt x="2" y="4"/>
                    <a:pt x="18" y="0"/>
                    <a:pt x="26" y="9"/>
                  </a:cubicBezTo>
                  <a:cubicBezTo>
                    <a:pt x="32" y="15"/>
                    <a:pt x="33" y="32"/>
                    <a:pt x="30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6" name="Freeform 419">
              <a:extLst>
                <a:ext uri="{FF2B5EF4-FFF2-40B4-BE49-F238E27FC236}">
                  <a16:creationId xmlns:a16="http://schemas.microsoft.com/office/drawing/2014/main" id="{5AFA9FC3-2706-41C6-B8ED-0FCD935AF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000"/>
              <a:ext cx="115" cy="136"/>
            </a:xfrm>
            <a:custGeom>
              <a:avLst/>
              <a:gdLst>
                <a:gd name="T0" fmla="*/ 708 w 46"/>
                <a:gd name="T1" fmla="*/ 661 h 51"/>
                <a:gd name="T2" fmla="*/ 238 w 46"/>
                <a:gd name="T3" fmla="*/ 77 h 51"/>
                <a:gd name="T4" fmla="*/ 220 w 46"/>
                <a:gd name="T5" fmla="*/ 568 h 51"/>
                <a:gd name="T6" fmla="*/ 425 w 46"/>
                <a:gd name="T7" fmla="*/ 888 h 51"/>
                <a:gd name="T8" fmla="*/ 708 w 46"/>
                <a:gd name="T9" fmla="*/ 6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1">
                  <a:moveTo>
                    <a:pt x="45" y="35"/>
                  </a:moveTo>
                  <a:cubicBezTo>
                    <a:pt x="46" y="26"/>
                    <a:pt x="30" y="0"/>
                    <a:pt x="15" y="4"/>
                  </a:cubicBezTo>
                  <a:cubicBezTo>
                    <a:pt x="0" y="8"/>
                    <a:pt x="2" y="20"/>
                    <a:pt x="14" y="30"/>
                  </a:cubicBezTo>
                  <a:cubicBezTo>
                    <a:pt x="23" y="37"/>
                    <a:pt x="23" y="45"/>
                    <a:pt x="27" y="47"/>
                  </a:cubicBezTo>
                  <a:cubicBezTo>
                    <a:pt x="33" y="50"/>
                    <a:pt x="44" y="51"/>
                    <a:pt x="45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7" name="Freeform 420">
              <a:extLst>
                <a:ext uri="{FF2B5EF4-FFF2-40B4-BE49-F238E27FC236}">
                  <a16:creationId xmlns:a16="http://schemas.microsoft.com/office/drawing/2014/main" id="{2A33331E-D29B-42C9-A667-1589D96A4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077"/>
              <a:ext cx="88" cy="67"/>
            </a:xfrm>
            <a:custGeom>
              <a:avLst/>
              <a:gdLst>
                <a:gd name="T0" fmla="*/ 20 w 35"/>
                <a:gd name="T1" fmla="*/ 482 h 25"/>
                <a:gd name="T2" fmla="*/ 556 w 35"/>
                <a:gd name="T3" fmla="*/ 33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5">
                  <a:moveTo>
                    <a:pt x="1" y="25"/>
                  </a:moveTo>
                  <a:cubicBezTo>
                    <a:pt x="0" y="10"/>
                    <a:pt x="26" y="0"/>
                    <a:pt x="35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8" name="Freeform 421">
              <a:extLst>
                <a:ext uri="{FF2B5EF4-FFF2-40B4-BE49-F238E27FC236}">
                  <a16:creationId xmlns:a16="http://schemas.microsoft.com/office/drawing/2014/main" id="{17C9CAD7-2CF2-49BB-A2AD-2F9379C01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267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3"/>
                    <a:pt x="4" y="6"/>
                    <a:pt x="4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9" name="Freeform 422">
              <a:extLst>
                <a:ext uri="{FF2B5EF4-FFF2-40B4-BE49-F238E27FC236}">
                  <a16:creationId xmlns:a16="http://schemas.microsoft.com/office/drawing/2014/main" id="{63F06949-567A-477E-AA65-B357F0D4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269"/>
              <a:ext cx="3" cy="6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9" name="pink-bowl-of-green-beans">
            <a:extLst>
              <a:ext uri="{FF2B5EF4-FFF2-40B4-BE49-F238E27FC236}">
                <a16:creationId xmlns:a16="http://schemas.microsoft.com/office/drawing/2014/main" id="{3B3FF746-BE7C-4F77-A32B-F8F6ADDDD627}"/>
              </a:ext>
            </a:extLst>
          </p:cNvPr>
          <p:cNvGrpSpPr>
            <a:grpSpLocks/>
          </p:cNvGrpSpPr>
          <p:nvPr/>
        </p:nvGrpSpPr>
        <p:grpSpPr bwMode="auto">
          <a:xfrm>
            <a:off x="2201863" y="2287588"/>
            <a:ext cx="3305175" cy="3249612"/>
            <a:chOff x="2156" y="1449"/>
            <a:chExt cx="1448" cy="1424"/>
          </a:xfrm>
        </p:grpSpPr>
        <p:grpSp>
          <p:nvGrpSpPr>
            <p:cNvPr id="16390" name="Group 424">
              <a:extLst>
                <a:ext uri="{FF2B5EF4-FFF2-40B4-BE49-F238E27FC236}">
                  <a16:creationId xmlns:a16="http://schemas.microsoft.com/office/drawing/2014/main" id="{55235979-232C-43EC-B455-2B9C704447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6" y="1449"/>
              <a:ext cx="1448" cy="1424"/>
              <a:chOff x="2156" y="1449"/>
              <a:chExt cx="1448" cy="1424"/>
            </a:xfrm>
          </p:grpSpPr>
          <p:sp>
            <p:nvSpPr>
              <p:cNvPr id="16420" name="Freeform 425">
                <a:extLst>
                  <a:ext uri="{FF2B5EF4-FFF2-40B4-BE49-F238E27FC236}">
                    <a16:creationId xmlns:a16="http://schemas.microsoft.com/office/drawing/2014/main" id="{4DFC3CE4-2EFD-4A77-A163-086B84E2F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209"/>
                <a:ext cx="1354" cy="664"/>
              </a:xfrm>
              <a:custGeom>
                <a:avLst/>
                <a:gdLst>
                  <a:gd name="T0" fmla="*/ 3934 w 541"/>
                  <a:gd name="T1" fmla="*/ 3357 h 249"/>
                  <a:gd name="T2" fmla="*/ 521 w 541"/>
                  <a:gd name="T3" fmla="*/ 1613 h 249"/>
                  <a:gd name="T4" fmla="*/ 0 w 541"/>
                  <a:gd name="T5" fmla="*/ 491 h 249"/>
                  <a:gd name="T6" fmla="*/ 2888 w 541"/>
                  <a:gd name="T7" fmla="*/ 4459 h 249"/>
                  <a:gd name="T8" fmla="*/ 4110 w 541"/>
                  <a:gd name="T9" fmla="*/ 4723 h 249"/>
                  <a:gd name="T10" fmla="*/ 5456 w 541"/>
                  <a:gd name="T11" fmla="*/ 4459 h 249"/>
                  <a:gd name="T12" fmla="*/ 8482 w 541"/>
                  <a:gd name="T13" fmla="*/ 0 h 249"/>
                  <a:gd name="T14" fmla="*/ 8482 w 541"/>
                  <a:gd name="T15" fmla="*/ 0 h 249"/>
                  <a:gd name="T16" fmla="*/ 3934 w 541"/>
                  <a:gd name="T17" fmla="*/ 3357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1" h="249">
                    <a:moveTo>
                      <a:pt x="251" y="177"/>
                    </a:moveTo>
                    <a:cubicBezTo>
                      <a:pt x="162" y="177"/>
                      <a:pt x="81" y="143"/>
                      <a:pt x="33" y="85"/>
                    </a:cubicBezTo>
                    <a:cubicBezTo>
                      <a:pt x="18" y="67"/>
                      <a:pt x="7" y="47"/>
                      <a:pt x="0" y="26"/>
                    </a:cubicBezTo>
                    <a:cubicBezTo>
                      <a:pt x="16" y="77"/>
                      <a:pt x="69" y="186"/>
                      <a:pt x="184" y="235"/>
                    </a:cubicBezTo>
                    <a:cubicBezTo>
                      <a:pt x="208" y="246"/>
                      <a:pt x="236" y="249"/>
                      <a:pt x="262" y="249"/>
                    </a:cubicBezTo>
                    <a:cubicBezTo>
                      <a:pt x="293" y="249"/>
                      <a:pt x="321" y="247"/>
                      <a:pt x="348" y="235"/>
                    </a:cubicBezTo>
                    <a:cubicBezTo>
                      <a:pt x="489" y="175"/>
                      <a:pt x="541" y="0"/>
                      <a:pt x="541" y="0"/>
                    </a:cubicBezTo>
                    <a:cubicBezTo>
                      <a:pt x="541" y="0"/>
                      <a:pt x="541" y="0"/>
                      <a:pt x="541" y="0"/>
                    </a:cubicBezTo>
                    <a:cubicBezTo>
                      <a:pt x="500" y="107"/>
                      <a:pt x="389" y="177"/>
                      <a:pt x="251" y="177"/>
                    </a:cubicBezTo>
                    <a:close/>
                  </a:path>
                </a:pathLst>
              </a:custGeom>
              <a:solidFill>
                <a:srgbClr val="D87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1" name="Freeform 426">
                <a:extLst>
                  <a:ext uri="{FF2B5EF4-FFF2-40B4-BE49-F238E27FC236}">
                    <a16:creationId xmlns:a16="http://schemas.microsoft.com/office/drawing/2014/main" id="{6432B8FC-A5A7-43FE-923C-38A06A3D4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449"/>
                <a:ext cx="1448" cy="1232"/>
              </a:xfrm>
              <a:custGeom>
                <a:avLst/>
                <a:gdLst>
                  <a:gd name="T0" fmla="*/ 145 w 579"/>
                  <a:gd name="T1" fmla="*/ 4360 h 462"/>
                  <a:gd name="T2" fmla="*/ 750 w 579"/>
                  <a:gd name="T3" fmla="*/ 7019 h 462"/>
                  <a:gd name="T4" fmla="*/ 4159 w 579"/>
                  <a:gd name="T5" fmla="*/ 8760 h 462"/>
                  <a:gd name="T6" fmla="*/ 8868 w 579"/>
                  <a:gd name="T7" fmla="*/ 4723 h 462"/>
                  <a:gd name="T8" fmla="*/ 8275 w 579"/>
                  <a:gd name="T9" fmla="*/ 1843 h 462"/>
                  <a:gd name="T10" fmla="*/ 4897 w 579"/>
                  <a:gd name="T11" fmla="*/ 0 h 462"/>
                  <a:gd name="T12" fmla="*/ 145 w 579"/>
                  <a:gd name="T13" fmla="*/ 4360 h 4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462">
                    <a:moveTo>
                      <a:pt x="9" y="230"/>
                    </a:moveTo>
                    <a:cubicBezTo>
                      <a:pt x="0" y="279"/>
                      <a:pt x="14" y="329"/>
                      <a:pt x="48" y="370"/>
                    </a:cubicBezTo>
                    <a:cubicBezTo>
                      <a:pt x="96" y="428"/>
                      <a:pt x="177" y="462"/>
                      <a:pt x="266" y="462"/>
                    </a:cubicBezTo>
                    <a:cubicBezTo>
                      <a:pt x="419" y="462"/>
                      <a:pt x="539" y="377"/>
                      <a:pt x="567" y="249"/>
                    </a:cubicBezTo>
                    <a:cubicBezTo>
                      <a:pt x="579" y="196"/>
                      <a:pt x="565" y="142"/>
                      <a:pt x="529" y="97"/>
                    </a:cubicBezTo>
                    <a:cubicBezTo>
                      <a:pt x="480" y="36"/>
                      <a:pt x="399" y="0"/>
                      <a:pt x="313" y="0"/>
                    </a:cubicBezTo>
                    <a:cubicBezTo>
                      <a:pt x="160" y="0"/>
                      <a:pt x="35" y="95"/>
                      <a:pt x="9" y="230"/>
                    </a:cubicBezTo>
                    <a:close/>
                  </a:path>
                </a:pathLst>
              </a:custGeom>
              <a:solidFill>
                <a:srgbClr val="E9B9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2" name="Freeform 427">
                <a:extLst>
                  <a:ext uri="{FF2B5EF4-FFF2-40B4-BE49-F238E27FC236}">
                    <a16:creationId xmlns:a16="http://schemas.microsoft.com/office/drawing/2014/main" id="{94A60324-0BEF-4AFE-9664-4A7F3021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489"/>
                <a:ext cx="1433" cy="1152"/>
              </a:xfrm>
              <a:custGeom>
                <a:avLst/>
                <a:gdLst>
                  <a:gd name="T0" fmla="*/ 345 w 573"/>
                  <a:gd name="T1" fmla="*/ 4096 h 432"/>
                  <a:gd name="T2" fmla="*/ 4817 w 573"/>
                  <a:gd name="T3" fmla="*/ 0 h 432"/>
                  <a:gd name="T4" fmla="*/ 8555 w 573"/>
                  <a:gd name="T5" fmla="*/ 4403 h 432"/>
                  <a:gd name="T6" fmla="*/ 4116 w 573"/>
                  <a:gd name="T7" fmla="*/ 8192 h 432"/>
                  <a:gd name="T8" fmla="*/ 345 w 573"/>
                  <a:gd name="T9" fmla="*/ 4096 h 4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3" h="432">
                    <a:moveTo>
                      <a:pt x="22" y="216"/>
                    </a:moveTo>
                    <a:cubicBezTo>
                      <a:pt x="46" y="88"/>
                      <a:pt x="163" y="0"/>
                      <a:pt x="308" y="0"/>
                    </a:cubicBezTo>
                    <a:cubicBezTo>
                      <a:pt x="454" y="0"/>
                      <a:pt x="573" y="110"/>
                      <a:pt x="547" y="232"/>
                    </a:cubicBezTo>
                    <a:cubicBezTo>
                      <a:pt x="521" y="349"/>
                      <a:pt x="409" y="432"/>
                      <a:pt x="263" y="432"/>
                    </a:cubicBezTo>
                    <a:cubicBezTo>
                      <a:pt x="117" y="432"/>
                      <a:pt x="0" y="333"/>
                      <a:pt x="22" y="216"/>
                    </a:cubicBezTo>
                    <a:close/>
                  </a:path>
                </a:pathLst>
              </a:custGeom>
              <a:solidFill>
                <a:srgbClr val="CD3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3" name="Freeform 428">
                <a:extLst>
                  <a:ext uri="{FF2B5EF4-FFF2-40B4-BE49-F238E27FC236}">
                    <a16:creationId xmlns:a16="http://schemas.microsoft.com/office/drawing/2014/main" id="{BB16EDB9-A80C-4A1E-9EA2-B94549AEA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164"/>
                <a:ext cx="937" cy="477"/>
              </a:xfrm>
              <a:custGeom>
                <a:avLst/>
                <a:gdLst>
                  <a:gd name="T0" fmla="*/ 262 w 375"/>
                  <a:gd name="T1" fmla="*/ 2649 h 179"/>
                  <a:gd name="T2" fmla="*/ 2591 w 375"/>
                  <a:gd name="T3" fmla="*/ 3387 h 179"/>
                  <a:gd name="T4" fmla="*/ 5620 w 375"/>
                  <a:gd name="T5" fmla="*/ 2214 h 179"/>
                  <a:gd name="T6" fmla="*/ 3216 w 375"/>
                  <a:gd name="T7" fmla="*/ 0 h 179"/>
                  <a:gd name="T8" fmla="*/ 262 w 375"/>
                  <a:gd name="T9" fmla="*/ 2649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5" h="179">
                    <a:moveTo>
                      <a:pt x="17" y="140"/>
                    </a:moveTo>
                    <a:cubicBezTo>
                      <a:pt x="58" y="164"/>
                      <a:pt x="110" y="179"/>
                      <a:pt x="166" y="179"/>
                    </a:cubicBezTo>
                    <a:cubicBezTo>
                      <a:pt x="242" y="179"/>
                      <a:pt x="310" y="156"/>
                      <a:pt x="360" y="117"/>
                    </a:cubicBezTo>
                    <a:cubicBezTo>
                      <a:pt x="375" y="106"/>
                      <a:pt x="324" y="0"/>
                      <a:pt x="206" y="0"/>
                    </a:cubicBezTo>
                    <a:cubicBezTo>
                      <a:pt x="45" y="0"/>
                      <a:pt x="0" y="130"/>
                      <a:pt x="17" y="140"/>
                    </a:cubicBezTo>
                    <a:close/>
                  </a:path>
                </a:pathLst>
              </a:custGeom>
              <a:solidFill>
                <a:srgbClr val="B10A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4" name="Freeform 429">
                <a:extLst>
                  <a:ext uri="{FF2B5EF4-FFF2-40B4-BE49-F238E27FC236}">
                    <a16:creationId xmlns:a16="http://schemas.microsoft.com/office/drawing/2014/main" id="{BFD053B0-F478-4DA3-B8AB-B08330ED8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572"/>
                <a:ext cx="1125" cy="1069"/>
              </a:xfrm>
              <a:custGeom>
                <a:avLst/>
                <a:gdLst>
                  <a:gd name="T0" fmla="*/ 5033 w 450"/>
                  <a:gd name="T1" fmla="*/ 0 h 401"/>
                  <a:gd name="T2" fmla="*/ 6563 w 450"/>
                  <a:gd name="T3" fmla="*/ 3695 h 401"/>
                  <a:gd name="T4" fmla="*/ 2125 w 450"/>
                  <a:gd name="T5" fmla="*/ 7462 h 401"/>
                  <a:gd name="T6" fmla="*/ 0 w 450"/>
                  <a:gd name="T7" fmla="*/ 6859 h 401"/>
                  <a:gd name="T8" fmla="*/ 2313 w 450"/>
                  <a:gd name="T9" fmla="*/ 7598 h 401"/>
                  <a:gd name="T10" fmla="*/ 6750 w 450"/>
                  <a:gd name="T11" fmla="*/ 3809 h 401"/>
                  <a:gd name="T12" fmla="*/ 5033 w 450"/>
                  <a:gd name="T13" fmla="*/ 0 h 4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0" h="401">
                    <a:moveTo>
                      <a:pt x="322" y="0"/>
                    </a:moveTo>
                    <a:cubicBezTo>
                      <a:pt x="394" y="43"/>
                      <a:pt x="437" y="116"/>
                      <a:pt x="420" y="195"/>
                    </a:cubicBezTo>
                    <a:cubicBezTo>
                      <a:pt x="394" y="311"/>
                      <a:pt x="282" y="394"/>
                      <a:pt x="136" y="394"/>
                    </a:cubicBezTo>
                    <a:cubicBezTo>
                      <a:pt x="86" y="394"/>
                      <a:pt x="39" y="383"/>
                      <a:pt x="0" y="362"/>
                    </a:cubicBezTo>
                    <a:cubicBezTo>
                      <a:pt x="41" y="387"/>
                      <a:pt x="92" y="401"/>
                      <a:pt x="148" y="401"/>
                    </a:cubicBezTo>
                    <a:cubicBezTo>
                      <a:pt x="294" y="401"/>
                      <a:pt x="406" y="318"/>
                      <a:pt x="432" y="201"/>
                    </a:cubicBezTo>
                    <a:cubicBezTo>
                      <a:pt x="450" y="118"/>
                      <a:pt x="401" y="41"/>
                      <a:pt x="322" y="0"/>
                    </a:cubicBezTo>
                    <a:close/>
                  </a:path>
                </a:pathLst>
              </a:custGeom>
              <a:solidFill>
                <a:srgbClr val="B40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5" name="Freeform 430">
                <a:extLst>
                  <a:ext uri="{FF2B5EF4-FFF2-40B4-BE49-F238E27FC236}">
                    <a16:creationId xmlns:a16="http://schemas.microsoft.com/office/drawing/2014/main" id="{86F91AB6-9980-4697-B11F-1D1CCFF1D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489"/>
                <a:ext cx="1213" cy="984"/>
              </a:xfrm>
              <a:custGeom>
                <a:avLst/>
                <a:gdLst>
                  <a:gd name="T0" fmla="*/ 345 w 485"/>
                  <a:gd name="T1" fmla="*/ 4301 h 369"/>
                  <a:gd name="T2" fmla="*/ 4834 w 485"/>
                  <a:gd name="T3" fmla="*/ 205 h 369"/>
                  <a:gd name="T4" fmla="*/ 7588 w 485"/>
                  <a:gd name="T5" fmla="*/ 1400 h 369"/>
                  <a:gd name="T6" fmla="*/ 4647 w 485"/>
                  <a:gd name="T7" fmla="*/ 0 h 369"/>
                  <a:gd name="T8" fmla="*/ 175 w 485"/>
                  <a:gd name="T9" fmla="*/ 4096 h 369"/>
                  <a:gd name="T10" fmla="*/ 1083 w 485"/>
                  <a:gd name="T11" fmla="*/ 6997 h 369"/>
                  <a:gd name="T12" fmla="*/ 345 w 485"/>
                  <a:gd name="T13" fmla="*/ 4301 h 3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5" h="369">
                    <a:moveTo>
                      <a:pt x="22" y="227"/>
                    </a:moveTo>
                    <a:cubicBezTo>
                      <a:pt x="46" y="99"/>
                      <a:pt x="163" y="11"/>
                      <a:pt x="309" y="11"/>
                    </a:cubicBezTo>
                    <a:cubicBezTo>
                      <a:pt x="378" y="11"/>
                      <a:pt x="441" y="36"/>
                      <a:pt x="485" y="74"/>
                    </a:cubicBezTo>
                    <a:cubicBezTo>
                      <a:pt x="441" y="30"/>
                      <a:pt x="372" y="0"/>
                      <a:pt x="297" y="0"/>
                    </a:cubicBezTo>
                    <a:cubicBezTo>
                      <a:pt x="152" y="0"/>
                      <a:pt x="35" y="88"/>
                      <a:pt x="11" y="216"/>
                    </a:cubicBezTo>
                    <a:cubicBezTo>
                      <a:pt x="0" y="275"/>
                      <a:pt x="24" y="329"/>
                      <a:pt x="69" y="369"/>
                    </a:cubicBezTo>
                    <a:cubicBezTo>
                      <a:pt x="31" y="331"/>
                      <a:pt x="12" y="281"/>
                      <a:pt x="22" y="227"/>
                    </a:cubicBezTo>
                    <a:close/>
                  </a:path>
                </a:pathLst>
              </a:custGeom>
              <a:solidFill>
                <a:srgbClr val="B40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6" name="Freeform 431">
                <a:extLst>
                  <a:ext uri="{FF2B5EF4-FFF2-40B4-BE49-F238E27FC236}">
                    <a16:creationId xmlns:a16="http://schemas.microsoft.com/office/drawing/2014/main" id="{9C66B673-5B47-44C1-8ED3-8EDF5EB55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415"/>
                <a:ext cx="715" cy="456"/>
              </a:xfrm>
              <a:custGeom>
                <a:avLst/>
                <a:gdLst>
                  <a:gd name="T0" fmla="*/ 675 w 286"/>
                  <a:gd name="T1" fmla="*/ 2069 h 171"/>
                  <a:gd name="T2" fmla="*/ 4470 w 286"/>
                  <a:gd name="T3" fmla="*/ 0 h 171"/>
                  <a:gd name="T4" fmla="*/ 2145 w 286"/>
                  <a:gd name="T5" fmla="*/ 2787 h 171"/>
                  <a:gd name="T6" fmla="*/ 0 w 286"/>
                  <a:gd name="T7" fmla="*/ 3016 h 171"/>
                  <a:gd name="T8" fmla="*/ 2095 w 286"/>
                  <a:gd name="T9" fmla="*/ 2424 h 171"/>
                  <a:gd name="T10" fmla="*/ 675 w 286"/>
                  <a:gd name="T11" fmla="*/ 2069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6" h="171">
                    <a:moveTo>
                      <a:pt x="43" y="109"/>
                    </a:moveTo>
                    <a:cubicBezTo>
                      <a:pt x="87" y="109"/>
                      <a:pt x="216" y="90"/>
                      <a:pt x="286" y="0"/>
                    </a:cubicBezTo>
                    <a:cubicBezTo>
                      <a:pt x="278" y="30"/>
                      <a:pt x="206" y="109"/>
                      <a:pt x="137" y="147"/>
                    </a:cubicBezTo>
                    <a:cubicBezTo>
                      <a:pt x="81" y="171"/>
                      <a:pt x="35" y="166"/>
                      <a:pt x="0" y="159"/>
                    </a:cubicBezTo>
                    <a:cubicBezTo>
                      <a:pt x="43" y="160"/>
                      <a:pt x="126" y="160"/>
                      <a:pt x="134" y="128"/>
                    </a:cubicBezTo>
                    <a:cubicBezTo>
                      <a:pt x="141" y="95"/>
                      <a:pt x="57" y="124"/>
                      <a:pt x="43" y="109"/>
                    </a:cubicBezTo>
                    <a:close/>
                  </a:path>
                </a:pathLst>
              </a:custGeom>
              <a:solidFill>
                <a:srgbClr val="CD3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7" name="Freeform 432">
                <a:extLst>
                  <a:ext uri="{FF2B5EF4-FFF2-40B4-BE49-F238E27FC236}">
                    <a16:creationId xmlns:a16="http://schemas.microsoft.com/office/drawing/2014/main" id="{20C9E3F7-EEE4-4CE7-A648-91C3AA2D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79"/>
                <a:ext cx="343" cy="338"/>
              </a:xfrm>
              <a:custGeom>
                <a:avLst/>
                <a:gdLst>
                  <a:gd name="T0" fmla="*/ 2151 w 137"/>
                  <a:gd name="T1" fmla="*/ 2395 h 127"/>
                  <a:gd name="T2" fmla="*/ 0 w 137"/>
                  <a:gd name="T3" fmla="*/ 0 h 127"/>
                  <a:gd name="T4" fmla="*/ 2151 w 137"/>
                  <a:gd name="T5" fmla="*/ 2395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27">
                    <a:moveTo>
                      <a:pt x="137" y="127"/>
                    </a:moveTo>
                    <a:cubicBezTo>
                      <a:pt x="72" y="95"/>
                      <a:pt x="5" y="24"/>
                      <a:pt x="0" y="0"/>
                    </a:cubicBezTo>
                    <a:cubicBezTo>
                      <a:pt x="10" y="23"/>
                      <a:pt x="96" y="101"/>
                      <a:pt x="137" y="1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8" name="Freeform 433">
                <a:extLst>
                  <a:ext uri="{FF2B5EF4-FFF2-40B4-BE49-F238E27FC236}">
                    <a16:creationId xmlns:a16="http://schemas.microsoft.com/office/drawing/2014/main" id="{FA28FDC0-66EB-4518-8480-2EB9AA258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729"/>
                <a:ext cx="120" cy="350"/>
              </a:xfrm>
              <a:custGeom>
                <a:avLst/>
                <a:gdLst>
                  <a:gd name="T0" fmla="*/ 583 w 48"/>
                  <a:gd name="T1" fmla="*/ 2498 h 131"/>
                  <a:gd name="T2" fmla="*/ 0 w 48"/>
                  <a:gd name="T3" fmla="*/ 0 h 131"/>
                  <a:gd name="T4" fmla="*/ 583 w 48"/>
                  <a:gd name="T5" fmla="*/ 2498 h 1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31">
                    <a:moveTo>
                      <a:pt x="37" y="131"/>
                    </a:moveTo>
                    <a:cubicBezTo>
                      <a:pt x="48" y="93"/>
                      <a:pt x="30" y="20"/>
                      <a:pt x="0" y="0"/>
                    </a:cubicBezTo>
                    <a:cubicBezTo>
                      <a:pt x="20" y="19"/>
                      <a:pt x="40" y="87"/>
                      <a:pt x="37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9" name="Freeform 434">
                <a:extLst>
                  <a:ext uri="{FF2B5EF4-FFF2-40B4-BE49-F238E27FC236}">
                    <a16:creationId xmlns:a16="http://schemas.microsoft.com/office/drawing/2014/main" id="{1A0EC55D-EA99-42FB-A622-CB7A49AB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647"/>
                <a:ext cx="1220" cy="848"/>
              </a:xfrm>
              <a:custGeom>
                <a:avLst/>
                <a:gdLst>
                  <a:gd name="T0" fmla="*/ 2250 w 488"/>
                  <a:gd name="T1" fmla="*/ 5880 h 318"/>
                  <a:gd name="T2" fmla="*/ 3458 w 488"/>
                  <a:gd name="T3" fmla="*/ 5824 h 318"/>
                  <a:gd name="T4" fmla="*/ 5208 w 488"/>
                  <a:gd name="T5" fmla="*/ 5461 h 318"/>
                  <a:gd name="T6" fmla="*/ 6550 w 488"/>
                  <a:gd name="T7" fmla="*/ 5197 h 318"/>
                  <a:gd name="T8" fmla="*/ 7145 w 488"/>
                  <a:gd name="T9" fmla="*/ 4744 h 318"/>
                  <a:gd name="T10" fmla="*/ 7458 w 488"/>
                  <a:gd name="T11" fmla="*/ 4267 h 318"/>
                  <a:gd name="T12" fmla="*/ 7595 w 488"/>
                  <a:gd name="T13" fmla="*/ 3925 h 318"/>
                  <a:gd name="T14" fmla="*/ 7563 w 488"/>
                  <a:gd name="T15" fmla="*/ 3221 h 318"/>
                  <a:gd name="T16" fmla="*/ 7188 w 488"/>
                  <a:gd name="T17" fmla="*/ 2240 h 318"/>
                  <a:gd name="T18" fmla="*/ 6770 w 488"/>
                  <a:gd name="T19" fmla="*/ 1843 h 318"/>
                  <a:gd name="T20" fmla="*/ 6145 w 488"/>
                  <a:gd name="T21" fmla="*/ 1480 h 318"/>
                  <a:gd name="T22" fmla="*/ 6050 w 488"/>
                  <a:gd name="T23" fmla="*/ 1387 h 318"/>
                  <a:gd name="T24" fmla="*/ 5875 w 488"/>
                  <a:gd name="T25" fmla="*/ 1045 h 318"/>
                  <a:gd name="T26" fmla="*/ 5033 w 488"/>
                  <a:gd name="T27" fmla="*/ 341 h 318"/>
                  <a:gd name="T28" fmla="*/ 4770 w 488"/>
                  <a:gd name="T29" fmla="*/ 149 h 318"/>
                  <a:gd name="T30" fmla="*/ 4613 w 488"/>
                  <a:gd name="T31" fmla="*/ 0 h 318"/>
                  <a:gd name="T32" fmla="*/ 4363 w 488"/>
                  <a:gd name="T33" fmla="*/ 264 h 318"/>
                  <a:gd name="T34" fmla="*/ 3625 w 488"/>
                  <a:gd name="T35" fmla="*/ 149 h 318"/>
                  <a:gd name="T36" fmla="*/ 3300 w 488"/>
                  <a:gd name="T37" fmla="*/ 149 h 318"/>
                  <a:gd name="T38" fmla="*/ 3125 w 488"/>
                  <a:gd name="T39" fmla="*/ 248 h 318"/>
                  <a:gd name="T40" fmla="*/ 2770 w 488"/>
                  <a:gd name="T41" fmla="*/ 419 h 318"/>
                  <a:gd name="T42" fmla="*/ 2283 w 488"/>
                  <a:gd name="T43" fmla="*/ 683 h 318"/>
                  <a:gd name="T44" fmla="*/ 1395 w 488"/>
                  <a:gd name="T45" fmla="*/ 1421 h 318"/>
                  <a:gd name="T46" fmla="*/ 645 w 488"/>
                  <a:gd name="T47" fmla="*/ 2923 h 318"/>
                  <a:gd name="T48" fmla="*/ 113 w 488"/>
                  <a:gd name="T49" fmla="*/ 3960 h 318"/>
                  <a:gd name="T50" fmla="*/ 238 w 488"/>
                  <a:gd name="T51" fmla="*/ 4189 h 318"/>
                  <a:gd name="T52" fmla="*/ 0 w 488"/>
                  <a:gd name="T53" fmla="*/ 4744 h 318"/>
                  <a:gd name="T54" fmla="*/ 63 w 488"/>
                  <a:gd name="T55" fmla="*/ 4971 h 318"/>
                  <a:gd name="T56" fmla="*/ 220 w 488"/>
                  <a:gd name="T57" fmla="*/ 5197 h 31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88" h="318">
                    <a:moveTo>
                      <a:pt x="144" y="310"/>
                    </a:moveTo>
                    <a:cubicBezTo>
                      <a:pt x="168" y="318"/>
                      <a:pt x="198" y="311"/>
                      <a:pt x="221" y="307"/>
                    </a:cubicBezTo>
                    <a:cubicBezTo>
                      <a:pt x="258" y="300"/>
                      <a:pt x="295" y="291"/>
                      <a:pt x="333" y="288"/>
                    </a:cubicBezTo>
                    <a:cubicBezTo>
                      <a:pt x="363" y="285"/>
                      <a:pt x="391" y="284"/>
                      <a:pt x="419" y="274"/>
                    </a:cubicBezTo>
                    <a:cubicBezTo>
                      <a:pt x="434" y="269"/>
                      <a:pt x="445" y="260"/>
                      <a:pt x="457" y="250"/>
                    </a:cubicBezTo>
                    <a:cubicBezTo>
                      <a:pt x="467" y="243"/>
                      <a:pt x="472" y="235"/>
                      <a:pt x="477" y="225"/>
                    </a:cubicBezTo>
                    <a:cubicBezTo>
                      <a:pt x="481" y="219"/>
                      <a:pt x="485" y="213"/>
                      <a:pt x="486" y="207"/>
                    </a:cubicBezTo>
                    <a:cubicBezTo>
                      <a:pt x="488" y="196"/>
                      <a:pt x="486" y="181"/>
                      <a:pt x="484" y="170"/>
                    </a:cubicBezTo>
                    <a:cubicBezTo>
                      <a:pt x="481" y="153"/>
                      <a:pt x="472" y="132"/>
                      <a:pt x="460" y="118"/>
                    </a:cubicBezTo>
                    <a:cubicBezTo>
                      <a:pt x="452" y="109"/>
                      <a:pt x="442" y="104"/>
                      <a:pt x="433" y="97"/>
                    </a:cubicBezTo>
                    <a:cubicBezTo>
                      <a:pt x="422" y="88"/>
                      <a:pt x="406" y="85"/>
                      <a:pt x="393" y="78"/>
                    </a:cubicBezTo>
                    <a:cubicBezTo>
                      <a:pt x="389" y="76"/>
                      <a:pt x="389" y="76"/>
                      <a:pt x="387" y="73"/>
                    </a:cubicBezTo>
                    <a:cubicBezTo>
                      <a:pt x="384" y="66"/>
                      <a:pt x="381" y="61"/>
                      <a:pt x="376" y="55"/>
                    </a:cubicBezTo>
                    <a:cubicBezTo>
                      <a:pt x="361" y="38"/>
                      <a:pt x="344" y="26"/>
                      <a:pt x="322" y="18"/>
                    </a:cubicBezTo>
                    <a:cubicBezTo>
                      <a:pt x="314" y="16"/>
                      <a:pt x="311" y="15"/>
                      <a:pt x="305" y="8"/>
                    </a:cubicBezTo>
                    <a:cubicBezTo>
                      <a:pt x="302" y="5"/>
                      <a:pt x="299" y="3"/>
                      <a:pt x="295" y="0"/>
                    </a:cubicBezTo>
                    <a:cubicBezTo>
                      <a:pt x="299" y="10"/>
                      <a:pt x="286" y="15"/>
                      <a:pt x="279" y="14"/>
                    </a:cubicBezTo>
                    <a:cubicBezTo>
                      <a:pt x="263" y="13"/>
                      <a:pt x="248" y="8"/>
                      <a:pt x="232" y="8"/>
                    </a:cubicBezTo>
                    <a:cubicBezTo>
                      <a:pt x="225" y="7"/>
                      <a:pt x="218" y="6"/>
                      <a:pt x="211" y="8"/>
                    </a:cubicBezTo>
                    <a:cubicBezTo>
                      <a:pt x="206" y="9"/>
                      <a:pt x="204" y="11"/>
                      <a:pt x="200" y="13"/>
                    </a:cubicBezTo>
                    <a:cubicBezTo>
                      <a:pt x="193" y="17"/>
                      <a:pt x="184" y="18"/>
                      <a:pt x="177" y="22"/>
                    </a:cubicBezTo>
                    <a:cubicBezTo>
                      <a:pt x="167" y="28"/>
                      <a:pt x="156" y="30"/>
                      <a:pt x="146" y="36"/>
                    </a:cubicBezTo>
                    <a:cubicBezTo>
                      <a:pt x="122" y="47"/>
                      <a:pt x="110" y="60"/>
                      <a:pt x="89" y="75"/>
                    </a:cubicBezTo>
                    <a:cubicBezTo>
                      <a:pt x="65" y="92"/>
                      <a:pt x="51" y="128"/>
                      <a:pt x="41" y="154"/>
                    </a:cubicBezTo>
                    <a:cubicBezTo>
                      <a:pt x="35" y="170"/>
                      <a:pt x="12" y="193"/>
                      <a:pt x="7" y="209"/>
                    </a:cubicBezTo>
                    <a:cubicBezTo>
                      <a:pt x="6" y="213"/>
                      <a:pt x="5" y="220"/>
                      <a:pt x="15" y="221"/>
                    </a:cubicBezTo>
                    <a:cubicBezTo>
                      <a:pt x="18" y="228"/>
                      <a:pt x="8" y="253"/>
                      <a:pt x="0" y="250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14" y="274"/>
                      <a:pt x="14" y="274"/>
                      <a:pt x="14" y="274"/>
                    </a:cubicBezTo>
                  </a:path>
                </a:pathLst>
              </a:custGeom>
              <a:solidFill>
                <a:srgbClr val="B40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0" name="Freeform 435">
                <a:extLst>
                  <a:ext uri="{FF2B5EF4-FFF2-40B4-BE49-F238E27FC236}">
                    <a16:creationId xmlns:a16="http://schemas.microsoft.com/office/drawing/2014/main" id="{26343E64-8A29-4A9A-B59B-01124ED6C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599"/>
                <a:ext cx="48" cy="122"/>
              </a:xfrm>
              <a:custGeom>
                <a:avLst/>
                <a:gdLst>
                  <a:gd name="T0" fmla="*/ 159 w 19"/>
                  <a:gd name="T1" fmla="*/ 0 h 46"/>
                  <a:gd name="T2" fmla="*/ 222 w 19"/>
                  <a:gd name="T3" fmla="*/ 149 h 46"/>
                  <a:gd name="T4" fmla="*/ 255 w 19"/>
                  <a:gd name="T5" fmla="*/ 451 h 46"/>
                  <a:gd name="T6" fmla="*/ 0 w 19"/>
                  <a:gd name="T7" fmla="*/ 859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6">
                    <a:moveTo>
                      <a:pt x="10" y="0"/>
                    </a:moveTo>
                    <a:cubicBezTo>
                      <a:pt x="17" y="1"/>
                      <a:pt x="14" y="5"/>
                      <a:pt x="14" y="8"/>
                    </a:cubicBezTo>
                    <a:cubicBezTo>
                      <a:pt x="13" y="14"/>
                      <a:pt x="15" y="18"/>
                      <a:pt x="16" y="24"/>
                    </a:cubicBezTo>
                    <a:cubicBezTo>
                      <a:pt x="19" y="37"/>
                      <a:pt x="14" y="45"/>
                      <a:pt x="0" y="46"/>
                    </a:cubicBezTo>
                  </a:path>
                </a:pathLst>
              </a:custGeom>
              <a:solidFill>
                <a:srgbClr val="B40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1" name="Freeform 436">
                <a:extLst>
                  <a:ext uri="{FF2B5EF4-FFF2-40B4-BE49-F238E27FC236}">
                    <a16:creationId xmlns:a16="http://schemas.microsoft.com/office/drawing/2014/main" id="{F2F50203-D880-465B-9D2B-FDB6FD512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585"/>
                <a:ext cx="48" cy="123"/>
              </a:xfrm>
              <a:custGeom>
                <a:avLst/>
                <a:gdLst>
                  <a:gd name="T0" fmla="*/ 0 w 19"/>
                  <a:gd name="T1" fmla="*/ 0 h 46"/>
                  <a:gd name="T2" fmla="*/ 179 w 19"/>
                  <a:gd name="T3" fmla="*/ 364 h 46"/>
                  <a:gd name="T4" fmla="*/ 275 w 19"/>
                  <a:gd name="T5" fmla="*/ 845 h 46"/>
                  <a:gd name="T6" fmla="*/ 20 w 19"/>
                  <a:gd name="T7" fmla="*/ 85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6">
                    <a:moveTo>
                      <a:pt x="0" y="0"/>
                    </a:moveTo>
                    <a:cubicBezTo>
                      <a:pt x="12" y="3"/>
                      <a:pt x="8" y="9"/>
                      <a:pt x="11" y="19"/>
                    </a:cubicBezTo>
                    <a:cubicBezTo>
                      <a:pt x="13" y="27"/>
                      <a:pt x="19" y="36"/>
                      <a:pt x="17" y="44"/>
                    </a:cubicBezTo>
                    <a:cubicBezTo>
                      <a:pt x="12" y="46"/>
                      <a:pt x="6" y="45"/>
                      <a:pt x="1" y="45"/>
                    </a:cubicBezTo>
                  </a:path>
                </a:pathLst>
              </a:custGeom>
              <a:solidFill>
                <a:srgbClr val="B40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2" name="Freeform 437">
                <a:extLst>
                  <a:ext uri="{FF2B5EF4-FFF2-40B4-BE49-F238E27FC236}">
                    <a16:creationId xmlns:a16="http://schemas.microsoft.com/office/drawing/2014/main" id="{9528A546-C5AD-41FB-8190-BFB755D32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900"/>
                <a:ext cx="30" cy="117"/>
              </a:xfrm>
              <a:custGeom>
                <a:avLst/>
                <a:gdLst>
                  <a:gd name="T0" fmla="*/ 0 w 12"/>
                  <a:gd name="T1" fmla="*/ 77 h 44"/>
                  <a:gd name="T2" fmla="*/ 158 w 12"/>
                  <a:gd name="T3" fmla="*/ 396 h 44"/>
                  <a:gd name="T4" fmla="*/ 188 w 12"/>
                  <a:gd name="T5" fmla="*/ 827 h 44"/>
                  <a:gd name="T6" fmla="*/ 0 w 12"/>
                  <a:gd name="T7" fmla="*/ 54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4">
                    <a:moveTo>
                      <a:pt x="0" y="4"/>
                    </a:moveTo>
                    <a:cubicBezTo>
                      <a:pt x="11" y="0"/>
                      <a:pt x="10" y="14"/>
                      <a:pt x="10" y="21"/>
                    </a:cubicBezTo>
                    <a:cubicBezTo>
                      <a:pt x="10" y="29"/>
                      <a:pt x="11" y="36"/>
                      <a:pt x="12" y="44"/>
                    </a:cubicBezTo>
                    <a:cubicBezTo>
                      <a:pt x="10" y="43"/>
                      <a:pt x="1" y="32"/>
                      <a:pt x="0" y="29"/>
                    </a:cubicBezTo>
                  </a:path>
                </a:pathLst>
              </a:custGeom>
              <a:solidFill>
                <a:srgbClr val="B40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3" name="Freeform 438">
                <a:extLst>
                  <a:ext uri="{FF2B5EF4-FFF2-40B4-BE49-F238E27FC236}">
                    <a16:creationId xmlns:a16="http://schemas.microsoft.com/office/drawing/2014/main" id="{BCAE6C50-7E3F-409C-8C71-A28F66F8B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449"/>
                <a:ext cx="1448" cy="1232"/>
              </a:xfrm>
              <a:custGeom>
                <a:avLst/>
                <a:gdLst>
                  <a:gd name="T0" fmla="*/ 145 w 579"/>
                  <a:gd name="T1" fmla="*/ 4360 h 462"/>
                  <a:gd name="T2" fmla="*/ 750 w 579"/>
                  <a:gd name="T3" fmla="*/ 7019 h 462"/>
                  <a:gd name="T4" fmla="*/ 4159 w 579"/>
                  <a:gd name="T5" fmla="*/ 8760 h 462"/>
                  <a:gd name="T6" fmla="*/ 8868 w 579"/>
                  <a:gd name="T7" fmla="*/ 4723 h 462"/>
                  <a:gd name="T8" fmla="*/ 8275 w 579"/>
                  <a:gd name="T9" fmla="*/ 1843 h 462"/>
                  <a:gd name="T10" fmla="*/ 4897 w 579"/>
                  <a:gd name="T11" fmla="*/ 0 h 462"/>
                  <a:gd name="T12" fmla="*/ 145 w 579"/>
                  <a:gd name="T13" fmla="*/ 4360 h 4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462">
                    <a:moveTo>
                      <a:pt x="9" y="230"/>
                    </a:moveTo>
                    <a:cubicBezTo>
                      <a:pt x="0" y="279"/>
                      <a:pt x="14" y="329"/>
                      <a:pt x="48" y="370"/>
                    </a:cubicBezTo>
                    <a:cubicBezTo>
                      <a:pt x="96" y="428"/>
                      <a:pt x="177" y="462"/>
                      <a:pt x="266" y="462"/>
                    </a:cubicBezTo>
                    <a:cubicBezTo>
                      <a:pt x="419" y="462"/>
                      <a:pt x="539" y="377"/>
                      <a:pt x="567" y="249"/>
                    </a:cubicBezTo>
                    <a:cubicBezTo>
                      <a:pt x="579" y="196"/>
                      <a:pt x="565" y="142"/>
                      <a:pt x="529" y="97"/>
                    </a:cubicBezTo>
                    <a:cubicBezTo>
                      <a:pt x="480" y="36"/>
                      <a:pt x="399" y="0"/>
                      <a:pt x="313" y="0"/>
                    </a:cubicBezTo>
                    <a:cubicBezTo>
                      <a:pt x="160" y="0"/>
                      <a:pt x="35" y="95"/>
                      <a:pt x="9" y="2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4" name="Freeform 439">
                <a:extLst>
                  <a:ext uri="{FF2B5EF4-FFF2-40B4-BE49-F238E27FC236}">
                    <a16:creationId xmlns:a16="http://schemas.microsoft.com/office/drawing/2014/main" id="{4A031FB7-04C8-4668-846C-4EAC88E5A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209"/>
                <a:ext cx="1354" cy="664"/>
              </a:xfrm>
              <a:custGeom>
                <a:avLst/>
                <a:gdLst>
                  <a:gd name="T0" fmla="*/ 3934 w 541"/>
                  <a:gd name="T1" fmla="*/ 3357 h 249"/>
                  <a:gd name="T2" fmla="*/ 521 w 541"/>
                  <a:gd name="T3" fmla="*/ 1613 h 249"/>
                  <a:gd name="T4" fmla="*/ 0 w 541"/>
                  <a:gd name="T5" fmla="*/ 491 h 249"/>
                  <a:gd name="T6" fmla="*/ 2888 w 541"/>
                  <a:gd name="T7" fmla="*/ 4459 h 249"/>
                  <a:gd name="T8" fmla="*/ 4110 w 541"/>
                  <a:gd name="T9" fmla="*/ 4723 h 249"/>
                  <a:gd name="T10" fmla="*/ 5456 w 541"/>
                  <a:gd name="T11" fmla="*/ 4459 h 249"/>
                  <a:gd name="T12" fmla="*/ 8482 w 541"/>
                  <a:gd name="T13" fmla="*/ 0 h 249"/>
                  <a:gd name="T14" fmla="*/ 8482 w 541"/>
                  <a:gd name="T15" fmla="*/ 0 h 249"/>
                  <a:gd name="T16" fmla="*/ 3934 w 541"/>
                  <a:gd name="T17" fmla="*/ 3357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1" h="249">
                    <a:moveTo>
                      <a:pt x="251" y="177"/>
                    </a:moveTo>
                    <a:cubicBezTo>
                      <a:pt x="162" y="177"/>
                      <a:pt x="81" y="143"/>
                      <a:pt x="33" y="85"/>
                    </a:cubicBezTo>
                    <a:cubicBezTo>
                      <a:pt x="18" y="67"/>
                      <a:pt x="7" y="47"/>
                      <a:pt x="0" y="26"/>
                    </a:cubicBezTo>
                    <a:cubicBezTo>
                      <a:pt x="16" y="77"/>
                      <a:pt x="69" y="186"/>
                      <a:pt x="184" y="235"/>
                    </a:cubicBezTo>
                    <a:cubicBezTo>
                      <a:pt x="208" y="246"/>
                      <a:pt x="236" y="249"/>
                      <a:pt x="262" y="249"/>
                    </a:cubicBezTo>
                    <a:cubicBezTo>
                      <a:pt x="293" y="249"/>
                      <a:pt x="321" y="247"/>
                      <a:pt x="348" y="235"/>
                    </a:cubicBezTo>
                    <a:cubicBezTo>
                      <a:pt x="489" y="175"/>
                      <a:pt x="541" y="0"/>
                      <a:pt x="541" y="0"/>
                    </a:cubicBezTo>
                    <a:cubicBezTo>
                      <a:pt x="541" y="0"/>
                      <a:pt x="541" y="0"/>
                      <a:pt x="541" y="0"/>
                    </a:cubicBezTo>
                    <a:cubicBezTo>
                      <a:pt x="500" y="107"/>
                      <a:pt x="389" y="177"/>
                      <a:pt x="251" y="17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5" name="Freeform 440">
                <a:extLst>
                  <a:ext uri="{FF2B5EF4-FFF2-40B4-BE49-F238E27FC236}">
                    <a16:creationId xmlns:a16="http://schemas.microsoft.com/office/drawing/2014/main" id="{D57536B0-9B9B-458C-892D-563621DD6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671"/>
                <a:ext cx="1187" cy="970"/>
              </a:xfrm>
              <a:custGeom>
                <a:avLst/>
                <a:gdLst>
                  <a:gd name="T0" fmla="*/ 7182 w 475"/>
                  <a:gd name="T1" fmla="*/ 2628 h 364"/>
                  <a:gd name="T2" fmla="*/ 7057 w 475"/>
                  <a:gd name="T3" fmla="*/ 2001 h 364"/>
                  <a:gd name="T4" fmla="*/ 6995 w 475"/>
                  <a:gd name="T5" fmla="*/ 1876 h 364"/>
                  <a:gd name="T6" fmla="*/ 6962 w 475"/>
                  <a:gd name="T7" fmla="*/ 1988 h 364"/>
                  <a:gd name="T8" fmla="*/ 6962 w 475"/>
                  <a:gd name="T9" fmla="*/ 2230 h 364"/>
                  <a:gd name="T10" fmla="*/ 6962 w 475"/>
                  <a:gd name="T11" fmla="*/ 2230 h 364"/>
                  <a:gd name="T12" fmla="*/ 6007 w 475"/>
                  <a:gd name="T13" fmla="*/ 1364 h 364"/>
                  <a:gd name="T14" fmla="*/ 5933 w 475"/>
                  <a:gd name="T15" fmla="*/ 1271 h 364"/>
                  <a:gd name="T16" fmla="*/ 3746 w 475"/>
                  <a:gd name="T17" fmla="*/ 0 h 364"/>
                  <a:gd name="T18" fmla="*/ 3591 w 475"/>
                  <a:gd name="T19" fmla="*/ 35 h 364"/>
                  <a:gd name="T20" fmla="*/ 3728 w 475"/>
                  <a:gd name="T21" fmla="*/ 56 h 364"/>
                  <a:gd name="T22" fmla="*/ 3903 w 475"/>
                  <a:gd name="T23" fmla="*/ 149 h 364"/>
                  <a:gd name="T24" fmla="*/ 3871 w 475"/>
                  <a:gd name="T25" fmla="*/ 136 h 364"/>
                  <a:gd name="T26" fmla="*/ 3933 w 475"/>
                  <a:gd name="T27" fmla="*/ 171 h 364"/>
                  <a:gd name="T28" fmla="*/ 4041 w 475"/>
                  <a:gd name="T29" fmla="*/ 264 h 364"/>
                  <a:gd name="T30" fmla="*/ 4121 w 475"/>
                  <a:gd name="T31" fmla="*/ 320 h 364"/>
                  <a:gd name="T32" fmla="*/ 3966 w 475"/>
                  <a:gd name="T33" fmla="*/ 362 h 364"/>
                  <a:gd name="T34" fmla="*/ 3853 w 475"/>
                  <a:gd name="T35" fmla="*/ 285 h 364"/>
                  <a:gd name="T36" fmla="*/ 3246 w 475"/>
                  <a:gd name="T37" fmla="*/ 320 h 364"/>
                  <a:gd name="T38" fmla="*/ 780 w 475"/>
                  <a:gd name="T39" fmla="*/ 2854 h 364"/>
                  <a:gd name="T40" fmla="*/ 762 w 475"/>
                  <a:gd name="T41" fmla="*/ 2897 h 364"/>
                  <a:gd name="T42" fmla="*/ 512 w 475"/>
                  <a:gd name="T43" fmla="*/ 3126 h 364"/>
                  <a:gd name="T44" fmla="*/ 200 w 475"/>
                  <a:gd name="T45" fmla="*/ 3579 h 364"/>
                  <a:gd name="T46" fmla="*/ 30 w 475"/>
                  <a:gd name="T47" fmla="*/ 3784 h 364"/>
                  <a:gd name="T48" fmla="*/ 42 w 475"/>
                  <a:gd name="T49" fmla="*/ 3864 h 364"/>
                  <a:gd name="T50" fmla="*/ 217 w 475"/>
                  <a:gd name="T51" fmla="*/ 3749 h 364"/>
                  <a:gd name="T52" fmla="*/ 417 w 475"/>
                  <a:gd name="T53" fmla="*/ 3579 h 364"/>
                  <a:gd name="T54" fmla="*/ 417 w 475"/>
                  <a:gd name="T55" fmla="*/ 3579 h 364"/>
                  <a:gd name="T56" fmla="*/ 262 w 475"/>
                  <a:gd name="T57" fmla="*/ 4410 h 364"/>
                  <a:gd name="T58" fmla="*/ 250 w 475"/>
                  <a:gd name="T59" fmla="*/ 4432 h 364"/>
                  <a:gd name="T60" fmla="*/ 92 w 475"/>
                  <a:gd name="T61" fmla="*/ 4957 h 364"/>
                  <a:gd name="T62" fmla="*/ 105 w 475"/>
                  <a:gd name="T63" fmla="*/ 5071 h 364"/>
                  <a:gd name="T64" fmla="*/ 3434 w 475"/>
                  <a:gd name="T65" fmla="*/ 6889 h 364"/>
                  <a:gd name="T66" fmla="*/ 6850 w 475"/>
                  <a:gd name="T67" fmla="*/ 5319 h 364"/>
                  <a:gd name="T68" fmla="*/ 6900 w 475"/>
                  <a:gd name="T69" fmla="*/ 5204 h 364"/>
                  <a:gd name="T70" fmla="*/ 7274 w 475"/>
                  <a:gd name="T71" fmla="*/ 4317 h 364"/>
                  <a:gd name="T72" fmla="*/ 7274 w 475"/>
                  <a:gd name="T73" fmla="*/ 4205 h 364"/>
                  <a:gd name="T74" fmla="*/ 7287 w 475"/>
                  <a:gd name="T75" fmla="*/ 4162 h 364"/>
                  <a:gd name="T76" fmla="*/ 7162 w 475"/>
                  <a:gd name="T77" fmla="*/ 2628 h 364"/>
                  <a:gd name="T78" fmla="*/ 7182 w 475"/>
                  <a:gd name="T79" fmla="*/ 2628 h 36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75" h="364">
                    <a:moveTo>
                      <a:pt x="460" y="139"/>
                    </a:moveTo>
                    <a:cubicBezTo>
                      <a:pt x="455" y="131"/>
                      <a:pt x="452" y="113"/>
                      <a:pt x="452" y="106"/>
                    </a:cubicBezTo>
                    <a:cubicBezTo>
                      <a:pt x="451" y="98"/>
                      <a:pt x="451" y="99"/>
                      <a:pt x="448" y="99"/>
                    </a:cubicBezTo>
                    <a:cubicBezTo>
                      <a:pt x="446" y="100"/>
                      <a:pt x="446" y="102"/>
                      <a:pt x="446" y="105"/>
                    </a:cubicBezTo>
                    <a:cubicBezTo>
                      <a:pt x="446" y="108"/>
                      <a:pt x="446" y="113"/>
                      <a:pt x="446" y="118"/>
                    </a:cubicBezTo>
                    <a:cubicBezTo>
                      <a:pt x="446" y="118"/>
                      <a:pt x="446" y="118"/>
                      <a:pt x="446" y="118"/>
                    </a:cubicBezTo>
                    <a:cubicBezTo>
                      <a:pt x="430" y="97"/>
                      <a:pt x="406" y="81"/>
                      <a:pt x="385" y="72"/>
                    </a:cubicBezTo>
                    <a:cubicBezTo>
                      <a:pt x="384" y="70"/>
                      <a:pt x="382" y="67"/>
                      <a:pt x="380" y="67"/>
                    </a:cubicBezTo>
                    <a:cubicBezTo>
                      <a:pt x="365" y="50"/>
                      <a:pt x="304" y="0"/>
                      <a:pt x="240" y="0"/>
                    </a:cubicBezTo>
                    <a:cubicBezTo>
                      <a:pt x="229" y="0"/>
                      <a:pt x="230" y="0"/>
                      <a:pt x="230" y="2"/>
                    </a:cubicBezTo>
                    <a:cubicBezTo>
                      <a:pt x="230" y="4"/>
                      <a:pt x="232" y="3"/>
                      <a:pt x="239" y="3"/>
                    </a:cubicBezTo>
                    <a:cubicBezTo>
                      <a:pt x="243" y="3"/>
                      <a:pt x="246" y="5"/>
                      <a:pt x="250" y="8"/>
                    </a:cubicBezTo>
                    <a:cubicBezTo>
                      <a:pt x="248" y="7"/>
                      <a:pt x="248" y="7"/>
                      <a:pt x="248" y="7"/>
                    </a:cubicBezTo>
                    <a:cubicBezTo>
                      <a:pt x="249" y="8"/>
                      <a:pt x="251" y="8"/>
                      <a:pt x="252" y="9"/>
                    </a:cubicBezTo>
                    <a:cubicBezTo>
                      <a:pt x="254" y="11"/>
                      <a:pt x="257" y="12"/>
                      <a:pt x="259" y="14"/>
                    </a:cubicBezTo>
                    <a:cubicBezTo>
                      <a:pt x="262" y="16"/>
                      <a:pt x="264" y="17"/>
                      <a:pt x="264" y="17"/>
                    </a:cubicBezTo>
                    <a:cubicBezTo>
                      <a:pt x="254" y="19"/>
                      <a:pt x="254" y="19"/>
                      <a:pt x="254" y="19"/>
                    </a:cubicBezTo>
                    <a:cubicBezTo>
                      <a:pt x="247" y="15"/>
                      <a:pt x="247" y="15"/>
                      <a:pt x="247" y="15"/>
                    </a:cubicBezTo>
                    <a:cubicBezTo>
                      <a:pt x="244" y="14"/>
                      <a:pt x="218" y="16"/>
                      <a:pt x="208" y="17"/>
                    </a:cubicBezTo>
                    <a:cubicBezTo>
                      <a:pt x="178" y="23"/>
                      <a:pt x="83" y="53"/>
                      <a:pt x="50" y="151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4" y="157"/>
                      <a:pt x="38" y="161"/>
                      <a:pt x="33" y="165"/>
                    </a:cubicBezTo>
                    <a:cubicBezTo>
                      <a:pt x="22" y="174"/>
                      <a:pt x="17" y="183"/>
                      <a:pt x="13" y="189"/>
                    </a:cubicBezTo>
                    <a:cubicBezTo>
                      <a:pt x="9" y="194"/>
                      <a:pt x="8" y="196"/>
                      <a:pt x="2" y="200"/>
                    </a:cubicBezTo>
                    <a:cubicBezTo>
                      <a:pt x="0" y="202"/>
                      <a:pt x="1" y="206"/>
                      <a:pt x="3" y="204"/>
                    </a:cubicBezTo>
                    <a:cubicBezTo>
                      <a:pt x="6" y="203"/>
                      <a:pt x="9" y="203"/>
                      <a:pt x="14" y="198"/>
                    </a:cubicBezTo>
                    <a:cubicBezTo>
                      <a:pt x="17" y="195"/>
                      <a:pt x="22" y="192"/>
                      <a:pt x="27" y="189"/>
                    </a:cubicBezTo>
                    <a:cubicBezTo>
                      <a:pt x="27" y="189"/>
                      <a:pt x="27" y="189"/>
                      <a:pt x="27" y="189"/>
                    </a:cubicBezTo>
                    <a:cubicBezTo>
                      <a:pt x="22" y="201"/>
                      <a:pt x="18" y="217"/>
                      <a:pt x="17" y="233"/>
                    </a:cubicBezTo>
                    <a:cubicBezTo>
                      <a:pt x="16" y="234"/>
                      <a:pt x="16" y="234"/>
                      <a:pt x="16" y="234"/>
                    </a:cubicBezTo>
                    <a:cubicBezTo>
                      <a:pt x="7" y="246"/>
                      <a:pt x="4" y="257"/>
                      <a:pt x="6" y="262"/>
                    </a:cubicBezTo>
                    <a:cubicBezTo>
                      <a:pt x="7" y="268"/>
                      <a:pt x="7" y="268"/>
                      <a:pt x="7" y="268"/>
                    </a:cubicBezTo>
                    <a:cubicBezTo>
                      <a:pt x="49" y="326"/>
                      <a:pt x="129" y="364"/>
                      <a:pt x="220" y="364"/>
                    </a:cubicBezTo>
                    <a:cubicBezTo>
                      <a:pt x="310" y="364"/>
                      <a:pt x="387" y="333"/>
                      <a:pt x="439" y="281"/>
                    </a:cubicBezTo>
                    <a:cubicBezTo>
                      <a:pt x="442" y="275"/>
                      <a:pt x="442" y="275"/>
                      <a:pt x="442" y="275"/>
                    </a:cubicBezTo>
                    <a:cubicBezTo>
                      <a:pt x="442" y="275"/>
                      <a:pt x="467" y="240"/>
                      <a:pt x="466" y="228"/>
                    </a:cubicBezTo>
                    <a:cubicBezTo>
                      <a:pt x="466" y="222"/>
                      <a:pt x="466" y="222"/>
                      <a:pt x="466" y="222"/>
                    </a:cubicBezTo>
                    <a:cubicBezTo>
                      <a:pt x="466" y="221"/>
                      <a:pt x="467" y="221"/>
                      <a:pt x="467" y="220"/>
                    </a:cubicBezTo>
                    <a:cubicBezTo>
                      <a:pt x="475" y="190"/>
                      <a:pt x="475" y="168"/>
                      <a:pt x="459" y="139"/>
                    </a:cubicBezTo>
                    <a:lnTo>
                      <a:pt x="460" y="139"/>
                    </a:lnTo>
                    <a:close/>
                  </a:path>
                </a:pathLst>
              </a:custGeom>
              <a:solidFill>
                <a:srgbClr val="BBCF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6" name="Freeform 441">
                <a:extLst>
                  <a:ext uri="{FF2B5EF4-FFF2-40B4-BE49-F238E27FC236}">
                    <a16:creationId xmlns:a16="http://schemas.microsoft.com/office/drawing/2014/main" id="{1D3E0D8B-AC56-4CDB-A452-0FDBE88BF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204"/>
                <a:ext cx="215" cy="115"/>
              </a:xfrm>
              <a:custGeom>
                <a:avLst/>
                <a:gdLst>
                  <a:gd name="T0" fmla="*/ 0 w 86"/>
                  <a:gd name="T1" fmla="*/ 730 h 43"/>
                  <a:gd name="T2" fmla="*/ 408 w 86"/>
                  <a:gd name="T3" fmla="*/ 401 h 43"/>
                  <a:gd name="T4" fmla="*/ 800 w 86"/>
                  <a:gd name="T5" fmla="*/ 136 h 43"/>
                  <a:gd name="T6" fmla="*/ 1063 w 86"/>
                  <a:gd name="T7" fmla="*/ 0 h 43"/>
                  <a:gd name="T8" fmla="*/ 1345 w 86"/>
                  <a:gd name="T9" fmla="*/ 35 h 43"/>
                  <a:gd name="T10" fmla="*/ 1095 w 86"/>
                  <a:gd name="T11" fmla="*/ 342 h 43"/>
                  <a:gd name="T12" fmla="*/ 938 w 86"/>
                  <a:gd name="T13" fmla="*/ 94 h 43"/>
                  <a:gd name="T14" fmla="*/ 938 w 86"/>
                  <a:gd name="T15" fmla="*/ 444 h 43"/>
                  <a:gd name="T16" fmla="*/ 500 w 86"/>
                  <a:gd name="T17" fmla="*/ 709 h 43"/>
                  <a:gd name="T18" fmla="*/ 238 w 86"/>
                  <a:gd name="T19" fmla="*/ 765 h 43"/>
                  <a:gd name="T20" fmla="*/ 33 w 86"/>
                  <a:gd name="T21" fmla="*/ 765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43">
                    <a:moveTo>
                      <a:pt x="0" y="38"/>
                    </a:moveTo>
                    <a:cubicBezTo>
                      <a:pt x="6" y="30"/>
                      <a:pt x="17" y="26"/>
                      <a:pt x="26" y="21"/>
                    </a:cubicBezTo>
                    <a:cubicBezTo>
                      <a:pt x="33" y="16"/>
                      <a:pt x="43" y="11"/>
                      <a:pt x="51" y="7"/>
                    </a:cubicBezTo>
                    <a:cubicBezTo>
                      <a:pt x="57" y="4"/>
                      <a:pt x="61" y="0"/>
                      <a:pt x="68" y="0"/>
                    </a:cubicBezTo>
                    <a:cubicBezTo>
                      <a:pt x="74" y="0"/>
                      <a:pt x="81" y="0"/>
                      <a:pt x="86" y="2"/>
                    </a:cubicBezTo>
                    <a:cubicBezTo>
                      <a:pt x="84" y="3"/>
                      <a:pt x="65" y="26"/>
                      <a:pt x="70" y="18"/>
                    </a:cubicBezTo>
                    <a:cubicBezTo>
                      <a:pt x="66" y="16"/>
                      <a:pt x="64" y="4"/>
                      <a:pt x="60" y="5"/>
                    </a:cubicBezTo>
                    <a:cubicBezTo>
                      <a:pt x="55" y="7"/>
                      <a:pt x="58" y="20"/>
                      <a:pt x="60" y="23"/>
                    </a:cubicBezTo>
                    <a:cubicBezTo>
                      <a:pt x="51" y="28"/>
                      <a:pt x="42" y="34"/>
                      <a:pt x="32" y="37"/>
                    </a:cubicBezTo>
                    <a:cubicBezTo>
                      <a:pt x="26" y="39"/>
                      <a:pt x="21" y="39"/>
                      <a:pt x="15" y="40"/>
                    </a:cubicBezTo>
                    <a:cubicBezTo>
                      <a:pt x="11" y="41"/>
                      <a:pt x="5" y="43"/>
                      <a:pt x="2" y="40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7" name="Freeform 442">
                <a:extLst>
                  <a:ext uri="{FF2B5EF4-FFF2-40B4-BE49-F238E27FC236}">
                    <a16:creationId xmlns:a16="http://schemas.microsoft.com/office/drawing/2014/main" id="{B83C3495-68EB-4486-82A9-37D91D925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732"/>
                <a:ext cx="348" cy="317"/>
              </a:xfrm>
              <a:custGeom>
                <a:avLst/>
                <a:gdLst>
                  <a:gd name="T0" fmla="*/ 751 w 139"/>
                  <a:gd name="T1" fmla="*/ 943 h 119"/>
                  <a:gd name="T2" fmla="*/ 0 w 139"/>
                  <a:gd name="T3" fmla="*/ 2248 h 119"/>
                  <a:gd name="T4" fmla="*/ 2181 w 139"/>
                  <a:gd name="T5" fmla="*/ 0 h 119"/>
                  <a:gd name="T6" fmla="*/ 751 w 139"/>
                  <a:gd name="T7" fmla="*/ 943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119">
                    <a:moveTo>
                      <a:pt x="48" y="50"/>
                    </a:moveTo>
                    <a:cubicBezTo>
                      <a:pt x="18" y="79"/>
                      <a:pt x="4" y="109"/>
                      <a:pt x="0" y="119"/>
                    </a:cubicBezTo>
                    <a:cubicBezTo>
                      <a:pt x="15" y="93"/>
                      <a:pt x="58" y="22"/>
                      <a:pt x="139" y="0"/>
                    </a:cubicBezTo>
                    <a:cubicBezTo>
                      <a:pt x="102" y="9"/>
                      <a:pt x="70" y="30"/>
                      <a:pt x="48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8" name="Freeform 443">
                <a:extLst>
                  <a:ext uri="{FF2B5EF4-FFF2-40B4-BE49-F238E27FC236}">
                    <a16:creationId xmlns:a16="http://schemas.microsoft.com/office/drawing/2014/main" id="{C86B7485-3E41-4085-B4AB-AEEF5BE9B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833"/>
                <a:ext cx="87" cy="112"/>
              </a:xfrm>
              <a:custGeom>
                <a:avLst/>
                <a:gdLst>
                  <a:gd name="T0" fmla="*/ 0 w 35"/>
                  <a:gd name="T1" fmla="*/ 797 h 42"/>
                  <a:gd name="T2" fmla="*/ 537 w 35"/>
                  <a:gd name="T3" fmla="*/ 0 h 42"/>
                  <a:gd name="T4" fmla="*/ 0 w 35"/>
                  <a:gd name="T5" fmla="*/ 79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2">
                    <a:moveTo>
                      <a:pt x="0" y="42"/>
                    </a:moveTo>
                    <a:cubicBezTo>
                      <a:pt x="12" y="34"/>
                      <a:pt x="29" y="15"/>
                      <a:pt x="35" y="0"/>
                    </a:cubicBezTo>
                    <a:cubicBezTo>
                      <a:pt x="32" y="5"/>
                      <a:pt x="9" y="34"/>
                      <a:pt x="0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9" name="Freeform 444">
                <a:extLst>
                  <a:ext uri="{FF2B5EF4-FFF2-40B4-BE49-F238E27FC236}">
                    <a16:creationId xmlns:a16="http://schemas.microsoft.com/office/drawing/2014/main" id="{4787723C-3887-4391-B532-998961715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855"/>
                <a:ext cx="140" cy="112"/>
              </a:xfrm>
              <a:custGeom>
                <a:avLst/>
                <a:gdLst>
                  <a:gd name="T0" fmla="*/ 0 w 56"/>
                  <a:gd name="T1" fmla="*/ 797 h 42"/>
                  <a:gd name="T2" fmla="*/ 875 w 56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2">
                    <a:moveTo>
                      <a:pt x="0" y="42"/>
                    </a:moveTo>
                    <a:cubicBezTo>
                      <a:pt x="8" y="33"/>
                      <a:pt x="41" y="6"/>
                      <a:pt x="5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0" name="Freeform 445">
                <a:extLst>
                  <a:ext uri="{FF2B5EF4-FFF2-40B4-BE49-F238E27FC236}">
                    <a16:creationId xmlns:a16="http://schemas.microsoft.com/office/drawing/2014/main" id="{C128ECDC-ED00-43A1-AB6A-8606409D4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791"/>
                <a:ext cx="157" cy="72"/>
              </a:xfrm>
              <a:custGeom>
                <a:avLst/>
                <a:gdLst>
                  <a:gd name="T0" fmla="*/ 0 w 63"/>
                  <a:gd name="T1" fmla="*/ 512 h 27"/>
                  <a:gd name="T2" fmla="*/ 974 w 6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7">
                    <a:moveTo>
                      <a:pt x="0" y="27"/>
                    </a:moveTo>
                    <a:cubicBezTo>
                      <a:pt x="12" y="21"/>
                      <a:pt x="54" y="1"/>
                      <a:pt x="6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1" name="Freeform 446">
                <a:extLst>
                  <a:ext uri="{FF2B5EF4-FFF2-40B4-BE49-F238E27FC236}">
                    <a16:creationId xmlns:a16="http://schemas.microsoft.com/office/drawing/2014/main" id="{34BAA195-1784-427F-80D7-04C405BF8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039"/>
                <a:ext cx="275" cy="24"/>
              </a:xfrm>
              <a:custGeom>
                <a:avLst/>
                <a:gdLst>
                  <a:gd name="T0" fmla="*/ 0 w 110"/>
                  <a:gd name="T1" fmla="*/ 171 h 9"/>
                  <a:gd name="T2" fmla="*/ 1720 w 110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9">
                    <a:moveTo>
                      <a:pt x="0" y="9"/>
                    </a:moveTo>
                    <a:cubicBezTo>
                      <a:pt x="14" y="5"/>
                      <a:pt x="94" y="0"/>
                      <a:pt x="1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2" name="Freeform 447">
                <a:extLst>
                  <a:ext uri="{FF2B5EF4-FFF2-40B4-BE49-F238E27FC236}">
                    <a16:creationId xmlns:a16="http://schemas.microsoft.com/office/drawing/2014/main" id="{6E32F021-6878-432C-A6D6-92403B89B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201"/>
                <a:ext cx="212" cy="35"/>
              </a:xfrm>
              <a:custGeom>
                <a:avLst/>
                <a:gdLst>
                  <a:gd name="T0" fmla="*/ 0 w 85"/>
                  <a:gd name="T1" fmla="*/ 0 h 13"/>
                  <a:gd name="T2" fmla="*/ 1319 w 85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13">
                    <a:moveTo>
                      <a:pt x="0" y="0"/>
                    </a:moveTo>
                    <a:cubicBezTo>
                      <a:pt x="14" y="1"/>
                      <a:pt x="71" y="8"/>
                      <a:pt x="8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3" name="Freeform 448">
                <a:extLst>
                  <a:ext uri="{FF2B5EF4-FFF2-40B4-BE49-F238E27FC236}">
                    <a16:creationId xmlns:a16="http://schemas.microsoft.com/office/drawing/2014/main" id="{D7595AA3-9103-4E17-8E75-9C8BE93C7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180"/>
                <a:ext cx="145" cy="19"/>
              </a:xfrm>
              <a:custGeom>
                <a:avLst/>
                <a:gdLst>
                  <a:gd name="T0" fmla="*/ 0 w 58"/>
                  <a:gd name="T1" fmla="*/ 0 h 7"/>
                  <a:gd name="T2" fmla="*/ 908 w 5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7">
                    <a:moveTo>
                      <a:pt x="0" y="0"/>
                    </a:moveTo>
                    <a:cubicBezTo>
                      <a:pt x="13" y="3"/>
                      <a:pt x="49" y="7"/>
                      <a:pt x="5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4" name="Freeform 449">
                <a:extLst>
                  <a:ext uri="{FF2B5EF4-FFF2-40B4-BE49-F238E27FC236}">
                    <a16:creationId xmlns:a16="http://schemas.microsoft.com/office/drawing/2014/main" id="{DADC0AE6-2E68-404C-9D6C-790110798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143"/>
                <a:ext cx="187" cy="24"/>
              </a:xfrm>
              <a:custGeom>
                <a:avLst/>
                <a:gdLst>
                  <a:gd name="T0" fmla="*/ 0 w 75"/>
                  <a:gd name="T1" fmla="*/ 35 h 9"/>
                  <a:gd name="T2" fmla="*/ 1162 w 7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9">
                    <a:moveTo>
                      <a:pt x="0" y="2"/>
                    </a:moveTo>
                    <a:cubicBezTo>
                      <a:pt x="12" y="0"/>
                      <a:pt x="64" y="4"/>
                      <a:pt x="7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5" name="Freeform 450">
                <a:extLst>
                  <a:ext uri="{FF2B5EF4-FFF2-40B4-BE49-F238E27FC236}">
                    <a16:creationId xmlns:a16="http://schemas.microsoft.com/office/drawing/2014/main" id="{F1B478A0-F60C-43FD-8CE8-A34F9EE17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113"/>
                <a:ext cx="127" cy="6"/>
              </a:xfrm>
              <a:custGeom>
                <a:avLst/>
                <a:gdLst>
                  <a:gd name="T0" fmla="*/ 0 w 51"/>
                  <a:gd name="T1" fmla="*/ 54 h 2"/>
                  <a:gd name="T2" fmla="*/ 787 w 5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">
                    <a:moveTo>
                      <a:pt x="0" y="2"/>
                    </a:moveTo>
                    <a:cubicBezTo>
                      <a:pt x="11" y="1"/>
                      <a:pt x="42" y="0"/>
                      <a:pt x="5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6" name="Freeform 451">
                <a:extLst>
                  <a:ext uri="{FF2B5EF4-FFF2-40B4-BE49-F238E27FC236}">
                    <a16:creationId xmlns:a16="http://schemas.microsoft.com/office/drawing/2014/main" id="{87D27D49-476B-4E7E-A15C-AA6A2B5FE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337"/>
                <a:ext cx="215" cy="80"/>
              </a:xfrm>
              <a:custGeom>
                <a:avLst/>
                <a:gdLst>
                  <a:gd name="T0" fmla="*/ 0 w 86"/>
                  <a:gd name="T1" fmla="*/ 0 h 30"/>
                  <a:gd name="T2" fmla="*/ 533 w 86"/>
                  <a:gd name="T3" fmla="*/ 320 h 30"/>
                  <a:gd name="T4" fmla="*/ 1345 w 86"/>
                  <a:gd name="T5" fmla="*/ 568 h 30"/>
                  <a:gd name="T6" fmla="*/ 520 w 86"/>
                  <a:gd name="T7" fmla="*/ 363 h 30"/>
                  <a:gd name="T8" fmla="*/ 0 w 86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30">
                    <a:moveTo>
                      <a:pt x="0" y="0"/>
                    </a:moveTo>
                    <a:cubicBezTo>
                      <a:pt x="8" y="7"/>
                      <a:pt x="22" y="14"/>
                      <a:pt x="34" y="17"/>
                    </a:cubicBezTo>
                    <a:cubicBezTo>
                      <a:pt x="46" y="20"/>
                      <a:pt x="79" y="28"/>
                      <a:pt x="86" y="30"/>
                    </a:cubicBezTo>
                    <a:cubicBezTo>
                      <a:pt x="74" y="28"/>
                      <a:pt x="42" y="21"/>
                      <a:pt x="33" y="19"/>
                    </a:cubicBezTo>
                    <a:cubicBezTo>
                      <a:pt x="25" y="17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7" name="Freeform 452">
                <a:extLst>
                  <a:ext uri="{FF2B5EF4-FFF2-40B4-BE49-F238E27FC236}">
                    <a16:creationId xmlns:a16="http://schemas.microsoft.com/office/drawing/2014/main" id="{12B5514E-C8EA-4F00-84C4-42B130803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423"/>
                <a:ext cx="388" cy="42"/>
              </a:xfrm>
              <a:custGeom>
                <a:avLst/>
                <a:gdLst>
                  <a:gd name="T0" fmla="*/ 2431 w 155"/>
                  <a:gd name="T1" fmla="*/ 289 h 16"/>
                  <a:gd name="T2" fmla="*/ 0 w 155"/>
                  <a:gd name="T3" fmla="*/ 165 h 16"/>
                  <a:gd name="T4" fmla="*/ 2431 w 155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5" h="16">
                    <a:moveTo>
                      <a:pt x="155" y="16"/>
                    </a:moveTo>
                    <a:cubicBezTo>
                      <a:pt x="111" y="0"/>
                      <a:pt x="22" y="2"/>
                      <a:pt x="0" y="9"/>
                    </a:cubicBezTo>
                    <a:cubicBezTo>
                      <a:pt x="20" y="7"/>
                      <a:pt x="97" y="3"/>
                      <a:pt x="15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8" name="Freeform 453">
                <a:extLst>
                  <a:ext uri="{FF2B5EF4-FFF2-40B4-BE49-F238E27FC236}">
                    <a16:creationId xmlns:a16="http://schemas.microsoft.com/office/drawing/2014/main" id="{A358F708-73C3-447F-8E6A-CBBE5474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055"/>
                <a:ext cx="185" cy="474"/>
              </a:xfrm>
              <a:custGeom>
                <a:avLst/>
                <a:gdLst>
                  <a:gd name="T0" fmla="*/ 1050 w 74"/>
                  <a:gd name="T1" fmla="*/ 320 h 178"/>
                  <a:gd name="T2" fmla="*/ 658 w 74"/>
                  <a:gd name="T3" fmla="*/ 0 h 178"/>
                  <a:gd name="T4" fmla="*/ 708 w 74"/>
                  <a:gd name="T5" fmla="*/ 248 h 178"/>
                  <a:gd name="T6" fmla="*/ 800 w 74"/>
                  <a:gd name="T7" fmla="*/ 567 h 178"/>
                  <a:gd name="T8" fmla="*/ 833 w 74"/>
                  <a:gd name="T9" fmla="*/ 1057 h 178"/>
                  <a:gd name="T10" fmla="*/ 750 w 74"/>
                  <a:gd name="T11" fmla="*/ 1249 h 178"/>
                  <a:gd name="T12" fmla="*/ 750 w 74"/>
                  <a:gd name="T13" fmla="*/ 1262 h 178"/>
                  <a:gd name="T14" fmla="*/ 613 w 74"/>
                  <a:gd name="T15" fmla="*/ 1680 h 178"/>
                  <a:gd name="T16" fmla="*/ 438 w 74"/>
                  <a:gd name="T17" fmla="*/ 2192 h 178"/>
                  <a:gd name="T18" fmla="*/ 345 w 74"/>
                  <a:gd name="T19" fmla="*/ 2495 h 178"/>
                  <a:gd name="T20" fmla="*/ 188 w 74"/>
                  <a:gd name="T21" fmla="*/ 2998 h 178"/>
                  <a:gd name="T22" fmla="*/ 83 w 74"/>
                  <a:gd name="T23" fmla="*/ 3211 h 178"/>
                  <a:gd name="T24" fmla="*/ 0 w 74"/>
                  <a:gd name="T25" fmla="*/ 3361 h 178"/>
                  <a:gd name="T26" fmla="*/ 313 w 74"/>
                  <a:gd name="T27" fmla="*/ 3113 h 178"/>
                  <a:gd name="T28" fmla="*/ 500 w 74"/>
                  <a:gd name="T29" fmla="*/ 2871 h 178"/>
                  <a:gd name="T30" fmla="*/ 770 w 74"/>
                  <a:gd name="T31" fmla="*/ 2341 h 178"/>
                  <a:gd name="T32" fmla="*/ 938 w 74"/>
                  <a:gd name="T33" fmla="*/ 1816 h 178"/>
                  <a:gd name="T34" fmla="*/ 1033 w 74"/>
                  <a:gd name="T35" fmla="*/ 1419 h 178"/>
                  <a:gd name="T36" fmla="*/ 1145 w 74"/>
                  <a:gd name="T37" fmla="*/ 602 h 178"/>
                  <a:gd name="T38" fmla="*/ 1050 w 74"/>
                  <a:gd name="T39" fmla="*/ 320 h 1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4" h="178">
                    <a:moveTo>
                      <a:pt x="67" y="17"/>
                    </a:moveTo>
                    <a:cubicBezTo>
                      <a:pt x="63" y="9"/>
                      <a:pt x="49" y="3"/>
                      <a:pt x="42" y="0"/>
                    </a:cubicBezTo>
                    <a:cubicBezTo>
                      <a:pt x="42" y="4"/>
                      <a:pt x="44" y="9"/>
                      <a:pt x="45" y="13"/>
                    </a:cubicBezTo>
                    <a:cubicBezTo>
                      <a:pt x="45" y="20"/>
                      <a:pt x="48" y="23"/>
                      <a:pt x="51" y="30"/>
                    </a:cubicBezTo>
                    <a:cubicBezTo>
                      <a:pt x="55" y="38"/>
                      <a:pt x="56" y="47"/>
                      <a:pt x="53" y="56"/>
                    </a:cubicBezTo>
                    <a:cubicBezTo>
                      <a:pt x="51" y="59"/>
                      <a:pt x="49" y="62"/>
                      <a:pt x="48" y="66"/>
                    </a:cubicBezTo>
                    <a:cubicBezTo>
                      <a:pt x="48" y="66"/>
                      <a:pt x="48" y="67"/>
                      <a:pt x="48" y="67"/>
                    </a:cubicBezTo>
                    <a:cubicBezTo>
                      <a:pt x="39" y="89"/>
                      <a:pt x="39" y="89"/>
                      <a:pt x="39" y="89"/>
                    </a:cubicBezTo>
                    <a:cubicBezTo>
                      <a:pt x="34" y="97"/>
                      <a:pt x="32" y="107"/>
                      <a:pt x="28" y="116"/>
                    </a:cubicBezTo>
                    <a:cubicBezTo>
                      <a:pt x="24" y="122"/>
                      <a:pt x="23" y="126"/>
                      <a:pt x="22" y="132"/>
                    </a:cubicBezTo>
                    <a:cubicBezTo>
                      <a:pt x="21" y="142"/>
                      <a:pt x="16" y="151"/>
                      <a:pt x="12" y="159"/>
                    </a:cubicBezTo>
                    <a:cubicBezTo>
                      <a:pt x="9" y="163"/>
                      <a:pt x="7" y="166"/>
                      <a:pt x="5" y="170"/>
                    </a:cubicBezTo>
                    <a:cubicBezTo>
                      <a:pt x="4" y="173"/>
                      <a:pt x="2" y="176"/>
                      <a:pt x="0" y="178"/>
                    </a:cubicBezTo>
                    <a:cubicBezTo>
                      <a:pt x="7" y="174"/>
                      <a:pt x="13" y="170"/>
                      <a:pt x="20" y="165"/>
                    </a:cubicBezTo>
                    <a:cubicBezTo>
                      <a:pt x="23" y="160"/>
                      <a:pt x="28" y="156"/>
                      <a:pt x="32" y="152"/>
                    </a:cubicBezTo>
                    <a:cubicBezTo>
                      <a:pt x="40" y="145"/>
                      <a:pt x="45" y="134"/>
                      <a:pt x="49" y="124"/>
                    </a:cubicBezTo>
                    <a:cubicBezTo>
                      <a:pt x="54" y="115"/>
                      <a:pt x="58" y="105"/>
                      <a:pt x="60" y="96"/>
                    </a:cubicBezTo>
                    <a:cubicBezTo>
                      <a:pt x="62" y="88"/>
                      <a:pt x="63" y="83"/>
                      <a:pt x="66" y="75"/>
                    </a:cubicBezTo>
                    <a:cubicBezTo>
                      <a:pt x="69" y="62"/>
                      <a:pt x="74" y="46"/>
                      <a:pt x="73" y="32"/>
                    </a:cubicBezTo>
                    <a:cubicBezTo>
                      <a:pt x="72" y="26"/>
                      <a:pt x="69" y="23"/>
                      <a:pt x="67" y="17"/>
                    </a:cubicBezTo>
                    <a:close/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9" name="Freeform 454">
                <a:extLst>
                  <a:ext uri="{FF2B5EF4-FFF2-40B4-BE49-F238E27FC236}">
                    <a16:creationId xmlns:a16="http://schemas.microsoft.com/office/drawing/2014/main" id="{6AAB5107-93A7-4206-8329-B1E2FFD08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753"/>
                <a:ext cx="368" cy="638"/>
              </a:xfrm>
              <a:custGeom>
                <a:avLst/>
                <a:gdLst>
                  <a:gd name="T0" fmla="*/ 2213 w 147"/>
                  <a:gd name="T1" fmla="*/ 4469 h 239"/>
                  <a:gd name="T2" fmla="*/ 2276 w 147"/>
                  <a:gd name="T3" fmla="*/ 4183 h 239"/>
                  <a:gd name="T4" fmla="*/ 2025 w 147"/>
                  <a:gd name="T5" fmla="*/ 2493 h 239"/>
                  <a:gd name="T6" fmla="*/ 1522 w 147"/>
                  <a:gd name="T7" fmla="*/ 1412 h 239"/>
                  <a:gd name="T8" fmla="*/ 801 w 147"/>
                  <a:gd name="T9" fmla="*/ 456 h 239"/>
                  <a:gd name="T10" fmla="*/ 345 w 147"/>
                  <a:gd name="T11" fmla="*/ 115 h 239"/>
                  <a:gd name="T12" fmla="*/ 220 w 147"/>
                  <a:gd name="T13" fmla="*/ 56 h 239"/>
                  <a:gd name="T14" fmla="*/ 20 w 147"/>
                  <a:gd name="T15" fmla="*/ 0 h 239"/>
                  <a:gd name="T16" fmla="*/ 20 w 147"/>
                  <a:gd name="T17" fmla="*/ 21 h 239"/>
                  <a:gd name="T18" fmla="*/ 208 w 147"/>
                  <a:gd name="T19" fmla="*/ 115 h 239"/>
                  <a:gd name="T20" fmla="*/ 376 w 147"/>
                  <a:gd name="T21" fmla="*/ 320 h 239"/>
                  <a:gd name="T22" fmla="*/ 801 w 147"/>
                  <a:gd name="T23" fmla="*/ 892 h 239"/>
                  <a:gd name="T24" fmla="*/ 1692 w 147"/>
                  <a:gd name="T25" fmla="*/ 2509 h 239"/>
                  <a:gd name="T26" fmla="*/ 2150 w 147"/>
                  <a:gd name="T27" fmla="*/ 4453 h 239"/>
                  <a:gd name="T28" fmla="*/ 2213 w 147"/>
                  <a:gd name="T29" fmla="*/ 4469 h 2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7" h="239">
                    <a:moveTo>
                      <a:pt x="141" y="235"/>
                    </a:moveTo>
                    <a:cubicBezTo>
                      <a:pt x="142" y="233"/>
                      <a:pt x="144" y="228"/>
                      <a:pt x="145" y="220"/>
                    </a:cubicBezTo>
                    <a:cubicBezTo>
                      <a:pt x="147" y="198"/>
                      <a:pt x="141" y="165"/>
                      <a:pt x="129" y="131"/>
                    </a:cubicBezTo>
                    <a:cubicBezTo>
                      <a:pt x="122" y="112"/>
                      <a:pt x="110" y="92"/>
                      <a:pt x="97" y="74"/>
                    </a:cubicBezTo>
                    <a:cubicBezTo>
                      <a:pt x="79" y="49"/>
                      <a:pt x="61" y="33"/>
                      <a:pt x="51" y="24"/>
                    </a:cubicBezTo>
                    <a:cubicBezTo>
                      <a:pt x="41" y="16"/>
                      <a:pt x="31" y="10"/>
                      <a:pt x="22" y="6"/>
                    </a:cubicBezTo>
                    <a:cubicBezTo>
                      <a:pt x="19" y="5"/>
                      <a:pt x="16" y="4"/>
                      <a:pt x="14" y="3"/>
                    </a:cubicBezTo>
                    <a:cubicBezTo>
                      <a:pt x="9" y="1"/>
                      <a:pt x="4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4" y="3"/>
                      <a:pt x="10" y="5"/>
                      <a:pt x="13" y="6"/>
                    </a:cubicBezTo>
                    <a:cubicBezTo>
                      <a:pt x="19" y="9"/>
                      <a:pt x="18" y="11"/>
                      <a:pt x="24" y="17"/>
                    </a:cubicBezTo>
                    <a:cubicBezTo>
                      <a:pt x="34" y="25"/>
                      <a:pt x="41" y="35"/>
                      <a:pt x="51" y="47"/>
                    </a:cubicBezTo>
                    <a:cubicBezTo>
                      <a:pt x="74" y="73"/>
                      <a:pt x="97" y="106"/>
                      <a:pt x="108" y="132"/>
                    </a:cubicBezTo>
                    <a:cubicBezTo>
                      <a:pt x="129" y="179"/>
                      <a:pt x="141" y="221"/>
                      <a:pt x="137" y="234"/>
                    </a:cubicBezTo>
                    <a:cubicBezTo>
                      <a:pt x="136" y="236"/>
                      <a:pt x="139" y="239"/>
                      <a:pt x="141" y="235"/>
                    </a:cubicBezTo>
                    <a:close/>
                  </a:path>
                </a:pathLst>
              </a:custGeom>
              <a:solidFill>
                <a:srgbClr val="BBCF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0" name="Freeform 455">
                <a:extLst>
                  <a:ext uri="{FF2B5EF4-FFF2-40B4-BE49-F238E27FC236}">
                    <a16:creationId xmlns:a16="http://schemas.microsoft.com/office/drawing/2014/main" id="{B43E6520-AC76-45E1-A749-3C0D975BF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41"/>
                <a:ext cx="188" cy="310"/>
              </a:xfrm>
              <a:custGeom>
                <a:avLst/>
                <a:gdLst>
                  <a:gd name="T0" fmla="*/ 0 w 75"/>
                  <a:gd name="T1" fmla="*/ 0 h 116"/>
                  <a:gd name="T2" fmla="*/ 1181 w 75"/>
                  <a:gd name="T3" fmla="*/ 2213 h 116"/>
                  <a:gd name="T4" fmla="*/ 0 w 75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16">
                    <a:moveTo>
                      <a:pt x="0" y="0"/>
                    </a:moveTo>
                    <a:cubicBezTo>
                      <a:pt x="11" y="9"/>
                      <a:pt x="56" y="51"/>
                      <a:pt x="75" y="116"/>
                    </a:cubicBezTo>
                    <a:cubicBezTo>
                      <a:pt x="65" y="88"/>
                      <a:pt x="29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1" name="Freeform 456">
                <a:extLst>
                  <a:ext uri="{FF2B5EF4-FFF2-40B4-BE49-F238E27FC236}">
                    <a16:creationId xmlns:a16="http://schemas.microsoft.com/office/drawing/2014/main" id="{42F5C9B8-6ADE-4F69-9175-CB4FB912A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860"/>
                <a:ext cx="197" cy="147"/>
              </a:xfrm>
              <a:custGeom>
                <a:avLst/>
                <a:gdLst>
                  <a:gd name="T0" fmla="*/ 0 w 79"/>
                  <a:gd name="T1" fmla="*/ 0 h 55"/>
                  <a:gd name="T2" fmla="*/ 1224 w 79"/>
                  <a:gd name="T3" fmla="*/ 1050 h 55"/>
                  <a:gd name="T4" fmla="*/ 0 w 79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55">
                    <a:moveTo>
                      <a:pt x="0" y="0"/>
                    </a:moveTo>
                    <a:cubicBezTo>
                      <a:pt x="19" y="4"/>
                      <a:pt x="53" y="21"/>
                      <a:pt x="79" y="55"/>
                    </a:cubicBezTo>
                    <a:cubicBezTo>
                      <a:pt x="68" y="44"/>
                      <a:pt x="38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2" name="Freeform 457">
                <a:extLst>
                  <a:ext uri="{FF2B5EF4-FFF2-40B4-BE49-F238E27FC236}">
                    <a16:creationId xmlns:a16="http://schemas.microsoft.com/office/drawing/2014/main" id="{46B8804C-4B2C-4B59-8634-86A7DF68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116"/>
                <a:ext cx="53" cy="101"/>
              </a:xfrm>
              <a:custGeom>
                <a:avLst/>
                <a:gdLst>
                  <a:gd name="T0" fmla="*/ 338 w 21"/>
                  <a:gd name="T1" fmla="*/ 0 h 38"/>
                  <a:gd name="T2" fmla="*/ 0 w 21"/>
                  <a:gd name="T3" fmla="*/ 712 h 38"/>
                  <a:gd name="T4" fmla="*/ 338 w 21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21" y="0"/>
                    </a:moveTo>
                    <a:cubicBezTo>
                      <a:pt x="18" y="11"/>
                      <a:pt x="9" y="31"/>
                      <a:pt x="0" y="38"/>
                    </a:cubicBezTo>
                    <a:cubicBezTo>
                      <a:pt x="9" y="34"/>
                      <a:pt x="21" y="18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3" name="Freeform 458">
                <a:extLst>
                  <a:ext uri="{FF2B5EF4-FFF2-40B4-BE49-F238E27FC236}">
                    <a16:creationId xmlns:a16="http://schemas.microsoft.com/office/drawing/2014/main" id="{8B1A82A4-E268-4364-961C-757A6D11C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196"/>
                <a:ext cx="33" cy="195"/>
              </a:xfrm>
              <a:custGeom>
                <a:avLst/>
                <a:gdLst>
                  <a:gd name="T0" fmla="*/ 213 w 13"/>
                  <a:gd name="T1" fmla="*/ 0 h 73"/>
                  <a:gd name="T2" fmla="*/ 129 w 13"/>
                  <a:gd name="T3" fmla="*/ 1392 h 73"/>
                  <a:gd name="T4" fmla="*/ 213 w 13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3">
                    <a:moveTo>
                      <a:pt x="13" y="0"/>
                    </a:moveTo>
                    <a:cubicBezTo>
                      <a:pt x="7" y="14"/>
                      <a:pt x="0" y="44"/>
                      <a:pt x="8" y="73"/>
                    </a:cubicBezTo>
                    <a:cubicBezTo>
                      <a:pt x="5" y="54"/>
                      <a:pt x="8" y="2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4" name="Freeform 459">
                <a:extLst>
                  <a:ext uri="{FF2B5EF4-FFF2-40B4-BE49-F238E27FC236}">
                    <a16:creationId xmlns:a16="http://schemas.microsoft.com/office/drawing/2014/main" id="{6F8773E6-4511-46CD-ADC2-A9E2A2FD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505"/>
                <a:ext cx="160" cy="67"/>
              </a:xfrm>
              <a:custGeom>
                <a:avLst/>
                <a:gdLst>
                  <a:gd name="T0" fmla="*/ 0 w 64"/>
                  <a:gd name="T1" fmla="*/ 482 h 25"/>
                  <a:gd name="T2" fmla="*/ 1000 w 64"/>
                  <a:gd name="T3" fmla="*/ 0 h 25"/>
                  <a:gd name="T4" fmla="*/ 0 w 64"/>
                  <a:gd name="T5" fmla="*/ 48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5">
                    <a:moveTo>
                      <a:pt x="0" y="25"/>
                    </a:moveTo>
                    <a:cubicBezTo>
                      <a:pt x="17" y="24"/>
                      <a:pt x="54" y="11"/>
                      <a:pt x="64" y="0"/>
                    </a:cubicBezTo>
                    <a:cubicBezTo>
                      <a:pt x="56" y="5"/>
                      <a:pt x="11" y="23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5" name="Freeform 460">
                <a:extLst>
                  <a:ext uri="{FF2B5EF4-FFF2-40B4-BE49-F238E27FC236}">
                    <a16:creationId xmlns:a16="http://schemas.microsoft.com/office/drawing/2014/main" id="{1E865EFA-2C2C-44EF-A0AE-9C8E28EF6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423"/>
                <a:ext cx="107" cy="93"/>
              </a:xfrm>
              <a:custGeom>
                <a:avLst/>
                <a:gdLst>
                  <a:gd name="T0" fmla="*/ 662 w 43"/>
                  <a:gd name="T1" fmla="*/ 0 h 35"/>
                  <a:gd name="T2" fmla="*/ 0 w 43"/>
                  <a:gd name="T3" fmla="*/ 656 h 35"/>
                  <a:gd name="T4" fmla="*/ 662 w 43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5">
                    <a:moveTo>
                      <a:pt x="43" y="0"/>
                    </a:moveTo>
                    <a:cubicBezTo>
                      <a:pt x="36" y="9"/>
                      <a:pt x="11" y="32"/>
                      <a:pt x="0" y="35"/>
                    </a:cubicBezTo>
                    <a:cubicBezTo>
                      <a:pt x="19" y="31"/>
                      <a:pt x="38" y="12"/>
                      <a:pt x="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6" name="Freeform 461">
                <a:extLst>
                  <a:ext uri="{FF2B5EF4-FFF2-40B4-BE49-F238E27FC236}">
                    <a16:creationId xmlns:a16="http://schemas.microsoft.com/office/drawing/2014/main" id="{C0BC4B1E-64A5-4486-ABE7-2052FF315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40"/>
                <a:ext cx="120" cy="48"/>
              </a:xfrm>
              <a:custGeom>
                <a:avLst/>
                <a:gdLst>
                  <a:gd name="T0" fmla="*/ 0 w 48"/>
                  <a:gd name="T1" fmla="*/ 341 h 18"/>
                  <a:gd name="T2" fmla="*/ 75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18"/>
                    </a:moveTo>
                    <a:cubicBezTo>
                      <a:pt x="14" y="15"/>
                      <a:pt x="43" y="6"/>
                      <a:pt x="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7" name="Freeform 462">
                <a:extLst>
                  <a:ext uri="{FF2B5EF4-FFF2-40B4-BE49-F238E27FC236}">
                    <a16:creationId xmlns:a16="http://schemas.microsoft.com/office/drawing/2014/main" id="{F0A41530-97CC-4AFD-B0CF-C90BEFFB0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345"/>
                <a:ext cx="157" cy="48"/>
              </a:xfrm>
              <a:custGeom>
                <a:avLst/>
                <a:gdLst>
                  <a:gd name="T0" fmla="*/ 0 w 63"/>
                  <a:gd name="T1" fmla="*/ 0 h 18"/>
                  <a:gd name="T2" fmla="*/ 974 w 63"/>
                  <a:gd name="T3" fmla="*/ 248 h 18"/>
                  <a:gd name="T4" fmla="*/ 0 w 6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8">
                    <a:moveTo>
                      <a:pt x="0" y="0"/>
                    </a:moveTo>
                    <a:cubicBezTo>
                      <a:pt x="10" y="7"/>
                      <a:pt x="43" y="15"/>
                      <a:pt x="63" y="13"/>
                    </a:cubicBezTo>
                    <a:cubicBezTo>
                      <a:pt x="45" y="18"/>
                      <a:pt x="8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8" name="Freeform 463">
                <a:extLst>
                  <a:ext uri="{FF2B5EF4-FFF2-40B4-BE49-F238E27FC236}">
                    <a16:creationId xmlns:a16="http://schemas.microsoft.com/office/drawing/2014/main" id="{A1E24DA6-DBFE-42D9-A5E3-8704F2642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839"/>
                <a:ext cx="130" cy="82"/>
              </a:xfrm>
              <a:custGeom>
                <a:avLst/>
                <a:gdLst>
                  <a:gd name="T0" fmla="*/ 0 w 52"/>
                  <a:gd name="T1" fmla="*/ 0 h 31"/>
                  <a:gd name="T2" fmla="*/ 813 w 52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1">
                    <a:moveTo>
                      <a:pt x="0" y="0"/>
                    </a:moveTo>
                    <a:cubicBezTo>
                      <a:pt x="11" y="2"/>
                      <a:pt x="47" y="25"/>
                      <a:pt x="52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9" name="Freeform 464">
                <a:extLst>
                  <a:ext uri="{FF2B5EF4-FFF2-40B4-BE49-F238E27FC236}">
                    <a16:creationId xmlns:a16="http://schemas.microsoft.com/office/drawing/2014/main" id="{EFB0CB04-BA14-4B8A-9C85-7A2095DC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303"/>
                <a:ext cx="63" cy="82"/>
              </a:xfrm>
              <a:custGeom>
                <a:avLst/>
                <a:gdLst>
                  <a:gd name="T0" fmla="*/ 0 w 25"/>
                  <a:gd name="T1" fmla="*/ 574 h 31"/>
                  <a:gd name="T2" fmla="*/ 401 w 2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0" y="31"/>
                    </a:moveTo>
                    <a:cubicBezTo>
                      <a:pt x="7" y="23"/>
                      <a:pt x="23" y="7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0" name="Freeform 465">
                <a:extLst>
                  <a:ext uri="{FF2B5EF4-FFF2-40B4-BE49-F238E27FC236}">
                    <a16:creationId xmlns:a16="http://schemas.microsoft.com/office/drawing/2014/main" id="{8B4315C9-D544-4B7C-AB98-2F91E7E18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468"/>
                <a:ext cx="257" cy="67"/>
              </a:xfrm>
              <a:custGeom>
                <a:avLst/>
                <a:gdLst>
                  <a:gd name="T0" fmla="*/ 0 w 103"/>
                  <a:gd name="T1" fmla="*/ 252 h 25"/>
                  <a:gd name="T2" fmla="*/ 354 w 103"/>
                  <a:gd name="T3" fmla="*/ 0 h 25"/>
                  <a:gd name="T4" fmla="*/ 1599 w 103"/>
                  <a:gd name="T5" fmla="*/ 78 h 25"/>
                  <a:gd name="T6" fmla="*/ 1400 w 103"/>
                  <a:gd name="T7" fmla="*/ 230 h 25"/>
                  <a:gd name="T8" fmla="*/ 105 w 103"/>
                  <a:gd name="T9" fmla="*/ 445 h 25"/>
                  <a:gd name="T10" fmla="*/ 0 w 103"/>
                  <a:gd name="T11" fmla="*/ 25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25">
                    <a:moveTo>
                      <a:pt x="0" y="13"/>
                    </a:moveTo>
                    <a:cubicBezTo>
                      <a:pt x="6" y="11"/>
                      <a:pt x="23" y="0"/>
                      <a:pt x="23" y="0"/>
                    </a:cubicBezTo>
                    <a:cubicBezTo>
                      <a:pt x="23" y="0"/>
                      <a:pt x="90" y="0"/>
                      <a:pt x="103" y="4"/>
                    </a:cubicBezTo>
                    <a:cubicBezTo>
                      <a:pt x="101" y="6"/>
                      <a:pt x="90" y="12"/>
                      <a:pt x="90" y="12"/>
                    </a:cubicBezTo>
                    <a:cubicBezTo>
                      <a:pt x="86" y="10"/>
                      <a:pt x="23" y="9"/>
                      <a:pt x="7" y="23"/>
                    </a:cubicBezTo>
                    <a:cubicBezTo>
                      <a:pt x="3" y="25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1" name="Freeform 466">
                <a:extLst>
                  <a:ext uri="{FF2B5EF4-FFF2-40B4-BE49-F238E27FC236}">
                    <a16:creationId xmlns:a16="http://schemas.microsoft.com/office/drawing/2014/main" id="{99C02007-BFB4-40AD-BEE2-616D52A2D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524"/>
                <a:ext cx="152" cy="56"/>
              </a:xfrm>
              <a:custGeom>
                <a:avLst/>
                <a:gdLst>
                  <a:gd name="T0" fmla="*/ 0 w 61"/>
                  <a:gd name="T1" fmla="*/ 227 h 21"/>
                  <a:gd name="T2" fmla="*/ 695 w 61"/>
                  <a:gd name="T3" fmla="*/ 0 h 21"/>
                  <a:gd name="T4" fmla="*/ 900 w 61"/>
                  <a:gd name="T5" fmla="*/ 307 h 21"/>
                  <a:gd name="T6" fmla="*/ 262 w 61"/>
                  <a:gd name="T7" fmla="*/ 34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1">
                    <a:moveTo>
                      <a:pt x="0" y="12"/>
                    </a:moveTo>
                    <a:cubicBezTo>
                      <a:pt x="12" y="10"/>
                      <a:pt x="41" y="3"/>
                      <a:pt x="45" y="0"/>
                    </a:cubicBezTo>
                    <a:cubicBezTo>
                      <a:pt x="47" y="5"/>
                      <a:pt x="55" y="14"/>
                      <a:pt x="58" y="16"/>
                    </a:cubicBezTo>
                    <a:cubicBezTo>
                      <a:pt x="61" y="18"/>
                      <a:pt x="28" y="21"/>
                      <a:pt x="17" y="18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2" name="Freeform 467">
                <a:extLst>
                  <a:ext uri="{FF2B5EF4-FFF2-40B4-BE49-F238E27FC236}">
                    <a16:creationId xmlns:a16="http://schemas.microsoft.com/office/drawing/2014/main" id="{F0708482-C5E2-47A4-A15E-8C6ACAB98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297"/>
                <a:ext cx="227" cy="83"/>
              </a:xfrm>
              <a:custGeom>
                <a:avLst/>
                <a:gdLst>
                  <a:gd name="T0" fmla="*/ 0 w 91"/>
                  <a:gd name="T1" fmla="*/ 150 h 31"/>
                  <a:gd name="T2" fmla="*/ 324 w 91"/>
                  <a:gd name="T3" fmla="*/ 423 h 31"/>
                  <a:gd name="T4" fmla="*/ 511 w 91"/>
                  <a:gd name="T5" fmla="*/ 517 h 31"/>
                  <a:gd name="T6" fmla="*/ 696 w 91"/>
                  <a:gd name="T7" fmla="*/ 573 h 31"/>
                  <a:gd name="T8" fmla="*/ 746 w 91"/>
                  <a:gd name="T9" fmla="*/ 501 h 31"/>
                  <a:gd name="T10" fmla="*/ 821 w 91"/>
                  <a:gd name="T11" fmla="*/ 402 h 31"/>
                  <a:gd name="T12" fmla="*/ 1040 w 91"/>
                  <a:gd name="T13" fmla="*/ 230 h 31"/>
                  <a:gd name="T14" fmla="*/ 1195 w 91"/>
                  <a:gd name="T15" fmla="*/ 137 h 31"/>
                  <a:gd name="T16" fmla="*/ 1412 w 91"/>
                  <a:gd name="T17" fmla="*/ 35 h 31"/>
                  <a:gd name="T18" fmla="*/ 1070 w 91"/>
                  <a:gd name="T19" fmla="*/ 0 h 31"/>
                  <a:gd name="T20" fmla="*/ 841 w 91"/>
                  <a:gd name="T21" fmla="*/ 78 h 31"/>
                  <a:gd name="T22" fmla="*/ 75 w 91"/>
                  <a:gd name="T23" fmla="*/ 115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" h="31">
                    <a:moveTo>
                      <a:pt x="0" y="8"/>
                    </a:moveTo>
                    <a:cubicBezTo>
                      <a:pt x="7" y="14"/>
                      <a:pt x="13" y="19"/>
                      <a:pt x="21" y="22"/>
                    </a:cubicBezTo>
                    <a:cubicBezTo>
                      <a:pt x="26" y="24"/>
                      <a:pt x="29" y="26"/>
                      <a:pt x="33" y="27"/>
                    </a:cubicBezTo>
                    <a:cubicBezTo>
                      <a:pt x="36" y="28"/>
                      <a:pt x="43" y="31"/>
                      <a:pt x="45" y="30"/>
                    </a:cubicBezTo>
                    <a:cubicBezTo>
                      <a:pt x="46" y="29"/>
                      <a:pt x="48" y="26"/>
                      <a:pt x="48" y="26"/>
                    </a:cubicBezTo>
                    <a:cubicBezTo>
                      <a:pt x="50" y="24"/>
                      <a:pt x="52" y="22"/>
                      <a:pt x="53" y="21"/>
                    </a:cubicBezTo>
                    <a:cubicBezTo>
                      <a:pt x="57" y="17"/>
                      <a:pt x="62" y="15"/>
                      <a:pt x="67" y="12"/>
                    </a:cubicBezTo>
                    <a:cubicBezTo>
                      <a:pt x="70" y="9"/>
                      <a:pt x="73" y="9"/>
                      <a:pt x="77" y="7"/>
                    </a:cubicBezTo>
                    <a:cubicBezTo>
                      <a:pt x="80" y="6"/>
                      <a:pt x="87" y="4"/>
                      <a:pt x="91" y="2"/>
                    </a:cubicBezTo>
                    <a:cubicBezTo>
                      <a:pt x="84" y="2"/>
                      <a:pt x="75" y="1"/>
                      <a:pt x="69" y="0"/>
                    </a:cubicBezTo>
                    <a:cubicBezTo>
                      <a:pt x="64" y="0"/>
                      <a:pt x="59" y="3"/>
                      <a:pt x="54" y="4"/>
                    </a:cubicBezTo>
                    <a:cubicBezTo>
                      <a:pt x="38" y="7"/>
                      <a:pt x="21" y="6"/>
                      <a:pt x="5" y="6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3" name="Freeform 468">
                <a:extLst>
                  <a:ext uri="{FF2B5EF4-FFF2-40B4-BE49-F238E27FC236}">
                    <a16:creationId xmlns:a16="http://schemas.microsoft.com/office/drawing/2014/main" id="{506B15EF-94A7-4052-9D04-AFEF69D84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988"/>
                <a:ext cx="168" cy="117"/>
              </a:xfrm>
              <a:custGeom>
                <a:avLst/>
                <a:gdLst>
                  <a:gd name="T0" fmla="*/ 0 w 67"/>
                  <a:gd name="T1" fmla="*/ 806 h 44"/>
                  <a:gd name="T2" fmla="*/ 722 w 67"/>
                  <a:gd name="T3" fmla="*/ 261 h 44"/>
                  <a:gd name="T4" fmla="*/ 900 w 67"/>
                  <a:gd name="T5" fmla="*/ 56 h 44"/>
                  <a:gd name="T6" fmla="*/ 1056 w 67"/>
                  <a:gd name="T7" fmla="*/ 35 h 44"/>
                  <a:gd name="T8" fmla="*/ 850 w 67"/>
                  <a:gd name="T9" fmla="*/ 417 h 44"/>
                  <a:gd name="T10" fmla="*/ 584 w 67"/>
                  <a:gd name="T11" fmla="*/ 715 h 44"/>
                  <a:gd name="T12" fmla="*/ 409 w 67"/>
                  <a:gd name="T13" fmla="*/ 827 h 44"/>
                  <a:gd name="T14" fmla="*/ 158 w 67"/>
                  <a:gd name="T15" fmla="*/ 806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44">
                    <a:moveTo>
                      <a:pt x="0" y="43"/>
                    </a:moveTo>
                    <a:cubicBezTo>
                      <a:pt x="15" y="38"/>
                      <a:pt x="33" y="25"/>
                      <a:pt x="46" y="14"/>
                    </a:cubicBezTo>
                    <a:cubicBezTo>
                      <a:pt x="49" y="11"/>
                      <a:pt x="53" y="6"/>
                      <a:pt x="57" y="3"/>
                    </a:cubicBezTo>
                    <a:cubicBezTo>
                      <a:pt x="61" y="0"/>
                      <a:pt x="62" y="1"/>
                      <a:pt x="67" y="2"/>
                    </a:cubicBezTo>
                    <a:cubicBezTo>
                      <a:pt x="66" y="8"/>
                      <a:pt x="58" y="18"/>
                      <a:pt x="54" y="22"/>
                    </a:cubicBezTo>
                    <a:cubicBezTo>
                      <a:pt x="48" y="28"/>
                      <a:pt x="43" y="33"/>
                      <a:pt x="37" y="38"/>
                    </a:cubicBezTo>
                    <a:cubicBezTo>
                      <a:pt x="34" y="41"/>
                      <a:pt x="31" y="43"/>
                      <a:pt x="26" y="44"/>
                    </a:cubicBezTo>
                    <a:cubicBezTo>
                      <a:pt x="21" y="44"/>
                      <a:pt x="16" y="42"/>
                      <a:pt x="10" y="43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4" name="Freeform 469">
                <a:extLst>
                  <a:ext uri="{FF2B5EF4-FFF2-40B4-BE49-F238E27FC236}">
                    <a16:creationId xmlns:a16="http://schemas.microsoft.com/office/drawing/2014/main" id="{A3A17DD0-3BDA-421A-94E8-F2EE7BC1E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020"/>
                <a:ext cx="50" cy="51"/>
              </a:xfrm>
              <a:custGeom>
                <a:avLst/>
                <a:gdLst>
                  <a:gd name="T0" fmla="*/ 220 w 20"/>
                  <a:gd name="T1" fmla="*/ 0 h 19"/>
                  <a:gd name="T2" fmla="*/ 0 w 20"/>
                  <a:gd name="T3" fmla="*/ 368 h 19"/>
                  <a:gd name="T4" fmla="*/ 313 w 20"/>
                  <a:gd name="T5" fmla="*/ 28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4" y="0"/>
                    </a:moveTo>
                    <a:cubicBezTo>
                      <a:pt x="10" y="7"/>
                      <a:pt x="4" y="13"/>
                      <a:pt x="0" y="19"/>
                    </a:cubicBezTo>
                    <a:cubicBezTo>
                      <a:pt x="6" y="19"/>
                      <a:pt x="14" y="17"/>
                      <a:pt x="20" y="15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5" name="Freeform 470">
                <a:extLst>
                  <a:ext uri="{FF2B5EF4-FFF2-40B4-BE49-F238E27FC236}">
                    <a16:creationId xmlns:a16="http://schemas.microsoft.com/office/drawing/2014/main" id="{92ED032C-0AE9-4066-9561-D10504DD2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991"/>
                <a:ext cx="87" cy="66"/>
              </a:xfrm>
              <a:custGeom>
                <a:avLst/>
                <a:gdLst>
                  <a:gd name="T0" fmla="*/ 0 w 35"/>
                  <a:gd name="T1" fmla="*/ 21 h 25"/>
                  <a:gd name="T2" fmla="*/ 124 w 35"/>
                  <a:gd name="T3" fmla="*/ 459 h 25"/>
                  <a:gd name="T4" fmla="*/ 537 w 35"/>
                  <a:gd name="T5" fmla="*/ 238 h 25"/>
                  <a:gd name="T6" fmla="*/ 341 w 35"/>
                  <a:gd name="T7" fmla="*/ 34 h 25"/>
                  <a:gd name="T8" fmla="*/ 92 w 35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"/>
                    </a:moveTo>
                    <a:cubicBezTo>
                      <a:pt x="3" y="6"/>
                      <a:pt x="5" y="19"/>
                      <a:pt x="8" y="25"/>
                    </a:cubicBezTo>
                    <a:cubicBezTo>
                      <a:pt x="7" y="12"/>
                      <a:pt x="25" y="11"/>
                      <a:pt x="35" y="13"/>
                    </a:cubicBezTo>
                    <a:cubicBezTo>
                      <a:pt x="30" y="11"/>
                      <a:pt x="26" y="5"/>
                      <a:pt x="22" y="2"/>
                    </a:cubicBezTo>
                    <a:cubicBezTo>
                      <a:pt x="18" y="0"/>
                      <a:pt x="11" y="1"/>
                      <a:pt x="6" y="0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6" name="Freeform 471">
                <a:extLst>
                  <a:ext uri="{FF2B5EF4-FFF2-40B4-BE49-F238E27FC236}">
                    <a16:creationId xmlns:a16="http://schemas.microsoft.com/office/drawing/2014/main" id="{56EB213E-6329-407A-9A5E-8B68DE6F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983"/>
                <a:ext cx="152" cy="40"/>
              </a:xfrm>
              <a:custGeom>
                <a:avLst/>
                <a:gdLst>
                  <a:gd name="T0" fmla="*/ 324 w 61"/>
                  <a:gd name="T1" fmla="*/ 285 h 15"/>
                  <a:gd name="T2" fmla="*/ 466 w 61"/>
                  <a:gd name="T3" fmla="*/ 192 h 15"/>
                  <a:gd name="T4" fmla="*/ 695 w 61"/>
                  <a:gd name="T5" fmla="*/ 149 h 15"/>
                  <a:gd name="T6" fmla="*/ 944 w 61"/>
                  <a:gd name="T7" fmla="*/ 136 h 15"/>
                  <a:gd name="T8" fmla="*/ 807 w 61"/>
                  <a:gd name="T9" fmla="*/ 77 h 15"/>
                  <a:gd name="T10" fmla="*/ 745 w 61"/>
                  <a:gd name="T11" fmla="*/ 0 h 15"/>
                  <a:gd name="T12" fmla="*/ 653 w 61"/>
                  <a:gd name="T13" fmla="*/ 21 h 15"/>
                  <a:gd name="T14" fmla="*/ 496 w 61"/>
                  <a:gd name="T15" fmla="*/ 56 h 15"/>
                  <a:gd name="T16" fmla="*/ 229 w 61"/>
                  <a:gd name="T17" fmla="*/ 77 h 15"/>
                  <a:gd name="T18" fmla="*/ 0 w 61"/>
                  <a:gd name="T19" fmla="*/ 93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15">
                    <a:moveTo>
                      <a:pt x="21" y="15"/>
                    </a:moveTo>
                    <a:cubicBezTo>
                      <a:pt x="22" y="12"/>
                      <a:pt x="27" y="11"/>
                      <a:pt x="30" y="10"/>
                    </a:cubicBezTo>
                    <a:cubicBezTo>
                      <a:pt x="34" y="9"/>
                      <a:pt x="39" y="8"/>
                      <a:pt x="45" y="8"/>
                    </a:cubicBezTo>
                    <a:cubicBezTo>
                      <a:pt x="50" y="7"/>
                      <a:pt x="56" y="6"/>
                      <a:pt x="61" y="7"/>
                    </a:cubicBezTo>
                    <a:cubicBezTo>
                      <a:pt x="58" y="6"/>
                      <a:pt x="55" y="5"/>
                      <a:pt x="52" y="4"/>
                    </a:cubicBezTo>
                    <a:cubicBezTo>
                      <a:pt x="50" y="3"/>
                      <a:pt x="49" y="1"/>
                      <a:pt x="48" y="0"/>
                    </a:cubicBezTo>
                    <a:cubicBezTo>
                      <a:pt x="46" y="0"/>
                      <a:pt x="43" y="1"/>
                      <a:pt x="42" y="1"/>
                    </a:cubicBezTo>
                    <a:cubicBezTo>
                      <a:pt x="38" y="2"/>
                      <a:pt x="35" y="2"/>
                      <a:pt x="32" y="3"/>
                    </a:cubicBezTo>
                    <a:cubicBezTo>
                      <a:pt x="26" y="3"/>
                      <a:pt x="20" y="4"/>
                      <a:pt x="15" y="4"/>
                    </a:cubicBezTo>
                    <a:cubicBezTo>
                      <a:pt x="10" y="4"/>
                      <a:pt x="5" y="5"/>
                      <a:pt x="0" y="5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7" name="Freeform 472">
                <a:extLst>
                  <a:ext uri="{FF2B5EF4-FFF2-40B4-BE49-F238E27FC236}">
                    <a16:creationId xmlns:a16="http://schemas.microsoft.com/office/drawing/2014/main" id="{D66B5D02-0679-4D85-9724-E646F97AE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036"/>
                <a:ext cx="90" cy="69"/>
              </a:xfrm>
              <a:custGeom>
                <a:avLst/>
                <a:gdLst>
                  <a:gd name="T0" fmla="*/ 0 w 36"/>
                  <a:gd name="T1" fmla="*/ 295 h 26"/>
                  <a:gd name="T2" fmla="*/ 95 w 36"/>
                  <a:gd name="T3" fmla="*/ 395 h 26"/>
                  <a:gd name="T4" fmla="*/ 175 w 36"/>
                  <a:gd name="T5" fmla="*/ 430 h 26"/>
                  <a:gd name="T6" fmla="*/ 345 w 36"/>
                  <a:gd name="T7" fmla="*/ 451 h 26"/>
                  <a:gd name="T8" fmla="*/ 363 w 36"/>
                  <a:gd name="T9" fmla="*/ 295 h 26"/>
                  <a:gd name="T10" fmla="*/ 563 w 36"/>
                  <a:gd name="T11" fmla="*/ 337 h 26"/>
                  <a:gd name="T12" fmla="*/ 363 w 36"/>
                  <a:gd name="T13" fmla="*/ 0 h 26"/>
                  <a:gd name="T14" fmla="*/ 158 w 36"/>
                  <a:gd name="T15" fmla="*/ 2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26">
                    <a:moveTo>
                      <a:pt x="0" y="16"/>
                    </a:moveTo>
                    <a:cubicBezTo>
                      <a:pt x="2" y="17"/>
                      <a:pt x="4" y="19"/>
                      <a:pt x="6" y="21"/>
                    </a:cubicBezTo>
                    <a:cubicBezTo>
                      <a:pt x="7" y="22"/>
                      <a:pt x="9" y="22"/>
                      <a:pt x="11" y="23"/>
                    </a:cubicBezTo>
                    <a:cubicBezTo>
                      <a:pt x="14" y="24"/>
                      <a:pt x="19" y="26"/>
                      <a:pt x="22" y="24"/>
                    </a:cubicBezTo>
                    <a:cubicBezTo>
                      <a:pt x="24" y="22"/>
                      <a:pt x="21" y="18"/>
                      <a:pt x="23" y="16"/>
                    </a:cubicBezTo>
                    <a:cubicBezTo>
                      <a:pt x="26" y="12"/>
                      <a:pt x="34" y="14"/>
                      <a:pt x="36" y="18"/>
                    </a:cubicBezTo>
                    <a:cubicBezTo>
                      <a:pt x="33" y="11"/>
                      <a:pt x="30" y="3"/>
                      <a:pt x="23" y="0"/>
                    </a:cubicBezTo>
                    <a:cubicBezTo>
                      <a:pt x="21" y="5"/>
                      <a:pt x="15" y="11"/>
                      <a:pt x="10" y="12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8" name="Freeform 473">
                <a:extLst>
                  <a:ext uri="{FF2B5EF4-FFF2-40B4-BE49-F238E27FC236}">
                    <a16:creationId xmlns:a16="http://schemas.microsoft.com/office/drawing/2014/main" id="{F7345B6A-17C6-4C21-B3F2-2B7E06D94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057"/>
                <a:ext cx="73" cy="80"/>
              </a:xfrm>
              <a:custGeom>
                <a:avLst/>
                <a:gdLst>
                  <a:gd name="T0" fmla="*/ 335 w 29"/>
                  <a:gd name="T1" fmla="*/ 93 h 30"/>
                  <a:gd name="T2" fmla="*/ 400 w 29"/>
                  <a:gd name="T3" fmla="*/ 512 h 30"/>
                  <a:gd name="T4" fmla="*/ 284 w 29"/>
                  <a:gd name="T5" fmla="*/ 568 h 30"/>
                  <a:gd name="T6" fmla="*/ 0 w 29"/>
                  <a:gd name="T7" fmla="*/ 547 h 30"/>
                  <a:gd name="T8" fmla="*/ 191 w 29"/>
                  <a:gd name="T9" fmla="*/ 376 h 30"/>
                  <a:gd name="T10" fmla="*/ 209 w 29"/>
                  <a:gd name="T11" fmla="*/ 264 h 30"/>
                  <a:gd name="T12" fmla="*/ 159 w 29"/>
                  <a:gd name="T13" fmla="*/ 248 h 30"/>
                  <a:gd name="T14" fmla="*/ 63 w 29"/>
                  <a:gd name="T15" fmla="*/ 171 h 30"/>
                  <a:gd name="T16" fmla="*/ 209 w 29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30">
                    <a:moveTo>
                      <a:pt x="21" y="5"/>
                    </a:moveTo>
                    <a:cubicBezTo>
                      <a:pt x="21" y="5"/>
                      <a:pt x="29" y="20"/>
                      <a:pt x="25" y="27"/>
                    </a:cubicBezTo>
                    <a:cubicBezTo>
                      <a:pt x="23" y="29"/>
                      <a:pt x="21" y="29"/>
                      <a:pt x="18" y="30"/>
                    </a:cubicBezTo>
                    <a:cubicBezTo>
                      <a:pt x="12" y="30"/>
                      <a:pt x="6" y="30"/>
                      <a:pt x="0" y="29"/>
                    </a:cubicBezTo>
                    <a:cubicBezTo>
                      <a:pt x="3" y="25"/>
                      <a:pt x="9" y="25"/>
                      <a:pt x="12" y="20"/>
                    </a:cubicBezTo>
                    <a:cubicBezTo>
                      <a:pt x="13" y="18"/>
                      <a:pt x="14" y="17"/>
                      <a:pt x="13" y="14"/>
                    </a:cubicBezTo>
                    <a:cubicBezTo>
                      <a:pt x="13" y="12"/>
                      <a:pt x="11" y="11"/>
                      <a:pt x="10" y="1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12" y="0"/>
                      <a:pt x="13" y="0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9" name="Freeform 474">
                <a:extLst>
                  <a:ext uri="{FF2B5EF4-FFF2-40B4-BE49-F238E27FC236}">
                    <a16:creationId xmlns:a16="http://schemas.microsoft.com/office/drawing/2014/main" id="{EE0CFD7B-5A2A-4743-A813-C315A2EE5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089"/>
                <a:ext cx="123" cy="22"/>
              </a:xfrm>
              <a:custGeom>
                <a:avLst/>
                <a:gdLst>
                  <a:gd name="T0" fmla="*/ 0 w 49"/>
                  <a:gd name="T1" fmla="*/ 107 h 8"/>
                  <a:gd name="T2" fmla="*/ 409 w 49"/>
                  <a:gd name="T3" fmla="*/ 129 h 8"/>
                  <a:gd name="T4" fmla="*/ 630 w 49"/>
                  <a:gd name="T5" fmla="*/ 107 h 8"/>
                  <a:gd name="T6" fmla="*/ 776 w 49"/>
                  <a:gd name="T7" fmla="*/ 107 h 8"/>
                  <a:gd name="T8" fmla="*/ 650 w 49"/>
                  <a:gd name="T9" fmla="*/ 47 h 8"/>
                  <a:gd name="T10" fmla="*/ 555 w 49"/>
                  <a:gd name="T11" fmla="*/ 0 h 8"/>
                  <a:gd name="T12" fmla="*/ 188 w 49"/>
                  <a:gd name="T13" fmla="*/ 4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">
                    <a:moveTo>
                      <a:pt x="0" y="5"/>
                    </a:moveTo>
                    <a:cubicBezTo>
                      <a:pt x="9" y="8"/>
                      <a:pt x="17" y="7"/>
                      <a:pt x="26" y="6"/>
                    </a:cubicBezTo>
                    <a:cubicBezTo>
                      <a:pt x="30" y="5"/>
                      <a:pt x="35" y="5"/>
                      <a:pt x="40" y="5"/>
                    </a:cubicBezTo>
                    <a:cubicBezTo>
                      <a:pt x="42" y="5"/>
                      <a:pt x="47" y="6"/>
                      <a:pt x="49" y="5"/>
                    </a:cubicBezTo>
                    <a:cubicBezTo>
                      <a:pt x="47" y="3"/>
                      <a:pt x="43" y="3"/>
                      <a:pt x="41" y="2"/>
                    </a:cubicBezTo>
                    <a:cubicBezTo>
                      <a:pt x="39" y="0"/>
                      <a:pt x="38" y="0"/>
                      <a:pt x="35" y="0"/>
                    </a:cubicBezTo>
                    <a:cubicBezTo>
                      <a:pt x="27" y="0"/>
                      <a:pt x="20" y="1"/>
                      <a:pt x="12" y="2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0" name="Freeform 475">
                <a:extLst>
                  <a:ext uri="{FF2B5EF4-FFF2-40B4-BE49-F238E27FC236}">
                    <a16:creationId xmlns:a16="http://schemas.microsoft.com/office/drawing/2014/main" id="{0DAFAC56-7296-43CF-8608-06B7A36F5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161"/>
                <a:ext cx="100" cy="70"/>
              </a:xfrm>
              <a:custGeom>
                <a:avLst/>
                <a:gdLst>
                  <a:gd name="T0" fmla="*/ 0 w 40"/>
                  <a:gd name="T1" fmla="*/ 218 h 26"/>
                  <a:gd name="T2" fmla="*/ 125 w 40"/>
                  <a:gd name="T3" fmla="*/ 312 h 26"/>
                  <a:gd name="T4" fmla="*/ 220 w 40"/>
                  <a:gd name="T5" fmla="*/ 312 h 26"/>
                  <a:gd name="T6" fmla="*/ 20 w 40"/>
                  <a:gd name="T7" fmla="*/ 412 h 26"/>
                  <a:gd name="T8" fmla="*/ 125 w 40"/>
                  <a:gd name="T9" fmla="*/ 428 h 26"/>
                  <a:gd name="T10" fmla="*/ 238 w 40"/>
                  <a:gd name="T11" fmla="*/ 485 h 26"/>
                  <a:gd name="T12" fmla="*/ 395 w 40"/>
                  <a:gd name="T13" fmla="*/ 412 h 26"/>
                  <a:gd name="T14" fmla="*/ 533 w 40"/>
                  <a:gd name="T15" fmla="*/ 175 h 26"/>
                  <a:gd name="T16" fmla="*/ 625 w 40"/>
                  <a:gd name="T17" fmla="*/ 0 h 26"/>
                  <a:gd name="T18" fmla="*/ 283 w 40"/>
                  <a:gd name="T19" fmla="*/ 116 h 26"/>
                  <a:gd name="T20" fmla="*/ 145 w 40"/>
                  <a:gd name="T21" fmla="*/ 159 h 26"/>
                  <a:gd name="T22" fmla="*/ 0 w 40"/>
                  <a:gd name="T23" fmla="*/ 218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26">
                    <a:moveTo>
                      <a:pt x="0" y="11"/>
                    </a:moveTo>
                    <a:cubicBezTo>
                      <a:pt x="1" y="14"/>
                      <a:pt x="5" y="16"/>
                      <a:pt x="8" y="16"/>
                    </a:cubicBezTo>
                    <a:cubicBezTo>
                      <a:pt x="8" y="16"/>
                      <a:pt x="14" y="15"/>
                      <a:pt x="14" y="16"/>
                    </a:cubicBezTo>
                    <a:cubicBezTo>
                      <a:pt x="13" y="19"/>
                      <a:pt x="3" y="18"/>
                      <a:pt x="1" y="21"/>
                    </a:cubicBezTo>
                    <a:cubicBezTo>
                      <a:pt x="3" y="22"/>
                      <a:pt x="6" y="22"/>
                      <a:pt x="8" y="22"/>
                    </a:cubicBezTo>
                    <a:cubicBezTo>
                      <a:pt x="11" y="23"/>
                      <a:pt x="13" y="24"/>
                      <a:pt x="15" y="25"/>
                    </a:cubicBezTo>
                    <a:cubicBezTo>
                      <a:pt x="20" y="26"/>
                      <a:pt x="21" y="24"/>
                      <a:pt x="25" y="21"/>
                    </a:cubicBezTo>
                    <a:cubicBezTo>
                      <a:pt x="28" y="17"/>
                      <a:pt x="31" y="13"/>
                      <a:pt x="34" y="9"/>
                    </a:cubicBezTo>
                    <a:cubicBezTo>
                      <a:pt x="36" y="6"/>
                      <a:pt x="39" y="3"/>
                      <a:pt x="40" y="0"/>
                    </a:cubicBezTo>
                    <a:cubicBezTo>
                      <a:pt x="33" y="2"/>
                      <a:pt x="26" y="5"/>
                      <a:pt x="18" y="6"/>
                    </a:cubicBezTo>
                    <a:cubicBezTo>
                      <a:pt x="15" y="7"/>
                      <a:pt x="12" y="7"/>
                      <a:pt x="9" y="8"/>
                    </a:cubicBezTo>
                    <a:cubicBezTo>
                      <a:pt x="6" y="8"/>
                      <a:pt x="3" y="10"/>
                      <a:pt x="0" y="11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1" name="Freeform 476">
                <a:extLst>
                  <a:ext uri="{FF2B5EF4-FFF2-40B4-BE49-F238E27FC236}">
                    <a16:creationId xmlns:a16="http://schemas.microsoft.com/office/drawing/2014/main" id="{457A9C80-715E-4B92-A41F-D62074682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007"/>
                <a:ext cx="103" cy="48"/>
              </a:xfrm>
              <a:custGeom>
                <a:avLst/>
                <a:gdLst>
                  <a:gd name="T0" fmla="*/ 0 w 41"/>
                  <a:gd name="T1" fmla="*/ 341 h 18"/>
                  <a:gd name="T2" fmla="*/ 651 w 41"/>
                  <a:gd name="T3" fmla="*/ 264 h 18"/>
                  <a:gd name="T4" fmla="*/ 367 w 41"/>
                  <a:gd name="T5" fmla="*/ 77 h 18"/>
                  <a:gd name="T6" fmla="*/ 33 w 41"/>
                  <a:gd name="T7" fmla="*/ 5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">
                    <a:moveTo>
                      <a:pt x="0" y="18"/>
                    </a:moveTo>
                    <a:cubicBezTo>
                      <a:pt x="13" y="16"/>
                      <a:pt x="28" y="14"/>
                      <a:pt x="41" y="14"/>
                    </a:cubicBezTo>
                    <a:cubicBezTo>
                      <a:pt x="36" y="12"/>
                      <a:pt x="28" y="8"/>
                      <a:pt x="23" y="4"/>
                    </a:cubicBezTo>
                    <a:cubicBezTo>
                      <a:pt x="16" y="0"/>
                      <a:pt x="10" y="1"/>
                      <a:pt x="2" y="3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2" name="Freeform 477">
                <a:extLst>
                  <a:ext uri="{FF2B5EF4-FFF2-40B4-BE49-F238E27FC236}">
                    <a16:creationId xmlns:a16="http://schemas.microsoft.com/office/drawing/2014/main" id="{41A53A68-B8F3-4CC4-B983-E02420D0A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91"/>
                <a:ext cx="153" cy="50"/>
              </a:xfrm>
              <a:custGeom>
                <a:avLst/>
                <a:gdLst>
                  <a:gd name="T0" fmla="*/ 0 w 61"/>
                  <a:gd name="T1" fmla="*/ 179 h 19"/>
                  <a:gd name="T2" fmla="*/ 158 w 61"/>
                  <a:gd name="T3" fmla="*/ 271 h 19"/>
                  <a:gd name="T4" fmla="*/ 346 w 61"/>
                  <a:gd name="T5" fmla="*/ 292 h 19"/>
                  <a:gd name="T6" fmla="*/ 755 w 61"/>
                  <a:gd name="T7" fmla="*/ 326 h 19"/>
                  <a:gd name="T8" fmla="*/ 913 w 61"/>
                  <a:gd name="T9" fmla="*/ 326 h 19"/>
                  <a:gd name="T10" fmla="*/ 880 w 61"/>
                  <a:gd name="T11" fmla="*/ 234 h 19"/>
                  <a:gd name="T12" fmla="*/ 459 w 61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0" y="10"/>
                    </a:moveTo>
                    <a:cubicBezTo>
                      <a:pt x="3" y="12"/>
                      <a:pt x="7" y="14"/>
                      <a:pt x="10" y="15"/>
                    </a:cubicBezTo>
                    <a:cubicBezTo>
                      <a:pt x="14" y="16"/>
                      <a:pt x="18" y="16"/>
                      <a:pt x="22" y="16"/>
                    </a:cubicBezTo>
                    <a:cubicBezTo>
                      <a:pt x="31" y="16"/>
                      <a:pt x="39" y="18"/>
                      <a:pt x="48" y="18"/>
                    </a:cubicBezTo>
                    <a:cubicBezTo>
                      <a:pt x="50" y="18"/>
                      <a:pt x="56" y="19"/>
                      <a:pt x="58" y="18"/>
                    </a:cubicBezTo>
                    <a:cubicBezTo>
                      <a:pt x="61" y="16"/>
                      <a:pt x="58" y="14"/>
                      <a:pt x="56" y="13"/>
                    </a:cubicBezTo>
                    <a:cubicBezTo>
                      <a:pt x="48" y="8"/>
                      <a:pt x="38" y="3"/>
                      <a:pt x="29" y="0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3" name="Freeform 478">
                <a:extLst>
                  <a:ext uri="{FF2B5EF4-FFF2-40B4-BE49-F238E27FC236}">
                    <a16:creationId xmlns:a16="http://schemas.microsoft.com/office/drawing/2014/main" id="{BE26ED06-886B-4777-8056-E8B2C628A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783"/>
                <a:ext cx="52" cy="128"/>
              </a:xfrm>
              <a:custGeom>
                <a:avLst/>
                <a:gdLst>
                  <a:gd name="T0" fmla="*/ 183 w 21"/>
                  <a:gd name="T1" fmla="*/ 115 h 48"/>
                  <a:gd name="T2" fmla="*/ 0 w 21"/>
                  <a:gd name="T3" fmla="*/ 909 h 48"/>
                  <a:gd name="T4" fmla="*/ 319 w 21"/>
                  <a:gd name="T5" fmla="*/ 853 h 48"/>
                  <a:gd name="T6" fmla="*/ 258 w 21"/>
                  <a:gd name="T7" fmla="*/ 376 h 48"/>
                  <a:gd name="T8" fmla="*/ 275 w 21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12" y="6"/>
                    </a:moveTo>
                    <a:cubicBezTo>
                      <a:pt x="12" y="21"/>
                      <a:pt x="7" y="36"/>
                      <a:pt x="0" y="48"/>
                    </a:cubicBezTo>
                    <a:cubicBezTo>
                      <a:pt x="6" y="44"/>
                      <a:pt x="14" y="46"/>
                      <a:pt x="21" y="45"/>
                    </a:cubicBezTo>
                    <a:cubicBezTo>
                      <a:pt x="19" y="36"/>
                      <a:pt x="17" y="29"/>
                      <a:pt x="17" y="20"/>
                    </a:cubicBezTo>
                    <a:cubicBezTo>
                      <a:pt x="17" y="14"/>
                      <a:pt x="17" y="7"/>
                      <a:pt x="18" y="0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4" name="Freeform 479">
                <a:extLst>
                  <a:ext uri="{FF2B5EF4-FFF2-40B4-BE49-F238E27FC236}">
                    <a16:creationId xmlns:a16="http://schemas.microsoft.com/office/drawing/2014/main" id="{43BA9D32-EC8E-40AC-81A6-44B6A6032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761"/>
                <a:ext cx="68" cy="83"/>
              </a:xfrm>
              <a:custGeom>
                <a:avLst/>
                <a:gdLst>
                  <a:gd name="T0" fmla="*/ 0 w 27"/>
                  <a:gd name="T1" fmla="*/ 0 h 31"/>
                  <a:gd name="T2" fmla="*/ 50 w 27"/>
                  <a:gd name="T3" fmla="*/ 594 h 31"/>
                  <a:gd name="T4" fmla="*/ 335 w 27"/>
                  <a:gd name="T5" fmla="*/ 538 h 31"/>
                  <a:gd name="T6" fmla="*/ 431 w 27"/>
                  <a:gd name="T7" fmla="*/ 388 h 31"/>
                  <a:gd name="T8" fmla="*/ 222 w 27"/>
                  <a:gd name="T9" fmla="*/ 193 h 31"/>
                  <a:gd name="T10" fmla="*/ 20 w 27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cubicBezTo>
                      <a:pt x="1" y="11"/>
                      <a:pt x="2" y="21"/>
                      <a:pt x="3" y="31"/>
                    </a:cubicBezTo>
                    <a:cubicBezTo>
                      <a:pt x="9" y="29"/>
                      <a:pt x="16" y="31"/>
                      <a:pt x="21" y="28"/>
                    </a:cubicBezTo>
                    <a:cubicBezTo>
                      <a:pt x="23" y="27"/>
                      <a:pt x="27" y="22"/>
                      <a:pt x="27" y="20"/>
                    </a:cubicBezTo>
                    <a:cubicBezTo>
                      <a:pt x="26" y="16"/>
                      <a:pt x="17" y="12"/>
                      <a:pt x="14" y="10"/>
                    </a:cubicBezTo>
                    <a:cubicBezTo>
                      <a:pt x="10" y="7"/>
                      <a:pt x="4" y="4"/>
                      <a:pt x="1" y="0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5" name="Freeform 480">
                <a:extLst>
                  <a:ext uri="{FF2B5EF4-FFF2-40B4-BE49-F238E27FC236}">
                    <a16:creationId xmlns:a16="http://schemas.microsoft.com/office/drawing/2014/main" id="{DFC3E01C-23B3-4779-BE75-0C064A7A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748"/>
                <a:ext cx="122" cy="101"/>
              </a:xfrm>
              <a:custGeom>
                <a:avLst/>
                <a:gdLst>
                  <a:gd name="T0" fmla="*/ 62 w 49"/>
                  <a:gd name="T1" fmla="*/ 0 h 38"/>
                  <a:gd name="T2" fmla="*/ 0 w 49"/>
                  <a:gd name="T3" fmla="*/ 247 h 38"/>
                  <a:gd name="T4" fmla="*/ 682 w 49"/>
                  <a:gd name="T5" fmla="*/ 712 h 38"/>
                  <a:gd name="T6" fmla="*/ 757 w 49"/>
                  <a:gd name="T7" fmla="*/ 657 h 38"/>
                  <a:gd name="T8" fmla="*/ 620 w 49"/>
                  <a:gd name="T9" fmla="*/ 486 h 38"/>
                  <a:gd name="T10" fmla="*/ 466 w 49"/>
                  <a:gd name="T11" fmla="*/ 260 h 38"/>
                  <a:gd name="T12" fmla="*/ 341 w 49"/>
                  <a:gd name="T13" fmla="*/ 149 h 38"/>
                  <a:gd name="T14" fmla="*/ 229 w 49"/>
                  <a:gd name="T15" fmla="*/ 114 h 38"/>
                  <a:gd name="T16" fmla="*/ 124 w 49"/>
                  <a:gd name="T17" fmla="*/ 21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38">
                    <a:moveTo>
                      <a:pt x="4" y="0"/>
                    </a:moveTo>
                    <a:cubicBezTo>
                      <a:pt x="2" y="3"/>
                      <a:pt x="0" y="9"/>
                      <a:pt x="0" y="13"/>
                    </a:cubicBezTo>
                    <a:cubicBezTo>
                      <a:pt x="16" y="23"/>
                      <a:pt x="29" y="29"/>
                      <a:pt x="44" y="38"/>
                    </a:cubicBezTo>
                    <a:cubicBezTo>
                      <a:pt x="45" y="36"/>
                      <a:pt x="49" y="37"/>
                      <a:pt x="49" y="35"/>
                    </a:cubicBezTo>
                    <a:cubicBezTo>
                      <a:pt x="48" y="32"/>
                      <a:pt x="41" y="27"/>
                      <a:pt x="40" y="26"/>
                    </a:cubicBezTo>
                    <a:cubicBezTo>
                      <a:pt x="36" y="23"/>
                      <a:pt x="33" y="18"/>
                      <a:pt x="30" y="14"/>
                    </a:cubicBezTo>
                    <a:cubicBezTo>
                      <a:pt x="28" y="11"/>
                      <a:pt x="26" y="9"/>
                      <a:pt x="22" y="8"/>
                    </a:cubicBezTo>
                    <a:cubicBezTo>
                      <a:pt x="20" y="7"/>
                      <a:pt x="17" y="7"/>
                      <a:pt x="15" y="6"/>
                    </a:cubicBezTo>
                    <a:cubicBezTo>
                      <a:pt x="12" y="5"/>
                      <a:pt x="11" y="2"/>
                      <a:pt x="8" y="1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6" name="Freeform 481">
                <a:extLst>
                  <a:ext uri="{FF2B5EF4-FFF2-40B4-BE49-F238E27FC236}">
                    <a16:creationId xmlns:a16="http://schemas.microsoft.com/office/drawing/2014/main" id="{24967A64-B4CD-48F5-9A7E-48CE15191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743"/>
                <a:ext cx="183" cy="104"/>
              </a:xfrm>
              <a:custGeom>
                <a:avLst/>
                <a:gdLst>
                  <a:gd name="T0" fmla="*/ 0 w 73"/>
                  <a:gd name="T1" fmla="*/ 739 h 39"/>
                  <a:gd name="T2" fmla="*/ 363 w 73"/>
                  <a:gd name="T3" fmla="*/ 397 h 39"/>
                  <a:gd name="T4" fmla="*/ 709 w 73"/>
                  <a:gd name="T5" fmla="*/ 205 h 39"/>
                  <a:gd name="T6" fmla="*/ 1151 w 73"/>
                  <a:gd name="T7" fmla="*/ 0 h 39"/>
                  <a:gd name="T8" fmla="*/ 1131 w 73"/>
                  <a:gd name="T9" fmla="*/ 192 h 39"/>
                  <a:gd name="T10" fmla="*/ 910 w 73"/>
                  <a:gd name="T11" fmla="*/ 285 h 39"/>
                  <a:gd name="T12" fmla="*/ 283 w 73"/>
                  <a:gd name="T13" fmla="*/ 60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39">
                    <a:moveTo>
                      <a:pt x="0" y="39"/>
                    </a:moveTo>
                    <a:cubicBezTo>
                      <a:pt x="8" y="33"/>
                      <a:pt x="15" y="27"/>
                      <a:pt x="23" y="21"/>
                    </a:cubicBezTo>
                    <a:cubicBezTo>
                      <a:pt x="30" y="17"/>
                      <a:pt x="37" y="14"/>
                      <a:pt x="45" y="11"/>
                    </a:cubicBezTo>
                    <a:cubicBezTo>
                      <a:pt x="54" y="7"/>
                      <a:pt x="65" y="4"/>
                      <a:pt x="73" y="0"/>
                    </a:cubicBezTo>
                    <a:cubicBezTo>
                      <a:pt x="73" y="3"/>
                      <a:pt x="73" y="8"/>
                      <a:pt x="72" y="10"/>
                    </a:cubicBezTo>
                    <a:cubicBezTo>
                      <a:pt x="70" y="12"/>
                      <a:pt x="62" y="15"/>
                      <a:pt x="58" y="15"/>
                    </a:cubicBezTo>
                    <a:cubicBezTo>
                      <a:pt x="44" y="20"/>
                      <a:pt x="31" y="25"/>
                      <a:pt x="18" y="32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7" name="Freeform 482">
                <a:extLst>
                  <a:ext uri="{FF2B5EF4-FFF2-40B4-BE49-F238E27FC236}">
                    <a16:creationId xmlns:a16="http://schemas.microsoft.com/office/drawing/2014/main" id="{7535DB75-1BDF-4492-B46A-27D669657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167"/>
                <a:ext cx="120" cy="82"/>
              </a:xfrm>
              <a:custGeom>
                <a:avLst/>
                <a:gdLst>
                  <a:gd name="T0" fmla="*/ 238 w 48"/>
                  <a:gd name="T1" fmla="*/ 0 h 31"/>
                  <a:gd name="T2" fmla="*/ 0 w 48"/>
                  <a:gd name="T3" fmla="*/ 574 h 31"/>
                  <a:gd name="T4" fmla="*/ 220 w 48"/>
                  <a:gd name="T5" fmla="*/ 442 h 31"/>
                  <a:gd name="T6" fmla="*/ 425 w 48"/>
                  <a:gd name="T7" fmla="*/ 349 h 31"/>
                  <a:gd name="T8" fmla="*/ 750 w 48"/>
                  <a:gd name="T9" fmla="*/ 225 h 31"/>
                  <a:gd name="T10" fmla="*/ 488 w 48"/>
                  <a:gd name="T11" fmla="*/ 148 h 31"/>
                  <a:gd name="T12" fmla="*/ 363 w 48"/>
                  <a:gd name="T13" fmla="*/ 111 h 31"/>
                  <a:gd name="T14" fmla="*/ 250 w 48"/>
                  <a:gd name="T15" fmla="*/ 3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1">
                    <a:moveTo>
                      <a:pt x="15" y="0"/>
                    </a:moveTo>
                    <a:cubicBezTo>
                      <a:pt x="8" y="8"/>
                      <a:pt x="3" y="21"/>
                      <a:pt x="0" y="31"/>
                    </a:cubicBezTo>
                    <a:cubicBezTo>
                      <a:pt x="4" y="29"/>
                      <a:pt x="10" y="26"/>
                      <a:pt x="14" y="24"/>
                    </a:cubicBezTo>
                    <a:cubicBezTo>
                      <a:pt x="19" y="22"/>
                      <a:pt x="23" y="20"/>
                      <a:pt x="27" y="19"/>
                    </a:cubicBezTo>
                    <a:cubicBezTo>
                      <a:pt x="34" y="16"/>
                      <a:pt x="41" y="13"/>
                      <a:pt x="48" y="12"/>
                    </a:cubicBezTo>
                    <a:cubicBezTo>
                      <a:pt x="42" y="10"/>
                      <a:pt x="37" y="9"/>
                      <a:pt x="31" y="8"/>
                    </a:cubicBezTo>
                    <a:cubicBezTo>
                      <a:pt x="28" y="8"/>
                      <a:pt x="26" y="7"/>
                      <a:pt x="23" y="6"/>
                    </a:cubicBezTo>
                    <a:cubicBezTo>
                      <a:pt x="20" y="4"/>
                      <a:pt x="19" y="2"/>
                      <a:pt x="16" y="2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8" name="Freeform 483">
                <a:extLst>
                  <a:ext uri="{FF2B5EF4-FFF2-40B4-BE49-F238E27FC236}">
                    <a16:creationId xmlns:a16="http://schemas.microsoft.com/office/drawing/2014/main" id="{698E8A32-DFA9-4395-A0DF-8001A8303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591"/>
                <a:ext cx="178" cy="50"/>
              </a:xfrm>
              <a:custGeom>
                <a:avLst/>
                <a:gdLst>
                  <a:gd name="T0" fmla="*/ 817 w 71"/>
                  <a:gd name="T1" fmla="*/ 271 h 19"/>
                  <a:gd name="T2" fmla="*/ 659 w 71"/>
                  <a:gd name="T3" fmla="*/ 234 h 19"/>
                  <a:gd name="T4" fmla="*/ 313 w 71"/>
                  <a:gd name="T5" fmla="*/ 89 h 19"/>
                  <a:gd name="T6" fmla="*/ 175 w 71"/>
                  <a:gd name="T7" fmla="*/ 21 h 19"/>
                  <a:gd name="T8" fmla="*/ 0 w 71"/>
                  <a:gd name="T9" fmla="*/ 76 h 19"/>
                  <a:gd name="T10" fmla="*/ 617 w 71"/>
                  <a:gd name="T11" fmla="*/ 326 h 19"/>
                  <a:gd name="T12" fmla="*/ 617 w 71"/>
                  <a:gd name="T13" fmla="*/ 347 h 19"/>
                  <a:gd name="T14" fmla="*/ 1118 w 71"/>
                  <a:gd name="T15" fmla="*/ 311 h 19"/>
                  <a:gd name="T16" fmla="*/ 817 w 71"/>
                  <a:gd name="T17" fmla="*/ 27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9">
                    <a:moveTo>
                      <a:pt x="52" y="15"/>
                    </a:moveTo>
                    <a:cubicBezTo>
                      <a:pt x="48" y="14"/>
                      <a:pt x="45" y="14"/>
                      <a:pt x="42" y="13"/>
                    </a:cubicBezTo>
                    <a:cubicBezTo>
                      <a:pt x="34" y="11"/>
                      <a:pt x="27" y="8"/>
                      <a:pt x="20" y="5"/>
                    </a:cubicBezTo>
                    <a:cubicBezTo>
                      <a:pt x="17" y="3"/>
                      <a:pt x="14" y="2"/>
                      <a:pt x="11" y="1"/>
                    </a:cubicBezTo>
                    <a:cubicBezTo>
                      <a:pt x="7" y="0"/>
                      <a:pt x="4" y="2"/>
                      <a:pt x="0" y="4"/>
                    </a:cubicBezTo>
                    <a:cubicBezTo>
                      <a:pt x="10" y="15"/>
                      <a:pt x="39" y="18"/>
                      <a:pt x="39" y="18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50" y="19"/>
                      <a:pt x="60" y="18"/>
                      <a:pt x="71" y="17"/>
                    </a:cubicBezTo>
                    <a:cubicBezTo>
                      <a:pt x="67" y="14"/>
                      <a:pt x="57" y="15"/>
                      <a:pt x="52" y="15"/>
                    </a:cubicBezTo>
                    <a:close/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9" name="Freeform 484">
                <a:extLst>
                  <a:ext uri="{FF2B5EF4-FFF2-40B4-BE49-F238E27FC236}">
                    <a16:creationId xmlns:a16="http://schemas.microsoft.com/office/drawing/2014/main" id="{23657C61-6F17-48CD-9744-49450D38C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481"/>
                <a:ext cx="73" cy="46"/>
              </a:xfrm>
              <a:custGeom>
                <a:avLst/>
                <a:gdLst>
                  <a:gd name="T0" fmla="*/ 0 w 29"/>
                  <a:gd name="T1" fmla="*/ 162 h 17"/>
                  <a:gd name="T2" fmla="*/ 335 w 29"/>
                  <a:gd name="T3" fmla="*/ 314 h 17"/>
                  <a:gd name="T4" fmla="*/ 254 w 29"/>
                  <a:gd name="T5" fmla="*/ 81 h 17"/>
                  <a:gd name="T6" fmla="*/ 96 w 2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0" y="8"/>
                    </a:moveTo>
                    <a:cubicBezTo>
                      <a:pt x="8" y="6"/>
                      <a:pt x="12" y="17"/>
                      <a:pt x="21" y="16"/>
                    </a:cubicBezTo>
                    <a:cubicBezTo>
                      <a:pt x="29" y="14"/>
                      <a:pt x="16" y="4"/>
                      <a:pt x="16" y="4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3A9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0" name="Freeform 485">
                <a:extLst>
                  <a:ext uri="{FF2B5EF4-FFF2-40B4-BE49-F238E27FC236}">
                    <a16:creationId xmlns:a16="http://schemas.microsoft.com/office/drawing/2014/main" id="{67BEC60D-3EF1-44B6-B55B-5E62F5481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996"/>
                <a:ext cx="135" cy="216"/>
              </a:xfrm>
              <a:custGeom>
                <a:avLst/>
                <a:gdLst>
                  <a:gd name="T0" fmla="*/ 688 w 54"/>
                  <a:gd name="T1" fmla="*/ 1288 h 81"/>
                  <a:gd name="T2" fmla="*/ 0 w 54"/>
                  <a:gd name="T3" fmla="*/ 0 h 81"/>
                  <a:gd name="T4" fmla="*/ 345 w 54"/>
                  <a:gd name="T5" fmla="*/ 760 h 81"/>
                  <a:gd name="T6" fmla="*/ 408 w 54"/>
                  <a:gd name="T7" fmla="*/ 968 h 81"/>
                  <a:gd name="T8" fmla="*/ 625 w 54"/>
                  <a:gd name="T9" fmla="*/ 1309 h 81"/>
                  <a:gd name="T10" fmla="*/ 845 w 54"/>
                  <a:gd name="T11" fmla="*/ 1515 h 81"/>
                  <a:gd name="T12" fmla="*/ 688 w 54"/>
                  <a:gd name="T13" fmla="*/ 1288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1">
                    <a:moveTo>
                      <a:pt x="44" y="68"/>
                    </a:moveTo>
                    <a:cubicBezTo>
                      <a:pt x="42" y="60"/>
                      <a:pt x="27" y="21"/>
                      <a:pt x="0" y="0"/>
                    </a:cubicBezTo>
                    <a:cubicBezTo>
                      <a:pt x="9" y="13"/>
                      <a:pt x="17" y="27"/>
                      <a:pt x="22" y="40"/>
                    </a:cubicBezTo>
                    <a:cubicBezTo>
                      <a:pt x="23" y="44"/>
                      <a:pt x="24" y="48"/>
                      <a:pt x="26" y="51"/>
                    </a:cubicBezTo>
                    <a:cubicBezTo>
                      <a:pt x="30" y="56"/>
                      <a:pt x="38" y="62"/>
                      <a:pt x="40" y="69"/>
                    </a:cubicBezTo>
                    <a:cubicBezTo>
                      <a:pt x="42" y="74"/>
                      <a:pt x="46" y="81"/>
                      <a:pt x="54" y="80"/>
                    </a:cubicBezTo>
                    <a:cubicBezTo>
                      <a:pt x="48" y="78"/>
                      <a:pt x="45" y="76"/>
                      <a:pt x="44" y="68"/>
                    </a:cubicBezTo>
                    <a:close/>
                  </a:path>
                </a:pathLst>
              </a:custGeom>
              <a:solidFill>
                <a:srgbClr val="BBCF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1" name="Freeform 486">
                <a:extLst>
                  <a:ext uri="{FF2B5EF4-FFF2-40B4-BE49-F238E27FC236}">
                    <a16:creationId xmlns:a16="http://schemas.microsoft.com/office/drawing/2014/main" id="{46C94A8C-572E-464C-A1B0-B4DF6B9ED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911"/>
                <a:ext cx="30" cy="32"/>
              </a:xfrm>
              <a:custGeom>
                <a:avLst/>
                <a:gdLst>
                  <a:gd name="T0" fmla="*/ 63 w 12"/>
                  <a:gd name="T1" fmla="*/ 56 h 12"/>
                  <a:gd name="T2" fmla="*/ 158 w 12"/>
                  <a:gd name="T3" fmla="*/ 149 h 12"/>
                  <a:gd name="T4" fmla="*/ 113 w 12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4" y="3"/>
                    </a:moveTo>
                    <a:cubicBezTo>
                      <a:pt x="0" y="7"/>
                      <a:pt x="6" y="12"/>
                      <a:pt x="10" y="8"/>
                    </a:cubicBezTo>
                    <a:cubicBezTo>
                      <a:pt x="12" y="5"/>
                      <a:pt x="11" y="0"/>
                      <a:pt x="7" y="2"/>
                    </a:cubicBezTo>
                  </a:path>
                </a:pathLst>
              </a:custGeom>
              <a:solidFill>
                <a:srgbClr val="DAC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2" name="Freeform 487">
                <a:extLst>
                  <a:ext uri="{FF2B5EF4-FFF2-40B4-BE49-F238E27FC236}">
                    <a16:creationId xmlns:a16="http://schemas.microsoft.com/office/drawing/2014/main" id="{A855946D-B16E-4838-819F-D63C79076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0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7"/>
                      <a:pt x="7" y="4"/>
                      <a:pt x="5" y="0"/>
                    </a:cubicBezTo>
                    <a:cubicBezTo>
                      <a:pt x="4" y="0"/>
                      <a:pt x="3" y="1"/>
                      <a:pt x="3" y="0"/>
                    </a:cubicBezTo>
                  </a:path>
                </a:pathLst>
              </a:custGeom>
              <a:solidFill>
                <a:srgbClr val="DAC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3" name="Freeform 488">
                <a:extLst>
                  <a:ext uri="{FF2B5EF4-FFF2-40B4-BE49-F238E27FC236}">
                    <a16:creationId xmlns:a16="http://schemas.microsoft.com/office/drawing/2014/main" id="{05EDD5F3-812F-4933-8977-600D98FE1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260"/>
                <a:ext cx="25" cy="24"/>
              </a:xfrm>
              <a:custGeom>
                <a:avLst/>
                <a:gdLst>
                  <a:gd name="T0" fmla="*/ 83 w 10"/>
                  <a:gd name="T1" fmla="*/ 0 h 9"/>
                  <a:gd name="T2" fmla="*/ 145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0" y="4"/>
                      <a:pt x="10" y="9"/>
                      <a:pt x="9" y="1"/>
                    </a:cubicBezTo>
                  </a:path>
                </a:pathLst>
              </a:custGeom>
              <a:solidFill>
                <a:srgbClr val="DAC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4" name="Freeform 489">
                <a:extLst>
                  <a:ext uri="{FF2B5EF4-FFF2-40B4-BE49-F238E27FC236}">
                    <a16:creationId xmlns:a16="http://schemas.microsoft.com/office/drawing/2014/main" id="{638DCF0E-09E7-4BFB-91F8-D6013DEB9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495"/>
                <a:ext cx="10" cy="13"/>
              </a:xfrm>
              <a:custGeom>
                <a:avLst/>
                <a:gdLst>
                  <a:gd name="T0" fmla="*/ 20 w 4"/>
                  <a:gd name="T1" fmla="*/ 0 h 5"/>
                  <a:gd name="T2" fmla="*/ 0 w 4"/>
                  <a:gd name="T3" fmla="*/ 88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4" y="4"/>
                      <a:pt x="2" y="2"/>
                      <a:pt x="4" y="0"/>
                    </a:cubicBezTo>
                  </a:path>
                </a:pathLst>
              </a:custGeom>
              <a:solidFill>
                <a:srgbClr val="DAC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5" name="Freeform 490">
                <a:extLst>
                  <a:ext uri="{FF2B5EF4-FFF2-40B4-BE49-F238E27FC236}">
                    <a16:creationId xmlns:a16="http://schemas.microsoft.com/office/drawing/2014/main" id="{1144E510-161B-4EE4-9B4F-AD7AC0D0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556"/>
                <a:ext cx="22" cy="27"/>
              </a:xfrm>
              <a:custGeom>
                <a:avLst/>
                <a:gdLst>
                  <a:gd name="T0" fmla="*/ 59 w 9"/>
                  <a:gd name="T1" fmla="*/ 38 h 10"/>
                  <a:gd name="T2" fmla="*/ 59 w 9"/>
                  <a:gd name="T3" fmla="*/ 197 h 10"/>
                  <a:gd name="T4" fmla="*/ 103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2"/>
                    </a:moveTo>
                    <a:cubicBezTo>
                      <a:pt x="0" y="2"/>
                      <a:pt x="0" y="9"/>
                      <a:pt x="4" y="10"/>
                    </a:cubicBezTo>
                    <a:cubicBezTo>
                      <a:pt x="9" y="10"/>
                      <a:pt x="6" y="3"/>
                      <a:pt x="7" y="0"/>
                    </a:cubicBezTo>
                  </a:path>
                </a:pathLst>
              </a:custGeom>
              <a:solidFill>
                <a:srgbClr val="DAC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6" name="Freeform 491">
                <a:extLst>
                  <a:ext uri="{FF2B5EF4-FFF2-40B4-BE49-F238E27FC236}">
                    <a16:creationId xmlns:a16="http://schemas.microsoft.com/office/drawing/2014/main" id="{25E9AA73-4279-48AD-8664-DA8ADFAE2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217"/>
                <a:ext cx="20" cy="16"/>
              </a:xfrm>
              <a:custGeom>
                <a:avLst/>
                <a:gdLst>
                  <a:gd name="T0" fmla="*/ 63 w 8"/>
                  <a:gd name="T1" fmla="*/ 21 h 6"/>
                  <a:gd name="T2" fmla="*/ 125 w 8"/>
                  <a:gd name="T3" fmla="*/ 77 h 6"/>
                  <a:gd name="T4" fmla="*/ 95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cubicBezTo>
                      <a:pt x="0" y="6"/>
                      <a:pt x="7" y="4"/>
                      <a:pt x="8" y="4"/>
                    </a:cubicBezTo>
                    <a:cubicBezTo>
                      <a:pt x="8" y="2"/>
                      <a:pt x="6" y="1"/>
                      <a:pt x="6" y="0"/>
                    </a:cubicBezTo>
                  </a:path>
                </a:pathLst>
              </a:custGeom>
              <a:solidFill>
                <a:srgbClr val="DAC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7" name="Freeform 492">
                <a:extLst>
                  <a:ext uri="{FF2B5EF4-FFF2-40B4-BE49-F238E27FC236}">
                    <a16:creationId xmlns:a16="http://schemas.microsoft.com/office/drawing/2014/main" id="{D7A8857E-903C-405F-871E-F40E4FED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708"/>
                <a:ext cx="15" cy="19"/>
              </a:xfrm>
              <a:custGeom>
                <a:avLst/>
                <a:gdLst>
                  <a:gd name="T0" fmla="*/ 20 w 6"/>
                  <a:gd name="T1" fmla="*/ 38 h 7"/>
                  <a:gd name="T2" fmla="*/ 0 w 6"/>
                  <a:gd name="T3" fmla="*/ 117 h 7"/>
                  <a:gd name="T4" fmla="*/ 50 w 6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1" y="3"/>
                      <a:pt x="1" y="5"/>
                      <a:pt x="0" y="6"/>
                    </a:cubicBezTo>
                    <a:cubicBezTo>
                      <a:pt x="6" y="7"/>
                      <a:pt x="5" y="0"/>
                      <a:pt x="3" y="1"/>
                    </a:cubicBezTo>
                  </a:path>
                </a:pathLst>
              </a:custGeom>
              <a:solidFill>
                <a:srgbClr val="DAC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8" name="Freeform 493">
                <a:extLst>
                  <a:ext uri="{FF2B5EF4-FFF2-40B4-BE49-F238E27FC236}">
                    <a16:creationId xmlns:a16="http://schemas.microsoft.com/office/drawing/2014/main" id="{DEC0128E-2A84-4EDC-93F4-D07616C69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415"/>
                <a:ext cx="152" cy="37"/>
              </a:xfrm>
              <a:custGeom>
                <a:avLst/>
                <a:gdLst>
                  <a:gd name="T0" fmla="*/ 0 w 61"/>
                  <a:gd name="T1" fmla="*/ 111 h 14"/>
                  <a:gd name="T2" fmla="*/ 217 w 61"/>
                  <a:gd name="T3" fmla="*/ 34 h 14"/>
                  <a:gd name="T4" fmla="*/ 384 w 61"/>
                  <a:gd name="T5" fmla="*/ 21 h 14"/>
                  <a:gd name="T6" fmla="*/ 944 w 61"/>
                  <a:gd name="T7" fmla="*/ 0 h 14"/>
                  <a:gd name="T8" fmla="*/ 528 w 61"/>
                  <a:gd name="T9" fmla="*/ 259 h 14"/>
                  <a:gd name="T10" fmla="*/ 12 w 61"/>
                  <a:gd name="T11" fmla="*/ 18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4">
                    <a:moveTo>
                      <a:pt x="0" y="6"/>
                    </a:moveTo>
                    <a:cubicBezTo>
                      <a:pt x="5" y="6"/>
                      <a:pt x="9" y="3"/>
                      <a:pt x="14" y="2"/>
                    </a:cubicBezTo>
                    <a:cubicBezTo>
                      <a:pt x="19" y="0"/>
                      <a:pt x="20" y="0"/>
                      <a:pt x="25" y="1"/>
                    </a:cubicBezTo>
                    <a:cubicBezTo>
                      <a:pt x="36" y="3"/>
                      <a:pt x="51" y="3"/>
                      <a:pt x="61" y="0"/>
                    </a:cubicBezTo>
                    <a:cubicBezTo>
                      <a:pt x="54" y="8"/>
                      <a:pt x="44" y="12"/>
                      <a:pt x="34" y="14"/>
                    </a:cubicBezTo>
                    <a:cubicBezTo>
                      <a:pt x="33" y="7"/>
                      <a:pt x="6" y="11"/>
                      <a:pt x="1" y="1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9" name="Freeform 494">
                <a:extLst>
                  <a:ext uri="{FF2B5EF4-FFF2-40B4-BE49-F238E27FC236}">
                    <a16:creationId xmlns:a16="http://schemas.microsoft.com/office/drawing/2014/main" id="{08AC35D6-2E9B-4F3C-866D-3A47014DC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335"/>
                <a:ext cx="77" cy="53"/>
              </a:xfrm>
              <a:custGeom>
                <a:avLst/>
                <a:gdLst>
                  <a:gd name="T0" fmla="*/ 0 w 31"/>
                  <a:gd name="T1" fmla="*/ 0 h 20"/>
                  <a:gd name="T2" fmla="*/ 154 w 31"/>
                  <a:gd name="T3" fmla="*/ 148 h 20"/>
                  <a:gd name="T4" fmla="*/ 137 w 31"/>
                  <a:gd name="T5" fmla="*/ 371 h 20"/>
                  <a:gd name="T6" fmla="*/ 258 w 31"/>
                  <a:gd name="T7" fmla="*/ 315 h 20"/>
                  <a:gd name="T8" fmla="*/ 462 w 31"/>
                  <a:gd name="T9" fmla="*/ 204 h 20"/>
                  <a:gd name="T10" fmla="*/ 432 w 31"/>
                  <a:gd name="T11" fmla="*/ 133 h 20"/>
                  <a:gd name="T12" fmla="*/ 186 w 31"/>
                  <a:gd name="T13" fmla="*/ 56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0" y="0"/>
                    </a:moveTo>
                    <a:cubicBezTo>
                      <a:pt x="5" y="1"/>
                      <a:pt x="8" y="3"/>
                      <a:pt x="10" y="8"/>
                    </a:cubicBezTo>
                    <a:cubicBezTo>
                      <a:pt x="12" y="12"/>
                      <a:pt x="11" y="16"/>
                      <a:pt x="9" y="20"/>
                    </a:cubicBezTo>
                    <a:cubicBezTo>
                      <a:pt x="11" y="19"/>
                      <a:pt x="14" y="18"/>
                      <a:pt x="17" y="17"/>
                    </a:cubicBezTo>
                    <a:cubicBezTo>
                      <a:pt x="20" y="16"/>
                      <a:pt x="28" y="13"/>
                      <a:pt x="30" y="11"/>
                    </a:cubicBezTo>
                    <a:cubicBezTo>
                      <a:pt x="31" y="9"/>
                      <a:pt x="31" y="8"/>
                      <a:pt x="28" y="7"/>
                    </a:cubicBezTo>
                    <a:cubicBezTo>
                      <a:pt x="23" y="5"/>
                      <a:pt x="17" y="5"/>
                      <a:pt x="12" y="3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0" name="Freeform 495">
                <a:extLst>
                  <a:ext uri="{FF2B5EF4-FFF2-40B4-BE49-F238E27FC236}">
                    <a16:creationId xmlns:a16="http://schemas.microsoft.com/office/drawing/2014/main" id="{128B909C-4F76-4349-A502-398678BE4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295"/>
                <a:ext cx="110" cy="53"/>
              </a:xfrm>
              <a:custGeom>
                <a:avLst/>
                <a:gdLst>
                  <a:gd name="T0" fmla="*/ 0 w 44"/>
                  <a:gd name="T1" fmla="*/ 111 h 20"/>
                  <a:gd name="T2" fmla="*/ 175 w 44"/>
                  <a:gd name="T3" fmla="*/ 21 h 20"/>
                  <a:gd name="T4" fmla="*/ 175 w 44"/>
                  <a:gd name="T5" fmla="*/ 111 h 20"/>
                  <a:gd name="T6" fmla="*/ 333 w 44"/>
                  <a:gd name="T7" fmla="*/ 170 h 20"/>
                  <a:gd name="T8" fmla="*/ 688 w 44"/>
                  <a:gd name="T9" fmla="*/ 0 h 20"/>
                  <a:gd name="T10" fmla="*/ 500 w 44"/>
                  <a:gd name="T11" fmla="*/ 225 h 20"/>
                  <a:gd name="T12" fmla="*/ 313 w 44"/>
                  <a:gd name="T13" fmla="*/ 352 h 20"/>
                  <a:gd name="T14" fmla="*/ 0 w 44"/>
                  <a:gd name="T15" fmla="*/ 111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0">
                    <a:moveTo>
                      <a:pt x="0" y="6"/>
                    </a:moveTo>
                    <a:cubicBezTo>
                      <a:pt x="3" y="3"/>
                      <a:pt x="8" y="2"/>
                      <a:pt x="11" y="1"/>
                    </a:cubicBezTo>
                    <a:cubicBezTo>
                      <a:pt x="8" y="2"/>
                      <a:pt x="9" y="5"/>
                      <a:pt x="11" y="6"/>
                    </a:cubicBezTo>
                    <a:cubicBezTo>
                      <a:pt x="13" y="9"/>
                      <a:pt x="18" y="10"/>
                      <a:pt x="21" y="9"/>
                    </a:cubicBezTo>
                    <a:cubicBezTo>
                      <a:pt x="29" y="9"/>
                      <a:pt x="38" y="4"/>
                      <a:pt x="44" y="0"/>
                    </a:cubicBezTo>
                    <a:cubicBezTo>
                      <a:pt x="41" y="5"/>
                      <a:pt x="36" y="8"/>
                      <a:pt x="32" y="12"/>
                    </a:cubicBezTo>
                    <a:cubicBezTo>
                      <a:pt x="29" y="14"/>
                      <a:pt x="24" y="19"/>
                      <a:pt x="20" y="19"/>
                    </a:cubicBezTo>
                    <a:cubicBezTo>
                      <a:pt x="13" y="20"/>
                      <a:pt x="6" y="8"/>
                      <a:pt x="0" y="6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1" name="Freeform 496">
                <a:extLst>
                  <a:ext uri="{FF2B5EF4-FFF2-40B4-BE49-F238E27FC236}">
                    <a16:creationId xmlns:a16="http://schemas.microsoft.com/office/drawing/2014/main" id="{D5A14D7E-954E-4C7B-B07C-16BA0D857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252"/>
                <a:ext cx="215" cy="53"/>
              </a:xfrm>
              <a:custGeom>
                <a:avLst/>
                <a:gdLst>
                  <a:gd name="T0" fmla="*/ 0 w 86"/>
                  <a:gd name="T1" fmla="*/ 56 h 20"/>
                  <a:gd name="T2" fmla="*/ 95 w 86"/>
                  <a:gd name="T3" fmla="*/ 90 h 20"/>
                  <a:gd name="T4" fmla="*/ 238 w 86"/>
                  <a:gd name="T5" fmla="*/ 133 h 20"/>
                  <a:gd name="T6" fmla="*/ 520 w 86"/>
                  <a:gd name="T7" fmla="*/ 191 h 20"/>
                  <a:gd name="T8" fmla="*/ 875 w 86"/>
                  <a:gd name="T9" fmla="*/ 371 h 20"/>
                  <a:gd name="T10" fmla="*/ 1345 w 86"/>
                  <a:gd name="T11" fmla="*/ 133 h 20"/>
                  <a:gd name="T12" fmla="*/ 1220 w 86"/>
                  <a:gd name="T13" fmla="*/ 133 h 20"/>
                  <a:gd name="T14" fmla="*/ 1020 w 86"/>
                  <a:gd name="T15" fmla="*/ 111 h 20"/>
                  <a:gd name="T16" fmla="*/ 688 w 86"/>
                  <a:gd name="T17" fmla="*/ 77 h 20"/>
                  <a:gd name="T18" fmla="*/ 395 w 86"/>
                  <a:gd name="T19" fmla="*/ 56 h 20"/>
                  <a:gd name="T20" fmla="*/ 113 w 86"/>
                  <a:gd name="T21" fmla="*/ 34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20">
                    <a:moveTo>
                      <a:pt x="0" y="3"/>
                    </a:moveTo>
                    <a:cubicBezTo>
                      <a:pt x="1" y="4"/>
                      <a:pt x="4" y="5"/>
                      <a:pt x="6" y="5"/>
                    </a:cubicBezTo>
                    <a:cubicBezTo>
                      <a:pt x="9" y="6"/>
                      <a:pt x="12" y="6"/>
                      <a:pt x="15" y="7"/>
                    </a:cubicBezTo>
                    <a:cubicBezTo>
                      <a:pt x="21" y="8"/>
                      <a:pt x="27" y="9"/>
                      <a:pt x="33" y="10"/>
                    </a:cubicBezTo>
                    <a:cubicBezTo>
                      <a:pt x="40" y="12"/>
                      <a:pt x="51" y="14"/>
                      <a:pt x="56" y="20"/>
                    </a:cubicBezTo>
                    <a:cubicBezTo>
                      <a:pt x="52" y="7"/>
                      <a:pt x="80" y="10"/>
                      <a:pt x="86" y="7"/>
                    </a:cubicBezTo>
                    <a:cubicBezTo>
                      <a:pt x="84" y="7"/>
                      <a:pt x="81" y="7"/>
                      <a:pt x="78" y="7"/>
                    </a:cubicBezTo>
                    <a:cubicBezTo>
                      <a:pt x="74" y="7"/>
                      <a:pt x="69" y="7"/>
                      <a:pt x="65" y="6"/>
                    </a:cubicBezTo>
                    <a:cubicBezTo>
                      <a:pt x="58" y="6"/>
                      <a:pt x="51" y="5"/>
                      <a:pt x="44" y="4"/>
                    </a:cubicBezTo>
                    <a:cubicBezTo>
                      <a:pt x="37" y="4"/>
                      <a:pt x="31" y="3"/>
                      <a:pt x="25" y="3"/>
                    </a:cubicBezTo>
                    <a:cubicBezTo>
                      <a:pt x="19" y="2"/>
                      <a:pt x="13" y="0"/>
                      <a:pt x="7" y="2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2" name="Freeform 497">
                <a:extLst>
                  <a:ext uri="{FF2B5EF4-FFF2-40B4-BE49-F238E27FC236}">
                    <a16:creationId xmlns:a16="http://schemas.microsoft.com/office/drawing/2014/main" id="{D625EB76-D9B8-4AE2-BD5D-EB0F31DE4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151"/>
                <a:ext cx="100" cy="114"/>
              </a:xfrm>
              <a:custGeom>
                <a:avLst/>
                <a:gdLst>
                  <a:gd name="T0" fmla="*/ 0 w 40"/>
                  <a:gd name="T1" fmla="*/ 634 h 43"/>
                  <a:gd name="T2" fmla="*/ 313 w 40"/>
                  <a:gd name="T3" fmla="*/ 337 h 43"/>
                  <a:gd name="T4" fmla="*/ 458 w 40"/>
                  <a:gd name="T5" fmla="*/ 0 h 43"/>
                  <a:gd name="T6" fmla="*/ 550 w 40"/>
                  <a:gd name="T7" fmla="*/ 281 h 43"/>
                  <a:gd name="T8" fmla="*/ 625 w 40"/>
                  <a:gd name="T9" fmla="*/ 506 h 43"/>
                  <a:gd name="T10" fmla="*/ 563 w 40"/>
                  <a:gd name="T11" fmla="*/ 429 h 43"/>
                  <a:gd name="T12" fmla="*/ 425 w 40"/>
                  <a:gd name="T13" fmla="*/ 408 h 43"/>
                  <a:gd name="T14" fmla="*/ 270 w 40"/>
                  <a:gd name="T15" fmla="*/ 612 h 43"/>
                  <a:gd name="T16" fmla="*/ 395 w 40"/>
                  <a:gd name="T17" fmla="*/ 575 h 43"/>
                  <a:gd name="T18" fmla="*/ 458 w 40"/>
                  <a:gd name="T19" fmla="*/ 689 h 43"/>
                  <a:gd name="T20" fmla="*/ 300 w 40"/>
                  <a:gd name="T21" fmla="*/ 801 h 43"/>
                  <a:gd name="T22" fmla="*/ 345 w 40"/>
                  <a:gd name="T23" fmla="*/ 668 h 43"/>
                  <a:gd name="T24" fmla="*/ 220 w 40"/>
                  <a:gd name="T25" fmla="*/ 724 h 43"/>
                  <a:gd name="T26" fmla="*/ 20 w 40"/>
                  <a:gd name="T27" fmla="*/ 689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" h="43">
                    <a:moveTo>
                      <a:pt x="0" y="34"/>
                    </a:moveTo>
                    <a:cubicBezTo>
                      <a:pt x="7" y="32"/>
                      <a:pt x="16" y="24"/>
                      <a:pt x="20" y="18"/>
                    </a:cubicBezTo>
                    <a:cubicBezTo>
                      <a:pt x="24" y="12"/>
                      <a:pt x="26" y="6"/>
                      <a:pt x="29" y="0"/>
                    </a:cubicBezTo>
                    <a:cubicBezTo>
                      <a:pt x="32" y="4"/>
                      <a:pt x="33" y="10"/>
                      <a:pt x="35" y="15"/>
                    </a:cubicBezTo>
                    <a:cubicBezTo>
                      <a:pt x="37" y="19"/>
                      <a:pt x="38" y="23"/>
                      <a:pt x="40" y="27"/>
                    </a:cubicBezTo>
                    <a:cubicBezTo>
                      <a:pt x="38" y="26"/>
                      <a:pt x="37" y="24"/>
                      <a:pt x="36" y="23"/>
                    </a:cubicBezTo>
                    <a:cubicBezTo>
                      <a:pt x="32" y="21"/>
                      <a:pt x="30" y="21"/>
                      <a:pt x="27" y="22"/>
                    </a:cubicBezTo>
                    <a:cubicBezTo>
                      <a:pt x="25" y="23"/>
                      <a:pt x="12" y="31"/>
                      <a:pt x="17" y="33"/>
                    </a:cubicBezTo>
                    <a:cubicBezTo>
                      <a:pt x="19" y="34"/>
                      <a:pt x="22" y="30"/>
                      <a:pt x="25" y="31"/>
                    </a:cubicBezTo>
                    <a:cubicBezTo>
                      <a:pt x="28" y="32"/>
                      <a:pt x="29" y="34"/>
                      <a:pt x="29" y="37"/>
                    </a:cubicBezTo>
                    <a:cubicBezTo>
                      <a:pt x="28" y="41"/>
                      <a:pt x="22" y="42"/>
                      <a:pt x="19" y="43"/>
                    </a:cubicBezTo>
                    <a:cubicBezTo>
                      <a:pt x="21" y="42"/>
                      <a:pt x="22" y="38"/>
                      <a:pt x="22" y="36"/>
                    </a:cubicBezTo>
                    <a:cubicBezTo>
                      <a:pt x="19" y="37"/>
                      <a:pt x="17" y="38"/>
                      <a:pt x="14" y="39"/>
                    </a:cubicBezTo>
                    <a:cubicBezTo>
                      <a:pt x="10" y="39"/>
                      <a:pt x="4" y="40"/>
                      <a:pt x="1" y="37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3" name="Freeform 498">
                <a:extLst>
                  <a:ext uri="{FF2B5EF4-FFF2-40B4-BE49-F238E27FC236}">
                    <a16:creationId xmlns:a16="http://schemas.microsoft.com/office/drawing/2014/main" id="{6C659364-6479-4AB7-B493-5D6978D15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137"/>
                <a:ext cx="198" cy="51"/>
              </a:xfrm>
              <a:custGeom>
                <a:avLst/>
                <a:gdLst>
                  <a:gd name="T0" fmla="*/ 0 w 79"/>
                  <a:gd name="T1" fmla="*/ 172 h 19"/>
                  <a:gd name="T2" fmla="*/ 817 w 79"/>
                  <a:gd name="T3" fmla="*/ 0 h 19"/>
                  <a:gd name="T4" fmla="*/ 584 w 79"/>
                  <a:gd name="T5" fmla="*/ 115 h 19"/>
                  <a:gd name="T6" fmla="*/ 722 w 79"/>
                  <a:gd name="T7" fmla="*/ 193 h 19"/>
                  <a:gd name="T8" fmla="*/ 1068 w 79"/>
                  <a:gd name="T9" fmla="*/ 150 h 19"/>
                  <a:gd name="T10" fmla="*/ 1243 w 79"/>
                  <a:gd name="T11" fmla="*/ 21 h 19"/>
                  <a:gd name="T12" fmla="*/ 910 w 79"/>
                  <a:gd name="T13" fmla="*/ 231 h 19"/>
                  <a:gd name="T14" fmla="*/ 659 w 79"/>
                  <a:gd name="T15" fmla="*/ 287 h 19"/>
                  <a:gd name="T16" fmla="*/ 534 w 79"/>
                  <a:gd name="T17" fmla="*/ 368 h 19"/>
                  <a:gd name="T18" fmla="*/ 363 w 79"/>
                  <a:gd name="T19" fmla="*/ 287 h 19"/>
                  <a:gd name="T20" fmla="*/ 0 w 79"/>
                  <a:gd name="T21" fmla="*/ 217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19">
                    <a:moveTo>
                      <a:pt x="0" y="9"/>
                    </a:moveTo>
                    <a:cubicBezTo>
                      <a:pt x="17" y="7"/>
                      <a:pt x="34" y="3"/>
                      <a:pt x="52" y="0"/>
                    </a:cubicBezTo>
                    <a:cubicBezTo>
                      <a:pt x="48" y="1"/>
                      <a:pt x="39" y="3"/>
                      <a:pt x="37" y="6"/>
                    </a:cubicBezTo>
                    <a:cubicBezTo>
                      <a:pt x="33" y="11"/>
                      <a:pt x="43" y="10"/>
                      <a:pt x="46" y="10"/>
                    </a:cubicBezTo>
                    <a:cubicBezTo>
                      <a:pt x="53" y="10"/>
                      <a:pt x="61" y="9"/>
                      <a:pt x="68" y="8"/>
                    </a:cubicBezTo>
                    <a:cubicBezTo>
                      <a:pt x="72" y="8"/>
                      <a:pt x="77" y="5"/>
                      <a:pt x="79" y="1"/>
                    </a:cubicBezTo>
                    <a:cubicBezTo>
                      <a:pt x="75" y="9"/>
                      <a:pt x="67" y="11"/>
                      <a:pt x="58" y="12"/>
                    </a:cubicBezTo>
                    <a:cubicBezTo>
                      <a:pt x="53" y="13"/>
                      <a:pt x="47" y="13"/>
                      <a:pt x="42" y="15"/>
                    </a:cubicBezTo>
                    <a:cubicBezTo>
                      <a:pt x="40" y="17"/>
                      <a:pt x="37" y="18"/>
                      <a:pt x="34" y="19"/>
                    </a:cubicBezTo>
                    <a:cubicBezTo>
                      <a:pt x="33" y="17"/>
                      <a:pt x="25" y="16"/>
                      <a:pt x="23" y="15"/>
                    </a:cubicBezTo>
                    <a:cubicBezTo>
                      <a:pt x="18" y="13"/>
                      <a:pt x="6" y="11"/>
                      <a:pt x="0" y="1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4" name="Freeform 499">
                <a:extLst>
                  <a:ext uri="{FF2B5EF4-FFF2-40B4-BE49-F238E27FC236}">
                    <a16:creationId xmlns:a16="http://schemas.microsoft.com/office/drawing/2014/main" id="{0D83131B-0F6B-4478-B111-DB3CDBF5A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16"/>
                <a:ext cx="215" cy="45"/>
              </a:xfrm>
              <a:custGeom>
                <a:avLst/>
                <a:gdLst>
                  <a:gd name="T0" fmla="*/ 0 w 86"/>
                  <a:gd name="T1" fmla="*/ 225 h 17"/>
                  <a:gd name="T2" fmla="*/ 270 w 86"/>
                  <a:gd name="T3" fmla="*/ 281 h 17"/>
                  <a:gd name="T4" fmla="*/ 425 w 86"/>
                  <a:gd name="T5" fmla="*/ 294 h 17"/>
                  <a:gd name="T6" fmla="*/ 720 w 86"/>
                  <a:gd name="T7" fmla="*/ 225 h 17"/>
                  <a:gd name="T8" fmla="*/ 1345 w 86"/>
                  <a:gd name="T9" fmla="*/ 90 h 17"/>
                  <a:gd name="T10" fmla="*/ 708 w 86"/>
                  <a:gd name="T11" fmla="*/ 148 h 17"/>
                  <a:gd name="T12" fmla="*/ 520 w 86"/>
                  <a:gd name="T13" fmla="*/ 132 h 17"/>
                  <a:gd name="T14" fmla="*/ 563 w 86"/>
                  <a:gd name="T15" fmla="*/ 21 h 17"/>
                  <a:gd name="T16" fmla="*/ 345 w 86"/>
                  <a:gd name="T17" fmla="*/ 77 h 17"/>
                  <a:gd name="T18" fmla="*/ 83 w 86"/>
                  <a:gd name="T19" fmla="*/ 204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17">
                    <a:moveTo>
                      <a:pt x="0" y="12"/>
                    </a:moveTo>
                    <a:cubicBezTo>
                      <a:pt x="6" y="11"/>
                      <a:pt x="11" y="15"/>
                      <a:pt x="17" y="15"/>
                    </a:cubicBezTo>
                    <a:cubicBezTo>
                      <a:pt x="20" y="15"/>
                      <a:pt x="23" y="16"/>
                      <a:pt x="27" y="16"/>
                    </a:cubicBezTo>
                    <a:cubicBezTo>
                      <a:pt x="32" y="17"/>
                      <a:pt x="41" y="14"/>
                      <a:pt x="46" y="12"/>
                    </a:cubicBezTo>
                    <a:cubicBezTo>
                      <a:pt x="57" y="10"/>
                      <a:pt x="75" y="8"/>
                      <a:pt x="86" y="5"/>
                    </a:cubicBezTo>
                    <a:cubicBezTo>
                      <a:pt x="76" y="5"/>
                      <a:pt x="55" y="7"/>
                      <a:pt x="45" y="8"/>
                    </a:cubicBezTo>
                    <a:cubicBezTo>
                      <a:pt x="43" y="8"/>
                      <a:pt x="34" y="10"/>
                      <a:pt x="33" y="7"/>
                    </a:cubicBezTo>
                    <a:cubicBezTo>
                      <a:pt x="32" y="5"/>
                      <a:pt x="36" y="3"/>
                      <a:pt x="36" y="1"/>
                    </a:cubicBezTo>
                    <a:cubicBezTo>
                      <a:pt x="31" y="0"/>
                      <a:pt x="26" y="2"/>
                      <a:pt x="22" y="4"/>
                    </a:cubicBezTo>
                    <a:cubicBezTo>
                      <a:pt x="17" y="5"/>
                      <a:pt x="9" y="7"/>
                      <a:pt x="5" y="1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5" name="Freeform 500">
                <a:extLst>
                  <a:ext uri="{FF2B5EF4-FFF2-40B4-BE49-F238E27FC236}">
                    <a16:creationId xmlns:a16="http://schemas.microsoft.com/office/drawing/2014/main" id="{D779058A-1F7B-42DB-B3E4-5DBBDB06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996"/>
                <a:ext cx="110" cy="45"/>
              </a:xfrm>
              <a:custGeom>
                <a:avLst/>
                <a:gdLst>
                  <a:gd name="T0" fmla="*/ 83 w 44"/>
                  <a:gd name="T1" fmla="*/ 204 h 17"/>
                  <a:gd name="T2" fmla="*/ 688 w 44"/>
                  <a:gd name="T3" fmla="*/ 225 h 17"/>
                  <a:gd name="T4" fmla="*/ 488 w 44"/>
                  <a:gd name="T5" fmla="*/ 132 h 17"/>
                  <a:gd name="T6" fmla="*/ 345 w 44"/>
                  <a:gd name="T7" fmla="*/ 34 h 17"/>
                  <a:gd name="T8" fmla="*/ 0 w 44"/>
                  <a:gd name="T9" fmla="*/ 56 h 17"/>
                  <a:gd name="T10" fmla="*/ 250 w 44"/>
                  <a:gd name="T11" fmla="*/ 20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7">
                    <a:moveTo>
                      <a:pt x="5" y="11"/>
                    </a:moveTo>
                    <a:cubicBezTo>
                      <a:pt x="17" y="17"/>
                      <a:pt x="30" y="13"/>
                      <a:pt x="44" y="12"/>
                    </a:cubicBezTo>
                    <a:cubicBezTo>
                      <a:pt x="42" y="9"/>
                      <a:pt x="34" y="8"/>
                      <a:pt x="31" y="7"/>
                    </a:cubicBezTo>
                    <a:cubicBezTo>
                      <a:pt x="28" y="6"/>
                      <a:pt x="25" y="4"/>
                      <a:pt x="22" y="2"/>
                    </a:cubicBezTo>
                    <a:cubicBezTo>
                      <a:pt x="17" y="0"/>
                      <a:pt x="4" y="0"/>
                      <a:pt x="0" y="3"/>
                    </a:cubicBezTo>
                    <a:cubicBezTo>
                      <a:pt x="6" y="4"/>
                      <a:pt x="17" y="3"/>
                      <a:pt x="16" y="1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6" name="Freeform 501">
                <a:extLst>
                  <a:ext uri="{FF2B5EF4-FFF2-40B4-BE49-F238E27FC236}">
                    <a16:creationId xmlns:a16="http://schemas.microsoft.com/office/drawing/2014/main" id="{BBE0CE20-27ED-4142-869A-3B2712D02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105"/>
                <a:ext cx="42" cy="43"/>
              </a:xfrm>
              <a:custGeom>
                <a:avLst/>
                <a:gdLst>
                  <a:gd name="T0" fmla="*/ 0 w 17"/>
                  <a:gd name="T1" fmla="*/ 22 h 16"/>
                  <a:gd name="T2" fmla="*/ 62 w 17"/>
                  <a:gd name="T3" fmla="*/ 196 h 16"/>
                  <a:gd name="T4" fmla="*/ 74 w 17"/>
                  <a:gd name="T5" fmla="*/ 274 h 16"/>
                  <a:gd name="T6" fmla="*/ 257 w 17"/>
                  <a:gd name="T7" fmla="*/ 218 h 16"/>
                  <a:gd name="T8" fmla="*/ 133 w 17"/>
                  <a:gd name="T9" fmla="*/ 175 h 16"/>
                  <a:gd name="T10" fmla="*/ 42 w 1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0" y="1"/>
                    </a:moveTo>
                    <a:cubicBezTo>
                      <a:pt x="1" y="4"/>
                      <a:pt x="3" y="7"/>
                      <a:pt x="4" y="10"/>
                    </a:cubicBezTo>
                    <a:cubicBezTo>
                      <a:pt x="4" y="11"/>
                      <a:pt x="4" y="14"/>
                      <a:pt x="5" y="14"/>
                    </a:cubicBezTo>
                    <a:cubicBezTo>
                      <a:pt x="8" y="16"/>
                      <a:pt x="14" y="11"/>
                      <a:pt x="17" y="11"/>
                    </a:cubicBezTo>
                    <a:cubicBezTo>
                      <a:pt x="15" y="11"/>
                      <a:pt x="11" y="10"/>
                      <a:pt x="9" y="9"/>
                    </a:cubicBezTo>
                    <a:cubicBezTo>
                      <a:pt x="6" y="7"/>
                      <a:pt x="6" y="2"/>
                      <a:pt x="3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7" name="Freeform 502">
                <a:extLst>
                  <a:ext uri="{FF2B5EF4-FFF2-40B4-BE49-F238E27FC236}">
                    <a16:creationId xmlns:a16="http://schemas.microsoft.com/office/drawing/2014/main" id="{CB8F0CCB-EA52-4397-A31B-CA12F9C62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148"/>
                <a:ext cx="47" cy="45"/>
              </a:xfrm>
              <a:custGeom>
                <a:avLst/>
                <a:gdLst>
                  <a:gd name="T0" fmla="*/ 0 w 19"/>
                  <a:gd name="T1" fmla="*/ 77 h 17"/>
                  <a:gd name="T2" fmla="*/ 62 w 19"/>
                  <a:gd name="T3" fmla="*/ 281 h 17"/>
                  <a:gd name="T4" fmla="*/ 153 w 19"/>
                  <a:gd name="T5" fmla="*/ 281 h 17"/>
                  <a:gd name="T6" fmla="*/ 287 w 19"/>
                  <a:gd name="T7" fmla="*/ 294 h 17"/>
                  <a:gd name="T8" fmla="*/ 166 w 19"/>
                  <a:gd name="T9" fmla="*/ 183 h 17"/>
                  <a:gd name="T10" fmla="*/ 183 w 19"/>
                  <a:gd name="T11" fmla="*/ 21 h 17"/>
                  <a:gd name="T12" fmla="*/ 42 w 19"/>
                  <a:gd name="T13" fmla="*/ 2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4"/>
                    </a:moveTo>
                    <a:cubicBezTo>
                      <a:pt x="1" y="7"/>
                      <a:pt x="1" y="13"/>
                      <a:pt x="4" y="15"/>
                    </a:cubicBezTo>
                    <a:cubicBezTo>
                      <a:pt x="5" y="16"/>
                      <a:pt x="8" y="15"/>
                      <a:pt x="10" y="15"/>
                    </a:cubicBezTo>
                    <a:cubicBezTo>
                      <a:pt x="13" y="16"/>
                      <a:pt x="16" y="17"/>
                      <a:pt x="19" y="16"/>
                    </a:cubicBezTo>
                    <a:cubicBezTo>
                      <a:pt x="16" y="14"/>
                      <a:pt x="12" y="13"/>
                      <a:pt x="11" y="10"/>
                    </a:cubicBezTo>
                    <a:cubicBezTo>
                      <a:pt x="10" y="6"/>
                      <a:pt x="12" y="4"/>
                      <a:pt x="12" y="1"/>
                    </a:cubicBezTo>
                    <a:cubicBezTo>
                      <a:pt x="9" y="0"/>
                      <a:pt x="6" y="1"/>
                      <a:pt x="3" y="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8" name="Freeform 503">
                <a:extLst>
                  <a:ext uri="{FF2B5EF4-FFF2-40B4-BE49-F238E27FC236}">
                    <a16:creationId xmlns:a16="http://schemas.microsoft.com/office/drawing/2014/main" id="{94837EBD-2813-4188-9C40-00AB99E72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167"/>
                <a:ext cx="72" cy="21"/>
              </a:xfrm>
              <a:custGeom>
                <a:avLst/>
                <a:gdLst>
                  <a:gd name="T0" fmla="*/ 0 w 29"/>
                  <a:gd name="T1" fmla="*/ 89 h 8"/>
                  <a:gd name="T2" fmla="*/ 432 w 29"/>
                  <a:gd name="T3" fmla="*/ 0 h 8"/>
                  <a:gd name="T4" fmla="*/ 444 w 29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">
                    <a:moveTo>
                      <a:pt x="0" y="5"/>
                    </a:moveTo>
                    <a:cubicBezTo>
                      <a:pt x="9" y="4"/>
                      <a:pt x="19" y="4"/>
                      <a:pt x="28" y="0"/>
                    </a:cubicBezTo>
                    <a:cubicBezTo>
                      <a:pt x="28" y="2"/>
                      <a:pt x="28" y="6"/>
                      <a:pt x="29" y="8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9" name="Freeform 504">
                <a:extLst>
                  <a:ext uri="{FF2B5EF4-FFF2-40B4-BE49-F238E27FC236}">
                    <a16:creationId xmlns:a16="http://schemas.microsoft.com/office/drawing/2014/main" id="{D6EBE1A8-DD0C-4E76-8190-36666B182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21"/>
                <a:ext cx="155" cy="56"/>
              </a:xfrm>
              <a:custGeom>
                <a:avLst/>
                <a:gdLst>
                  <a:gd name="T0" fmla="*/ 250 w 62"/>
                  <a:gd name="T1" fmla="*/ 0 h 21"/>
                  <a:gd name="T2" fmla="*/ 95 w 62"/>
                  <a:gd name="T3" fmla="*/ 205 h 21"/>
                  <a:gd name="T4" fmla="*/ 0 w 62"/>
                  <a:gd name="T5" fmla="*/ 320 h 21"/>
                  <a:gd name="T6" fmla="*/ 113 w 62"/>
                  <a:gd name="T7" fmla="*/ 341 h 21"/>
                  <a:gd name="T8" fmla="*/ 220 w 62"/>
                  <a:gd name="T9" fmla="*/ 376 h 21"/>
                  <a:gd name="T10" fmla="*/ 425 w 62"/>
                  <a:gd name="T11" fmla="*/ 376 h 21"/>
                  <a:gd name="T12" fmla="*/ 970 w 62"/>
                  <a:gd name="T13" fmla="*/ 285 h 21"/>
                  <a:gd name="T14" fmla="*/ 738 w 62"/>
                  <a:gd name="T15" fmla="*/ 320 h 21"/>
                  <a:gd name="T16" fmla="*/ 425 w 62"/>
                  <a:gd name="T17" fmla="*/ 320 h 21"/>
                  <a:gd name="T18" fmla="*/ 270 w 62"/>
                  <a:gd name="T19" fmla="*/ 2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21">
                    <a:moveTo>
                      <a:pt x="16" y="0"/>
                    </a:moveTo>
                    <a:cubicBezTo>
                      <a:pt x="12" y="4"/>
                      <a:pt x="9" y="7"/>
                      <a:pt x="6" y="11"/>
                    </a:cubicBezTo>
                    <a:cubicBezTo>
                      <a:pt x="4" y="12"/>
                      <a:pt x="1" y="15"/>
                      <a:pt x="0" y="17"/>
                    </a:cubicBezTo>
                    <a:cubicBezTo>
                      <a:pt x="3" y="17"/>
                      <a:pt x="5" y="17"/>
                      <a:pt x="7" y="18"/>
                    </a:cubicBezTo>
                    <a:cubicBezTo>
                      <a:pt x="9" y="19"/>
                      <a:pt x="11" y="20"/>
                      <a:pt x="14" y="20"/>
                    </a:cubicBezTo>
                    <a:cubicBezTo>
                      <a:pt x="18" y="21"/>
                      <a:pt x="22" y="21"/>
                      <a:pt x="27" y="20"/>
                    </a:cubicBezTo>
                    <a:cubicBezTo>
                      <a:pt x="38" y="19"/>
                      <a:pt x="50" y="17"/>
                      <a:pt x="62" y="15"/>
                    </a:cubicBezTo>
                    <a:cubicBezTo>
                      <a:pt x="57" y="16"/>
                      <a:pt x="52" y="16"/>
                      <a:pt x="47" y="17"/>
                    </a:cubicBezTo>
                    <a:cubicBezTo>
                      <a:pt x="40" y="17"/>
                      <a:pt x="34" y="19"/>
                      <a:pt x="27" y="17"/>
                    </a:cubicBezTo>
                    <a:cubicBezTo>
                      <a:pt x="22" y="16"/>
                      <a:pt x="10" y="7"/>
                      <a:pt x="17" y="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0" name="Freeform 505">
                <a:extLst>
                  <a:ext uri="{FF2B5EF4-FFF2-40B4-BE49-F238E27FC236}">
                    <a16:creationId xmlns:a16="http://schemas.microsoft.com/office/drawing/2014/main" id="{718E92F2-E8F7-47AC-BEF7-43B5DBCA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065"/>
                <a:ext cx="73" cy="46"/>
              </a:xfrm>
              <a:custGeom>
                <a:avLst/>
                <a:gdLst>
                  <a:gd name="T0" fmla="*/ 335 w 29"/>
                  <a:gd name="T1" fmla="*/ 22 h 17"/>
                  <a:gd name="T2" fmla="*/ 0 w 29"/>
                  <a:gd name="T3" fmla="*/ 336 h 17"/>
                  <a:gd name="T4" fmla="*/ 463 w 29"/>
                  <a:gd name="T5" fmla="*/ 279 h 17"/>
                  <a:gd name="T6" fmla="*/ 413 w 2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21" y="1"/>
                    </a:moveTo>
                    <a:cubicBezTo>
                      <a:pt x="19" y="11"/>
                      <a:pt x="8" y="14"/>
                      <a:pt x="0" y="17"/>
                    </a:cubicBezTo>
                    <a:cubicBezTo>
                      <a:pt x="10" y="17"/>
                      <a:pt x="19" y="16"/>
                      <a:pt x="29" y="14"/>
                    </a:cubicBezTo>
                    <a:cubicBezTo>
                      <a:pt x="26" y="11"/>
                      <a:pt x="25" y="5"/>
                      <a:pt x="26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1" name="Freeform 506">
                <a:extLst>
                  <a:ext uri="{FF2B5EF4-FFF2-40B4-BE49-F238E27FC236}">
                    <a16:creationId xmlns:a16="http://schemas.microsoft.com/office/drawing/2014/main" id="{9F6FC739-C9FF-4F45-AFB8-0ED63461E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841"/>
                <a:ext cx="110" cy="72"/>
              </a:xfrm>
              <a:custGeom>
                <a:avLst/>
                <a:gdLst>
                  <a:gd name="T0" fmla="*/ 188 w 44"/>
                  <a:gd name="T1" fmla="*/ 93 h 27"/>
                  <a:gd name="T2" fmla="*/ 95 w 44"/>
                  <a:gd name="T3" fmla="*/ 320 h 27"/>
                  <a:gd name="T4" fmla="*/ 0 w 44"/>
                  <a:gd name="T5" fmla="*/ 512 h 27"/>
                  <a:gd name="T6" fmla="*/ 125 w 44"/>
                  <a:gd name="T7" fmla="*/ 477 h 27"/>
                  <a:gd name="T8" fmla="*/ 345 w 44"/>
                  <a:gd name="T9" fmla="*/ 435 h 27"/>
                  <a:gd name="T10" fmla="*/ 688 w 44"/>
                  <a:gd name="T11" fmla="*/ 341 h 27"/>
                  <a:gd name="T12" fmla="*/ 313 w 44"/>
                  <a:gd name="T13" fmla="*/ 341 h 27"/>
                  <a:gd name="T14" fmla="*/ 283 w 44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7">
                    <a:moveTo>
                      <a:pt x="12" y="5"/>
                    </a:moveTo>
                    <a:cubicBezTo>
                      <a:pt x="10" y="9"/>
                      <a:pt x="8" y="13"/>
                      <a:pt x="6" y="17"/>
                    </a:cubicBezTo>
                    <a:cubicBezTo>
                      <a:pt x="4" y="20"/>
                      <a:pt x="1" y="23"/>
                      <a:pt x="0" y="27"/>
                    </a:cubicBezTo>
                    <a:cubicBezTo>
                      <a:pt x="2" y="25"/>
                      <a:pt x="5" y="25"/>
                      <a:pt x="8" y="25"/>
                    </a:cubicBezTo>
                    <a:cubicBezTo>
                      <a:pt x="13" y="25"/>
                      <a:pt x="17" y="24"/>
                      <a:pt x="22" y="23"/>
                    </a:cubicBezTo>
                    <a:cubicBezTo>
                      <a:pt x="29" y="22"/>
                      <a:pt x="37" y="20"/>
                      <a:pt x="44" y="18"/>
                    </a:cubicBezTo>
                    <a:cubicBezTo>
                      <a:pt x="37" y="19"/>
                      <a:pt x="25" y="24"/>
                      <a:pt x="20" y="18"/>
                    </a:cubicBezTo>
                    <a:cubicBezTo>
                      <a:pt x="17" y="15"/>
                      <a:pt x="14" y="3"/>
                      <a:pt x="18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2" name="Freeform 507">
                <a:extLst>
                  <a:ext uri="{FF2B5EF4-FFF2-40B4-BE49-F238E27FC236}">
                    <a16:creationId xmlns:a16="http://schemas.microsoft.com/office/drawing/2014/main" id="{BEAC6B8E-D8D6-48AB-9231-AFA73CD51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908"/>
                <a:ext cx="38" cy="35"/>
              </a:xfrm>
              <a:custGeom>
                <a:avLst/>
                <a:gdLst>
                  <a:gd name="T0" fmla="*/ 0 w 15"/>
                  <a:gd name="T1" fmla="*/ 253 h 13"/>
                  <a:gd name="T2" fmla="*/ 84 w 15"/>
                  <a:gd name="T3" fmla="*/ 22 h 13"/>
                  <a:gd name="T4" fmla="*/ 193 w 15"/>
                  <a:gd name="T5" fmla="*/ 35 h 13"/>
                  <a:gd name="T6" fmla="*/ 243 w 15"/>
                  <a:gd name="T7" fmla="*/ 232 h 13"/>
                  <a:gd name="T8" fmla="*/ 243 w 15"/>
                  <a:gd name="T9" fmla="*/ 21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13"/>
                    </a:moveTo>
                    <a:cubicBezTo>
                      <a:pt x="7" y="13"/>
                      <a:pt x="5" y="4"/>
                      <a:pt x="5" y="1"/>
                    </a:cubicBezTo>
                    <a:cubicBezTo>
                      <a:pt x="8" y="0"/>
                      <a:pt x="11" y="0"/>
                      <a:pt x="12" y="2"/>
                    </a:cubicBezTo>
                    <a:cubicBezTo>
                      <a:pt x="14" y="4"/>
                      <a:pt x="15" y="9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3" name="Freeform 508">
                <a:extLst>
                  <a:ext uri="{FF2B5EF4-FFF2-40B4-BE49-F238E27FC236}">
                    <a16:creationId xmlns:a16="http://schemas.microsoft.com/office/drawing/2014/main" id="{F437E292-2E9B-4BF3-9924-DAF818CF7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009"/>
                <a:ext cx="163" cy="75"/>
              </a:xfrm>
              <a:custGeom>
                <a:avLst/>
                <a:gdLst>
                  <a:gd name="T0" fmla="*/ 0 w 65"/>
                  <a:gd name="T1" fmla="*/ 402 h 28"/>
                  <a:gd name="T2" fmla="*/ 313 w 65"/>
                  <a:gd name="T3" fmla="*/ 252 h 28"/>
                  <a:gd name="T4" fmla="*/ 617 w 65"/>
                  <a:gd name="T5" fmla="*/ 115 h 28"/>
                  <a:gd name="T6" fmla="*/ 868 w 65"/>
                  <a:gd name="T7" fmla="*/ 35 h 28"/>
                  <a:gd name="T8" fmla="*/ 1026 w 65"/>
                  <a:gd name="T9" fmla="*/ 0 h 28"/>
                  <a:gd name="T10" fmla="*/ 993 w 65"/>
                  <a:gd name="T11" fmla="*/ 115 h 28"/>
                  <a:gd name="T12" fmla="*/ 880 w 65"/>
                  <a:gd name="T13" fmla="*/ 230 h 28"/>
                  <a:gd name="T14" fmla="*/ 567 w 65"/>
                  <a:gd name="T15" fmla="*/ 538 h 28"/>
                  <a:gd name="T16" fmla="*/ 660 w 65"/>
                  <a:gd name="T17" fmla="*/ 308 h 28"/>
                  <a:gd name="T18" fmla="*/ 534 w 65"/>
                  <a:gd name="T19" fmla="*/ 287 h 28"/>
                  <a:gd name="T20" fmla="*/ 208 w 65"/>
                  <a:gd name="T21" fmla="*/ 367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28">
                    <a:moveTo>
                      <a:pt x="0" y="21"/>
                    </a:moveTo>
                    <a:cubicBezTo>
                      <a:pt x="7" y="19"/>
                      <a:pt x="14" y="16"/>
                      <a:pt x="20" y="13"/>
                    </a:cubicBezTo>
                    <a:cubicBezTo>
                      <a:pt x="26" y="11"/>
                      <a:pt x="33" y="8"/>
                      <a:pt x="39" y="6"/>
                    </a:cubicBezTo>
                    <a:cubicBezTo>
                      <a:pt x="44" y="4"/>
                      <a:pt x="50" y="3"/>
                      <a:pt x="55" y="2"/>
                    </a:cubicBezTo>
                    <a:cubicBezTo>
                      <a:pt x="58" y="1"/>
                      <a:pt x="63" y="0"/>
                      <a:pt x="65" y="0"/>
                    </a:cubicBezTo>
                    <a:cubicBezTo>
                      <a:pt x="64" y="2"/>
                      <a:pt x="64" y="4"/>
                      <a:pt x="63" y="6"/>
                    </a:cubicBezTo>
                    <a:cubicBezTo>
                      <a:pt x="61" y="9"/>
                      <a:pt x="58" y="11"/>
                      <a:pt x="56" y="12"/>
                    </a:cubicBezTo>
                    <a:cubicBezTo>
                      <a:pt x="50" y="18"/>
                      <a:pt x="42" y="22"/>
                      <a:pt x="36" y="28"/>
                    </a:cubicBezTo>
                    <a:cubicBezTo>
                      <a:pt x="38" y="26"/>
                      <a:pt x="45" y="19"/>
                      <a:pt x="42" y="16"/>
                    </a:cubicBezTo>
                    <a:cubicBezTo>
                      <a:pt x="40" y="14"/>
                      <a:pt x="36" y="15"/>
                      <a:pt x="34" y="15"/>
                    </a:cubicBezTo>
                    <a:cubicBezTo>
                      <a:pt x="26" y="16"/>
                      <a:pt x="20" y="17"/>
                      <a:pt x="13" y="19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4" name="Freeform 509">
                <a:extLst>
                  <a:ext uri="{FF2B5EF4-FFF2-40B4-BE49-F238E27FC236}">
                    <a16:creationId xmlns:a16="http://schemas.microsoft.com/office/drawing/2014/main" id="{14DE26C0-2833-4273-9C30-04C2764BA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911"/>
                <a:ext cx="87" cy="120"/>
              </a:xfrm>
              <a:custGeom>
                <a:avLst/>
                <a:gdLst>
                  <a:gd name="T0" fmla="*/ 445 w 35"/>
                  <a:gd name="T1" fmla="*/ 21 h 45"/>
                  <a:gd name="T2" fmla="*/ 0 w 35"/>
                  <a:gd name="T3" fmla="*/ 853 h 45"/>
                  <a:gd name="T4" fmla="*/ 370 w 35"/>
                  <a:gd name="T5" fmla="*/ 627 h 45"/>
                  <a:gd name="T6" fmla="*/ 475 w 35"/>
                  <a:gd name="T7" fmla="*/ 589 h 45"/>
                  <a:gd name="T8" fmla="*/ 495 w 35"/>
                  <a:gd name="T9" fmla="*/ 533 h 45"/>
                  <a:gd name="T10" fmla="*/ 537 w 35"/>
                  <a:gd name="T11" fmla="*/ 419 h 45"/>
                  <a:gd name="T12" fmla="*/ 341 w 35"/>
                  <a:gd name="T13" fmla="*/ 456 h 45"/>
                  <a:gd name="T14" fmla="*/ 433 w 35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45">
                    <a:moveTo>
                      <a:pt x="29" y="1"/>
                    </a:moveTo>
                    <a:cubicBezTo>
                      <a:pt x="16" y="13"/>
                      <a:pt x="5" y="28"/>
                      <a:pt x="0" y="45"/>
                    </a:cubicBezTo>
                    <a:cubicBezTo>
                      <a:pt x="5" y="38"/>
                      <a:pt x="17" y="36"/>
                      <a:pt x="24" y="33"/>
                    </a:cubicBezTo>
                    <a:cubicBezTo>
                      <a:pt x="26" y="33"/>
                      <a:pt x="30" y="32"/>
                      <a:pt x="31" y="31"/>
                    </a:cubicBezTo>
                    <a:cubicBezTo>
                      <a:pt x="31" y="30"/>
                      <a:pt x="32" y="28"/>
                      <a:pt x="32" y="28"/>
                    </a:cubicBezTo>
                    <a:cubicBezTo>
                      <a:pt x="33" y="26"/>
                      <a:pt x="34" y="24"/>
                      <a:pt x="35" y="22"/>
                    </a:cubicBezTo>
                    <a:cubicBezTo>
                      <a:pt x="31" y="24"/>
                      <a:pt x="25" y="31"/>
                      <a:pt x="22" y="24"/>
                    </a:cubicBezTo>
                    <a:cubicBezTo>
                      <a:pt x="18" y="15"/>
                      <a:pt x="24" y="8"/>
                      <a:pt x="28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5" name="Freeform 510">
                <a:extLst>
                  <a:ext uri="{FF2B5EF4-FFF2-40B4-BE49-F238E27FC236}">
                    <a16:creationId xmlns:a16="http://schemas.microsoft.com/office/drawing/2014/main" id="{8A13BF1B-C2E4-49CD-8DA2-2D95F8A12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847"/>
                <a:ext cx="83" cy="66"/>
              </a:xfrm>
              <a:custGeom>
                <a:avLst/>
                <a:gdLst>
                  <a:gd name="T0" fmla="*/ 0 w 33"/>
                  <a:gd name="T1" fmla="*/ 280 h 25"/>
                  <a:gd name="T2" fmla="*/ 20 w 33"/>
                  <a:gd name="T3" fmla="*/ 459 h 25"/>
                  <a:gd name="T4" fmla="*/ 317 w 33"/>
                  <a:gd name="T5" fmla="*/ 182 h 25"/>
                  <a:gd name="T6" fmla="*/ 443 w 33"/>
                  <a:gd name="T7" fmla="*/ 77 h 25"/>
                  <a:gd name="T8" fmla="*/ 526 w 33"/>
                  <a:gd name="T9" fmla="*/ 0 h 25"/>
                  <a:gd name="T10" fmla="*/ 317 w 33"/>
                  <a:gd name="T11" fmla="*/ 9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5">
                    <a:moveTo>
                      <a:pt x="0" y="15"/>
                    </a:moveTo>
                    <a:cubicBezTo>
                      <a:pt x="4" y="16"/>
                      <a:pt x="1" y="22"/>
                      <a:pt x="1" y="25"/>
                    </a:cubicBezTo>
                    <a:cubicBezTo>
                      <a:pt x="7" y="19"/>
                      <a:pt x="13" y="14"/>
                      <a:pt x="20" y="10"/>
                    </a:cubicBezTo>
                    <a:cubicBezTo>
                      <a:pt x="23" y="8"/>
                      <a:pt x="26" y="6"/>
                      <a:pt x="28" y="4"/>
                    </a:cubicBezTo>
                    <a:cubicBezTo>
                      <a:pt x="31" y="3"/>
                      <a:pt x="31" y="2"/>
                      <a:pt x="33" y="0"/>
                    </a:cubicBezTo>
                    <a:cubicBezTo>
                      <a:pt x="29" y="2"/>
                      <a:pt x="24" y="3"/>
                      <a:pt x="20" y="5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6" name="Freeform 511">
                <a:extLst>
                  <a:ext uri="{FF2B5EF4-FFF2-40B4-BE49-F238E27FC236}">
                    <a16:creationId xmlns:a16="http://schemas.microsoft.com/office/drawing/2014/main" id="{2945F824-D748-4145-B53A-B03C7C976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089"/>
                <a:ext cx="72" cy="48"/>
              </a:xfrm>
              <a:custGeom>
                <a:avLst/>
                <a:gdLst>
                  <a:gd name="T0" fmla="*/ 42 w 29"/>
                  <a:gd name="T1" fmla="*/ 264 h 18"/>
                  <a:gd name="T2" fmla="*/ 0 w 29"/>
                  <a:gd name="T3" fmla="*/ 341 h 18"/>
                  <a:gd name="T4" fmla="*/ 216 w 29"/>
                  <a:gd name="T5" fmla="*/ 307 h 18"/>
                  <a:gd name="T6" fmla="*/ 246 w 29"/>
                  <a:gd name="T7" fmla="*/ 205 h 18"/>
                  <a:gd name="T8" fmla="*/ 444 w 29"/>
                  <a:gd name="T9" fmla="*/ 149 h 18"/>
                  <a:gd name="T10" fmla="*/ 444 w 29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3" y="14"/>
                    </a:moveTo>
                    <a:cubicBezTo>
                      <a:pt x="2" y="16"/>
                      <a:pt x="1" y="17"/>
                      <a:pt x="0" y="18"/>
                    </a:cubicBezTo>
                    <a:cubicBezTo>
                      <a:pt x="4" y="17"/>
                      <a:pt x="9" y="16"/>
                      <a:pt x="14" y="16"/>
                    </a:cubicBezTo>
                    <a:cubicBezTo>
                      <a:pt x="10" y="15"/>
                      <a:pt x="14" y="11"/>
                      <a:pt x="16" y="11"/>
                    </a:cubicBezTo>
                    <a:cubicBezTo>
                      <a:pt x="19" y="9"/>
                      <a:pt x="25" y="7"/>
                      <a:pt x="29" y="8"/>
                    </a:cubicBezTo>
                    <a:cubicBezTo>
                      <a:pt x="25" y="10"/>
                      <a:pt x="26" y="1"/>
                      <a:pt x="29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7" name="Freeform 512">
                <a:extLst>
                  <a:ext uri="{FF2B5EF4-FFF2-40B4-BE49-F238E27FC236}">
                    <a16:creationId xmlns:a16="http://schemas.microsoft.com/office/drawing/2014/main" id="{E88CE1E9-1C58-41E5-9E09-8D8DF9B8A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313"/>
                <a:ext cx="100" cy="59"/>
              </a:xfrm>
              <a:custGeom>
                <a:avLst/>
                <a:gdLst>
                  <a:gd name="T0" fmla="*/ 0 w 40"/>
                  <a:gd name="T1" fmla="*/ 389 h 22"/>
                  <a:gd name="T2" fmla="*/ 250 w 40"/>
                  <a:gd name="T3" fmla="*/ 287 h 22"/>
                  <a:gd name="T4" fmla="*/ 220 w 40"/>
                  <a:gd name="T5" fmla="*/ 137 h 22"/>
                  <a:gd name="T6" fmla="*/ 113 w 40"/>
                  <a:gd name="T7" fmla="*/ 150 h 22"/>
                  <a:gd name="T8" fmla="*/ 345 w 40"/>
                  <a:gd name="T9" fmla="*/ 0 h 22"/>
                  <a:gd name="T10" fmla="*/ 625 w 40"/>
                  <a:gd name="T11" fmla="*/ 389 h 22"/>
                  <a:gd name="T12" fmla="*/ 345 w 40"/>
                  <a:gd name="T13" fmla="*/ 40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2">
                    <a:moveTo>
                      <a:pt x="0" y="20"/>
                    </a:moveTo>
                    <a:cubicBezTo>
                      <a:pt x="4" y="20"/>
                      <a:pt x="14" y="20"/>
                      <a:pt x="16" y="15"/>
                    </a:cubicBezTo>
                    <a:cubicBezTo>
                      <a:pt x="18" y="13"/>
                      <a:pt x="17" y="8"/>
                      <a:pt x="14" y="7"/>
                    </a:cubicBezTo>
                    <a:cubicBezTo>
                      <a:pt x="12" y="6"/>
                      <a:pt x="9" y="7"/>
                      <a:pt x="7" y="8"/>
                    </a:cubicBezTo>
                    <a:cubicBezTo>
                      <a:pt x="12" y="5"/>
                      <a:pt x="17" y="2"/>
                      <a:pt x="22" y="0"/>
                    </a:cubicBezTo>
                    <a:cubicBezTo>
                      <a:pt x="26" y="8"/>
                      <a:pt x="33" y="14"/>
                      <a:pt x="40" y="20"/>
                    </a:cubicBezTo>
                    <a:cubicBezTo>
                      <a:pt x="34" y="20"/>
                      <a:pt x="28" y="22"/>
                      <a:pt x="22" y="2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8" name="Freeform 513">
                <a:extLst>
                  <a:ext uri="{FF2B5EF4-FFF2-40B4-BE49-F238E27FC236}">
                    <a16:creationId xmlns:a16="http://schemas.microsoft.com/office/drawing/2014/main" id="{2CDC9785-7BCB-4B82-8F03-0FFB22EC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217"/>
                <a:ext cx="165" cy="86"/>
              </a:xfrm>
              <a:custGeom>
                <a:avLst/>
                <a:gdLst>
                  <a:gd name="T0" fmla="*/ 0 w 66"/>
                  <a:gd name="T1" fmla="*/ 543 h 32"/>
                  <a:gd name="T2" fmla="*/ 20 w 66"/>
                  <a:gd name="T3" fmla="*/ 621 h 32"/>
                  <a:gd name="T4" fmla="*/ 208 w 66"/>
                  <a:gd name="T5" fmla="*/ 484 h 32"/>
                  <a:gd name="T6" fmla="*/ 533 w 66"/>
                  <a:gd name="T7" fmla="*/ 312 h 32"/>
                  <a:gd name="T8" fmla="*/ 863 w 66"/>
                  <a:gd name="T9" fmla="*/ 175 h 32"/>
                  <a:gd name="T10" fmla="*/ 1033 w 66"/>
                  <a:gd name="T11" fmla="*/ 116 h 32"/>
                  <a:gd name="T12" fmla="*/ 738 w 66"/>
                  <a:gd name="T13" fmla="*/ 59 h 32"/>
                  <a:gd name="T14" fmla="*/ 595 w 66"/>
                  <a:gd name="T15" fmla="*/ 35 h 32"/>
                  <a:gd name="T16" fmla="*/ 500 w 66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32">
                    <a:moveTo>
                      <a:pt x="0" y="28"/>
                    </a:moveTo>
                    <a:cubicBezTo>
                      <a:pt x="0" y="30"/>
                      <a:pt x="0" y="31"/>
                      <a:pt x="1" y="32"/>
                    </a:cubicBezTo>
                    <a:cubicBezTo>
                      <a:pt x="5" y="32"/>
                      <a:pt x="10" y="27"/>
                      <a:pt x="13" y="25"/>
                    </a:cubicBezTo>
                    <a:cubicBezTo>
                      <a:pt x="20" y="22"/>
                      <a:pt x="27" y="19"/>
                      <a:pt x="34" y="16"/>
                    </a:cubicBezTo>
                    <a:cubicBezTo>
                      <a:pt x="41" y="13"/>
                      <a:pt x="48" y="12"/>
                      <a:pt x="55" y="9"/>
                    </a:cubicBezTo>
                    <a:cubicBezTo>
                      <a:pt x="59" y="8"/>
                      <a:pt x="63" y="8"/>
                      <a:pt x="66" y="6"/>
                    </a:cubicBezTo>
                    <a:cubicBezTo>
                      <a:pt x="60" y="6"/>
                      <a:pt x="54" y="4"/>
                      <a:pt x="47" y="3"/>
                    </a:cubicBezTo>
                    <a:cubicBezTo>
                      <a:pt x="44" y="2"/>
                      <a:pt x="41" y="2"/>
                      <a:pt x="38" y="2"/>
                    </a:cubicBezTo>
                    <a:cubicBezTo>
                      <a:pt x="36" y="2"/>
                      <a:pt x="34" y="0"/>
                      <a:pt x="32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9" name="Freeform 514">
                <a:extLst>
                  <a:ext uri="{FF2B5EF4-FFF2-40B4-BE49-F238E27FC236}">
                    <a16:creationId xmlns:a16="http://schemas.microsoft.com/office/drawing/2014/main" id="{A94901C6-C88A-4CF7-8FB7-67B68AECA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313"/>
                <a:ext cx="67" cy="118"/>
              </a:xfrm>
              <a:custGeom>
                <a:avLst/>
                <a:gdLst>
                  <a:gd name="T0" fmla="*/ 74 w 27"/>
                  <a:gd name="T1" fmla="*/ 35 h 44"/>
                  <a:gd name="T2" fmla="*/ 74 w 27"/>
                  <a:gd name="T3" fmla="*/ 847 h 44"/>
                  <a:gd name="T4" fmla="*/ 124 w 27"/>
                  <a:gd name="T5" fmla="*/ 539 h 44"/>
                  <a:gd name="T6" fmla="*/ 412 w 27"/>
                  <a:gd name="T7" fmla="*/ 539 h 44"/>
                  <a:gd name="T8" fmla="*/ 320 w 27"/>
                  <a:gd name="T9" fmla="*/ 389 h 44"/>
                  <a:gd name="T10" fmla="*/ 228 w 27"/>
                  <a:gd name="T11" fmla="*/ 252 h 44"/>
                  <a:gd name="T12" fmla="*/ 154 w 27"/>
                  <a:gd name="T13" fmla="*/ 94 h 44"/>
                  <a:gd name="T14" fmla="*/ 124 w 27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4">
                    <a:moveTo>
                      <a:pt x="5" y="2"/>
                    </a:moveTo>
                    <a:cubicBezTo>
                      <a:pt x="3" y="16"/>
                      <a:pt x="0" y="31"/>
                      <a:pt x="5" y="44"/>
                    </a:cubicBezTo>
                    <a:cubicBezTo>
                      <a:pt x="7" y="39"/>
                      <a:pt x="3" y="32"/>
                      <a:pt x="8" y="28"/>
                    </a:cubicBezTo>
                    <a:cubicBezTo>
                      <a:pt x="14" y="23"/>
                      <a:pt x="22" y="30"/>
                      <a:pt x="27" y="28"/>
                    </a:cubicBezTo>
                    <a:cubicBezTo>
                      <a:pt x="25" y="27"/>
                      <a:pt x="22" y="22"/>
                      <a:pt x="21" y="20"/>
                    </a:cubicBezTo>
                    <a:cubicBezTo>
                      <a:pt x="19" y="17"/>
                      <a:pt x="16" y="16"/>
                      <a:pt x="15" y="13"/>
                    </a:cubicBezTo>
                    <a:cubicBezTo>
                      <a:pt x="14" y="11"/>
                      <a:pt x="11" y="8"/>
                      <a:pt x="10" y="5"/>
                    </a:cubicBezTo>
                    <a:cubicBezTo>
                      <a:pt x="9" y="4"/>
                      <a:pt x="9" y="2"/>
                      <a:pt x="8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0" name="Freeform 515">
                <a:extLst>
                  <a:ext uri="{FF2B5EF4-FFF2-40B4-BE49-F238E27FC236}">
                    <a16:creationId xmlns:a16="http://schemas.microsoft.com/office/drawing/2014/main" id="{0C9C54AD-CE40-4DFE-B3EE-5EC1C964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407"/>
                <a:ext cx="77" cy="26"/>
              </a:xfrm>
              <a:custGeom>
                <a:avLst/>
                <a:gdLst>
                  <a:gd name="T0" fmla="*/ 42 w 31"/>
                  <a:gd name="T1" fmla="*/ 0 h 10"/>
                  <a:gd name="T2" fmla="*/ 0 w 31"/>
                  <a:gd name="T3" fmla="*/ 177 h 10"/>
                  <a:gd name="T4" fmla="*/ 246 w 31"/>
                  <a:gd name="T5" fmla="*/ 109 h 10"/>
                  <a:gd name="T6" fmla="*/ 474 w 31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3" y="0"/>
                    </a:moveTo>
                    <a:cubicBezTo>
                      <a:pt x="6" y="2"/>
                      <a:pt x="3" y="9"/>
                      <a:pt x="0" y="10"/>
                    </a:cubicBezTo>
                    <a:cubicBezTo>
                      <a:pt x="5" y="10"/>
                      <a:pt x="11" y="7"/>
                      <a:pt x="16" y="6"/>
                    </a:cubicBezTo>
                    <a:cubicBezTo>
                      <a:pt x="21" y="6"/>
                      <a:pt x="26" y="4"/>
                      <a:pt x="31" y="2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1" name="Freeform 516">
                <a:extLst>
                  <a:ext uri="{FF2B5EF4-FFF2-40B4-BE49-F238E27FC236}">
                    <a16:creationId xmlns:a16="http://schemas.microsoft.com/office/drawing/2014/main" id="{B4C8DB13-5E0F-4CB8-943A-593AF476B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03"/>
                <a:ext cx="55" cy="50"/>
              </a:xfrm>
              <a:custGeom>
                <a:avLst/>
                <a:gdLst>
                  <a:gd name="T0" fmla="*/ 0 w 22"/>
                  <a:gd name="T1" fmla="*/ 166 h 19"/>
                  <a:gd name="T2" fmla="*/ 50 w 22"/>
                  <a:gd name="T3" fmla="*/ 292 h 19"/>
                  <a:gd name="T4" fmla="*/ 95 w 22"/>
                  <a:gd name="T5" fmla="*/ 347 h 19"/>
                  <a:gd name="T6" fmla="*/ 345 w 22"/>
                  <a:gd name="T7" fmla="*/ 124 h 19"/>
                  <a:gd name="T8" fmla="*/ 300 w 22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0" y="9"/>
                    </a:moveTo>
                    <a:cubicBezTo>
                      <a:pt x="0" y="11"/>
                      <a:pt x="2" y="14"/>
                      <a:pt x="3" y="16"/>
                    </a:cubicBezTo>
                    <a:cubicBezTo>
                      <a:pt x="4" y="17"/>
                      <a:pt x="5" y="17"/>
                      <a:pt x="6" y="19"/>
                    </a:cubicBezTo>
                    <a:cubicBezTo>
                      <a:pt x="5" y="10"/>
                      <a:pt x="15" y="8"/>
                      <a:pt x="22" y="7"/>
                    </a:cubicBezTo>
                    <a:cubicBezTo>
                      <a:pt x="20" y="5"/>
                      <a:pt x="19" y="3"/>
                      <a:pt x="19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2" name="Freeform 517">
                <a:extLst>
                  <a:ext uri="{FF2B5EF4-FFF2-40B4-BE49-F238E27FC236}">
                    <a16:creationId xmlns:a16="http://schemas.microsoft.com/office/drawing/2014/main" id="{46EA0535-11E4-4717-80C5-CC80F793F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97"/>
                <a:ext cx="83" cy="43"/>
              </a:xfrm>
              <a:custGeom>
                <a:avLst/>
                <a:gdLst>
                  <a:gd name="T0" fmla="*/ 20 w 33"/>
                  <a:gd name="T1" fmla="*/ 35 h 16"/>
                  <a:gd name="T2" fmla="*/ 83 w 33"/>
                  <a:gd name="T3" fmla="*/ 137 h 16"/>
                  <a:gd name="T4" fmla="*/ 0 w 33"/>
                  <a:gd name="T5" fmla="*/ 312 h 16"/>
                  <a:gd name="T6" fmla="*/ 96 w 33"/>
                  <a:gd name="T7" fmla="*/ 253 h 16"/>
                  <a:gd name="T8" fmla="*/ 335 w 33"/>
                  <a:gd name="T9" fmla="*/ 159 h 16"/>
                  <a:gd name="T10" fmla="*/ 526 w 3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6">
                    <a:moveTo>
                      <a:pt x="1" y="2"/>
                    </a:moveTo>
                    <a:cubicBezTo>
                      <a:pt x="4" y="1"/>
                      <a:pt x="5" y="5"/>
                      <a:pt x="5" y="7"/>
                    </a:cubicBezTo>
                    <a:cubicBezTo>
                      <a:pt x="5" y="10"/>
                      <a:pt x="1" y="14"/>
                      <a:pt x="0" y="16"/>
                    </a:cubicBezTo>
                    <a:cubicBezTo>
                      <a:pt x="1" y="14"/>
                      <a:pt x="4" y="14"/>
                      <a:pt x="6" y="13"/>
                    </a:cubicBezTo>
                    <a:cubicBezTo>
                      <a:pt x="11" y="11"/>
                      <a:pt x="16" y="9"/>
                      <a:pt x="21" y="8"/>
                    </a:cubicBezTo>
                    <a:cubicBezTo>
                      <a:pt x="24" y="6"/>
                      <a:pt x="32" y="4"/>
                      <a:pt x="33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3" name="Freeform 518">
                <a:extLst>
                  <a:ext uri="{FF2B5EF4-FFF2-40B4-BE49-F238E27FC236}">
                    <a16:creationId xmlns:a16="http://schemas.microsoft.com/office/drawing/2014/main" id="{9BAE3B37-1801-446F-9E08-1953DB73C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545"/>
                <a:ext cx="98" cy="43"/>
              </a:xfrm>
              <a:custGeom>
                <a:avLst/>
                <a:gdLst>
                  <a:gd name="T0" fmla="*/ 0 w 39"/>
                  <a:gd name="T1" fmla="*/ 196 h 16"/>
                  <a:gd name="T2" fmla="*/ 146 w 39"/>
                  <a:gd name="T3" fmla="*/ 274 h 16"/>
                  <a:gd name="T4" fmla="*/ 284 w 39"/>
                  <a:gd name="T5" fmla="*/ 312 h 16"/>
                  <a:gd name="T6" fmla="*/ 347 w 39"/>
                  <a:gd name="T7" fmla="*/ 175 h 16"/>
                  <a:gd name="T8" fmla="*/ 618 w 39"/>
                  <a:gd name="T9" fmla="*/ 116 h 16"/>
                  <a:gd name="T10" fmla="*/ 472 w 39"/>
                  <a:gd name="T11" fmla="*/ 81 h 16"/>
                  <a:gd name="T12" fmla="*/ 367 w 39"/>
                  <a:gd name="T13" fmla="*/ 22 h 16"/>
                  <a:gd name="T14" fmla="*/ 284 w 39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6">
                    <a:moveTo>
                      <a:pt x="0" y="10"/>
                    </a:moveTo>
                    <a:cubicBezTo>
                      <a:pt x="2" y="12"/>
                      <a:pt x="7" y="13"/>
                      <a:pt x="9" y="14"/>
                    </a:cubicBezTo>
                    <a:cubicBezTo>
                      <a:pt x="12" y="15"/>
                      <a:pt x="15" y="15"/>
                      <a:pt x="18" y="16"/>
                    </a:cubicBezTo>
                    <a:cubicBezTo>
                      <a:pt x="15" y="13"/>
                      <a:pt x="19" y="10"/>
                      <a:pt x="22" y="9"/>
                    </a:cubicBezTo>
                    <a:cubicBezTo>
                      <a:pt x="28" y="6"/>
                      <a:pt x="33" y="6"/>
                      <a:pt x="39" y="6"/>
                    </a:cubicBezTo>
                    <a:cubicBezTo>
                      <a:pt x="36" y="4"/>
                      <a:pt x="33" y="5"/>
                      <a:pt x="30" y="4"/>
                    </a:cubicBezTo>
                    <a:cubicBezTo>
                      <a:pt x="28" y="3"/>
                      <a:pt x="26" y="2"/>
                      <a:pt x="23" y="1"/>
                    </a:cubicBezTo>
                    <a:cubicBezTo>
                      <a:pt x="21" y="1"/>
                      <a:pt x="19" y="1"/>
                      <a:pt x="18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4" name="Freeform 519">
                <a:extLst>
                  <a:ext uri="{FF2B5EF4-FFF2-40B4-BE49-F238E27FC236}">
                    <a16:creationId xmlns:a16="http://schemas.microsoft.com/office/drawing/2014/main" id="{2CF700FA-8461-4297-80F9-90AE0340F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391"/>
                <a:ext cx="85" cy="85"/>
              </a:xfrm>
              <a:custGeom>
                <a:avLst/>
                <a:gdLst>
                  <a:gd name="T0" fmla="*/ 0 w 34"/>
                  <a:gd name="T1" fmla="*/ 226 h 32"/>
                  <a:gd name="T2" fmla="*/ 125 w 34"/>
                  <a:gd name="T3" fmla="*/ 600 h 32"/>
                  <a:gd name="T4" fmla="*/ 283 w 34"/>
                  <a:gd name="T5" fmla="*/ 430 h 32"/>
                  <a:gd name="T6" fmla="*/ 470 w 34"/>
                  <a:gd name="T7" fmla="*/ 226 h 32"/>
                  <a:gd name="T8" fmla="*/ 520 w 34"/>
                  <a:gd name="T9" fmla="*/ 114 h 32"/>
                  <a:gd name="T10" fmla="*/ 470 w 34"/>
                  <a:gd name="T11" fmla="*/ 0 h 32"/>
                  <a:gd name="T12" fmla="*/ 158 w 34"/>
                  <a:gd name="T13" fmla="*/ 9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0" y="12"/>
                    </a:moveTo>
                    <a:cubicBezTo>
                      <a:pt x="12" y="6"/>
                      <a:pt x="15" y="26"/>
                      <a:pt x="8" y="32"/>
                    </a:cubicBezTo>
                    <a:cubicBezTo>
                      <a:pt x="12" y="29"/>
                      <a:pt x="15" y="27"/>
                      <a:pt x="18" y="23"/>
                    </a:cubicBezTo>
                    <a:cubicBezTo>
                      <a:pt x="22" y="19"/>
                      <a:pt x="26" y="15"/>
                      <a:pt x="30" y="12"/>
                    </a:cubicBezTo>
                    <a:cubicBezTo>
                      <a:pt x="31" y="10"/>
                      <a:pt x="33" y="8"/>
                      <a:pt x="33" y="6"/>
                    </a:cubicBezTo>
                    <a:cubicBezTo>
                      <a:pt x="34" y="2"/>
                      <a:pt x="32" y="2"/>
                      <a:pt x="30" y="0"/>
                    </a:cubicBezTo>
                    <a:cubicBezTo>
                      <a:pt x="24" y="3"/>
                      <a:pt x="17" y="4"/>
                      <a:pt x="10" y="5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5" name="Freeform 520">
                <a:extLst>
                  <a:ext uri="{FF2B5EF4-FFF2-40B4-BE49-F238E27FC236}">
                    <a16:creationId xmlns:a16="http://schemas.microsoft.com/office/drawing/2014/main" id="{24A49485-0706-44C6-914C-7FCA09C4B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08"/>
                <a:ext cx="85" cy="24"/>
              </a:xfrm>
              <a:custGeom>
                <a:avLst/>
                <a:gdLst>
                  <a:gd name="T0" fmla="*/ 0 w 34"/>
                  <a:gd name="T1" fmla="*/ 0 h 9"/>
                  <a:gd name="T2" fmla="*/ 20 w 34"/>
                  <a:gd name="T3" fmla="*/ 171 h 9"/>
                  <a:gd name="T4" fmla="*/ 533 w 34"/>
                  <a:gd name="T5" fmla="*/ 56 h 9"/>
                  <a:gd name="T6" fmla="*/ 158 w 3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9">
                    <a:moveTo>
                      <a:pt x="0" y="0"/>
                    </a:moveTo>
                    <a:cubicBezTo>
                      <a:pt x="0" y="3"/>
                      <a:pt x="1" y="6"/>
                      <a:pt x="1" y="9"/>
                    </a:cubicBezTo>
                    <a:cubicBezTo>
                      <a:pt x="12" y="5"/>
                      <a:pt x="24" y="6"/>
                      <a:pt x="34" y="3"/>
                    </a:cubicBezTo>
                    <a:cubicBezTo>
                      <a:pt x="26" y="2"/>
                      <a:pt x="18" y="3"/>
                      <a:pt x="10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6" name="Freeform 521">
                <a:extLst>
                  <a:ext uri="{FF2B5EF4-FFF2-40B4-BE49-F238E27FC236}">
                    <a16:creationId xmlns:a16="http://schemas.microsoft.com/office/drawing/2014/main" id="{C57A9CF6-8648-444E-865F-F9331306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391"/>
                <a:ext cx="35" cy="34"/>
              </a:xfrm>
              <a:custGeom>
                <a:avLst/>
                <a:gdLst>
                  <a:gd name="T0" fmla="*/ 145 w 14"/>
                  <a:gd name="T1" fmla="*/ 0 h 13"/>
                  <a:gd name="T2" fmla="*/ 0 w 14"/>
                  <a:gd name="T3" fmla="*/ 165 h 13"/>
                  <a:gd name="T4" fmla="*/ 83 w 14"/>
                  <a:gd name="T5" fmla="*/ 178 h 13"/>
                  <a:gd name="T6" fmla="*/ 220 w 14"/>
                  <a:gd name="T7" fmla="*/ 212 h 13"/>
                  <a:gd name="T8" fmla="*/ 188 w 14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9" y="0"/>
                    </a:moveTo>
                    <a:cubicBezTo>
                      <a:pt x="8" y="6"/>
                      <a:pt x="4" y="7"/>
                      <a:pt x="0" y="9"/>
                    </a:cubicBezTo>
                    <a:cubicBezTo>
                      <a:pt x="1" y="10"/>
                      <a:pt x="3" y="10"/>
                      <a:pt x="5" y="10"/>
                    </a:cubicBezTo>
                    <a:cubicBezTo>
                      <a:pt x="8" y="11"/>
                      <a:pt x="11" y="13"/>
                      <a:pt x="14" y="12"/>
                    </a:cubicBezTo>
                    <a:cubicBezTo>
                      <a:pt x="13" y="11"/>
                      <a:pt x="13" y="10"/>
                      <a:pt x="12" y="9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7" name="Freeform 522">
                <a:extLst>
                  <a:ext uri="{FF2B5EF4-FFF2-40B4-BE49-F238E27FC236}">
                    <a16:creationId xmlns:a16="http://schemas.microsoft.com/office/drawing/2014/main" id="{F70D702A-84FA-4FA6-97D4-64D7BC1D1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385"/>
                <a:ext cx="73" cy="35"/>
              </a:xfrm>
              <a:custGeom>
                <a:avLst/>
                <a:gdLst>
                  <a:gd name="T0" fmla="*/ 0 w 29"/>
                  <a:gd name="T1" fmla="*/ 59 h 13"/>
                  <a:gd name="T2" fmla="*/ 33 w 29"/>
                  <a:gd name="T3" fmla="*/ 197 h 13"/>
                  <a:gd name="T4" fmla="*/ 83 w 29"/>
                  <a:gd name="T5" fmla="*/ 253 h 13"/>
                  <a:gd name="T6" fmla="*/ 463 w 29"/>
                  <a:gd name="T7" fmla="*/ 159 h 13"/>
                  <a:gd name="T8" fmla="*/ 0 w 2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0" y="3"/>
                    </a:moveTo>
                    <a:cubicBezTo>
                      <a:pt x="1" y="5"/>
                      <a:pt x="2" y="7"/>
                      <a:pt x="2" y="10"/>
                    </a:cubicBezTo>
                    <a:cubicBezTo>
                      <a:pt x="3" y="13"/>
                      <a:pt x="2" y="13"/>
                      <a:pt x="5" y="13"/>
                    </a:cubicBezTo>
                    <a:cubicBezTo>
                      <a:pt x="13" y="13"/>
                      <a:pt x="21" y="9"/>
                      <a:pt x="29" y="8"/>
                    </a:cubicBezTo>
                    <a:cubicBezTo>
                      <a:pt x="19" y="8"/>
                      <a:pt x="5" y="13"/>
                      <a:pt x="0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8" name="Freeform 523">
                <a:extLst>
                  <a:ext uri="{FF2B5EF4-FFF2-40B4-BE49-F238E27FC236}">
                    <a16:creationId xmlns:a16="http://schemas.microsoft.com/office/drawing/2014/main" id="{F78A9306-53C3-4D7E-9B03-936FC2CE6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321"/>
                <a:ext cx="127" cy="59"/>
              </a:xfrm>
              <a:custGeom>
                <a:avLst/>
                <a:gdLst>
                  <a:gd name="T0" fmla="*/ 0 w 51"/>
                  <a:gd name="T1" fmla="*/ 150 h 22"/>
                  <a:gd name="T2" fmla="*/ 42 w 51"/>
                  <a:gd name="T3" fmla="*/ 424 h 22"/>
                  <a:gd name="T4" fmla="*/ 466 w 51"/>
                  <a:gd name="T5" fmla="*/ 231 h 22"/>
                  <a:gd name="T6" fmla="*/ 662 w 51"/>
                  <a:gd name="T7" fmla="*/ 137 h 22"/>
                  <a:gd name="T8" fmla="*/ 787 w 51"/>
                  <a:gd name="T9" fmla="*/ 56 h 22"/>
                  <a:gd name="T10" fmla="*/ 590 w 51"/>
                  <a:gd name="T11" fmla="*/ 0 h 22"/>
                  <a:gd name="T12" fmla="*/ 558 w 51"/>
                  <a:gd name="T13" fmla="*/ 94 h 22"/>
                  <a:gd name="T14" fmla="*/ 433 w 51"/>
                  <a:gd name="T15" fmla="*/ 193 h 22"/>
                  <a:gd name="T16" fmla="*/ 92 w 51"/>
                  <a:gd name="T17" fmla="*/ 215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2">
                    <a:moveTo>
                      <a:pt x="0" y="8"/>
                    </a:moveTo>
                    <a:cubicBezTo>
                      <a:pt x="1" y="12"/>
                      <a:pt x="1" y="17"/>
                      <a:pt x="3" y="22"/>
                    </a:cubicBezTo>
                    <a:cubicBezTo>
                      <a:pt x="12" y="19"/>
                      <a:pt x="21" y="15"/>
                      <a:pt x="30" y="12"/>
                    </a:cubicBezTo>
                    <a:cubicBezTo>
                      <a:pt x="34" y="11"/>
                      <a:pt x="39" y="9"/>
                      <a:pt x="43" y="7"/>
                    </a:cubicBezTo>
                    <a:cubicBezTo>
                      <a:pt x="46" y="6"/>
                      <a:pt x="49" y="5"/>
                      <a:pt x="51" y="3"/>
                    </a:cubicBezTo>
                    <a:cubicBezTo>
                      <a:pt x="47" y="2"/>
                      <a:pt x="42" y="1"/>
                      <a:pt x="38" y="0"/>
                    </a:cubicBezTo>
                    <a:cubicBezTo>
                      <a:pt x="37" y="2"/>
                      <a:pt x="37" y="4"/>
                      <a:pt x="36" y="5"/>
                    </a:cubicBezTo>
                    <a:cubicBezTo>
                      <a:pt x="34" y="8"/>
                      <a:pt x="30" y="9"/>
                      <a:pt x="28" y="10"/>
                    </a:cubicBezTo>
                    <a:cubicBezTo>
                      <a:pt x="22" y="11"/>
                      <a:pt x="11" y="15"/>
                      <a:pt x="6" y="1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9" name="Freeform 524">
                <a:extLst>
                  <a:ext uri="{FF2B5EF4-FFF2-40B4-BE49-F238E27FC236}">
                    <a16:creationId xmlns:a16="http://schemas.microsoft.com/office/drawing/2014/main" id="{D22E1082-FB9A-4940-9B08-AE9C7A5AE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996"/>
                <a:ext cx="85" cy="32"/>
              </a:xfrm>
              <a:custGeom>
                <a:avLst/>
                <a:gdLst>
                  <a:gd name="T0" fmla="*/ 63 w 34"/>
                  <a:gd name="T1" fmla="*/ 115 h 12"/>
                  <a:gd name="T2" fmla="*/ 0 w 34"/>
                  <a:gd name="T3" fmla="*/ 227 h 12"/>
                  <a:gd name="T4" fmla="*/ 345 w 34"/>
                  <a:gd name="T5" fmla="*/ 192 h 12"/>
                  <a:gd name="T6" fmla="*/ 425 w 34"/>
                  <a:gd name="T7" fmla="*/ 149 h 12"/>
                  <a:gd name="T8" fmla="*/ 533 w 34"/>
                  <a:gd name="T9" fmla="*/ 21 h 12"/>
                  <a:gd name="T10" fmla="*/ 175 w 34"/>
                  <a:gd name="T11" fmla="*/ 7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2">
                    <a:moveTo>
                      <a:pt x="4" y="6"/>
                    </a:moveTo>
                    <a:cubicBezTo>
                      <a:pt x="3" y="8"/>
                      <a:pt x="1" y="10"/>
                      <a:pt x="0" y="12"/>
                    </a:cubicBezTo>
                    <a:cubicBezTo>
                      <a:pt x="7" y="8"/>
                      <a:pt x="14" y="9"/>
                      <a:pt x="22" y="10"/>
                    </a:cubicBezTo>
                    <a:cubicBezTo>
                      <a:pt x="25" y="11"/>
                      <a:pt x="24" y="11"/>
                      <a:pt x="27" y="8"/>
                    </a:cubicBezTo>
                    <a:cubicBezTo>
                      <a:pt x="30" y="6"/>
                      <a:pt x="33" y="4"/>
                      <a:pt x="34" y="1"/>
                    </a:cubicBezTo>
                    <a:cubicBezTo>
                      <a:pt x="26" y="0"/>
                      <a:pt x="19" y="1"/>
                      <a:pt x="11" y="4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0" name="Freeform 525">
                <a:extLst>
                  <a:ext uri="{FF2B5EF4-FFF2-40B4-BE49-F238E27FC236}">
                    <a16:creationId xmlns:a16="http://schemas.microsoft.com/office/drawing/2014/main" id="{18D9B190-5F0D-41B9-BFEE-EB36007C4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96"/>
                <a:ext cx="105" cy="35"/>
              </a:xfrm>
              <a:custGeom>
                <a:avLst/>
                <a:gdLst>
                  <a:gd name="T0" fmla="*/ 113 w 42"/>
                  <a:gd name="T1" fmla="*/ 59 h 13"/>
                  <a:gd name="T2" fmla="*/ 0 w 42"/>
                  <a:gd name="T3" fmla="*/ 253 h 13"/>
                  <a:gd name="T4" fmla="*/ 658 w 42"/>
                  <a:gd name="T5" fmla="*/ 175 h 13"/>
                  <a:gd name="T6" fmla="*/ 363 w 4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3">
                    <a:moveTo>
                      <a:pt x="7" y="3"/>
                    </a:moveTo>
                    <a:cubicBezTo>
                      <a:pt x="8" y="8"/>
                      <a:pt x="3" y="10"/>
                      <a:pt x="0" y="13"/>
                    </a:cubicBezTo>
                    <a:cubicBezTo>
                      <a:pt x="12" y="11"/>
                      <a:pt x="29" y="9"/>
                      <a:pt x="42" y="9"/>
                    </a:cubicBezTo>
                    <a:cubicBezTo>
                      <a:pt x="38" y="9"/>
                      <a:pt x="24" y="4"/>
                      <a:pt x="23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1" name="Freeform 526">
                <a:extLst>
                  <a:ext uri="{FF2B5EF4-FFF2-40B4-BE49-F238E27FC236}">
                    <a16:creationId xmlns:a16="http://schemas.microsoft.com/office/drawing/2014/main" id="{C634F94E-E90F-4F80-8066-1A8C632A4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353"/>
                <a:ext cx="105" cy="59"/>
              </a:xfrm>
              <a:custGeom>
                <a:avLst/>
                <a:gdLst>
                  <a:gd name="T0" fmla="*/ 658 w 42"/>
                  <a:gd name="T1" fmla="*/ 0 h 22"/>
                  <a:gd name="T2" fmla="*/ 550 w 42"/>
                  <a:gd name="T3" fmla="*/ 402 h 22"/>
                  <a:gd name="T4" fmla="*/ 425 w 42"/>
                  <a:gd name="T5" fmla="*/ 389 h 22"/>
                  <a:gd name="T6" fmla="*/ 238 w 42"/>
                  <a:gd name="T7" fmla="*/ 346 h 22"/>
                  <a:gd name="T8" fmla="*/ 0 w 42"/>
                  <a:gd name="T9" fmla="*/ 274 h 22"/>
                  <a:gd name="T10" fmla="*/ 500 w 42"/>
                  <a:gd name="T11" fmla="*/ 3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2">
                    <a:moveTo>
                      <a:pt x="42" y="0"/>
                    </a:moveTo>
                    <a:cubicBezTo>
                      <a:pt x="31" y="1"/>
                      <a:pt x="27" y="14"/>
                      <a:pt x="35" y="21"/>
                    </a:cubicBezTo>
                    <a:cubicBezTo>
                      <a:pt x="33" y="22"/>
                      <a:pt x="29" y="20"/>
                      <a:pt x="27" y="20"/>
                    </a:cubicBezTo>
                    <a:cubicBezTo>
                      <a:pt x="23" y="19"/>
                      <a:pt x="19" y="19"/>
                      <a:pt x="15" y="18"/>
                    </a:cubicBezTo>
                    <a:cubicBezTo>
                      <a:pt x="10" y="17"/>
                      <a:pt x="5" y="15"/>
                      <a:pt x="0" y="14"/>
                    </a:cubicBezTo>
                    <a:cubicBezTo>
                      <a:pt x="11" y="11"/>
                      <a:pt x="20" y="3"/>
                      <a:pt x="32" y="2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2" name="Freeform 527">
                <a:extLst>
                  <a:ext uri="{FF2B5EF4-FFF2-40B4-BE49-F238E27FC236}">
                    <a16:creationId xmlns:a16="http://schemas.microsoft.com/office/drawing/2014/main" id="{C12909A9-06DA-4A45-BD95-0D9F7AF8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521"/>
                <a:ext cx="98" cy="62"/>
              </a:xfrm>
              <a:custGeom>
                <a:avLst/>
                <a:gdLst>
                  <a:gd name="T0" fmla="*/ 0 w 39"/>
                  <a:gd name="T1" fmla="*/ 175 h 23"/>
                  <a:gd name="T2" fmla="*/ 33 w 39"/>
                  <a:gd name="T3" fmla="*/ 429 h 23"/>
                  <a:gd name="T4" fmla="*/ 221 w 39"/>
                  <a:gd name="T5" fmla="*/ 356 h 23"/>
                  <a:gd name="T6" fmla="*/ 410 w 39"/>
                  <a:gd name="T7" fmla="*/ 232 h 23"/>
                  <a:gd name="T8" fmla="*/ 618 w 39"/>
                  <a:gd name="T9" fmla="*/ 0 h 23"/>
                  <a:gd name="T10" fmla="*/ 460 w 39"/>
                  <a:gd name="T11" fmla="*/ 59 h 23"/>
                  <a:gd name="T12" fmla="*/ 254 w 39"/>
                  <a:gd name="T13" fmla="*/ 9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3">
                    <a:moveTo>
                      <a:pt x="0" y="9"/>
                    </a:moveTo>
                    <a:cubicBezTo>
                      <a:pt x="5" y="12"/>
                      <a:pt x="5" y="18"/>
                      <a:pt x="2" y="22"/>
                    </a:cubicBezTo>
                    <a:cubicBezTo>
                      <a:pt x="5" y="23"/>
                      <a:pt x="11" y="19"/>
                      <a:pt x="14" y="18"/>
                    </a:cubicBezTo>
                    <a:cubicBezTo>
                      <a:pt x="18" y="16"/>
                      <a:pt x="22" y="14"/>
                      <a:pt x="26" y="12"/>
                    </a:cubicBezTo>
                    <a:cubicBezTo>
                      <a:pt x="31" y="9"/>
                      <a:pt x="36" y="5"/>
                      <a:pt x="39" y="0"/>
                    </a:cubicBezTo>
                    <a:cubicBezTo>
                      <a:pt x="36" y="1"/>
                      <a:pt x="33" y="2"/>
                      <a:pt x="29" y="3"/>
                    </a:cubicBezTo>
                    <a:cubicBezTo>
                      <a:pt x="26" y="4"/>
                      <a:pt x="19" y="6"/>
                      <a:pt x="16" y="5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3" name="Freeform 528">
                <a:extLst>
                  <a:ext uri="{FF2B5EF4-FFF2-40B4-BE49-F238E27FC236}">
                    <a16:creationId xmlns:a16="http://schemas.microsoft.com/office/drawing/2014/main" id="{861A9B42-CBA6-4314-8670-6AACCC547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60"/>
                <a:ext cx="145" cy="67"/>
              </a:xfrm>
              <a:custGeom>
                <a:avLst/>
                <a:gdLst>
                  <a:gd name="T0" fmla="*/ 0 w 58"/>
                  <a:gd name="T1" fmla="*/ 330 h 25"/>
                  <a:gd name="T2" fmla="*/ 250 w 58"/>
                  <a:gd name="T3" fmla="*/ 193 h 25"/>
                  <a:gd name="T4" fmla="*/ 533 w 58"/>
                  <a:gd name="T5" fmla="*/ 0 h 25"/>
                  <a:gd name="T6" fmla="*/ 425 w 58"/>
                  <a:gd name="T7" fmla="*/ 137 h 25"/>
                  <a:gd name="T8" fmla="*/ 583 w 58"/>
                  <a:gd name="T9" fmla="*/ 252 h 25"/>
                  <a:gd name="T10" fmla="*/ 908 w 58"/>
                  <a:gd name="T11" fmla="*/ 252 h 25"/>
                  <a:gd name="T12" fmla="*/ 500 w 58"/>
                  <a:gd name="T13" fmla="*/ 367 h 25"/>
                  <a:gd name="T14" fmla="*/ 63 w 58"/>
                  <a:gd name="T15" fmla="*/ 4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5">
                    <a:moveTo>
                      <a:pt x="0" y="17"/>
                    </a:moveTo>
                    <a:cubicBezTo>
                      <a:pt x="4" y="13"/>
                      <a:pt x="11" y="12"/>
                      <a:pt x="16" y="10"/>
                    </a:cubicBezTo>
                    <a:cubicBezTo>
                      <a:pt x="22" y="7"/>
                      <a:pt x="27" y="3"/>
                      <a:pt x="34" y="0"/>
                    </a:cubicBezTo>
                    <a:cubicBezTo>
                      <a:pt x="32" y="1"/>
                      <a:pt x="27" y="5"/>
                      <a:pt x="27" y="7"/>
                    </a:cubicBezTo>
                    <a:cubicBezTo>
                      <a:pt x="27" y="11"/>
                      <a:pt x="35" y="12"/>
                      <a:pt x="37" y="13"/>
                    </a:cubicBezTo>
                    <a:cubicBezTo>
                      <a:pt x="44" y="14"/>
                      <a:pt x="52" y="11"/>
                      <a:pt x="58" y="13"/>
                    </a:cubicBezTo>
                    <a:cubicBezTo>
                      <a:pt x="49" y="16"/>
                      <a:pt x="42" y="18"/>
                      <a:pt x="32" y="19"/>
                    </a:cubicBezTo>
                    <a:cubicBezTo>
                      <a:pt x="25" y="20"/>
                      <a:pt x="11" y="25"/>
                      <a:pt x="4" y="2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4" name="Freeform 529">
                <a:extLst>
                  <a:ext uri="{FF2B5EF4-FFF2-40B4-BE49-F238E27FC236}">
                    <a16:creationId xmlns:a16="http://schemas.microsoft.com/office/drawing/2014/main" id="{97449504-33E6-4CF8-94A1-2104529FF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199"/>
                <a:ext cx="70" cy="37"/>
              </a:xfrm>
              <a:custGeom>
                <a:avLst/>
                <a:gdLst>
                  <a:gd name="T0" fmla="*/ 0 w 28"/>
                  <a:gd name="T1" fmla="*/ 56 h 14"/>
                  <a:gd name="T2" fmla="*/ 145 w 28"/>
                  <a:gd name="T3" fmla="*/ 259 h 14"/>
                  <a:gd name="T4" fmla="*/ 438 w 28"/>
                  <a:gd name="T5" fmla="*/ 21 h 14"/>
                  <a:gd name="T6" fmla="*/ 270 w 2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4">
                    <a:moveTo>
                      <a:pt x="0" y="3"/>
                    </a:moveTo>
                    <a:cubicBezTo>
                      <a:pt x="6" y="3"/>
                      <a:pt x="12" y="8"/>
                      <a:pt x="9" y="14"/>
                    </a:cubicBezTo>
                    <a:cubicBezTo>
                      <a:pt x="14" y="10"/>
                      <a:pt x="24" y="8"/>
                      <a:pt x="28" y="1"/>
                    </a:cubicBezTo>
                    <a:cubicBezTo>
                      <a:pt x="24" y="1"/>
                      <a:pt x="21" y="1"/>
                      <a:pt x="17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5" name="Freeform 530">
                <a:extLst>
                  <a:ext uri="{FF2B5EF4-FFF2-40B4-BE49-F238E27FC236}">
                    <a16:creationId xmlns:a16="http://schemas.microsoft.com/office/drawing/2014/main" id="{B4CCBA3B-AF7F-41B4-9B9C-B2FA82D76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145"/>
                <a:ext cx="62" cy="67"/>
              </a:xfrm>
              <a:custGeom>
                <a:avLst/>
                <a:gdLst>
                  <a:gd name="T0" fmla="*/ 0 w 25"/>
                  <a:gd name="T1" fmla="*/ 308 h 25"/>
                  <a:gd name="T2" fmla="*/ 228 w 25"/>
                  <a:gd name="T3" fmla="*/ 482 h 25"/>
                  <a:gd name="T4" fmla="*/ 320 w 25"/>
                  <a:gd name="T5" fmla="*/ 308 h 25"/>
                  <a:gd name="T6" fmla="*/ 382 w 25"/>
                  <a:gd name="T7" fmla="*/ 172 h 25"/>
                  <a:gd name="T8" fmla="*/ 258 w 25"/>
                  <a:gd name="T9" fmla="*/ 0 h 25"/>
                  <a:gd name="T10" fmla="*/ 12 w 25"/>
                  <a:gd name="T11" fmla="*/ 20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0" y="16"/>
                    </a:moveTo>
                    <a:cubicBezTo>
                      <a:pt x="6" y="7"/>
                      <a:pt x="15" y="17"/>
                      <a:pt x="15" y="25"/>
                    </a:cubicBezTo>
                    <a:cubicBezTo>
                      <a:pt x="16" y="22"/>
                      <a:pt x="19" y="19"/>
                      <a:pt x="21" y="16"/>
                    </a:cubicBezTo>
                    <a:cubicBezTo>
                      <a:pt x="22" y="14"/>
                      <a:pt x="23" y="11"/>
                      <a:pt x="25" y="9"/>
                    </a:cubicBezTo>
                    <a:cubicBezTo>
                      <a:pt x="22" y="6"/>
                      <a:pt x="19" y="3"/>
                      <a:pt x="17" y="0"/>
                    </a:cubicBezTo>
                    <a:cubicBezTo>
                      <a:pt x="13" y="3"/>
                      <a:pt x="5" y="9"/>
                      <a:pt x="1" y="1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6" name="Freeform 531">
                <a:extLst>
                  <a:ext uri="{FF2B5EF4-FFF2-40B4-BE49-F238E27FC236}">
                    <a16:creationId xmlns:a16="http://schemas.microsoft.com/office/drawing/2014/main" id="{C501BCA1-148C-4C63-86A1-8D66BFFCF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932"/>
                <a:ext cx="45" cy="35"/>
              </a:xfrm>
              <a:custGeom>
                <a:avLst/>
                <a:gdLst>
                  <a:gd name="T0" fmla="*/ 250 w 18"/>
                  <a:gd name="T1" fmla="*/ 0 h 13"/>
                  <a:gd name="T2" fmla="*/ 283 w 18"/>
                  <a:gd name="T3" fmla="*/ 197 h 13"/>
                  <a:gd name="T4" fmla="*/ 0 w 18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6" y="0"/>
                    </a:moveTo>
                    <a:cubicBezTo>
                      <a:pt x="14" y="5"/>
                      <a:pt x="16" y="6"/>
                      <a:pt x="18" y="10"/>
                    </a:cubicBezTo>
                    <a:cubicBezTo>
                      <a:pt x="12" y="9"/>
                      <a:pt x="6" y="13"/>
                      <a:pt x="0" y="13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7" name="Freeform 532">
                <a:extLst>
                  <a:ext uri="{FF2B5EF4-FFF2-40B4-BE49-F238E27FC236}">
                    <a16:creationId xmlns:a16="http://schemas.microsoft.com/office/drawing/2014/main" id="{80F63E63-39AB-4978-919C-2FE9EADD7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16"/>
                <a:ext cx="80" cy="64"/>
              </a:xfrm>
              <a:custGeom>
                <a:avLst/>
                <a:gdLst>
                  <a:gd name="T0" fmla="*/ 0 w 32"/>
                  <a:gd name="T1" fmla="*/ 248 h 24"/>
                  <a:gd name="T2" fmla="*/ 208 w 32"/>
                  <a:gd name="T3" fmla="*/ 264 h 24"/>
                  <a:gd name="T4" fmla="*/ 345 w 32"/>
                  <a:gd name="T5" fmla="*/ 93 h 24"/>
                  <a:gd name="T6" fmla="*/ 408 w 32"/>
                  <a:gd name="T7" fmla="*/ 0 h 24"/>
                  <a:gd name="T8" fmla="*/ 500 w 32"/>
                  <a:gd name="T9" fmla="*/ 56 h 24"/>
                  <a:gd name="T10" fmla="*/ 375 w 32"/>
                  <a:gd name="T11" fmla="*/ 307 h 24"/>
                  <a:gd name="T12" fmla="*/ 313 w 32"/>
                  <a:gd name="T13" fmla="*/ 45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4">
                    <a:moveTo>
                      <a:pt x="0" y="13"/>
                    </a:moveTo>
                    <a:cubicBezTo>
                      <a:pt x="4" y="15"/>
                      <a:pt x="10" y="15"/>
                      <a:pt x="13" y="14"/>
                    </a:cubicBezTo>
                    <a:cubicBezTo>
                      <a:pt x="18" y="12"/>
                      <a:pt x="20" y="9"/>
                      <a:pt x="22" y="5"/>
                    </a:cubicBezTo>
                    <a:cubicBezTo>
                      <a:pt x="23" y="3"/>
                      <a:pt x="24" y="1"/>
                      <a:pt x="26" y="0"/>
                    </a:cubicBezTo>
                    <a:cubicBezTo>
                      <a:pt x="27" y="0"/>
                      <a:pt x="31" y="2"/>
                      <a:pt x="32" y="3"/>
                    </a:cubicBezTo>
                    <a:cubicBezTo>
                      <a:pt x="28" y="7"/>
                      <a:pt x="27" y="12"/>
                      <a:pt x="24" y="16"/>
                    </a:cubicBezTo>
                    <a:cubicBezTo>
                      <a:pt x="23" y="18"/>
                      <a:pt x="20" y="23"/>
                      <a:pt x="20" y="24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8" name="Freeform 533">
                <a:extLst>
                  <a:ext uri="{FF2B5EF4-FFF2-40B4-BE49-F238E27FC236}">
                    <a16:creationId xmlns:a16="http://schemas.microsoft.com/office/drawing/2014/main" id="{F952AD48-1E8C-49CE-A008-55AA310BB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828"/>
                <a:ext cx="30" cy="35"/>
              </a:xfrm>
              <a:custGeom>
                <a:avLst/>
                <a:gdLst>
                  <a:gd name="T0" fmla="*/ 0 w 12"/>
                  <a:gd name="T1" fmla="*/ 0 h 13"/>
                  <a:gd name="T2" fmla="*/ 83 w 12"/>
                  <a:gd name="T3" fmla="*/ 253 h 13"/>
                  <a:gd name="T4" fmla="*/ 188 w 12"/>
                  <a:gd name="T5" fmla="*/ 137 h 13"/>
                  <a:gd name="T6" fmla="*/ 158 w 12"/>
                  <a:gd name="T7" fmla="*/ 1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2" y="4"/>
                      <a:pt x="4" y="9"/>
                      <a:pt x="5" y="13"/>
                    </a:cubicBezTo>
                    <a:cubicBezTo>
                      <a:pt x="6" y="10"/>
                      <a:pt x="9" y="8"/>
                      <a:pt x="12" y="7"/>
                    </a:cubicBezTo>
                    <a:cubicBezTo>
                      <a:pt x="11" y="7"/>
                      <a:pt x="10" y="6"/>
                      <a:pt x="10" y="6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9" name="Freeform 534">
                <a:extLst>
                  <a:ext uri="{FF2B5EF4-FFF2-40B4-BE49-F238E27FC236}">
                    <a16:creationId xmlns:a16="http://schemas.microsoft.com/office/drawing/2014/main" id="{7F876970-9B61-43A4-9D14-4C092A92D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793"/>
                <a:ext cx="115" cy="64"/>
              </a:xfrm>
              <a:custGeom>
                <a:avLst/>
                <a:gdLst>
                  <a:gd name="T0" fmla="*/ 0 w 46"/>
                  <a:gd name="T1" fmla="*/ 56 h 24"/>
                  <a:gd name="T2" fmla="*/ 208 w 46"/>
                  <a:gd name="T3" fmla="*/ 115 h 24"/>
                  <a:gd name="T4" fmla="*/ 283 w 46"/>
                  <a:gd name="T5" fmla="*/ 0 h 24"/>
                  <a:gd name="T6" fmla="*/ 720 w 46"/>
                  <a:gd name="T7" fmla="*/ 456 h 24"/>
                  <a:gd name="T8" fmla="*/ 238 w 46"/>
                  <a:gd name="T9" fmla="*/ 30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4">
                    <a:moveTo>
                      <a:pt x="0" y="3"/>
                    </a:moveTo>
                    <a:cubicBezTo>
                      <a:pt x="3" y="5"/>
                      <a:pt x="9" y="7"/>
                      <a:pt x="13" y="6"/>
                    </a:cubicBezTo>
                    <a:cubicBezTo>
                      <a:pt x="17" y="6"/>
                      <a:pt x="18" y="3"/>
                      <a:pt x="18" y="0"/>
                    </a:cubicBezTo>
                    <a:cubicBezTo>
                      <a:pt x="28" y="6"/>
                      <a:pt x="39" y="15"/>
                      <a:pt x="46" y="24"/>
                    </a:cubicBezTo>
                    <a:cubicBezTo>
                      <a:pt x="39" y="18"/>
                      <a:pt x="22" y="17"/>
                      <a:pt x="15" y="16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0" name="Freeform 535">
                <a:extLst>
                  <a:ext uri="{FF2B5EF4-FFF2-40B4-BE49-F238E27FC236}">
                    <a16:creationId xmlns:a16="http://schemas.microsoft.com/office/drawing/2014/main" id="{5C0FA98E-7EC2-4AE9-B1EC-1CF8BBF7B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932"/>
                <a:ext cx="75" cy="75"/>
              </a:xfrm>
              <a:custGeom>
                <a:avLst/>
                <a:gdLst>
                  <a:gd name="T0" fmla="*/ 470 w 30"/>
                  <a:gd name="T1" fmla="*/ 252 h 28"/>
                  <a:gd name="T2" fmla="*/ 300 w 30"/>
                  <a:gd name="T3" fmla="*/ 538 h 28"/>
                  <a:gd name="T4" fmla="*/ 145 w 30"/>
                  <a:gd name="T5" fmla="*/ 230 h 28"/>
                  <a:gd name="T6" fmla="*/ 63 w 30"/>
                  <a:gd name="T7" fmla="*/ 56 h 28"/>
                  <a:gd name="T8" fmla="*/ 0 w 30"/>
                  <a:gd name="T9" fmla="*/ 0 h 28"/>
                  <a:gd name="T10" fmla="*/ 238 w 30"/>
                  <a:gd name="T11" fmla="*/ 35 h 28"/>
                  <a:gd name="T12" fmla="*/ 375 w 30"/>
                  <a:gd name="T13" fmla="*/ 19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30" y="13"/>
                    </a:moveTo>
                    <a:cubicBezTo>
                      <a:pt x="19" y="5"/>
                      <a:pt x="20" y="22"/>
                      <a:pt x="19" y="28"/>
                    </a:cubicBezTo>
                    <a:cubicBezTo>
                      <a:pt x="15" y="23"/>
                      <a:pt x="12" y="18"/>
                      <a:pt x="9" y="12"/>
                    </a:cubicBezTo>
                    <a:cubicBezTo>
                      <a:pt x="7" y="9"/>
                      <a:pt x="6" y="5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5" y="0"/>
                      <a:pt x="10" y="0"/>
                      <a:pt x="15" y="2"/>
                    </a:cubicBezTo>
                    <a:cubicBezTo>
                      <a:pt x="19" y="4"/>
                      <a:pt x="20" y="7"/>
                      <a:pt x="24" y="1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1" name="Freeform 536">
                <a:extLst>
                  <a:ext uri="{FF2B5EF4-FFF2-40B4-BE49-F238E27FC236}">
                    <a16:creationId xmlns:a16="http://schemas.microsoft.com/office/drawing/2014/main" id="{7A721D74-057B-4F92-BD42-77C71C651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140"/>
                <a:ext cx="30" cy="93"/>
              </a:xfrm>
              <a:custGeom>
                <a:avLst/>
                <a:gdLst>
                  <a:gd name="T0" fmla="*/ 20 w 12"/>
                  <a:gd name="T1" fmla="*/ 56 h 35"/>
                  <a:gd name="T2" fmla="*/ 33 w 12"/>
                  <a:gd name="T3" fmla="*/ 260 h 35"/>
                  <a:gd name="T4" fmla="*/ 63 w 12"/>
                  <a:gd name="T5" fmla="*/ 430 h 35"/>
                  <a:gd name="T6" fmla="*/ 113 w 12"/>
                  <a:gd name="T7" fmla="*/ 656 h 35"/>
                  <a:gd name="T8" fmla="*/ 188 w 12"/>
                  <a:gd name="T9" fmla="*/ 282 h 35"/>
                  <a:gd name="T10" fmla="*/ 20 w 12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5">
                    <a:moveTo>
                      <a:pt x="1" y="3"/>
                    </a:moveTo>
                    <a:cubicBezTo>
                      <a:pt x="0" y="6"/>
                      <a:pt x="2" y="11"/>
                      <a:pt x="2" y="14"/>
                    </a:cubicBezTo>
                    <a:cubicBezTo>
                      <a:pt x="2" y="17"/>
                      <a:pt x="3" y="20"/>
                      <a:pt x="4" y="23"/>
                    </a:cubicBezTo>
                    <a:cubicBezTo>
                      <a:pt x="5" y="26"/>
                      <a:pt x="5" y="33"/>
                      <a:pt x="7" y="35"/>
                    </a:cubicBezTo>
                    <a:cubicBezTo>
                      <a:pt x="10" y="31"/>
                      <a:pt x="12" y="20"/>
                      <a:pt x="12" y="15"/>
                    </a:cubicBezTo>
                    <a:cubicBezTo>
                      <a:pt x="11" y="10"/>
                      <a:pt x="6" y="1"/>
                      <a:pt x="1" y="0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2" name="Freeform 537">
                <a:extLst>
                  <a:ext uri="{FF2B5EF4-FFF2-40B4-BE49-F238E27FC236}">
                    <a16:creationId xmlns:a16="http://schemas.microsoft.com/office/drawing/2014/main" id="{FA91B992-9FB7-4BC9-A619-282F1C05A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401"/>
                <a:ext cx="75" cy="110"/>
              </a:xfrm>
              <a:custGeom>
                <a:avLst/>
                <a:gdLst>
                  <a:gd name="T0" fmla="*/ 0 w 30"/>
                  <a:gd name="T1" fmla="*/ 641 h 41"/>
                  <a:gd name="T2" fmla="*/ 175 w 30"/>
                  <a:gd name="T3" fmla="*/ 483 h 41"/>
                  <a:gd name="T4" fmla="*/ 283 w 30"/>
                  <a:gd name="T5" fmla="*/ 309 h 41"/>
                  <a:gd name="T6" fmla="*/ 470 w 30"/>
                  <a:gd name="T7" fmla="*/ 0 h 41"/>
                  <a:gd name="T8" fmla="*/ 425 w 30"/>
                  <a:gd name="T9" fmla="*/ 330 h 41"/>
                  <a:gd name="T10" fmla="*/ 363 w 30"/>
                  <a:gd name="T11" fmla="*/ 539 h 41"/>
                  <a:gd name="T12" fmla="*/ 250 w 30"/>
                  <a:gd name="T13" fmla="*/ 791 h 41"/>
                  <a:gd name="T14" fmla="*/ 270 w 30"/>
                  <a:gd name="T15" fmla="*/ 539 h 41"/>
                  <a:gd name="T16" fmla="*/ 145 w 30"/>
                  <a:gd name="T17" fmla="*/ 56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1">
                    <a:moveTo>
                      <a:pt x="0" y="33"/>
                    </a:moveTo>
                    <a:cubicBezTo>
                      <a:pt x="3" y="30"/>
                      <a:pt x="7" y="28"/>
                      <a:pt x="11" y="25"/>
                    </a:cubicBezTo>
                    <a:cubicBezTo>
                      <a:pt x="13" y="22"/>
                      <a:pt x="16" y="19"/>
                      <a:pt x="18" y="16"/>
                    </a:cubicBezTo>
                    <a:cubicBezTo>
                      <a:pt x="22" y="12"/>
                      <a:pt x="29" y="6"/>
                      <a:pt x="30" y="0"/>
                    </a:cubicBezTo>
                    <a:cubicBezTo>
                      <a:pt x="30" y="6"/>
                      <a:pt x="29" y="11"/>
                      <a:pt x="27" y="17"/>
                    </a:cubicBezTo>
                    <a:cubicBezTo>
                      <a:pt x="25" y="21"/>
                      <a:pt x="24" y="25"/>
                      <a:pt x="23" y="28"/>
                    </a:cubicBezTo>
                    <a:cubicBezTo>
                      <a:pt x="21" y="32"/>
                      <a:pt x="18" y="36"/>
                      <a:pt x="16" y="41"/>
                    </a:cubicBezTo>
                    <a:cubicBezTo>
                      <a:pt x="17" y="38"/>
                      <a:pt x="20" y="30"/>
                      <a:pt x="17" y="28"/>
                    </a:cubicBezTo>
                    <a:cubicBezTo>
                      <a:pt x="16" y="27"/>
                      <a:pt x="10" y="29"/>
                      <a:pt x="9" y="29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3" name="Freeform 538">
                <a:extLst>
                  <a:ext uri="{FF2B5EF4-FFF2-40B4-BE49-F238E27FC236}">
                    <a16:creationId xmlns:a16="http://schemas.microsoft.com/office/drawing/2014/main" id="{A7C0B4AC-0BBC-4153-8094-2628D4F8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239"/>
                <a:ext cx="65" cy="18"/>
              </a:xfrm>
              <a:custGeom>
                <a:avLst/>
                <a:gdLst>
                  <a:gd name="T0" fmla="*/ 0 w 26"/>
                  <a:gd name="T1" fmla="*/ 0 h 7"/>
                  <a:gd name="T2" fmla="*/ 20 w 26"/>
                  <a:gd name="T3" fmla="*/ 118 h 7"/>
                  <a:gd name="T4" fmla="*/ 408 w 26"/>
                  <a:gd name="T5" fmla="*/ 33 h 7"/>
                  <a:gd name="T6" fmla="*/ 395 w 26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0" y="0"/>
                    </a:moveTo>
                    <a:cubicBezTo>
                      <a:pt x="2" y="2"/>
                      <a:pt x="2" y="5"/>
                      <a:pt x="1" y="7"/>
                    </a:cubicBezTo>
                    <a:cubicBezTo>
                      <a:pt x="9" y="5"/>
                      <a:pt x="18" y="3"/>
                      <a:pt x="26" y="2"/>
                    </a:cubicBezTo>
                    <a:cubicBezTo>
                      <a:pt x="25" y="2"/>
                      <a:pt x="25" y="2"/>
                      <a:pt x="25" y="2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4" name="Freeform 539">
                <a:extLst>
                  <a:ext uri="{FF2B5EF4-FFF2-40B4-BE49-F238E27FC236}">
                    <a16:creationId xmlns:a16="http://schemas.microsoft.com/office/drawing/2014/main" id="{E5045CD8-9D71-4CF4-82A0-0A31944B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300"/>
                <a:ext cx="98" cy="45"/>
              </a:xfrm>
              <a:custGeom>
                <a:avLst/>
                <a:gdLst>
                  <a:gd name="T0" fmla="*/ 0 w 39"/>
                  <a:gd name="T1" fmla="*/ 56 h 17"/>
                  <a:gd name="T2" fmla="*/ 334 w 39"/>
                  <a:gd name="T3" fmla="*/ 111 h 17"/>
                  <a:gd name="T4" fmla="*/ 410 w 39"/>
                  <a:gd name="T5" fmla="*/ 315 h 17"/>
                  <a:gd name="T6" fmla="*/ 618 w 39"/>
                  <a:gd name="T7" fmla="*/ 259 h 17"/>
                  <a:gd name="T8" fmla="*/ 568 w 39"/>
                  <a:gd name="T9" fmla="*/ 56 h 17"/>
                  <a:gd name="T10" fmla="*/ 304 w 39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7">
                    <a:moveTo>
                      <a:pt x="0" y="3"/>
                    </a:moveTo>
                    <a:cubicBezTo>
                      <a:pt x="6" y="1"/>
                      <a:pt x="16" y="3"/>
                      <a:pt x="21" y="6"/>
                    </a:cubicBezTo>
                    <a:cubicBezTo>
                      <a:pt x="25" y="9"/>
                      <a:pt x="26" y="12"/>
                      <a:pt x="26" y="17"/>
                    </a:cubicBezTo>
                    <a:cubicBezTo>
                      <a:pt x="29" y="17"/>
                      <a:pt x="36" y="16"/>
                      <a:pt x="39" y="14"/>
                    </a:cubicBezTo>
                    <a:cubicBezTo>
                      <a:pt x="38" y="11"/>
                      <a:pt x="38" y="6"/>
                      <a:pt x="36" y="3"/>
                    </a:cubicBezTo>
                    <a:cubicBezTo>
                      <a:pt x="34" y="0"/>
                      <a:pt x="23" y="1"/>
                      <a:pt x="19" y="1"/>
                    </a:cubicBezTo>
                  </a:path>
                </a:pathLst>
              </a:custGeom>
              <a:solidFill>
                <a:srgbClr val="A3B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5" name="Freeform 540">
                <a:extLst>
                  <a:ext uri="{FF2B5EF4-FFF2-40B4-BE49-F238E27FC236}">
                    <a16:creationId xmlns:a16="http://schemas.microsoft.com/office/drawing/2014/main" id="{0180F602-A89E-4018-8806-A0F372BAC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132"/>
                <a:ext cx="897" cy="144"/>
              </a:xfrm>
              <a:custGeom>
                <a:avLst/>
                <a:gdLst>
                  <a:gd name="T0" fmla="*/ 0 w 359"/>
                  <a:gd name="T1" fmla="*/ 136 h 54"/>
                  <a:gd name="T2" fmla="*/ 262 w 359"/>
                  <a:gd name="T3" fmla="*/ 341 h 54"/>
                  <a:gd name="T4" fmla="*/ 1654 w 359"/>
                  <a:gd name="T5" fmla="*/ 605 h 54"/>
                  <a:gd name="T6" fmla="*/ 3353 w 359"/>
                  <a:gd name="T7" fmla="*/ 853 h 54"/>
                  <a:gd name="T8" fmla="*/ 4557 w 359"/>
                  <a:gd name="T9" fmla="*/ 947 h 54"/>
                  <a:gd name="T10" fmla="*/ 5507 w 359"/>
                  <a:gd name="T11" fmla="*/ 931 h 54"/>
                  <a:gd name="T12" fmla="*/ 5599 w 359"/>
                  <a:gd name="T13" fmla="*/ 776 h 54"/>
                  <a:gd name="T14" fmla="*/ 5120 w 359"/>
                  <a:gd name="T15" fmla="*/ 776 h 54"/>
                  <a:gd name="T16" fmla="*/ 3121 w 359"/>
                  <a:gd name="T17" fmla="*/ 397 h 54"/>
                  <a:gd name="T18" fmla="*/ 387 w 359"/>
                  <a:gd name="T19" fmla="*/ 35 h 54"/>
                  <a:gd name="T20" fmla="*/ 75 w 359"/>
                  <a:gd name="T21" fmla="*/ 56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9" h="54">
                    <a:moveTo>
                      <a:pt x="0" y="7"/>
                    </a:moveTo>
                    <a:cubicBezTo>
                      <a:pt x="0" y="7"/>
                      <a:pt x="7" y="15"/>
                      <a:pt x="17" y="18"/>
                    </a:cubicBezTo>
                    <a:cubicBezTo>
                      <a:pt x="50" y="28"/>
                      <a:pt x="74" y="27"/>
                      <a:pt x="106" y="32"/>
                    </a:cubicBezTo>
                    <a:cubicBezTo>
                      <a:pt x="138" y="37"/>
                      <a:pt x="179" y="44"/>
                      <a:pt x="215" y="45"/>
                    </a:cubicBezTo>
                    <a:cubicBezTo>
                      <a:pt x="251" y="46"/>
                      <a:pt x="262" y="47"/>
                      <a:pt x="292" y="50"/>
                    </a:cubicBezTo>
                    <a:cubicBezTo>
                      <a:pt x="322" y="53"/>
                      <a:pt x="348" y="54"/>
                      <a:pt x="353" y="49"/>
                    </a:cubicBezTo>
                    <a:cubicBezTo>
                      <a:pt x="358" y="44"/>
                      <a:pt x="359" y="41"/>
                      <a:pt x="359" y="41"/>
                    </a:cubicBezTo>
                    <a:cubicBezTo>
                      <a:pt x="358" y="44"/>
                      <a:pt x="350" y="50"/>
                      <a:pt x="328" y="41"/>
                    </a:cubicBezTo>
                    <a:cubicBezTo>
                      <a:pt x="306" y="31"/>
                      <a:pt x="246" y="21"/>
                      <a:pt x="200" y="21"/>
                    </a:cubicBezTo>
                    <a:cubicBezTo>
                      <a:pt x="155" y="21"/>
                      <a:pt x="69" y="0"/>
                      <a:pt x="25" y="2"/>
                    </a:cubicBezTo>
                    <a:cubicBezTo>
                      <a:pt x="18" y="2"/>
                      <a:pt x="5" y="3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6" name="Freeform 541">
                <a:extLst>
                  <a:ext uri="{FF2B5EF4-FFF2-40B4-BE49-F238E27FC236}">
                    <a16:creationId xmlns:a16="http://schemas.microsoft.com/office/drawing/2014/main" id="{5786414F-9AD2-4C00-A49C-3FEB04B84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089"/>
                <a:ext cx="293" cy="72"/>
              </a:xfrm>
              <a:custGeom>
                <a:avLst/>
                <a:gdLst>
                  <a:gd name="T0" fmla="*/ 1743 w 117"/>
                  <a:gd name="T1" fmla="*/ 0 h 27"/>
                  <a:gd name="T2" fmla="*/ 1743 w 117"/>
                  <a:gd name="T3" fmla="*/ 35 h 27"/>
                  <a:gd name="T4" fmla="*/ 1538 w 117"/>
                  <a:gd name="T5" fmla="*/ 56 h 27"/>
                  <a:gd name="T6" fmla="*/ 929 w 117"/>
                  <a:gd name="T7" fmla="*/ 136 h 27"/>
                  <a:gd name="T8" fmla="*/ 909 w 117"/>
                  <a:gd name="T9" fmla="*/ 192 h 27"/>
                  <a:gd name="T10" fmla="*/ 301 w 117"/>
                  <a:gd name="T11" fmla="*/ 264 h 27"/>
                  <a:gd name="T12" fmla="*/ 0 w 117"/>
                  <a:gd name="T13" fmla="*/ 419 h 27"/>
                  <a:gd name="T14" fmla="*/ 33 w 117"/>
                  <a:gd name="T15" fmla="*/ 419 h 27"/>
                  <a:gd name="T16" fmla="*/ 488 w 117"/>
                  <a:gd name="T17" fmla="*/ 512 h 27"/>
                  <a:gd name="T18" fmla="*/ 1630 w 117"/>
                  <a:gd name="T19" fmla="*/ 264 h 27"/>
                  <a:gd name="T20" fmla="*/ 1743 w 117"/>
                  <a:gd name="T21" fmla="*/ 0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27">
                    <a:moveTo>
                      <a:pt x="111" y="0"/>
                    </a:moveTo>
                    <a:cubicBezTo>
                      <a:pt x="111" y="2"/>
                      <a:pt x="111" y="2"/>
                      <a:pt x="111" y="2"/>
                    </a:cubicBezTo>
                    <a:cubicBezTo>
                      <a:pt x="110" y="5"/>
                      <a:pt x="111" y="5"/>
                      <a:pt x="98" y="3"/>
                    </a:cubicBezTo>
                    <a:cubicBezTo>
                      <a:pt x="85" y="1"/>
                      <a:pt x="71" y="6"/>
                      <a:pt x="59" y="7"/>
                    </a:cubicBezTo>
                    <a:cubicBezTo>
                      <a:pt x="59" y="8"/>
                      <a:pt x="60" y="10"/>
                      <a:pt x="58" y="10"/>
                    </a:cubicBezTo>
                    <a:cubicBezTo>
                      <a:pt x="50" y="7"/>
                      <a:pt x="29" y="10"/>
                      <a:pt x="19" y="14"/>
                    </a:cubicBezTo>
                    <a:cubicBezTo>
                      <a:pt x="13" y="17"/>
                      <a:pt x="8" y="19"/>
                      <a:pt x="0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7" y="23"/>
                      <a:pt x="19" y="25"/>
                      <a:pt x="31" y="27"/>
                    </a:cubicBezTo>
                    <a:cubicBezTo>
                      <a:pt x="52" y="27"/>
                      <a:pt x="92" y="20"/>
                      <a:pt x="104" y="14"/>
                    </a:cubicBezTo>
                    <a:cubicBezTo>
                      <a:pt x="117" y="9"/>
                      <a:pt x="114" y="5"/>
                      <a:pt x="11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7" name="Freeform 542">
                <a:extLst>
                  <a:ext uri="{FF2B5EF4-FFF2-40B4-BE49-F238E27FC236}">
                    <a16:creationId xmlns:a16="http://schemas.microsoft.com/office/drawing/2014/main" id="{14505EF6-5A16-40F6-8A2C-EFC6CC93B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753"/>
                <a:ext cx="368" cy="638"/>
              </a:xfrm>
              <a:custGeom>
                <a:avLst/>
                <a:gdLst>
                  <a:gd name="T0" fmla="*/ 2213 w 147"/>
                  <a:gd name="T1" fmla="*/ 4469 h 239"/>
                  <a:gd name="T2" fmla="*/ 2276 w 147"/>
                  <a:gd name="T3" fmla="*/ 4183 h 239"/>
                  <a:gd name="T4" fmla="*/ 2025 w 147"/>
                  <a:gd name="T5" fmla="*/ 2493 h 239"/>
                  <a:gd name="T6" fmla="*/ 1522 w 147"/>
                  <a:gd name="T7" fmla="*/ 1412 h 239"/>
                  <a:gd name="T8" fmla="*/ 801 w 147"/>
                  <a:gd name="T9" fmla="*/ 456 h 239"/>
                  <a:gd name="T10" fmla="*/ 345 w 147"/>
                  <a:gd name="T11" fmla="*/ 115 h 239"/>
                  <a:gd name="T12" fmla="*/ 220 w 147"/>
                  <a:gd name="T13" fmla="*/ 56 h 239"/>
                  <a:gd name="T14" fmla="*/ 20 w 147"/>
                  <a:gd name="T15" fmla="*/ 0 h 239"/>
                  <a:gd name="T16" fmla="*/ 20 w 147"/>
                  <a:gd name="T17" fmla="*/ 21 h 239"/>
                  <a:gd name="T18" fmla="*/ 208 w 147"/>
                  <a:gd name="T19" fmla="*/ 115 h 239"/>
                  <a:gd name="T20" fmla="*/ 376 w 147"/>
                  <a:gd name="T21" fmla="*/ 320 h 239"/>
                  <a:gd name="T22" fmla="*/ 801 w 147"/>
                  <a:gd name="T23" fmla="*/ 892 h 239"/>
                  <a:gd name="T24" fmla="*/ 1692 w 147"/>
                  <a:gd name="T25" fmla="*/ 2509 h 239"/>
                  <a:gd name="T26" fmla="*/ 2150 w 147"/>
                  <a:gd name="T27" fmla="*/ 4453 h 239"/>
                  <a:gd name="T28" fmla="*/ 2213 w 147"/>
                  <a:gd name="T29" fmla="*/ 4469 h 2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7" h="239">
                    <a:moveTo>
                      <a:pt x="141" y="235"/>
                    </a:moveTo>
                    <a:cubicBezTo>
                      <a:pt x="142" y="233"/>
                      <a:pt x="144" y="228"/>
                      <a:pt x="145" y="220"/>
                    </a:cubicBezTo>
                    <a:cubicBezTo>
                      <a:pt x="147" y="198"/>
                      <a:pt x="141" y="165"/>
                      <a:pt x="129" y="131"/>
                    </a:cubicBezTo>
                    <a:cubicBezTo>
                      <a:pt x="122" y="112"/>
                      <a:pt x="110" y="92"/>
                      <a:pt x="97" y="74"/>
                    </a:cubicBezTo>
                    <a:cubicBezTo>
                      <a:pt x="79" y="49"/>
                      <a:pt x="61" y="33"/>
                      <a:pt x="51" y="24"/>
                    </a:cubicBezTo>
                    <a:cubicBezTo>
                      <a:pt x="41" y="16"/>
                      <a:pt x="31" y="10"/>
                      <a:pt x="22" y="6"/>
                    </a:cubicBezTo>
                    <a:cubicBezTo>
                      <a:pt x="19" y="5"/>
                      <a:pt x="16" y="4"/>
                      <a:pt x="14" y="3"/>
                    </a:cubicBezTo>
                    <a:cubicBezTo>
                      <a:pt x="9" y="1"/>
                      <a:pt x="4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4" y="3"/>
                      <a:pt x="10" y="5"/>
                      <a:pt x="13" y="6"/>
                    </a:cubicBezTo>
                    <a:cubicBezTo>
                      <a:pt x="19" y="9"/>
                      <a:pt x="18" y="11"/>
                      <a:pt x="24" y="17"/>
                    </a:cubicBezTo>
                    <a:cubicBezTo>
                      <a:pt x="34" y="25"/>
                      <a:pt x="41" y="35"/>
                      <a:pt x="51" y="47"/>
                    </a:cubicBezTo>
                    <a:cubicBezTo>
                      <a:pt x="74" y="73"/>
                      <a:pt x="97" y="106"/>
                      <a:pt x="108" y="132"/>
                    </a:cubicBezTo>
                    <a:cubicBezTo>
                      <a:pt x="129" y="179"/>
                      <a:pt x="141" y="221"/>
                      <a:pt x="137" y="234"/>
                    </a:cubicBezTo>
                    <a:cubicBezTo>
                      <a:pt x="136" y="236"/>
                      <a:pt x="139" y="239"/>
                      <a:pt x="141" y="2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8" name="Freeform 543">
                <a:extLst>
                  <a:ext uri="{FF2B5EF4-FFF2-40B4-BE49-F238E27FC236}">
                    <a16:creationId xmlns:a16="http://schemas.microsoft.com/office/drawing/2014/main" id="{A64610B0-424D-4C95-ADE9-27905EEA1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743"/>
                <a:ext cx="443" cy="312"/>
              </a:xfrm>
              <a:custGeom>
                <a:avLst/>
                <a:gdLst>
                  <a:gd name="T0" fmla="*/ 2225 w 177"/>
                  <a:gd name="T1" fmla="*/ 1251 h 117"/>
                  <a:gd name="T2" fmla="*/ 2130 w 177"/>
                  <a:gd name="T3" fmla="*/ 1216 h 117"/>
                  <a:gd name="T4" fmla="*/ 1159 w 177"/>
                  <a:gd name="T5" fmla="*/ 533 h 117"/>
                  <a:gd name="T6" fmla="*/ 751 w 177"/>
                  <a:gd name="T7" fmla="*/ 307 h 117"/>
                  <a:gd name="T8" fmla="*/ 158 w 177"/>
                  <a:gd name="T9" fmla="*/ 21 h 117"/>
                  <a:gd name="T10" fmla="*/ 33 w 177"/>
                  <a:gd name="T11" fmla="*/ 21 h 117"/>
                  <a:gd name="T12" fmla="*/ 113 w 177"/>
                  <a:gd name="T13" fmla="*/ 115 h 117"/>
                  <a:gd name="T14" fmla="*/ 783 w 177"/>
                  <a:gd name="T15" fmla="*/ 648 h 117"/>
                  <a:gd name="T16" fmla="*/ 1179 w 177"/>
                  <a:gd name="T17" fmla="*/ 875 h 117"/>
                  <a:gd name="T18" fmla="*/ 2243 w 177"/>
                  <a:gd name="T19" fmla="*/ 1629 h 117"/>
                  <a:gd name="T20" fmla="*/ 2756 w 177"/>
                  <a:gd name="T21" fmla="*/ 2219 h 117"/>
                  <a:gd name="T22" fmla="*/ 2776 w 177"/>
                  <a:gd name="T23" fmla="*/ 2197 h 117"/>
                  <a:gd name="T24" fmla="*/ 2225 w 177"/>
                  <a:gd name="T25" fmla="*/ 1251 h 1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7" h="117">
                    <a:moveTo>
                      <a:pt x="142" y="66"/>
                    </a:moveTo>
                    <a:cubicBezTo>
                      <a:pt x="136" y="64"/>
                      <a:pt x="136" y="64"/>
                      <a:pt x="136" y="64"/>
                    </a:cubicBezTo>
                    <a:cubicBezTo>
                      <a:pt x="136" y="64"/>
                      <a:pt x="88" y="34"/>
                      <a:pt x="74" y="28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38" y="9"/>
                      <a:pt x="26" y="2"/>
                      <a:pt x="10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0" y="1"/>
                      <a:pt x="0" y="3"/>
                      <a:pt x="7" y="6"/>
                    </a:cubicBezTo>
                    <a:cubicBezTo>
                      <a:pt x="17" y="13"/>
                      <a:pt x="24" y="23"/>
                      <a:pt x="50" y="34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93" y="55"/>
                      <a:pt x="143" y="86"/>
                      <a:pt x="143" y="86"/>
                    </a:cubicBezTo>
                    <a:cubicBezTo>
                      <a:pt x="156" y="95"/>
                      <a:pt x="175" y="115"/>
                      <a:pt x="176" y="117"/>
                    </a:cubicBezTo>
                    <a:cubicBezTo>
                      <a:pt x="177" y="116"/>
                      <a:pt x="177" y="116"/>
                      <a:pt x="177" y="116"/>
                    </a:cubicBezTo>
                    <a:cubicBezTo>
                      <a:pt x="167" y="100"/>
                      <a:pt x="155" y="83"/>
                      <a:pt x="142" y="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9" name="Freeform 544">
                <a:extLst>
                  <a:ext uri="{FF2B5EF4-FFF2-40B4-BE49-F238E27FC236}">
                    <a16:creationId xmlns:a16="http://schemas.microsoft.com/office/drawing/2014/main" id="{AF8BBFC4-61D5-41FC-AFDA-BF376E22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407"/>
                <a:ext cx="18" cy="21"/>
              </a:xfrm>
              <a:custGeom>
                <a:avLst/>
                <a:gdLst>
                  <a:gd name="T0" fmla="*/ 33 w 7"/>
                  <a:gd name="T1" fmla="*/ 34 h 8"/>
                  <a:gd name="T2" fmla="*/ 100 w 7"/>
                  <a:gd name="T3" fmla="*/ 123 h 8"/>
                  <a:gd name="T4" fmla="*/ 118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2" y="5"/>
                      <a:pt x="0" y="8"/>
                      <a:pt x="6" y="7"/>
                    </a:cubicBezTo>
                    <a:cubicBezTo>
                      <a:pt x="7" y="6"/>
                      <a:pt x="7" y="4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0" name="Freeform 545">
                <a:extLst>
                  <a:ext uri="{FF2B5EF4-FFF2-40B4-BE49-F238E27FC236}">
                    <a16:creationId xmlns:a16="http://schemas.microsoft.com/office/drawing/2014/main" id="{99F113AB-12AD-4425-B5E7-47CC2835A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425"/>
                <a:ext cx="17" cy="56"/>
              </a:xfrm>
              <a:custGeom>
                <a:avLst/>
                <a:gdLst>
                  <a:gd name="T0" fmla="*/ 0 w 7"/>
                  <a:gd name="T1" fmla="*/ 0 h 21"/>
                  <a:gd name="T2" fmla="*/ 10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0" y="7"/>
                      <a:pt x="2" y="16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1" name="Freeform 546">
                <a:extLst>
                  <a:ext uri="{FF2B5EF4-FFF2-40B4-BE49-F238E27FC236}">
                    <a16:creationId xmlns:a16="http://schemas.microsoft.com/office/drawing/2014/main" id="{FA66A98B-5F11-4289-8BBA-0A0DB621C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80"/>
                <a:ext cx="15" cy="13"/>
              </a:xfrm>
              <a:custGeom>
                <a:avLst/>
                <a:gdLst>
                  <a:gd name="T0" fmla="*/ 20 w 6"/>
                  <a:gd name="T1" fmla="*/ 0 h 5"/>
                  <a:gd name="T2" fmla="*/ 20 w 6"/>
                  <a:gd name="T3" fmla="*/ 55 h 5"/>
                  <a:gd name="T4" fmla="*/ 63 w 6"/>
                  <a:gd name="T5" fmla="*/ 68 h 5"/>
                  <a:gd name="T6" fmla="*/ 95 w 6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4"/>
                      <a:pt x="3" y="5"/>
                      <a:pt x="4" y="4"/>
                    </a:cubicBezTo>
                    <a:cubicBezTo>
                      <a:pt x="5" y="3"/>
                      <a:pt x="6" y="1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2" name="Freeform 547">
                <a:extLst>
                  <a:ext uri="{FF2B5EF4-FFF2-40B4-BE49-F238E27FC236}">
                    <a16:creationId xmlns:a16="http://schemas.microsoft.com/office/drawing/2014/main" id="{A368B37C-A9CC-44A1-B846-92162D555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391"/>
                <a:ext cx="35" cy="50"/>
              </a:xfrm>
              <a:custGeom>
                <a:avLst/>
                <a:gdLst>
                  <a:gd name="T0" fmla="*/ 20 w 14"/>
                  <a:gd name="T1" fmla="*/ 347 h 19"/>
                  <a:gd name="T2" fmla="*/ 220 w 1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" y="19"/>
                    </a:moveTo>
                    <a:cubicBezTo>
                      <a:pt x="0" y="14"/>
                      <a:pt x="8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3" name="Freeform 548">
                <a:extLst>
                  <a:ext uri="{FF2B5EF4-FFF2-40B4-BE49-F238E27FC236}">
                    <a16:creationId xmlns:a16="http://schemas.microsoft.com/office/drawing/2014/main" id="{0189D00C-B3E2-4935-8C10-324F2E276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996"/>
                <a:ext cx="135" cy="216"/>
              </a:xfrm>
              <a:custGeom>
                <a:avLst/>
                <a:gdLst>
                  <a:gd name="T0" fmla="*/ 688 w 54"/>
                  <a:gd name="T1" fmla="*/ 1288 h 81"/>
                  <a:gd name="T2" fmla="*/ 0 w 54"/>
                  <a:gd name="T3" fmla="*/ 0 h 81"/>
                  <a:gd name="T4" fmla="*/ 345 w 54"/>
                  <a:gd name="T5" fmla="*/ 760 h 81"/>
                  <a:gd name="T6" fmla="*/ 408 w 54"/>
                  <a:gd name="T7" fmla="*/ 968 h 81"/>
                  <a:gd name="T8" fmla="*/ 625 w 54"/>
                  <a:gd name="T9" fmla="*/ 1309 h 81"/>
                  <a:gd name="T10" fmla="*/ 845 w 54"/>
                  <a:gd name="T11" fmla="*/ 1515 h 81"/>
                  <a:gd name="T12" fmla="*/ 688 w 54"/>
                  <a:gd name="T13" fmla="*/ 1288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1">
                    <a:moveTo>
                      <a:pt x="44" y="68"/>
                    </a:moveTo>
                    <a:cubicBezTo>
                      <a:pt x="42" y="60"/>
                      <a:pt x="27" y="21"/>
                      <a:pt x="0" y="0"/>
                    </a:cubicBezTo>
                    <a:cubicBezTo>
                      <a:pt x="9" y="13"/>
                      <a:pt x="17" y="27"/>
                      <a:pt x="22" y="40"/>
                    </a:cubicBezTo>
                    <a:cubicBezTo>
                      <a:pt x="23" y="44"/>
                      <a:pt x="24" y="48"/>
                      <a:pt x="26" y="51"/>
                    </a:cubicBezTo>
                    <a:cubicBezTo>
                      <a:pt x="30" y="56"/>
                      <a:pt x="38" y="62"/>
                      <a:pt x="40" y="69"/>
                    </a:cubicBezTo>
                    <a:cubicBezTo>
                      <a:pt x="42" y="74"/>
                      <a:pt x="46" y="81"/>
                      <a:pt x="54" y="80"/>
                    </a:cubicBezTo>
                    <a:cubicBezTo>
                      <a:pt x="48" y="78"/>
                      <a:pt x="45" y="76"/>
                      <a:pt x="44" y="6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4" name="Freeform 549">
                <a:extLst>
                  <a:ext uri="{FF2B5EF4-FFF2-40B4-BE49-F238E27FC236}">
                    <a16:creationId xmlns:a16="http://schemas.microsoft.com/office/drawing/2014/main" id="{C17A0447-FA31-4A9F-B432-DD2E45EA2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097"/>
                <a:ext cx="505" cy="83"/>
              </a:xfrm>
              <a:custGeom>
                <a:avLst/>
                <a:gdLst>
                  <a:gd name="T0" fmla="*/ 1208 w 202"/>
                  <a:gd name="T1" fmla="*/ 594 h 31"/>
                  <a:gd name="T2" fmla="*/ 1895 w 202"/>
                  <a:gd name="T3" fmla="*/ 458 h 31"/>
                  <a:gd name="T4" fmla="*/ 2500 w 202"/>
                  <a:gd name="T5" fmla="*/ 209 h 31"/>
                  <a:gd name="T6" fmla="*/ 3113 w 202"/>
                  <a:gd name="T7" fmla="*/ 137 h 31"/>
                  <a:gd name="T8" fmla="*/ 3125 w 202"/>
                  <a:gd name="T9" fmla="*/ 78 h 31"/>
                  <a:gd name="T10" fmla="*/ 2613 w 202"/>
                  <a:gd name="T11" fmla="*/ 94 h 31"/>
                  <a:gd name="T12" fmla="*/ 2113 w 202"/>
                  <a:gd name="T13" fmla="*/ 21 h 31"/>
                  <a:gd name="T14" fmla="*/ 1125 w 202"/>
                  <a:gd name="T15" fmla="*/ 150 h 31"/>
                  <a:gd name="T16" fmla="*/ 0 w 202"/>
                  <a:gd name="T17" fmla="*/ 367 h 31"/>
                  <a:gd name="T18" fmla="*/ 113 w 202"/>
                  <a:gd name="T19" fmla="*/ 388 h 31"/>
                  <a:gd name="T20" fmla="*/ 1208 w 202"/>
                  <a:gd name="T21" fmla="*/ 59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2" h="31">
                    <a:moveTo>
                      <a:pt x="77" y="31"/>
                    </a:moveTo>
                    <a:cubicBezTo>
                      <a:pt x="89" y="29"/>
                      <a:pt x="103" y="28"/>
                      <a:pt x="121" y="24"/>
                    </a:cubicBezTo>
                    <a:cubicBezTo>
                      <a:pt x="142" y="19"/>
                      <a:pt x="150" y="15"/>
                      <a:pt x="160" y="11"/>
                    </a:cubicBezTo>
                    <a:cubicBezTo>
                      <a:pt x="170" y="7"/>
                      <a:pt x="191" y="4"/>
                      <a:pt x="199" y="7"/>
                    </a:cubicBezTo>
                    <a:cubicBezTo>
                      <a:pt x="202" y="7"/>
                      <a:pt x="200" y="4"/>
                      <a:pt x="200" y="4"/>
                    </a:cubicBezTo>
                    <a:cubicBezTo>
                      <a:pt x="186" y="0"/>
                      <a:pt x="181" y="5"/>
                      <a:pt x="167" y="5"/>
                    </a:cubicBezTo>
                    <a:cubicBezTo>
                      <a:pt x="154" y="4"/>
                      <a:pt x="153" y="0"/>
                      <a:pt x="135" y="1"/>
                    </a:cubicBezTo>
                    <a:cubicBezTo>
                      <a:pt x="116" y="2"/>
                      <a:pt x="96" y="5"/>
                      <a:pt x="72" y="8"/>
                    </a:cubicBezTo>
                    <a:cubicBezTo>
                      <a:pt x="48" y="11"/>
                      <a:pt x="17" y="17"/>
                      <a:pt x="0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30" y="24"/>
                      <a:pt x="55" y="28"/>
                      <a:pt x="77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5" name="Freeform 550">
                <a:extLst>
                  <a:ext uri="{FF2B5EF4-FFF2-40B4-BE49-F238E27FC236}">
                    <a16:creationId xmlns:a16="http://schemas.microsoft.com/office/drawing/2014/main" id="{FCCF7410-D73A-4BCF-A193-B7E52719F3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4" y="2095"/>
                <a:ext cx="740" cy="120"/>
              </a:xfrm>
              <a:custGeom>
                <a:avLst/>
                <a:gdLst>
                  <a:gd name="T0" fmla="*/ 970 w 296"/>
                  <a:gd name="T1" fmla="*/ 376 h 45"/>
                  <a:gd name="T2" fmla="*/ 2095 w 296"/>
                  <a:gd name="T3" fmla="*/ 171 h 45"/>
                  <a:gd name="T4" fmla="*/ 2313 w 296"/>
                  <a:gd name="T5" fmla="*/ 136 h 45"/>
                  <a:gd name="T6" fmla="*/ 2300 w 296"/>
                  <a:gd name="T7" fmla="*/ 136 h 45"/>
                  <a:gd name="T8" fmla="*/ 175 w 296"/>
                  <a:gd name="T9" fmla="*/ 149 h 45"/>
                  <a:gd name="T10" fmla="*/ 50 w 296"/>
                  <a:gd name="T11" fmla="*/ 205 h 45"/>
                  <a:gd name="T12" fmla="*/ 175 w 296"/>
                  <a:gd name="T13" fmla="*/ 307 h 45"/>
                  <a:gd name="T14" fmla="*/ 970 w 296"/>
                  <a:gd name="T15" fmla="*/ 376 h 45"/>
                  <a:gd name="T16" fmla="*/ 4625 w 296"/>
                  <a:gd name="T17" fmla="*/ 776 h 45"/>
                  <a:gd name="T18" fmla="*/ 4345 w 296"/>
                  <a:gd name="T19" fmla="*/ 683 h 45"/>
                  <a:gd name="T20" fmla="*/ 3208 w 296"/>
                  <a:gd name="T21" fmla="*/ 376 h 45"/>
                  <a:gd name="T22" fmla="*/ 3175 w 296"/>
                  <a:gd name="T23" fmla="*/ 376 h 45"/>
                  <a:gd name="T24" fmla="*/ 2863 w 296"/>
                  <a:gd name="T25" fmla="*/ 477 h 45"/>
                  <a:gd name="T26" fmla="*/ 2175 w 296"/>
                  <a:gd name="T27" fmla="*/ 605 h 45"/>
                  <a:gd name="T28" fmla="*/ 2845 w 296"/>
                  <a:gd name="T29" fmla="*/ 661 h 45"/>
                  <a:gd name="T30" fmla="*/ 4345 w 296"/>
                  <a:gd name="T31" fmla="*/ 853 h 45"/>
                  <a:gd name="T32" fmla="*/ 4375 w 296"/>
                  <a:gd name="T33" fmla="*/ 853 h 45"/>
                  <a:gd name="T34" fmla="*/ 4625 w 296"/>
                  <a:gd name="T35" fmla="*/ 776 h 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6" h="45">
                    <a:moveTo>
                      <a:pt x="62" y="20"/>
                    </a:moveTo>
                    <a:cubicBezTo>
                      <a:pt x="79" y="18"/>
                      <a:pt x="110" y="12"/>
                      <a:pt x="134" y="9"/>
                    </a:cubicBezTo>
                    <a:cubicBezTo>
                      <a:pt x="139" y="8"/>
                      <a:pt x="144" y="8"/>
                      <a:pt x="148" y="7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7" y="7"/>
                      <a:pt x="34" y="0"/>
                      <a:pt x="11" y="8"/>
                    </a:cubicBezTo>
                    <a:cubicBezTo>
                      <a:pt x="7" y="9"/>
                      <a:pt x="4" y="10"/>
                      <a:pt x="3" y="11"/>
                    </a:cubicBezTo>
                    <a:cubicBezTo>
                      <a:pt x="0" y="12"/>
                      <a:pt x="4" y="16"/>
                      <a:pt x="11" y="16"/>
                    </a:cubicBezTo>
                    <a:cubicBezTo>
                      <a:pt x="27" y="16"/>
                      <a:pt x="62" y="20"/>
                      <a:pt x="62" y="20"/>
                    </a:cubicBezTo>
                    <a:close/>
                    <a:moveTo>
                      <a:pt x="296" y="41"/>
                    </a:moveTo>
                    <a:cubicBezTo>
                      <a:pt x="286" y="43"/>
                      <a:pt x="285" y="39"/>
                      <a:pt x="278" y="36"/>
                    </a:cubicBezTo>
                    <a:cubicBezTo>
                      <a:pt x="266" y="30"/>
                      <a:pt x="217" y="22"/>
                      <a:pt x="205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198" y="22"/>
                      <a:pt x="191" y="23"/>
                      <a:pt x="183" y="25"/>
                    </a:cubicBezTo>
                    <a:cubicBezTo>
                      <a:pt x="165" y="29"/>
                      <a:pt x="151" y="30"/>
                      <a:pt x="139" y="32"/>
                    </a:cubicBezTo>
                    <a:cubicBezTo>
                      <a:pt x="155" y="34"/>
                      <a:pt x="170" y="35"/>
                      <a:pt x="182" y="35"/>
                    </a:cubicBezTo>
                    <a:cubicBezTo>
                      <a:pt x="213" y="35"/>
                      <a:pt x="250" y="40"/>
                      <a:pt x="278" y="45"/>
                    </a:cubicBezTo>
                    <a:cubicBezTo>
                      <a:pt x="280" y="45"/>
                      <a:pt x="280" y="45"/>
                      <a:pt x="280" y="45"/>
                    </a:cubicBezTo>
                    <a:cubicBezTo>
                      <a:pt x="280" y="45"/>
                      <a:pt x="296" y="43"/>
                      <a:pt x="296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6" name="Freeform 551">
                <a:extLst>
                  <a:ext uri="{FF2B5EF4-FFF2-40B4-BE49-F238E27FC236}">
                    <a16:creationId xmlns:a16="http://schemas.microsoft.com/office/drawing/2014/main" id="{AB550779-EECD-441B-9081-035E31CD4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015"/>
                <a:ext cx="537" cy="98"/>
              </a:xfrm>
              <a:custGeom>
                <a:avLst/>
                <a:gdLst>
                  <a:gd name="T0" fmla="*/ 3337 w 215"/>
                  <a:gd name="T1" fmla="*/ 111 h 37"/>
                  <a:gd name="T2" fmla="*/ 3182 w 215"/>
                  <a:gd name="T3" fmla="*/ 204 h 37"/>
                  <a:gd name="T4" fmla="*/ 0 w 215"/>
                  <a:gd name="T5" fmla="*/ 630 h 37"/>
                  <a:gd name="T6" fmla="*/ 0 w 215"/>
                  <a:gd name="T7" fmla="*/ 652 h 37"/>
                  <a:gd name="T8" fmla="*/ 729 w 215"/>
                  <a:gd name="T9" fmla="*/ 689 h 37"/>
                  <a:gd name="T10" fmla="*/ 749 w 215"/>
                  <a:gd name="T11" fmla="*/ 689 h 37"/>
                  <a:gd name="T12" fmla="*/ 729 w 215"/>
                  <a:gd name="T13" fmla="*/ 689 h 37"/>
                  <a:gd name="T14" fmla="*/ 1509 w 215"/>
                  <a:gd name="T15" fmla="*/ 596 h 37"/>
                  <a:gd name="T16" fmla="*/ 1683 w 215"/>
                  <a:gd name="T17" fmla="*/ 596 h 37"/>
                  <a:gd name="T18" fmla="*/ 1746 w 215"/>
                  <a:gd name="T19" fmla="*/ 596 h 37"/>
                  <a:gd name="T20" fmla="*/ 3037 w 215"/>
                  <a:gd name="T21" fmla="*/ 429 h 37"/>
                  <a:gd name="T22" fmla="*/ 3274 w 215"/>
                  <a:gd name="T23" fmla="*/ 260 h 37"/>
                  <a:gd name="T24" fmla="*/ 3337 w 215"/>
                  <a:gd name="T25" fmla="*/ 111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5" h="37">
                    <a:moveTo>
                      <a:pt x="214" y="6"/>
                    </a:moveTo>
                    <a:cubicBezTo>
                      <a:pt x="211" y="9"/>
                      <a:pt x="209" y="11"/>
                      <a:pt x="204" y="11"/>
                    </a:cubicBezTo>
                    <a:cubicBezTo>
                      <a:pt x="158" y="0"/>
                      <a:pt x="21" y="23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6" y="35"/>
                      <a:pt x="47" y="37"/>
                      <a:pt x="47" y="37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7" y="37"/>
                    </a:cubicBezTo>
                    <a:cubicBezTo>
                      <a:pt x="66" y="35"/>
                      <a:pt x="82" y="33"/>
                      <a:pt x="97" y="32"/>
                    </a:cubicBezTo>
                    <a:cubicBezTo>
                      <a:pt x="102" y="32"/>
                      <a:pt x="105" y="32"/>
                      <a:pt x="108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32" y="29"/>
                      <a:pt x="183" y="28"/>
                      <a:pt x="195" y="23"/>
                    </a:cubicBezTo>
                    <a:cubicBezTo>
                      <a:pt x="206" y="19"/>
                      <a:pt x="210" y="14"/>
                      <a:pt x="210" y="14"/>
                    </a:cubicBezTo>
                    <a:cubicBezTo>
                      <a:pt x="215" y="9"/>
                      <a:pt x="213" y="8"/>
                      <a:pt x="214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7" name="Freeform 552">
                <a:extLst>
                  <a:ext uri="{FF2B5EF4-FFF2-40B4-BE49-F238E27FC236}">
                    <a16:creationId xmlns:a16="http://schemas.microsoft.com/office/drawing/2014/main" id="{A70F3BAD-A743-4D77-87F9-D9F8EF990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708"/>
                <a:ext cx="500" cy="368"/>
              </a:xfrm>
              <a:custGeom>
                <a:avLst/>
                <a:gdLst>
                  <a:gd name="T0" fmla="*/ 458 w 200"/>
                  <a:gd name="T1" fmla="*/ 2296 h 138"/>
                  <a:gd name="T2" fmla="*/ 1395 w 200"/>
                  <a:gd name="T3" fmla="*/ 931 h 138"/>
                  <a:gd name="T4" fmla="*/ 2458 w 200"/>
                  <a:gd name="T5" fmla="*/ 248 h 138"/>
                  <a:gd name="T6" fmla="*/ 3063 w 200"/>
                  <a:gd name="T7" fmla="*/ 115 h 138"/>
                  <a:gd name="T8" fmla="*/ 3083 w 200"/>
                  <a:gd name="T9" fmla="*/ 21 h 138"/>
                  <a:gd name="T10" fmla="*/ 2470 w 200"/>
                  <a:gd name="T11" fmla="*/ 56 h 138"/>
                  <a:gd name="T12" fmla="*/ 0 w 200"/>
                  <a:gd name="T13" fmla="*/ 2595 h 138"/>
                  <a:gd name="T14" fmla="*/ 20 w 200"/>
                  <a:gd name="T15" fmla="*/ 2616 h 138"/>
                  <a:gd name="T16" fmla="*/ 458 w 200"/>
                  <a:gd name="T17" fmla="*/ 2296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138">
                    <a:moveTo>
                      <a:pt x="29" y="121"/>
                    </a:moveTo>
                    <a:cubicBezTo>
                      <a:pt x="34" y="103"/>
                      <a:pt x="63" y="68"/>
                      <a:pt x="89" y="49"/>
                    </a:cubicBezTo>
                    <a:cubicBezTo>
                      <a:pt x="120" y="26"/>
                      <a:pt x="149" y="18"/>
                      <a:pt x="157" y="13"/>
                    </a:cubicBezTo>
                    <a:cubicBezTo>
                      <a:pt x="172" y="6"/>
                      <a:pt x="195" y="7"/>
                      <a:pt x="196" y="6"/>
                    </a:cubicBezTo>
                    <a:cubicBezTo>
                      <a:pt x="198" y="4"/>
                      <a:pt x="200" y="1"/>
                      <a:pt x="197" y="1"/>
                    </a:cubicBezTo>
                    <a:cubicBezTo>
                      <a:pt x="194" y="0"/>
                      <a:pt x="168" y="2"/>
                      <a:pt x="158" y="3"/>
                    </a:cubicBezTo>
                    <a:cubicBezTo>
                      <a:pt x="128" y="9"/>
                      <a:pt x="33" y="39"/>
                      <a:pt x="0" y="137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10" y="132"/>
                      <a:pt x="19" y="126"/>
                      <a:pt x="29" y="1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8" name="Freeform 553">
                <a:extLst>
                  <a:ext uri="{FF2B5EF4-FFF2-40B4-BE49-F238E27FC236}">
                    <a16:creationId xmlns:a16="http://schemas.microsoft.com/office/drawing/2014/main" id="{CC2A06FB-3B1A-4FA6-8170-19BD0CF73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175"/>
                <a:ext cx="42" cy="266"/>
              </a:xfrm>
              <a:custGeom>
                <a:avLst/>
                <a:gdLst>
                  <a:gd name="T0" fmla="*/ 257 w 17"/>
                  <a:gd name="T1" fmla="*/ 0 h 100"/>
                  <a:gd name="T2" fmla="*/ 245 w 17"/>
                  <a:gd name="T3" fmla="*/ 1883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00">
                    <a:moveTo>
                      <a:pt x="17" y="0"/>
                    </a:moveTo>
                    <a:cubicBezTo>
                      <a:pt x="7" y="24"/>
                      <a:pt x="0" y="69"/>
                      <a:pt x="16" y="10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9" name="Freeform 554">
                <a:extLst>
                  <a:ext uri="{FF2B5EF4-FFF2-40B4-BE49-F238E27FC236}">
                    <a16:creationId xmlns:a16="http://schemas.microsoft.com/office/drawing/2014/main" id="{440970D0-D46E-4FF3-B671-273514372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12"/>
                <a:ext cx="643" cy="115"/>
              </a:xfrm>
              <a:custGeom>
                <a:avLst/>
                <a:gdLst>
                  <a:gd name="T0" fmla="*/ 95 w 257"/>
                  <a:gd name="T1" fmla="*/ 743 h 43"/>
                  <a:gd name="T2" fmla="*/ 1221 w 257"/>
                  <a:gd name="T3" fmla="*/ 516 h 43"/>
                  <a:gd name="T4" fmla="*/ 3901 w 257"/>
                  <a:gd name="T5" fmla="*/ 671 h 43"/>
                  <a:gd name="T6" fmla="*/ 3943 w 257"/>
                  <a:gd name="T7" fmla="*/ 559 h 43"/>
                  <a:gd name="T8" fmla="*/ 2897 w 257"/>
                  <a:gd name="T9" fmla="*/ 171 h 43"/>
                  <a:gd name="T10" fmla="*/ 988 w 257"/>
                  <a:gd name="T11" fmla="*/ 171 h 43"/>
                  <a:gd name="T12" fmla="*/ 0 w 257"/>
                  <a:gd name="T13" fmla="*/ 67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7" h="43">
                    <a:moveTo>
                      <a:pt x="6" y="39"/>
                    </a:moveTo>
                    <a:cubicBezTo>
                      <a:pt x="14" y="43"/>
                      <a:pt x="51" y="33"/>
                      <a:pt x="78" y="27"/>
                    </a:cubicBezTo>
                    <a:cubicBezTo>
                      <a:pt x="105" y="21"/>
                      <a:pt x="185" y="14"/>
                      <a:pt x="249" y="35"/>
                    </a:cubicBezTo>
                    <a:cubicBezTo>
                      <a:pt x="257" y="37"/>
                      <a:pt x="255" y="30"/>
                      <a:pt x="252" y="29"/>
                    </a:cubicBezTo>
                    <a:cubicBezTo>
                      <a:pt x="249" y="29"/>
                      <a:pt x="216" y="15"/>
                      <a:pt x="185" y="9"/>
                    </a:cubicBezTo>
                    <a:cubicBezTo>
                      <a:pt x="157" y="5"/>
                      <a:pt x="98" y="0"/>
                      <a:pt x="63" y="9"/>
                    </a:cubicBezTo>
                    <a:cubicBezTo>
                      <a:pt x="35" y="16"/>
                      <a:pt x="12" y="31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0" name="Freeform 555">
                <a:extLst>
                  <a:ext uri="{FF2B5EF4-FFF2-40B4-BE49-F238E27FC236}">
                    <a16:creationId xmlns:a16="http://schemas.microsoft.com/office/drawing/2014/main" id="{FF42034D-9F56-4B83-84CD-494643F36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495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20 w 1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4" y="9"/>
                      <a:pt x="1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1" name="Freeform 556">
                <a:extLst>
                  <a:ext uri="{FF2B5EF4-FFF2-40B4-BE49-F238E27FC236}">
                    <a16:creationId xmlns:a16="http://schemas.microsoft.com/office/drawing/2014/main" id="{5F871763-AA71-4C2B-B42A-54BD0C1F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495"/>
                <a:ext cx="45" cy="16"/>
              </a:xfrm>
              <a:custGeom>
                <a:avLst/>
                <a:gdLst>
                  <a:gd name="T0" fmla="*/ 0 w 18"/>
                  <a:gd name="T1" fmla="*/ 77 h 6"/>
                  <a:gd name="T2" fmla="*/ 283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4"/>
                    </a:moveTo>
                    <a:cubicBezTo>
                      <a:pt x="6" y="6"/>
                      <a:pt x="13" y="4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2" name="Freeform 557">
                <a:extLst>
                  <a:ext uri="{FF2B5EF4-FFF2-40B4-BE49-F238E27FC236}">
                    <a16:creationId xmlns:a16="http://schemas.microsoft.com/office/drawing/2014/main" id="{73BB6F22-DCEE-46FB-B17F-C74064B4F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836"/>
                <a:ext cx="317" cy="432"/>
              </a:xfrm>
              <a:custGeom>
                <a:avLst/>
                <a:gdLst>
                  <a:gd name="T0" fmla="*/ 1528 w 127"/>
                  <a:gd name="T1" fmla="*/ 1117 h 162"/>
                  <a:gd name="T2" fmla="*/ 0 w 127"/>
                  <a:gd name="T3" fmla="*/ 0 h 162"/>
                  <a:gd name="T4" fmla="*/ 479 w 127"/>
                  <a:gd name="T5" fmla="*/ 648 h 162"/>
                  <a:gd name="T6" fmla="*/ 1495 w 127"/>
                  <a:gd name="T7" fmla="*/ 1459 h 162"/>
                  <a:gd name="T8" fmla="*/ 1745 w 127"/>
                  <a:gd name="T9" fmla="*/ 2957 h 162"/>
                  <a:gd name="T10" fmla="*/ 1820 w 127"/>
                  <a:gd name="T11" fmla="*/ 2995 h 162"/>
                  <a:gd name="T12" fmla="*/ 1528 w 127"/>
                  <a:gd name="T13" fmla="*/ 111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62">
                    <a:moveTo>
                      <a:pt x="98" y="59"/>
                    </a:moveTo>
                    <a:cubicBezTo>
                      <a:pt x="73" y="22"/>
                      <a:pt x="23" y="2"/>
                      <a:pt x="0" y="0"/>
                    </a:cubicBezTo>
                    <a:cubicBezTo>
                      <a:pt x="9" y="8"/>
                      <a:pt x="20" y="19"/>
                      <a:pt x="31" y="34"/>
                    </a:cubicBezTo>
                    <a:cubicBezTo>
                      <a:pt x="47" y="34"/>
                      <a:pt x="78" y="56"/>
                      <a:pt x="96" y="77"/>
                    </a:cubicBezTo>
                    <a:cubicBezTo>
                      <a:pt x="126" y="107"/>
                      <a:pt x="112" y="152"/>
                      <a:pt x="112" y="156"/>
                    </a:cubicBezTo>
                    <a:cubicBezTo>
                      <a:pt x="111" y="161"/>
                      <a:pt x="115" y="162"/>
                      <a:pt x="117" y="158"/>
                    </a:cubicBezTo>
                    <a:cubicBezTo>
                      <a:pt x="127" y="121"/>
                      <a:pt x="125" y="97"/>
                      <a:pt x="98" y="5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3" name="Freeform 558">
                <a:extLst>
                  <a:ext uri="{FF2B5EF4-FFF2-40B4-BE49-F238E27FC236}">
                    <a16:creationId xmlns:a16="http://schemas.microsoft.com/office/drawing/2014/main" id="{68C3AE21-2396-4EF2-878B-2D1977227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255"/>
                <a:ext cx="20" cy="24"/>
              </a:xfrm>
              <a:custGeom>
                <a:avLst/>
                <a:gdLst>
                  <a:gd name="T0" fmla="*/ 33 w 8"/>
                  <a:gd name="T1" fmla="*/ 0 h 9"/>
                  <a:gd name="T2" fmla="*/ 20 w 8"/>
                  <a:gd name="T3" fmla="*/ 136 h 9"/>
                  <a:gd name="T4" fmla="*/ 95 w 8"/>
                  <a:gd name="T5" fmla="*/ 171 h 9"/>
                  <a:gd name="T6" fmla="*/ 125 w 8"/>
                  <a:gd name="T7" fmla="*/ 115 h 9"/>
                  <a:gd name="T8" fmla="*/ 125 w 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2" y="0"/>
                    </a:moveTo>
                    <a:cubicBezTo>
                      <a:pt x="2" y="2"/>
                      <a:pt x="0" y="4"/>
                      <a:pt x="1" y="7"/>
                    </a:cubicBez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7" y="7"/>
                      <a:pt x="8" y="6"/>
                    </a:cubicBezTo>
                    <a:cubicBezTo>
                      <a:pt x="8" y="4"/>
                      <a:pt x="8" y="3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4" name="Freeform 559">
                <a:extLst>
                  <a:ext uri="{FF2B5EF4-FFF2-40B4-BE49-F238E27FC236}">
                    <a16:creationId xmlns:a16="http://schemas.microsoft.com/office/drawing/2014/main" id="{AEB8935E-F5C6-44E1-8593-458E013A3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79"/>
                <a:ext cx="37" cy="34"/>
              </a:xfrm>
              <a:custGeom>
                <a:avLst/>
                <a:gdLst>
                  <a:gd name="T0" fmla="*/ 0 w 15"/>
                  <a:gd name="T1" fmla="*/ 212 h 13"/>
                  <a:gd name="T2" fmla="*/ 183 w 15"/>
                  <a:gd name="T3" fmla="*/ 110 h 13"/>
                  <a:gd name="T4" fmla="*/ 224 w 1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12"/>
                    </a:moveTo>
                    <a:cubicBezTo>
                      <a:pt x="5" y="13"/>
                      <a:pt x="9" y="10"/>
                      <a:pt x="12" y="6"/>
                    </a:cubicBezTo>
                    <a:cubicBezTo>
                      <a:pt x="13" y="5"/>
                      <a:pt x="15" y="2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5" name="Freeform 560">
                <a:extLst>
                  <a:ext uri="{FF2B5EF4-FFF2-40B4-BE49-F238E27FC236}">
                    <a16:creationId xmlns:a16="http://schemas.microsoft.com/office/drawing/2014/main" id="{8ABCC5A0-CAE9-4F97-8A5F-34326B78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953"/>
                <a:ext cx="55" cy="142"/>
              </a:xfrm>
              <a:custGeom>
                <a:avLst/>
                <a:gdLst>
                  <a:gd name="T0" fmla="*/ 0 w 22"/>
                  <a:gd name="T1" fmla="*/ 0 h 53"/>
                  <a:gd name="T2" fmla="*/ 345 w 22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3">
                    <a:moveTo>
                      <a:pt x="0" y="0"/>
                    </a:moveTo>
                    <a:cubicBezTo>
                      <a:pt x="16" y="11"/>
                      <a:pt x="21" y="40"/>
                      <a:pt x="22" y="5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6" name="Freeform 561">
                <a:extLst>
                  <a:ext uri="{FF2B5EF4-FFF2-40B4-BE49-F238E27FC236}">
                    <a16:creationId xmlns:a16="http://schemas.microsoft.com/office/drawing/2014/main" id="{D85530EB-DD1C-4779-B79E-3379AD05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68"/>
                <a:ext cx="385" cy="189"/>
              </a:xfrm>
              <a:custGeom>
                <a:avLst/>
                <a:gdLst>
                  <a:gd name="T0" fmla="*/ 1188 w 154"/>
                  <a:gd name="T1" fmla="*/ 660 h 71"/>
                  <a:gd name="T2" fmla="*/ 1313 w 154"/>
                  <a:gd name="T3" fmla="*/ 716 h 71"/>
                  <a:gd name="T4" fmla="*/ 1770 w 154"/>
                  <a:gd name="T5" fmla="*/ 1057 h 71"/>
                  <a:gd name="T6" fmla="*/ 1895 w 154"/>
                  <a:gd name="T7" fmla="*/ 1190 h 71"/>
                  <a:gd name="T8" fmla="*/ 2375 w 154"/>
                  <a:gd name="T9" fmla="*/ 1339 h 71"/>
                  <a:gd name="T10" fmla="*/ 2408 w 154"/>
                  <a:gd name="T11" fmla="*/ 1339 h 71"/>
                  <a:gd name="T12" fmla="*/ 175 w 154"/>
                  <a:gd name="T13" fmla="*/ 21 h 71"/>
                  <a:gd name="T14" fmla="*/ 20 w 154"/>
                  <a:gd name="T15" fmla="*/ 56 h 71"/>
                  <a:gd name="T16" fmla="*/ 158 w 154"/>
                  <a:gd name="T17" fmla="*/ 77 h 71"/>
                  <a:gd name="T18" fmla="*/ 658 w 154"/>
                  <a:gd name="T19" fmla="*/ 397 h 71"/>
                  <a:gd name="T20" fmla="*/ 1000 w 154"/>
                  <a:gd name="T21" fmla="*/ 623 h 71"/>
                  <a:gd name="T22" fmla="*/ 1188 w 154"/>
                  <a:gd name="T23" fmla="*/ 66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4" h="71">
                    <a:moveTo>
                      <a:pt x="76" y="35"/>
                    </a:moveTo>
                    <a:cubicBezTo>
                      <a:pt x="78" y="36"/>
                      <a:pt x="81" y="37"/>
                      <a:pt x="84" y="38"/>
                    </a:cubicBezTo>
                    <a:cubicBezTo>
                      <a:pt x="93" y="42"/>
                      <a:pt x="103" y="48"/>
                      <a:pt x="113" y="56"/>
                    </a:cubicBezTo>
                    <a:cubicBezTo>
                      <a:pt x="115" y="58"/>
                      <a:pt x="118" y="60"/>
                      <a:pt x="121" y="63"/>
                    </a:cubicBezTo>
                    <a:cubicBezTo>
                      <a:pt x="129" y="64"/>
                      <a:pt x="140" y="67"/>
                      <a:pt x="152" y="71"/>
                    </a:cubicBezTo>
                    <a:cubicBezTo>
                      <a:pt x="154" y="71"/>
                      <a:pt x="154" y="71"/>
                      <a:pt x="154" y="71"/>
                    </a:cubicBezTo>
                    <a:cubicBezTo>
                      <a:pt x="145" y="59"/>
                      <a:pt x="80" y="0"/>
                      <a:pt x="11" y="1"/>
                    </a:cubicBezTo>
                    <a:cubicBezTo>
                      <a:pt x="0" y="1"/>
                      <a:pt x="1" y="1"/>
                      <a:pt x="1" y="3"/>
                    </a:cubicBezTo>
                    <a:cubicBezTo>
                      <a:pt x="1" y="5"/>
                      <a:pt x="3" y="4"/>
                      <a:pt x="10" y="4"/>
                    </a:cubicBezTo>
                    <a:cubicBezTo>
                      <a:pt x="18" y="4"/>
                      <a:pt x="23" y="11"/>
                      <a:pt x="42" y="21"/>
                    </a:cubicBezTo>
                    <a:cubicBezTo>
                      <a:pt x="49" y="25"/>
                      <a:pt x="57" y="29"/>
                      <a:pt x="64" y="33"/>
                    </a:cubicBezTo>
                    <a:cubicBezTo>
                      <a:pt x="68" y="33"/>
                      <a:pt x="72" y="33"/>
                      <a:pt x="76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7" name="Freeform 562">
                <a:extLst>
                  <a:ext uri="{FF2B5EF4-FFF2-40B4-BE49-F238E27FC236}">
                    <a16:creationId xmlns:a16="http://schemas.microsoft.com/office/drawing/2014/main" id="{5CEF80A0-C42F-4909-914C-52E6CBE35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708"/>
                <a:ext cx="20" cy="24"/>
              </a:xfrm>
              <a:custGeom>
                <a:avLst/>
                <a:gdLst>
                  <a:gd name="T0" fmla="*/ 0 w 8"/>
                  <a:gd name="T1" fmla="*/ 115 h 9"/>
                  <a:gd name="T2" fmla="*/ 20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7" y="9"/>
                      <a:pt x="8" y="0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8" name="Freeform 563">
                <a:extLst>
                  <a:ext uri="{FF2B5EF4-FFF2-40B4-BE49-F238E27FC236}">
                    <a16:creationId xmlns:a16="http://schemas.microsoft.com/office/drawing/2014/main" id="{EEF53008-662C-45F4-AF02-9BFAC6393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713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3"/>
                      <a:pt x="5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9" name="Freeform 564">
                <a:extLst>
                  <a:ext uri="{FF2B5EF4-FFF2-40B4-BE49-F238E27FC236}">
                    <a16:creationId xmlns:a16="http://schemas.microsoft.com/office/drawing/2014/main" id="{F74195BC-8485-4296-9348-984F129C0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175"/>
                <a:ext cx="55" cy="282"/>
              </a:xfrm>
              <a:custGeom>
                <a:avLst/>
                <a:gdLst>
                  <a:gd name="T0" fmla="*/ 345 w 22"/>
                  <a:gd name="T1" fmla="*/ 0 h 106"/>
                  <a:gd name="T2" fmla="*/ 33 w 22"/>
                  <a:gd name="T3" fmla="*/ 1189 h 106"/>
                  <a:gd name="T4" fmla="*/ 83 w 22"/>
                  <a:gd name="T5" fmla="*/ 199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6">
                    <a:moveTo>
                      <a:pt x="22" y="0"/>
                    </a:moveTo>
                    <a:cubicBezTo>
                      <a:pt x="15" y="10"/>
                      <a:pt x="4" y="35"/>
                      <a:pt x="2" y="63"/>
                    </a:cubicBezTo>
                    <a:cubicBezTo>
                      <a:pt x="0" y="90"/>
                      <a:pt x="5" y="106"/>
                      <a:pt x="5" y="10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0" name="Freeform 565">
                <a:extLst>
                  <a:ext uri="{FF2B5EF4-FFF2-40B4-BE49-F238E27FC236}">
                    <a16:creationId xmlns:a16="http://schemas.microsoft.com/office/drawing/2014/main" id="{BE0F0A73-E0EE-4C22-B2AB-E4DB0A0C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199"/>
                <a:ext cx="122" cy="53"/>
              </a:xfrm>
              <a:custGeom>
                <a:avLst/>
                <a:gdLst>
                  <a:gd name="T0" fmla="*/ 0 w 49"/>
                  <a:gd name="T1" fmla="*/ 371 h 20"/>
                  <a:gd name="T2" fmla="*/ 757 w 4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0">
                    <a:moveTo>
                      <a:pt x="0" y="20"/>
                    </a:moveTo>
                    <a:cubicBezTo>
                      <a:pt x="12" y="9"/>
                      <a:pt x="49" y="0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1" name="Freeform 566">
                <a:extLst>
                  <a:ext uri="{FF2B5EF4-FFF2-40B4-BE49-F238E27FC236}">
                    <a16:creationId xmlns:a16="http://schemas.microsoft.com/office/drawing/2014/main" id="{DF0BB456-7A08-4C67-B537-D1D88EAAD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04"/>
                <a:ext cx="175" cy="112"/>
              </a:xfrm>
              <a:custGeom>
                <a:avLst/>
                <a:gdLst>
                  <a:gd name="T0" fmla="*/ 0 w 70"/>
                  <a:gd name="T1" fmla="*/ 797 h 42"/>
                  <a:gd name="T2" fmla="*/ 1095 w 70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42">
                    <a:moveTo>
                      <a:pt x="0" y="42"/>
                    </a:moveTo>
                    <a:cubicBezTo>
                      <a:pt x="10" y="32"/>
                      <a:pt x="66" y="5"/>
                      <a:pt x="7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2" name="Freeform 567">
                <a:extLst>
                  <a:ext uri="{FF2B5EF4-FFF2-40B4-BE49-F238E27FC236}">
                    <a16:creationId xmlns:a16="http://schemas.microsoft.com/office/drawing/2014/main" id="{10B998C2-9375-4476-A78C-EBCE523CC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68"/>
                <a:ext cx="85" cy="160"/>
              </a:xfrm>
              <a:custGeom>
                <a:avLst/>
                <a:gdLst>
                  <a:gd name="T0" fmla="*/ 520 w 34"/>
                  <a:gd name="T1" fmla="*/ 0 h 60"/>
                  <a:gd name="T2" fmla="*/ 0 w 34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60">
                    <a:moveTo>
                      <a:pt x="33" y="0"/>
                    </a:moveTo>
                    <a:cubicBezTo>
                      <a:pt x="34" y="16"/>
                      <a:pt x="15" y="56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3" name="Freeform 568">
                <a:extLst>
                  <a:ext uri="{FF2B5EF4-FFF2-40B4-BE49-F238E27FC236}">
                    <a16:creationId xmlns:a16="http://schemas.microsoft.com/office/drawing/2014/main" id="{BA2B98B5-302D-4F60-BC92-01790627D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148"/>
                <a:ext cx="80" cy="96"/>
              </a:xfrm>
              <a:custGeom>
                <a:avLst/>
                <a:gdLst>
                  <a:gd name="T0" fmla="*/ 0 w 32"/>
                  <a:gd name="T1" fmla="*/ 683 h 36"/>
                  <a:gd name="T2" fmla="*/ 500 w 32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36">
                    <a:moveTo>
                      <a:pt x="0" y="36"/>
                    </a:moveTo>
                    <a:cubicBezTo>
                      <a:pt x="14" y="30"/>
                      <a:pt x="32" y="12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4" name="Freeform 569">
                <a:extLst>
                  <a:ext uri="{FF2B5EF4-FFF2-40B4-BE49-F238E27FC236}">
                    <a16:creationId xmlns:a16="http://schemas.microsoft.com/office/drawing/2014/main" id="{D3A3B301-5DBD-4139-8A02-CC983DEF2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132"/>
                <a:ext cx="82" cy="5"/>
              </a:xfrm>
              <a:custGeom>
                <a:avLst/>
                <a:gdLst>
                  <a:gd name="T0" fmla="*/ 0 w 33"/>
                  <a:gd name="T1" fmla="*/ 33 h 2"/>
                  <a:gd name="T2" fmla="*/ 507 w 3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2"/>
                    </a:moveTo>
                    <a:cubicBezTo>
                      <a:pt x="12" y="1"/>
                      <a:pt x="26" y="2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5" name="Freeform 570">
                <a:extLst>
                  <a:ext uri="{FF2B5EF4-FFF2-40B4-BE49-F238E27FC236}">
                    <a16:creationId xmlns:a16="http://schemas.microsoft.com/office/drawing/2014/main" id="{98D6BB39-36E8-4774-84AB-2BB5DF783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153"/>
                <a:ext cx="105" cy="38"/>
              </a:xfrm>
              <a:custGeom>
                <a:avLst/>
                <a:gdLst>
                  <a:gd name="T0" fmla="*/ 0 w 42"/>
                  <a:gd name="T1" fmla="*/ 280 h 14"/>
                  <a:gd name="T2" fmla="*/ 658 w 4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0" y="14"/>
                    </a:moveTo>
                    <a:cubicBezTo>
                      <a:pt x="12" y="8"/>
                      <a:pt x="33" y="9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6" name="Freeform 571">
                <a:extLst>
                  <a:ext uri="{FF2B5EF4-FFF2-40B4-BE49-F238E27FC236}">
                    <a16:creationId xmlns:a16="http://schemas.microsoft.com/office/drawing/2014/main" id="{1AD2C900-3AF4-444D-A0CA-7881551A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009"/>
                <a:ext cx="115" cy="96"/>
              </a:xfrm>
              <a:custGeom>
                <a:avLst/>
                <a:gdLst>
                  <a:gd name="T0" fmla="*/ 0 w 46"/>
                  <a:gd name="T1" fmla="*/ 683 h 36"/>
                  <a:gd name="T2" fmla="*/ 720 w 4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6">
                    <a:moveTo>
                      <a:pt x="0" y="36"/>
                    </a:moveTo>
                    <a:cubicBezTo>
                      <a:pt x="12" y="30"/>
                      <a:pt x="42" y="8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7" name="Freeform 572">
                <a:extLst>
                  <a:ext uri="{FF2B5EF4-FFF2-40B4-BE49-F238E27FC236}">
                    <a16:creationId xmlns:a16="http://schemas.microsoft.com/office/drawing/2014/main" id="{25479DF9-813B-4C03-869E-A3DE1ECB9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759"/>
                <a:ext cx="160" cy="208"/>
              </a:xfrm>
              <a:custGeom>
                <a:avLst/>
                <a:gdLst>
                  <a:gd name="T0" fmla="*/ 595 w 64"/>
                  <a:gd name="T1" fmla="*/ 1365 h 78"/>
                  <a:gd name="T2" fmla="*/ 988 w 64"/>
                  <a:gd name="T3" fmla="*/ 341 h 78"/>
                  <a:gd name="T4" fmla="*/ 1000 w 64"/>
                  <a:gd name="T5" fmla="*/ 0 h 78"/>
                  <a:gd name="T6" fmla="*/ 938 w 64"/>
                  <a:gd name="T7" fmla="*/ 248 h 78"/>
                  <a:gd name="T8" fmla="*/ 595 w 64"/>
                  <a:gd name="T9" fmla="*/ 888 h 78"/>
                  <a:gd name="T10" fmla="*/ 0 w 64"/>
                  <a:gd name="T11" fmla="*/ 148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78">
                    <a:moveTo>
                      <a:pt x="38" y="72"/>
                    </a:moveTo>
                    <a:cubicBezTo>
                      <a:pt x="52" y="58"/>
                      <a:pt x="62" y="36"/>
                      <a:pt x="63" y="18"/>
                    </a:cubicBezTo>
                    <a:cubicBezTo>
                      <a:pt x="63" y="10"/>
                      <a:pt x="62" y="5"/>
                      <a:pt x="64" y="0"/>
                    </a:cubicBezTo>
                    <a:cubicBezTo>
                      <a:pt x="61" y="1"/>
                      <a:pt x="61" y="4"/>
                      <a:pt x="60" y="13"/>
                    </a:cubicBezTo>
                    <a:cubicBezTo>
                      <a:pt x="60" y="22"/>
                      <a:pt x="49" y="33"/>
                      <a:pt x="38" y="47"/>
                    </a:cubicBezTo>
                    <a:cubicBezTo>
                      <a:pt x="26" y="63"/>
                      <a:pt x="0" y="78"/>
                      <a:pt x="0" y="7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8" name="Freeform 573">
                <a:extLst>
                  <a:ext uri="{FF2B5EF4-FFF2-40B4-BE49-F238E27FC236}">
                    <a16:creationId xmlns:a16="http://schemas.microsoft.com/office/drawing/2014/main" id="{253769A3-32F9-46D5-97C1-AAB2E0033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36"/>
                <a:ext cx="202" cy="157"/>
              </a:xfrm>
              <a:custGeom>
                <a:avLst/>
                <a:gdLst>
                  <a:gd name="T0" fmla="*/ 1257 w 81"/>
                  <a:gd name="T1" fmla="*/ 0 h 59"/>
                  <a:gd name="T2" fmla="*/ 0 w 81"/>
                  <a:gd name="T3" fmla="*/ 11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59">
                    <a:moveTo>
                      <a:pt x="81" y="0"/>
                    </a:moveTo>
                    <a:cubicBezTo>
                      <a:pt x="61" y="2"/>
                      <a:pt x="18" y="34"/>
                      <a:pt x="0" y="5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9" name="Freeform 574">
                <a:extLst>
                  <a:ext uri="{FF2B5EF4-FFF2-40B4-BE49-F238E27FC236}">
                    <a16:creationId xmlns:a16="http://schemas.microsoft.com/office/drawing/2014/main" id="{1C56897F-6910-4F83-8816-424EC1395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812"/>
                <a:ext cx="223" cy="101"/>
              </a:xfrm>
              <a:custGeom>
                <a:avLst/>
                <a:gdLst>
                  <a:gd name="T0" fmla="*/ 0 w 89"/>
                  <a:gd name="T1" fmla="*/ 712 h 38"/>
                  <a:gd name="T2" fmla="*/ 1401 w 89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38">
                    <a:moveTo>
                      <a:pt x="0" y="38"/>
                    </a:moveTo>
                    <a:cubicBezTo>
                      <a:pt x="12" y="35"/>
                      <a:pt x="82" y="7"/>
                      <a:pt x="8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0" name="Freeform 575">
                <a:extLst>
                  <a:ext uri="{FF2B5EF4-FFF2-40B4-BE49-F238E27FC236}">
                    <a16:creationId xmlns:a16="http://schemas.microsoft.com/office/drawing/2014/main" id="{318D2571-F02E-49F8-83A9-E5078959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780"/>
                <a:ext cx="190" cy="91"/>
              </a:xfrm>
              <a:custGeom>
                <a:avLst/>
                <a:gdLst>
                  <a:gd name="T0" fmla="*/ 0 w 76"/>
                  <a:gd name="T1" fmla="*/ 653 h 34"/>
                  <a:gd name="T2" fmla="*/ 1188 w 76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34">
                    <a:moveTo>
                      <a:pt x="0" y="34"/>
                    </a:moveTo>
                    <a:cubicBezTo>
                      <a:pt x="17" y="22"/>
                      <a:pt x="60" y="3"/>
                      <a:pt x="7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1" name="Freeform 576">
                <a:extLst>
                  <a:ext uri="{FF2B5EF4-FFF2-40B4-BE49-F238E27FC236}">
                    <a16:creationId xmlns:a16="http://schemas.microsoft.com/office/drawing/2014/main" id="{5E8AE970-463D-4F84-96D2-0B4D9E140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775"/>
                <a:ext cx="12" cy="21"/>
              </a:xfrm>
              <a:custGeom>
                <a:avLst/>
                <a:gdLst>
                  <a:gd name="T0" fmla="*/ 0 w 5"/>
                  <a:gd name="T1" fmla="*/ 144 h 8"/>
                  <a:gd name="T2" fmla="*/ 58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5" y="4"/>
                      <a:pt x="4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2" name="Freeform 577">
                <a:extLst>
                  <a:ext uri="{FF2B5EF4-FFF2-40B4-BE49-F238E27FC236}">
                    <a16:creationId xmlns:a16="http://schemas.microsoft.com/office/drawing/2014/main" id="{C45DD380-85CC-49F1-B46C-1750971B6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769"/>
                <a:ext cx="13" cy="11"/>
              </a:xfrm>
              <a:custGeom>
                <a:avLst/>
                <a:gdLst>
                  <a:gd name="T0" fmla="*/ 0 w 5"/>
                  <a:gd name="T1" fmla="*/ 83 h 4"/>
                  <a:gd name="T2" fmla="*/ 8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5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3" name="Freeform 578">
                <a:extLst>
                  <a:ext uri="{FF2B5EF4-FFF2-40B4-BE49-F238E27FC236}">
                    <a16:creationId xmlns:a16="http://schemas.microsoft.com/office/drawing/2014/main" id="{9AFA60A5-E13A-4C5F-A1A9-D35A5536A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308"/>
                <a:ext cx="165" cy="115"/>
              </a:xfrm>
              <a:custGeom>
                <a:avLst/>
                <a:gdLst>
                  <a:gd name="T0" fmla="*/ 0 w 66"/>
                  <a:gd name="T1" fmla="*/ 0 h 43"/>
                  <a:gd name="T2" fmla="*/ 1033 w 66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43">
                    <a:moveTo>
                      <a:pt x="0" y="0"/>
                    </a:moveTo>
                    <a:cubicBezTo>
                      <a:pt x="12" y="13"/>
                      <a:pt x="30" y="41"/>
                      <a:pt x="66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4" name="Freeform 579">
                <a:extLst>
                  <a:ext uri="{FF2B5EF4-FFF2-40B4-BE49-F238E27FC236}">
                    <a16:creationId xmlns:a16="http://schemas.microsoft.com/office/drawing/2014/main" id="{55A7D20E-5E59-42E4-B469-E4189FD96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295"/>
                <a:ext cx="328" cy="146"/>
              </a:xfrm>
              <a:custGeom>
                <a:avLst/>
                <a:gdLst>
                  <a:gd name="T0" fmla="*/ 0 w 131"/>
                  <a:gd name="T1" fmla="*/ 0 h 55"/>
                  <a:gd name="T2" fmla="*/ 1097 w 131"/>
                  <a:gd name="T3" fmla="*/ 656 h 55"/>
                  <a:gd name="T4" fmla="*/ 2056 w 131"/>
                  <a:gd name="T5" fmla="*/ 103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55">
                    <a:moveTo>
                      <a:pt x="0" y="0"/>
                    </a:moveTo>
                    <a:cubicBezTo>
                      <a:pt x="6" y="9"/>
                      <a:pt x="31" y="27"/>
                      <a:pt x="70" y="35"/>
                    </a:cubicBezTo>
                    <a:cubicBezTo>
                      <a:pt x="109" y="44"/>
                      <a:pt x="122" y="51"/>
                      <a:pt x="131" y="5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5" name="Freeform 580">
                <a:extLst>
                  <a:ext uri="{FF2B5EF4-FFF2-40B4-BE49-F238E27FC236}">
                    <a16:creationId xmlns:a16="http://schemas.microsoft.com/office/drawing/2014/main" id="{6D1EA4F3-BDDB-480D-A094-0094F6BA1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228"/>
                <a:ext cx="27" cy="43"/>
              </a:xfrm>
              <a:custGeom>
                <a:avLst/>
                <a:gdLst>
                  <a:gd name="T0" fmla="*/ 61 w 11"/>
                  <a:gd name="T1" fmla="*/ 312 h 16"/>
                  <a:gd name="T2" fmla="*/ 0 w 11"/>
                  <a:gd name="T3" fmla="*/ 59 h 16"/>
                  <a:gd name="T4" fmla="*/ 91 w 11"/>
                  <a:gd name="T5" fmla="*/ 35 h 16"/>
                  <a:gd name="T6" fmla="*/ 162 w 11"/>
                  <a:gd name="T7" fmla="*/ 15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4" y="16"/>
                    </a:moveTo>
                    <a:cubicBezTo>
                      <a:pt x="0" y="10"/>
                      <a:pt x="1" y="6"/>
                      <a:pt x="0" y="3"/>
                    </a:cubicBezTo>
                    <a:cubicBezTo>
                      <a:pt x="0" y="0"/>
                      <a:pt x="5" y="0"/>
                      <a:pt x="6" y="2"/>
                    </a:cubicBezTo>
                    <a:cubicBezTo>
                      <a:pt x="8" y="4"/>
                      <a:pt x="11" y="8"/>
                      <a:pt x="11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6" name="Freeform 581">
                <a:extLst>
                  <a:ext uri="{FF2B5EF4-FFF2-40B4-BE49-F238E27FC236}">
                    <a16:creationId xmlns:a16="http://schemas.microsoft.com/office/drawing/2014/main" id="{1D1AEEBC-0DA5-4144-A897-C7BD0AC4B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217"/>
                <a:ext cx="15" cy="14"/>
              </a:xfrm>
              <a:custGeom>
                <a:avLst/>
                <a:gdLst>
                  <a:gd name="T0" fmla="*/ 20 w 6"/>
                  <a:gd name="T1" fmla="*/ 109 h 5"/>
                  <a:gd name="T2" fmla="*/ 63 w 6"/>
                  <a:gd name="T3" fmla="*/ 0 h 5"/>
                  <a:gd name="T4" fmla="*/ 95 w 6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1" y="3"/>
                      <a:pt x="0" y="0"/>
                      <a:pt x="4" y="0"/>
                    </a:cubicBezTo>
                    <a:cubicBezTo>
                      <a:pt x="6" y="0"/>
                      <a:pt x="6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7" name="Freeform 582">
                <a:extLst>
                  <a:ext uri="{FF2B5EF4-FFF2-40B4-BE49-F238E27FC236}">
                    <a16:creationId xmlns:a16="http://schemas.microsoft.com/office/drawing/2014/main" id="{57BEEDE0-52E9-4A68-A27E-D3D5C22D7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207"/>
                <a:ext cx="12" cy="13"/>
              </a:xfrm>
              <a:custGeom>
                <a:avLst/>
                <a:gdLst>
                  <a:gd name="T0" fmla="*/ 0 w 5"/>
                  <a:gd name="T1" fmla="*/ 88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8" name="Freeform 583">
                <a:extLst>
                  <a:ext uri="{FF2B5EF4-FFF2-40B4-BE49-F238E27FC236}">
                    <a16:creationId xmlns:a16="http://schemas.microsoft.com/office/drawing/2014/main" id="{1B28E9F4-2A12-4519-B84C-35F29046F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340"/>
                <a:ext cx="165" cy="48"/>
              </a:xfrm>
              <a:custGeom>
                <a:avLst/>
                <a:gdLst>
                  <a:gd name="T0" fmla="*/ 0 w 66"/>
                  <a:gd name="T1" fmla="*/ 341 h 18"/>
                  <a:gd name="T2" fmla="*/ 1033 w 6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8">
                    <a:moveTo>
                      <a:pt x="0" y="18"/>
                    </a:moveTo>
                    <a:cubicBezTo>
                      <a:pt x="20" y="10"/>
                      <a:pt x="54" y="1"/>
                      <a:pt x="6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9" name="Freeform 584">
                <a:extLst>
                  <a:ext uri="{FF2B5EF4-FFF2-40B4-BE49-F238E27FC236}">
                    <a16:creationId xmlns:a16="http://schemas.microsoft.com/office/drawing/2014/main" id="{5EB00EBE-F701-4163-962E-122071F75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321"/>
                <a:ext cx="102" cy="16"/>
              </a:xfrm>
              <a:custGeom>
                <a:avLst/>
                <a:gdLst>
                  <a:gd name="T0" fmla="*/ 0 w 41"/>
                  <a:gd name="T1" fmla="*/ 115 h 6"/>
                  <a:gd name="T2" fmla="*/ 632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6"/>
                    </a:moveTo>
                    <a:cubicBezTo>
                      <a:pt x="7" y="3"/>
                      <a:pt x="27" y="0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0" name="Freeform 585">
                <a:extLst>
                  <a:ext uri="{FF2B5EF4-FFF2-40B4-BE49-F238E27FC236}">
                    <a16:creationId xmlns:a16="http://schemas.microsoft.com/office/drawing/2014/main" id="{16313A1B-1EAF-4127-9EF4-A0299B17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305"/>
                <a:ext cx="110" cy="72"/>
              </a:xfrm>
              <a:custGeom>
                <a:avLst/>
                <a:gdLst>
                  <a:gd name="T0" fmla="*/ 0 w 44"/>
                  <a:gd name="T1" fmla="*/ 512 h 27"/>
                  <a:gd name="T2" fmla="*/ 688 w 44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7">
                    <a:moveTo>
                      <a:pt x="0" y="27"/>
                    </a:moveTo>
                    <a:cubicBezTo>
                      <a:pt x="8" y="13"/>
                      <a:pt x="39" y="1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1" name="Freeform 586">
                <a:extLst>
                  <a:ext uri="{FF2B5EF4-FFF2-40B4-BE49-F238E27FC236}">
                    <a16:creationId xmlns:a16="http://schemas.microsoft.com/office/drawing/2014/main" id="{B078FE3F-192D-45A7-AD62-26F78E90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393"/>
                <a:ext cx="290" cy="48"/>
              </a:xfrm>
              <a:custGeom>
                <a:avLst/>
                <a:gdLst>
                  <a:gd name="T0" fmla="*/ 0 w 116"/>
                  <a:gd name="T1" fmla="*/ 248 h 18"/>
                  <a:gd name="T2" fmla="*/ 1095 w 116"/>
                  <a:gd name="T3" fmla="*/ 136 h 18"/>
                  <a:gd name="T4" fmla="*/ 1813 w 116"/>
                  <a:gd name="T5" fmla="*/ 3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8">
                    <a:moveTo>
                      <a:pt x="0" y="13"/>
                    </a:moveTo>
                    <a:cubicBezTo>
                      <a:pt x="15" y="18"/>
                      <a:pt x="46" y="14"/>
                      <a:pt x="70" y="7"/>
                    </a:cubicBezTo>
                    <a:cubicBezTo>
                      <a:pt x="93" y="0"/>
                      <a:pt x="115" y="2"/>
                      <a:pt x="116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2" name="Freeform 587">
                <a:extLst>
                  <a:ext uri="{FF2B5EF4-FFF2-40B4-BE49-F238E27FC236}">
                    <a16:creationId xmlns:a16="http://schemas.microsoft.com/office/drawing/2014/main" id="{ED7DA6B5-51EF-4242-B750-51F0E3C45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903"/>
                <a:ext cx="52" cy="13"/>
              </a:xfrm>
              <a:custGeom>
                <a:avLst/>
                <a:gdLst>
                  <a:gd name="T0" fmla="*/ 0 w 21"/>
                  <a:gd name="T1" fmla="*/ 88 h 5"/>
                  <a:gd name="T2" fmla="*/ 319 w 21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">
                    <a:moveTo>
                      <a:pt x="0" y="5"/>
                    </a:moveTo>
                    <a:cubicBezTo>
                      <a:pt x="13" y="0"/>
                      <a:pt x="21" y="2"/>
                      <a:pt x="21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3" name="Freeform 588">
                <a:extLst>
                  <a:ext uri="{FF2B5EF4-FFF2-40B4-BE49-F238E27FC236}">
                    <a16:creationId xmlns:a16="http://schemas.microsoft.com/office/drawing/2014/main" id="{72037080-282B-47C9-A1F2-6AECE26C1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892"/>
                <a:ext cx="130" cy="19"/>
              </a:xfrm>
              <a:custGeom>
                <a:avLst/>
                <a:gdLst>
                  <a:gd name="T0" fmla="*/ 0 w 52"/>
                  <a:gd name="T1" fmla="*/ 141 h 7"/>
                  <a:gd name="T2" fmla="*/ 813 w 5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">
                    <a:moveTo>
                      <a:pt x="0" y="7"/>
                    </a:moveTo>
                    <a:cubicBezTo>
                      <a:pt x="15" y="7"/>
                      <a:pt x="47" y="1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4" name="Freeform 589">
                <a:extLst>
                  <a:ext uri="{FF2B5EF4-FFF2-40B4-BE49-F238E27FC236}">
                    <a16:creationId xmlns:a16="http://schemas.microsoft.com/office/drawing/2014/main" id="{1291491D-A1B3-4719-A095-2B7FBF12C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844"/>
                <a:ext cx="27" cy="13"/>
              </a:xfrm>
              <a:custGeom>
                <a:avLst/>
                <a:gdLst>
                  <a:gd name="T0" fmla="*/ 162 w 11"/>
                  <a:gd name="T1" fmla="*/ 0 h 5"/>
                  <a:gd name="T2" fmla="*/ 0 w 1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11" y="0"/>
                    </a:moveTo>
                    <a:cubicBezTo>
                      <a:pt x="6" y="2"/>
                      <a:pt x="0" y="5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5" name="Freeform 590">
                <a:extLst>
                  <a:ext uri="{FF2B5EF4-FFF2-40B4-BE49-F238E27FC236}">
                    <a16:creationId xmlns:a16="http://schemas.microsoft.com/office/drawing/2014/main" id="{B5F55628-0C8C-4403-96B3-DB9C353F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777"/>
                <a:ext cx="110" cy="70"/>
              </a:xfrm>
              <a:custGeom>
                <a:avLst/>
                <a:gdLst>
                  <a:gd name="T0" fmla="*/ 0 w 44"/>
                  <a:gd name="T1" fmla="*/ 0 h 26"/>
                  <a:gd name="T2" fmla="*/ 688 w 44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6">
                    <a:moveTo>
                      <a:pt x="0" y="0"/>
                    </a:moveTo>
                    <a:cubicBezTo>
                      <a:pt x="10" y="9"/>
                      <a:pt x="37" y="21"/>
                      <a:pt x="44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6" name="Freeform 591">
                <a:extLst>
                  <a:ext uri="{FF2B5EF4-FFF2-40B4-BE49-F238E27FC236}">
                    <a16:creationId xmlns:a16="http://schemas.microsoft.com/office/drawing/2014/main" id="{8B9378B5-E1FF-4FAE-998F-0374A3EC6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836"/>
                <a:ext cx="45" cy="8"/>
              </a:xfrm>
              <a:custGeom>
                <a:avLst/>
                <a:gdLst>
                  <a:gd name="T0" fmla="*/ 0 w 18"/>
                  <a:gd name="T1" fmla="*/ 56 h 3"/>
                  <a:gd name="T2" fmla="*/ 283 w 18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8" y="0"/>
                      <a:pt x="18" y="1"/>
                      <a:pt x="1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7" name="Freeform 592">
                <a:extLst>
                  <a:ext uri="{FF2B5EF4-FFF2-40B4-BE49-F238E27FC236}">
                    <a16:creationId xmlns:a16="http://schemas.microsoft.com/office/drawing/2014/main" id="{7D854684-26EE-484D-8BF6-E5CD76923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236"/>
                <a:ext cx="120" cy="112"/>
              </a:xfrm>
              <a:custGeom>
                <a:avLst/>
                <a:gdLst>
                  <a:gd name="T0" fmla="*/ 750 w 48"/>
                  <a:gd name="T1" fmla="*/ 0 h 42"/>
                  <a:gd name="T2" fmla="*/ 0 w 48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2">
                    <a:moveTo>
                      <a:pt x="48" y="0"/>
                    </a:moveTo>
                    <a:cubicBezTo>
                      <a:pt x="45" y="6"/>
                      <a:pt x="12" y="37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8" name="Freeform 593">
                <a:extLst>
                  <a:ext uri="{FF2B5EF4-FFF2-40B4-BE49-F238E27FC236}">
                    <a16:creationId xmlns:a16="http://schemas.microsoft.com/office/drawing/2014/main" id="{CE3A1F38-DCD4-4139-82AD-001FA1A74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225"/>
                <a:ext cx="165" cy="86"/>
              </a:xfrm>
              <a:custGeom>
                <a:avLst/>
                <a:gdLst>
                  <a:gd name="T0" fmla="*/ 1033 w 66"/>
                  <a:gd name="T1" fmla="*/ 0 h 32"/>
                  <a:gd name="T2" fmla="*/ 583 w 66"/>
                  <a:gd name="T3" fmla="*/ 368 h 32"/>
                  <a:gd name="T4" fmla="*/ 0 w 66"/>
                  <a:gd name="T5" fmla="*/ 6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32">
                    <a:moveTo>
                      <a:pt x="66" y="0"/>
                    </a:moveTo>
                    <a:cubicBezTo>
                      <a:pt x="64" y="6"/>
                      <a:pt x="56" y="15"/>
                      <a:pt x="37" y="19"/>
                    </a:cubicBezTo>
                    <a:cubicBezTo>
                      <a:pt x="25" y="22"/>
                      <a:pt x="2" y="30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9" name="Freeform 594">
                <a:extLst>
                  <a:ext uri="{FF2B5EF4-FFF2-40B4-BE49-F238E27FC236}">
                    <a16:creationId xmlns:a16="http://schemas.microsoft.com/office/drawing/2014/main" id="{E622535E-87DA-4DDA-90D7-AE5E8B906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361"/>
                <a:ext cx="200" cy="64"/>
              </a:xfrm>
              <a:custGeom>
                <a:avLst/>
                <a:gdLst>
                  <a:gd name="T0" fmla="*/ 1250 w 80"/>
                  <a:gd name="T1" fmla="*/ 0 h 24"/>
                  <a:gd name="T2" fmla="*/ 0 w 80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24">
                    <a:moveTo>
                      <a:pt x="80" y="0"/>
                    </a:moveTo>
                    <a:cubicBezTo>
                      <a:pt x="72" y="8"/>
                      <a:pt x="10" y="24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0" name="Freeform 595">
                <a:extLst>
                  <a:ext uri="{FF2B5EF4-FFF2-40B4-BE49-F238E27FC236}">
                    <a16:creationId xmlns:a16="http://schemas.microsoft.com/office/drawing/2014/main" id="{2B7C9E16-51E7-40B2-A90D-EF9F7A751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393"/>
                <a:ext cx="97" cy="35"/>
              </a:xfrm>
              <a:custGeom>
                <a:avLst/>
                <a:gdLst>
                  <a:gd name="T0" fmla="*/ 599 w 39"/>
                  <a:gd name="T1" fmla="*/ 253 h 13"/>
                  <a:gd name="T2" fmla="*/ 187 w 39"/>
                  <a:gd name="T3" fmla="*/ 116 h 13"/>
                  <a:gd name="T4" fmla="*/ 62 w 39"/>
                  <a:gd name="T5" fmla="*/ 59 h 13"/>
                  <a:gd name="T6" fmla="*/ 75 w 39"/>
                  <a:gd name="T7" fmla="*/ 22 h 13"/>
                  <a:gd name="T8" fmla="*/ 229 w 39"/>
                  <a:gd name="T9" fmla="*/ 81 h 13"/>
                  <a:gd name="T10" fmla="*/ 525 w 39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3">
                    <a:moveTo>
                      <a:pt x="39" y="13"/>
                    </a:moveTo>
                    <a:cubicBezTo>
                      <a:pt x="35" y="13"/>
                      <a:pt x="21" y="9"/>
                      <a:pt x="12" y="6"/>
                    </a:cubicBezTo>
                    <a:cubicBezTo>
                      <a:pt x="8" y="5"/>
                      <a:pt x="5" y="5"/>
                      <a:pt x="4" y="3"/>
                    </a:cubicBezTo>
                    <a:cubicBezTo>
                      <a:pt x="0" y="2"/>
                      <a:pt x="1" y="0"/>
                      <a:pt x="5" y="1"/>
                    </a:cubicBezTo>
                    <a:cubicBezTo>
                      <a:pt x="7" y="2"/>
                      <a:pt x="11" y="3"/>
                      <a:pt x="15" y="4"/>
                    </a:cubicBezTo>
                    <a:cubicBezTo>
                      <a:pt x="22" y="4"/>
                      <a:pt x="30" y="3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1" name="Freeform 596">
                <a:extLst>
                  <a:ext uri="{FF2B5EF4-FFF2-40B4-BE49-F238E27FC236}">
                    <a16:creationId xmlns:a16="http://schemas.microsoft.com/office/drawing/2014/main" id="{29EA4D09-1F99-40C2-AB0F-B6CD9FE46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329"/>
                <a:ext cx="133" cy="54"/>
              </a:xfrm>
              <a:custGeom>
                <a:avLst/>
                <a:gdLst>
                  <a:gd name="T0" fmla="*/ 0 w 53"/>
                  <a:gd name="T1" fmla="*/ 394 h 20"/>
                  <a:gd name="T2" fmla="*/ 838 w 5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0">
                    <a:moveTo>
                      <a:pt x="0" y="20"/>
                    </a:moveTo>
                    <a:cubicBezTo>
                      <a:pt x="10" y="17"/>
                      <a:pt x="46" y="2"/>
                      <a:pt x="5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2" name="Freeform 597">
                <a:extLst>
                  <a:ext uri="{FF2B5EF4-FFF2-40B4-BE49-F238E27FC236}">
                    <a16:creationId xmlns:a16="http://schemas.microsoft.com/office/drawing/2014/main" id="{7ED65EE5-90EE-4123-A8A4-F94948A3E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289"/>
                <a:ext cx="325" cy="272"/>
              </a:xfrm>
              <a:custGeom>
                <a:avLst/>
                <a:gdLst>
                  <a:gd name="T0" fmla="*/ 2033 w 130"/>
                  <a:gd name="T1" fmla="*/ 0 h 102"/>
                  <a:gd name="T2" fmla="*/ 1645 w 130"/>
                  <a:gd name="T3" fmla="*/ 989 h 102"/>
                  <a:gd name="T4" fmla="*/ 0 w 130"/>
                  <a:gd name="T5" fmla="*/ 1763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102">
                    <a:moveTo>
                      <a:pt x="130" y="0"/>
                    </a:moveTo>
                    <a:cubicBezTo>
                      <a:pt x="128" y="11"/>
                      <a:pt x="121" y="28"/>
                      <a:pt x="105" y="52"/>
                    </a:cubicBezTo>
                    <a:cubicBezTo>
                      <a:pt x="83" y="83"/>
                      <a:pt x="28" y="102"/>
                      <a:pt x="0" y="9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3" name="Freeform 598">
                <a:extLst>
                  <a:ext uri="{FF2B5EF4-FFF2-40B4-BE49-F238E27FC236}">
                    <a16:creationId xmlns:a16="http://schemas.microsoft.com/office/drawing/2014/main" id="{2E9632CD-82C9-4279-88B4-0F0BA3D94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409"/>
                <a:ext cx="212" cy="118"/>
              </a:xfrm>
              <a:custGeom>
                <a:avLst/>
                <a:gdLst>
                  <a:gd name="T0" fmla="*/ 0 w 85"/>
                  <a:gd name="T1" fmla="*/ 847 h 44"/>
                  <a:gd name="T2" fmla="*/ 791 w 85"/>
                  <a:gd name="T3" fmla="*/ 620 h 44"/>
                  <a:gd name="T4" fmla="*/ 1319 w 85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4">
                    <a:moveTo>
                      <a:pt x="0" y="44"/>
                    </a:moveTo>
                    <a:cubicBezTo>
                      <a:pt x="13" y="44"/>
                      <a:pt x="36" y="41"/>
                      <a:pt x="51" y="32"/>
                    </a:cubicBezTo>
                    <a:cubicBezTo>
                      <a:pt x="66" y="22"/>
                      <a:pt x="83" y="2"/>
                      <a:pt x="8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4" name="Freeform 599">
                <a:extLst>
                  <a:ext uri="{FF2B5EF4-FFF2-40B4-BE49-F238E27FC236}">
                    <a16:creationId xmlns:a16="http://schemas.microsoft.com/office/drawing/2014/main" id="{C511B380-408E-428F-933E-E4406EB69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273"/>
                <a:ext cx="97" cy="123"/>
              </a:xfrm>
              <a:custGeom>
                <a:avLst/>
                <a:gdLst>
                  <a:gd name="T0" fmla="*/ 0 w 39"/>
                  <a:gd name="T1" fmla="*/ 880 h 46"/>
                  <a:gd name="T2" fmla="*/ 599 w 39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6">
                    <a:moveTo>
                      <a:pt x="0" y="46"/>
                    </a:moveTo>
                    <a:cubicBezTo>
                      <a:pt x="5" y="37"/>
                      <a:pt x="36" y="5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5" name="Freeform 600">
                <a:extLst>
                  <a:ext uri="{FF2B5EF4-FFF2-40B4-BE49-F238E27FC236}">
                    <a16:creationId xmlns:a16="http://schemas.microsoft.com/office/drawing/2014/main" id="{4C8DFBFD-5E59-4422-9FF9-7210FB430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055"/>
                <a:ext cx="95" cy="112"/>
              </a:xfrm>
              <a:custGeom>
                <a:avLst/>
                <a:gdLst>
                  <a:gd name="T0" fmla="*/ 0 w 38"/>
                  <a:gd name="T1" fmla="*/ 0 h 42"/>
                  <a:gd name="T2" fmla="*/ 595 w 38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2">
                    <a:moveTo>
                      <a:pt x="0" y="0"/>
                    </a:moveTo>
                    <a:cubicBezTo>
                      <a:pt x="10" y="1"/>
                      <a:pt x="35" y="23"/>
                      <a:pt x="38" y="4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6" name="Freeform 601">
                <a:extLst>
                  <a:ext uri="{FF2B5EF4-FFF2-40B4-BE49-F238E27FC236}">
                    <a16:creationId xmlns:a16="http://schemas.microsoft.com/office/drawing/2014/main" id="{C798DE4D-CB65-48B8-A8C7-6CEAF2F3B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295"/>
                <a:ext cx="30" cy="74"/>
              </a:xfrm>
              <a:custGeom>
                <a:avLst/>
                <a:gdLst>
                  <a:gd name="T0" fmla="*/ 188 w 12"/>
                  <a:gd name="T1" fmla="*/ 0 h 28"/>
                  <a:gd name="T2" fmla="*/ 33 w 12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3" y="12"/>
                      <a:pt x="0" y="23"/>
                      <a:pt x="2" y="2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7" name="Freeform 602">
                <a:extLst>
                  <a:ext uri="{FF2B5EF4-FFF2-40B4-BE49-F238E27FC236}">
                    <a16:creationId xmlns:a16="http://schemas.microsoft.com/office/drawing/2014/main" id="{60756456-8D8B-4575-81B0-E1DFD8DED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351"/>
                <a:ext cx="15" cy="37"/>
              </a:xfrm>
              <a:custGeom>
                <a:avLst/>
                <a:gdLst>
                  <a:gd name="T0" fmla="*/ 95 w 6"/>
                  <a:gd name="T1" fmla="*/ 0 h 14"/>
                  <a:gd name="T2" fmla="*/ 0 w 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1" y="3"/>
                      <a:pt x="0" y="14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8" name="Freeform 603">
                <a:extLst>
                  <a:ext uri="{FF2B5EF4-FFF2-40B4-BE49-F238E27FC236}">
                    <a16:creationId xmlns:a16="http://schemas.microsoft.com/office/drawing/2014/main" id="{9773FCF4-DB11-4690-B75C-2D5EA3F5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303"/>
                <a:ext cx="238" cy="74"/>
              </a:xfrm>
              <a:custGeom>
                <a:avLst/>
                <a:gdLst>
                  <a:gd name="T0" fmla="*/ 0 w 95"/>
                  <a:gd name="T1" fmla="*/ 0 h 28"/>
                  <a:gd name="T2" fmla="*/ 1493 w 95"/>
                  <a:gd name="T3" fmla="*/ 46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28">
                    <a:moveTo>
                      <a:pt x="0" y="0"/>
                    </a:moveTo>
                    <a:cubicBezTo>
                      <a:pt x="7" y="15"/>
                      <a:pt x="49" y="28"/>
                      <a:pt x="95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9" name="Freeform 604">
                <a:extLst>
                  <a:ext uri="{FF2B5EF4-FFF2-40B4-BE49-F238E27FC236}">
                    <a16:creationId xmlns:a16="http://schemas.microsoft.com/office/drawing/2014/main" id="{BFD2832E-8373-4B51-8255-E2A85DCD2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313"/>
                <a:ext cx="182" cy="104"/>
              </a:xfrm>
              <a:custGeom>
                <a:avLst/>
                <a:gdLst>
                  <a:gd name="T0" fmla="*/ 0 w 73"/>
                  <a:gd name="T1" fmla="*/ 0 h 39"/>
                  <a:gd name="T2" fmla="*/ 591 w 73"/>
                  <a:gd name="T3" fmla="*/ 661 h 39"/>
                  <a:gd name="T4" fmla="*/ 1132 w 73"/>
                  <a:gd name="T5" fmla="*/ 661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39">
                    <a:moveTo>
                      <a:pt x="0" y="0"/>
                    </a:moveTo>
                    <a:cubicBezTo>
                      <a:pt x="2" y="6"/>
                      <a:pt x="13" y="32"/>
                      <a:pt x="38" y="35"/>
                    </a:cubicBezTo>
                    <a:cubicBezTo>
                      <a:pt x="64" y="39"/>
                      <a:pt x="73" y="35"/>
                      <a:pt x="73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0" name="Freeform 605">
                <a:extLst>
                  <a:ext uri="{FF2B5EF4-FFF2-40B4-BE49-F238E27FC236}">
                    <a16:creationId xmlns:a16="http://schemas.microsoft.com/office/drawing/2014/main" id="{C1520513-1652-4C17-9C7E-F03E741C4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300"/>
                <a:ext cx="177" cy="24"/>
              </a:xfrm>
              <a:custGeom>
                <a:avLst/>
                <a:gdLst>
                  <a:gd name="T0" fmla="*/ 0 w 71"/>
                  <a:gd name="T1" fmla="*/ 56 h 9"/>
                  <a:gd name="T2" fmla="*/ 1099 w 7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9">
                    <a:moveTo>
                      <a:pt x="0" y="3"/>
                    </a:moveTo>
                    <a:cubicBezTo>
                      <a:pt x="8" y="9"/>
                      <a:pt x="49" y="7"/>
                      <a:pt x="7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" name="Freeform 606">
                <a:extLst>
                  <a:ext uri="{FF2B5EF4-FFF2-40B4-BE49-F238E27FC236}">
                    <a16:creationId xmlns:a16="http://schemas.microsoft.com/office/drawing/2014/main" id="{95F8D064-2057-4222-9F15-A715023F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511"/>
                <a:ext cx="42" cy="24"/>
              </a:xfrm>
              <a:custGeom>
                <a:avLst/>
                <a:gdLst>
                  <a:gd name="T0" fmla="*/ 195 w 17"/>
                  <a:gd name="T1" fmla="*/ 77 h 9"/>
                  <a:gd name="T2" fmla="*/ 30 w 17"/>
                  <a:gd name="T3" fmla="*/ 21 h 9"/>
                  <a:gd name="T4" fmla="*/ 62 w 17"/>
                  <a:gd name="T5" fmla="*/ 93 h 9"/>
                  <a:gd name="T6" fmla="*/ 257 w 17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3" y="4"/>
                    </a:moveTo>
                    <a:cubicBezTo>
                      <a:pt x="9" y="4"/>
                      <a:pt x="4" y="2"/>
                      <a:pt x="2" y="1"/>
                    </a:cubicBezTo>
                    <a:cubicBezTo>
                      <a:pt x="0" y="0"/>
                      <a:pt x="1" y="3"/>
                      <a:pt x="4" y="5"/>
                    </a:cubicBezTo>
                    <a:cubicBezTo>
                      <a:pt x="8" y="7"/>
                      <a:pt x="12" y="7"/>
                      <a:pt x="17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" name="Freeform 607">
                <a:extLst>
                  <a:ext uri="{FF2B5EF4-FFF2-40B4-BE49-F238E27FC236}">
                    <a16:creationId xmlns:a16="http://schemas.microsoft.com/office/drawing/2014/main" id="{22D6DFA3-6D25-48F0-8523-98E3E979B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471"/>
                <a:ext cx="230" cy="90"/>
              </a:xfrm>
              <a:custGeom>
                <a:avLst/>
                <a:gdLst>
                  <a:gd name="T0" fmla="*/ 0 w 92"/>
                  <a:gd name="T1" fmla="*/ 596 h 34"/>
                  <a:gd name="T2" fmla="*/ 1438 w 9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34">
                    <a:moveTo>
                      <a:pt x="0" y="32"/>
                    </a:moveTo>
                    <a:cubicBezTo>
                      <a:pt x="14" y="34"/>
                      <a:pt x="84" y="9"/>
                      <a:pt x="9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" name="Freeform 608">
                <a:extLst>
                  <a:ext uri="{FF2B5EF4-FFF2-40B4-BE49-F238E27FC236}">
                    <a16:creationId xmlns:a16="http://schemas.microsoft.com/office/drawing/2014/main" id="{A9671FAD-7CD3-4C3E-A63C-97061468A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505"/>
                <a:ext cx="185" cy="134"/>
              </a:xfrm>
              <a:custGeom>
                <a:avLst/>
                <a:gdLst>
                  <a:gd name="T0" fmla="*/ 0 w 74"/>
                  <a:gd name="T1" fmla="*/ 0 h 50"/>
                  <a:gd name="T2" fmla="*/ 1158 w 74"/>
                  <a:gd name="T3" fmla="*/ 96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50">
                    <a:moveTo>
                      <a:pt x="0" y="0"/>
                    </a:moveTo>
                    <a:cubicBezTo>
                      <a:pt x="1" y="9"/>
                      <a:pt x="37" y="47"/>
                      <a:pt x="74" y="5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4" name="Freeform 609">
                <a:extLst>
                  <a:ext uri="{FF2B5EF4-FFF2-40B4-BE49-F238E27FC236}">
                    <a16:creationId xmlns:a16="http://schemas.microsoft.com/office/drawing/2014/main" id="{5670C529-1F35-4496-A65B-44D28827D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24"/>
                <a:ext cx="188" cy="115"/>
              </a:xfrm>
              <a:custGeom>
                <a:avLst/>
                <a:gdLst>
                  <a:gd name="T0" fmla="*/ 0 w 75"/>
                  <a:gd name="T1" fmla="*/ 0 h 43"/>
                  <a:gd name="T2" fmla="*/ 679 w 75"/>
                  <a:gd name="T3" fmla="*/ 650 h 43"/>
                  <a:gd name="T4" fmla="*/ 1181 w 75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43">
                    <a:moveTo>
                      <a:pt x="0" y="0"/>
                    </a:moveTo>
                    <a:cubicBezTo>
                      <a:pt x="2" y="12"/>
                      <a:pt x="25" y="28"/>
                      <a:pt x="43" y="34"/>
                    </a:cubicBezTo>
                    <a:cubicBezTo>
                      <a:pt x="61" y="39"/>
                      <a:pt x="69" y="40"/>
                      <a:pt x="75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5" name="Freeform 610">
                <a:extLst>
                  <a:ext uri="{FF2B5EF4-FFF2-40B4-BE49-F238E27FC236}">
                    <a16:creationId xmlns:a16="http://schemas.microsoft.com/office/drawing/2014/main" id="{10A08527-CA5A-4618-822E-39050AE71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479"/>
                <a:ext cx="220" cy="88"/>
              </a:xfrm>
              <a:custGeom>
                <a:avLst/>
                <a:gdLst>
                  <a:gd name="T0" fmla="*/ 0 w 88"/>
                  <a:gd name="T1" fmla="*/ 589 h 33"/>
                  <a:gd name="T2" fmla="*/ 1375 w 88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33">
                    <a:moveTo>
                      <a:pt x="0" y="31"/>
                    </a:moveTo>
                    <a:cubicBezTo>
                      <a:pt x="13" y="33"/>
                      <a:pt x="64" y="16"/>
                      <a:pt x="8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6" name="Freeform 611">
                <a:extLst>
                  <a:ext uri="{FF2B5EF4-FFF2-40B4-BE49-F238E27FC236}">
                    <a16:creationId xmlns:a16="http://schemas.microsoft.com/office/drawing/2014/main" id="{C5BD40A9-A3DA-4E15-AE66-A7AC262D6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484"/>
                <a:ext cx="195" cy="115"/>
              </a:xfrm>
              <a:custGeom>
                <a:avLst/>
                <a:gdLst>
                  <a:gd name="T0" fmla="*/ 0 w 78"/>
                  <a:gd name="T1" fmla="*/ 824 h 43"/>
                  <a:gd name="T2" fmla="*/ 1220 w 78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43">
                    <a:moveTo>
                      <a:pt x="0" y="43"/>
                    </a:moveTo>
                    <a:cubicBezTo>
                      <a:pt x="11" y="43"/>
                      <a:pt x="65" y="21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7" name="Freeform 612">
                <a:extLst>
                  <a:ext uri="{FF2B5EF4-FFF2-40B4-BE49-F238E27FC236}">
                    <a16:creationId xmlns:a16="http://schemas.microsoft.com/office/drawing/2014/main" id="{A31A9F54-A5A9-4934-8273-56BEB4E6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572"/>
                <a:ext cx="125" cy="8"/>
              </a:xfrm>
              <a:custGeom>
                <a:avLst/>
                <a:gdLst>
                  <a:gd name="T0" fmla="*/ 0 w 50"/>
                  <a:gd name="T1" fmla="*/ 0 h 3"/>
                  <a:gd name="T2" fmla="*/ 783 w 5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">
                    <a:moveTo>
                      <a:pt x="0" y="0"/>
                    </a:moveTo>
                    <a:cubicBezTo>
                      <a:pt x="18" y="3"/>
                      <a:pt x="44" y="1"/>
                      <a:pt x="5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8" name="Freeform 613">
                <a:extLst>
                  <a:ext uri="{FF2B5EF4-FFF2-40B4-BE49-F238E27FC236}">
                    <a16:creationId xmlns:a16="http://schemas.microsoft.com/office/drawing/2014/main" id="{43F98B0C-060A-4318-9DA1-409CC7030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604"/>
                <a:ext cx="105" cy="11"/>
              </a:xfrm>
              <a:custGeom>
                <a:avLst/>
                <a:gdLst>
                  <a:gd name="T0" fmla="*/ 658 w 42"/>
                  <a:gd name="T1" fmla="*/ 47 h 4"/>
                  <a:gd name="T2" fmla="*/ 0 w 4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42" y="2"/>
                    </a:moveTo>
                    <a:cubicBezTo>
                      <a:pt x="37" y="4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9" name="Freeform 614">
                <a:extLst>
                  <a:ext uri="{FF2B5EF4-FFF2-40B4-BE49-F238E27FC236}">
                    <a16:creationId xmlns:a16="http://schemas.microsoft.com/office/drawing/2014/main" id="{B534FD3E-C621-4790-AAF7-3BDC9FF5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495"/>
                <a:ext cx="212" cy="32"/>
              </a:xfrm>
              <a:custGeom>
                <a:avLst/>
                <a:gdLst>
                  <a:gd name="T0" fmla="*/ 0 w 85"/>
                  <a:gd name="T1" fmla="*/ 227 h 12"/>
                  <a:gd name="T2" fmla="*/ 1319 w 85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12">
                    <a:moveTo>
                      <a:pt x="0" y="12"/>
                    </a:moveTo>
                    <a:cubicBezTo>
                      <a:pt x="16" y="1"/>
                      <a:pt x="74" y="0"/>
                      <a:pt x="8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0" name="Freeform 615">
                <a:extLst>
                  <a:ext uri="{FF2B5EF4-FFF2-40B4-BE49-F238E27FC236}">
                    <a16:creationId xmlns:a16="http://schemas.microsoft.com/office/drawing/2014/main" id="{492766A3-75D6-4249-AF95-E6A5334E8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91"/>
                <a:ext cx="178" cy="37"/>
              </a:xfrm>
              <a:custGeom>
                <a:avLst/>
                <a:gdLst>
                  <a:gd name="T0" fmla="*/ 0 w 71"/>
                  <a:gd name="T1" fmla="*/ 167 h 14"/>
                  <a:gd name="T2" fmla="*/ 1118 w 71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4">
                    <a:moveTo>
                      <a:pt x="0" y="9"/>
                    </a:moveTo>
                    <a:cubicBezTo>
                      <a:pt x="9" y="14"/>
                      <a:pt x="57" y="7"/>
                      <a:pt x="7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1" name="Freeform 616">
                <a:extLst>
                  <a:ext uri="{FF2B5EF4-FFF2-40B4-BE49-F238E27FC236}">
                    <a16:creationId xmlns:a16="http://schemas.microsoft.com/office/drawing/2014/main" id="{03BB6064-666D-41C5-8528-570110B6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364"/>
                <a:ext cx="30" cy="19"/>
              </a:xfrm>
              <a:custGeom>
                <a:avLst/>
                <a:gdLst>
                  <a:gd name="T0" fmla="*/ 0 w 12"/>
                  <a:gd name="T1" fmla="*/ 141 h 7"/>
                  <a:gd name="T2" fmla="*/ 188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3" y="5"/>
                      <a:pt x="12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2" name="Freeform 617">
                <a:extLst>
                  <a:ext uri="{FF2B5EF4-FFF2-40B4-BE49-F238E27FC236}">
                    <a16:creationId xmlns:a16="http://schemas.microsoft.com/office/drawing/2014/main" id="{F2D2153F-543F-4F30-BCC0-4552AC1CB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516"/>
                <a:ext cx="340" cy="139"/>
              </a:xfrm>
              <a:custGeom>
                <a:avLst/>
                <a:gdLst>
                  <a:gd name="T0" fmla="*/ 0 w 136"/>
                  <a:gd name="T1" fmla="*/ 401 h 52"/>
                  <a:gd name="T2" fmla="*/ 2125 w 136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6" h="52">
                    <a:moveTo>
                      <a:pt x="0" y="21"/>
                    </a:moveTo>
                    <a:cubicBezTo>
                      <a:pt x="16" y="24"/>
                      <a:pt x="70" y="52"/>
                      <a:pt x="1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3" name="Freeform 618">
                <a:extLst>
                  <a:ext uri="{FF2B5EF4-FFF2-40B4-BE49-F238E27FC236}">
                    <a16:creationId xmlns:a16="http://schemas.microsoft.com/office/drawing/2014/main" id="{5B0A3CC4-F2D6-497B-93E0-A951BD6B8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593"/>
                <a:ext cx="153" cy="38"/>
              </a:xfrm>
              <a:custGeom>
                <a:avLst/>
                <a:gdLst>
                  <a:gd name="T0" fmla="*/ 0 w 61"/>
                  <a:gd name="T1" fmla="*/ 0 h 14"/>
                  <a:gd name="T2" fmla="*/ 963 w 61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4">
                    <a:moveTo>
                      <a:pt x="0" y="0"/>
                    </a:moveTo>
                    <a:cubicBezTo>
                      <a:pt x="7" y="7"/>
                      <a:pt x="35" y="14"/>
                      <a:pt x="61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4" name="Freeform 619">
                <a:extLst>
                  <a:ext uri="{FF2B5EF4-FFF2-40B4-BE49-F238E27FC236}">
                    <a16:creationId xmlns:a16="http://schemas.microsoft.com/office/drawing/2014/main" id="{30A07CA3-CDBF-438A-8E6D-04F4DE147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545"/>
                <a:ext cx="150" cy="46"/>
              </a:xfrm>
              <a:custGeom>
                <a:avLst/>
                <a:gdLst>
                  <a:gd name="T0" fmla="*/ 0 w 60"/>
                  <a:gd name="T1" fmla="*/ 0 h 17"/>
                  <a:gd name="T2" fmla="*/ 938 w 60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7">
                    <a:moveTo>
                      <a:pt x="0" y="0"/>
                    </a:moveTo>
                    <a:cubicBezTo>
                      <a:pt x="16" y="1"/>
                      <a:pt x="60" y="17"/>
                      <a:pt x="60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5" name="Freeform 620">
                <a:extLst>
                  <a:ext uri="{FF2B5EF4-FFF2-40B4-BE49-F238E27FC236}">
                    <a16:creationId xmlns:a16="http://schemas.microsoft.com/office/drawing/2014/main" id="{A7602C77-C6B8-4E8A-822D-979DE2285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412"/>
                <a:ext cx="150" cy="61"/>
              </a:xfrm>
              <a:custGeom>
                <a:avLst/>
                <a:gdLst>
                  <a:gd name="T0" fmla="*/ 0 w 60"/>
                  <a:gd name="T1" fmla="*/ 408 h 23"/>
                  <a:gd name="T2" fmla="*/ 938 w 6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3">
                    <a:moveTo>
                      <a:pt x="0" y="22"/>
                    </a:moveTo>
                    <a:cubicBezTo>
                      <a:pt x="14" y="23"/>
                      <a:pt x="48" y="12"/>
                      <a:pt x="6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6" name="Freeform 621">
                <a:extLst>
                  <a:ext uri="{FF2B5EF4-FFF2-40B4-BE49-F238E27FC236}">
                    <a16:creationId xmlns:a16="http://schemas.microsoft.com/office/drawing/2014/main" id="{9F2B8BB0-2A82-414A-9318-4D7D2CD9C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188"/>
                <a:ext cx="15" cy="43"/>
              </a:xfrm>
              <a:custGeom>
                <a:avLst/>
                <a:gdLst>
                  <a:gd name="T0" fmla="*/ 0 w 6"/>
                  <a:gd name="T1" fmla="*/ 312 h 16"/>
                  <a:gd name="T2" fmla="*/ 95 w 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16"/>
                    </a:moveTo>
                    <a:cubicBezTo>
                      <a:pt x="4" y="10"/>
                      <a:pt x="6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7" name="Freeform 622">
                <a:extLst>
                  <a:ext uri="{FF2B5EF4-FFF2-40B4-BE49-F238E27FC236}">
                    <a16:creationId xmlns:a16="http://schemas.microsoft.com/office/drawing/2014/main" id="{9C59DFCA-CF15-4683-9A7E-EAFA1CAD6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113"/>
                <a:ext cx="140" cy="376"/>
              </a:xfrm>
              <a:custGeom>
                <a:avLst/>
                <a:gdLst>
                  <a:gd name="T0" fmla="*/ 783 w 56"/>
                  <a:gd name="T1" fmla="*/ 0 h 141"/>
                  <a:gd name="T2" fmla="*/ 675 w 56"/>
                  <a:gd name="T3" fmla="*/ 1195 h 141"/>
                  <a:gd name="T4" fmla="*/ 0 w 56"/>
                  <a:gd name="T5" fmla="*/ 2675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41">
                    <a:moveTo>
                      <a:pt x="50" y="0"/>
                    </a:moveTo>
                    <a:cubicBezTo>
                      <a:pt x="56" y="19"/>
                      <a:pt x="49" y="38"/>
                      <a:pt x="43" y="63"/>
                    </a:cubicBezTo>
                    <a:cubicBezTo>
                      <a:pt x="34" y="97"/>
                      <a:pt x="21" y="128"/>
                      <a:pt x="0" y="1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8" name="Freeform 623">
                <a:extLst>
                  <a:ext uri="{FF2B5EF4-FFF2-40B4-BE49-F238E27FC236}">
                    <a16:creationId xmlns:a16="http://schemas.microsoft.com/office/drawing/2014/main" id="{73C549F3-2624-4790-83EA-5CFBF7016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279"/>
                <a:ext cx="62" cy="125"/>
              </a:xfrm>
              <a:custGeom>
                <a:avLst/>
                <a:gdLst>
                  <a:gd name="T0" fmla="*/ 370 w 25"/>
                  <a:gd name="T1" fmla="*/ 0 h 47"/>
                  <a:gd name="T2" fmla="*/ 0 w 25"/>
                  <a:gd name="T3" fmla="*/ 88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7">
                    <a:moveTo>
                      <a:pt x="24" y="0"/>
                    </a:moveTo>
                    <a:cubicBezTo>
                      <a:pt x="25" y="12"/>
                      <a:pt x="0" y="47"/>
                      <a:pt x="0" y="4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9" name="Freeform 624">
                <a:extLst>
                  <a:ext uri="{FF2B5EF4-FFF2-40B4-BE49-F238E27FC236}">
                    <a16:creationId xmlns:a16="http://schemas.microsoft.com/office/drawing/2014/main" id="{0FDF5401-000F-4FF4-A2D1-55213BCEF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932"/>
                <a:ext cx="35" cy="109"/>
              </a:xfrm>
              <a:custGeom>
                <a:avLst/>
                <a:gdLst>
                  <a:gd name="T0" fmla="*/ 0 w 14"/>
                  <a:gd name="T1" fmla="*/ 375 h 41"/>
                  <a:gd name="T2" fmla="*/ 0 w 14"/>
                  <a:gd name="T3" fmla="*/ 136 h 41"/>
                  <a:gd name="T4" fmla="*/ 33 w 14"/>
                  <a:gd name="T5" fmla="*/ 21 h 41"/>
                  <a:gd name="T6" fmla="*/ 95 w 14"/>
                  <a:gd name="T7" fmla="*/ 149 h 41"/>
                  <a:gd name="T8" fmla="*/ 220 w 14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1">
                    <a:moveTo>
                      <a:pt x="0" y="20"/>
                    </a:moveTo>
                    <a:cubicBezTo>
                      <a:pt x="0" y="15"/>
                      <a:pt x="0" y="10"/>
                      <a:pt x="0" y="7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5" y="1"/>
                      <a:pt x="5" y="0"/>
                      <a:pt x="6" y="8"/>
                    </a:cubicBezTo>
                    <a:cubicBezTo>
                      <a:pt x="6" y="15"/>
                      <a:pt x="9" y="33"/>
                      <a:pt x="14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391" name="Freeform 625">
              <a:extLst>
                <a:ext uri="{FF2B5EF4-FFF2-40B4-BE49-F238E27FC236}">
                  <a16:creationId xmlns:a16="http://schemas.microsoft.com/office/drawing/2014/main" id="{534C27B1-42A0-457C-BC48-DD4C5C57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916"/>
              <a:ext cx="20" cy="24"/>
            </a:xfrm>
            <a:custGeom>
              <a:avLst/>
              <a:gdLst>
                <a:gd name="T0" fmla="*/ 33 w 8"/>
                <a:gd name="T1" fmla="*/ 171 h 9"/>
                <a:gd name="T2" fmla="*/ 0 w 8"/>
                <a:gd name="T3" fmla="*/ 35 h 9"/>
                <a:gd name="T4" fmla="*/ 113 w 8"/>
                <a:gd name="T5" fmla="*/ 21 h 9"/>
                <a:gd name="T6" fmla="*/ 95 w 8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2" y="9"/>
                  </a:moveTo>
                  <a:cubicBezTo>
                    <a:pt x="0" y="8"/>
                    <a:pt x="0" y="5"/>
                    <a:pt x="0" y="2"/>
                  </a:cubicBezTo>
                  <a:cubicBezTo>
                    <a:pt x="0" y="1"/>
                    <a:pt x="6" y="0"/>
                    <a:pt x="7" y="1"/>
                  </a:cubicBezTo>
                  <a:cubicBezTo>
                    <a:pt x="8" y="3"/>
                    <a:pt x="7" y="5"/>
                    <a:pt x="6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626">
              <a:extLst>
                <a:ext uri="{FF2B5EF4-FFF2-40B4-BE49-F238E27FC236}">
                  <a16:creationId xmlns:a16="http://schemas.microsoft.com/office/drawing/2014/main" id="{3EE3E3A0-968D-47F6-B532-728811C1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887"/>
              <a:ext cx="22" cy="29"/>
            </a:xfrm>
            <a:custGeom>
              <a:avLst/>
              <a:gdLst>
                <a:gd name="T0" fmla="*/ 132 w 9"/>
                <a:gd name="T1" fmla="*/ 0 h 11"/>
                <a:gd name="T2" fmla="*/ 29 w 9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4" y="1"/>
                    <a:pt x="0" y="3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627">
              <a:extLst>
                <a:ext uri="{FF2B5EF4-FFF2-40B4-BE49-F238E27FC236}">
                  <a16:creationId xmlns:a16="http://schemas.microsoft.com/office/drawing/2014/main" id="{7696B46E-2FFF-4569-A64D-9BCF7831A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399"/>
              <a:ext cx="55" cy="128"/>
            </a:xfrm>
            <a:custGeom>
              <a:avLst/>
              <a:gdLst>
                <a:gd name="T0" fmla="*/ 333 w 22"/>
                <a:gd name="T1" fmla="*/ 0 h 48"/>
                <a:gd name="T2" fmla="*/ 0 w 22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8">
                  <a:moveTo>
                    <a:pt x="21" y="0"/>
                  </a:moveTo>
                  <a:cubicBezTo>
                    <a:pt x="22" y="11"/>
                    <a:pt x="10" y="39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628">
              <a:extLst>
                <a:ext uri="{FF2B5EF4-FFF2-40B4-BE49-F238E27FC236}">
                  <a16:creationId xmlns:a16="http://schemas.microsoft.com/office/drawing/2014/main" id="{E6F083D8-D08B-428A-A36E-962CB37B5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996"/>
              <a:ext cx="80" cy="45"/>
            </a:xfrm>
            <a:custGeom>
              <a:avLst/>
              <a:gdLst>
                <a:gd name="T0" fmla="*/ 0 w 32"/>
                <a:gd name="T1" fmla="*/ 0 h 17"/>
                <a:gd name="T2" fmla="*/ 500 w 3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0" y="0"/>
                  </a:moveTo>
                  <a:cubicBezTo>
                    <a:pt x="9" y="5"/>
                    <a:pt x="15" y="17"/>
                    <a:pt x="32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Freeform 629">
              <a:extLst>
                <a:ext uri="{FF2B5EF4-FFF2-40B4-BE49-F238E27FC236}">
                  <a16:creationId xmlns:a16="http://schemas.microsoft.com/office/drawing/2014/main" id="{C167BF5E-5AA2-4D79-9A46-C1A97E8A9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996"/>
              <a:ext cx="88" cy="40"/>
            </a:xfrm>
            <a:custGeom>
              <a:avLst/>
              <a:gdLst>
                <a:gd name="T0" fmla="*/ 0 w 35"/>
                <a:gd name="T1" fmla="*/ 0 h 15"/>
                <a:gd name="T2" fmla="*/ 556 w 3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11" y="3"/>
                    <a:pt x="29" y="13"/>
                    <a:pt x="35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630">
              <a:extLst>
                <a:ext uri="{FF2B5EF4-FFF2-40B4-BE49-F238E27FC236}">
                  <a16:creationId xmlns:a16="http://schemas.microsoft.com/office/drawing/2014/main" id="{F1FBEF60-1449-4715-9EAD-AC9656A52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081"/>
              <a:ext cx="17" cy="14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6" y="2"/>
                    <a:pt x="7" y="5"/>
                    <a:pt x="7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631">
              <a:extLst>
                <a:ext uri="{FF2B5EF4-FFF2-40B4-BE49-F238E27FC236}">
                  <a16:creationId xmlns:a16="http://schemas.microsoft.com/office/drawing/2014/main" id="{F682B24A-2262-420B-9FE5-BC622317D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089"/>
              <a:ext cx="42" cy="16"/>
            </a:xfrm>
            <a:custGeom>
              <a:avLst/>
              <a:gdLst>
                <a:gd name="T0" fmla="*/ 0 w 17"/>
                <a:gd name="T1" fmla="*/ 0 h 6"/>
                <a:gd name="T2" fmla="*/ 257 w 1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4" y="4"/>
                    <a:pt x="17" y="6"/>
                    <a:pt x="17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632">
              <a:extLst>
                <a:ext uri="{FF2B5EF4-FFF2-40B4-BE49-F238E27FC236}">
                  <a16:creationId xmlns:a16="http://schemas.microsoft.com/office/drawing/2014/main" id="{67B58E55-1E69-4E4F-B955-A2EF14CE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83"/>
              <a:ext cx="122" cy="128"/>
            </a:xfrm>
            <a:custGeom>
              <a:avLst/>
              <a:gdLst>
                <a:gd name="T0" fmla="*/ 0 w 49"/>
                <a:gd name="T1" fmla="*/ 0 h 48"/>
                <a:gd name="T2" fmla="*/ 757 w 49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8">
                  <a:moveTo>
                    <a:pt x="0" y="0"/>
                  </a:moveTo>
                  <a:cubicBezTo>
                    <a:pt x="6" y="6"/>
                    <a:pt x="44" y="12"/>
                    <a:pt x="49" y="4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633">
              <a:extLst>
                <a:ext uri="{FF2B5EF4-FFF2-40B4-BE49-F238E27FC236}">
                  <a16:creationId xmlns:a16="http://schemas.microsoft.com/office/drawing/2014/main" id="{B59F2F56-B51B-46C4-A50B-CADC68BC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996"/>
              <a:ext cx="162" cy="109"/>
            </a:xfrm>
            <a:custGeom>
              <a:avLst/>
              <a:gdLst>
                <a:gd name="T0" fmla="*/ 0 w 65"/>
                <a:gd name="T1" fmla="*/ 771 h 41"/>
                <a:gd name="T2" fmla="*/ 1007 w 65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41">
                  <a:moveTo>
                    <a:pt x="0" y="41"/>
                  </a:moveTo>
                  <a:cubicBezTo>
                    <a:pt x="11" y="39"/>
                    <a:pt x="58" y="10"/>
                    <a:pt x="6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634">
              <a:extLst>
                <a:ext uri="{FF2B5EF4-FFF2-40B4-BE49-F238E27FC236}">
                  <a16:creationId xmlns:a16="http://schemas.microsoft.com/office/drawing/2014/main" id="{A1EE2323-0533-4308-A694-C45663CC6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559"/>
              <a:ext cx="20" cy="24"/>
            </a:xfrm>
            <a:custGeom>
              <a:avLst/>
              <a:gdLst>
                <a:gd name="T0" fmla="*/ 50 w 8"/>
                <a:gd name="T1" fmla="*/ 0 h 9"/>
                <a:gd name="T2" fmla="*/ 113 w 8"/>
                <a:gd name="T3" fmla="*/ 21 h 9"/>
                <a:gd name="T4" fmla="*/ 95 w 8"/>
                <a:gd name="T5" fmla="*/ 149 h 9"/>
                <a:gd name="T6" fmla="*/ 0 w 8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4" y="0"/>
                    <a:pt x="5" y="0"/>
                    <a:pt x="7" y="1"/>
                  </a:cubicBezTo>
                  <a:cubicBezTo>
                    <a:pt x="7" y="3"/>
                    <a:pt x="8" y="6"/>
                    <a:pt x="6" y="8"/>
                  </a:cubicBezTo>
                  <a:cubicBezTo>
                    <a:pt x="3" y="9"/>
                    <a:pt x="0" y="6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635">
              <a:extLst>
                <a:ext uri="{FF2B5EF4-FFF2-40B4-BE49-F238E27FC236}">
                  <a16:creationId xmlns:a16="http://schemas.microsoft.com/office/drawing/2014/main" id="{E6022E99-7A9B-4AC5-A1F4-69B265FB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559"/>
              <a:ext cx="80" cy="32"/>
            </a:xfrm>
            <a:custGeom>
              <a:avLst/>
              <a:gdLst>
                <a:gd name="T0" fmla="*/ 0 w 32"/>
                <a:gd name="T1" fmla="*/ 93 h 12"/>
                <a:gd name="T2" fmla="*/ 500 w 3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5"/>
                  </a:moveTo>
                  <a:cubicBezTo>
                    <a:pt x="5" y="12"/>
                    <a:pt x="29" y="9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636">
              <a:extLst>
                <a:ext uri="{FF2B5EF4-FFF2-40B4-BE49-F238E27FC236}">
                  <a16:creationId xmlns:a16="http://schemas.microsoft.com/office/drawing/2014/main" id="{59376950-BAB3-44DC-9243-EECDD7030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935"/>
              <a:ext cx="930" cy="285"/>
            </a:xfrm>
            <a:custGeom>
              <a:avLst/>
              <a:gdLst>
                <a:gd name="T0" fmla="*/ 533 w 372"/>
                <a:gd name="T1" fmla="*/ 1625 h 107"/>
                <a:gd name="T2" fmla="*/ 1908 w 372"/>
                <a:gd name="T3" fmla="*/ 738 h 107"/>
                <a:gd name="T4" fmla="*/ 3770 w 372"/>
                <a:gd name="T5" fmla="*/ 418 h 107"/>
                <a:gd name="T6" fmla="*/ 5408 w 372"/>
                <a:gd name="T7" fmla="*/ 320 h 107"/>
                <a:gd name="T8" fmla="*/ 5813 w 372"/>
                <a:gd name="T9" fmla="*/ 56 h 107"/>
                <a:gd name="T10" fmla="*/ 5470 w 372"/>
                <a:gd name="T11" fmla="*/ 56 h 107"/>
                <a:gd name="T12" fmla="*/ 4470 w 372"/>
                <a:gd name="T13" fmla="*/ 21 h 107"/>
                <a:gd name="T14" fmla="*/ 2563 w 372"/>
                <a:gd name="T15" fmla="*/ 149 h 107"/>
                <a:gd name="T16" fmla="*/ 520 w 372"/>
                <a:gd name="T17" fmla="*/ 1249 h 107"/>
                <a:gd name="T18" fmla="*/ 208 w 372"/>
                <a:gd name="T19" fmla="*/ 1702 h 107"/>
                <a:gd name="T20" fmla="*/ 33 w 372"/>
                <a:gd name="T21" fmla="*/ 1907 h 107"/>
                <a:gd name="T22" fmla="*/ 50 w 372"/>
                <a:gd name="T23" fmla="*/ 1987 h 107"/>
                <a:gd name="T24" fmla="*/ 220 w 372"/>
                <a:gd name="T25" fmla="*/ 1872 h 107"/>
                <a:gd name="T26" fmla="*/ 533 w 372"/>
                <a:gd name="T27" fmla="*/ 1625 h 1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2" h="107">
                  <a:moveTo>
                    <a:pt x="34" y="86"/>
                  </a:moveTo>
                  <a:cubicBezTo>
                    <a:pt x="61" y="67"/>
                    <a:pt x="92" y="51"/>
                    <a:pt x="122" y="39"/>
                  </a:cubicBezTo>
                  <a:cubicBezTo>
                    <a:pt x="152" y="27"/>
                    <a:pt x="202" y="20"/>
                    <a:pt x="241" y="22"/>
                  </a:cubicBezTo>
                  <a:cubicBezTo>
                    <a:pt x="281" y="24"/>
                    <a:pt x="322" y="24"/>
                    <a:pt x="346" y="17"/>
                  </a:cubicBezTo>
                  <a:cubicBezTo>
                    <a:pt x="369" y="9"/>
                    <a:pt x="364" y="4"/>
                    <a:pt x="372" y="3"/>
                  </a:cubicBezTo>
                  <a:cubicBezTo>
                    <a:pt x="363" y="4"/>
                    <a:pt x="365" y="5"/>
                    <a:pt x="350" y="3"/>
                  </a:cubicBezTo>
                  <a:cubicBezTo>
                    <a:pt x="335" y="1"/>
                    <a:pt x="315" y="0"/>
                    <a:pt x="286" y="1"/>
                  </a:cubicBezTo>
                  <a:cubicBezTo>
                    <a:pt x="257" y="2"/>
                    <a:pt x="209" y="2"/>
                    <a:pt x="164" y="8"/>
                  </a:cubicBezTo>
                  <a:cubicBezTo>
                    <a:pt x="118" y="14"/>
                    <a:pt x="73" y="36"/>
                    <a:pt x="33" y="66"/>
                  </a:cubicBezTo>
                  <a:cubicBezTo>
                    <a:pt x="22" y="75"/>
                    <a:pt x="17" y="84"/>
                    <a:pt x="13" y="90"/>
                  </a:cubicBezTo>
                  <a:cubicBezTo>
                    <a:pt x="9" y="95"/>
                    <a:pt x="8" y="97"/>
                    <a:pt x="2" y="101"/>
                  </a:cubicBezTo>
                  <a:cubicBezTo>
                    <a:pt x="0" y="103"/>
                    <a:pt x="1" y="107"/>
                    <a:pt x="3" y="105"/>
                  </a:cubicBezTo>
                  <a:cubicBezTo>
                    <a:pt x="6" y="104"/>
                    <a:pt x="9" y="104"/>
                    <a:pt x="14" y="99"/>
                  </a:cubicBezTo>
                  <a:cubicBezTo>
                    <a:pt x="18" y="94"/>
                    <a:pt x="26" y="91"/>
                    <a:pt x="34" y="86"/>
                  </a:cubicBezTo>
                  <a:close/>
                </a:path>
              </a:pathLst>
            </a:custGeom>
            <a:solidFill>
              <a:srgbClr val="BBCF4B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637">
              <a:extLst>
                <a:ext uri="{FF2B5EF4-FFF2-40B4-BE49-F238E27FC236}">
                  <a16:creationId xmlns:a16="http://schemas.microsoft.com/office/drawing/2014/main" id="{D2B6A3BA-6F3D-4340-99EC-3FDABF73E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951"/>
              <a:ext cx="280" cy="40"/>
            </a:xfrm>
            <a:custGeom>
              <a:avLst/>
              <a:gdLst>
                <a:gd name="T0" fmla="*/ 158 w 112"/>
                <a:gd name="T1" fmla="*/ 0 h 15"/>
                <a:gd name="T2" fmla="*/ 125 w 112"/>
                <a:gd name="T3" fmla="*/ 264 h 15"/>
                <a:gd name="T4" fmla="*/ 300 w 112"/>
                <a:gd name="T5" fmla="*/ 248 h 15"/>
                <a:gd name="T6" fmla="*/ 563 w 112"/>
                <a:gd name="T7" fmla="*/ 264 h 15"/>
                <a:gd name="T8" fmla="*/ 1125 w 112"/>
                <a:gd name="T9" fmla="*/ 248 h 15"/>
                <a:gd name="T10" fmla="*/ 1375 w 112"/>
                <a:gd name="T11" fmla="*/ 227 h 15"/>
                <a:gd name="T12" fmla="*/ 1750 w 112"/>
                <a:gd name="T13" fmla="*/ 115 h 15"/>
                <a:gd name="T14" fmla="*/ 1645 w 112"/>
                <a:gd name="T15" fmla="*/ 136 h 15"/>
                <a:gd name="T16" fmla="*/ 1345 w 112"/>
                <a:gd name="T17" fmla="*/ 149 h 15"/>
                <a:gd name="T18" fmla="*/ 738 w 112"/>
                <a:gd name="T19" fmla="*/ 171 h 15"/>
                <a:gd name="T20" fmla="*/ 300 w 112"/>
                <a:gd name="T21" fmla="*/ 115 h 15"/>
                <a:gd name="T22" fmla="*/ 208 w 112"/>
                <a:gd name="T23" fmla="*/ 0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15">
                  <a:moveTo>
                    <a:pt x="10" y="0"/>
                  </a:moveTo>
                  <a:cubicBezTo>
                    <a:pt x="8" y="4"/>
                    <a:pt x="0" y="12"/>
                    <a:pt x="8" y="14"/>
                  </a:cubicBezTo>
                  <a:cubicBezTo>
                    <a:pt x="11" y="14"/>
                    <a:pt x="15" y="13"/>
                    <a:pt x="19" y="13"/>
                  </a:cubicBezTo>
                  <a:cubicBezTo>
                    <a:pt x="24" y="14"/>
                    <a:pt x="30" y="14"/>
                    <a:pt x="36" y="14"/>
                  </a:cubicBezTo>
                  <a:cubicBezTo>
                    <a:pt x="48" y="14"/>
                    <a:pt x="60" y="15"/>
                    <a:pt x="72" y="13"/>
                  </a:cubicBezTo>
                  <a:cubicBezTo>
                    <a:pt x="78" y="13"/>
                    <a:pt x="83" y="13"/>
                    <a:pt x="88" y="12"/>
                  </a:cubicBezTo>
                  <a:cubicBezTo>
                    <a:pt x="97" y="12"/>
                    <a:pt x="104" y="9"/>
                    <a:pt x="112" y="6"/>
                  </a:cubicBezTo>
                  <a:cubicBezTo>
                    <a:pt x="110" y="6"/>
                    <a:pt x="107" y="7"/>
                    <a:pt x="105" y="7"/>
                  </a:cubicBezTo>
                  <a:cubicBezTo>
                    <a:pt x="98" y="8"/>
                    <a:pt x="92" y="8"/>
                    <a:pt x="86" y="8"/>
                  </a:cubicBezTo>
                  <a:cubicBezTo>
                    <a:pt x="73" y="9"/>
                    <a:pt x="60" y="9"/>
                    <a:pt x="47" y="9"/>
                  </a:cubicBezTo>
                  <a:cubicBezTo>
                    <a:pt x="38" y="9"/>
                    <a:pt x="27" y="10"/>
                    <a:pt x="19" y="6"/>
                  </a:cubicBezTo>
                  <a:cubicBezTo>
                    <a:pt x="17" y="5"/>
                    <a:pt x="14" y="2"/>
                    <a:pt x="13" y="0"/>
                  </a:cubicBezTo>
                </a:path>
              </a:pathLst>
            </a:custGeom>
            <a:solidFill>
              <a:srgbClr val="A3B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638">
              <a:extLst>
                <a:ext uri="{FF2B5EF4-FFF2-40B4-BE49-F238E27FC236}">
                  <a16:creationId xmlns:a16="http://schemas.microsoft.com/office/drawing/2014/main" id="{452094E1-FD8B-46A1-BC84-DE6EA7B5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583"/>
              <a:ext cx="553" cy="773"/>
            </a:xfrm>
            <a:custGeom>
              <a:avLst/>
              <a:gdLst>
                <a:gd name="T0" fmla="*/ 3413 w 221"/>
                <a:gd name="T1" fmla="*/ 818 h 290"/>
                <a:gd name="T2" fmla="*/ 300 w 221"/>
                <a:gd name="T3" fmla="*/ 5400 h 290"/>
                <a:gd name="T4" fmla="*/ 63 w 221"/>
                <a:gd name="T5" fmla="*/ 5435 h 290"/>
                <a:gd name="T6" fmla="*/ 300 w 221"/>
                <a:gd name="T7" fmla="*/ 5059 h 290"/>
                <a:gd name="T8" fmla="*/ 2179 w 221"/>
                <a:gd name="T9" fmla="*/ 2751 h 290"/>
                <a:gd name="T10" fmla="*/ 3213 w 221"/>
                <a:gd name="T11" fmla="*/ 704 h 290"/>
                <a:gd name="T12" fmla="*/ 3368 w 221"/>
                <a:gd name="T13" fmla="*/ 363 h 290"/>
                <a:gd name="T14" fmla="*/ 3351 w 221"/>
                <a:gd name="T15" fmla="*/ 21 h 290"/>
                <a:gd name="T16" fmla="*/ 3431 w 221"/>
                <a:gd name="T17" fmla="*/ 341 h 290"/>
                <a:gd name="T18" fmla="*/ 3413 w 221"/>
                <a:gd name="T19" fmla="*/ 818 h 2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1" h="290">
                  <a:moveTo>
                    <a:pt x="218" y="43"/>
                  </a:moveTo>
                  <a:cubicBezTo>
                    <a:pt x="188" y="147"/>
                    <a:pt x="55" y="270"/>
                    <a:pt x="19" y="285"/>
                  </a:cubicBezTo>
                  <a:cubicBezTo>
                    <a:pt x="7" y="290"/>
                    <a:pt x="0" y="289"/>
                    <a:pt x="4" y="287"/>
                  </a:cubicBezTo>
                  <a:cubicBezTo>
                    <a:pt x="12" y="283"/>
                    <a:pt x="6" y="279"/>
                    <a:pt x="19" y="267"/>
                  </a:cubicBezTo>
                  <a:cubicBezTo>
                    <a:pt x="32" y="255"/>
                    <a:pt x="116" y="180"/>
                    <a:pt x="139" y="145"/>
                  </a:cubicBezTo>
                  <a:cubicBezTo>
                    <a:pt x="162" y="109"/>
                    <a:pt x="199" y="49"/>
                    <a:pt x="205" y="37"/>
                  </a:cubicBezTo>
                  <a:cubicBezTo>
                    <a:pt x="208" y="32"/>
                    <a:pt x="213" y="25"/>
                    <a:pt x="215" y="19"/>
                  </a:cubicBezTo>
                  <a:cubicBezTo>
                    <a:pt x="217" y="12"/>
                    <a:pt x="212" y="3"/>
                    <a:pt x="214" y="1"/>
                  </a:cubicBezTo>
                  <a:cubicBezTo>
                    <a:pt x="215" y="0"/>
                    <a:pt x="218" y="13"/>
                    <a:pt x="219" y="18"/>
                  </a:cubicBezTo>
                  <a:cubicBezTo>
                    <a:pt x="219" y="23"/>
                    <a:pt x="221" y="31"/>
                    <a:pt x="218" y="43"/>
                  </a:cubicBezTo>
                  <a:close/>
                </a:path>
              </a:pathLst>
            </a:custGeom>
            <a:solidFill>
              <a:srgbClr val="BBCF4B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639">
              <a:extLst>
                <a:ext uri="{FF2B5EF4-FFF2-40B4-BE49-F238E27FC236}">
                  <a16:creationId xmlns:a16="http://schemas.microsoft.com/office/drawing/2014/main" id="{A7F3C9A3-3543-4797-AB0F-129F6898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575"/>
              <a:ext cx="235" cy="994"/>
            </a:xfrm>
            <a:custGeom>
              <a:avLst/>
              <a:gdLst>
                <a:gd name="T0" fmla="*/ 1408 w 94"/>
                <a:gd name="T1" fmla="*/ 7059 h 373"/>
                <a:gd name="T2" fmla="*/ 750 w 94"/>
                <a:gd name="T3" fmla="*/ 5205 h 373"/>
                <a:gd name="T4" fmla="*/ 33 w 94"/>
                <a:gd name="T5" fmla="*/ 1889 h 373"/>
                <a:gd name="T6" fmla="*/ 63 w 94"/>
                <a:gd name="T7" fmla="*/ 626 h 373"/>
                <a:gd name="T8" fmla="*/ 113 w 94"/>
                <a:gd name="T9" fmla="*/ 456 h 373"/>
                <a:gd name="T10" fmla="*/ 175 w 94"/>
                <a:gd name="T11" fmla="*/ 115 h 373"/>
                <a:gd name="T12" fmla="*/ 208 w 94"/>
                <a:gd name="T13" fmla="*/ 115 h 373"/>
                <a:gd name="T14" fmla="*/ 158 w 94"/>
                <a:gd name="T15" fmla="*/ 477 h 373"/>
                <a:gd name="T16" fmla="*/ 188 w 94"/>
                <a:gd name="T17" fmla="*/ 738 h 373"/>
                <a:gd name="T18" fmla="*/ 283 w 94"/>
                <a:gd name="T19" fmla="*/ 2137 h 373"/>
                <a:gd name="T20" fmla="*/ 845 w 94"/>
                <a:gd name="T21" fmla="*/ 4466 h 373"/>
                <a:gd name="T22" fmla="*/ 1145 w 94"/>
                <a:gd name="T23" fmla="*/ 6036 h 373"/>
                <a:gd name="T24" fmla="*/ 1438 w 94"/>
                <a:gd name="T25" fmla="*/ 6982 h 373"/>
                <a:gd name="T26" fmla="*/ 1408 w 94"/>
                <a:gd name="T27" fmla="*/ 7059 h 3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4" h="373">
                  <a:moveTo>
                    <a:pt x="90" y="373"/>
                  </a:moveTo>
                  <a:cubicBezTo>
                    <a:pt x="76" y="361"/>
                    <a:pt x="59" y="312"/>
                    <a:pt x="48" y="275"/>
                  </a:cubicBezTo>
                  <a:cubicBezTo>
                    <a:pt x="38" y="238"/>
                    <a:pt x="5" y="154"/>
                    <a:pt x="2" y="100"/>
                  </a:cubicBezTo>
                  <a:cubicBezTo>
                    <a:pt x="0" y="62"/>
                    <a:pt x="3" y="41"/>
                    <a:pt x="4" y="33"/>
                  </a:cubicBezTo>
                  <a:cubicBezTo>
                    <a:pt x="5" y="31"/>
                    <a:pt x="6" y="26"/>
                    <a:pt x="7" y="24"/>
                  </a:cubicBezTo>
                  <a:cubicBezTo>
                    <a:pt x="9" y="16"/>
                    <a:pt x="11" y="11"/>
                    <a:pt x="11" y="6"/>
                  </a:cubicBezTo>
                  <a:cubicBezTo>
                    <a:pt x="12" y="3"/>
                    <a:pt x="14" y="0"/>
                    <a:pt x="13" y="6"/>
                  </a:cubicBezTo>
                  <a:cubicBezTo>
                    <a:pt x="13" y="12"/>
                    <a:pt x="10" y="19"/>
                    <a:pt x="10" y="25"/>
                  </a:cubicBezTo>
                  <a:cubicBezTo>
                    <a:pt x="10" y="24"/>
                    <a:pt x="12" y="33"/>
                    <a:pt x="12" y="39"/>
                  </a:cubicBezTo>
                  <a:cubicBezTo>
                    <a:pt x="12" y="52"/>
                    <a:pt x="12" y="86"/>
                    <a:pt x="18" y="113"/>
                  </a:cubicBezTo>
                  <a:cubicBezTo>
                    <a:pt x="25" y="146"/>
                    <a:pt x="44" y="204"/>
                    <a:pt x="54" y="236"/>
                  </a:cubicBezTo>
                  <a:cubicBezTo>
                    <a:pt x="65" y="268"/>
                    <a:pt x="66" y="301"/>
                    <a:pt x="73" y="319"/>
                  </a:cubicBezTo>
                  <a:cubicBezTo>
                    <a:pt x="79" y="337"/>
                    <a:pt x="84" y="361"/>
                    <a:pt x="92" y="369"/>
                  </a:cubicBezTo>
                  <a:cubicBezTo>
                    <a:pt x="94" y="370"/>
                    <a:pt x="92" y="373"/>
                    <a:pt x="90" y="373"/>
                  </a:cubicBezTo>
                  <a:close/>
                </a:path>
              </a:pathLst>
            </a:custGeom>
            <a:solidFill>
              <a:srgbClr val="BBCF4B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640">
              <a:extLst>
                <a:ext uri="{FF2B5EF4-FFF2-40B4-BE49-F238E27FC236}">
                  <a16:creationId xmlns:a16="http://schemas.microsoft.com/office/drawing/2014/main" id="{A533515F-EDFA-4274-B8A7-C55D3FDC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676"/>
              <a:ext cx="90" cy="533"/>
            </a:xfrm>
            <a:custGeom>
              <a:avLst/>
              <a:gdLst>
                <a:gd name="T0" fmla="*/ 563 w 36"/>
                <a:gd name="T1" fmla="*/ 3784 h 200"/>
                <a:gd name="T2" fmla="*/ 33 w 36"/>
                <a:gd name="T3" fmla="*/ 1173 h 200"/>
                <a:gd name="T4" fmla="*/ 50 w 36"/>
                <a:gd name="T5" fmla="*/ 0 h 200"/>
                <a:gd name="T6" fmla="*/ 125 w 36"/>
                <a:gd name="T7" fmla="*/ 1647 h 200"/>
                <a:gd name="T8" fmla="*/ 563 w 36"/>
                <a:gd name="T9" fmla="*/ 378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0">
                  <a:moveTo>
                    <a:pt x="36" y="200"/>
                  </a:moveTo>
                  <a:cubicBezTo>
                    <a:pt x="23" y="158"/>
                    <a:pt x="4" y="101"/>
                    <a:pt x="2" y="62"/>
                  </a:cubicBezTo>
                  <a:cubicBezTo>
                    <a:pt x="0" y="31"/>
                    <a:pt x="2" y="11"/>
                    <a:pt x="3" y="0"/>
                  </a:cubicBezTo>
                  <a:cubicBezTo>
                    <a:pt x="3" y="11"/>
                    <a:pt x="4" y="62"/>
                    <a:pt x="8" y="87"/>
                  </a:cubicBezTo>
                  <a:cubicBezTo>
                    <a:pt x="12" y="112"/>
                    <a:pt x="36" y="200"/>
                    <a:pt x="36" y="2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641">
              <a:extLst>
                <a:ext uri="{FF2B5EF4-FFF2-40B4-BE49-F238E27FC236}">
                  <a16:creationId xmlns:a16="http://schemas.microsoft.com/office/drawing/2014/main" id="{BC8EE14B-A4CE-4E74-AF9D-AC3DF78E0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44"/>
              <a:ext cx="590" cy="171"/>
            </a:xfrm>
            <a:custGeom>
              <a:avLst/>
              <a:gdLst>
                <a:gd name="T0" fmla="*/ 1625 w 236"/>
                <a:gd name="T1" fmla="*/ 436 h 64"/>
                <a:gd name="T2" fmla="*/ 3488 w 236"/>
                <a:gd name="T3" fmla="*/ 991 h 64"/>
                <a:gd name="T4" fmla="*/ 3595 w 236"/>
                <a:gd name="T5" fmla="*/ 1186 h 64"/>
                <a:gd name="T6" fmla="*/ 3658 w 236"/>
                <a:gd name="T7" fmla="*/ 1200 h 64"/>
                <a:gd name="T8" fmla="*/ 3675 w 236"/>
                <a:gd name="T9" fmla="*/ 1128 h 64"/>
                <a:gd name="T10" fmla="*/ 3363 w 236"/>
                <a:gd name="T11" fmla="*/ 671 h 64"/>
                <a:gd name="T12" fmla="*/ 1500 w 236"/>
                <a:gd name="T13" fmla="*/ 35 h 64"/>
                <a:gd name="T14" fmla="*/ 125 w 236"/>
                <a:gd name="T15" fmla="*/ 251 h 64"/>
                <a:gd name="T16" fmla="*/ 33 w 236"/>
                <a:gd name="T17" fmla="*/ 321 h 64"/>
                <a:gd name="T18" fmla="*/ 63 w 236"/>
                <a:gd name="T19" fmla="*/ 401 h 64"/>
                <a:gd name="T20" fmla="*/ 125 w 236"/>
                <a:gd name="T21" fmla="*/ 321 h 64"/>
                <a:gd name="T22" fmla="*/ 1625 w 236"/>
                <a:gd name="T23" fmla="*/ 436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6" h="64">
                  <a:moveTo>
                    <a:pt x="104" y="23"/>
                  </a:moveTo>
                  <a:cubicBezTo>
                    <a:pt x="131" y="24"/>
                    <a:pt x="188" y="25"/>
                    <a:pt x="223" y="52"/>
                  </a:cubicBezTo>
                  <a:cubicBezTo>
                    <a:pt x="229" y="57"/>
                    <a:pt x="230" y="58"/>
                    <a:pt x="230" y="62"/>
                  </a:cubicBezTo>
                  <a:cubicBezTo>
                    <a:pt x="231" y="64"/>
                    <a:pt x="233" y="64"/>
                    <a:pt x="234" y="63"/>
                  </a:cubicBezTo>
                  <a:cubicBezTo>
                    <a:pt x="235" y="62"/>
                    <a:pt x="236" y="61"/>
                    <a:pt x="235" y="59"/>
                  </a:cubicBezTo>
                  <a:cubicBezTo>
                    <a:pt x="233" y="52"/>
                    <a:pt x="226" y="44"/>
                    <a:pt x="215" y="35"/>
                  </a:cubicBezTo>
                  <a:cubicBezTo>
                    <a:pt x="191" y="12"/>
                    <a:pt x="132" y="5"/>
                    <a:pt x="96" y="2"/>
                  </a:cubicBezTo>
                  <a:cubicBezTo>
                    <a:pt x="78" y="0"/>
                    <a:pt x="18" y="7"/>
                    <a:pt x="8" y="13"/>
                  </a:cubicBezTo>
                  <a:cubicBezTo>
                    <a:pt x="5" y="15"/>
                    <a:pt x="3" y="17"/>
                    <a:pt x="2" y="17"/>
                  </a:cubicBezTo>
                  <a:cubicBezTo>
                    <a:pt x="0" y="20"/>
                    <a:pt x="2" y="23"/>
                    <a:pt x="4" y="21"/>
                  </a:cubicBezTo>
                  <a:cubicBezTo>
                    <a:pt x="5" y="20"/>
                    <a:pt x="6" y="19"/>
                    <a:pt x="8" y="17"/>
                  </a:cubicBezTo>
                  <a:cubicBezTo>
                    <a:pt x="14" y="13"/>
                    <a:pt x="58" y="25"/>
                    <a:pt x="104" y="23"/>
                  </a:cubicBezTo>
                  <a:close/>
                </a:path>
              </a:pathLst>
            </a:custGeom>
            <a:solidFill>
              <a:srgbClr val="BBCF4B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642">
              <a:extLst>
                <a:ext uri="{FF2B5EF4-FFF2-40B4-BE49-F238E27FC236}">
                  <a16:creationId xmlns:a16="http://schemas.microsoft.com/office/drawing/2014/main" id="{982DEE83-C658-405F-8913-12E3EACF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44"/>
              <a:ext cx="590" cy="171"/>
            </a:xfrm>
            <a:custGeom>
              <a:avLst/>
              <a:gdLst>
                <a:gd name="T0" fmla="*/ 1625 w 236"/>
                <a:gd name="T1" fmla="*/ 436 h 64"/>
                <a:gd name="T2" fmla="*/ 3488 w 236"/>
                <a:gd name="T3" fmla="*/ 991 h 64"/>
                <a:gd name="T4" fmla="*/ 3595 w 236"/>
                <a:gd name="T5" fmla="*/ 1186 h 64"/>
                <a:gd name="T6" fmla="*/ 3658 w 236"/>
                <a:gd name="T7" fmla="*/ 1200 h 64"/>
                <a:gd name="T8" fmla="*/ 3675 w 236"/>
                <a:gd name="T9" fmla="*/ 1128 h 64"/>
                <a:gd name="T10" fmla="*/ 3363 w 236"/>
                <a:gd name="T11" fmla="*/ 671 h 64"/>
                <a:gd name="T12" fmla="*/ 1500 w 236"/>
                <a:gd name="T13" fmla="*/ 35 h 64"/>
                <a:gd name="T14" fmla="*/ 125 w 236"/>
                <a:gd name="T15" fmla="*/ 251 h 64"/>
                <a:gd name="T16" fmla="*/ 33 w 236"/>
                <a:gd name="T17" fmla="*/ 321 h 64"/>
                <a:gd name="T18" fmla="*/ 63 w 236"/>
                <a:gd name="T19" fmla="*/ 401 h 64"/>
                <a:gd name="T20" fmla="*/ 125 w 236"/>
                <a:gd name="T21" fmla="*/ 321 h 64"/>
                <a:gd name="T22" fmla="*/ 1625 w 236"/>
                <a:gd name="T23" fmla="*/ 436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6" h="64">
                  <a:moveTo>
                    <a:pt x="104" y="23"/>
                  </a:moveTo>
                  <a:cubicBezTo>
                    <a:pt x="131" y="24"/>
                    <a:pt x="188" y="25"/>
                    <a:pt x="223" y="52"/>
                  </a:cubicBezTo>
                  <a:cubicBezTo>
                    <a:pt x="229" y="57"/>
                    <a:pt x="230" y="58"/>
                    <a:pt x="230" y="62"/>
                  </a:cubicBezTo>
                  <a:cubicBezTo>
                    <a:pt x="231" y="64"/>
                    <a:pt x="233" y="64"/>
                    <a:pt x="234" y="63"/>
                  </a:cubicBezTo>
                  <a:cubicBezTo>
                    <a:pt x="235" y="62"/>
                    <a:pt x="236" y="61"/>
                    <a:pt x="235" y="59"/>
                  </a:cubicBezTo>
                  <a:cubicBezTo>
                    <a:pt x="233" y="52"/>
                    <a:pt x="226" y="44"/>
                    <a:pt x="215" y="35"/>
                  </a:cubicBezTo>
                  <a:cubicBezTo>
                    <a:pt x="191" y="12"/>
                    <a:pt x="132" y="5"/>
                    <a:pt x="96" y="2"/>
                  </a:cubicBezTo>
                  <a:cubicBezTo>
                    <a:pt x="78" y="0"/>
                    <a:pt x="18" y="7"/>
                    <a:pt x="8" y="13"/>
                  </a:cubicBezTo>
                  <a:cubicBezTo>
                    <a:pt x="5" y="15"/>
                    <a:pt x="3" y="17"/>
                    <a:pt x="2" y="17"/>
                  </a:cubicBezTo>
                  <a:cubicBezTo>
                    <a:pt x="0" y="20"/>
                    <a:pt x="2" y="23"/>
                    <a:pt x="4" y="21"/>
                  </a:cubicBezTo>
                  <a:cubicBezTo>
                    <a:pt x="5" y="20"/>
                    <a:pt x="6" y="19"/>
                    <a:pt x="8" y="17"/>
                  </a:cubicBezTo>
                  <a:cubicBezTo>
                    <a:pt x="14" y="13"/>
                    <a:pt x="58" y="25"/>
                    <a:pt x="104" y="2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643">
              <a:extLst>
                <a:ext uri="{FF2B5EF4-FFF2-40B4-BE49-F238E27FC236}">
                  <a16:creationId xmlns:a16="http://schemas.microsoft.com/office/drawing/2014/main" id="{1EB42FAC-359F-4EA3-B185-4358DC7F3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660"/>
              <a:ext cx="140" cy="240"/>
            </a:xfrm>
            <a:custGeom>
              <a:avLst/>
              <a:gdLst>
                <a:gd name="T0" fmla="*/ 0 w 56"/>
                <a:gd name="T1" fmla="*/ 1707 h 90"/>
                <a:gd name="T2" fmla="*/ 613 w 56"/>
                <a:gd name="T3" fmla="*/ 533 h 90"/>
                <a:gd name="T4" fmla="*/ 875 w 56"/>
                <a:gd name="T5" fmla="*/ 0 h 90"/>
                <a:gd name="T6" fmla="*/ 583 w 56"/>
                <a:gd name="T7" fmla="*/ 704 h 90"/>
                <a:gd name="T8" fmla="*/ 0 w 56"/>
                <a:gd name="T9" fmla="*/ 170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90">
                  <a:moveTo>
                    <a:pt x="0" y="90"/>
                  </a:moveTo>
                  <a:cubicBezTo>
                    <a:pt x="10" y="75"/>
                    <a:pt x="34" y="37"/>
                    <a:pt x="39" y="28"/>
                  </a:cubicBezTo>
                  <a:cubicBezTo>
                    <a:pt x="44" y="18"/>
                    <a:pt x="50" y="4"/>
                    <a:pt x="56" y="0"/>
                  </a:cubicBezTo>
                  <a:cubicBezTo>
                    <a:pt x="51" y="8"/>
                    <a:pt x="42" y="26"/>
                    <a:pt x="37" y="37"/>
                  </a:cubicBezTo>
                  <a:cubicBezTo>
                    <a:pt x="32" y="47"/>
                    <a:pt x="2" y="87"/>
                    <a:pt x="0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644">
              <a:extLst>
                <a:ext uri="{FF2B5EF4-FFF2-40B4-BE49-F238E27FC236}">
                  <a16:creationId xmlns:a16="http://schemas.microsoft.com/office/drawing/2014/main" id="{4FEAE84A-B3ED-4DFD-BD4D-FFD5E4E7F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988"/>
              <a:ext cx="310" cy="339"/>
            </a:xfrm>
            <a:custGeom>
              <a:avLst/>
              <a:gdLst>
                <a:gd name="T0" fmla="*/ 0 w 124"/>
                <a:gd name="T1" fmla="*/ 2416 h 127"/>
                <a:gd name="T2" fmla="*/ 208 w 124"/>
                <a:gd name="T3" fmla="*/ 2130 h 127"/>
                <a:gd name="T4" fmla="*/ 1938 w 124"/>
                <a:gd name="T5" fmla="*/ 0 h 127"/>
                <a:gd name="T6" fmla="*/ 458 w 124"/>
                <a:gd name="T7" fmla="*/ 1959 h 127"/>
                <a:gd name="T8" fmla="*/ 145 w 124"/>
                <a:gd name="T9" fmla="*/ 2266 h 127"/>
                <a:gd name="T10" fmla="*/ 0 w 124"/>
                <a:gd name="T11" fmla="*/ 2416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27">
                  <a:moveTo>
                    <a:pt x="0" y="127"/>
                  </a:moveTo>
                  <a:cubicBezTo>
                    <a:pt x="3" y="122"/>
                    <a:pt x="1" y="122"/>
                    <a:pt x="13" y="112"/>
                  </a:cubicBezTo>
                  <a:cubicBezTo>
                    <a:pt x="25" y="102"/>
                    <a:pt x="97" y="38"/>
                    <a:pt x="124" y="0"/>
                  </a:cubicBezTo>
                  <a:cubicBezTo>
                    <a:pt x="117" y="15"/>
                    <a:pt x="52" y="83"/>
                    <a:pt x="29" y="103"/>
                  </a:cubicBezTo>
                  <a:cubicBezTo>
                    <a:pt x="22" y="109"/>
                    <a:pt x="12" y="115"/>
                    <a:pt x="9" y="119"/>
                  </a:cubicBezTo>
                  <a:cubicBezTo>
                    <a:pt x="6" y="122"/>
                    <a:pt x="0" y="127"/>
                    <a:pt x="0" y="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645">
              <a:extLst>
                <a:ext uri="{FF2B5EF4-FFF2-40B4-BE49-F238E27FC236}">
                  <a16:creationId xmlns:a16="http://schemas.microsoft.com/office/drawing/2014/main" id="{A028EC32-27E3-4713-8A4B-2926E48C3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953"/>
              <a:ext cx="460" cy="187"/>
            </a:xfrm>
            <a:custGeom>
              <a:avLst/>
              <a:gdLst>
                <a:gd name="T0" fmla="*/ 0 w 184"/>
                <a:gd name="T1" fmla="*/ 1336 h 70"/>
                <a:gd name="T2" fmla="*/ 1113 w 184"/>
                <a:gd name="T3" fmla="*/ 457 h 70"/>
                <a:gd name="T4" fmla="*/ 2875 w 184"/>
                <a:gd name="T5" fmla="*/ 0 h 70"/>
                <a:gd name="T6" fmla="*/ 1175 w 184"/>
                <a:gd name="T7" fmla="*/ 492 h 70"/>
                <a:gd name="T8" fmla="*/ 0 w 184"/>
                <a:gd name="T9" fmla="*/ 133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70">
                  <a:moveTo>
                    <a:pt x="0" y="70"/>
                  </a:moveTo>
                  <a:cubicBezTo>
                    <a:pt x="10" y="57"/>
                    <a:pt x="50" y="34"/>
                    <a:pt x="71" y="24"/>
                  </a:cubicBezTo>
                  <a:cubicBezTo>
                    <a:pt x="93" y="14"/>
                    <a:pt x="141" y="0"/>
                    <a:pt x="184" y="0"/>
                  </a:cubicBezTo>
                  <a:cubicBezTo>
                    <a:pt x="172" y="1"/>
                    <a:pt x="108" y="11"/>
                    <a:pt x="75" y="26"/>
                  </a:cubicBezTo>
                  <a:cubicBezTo>
                    <a:pt x="49" y="37"/>
                    <a:pt x="19" y="52"/>
                    <a:pt x="0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646">
              <a:extLst>
                <a:ext uri="{FF2B5EF4-FFF2-40B4-BE49-F238E27FC236}">
                  <a16:creationId xmlns:a16="http://schemas.microsoft.com/office/drawing/2014/main" id="{7BE4F1C7-000B-4A97-8205-0B3DDDA98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943"/>
              <a:ext cx="253" cy="10"/>
            </a:xfrm>
            <a:custGeom>
              <a:avLst/>
              <a:gdLst>
                <a:gd name="T0" fmla="*/ 0 w 101"/>
                <a:gd name="T1" fmla="*/ 33 h 4"/>
                <a:gd name="T2" fmla="*/ 879 w 101"/>
                <a:gd name="T3" fmla="*/ 0 h 4"/>
                <a:gd name="T4" fmla="*/ 1588 w 101"/>
                <a:gd name="T5" fmla="*/ 33 h 4"/>
                <a:gd name="T6" fmla="*/ 897 w 101"/>
                <a:gd name="T7" fmla="*/ 50 h 4"/>
                <a:gd name="T8" fmla="*/ 0 w 101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">
                  <a:moveTo>
                    <a:pt x="0" y="2"/>
                  </a:moveTo>
                  <a:cubicBezTo>
                    <a:pt x="19" y="1"/>
                    <a:pt x="43" y="1"/>
                    <a:pt x="56" y="0"/>
                  </a:cubicBezTo>
                  <a:cubicBezTo>
                    <a:pt x="69" y="0"/>
                    <a:pt x="92" y="1"/>
                    <a:pt x="101" y="2"/>
                  </a:cubicBezTo>
                  <a:cubicBezTo>
                    <a:pt x="92" y="1"/>
                    <a:pt x="70" y="1"/>
                    <a:pt x="57" y="3"/>
                  </a:cubicBezTo>
                  <a:cubicBezTo>
                    <a:pt x="43" y="4"/>
                    <a:pt x="8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647">
              <a:extLst>
                <a:ext uri="{FF2B5EF4-FFF2-40B4-BE49-F238E27FC236}">
                  <a16:creationId xmlns:a16="http://schemas.microsoft.com/office/drawing/2014/main" id="{2D7B8DEE-FA5A-4007-83AE-BAF5DA872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255"/>
              <a:ext cx="405" cy="61"/>
            </a:xfrm>
            <a:custGeom>
              <a:avLst/>
              <a:gdLst>
                <a:gd name="T0" fmla="*/ 0 w 162"/>
                <a:gd name="T1" fmla="*/ 133 h 23"/>
                <a:gd name="T2" fmla="*/ 1020 w 162"/>
                <a:gd name="T3" fmla="*/ 34 h 23"/>
                <a:gd name="T4" fmla="*/ 2533 w 162"/>
                <a:gd name="T5" fmla="*/ 430 h 23"/>
                <a:gd name="T6" fmla="*/ 938 w 162"/>
                <a:gd name="T7" fmla="*/ 90 h 23"/>
                <a:gd name="T8" fmla="*/ 0 w 162"/>
                <a:gd name="T9" fmla="*/ 1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3">
                  <a:moveTo>
                    <a:pt x="0" y="7"/>
                  </a:moveTo>
                  <a:cubicBezTo>
                    <a:pt x="19" y="1"/>
                    <a:pt x="46" y="0"/>
                    <a:pt x="65" y="2"/>
                  </a:cubicBezTo>
                  <a:cubicBezTo>
                    <a:pt x="84" y="3"/>
                    <a:pt x="138" y="11"/>
                    <a:pt x="162" y="23"/>
                  </a:cubicBezTo>
                  <a:cubicBezTo>
                    <a:pt x="148" y="18"/>
                    <a:pt x="92" y="6"/>
                    <a:pt x="60" y="5"/>
                  </a:cubicBezTo>
                  <a:cubicBezTo>
                    <a:pt x="28" y="4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648">
              <a:extLst>
                <a:ext uri="{FF2B5EF4-FFF2-40B4-BE49-F238E27FC236}">
                  <a16:creationId xmlns:a16="http://schemas.microsoft.com/office/drawing/2014/main" id="{3E01514D-982B-4B27-8096-73E0A3C3E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36"/>
              <a:ext cx="180" cy="64"/>
            </a:xfrm>
            <a:custGeom>
              <a:avLst/>
              <a:gdLst>
                <a:gd name="T0" fmla="*/ 0 w 72"/>
                <a:gd name="T1" fmla="*/ 456 h 24"/>
                <a:gd name="T2" fmla="*/ 1125 w 7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24">
                  <a:moveTo>
                    <a:pt x="0" y="24"/>
                  </a:moveTo>
                  <a:cubicBezTo>
                    <a:pt x="14" y="14"/>
                    <a:pt x="45" y="1"/>
                    <a:pt x="7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649">
              <a:extLst>
                <a:ext uri="{FF2B5EF4-FFF2-40B4-BE49-F238E27FC236}">
                  <a16:creationId xmlns:a16="http://schemas.microsoft.com/office/drawing/2014/main" id="{1AD94FD6-EE3C-45DA-8108-A26E7ABE3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265"/>
              <a:ext cx="140" cy="51"/>
            </a:xfrm>
            <a:custGeom>
              <a:avLst/>
              <a:gdLst>
                <a:gd name="T0" fmla="*/ 0 w 56"/>
                <a:gd name="T1" fmla="*/ 368 h 19"/>
                <a:gd name="T2" fmla="*/ 875 w 5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9">
                  <a:moveTo>
                    <a:pt x="0" y="19"/>
                  </a:moveTo>
                  <a:cubicBezTo>
                    <a:pt x="15" y="19"/>
                    <a:pt x="50" y="5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Freeform 650">
              <a:extLst>
                <a:ext uri="{FF2B5EF4-FFF2-40B4-BE49-F238E27FC236}">
                  <a16:creationId xmlns:a16="http://schemas.microsoft.com/office/drawing/2014/main" id="{B0FA4D90-FD40-4A65-A975-B40D7958F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905"/>
              <a:ext cx="53" cy="59"/>
            </a:xfrm>
            <a:custGeom>
              <a:avLst/>
              <a:gdLst>
                <a:gd name="T0" fmla="*/ 33 w 21"/>
                <a:gd name="T1" fmla="*/ 0 h 22"/>
                <a:gd name="T2" fmla="*/ 83 w 21"/>
                <a:gd name="T3" fmla="*/ 287 h 22"/>
                <a:gd name="T4" fmla="*/ 114 w 21"/>
                <a:gd name="T5" fmla="*/ 424 h 22"/>
                <a:gd name="T6" fmla="*/ 209 w 21"/>
                <a:gd name="T7" fmla="*/ 274 h 22"/>
                <a:gd name="T8" fmla="*/ 338 w 21"/>
                <a:gd name="T9" fmla="*/ 21 h 22"/>
                <a:gd name="T10" fmla="*/ 192 w 21"/>
                <a:gd name="T11" fmla="*/ 137 h 22"/>
                <a:gd name="T12" fmla="*/ 0 w 2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2" y="0"/>
                  </a:moveTo>
                  <a:cubicBezTo>
                    <a:pt x="2" y="5"/>
                    <a:pt x="4" y="10"/>
                    <a:pt x="5" y="15"/>
                  </a:cubicBezTo>
                  <a:cubicBezTo>
                    <a:pt x="6" y="17"/>
                    <a:pt x="5" y="20"/>
                    <a:pt x="7" y="22"/>
                  </a:cubicBezTo>
                  <a:cubicBezTo>
                    <a:pt x="9" y="20"/>
                    <a:pt x="11" y="16"/>
                    <a:pt x="13" y="14"/>
                  </a:cubicBezTo>
                  <a:cubicBezTo>
                    <a:pt x="16" y="9"/>
                    <a:pt x="19" y="5"/>
                    <a:pt x="21" y="1"/>
                  </a:cubicBezTo>
                  <a:cubicBezTo>
                    <a:pt x="19" y="3"/>
                    <a:pt x="15" y="7"/>
                    <a:pt x="12" y="7"/>
                  </a:cubicBezTo>
                  <a:cubicBezTo>
                    <a:pt x="7" y="7"/>
                    <a:pt x="5" y="1"/>
                    <a:pt x="0" y="0"/>
                  </a:cubicBezTo>
                </a:path>
              </a:pathLst>
            </a:custGeom>
            <a:solidFill>
              <a:srgbClr val="A3B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Freeform 651">
              <a:extLst>
                <a:ext uri="{FF2B5EF4-FFF2-40B4-BE49-F238E27FC236}">
                  <a16:creationId xmlns:a16="http://schemas.microsoft.com/office/drawing/2014/main" id="{DC400936-9A4D-4D40-8718-F333F4BF7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967"/>
              <a:ext cx="55" cy="122"/>
            </a:xfrm>
            <a:custGeom>
              <a:avLst/>
              <a:gdLst>
                <a:gd name="T0" fmla="*/ 270 w 22"/>
                <a:gd name="T1" fmla="*/ 34 h 46"/>
                <a:gd name="T2" fmla="*/ 333 w 22"/>
                <a:gd name="T3" fmla="*/ 353 h 46"/>
                <a:gd name="T4" fmla="*/ 188 w 22"/>
                <a:gd name="T5" fmla="*/ 597 h 46"/>
                <a:gd name="T6" fmla="*/ 0 w 22"/>
                <a:gd name="T7" fmla="*/ 859 h 46"/>
                <a:gd name="T8" fmla="*/ 208 w 22"/>
                <a:gd name="T9" fmla="*/ 507 h 46"/>
                <a:gd name="T10" fmla="*/ 250 w 22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6">
                  <a:moveTo>
                    <a:pt x="17" y="2"/>
                  </a:moveTo>
                  <a:cubicBezTo>
                    <a:pt x="18" y="7"/>
                    <a:pt x="22" y="15"/>
                    <a:pt x="21" y="19"/>
                  </a:cubicBezTo>
                  <a:cubicBezTo>
                    <a:pt x="19" y="23"/>
                    <a:pt x="15" y="29"/>
                    <a:pt x="12" y="32"/>
                  </a:cubicBezTo>
                  <a:cubicBezTo>
                    <a:pt x="9" y="36"/>
                    <a:pt x="3" y="41"/>
                    <a:pt x="0" y="46"/>
                  </a:cubicBezTo>
                  <a:cubicBezTo>
                    <a:pt x="4" y="39"/>
                    <a:pt x="9" y="33"/>
                    <a:pt x="13" y="27"/>
                  </a:cubicBezTo>
                  <a:cubicBezTo>
                    <a:pt x="16" y="19"/>
                    <a:pt x="17" y="8"/>
                    <a:pt x="16" y="0"/>
                  </a:cubicBezTo>
                </a:path>
              </a:pathLst>
            </a:custGeom>
            <a:solidFill>
              <a:srgbClr val="A3B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8" name="Freeform 652">
              <a:extLst>
                <a:ext uri="{FF2B5EF4-FFF2-40B4-BE49-F238E27FC236}">
                  <a16:creationId xmlns:a16="http://schemas.microsoft.com/office/drawing/2014/main" id="{FD87E05B-1BE8-4830-985B-503A5D871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308"/>
              <a:ext cx="38" cy="59"/>
            </a:xfrm>
            <a:custGeom>
              <a:avLst/>
              <a:gdLst>
                <a:gd name="T0" fmla="*/ 33 w 15"/>
                <a:gd name="T1" fmla="*/ 21 h 22"/>
                <a:gd name="T2" fmla="*/ 193 w 15"/>
                <a:gd name="T3" fmla="*/ 35 h 22"/>
                <a:gd name="T4" fmla="*/ 213 w 15"/>
                <a:gd name="T5" fmla="*/ 172 h 22"/>
                <a:gd name="T6" fmla="*/ 243 w 15"/>
                <a:gd name="T7" fmla="*/ 424 h 22"/>
                <a:gd name="T8" fmla="*/ 147 w 15"/>
                <a:gd name="T9" fmla="*/ 193 h 22"/>
                <a:gd name="T10" fmla="*/ 0 w 15"/>
                <a:gd name="T11" fmla="*/ 5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2" y="1"/>
                  </a:moveTo>
                  <a:cubicBezTo>
                    <a:pt x="4" y="1"/>
                    <a:pt x="10" y="0"/>
                    <a:pt x="12" y="2"/>
                  </a:cubicBezTo>
                  <a:cubicBezTo>
                    <a:pt x="13" y="4"/>
                    <a:pt x="13" y="8"/>
                    <a:pt x="13" y="9"/>
                  </a:cubicBezTo>
                  <a:cubicBezTo>
                    <a:pt x="14" y="14"/>
                    <a:pt x="15" y="18"/>
                    <a:pt x="15" y="22"/>
                  </a:cubicBezTo>
                  <a:cubicBezTo>
                    <a:pt x="14" y="18"/>
                    <a:pt x="12" y="13"/>
                    <a:pt x="9" y="10"/>
                  </a:cubicBezTo>
                  <a:cubicBezTo>
                    <a:pt x="7" y="7"/>
                    <a:pt x="3" y="5"/>
                    <a:pt x="0" y="3"/>
                  </a:cubicBezTo>
                </a:path>
              </a:pathLst>
            </a:custGeom>
            <a:solidFill>
              <a:srgbClr val="A3B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Freeform 653">
              <a:extLst>
                <a:ext uri="{FF2B5EF4-FFF2-40B4-BE49-F238E27FC236}">
                  <a16:creationId xmlns:a16="http://schemas.microsoft.com/office/drawing/2014/main" id="{65EADB1E-45BA-4E4E-A215-E41A70560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489"/>
              <a:ext cx="1433" cy="1152"/>
            </a:xfrm>
            <a:custGeom>
              <a:avLst/>
              <a:gdLst>
                <a:gd name="T0" fmla="*/ 345 w 573"/>
                <a:gd name="T1" fmla="*/ 4096 h 432"/>
                <a:gd name="T2" fmla="*/ 4817 w 573"/>
                <a:gd name="T3" fmla="*/ 0 h 432"/>
                <a:gd name="T4" fmla="*/ 8555 w 573"/>
                <a:gd name="T5" fmla="*/ 4403 h 432"/>
                <a:gd name="T6" fmla="*/ 4116 w 573"/>
                <a:gd name="T7" fmla="*/ 8192 h 432"/>
                <a:gd name="T8" fmla="*/ 345 w 573"/>
                <a:gd name="T9" fmla="*/ 4096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3" h="432">
                  <a:moveTo>
                    <a:pt x="22" y="216"/>
                  </a:moveTo>
                  <a:cubicBezTo>
                    <a:pt x="46" y="88"/>
                    <a:pt x="163" y="0"/>
                    <a:pt x="308" y="0"/>
                  </a:cubicBezTo>
                  <a:cubicBezTo>
                    <a:pt x="454" y="0"/>
                    <a:pt x="573" y="110"/>
                    <a:pt x="547" y="232"/>
                  </a:cubicBezTo>
                  <a:cubicBezTo>
                    <a:pt x="521" y="349"/>
                    <a:pt x="409" y="432"/>
                    <a:pt x="263" y="432"/>
                  </a:cubicBezTo>
                  <a:cubicBezTo>
                    <a:pt x="117" y="432"/>
                    <a:pt x="0" y="333"/>
                    <a:pt x="22" y="21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AD3C8820-12A6-4F96-9901-4D5EC303EB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Vegetables (4)</a:t>
            </a:r>
          </a:p>
        </p:txBody>
      </p:sp>
      <p:grpSp>
        <p:nvGrpSpPr>
          <p:cNvPr id="2" name="pile-of-brown-lentils-illustration">
            <a:extLst>
              <a:ext uri="{FF2B5EF4-FFF2-40B4-BE49-F238E27FC236}">
                <a16:creationId xmlns:a16="http://schemas.microsoft.com/office/drawing/2014/main" id="{CDDC6BCB-4E32-460B-A762-0CBE067BEC3E}"/>
              </a:ext>
            </a:extLst>
          </p:cNvPr>
          <p:cNvGrpSpPr>
            <a:grpSpLocks/>
          </p:cNvGrpSpPr>
          <p:nvPr/>
        </p:nvGrpSpPr>
        <p:grpSpPr bwMode="auto">
          <a:xfrm>
            <a:off x="7673975" y="1644650"/>
            <a:ext cx="1924050" cy="1168400"/>
            <a:chOff x="2540" y="1952"/>
            <a:chExt cx="690" cy="419"/>
          </a:xfrm>
        </p:grpSpPr>
        <p:sp>
          <p:nvSpPr>
            <p:cNvPr id="58013" name="Freeform 4">
              <a:extLst>
                <a:ext uri="{FF2B5EF4-FFF2-40B4-BE49-F238E27FC236}">
                  <a16:creationId xmlns:a16="http://schemas.microsoft.com/office/drawing/2014/main" id="{A5B3FA5A-2251-4D4D-A226-CB65DEF1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960"/>
              <a:ext cx="628" cy="392"/>
            </a:xfrm>
            <a:custGeom>
              <a:avLst/>
              <a:gdLst>
                <a:gd name="T0" fmla="*/ 2722 w 251"/>
                <a:gd name="T1" fmla="*/ 227 h 147"/>
                <a:gd name="T2" fmla="*/ 2459 w 251"/>
                <a:gd name="T3" fmla="*/ 93 h 147"/>
                <a:gd name="T4" fmla="*/ 2067 w 251"/>
                <a:gd name="T5" fmla="*/ 35 h 147"/>
                <a:gd name="T6" fmla="*/ 1879 w 251"/>
                <a:gd name="T7" fmla="*/ 264 h 147"/>
                <a:gd name="T8" fmla="*/ 1816 w 251"/>
                <a:gd name="T9" fmla="*/ 419 h 147"/>
                <a:gd name="T10" fmla="*/ 1721 w 251"/>
                <a:gd name="T11" fmla="*/ 435 h 147"/>
                <a:gd name="T12" fmla="*/ 1721 w 251"/>
                <a:gd name="T13" fmla="*/ 491 h 147"/>
                <a:gd name="T14" fmla="*/ 1629 w 251"/>
                <a:gd name="T15" fmla="*/ 477 h 147"/>
                <a:gd name="T16" fmla="*/ 1459 w 251"/>
                <a:gd name="T17" fmla="*/ 419 h 147"/>
                <a:gd name="T18" fmla="*/ 1251 w 251"/>
                <a:gd name="T19" fmla="*/ 648 h 147"/>
                <a:gd name="T20" fmla="*/ 1033 w 251"/>
                <a:gd name="T21" fmla="*/ 819 h 147"/>
                <a:gd name="T22" fmla="*/ 876 w 251"/>
                <a:gd name="T23" fmla="*/ 1003 h 147"/>
                <a:gd name="T24" fmla="*/ 738 w 251"/>
                <a:gd name="T25" fmla="*/ 1160 h 147"/>
                <a:gd name="T26" fmla="*/ 708 w 251"/>
                <a:gd name="T27" fmla="*/ 1387 h 147"/>
                <a:gd name="T28" fmla="*/ 520 w 251"/>
                <a:gd name="T29" fmla="*/ 1400 h 147"/>
                <a:gd name="T30" fmla="*/ 408 w 251"/>
                <a:gd name="T31" fmla="*/ 1421 h 147"/>
                <a:gd name="T32" fmla="*/ 270 w 251"/>
                <a:gd name="T33" fmla="*/ 1515 h 147"/>
                <a:gd name="T34" fmla="*/ 175 w 251"/>
                <a:gd name="T35" fmla="*/ 1651 h 147"/>
                <a:gd name="T36" fmla="*/ 158 w 251"/>
                <a:gd name="T37" fmla="*/ 1763 h 147"/>
                <a:gd name="T38" fmla="*/ 83 w 251"/>
                <a:gd name="T39" fmla="*/ 1856 h 147"/>
                <a:gd name="T40" fmla="*/ 0 w 251"/>
                <a:gd name="T41" fmla="*/ 2048 h 147"/>
                <a:gd name="T42" fmla="*/ 50 w 251"/>
                <a:gd name="T43" fmla="*/ 2197 h 147"/>
                <a:gd name="T44" fmla="*/ 208 w 251"/>
                <a:gd name="T45" fmla="*/ 2411 h 147"/>
                <a:gd name="T46" fmla="*/ 708 w 251"/>
                <a:gd name="T47" fmla="*/ 2539 h 147"/>
                <a:gd name="T48" fmla="*/ 908 w 251"/>
                <a:gd name="T49" fmla="*/ 2616 h 147"/>
                <a:gd name="T50" fmla="*/ 1083 w 251"/>
                <a:gd name="T51" fmla="*/ 2675 h 147"/>
                <a:gd name="T52" fmla="*/ 1396 w 251"/>
                <a:gd name="T53" fmla="*/ 2787 h 147"/>
                <a:gd name="T54" fmla="*/ 1564 w 251"/>
                <a:gd name="T55" fmla="*/ 2709 h 147"/>
                <a:gd name="T56" fmla="*/ 1784 w 251"/>
                <a:gd name="T57" fmla="*/ 2696 h 147"/>
                <a:gd name="T58" fmla="*/ 1992 w 251"/>
                <a:gd name="T59" fmla="*/ 2675 h 147"/>
                <a:gd name="T60" fmla="*/ 2209 w 251"/>
                <a:gd name="T61" fmla="*/ 2637 h 147"/>
                <a:gd name="T62" fmla="*/ 2397 w 251"/>
                <a:gd name="T63" fmla="*/ 2581 h 147"/>
                <a:gd name="T64" fmla="*/ 2617 w 251"/>
                <a:gd name="T65" fmla="*/ 2637 h 147"/>
                <a:gd name="T66" fmla="*/ 2880 w 251"/>
                <a:gd name="T67" fmla="*/ 2696 h 147"/>
                <a:gd name="T68" fmla="*/ 3163 w 251"/>
                <a:gd name="T69" fmla="*/ 2709 h 147"/>
                <a:gd name="T70" fmla="*/ 3400 w 251"/>
                <a:gd name="T71" fmla="*/ 2752 h 147"/>
                <a:gd name="T72" fmla="*/ 3588 w 251"/>
                <a:gd name="T73" fmla="*/ 2696 h 147"/>
                <a:gd name="T74" fmla="*/ 3555 w 251"/>
                <a:gd name="T75" fmla="*/ 2504 h 147"/>
                <a:gd name="T76" fmla="*/ 3555 w 251"/>
                <a:gd name="T77" fmla="*/ 2219 h 147"/>
                <a:gd name="T78" fmla="*/ 3725 w 251"/>
                <a:gd name="T79" fmla="*/ 2013 h 147"/>
                <a:gd name="T80" fmla="*/ 3931 w 251"/>
                <a:gd name="T81" fmla="*/ 1763 h 147"/>
                <a:gd name="T82" fmla="*/ 3901 w 251"/>
                <a:gd name="T83" fmla="*/ 1613 h 147"/>
                <a:gd name="T84" fmla="*/ 3755 w 251"/>
                <a:gd name="T85" fmla="*/ 1400 h 147"/>
                <a:gd name="T86" fmla="*/ 3538 w 251"/>
                <a:gd name="T87" fmla="*/ 1344 h 147"/>
                <a:gd name="T88" fmla="*/ 3305 w 251"/>
                <a:gd name="T89" fmla="*/ 1272 h 147"/>
                <a:gd name="T90" fmla="*/ 3338 w 251"/>
                <a:gd name="T91" fmla="*/ 1059 h 147"/>
                <a:gd name="T92" fmla="*/ 3255 w 251"/>
                <a:gd name="T93" fmla="*/ 776 h 147"/>
                <a:gd name="T94" fmla="*/ 2992 w 251"/>
                <a:gd name="T95" fmla="*/ 589 h 147"/>
                <a:gd name="T96" fmla="*/ 2972 w 251"/>
                <a:gd name="T97" fmla="*/ 307 h 1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51" h="147">
                  <a:moveTo>
                    <a:pt x="174" y="12"/>
                  </a:moveTo>
                  <a:cubicBezTo>
                    <a:pt x="169" y="7"/>
                    <a:pt x="163" y="6"/>
                    <a:pt x="157" y="5"/>
                  </a:cubicBezTo>
                  <a:cubicBezTo>
                    <a:pt x="149" y="3"/>
                    <a:pt x="140" y="0"/>
                    <a:pt x="132" y="2"/>
                  </a:cubicBezTo>
                  <a:cubicBezTo>
                    <a:pt x="124" y="3"/>
                    <a:pt x="123" y="7"/>
                    <a:pt x="120" y="14"/>
                  </a:cubicBezTo>
                  <a:cubicBezTo>
                    <a:pt x="119" y="16"/>
                    <a:pt x="117" y="21"/>
                    <a:pt x="116" y="22"/>
                  </a:cubicBezTo>
                  <a:cubicBezTo>
                    <a:pt x="114" y="23"/>
                    <a:pt x="112" y="23"/>
                    <a:pt x="110" y="23"/>
                  </a:cubicBezTo>
                  <a:cubicBezTo>
                    <a:pt x="110" y="24"/>
                    <a:pt x="110" y="25"/>
                    <a:pt x="110" y="26"/>
                  </a:cubicBezTo>
                  <a:cubicBezTo>
                    <a:pt x="109" y="26"/>
                    <a:pt x="106" y="26"/>
                    <a:pt x="104" y="25"/>
                  </a:cubicBezTo>
                  <a:cubicBezTo>
                    <a:pt x="100" y="24"/>
                    <a:pt x="98" y="20"/>
                    <a:pt x="93" y="22"/>
                  </a:cubicBezTo>
                  <a:cubicBezTo>
                    <a:pt x="87" y="23"/>
                    <a:pt x="84" y="30"/>
                    <a:pt x="80" y="34"/>
                  </a:cubicBezTo>
                  <a:cubicBezTo>
                    <a:pt x="76" y="38"/>
                    <a:pt x="70" y="39"/>
                    <a:pt x="66" y="43"/>
                  </a:cubicBezTo>
                  <a:cubicBezTo>
                    <a:pt x="62" y="47"/>
                    <a:pt x="59" y="50"/>
                    <a:pt x="56" y="53"/>
                  </a:cubicBezTo>
                  <a:cubicBezTo>
                    <a:pt x="53" y="56"/>
                    <a:pt x="49" y="59"/>
                    <a:pt x="47" y="61"/>
                  </a:cubicBezTo>
                  <a:cubicBezTo>
                    <a:pt x="43" y="65"/>
                    <a:pt x="48" y="69"/>
                    <a:pt x="45" y="73"/>
                  </a:cubicBezTo>
                  <a:cubicBezTo>
                    <a:pt x="43" y="77"/>
                    <a:pt x="37" y="75"/>
                    <a:pt x="33" y="74"/>
                  </a:cubicBezTo>
                  <a:cubicBezTo>
                    <a:pt x="30" y="74"/>
                    <a:pt x="29" y="74"/>
                    <a:pt x="26" y="75"/>
                  </a:cubicBezTo>
                  <a:cubicBezTo>
                    <a:pt x="23" y="76"/>
                    <a:pt x="20" y="78"/>
                    <a:pt x="17" y="80"/>
                  </a:cubicBezTo>
                  <a:cubicBezTo>
                    <a:pt x="15" y="82"/>
                    <a:pt x="13" y="84"/>
                    <a:pt x="11" y="87"/>
                  </a:cubicBezTo>
                  <a:cubicBezTo>
                    <a:pt x="10" y="89"/>
                    <a:pt x="11" y="91"/>
                    <a:pt x="10" y="93"/>
                  </a:cubicBezTo>
                  <a:cubicBezTo>
                    <a:pt x="9" y="94"/>
                    <a:pt x="6" y="96"/>
                    <a:pt x="5" y="98"/>
                  </a:cubicBezTo>
                  <a:cubicBezTo>
                    <a:pt x="2" y="101"/>
                    <a:pt x="0" y="104"/>
                    <a:pt x="0" y="108"/>
                  </a:cubicBezTo>
                  <a:cubicBezTo>
                    <a:pt x="0" y="112"/>
                    <a:pt x="1" y="114"/>
                    <a:pt x="3" y="116"/>
                  </a:cubicBezTo>
                  <a:cubicBezTo>
                    <a:pt x="7" y="120"/>
                    <a:pt x="8" y="125"/>
                    <a:pt x="13" y="127"/>
                  </a:cubicBezTo>
                  <a:cubicBezTo>
                    <a:pt x="23" y="132"/>
                    <a:pt x="34" y="134"/>
                    <a:pt x="45" y="134"/>
                  </a:cubicBezTo>
                  <a:cubicBezTo>
                    <a:pt x="49" y="135"/>
                    <a:pt x="53" y="136"/>
                    <a:pt x="58" y="138"/>
                  </a:cubicBezTo>
                  <a:cubicBezTo>
                    <a:pt x="61" y="140"/>
                    <a:pt x="65" y="140"/>
                    <a:pt x="69" y="141"/>
                  </a:cubicBezTo>
                  <a:cubicBezTo>
                    <a:pt x="75" y="143"/>
                    <a:pt x="82" y="147"/>
                    <a:pt x="89" y="147"/>
                  </a:cubicBezTo>
                  <a:cubicBezTo>
                    <a:pt x="93" y="147"/>
                    <a:pt x="97" y="145"/>
                    <a:pt x="100" y="143"/>
                  </a:cubicBezTo>
                  <a:cubicBezTo>
                    <a:pt x="105" y="140"/>
                    <a:pt x="109" y="143"/>
                    <a:pt x="114" y="142"/>
                  </a:cubicBezTo>
                  <a:cubicBezTo>
                    <a:pt x="119" y="141"/>
                    <a:pt x="122" y="140"/>
                    <a:pt x="127" y="141"/>
                  </a:cubicBezTo>
                  <a:cubicBezTo>
                    <a:pt x="132" y="142"/>
                    <a:pt x="137" y="140"/>
                    <a:pt x="141" y="139"/>
                  </a:cubicBezTo>
                  <a:cubicBezTo>
                    <a:pt x="145" y="138"/>
                    <a:pt x="149" y="136"/>
                    <a:pt x="153" y="136"/>
                  </a:cubicBezTo>
                  <a:cubicBezTo>
                    <a:pt x="158" y="136"/>
                    <a:pt x="162" y="138"/>
                    <a:pt x="167" y="139"/>
                  </a:cubicBezTo>
                  <a:cubicBezTo>
                    <a:pt x="173" y="140"/>
                    <a:pt x="178" y="141"/>
                    <a:pt x="184" y="142"/>
                  </a:cubicBezTo>
                  <a:cubicBezTo>
                    <a:pt x="190" y="143"/>
                    <a:pt x="196" y="142"/>
                    <a:pt x="202" y="143"/>
                  </a:cubicBezTo>
                  <a:cubicBezTo>
                    <a:pt x="207" y="144"/>
                    <a:pt x="211" y="146"/>
                    <a:pt x="217" y="145"/>
                  </a:cubicBezTo>
                  <a:cubicBezTo>
                    <a:pt x="220" y="145"/>
                    <a:pt x="228" y="144"/>
                    <a:pt x="229" y="142"/>
                  </a:cubicBezTo>
                  <a:cubicBezTo>
                    <a:pt x="231" y="139"/>
                    <a:pt x="229" y="134"/>
                    <a:pt x="227" y="132"/>
                  </a:cubicBezTo>
                  <a:cubicBezTo>
                    <a:pt x="225" y="126"/>
                    <a:pt x="225" y="122"/>
                    <a:pt x="227" y="117"/>
                  </a:cubicBezTo>
                  <a:cubicBezTo>
                    <a:pt x="238" y="106"/>
                    <a:pt x="238" y="106"/>
                    <a:pt x="238" y="106"/>
                  </a:cubicBezTo>
                  <a:cubicBezTo>
                    <a:pt x="251" y="93"/>
                    <a:pt x="251" y="93"/>
                    <a:pt x="251" y="93"/>
                  </a:cubicBezTo>
                  <a:cubicBezTo>
                    <a:pt x="249" y="85"/>
                    <a:pt x="249" y="85"/>
                    <a:pt x="249" y="85"/>
                  </a:cubicBezTo>
                  <a:cubicBezTo>
                    <a:pt x="240" y="74"/>
                    <a:pt x="240" y="74"/>
                    <a:pt x="240" y="74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4" y="47"/>
                    <a:pt x="208" y="41"/>
                  </a:cubicBezTo>
                  <a:cubicBezTo>
                    <a:pt x="205" y="39"/>
                    <a:pt x="194" y="37"/>
                    <a:pt x="191" y="31"/>
                  </a:cubicBezTo>
                  <a:cubicBezTo>
                    <a:pt x="187" y="25"/>
                    <a:pt x="190" y="16"/>
                    <a:pt x="190" y="16"/>
                  </a:cubicBezTo>
                </a:path>
              </a:pathLst>
            </a:custGeom>
            <a:solidFill>
              <a:srgbClr val="C57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4" name="Oval 5">
              <a:extLst>
                <a:ext uri="{FF2B5EF4-FFF2-40B4-BE49-F238E27FC236}">
                  <a16:creationId xmlns:a16="http://schemas.microsoft.com/office/drawing/2014/main" id="{9E9EB8B2-B5CD-4E94-B1C4-C90682EF9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227"/>
              <a:ext cx="80" cy="74"/>
            </a:xfrm>
            <a:prstGeom prst="ellipse">
              <a:avLst/>
            </a:pr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015" name="Freeform 6">
              <a:extLst>
                <a:ext uri="{FF2B5EF4-FFF2-40B4-BE49-F238E27FC236}">
                  <a16:creationId xmlns:a16="http://schemas.microsoft.com/office/drawing/2014/main" id="{B6AC6D6C-5A2E-4550-AC16-9AAD2714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264"/>
              <a:ext cx="85" cy="93"/>
            </a:xfrm>
            <a:custGeom>
              <a:avLst/>
              <a:gdLst>
                <a:gd name="T0" fmla="*/ 395 w 34"/>
                <a:gd name="T1" fmla="*/ 77 h 35"/>
                <a:gd name="T2" fmla="*/ 458 w 34"/>
                <a:gd name="T3" fmla="*/ 465 h 35"/>
                <a:gd name="T4" fmla="*/ 145 w 34"/>
                <a:gd name="T5" fmla="*/ 579 h 35"/>
                <a:gd name="T6" fmla="*/ 83 w 34"/>
                <a:gd name="T7" fmla="*/ 191 h 35"/>
                <a:gd name="T8" fmla="*/ 395 w 34"/>
                <a:gd name="T9" fmla="*/ 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5">
                  <a:moveTo>
                    <a:pt x="25" y="4"/>
                  </a:moveTo>
                  <a:cubicBezTo>
                    <a:pt x="32" y="8"/>
                    <a:pt x="34" y="18"/>
                    <a:pt x="29" y="25"/>
                  </a:cubicBezTo>
                  <a:cubicBezTo>
                    <a:pt x="25" y="33"/>
                    <a:pt x="16" y="35"/>
                    <a:pt x="9" y="31"/>
                  </a:cubicBezTo>
                  <a:cubicBezTo>
                    <a:pt x="2" y="27"/>
                    <a:pt x="0" y="18"/>
                    <a:pt x="5" y="10"/>
                  </a:cubicBezTo>
                  <a:cubicBezTo>
                    <a:pt x="10" y="3"/>
                    <a:pt x="19" y="0"/>
                    <a:pt x="25" y="4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6" name="Freeform 7">
              <a:extLst>
                <a:ext uri="{FF2B5EF4-FFF2-40B4-BE49-F238E27FC236}">
                  <a16:creationId xmlns:a16="http://schemas.microsoft.com/office/drawing/2014/main" id="{B6C067CC-2AC9-49BB-9708-CBFB0034F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33"/>
              <a:ext cx="90" cy="80"/>
            </a:xfrm>
            <a:custGeom>
              <a:avLst/>
              <a:gdLst>
                <a:gd name="T0" fmla="*/ 363 w 36"/>
                <a:gd name="T1" fmla="*/ 397 h 30"/>
                <a:gd name="T2" fmla="*/ 500 w 36"/>
                <a:gd name="T3" fmla="*/ 477 h 30"/>
                <a:gd name="T4" fmla="*/ 500 w 36"/>
                <a:gd name="T5" fmla="*/ 456 h 30"/>
                <a:gd name="T6" fmla="*/ 375 w 36"/>
                <a:gd name="T7" fmla="*/ 77 h 30"/>
                <a:gd name="T8" fmla="*/ 63 w 36"/>
                <a:gd name="T9" fmla="*/ 192 h 30"/>
                <a:gd name="T10" fmla="*/ 175 w 36"/>
                <a:gd name="T11" fmla="*/ 568 h 30"/>
                <a:gd name="T12" fmla="*/ 363 w 36"/>
                <a:gd name="T13" fmla="*/ 39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0">
                  <a:moveTo>
                    <a:pt x="23" y="21"/>
                  </a:moveTo>
                  <a:cubicBezTo>
                    <a:pt x="27" y="21"/>
                    <a:pt x="29" y="23"/>
                    <a:pt x="32" y="25"/>
                  </a:cubicBezTo>
                  <a:cubicBezTo>
                    <a:pt x="32" y="25"/>
                    <a:pt x="32" y="24"/>
                    <a:pt x="32" y="24"/>
                  </a:cubicBezTo>
                  <a:cubicBezTo>
                    <a:pt x="36" y="17"/>
                    <a:pt x="32" y="8"/>
                    <a:pt x="24" y="4"/>
                  </a:cubicBezTo>
                  <a:cubicBezTo>
                    <a:pt x="17" y="0"/>
                    <a:pt x="7" y="3"/>
                    <a:pt x="4" y="10"/>
                  </a:cubicBezTo>
                  <a:cubicBezTo>
                    <a:pt x="0" y="17"/>
                    <a:pt x="4" y="26"/>
                    <a:pt x="11" y="30"/>
                  </a:cubicBezTo>
                  <a:cubicBezTo>
                    <a:pt x="14" y="25"/>
                    <a:pt x="18" y="21"/>
                    <a:pt x="23" y="21"/>
                  </a:cubicBezTo>
                  <a:close/>
                </a:path>
              </a:pathLst>
            </a:custGeom>
            <a:solidFill>
              <a:srgbClr val="EAB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7" name="Freeform 8">
              <a:extLst>
                <a:ext uri="{FF2B5EF4-FFF2-40B4-BE49-F238E27FC236}">
                  <a16:creationId xmlns:a16="http://schemas.microsoft.com/office/drawing/2014/main" id="{17F60585-E2E9-4861-80E6-63E175DF4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080"/>
              <a:ext cx="77" cy="83"/>
            </a:xfrm>
            <a:custGeom>
              <a:avLst/>
              <a:gdLst>
                <a:gd name="T0" fmla="*/ 92 w 31"/>
                <a:gd name="T1" fmla="*/ 479 h 31"/>
                <a:gd name="T2" fmla="*/ 75 w 31"/>
                <a:gd name="T3" fmla="*/ 94 h 31"/>
                <a:gd name="T4" fmla="*/ 370 w 31"/>
                <a:gd name="T5" fmla="*/ 115 h 31"/>
                <a:gd name="T6" fmla="*/ 383 w 31"/>
                <a:gd name="T7" fmla="*/ 479 h 31"/>
                <a:gd name="T8" fmla="*/ 92 w 31"/>
                <a:gd name="T9" fmla="*/ 47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6" y="25"/>
                  </a:moveTo>
                  <a:cubicBezTo>
                    <a:pt x="0" y="19"/>
                    <a:pt x="0" y="11"/>
                    <a:pt x="5" y="5"/>
                  </a:cubicBezTo>
                  <a:cubicBezTo>
                    <a:pt x="10" y="0"/>
                    <a:pt x="19" y="0"/>
                    <a:pt x="24" y="6"/>
                  </a:cubicBezTo>
                  <a:cubicBezTo>
                    <a:pt x="30" y="11"/>
                    <a:pt x="31" y="20"/>
                    <a:pt x="25" y="25"/>
                  </a:cubicBezTo>
                  <a:cubicBezTo>
                    <a:pt x="20" y="31"/>
                    <a:pt x="12" y="30"/>
                    <a:pt x="6" y="25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8" name="Freeform 9">
              <a:extLst>
                <a:ext uri="{FF2B5EF4-FFF2-40B4-BE49-F238E27FC236}">
                  <a16:creationId xmlns:a16="http://schemas.microsoft.com/office/drawing/2014/main" id="{057DAC24-B28F-46A4-A58A-25FF50195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304"/>
              <a:ext cx="80" cy="59"/>
            </a:xfrm>
            <a:custGeom>
              <a:avLst/>
              <a:gdLst>
                <a:gd name="T0" fmla="*/ 345 w 32"/>
                <a:gd name="T1" fmla="*/ 346 h 22"/>
                <a:gd name="T2" fmla="*/ 50 w 32"/>
                <a:gd name="T3" fmla="*/ 346 h 22"/>
                <a:gd name="T4" fmla="*/ 158 w 32"/>
                <a:gd name="T5" fmla="*/ 80 h 22"/>
                <a:gd name="T6" fmla="*/ 458 w 32"/>
                <a:gd name="T7" fmla="*/ 56 h 22"/>
                <a:gd name="T8" fmla="*/ 345 w 32"/>
                <a:gd name="T9" fmla="*/ 34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22" y="18"/>
                  </a:moveTo>
                  <a:cubicBezTo>
                    <a:pt x="15" y="22"/>
                    <a:pt x="7" y="22"/>
                    <a:pt x="3" y="18"/>
                  </a:cubicBezTo>
                  <a:cubicBezTo>
                    <a:pt x="0" y="14"/>
                    <a:pt x="3" y="8"/>
                    <a:pt x="10" y="4"/>
                  </a:cubicBezTo>
                  <a:cubicBezTo>
                    <a:pt x="17" y="0"/>
                    <a:pt x="25" y="0"/>
                    <a:pt x="29" y="3"/>
                  </a:cubicBezTo>
                  <a:cubicBezTo>
                    <a:pt x="32" y="7"/>
                    <a:pt x="29" y="13"/>
                    <a:pt x="22" y="18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9" name="Freeform 10">
              <a:extLst>
                <a:ext uri="{FF2B5EF4-FFF2-40B4-BE49-F238E27FC236}">
                  <a16:creationId xmlns:a16="http://schemas.microsoft.com/office/drawing/2014/main" id="{22BEC593-7992-4272-A3DE-7E661208D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299"/>
              <a:ext cx="85" cy="66"/>
            </a:xfrm>
            <a:custGeom>
              <a:avLst/>
              <a:gdLst>
                <a:gd name="T0" fmla="*/ 33 w 34"/>
                <a:gd name="T1" fmla="*/ 293 h 25"/>
                <a:gd name="T2" fmla="*/ 220 w 34"/>
                <a:gd name="T3" fmla="*/ 34 h 25"/>
                <a:gd name="T4" fmla="*/ 520 w 34"/>
                <a:gd name="T5" fmla="*/ 145 h 25"/>
                <a:gd name="T6" fmla="*/ 313 w 34"/>
                <a:gd name="T7" fmla="*/ 404 h 25"/>
                <a:gd name="T8" fmla="*/ 33 w 34"/>
                <a:gd name="T9" fmla="*/ 29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2" y="16"/>
                  </a:moveTo>
                  <a:cubicBezTo>
                    <a:pt x="0" y="11"/>
                    <a:pt x="6" y="4"/>
                    <a:pt x="14" y="2"/>
                  </a:cubicBezTo>
                  <a:cubicBezTo>
                    <a:pt x="23" y="0"/>
                    <a:pt x="31" y="2"/>
                    <a:pt x="33" y="8"/>
                  </a:cubicBezTo>
                  <a:cubicBezTo>
                    <a:pt x="34" y="14"/>
                    <a:pt x="28" y="20"/>
                    <a:pt x="20" y="22"/>
                  </a:cubicBezTo>
                  <a:cubicBezTo>
                    <a:pt x="11" y="25"/>
                    <a:pt x="3" y="22"/>
                    <a:pt x="2" y="16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0" name="Freeform 11">
              <a:extLst>
                <a:ext uri="{FF2B5EF4-FFF2-40B4-BE49-F238E27FC236}">
                  <a16:creationId xmlns:a16="http://schemas.microsoft.com/office/drawing/2014/main" id="{69F8E93E-4B1B-4D57-AF39-6A499EAC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016"/>
              <a:ext cx="83" cy="75"/>
            </a:xfrm>
            <a:custGeom>
              <a:avLst/>
              <a:gdLst>
                <a:gd name="T0" fmla="*/ 475 w 33"/>
                <a:gd name="T1" fmla="*/ 150 h 28"/>
                <a:gd name="T2" fmla="*/ 347 w 33"/>
                <a:gd name="T3" fmla="*/ 458 h 28"/>
                <a:gd name="T4" fmla="*/ 50 w 33"/>
                <a:gd name="T5" fmla="*/ 402 h 28"/>
                <a:gd name="T6" fmla="*/ 176 w 33"/>
                <a:gd name="T7" fmla="*/ 78 h 28"/>
                <a:gd name="T8" fmla="*/ 475 w 33"/>
                <a:gd name="T9" fmla="*/ 15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0" y="8"/>
                  </a:moveTo>
                  <a:cubicBezTo>
                    <a:pt x="33" y="13"/>
                    <a:pt x="29" y="21"/>
                    <a:pt x="22" y="24"/>
                  </a:cubicBezTo>
                  <a:cubicBezTo>
                    <a:pt x="14" y="28"/>
                    <a:pt x="6" y="26"/>
                    <a:pt x="3" y="21"/>
                  </a:cubicBezTo>
                  <a:cubicBezTo>
                    <a:pt x="0" y="15"/>
                    <a:pt x="4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1" name="Freeform 12">
              <a:extLst>
                <a:ext uri="{FF2B5EF4-FFF2-40B4-BE49-F238E27FC236}">
                  <a16:creationId xmlns:a16="http://schemas.microsoft.com/office/drawing/2014/main" id="{F895ADC3-74B2-49EF-B17D-97BECC157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15"/>
              <a:ext cx="68" cy="90"/>
            </a:xfrm>
            <a:custGeom>
              <a:avLst/>
              <a:gdLst>
                <a:gd name="T0" fmla="*/ 222 w 27"/>
                <a:gd name="T1" fmla="*/ 630 h 34"/>
                <a:gd name="T2" fmla="*/ 113 w 27"/>
                <a:gd name="T3" fmla="*/ 148 h 34"/>
                <a:gd name="T4" fmla="*/ 431 w 27"/>
                <a:gd name="T5" fmla="*/ 23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4">
                  <a:moveTo>
                    <a:pt x="14" y="34"/>
                  </a:moveTo>
                  <a:cubicBezTo>
                    <a:pt x="6" y="31"/>
                    <a:pt x="0" y="17"/>
                    <a:pt x="7" y="8"/>
                  </a:cubicBezTo>
                  <a:cubicBezTo>
                    <a:pt x="14" y="0"/>
                    <a:pt x="24" y="8"/>
                    <a:pt x="27" y="13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2" name="Freeform 13">
              <a:extLst>
                <a:ext uri="{FF2B5EF4-FFF2-40B4-BE49-F238E27FC236}">
                  <a16:creationId xmlns:a16="http://schemas.microsoft.com/office/drawing/2014/main" id="{AD2438B5-C747-435C-9E4E-E44372A99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077"/>
              <a:ext cx="72" cy="59"/>
            </a:xfrm>
            <a:custGeom>
              <a:avLst/>
              <a:gdLst>
                <a:gd name="T0" fmla="*/ 42 w 29"/>
                <a:gd name="T1" fmla="*/ 424 h 22"/>
                <a:gd name="T2" fmla="*/ 104 w 29"/>
                <a:gd name="T3" fmla="*/ 80 h 22"/>
                <a:gd name="T4" fmla="*/ 412 w 29"/>
                <a:gd name="T5" fmla="*/ 137 h 22"/>
                <a:gd name="T6" fmla="*/ 444 w 29"/>
                <a:gd name="T7" fmla="*/ 19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2">
                  <a:moveTo>
                    <a:pt x="3" y="22"/>
                  </a:moveTo>
                  <a:cubicBezTo>
                    <a:pt x="0" y="16"/>
                    <a:pt x="2" y="7"/>
                    <a:pt x="7" y="4"/>
                  </a:cubicBezTo>
                  <a:cubicBezTo>
                    <a:pt x="12" y="0"/>
                    <a:pt x="21" y="1"/>
                    <a:pt x="27" y="7"/>
                  </a:cubicBezTo>
                  <a:cubicBezTo>
                    <a:pt x="29" y="10"/>
                    <a:pt x="29" y="10"/>
                    <a:pt x="29" y="10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3" name="Freeform 14">
              <a:extLst>
                <a:ext uri="{FF2B5EF4-FFF2-40B4-BE49-F238E27FC236}">
                  <a16:creationId xmlns:a16="http://schemas.microsoft.com/office/drawing/2014/main" id="{0AEB0EA1-34A4-4EA4-A211-D2FBC7DA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168"/>
              <a:ext cx="68" cy="88"/>
            </a:xfrm>
            <a:custGeom>
              <a:avLst/>
              <a:gdLst>
                <a:gd name="T0" fmla="*/ 431 w 27"/>
                <a:gd name="T1" fmla="*/ 605 h 33"/>
                <a:gd name="T2" fmla="*/ 63 w 27"/>
                <a:gd name="T3" fmla="*/ 227 h 33"/>
                <a:gd name="T4" fmla="*/ 413 w 27"/>
                <a:gd name="T5" fmla="*/ 13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27" y="32"/>
                  </a:moveTo>
                  <a:cubicBezTo>
                    <a:pt x="16" y="33"/>
                    <a:pt x="0" y="25"/>
                    <a:pt x="4" y="12"/>
                  </a:cubicBezTo>
                  <a:cubicBezTo>
                    <a:pt x="7" y="0"/>
                    <a:pt x="18" y="4"/>
                    <a:pt x="26" y="7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4" name="Freeform 15">
              <a:extLst>
                <a:ext uri="{FF2B5EF4-FFF2-40B4-BE49-F238E27FC236}">
                  <a16:creationId xmlns:a16="http://schemas.microsoft.com/office/drawing/2014/main" id="{0BFB49F1-F8AE-455D-BEE5-7C48CEB3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195"/>
              <a:ext cx="80" cy="90"/>
            </a:xfrm>
            <a:custGeom>
              <a:avLst/>
              <a:gdLst>
                <a:gd name="T0" fmla="*/ 333 w 32"/>
                <a:gd name="T1" fmla="*/ 90 h 34"/>
                <a:gd name="T2" fmla="*/ 20 w 32"/>
                <a:gd name="T3" fmla="*/ 238 h 34"/>
                <a:gd name="T4" fmla="*/ 363 w 32"/>
                <a:gd name="T5" fmla="*/ 596 h 34"/>
                <a:gd name="T6" fmla="*/ 500 w 32"/>
                <a:gd name="T7" fmla="*/ 48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21" y="5"/>
                  </a:moveTo>
                  <a:cubicBezTo>
                    <a:pt x="12" y="1"/>
                    <a:pt x="2" y="0"/>
                    <a:pt x="1" y="13"/>
                  </a:cubicBezTo>
                  <a:cubicBezTo>
                    <a:pt x="0" y="23"/>
                    <a:pt x="10" y="34"/>
                    <a:pt x="23" y="32"/>
                  </a:cubicBezTo>
                  <a:cubicBezTo>
                    <a:pt x="25" y="32"/>
                    <a:pt x="30" y="30"/>
                    <a:pt x="32" y="26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5" name="Freeform 16">
              <a:extLst>
                <a:ext uri="{FF2B5EF4-FFF2-40B4-BE49-F238E27FC236}">
                  <a16:creationId xmlns:a16="http://schemas.microsoft.com/office/drawing/2014/main" id="{C3DBA555-BB2D-4522-A5C1-A54FD8EC7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240"/>
              <a:ext cx="83" cy="72"/>
            </a:xfrm>
            <a:custGeom>
              <a:avLst/>
              <a:gdLst>
                <a:gd name="T0" fmla="*/ 526 w 33"/>
                <a:gd name="T1" fmla="*/ 307 h 27"/>
                <a:gd name="T2" fmla="*/ 0 w 33"/>
                <a:gd name="T3" fmla="*/ 285 h 27"/>
                <a:gd name="T4" fmla="*/ 526 w 33"/>
                <a:gd name="T5" fmla="*/ 30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33" y="16"/>
                  </a:moveTo>
                  <a:cubicBezTo>
                    <a:pt x="33" y="27"/>
                    <a:pt x="0" y="26"/>
                    <a:pt x="0" y="15"/>
                  </a:cubicBezTo>
                  <a:cubicBezTo>
                    <a:pt x="0" y="4"/>
                    <a:pt x="33" y="0"/>
                    <a:pt x="33" y="16"/>
                  </a:cubicBezTo>
                  <a:close/>
                </a:path>
              </a:pathLst>
            </a:custGeom>
            <a:solidFill>
              <a:srgbClr val="EAB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6" name="Freeform 17">
              <a:extLst>
                <a:ext uri="{FF2B5EF4-FFF2-40B4-BE49-F238E27FC236}">
                  <a16:creationId xmlns:a16="http://schemas.microsoft.com/office/drawing/2014/main" id="{C39EA537-A520-446A-914C-136C4748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117"/>
              <a:ext cx="85" cy="72"/>
            </a:xfrm>
            <a:custGeom>
              <a:avLst/>
              <a:gdLst>
                <a:gd name="T0" fmla="*/ 533 w 34"/>
                <a:gd name="T1" fmla="*/ 307 h 27"/>
                <a:gd name="T2" fmla="*/ 0 w 34"/>
                <a:gd name="T3" fmla="*/ 285 h 27"/>
                <a:gd name="T4" fmla="*/ 533 w 34"/>
                <a:gd name="T5" fmla="*/ 30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34" y="16"/>
                  </a:moveTo>
                  <a:cubicBezTo>
                    <a:pt x="34" y="27"/>
                    <a:pt x="0" y="26"/>
                    <a:pt x="0" y="15"/>
                  </a:cubicBezTo>
                  <a:cubicBezTo>
                    <a:pt x="0" y="3"/>
                    <a:pt x="34" y="0"/>
                    <a:pt x="34" y="16"/>
                  </a:cubicBezTo>
                  <a:close/>
                </a:path>
              </a:pathLst>
            </a:custGeom>
            <a:solidFill>
              <a:srgbClr val="EAB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7" name="Freeform 18">
              <a:extLst>
                <a:ext uri="{FF2B5EF4-FFF2-40B4-BE49-F238E27FC236}">
                  <a16:creationId xmlns:a16="http://schemas.microsoft.com/office/drawing/2014/main" id="{AB8C1178-5C53-4F02-80EF-2843C157E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299"/>
              <a:ext cx="90" cy="61"/>
            </a:xfrm>
            <a:custGeom>
              <a:avLst/>
              <a:gdLst>
                <a:gd name="T0" fmla="*/ 0 w 36"/>
                <a:gd name="T1" fmla="*/ 239 h 23"/>
                <a:gd name="T2" fmla="*/ 270 w 36"/>
                <a:gd name="T3" fmla="*/ 21 h 23"/>
                <a:gd name="T4" fmla="*/ 563 w 36"/>
                <a:gd name="T5" fmla="*/ 170 h 23"/>
                <a:gd name="T6" fmla="*/ 300 w 36"/>
                <a:gd name="T7" fmla="*/ 395 h 23"/>
                <a:gd name="T8" fmla="*/ 0 w 36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3">
                  <a:moveTo>
                    <a:pt x="0" y="13"/>
                  </a:moveTo>
                  <a:cubicBezTo>
                    <a:pt x="0" y="8"/>
                    <a:pt x="7" y="2"/>
                    <a:pt x="17" y="1"/>
                  </a:cubicBezTo>
                  <a:cubicBezTo>
                    <a:pt x="27" y="0"/>
                    <a:pt x="35" y="3"/>
                    <a:pt x="36" y="9"/>
                  </a:cubicBezTo>
                  <a:cubicBezTo>
                    <a:pt x="36" y="15"/>
                    <a:pt x="29" y="20"/>
                    <a:pt x="19" y="21"/>
                  </a:cubicBezTo>
                  <a:cubicBezTo>
                    <a:pt x="10" y="23"/>
                    <a:pt x="1" y="19"/>
                    <a:pt x="0" y="13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8" name="Freeform 19">
              <a:extLst>
                <a:ext uri="{FF2B5EF4-FFF2-40B4-BE49-F238E27FC236}">
                  <a16:creationId xmlns:a16="http://schemas.microsoft.com/office/drawing/2014/main" id="{D566E436-5083-405E-9E42-1945815E8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205"/>
              <a:ext cx="57" cy="59"/>
            </a:xfrm>
            <a:custGeom>
              <a:avLst/>
              <a:gdLst>
                <a:gd name="T0" fmla="*/ 337 w 23"/>
                <a:gd name="T1" fmla="*/ 424 h 22"/>
                <a:gd name="T2" fmla="*/ 0 w 23"/>
                <a:gd name="T3" fmla="*/ 3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22" y="22"/>
                  </a:moveTo>
                  <a:cubicBezTo>
                    <a:pt x="23" y="13"/>
                    <a:pt x="7" y="0"/>
                    <a:pt x="0" y="2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9" name="Freeform 20">
              <a:extLst>
                <a:ext uri="{FF2B5EF4-FFF2-40B4-BE49-F238E27FC236}">
                  <a16:creationId xmlns:a16="http://schemas.microsoft.com/office/drawing/2014/main" id="{F9056490-B273-46B9-A25A-FE846FF2A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19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2"/>
                    <a:pt x="0" y="5"/>
                    <a:pt x="0" y="5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0" name="Freeform 21">
              <a:extLst>
                <a:ext uri="{FF2B5EF4-FFF2-40B4-BE49-F238E27FC236}">
                  <a16:creationId xmlns:a16="http://schemas.microsoft.com/office/drawing/2014/main" id="{7C3DE487-2B95-442D-8949-0AC373DA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264"/>
              <a:ext cx="63" cy="32"/>
            </a:xfrm>
            <a:custGeom>
              <a:avLst/>
              <a:gdLst>
                <a:gd name="T0" fmla="*/ 0 w 25"/>
                <a:gd name="T1" fmla="*/ 0 h 12"/>
                <a:gd name="T2" fmla="*/ 401 w 25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0"/>
                  </a:moveTo>
                  <a:cubicBezTo>
                    <a:pt x="4" y="6"/>
                    <a:pt x="21" y="12"/>
                    <a:pt x="25" y="7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1" name="Freeform 22">
              <a:extLst>
                <a:ext uri="{FF2B5EF4-FFF2-40B4-BE49-F238E27FC236}">
                  <a16:creationId xmlns:a16="http://schemas.microsoft.com/office/drawing/2014/main" id="{A888BBD8-0CE9-47BB-8124-296F9A583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71"/>
              <a:ext cx="10" cy="45"/>
            </a:xfrm>
            <a:custGeom>
              <a:avLst/>
              <a:gdLst>
                <a:gd name="T0" fmla="*/ 50 w 4"/>
                <a:gd name="T1" fmla="*/ 0 h 17"/>
                <a:gd name="T2" fmla="*/ 63 w 4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3" y="0"/>
                  </a:moveTo>
                  <a:cubicBezTo>
                    <a:pt x="0" y="5"/>
                    <a:pt x="0" y="13"/>
                    <a:pt x="4" y="17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2" name="Freeform 23">
              <a:extLst>
                <a:ext uri="{FF2B5EF4-FFF2-40B4-BE49-F238E27FC236}">
                  <a16:creationId xmlns:a16="http://schemas.microsoft.com/office/drawing/2014/main" id="{0E5F0B1A-FF32-4B14-8E14-755B0245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52"/>
              <a:ext cx="33" cy="27"/>
            </a:xfrm>
            <a:custGeom>
              <a:avLst/>
              <a:gdLst>
                <a:gd name="T0" fmla="*/ 0 w 13"/>
                <a:gd name="T1" fmla="*/ 38 h 10"/>
                <a:gd name="T2" fmla="*/ 213 w 1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5" y="0"/>
                    <a:pt x="13" y="7"/>
                    <a:pt x="13" y="10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3" name="Freeform 24">
              <a:extLst>
                <a:ext uri="{FF2B5EF4-FFF2-40B4-BE49-F238E27FC236}">
                  <a16:creationId xmlns:a16="http://schemas.microsoft.com/office/drawing/2014/main" id="{46F85357-DCF3-499B-A02F-3D9A9CC45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57"/>
              <a:ext cx="50" cy="78"/>
            </a:xfrm>
            <a:custGeom>
              <a:avLst/>
              <a:gdLst>
                <a:gd name="T0" fmla="*/ 0 w 20"/>
                <a:gd name="T1" fmla="*/ 116 h 29"/>
                <a:gd name="T2" fmla="*/ 313 w 20"/>
                <a:gd name="T3" fmla="*/ 253 h 29"/>
                <a:gd name="T4" fmla="*/ 63 w 20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6"/>
                  </a:moveTo>
                  <a:cubicBezTo>
                    <a:pt x="10" y="0"/>
                    <a:pt x="20" y="5"/>
                    <a:pt x="20" y="13"/>
                  </a:cubicBezTo>
                  <a:cubicBezTo>
                    <a:pt x="20" y="21"/>
                    <a:pt x="12" y="29"/>
                    <a:pt x="4" y="29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4" name="Freeform 25">
              <a:extLst>
                <a:ext uri="{FF2B5EF4-FFF2-40B4-BE49-F238E27FC236}">
                  <a16:creationId xmlns:a16="http://schemas.microsoft.com/office/drawing/2014/main" id="{3CDD4468-1008-46E2-BE60-5C841DD9C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096"/>
              <a:ext cx="78" cy="83"/>
            </a:xfrm>
            <a:custGeom>
              <a:avLst/>
              <a:gdLst>
                <a:gd name="T0" fmla="*/ 493 w 31"/>
                <a:gd name="T1" fmla="*/ 209 h 31"/>
                <a:gd name="T2" fmla="*/ 113 w 31"/>
                <a:gd name="T3" fmla="*/ 171 h 31"/>
                <a:gd name="T4" fmla="*/ 159 w 31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31" y="11"/>
                  </a:moveTo>
                  <a:cubicBezTo>
                    <a:pt x="26" y="1"/>
                    <a:pt x="14" y="0"/>
                    <a:pt x="7" y="9"/>
                  </a:cubicBezTo>
                  <a:cubicBezTo>
                    <a:pt x="0" y="18"/>
                    <a:pt x="6" y="28"/>
                    <a:pt x="10" y="31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5" name="Freeform 26">
              <a:extLst>
                <a:ext uri="{FF2B5EF4-FFF2-40B4-BE49-F238E27FC236}">
                  <a16:creationId xmlns:a16="http://schemas.microsoft.com/office/drawing/2014/main" id="{A4C7C61E-CC19-4999-A9AA-8DFD6747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179"/>
              <a:ext cx="65" cy="80"/>
            </a:xfrm>
            <a:custGeom>
              <a:avLst/>
              <a:gdLst>
                <a:gd name="T0" fmla="*/ 0 w 26"/>
                <a:gd name="T1" fmla="*/ 77 h 30"/>
                <a:gd name="T2" fmla="*/ 363 w 26"/>
                <a:gd name="T3" fmla="*/ 285 h 30"/>
                <a:gd name="T4" fmla="*/ 113 w 26"/>
                <a:gd name="T5" fmla="*/ 5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0">
                  <a:moveTo>
                    <a:pt x="0" y="4"/>
                  </a:moveTo>
                  <a:cubicBezTo>
                    <a:pt x="7" y="0"/>
                    <a:pt x="20" y="3"/>
                    <a:pt x="23" y="15"/>
                  </a:cubicBezTo>
                  <a:cubicBezTo>
                    <a:pt x="26" y="25"/>
                    <a:pt x="13" y="30"/>
                    <a:pt x="7" y="28"/>
                  </a:cubicBezTo>
                </a:path>
              </a:pathLst>
            </a:custGeom>
            <a:solidFill>
              <a:srgbClr val="C57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6" name="Freeform 27">
              <a:extLst>
                <a:ext uri="{FF2B5EF4-FFF2-40B4-BE49-F238E27FC236}">
                  <a16:creationId xmlns:a16="http://schemas.microsoft.com/office/drawing/2014/main" id="{15D36ACA-7FD6-4388-A772-137FBBF97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101"/>
              <a:ext cx="92" cy="83"/>
            </a:xfrm>
            <a:custGeom>
              <a:avLst/>
              <a:gdLst>
                <a:gd name="T0" fmla="*/ 0 w 37"/>
                <a:gd name="T1" fmla="*/ 308 h 31"/>
                <a:gd name="T2" fmla="*/ 462 w 37"/>
                <a:gd name="T3" fmla="*/ 193 h 31"/>
                <a:gd name="T4" fmla="*/ 308 w 37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16"/>
                  </a:moveTo>
                  <a:cubicBezTo>
                    <a:pt x="5" y="7"/>
                    <a:pt x="22" y="0"/>
                    <a:pt x="30" y="10"/>
                  </a:cubicBezTo>
                  <a:cubicBezTo>
                    <a:pt x="37" y="20"/>
                    <a:pt x="28" y="27"/>
                    <a:pt x="20" y="31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7" name="Freeform 28">
              <a:extLst>
                <a:ext uri="{FF2B5EF4-FFF2-40B4-BE49-F238E27FC236}">
                  <a16:creationId xmlns:a16="http://schemas.microsoft.com/office/drawing/2014/main" id="{37CC7127-DB30-4812-8CED-8BBE75969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168"/>
              <a:ext cx="73" cy="80"/>
            </a:xfrm>
            <a:custGeom>
              <a:avLst/>
              <a:gdLst>
                <a:gd name="T0" fmla="*/ 146 w 29"/>
                <a:gd name="T1" fmla="*/ 547 h 30"/>
                <a:gd name="T2" fmla="*/ 413 w 29"/>
                <a:gd name="T3" fmla="*/ 248 h 30"/>
                <a:gd name="T4" fmla="*/ 96 w 29"/>
                <a:gd name="T5" fmla="*/ 35 h 30"/>
                <a:gd name="T6" fmla="*/ 0 w 29"/>
                <a:gd name="T7" fmla="*/ 136 h 30"/>
                <a:gd name="T8" fmla="*/ 191 w 29"/>
                <a:gd name="T9" fmla="*/ 307 h 30"/>
                <a:gd name="T10" fmla="*/ 146 w 29"/>
                <a:gd name="T11" fmla="*/ 54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9" y="29"/>
                  </a:moveTo>
                  <a:cubicBezTo>
                    <a:pt x="20" y="30"/>
                    <a:pt x="29" y="24"/>
                    <a:pt x="26" y="13"/>
                  </a:cubicBezTo>
                  <a:cubicBezTo>
                    <a:pt x="22" y="2"/>
                    <a:pt x="11" y="0"/>
                    <a:pt x="6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" y="9"/>
                    <a:pt x="12" y="16"/>
                  </a:cubicBezTo>
                  <a:cubicBezTo>
                    <a:pt x="14" y="23"/>
                    <a:pt x="12" y="27"/>
                    <a:pt x="9" y="29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8" name="Freeform 29">
              <a:extLst>
                <a:ext uri="{FF2B5EF4-FFF2-40B4-BE49-F238E27FC236}">
                  <a16:creationId xmlns:a16="http://schemas.microsoft.com/office/drawing/2014/main" id="{A626D979-A053-442C-ADC2-72D7E381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85"/>
              <a:ext cx="60" cy="86"/>
            </a:xfrm>
            <a:custGeom>
              <a:avLst/>
              <a:gdLst>
                <a:gd name="T0" fmla="*/ 208 w 24"/>
                <a:gd name="T1" fmla="*/ 586 h 32"/>
                <a:gd name="T2" fmla="*/ 125 w 24"/>
                <a:gd name="T3" fmla="*/ 59 h 32"/>
                <a:gd name="T4" fmla="*/ 208 w 24"/>
                <a:gd name="T5" fmla="*/ 58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13" y="30"/>
                  </a:moveTo>
                  <a:cubicBezTo>
                    <a:pt x="0" y="32"/>
                    <a:pt x="0" y="6"/>
                    <a:pt x="8" y="3"/>
                  </a:cubicBezTo>
                  <a:cubicBezTo>
                    <a:pt x="20" y="0"/>
                    <a:pt x="24" y="29"/>
                    <a:pt x="13" y="30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9" name="Freeform 30">
              <a:extLst>
                <a:ext uri="{FF2B5EF4-FFF2-40B4-BE49-F238E27FC236}">
                  <a16:creationId xmlns:a16="http://schemas.microsoft.com/office/drawing/2014/main" id="{C8FDE43A-FDB0-429E-B37A-293A3868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069"/>
              <a:ext cx="90" cy="78"/>
            </a:xfrm>
            <a:custGeom>
              <a:avLst/>
              <a:gdLst>
                <a:gd name="T0" fmla="*/ 63 w 36"/>
                <a:gd name="T1" fmla="*/ 449 h 29"/>
                <a:gd name="T2" fmla="*/ 395 w 36"/>
                <a:gd name="T3" fmla="*/ 449 h 29"/>
                <a:gd name="T4" fmla="*/ 520 w 36"/>
                <a:gd name="T5" fmla="*/ 94 h 29"/>
                <a:gd name="T6" fmla="*/ 188 w 36"/>
                <a:gd name="T7" fmla="*/ 116 h 29"/>
                <a:gd name="T8" fmla="*/ 63 w 36"/>
                <a:gd name="T9" fmla="*/ 44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9">
                  <a:moveTo>
                    <a:pt x="4" y="23"/>
                  </a:moveTo>
                  <a:cubicBezTo>
                    <a:pt x="9" y="29"/>
                    <a:pt x="18" y="26"/>
                    <a:pt x="25" y="23"/>
                  </a:cubicBezTo>
                  <a:cubicBezTo>
                    <a:pt x="32" y="19"/>
                    <a:pt x="36" y="9"/>
                    <a:pt x="33" y="5"/>
                  </a:cubicBezTo>
                  <a:cubicBezTo>
                    <a:pt x="29" y="1"/>
                    <a:pt x="19" y="0"/>
                    <a:pt x="12" y="6"/>
                  </a:cubicBezTo>
                  <a:cubicBezTo>
                    <a:pt x="4" y="11"/>
                    <a:pt x="0" y="18"/>
                    <a:pt x="4" y="23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0" name="Freeform 31">
              <a:extLst>
                <a:ext uri="{FF2B5EF4-FFF2-40B4-BE49-F238E27FC236}">
                  <a16:creationId xmlns:a16="http://schemas.microsoft.com/office/drawing/2014/main" id="{02A5D9EC-71E5-4C96-8BE0-83C8BC24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043"/>
              <a:ext cx="85" cy="66"/>
            </a:xfrm>
            <a:custGeom>
              <a:avLst/>
              <a:gdLst>
                <a:gd name="T0" fmla="*/ 33 w 34"/>
                <a:gd name="T1" fmla="*/ 127 h 25"/>
                <a:gd name="T2" fmla="*/ 250 w 34"/>
                <a:gd name="T3" fmla="*/ 425 h 25"/>
                <a:gd name="T4" fmla="*/ 533 w 34"/>
                <a:gd name="T5" fmla="*/ 314 h 25"/>
                <a:gd name="T6" fmla="*/ 300 w 34"/>
                <a:gd name="T7" fmla="*/ 34 h 25"/>
                <a:gd name="T8" fmla="*/ 33 w 34"/>
                <a:gd name="T9" fmla="*/ 12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2" y="7"/>
                  </a:moveTo>
                  <a:cubicBezTo>
                    <a:pt x="0" y="15"/>
                    <a:pt x="8" y="20"/>
                    <a:pt x="16" y="23"/>
                  </a:cubicBezTo>
                  <a:cubicBezTo>
                    <a:pt x="23" y="25"/>
                    <a:pt x="33" y="22"/>
                    <a:pt x="34" y="17"/>
                  </a:cubicBezTo>
                  <a:cubicBezTo>
                    <a:pt x="34" y="12"/>
                    <a:pt x="28" y="4"/>
                    <a:pt x="19" y="2"/>
                  </a:cubicBezTo>
                  <a:cubicBezTo>
                    <a:pt x="10" y="0"/>
                    <a:pt x="3" y="1"/>
                    <a:pt x="2" y="7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1" name="Freeform 32">
              <a:extLst>
                <a:ext uri="{FF2B5EF4-FFF2-40B4-BE49-F238E27FC236}">
                  <a16:creationId xmlns:a16="http://schemas.microsoft.com/office/drawing/2014/main" id="{56D8A0B1-0E76-429F-B5CC-E6292BDBF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219"/>
              <a:ext cx="80" cy="74"/>
            </a:xfrm>
            <a:custGeom>
              <a:avLst/>
              <a:gdLst>
                <a:gd name="T0" fmla="*/ 20 w 32"/>
                <a:gd name="T1" fmla="*/ 391 h 28"/>
                <a:gd name="T2" fmla="*/ 300 w 32"/>
                <a:gd name="T3" fmla="*/ 336 h 28"/>
                <a:gd name="T4" fmla="*/ 470 w 32"/>
                <a:gd name="T5" fmla="*/ 56 h 28"/>
                <a:gd name="T6" fmla="*/ 188 w 32"/>
                <a:gd name="T7" fmla="*/ 132 h 28"/>
                <a:gd name="T8" fmla="*/ 20 w 32"/>
                <a:gd name="T9" fmla="*/ 39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" y="21"/>
                  </a:moveTo>
                  <a:cubicBezTo>
                    <a:pt x="5" y="28"/>
                    <a:pt x="12" y="23"/>
                    <a:pt x="19" y="18"/>
                  </a:cubicBezTo>
                  <a:cubicBezTo>
                    <a:pt x="26" y="14"/>
                    <a:pt x="32" y="6"/>
                    <a:pt x="30" y="3"/>
                  </a:cubicBezTo>
                  <a:cubicBezTo>
                    <a:pt x="28" y="0"/>
                    <a:pt x="22" y="0"/>
                    <a:pt x="12" y="7"/>
                  </a:cubicBezTo>
                  <a:cubicBezTo>
                    <a:pt x="2" y="15"/>
                    <a:pt x="0" y="19"/>
                    <a:pt x="1" y="21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2" name="Freeform 33">
              <a:extLst>
                <a:ext uri="{FF2B5EF4-FFF2-40B4-BE49-F238E27FC236}">
                  <a16:creationId xmlns:a16="http://schemas.microsoft.com/office/drawing/2014/main" id="{1DF74F75-024B-4379-825C-992B7CC6F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971"/>
              <a:ext cx="80" cy="72"/>
            </a:xfrm>
            <a:custGeom>
              <a:avLst/>
              <a:gdLst>
                <a:gd name="T0" fmla="*/ 83 w 32"/>
                <a:gd name="T1" fmla="*/ 35 h 27"/>
                <a:gd name="T2" fmla="*/ 208 w 32"/>
                <a:gd name="T3" fmla="*/ 341 h 27"/>
                <a:gd name="T4" fmla="*/ 470 w 32"/>
                <a:gd name="T5" fmla="*/ 477 h 27"/>
                <a:gd name="T6" fmla="*/ 333 w 32"/>
                <a:gd name="T7" fmla="*/ 171 h 27"/>
                <a:gd name="T8" fmla="*/ 83 w 32"/>
                <a:gd name="T9" fmla="*/ 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5" y="2"/>
                  </a:moveTo>
                  <a:cubicBezTo>
                    <a:pt x="0" y="7"/>
                    <a:pt x="7" y="13"/>
                    <a:pt x="13" y="18"/>
                  </a:cubicBezTo>
                  <a:cubicBezTo>
                    <a:pt x="19" y="24"/>
                    <a:pt x="27" y="27"/>
                    <a:pt x="30" y="25"/>
                  </a:cubicBezTo>
                  <a:cubicBezTo>
                    <a:pt x="32" y="22"/>
                    <a:pt x="31" y="16"/>
                    <a:pt x="21" y="9"/>
                  </a:cubicBezTo>
                  <a:cubicBezTo>
                    <a:pt x="11" y="1"/>
                    <a:pt x="7" y="0"/>
                    <a:pt x="5" y="2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3" name="Freeform 34">
              <a:extLst>
                <a:ext uri="{FF2B5EF4-FFF2-40B4-BE49-F238E27FC236}">
                  <a16:creationId xmlns:a16="http://schemas.microsoft.com/office/drawing/2014/main" id="{95346917-647B-40FC-919F-A07B85F9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37"/>
              <a:ext cx="80" cy="75"/>
            </a:xfrm>
            <a:custGeom>
              <a:avLst/>
              <a:gdLst>
                <a:gd name="T0" fmla="*/ 20 w 32"/>
                <a:gd name="T1" fmla="*/ 423 h 28"/>
                <a:gd name="T2" fmla="*/ 300 w 32"/>
                <a:gd name="T3" fmla="*/ 367 h 28"/>
                <a:gd name="T4" fmla="*/ 470 w 32"/>
                <a:gd name="T5" fmla="*/ 78 h 28"/>
                <a:gd name="T6" fmla="*/ 188 w 32"/>
                <a:gd name="T7" fmla="*/ 150 h 28"/>
                <a:gd name="T8" fmla="*/ 20 w 32"/>
                <a:gd name="T9" fmla="*/ 42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" y="22"/>
                  </a:moveTo>
                  <a:cubicBezTo>
                    <a:pt x="5" y="28"/>
                    <a:pt x="12" y="23"/>
                    <a:pt x="19" y="19"/>
                  </a:cubicBezTo>
                  <a:cubicBezTo>
                    <a:pt x="26" y="15"/>
                    <a:pt x="32" y="7"/>
                    <a:pt x="30" y="4"/>
                  </a:cubicBezTo>
                  <a:cubicBezTo>
                    <a:pt x="28" y="1"/>
                    <a:pt x="22" y="0"/>
                    <a:pt x="12" y="8"/>
                  </a:cubicBezTo>
                  <a:cubicBezTo>
                    <a:pt x="2" y="15"/>
                    <a:pt x="0" y="19"/>
                    <a:pt x="1" y="22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4" name="Oval 35">
              <a:extLst>
                <a:ext uri="{FF2B5EF4-FFF2-40B4-BE49-F238E27FC236}">
                  <a16:creationId xmlns:a16="http://schemas.microsoft.com/office/drawing/2014/main" id="{9A2E97C8-EA63-43C5-8A75-C256E7440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264"/>
              <a:ext cx="80" cy="69"/>
            </a:xfrm>
            <a:prstGeom prst="ellipse">
              <a:avLst/>
            </a:pr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045" name="Oval 36">
              <a:extLst>
                <a:ext uri="{FF2B5EF4-FFF2-40B4-BE49-F238E27FC236}">
                  <a16:creationId xmlns:a16="http://schemas.microsoft.com/office/drawing/2014/main" id="{4CAB154D-B3C6-4A47-96D6-2AFE9B192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277"/>
              <a:ext cx="75" cy="83"/>
            </a:xfrm>
            <a:prstGeom prst="ellipse">
              <a:avLst/>
            </a:prstGeom>
            <a:solidFill>
              <a:srgbClr val="EAB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046" name="Freeform 37">
              <a:extLst>
                <a:ext uri="{FF2B5EF4-FFF2-40B4-BE49-F238E27FC236}">
                  <a16:creationId xmlns:a16="http://schemas.microsoft.com/office/drawing/2014/main" id="{EAA7CB4A-C5E2-44FF-9217-E1B4BF7F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192"/>
              <a:ext cx="85" cy="29"/>
            </a:xfrm>
            <a:custGeom>
              <a:avLst/>
              <a:gdLst>
                <a:gd name="T0" fmla="*/ 0 w 34"/>
                <a:gd name="T1" fmla="*/ 124 h 11"/>
                <a:gd name="T2" fmla="*/ 313 w 34"/>
                <a:gd name="T3" fmla="*/ 200 h 11"/>
                <a:gd name="T4" fmla="*/ 533 w 34"/>
                <a:gd name="T5" fmla="*/ 76 h 11"/>
                <a:gd name="T6" fmla="*/ 300 w 34"/>
                <a:gd name="T7" fmla="*/ 0 h 11"/>
                <a:gd name="T8" fmla="*/ 0 w 34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">
                  <a:moveTo>
                    <a:pt x="0" y="7"/>
                  </a:moveTo>
                  <a:cubicBezTo>
                    <a:pt x="0" y="11"/>
                    <a:pt x="11" y="11"/>
                    <a:pt x="20" y="11"/>
                  </a:cubicBezTo>
                  <a:cubicBezTo>
                    <a:pt x="29" y="10"/>
                    <a:pt x="34" y="7"/>
                    <a:pt x="34" y="4"/>
                  </a:cubicBezTo>
                  <a:cubicBezTo>
                    <a:pt x="33" y="2"/>
                    <a:pt x="26" y="0"/>
                    <a:pt x="19" y="0"/>
                  </a:cubicBezTo>
                  <a:cubicBezTo>
                    <a:pt x="12" y="0"/>
                    <a:pt x="0" y="1"/>
                    <a:pt x="0" y="7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7" name="Freeform 38">
              <a:extLst>
                <a:ext uri="{FF2B5EF4-FFF2-40B4-BE49-F238E27FC236}">
                  <a16:creationId xmlns:a16="http://schemas.microsoft.com/office/drawing/2014/main" id="{81B2E074-AE84-4DD5-A72F-D610864F5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952"/>
              <a:ext cx="83" cy="29"/>
            </a:xfrm>
            <a:custGeom>
              <a:avLst/>
              <a:gdLst>
                <a:gd name="T0" fmla="*/ 0 w 33"/>
                <a:gd name="T1" fmla="*/ 124 h 11"/>
                <a:gd name="T2" fmla="*/ 317 w 33"/>
                <a:gd name="T3" fmla="*/ 200 h 11"/>
                <a:gd name="T4" fmla="*/ 526 w 33"/>
                <a:gd name="T5" fmla="*/ 76 h 11"/>
                <a:gd name="T6" fmla="*/ 284 w 33"/>
                <a:gd name="T7" fmla="*/ 0 h 11"/>
                <a:gd name="T8" fmla="*/ 0 w 33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1">
                  <a:moveTo>
                    <a:pt x="0" y="7"/>
                  </a:moveTo>
                  <a:cubicBezTo>
                    <a:pt x="0" y="11"/>
                    <a:pt x="11" y="11"/>
                    <a:pt x="20" y="11"/>
                  </a:cubicBezTo>
                  <a:cubicBezTo>
                    <a:pt x="29" y="10"/>
                    <a:pt x="33" y="7"/>
                    <a:pt x="33" y="4"/>
                  </a:cubicBezTo>
                  <a:cubicBezTo>
                    <a:pt x="33" y="2"/>
                    <a:pt x="25" y="0"/>
                    <a:pt x="18" y="0"/>
                  </a:cubicBezTo>
                  <a:cubicBezTo>
                    <a:pt x="11" y="0"/>
                    <a:pt x="0" y="1"/>
                    <a:pt x="0" y="7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8" name="Freeform 39">
              <a:extLst>
                <a:ext uri="{FF2B5EF4-FFF2-40B4-BE49-F238E27FC236}">
                  <a16:creationId xmlns:a16="http://schemas.microsoft.com/office/drawing/2014/main" id="{1F7A39F2-E082-475C-B79D-C9E46C6C3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133"/>
              <a:ext cx="65" cy="59"/>
            </a:xfrm>
            <a:custGeom>
              <a:avLst/>
              <a:gdLst>
                <a:gd name="T0" fmla="*/ 408 w 26"/>
                <a:gd name="T1" fmla="*/ 94 h 22"/>
                <a:gd name="T2" fmla="*/ 50 w 26"/>
                <a:gd name="T3" fmla="*/ 150 h 22"/>
                <a:gd name="T4" fmla="*/ 83 w 26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26" y="5"/>
                  </a:moveTo>
                  <a:cubicBezTo>
                    <a:pt x="22" y="0"/>
                    <a:pt x="6" y="0"/>
                    <a:pt x="3" y="8"/>
                  </a:cubicBezTo>
                  <a:cubicBezTo>
                    <a:pt x="0" y="16"/>
                    <a:pt x="5" y="22"/>
                    <a:pt x="5" y="22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9" name="Freeform 40">
              <a:extLst>
                <a:ext uri="{FF2B5EF4-FFF2-40B4-BE49-F238E27FC236}">
                  <a16:creationId xmlns:a16="http://schemas.microsoft.com/office/drawing/2014/main" id="{E152A249-3058-4F58-BC9C-AA6C8611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29"/>
              <a:ext cx="85" cy="80"/>
            </a:xfrm>
            <a:custGeom>
              <a:avLst/>
              <a:gdLst>
                <a:gd name="T0" fmla="*/ 20 w 34"/>
                <a:gd name="T1" fmla="*/ 248 h 30"/>
                <a:gd name="T2" fmla="*/ 300 w 34"/>
                <a:gd name="T3" fmla="*/ 21 h 30"/>
                <a:gd name="T4" fmla="*/ 520 w 34"/>
                <a:gd name="T5" fmla="*/ 320 h 30"/>
                <a:gd name="T6" fmla="*/ 238 w 34"/>
                <a:gd name="T7" fmla="*/ 547 h 30"/>
                <a:gd name="T8" fmla="*/ 20 w 34"/>
                <a:gd name="T9" fmla="*/ 24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1" y="13"/>
                  </a:moveTo>
                  <a:cubicBezTo>
                    <a:pt x="2" y="5"/>
                    <a:pt x="10" y="0"/>
                    <a:pt x="19" y="1"/>
                  </a:cubicBezTo>
                  <a:cubicBezTo>
                    <a:pt x="28" y="2"/>
                    <a:pt x="34" y="9"/>
                    <a:pt x="33" y="17"/>
                  </a:cubicBezTo>
                  <a:cubicBezTo>
                    <a:pt x="32" y="25"/>
                    <a:pt x="24" y="30"/>
                    <a:pt x="15" y="29"/>
                  </a:cubicBezTo>
                  <a:cubicBezTo>
                    <a:pt x="6" y="28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0" name="Freeform 41">
              <a:extLst>
                <a:ext uri="{FF2B5EF4-FFF2-40B4-BE49-F238E27FC236}">
                  <a16:creationId xmlns:a16="http://schemas.microsoft.com/office/drawing/2014/main" id="{9E033AD0-55DA-4427-B0CF-A6B75E74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976"/>
              <a:ext cx="90" cy="88"/>
            </a:xfrm>
            <a:custGeom>
              <a:avLst/>
              <a:gdLst>
                <a:gd name="T0" fmla="*/ 63 w 36"/>
                <a:gd name="T1" fmla="*/ 192 h 33"/>
                <a:gd name="T2" fmla="*/ 375 w 36"/>
                <a:gd name="T3" fmla="*/ 77 h 33"/>
                <a:gd name="T4" fmla="*/ 520 w 36"/>
                <a:gd name="T5" fmla="*/ 456 h 33"/>
                <a:gd name="T6" fmla="*/ 188 w 36"/>
                <a:gd name="T7" fmla="*/ 568 h 33"/>
                <a:gd name="T8" fmla="*/ 63 w 36"/>
                <a:gd name="T9" fmla="*/ 19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3">
                  <a:moveTo>
                    <a:pt x="4" y="10"/>
                  </a:moveTo>
                  <a:cubicBezTo>
                    <a:pt x="7" y="3"/>
                    <a:pt x="16" y="0"/>
                    <a:pt x="24" y="4"/>
                  </a:cubicBezTo>
                  <a:cubicBezTo>
                    <a:pt x="33" y="8"/>
                    <a:pt x="36" y="17"/>
                    <a:pt x="33" y="24"/>
                  </a:cubicBezTo>
                  <a:cubicBezTo>
                    <a:pt x="29" y="31"/>
                    <a:pt x="20" y="33"/>
                    <a:pt x="12" y="30"/>
                  </a:cubicBezTo>
                  <a:cubicBezTo>
                    <a:pt x="4" y="26"/>
                    <a:pt x="0" y="17"/>
                    <a:pt x="4" y="10"/>
                  </a:cubicBezTo>
                  <a:close/>
                </a:path>
              </a:pathLst>
            </a:custGeom>
            <a:solidFill>
              <a:srgbClr val="EAB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1" name="Freeform 42">
              <a:extLst>
                <a:ext uri="{FF2B5EF4-FFF2-40B4-BE49-F238E27FC236}">
                  <a16:creationId xmlns:a16="http://schemas.microsoft.com/office/drawing/2014/main" id="{963F5A5B-0E33-4543-B11F-24DE2BE05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037"/>
              <a:ext cx="75" cy="64"/>
            </a:xfrm>
            <a:custGeom>
              <a:avLst/>
              <a:gdLst>
                <a:gd name="T0" fmla="*/ 220 w 30"/>
                <a:gd name="T1" fmla="*/ 21 h 24"/>
                <a:gd name="T2" fmla="*/ 470 w 30"/>
                <a:gd name="T3" fmla="*/ 227 h 24"/>
                <a:gd name="T4" fmla="*/ 270 w 30"/>
                <a:gd name="T5" fmla="*/ 435 h 24"/>
                <a:gd name="T6" fmla="*/ 20 w 30"/>
                <a:gd name="T7" fmla="*/ 192 h 24"/>
                <a:gd name="T8" fmla="*/ 220 w 30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14" y="1"/>
                  </a:moveTo>
                  <a:cubicBezTo>
                    <a:pt x="22" y="1"/>
                    <a:pt x="30" y="5"/>
                    <a:pt x="30" y="12"/>
                  </a:cubicBezTo>
                  <a:cubicBezTo>
                    <a:pt x="29" y="19"/>
                    <a:pt x="25" y="22"/>
                    <a:pt x="17" y="23"/>
                  </a:cubicBezTo>
                  <a:cubicBezTo>
                    <a:pt x="9" y="24"/>
                    <a:pt x="0" y="19"/>
                    <a:pt x="1" y="10"/>
                  </a:cubicBezTo>
                  <a:cubicBezTo>
                    <a:pt x="1" y="6"/>
                    <a:pt x="9" y="0"/>
                    <a:pt x="14" y="1"/>
                  </a:cubicBezTo>
                  <a:close/>
                </a:path>
              </a:pathLst>
            </a:custGeom>
            <a:solidFill>
              <a:srgbClr val="EAB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2" name="Freeform 43">
              <a:extLst>
                <a:ext uri="{FF2B5EF4-FFF2-40B4-BE49-F238E27FC236}">
                  <a16:creationId xmlns:a16="http://schemas.microsoft.com/office/drawing/2014/main" id="{8202C3DB-DA4F-4D29-87C5-C844F96F3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099"/>
              <a:ext cx="85" cy="77"/>
            </a:xfrm>
            <a:custGeom>
              <a:avLst/>
              <a:gdLst>
                <a:gd name="T0" fmla="*/ 458 w 34"/>
                <a:gd name="T1" fmla="*/ 56 h 29"/>
                <a:gd name="T2" fmla="*/ 345 w 34"/>
                <a:gd name="T3" fmla="*/ 409 h 29"/>
                <a:gd name="T4" fmla="*/ 50 w 34"/>
                <a:gd name="T5" fmla="*/ 507 h 29"/>
                <a:gd name="T6" fmla="*/ 158 w 34"/>
                <a:gd name="T7" fmla="*/ 204 h 29"/>
                <a:gd name="T8" fmla="*/ 458 w 34"/>
                <a:gd name="T9" fmla="*/ 5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29" y="3"/>
                  </a:moveTo>
                  <a:cubicBezTo>
                    <a:pt x="34" y="7"/>
                    <a:pt x="30" y="15"/>
                    <a:pt x="22" y="22"/>
                  </a:cubicBezTo>
                  <a:cubicBezTo>
                    <a:pt x="14" y="29"/>
                    <a:pt x="5" y="29"/>
                    <a:pt x="3" y="27"/>
                  </a:cubicBezTo>
                  <a:cubicBezTo>
                    <a:pt x="0" y="25"/>
                    <a:pt x="4" y="16"/>
                    <a:pt x="10" y="11"/>
                  </a:cubicBezTo>
                  <a:cubicBezTo>
                    <a:pt x="15" y="6"/>
                    <a:pt x="26" y="0"/>
                    <a:pt x="29" y="3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3" name="Freeform 44">
              <a:extLst>
                <a:ext uri="{FF2B5EF4-FFF2-40B4-BE49-F238E27FC236}">
                  <a16:creationId xmlns:a16="http://schemas.microsoft.com/office/drawing/2014/main" id="{908A7D56-DA4A-47C6-88C2-FBA115A46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024"/>
              <a:ext cx="83" cy="72"/>
            </a:xfrm>
            <a:custGeom>
              <a:avLst/>
              <a:gdLst>
                <a:gd name="T0" fmla="*/ 475 w 33"/>
                <a:gd name="T1" fmla="*/ 285 h 27"/>
                <a:gd name="T2" fmla="*/ 33 w 33"/>
                <a:gd name="T3" fmla="*/ 248 h 27"/>
                <a:gd name="T4" fmla="*/ 475 w 33"/>
                <a:gd name="T5" fmla="*/ 28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30" y="15"/>
                  </a:moveTo>
                  <a:cubicBezTo>
                    <a:pt x="27" y="27"/>
                    <a:pt x="0" y="24"/>
                    <a:pt x="2" y="13"/>
                  </a:cubicBezTo>
                  <a:cubicBezTo>
                    <a:pt x="3" y="4"/>
                    <a:pt x="33" y="0"/>
                    <a:pt x="30" y="15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4" name="Oval 45">
              <a:extLst>
                <a:ext uri="{FF2B5EF4-FFF2-40B4-BE49-F238E27FC236}">
                  <a16:creationId xmlns:a16="http://schemas.microsoft.com/office/drawing/2014/main" id="{B5340536-091D-4161-9075-1E86C872C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32"/>
              <a:ext cx="67" cy="72"/>
            </a:xfrm>
            <a:prstGeom prst="ellipse">
              <a:avLst/>
            </a:prstGeom>
            <a:solidFill>
              <a:srgbClr val="EAB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055" name="Oval 46">
              <a:extLst>
                <a:ext uri="{FF2B5EF4-FFF2-40B4-BE49-F238E27FC236}">
                  <a16:creationId xmlns:a16="http://schemas.microsoft.com/office/drawing/2014/main" id="{A795F0E2-783E-48F6-9375-9EBCFC018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973"/>
              <a:ext cx="65" cy="72"/>
            </a:xfrm>
            <a:prstGeom prst="ellipse">
              <a:avLst/>
            </a:pr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056" name="Freeform 47">
              <a:extLst>
                <a:ext uri="{FF2B5EF4-FFF2-40B4-BE49-F238E27FC236}">
                  <a16:creationId xmlns:a16="http://schemas.microsoft.com/office/drawing/2014/main" id="{C4C2B900-416D-4776-A594-F02085AC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155"/>
              <a:ext cx="110" cy="112"/>
            </a:xfrm>
            <a:custGeom>
              <a:avLst/>
              <a:gdLst>
                <a:gd name="T0" fmla="*/ 125 w 44"/>
                <a:gd name="T1" fmla="*/ 136 h 42"/>
                <a:gd name="T2" fmla="*/ 500 w 44"/>
                <a:gd name="T3" fmla="*/ 627 h 42"/>
                <a:gd name="T4" fmla="*/ 125 w 44"/>
                <a:gd name="T5" fmla="*/ 13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2">
                  <a:moveTo>
                    <a:pt x="8" y="7"/>
                  </a:moveTo>
                  <a:cubicBezTo>
                    <a:pt x="0" y="15"/>
                    <a:pt x="20" y="42"/>
                    <a:pt x="32" y="33"/>
                  </a:cubicBezTo>
                  <a:cubicBezTo>
                    <a:pt x="44" y="25"/>
                    <a:pt x="17" y="0"/>
                    <a:pt x="8" y="7"/>
                  </a:cubicBezTo>
                  <a:close/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7" name="Freeform 48">
              <a:extLst>
                <a:ext uri="{FF2B5EF4-FFF2-40B4-BE49-F238E27FC236}">
                  <a16:creationId xmlns:a16="http://schemas.microsoft.com/office/drawing/2014/main" id="{BCF850DA-4D1B-4BF7-B7D1-8F5C0E2E3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083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3" y="0"/>
                    <a:pt x="4" y="2"/>
                    <a:pt x="4" y="2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8" name="Freeform 49">
              <a:extLst>
                <a:ext uri="{FF2B5EF4-FFF2-40B4-BE49-F238E27FC236}">
                  <a16:creationId xmlns:a16="http://schemas.microsoft.com/office/drawing/2014/main" id="{9EE77BFC-917E-49DD-8E2B-24238D145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81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3" y="0"/>
                    <a:pt x="4" y="3"/>
                    <a:pt x="4" y="3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9" name="Freeform 50">
              <a:extLst>
                <a:ext uri="{FF2B5EF4-FFF2-40B4-BE49-F238E27FC236}">
                  <a16:creationId xmlns:a16="http://schemas.microsoft.com/office/drawing/2014/main" id="{D20AEB29-78F5-45BE-B981-7E5971FA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141"/>
              <a:ext cx="68" cy="40"/>
            </a:xfrm>
            <a:custGeom>
              <a:avLst/>
              <a:gdLst>
                <a:gd name="T0" fmla="*/ 33 w 27"/>
                <a:gd name="T1" fmla="*/ 0 h 15"/>
                <a:gd name="T2" fmla="*/ 20 w 27"/>
                <a:gd name="T3" fmla="*/ 136 h 15"/>
                <a:gd name="T4" fmla="*/ 146 w 27"/>
                <a:gd name="T5" fmla="*/ 264 h 15"/>
                <a:gd name="T6" fmla="*/ 305 w 27"/>
                <a:gd name="T7" fmla="*/ 285 h 15"/>
                <a:gd name="T8" fmla="*/ 368 w 27"/>
                <a:gd name="T9" fmla="*/ 248 h 15"/>
                <a:gd name="T10" fmla="*/ 400 w 27"/>
                <a:gd name="T11" fmla="*/ 227 h 15"/>
                <a:gd name="T12" fmla="*/ 431 w 27"/>
                <a:gd name="T13" fmla="*/ 17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2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2" y="11"/>
                    <a:pt x="5" y="13"/>
                    <a:pt x="9" y="14"/>
                  </a:cubicBezTo>
                  <a:cubicBezTo>
                    <a:pt x="12" y="15"/>
                    <a:pt x="16" y="15"/>
                    <a:pt x="19" y="15"/>
                  </a:cubicBezTo>
                  <a:cubicBezTo>
                    <a:pt x="21" y="15"/>
                    <a:pt x="22" y="14"/>
                    <a:pt x="23" y="13"/>
                  </a:cubicBezTo>
                  <a:cubicBezTo>
                    <a:pt x="24" y="13"/>
                    <a:pt x="25" y="12"/>
                    <a:pt x="25" y="12"/>
                  </a:cubicBezTo>
                  <a:cubicBezTo>
                    <a:pt x="26" y="11"/>
                    <a:pt x="26" y="10"/>
                    <a:pt x="27" y="9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0" name="Freeform 51">
              <a:extLst>
                <a:ext uri="{FF2B5EF4-FFF2-40B4-BE49-F238E27FC236}">
                  <a16:creationId xmlns:a16="http://schemas.microsoft.com/office/drawing/2014/main" id="{F6457675-0308-4A9C-8B9D-A0D62FCE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197"/>
              <a:ext cx="37" cy="46"/>
            </a:xfrm>
            <a:custGeom>
              <a:avLst/>
              <a:gdLst>
                <a:gd name="T0" fmla="*/ 42 w 15"/>
                <a:gd name="T1" fmla="*/ 22 h 17"/>
                <a:gd name="T2" fmla="*/ 30 w 15"/>
                <a:gd name="T3" fmla="*/ 138 h 17"/>
                <a:gd name="T4" fmla="*/ 0 w 15"/>
                <a:gd name="T5" fmla="*/ 198 h 17"/>
                <a:gd name="T6" fmla="*/ 91 w 15"/>
                <a:gd name="T7" fmla="*/ 314 h 17"/>
                <a:gd name="T8" fmla="*/ 224 w 15"/>
                <a:gd name="T9" fmla="*/ 162 h 17"/>
                <a:gd name="T10" fmla="*/ 42 w 15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3" y="1"/>
                  </a:moveTo>
                  <a:cubicBezTo>
                    <a:pt x="4" y="2"/>
                    <a:pt x="3" y="5"/>
                    <a:pt x="2" y="7"/>
                  </a:cubicBezTo>
                  <a:cubicBezTo>
                    <a:pt x="1" y="8"/>
                    <a:pt x="0" y="9"/>
                    <a:pt x="0" y="10"/>
                  </a:cubicBezTo>
                  <a:cubicBezTo>
                    <a:pt x="0" y="13"/>
                    <a:pt x="3" y="16"/>
                    <a:pt x="6" y="16"/>
                  </a:cubicBezTo>
                  <a:cubicBezTo>
                    <a:pt x="10" y="17"/>
                    <a:pt x="15" y="12"/>
                    <a:pt x="15" y="8"/>
                  </a:cubicBezTo>
                  <a:cubicBezTo>
                    <a:pt x="15" y="2"/>
                    <a:pt x="8" y="0"/>
                    <a:pt x="3" y="0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1" name="Freeform 52">
              <a:extLst>
                <a:ext uri="{FF2B5EF4-FFF2-40B4-BE49-F238E27FC236}">
                  <a16:creationId xmlns:a16="http://schemas.microsoft.com/office/drawing/2014/main" id="{AFB8D42C-4665-400B-9298-E139F85B9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099"/>
              <a:ext cx="63" cy="40"/>
            </a:xfrm>
            <a:custGeom>
              <a:avLst/>
              <a:gdLst>
                <a:gd name="T0" fmla="*/ 0 w 25"/>
                <a:gd name="T1" fmla="*/ 227 h 15"/>
                <a:gd name="T2" fmla="*/ 83 w 25"/>
                <a:gd name="T3" fmla="*/ 285 h 15"/>
                <a:gd name="T4" fmla="*/ 126 w 25"/>
                <a:gd name="T5" fmla="*/ 264 h 15"/>
                <a:gd name="T6" fmla="*/ 242 w 25"/>
                <a:gd name="T7" fmla="*/ 248 h 15"/>
                <a:gd name="T8" fmla="*/ 350 w 25"/>
                <a:gd name="T9" fmla="*/ 264 h 15"/>
                <a:gd name="T10" fmla="*/ 381 w 25"/>
                <a:gd name="T11" fmla="*/ 56 h 15"/>
                <a:gd name="T12" fmla="*/ 350 w 25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5">
                  <a:moveTo>
                    <a:pt x="0" y="12"/>
                  </a:moveTo>
                  <a:cubicBezTo>
                    <a:pt x="2" y="13"/>
                    <a:pt x="3" y="14"/>
                    <a:pt x="5" y="15"/>
                  </a:cubicBezTo>
                  <a:cubicBezTo>
                    <a:pt x="6" y="15"/>
                    <a:pt x="6" y="15"/>
                    <a:pt x="8" y="14"/>
                  </a:cubicBezTo>
                  <a:cubicBezTo>
                    <a:pt x="10" y="13"/>
                    <a:pt x="13" y="13"/>
                    <a:pt x="15" y="13"/>
                  </a:cubicBezTo>
                  <a:cubicBezTo>
                    <a:pt x="17" y="12"/>
                    <a:pt x="20" y="14"/>
                    <a:pt x="22" y="14"/>
                  </a:cubicBezTo>
                  <a:cubicBezTo>
                    <a:pt x="22" y="10"/>
                    <a:pt x="24" y="6"/>
                    <a:pt x="24" y="3"/>
                  </a:cubicBezTo>
                  <a:cubicBezTo>
                    <a:pt x="25" y="1"/>
                    <a:pt x="24" y="0"/>
                    <a:pt x="22" y="0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2" name="Freeform 53">
              <a:extLst>
                <a:ext uri="{FF2B5EF4-FFF2-40B4-BE49-F238E27FC236}">
                  <a16:creationId xmlns:a16="http://schemas.microsoft.com/office/drawing/2014/main" id="{6ACA89E8-F193-40AE-A9E6-0EBBB68DF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149"/>
              <a:ext cx="25" cy="54"/>
            </a:xfrm>
            <a:custGeom>
              <a:avLst/>
              <a:gdLst>
                <a:gd name="T0" fmla="*/ 0 w 10"/>
                <a:gd name="T1" fmla="*/ 394 h 20"/>
                <a:gd name="T2" fmla="*/ 145 w 10"/>
                <a:gd name="T3" fmla="*/ 257 h 20"/>
                <a:gd name="T4" fmla="*/ 125 w 10"/>
                <a:gd name="T5" fmla="*/ 176 h 20"/>
                <a:gd name="T6" fmla="*/ 158 w 10"/>
                <a:gd name="T7" fmla="*/ 81 h 20"/>
                <a:gd name="T8" fmla="*/ 158 w 10"/>
                <a:gd name="T9" fmla="*/ 38 h 20"/>
                <a:gd name="T10" fmla="*/ 63 w 10"/>
                <a:gd name="T11" fmla="*/ 2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0">
                  <a:moveTo>
                    <a:pt x="0" y="20"/>
                  </a:moveTo>
                  <a:cubicBezTo>
                    <a:pt x="3" y="16"/>
                    <a:pt x="10" y="19"/>
                    <a:pt x="9" y="13"/>
                  </a:cubicBezTo>
                  <a:cubicBezTo>
                    <a:pt x="9" y="11"/>
                    <a:pt x="8" y="10"/>
                    <a:pt x="8" y="9"/>
                  </a:cubicBezTo>
                  <a:cubicBezTo>
                    <a:pt x="9" y="7"/>
                    <a:pt x="9" y="6"/>
                    <a:pt x="10" y="4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9" y="0"/>
                    <a:pt x="5" y="1"/>
                    <a:pt x="4" y="1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3" name="Freeform 54">
              <a:extLst>
                <a:ext uri="{FF2B5EF4-FFF2-40B4-BE49-F238E27FC236}">
                  <a16:creationId xmlns:a16="http://schemas.microsoft.com/office/drawing/2014/main" id="{C8D07479-5396-4791-929B-7CC24A5D2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157"/>
              <a:ext cx="23" cy="24"/>
            </a:xfrm>
            <a:custGeom>
              <a:avLst/>
              <a:gdLst>
                <a:gd name="T0" fmla="*/ 0 w 9"/>
                <a:gd name="T1" fmla="*/ 115 h 9"/>
                <a:gd name="T2" fmla="*/ 84 w 9"/>
                <a:gd name="T3" fmla="*/ 149 h 9"/>
                <a:gd name="T4" fmla="*/ 84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6"/>
                  </a:moveTo>
                  <a:cubicBezTo>
                    <a:pt x="1" y="7"/>
                    <a:pt x="4" y="9"/>
                    <a:pt x="5" y="8"/>
                  </a:cubicBezTo>
                  <a:cubicBezTo>
                    <a:pt x="9" y="7"/>
                    <a:pt x="2" y="2"/>
                    <a:pt x="5" y="0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4" name="Freeform 55">
              <a:extLst>
                <a:ext uri="{FF2B5EF4-FFF2-40B4-BE49-F238E27FC236}">
                  <a16:creationId xmlns:a16="http://schemas.microsoft.com/office/drawing/2014/main" id="{EE7E9A58-D5FB-4772-9829-164F29647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189"/>
              <a:ext cx="15" cy="67"/>
            </a:xfrm>
            <a:custGeom>
              <a:avLst/>
              <a:gdLst>
                <a:gd name="T0" fmla="*/ 50 w 6"/>
                <a:gd name="T1" fmla="*/ 0 h 25"/>
                <a:gd name="T2" fmla="*/ 95 w 6"/>
                <a:gd name="T3" fmla="*/ 137 h 25"/>
                <a:gd name="T4" fmla="*/ 83 w 6"/>
                <a:gd name="T5" fmla="*/ 209 h 25"/>
                <a:gd name="T6" fmla="*/ 83 w 6"/>
                <a:gd name="T7" fmla="*/ 287 h 25"/>
                <a:gd name="T8" fmla="*/ 83 w 6"/>
                <a:gd name="T9" fmla="*/ 367 h 25"/>
                <a:gd name="T10" fmla="*/ 83 w 6"/>
                <a:gd name="T11" fmla="*/ 423 h 25"/>
                <a:gd name="T12" fmla="*/ 0 w 6"/>
                <a:gd name="T13" fmla="*/ 42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5">
                  <a:moveTo>
                    <a:pt x="3" y="0"/>
                  </a:moveTo>
                  <a:cubicBezTo>
                    <a:pt x="4" y="2"/>
                    <a:pt x="6" y="4"/>
                    <a:pt x="6" y="7"/>
                  </a:cubicBezTo>
                  <a:cubicBezTo>
                    <a:pt x="5" y="8"/>
                    <a:pt x="5" y="9"/>
                    <a:pt x="5" y="11"/>
                  </a:cubicBezTo>
                  <a:cubicBezTo>
                    <a:pt x="5" y="12"/>
                    <a:pt x="5" y="14"/>
                    <a:pt x="5" y="15"/>
                  </a:cubicBezTo>
                  <a:cubicBezTo>
                    <a:pt x="5" y="17"/>
                    <a:pt x="4" y="18"/>
                    <a:pt x="5" y="19"/>
                  </a:cubicBezTo>
                  <a:cubicBezTo>
                    <a:pt x="5" y="20"/>
                    <a:pt x="6" y="21"/>
                    <a:pt x="5" y="22"/>
                  </a:cubicBezTo>
                  <a:cubicBezTo>
                    <a:pt x="5" y="25"/>
                    <a:pt x="2" y="22"/>
                    <a:pt x="0" y="22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5" name="Freeform 56">
              <a:extLst>
                <a:ext uri="{FF2B5EF4-FFF2-40B4-BE49-F238E27FC236}">
                  <a16:creationId xmlns:a16="http://schemas.microsoft.com/office/drawing/2014/main" id="{DF9C0217-4362-40A3-B657-9070FA2AE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157"/>
              <a:ext cx="55" cy="70"/>
            </a:xfrm>
            <a:custGeom>
              <a:avLst/>
              <a:gdLst>
                <a:gd name="T0" fmla="*/ 188 w 22"/>
                <a:gd name="T1" fmla="*/ 0 h 26"/>
                <a:gd name="T2" fmla="*/ 83 w 22"/>
                <a:gd name="T3" fmla="*/ 81 h 26"/>
                <a:gd name="T4" fmla="*/ 20 w 22"/>
                <a:gd name="T5" fmla="*/ 218 h 26"/>
                <a:gd name="T6" fmla="*/ 63 w 22"/>
                <a:gd name="T7" fmla="*/ 412 h 26"/>
                <a:gd name="T8" fmla="*/ 113 w 22"/>
                <a:gd name="T9" fmla="*/ 471 h 26"/>
                <a:gd name="T10" fmla="*/ 175 w 22"/>
                <a:gd name="T11" fmla="*/ 485 h 26"/>
                <a:gd name="T12" fmla="*/ 188 w 22"/>
                <a:gd name="T13" fmla="*/ 175 h 26"/>
                <a:gd name="T14" fmla="*/ 345 w 22"/>
                <a:gd name="T15" fmla="*/ 116 h 26"/>
                <a:gd name="T16" fmla="*/ 250 w 22"/>
                <a:gd name="T17" fmla="*/ 2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6">
                  <a:moveTo>
                    <a:pt x="12" y="0"/>
                  </a:moveTo>
                  <a:cubicBezTo>
                    <a:pt x="10" y="2"/>
                    <a:pt x="7" y="3"/>
                    <a:pt x="5" y="4"/>
                  </a:cubicBezTo>
                  <a:cubicBezTo>
                    <a:pt x="3" y="6"/>
                    <a:pt x="1" y="8"/>
                    <a:pt x="1" y="11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5" y="22"/>
                    <a:pt x="5" y="23"/>
                    <a:pt x="7" y="24"/>
                  </a:cubicBezTo>
                  <a:cubicBezTo>
                    <a:pt x="8" y="25"/>
                    <a:pt x="10" y="26"/>
                    <a:pt x="11" y="25"/>
                  </a:cubicBezTo>
                  <a:cubicBezTo>
                    <a:pt x="8" y="21"/>
                    <a:pt x="8" y="13"/>
                    <a:pt x="12" y="9"/>
                  </a:cubicBezTo>
                  <a:cubicBezTo>
                    <a:pt x="14" y="7"/>
                    <a:pt x="18" y="6"/>
                    <a:pt x="22" y="6"/>
                  </a:cubicBezTo>
                  <a:cubicBezTo>
                    <a:pt x="21" y="4"/>
                    <a:pt x="18" y="3"/>
                    <a:pt x="16" y="1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6" name="Freeform 57">
              <a:extLst>
                <a:ext uri="{FF2B5EF4-FFF2-40B4-BE49-F238E27FC236}">
                  <a16:creationId xmlns:a16="http://schemas.microsoft.com/office/drawing/2014/main" id="{DD2CB9F8-D428-46C8-A98F-7EC629762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211"/>
              <a:ext cx="75" cy="72"/>
            </a:xfrm>
            <a:custGeom>
              <a:avLst/>
              <a:gdLst>
                <a:gd name="T0" fmla="*/ 188 w 30"/>
                <a:gd name="T1" fmla="*/ 21 h 27"/>
                <a:gd name="T2" fmla="*/ 125 w 30"/>
                <a:gd name="T3" fmla="*/ 56 h 27"/>
                <a:gd name="T4" fmla="*/ 50 w 30"/>
                <a:gd name="T5" fmla="*/ 115 h 27"/>
                <a:gd name="T6" fmla="*/ 50 w 30"/>
                <a:gd name="T7" fmla="*/ 307 h 27"/>
                <a:gd name="T8" fmla="*/ 50 w 30"/>
                <a:gd name="T9" fmla="*/ 397 h 27"/>
                <a:gd name="T10" fmla="*/ 145 w 30"/>
                <a:gd name="T11" fmla="*/ 456 h 27"/>
                <a:gd name="T12" fmla="*/ 250 w 30"/>
                <a:gd name="T13" fmla="*/ 491 h 27"/>
                <a:gd name="T14" fmla="*/ 363 w 30"/>
                <a:gd name="T15" fmla="*/ 512 h 27"/>
                <a:gd name="T16" fmla="*/ 408 w 30"/>
                <a:gd name="T17" fmla="*/ 491 h 27"/>
                <a:gd name="T18" fmla="*/ 438 w 30"/>
                <a:gd name="T19" fmla="*/ 376 h 27"/>
                <a:gd name="T20" fmla="*/ 470 w 30"/>
                <a:gd name="T21" fmla="*/ 307 h 27"/>
                <a:gd name="T22" fmla="*/ 363 w 30"/>
                <a:gd name="T23" fmla="*/ 136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27">
                  <a:moveTo>
                    <a:pt x="12" y="1"/>
                  </a:moveTo>
                  <a:cubicBezTo>
                    <a:pt x="10" y="0"/>
                    <a:pt x="9" y="2"/>
                    <a:pt x="8" y="3"/>
                  </a:cubicBezTo>
                  <a:cubicBezTo>
                    <a:pt x="7" y="5"/>
                    <a:pt x="4" y="5"/>
                    <a:pt x="3" y="6"/>
                  </a:cubicBezTo>
                  <a:cubicBezTo>
                    <a:pt x="0" y="9"/>
                    <a:pt x="3" y="13"/>
                    <a:pt x="3" y="16"/>
                  </a:cubicBezTo>
                  <a:cubicBezTo>
                    <a:pt x="3" y="18"/>
                    <a:pt x="2" y="20"/>
                    <a:pt x="3" y="21"/>
                  </a:cubicBezTo>
                  <a:cubicBezTo>
                    <a:pt x="4" y="22"/>
                    <a:pt x="7" y="23"/>
                    <a:pt x="9" y="24"/>
                  </a:cubicBezTo>
                  <a:cubicBezTo>
                    <a:pt x="11" y="25"/>
                    <a:pt x="13" y="26"/>
                    <a:pt x="16" y="26"/>
                  </a:cubicBezTo>
                  <a:cubicBezTo>
                    <a:pt x="18" y="27"/>
                    <a:pt x="21" y="27"/>
                    <a:pt x="23" y="27"/>
                  </a:cubicBezTo>
                  <a:cubicBezTo>
                    <a:pt x="24" y="27"/>
                    <a:pt x="26" y="27"/>
                    <a:pt x="26" y="26"/>
                  </a:cubicBezTo>
                  <a:cubicBezTo>
                    <a:pt x="24" y="24"/>
                    <a:pt x="25" y="21"/>
                    <a:pt x="28" y="20"/>
                  </a:cubicBezTo>
                  <a:cubicBezTo>
                    <a:pt x="29" y="19"/>
                    <a:pt x="30" y="19"/>
                    <a:pt x="30" y="16"/>
                  </a:cubicBezTo>
                  <a:cubicBezTo>
                    <a:pt x="29" y="13"/>
                    <a:pt x="25" y="10"/>
                    <a:pt x="23" y="7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7" name="Freeform 58">
              <a:extLst>
                <a:ext uri="{FF2B5EF4-FFF2-40B4-BE49-F238E27FC236}">
                  <a16:creationId xmlns:a16="http://schemas.microsoft.com/office/drawing/2014/main" id="{EB812D10-E3A2-4E7C-9AFB-214FDFCA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139"/>
              <a:ext cx="45" cy="53"/>
            </a:xfrm>
            <a:custGeom>
              <a:avLst/>
              <a:gdLst>
                <a:gd name="T0" fmla="*/ 0 w 18"/>
                <a:gd name="T1" fmla="*/ 337 h 20"/>
                <a:gd name="T2" fmla="*/ 95 w 18"/>
                <a:gd name="T3" fmla="*/ 337 h 20"/>
                <a:gd name="T4" fmla="*/ 188 w 18"/>
                <a:gd name="T5" fmla="*/ 281 h 20"/>
                <a:gd name="T6" fmla="*/ 208 w 18"/>
                <a:gd name="T7" fmla="*/ 191 h 20"/>
                <a:gd name="T8" fmla="*/ 250 w 18"/>
                <a:gd name="T9" fmla="*/ 111 h 20"/>
                <a:gd name="T10" fmla="*/ 95 w 18"/>
                <a:gd name="T11" fmla="*/ 1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0">
                  <a:moveTo>
                    <a:pt x="0" y="18"/>
                  </a:moveTo>
                  <a:cubicBezTo>
                    <a:pt x="0" y="20"/>
                    <a:pt x="5" y="18"/>
                    <a:pt x="6" y="18"/>
                  </a:cubicBezTo>
                  <a:cubicBezTo>
                    <a:pt x="9" y="18"/>
                    <a:pt x="11" y="18"/>
                    <a:pt x="12" y="15"/>
                  </a:cubicBezTo>
                  <a:cubicBezTo>
                    <a:pt x="13" y="14"/>
                    <a:pt x="12" y="12"/>
                    <a:pt x="13" y="10"/>
                  </a:cubicBezTo>
                  <a:cubicBezTo>
                    <a:pt x="14" y="9"/>
                    <a:pt x="16" y="7"/>
                    <a:pt x="16" y="6"/>
                  </a:cubicBezTo>
                  <a:cubicBezTo>
                    <a:pt x="18" y="0"/>
                    <a:pt x="8" y="6"/>
                    <a:pt x="6" y="7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8" name="Freeform 59">
              <a:extLst>
                <a:ext uri="{FF2B5EF4-FFF2-40B4-BE49-F238E27FC236}">
                  <a16:creationId xmlns:a16="http://schemas.microsoft.com/office/drawing/2014/main" id="{B23F8D2F-F866-48C6-92EC-B1983318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93"/>
              <a:ext cx="32" cy="43"/>
            </a:xfrm>
            <a:custGeom>
              <a:avLst/>
              <a:gdLst>
                <a:gd name="T0" fmla="*/ 74 w 13"/>
                <a:gd name="T1" fmla="*/ 0 h 16"/>
                <a:gd name="T2" fmla="*/ 42 w 13"/>
                <a:gd name="T3" fmla="*/ 137 h 16"/>
                <a:gd name="T4" fmla="*/ 12 w 13"/>
                <a:gd name="T5" fmla="*/ 196 h 16"/>
                <a:gd name="T6" fmla="*/ 12 w 13"/>
                <a:gd name="T7" fmla="*/ 253 h 16"/>
                <a:gd name="T8" fmla="*/ 91 w 13"/>
                <a:gd name="T9" fmla="*/ 312 h 16"/>
                <a:gd name="T10" fmla="*/ 103 w 13"/>
                <a:gd name="T11" fmla="*/ 218 h 16"/>
                <a:gd name="T12" fmla="*/ 194 w 13"/>
                <a:gd name="T13" fmla="*/ 22 h 16"/>
                <a:gd name="T14" fmla="*/ 91 w 13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6">
                  <a:moveTo>
                    <a:pt x="5" y="0"/>
                  </a:moveTo>
                  <a:cubicBezTo>
                    <a:pt x="5" y="2"/>
                    <a:pt x="4" y="5"/>
                    <a:pt x="3" y="7"/>
                  </a:cubicBezTo>
                  <a:cubicBezTo>
                    <a:pt x="3" y="8"/>
                    <a:pt x="2" y="9"/>
                    <a:pt x="1" y="10"/>
                  </a:cubicBezTo>
                  <a:cubicBezTo>
                    <a:pt x="0" y="12"/>
                    <a:pt x="0" y="12"/>
                    <a:pt x="1" y="13"/>
                  </a:cubicBezTo>
                  <a:cubicBezTo>
                    <a:pt x="2" y="14"/>
                    <a:pt x="4" y="16"/>
                    <a:pt x="6" y="16"/>
                  </a:cubicBezTo>
                  <a:cubicBezTo>
                    <a:pt x="7" y="15"/>
                    <a:pt x="7" y="12"/>
                    <a:pt x="7" y="11"/>
                  </a:cubicBezTo>
                  <a:cubicBezTo>
                    <a:pt x="8" y="7"/>
                    <a:pt x="13" y="4"/>
                    <a:pt x="13" y="1"/>
                  </a:cubicBezTo>
                  <a:cubicBezTo>
                    <a:pt x="11" y="0"/>
                    <a:pt x="8" y="1"/>
                    <a:pt x="6" y="0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9" name="Freeform 60">
              <a:extLst>
                <a:ext uri="{FF2B5EF4-FFF2-40B4-BE49-F238E27FC236}">
                  <a16:creationId xmlns:a16="http://schemas.microsoft.com/office/drawing/2014/main" id="{5F31BEB2-893F-4DC5-A66D-64BA5F720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283"/>
              <a:ext cx="40" cy="34"/>
            </a:xfrm>
            <a:custGeom>
              <a:avLst/>
              <a:gdLst>
                <a:gd name="T0" fmla="*/ 63 w 16"/>
                <a:gd name="T1" fmla="*/ 0 h 13"/>
                <a:gd name="T2" fmla="*/ 0 w 16"/>
                <a:gd name="T3" fmla="*/ 110 h 13"/>
                <a:gd name="T4" fmla="*/ 63 w 16"/>
                <a:gd name="T5" fmla="*/ 165 h 13"/>
                <a:gd name="T6" fmla="*/ 113 w 16"/>
                <a:gd name="T7" fmla="*/ 199 h 13"/>
                <a:gd name="T8" fmla="*/ 145 w 16"/>
                <a:gd name="T9" fmla="*/ 233 h 13"/>
                <a:gd name="T10" fmla="*/ 175 w 16"/>
                <a:gd name="T11" fmla="*/ 199 h 13"/>
                <a:gd name="T12" fmla="*/ 188 w 16"/>
                <a:gd name="T13" fmla="*/ 144 h 13"/>
                <a:gd name="T14" fmla="*/ 208 w 16"/>
                <a:gd name="T15" fmla="*/ 110 h 13"/>
                <a:gd name="T16" fmla="*/ 95 w 16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3">
                  <a:moveTo>
                    <a:pt x="4" y="0"/>
                  </a:moveTo>
                  <a:cubicBezTo>
                    <a:pt x="3" y="2"/>
                    <a:pt x="0" y="4"/>
                    <a:pt x="0" y="6"/>
                  </a:cubicBezTo>
                  <a:cubicBezTo>
                    <a:pt x="0" y="8"/>
                    <a:pt x="3" y="8"/>
                    <a:pt x="4" y="9"/>
                  </a:cubicBezTo>
                  <a:cubicBezTo>
                    <a:pt x="5" y="9"/>
                    <a:pt x="6" y="10"/>
                    <a:pt x="7" y="11"/>
                  </a:cubicBezTo>
                  <a:cubicBezTo>
                    <a:pt x="7" y="11"/>
                    <a:pt x="8" y="13"/>
                    <a:pt x="9" y="13"/>
                  </a:cubicBezTo>
                  <a:cubicBezTo>
                    <a:pt x="10" y="13"/>
                    <a:pt x="10" y="12"/>
                    <a:pt x="11" y="11"/>
                  </a:cubicBezTo>
                  <a:cubicBezTo>
                    <a:pt x="11" y="10"/>
                    <a:pt x="11" y="9"/>
                    <a:pt x="12" y="8"/>
                  </a:cubicBezTo>
                  <a:cubicBezTo>
                    <a:pt x="12" y="7"/>
                    <a:pt x="13" y="7"/>
                    <a:pt x="13" y="6"/>
                  </a:cubicBezTo>
                  <a:cubicBezTo>
                    <a:pt x="16" y="2"/>
                    <a:pt x="8" y="1"/>
                    <a:pt x="6" y="0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70" name="Freeform 61">
              <a:extLst>
                <a:ext uri="{FF2B5EF4-FFF2-40B4-BE49-F238E27FC236}">
                  <a16:creationId xmlns:a16="http://schemas.microsoft.com/office/drawing/2014/main" id="{029F3E2A-AB76-4FC2-909C-0D27AFE40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237"/>
              <a:ext cx="23" cy="19"/>
            </a:xfrm>
            <a:custGeom>
              <a:avLst/>
              <a:gdLst>
                <a:gd name="T0" fmla="*/ 20 w 9"/>
                <a:gd name="T1" fmla="*/ 0 h 7"/>
                <a:gd name="T2" fmla="*/ 20 w 9"/>
                <a:gd name="T3" fmla="*/ 117 h 7"/>
                <a:gd name="T4" fmla="*/ 51 w 9"/>
                <a:gd name="T5" fmla="*/ 117 h 7"/>
                <a:gd name="T6" fmla="*/ 97 w 9"/>
                <a:gd name="T7" fmla="*/ 141 h 7"/>
                <a:gd name="T8" fmla="*/ 151 w 9"/>
                <a:gd name="T9" fmla="*/ 117 h 7"/>
                <a:gd name="T10" fmla="*/ 97 w 9"/>
                <a:gd name="T11" fmla="*/ 103 h 7"/>
                <a:gd name="T12" fmla="*/ 20 w 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2" y="7"/>
                    <a:pt x="2" y="6"/>
                    <a:pt x="3" y="6"/>
                  </a:cubicBezTo>
                  <a:cubicBezTo>
                    <a:pt x="4" y="6"/>
                    <a:pt x="5" y="7"/>
                    <a:pt x="6" y="7"/>
                  </a:cubicBezTo>
                  <a:cubicBezTo>
                    <a:pt x="7" y="7"/>
                    <a:pt x="8" y="7"/>
                    <a:pt x="9" y="6"/>
                  </a:cubicBezTo>
                  <a:cubicBezTo>
                    <a:pt x="9" y="5"/>
                    <a:pt x="6" y="5"/>
                    <a:pt x="6" y="5"/>
                  </a:cubicBezTo>
                  <a:cubicBezTo>
                    <a:pt x="4" y="4"/>
                    <a:pt x="3" y="1"/>
                    <a:pt x="1" y="0"/>
                  </a:cubicBezTo>
                </a:path>
              </a:pathLst>
            </a:custGeom>
            <a:solidFill>
              <a:srgbClr val="DE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71" name="Oval 62">
              <a:extLst>
                <a:ext uri="{FF2B5EF4-FFF2-40B4-BE49-F238E27FC236}">
                  <a16:creationId xmlns:a16="http://schemas.microsoft.com/office/drawing/2014/main" id="{C076409F-F7EE-4EE6-A4DF-ED79B25BE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189"/>
              <a:ext cx="67" cy="78"/>
            </a:xfrm>
            <a:prstGeom prst="ellipse">
              <a:avLst/>
            </a:prstGeom>
            <a:solidFill>
              <a:srgbClr val="D29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072" name="Freeform 63">
              <a:extLst>
                <a:ext uri="{FF2B5EF4-FFF2-40B4-BE49-F238E27FC236}">
                  <a16:creationId xmlns:a16="http://schemas.microsoft.com/office/drawing/2014/main" id="{3904124E-3E44-4028-A69D-7E278946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299"/>
              <a:ext cx="85" cy="72"/>
            </a:xfrm>
            <a:custGeom>
              <a:avLst/>
              <a:gdLst>
                <a:gd name="T0" fmla="*/ 50 w 34"/>
                <a:gd name="T1" fmla="*/ 136 h 27"/>
                <a:gd name="T2" fmla="*/ 345 w 34"/>
                <a:gd name="T3" fmla="*/ 77 h 27"/>
                <a:gd name="T4" fmla="*/ 500 w 34"/>
                <a:gd name="T5" fmla="*/ 376 h 27"/>
                <a:gd name="T6" fmla="*/ 208 w 34"/>
                <a:gd name="T7" fmla="*/ 435 h 27"/>
                <a:gd name="T8" fmla="*/ 50 w 34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" y="7"/>
                  </a:moveTo>
                  <a:cubicBezTo>
                    <a:pt x="5" y="2"/>
                    <a:pt x="14" y="0"/>
                    <a:pt x="22" y="4"/>
                  </a:cubicBezTo>
                  <a:cubicBezTo>
                    <a:pt x="30" y="8"/>
                    <a:pt x="34" y="15"/>
                    <a:pt x="32" y="20"/>
                  </a:cubicBezTo>
                  <a:cubicBezTo>
                    <a:pt x="29" y="26"/>
                    <a:pt x="21" y="27"/>
                    <a:pt x="13" y="23"/>
                  </a:cubicBezTo>
                  <a:cubicBezTo>
                    <a:pt x="5" y="19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D29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73" name="Freeform 64">
              <a:extLst>
                <a:ext uri="{FF2B5EF4-FFF2-40B4-BE49-F238E27FC236}">
                  <a16:creationId xmlns:a16="http://schemas.microsoft.com/office/drawing/2014/main" id="{A8691737-944F-4E08-A18A-5EC3C5E4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139"/>
              <a:ext cx="93" cy="93"/>
            </a:xfrm>
            <a:custGeom>
              <a:avLst/>
              <a:gdLst>
                <a:gd name="T0" fmla="*/ 588 w 37"/>
                <a:gd name="T1" fmla="*/ 247 h 35"/>
                <a:gd name="T2" fmla="*/ 176 w 37"/>
                <a:gd name="T3" fmla="*/ 508 h 35"/>
                <a:gd name="T4" fmla="*/ 83 w 37"/>
                <a:gd name="T5" fmla="*/ 133 h 35"/>
                <a:gd name="T6" fmla="*/ 347 w 37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5">
                  <a:moveTo>
                    <a:pt x="37" y="13"/>
                  </a:moveTo>
                  <a:cubicBezTo>
                    <a:pt x="36" y="35"/>
                    <a:pt x="17" y="30"/>
                    <a:pt x="11" y="27"/>
                  </a:cubicBezTo>
                  <a:cubicBezTo>
                    <a:pt x="5" y="23"/>
                    <a:pt x="0" y="17"/>
                    <a:pt x="5" y="7"/>
                  </a:cubicBezTo>
                  <a:cubicBezTo>
                    <a:pt x="9" y="2"/>
                    <a:pt x="17" y="0"/>
                    <a:pt x="22" y="2"/>
                  </a:cubicBezTo>
                </a:path>
              </a:pathLst>
            </a:custGeom>
            <a:solidFill>
              <a:srgbClr val="D29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74" name="Oval 65">
              <a:extLst>
                <a:ext uri="{FF2B5EF4-FFF2-40B4-BE49-F238E27FC236}">
                  <a16:creationId xmlns:a16="http://schemas.microsoft.com/office/drawing/2014/main" id="{71E378FE-7EDD-4579-8528-309615501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171"/>
              <a:ext cx="85" cy="58"/>
            </a:xfrm>
            <a:prstGeom prst="ellipse">
              <a:avLst/>
            </a:prstGeom>
            <a:solidFill>
              <a:srgbClr val="D29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075" name="Freeform 66">
              <a:extLst>
                <a:ext uri="{FF2B5EF4-FFF2-40B4-BE49-F238E27FC236}">
                  <a16:creationId xmlns:a16="http://schemas.microsoft.com/office/drawing/2014/main" id="{BC89963C-0DF7-4EF3-8F9D-62DF3C0E1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52"/>
              <a:ext cx="90" cy="91"/>
            </a:xfrm>
            <a:custGeom>
              <a:avLst/>
              <a:gdLst>
                <a:gd name="T0" fmla="*/ 0 w 36"/>
                <a:gd name="T1" fmla="*/ 343 h 34"/>
                <a:gd name="T2" fmla="*/ 500 w 36"/>
                <a:gd name="T3" fmla="*/ 150 h 34"/>
                <a:gd name="T4" fmla="*/ 50 w 36"/>
                <a:gd name="T5" fmla="*/ 61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0" y="18"/>
                  </a:moveTo>
                  <a:cubicBezTo>
                    <a:pt x="7" y="5"/>
                    <a:pt x="27" y="0"/>
                    <a:pt x="32" y="8"/>
                  </a:cubicBezTo>
                  <a:cubicBezTo>
                    <a:pt x="36" y="16"/>
                    <a:pt x="20" y="34"/>
                    <a:pt x="3" y="32"/>
                  </a:cubicBezTo>
                </a:path>
              </a:pathLst>
            </a:custGeom>
            <a:solidFill>
              <a:srgbClr val="D29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76" name="Oval 67">
              <a:extLst>
                <a:ext uri="{FF2B5EF4-FFF2-40B4-BE49-F238E27FC236}">
                  <a16:creationId xmlns:a16="http://schemas.microsoft.com/office/drawing/2014/main" id="{E9BE4C47-96D4-4925-A543-1FAB6ADFF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091"/>
              <a:ext cx="78" cy="80"/>
            </a:xfrm>
            <a:prstGeom prst="ellipse">
              <a:avLst/>
            </a:prstGeom>
            <a:solidFill>
              <a:srgbClr val="EAB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077" name="Freeform 68">
              <a:extLst>
                <a:ext uri="{FF2B5EF4-FFF2-40B4-BE49-F238E27FC236}">
                  <a16:creationId xmlns:a16="http://schemas.microsoft.com/office/drawing/2014/main" id="{1D52EF24-7F3D-4C15-970F-3931EE8C7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093"/>
              <a:ext cx="42" cy="54"/>
            </a:xfrm>
            <a:custGeom>
              <a:avLst/>
              <a:gdLst>
                <a:gd name="T0" fmla="*/ 12 w 17"/>
                <a:gd name="T1" fmla="*/ 394 h 20"/>
                <a:gd name="T2" fmla="*/ 42 w 17"/>
                <a:gd name="T3" fmla="*/ 138 h 20"/>
                <a:gd name="T4" fmla="*/ 257 w 17"/>
                <a:gd name="T5" fmla="*/ 81 h 20"/>
                <a:gd name="T6" fmla="*/ 74 w 17"/>
                <a:gd name="T7" fmla="*/ 116 h 20"/>
                <a:gd name="T8" fmla="*/ 12 w 17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1" y="20"/>
                  </a:moveTo>
                  <a:cubicBezTo>
                    <a:pt x="0" y="16"/>
                    <a:pt x="0" y="11"/>
                    <a:pt x="3" y="7"/>
                  </a:cubicBezTo>
                  <a:cubicBezTo>
                    <a:pt x="5" y="3"/>
                    <a:pt x="13" y="0"/>
                    <a:pt x="17" y="4"/>
                  </a:cubicBezTo>
                  <a:cubicBezTo>
                    <a:pt x="14" y="3"/>
                    <a:pt x="7" y="4"/>
                    <a:pt x="5" y="6"/>
                  </a:cubicBezTo>
                  <a:cubicBezTo>
                    <a:pt x="4" y="8"/>
                    <a:pt x="1" y="14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78" name="Freeform 69">
              <a:extLst>
                <a:ext uri="{FF2B5EF4-FFF2-40B4-BE49-F238E27FC236}">
                  <a16:creationId xmlns:a16="http://schemas.microsoft.com/office/drawing/2014/main" id="{ADA70C5B-1B08-410D-AD92-6DBB37C37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40"/>
              <a:ext cx="53" cy="27"/>
            </a:xfrm>
            <a:custGeom>
              <a:avLst/>
              <a:gdLst>
                <a:gd name="T0" fmla="*/ 0 w 21"/>
                <a:gd name="T1" fmla="*/ 176 h 10"/>
                <a:gd name="T2" fmla="*/ 338 w 21"/>
                <a:gd name="T3" fmla="*/ 197 h 10"/>
                <a:gd name="T4" fmla="*/ 192 w 21"/>
                <a:gd name="T5" fmla="*/ 138 h 10"/>
                <a:gd name="T6" fmla="*/ 50 w 21"/>
                <a:gd name="T7" fmla="*/ 1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0">
                  <a:moveTo>
                    <a:pt x="0" y="9"/>
                  </a:moveTo>
                  <a:cubicBezTo>
                    <a:pt x="1" y="0"/>
                    <a:pt x="18" y="7"/>
                    <a:pt x="21" y="10"/>
                  </a:cubicBezTo>
                  <a:cubicBezTo>
                    <a:pt x="19" y="8"/>
                    <a:pt x="15" y="7"/>
                    <a:pt x="12" y="7"/>
                  </a:cubicBezTo>
                  <a:cubicBezTo>
                    <a:pt x="10" y="6"/>
                    <a:pt x="4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79" name="Freeform 70">
              <a:extLst>
                <a:ext uri="{FF2B5EF4-FFF2-40B4-BE49-F238E27FC236}">
                  <a16:creationId xmlns:a16="http://schemas.microsoft.com/office/drawing/2014/main" id="{56159C7F-871F-4D06-95BA-3EA70F80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987"/>
              <a:ext cx="50" cy="45"/>
            </a:xfrm>
            <a:custGeom>
              <a:avLst/>
              <a:gdLst>
                <a:gd name="T0" fmla="*/ 313 w 20"/>
                <a:gd name="T1" fmla="*/ 56 h 17"/>
                <a:gd name="T2" fmla="*/ 83 w 20"/>
                <a:gd name="T3" fmla="*/ 56 h 17"/>
                <a:gd name="T4" fmla="*/ 50 w 20"/>
                <a:gd name="T5" fmla="*/ 315 h 17"/>
                <a:gd name="T6" fmla="*/ 83 w 20"/>
                <a:gd name="T7" fmla="*/ 90 h 17"/>
                <a:gd name="T8" fmla="*/ 238 w 20"/>
                <a:gd name="T9" fmla="*/ 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3"/>
                  </a:moveTo>
                  <a:cubicBezTo>
                    <a:pt x="16" y="1"/>
                    <a:pt x="9" y="0"/>
                    <a:pt x="5" y="3"/>
                  </a:cubicBezTo>
                  <a:cubicBezTo>
                    <a:pt x="0" y="6"/>
                    <a:pt x="1" y="13"/>
                    <a:pt x="3" y="17"/>
                  </a:cubicBezTo>
                  <a:cubicBezTo>
                    <a:pt x="3" y="13"/>
                    <a:pt x="2" y="8"/>
                    <a:pt x="5" y="5"/>
                  </a:cubicBezTo>
                  <a:cubicBezTo>
                    <a:pt x="8" y="2"/>
                    <a:pt x="11" y="3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0" name="Freeform 71">
              <a:extLst>
                <a:ext uri="{FF2B5EF4-FFF2-40B4-BE49-F238E27FC236}">
                  <a16:creationId xmlns:a16="http://schemas.microsoft.com/office/drawing/2014/main" id="{33A3CAA0-EE03-418E-A5B3-BFF9B7B9E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968"/>
              <a:ext cx="57" cy="29"/>
            </a:xfrm>
            <a:custGeom>
              <a:avLst/>
              <a:gdLst>
                <a:gd name="T0" fmla="*/ 0 w 23"/>
                <a:gd name="T1" fmla="*/ 200 h 11"/>
                <a:gd name="T2" fmla="*/ 154 w 23"/>
                <a:gd name="T3" fmla="*/ 34 h 11"/>
                <a:gd name="T4" fmla="*/ 245 w 23"/>
                <a:gd name="T5" fmla="*/ 0 h 11"/>
                <a:gd name="T6" fmla="*/ 349 w 23"/>
                <a:gd name="T7" fmla="*/ 21 h 11"/>
                <a:gd name="T8" fmla="*/ 154 w 23"/>
                <a:gd name="T9" fmla="*/ 7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11"/>
                  </a:moveTo>
                  <a:cubicBezTo>
                    <a:pt x="2" y="7"/>
                    <a:pt x="6" y="4"/>
                    <a:pt x="10" y="2"/>
                  </a:cubicBezTo>
                  <a:cubicBezTo>
                    <a:pt x="12" y="1"/>
                    <a:pt x="14" y="1"/>
                    <a:pt x="16" y="0"/>
                  </a:cubicBezTo>
                  <a:cubicBezTo>
                    <a:pt x="19" y="0"/>
                    <a:pt x="20" y="1"/>
                    <a:pt x="23" y="1"/>
                  </a:cubicBezTo>
                  <a:cubicBezTo>
                    <a:pt x="18" y="1"/>
                    <a:pt x="14" y="2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1" name="Freeform 72">
              <a:extLst>
                <a:ext uri="{FF2B5EF4-FFF2-40B4-BE49-F238E27FC236}">
                  <a16:creationId xmlns:a16="http://schemas.microsoft.com/office/drawing/2014/main" id="{92F078AF-87CF-43BE-9FBF-A5383498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979"/>
              <a:ext cx="35" cy="40"/>
            </a:xfrm>
            <a:custGeom>
              <a:avLst/>
              <a:gdLst>
                <a:gd name="T0" fmla="*/ 220 w 14"/>
                <a:gd name="T1" fmla="*/ 0 h 15"/>
                <a:gd name="T2" fmla="*/ 95 w 14"/>
                <a:gd name="T3" fmla="*/ 285 h 15"/>
                <a:gd name="T4" fmla="*/ 125 w 14"/>
                <a:gd name="T5" fmla="*/ 115 h 15"/>
                <a:gd name="T6" fmla="*/ 208 w 14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8" y="1"/>
                    <a:pt x="0" y="9"/>
                    <a:pt x="6" y="15"/>
                  </a:cubicBezTo>
                  <a:cubicBezTo>
                    <a:pt x="6" y="12"/>
                    <a:pt x="6" y="9"/>
                    <a:pt x="8" y="6"/>
                  </a:cubicBezTo>
                  <a:cubicBezTo>
                    <a:pt x="9" y="5"/>
                    <a:pt x="11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2" name="Freeform 73">
              <a:extLst>
                <a:ext uri="{FF2B5EF4-FFF2-40B4-BE49-F238E27FC236}">
                  <a16:creationId xmlns:a16="http://schemas.microsoft.com/office/drawing/2014/main" id="{134F11FD-AD9B-4462-B0A1-635643CB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043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35 h 6"/>
                <a:gd name="T4" fmla="*/ 166 w 19"/>
                <a:gd name="T5" fmla="*/ 56 h 6"/>
                <a:gd name="T6" fmla="*/ 30 w 19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0" y="0"/>
                    <a:pt x="16" y="0"/>
                    <a:pt x="19" y="2"/>
                  </a:cubicBezTo>
                  <a:cubicBezTo>
                    <a:pt x="16" y="2"/>
                    <a:pt x="14" y="3"/>
                    <a:pt x="11" y="3"/>
                  </a:cubicBezTo>
                  <a:cubicBezTo>
                    <a:pt x="8" y="4"/>
                    <a:pt x="5" y="3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3" name="Freeform 74">
              <a:extLst>
                <a:ext uri="{FF2B5EF4-FFF2-40B4-BE49-F238E27FC236}">
                  <a16:creationId xmlns:a16="http://schemas.microsoft.com/office/drawing/2014/main" id="{A0091148-F0E0-4817-B609-6A06766A0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045"/>
              <a:ext cx="53" cy="35"/>
            </a:xfrm>
            <a:custGeom>
              <a:avLst/>
              <a:gdLst>
                <a:gd name="T0" fmla="*/ 338 w 21"/>
                <a:gd name="T1" fmla="*/ 35 h 13"/>
                <a:gd name="T2" fmla="*/ 96 w 21"/>
                <a:gd name="T3" fmla="*/ 59 h 13"/>
                <a:gd name="T4" fmla="*/ 63 w 21"/>
                <a:gd name="T5" fmla="*/ 253 h 13"/>
                <a:gd name="T6" fmla="*/ 222 w 21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21" y="2"/>
                  </a:moveTo>
                  <a:cubicBezTo>
                    <a:pt x="16" y="0"/>
                    <a:pt x="11" y="1"/>
                    <a:pt x="6" y="3"/>
                  </a:cubicBezTo>
                  <a:cubicBezTo>
                    <a:pt x="2" y="5"/>
                    <a:pt x="1" y="10"/>
                    <a:pt x="4" y="13"/>
                  </a:cubicBezTo>
                  <a:cubicBezTo>
                    <a:pt x="0" y="8"/>
                    <a:pt x="9" y="2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4" name="Freeform 75">
              <a:extLst>
                <a:ext uri="{FF2B5EF4-FFF2-40B4-BE49-F238E27FC236}">
                  <a16:creationId xmlns:a16="http://schemas.microsoft.com/office/drawing/2014/main" id="{2BEC9260-4A6E-498B-A182-453930217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085"/>
              <a:ext cx="40" cy="56"/>
            </a:xfrm>
            <a:custGeom>
              <a:avLst/>
              <a:gdLst>
                <a:gd name="T0" fmla="*/ 250 w 16"/>
                <a:gd name="T1" fmla="*/ 56 h 21"/>
                <a:gd name="T2" fmla="*/ 113 w 16"/>
                <a:gd name="T3" fmla="*/ 397 h 21"/>
                <a:gd name="T4" fmla="*/ 95 w 16"/>
                <a:gd name="T5" fmla="*/ 171 h 21"/>
                <a:gd name="T6" fmla="*/ 188 w 16"/>
                <a:gd name="T7" fmla="*/ 5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1">
                  <a:moveTo>
                    <a:pt x="16" y="3"/>
                  </a:moveTo>
                  <a:cubicBezTo>
                    <a:pt x="7" y="0"/>
                    <a:pt x="0" y="15"/>
                    <a:pt x="7" y="21"/>
                  </a:cubicBezTo>
                  <a:cubicBezTo>
                    <a:pt x="5" y="18"/>
                    <a:pt x="5" y="13"/>
                    <a:pt x="6" y="9"/>
                  </a:cubicBezTo>
                  <a:cubicBezTo>
                    <a:pt x="7" y="6"/>
                    <a:pt x="9" y="4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5" name="Freeform 76">
              <a:extLst>
                <a:ext uri="{FF2B5EF4-FFF2-40B4-BE49-F238E27FC236}">
                  <a16:creationId xmlns:a16="http://schemas.microsoft.com/office/drawing/2014/main" id="{3BBC88EF-60ED-45A3-979E-715D39ABB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088"/>
              <a:ext cx="32" cy="35"/>
            </a:xfrm>
            <a:custGeom>
              <a:avLst/>
              <a:gdLst>
                <a:gd name="T0" fmla="*/ 0 w 13"/>
                <a:gd name="T1" fmla="*/ 253 h 13"/>
                <a:gd name="T2" fmla="*/ 42 w 13"/>
                <a:gd name="T3" fmla="*/ 59 h 13"/>
                <a:gd name="T4" fmla="*/ 194 w 13"/>
                <a:gd name="T5" fmla="*/ 22 h 13"/>
                <a:gd name="T6" fmla="*/ 12 w 13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0" y="10"/>
                    <a:pt x="1" y="6"/>
                    <a:pt x="3" y="3"/>
                  </a:cubicBezTo>
                  <a:cubicBezTo>
                    <a:pt x="6" y="0"/>
                    <a:pt x="9" y="1"/>
                    <a:pt x="13" y="1"/>
                  </a:cubicBezTo>
                  <a:cubicBezTo>
                    <a:pt x="9" y="2"/>
                    <a:pt x="3" y="4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6" name="Freeform 77">
              <a:extLst>
                <a:ext uri="{FF2B5EF4-FFF2-40B4-BE49-F238E27FC236}">
                  <a16:creationId xmlns:a16="http://schemas.microsoft.com/office/drawing/2014/main" id="{F484DB0B-D833-4B85-9997-77753761E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051"/>
              <a:ext cx="35" cy="32"/>
            </a:xfrm>
            <a:custGeom>
              <a:avLst/>
              <a:gdLst>
                <a:gd name="T0" fmla="*/ 0 w 14"/>
                <a:gd name="T1" fmla="*/ 227 h 12"/>
                <a:gd name="T2" fmla="*/ 22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5" y="9"/>
                    <a:pt x="10" y="5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7" name="Freeform 78">
              <a:extLst>
                <a:ext uri="{FF2B5EF4-FFF2-40B4-BE49-F238E27FC236}">
                  <a16:creationId xmlns:a16="http://schemas.microsoft.com/office/drawing/2014/main" id="{1C4F5B50-6448-4B6D-BE9D-E2DB6E7A0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115"/>
              <a:ext cx="15" cy="50"/>
            </a:xfrm>
            <a:custGeom>
              <a:avLst/>
              <a:gdLst>
                <a:gd name="T0" fmla="*/ 95 w 6"/>
                <a:gd name="T1" fmla="*/ 0 h 19"/>
                <a:gd name="T2" fmla="*/ 20 w 6"/>
                <a:gd name="T3" fmla="*/ 124 h 19"/>
                <a:gd name="T4" fmla="*/ 50 w 6"/>
                <a:gd name="T5" fmla="*/ 347 h 19"/>
                <a:gd name="T6" fmla="*/ 33 w 6"/>
                <a:gd name="T7" fmla="*/ 234 h 19"/>
                <a:gd name="T8" fmla="*/ 50 w 6"/>
                <a:gd name="T9" fmla="*/ 145 h 19"/>
                <a:gd name="T10" fmla="*/ 95 w 6"/>
                <a:gd name="T11" fmla="*/ 2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4" y="2"/>
                    <a:pt x="1" y="5"/>
                    <a:pt x="1" y="7"/>
                  </a:cubicBezTo>
                  <a:cubicBezTo>
                    <a:pt x="0" y="10"/>
                    <a:pt x="0" y="18"/>
                    <a:pt x="3" y="19"/>
                  </a:cubicBezTo>
                  <a:cubicBezTo>
                    <a:pt x="3" y="17"/>
                    <a:pt x="2" y="16"/>
                    <a:pt x="2" y="13"/>
                  </a:cubicBezTo>
                  <a:cubicBezTo>
                    <a:pt x="2" y="11"/>
                    <a:pt x="2" y="10"/>
                    <a:pt x="3" y="8"/>
                  </a:cubicBezTo>
                  <a:cubicBezTo>
                    <a:pt x="3" y="6"/>
                    <a:pt x="4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8" name="Freeform 79">
              <a:extLst>
                <a:ext uri="{FF2B5EF4-FFF2-40B4-BE49-F238E27FC236}">
                  <a16:creationId xmlns:a16="http://schemas.microsoft.com/office/drawing/2014/main" id="{F8BFD7EB-0878-4115-BD0F-E9F8063A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33"/>
              <a:ext cx="25" cy="40"/>
            </a:xfrm>
            <a:custGeom>
              <a:avLst/>
              <a:gdLst>
                <a:gd name="T0" fmla="*/ 95 w 10"/>
                <a:gd name="T1" fmla="*/ 21 h 15"/>
                <a:gd name="T2" fmla="*/ 33 w 10"/>
                <a:gd name="T3" fmla="*/ 285 h 15"/>
                <a:gd name="T4" fmla="*/ 95 w 10"/>
                <a:gd name="T5" fmla="*/ 56 h 15"/>
                <a:gd name="T6" fmla="*/ 158 w 10"/>
                <a:gd name="T7" fmla="*/ 0 h 15"/>
                <a:gd name="T8" fmla="*/ 125 w 1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6" y="1"/>
                  </a:moveTo>
                  <a:cubicBezTo>
                    <a:pt x="2" y="4"/>
                    <a:pt x="0" y="10"/>
                    <a:pt x="2" y="15"/>
                  </a:cubicBezTo>
                  <a:cubicBezTo>
                    <a:pt x="3" y="11"/>
                    <a:pt x="3" y="6"/>
                    <a:pt x="6" y="3"/>
                  </a:cubicBezTo>
                  <a:cubicBezTo>
                    <a:pt x="6" y="2"/>
                    <a:pt x="8" y="0"/>
                    <a:pt x="10" y="0"/>
                  </a:cubicBezTo>
                  <a:cubicBezTo>
                    <a:pt x="9" y="0"/>
                    <a:pt x="8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89" name="Freeform 80">
              <a:extLst>
                <a:ext uri="{FF2B5EF4-FFF2-40B4-BE49-F238E27FC236}">
                  <a16:creationId xmlns:a16="http://schemas.microsoft.com/office/drawing/2014/main" id="{C389A444-A693-41C3-BB0D-9C1A4C6E8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49"/>
              <a:ext cx="17" cy="46"/>
            </a:xfrm>
            <a:custGeom>
              <a:avLst/>
              <a:gdLst>
                <a:gd name="T0" fmla="*/ 100 w 7"/>
                <a:gd name="T1" fmla="*/ 0 h 17"/>
                <a:gd name="T2" fmla="*/ 12 w 7"/>
                <a:gd name="T3" fmla="*/ 116 h 17"/>
                <a:gd name="T4" fmla="*/ 58 w 7"/>
                <a:gd name="T5" fmla="*/ 336 h 17"/>
                <a:gd name="T6" fmla="*/ 87 w 7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7">
                  <a:moveTo>
                    <a:pt x="7" y="0"/>
                  </a:moveTo>
                  <a:cubicBezTo>
                    <a:pt x="5" y="2"/>
                    <a:pt x="2" y="4"/>
                    <a:pt x="1" y="6"/>
                  </a:cubicBezTo>
                  <a:cubicBezTo>
                    <a:pt x="0" y="9"/>
                    <a:pt x="1" y="16"/>
                    <a:pt x="4" y="17"/>
                  </a:cubicBezTo>
                  <a:cubicBezTo>
                    <a:pt x="2" y="13"/>
                    <a:pt x="1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0" name="Freeform 81">
              <a:extLst>
                <a:ext uri="{FF2B5EF4-FFF2-40B4-BE49-F238E27FC236}">
                  <a16:creationId xmlns:a16="http://schemas.microsoft.com/office/drawing/2014/main" id="{6E9DCF01-34DE-4D4C-9D4B-281801F0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029"/>
              <a:ext cx="33" cy="43"/>
            </a:xfrm>
            <a:custGeom>
              <a:avLst/>
              <a:gdLst>
                <a:gd name="T0" fmla="*/ 213 w 13"/>
                <a:gd name="T1" fmla="*/ 0 h 16"/>
                <a:gd name="T2" fmla="*/ 63 w 13"/>
                <a:gd name="T3" fmla="*/ 94 h 16"/>
                <a:gd name="T4" fmla="*/ 63 w 13"/>
                <a:gd name="T5" fmla="*/ 312 h 16"/>
                <a:gd name="T6" fmla="*/ 84 w 13"/>
                <a:gd name="T7" fmla="*/ 137 h 16"/>
                <a:gd name="T8" fmla="*/ 180 w 13"/>
                <a:gd name="T9" fmla="*/ 2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10" y="0"/>
                    <a:pt x="7" y="3"/>
                    <a:pt x="4" y="5"/>
                  </a:cubicBezTo>
                  <a:cubicBezTo>
                    <a:pt x="2" y="7"/>
                    <a:pt x="0" y="14"/>
                    <a:pt x="4" y="16"/>
                  </a:cubicBezTo>
                  <a:cubicBezTo>
                    <a:pt x="2" y="13"/>
                    <a:pt x="3" y="10"/>
                    <a:pt x="5" y="7"/>
                  </a:cubicBezTo>
                  <a:cubicBezTo>
                    <a:pt x="6" y="5"/>
                    <a:pt x="8" y="2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1" name="Freeform 82">
              <a:extLst>
                <a:ext uri="{FF2B5EF4-FFF2-40B4-BE49-F238E27FC236}">
                  <a16:creationId xmlns:a16="http://schemas.microsoft.com/office/drawing/2014/main" id="{0C6907F5-987B-4E30-AC2B-0FBAA5320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085"/>
              <a:ext cx="30" cy="43"/>
            </a:xfrm>
            <a:custGeom>
              <a:avLst/>
              <a:gdLst>
                <a:gd name="T0" fmla="*/ 188 w 12"/>
                <a:gd name="T1" fmla="*/ 0 h 16"/>
                <a:gd name="T2" fmla="*/ 50 w 12"/>
                <a:gd name="T3" fmla="*/ 137 h 16"/>
                <a:gd name="T4" fmla="*/ 20 w 12"/>
                <a:gd name="T5" fmla="*/ 196 h 16"/>
                <a:gd name="T6" fmla="*/ 50 w 12"/>
                <a:gd name="T7" fmla="*/ 290 h 16"/>
                <a:gd name="T8" fmla="*/ 125 w 12"/>
                <a:gd name="T9" fmla="*/ 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9" y="2"/>
                    <a:pt x="6" y="4"/>
                    <a:pt x="3" y="7"/>
                  </a:cubicBezTo>
                  <a:cubicBezTo>
                    <a:pt x="2" y="8"/>
                    <a:pt x="1" y="9"/>
                    <a:pt x="1" y="10"/>
                  </a:cubicBezTo>
                  <a:cubicBezTo>
                    <a:pt x="0" y="12"/>
                    <a:pt x="2" y="16"/>
                    <a:pt x="3" y="15"/>
                  </a:cubicBezTo>
                  <a:cubicBezTo>
                    <a:pt x="0" y="11"/>
                    <a:pt x="5" y="6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2" name="Freeform 83">
              <a:extLst>
                <a:ext uri="{FF2B5EF4-FFF2-40B4-BE49-F238E27FC236}">
                  <a16:creationId xmlns:a16="http://schemas.microsoft.com/office/drawing/2014/main" id="{308693DA-4F93-4869-BFB4-454274B7A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152"/>
              <a:ext cx="32" cy="37"/>
            </a:xfrm>
            <a:custGeom>
              <a:avLst/>
              <a:gdLst>
                <a:gd name="T0" fmla="*/ 194 w 13"/>
                <a:gd name="T1" fmla="*/ 0 h 14"/>
                <a:gd name="T2" fmla="*/ 62 w 13"/>
                <a:gd name="T3" fmla="*/ 34 h 14"/>
                <a:gd name="T4" fmla="*/ 62 w 13"/>
                <a:gd name="T5" fmla="*/ 259 h 14"/>
                <a:gd name="T6" fmla="*/ 153 w 1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0" y="0"/>
                    <a:pt x="6" y="1"/>
                    <a:pt x="4" y="2"/>
                  </a:cubicBezTo>
                  <a:cubicBezTo>
                    <a:pt x="1" y="5"/>
                    <a:pt x="0" y="13"/>
                    <a:pt x="4" y="14"/>
                  </a:cubicBezTo>
                  <a:cubicBezTo>
                    <a:pt x="1" y="11"/>
                    <a:pt x="5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3" name="Freeform 84">
              <a:extLst>
                <a:ext uri="{FF2B5EF4-FFF2-40B4-BE49-F238E27FC236}">
                  <a16:creationId xmlns:a16="http://schemas.microsoft.com/office/drawing/2014/main" id="{F2DF85F4-23EC-4283-89D7-94686E99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136"/>
              <a:ext cx="42" cy="16"/>
            </a:xfrm>
            <a:custGeom>
              <a:avLst/>
              <a:gdLst>
                <a:gd name="T0" fmla="*/ 0 w 17"/>
                <a:gd name="T1" fmla="*/ 115 h 6"/>
                <a:gd name="T2" fmla="*/ 257 w 17"/>
                <a:gd name="T3" fmla="*/ 21 h 6"/>
                <a:gd name="T4" fmla="*/ 62 w 17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0" y="0"/>
                    <a:pt x="13" y="0"/>
                    <a:pt x="17" y="1"/>
                  </a:cubicBezTo>
                  <a:cubicBezTo>
                    <a:pt x="13" y="1"/>
                    <a:pt x="7" y="1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4" name="Freeform 85">
              <a:extLst>
                <a:ext uri="{FF2B5EF4-FFF2-40B4-BE49-F238E27FC236}">
                  <a16:creationId xmlns:a16="http://schemas.microsoft.com/office/drawing/2014/main" id="{B2FC04D1-54CA-43E5-ACB2-38FCB05DE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179"/>
              <a:ext cx="18" cy="37"/>
            </a:xfrm>
            <a:custGeom>
              <a:avLst/>
              <a:gdLst>
                <a:gd name="T0" fmla="*/ 100 w 7"/>
                <a:gd name="T1" fmla="*/ 0 h 14"/>
                <a:gd name="T2" fmla="*/ 118 w 7"/>
                <a:gd name="T3" fmla="*/ 259 h 14"/>
                <a:gd name="T4" fmla="*/ 85 w 7"/>
                <a:gd name="T5" fmla="*/ 90 h 14"/>
                <a:gd name="T6" fmla="*/ 100 w 7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0" y="2"/>
                    <a:pt x="4" y="11"/>
                    <a:pt x="7" y="14"/>
                  </a:cubicBezTo>
                  <a:cubicBezTo>
                    <a:pt x="6" y="11"/>
                    <a:pt x="5" y="8"/>
                    <a:pt x="5" y="5"/>
                  </a:cubicBezTo>
                  <a:cubicBezTo>
                    <a:pt x="5" y="3"/>
                    <a:pt x="5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5" name="Freeform 86">
              <a:extLst>
                <a:ext uri="{FF2B5EF4-FFF2-40B4-BE49-F238E27FC236}">
                  <a16:creationId xmlns:a16="http://schemas.microsoft.com/office/drawing/2014/main" id="{D103345A-57E7-4CBF-8840-E3714FD2F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235"/>
              <a:ext cx="52" cy="37"/>
            </a:xfrm>
            <a:custGeom>
              <a:avLst/>
              <a:gdLst>
                <a:gd name="T0" fmla="*/ 124 w 21"/>
                <a:gd name="T1" fmla="*/ 34 h 14"/>
                <a:gd name="T2" fmla="*/ 30 w 21"/>
                <a:gd name="T3" fmla="*/ 259 h 14"/>
                <a:gd name="T4" fmla="*/ 134 w 21"/>
                <a:gd name="T5" fmla="*/ 21 h 14"/>
                <a:gd name="T6" fmla="*/ 319 w 21"/>
                <a:gd name="T7" fmla="*/ 34 h 14"/>
                <a:gd name="T8" fmla="*/ 124 w 21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8" y="2"/>
                  </a:moveTo>
                  <a:cubicBezTo>
                    <a:pt x="3" y="3"/>
                    <a:pt x="2" y="10"/>
                    <a:pt x="2" y="14"/>
                  </a:cubicBezTo>
                  <a:cubicBezTo>
                    <a:pt x="0" y="7"/>
                    <a:pt x="3" y="3"/>
                    <a:pt x="9" y="1"/>
                  </a:cubicBezTo>
                  <a:cubicBezTo>
                    <a:pt x="13" y="0"/>
                    <a:pt x="18" y="0"/>
                    <a:pt x="21" y="2"/>
                  </a:cubicBezTo>
                  <a:cubicBezTo>
                    <a:pt x="18" y="1"/>
                    <a:pt x="12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6" name="Freeform 87">
              <a:extLst>
                <a:ext uri="{FF2B5EF4-FFF2-40B4-BE49-F238E27FC236}">
                  <a16:creationId xmlns:a16="http://schemas.microsoft.com/office/drawing/2014/main" id="{E011FEAD-F85E-490F-AC54-0320DBC7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301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171 h 9"/>
                <a:gd name="T4" fmla="*/ 0 w 2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1" y="3"/>
                    <a:pt x="9" y="0"/>
                    <a:pt x="20" y="9"/>
                  </a:cubicBezTo>
                  <a:cubicBezTo>
                    <a:pt x="16" y="7"/>
                    <a:pt x="5" y="1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7" name="Freeform 88">
              <a:extLst>
                <a:ext uri="{FF2B5EF4-FFF2-40B4-BE49-F238E27FC236}">
                  <a16:creationId xmlns:a16="http://schemas.microsoft.com/office/drawing/2014/main" id="{AEEE2F04-18E7-409D-9085-0BD663611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272"/>
              <a:ext cx="60" cy="48"/>
            </a:xfrm>
            <a:custGeom>
              <a:avLst/>
              <a:gdLst>
                <a:gd name="T0" fmla="*/ 33 w 24"/>
                <a:gd name="T1" fmla="*/ 341 h 18"/>
                <a:gd name="T2" fmla="*/ 250 w 24"/>
                <a:gd name="T3" fmla="*/ 93 h 18"/>
                <a:gd name="T4" fmla="*/ 375 w 24"/>
                <a:gd name="T5" fmla="*/ 227 h 18"/>
                <a:gd name="T6" fmla="*/ 33 w 24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2" y="18"/>
                  </a:moveTo>
                  <a:cubicBezTo>
                    <a:pt x="0" y="9"/>
                    <a:pt x="9" y="3"/>
                    <a:pt x="16" y="5"/>
                  </a:cubicBezTo>
                  <a:cubicBezTo>
                    <a:pt x="20" y="5"/>
                    <a:pt x="24" y="11"/>
                    <a:pt x="24" y="12"/>
                  </a:cubicBezTo>
                  <a:cubicBezTo>
                    <a:pt x="22" y="9"/>
                    <a:pt x="8" y="0"/>
                    <a:pt x="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8" name="Freeform 89">
              <a:extLst>
                <a:ext uri="{FF2B5EF4-FFF2-40B4-BE49-F238E27FC236}">
                  <a16:creationId xmlns:a16="http://schemas.microsoft.com/office/drawing/2014/main" id="{7F1E49FA-A3A2-4406-A1A4-CD5A10670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269"/>
              <a:ext cx="67" cy="35"/>
            </a:xfrm>
            <a:custGeom>
              <a:avLst/>
              <a:gdLst>
                <a:gd name="T0" fmla="*/ 12 w 27"/>
                <a:gd name="T1" fmla="*/ 253 h 13"/>
                <a:gd name="T2" fmla="*/ 258 w 27"/>
                <a:gd name="T3" fmla="*/ 35 h 13"/>
                <a:gd name="T4" fmla="*/ 412 w 27"/>
                <a:gd name="T5" fmla="*/ 197 h 13"/>
                <a:gd name="T6" fmla="*/ 184 w 27"/>
                <a:gd name="T7" fmla="*/ 81 h 13"/>
                <a:gd name="T8" fmla="*/ 12 w 2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1" y="13"/>
                  </a:moveTo>
                  <a:cubicBezTo>
                    <a:pt x="0" y="7"/>
                    <a:pt x="7" y="0"/>
                    <a:pt x="17" y="2"/>
                  </a:cubicBezTo>
                  <a:cubicBezTo>
                    <a:pt x="27" y="3"/>
                    <a:pt x="27" y="10"/>
                    <a:pt x="27" y="10"/>
                  </a:cubicBezTo>
                  <a:cubicBezTo>
                    <a:pt x="24" y="5"/>
                    <a:pt x="17" y="3"/>
                    <a:pt x="12" y="4"/>
                  </a:cubicBezTo>
                  <a:cubicBezTo>
                    <a:pt x="7" y="5"/>
                    <a:pt x="1" y="10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99" name="Freeform 90">
              <a:extLst>
                <a:ext uri="{FF2B5EF4-FFF2-40B4-BE49-F238E27FC236}">
                  <a16:creationId xmlns:a16="http://schemas.microsoft.com/office/drawing/2014/main" id="{BA840CDD-A05F-4BF6-B5FC-444A5909C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229"/>
              <a:ext cx="35" cy="30"/>
            </a:xfrm>
            <a:custGeom>
              <a:avLst/>
              <a:gdLst>
                <a:gd name="T0" fmla="*/ 0 w 14"/>
                <a:gd name="T1" fmla="*/ 224 h 11"/>
                <a:gd name="T2" fmla="*/ 22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7" y="7"/>
                    <a:pt x="13" y="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0" name="Freeform 91">
              <a:extLst>
                <a:ext uri="{FF2B5EF4-FFF2-40B4-BE49-F238E27FC236}">
                  <a16:creationId xmlns:a16="http://schemas.microsoft.com/office/drawing/2014/main" id="{E580238A-06D8-450F-A962-37A301792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197"/>
              <a:ext cx="53" cy="6"/>
            </a:xfrm>
            <a:custGeom>
              <a:avLst/>
              <a:gdLst>
                <a:gd name="T0" fmla="*/ 0 w 21"/>
                <a:gd name="T1" fmla="*/ 54 h 2"/>
                <a:gd name="T2" fmla="*/ 338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0" y="2"/>
                  </a:moveTo>
                  <a:cubicBezTo>
                    <a:pt x="6" y="0"/>
                    <a:pt x="18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1" name="Freeform 92">
              <a:extLst>
                <a:ext uri="{FF2B5EF4-FFF2-40B4-BE49-F238E27FC236}">
                  <a16:creationId xmlns:a16="http://schemas.microsoft.com/office/drawing/2014/main" id="{B33A9C24-A2CF-41E1-BA9C-95A63A02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144"/>
              <a:ext cx="25" cy="24"/>
            </a:xfrm>
            <a:custGeom>
              <a:avLst/>
              <a:gdLst>
                <a:gd name="T0" fmla="*/ 158 w 10"/>
                <a:gd name="T1" fmla="*/ 0 h 9"/>
                <a:gd name="T2" fmla="*/ 20 w 10"/>
                <a:gd name="T3" fmla="*/ 171 h 9"/>
                <a:gd name="T4" fmla="*/ 1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5" y="1"/>
                    <a:pt x="0" y="5"/>
                    <a:pt x="1" y="9"/>
                  </a:cubicBezTo>
                  <a:cubicBezTo>
                    <a:pt x="3" y="6"/>
                    <a:pt x="8" y="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2" name="Freeform 93">
              <a:extLst>
                <a:ext uri="{FF2B5EF4-FFF2-40B4-BE49-F238E27FC236}">
                  <a16:creationId xmlns:a16="http://schemas.microsoft.com/office/drawing/2014/main" id="{CFEA06C4-DE24-4D72-9789-42949A5F3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84"/>
              <a:ext cx="35" cy="32"/>
            </a:xfrm>
            <a:custGeom>
              <a:avLst/>
              <a:gdLst>
                <a:gd name="T0" fmla="*/ 220 w 14"/>
                <a:gd name="T1" fmla="*/ 21 h 12"/>
                <a:gd name="T2" fmla="*/ 33 w 14"/>
                <a:gd name="T3" fmla="*/ 227 h 12"/>
                <a:gd name="T4" fmla="*/ 158 w 14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4" y="1"/>
                  </a:moveTo>
                  <a:cubicBezTo>
                    <a:pt x="7" y="0"/>
                    <a:pt x="0" y="3"/>
                    <a:pt x="2" y="12"/>
                  </a:cubicBezTo>
                  <a:cubicBezTo>
                    <a:pt x="2" y="6"/>
                    <a:pt x="4" y="4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3" name="Freeform 94">
              <a:extLst>
                <a:ext uri="{FF2B5EF4-FFF2-40B4-BE49-F238E27FC236}">
                  <a16:creationId xmlns:a16="http://schemas.microsoft.com/office/drawing/2014/main" id="{3EFDEE31-E61C-488C-AB7A-3275D6B0D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259"/>
              <a:ext cx="45" cy="21"/>
            </a:xfrm>
            <a:custGeom>
              <a:avLst/>
              <a:gdLst>
                <a:gd name="T0" fmla="*/ 0 w 18"/>
                <a:gd name="T1" fmla="*/ 144 h 8"/>
                <a:gd name="T2" fmla="*/ 283 w 18"/>
                <a:gd name="T3" fmla="*/ 21 h 8"/>
                <a:gd name="T4" fmla="*/ 175 w 18"/>
                <a:gd name="T5" fmla="*/ 34 h 8"/>
                <a:gd name="T6" fmla="*/ 95 w 18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1" y="1"/>
                    <a:pt x="13" y="0"/>
                    <a:pt x="18" y="1"/>
                  </a:cubicBezTo>
                  <a:cubicBezTo>
                    <a:pt x="16" y="1"/>
                    <a:pt x="14" y="1"/>
                    <a:pt x="11" y="2"/>
                  </a:cubicBezTo>
                  <a:cubicBezTo>
                    <a:pt x="10" y="3"/>
                    <a:pt x="8" y="5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4" name="Freeform 95">
              <a:extLst>
                <a:ext uri="{FF2B5EF4-FFF2-40B4-BE49-F238E27FC236}">
                  <a16:creationId xmlns:a16="http://schemas.microsoft.com/office/drawing/2014/main" id="{81CFD35A-B6EC-4A52-BDE6-AA813D1B0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208"/>
              <a:ext cx="33" cy="29"/>
            </a:xfrm>
            <a:custGeom>
              <a:avLst/>
              <a:gdLst>
                <a:gd name="T0" fmla="*/ 213 w 13"/>
                <a:gd name="T1" fmla="*/ 0 h 11"/>
                <a:gd name="T2" fmla="*/ 51 w 13"/>
                <a:gd name="T3" fmla="*/ 200 h 11"/>
                <a:gd name="T4" fmla="*/ 147 w 13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7" y="0"/>
                    <a:pt x="0" y="3"/>
                    <a:pt x="3" y="11"/>
                  </a:cubicBezTo>
                  <a:cubicBezTo>
                    <a:pt x="3" y="5"/>
                    <a:pt x="7" y="5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5" name="Freeform 96">
              <a:extLst>
                <a:ext uri="{FF2B5EF4-FFF2-40B4-BE49-F238E27FC236}">
                  <a16:creationId xmlns:a16="http://schemas.microsoft.com/office/drawing/2014/main" id="{8A4CDA4A-5C4F-438B-BC43-98E0C4BCD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197"/>
              <a:ext cx="32" cy="48"/>
            </a:xfrm>
            <a:custGeom>
              <a:avLst/>
              <a:gdLst>
                <a:gd name="T0" fmla="*/ 194 w 13"/>
                <a:gd name="T1" fmla="*/ 0 h 18"/>
                <a:gd name="T2" fmla="*/ 62 w 13"/>
                <a:gd name="T3" fmla="*/ 115 h 18"/>
                <a:gd name="T4" fmla="*/ 74 w 13"/>
                <a:gd name="T5" fmla="*/ 320 h 18"/>
                <a:gd name="T6" fmla="*/ 162 w 13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9" y="1"/>
                    <a:pt x="6" y="3"/>
                    <a:pt x="4" y="6"/>
                  </a:cubicBezTo>
                  <a:cubicBezTo>
                    <a:pt x="3" y="8"/>
                    <a:pt x="0" y="18"/>
                    <a:pt x="5" y="17"/>
                  </a:cubicBezTo>
                  <a:cubicBezTo>
                    <a:pt x="1" y="12"/>
                    <a:pt x="8" y="5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6" name="Freeform 97">
              <a:extLst>
                <a:ext uri="{FF2B5EF4-FFF2-40B4-BE49-F238E27FC236}">
                  <a16:creationId xmlns:a16="http://schemas.microsoft.com/office/drawing/2014/main" id="{FFD3D81C-35EC-4AD5-ACBF-830B2593B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117"/>
              <a:ext cx="35" cy="40"/>
            </a:xfrm>
            <a:custGeom>
              <a:avLst/>
              <a:gdLst>
                <a:gd name="T0" fmla="*/ 220 w 14"/>
                <a:gd name="T1" fmla="*/ 0 h 15"/>
                <a:gd name="T2" fmla="*/ 0 w 14"/>
                <a:gd name="T3" fmla="*/ 285 h 15"/>
                <a:gd name="T4" fmla="*/ 113 w 14"/>
                <a:gd name="T5" fmla="*/ 115 h 15"/>
                <a:gd name="T6" fmla="*/ 220 w 1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8" y="3"/>
                    <a:pt x="1" y="7"/>
                    <a:pt x="0" y="15"/>
                  </a:cubicBezTo>
                  <a:cubicBezTo>
                    <a:pt x="2" y="14"/>
                    <a:pt x="4" y="8"/>
                    <a:pt x="7" y="6"/>
                  </a:cubicBezTo>
                  <a:cubicBezTo>
                    <a:pt x="8" y="4"/>
                    <a:pt x="11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7" name="Freeform 98">
              <a:extLst>
                <a:ext uri="{FF2B5EF4-FFF2-40B4-BE49-F238E27FC236}">
                  <a16:creationId xmlns:a16="http://schemas.microsoft.com/office/drawing/2014/main" id="{7B624A64-D8C7-4D23-A479-7C2754342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125"/>
              <a:ext cx="45" cy="35"/>
            </a:xfrm>
            <a:custGeom>
              <a:avLst/>
              <a:gdLst>
                <a:gd name="T0" fmla="*/ 50 w 18"/>
                <a:gd name="T1" fmla="*/ 253 h 13"/>
                <a:gd name="T2" fmla="*/ 283 w 18"/>
                <a:gd name="T3" fmla="*/ 0 h 13"/>
                <a:gd name="T4" fmla="*/ 63 w 18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3" y="13"/>
                  </a:moveTo>
                  <a:cubicBezTo>
                    <a:pt x="0" y="6"/>
                    <a:pt x="13" y="0"/>
                    <a:pt x="18" y="0"/>
                  </a:cubicBezTo>
                  <a:cubicBezTo>
                    <a:pt x="13" y="2"/>
                    <a:pt x="4" y="5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8" name="Freeform 99">
              <a:extLst>
                <a:ext uri="{FF2B5EF4-FFF2-40B4-BE49-F238E27FC236}">
                  <a16:creationId xmlns:a16="http://schemas.microsoft.com/office/drawing/2014/main" id="{A1EE4500-92B6-4B27-8C5F-FF6D5424D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179"/>
              <a:ext cx="55" cy="16"/>
            </a:xfrm>
            <a:custGeom>
              <a:avLst/>
              <a:gdLst>
                <a:gd name="T0" fmla="*/ 0 w 22"/>
                <a:gd name="T1" fmla="*/ 115 h 6"/>
                <a:gd name="T2" fmla="*/ 145 w 22"/>
                <a:gd name="T3" fmla="*/ 21 h 6"/>
                <a:gd name="T4" fmla="*/ 345 w 22"/>
                <a:gd name="T5" fmla="*/ 77 h 6"/>
                <a:gd name="T6" fmla="*/ 208 w 22"/>
                <a:gd name="T7" fmla="*/ 35 h 6"/>
                <a:gd name="T8" fmla="*/ 125 w 22"/>
                <a:gd name="T9" fmla="*/ 35 h 6"/>
                <a:gd name="T10" fmla="*/ 83 w 22"/>
                <a:gd name="T11" fmla="*/ 5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3" y="3"/>
                    <a:pt x="5" y="2"/>
                    <a:pt x="9" y="1"/>
                  </a:cubicBezTo>
                  <a:cubicBezTo>
                    <a:pt x="13" y="1"/>
                    <a:pt x="19" y="0"/>
                    <a:pt x="22" y="4"/>
                  </a:cubicBezTo>
                  <a:cubicBezTo>
                    <a:pt x="20" y="1"/>
                    <a:pt x="16" y="2"/>
                    <a:pt x="13" y="2"/>
                  </a:cubicBezTo>
                  <a:cubicBezTo>
                    <a:pt x="11" y="3"/>
                    <a:pt x="10" y="2"/>
                    <a:pt x="8" y="2"/>
                  </a:cubicBezTo>
                  <a:cubicBezTo>
                    <a:pt x="7" y="3"/>
                    <a:pt x="7" y="3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09" name="Freeform 100">
              <a:extLst>
                <a:ext uri="{FF2B5EF4-FFF2-40B4-BE49-F238E27FC236}">
                  <a16:creationId xmlns:a16="http://schemas.microsoft.com/office/drawing/2014/main" id="{D42E8CDC-B0ED-4678-B324-E1D2B4D0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237"/>
              <a:ext cx="37" cy="48"/>
            </a:xfrm>
            <a:custGeom>
              <a:avLst/>
              <a:gdLst>
                <a:gd name="T0" fmla="*/ 224 w 15"/>
                <a:gd name="T1" fmla="*/ 21 h 18"/>
                <a:gd name="T2" fmla="*/ 62 w 15"/>
                <a:gd name="T3" fmla="*/ 93 h 18"/>
                <a:gd name="T4" fmla="*/ 62 w 15"/>
                <a:gd name="T5" fmla="*/ 341 h 18"/>
                <a:gd name="T6" fmla="*/ 133 w 15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15" y="1"/>
                  </a:moveTo>
                  <a:cubicBezTo>
                    <a:pt x="12" y="0"/>
                    <a:pt x="6" y="3"/>
                    <a:pt x="4" y="5"/>
                  </a:cubicBezTo>
                  <a:cubicBezTo>
                    <a:pt x="1" y="8"/>
                    <a:pt x="0" y="16"/>
                    <a:pt x="4" y="18"/>
                  </a:cubicBezTo>
                  <a:cubicBezTo>
                    <a:pt x="1" y="12"/>
                    <a:pt x="4" y="5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0" name="Freeform 101">
              <a:extLst>
                <a:ext uri="{FF2B5EF4-FFF2-40B4-BE49-F238E27FC236}">
                  <a16:creationId xmlns:a16="http://schemas.microsoft.com/office/drawing/2014/main" id="{51319E63-24DB-4DEA-8736-969230CA7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227"/>
              <a:ext cx="48" cy="53"/>
            </a:xfrm>
            <a:custGeom>
              <a:avLst/>
              <a:gdLst>
                <a:gd name="T0" fmla="*/ 114 w 19"/>
                <a:gd name="T1" fmla="*/ 371 h 20"/>
                <a:gd name="T2" fmla="*/ 306 w 19"/>
                <a:gd name="T3" fmla="*/ 111 h 20"/>
                <a:gd name="T4" fmla="*/ 114 w 19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7" y="20"/>
                  </a:moveTo>
                  <a:cubicBezTo>
                    <a:pt x="0" y="15"/>
                    <a:pt x="12" y="0"/>
                    <a:pt x="19" y="6"/>
                  </a:cubicBezTo>
                  <a:cubicBezTo>
                    <a:pt x="14" y="6"/>
                    <a:pt x="9" y="9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1" name="Freeform 102">
              <a:extLst>
                <a:ext uri="{FF2B5EF4-FFF2-40B4-BE49-F238E27FC236}">
                  <a16:creationId xmlns:a16="http://schemas.microsoft.com/office/drawing/2014/main" id="{79D85B56-9BAD-4310-8658-0C4D0EA5A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197"/>
              <a:ext cx="12" cy="22"/>
            </a:xfrm>
            <a:custGeom>
              <a:avLst/>
              <a:gdLst>
                <a:gd name="T0" fmla="*/ 58 w 5"/>
                <a:gd name="T1" fmla="*/ 22 h 8"/>
                <a:gd name="T2" fmla="*/ 0 w 5"/>
                <a:gd name="T3" fmla="*/ 168 h 8"/>
                <a:gd name="T4" fmla="*/ 29 w 5"/>
                <a:gd name="T5" fmla="*/ 22 h 8"/>
                <a:gd name="T6" fmla="*/ 41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5" y="4"/>
                    <a:pt x="2" y="6"/>
                    <a:pt x="0" y="8"/>
                  </a:cubicBezTo>
                  <a:cubicBezTo>
                    <a:pt x="2" y="6"/>
                    <a:pt x="3" y="3"/>
                    <a:pt x="2" y="1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2" name="Freeform 103">
              <a:extLst>
                <a:ext uri="{FF2B5EF4-FFF2-40B4-BE49-F238E27FC236}">
                  <a16:creationId xmlns:a16="http://schemas.microsoft.com/office/drawing/2014/main" id="{06589AB5-22BB-4778-BC09-92722A41A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315"/>
              <a:ext cx="27" cy="29"/>
            </a:xfrm>
            <a:custGeom>
              <a:avLst/>
              <a:gdLst>
                <a:gd name="T0" fmla="*/ 162 w 11"/>
                <a:gd name="T1" fmla="*/ 0 h 11"/>
                <a:gd name="T2" fmla="*/ 0 w 11"/>
                <a:gd name="T3" fmla="*/ 200 h 11"/>
                <a:gd name="T4" fmla="*/ 61 w 11"/>
                <a:gd name="T5" fmla="*/ 90 h 11"/>
                <a:gd name="T6" fmla="*/ 150 w 11"/>
                <a:gd name="T7" fmla="*/ 2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6" y="0"/>
                    <a:pt x="0" y="6"/>
                    <a:pt x="0" y="11"/>
                  </a:cubicBezTo>
                  <a:cubicBezTo>
                    <a:pt x="1" y="10"/>
                    <a:pt x="2" y="7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3" name="Freeform 104">
              <a:extLst>
                <a:ext uri="{FF2B5EF4-FFF2-40B4-BE49-F238E27FC236}">
                  <a16:creationId xmlns:a16="http://schemas.microsoft.com/office/drawing/2014/main" id="{B2844A45-8249-46E5-9ECC-103D4E24D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07"/>
              <a:ext cx="45" cy="34"/>
            </a:xfrm>
            <a:custGeom>
              <a:avLst/>
              <a:gdLst>
                <a:gd name="T0" fmla="*/ 283 w 18"/>
                <a:gd name="T1" fmla="*/ 0 h 13"/>
                <a:gd name="T2" fmla="*/ 50 w 18"/>
                <a:gd name="T3" fmla="*/ 233 h 13"/>
                <a:gd name="T4" fmla="*/ 238 w 18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3" y="1"/>
                    <a:pt x="0" y="6"/>
                    <a:pt x="3" y="13"/>
                  </a:cubicBezTo>
                  <a:cubicBezTo>
                    <a:pt x="5" y="8"/>
                    <a:pt x="9" y="2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4" name="Freeform 105">
              <a:extLst>
                <a:ext uri="{FF2B5EF4-FFF2-40B4-BE49-F238E27FC236}">
                  <a16:creationId xmlns:a16="http://schemas.microsoft.com/office/drawing/2014/main" id="{6A43D542-809F-4217-AD4D-423A70E7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277"/>
              <a:ext cx="30" cy="51"/>
            </a:xfrm>
            <a:custGeom>
              <a:avLst/>
              <a:gdLst>
                <a:gd name="T0" fmla="*/ 188 w 12"/>
                <a:gd name="T1" fmla="*/ 0 h 19"/>
                <a:gd name="T2" fmla="*/ 63 w 12"/>
                <a:gd name="T3" fmla="*/ 94 h 19"/>
                <a:gd name="T4" fmla="*/ 20 w 12"/>
                <a:gd name="T5" fmla="*/ 368 h 19"/>
                <a:gd name="T6" fmla="*/ 63 w 12"/>
                <a:gd name="T7" fmla="*/ 137 h 19"/>
                <a:gd name="T8" fmla="*/ 175 w 1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2" y="0"/>
                  </a:moveTo>
                  <a:cubicBezTo>
                    <a:pt x="9" y="0"/>
                    <a:pt x="5" y="3"/>
                    <a:pt x="4" y="5"/>
                  </a:cubicBezTo>
                  <a:cubicBezTo>
                    <a:pt x="0" y="9"/>
                    <a:pt x="0" y="14"/>
                    <a:pt x="1" y="19"/>
                  </a:cubicBezTo>
                  <a:cubicBezTo>
                    <a:pt x="0" y="15"/>
                    <a:pt x="2" y="10"/>
                    <a:pt x="4" y="7"/>
                  </a:cubicBezTo>
                  <a:cubicBezTo>
                    <a:pt x="6" y="4"/>
                    <a:pt x="9" y="3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5" name="Freeform 106">
              <a:extLst>
                <a:ext uri="{FF2B5EF4-FFF2-40B4-BE49-F238E27FC236}">
                  <a16:creationId xmlns:a16="http://schemas.microsoft.com/office/drawing/2014/main" id="{7D0121ED-2BD0-4662-93AA-C8B2A62EA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304"/>
              <a:ext cx="58" cy="24"/>
            </a:xfrm>
            <a:custGeom>
              <a:avLst/>
              <a:gdLst>
                <a:gd name="T0" fmla="*/ 0 w 23"/>
                <a:gd name="T1" fmla="*/ 171 h 9"/>
                <a:gd name="T2" fmla="*/ 146 w 23"/>
                <a:gd name="T3" fmla="*/ 35 h 9"/>
                <a:gd name="T4" fmla="*/ 368 w 23"/>
                <a:gd name="T5" fmla="*/ 35 h 9"/>
                <a:gd name="T6" fmla="*/ 209 w 23"/>
                <a:gd name="T7" fmla="*/ 56 h 9"/>
                <a:gd name="T8" fmla="*/ 96 w 23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0" y="9"/>
                  </a:moveTo>
                  <a:cubicBezTo>
                    <a:pt x="0" y="6"/>
                    <a:pt x="6" y="3"/>
                    <a:pt x="9" y="2"/>
                  </a:cubicBezTo>
                  <a:cubicBezTo>
                    <a:pt x="13" y="0"/>
                    <a:pt x="18" y="1"/>
                    <a:pt x="23" y="2"/>
                  </a:cubicBezTo>
                  <a:cubicBezTo>
                    <a:pt x="19" y="1"/>
                    <a:pt x="16" y="3"/>
                    <a:pt x="13" y="3"/>
                  </a:cubicBezTo>
                  <a:cubicBezTo>
                    <a:pt x="11" y="3"/>
                    <a:pt x="8" y="3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6" name="Freeform 107">
              <a:extLst>
                <a:ext uri="{FF2B5EF4-FFF2-40B4-BE49-F238E27FC236}">
                  <a16:creationId xmlns:a16="http://schemas.microsoft.com/office/drawing/2014/main" id="{B049D895-31BB-4C73-AD21-C33189C2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299"/>
              <a:ext cx="10" cy="40"/>
            </a:xfrm>
            <a:custGeom>
              <a:avLst/>
              <a:gdLst>
                <a:gd name="T0" fmla="*/ 63 w 4"/>
                <a:gd name="T1" fmla="*/ 0 h 15"/>
                <a:gd name="T2" fmla="*/ 20 w 4"/>
                <a:gd name="T3" fmla="*/ 93 h 15"/>
                <a:gd name="T4" fmla="*/ 33 w 4"/>
                <a:gd name="T5" fmla="*/ 285 h 15"/>
                <a:gd name="T6" fmla="*/ 63 w 4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1"/>
                    <a:pt x="1" y="3"/>
                    <a:pt x="1" y="5"/>
                  </a:cubicBezTo>
                  <a:cubicBezTo>
                    <a:pt x="0" y="7"/>
                    <a:pt x="0" y="14"/>
                    <a:pt x="2" y="15"/>
                  </a:cubicBezTo>
                  <a:cubicBezTo>
                    <a:pt x="2" y="11"/>
                    <a:pt x="1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7" name="Freeform 108">
              <a:extLst>
                <a:ext uri="{FF2B5EF4-FFF2-40B4-BE49-F238E27FC236}">
                  <a16:creationId xmlns:a16="http://schemas.microsoft.com/office/drawing/2014/main" id="{92BDD3C4-8508-491E-95BF-CE5DD190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957"/>
              <a:ext cx="37" cy="8"/>
            </a:xfrm>
            <a:custGeom>
              <a:avLst/>
              <a:gdLst>
                <a:gd name="T0" fmla="*/ 0 w 15"/>
                <a:gd name="T1" fmla="*/ 56 h 3"/>
                <a:gd name="T2" fmla="*/ 224 w 15"/>
                <a:gd name="T3" fmla="*/ 21 h 3"/>
                <a:gd name="T4" fmla="*/ 74 w 15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3" y="0"/>
                    <a:pt x="11" y="1"/>
                    <a:pt x="15" y="1"/>
                  </a:cubicBezTo>
                  <a:cubicBezTo>
                    <a:pt x="12" y="2"/>
                    <a:pt x="8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8" name="Freeform 109">
              <a:extLst>
                <a:ext uri="{FF2B5EF4-FFF2-40B4-BE49-F238E27FC236}">
                  <a16:creationId xmlns:a16="http://schemas.microsoft.com/office/drawing/2014/main" id="{FF158D80-5B80-4EA3-865B-638BB623E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8"/>
              <a:ext cx="38" cy="35"/>
            </a:xfrm>
            <a:custGeom>
              <a:avLst/>
              <a:gdLst>
                <a:gd name="T0" fmla="*/ 0 w 15"/>
                <a:gd name="T1" fmla="*/ 137 h 13"/>
                <a:gd name="T2" fmla="*/ 243 w 15"/>
                <a:gd name="T3" fmla="*/ 253 h 13"/>
                <a:gd name="T4" fmla="*/ 180 w 15"/>
                <a:gd name="T5" fmla="*/ 218 h 13"/>
                <a:gd name="T6" fmla="*/ 129 w 15"/>
                <a:gd name="T7" fmla="*/ 159 h 13"/>
                <a:gd name="T8" fmla="*/ 0 w 15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0" y="7"/>
                  </a:moveTo>
                  <a:cubicBezTo>
                    <a:pt x="0" y="0"/>
                    <a:pt x="14" y="12"/>
                    <a:pt x="15" y="13"/>
                  </a:cubicBezTo>
                  <a:cubicBezTo>
                    <a:pt x="14" y="12"/>
                    <a:pt x="12" y="12"/>
                    <a:pt x="11" y="11"/>
                  </a:cubicBezTo>
                  <a:cubicBezTo>
                    <a:pt x="10" y="10"/>
                    <a:pt x="9" y="9"/>
                    <a:pt x="8" y="8"/>
                  </a:cubicBezTo>
                  <a:cubicBezTo>
                    <a:pt x="6" y="7"/>
                    <a:pt x="2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19" name="Freeform 110">
              <a:extLst>
                <a:ext uri="{FF2B5EF4-FFF2-40B4-BE49-F238E27FC236}">
                  <a16:creationId xmlns:a16="http://schemas.microsoft.com/office/drawing/2014/main" id="{B9C87978-09B4-46FF-AB1E-78632743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211"/>
              <a:ext cx="40" cy="58"/>
            </a:xfrm>
            <a:custGeom>
              <a:avLst/>
              <a:gdLst>
                <a:gd name="T0" fmla="*/ 0 w 16"/>
                <a:gd name="T1" fmla="*/ 327 h 22"/>
                <a:gd name="T2" fmla="*/ 113 w 16"/>
                <a:gd name="T3" fmla="*/ 0 h 22"/>
                <a:gd name="T4" fmla="*/ 113 w 16"/>
                <a:gd name="T5" fmla="*/ 221 h 22"/>
                <a:gd name="T6" fmla="*/ 63 w 16"/>
                <a:gd name="T7" fmla="*/ 293 h 22"/>
                <a:gd name="T8" fmla="*/ 20 w 16"/>
                <a:gd name="T9" fmla="*/ 3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0" y="18"/>
                  </a:moveTo>
                  <a:cubicBezTo>
                    <a:pt x="8" y="22"/>
                    <a:pt x="16" y="4"/>
                    <a:pt x="7" y="0"/>
                  </a:cubicBezTo>
                  <a:cubicBezTo>
                    <a:pt x="10" y="4"/>
                    <a:pt x="10" y="7"/>
                    <a:pt x="7" y="12"/>
                  </a:cubicBezTo>
                  <a:cubicBezTo>
                    <a:pt x="7" y="13"/>
                    <a:pt x="6" y="15"/>
                    <a:pt x="4" y="16"/>
                  </a:cubicBezTo>
                  <a:cubicBezTo>
                    <a:pt x="3" y="17"/>
                    <a:pt x="2" y="18"/>
                    <a:pt x="1" y="18"/>
                  </a:cubicBezTo>
                </a:path>
              </a:pathLst>
            </a:custGeom>
            <a:solidFill>
              <a:srgbClr val="C27B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0" name="Freeform 111">
              <a:extLst>
                <a:ext uri="{FF2B5EF4-FFF2-40B4-BE49-F238E27FC236}">
                  <a16:creationId xmlns:a16="http://schemas.microsoft.com/office/drawing/2014/main" id="{0B73BDD4-19F8-494F-82F6-4629FE6F2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97"/>
              <a:ext cx="67" cy="30"/>
            </a:xfrm>
            <a:custGeom>
              <a:avLst/>
              <a:gdLst>
                <a:gd name="T0" fmla="*/ 0 w 27"/>
                <a:gd name="T1" fmla="*/ 142 h 11"/>
                <a:gd name="T2" fmla="*/ 337 w 27"/>
                <a:gd name="T3" fmla="*/ 0 h 11"/>
                <a:gd name="T4" fmla="*/ 30 w 27"/>
                <a:gd name="T5" fmla="*/ 1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7"/>
                  </a:moveTo>
                  <a:cubicBezTo>
                    <a:pt x="5" y="8"/>
                    <a:pt x="27" y="11"/>
                    <a:pt x="22" y="0"/>
                  </a:cubicBezTo>
                  <a:cubicBezTo>
                    <a:pt x="19" y="9"/>
                    <a:pt x="9" y="4"/>
                    <a:pt x="2" y="8"/>
                  </a:cubicBezTo>
                </a:path>
              </a:pathLst>
            </a:custGeom>
            <a:solidFill>
              <a:srgbClr val="C27B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1" name="Freeform 112">
              <a:extLst>
                <a:ext uri="{FF2B5EF4-FFF2-40B4-BE49-F238E27FC236}">
                  <a16:creationId xmlns:a16="http://schemas.microsoft.com/office/drawing/2014/main" id="{3FBBB9B0-4C05-41F0-BCE9-472BF556A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344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175 w 20"/>
                <a:gd name="T3" fmla="*/ 93 h 6"/>
                <a:gd name="T4" fmla="*/ 313 w 20"/>
                <a:gd name="T5" fmla="*/ 21 h 6"/>
                <a:gd name="T6" fmla="*/ 63 w 20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3" y="3"/>
                    <a:pt x="7" y="5"/>
                    <a:pt x="11" y="5"/>
                  </a:cubicBezTo>
                  <a:cubicBezTo>
                    <a:pt x="14" y="6"/>
                    <a:pt x="20" y="5"/>
                    <a:pt x="20" y="1"/>
                  </a:cubicBezTo>
                  <a:cubicBezTo>
                    <a:pt x="17" y="4"/>
                    <a:pt x="8" y="5"/>
                    <a:pt x="4" y="3"/>
                  </a:cubicBezTo>
                </a:path>
              </a:pathLst>
            </a:custGeom>
            <a:solidFill>
              <a:srgbClr val="C27B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2" name="Freeform 113">
              <a:extLst>
                <a:ext uri="{FF2B5EF4-FFF2-40B4-BE49-F238E27FC236}">
                  <a16:creationId xmlns:a16="http://schemas.microsoft.com/office/drawing/2014/main" id="{6CE990A1-88AA-44E0-9621-7458D8041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163"/>
              <a:ext cx="50" cy="50"/>
            </a:xfrm>
            <a:custGeom>
              <a:avLst/>
              <a:gdLst>
                <a:gd name="T0" fmla="*/ 0 w 20"/>
                <a:gd name="T1" fmla="*/ 271 h 19"/>
                <a:gd name="T2" fmla="*/ 238 w 20"/>
                <a:gd name="T3" fmla="*/ 255 h 19"/>
                <a:gd name="T4" fmla="*/ 300 w 20"/>
                <a:gd name="T5" fmla="*/ 111 h 19"/>
                <a:gd name="T6" fmla="*/ 238 w 20"/>
                <a:gd name="T7" fmla="*/ 76 h 19"/>
                <a:gd name="T8" fmla="*/ 158 w 20"/>
                <a:gd name="T9" fmla="*/ 0 h 19"/>
                <a:gd name="T10" fmla="*/ 220 w 20"/>
                <a:gd name="T11" fmla="*/ 221 h 19"/>
                <a:gd name="T12" fmla="*/ 20 w 20"/>
                <a:gd name="T13" fmla="*/ 27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9">
                  <a:moveTo>
                    <a:pt x="0" y="15"/>
                  </a:moveTo>
                  <a:cubicBezTo>
                    <a:pt x="4" y="18"/>
                    <a:pt x="12" y="18"/>
                    <a:pt x="15" y="14"/>
                  </a:cubicBezTo>
                  <a:cubicBezTo>
                    <a:pt x="17" y="13"/>
                    <a:pt x="20" y="8"/>
                    <a:pt x="19" y="6"/>
                  </a:cubicBezTo>
                  <a:cubicBezTo>
                    <a:pt x="18" y="4"/>
                    <a:pt x="17" y="4"/>
                    <a:pt x="15" y="4"/>
                  </a:cubicBezTo>
                  <a:cubicBezTo>
                    <a:pt x="13" y="3"/>
                    <a:pt x="12" y="2"/>
                    <a:pt x="10" y="0"/>
                  </a:cubicBezTo>
                  <a:cubicBezTo>
                    <a:pt x="13" y="3"/>
                    <a:pt x="16" y="8"/>
                    <a:pt x="14" y="12"/>
                  </a:cubicBezTo>
                  <a:cubicBezTo>
                    <a:pt x="13" y="14"/>
                    <a:pt x="2" y="19"/>
                    <a:pt x="1" y="15"/>
                  </a:cubicBezTo>
                </a:path>
              </a:pathLst>
            </a:custGeom>
            <a:solidFill>
              <a:srgbClr val="C27B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3" name="Freeform 114">
              <a:extLst>
                <a:ext uri="{FF2B5EF4-FFF2-40B4-BE49-F238E27FC236}">
                  <a16:creationId xmlns:a16="http://schemas.microsoft.com/office/drawing/2014/main" id="{4F8005E8-E9EA-4383-B173-7AB66CEFE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979"/>
              <a:ext cx="62" cy="53"/>
            </a:xfrm>
            <a:custGeom>
              <a:avLst/>
              <a:gdLst>
                <a:gd name="T0" fmla="*/ 92 w 25"/>
                <a:gd name="T1" fmla="*/ 352 h 20"/>
                <a:gd name="T2" fmla="*/ 278 w 25"/>
                <a:gd name="T3" fmla="*/ 204 h 20"/>
                <a:gd name="T4" fmla="*/ 382 w 25"/>
                <a:gd name="T5" fmla="*/ 0 h 20"/>
                <a:gd name="T6" fmla="*/ 0 w 25"/>
                <a:gd name="T7" fmla="*/ 260 h 20"/>
                <a:gd name="T8" fmla="*/ 0 w 25"/>
                <a:gd name="T9" fmla="*/ 371 h 20"/>
                <a:gd name="T10" fmla="*/ 0 w 25"/>
                <a:gd name="T11" fmla="*/ 35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6" y="19"/>
                  </a:moveTo>
                  <a:cubicBezTo>
                    <a:pt x="10" y="19"/>
                    <a:pt x="15" y="14"/>
                    <a:pt x="18" y="11"/>
                  </a:cubicBezTo>
                  <a:cubicBezTo>
                    <a:pt x="21" y="8"/>
                    <a:pt x="25" y="4"/>
                    <a:pt x="25" y="0"/>
                  </a:cubicBezTo>
                  <a:cubicBezTo>
                    <a:pt x="23" y="6"/>
                    <a:pt x="6" y="20"/>
                    <a:pt x="0" y="14"/>
                  </a:cubicBezTo>
                  <a:cubicBezTo>
                    <a:pt x="1" y="16"/>
                    <a:pt x="1" y="18"/>
                    <a:pt x="0" y="20"/>
                  </a:cubicBezTo>
                  <a:cubicBezTo>
                    <a:pt x="0" y="20"/>
                    <a:pt x="1" y="19"/>
                    <a:pt x="0" y="19"/>
                  </a:cubicBezTo>
                </a:path>
              </a:pathLst>
            </a:custGeom>
            <a:solidFill>
              <a:srgbClr val="C27B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4" name="Freeform 115">
              <a:extLst>
                <a:ext uri="{FF2B5EF4-FFF2-40B4-BE49-F238E27FC236}">
                  <a16:creationId xmlns:a16="http://schemas.microsoft.com/office/drawing/2014/main" id="{4892432E-320A-4E55-8873-30DA4F03A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112"/>
              <a:ext cx="48" cy="51"/>
            </a:xfrm>
            <a:custGeom>
              <a:avLst/>
              <a:gdLst>
                <a:gd name="T0" fmla="*/ 0 w 19"/>
                <a:gd name="T1" fmla="*/ 368 h 19"/>
                <a:gd name="T2" fmla="*/ 222 w 19"/>
                <a:gd name="T3" fmla="*/ 287 h 19"/>
                <a:gd name="T4" fmla="*/ 243 w 19"/>
                <a:gd name="T5" fmla="*/ 0 h 19"/>
                <a:gd name="T6" fmla="*/ 96 w 19"/>
                <a:gd name="T7" fmla="*/ 34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5" y="19"/>
                    <a:pt x="10" y="19"/>
                    <a:pt x="14" y="15"/>
                  </a:cubicBezTo>
                  <a:cubicBezTo>
                    <a:pt x="17" y="11"/>
                    <a:pt x="19" y="4"/>
                    <a:pt x="15" y="0"/>
                  </a:cubicBezTo>
                  <a:cubicBezTo>
                    <a:pt x="18" y="7"/>
                    <a:pt x="13" y="16"/>
                    <a:pt x="6" y="18"/>
                  </a:cubicBezTo>
                </a:path>
              </a:pathLst>
            </a:custGeom>
            <a:solidFill>
              <a:srgbClr val="E08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5" name="Freeform 116">
              <a:extLst>
                <a:ext uri="{FF2B5EF4-FFF2-40B4-BE49-F238E27FC236}">
                  <a16:creationId xmlns:a16="http://schemas.microsoft.com/office/drawing/2014/main" id="{F9E8FD8B-15B2-4FB1-B0CA-2EA79519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312"/>
              <a:ext cx="50" cy="51"/>
            </a:xfrm>
            <a:custGeom>
              <a:avLst/>
              <a:gdLst>
                <a:gd name="T0" fmla="*/ 0 w 20"/>
                <a:gd name="T1" fmla="*/ 274 h 19"/>
                <a:gd name="T2" fmla="*/ 270 w 20"/>
                <a:gd name="T3" fmla="*/ 0 h 19"/>
                <a:gd name="T4" fmla="*/ 208 w 20"/>
                <a:gd name="T5" fmla="*/ 137 h 19"/>
                <a:gd name="T6" fmla="*/ 145 w 20"/>
                <a:gd name="T7" fmla="*/ 193 h 19"/>
                <a:gd name="T8" fmla="*/ 50 w 20"/>
                <a:gd name="T9" fmla="*/ 2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0" y="14"/>
                  </a:moveTo>
                  <a:cubicBezTo>
                    <a:pt x="7" y="19"/>
                    <a:pt x="20" y="9"/>
                    <a:pt x="17" y="0"/>
                  </a:cubicBezTo>
                  <a:cubicBezTo>
                    <a:pt x="16" y="2"/>
                    <a:pt x="15" y="5"/>
                    <a:pt x="13" y="7"/>
                  </a:cubicBezTo>
                  <a:cubicBezTo>
                    <a:pt x="12" y="9"/>
                    <a:pt x="10" y="9"/>
                    <a:pt x="9" y="10"/>
                  </a:cubicBezTo>
                  <a:cubicBezTo>
                    <a:pt x="7" y="12"/>
                    <a:pt x="6" y="14"/>
                    <a:pt x="3" y="14"/>
                  </a:cubicBezTo>
                </a:path>
              </a:pathLst>
            </a:custGeom>
            <a:solidFill>
              <a:srgbClr val="E08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6" name="Freeform 117">
              <a:extLst>
                <a:ext uri="{FF2B5EF4-FFF2-40B4-BE49-F238E27FC236}">
                  <a16:creationId xmlns:a16="http://schemas.microsoft.com/office/drawing/2014/main" id="{A12021B2-898E-4AF2-A965-B5032F560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259"/>
              <a:ext cx="30" cy="37"/>
            </a:xfrm>
            <a:custGeom>
              <a:avLst/>
              <a:gdLst>
                <a:gd name="T0" fmla="*/ 158 w 12"/>
                <a:gd name="T1" fmla="*/ 0 h 14"/>
                <a:gd name="T2" fmla="*/ 125 w 12"/>
                <a:gd name="T3" fmla="*/ 204 h 14"/>
                <a:gd name="T4" fmla="*/ 0 w 12"/>
                <a:gd name="T5" fmla="*/ 259 h 14"/>
                <a:gd name="T6" fmla="*/ 125 w 12"/>
                <a:gd name="T7" fmla="*/ 167 h 14"/>
                <a:gd name="T8" fmla="*/ 175 w 12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11" y="5"/>
                    <a:pt x="12" y="8"/>
                    <a:pt x="8" y="11"/>
                  </a:cubicBezTo>
                  <a:cubicBezTo>
                    <a:pt x="5" y="14"/>
                    <a:pt x="3" y="14"/>
                    <a:pt x="0" y="14"/>
                  </a:cubicBezTo>
                  <a:cubicBezTo>
                    <a:pt x="3" y="14"/>
                    <a:pt x="6" y="12"/>
                    <a:pt x="8" y="9"/>
                  </a:cubicBezTo>
                  <a:cubicBezTo>
                    <a:pt x="9" y="7"/>
                    <a:pt x="11" y="4"/>
                    <a:pt x="11" y="2"/>
                  </a:cubicBezTo>
                </a:path>
              </a:pathLst>
            </a:custGeom>
            <a:solidFill>
              <a:srgbClr val="E08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7" name="Freeform 118">
              <a:extLst>
                <a:ext uri="{FF2B5EF4-FFF2-40B4-BE49-F238E27FC236}">
                  <a16:creationId xmlns:a16="http://schemas.microsoft.com/office/drawing/2014/main" id="{3E5F8B71-4858-4607-ACAF-230ECCC7B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157"/>
              <a:ext cx="35" cy="32"/>
            </a:xfrm>
            <a:custGeom>
              <a:avLst/>
              <a:gdLst>
                <a:gd name="T0" fmla="*/ 95 w 14"/>
                <a:gd name="T1" fmla="*/ 0 h 12"/>
                <a:gd name="T2" fmla="*/ 113 w 14"/>
                <a:gd name="T3" fmla="*/ 149 h 12"/>
                <a:gd name="T4" fmla="*/ 0 w 14"/>
                <a:gd name="T5" fmla="*/ 205 h 12"/>
                <a:gd name="T6" fmla="*/ 63 w 14"/>
                <a:gd name="T7" fmla="*/ 192 h 12"/>
                <a:gd name="T8" fmla="*/ 158 w 14"/>
                <a:gd name="T9" fmla="*/ 227 h 12"/>
                <a:gd name="T10" fmla="*/ 145 w 14"/>
                <a:gd name="T11" fmla="*/ 5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6" y="0"/>
                  </a:moveTo>
                  <a:cubicBezTo>
                    <a:pt x="7" y="2"/>
                    <a:pt x="9" y="6"/>
                    <a:pt x="7" y="8"/>
                  </a:cubicBezTo>
                  <a:cubicBezTo>
                    <a:pt x="5" y="10"/>
                    <a:pt x="1" y="8"/>
                    <a:pt x="0" y="11"/>
                  </a:cubicBezTo>
                  <a:cubicBezTo>
                    <a:pt x="1" y="10"/>
                    <a:pt x="3" y="10"/>
                    <a:pt x="4" y="10"/>
                  </a:cubicBezTo>
                  <a:cubicBezTo>
                    <a:pt x="6" y="10"/>
                    <a:pt x="8" y="12"/>
                    <a:pt x="10" y="12"/>
                  </a:cubicBezTo>
                  <a:cubicBezTo>
                    <a:pt x="14" y="12"/>
                    <a:pt x="10" y="5"/>
                    <a:pt x="9" y="3"/>
                  </a:cubicBezTo>
                </a:path>
              </a:pathLst>
            </a:custGeom>
            <a:solidFill>
              <a:srgbClr val="E08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8" name="Freeform 119">
              <a:extLst>
                <a:ext uri="{FF2B5EF4-FFF2-40B4-BE49-F238E27FC236}">
                  <a16:creationId xmlns:a16="http://schemas.microsoft.com/office/drawing/2014/main" id="{96F32ACC-3C9D-415F-95B5-6245EE4C2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275"/>
              <a:ext cx="52" cy="24"/>
            </a:xfrm>
            <a:custGeom>
              <a:avLst/>
              <a:gdLst>
                <a:gd name="T0" fmla="*/ 0 w 21"/>
                <a:gd name="T1" fmla="*/ 136 h 9"/>
                <a:gd name="T2" fmla="*/ 228 w 21"/>
                <a:gd name="T3" fmla="*/ 136 h 9"/>
                <a:gd name="T4" fmla="*/ 275 w 21"/>
                <a:gd name="T5" fmla="*/ 0 h 9"/>
                <a:gd name="T6" fmla="*/ 228 w 21"/>
                <a:gd name="T7" fmla="*/ 77 h 9"/>
                <a:gd name="T8" fmla="*/ 134 w 21"/>
                <a:gd name="T9" fmla="*/ 93 h 9"/>
                <a:gd name="T10" fmla="*/ 30 w 21"/>
                <a:gd name="T11" fmla="*/ 11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">
                  <a:moveTo>
                    <a:pt x="0" y="7"/>
                  </a:moveTo>
                  <a:cubicBezTo>
                    <a:pt x="3" y="9"/>
                    <a:pt x="11" y="7"/>
                    <a:pt x="15" y="7"/>
                  </a:cubicBezTo>
                  <a:cubicBezTo>
                    <a:pt x="19" y="6"/>
                    <a:pt x="21" y="3"/>
                    <a:pt x="18" y="0"/>
                  </a:cubicBezTo>
                  <a:cubicBezTo>
                    <a:pt x="19" y="2"/>
                    <a:pt x="17" y="3"/>
                    <a:pt x="15" y="4"/>
                  </a:cubicBezTo>
                  <a:cubicBezTo>
                    <a:pt x="13" y="5"/>
                    <a:pt x="11" y="5"/>
                    <a:pt x="9" y="5"/>
                  </a:cubicBezTo>
                  <a:cubicBezTo>
                    <a:pt x="7" y="6"/>
                    <a:pt x="4" y="8"/>
                    <a:pt x="2" y="6"/>
                  </a:cubicBezTo>
                </a:path>
              </a:pathLst>
            </a:custGeom>
            <a:solidFill>
              <a:srgbClr val="E08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29" name="Freeform 120">
              <a:extLst>
                <a:ext uri="{FF2B5EF4-FFF2-40B4-BE49-F238E27FC236}">
                  <a16:creationId xmlns:a16="http://schemas.microsoft.com/office/drawing/2014/main" id="{A77AFDA5-387A-44EA-A7A3-12D4036DA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056"/>
              <a:ext cx="33" cy="35"/>
            </a:xfrm>
            <a:custGeom>
              <a:avLst/>
              <a:gdLst>
                <a:gd name="T0" fmla="*/ 0 w 13"/>
                <a:gd name="T1" fmla="*/ 253 h 13"/>
                <a:gd name="T2" fmla="*/ 147 w 13"/>
                <a:gd name="T3" fmla="*/ 197 h 13"/>
                <a:gd name="T4" fmla="*/ 160 w 13"/>
                <a:gd name="T5" fmla="*/ 0 h 13"/>
                <a:gd name="T6" fmla="*/ 129 w 13"/>
                <a:gd name="T7" fmla="*/ 159 h 13"/>
                <a:gd name="T8" fmla="*/ 96 w 13"/>
                <a:gd name="T9" fmla="*/ 175 h 13"/>
                <a:gd name="T10" fmla="*/ 20 w 13"/>
                <a:gd name="T11" fmla="*/ 21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2" y="13"/>
                    <a:pt x="7" y="12"/>
                    <a:pt x="9" y="10"/>
                  </a:cubicBezTo>
                  <a:cubicBezTo>
                    <a:pt x="12" y="8"/>
                    <a:pt x="13" y="3"/>
                    <a:pt x="10" y="0"/>
                  </a:cubicBezTo>
                  <a:cubicBezTo>
                    <a:pt x="11" y="3"/>
                    <a:pt x="10" y="6"/>
                    <a:pt x="8" y="8"/>
                  </a:cubicBezTo>
                  <a:cubicBezTo>
                    <a:pt x="8" y="8"/>
                    <a:pt x="6" y="9"/>
                    <a:pt x="6" y="9"/>
                  </a:cubicBezTo>
                  <a:cubicBezTo>
                    <a:pt x="4" y="10"/>
                    <a:pt x="4" y="11"/>
                    <a:pt x="1" y="11"/>
                  </a:cubicBezTo>
                </a:path>
              </a:pathLst>
            </a:custGeom>
            <a:solidFill>
              <a:srgbClr val="E08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0" name="Freeform 121">
              <a:extLst>
                <a:ext uri="{FF2B5EF4-FFF2-40B4-BE49-F238E27FC236}">
                  <a16:creationId xmlns:a16="http://schemas.microsoft.com/office/drawing/2014/main" id="{5512310F-11D6-40BB-B608-E8A76C9C2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016"/>
              <a:ext cx="55" cy="40"/>
            </a:xfrm>
            <a:custGeom>
              <a:avLst/>
              <a:gdLst>
                <a:gd name="T0" fmla="*/ 0 w 22"/>
                <a:gd name="T1" fmla="*/ 205 h 15"/>
                <a:gd name="T2" fmla="*/ 250 w 22"/>
                <a:gd name="T3" fmla="*/ 0 h 15"/>
                <a:gd name="T4" fmla="*/ 175 w 22"/>
                <a:gd name="T5" fmla="*/ 149 h 15"/>
                <a:gd name="T6" fmla="*/ 20 w 22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0" y="11"/>
                  </a:moveTo>
                  <a:cubicBezTo>
                    <a:pt x="8" y="15"/>
                    <a:pt x="22" y="10"/>
                    <a:pt x="16" y="0"/>
                  </a:cubicBezTo>
                  <a:cubicBezTo>
                    <a:pt x="16" y="5"/>
                    <a:pt x="15" y="5"/>
                    <a:pt x="11" y="8"/>
                  </a:cubicBezTo>
                  <a:cubicBezTo>
                    <a:pt x="8" y="10"/>
                    <a:pt x="5" y="10"/>
                    <a:pt x="1" y="11"/>
                  </a:cubicBezTo>
                </a:path>
              </a:pathLst>
            </a:custGeom>
            <a:solidFill>
              <a:srgbClr val="E08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1" name="Freeform 122">
              <a:extLst>
                <a:ext uri="{FF2B5EF4-FFF2-40B4-BE49-F238E27FC236}">
                  <a16:creationId xmlns:a16="http://schemas.microsoft.com/office/drawing/2014/main" id="{BFCBA83A-163E-4ABD-AD14-66B561AF1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155"/>
              <a:ext cx="57" cy="18"/>
            </a:xfrm>
            <a:custGeom>
              <a:avLst/>
              <a:gdLst>
                <a:gd name="T0" fmla="*/ 0 w 23"/>
                <a:gd name="T1" fmla="*/ 100 h 7"/>
                <a:gd name="T2" fmla="*/ 258 w 23"/>
                <a:gd name="T3" fmla="*/ 0 h 7"/>
                <a:gd name="T4" fmla="*/ 42 w 23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0" y="6"/>
                  </a:moveTo>
                  <a:cubicBezTo>
                    <a:pt x="3" y="7"/>
                    <a:pt x="23" y="6"/>
                    <a:pt x="17" y="0"/>
                  </a:cubicBezTo>
                  <a:cubicBezTo>
                    <a:pt x="17" y="5"/>
                    <a:pt x="6" y="5"/>
                    <a:pt x="3" y="6"/>
                  </a:cubicBezTo>
                </a:path>
              </a:pathLst>
            </a:custGeom>
            <a:solidFill>
              <a:srgbClr val="E08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2" name="Freeform 123">
              <a:extLst>
                <a:ext uri="{FF2B5EF4-FFF2-40B4-BE49-F238E27FC236}">
                  <a16:creationId xmlns:a16="http://schemas.microsoft.com/office/drawing/2014/main" id="{57C6335F-9F2D-43DF-9CCB-A06A0A4AA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256"/>
              <a:ext cx="45" cy="45"/>
            </a:xfrm>
            <a:custGeom>
              <a:avLst/>
              <a:gdLst>
                <a:gd name="T0" fmla="*/ 0 w 18"/>
                <a:gd name="T1" fmla="*/ 294 h 17"/>
                <a:gd name="T2" fmla="*/ 188 w 18"/>
                <a:gd name="T3" fmla="*/ 259 h 17"/>
                <a:gd name="T4" fmla="*/ 238 w 18"/>
                <a:gd name="T5" fmla="*/ 0 h 17"/>
                <a:gd name="T6" fmla="*/ 83 w 18"/>
                <a:gd name="T7" fmla="*/ 2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0" y="16"/>
                  </a:moveTo>
                  <a:cubicBezTo>
                    <a:pt x="4" y="17"/>
                    <a:pt x="9" y="16"/>
                    <a:pt x="12" y="14"/>
                  </a:cubicBezTo>
                  <a:cubicBezTo>
                    <a:pt x="18" y="11"/>
                    <a:pt x="15" y="5"/>
                    <a:pt x="15" y="0"/>
                  </a:cubicBezTo>
                  <a:cubicBezTo>
                    <a:pt x="15" y="7"/>
                    <a:pt x="12" y="13"/>
                    <a:pt x="5" y="15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3" name="Freeform 124">
              <a:extLst>
                <a:ext uri="{FF2B5EF4-FFF2-40B4-BE49-F238E27FC236}">
                  <a16:creationId xmlns:a16="http://schemas.microsoft.com/office/drawing/2014/main" id="{CE2C1440-F8FA-4B0F-8D45-0E3F456AF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20"/>
              <a:ext cx="42" cy="32"/>
            </a:xfrm>
            <a:custGeom>
              <a:avLst/>
              <a:gdLst>
                <a:gd name="T0" fmla="*/ 0 w 17"/>
                <a:gd name="T1" fmla="*/ 227 h 12"/>
                <a:gd name="T2" fmla="*/ 183 w 17"/>
                <a:gd name="T3" fmla="*/ 0 h 12"/>
                <a:gd name="T4" fmla="*/ 42 w 17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4" y="12"/>
                    <a:pt x="17" y="4"/>
                    <a:pt x="12" y="0"/>
                  </a:cubicBezTo>
                  <a:cubicBezTo>
                    <a:pt x="12" y="3"/>
                    <a:pt x="6" y="8"/>
                    <a:pt x="3" y="9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4" name="Freeform 125">
              <a:extLst>
                <a:ext uri="{FF2B5EF4-FFF2-40B4-BE49-F238E27FC236}">
                  <a16:creationId xmlns:a16="http://schemas.microsoft.com/office/drawing/2014/main" id="{6834BD4C-C775-4AF5-A6F3-F1C4737B0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320"/>
              <a:ext cx="50" cy="35"/>
            </a:xfrm>
            <a:custGeom>
              <a:avLst/>
              <a:gdLst>
                <a:gd name="T0" fmla="*/ 0 w 20"/>
                <a:gd name="T1" fmla="*/ 232 h 13"/>
                <a:gd name="T2" fmla="*/ 208 w 20"/>
                <a:gd name="T3" fmla="*/ 0 h 13"/>
                <a:gd name="T4" fmla="*/ 125 w 20"/>
                <a:gd name="T5" fmla="*/ 17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0" y="12"/>
                  </a:moveTo>
                  <a:cubicBezTo>
                    <a:pt x="5" y="13"/>
                    <a:pt x="20" y="5"/>
                    <a:pt x="13" y="0"/>
                  </a:cubicBezTo>
                  <a:cubicBezTo>
                    <a:pt x="14" y="2"/>
                    <a:pt x="10" y="9"/>
                    <a:pt x="8" y="9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5" name="Freeform 126">
              <a:extLst>
                <a:ext uri="{FF2B5EF4-FFF2-40B4-BE49-F238E27FC236}">
                  <a16:creationId xmlns:a16="http://schemas.microsoft.com/office/drawing/2014/main" id="{2D0C3B30-D36E-4F6E-B755-5279C3F7A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17"/>
              <a:ext cx="50" cy="30"/>
            </a:xfrm>
            <a:custGeom>
              <a:avLst/>
              <a:gdLst>
                <a:gd name="T0" fmla="*/ 0 w 20"/>
                <a:gd name="T1" fmla="*/ 224 h 11"/>
                <a:gd name="T2" fmla="*/ 188 w 20"/>
                <a:gd name="T3" fmla="*/ 164 h 11"/>
                <a:gd name="T4" fmla="*/ 270 w 20"/>
                <a:gd name="T5" fmla="*/ 0 h 11"/>
                <a:gd name="T6" fmla="*/ 95 w 20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4" y="11"/>
                    <a:pt x="8" y="11"/>
                    <a:pt x="12" y="8"/>
                  </a:cubicBezTo>
                  <a:cubicBezTo>
                    <a:pt x="15" y="7"/>
                    <a:pt x="20" y="4"/>
                    <a:pt x="17" y="0"/>
                  </a:cubicBezTo>
                  <a:cubicBezTo>
                    <a:pt x="18" y="4"/>
                    <a:pt x="9" y="9"/>
                    <a:pt x="6" y="9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6" name="Freeform 127">
              <a:extLst>
                <a:ext uri="{FF2B5EF4-FFF2-40B4-BE49-F238E27FC236}">
                  <a16:creationId xmlns:a16="http://schemas.microsoft.com/office/drawing/2014/main" id="{1CDD3FB2-11B6-4B5D-A322-9C5F059B9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296"/>
              <a:ext cx="45" cy="51"/>
            </a:xfrm>
            <a:custGeom>
              <a:avLst/>
              <a:gdLst>
                <a:gd name="T0" fmla="*/ 0 w 18"/>
                <a:gd name="T1" fmla="*/ 309 h 19"/>
                <a:gd name="T2" fmla="*/ 208 w 18"/>
                <a:gd name="T3" fmla="*/ 274 h 19"/>
                <a:gd name="T4" fmla="*/ 250 w 18"/>
                <a:gd name="T5" fmla="*/ 0 h 19"/>
                <a:gd name="T6" fmla="*/ 63 w 18"/>
                <a:gd name="T7" fmla="*/ 33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0" y="16"/>
                  </a:moveTo>
                  <a:cubicBezTo>
                    <a:pt x="4" y="19"/>
                    <a:pt x="10" y="17"/>
                    <a:pt x="13" y="14"/>
                  </a:cubicBezTo>
                  <a:cubicBezTo>
                    <a:pt x="17" y="10"/>
                    <a:pt x="18" y="5"/>
                    <a:pt x="16" y="0"/>
                  </a:cubicBezTo>
                  <a:cubicBezTo>
                    <a:pt x="14" y="8"/>
                    <a:pt x="13" y="15"/>
                    <a:pt x="4" y="17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7" name="Freeform 128">
              <a:extLst>
                <a:ext uri="{FF2B5EF4-FFF2-40B4-BE49-F238E27FC236}">
                  <a16:creationId xmlns:a16="http://schemas.microsoft.com/office/drawing/2014/main" id="{2B5FB694-1D84-4867-BE23-26B7C3806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133"/>
              <a:ext cx="30" cy="40"/>
            </a:xfrm>
            <a:custGeom>
              <a:avLst/>
              <a:gdLst>
                <a:gd name="T0" fmla="*/ 0 w 12"/>
                <a:gd name="T1" fmla="*/ 285 h 15"/>
                <a:gd name="T2" fmla="*/ 125 w 12"/>
                <a:gd name="T3" fmla="*/ 0 h 15"/>
                <a:gd name="T4" fmla="*/ 95 w 12"/>
                <a:gd name="T5" fmla="*/ 115 h 15"/>
                <a:gd name="T6" fmla="*/ 33 w 12"/>
                <a:gd name="T7" fmla="*/ 26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6" y="13"/>
                    <a:pt x="12" y="5"/>
                    <a:pt x="8" y="0"/>
                  </a:cubicBezTo>
                  <a:cubicBezTo>
                    <a:pt x="8" y="2"/>
                    <a:pt x="8" y="4"/>
                    <a:pt x="6" y="6"/>
                  </a:cubicBezTo>
                  <a:cubicBezTo>
                    <a:pt x="5" y="8"/>
                    <a:pt x="4" y="13"/>
                    <a:pt x="2" y="14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8" name="Freeform 129">
              <a:extLst>
                <a:ext uri="{FF2B5EF4-FFF2-40B4-BE49-F238E27FC236}">
                  <a16:creationId xmlns:a16="http://schemas.microsoft.com/office/drawing/2014/main" id="{F1AB5C57-E7AA-4FBE-BF80-A69038482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197"/>
              <a:ext cx="20" cy="35"/>
            </a:xfrm>
            <a:custGeom>
              <a:avLst/>
              <a:gdLst>
                <a:gd name="T0" fmla="*/ 113 w 8"/>
                <a:gd name="T1" fmla="*/ 0 h 13"/>
                <a:gd name="T2" fmla="*/ 0 w 8"/>
                <a:gd name="T3" fmla="*/ 253 h 13"/>
                <a:gd name="T4" fmla="*/ 0 w 8"/>
                <a:gd name="T5" fmla="*/ 137 h 13"/>
                <a:gd name="T6" fmla="*/ 95 w 8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7" y="0"/>
                  </a:moveTo>
                  <a:cubicBezTo>
                    <a:pt x="8" y="6"/>
                    <a:pt x="6" y="12"/>
                    <a:pt x="0" y="13"/>
                  </a:cubicBezTo>
                  <a:cubicBezTo>
                    <a:pt x="1" y="11"/>
                    <a:pt x="1" y="9"/>
                    <a:pt x="0" y="7"/>
                  </a:cubicBezTo>
                  <a:cubicBezTo>
                    <a:pt x="1" y="12"/>
                    <a:pt x="5" y="5"/>
                    <a:pt x="6" y="2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9" name="Freeform 130">
              <a:extLst>
                <a:ext uri="{FF2B5EF4-FFF2-40B4-BE49-F238E27FC236}">
                  <a16:creationId xmlns:a16="http://schemas.microsoft.com/office/drawing/2014/main" id="{B693EC64-B003-4C9A-A56D-B0B0C4B8B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056"/>
              <a:ext cx="32" cy="27"/>
            </a:xfrm>
            <a:custGeom>
              <a:avLst/>
              <a:gdLst>
                <a:gd name="T0" fmla="*/ 0 w 13"/>
                <a:gd name="T1" fmla="*/ 138 h 10"/>
                <a:gd name="T2" fmla="*/ 194 w 13"/>
                <a:gd name="T3" fmla="*/ 0 h 10"/>
                <a:gd name="T4" fmla="*/ 74 w 13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5" y="10"/>
                    <a:pt x="13" y="7"/>
                    <a:pt x="13" y="0"/>
                  </a:cubicBezTo>
                  <a:cubicBezTo>
                    <a:pt x="12" y="4"/>
                    <a:pt x="9" y="5"/>
                    <a:pt x="5" y="6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0" name="Freeform 131">
              <a:extLst>
                <a:ext uri="{FF2B5EF4-FFF2-40B4-BE49-F238E27FC236}">
                  <a16:creationId xmlns:a16="http://schemas.microsoft.com/office/drawing/2014/main" id="{4067D08C-A343-41A3-BF18-B449CBB70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101"/>
              <a:ext cx="37" cy="51"/>
            </a:xfrm>
            <a:custGeom>
              <a:avLst/>
              <a:gdLst>
                <a:gd name="T0" fmla="*/ 30 w 15"/>
                <a:gd name="T1" fmla="*/ 346 h 19"/>
                <a:gd name="T2" fmla="*/ 121 w 15"/>
                <a:gd name="T3" fmla="*/ 0 h 19"/>
                <a:gd name="T4" fmla="*/ 121 w 15"/>
                <a:gd name="T5" fmla="*/ 217 h 19"/>
                <a:gd name="T6" fmla="*/ 0 w 15"/>
                <a:gd name="T7" fmla="*/ 34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2" y="18"/>
                  </a:moveTo>
                  <a:cubicBezTo>
                    <a:pt x="10" y="19"/>
                    <a:pt x="15" y="5"/>
                    <a:pt x="8" y="0"/>
                  </a:cubicBezTo>
                  <a:cubicBezTo>
                    <a:pt x="11" y="3"/>
                    <a:pt x="9" y="8"/>
                    <a:pt x="8" y="11"/>
                  </a:cubicBezTo>
                  <a:cubicBezTo>
                    <a:pt x="6" y="15"/>
                    <a:pt x="4" y="16"/>
                    <a:pt x="0" y="18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1" name="Freeform 132">
              <a:extLst>
                <a:ext uri="{FF2B5EF4-FFF2-40B4-BE49-F238E27FC236}">
                  <a16:creationId xmlns:a16="http://schemas.microsoft.com/office/drawing/2014/main" id="{265573B3-A01A-4D5F-8BE8-18B63022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253"/>
              <a:ext cx="53" cy="48"/>
            </a:xfrm>
            <a:custGeom>
              <a:avLst/>
              <a:gdLst>
                <a:gd name="T0" fmla="*/ 0 w 21"/>
                <a:gd name="T1" fmla="*/ 264 h 18"/>
                <a:gd name="T2" fmla="*/ 275 w 21"/>
                <a:gd name="T3" fmla="*/ 0 h 18"/>
                <a:gd name="T4" fmla="*/ 63 w 21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0" y="14"/>
                  </a:moveTo>
                  <a:cubicBezTo>
                    <a:pt x="10" y="18"/>
                    <a:pt x="21" y="10"/>
                    <a:pt x="17" y="0"/>
                  </a:cubicBezTo>
                  <a:cubicBezTo>
                    <a:pt x="17" y="8"/>
                    <a:pt x="11" y="11"/>
                    <a:pt x="4" y="15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2" name="Freeform 133">
              <a:extLst>
                <a:ext uri="{FF2B5EF4-FFF2-40B4-BE49-F238E27FC236}">
                  <a16:creationId xmlns:a16="http://schemas.microsoft.com/office/drawing/2014/main" id="{CF1DAA48-8F64-4953-867C-5287FFC7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320"/>
              <a:ext cx="18" cy="43"/>
            </a:xfrm>
            <a:custGeom>
              <a:avLst/>
              <a:gdLst>
                <a:gd name="T0" fmla="*/ 0 w 7"/>
                <a:gd name="T1" fmla="*/ 253 h 16"/>
                <a:gd name="T2" fmla="*/ 85 w 7"/>
                <a:gd name="T3" fmla="*/ 196 h 16"/>
                <a:gd name="T4" fmla="*/ 85 w 7"/>
                <a:gd name="T5" fmla="*/ 0 h 16"/>
                <a:gd name="T6" fmla="*/ 33 w 7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13"/>
                  </a:moveTo>
                  <a:cubicBezTo>
                    <a:pt x="2" y="16"/>
                    <a:pt x="5" y="13"/>
                    <a:pt x="5" y="10"/>
                  </a:cubicBezTo>
                  <a:cubicBezTo>
                    <a:pt x="7" y="7"/>
                    <a:pt x="5" y="4"/>
                    <a:pt x="5" y="0"/>
                  </a:cubicBezTo>
                  <a:cubicBezTo>
                    <a:pt x="5" y="5"/>
                    <a:pt x="6" y="8"/>
                    <a:pt x="2" y="11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3" name="Freeform 134">
              <a:extLst>
                <a:ext uri="{FF2B5EF4-FFF2-40B4-BE49-F238E27FC236}">
                  <a16:creationId xmlns:a16="http://schemas.microsoft.com/office/drawing/2014/main" id="{273885C6-5936-4323-BA9E-6AC4A9A5A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85"/>
              <a:ext cx="27" cy="43"/>
            </a:xfrm>
            <a:custGeom>
              <a:avLst/>
              <a:gdLst>
                <a:gd name="T0" fmla="*/ 0 w 11"/>
                <a:gd name="T1" fmla="*/ 312 h 16"/>
                <a:gd name="T2" fmla="*/ 133 w 11"/>
                <a:gd name="T3" fmla="*/ 137 h 16"/>
                <a:gd name="T4" fmla="*/ 120 w 11"/>
                <a:gd name="T5" fmla="*/ 0 h 16"/>
                <a:gd name="T6" fmla="*/ 71 w 11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3" y="15"/>
                    <a:pt x="8" y="11"/>
                    <a:pt x="9" y="7"/>
                  </a:cubicBezTo>
                  <a:cubicBezTo>
                    <a:pt x="10" y="5"/>
                    <a:pt x="11" y="0"/>
                    <a:pt x="8" y="0"/>
                  </a:cubicBezTo>
                  <a:cubicBezTo>
                    <a:pt x="9" y="4"/>
                    <a:pt x="8" y="9"/>
                    <a:pt x="5" y="11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4" name="Freeform 135">
              <a:extLst>
                <a:ext uri="{FF2B5EF4-FFF2-40B4-BE49-F238E27FC236}">
                  <a16:creationId xmlns:a16="http://schemas.microsoft.com/office/drawing/2014/main" id="{CFE2680F-4ABA-4B8E-BDEB-DD8C3CE79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035"/>
              <a:ext cx="38" cy="42"/>
            </a:xfrm>
            <a:custGeom>
              <a:avLst/>
              <a:gdLst>
                <a:gd name="T0" fmla="*/ 0 w 15"/>
                <a:gd name="T1" fmla="*/ 268 h 16"/>
                <a:gd name="T2" fmla="*/ 117 w 15"/>
                <a:gd name="T3" fmla="*/ 0 h 16"/>
                <a:gd name="T4" fmla="*/ 84 w 15"/>
                <a:gd name="T5" fmla="*/ 22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15"/>
                  </a:moveTo>
                  <a:cubicBezTo>
                    <a:pt x="7" y="16"/>
                    <a:pt x="15" y="4"/>
                    <a:pt x="7" y="0"/>
                  </a:cubicBezTo>
                  <a:cubicBezTo>
                    <a:pt x="9" y="3"/>
                    <a:pt x="8" y="9"/>
                    <a:pt x="5" y="12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5" name="Freeform 136">
              <a:extLst>
                <a:ext uri="{FF2B5EF4-FFF2-40B4-BE49-F238E27FC236}">
                  <a16:creationId xmlns:a16="http://schemas.microsoft.com/office/drawing/2014/main" id="{F5B3C1BE-5477-4417-913A-AF2A75B18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04"/>
              <a:ext cx="45" cy="24"/>
            </a:xfrm>
            <a:custGeom>
              <a:avLst/>
              <a:gdLst>
                <a:gd name="T0" fmla="*/ 0 w 18"/>
                <a:gd name="T1" fmla="*/ 115 h 9"/>
                <a:gd name="T2" fmla="*/ 175 w 18"/>
                <a:gd name="T3" fmla="*/ 149 h 9"/>
                <a:gd name="T4" fmla="*/ 270 w 18"/>
                <a:gd name="T5" fmla="*/ 0 h 9"/>
                <a:gd name="T6" fmla="*/ 95 w 18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4" y="6"/>
                    <a:pt x="6" y="9"/>
                    <a:pt x="11" y="8"/>
                  </a:cubicBezTo>
                  <a:cubicBezTo>
                    <a:pt x="15" y="7"/>
                    <a:pt x="18" y="5"/>
                    <a:pt x="17" y="0"/>
                  </a:cubicBezTo>
                  <a:cubicBezTo>
                    <a:pt x="17" y="4"/>
                    <a:pt x="9" y="7"/>
                    <a:pt x="6" y="7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6" name="Freeform 137">
              <a:extLst>
                <a:ext uri="{FF2B5EF4-FFF2-40B4-BE49-F238E27FC236}">
                  <a16:creationId xmlns:a16="http://schemas.microsoft.com/office/drawing/2014/main" id="{935E6B9C-9116-4EA2-9AC6-046AD8CB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208"/>
              <a:ext cx="35" cy="37"/>
            </a:xfrm>
            <a:custGeom>
              <a:avLst/>
              <a:gdLst>
                <a:gd name="T0" fmla="*/ 0 w 14"/>
                <a:gd name="T1" fmla="*/ 182 h 14"/>
                <a:gd name="T2" fmla="*/ 175 w 14"/>
                <a:gd name="T3" fmla="*/ 204 h 14"/>
                <a:gd name="T4" fmla="*/ 145 w 14"/>
                <a:gd name="T5" fmla="*/ 0 h 14"/>
                <a:gd name="T6" fmla="*/ 113 w 14"/>
                <a:gd name="T7" fmla="*/ 20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10"/>
                  </a:moveTo>
                  <a:cubicBezTo>
                    <a:pt x="3" y="13"/>
                    <a:pt x="8" y="14"/>
                    <a:pt x="11" y="11"/>
                  </a:cubicBezTo>
                  <a:cubicBezTo>
                    <a:pt x="14" y="8"/>
                    <a:pt x="12" y="3"/>
                    <a:pt x="9" y="0"/>
                  </a:cubicBezTo>
                  <a:cubicBezTo>
                    <a:pt x="10" y="3"/>
                    <a:pt x="13" y="10"/>
                    <a:pt x="7" y="11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7" name="Freeform 138">
              <a:extLst>
                <a:ext uri="{FF2B5EF4-FFF2-40B4-BE49-F238E27FC236}">
                  <a16:creationId xmlns:a16="http://schemas.microsoft.com/office/drawing/2014/main" id="{05698690-C048-4483-BFF3-F4EE9306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251"/>
              <a:ext cx="43" cy="26"/>
            </a:xfrm>
            <a:custGeom>
              <a:avLst/>
              <a:gdLst>
                <a:gd name="T0" fmla="*/ 0 w 17"/>
                <a:gd name="T1" fmla="*/ 109 h 10"/>
                <a:gd name="T2" fmla="*/ 276 w 17"/>
                <a:gd name="T3" fmla="*/ 122 h 10"/>
                <a:gd name="T4" fmla="*/ 180 w 17"/>
                <a:gd name="T5" fmla="*/ 0 h 10"/>
                <a:gd name="T6" fmla="*/ 129 w 17"/>
                <a:gd name="T7" fmla="*/ 10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5" y="10"/>
                    <a:pt x="12" y="10"/>
                    <a:pt x="17" y="7"/>
                  </a:cubicBezTo>
                  <a:cubicBezTo>
                    <a:pt x="15" y="5"/>
                    <a:pt x="12" y="2"/>
                    <a:pt x="11" y="0"/>
                  </a:cubicBezTo>
                  <a:cubicBezTo>
                    <a:pt x="11" y="3"/>
                    <a:pt x="12" y="5"/>
                    <a:pt x="8" y="6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8" name="Freeform 139">
              <a:extLst>
                <a:ext uri="{FF2B5EF4-FFF2-40B4-BE49-F238E27FC236}">
                  <a16:creationId xmlns:a16="http://schemas.microsoft.com/office/drawing/2014/main" id="{4A54D21A-94EA-4E54-8B7D-97CC3C61F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267"/>
              <a:ext cx="35" cy="16"/>
            </a:xfrm>
            <a:custGeom>
              <a:avLst/>
              <a:gdLst>
                <a:gd name="T0" fmla="*/ 50 w 14"/>
                <a:gd name="T1" fmla="*/ 35 h 6"/>
                <a:gd name="T2" fmla="*/ 220 w 14"/>
                <a:gd name="T3" fmla="*/ 56 h 6"/>
                <a:gd name="T4" fmla="*/ 0 w 1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3" y="2"/>
                  </a:moveTo>
                  <a:cubicBezTo>
                    <a:pt x="6" y="3"/>
                    <a:pt x="13" y="6"/>
                    <a:pt x="14" y="3"/>
                  </a:cubicBezTo>
                  <a:cubicBezTo>
                    <a:pt x="11" y="5"/>
                    <a:pt x="3" y="2"/>
                    <a:pt x="0" y="0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9" name="Freeform 140">
              <a:extLst>
                <a:ext uri="{FF2B5EF4-FFF2-40B4-BE49-F238E27FC236}">
                  <a16:creationId xmlns:a16="http://schemas.microsoft.com/office/drawing/2014/main" id="{87EFF7AF-2EF0-42AB-8968-61A27E72D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235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56 h 6"/>
                <a:gd name="T4" fmla="*/ 220 w 16"/>
                <a:gd name="T5" fmla="*/ 21 h 6"/>
                <a:gd name="T6" fmla="*/ 95 w 1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5" y="2"/>
                    <a:pt x="11" y="6"/>
                    <a:pt x="16" y="3"/>
                  </a:cubicBezTo>
                  <a:cubicBezTo>
                    <a:pt x="15" y="2"/>
                    <a:pt x="15" y="2"/>
                    <a:pt x="14" y="1"/>
                  </a:cubicBezTo>
                  <a:cubicBezTo>
                    <a:pt x="12" y="3"/>
                    <a:pt x="8" y="2"/>
                    <a:pt x="6" y="1"/>
                  </a:cubicBezTo>
                </a:path>
              </a:pathLst>
            </a:custGeom>
            <a:solidFill>
              <a:srgbClr val="CE8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50" name="Oval 141">
              <a:extLst>
                <a:ext uri="{FF2B5EF4-FFF2-40B4-BE49-F238E27FC236}">
                  <a16:creationId xmlns:a16="http://schemas.microsoft.com/office/drawing/2014/main" id="{CFE3AF8B-BEFC-44F6-BF89-EBA045427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227"/>
              <a:ext cx="80" cy="7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151" name="Freeform 142">
              <a:extLst>
                <a:ext uri="{FF2B5EF4-FFF2-40B4-BE49-F238E27FC236}">
                  <a16:creationId xmlns:a16="http://schemas.microsoft.com/office/drawing/2014/main" id="{B2A03C67-6AC2-4041-94C2-4ED4F8940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264"/>
              <a:ext cx="85" cy="93"/>
            </a:xfrm>
            <a:custGeom>
              <a:avLst/>
              <a:gdLst>
                <a:gd name="T0" fmla="*/ 395 w 34"/>
                <a:gd name="T1" fmla="*/ 77 h 35"/>
                <a:gd name="T2" fmla="*/ 458 w 34"/>
                <a:gd name="T3" fmla="*/ 465 h 35"/>
                <a:gd name="T4" fmla="*/ 145 w 34"/>
                <a:gd name="T5" fmla="*/ 579 h 35"/>
                <a:gd name="T6" fmla="*/ 83 w 34"/>
                <a:gd name="T7" fmla="*/ 191 h 35"/>
                <a:gd name="T8" fmla="*/ 395 w 34"/>
                <a:gd name="T9" fmla="*/ 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5">
                  <a:moveTo>
                    <a:pt x="25" y="4"/>
                  </a:moveTo>
                  <a:cubicBezTo>
                    <a:pt x="32" y="8"/>
                    <a:pt x="34" y="18"/>
                    <a:pt x="29" y="25"/>
                  </a:cubicBezTo>
                  <a:cubicBezTo>
                    <a:pt x="25" y="33"/>
                    <a:pt x="16" y="35"/>
                    <a:pt x="9" y="31"/>
                  </a:cubicBezTo>
                  <a:cubicBezTo>
                    <a:pt x="2" y="27"/>
                    <a:pt x="0" y="18"/>
                    <a:pt x="5" y="10"/>
                  </a:cubicBezTo>
                  <a:cubicBezTo>
                    <a:pt x="10" y="3"/>
                    <a:pt x="19" y="0"/>
                    <a:pt x="25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52" name="Freeform 143">
              <a:extLst>
                <a:ext uri="{FF2B5EF4-FFF2-40B4-BE49-F238E27FC236}">
                  <a16:creationId xmlns:a16="http://schemas.microsoft.com/office/drawing/2014/main" id="{7D6DAB93-FF10-4CBF-A11C-A5068BCE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33"/>
              <a:ext cx="90" cy="80"/>
            </a:xfrm>
            <a:custGeom>
              <a:avLst/>
              <a:gdLst>
                <a:gd name="T0" fmla="*/ 363 w 36"/>
                <a:gd name="T1" fmla="*/ 397 h 30"/>
                <a:gd name="T2" fmla="*/ 500 w 36"/>
                <a:gd name="T3" fmla="*/ 477 h 30"/>
                <a:gd name="T4" fmla="*/ 500 w 36"/>
                <a:gd name="T5" fmla="*/ 456 h 30"/>
                <a:gd name="T6" fmla="*/ 375 w 36"/>
                <a:gd name="T7" fmla="*/ 77 h 30"/>
                <a:gd name="T8" fmla="*/ 63 w 36"/>
                <a:gd name="T9" fmla="*/ 192 h 30"/>
                <a:gd name="T10" fmla="*/ 175 w 36"/>
                <a:gd name="T11" fmla="*/ 568 h 30"/>
                <a:gd name="T12" fmla="*/ 363 w 36"/>
                <a:gd name="T13" fmla="*/ 39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0">
                  <a:moveTo>
                    <a:pt x="23" y="21"/>
                  </a:moveTo>
                  <a:cubicBezTo>
                    <a:pt x="27" y="21"/>
                    <a:pt x="29" y="23"/>
                    <a:pt x="32" y="25"/>
                  </a:cubicBezTo>
                  <a:cubicBezTo>
                    <a:pt x="32" y="25"/>
                    <a:pt x="32" y="24"/>
                    <a:pt x="32" y="24"/>
                  </a:cubicBezTo>
                  <a:cubicBezTo>
                    <a:pt x="36" y="17"/>
                    <a:pt x="32" y="8"/>
                    <a:pt x="24" y="4"/>
                  </a:cubicBezTo>
                  <a:cubicBezTo>
                    <a:pt x="17" y="0"/>
                    <a:pt x="7" y="3"/>
                    <a:pt x="4" y="10"/>
                  </a:cubicBezTo>
                  <a:cubicBezTo>
                    <a:pt x="0" y="17"/>
                    <a:pt x="4" y="26"/>
                    <a:pt x="11" y="30"/>
                  </a:cubicBezTo>
                  <a:cubicBezTo>
                    <a:pt x="14" y="25"/>
                    <a:pt x="18" y="21"/>
                    <a:pt x="23" y="2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53" name="Oval 144">
              <a:extLst>
                <a:ext uri="{FF2B5EF4-FFF2-40B4-BE49-F238E27FC236}">
                  <a16:creationId xmlns:a16="http://schemas.microsoft.com/office/drawing/2014/main" id="{ACE62876-0236-4BB8-9988-861470AB9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189"/>
              <a:ext cx="67" cy="78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154" name="Freeform 145">
              <a:extLst>
                <a:ext uri="{FF2B5EF4-FFF2-40B4-BE49-F238E27FC236}">
                  <a16:creationId xmlns:a16="http://schemas.microsoft.com/office/drawing/2014/main" id="{24B432A7-D53C-49D5-9051-10ACABF7F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080"/>
              <a:ext cx="77" cy="83"/>
            </a:xfrm>
            <a:custGeom>
              <a:avLst/>
              <a:gdLst>
                <a:gd name="T0" fmla="*/ 92 w 31"/>
                <a:gd name="T1" fmla="*/ 479 h 31"/>
                <a:gd name="T2" fmla="*/ 75 w 31"/>
                <a:gd name="T3" fmla="*/ 94 h 31"/>
                <a:gd name="T4" fmla="*/ 370 w 31"/>
                <a:gd name="T5" fmla="*/ 115 h 31"/>
                <a:gd name="T6" fmla="*/ 383 w 31"/>
                <a:gd name="T7" fmla="*/ 479 h 31"/>
                <a:gd name="T8" fmla="*/ 92 w 31"/>
                <a:gd name="T9" fmla="*/ 47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6" y="25"/>
                  </a:moveTo>
                  <a:cubicBezTo>
                    <a:pt x="0" y="19"/>
                    <a:pt x="0" y="11"/>
                    <a:pt x="5" y="5"/>
                  </a:cubicBezTo>
                  <a:cubicBezTo>
                    <a:pt x="10" y="0"/>
                    <a:pt x="19" y="0"/>
                    <a:pt x="24" y="6"/>
                  </a:cubicBezTo>
                  <a:cubicBezTo>
                    <a:pt x="30" y="11"/>
                    <a:pt x="31" y="20"/>
                    <a:pt x="25" y="25"/>
                  </a:cubicBezTo>
                  <a:cubicBezTo>
                    <a:pt x="20" y="31"/>
                    <a:pt x="12" y="30"/>
                    <a:pt x="6" y="2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55" name="Freeform 146">
              <a:extLst>
                <a:ext uri="{FF2B5EF4-FFF2-40B4-BE49-F238E27FC236}">
                  <a16:creationId xmlns:a16="http://schemas.microsoft.com/office/drawing/2014/main" id="{3DDE4A22-BA41-4748-BC28-7A054D214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304"/>
              <a:ext cx="80" cy="59"/>
            </a:xfrm>
            <a:custGeom>
              <a:avLst/>
              <a:gdLst>
                <a:gd name="T0" fmla="*/ 345 w 32"/>
                <a:gd name="T1" fmla="*/ 346 h 22"/>
                <a:gd name="T2" fmla="*/ 50 w 32"/>
                <a:gd name="T3" fmla="*/ 346 h 22"/>
                <a:gd name="T4" fmla="*/ 158 w 32"/>
                <a:gd name="T5" fmla="*/ 80 h 22"/>
                <a:gd name="T6" fmla="*/ 458 w 32"/>
                <a:gd name="T7" fmla="*/ 56 h 22"/>
                <a:gd name="T8" fmla="*/ 345 w 32"/>
                <a:gd name="T9" fmla="*/ 34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22" y="18"/>
                  </a:moveTo>
                  <a:cubicBezTo>
                    <a:pt x="15" y="22"/>
                    <a:pt x="7" y="22"/>
                    <a:pt x="3" y="18"/>
                  </a:cubicBezTo>
                  <a:cubicBezTo>
                    <a:pt x="0" y="14"/>
                    <a:pt x="3" y="8"/>
                    <a:pt x="10" y="4"/>
                  </a:cubicBezTo>
                  <a:cubicBezTo>
                    <a:pt x="17" y="0"/>
                    <a:pt x="25" y="0"/>
                    <a:pt x="29" y="3"/>
                  </a:cubicBezTo>
                  <a:cubicBezTo>
                    <a:pt x="32" y="7"/>
                    <a:pt x="29" y="13"/>
                    <a:pt x="22" y="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56" name="Freeform 147">
              <a:extLst>
                <a:ext uri="{FF2B5EF4-FFF2-40B4-BE49-F238E27FC236}">
                  <a16:creationId xmlns:a16="http://schemas.microsoft.com/office/drawing/2014/main" id="{E537D674-5211-4CF6-AE9E-286809031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299"/>
              <a:ext cx="85" cy="72"/>
            </a:xfrm>
            <a:custGeom>
              <a:avLst/>
              <a:gdLst>
                <a:gd name="T0" fmla="*/ 50 w 34"/>
                <a:gd name="T1" fmla="*/ 136 h 27"/>
                <a:gd name="T2" fmla="*/ 345 w 34"/>
                <a:gd name="T3" fmla="*/ 77 h 27"/>
                <a:gd name="T4" fmla="*/ 500 w 34"/>
                <a:gd name="T5" fmla="*/ 376 h 27"/>
                <a:gd name="T6" fmla="*/ 208 w 34"/>
                <a:gd name="T7" fmla="*/ 435 h 27"/>
                <a:gd name="T8" fmla="*/ 50 w 34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" y="7"/>
                  </a:moveTo>
                  <a:cubicBezTo>
                    <a:pt x="5" y="2"/>
                    <a:pt x="14" y="0"/>
                    <a:pt x="22" y="4"/>
                  </a:cubicBezTo>
                  <a:cubicBezTo>
                    <a:pt x="30" y="8"/>
                    <a:pt x="34" y="15"/>
                    <a:pt x="32" y="20"/>
                  </a:cubicBezTo>
                  <a:cubicBezTo>
                    <a:pt x="29" y="26"/>
                    <a:pt x="21" y="27"/>
                    <a:pt x="13" y="23"/>
                  </a:cubicBezTo>
                  <a:cubicBezTo>
                    <a:pt x="5" y="19"/>
                    <a:pt x="0" y="12"/>
                    <a:pt x="3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57" name="Freeform 148">
              <a:extLst>
                <a:ext uri="{FF2B5EF4-FFF2-40B4-BE49-F238E27FC236}">
                  <a16:creationId xmlns:a16="http://schemas.microsoft.com/office/drawing/2014/main" id="{81E27599-8810-477F-BD58-7DB0B9663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299"/>
              <a:ext cx="85" cy="66"/>
            </a:xfrm>
            <a:custGeom>
              <a:avLst/>
              <a:gdLst>
                <a:gd name="T0" fmla="*/ 33 w 34"/>
                <a:gd name="T1" fmla="*/ 293 h 25"/>
                <a:gd name="T2" fmla="*/ 220 w 34"/>
                <a:gd name="T3" fmla="*/ 34 h 25"/>
                <a:gd name="T4" fmla="*/ 520 w 34"/>
                <a:gd name="T5" fmla="*/ 145 h 25"/>
                <a:gd name="T6" fmla="*/ 313 w 34"/>
                <a:gd name="T7" fmla="*/ 404 h 25"/>
                <a:gd name="T8" fmla="*/ 33 w 34"/>
                <a:gd name="T9" fmla="*/ 29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2" y="16"/>
                  </a:moveTo>
                  <a:cubicBezTo>
                    <a:pt x="0" y="11"/>
                    <a:pt x="6" y="4"/>
                    <a:pt x="14" y="2"/>
                  </a:cubicBezTo>
                  <a:cubicBezTo>
                    <a:pt x="23" y="0"/>
                    <a:pt x="31" y="2"/>
                    <a:pt x="33" y="8"/>
                  </a:cubicBezTo>
                  <a:cubicBezTo>
                    <a:pt x="34" y="14"/>
                    <a:pt x="28" y="20"/>
                    <a:pt x="20" y="22"/>
                  </a:cubicBezTo>
                  <a:cubicBezTo>
                    <a:pt x="11" y="25"/>
                    <a:pt x="3" y="22"/>
                    <a:pt x="2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58" name="Freeform 149">
              <a:extLst>
                <a:ext uri="{FF2B5EF4-FFF2-40B4-BE49-F238E27FC236}">
                  <a16:creationId xmlns:a16="http://schemas.microsoft.com/office/drawing/2014/main" id="{18CEDEF7-F8E7-45D2-8B84-FAAE7BE04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016"/>
              <a:ext cx="83" cy="75"/>
            </a:xfrm>
            <a:custGeom>
              <a:avLst/>
              <a:gdLst>
                <a:gd name="T0" fmla="*/ 475 w 33"/>
                <a:gd name="T1" fmla="*/ 150 h 28"/>
                <a:gd name="T2" fmla="*/ 347 w 33"/>
                <a:gd name="T3" fmla="*/ 458 h 28"/>
                <a:gd name="T4" fmla="*/ 50 w 33"/>
                <a:gd name="T5" fmla="*/ 402 h 28"/>
                <a:gd name="T6" fmla="*/ 176 w 33"/>
                <a:gd name="T7" fmla="*/ 78 h 28"/>
                <a:gd name="T8" fmla="*/ 475 w 33"/>
                <a:gd name="T9" fmla="*/ 15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0" y="8"/>
                  </a:moveTo>
                  <a:cubicBezTo>
                    <a:pt x="33" y="13"/>
                    <a:pt x="29" y="21"/>
                    <a:pt x="22" y="24"/>
                  </a:cubicBezTo>
                  <a:cubicBezTo>
                    <a:pt x="14" y="28"/>
                    <a:pt x="6" y="26"/>
                    <a:pt x="3" y="21"/>
                  </a:cubicBezTo>
                  <a:cubicBezTo>
                    <a:pt x="0" y="15"/>
                    <a:pt x="4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59" name="Freeform 150">
              <a:extLst>
                <a:ext uri="{FF2B5EF4-FFF2-40B4-BE49-F238E27FC236}">
                  <a16:creationId xmlns:a16="http://schemas.microsoft.com/office/drawing/2014/main" id="{FF8D665F-D508-45B3-B5CA-58CA811D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139"/>
              <a:ext cx="93" cy="93"/>
            </a:xfrm>
            <a:custGeom>
              <a:avLst/>
              <a:gdLst>
                <a:gd name="T0" fmla="*/ 588 w 37"/>
                <a:gd name="T1" fmla="*/ 247 h 35"/>
                <a:gd name="T2" fmla="*/ 176 w 37"/>
                <a:gd name="T3" fmla="*/ 508 h 35"/>
                <a:gd name="T4" fmla="*/ 83 w 37"/>
                <a:gd name="T5" fmla="*/ 133 h 35"/>
                <a:gd name="T6" fmla="*/ 347 w 37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5">
                  <a:moveTo>
                    <a:pt x="37" y="13"/>
                  </a:moveTo>
                  <a:cubicBezTo>
                    <a:pt x="36" y="35"/>
                    <a:pt x="17" y="30"/>
                    <a:pt x="11" y="27"/>
                  </a:cubicBezTo>
                  <a:cubicBezTo>
                    <a:pt x="5" y="23"/>
                    <a:pt x="0" y="17"/>
                    <a:pt x="5" y="7"/>
                  </a:cubicBezTo>
                  <a:cubicBezTo>
                    <a:pt x="9" y="2"/>
                    <a:pt x="17" y="0"/>
                    <a:pt x="22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0" name="Oval 151">
              <a:extLst>
                <a:ext uri="{FF2B5EF4-FFF2-40B4-BE49-F238E27FC236}">
                  <a16:creationId xmlns:a16="http://schemas.microsoft.com/office/drawing/2014/main" id="{E32D0170-5A1D-4A40-BCE3-9CCA10F2C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091"/>
              <a:ext cx="78" cy="8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161" name="Freeform 152">
              <a:extLst>
                <a:ext uri="{FF2B5EF4-FFF2-40B4-BE49-F238E27FC236}">
                  <a16:creationId xmlns:a16="http://schemas.microsoft.com/office/drawing/2014/main" id="{9F43941B-F4BB-4CCC-8BBD-12A9F72F6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15"/>
              <a:ext cx="68" cy="90"/>
            </a:xfrm>
            <a:custGeom>
              <a:avLst/>
              <a:gdLst>
                <a:gd name="T0" fmla="*/ 222 w 27"/>
                <a:gd name="T1" fmla="*/ 630 h 34"/>
                <a:gd name="T2" fmla="*/ 113 w 27"/>
                <a:gd name="T3" fmla="*/ 148 h 34"/>
                <a:gd name="T4" fmla="*/ 431 w 27"/>
                <a:gd name="T5" fmla="*/ 23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4">
                  <a:moveTo>
                    <a:pt x="14" y="34"/>
                  </a:moveTo>
                  <a:cubicBezTo>
                    <a:pt x="6" y="31"/>
                    <a:pt x="0" y="17"/>
                    <a:pt x="7" y="8"/>
                  </a:cubicBezTo>
                  <a:cubicBezTo>
                    <a:pt x="14" y="0"/>
                    <a:pt x="24" y="8"/>
                    <a:pt x="27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2" name="Freeform 153">
              <a:extLst>
                <a:ext uri="{FF2B5EF4-FFF2-40B4-BE49-F238E27FC236}">
                  <a16:creationId xmlns:a16="http://schemas.microsoft.com/office/drawing/2014/main" id="{DAECC894-F0F1-4004-A2EE-004DE2A6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077"/>
              <a:ext cx="72" cy="59"/>
            </a:xfrm>
            <a:custGeom>
              <a:avLst/>
              <a:gdLst>
                <a:gd name="T0" fmla="*/ 42 w 29"/>
                <a:gd name="T1" fmla="*/ 424 h 22"/>
                <a:gd name="T2" fmla="*/ 104 w 29"/>
                <a:gd name="T3" fmla="*/ 80 h 22"/>
                <a:gd name="T4" fmla="*/ 412 w 29"/>
                <a:gd name="T5" fmla="*/ 137 h 22"/>
                <a:gd name="T6" fmla="*/ 444 w 29"/>
                <a:gd name="T7" fmla="*/ 19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2">
                  <a:moveTo>
                    <a:pt x="3" y="22"/>
                  </a:moveTo>
                  <a:cubicBezTo>
                    <a:pt x="0" y="16"/>
                    <a:pt x="2" y="7"/>
                    <a:pt x="7" y="4"/>
                  </a:cubicBezTo>
                  <a:cubicBezTo>
                    <a:pt x="12" y="0"/>
                    <a:pt x="21" y="1"/>
                    <a:pt x="27" y="7"/>
                  </a:cubicBezTo>
                  <a:cubicBezTo>
                    <a:pt x="29" y="10"/>
                    <a:pt x="29" y="10"/>
                    <a:pt x="29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3" name="Freeform 154">
              <a:extLst>
                <a:ext uri="{FF2B5EF4-FFF2-40B4-BE49-F238E27FC236}">
                  <a16:creationId xmlns:a16="http://schemas.microsoft.com/office/drawing/2014/main" id="{A430D920-D74B-4263-8419-A7137DE5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168"/>
              <a:ext cx="68" cy="88"/>
            </a:xfrm>
            <a:custGeom>
              <a:avLst/>
              <a:gdLst>
                <a:gd name="T0" fmla="*/ 431 w 27"/>
                <a:gd name="T1" fmla="*/ 605 h 33"/>
                <a:gd name="T2" fmla="*/ 63 w 27"/>
                <a:gd name="T3" fmla="*/ 227 h 33"/>
                <a:gd name="T4" fmla="*/ 413 w 27"/>
                <a:gd name="T5" fmla="*/ 13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27" y="32"/>
                  </a:moveTo>
                  <a:cubicBezTo>
                    <a:pt x="16" y="33"/>
                    <a:pt x="0" y="25"/>
                    <a:pt x="4" y="12"/>
                  </a:cubicBezTo>
                  <a:cubicBezTo>
                    <a:pt x="7" y="0"/>
                    <a:pt x="18" y="4"/>
                    <a:pt x="26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4" name="Freeform 155">
              <a:extLst>
                <a:ext uri="{FF2B5EF4-FFF2-40B4-BE49-F238E27FC236}">
                  <a16:creationId xmlns:a16="http://schemas.microsoft.com/office/drawing/2014/main" id="{3FDA9482-A4A7-4E57-801C-E5D2B5C8B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195"/>
              <a:ext cx="80" cy="90"/>
            </a:xfrm>
            <a:custGeom>
              <a:avLst/>
              <a:gdLst>
                <a:gd name="T0" fmla="*/ 333 w 32"/>
                <a:gd name="T1" fmla="*/ 90 h 34"/>
                <a:gd name="T2" fmla="*/ 20 w 32"/>
                <a:gd name="T3" fmla="*/ 238 h 34"/>
                <a:gd name="T4" fmla="*/ 363 w 32"/>
                <a:gd name="T5" fmla="*/ 596 h 34"/>
                <a:gd name="T6" fmla="*/ 500 w 32"/>
                <a:gd name="T7" fmla="*/ 48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21" y="5"/>
                  </a:moveTo>
                  <a:cubicBezTo>
                    <a:pt x="12" y="1"/>
                    <a:pt x="2" y="0"/>
                    <a:pt x="1" y="13"/>
                  </a:cubicBezTo>
                  <a:cubicBezTo>
                    <a:pt x="0" y="23"/>
                    <a:pt x="10" y="34"/>
                    <a:pt x="23" y="32"/>
                  </a:cubicBezTo>
                  <a:cubicBezTo>
                    <a:pt x="25" y="32"/>
                    <a:pt x="30" y="30"/>
                    <a:pt x="32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5" name="Freeform 156">
              <a:extLst>
                <a:ext uri="{FF2B5EF4-FFF2-40B4-BE49-F238E27FC236}">
                  <a16:creationId xmlns:a16="http://schemas.microsoft.com/office/drawing/2014/main" id="{17C288BC-D5E5-4A59-9980-B332B29F7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240"/>
              <a:ext cx="83" cy="72"/>
            </a:xfrm>
            <a:custGeom>
              <a:avLst/>
              <a:gdLst>
                <a:gd name="T0" fmla="*/ 526 w 33"/>
                <a:gd name="T1" fmla="*/ 307 h 27"/>
                <a:gd name="T2" fmla="*/ 0 w 33"/>
                <a:gd name="T3" fmla="*/ 285 h 27"/>
                <a:gd name="T4" fmla="*/ 526 w 33"/>
                <a:gd name="T5" fmla="*/ 30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33" y="16"/>
                  </a:moveTo>
                  <a:cubicBezTo>
                    <a:pt x="33" y="27"/>
                    <a:pt x="0" y="26"/>
                    <a:pt x="0" y="15"/>
                  </a:cubicBezTo>
                  <a:cubicBezTo>
                    <a:pt x="0" y="4"/>
                    <a:pt x="33" y="0"/>
                    <a:pt x="33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6" name="Freeform 157">
              <a:extLst>
                <a:ext uri="{FF2B5EF4-FFF2-40B4-BE49-F238E27FC236}">
                  <a16:creationId xmlns:a16="http://schemas.microsoft.com/office/drawing/2014/main" id="{DEAAA4C1-9FE0-4AEA-A06A-13599911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117"/>
              <a:ext cx="85" cy="72"/>
            </a:xfrm>
            <a:custGeom>
              <a:avLst/>
              <a:gdLst>
                <a:gd name="T0" fmla="*/ 533 w 34"/>
                <a:gd name="T1" fmla="*/ 307 h 27"/>
                <a:gd name="T2" fmla="*/ 0 w 34"/>
                <a:gd name="T3" fmla="*/ 285 h 27"/>
                <a:gd name="T4" fmla="*/ 533 w 34"/>
                <a:gd name="T5" fmla="*/ 30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34" y="16"/>
                  </a:moveTo>
                  <a:cubicBezTo>
                    <a:pt x="34" y="27"/>
                    <a:pt x="0" y="26"/>
                    <a:pt x="0" y="15"/>
                  </a:cubicBezTo>
                  <a:cubicBezTo>
                    <a:pt x="0" y="3"/>
                    <a:pt x="34" y="0"/>
                    <a:pt x="34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7" name="Freeform 158">
              <a:extLst>
                <a:ext uri="{FF2B5EF4-FFF2-40B4-BE49-F238E27FC236}">
                  <a16:creationId xmlns:a16="http://schemas.microsoft.com/office/drawing/2014/main" id="{654EF44E-822F-49FE-8387-DFAB0DEDF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299"/>
              <a:ext cx="90" cy="61"/>
            </a:xfrm>
            <a:custGeom>
              <a:avLst/>
              <a:gdLst>
                <a:gd name="T0" fmla="*/ 0 w 36"/>
                <a:gd name="T1" fmla="*/ 239 h 23"/>
                <a:gd name="T2" fmla="*/ 270 w 36"/>
                <a:gd name="T3" fmla="*/ 21 h 23"/>
                <a:gd name="T4" fmla="*/ 563 w 36"/>
                <a:gd name="T5" fmla="*/ 170 h 23"/>
                <a:gd name="T6" fmla="*/ 300 w 36"/>
                <a:gd name="T7" fmla="*/ 395 h 23"/>
                <a:gd name="T8" fmla="*/ 0 w 36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3">
                  <a:moveTo>
                    <a:pt x="0" y="13"/>
                  </a:moveTo>
                  <a:cubicBezTo>
                    <a:pt x="0" y="8"/>
                    <a:pt x="7" y="2"/>
                    <a:pt x="17" y="1"/>
                  </a:cubicBezTo>
                  <a:cubicBezTo>
                    <a:pt x="27" y="0"/>
                    <a:pt x="35" y="3"/>
                    <a:pt x="36" y="9"/>
                  </a:cubicBezTo>
                  <a:cubicBezTo>
                    <a:pt x="36" y="15"/>
                    <a:pt x="29" y="20"/>
                    <a:pt x="19" y="21"/>
                  </a:cubicBezTo>
                  <a:cubicBezTo>
                    <a:pt x="10" y="23"/>
                    <a:pt x="1" y="19"/>
                    <a:pt x="0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8" name="Freeform 159">
              <a:extLst>
                <a:ext uri="{FF2B5EF4-FFF2-40B4-BE49-F238E27FC236}">
                  <a16:creationId xmlns:a16="http://schemas.microsoft.com/office/drawing/2014/main" id="{F7E7D1AB-6EA5-416A-826E-B821517D4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205"/>
              <a:ext cx="57" cy="59"/>
            </a:xfrm>
            <a:custGeom>
              <a:avLst/>
              <a:gdLst>
                <a:gd name="T0" fmla="*/ 337 w 23"/>
                <a:gd name="T1" fmla="*/ 424 h 22"/>
                <a:gd name="T2" fmla="*/ 0 w 23"/>
                <a:gd name="T3" fmla="*/ 3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22" y="22"/>
                  </a:moveTo>
                  <a:cubicBezTo>
                    <a:pt x="23" y="13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9" name="Freeform 160">
              <a:extLst>
                <a:ext uri="{FF2B5EF4-FFF2-40B4-BE49-F238E27FC236}">
                  <a16:creationId xmlns:a16="http://schemas.microsoft.com/office/drawing/2014/main" id="{F4A1944F-7502-4D7F-89D5-4FC2DEEE7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19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2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0" name="Freeform 161">
              <a:extLst>
                <a:ext uri="{FF2B5EF4-FFF2-40B4-BE49-F238E27FC236}">
                  <a16:creationId xmlns:a16="http://schemas.microsoft.com/office/drawing/2014/main" id="{C18AAAE8-4BEF-4C5B-BC71-AA4C79D61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264"/>
              <a:ext cx="63" cy="32"/>
            </a:xfrm>
            <a:custGeom>
              <a:avLst/>
              <a:gdLst>
                <a:gd name="T0" fmla="*/ 0 w 25"/>
                <a:gd name="T1" fmla="*/ 0 h 12"/>
                <a:gd name="T2" fmla="*/ 401 w 25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0"/>
                  </a:moveTo>
                  <a:cubicBezTo>
                    <a:pt x="4" y="6"/>
                    <a:pt x="21" y="12"/>
                    <a:pt x="25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1" name="Freeform 162">
              <a:extLst>
                <a:ext uri="{FF2B5EF4-FFF2-40B4-BE49-F238E27FC236}">
                  <a16:creationId xmlns:a16="http://schemas.microsoft.com/office/drawing/2014/main" id="{260D3847-2D6F-46A2-8FF2-73957FD29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71"/>
              <a:ext cx="10" cy="45"/>
            </a:xfrm>
            <a:custGeom>
              <a:avLst/>
              <a:gdLst>
                <a:gd name="T0" fmla="*/ 50 w 4"/>
                <a:gd name="T1" fmla="*/ 0 h 17"/>
                <a:gd name="T2" fmla="*/ 63 w 4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3" y="0"/>
                  </a:moveTo>
                  <a:cubicBezTo>
                    <a:pt x="0" y="5"/>
                    <a:pt x="0" y="13"/>
                    <a:pt x="4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2" name="Freeform 163">
              <a:extLst>
                <a:ext uri="{FF2B5EF4-FFF2-40B4-BE49-F238E27FC236}">
                  <a16:creationId xmlns:a16="http://schemas.microsoft.com/office/drawing/2014/main" id="{A1D449AA-9081-4B38-B6CB-391DBAA4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52"/>
              <a:ext cx="33" cy="27"/>
            </a:xfrm>
            <a:custGeom>
              <a:avLst/>
              <a:gdLst>
                <a:gd name="T0" fmla="*/ 0 w 13"/>
                <a:gd name="T1" fmla="*/ 38 h 10"/>
                <a:gd name="T2" fmla="*/ 213 w 1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5" y="0"/>
                    <a:pt x="13" y="7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3" name="Freeform 164">
              <a:extLst>
                <a:ext uri="{FF2B5EF4-FFF2-40B4-BE49-F238E27FC236}">
                  <a16:creationId xmlns:a16="http://schemas.microsoft.com/office/drawing/2014/main" id="{9DD1459B-7E4B-4907-9659-19625A6A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57"/>
              <a:ext cx="50" cy="78"/>
            </a:xfrm>
            <a:custGeom>
              <a:avLst/>
              <a:gdLst>
                <a:gd name="T0" fmla="*/ 0 w 20"/>
                <a:gd name="T1" fmla="*/ 116 h 29"/>
                <a:gd name="T2" fmla="*/ 313 w 20"/>
                <a:gd name="T3" fmla="*/ 253 h 29"/>
                <a:gd name="T4" fmla="*/ 63 w 20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6"/>
                  </a:moveTo>
                  <a:cubicBezTo>
                    <a:pt x="10" y="0"/>
                    <a:pt x="20" y="5"/>
                    <a:pt x="20" y="13"/>
                  </a:cubicBezTo>
                  <a:cubicBezTo>
                    <a:pt x="20" y="21"/>
                    <a:pt x="12" y="29"/>
                    <a:pt x="4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4" name="Freeform 165">
              <a:extLst>
                <a:ext uri="{FF2B5EF4-FFF2-40B4-BE49-F238E27FC236}">
                  <a16:creationId xmlns:a16="http://schemas.microsoft.com/office/drawing/2014/main" id="{174E1E37-1C43-4861-94CD-8B5FFCB4C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096"/>
              <a:ext cx="78" cy="83"/>
            </a:xfrm>
            <a:custGeom>
              <a:avLst/>
              <a:gdLst>
                <a:gd name="T0" fmla="*/ 493 w 31"/>
                <a:gd name="T1" fmla="*/ 209 h 31"/>
                <a:gd name="T2" fmla="*/ 113 w 31"/>
                <a:gd name="T3" fmla="*/ 171 h 31"/>
                <a:gd name="T4" fmla="*/ 159 w 31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31" y="11"/>
                  </a:moveTo>
                  <a:cubicBezTo>
                    <a:pt x="26" y="1"/>
                    <a:pt x="14" y="0"/>
                    <a:pt x="7" y="9"/>
                  </a:cubicBezTo>
                  <a:cubicBezTo>
                    <a:pt x="0" y="18"/>
                    <a:pt x="6" y="28"/>
                    <a:pt x="10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5" name="Freeform 166">
              <a:extLst>
                <a:ext uri="{FF2B5EF4-FFF2-40B4-BE49-F238E27FC236}">
                  <a16:creationId xmlns:a16="http://schemas.microsoft.com/office/drawing/2014/main" id="{804EE484-1B6B-4A12-8DEB-9175D7E9C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179"/>
              <a:ext cx="65" cy="80"/>
            </a:xfrm>
            <a:custGeom>
              <a:avLst/>
              <a:gdLst>
                <a:gd name="T0" fmla="*/ 0 w 26"/>
                <a:gd name="T1" fmla="*/ 77 h 30"/>
                <a:gd name="T2" fmla="*/ 363 w 26"/>
                <a:gd name="T3" fmla="*/ 285 h 30"/>
                <a:gd name="T4" fmla="*/ 113 w 26"/>
                <a:gd name="T5" fmla="*/ 5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0">
                  <a:moveTo>
                    <a:pt x="0" y="4"/>
                  </a:moveTo>
                  <a:cubicBezTo>
                    <a:pt x="7" y="0"/>
                    <a:pt x="20" y="3"/>
                    <a:pt x="23" y="15"/>
                  </a:cubicBezTo>
                  <a:cubicBezTo>
                    <a:pt x="26" y="25"/>
                    <a:pt x="13" y="30"/>
                    <a:pt x="7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6" name="Freeform 167">
              <a:extLst>
                <a:ext uri="{FF2B5EF4-FFF2-40B4-BE49-F238E27FC236}">
                  <a16:creationId xmlns:a16="http://schemas.microsoft.com/office/drawing/2014/main" id="{A9AAB14D-10FF-417D-8B1C-9649CE53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101"/>
              <a:ext cx="92" cy="83"/>
            </a:xfrm>
            <a:custGeom>
              <a:avLst/>
              <a:gdLst>
                <a:gd name="T0" fmla="*/ 0 w 37"/>
                <a:gd name="T1" fmla="*/ 308 h 31"/>
                <a:gd name="T2" fmla="*/ 462 w 37"/>
                <a:gd name="T3" fmla="*/ 193 h 31"/>
                <a:gd name="T4" fmla="*/ 308 w 37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16"/>
                  </a:moveTo>
                  <a:cubicBezTo>
                    <a:pt x="5" y="7"/>
                    <a:pt x="22" y="0"/>
                    <a:pt x="30" y="10"/>
                  </a:cubicBezTo>
                  <a:cubicBezTo>
                    <a:pt x="37" y="20"/>
                    <a:pt x="28" y="27"/>
                    <a:pt x="20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7" name="Freeform 168">
              <a:extLst>
                <a:ext uri="{FF2B5EF4-FFF2-40B4-BE49-F238E27FC236}">
                  <a16:creationId xmlns:a16="http://schemas.microsoft.com/office/drawing/2014/main" id="{B4270F4C-232D-4B4A-99C4-437590A1B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168"/>
              <a:ext cx="58" cy="80"/>
            </a:xfrm>
            <a:custGeom>
              <a:avLst/>
              <a:gdLst>
                <a:gd name="T0" fmla="*/ 50 w 23"/>
                <a:gd name="T1" fmla="*/ 547 h 30"/>
                <a:gd name="T2" fmla="*/ 318 w 23"/>
                <a:gd name="T3" fmla="*/ 248 h 30"/>
                <a:gd name="T4" fmla="*/ 0 w 23"/>
                <a:gd name="T5" fmla="*/ 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0">
                  <a:moveTo>
                    <a:pt x="3" y="29"/>
                  </a:moveTo>
                  <a:cubicBezTo>
                    <a:pt x="14" y="30"/>
                    <a:pt x="23" y="24"/>
                    <a:pt x="20" y="13"/>
                  </a:cubicBezTo>
                  <a:cubicBezTo>
                    <a:pt x="16" y="2"/>
                    <a:pt x="5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8" name="Freeform 169">
              <a:extLst>
                <a:ext uri="{FF2B5EF4-FFF2-40B4-BE49-F238E27FC236}">
                  <a16:creationId xmlns:a16="http://schemas.microsoft.com/office/drawing/2014/main" id="{F5DEEF4B-850D-4F32-AFEF-7C7CA6FB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85"/>
              <a:ext cx="60" cy="86"/>
            </a:xfrm>
            <a:custGeom>
              <a:avLst/>
              <a:gdLst>
                <a:gd name="T0" fmla="*/ 208 w 24"/>
                <a:gd name="T1" fmla="*/ 586 h 32"/>
                <a:gd name="T2" fmla="*/ 125 w 24"/>
                <a:gd name="T3" fmla="*/ 59 h 32"/>
                <a:gd name="T4" fmla="*/ 208 w 24"/>
                <a:gd name="T5" fmla="*/ 58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13" y="30"/>
                  </a:moveTo>
                  <a:cubicBezTo>
                    <a:pt x="0" y="32"/>
                    <a:pt x="0" y="6"/>
                    <a:pt x="8" y="3"/>
                  </a:cubicBezTo>
                  <a:cubicBezTo>
                    <a:pt x="20" y="0"/>
                    <a:pt x="24" y="29"/>
                    <a:pt x="13" y="3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9" name="Freeform 170">
              <a:extLst>
                <a:ext uri="{FF2B5EF4-FFF2-40B4-BE49-F238E27FC236}">
                  <a16:creationId xmlns:a16="http://schemas.microsoft.com/office/drawing/2014/main" id="{BBC25B53-1207-4E94-91F0-1BD40C23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069"/>
              <a:ext cx="90" cy="78"/>
            </a:xfrm>
            <a:custGeom>
              <a:avLst/>
              <a:gdLst>
                <a:gd name="T0" fmla="*/ 63 w 36"/>
                <a:gd name="T1" fmla="*/ 449 h 29"/>
                <a:gd name="T2" fmla="*/ 395 w 36"/>
                <a:gd name="T3" fmla="*/ 449 h 29"/>
                <a:gd name="T4" fmla="*/ 520 w 36"/>
                <a:gd name="T5" fmla="*/ 94 h 29"/>
                <a:gd name="T6" fmla="*/ 188 w 36"/>
                <a:gd name="T7" fmla="*/ 116 h 29"/>
                <a:gd name="T8" fmla="*/ 63 w 36"/>
                <a:gd name="T9" fmla="*/ 44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9">
                  <a:moveTo>
                    <a:pt x="4" y="23"/>
                  </a:moveTo>
                  <a:cubicBezTo>
                    <a:pt x="9" y="29"/>
                    <a:pt x="18" y="26"/>
                    <a:pt x="25" y="23"/>
                  </a:cubicBezTo>
                  <a:cubicBezTo>
                    <a:pt x="32" y="19"/>
                    <a:pt x="36" y="9"/>
                    <a:pt x="33" y="5"/>
                  </a:cubicBezTo>
                  <a:cubicBezTo>
                    <a:pt x="29" y="1"/>
                    <a:pt x="19" y="0"/>
                    <a:pt x="12" y="6"/>
                  </a:cubicBezTo>
                  <a:cubicBezTo>
                    <a:pt x="4" y="11"/>
                    <a:pt x="0" y="18"/>
                    <a:pt x="4" y="2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80" name="Freeform 171">
              <a:extLst>
                <a:ext uri="{FF2B5EF4-FFF2-40B4-BE49-F238E27FC236}">
                  <a16:creationId xmlns:a16="http://schemas.microsoft.com/office/drawing/2014/main" id="{D936A683-9883-4EF6-8273-A44482E4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043"/>
              <a:ext cx="85" cy="66"/>
            </a:xfrm>
            <a:custGeom>
              <a:avLst/>
              <a:gdLst>
                <a:gd name="T0" fmla="*/ 33 w 34"/>
                <a:gd name="T1" fmla="*/ 127 h 25"/>
                <a:gd name="T2" fmla="*/ 250 w 34"/>
                <a:gd name="T3" fmla="*/ 425 h 25"/>
                <a:gd name="T4" fmla="*/ 533 w 34"/>
                <a:gd name="T5" fmla="*/ 314 h 25"/>
                <a:gd name="T6" fmla="*/ 300 w 34"/>
                <a:gd name="T7" fmla="*/ 34 h 25"/>
                <a:gd name="T8" fmla="*/ 33 w 34"/>
                <a:gd name="T9" fmla="*/ 12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2" y="7"/>
                  </a:moveTo>
                  <a:cubicBezTo>
                    <a:pt x="0" y="15"/>
                    <a:pt x="8" y="20"/>
                    <a:pt x="16" y="23"/>
                  </a:cubicBezTo>
                  <a:cubicBezTo>
                    <a:pt x="23" y="25"/>
                    <a:pt x="33" y="22"/>
                    <a:pt x="34" y="17"/>
                  </a:cubicBezTo>
                  <a:cubicBezTo>
                    <a:pt x="34" y="12"/>
                    <a:pt x="28" y="4"/>
                    <a:pt x="19" y="2"/>
                  </a:cubicBezTo>
                  <a:cubicBezTo>
                    <a:pt x="10" y="0"/>
                    <a:pt x="3" y="1"/>
                    <a:pt x="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81" name="Freeform 172">
              <a:extLst>
                <a:ext uri="{FF2B5EF4-FFF2-40B4-BE49-F238E27FC236}">
                  <a16:creationId xmlns:a16="http://schemas.microsoft.com/office/drawing/2014/main" id="{5F9C7694-D8E3-4734-80FE-E90CD41E5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219"/>
              <a:ext cx="80" cy="74"/>
            </a:xfrm>
            <a:custGeom>
              <a:avLst/>
              <a:gdLst>
                <a:gd name="T0" fmla="*/ 20 w 32"/>
                <a:gd name="T1" fmla="*/ 391 h 28"/>
                <a:gd name="T2" fmla="*/ 300 w 32"/>
                <a:gd name="T3" fmla="*/ 336 h 28"/>
                <a:gd name="T4" fmla="*/ 470 w 32"/>
                <a:gd name="T5" fmla="*/ 56 h 28"/>
                <a:gd name="T6" fmla="*/ 188 w 32"/>
                <a:gd name="T7" fmla="*/ 132 h 28"/>
                <a:gd name="T8" fmla="*/ 20 w 32"/>
                <a:gd name="T9" fmla="*/ 39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" y="21"/>
                  </a:moveTo>
                  <a:cubicBezTo>
                    <a:pt x="5" y="28"/>
                    <a:pt x="12" y="23"/>
                    <a:pt x="19" y="18"/>
                  </a:cubicBezTo>
                  <a:cubicBezTo>
                    <a:pt x="26" y="14"/>
                    <a:pt x="32" y="6"/>
                    <a:pt x="30" y="3"/>
                  </a:cubicBezTo>
                  <a:cubicBezTo>
                    <a:pt x="28" y="0"/>
                    <a:pt x="22" y="0"/>
                    <a:pt x="12" y="7"/>
                  </a:cubicBezTo>
                  <a:cubicBezTo>
                    <a:pt x="2" y="15"/>
                    <a:pt x="0" y="19"/>
                    <a:pt x="1" y="2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82" name="Freeform 173">
              <a:extLst>
                <a:ext uri="{FF2B5EF4-FFF2-40B4-BE49-F238E27FC236}">
                  <a16:creationId xmlns:a16="http://schemas.microsoft.com/office/drawing/2014/main" id="{FF643D1F-3C75-4625-814C-0224F32C7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971"/>
              <a:ext cx="80" cy="72"/>
            </a:xfrm>
            <a:custGeom>
              <a:avLst/>
              <a:gdLst>
                <a:gd name="T0" fmla="*/ 83 w 32"/>
                <a:gd name="T1" fmla="*/ 35 h 27"/>
                <a:gd name="T2" fmla="*/ 208 w 32"/>
                <a:gd name="T3" fmla="*/ 341 h 27"/>
                <a:gd name="T4" fmla="*/ 470 w 32"/>
                <a:gd name="T5" fmla="*/ 477 h 27"/>
                <a:gd name="T6" fmla="*/ 333 w 32"/>
                <a:gd name="T7" fmla="*/ 171 h 27"/>
                <a:gd name="T8" fmla="*/ 83 w 32"/>
                <a:gd name="T9" fmla="*/ 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5" y="2"/>
                  </a:moveTo>
                  <a:cubicBezTo>
                    <a:pt x="0" y="7"/>
                    <a:pt x="7" y="13"/>
                    <a:pt x="13" y="18"/>
                  </a:cubicBezTo>
                  <a:cubicBezTo>
                    <a:pt x="19" y="24"/>
                    <a:pt x="27" y="27"/>
                    <a:pt x="30" y="25"/>
                  </a:cubicBezTo>
                  <a:cubicBezTo>
                    <a:pt x="32" y="22"/>
                    <a:pt x="31" y="16"/>
                    <a:pt x="21" y="9"/>
                  </a:cubicBezTo>
                  <a:cubicBezTo>
                    <a:pt x="11" y="1"/>
                    <a:pt x="7" y="0"/>
                    <a:pt x="5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83" name="Freeform 174">
              <a:extLst>
                <a:ext uri="{FF2B5EF4-FFF2-40B4-BE49-F238E27FC236}">
                  <a16:creationId xmlns:a16="http://schemas.microsoft.com/office/drawing/2014/main" id="{63C2224A-FDC2-48F3-99C9-C596D735C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37"/>
              <a:ext cx="80" cy="75"/>
            </a:xfrm>
            <a:custGeom>
              <a:avLst/>
              <a:gdLst>
                <a:gd name="T0" fmla="*/ 20 w 32"/>
                <a:gd name="T1" fmla="*/ 423 h 28"/>
                <a:gd name="T2" fmla="*/ 300 w 32"/>
                <a:gd name="T3" fmla="*/ 367 h 28"/>
                <a:gd name="T4" fmla="*/ 470 w 32"/>
                <a:gd name="T5" fmla="*/ 78 h 28"/>
                <a:gd name="T6" fmla="*/ 188 w 32"/>
                <a:gd name="T7" fmla="*/ 150 h 28"/>
                <a:gd name="T8" fmla="*/ 20 w 32"/>
                <a:gd name="T9" fmla="*/ 42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" y="22"/>
                  </a:moveTo>
                  <a:cubicBezTo>
                    <a:pt x="5" y="28"/>
                    <a:pt x="12" y="23"/>
                    <a:pt x="19" y="19"/>
                  </a:cubicBezTo>
                  <a:cubicBezTo>
                    <a:pt x="26" y="15"/>
                    <a:pt x="32" y="7"/>
                    <a:pt x="30" y="4"/>
                  </a:cubicBezTo>
                  <a:cubicBezTo>
                    <a:pt x="28" y="1"/>
                    <a:pt x="22" y="0"/>
                    <a:pt x="12" y="8"/>
                  </a:cubicBezTo>
                  <a:cubicBezTo>
                    <a:pt x="2" y="15"/>
                    <a:pt x="0" y="19"/>
                    <a:pt x="1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84" name="Oval 175">
              <a:extLst>
                <a:ext uri="{FF2B5EF4-FFF2-40B4-BE49-F238E27FC236}">
                  <a16:creationId xmlns:a16="http://schemas.microsoft.com/office/drawing/2014/main" id="{AF944653-DEBF-49F5-8A4A-1BCD9DD1C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264"/>
              <a:ext cx="80" cy="6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185" name="Oval 176">
              <a:extLst>
                <a:ext uri="{FF2B5EF4-FFF2-40B4-BE49-F238E27FC236}">
                  <a16:creationId xmlns:a16="http://schemas.microsoft.com/office/drawing/2014/main" id="{240C9E4E-7E13-46E0-A10D-4E6841074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277"/>
              <a:ext cx="75" cy="83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186" name="Freeform 177">
              <a:extLst>
                <a:ext uri="{FF2B5EF4-FFF2-40B4-BE49-F238E27FC236}">
                  <a16:creationId xmlns:a16="http://schemas.microsoft.com/office/drawing/2014/main" id="{41988147-A28F-45EE-AB86-ABFBEEF0C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192"/>
              <a:ext cx="85" cy="29"/>
            </a:xfrm>
            <a:custGeom>
              <a:avLst/>
              <a:gdLst>
                <a:gd name="T0" fmla="*/ 0 w 34"/>
                <a:gd name="T1" fmla="*/ 124 h 11"/>
                <a:gd name="T2" fmla="*/ 313 w 34"/>
                <a:gd name="T3" fmla="*/ 200 h 11"/>
                <a:gd name="T4" fmla="*/ 533 w 34"/>
                <a:gd name="T5" fmla="*/ 76 h 11"/>
                <a:gd name="T6" fmla="*/ 300 w 34"/>
                <a:gd name="T7" fmla="*/ 0 h 11"/>
                <a:gd name="T8" fmla="*/ 0 w 34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">
                  <a:moveTo>
                    <a:pt x="0" y="7"/>
                  </a:moveTo>
                  <a:cubicBezTo>
                    <a:pt x="0" y="11"/>
                    <a:pt x="11" y="11"/>
                    <a:pt x="20" y="11"/>
                  </a:cubicBezTo>
                  <a:cubicBezTo>
                    <a:pt x="29" y="10"/>
                    <a:pt x="34" y="7"/>
                    <a:pt x="34" y="4"/>
                  </a:cubicBezTo>
                  <a:cubicBezTo>
                    <a:pt x="33" y="2"/>
                    <a:pt x="26" y="0"/>
                    <a:pt x="19" y="0"/>
                  </a:cubicBezTo>
                  <a:cubicBezTo>
                    <a:pt x="12" y="0"/>
                    <a:pt x="0" y="1"/>
                    <a:pt x="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87" name="Freeform 178">
              <a:extLst>
                <a:ext uri="{FF2B5EF4-FFF2-40B4-BE49-F238E27FC236}">
                  <a16:creationId xmlns:a16="http://schemas.microsoft.com/office/drawing/2014/main" id="{9E15E765-DD86-49F3-9E0E-61BA87440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952"/>
              <a:ext cx="83" cy="29"/>
            </a:xfrm>
            <a:custGeom>
              <a:avLst/>
              <a:gdLst>
                <a:gd name="T0" fmla="*/ 0 w 33"/>
                <a:gd name="T1" fmla="*/ 124 h 11"/>
                <a:gd name="T2" fmla="*/ 317 w 33"/>
                <a:gd name="T3" fmla="*/ 200 h 11"/>
                <a:gd name="T4" fmla="*/ 526 w 33"/>
                <a:gd name="T5" fmla="*/ 76 h 11"/>
                <a:gd name="T6" fmla="*/ 284 w 33"/>
                <a:gd name="T7" fmla="*/ 0 h 11"/>
                <a:gd name="T8" fmla="*/ 0 w 33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1">
                  <a:moveTo>
                    <a:pt x="0" y="7"/>
                  </a:moveTo>
                  <a:cubicBezTo>
                    <a:pt x="0" y="11"/>
                    <a:pt x="11" y="11"/>
                    <a:pt x="20" y="11"/>
                  </a:cubicBezTo>
                  <a:cubicBezTo>
                    <a:pt x="29" y="10"/>
                    <a:pt x="33" y="7"/>
                    <a:pt x="33" y="4"/>
                  </a:cubicBezTo>
                  <a:cubicBezTo>
                    <a:pt x="33" y="2"/>
                    <a:pt x="25" y="0"/>
                    <a:pt x="18" y="0"/>
                  </a:cubicBezTo>
                  <a:cubicBezTo>
                    <a:pt x="11" y="0"/>
                    <a:pt x="0" y="1"/>
                    <a:pt x="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88" name="Freeform 179">
              <a:extLst>
                <a:ext uri="{FF2B5EF4-FFF2-40B4-BE49-F238E27FC236}">
                  <a16:creationId xmlns:a16="http://schemas.microsoft.com/office/drawing/2014/main" id="{5ECC055F-B59E-45B1-BF6B-EE62068A2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133"/>
              <a:ext cx="65" cy="59"/>
            </a:xfrm>
            <a:custGeom>
              <a:avLst/>
              <a:gdLst>
                <a:gd name="T0" fmla="*/ 408 w 26"/>
                <a:gd name="T1" fmla="*/ 94 h 22"/>
                <a:gd name="T2" fmla="*/ 50 w 26"/>
                <a:gd name="T3" fmla="*/ 150 h 22"/>
                <a:gd name="T4" fmla="*/ 83 w 26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26" y="5"/>
                  </a:moveTo>
                  <a:cubicBezTo>
                    <a:pt x="22" y="0"/>
                    <a:pt x="6" y="0"/>
                    <a:pt x="3" y="8"/>
                  </a:cubicBezTo>
                  <a:cubicBezTo>
                    <a:pt x="0" y="16"/>
                    <a:pt x="5" y="22"/>
                    <a:pt x="5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89" name="Freeform 180">
              <a:extLst>
                <a:ext uri="{FF2B5EF4-FFF2-40B4-BE49-F238E27FC236}">
                  <a16:creationId xmlns:a16="http://schemas.microsoft.com/office/drawing/2014/main" id="{F1C90D52-12C0-4719-A56D-870BA59BE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29"/>
              <a:ext cx="85" cy="80"/>
            </a:xfrm>
            <a:custGeom>
              <a:avLst/>
              <a:gdLst>
                <a:gd name="T0" fmla="*/ 20 w 34"/>
                <a:gd name="T1" fmla="*/ 248 h 30"/>
                <a:gd name="T2" fmla="*/ 300 w 34"/>
                <a:gd name="T3" fmla="*/ 21 h 30"/>
                <a:gd name="T4" fmla="*/ 520 w 34"/>
                <a:gd name="T5" fmla="*/ 320 h 30"/>
                <a:gd name="T6" fmla="*/ 238 w 34"/>
                <a:gd name="T7" fmla="*/ 547 h 30"/>
                <a:gd name="T8" fmla="*/ 20 w 34"/>
                <a:gd name="T9" fmla="*/ 24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1" y="13"/>
                  </a:moveTo>
                  <a:cubicBezTo>
                    <a:pt x="2" y="5"/>
                    <a:pt x="10" y="0"/>
                    <a:pt x="19" y="1"/>
                  </a:cubicBezTo>
                  <a:cubicBezTo>
                    <a:pt x="28" y="2"/>
                    <a:pt x="34" y="9"/>
                    <a:pt x="33" y="17"/>
                  </a:cubicBezTo>
                  <a:cubicBezTo>
                    <a:pt x="32" y="25"/>
                    <a:pt x="24" y="30"/>
                    <a:pt x="15" y="29"/>
                  </a:cubicBezTo>
                  <a:cubicBezTo>
                    <a:pt x="6" y="28"/>
                    <a:pt x="0" y="20"/>
                    <a:pt x="1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90" name="Freeform 181">
              <a:extLst>
                <a:ext uri="{FF2B5EF4-FFF2-40B4-BE49-F238E27FC236}">
                  <a16:creationId xmlns:a16="http://schemas.microsoft.com/office/drawing/2014/main" id="{DF535782-5143-4EF9-90C1-AE4C19EBA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976"/>
              <a:ext cx="90" cy="88"/>
            </a:xfrm>
            <a:custGeom>
              <a:avLst/>
              <a:gdLst>
                <a:gd name="T0" fmla="*/ 63 w 36"/>
                <a:gd name="T1" fmla="*/ 192 h 33"/>
                <a:gd name="T2" fmla="*/ 375 w 36"/>
                <a:gd name="T3" fmla="*/ 77 h 33"/>
                <a:gd name="T4" fmla="*/ 520 w 36"/>
                <a:gd name="T5" fmla="*/ 456 h 33"/>
                <a:gd name="T6" fmla="*/ 188 w 36"/>
                <a:gd name="T7" fmla="*/ 568 h 33"/>
                <a:gd name="T8" fmla="*/ 63 w 36"/>
                <a:gd name="T9" fmla="*/ 19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3">
                  <a:moveTo>
                    <a:pt x="4" y="10"/>
                  </a:moveTo>
                  <a:cubicBezTo>
                    <a:pt x="7" y="3"/>
                    <a:pt x="16" y="0"/>
                    <a:pt x="24" y="4"/>
                  </a:cubicBezTo>
                  <a:cubicBezTo>
                    <a:pt x="33" y="8"/>
                    <a:pt x="36" y="17"/>
                    <a:pt x="33" y="24"/>
                  </a:cubicBezTo>
                  <a:cubicBezTo>
                    <a:pt x="29" y="31"/>
                    <a:pt x="20" y="33"/>
                    <a:pt x="12" y="30"/>
                  </a:cubicBezTo>
                  <a:cubicBezTo>
                    <a:pt x="4" y="26"/>
                    <a:pt x="0" y="17"/>
                    <a:pt x="4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91" name="Freeform 182">
              <a:extLst>
                <a:ext uri="{FF2B5EF4-FFF2-40B4-BE49-F238E27FC236}">
                  <a16:creationId xmlns:a16="http://schemas.microsoft.com/office/drawing/2014/main" id="{A4E36C93-AB2B-47D4-911A-9345D49EC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037"/>
              <a:ext cx="75" cy="64"/>
            </a:xfrm>
            <a:custGeom>
              <a:avLst/>
              <a:gdLst>
                <a:gd name="T0" fmla="*/ 220 w 30"/>
                <a:gd name="T1" fmla="*/ 21 h 24"/>
                <a:gd name="T2" fmla="*/ 470 w 30"/>
                <a:gd name="T3" fmla="*/ 227 h 24"/>
                <a:gd name="T4" fmla="*/ 270 w 30"/>
                <a:gd name="T5" fmla="*/ 435 h 24"/>
                <a:gd name="T6" fmla="*/ 20 w 30"/>
                <a:gd name="T7" fmla="*/ 192 h 24"/>
                <a:gd name="T8" fmla="*/ 220 w 30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14" y="1"/>
                  </a:moveTo>
                  <a:cubicBezTo>
                    <a:pt x="22" y="1"/>
                    <a:pt x="30" y="5"/>
                    <a:pt x="30" y="12"/>
                  </a:cubicBezTo>
                  <a:cubicBezTo>
                    <a:pt x="29" y="19"/>
                    <a:pt x="25" y="22"/>
                    <a:pt x="17" y="23"/>
                  </a:cubicBezTo>
                  <a:cubicBezTo>
                    <a:pt x="9" y="24"/>
                    <a:pt x="0" y="19"/>
                    <a:pt x="1" y="10"/>
                  </a:cubicBezTo>
                  <a:cubicBezTo>
                    <a:pt x="1" y="6"/>
                    <a:pt x="9" y="0"/>
                    <a:pt x="14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92" name="Freeform 183">
              <a:extLst>
                <a:ext uri="{FF2B5EF4-FFF2-40B4-BE49-F238E27FC236}">
                  <a16:creationId xmlns:a16="http://schemas.microsoft.com/office/drawing/2014/main" id="{C60A0C98-8AF8-43B9-A363-37100E117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099"/>
              <a:ext cx="85" cy="77"/>
            </a:xfrm>
            <a:custGeom>
              <a:avLst/>
              <a:gdLst>
                <a:gd name="T0" fmla="*/ 458 w 34"/>
                <a:gd name="T1" fmla="*/ 56 h 29"/>
                <a:gd name="T2" fmla="*/ 345 w 34"/>
                <a:gd name="T3" fmla="*/ 409 h 29"/>
                <a:gd name="T4" fmla="*/ 50 w 34"/>
                <a:gd name="T5" fmla="*/ 507 h 29"/>
                <a:gd name="T6" fmla="*/ 158 w 34"/>
                <a:gd name="T7" fmla="*/ 204 h 29"/>
                <a:gd name="T8" fmla="*/ 458 w 34"/>
                <a:gd name="T9" fmla="*/ 5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29" y="3"/>
                  </a:moveTo>
                  <a:cubicBezTo>
                    <a:pt x="34" y="7"/>
                    <a:pt x="30" y="15"/>
                    <a:pt x="22" y="22"/>
                  </a:cubicBezTo>
                  <a:cubicBezTo>
                    <a:pt x="14" y="29"/>
                    <a:pt x="5" y="29"/>
                    <a:pt x="3" y="27"/>
                  </a:cubicBezTo>
                  <a:cubicBezTo>
                    <a:pt x="0" y="25"/>
                    <a:pt x="4" y="16"/>
                    <a:pt x="10" y="11"/>
                  </a:cubicBezTo>
                  <a:cubicBezTo>
                    <a:pt x="15" y="6"/>
                    <a:pt x="26" y="0"/>
                    <a:pt x="29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93" name="Freeform 184">
              <a:extLst>
                <a:ext uri="{FF2B5EF4-FFF2-40B4-BE49-F238E27FC236}">
                  <a16:creationId xmlns:a16="http://schemas.microsoft.com/office/drawing/2014/main" id="{6C4CB88A-B2CA-48E3-974D-0BEDBE69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024"/>
              <a:ext cx="83" cy="72"/>
            </a:xfrm>
            <a:custGeom>
              <a:avLst/>
              <a:gdLst>
                <a:gd name="T0" fmla="*/ 475 w 33"/>
                <a:gd name="T1" fmla="*/ 285 h 27"/>
                <a:gd name="T2" fmla="*/ 33 w 33"/>
                <a:gd name="T3" fmla="*/ 248 h 27"/>
                <a:gd name="T4" fmla="*/ 475 w 33"/>
                <a:gd name="T5" fmla="*/ 28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30" y="15"/>
                  </a:moveTo>
                  <a:cubicBezTo>
                    <a:pt x="27" y="27"/>
                    <a:pt x="0" y="24"/>
                    <a:pt x="2" y="13"/>
                  </a:cubicBezTo>
                  <a:cubicBezTo>
                    <a:pt x="3" y="4"/>
                    <a:pt x="33" y="0"/>
                    <a:pt x="30" y="1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94" name="Oval 185">
              <a:extLst>
                <a:ext uri="{FF2B5EF4-FFF2-40B4-BE49-F238E27FC236}">
                  <a16:creationId xmlns:a16="http://schemas.microsoft.com/office/drawing/2014/main" id="{65C89284-85AD-4162-8F46-107C651D9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32"/>
              <a:ext cx="67" cy="7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195" name="Oval 186">
              <a:extLst>
                <a:ext uri="{FF2B5EF4-FFF2-40B4-BE49-F238E27FC236}">
                  <a16:creationId xmlns:a16="http://schemas.microsoft.com/office/drawing/2014/main" id="{1A651D1E-90A2-458C-A3EB-3E4A7C6C0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973"/>
              <a:ext cx="65" cy="7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196" name="Oval 187">
              <a:extLst>
                <a:ext uri="{FF2B5EF4-FFF2-40B4-BE49-F238E27FC236}">
                  <a16:creationId xmlns:a16="http://schemas.microsoft.com/office/drawing/2014/main" id="{78177A6C-8C8E-4CFE-910C-CFBC52F23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171"/>
              <a:ext cx="85" cy="58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197" name="Freeform 188">
              <a:extLst>
                <a:ext uri="{FF2B5EF4-FFF2-40B4-BE49-F238E27FC236}">
                  <a16:creationId xmlns:a16="http://schemas.microsoft.com/office/drawing/2014/main" id="{B1E51034-1184-4C5B-967F-D58512AAF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52"/>
              <a:ext cx="90" cy="91"/>
            </a:xfrm>
            <a:custGeom>
              <a:avLst/>
              <a:gdLst>
                <a:gd name="T0" fmla="*/ 0 w 36"/>
                <a:gd name="T1" fmla="*/ 343 h 34"/>
                <a:gd name="T2" fmla="*/ 500 w 36"/>
                <a:gd name="T3" fmla="*/ 150 h 34"/>
                <a:gd name="T4" fmla="*/ 50 w 36"/>
                <a:gd name="T5" fmla="*/ 61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0" y="18"/>
                  </a:moveTo>
                  <a:cubicBezTo>
                    <a:pt x="7" y="5"/>
                    <a:pt x="27" y="0"/>
                    <a:pt x="32" y="8"/>
                  </a:cubicBezTo>
                  <a:cubicBezTo>
                    <a:pt x="36" y="16"/>
                    <a:pt x="20" y="34"/>
                    <a:pt x="3" y="3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98" name="Freeform 189">
              <a:extLst>
                <a:ext uri="{FF2B5EF4-FFF2-40B4-BE49-F238E27FC236}">
                  <a16:creationId xmlns:a16="http://schemas.microsoft.com/office/drawing/2014/main" id="{C3533F3B-016D-404E-A172-E92E59B9E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155"/>
              <a:ext cx="110" cy="112"/>
            </a:xfrm>
            <a:custGeom>
              <a:avLst/>
              <a:gdLst>
                <a:gd name="T0" fmla="*/ 125 w 44"/>
                <a:gd name="T1" fmla="*/ 136 h 42"/>
                <a:gd name="T2" fmla="*/ 500 w 44"/>
                <a:gd name="T3" fmla="*/ 627 h 42"/>
                <a:gd name="T4" fmla="*/ 125 w 44"/>
                <a:gd name="T5" fmla="*/ 13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2">
                  <a:moveTo>
                    <a:pt x="8" y="7"/>
                  </a:moveTo>
                  <a:cubicBezTo>
                    <a:pt x="0" y="15"/>
                    <a:pt x="20" y="42"/>
                    <a:pt x="32" y="33"/>
                  </a:cubicBezTo>
                  <a:cubicBezTo>
                    <a:pt x="44" y="25"/>
                    <a:pt x="17" y="0"/>
                    <a:pt x="8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99" name="Freeform 190">
              <a:extLst>
                <a:ext uri="{FF2B5EF4-FFF2-40B4-BE49-F238E27FC236}">
                  <a16:creationId xmlns:a16="http://schemas.microsoft.com/office/drawing/2014/main" id="{093BD795-859A-4612-AB1F-7A256684A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085"/>
              <a:ext cx="10" cy="22"/>
            </a:xfrm>
            <a:custGeom>
              <a:avLst/>
              <a:gdLst>
                <a:gd name="T0" fmla="*/ 0 w 4"/>
                <a:gd name="T1" fmla="*/ 0 h 8"/>
                <a:gd name="T2" fmla="*/ 5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4" y="0"/>
                    <a:pt x="3" y="8"/>
                    <a:pt x="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00" name="Freeform 191">
              <a:extLst>
                <a:ext uri="{FF2B5EF4-FFF2-40B4-BE49-F238E27FC236}">
                  <a16:creationId xmlns:a16="http://schemas.microsoft.com/office/drawing/2014/main" id="{AAB75570-7BB8-454A-8590-6F0E170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083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3" y="0"/>
                    <a:pt x="4" y="2"/>
                    <a:pt x="4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01" name="Freeform 192">
              <a:extLst>
                <a:ext uri="{FF2B5EF4-FFF2-40B4-BE49-F238E27FC236}">
                  <a16:creationId xmlns:a16="http://schemas.microsoft.com/office/drawing/2014/main" id="{CA1726B6-E2A1-472C-A0BD-80328631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224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83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3" y="2"/>
                    <a:pt x="0" y="12"/>
                    <a:pt x="5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02" name="Freeform 193">
              <a:extLst>
                <a:ext uri="{FF2B5EF4-FFF2-40B4-BE49-F238E27FC236}">
                  <a16:creationId xmlns:a16="http://schemas.microsoft.com/office/drawing/2014/main" id="{50454863-DBCD-4EC7-98CB-45F70144F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349"/>
              <a:ext cx="22" cy="6"/>
            </a:xfrm>
            <a:custGeom>
              <a:avLst/>
              <a:gdLst>
                <a:gd name="T0" fmla="*/ 0 w 9"/>
                <a:gd name="T1" fmla="*/ 27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4" y="2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03" name="Freeform 194">
              <a:extLst>
                <a:ext uri="{FF2B5EF4-FFF2-40B4-BE49-F238E27FC236}">
                  <a16:creationId xmlns:a16="http://schemas.microsoft.com/office/drawing/2014/main" id="{B65699FA-213F-4CD9-B3A2-D248BDDB1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81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3" y="0"/>
                    <a:pt x="4" y="3"/>
                    <a:pt x="4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1" name="bowl-of-green-peas-illustration">
            <a:extLst>
              <a:ext uri="{FF2B5EF4-FFF2-40B4-BE49-F238E27FC236}">
                <a16:creationId xmlns:a16="http://schemas.microsoft.com/office/drawing/2014/main" id="{F602F4B3-1CBA-428A-A1B4-2A3077B4242D}"/>
              </a:ext>
            </a:extLst>
          </p:cNvPr>
          <p:cNvGrpSpPr>
            <a:grpSpLocks/>
          </p:cNvGrpSpPr>
          <p:nvPr/>
        </p:nvGrpSpPr>
        <p:grpSpPr bwMode="auto">
          <a:xfrm>
            <a:off x="2165350" y="2082800"/>
            <a:ext cx="3478213" cy="3421063"/>
            <a:chOff x="2156" y="1449"/>
            <a:chExt cx="1448" cy="1424"/>
          </a:xfrm>
        </p:grpSpPr>
        <p:grpSp>
          <p:nvGrpSpPr>
            <p:cNvPr id="17894" name="Group 196">
              <a:extLst>
                <a:ext uri="{FF2B5EF4-FFF2-40B4-BE49-F238E27FC236}">
                  <a16:creationId xmlns:a16="http://schemas.microsoft.com/office/drawing/2014/main" id="{1E4899DD-AF26-48AA-87D1-55DFDB8A5D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6" y="1449"/>
              <a:ext cx="1448" cy="1424"/>
              <a:chOff x="2156" y="1449"/>
              <a:chExt cx="1448" cy="1424"/>
            </a:xfrm>
          </p:grpSpPr>
          <p:sp>
            <p:nvSpPr>
              <p:cNvPr id="57813" name="Freeform 197">
                <a:extLst>
                  <a:ext uri="{FF2B5EF4-FFF2-40B4-BE49-F238E27FC236}">
                    <a16:creationId xmlns:a16="http://schemas.microsoft.com/office/drawing/2014/main" id="{CC7F4E5E-852A-4424-97DF-3CC9722F5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209"/>
                <a:ext cx="1353" cy="664"/>
              </a:xfrm>
              <a:custGeom>
                <a:avLst/>
                <a:gdLst>
                  <a:gd name="T0" fmla="*/ 3929 w 541"/>
                  <a:gd name="T1" fmla="*/ 3357 h 249"/>
                  <a:gd name="T2" fmla="*/ 520 w 541"/>
                  <a:gd name="T3" fmla="*/ 1613 h 249"/>
                  <a:gd name="T4" fmla="*/ 0 w 541"/>
                  <a:gd name="T5" fmla="*/ 491 h 249"/>
                  <a:gd name="T6" fmla="*/ 2876 w 541"/>
                  <a:gd name="T7" fmla="*/ 4459 h 249"/>
                  <a:gd name="T8" fmla="*/ 4097 w 541"/>
                  <a:gd name="T9" fmla="*/ 4723 h 249"/>
                  <a:gd name="T10" fmla="*/ 5442 w 541"/>
                  <a:gd name="T11" fmla="*/ 4459 h 249"/>
                  <a:gd name="T12" fmla="*/ 8463 w 541"/>
                  <a:gd name="T13" fmla="*/ 0 h 249"/>
                  <a:gd name="T14" fmla="*/ 8463 w 541"/>
                  <a:gd name="T15" fmla="*/ 0 h 249"/>
                  <a:gd name="T16" fmla="*/ 3929 w 541"/>
                  <a:gd name="T17" fmla="*/ 3357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1" h="249">
                    <a:moveTo>
                      <a:pt x="251" y="177"/>
                    </a:moveTo>
                    <a:cubicBezTo>
                      <a:pt x="162" y="177"/>
                      <a:pt x="81" y="143"/>
                      <a:pt x="33" y="85"/>
                    </a:cubicBezTo>
                    <a:cubicBezTo>
                      <a:pt x="18" y="67"/>
                      <a:pt x="7" y="47"/>
                      <a:pt x="0" y="26"/>
                    </a:cubicBezTo>
                    <a:cubicBezTo>
                      <a:pt x="16" y="77"/>
                      <a:pt x="69" y="186"/>
                      <a:pt x="184" y="235"/>
                    </a:cubicBezTo>
                    <a:cubicBezTo>
                      <a:pt x="208" y="246"/>
                      <a:pt x="236" y="249"/>
                      <a:pt x="262" y="249"/>
                    </a:cubicBezTo>
                    <a:cubicBezTo>
                      <a:pt x="293" y="249"/>
                      <a:pt x="321" y="247"/>
                      <a:pt x="348" y="235"/>
                    </a:cubicBezTo>
                    <a:cubicBezTo>
                      <a:pt x="489" y="175"/>
                      <a:pt x="541" y="0"/>
                      <a:pt x="541" y="0"/>
                    </a:cubicBezTo>
                    <a:cubicBezTo>
                      <a:pt x="541" y="0"/>
                      <a:pt x="541" y="0"/>
                      <a:pt x="541" y="0"/>
                    </a:cubicBezTo>
                    <a:cubicBezTo>
                      <a:pt x="500" y="107"/>
                      <a:pt x="389" y="177"/>
                      <a:pt x="251" y="177"/>
                    </a:cubicBezTo>
                    <a:close/>
                  </a:path>
                </a:pathLst>
              </a:custGeom>
              <a:solidFill>
                <a:srgbClr val="E1B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4" name="Freeform 198">
                <a:extLst>
                  <a:ext uri="{FF2B5EF4-FFF2-40B4-BE49-F238E27FC236}">
                    <a16:creationId xmlns:a16="http://schemas.microsoft.com/office/drawing/2014/main" id="{C7F1641C-D638-4D56-9294-6AC96E960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449"/>
                <a:ext cx="1448" cy="1232"/>
              </a:xfrm>
              <a:custGeom>
                <a:avLst/>
                <a:gdLst>
                  <a:gd name="T0" fmla="*/ 145 w 579"/>
                  <a:gd name="T1" fmla="*/ 4360 h 462"/>
                  <a:gd name="T2" fmla="*/ 750 w 579"/>
                  <a:gd name="T3" fmla="*/ 7019 h 462"/>
                  <a:gd name="T4" fmla="*/ 4159 w 579"/>
                  <a:gd name="T5" fmla="*/ 8760 h 462"/>
                  <a:gd name="T6" fmla="*/ 8868 w 579"/>
                  <a:gd name="T7" fmla="*/ 4723 h 462"/>
                  <a:gd name="T8" fmla="*/ 8275 w 579"/>
                  <a:gd name="T9" fmla="*/ 1843 h 462"/>
                  <a:gd name="T10" fmla="*/ 4897 w 579"/>
                  <a:gd name="T11" fmla="*/ 0 h 462"/>
                  <a:gd name="T12" fmla="*/ 145 w 579"/>
                  <a:gd name="T13" fmla="*/ 4360 h 4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462">
                    <a:moveTo>
                      <a:pt x="9" y="230"/>
                    </a:moveTo>
                    <a:cubicBezTo>
                      <a:pt x="0" y="279"/>
                      <a:pt x="14" y="329"/>
                      <a:pt x="48" y="370"/>
                    </a:cubicBezTo>
                    <a:cubicBezTo>
                      <a:pt x="96" y="428"/>
                      <a:pt x="177" y="462"/>
                      <a:pt x="266" y="462"/>
                    </a:cubicBezTo>
                    <a:cubicBezTo>
                      <a:pt x="419" y="462"/>
                      <a:pt x="539" y="377"/>
                      <a:pt x="567" y="249"/>
                    </a:cubicBezTo>
                    <a:cubicBezTo>
                      <a:pt x="579" y="196"/>
                      <a:pt x="565" y="142"/>
                      <a:pt x="529" y="97"/>
                    </a:cubicBezTo>
                    <a:cubicBezTo>
                      <a:pt x="480" y="36"/>
                      <a:pt x="399" y="0"/>
                      <a:pt x="313" y="0"/>
                    </a:cubicBezTo>
                    <a:cubicBezTo>
                      <a:pt x="160" y="0"/>
                      <a:pt x="35" y="95"/>
                      <a:pt x="9" y="230"/>
                    </a:cubicBezTo>
                    <a:close/>
                  </a:path>
                </a:pathLst>
              </a:custGeom>
              <a:solidFill>
                <a:srgbClr val="F0D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5" name="Freeform 199">
                <a:extLst>
                  <a:ext uri="{FF2B5EF4-FFF2-40B4-BE49-F238E27FC236}">
                    <a16:creationId xmlns:a16="http://schemas.microsoft.com/office/drawing/2014/main" id="{025A4C63-DD05-418D-B7EB-782E39CB7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489"/>
                <a:ext cx="1433" cy="1152"/>
              </a:xfrm>
              <a:custGeom>
                <a:avLst/>
                <a:gdLst>
                  <a:gd name="T0" fmla="*/ 345 w 573"/>
                  <a:gd name="T1" fmla="*/ 4096 h 432"/>
                  <a:gd name="T2" fmla="*/ 4817 w 573"/>
                  <a:gd name="T3" fmla="*/ 0 h 432"/>
                  <a:gd name="T4" fmla="*/ 8555 w 573"/>
                  <a:gd name="T5" fmla="*/ 4403 h 432"/>
                  <a:gd name="T6" fmla="*/ 4116 w 573"/>
                  <a:gd name="T7" fmla="*/ 8192 h 432"/>
                  <a:gd name="T8" fmla="*/ 345 w 573"/>
                  <a:gd name="T9" fmla="*/ 4096 h 4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3" h="432">
                    <a:moveTo>
                      <a:pt x="22" y="216"/>
                    </a:moveTo>
                    <a:cubicBezTo>
                      <a:pt x="46" y="88"/>
                      <a:pt x="163" y="0"/>
                      <a:pt x="308" y="0"/>
                    </a:cubicBezTo>
                    <a:cubicBezTo>
                      <a:pt x="454" y="0"/>
                      <a:pt x="573" y="110"/>
                      <a:pt x="547" y="232"/>
                    </a:cubicBezTo>
                    <a:cubicBezTo>
                      <a:pt x="521" y="349"/>
                      <a:pt x="409" y="432"/>
                      <a:pt x="263" y="432"/>
                    </a:cubicBezTo>
                    <a:cubicBezTo>
                      <a:pt x="117" y="432"/>
                      <a:pt x="0" y="333"/>
                      <a:pt x="22" y="216"/>
                    </a:cubicBezTo>
                    <a:close/>
                  </a:path>
                </a:pathLst>
              </a:custGeom>
              <a:solidFill>
                <a:srgbClr val="BA3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6" name="Freeform 200">
                <a:extLst>
                  <a:ext uri="{FF2B5EF4-FFF2-40B4-BE49-F238E27FC236}">
                    <a16:creationId xmlns:a16="http://schemas.microsoft.com/office/drawing/2014/main" id="{406908AB-9CF1-47DA-BEEE-5857EB08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572"/>
                <a:ext cx="1125" cy="1069"/>
              </a:xfrm>
              <a:custGeom>
                <a:avLst/>
                <a:gdLst>
                  <a:gd name="T0" fmla="*/ 5033 w 450"/>
                  <a:gd name="T1" fmla="*/ 0 h 401"/>
                  <a:gd name="T2" fmla="*/ 6563 w 450"/>
                  <a:gd name="T3" fmla="*/ 3695 h 401"/>
                  <a:gd name="T4" fmla="*/ 2125 w 450"/>
                  <a:gd name="T5" fmla="*/ 7462 h 401"/>
                  <a:gd name="T6" fmla="*/ 0 w 450"/>
                  <a:gd name="T7" fmla="*/ 6859 h 401"/>
                  <a:gd name="T8" fmla="*/ 2313 w 450"/>
                  <a:gd name="T9" fmla="*/ 7598 h 401"/>
                  <a:gd name="T10" fmla="*/ 6750 w 450"/>
                  <a:gd name="T11" fmla="*/ 3809 h 401"/>
                  <a:gd name="T12" fmla="*/ 5033 w 450"/>
                  <a:gd name="T13" fmla="*/ 0 h 4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0" h="401">
                    <a:moveTo>
                      <a:pt x="322" y="0"/>
                    </a:moveTo>
                    <a:cubicBezTo>
                      <a:pt x="394" y="43"/>
                      <a:pt x="437" y="116"/>
                      <a:pt x="420" y="195"/>
                    </a:cubicBezTo>
                    <a:cubicBezTo>
                      <a:pt x="394" y="311"/>
                      <a:pt x="282" y="394"/>
                      <a:pt x="136" y="394"/>
                    </a:cubicBezTo>
                    <a:cubicBezTo>
                      <a:pt x="86" y="394"/>
                      <a:pt x="39" y="383"/>
                      <a:pt x="0" y="362"/>
                    </a:cubicBezTo>
                    <a:cubicBezTo>
                      <a:pt x="41" y="387"/>
                      <a:pt x="92" y="401"/>
                      <a:pt x="148" y="401"/>
                    </a:cubicBezTo>
                    <a:cubicBezTo>
                      <a:pt x="294" y="401"/>
                      <a:pt x="406" y="318"/>
                      <a:pt x="432" y="201"/>
                    </a:cubicBezTo>
                    <a:cubicBezTo>
                      <a:pt x="450" y="118"/>
                      <a:pt x="401" y="41"/>
                      <a:pt x="322" y="0"/>
                    </a:cubicBezTo>
                    <a:close/>
                  </a:path>
                </a:pathLst>
              </a:custGeom>
              <a:solidFill>
                <a:srgbClr val="A40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7" name="Freeform 201">
                <a:extLst>
                  <a:ext uri="{FF2B5EF4-FFF2-40B4-BE49-F238E27FC236}">
                    <a16:creationId xmlns:a16="http://schemas.microsoft.com/office/drawing/2014/main" id="{46183721-08AC-4A73-A441-48A05A5FE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489"/>
                <a:ext cx="1213" cy="984"/>
              </a:xfrm>
              <a:custGeom>
                <a:avLst/>
                <a:gdLst>
                  <a:gd name="T0" fmla="*/ 345 w 485"/>
                  <a:gd name="T1" fmla="*/ 4301 h 369"/>
                  <a:gd name="T2" fmla="*/ 4834 w 485"/>
                  <a:gd name="T3" fmla="*/ 205 h 369"/>
                  <a:gd name="T4" fmla="*/ 7588 w 485"/>
                  <a:gd name="T5" fmla="*/ 1400 h 369"/>
                  <a:gd name="T6" fmla="*/ 4647 w 485"/>
                  <a:gd name="T7" fmla="*/ 0 h 369"/>
                  <a:gd name="T8" fmla="*/ 175 w 485"/>
                  <a:gd name="T9" fmla="*/ 4096 h 369"/>
                  <a:gd name="T10" fmla="*/ 1083 w 485"/>
                  <a:gd name="T11" fmla="*/ 6997 h 369"/>
                  <a:gd name="T12" fmla="*/ 345 w 485"/>
                  <a:gd name="T13" fmla="*/ 4301 h 3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5" h="369">
                    <a:moveTo>
                      <a:pt x="22" y="227"/>
                    </a:moveTo>
                    <a:cubicBezTo>
                      <a:pt x="46" y="99"/>
                      <a:pt x="163" y="11"/>
                      <a:pt x="309" y="11"/>
                    </a:cubicBezTo>
                    <a:cubicBezTo>
                      <a:pt x="378" y="11"/>
                      <a:pt x="441" y="36"/>
                      <a:pt x="485" y="74"/>
                    </a:cubicBezTo>
                    <a:cubicBezTo>
                      <a:pt x="441" y="30"/>
                      <a:pt x="372" y="0"/>
                      <a:pt x="297" y="0"/>
                    </a:cubicBezTo>
                    <a:cubicBezTo>
                      <a:pt x="152" y="0"/>
                      <a:pt x="35" y="88"/>
                      <a:pt x="11" y="216"/>
                    </a:cubicBezTo>
                    <a:cubicBezTo>
                      <a:pt x="0" y="275"/>
                      <a:pt x="24" y="329"/>
                      <a:pt x="69" y="369"/>
                    </a:cubicBezTo>
                    <a:cubicBezTo>
                      <a:pt x="31" y="331"/>
                      <a:pt x="12" y="281"/>
                      <a:pt x="22" y="227"/>
                    </a:cubicBezTo>
                    <a:close/>
                  </a:path>
                </a:pathLst>
              </a:custGeom>
              <a:solidFill>
                <a:srgbClr val="A40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8" name="Freeform 202">
                <a:extLst>
                  <a:ext uri="{FF2B5EF4-FFF2-40B4-BE49-F238E27FC236}">
                    <a16:creationId xmlns:a16="http://schemas.microsoft.com/office/drawing/2014/main" id="{9F70C01A-90B3-4DEE-83F4-8BD25E102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415"/>
                <a:ext cx="715" cy="456"/>
              </a:xfrm>
              <a:custGeom>
                <a:avLst/>
                <a:gdLst>
                  <a:gd name="T0" fmla="*/ 675 w 286"/>
                  <a:gd name="T1" fmla="*/ 2069 h 171"/>
                  <a:gd name="T2" fmla="*/ 4470 w 286"/>
                  <a:gd name="T3" fmla="*/ 0 h 171"/>
                  <a:gd name="T4" fmla="*/ 2145 w 286"/>
                  <a:gd name="T5" fmla="*/ 2787 h 171"/>
                  <a:gd name="T6" fmla="*/ 0 w 286"/>
                  <a:gd name="T7" fmla="*/ 3016 h 171"/>
                  <a:gd name="T8" fmla="*/ 2095 w 286"/>
                  <a:gd name="T9" fmla="*/ 2424 h 171"/>
                  <a:gd name="T10" fmla="*/ 675 w 286"/>
                  <a:gd name="T11" fmla="*/ 2069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6" h="171">
                    <a:moveTo>
                      <a:pt x="43" y="109"/>
                    </a:moveTo>
                    <a:cubicBezTo>
                      <a:pt x="87" y="109"/>
                      <a:pt x="216" y="90"/>
                      <a:pt x="286" y="0"/>
                    </a:cubicBezTo>
                    <a:cubicBezTo>
                      <a:pt x="278" y="30"/>
                      <a:pt x="206" y="109"/>
                      <a:pt x="137" y="147"/>
                    </a:cubicBezTo>
                    <a:cubicBezTo>
                      <a:pt x="81" y="171"/>
                      <a:pt x="35" y="166"/>
                      <a:pt x="0" y="159"/>
                    </a:cubicBezTo>
                    <a:cubicBezTo>
                      <a:pt x="43" y="160"/>
                      <a:pt x="126" y="160"/>
                      <a:pt x="134" y="128"/>
                    </a:cubicBezTo>
                    <a:cubicBezTo>
                      <a:pt x="141" y="95"/>
                      <a:pt x="57" y="124"/>
                      <a:pt x="43" y="109"/>
                    </a:cubicBezTo>
                    <a:close/>
                  </a:path>
                </a:pathLst>
              </a:custGeom>
              <a:solidFill>
                <a:srgbClr val="D69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9" name="Freeform 203">
                <a:extLst>
                  <a:ext uri="{FF2B5EF4-FFF2-40B4-BE49-F238E27FC236}">
                    <a16:creationId xmlns:a16="http://schemas.microsoft.com/office/drawing/2014/main" id="{5E31C68C-4782-463D-B384-B7E23ACC4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79"/>
                <a:ext cx="343" cy="338"/>
              </a:xfrm>
              <a:custGeom>
                <a:avLst/>
                <a:gdLst>
                  <a:gd name="T0" fmla="*/ 2151 w 137"/>
                  <a:gd name="T1" fmla="*/ 2395 h 127"/>
                  <a:gd name="T2" fmla="*/ 0 w 137"/>
                  <a:gd name="T3" fmla="*/ 0 h 127"/>
                  <a:gd name="T4" fmla="*/ 2151 w 137"/>
                  <a:gd name="T5" fmla="*/ 2395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27">
                    <a:moveTo>
                      <a:pt x="137" y="127"/>
                    </a:moveTo>
                    <a:cubicBezTo>
                      <a:pt x="72" y="95"/>
                      <a:pt x="5" y="24"/>
                      <a:pt x="0" y="0"/>
                    </a:cubicBezTo>
                    <a:cubicBezTo>
                      <a:pt x="10" y="23"/>
                      <a:pt x="96" y="101"/>
                      <a:pt x="137" y="1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0" name="Freeform 204">
                <a:extLst>
                  <a:ext uri="{FF2B5EF4-FFF2-40B4-BE49-F238E27FC236}">
                    <a16:creationId xmlns:a16="http://schemas.microsoft.com/office/drawing/2014/main" id="{30910A3D-348E-46FB-961D-5EE9A252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732"/>
                <a:ext cx="115" cy="344"/>
              </a:xfrm>
              <a:custGeom>
                <a:avLst/>
                <a:gdLst>
                  <a:gd name="T0" fmla="*/ 613 w 46"/>
                  <a:gd name="T1" fmla="*/ 2445 h 129"/>
                  <a:gd name="T2" fmla="*/ 0 w 46"/>
                  <a:gd name="T3" fmla="*/ 0 h 129"/>
                  <a:gd name="T4" fmla="*/ 613 w 46"/>
                  <a:gd name="T5" fmla="*/ 2445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29">
                    <a:moveTo>
                      <a:pt x="39" y="129"/>
                    </a:moveTo>
                    <a:cubicBezTo>
                      <a:pt x="46" y="85"/>
                      <a:pt x="27" y="22"/>
                      <a:pt x="0" y="0"/>
                    </a:cubicBezTo>
                    <a:cubicBezTo>
                      <a:pt x="21" y="20"/>
                      <a:pt x="42" y="84"/>
                      <a:pt x="39" y="1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1" name="Freeform 205">
                <a:extLst>
                  <a:ext uri="{FF2B5EF4-FFF2-40B4-BE49-F238E27FC236}">
                    <a16:creationId xmlns:a16="http://schemas.microsoft.com/office/drawing/2014/main" id="{413B0523-1016-4111-9F1F-1C25E82C8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599"/>
                <a:ext cx="338" cy="77"/>
              </a:xfrm>
              <a:custGeom>
                <a:avLst/>
                <a:gdLst>
                  <a:gd name="T0" fmla="*/ 0 w 135"/>
                  <a:gd name="T1" fmla="*/ 260 h 29"/>
                  <a:gd name="T2" fmla="*/ 613 w 135"/>
                  <a:gd name="T3" fmla="*/ 337 h 29"/>
                  <a:gd name="T4" fmla="*/ 1022 w 135"/>
                  <a:gd name="T5" fmla="*/ 396 h 29"/>
                  <a:gd name="T6" fmla="*/ 1630 w 135"/>
                  <a:gd name="T7" fmla="*/ 409 h 29"/>
                  <a:gd name="T8" fmla="*/ 2118 w 135"/>
                  <a:gd name="T9" fmla="*/ 542 h 29"/>
                  <a:gd name="T10" fmla="*/ 0 w 135"/>
                  <a:gd name="T11" fmla="*/ 26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29">
                    <a:moveTo>
                      <a:pt x="0" y="14"/>
                    </a:moveTo>
                    <a:cubicBezTo>
                      <a:pt x="24" y="13"/>
                      <a:pt x="23" y="17"/>
                      <a:pt x="39" y="18"/>
                    </a:cubicBezTo>
                    <a:cubicBezTo>
                      <a:pt x="56" y="19"/>
                      <a:pt x="51" y="21"/>
                      <a:pt x="65" y="21"/>
                    </a:cubicBezTo>
                    <a:cubicBezTo>
                      <a:pt x="79" y="21"/>
                      <a:pt x="86" y="18"/>
                      <a:pt x="104" y="22"/>
                    </a:cubicBezTo>
                    <a:cubicBezTo>
                      <a:pt x="121" y="26"/>
                      <a:pt x="127" y="26"/>
                      <a:pt x="135" y="29"/>
                    </a:cubicBezTo>
                    <a:cubicBezTo>
                      <a:pt x="124" y="21"/>
                      <a:pt x="73" y="0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2" name="Freeform 206">
                <a:extLst>
                  <a:ext uri="{FF2B5EF4-FFF2-40B4-BE49-F238E27FC236}">
                    <a16:creationId xmlns:a16="http://schemas.microsoft.com/office/drawing/2014/main" id="{E28B3C5C-E265-4F91-965F-EF606A6A6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631"/>
                <a:ext cx="1286" cy="1010"/>
              </a:xfrm>
              <a:custGeom>
                <a:avLst/>
                <a:gdLst>
                  <a:gd name="T0" fmla="*/ 7936 w 514"/>
                  <a:gd name="T1" fmla="*/ 3238 h 379"/>
                  <a:gd name="T2" fmla="*/ 7924 w 514"/>
                  <a:gd name="T3" fmla="*/ 3083 h 379"/>
                  <a:gd name="T4" fmla="*/ 7894 w 514"/>
                  <a:gd name="T5" fmla="*/ 2854 h 379"/>
                  <a:gd name="T6" fmla="*/ 7894 w 514"/>
                  <a:gd name="T7" fmla="*/ 2628 h 379"/>
                  <a:gd name="T8" fmla="*/ 7799 w 514"/>
                  <a:gd name="T9" fmla="*/ 2478 h 379"/>
                  <a:gd name="T10" fmla="*/ 7706 w 514"/>
                  <a:gd name="T11" fmla="*/ 2004 h 379"/>
                  <a:gd name="T12" fmla="*/ 7468 w 514"/>
                  <a:gd name="T13" fmla="*/ 1498 h 379"/>
                  <a:gd name="T14" fmla="*/ 7123 w 514"/>
                  <a:gd name="T15" fmla="*/ 1215 h 379"/>
                  <a:gd name="T16" fmla="*/ 6843 w 514"/>
                  <a:gd name="T17" fmla="*/ 930 h 379"/>
                  <a:gd name="T18" fmla="*/ 6610 w 514"/>
                  <a:gd name="T19" fmla="*/ 759 h 379"/>
                  <a:gd name="T20" fmla="*/ 6360 w 514"/>
                  <a:gd name="T21" fmla="*/ 626 h 379"/>
                  <a:gd name="T22" fmla="*/ 6140 w 514"/>
                  <a:gd name="T23" fmla="*/ 434 h 379"/>
                  <a:gd name="T24" fmla="*/ 5890 w 514"/>
                  <a:gd name="T25" fmla="*/ 341 h 379"/>
                  <a:gd name="T26" fmla="*/ 5372 w 514"/>
                  <a:gd name="T27" fmla="*/ 149 h 379"/>
                  <a:gd name="T28" fmla="*/ 5046 w 514"/>
                  <a:gd name="T29" fmla="*/ 115 h 379"/>
                  <a:gd name="T30" fmla="*/ 4589 w 514"/>
                  <a:gd name="T31" fmla="*/ 149 h 379"/>
                  <a:gd name="T32" fmla="*/ 4243 w 514"/>
                  <a:gd name="T33" fmla="*/ 77 h 379"/>
                  <a:gd name="T34" fmla="*/ 3818 w 514"/>
                  <a:gd name="T35" fmla="*/ 21 h 379"/>
                  <a:gd name="T36" fmla="*/ 3275 w 514"/>
                  <a:gd name="T37" fmla="*/ 115 h 379"/>
                  <a:gd name="T38" fmla="*/ 2847 w 514"/>
                  <a:gd name="T39" fmla="*/ 115 h 379"/>
                  <a:gd name="T40" fmla="*/ 2284 w 514"/>
                  <a:gd name="T41" fmla="*/ 490 h 379"/>
                  <a:gd name="T42" fmla="*/ 1834 w 514"/>
                  <a:gd name="T43" fmla="*/ 759 h 379"/>
                  <a:gd name="T44" fmla="*/ 1679 w 514"/>
                  <a:gd name="T45" fmla="*/ 965 h 379"/>
                  <a:gd name="T46" fmla="*/ 1501 w 514"/>
                  <a:gd name="T47" fmla="*/ 1101 h 379"/>
                  <a:gd name="T48" fmla="*/ 1096 w 514"/>
                  <a:gd name="T49" fmla="*/ 1556 h 379"/>
                  <a:gd name="T50" fmla="*/ 846 w 514"/>
                  <a:gd name="T51" fmla="*/ 2286 h 379"/>
                  <a:gd name="T52" fmla="*/ 751 w 514"/>
                  <a:gd name="T53" fmla="*/ 2614 h 379"/>
                  <a:gd name="T54" fmla="*/ 595 w 514"/>
                  <a:gd name="T55" fmla="*/ 2798 h 379"/>
                  <a:gd name="T56" fmla="*/ 470 w 514"/>
                  <a:gd name="T57" fmla="*/ 3352 h 379"/>
                  <a:gd name="T58" fmla="*/ 375 w 514"/>
                  <a:gd name="T59" fmla="*/ 3821 h 379"/>
                  <a:gd name="T60" fmla="*/ 208 w 514"/>
                  <a:gd name="T61" fmla="*/ 4296 h 379"/>
                  <a:gd name="T62" fmla="*/ 50 w 514"/>
                  <a:gd name="T63" fmla="*/ 3784 h 379"/>
                  <a:gd name="T64" fmla="*/ 0 w 514"/>
                  <a:gd name="T65" fmla="*/ 3920 h 379"/>
                  <a:gd name="T66" fmla="*/ 63 w 514"/>
                  <a:gd name="T67" fmla="*/ 4560 h 379"/>
                  <a:gd name="T68" fmla="*/ 113 w 514"/>
                  <a:gd name="T69" fmla="*/ 4829 h 379"/>
                  <a:gd name="T70" fmla="*/ 3693 w 514"/>
                  <a:gd name="T71" fmla="*/ 7174 h 379"/>
                  <a:gd name="T72" fmla="*/ 7498 w 514"/>
                  <a:gd name="T73" fmla="*/ 5071 h 379"/>
                  <a:gd name="T74" fmla="*/ 7611 w 514"/>
                  <a:gd name="T75" fmla="*/ 4807 h 379"/>
                  <a:gd name="T76" fmla="*/ 7706 w 514"/>
                  <a:gd name="T77" fmla="*/ 4714 h 379"/>
                  <a:gd name="T78" fmla="*/ 7894 w 514"/>
                  <a:gd name="T79" fmla="*/ 4296 h 379"/>
                  <a:gd name="T80" fmla="*/ 7956 w 514"/>
                  <a:gd name="T81" fmla="*/ 3864 h 379"/>
                  <a:gd name="T82" fmla="*/ 8019 w 514"/>
                  <a:gd name="T83" fmla="*/ 3366 h 379"/>
                  <a:gd name="T84" fmla="*/ 7936 w 514"/>
                  <a:gd name="T85" fmla="*/ 3238 h 37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379">
                    <a:moveTo>
                      <a:pt x="507" y="171"/>
                    </a:moveTo>
                    <a:cubicBezTo>
                      <a:pt x="506" y="168"/>
                      <a:pt x="506" y="166"/>
                      <a:pt x="506" y="163"/>
                    </a:cubicBezTo>
                    <a:cubicBezTo>
                      <a:pt x="505" y="159"/>
                      <a:pt x="504" y="155"/>
                      <a:pt x="504" y="151"/>
                    </a:cubicBezTo>
                    <a:cubicBezTo>
                      <a:pt x="504" y="147"/>
                      <a:pt x="505" y="143"/>
                      <a:pt x="504" y="139"/>
                    </a:cubicBezTo>
                    <a:cubicBezTo>
                      <a:pt x="503" y="137"/>
                      <a:pt x="500" y="134"/>
                      <a:pt x="498" y="131"/>
                    </a:cubicBezTo>
                    <a:cubicBezTo>
                      <a:pt x="495" y="123"/>
                      <a:pt x="494" y="114"/>
                      <a:pt x="492" y="106"/>
                    </a:cubicBezTo>
                    <a:cubicBezTo>
                      <a:pt x="489" y="95"/>
                      <a:pt x="485" y="87"/>
                      <a:pt x="477" y="79"/>
                    </a:cubicBezTo>
                    <a:cubicBezTo>
                      <a:pt x="470" y="72"/>
                      <a:pt x="462" y="70"/>
                      <a:pt x="455" y="64"/>
                    </a:cubicBezTo>
                    <a:cubicBezTo>
                      <a:pt x="448" y="59"/>
                      <a:pt x="445" y="54"/>
                      <a:pt x="437" y="49"/>
                    </a:cubicBezTo>
                    <a:cubicBezTo>
                      <a:pt x="432" y="46"/>
                      <a:pt x="427" y="43"/>
                      <a:pt x="422" y="40"/>
                    </a:cubicBezTo>
                    <a:cubicBezTo>
                      <a:pt x="417" y="37"/>
                      <a:pt x="411" y="36"/>
                      <a:pt x="406" y="33"/>
                    </a:cubicBezTo>
                    <a:cubicBezTo>
                      <a:pt x="401" y="30"/>
                      <a:pt x="398" y="26"/>
                      <a:pt x="392" y="23"/>
                    </a:cubicBezTo>
                    <a:cubicBezTo>
                      <a:pt x="387" y="21"/>
                      <a:pt x="382" y="20"/>
                      <a:pt x="376" y="18"/>
                    </a:cubicBezTo>
                    <a:cubicBezTo>
                      <a:pt x="366" y="16"/>
                      <a:pt x="354" y="9"/>
                      <a:pt x="343" y="8"/>
                    </a:cubicBezTo>
                    <a:cubicBezTo>
                      <a:pt x="334" y="8"/>
                      <a:pt x="331" y="7"/>
                      <a:pt x="322" y="6"/>
                    </a:cubicBezTo>
                    <a:cubicBezTo>
                      <a:pt x="311" y="6"/>
                      <a:pt x="303" y="10"/>
                      <a:pt x="293" y="8"/>
                    </a:cubicBezTo>
                    <a:cubicBezTo>
                      <a:pt x="285" y="6"/>
                      <a:pt x="281" y="3"/>
                      <a:pt x="271" y="4"/>
                    </a:cubicBezTo>
                    <a:cubicBezTo>
                      <a:pt x="262" y="4"/>
                      <a:pt x="254" y="1"/>
                      <a:pt x="244" y="1"/>
                    </a:cubicBezTo>
                    <a:cubicBezTo>
                      <a:pt x="233" y="0"/>
                      <a:pt x="220" y="4"/>
                      <a:pt x="209" y="6"/>
                    </a:cubicBezTo>
                    <a:cubicBezTo>
                      <a:pt x="200" y="7"/>
                      <a:pt x="191" y="6"/>
                      <a:pt x="182" y="6"/>
                    </a:cubicBezTo>
                    <a:cubicBezTo>
                      <a:pt x="168" y="8"/>
                      <a:pt x="157" y="18"/>
                      <a:pt x="146" y="26"/>
                    </a:cubicBezTo>
                    <a:cubicBezTo>
                      <a:pt x="137" y="31"/>
                      <a:pt x="124" y="32"/>
                      <a:pt x="117" y="40"/>
                    </a:cubicBezTo>
                    <a:cubicBezTo>
                      <a:pt x="114" y="44"/>
                      <a:pt x="112" y="48"/>
                      <a:pt x="107" y="51"/>
                    </a:cubicBezTo>
                    <a:cubicBezTo>
                      <a:pt x="104" y="54"/>
                      <a:pt x="100" y="56"/>
                      <a:pt x="96" y="58"/>
                    </a:cubicBezTo>
                    <a:cubicBezTo>
                      <a:pt x="86" y="65"/>
                      <a:pt x="79" y="73"/>
                      <a:pt x="70" y="82"/>
                    </a:cubicBezTo>
                    <a:cubicBezTo>
                      <a:pt x="59" y="94"/>
                      <a:pt x="57" y="106"/>
                      <a:pt x="54" y="121"/>
                    </a:cubicBezTo>
                    <a:cubicBezTo>
                      <a:pt x="53" y="126"/>
                      <a:pt x="51" y="133"/>
                      <a:pt x="48" y="138"/>
                    </a:cubicBezTo>
                    <a:cubicBezTo>
                      <a:pt x="46" y="143"/>
                      <a:pt x="41" y="144"/>
                      <a:pt x="38" y="148"/>
                    </a:cubicBezTo>
                    <a:cubicBezTo>
                      <a:pt x="32" y="155"/>
                      <a:pt x="33" y="168"/>
                      <a:pt x="30" y="177"/>
                    </a:cubicBezTo>
                    <a:cubicBezTo>
                      <a:pt x="28" y="185"/>
                      <a:pt x="25" y="194"/>
                      <a:pt x="24" y="202"/>
                    </a:cubicBezTo>
                    <a:cubicBezTo>
                      <a:pt x="23" y="209"/>
                      <a:pt x="24" y="226"/>
                      <a:pt x="13" y="227"/>
                    </a:cubicBezTo>
                    <a:cubicBezTo>
                      <a:pt x="5" y="227"/>
                      <a:pt x="3" y="207"/>
                      <a:pt x="3" y="200"/>
                    </a:cubicBezTo>
                    <a:cubicBezTo>
                      <a:pt x="0" y="207"/>
                      <a:pt x="0" y="207"/>
                      <a:pt x="0" y="207"/>
                    </a:cubicBezTo>
                    <a:cubicBezTo>
                      <a:pt x="4" y="241"/>
                      <a:pt x="4" y="241"/>
                      <a:pt x="4" y="241"/>
                    </a:cubicBezTo>
                    <a:cubicBezTo>
                      <a:pt x="7" y="255"/>
                      <a:pt x="7" y="255"/>
                      <a:pt x="7" y="255"/>
                    </a:cubicBezTo>
                    <a:cubicBezTo>
                      <a:pt x="41" y="328"/>
                      <a:pt x="131" y="379"/>
                      <a:pt x="236" y="379"/>
                    </a:cubicBezTo>
                    <a:cubicBezTo>
                      <a:pt x="341" y="379"/>
                      <a:pt x="429" y="336"/>
                      <a:pt x="479" y="268"/>
                    </a:cubicBezTo>
                    <a:cubicBezTo>
                      <a:pt x="481" y="261"/>
                      <a:pt x="483" y="256"/>
                      <a:pt x="486" y="254"/>
                    </a:cubicBezTo>
                    <a:cubicBezTo>
                      <a:pt x="488" y="252"/>
                      <a:pt x="490" y="250"/>
                      <a:pt x="492" y="249"/>
                    </a:cubicBezTo>
                    <a:cubicBezTo>
                      <a:pt x="496" y="242"/>
                      <a:pt x="500" y="235"/>
                      <a:pt x="504" y="227"/>
                    </a:cubicBezTo>
                    <a:cubicBezTo>
                      <a:pt x="506" y="219"/>
                      <a:pt x="507" y="211"/>
                      <a:pt x="508" y="204"/>
                    </a:cubicBezTo>
                    <a:cubicBezTo>
                      <a:pt x="508" y="197"/>
                      <a:pt x="514" y="184"/>
                      <a:pt x="512" y="178"/>
                    </a:cubicBezTo>
                    <a:cubicBezTo>
                      <a:pt x="512" y="176"/>
                      <a:pt x="508" y="173"/>
                      <a:pt x="507" y="171"/>
                    </a:cubicBezTo>
                    <a:close/>
                  </a:path>
                </a:pathLst>
              </a:custGeom>
              <a:solidFill>
                <a:srgbClr val="A40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3" name="Freeform 207">
                <a:extLst>
                  <a:ext uri="{FF2B5EF4-FFF2-40B4-BE49-F238E27FC236}">
                    <a16:creationId xmlns:a16="http://schemas.microsoft.com/office/drawing/2014/main" id="{393A1079-9CD9-45CD-94E5-A7DFA68BF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703"/>
                <a:ext cx="1105" cy="938"/>
              </a:xfrm>
              <a:custGeom>
                <a:avLst/>
                <a:gdLst>
                  <a:gd name="T0" fmla="*/ 6063 w 442"/>
                  <a:gd name="T1" fmla="*/ 1002 h 352"/>
                  <a:gd name="T2" fmla="*/ 4925 w 442"/>
                  <a:gd name="T3" fmla="*/ 418 h 352"/>
                  <a:gd name="T4" fmla="*/ 4283 w 442"/>
                  <a:gd name="T5" fmla="*/ 205 h 352"/>
                  <a:gd name="T6" fmla="*/ 3250 w 442"/>
                  <a:gd name="T7" fmla="*/ 56 h 352"/>
                  <a:gd name="T8" fmla="*/ 1625 w 442"/>
                  <a:gd name="T9" fmla="*/ 546 h 352"/>
                  <a:gd name="T10" fmla="*/ 658 w 442"/>
                  <a:gd name="T11" fmla="*/ 1455 h 352"/>
                  <a:gd name="T12" fmla="*/ 175 w 442"/>
                  <a:gd name="T13" fmla="*/ 2785 h 352"/>
                  <a:gd name="T14" fmla="*/ 63 w 442"/>
                  <a:gd name="T15" fmla="*/ 4261 h 352"/>
                  <a:gd name="T16" fmla="*/ 250 w 442"/>
                  <a:gd name="T17" fmla="*/ 4863 h 352"/>
                  <a:gd name="T18" fmla="*/ 438 w 442"/>
                  <a:gd name="T19" fmla="*/ 5220 h 352"/>
                  <a:gd name="T20" fmla="*/ 688 w 442"/>
                  <a:gd name="T21" fmla="*/ 5958 h 352"/>
                  <a:gd name="T22" fmla="*/ 2970 w 442"/>
                  <a:gd name="T23" fmla="*/ 6662 h 352"/>
                  <a:gd name="T24" fmla="*/ 6800 w 442"/>
                  <a:gd name="T25" fmla="*/ 4522 h 352"/>
                  <a:gd name="T26" fmla="*/ 6875 w 442"/>
                  <a:gd name="T27" fmla="*/ 3352 h 352"/>
                  <a:gd name="T28" fmla="*/ 6550 w 442"/>
                  <a:gd name="T29" fmla="*/ 1932 h 352"/>
                  <a:gd name="T30" fmla="*/ 6063 w 442"/>
                  <a:gd name="T31" fmla="*/ 1002 h 3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2" h="352">
                    <a:moveTo>
                      <a:pt x="388" y="53"/>
                    </a:moveTo>
                    <a:cubicBezTo>
                      <a:pt x="367" y="35"/>
                      <a:pt x="340" y="31"/>
                      <a:pt x="315" y="22"/>
                    </a:cubicBezTo>
                    <a:cubicBezTo>
                      <a:pt x="302" y="17"/>
                      <a:pt x="288" y="15"/>
                      <a:pt x="274" y="11"/>
                    </a:cubicBezTo>
                    <a:cubicBezTo>
                      <a:pt x="252" y="5"/>
                      <a:pt x="231" y="0"/>
                      <a:pt x="208" y="3"/>
                    </a:cubicBezTo>
                    <a:cubicBezTo>
                      <a:pt x="172" y="7"/>
                      <a:pt x="137" y="17"/>
                      <a:pt x="104" y="29"/>
                    </a:cubicBezTo>
                    <a:cubicBezTo>
                      <a:pt x="77" y="39"/>
                      <a:pt x="55" y="52"/>
                      <a:pt x="42" y="77"/>
                    </a:cubicBezTo>
                    <a:cubicBezTo>
                      <a:pt x="30" y="100"/>
                      <a:pt x="21" y="124"/>
                      <a:pt x="11" y="147"/>
                    </a:cubicBezTo>
                    <a:cubicBezTo>
                      <a:pt x="0" y="173"/>
                      <a:pt x="0" y="197"/>
                      <a:pt x="4" y="225"/>
                    </a:cubicBezTo>
                    <a:cubicBezTo>
                      <a:pt x="6" y="236"/>
                      <a:pt x="10" y="247"/>
                      <a:pt x="16" y="257"/>
                    </a:cubicBezTo>
                    <a:cubicBezTo>
                      <a:pt x="19" y="263"/>
                      <a:pt x="24" y="269"/>
                      <a:pt x="28" y="276"/>
                    </a:cubicBezTo>
                    <a:cubicBezTo>
                      <a:pt x="35" y="288"/>
                      <a:pt x="37" y="302"/>
                      <a:pt x="44" y="315"/>
                    </a:cubicBezTo>
                    <a:cubicBezTo>
                      <a:pt x="85" y="338"/>
                      <a:pt x="135" y="352"/>
                      <a:pt x="190" y="352"/>
                    </a:cubicBezTo>
                    <a:cubicBezTo>
                      <a:pt x="296" y="352"/>
                      <a:pt x="385" y="308"/>
                      <a:pt x="435" y="239"/>
                    </a:cubicBezTo>
                    <a:cubicBezTo>
                      <a:pt x="435" y="218"/>
                      <a:pt x="438" y="198"/>
                      <a:pt x="440" y="177"/>
                    </a:cubicBezTo>
                    <a:cubicBezTo>
                      <a:pt x="442" y="152"/>
                      <a:pt x="429" y="124"/>
                      <a:pt x="419" y="102"/>
                    </a:cubicBezTo>
                    <a:cubicBezTo>
                      <a:pt x="410" y="83"/>
                      <a:pt x="405" y="67"/>
                      <a:pt x="388" y="53"/>
                    </a:cubicBezTo>
                    <a:close/>
                  </a:path>
                </a:pathLst>
              </a:custGeom>
              <a:solidFill>
                <a:srgbClr val="688A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4" name="Freeform 208">
                <a:extLst>
                  <a:ext uri="{FF2B5EF4-FFF2-40B4-BE49-F238E27FC236}">
                    <a16:creationId xmlns:a16="http://schemas.microsoft.com/office/drawing/2014/main" id="{F2050742-8821-4835-B8E8-A0B1FC52C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631"/>
                <a:ext cx="260" cy="61"/>
              </a:xfrm>
              <a:custGeom>
                <a:avLst/>
                <a:gdLst>
                  <a:gd name="T0" fmla="*/ 0 w 104"/>
                  <a:gd name="T1" fmla="*/ 21 h 23"/>
                  <a:gd name="T2" fmla="*/ 220 w 104"/>
                  <a:gd name="T3" fmla="*/ 21 h 23"/>
                  <a:gd name="T4" fmla="*/ 395 w 104"/>
                  <a:gd name="T5" fmla="*/ 34 h 23"/>
                  <a:gd name="T6" fmla="*/ 658 w 104"/>
                  <a:gd name="T7" fmla="*/ 56 h 23"/>
                  <a:gd name="T8" fmla="*/ 800 w 104"/>
                  <a:gd name="T9" fmla="*/ 56 h 23"/>
                  <a:gd name="T10" fmla="*/ 1000 w 104"/>
                  <a:gd name="T11" fmla="*/ 34 h 23"/>
                  <a:gd name="T12" fmla="*/ 1158 w 104"/>
                  <a:gd name="T13" fmla="*/ 77 h 23"/>
                  <a:gd name="T14" fmla="*/ 1300 w 104"/>
                  <a:gd name="T15" fmla="*/ 170 h 23"/>
                  <a:gd name="T16" fmla="*/ 1488 w 104"/>
                  <a:gd name="T17" fmla="*/ 133 h 23"/>
                  <a:gd name="T18" fmla="*/ 1625 w 104"/>
                  <a:gd name="T19" fmla="*/ 239 h 23"/>
                  <a:gd name="T20" fmla="*/ 1050 w 104"/>
                  <a:gd name="T21" fmla="*/ 408 h 23"/>
                  <a:gd name="T22" fmla="*/ 375 w 104"/>
                  <a:gd name="T23" fmla="*/ 260 h 23"/>
                  <a:gd name="T24" fmla="*/ 33 w 104"/>
                  <a:gd name="T25" fmla="*/ 149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23">
                    <a:moveTo>
                      <a:pt x="0" y="1"/>
                    </a:moveTo>
                    <a:cubicBezTo>
                      <a:pt x="5" y="1"/>
                      <a:pt x="10" y="0"/>
                      <a:pt x="14" y="1"/>
                    </a:cubicBezTo>
                    <a:cubicBezTo>
                      <a:pt x="18" y="2"/>
                      <a:pt x="21" y="2"/>
                      <a:pt x="25" y="2"/>
                    </a:cubicBezTo>
                    <a:cubicBezTo>
                      <a:pt x="31" y="1"/>
                      <a:pt x="36" y="4"/>
                      <a:pt x="42" y="3"/>
                    </a:cubicBezTo>
                    <a:cubicBezTo>
                      <a:pt x="45" y="3"/>
                      <a:pt x="48" y="3"/>
                      <a:pt x="51" y="3"/>
                    </a:cubicBezTo>
                    <a:cubicBezTo>
                      <a:pt x="55" y="3"/>
                      <a:pt x="60" y="3"/>
                      <a:pt x="64" y="2"/>
                    </a:cubicBezTo>
                    <a:cubicBezTo>
                      <a:pt x="67" y="2"/>
                      <a:pt x="70" y="3"/>
                      <a:pt x="74" y="4"/>
                    </a:cubicBezTo>
                    <a:cubicBezTo>
                      <a:pt x="77" y="5"/>
                      <a:pt x="80" y="8"/>
                      <a:pt x="83" y="9"/>
                    </a:cubicBezTo>
                    <a:cubicBezTo>
                      <a:pt x="86" y="6"/>
                      <a:pt x="92" y="6"/>
                      <a:pt x="95" y="7"/>
                    </a:cubicBezTo>
                    <a:cubicBezTo>
                      <a:pt x="98" y="8"/>
                      <a:pt x="103" y="10"/>
                      <a:pt x="104" y="13"/>
                    </a:cubicBezTo>
                    <a:cubicBezTo>
                      <a:pt x="91" y="13"/>
                      <a:pt x="80" y="21"/>
                      <a:pt x="67" y="22"/>
                    </a:cubicBezTo>
                    <a:cubicBezTo>
                      <a:pt x="52" y="23"/>
                      <a:pt x="37" y="18"/>
                      <a:pt x="24" y="14"/>
                    </a:cubicBezTo>
                    <a:cubicBezTo>
                      <a:pt x="16" y="11"/>
                      <a:pt x="9" y="10"/>
                      <a:pt x="2" y="8"/>
                    </a:cubicBezTo>
                  </a:path>
                </a:pathLst>
              </a:custGeom>
              <a:solidFill>
                <a:srgbClr val="A40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5" name="Freeform 209">
                <a:extLst>
                  <a:ext uri="{FF2B5EF4-FFF2-40B4-BE49-F238E27FC236}">
                    <a16:creationId xmlns:a16="http://schemas.microsoft.com/office/drawing/2014/main" id="{87C1D089-B3BD-4E56-8F93-2F0008C7F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449"/>
                <a:ext cx="1448" cy="1232"/>
              </a:xfrm>
              <a:custGeom>
                <a:avLst/>
                <a:gdLst>
                  <a:gd name="T0" fmla="*/ 145 w 579"/>
                  <a:gd name="T1" fmla="*/ 4360 h 462"/>
                  <a:gd name="T2" fmla="*/ 750 w 579"/>
                  <a:gd name="T3" fmla="*/ 7019 h 462"/>
                  <a:gd name="T4" fmla="*/ 4159 w 579"/>
                  <a:gd name="T5" fmla="*/ 8760 h 462"/>
                  <a:gd name="T6" fmla="*/ 8868 w 579"/>
                  <a:gd name="T7" fmla="*/ 4723 h 462"/>
                  <a:gd name="T8" fmla="*/ 8275 w 579"/>
                  <a:gd name="T9" fmla="*/ 1843 h 462"/>
                  <a:gd name="T10" fmla="*/ 4897 w 579"/>
                  <a:gd name="T11" fmla="*/ 0 h 462"/>
                  <a:gd name="T12" fmla="*/ 145 w 579"/>
                  <a:gd name="T13" fmla="*/ 4360 h 4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462">
                    <a:moveTo>
                      <a:pt x="9" y="230"/>
                    </a:moveTo>
                    <a:cubicBezTo>
                      <a:pt x="0" y="279"/>
                      <a:pt x="14" y="329"/>
                      <a:pt x="48" y="370"/>
                    </a:cubicBezTo>
                    <a:cubicBezTo>
                      <a:pt x="96" y="428"/>
                      <a:pt x="177" y="462"/>
                      <a:pt x="266" y="462"/>
                    </a:cubicBezTo>
                    <a:cubicBezTo>
                      <a:pt x="419" y="462"/>
                      <a:pt x="539" y="377"/>
                      <a:pt x="567" y="249"/>
                    </a:cubicBezTo>
                    <a:cubicBezTo>
                      <a:pt x="579" y="196"/>
                      <a:pt x="565" y="142"/>
                      <a:pt x="529" y="97"/>
                    </a:cubicBezTo>
                    <a:cubicBezTo>
                      <a:pt x="480" y="36"/>
                      <a:pt x="399" y="0"/>
                      <a:pt x="313" y="0"/>
                    </a:cubicBezTo>
                    <a:cubicBezTo>
                      <a:pt x="160" y="0"/>
                      <a:pt x="35" y="95"/>
                      <a:pt x="9" y="2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6" name="Freeform 210">
                <a:extLst>
                  <a:ext uri="{FF2B5EF4-FFF2-40B4-BE49-F238E27FC236}">
                    <a16:creationId xmlns:a16="http://schemas.microsoft.com/office/drawing/2014/main" id="{1F59CACA-1CD8-44C9-996F-C5A57132B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209"/>
                <a:ext cx="1353" cy="664"/>
              </a:xfrm>
              <a:custGeom>
                <a:avLst/>
                <a:gdLst>
                  <a:gd name="T0" fmla="*/ 3929 w 541"/>
                  <a:gd name="T1" fmla="*/ 3357 h 249"/>
                  <a:gd name="T2" fmla="*/ 520 w 541"/>
                  <a:gd name="T3" fmla="*/ 1613 h 249"/>
                  <a:gd name="T4" fmla="*/ 0 w 541"/>
                  <a:gd name="T5" fmla="*/ 491 h 249"/>
                  <a:gd name="T6" fmla="*/ 2876 w 541"/>
                  <a:gd name="T7" fmla="*/ 4459 h 249"/>
                  <a:gd name="T8" fmla="*/ 4097 w 541"/>
                  <a:gd name="T9" fmla="*/ 4723 h 249"/>
                  <a:gd name="T10" fmla="*/ 5442 w 541"/>
                  <a:gd name="T11" fmla="*/ 4459 h 249"/>
                  <a:gd name="T12" fmla="*/ 8463 w 541"/>
                  <a:gd name="T13" fmla="*/ 0 h 249"/>
                  <a:gd name="T14" fmla="*/ 8463 w 541"/>
                  <a:gd name="T15" fmla="*/ 0 h 249"/>
                  <a:gd name="T16" fmla="*/ 3929 w 541"/>
                  <a:gd name="T17" fmla="*/ 3357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1" h="249">
                    <a:moveTo>
                      <a:pt x="251" y="177"/>
                    </a:moveTo>
                    <a:cubicBezTo>
                      <a:pt x="162" y="177"/>
                      <a:pt x="81" y="143"/>
                      <a:pt x="33" y="85"/>
                    </a:cubicBezTo>
                    <a:cubicBezTo>
                      <a:pt x="18" y="67"/>
                      <a:pt x="7" y="47"/>
                      <a:pt x="0" y="26"/>
                    </a:cubicBezTo>
                    <a:cubicBezTo>
                      <a:pt x="16" y="77"/>
                      <a:pt x="69" y="186"/>
                      <a:pt x="184" y="235"/>
                    </a:cubicBezTo>
                    <a:cubicBezTo>
                      <a:pt x="208" y="246"/>
                      <a:pt x="236" y="249"/>
                      <a:pt x="262" y="249"/>
                    </a:cubicBezTo>
                    <a:cubicBezTo>
                      <a:pt x="293" y="249"/>
                      <a:pt x="321" y="247"/>
                      <a:pt x="348" y="235"/>
                    </a:cubicBezTo>
                    <a:cubicBezTo>
                      <a:pt x="489" y="175"/>
                      <a:pt x="541" y="0"/>
                      <a:pt x="541" y="0"/>
                    </a:cubicBezTo>
                    <a:cubicBezTo>
                      <a:pt x="541" y="0"/>
                      <a:pt x="541" y="0"/>
                      <a:pt x="541" y="0"/>
                    </a:cubicBezTo>
                    <a:cubicBezTo>
                      <a:pt x="500" y="107"/>
                      <a:pt x="389" y="177"/>
                      <a:pt x="251" y="17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7" name="Oval 211">
                <a:extLst>
                  <a:ext uri="{FF2B5EF4-FFF2-40B4-BE49-F238E27FC236}">
                    <a16:creationId xmlns:a16="http://schemas.microsoft.com/office/drawing/2014/main" id="{EFD8D224-F784-48B1-8848-10DCEE2CC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98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28" name="Freeform 212">
                <a:extLst>
                  <a:ext uri="{FF2B5EF4-FFF2-40B4-BE49-F238E27FC236}">
                    <a16:creationId xmlns:a16="http://schemas.microsoft.com/office/drawing/2014/main" id="{65CD72D5-271B-458E-8E28-52C2E8F08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996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9" name="Freeform 213">
                <a:extLst>
                  <a:ext uri="{FF2B5EF4-FFF2-40B4-BE49-F238E27FC236}">
                    <a16:creationId xmlns:a16="http://schemas.microsoft.com/office/drawing/2014/main" id="{8C6ECA3C-0273-422B-A932-17F65DE47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009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0" name="Oval 214">
                <a:extLst>
                  <a:ext uri="{FF2B5EF4-FFF2-40B4-BE49-F238E27FC236}">
                    <a16:creationId xmlns:a16="http://schemas.microsoft.com/office/drawing/2014/main" id="{5679D9BA-68DB-49D7-862F-21FC886B8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20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31" name="Oval 215">
                <a:extLst>
                  <a:ext uri="{FF2B5EF4-FFF2-40B4-BE49-F238E27FC236}">
                    <a16:creationId xmlns:a16="http://schemas.microsoft.com/office/drawing/2014/main" id="{3FF34DA1-B220-47E2-BCA8-6C5A22743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0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32" name="Oval 216">
                <a:extLst>
                  <a:ext uri="{FF2B5EF4-FFF2-40B4-BE49-F238E27FC236}">
                    <a16:creationId xmlns:a16="http://schemas.microsoft.com/office/drawing/2014/main" id="{E648B651-4ECD-4334-928B-BEAA516B5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98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33" name="Oval 217">
                <a:extLst>
                  <a:ext uri="{FF2B5EF4-FFF2-40B4-BE49-F238E27FC236}">
                    <a16:creationId xmlns:a16="http://schemas.microsoft.com/office/drawing/2014/main" id="{1F2B5A0B-520C-48CC-AE79-5EADEABC8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087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34" name="Freeform 218">
                <a:extLst>
                  <a:ext uri="{FF2B5EF4-FFF2-40B4-BE49-F238E27FC236}">
                    <a16:creationId xmlns:a16="http://schemas.microsoft.com/office/drawing/2014/main" id="{37F04D58-B26B-49CD-BA62-91E15E000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095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5" name="Freeform 219">
                <a:extLst>
                  <a:ext uri="{FF2B5EF4-FFF2-40B4-BE49-F238E27FC236}">
                    <a16:creationId xmlns:a16="http://schemas.microsoft.com/office/drawing/2014/main" id="{5531616A-62CB-4BC0-83B4-8A7DF7985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108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6" name="Oval 220">
                <a:extLst>
                  <a:ext uri="{FF2B5EF4-FFF2-40B4-BE49-F238E27FC236}">
                    <a16:creationId xmlns:a16="http://schemas.microsoft.com/office/drawing/2014/main" id="{88B2B47D-43B1-4650-BDCB-CD9CD3ADF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1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37" name="Oval 221">
                <a:extLst>
                  <a:ext uri="{FF2B5EF4-FFF2-40B4-BE49-F238E27FC236}">
                    <a16:creationId xmlns:a16="http://schemas.microsoft.com/office/drawing/2014/main" id="{18A9ACB1-A662-4673-A6B8-8382AC0DA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10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38" name="Oval 222">
                <a:extLst>
                  <a:ext uri="{FF2B5EF4-FFF2-40B4-BE49-F238E27FC236}">
                    <a16:creationId xmlns:a16="http://schemas.microsoft.com/office/drawing/2014/main" id="{9E242B3A-9F70-43A1-990C-E2880FD87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08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39" name="Freeform 223">
                <a:extLst>
                  <a:ext uri="{FF2B5EF4-FFF2-40B4-BE49-F238E27FC236}">
                    <a16:creationId xmlns:a16="http://schemas.microsoft.com/office/drawing/2014/main" id="{FB5D9D92-156E-4F82-80DF-00C542C0F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660"/>
                <a:ext cx="75" cy="80"/>
              </a:xfrm>
              <a:custGeom>
                <a:avLst/>
                <a:gdLst>
                  <a:gd name="T0" fmla="*/ 20 w 30"/>
                  <a:gd name="T1" fmla="*/ 248 h 30"/>
                  <a:gd name="T2" fmla="*/ 270 w 30"/>
                  <a:gd name="T3" fmla="*/ 35 h 30"/>
                  <a:gd name="T4" fmla="*/ 438 w 30"/>
                  <a:gd name="T5" fmla="*/ 320 h 30"/>
                  <a:gd name="T6" fmla="*/ 208 w 30"/>
                  <a:gd name="T7" fmla="*/ 547 h 30"/>
                  <a:gd name="T8" fmla="*/ 20 w 30"/>
                  <a:gd name="T9" fmla="*/ 24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1" y="13"/>
                    </a:moveTo>
                    <a:cubicBezTo>
                      <a:pt x="3" y="5"/>
                      <a:pt x="10" y="0"/>
                      <a:pt x="17" y="2"/>
                    </a:cubicBezTo>
                    <a:cubicBezTo>
                      <a:pt x="25" y="3"/>
                      <a:pt x="30" y="10"/>
                      <a:pt x="28" y="17"/>
                    </a:cubicBezTo>
                    <a:cubicBezTo>
                      <a:pt x="27" y="25"/>
                      <a:pt x="20" y="30"/>
                      <a:pt x="13" y="29"/>
                    </a:cubicBezTo>
                    <a:cubicBezTo>
                      <a:pt x="5" y="27"/>
                      <a:pt x="0" y="20"/>
                      <a:pt x="1" y="13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0" name="Freeform 224">
                <a:extLst>
                  <a:ext uri="{FF2B5EF4-FFF2-40B4-BE49-F238E27FC236}">
                    <a16:creationId xmlns:a16="http://schemas.microsoft.com/office/drawing/2014/main" id="{278766B4-FCC7-4A64-89EE-D38158D2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668"/>
                <a:ext cx="50" cy="56"/>
              </a:xfrm>
              <a:custGeom>
                <a:avLst/>
                <a:gdLst>
                  <a:gd name="T0" fmla="*/ 63 w 20"/>
                  <a:gd name="T1" fmla="*/ 248 h 21"/>
                  <a:gd name="T2" fmla="*/ 250 w 20"/>
                  <a:gd name="T3" fmla="*/ 77 h 21"/>
                  <a:gd name="T4" fmla="*/ 313 w 20"/>
                  <a:gd name="T5" fmla="*/ 93 h 21"/>
                  <a:gd name="T6" fmla="*/ 208 w 20"/>
                  <a:gd name="T7" fmla="*/ 21 h 21"/>
                  <a:gd name="T8" fmla="*/ 20 w 20"/>
                  <a:gd name="T9" fmla="*/ 192 h 21"/>
                  <a:gd name="T10" fmla="*/ 95 w 20"/>
                  <a:gd name="T11" fmla="*/ 397 h 21"/>
                  <a:gd name="T12" fmla="*/ 63 w 20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4" y="13"/>
                    </a:moveTo>
                    <a:cubicBezTo>
                      <a:pt x="5" y="7"/>
                      <a:pt x="10" y="3"/>
                      <a:pt x="16" y="4"/>
                    </a:cubicBezTo>
                    <a:cubicBezTo>
                      <a:pt x="17" y="4"/>
                      <a:pt x="19" y="5"/>
                      <a:pt x="20" y="5"/>
                    </a:cubicBezTo>
                    <a:cubicBezTo>
                      <a:pt x="18" y="3"/>
                      <a:pt x="16" y="2"/>
                      <a:pt x="13" y="1"/>
                    </a:cubicBezTo>
                    <a:cubicBezTo>
                      <a:pt x="7" y="0"/>
                      <a:pt x="2" y="4"/>
                      <a:pt x="1" y="10"/>
                    </a:cubicBezTo>
                    <a:cubicBezTo>
                      <a:pt x="0" y="14"/>
                      <a:pt x="2" y="19"/>
                      <a:pt x="6" y="21"/>
                    </a:cubicBezTo>
                    <a:cubicBezTo>
                      <a:pt x="4" y="19"/>
                      <a:pt x="3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1" name="Freeform 225">
                <a:extLst>
                  <a:ext uri="{FF2B5EF4-FFF2-40B4-BE49-F238E27FC236}">
                    <a16:creationId xmlns:a16="http://schemas.microsoft.com/office/drawing/2014/main" id="{0BEF1DD0-F2EE-4C31-AE5F-6C26EE94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689"/>
                <a:ext cx="32" cy="43"/>
              </a:xfrm>
              <a:custGeom>
                <a:avLst/>
                <a:gdLst>
                  <a:gd name="T0" fmla="*/ 162 w 13"/>
                  <a:gd name="T1" fmla="*/ 116 h 16"/>
                  <a:gd name="T2" fmla="*/ 0 w 13"/>
                  <a:gd name="T3" fmla="*/ 290 h 16"/>
                  <a:gd name="T4" fmla="*/ 0 w 13"/>
                  <a:gd name="T5" fmla="*/ 290 h 16"/>
                  <a:gd name="T6" fmla="*/ 182 w 13"/>
                  <a:gd name="T7" fmla="*/ 159 h 16"/>
                  <a:gd name="T8" fmla="*/ 182 w 13"/>
                  <a:gd name="T9" fmla="*/ 0 h 16"/>
                  <a:gd name="T10" fmla="*/ 162 w 13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11" y="6"/>
                    </a:moveTo>
                    <a:cubicBezTo>
                      <a:pt x="9" y="11"/>
                      <a:pt x="5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16"/>
                      <a:pt x="11" y="13"/>
                      <a:pt x="12" y="8"/>
                    </a:cubicBezTo>
                    <a:cubicBezTo>
                      <a:pt x="13" y="6"/>
                      <a:pt x="13" y="3"/>
                      <a:pt x="12" y="0"/>
                    </a:cubicBezTo>
                    <a:cubicBezTo>
                      <a:pt x="12" y="2"/>
                      <a:pt x="12" y="3"/>
                      <a:pt x="11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2" name="Freeform 226">
                <a:extLst>
                  <a:ext uri="{FF2B5EF4-FFF2-40B4-BE49-F238E27FC236}">
                    <a16:creationId xmlns:a16="http://schemas.microsoft.com/office/drawing/2014/main" id="{3EE6FC24-FEC5-4E49-B3BC-097CDF18F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681"/>
                <a:ext cx="8" cy="11"/>
              </a:xfrm>
              <a:custGeom>
                <a:avLst/>
                <a:gdLst>
                  <a:gd name="T0" fmla="*/ 0 w 3"/>
                  <a:gd name="T1" fmla="*/ 47 h 4"/>
                  <a:gd name="T2" fmla="*/ 35 w 3"/>
                  <a:gd name="T3" fmla="*/ 22 h 4"/>
                  <a:gd name="T4" fmla="*/ 56 w 3"/>
                  <a:gd name="T5" fmla="*/ 47 h 4"/>
                  <a:gd name="T6" fmla="*/ 21 w 3"/>
                  <a:gd name="T7" fmla="*/ 61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3" name="Freeform 227">
                <a:extLst>
                  <a:ext uri="{FF2B5EF4-FFF2-40B4-BE49-F238E27FC236}">
                    <a16:creationId xmlns:a16="http://schemas.microsoft.com/office/drawing/2014/main" id="{EAFBFAD6-D914-47D4-ACAD-8A1B82919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68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4" name="Freeform 228">
                <a:extLst>
                  <a:ext uri="{FF2B5EF4-FFF2-40B4-BE49-F238E27FC236}">
                    <a16:creationId xmlns:a16="http://schemas.microsoft.com/office/drawing/2014/main" id="{F5747097-D96B-43D6-BFF2-A2E6D33D0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660"/>
                <a:ext cx="75" cy="80"/>
              </a:xfrm>
              <a:custGeom>
                <a:avLst/>
                <a:gdLst>
                  <a:gd name="T0" fmla="*/ 20 w 30"/>
                  <a:gd name="T1" fmla="*/ 248 h 30"/>
                  <a:gd name="T2" fmla="*/ 270 w 30"/>
                  <a:gd name="T3" fmla="*/ 35 h 30"/>
                  <a:gd name="T4" fmla="*/ 438 w 30"/>
                  <a:gd name="T5" fmla="*/ 320 h 30"/>
                  <a:gd name="T6" fmla="*/ 208 w 30"/>
                  <a:gd name="T7" fmla="*/ 547 h 30"/>
                  <a:gd name="T8" fmla="*/ 20 w 30"/>
                  <a:gd name="T9" fmla="*/ 24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1" y="13"/>
                    </a:moveTo>
                    <a:cubicBezTo>
                      <a:pt x="3" y="5"/>
                      <a:pt x="10" y="0"/>
                      <a:pt x="17" y="2"/>
                    </a:cubicBezTo>
                    <a:cubicBezTo>
                      <a:pt x="25" y="3"/>
                      <a:pt x="30" y="10"/>
                      <a:pt x="28" y="17"/>
                    </a:cubicBezTo>
                    <a:cubicBezTo>
                      <a:pt x="27" y="25"/>
                      <a:pt x="20" y="30"/>
                      <a:pt x="13" y="29"/>
                    </a:cubicBezTo>
                    <a:cubicBezTo>
                      <a:pt x="5" y="27"/>
                      <a:pt x="0" y="20"/>
                      <a:pt x="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5" name="Freeform 229">
                <a:extLst>
                  <a:ext uri="{FF2B5EF4-FFF2-40B4-BE49-F238E27FC236}">
                    <a16:creationId xmlns:a16="http://schemas.microsoft.com/office/drawing/2014/main" id="{BFDC52B9-1696-4A34-90E0-82A46543C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49"/>
                <a:ext cx="72" cy="78"/>
              </a:xfrm>
              <a:custGeom>
                <a:avLst/>
                <a:gdLst>
                  <a:gd name="T0" fmla="*/ 12 w 29"/>
                  <a:gd name="T1" fmla="*/ 231 h 29"/>
                  <a:gd name="T2" fmla="*/ 258 w 29"/>
                  <a:gd name="T3" fmla="*/ 22 h 29"/>
                  <a:gd name="T4" fmla="*/ 432 w 29"/>
                  <a:gd name="T5" fmla="*/ 334 h 29"/>
                  <a:gd name="T6" fmla="*/ 184 w 29"/>
                  <a:gd name="T7" fmla="*/ 543 h 29"/>
                  <a:gd name="T8" fmla="*/ 12 w 29"/>
                  <a:gd name="T9" fmla="*/ 23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1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4" y="3"/>
                      <a:pt x="29" y="10"/>
                      <a:pt x="28" y="17"/>
                    </a:cubicBezTo>
                    <a:cubicBezTo>
                      <a:pt x="27" y="24"/>
                      <a:pt x="20" y="29"/>
                      <a:pt x="12" y="28"/>
                    </a:cubicBezTo>
                    <a:cubicBezTo>
                      <a:pt x="5" y="27"/>
                      <a:pt x="0" y="20"/>
                      <a:pt x="1" y="12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6" name="Freeform 230">
                <a:extLst>
                  <a:ext uri="{FF2B5EF4-FFF2-40B4-BE49-F238E27FC236}">
                    <a16:creationId xmlns:a16="http://schemas.microsoft.com/office/drawing/2014/main" id="{EE2152A1-0D1E-4B3A-A315-7090C6EF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657"/>
                <a:ext cx="50" cy="54"/>
              </a:xfrm>
              <a:custGeom>
                <a:avLst/>
                <a:gdLst>
                  <a:gd name="T0" fmla="*/ 63 w 20"/>
                  <a:gd name="T1" fmla="*/ 232 h 20"/>
                  <a:gd name="T2" fmla="*/ 250 w 20"/>
                  <a:gd name="T3" fmla="*/ 81 h 20"/>
                  <a:gd name="T4" fmla="*/ 313 w 20"/>
                  <a:gd name="T5" fmla="*/ 103 h 20"/>
                  <a:gd name="T6" fmla="*/ 208 w 20"/>
                  <a:gd name="T7" fmla="*/ 22 h 20"/>
                  <a:gd name="T8" fmla="*/ 20 w 20"/>
                  <a:gd name="T9" fmla="*/ 197 h 20"/>
                  <a:gd name="T10" fmla="*/ 95 w 20"/>
                  <a:gd name="T11" fmla="*/ 394 h 20"/>
                  <a:gd name="T12" fmla="*/ 63 w 20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4" y="12"/>
                    </a:moveTo>
                    <a:cubicBezTo>
                      <a:pt x="4" y="6"/>
                      <a:pt x="10" y="3"/>
                      <a:pt x="16" y="4"/>
                    </a:cubicBezTo>
                    <a:cubicBezTo>
                      <a:pt x="17" y="4"/>
                      <a:pt x="18" y="4"/>
                      <a:pt x="20" y="5"/>
                    </a:cubicBezTo>
                    <a:cubicBezTo>
                      <a:pt x="18" y="3"/>
                      <a:pt x="16" y="2"/>
                      <a:pt x="13" y="1"/>
                    </a:cubicBezTo>
                    <a:cubicBezTo>
                      <a:pt x="7" y="0"/>
                      <a:pt x="2" y="4"/>
                      <a:pt x="1" y="10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7" name="Freeform 231">
                <a:extLst>
                  <a:ext uri="{FF2B5EF4-FFF2-40B4-BE49-F238E27FC236}">
                    <a16:creationId xmlns:a16="http://schemas.microsoft.com/office/drawing/2014/main" id="{B681CC62-C19D-4DF4-8987-8D66B95AD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79"/>
                <a:ext cx="33" cy="42"/>
              </a:xfrm>
              <a:custGeom>
                <a:avLst/>
                <a:gdLst>
                  <a:gd name="T0" fmla="*/ 180 w 13"/>
                  <a:gd name="T1" fmla="*/ 110 h 16"/>
                  <a:gd name="T2" fmla="*/ 0 w 13"/>
                  <a:gd name="T3" fmla="*/ 268 h 16"/>
                  <a:gd name="T4" fmla="*/ 0 w 13"/>
                  <a:gd name="T5" fmla="*/ 268 h 16"/>
                  <a:gd name="T6" fmla="*/ 193 w 13"/>
                  <a:gd name="T7" fmla="*/ 144 h 16"/>
                  <a:gd name="T8" fmla="*/ 193 w 13"/>
                  <a:gd name="T9" fmla="*/ 0 h 16"/>
                  <a:gd name="T10" fmla="*/ 180 w 13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11" y="6"/>
                    </a:moveTo>
                    <a:cubicBezTo>
                      <a:pt x="9" y="11"/>
                      <a:pt x="5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5" y="16"/>
                      <a:pt x="11" y="13"/>
                      <a:pt x="12" y="8"/>
                    </a:cubicBezTo>
                    <a:cubicBezTo>
                      <a:pt x="13" y="5"/>
                      <a:pt x="13" y="2"/>
                      <a:pt x="12" y="0"/>
                    </a:cubicBezTo>
                    <a:cubicBezTo>
                      <a:pt x="12" y="2"/>
                      <a:pt x="12" y="3"/>
                      <a:pt x="11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8" name="Freeform 232">
                <a:extLst>
                  <a:ext uri="{FF2B5EF4-FFF2-40B4-BE49-F238E27FC236}">
                    <a16:creationId xmlns:a16="http://schemas.microsoft.com/office/drawing/2014/main" id="{DCC283EF-625A-4406-93CA-4696F72D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671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9" name="Freeform 233">
                <a:extLst>
                  <a:ext uri="{FF2B5EF4-FFF2-40B4-BE49-F238E27FC236}">
                    <a16:creationId xmlns:a16="http://schemas.microsoft.com/office/drawing/2014/main" id="{F6EE332C-E45A-449C-B00E-D78F98F0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6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0" name="Freeform 234">
                <a:extLst>
                  <a:ext uri="{FF2B5EF4-FFF2-40B4-BE49-F238E27FC236}">
                    <a16:creationId xmlns:a16="http://schemas.microsoft.com/office/drawing/2014/main" id="{46E51ED0-17B2-4FAE-B8AC-C257FA295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49"/>
                <a:ext cx="72" cy="78"/>
              </a:xfrm>
              <a:custGeom>
                <a:avLst/>
                <a:gdLst>
                  <a:gd name="T0" fmla="*/ 12 w 29"/>
                  <a:gd name="T1" fmla="*/ 231 h 29"/>
                  <a:gd name="T2" fmla="*/ 258 w 29"/>
                  <a:gd name="T3" fmla="*/ 22 h 29"/>
                  <a:gd name="T4" fmla="*/ 432 w 29"/>
                  <a:gd name="T5" fmla="*/ 334 h 29"/>
                  <a:gd name="T6" fmla="*/ 184 w 29"/>
                  <a:gd name="T7" fmla="*/ 543 h 29"/>
                  <a:gd name="T8" fmla="*/ 12 w 29"/>
                  <a:gd name="T9" fmla="*/ 23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1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4" y="3"/>
                      <a:pt x="29" y="10"/>
                      <a:pt x="28" y="17"/>
                    </a:cubicBezTo>
                    <a:cubicBezTo>
                      <a:pt x="27" y="24"/>
                      <a:pt x="20" y="29"/>
                      <a:pt x="12" y="28"/>
                    </a:cubicBezTo>
                    <a:cubicBezTo>
                      <a:pt x="5" y="27"/>
                      <a:pt x="0" y="20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1" name="Freeform 235">
                <a:extLst>
                  <a:ext uri="{FF2B5EF4-FFF2-40B4-BE49-F238E27FC236}">
                    <a16:creationId xmlns:a16="http://schemas.microsoft.com/office/drawing/2014/main" id="{67DA87F0-8B89-4D41-894F-684505844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684"/>
                <a:ext cx="72" cy="77"/>
              </a:xfrm>
              <a:custGeom>
                <a:avLst/>
                <a:gdLst>
                  <a:gd name="T0" fmla="*/ 12 w 29"/>
                  <a:gd name="T1" fmla="*/ 226 h 29"/>
                  <a:gd name="T2" fmla="*/ 258 w 29"/>
                  <a:gd name="T3" fmla="*/ 21 h 29"/>
                  <a:gd name="T4" fmla="*/ 432 w 29"/>
                  <a:gd name="T5" fmla="*/ 316 h 29"/>
                  <a:gd name="T6" fmla="*/ 184 w 29"/>
                  <a:gd name="T7" fmla="*/ 520 h 29"/>
                  <a:gd name="T8" fmla="*/ 12 w 29"/>
                  <a:gd name="T9" fmla="*/ 22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1" y="12"/>
                    </a:moveTo>
                    <a:cubicBezTo>
                      <a:pt x="2" y="5"/>
                      <a:pt x="9" y="0"/>
                      <a:pt x="17" y="1"/>
                    </a:cubicBezTo>
                    <a:cubicBezTo>
                      <a:pt x="24" y="3"/>
                      <a:pt x="29" y="10"/>
                      <a:pt x="28" y="17"/>
                    </a:cubicBezTo>
                    <a:cubicBezTo>
                      <a:pt x="27" y="24"/>
                      <a:pt x="19" y="29"/>
                      <a:pt x="12" y="28"/>
                    </a:cubicBezTo>
                    <a:cubicBezTo>
                      <a:pt x="5" y="27"/>
                      <a:pt x="0" y="20"/>
                      <a:pt x="1" y="12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2" name="Freeform 236">
                <a:extLst>
                  <a:ext uri="{FF2B5EF4-FFF2-40B4-BE49-F238E27FC236}">
                    <a16:creationId xmlns:a16="http://schemas.microsoft.com/office/drawing/2014/main" id="{7AED8A46-EC0F-405B-9F7D-57D01FC2A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692"/>
                <a:ext cx="48" cy="53"/>
              </a:xfrm>
              <a:custGeom>
                <a:avLst/>
                <a:gdLst>
                  <a:gd name="T0" fmla="*/ 51 w 19"/>
                  <a:gd name="T1" fmla="*/ 225 h 20"/>
                  <a:gd name="T2" fmla="*/ 243 w 19"/>
                  <a:gd name="T3" fmla="*/ 77 h 20"/>
                  <a:gd name="T4" fmla="*/ 306 w 19"/>
                  <a:gd name="T5" fmla="*/ 90 h 20"/>
                  <a:gd name="T6" fmla="*/ 210 w 19"/>
                  <a:gd name="T7" fmla="*/ 21 h 20"/>
                  <a:gd name="T8" fmla="*/ 0 w 19"/>
                  <a:gd name="T9" fmla="*/ 191 h 20"/>
                  <a:gd name="T10" fmla="*/ 83 w 19"/>
                  <a:gd name="T11" fmla="*/ 371 h 20"/>
                  <a:gd name="T12" fmla="*/ 51 w 19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3" y="12"/>
                    </a:moveTo>
                    <a:cubicBezTo>
                      <a:pt x="4" y="6"/>
                      <a:pt x="10" y="3"/>
                      <a:pt x="15" y="4"/>
                    </a:cubicBezTo>
                    <a:cubicBezTo>
                      <a:pt x="17" y="4"/>
                      <a:pt x="18" y="4"/>
                      <a:pt x="19" y="5"/>
                    </a:cubicBezTo>
                    <a:cubicBezTo>
                      <a:pt x="18" y="3"/>
                      <a:pt x="15" y="2"/>
                      <a:pt x="13" y="1"/>
                    </a:cubicBezTo>
                    <a:cubicBezTo>
                      <a:pt x="7" y="0"/>
                      <a:pt x="1" y="4"/>
                      <a:pt x="0" y="10"/>
                    </a:cubicBezTo>
                    <a:cubicBezTo>
                      <a:pt x="0" y="14"/>
                      <a:pt x="2" y="18"/>
                      <a:pt x="5" y="20"/>
                    </a:cubicBezTo>
                    <a:cubicBezTo>
                      <a:pt x="3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3" name="Freeform 237">
                <a:extLst>
                  <a:ext uri="{FF2B5EF4-FFF2-40B4-BE49-F238E27FC236}">
                    <a16:creationId xmlns:a16="http://schemas.microsoft.com/office/drawing/2014/main" id="{CD48C7E6-810C-442A-82F8-79F01FFF8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713"/>
                <a:ext cx="35" cy="43"/>
              </a:xfrm>
              <a:custGeom>
                <a:avLst/>
                <a:gdLst>
                  <a:gd name="T0" fmla="*/ 188 w 14"/>
                  <a:gd name="T1" fmla="*/ 116 h 16"/>
                  <a:gd name="T2" fmla="*/ 20 w 14"/>
                  <a:gd name="T3" fmla="*/ 290 h 16"/>
                  <a:gd name="T4" fmla="*/ 20 w 14"/>
                  <a:gd name="T5" fmla="*/ 290 h 16"/>
                  <a:gd name="T6" fmla="*/ 208 w 14"/>
                  <a:gd name="T7" fmla="*/ 159 h 16"/>
                  <a:gd name="T8" fmla="*/ 188 w 14"/>
                  <a:gd name="T9" fmla="*/ 0 h 16"/>
                  <a:gd name="T10" fmla="*/ 188 w 14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12" y="6"/>
                    </a:moveTo>
                    <a:cubicBezTo>
                      <a:pt x="10" y="11"/>
                      <a:pt x="6" y="16"/>
                      <a:pt x="1" y="15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6" y="16"/>
                      <a:pt x="11" y="13"/>
                      <a:pt x="13" y="8"/>
                    </a:cubicBezTo>
                    <a:cubicBezTo>
                      <a:pt x="14" y="5"/>
                      <a:pt x="13" y="2"/>
                      <a:pt x="12" y="0"/>
                    </a:cubicBezTo>
                    <a:cubicBezTo>
                      <a:pt x="12" y="2"/>
                      <a:pt x="13" y="3"/>
                      <a:pt x="12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4" name="Freeform 238">
                <a:extLst>
                  <a:ext uri="{FF2B5EF4-FFF2-40B4-BE49-F238E27FC236}">
                    <a16:creationId xmlns:a16="http://schemas.microsoft.com/office/drawing/2014/main" id="{E0171077-0AD4-4E82-B49E-79A7036A2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05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12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5" name="Freeform 239">
                <a:extLst>
                  <a:ext uri="{FF2B5EF4-FFF2-40B4-BE49-F238E27FC236}">
                    <a16:creationId xmlns:a16="http://schemas.microsoft.com/office/drawing/2014/main" id="{CB179B8D-E4B7-4D40-AB09-D5E8AECFD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70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6" name="Freeform 240">
                <a:extLst>
                  <a:ext uri="{FF2B5EF4-FFF2-40B4-BE49-F238E27FC236}">
                    <a16:creationId xmlns:a16="http://schemas.microsoft.com/office/drawing/2014/main" id="{42FAE5DB-0662-4FFD-90F1-9889F06CB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684"/>
                <a:ext cx="72" cy="77"/>
              </a:xfrm>
              <a:custGeom>
                <a:avLst/>
                <a:gdLst>
                  <a:gd name="T0" fmla="*/ 12 w 29"/>
                  <a:gd name="T1" fmla="*/ 226 h 29"/>
                  <a:gd name="T2" fmla="*/ 258 w 29"/>
                  <a:gd name="T3" fmla="*/ 21 h 29"/>
                  <a:gd name="T4" fmla="*/ 432 w 29"/>
                  <a:gd name="T5" fmla="*/ 316 h 29"/>
                  <a:gd name="T6" fmla="*/ 184 w 29"/>
                  <a:gd name="T7" fmla="*/ 520 h 29"/>
                  <a:gd name="T8" fmla="*/ 12 w 29"/>
                  <a:gd name="T9" fmla="*/ 22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1" y="12"/>
                    </a:moveTo>
                    <a:cubicBezTo>
                      <a:pt x="2" y="5"/>
                      <a:pt x="9" y="0"/>
                      <a:pt x="17" y="1"/>
                    </a:cubicBezTo>
                    <a:cubicBezTo>
                      <a:pt x="24" y="3"/>
                      <a:pt x="29" y="10"/>
                      <a:pt x="28" y="17"/>
                    </a:cubicBezTo>
                    <a:cubicBezTo>
                      <a:pt x="27" y="24"/>
                      <a:pt x="19" y="29"/>
                      <a:pt x="12" y="28"/>
                    </a:cubicBezTo>
                    <a:cubicBezTo>
                      <a:pt x="5" y="27"/>
                      <a:pt x="0" y="20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7" name="Freeform 241">
                <a:extLst>
                  <a:ext uri="{FF2B5EF4-FFF2-40B4-BE49-F238E27FC236}">
                    <a16:creationId xmlns:a16="http://schemas.microsoft.com/office/drawing/2014/main" id="{935BF48D-5E66-4B24-B96D-790239208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676"/>
                <a:ext cx="73" cy="80"/>
              </a:xfrm>
              <a:custGeom>
                <a:avLst/>
                <a:gdLst>
                  <a:gd name="T0" fmla="*/ 20 w 29"/>
                  <a:gd name="T1" fmla="*/ 248 h 30"/>
                  <a:gd name="T2" fmla="*/ 272 w 29"/>
                  <a:gd name="T3" fmla="*/ 35 h 30"/>
                  <a:gd name="T4" fmla="*/ 443 w 29"/>
                  <a:gd name="T5" fmla="*/ 341 h 30"/>
                  <a:gd name="T6" fmla="*/ 191 w 29"/>
                  <a:gd name="T7" fmla="*/ 547 h 30"/>
                  <a:gd name="T8" fmla="*/ 20 w 29"/>
                  <a:gd name="T9" fmla="*/ 24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1" y="13"/>
                    </a:moveTo>
                    <a:cubicBezTo>
                      <a:pt x="2" y="6"/>
                      <a:pt x="9" y="0"/>
                      <a:pt x="17" y="2"/>
                    </a:cubicBezTo>
                    <a:cubicBezTo>
                      <a:pt x="24" y="3"/>
                      <a:pt x="29" y="10"/>
                      <a:pt x="28" y="18"/>
                    </a:cubicBezTo>
                    <a:cubicBezTo>
                      <a:pt x="27" y="25"/>
                      <a:pt x="19" y="30"/>
                      <a:pt x="12" y="29"/>
                    </a:cubicBezTo>
                    <a:cubicBezTo>
                      <a:pt x="5" y="27"/>
                      <a:pt x="0" y="20"/>
                      <a:pt x="1" y="13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8" name="Freeform 242">
                <a:extLst>
                  <a:ext uri="{FF2B5EF4-FFF2-40B4-BE49-F238E27FC236}">
                    <a16:creationId xmlns:a16="http://schemas.microsoft.com/office/drawing/2014/main" id="{91E79892-4CFE-45C1-AF51-0404A753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687"/>
                <a:ext cx="47" cy="53"/>
              </a:xfrm>
              <a:custGeom>
                <a:avLst/>
                <a:gdLst>
                  <a:gd name="T0" fmla="*/ 42 w 19"/>
                  <a:gd name="T1" fmla="*/ 225 h 20"/>
                  <a:gd name="T2" fmla="*/ 228 w 19"/>
                  <a:gd name="T3" fmla="*/ 56 h 20"/>
                  <a:gd name="T4" fmla="*/ 287 w 19"/>
                  <a:gd name="T5" fmla="*/ 90 h 20"/>
                  <a:gd name="T6" fmla="*/ 195 w 19"/>
                  <a:gd name="T7" fmla="*/ 21 h 20"/>
                  <a:gd name="T8" fmla="*/ 0 w 19"/>
                  <a:gd name="T9" fmla="*/ 170 h 20"/>
                  <a:gd name="T10" fmla="*/ 74 w 19"/>
                  <a:gd name="T11" fmla="*/ 371 h 20"/>
                  <a:gd name="T12" fmla="*/ 42 w 19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3" y="12"/>
                    </a:moveTo>
                    <a:cubicBezTo>
                      <a:pt x="4" y="6"/>
                      <a:pt x="10" y="2"/>
                      <a:pt x="15" y="3"/>
                    </a:cubicBezTo>
                    <a:cubicBezTo>
                      <a:pt x="17" y="3"/>
                      <a:pt x="18" y="4"/>
                      <a:pt x="19" y="5"/>
                    </a:cubicBezTo>
                    <a:cubicBezTo>
                      <a:pt x="18" y="3"/>
                      <a:pt x="15" y="1"/>
                      <a:pt x="13" y="1"/>
                    </a:cubicBezTo>
                    <a:cubicBezTo>
                      <a:pt x="7" y="0"/>
                      <a:pt x="1" y="3"/>
                      <a:pt x="0" y="9"/>
                    </a:cubicBezTo>
                    <a:cubicBezTo>
                      <a:pt x="0" y="14"/>
                      <a:pt x="2" y="18"/>
                      <a:pt x="5" y="20"/>
                    </a:cubicBezTo>
                    <a:cubicBezTo>
                      <a:pt x="3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9" name="Freeform 243">
                <a:extLst>
                  <a:ext uri="{FF2B5EF4-FFF2-40B4-BE49-F238E27FC236}">
                    <a16:creationId xmlns:a16="http://schemas.microsoft.com/office/drawing/2014/main" id="{3214B13F-A830-4896-AC43-184E8AED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708"/>
                <a:ext cx="35" cy="40"/>
              </a:xfrm>
              <a:custGeom>
                <a:avLst/>
                <a:gdLst>
                  <a:gd name="T0" fmla="*/ 188 w 14"/>
                  <a:gd name="T1" fmla="*/ 93 h 15"/>
                  <a:gd name="T2" fmla="*/ 20 w 14"/>
                  <a:gd name="T3" fmla="*/ 264 h 15"/>
                  <a:gd name="T4" fmla="*/ 20 w 14"/>
                  <a:gd name="T5" fmla="*/ 264 h 15"/>
                  <a:gd name="T6" fmla="*/ 208 w 14"/>
                  <a:gd name="T7" fmla="*/ 136 h 15"/>
                  <a:gd name="T8" fmla="*/ 188 w 14"/>
                  <a:gd name="T9" fmla="*/ 0 h 15"/>
                  <a:gd name="T10" fmla="*/ 188 w 14"/>
                  <a:gd name="T11" fmla="*/ 9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2" y="5"/>
                    </a:moveTo>
                    <a:cubicBezTo>
                      <a:pt x="10" y="11"/>
                      <a:pt x="6" y="15"/>
                      <a:pt x="1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6" y="15"/>
                      <a:pt x="11" y="12"/>
                      <a:pt x="13" y="7"/>
                    </a:cubicBezTo>
                    <a:cubicBezTo>
                      <a:pt x="14" y="5"/>
                      <a:pt x="13" y="2"/>
                      <a:pt x="12" y="0"/>
                    </a:cubicBezTo>
                    <a:cubicBezTo>
                      <a:pt x="12" y="2"/>
                      <a:pt x="12" y="2"/>
                      <a:pt x="12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0" name="Freeform 244">
                <a:extLst>
                  <a:ext uri="{FF2B5EF4-FFF2-40B4-BE49-F238E27FC236}">
                    <a16:creationId xmlns:a16="http://schemas.microsoft.com/office/drawing/2014/main" id="{6E844CE0-5220-4C7E-989F-697C10C86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700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1" name="Freeform 245">
                <a:extLst>
                  <a:ext uri="{FF2B5EF4-FFF2-40B4-BE49-F238E27FC236}">
                    <a16:creationId xmlns:a16="http://schemas.microsoft.com/office/drawing/2014/main" id="{FAF81E78-E6B9-4DD5-BBCF-BCD4584ED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2" name="Freeform 246">
                <a:extLst>
                  <a:ext uri="{FF2B5EF4-FFF2-40B4-BE49-F238E27FC236}">
                    <a16:creationId xmlns:a16="http://schemas.microsoft.com/office/drawing/2014/main" id="{C301EAE0-546F-4335-991F-AA23A48E0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676"/>
                <a:ext cx="73" cy="80"/>
              </a:xfrm>
              <a:custGeom>
                <a:avLst/>
                <a:gdLst>
                  <a:gd name="T0" fmla="*/ 20 w 29"/>
                  <a:gd name="T1" fmla="*/ 248 h 30"/>
                  <a:gd name="T2" fmla="*/ 272 w 29"/>
                  <a:gd name="T3" fmla="*/ 35 h 30"/>
                  <a:gd name="T4" fmla="*/ 443 w 29"/>
                  <a:gd name="T5" fmla="*/ 341 h 30"/>
                  <a:gd name="T6" fmla="*/ 191 w 29"/>
                  <a:gd name="T7" fmla="*/ 547 h 30"/>
                  <a:gd name="T8" fmla="*/ 20 w 29"/>
                  <a:gd name="T9" fmla="*/ 24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1" y="13"/>
                    </a:moveTo>
                    <a:cubicBezTo>
                      <a:pt x="2" y="6"/>
                      <a:pt x="9" y="0"/>
                      <a:pt x="17" y="2"/>
                    </a:cubicBezTo>
                    <a:cubicBezTo>
                      <a:pt x="24" y="3"/>
                      <a:pt x="29" y="10"/>
                      <a:pt x="28" y="18"/>
                    </a:cubicBezTo>
                    <a:cubicBezTo>
                      <a:pt x="27" y="25"/>
                      <a:pt x="19" y="30"/>
                      <a:pt x="12" y="29"/>
                    </a:cubicBezTo>
                    <a:cubicBezTo>
                      <a:pt x="5" y="27"/>
                      <a:pt x="0" y="20"/>
                      <a:pt x="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3" name="Freeform 247">
                <a:extLst>
                  <a:ext uri="{FF2B5EF4-FFF2-40B4-BE49-F238E27FC236}">
                    <a16:creationId xmlns:a16="http://schemas.microsoft.com/office/drawing/2014/main" id="{38D038DE-7622-4E95-A96B-F45115A8C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705"/>
                <a:ext cx="75" cy="78"/>
              </a:xfrm>
              <a:custGeom>
                <a:avLst/>
                <a:gdLst>
                  <a:gd name="T0" fmla="*/ 33 w 30"/>
                  <a:gd name="T1" fmla="*/ 231 h 29"/>
                  <a:gd name="T2" fmla="*/ 270 w 30"/>
                  <a:gd name="T3" fmla="*/ 22 h 29"/>
                  <a:gd name="T4" fmla="*/ 458 w 30"/>
                  <a:gd name="T5" fmla="*/ 334 h 29"/>
                  <a:gd name="T6" fmla="*/ 208 w 30"/>
                  <a:gd name="T7" fmla="*/ 543 h 29"/>
                  <a:gd name="T8" fmla="*/ 33 w 30"/>
                  <a:gd name="T9" fmla="*/ 23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2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2"/>
                      <a:pt x="30" y="9"/>
                      <a:pt x="29" y="17"/>
                    </a:cubicBezTo>
                    <a:cubicBezTo>
                      <a:pt x="27" y="24"/>
                      <a:pt x="20" y="29"/>
                      <a:pt x="13" y="28"/>
                    </a:cubicBezTo>
                    <a:cubicBezTo>
                      <a:pt x="5" y="27"/>
                      <a:pt x="0" y="20"/>
                      <a:pt x="2" y="12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4" name="Freeform 248">
                <a:extLst>
                  <a:ext uri="{FF2B5EF4-FFF2-40B4-BE49-F238E27FC236}">
                    <a16:creationId xmlns:a16="http://schemas.microsoft.com/office/drawing/2014/main" id="{A186E53F-DB33-4089-AECA-EF519361A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735"/>
                <a:ext cx="35" cy="40"/>
              </a:xfrm>
              <a:custGeom>
                <a:avLst/>
                <a:gdLst>
                  <a:gd name="T0" fmla="*/ 175 w 14"/>
                  <a:gd name="T1" fmla="*/ 115 h 15"/>
                  <a:gd name="T2" fmla="*/ 20 w 14"/>
                  <a:gd name="T3" fmla="*/ 264 h 15"/>
                  <a:gd name="T4" fmla="*/ 20 w 14"/>
                  <a:gd name="T5" fmla="*/ 264 h 15"/>
                  <a:gd name="T6" fmla="*/ 208 w 14"/>
                  <a:gd name="T7" fmla="*/ 136 h 15"/>
                  <a:gd name="T8" fmla="*/ 188 w 14"/>
                  <a:gd name="T9" fmla="*/ 0 h 15"/>
                  <a:gd name="T10" fmla="*/ 175 w 14"/>
                  <a:gd name="T11" fmla="*/ 1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1" y="6"/>
                    </a:moveTo>
                    <a:cubicBezTo>
                      <a:pt x="10" y="11"/>
                      <a:pt x="6" y="15"/>
                      <a:pt x="1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6" y="15"/>
                      <a:pt x="11" y="12"/>
                      <a:pt x="13" y="7"/>
                    </a:cubicBezTo>
                    <a:cubicBezTo>
                      <a:pt x="14" y="5"/>
                      <a:pt x="13" y="2"/>
                      <a:pt x="12" y="0"/>
                    </a:cubicBezTo>
                    <a:cubicBezTo>
                      <a:pt x="12" y="2"/>
                      <a:pt x="12" y="3"/>
                      <a:pt x="11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5" name="Freeform 249">
                <a:extLst>
                  <a:ext uri="{FF2B5EF4-FFF2-40B4-BE49-F238E27FC236}">
                    <a16:creationId xmlns:a16="http://schemas.microsoft.com/office/drawing/2014/main" id="{E353AB39-1144-42B9-870E-02E2FDD9A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72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6" name="Freeform 250">
                <a:extLst>
                  <a:ext uri="{FF2B5EF4-FFF2-40B4-BE49-F238E27FC236}">
                    <a16:creationId xmlns:a16="http://schemas.microsoft.com/office/drawing/2014/main" id="{CEE08A56-E8F6-4E26-A62E-D9A904787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705"/>
                <a:ext cx="75" cy="78"/>
              </a:xfrm>
              <a:custGeom>
                <a:avLst/>
                <a:gdLst>
                  <a:gd name="T0" fmla="*/ 33 w 30"/>
                  <a:gd name="T1" fmla="*/ 231 h 29"/>
                  <a:gd name="T2" fmla="*/ 270 w 30"/>
                  <a:gd name="T3" fmla="*/ 22 h 29"/>
                  <a:gd name="T4" fmla="*/ 458 w 30"/>
                  <a:gd name="T5" fmla="*/ 334 h 29"/>
                  <a:gd name="T6" fmla="*/ 208 w 30"/>
                  <a:gd name="T7" fmla="*/ 543 h 29"/>
                  <a:gd name="T8" fmla="*/ 33 w 30"/>
                  <a:gd name="T9" fmla="*/ 23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2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2"/>
                      <a:pt x="30" y="9"/>
                      <a:pt x="29" y="17"/>
                    </a:cubicBezTo>
                    <a:cubicBezTo>
                      <a:pt x="27" y="24"/>
                      <a:pt x="20" y="29"/>
                      <a:pt x="13" y="28"/>
                    </a:cubicBezTo>
                    <a:cubicBezTo>
                      <a:pt x="5" y="27"/>
                      <a:pt x="0" y="20"/>
                      <a:pt x="2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7" name="Freeform 251">
                <a:extLst>
                  <a:ext uri="{FF2B5EF4-FFF2-40B4-BE49-F238E27FC236}">
                    <a16:creationId xmlns:a16="http://schemas.microsoft.com/office/drawing/2014/main" id="{345B9A53-9DE6-4493-9221-FDC295DE4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16"/>
                <a:ext cx="75" cy="77"/>
              </a:xfrm>
              <a:custGeom>
                <a:avLst/>
                <a:gdLst>
                  <a:gd name="T0" fmla="*/ 20 w 30"/>
                  <a:gd name="T1" fmla="*/ 226 h 29"/>
                  <a:gd name="T2" fmla="*/ 270 w 30"/>
                  <a:gd name="T3" fmla="*/ 21 h 29"/>
                  <a:gd name="T4" fmla="*/ 438 w 30"/>
                  <a:gd name="T5" fmla="*/ 316 h 29"/>
                  <a:gd name="T6" fmla="*/ 208 w 30"/>
                  <a:gd name="T7" fmla="*/ 520 h 29"/>
                  <a:gd name="T8" fmla="*/ 20 w 30"/>
                  <a:gd name="T9" fmla="*/ 22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1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2"/>
                      <a:pt x="30" y="9"/>
                      <a:pt x="28" y="17"/>
                    </a:cubicBezTo>
                    <a:cubicBezTo>
                      <a:pt x="27" y="24"/>
                      <a:pt x="20" y="29"/>
                      <a:pt x="13" y="28"/>
                    </a:cubicBezTo>
                    <a:cubicBezTo>
                      <a:pt x="5" y="26"/>
                      <a:pt x="0" y="19"/>
                      <a:pt x="1" y="12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8" name="Freeform 252">
                <a:extLst>
                  <a:ext uri="{FF2B5EF4-FFF2-40B4-BE49-F238E27FC236}">
                    <a16:creationId xmlns:a16="http://schemas.microsoft.com/office/drawing/2014/main" id="{1076BA0C-F6A5-45F5-8413-DE010859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724"/>
                <a:ext cx="50" cy="53"/>
              </a:xfrm>
              <a:custGeom>
                <a:avLst/>
                <a:gdLst>
                  <a:gd name="T0" fmla="*/ 63 w 20"/>
                  <a:gd name="T1" fmla="*/ 225 h 20"/>
                  <a:gd name="T2" fmla="*/ 250 w 20"/>
                  <a:gd name="T3" fmla="*/ 56 h 20"/>
                  <a:gd name="T4" fmla="*/ 313 w 20"/>
                  <a:gd name="T5" fmla="*/ 90 h 20"/>
                  <a:gd name="T6" fmla="*/ 208 w 20"/>
                  <a:gd name="T7" fmla="*/ 21 h 20"/>
                  <a:gd name="T8" fmla="*/ 20 w 20"/>
                  <a:gd name="T9" fmla="*/ 170 h 20"/>
                  <a:gd name="T10" fmla="*/ 95 w 20"/>
                  <a:gd name="T11" fmla="*/ 371 h 20"/>
                  <a:gd name="T12" fmla="*/ 63 w 20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4" y="12"/>
                    </a:moveTo>
                    <a:cubicBezTo>
                      <a:pt x="5" y="6"/>
                      <a:pt x="10" y="2"/>
                      <a:pt x="16" y="3"/>
                    </a:cubicBezTo>
                    <a:cubicBezTo>
                      <a:pt x="17" y="3"/>
                      <a:pt x="19" y="4"/>
                      <a:pt x="20" y="5"/>
                    </a:cubicBezTo>
                    <a:cubicBezTo>
                      <a:pt x="18" y="3"/>
                      <a:pt x="16" y="1"/>
                      <a:pt x="13" y="1"/>
                    </a:cubicBezTo>
                    <a:cubicBezTo>
                      <a:pt x="8" y="0"/>
                      <a:pt x="2" y="4"/>
                      <a:pt x="1" y="9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9" name="Freeform 253">
                <a:extLst>
                  <a:ext uri="{FF2B5EF4-FFF2-40B4-BE49-F238E27FC236}">
                    <a16:creationId xmlns:a16="http://schemas.microsoft.com/office/drawing/2014/main" id="{069062C7-A3B8-49AA-93A7-A0DAEBA9E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745"/>
                <a:ext cx="33" cy="40"/>
              </a:xfrm>
              <a:custGeom>
                <a:avLst/>
                <a:gdLst>
                  <a:gd name="T0" fmla="*/ 180 w 13"/>
                  <a:gd name="T1" fmla="*/ 93 h 15"/>
                  <a:gd name="T2" fmla="*/ 0 w 13"/>
                  <a:gd name="T3" fmla="*/ 264 h 15"/>
                  <a:gd name="T4" fmla="*/ 20 w 13"/>
                  <a:gd name="T5" fmla="*/ 264 h 15"/>
                  <a:gd name="T6" fmla="*/ 193 w 13"/>
                  <a:gd name="T7" fmla="*/ 136 h 15"/>
                  <a:gd name="T8" fmla="*/ 193 w 13"/>
                  <a:gd name="T9" fmla="*/ 0 h 15"/>
                  <a:gd name="T10" fmla="*/ 180 w 13"/>
                  <a:gd name="T11" fmla="*/ 9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1" y="5"/>
                    </a:moveTo>
                    <a:cubicBezTo>
                      <a:pt x="9" y="11"/>
                      <a:pt x="5" y="15"/>
                      <a:pt x="0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6" y="15"/>
                      <a:pt x="11" y="12"/>
                      <a:pt x="12" y="7"/>
                    </a:cubicBezTo>
                    <a:cubicBezTo>
                      <a:pt x="13" y="5"/>
                      <a:pt x="13" y="2"/>
                      <a:pt x="12" y="0"/>
                    </a:cubicBezTo>
                    <a:cubicBezTo>
                      <a:pt x="12" y="2"/>
                      <a:pt x="12" y="2"/>
                      <a:pt x="11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0" name="Freeform 254">
                <a:extLst>
                  <a:ext uri="{FF2B5EF4-FFF2-40B4-BE49-F238E27FC236}">
                    <a16:creationId xmlns:a16="http://schemas.microsoft.com/office/drawing/2014/main" id="{84E48B77-8C20-415B-AFA1-5F8920AC2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1737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1" name="Freeform 255">
                <a:extLst>
                  <a:ext uri="{FF2B5EF4-FFF2-40B4-BE49-F238E27FC236}">
                    <a16:creationId xmlns:a16="http://schemas.microsoft.com/office/drawing/2014/main" id="{2D7289A1-10F7-4586-BE47-B7DBC334D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35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2" name="Freeform 256">
                <a:extLst>
                  <a:ext uri="{FF2B5EF4-FFF2-40B4-BE49-F238E27FC236}">
                    <a16:creationId xmlns:a16="http://schemas.microsoft.com/office/drawing/2014/main" id="{E0377110-DFE7-49A5-B6B7-FFBA0E860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16"/>
                <a:ext cx="75" cy="77"/>
              </a:xfrm>
              <a:custGeom>
                <a:avLst/>
                <a:gdLst>
                  <a:gd name="T0" fmla="*/ 20 w 30"/>
                  <a:gd name="T1" fmla="*/ 226 h 29"/>
                  <a:gd name="T2" fmla="*/ 270 w 30"/>
                  <a:gd name="T3" fmla="*/ 21 h 29"/>
                  <a:gd name="T4" fmla="*/ 438 w 30"/>
                  <a:gd name="T5" fmla="*/ 316 h 29"/>
                  <a:gd name="T6" fmla="*/ 208 w 30"/>
                  <a:gd name="T7" fmla="*/ 520 h 29"/>
                  <a:gd name="T8" fmla="*/ 20 w 30"/>
                  <a:gd name="T9" fmla="*/ 22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1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2"/>
                      <a:pt x="30" y="9"/>
                      <a:pt x="28" y="17"/>
                    </a:cubicBezTo>
                    <a:cubicBezTo>
                      <a:pt x="27" y="24"/>
                      <a:pt x="20" y="29"/>
                      <a:pt x="13" y="28"/>
                    </a:cubicBezTo>
                    <a:cubicBezTo>
                      <a:pt x="5" y="26"/>
                      <a:pt x="0" y="19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3" name="Freeform 257">
                <a:extLst>
                  <a:ext uri="{FF2B5EF4-FFF2-40B4-BE49-F238E27FC236}">
                    <a16:creationId xmlns:a16="http://schemas.microsoft.com/office/drawing/2014/main" id="{9247CBCA-5D66-465B-B855-2208B575D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700"/>
                <a:ext cx="75" cy="77"/>
              </a:xfrm>
              <a:custGeom>
                <a:avLst/>
                <a:gdLst>
                  <a:gd name="T0" fmla="*/ 20 w 30"/>
                  <a:gd name="T1" fmla="*/ 226 h 29"/>
                  <a:gd name="T2" fmla="*/ 270 w 30"/>
                  <a:gd name="T3" fmla="*/ 21 h 29"/>
                  <a:gd name="T4" fmla="*/ 438 w 30"/>
                  <a:gd name="T5" fmla="*/ 316 h 29"/>
                  <a:gd name="T6" fmla="*/ 208 w 30"/>
                  <a:gd name="T7" fmla="*/ 520 h 29"/>
                  <a:gd name="T8" fmla="*/ 20 w 30"/>
                  <a:gd name="T9" fmla="*/ 22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1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2"/>
                      <a:pt x="30" y="9"/>
                      <a:pt x="28" y="17"/>
                    </a:cubicBezTo>
                    <a:cubicBezTo>
                      <a:pt x="27" y="24"/>
                      <a:pt x="20" y="29"/>
                      <a:pt x="13" y="28"/>
                    </a:cubicBezTo>
                    <a:cubicBezTo>
                      <a:pt x="5" y="27"/>
                      <a:pt x="0" y="19"/>
                      <a:pt x="1" y="12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4" name="Freeform 258">
                <a:extLst>
                  <a:ext uri="{FF2B5EF4-FFF2-40B4-BE49-F238E27FC236}">
                    <a16:creationId xmlns:a16="http://schemas.microsoft.com/office/drawing/2014/main" id="{2C71A12A-B494-43B8-A124-020F9BF56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708"/>
                <a:ext cx="50" cy="53"/>
              </a:xfrm>
              <a:custGeom>
                <a:avLst/>
                <a:gdLst>
                  <a:gd name="T0" fmla="*/ 63 w 20"/>
                  <a:gd name="T1" fmla="*/ 225 h 20"/>
                  <a:gd name="T2" fmla="*/ 250 w 20"/>
                  <a:gd name="T3" fmla="*/ 56 h 20"/>
                  <a:gd name="T4" fmla="*/ 313 w 20"/>
                  <a:gd name="T5" fmla="*/ 90 h 20"/>
                  <a:gd name="T6" fmla="*/ 208 w 20"/>
                  <a:gd name="T7" fmla="*/ 21 h 20"/>
                  <a:gd name="T8" fmla="*/ 20 w 20"/>
                  <a:gd name="T9" fmla="*/ 170 h 20"/>
                  <a:gd name="T10" fmla="*/ 95 w 20"/>
                  <a:gd name="T11" fmla="*/ 371 h 20"/>
                  <a:gd name="T12" fmla="*/ 63 w 20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4" y="12"/>
                    </a:moveTo>
                    <a:cubicBezTo>
                      <a:pt x="5" y="6"/>
                      <a:pt x="10" y="2"/>
                      <a:pt x="16" y="3"/>
                    </a:cubicBezTo>
                    <a:cubicBezTo>
                      <a:pt x="17" y="3"/>
                      <a:pt x="19" y="4"/>
                      <a:pt x="20" y="5"/>
                    </a:cubicBezTo>
                    <a:cubicBezTo>
                      <a:pt x="18" y="3"/>
                      <a:pt x="16" y="1"/>
                      <a:pt x="13" y="1"/>
                    </a:cubicBezTo>
                    <a:cubicBezTo>
                      <a:pt x="7" y="0"/>
                      <a:pt x="2" y="4"/>
                      <a:pt x="1" y="9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5" name="Freeform 259">
                <a:extLst>
                  <a:ext uri="{FF2B5EF4-FFF2-40B4-BE49-F238E27FC236}">
                    <a16:creationId xmlns:a16="http://schemas.microsoft.com/office/drawing/2014/main" id="{8E368B9D-B972-4B95-99F8-A13F7FC2F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729"/>
                <a:ext cx="33" cy="40"/>
              </a:xfrm>
              <a:custGeom>
                <a:avLst/>
                <a:gdLst>
                  <a:gd name="T0" fmla="*/ 180 w 13"/>
                  <a:gd name="T1" fmla="*/ 93 h 15"/>
                  <a:gd name="T2" fmla="*/ 0 w 13"/>
                  <a:gd name="T3" fmla="*/ 264 h 15"/>
                  <a:gd name="T4" fmla="*/ 20 w 13"/>
                  <a:gd name="T5" fmla="*/ 264 h 15"/>
                  <a:gd name="T6" fmla="*/ 193 w 13"/>
                  <a:gd name="T7" fmla="*/ 136 h 15"/>
                  <a:gd name="T8" fmla="*/ 193 w 13"/>
                  <a:gd name="T9" fmla="*/ 0 h 15"/>
                  <a:gd name="T10" fmla="*/ 180 w 13"/>
                  <a:gd name="T11" fmla="*/ 9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1" y="5"/>
                    </a:moveTo>
                    <a:cubicBezTo>
                      <a:pt x="9" y="11"/>
                      <a:pt x="5" y="15"/>
                      <a:pt x="0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6" y="15"/>
                      <a:pt x="11" y="12"/>
                      <a:pt x="12" y="7"/>
                    </a:cubicBezTo>
                    <a:cubicBezTo>
                      <a:pt x="13" y="5"/>
                      <a:pt x="13" y="2"/>
                      <a:pt x="12" y="0"/>
                    </a:cubicBezTo>
                    <a:cubicBezTo>
                      <a:pt x="12" y="2"/>
                      <a:pt x="12" y="3"/>
                      <a:pt x="11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6" name="Freeform 260">
                <a:extLst>
                  <a:ext uri="{FF2B5EF4-FFF2-40B4-BE49-F238E27FC236}">
                    <a16:creationId xmlns:a16="http://schemas.microsoft.com/office/drawing/2014/main" id="{EE22D80A-25F4-42B0-8DB7-0A3492983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21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7" name="Freeform 261">
                <a:extLst>
                  <a:ext uri="{FF2B5EF4-FFF2-40B4-BE49-F238E27FC236}">
                    <a16:creationId xmlns:a16="http://schemas.microsoft.com/office/drawing/2014/main" id="{21CE6754-A40A-4739-84D0-1799F587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719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8" name="Freeform 262">
                <a:extLst>
                  <a:ext uri="{FF2B5EF4-FFF2-40B4-BE49-F238E27FC236}">
                    <a16:creationId xmlns:a16="http://schemas.microsoft.com/office/drawing/2014/main" id="{8AACA939-80C0-4EA6-8F2C-4EF2149A7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700"/>
                <a:ext cx="75" cy="77"/>
              </a:xfrm>
              <a:custGeom>
                <a:avLst/>
                <a:gdLst>
                  <a:gd name="T0" fmla="*/ 20 w 30"/>
                  <a:gd name="T1" fmla="*/ 226 h 29"/>
                  <a:gd name="T2" fmla="*/ 270 w 30"/>
                  <a:gd name="T3" fmla="*/ 21 h 29"/>
                  <a:gd name="T4" fmla="*/ 438 w 30"/>
                  <a:gd name="T5" fmla="*/ 316 h 29"/>
                  <a:gd name="T6" fmla="*/ 208 w 30"/>
                  <a:gd name="T7" fmla="*/ 520 h 29"/>
                  <a:gd name="T8" fmla="*/ 20 w 30"/>
                  <a:gd name="T9" fmla="*/ 22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1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2"/>
                      <a:pt x="30" y="9"/>
                      <a:pt x="28" y="17"/>
                    </a:cubicBezTo>
                    <a:cubicBezTo>
                      <a:pt x="27" y="24"/>
                      <a:pt x="20" y="29"/>
                      <a:pt x="13" y="28"/>
                    </a:cubicBezTo>
                    <a:cubicBezTo>
                      <a:pt x="5" y="27"/>
                      <a:pt x="0" y="19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9" name="Freeform 263">
                <a:extLst>
                  <a:ext uri="{FF2B5EF4-FFF2-40B4-BE49-F238E27FC236}">
                    <a16:creationId xmlns:a16="http://schemas.microsoft.com/office/drawing/2014/main" id="{15934789-1D62-4BA5-9A64-222896B46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60"/>
                <a:ext cx="75" cy="77"/>
              </a:xfrm>
              <a:custGeom>
                <a:avLst/>
                <a:gdLst>
                  <a:gd name="T0" fmla="*/ 33 w 30"/>
                  <a:gd name="T1" fmla="*/ 226 h 29"/>
                  <a:gd name="T2" fmla="*/ 270 w 30"/>
                  <a:gd name="T3" fmla="*/ 21 h 29"/>
                  <a:gd name="T4" fmla="*/ 458 w 30"/>
                  <a:gd name="T5" fmla="*/ 316 h 29"/>
                  <a:gd name="T6" fmla="*/ 208 w 30"/>
                  <a:gd name="T7" fmla="*/ 520 h 29"/>
                  <a:gd name="T8" fmla="*/ 33 w 30"/>
                  <a:gd name="T9" fmla="*/ 22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2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2"/>
                      <a:pt x="30" y="9"/>
                      <a:pt x="29" y="17"/>
                    </a:cubicBezTo>
                    <a:cubicBezTo>
                      <a:pt x="27" y="24"/>
                      <a:pt x="20" y="29"/>
                      <a:pt x="13" y="28"/>
                    </a:cubicBezTo>
                    <a:cubicBezTo>
                      <a:pt x="5" y="27"/>
                      <a:pt x="0" y="20"/>
                      <a:pt x="2" y="12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0" name="Freeform 264">
                <a:extLst>
                  <a:ext uri="{FF2B5EF4-FFF2-40B4-BE49-F238E27FC236}">
                    <a16:creationId xmlns:a16="http://schemas.microsoft.com/office/drawing/2014/main" id="{ACD01373-FEB2-4451-969F-2F3469331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68"/>
                <a:ext cx="50" cy="53"/>
              </a:xfrm>
              <a:custGeom>
                <a:avLst/>
                <a:gdLst>
                  <a:gd name="T0" fmla="*/ 63 w 20"/>
                  <a:gd name="T1" fmla="*/ 225 h 20"/>
                  <a:gd name="T2" fmla="*/ 250 w 20"/>
                  <a:gd name="T3" fmla="*/ 56 h 20"/>
                  <a:gd name="T4" fmla="*/ 313 w 20"/>
                  <a:gd name="T5" fmla="*/ 90 h 20"/>
                  <a:gd name="T6" fmla="*/ 208 w 20"/>
                  <a:gd name="T7" fmla="*/ 21 h 20"/>
                  <a:gd name="T8" fmla="*/ 20 w 20"/>
                  <a:gd name="T9" fmla="*/ 191 h 20"/>
                  <a:gd name="T10" fmla="*/ 95 w 20"/>
                  <a:gd name="T11" fmla="*/ 371 h 20"/>
                  <a:gd name="T12" fmla="*/ 63 w 20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4" y="12"/>
                    </a:moveTo>
                    <a:cubicBezTo>
                      <a:pt x="5" y="6"/>
                      <a:pt x="10" y="2"/>
                      <a:pt x="16" y="3"/>
                    </a:cubicBezTo>
                    <a:cubicBezTo>
                      <a:pt x="17" y="4"/>
                      <a:pt x="19" y="4"/>
                      <a:pt x="20" y="5"/>
                    </a:cubicBezTo>
                    <a:cubicBezTo>
                      <a:pt x="18" y="3"/>
                      <a:pt x="16" y="1"/>
                      <a:pt x="13" y="1"/>
                    </a:cubicBezTo>
                    <a:cubicBezTo>
                      <a:pt x="8" y="0"/>
                      <a:pt x="2" y="4"/>
                      <a:pt x="1" y="10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1" name="Freeform 265">
                <a:extLst>
                  <a:ext uri="{FF2B5EF4-FFF2-40B4-BE49-F238E27FC236}">
                    <a16:creationId xmlns:a16="http://schemas.microsoft.com/office/drawing/2014/main" id="{FD9A9D65-9134-4A68-8306-0595F950A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689"/>
                <a:ext cx="32" cy="43"/>
              </a:xfrm>
              <a:custGeom>
                <a:avLst/>
                <a:gdLst>
                  <a:gd name="T0" fmla="*/ 162 w 13"/>
                  <a:gd name="T1" fmla="*/ 116 h 16"/>
                  <a:gd name="T2" fmla="*/ 0 w 13"/>
                  <a:gd name="T3" fmla="*/ 274 h 16"/>
                  <a:gd name="T4" fmla="*/ 12 w 13"/>
                  <a:gd name="T5" fmla="*/ 290 h 16"/>
                  <a:gd name="T6" fmla="*/ 194 w 13"/>
                  <a:gd name="T7" fmla="*/ 159 h 16"/>
                  <a:gd name="T8" fmla="*/ 182 w 13"/>
                  <a:gd name="T9" fmla="*/ 0 h 16"/>
                  <a:gd name="T10" fmla="*/ 162 w 13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11" y="6"/>
                    </a:moveTo>
                    <a:cubicBezTo>
                      <a:pt x="10" y="11"/>
                      <a:pt x="6" y="15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6" y="16"/>
                      <a:pt x="11" y="13"/>
                      <a:pt x="13" y="8"/>
                    </a:cubicBezTo>
                    <a:cubicBezTo>
                      <a:pt x="13" y="5"/>
                      <a:pt x="13" y="2"/>
                      <a:pt x="12" y="0"/>
                    </a:cubicBezTo>
                    <a:cubicBezTo>
                      <a:pt x="12" y="2"/>
                      <a:pt x="12" y="3"/>
                      <a:pt x="11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2" name="Freeform 266">
                <a:extLst>
                  <a:ext uri="{FF2B5EF4-FFF2-40B4-BE49-F238E27FC236}">
                    <a16:creationId xmlns:a16="http://schemas.microsoft.com/office/drawing/2014/main" id="{B314A85A-C1A0-42AF-BB12-E66896BAA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68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35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3" name="Freeform 267">
                <a:extLst>
                  <a:ext uri="{FF2B5EF4-FFF2-40B4-BE49-F238E27FC236}">
                    <a16:creationId xmlns:a16="http://schemas.microsoft.com/office/drawing/2014/main" id="{2A75C1E9-5FFB-4E39-A4F7-86F7AB7D1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679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4" name="Freeform 268">
                <a:extLst>
                  <a:ext uri="{FF2B5EF4-FFF2-40B4-BE49-F238E27FC236}">
                    <a16:creationId xmlns:a16="http://schemas.microsoft.com/office/drawing/2014/main" id="{D8C6CE73-96D0-48E3-98DA-81B4142F4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60"/>
                <a:ext cx="75" cy="77"/>
              </a:xfrm>
              <a:custGeom>
                <a:avLst/>
                <a:gdLst>
                  <a:gd name="T0" fmla="*/ 33 w 30"/>
                  <a:gd name="T1" fmla="*/ 226 h 29"/>
                  <a:gd name="T2" fmla="*/ 270 w 30"/>
                  <a:gd name="T3" fmla="*/ 21 h 29"/>
                  <a:gd name="T4" fmla="*/ 458 w 30"/>
                  <a:gd name="T5" fmla="*/ 316 h 29"/>
                  <a:gd name="T6" fmla="*/ 208 w 30"/>
                  <a:gd name="T7" fmla="*/ 520 h 29"/>
                  <a:gd name="T8" fmla="*/ 33 w 30"/>
                  <a:gd name="T9" fmla="*/ 22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2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2"/>
                      <a:pt x="30" y="9"/>
                      <a:pt x="29" y="17"/>
                    </a:cubicBezTo>
                    <a:cubicBezTo>
                      <a:pt x="27" y="24"/>
                      <a:pt x="20" y="29"/>
                      <a:pt x="13" y="28"/>
                    </a:cubicBezTo>
                    <a:cubicBezTo>
                      <a:pt x="5" y="27"/>
                      <a:pt x="0" y="20"/>
                      <a:pt x="2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5" name="Freeform 269">
                <a:extLst>
                  <a:ext uri="{FF2B5EF4-FFF2-40B4-BE49-F238E27FC236}">
                    <a16:creationId xmlns:a16="http://schemas.microsoft.com/office/drawing/2014/main" id="{3692495B-E871-4DE4-9FA5-18B02A43D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57"/>
                <a:ext cx="73" cy="78"/>
              </a:xfrm>
              <a:custGeom>
                <a:avLst/>
                <a:gdLst>
                  <a:gd name="T0" fmla="*/ 20 w 29"/>
                  <a:gd name="T1" fmla="*/ 231 h 29"/>
                  <a:gd name="T2" fmla="*/ 272 w 29"/>
                  <a:gd name="T3" fmla="*/ 22 h 29"/>
                  <a:gd name="T4" fmla="*/ 443 w 29"/>
                  <a:gd name="T5" fmla="*/ 334 h 29"/>
                  <a:gd name="T6" fmla="*/ 191 w 29"/>
                  <a:gd name="T7" fmla="*/ 543 h 29"/>
                  <a:gd name="T8" fmla="*/ 20 w 29"/>
                  <a:gd name="T9" fmla="*/ 23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1" y="12"/>
                    </a:moveTo>
                    <a:cubicBezTo>
                      <a:pt x="2" y="5"/>
                      <a:pt x="9" y="0"/>
                      <a:pt x="17" y="1"/>
                    </a:cubicBezTo>
                    <a:cubicBezTo>
                      <a:pt x="24" y="2"/>
                      <a:pt x="29" y="9"/>
                      <a:pt x="28" y="17"/>
                    </a:cubicBezTo>
                    <a:cubicBezTo>
                      <a:pt x="27" y="24"/>
                      <a:pt x="20" y="29"/>
                      <a:pt x="12" y="28"/>
                    </a:cubicBezTo>
                    <a:cubicBezTo>
                      <a:pt x="5" y="27"/>
                      <a:pt x="0" y="19"/>
                      <a:pt x="1" y="12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6" name="Freeform 270">
                <a:extLst>
                  <a:ext uri="{FF2B5EF4-FFF2-40B4-BE49-F238E27FC236}">
                    <a16:creationId xmlns:a16="http://schemas.microsoft.com/office/drawing/2014/main" id="{78DB85FA-4BA4-42D8-B36C-177359386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665"/>
                <a:ext cx="47" cy="54"/>
              </a:xfrm>
              <a:custGeom>
                <a:avLst/>
                <a:gdLst>
                  <a:gd name="T0" fmla="*/ 42 w 19"/>
                  <a:gd name="T1" fmla="*/ 232 h 20"/>
                  <a:gd name="T2" fmla="*/ 245 w 19"/>
                  <a:gd name="T3" fmla="*/ 59 h 20"/>
                  <a:gd name="T4" fmla="*/ 287 w 19"/>
                  <a:gd name="T5" fmla="*/ 103 h 20"/>
                  <a:gd name="T6" fmla="*/ 195 w 19"/>
                  <a:gd name="T7" fmla="*/ 22 h 20"/>
                  <a:gd name="T8" fmla="*/ 12 w 19"/>
                  <a:gd name="T9" fmla="*/ 176 h 20"/>
                  <a:gd name="T10" fmla="*/ 74 w 19"/>
                  <a:gd name="T11" fmla="*/ 394 h 20"/>
                  <a:gd name="T12" fmla="*/ 42 w 19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3" y="12"/>
                    </a:moveTo>
                    <a:cubicBezTo>
                      <a:pt x="4" y="6"/>
                      <a:pt x="10" y="2"/>
                      <a:pt x="16" y="3"/>
                    </a:cubicBezTo>
                    <a:cubicBezTo>
                      <a:pt x="17" y="3"/>
                      <a:pt x="18" y="4"/>
                      <a:pt x="19" y="5"/>
                    </a:cubicBezTo>
                    <a:cubicBezTo>
                      <a:pt x="18" y="3"/>
                      <a:pt x="16" y="1"/>
                      <a:pt x="13" y="1"/>
                    </a:cubicBezTo>
                    <a:cubicBezTo>
                      <a:pt x="7" y="0"/>
                      <a:pt x="2" y="4"/>
                      <a:pt x="1" y="9"/>
                    </a:cubicBezTo>
                    <a:cubicBezTo>
                      <a:pt x="0" y="14"/>
                      <a:pt x="2" y="18"/>
                      <a:pt x="5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7" name="Freeform 271">
                <a:extLst>
                  <a:ext uri="{FF2B5EF4-FFF2-40B4-BE49-F238E27FC236}">
                    <a16:creationId xmlns:a16="http://schemas.microsoft.com/office/drawing/2014/main" id="{4A8DCD85-0F8F-4AF7-B5E7-0C7647CA4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687"/>
                <a:ext cx="32" cy="40"/>
              </a:xfrm>
              <a:custGeom>
                <a:avLst/>
                <a:gdLst>
                  <a:gd name="T0" fmla="*/ 162 w 13"/>
                  <a:gd name="T1" fmla="*/ 93 h 15"/>
                  <a:gd name="T2" fmla="*/ 0 w 13"/>
                  <a:gd name="T3" fmla="*/ 264 h 15"/>
                  <a:gd name="T4" fmla="*/ 0 w 13"/>
                  <a:gd name="T5" fmla="*/ 264 h 15"/>
                  <a:gd name="T6" fmla="*/ 182 w 13"/>
                  <a:gd name="T7" fmla="*/ 136 h 15"/>
                  <a:gd name="T8" fmla="*/ 182 w 13"/>
                  <a:gd name="T9" fmla="*/ 0 h 15"/>
                  <a:gd name="T10" fmla="*/ 162 w 13"/>
                  <a:gd name="T11" fmla="*/ 9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1" y="5"/>
                    </a:moveTo>
                    <a:cubicBezTo>
                      <a:pt x="9" y="11"/>
                      <a:pt x="5" y="1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5" y="15"/>
                      <a:pt x="10" y="12"/>
                      <a:pt x="12" y="7"/>
                    </a:cubicBezTo>
                    <a:cubicBezTo>
                      <a:pt x="13" y="5"/>
                      <a:pt x="13" y="2"/>
                      <a:pt x="12" y="0"/>
                    </a:cubicBezTo>
                    <a:cubicBezTo>
                      <a:pt x="12" y="2"/>
                      <a:pt x="12" y="3"/>
                      <a:pt x="11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8" name="Freeform 272">
                <a:extLst>
                  <a:ext uri="{FF2B5EF4-FFF2-40B4-BE49-F238E27FC236}">
                    <a16:creationId xmlns:a16="http://schemas.microsoft.com/office/drawing/2014/main" id="{0C0C0C7D-28CF-40D1-A063-2DF4E7464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679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9" name="Freeform 273">
                <a:extLst>
                  <a:ext uri="{FF2B5EF4-FFF2-40B4-BE49-F238E27FC236}">
                    <a16:creationId xmlns:a16="http://schemas.microsoft.com/office/drawing/2014/main" id="{C6FF81D7-95D6-4249-BB41-0C71D8DA0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67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0" name="Freeform 274">
                <a:extLst>
                  <a:ext uri="{FF2B5EF4-FFF2-40B4-BE49-F238E27FC236}">
                    <a16:creationId xmlns:a16="http://schemas.microsoft.com/office/drawing/2014/main" id="{4B3BDCD4-CEC9-43F5-B9AA-045EEBEE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57"/>
                <a:ext cx="73" cy="78"/>
              </a:xfrm>
              <a:custGeom>
                <a:avLst/>
                <a:gdLst>
                  <a:gd name="T0" fmla="*/ 20 w 29"/>
                  <a:gd name="T1" fmla="*/ 231 h 29"/>
                  <a:gd name="T2" fmla="*/ 272 w 29"/>
                  <a:gd name="T3" fmla="*/ 22 h 29"/>
                  <a:gd name="T4" fmla="*/ 443 w 29"/>
                  <a:gd name="T5" fmla="*/ 334 h 29"/>
                  <a:gd name="T6" fmla="*/ 191 w 29"/>
                  <a:gd name="T7" fmla="*/ 543 h 29"/>
                  <a:gd name="T8" fmla="*/ 20 w 29"/>
                  <a:gd name="T9" fmla="*/ 23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1" y="12"/>
                    </a:moveTo>
                    <a:cubicBezTo>
                      <a:pt x="2" y="5"/>
                      <a:pt x="9" y="0"/>
                      <a:pt x="17" y="1"/>
                    </a:cubicBezTo>
                    <a:cubicBezTo>
                      <a:pt x="24" y="2"/>
                      <a:pt x="29" y="9"/>
                      <a:pt x="28" y="17"/>
                    </a:cubicBezTo>
                    <a:cubicBezTo>
                      <a:pt x="27" y="24"/>
                      <a:pt x="20" y="29"/>
                      <a:pt x="12" y="28"/>
                    </a:cubicBezTo>
                    <a:cubicBezTo>
                      <a:pt x="5" y="27"/>
                      <a:pt x="0" y="19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1" name="Freeform 275">
                <a:extLst>
                  <a:ext uri="{FF2B5EF4-FFF2-40B4-BE49-F238E27FC236}">
                    <a16:creationId xmlns:a16="http://schemas.microsoft.com/office/drawing/2014/main" id="{22ED3DCA-155F-41E2-B3B8-6D6F59068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668"/>
                <a:ext cx="73" cy="80"/>
              </a:xfrm>
              <a:custGeom>
                <a:avLst/>
                <a:gdLst>
                  <a:gd name="T0" fmla="*/ 20 w 29"/>
                  <a:gd name="T1" fmla="*/ 248 h 30"/>
                  <a:gd name="T2" fmla="*/ 272 w 29"/>
                  <a:gd name="T3" fmla="*/ 35 h 30"/>
                  <a:gd name="T4" fmla="*/ 443 w 29"/>
                  <a:gd name="T5" fmla="*/ 320 h 30"/>
                  <a:gd name="T6" fmla="*/ 191 w 29"/>
                  <a:gd name="T7" fmla="*/ 547 h 30"/>
                  <a:gd name="T8" fmla="*/ 20 w 29"/>
                  <a:gd name="T9" fmla="*/ 24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1" y="13"/>
                    </a:moveTo>
                    <a:cubicBezTo>
                      <a:pt x="2" y="5"/>
                      <a:pt x="9" y="0"/>
                      <a:pt x="17" y="2"/>
                    </a:cubicBezTo>
                    <a:cubicBezTo>
                      <a:pt x="24" y="3"/>
                      <a:pt x="29" y="10"/>
                      <a:pt x="28" y="17"/>
                    </a:cubicBezTo>
                    <a:cubicBezTo>
                      <a:pt x="27" y="25"/>
                      <a:pt x="20" y="30"/>
                      <a:pt x="12" y="29"/>
                    </a:cubicBezTo>
                    <a:cubicBezTo>
                      <a:pt x="5" y="27"/>
                      <a:pt x="0" y="20"/>
                      <a:pt x="1" y="13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2" name="Freeform 276">
                <a:extLst>
                  <a:ext uri="{FF2B5EF4-FFF2-40B4-BE49-F238E27FC236}">
                    <a16:creationId xmlns:a16="http://schemas.microsoft.com/office/drawing/2014/main" id="{79E5F745-25A0-46E5-A005-97074735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76"/>
                <a:ext cx="47" cy="56"/>
              </a:xfrm>
              <a:custGeom>
                <a:avLst/>
                <a:gdLst>
                  <a:gd name="T0" fmla="*/ 42 w 19"/>
                  <a:gd name="T1" fmla="*/ 248 h 21"/>
                  <a:gd name="T2" fmla="*/ 228 w 19"/>
                  <a:gd name="T3" fmla="*/ 77 h 21"/>
                  <a:gd name="T4" fmla="*/ 287 w 19"/>
                  <a:gd name="T5" fmla="*/ 93 h 21"/>
                  <a:gd name="T6" fmla="*/ 195 w 19"/>
                  <a:gd name="T7" fmla="*/ 21 h 21"/>
                  <a:gd name="T8" fmla="*/ 12 w 19"/>
                  <a:gd name="T9" fmla="*/ 192 h 21"/>
                  <a:gd name="T10" fmla="*/ 74 w 19"/>
                  <a:gd name="T11" fmla="*/ 397 h 21"/>
                  <a:gd name="T12" fmla="*/ 42 w 19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3" y="13"/>
                    </a:moveTo>
                    <a:cubicBezTo>
                      <a:pt x="4" y="7"/>
                      <a:pt x="10" y="3"/>
                      <a:pt x="15" y="4"/>
                    </a:cubicBezTo>
                    <a:cubicBezTo>
                      <a:pt x="17" y="4"/>
                      <a:pt x="18" y="5"/>
                      <a:pt x="19" y="5"/>
                    </a:cubicBezTo>
                    <a:cubicBezTo>
                      <a:pt x="18" y="3"/>
                      <a:pt x="16" y="2"/>
                      <a:pt x="13" y="1"/>
                    </a:cubicBezTo>
                    <a:cubicBezTo>
                      <a:pt x="7" y="0"/>
                      <a:pt x="2" y="4"/>
                      <a:pt x="1" y="10"/>
                    </a:cubicBezTo>
                    <a:cubicBezTo>
                      <a:pt x="0" y="14"/>
                      <a:pt x="2" y="19"/>
                      <a:pt x="5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3" name="Freeform 277">
                <a:extLst>
                  <a:ext uri="{FF2B5EF4-FFF2-40B4-BE49-F238E27FC236}">
                    <a16:creationId xmlns:a16="http://schemas.microsoft.com/office/drawing/2014/main" id="{662D7DC3-E5EC-4B97-9822-3085FBA80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697"/>
                <a:ext cx="32" cy="43"/>
              </a:xfrm>
              <a:custGeom>
                <a:avLst/>
                <a:gdLst>
                  <a:gd name="T0" fmla="*/ 162 w 13"/>
                  <a:gd name="T1" fmla="*/ 116 h 16"/>
                  <a:gd name="T2" fmla="*/ 0 w 13"/>
                  <a:gd name="T3" fmla="*/ 290 h 16"/>
                  <a:gd name="T4" fmla="*/ 0 w 13"/>
                  <a:gd name="T5" fmla="*/ 290 h 16"/>
                  <a:gd name="T6" fmla="*/ 182 w 13"/>
                  <a:gd name="T7" fmla="*/ 159 h 16"/>
                  <a:gd name="T8" fmla="*/ 182 w 13"/>
                  <a:gd name="T9" fmla="*/ 0 h 16"/>
                  <a:gd name="T10" fmla="*/ 162 w 13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11" y="6"/>
                    </a:moveTo>
                    <a:cubicBezTo>
                      <a:pt x="9" y="11"/>
                      <a:pt x="5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5" y="16"/>
                      <a:pt x="10" y="13"/>
                      <a:pt x="12" y="8"/>
                    </a:cubicBezTo>
                    <a:cubicBezTo>
                      <a:pt x="13" y="5"/>
                      <a:pt x="13" y="3"/>
                      <a:pt x="12" y="0"/>
                    </a:cubicBezTo>
                    <a:cubicBezTo>
                      <a:pt x="12" y="2"/>
                      <a:pt x="12" y="3"/>
                      <a:pt x="11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4" name="Freeform 278">
                <a:extLst>
                  <a:ext uri="{FF2B5EF4-FFF2-40B4-BE49-F238E27FC236}">
                    <a16:creationId xmlns:a16="http://schemas.microsoft.com/office/drawing/2014/main" id="{56072520-08EA-4AE1-95EA-79745E7A2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9"/>
                <a:ext cx="8" cy="11"/>
              </a:xfrm>
              <a:custGeom>
                <a:avLst/>
                <a:gdLst>
                  <a:gd name="T0" fmla="*/ 0 w 3"/>
                  <a:gd name="T1" fmla="*/ 47 h 4"/>
                  <a:gd name="T2" fmla="*/ 35 w 3"/>
                  <a:gd name="T3" fmla="*/ 22 h 4"/>
                  <a:gd name="T4" fmla="*/ 56 w 3"/>
                  <a:gd name="T5" fmla="*/ 47 h 4"/>
                  <a:gd name="T6" fmla="*/ 21 w 3"/>
                  <a:gd name="T7" fmla="*/ 61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5" name="Freeform 279">
                <a:extLst>
                  <a:ext uri="{FF2B5EF4-FFF2-40B4-BE49-F238E27FC236}">
                    <a16:creationId xmlns:a16="http://schemas.microsoft.com/office/drawing/2014/main" id="{B1462E43-CCC0-4D3B-BA04-671A8A7F2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68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6" name="Freeform 280">
                <a:extLst>
                  <a:ext uri="{FF2B5EF4-FFF2-40B4-BE49-F238E27FC236}">
                    <a16:creationId xmlns:a16="http://schemas.microsoft.com/office/drawing/2014/main" id="{30CB6185-79A0-4826-B017-008EC929D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668"/>
                <a:ext cx="73" cy="80"/>
              </a:xfrm>
              <a:custGeom>
                <a:avLst/>
                <a:gdLst>
                  <a:gd name="T0" fmla="*/ 20 w 29"/>
                  <a:gd name="T1" fmla="*/ 248 h 30"/>
                  <a:gd name="T2" fmla="*/ 272 w 29"/>
                  <a:gd name="T3" fmla="*/ 35 h 30"/>
                  <a:gd name="T4" fmla="*/ 443 w 29"/>
                  <a:gd name="T5" fmla="*/ 320 h 30"/>
                  <a:gd name="T6" fmla="*/ 191 w 29"/>
                  <a:gd name="T7" fmla="*/ 547 h 30"/>
                  <a:gd name="T8" fmla="*/ 20 w 29"/>
                  <a:gd name="T9" fmla="*/ 24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1" y="13"/>
                    </a:moveTo>
                    <a:cubicBezTo>
                      <a:pt x="2" y="5"/>
                      <a:pt x="9" y="0"/>
                      <a:pt x="17" y="2"/>
                    </a:cubicBezTo>
                    <a:cubicBezTo>
                      <a:pt x="24" y="3"/>
                      <a:pt x="29" y="10"/>
                      <a:pt x="28" y="17"/>
                    </a:cubicBezTo>
                    <a:cubicBezTo>
                      <a:pt x="27" y="25"/>
                      <a:pt x="20" y="30"/>
                      <a:pt x="12" y="29"/>
                    </a:cubicBezTo>
                    <a:cubicBezTo>
                      <a:pt x="5" y="27"/>
                      <a:pt x="0" y="20"/>
                      <a:pt x="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7" name="Freeform 281">
                <a:extLst>
                  <a:ext uri="{FF2B5EF4-FFF2-40B4-BE49-F238E27FC236}">
                    <a16:creationId xmlns:a16="http://schemas.microsoft.com/office/drawing/2014/main" id="{D54A7361-74D9-4FB3-BEC1-DED024EF1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689"/>
                <a:ext cx="75" cy="80"/>
              </a:xfrm>
              <a:custGeom>
                <a:avLst/>
                <a:gdLst>
                  <a:gd name="T0" fmla="*/ 20 w 30"/>
                  <a:gd name="T1" fmla="*/ 248 h 30"/>
                  <a:gd name="T2" fmla="*/ 270 w 30"/>
                  <a:gd name="T3" fmla="*/ 21 h 30"/>
                  <a:gd name="T4" fmla="*/ 438 w 30"/>
                  <a:gd name="T5" fmla="*/ 320 h 30"/>
                  <a:gd name="T6" fmla="*/ 208 w 30"/>
                  <a:gd name="T7" fmla="*/ 533 h 30"/>
                  <a:gd name="T8" fmla="*/ 20 w 30"/>
                  <a:gd name="T9" fmla="*/ 24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1" y="13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3"/>
                      <a:pt x="30" y="10"/>
                      <a:pt x="28" y="17"/>
                    </a:cubicBezTo>
                    <a:cubicBezTo>
                      <a:pt x="27" y="25"/>
                      <a:pt x="20" y="30"/>
                      <a:pt x="13" y="28"/>
                    </a:cubicBezTo>
                    <a:cubicBezTo>
                      <a:pt x="5" y="27"/>
                      <a:pt x="0" y="20"/>
                      <a:pt x="1" y="13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8" name="Freeform 282">
                <a:extLst>
                  <a:ext uri="{FF2B5EF4-FFF2-40B4-BE49-F238E27FC236}">
                    <a16:creationId xmlns:a16="http://schemas.microsoft.com/office/drawing/2014/main" id="{A74F1A88-7318-4AE7-B418-1DD97CA01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697"/>
                <a:ext cx="50" cy="56"/>
              </a:xfrm>
              <a:custGeom>
                <a:avLst/>
                <a:gdLst>
                  <a:gd name="T0" fmla="*/ 63 w 20"/>
                  <a:gd name="T1" fmla="*/ 227 h 21"/>
                  <a:gd name="T2" fmla="*/ 250 w 20"/>
                  <a:gd name="T3" fmla="*/ 77 h 21"/>
                  <a:gd name="T4" fmla="*/ 313 w 20"/>
                  <a:gd name="T5" fmla="*/ 93 h 21"/>
                  <a:gd name="T6" fmla="*/ 208 w 20"/>
                  <a:gd name="T7" fmla="*/ 21 h 21"/>
                  <a:gd name="T8" fmla="*/ 20 w 20"/>
                  <a:gd name="T9" fmla="*/ 192 h 21"/>
                  <a:gd name="T10" fmla="*/ 95 w 20"/>
                  <a:gd name="T11" fmla="*/ 397 h 21"/>
                  <a:gd name="T12" fmla="*/ 63 w 20"/>
                  <a:gd name="T13" fmla="*/ 22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4" y="12"/>
                    </a:moveTo>
                    <a:cubicBezTo>
                      <a:pt x="5" y="7"/>
                      <a:pt x="10" y="3"/>
                      <a:pt x="16" y="4"/>
                    </a:cubicBezTo>
                    <a:cubicBezTo>
                      <a:pt x="17" y="4"/>
                      <a:pt x="19" y="4"/>
                      <a:pt x="20" y="5"/>
                    </a:cubicBezTo>
                    <a:cubicBezTo>
                      <a:pt x="18" y="3"/>
                      <a:pt x="16" y="2"/>
                      <a:pt x="13" y="1"/>
                    </a:cubicBezTo>
                    <a:cubicBezTo>
                      <a:pt x="7" y="0"/>
                      <a:pt x="2" y="4"/>
                      <a:pt x="1" y="10"/>
                    </a:cubicBezTo>
                    <a:cubicBezTo>
                      <a:pt x="0" y="14"/>
                      <a:pt x="2" y="18"/>
                      <a:pt x="6" y="21"/>
                    </a:cubicBezTo>
                    <a:cubicBezTo>
                      <a:pt x="4" y="18"/>
                      <a:pt x="3" y="15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9" name="Freeform 283">
                <a:extLst>
                  <a:ext uri="{FF2B5EF4-FFF2-40B4-BE49-F238E27FC236}">
                    <a16:creationId xmlns:a16="http://schemas.microsoft.com/office/drawing/2014/main" id="{DEC3CF95-19B9-454E-83EA-3C40AF998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19"/>
                <a:ext cx="32" cy="42"/>
              </a:xfrm>
              <a:custGeom>
                <a:avLst/>
                <a:gdLst>
                  <a:gd name="T0" fmla="*/ 162 w 13"/>
                  <a:gd name="T1" fmla="*/ 110 h 16"/>
                  <a:gd name="T2" fmla="*/ 0 w 13"/>
                  <a:gd name="T3" fmla="*/ 268 h 16"/>
                  <a:gd name="T4" fmla="*/ 0 w 13"/>
                  <a:gd name="T5" fmla="*/ 268 h 16"/>
                  <a:gd name="T6" fmla="*/ 182 w 13"/>
                  <a:gd name="T7" fmla="*/ 144 h 16"/>
                  <a:gd name="T8" fmla="*/ 182 w 13"/>
                  <a:gd name="T9" fmla="*/ 0 h 16"/>
                  <a:gd name="T10" fmla="*/ 162 w 13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11" y="6"/>
                    </a:moveTo>
                    <a:cubicBezTo>
                      <a:pt x="9" y="11"/>
                      <a:pt x="5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16"/>
                      <a:pt x="11" y="13"/>
                      <a:pt x="12" y="8"/>
                    </a:cubicBezTo>
                    <a:cubicBezTo>
                      <a:pt x="13" y="5"/>
                      <a:pt x="13" y="2"/>
                      <a:pt x="12" y="0"/>
                    </a:cubicBezTo>
                    <a:cubicBezTo>
                      <a:pt x="12" y="2"/>
                      <a:pt x="12" y="3"/>
                      <a:pt x="11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0" name="Freeform 284">
                <a:extLst>
                  <a:ext uri="{FF2B5EF4-FFF2-40B4-BE49-F238E27FC236}">
                    <a16:creationId xmlns:a16="http://schemas.microsoft.com/office/drawing/2014/main" id="{790B89EA-074F-4D40-87FF-E13C57AD9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71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1" name="Freeform 285">
                <a:extLst>
                  <a:ext uri="{FF2B5EF4-FFF2-40B4-BE49-F238E27FC236}">
                    <a16:creationId xmlns:a16="http://schemas.microsoft.com/office/drawing/2014/main" id="{63375F10-6960-4DFB-9438-F7E70121C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708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2" name="Freeform 286">
                <a:extLst>
                  <a:ext uri="{FF2B5EF4-FFF2-40B4-BE49-F238E27FC236}">
                    <a16:creationId xmlns:a16="http://schemas.microsoft.com/office/drawing/2014/main" id="{D86CEDD9-F621-4FC9-A708-5B9F27507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689"/>
                <a:ext cx="75" cy="80"/>
              </a:xfrm>
              <a:custGeom>
                <a:avLst/>
                <a:gdLst>
                  <a:gd name="T0" fmla="*/ 20 w 30"/>
                  <a:gd name="T1" fmla="*/ 248 h 30"/>
                  <a:gd name="T2" fmla="*/ 270 w 30"/>
                  <a:gd name="T3" fmla="*/ 21 h 30"/>
                  <a:gd name="T4" fmla="*/ 438 w 30"/>
                  <a:gd name="T5" fmla="*/ 320 h 30"/>
                  <a:gd name="T6" fmla="*/ 208 w 30"/>
                  <a:gd name="T7" fmla="*/ 533 h 30"/>
                  <a:gd name="T8" fmla="*/ 20 w 30"/>
                  <a:gd name="T9" fmla="*/ 24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1" y="13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5" y="3"/>
                      <a:pt x="30" y="10"/>
                      <a:pt x="28" y="17"/>
                    </a:cubicBezTo>
                    <a:cubicBezTo>
                      <a:pt x="27" y="25"/>
                      <a:pt x="20" y="30"/>
                      <a:pt x="13" y="28"/>
                    </a:cubicBezTo>
                    <a:cubicBezTo>
                      <a:pt x="5" y="27"/>
                      <a:pt x="0" y="20"/>
                      <a:pt x="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3" name="Freeform 287">
                <a:extLst>
                  <a:ext uri="{FF2B5EF4-FFF2-40B4-BE49-F238E27FC236}">
                    <a16:creationId xmlns:a16="http://schemas.microsoft.com/office/drawing/2014/main" id="{F360F6C8-B726-47A6-8CE2-491B7F90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63"/>
                <a:ext cx="73" cy="80"/>
              </a:xfrm>
              <a:custGeom>
                <a:avLst/>
                <a:gdLst>
                  <a:gd name="T0" fmla="*/ 20 w 29"/>
                  <a:gd name="T1" fmla="*/ 227 h 30"/>
                  <a:gd name="T2" fmla="*/ 272 w 29"/>
                  <a:gd name="T3" fmla="*/ 21 h 30"/>
                  <a:gd name="T4" fmla="*/ 443 w 29"/>
                  <a:gd name="T5" fmla="*/ 320 h 30"/>
                  <a:gd name="T6" fmla="*/ 191 w 29"/>
                  <a:gd name="T7" fmla="*/ 533 h 30"/>
                  <a:gd name="T8" fmla="*/ 20 w 29"/>
                  <a:gd name="T9" fmla="*/ 22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1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4" y="3"/>
                      <a:pt x="29" y="10"/>
                      <a:pt x="28" y="17"/>
                    </a:cubicBezTo>
                    <a:cubicBezTo>
                      <a:pt x="27" y="25"/>
                      <a:pt x="20" y="30"/>
                      <a:pt x="12" y="28"/>
                    </a:cubicBezTo>
                    <a:cubicBezTo>
                      <a:pt x="5" y="27"/>
                      <a:pt x="0" y="20"/>
                      <a:pt x="1" y="12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4" name="Freeform 288">
                <a:extLst>
                  <a:ext uri="{FF2B5EF4-FFF2-40B4-BE49-F238E27FC236}">
                    <a16:creationId xmlns:a16="http://schemas.microsoft.com/office/drawing/2014/main" id="{36E4C22A-FD07-4C4A-8838-1D3D10AA5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671"/>
                <a:ext cx="50" cy="56"/>
              </a:xfrm>
              <a:custGeom>
                <a:avLst/>
                <a:gdLst>
                  <a:gd name="T0" fmla="*/ 63 w 20"/>
                  <a:gd name="T1" fmla="*/ 227 h 21"/>
                  <a:gd name="T2" fmla="*/ 250 w 20"/>
                  <a:gd name="T3" fmla="*/ 77 h 21"/>
                  <a:gd name="T4" fmla="*/ 313 w 20"/>
                  <a:gd name="T5" fmla="*/ 93 h 21"/>
                  <a:gd name="T6" fmla="*/ 208 w 20"/>
                  <a:gd name="T7" fmla="*/ 21 h 21"/>
                  <a:gd name="T8" fmla="*/ 20 w 20"/>
                  <a:gd name="T9" fmla="*/ 192 h 21"/>
                  <a:gd name="T10" fmla="*/ 95 w 20"/>
                  <a:gd name="T11" fmla="*/ 397 h 21"/>
                  <a:gd name="T12" fmla="*/ 63 w 20"/>
                  <a:gd name="T13" fmla="*/ 22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4" y="12"/>
                    </a:moveTo>
                    <a:cubicBezTo>
                      <a:pt x="4" y="7"/>
                      <a:pt x="10" y="3"/>
                      <a:pt x="16" y="4"/>
                    </a:cubicBezTo>
                    <a:cubicBezTo>
                      <a:pt x="17" y="4"/>
                      <a:pt x="18" y="4"/>
                      <a:pt x="20" y="5"/>
                    </a:cubicBezTo>
                    <a:cubicBezTo>
                      <a:pt x="18" y="3"/>
                      <a:pt x="16" y="2"/>
                      <a:pt x="13" y="1"/>
                    </a:cubicBezTo>
                    <a:cubicBezTo>
                      <a:pt x="7" y="0"/>
                      <a:pt x="2" y="4"/>
                      <a:pt x="1" y="10"/>
                    </a:cubicBezTo>
                    <a:cubicBezTo>
                      <a:pt x="0" y="14"/>
                      <a:pt x="2" y="18"/>
                      <a:pt x="6" y="21"/>
                    </a:cubicBezTo>
                    <a:cubicBezTo>
                      <a:pt x="4" y="18"/>
                      <a:pt x="3" y="15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5" name="Freeform 289">
                <a:extLst>
                  <a:ext uri="{FF2B5EF4-FFF2-40B4-BE49-F238E27FC236}">
                    <a16:creationId xmlns:a16="http://schemas.microsoft.com/office/drawing/2014/main" id="{6FF96E79-DDC8-4935-8731-AFAED2ED6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692"/>
                <a:ext cx="32" cy="43"/>
              </a:xfrm>
              <a:custGeom>
                <a:avLst/>
                <a:gdLst>
                  <a:gd name="T0" fmla="*/ 162 w 13"/>
                  <a:gd name="T1" fmla="*/ 116 h 16"/>
                  <a:gd name="T2" fmla="*/ 0 w 13"/>
                  <a:gd name="T3" fmla="*/ 290 h 16"/>
                  <a:gd name="T4" fmla="*/ 0 w 13"/>
                  <a:gd name="T5" fmla="*/ 290 h 16"/>
                  <a:gd name="T6" fmla="*/ 182 w 13"/>
                  <a:gd name="T7" fmla="*/ 159 h 16"/>
                  <a:gd name="T8" fmla="*/ 182 w 13"/>
                  <a:gd name="T9" fmla="*/ 0 h 16"/>
                  <a:gd name="T10" fmla="*/ 162 w 13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11" y="6"/>
                    </a:moveTo>
                    <a:cubicBezTo>
                      <a:pt x="9" y="11"/>
                      <a:pt x="5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5" y="16"/>
                      <a:pt x="11" y="13"/>
                      <a:pt x="12" y="8"/>
                    </a:cubicBezTo>
                    <a:cubicBezTo>
                      <a:pt x="13" y="5"/>
                      <a:pt x="13" y="2"/>
                      <a:pt x="12" y="0"/>
                    </a:cubicBezTo>
                    <a:cubicBezTo>
                      <a:pt x="12" y="2"/>
                      <a:pt x="12" y="3"/>
                      <a:pt x="11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6" name="Freeform 290">
                <a:extLst>
                  <a:ext uri="{FF2B5EF4-FFF2-40B4-BE49-F238E27FC236}">
                    <a16:creationId xmlns:a16="http://schemas.microsoft.com/office/drawing/2014/main" id="{EAB2227A-2EA7-4346-AA03-46BD5D76F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684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7" name="Freeform 291">
                <a:extLst>
                  <a:ext uri="{FF2B5EF4-FFF2-40B4-BE49-F238E27FC236}">
                    <a16:creationId xmlns:a16="http://schemas.microsoft.com/office/drawing/2014/main" id="{4084B744-ED98-4578-BB78-462BB101E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6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8" name="Freeform 292">
                <a:extLst>
                  <a:ext uri="{FF2B5EF4-FFF2-40B4-BE49-F238E27FC236}">
                    <a16:creationId xmlns:a16="http://schemas.microsoft.com/office/drawing/2014/main" id="{2CFCEA70-B87A-4529-B3AC-ECE514273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63"/>
                <a:ext cx="73" cy="80"/>
              </a:xfrm>
              <a:custGeom>
                <a:avLst/>
                <a:gdLst>
                  <a:gd name="T0" fmla="*/ 20 w 29"/>
                  <a:gd name="T1" fmla="*/ 227 h 30"/>
                  <a:gd name="T2" fmla="*/ 272 w 29"/>
                  <a:gd name="T3" fmla="*/ 21 h 30"/>
                  <a:gd name="T4" fmla="*/ 443 w 29"/>
                  <a:gd name="T5" fmla="*/ 320 h 30"/>
                  <a:gd name="T6" fmla="*/ 191 w 29"/>
                  <a:gd name="T7" fmla="*/ 533 h 30"/>
                  <a:gd name="T8" fmla="*/ 20 w 29"/>
                  <a:gd name="T9" fmla="*/ 22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1" y="12"/>
                    </a:moveTo>
                    <a:cubicBezTo>
                      <a:pt x="3" y="5"/>
                      <a:pt x="10" y="0"/>
                      <a:pt x="17" y="1"/>
                    </a:cubicBezTo>
                    <a:cubicBezTo>
                      <a:pt x="24" y="3"/>
                      <a:pt x="29" y="10"/>
                      <a:pt x="28" y="17"/>
                    </a:cubicBezTo>
                    <a:cubicBezTo>
                      <a:pt x="27" y="25"/>
                      <a:pt x="20" y="30"/>
                      <a:pt x="12" y="28"/>
                    </a:cubicBezTo>
                    <a:cubicBezTo>
                      <a:pt x="5" y="27"/>
                      <a:pt x="0" y="20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9" name="Oval 293">
                <a:extLst>
                  <a:ext uri="{FF2B5EF4-FFF2-40B4-BE49-F238E27FC236}">
                    <a16:creationId xmlns:a16="http://schemas.microsoft.com/office/drawing/2014/main" id="{A962D004-C836-4A20-9342-99C4AE6B6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1735"/>
                <a:ext cx="67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10" name="Freeform 294">
                <a:extLst>
                  <a:ext uri="{FF2B5EF4-FFF2-40B4-BE49-F238E27FC236}">
                    <a16:creationId xmlns:a16="http://schemas.microsoft.com/office/drawing/2014/main" id="{50044F65-D745-4CB6-9598-B27B70F3D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743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1" name="Freeform 295">
                <a:extLst>
                  <a:ext uri="{FF2B5EF4-FFF2-40B4-BE49-F238E27FC236}">
                    <a16:creationId xmlns:a16="http://schemas.microsoft.com/office/drawing/2014/main" id="{8514AC26-2AB0-40A0-86C7-A39224C22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759"/>
                <a:ext cx="27" cy="42"/>
              </a:xfrm>
              <a:custGeom>
                <a:avLst/>
                <a:gdLst>
                  <a:gd name="T0" fmla="*/ 133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2" name="Oval 296">
                <a:extLst>
                  <a:ext uri="{FF2B5EF4-FFF2-40B4-BE49-F238E27FC236}">
                    <a16:creationId xmlns:a16="http://schemas.microsoft.com/office/drawing/2014/main" id="{6D4984C6-EFAD-4903-AB38-E8AF79F61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75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13" name="Oval 297">
                <a:extLst>
                  <a:ext uri="{FF2B5EF4-FFF2-40B4-BE49-F238E27FC236}">
                    <a16:creationId xmlns:a16="http://schemas.microsoft.com/office/drawing/2014/main" id="{B621D747-5C6B-4906-AB72-1D41D7CFE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1" y="17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14" name="Oval 298">
                <a:extLst>
                  <a:ext uri="{FF2B5EF4-FFF2-40B4-BE49-F238E27FC236}">
                    <a16:creationId xmlns:a16="http://schemas.microsoft.com/office/drawing/2014/main" id="{E9BE2839-2B2B-460A-B27A-EC0C5FD5D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1735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15" name="Oval 299">
                <a:extLst>
                  <a:ext uri="{FF2B5EF4-FFF2-40B4-BE49-F238E27FC236}">
                    <a16:creationId xmlns:a16="http://schemas.microsoft.com/office/drawing/2014/main" id="{E7D3DD72-BB92-418D-A0D6-6EE7C4039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671"/>
                <a:ext cx="68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16" name="Freeform 300">
                <a:extLst>
                  <a:ext uri="{FF2B5EF4-FFF2-40B4-BE49-F238E27FC236}">
                    <a16:creationId xmlns:a16="http://schemas.microsoft.com/office/drawing/2014/main" id="{34BF577A-CF71-463E-8B1F-61938093E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679"/>
                <a:ext cx="45" cy="56"/>
              </a:xfrm>
              <a:custGeom>
                <a:avLst/>
                <a:gdLst>
                  <a:gd name="T0" fmla="*/ 63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63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7" name="Freeform 301">
                <a:extLst>
                  <a:ext uri="{FF2B5EF4-FFF2-40B4-BE49-F238E27FC236}">
                    <a16:creationId xmlns:a16="http://schemas.microsoft.com/office/drawing/2014/main" id="{2EC87B0C-E2C6-4C1D-8EC1-660B2B82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95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20 w 12"/>
                  <a:gd name="T3" fmla="*/ 289 h 16"/>
                  <a:gd name="T4" fmla="*/ 20 w 12"/>
                  <a:gd name="T5" fmla="*/ 289 h 16"/>
                  <a:gd name="T6" fmla="*/ 188 w 12"/>
                  <a:gd name="T7" fmla="*/ 123 h 16"/>
                  <a:gd name="T8" fmla="*/ 158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6"/>
                      <a:pt x="11" y="12"/>
                      <a:pt x="12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8" name="Oval 302">
                <a:extLst>
                  <a:ext uri="{FF2B5EF4-FFF2-40B4-BE49-F238E27FC236}">
                    <a16:creationId xmlns:a16="http://schemas.microsoft.com/office/drawing/2014/main" id="{870DD1DF-C78F-4046-AB58-6AF370F09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16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19" name="Oval 303">
                <a:extLst>
                  <a:ext uri="{FF2B5EF4-FFF2-40B4-BE49-F238E27FC236}">
                    <a16:creationId xmlns:a16="http://schemas.microsoft.com/office/drawing/2014/main" id="{0D30638A-4B32-46AE-B7CE-883740D76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6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20" name="Oval 304">
                <a:extLst>
                  <a:ext uri="{FF2B5EF4-FFF2-40B4-BE49-F238E27FC236}">
                    <a16:creationId xmlns:a16="http://schemas.microsoft.com/office/drawing/2014/main" id="{9CC84385-73EF-4397-A4F6-F436F3CAC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671"/>
                <a:ext cx="68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21" name="Oval 305">
                <a:extLst>
                  <a:ext uri="{FF2B5EF4-FFF2-40B4-BE49-F238E27FC236}">
                    <a16:creationId xmlns:a16="http://schemas.microsoft.com/office/drawing/2014/main" id="{D87B3866-C44C-4DC7-8729-E4296ED50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697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22" name="Freeform 306">
                <a:extLst>
                  <a:ext uri="{FF2B5EF4-FFF2-40B4-BE49-F238E27FC236}">
                    <a16:creationId xmlns:a16="http://schemas.microsoft.com/office/drawing/2014/main" id="{31E3EDB7-058E-4F6A-805F-8430C4C8C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70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3" name="Freeform 307">
                <a:extLst>
                  <a:ext uri="{FF2B5EF4-FFF2-40B4-BE49-F238E27FC236}">
                    <a16:creationId xmlns:a16="http://schemas.microsoft.com/office/drawing/2014/main" id="{C4CE5391-3AA7-412E-990D-B8BA237D2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721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4" name="Oval 308">
                <a:extLst>
                  <a:ext uri="{FF2B5EF4-FFF2-40B4-BE49-F238E27FC236}">
                    <a16:creationId xmlns:a16="http://schemas.microsoft.com/office/drawing/2014/main" id="{F38EDAC5-A946-4223-A028-60DEC300A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72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25" name="Oval 309">
                <a:extLst>
                  <a:ext uri="{FF2B5EF4-FFF2-40B4-BE49-F238E27FC236}">
                    <a16:creationId xmlns:a16="http://schemas.microsoft.com/office/drawing/2014/main" id="{BFCF51FD-6FB8-4080-BB57-7F2D6A687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7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26" name="Oval 310">
                <a:extLst>
                  <a:ext uri="{FF2B5EF4-FFF2-40B4-BE49-F238E27FC236}">
                    <a16:creationId xmlns:a16="http://schemas.microsoft.com/office/drawing/2014/main" id="{A12C18B3-DC6B-45C7-8F88-06E63F558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697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27" name="Oval 311">
                <a:extLst>
                  <a:ext uri="{FF2B5EF4-FFF2-40B4-BE49-F238E27FC236}">
                    <a16:creationId xmlns:a16="http://schemas.microsoft.com/office/drawing/2014/main" id="{B04D98A5-10FF-4F81-A52F-42BC71DC8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724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28" name="Freeform 312">
                <a:extLst>
                  <a:ext uri="{FF2B5EF4-FFF2-40B4-BE49-F238E27FC236}">
                    <a16:creationId xmlns:a16="http://schemas.microsoft.com/office/drawing/2014/main" id="{642B4941-2AA5-408B-A38E-E26F6F8C3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732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9" name="Freeform 313">
                <a:extLst>
                  <a:ext uri="{FF2B5EF4-FFF2-40B4-BE49-F238E27FC236}">
                    <a16:creationId xmlns:a16="http://schemas.microsoft.com/office/drawing/2014/main" id="{63B3EDF6-24E9-4B4D-B74E-F68CD4D03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745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2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0" name="Oval 314">
                <a:extLst>
                  <a:ext uri="{FF2B5EF4-FFF2-40B4-BE49-F238E27FC236}">
                    <a16:creationId xmlns:a16="http://schemas.microsoft.com/office/drawing/2014/main" id="{20BE578F-793E-4755-8A5F-95197C638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174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1" name="Oval 315">
                <a:extLst>
                  <a:ext uri="{FF2B5EF4-FFF2-40B4-BE49-F238E27FC236}">
                    <a16:creationId xmlns:a16="http://schemas.microsoft.com/office/drawing/2014/main" id="{88A7163B-0AF0-4787-98CE-C7E9D1DB2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174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2" name="Oval 316">
                <a:extLst>
                  <a:ext uri="{FF2B5EF4-FFF2-40B4-BE49-F238E27FC236}">
                    <a16:creationId xmlns:a16="http://schemas.microsoft.com/office/drawing/2014/main" id="{C588A82B-F88A-4FC0-A914-706694104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724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3" name="Oval 317">
                <a:extLst>
                  <a:ext uri="{FF2B5EF4-FFF2-40B4-BE49-F238E27FC236}">
                    <a16:creationId xmlns:a16="http://schemas.microsoft.com/office/drawing/2014/main" id="{7F82F514-2B28-4922-9C53-E53FF5EE7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1865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4" name="Freeform 318">
                <a:extLst>
                  <a:ext uri="{FF2B5EF4-FFF2-40B4-BE49-F238E27FC236}">
                    <a16:creationId xmlns:a16="http://schemas.microsoft.com/office/drawing/2014/main" id="{7F451774-C3EF-4042-8C7A-AB99528BB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873"/>
                <a:ext cx="43" cy="54"/>
              </a:xfrm>
              <a:custGeom>
                <a:avLst/>
                <a:gdLst>
                  <a:gd name="T0" fmla="*/ 51 w 17"/>
                  <a:gd name="T1" fmla="*/ 232 h 20"/>
                  <a:gd name="T2" fmla="*/ 210 w 17"/>
                  <a:gd name="T3" fmla="*/ 38 h 20"/>
                  <a:gd name="T4" fmla="*/ 276 w 17"/>
                  <a:gd name="T5" fmla="*/ 59 h 20"/>
                  <a:gd name="T6" fmla="*/ 159 w 17"/>
                  <a:gd name="T7" fmla="*/ 0 h 20"/>
                  <a:gd name="T8" fmla="*/ 0 w 17"/>
                  <a:gd name="T9" fmla="*/ 197 h 20"/>
                  <a:gd name="T10" fmla="*/ 96 w 17"/>
                  <a:gd name="T11" fmla="*/ 394 h 20"/>
                  <a:gd name="T12" fmla="*/ 51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5" name="Freeform 319">
                <a:extLst>
                  <a:ext uri="{FF2B5EF4-FFF2-40B4-BE49-F238E27FC236}">
                    <a16:creationId xmlns:a16="http://schemas.microsoft.com/office/drawing/2014/main" id="{4A54343C-9B28-47A5-AE44-92A9D77DA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887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6" name="Oval 320">
                <a:extLst>
                  <a:ext uri="{FF2B5EF4-FFF2-40B4-BE49-F238E27FC236}">
                    <a16:creationId xmlns:a16="http://schemas.microsoft.com/office/drawing/2014/main" id="{B8DACC18-5F94-48E5-BE99-ABA6BF101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88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7" name="Oval 321">
                <a:extLst>
                  <a:ext uri="{FF2B5EF4-FFF2-40B4-BE49-F238E27FC236}">
                    <a16:creationId xmlns:a16="http://schemas.microsoft.com/office/drawing/2014/main" id="{93722040-984C-4440-B934-EE47F178E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188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8" name="Oval 322">
                <a:extLst>
                  <a:ext uri="{FF2B5EF4-FFF2-40B4-BE49-F238E27FC236}">
                    <a16:creationId xmlns:a16="http://schemas.microsoft.com/office/drawing/2014/main" id="{6038C7E2-9FE2-4D60-BECC-B80A06E9B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1865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9" name="Oval 323">
                <a:extLst>
                  <a:ext uri="{FF2B5EF4-FFF2-40B4-BE49-F238E27FC236}">
                    <a16:creationId xmlns:a16="http://schemas.microsoft.com/office/drawing/2014/main" id="{A824A9A5-A0AF-4D2A-AA68-803257DCA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153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40" name="Freeform 324">
                <a:extLst>
                  <a:ext uri="{FF2B5EF4-FFF2-40B4-BE49-F238E27FC236}">
                    <a16:creationId xmlns:a16="http://schemas.microsoft.com/office/drawing/2014/main" id="{F469D02B-2D5D-4F41-996A-A96B20DCD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161"/>
                <a:ext cx="43" cy="54"/>
              </a:xfrm>
              <a:custGeom>
                <a:avLst/>
                <a:gdLst>
                  <a:gd name="T0" fmla="*/ 51 w 17"/>
                  <a:gd name="T1" fmla="*/ 232 h 20"/>
                  <a:gd name="T2" fmla="*/ 210 w 17"/>
                  <a:gd name="T3" fmla="*/ 38 h 20"/>
                  <a:gd name="T4" fmla="*/ 276 w 17"/>
                  <a:gd name="T5" fmla="*/ 59 h 20"/>
                  <a:gd name="T6" fmla="*/ 159 w 17"/>
                  <a:gd name="T7" fmla="*/ 0 h 20"/>
                  <a:gd name="T8" fmla="*/ 0 w 17"/>
                  <a:gd name="T9" fmla="*/ 197 h 20"/>
                  <a:gd name="T10" fmla="*/ 96 w 17"/>
                  <a:gd name="T11" fmla="*/ 394 h 20"/>
                  <a:gd name="T12" fmla="*/ 51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1" name="Freeform 325">
                <a:extLst>
                  <a:ext uri="{FF2B5EF4-FFF2-40B4-BE49-F238E27FC236}">
                    <a16:creationId xmlns:a16="http://schemas.microsoft.com/office/drawing/2014/main" id="{0ACF962E-877B-4344-9257-1ECFBD091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175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2" name="Oval 326">
                <a:extLst>
                  <a:ext uri="{FF2B5EF4-FFF2-40B4-BE49-F238E27FC236}">
                    <a16:creationId xmlns:a16="http://schemas.microsoft.com/office/drawing/2014/main" id="{08CC9236-BBB0-4EF2-80FA-CD878B6AD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21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43" name="Oval 327">
                <a:extLst>
                  <a:ext uri="{FF2B5EF4-FFF2-40B4-BE49-F238E27FC236}">
                    <a16:creationId xmlns:a16="http://schemas.microsoft.com/office/drawing/2014/main" id="{BDF05345-E5F9-4CE2-B7E4-BB5B48F0D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17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44" name="Oval 328">
                <a:extLst>
                  <a:ext uri="{FF2B5EF4-FFF2-40B4-BE49-F238E27FC236}">
                    <a16:creationId xmlns:a16="http://schemas.microsoft.com/office/drawing/2014/main" id="{4546438E-C2ED-4732-9C42-2313B8768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15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45" name="Oval 329">
                <a:extLst>
                  <a:ext uri="{FF2B5EF4-FFF2-40B4-BE49-F238E27FC236}">
                    <a16:creationId xmlns:a16="http://schemas.microsoft.com/office/drawing/2014/main" id="{0998C801-FF19-4EE5-9D44-D64B8EEE4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2212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46" name="Freeform 330">
                <a:extLst>
                  <a:ext uri="{FF2B5EF4-FFF2-40B4-BE49-F238E27FC236}">
                    <a16:creationId xmlns:a16="http://schemas.microsoft.com/office/drawing/2014/main" id="{0C12EA6E-56CD-4E68-B890-B665200B4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20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08 w 18"/>
                  <a:gd name="T3" fmla="*/ 34 h 20"/>
                  <a:gd name="T4" fmla="*/ 283 w 18"/>
                  <a:gd name="T5" fmla="*/ 34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7" name="Freeform 331">
                <a:extLst>
                  <a:ext uri="{FF2B5EF4-FFF2-40B4-BE49-F238E27FC236}">
                    <a16:creationId xmlns:a16="http://schemas.microsoft.com/office/drawing/2014/main" id="{9FEE3B61-3BB9-4266-9501-4DA51049F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233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14 h 17"/>
                  <a:gd name="T4" fmla="*/ 0 w 11"/>
                  <a:gd name="T5" fmla="*/ 314 h 17"/>
                  <a:gd name="T6" fmla="*/ 181 w 11"/>
                  <a:gd name="T7" fmla="*/ 138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7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8" name="Oval 332">
                <a:extLst>
                  <a:ext uri="{FF2B5EF4-FFF2-40B4-BE49-F238E27FC236}">
                    <a16:creationId xmlns:a16="http://schemas.microsoft.com/office/drawing/2014/main" id="{1121F934-D8E5-4B33-BB0A-223597891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23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49" name="Oval 333">
                <a:extLst>
                  <a:ext uri="{FF2B5EF4-FFF2-40B4-BE49-F238E27FC236}">
                    <a16:creationId xmlns:a16="http://schemas.microsoft.com/office/drawing/2014/main" id="{D58934D1-2BA1-433B-9874-BA8F6DF2F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228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50" name="Oval 334">
                <a:extLst>
                  <a:ext uri="{FF2B5EF4-FFF2-40B4-BE49-F238E27FC236}">
                    <a16:creationId xmlns:a16="http://schemas.microsoft.com/office/drawing/2014/main" id="{0B074B02-EE3B-468F-8F76-9D0CF13C2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2212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51" name="Oval 335">
                <a:extLst>
                  <a:ext uri="{FF2B5EF4-FFF2-40B4-BE49-F238E27FC236}">
                    <a16:creationId xmlns:a16="http://schemas.microsoft.com/office/drawing/2014/main" id="{3AAD8DCD-CA8E-451D-9807-4CC288EDA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203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52" name="Freeform 336">
                <a:extLst>
                  <a:ext uri="{FF2B5EF4-FFF2-40B4-BE49-F238E27FC236}">
                    <a16:creationId xmlns:a16="http://schemas.microsoft.com/office/drawing/2014/main" id="{AB794EA4-EE07-42D0-9FC3-1472C1335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041"/>
                <a:ext cx="42" cy="54"/>
              </a:xfrm>
              <a:custGeom>
                <a:avLst/>
                <a:gdLst>
                  <a:gd name="T0" fmla="*/ 42 w 17"/>
                  <a:gd name="T1" fmla="*/ 257 h 20"/>
                  <a:gd name="T2" fmla="*/ 195 w 17"/>
                  <a:gd name="T3" fmla="*/ 38 h 20"/>
                  <a:gd name="T4" fmla="*/ 257 w 17"/>
                  <a:gd name="T5" fmla="*/ 59 h 20"/>
                  <a:gd name="T6" fmla="*/ 153 w 17"/>
                  <a:gd name="T7" fmla="*/ 0 h 20"/>
                  <a:gd name="T8" fmla="*/ 0 w 17"/>
                  <a:gd name="T9" fmla="*/ 219 h 20"/>
                  <a:gd name="T10" fmla="*/ 91 w 17"/>
                  <a:gd name="T11" fmla="*/ 394 h 20"/>
                  <a:gd name="T12" fmla="*/ 42 w 17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3" name="Freeform 337">
                <a:extLst>
                  <a:ext uri="{FF2B5EF4-FFF2-40B4-BE49-F238E27FC236}">
                    <a16:creationId xmlns:a16="http://schemas.microsoft.com/office/drawing/2014/main" id="{B9B50D8D-A93D-47A5-8177-6E12618A3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055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4" name="Oval 338">
                <a:extLst>
                  <a:ext uri="{FF2B5EF4-FFF2-40B4-BE49-F238E27FC236}">
                    <a16:creationId xmlns:a16="http://schemas.microsoft.com/office/drawing/2014/main" id="{6D42C7D6-8094-42A7-BF03-CA7F76E45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0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55" name="Oval 339">
                <a:extLst>
                  <a:ext uri="{FF2B5EF4-FFF2-40B4-BE49-F238E27FC236}">
                    <a16:creationId xmlns:a16="http://schemas.microsoft.com/office/drawing/2014/main" id="{FE47DA36-D435-42FC-AC42-7CBF07269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05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56" name="Oval 340">
                <a:extLst>
                  <a:ext uri="{FF2B5EF4-FFF2-40B4-BE49-F238E27FC236}">
                    <a16:creationId xmlns:a16="http://schemas.microsoft.com/office/drawing/2014/main" id="{4DFED1D2-7DAB-4BA8-A9B5-44E3FB14E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203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57" name="Oval 341">
                <a:extLst>
                  <a:ext uri="{FF2B5EF4-FFF2-40B4-BE49-F238E27FC236}">
                    <a16:creationId xmlns:a16="http://schemas.microsoft.com/office/drawing/2014/main" id="{2C328A25-3DEE-49D8-ABAC-77C8588E4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1764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58" name="Freeform 342">
                <a:extLst>
                  <a:ext uri="{FF2B5EF4-FFF2-40B4-BE49-F238E27FC236}">
                    <a16:creationId xmlns:a16="http://schemas.microsoft.com/office/drawing/2014/main" id="{223DBA6A-AE59-4353-9F80-EDB92E25F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772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9" name="Freeform 343">
                <a:extLst>
                  <a:ext uri="{FF2B5EF4-FFF2-40B4-BE49-F238E27FC236}">
                    <a16:creationId xmlns:a16="http://schemas.microsoft.com/office/drawing/2014/main" id="{DB605313-45D4-43B2-81D8-6BECEB31C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788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45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0" name="Oval 344">
                <a:extLst>
                  <a:ext uri="{FF2B5EF4-FFF2-40B4-BE49-F238E27FC236}">
                    <a16:creationId xmlns:a16="http://schemas.microsoft.com/office/drawing/2014/main" id="{76336D49-3ABF-455F-B2B9-F98C6F639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17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61" name="Oval 345">
                <a:extLst>
                  <a:ext uri="{FF2B5EF4-FFF2-40B4-BE49-F238E27FC236}">
                    <a16:creationId xmlns:a16="http://schemas.microsoft.com/office/drawing/2014/main" id="{54421382-1A5C-4327-82EA-5709728FB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1783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62" name="Oval 346">
                <a:extLst>
                  <a:ext uri="{FF2B5EF4-FFF2-40B4-BE49-F238E27FC236}">
                    <a16:creationId xmlns:a16="http://schemas.microsoft.com/office/drawing/2014/main" id="{C03D3D40-0767-4904-AB51-932AEBA6A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1764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63" name="Oval 347">
                <a:extLst>
                  <a:ext uri="{FF2B5EF4-FFF2-40B4-BE49-F238E27FC236}">
                    <a16:creationId xmlns:a16="http://schemas.microsoft.com/office/drawing/2014/main" id="{4963EA35-51FB-4391-A9BB-108BA0B73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817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64" name="Freeform 348">
                <a:extLst>
                  <a:ext uri="{FF2B5EF4-FFF2-40B4-BE49-F238E27FC236}">
                    <a16:creationId xmlns:a16="http://schemas.microsoft.com/office/drawing/2014/main" id="{FFBFA1C0-3A4D-4982-A161-6B7E4758A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83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5" name="Oval 349">
                <a:extLst>
                  <a:ext uri="{FF2B5EF4-FFF2-40B4-BE49-F238E27FC236}">
                    <a16:creationId xmlns:a16="http://schemas.microsoft.com/office/drawing/2014/main" id="{28120FA8-E68B-42CD-9D00-8962F9FED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833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66" name="Oval 350">
                <a:extLst>
                  <a:ext uri="{FF2B5EF4-FFF2-40B4-BE49-F238E27FC236}">
                    <a16:creationId xmlns:a16="http://schemas.microsoft.com/office/drawing/2014/main" id="{7453D253-4DD6-4D0B-B2F8-EAA068887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81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67" name="Oval 351">
                <a:extLst>
                  <a:ext uri="{FF2B5EF4-FFF2-40B4-BE49-F238E27FC236}">
                    <a16:creationId xmlns:a16="http://schemas.microsoft.com/office/drawing/2014/main" id="{34E8138B-AE3D-4175-B6D0-5E80159B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796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68" name="Freeform 352">
                <a:extLst>
                  <a:ext uri="{FF2B5EF4-FFF2-40B4-BE49-F238E27FC236}">
                    <a16:creationId xmlns:a16="http://schemas.microsoft.com/office/drawing/2014/main" id="{CD697D4F-8097-4ADB-A0BB-34CE38365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804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9" name="Freeform 353">
                <a:extLst>
                  <a:ext uri="{FF2B5EF4-FFF2-40B4-BE49-F238E27FC236}">
                    <a16:creationId xmlns:a16="http://schemas.microsoft.com/office/drawing/2014/main" id="{F5D852D0-0AF3-4E3E-968A-7E328D112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820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0" name="Oval 354">
                <a:extLst>
                  <a:ext uri="{FF2B5EF4-FFF2-40B4-BE49-F238E27FC236}">
                    <a16:creationId xmlns:a16="http://schemas.microsoft.com/office/drawing/2014/main" id="{621FA5E9-2AAE-46FB-B822-305603C5F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182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1" name="Oval 355">
                <a:extLst>
                  <a:ext uri="{FF2B5EF4-FFF2-40B4-BE49-F238E27FC236}">
                    <a16:creationId xmlns:a16="http://schemas.microsoft.com/office/drawing/2014/main" id="{5363029A-D29C-4420-A0CC-C06106463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8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2" name="Oval 356">
                <a:extLst>
                  <a:ext uri="{FF2B5EF4-FFF2-40B4-BE49-F238E27FC236}">
                    <a16:creationId xmlns:a16="http://schemas.microsoft.com/office/drawing/2014/main" id="{8804A146-1EE2-411B-8B3F-30909089B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796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3" name="Oval 357">
                <a:extLst>
                  <a:ext uri="{FF2B5EF4-FFF2-40B4-BE49-F238E27FC236}">
                    <a16:creationId xmlns:a16="http://schemas.microsoft.com/office/drawing/2014/main" id="{6E1E7D13-4D45-44F4-A507-045A61C31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1700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4" name="Freeform 358">
                <a:extLst>
                  <a:ext uri="{FF2B5EF4-FFF2-40B4-BE49-F238E27FC236}">
                    <a16:creationId xmlns:a16="http://schemas.microsoft.com/office/drawing/2014/main" id="{87A44D98-9463-4ED0-A71B-BED63F890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21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45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5" name="Oval 359">
                <a:extLst>
                  <a:ext uri="{FF2B5EF4-FFF2-40B4-BE49-F238E27FC236}">
                    <a16:creationId xmlns:a16="http://schemas.microsoft.com/office/drawing/2014/main" id="{FBECA79A-2FDC-4CEA-BC39-37255920B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72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6" name="Oval 360">
                <a:extLst>
                  <a:ext uri="{FF2B5EF4-FFF2-40B4-BE49-F238E27FC236}">
                    <a16:creationId xmlns:a16="http://schemas.microsoft.com/office/drawing/2014/main" id="{894808D7-30CB-42EC-B7BD-284542E15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719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7" name="Oval 361">
                <a:extLst>
                  <a:ext uri="{FF2B5EF4-FFF2-40B4-BE49-F238E27FC236}">
                    <a16:creationId xmlns:a16="http://schemas.microsoft.com/office/drawing/2014/main" id="{D36FF650-5118-42DF-86DE-AE6214853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1700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8" name="Oval 362">
                <a:extLst>
                  <a:ext uri="{FF2B5EF4-FFF2-40B4-BE49-F238E27FC236}">
                    <a16:creationId xmlns:a16="http://schemas.microsoft.com/office/drawing/2014/main" id="{FE5AC4ED-15B5-4B0E-872A-75F566C0A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713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9" name="Freeform 363">
                <a:extLst>
                  <a:ext uri="{FF2B5EF4-FFF2-40B4-BE49-F238E27FC236}">
                    <a16:creationId xmlns:a16="http://schemas.microsoft.com/office/drawing/2014/main" id="{A399569C-D5C5-4BC3-AF61-1D09F874D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21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0" name="Freeform 364">
                <a:extLst>
                  <a:ext uri="{FF2B5EF4-FFF2-40B4-BE49-F238E27FC236}">
                    <a16:creationId xmlns:a16="http://schemas.microsoft.com/office/drawing/2014/main" id="{8FDDA713-B2CC-4455-82B2-670CE5BAC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737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1" name="Oval 365">
                <a:extLst>
                  <a:ext uri="{FF2B5EF4-FFF2-40B4-BE49-F238E27FC236}">
                    <a16:creationId xmlns:a16="http://schemas.microsoft.com/office/drawing/2014/main" id="{81F960FF-E7D6-496F-BB9E-073803FDA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73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82" name="Oval 366">
                <a:extLst>
                  <a:ext uri="{FF2B5EF4-FFF2-40B4-BE49-F238E27FC236}">
                    <a16:creationId xmlns:a16="http://schemas.microsoft.com/office/drawing/2014/main" id="{2DA50272-2439-4F9B-B6FB-07CC13B45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73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83" name="Oval 367">
                <a:extLst>
                  <a:ext uri="{FF2B5EF4-FFF2-40B4-BE49-F238E27FC236}">
                    <a16:creationId xmlns:a16="http://schemas.microsoft.com/office/drawing/2014/main" id="{0E5EB983-3550-4A3E-9C1E-5E0A63F9C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713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84" name="Oval 368">
                <a:extLst>
                  <a:ext uri="{FF2B5EF4-FFF2-40B4-BE49-F238E27FC236}">
                    <a16:creationId xmlns:a16="http://schemas.microsoft.com/office/drawing/2014/main" id="{59CF86ED-269A-4392-81C9-190948A6E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67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85" name="Freeform 369">
                <a:extLst>
                  <a:ext uri="{FF2B5EF4-FFF2-40B4-BE49-F238E27FC236}">
                    <a16:creationId xmlns:a16="http://schemas.microsoft.com/office/drawing/2014/main" id="{5EF6A744-1EE7-4DBC-A340-70B459EE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687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6" name="Freeform 370">
                <a:extLst>
                  <a:ext uri="{FF2B5EF4-FFF2-40B4-BE49-F238E27FC236}">
                    <a16:creationId xmlns:a16="http://schemas.microsoft.com/office/drawing/2014/main" id="{ADABCEE5-BBB3-43C2-93D9-E2849659D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700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12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7" name="Oval 371">
                <a:extLst>
                  <a:ext uri="{FF2B5EF4-FFF2-40B4-BE49-F238E27FC236}">
                    <a16:creationId xmlns:a16="http://schemas.microsoft.com/office/drawing/2014/main" id="{5E08B98B-DFCB-4C8A-8439-73ED84419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170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88" name="Oval 372">
                <a:extLst>
                  <a:ext uri="{FF2B5EF4-FFF2-40B4-BE49-F238E27FC236}">
                    <a16:creationId xmlns:a16="http://schemas.microsoft.com/office/drawing/2014/main" id="{94916784-916E-4E82-90F9-23CB0BA06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695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89" name="Oval 373">
                <a:extLst>
                  <a:ext uri="{FF2B5EF4-FFF2-40B4-BE49-F238E27FC236}">
                    <a16:creationId xmlns:a16="http://schemas.microsoft.com/office/drawing/2014/main" id="{E9FF5DCE-CBAE-4D25-8C49-BBC5646DA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67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0" name="Oval 374">
                <a:extLst>
                  <a:ext uri="{FF2B5EF4-FFF2-40B4-BE49-F238E27FC236}">
                    <a16:creationId xmlns:a16="http://schemas.microsoft.com/office/drawing/2014/main" id="{EF4E06A0-EE70-437A-8C93-92AFDF7B6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29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1" name="Freeform 375">
                <a:extLst>
                  <a:ext uri="{FF2B5EF4-FFF2-40B4-BE49-F238E27FC236}">
                    <a16:creationId xmlns:a16="http://schemas.microsoft.com/office/drawing/2014/main" id="{B6AEFA92-A81A-4008-8C6C-251E28F2D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737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2" name="Freeform 376">
                <a:extLst>
                  <a:ext uri="{FF2B5EF4-FFF2-40B4-BE49-F238E27FC236}">
                    <a16:creationId xmlns:a16="http://schemas.microsoft.com/office/drawing/2014/main" id="{9A2CEDD5-67D7-4C75-915E-00026FAC2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753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9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3" name="Oval 377">
                <a:extLst>
                  <a:ext uri="{FF2B5EF4-FFF2-40B4-BE49-F238E27FC236}">
                    <a16:creationId xmlns:a16="http://schemas.microsoft.com/office/drawing/2014/main" id="{782C4250-9F9B-4805-91FF-3F16EADCA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17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4" name="Oval 378">
                <a:extLst>
                  <a:ext uri="{FF2B5EF4-FFF2-40B4-BE49-F238E27FC236}">
                    <a16:creationId xmlns:a16="http://schemas.microsoft.com/office/drawing/2014/main" id="{583E22DF-6E14-4711-B410-5ADA31A7E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7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5" name="Oval 379">
                <a:extLst>
                  <a:ext uri="{FF2B5EF4-FFF2-40B4-BE49-F238E27FC236}">
                    <a16:creationId xmlns:a16="http://schemas.microsoft.com/office/drawing/2014/main" id="{9EC370E8-E132-4956-8F34-8B522F29D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29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6" name="Oval 380">
                <a:extLst>
                  <a:ext uri="{FF2B5EF4-FFF2-40B4-BE49-F238E27FC236}">
                    <a16:creationId xmlns:a16="http://schemas.microsoft.com/office/drawing/2014/main" id="{BD5914F2-7666-4732-B1A6-E835B4C20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729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7" name="Freeform 381">
                <a:extLst>
                  <a:ext uri="{FF2B5EF4-FFF2-40B4-BE49-F238E27FC236}">
                    <a16:creationId xmlns:a16="http://schemas.microsoft.com/office/drawing/2014/main" id="{EE5C41C4-08D2-4831-87E9-D0865CE2B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737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8" name="Freeform 382">
                <a:extLst>
                  <a:ext uri="{FF2B5EF4-FFF2-40B4-BE49-F238E27FC236}">
                    <a16:creationId xmlns:a16="http://schemas.microsoft.com/office/drawing/2014/main" id="{ABA1FDCB-E117-4B88-9341-75B90810A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751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9" name="Oval 383">
                <a:extLst>
                  <a:ext uri="{FF2B5EF4-FFF2-40B4-BE49-F238E27FC236}">
                    <a16:creationId xmlns:a16="http://schemas.microsoft.com/office/drawing/2014/main" id="{ADCACA8F-71D8-451B-AE87-28A3367DB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7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00" name="Oval 384">
                <a:extLst>
                  <a:ext uri="{FF2B5EF4-FFF2-40B4-BE49-F238E27FC236}">
                    <a16:creationId xmlns:a16="http://schemas.microsoft.com/office/drawing/2014/main" id="{2991C0C4-8680-4A83-A6E0-1619A34B3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74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01" name="Oval 385">
                <a:extLst>
                  <a:ext uri="{FF2B5EF4-FFF2-40B4-BE49-F238E27FC236}">
                    <a16:creationId xmlns:a16="http://schemas.microsoft.com/office/drawing/2014/main" id="{4042E3BE-317A-41C0-B212-64F4295EE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72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02" name="Oval 386">
                <a:extLst>
                  <a:ext uri="{FF2B5EF4-FFF2-40B4-BE49-F238E27FC236}">
                    <a16:creationId xmlns:a16="http://schemas.microsoft.com/office/drawing/2014/main" id="{B87795B1-8CB8-498F-A742-565E48747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75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03" name="Freeform 387">
                <a:extLst>
                  <a:ext uri="{FF2B5EF4-FFF2-40B4-BE49-F238E27FC236}">
                    <a16:creationId xmlns:a16="http://schemas.microsoft.com/office/drawing/2014/main" id="{6C74A9FF-C17F-4F52-8FEF-93374049D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761"/>
                <a:ext cx="42" cy="54"/>
              </a:xfrm>
              <a:custGeom>
                <a:avLst/>
                <a:gdLst>
                  <a:gd name="T0" fmla="*/ 42 w 17"/>
                  <a:gd name="T1" fmla="*/ 257 h 20"/>
                  <a:gd name="T2" fmla="*/ 195 w 17"/>
                  <a:gd name="T3" fmla="*/ 38 h 20"/>
                  <a:gd name="T4" fmla="*/ 257 w 17"/>
                  <a:gd name="T5" fmla="*/ 59 h 20"/>
                  <a:gd name="T6" fmla="*/ 153 w 17"/>
                  <a:gd name="T7" fmla="*/ 0 h 20"/>
                  <a:gd name="T8" fmla="*/ 0 w 17"/>
                  <a:gd name="T9" fmla="*/ 219 h 20"/>
                  <a:gd name="T10" fmla="*/ 91 w 17"/>
                  <a:gd name="T11" fmla="*/ 394 h 20"/>
                  <a:gd name="T12" fmla="*/ 42 w 17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4" name="Freeform 388">
                <a:extLst>
                  <a:ext uri="{FF2B5EF4-FFF2-40B4-BE49-F238E27FC236}">
                    <a16:creationId xmlns:a16="http://schemas.microsoft.com/office/drawing/2014/main" id="{B74A0BBE-AE4F-49D2-A23B-551D5C1B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75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5" name="Oval 389">
                <a:extLst>
                  <a:ext uri="{FF2B5EF4-FFF2-40B4-BE49-F238E27FC236}">
                    <a16:creationId xmlns:a16="http://schemas.microsoft.com/office/drawing/2014/main" id="{77849BD6-3042-4864-9472-876A6487E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7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06" name="Oval 390">
                <a:extLst>
                  <a:ext uri="{FF2B5EF4-FFF2-40B4-BE49-F238E27FC236}">
                    <a16:creationId xmlns:a16="http://schemas.microsoft.com/office/drawing/2014/main" id="{954498C8-492B-4C6D-82A8-D4F76C19C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177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07" name="Oval 391">
                <a:extLst>
                  <a:ext uri="{FF2B5EF4-FFF2-40B4-BE49-F238E27FC236}">
                    <a16:creationId xmlns:a16="http://schemas.microsoft.com/office/drawing/2014/main" id="{4EA0D1CE-28B5-4BCA-8476-BBFFBD5E4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75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08" name="Oval 392">
                <a:extLst>
                  <a:ext uri="{FF2B5EF4-FFF2-40B4-BE49-F238E27FC236}">
                    <a16:creationId xmlns:a16="http://schemas.microsoft.com/office/drawing/2014/main" id="{BA652142-7607-457E-91D6-DC04B5C01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780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09" name="Freeform 393">
                <a:extLst>
                  <a:ext uri="{FF2B5EF4-FFF2-40B4-BE49-F238E27FC236}">
                    <a16:creationId xmlns:a16="http://schemas.microsoft.com/office/drawing/2014/main" id="{0A544335-0582-450D-97C2-7B552B0E5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788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0" name="Freeform 394">
                <a:extLst>
                  <a:ext uri="{FF2B5EF4-FFF2-40B4-BE49-F238E27FC236}">
                    <a16:creationId xmlns:a16="http://schemas.microsoft.com/office/drawing/2014/main" id="{BF5949AF-70B6-4BEF-97AB-DC640187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804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1" name="Oval 395">
                <a:extLst>
                  <a:ext uri="{FF2B5EF4-FFF2-40B4-BE49-F238E27FC236}">
                    <a16:creationId xmlns:a16="http://schemas.microsoft.com/office/drawing/2014/main" id="{2B9EE133-FCEB-46DB-965C-7C391F407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8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12" name="Oval 396">
                <a:extLst>
                  <a:ext uri="{FF2B5EF4-FFF2-40B4-BE49-F238E27FC236}">
                    <a16:creationId xmlns:a16="http://schemas.microsoft.com/office/drawing/2014/main" id="{4999CA9E-B801-4579-945E-5DE074499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79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7895" name="Group 397">
              <a:extLst>
                <a:ext uri="{FF2B5EF4-FFF2-40B4-BE49-F238E27FC236}">
                  <a16:creationId xmlns:a16="http://schemas.microsoft.com/office/drawing/2014/main" id="{62F7A582-D06F-4025-875E-EB162E3F73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681"/>
              <a:ext cx="871" cy="768"/>
              <a:chOff x="2308" y="1681"/>
              <a:chExt cx="871" cy="768"/>
            </a:xfrm>
          </p:grpSpPr>
          <p:sp>
            <p:nvSpPr>
              <p:cNvPr id="57613" name="Oval 398">
                <a:extLst>
                  <a:ext uri="{FF2B5EF4-FFF2-40B4-BE49-F238E27FC236}">
                    <a16:creationId xmlns:a16="http://schemas.microsoft.com/office/drawing/2014/main" id="{F6B45FA8-C144-4219-9D39-028608533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780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14" name="Oval 399">
                <a:extLst>
                  <a:ext uri="{FF2B5EF4-FFF2-40B4-BE49-F238E27FC236}">
                    <a16:creationId xmlns:a16="http://schemas.microsoft.com/office/drawing/2014/main" id="{FB8930D6-339A-40B0-AA68-F3D44BB5D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681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15" name="Freeform 400">
                <a:extLst>
                  <a:ext uri="{FF2B5EF4-FFF2-40B4-BE49-F238E27FC236}">
                    <a16:creationId xmlns:a16="http://schemas.microsoft.com/office/drawing/2014/main" id="{06B80DC9-D0F4-487A-93CD-A898CD597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689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401">
                <a:extLst>
                  <a:ext uri="{FF2B5EF4-FFF2-40B4-BE49-F238E27FC236}">
                    <a16:creationId xmlns:a16="http://schemas.microsoft.com/office/drawing/2014/main" id="{8101A1AF-F56E-46B4-A4D0-E051C2817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705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2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Oval 402">
                <a:extLst>
                  <a:ext uri="{FF2B5EF4-FFF2-40B4-BE49-F238E27FC236}">
                    <a16:creationId xmlns:a16="http://schemas.microsoft.com/office/drawing/2014/main" id="{7CAB62A7-83AD-4AF9-B27B-27E4132C0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" y="170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18" name="Oval 403">
                <a:extLst>
                  <a:ext uri="{FF2B5EF4-FFF2-40B4-BE49-F238E27FC236}">
                    <a16:creationId xmlns:a16="http://schemas.microsoft.com/office/drawing/2014/main" id="{01EA28C9-148B-4B3D-9854-DF56B5E8A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70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19" name="Oval 404">
                <a:extLst>
                  <a:ext uri="{FF2B5EF4-FFF2-40B4-BE49-F238E27FC236}">
                    <a16:creationId xmlns:a16="http://schemas.microsoft.com/office/drawing/2014/main" id="{27B93462-D136-4FFE-9B9D-72F6A24CD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681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20" name="Oval 405">
                <a:extLst>
                  <a:ext uri="{FF2B5EF4-FFF2-40B4-BE49-F238E27FC236}">
                    <a16:creationId xmlns:a16="http://schemas.microsoft.com/office/drawing/2014/main" id="{7DA96E77-B576-4797-8F17-BA93D08BB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772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21" name="Freeform 406">
                <a:extLst>
                  <a:ext uri="{FF2B5EF4-FFF2-40B4-BE49-F238E27FC236}">
                    <a16:creationId xmlns:a16="http://schemas.microsoft.com/office/drawing/2014/main" id="{47C0EA01-A0A1-4F95-9EE1-6DDAD7EA8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93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Oval 407">
                <a:extLst>
                  <a:ext uri="{FF2B5EF4-FFF2-40B4-BE49-F238E27FC236}">
                    <a16:creationId xmlns:a16="http://schemas.microsoft.com/office/drawing/2014/main" id="{BEEB92A2-17AF-4D5F-AE5F-28711DF7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772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23" name="Oval 408">
                <a:extLst>
                  <a:ext uri="{FF2B5EF4-FFF2-40B4-BE49-F238E27FC236}">
                    <a16:creationId xmlns:a16="http://schemas.microsoft.com/office/drawing/2014/main" id="{CB737B17-73D1-448E-8955-DF415CBC7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08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24" name="Freeform 409">
                <a:extLst>
                  <a:ext uri="{FF2B5EF4-FFF2-40B4-BE49-F238E27FC236}">
                    <a16:creationId xmlns:a16="http://schemas.microsoft.com/office/drawing/2014/main" id="{F631CF79-D428-4B05-8E92-FEFA567E3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716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Freeform 410">
                <a:extLst>
                  <a:ext uri="{FF2B5EF4-FFF2-40B4-BE49-F238E27FC236}">
                    <a16:creationId xmlns:a16="http://schemas.microsoft.com/office/drawing/2014/main" id="{597101A2-2ED4-4A8C-B758-B80A2017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32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6" name="Oval 411">
                <a:extLst>
                  <a:ext uri="{FF2B5EF4-FFF2-40B4-BE49-F238E27FC236}">
                    <a16:creationId xmlns:a16="http://schemas.microsoft.com/office/drawing/2014/main" id="{89A726B1-DB16-4D13-B7AB-128C8ED2C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" y="17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27" name="Oval 412">
                <a:extLst>
                  <a:ext uri="{FF2B5EF4-FFF2-40B4-BE49-F238E27FC236}">
                    <a16:creationId xmlns:a16="http://schemas.microsoft.com/office/drawing/2014/main" id="{4DCDC32D-3264-463F-BD32-8AFC5C272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17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28" name="Oval 413">
                <a:extLst>
                  <a:ext uri="{FF2B5EF4-FFF2-40B4-BE49-F238E27FC236}">
                    <a16:creationId xmlns:a16="http://schemas.microsoft.com/office/drawing/2014/main" id="{A5C17F8D-30EC-4CC5-92C9-0538C580D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08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29" name="Oval 414">
                <a:extLst>
                  <a:ext uri="{FF2B5EF4-FFF2-40B4-BE49-F238E27FC236}">
                    <a16:creationId xmlns:a16="http://schemas.microsoft.com/office/drawing/2014/main" id="{622F800C-EEF6-40EF-AA0D-872E74276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77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30" name="Freeform 415">
                <a:extLst>
                  <a:ext uri="{FF2B5EF4-FFF2-40B4-BE49-F238E27FC236}">
                    <a16:creationId xmlns:a16="http://schemas.microsoft.com/office/drawing/2014/main" id="{E4B5AB97-337D-4344-BB3C-D3BF19B07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79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294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1" name="Oval 416">
                <a:extLst>
                  <a:ext uri="{FF2B5EF4-FFF2-40B4-BE49-F238E27FC236}">
                    <a16:creationId xmlns:a16="http://schemas.microsoft.com/office/drawing/2014/main" id="{F983AA5B-4433-4100-8901-2DB65A2FD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7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32" name="Oval 417">
                <a:extLst>
                  <a:ext uri="{FF2B5EF4-FFF2-40B4-BE49-F238E27FC236}">
                    <a16:creationId xmlns:a16="http://schemas.microsoft.com/office/drawing/2014/main" id="{0D46E4FA-FEEC-45E1-90A7-9F6D37A2F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77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33" name="Oval 418">
                <a:extLst>
                  <a:ext uri="{FF2B5EF4-FFF2-40B4-BE49-F238E27FC236}">
                    <a16:creationId xmlns:a16="http://schemas.microsoft.com/office/drawing/2014/main" id="{F990BF97-2CE5-4B79-9ED8-15E5663C8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812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34" name="Freeform 419">
                <a:extLst>
                  <a:ext uri="{FF2B5EF4-FFF2-40B4-BE49-F238E27FC236}">
                    <a16:creationId xmlns:a16="http://schemas.microsoft.com/office/drawing/2014/main" id="{48479674-10AD-484F-A061-D3E01E12E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820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420">
                <a:extLst>
                  <a:ext uri="{FF2B5EF4-FFF2-40B4-BE49-F238E27FC236}">
                    <a16:creationId xmlns:a16="http://schemas.microsoft.com/office/drawing/2014/main" id="{BF3444E9-EE4D-4716-BCF2-A216DCE56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836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Oval 421">
                <a:extLst>
                  <a:ext uri="{FF2B5EF4-FFF2-40B4-BE49-F238E27FC236}">
                    <a16:creationId xmlns:a16="http://schemas.microsoft.com/office/drawing/2014/main" id="{F2903B04-C74F-4354-BD24-B228608F1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83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37" name="Oval 422">
                <a:extLst>
                  <a:ext uri="{FF2B5EF4-FFF2-40B4-BE49-F238E27FC236}">
                    <a16:creationId xmlns:a16="http://schemas.microsoft.com/office/drawing/2014/main" id="{DFB1C7A3-A332-4AD5-9FE8-E534ED4B9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18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38" name="Oval 423">
                <a:extLst>
                  <a:ext uri="{FF2B5EF4-FFF2-40B4-BE49-F238E27FC236}">
                    <a16:creationId xmlns:a16="http://schemas.microsoft.com/office/drawing/2014/main" id="{2CFAE23F-DD73-404A-82FF-8CBDF2FC6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812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39" name="Oval 424">
                <a:extLst>
                  <a:ext uri="{FF2B5EF4-FFF2-40B4-BE49-F238E27FC236}">
                    <a16:creationId xmlns:a16="http://schemas.microsoft.com/office/drawing/2014/main" id="{9588E4EE-856A-4B3E-8944-2FAD1F111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172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40" name="Freeform 425">
                <a:extLst>
                  <a:ext uri="{FF2B5EF4-FFF2-40B4-BE49-F238E27FC236}">
                    <a16:creationId xmlns:a16="http://schemas.microsoft.com/office/drawing/2014/main" id="{F648A1CE-1042-494F-85BD-E7543F234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729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426">
                <a:extLst>
                  <a:ext uri="{FF2B5EF4-FFF2-40B4-BE49-F238E27FC236}">
                    <a16:creationId xmlns:a16="http://schemas.microsoft.com/office/drawing/2014/main" id="{F1B9AF19-48D5-425E-A6BF-E19AABA55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743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Oval 427">
                <a:extLst>
                  <a:ext uri="{FF2B5EF4-FFF2-40B4-BE49-F238E27FC236}">
                    <a16:creationId xmlns:a16="http://schemas.microsoft.com/office/drawing/2014/main" id="{EF0A5384-927E-4360-AAF8-5679CAEBD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17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43" name="Oval 428">
                <a:extLst>
                  <a:ext uri="{FF2B5EF4-FFF2-40B4-BE49-F238E27FC236}">
                    <a16:creationId xmlns:a16="http://schemas.microsoft.com/office/drawing/2014/main" id="{5B74D616-49A3-407F-97AF-C708E722E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174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44" name="Oval 429">
                <a:extLst>
                  <a:ext uri="{FF2B5EF4-FFF2-40B4-BE49-F238E27FC236}">
                    <a16:creationId xmlns:a16="http://schemas.microsoft.com/office/drawing/2014/main" id="{6DBBD5C1-C18E-4781-B675-5699D59FF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172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45" name="Oval 430">
                <a:extLst>
                  <a:ext uri="{FF2B5EF4-FFF2-40B4-BE49-F238E27FC236}">
                    <a16:creationId xmlns:a16="http://schemas.microsoft.com/office/drawing/2014/main" id="{982BA789-487C-4B6F-AF1E-DE9391401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81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46" name="Freeform 431">
                <a:extLst>
                  <a:ext uri="{FF2B5EF4-FFF2-40B4-BE49-F238E27FC236}">
                    <a16:creationId xmlns:a16="http://schemas.microsoft.com/office/drawing/2014/main" id="{7964C755-5B2A-4920-BAC3-1AB7D3CD9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825"/>
                <a:ext cx="45" cy="54"/>
              </a:xfrm>
              <a:custGeom>
                <a:avLst/>
                <a:gdLst>
                  <a:gd name="T0" fmla="*/ 63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63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2"/>
                    </a:moveTo>
                    <a:cubicBezTo>
                      <a:pt x="4" y="6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4" y="15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432">
                <a:extLst>
                  <a:ext uri="{FF2B5EF4-FFF2-40B4-BE49-F238E27FC236}">
                    <a16:creationId xmlns:a16="http://schemas.microsoft.com/office/drawing/2014/main" id="{C0E6AAF4-EB98-4FB4-BB9D-32EF87D0F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83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294 h 17"/>
                  <a:gd name="T6" fmla="*/ 188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7"/>
                      <a:pt x="11" y="13"/>
                      <a:pt x="12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Oval 433">
                <a:extLst>
                  <a:ext uri="{FF2B5EF4-FFF2-40B4-BE49-F238E27FC236}">
                    <a16:creationId xmlns:a16="http://schemas.microsoft.com/office/drawing/2014/main" id="{44F34317-424A-4BA3-A87F-F5761A088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18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49" name="Oval 434">
                <a:extLst>
                  <a:ext uri="{FF2B5EF4-FFF2-40B4-BE49-F238E27FC236}">
                    <a16:creationId xmlns:a16="http://schemas.microsoft.com/office/drawing/2014/main" id="{784E05D8-5926-4646-958F-164289C9B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83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50" name="Oval 435">
                <a:extLst>
                  <a:ext uri="{FF2B5EF4-FFF2-40B4-BE49-F238E27FC236}">
                    <a16:creationId xmlns:a16="http://schemas.microsoft.com/office/drawing/2014/main" id="{E8C99E19-96A9-4861-A04D-35F49E334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81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51" name="Oval 436">
                <a:extLst>
                  <a:ext uri="{FF2B5EF4-FFF2-40B4-BE49-F238E27FC236}">
                    <a16:creationId xmlns:a16="http://schemas.microsoft.com/office/drawing/2014/main" id="{FFE6C2C6-FFE7-4EA0-9E34-20DB44948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785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52" name="Freeform 437">
                <a:extLst>
                  <a:ext uri="{FF2B5EF4-FFF2-40B4-BE49-F238E27FC236}">
                    <a16:creationId xmlns:a16="http://schemas.microsoft.com/office/drawing/2014/main" id="{F7A914DF-D388-4BDE-9043-4FA340C17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793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438">
                <a:extLst>
                  <a:ext uri="{FF2B5EF4-FFF2-40B4-BE49-F238E27FC236}">
                    <a16:creationId xmlns:a16="http://schemas.microsoft.com/office/drawing/2014/main" id="{AB67259A-D90C-48E4-A2D9-F7F231CC5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809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Oval 439">
                <a:extLst>
                  <a:ext uri="{FF2B5EF4-FFF2-40B4-BE49-F238E27FC236}">
                    <a16:creationId xmlns:a16="http://schemas.microsoft.com/office/drawing/2014/main" id="{FD516BC1-B589-4F87-A742-085C8CDC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80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55" name="Oval 440">
                <a:extLst>
                  <a:ext uri="{FF2B5EF4-FFF2-40B4-BE49-F238E27FC236}">
                    <a16:creationId xmlns:a16="http://schemas.microsoft.com/office/drawing/2014/main" id="{06BBA910-312E-4934-AF89-D6D7FF1B7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804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56" name="Oval 441">
                <a:extLst>
                  <a:ext uri="{FF2B5EF4-FFF2-40B4-BE49-F238E27FC236}">
                    <a16:creationId xmlns:a16="http://schemas.microsoft.com/office/drawing/2014/main" id="{A3FB9F35-D083-4529-8A5E-ECDC65DAA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785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57" name="Oval 442">
                <a:extLst>
                  <a:ext uri="{FF2B5EF4-FFF2-40B4-BE49-F238E27FC236}">
                    <a16:creationId xmlns:a16="http://schemas.microsoft.com/office/drawing/2014/main" id="{A1FEC551-DF76-463C-891D-483543701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76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58" name="Freeform 443">
                <a:extLst>
                  <a:ext uri="{FF2B5EF4-FFF2-40B4-BE49-F238E27FC236}">
                    <a16:creationId xmlns:a16="http://schemas.microsoft.com/office/drawing/2014/main" id="{1C8346E5-46DC-4853-BACF-3561C758B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775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444">
                <a:extLst>
                  <a:ext uri="{FF2B5EF4-FFF2-40B4-BE49-F238E27FC236}">
                    <a16:creationId xmlns:a16="http://schemas.microsoft.com/office/drawing/2014/main" id="{2017E1B0-1A80-4F18-BDC9-F6C903E7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791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45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Oval 445">
                <a:extLst>
                  <a:ext uri="{FF2B5EF4-FFF2-40B4-BE49-F238E27FC236}">
                    <a16:creationId xmlns:a16="http://schemas.microsoft.com/office/drawing/2014/main" id="{47AD2C40-D21A-4EF4-9A3E-3785E8E15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7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61" name="Oval 446">
                <a:extLst>
                  <a:ext uri="{FF2B5EF4-FFF2-40B4-BE49-F238E27FC236}">
                    <a16:creationId xmlns:a16="http://schemas.microsoft.com/office/drawing/2014/main" id="{28B1B207-12D7-4450-B67B-BE30EABC4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1785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62" name="Oval 447">
                <a:extLst>
                  <a:ext uri="{FF2B5EF4-FFF2-40B4-BE49-F238E27FC236}">
                    <a16:creationId xmlns:a16="http://schemas.microsoft.com/office/drawing/2014/main" id="{5086268E-5680-4330-9C50-0DDFFD069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76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63" name="Oval 448">
                <a:extLst>
                  <a:ext uri="{FF2B5EF4-FFF2-40B4-BE49-F238E27FC236}">
                    <a16:creationId xmlns:a16="http://schemas.microsoft.com/office/drawing/2014/main" id="{6D1BD359-287B-4119-ABD3-46C1834B4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716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64" name="Freeform 449">
                <a:extLst>
                  <a:ext uri="{FF2B5EF4-FFF2-40B4-BE49-F238E27FC236}">
                    <a16:creationId xmlns:a16="http://schemas.microsoft.com/office/drawing/2014/main" id="{9C79788D-B94B-4726-AB3D-DA2D84CA4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724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450">
                <a:extLst>
                  <a:ext uri="{FF2B5EF4-FFF2-40B4-BE49-F238E27FC236}">
                    <a16:creationId xmlns:a16="http://schemas.microsoft.com/office/drawing/2014/main" id="{B9FE5513-7098-4C68-99DC-40E51935F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737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14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Oval 451">
                <a:extLst>
                  <a:ext uri="{FF2B5EF4-FFF2-40B4-BE49-F238E27FC236}">
                    <a16:creationId xmlns:a16="http://schemas.microsoft.com/office/drawing/2014/main" id="{42D2BFF2-765A-4780-9103-ADBD078AC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17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67" name="Oval 452">
                <a:extLst>
                  <a:ext uri="{FF2B5EF4-FFF2-40B4-BE49-F238E27FC236}">
                    <a16:creationId xmlns:a16="http://schemas.microsoft.com/office/drawing/2014/main" id="{6204AE16-2C70-433B-A8CC-90EE67FF1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735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68" name="Oval 453">
                <a:extLst>
                  <a:ext uri="{FF2B5EF4-FFF2-40B4-BE49-F238E27FC236}">
                    <a16:creationId xmlns:a16="http://schemas.microsoft.com/office/drawing/2014/main" id="{1C2CFA7F-83A4-43D9-B79D-D1D3961B7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716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69" name="Oval 454">
                <a:extLst>
                  <a:ext uri="{FF2B5EF4-FFF2-40B4-BE49-F238E27FC236}">
                    <a16:creationId xmlns:a16="http://schemas.microsoft.com/office/drawing/2014/main" id="{75B4FFBC-3DE7-479A-9C41-6FFFF7344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1" y="209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70" name="Freeform 455">
                <a:extLst>
                  <a:ext uri="{FF2B5EF4-FFF2-40B4-BE49-F238E27FC236}">
                    <a16:creationId xmlns:a16="http://schemas.microsoft.com/office/drawing/2014/main" id="{0D247EFD-23A4-4896-8444-41383918A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105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08 w 18"/>
                  <a:gd name="T3" fmla="*/ 38 h 20"/>
                  <a:gd name="T4" fmla="*/ 283 w 18"/>
                  <a:gd name="T5" fmla="*/ 59 h 20"/>
                  <a:gd name="T6" fmla="*/ 158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1" name="Freeform 456">
                <a:extLst>
                  <a:ext uri="{FF2B5EF4-FFF2-40B4-BE49-F238E27FC236}">
                    <a16:creationId xmlns:a16="http://schemas.microsoft.com/office/drawing/2014/main" id="{DDA922EA-3CEE-4EF4-9942-26D7912F2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119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2" name="Oval 457">
                <a:extLst>
                  <a:ext uri="{FF2B5EF4-FFF2-40B4-BE49-F238E27FC236}">
                    <a16:creationId xmlns:a16="http://schemas.microsoft.com/office/drawing/2014/main" id="{9DD7BFCF-B5C6-4236-BBDF-E44A3AD4D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21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73" name="Oval 458">
                <a:extLst>
                  <a:ext uri="{FF2B5EF4-FFF2-40B4-BE49-F238E27FC236}">
                    <a16:creationId xmlns:a16="http://schemas.microsoft.com/office/drawing/2014/main" id="{3732D91A-C056-4FEA-9236-15E89A19C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211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74" name="Oval 459">
                <a:extLst>
                  <a:ext uri="{FF2B5EF4-FFF2-40B4-BE49-F238E27FC236}">
                    <a16:creationId xmlns:a16="http://schemas.microsoft.com/office/drawing/2014/main" id="{C9CBD878-5757-4466-A577-A2D0B1D3F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1" y="209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75" name="Oval 460">
                <a:extLst>
                  <a:ext uri="{FF2B5EF4-FFF2-40B4-BE49-F238E27FC236}">
                    <a16:creationId xmlns:a16="http://schemas.microsoft.com/office/drawing/2014/main" id="{CE4D279A-AD48-44B3-8C2C-8FD765873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295"/>
                <a:ext cx="68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76" name="Freeform 461">
                <a:extLst>
                  <a:ext uri="{FF2B5EF4-FFF2-40B4-BE49-F238E27FC236}">
                    <a16:creationId xmlns:a16="http://schemas.microsoft.com/office/drawing/2014/main" id="{A931E9D4-92BC-4465-98AE-076521C08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303"/>
                <a:ext cx="45" cy="56"/>
              </a:xfrm>
              <a:custGeom>
                <a:avLst/>
                <a:gdLst>
                  <a:gd name="T0" fmla="*/ 63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63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7" name="Freeform 462">
                <a:extLst>
                  <a:ext uri="{FF2B5EF4-FFF2-40B4-BE49-F238E27FC236}">
                    <a16:creationId xmlns:a16="http://schemas.microsoft.com/office/drawing/2014/main" id="{597FECFE-26F6-425B-BC32-B330A41E1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319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88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6"/>
                      <a:pt x="11" y="13"/>
                      <a:pt x="12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8" name="Oval 463">
                <a:extLst>
                  <a:ext uri="{FF2B5EF4-FFF2-40B4-BE49-F238E27FC236}">
                    <a16:creationId xmlns:a16="http://schemas.microsoft.com/office/drawing/2014/main" id="{B34B51AE-949C-4004-A94B-A3613EAE3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23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79" name="Oval 464">
                <a:extLst>
                  <a:ext uri="{FF2B5EF4-FFF2-40B4-BE49-F238E27FC236}">
                    <a16:creationId xmlns:a16="http://schemas.microsoft.com/office/drawing/2014/main" id="{86A0D0C7-D2E0-40A0-A533-1AA061C7B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23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80" name="Oval 465">
                <a:extLst>
                  <a:ext uri="{FF2B5EF4-FFF2-40B4-BE49-F238E27FC236}">
                    <a16:creationId xmlns:a16="http://schemas.microsoft.com/office/drawing/2014/main" id="{319C834F-9E3A-4ED7-896D-DC7A59973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295"/>
                <a:ext cx="68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81" name="Oval 466">
                <a:extLst>
                  <a:ext uri="{FF2B5EF4-FFF2-40B4-BE49-F238E27FC236}">
                    <a16:creationId xmlns:a16="http://schemas.microsoft.com/office/drawing/2014/main" id="{B555DD7A-51D3-4B1D-883E-DE2243F65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1" y="2375"/>
                <a:ext cx="70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82" name="Freeform 467">
                <a:extLst>
                  <a:ext uri="{FF2B5EF4-FFF2-40B4-BE49-F238E27FC236}">
                    <a16:creationId xmlns:a16="http://schemas.microsoft.com/office/drawing/2014/main" id="{264CCC1D-31C1-4253-83A5-982475039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383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08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3" name="Freeform 468">
                <a:extLst>
                  <a:ext uri="{FF2B5EF4-FFF2-40B4-BE49-F238E27FC236}">
                    <a16:creationId xmlns:a16="http://schemas.microsoft.com/office/drawing/2014/main" id="{8D78A285-67B0-4AC2-A764-5050663D7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99"/>
                <a:ext cx="28" cy="42"/>
              </a:xfrm>
              <a:custGeom>
                <a:avLst/>
                <a:gdLst>
                  <a:gd name="T0" fmla="*/ 150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4" name="Oval 469">
                <a:extLst>
                  <a:ext uri="{FF2B5EF4-FFF2-40B4-BE49-F238E27FC236}">
                    <a16:creationId xmlns:a16="http://schemas.microsoft.com/office/drawing/2014/main" id="{A3092701-FBA7-4922-944F-043FED297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9" y="239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85" name="Oval 470">
                <a:extLst>
                  <a:ext uri="{FF2B5EF4-FFF2-40B4-BE49-F238E27FC236}">
                    <a16:creationId xmlns:a16="http://schemas.microsoft.com/office/drawing/2014/main" id="{CBE6C325-2CF9-4F93-B1F5-A35E59E5C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6" y="2393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86" name="Oval 471">
                <a:extLst>
                  <a:ext uri="{FF2B5EF4-FFF2-40B4-BE49-F238E27FC236}">
                    <a16:creationId xmlns:a16="http://schemas.microsoft.com/office/drawing/2014/main" id="{1FCE9AA1-270C-4540-A1C7-318641083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1" y="2375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87" name="Oval 472">
                <a:extLst>
                  <a:ext uri="{FF2B5EF4-FFF2-40B4-BE49-F238E27FC236}">
                    <a16:creationId xmlns:a16="http://schemas.microsoft.com/office/drawing/2014/main" id="{A681D4A6-D58E-4A5A-9C63-778816E4E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9" y="207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88" name="Freeform 473">
                <a:extLst>
                  <a:ext uri="{FF2B5EF4-FFF2-40B4-BE49-F238E27FC236}">
                    <a16:creationId xmlns:a16="http://schemas.microsoft.com/office/drawing/2014/main" id="{B26676D9-6AB3-4311-82AA-E87AE1040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084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9" name="Freeform 474">
                <a:extLst>
                  <a:ext uri="{FF2B5EF4-FFF2-40B4-BE49-F238E27FC236}">
                    <a16:creationId xmlns:a16="http://schemas.microsoft.com/office/drawing/2014/main" id="{97C77F5C-723B-4DEF-9E4D-D243525A9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100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45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0" name="Oval 475">
                <a:extLst>
                  <a:ext uri="{FF2B5EF4-FFF2-40B4-BE49-F238E27FC236}">
                    <a16:creationId xmlns:a16="http://schemas.microsoft.com/office/drawing/2014/main" id="{5ECD9369-36DD-465C-8088-0D39E4621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10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91" name="Oval 476">
                <a:extLst>
                  <a:ext uri="{FF2B5EF4-FFF2-40B4-BE49-F238E27FC236}">
                    <a16:creationId xmlns:a16="http://schemas.microsoft.com/office/drawing/2014/main" id="{D8215CA3-2E87-4420-ACAC-4D42CC320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2095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92" name="Oval 477">
                <a:extLst>
                  <a:ext uri="{FF2B5EF4-FFF2-40B4-BE49-F238E27FC236}">
                    <a16:creationId xmlns:a16="http://schemas.microsoft.com/office/drawing/2014/main" id="{5DBAB76C-4192-46D5-9CA7-AB91CC235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9" y="207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93" name="Oval 478">
                <a:extLst>
                  <a:ext uri="{FF2B5EF4-FFF2-40B4-BE49-F238E27FC236}">
                    <a16:creationId xmlns:a16="http://schemas.microsoft.com/office/drawing/2014/main" id="{A6A97F4A-F764-478B-9DFF-8DCA10501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76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94" name="Freeform 479">
                <a:extLst>
                  <a:ext uri="{FF2B5EF4-FFF2-40B4-BE49-F238E27FC236}">
                    <a16:creationId xmlns:a16="http://schemas.microsoft.com/office/drawing/2014/main" id="{19AE7F2C-1D36-4BBF-90A1-09CECB389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69"/>
                <a:ext cx="42" cy="54"/>
              </a:xfrm>
              <a:custGeom>
                <a:avLst/>
                <a:gdLst>
                  <a:gd name="T0" fmla="*/ 42 w 17"/>
                  <a:gd name="T1" fmla="*/ 232 h 20"/>
                  <a:gd name="T2" fmla="*/ 195 w 17"/>
                  <a:gd name="T3" fmla="*/ 38 h 20"/>
                  <a:gd name="T4" fmla="*/ 257 w 17"/>
                  <a:gd name="T5" fmla="*/ 59 h 20"/>
                  <a:gd name="T6" fmla="*/ 153 w 17"/>
                  <a:gd name="T7" fmla="*/ 0 h 20"/>
                  <a:gd name="T8" fmla="*/ 0 w 17"/>
                  <a:gd name="T9" fmla="*/ 197 h 20"/>
                  <a:gd name="T10" fmla="*/ 91 w 17"/>
                  <a:gd name="T11" fmla="*/ 394 h 20"/>
                  <a:gd name="T12" fmla="*/ 42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5" name="Freeform 480">
                <a:extLst>
                  <a:ext uri="{FF2B5EF4-FFF2-40B4-BE49-F238E27FC236}">
                    <a16:creationId xmlns:a16="http://schemas.microsoft.com/office/drawing/2014/main" id="{CB1AFCA9-8F06-4A64-8C5B-4C70F88D4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783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6" name="Oval 481">
                <a:extLst>
                  <a:ext uri="{FF2B5EF4-FFF2-40B4-BE49-F238E27FC236}">
                    <a16:creationId xmlns:a16="http://schemas.microsoft.com/office/drawing/2014/main" id="{30CB9E89-B351-4827-A439-C9FFE3410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6" y="178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97" name="Oval 482">
                <a:extLst>
                  <a:ext uri="{FF2B5EF4-FFF2-40B4-BE49-F238E27FC236}">
                    <a16:creationId xmlns:a16="http://schemas.microsoft.com/office/drawing/2014/main" id="{D8622F0E-41A8-444A-BBB3-DDB3A7ED8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78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98" name="Oval 483">
                <a:extLst>
                  <a:ext uri="{FF2B5EF4-FFF2-40B4-BE49-F238E27FC236}">
                    <a16:creationId xmlns:a16="http://schemas.microsoft.com/office/drawing/2014/main" id="{6FF49818-AF96-47B7-BD76-AD70A2ABE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76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99" name="Oval 484">
                <a:extLst>
                  <a:ext uri="{FF2B5EF4-FFF2-40B4-BE49-F238E27FC236}">
                    <a16:creationId xmlns:a16="http://schemas.microsoft.com/office/drawing/2014/main" id="{24C021F9-5CD1-4423-BC56-595E2BDF0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908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00" name="Freeform 485">
                <a:extLst>
                  <a:ext uri="{FF2B5EF4-FFF2-40B4-BE49-F238E27FC236}">
                    <a16:creationId xmlns:a16="http://schemas.microsoft.com/office/drawing/2014/main" id="{ED6B729E-7366-4AAF-B11C-566B4324F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913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1" name="Freeform 486">
                <a:extLst>
                  <a:ext uri="{FF2B5EF4-FFF2-40B4-BE49-F238E27FC236}">
                    <a16:creationId xmlns:a16="http://schemas.microsoft.com/office/drawing/2014/main" id="{17CDCA04-EF1E-4670-AEBC-405AA810B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929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2" name="Oval 487">
                <a:extLst>
                  <a:ext uri="{FF2B5EF4-FFF2-40B4-BE49-F238E27FC236}">
                    <a16:creationId xmlns:a16="http://schemas.microsoft.com/office/drawing/2014/main" id="{9EDF9819-E444-494C-8442-05D072587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92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03" name="Oval 488">
                <a:extLst>
                  <a:ext uri="{FF2B5EF4-FFF2-40B4-BE49-F238E27FC236}">
                    <a16:creationId xmlns:a16="http://schemas.microsoft.com/office/drawing/2014/main" id="{EA419AB5-C9FB-421F-A3B2-618098F3F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19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04" name="Oval 489">
                <a:extLst>
                  <a:ext uri="{FF2B5EF4-FFF2-40B4-BE49-F238E27FC236}">
                    <a16:creationId xmlns:a16="http://schemas.microsoft.com/office/drawing/2014/main" id="{CAECFC5B-5AEE-48D3-9B00-36EB8719F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908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05" name="Oval 490">
                <a:extLst>
                  <a:ext uri="{FF2B5EF4-FFF2-40B4-BE49-F238E27FC236}">
                    <a16:creationId xmlns:a16="http://schemas.microsoft.com/office/drawing/2014/main" id="{407B35B5-C7EF-484F-AFF5-9ACFE238E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1" y="1980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06" name="Freeform 491">
                <a:extLst>
                  <a:ext uri="{FF2B5EF4-FFF2-40B4-BE49-F238E27FC236}">
                    <a16:creationId xmlns:a16="http://schemas.microsoft.com/office/drawing/2014/main" id="{248C6FB3-F29A-44AA-95CF-F39951900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988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7" name="Freeform 492">
                <a:extLst>
                  <a:ext uri="{FF2B5EF4-FFF2-40B4-BE49-F238E27FC236}">
                    <a16:creationId xmlns:a16="http://schemas.microsoft.com/office/drawing/2014/main" id="{1BF27AAB-EC3A-4C8F-BE95-3C7CA3AE4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001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8" name="Oval 493">
                <a:extLst>
                  <a:ext uri="{FF2B5EF4-FFF2-40B4-BE49-F238E27FC236}">
                    <a16:creationId xmlns:a16="http://schemas.microsoft.com/office/drawing/2014/main" id="{FFE56F69-4B66-4559-996A-8858BBC62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0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09" name="Oval 494">
                <a:extLst>
                  <a:ext uri="{FF2B5EF4-FFF2-40B4-BE49-F238E27FC236}">
                    <a16:creationId xmlns:a16="http://schemas.microsoft.com/office/drawing/2014/main" id="{258A0A13-FD68-4B5F-B81E-B2C01ECCF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4" y="1999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10" name="Oval 495">
                <a:extLst>
                  <a:ext uri="{FF2B5EF4-FFF2-40B4-BE49-F238E27FC236}">
                    <a16:creationId xmlns:a16="http://schemas.microsoft.com/office/drawing/2014/main" id="{1AA708F7-984A-44EC-867F-7262C1B79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1" y="1980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11" name="Oval 496">
                <a:extLst>
                  <a:ext uri="{FF2B5EF4-FFF2-40B4-BE49-F238E27FC236}">
                    <a16:creationId xmlns:a16="http://schemas.microsoft.com/office/drawing/2014/main" id="{51530979-ED17-40EB-A240-272285E20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047"/>
                <a:ext cx="67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12" name="Freeform 497">
                <a:extLst>
                  <a:ext uri="{FF2B5EF4-FFF2-40B4-BE49-F238E27FC236}">
                    <a16:creationId xmlns:a16="http://schemas.microsoft.com/office/drawing/2014/main" id="{D2699057-80EC-49E4-8D79-6A31B7FF3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05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3" name="Freeform 498">
                <a:extLst>
                  <a:ext uri="{FF2B5EF4-FFF2-40B4-BE49-F238E27FC236}">
                    <a16:creationId xmlns:a16="http://schemas.microsoft.com/office/drawing/2014/main" id="{8938FAB6-B171-41E6-8CA7-3FCDD9FFC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071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4" name="Oval 499">
                <a:extLst>
                  <a:ext uri="{FF2B5EF4-FFF2-40B4-BE49-F238E27FC236}">
                    <a16:creationId xmlns:a16="http://schemas.microsoft.com/office/drawing/2014/main" id="{55960B6A-20B4-4EEB-A221-E6D794CEF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06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15" name="Oval 500">
                <a:extLst>
                  <a:ext uri="{FF2B5EF4-FFF2-40B4-BE49-F238E27FC236}">
                    <a16:creationId xmlns:a16="http://schemas.microsoft.com/office/drawing/2014/main" id="{BEAE61A3-7B4D-40CD-9CCA-BF6A39FF9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206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16" name="Oval 501">
                <a:extLst>
                  <a:ext uri="{FF2B5EF4-FFF2-40B4-BE49-F238E27FC236}">
                    <a16:creationId xmlns:a16="http://schemas.microsoft.com/office/drawing/2014/main" id="{8ECBC211-A94A-40E4-854B-FCDB47766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047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17" name="Oval 502">
                <a:extLst>
                  <a:ext uri="{FF2B5EF4-FFF2-40B4-BE49-F238E27FC236}">
                    <a16:creationId xmlns:a16="http://schemas.microsoft.com/office/drawing/2014/main" id="{1B441C36-86E1-4D10-AD11-42E05D760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9" y="2164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18" name="Freeform 503">
                <a:extLst>
                  <a:ext uri="{FF2B5EF4-FFF2-40B4-BE49-F238E27FC236}">
                    <a16:creationId xmlns:a16="http://schemas.microsoft.com/office/drawing/2014/main" id="{9C58AAB2-4598-455C-87CD-41345D80D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185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12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9" name="Oval 504">
                <a:extLst>
                  <a:ext uri="{FF2B5EF4-FFF2-40B4-BE49-F238E27FC236}">
                    <a16:creationId xmlns:a16="http://schemas.microsoft.com/office/drawing/2014/main" id="{8FD2A61A-18A1-41EF-8E0C-EDECD4C95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6" y="218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20" name="Oval 505">
                <a:extLst>
                  <a:ext uri="{FF2B5EF4-FFF2-40B4-BE49-F238E27FC236}">
                    <a16:creationId xmlns:a16="http://schemas.microsoft.com/office/drawing/2014/main" id="{E63B05E5-D468-49D8-922D-8C7C34321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2183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21" name="Oval 506">
                <a:extLst>
                  <a:ext uri="{FF2B5EF4-FFF2-40B4-BE49-F238E27FC236}">
                    <a16:creationId xmlns:a16="http://schemas.microsoft.com/office/drawing/2014/main" id="{7AE63B30-EB67-4DC3-B551-F1D7A0E2F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9" y="2164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22" name="Oval 507">
                <a:extLst>
                  <a:ext uri="{FF2B5EF4-FFF2-40B4-BE49-F238E27FC236}">
                    <a16:creationId xmlns:a16="http://schemas.microsoft.com/office/drawing/2014/main" id="{CB0AF67B-ED91-44F1-9BFA-75BB9724E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708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23" name="Freeform 508">
                <a:extLst>
                  <a:ext uri="{FF2B5EF4-FFF2-40B4-BE49-F238E27FC236}">
                    <a16:creationId xmlns:a16="http://schemas.microsoft.com/office/drawing/2014/main" id="{21E084EA-8F5E-4490-9BCC-02F3F0103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716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4" name="Freeform 509">
                <a:extLst>
                  <a:ext uri="{FF2B5EF4-FFF2-40B4-BE49-F238E27FC236}">
                    <a16:creationId xmlns:a16="http://schemas.microsoft.com/office/drawing/2014/main" id="{C73B15FC-676D-4D9B-B27F-09CCFD95B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732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5" name="Oval 510">
                <a:extLst>
                  <a:ext uri="{FF2B5EF4-FFF2-40B4-BE49-F238E27FC236}">
                    <a16:creationId xmlns:a16="http://schemas.microsoft.com/office/drawing/2014/main" id="{142DB15B-C77F-457D-A3F3-068D9A9C6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7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26" name="Oval 511">
                <a:extLst>
                  <a:ext uri="{FF2B5EF4-FFF2-40B4-BE49-F238E27FC236}">
                    <a16:creationId xmlns:a16="http://schemas.microsoft.com/office/drawing/2014/main" id="{88E9542D-85AA-4609-8351-10BC8C5D1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17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27" name="Oval 512">
                <a:extLst>
                  <a:ext uri="{FF2B5EF4-FFF2-40B4-BE49-F238E27FC236}">
                    <a16:creationId xmlns:a16="http://schemas.microsoft.com/office/drawing/2014/main" id="{5E4A0EFD-37B8-40F0-AE51-AC900B068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708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28" name="Oval 513">
                <a:extLst>
                  <a:ext uri="{FF2B5EF4-FFF2-40B4-BE49-F238E27FC236}">
                    <a16:creationId xmlns:a16="http://schemas.microsoft.com/office/drawing/2014/main" id="{2EF68726-44F2-4D5E-AC28-43B859F77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849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29" name="Freeform 514">
                <a:extLst>
                  <a:ext uri="{FF2B5EF4-FFF2-40B4-BE49-F238E27FC236}">
                    <a16:creationId xmlns:a16="http://schemas.microsoft.com/office/drawing/2014/main" id="{A3D4E9C8-7EC2-4181-ACE6-CAEBD9973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185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0" name="Freeform 515">
                <a:extLst>
                  <a:ext uri="{FF2B5EF4-FFF2-40B4-BE49-F238E27FC236}">
                    <a16:creationId xmlns:a16="http://schemas.microsoft.com/office/drawing/2014/main" id="{EBC1A5D9-E08D-497B-B4F4-DFE5A22EE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873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1" name="Oval 516">
                <a:extLst>
                  <a:ext uri="{FF2B5EF4-FFF2-40B4-BE49-F238E27FC236}">
                    <a16:creationId xmlns:a16="http://schemas.microsoft.com/office/drawing/2014/main" id="{F27C4D8C-BAD6-48FA-9E31-37EE49BA1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187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32" name="Oval 517">
                <a:extLst>
                  <a:ext uri="{FF2B5EF4-FFF2-40B4-BE49-F238E27FC236}">
                    <a16:creationId xmlns:a16="http://schemas.microsoft.com/office/drawing/2014/main" id="{BEB20B8E-6566-4547-AD70-F6D651836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1" y="1868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33" name="Oval 518">
                <a:extLst>
                  <a:ext uri="{FF2B5EF4-FFF2-40B4-BE49-F238E27FC236}">
                    <a16:creationId xmlns:a16="http://schemas.microsoft.com/office/drawing/2014/main" id="{995BB021-0B36-48B4-AF7B-B653F2E98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849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34" name="Oval 519">
                <a:extLst>
                  <a:ext uri="{FF2B5EF4-FFF2-40B4-BE49-F238E27FC236}">
                    <a16:creationId xmlns:a16="http://schemas.microsoft.com/office/drawing/2014/main" id="{02CFCF18-9BE5-45EA-ADF6-629A5FE80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1" y="1836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35" name="Freeform 520">
                <a:extLst>
                  <a:ext uri="{FF2B5EF4-FFF2-40B4-BE49-F238E27FC236}">
                    <a16:creationId xmlns:a16="http://schemas.microsoft.com/office/drawing/2014/main" id="{8C697D55-BC45-435B-86C8-A1DCA3D14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841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6" name="Freeform 521">
                <a:extLst>
                  <a:ext uri="{FF2B5EF4-FFF2-40B4-BE49-F238E27FC236}">
                    <a16:creationId xmlns:a16="http://schemas.microsoft.com/office/drawing/2014/main" id="{6704EEC7-8CBA-444A-9AFB-43EF6FE67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857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2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7" name="Oval 522">
                <a:extLst>
                  <a:ext uri="{FF2B5EF4-FFF2-40B4-BE49-F238E27FC236}">
                    <a16:creationId xmlns:a16="http://schemas.microsoft.com/office/drawing/2014/main" id="{4ED16326-CC4E-4DB6-A7A1-DF004D282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85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38" name="Oval 523">
                <a:extLst>
                  <a:ext uri="{FF2B5EF4-FFF2-40B4-BE49-F238E27FC236}">
                    <a16:creationId xmlns:a16="http://schemas.microsoft.com/office/drawing/2014/main" id="{17691F1B-28C6-41C2-88A1-4EFA3754D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852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39" name="Oval 524">
                <a:extLst>
                  <a:ext uri="{FF2B5EF4-FFF2-40B4-BE49-F238E27FC236}">
                    <a16:creationId xmlns:a16="http://schemas.microsoft.com/office/drawing/2014/main" id="{CD8A0146-4AC6-44C6-AF3F-A2D89F1C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1" y="1836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40" name="Oval 525">
                <a:extLst>
                  <a:ext uri="{FF2B5EF4-FFF2-40B4-BE49-F238E27FC236}">
                    <a16:creationId xmlns:a16="http://schemas.microsoft.com/office/drawing/2014/main" id="{2BC8EF6C-B280-4343-9AF9-88DC35A11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1727"/>
                <a:ext cx="70" cy="74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41" name="Freeform 526">
                <a:extLst>
                  <a:ext uri="{FF2B5EF4-FFF2-40B4-BE49-F238E27FC236}">
                    <a16:creationId xmlns:a16="http://schemas.microsoft.com/office/drawing/2014/main" id="{79DDF568-5485-4078-8A79-6664252F3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73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2" name="Freeform 527">
                <a:extLst>
                  <a:ext uri="{FF2B5EF4-FFF2-40B4-BE49-F238E27FC236}">
                    <a16:creationId xmlns:a16="http://schemas.microsoft.com/office/drawing/2014/main" id="{EDF6AB1F-8C4A-4564-ADE2-204B471AC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751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3" name="Oval 528">
                <a:extLst>
                  <a:ext uri="{FF2B5EF4-FFF2-40B4-BE49-F238E27FC236}">
                    <a16:creationId xmlns:a16="http://schemas.microsoft.com/office/drawing/2014/main" id="{F1E5B929-0F16-4335-9CD1-998200B9C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44" name="Oval 529">
                <a:extLst>
                  <a:ext uri="{FF2B5EF4-FFF2-40B4-BE49-F238E27FC236}">
                    <a16:creationId xmlns:a16="http://schemas.microsoft.com/office/drawing/2014/main" id="{C99E291F-F5B4-44EB-A3D0-14EEBB584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1727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45" name="Oval 530">
                <a:extLst>
                  <a:ext uri="{FF2B5EF4-FFF2-40B4-BE49-F238E27FC236}">
                    <a16:creationId xmlns:a16="http://schemas.microsoft.com/office/drawing/2014/main" id="{A651574B-5854-4812-8B42-ACD2D7FB3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793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46" name="Freeform 531">
                <a:extLst>
                  <a:ext uri="{FF2B5EF4-FFF2-40B4-BE49-F238E27FC236}">
                    <a16:creationId xmlns:a16="http://schemas.microsoft.com/office/drawing/2014/main" id="{B3185892-4490-43CE-A877-75123253F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799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7" name="Freeform 532">
                <a:extLst>
                  <a:ext uri="{FF2B5EF4-FFF2-40B4-BE49-F238E27FC236}">
                    <a16:creationId xmlns:a16="http://schemas.microsoft.com/office/drawing/2014/main" id="{2F11581A-685A-4C8C-9F6A-90F82B501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815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8" name="Oval 533">
                <a:extLst>
                  <a:ext uri="{FF2B5EF4-FFF2-40B4-BE49-F238E27FC236}">
                    <a16:creationId xmlns:a16="http://schemas.microsoft.com/office/drawing/2014/main" id="{B7EAD8C1-F578-4A0B-8931-01057A143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1815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49" name="Oval 534">
                <a:extLst>
                  <a:ext uri="{FF2B5EF4-FFF2-40B4-BE49-F238E27FC236}">
                    <a16:creationId xmlns:a16="http://schemas.microsoft.com/office/drawing/2014/main" id="{7BDEDCAF-6FBC-4A91-8693-E290D3C88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180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50" name="Oval 535">
                <a:extLst>
                  <a:ext uri="{FF2B5EF4-FFF2-40B4-BE49-F238E27FC236}">
                    <a16:creationId xmlns:a16="http://schemas.microsoft.com/office/drawing/2014/main" id="{69BB646A-1D02-4FAB-BE43-FBA5EA7FA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79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51" name="Oval 536">
                <a:extLst>
                  <a:ext uri="{FF2B5EF4-FFF2-40B4-BE49-F238E27FC236}">
                    <a16:creationId xmlns:a16="http://schemas.microsoft.com/office/drawing/2014/main" id="{B345E017-C363-4BA8-A0A8-6D5C9E14A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83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52" name="Freeform 537">
                <a:extLst>
                  <a:ext uri="{FF2B5EF4-FFF2-40B4-BE49-F238E27FC236}">
                    <a16:creationId xmlns:a16="http://schemas.microsoft.com/office/drawing/2014/main" id="{3D0C19BD-0EC4-4BDD-AE22-918CE50AD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839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3" name="Freeform 538">
                <a:extLst>
                  <a:ext uri="{FF2B5EF4-FFF2-40B4-BE49-F238E27FC236}">
                    <a16:creationId xmlns:a16="http://schemas.microsoft.com/office/drawing/2014/main" id="{ECE0F961-D9E5-4D8D-A005-EC5FB4D8D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85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4" name="Oval 539">
                <a:extLst>
                  <a:ext uri="{FF2B5EF4-FFF2-40B4-BE49-F238E27FC236}">
                    <a16:creationId xmlns:a16="http://schemas.microsoft.com/office/drawing/2014/main" id="{9438FFCC-ABF8-41D8-BBC7-8B944704E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185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55" name="Oval 540">
                <a:extLst>
                  <a:ext uri="{FF2B5EF4-FFF2-40B4-BE49-F238E27FC236}">
                    <a16:creationId xmlns:a16="http://schemas.microsoft.com/office/drawing/2014/main" id="{22F4E1C2-BDF8-40C2-8941-766D1A054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184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56" name="Oval 541">
                <a:extLst>
                  <a:ext uri="{FF2B5EF4-FFF2-40B4-BE49-F238E27FC236}">
                    <a16:creationId xmlns:a16="http://schemas.microsoft.com/office/drawing/2014/main" id="{D2895F6C-6491-4A50-8BAE-3ECC82FF2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83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57" name="Oval 542">
                <a:extLst>
                  <a:ext uri="{FF2B5EF4-FFF2-40B4-BE49-F238E27FC236}">
                    <a16:creationId xmlns:a16="http://schemas.microsoft.com/office/drawing/2014/main" id="{67FB732B-3E75-4B9B-9DCB-BBDA313A2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75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58" name="Freeform 543">
                <a:extLst>
                  <a:ext uri="{FF2B5EF4-FFF2-40B4-BE49-F238E27FC236}">
                    <a16:creationId xmlns:a16="http://schemas.microsoft.com/office/drawing/2014/main" id="{2E51E9F1-03F6-46BD-9FDD-C30D0642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761"/>
                <a:ext cx="42" cy="54"/>
              </a:xfrm>
              <a:custGeom>
                <a:avLst/>
                <a:gdLst>
                  <a:gd name="T0" fmla="*/ 42 w 17"/>
                  <a:gd name="T1" fmla="*/ 257 h 20"/>
                  <a:gd name="T2" fmla="*/ 195 w 17"/>
                  <a:gd name="T3" fmla="*/ 38 h 20"/>
                  <a:gd name="T4" fmla="*/ 257 w 17"/>
                  <a:gd name="T5" fmla="*/ 59 h 20"/>
                  <a:gd name="T6" fmla="*/ 153 w 17"/>
                  <a:gd name="T7" fmla="*/ 0 h 20"/>
                  <a:gd name="T8" fmla="*/ 0 w 17"/>
                  <a:gd name="T9" fmla="*/ 219 h 20"/>
                  <a:gd name="T10" fmla="*/ 91 w 17"/>
                  <a:gd name="T11" fmla="*/ 394 h 20"/>
                  <a:gd name="T12" fmla="*/ 42 w 17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9" name="Freeform 544">
                <a:extLst>
                  <a:ext uri="{FF2B5EF4-FFF2-40B4-BE49-F238E27FC236}">
                    <a16:creationId xmlns:a16="http://schemas.microsoft.com/office/drawing/2014/main" id="{7883CFF2-0A1C-482D-8E1B-7D89801D6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775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0" name="Oval 545">
                <a:extLst>
                  <a:ext uri="{FF2B5EF4-FFF2-40B4-BE49-F238E27FC236}">
                    <a16:creationId xmlns:a16="http://schemas.microsoft.com/office/drawing/2014/main" id="{7CA99394-562E-4A4F-B853-2EC6FCDE1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7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61" name="Oval 546">
                <a:extLst>
                  <a:ext uri="{FF2B5EF4-FFF2-40B4-BE49-F238E27FC236}">
                    <a16:creationId xmlns:a16="http://schemas.microsoft.com/office/drawing/2014/main" id="{3459EE45-BCFA-4359-9CFD-864C3B888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177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62" name="Oval 547">
                <a:extLst>
                  <a:ext uri="{FF2B5EF4-FFF2-40B4-BE49-F238E27FC236}">
                    <a16:creationId xmlns:a16="http://schemas.microsoft.com/office/drawing/2014/main" id="{81E9AF9C-72BB-4EB0-A838-655DC6B93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75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63" name="Oval 548">
                <a:extLst>
                  <a:ext uri="{FF2B5EF4-FFF2-40B4-BE49-F238E27FC236}">
                    <a16:creationId xmlns:a16="http://schemas.microsoft.com/office/drawing/2014/main" id="{EC4939B0-C909-444C-B177-D000983CB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887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64" name="Freeform 549">
                <a:extLst>
                  <a:ext uri="{FF2B5EF4-FFF2-40B4-BE49-F238E27FC236}">
                    <a16:creationId xmlns:a16="http://schemas.microsoft.com/office/drawing/2014/main" id="{04CC92F4-8064-49C9-8AF5-0BC319717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895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5" name="Freeform 550">
                <a:extLst>
                  <a:ext uri="{FF2B5EF4-FFF2-40B4-BE49-F238E27FC236}">
                    <a16:creationId xmlns:a16="http://schemas.microsoft.com/office/drawing/2014/main" id="{910836B2-F40C-4EC0-949A-CCE5D071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911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6" name="Oval 551">
                <a:extLst>
                  <a:ext uri="{FF2B5EF4-FFF2-40B4-BE49-F238E27FC236}">
                    <a16:creationId xmlns:a16="http://schemas.microsoft.com/office/drawing/2014/main" id="{408930FD-2095-4177-B8D8-88B1B1BA7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19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67" name="Oval 552">
                <a:extLst>
                  <a:ext uri="{FF2B5EF4-FFF2-40B4-BE49-F238E27FC236}">
                    <a16:creationId xmlns:a16="http://schemas.microsoft.com/office/drawing/2014/main" id="{9E8A207B-A9BB-4E20-9C7E-0CE0B47AE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90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68" name="Oval 553">
                <a:extLst>
                  <a:ext uri="{FF2B5EF4-FFF2-40B4-BE49-F238E27FC236}">
                    <a16:creationId xmlns:a16="http://schemas.microsoft.com/office/drawing/2014/main" id="{FC7CDCB5-0528-4515-B7BF-5B3769881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88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69" name="Oval 554">
                <a:extLst>
                  <a:ext uri="{FF2B5EF4-FFF2-40B4-BE49-F238E27FC236}">
                    <a16:creationId xmlns:a16="http://schemas.microsoft.com/office/drawing/2014/main" id="{96D2828E-9FE5-44EB-9E8B-17B8A29B4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919"/>
                <a:ext cx="67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70" name="Freeform 555">
                <a:extLst>
                  <a:ext uri="{FF2B5EF4-FFF2-40B4-BE49-F238E27FC236}">
                    <a16:creationId xmlns:a16="http://schemas.microsoft.com/office/drawing/2014/main" id="{4519F524-034D-4AE2-8451-AAD6EA62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927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1" name="Freeform 556">
                <a:extLst>
                  <a:ext uri="{FF2B5EF4-FFF2-40B4-BE49-F238E27FC236}">
                    <a16:creationId xmlns:a16="http://schemas.microsoft.com/office/drawing/2014/main" id="{56FF2FD4-26BF-4D38-A6DE-26C142E8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943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2" name="Oval 557">
                <a:extLst>
                  <a:ext uri="{FF2B5EF4-FFF2-40B4-BE49-F238E27FC236}">
                    <a16:creationId xmlns:a16="http://schemas.microsoft.com/office/drawing/2014/main" id="{BEA091FD-902E-4D4B-AF7F-58FB624C1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194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73" name="Oval 558">
                <a:extLst>
                  <a:ext uri="{FF2B5EF4-FFF2-40B4-BE49-F238E27FC236}">
                    <a16:creationId xmlns:a16="http://schemas.microsoft.com/office/drawing/2014/main" id="{A8E27C96-9E9F-4133-8DE9-BE82B075A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93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74" name="Oval 559">
                <a:extLst>
                  <a:ext uri="{FF2B5EF4-FFF2-40B4-BE49-F238E27FC236}">
                    <a16:creationId xmlns:a16="http://schemas.microsoft.com/office/drawing/2014/main" id="{B0616112-CE28-41F2-9950-31AC4C92D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919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75" name="Oval 560">
                <a:extLst>
                  <a:ext uri="{FF2B5EF4-FFF2-40B4-BE49-F238E27FC236}">
                    <a16:creationId xmlns:a16="http://schemas.microsoft.com/office/drawing/2014/main" id="{6F77313D-E1FB-4430-BA42-BBE8D4C3A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31"/>
                <a:ext cx="68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76" name="Freeform 561">
                <a:extLst>
                  <a:ext uri="{FF2B5EF4-FFF2-40B4-BE49-F238E27FC236}">
                    <a16:creationId xmlns:a16="http://schemas.microsoft.com/office/drawing/2014/main" id="{A529479D-B9E4-4C35-A6B9-85C44AAC8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839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7" name="Freeform 562">
                <a:extLst>
                  <a:ext uri="{FF2B5EF4-FFF2-40B4-BE49-F238E27FC236}">
                    <a16:creationId xmlns:a16="http://schemas.microsoft.com/office/drawing/2014/main" id="{2B320746-8E21-47A1-AEB1-A1192FF2D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855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8" name="Oval 563">
                <a:extLst>
                  <a:ext uri="{FF2B5EF4-FFF2-40B4-BE49-F238E27FC236}">
                    <a16:creationId xmlns:a16="http://schemas.microsoft.com/office/drawing/2014/main" id="{52317732-EB8E-4212-86BF-3C99270EC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85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79" name="Oval 564">
                <a:extLst>
                  <a:ext uri="{FF2B5EF4-FFF2-40B4-BE49-F238E27FC236}">
                    <a16:creationId xmlns:a16="http://schemas.microsoft.com/office/drawing/2014/main" id="{1C6FDDBA-4570-440B-8A8A-FE2E6F57E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8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80" name="Oval 565">
                <a:extLst>
                  <a:ext uri="{FF2B5EF4-FFF2-40B4-BE49-F238E27FC236}">
                    <a16:creationId xmlns:a16="http://schemas.microsoft.com/office/drawing/2014/main" id="{74F33A46-31AC-497F-9768-A8B356943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31"/>
                <a:ext cx="68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81" name="Oval 566">
                <a:extLst>
                  <a:ext uri="{FF2B5EF4-FFF2-40B4-BE49-F238E27FC236}">
                    <a16:creationId xmlns:a16="http://schemas.microsoft.com/office/drawing/2014/main" id="{4DE17123-DC56-4CF6-A2CF-50BACCB4E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868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82" name="Freeform 567">
                <a:extLst>
                  <a:ext uri="{FF2B5EF4-FFF2-40B4-BE49-F238E27FC236}">
                    <a16:creationId xmlns:a16="http://schemas.microsoft.com/office/drawing/2014/main" id="{56A04F8F-58DE-46FF-8B84-C0968D231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76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34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3" name="Freeform 568">
                <a:extLst>
                  <a:ext uri="{FF2B5EF4-FFF2-40B4-BE49-F238E27FC236}">
                    <a16:creationId xmlns:a16="http://schemas.microsoft.com/office/drawing/2014/main" id="{22D02F6A-F120-4FEA-A636-DAEA2E81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889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14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4" name="Oval 569">
                <a:extLst>
                  <a:ext uri="{FF2B5EF4-FFF2-40B4-BE49-F238E27FC236}">
                    <a16:creationId xmlns:a16="http://schemas.microsoft.com/office/drawing/2014/main" id="{CA8907F2-5FBA-40C6-8308-D5D84C868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88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85" name="Oval 570">
                <a:extLst>
                  <a:ext uri="{FF2B5EF4-FFF2-40B4-BE49-F238E27FC236}">
                    <a16:creationId xmlns:a16="http://schemas.microsoft.com/office/drawing/2014/main" id="{C046AAAD-0186-4D69-94AF-16DF8BAC9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8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86" name="Oval 571">
                <a:extLst>
                  <a:ext uri="{FF2B5EF4-FFF2-40B4-BE49-F238E27FC236}">
                    <a16:creationId xmlns:a16="http://schemas.microsoft.com/office/drawing/2014/main" id="{12D88F65-3898-4A32-9AB5-C8C169E4A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868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87" name="Oval 572">
                <a:extLst>
                  <a:ext uri="{FF2B5EF4-FFF2-40B4-BE49-F238E27FC236}">
                    <a16:creationId xmlns:a16="http://schemas.microsoft.com/office/drawing/2014/main" id="{C878EB44-DDA5-487A-BF59-D591412A3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793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88" name="Freeform 573">
                <a:extLst>
                  <a:ext uri="{FF2B5EF4-FFF2-40B4-BE49-F238E27FC236}">
                    <a16:creationId xmlns:a16="http://schemas.microsoft.com/office/drawing/2014/main" id="{7F90A9DE-6CA9-434D-8591-57A0FBBFC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01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08 w 18"/>
                  <a:gd name="T3" fmla="*/ 38 h 20"/>
                  <a:gd name="T4" fmla="*/ 283 w 18"/>
                  <a:gd name="T5" fmla="*/ 59 h 20"/>
                  <a:gd name="T6" fmla="*/ 158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9" name="Freeform 574">
                <a:extLst>
                  <a:ext uri="{FF2B5EF4-FFF2-40B4-BE49-F238E27FC236}">
                    <a16:creationId xmlns:a16="http://schemas.microsoft.com/office/drawing/2014/main" id="{F057BBAE-4EE9-43E5-9D61-3C4E736CA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815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0" name="Oval 575">
                <a:extLst>
                  <a:ext uri="{FF2B5EF4-FFF2-40B4-BE49-F238E27FC236}">
                    <a16:creationId xmlns:a16="http://schemas.microsoft.com/office/drawing/2014/main" id="{AABC1964-17E1-415D-9386-415003D26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81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91" name="Oval 576">
                <a:extLst>
                  <a:ext uri="{FF2B5EF4-FFF2-40B4-BE49-F238E27FC236}">
                    <a16:creationId xmlns:a16="http://schemas.microsoft.com/office/drawing/2014/main" id="{53FDC094-E95D-48E3-8FEE-C7A6A6095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81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92" name="Oval 577">
                <a:extLst>
                  <a:ext uri="{FF2B5EF4-FFF2-40B4-BE49-F238E27FC236}">
                    <a16:creationId xmlns:a16="http://schemas.microsoft.com/office/drawing/2014/main" id="{CE7CCC1D-4B7E-44CF-BF25-9BDE5BABF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793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93" name="Oval 578">
                <a:extLst>
                  <a:ext uri="{FF2B5EF4-FFF2-40B4-BE49-F238E27FC236}">
                    <a16:creationId xmlns:a16="http://schemas.microsoft.com/office/drawing/2014/main" id="{04D7F5E3-A3A1-4937-A95C-CEF1743E2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1879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94" name="Freeform 579">
                <a:extLst>
                  <a:ext uri="{FF2B5EF4-FFF2-40B4-BE49-F238E27FC236}">
                    <a16:creationId xmlns:a16="http://schemas.microsoft.com/office/drawing/2014/main" id="{D83C9066-454D-4536-BD0D-17F111881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887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5" name="Freeform 580">
                <a:extLst>
                  <a:ext uri="{FF2B5EF4-FFF2-40B4-BE49-F238E27FC236}">
                    <a16:creationId xmlns:a16="http://schemas.microsoft.com/office/drawing/2014/main" id="{51212AB7-55A6-4DDD-B68F-9898924DC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900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6" name="Oval 581">
                <a:extLst>
                  <a:ext uri="{FF2B5EF4-FFF2-40B4-BE49-F238E27FC236}">
                    <a16:creationId xmlns:a16="http://schemas.microsoft.com/office/drawing/2014/main" id="{38C7ACAB-C320-40DE-9DE8-DEC63A8A1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9" y="19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97" name="Oval 582">
                <a:extLst>
                  <a:ext uri="{FF2B5EF4-FFF2-40B4-BE49-F238E27FC236}">
                    <a16:creationId xmlns:a16="http://schemas.microsoft.com/office/drawing/2014/main" id="{1685AB51-27C8-475B-85C2-F733687BB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189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98" name="Oval 583">
                <a:extLst>
                  <a:ext uri="{FF2B5EF4-FFF2-40B4-BE49-F238E27FC236}">
                    <a16:creationId xmlns:a16="http://schemas.microsoft.com/office/drawing/2014/main" id="{D4678764-D3E0-4B4C-B6AF-ADAA7C6E1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187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99" name="Oval 584">
                <a:extLst>
                  <a:ext uri="{FF2B5EF4-FFF2-40B4-BE49-F238E27FC236}">
                    <a16:creationId xmlns:a16="http://schemas.microsoft.com/office/drawing/2014/main" id="{DC174E03-F356-4BF8-A5AD-E5F63DD8B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31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00" name="Freeform 585">
                <a:extLst>
                  <a:ext uri="{FF2B5EF4-FFF2-40B4-BE49-F238E27FC236}">
                    <a16:creationId xmlns:a16="http://schemas.microsoft.com/office/drawing/2014/main" id="{F89D3519-E55C-49E9-BAD0-71B8F0B61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839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08 w 18"/>
                  <a:gd name="T3" fmla="*/ 34 h 20"/>
                  <a:gd name="T4" fmla="*/ 283 w 18"/>
                  <a:gd name="T5" fmla="*/ 34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1" name="Freeform 586">
                <a:extLst>
                  <a:ext uri="{FF2B5EF4-FFF2-40B4-BE49-F238E27FC236}">
                    <a16:creationId xmlns:a16="http://schemas.microsoft.com/office/drawing/2014/main" id="{A1113ED3-B271-4A8F-854B-200F111F7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852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2" name="Oval 587">
                <a:extLst>
                  <a:ext uri="{FF2B5EF4-FFF2-40B4-BE49-F238E27FC236}">
                    <a16:creationId xmlns:a16="http://schemas.microsoft.com/office/drawing/2014/main" id="{6A83BDC0-582A-4CCA-937D-76080FF1E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185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03" name="Oval 588">
                <a:extLst>
                  <a:ext uri="{FF2B5EF4-FFF2-40B4-BE49-F238E27FC236}">
                    <a16:creationId xmlns:a16="http://schemas.microsoft.com/office/drawing/2014/main" id="{1A1F930A-58C3-40D6-A4D7-EC35F86C8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1847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04" name="Oval 589">
                <a:extLst>
                  <a:ext uri="{FF2B5EF4-FFF2-40B4-BE49-F238E27FC236}">
                    <a16:creationId xmlns:a16="http://schemas.microsoft.com/office/drawing/2014/main" id="{405EEA1E-2BBA-49AC-A426-4ADFB2983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31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05" name="Oval 590">
                <a:extLst>
                  <a:ext uri="{FF2B5EF4-FFF2-40B4-BE49-F238E27FC236}">
                    <a16:creationId xmlns:a16="http://schemas.microsoft.com/office/drawing/2014/main" id="{0745324E-5DFA-426A-94C6-D4D89ED37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887"/>
                <a:ext cx="67" cy="72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06" name="Freeform 591">
                <a:extLst>
                  <a:ext uri="{FF2B5EF4-FFF2-40B4-BE49-F238E27FC236}">
                    <a16:creationId xmlns:a16="http://schemas.microsoft.com/office/drawing/2014/main" id="{DF3B898B-045D-4E8F-BCEA-520CC1FBD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895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7" name="Freeform 592">
                <a:extLst>
                  <a:ext uri="{FF2B5EF4-FFF2-40B4-BE49-F238E27FC236}">
                    <a16:creationId xmlns:a16="http://schemas.microsoft.com/office/drawing/2014/main" id="{9E0A29DF-46CC-4012-B2CB-116402FF6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908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8" name="Oval 593">
                <a:extLst>
                  <a:ext uri="{FF2B5EF4-FFF2-40B4-BE49-F238E27FC236}">
                    <a16:creationId xmlns:a16="http://schemas.microsoft.com/office/drawing/2014/main" id="{2566C732-71BC-4C4B-BC68-36D9E2258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9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09" name="Oval 594">
                <a:extLst>
                  <a:ext uri="{FF2B5EF4-FFF2-40B4-BE49-F238E27FC236}">
                    <a16:creationId xmlns:a16="http://schemas.microsoft.com/office/drawing/2014/main" id="{453516A1-3C46-441C-B266-918EDC970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90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10" name="Oval 595">
                <a:extLst>
                  <a:ext uri="{FF2B5EF4-FFF2-40B4-BE49-F238E27FC236}">
                    <a16:creationId xmlns:a16="http://schemas.microsoft.com/office/drawing/2014/main" id="{F7987306-7BF2-4BE9-8C0B-7498FDAB2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88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11" name="Oval 596">
                <a:extLst>
                  <a:ext uri="{FF2B5EF4-FFF2-40B4-BE49-F238E27FC236}">
                    <a16:creationId xmlns:a16="http://schemas.microsoft.com/office/drawing/2014/main" id="{DBE008CB-6839-4388-B3A0-7AE76BE46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996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12" name="Freeform 597">
                <a:extLst>
                  <a:ext uri="{FF2B5EF4-FFF2-40B4-BE49-F238E27FC236}">
                    <a16:creationId xmlns:a16="http://schemas.microsoft.com/office/drawing/2014/main" id="{E23FE179-BD8E-4117-95C0-B566A23B3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004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96" name="Group 598">
              <a:extLst>
                <a:ext uri="{FF2B5EF4-FFF2-40B4-BE49-F238E27FC236}">
                  <a16:creationId xmlns:a16="http://schemas.microsoft.com/office/drawing/2014/main" id="{3340CC4F-F770-4C23-A915-CCD7C38528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6" y="1727"/>
              <a:ext cx="570" cy="664"/>
              <a:chOff x="2306" y="1727"/>
              <a:chExt cx="570" cy="664"/>
            </a:xfrm>
          </p:grpSpPr>
          <p:sp>
            <p:nvSpPr>
              <p:cNvPr id="57413" name="Freeform 599">
                <a:extLst>
                  <a:ext uri="{FF2B5EF4-FFF2-40B4-BE49-F238E27FC236}">
                    <a16:creationId xmlns:a16="http://schemas.microsoft.com/office/drawing/2014/main" id="{FA811B76-7458-40CE-B706-14EB2BB6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017"/>
                <a:ext cx="27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4" name="Oval 600">
                <a:extLst>
                  <a:ext uri="{FF2B5EF4-FFF2-40B4-BE49-F238E27FC236}">
                    <a16:creationId xmlns:a16="http://schemas.microsoft.com/office/drawing/2014/main" id="{DBDB8994-3B41-432C-86C8-2F8C17CE3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201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15" name="Oval 601">
                <a:extLst>
                  <a:ext uri="{FF2B5EF4-FFF2-40B4-BE49-F238E27FC236}">
                    <a16:creationId xmlns:a16="http://schemas.microsoft.com/office/drawing/2014/main" id="{FF9EFDF3-47A7-4F14-A1ED-0CE6045C7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9" y="2012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16" name="Oval 602">
                <a:extLst>
                  <a:ext uri="{FF2B5EF4-FFF2-40B4-BE49-F238E27FC236}">
                    <a16:creationId xmlns:a16="http://schemas.microsoft.com/office/drawing/2014/main" id="{8513E243-6828-4285-8181-6E1F8F127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996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17" name="Oval 603">
                <a:extLst>
                  <a:ext uri="{FF2B5EF4-FFF2-40B4-BE49-F238E27FC236}">
                    <a16:creationId xmlns:a16="http://schemas.microsoft.com/office/drawing/2014/main" id="{9EE343F8-2E5F-421F-8001-43BDB4A27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172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18" name="Freeform 604">
                <a:extLst>
                  <a:ext uri="{FF2B5EF4-FFF2-40B4-BE49-F238E27FC236}">
                    <a16:creationId xmlns:a16="http://schemas.microsoft.com/office/drawing/2014/main" id="{34759BC4-5FA9-4412-A80C-85534CC6F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735"/>
                <a:ext cx="45" cy="53"/>
              </a:xfrm>
              <a:custGeom>
                <a:avLst/>
                <a:gdLst>
                  <a:gd name="T0" fmla="*/ 63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63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2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4" y="16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9" name="Freeform 605">
                <a:extLst>
                  <a:ext uri="{FF2B5EF4-FFF2-40B4-BE49-F238E27FC236}">
                    <a16:creationId xmlns:a16="http://schemas.microsoft.com/office/drawing/2014/main" id="{99C6FEC4-75D9-4DE7-8290-0063DC10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748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88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6" y="17"/>
                      <a:pt x="11" y="13"/>
                      <a:pt x="12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0" name="Oval 606">
                <a:extLst>
                  <a:ext uri="{FF2B5EF4-FFF2-40B4-BE49-F238E27FC236}">
                    <a16:creationId xmlns:a16="http://schemas.microsoft.com/office/drawing/2014/main" id="{B3673225-36BF-4D96-AE4A-28434FBC2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17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1" name="Oval 607">
                <a:extLst>
                  <a:ext uri="{FF2B5EF4-FFF2-40B4-BE49-F238E27FC236}">
                    <a16:creationId xmlns:a16="http://schemas.microsoft.com/office/drawing/2014/main" id="{C0D76369-B050-4F2D-B727-FEAD1F039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174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2" name="Oval 608">
                <a:extLst>
                  <a:ext uri="{FF2B5EF4-FFF2-40B4-BE49-F238E27FC236}">
                    <a16:creationId xmlns:a16="http://schemas.microsoft.com/office/drawing/2014/main" id="{6D3354F5-EAC8-4A2E-940F-F91E2AB42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172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3" name="Oval 609">
                <a:extLst>
                  <a:ext uri="{FF2B5EF4-FFF2-40B4-BE49-F238E27FC236}">
                    <a16:creationId xmlns:a16="http://schemas.microsoft.com/office/drawing/2014/main" id="{C03E8FC5-5292-45BF-80AC-D91A4B8F7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4" y="1809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4" name="Freeform 610">
                <a:extLst>
                  <a:ext uri="{FF2B5EF4-FFF2-40B4-BE49-F238E27FC236}">
                    <a16:creationId xmlns:a16="http://schemas.microsoft.com/office/drawing/2014/main" id="{FD703DFA-739A-4792-B963-3EA728AA0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817"/>
                <a:ext cx="43" cy="54"/>
              </a:xfrm>
              <a:custGeom>
                <a:avLst/>
                <a:gdLst>
                  <a:gd name="T0" fmla="*/ 51 w 17"/>
                  <a:gd name="T1" fmla="*/ 232 h 20"/>
                  <a:gd name="T2" fmla="*/ 210 w 17"/>
                  <a:gd name="T3" fmla="*/ 38 h 20"/>
                  <a:gd name="T4" fmla="*/ 276 w 17"/>
                  <a:gd name="T5" fmla="*/ 59 h 20"/>
                  <a:gd name="T6" fmla="*/ 159 w 17"/>
                  <a:gd name="T7" fmla="*/ 0 h 20"/>
                  <a:gd name="T8" fmla="*/ 0 w 17"/>
                  <a:gd name="T9" fmla="*/ 197 h 20"/>
                  <a:gd name="T10" fmla="*/ 96 w 17"/>
                  <a:gd name="T11" fmla="*/ 394 h 20"/>
                  <a:gd name="T12" fmla="*/ 51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5" name="Oval 611">
                <a:extLst>
                  <a:ext uri="{FF2B5EF4-FFF2-40B4-BE49-F238E27FC236}">
                    <a16:creationId xmlns:a16="http://schemas.microsoft.com/office/drawing/2014/main" id="{241EBDEC-90AB-430E-A8C8-698F37A42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18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6" name="Oval 612">
                <a:extLst>
                  <a:ext uri="{FF2B5EF4-FFF2-40B4-BE49-F238E27FC236}">
                    <a16:creationId xmlns:a16="http://schemas.microsoft.com/office/drawing/2014/main" id="{0CFC0CC7-823A-4CDD-95FF-90493F6E1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6" y="182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7" name="Oval 613">
                <a:extLst>
                  <a:ext uri="{FF2B5EF4-FFF2-40B4-BE49-F238E27FC236}">
                    <a16:creationId xmlns:a16="http://schemas.microsoft.com/office/drawing/2014/main" id="{E42F5A9B-56D2-44D0-A24E-1A2755C24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4" y="180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8" name="Oval 614">
                <a:extLst>
                  <a:ext uri="{FF2B5EF4-FFF2-40B4-BE49-F238E27FC236}">
                    <a16:creationId xmlns:a16="http://schemas.microsoft.com/office/drawing/2014/main" id="{0AE3E913-5FC5-401C-B84E-2D2D035B9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1759"/>
                <a:ext cx="68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9" name="Freeform 615">
                <a:extLst>
                  <a:ext uri="{FF2B5EF4-FFF2-40B4-BE49-F238E27FC236}">
                    <a16:creationId xmlns:a16="http://schemas.microsoft.com/office/drawing/2014/main" id="{F04B3412-B2AA-4216-A216-25559B95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76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0" name="Freeform 616">
                <a:extLst>
                  <a:ext uri="{FF2B5EF4-FFF2-40B4-BE49-F238E27FC236}">
                    <a16:creationId xmlns:a16="http://schemas.microsoft.com/office/drawing/2014/main" id="{890AB9ED-FED6-4644-977D-F36C94ABF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783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1" name="Oval 617">
                <a:extLst>
                  <a:ext uri="{FF2B5EF4-FFF2-40B4-BE49-F238E27FC236}">
                    <a16:creationId xmlns:a16="http://schemas.microsoft.com/office/drawing/2014/main" id="{0B103D4B-FD29-407F-9D14-041859974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17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32" name="Oval 618">
                <a:extLst>
                  <a:ext uri="{FF2B5EF4-FFF2-40B4-BE49-F238E27FC236}">
                    <a16:creationId xmlns:a16="http://schemas.microsoft.com/office/drawing/2014/main" id="{3E2FFB0C-940A-490A-8EF6-A8C54C721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17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33" name="Oval 619">
                <a:extLst>
                  <a:ext uri="{FF2B5EF4-FFF2-40B4-BE49-F238E27FC236}">
                    <a16:creationId xmlns:a16="http://schemas.microsoft.com/office/drawing/2014/main" id="{F4E8F05D-6023-4F24-B7ED-5F53B8525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1759"/>
                <a:ext cx="68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34" name="Oval 620">
                <a:extLst>
                  <a:ext uri="{FF2B5EF4-FFF2-40B4-BE49-F238E27FC236}">
                    <a16:creationId xmlns:a16="http://schemas.microsoft.com/office/drawing/2014/main" id="{C5704047-0C68-4761-A96D-D6DEDD3CA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1913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35" name="Freeform 621">
                <a:extLst>
                  <a:ext uri="{FF2B5EF4-FFF2-40B4-BE49-F238E27FC236}">
                    <a16:creationId xmlns:a16="http://schemas.microsoft.com/office/drawing/2014/main" id="{ADFEEFF8-6D4E-4BB1-980D-6C4960542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921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6" name="Freeform 622">
                <a:extLst>
                  <a:ext uri="{FF2B5EF4-FFF2-40B4-BE49-F238E27FC236}">
                    <a16:creationId xmlns:a16="http://schemas.microsoft.com/office/drawing/2014/main" id="{47296345-A81A-4BF3-830C-EF8B49529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937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7" name="Oval 623">
                <a:extLst>
                  <a:ext uri="{FF2B5EF4-FFF2-40B4-BE49-F238E27FC236}">
                    <a16:creationId xmlns:a16="http://schemas.microsoft.com/office/drawing/2014/main" id="{BEFF1DCF-D01A-493A-8E3B-6DBB16D8B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193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38" name="Oval 624">
                <a:extLst>
                  <a:ext uri="{FF2B5EF4-FFF2-40B4-BE49-F238E27FC236}">
                    <a16:creationId xmlns:a16="http://schemas.microsoft.com/office/drawing/2014/main" id="{C37B02BD-3942-471E-9143-AD0B3CC70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193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39" name="Oval 625">
                <a:extLst>
                  <a:ext uri="{FF2B5EF4-FFF2-40B4-BE49-F238E27FC236}">
                    <a16:creationId xmlns:a16="http://schemas.microsoft.com/office/drawing/2014/main" id="{B937C81F-1C08-4107-808D-DCD2DDB70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1913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40" name="Oval 626">
                <a:extLst>
                  <a:ext uri="{FF2B5EF4-FFF2-40B4-BE49-F238E27FC236}">
                    <a16:creationId xmlns:a16="http://schemas.microsoft.com/office/drawing/2014/main" id="{153B6DC9-53C1-4062-A28A-8537B6550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1" y="189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41" name="Freeform 627">
                <a:extLst>
                  <a:ext uri="{FF2B5EF4-FFF2-40B4-BE49-F238E27FC236}">
                    <a16:creationId xmlns:a16="http://schemas.microsoft.com/office/drawing/2014/main" id="{FD9E01F8-AB69-4DC7-9E2C-1614E055F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905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08 w 18"/>
                  <a:gd name="T3" fmla="*/ 38 h 20"/>
                  <a:gd name="T4" fmla="*/ 283 w 18"/>
                  <a:gd name="T5" fmla="*/ 59 h 20"/>
                  <a:gd name="T6" fmla="*/ 158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628">
                <a:extLst>
                  <a:ext uri="{FF2B5EF4-FFF2-40B4-BE49-F238E27FC236}">
                    <a16:creationId xmlns:a16="http://schemas.microsoft.com/office/drawing/2014/main" id="{3FC3FBE4-1FAB-4949-9776-27764F44B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919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Oval 629">
                <a:extLst>
                  <a:ext uri="{FF2B5EF4-FFF2-40B4-BE49-F238E27FC236}">
                    <a16:creationId xmlns:a16="http://schemas.microsoft.com/office/drawing/2014/main" id="{3EA5FD45-FAF0-4CCA-9365-B7CBEB8CC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9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44" name="Oval 630">
                <a:extLst>
                  <a:ext uri="{FF2B5EF4-FFF2-40B4-BE49-F238E27FC236}">
                    <a16:creationId xmlns:a16="http://schemas.microsoft.com/office/drawing/2014/main" id="{4C6A41F5-B329-4CFB-82DC-E640205EB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4" y="191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45" name="Oval 631">
                <a:extLst>
                  <a:ext uri="{FF2B5EF4-FFF2-40B4-BE49-F238E27FC236}">
                    <a16:creationId xmlns:a16="http://schemas.microsoft.com/office/drawing/2014/main" id="{AEED6110-B8D7-4019-BFBB-F9AA35995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1" y="189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46" name="Oval 632">
                <a:extLst>
                  <a:ext uri="{FF2B5EF4-FFF2-40B4-BE49-F238E27FC236}">
                    <a16:creationId xmlns:a16="http://schemas.microsoft.com/office/drawing/2014/main" id="{0F641DB6-58E6-4622-8173-260F14C6A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4" y="1969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47" name="Freeform 633">
                <a:extLst>
                  <a:ext uri="{FF2B5EF4-FFF2-40B4-BE49-F238E27FC236}">
                    <a16:creationId xmlns:a16="http://schemas.microsoft.com/office/drawing/2014/main" id="{9A083700-D88E-4466-B10C-AE7097F48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97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634">
                <a:extLst>
                  <a:ext uri="{FF2B5EF4-FFF2-40B4-BE49-F238E27FC236}">
                    <a16:creationId xmlns:a16="http://schemas.microsoft.com/office/drawing/2014/main" id="{93C83F56-8121-4F90-AC52-04111B8C7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993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Oval 635">
                <a:extLst>
                  <a:ext uri="{FF2B5EF4-FFF2-40B4-BE49-F238E27FC236}">
                    <a16:creationId xmlns:a16="http://schemas.microsoft.com/office/drawing/2014/main" id="{EA679D93-E324-4E53-8B61-6B860508E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19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50" name="Oval 636">
                <a:extLst>
                  <a:ext uri="{FF2B5EF4-FFF2-40B4-BE49-F238E27FC236}">
                    <a16:creationId xmlns:a16="http://schemas.microsoft.com/office/drawing/2014/main" id="{B4CF7075-30FB-41AE-865E-96C813409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1988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51" name="Oval 637">
                <a:extLst>
                  <a:ext uri="{FF2B5EF4-FFF2-40B4-BE49-F238E27FC236}">
                    <a16:creationId xmlns:a16="http://schemas.microsoft.com/office/drawing/2014/main" id="{95413691-489D-46AA-89C0-0025A48CD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4" y="1969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52" name="Oval 638">
                <a:extLst>
                  <a:ext uri="{FF2B5EF4-FFF2-40B4-BE49-F238E27FC236}">
                    <a16:creationId xmlns:a16="http://schemas.microsoft.com/office/drawing/2014/main" id="{1F136440-22E6-446D-BDC2-3DCFE6E5D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2009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53" name="Freeform 639">
                <a:extLst>
                  <a:ext uri="{FF2B5EF4-FFF2-40B4-BE49-F238E27FC236}">
                    <a16:creationId xmlns:a16="http://schemas.microsoft.com/office/drawing/2014/main" id="{99565985-42DE-4C48-ACC8-E30EA6629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01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640">
                <a:extLst>
                  <a:ext uri="{FF2B5EF4-FFF2-40B4-BE49-F238E27FC236}">
                    <a16:creationId xmlns:a16="http://schemas.microsoft.com/office/drawing/2014/main" id="{7A0B4E3B-7774-4048-AA59-7F4DEB19C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033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Oval 641">
                <a:extLst>
                  <a:ext uri="{FF2B5EF4-FFF2-40B4-BE49-F238E27FC236}">
                    <a16:creationId xmlns:a16="http://schemas.microsoft.com/office/drawing/2014/main" id="{5B6C56F1-91FD-437D-B0EE-C40F15D77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20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56" name="Oval 642">
                <a:extLst>
                  <a:ext uri="{FF2B5EF4-FFF2-40B4-BE49-F238E27FC236}">
                    <a16:creationId xmlns:a16="http://schemas.microsoft.com/office/drawing/2014/main" id="{3B421E0B-9F09-4425-8ED1-5333DFBE0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202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57" name="Oval 643">
                <a:extLst>
                  <a:ext uri="{FF2B5EF4-FFF2-40B4-BE49-F238E27FC236}">
                    <a16:creationId xmlns:a16="http://schemas.microsoft.com/office/drawing/2014/main" id="{C27CC2F0-9CA8-489D-B40C-E210D5F48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2009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58" name="Oval 644">
                <a:extLst>
                  <a:ext uri="{FF2B5EF4-FFF2-40B4-BE49-F238E27FC236}">
                    <a16:creationId xmlns:a16="http://schemas.microsoft.com/office/drawing/2014/main" id="{F4848B99-4CD2-41B9-812C-57D7F2012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2009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59" name="Freeform 645">
                <a:extLst>
                  <a:ext uri="{FF2B5EF4-FFF2-40B4-BE49-F238E27FC236}">
                    <a16:creationId xmlns:a16="http://schemas.microsoft.com/office/drawing/2014/main" id="{C81267B3-0214-443F-9853-71EE84FF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017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646">
                <a:extLst>
                  <a:ext uri="{FF2B5EF4-FFF2-40B4-BE49-F238E27FC236}">
                    <a16:creationId xmlns:a16="http://schemas.microsoft.com/office/drawing/2014/main" id="{F9D0137A-748F-4FA5-94B9-459B9A54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031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Oval 647">
                <a:extLst>
                  <a:ext uri="{FF2B5EF4-FFF2-40B4-BE49-F238E27FC236}">
                    <a16:creationId xmlns:a16="http://schemas.microsoft.com/office/drawing/2014/main" id="{AFC1AEE9-1DBA-4A70-8C93-3AF837D87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203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62" name="Oval 648">
                <a:extLst>
                  <a:ext uri="{FF2B5EF4-FFF2-40B4-BE49-F238E27FC236}">
                    <a16:creationId xmlns:a16="http://schemas.microsoft.com/office/drawing/2014/main" id="{A506F454-7638-41E8-B907-B76532824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2028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63" name="Oval 649">
                <a:extLst>
                  <a:ext uri="{FF2B5EF4-FFF2-40B4-BE49-F238E27FC236}">
                    <a16:creationId xmlns:a16="http://schemas.microsoft.com/office/drawing/2014/main" id="{5F196390-3717-4F63-8AF5-F826B5EC6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200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64" name="Oval 650">
                <a:extLst>
                  <a:ext uri="{FF2B5EF4-FFF2-40B4-BE49-F238E27FC236}">
                    <a16:creationId xmlns:a16="http://schemas.microsoft.com/office/drawing/2014/main" id="{F0B1971C-5EAE-4D56-A31D-518BDF11D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2033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65" name="Freeform 651">
                <a:extLst>
                  <a:ext uri="{FF2B5EF4-FFF2-40B4-BE49-F238E27FC236}">
                    <a16:creationId xmlns:a16="http://schemas.microsoft.com/office/drawing/2014/main" id="{3BE98301-45DC-4DBF-98E2-845520D4C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041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652">
                <a:extLst>
                  <a:ext uri="{FF2B5EF4-FFF2-40B4-BE49-F238E27FC236}">
                    <a16:creationId xmlns:a16="http://schemas.microsoft.com/office/drawing/2014/main" id="{47DA21D1-7357-4851-A0D5-7BFE577E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055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Oval 653">
                <a:extLst>
                  <a:ext uri="{FF2B5EF4-FFF2-40B4-BE49-F238E27FC236}">
                    <a16:creationId xmlns:a16="http://schemas.microsoft.com/office/drawing/2014/main" id="{B2B4A0BC-33A6-4512-B089-797100B5D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9" y="205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68" name="Oval 654">
                <a:extLst>
                  <a:ext uri="{FF2B5EF4-FFF2-40B4-BE49-F238E27FC236}">
                    <a16:creationId xmlns:a16="http://schemas.microsoft.com/office/drawing/2014/main" id="{63228532-4C9A-496C-86BE-D43A9B092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205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69" name="Oval 655">
                <a:extLst>
                  <a:ext uri="{FF2B5EF4-FFF2-40B4-BE49-F238E27FC236}">
                    <a16:creationId xmlns:a16="http://schemas.microsoft.com/office/drawing/2014/main" id="{0FE5CC49-4327-4259-82A1-CA3D8984F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203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70" name="Oval 656">
                <a:extLst>
                  <a:ext uri="{FF2B5EF4-FFF2-40B4-BE49-F238E27FC236}">
                    <a16:creationId xmlns:a16="http://schemas.microsoft.com/office/drawing/2014/main" id="{84108675-B5A6-48B0-937B-4AF9877A8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216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71" name="Freeform 657">
                <a:extLst>
                  <a:ext uri="{FF2B5EF4-FFF2-40B4-BE49-F238E27FC236}">
                    <a16:creationId xmlns:a16="http://schemas.microsoft.com/office/drawing/2014/main" id="{9D778A39-FA5B-4C0D-B3AE-F2FB7617C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177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658">
                <a:extLst>
                  <a:ext uri="{FF2B5EF4-FFF2-40B4-BE49-F238E27FC236}">
                    <a16:creationId xmlns:a16="http://schemas.microsoft.com/office/drawing/2014/main" id="{67C71A6E-A654-4976-80BF-3BF217642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191"/>
                <a:ext cx="28" cy="45"/>
              </a:xfrm>
              <a:custGeom>
                <a:avLst/>
                <a:gdLst>
                  <a:gd name="T0" fmla="*/ 163 w 11"/>
                  <a:gd name="T1" fmla="*/ 111 h 17"/>
                  <a:gd name="T2" fmla="*/ 0 w 11"/>
                  <a:gd name="T3" fmla="*/ 294 h 17"/>
                  <a:gd name="T4" fmla="*/ 2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6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Oval 659">
                <a:extLst>
                  <a:ext uri="{FF2B5EF4-FFF2-40B4-BE49-F238E27FC236}">
                    <a16:creationId xmlns:a16="http://schemas.microsoft.com/office/drawing/2014/main" id="{C077B6DA-736B-4D8E-A490-3F0CC7299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9" y="21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74" name="Oval 660">
                <a:extLst>
                  <a:ext uri="{FF2B5EF4-FFF2-40B4-BE49-F238E27FC236}">
                    <a16:creationId xmlns:a16="http://schemas.microsoft.com/office/drawing/2014/main" id="{F0FD6155-F15B-41D1-AD62-309DBB8DB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6" y="218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75" name="Oval 661">
                <a:extLst>
                  <a:ext uri="{FF2B5EF4-FFF2-40B4-BE49-F238E27FC236}">
                    <a16:creationId xmlns:a16="http://schemas.microsoft.com/office/drawing/2014/main" id="{FBAE8B18-F4A2-4B81-8E5F-78BCD0427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216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76" name="Oval 662">
                <a:extLst>
                  <a:ext uri="{FF2B5EF4-FFF2-40B4-BE49-F238E27FC236}">
                    <a16:creationId xmlns:a16="http://schemas.microsoft.com/office/drawing/2014/main" id="{47E936AB-4C40-442A-A34E-7DED7126D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207"/>
                <a:ext cx="71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77" name="Freeform 663">
                <a:extLst>
                  <a:ext uri="{FF2B5EF4-FFF2-40B4-BE49-F238E27FC236}">
                    <a16:creationId xmlns:a16="http://schemas.microsoft.com/office/drawing/2014/main" id="{962B722A-A793-48B7-A3D8-561302EF9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212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664">
                <a:extLst>
                  <a:ext uri="{FF2B5EF4-FFF2-40B4-BE49-F238E27FC236}">
                    <a16:creationId xmlns:a16="http://schemas.microsoft.com/office/drawing/2014/main" id="{9BF7B760-9A3B-45F0-B1FB-AE19CE0BB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228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Oval 665">
                <a:extLst>
                  <a:ext uri="{FF2B5EF4-FFF2-40B4-BE49-F238E27FC236}">
                    <a16:creationId xmlns:a16="http://schemas.microsoft.com/office/drawing/2014/main" id="{3254647A-72ED-4F50-851E-9385B1CE6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" y="222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80" name="Oval 666">
                <a:extLst>
                  <a:ext uri="{FF2B5EF4-FFF2-40B4-BE49-F238E27FC236}">
                    <a16:creationId xmlns:a16="http://schemas.microsoft.com/office/drawing/2014/main" id="{4776C664-6818-4701-B662-31AD2DA2A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2223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81" name="Oval 667">
                <a:extLst>
                  <a:ext uri="{FF2B5EF4-FFF2-40B4-BE49-F238E27FC236}">
                    <a16:creationId xmlns:a16="http://schemas.microsoft.com/office/drawing/2014/main" id="{657BAC4B-F110-4FC5-878F-1F89CA801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207"/>
                <a:ext cx="71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82" name="Oval 668">
                <a:extLst>
                  <a:ext uri="{FF2B5EF4-FFF2-40B4-BE49-F238E27FC236}">
                    <a16:creationId xmlns:a16="http://schemas.microsoft.com/office/drawing/2014/main" id="{1D1C24CE-24BB-4FC7-812B-491049E3A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2116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83" name="Freeform 669">
                <a:extLst>
                  <a:ext uri="{FF2B5EF4-FFF2-40B4-BE49-F238E27FC236}">
                    <a16:creationId xmlns:a16="http://schemas.microsoft.com/office/drawing/2014/main" id="{1BEFE12E-CFA7-4F5A-906C-EB6D8CF8E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124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670">
                <a:extLst>
                  <a:ext uri="{FF2B5EF4-FFF2-40B4-BE49-F238E27FC236}">
                    <a16:creationId xmlns:a16="http://schemas.microsoft.com/office/drawing/2014/main" id="{2AE70A20-1315-4A46-9974-ADAEE8358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137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88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6" y="17"/>
                      <a:pt x="11" y="13"/>
                      <a:pt x="12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Oval 671">
                <a:extLst>
                  <a:ext uri="{FF2B5EF4-FFF2-40B4-BE49-F238E27FC236}">
                    <a16:creationId xmlns:a16="http://schemas.microsoft.com/office/drawing/2014/main" id="{5DA77553-8B66-4D5B-92BA-9D5D695B6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21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86" name="Oval 672">
                <a:extLst>
                  <a:ext uri="{FF2B5EF4-FFF2-40B4-BE49-F238E27FC236}">
                    <a16:creationId xmlns:a16="http://schemas.microsoft.com/office/drawing/2014/main" id="{D1F8A837-3E97-4E0C-A500-B1E1BDAB3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2135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87" name="Oval 673">
                <a:extLst>
                  <a:ext uri="{FF2B5EF4-FFF2-40B4-BE49-F238E27FC236}">
                    <a16:creationId xmlns:a16="http://schemas.microsoft.com/office/drawing/2014/main" id="{ADEA6504-4EAE-432D-9F54-712544824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2116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88" name="Oval 674">
                <a:extLst>
                  <a:ext uri="{FF2B5EF4-FFF2-40B4-BE49-F238E27FC236}">
                    <a16:creationId xmlns:a16="http://schemas.microsoft.com/office/drawing/2014/main" id="{B823284B-1444-4815-BAFC-69E424D29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9" y="2209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89" name="Freeform 675">
                <a:extLst>
                  <a:ext uri="{FF2B5EF4-FFF2-40B4-BE49-F238E27FC236}">
                    <a16:creationId xmlns:a16="http://schemas.microsoft.com/office/drawing/2014/main" id="{707BB552-09F3-4E1F-9BE1-B2B3A7CA2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217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676">
                <a:extLst>
                  <a:ext uri="{FF2B5EF4-FFF2-40B4-BE49-F238E27FC236}">
                    <a16:creationId xmlns:a16="http://schemas.microsoft.com/office/drawing/2014/main" id="{12DE903C-915E-425E-8C7A-0B6456C1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231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Oval 677">
                <a:extLst>
                  <a:ext uri="{FF2B5EF4-FFF2-40B4-BE49-F238E27FC236}">
                    <a16:creationId xmlns:a16="http://schemas.microsoft.com/office/drawing/2014/main" id="{7B4A8276-7AE5-4E8F-A0AA-14680C17F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22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92" name="Oval 678">
                <a:extLst>
                  <a:ext uri="{FF2B5EF4-FFF2-40B4-BE49-F238E27FC236}">
                    <a16:creationId xmlns:a16="http://schemas.microsoft.com/office/drawing/2014/main" id="{D25E28AD-FA3C-4775-BF7A-B0703BAE1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22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93" name="Oval 679">
                <a:extLst>
                  <a:ext uri="{FF2B5EF4-FFF2-40B4-BE49-F238E27FC236}">
                    <a16:creationId xmlns:a16="http://schemas.microsoft.com/office/drawing/2014/main" id="{896D7F03-D4C8-49C6-BA49-85927470F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9" y="220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94" name="Oval 680">
                <a:extLst>
                  <a:ext uri="{FF2B5EF4-FFF2-40B4-BE49-F238E27FC236}">
                    <a16:creationId xmlns:a16="http://schemas.microsoft.com/office/drawing/2014/main" id="{83CEB3A9-7A95-42B4-B70F-AA32B8359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2319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95" name="Freeform 681">
                <a:extLst>
                  <a:ext uri="{FF2B5EF4-FFF2-40B4-BE49-F238E27FC236}">
                    <a16:creationId xmlns:a16="http://schemas.microsoft.com/office/drawing/2014/main" id="{90D0336B-8FCA-443F-871D-A0313711E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327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682">
                <a:extLst>
                  <a:ext uri="{FF2B5EF4-FFF2-40B4-BE49-F238E27FC236}">
                    <a16:creationId xmlns:a16="http://schemas.microsoft.com/office/drawing/2014/main" id="{73F9A532-FA11-494D-99AE-D8D4FFB4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40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Oval 683">
                <a:extLst>
                  <a:ext uri="{FF2B5EF4-FFF2-40B4-BE49-F238E27FC236}">
                    <a16:creationId xmlns:a16="http://schemas.microsoft.com/office/drawing/2014/main" id="{3A2BF9C7-0BDF-44F8-B1A2-57AF10BAD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6" y="2340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98" name="Oval 684">
                <a:extLst>
                  <a:ext uri="{FF2B5EF4-FFF2-40B4-BE49-F238E27FC236}">
                    <a16:creationId xmlns:a16="http://schemas.microsoft.com/office/drawing/2014/main" id="{D5F9B2F2-517D-4476-98A2-C4DD4A0B0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233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99" name="Oval 685">
                <a:extLst>
                  <a:ext uri="{FF2B5EF4-FFF2-40B4-BE49-F238E27FC236}">
                    <a16:creationId xmlns:a16="http://schemas.microsoft.com/office/drawing/2014/main" id="{8261926A-B22D-4974-9FBC-887D3B425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2319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00" name="Oval 686">
                <a:extLst>
                  <a:ext uri="{FF2B5EF4-FFF2-40B4-BE49-F238E27FC236}">
                    <a16:creationId xmlns:a16="http://schemas.microsoft.com/office/drawing/2014/main" id="{AF078510-7EAF-43E3-A550-C8509EF54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2241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01" name="Freeform 687">
                <a:extLst>
                  <a:ext uri="{FF2B5EF4-FFF2-40B4-BE49-F238E27FC236}">
                    <a16:creationId xmlns:a16="http://schemas.microsoft.com/office/drawing/2014/main" id="{AFD87BB7-CBC1-4303-9A88-0037338D7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49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08 w 18"/>
                  <a:gd name="T3" fmla="*/ 38 h 20"/>
                  <a:gd name="T4" fmla="*/ 283 w 18"/>
                  <a:gd name="T5" fmla="*/ 59 h 20"/>
                  <a:gd name="T6" fmla="*/ 158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688">
                <a:extLst>
                  <a:ext uri="{FF2B5EF4-FFF2-40B4-BE49-F238E27FC236}">
                    <a16:creationId xmlns:a16="http://schemas.microsoft.com/office/drawing/2014/main" id="{6018915D-00A5-4852-9F4B-C1165E5DB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263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Oval 689">
                <a:extLst>
                  <a:ext uri="{FF2B5EF4-FFF2-40B4-BE49-F238E27FC236}">
                    <a16:creationId xmlns:a16="http://schemas.microsoft.com/office/drawing/2014/main" id="{26DD990D-E0A8-458C-981B-791DA7162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226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04" name="Oval 690">
                <a:extLst>
                  <a:ext uri="{FF2B5EF4-FFF2-40B4-BE49-F238E27FC236}">
                    <a16:creationId xmlns:a16="http://schemas.microsoft.com/office/drawing/2014/main" id="{D1D132BD-E952-4058-B16E-2703F5D81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2260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05" name="Oval 691">
                <a:extLst>
                  <a:ext uri="{FF2B5EF4-FFF2-40B4-BE49-F238E27FC236}">
                    <a16:creationId xmlns:a16="http://schemas.microsoft.com/office/drawing/2014/main" id="{73F97D4E-6E74-4BE7-B97D-B79061871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2241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06" name="Oval 692">
                <a:extLst>
                  <a:ext uri="{FF2B5EF4-FFF2-40B4-BE49-F238E27FC236}">
                    <a16:creationId xmlns:a16="http://schemas.microsoft.com/office/drawing/2014/main" id="{0C3704A9-AF13-4F68-B66F-631612945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6" y="215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07" name="Freeform 693">
                <a:extLst>
                  <a:ext uri="{FF2B5EF4-FFF2-40B4-BE49-F238E27FC236}">
                    <a16:creationId xmlns:a16="http://schemas.microsoft.com/office/drawing/2014/main" id="{34F17903-4FD8-47F2-832A-6ADD2E99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159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694">
                <a:extLst>
                  <a:ext uri="{FF2B5EF4-FFF2-40B4-BE49-F238E27FC236}">
                    <a16:creationId xmlns:a16="http://schemas.microsoft.com/office/drawing/2014/main" id="{DC56DADA-3D05-4EFB-8CB9-77B0A536D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17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Oval 695">
                <a:extLst>
                  <a:ext uri="{FF2B5EF4-FFF2-40B4-BE49-F238E27FC236}">
                    <a16:creationId xmlns:a16="http://schemas.microsoft.com/office/drawing/2014/main" id="{7AD51435-63D5-4D4E-B62D-2189C5BC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1" y="217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10" name="Oval 696">
                <a:extLst>
                  <a:ext uri="{FF2B5EF4-FFF2-40B4-BE49-F238E27FC236}">
                    <a16:creationId xmlns:a16="http://schemas.microsoft.com/office/drawing/2014/main" id="{B765C7BA-4127-4DC4-B566-7E4C981AD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9" y="216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11" name="Oval 697">
                <a:extLst>
                  <a:ext uri="{FF2B5EF4-FFF2-40B4-BE49-F238E27FC236}">
                    <a16:creationId xmlns:a16="http://schemas.microsoft.com/office/drawing/2014/main" id="{E83A2B00-64FD-4F3D-8FDA-BB66D414A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6" y="215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12" name="Oval 698">
                <a:extLst>
                  <a:ext uri="{FF2B5EF4-FFF2-40B4-BE49-F238E27FC236}">
                    <a16:creationId xmlns:a16="http://schemas.microsoft.com/office/drawing/2014/main" id="{D4FEF355-CF57-45FB-9206-88BD16E36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2260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13" name="Freeform 699">
                <a:extLst>
                  <a:ext uri="{FF2B5EF4-FFF2-40B4-BE49-F238E27FC236}">
                    <a16:creationId xmlns:a16="http://schemas.microsoft.com/office/drawing/2014/main" id="{4D7B5261-D459-4603-BE12-3D3686F8D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268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700">
                <a:extLst>
                  <a:ext uri="{FF2B5EF4-FFF2-40B4-BE49-F238E27FC236}">
                    <a16:creationId xmlns:a16="http://schemas.microsoft.com/office/drawing/2014/main" id="{7A386475-3C2A-4F3D-AC9D-300CA1A29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81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Oval 701">
                <a:extLst>
                  <a:ext uri="{FF2B5EF4-FFF2-40B4-BE49-F238E27FC236}">
                    <a16:creationId xmlns:a16="http://schemas.microsoft.com/office/drawing/2014/main" id="{79776B7C-1669-4D67-97C9-5B5E22569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9" y="22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16" name="Oval 702">
                <a:extLst>
                  <a:ext uri="{FF2B5EF4-FFF2-40B4-BE49-F238E27FC236}">
                    <a16:creationId xmlns:a16="http://schemas.microsoft.com/office/drawing/2014/main" id="{296BF69F-1EB4-41D5-A77B-4D5927C9A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2279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17" name="Oval 703">
                <a:extLst>
                  <a:ext uri="{FF2B5EF4-FFF2-40B4-BE49-F238E27FC236}">
                    <a16:creationId xmlns:a16="http://schemas.microsoft.com/office/drawing/2014/main" id="{7095B2FC-C5C4-439F-868D-4AEF86BB0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2260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18" name="Oval 704">
                <a:extLst>
                  <a:ext uri="{FF2B5EF4-FFF2-40B4-BE49-F238E27FC236}">
                    <a16:creationId xmlns:a16="http://schemas.microsoft.com/office/drawing/2014/main" id="{B7EA3FB1-9A4C-4D7A-9E89-257B751F0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9" y="2260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19" name="Freeform 705">
                <a:extLst>
                  <a:ext uri="{FF2B5EF4-FFF2-40B4-BE49-F238E27FC236}">
                    <a16:creationId xmlns:a16="http://schemas.microsoft.com/office/drawing/2014/main" id="{CE660D6D-D004-43A2-837E-AA218A175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268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706">
                <a:extLst>
                  <a:ext uri="{FF2B5EF4-FFF2-40B4-BE49-F238E27FC236}">
                    <a16:creationId xmlns:a16="http://schemas.microsoft.com/office/drawing/2014/main" id="{10AE91D1-B80A-4564-B450-8F72487DE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281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Oval 707">
                <a:extLst>
                  <a:ext uri="{FF2B5EF4-FFF2-40B4-BE49-F238E27FC236}">
                    <a16:creationId xmlns:a16="http://schemas.microsoft.com/office/drawing/2014/main" id="{FA9A799F-0B05-4CBB-A774-A9433998F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228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22" name="Oval 708">
                <a:extLst>
                  <a:ext uri="{FF2B5EF4-FFF2-40B4-BE49-F238E27FC236}">
                    <a16:creationId xmlns:a16="http://schemas.microsoft.com/office/drawing/2014/main" id="{190BB947-3705-427B-9C96-DB6B38135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22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23" name="Oval 709">
                <a:extLst>
                  <a:ext uri="{FF2B5EF4-FFF2-40B4-BE49-F238E27FC236}">
                    <a16:creationId xmlns:a16="http://schemas.microsoft.com/office/drawing/2014/main" id="{70FB6E4F-9DCD-463B-BEA2-54077B3C6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9" y="2260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24" name="Oval 710">
                <a:extLst>
                  <a:ext uri="{FF2B5EF4-FFF2-40B4-BE49-F238E27FC236}">
                    <a16:creationId xmlns:a16="http://schemas.microsoft.com/office/drawing/2014/main" id="{0875F23B-52F8-44EE-A9F5-403896510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193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25" name="Freeform 711">
                <a:extLst>
                  <a:ext uri="{FF2B5EF4-FFF2-40B4-BE49-F238E27FC236}">
                    <a16:creationId xmlns:a16="http://schemas.microsoft.com/office/drawing/2014/main" id="{9228E3EC-785C-4734-9AAF-DD236E19F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945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08 w 18"/>
                  <a:gd name="T3" fmla="*/ 38 h 20"/>
                  <a:gd name="T4" fmla="*/ 283 w 18"/>
                  <a:gd name="T5" fmla="*/ 38 h 20"/>
                  <a:gd name="T6" fmla="*/ 158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712">
                <a:extLst>
                  <a:ext uri="{FF2B5EF4-FFF2-40B4-BE49-F238E27FC236}">
                    <a16:creationId xmlns:a16="http://schemas.microsoft.com/office/drawing/2014/main" id="{A894030C-4BE7-4744-B8EB-5C955BE13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959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Oval 713">
                <a:extLst>
                  <a:ext uri="{FF2B5EF4-FFF2-40B4-BE49-F238E27FC236}">
                    <a16:creationId xmlns:a16="http://schemas.microsoft.com/office/drawing/2014/main" id="{17BFF7CA-40EA-4783-9329-174374B60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195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28" name="Oval 714">
                <a:extLst>
                  <a:ext uri="{FF2B5EF4-FFF2-40B4-BE49-F238E27FC236}">
                    <a16:creationId xmlns:a16="http://schemas.microsoft.com/office/drawing/2014/main" id="{E633C2EC-6C0D-412B-BDF4-940E57B21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4" y="1953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29" name="Oval 715">
                <a:extLst>
                  <a:ext uri="{FF2B5EF4-FFF2-40B4-BE49-F238E27FC236}">
                    <a16:creationId xmlns:a16="http://schemas.microsoft.com/office/drawing/2014/main" id="{8922A249-CE80-4DA8-8BE0-97C9147B6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193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30" name="Oval 716">
                <a:extLst>
                  <a:ext uri="{FF2B5EF4-FFF2-40B4-BE49-F238E27FC236}">
                    <a16:creationId xmlns:a16="http://schemas.microsoft.com/office/drawing/2014/main" id="{FC01FF81-D888-479E-ADEE-CFA46013F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4" y="2060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31" name="Freeform 717">
                <a:extLst>
                  <a:ext uri="{FF2B5EF4-FFF2-40B4-BE49-F238E27FC236}">
                    <a16:creationId xmlns:a16="http://schemas.microsoft.com/office/drawing/2014/main" id="{6EC93E96-3B1D-4711-9286-ABA67974A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068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08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718">
                <a:extLst>
                  <a:ext uri="{FF2B5EF4-FFF2-40B4-BE49-F238E27FC236}">
                    <a16:creationId xmlns:a16="http://schemas.microsoft.com/office/drawing/2014/main" id="{8038A8C9-A062-4857-9224-C43BF6174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084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Oval 719">
                <a:extLst>
                  <a:ext uri="{FF2B5EF4-FFF2-40B4-BE49-F238E27FC236}">
                    <a16:creationId xmlns:a16="http://schemas.microsoft.com/office/drawing/2014/main" id="{7BC0BB67-322B-48A2-BCDD-01EEA8B27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208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34" name="Oval 720">
                <a:extLst>
                  <a:ext uri="{FF2B5EF4-FFF2-40B4-BE49-F238E27FC236}">
                    <a16:creationId xmlns:a16="http://schemas.microsoft.com/office/drawing/2014/main" id="{158B9451-0D1E-485F-AB84-8BF4CECA5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9" y="2079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35" name="Oval 721">
                <a:extLst>
                  <a:ext uri="{FF2B5EF4-FFF2-40B4-BE49-F238E27FC236}">
                    <a16:creationId xmlns:a16="http://schemas.microsoft.com/office/drawing/2014/main" id="{3FE6958B-E3C1-4AB5-A805-AF0ADA1C2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4" y="2060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36" name="Oval 722">
                <a:extLst>
                  <a:ext uri="{FF2B5EF4-FFF2-40B4-BE49-F238E27FC236}">
                    <a16:creationId xmlns:a16="http://schemas.microsoft.com/office/drawing/2014/main" id="{CF1A9336-07ED-427F-935F-743D083B4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1961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37" name="Freeform 723">
                <a:extLst>
                  <a:ext uri="{FF2B5EF4-FFF2-40B4-BE49-F238E27FC236}">
                    <a16:creationId xmlns:a16="http://schemas.microsoft.com/office/drawing/2014/main" id="{386708A9-B1F8-4196-A23F-B01E5791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969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724">
                <a:extLst>
                  <a:ext uri="{FF2B5EF4-FFF2-40B4-BE49-F238E27FC236}">
                    <a16:creationId xmlns:a16="http://schemas.microsoft.com/office/drawing/2014/main" id="{9196CBDD-886B-42F8-8C60-DD2397BA9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985"/>
                <a:ext cx="27" cy="43"/>
              </a:xfrm>
              <a:custGeom>
                <a:avLst/>
                <a:gdLst>
                  <a:gd name="T0" fmla="*/ 133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9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Oval 725">
                <a:extLst>
                  <a:ext uri="{FF2B5EF4-FFF2-40B4-BE49-F238E27FC236}">
                    <a16:creationId xmlns:a16="http://schemas.microsoft.com/office/drawing/2014/main" id="{B943A3DC-3355-4E82-91C8-E0F4B9991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19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0" name="Oval 726">
                <a:extLst>
                  <a:ext uri="{FF2B5EF4-FFF2-40B4-BE49-F238E27FC236}">
                    <a16:creationId xmlns:a16="http://schemas.microsoft.com/office/drawing/2014/main" id="{331D8F03-1CE7-4A51-B134-CC27689F3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9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1" name="Oval 727">
                <a:extLst>
                  <a:ext uri="{FF2B5EF4-FFF2-40B4-BE49-F238E27FC236}">
                    <a16:creationId xmlns:a16="http://schemas.microsoft.com/office/drawing/2014/main" id="{526DEDEC-864B-468F-AD24-5E84A0ED1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1961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2" name="Oval 728">
                <a:extLst>
                  <a:ext uri="{FF2B5EF4-FFF2-40B4-BE49-F238E27FC236}">
                    <a16:creationId xmlns:a16="http://schemas.microsoft.com/office/drawing/2014/main" id="{4E17A154-A4E7-4D57-BC98-36DFA4D5C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889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3" name="Freeform 729">
                <a:extLst>
                  <a:ext uri="{FF2B5EF4-FFF2-40B4-BE49-F238E27FC236}">
                    <a16:creationId xmlns:a16="http://schemas.microsoft.com/office/drawing/2014/main" id="{251362D4-E06D-4AB5-8C6A-5CB24458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89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730">
                <a:extLst>
                  <a:ext uri="{FF2B5EF4-FFF2-40B4-BE49-F238E27FC236}">
                    <a16:creationId xmlns:a16="http://schemas.microsoft.com/office/drawing/2014/main" id="{BA886CD5-CB83-49AF-906C-03FDA180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913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Oval 731">
                <a:extLst>
                  <a:ext uri="{FF2B5EF4-FFF2-40B4-BE49-F238E27FC236}">
                    <a16:creationId xmlns:a16="http://schemas.microsoft.com/office/drawing/2014/main" id="{DD3C1BCC-6082-4FF1-83CE-3C932A783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91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6" name="Oval 732">
                <a:extLst>
                  <a:ext uri="{FF2B5EF4-FFF2-40B4-BE49-F238E27FC236}">
                    <a16:creationId xmlns:a16="http://schemas.microsoft.com/office/drawing/2014/main" id="{4CD39120-9319-48F6-A4E0-C3E079878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19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7" name="Oval 733">
                <a:extLst>
                  <a:ext uri="{FF2B5EF4-FFF2-40B4-BE49-F238E27FC236}">
                    <a16:creationId xmlns:a16="http://schemas.microsoft.com/office/drawing/2014/main" id="{ABF08954-7AB4-4EA5-8B27-1E6E64A5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889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8" name="Oval 734">
                <a:extLst>
                  <a:ext uri="{FF2B5EF4-FFF2-40B4-BE49-F238E27FC236}">
                    <a16:creationId xmlns:a16="http://schemas.microsoft.com/office/drawing/2014/main" id="{B5EABA22-C6BD-4E2E-BF56-3CC1B451C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948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9" name="Freeform 735">
                <a:extLst>
                  <a:ext uri="{FF2B5EF4-FFF2-40B4-BE49-F238E27FC236}">
                    <a16:creationId xmlns:a16="http://schemas.microsoft.com/office/drawing/2014/main" id="{49A5C9A0-77D6-4C25-9F83-78B7B8595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956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736">
                <a:extLst>
                  <a:ext uri="{FF2B5EF4-FFF2-40B4-BE49-F238E27FC236}">
                    <a16:creationId xmlns:a16="http://schemas.microsoft.com/office/drawing/2014/main" id="{60768153-9C2E-494C-BC6D-63DF3C97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969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Oval 737">
                <a:extLst>
                  <a:ext uri="{FF2B5EF4-FFF2-40B4-BE49-F238E27FC236}">
                    <a16:creationId xmlns:a16="http://schemas.microsoft.com/office/drawing/2014/main" id="{83507568-30D0-4208-AC14-F299824AA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196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52" name="Oval 738">
                <a:extLst>
                  <a:ext uri="{FF2B5EF4-FFF2-40B4-BE49-F238E27FC236}">
                    <a16:creationId xmlns:a16="http://schemas.microsoft.com/office/drawing/2014/main" id="{E064D4E8-BE4A-47F5-BFE3-366CE456D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967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53" name="Oval 739">
                <a:extLst>
                  <a:ext uri="{FF2B5EF4-FFF2-40B4-BE49-F238E27FC236}">
                    <a16:creationId xmlns:a16="http://schemas.microsoft.com/office/drawing/2014/main" id="{8B3AB0F9-31C6-40CB-965C-4BB9B022C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948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54" name="Oval 740">
                <a:extLst>
                  <a:ext uri="{FF2B5EF4-FFF2-40B4-BE49-F238E27FC236}">
                    <a16:creationId xmlns:a16="http://schemas.microsoft.com/office/drawing/2014/main" id="{31192C74-A080-442E-8EEB-AC7B01347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801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55" name="Freeform 741">
                <a:extLst>
                  <a:ext uri="{FF2B5EF4-FFF2-40B4-BE49-F238E27FC236}">
                    <a16:creationId xmlns:a16="http://schemas.microsoft.com/office/drawing/2014/main" id="{D128A50F-403B-45A8-9DD1-938CE9538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809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742">
                <a:extLst>
                  <a:ext uri="{FF2B5EF4-FFF2-40B4-BE49-F238E27FC236}">
                    <a16:creationId xmlns:a16="http://schemas.microsoft.com/office/drawing/2014/main" id="{3F898355-6348-4F8B-ADD3-FEBF6103E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825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Oval 743">
                <a:extLst>
                  <a:ext uri="{FF2B5EF4-FFF2-40B4-BE49-F238E27FC236}">
                    <a16:creationId xmlns:a16="http://schemas.microsoft.com/office/drawing/2014/main" id="{50F7F38E-D63B-4346-9495-72ECD7380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8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58" name="Oval 744">
                <a:extLst>
                  <a:ext uri="{FF2B5EF4-FFF2-40B4-BE49-F238E27FC236}">
                    <a16:creationId xmlns:a16="http://schemas.microsoft.com/office/drawing/2014/main" id="{3C4067D8-BE28-4010-AD99-5EC535C9C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182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59" name="Oval 745">
                <a:extLst>
                  <a:ext uri="{FF2B5EF4-FFF2-40B4-BE49-F238E27FC236}">
                    <a16:creationId xmlns:a16="http://schemas.microsoft.com/office/drawing/2014/main" id="{D012A75F-2D7A-4799-AB79-18D43F7A1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801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0" name="Oval 746">
                <a:extLst>
                  <a:ext uri="{FF2B5EF4-FFF2-40B4-BE49-F238E27FC236}">
                    <a16:creationId xmlns:a16="http://schemas.microsoft.com/office/drawing/2014/main" id="{B4A9780E-7219-4754-81D2-AA46E3929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796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1" name="Freeform 747">
                <a:extLst>
                  <a:ext uri="{FF2B5EF4-FFF2-40B4-BE49-F238E27FC236}">
                    <a16:creationId xmlns:a16="http://schemas.microsoft.com/office/drawing/2014/main" id="{88FF6E52-CD23-4219-AEB5-14F22D805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804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748">
                <a:extLst>
                  <a:ext uri="{FF2B5EF4-FFF2-40B4-BE49-F238E27FC236}">
                    <a16:creationId xmlns:a16="http://schemas.microsoft.com/office/drawing/2014/main" id="{6B041DB3-E3C5-42B3-BC80-6E8336EAC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820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Oval 749">
                <a:extLst>
                  <a:ext uri="{FF2B5EF4-FFF2-40B4-BE49-F238E27FC236}">
                    <a16:creationId xmlns:a16="http://schemas.microsoft.com/office/drawing/2014/main" id="{7623C2F4-56B0-4286-8343-030FD89E7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81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4" name="Oval 750">
                <a:extLst>
                  <a:ext uri="{FF2B5EF4-FFF2-40B4-BE49-F238E27FC236}">
                    <a16:creationId xmlns:a16="http://schemas.microsoft.com/office/drawing/2014/main" id="{F34D11B3-895A-4E04-8E5B-76E40FFBC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18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5" name="Oval 751">
                <a:extLst>
                  <a:ext uri="{FF2B5EF4-FFF2-40B4-BE49-F238E27FC236}">
                    <a16:creationId xmlns:a16="http://schemas.microsoft.com/office/drawing/2014/main" id="{7F154024-7E33-44C0-9F53-419840692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796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6" name="Oval 752">
                <a:extLst>
                  <a:ext uri="{FF2B5EF4-FFF2-40B4-BE49-F238E27FC236}">
                    <a16:creationId xmlns:a16="http://schemas.microsoft.com/office/drawing/2014/main" id="{FCBA2718-57A4-4D27-B08F-9D55ACEC6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2052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7" name="Freeform 753">
                <a:extLst>
                  <a:ext uri="{FF2B5EF4-FFF2-40B4-BE49-F238E27FC236}">
                    <a16:creationId xmlns:a16="http://schemas.microsoft.com/office/drawing/2014/main" id="{701B1CB9-8A8C-4372-8AC5-3D5104150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060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754">
                <a:extLst>
                  <a:ext uri="{FF2B5EF4-FFF2-40B4-BE49-F238E27FC236}">
                    <a16:creationId xmlns:a16="http://schemas.microsoft.com/office/drawing/2014/main" id="{32B1BE35-F2F3-4855-8448-AA64FB787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073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12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Oval 755">
                <a:extLst>
                  <a:ext uri="{FF2B5EF4-FFF2-40B4-BE49-F238E27FC236}">
                    <a16:creationId xmlns:a16="http://schemas.microsoft.com/office/drawing/2014/main" id="{5AD8886B-4578-4836-820F-EEE9EE452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207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70" name="Oval 756">
                <a:extLst>
                  <a:ext uri="{FF2B5EF4-FFF2-40B4-BE49-F238E27FC236}">
                    <a16:creationId xmlns:a16="http://schemas.microsoft.com/office/drawing/2014/main" id="{D2094607-428F-48F8-A47E-924C4245D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071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71" name="Oval 757">
                <a:extLst>
                  <a:ext uri="{FF2B5EF4-FFF2-40B4-BE49-F238E27FC236}">
                    <a16:creationId xmlns:a16="http://schemas.microsoft.com/office/drawing/2014/main" id="{5BCD094D-6563-40C0-A808-637089E6D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2052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72" name="Oval 758">
                <a:extLst>
                  <a:ext uri="{FF2B5EF4-FFF2-40B4-BE49-F238E27FC236}">
                    <a16:creationId xmlns:a16="http://schemas.microsoft.com/office/drawing/2014/main" id="{8161FDB8-9035-436C-9702-33CE56C93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820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73" name="Freeform 759">
                <a:extLst>
                  <a:ext uri="{FF2B5EF4-FFF2-40B4-BE49-F238E27FC236}">
                    <a16:creationId xmlns:a16="http://schemas.microsoft.com/office/drawing/2014/main" id="{5486CE76-5D11-4FDD-8AA3-8EFD41A32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28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760">
                <a:extLst>
                  <a:ext uri="{FF2B5EF4-FFF2-40B4-BE49-F238E27FC236}">
                    <a16:creationId xmlns:a16="http://schemas.microsoft.com/office/drawing/2014/main" id="{66417838-1B4A-494D-8A6C-68669ADB5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844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Oval 761">
                <a:extLst>
                  <a:ext uri="{FF2B5EF4-FFF2-40B4-BE49-F238E27FC236}">
                    <a16:creationId xmlns:a16="http://schemas.microsoft.com/office/drawing/2014/main" id="{901CECAD-6A17-4030-B7E4-28E72E20E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820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76" name="Oval 762">
                <a:extLst>
                  <a:ext uri="{FF2B5EF4-FFF2-40B4-BE49-F238E27FC236}">
                    <a16:creationId xmlns:a16="http://schemas.microsoft.com/office/drawing/2014/main" id="{DC99B4C4-E7C4-4FAE-BDD6-C23AFD7E3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012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77" name="Freeform 763">
                <a:extLst>
                  <a:ext uri="{FF2B5EF4-FFF2-40B4-BE49-F238E27FC236}">
                    <a16:creationId xmlns:a16="http://schemas.microsoft.com/office/drawing/2014/main" id="{C7912D57-8EA7-49C0-9476-6D012738A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020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764">
                <a:extLst>
                  <a:ext uri="{FF2B5EF4-FFF2-40B4-BE49-F238E27FC236}">
                    <a16:creationId xmlns:a16="http://schemas.microsoft.com/office/drawing/2014/main" id="{35F92333-829A-40F8-8E89-F1F1E2900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033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Oval 765">
                <a:extLst>
                  <a:ext uri="{FF2B5EF4-FFF2-40B4-BE49-F238E27FC236}">
                    <a16:creationId xmlns:a16="http://schemas.microsoft.com/office/drawing/2014/main" id="{89ECDA67-F9F6-49DF-A534-A10CB8491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03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0" name="Oval 766">
                <a:extLst>
                  <a:ext uri="{FF2B5EF4-FFF2-40B4-BE49-F238E27FC236}">
                    <a16:creationId xmlns:a16="http://schemas.microsoft.com/office/drawing/2014/main" id="{A8E58CC1-C436-42C6-90A7-FCB058879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31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1" name="Oval 767">
                <a:extLst>
                  <a:ext uri="{FF2B5EF4-FFF2-40B4-BE49-F238E27FC236}">
                    <a16:creationId xmlns:a16="http://schemas.microsoft.com/office/drawing/2014/main" id="{356CC8DD-C292-4DB7-8BEA-80518DF8F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012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2" name="Oval 768">
                <a:extLst>
                  <a:ext uri="{FF2B5EF4-FFF2-40B4-BE49-F238E27FC236}">
                    <a16:creationId xmlns:a16="http://schemas.microsoft.com/office/drawing/2014/main" id="{E0AAF2F8-50F7-4F9E-B6AB-8636D172C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1996"/>
                <a:ext cx="67" cy="75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3" name="Freeform 769">
                <a:extLst>
                  <a:ext uri="{FF2B5EF4-FFF2-40B4-BE49-F238E27FC236}">
                    <a16:creationId xmlns:a16="http://schemas.microsoft.com/office/drawing/2014/main" id="{B241D473-486F-494C-9360-5737FFF48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004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770">
                <a:extLst>
                  <a:ext uri="{FF2B5EF4-FFF2-40B4-BE49-F238E27FC236}">
                    <a16:creationId xmlns:a16="http://schemas.microsoft.com/office/drawing/2014/main" id="{59CD7A57-B97F-4158-933A-6B1F1BC0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020"/>
                <a:ext cx="27" cy="43"/>
              </a:xfrm>
              <a:custGeom>
                <a:avLst/>
                <a:gdLst>
                  <a:gd name="T0" fmla="*/ 133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Oval 771">
                <a:extLst>
                  <a:ext uri="{FF2B5EF4-FFF2-40B4-BE49-F238E27FC236}">
                    <a16:creationId xmlns:a16="http://schemas.microsoft.com/office/drawing/2014/main" id="{F3D1F8FD-9F51-485F-9D0D-57C8649C5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01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6" name="Oval 772">
                <a:extLst>
                  <a:ext uri="{FF2B5EF4-FFF2-40B4-BE49-F238E27FC236}">
                    <a16:creationId xmlns:a16="http://schemas.microsoft.com/office/drawing/2014/main" id="{4DA63253-58C5-4810-8EC6-2DB4644F3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0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7" name="Oval 773">
                <a:extLst>
                  <a:ext uri="{FF2B5EF4-FFF2-40B4-BE49-F238E27FC236}">
                    <a16:creationId xmlns:a16="http://schemas.microsoft.com/office/drawing/2014/main" id="{7618CAA5-C71C-472C-B56F-18B32E239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1996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8" name="Oval 774">
                <a:extLst>
                  <a:ext uri="{FF2B5EF4-FFF2-40B4-BE49-F238E27FC236}">
                    <a16:creationId xmlns:a16="http://schemas.microsoft.com/office/drawing/2014/main" id="{AD64C0CC-8491-4ADB-904F-327276E5B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2079"/>
                <a:ext cx="67" cy="74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9" name="Freeform 775">
                <a:extLst>
                  <a:ext uri="{FF2B5EF4-FFF2-40B4-BE49-F238E27FC236}">
                    <a16:creationId xmlns:a16="http://schemas.microsoft.com/office/drawing/2014/main" id="{2D9B3129-137A-409D-A832-F321EAA49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103"/>
                <a:ext cx="27" cy="42"/>
              </a:xfrm>
              <a:custGeom>
                <a:avLst/>
                <a:gdLst>
                  <a:gd name="T0" fmla="*/ 133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9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Oval 776">
                <a:extLst>
                  <a:ext uri="{FF2B5EF4-FFF2-40B4-BE49-F238E27FC236}">
                    <a16:creationId xmlns:a16="http://schemas.microsoft.com/office/drawing/2014/main" id="{F20D2A1C-A28B-446A-AEA3-C7EFFCCDE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21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1" name="Oval 777">
                <a:extLst>
                  <a:ext uri="{FF2B5EF4-FFF2-40B4-BE49-F238E27FC236}">
                    <a16:creationId xmlns:a16="http://schemas.microsoft.com/office/drawing/2014/main" id="{1984CC0B-6E5E-46BB-AF90-6F4461E00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20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2" name="Oval 778">
                <a:extLst>
                  <a:ext uri="{FF2B5EF4-FFF2-40B4-BE49-F238E27FC236}">
                    <a16:creationId xmlns:a16="http://schemas.microsoft.com/office/drawing/2014/main" id="{032A9844-02B1-46F8-95B5-F5DEA4AE0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2079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3" name="Oval 779">
                <a:extLst>
                  <a:ext uri="{FF2B5EF4-FFF2-40B4-BE49-F238E27FC236}">
                    <a16:creationId xmlns:a16="http://schemas.microsoft.com/office/drawing/2014/main" id="{809F6D1A-210A-4FEB-9361-A33625198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876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4" name="Freeform 780">
                <a:extLst>
                  <a:ext uri="{FF2B5EF4-FFF2-40B4-BE49-F238E27FC236}">
                    <a16:creationId xmlns:a16="http://schemas.microsoft.com/office/drawing/2014/main" id="{F2DC9790-C012-45BA-9CFE-CB2D77E4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897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Oval 781">
                <a:extLst>
                  <a:ext uri="{FF2B5EF4-FFF2-40B4-BE49-F238E27FC236}">
                    <a16:creationId xmlns:a16="http://schemas.microsoft.com/office/drawing/2014/main" id="{B6FAD57E-D725-4F65-A0EA-07DBB10B9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89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6" name="Oval 782">
                <a:extLst>
                  <a:ext uri="{FF2B5EF4-FFF2-40B4-BE49-F238E27FC236}">
                    <a16:creationId xmlns:a16="http://schemas.microsoft.com/office/drawing/2014/main" id="{E63E8A6B-BAC7-47F2-810D-48E9A3BBD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89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7" name="Oval 783">
                <a:extLst>
                  <a:ext uri="{FF2B5EF4-FFF2-40B4-BE49-F238E27FC236}">
                    <a16:creationId xmlns:a16="http://schemas.microsoft.com/office/drawing/2014/main" id="{5EC9C64F-1A2D-433C-8BD4-D4CBCC1F3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876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8" name="Oval 784">
                <a:extLst>
                  <a:ext uri="{FF2B5EF4-FFF2-40B4-BE49-F238E27FC236}">
                    <a16:creationId xmlns:a16="http://schemas.microsoft.com/office/drawing/2014/main" id="{F2CEE2ED-41D1-4DD4-AA63-C09F0FAA2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195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9" name="Freeform 785">
                <a:extLst>
                  <a:ext uri="{FF2B5EF4-FFF2-40B4-BE49-F238E27FC236}">
                    <a16:creationId xmlns:a16="http://schemas.microsoft.com/office/drawing/2014/main" id="{E83B208F-B297-4B18-B194-2F4088D06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961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786">
                <a:extLst>
                  <a:ext uri="{FF2B5EF4-FFF2-40B4-BE49-F238E27FC236}">
                    <a16:creationId xmlns:a16="http://schemas.microsoft.com/office/drawing/2014/main" id="{16BBACF7-6EBB-4A79-93B9-C9ECC00A8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975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Oval 787">
                <a:extLst>
                  <a:ext uri="{FF2B5EF4-FFF2-40B4-BE49-F238E27FC236}">
                    <a16:creationId xmlns:a16="http://schemas.microsoft.com/office/drawing/2014/main" id="{A42B6DAA-7D60-4E45-A214-0C9E928E2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9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02" name="Oval 788">
                <a:extLst>
                  <a:ext uri="{FF2B5EF4-FFF2-40B4-BE49-F238E27FC236}">
                    <a16:creationId xmlns:a16="http://schemas.microsoft.com/office/drawing/2014/main" id="{E5D2868F-D888-485C-B0E4-1D759DFE5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4" y="197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03" name="Oval 789">
                <a:extLst>
                  <a:ext uri="{FF2B5EF4-FFF2-40B4-BE49-F238E27FC236}">
                    <a16:creationId xmlns:a16="http://schemas.microsoft.com/office/drawing/2014/main" id="{6242051E-F318-4EDB-8FE3-4179D282D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195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04" name="Oval 790">
                <a:extLst>
                  <a:ext uri="{FF2B5EF4-FFF2-40B4-BE49-F238E27FC236}">
                    <a16:creationId xmlns:a16="http://schemas.microsoft.com/office/drawing/2014/main" id="{9204EFED-0A63-4EF4-B5E0-005E38190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1839"/>
                <a:ext cx="70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05" name="Freeform 791">
                <a:extLst>
                  <a:ext uri="{FF2B5EF4-FFF2-40B4-BE49-F238E27FC236}">
                    <a16:creationId xmlns:a16="http://schemas.microsoft.com/office/drawing/2014/main" id="{A248F594-2656-45CC-96AB-8E080A1E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84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792">
                <a:extLst>
                  <a:ext uri="{FF2B5EF4-FFF2-40B4-BE49-F238E27FC236}">
                    <a16:creationId xmlns:a16="http://schemas.microsoft.com/office/drawing/2014/main" id="{6B0EFDBA-6ABD-4130-97FC-B338BCDB5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863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Oval 793">
                <a:extLst>
                  <a:ext uri="{FF2B5EF4-FFF2-40B4-BE49-F238E27FC236}">
                    <a16:creationId xmlns:a16="http://schemas.microsoft.com/office/drawing/2014/main" id="{D247C299-ECE5-4EAA-B5B9-877D93A65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186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08" name="Oval 794">
                <a:extLst>
                  <a:ext uri="{FF2B5EF4-FFF2-40B4-BE49-F238E27FC236}">
                    <a16:creationId xmlns:a16="http://schemas.microsoft.com/office/drawing/2014/main" id="{C8EFE1B8-3334-4764-89A0-1F93DC9D5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1857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09" name="Oval 795">
                <a:extLst>
                  <a:ext uri="{FF2B5EF4-FFF2-40B4-BE49-F238E27FC236}">
                    <a16:creationId xmlns:a16="http://schemas.microsoft.com/office/drawing/2014/main" id="{9D422EAD-F0A8-4B1E-8732-763E9CF4E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1839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10" name="Oval 796">
                <a:extLst>
                  <a:ext uri="{FF2B5EF4-FFF2-40B4-BE49-F238E27FC236}">
                    <a16:creationId xmlns:a16="http://schemas.microsoft.com/office/drawing/2014/main" id="{EA752EC4-02C6-4D6F-AC56-0C5A86501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9" y="189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11" name="Freeform 797">
                <a:extLst>
                  <a:ext uri="{FF2B5EF4-FFF2-40B4-BE49-F238E27FC236}">
                    <a16:creationId xmlns:a16="http://schemas.microsoft.com/office/drawing/2014/main" id="{8B133DE8-F5B0-4ECD-8D02-7A5C6D4F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905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798">
                <a:extLst>
                  <a:ext uri="{FF2B5EF4-FFF2-40B4-BE49-F238E27FC236}">
                    <a16:creationId xmlns:a16="http://schemas.microsoft.com/office/drawing/2014/main" id="{06CA26C6-7092-47BE-A0F8-D14690743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919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12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97" name="Group 799">
              <a:extLst>
                <a:ext uri="{FF2B5EF4-FFF2-40B4-BE49-F238E27FC236}">
                  <a16:creationId xmlns:a16="http://schemas.microsoft.com/office/drawing/2014/main" id="{7D8D7D59-C908-4C8A-B036-EDA0BA4D46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4" y="1772"/>
              <a:ext cx="482" cy="507"/>
              <a:chOff x="2434" y="1772"/>
              <a:chExt cx="482" cy="507"/>
            </a:xfrm>
          </p:grpSpPr>
          <p:sp>
            <p:nvSpPr>
              <p:cNvPr id="57213" name="Oval 800">
                <a:extLst>
                  <a:ext uri="{FF2B5EF4-FFF2-40B4-BE49-F238E27FC236}">
                    <a16:creationId xmlns:a16="http://schemas.microsoft.com/office/drawing/2014/main" id="{F4212D8A-8021-432E-A749-C26004693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19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14" name="Oval 801">
                <a:extLst>
                  <a:ext uri="{FF2B5EF4-FFF2-40B4-BE49-F238E27FC236}">
                    <a16:creationId xmlns:a16="http://schemas.microsoft.com/office/drawing/2014/main" id="{FDA60F15-C7E2-4588-823B-261B3B44E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916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15" name="Oval 802">
                <a:extLst>
                  <a:ext uri="{FF2B5EF4-FFF2-40B4-BE49-F238E27FC236}">
                    <a16:creationId xmlns:a16="http://schemas.microsoft.com/office/drawing/2014/main" id="{C3392C07-CB4B-4F54-B111-8474683CB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9" y="189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16" name="Oval 803">
                <a:extLst>
                  <a:ext uri="{FF2B5EF4-FFF2-40B4-BE49-F238E27FC236}">
                    <a16:creationId xmlns:a16="http://schemas.microsoft.com/office/drawing/2014/main" id="{A00F22EA-BC98-403D-A094-00CCCCBA1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98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17" name="Freeform 804">
                <a:extLst>
                  <a:ext uri="{FF2B5EF4-FFF2-40B4-BE49-F238E27FC236}">
                    <a16:creationId xmlns:a16="http://schemas.microsoft.com/office/drawing/2014/main" id="{A2A9A183-D064-412D-B7FE-B8A8C459D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991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8" name="Freeform 805">
                <a:extLst>
                  <a:ext uri="{FF2B5EF4-FFF2-40B4-BE49-F238E27FC236}">
                    <a16:creationId xmlns:a16="http://schemas.microsoft.com/office/drawing/2014/main" id="{9EB2AE5E-E407-4398-90D8-27000DB56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004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9" name="Oval 806">
                <a:extLst>
                  <a:ext uri="{FF2B5EF4-FFF2-40B4-BE49-F238E27FC236}">
                    <a16:creationId xmlns:a16="http://schemas.microsoft.com/office/drawing/2014/main" id="{0F74411F-85D6-4D14-801A-EB66B9A40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200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20" name="Oval 807">
                <a:extLst>
                  <a:ext uri="{FF2B5EF4-FFF2-40B4-BE49-F238E27FC236}">
                    <a16:creationId xmlns:a16="http://schemas.microsoft.com/office/drawing/2014/main" id="{6BE22243-B19F-430D-9B29-31719B1E7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199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21" name="Oval 808">
                <a:extLst>
                  <a:ext uri="{FF2B5EF4-FFF2-40B4-BE49-F238E27FC236}">
                    <a16:creationId xmlns:a16="http://schemas.microsoft.com/office/drawing/2014/main" id="{3B086159-727A-45EC-A72F-2AAC2E258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98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22" name="Oval 809">
                <a:extLst>
                  <a:ext uri="{FF2B5EF4-FFF2-40B4-BE49-F238E27FC236}">
                    <a16:creationId xmlns:a16="http://schemas.microsoft.com/office/drawing/2014/main" id="{EA397245-F680-49CE-A02B-D9AFABB00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865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23" name="Freeform 810">
                <a:extLst>
                  <a:ext uri="{FF2B5EF4-FFF2-40B4-BE49-F238E27FC236}">
                    <a16:creationId xmlns:a16="http://schemas.microsoft.com/office/drawing/2014/main" id="{7BD60B6B-3391-4BDB-A4DB-360A61D9D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873"/>
                <a:ext cx="42" cy="54"/>
              </a:xfrm>
              <a:custGeom>
                <a:avLst/>
                <a:gdLst>
                  <a:gd name="T0" fmla="*/ 42 w 17"/>
                  <a:gd name="T1" fmla="*/ 257 h 20"/>
                  <a:gd name="T2" fmla="*/ 195 w 17"/>
                  <a:gd name="T3" fmla="*/ 38 h 20"/>
                  <a:gd name="T4" fmla="*/ 257 w 17"/>
                  <a:gd name="T5" fmla="*/ 59 h 20"/>
                  <a:gd name="T6" fmla="*/ 153 w 17"/>
                  <a:gd name="T7" fmla="*/ 0 h 20"/>
                  <a:gd name="T8" fmla="*/ 0 w 17"/>
                  <a:gd name="T9" fmla="*/ 219 h 20"/>
                  <a:gd name="T10" fmla="*/ 91 w 17"/>
                  <a:gd name="T11" fmla="*/ 394 h 20"/>
                  <a:gd name="T12" fmla="*/ 42 w 17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4" name="Freeform 811">
                <a:extLst>
                  <a:ext uri="{FF2B5EF4-FFF2-40B4-BE49-F238E27FC236}">
                    <a16:creationId xmlns:a16="http://schemas.microsoft.com/office/drawing/2014/main" id="{D9C7BFAD-ED5A-48E0-A45B-59929E3D1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887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25" name="Oval 812">
                <a:extLst>
                  <a:ext uri="{FF2B5EF4-FFF2-40B4-BE49-F238E27FC236}">
                    <a16:creationId xmlns:a16="http://schemas.microsoft.com/office/drawing/2014/main" id="{F276E064-B378-43FD-8BA6-D408267E2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88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26" name="Oval 813">
                <a:extLst>
                  <a:ext uri="{FF2B5EF4-FFF2-40B4-BE49-F238E27FC236}">
                    <a16:creationId xmlns:a16="http://schemas.microsoft.com/office/drawing/2014/main" id="{7197F667-23C2-4F26-8315-5591AEE1A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9" y="188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27" name="Oval 814">
                <a:extLst>
                  <a:ext uri="{FF2B5EF4-FFF2-40B4-BE49-F238E27FC236}">
                    <a16:creationId xmlns:a16="http://schemas.microsoft.com/office/drawing/2014/main" id="{61073D0E-13D1-4F69-8FAD-68810F7F4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86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28" name="Oval 815">
                <a:extLst>
                  <a:ext uri="{FF2B5EF4-FFF2-40B4-BE49-F238E27FC236}">
                    <a16:creationId xmlns:a16="http://schemas.microsoft.com/office/drawing/2014/main" id="{9D87E7AB-BAA4-4C89-B038-1BC97B824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1860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29" name="Freeform 816">
                <a:extLst>
                  <a:ext uri="{FF2B5EF4-FFF2-40B4-BE49-F238E27FC236}">
                    <a16:creationId xmlns:a16="http://schemas.microsoft.com/office/drawing/2014/main" id="{00642990-9737-465E-A048-14953B3D7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868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0" name="Freeform 817">
                <a:extLst>
                  <a:ext uri="{FF2B5EF4-FFF2-40B4-BE49-F238E27FC236}">
                    <a16:creationId xmlns:a16="http://schemas.microsoft.com/office/drawing/2014/main" id="{7585ECC1-C5E6-4930-B39C-A33E82134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884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1" name="Oval 818">
                <a:extLst>
                  <a:ext uri="{FF2B5EF4-FFF2-40B4-BE49-F238E27FC236}">
                    <a16:creationId xmlns:a16="http://schemas.microsoft.com/office/drawing/2014/main" id="{C947896F-90BE-463E-BE5B-C37DFCFFB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8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32" name="Oval 819">
                <a:extLst>
                  <a:ext uri="{FF2B5EF4-FFF2-40B4-BE49-F238E27FC236}">
                    <a16:creationId xmlns:a16="http://schemas.microsoft.com/office/drawing/2014/main" id="{DBF812C8-8770-4A8D-8F06-EF21BA676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18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33" name="Oval 820">
                <a:extLst>
                  <a:ext uri="{FF2B5EF4-FFF2-40B4-BE49-F238E27FC236}">
                    <a16:creationId xmlns:a16="http://schemas.microsoft.com/office/drawing/2014/main" id="{559B3C27-A6D5-45E2-A0B1-E11ED6287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1860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34" name="Oval 821">
                <a:extLst>
                  <a:ext uri="{FF2B5EF4-FFF2-40B4-BE49-F238E27FC236}">
                    <a16:creationId xmlns:a16="http://schemas.microsoft.com/office/drawing/2014/main" id="{B23DCA96-723D-4ED1-B693-F127048D3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1" y="1991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35" name="Freeform 822">
                <a:extLst>
                  <a:ext uri="{FF2B5EF4-FFF2-40B4-BE49-F238E27FC236}">
                    <a16:creationId xmlns:a16="http://schemas.microsoft.com/office/drawing/2014/main" id="{5662C4B5-8410-4B21-8AB4-7B0478D23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999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6" name="Freeform 823">
                <a:extLst>
                  <a:ext uri="{FF2B5EF4-FFF2-40B4-BE49-F238E27FC236}">
                    <a16:creationId xmlns:a16="http://schemas.microsoft.com/office/drawing/2014/main" id="{AF399AB1-FD54-4473-BCFA-E422D6B79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012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2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37" name="Oval 824">
                <a:extLst>
                  <a:ext uri="{FF2B5EF4-FFF2-40B4-BE49-F238E27FC236}">
                    <a16:creationId xmlns:a16="http://schemas.microsoft.com/office/drawing/2014/main" id="{167E15C8-FFFC-4E86-8825-34DAD2CA6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20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38" name="Oval 825">
                <a:extLst>
                  <a:ext uri="{FF2B5EF4-FFF2-40B4-BE49-F238E27FC236}">
                    <a16:creationId xmlns:a16="http://schemas.microsoft.com/office/drawing/2014/main" id="{AB638873-48B4-4057-AAD5-07E7D0CDD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2009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39" name="Oval 826">
                <a:extLst>
                  <a:ext uri="{FF2B5EF4-FFF2-40B4-BE49-F238E27FC236}">
                    <a16:creationId xmlns:a16="http://schemas.microsoft.com/office/drawing/2014/main" id="{9DD3D9BF-02AC-4C0B-BABA-1404AA586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1" y="1991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40" name="Oval 827">
                <a:extLst>
                  <a:ext uri="{FF2B5EF4-FFF2-40B4-BE49-F238E27FC236}">
                    <a16:creationId xmlns:a16="http://schemas.microsoft.com/office/drawing/2014/main" id="{05609EB8-C100-4144-8074-434BE090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4" y="1937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41" name="Freeform 828">
                <a:extLst>
                  <a:ext uri="{FF2B5EF4-FFF2-40B4-BE49-F238E27FC236}">
                    <a16:creationId xmlns:a16="http://schemas.microsoft.com/office/drawing/2014/main" id="{C17F8894-4FBC-4E89-8F79-E92CF915A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94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2" name="Freeform 829">
                <a:extLst>
                  <a:ext uri="{FF2B5EF4-FFF2-40B4-BE49-F238E27FC236}">
                    <a16:creationId xmlns:a16="http://schemas.microsoft.com/office/drawing/2014/main" id="{419718AB-DDC4-4940-AC98-DA386D8E9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961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3" name="Oval 830">
                <a:extLst>
                  <a:ext uri="{FF2B5EF4-FFF2-40B4-BE49-F238E27FC236}">
                    <a16:creationId xmlns:a16="http://schemas.microsoft.com/office/drawing/2014/main" id="{7241FB6E-8626-42E7-95C2-C8FFAC51D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19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44" name="Oval 831">
                <a:extLst>
                  <a:ext uri="{FF2B5EF4-FFF2-40B4-BE49-F238E27FC236}">
                    <a16:creationId xmlns:a16="http://schemas.microsoft.com/office/drawing/2014/main" id="{555EE010-CCA5-4618-96C4-22F4650E3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956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45" name="Oval 832">
                <a:extLst>
                  <a:ext uri="{FF2B5EF4-FFF2-40B4-BE49-F238E27FC236}">
                    <a16:creationId xmlns:a16="http://schemas.microsoft.com/office/drawing/2014/main" id="{B90DDDC2-CD33-4EF1-A270-89B72FC20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4" y="1937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46" name="Oval 833">
                <a:extLst>
                  <a:ext uri="{FF2B5EF4-FFF2-40B4-BE49-F238E27FC236}">
                    <a16:creationId xmlns:a16="http://schemas.microsoft.com/office/drawing/2014/main" id="{F279DA9F-FB4D-45E4-B914-963CEE2F2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905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47" name="Freeform 834">
                <a:extLst>
                  <a:ext uri="{FF2B5EF4-FFF2-40B4-BE49-F238E27FC236}">
                    <a16:creationId xmlns:a16="http://schemas.microsoft.com/office/drawing/2014/main" id="{2484711B-917E-454A-A6A6-FBAE7116F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913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08 w 18"/>
                  <a:gd name="T3" fmla="*/ 38 h 20"/>
                  <a:gd name="T4" fmla="*/ 283 w 18"/>
                  <a:gd name="T5" fmla="*/ 59 h 20"/>
                  <a:gd name="T6" fmla="*/ 158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8" name="Freeform 835">
                <a:extLst>
                  <a:ext uri="{FF2B5EF4-FFF2-40B4-BE49-F238E27FC236}">
                    <a16:creationId xmlns:a16="http://schemas.microsoft.com/office/drawing/2014/main" id="{9E5DE1D5-09A9-440E-A943-27BFB73DB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27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49" name="Oval 836">
                <a:extLst>
                  <a:ext uri="{FF2B5EF4-FFF2-40B4-BE49-F238E27FC236}">
                    <a16:creationId xmlns:a16="http://schemas.microsoft.com/office/drawing/2014/main" id="{5E8F9671-7D04-4F63-8DB0-44B6A8263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192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50" name="Oval 837">
                <a:extLst>
                  <a:ext uri="{FF2B5EF4-FFF2-40B4-BE49-F238E27FC236}">
                    <a16:creationId xmlns:a16="http://schemas.microsoft.com/office/drawing/2014/main" id="{B06CA483-BDA2-458B-B7D5-2830933FE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1924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51" name="Oval 838">
                <a:extLst>
                  <a:ext uri="{FF2B5EF4-FFF2-40B4-BE49-F238E27FC236}">
                    <a16:creationId xmlns:a16="http://schemas.microsoft.com/office/drawing/2014/main" id="{AC8634F8-223D-4261-9239-0DF93B8F8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90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52" name="Oval 839">
                <a:extLst>
                  <a:ext uri="{FF2B5EF4-FFF2-40B4-BE49-F238E27FC236}">
                    <a16:creationId xmlns:a16="http://schemas.microsoft.com/office/drawing/2014/main" id="{C4AF186D-5DB8-40DD-A6B2-636768B9F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015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53" name="Freeform 840">
                <a:extLst>
                  <a:ext uri="{FF2B5EF4-FFF2-40B4-BE49-F238E27FC236}">
                    <a16:creationId xmlns:a16="http://schemas.microsoft.com/office/drawing/2014/main" id="{975529B9-2545-40C4-8F93-BB5797032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36"/>
                <a:ext cx="27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12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4" name="Oval 841">
                <a:extLst>
                  <a:ext uri="{FF2B5EF4-FFF2-40B4-BE49-F238E27FC236}">
                    <a16:creationId xmlns:a16="http://schemas.microsoft.com/office/drawing/2014/main" id="{F97AE10F-51F2-4FD3-B1B8-679CF4320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0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55" name="Oval 842">
                <a:extLst>
                  <a:ext uri="{FF2B5EF4-FFF2-40B4-BE49-F238E27FC236}">
                    <a16:creationId xmlns:a16="http://schemas.microsoft.com/office/drawing/2014/main" id="{C1725031-C6A5-47BD-9626-B1FCBFE57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203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56" name="Oval 843">
                <a:extLst>
                  <a:ext uri="{FF2B5EF4-FFF2-40B4-BE49-F238E27FC236}">
                    <a16:creationId xmlns:a16="http://schemas.microsoft.com/office/drawing/2014/main" id="{A39FCA3C-CDC6-43EC-954F-1239F6860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01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57" name="Oval 844">
                <a:extLst>
                  <a:ext uri="{FF2B5EF4-FFF2-40B4-BE49-F238E27FC236}">
                    <a16:creationId xmlns:a16="http://schemas.microsoft.com/office/drawing/2014/main" id="{B71952A2-E0F5-4089-99A1-5A5ECD61B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92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58" name="Freeform 845">
                <a:extLst>
                  <a:ext uri="{FF2B5EF4-FFF2-40B4-BE49-F238E27FC236}">
                    <a16:creationId xmlns:a16="http://schemas.microsoft.com/office/drawing/2014/main" id="{99E6D3A7-4473-4988-9273-69E98AD83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35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59" name="Freeform 846">
                <a:extLst>
                  <a:ext uri="{FF2B5EF4-FFF2-40B4-BE49-F238E27FC236}">
                    <a16:creationId xmlns:a16="http://schemas.microsoft.com/office/drawing/2014/main" id="{818E56C7-6DB3-4DC8-BF60-782014E0E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948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0" name="Oval 847">
                <a:extLst>
                  <a:ext uri="{FF2B5EF4-FFF2-40B4-BE49-F238E27FC236}">
                    <a16:creationId xmlns:a16="http://schemas.microsoft.com/office/drawing/2014/main" id="{65330FB1-5C87-4AAD-9533-649DD161B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9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61" name="Oval 848">
                <a:extLst>
                  <a:ext uri="{FF2B5EF4-FFF2-40B4-BE49-F238E27FC236}">
                    <a16:creationId xmlns:a16="http://schemas.microsoft.com/office/drawing/2014/main" id="{C7D573C2-2823-488C-9079-27FAAD161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9" y="194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62" name="Oval 849">
                <a:extLst>
                  <a:ext uri="{FF2B5EF4-FFF2-40B4-BE49-F238E27FC236}">
                    <a16:creationId xmlns:a16="http://schemas.microsoft.com/office/drawing/2014/main" id="{380F9DF9-8F7B-4B42-B8E3-AF4DB8BAD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92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63" name="Oval 850">
                <a:extLst>
                  <a:ext uri="{FF2B5EF4-FFF2-40B4-BE49-F238E27FC236}">
                    <a16:creationId xmlns:a16="http://schemas.microsoft.com/office/drawing/2014/main" id="{F71BD47D-34D8-4FC7-9CB1-2685B1D31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956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64" name="Freeform 851">
                <a:extLst>
                  <a:ext uri="{FF2B5EF4-FFF2-40B4-BE49-F238E27FC236}">
                    <a16:creationId xmlns:a16="http://schemas.microsoft.com/office/drawing/2014/main" id="{8177D1F7-EBB3-46F4-ACCF-B772D46CB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964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5" name="Freeform 852">
                <a:extLst>
                  <a:ext uri="{FF2B5EF4-FFF2-40B4-BE49-F238E27FC236}">
                    <a16:creationId xmlns:a16="http://schemas.microsoft.com/office/drawing/2014/main" id="{6E59EC51-447A-4F98-B541-84D31EE49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980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66" name="Oval 853">
                <a:extLst>
                  <a:ext uri="{FF2B5EF4-FFF2-40B4-BE49-F238E27FC236}">
                    <a16:creationId xmlns:a16="http://schemas.microsoft.com/office/drawing/2014/main" id="{23FC9176-47BD-4A80-AA20-4FC286159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197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67" name="Oval 854">
                <a:extLst>
                  <a:ext uri="{FF2B5EF4-FFF2-40B4-BE49-F238E27FC236}">
                    <a16:creationId xmlns:a16="http://schemas.microsoft.com/office/drawing/2014/main" id="{4EF9ED41-50B3-4992-9771-D90BA2995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975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68" name="Oval 855">
                <a:extLst>
                  <a:ext uri="{FF2B5EF4-FFF2-40B4-BE49-F238E27FC236}">
                    <a16:creationId xmlns:a16="http://schemas.microsoft.com/office/drawing/2014/main" id="{47B04DA4-8A25-460C-9C9C-BF4670555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956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69" name="Oval 856">
                <a:extLst>
                  <a:ext uri="{FF2B5EF4-FFF2-40B4-BE49-F238E27FC236}">
                    <a16:creationId xmlns:a16="http://schemas.microsoft.com/office/drawing/2014/main" id="{3041DC98-675B-49AD-8E5E-E2BDD6F6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956"/>
                <a:ext cx="67" cy="72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70" name="Freeform 857">
                <a:extLst>
                  <a:ext uri="{FF2B5EF4-FFF2-40B4-BE49-F238E27FC236}">
                    <a16:creationId xmlns:a16="http://schemas.microsoft.com/office/drawing/2014/main" id="{6BFF030B-C3E4-4DB1-A041-67D73ED3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964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1" name="Freeform 858">
                <a:extLst>
                  <a:ext uri="{FF2B5EF4-FFF2-40B4-BE49-F238E27FC236}">
                    <a16:creationId xmlns:a16="http://schemas.microsoft.com/office/drawing/2014/main" id="{0E8C31DB-C475-4F6C-A388-38576B099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77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2" name="Oval 859">
                <a:extLst>
                  <a:ext uri="{FF2B5EF4-FFF2-40B4-BE49-F238E27FC236}">
                    <a16:creationId xmlns:a16="http://schemas.microsoft.com/office/drawing/2014/main" id="{2E3008A7-2AB2-4290-8F59-76DC38E7F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197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73" name="Oval 860">
                <a:extLst>
                  <a:ext uri="{FF2B5EF4-FFF2-40B4-BE49-F238E27FC236}">
                    <a16:creationId xmlns:a16="http://schemas.microsoft.com/office/drawing/2014/main" id="{EFE07A02-E0C6-4358-8448-6478FA6D9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1975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74" name="Oval 861">
                <a:extLst>
                  <a:ext uri="{FF2B5EF4-FFF2-40B4-BE49-F238E27FC236}">
                    <a16:creationId xmlns:a16="http://schemas.microsoft.com/office/drawing/2014/main" id="{694F9893-A132-422A-A8F9-4A07EA949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956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75" name="Oval 862">
                <a:extLst>
                  <a:ext uri="{FF2B5EF4-FFF2-40B4-BE49-F238E27FC236}">
                    <a16:creationId xmlns:a16="http://schemas.microsoft.com/office/drawing/2014/main" id="{6EB3E8CF-E70F-48B4-967A-50B0C8A26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889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76" name="Freeform 863">
                <a:extLst>
                  <a:ext uri="{FF2B5EF4-FFF2-40B4-BE49-F238E27FC236}">
                    <a16:creationId xmlns:a16="http://schemas.microsoft.com/office/drawing/2014/main" id="{21B19DDD-1D71-4E02-BF89-1972832FB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897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7" name="Freeform 864">
                <a:extLst>
                  <a:ext uri="{FF2B5EF4-FFF2-40B4-BE49-F238E27FC236}">
                    <a16:creationId xmlns:a16="http://schemas.microsoft.com/office/drawing/2014/main" id="{3609C7C3-4D60-41AC-A467-649094C52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911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78" name="Oval 865">
                <a:extLst>
                  <a:ext uri="{FF2B5EF4-FFF2-40B4-BE49-F238E27FC236}">
                    <a16:creationId xmlns:a16="http://schemas.microsoft.com/office/drawing/2014/main" id="{0DA5D0E6-37E1-417D-91EA-F1A58EBB0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911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79" name="Oval 866">
                <a:extLst>
                  <a:ext uri="{FF2B5EF4-FFF2-40B4-BE49-F238E27FC236}">
                    <a16:creationId xmlns:a16="http://schemas.microsoft.com/office/drawing/2014/main" id="{AD4F3A7D-66E4-4346-AF04-30C7A4B9B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90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80" name="Oval 867">
                <a:extLst>
                  <a:ext uri="{FF2B5EF4-FFF2-40B4-BE49-F238E27FC236}">
                    <a16:creationId xmlns:a16="http://schemas.microsoft.com/office/drawing/2014/main" id="{AB81C101-B648-4F69-A887-5BA3E16D6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88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81" name="Oval 868">
                <a:extLst>
                  <a:ext uri="{FF2B5EF4-FFF2-40B4-BE49-F238E27FC236}">
                    <a16:creationId xmlns:a16="http://schemas.microsoft.com/office/drawing/2014/main" id="{A7977C57-4FDB-4BFB-AE14-2D8E38B3B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969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82" name="Freeform 869">
                <a:extLst>
                  <a:ext uri="{FF2B5EF4-FFF2-40B4-BE49-F238E27FC236}">
                    <a16:creationId xmlns:a16="http://schemas.microsoft.com/office/drawing/2014/main" id="{CFCCFD86-05EF-45C6-99B5-57339977D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97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3" name="Freeform 870">
                <a:extLst>
                  <a:ext uri="{FF2B5EF4-FFF2-40B4-BE49-F238E27FC236}">
                    <a16:creationId xmlns:a16="http://schemas.microsoft.com/office/drawing/2014/main" id="{05FFDB1B-E79F-45ED-A94F-875A082F7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93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4" name="Oval 871">
                <a:extLst>
                  <a:ext uri="{FF2B5EF4-FFF2-40B4-BE49-F238E27FC236}">
                    <a16:creationId xmlns:a16="http://schemas.microsoft.com/office/drawing/2014/main" id="{AD85D1D6-B7FD-4D1E-8784-FCC3C222E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99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85" name="Oval 872">
                <a:extLst>
                  <a:ext uri="{FF2B5EF4-FFF2-40B4-BE49-F238E27FC236}">
                    <a16:creationId xmlns:a16="http://schemas.microsoft.com/office/drawing/2014/main" id="{73C042CB-ADCF-475A-AA9F-6863C0246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98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86" name="Oval 873">
                <a:extLst>
                  <a:ext uri="{FF2B5EF4-FFF2-40B4-BE49-F238E27FC236}">
                    <a16:creationId xmlns:a16="http://schemas.microsoft.com/office/drawing/2014/main" id="{EFB5A67E-F594-47DE-871C-0CA4193B0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969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87" name="Oval 874">
                <a:extLst>
                  <a:ext uri="{FF2B5EF4-FFF2-40B4-BE49-F238E27FC236}">
                    <a16:creationId xmlns:a16="http://schemas.microsoft.com/office/drawing/2014/main" id="{314100B9-2529-4509-83C7-769CC271C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772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88" name="Freeform 875">
                <a:extLst>
                  <a:ext uri="{FF2B5EF4-FFF2-40B4-BE49-F238E27FC236}">
                    <a16:creationId xmlns:a16="http://schemas.microsoft.com/office/drawing/2014/main" id="{A3EE94CE-0872-433E-BF45-A93AEDB0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780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89" name="Freeform 876">
                <a:extLst>
                  <a:ext uri="{FF2B5EF4-FFF2-40B4-BE49-F238E27FC236}">
                    <a16:creationId xmlns:a16="http://schemas.microsoft.com/office/drawing/2014/main" id="{DDAFF209-C91E-49FC-A0E0-D91D56B49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93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0" name="Oval 877">
                <a:extLst>
                  <a:ext uri="{FF2B5EF4-FFF2-40B4-BE49-F238E27FC236}">
                    <a16:creationId xmlns:a16="http://schemas.microsoft.com/office/drawing/2014/main" id="{EC367767-2984-4481-88A3-A9323EDAC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7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91" name="Oval 878">
                <a:extLst>
                  <a:ext uri="{FF2B5EF4-FFF2-40B4-BE49-F238E27FC236}">
                    <a16:creationId xmlns:a16="http://schemas.microsoft.com/office/drawing/2014/main" id="{AE67F6A3-D1DB-409D-B267-1BC53BA84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791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92" name="Oval 879">
                <a:extLst>
                  <a:ext uri="{FF2B5EF4-FFF2-40B4-BE49-F238E27FC236}">
                    <a16:creationId xmlns:a16="http://schemas.microsoft.com/office/drawing/2014/main" id="{2DE7F10B-5958-4F0F-B7CB-EF6155F67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772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93" name="Oval 880">
                <a:extLst>
                  <a:ext uri="{FF2B5EF4-FFF2-40B4-BE49-F238E27FC236}">
                    <a16:creationId xmlns:a16="http://schemas.microsoft.com/office/drawing/2014/main" id="{39DC7F2A-CD46-4DB5-8C2B-C3B0F2DE1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1809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94" name="Freeform 881">
                <a:extLst>
                  <a:ext uri="{FF2B5EF4-FFF2-40B4-BE49-F238E27FC236}">
                    <a16:creationId xmlns:a16="http://schemas.microsoft.com/office/drawing/2014/main" id="{ECB23480-EC8E-437B-B74D-3B50A373F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817"/>
                <a:ext cx="42" cy="54"/>
              </a:xfrm>
              <a:custGeom>
                <a:avLst/>
                <a:gdLst>
                  <a:gd name="T0" fmla="*/ 42 w 17"/>
                  <a:gd name="T1" fmla="*/ 232 h 20"/>
                  <a:gd name="T2" fmla="*/ 195 w 17"/>
                  <a:gd name="T3" fmla="*/ 38 h 20"/>
                  <a:gd name="T4" fmla="*/ 257 w 17"/>
                  <a:gd name="T5" fmla="*/ 59 h 20"/>
                  <a:gd name="T6" fmla="*/ 153 w 17"/>
                  <a:gd name="T7" fmla="*/ 0 h 20"/>
                  <a:gd name="T8" fmla="*/ 0 w 17"/>
                  <a:gd name="T9" fmla="*/ 197 h 20"/>
                  <a:gd name="T10" fmla="*/ 91 w 17"/>
                  <a:gd name="T11" fmla="*/ 394 h 20"/>
                  <a:gd name="T12" fmla="*/ 42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5" name="Freeform 882">
                <a:extLst>
                  <a:ext uri="{FF2B5EF4-FFF2-40B4-BE49-F238E27FC236}">
                    <a16:creationId xmlns:a16="http://schemas.microsoft.com/office/drawing/2014/main" id="{F1B2A7F5-F110-4306-ADE9-F58656DEE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831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96" name="Oval 883">
                <a:extLst>
                  <a:ext uri="{FF2B5EF4-FFF2-40B4-BE49-F238E27FC236}">
                    <a16:creationId xmlns:a16="http://schemas.microsoft.com/office/drawing/2014/main" id="{28BA09F8-970C-4982-BA74-061C5AEBE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83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97" name="Oval 884">
                <a:extLst>
                  <a:ext uri="{FF2B5EF4-FFF2-40B4-BE49-F238E27FC236}">
                    <a16:creationId xmlns:a16="http://schemas.microsoft.com/office/drawing/2014/main" id="{FB0563DC-C467-40F3-8AF7-2A6BF32FE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182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98" name="Oval 885">
                <a:extLst>
                  <a:ext uri="{FF2B5EF4-FFF2-40B4-BE49-F238E27FC236}">
                    <a16:creationId xmlns:a16="http://schemas.microsoft.com/office/drawing/2014/main" id="{40E3C780-40AB-4710-8377-5A8C8C96A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1809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99" name="Oval 886">
                <a:extLst>
                  <a:ext uri="{FF2B5EF4-FFF2-40B4-BE49-F238E27FC236}">
                    <a16:creationId xmlns:a16="http://schemas.microsoft.com/office/drawing/2014/main" id="{D4158ABC-83F7-47DD-A9DE-61D373CDA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812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00" name="Freeform 887">
                <a:extLst>
                  <a:ext uri="{FF2B5EF4-FFF2-40B4-BE49-F238E27FC236}">
                    <a16:creationId xmlns:a16="http://schemas.microsoft.com/office/drawing/2014/main" id="{E5BF7F69-F1C7-4B0E-A011-74F548405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820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08 w 18"/>
                  <a:gd name="T3" fmla="*/ 34 h 20"/>
                  <a:gd name="T4" fmla="*/ 283 w 18"/>
                  <a:gd name="T5" fmla="*/ 56 h 20"/>
                  <a:gd name="T6" fmla="*/ 158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1" name="Freeform 888">
                <a:extLst>
                  <a:ext uri="{FF2B5EF4-FFF2-40B4-BE49-F238E27FC236}">
                    <a16:creationId xmlns:a16="http://schemas.microsoft.com/office/drawing/2014/main" id="{6E3BC5A3-8FE9-43CB-872C-74FAC0B3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833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2" name="Oval 889">
                <a:extLst>
                  <a:ext uri="{FF2B5EF4-FFF2-40B4-BE49-F238E27FC236}">
                    <a16:creationId xmlns:a16="http://schemas.microsoft.com/office/drawing/2014/main" id="{F479A498-CD36-4550-A5A4-52763353D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83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03" name="Oval 890">
                <a:extLst>
                  <a:ext uri="{FF2B5EF4-FFF2-40B4-BE49-F238E27FC236}">
                    <a16:creationId xmlns:a16="http://schemas.microsoft.com/office/drawing/2014/main" id="{2215E35E-CEA8-40E8-93D3-EF34470D9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1831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04" name="Oval 891">
                <a:extLst>
                  <a:ext uri="{FF2B5EF4-FFF2-40B4-BE49-F238E27FC236}">
                    <a16:creationId xmlns:a16="http://schemas.microsoft.com/office/drawing/2014/main" id="{279E8AAE-B5C6-4A69-8261-A15B36BF6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812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05" name="Oval 892">
                <a:extLst>
                  <a:ext uri="{FF2B5EF4-FFF2-40B4-BE49-F238E27FC236}">
                    <a16:creationId xmlns:a16="http://schemas.microsoft.com/office/drawing/2014/main" id="{29C18D1F-3BC2-469A-9313-EF4A14906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921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06" name="Freeform 893">
                <a:extLst>
                  <a:ext uri="{FF2B5EF4-FFF2-40B4-BE49-F238E27FC236}">
                    <a16:creationId xmlns:a16="http://schemas.microsoft.com/office/drawing/2014/main" id="{6ED6F616-5347-458B-A093-79AC5C26A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929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7" name="Freeform 894">
                <a:extLst>
                  <a:ext uri="{FF2B5EF4-FFF2-40B4-BE49-F238E27FC236}">
                    <a16:creationId xmlns:a16="http://schemas.microsoft.com/office/drawing/2014/main" id="{A4689FD3-3FA5-47D7-9B02-836EB21F8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943"/>
                <a:ext cx="28" cy="45"/>
              </a:xfrm>
              <a:custGeom>
                <a:avLst/>
                <a:gdLst>
                  <a:gd name="T0" fmla="*/ 163 w 11"/>
                  <a:gd name="T1" fmla="*/ 111 h 17"/>
                  <a:gd name="T2" fmla="*/ 0 w 11"/>
                  <a:gd name="T3" fmla="*/ 315 h 17"/>
                  <a:gd name="T4" fmla="*/ 2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6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08" name="Oval 895">
                <a:extLst>
                  <a:ext uri="{FF2B5EF4-FFF2-40B4-BE49-F238E27FC236}">
                    <a16:creationId xmlns:a16="http://schemas.microsoft.com/office/drawing/2014/main" id="{326F4E2F-DCAD-4FD5-8B91-BD58CF1ED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94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09" name="Oval 896">
                <a:extLst>
                  <a:ext uri="{FF2B5EF4-FFF2-40B4-BE49-F238E27FC236}">
                    <a16:creationId xmlns:a16="http://schemas.microsoft.com/office/drawing/2014/main" id="{94A04935-67B4-4CB1-9EE3-C33B97504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1940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10" name="Oval 897">
                <a:extLst>
                  <a:ext uri="{FF2B5EF4-FFF2-40B4-BE49-F238E27FC236}">
                    <a16:creationId xmlns:a16="http://schemas.microsoft.com/office/drawing/2014/main" id="{50D9EF88-9E2D-4B89-A06D-536B7BC5C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921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11" name="Oval 898">
                <a:extLst>
                  <a:ext uri="{FF2B5EF4-FFF2-40B4-BE49-F238E27FC236}">
                    <a16:creationId xmlns:a16="http://schemas.microsoft.com/office/drawing/2014/main" id="{6BFD84C6-D5F2-44E1-A005-170F5863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2076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12" name="Freeform 899">
                <a:extLst>
                  <a:ext uri="{FF2B5EF4-FFF2-40B4-BE49-F238E27FC236}">
                    <a16:creationId xmlns:a16="http://schemas.microsoft.com/office/drawing/2014/main" id="{975277C0-2573-4D30-943B-3D954BDE4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084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3" name="Freeform 900">
                <a:extLst>
                  <a:ext uri="{FF2B5EF4-FFF2-40B4-BE49-F238E27FC236}">
                    <a16:creationId xmlns:a16="http://schemas.microsoft.com/office/drawing/2014/main" id="{88B62DA8-6132-4508-B2AB-5F9B53D6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97"/>
                <a:ext cx="28" cy="46"/>
              </a:xfrm>
              <a:custGeom>
                <a:avLst/>
                <a:gdLst>
                  <a:gd name="T0" fmla="*/ 163 w 11"/>
                  <a:gd name="T1" fmla="*/ 116 h 17"/>
                  <a:gd name="T2" fmla="*/ 0 w 11"/>
                  <a:gd name="T3" fmla="*/ 336 h 17"/>
                  <a:gd name="T4" fmla="*/ 2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6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4" name="Oval 901">
                <a:extLst>
                  <a:ext uri="{FF2B5EF4-FFF2-40B4-BE49-F238E27FC236}">
                    <a16:creationId xmlns:a16="http://schemas.microsoft.com/office/drawing/2014/main" id="{98EC3D2F-EE8F-4F44-94BD-C41F387DC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9" y="209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15" name="Oval 902">
                <a:extLst>
                  <a:ext uri="{FF2B5EF4-FFF2-40B4-BE49-F238E27FC236}">
                    <a16:creationId xmlns:a16="http://schemas.microsoft.com/office/drawing/2014/main" id="{8E5E9F22-0F0C-45FE-A4B4-82F52F4C1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2095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16" name="Oval 903">
                <a:extLst>
                  <a:ext uri="{FF2B5EF4-FFF2-40B4-BE49-F238E27FC236}">
                    <a16:creationId xmlns:a16="http://schemas.microsoft.com/office/drawing/2014/main" id="{ED1EBA13-6550-4961-B984-7FB9A80D3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2076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17" name="Oval 904">
                <a:extLst>
                  <a:ext uri="{FF2B5EF4-FFF2-40B4-BE49-F238E27FC236}">
                    <a16:creationId xmlns:a16="http://schemas.microsoft.com/office/drawing/2014/main" id="{6415C4F4-AE38-4F23-8A30-8BCC6680D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1849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18" name="Freeform 905">
                <a:extLst>
                  <a:ext uri="{FF2B5EF4-FFF2-40B4-BE49-F238E27FC236}">
                    <a16:creationId xmlns:a16="http://schemas.microsoft.com/office/drawing/2014/main" id="{00B5B1C3-AEB4-4783-913C-15FE6ABB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857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19" name="Freeform 906">
                <a:extLst>
                  <a:ext uri="{FF2B5EF4-FFF2-40B4-BE49-F238E27FC236}">
                    <a16:creationId xmlns:a16="http://schemas.microsoft.com/office/drawing/2014/main" id="{11EA2672-67A8-4C0E-A481-407F68B0B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873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0" name="Oval 907">
                <a:extLst>
                  <a:ext uri="{FF2B5EF4-FFF2-40B4-BE49-F238E27FC236}">
                    <a16:creationId xmlns:a16="http://schemas.microsoft.com/office/drawing/2014/main" id="{931C921E-450D-40DE-BC72-ED3295C74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87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21" name="Oval 908">
                <a:extLst>
                  <a:ext uri="{FF2B5EF4-FFF2-40B4-BE49-F238E27FC236}">
                    <a16:creationId xmlns:a16="http://schemas.microsoft.com/office/drawing/2014/main" id="{9DFA3921-070F-4D00-A664-9243114D3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186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22" name="Oval 909">
                <a:extLst>
                  <a:ext uri="{FF2B5EF4-FFF2-40B4-BE49-F238E27FC236}">
                    <a16:creationId xmlns:a16="http://schemas.microsoft.com/office/drawing/2014/main" id="{2A55DFCE-BA02-41D1-B9BC-4722BBFBB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1849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23" name="Oval 910">
                <a:extLst>
                  <a:ext uri="{FF2B5EF4-FFF2-40B4-BE49-F238E27FC236}">
                    <a16:creationId xmlns:a16="http://schemas.microsoft.com/office/drawing/2014/main" id="{22CC2DF1-6AF2-4FFD-8C9E-918034F17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1844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24" name="Freeform 911">
                <a:extLst>
                  <a:ext uri="{FF2B5EF4-FFF2-40B4-BE49-F238E27FC236}">
                    <a16:creationId xmlns:a16="http://schemas.microsoft.com/office/drawing/2014/main" id="{9FB1EBD7-5701-4284-BE45-84B7806E1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852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5" name="Freeform 912">
                <a:extLst>
                  <a:ext uri="{FF2B5EF4-FFF2-40B4-BE49-F238E27FC236}">
                    <a16:creationId xmlns:a16="http://schemas.microsoft.com/office/drawing/2014/main" id="{08928B1B-8ABB-4018-BC27-C72B8872B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865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14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26" name="Oval 913">
                <a:extLst>
                  <a:ext uri="{FF2B5EF4-FFF2-40B4-BE49-F238E27FC236}">
                    <a16:creationId xmlns:a16="http://schemas.microsoft.com/office/drawing/2014/main" id="{7442D549-0EAA-4D3E-BB6F-376B1311F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86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27" name="Oval 914">
                <a:extLst>
                  <a:ext uri="{FF2B5EF4-FFF2-40B4-BE49-F238E27FC236}">
                    <a16:creationId xmlns:a16="http://schemas.microsoft.com/office/drawing/2014/main" id="{0DAAF87A-50E8-45A5-90A6-3EB7F35D3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1863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28" name="Oval 915">
                <a:extLst>
                  <a:ext uri="{FF2B5EF4-FFF2-40B4-BE49-F238E27FC236}">
                    <a16:creationId xmlns:a16="http://schemas.microsoft.com/office/drawing/2014/main" id="{33F2E4F5-96AE-4A4E-AD73-4BE545BB5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1844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29" name="Oval 916">
                <a:extLst>
                  <a:ext uri="{FF2B5EF4-FFF2-40B4-BE49-F238E27FC236}">
                    <a16:creationId xmlns:a16="http://schemas.microsoft.com/office/drawing/2014/main" id="{8B468409-0CEA-4E29-9527-F7C3E1C28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1911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30" name="Freeform 917">
                <a:extLst>
                  <a:ext uri="{FF2B5EF4-FFF2-40B4-BE49-F238E27FC236}">
                    <a16:creationId xmlns:a16="http://schemas.microsoft.com/office/drawing/2014/main" id="{F628DD82-438E-4A63-9BCD-37506198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919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1" name="Freeform 918">
                <a:extLst>
                  <a:ext uri="{FF2B5EF4-FFF2-40B4-BE49-F238E27FC236}">
                    <a16:creationId xmlns:a16="http://schemas.microsoft.com/office/drawing/2014/main" id="{0F91D163-3AB4-4CBC-BEEA-94A27C07F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935"/>
                <a:ext cx="27" cy="42"/>
              </a:xfrm>
              <a:custGeom>
                <a:avLst/>
                <a:gdLst>
                  <a:gd name="T0" fmla="*/ 133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2" name="Oval 919">
                <a:extLst>
                  <a:ext uri="{FF2B5EF4-FFF2-40B4-BE49-F238E27FC236}">
                    <a16:creationId xmlns:a16="http://schemas.microsoft.com/office/drawing/2014/main" id="{5589CA30-CC30-4066-A3B9-693DA5E62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9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33" name="Oval 920">
                <a:extLst>
                  <a:ext uri="{FF2B5EF4-FFF2-40B4-BE49-F238E27FC236}">
                    <a16:creationId xmlns:a16="http://schemas.microsoft.com/office/drawing/2014/main" id="{47CCEE03-A1E4-49CB-B3B2-C2BE4A087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19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34" name="Oval 921">
                <a:extLst>
                  <a:ext uri="{FF2B5EF4-FFF2-40B4-BE49-F238E27FC236}">
                    <a16:creationId xmlns:a16="http://schemas.microsoft.com/office/drawing/2014/main" id="{F4807F86-BA84-4EF1-9C55-73104F1DB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191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35" name="Oval 922">
                <a:extLst>
                  <a:ext uri="{FF2B5EF4-FFF2-40B4-BE49-F238E27FC236}">
                    <a16:creationId xmlns:a16="http://schemas.microsoft.com/office/drawing/2014/main" id="{A631D977-4251-4C25-AC95-5B1DADCF8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41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36" name="Freeform 923">
                <a:extLst>
                  <a:ext uri="{FF2B5EF4-FFF2-40B4-BE49-F238E27FC236}">
                    <a16:creationId xmlns:a16="http://schemas.microsoft.com/office/drawing/2014/main" id="{A0999AB9-6CAA-4FEC-9A9B-99419C07F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049"/>
                <a:ext cx="45" cy="56"/>
              </a:xfrm>
              <a:custGeom>
                <a:avLst/>
                <a:gdLst>
                  <a:gd name="T0" fmla="*/ 63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63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7" name="Freeform 924">
                <a:extLst>
                  <a:ext uri="{FF2B5EF4-FFF2-40B4-BE49-F238E27FC236}">
                    <a16:creationId xmlns:a16="http://schemas.microsoft.com/office/drawing/2014/main" id="{21B46384-F083-4DA9-B2C4-39E11ED60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065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88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6"/>
                      <a:pt x="11" y="13"/>
                      <a:pt x="12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38" name="Oval 925">
                <a:extLst>
                  <a:ext uri="{FF2B5EF4-FFF2-40B4-BE49-F238E27FC236}">
                    <a16:creationId xmlns:a16="http://schemas.microsoft.com/office/drawing/2014/main" id="{E9438648-2819-41D3-B1DB-8C1B1C72D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0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39" name="Oval 926">
                <a:extLst>
                  <a:ext uri="{FF2B5EF4-FFF2-40B4-BE49-F238E27FC236}">
                    <a16:creationId xmlns:a16="http://schemas.microsoft.com/office/drawing/2014/main" id="{F63AF0F4-1A0D-4F5C-B66E-021B65491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0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40" name="Oval 927">
                <a:extLst>
                  <a:ext uri="{FF2B5EF4-FFF2-40B4-BE49-F238E27FC236}">
                    <a16:creationId xmlns:a16="http://schemas.microsoft.com/office/drawing/2014/main" id="{D21CBF3F-8771-4DB4-B8A8-780C873C4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41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41" name="Oval 928">
                <a:extLst>
                  <a:ext uri="{FF2B5EF4-FFF2-40B4-BE49-F238E27FC236}">
                    <a16:creationId xmlns:a16="http://schemas.microsoft.com/office/drawing/2014/main" id="{AB085401-E732-4CA0-AB6D-E9E3DB499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2132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42" name="Freeform 929">
                <a:extLst>
                  <a:ext uri="{FF2B5EF4-FFF2-40B4-BE49-F238E27FC236}">
                    <a16:creationId xmlns:a16="http://schemas.microsoft.com/office/drawing/2014/main" id="{D2DC4F18-3FE8-47FF-9D84-758B9554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153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3" name="Oval 930">
                <a:extLst>
                  <a:ext uri="{FF2B5EF4-FFF2-40B4-BE49-F238E27FC236}">
                    <a16:creationId xmlns:a16="http://schemas.microsoft.com/office/drawing/2014/main" id="{A53F56E8-A983-4472-9C61-41F8BFEED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2132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44" name="Oval 931">
                <a:extLst>
                  <a:ext uri="{FF2B5EF4-FFF2-40B4-BE49-F238E27FC236}">
                    <a16:creationId xmlns:a16="http://schemas.microsoft.com/office/drawing/2014/main" id="{89CC0B68-B193-4BBA-9DAC-8CAA13311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172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45" name="Freeform 932">
                <a:extLst>
                  <a:ext uri="{FF2B5EF4-FFF2-40B4-BE49-F238E27FC236}">
                    <a16:creationId xmlns:a16="http://schemas.microsoft.com/office/drawing/2014/main" id="{EEB4261A-A80D-499B-B89C-E56EA7E72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180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6" name="Freeform 933">
                <a:extLst>
                  <a:ext uri="{FF2B5EF4-FFF2-40B4-BE49-F238E27FC236}">
                    <a16:creationId xmlns:a16="http://schemas.microsoft.com/office/drawing/2014/main" id="{0A31EF10-C4B4-40F1-A70A-F9C1C8E0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193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45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7" name="Oval 934">
                <a:extLst>
                  <a:ext uri="{FF2B5EF4-FFF2-40B4-BE49-F238E27FC236}">
                    <a16:creationId xmlns:a16="http://schemas.microsoft.com/office/drawing/2014/main" id="{89C20B66-4510-4390-99F5-E41B54F4A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48" name="Oval 935">
                <a:extLst>
                  <a:ext uri="{FF2B5EF4-FFF2-40B4-BE49-F238E27FC236}">
                    <a16:creationId xmlns:a16="http://schemas.microsoft.com/office/drawing/2014/main" id="{417B54DD-E965-486B-AB36-772EE106E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191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49" name="Oval 936">
                <a:extLst>
                  <a:ext uri="{FF2B5EF4-FFF2-40B4-BE49-F238E27FC236}">
                    <a16:creationId xmlns:a16="http://schemas.microsoft.com/office/drawing/2014/main" id="{3B6BED54-D08E-40D1-9E0F-515F68F4B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172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50" name="Oval 937">
                <a:extLst>
                  <a:ext uri="{FF2B5EF4-FFF2-40B4-BE49-F238E27FC236}">
                    <a16:creationId xmlns:a16="http://schemas.microsoft.com/office/drawing/2014/main" id="{FAC7F04F-797B-4473-BB3C-D491C0735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2172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51" name="Freeform 938">
                <a:extLst>
                  <a:ext uri="{FF2B5EF4-FFF2-40B4-BE49-F238E27FC236}">
                    <a16:creationId xmlns:a16="http://schemas.microsoft.com/office/drawing/2014/main" id="{F6EBE6BF-E255-487C-8D5B-88180526D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180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2" name="Freeform 939">
                <a:extLst>
                  <a:ext uri="{FF2B5EF4-FFF2-40B4-BE49-F238E27FC236}">
                    <a16:creationId xmlns:a16="http://schemas.microsoft.com/office/drawing/2014/main" id="{6DD5CD5B-E988-479B-8FAE-18473AC2C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193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14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3" name="Oval 940">
                <a:extLst>
                  <a:ext uri="{FF2B5EF4-FFF2-40B4-BE49-F238E27FC236}">
                    <a16:creationId xmlns:a16="http://schemas.microsoft.com/office/drawing/2014/main" id="{A898F98B-052A-4B74-8664-09670777F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1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54" name="Oval 941">
                <a:extLst>
                  <a:ext uri="{FF2B5EF4-FFF2-40B4-BE49-F238E27FC236}">
                    <a16:creationId xmlns:a16="http://schemas.microsoft.com/office/drawing/2014/main" id="{C265560A-5783-4178-ADBD-3C55D6702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4" y="2191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55" name="Oval 942">
                <a:extLst>
                  <a:ext uri="{FF2B5EF4-FFF2-40B4-BE49-F238E27FC236}">
                    <a16:creationId xmlns:a16="http://schemas.microsoft.com/office/drawing/2014/main" id="{BDB2138A-6AC4-4E93-9528-57BF1F85C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2172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56" name="Oval 943">
                <a:extLst>
                  <a:ext uri="{FF2B5EF4-FFF2-40B4-BE49-F238E27FC236}">
                    <a16:creationId xmlns:a16="http://schemas.microsoft.com/office/drawing/2014/main" id="{7C432577-A93B-4C7D-8678-E262ACE65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2196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57" name="Freeform 944">
                <a:extLst>
                  <a:ext uri="{FF2B5EF4-FFF2-40B4-BE49-F238E27FC236}">
                    <a16:creationId xmlns:a16="http://schemas.microsoft.com/office/drawing/2014/main" id="{7BD736DE-D9B4-4670-B905-8D91C5A60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217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0 w 12"/>
                  <a:gd name="T3" fmla="*/ 314 h 17"/>
                  <a:gd name="T4" fmla="*/ 20 w 12"/>
                  <a:gd name="T5" fmla="*/ 336 h 17"/>
                  <a:gd name="T6" fmla="*/ 175 w 12"/>
                  <a:gd name="T7" fmla="*/ 162 h 17"/>
                  <a:gd name="T8" fmla="*/ 145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8" name="Oval 945">
                <a:extLst>
                  <a:ext uri="{FF2B5EF4-FFF2-40B4-BE49-F238E27FC236}">
                    <a16:creationId xmlns:a16="http://schemas.microsoft.com/office/drawing/2014/main" id="{49BB6591-3A07-42E8-90E0-46E9F48B6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2196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59" name="Oval 946">
                <a:extLst>
                  <a:ext uri="{FF2B5EF4-FFF2-40B4-BE49-F238E27FC236}">
                    <a16:creationId xmlns:a16="http://schemas.microsoft.com/office/drawing/2014/main" id="{9059E2FD-7DD3-4CCF-8828-34BD27DF2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16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60" name="Freeform 947">
                <a:extLst>
                  <a:ext uri="{FF2B5EF4-FFF2-40B4-BE49-F238E27FC236}">
                    <a16:creationId xmlns:a16="http://schemas.microsoft.com/office/drawing/2014/main" id="{840A3C3F-FE07-4D4B-B404-DBFEE1FE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175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1" name="Freeform 948">
                <a:extLst>
                  <a:ext uri="{FF2B5EF4-FFF2-40B4-BE49-F238E27FC236}">
                    <a16:creationId xmlns:a16="http://schemas.microsoft.com/office/drawing/2014/main" id="{D420108C-B17D-42D4-96E5-289F1667B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88"/>
                <a:ext cx="28" cy="45"/>
              </a:xfrm>
              <a:custGeom>
                <a:avLst/>
                <a:gdLst>
                  <a:gd name="T0" fmla="*/ 163 w 11"/>
                  <a:gd name="T1" fmla="*/ 111 h 17"/>
                  <a:gd name="T2" fmla="*/ 0 w 11"/>
                  <a:gd name="T3" fmla="*/ 294 h 17"/>
                  <a:gd name="T4" fmla="*/ 2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6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2" name="Oval 949">
                <a:extLst>
                  <a:ext uri="{FF2B5EF4-FFF2-40B4-BE49-F238E27FC236}">
                    <a16:creationId xmlns:a16="http://schemas.microsoft.com/office/drawing/2014/main" id="{CD22333D-951E-4D7C-9A37-14255AF52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18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63" name="Oval 950">
                <a:extLst>
                  <a:ext uri="{FF2B5EF4-FFF2-40B4-BE49-F238E27FC236}">
                    <a16:creationId xmlns:a16="http://schemas.microsoft.com/office/drawing/2014/main" id="{3CE955AD-C026-4071-B19D-31B70B229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2183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64" name="Oval 951">
                <a:extLst>
                  <a:ext uri="{FF2B5EF4-FFF2-40B4-BE49-F238E27FC236}">
                    <a16:creationId xmlns:a16="http://schemas.microsoft.com/office/drawing/2014/main" id="{D902E6AA-E256-41F0-9390-D594AFE27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16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65" name="Oval 952">
                <a:extLst>
                  <a:ext uri="{FF2B5EF4-FFF2-40B4-BE49-F238E27FC236}">
                    <a16:creationId xmlns:a16="http://schemas.microsoft.com/office/drawing/2014/main" id="{3E5E6826-7AE6-45C3-A7B2-E61DAACEF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057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66" name="Freeform 953">
                <a:extLst>
                  <a:ext uri="{FF2B5EF4-FFF2-40B4-BE49-F238E27FC236}">
                    <a16:creationId xmlns:a16="http://schemas.microsoft.com/office/drawing/2014/main" id="{B0C10946-044F-43E1-95E5-5C5AF2D13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079"/>
                <a:ext cx="28" cy="45"/>
              </a:xfrm>
              <a:custGeom>
                <a:avLst/>
                <a:gdLst>
                  <a:gd name="T0" fmla="*/ 163 w 11"/>
                  <a:gd name="T1" fmla="*/ 111 h 17"/>
                  <a:gd name="T2" fmla="*/ 0 w 11"/>
                  <a:gd name="T3" fmla="*/ 294 h 17"/>
                  <a:gd name="T4" fmla="*/ 2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6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7" name="Oval 954">
                <a:extLst>
                  <a:ext uri="{FF2B5EF4-FFF2-40B4-BE49-F238E27FC236}">
                    <a16:creationId xmlns:a16="http://schemas.microsoft.com/office/drawing/2014/main" id="{33DF3DB9-AD73-4226-ADEC-9C9D764C1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1" y="2073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68" name="Oval 955">
                <a:extLst>
                  <a:ext uri="{FF2B5EF4-FFF2-40B4-BE49-F238E27FC236}">
                    <a16:creationId xmlns:a16="http://schemas.microsoft.com/office/drawing/2014/main" id="{73841769-ECB4-478F-B8BD-A63806D0C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05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69" name="Oval 956">
                <a:extLst>
                  <a:ext uri="{FF2B5EF4-FFF2-40B4-BE49-F238E27FC236}">
                    <a16:creationId xmlns:a16="http://schemas.microsoft.com/office/drawing/2014/main" id="{E308358B-4831-431F-922B-050A3A635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2092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70" name="Freeform 957">
                <a:extLst>
                  <a:ext uri="{FF2B5EF4-FFF2-40B4-BE49-F238E27FC236}">
                    <a16:creationId xmlns:a16="http://schemas.microsoft.com/office/drawing/2014/main" id="{2A03D2A5-9BEE-400F-BD1F-F93DECAA0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100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1" name="Freeform 958">
                <a:extLst>
                  <a:ext uri="{FF2B5EF4-FFF2-40B4-BE49-F238E27FC236}">
                    <a16:creationId xmlns:a16="http://schemas.microsoft.com/office/drawing/2014/main" id="{4F084B9A-DFC0-4BBA-8AFC-70BF47AAC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116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2" name="Oval 959">
                <a:extLst>
                  <a:ext uri="{FF2B5EF4-FFF2-40B4-BE49-F238E27FC236}">
                    <a16:creationId xmlns:a16="http://schemas.microsoft.com/office/drawing/2014/main" id="{5A04AAC5-4B07-4ACB-B648-192EBB9C2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21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73" name="Oval 960">
                <a:extLst>
                  <a:ext uri="{FF2B5EF4-FFF2-40B4-BE49-F238E27FC236}">
                    <a16:creationId xmlns:a16="http://schemas.microsoft.com/office/drawing/2014/main" id="{0CE3088C-50E9-4C40-8BD6-C4C4EB829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9" y="2111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74" name="Oval 961">
                <a:extLst>
                  <a:ext uri="{FF2B5EF4-FFF2-40B4-BE49-F238E27FC236}">
                    <a16:creationId xmlns:a16="http://schemas.microsoft.com/office/drawing/2014/main" id="{59A609EF-77CD-440C-8C33-DD21708EF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2092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75" name="Oval 962">
                <a:extLst>
                  <a:ext uri="{FF2B5EF4-FFF2-40B4-BE49-F238E27FC236}">
                    <a16:creationId xmlns:a16="http://schemas.microsoft.com/office/drawing/2014/main" id="{05F5400D-307D-4C45-A1E3-6F4D693B3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001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76" name="Freeform 963">
                <a:extLst>
                  <a:ext uri="{FF2B5EF4-FFF2-40B4-BE49-F238E27FC236}">
                    <a16:creationId xmlns:a16="http://schemas.microsoft.com/office/drawing/2014/main" id="{6D9331B5-0DE6-48BB-ABE9-FBCBF622C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009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7" name="Freeform 964">
                <a:extLst>
                  <a:ext uri="{FF2B5EF4-FFF2-40B4-BE49-F238E27FC236}">
                    <a16:creationId xmlns:a16="http://schemas.microsoft.com/office/drawing/2014/main" id="{1B3F9160-7C04-486A-A242-692AD4642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025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8" name="Oval 965">
                <a:extLst>
                  <a:ext uri="{FF2B5EF4-FFF2-40B4-BE49-F238E27FC236}">
                    <a16:creationId xmlns:a16="http://schemas.microsoft.com/office/drawing/2014/main" id="{EBEB7567-38CB-45CF-B3E0-A51BA08AC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20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79" name="Oval 966">
                <a:extLst>
                  <a:ext uri="{FF2B5EF4-FFF2-40B4-BE49-F238E27FC236}">
                    <a16:creationId xmlns:a16="http://schemas.microsoft.com/office/drawing/2014/main" id="{FD9EB72D-3BC4-437F-AF0C-55B8825E1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1" y="202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80" name="Oval 967">
                <a:extLst>
                  <a:ext uri="{FF2B5EF4-FFF2-40B4-BE49-F238E27FC236}">
                    <a16:creationId xmlns:a16="http://schemas.microsoft.com/office/drawing/2014/main" id="{817F896C-0568-4F02-B878-0A94CF823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001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81" name="Oval 968">
                <a:extLst>
                  <a:ext uri="{FF2B5EF4-FFF2-40B4-BE49-F238E27FC236}">
                    <a16:creationId xmlns:a16="http://schemas.microsoft.com/office/drawing/2014/main" id="{09633C58-DF9A-4C71-90C1-33EBD079D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2097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82" name="Freeform 969">
                <a:extLst>
                  <a:ext uri="{FF2B5EF4-FFF2-40B4-BE49-F238E27FC236}">
                    <a16:creationId xmlns:a16="http://schemas.microsoft.com/office/drawing/2014/main" id="{FE207640-F524-48DA-BB6A-5EF7E8523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105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3" name="Freeform 970">
                <a:extLst>
                  <a:ext uri="{FF2B5EF4-FFF2-40B4-BE49-F238E27FC236}">
                    <a16:creationId xmlns:a16="http://schemas.microsoft.com/office/drawing/2014/main" id="{D3E067E2-E01D-4C89-B03A-31EF9EFD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11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4" name="Oval 971">
                <a:extLst>
                  <a:ext uri="{FF2B5EF4-FFF2-40B4-BE49-F238E27FC236}">
                    <a16:creationId xmlns:a16="http://schemas.microsoft.com/office/drawing/2014/main" id="{F3C25E2A-F7A3-48E3-8DE8-858A9A661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211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85" name="Oval 972">
                <a:extLst>
                  <a:ext uri="{FF2B5EF4-FFF2-40B4-BE49-F238E27FC236}">
                    <a16:creationId xmlns:a16="http://schemas.microsoft.com/office/drawing/2014/main" id="{CCE97343-6DEB-4AA2-B185-173B79FC3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1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86" name="Oval 973">
                <a:extLst>
                  <a:ext uri="{FF2B5EF4-FFF2-40B4-BE49-F238E27FC236}">
                    <a16:creationId xmlns:a16="http://schemas.microsoft.com/office/drawing/2014/main" id="{12008F58-90C8-4867-BB6F-9CD7FB2E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209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87" name="Oval 974">
                <a:extLst>
                  <a:ext uri="{FF2B5EF4-FFF2-40B4-BE49-F238E27FC236}">
                    <a16:creationId xmlns:a16="http://schemas.microsoft.com/office/drawing/2014/main" id="{02919C8B-2099-4923-9E6B-755B87150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068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88" name="Freeform 975">
                <a:extLst>
                  <a:ext uri="{FF2B5EF4-FFF2-40B4-BE49-F238E27FC236}">
                    <a16:creationId xmlns:a16="http://schemas.microsoft.com/office/drawing/2014/main" id="{40C08C8A-21F7-462F-9C8C-ACA932B5A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073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9" name="Freeform 976">
                <a:extLst>
                  <a:ext uri="{FF2B5EF4-FFF2-40B4-BE49-F238E27FC236}">
                    <a16:creationId xmlns:a16="http://schemas.microsoft.com/office/drawing/2014/main" id="{7202C398-C785-4ACF-87FA-55E6E5DCD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089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0" name="Oval 977">
                <a:extLst>
                  <a:ext uri="{FF2B5EF4-FFF2-40B4-BE49-F238E27FC236}">
                    <a16:creationId xmlns:a16="http://schemas.microsoft.com/office/drawing/2014/main" id="{59716CED-34AC-47AE-B239-D58766F41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1" y="208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1" name="Oval 978">
                <a:extLst>
                  <a:ext uri="{FF2B5EF4-FFF2-40B4-BE49-F238E27FC236}">
                    <a16:creationId xmlns:a16="http://schemas.microsoft.com/office/drawing/2014/main" id="{1E488BBB-E77F-4C64-9BFF-921D98DAD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" y="20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2" name="Oval 979">
                <a:extLst>
                  <a:ext uri="{FF2B5EF4-FFF2-40B4-BE49-F238E27FC236}">
                    <a16:creationId xmlns:a16="http://schemas.microsoft.com/office/drawing/2014/main" id="{52D38552-4C44-4E72-A444-2B9410034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068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3" name="Oval 980">
                <a:extLst>
                  <a:ext uri="{FF2B5EF4-FFF2-40B4-BE49-F238E27FC236}">
                    <a16:creationId xmlns:a16="http://schemas.microsoft.com/office/drawing/2014/main" id="{77787CC1-11B8-4781-A51A-AE0E20320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207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4" name="Freeform 981">
                <a:extLst>
                  <a:ext uri="{FF2B5EF4-FFF2-40B4-BE49-F238E27FC236}">
                    <a16:creationId xmlns:a16="http://schemas.microsoft.com/office/drawing/2014/main" id="{2880CB45-CD1A-45B3-A205-1EA15BC6A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228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5" name="Oval 982">
                <a:extLst>
                  <a:ext uri="{FF2B5EF4-FFF2-40B4-BE49-F238E27FC236}">
                    <a16:creationId xmlns:a16="http://schemas.microsoft.com/office/drawing/2014/main" id="{FD7658FF-5D08-43D9-9922-60828CF09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22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6" name="Oval 983">
                <a:extLst>
                  <a:ext uri="{FF2B5EF4-FFF2-40B4-BE49-F238E27FC236}">
                    <a16:creationId xmlns:a16="http://schemas.microsoft.com/office/drawing/2014/main" id="{C4346040-B3F1-4990-8106-3631FCFBA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22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7" name="Oval 984">
                <a:extLst>
                  <a:ext uri="{FF2B5EF4-FFF2-40B4-BE49-F238E27FC236}">
                    <a16:creationId xmlns:a16="http://schemas.microsoft.com/office/drawing/2014/main" id="{F6A235C1-E8EE-476C-A47E-3F7CAFB85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20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8" name="Oval 985">
                <a:extLst>
                  <a:ext uri="{FF2B5EF4-FFF2-40B4-BE49-F238E27FC236}">
                    <a16:creationId xmlns:a16="http://schemas.microsoft.com/office/drawing/2014/main" id="{860DBF2A-0867-4365-9E34-A955BA361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2127"/>
                <a:ext cx="68" cy="74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9" name="Freeform 986">
                <a:extLst>
                  <a:ext uri="{FF2B5EF4-FFF2-40B4-BE49-F238E27FC236}">
                    <a16:creationId xmlns:a16="http://schemas.microsoft.com/office/drawing/2014/main" id="{7BFE1484-EDE4-470B-9751-94D01C16F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13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0" name="Freeform 987">
                <a:extLst>
                  <a:ext uri="{FF2B5EF4-FFF2-40B4-BE49-F238E27FC236}">
                    <a16:creationId xmlns:a16="http://schemas.microsoft.com/office/drawing/2014/main" id="{AFCF8917-93B2-48D0-AFF9-C15B2BFDB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151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1" name="Oval 988">
                <a:extLst>
                  <a:ext uri="{FF2B5EF4-FFF2-40B4-BE49-F238E27FC236}">
                    <a16:creationId xmlns:a16="http://schemas.microsoft.com/office/drawing/2014/main" id="{BD3D30DC-798E-45A4-A31C-213D5006A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1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02" name="Oval 989">
                <a:extLst>
                  <a:ext uri="{FF2B5EF4-FFF2-40B4-BE49-F238E27FC236}">
                    <a16:creationId xmlns:a16="http://schemas.microsoft.com/office/drawing/2014/main" id="{2EFE887C-207F-40FB-990C-B445FA1F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214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03" name="Oval 990">
                <a:extLst>
                  <a:ext uri="{FF2B5EF4-FFF2-40B4-BE49-F238E27FC236}">
                    <a16:creationId xmlns:a16="http://schemas.microsoft.com/office/drawing/2014/main" id="{C623F7BD-1096-4E00-8A43-74D4B2A25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2127"/>
                <a:ext cx="68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04" name="Oval 991">
                <a:extLst>
                  <a:ext uri="{FF2B5EF4-FFF2-40B4-BE49-F238E27FC236}">
                    <a16:creationId xmlns:a16="http://schemas.microsoft.com/office/drawing/2014/main" id="{7158D457-F7EC-4411-9707-F083D4D77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214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05" name="Freeform 992">
                <a:extLst>
                  <a:ext uri="{FF2B5EF4-FFF2-40B4-BE49-F238E27FC236}">
                    <a16:creationId xmlns:a16="http://schemas.microsoft.com/office/drawing/2014/main" id="{A8140D5C-BD95-4F31-82B4-859AB9E3A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56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6" name="Freeform 993">
                <a:extLst>
                  <a:ext uri="{FF2B5EF4-FFF2-40B4-BE49-F238E27FC236}">
                    <a16:creationId xmlns:a16="http://schemas.microsoft.com/office/drawing/2014/main" id="{1E21B8B7-C689-480B-A292-5314EC56E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169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7" name="Oval 994">
                <a:extLst>
                  <a:ext uri="{FF2B5EF4-FFF2-40B4-BE49-F238E27FC236}">
                    <a16:creationId xmlns:a16="http://schemas.microsoft.com/office/drawing/2014/main" id="{23A01A39-63BF-476B-B4FA-AE19787BC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4" y="21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08" name="Oval 995">
                <a:extLst>
                  <a:ext uri="{FF2B5EF4-FFF2-40B4-BE49-F238E27FC236}">
                    <a16:creationId xmlns:a16="http://schemas.microsoft.com/office/drawing/2014/main" id="{3EEF816F-CED6-44ED-8D4D-B5256FDE7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2167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09" name="Oval 996">
                <a:extLst>
                  <a:ext uri="{FF2B5EF4-FFF2-40B4-BE49-F238E27FC236}">
                    <a16:creationId xmlns:a16="http://schemas.microsoft.com/office/drawing/2014/main" id="{2C7AEDC0-D42B-4A23-A17F-3E8813153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214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10" name="Oval 997">
                <a:extLst>
                  <a:ext uri="{FF2B5EF4-FFF2-40B4-BE49-F238E27FC236}">
                    <a16:creationId xmlns:a16="http://schemas.microsoft.com/office/drawing/2014/main" id="{11F8E69F-835F-4442-930F-A64237226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216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11" name="Freeform 998">
                <a:extLst>
                  <a:ext uri="{FF2B5EF4-FFF2-40B4-BE49-F238E27FC236}">
                    <a16:creationId xmlns:a16="http://schemas.microsoft.com/office/drawing/2014/main" id="{269D8213-DC96-4A7E-A920-0F70275D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17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2" name="Freeform 999">
                <a:extLst>
                  <a:ext uri="{FF2B5EF4-FFF2-40B4-BE49-F238E27FC236}">
                    <a16:creationId xmlns:a16="http://schemas.microsoft.com/office/drawing/2014/main" id="{574C98EB-E54F-4552-87CF-AF14C14B4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191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98" name="Group 1000">
              <a:extLst>
                <a:ext uri="{FF2B5EF4-FFF2-40B4-BE49-F238E27FC236}">
                  <a16:creationId xmlns:a16="http://schemas.microsoft.com/office/drawing/2014/main" id="{D4B38223-D733-4A77-8E4F-A18E9DCEBF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6" y="1868"/>
              <a:ext cx="843" cy="584"/>
              <a:chOff x="2406" y="1868"/>
              <a:chExt cx="843" cy="584"/>
            </a:xfrm>
          </p:grpSpPr>
          <p:sp>
            <p:nvSpPr>
              <p:cNvPr id="57013" name="Oval 1001">
                <a:extLst>
                  <a:ext uri="{FF2B5EF4-FFF2-40B4-BE49-F238E27FC236}">
                    <a16:creationId xmlns:a16="http://schemas.microsoft.com/office/drawing/2014/main" id="{E97D8F88-5E7A-474A-A406-2AFA0905E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1" y="21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14" name="Oval 1002">
                <a:extLst>
                  <a:ext uri="{FF2B5EF4-FFF2-40B4-BE49-F238E27FC236}">
                    <a16:creationId xmlns:a16="http://schemas.microsoft.com/office/drawing/2014/main" id="{ED7D439B-0461-471E-A425-9C2DD3EB3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2185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15" name="Oval 1003">
                <a:extLst>
                  <a:ext uri="{FF2B5EF4-FFF2-40B4-BE49-F238E27FC236}">
                    <a16:creationId xmlns:a16="http://schemas.microsoft.com/office/drawing/2014/main" id="{28FC7986-941D-4FF3-B316-6C4E6BCDD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216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16" name="Oval 1004">
                <a:extLst>
                  <a:ext uri="{FF2B5EF4-FFF2-40B4-BE49-F238E27FC236}">
                    <a16:creationId xmlns:a16="http://schemas.microsoft.com/office/drawing/2014/main" id="{CEB0C656-0250-437D-A25E-7F95E9391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2252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17" name="Freeform 1005">
                <a:extLst>
                  <a:ext uri="{FF2B5EF4-FFF2-40B4-BE49-F238E27FC236}">
                    <a16:creationId xmlns:a16="http://schemas.microsoft.com/office/drawing/2014/main" id="{7C36590F-F2B7-4540-B1A6-4D8687D92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60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18" name="Freeform 1006">
                <a:extLst>
                  <a:ext uri="{FF2B5EF4-FFF2-40B4-BE49-F238E27FC236}">
                    <a16:creationId xmlns:a16="http://schemas.microsoft.com/office/drawing/2014/main" id="{363E2680-EB8A-4482-B04F-22B9C6535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273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19" name="Oval 1007">
                <a:extLst>
                  <a:ext uri="{FF2B5EF4-FFF2-40B4-BE49-F238E27FC236}">
                    <a16:creationId xmlns:a16="http://schemas.microsoft.com/office/drawing/2014/main" id="{F7E4D989-4D50-4CAC-A07F-F3F4B2089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27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20" name="Oval 1008">
                <a:extLst>
                  <a:ext uri="{FF2B5EF4-FFF2-40B4-BE49-F238E27FC236}">
                    <a16:creationId xmlns:a16="http://schemas.microsoft.com/office/drawing/2014/main" id="{8FE936C4-C6AB-4563-88DA-0686DF5E8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2268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21" name="Oval 1009">
                <a:extLst>
                  <a:ext uri="{FF2B5EF4-FFF2-40B4-BE49-F238E27FC236}">
                    <a16:creationId xmlns:a16="http://schemas.microsoft.com/office/drawing/2014/main" id="{C4A40119-7A59-4E41-ABE1-ED6BCE70B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2252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22" name="Oval 1010">
                <a:extLst>
                  <a:ext uri="{FF2B5EF4-FFF2-40B4-BE49-F238E27FC236}">
                    <a16:creationId xmlns:a16="http://schemas.microsoft.com/office/drawing/2014/main" id="{FF9119B9-C28B-46DD-AB14-5C017948B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097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23" name="Freeform 1011">
                <a:extLst>
                  <a:ext uri="{FF2B5EF4-FFF2-40B4-BE49-F238E27FC236}">
                    <a16:creationId xmlns:a16="http://schemas.microsoft.com/office/drawing/2014/main" id="{04867758-54D3-4121-85C8-71810C046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105"/>
                <a:ext cx="45" cy="56"/>
              </a:xfrm>
              <a:custGeom>
                <a:avLst/>
                <a:gdLst>
                  <a:gd name="T0" fmla="*/ 63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63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24" name="Freeform 1012">
                <a:extLst>
                  <a:ext uri="{FF2B5EF4-FFF2-40B4-BE49-F238E27FC236}">
                    <a16:creationId xmlns:a16="http://schemas.microsoft.com/office/drawing/2014/main" id="{B07BCDBE-2077-4510-A194-E90E9A89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121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88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6"/>
                      <a:pt x="11" y="12"/>
                      <a:pt x="12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25" name="Oval 1013">
                <a:extLst>
                  <a:ext uri="{FF2B5EF4-FFF2-40B4-BE49-F238E27FC236}">
                    <a16:creationId xmlns:a16="http://schemas.microsoft.com/office/drawing/2014/main" id="{D9982B83-09B7-4D97-8E1C-0CA62A21E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26" name="Oval 1014">
                <a:extLst>
                  <a:ext uri="{FF2B5EF4-FFF2-40B4-BE49-F238E27FC236}">
                    <a16:creationId xmlns:a16="http://schemas.microsoft.com/office/drawing/2014/main" id="{4126DCC8-ABF2-4AA6-BB1C-D47BB6C4D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1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27" name="Oval 1015">
                <a:extLst>
                  <a:ext uri="{FF2B5EF4-FFF2-40B4-BE49-F238E27FC236}">
                    <a16:creationId xmlns:a16="http://schemas.microsoft.com/office/drawing/2014/main" id="{B9C603D9-24CB-4162-8865-27448BAC6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097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28" name="Oval 1016">
                <a:extLst>
                  <a:ext uri="{FF2B5EF4-FFF2-40B4-BE49-F238E27FC236}">
                    <a16:creationId xmlns:a16="http://schemas.microsoft.com/office/drawing/2014/main" id="{95488569-E74D-42EC-8EE9-290CFEDB9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2023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29" name="Freeform 1017">
                <a:extLst>
                  <a:ext uri="{FF2B5EF4-FFF2-40B4-BE49-F238E27FC236}">
                    <a16:creationId xmlns:a16="http://schemas.microsoft.com/office/drawing/2014/main" id="{66AE116A-8D9D-4D08-9AC3-586EBA2F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031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0" name="Freeform 1018">
                <a:extLst>
                  <a:ext uri="{FF2B5EF4-FFF2-40B4-BE49-F238E27FC236}">
                    <a16:creationId xmlns:a16="http://schemas.microsoft.com/office/drawing/2014/main" id="{D0A407AF-F38C-4B0E-AFF1-01ACF1CF8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044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1" name="Oval 1019">
                <a:extLst>
                  <a:ext uri="{FF2B5EF4-FFF2-40B4-BE49-F238E27FC236}">
                    <a16:creationId xmlns:a16="http://schemas.microsoft.com/office/drawing/2014/main" id="{493EB895-230D-4227-92CC-F4837BE7E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204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32" name="Oval 1020">
                <a:extLst>
                  <a:ext uri="{FF2B5EF4-FFF2-40B4-BE49-F238E27FC236}">
                    <a16:creationId xmlns:a16="http://schemas.microsoft.com/office/drawing/2014/main" id="{26BBB726-B9FB-4508-B3E5-0FECEDCC6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20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33" name="Oval 1021">
                <a:extLst>
                  <a:ext uri="{FF2B5EF4-FFF2-40B4-BE49-F238E27FC236}">
                    <a16:creationId xmlns:a16="http://schemas.microsoft.com/office/drawing/2014/main" id="{79D752C1-FD1B-480F-9280-EA3C2D9FF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202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34" name="Oval 1022">
                <a:extLst>
                  <a:ext uri="{FF2B5EF4-FFF2-40B4-BE49-F238E27FC236}">
                    <a16:creationId xmlns:a16="http://schemas.microsoft.com/office/drawing/2014/main" id="{2BAE5B4D-0299-41A7-AB0B-91C8EF8F2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6" y="2047"/>
                <a:ext cx="68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35" name="Freeform 1023">
                <a:extLst>
                  <a:ext uri="{FF2B5EF4-FFF2-40B4-BE49-F238E27FC236}">
                    <a16:creationId xmlns:a16="http://schemas.microsoft.com/office/drawing/2014/main" id="{17C27FA1-4FE4-46E8-BDE1-D896B8414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055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6" name="Freeform 1024">
                <a:extLst>
                  <a:ext uri="{FF2B5EF4-FFF2-40B4-BE49-F238E27FC236}">
                    <a16:creationId xmlns:a16="http://schemas.microsoft.com/office/drawing/2014/main" id="{23BFD568-3EE2-403D-B1A9-AFEEDFB61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071"/>
                <a:ext cx="28" cy="42"/>
              </a:xfrm>
              <a:custGeom>
                <a:avLst/>
                <a:gdLst>
                  <a:gd name="T0" fmla="*/ 150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37" name="Oval 1025">
                <a:extLst>
                  <a:ext uri="{FF2B5EF4-FFF2-40B4-BE49-F238E27FC236}">
                    <a16:creationId xmlns:a16="http://schemas.microsoft.com/office/drawing/2014/main" id="{0C6F12AA-3AEF-4F9A-B476-8298608A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20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38" name="Oval 1026">
                <a:extLst>
                  <a:ext uri="{FF2B5EF4-FFF2-40B4-BE49-F238E27FC236}">
                    <a16:creationId xmlns:a16="http://schemas.microsoft.com/office/drawing/2014/main" id="{1B7C7EA3-9C5F-4DD5-8982-5CDB31504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9" y="206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39" name="Oval 1027">
                <a:extLst>
                  <a:ext uri="{FF2B5EF4-FFF2-40B4-BE49-F238E27FC236}">
                    <a16:creationId xmlns:a16="http://schemas.microsoft.com/office/drawing/2014/main" id="{7B886EA9-AE6A-460D-A887-271B87070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6" y="2047"/>
                <a:ext cx="68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40" name="Oval 1028">
                <a:extLst>
                  <a:ext uri="{FF2B5EF4-FFF2-40B4-BE49-F238E27FC236}">
                    <a16:creationId xmlns:a16="http://schemas.microsoft.com/office/drawing/2014/main" id="{B1E8F4C8-B670-4E94-B6A3-1CB5F3517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2132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41" name="Freeform 1029">
                <a:extLst>
                  <a:ext uri="{FF2B5EF4-FFF2-40B4-BE49-F238E27FC236}">
                    <a16:creationId xmlns:a16="http://schemas.microsoft.com/office/drawing/2014/main" id="{6A92278B-C9CA-47AB-9143-59F299908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13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56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3"/>
                      <a:pt x="14" y="3"/>
                    </a:cubicBezTo>
                    <a:cubicBezTo>
                      <a:pt x="15" y="3"/>
                      <a:pt x="17" y="3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2" name="Freeform 1030">
                <a:extLst>
                  <a:ext uri="{FF2B5EF4-FFF2-40B4-BE49-F238E27FC236}">
                    <a16:creationId xmlns:a16="http://schemas.microsoft.com/office/drawing/2014/main" id="{04AF0F00-257D-4314-96DB-35EA61445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153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3" name="Oval 1031">
                <a:extLst>
                  <a:ext uri="{FF2B5EF4-FFF2-40B4-BE49-F238E27FC236}">
                    <a16:creationId xmlns:a16="http://schemas.microsoft.com/office/drawing/2014/main" id="{68BA639B-54B1-4083-9FAA-6ECBB38C2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153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44" name="Oval 1032">
                <a:extLst>
                  <a:ext uri="{FF2B5EF4-FFF2-40B4-BE49-F238E27FC236}">
                    <a16:creationId xmlns:a16="http://schemas.microsoft.com/office/drawing/2014/main" id="{59E98F8E-C8A9-4A1D-A26C-C69DA7F7F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1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45" name="Oval 1033">
                <a:extLst>
                  <a:ext uri="{FF2B5EF4-FFF2-40B4-BE49-F238E27FC236}">
                    <a16:creationId xmlns:a16="http://schemas.microsoft.com/office/drawing/2014/main" id="{901E3F74-C422-466E-AC14-7F794216D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2132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46" name="Oval 1034">
                <a:extLst>
                  <a:ext uri="{FF2B5EF4-FFF2-40B4-BE49-F238E27FC236}">
                    <a16:creationId xmlns:a16="http://schemas.microsoft.com/office/drawing/2014/main" id="{B7CDEE24-5767-4C4B-91C3-1E7AC0BFE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03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47" name="Freeform 1035">
                <a:extLst>
                  <a:ext uri="{FF2B5EF4-FFF2-40B4-BE49-F238E27FC236}">
                    <a16:creationId xmlns:a16="http://schemas.microsoft.com/office/drawing/2014/main" id="{B30C4DE7-5F46-4150-9FEB-91A5BEB2D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041"/>
                <a:ext cx="42" cy="54"/>
              </a:xfrm>
              <a:custGeom>
                <a:avLst/>
                <a:gdLst>
                  <a:gd name="T0" fmla="*/ 42 w 17"/>
                  <a:gd name="T1" fmla="*/ 257 h 20"/>
                  <a:gd name="T2" fmla="*/ 195 w 17"/>
                  <a:gd name="T3" fmla="*/ 38 h 20"/>
                  <a:gd name="T4" fmla="*/ 257 w 17"/>
                  <a:gd name="T5" fmla="*/ 59 h 20"/>
                  <a:gd name="T6" fmla="*/ 153 w 17"/>
                  <a:gd name="T7" fmla="*/ 0 h 20"/>
                  <a:gd name="T8" fmla="*/ 0 w 17"/>
                  <a:gd name="T9" fmla="*/ 219 h 20"/>
                  <a:gd name="T10" fmla="*/ 91 w 17"/>
                  <a:gd name="T11" fmla="*/ 394 h 20"/>
                  <a:gd name="T12" fmla="*/ 42 w 17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8" name="Freeform 1036">
                <a:extLst>
                  <a:ext uri="{FF2B5EF4-FFF2-40B4-BE49-F238E27FC236}">
                    <a16:creationId xmlns:a16="http://schemas.microsoft.com/office/drawing/2014/main" id="{A1104E9C-CAC2-4839-9216-8EDB21C7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055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3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49" name="Oval 1037">
                <a:extLst>
                  <a:ext uri="{FF2B5EF4-FFF2-40B4-BE49-F238E27FC236}">
                    <a16:creationId xmlns:a16="http://schemas.microsoft.com/office/drawing/2014/main" id="{90D2C25D-B6FC-4619-8148-C630AC3C0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0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50" name="Oval 1038">
                <a:extLst>
                  <a:ext uri="{FF2B5EF4-FFF2-40B4-BE49-F238E27FC236}">
                    <a16:creationId xmlns:a16="http://schemas.microsoft.com/office/drawing/2014/main" id="{8778AFC0-E1D7-4746-B2A5-4836E5C99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05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51" name="Oval 1039">
                <a:extLst>
                  <a:ext uri="{FF2B5EF4-FFF2-40B4-BE49-F238E27FC236}">
                    <a16:creationId xmlns:a16="http://schemas.microsoft.com/office/drawing/2014/main" id="{A18434D2-CB75-45BC-A643-447DAD6D8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03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52" name="Oval 1040">
                <a:extLst>
                  <a:ext uri="{FF2B5EF4-FFF2-40B4-BE49-F238E27FC236}">
                    <a16:creationId xmlns:a16="http://schemas.microsoft.com/office/drawing/2014/main" id="{1B02992C-7073-4807-80EE-674643B88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2100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53" name="Freeform 1041">
                <a:extLst>
                  <a:ext uri="{FF2B5EF4-FFF2-40B4-BE49-F238E27FC236}">
                    <a16:creationId xmlns:a16="http://schemas.microsoft.com/office/drawing/2014/main" id="{D7442228-15C3-4F5A-A5FB-D5F4130A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108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08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4" name="Freeform 1042">
                <a:extLst>
                  <a:ext uri="{FF2B5EF4-FFF2-40B4-BE49-F238E27FC236}">
                    <a16:creationId xmlns:a16="http://schemas.microsoft.com/office/drawing/2014/main" id="{E0D7BD13-8036-4AD8-82B2-1685023A8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124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55" name="Oval 1043">
                <a:extLst>
                  <a:ext uri="{FF2B5EF4-FFF2-40B4-BE49-F238E27FC236}">
                    <a16:creationId xmlns:a16="http://schemas.microsoft.com/office/drawing/2014/main" id="{45A3E8B6-222A-41E7-B3C0-0CA43591F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12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56" name="Oval 1044">
                <a:extLst>
                  <a:ext uri="{FF2B5EF4-FFF2-40B4-BE49-F238E27FC236}">
                    <a16:creationId xmlns:a16="http://schemas.microsoft.com/office/drawing/2014/main" id="{7CE244BA-6646-427C-B830-287805A7A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119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57" name="Oval 1045">
                <a:extLst>
                  <a:ext uri="{FF2B5EF4-FFF2-40B4-BE49-F238E27FC236}">
                    <a16:creationId xmlns:a16="http://schemas.microsoft.com/office/drawing/2014/main" id="{B5B7611F-9E41-499D-9B15-A33054760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2100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58" name="Oval 1046">
                <a:extLst>
                  <a:ext uri="{FF2B5EF4-FFF2-40B4-BE49-F238E27FC236}">
                    <a16:creationId xmlns:a16="http://schemas.microsoft.com/office/drawing/2014/main" id="{4C6AC61F-7230-4679-8AEA-A3B7063D9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9" y="1972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59" name="Freeform 1047">
                <a:extLst>
                  <a:ext uri="{FF2B5EF4-FFF2-40B4-BE49-F238E27FC236}">
                    <a16:creationId xmlns:a16="http://schemas.microsoft.com/office/drawing/2014/main" id="{F25B6A93-86D6-46FA-A697-A053A0F0E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980"/>
                <a:ext cx="45" cy="53"/>
              </a:xfrm>
              <a:custGeom>
                <a:avLst/>
                <a:gdLst>
                  <a:gd name="T0" fmla="*/ 63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63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0" name="Freeform 1048">
                <a:extLst>
                  <a:ext uri="{FF2B5EF4-FFF2-40B4-BE49-F238E27FC236}">
                    <a16:creationId xmlns:a16="http://schemas.microsoft.com/office/drawing/2014/main" id="{EFD60EAA-7DFF-4385-9BA4-C5C2B6166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993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88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6" y="17"/>
                      <a:pt x="11" y="13"/>
                      <a:pt x="12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1" name="Oval 1049">
                <a:extLst>
                  <a:ext uri="{FF2B5EF4-FFF2-40B4-BE49-F238E27FC236}">
                    <a16:creationId xmlns:a16="http://schemas.microsoft.com/office/drawing/2014/main" id="{048E90A8-D58E-4050-B0F2-299B966E5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19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62" name="Oval 1050">
                <a:extLst>
                  <a:ext uri="{FF2B5EF4-FFF2-40B4-BE49-F238E27FC236}">
                    <a16:creationId xmlns:a16="http://schemas.microsoft.com/office/drawing/2014/main" id="{36C8D5EE-1726-4FBD-AF56-8D477B70E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19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63" name="Oval 1051">
                <a:extLst>
                  <a:ext uri="{FF2B5EF4-FFF2-40B4-BE49-F238E27FC236}">
                    <a16:creationId xmlns:a16="http://schemas.microsoft.com/office/drawing/2014/main" id="{DDB3C15C-8BDD-4C92-A076-1A2F7F92A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9" y="1972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64" name="Oval 1052">
                <a:extLst>
                  <a:ext uri="{FF2B5EF4-FFF2-40B4-BE49-F238E27FC236}">
                    <a16:creationId xmlns:a16="http://schemas.microsoft.com/office/drawing/2014/main" id="{700B84BB-7C11-44C3-B352-24FEBDA49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1887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65" name="Freeform 1053">
                <a:extLst>
                  <a:ext uri="{FF2B5EF4-FFF2-40B4-BE49-F238E27FC236}">
                    <a16:creationId xmlns:a16="http://schemas.microsoft.com/office/drawing/2014/main" id="{83374237-2E3F-4404-AECB-C4E288356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895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6" name="Freeform 1054">
                <a:extLst>
                  <a:ext uri="{FF2B5EF4-FFF2-40B4-BE49-F238E27FC236}">
                    <a16:creationId xmlns:a16="http://schemas.microsoft.com/office/drawing/2014/main" id="{02B4131C-1343-4AFF-97A2-5EECB81EE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908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67" name="Oval 1055">
                <a:extLst>
                  <a:ext uri="{FF2B5EF4-FFF2-40B4-BE49-F238E27FC236}">
                    <a16:creationId xmlns:a16="http://schemas.microsoft.com/office/drawing/2014/main" id="{8D47D443-ECD4-44BA-9DD9-9FADB62A7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9" y="19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68" name="Oval 1056">
                <a:extLst>
                  <a:ext uri="{FF2B5EF4-FFF2-40B4-BE49-F238E27FC236}">
                    <a16:creationId xmlns:a16="http://schemas.microsoft.com/office/drawing/2014/main" id="{44DE5EFC-82E8-445C-BA65-78BF3436F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90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69" name="Oval 1057">
                <a:extLst>
                  <a:ext uri="{FF2B5EF4-FFF2-40B4-BE49-F238E27FC236}">
                    <a16:creationId xmlns:a16="http://schemas.microsoft.com/office/drawing/2014/main" id="{7671C64B-13AC-4C28-8A56-93B526BAD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188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70" name="Oval 1058">
                <a:extLst>
                  <a:ext uri="{FF2B5EF4-FFF2-40B4-BE49-F238E27FC236}">
                    <a16:creationId xmlns:a16="http://schemas.microsoft.com/office/drawing/2014/main" id="{A39B320C-0767-4B45-A4A1-CC371DD79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96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71" name="Freeform 1059">
                <a:extLst>
                  <a:ext uri="{FF2B5EF4-FFF2-40B4-BE49-F238E27FC236}">
                    <a16:creationId xmlns:a16="http://schemas.microsoft.com/office/drawing/2014/main" id="{63E6934E-303D-4F9E-8C86-3F427D5F0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975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2" name="Freeform 1060">
                <a:extLst>
                  <a:ext uri="{FF2B5EF4-FFF2-40B4-BE49-F238E27FC236}">
                    <a16:creationId xmlns:a16="http://schemas.microsoft.com/office/drawing/2014/main" id="{7FB1F23E-0096-40D1-8D7F-FB7B0024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988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3" name="Oval 1061">
                <a:extLst>
                  <a:ext uri="{FF2B5EF4-FFF2-40B4-BE49-F238E27FC236}">
                    <a16:creationId xmlns:a16="http://schemas.microsoft.com/office/drawing/2014/main" id="{00A0820D-810F-4E0B-BAD8-0152DC584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98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74" name="Oval 1062">
                <a:extLst>
                  <a:ext uri="{FF2B5EF4-FFF2-40B4-BE49-F238E27FC236}">
                    <a16:creationId xmlns:a16="http://schemas.microsoft.com/office/drawing/2014/main" id="{78B7B917-0396-4F30-8413-8CD5EFD53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9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75" name="Oval 1063">
                <a:extLst>
                  <a:ext uri="{FF2B5EF4-FFF2-40B4-BE49-F238E27FC236}">
                    <a16:creationId xmlns:a16="http://schemas.microsoft.com/office/drawing/2014/main" id="{3B062CA1-8A52-4BC2-A2EE-D706982A0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96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76" name="Oval 1064">
                <a:extLst>
                  <a:ext uri="{FF2B5EF4-FFF2-40B4-BE49-F238E27FC236}">
                    <a16:creationId xmlns:a16="http://schemas.microsoft.com/office/drawing/2014/main" id="{DBBB3E56-FB12-4C76-AB56-438139FC2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1873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77" name="Freeform 1065">
                <a:extLst>
                  <a:ext uri="{FF2B5EF4-FFF2-40B4-BE49-F238E27FC236}">
                    <a16:creationId xmlns:a16="http://schemas.microsoft.com/office/drawing/2014/main" id="{A576819C-88DB-4E6E-936A-3A44978B8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881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8" name="Freeform 1066">
                <a:extLst>
                  <a:ext uri="{FF2B5EF4-FFF2-40B4-BE49-F238E27FC236}">
                    <a16:creationId xmlns:a16="http://schemas.microsoft.com/office/drawing/2014/main" id="{2B7F2F35-EE9A-4379-BF1B-AADA02C8D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95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79" name="Oval 1067">
                <a:extLst>
                  <a:ext uri="{FF2B5EF4-FFF2-40B4-BE49-F238E27FC236}">
                    <a16:creationId xmlns:a16="http://schemas.microsoft.com/office/drawing/2014/main" id="{5241C811-9EB8-49D9-97A0-424EE8525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189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80" name="Oval 1068">
                <a:extLst>
                  <a:ext uri="{FF2B5EF4-FFF2-40B4-BE49-F238E27FC236}">
                    <a16:creationId xmlns:a16="http://schemas.microsoft.com/office/drawing/2014/main" id="{34DCB9AB-881E-4C43-A2C2-8E75D997D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189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81" name="Oval 1069">
                <a:extLst>
                  <a:ext uri="{FF2B5EF4-FFF2-40B4-BE49-F238E27FC236}">
                    <a16:creationId xmlns:a16="http://schemas.microsoft.com/office/drawing/2014/main" id="{9CE27E8C-48B9-41B5-A4B1-281F500C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187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82" name="Oval 1070">
                <a:extLst>
                  <a:ext uri="{FF2B5EF4-FFF2-40B4-BE49-F238E27FC236}">
                    <a16:creationId xmlns:a16="http://schemas.microsoft.com/office/drawing/2014/main" id="{4A8239C0-3366-404F-836D-B4311902E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186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83" name="Freeform 1071">
                <a:extLst>
                  <a:ext uri="{FF2B5EF4-FFF2-40B4-BE49-F238E27FC236}">
                    <a16:creationId xmlns:a16="http://schemas.microsoft.com/office/drawing/2014/main" id="{5BA4B0D7-86A1-47DE-84F5-3C2F6ECD0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876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4" name="Freeform 1072">
                <a:extLst>
                  <a:ext uri="{FF2B5EF4-FFF2-40B4-BE49-F238E27FC236}">
                    <a16:creationId xmlns:a16="http://schemas.microsoft.com/office/drawing/2014/main" id="{68DB2238-9124-4ECE-83D9-5B782063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889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85" name="Oval 1073">
                <a:extLst>
                  <a:ext uri="{FF2B5EF4-FFF2-40B4-BE49-F238E27FC236}">
                    <a16:creationId xmlns:a16="http://schemas.microsoft.com/office/drawing/2014/main" id="{C32F51A4-ED47-49EF-B389-DD29DE56A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4" y="18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86" name="Oval 1074">
                <a:extLst>
                  <a:ext uri="{FF2B5EF4-FFF2-40B4-BE49-F238E27FC236}">
                    <a16:creationId xmlns:a16="http://schemas.microsoft.com/office/drawing/2014/main" id="{FEB19127-560F-48AA-8903-A7E28628F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1887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87" name="Oval 1075">
                <a:extLst>
                  <a:ext uri="{FF2B5EF4-FFF2-40B4-BE49-F238E27FC236}">
                    <a16:creationId xmlns:a16="http://schemas.microsoft.com/office/drawing/2014/main" id="{0A0D6667-D5B0-44B2-A6D1-C18DA2EB0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186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88" name="Oval 1076">
                <a:extLst>
                  <a:ext uri="{FF2B5EF4-FFF2-40B4-BE49-F238E27FC236}">
                    <a16:creationId xmlns:a16="http://schemas.microsoft.com/office/drawing/2014/main" id="{1BC6E6E3-EFD6-4CF5-99D2-08F823FF6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377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89" name="Freeform 1077">
                <a:extLst>
                  <a:ext uri="{FF2B5EF4-FFF2-40B4-BE49-F238E27FC236}">
                    <a16:creationId xmlns:a16="http://schemas.microsoft.com/office/drawing/2014/main" id="{1EFCBFB5-0754-4141-A1AC-90C7268D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38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0" name="Freeform 1078">
                <a:extLst>
                  <a:ext uri="{FF2B5EF4-FFF2-40B4-BE49-F238E27FC236}">
                    <a16:creationId xmlns:a16="http://schemas.microsoft.com/office/drawing/2014/main" id="{4F4D5EA1-1AEF-4D4C-80E6-97EDD85B1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401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45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1" name="Oval 1079">
                <a:extLst>
                  <a:ext uri="{FF2B5EF4-FFF2-40B4-BE49-F238E27FC236}">
                    <a16:creationId xmlns:a16="http://schemas.microsoft.com/office/drawing/2014/main" id="{B4C80F27-1296-4F84-ACEB-037741CE4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39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92" name="Oval 1080">
                <a:extLst>
                  <a:ext uri="{FF2B5EF4-FFF2-40B4-BE49-F238E27FC236}">
                    <a16:creationId xmlns:a16="http://schemas.microsoft.com/office/drawing/2014/main" id="{C3BDDDDE-70B3-4A07-9B18-AA12FB50D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396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93" name="Oval 1081">
                <a:extLst>
                  <a:ext uri="{FF2B5EF4-FFF2-40B4-BE49-F238E27FC236}">
                    <a16:creationId xmlns:a16="http://schemas.microsoft.com/office/drawing/2014/main" id="{6FF41277-CC62-48E8-9D39-089381AD8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377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94" name="Oval 1082">
                <a:extLst>
                  <a:ext uri="{FF2B5EF4-FFF2-40B4-BE49-F238E27FC236}">
                    <a16:creationId xmlns:a16="http://schemas.microsoft.com/office/drawing/2014/main" id="{85807268-7E1E-428C-8459-2825451CA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063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95" name="Freeform 1083">
                <a:extLst>
                  <a:ext uri="{FF2B5EF4-FFF2-40B4-BE49-F238E27FC236}">
                    <a16:creationId xmlns:a16="http://schemas.microsoft.com/office/drawing/2014/main" id="{639170CA-F963-424D-9D16-E01907DE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068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6" name="Freeform 1084">
                <a:extLst>
                  <a:ext uri="{FF2B5EF4-FFF2-40B4-BE49-F238E27FC236}">
                    <a16:creationId xmlns:a16="http://schemas.microsoft.com/office/drawing/2014/main" id="{49A0D5CE-567C-4025-921B-D0D62B1A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84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97" name="Oval 1085">
                <a:extLst>
                  <a:ext uri="{FF2B5EF4-FFF2-40B4-BE49-F238E27FC236}">
                    <a16:creationId xmlns:a16="http://schemas.microsoft.com/office/drawing/2014/main" id="{8E32A770-26F0-4A12-8EC2-EDADE570B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08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98" name="Oval 1086">
                <a:extLst>
                  <a:ext uri="{FF2B5EF4-FFF2-40B4-BE49-F238E27FC236}">
                    <a16:creationId xmlns:a16="http://schemas.microsoft.com/office/drawing/2014/main" id="{6E6D139F-E140-4C0D-9942-6EAC9D0AA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0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99" name="Oval 1087">
                <a:extLst>
                  <a:ext uri="{FF2B5EF4-FFF2-40B4-BE49-F238E27FC236}">
                    <a16:creationId xmlns:a16="http://schemas.microsoft.com/office/drawing/2014/main" id="{F2B9D305-BC3E-48E0-BCFB-F756C5A10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06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00" name="Oval 1088">
                <a:extLst>
                  <a:ext uri="{FF2B5EF4-FFF2-40B4-BE49-F238E27FC236}">
                    <a16:creationId xmlns:a16="http://schemas.microsoft.com/office/drawing/2014/main" id="{2D9F352C-D40E-4424-A256-CE0D45AED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207"/>
                <a:ext cx="67" cy="74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01" name="Freeform 1089">
                <a:extLst>
                  <a:ext uri="{FF2B5EF4-FFF2-40B4-BE49-F238E27FC236}">
                    <a16:creationId xmlns:a16="http://schemas.microsoft.com/office/drawing/2014/main" id="{E5DFB1A3-837D-45FB-9E48-766056035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231"/>
                <a:ext cx="27" cy="42"/>
              </a:xfrm>
              <a:custGeom>
                <a:avLst/>
                <a:gdLst>
                  <a:gd name="T0" fmla="*/ 133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2" name="Oval 1090">
                <a:extLst>
                  <a:ext uri="{FF2B5EF4-FFF2-40B4-BE49-F238E27FC236}">
                    <a16:creationId xmlns:a16="http://schemas.microsoft.com/office/drawing/2014/main" id="{F1821C6D-DCA9-48C7-AACE-DBC8A5919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222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03" name="Oval 1091">
                <a:extLst>
                  <a:ext uri="{FF2B5EF4-FFF2-40B4-BE49-F238E27FC236}">
                    <a16:creationId xmlns:a16="http://schemas.microsoft.com/office/drawing/2014/main" id="{53916EFF-16EB-4C92-AE1E-535DB13D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2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04" name="Oval 1092">
                <a:extLst>
                  <a:ext uri="{FF2B5EF4-FFF2-40B4-BE49-F238E27FC236}">
                    <a16:creationId xmlns:a16="http://schemas.microsoft.com/office/drawing/2014/main" id="{51CDECCB-F789-452E-AC1C-FE750FD2C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207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05" name="Oval 1093">
                <a:extLst>
                  <a:ext uri="{FF2B5EF4-FFF2-40B4-BE49-F238E27FC236}">
                    <a16:creationId xmlns:a16="http://schemas.microsoft.com/office/drawing/2014/main" id="{4801ABAB-711C-4A5C-A738-DD3F8C6E8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281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06" name="Freeform 1094">
                <a:extLst>
                  <a:ext uri="{FF2B5EF4-FFF2-40B4-BE49-F238E27FC236}">
                    <a16:creationId xmlns:a16="http://schemas.microsoft.com/office/drawing/2014/main" id="{63C207A9-EF60-4446-80F5-2E0199E8C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87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7" name="Freeform 1095">
                <a:extLst>
                  <a:ext uri="{FF2B5EF4-FFF2-40B4-BE49-F238E27FC236}">
                    <a16:creationId xmlns:a16="http://schemas.microsoft.com/office/drawing/2014/main" id="{922DCA0F-EDFF-4EA1-B022-F082B610E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03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08" name="Oval 1096">
                <a:extLst>
                  <a:ext uri="{FF2B5EF4-FFF2-40B4-BE49-F238E27FC236}">
                    <a16:creationId xmlns:a16="http://schemas.microsoft.com/office/drawing/2014/main" id="{3C6DC863-B77E-4627-A635-3C568CC22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30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09" name="Oval 1097">
                <a:extLst>
                  <a:ext uri="{FF2B5EF4-FFF2-40B4-BE49-F238E27FC236}">
                    <a16:creationId xmlns:a16="http://schemas.microsoft.com/office/drawing/2014/main" id="{4A4EEEBC-DBBB-4D7B-B4F9-7D01184F3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2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10" name="Oval 1098">
                <a:extLst>
                  <a:ext uri="{FF2B5EF4-FFF2-40B4-BE49-F238E27FC236}">
                    <a16:creationId xmlns:a16="http://schemas.microsoft.com/office/drawing/2014/main" id="{F8073A3D-BDED-43CD-A636-5DE511ED2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28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11" name="Oval 1099">
                <a:extLst>
                  <a:ext uri="{FF2B5EF4-FFF2-40B4-BE49-F238E27FC236}">
                    <a16:creationId xmlns:a16="http://schemas.microsoft.com/office/drawing/2014/main" id="{C5DDBB36-35B1-4C4A-9947-D0B602B23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348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12" name="Freeform 1100">
                <a:extLst>
                  <a:ext uri="{FF2B5EF4-FFF2-40B4-BE49-F238E27FC236}">
                    <a16:creationId xmlns:a16="http://schemas.microsoft.com/office/drawing/2014/main" id="{FED87002-ED13-469B-A7A9-25A9DF0C4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56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3" name="Freeform 1101">
                <a:extLst>
                  <a:ext uri="{FF2B5EF4-FFF2-40B4-BE49-F238E27FC236}">
                    <a16:creationId xmlns:a16="http://schemas.microsoft.com/office/drawing/2014/main" id="{7AB08AAA-D036-4F45-A4F2-ED09EBFB6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369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4" name="Oval 1102">
                <a:extLst>
                  <a:ext uri="{FF2B5EF4-FFF2-40B4-BE49-F238E27FC236}">
                    <a16:creationId xmlns:a16="http://schemas.microsoft.com/office/drawing/2014/main" id="{C0803588-5D1B-4991-89E1-339966AFC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3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15" name="Oval 1103">
                <a:extLst>
                  <a:ext uri="{FF2B5EF4-FFF2-40B4-BE49-F238E27FC236}">
                    <a16:creationId xmlns:a16="http://schemas.microsoft.com/office/drawing/2014/main" id="{14348972-5209-49F7-9755-366C5214F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367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16" name="Oval 1104">
                <a:extLst>
                  <a:ext uri="{FF2B5EF4-FFF2-40B4-BE49-F238E27FC236}">
                    <a16:creationId xmlns:a16="http://schemas.microsoft.com/office/drawing/2014/main" id="{93CB04BE-9121-4F28-9A21-DCE566454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348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17" name="Oval 1105">
                <a:extLst>
                  <a:ext uri="{FF2B5EF4-FFF2-40B4-BE49-F238E27FC236}">
                    <a16:creationId xmlns:a16="http://schemas.microsoft.com/office/drawing/2014/main" id="{BA14F218-B2F3-4068-9A48-09818988C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19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18" name="Freeform 1106">
                <a:extLst>
                  <a:ext uri="{FF2B5EF4-FFF2-40B4-BE49-F238E27FC236}">
                    <a16:creationId xmlns:a16="http://schemas.microsoft.com/office/drawing/2014/main" id="{B6F71266-6F08-41D6-A780-6613139E8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199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19" name="Freeform 1107">
                <a:extLst>
                  <a:ext uri="{FF2B5EF4-FFF2-40B4-BE49-F238E27FC236}">
                    <a16:creationId xmlns:a16="http://schemas.microsoft.com/office/drawing/2014/main" id="{AB4D1ADA-2FAB-49CE-89C9-1420F7F72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21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0" name="Oval 1108">
                <a:extLst>
                  <a:ext uri="{FF2B5EF4-FFF2-40B4-BE49-F238E27FC236}">
                    <a16:creationId xmlns:a16="http://schemas.microsoft.com/office/drawing/2014/main" id="{C4DF328F-A73C-45CC-9450-11C19189C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21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21" name="Oval 1109">
                <a:extLst>
                  <a:ext uri="{FF2B5EF4-FFF2-40B4-BE49-F238E27FC236}">
                    <a16:creationId xmlns:a16="http://schemas.microsoft.com/office/drawing/2014/main" id="{2A9195EC-2B11-42CA-88E2-535C06C0E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" y="220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22" name="Oval 1110">
                <a:extLst>
                  <a:ext uri="{FF2B5EF4-FFF2-40B4-BE49-F238E27FC236}">
                    <a16:creationId xmlns:a16="http://schemas.microsoft.com/office/drawing/2014/main" id="{DD48F079-5F77-40E1-B2D7-712A1114A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19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23" name="Oval 1111">
                <a:extLst>
                  <a:ext uri="{FF2B5EF4-FFF2-40B4-BE49-F238E27FC236}">
                    <a16:creationId xmlns:a16="http://schemas.microsoft.com/office/drawing/2014/main" id="{8F0DAC8C-0CE8-472C-A6BD-D3152F96B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959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24" name="Freeform 1112">
                <a:extLst>
                  <a:ext uri="{FF2B5EF4-FFF2-40B4-BE49-F238E27FC236}">
                    <a16:creationId xmlns:a16="http://schemas.microsoft.com/office/drawing/2014/main" id="{01212066-F1F4-4814-B239-384AA7D6E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967"/>
                <a:ext cx="42" cy="53"/>
              </a:xfrm>
              <a:custGeom>
                <a:avLst/>
                <a:gdLst>
                  <a:gd name="T0" fmla="*/ 42 w 17"/>
                  <a:gd name="T1" fmla="*/ 239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204 h 20"/>
                  <a:gd name="T10" fmla="*/ 91 w 17"/>
                  <a:gd name="T11" fmla="*/ 371 h 20"/>
                  <a:gd name="T12" fmla="*/ 42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5" name="Freeform 1113">
                <a:extLst>
                  <a:ext uri="{FF2B5EF4-FFF2-40B4-BE49-F238E27FC236}">
                    <a16:creationId xmlns:a16="http://schemas.microsoft.com/office/drawing/2014/main" id="{1636DE8B-B89D-4573-82DF-10F3E376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983"/>
                <a:ext cx="28" cy="42"/>
              </a:xfrm>
              <a:custGeom>
                <a:avLst/>
                <a:gdLst>
                  <a:gd name="T0" fmla="*/ 150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26" name="Oval 1114">
                <a:extLst>
                  <a:ext uri="{FF2B5EF4-FFF2-40B4-BE49-F238E27FC236}">
                    <a16:creationId xmlns:a16="http://schemas.microsoft.com/office/drawing/2014/main" id="{D10811CD-C472-49E3-A572-385C16914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9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27" name="Oval 1115">
                <a:extLst>
                  <a:ext uri="{FF2B5EF4-FFF2-40B4-BE49-F238E27FC236}">
                    <a16:creationId xmlns:a16="http://schemas.microsoft.com/office/drawing/2014/main" id="{8753B59A-4035-4FC3-9375-B70E47917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9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28" name="Oval 1116">
                <a:extLst>
                  <a:ext uri="{FF2B5EF4-FFF2-40B4-BE49-F238E27FC236}">
                    <a16:creationId xmlns:a16="http://schemas.microsoft.com/office/drawing/2014/main" id="{144BD54E-D244-4DEE-8B42-FBF412888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959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29" name="Oval 1117">
                <a:extLst>
                  <a:ext uri="{FF2B5EF4-FFF2-40B4-BE49-F238E27FC236}">
                    <a16:creationId xmlns:a16="http://schemas.microsoft.com/office/drawing/2014/main" id="{B204B17B-81FA-44F7-A7FA-02BD6248E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151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30" name="Freeform 1118">
                <a:extLst>
                  <a:ext uri="{FF2B5EF4-FFF2-40B4-BE49-F238E27FC236}">
                    <a16:creationId xmlns:a16="http://schemas.microsoft.com/office/drawing/2014/main" id="{5EDD5D15-BF8A-4995-923F-7B00EF5A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159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1" name="Freeform 1119">
                <a:extLst>
                  <a:ext uri="{FF2B5EF4-FFF2-40B4-BE49-F238E27FC236}">
                    <a16:creationId xmlns:a16="http://schemas.microsoft.com/office/drawing/2014/main" id="{00358E83-05CA-4C7A-B294-1ADD808EC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7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2" name="Oval 1120">
                <a:extLst>
                  <a:ext uri="{FF2B5EF4-FFF2-40B4-BE49-F238E27FC236}">
                    <a16:creationId xmlns:a16="http://schemas.microsoft.com/office/drawing/2014/main" id="{23AC373A-C018-4C62-A9C3-E56936E1D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17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33" name="Oval 1121">
                <a:extLst>
                  <a:ext uri="{FF2B5EF4-FFF2-40B4-BE49-F238E27FC236}">
                    <a16:creationId xmlns:a16="http://schemas.microsoft.com/office/drawing/2014/main" id="{5A7011E3-44DB-4BCD-8DCA-38E3622EA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216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34" name="Oval 1122">
                <a:extLst>
                  <a:ext uri="{FF2B5EF4-FFF2-40B4-BE49-F238E27FC236}">
                    <a16:creationId xmlns:a16="http://schemas.microsoft.com/office/drawing/2014/main" id="{241F78CB-0BB5-46F5-8A89-A62E4DC8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151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35" name="Oval 1123">
                <a:extLst>
                  <a:ext uri="{FF2B5EF4-FFF2-40B4-BE49-F238E27FC236}">
                    <a16:creationId xmlns:a16="http://schemas.microsoft.com/office/drawing/2014/main" id="{302B0E74-EB43-4B23-87A1-5B72E77D8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135"/>
                <a:ext cx="70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36" name="Freeform 1124">
                <a:extLst>
                  <a:ext uri="{FF2B5EF4-FFF2-40B4-BE49-F238E27FC236}">
                    <a16:creationId xmlns:a16="http://schemas.microsoft.com/office/drawing/2014/main" id="{8D44FA09-8ACB-4566-A811-568F6057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143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7" name="Freeform 1125">
                <a:extLst>
                  <a:ext uri="{FF2B5EF4-FFF2-40B4-BE49-F238E27FC236}">
                    <a16:creationId xmlns:a16="http://schemas.microsoft.com/office/drawing/2014/main" id="{DB1097A7-9133-49A9-9B83-6F6ACFEF4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159"/>
                <a:ext cx="27" cy="42"/>
              </a:xfrm>
              <a:custGeom>
                <a:avLst/>
                <a:gdLst>
                  <a:gd name="T0" fmla="*/ 133 w 11"/>
                  <a:gd name="T1" fmla="*/ 89 h 16"/>
                  <a:gd name="T2" fmla="*/ 0 w 11"/>
                  <a:gd name="T3" fmla="*/ 289 h 16"/>
                  <a:gd name="T4" fmla="*/ 12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38" name="Oval 1126">
                <a:extLst>
                  <a:ext uri="{FF2B5EF4-FFF2-40B4-BE49-F238E27FC236}">
                    <a16:creationId xmlns:a16="http://schemas.microsoft.com/office/drawing/2014/main" id="{17B0A2C5-38CF-47E4-8030-772DFC322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1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39" name="Oval 1127">
                <a:extLst>
                  <a:ext uri="{FF2B5EF4-FFF2-40B4-BE49-F238E27FC236}">
                    <a16:creationId xmlns:a16="http://schemas.microsoft.com/office/drawing/2014/main" id="{291D3986-83BD-44AF-964F-604565CF5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2153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40" name="Oval 1128">
                <a:extLst>
                  <a:ext uri="{FF2B5EF4-FFF2-40B4-BE49-F238E27FC236}">
                    <a16:creationId xmlns:a16="http://schemas.microsoft.com/office/drawing/2014/main" id="{59067D81-B119-4E02-80D9-5CA8A6922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135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41" name="Oval 1129">
                <a:extLst>
                  <a:ext uri="{FF2B5EF4-FFF2-40B4-BE49-F238E27FC236}">
                    <a16:creationId xmlns:a16="http://schemas.microsoft.com/office/drawing/2014/main" id="{29A7F1D9-B4A6-4FC8-B154-312AFEE58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217"/>
                <a:ext cx="70" cy="75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42" name="Freeform 1130">
                <a:extLst>
                  <a:ext uri="{FF2B5EF4-FFF2-40B4-BE49-F238E27FC236}">
                    <a16:creationId xmlns:a16="http://schemas.microsoft.com/office/drawing/2014/main" id="{0836391D-1607-43F0-9CDE-61F5BB96E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241"/>
                <a:ext cx="27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0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3" name="Oval 1131">
                <a:extLst>
                  <a:ext uri="{FF2B5EF4-FFF2-40B4-BE49-F238E27FC236}">
                    <a16:creationId xmlns:a16="http://schemas.microsoft.com/office/drawing/2014/main" id="{96B8F33A-B4A0-48F5-A771-5653861DE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217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44" name="Oval 1132">
                <a:extLst>
                  <a:ext uri="{FF2B5EF4-FFF2-40B4-BE49-F238E27FC236}">
                    <a16:creationId xmlns:a16="http://schemas.microsoft.com/office/drawing/2014/main" id="{7B8A288E-56D4-4705-B8CE-7EBBE9D2A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1977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45" name="Freeform 1133">
                <a:extLst>
                  <a:ext uri="{FF2B5EF4-FFF2-40B4-BE49-F238E27FC236}">
                    <a16:creationId xmlns:a16="http://schemas.microsoft.com/office/drawing/2014/main" id="{CAB3FBD9-1EB9-4EF0-8662-6D6B38CC7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98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6" name="Freeform 1134">
                <a:extLst>
                  <a:ext uri="{FF2B5EF4-FFF2-40B4-BE49-F238E27FC236}">
                    <a16:creationId xmlns:a16="http://schemas.microsoft.com/office/drawing/2014/main" id="{8E75200A-628B-489F-9900-ACA756CB2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001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47" name="Oval 1135">
                <a:extLst>
                  <a:ext uri="{FF2B5EF4-FFF2-40B4-BE49-F238E27FC236}">
                    <a16:creationId xmlns:a16="http://schemas.microsoft.com/office/drawing/2014/main" id="{78F1E73B-64DA-4EA3-9A92-DA1281C3C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99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48" name="Oval 1136">
                <a:extLst>
                  <a:ext uri="{FF2B5EF4-FFF2-40B4-BE49-F238E27FC236}">
                    <a16:creationId xmlns:a16="http://schemas.microsoft.com/office/drawing/2014/main" id="{0B0FB293-1149-4B03-B550-3F09E1586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99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49" name="Oval 1137">
                <a:extLst>
                  <a:ext uri="{FF2B5EF4-FFF2-40B4-BE49-F238E27FC236}">
                    <a16:creationId xmlns:a16="http://schemas.microsoft.com/office/drawing/2014/main" id="{23751692-3801-4151-9527-73A86F0A7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1977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50" name="Oval 1138">
                <a:extLst>
                  <a:ext uri="{FF2B5EF4-FFF2-40B4-BE49-F238E27FC236}">
                    <a16:creationId xmlns:a16="http://schemas.microsoft.com/office/drawing/2014/main" id="{C0328C48-F53C-4464-9DF8-1E32D3119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036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51" name="Freeform 1139">
                <a:extLst>
                  <a:ext uri="{FF2B5EF4-FFF2-40B4-BE49-F238E27FC236}">
                    <a16:creationId xmlns:a16="http://schemas.microsoft.com/office/drawing/2014/main" id="{548A48E4-6266-4D48-ABA0-DA0C6484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044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2" name="Freeform 1140">
                <a:extLst>
                  <a:ext uri="{FF2B5EF4-FFF2-40B4-BE49-F238E27FC236}">
                    <a16:creationId xmlns:a16="http://schemas.microsoft.com/office/drawing/2014/main" id="{79D9819B-E515-4FBF-96F6-BA542DF34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057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3" name="Oval 1141">
                <a:extLst>
                  <a:ext uri="{FF2B5EF4-FFF2-40B4-BE49-F238E27FC236}">
                    <a16:creationId xmlns:a16="http://schemas.microsoft.com/office/drawing/2014/main" id="{12678386-E175-4A63-859C-EDA6FDAA9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0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54" name="Oval 1142">
                <a:extLst>
                  <a:ext uri="{FF2B5EF4-FFF2-40B4-BE49-F238E27FC236}">
                    <a16:creationId xmlns:a16="http://schemas.microsoft.com/office/drawing/2014/main" id="{7ACCD0CB-05C6-462B-B5C2-B979CF9C8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2055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55" name="Oval 1143">
                <a:extLst>
                  <a:ext uri="{FF2B5EF4-FFF2-40B4-BE49-F238E27FC236}">
                    <a16:creationId xmlns:a16="http://schemas.microsoft.com/office/drawing/2014/main" id="{6F8D91C3-2771-4944-9E67-43528CA40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036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56" name="Oval 1144">
                <a:extLst>
                  <a:ext uri="{FF2B5EF4-FFF2-40B4-BE49-F238E27FC236}">
                    <a16:creationId xmlns:a16="http://schemas.microsoft.com/office/drawing/2014/main" id="{0F3BFA88-F78F-4DB6-9977-C54E69324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121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57" name="Freeform 1145">
                <a:extLst>
                  <a:ext uri="{FF2B5EF4-FFF2-40B4-BE49-F238E27FC236}">
                    <a16:creationId xmlns:a16="http://schemas.microsoft.com/office/drawing/2014/main" id="{FD171262-2268-4421-815C-508BFE1D4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143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88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6"/>
                      <a:pt x="11" y="13"/>
                      <a:pt x="12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58" name="Oval 1146">
                <a:extLst>
                  <a:ext uri="{FF2B5EF4-FFF2-40B4-BE49-F238E27FC236}">
                    <a16:creationId xmlns:a16="http://schemas.microsoft.com/office/drawing/2014/main" id="{AE8316C9-6630-4B0C-ADA1-BC3B0F590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12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59" name="Oval 1147">
                <a:extLst>
                  <a:ext uri="{FF2B5EF4-FFF2-40B4-BE49-F238E27FC236}">
                    <a16:creationId xmlns:a16="http://schemas.microsoft.com/office/drawing/2014/main" id="{5BC5F657-2CF0-4362-BDFC-918952FD3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004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60" name="Freeform 1148">
                <a:extLst>
                  <a:ext uri="{FF2B5EF4-FFF2-40B4-BE49-F238E27FC236}">
                    <a16:creationId xmlns:a16="http://schemas.microsoft.com/office/drawing/2014/main" id="{10ED5D9A-7185-4F36-9B4A-9DA1267DA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012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1" name="Freeform 1149">
                <a:extLst>
                  <a:ext uri="{FF2B5EF4-FFF2-40B4-BE49-F238E27FC236}">
                    <a16:creationId xmlns:a16="http://schemas.microsoft.com/office/drawing/2014/main" id="{49B77D68-3163-4CC0-B92C-BC6549C95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025"/>
                <a:ext cx="28" cy="46"/>
              </a:xfrm>
              <a:custGeom>
                <a:avLst/>
                <a:gdLst>
                  <a:gd name="T0" fmla="*/ 163 w 11"/>
                  <a:gd name="T1" fmla="*/ 116 h 17"/>
                  <a:gd name="T2" fmla="*/ 0 w 11"/>
                  <a:gd name="T3" fmla="*/ 336 h 17"/>
                  <a:gd name="T4" fmla="*/ 2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6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2" name="Oval 1150">
                <a:extLst>
                  <a:ext uri="{FF2B5EF4-FFF2-40B4-BE49-F238E27FC236}">
                    <a16:creationId xmlns:a16="http://schemas.microsoft.com/office/drawing/2014/main" id="{1B3E404A-B4EB-4953-9F43-E447686D0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202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63" name="Oval 1151">
                <a:extLst>
                  <a:ext uri="{FF2B5EF4-FFF2-40B4-BE49-F238E27FC236}">
                    <a16:creationId xmlns:a16="http://schemas.microsoft.com/office/drawing/2014/main" id="{601411E1-8901-41F8-A90E-C9CD2AFBA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023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64" name="Oval 1152">
                <a:extLst>
                  <a:ext uri="{FF2B5EF4-FFF2-40B4-BE49-F238E27FC236}">
                    <a16:creationId xmlns:a16="http://schemas.microsoft.com/office/drawing/2014/main" id="{9E8D0BD5-9A4E-4C4E-B90F-C75B504F9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004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65" name="Oval 1153">
                <a:extLst>
                  <a:ext uri="{FF2B5EF4-FFF2-40B4-BE49-F238E27FC236}">
                    <a16:creationId xmlns:a16="http://schemas.microsoft.com/office/drawing/2014/main" id="{AFBAFCF0-0B62-47CE-81F4-7B93C6E5E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999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66" name="Freeform 1154">
                <a:extLst>
                  <a:ext uri="{FF2B5EF4-FFF2-40B4-BE49-F238E27FC236}">
                    <a16:creationId xmlns:a16="http://schemas.microsoft.com/office/drawing/2014/main" id="{88F1D741-B606-4BBC-B3D0-B645EBDA6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007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7" name="Freeform 1155">
                <a:extLst>
                  <a:ext uri="{FF2B5EF4-FFF2-40B4-BE49-F238E27FC236}">
                    <a16:creationId xmlns:a16="http://schemas.microsoft.com/office/drawing/2014/main" id="{49B6EC43-8E5A-4D99-9105-F25753A83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023"/>
                <a:ext cx="27" cy="42"/>
              </a:xfrm>
              <a:custGeom>
                <a:avLst/>
                <a:gdLst>
                  <a:gd name="T0" fmla="*/ 133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68" name="Oval 1156">
                <a:extLst>
                  <a:ext uri="{FF2B5EF4-FFF2-40B4-BE49-F238E27FC236}">
                    <a16:creationId xmlns:a16="http://schemas.microsoft.com/office/drawing/2014/main" id="{EE9BE6D4-85D8-483A-803B-88792C496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20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69" name="Oval 1157">
                <a:extLst>
                  <a:ext uri="{FF2B5EF4-FFF2-40B4-BE49-F238E27FC236}">
                    <a16:creationId xmlns:a16="http://schemas.microsoft.com/office/drawing/2014/main" id="{D57DDF7D-8659-4FDA-A48B-D0CD42ADA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01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70" name="Oval 1158">
                <a:extLst>
                  <a:ext uri="{FF2B5EF4-FFF2-40B4-BE49-F238E27FC236}">
                    <a16:creationId xmlns:a16="http://schemas.microsoft.com/office/drawing/2014/main" id="{54275E9E-786E-43B4-A56E-65644A95E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99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71" name="Oval 1159">
                <a:extLst>
                  <a:ext uri="{FF2B5EF4-FFF2-40B4-BE49-F238E27FC236}">
                    <a16:creationId xmlns:a16="http://schemas.microsoft.com/office/drawing/2014/main" id="{28A8CE8F-8673-4713-BC6A-E3B268DF4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129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72" name="Freeform 1160">
                <a:extLst>
                  <a:ext uri="{FF2B5EF4-FFF2-40B4-BE49-F238E27FC236}">
                    <a16:creationId xmlns:a16="http://schemas.microsoft.com/office/drawing/2014/main" id="{E2D25B95-E5E7-4D38-9FCC-542E84133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137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3" name="Freeform 1161">
                <a:extLst>
                  <a:ext uri="{FF2B5EF4-FFF2-40B4-BE49-F238E27FC236}">
                    <a16:creationId xmlns:a16="http://schemas.microsoft.com/office/drawing/2014/main" id="{ED9203A1-0CC3-4C58-90E0-EED0E352D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151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4" name="Oval 1162">
                <a:extLst>
                  <a:ext uri="{FF2B5EF4-FFF2-40B4-BE49-F238E27FC236}">
                    <a16:creationId xmlns:a16="http://schemas.microsoft.com/office/drawing/2014/main" id="{49EA33E7-4FEB-40AD-B9BF-363679AE8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21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75" name="Oval 1163">
                <a:extLst>
                  <a:ext uri="{FF2B5EF4-FFF2-40B4-BE49-F238E27FC236}">
                    <a16:creationId xmlns:a16="http://schemas.microsoft.com/office/drawing/2014/main" id="{7B2E09A9-9AEC-4199-8E0B-D07A3DADA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14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76" name="Oval 1164">
                <a:extLst>
                  <a:ext uri="{FF2B5EF4-FFF2-40B4-BE49-F238E27FC236}">
                    <a16:creationId xmlns:a16="http://schemas.microsoft.com/office/drawing/2014/main" id="{BD32E3DA-944A-4E69-9BFB-25645E762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12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77" name="Oval 1165">
                <a:extLst>
                  <a:ext uri="{FF2B5EF4-FFF2-40B4-BE49-F238E27FC236}">
                    <a16:creationId xmlns:a16="http://schemas.microsoft.com/office/drawing/2014/main" id="{2BC10B32-3576-4DED-8D7D-B3FE222BE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041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78" name="Freeform 1166">
                <a:extLst>
                  <a:ext uri="{FF2B5EF4-FFF2-40B4-BE49-F238E27FC236}">
                    <a16:creationId xmlns:a16="http://schemas.microsoft.com/office/drawing/2014/main" id="{9E6A9C60-5838-403D-BFDB-6D82363E1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049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79" name="Freeform 1167">
                <a:extLst>
                  <a:ext uri="{FF2B5EF4-FFF2-40B4-BE49-F238E27FC236}">
                    <a16:creationId xmlns:a16="http://schemas.microsoft.com/office/drawing/2014/main" id="{0F187D61-2F97-47A3-B2B4-6E13ABEC2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063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12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0" name="Oval 1168">
                <a:extLst>
                  <a:ext uri="{FF2B5EF4-FFF2-40B4-BE49-F238E27FC236}">
                    <a16:creationId xmlns:a16="http://schemas.microsoft.com/office/drawing/2014/main" id="{220671F3-08D7-4B2C-BA18-38A44765E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206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81" name="Oval 1169">
                <a:extLst>
                  <a:ext uri="{FF2B5EF4-FFF2-40B4-BE49-F238E27FC236}">
                    <a16:creationId xmlns:a16="http://schemas.microsoft.com/office/drawing/2014/main" id="{51892A45-CD67-446E-9A2E-E8CA3B011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206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82" name="Oval 1170">
                <a:extLst>
                  <a:ext uri="{FF2B5EF4-FFF2-40B4-BE49-F238E27FC236}">
                    <a16:creationId xmlns:a16="http://schemas.microsoft.com/office/drawing/2014/main" id="{C2047BB6-D55A-4A47-A33C-6BE7FEFFE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041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83" name="Oval 1171">
                <a:extLst>
                  <a:ext uri="{FF2B5EF4-FFF2-40B4-BE49-F238E27FC236}">
                    <a16:creationId xmlns:a16="http://schemas.microsoft.com/office/drawing/2014/main" id="{3E9B9450-E435-4212-AF06-805BB6B09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076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84" name="Freeform 1172">
                <a:extLst>
                  <a:ext uri="{FF2B5EF4-FFF2-40B4-BE49-F238E27FC236}">
                    <a16:creationId xmlns:a16="http://schemas.microsoft.com/office/drawing/2014/main" id="{375909CE-E8A7-444B-B87C-E0EACFFD0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084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5" name="Freeform 1173">
                <a:extLst>
                  <a:ext uri="{FF2B5EF4-FFF2-40B4-BE49-F238E27FC236}">
                    <a16:creationId xmlns:a16="http://schemas.microsoft.com/office/drawing/2014/main" id="{853746FA-525B-4061-A977-08325DBDF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100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86" name="Oval 1174">
                <a:extLst>
                  <a:ext uri="{FF2B5EF4-FFF2-40B4-BE49-F238E27FC236}">
                    <a16:creationId xmlns:a16="http://schemas.microsoft.com/office/drawing/2014/main" id="{043E906C-59DE-41FE-B83E-58F43E3C1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" y="209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87" name="Oval 1175">
                <a:extLst>
                  <a:ext uri="{FF2B5EF4-FFF2-40B4-BE49-F238E27FC236}">
                    <a16:creationId xmlns:a16="http://schemas.microsoft.com/office/drawing/2014/main" id="{20125411-54F5-4CE3-917A-F535EC918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09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88" name="Oval 1176">
                <a:extLst>
                  <a:ext uri="{FF2B5EF4-FFF2-40B4-BE49-F238E27FC236}">
                    <a16:creationId xmlns:a16="http://schemas.microsoft.com/office/drawing/2014/main" id="{20176BC6-B48B-48B3-B867-193163D3F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076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89" name="Oval 1177">
                <a:extLst>
                  <a:ext uri="{FF2B5EF4-FFF2-40B4-BE49-F238E27FC236}">
                    <a16:creationId xmlns:a16="http://schemas.microsoft.com/office/drawing/2014/main" id="{22451D25-EEE9-4A7B-A19E-4685CC80C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044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90" name="Freeform 1178">
                <a:extLst>
                  <a:ext uri="{FF2B5EF4-FFF2-40B4-BE49-F238E27FC236}">
                    <a16:creationId xmlns:a16="http://schemas.microsoft.com/office/drawing/2014/main" id="{E2AED37C-4C44-4C70-B906-BE3B3BD2B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052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1" name="Freeform 1179">
                <a:extLst>
                  <a:ext uri="{FF2B5EF4-FFF2-40B4-BE49-F238E27FC236}">
                    <a16:creationId xmlns:a16="http://schemas.microsoft.com/office/drawing/2014/main" id="{84419743-120B-4CF6-8CE0-46CD04ED6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065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2" name="Oval 1180">
                <a:extLst>
                  <a:ext uri="{FF2B5EF4-FFF2-40B4-BE49-F238E27FC236}">
                    <a16:creationId xmlns:a16="http://schemas.microsoft.com/office/drawing/2014/main" id="{3BD556CF-9972-4E9E-B3FF-740F0D00A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06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93" name="Oval 1181">
                <a:extLst>
                  <a:ext uri="{FF2B5EF4-FFF2-40B4-BE49-F238E27FC236}">
                    <a16:creationId xmlns:a16="http://schemas.microsoft.com/office/drawing/2014/main" id="{9D50B59C-FA9A-4F71-895F-7468B6E2A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063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94" name="Oval 1182">
                <a:extLst>
                  <a:ext uri="{FF2B5EF4-FFF2-40B4-BE49-F238E27FC236}">
                    <a16:creationId xmlns:a16="http://schemas.microsoft.com/office/drawing/2014/main" id="{8A9E1441-9864-48E5-8BCF-F746EC2E2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044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95" name="Oval 1183">
                <a:extLst>
                  <a:ext uri="{FF2B5EF4-FFF2-40B4-BE49-F238E27FC236}">
                    <a16:creationId xmlns:a16="http://schemas.microsoft.com/office/drawing/2014/main" id="{1E99DFE1-767E-4891-8197-9F25D90ED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15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96" name="Freeform 1184">
                <a:extLst>
                  <a:ext uri="{FF2B5EF4-FFF2-40B4-BE49-F238E27FC236}">
                    <a16:creationId xmlns:a16="http://schemas.microsoft.com/office/drawing/2014/main" id="{72FBD631-389D-4973-AC64-7D1D72920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161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7" name="Freeform 1185">
                <a:extLst>
                  <a:ext uri="{FF2B5EF4-FFF2-40B4-BE49-F238E27FC236}">
                    <a16:creationId xmlns:a16="http://schemas.microsoft.com/office/drawing/2014/main" id="{B5D3B5B0-B4B7-44E0-8E27-AA7CE8C4E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175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98" name="Oval 1186">
                <a:extLst>
                  <a:ext uri="{FF2B5EF4-FFF2-40B4-BE49-F238E27FC236}">
                    <a16:creationId xmlns:a16="http://schemas.microsoft.com/office/drawing/2014/main" id="{CEEF972B-7EC4-48D8-8AC6-FE2821CF8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1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199" name="Oval 1187">
                <a:extLst>
                  <a:ext uri="{FF2B5EF4-FFF2-40B4-BE49-F238E27FC236}">
                    <a16:creationId xmlns:a16="http://schemas.microsoft.com/office/drawing/2014/main" id="{C7671131-169E-4A26-8002-9DED73684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217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00" name="Oval 1188">
                <a:extLst>
                  <a:ext uri="{FF2B5EF4-FFF2-40B4-BE49-F238E27FC236}">
                    <a16:creationId xmlns:a16="http://schemas.microsoft.com/office/drawing/2014/main" id="{3EF72F7E-12B6-4586-8025-41709E468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15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01" name="Oval 1189">
                <a:extLst>
                  <a:ext uri="{FF2B5EF4-FFF2-40B4-BE49-F238E27FC236}">
                    <a16:creationId xmlns:a16="http://schemas.microsoft.com/office/drawing/2014/main" id="{FE0A993E-EE2C-4E9B-93FC-7819473AB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065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02" name="Freeform 1190">
                <a:extLst>
                  <a:ext uri="{FF2B5EF4-FFF2-40B4-BE49-F238E27FC236}">
                    <a16:creationId xmlns:a16="http://schemas.microsoft.com/office/drawing/2014/main" id="{86DD14C8-1FA7-4A54-94FF-E93DA3BA8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073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3" name="Freeform 1191">
                <a:extLst>
                  <a:ext uri="{FF2B5EF4-FFF2-40B4-BE49-F238E27FC236}">
                    <a16:creationId xmlns:a16="http://schemas.microsoft.com/office/drawing/2014/main" id="{6383CF97-2561-4B7E-844A-C48196CCC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087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2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4" name="Oval 1192">
                <a:extLst>
                  <a:ext uri="{FF2B5EF4-FFF2-40B4-BE49-F238E27FC236}">
                    <a16:creationId xmlns:a16="http://schemas.microsoft.com/office/drawing/2014/main" id="{DF123F91-23D7-4E47-8D80-9CC4710B5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208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05" name="Oval 1193">
                <a:extLst>
                  <a:ext uri="{FF2B5EF4-FFF2-40B4-BE49-F238E27FC236}">
                    <a16:creationId xmlns:a16="http://schemas.microsoft.com/office/drawing/2014/main" id="{735C0614-508F-43DC-823F-CFA5B52FF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084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06" name="Oval 1194">
                <a:extLst>
                  <a:ext uri="{FF2B5EF4-FFF2-40B4-BE49-F238E27FC236}">
                    <a16:creationId xmlns:a16="http://schemas.microsoft.com/office/drawing/2014/main" id="{8F98D912-F1ED-4059-88C0-571CB2D6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06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07" name="Oval 1195">
                <a:extLst>
                  <a:ext uri="{FF2B5EF4-FFF2-40B4-BE49-F238E27FC236}">
                    <a16:creationId xmlns:a16="http://schemas.microsoft.com/office/drawing/2014/main" id="{5D9C3E1D-D1DD-45ED-840E-ABF918671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095"/>
                <a:ext cx="67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08" name="Freeform 1196">
                <a:extLst>
                  <a:ext uri="{FF2B5EF4-FFF2-40B4-BE49-F238E27FC236}">
                    <a16:creationId xmlns:a16="http://schemas.microsoft.com/office/drawing/2014/main" id="{73B5FE05-A047-4253-8158-7EB6C4D7A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103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09" name="Freeform 1197">
                <a:extLst>
                  <a:ext uri="{FF2B5EF4-FFF2-40B4-BE49-F238E27FC236}">
                    <a16:creationId xmlns:a16="http://schemas.microsoft.com/office/drawing/2014/main" id="{7504BD42-D190-43A3-9162-5951A88A5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119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10" name="Oval 1198">
                <a:extLst>
                  <a:ext uri="{FF2B5EF4-FFF2-40B4-BE49-F238E27FC236}">
                    <a16:creationId xmlns:a16="http://schemas.microsoft.com/office/drawing/2014/main" id="{4EA09817-7A98-47C6-BABA-390ED3E5F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1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11" name="Oval 1199">
                <a:extLst>
                  <a:ext uri="{FF2B5EF4-FFF2-40B4-BE49-F238E27FC236}">
                    <a16:creationId xmlns:a16="http://schemas.microsoft.com/office/drawing/2014/main" id="{6736C427-EA02-4102-995E-9E5753348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11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212" name="Oval 1200">
                <a:extLst>
                  <a:ext uri="{FF2B5EF4-FFF2-40B4-BE49-F238E27FC236}">
                    <a16:creationId xmlns:a16="http://schemas.microsoft.com/office/drawing/2014/main" id="{CEECF0F6-CE13-4DE8-A352-69B55B4E5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095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7899" name="Group 1201">
              <a:extLst>
                <a:ext uri="{FF2B5EF4-FFF2-40B4-BE49-F238E27FC236}">
                  <a16:creationId xmlns:a16="http://schemas.microsoft.com/office/drawing/2014/main" id="{6356A264-F58B-4981-9A88-4EED52664C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1" y="1948"/>
              <a:ext cx="560" cy="693"/>
              <a:chOff x="2711" y="1948"/>
              <a:chExt cx="560" cy="693"/>
            </a:xfrm>
          </p:grpSpPr>
          <p:sp>
            <p:nvSpPr>
              <p:cNvPr id="56813" name="Oval 1202">
                <a:extLst>
                  <a:ext uri="{FF2B5EF4-FFF2-40B4-BE49-F238E27FC236}">
                    <a16:creationId xmlns:a16="http://schemas.microsoft.com/office/drawing/2014/main" id="{24053D9A-E119-4226-8B4E-B2FF4583D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095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14" name="Freeform 1203">
                <a:extLst>
                  <a:ext uri="{FF2B5EF4-FFF2-40B4-BE49-F238E27FC236}">
                    <a16:creationId xmlns:a16="http://schemas.microsoft.com/office/drawing/2014/main" id="{AE7C0C07-17D0-493D-AB71-31DA5E216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03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5" name="Freeform 1204">
                <a:extLst>
                  <a:ext uri="{FF2B5EF4-FFF2-40B4-BE49-F238E27FC236}">
                    <a16:creationId xmlns:a16="http://schemas.microsoft.com/office/drawing/2014/main" id="{0A648F24-33E2-4948-8423-48CCB310E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116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6" name="Oval 1205">
                <a:extLst>
                  <a:ext uri="{FF2B5EF4-FFF2-40B4-BE49-F238E27FC236}">
                    <a16:creationId xmlns:a16="http://schemas.microsoft.com/office/drawing/2014/main" id="{CC1BF94B-A6B9-42D2-9523-715A5A784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1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17" name="Oval 1206">
                <a:extLst>
                  <a:ext uri="{FF2B5EF4-FFF2-40B4-BE49-F238E27FC236}">
                    <a16:creationId xmlns:a16="http://schemas.microsoft.com/office/drawing/2014/main" id="{9E58D61B-A349-4236-B779-700D626B5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11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18" name="Oval 1207">
                <a:extLst>
                  <a:ext uri="{FF2B5EF4-FFF2-40B4-BE49-F238E27FC236}">
                    <a16:creationId xmlns:a16="http://schemas.microsoft.com/office/drawing/2014/main" id="{4C584AE6-99EA-45D4-A4D6-390892E66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2095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19" name="Oval 1208">
                <a:extLst>
                  <a:ext uri="{FF2B5EF4-FFF2-40B4-BE49-F238E27FC236}">
                    <a16:creationId xmlns:a16="http://schemas.microsoft.com/office/drawing/2014/main" id="{24D9ADA0-AF61-44BA-83E0-3AD637A31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202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20" name="Freeform 1209">
                <a:extLst>
                  <a:ext uri="{FF2B5EF4-FFF2-40B4-BE49-F238E27FC236}">
                    <a16:creationId xmlns:a16="http://schemas.microsoft.com/office/drawing/2014/main" id="{8453E3DC-B75B-496B-A815-2DEB55687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036"/>
                <a:ext cx="45" cy="53"/>
              </a:xfrm>
              <a:custGeom>
                <a:avLst/>
                <a:gdLst>
                  <a:gd name="T0" fmla="*/ 63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63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2"/>
                    </a:moveTo>
                    <a:cubicBezTo>
                      <a:pt x="4" y="6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20"/>
                    </a:cubicBezTo>
                    <a:cubicBezTo>
                      <a:pt x="5" y="18"/>
                      <a:pt x="4" y="15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1" name="Freeform 1210">
                <a:extLst>
                  <a:ext uri="{FF2B5EF4-FFF2-40B4-BE49-F238E27FC236}">
                    <a16:creationId xmlns:a16="http://schemas.microsoft.com/office/drawing/2014/main" id="{6020ABC5-7032-48A5-AE03-A11CC8AFB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049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88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6"/>
                      <a:pt x="11" y="13"/>
                      <a:pt x="12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2" name="Oval 1211">
                <a:extLst>
                  <a:ext uri="{FF2B5EF4-FFF2-40B4-BE49-F238E27FC236}">
                    <a16:creationId xmlns:a16="http://schemas.microsoft.com/office/drawing/2014/main" id="{5D3A087D-5155-4DAF-99D8-AD3EDC417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204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23" name="Oval 1212">
                <a:extLst>
                  <a:ext uri="{FF2B5EF4-FFF2-40B4-BE49-F238E27FC236}">
                    <a16:creationId xmlns:a16="http://schemas.microsoft.com/office/drawing/2014/main" id="{9862E5A4-2558-4A14-B7B0-3B2F4B0D8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0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24" name="Oval 1213">
                <a:extLst>
                  <a:ext uri="{FF2B5EF4-FFF2-40B4-BE49-F238E27FC236}">
                    <a16:creationId xmlns:a16="http://schemas.microsoft.com/office/drawing/2014/main" id="{25FA015A-CB42-42F6-A169-94788F167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202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25" name="Oval 1214">
                <a:extLst>
                  <a:ext uri="{FF2B5EF4-FFF2-40B4-BE49-F238E27FC236}">
                    <a16:creationId xmlns:a16="http://schemas.microsoft.com/office/drawing/2014/main" id="{FFAAE6BB-1401-468B-8C07-E515E0B9A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108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26" name="Freeform 1215">
                <a:extLst>
                  <a:ext uri="{FF2B5EF4-FFF2-40B4-BE49-F238E27FC236}">
                    <a16:creationId xmlns:a16="http://schemas.microsoft.com/office/drawing/2014/main" id="{AA2A5210-2A29-4024-A72D-3ACD2B56C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16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7" name="Freeform 1216">
                <a:extLst>
                  <a:ext uri="{FF2B5EF4-FFF2-40B4-BE49-F238E27FC236}">
                    <a16:creationId xmlns:a16="http://schemas.microsoft.com/office/drawing/2014/main" id="{2C29D40E-FA81-4847-B346-9D5F3180A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32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8" name="Oval 1217">
                <a:extLst>
                  <a:ext uri="{FF2B5EF4-FFF2-40B4-BE49-F238E27FC236}">
                    <a16:creationId xmlns:a16="http://schemas.microsoft.com/office/drawing/2014/main" id="{D2305713-5A29-4D67-9AB6-29FF6C91E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13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29" name="Oval 1218">
                <a:extLst>
                  <a:ext uri="{FF2B5EF4-FFF2-40B4-BE49-F238E27FC236}">
                    <a16:creationId xmlns:a16="http://schemas.microsoft.com/office/drawing/2014/main" id="{48128D8D-0338-43B1-A38B-FB00E5133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21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30" name="Oval 1219">
                <a:extLst>
                  <a:ext uri="{FF2B5EF4-FFF2-40B4-BE49-F238E27FC236}">
                    <a16:creationId xmlns:a16="http://schemas.microsoft.com/office/drawing/2014/main" id="{BE723F26-3E7C-4CC9-9D19-BAA500EB1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108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31" name="Oval 1220">
                <a:extLst>
                  <a:ext uri="{FF2B5EF4-FFF2-40B4-BE49-F238E27FC236}">
                    <a16:creationId xmlns:a16="http://schemas.microsoft.com/office/drawing/2014/main" id="{BCBA4733-15BD-4252-8F59-9B41755B0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079"/>
                <a:ext cx="67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32" name="Freeform 1221">
                <a:extLst>
                  <a:ext uri="{FF2B5EF4-FFF2-40B4-BE49-F238E27FC236}">
                    <a16:creationId xmlns:a16="http://schemas.microsoft.com/office/drawing/2014/main" id="{70802CFB-F8BC-4C06-9314-0A7077050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08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3" name="Freeform 1222">
                <a:extLst>
                  <a:ext uri="{FF2B5EF4-FFF2-40B4-BE49-F238E27FC236}">
                    <a16:creationId xmlns:a16="http://schemas.microsoft.com/office/drawing/2014/main" id="{53063D3F-A6A3-4B64-9913-6F8332065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103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4" name="Oval 1223">
                <a:extLst>
                  <a:ext uri="{FF2B5EF4-FFF2-40B4-BE49-F238E27FC236}">
                    <a16:creationId xmlns:a16="http://schemas.microsoft.com/office/drawing/2014/main" id="{5BAD7E97-F53E-40EC-BF20-4F5AF6DF5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1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35" name="Oval 1224">
                <a:extLst>
                  <a:ext uri="{FF2B5EF4-FFF2-40B4-BE49-F238E27FC236}">
                    <a16:creationId xmlns:a16="http://schemas.microsoft.com/office/drawing/2014/main" id="{F6628769-C503-4DED-994E-AF5D5262D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09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36" name="Oval 1225">
                <a:extLst>
                  <a:ext uri="{FF2B5EF4-FFF2-40B4-BE49-F238E27FC236}">
                    <a16:creationId xmlns:a16="http://schemas.microsoft.com/office/drawing/2014/main" id="{32B339AD-FBD3-428F-BE5F-C62D40EAB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079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37" name="Oval 1226">
                <a:extLst>
                  <a:ext uri="{FF2B5EF4-FFF2-40B4-BE49-F238E27FC236}">
                    <a16:creationId xmlns:a16="http://schemas.microsoft.com/office/drawing/2014/main" id="{87100203-75F3-429A-9A0F-51AE6FBD0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948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38" name="Freeform 1227">
                <a:extLst>
                  <a:ext uri="{FF2B5EF4-FFF2-40B4-BE49-F238E27FC236}">
                    <a16:creationId xmlns:a16="http://schemas.microsoft.com/office/drawing/2014/main" id="{F618027D-78B9-4285-B74E-55B5D12A7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56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9" name="Freeform 1228">
                <a:extLst>
                  <a:ext uri="{FF2B5EF4-FFF2-40B4-BE49-F238E27FC236}">
                    <a16:creationId xmlns:a16="http://schemas.microsoft.com/office/drawing/2014/main" id="{85C9AEF2-0848-469A-ABE6-BFFB72862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969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36 h 17"/>
                  <a:gd name="T4" fmla="*/ 2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0" name="Oval 1229">
                <a:extLst>
                  <a:ext uri="{FF2B5EF4-FFF2-40B4-BE49-F238E27FC236}">
                    <a16:creationId xmlns:a16="http://schemas.microsoft.com/office/drawing/2014/main" id="{FA2126C7-2677-419D-A1E8-8D0246496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196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41" name="Oval 1230">
                <a:extLst>
                  <a:ext uri="{FF2B5EF4-FFF2-40B4-BE49-F238E27FC236}">
                    <a16:creationId xmlns:a16="http://schemas.microsoft.com/office/drawing/2014/main" id="{8F4E57EC-B5A0-4037-B6FA-811799B9A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967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42" name="Oval 1231">
                <a:extLst>
                  <a:ext uri="{FF2B5EF4-FFF2-40B4-BE49-F238E27FC236}">
                    <a16:creationId xmlns:a16="http://schemas.microsoft.com/office/drawing/2014/main" id="{065785DF-9635-44A2-9E1D-BD714F9E9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948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43" name="Oval 1232">
                <a:extLst>
                  <a:ext uri="{FF2B5EF4-FFF2-40B4-BE49-F238E27FC236}">
                    <a16:creationId xmlns:a16="http://schemas.microsoft.com/office/drawing/2014/main" id="{15924499-EF46-42C6-8922-86C2BD270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95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44" name="Freeform 1233">
                <a:extLst>
                  <a:ext uri="{FF2B5EF4-FFF2-40B4-BE49-F238E27FC236}">
                    <a16:creationId xmlns:a16="http://schemas.microsoft.com/office/drawing/2014/main" id="{FB33BA3F-0B11-42C1-8A24-C2ABFB538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959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5" name="Freeform 1234">
                <a:extLst>
                  <a:ext uri="{FF2B5EF4-FFF2-40B4-BE49-F238E27FC236}">
                    <a16:creationId xmlns:a16="http://schemas.microsoft.com/office/drawing/2014/main" id="{3480FECF-7CA8-4AED-91BC-B9C0C004D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97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6" name="Oval 1235">
                <a:extLst>
                  <a:ext uri="{FF2B5EF4-FFF2-40B4-BE49-F238E27FC236}">
                    <a16:creationId xmlns:a16="http://schemas.microsoft.com/office/drawing/2014/main" id="{62DA2228-AA5A-470B-A502-01588EE04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97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47" name="Oval 1236">
                <a:extLst>
                  <a:ext uri="{FF2B5EF4-FFF2-40B4-BE49-F238E27FC236}">
                    <a16:creationId xmlns:a16="http://schemas.microsoft.com/office/drawing/2014/main" id="{6D2C8EFE-4CCF-4DD3-A5D6-F108E4331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96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48" name="Oval 1237">
                <a:extLst>
                  <a:ext uri="{FF2B5EF4-FFF2-40B4-BE49-F238E27FC236}">
                    <a16:creationId xmlns:a16="http://schemas.microsoft.com/office/drawing/2014/main" id="{A6BD22DC-D037-4529-9F4A-F610F37B4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95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49" name="Oval 1238">
                <a:extLst>
                  <a:ext uri="{FF2B5EF4-FFF2-40B4-BE49-F238E27FC236}">
                    <a16:creationId xmlns:a16="http://schemas.microsoft.com/office/drawing/2014/main" id="{6903A2CF-2B76-466C-9532-4A140467C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060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50" name="Freeform 1239">
                <a:extLst>
                  <a:ext uri="{FF2B5EF4-FFF2-40B4-BE49-F238E27FC236}">
                    <a16:creationId xmlns:a16="http://schemas.microsoft.com/office/drawing/2014/main" id="{9A6E8501-7196-41F2-B67D-5ABA8D90A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068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1" name="Freeform 1240">
                <a:extLst>
                  <a:ext uri="{FF2B5EF4-FFF2-40B4-BE49-F238E27FC236}">
                    <a16:creationId xmlns:a16="http://schemas.microsoft.com/office/drawing/2014/main" id="{7094ED94-73EB-46C1-8DCC-5B0B2C785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081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2" name="Oval 1241">
                <a:extLst>
                  <a:ext uri="{FF2B5EF4-FFF2-40B4-BE49-F238E27FC236}">
                    <a16:creationId xmlns:a16="http://schemas.microsoft.com/office/drawing/2014/main" id="{6FCDA346-DDE9-48B9-92DC-F656DD7C8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208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53" name="Oval 1242">
                <a:extLst>
                  <a:ext uri="{FF2B5EF4-FFF2-40B4-BE49-F238E27FC236}">
                    <a16:creationId xmlns:a16="http://schemas.microsoft.com/office/drawing/2014/main" id="{FC38964F-771B-44F6-BAF2-EC73EE382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79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54" name="Oval 1243">
                <a:extLst>
                  <a:ext uri="{FF2B5EF4-FFF2-40B4-BE49-F238E27FC236}">
                    <a16:creationId xmlns:a16="http://schemas.microsoft.com/office/drawing/2014/main" id="{08385130-6CF9-4F96-B76D-B6AF35B0C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060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55" name="Oval 1244">
                <a:extLst>
                  <a:ext uri="{FF2B5EF4-FFF2-40B4-BE49-F238E27FC236}">
                    <a16:creationId xmlns:a16="http://schemas.microsoft.com/office/drawing/2014/main" id="{D2E928E2-A820-47DF-B809-3BA492FC7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2215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56" name="Freeform 1245">
                <a:extLst>
                  <a:ext uri="{FF2B5EF4-FFF2-40B4-BE49-F238E27FC236}">
                    <a16:creationId xmlns:a16="http://schemas.microsoft.com/office/drawing/2014/main" id="{B904144A-2D21-44B0-B005-EEE0469F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36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7" name="Oval 1246">
                <a:extLst>
                  <a:ext uri="{FF2B5EF4-FFF2-40B4-BE49-F238E27FC236}">
                    <a16:creationId xmlns:a16="http://schemas.microsoft.com/office/drawing/2014/main" id="{5F7CED2E-872B-44D0-A037-841076450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2215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58" name="Oval 1247">
                <a:extLst>
                  <a:ext uri="{FF2B5EF4-FFF2-40B4-BE49-F238E27FC236}">
                    <a16:creationId xmlns:a16="http://schemas.microsoft.com/office/drawing/2014/main" id="{B20AE8ED-4473-4312-A71C-56CF92826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1972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59" name="Freeform 1248">
                <a:extLst>
                  <a:ext uri="{FF2B5EF4-FFF2-40B4-BE49-F238E27FC236}">
                    <a16:creationId xmlns:a16="http://schemas.microsoft.com/office/drawing/2014/main" id="{483AEEE9-9A4D-4B87-A4E5-0E5FF9BF8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980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0" name="Freeform 1249">
                <a:extLst>
                  <a:ext uri="{FF2B5EF4-FFF2-40B4-BE49-F238E27FC236}">
                    <a16:creationId xmlns:a16="http://schemas.microsoft.com/office/drawing/2014/main" id="{9A40A894-6EE1-4199-90BB-A6E95EBD4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993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14 h 17"/>
                  <a:gd name="T4" fmla="*/ 12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1" name="Oval 1250">
                <a:extLst>
                  <a:ext uri="{FF2B5EF4-FFF2-40B4-BE49-F238E27FC236}">
                    <a16:creationId xmlns:a16="http://schemas.microsoft.com/office/drawing/2014/main" id="{9EF45CB6-BC0E-4213-BD42-AED6B29F9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" y="19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62" name="Oval 1251">
                <a:extLst>
                  <a:ext uri="{FF2B5EF4-FFF2-40B4-BE49-F238E27FC236}">
                    <a16:creationId xmlns:a16="http://schemas.microsoft.com/office/drawing/2014/main" id="{26B93E23-3CA2-44A5-AE2B-BAF6BF80B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1991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63" name="Oval 1252">
                <a:extLst>
                  <a:ext uri="{FF2B5EF4-FFF2-40B4-BE49-F238E27FC236}">
                    <a16:creationId xmlns:a16="http://schemas.microsoft.com/office/drawing/2014/main" id="{5C86A5AF-F4CC-445D-88BC-4FC130E8E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1972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64" name="Oval 1253">
                <a:extLst>
                  <a:ext uri="{FF2B5EF4-FFF2-40B4-BE49-F238E27FC236}">
                    <a16:creationId xmlns:a16="http://schemas.microsoft.com/office/drawing/2014/main" id="{B0173733-88CB-4D76-B290-857B5953F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001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65" name="Freeform 1254">
                <a:extLst>
                  <a:ext uri="{FF2B5EF4-FFF2-40B4-BE49-F238E27FC236}">
                    <a16:creationId xmlns:a16="http://schemas.microsoft.com/office/drawing/2014/main" id="{B48596CE-8A2A-4102-8238-887D7FCE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009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6" name="Freeform 1255">
                <a:extLst>
                  <a:ext uri="{FF2B5EF4-FFF2-40B4-BE49-F238E27FC236}">
                    <a16:creationId xmlns:a16="http://schemas.microsoft.com/office/drawing/2014/main" id="{4C941176-7CF5-4D59-BD18-75057E53B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025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7" name="Oval 1256">
                <a:extLst>
                  <a:ext uri="{FF2B5EF4-FFF2-40B4-BE49-F238E27FC236}">
                    <a16:creationId xmlns:a16="http://schemas.microsoft.com/office/drawing/2014/main" id="{4A03A0DA-77DF-4598-8150-CADDAF8D6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0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68" name="Oval 1257">
                <a:extLst>
                  <a:ext uri="{FF2B5EF4-FFF2-40B4-BE49-F238E27FC236}">
                    <a16:creationId xmlns:a16="http://schemas.microsoft.com/office/drawing/2014/main" id="{B53817C7-A3E3-4587-AEAB-E17AAAE84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202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69" name="Oval 1258">
                <a:extLst>
                  <a:ext uri="{FF2B5EF4-FFF2-40B4-BE49-F238E27FC236}">
                    <a16:creationId xmlns:a16="http://schemas.microsoft.com/office/drawing/2014/main" id="{33EBEEE4-75A9-4FC0-A894-B8FFDE3F2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001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70" name="Oval 1259">
                <a:extLst>
                  <a:ext uri="{FF2B5EF4-FFF2-40B4-BE49-F238E27FC236}">
                    <a16:creationId xmlns:a16="http://schemas.microsoft.com/office/drawing/2014/main" id="{E23C41C1-90C2-4E72-A25A-363FCC1E4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00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71" name="Freeform 1260">
                <a:extLst>
                  <a:ext uri="{FF2B5EF4-FFF2-40B4-BE49-F238E27FC236}">
                    <a16:creationId xmlns:a16="http://schemas.microsoft.com/office/drawing/2014/main" id="{95A411A0-53C8-4A7B-953F-BC4840F9E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009"/>
                <a:ext cx="42" cy="54"/>
              </a:xfrm>
              <a:custGeom>
                <a:avLst/>
                <a:gdLst>
                  <a:gd name="T0" fmla="*/ 42 w 17"/>
                  <a:gd name="T1" fmla="*/ 232 h 20"/>
                  <a:gd name="T2" fmla="*/ 195 w 17"/>
                  <a:gd name="T3" fmla="*/ 38 h 20"/>
                  <a:gd name="T4" fmla="*/ 257 w 17"/>
                  <a:gd name="T5" fmla="*/ 59 h 20"/>
                  <a:gd name="T6" fmla="*/ 153 w 17"/>
                  <a:gd name="T7" fmla="*/ 0 h 20"/>
                  <a:gd name="T8" fmla="*/ 0 w 17"/>
                  <a:gd name="T9" fmla="*/ 197 h 20"/>
                  <a:gd name="T10" fmla="*/ 91 w 17"/>
                  <a:gd name="T11" fmla="*/ 394 h 20"/>
                  <a:gd name="T12" fmla="*/ 42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2" name="Freeform 1261">
                <a:extLst>
                  <a:ext uri="{FF2B5EF4-FFF2-40B4-BE49-F238E27FC236}">
                    <a16:creationId xmlns:a16="http://schemas.microsoft.com/office/drawing/2014/main" id="{B3D823F9-69D7-4440-94B4-F3955694D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023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3" name="Oval 1262">
                <a:extLst>
                  <a:ext uri="{FF2B5EF4-FFF2-40B4-BE49-F238E27FC236}">
                    <a16:creationId xmlns:a16="http://schemas.microsoft.com/office/drawing/2014/main" id="{EA474611-7586-49B0-863C-7BE0D8F2E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02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74" name="Oval 1263">
                <a:extLst>
                  <a:ext uri="{FF2B5EF4-FFF2-40B4-BE49-F238E27FC236}">
                    <a16:creationId xmlns:a16="http://schemas.microsoft.com/office/drawing/2014/main" id="{964279D7-A9AC-4A19-9F91-8C6F745F3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02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75" name="Oval 1264">
                <a:extLst>
                  <a:ext uri="{FF2B5EF4-FFF2-40B4-BE49-F238E27FC236}">
                    <a16:creationId xmlns:a16="http://schemas.microsoft.com/office/drawing/2014/main" id="{E9BBC41D-9CA5-48FD-8B4B-9BB13A513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00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76" name="Oval 1265">
                <a:extLst>
                  <a:ext uri="{FF2B5EF4-FFF2-40B4-BE49-F238E27FC236}">
                    <a16:creationId xmlns:a16="http://schemas.microsoft.com/office/drawing/2014/main" id="{FEA99EED-172C-47AA-9AC6-EFCC93507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19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77" name="Freeform 1266">
                <a:extLst>
                  <a:ext uri="{FF2B5EF4-FFF2-40B4-BE49-F238E27FC236}">
                    <a16:creationId xmlns:a16="http://schemas.microsoft.com/office/drawing/2014/main" id="{23892107-BB68-49A3-A729-272FE5C01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07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08 w 18"/>
                  <a:gd name="T3" fmla="*/ 34 h 20"/>
                  <a:gd name="T4" fmla="*/ 283 w 18"/>
                  <a:gd name="T5" fmla="*/ 56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8" name="Freeform 1267">
                <a:extLst>
                  <a:ext uri="{FF2B5EF4-FFF2-40B4-BE49-F238E27FC236}">
                    <a16:creationId xmlns:a16="http://schemas.microsoft.com/office/drawing/2014/main" id="{24F063C2-DCE8-49CA-BE4C-17C4E16F3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220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9" name="Oval 1268">
                <a:extLst>
                  <a:ext uri="{FF2B5EF4-FFF2-40B4-BE49-F238E27FC236}">
                    <a16:creationId xmlns:a16="http://schemas.microsoft.com/office/drawing/2014/main" id="{860B4853-C581-4909-9097-1437654B8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2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80" name="Oval 1269">
                <a:extLst>
                  <a:ext uri="{FF2B5EF4-FFF2-40B4-BE49-F238E27FC236}">
                    <a16:creationId xmlns:a16="http://schemas.microsoft.com/office/drawing/2014/main" id="{BCB12A2F-6091-4EBC-AD1F-C623EC954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21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81" name="Oval 1270">
                <a:extLst>
                  <a:ext uri="{FF2B5EF4-FFF2-40B4-BE49-F238E27FC236}">
                    <a16:creationId xmlns:a16="http://schemas.microsoft.com/office/drawing/2014/main" id="{F142DC24-6C73-4616-80B5-5A2AC2A6F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19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82" name="Oval 1271">
                <a:extLst>
                  <a:ext uri="{FF2B5EF4-FFF2-40B4-BE49-F238E27FC236}">
                    <a16:creationId xmlns:a16="http://schemas.microsoft.com/office/drawing/2014/main" id="{A4D0F8BF-BC00-478F-A525-379CB2C42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7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83" name="Freeform 1272">
                <a:extLst>
                  <a:ext uri="{FF2B5EF4-FFF2-40B4-BE49-F238E27FC236}">
                    <a16:creationId xmlns:a16="http://schemas.microsoft.com/office/drawing/2014/main" id="{E06F8B3A-2779-4A2E-AD0A-98C6956CF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279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4" name="Freeform 1273">
                <a:extLst>
                  <a:ext uri="{FF2B5EF4-FFF2-40B4-BE49-F238E27FC236}">
                    <a16:creationId xmlns:a16="http://schemas.microsoft.com/office/drawing/2014/main" id="{198E3421-BB39-4772-AAF1-4A9004AA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29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5" name="Oval 1274">
                <a:extLst>
                  <a:ext uri="{FF2B5EF4-FFF2-40B4-BE49-F238E27FC236}">
                    <a16:creationId xmlns:a16="http://schemas.microsoft.com/office/drawing/2014/main" id="{66131C82-88FE-44C3-90F3-0145D1D2C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86" name="Oval 1275">
                <a:extLst>
                  <a:ext uri="{FF2B5EF4-FFF2-40B4-BE49-F238E27FC236}">
                    <a16:creationId xmlns:a16="http://schemas.microsoft.com/office/drawing/2014/main" id="{9D1AFE91-9E74-4DD3-B89C-68D40035D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28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87" name="Oval 1276">
                <a:extLst>
                  <a:ext uri="{FF2B5EF4-FFF2-40B4-BE49-F238E27FC236}">
                    <a16:creationId xmlns:a16="http://schemas.microsoft.com/office/drawing/2014/main" id="{025A8245-FF85-4855-B3A9-F75839F36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7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88" name="Oval 1277">
                <a:extLst>
                  <a:ext uri="{FF2B5EF4-FFF2-40B4-BE49-F238E27FC236}">
                    <a16:creationId xmlns:a16="http://schemas.microsoft.com/office/drawing/2014/main" id="{95D56F68-3E3E-4DB6-9A31-309BD1288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231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89" name="Freeform 1278">
                <a:extLst>
                  <a:ext uri="{FF2B5EF4-FFF2-40B4-BE49-F238E27FC236}">
                    <a16:creationId xmlns:a16="http://schemas.microsoft.com/office/drawing/2014/main" id="{2DEBB401-0AF0-477F-961C-8642CECE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319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0" name="Freeform 1279">
                <a:extLst>
                  <a:ext uri="{FF2B5EF4-FFF2-40B4-BE49-F238E27FC236}">
                    <a16:creationId xmlns:a16="http://schemas.microsoft.com/office/drawing/2014/main" id="{10B088DE-58CE-4613-AF6D-D47EE97FB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33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1" name="Oval 1280">
                <a:extLst>
                  <a:ext uri="{FF2B5EF4-FFF2-40B4-BE49-F238E27FC236}">
                    <a16:creationId xmlns:a16="http://schemas.microsoft.com/office/drawing/2014/main" id="{9A781B6D-D98A-4662-B83A-F6CD05A9D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3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92" name="Oval 1281">
                <a:extLst>
                  <a:ext uri="{FF2B5EF4-FFF2-40B4-BE49-F238E27FC236}">
                    <a16:creationId xmlns:a16="http://schemas.microsoft.com/office/drawing/2014/main" id="{B10784E9-3F86-4DDD-9994-4A19A758F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232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93" name="Oval 1282">
                <a:extLst>
                  <a:ext uri="{FF2B5EF4-FFF2-40B4-BE49-F238E27FC236}">
                    <a16:creationId xmlns:a16="http://schemas.microsoft.com/office/drawing/2014/main" id="{0EC4759B-4905-48BF-8987-A9AC83CE3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231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94" name="Oval 1283">
                <a:extLst>
                  <a:ext uri="{FF2B5EF4-FFF2-40B4-BE49-F238E27FC236}">
                    <a16:creationId xmlns:a16="http://schemas.microsoft.com/office/drawing/2014/main" id="{054E418C-ADFB-409C-8F2F-05F40253C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311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95" name="Freeform 1284">
                <a:extLst>
                  <a:ext uri="{FF2B5EF4-FFF2-40B4-BE49-F238E27FC236}">
                    <a16:creationId xmlns:a16="http://schemas.microsoft.com/office/drawing/2014/main" id="{074F7EC7-A6A2-4B44-A096-02780BC06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319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6" name="Freeform 1285">
                <a:extLst>
                  <a:ext uri="{FF2B5EF4-FFF2-40B4-BE49-F238E27FC236}">
                    <a16:creationId xmlns:a16="http://schemas.microsoft.com/office/drawing/2014/main" id="{91737E35-1C52-4259-A15F-24F729908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3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7" name="Oval 1286">
                <a:extLst>
                  <a:ext uri="{FF2B5EF4-FFF2-40B4-BE49-F238E27FC236}">
                    <a16:creationId xmlns:a16="http://schemas.microsoft.com/office/drawing/2014/main" id="{D94DE256-22FE-4B47-9D85-F4CBBCE7A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233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98" name="Oval 1287">
                <a:extLst>
                  <a:ext uri="{FF2B5EF4-FFF2-40B4-BE49-F238E27FC236}">
                    <a16:creationId xmlns:a16="http://schemas.microsoft.com/office/drawing/2014/main" id="{79EFB332-E650-48FE-84F6-2E165535C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329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99" name="Oval 1288">
                <a:extLst>
                  <a:ext uri="{FF2B5EF4-FFF2-40B4-BE49-F238E27FC236}">
                    <a16:creationId xmlns:a16="http://schemas.microsoft.com/office/drawing/2014/main" id="{E2A2CBFD-C12F-4EE9-8074-291B4030A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311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00" name="Oval 1289">
                <a:extLst>
                  <a:ext uri="{FF2B5EF4-FFF2-40B4-BE49-F238E27FC236}">
                    <a16:creationId xmlns:a16="http://schemas.microsoft.com/office/drawing/2014/main" id="{73A4A159-DA61-4582-A612-A41A3F52A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35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01" name="Freeform 1290">
                <a:extLst>
                  <a:ext uri="{FF2B5EF4-FFF2-40B4-BE49-F238E27FC236}">
                    <a16:creationId xmlns:a16="http://schemas.microsoft.com/office/drawing/2014/main" id="{D47DFE43-2FEE-42D4-B4C8-FC6A5497F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343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2" name="Freeform 1291">
                <a:extLst>
                  <a:ext uri="{FF2B5EF4-FFF2-40B4-BE49-F238E27FC236}">
                    <a16:creationId xmlns:a16="http://schemas.microsoft.com/office/drawing/2014/main" id="{513D3E0D-07AA-4ED0-858F-B6508534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356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3" name="Oval 1292">
                <a:extLst>
                  <a:ext uri="{FF2B5EF4-FFF2-40B4-BE49-F238E27FC236}">
                    <a16:creationId xmlns:a16="http://schemas.microsoft.com/office/drawing/2014/main" id="{993A12C7-33C4-4F84-A1DD-4020F7AAA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3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04" name="Oval 1293">
                <a:extLst>
                  <a:ext uri="{FF2B5EF4-FFF2-40B4-BE49-F238E27FC236}">
                    <a16:creationId xmlns:a16="http://schemas.microsoft.com/office/drawing/2014/main" id="{64F826EF-30B9-4E0C-89E9-B083F1D49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3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05" name="Oval 1294">
                <a:extLst>
                  <a:ext uri="{FF2B5EF4-FFF2-40B4-BE49-F238E27FC236}">
                    <a16:creationId xmlns:a16="http://schemas.microsoft.com/office/drawing/2014/main" id="{56104A15-BDC8-42B7-AF6D-480AB4B9C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3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06" name="Oval 1295">
                <a:extLst>
                  <a:ext uri="{FF2B5EF4-FFF2-40B4-BE49-F238E27FC236}">
                    <a16:creationId xmlns:a16="http://schemas.microsoft.com/office/drawing/2014/main" id="{42781A28-19E3-4373-80BB-85E39610B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2305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07" name="Oval 1296">
                <a:extLst>
                  <a:ext uri="{FF2B5EF4-FFF2-40B4-BE49-F238E27FC236}">
                    <a16:creationId xmlns:a16="http://schemas.microsoft.com/office/drawing/2014/main" id="{308DC42E-C474-47C0-89AF-54C31761D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2305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08" name="Oval 1297">
                <a:extLst>
                  <a:ext uri="{FF2B5EF4-FFF2-40B4-BE49-F238E27FC236}">
                    <a16:creationId xmlns:a16="http://schemas.microsoft.com/office/drawing/2014/main" id="{BA479F06-8DD5-41EC-866E-621624AC7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196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09" name="Freeform 1298">
                <a:extLst>
                  <a:ext uri="{FF2B5EF4-FFF2-40B4-BE49-F238E27FC236}">
                    <a16:creationId xmlns:a16="http://schemas.microsoft.com/office/drawing/2014/main" id="{A489D6F8-C209-4ACF-9E0F-DC1EDE95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204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0" name="Freeform 1299">
                <a:extLst>
                  <a:ext uri="{FF2B5EF4-FFF2-40B4-BE49-F238E27FC236}">
                    <a16:creationId xmlns:a16="http://schemas.microsoft.com/office/drawing/2014/main" id="{FA6C0E36-C176-4ECE-8B45-235C0B200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217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14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1" name="Oval 1300">
                <a:extLst>
                  <a:ext uri="{FF2B5EF4-FFF2-40B4-BE49-F238E27FC236}">
                    <a16:creationId xmlns:a16="http://schemas.microsoft.com/office/drawing/2014/main" id="{4330968B-7B05-4CF1-81E9-B8528E302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21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12" name="Oval 1301">
                <a:extLst>
                  <a:ext uri="{FF2B5EF4-FFF2-40B4-BE49-F238E27FC236}">
                    <a16:creationId xmlns:a16="http://schemas.microsoft.com/office/drawing/2014/main" id="{A7400B65-1174-45F8-8449-0B3E496A4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2215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13" name="Oval 1302">
                <a:extLst>
                  <a:ext uri="{FF2B5EF4-FFF2-40B4-BE49-F238E27FC236}">
                    <a16:creationId xmlns:a16="http://schemas.microsoft.com/office/drawing/2014/main" id="{48620873-6383-4AB9-B25A-92A0BF7F1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196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14" name="Oval 1303">
                <a:extLst>
                  <a:ext uri="{FF2B5EF4-FFF2-40B4-BE49-F238E27FC236}">
                    <a16:creationId xmlns:a16="http://schemas.microsoft.com/office/drawing/2014/main" id="{13BDFF72-6904-4611-9FDA-6BE0E8619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1" y="223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15" name="Freeform 1304">
                <a:extLst>
                  <a:ext uri="{FF2B5EF4-FFF2-40B4-BE49-F238E27FC236}">
                    <a16:creationId xmlns:a16="http://schemas.microsoft.com/office/drawing/2014/main" id="{9D69E96A-5CAD-4D2B-878C-618D4BB35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239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6" name="Freeform 1305">
                <a:extLst>
                  <a:ext uri="{FF2B5EF4-FFF2-40B4-BE49-F238E27FC236}">
                    <a16:creationId xmlns:a16="http://schemas.microsoft.com/office/drawing/2014/main" id="{9C61BFC7-5378-4D52-8E8C-945F2EE2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255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7" name="Oval 1306">
                <a:extLst>
                  <a:ext uri="{FF2B5EF4-FFF2-40B4-BE49-F238E27FC236}">
                    <a16:creationId xmlns:a16="http://schemas.microsoft.com/office/drawing/2014/main" id="{10C16C0B-0B44-4491-8565-624869F75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225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18" name="Oval 1307">
                <a:extLst>
                  <a:ext uri="{FF2B5EF4-FFF2-40B4-BE49-F238E27FC236}">
                    <a16:creationId xmlns:a16="http://schemas.microsoft.com/office/drawing/2014/main" id="{E792D566-7076-4955-BFC8-891A78445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19" name="Oval 1308">
                <a:extLst>
                  <a:ext uri="{FF2B5EF4-FFF2-40B4-BE49-F238E27FC236}">
                    <a16:creationId xmlns:a16="http://schemas.microsoft.com/office/drawing/2014/main" id="{5ED038CE-D788-4C8D-BDE3-A5101782E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1" y="223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20" name="Oval 1309">
                <a:extLst>
                  <a:ext uri="{FF2B5EF4-FFF2-40B4-BE49-F238E27FC236}">
                    <a16:creationId xmlns:a16="http://schemas.microsoft.com/office/drawing/2014/main" id="{606428DB-B6D7-4E4D-A25B-CAF7C06AB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2135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21" name="Freeform 1310">
                <a:extLst>
                  <a:ext uri="{FF2B5EF4-FFF2-40B4-BE49-F238E27FC236}">
                    <a16:creationId xmlns:a16="http://schemas.microsoft.com/office/drawing/2014/main" id="{8142CB8D-5DB0-4359-8E96-4C1097180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143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2" name="Freeform 1311">
                <a:extLst>
                  <a:ext uri="{FF2B5EF4-FFF2-40B4-BE49-F238E27FC236}">
                    <a16:creationId xmlns:a16="http://schemas.microsoft.com/office/drawing/2014/main" id="{7DD09250-8F44-4518-A10A-1BFAE92D0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156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3" name="Oval 1312">
                <a:extLst>
                  <a:ext uri="{FF2B5EF4-FFF2-40B4-BE49-F238E27FC236}">
                    <a16:creationId xmlns:a16="http://schemas.microsoft.com/office/drawing/2014/main" id="{9C41FDB0-7990-4DDA-B0AF-5FC077DF7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5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24" name="Oval 1313">
                <a:extLst>
                  <a:ext uri="{FF2B5EF4-FFF2-40B4-BE49-F238E27FC236}">
                    <a16:creationId xmlns:a16="http://schemas.microsoft.com/office/drawing/2014/main" id="{0A7C07BE-38DA-4397-8C4F-FA1B2915C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151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25" name="Oval 1314">
                <a:extLst>
                  <a:ext uri="{FF2B5EF4-FFF2-40B4-BE49-F238E27FC236}">
                    <a16:creationId xmlns:a16="http://schemas.microsoft.com/office/drawing/2014/main" id="{A190027E-62FF-4340-9CF6-45CDCC8B3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213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26" name="Oval 1315">
                <a:extLst>
                  <a:ext uri="{FF2B5EF4-FFF2-40B4-BE49-F238E27FC236}">
                    <a16:creationId xmlns:a16="http://schemas.microsoft.com/office/drawing/2014/main" id="{F6939D90-0BC6-4863-AA9E-D5845A3DB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420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27" name="Freeform 1316">
                <a:extLst>
                  <a:ext uri="{FF2B5EF4-FFF2-40B4-BE49-F238E27FC236}">
                    <a16:creationId xmlns:a16="http://schemas.microsoft.com/office/drawing/2014/main" id="{D594C165-D50E-4F31-B05A-797F1ECA4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428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8" name="Freeform 1317">
                <a:extLst>
                  <a:ext uri="{FF2B5EF4-FFF2-40B4-BE49-F238E27FC236}">
                    <a16:creationId xmlns:a16="http://schemas.microsoft.com/office/drawing/2014/main" id="{614AD8F0-09A9-4FE9-B90E-DF3B1AC1A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444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9" name="Oval 1318">
                <a:extLst>
                  <a:ext uri="{FF2B5EF4-FFF2-40B4-BE49-F238E27FC236}">
                    <a16:creationId xmlns:a16="http://schemas.microsoft.com/office/drawing/2014/main" id="{8A7F690E-7040-4DE5-A7EB-5A5B92A65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244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30" name="Oval 1319">
                <a:extLst>
                  <a:ext uri="{FF2B5EF4-FFF2-40B4-BE49-F238E27FC236}">
                    <a16:creationId xmlns:a16="http://schemas.microsoft.com/office/drawing/2014/main" id="{1261D2B3-E072-4B80-88E7-C1A1DF8BF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4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31" name="Oval 1320">
                <a:extLst>
                  <a:ext uri="{FF2B5EF4-FFF2-40B4-BE49-F238E27FC236}">
                    <a16:creationId xmlns:a16="http://schemas.microsoft.com/office/drawing/2014/main" id="{5BFD3535-E5A6-488C-912D-0DF431606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420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32" name="Oval 1321">
                <a:extLst>
                  <a:ext uri="{FF2B5EF4-FFF2-40B4-BE49-F238E27FC236}">
                    <a16:creationId xmlns:a16="http://schemas.microsoft.com/office/drawing/2014/main" id="{3317E7D3-1170-461A-ADD4-4312FD31A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431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33" name="Freeform 1322">
                <a:extLst>
                  <a:ext uri="{FF2B5EF4-FFF2-40B4-BE49-F238E27FC236}">
                    <a16:creationId xmlns:a16="http://schemas.microsoft.com/office/drawing/2014/main" id="{4920FF5F-EF70-44B8-AD8E-AE9A3A826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439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4" name="Freeform 1323">
                <a:extLst>
                  <a:ext uri="{FF2B5EF4-FFF2-40B4-BE49-F238E27FC236}">
                    <a16:creationId xmlns:a16="http://schemas.microsoft.com/office/drawing/2014/main" id="{3A1F9014-8886-4A7A-A29E-A0BF1E1BF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45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5" name="Oval 1324">
                <a:extLst>
                  <a:ext uri="{FF2B5EF4-FFF2-40B4-BE49-F238E27FC236}">
                    <a16:creationId xmlns:a16="http://schemas.microsoft.com/office/drawing/2014/main" id="{8055C4CE-ADDF-4439-A97C-AD8A0C6B6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245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36" name="Oval 1325">
                <a:extLst>
                  <a:ext uri="{FF2B5EF4-FFF2-40B4-BE49-F238E27FC236}">
                    <a16:creationId xmlns:a16="http://schemas.microsoft.com/office/drawing/2014/main" id="{433983D6-5CD1-41B4-8466-2740A6F1A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44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37" name="Oval 1326">
                <a:extLst>
                  <a:ext uri="{FF2B5EF4-FFF2-40B4-BE49-F238E27FC236}">
                    <a16:creationId xmlns:a16="http://schemas.microsoft.com/office/drawing/2014/main" id="{4C1D8907-D6D6-4338-9686-FDA594B74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43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38" name="Oval 1327">
                <a:extLst>
                  <a:ext uri="{FF2B5EF4-FFF2-40B4-BE49-F238E27FC236}">
                    <a16:creationId xmlns:a16="http://schemas.microsoft.com/office/drawing/2014/main" id="{CBCAC426-4A20-420B-9276-4D714304D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484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39" name="Freeform 1328">
                <a:extLst>
                  <a:ext uri="{FF2B5EF4-FFF2-40B4-BE49-F238E27FC236}">
                    <a16:creationId xmlns:a16="http://schemas.microsoft.com/office/drawing/2014/main" id="{AC51B800-B312-490A-86DA-02812C0AE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492"/>
                <a:ext cx="42" cy="53"/>
              </a:xfrm>
              <a:custGeom>
                <a:avLst/>
                <a:gdLst>
                  <a:gd name="T0" fmla="*/ 42 w 17"/>
                  <a:gd name="T1" fmla="*/ 239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204 h 20"/>
                  <a:gd name="T10" fmla="*/ 91 w 17"/>
                  <a:gd name="T11" fmla="*/ 371 h 20"/>
                  <a:gd name="T12" fmla="*/ 42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0" name="Freeform 1329">
                <a:extLst>
                  <a:ext uri="{FF2B5EF4-FFF2-40B4-BE49-F238E27FC236}">
                    <a16:creationId xmlns:a16="http://schemas.microsoft.com/office/drawing/2014/main" id="{3FCE9D63-0575-4617-80C4-A36D5D0D4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505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3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1" name="Oval 1330">
                <a:extLst>
                  <a:ext uri="{FF2B5EF4-FFF2-40B4-BE49-F238E27FC236}">
                    <a16:creationId xmlns:a16="http://schemas.microsoft.com/office/drawing/2014/main" id="{A08F9BB3-CE9F-411E-A647-F9F1400B2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50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42" name="Oval 1331">
                <a:extLst>
                  <a:ext uri="{FF2B5EF4-FFF2-40B4-BE49-F238E27FC236}">
                    <a16:creationId xmlns:a16="http://schemas.microsoft.com/office/drawing/2014/main" id="{EF193FAE-F48F-4447-A58C-C8112052B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503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43" name="Oval 1332">
                <a:extLst>
                  <a:ext uri="{FF2B5EF4-FFF2-40B4-BE49-F238E27FC236}">
                    <a16:creationId xmlns:a16="http://schemas.microsoft.com/office/drawing/2014/main" id="{7110C741-D7F5-4FD8-814F-B28B1733A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484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44" name="Oval 1333">
                <a:extLst>
                  <a:ext uri="{FF2B5EF4-FFF2-40B4-BE49-F238E27FC236}">
                    <a16:creationId xmlns:a16="http://schemas.microsoft.com/office/drawing/2014/main" id="{B8B138B2-974C-4159-8086-F502FE230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2497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45" name="Freeform 1334">
                <a:extLst>
                  <a:ext uri="{FF2B5EF4-FFF2-40B4-BE49-F238E27FC236}">
                    <a16:creationId xmlns:a16="http://schemas.microsoft.com/office/drawing/2014/main" id="{5B6891A7-543D-4BB1-A225-657FB1D8C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51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6" name="Oval 1335">
                <a:extLst>
                  <a:ext uri="{FF2B5EF4-FFF2-40B4-BE49-F238E27FC236}">
                    <a16:creationId xmlns:a16="http://schemas.microsoft.com/office/drawing/2014/main" id="{6E221E06-16FE-46B4-A641-08BE2BABD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249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47" name="Oval 1336">
                <a:extLst>
                  <a:ext uri="{FF2B5EF4-FFF2-40B4-BE49-F238E27FC236}">
                    <a16:creationId xmlns:a16="http://schemas.microsoft.com/office/drawing/2014/main" id="{1084FC39-A0A3-4AAC-93B5-DA96E0DCD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2516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48" name="Freeform 1337">
                <a:extLst>
                  <a:ext uri="{FF2B5EF4-FFF2-40B4-BE49-F238E27FC236}">
                    <a16:creationId xmlns:a16="http://schemas.microsoft.com/office/drawing/2014/main" id="{2EB26F0E-3FBE-4BC6-B1D8-E1168FF60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524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9" name="Freeform 1338">
                <a:extLst>
                  <a:ext uri="{FF2B5EF4-FFF2-40B4-BE49-F238E27FC236}">
                    <a16:creationId xmlns:a16="http://schemas.microsoft.com/office/drawing/2014/main" id="{0387F9A2-A3F3-47B5-A4A7-EA58DC445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40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0" name="Oval 1339">
                <a:extLst>
                  <a:ext uri="{FF2B5EF4-FFF2-40B4-BE49-F238E27FC236}">
                    <a16:creationId xmlns:a16="http://schemas.microsoft.com/office/drawing/2014/main" id="{06048F71-5329-46FB-B937-C82279744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5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51" name="Oval 1340">
                <a:extLst>
                  <a:ext uri="{FF2B5EF4-FFF2-40B4-BE49-F238E27FC236}">
                    <a16:creationId xmlns:a16="http://schemas.microsoft.com/office/drawing/2014/main" id="{AD84EC48-7D67-4879-989F-F7D1524B4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253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52" name="Oval 1341">
                <a:extLst>
                  <a:ext uri="{FF2B5EF4-FFF2-40B4-BE49-F238E27FC236}">
                    <a16:creationId xmlns:a16="http://schemas.microsoft.com/office/drawing/2014/main" id="{CAFD68AF-6984-4E51-84F9-6281D1CD1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2516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53" name="Oval 1342">
                <a:extLst>
                  <a:ext uri="{FF2B5EF4-FFF2-40B4-BE49-F238E27FC236}">
                    <a16:creationId xmlns:a16="http://schemas.microsoft.com/office/drawing/2014/main" id="{8095A264-0F62-4543-A973-8AC412A6B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540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54" name="Freeform 1343">
                <a:extLst>
                  <a:ext uri="{FF2B5EF4-FFF2-40B4-BE49-F238E27FC236}">
                    <a16:creationId xmlns:a16="http://schemas.microsoft.com/office/drawing/2014/main" id="{9B129E8E-2531-486D-B8C6-DECA5664E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548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58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5" name="Freeform 1344">
                <a:extLst>
                  <a:ext uri="{FF2B5EF4-FFF2-40B4-BE49-F238E27FC236}">
                    <a16:creationId xmlns:a16="http://schemas.microsoft.com/office/drawing/2014/main" id="{62940386-879D-4507-8A54-4BCB55F90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561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6" name="Oval 1345">
                <a:extLst>
                  <a:ext uri="{FF2B5EF4-FFF2-40B4-BE49-F238E27FC236}">
                    <a16:creationId xmlns:a16="http://schemas.microsoft.com/office/drawing/2014/main" id="{5F4F3F8F-0B7B-4337-A45E-CBFFA3DE5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56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57" name="Oval 1346">
                <a:extLst>
                  <a:ext uri="{FF2B5EF4-FFF2-40B4-BE49-F238E27FC236}">
                    <a16:creationId xmlns:a16="http://schemas.microsoft.com/office/drawing/2014/main" id="{C0635240-8EBD-4508-8183-811714D17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2559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58" name="Oval 1347">
                <a:extLst>
                  <a:ext uri="{FF2B5EF4-FFF2-40B4-BE49-F238E27FC236}">
                    <a16:creationId xmlns:a16="http://schemas.microsoft.com/office/drawing/2014/main" id="{08131588-6A4F-4842-B4CC-36FFA4B93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540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59" name="Freeform 1348">
                <a:extLst>
                  <a:ext uri="{FF2B5EF4-FFF2-40B4-BE49-F238E27FC236}">
                    <a16:creationId xmlns:a16="http://schemas.microsoft.com/office/drawing/2014/main" id="{0C209A09-3B73-4CFF-BBDB-36FDB8550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569"/>
                <a:ext cx="70" cy="72"/>
              </a:xfrm>
              <a:custGeom>
                <a:avLst/>
                <a:gdLst>
                  <a:gd name="T0" fmla="*/ 313 w 28"/>
                  <a:gd name="T1" fmla="*/ 491 h 27"/>
                  <a:gd name="T2" fmla="*/ 438 w 28"/>
                  <a:gd name="T3" fmla="*/ 264 h 27"/>
                  <a:gd name="T4" fmla="*/ 220 w 28"/>
                  <a:gd name="T5" fmla="*/ 0 h 27"/>
                  <a:gd name="T6" fmla="*/ 0 w 28"/>
                  <a:gd name="T7" fmla="*/ 264 h 27"/>
                  <a:gd name="T8" fmla="*/ 145 w 28"/>
                  <a:gd name="T9" fmla="*/ 512 h 27"/>
                  <a:gd name="T10" fmla="*/ 145 w 28"/>
                  <a:gd name="T11" fmla="*/ 512 h 27"/>
                  <a:gd name="T12" fmla="*/ 313 w 28"/>
                  <a:gd name="T13" fmla="*/ 49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20" y="26"/>
                    </a:moveTo>
                    <a:cubicBezTo>
                      <a:pt x="24" y="24"/>
                      <a:pt x="28" y="19"/>
                      <a:pt x="28" y="14"/>
                    </a:cubicBezTo>
                    <a:cubicBezTo>
                      <a:pt x="28" y="6"/>
                      <a:pt x="21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20"/>
                      <a:pt x="4" y="25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3" y="26"/>
                      <a:pt x="16" y="26"/>
                      <a:pt x="20" y="26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0" name="Freeform 1349">
                <a:extLst>
                  <a:ext uri="{FF2B5EF4-FFF2-40B4-BE49-F238E27FC236}">
                    <a16:creationId xmlns:a16="http://schemas.microsoft.com/office/drawing/2014/main" id="{2440039B-FB3F-4086-9F71-2950B9EDE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577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08 w 18"/>
                  <a:gd name="T3" fmla="*/ 38 h 20"/>
                  <a:gd name="T4" fmla="*/ 283 w 18"/>
                  <a:gd name="T5" fmla="*/ 59 h 20"/>
                  <a:gd name="T6" fmla="*/ 158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1" name="Freeform 1350">
                <a:extLst>
                  <a:ext uri="{FF2B5EF4-FFF2-40B4-BE49-F238E27FC236}">
                    <a16:creationId xmlns:a16="http://schemas.microsoft.com/office/drawing/2014/main" id="{CB265C66-99A1-421F-8DE2-23B3968FA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593"/>
                <a:ext cx="27" cy="43"/>
              </a:xfrm>
              <a:custGeom>
                <a:avLst/>
                <a:gdLst>
                  <a:gd name="T0" fmla="*/ 133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2" name="Oval 1351">
                <a:extLst>
                  <a:ext uri="{FF2B5EF4-FFF2-40B4-BE49-F238E27FC236}">
                    <a16:creationId xmlns:a16="http://schemas.microsoft.com/office/drawing/2014/main" id="{02862429-BB8F-442D-B326-F5280481A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59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63" name="Oval 1352">
                <a:extLst>
                  <a:ext uri="{FF2B5EF4-FFF2-40B4-BE49-F238E27FC236}">
                    <a16:creationId xmlns:a16="http://schemas.microsoft.com/office/drawing/2014/main" id="{22C8254C-473C-4397-8673-4403C6A9E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588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64" name="Freeform 1353">
                <a:extLst>
                  <a:ext uri="{FF2B5EF4-FFF2-40B4-BE49-F238E27FC236}">
                    <a16:creationId xmlns:a16="http://schemas.microsoft.com/office/drawing/2014/main" id="{62208E55-D618-4A66-BF5C-9C82A4E33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569"/>
                <a:ext cx="70" cy="72"/>
              </a:xfrm>
              <a:custGeom>
                <a:avLst/>
                <a:gdLst>
                  <a:gd name="T0" fmla="*/ 438 w 28"/>
                  <a:gd name="T1" fmla="*/ 264 h 27"/>
                  <a:gd name="T2" fmla="*/ 220 w 28"/>
                  <a:gd name="T3" fmla="*/ 0 h 27"/>
                  <a:gd name="T4" fmla="*/ 0 w 28"/>
                  <a:gd name="T5" fmla="*/ 264 h 27"/>
                  <a:gd name="T6" fmla="*/ 145 w 28"/>
                  <a:gd name="T7" fmla="*/ 512 h 27"/>
                  <a:gd name="T8" fmla="*/ 313 w 28"/>
                  <a:gd name="T9" fmla="*/ 491 h 27"/>
                  <a:gd name="T10" fmla="*/ 438 w 28"/>
                  <a:gd name="T11" fmla="*/ 26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7">
                    <a:moveTo>
                      <a:pt x="28" y="14"/>
                    </a:moveTo>
                    <a:cubicBezTo>
                      <a:pt x="28" y="6"/>
                      <a:pt x="21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20"/>
                      <a:pt x="4" y="25"/>
                      <a:pt x="9" y="27"/>
                    </a:cubicBezTo>
                    <a:cubicBezTo>
                      <a:pt x="13" y="26"/>
                      <a:pt x="16" y="26"/>
                      <a:pt x="20" y="26"/>
                    </a:cubicBezTo>
                    <a:cubicBezTo>
                      <a:pt x="24" y="24"/>
                      <a:pt x="28" y="19"/>
                      <a:pt x="28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5" name="Oval 1354">
                <a:extLst>
                  <a:ext uri="{FF2B5EF4-FFF2-40B4-BE49-F238E27FC236}">
                    <a16:creationId xmlns:a16="http://schemas.microsoft.com/office/drawing/2014/main" id="{57FED18A-1592-40E3-B8E7-E01ADD1FF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71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66" name="Freeform 1355">
                <a:extLst>
                  <a:ext uri="{FF2B5EF4-FFF2-40B4-BE49-F238E27FC236}">
                    <a16:creationId xmlns:a16="http://schemas.microsoft.com/office/drawing/2014/main" id="{7ED30E83-E1EA-4722-A7A2-1748E8884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479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7" name="Freeform 1356">
                <a:extLst>
                  <a:ext uri="{FF2B5EF4-FFF2-40B4-BE49-F238E27FC236}">
                    <a16:creationId xmlns:a16="http://schemas.microsoft.com/office/drawing/2014/main" id="{15E865AF-85F9-43BC-919D-925F6866F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492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3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8" name="Oval 1357">
                <a:extLst>
                  <a:ext uri="{FF2B5EF4-FFF2-40B4-BE49-F238E27FC236}">
                    <a16:creationId xmlns:a16="http://schemas.microsoft.com/office/drawing/2014/main" id="{589ED04E-2E12-4F94-B41F-23B8855A2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24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69" name="Oval 1358">
                <a:extLst>
                  <a:ext uri="{FF2B5EF4-FFF2-40B4-BE49-F238E27FC236}">
                    <a16:creationId xmlns:a16="http://schemas.microsoft.com/office/drawing/2014/main" id="{9ADED5D4-9849-4AB9-8717-5A50638F7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48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70" name="Oval 1359">
                <a:extLst>
                  <a:ext uri="{FF2B5EF4-FFF2-40B4-BE49-F238E27FC236}">
                    <a16:creationId xmlns:a16="http://schemas.microsoft.com/office/drawing/2014/main" id="{ECABB282-8CB1-4B9B-9B3F-23B6865FC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7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71" name="Freeform 1360">
                <a:extLst>
                  <a:ext uri="{FF2B5EF4-FFF2-40B4-BE49-F238E27FC236}">
                    <a16:creationId xmlns:a16="http://schemas.microsoft.com/office/drawing/2014/main" id="{6C2FB8A9-80DD-4769-B999-DC26DA8B9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535"/>
                <a:ext cx="67" cy="72"/>
              </a:xfrm>
              <a:custGeom>
                <a:avLst/>
                <a:gdLst>
                  <a:gd name="T0" fmla="*/ 216 w 27"/>
                  <a:gd name="T1" fmla="*/ 0 h 27"/>
                  <a:gd name="T2" fmla="*/ 0 w 27"/>
                  <a:gd name="T3" fmla="*/ 264 h 27"/>
                  <a:gd name="T4" fmla="*/ 184 w 27"/>
                  <a:gd name="T5" fmla="*/ 512 h 27"/>
                  <a:gd name="T6" fmla="*/ 350 w 27"/>
                  <a:gd name="T7" fmla="*/ 456 h 27"/>
                  <a:gd name="T8" fmla="*/ 412 w 27"/>
                  <a:gd name="T9" fmla="*/ 264 h 27"/>
                  <a:gd name="T10" fmla="*/ 216 w 2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0"/>
                      <a:pt x="5" y="26"/>
                      <a:pt x="12" y="27"/>
                    </a:cubicBezTo>
                    <a:cubicBezTo>
                      <a:pt x="16" y="26"/>
                      <a:pt x="19" y="25"/>
                      <a:pt x="23" y="24"/>
                    </a:cubicBezTo>
                    <a:cubicBezTo>
                      <a:pt x="26" y="21"/>
                      <a:pt x="27" y="18"/>
                      <a:pt x="27" y="14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2" name="Freeform 1361">
                <a:extLst>
                  <a:ext uri="{FF2B5EF4-FFF2-40B4-BE49-F238E27FC236}">
                    <a16:creationId xmlns:a16="http://schemas.microsoft.com/office/drawing/2014/main" id="{232E4F3D-6CFE-4A8C-A82F-EA2DD59E8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543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3" name="Freeform 1362">
                <a:extLst>
                  <a:ext uri="{FF2B5EF4-FFF2-40B4-BE49-F238E27FC236}">
                    <a16:creationId xmlns:a16="http://schemas.microsoft.com/office/drawing/2014/main" id="{3934FD51-C7A1-45CC-B0C4-57BF4F127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556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4" name="Oval 1363">
                <a:extLst>
                  <a:ext uri="{FF2B5EF4-FFF2-40B4-BE49-F238E27FC236}">
                    <a16:creationId xmlns:a16="http://schemas.microsoft.com/office/drawing/2014/main" id="{E6820448-94B1-4FCB-B5CD-E1D0D8D70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55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75" name="Oval 1364">
                <a:extLst>
                  <a:ext uri="{FF2B5EF4-FFF2-40B4-BE49-F238E27FC236}">
                    <a16:creationId xmlns:a16="http://schemas.microsoft.com/office/drawing/2014/main" id="{C6AEF184-DBB5-4229-93ED-B715B41A3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55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76" name="Freeform 1365">
                <a:extLst>
                  <a:ext uri="{FF2B5EF4-FFF2-40B4-BE49-F238E27FC236}">
                    <a16:creationId xmlns:a16="http://schemas.microsoft.com/office/drawing/2014/main" id="{35638896-A9CC-4262-8366-0B42DA71B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535"/>
                <a:ext cx="67" cy="72"/>
              </a:xfrm>
              <a:custGeom>
                <a:avLst/>
                <a:gdLst>
                  <a:gd name="T0" fmla="*/ 216 w 27"/>
                  <a:gd name="T1" fmla="*/ 0 h 27"/>
                  <a:gd name="T2" fmla="*/ 0 w 27"/>
                  <a:gd name="T3" fmla="*/ 264 h 27"/>
                  <a:gd name="T4" fmla="*/ 184 w 27"/>
                  <a:gd name="T5" fmla="*/ 512 h 27"/>
                  <a:gd name="T6" fmla="*/ 350 w 27"/>
                  <a:gd name="T7" fmla="*/ 456 h 27"/>
                  <a:gd name="T8" fmla="*/ 412 w 27"/>
                  <a:gd name="T9" fmla="*/ 264 h 27"/>
                  <a:gd name="T10" fmla="*/ 216 w 2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0"/>
                      <a:pt x="5" y="26"/>
                      <a:pt x="12" y="27"/>
                    </a:cubicBezTo>
                    <a:cubicBezTo>
                      <a:pt x="16" y="26"/>
                      <a:pt x="19" y="25"/>
                      <a:pt x="23" y="24"/>
                    </a:cubicBezTo>
                    <a:cubicBezTo>
                      <a:pt x="26" y="21"/>
                      <a:pt x="27" y="18"/>
                      <a:pt x="27" y="14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7" name="Freeform 1366">
                <a:extLst>
                  <a:ext uri="{FF2B5EF4-FFF2-40B4-BE49-F238E27FC236}">
                    <a16:creationId xmlns:a16="http://schemas.microsoft.com/office/drawing/2014/main" id="{E3463E32-DFE7-404E-ACB2-1B13AE698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29"/>
                <a:ext cx="68" cy="62"/>
              </a:xfrm>
              <a:custGeom>
                <a:avLst/>
                <a:gdLst>
                  <a:gd name="T0" fmla="*/ 222 w 27"/>
                  <a:gd name="T1" fmla="*/ 0 h 23"/>
                  <a:gd name="T2" fmla="*/ 0 w 27"/>
                  <a:gd name="T3" fmla="*/ 275 h 23"/>
                  <a:gd name="T4" fmla="*/ 50 w 27"/>
                  <a:gd name="T5" fmla="*/ 450 h 23"/>
                  <a:gd name="T6" fmla="*/ 431 w 27"/>
                  <a:gd name="T7" fmla="*/ 253 h 23"/>
                  <a:gd name="T8" fmla="*/ 222 w 27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7"/>
                      <a:pt x="1" y="20"/>
                      <a:pt x="3" y="23"/>
                    </a:cubicBezTo>
                    <a:cubicBezTo>
                      <a:pt x="11" y="20"/>
                      <a:pt x="19" y="16"/>
                      <a:pt x="27" y="13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8" name="Oval 1367">
                <a:extLst>
                  <a:ext uri="{FF2B5EF4-FFF2-40B4-BE49-F238E27FC236}">
                    <a16:creationId xmlns:a16="http://schemas.microsoft.com/office/drawing/2014/main" id="{E1DDDC3A-71BD-46EF-9BBE-F30B5E93C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1" y="255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79" name="Oval 1368">
                <a:extLst>
                  <a:ext uri="{FF2B5EF4-FFF2-40B4-BE49-F238E27FC236}">
                    <a16:creationId xmlns:a16="http://schemas.microsoft.com/office/drawing/2014/main" id="{CB02C63D-6B60-41E8-8052-C2EAF4568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5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80" name="Freeform 1369">
                <a:extLst>
                  <a:ext uri="{FF2B5EF4-FFF2-40B4-BE49-F238E27FC236}">
                    <a16:creationId xmlns:a16="http://schemas.microsoft.com/office/drawing/2014/main" id="{3943F2A0-0EDC-48F2-AC90-A8E40741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29"/>
                <a:ext cx="68" cy="62"/>
              </a:xfrm>
              <a:custGeom>
                <a:avLst/>
                <a:gdLst>
                  <a:gd name="T0" fmla="*/ 222 w 27"/>
                  <a:gd name="T1" fmla="*/ 0 h 23"/>
                  <a:gd name="T2" fmla="*/ 0 w 27"/>
                  <a:gd name="T3" fmla="*/ 275 h 23"/>
                  <a:gd name="T4" fmla="*/ 50 w 27"/>
                  <a:gd name="T5" fmla="*/ 450 h 23"/>
                  <a:gd name="T6" fmla="*/ 431 w 27"/>
                  <a:gd name="T7" fmla="*/ 253 h 23"/>
                  <a:gd name="T8" fmla="*/ 222 w 27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7"/>
                      <a:pt x="1" y="20"/>
                      <a:pt x="3" y="23"/>
                    </a:cubicBezTo>
                    <a:cubicBezTo>
                      <a:pt x="11" y="20"/>
                      <a:pt x="19" y="16"/>
                      <a:pt x="27" y="13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1" name="Freeform 1370">
                <a:extLst>
                  <a:ext uri="{FF2B5EF4-FFF2-40B4-BE49-F238E27FC236}">
                    <a16:creationId xmlns:a16="http://schemas.microsoft.com/office/drawing/2014/main" id="{AC9D50A3-D512-475A-A1E0-C88EFEAA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575"/>
                <a:ext cx="68" cy="58"/>
              </a:xfrm>
              <a:custGeom>
                <a:avLst/>
                <a:gdLst>
                  <a:gd name="T0" fmla="*/ 209 w 27"/>
                  <a:gd name="T1" fmla="*/ 0 h 22"/>
                  <a:gd name="T2" fmla="*/ 0 w 27"/>
                  <a:gd name="T3" fmla="*/ 258 h 22"/>
                  <a:gd name="T4" fmla="*/ 33 w 27"/>
                  <a:gd name="T5" fmla="*/ 403 h 22"/>
                  <a:gd name="T6" fmla="*/ 413 w 27"/>
                  <a:gd name="T7" fmla="*/ 327 h 22"/>
                  <a:gd name="T8" fmla="*/ 431 w 27"/>
                  <a:gd name="T9" fmla="*/ 258 h 22"/>
                  <a:gd name="T10" fmla="*/ 209 w 27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2">
                    <a:moveTo>
                      <a:pt x="13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7"/>
                      <a:pt x="1" y="20"/>
                      <a:pt x="2" y="22"/>
                    </a:cubicBezTo>
                    <a:cubicBezTo>
                      <a:pt x="11" y="21"/>
                      <a:pt x="19" y="20"/>
                      <a:pt x="26" y="18"/>
                    </a:cubicBezTo>
                    <a:cubicBezTo>
                      <a:pt x="27" y="17"/>
                      <a:pt x="27" y="15"/>
                      <a:pt x="27" y="14"/>
                    </a:cubicBezTo>
                    <a:cubicBezTo>
                      <a:pt x="27" y="6"/>
                      <a:pt x="21" y="0"/>
                      <a:pt x="13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2" name="Freeform 1371">
                <a:extLst>
                  <a:ext uri="{FF2B5EF4-FFF2-40B4-BE49-F238E27FC236}">
                    <a16:creationId xmlns:a16="http://schemas.microsoft.com/office/drawing/2014/main" id="{29A54481-6FA1-4479-8294-58219C4D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583"/>
                <a:ext cx="45" cy="50"/>
              </a:xfrm>
              <a:custGeom>
                <a:avLst/>
                <a:gdLst>
                  <a:gd name="T0" fmla="*/ 0 w 18"/>
                  <a:gd name="T1" fmla="*/ 200 h 19"/>
                  <a:gd name="T2" fmla="*/ 63 w 18"/>
                  <a:gd name="T3" fmla="*/ 347 h 19"/>
                  <a:gd name="T4" fmla="*/ 83 w 18"/>
                  <a:gd name="T5" fmla="*/ 326 h 19"/>
                  <a:gd name="T6" fmla="*/ 50 w 18"/>
                  <a:gd name="T7" fmla="*/ 234 h 19"/>
                  <a:gd name="T8" fmla="*/ 220 w 18"/>
                  <a:gd name="T9" fmla="*/ 34 h 19"/>
                  <a:gd name="T10" fmla="*/ 283 w 18"/>
                  <a:gd name="T11" fmla="*/ 55 h 19"/>
                  <a:gd name="T12" fmla="*/ 175 w 18"/>
                  <a:gd name="T13" fmla="*/ 0 h 19"/>
                  <a:gd name="T14" fmla="*/ 0 w 18"/>
                  <a:gd name="T15" fmla="*/ 20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9">
                    <a:moveTo>
                      <a:pt x="0" y="11"/>
                    </a:moveTo>
                    <a:cubicBezTo>
                      <a:pt x="0" y="14"/>
                      <a:pt x="2" y="17"/>
                      <a:pt x="4" y="19"/>
                    </a:cubicBezTo>
                    <a:cubicBezTo>
                      <a:pt x="4" y="19"/>
                      <a:pt x="5" y="18"/>
                      <a:pt x="5" y="18"/>
                    </a:cubicBezTo>
                    <a:cubicBezTo>
                      <a:pt x="4" y="17"/>
                      <a:pt x="3" y="15"/>
                      <a:pt x="3" y="13"/>
                    </a:cubicBez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3" name="Oval 1372">
                <a:extLst>
                  <a:ext uri="{FF2B5EF4-FFF2-40B4-BE49-F238E27FC236}">
                    <a16:creationId xmlns:a16="http://schemas.microsoft.com/office/drawing/2014/main" id="{88C9F10D-3A93-4425-A63F-02C5A6E5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5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84" name="Oval 1373">
                <a:extLst>
                  <a:ext uri="{FF2B5EF4-FFF2-40B4-BE49-F238E27FC236}">
                    <a16:creationId xmlns:a16="http://schemas.microsoft.com/office/drawing/2014/main" id="{2CA9184D-FE62-4376-820C-511620464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5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85" name="Freeform 1374">
                <a:extLst>
                  <a:ext uri="{FF2B5EF4-FFF2-40B4-BE49-F238E27FC236}">
                    <a16:creationId xmlns:a16="http://schemas.microsoft.com/office/drawing/2014/main" id="{A9D7EEA0-ECF1-49AF-A293-FBA468704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575"/>
                <a:ext cx="68" cy="58"/>
              </a:xfrm>
              <a:custGeom>
                <a:avLst/>
                <a:gdLst>
                  <a:gd name="T0" fmla="*/ 209 w 27"/>
                  <a:gd name="T1" fmla="*/ 0 h 22"/>
                  <a:gd name="T2" fmla="*/ 0 w 27"/>
                  <a:gd name="T3" fmla="*/ 258 h 22"/>
                  <a:gd name="T4" fmla="*/ 33 w 27"/>
                  <a:gd name="T5" fmla="*/ 403 h 22"/>
                  <a:gd name="T6" fmla="*/ 413 w 27"/>
                  <a:gd name="T7" fmla="*/ 327 h 22"/>
                  <a:gd name="T8" fmla="*/ 431 w 27"/>
                  <a:gd name="T9" fmla="*/ 258 h 22"/>
                  <a:gd name="T10" fmla="*/ 209 w 27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2">
                    <a:moveTo>
                      <a:pt x="13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7"/>
                      <a:pt x="1" y="20"/>
                      <a:pt x="2" y="22"/>
                    </a:cubicBezTo>
                    <a:cubicBezTo>
                      <a:pt x="11" y="21"/>
                      <a:pt x="19" y="20"/>
                      <a:pt x="26" y="18"/>
                    </a:cubicBezTo>
                    <a:cubicBezTo>
                      <a:pt x="27" y="17"/>
                      <a:pt x="27" y="15"/>
                      <a:pt x="27" y="14"/>
                    </a:cubicBezTo>
                    <a:cubicBezTo>
                      <a:pt x="27" y="6"/>
                      <a:pt x="21" y="0"/>
                      <a:pt x="1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6" name="Oval 1375">
                <a:extLst>
                  <a:ext uri="{FF2B5EF4-FFF2-40B4-BE49-F238E27FC236}">
                    <a16:creationId xmlns:a16="http://schemas.microsoft.com/office/drawing/2014/main" id="{84A4CE3A-1A05-426D-87C4-54316756D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2553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87" name="Freeform 1376">
                <a:extLst>
                  <a:ext uri="{FF2B5EF4-FFF2-40B4-BE49-F238E27FC236}">
                    <a16:creationId xmlns:a16="http://schemas.microsoft.com/office/drawing/2014/main" id="{9A829A5C-3D2A-4C31-96F0-1AE84600E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561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8" name="Freeform 1377">
                <a:extLst>
                  <a:ext uri="{FF2B5EF4-FFF2-40B4-BE49-F238E27FC236}">
                    <a16:creationId xmlns:a16="http://schemas.microsoft.com/office/drawing/2014/main" id="{EEBA28A3-8CB7-4092-AD63-633402D89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575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45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9" name="Oval 1378">
                <a:extLst>
                  <a:ext uri="{FF2B5EF4-FFF2-40B4-BE49-F238E27FC236}">
                    <a16:creationId xmlns:a16="http://schemas.microsoft.com/office/drawing/2014/main" id="{253825B0-6355-4D0A-9D65-436E0428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5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90" name="Oval 1379">
                <a:extLst>
                  <a:ext uri="{FF2B5EF4-FFF2-40B4-BE49-F238E27FC236}">
                    <a16:creationId xmlns:a16="http://schemas.microsoft.com/office/drawing/2014/main" id="{A93AD3F4-D0DD-4575-8F3E-BD2468CE6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572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91" name="Oval 1380">
                <a:extLst>
                  <a:ext uri="{FF2B5EF4-FFF2-40B4-BE49-F238E27FC236}">
                    <a16:creationId xmlns:a16="http://schemas.microsoft.com/office/drawing/2014/main" id="{37B75344-1E04-4738-81AA-03B5DCA81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2553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92" name="Freeform 1381">
                <a:extLst>
                  <a:ext uri="{FF2B5EF4-FFF2-40B4-BE49-F238E27FC236}">
                    <a16:creationId xmlns:a16="http://schemas.microsoft.com/office/drawing/2014/main" id="{DCAAAF82-FBFB-45E5-8624-3302231C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585"/>
                <a:ext cx="70" cy="56"/>
              </a:xfrm>
              <a:custGeom>
                <a:avLst/>
                <a:gdLst>
                  <a:gd name="T0" fmla="*/ 395 w 28"/>
                  <a:gd name="T1" fmla="*/ 397 h 21"/>
                  <a:gd name="T2" fmla="*/ 438 w 28"/>
                  <a:gd name="T3" fmla="*/ 248 h 21"/>
                  <a:gd name="T4" fmla="*/ 220 w 28"/>
                  <a:gd name="T5" fmla="*/ 0 h 21"/>
                  <a:gd name="T6" fmla="*/ 0 w 28"/>
                  <a:gd name="T7" fmla="*/ 248 h 21"/>
                  <a:gd name="T8" fmla="*/ 33 w 28"/>
                  <a:gd name="T9" fmla="*/ 397 h 21"/>
                  <a:gd name="T10" fmla="*/ 208 w 28"/>
                  <a:gd name="T11" fmla="*/ 397 h 21"/>
                  <a:gd name="T12" fmla="*/ 395 w 28"/>
                  <a:gd name="T13" fmla="*/ 39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1">
                    <a:moveTo>
                      <a:pt x="25" y="21"/>
                    </a:moveTo>
                    <a:cubicBezTo>
                      <a:pt x="27" y="19"/>
                      <a:pt x="28" y="16"/>
                      <a:pt x="28" y="13"/>
                    </a:cubicBezTo>
                    <a:cubicBezTo>
                      <a:pt x="28" y="6"/>
                      <a:pt x="21" y="0"/>
                      <a:pt x="14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6"/>
                      <a:pt x="1" y="19"/>
                      <a:pt x="2" y="21"/>
                    </a:cubicBezTo>
                    <a:cubicBezTo>
                      <a:pt x="6" y="21"/>
                      <a:pt x="9" y="21"/>
                      <a:pt x="13" y="21"/>
                    </a:cubicBezTo>
                    <a:cubicBezTo>
                      <a:pt x="17" y="21"/>
                      <a:pt x="21" y="21"/>
                      <a:pt x="25" y="21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3" name="Freeform 1382">
                <a:extLst>
                  <a:ext uri="{FF2B5EF4-FFF2-40B4-BE49-F238E27FC236}">
                    <a16:creationId xmlns:a16="http://schemas.microsoft.com/office/drawing/2014/main" id="{1A86C98C-B8A6-4F2F-BDFF-6C3A4C895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593"/>
                <a:ext cx="45" cy="48"/>
              </a:xfrm>
              <a:custGeom>
                <a:avLst/>
                <a:gdLst>
                  <a:gd name="T0" fmla="*/ 208 w 18"/>
                  <a:gd name="T1" fmla="*/ 35 h 18"/>
                  <a:gd name="T2" fmla="*/ 283 w 18"/>
                  <a:gd name="T3" fmla="*/ 35 h 18"/>
                  <a:gd name="T4" fmla="*/ 158 w 18"/>
                  <a:gd name="T5" fmla="*/ 0 h 18"/>
                  <a:gd name="T6" fmla="*/ 0 w 18"/>
                  <a:gd name="T7" fmla="*/ 192 h 18"/>
                  <a:gd name="T8" fmla="*/ 50 w 18"/>
                  <a:gd name="T9" fmla="*/ 341 h 18"/>
                  <a:gd name="T10" fmla="*/ 83 w 18"/>
                  <a:gd name="T11" fmla="*/ 341 h 18"/>
                  <a:gd name="T12" fmla="*/ 50 w 18"/>
                  <a:gd name="T13" fmla="*/ 227 h 18"/>
                  <a:gd name="T14" fmla="*/ 208 w 18"/>
                  <a:gd name="T15" fmla="*/ 35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8">
                    <a:moveTo>
                      <a:pt x="13" y="2"/>
                    </a:move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4" y="18"/>
                      <a:pt x="4" y="18"/>
                      <a:pt x="5" y="18"/>
                    </a:cubicBezTo>
                    <a:cubicBezTo>
                      <a:pt x="3" y="16"/>
                      <a:pt x="3" y="14"/>
                      <a:pt x="3" y="12"/>
                    </a:cubicBezTo>
                    <a:cubicBezTo>
                      <a:pt x="3" y="6"/>
                      <a:pt x="8" y="2"/>
                      <a:pt x="13" y="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4" name="Freeform 1383">
                <a:extLst>
                  <a:ext uri="{FF2B5EF4-FFF2-40B4-BE49-F238E27FC236}">
                    <a16:creationId xmlns:a16="http://schemas.microsoft.com/office/drawing/2014/main" id="{1381D541-8D34-4C05-B9F9-DFF488BF7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607"/>
                <a:ext cx="13" cy="34"/>
              </a:xfrm>
              <a:custGeom>
                <a:avLst/>
                <a:gdLst>
                  <a:gd name="T0" fmla="*/ 0 w 5"/>
                  <a:gd name="T1" fmla="*/ 233 h 13"/>
                  <a:gd name="T2" fmla="*/ 34 w 5"/>
                  <a:gd name="T3" fmla="*/ 233 h 13"/>
                  <a:gd name="T4" fmla="*/ 88 w 5"/>
                  <a:gd name="T5" fmla="*/ 144 h 13"/>
                  <a:gd name="T6" fmla="*/ 55 w 5"/>
                  <a:gd name="T7" fmla="*/ 0 h 13"/>
                  <a:gd name="T8" fmla="*/ 55 w 5"/>
                  <a:gd name="T9" fmla="*/ 110 h 13"/>
                  <a:gd name="T10" fmla="*/ 0 w 5"/>
                  <a:gd name="T11" fmla="*/ 23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1" y="13"/>
                      <a:pt x="2" y="13"/>
                      <a:pt x="2" y="13"/>
                    </a:cubicBezTo>
                    <a:cubicBezTo>
                      <a:pt x="4" y="11"/>
                      <a:pt x="5" y="10"/>
                      <a:pt x="5" y="8"/>
                    </a:cubicBezTo>
                    <a:cubicBezTo>
                      <a:pt x="5" y="5"/>
                      <a:pt x="5" y="2"/>
                      <a:pt x="3" y="0"/>
                    </a:cubicBezTo>
                    <a:cubicBezTo>
                      <a:pt x="4" y="2"/>
                      <a:pt x="4" y="3"/>
                      <a:pt x="3" y="6"/>
                    </a:cubicBezTo>
                    <a:cubicBezTo>
                      <a:pt x="3" y="9"/>
                      <a:pt x="2" y="11"/>
                      <a:pt x="0" y="13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5" name="Oval 1384">
                <a:extLst>
                  <a:ext uri="{FF2B5EF4-FFF2-40B4-BE49-F238E27FC236}">
                    <a16:creationId xmlns:a16="http://schemas.microsoft.com/office/drawing/2014/main" id="{56011088-9765-4B91-901C-6D748AF9F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60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96" name="Oval 1385">
                <a:extLst>
                  <a:ext uri="{FF2B5EF4-FFF2-40B4-BE49-F238E27FC236}">
                    <a16:creationId xmlns:a16="http://schemas.microsoft.com/office/drawing/2014/main" id="{DCBCF705-C8DE-4867-A9B0-B62B61B87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6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97" name="Freeform 1386">
                <a:extLst>
                  <a:ext uri="{FF2B5EF4-FFF2-40B4-BE49-F238E27FC236}">
                    <a16:creationId xmlns:a16="http://schemas.microsoft.com/office/drawing/2014/main" id="{8DBB9C5F-ADCD-4DE7-BC43-06742A22D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585"/>
                <a:ext cx="70" cy="56"/>
              </a:xfrm>
              <a:custGeom>
                <a:avLst/>
                <a:gdLst>
                  <a:gd name="T0" fmla="*/ 395 w 28"/>
                  <a:gd name="T1" fmla="*/ 397 h 21"/>
                  <a:gd name="T2" fmla="*/ 438 w 28"/>
                  <a:gd name="T3" fmla="*/ 248 h 21"/>
                  <a:gd name="T4" fmla="*/ 220 w 28"/>
                  <a:gd name="T5" fmla="*/ 0 h 21"/>
                  <a:gd name="T6" fmla="*/ 0 w 28"/>
                  <a:gd name="T7" fmla="*/ 248 h 21"/>
                  <a:gd name="T8" fmla="*/ 33 w 28"/>
                  <a:gd name="T9" fmla="*/ 397 h 21"/>
                  <a:gd name="T10" fmla="*/ 208 w 28"/>
                  <a:gd name="T11" fmla="*/ 397 h 21"/>
                  <a:gd name="T12" fmla="*/ 395 w 28"/>
                  <a:gd name="T13" fmla="*/ 39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1">
                    <a:moveTo>
                      <a:pt x="25" y="21"/>
                    </a:moveTo>
                    <a:cubicBezTo>
                      <a:pt x="27" y="19"/>
                      <a:pt x="28" y="16"/>
                      <a:pt x="28" y="13"/>
                    </a:cubicBezTo>
                    <a:cubicBezTo>
                      <a:pt x="28" y="6"/>
                      <a:pt x="21" y="0"/>
                      <a:pt x="14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6"/>
                      <a:pt x="1" y="19"/>
                      <a:pt x="2" y="21"/>
                    </a:cubicBezTo>
                    <a:cubicBezTo>
                      <a:pt x="6" y="21"/>
                      <a:pt x="9" y="21"/>
                      <a:pt x="13" y="21"/>
                    </a:cubicBezTo>
                    <a:cubicBezTo>
                      <a:pt x="17" y="21"/>
                      <a:pt x="21" y="21"/>
                      <a:pt x="25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8" name="Oval 1387">
                <a:extLst>
                  <a:ext uri="{FF2B5EF4-FFF2-40B4-BE49-F238E27FC236}">
                    <a16:creationId xmlns:a16="http://schemas.microsoft.com/office/drawing/2014/main" id="{C64F8B06-34AB-48CB-831D-A5C1417D0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236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999" name="Freeform 1388">
                <a:extLst>
                  <a:ext uri="{FF2B5EF4-FFF2-40B4-BE49-F238E27FC236}">
                    <a16:creationId xmlns:a16="http://schemas.microsoft.com/office/drawing/2014/main" id="{C21B29D8-6237-4217-88EC-D1551BA95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244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0" name="Freeform 1389">
                <a:extLst>
                  <a:ext uri="{FF2B5EF4-FFF2-40B4-BE49-F238E27FC236}">
                    <a16:creationId xmlns:a16="http://schemas.microsoft.com/office/drawing/2014/main" id="{B5783DAE-C9EF-4FA6-AFEC-2FDEC1863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257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14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1" name="Oval 1390">
                <a:extLst>
                  <a:ext uri="{FF2B5EF4-FFF2-40B4-BE49-F238E27FC236}">
                    <a16:creationId xmlns:a16="http://schemas.microsoft.com/office/drawing/2014/main" id="{C6F16E27-4C7D-45F0-9CD0-2113E08C0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2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02" name="Oval 1391">
                <a:extLst>
                  <a:ext uri="{FF2B5EF4-FFF2-40B4-BE49-F238E27FC236}">
                    <a16:creationId xmlns:a16="http://schemas.microsoft.com/office/drawing/2014/main" id="{6D76B92B-0390-44B5-B694-74C34EB30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225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03" name="Oval 1392">
                <a:extLst>
                  <a:ext uri="{FF2B5EF4-FFF2-40B4-BE49-F238E27FC236}">
                    <a16:creationId xmlns:a16="http://schemas.microsoft.com/office/drawing/2014/main" id="{7615CC59-0B52-495E-941D-D794EFBBB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236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04" name="Oval 1393">
                <a:extLst>
                  <a:ext uri="{FF2B5EF4-FFF2-40B4-BE49-F238E27FC236}">
                    <a16:creationId xmlns:a16="http://schemas.microsoft.com/office/drawing/2014/main" id="{EDC5BBFD-F63D-47DB-98CF-5FE812FCF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2345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05" name="Freeform 1394">
                <a:extLst>
                  <a:ext uri="{FF2B5EF4-FFF2-40B4-BE49-F238E27FC236}">
                    <a16:creationId xmlns:a16="http://schemas.microsoft.com/office/drawing/2014/main" id="{EBF0CAC3-10FB-4787-9029-3331A5BA4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353"/>
                <a:ext cx="42" cy="54"/>
              </a:xfrm>
              <a:custGeom>
                <a:avLst/>
                <a:gdLst>
                  <a:gd name="T0" fmla="*/ 42 w 17"/>
                  <a:gd name="T1" fmla="*/ 232 h 20"/>
                  <a:gd name="T2" fmla="*/ 195 w 17"/>
                  <a:gd name="T3" fmla="*/ 38 h 20"/>
                  <a:gd name="T4" fmla="*/ 257 w 17"/>
                  <a:gd name="T5" fmla="*/ 38 h 20"/>
                  <a:gd name="T6" fmla="*/ 153 w 17"/>
                  <a:gd name="T7" fmla="*/ 0 h 20"/>
                  <a:gd name="T8" fmla="*/ 0 w 17"/>
                  <a:gd name="T9" fmla="*/ 197 h 20"/>
                  <a:gd name="T10" fmla="*/ 91 w 17"/>
                  <a:gd name="T11" fmla="*/ 394 h 20"/>
                  <a:gd name="T12" fmla="*/ 42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6" name="Freeform 1395">
                <a:extLst>
                  <a:ext uri="{FF2B5EF4-FFF2-40B4-BE49-F238E27FC236}">
                    <a16:creationId xmlns:a16="http://schemas.microsoft.com/office/drawing/2014/main" id="{D9ABDFFF-9F9E-4E0E-8EDC-3EDC4ED61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367"/>
                <a:ext cx="28" cy="42"/>
              </a:xfrm>
              <a:custGeom>
                <a:avLst/>
                <a:gdLst>
                  <a:gd name="T0" fmla="*/ 150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7" name="Oval 1396">
                <a:extLst>
                  <a:ext uri="{FF2B5EF4-FFF2-40B4-BE49-F238E27FC236}">
                    <a16:creationId xmlns:a16="http://schemas.microsoft.com/office/drawing/2014/main" id="{CEB990AE-D8B3-4464-ACEA-FF5C54498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36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08" name="Oval 1397">
                <a:extLst>
                  <a:ext uri="{FF2B5EF4-FFF2-40B4-BE49-F238E27FC236}">
                    <a16:creationId xmlns:a16="http://schemas.microsoft.com/office/drawing/2014/main" id="{FCF6C112-85FB-4066-AA67-52C8EF193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36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09" name="Oval 1398">
                <a:extLst>
                  <a:ext uri="{FF2B5EF4-FFF2-40B4-BE49-F238E27FC236}">
                    <a16:creationId xmlns:a16="http://schemas.microsoft.com/office/drawing/2014/main" id="{15ED9CF2-721F-4A85-9DF0-D71E1B3AA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234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10" name="Oval 1399">
                <a:extLst>
                  <a:ext uri="{FF2B5EF4-FFF2-40B4-BE49-F238E27FC236}">
                    <a16:creationId xmlns:a16="http://schemas.microsoft.com/office/drawing/2014/main" id="{997E5EDF-88F4-4FE3-991D-24568EE19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249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011" name="Freeform 1400">
                <a:extLst>
                  <a:ext uri="{FF2B5EF4-FFF2-40B4-BE49-F238E27FC236}">
                    <a16:creationId xmlns:a16="http://schemas.microsoft.com/office/drawing/2014/main" id="{31180A37-B9CD-4BB9-AF2A-0AA4BEF6D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25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12" name="Freeform 1401">
                <a:extLst>
                  <a:ext uri="{FF2B5EF4-FFF2-40B4-BE49-F238E27FC236}">
                    <a16:creationId xmlns:a16="http://schemas.microsoft.com/office/drawing/2014/main" id="{23F506B6-161E-44FA-86A2-CD91B6BC1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273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900" name="Group 1402">
              <a:extLst>
                <a:ext uri="{FF2B5EF4-FFF2-40B4-BE49-F238E27FC236}">
                  <a16:creationId xmlns:a16="http://schemas.microsoft.com/office/drawing/2014/main" id="{80BBBCDF-C3A2-4510-B1AD-620C050934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4" y="1881"/>
              <a:ext cx="740" cy="571"/>
              <a:chOff x="2724" y="1881"/>
              <a:chExt cx="740" cy="571"/>
            </a:xfrm>
          </p:grpSpPr>
          <p:sp>
            <p:nvSpPr>
              <p:cNvPr id="56613" name="Oval 1403">
                <a:extLst>
                  <a:ext uri="{FF2B5EF4-FFF2-40B4-BE49-F238E27FC236}">
                    <a16:creationId xmlns:a16="http://schemas.microsoft.com/office/drawing/2014/main" id="{FC243215-1FBD-47D9-95ED-3FA7F4B0B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22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14" name="Oval 1404">
                <a:extLst>
                  <a:ext uri="{FF2B5EF4-FFF2-40B4-BE49-F238E27FC236}">
                    <a16:creationId xmlns:a16="http://schemas.microsoft.com/office/drawing/2014/main" id="{68655364-A155-4833-AC0E-51A3228F6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268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15" name="Oval 1405">
                <a:extLst>
                  <a:ext uri="{FF2B5EF4-FFF2-40B4-BE49-F238E27FC236}">
                    <a16:creationId xmlns:a16="http://schemas.microsoft.com/office/drawing/2014/main" id="{67CD8D19-E4CD-43D1-9165-5EE152388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249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16" name="Oval 1406">
                <a:extLst>
                  <a:ext uri="{FF2B5EF4-FFF2-40B4-BE49-F238E27FC236}">
                    <a16:creationId xmlns:a16="http://schemas.microsoft.com/office/drawing/2014/main" id="{622A2ECB-6CDF-405E-9842-E06C21760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2287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17" name="Freeform 1407">
                <a:extLst>
                  <a:ext uri="{FF2B5EF4-FFF2-40B4-BE49-F238E27FC236}">
                    <a16:creationId xmlns:a16="http://schemas.microsoft.com/office/drawing/2014/main" id="{311A78EA-9524-450B-8144-DD15FFB73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295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8" name="Freeform 1408">
                <a:extLst>
                  <a:ext uri="{FF2B5EF4-FFF2-40B4-BE49-F238E27FC236}">
                    <a16:creationId xmlns:a16="http://schemas.microsoft.com/office/drawing/2014/main" id="{DA6CAF2D-E579-4E60-BF92-219048F5F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308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9" name="Oval 1409">
                <a:extLst>
                  <a:ext uri="{FF2B5EF4-FFF2-40B4-BE49-F238E27FC236}">
                    <a16:creationId xmlns:a16="http://schemas.microsoft.com/office/drawing/2014/main" id="{B912F4E8-4ED4-4D1A-99D9-622850478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9" y="23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20" name="Oval 1410">
                <a:extLst>
                  <a:ext uri="{FF2B5EF4-FFF2-40B4-BE49-F238E27FC236}">
                    <a16:creationId xmlns:a16="http://schemas.microsoft.com/office/drawing/2014/main" id="{57760B8D-7564-4534-8BF2-69627D622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30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21" name="Oval 1411">
                <a:extLst>
                  <a:ext uri="{FF2B5EF4-FFF2-40B4-BE49-F238E27FC236}">
                    <a16:creationId xmlns:a16="http://schemas.microsoft.com/office/drawing/2014/main" id="{D73BA78E-1487-43BD-9AEB-664473AA2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228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22" name="Oval 1412">
                <a:extLst>
                  <a:ext uri="{FF2B5EF4-FFF2-40B4-BE49-F238E27FC236}">
                    <a16:creationId xmlns:a16="http://schemas.microsoft.com/office/drawing/2014/main" id="{0921ED08-2F43-4EC5-934E-30B0D5BD8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28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23" name="Freeform 1413">
                <a:extLst>
                  <a:ext uri="{FF2B5EF4-FFF2-40B4-BE49-F238E27FC236}">
                    <a16:creationId xmlns:a16="http://schemas.microsoft.com/office/drawing/2014/main" id="{D4AA4EE0-BB07-4745-81BA-41FBE27E5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295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4" name="Freeform 1414">
                <a:extLst>
                  <a:ext uri="{FF2B5EF4-FFF2-40B4-BE49-F238E27FC236}">
                    <a16:creationId xmlns:a16="http://schemas.microsoft.com/office/drawing/2014/main" id="{A5EFEF34-5049-4F90-A944-2DD771E64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308"/>
                <a:ext cx="27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5" name="Oval 1415">
                <a:extLst>
                  <a:ext uri="{FF2B5EF4-FFF2-40B4-BE49-F238E27FC236}">
                    <a16:creationId xmlns:a16="http://schemas.microsoft.com/office/drawing/2014/main" id="{3CFB44F0-3BEA-47BE-9238-C97690A98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30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26" name="Oval 1416">
                <a:extLst>
                  <a:ext uri="{FF2B5EF4-FFF2-40B4-BE49-F238E27FC236}">
                    <a16:creationId xmlns:a16="http://schemas.microsoft.com/office/drawing/2014/main" id="{68DFCF0E-29C8-437A-9550-F2D5E6E7D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2303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27" name="Oval 1417">
                <a:extLst>
                  <a:ext uri="{FF2B5EF4-FFF2-40B4-BE49-F238E27FC236}">
                    <a16:creationId xmlns:a16="http://schemas.microsoft.com/office/drawing/2014/main" id="{F3AB1AC7-EFD1-4D14-B107-F607C473B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28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28" name="Oval 1418">
                <a:extLst>
                  <a:ext uri="{FF2B5EF4-FFF2-40B4-BE49-F238E27FC236}">
                    <a16:creationId xmlns:a16="http://schemas.microsoft.com/office/drawing/2014/main" id="{92C0BEC7-54F6-4360-9929-843E12613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2236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29" name="Freeform 1419">
                <a:extLst>
                  <a:ext uri="{FF2B5EF4-FFF2-40B4-BE49-F238E27FC236}">
                    <a16:creationId xmlns:a16="http://schemas.microsoft.com/office/drawing/2014/main" id="{FC49E170-E135-421E-A00C-7FA23804D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244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08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0" name="Freeform 1420">
                <a:extLst>
                  <a:ext uri="{FF2B5EF4-FFF2-40B4-BE49-F238E27FC236}">
                    <a16:creationId xmlns:a16="http://schemas.microsoft.com/office/drawing/2014/main" id="{E87738F7-AD7E-4D46-AEFE-1BA956B32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260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1" name="Oval 1421">
                <a:extLst>
                  <a:ext uri="{FF2B5EF4-FFF2-40B4-BE49-F238E27FC236}">
                    <a16:creationId xmlns:a16="http://schemas.microsoft.com/office/drawing/2014/main" id="{5E635ADE-4490-4D8D-B792-BC57D1710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2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32" name="Oval 1422">
                <a:extLst>
                  <a:ext uri="{FF2B5EF4-FFF2-40B4-BE49-F238E27FC236}">
                    <a16:creationId xmlns:a16="http://schemas.microsoft.com/office/drawing/2014/main" id="{9E70BBB8-988A-4713-820F-93C3CC440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255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33" name="Oval 1423">
                <a:extLst>
                  <a:ext uri="{FF2B5EF4-FFF2-40B4-BE49-F238E27FC236}">
                    <a16:creationId xmlns:a16="http://schemas.microsoft.com/office/drawing/2014/main" id="{3365B56F-BAED-4FEB-9F61-09E80F290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2236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34" name="Oval 1424">
                <a:extLst>
                  <a:ext uri="{FF2B5EF4-FFF2-40B4-BE49-F238E27FC236}">
                    <a16:creationId xmlns:a16="http://schemas.microsoft.com/office/drawing/2014/main" id="{F0ABF92D-50CE-4410-BB59-6EB236BE9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161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35" name="Freeform 1425">
                <a:extLst>
                  <a:ext uri="{FF2B5EF4-FFF2-40B4-BE49-F238E27FC236}">
                    <a16:creationId xmlns:a16="http://schemas.microsoft.com/office/drawing/2014/main" id="{CD66EBD4-CEDC-461A-8D43-EB9FF0C47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169"/>
                <a:ext cx="43" cy="54"/>
              </a:xfrm>
              <a:custGeom>
                <a:avLst/>
                <a:gdLst>
                  <a:gd name="T0" fmla="*/ 51 w 17"/>
                  <a:gd name="T1" fmla="*/ 232 h 20"/>
                  <a:gd name="T2" fmla="*/ 210 w 17"/>
                  <a:gd name="T3" fmla="*/ 38 h 20"/>
                  <a:gd name="T4" fmla="*/ 276 w 17"/>
                  <a:gd name="T5" fmla="*/ 38 h 20"/>
                  <a:gd name="T6" fmla="*/ 159 w 17"/>
                  <a:gd name="T7" fmla="*/ 0 h 20"/>
                  <a:gd name="T8" fmla="*/ 0 w 17"/>
                  <a:gd name="T9" fmla="*/ 197 h 20"/>
                  <a:gd name="T10" fmla="*/ 96 w 17"/>
                  <a:gd name="T11" fmla="*/ 394 h 20"/>
                  <a:gd name="T12" fmla="*/ 51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6" name="Freeform 1426">
                <a:extLst>
                  <a:ext uri="{FF2B5EF4-FFF2-40B4-BE49-F238E27FC236}">
                    <a16:creationId xmlns:a16="http://schemas.microsoft.com/office/drawing/2014/main" id="{574D91FA-AAB7-4A9E-9B4B-A3A4EFC25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183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7" name="Oval 1427">
                <a:extLst>
                  <a:ext uri="{FF2B5EF4-FFF2-40B4-BE49-F238E27FC236}">
                    <a16:creationId xmlns:a16="http://schemas.microsoft.com/office/drawing/2014/main" id="{C6BA2E63-633D-48F0-BF39-78D7B7C75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21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38" name="Oval 1428">
                <a:extLst>
                  <a:ext uri="{FF2B5EF4-FFF2-40B4-BE49-F238E27FC236}">
                    <a16:creationId xmlns:a16="http://schemas.microsoft.com/office/drawing/2014/main" id="{FE77ECEF-37FB-410B-ABBD-737E9F73B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1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39" name="Oval 1429">
                <a:extLst>
                  <a:ext uri="{FF2B5EF4-FFF2-40B4-BE49-F238E27FC236}">
                    <a16:creationId xmlns:a16="http://schemas.microsoft.com/office/drawing/2014/main" id="{15DE9099-2E41-4D94-A590-7FDCE26EE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16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40" name="Oval 1430">
                <a:extLst>
                  <a:ext uri="{FF2B5EF4-FFF2-40B4-BE49-F238E27FC236}">
                    <a16:creationId xmlns:a16="http://schemas.microsoft.com/office/drawing/2014/main" id="{27A6AFEC-6966-4031-B358-71A11631D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27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41" name="Freeform 1431">
                <a:extLst>
                  <a:ext uri="{FF2B5EF4-FFF2-40B4-BE49-F238E27FC236}">
                    <a16:creationId xmlns:a16="http://schemas.microsoft.com/office/drawing/2014/main" id="{75DD408A-7255-4991-8E45-B9282F06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279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34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2" name="Freeform 1432">
                <a:extLst>
                  <a:ext uri="{FF2B5EF4-FFF2-40B4-BE49-F238E27FC236}">
                    <a16:creationId xmlns:a16="http://schemas.microsoft.com/office/drawing/2014/main" id="{2879BA76-F880-431D-A46C-E223F1D24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92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3" name="Oval 1433">
                <a:extLst>
                  <a:ext uri="{FF2B5EF4-FFF2-40B4-BE49-F238E27FC236}">
                    <a16:creationId xmlns:a16="http://schemas.microsoft.com/office/drawing/2014/main" id="{BFC6FE7C-2E1B-45A9-B589-DCB8AE9C4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292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44" name="Oval 1434">
                <a:extLst>
                  <a:ext uri="{FF2B5EF4-FFF2-40B4-BE49-F238E27FC236}">
                    <a16:creationId xmlns:a16="http://schemas.microsoft.com/office/drawing/2014/main" id="{6C716626-29DB-4FBB-A320-AC5E879E6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8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45" name="Oval 1435">
                <a:extLst>
                  <a:ext uri="{FF2B5EF4-FFF2-40B4-BE49-F238E27FC236}">
                    <a16:creationId xmlns:a16="http://schemas.microsoft.com/office/drawing/2014/main" id="{A072CE4D-D0A9-4FE4-8D4F-11B50794C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27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46" name="Oval 1436">
                <a:extLst>
                  <a:ext uri="{FF2B5EF4-FFF2-40B4-BE49-F238E27FC236}">
                    <a16:creationId xmlns:a16="http://schemas.microsoft.com/office/drawing/2014/main" id="{67FC54D5-5417-48F4-8280-88554E5FA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80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47" name="Freeform 1437">
                <a:extLst>
                  <a:ext uri="{FF2B5EF4-FFF2-40B4-BE49-F238E27FC236}">
                    <a16:creationId xmlns:a16="http://schemas.microsoft.com/office/drawing/2014/main" id="{3282041F-C297-4BEB-8816-0BD0F43C0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188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8" name="Freeform 1438">
                <a:extLst>
                  <a:ext uri="{FF2B5EF4-FFF2-40B4-BE49-F238E27FC236}">
                    <a16:creationId xmlns:a16="http://schemas.microsoft.com/office/drawing/2014/main" id="{56E64038-1229-40B0-83B2-1D7B02FD0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204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9" name="Oval 1439">
                <a:extLst>
                  <a:ext uri="{FF2B5EF4-FFF2-40B4-BE49-F238E27FC236}">
                    <a16:creationId xmlns:a16="http://schemas.microsoft.com/office/drawing/2014/main" id="{1B502D82-9238-4B0A-8473-0338778CB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220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50" name="Oval 1440">
                <a:extLst>
                  <a:ext uri="{FF2B5EF4-FFF2-40B4-BE49-F238E27FC236}">
                    <a16:creationId xmlns:a16="http://schemas.microsoft.com/office/drawing/2014/main" id="{0DC28403-25AA-4A2F-A3D4-9776B43BF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19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51" name="Oval 1441">
                <a:extLst>
                  <a:ext uri="{FF2B5EF4-FFF2-40B4-BE49-F238E27FC236}">
                    <a16:creationId xmlns:a16="http://schemas.microsoft.com/office/drawing/2014/main" id="{077D5E02-046A-4FCA-B038-C81AE8180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80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52" name="Oval 1442">
                <a:extLst>
                  <a:ext uri="{FF2B5EF4-FFF2-40B4-BE49-F238E27FC236}">
                    <a16:creationId xmlns:a16="http://schemas.microsoft.com/office/drawing/2014/main" id="{B47A8859-7C49-4E1A-BB80-C5506962E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224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53" name="Freeform 1443">
                <a:extLst>
                  <a:ext uri="{FF2B5EF4-FFF2-40B4-BE49-F238E27FC236}">
                    <a16:creationId xmlns:a16="http://schemas.microsoft.com/office/drawing/2014/main" id="{1A59A7EB-38CD-4E28-8CA2-7E4FB1139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257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4" name="Freeform 1444">
                <a:extLst>
                  <a:ext uri="{FF2B5EF4-FFF2-40B4-BE49-F238E27FC236}">
                    <a16:creationId xmlns:a16="http://schemas.microsoft.com/office/drawing/2014/main" id="{690E783F-2ABE-411A-8E56-0E2F0741D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271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5" name="Oval 1445">
                <a:extLst>
                  <a:ext uri="{FF2B5EF4-FFF2-40B4-BE49-F238E27FC236}">
                    <a16:creationId xmlns:a16="http://schemas.microsoft.com/office/drawing/2014/main" id="{8B42929B-848A-41EF-A614-04A55C227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227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56" name="Oval 1446">
                <a:extLst>
                  <a:ext uri="{FF2B5EF4-FFF2-40B4-BE49-F238E27FC236}">
                    <a16:creationId xmlns:a16="http://schemas.microsoft.com/office/drawing/2014/main" id="{EC419BB9-1357-4F88-9FCC-9C9D6B348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26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57" name="Oval 1447">
                <a:extLst>
                  <a:ext uri="{FF2B5EF4-FFF2-40B4-BE49-F238E27FC236}">
                    <a16:creationId xmlns:a16="http://schemas.microsoft.com/office/drawing/2014/main" id="{DB8E5A9D-FD4A-4B7B-9572-1ED02DC8A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224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58" name="Oval 1448">
                <a:extLst>
                  <a:ext uri="{FF2B5EF4-FFF2-40B4-BE49-F238E27FC236}">
                    <a16:creationId xmlns:a16="http://schemas.microsoft.com/office/drawing/2014/main" id="{75F01737-C99D-4042-91B5-94F00951A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08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59" name="Freeform 1449">
                <a:extLst>
                  <a:ext uri="{FF2B5EF4-FFF2-40B4-BE49-F238E27FC236}">
                    <a16:creationId xmlns:a16="http://schemas.microsoft.com/office/drawing/2014/main" id="{2AE8A51F-1199-4800-9313-44715B41D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095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0" name="Freeform 1450">
                <a:extLst>
                  <a:ext uri="{FF2B5EF4-FFF2-40B4-BE49-F238E27FC236}">
                    <a16:creationId xmlns:a16="http://schemas.microsoft.com/office/drawing/2014/main" id="{9134CC6C-C749-480B-8350-2DE4392F4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108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1" name="Oval 1451">
                <a:extLst>
                  <a:ext uri="{FF2B5EF4-FFF2-40B4-BE49-F238E27FC236}">
                    <a16:creationId xmlns:a16="http://schemas.microsoft.com/office/drawing/2014/main" id="{4D73FE2D-9159-4FDF-92BE-16A38782F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10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62" name="Oval 1452">
                <a:extLst>
                  <a:ext uri="{FF2B5EF4-FFF2-40B4-BE49-F238E27FC236}">
                    <a16:creationId xmlns:a16="http://schemas.microsoft.com/office/drawing/2014/main" id="{7704F8B1-8589-4AB8-9B48-5AB313F32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210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63" name="Oval 1453">
                <a:extLst>
                  <a:ext uri="{FF2B5EF4-FFF2-40B4-BE49-F238E27FC236}">
                    <a16:creationId xmlns:a16="http://schemas.microsoft.com/office/drawing/2014/main" id="{B8DC6C8C-6FBC-47BB-9BE3-CB712B153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08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64" name="Oval 1454">
                <a:extLst>
                  <a:ext uri="{FF2B5EF4-FFF2-40B4-BE49-F238E27FC236}">
                    <a16:creationId xmlns:a16="http://schemas.microsoft.com/office/drawing/2014/main" id="{AFD66D0D-D19C-4868-ABC5-58A100224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2047"/>
                <a:ext cx="70" cy="72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65" name="Freeform 1455">
                <a:extLst>
                  <a:ext uri="{FF2B5EF4-FFF2-40B4-BE49-F238E27FC236}">
                    <a16:creationId xmlns:a16="http://schemas.microsoft.com/office/drawing/2014/main" id="{EE0B4C70-51C2-41C9-B595-70A81B838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055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6" name="Freeform 1456">
                <a:extLst>
                  <a:ext uri="{FF2B5EF4-FFF2-40B4-BE49-F238E27FC236}">
                    <a16:creationId xmlns:a16="http://schemas.microsoft.com/office/drawing/2014/main" id="{7138D031-06BE-410A-95C6-D49733A43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68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7" name="Oval 1457">
                <a:extLst>
                  <a:ext uri="{FF2B5EF4-FFF2-40B4-BE49-F238E27FC236}">
                    <a16:creationId xmlns:a16="http://schemas.microsoft.com/office/drawing/2014/main" id="{F5593402-4FBF-4FA6-BBBD-CAB9B1178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206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68" name="Oval 1458">
                <a:extLst>
                  <a:ext uri="{FF2B5EF4-FFF2-40B4-BE49-F238E27FC236}">
                    <a16:creationId xmlns:a16="http://schemas.microsoft.com/office/drawing/2014/main" id="{E328CADD-642C-47C7-86FE-003F43551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206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69" name="Oval 1459">
                <a:extLst>
                  <a:ext uri="{FF2B5EF4-FFF2-40B4-BE49-F238E27FC236}">
                    <a16:creationId xmlns:a16="http://schemas.microsoft.com/office/drawing/2014/main" id="{DBDFB3C1-2349-4F84-A157-057DCABD4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204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70" name="Oval 1460">
                <a:extLst>
                  <a:ext uri="{FF2B5EF4-FFF2-40B4-BE49-F238E27FC236}">
                    <a16:creationId xmlns:a16="http://schemas.microsoft.com/office/drawing/2014/main" id="{4F2C746C-E8AE-4A2E-9801-858856ABE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1900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71" name="Freeform 1461">
                <a:extLst>
                  <a:ext uri="{FF2B5EF4-FFF2-40B4-BE49-F238E27FC236}">
                    <a16:creationId xmlns:a16="http://schemas.microsoft.com/office/drawing/2014/main" id="{AA050558-68A0-4786-95EC-D73E1A4C9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908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08 w 18"/>
                  <a:gd name="T3" fmla="*/ 34 h 20"/>
                  <a:gd name="T4" fmla="*/ 283 w 18"/>
                  <a:gd name="T5" fmla="*/ 34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2" name="Freeform 1462">
                <a:extLst>
                  <a:ext uri="{FF2B5EF4-FFF2-40B4-BE49-F238E27FC236}">
                    <a16:creationId xmlns:a16="http://schemas.microsoft.com/office/drawing/2014/main" id="{AA32C34D-8007-4F2D-85D3-A7EE335CA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921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3" name="Oval 1463">
                <a:extLst>
                  <a:ext uri="{FF2B5EF4-FFF2-40B4-BE49-F238E27FC236}">
                    <a16:creationId xmlns:a16="http://schemas.microsoft.com/office/drawing/2014/main" id="{0AB92BF8-8E48-432A-9200-3B95AE169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92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74" name="Oval 1464">
                <a:extLst>
                  <a:ext uri="{FF2B5EF4-FFF2-40B4-BE49-F238E27FC236}">
                    <a16:creationId xmlns:a16="http://schemas.microsoft.com/office/drawing/2014/main" id="{91A38FC5-F75A-4928-BDAF-9D8FC95C3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91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75" name="Oval 1465">
                <a:extLst>
                  <a:ext uri="{FF2B5EF4-FFF2-40B4-BE49-F238E27FC236}">
                    <a16:creationId xmlns:a16="http://schemas.microsoft.com/office/drawing/2014/main" id="{7B27C758-4DEA-4392-AF42-9FDB19A85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1900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76" name="Oval 1466">
                <a:extLst>
                  <a:ext uri="{FF2B5EF4-FFF2-40B4-BE49-F238E27FC236}">
                    <a16:creationId xmlns:a16="http://schemas.microsoft.com/office/drawing/2014/main" id="{0ADE9D82-8DEC-4CEE-AB55-8B1B43114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1881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77" name="Freeform 1467">
                <a:extLst>
                  <a:ext uri="{FF2B5EF4-FFF2-40B4-BE49-F238E27FC236}">
                    <a16:creationId xmlns:a16="http://schemas.microsoft.com/office/drawing/2014/main" id="{9DF35EAE-209E-4923-BC9B-3F04F2FD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903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8" name="Oval 1468">
                <a:extLst>
                  <a:ext uri="{FF2B5EF4-FFF2-40B4-BE49-F238E27FC236}">
                    <a16:creationId xmlns:a16="http://schemas.microsoft.com/office/drawing/2014/main" id="{6D2E9260-6B1B-4BBA-AD75-D42AA8BC2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190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79" name="Oval 1469">
                <a:extLst>
                  <a:ext uri="{FF2B5EF4-FFF2-40B4-BE49-F238E27FC236}">
                    <a16:creationId xmlns:a16="http://schemas.microsoft.com/office/drawing/2014/main" id="{2E9C9D92-A49D-4099-8878-6F70FAC6B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188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80" name="Oval 1470">
                <a:extLst>
                  <a:ext uri="{FF2B5EF4-FFF2-40B4-BE49-F238E27FC236}">
                    <a16:creationId xmlns:a16="http://schemas.microsoft.com/office/drawing/2014/main" id="{8225FDF3-EE92-497E-9958-4F5BD9870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097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81" name="Freeform 1471">
                <a:extLst>
                  <a:ext uri="{FF2B5EF4-FFF2-40B4-BE49-F238E27FC236}">
                    <a16:creationId xmlns:a16="http://schemas.microsoft.com/office/drawing/2014/main" id="{775B9A05-9839-432F-AC3C-80D731E10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105"/>
                <a:ext cx="43" cy="54"/>
              </a:xfrm>
              <a:custGeom>
                <a:avLst/>
                <a:gdLst>
                  <a:gd name="T0" fmla="*/ 51 w 17"/>
                  <a:gd name="T1" fmla="*/ 257 h 20"/>
                  <a:gd name="T2" fmla="*/ 210 w 17"/>
                  <a:gd name="T3" fmla="*/ 38 h 20"/>
                  <a:gd name="T4" fmla="*/ 276 w 17"/>
                  <a:gd name="T5" fmla="*/ 59 h 20"/>
                  <a:gd name="T6" fmla="*/ 159 w 17"/>
                  <a:gd name="T7" fmla="*/ 0 h 20"/>
                  <a:gd name="T8" fmla="*/ 0 w 17"/>
                  <a:gd name="T9" fmla="*/ 219 h 20"/>
                  <a:gd name="T10" fmla="*/ 96 w 17"/>
                  <a:gd name="T11" fmla="*/ 394 h 20"/>
                  <a:gd name="T12" fmla="*/ 51 w 17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2" name="Freeform 1472">
                <a:extLst>
                  <a:ext uri="{FF2B5EF4-FFF2-40B4-BE49-F238E27FC236}">
                    <a16:creationId xmlns:a16="http://schemas.microsoft.com/office/drawing/2014/main" id="{B5E4C3E9-AA52-450D-90FB-39DD0D565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119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3" name="Oval 1473">
                <a:extLst>
                  <a:ext uri="{FF2B5EF4-FFF2-40B4-BE49-F238E27FC236}">
                    <a16:creationId xmlns:a16="http://schemas.microsoft.com/office/drawing/2014/main" id="{B790D51D-8BE2-4E7D-9FA2-FD2E45C0D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211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84" name="Oval 1474">
                <a:extLst>
                  <a:ext uri="{FF2B5EF4-FFF2-40B4-BE49-F238E27FC236}">
                    <a16:creationId xmlns:a16="http://schemas.microsoft.com/office/drawing/2014/main" id="{090B9625-B857-4184-B134-B86EB59F9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11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85" name="Oval 1475">
                <a:extLst>
                  <a:ext uri="{FF2B5EF4-FFF2-40B4-BE49-F238E27FC236}">
                    <a16:creationId xmlns:a16="http://schemas.microsoft.com/office/drawing/2014/main" id="{40953AC4-942F-4BAE-90B6-CCBDBBDB7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09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86" name="Oval 1476">
                <a:extLst>
                  <a:ext uri="{FF2B5EF4-FFF2-40B4-BE49-F238E27FC236}">
                    <a16:creationId xmlns:a16="http://schemas.microsoft.com/office/drawing/2014/main" id="{37CB72EF-BEF8-484D-9575-28881980D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353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87" name="Freeform 1477">
                <a:extLst>
                  <a:ext uri="{FF2B5EF4-FFF2-40B4-BE49-F238E27FC236}">
                    <a16:creationId xmlns:a16="http://schemas.microsoft.com/office/drawing/2014/main" id="{9284B2A3-9DEE-439D-8728-97D0C50CC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361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8" name="Freeform 1478">
                <a:extLst>
                  <a:ext uri="{FF2B5EF4-FFF2-40B4-BE49-F238E27FC236}">
                    <a16:creationId xmlns:a16="http://schemas.microsoft.com/office/drawing/2014/main" id="{069DD37C-E5FF-42B6-861C-F3E95D7F9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75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20 w 11"/>
                  <a:gd name="T5" fmla="*/ 294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9" name="Oval 1479">
                <a:extLst>
                  <a:ext uri="{FF2B5EF4-FFF2-40B4-BE49-F238E27FC236}">
                    <a16:creationId xmlns:a16="http://schemas.microsoft.com/office/drawing/2014/main" id="{C730DC14-2266-48D5-BC2C-0F3389D5C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37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90" name="Oval 1480">
                <a:extLst>
                  <a:ext uri="{FF2B5EF4-FFF2-40B4-BE49-F238E27FC236}">
                    <a16:creationId xmlns:a16="http://schemas.microsoft.com/office/drawing/2014/main" id="{AE202DB0-5748-46AD-9CB6-932A48B8D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369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91" name="Oval 1481">
                <a:extLst>
                  <a:ext uri="{FF2B5EF4-FFF2-40B4-BE49-F238E27FC236}">
                    <a16:creationId xmlns:a16="http://schemas.microsoft.com/office/drawing/2014/main" id="{46E331A0-BAA9-46F8-BA2F-3EAE33F91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353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92" name="Oval 1482">
                <a:extLst>
                  <a:ext uri="{FF2B5EF4-FFF2-40B4-BE49-F238E27FC236}">
                    <a16:creationId xmlns:a16="http://schemas.microsoft.com/office/drawing/2014/main" id="{5A453572-C001-415A-B42E-503D7FC0A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121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93" name="Freeform 1483">
                <a:extLst>
                  <a:ext uri="{FF2B5EF4-FFF2-40B4-BE49-F238E27FC236}">
                    <a16:creationId xmlns:a16="http://schemas.microsoft.com/office/drawing/2014/main" id="{AD09D6C4-51E5-42A2-A3E6-3A37A687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129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4" name="Freeform 1484">
                <a:extLst>
                  <a:ext uri="{FF2B5EF4-FFF2-40B4-BE49-F238E27FC236}">
                    <a16:creationId xmlns:a16="http://schemas.microsoft.com/office/drawing/2014/main" id="{177765F0-EA44-4ACE-BEB8-27DE34FD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143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5" name="Oval 1485">
                <a:extLst>
                  <a:ext uri="{FF2B5EF4-FFF2-40B4-BE49-F238E27FC236}">
                    <a16:creationId xmlns:a16="http://schemas.microsoft.com/office/drawing/2014/main" id="{BC7F0E85-15D7-47A0-B253-0B058A296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214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96" name="Oval 1486">
                <a:extLst>
                  <a:ext uri="{FF2B5EF4-FFF2-40B4-BE49-F238E27FC236}">
                    <a16:creationId xmlns:a16="http://schemas.microsoft.com/office/drawing/2014/main" id="{F41C7921-98C7-402C-86FE-9A60EA657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214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97" name="Oval 1487">
                <a:extLst>
                  <a:ext uri="{FF2B5EF4-FFF2-40B4-BE49-F238E27FC236}">
                    <a16:creationId xmlns:a16="http://schemas.microsoft.com/office/drawing/2014/main" id="{9CC3A202-5C02-45A4-8EF7-8BE7A1B71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12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98" name="Freeform 1488">
                <a:extLst>
                  <a:ext uri="{FF2B5EF4-FFF2-40B4-BE49-F238E27FC236}">
                    <a16:creationId xmlns:a16="http://schemas.microsoft.com/office/drawing/2014/main" id="{07C4C3C0-45E8-4722-8504-3F51DE49C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313"/>
                <a:ext cx="68" cy="72"/>
              </a:xfrm>
              <a:custGeom>
                <a:avLst/>
                <a:gdLst>
                  <a:gd name="T0" fmla="*/ 222 w 27"/>
                  <a:gd name="T1" fmla="*/ 0 h 27"/>
                  <a:gd name="T2" fmla="*/ 0 w 27"/>
                  <a:gd name="T3" fmla="*/ 248 h 27"/>
                  <a:gd name="T4" fmla="*/ 222 w 27"/>
                  <a:gd name="T5" fmla="*/ 512 h 27"/>
                  <a:gd name="T6" fmla="*/ 305 w 27"/>
                  <a:gd name="T7" fmla="*/ 491 h 27"/>
                  <a:gd name="T8" fmla="*/ 431 w 27"/>
                  <a:gd name="T9" fmla="*/ 307 h 27"/>
                  <a:gd name="T10" fmla="*/ 431 w 27"/>
                  <a:gd name="T11" fmla="*/ 248 h 27"/>
                  <a:gd name="T12" fmla="*/ 222 w 27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7">
                    <a:moveTo>
                      <a:pt x="14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6" y="27"/>
                      <a:pt x="18" y="26"/>
                      <a:pt x="19" y="26"/>
                    </a:cubicBezTo>
                    <a:cubicBezTo>
                      <a:pt x="22" y="23"/>
                      <a:pt x="25" y="19"/>
                      <a:pt x="27" y="16"/>
                    </a:cubicBezTo>
                    <a:cubicBezTo>
                      <a:pt x="27" y="15"/>
                      <a:pt x="27" y="14"/>
                      <a:pt x="27" y="13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9" name="Freeform 1489">
                <a:extLst>
                  <a:ext uri="{FF2B5EF4-FFF2-40B4-BE49-F238E27FC236}">
                    <a16:creationId xmlns:a16="http://schemas.microsoft.com/office/drawing/2014/main" id="{460A3BDF-A19F-4783-93D8-75A3165A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319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0" name="Freeform 1490">
                <a:extLst>
                  <a:ext uri="{FF2B5EF4-FFF2-40B4-BE49-F238E27FC236}">
                    <a16:creationId xmlns:a16="http://schemas.microsoft.com/office/drawing/2014/main" id="{8FCFB5B2-DFCD-4A93-82B4-4A8A2E1B1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335"/>
                <a:ext cx="28" cy="42"/>
              </a:xfrm>
              <a:custGeom>
                <a:avLst/>
                <a:gdLst>
                  <a:gd name="T0" fmla="*/ 150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1" name="Oval 1491">
                <a:extLst>
                  <a:ext uri="{FF2B5EF4-FFF2-40B4-BE49-F238E27FC236}">
                    <a16:creationId xmlns:a16="http://schemas.microsoft.com/office/drawing/2014/main" id="{BD9997DE-CE5C-451C-9876-5BC44791F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1" y="2335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02" name="Oval 1492">
                <a:extLst>
                  <a:ext uri="{FF2B5EF4-FFF2-40B4-BE49-F238E27FC236}">
                    <a16:creationId xmlns:a16="http://schemas.microsoft.com/office/drawing/2014/main" id="{2EC2A801-63D6-4CD4-A415-71AF809EF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232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03" name="Freeform 1493">
                <a:extLst>
                  <a:ext uri="{FF2B5EF4-FFF2-40B4-BE49-F238E27FC236}">
                    <a16:creationId xmlns:a16="http://schemas.microsoft.com/office/drawing/2014/main" id="{7E207B9B-CD4D-40FF-94A2-D4237DBA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313"/>
                <a:ext cx="68" cy="72"/>
              </a:xfrm>
              <a:custGeom>
                <a:avLst/>
                <a:gdLst>
                  <a:gd name="T0" fmla="*/ 222 w 27"/>
                  <a:gd name="T1" fmla="*/ 0 h 27"/>
                  <a:gd name="T2" fmla="*/ 0 w 27"/>
                  <a:gd name="T3" fmla="*/ 248 h 27"/>
                  <a:gd name="T4" fmla="*/ 222 w 27"/>
                  <a:gd name="T5" fmla="*/ 512 h 27"/>
                  <a:gd name="T6" fmla="*/ 305 w 27"/>
                  <a:gd name="T7" fmla="*/ 491 h 27"/>
                  <a:gd name="T8" fmla="*/ 431 w 27"/>
                  <a:gd name="T9" fmla="*/ 307 h 27"/>
                  <a:gd name="T10" fmla="*/ 431 w 27"/>
                  <a:gd name="T11" fmla="*/ 248 h 27"/>
                  <a:gd name="T12" fmla="*/ 222 w 27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7">
                    <a:moveTo>
                      <a:pt x="14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6" y="27"/>
                      <a:pt x="18" y="26"/>
                      <a:pt x="19" y="26"/>
                    </a:cubicBezTo>
                    <a:cubicBezTo>
                      <a:pt x="22" y="23"/>
                      <a:pt x="25" y="19"/>
                      <a:pt x="27" y="16"/>
                    </a:cubicBezTo>
                    <a:cubicBezTo>
                      <a:pt x="27" y="15"/>
                      <a:pt x="27" y="14"/>
                      <a:pt x="27" y="13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4" name="Oval 1494">
                <a:extLst>
                  <a:ext uri="{FF2B5EF4-FFF2-40B4-BE49-F238E27FC236}">
                    <a16:creationId xmlns:a16="http://schemas.microsoft.com/office/drawing/2014/main" id="{67C397F4-5028-458C-90AF-E4E4FE834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1" y="229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05" name="Freeform 1495">
                <a:extLst>
                  <a:ext uri="{FF2B5EF4-FFF2-40B4-BE49-F238E27FC236}">
                    <a16:creationId xmlns:a16="http://schemas.microsoft.com/office/drawing/2014/main" id="{1B400A0E-2090-4C44-A45B-77D435839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305"/>
                <a:ext cx="42" cy="54"/>
              </a:xfrm>
              <a:custGeom>
                <a:avLst/>
                <a:gdLst>
                  <a:gd name="T0" fmla="*/ 42 w 17"/>
                  <a:gd name="T1" fmla="*/ 232 h 20"/>
                  <a:gd name="T2" fmla="*/ 195 w 17"/>
                  <a:gd name="T3" fmla="*/ 38 h 20"/>
                  <a:gd name="T4" fmla="*/ 257 w 17"/>
                  <a:gd name="T5" fmla="*/ 59 h 20"/>
                  <a:gd name="T6" fmla="*/ 153 w 17"/>
                  <a:gd name="T7" fmla="*/ 0 h 20"/>
                  <a:gd name="T8" fmla="*/ 0 w 17"/>
                  <a:gd name="T9" fmla="*/ 197 h 20"/>
                  <a:gd name="T10" fmla="*/ 91 w 17"/>
                  <a:gd name="T11" fmla="*/ 394 h 20"/>
                  <a:gd name="T12" fmla="*/ 42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6" name="Freeform 1496">
                <a:extLst>
                  <a:ext uri="{FF2B5EF4-FFF2-40B4-BE49-F238E27FC236}">
                    <a16:creationId xmlns:a16="http://schemas.microsoft.com/office/drawing/2014/main" id="{04286A78-15DA-489D-B3D5-5E8B56C72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2319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7" name="Oval 1497">
                <a:extLst>
                  <a:ext uri="{FF2B5EF4-FFF2-40B4-BE49-F238E27FC236}">
                    <a16:creationId xmlns:a16="http://schemas.microsoft.com/office/drawing/2014/main" id="{ABAEF90E-83A8-401D-9B2E-BD01CB324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3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08" name="Oval 1498">
                <a:extLst>
                  <a:ext uri="{FF2B5EF4-FFF2-40B4-BE49-F238E27FC236}">
                    <a16:creationId xmlns:a16="http://schemas.microsoft.com/office/drawing/2014/main" id="{1D28B7CD-C0AE-419A-8646-C0719CBCF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4" y="231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09" name="Oval 1499">
                <a:extLst>
                  <a:ext uri="{FF2B5EF4-FFF2-40B4-BE49-F238E27FC236}">
                    <a16:creationId xmlns:a16="http://schemas.microsoft.com/office/drawing/2014/main" id="{0508AD4F-47FB-49D7-9D64-EACB13658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1" y="229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10" name="Oval 1500">
                <a:extLst>
                  <a:ext uri="{FF2B5EF4-FFF2-40B4-BE49-F238E27FC236}">
                    <a16:creationId xmlns:a16="http://schemas.microsoft.com/office/drawing/2014/main" id="{C5C8E03C-31D8-4D57-86A6-5EC4C3312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380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11" name="Freeform 1501">
                <a:extLst>
                  <a:ext uri="{FF2B5EF4-FFF2-40B4-BE49-F238E27FC236}">
                    <a16:creationId xmlns:a16="http://schemas.microsoft.com/office/drawing/2014/main" id="{59FDA30F-7BA9-4AE7-B317-62EE6DCFB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388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2" name="Freeform 1502">
                <a:extLst>
                  <a:ext uri="{FF2B5EF4-FFF2-40B4-BE49-F238E27FC236}">
                    <a16:creationId xmlns:a16="http://schemas.microsoft.com/office/drawing/2014/main" id="{CB78225C-FCAE-4F57-946F-62933199F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01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3" name="Oval 1503">
                <a:extLst>
                  <a:ext uri="{FF2B5EF4-FFF2-40B4-BE49-F238E27FC236}">
                    <a16:creationId xmlns:a16="http://schemas.microsoft.com/office/drawing/2014/main" id="{B218D4EF-DB7C-4242-A8C7-A81ED6880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240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14" name="Oval 1504">
                <a:extLst>
                  <a:ext uri="{FF2B5EF4-FFF2-40B4-BE49-F238E27FC236}">
                    <a16:creationId xmlns:a16="http://schemas.microsoft.com/office/drawing/2014/main" id="{23A235CA-C585-41F1-9068-1AC19F531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399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15" name="Oval 1505">
                <a:extLst>
                  <a:ext uri="{FF2B5EF4-FFF2-40B4-BE49-F238E27FC236}">
                    <a16:creationId xmlns:a16="http://schemas.microsoft.com/office/drawing/2014/main" id="{197D2EAD-1BB8-4375-ADDB-5D60FFC8F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380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16" name="Oval 1506">
                <a:extLst>
                  <a:ext uri="{FF2B5EF4-FFF2-40B4-BE49-F238E27FC236}">
                    <a16:creationId xmlns:a16="http://schemas.microsoft.com/office/drawing/2014/main" id="{58118729-0B3B-4971-B0EE-7C0F55AA3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2175"/>
                <a:ext cx="67" cy="74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17" name="Freeform 1507">
                <a:extLst>
                  <a:ext uri="{FF2B5EF4-FFF2-40B4-BE49-F238E27FC236}">
                    <a16:creationId xmlns:a16="http://schemas.microsoft.com/office/drawing/2014/main" id="{3DA1B670-216B-4E90-8656-0C8220D81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199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8" name="Oval 1508">
                <a:extLst>
                  <a:ext uri="{FF2B5EF4-FFF2-40B4-BE49-F238E27FC236}">
                    <a16:creationId xmlns:a16="http://schemas.microsoft.com/office/drawing/2014/main" id="{220D922F-2A9D-4AF9-ADA5-F77D51134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19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19" name="Oval 1509">
                <a:extLst>
                  <a:ext uri="{FF2B5EF4-FFF2-40B4-BE49-F238E27FC236}">
                    <a16:creationId xmlns:a16="http://schemas.microsoft.com/office/drawing/2014/main" id="{D573CE10-5341-433E-B7F5-E41FC6400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1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20" name="Oval 1510">
                <a:extLst>
                  <a:ext uri="{FF2B5EF4-FFF2-40B4-BE49-F238E27FC236}">
                    <a16:creationId xmlns:a16="http://schemas.microsoft.com/office/drawing/2014/main" id="{8C65BBA6-9CCD-44F5-9BE5-6FFB36AC0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2175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21" name="Oval 1511">
                <a:extLst>
                  <a:ext uri="{FF2B5EF4-FFF2-40B4-BE49-F238E27FC236}">
                    <a16:creationId xmlns:a16="http://schemas.microsoft.com/office/drawing/2014/main" id="{DD5669F7-E4B0-489E-AEB0-96C2A5A5B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255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22" name="Freeform 1512">
                <a:extLst>
                  <a:ext uri="{FF2B5EF4-FFF2-40B4-BE49-F238E27FC236}">
                    <a16:creationId xmlns:a16="http://schemas.microsoft.com/office/drawing/2014/main" id="{78066745-F255-462D-B67E-89219E7C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260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3" name="Freeform 1513">
                <a:extLst>
                  <a:ext uri="{FF2B5EF4-FFF2-40B4-BE49-F238E27FC236}">
                    <a16:creationId xmlns:a16="http://schemas.microsoft.com/office/drawing/2014/main" id="{BE5873CE-24CF-403F-BB93-2CA7E675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276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4" name="Oval 1514">
                <a:extLst>
                  <a:ext uri="{FF2B5EF4-FFF2-40B4-BE49-F238E27FC236}">
                    <a16:creationId xmlns:a16="http://schemas.microsoft.com/office/drawing/2014/main" id="{7240C730-A170-4B67-BB33-A1783D777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27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25" name="Oval 1515">
                <a:extLst>
                  <a:ext uri="{FF2B5EF4-FFF2-40B4-BE49-F238E27FC236}">
                    <a16:creationId xmlns:a16="http://schemas.microsoft.com/office/drawing/2014/main" id="{8826B740-486A-464A-96E5-6D353E1F4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1" y="22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26" name="Oval 1516">
                <a:extLst>
                  <a:ext uri="{FF2B5EF4-FFF2-40B4-BE49-F238E27FC236}">
                    <a16:creationId xmlns:a16="http://schemas.microsoft.com/office/drawing/2014/main" id="{76767963-61C6-4368-B76C-15C558084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255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27" name="Oval 1517">
                <a:extLst>
                  <a:ext uri="{FF2B5EF4-FFF2-40B4-BE49-F238E27FC236}">
                    <a16:creationId xmlns:a16="http://schemas.microsoft.com/office/drawing/2014/main" id="{725CEA3D-66C1-4509-9B4E-BC3DB934A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140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28" name="Freeform 1518">
                <a:extLst>
                  <a:ext uri="{FF2B5EF4-FFF2-40B4-BE49-F238E27FC236}">
                    <a16:creationId xmlns:a16="http://schemas.microsoft.com/office/drawing/2014/main" id="{71068BA1-D8CA-45DE-989E-CC1F6B384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148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9" name="Freeform 1519">
                <a:extLst>
                  <a:ext uri="{FF2B5EF4-FFF2-40B4-BE49-F238E27FC236}">
                    <a16:creationId xmlns:a16="http://schemas.microsoft.com/office/drawing/2014/main" id="{3B8FC1D1-8282-4A2C-B0EF-5FA968C5C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161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0" name="Oval 1520">
                <a:extLst>
                  <a:ext uri="{FF2B5EF4-FFF2-40B4-BE49-F238E27FC236}">
                    <a16:creationId xmlns:a16="http://schemas.microsoft.com/office/drawing/2014/main" id="{DD07439A-CFD1-40F6-815C-5D7FE69ED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16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31" name="Oval 1521">
                <a:extLst>
                  <a:ext uri="{FF2B5EF4-FFF2-40B4-BE49-F238E27FC236}">
                    <a16:creationId xmlns:a16="http://schemas.microsoft.com/office/drawing/2014/main" id="{AB99D730-1DA3-4A26-9593-C0FD4D5FE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159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32" name="Oval 1522">
                <a:extLst>
                  <a:ext uri="{FF2B5EF4-FFF2-40B4-BE49-F238E27FC236}">
                    <a16:creationId xmlns:a16="http://schemas.microsoft.com/office/drawing/2014/main" id="{3720751F-460C-485F-86CA-DF31E2DAA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140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33" name="Oval 1523">
                <a:extLst>
                  <a:ext uri="{FF2B5EF4-FFF2-40B4-BE49-F238E27FC236}">
                    <a16:creationId xmlns:a16="http://schemas.microsoft.com/office/drawing/2014/main" id="{874A7035-5B9A-4DAA-B5F9-A3775D73B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219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34" name="Freeform 1524">
                <a:extLst>
                  <a:ext uri="{FF2B5EF4-FFF2-40B4-BE49-F238E27FC236}">
                    <a16:creationId xmlns:a16="http://schemas.microsoft.com/office/drawing/2014/main" id="{9A774282-7380-4146-B5FF-105012810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207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5" name="Freeform 1525">
                <a:extLst>
                  <a:ext uri="{FF2B5EF4-FFF2-40B4-BE49-F238E27FC236}">
                    <a16:creationId xmlns:a16="http://schemas.microsoft.com/office/drawing/2014/main" id="{53561272-4415-4B35-AAB1-A8719719F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220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20 w 11"/>
                  <a:gd name="T5" fmla="*/ 294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6" name="Oval 1526">
                <a:extLst>
                  <a:ext uri="{FF2B5EF4-FFF2-40B4-BE49-F238E27FC236}">
                    <a16:creationId xmlns:a16="http://schemas.microsoft.com/office/drawing/2014/main" id="{D5582B59-4F49-4858-B11F-5F264E6D2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22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37" name="Oval 1527">
                <a:extLst>
                  <a:ext uri="{FF2B5EF4-FFF2-40B4-BE49-F238E27FC236}">
                    <a16:creationId xmlns:a16="http://schemas.microsoft.com/office/drawing/2014/main" id="{151D3E36-3013-4DF8-9A3E-841495C69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2215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38" name="Oval 1528">
                <a:extLst>
                  <a:ext uri="{FF2B5EF4-FFF2-40B4-BE49-F238E27FC236}">
                    <a16:creationId xmlns:a16="http://schemas.microsoft.com/office/drawing/2014/main" id="{C91479B3-78A0-4765-BED6-11E6CF7C7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219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39" name="Oval 1529">
                <a:extLst>
                  <a:ext uri="{FF2B5EF4-FFF2-40B4-BE49-F238E27FC236}">
                    <a16:creationId xmlns:a16="http://schemas.microsoft.com/office/drawing/2014/main" id="{7C39E652-81DF-43FB-909A-70BA07695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281"/>
                <a:ext cx="67" cy="75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40" name="Freeform 1530">
                <a:extLst>
                  <a:ext uri="{FF2B5EF4-FFF2-40B4-BE49-F238E27FC236}">
                    <a16:creationId xmlns:a16="http://schemas.microsoft.com/office/drawing/2014/main" id="{58B3CD39-A2E9-41FE-80C2-2208B272B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305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1" name="Oval 1531">
                <a:extLst>
                  <a:ext uri="{FF2B5EF4-FFF2-40B4-BE49-F238E27FC236}">
                    <a16:creationId xmlns:a16="http://schemas.microsoft.com/office/drawing/2014/main" id="{45167862-32C2-41FA-BFCA-18775AE4B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281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42" name="Oval 1532">
                <a:extLst>
                  <a:ext uri="{FF2B5EF4-FFF2-40B4-BE49-F238E27FC236}">
                    <a16:creationId xmlns:a16="http://schemas.microsoft.com/office/drawing/2014/main" id="{F4D8C32D-A934-4A22-ABD2-FF295083D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167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43" name="Freeform 1533">
                <a:extLst>
                  <a:ext uri="{FF2B5EF4-FFF2-40B4-BE49-F238E27FC236}">
                    <a16:creationId xmlns:a16="http://schemas.microsoft.com/office/drawing/2014/main" id="{59DE5D52-63A6-4B73-A572-87BE752F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175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4" name="Freeform 1534">
                <a:extLst>
                  <a:ext uri="{FF2B5EF4-FFF2-40B4-BE49-F238E27FC236}">
                    <a16:creationId xmlns:a16="http://schemas.microsoft.com/office/drawing/2014/main" id="{5A87B75F-14BE-47B9-B4D2-3ED4894CC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188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5" name="Oval 1535">
                <a:extLst>
                  <a:ext uri="{FF2B5EF4-FFF2-40B4-BE49-F238E27FC236}">
                    <a16:creationId xmlns:a16="http://schemas.microsoft.com/office/drawing/2014/main" id="{58257ED6-F6F1-46CA-A353-9432589F2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18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46" name="Oval 1536">
                <a:extLst>
                  <a:ext uri="{FF2B5EF4-FFF2-40B4-BE49-F238E27FC236}">
                    <a16:creationId xmlns:a16="http://schemas.microsoft.com/office/drawing/2014/main" id="{960D0D8F-1BF4-4D3C-B6A7-ECF04D85E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1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47" name="Oval 1537">
                <a:extLst>
                  <a:ext uri="{FF2B5EF4-FFF2-40B4-BE49-F238E27FC236}">
                    <a16:creationId xmlns:a16="http://schemas.microsoft.com/office/drawing/2014/main" id="{0AFFA6BA-A642-4870-B3F1-680A63FF1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16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48" name="Oval 1538">
                <a:extLst>
                  <a:ext uri="{FF2B5EF4-FFF2-40B4-BE49-F238E27FC236}">
                    <a16:creationId xmlns:a16="http://schemas.microsoft.com/office/drawing/2014/main" id="{0D7CB92F-E754-46EA-8ED2-2D6E8CE45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16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49" name="Freeform 1539">
                <a:extLst>
                  <a:ext uri="{FF2B5EF4-FFF2-40B4-BE49-F238E27FC236}">
                    <a16:creationId xmlns:a16="http://schemas.microsoft.com/office/drawing/2014/main" id="{0D590E17-28E7-409C-9C41-8A658D8D0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169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0" name="Freeform 1540">
                <a:extLst>
                  <a:ext uri="{FF2B5EF4-FFF2-40B4-BE49-F238E27FC236}">
                    <a16:creationId xmlns:a16="http://schemas.microsoft.com/office/drawing/2014/main" id="{185EDAD3-0988-4C62-9D40-2346F4858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183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1" name="Oval 1541">
                <a:extLst>
                  <a:ext uri="{FF2B5EF4-FFF2-40B4-BE49-F238E27FC236}">
                    <a16:creationId xmlns:a16="http://schemas.microsoft.com/office/drawing/2014/main" id="{0D6B7760-2548-4116-B92E-012D27226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218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52" name="Oval 1542">
                <a:extLst>
                  <a:ext uri="{FF2B5EF4-FFF2-40B4-BE49-F238E27FC236}">
                    <a16:creationId xmlns:a16="http://schemas.microsoft.com/office/drawing/2014/main" id="{8CFB6532-FCAC-4468-87F3-B38182A8C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18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53" name="Oval 1543">
                <a:extLst>
                  <a:ext uri="{FF2B5EF4-FFF2-40B4-BE49-F238E27FC236}">
                    <a16:creationId xmlns:a16="http://schemas.microsoft.com/office/drawing/2014/main" id="{CA3C4807-E1B9-4D13-A64C-1785FCAC7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16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54" name="Oval 1544">
                <a:extLst>
                  <a:ext uri="{FF2B5EF4-FFF2-40B4-BE49-F238E27FC236}">
                    <a16:creationId xmlns:a16="http://schemas.microsoft.com/office/drawing/2014/main" id="{103698F4-5757-43B6-90BA-9DD061322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292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55" name="Freeform 1545">
                <a:extLst>
                  <a:ext uri="{FF2B5EF4-FFF2-40B4-BE49-F238E27FC236}">
                    <a16:creationId xmlns:a16="http://schemas.microsoft.com/office/drawing/2014/main" id="{EC08D15E-8745-4B48-95E0-91DBF11B8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300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6" name="Freeform 1546">
                <a:extLst>
                  <a:ext uri="{FF2B5EF4-FFF2-40B4-BE49-F238E27FC236}">
                    <a16:creationId xmlns:a16="http://schemas.microsoft.com/office/drawing/2014/main" id="{C5ABE4BA-6B81-4C9D-AF66-3221BABE5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313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14 h 17"/>
                  <a:gd name="T4" fmla="*/ 12 w 11"/>
                  <a:gd name="T5" fmla="*/ 314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7" name="Oval 1547">
                <a:extLst>
                  <a:ext uri="{FF2B5EF4-FFF2-40B4-BE49-F238E27FC236}">
                    <a16:creationId xmlns:a16="http://schemas.microsoft.com/office/drawing/2014/main" id="{2AC13562-79BF-4DA5-8C35-DBE104960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3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58" name="Oval 1548">
                <a:extLst>
                  <a:ext uri="{FF2B5EF4-FFF2-40B4-BE49-F238E27FC236}">
                    <a16:creationId xmlns:a16="http://schemas.microsoft.com/office/drawing/2014/main" id="{0AB646B1-2C43-404C-ABB4-7D105444F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2308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59" name="Oval 1549">
                <a:extLst>
                  <a:ext uri="{FF2B5EF4-FFF2-40B4-BE49-F238E27FC236}">
                    <a16:creationId xmlns:a16="http://schemas.microsoft.com/office/drawing/2014/main" id="{A64541E2-88B6-4B5E-8378-400A240CD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292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60" name="Oval 1550">
                <a:extLst>
                  <a:ext uri="{FF2B5EF4-FFF2-40B4-BE49-F238E27FC236}">
                    <a16:creationId xmlns:a16="http://schemas.microsoft.com/office/drawing/2014/main" id="{EDE7B279-ED8B-40B4-A0C6-A7BC84780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23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61" name="Freeform 1551">
                <a:extLst>
                  <a:ext uri="{FF2B5EF4-FFF2-40B4-BE49-F238E27FC236}">
                    <a16:creationId xmlns:a16="http://schemas.microsoft.com/office/drawing/2014/main" id="{9FB27178-B464-41C3-AA1B-7E086079B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47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2" name="Freeform 1552">
                <a:extLst>
                  <a:ext uri="{FF2B5EF4-FFF2-40B4-BE49-F238E27FC236}">
                    <a16:creationId xmlns:a16="http://schemas.microsoft.com/office/drawing/2014/main" id="{3543AEE9-6C08-45FD-AF7F-4158B458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260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3" name="Oval 1553">
                <a:extLst>
                  <a:ext uri="{FF2B5EF4-FFF2-40B4-BE49-F238E27FC236}">
                    <a16:creationId xmlns:a16="http://schemas.microsoft.com/office/drawing/2014/main" id="{B506CB4C-AE76-4EF7-A876-0A241314E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26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64" name="Oval 1554">
                <a:extLst>
                  <a:ext uri="{FF2B5EF4-FFF2-40B4-BE49-F238E27FC236}">
                    <a16:creationId xmlns:a16="http://schemas.microsoft.com/office/drawing/2014/main" id="{3A9B37A4-670A-474A-997D-77DFA6734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25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65" name="Oval 1555">
                <a:extLst>
                  <a:ext uri="{FF2B5EF4-FFF2-40B4-BE49-F238E27FC236}">
                    <a16:creationId xmlns:a16="http://schemas.microsoft.com/office/drawing/2014/main" id="{9840B7BF-F206-4BBD-92FB-A2CA6F6F4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23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66" name="Oval 1556">
                <a:extLst>
                  <a:ext uri="{FF2B5EF4-FFF2-40B4-BE49-F238E27FC236}">
                    <a16:creationId xmlns:a16="http://schemas.microsoft.com/office/drawing/2014/main" id="{6A6B0B19-F56B-4825-8AE0-23DC2EA2F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20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67" name="Freeform 1557">
                <a:extLst>
                  <a:ext uri="{FF2B5EF4-FFF2-40B4-BE49-F238E27FC236}">
                    <a16:creationId xmlns:a16="http://schemas.microsoft.com/office/drawing/2014/main" id="{B53328EA-35FB-4400-8436-6AED846BE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215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08 w 18"/>
                  <a:gd name="T3" fmla="*/ 34 h 20"/>
                  <a:gd name="T4" fmla="*/ 283 w 18"/>
                  <a:gd name="T5" fmla="*/ 34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8" name="Freeform 1558">
                <a:extLst>
                  <a:ext uri="{FF2B5EF4-FFF2-40B4-BE49-F238E27FC236}">
                    <a16:creationId xmlns:a16="http://schemas.microsoft.com/office/drawing/2014/main" id="{33BEDBAF-BD96-4B51-9B3A-318DA90A2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28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9" name="Oval 1559">
                <a:extLst>
                  <a:ext uri="{FF2B5EF4-FFF2-40B4-BE49-F238E27FC236}">
                    <a16:creationId xmlns:a16="http://schemas.microsoft.com/office/drawing/2014/main" id="{50F7409E-831E-40CA-A807-49B9AAAED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22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70" name="Oval 1560">
                <a:extLst>
                  <a:ext uri="{FF2B5EF4-FFF2-40B4-BE49-F238E27FC236}">
                    <a16:creationId xmlns:a16="http://schemas.microsoft.com/office/drawing/2014/main" id="{6553F118-6837-4694-9835-854064A2C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223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71" name="Oval 1561">
                <a:extLst>
                  <a:ext uri="{FF2B5EF4-FFF2-40B4-BE49-F238E27FC236}">
                    <a16:creationId xmlns:a16="http://schemas.microsoft.com/office/drawing/2014/main" id="{2B90F2AF-AFB9-480D-8CDF-ED605D933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20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72" name="Oval 1562">
                <a:extLst>
                  <a:ext uri="{FF2B5EF4-FFF2-40B4-BE49-F238E27FC236}">
                    <a16:creationId xmlns:a16="http://schemas.microsoft.com/office/drawing/2014/main" id="{A0651C92-2BB3-4D7E-966B-BC8CC5BED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316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73" name="Freeform 1563">
                <a:extLst>
                  <a:ext uri="{FF2B5EF4-FFF2-40B4-BE49-F238E27FC236}">
                    <a16:creationId xmlns:a16="http://schemas.microsoft.com/office/drawing/2014/main" id="{6F724100-FB59-4B66-AAAD-CD2096C9F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324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4" name="Freeform 1564">
                <a:extLst>
                  <a:ext uri="{FF2B5EF4-FFF2-40B4-BE49-F238E27FC236}">
                    <a16:creationId xmlns:a16="http://schemas.microsoft.com/office/drawing/2014/main" id="{6B43B344-8105-433C-BB55-B4855C066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337"/>
                <a:ext cx="28" cy="43"/>
              </a:xfrm>
              <a:custGeom>
                <a:avLst/>
                <a:gdLst>
                  <a:gd name="T0" fmla="*/ 163 w 11"/>
                  <a:gd name="T1" fmla="*/ 116 h 16"/>
                  <a:gd name="T2" fmla="*/ 0 w 11"/>
                  <a:gd name="T3" fmla="*/ 312 h 16"/>
                  <a:gd name="T4" fmla="*/ 2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6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5" name="Oval 1565">
                <a:extLst>
                  <a:ext uri="{FF2B5EF4-FFF2-40B4-BE49-F238E27FC236}">
                    <a16:creationId xmlns:a16="http://schemas.microsoft.com/office/drawing/2014/main" id="{2376EE64-D437-43EF-99AD-887757C86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33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76" name="Oval 1566">
                <a:extLst>
                  <a:ext uri="{FF2B5EF4-FFF2-40B4-BE49-F238E27FC236}">
                    <a16:creationId xmlns:a16="http://schemas.microsoft.com/office/drawing/2014/main" id="{C62D272C-1E3D-456D-B5D7-27D4F33F2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332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77" name="Oval 1567">
                <a:extLst>
                  <a:ext uri="{FF2B5EF4-FFF2-40B4-BE49-F238E27FC236}">
                    <a16:creationId xmlns:a16="http://schemas.microsoft.com/office/drawing/2014/main" id="{A4911A0A-E286-4C4A-87EB-F622246D1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316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78" name="Oval 1568">
                <a:extLst>
                  <a:ext uri="{FF2B5EF4-FFF2-40B4-BE49-F238E27FC236}">
                    <a16:creationId xmlns:a16="http://schemas.microsoft.com/office/drawing/2014/main" id="{B6B8BB6E-BDA8-48C5-8817-7262A7C9D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225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79" name="Freeform 1569">
                <a:extLst>
                  <a:ext uri="{FF2B5EF4-FFF2-40B4-BE49-F238E27FC236}">
                    <a16:creationId xmlns:a16="http://schemas.microsoft.com/office/drawing/2014/main" id="{29AF6235-0711-410F-9AE7-40F9E4790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233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0" name="Freeform 1570">
                <a:extLst>
                  <a:ext uri="{FF2B5EF4-FFF2-40B4-BE49-F238E27FC236}">
                    <a16:creationId xmlns:a16="http://schemas.microsoft.com/office/drawing/2014/main" id="{E94658F0-CBCE-44EA-9CD2-7D49E981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249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1" name="Oval 1571">
                <a:extLst>
                  <a:ext uri="{FF2B5EF4-FFF2-40B4-BE49-F238E27FC236}">
                    <a16:creationId xmlns:a16="http://schemas.microsoft.com/office/drawing/2014/main" id="{BB4B8579-F283-4E7A-8E9E-13EABFC80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22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82" name="Oval 1572">
                <a:extLst>
                  <a:ext uri="{FF2B5EF4-FFF2-40B4-BE49-F238E27FC236}">
                    <a16:creationId xmlns:a16="http://schemas.microsoft.com/office/drawing/2014/main" id="{E337E781-882C-4AC6-87FA-3594F91AF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2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83" name="Oval 1573">
                <a:extLst>
                  <a:ext uri="{FF2B5EF4-FFF2-40B4-BE49-F238E27FC236}">
                    <a16:creationId xmlns:a16="http://schemas.microsoft.com/office/drawing/2014/main" id="{B093A13F-491B-4718-A2BF-E8C4B9BBE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225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84" name="Oval 1574">
                <a:extLst>
                  <a:ext uri="{FF2B5EF4-FFF2-40B4-BE49-F238E27FC236}">
                    <a16:creationId xmlns:a16="http://schemas.microsoft.com/office/drawing/2014/main" id="{A6508521-C472-44DC-88CF-8D96B22A4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225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85" name="Freeform 1575">
                <a:extLst>
                  <a:ext uri="{FF2B5EF4-FFF2-40B4-BE49-F238E27FC236}">
                    <a16:creationId xmlns:a16="http://schemas.microsoft.com/office/drawing/2014/main" id="{0EC8BC8A-54CD-47BF-B5AA-E12BC739F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65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6" name="Freeform 1576">
                <a:extLst>
                  <a:ext uri="{FF2B5EF4-FFF2-40B4-BE49-F238E27FC236}">
                    <a16:creationId xmlns:a16="http://schemas.microsoft.com/office/drawing/2014/main" id="{CA824470-2642-4F04-9D90-176C0E1BC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27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7" name="Oval 1577">
                <a:extLst>
                  <a:ext uri="{FF2B5EF4-FFF2-40B4-BE49-F238E27FC236}">
                    <a16:creationId xmlns:a16="http://schemas.microsoft.com/office/drawing/2014/main" id="{EB76EEA8-B8CA-47FE-86CD-8A386F017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27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88" name="Oval 1578">
                <a:extLst>
                  <a:ext uri="{FF2B5EF4-FFF2-40B4-BE49-F238E27FC236}">
                    <a16:creationId xmlns:a16="http://schemas.microsoft.com/office/drawing/2014/main" id="{F6B98C5F-9C0A-4303-ADA2-AE1589843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276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89" name="Oval 1579">
                <a:extLst>
                  <a:ext uri="{FF2B5EF4-FFF2-40B4-BE49-F238E27FC236}">
                    <a16:creationId xmlns:a16="http://schemas.microsoft.com/office/drawing/2014/main" id="{690CD35A-8C2C-4275-920A-AFC7DC3E8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225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90" name="Oval 1580">
                <a:extLst>
                  <a:ext uri="{FF2B5EF4-FFF2-40B4-BE49-F238E27FC236}">
                    <a16:creationId xmlns:a16="http://schemas.microsoft.com/office/drawing/2014/main" id="{BD04E547-7391-4952-B987-F395B4507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25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91" name="Freeform 1581">
                <a:extLst>
                  <a:ext uri="{FF2B5EF4-FFF2-40B4-BE49-F238E27FC236}">
                    <a16:creationId xmlns:a16="http://schemas.microsoft.com/office/drawing/2014/main" id="{CA6792D8-D2A0-4F5F-96DD-D3AE951CD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265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2" name="Freeform 1582">
                <a:extLst>
                  <a:ext uri="{FF2B5EF4-FFF2-40B4-BE49-F238E27FC236}">
                    <a16:creationId xmlns:a16="http://schemas.microsoft.com/office/drawing/2014/main" id="{FF1AD0C0-9A28-4B30-9877-12F7B2BC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79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3" name="Oval 1583">
                <a:extLst>
                  <a:ext uri="{FF2B5EF4-FFF2-40B4-BE49-F238E27FC236}">
                    <a16:creationId xmlns:a16="http://schemas.microsoft.com/office/drawing/2014/main" id="{4A6FA2C9-C857-438B-9B01-88E5FD578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27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94" name="Oval 1584">
                <a:extLst>
                  <a:ext uri="{FF2B5EF4-FFF2-40B4-BE49-F238E27FC236}">
                    <a16:creationId xmlns:a16="http://schemas.microsoft.com/office/drawing/2014/main" id="{AF952546-1E76-4C5C-A85B-C27C82069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27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95" name="Oval 1585">
                <a:extLst>
                  <a:ext uri="{FF2B5EF4-FFF2-40B4-BE49-F238E27FC236}">
                    <a16:creationId xmlns:a16="http://schemas.microsoft.com/office/drawing/2014/main" id="{FAD3F65A-B3C9-4955-A352-6B1637743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25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96" name="Oval 1586">
                <a:extLst>
                  <a:ext uri="{FF2B5EF4-FFF2-40B4-BE49-F238E27FC236}">
                    <a16:creationId xmlns:a16="http://schemas.microsoft.com/office/drawing/2014/main" id="{BA0AEBFD-EBDD-4C00-A629-A4824E0A7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2188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797" name="Freeform 1587">
                <a:extLst>
                  <a:ext uri="{FF2B5EF4-FFF2-40B4-BE49-F238E27FC236}">
                    <a16:creationId xmlns:a16="http://schemas.microsoft.com/office/drawing/2014/main" id="{8A59C386-FD15-48B2-ACC6-AECEFB3E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196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8" name="Freeform 1588">
                <a:extLst>
                  <a:ext uri="{FF2B5EF4-FFF2-40B4-BE49-F238E27FC236}">
                    <a16:creationId xmlns:a16="http://schemas.microsoft.com/office/drawing/2014/main" id="{CEB0D958-6DF8-4BA8-9449-082E314A5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212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9" name="Oval 1589">
                <a:extLst>
                  <a:ext uri="{FF2B5EF4-FFF2-40B4-BE49-F238E27FC236}">
                    <a16:creationId xmlns:a16="http://schemas.microsoft.com/office/drawing/2014/main" id="{66099FFD-3339-4B11-BDBA-B163111EB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220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00" name="Oval 1590">
                <a:extLst>
                  <a:ext uri="{FF2B5EF4-FFF2-40B4-BE49-F238E27FC236}">
                    <a16:creationId xmlns:a16="http://schemas.microsoft.com/office/drawing/2014/main" id="{B42DF6FC-D959-42C7-82FE-2830556B8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2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01" name="Oval 1591">
                <a:extLst>
                  <a:ext uri="{FF2B5EF4-FFF2-40B4-BE49-F238E27FC236}">
                    <a16:creationId xmlns:a16="http://schemas.microsoft.com/office/drawing/2014/main" id="{21352D8F-1167-4CCC-A0B9-BBF2C74FB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2188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02" name="Oval 1592">
                <a:extLst>
                  <a:ext uri="{FF2B5EF4-FFF2-40B4-BE49-F238E27FC236}">
                    <a16:creationId xmlns:a16="http://schemas.microsoft.com/office/drawing/2014/main" id="{CDAEE82D-92F9-44B5-B8FA-64BB7B50D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95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03" name="Freeform 1593">
                <a:extLst>
                  <a:ext uri="{FF2B5EF4-FFF2-40B4-BE49-F238E27FC236}">
                    <a16:creationId xmlns:a16="http://schemas.microsoft.com/office/drawing/2014/main" id="{9FBB1FEC-C0AE-4938-806A-FD55F3748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959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4" name="Freeform 1594">
                <a:extLst>
                  <a:ext uri="{FF2B5EF4-FFF2-40B4-BE49-F238E27FC236}">
                    <a16:creationId xmlns:a16="http://schemas.microsoft.com/office/drawing/2014/main" id="{0CC10DBE-16FD-4D49-81BC-227B8FA76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97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5" name="Oval 1595">
                <a:extLst>
                  <a:ext uri="{FF2B5EF4-FFF2-40B4-BE49-F238E27FC236}">
                    <a16:creationId xmlns:a16="http://schemas.microsoft.com/office/drawing/2014/main" id="{1B5EEC26-BB88-4C0E-9F43-D3102C8C3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197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06" name="Oval 1596">
                <a:extLst>
                  <a:ext uri="{FF2B5EF4-FFF2-40B4-BE49-F238E27FC236}">
                    <a16:creationId xmlns:a16="http://schemas.microsoft.com/office/drawing/2014/main" id="{E9E39771-4163-44C3-8753-03B82D5E1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9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07" name="Oval 1597">
                <a:extLst>
                  <a:ext uri="{FF2B5EF4-FFF2-40B4-BE49-F238E27FC236}">
                    <a16:creationId xmlns:a16="http://schemas.microsoft.com/office/drawing/2014/main" id="{B2D1FD4F-7924-4994-A28A-7C9C4687E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95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08" name="Oval 1598">
                <a:extLst>
                  <a:ext uri="{FF2B5EF4-FFF2-40B4-BE49-F238E27FC236}">
                    <a16:creationId xmlns:a16="http://schemas.microsoft.com/office/drawing/2014/main" id="{19C7DD68-E328-42E5-9CE9-E2538D6BF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2116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09" name="Freeform 1599">
                <a:extLst>
                  <a:ext uri="{FF2B5EF4-FFF2-40B4-BE49-F238E27FC236}">
                    <a16:creationId xmlns:a16="http://schemas.microsoft.com/office/drawing/2014/main" id="{96270EE2-83A4-4423-B9F4-C4456E11F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124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0" name="Freeform 1600">
                <a:extLst>
                  <a:ext uri="{FF2B5EF4-FFF2-40B4-BE49-F238E27FC236}">
                    <a16:creationId xmlns:a16="http://schemas.microsoft.com/office/drawing/2014/main" id="{2344218A-E818-406E-8910-13AF2F54C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137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1" name="Oval 1601">
                <a:extLst>
                  <a:ext uri="{FF2B5EF4-FFF2-40B4-BE49-F238E27FC236}">
                    <a16:creationId xmlns:a16="http://schemas.microsoft.com/office/drawing/2014/main" id="{29102F6E-C012-4CFE-A557-099524AE0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21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812" name="Oval 1602">
                <a:extLst>
                  <a:ext uri="{FF2B5EF4-FFF2-40B4-BE49-F238E27FC236}">
                    <a16:creationId xmlns:a16="http://schemas.microsoft.com/office/drawing/2014/main" id="{A5863A07-721A-42EE-84BA-825E53671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13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7901" name="Group 1603">
              <a:extLst>
                <a:ext uri="{FF2B5EF4-FFF2-40B4-BE49-F238E27FC236}">
                  <a16:creationId xmlns:a16="http://schemas.microsoft.com/office/drawing/2014/main" id="{C9E36556-C9AC-43D6-85EE-908174204E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4" y="1759"/>
              <a:ext cx="1020" cy="861"/>
              <a:chOff x="2444" y="1759"/>
              <a:chExt cx="1020" cy="861"/>
            </a:xfrm>
          </p:grpSpPr>
          <p:sp>
            <p:nvSpPr>
              <p:cNvPr id="56413" name="Oval 1604">
                <a:extLst>
                  <a:ext uri="{FF2B5EF4-FFF2-40B4-BE49-F238E27FC236}">
                    <a16:creationId xmlns:a16="http://schemas.microsoft.com/office/drawing/2014/main" id="{23F7D03D-E49F-4A48-BB87-042674C3D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2116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4" name="Oval 1605">
                <a:extLst>
                  <a:ext uri="{FF2B5EF4-FFF2-40B4-BE49-F238E27FC236}">
                    <a16:creationId xmlns:a16="http://schemas.microsoft.com/office/drawing/2014/main" id="{B1BA2657-54E2-466A-A05F-544821AEB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4" y="2271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5" name="Freeform 1606">
                <a:extLst>
                  <a:ext uri="{FF2B5EF4-FFF2-40B4-BE49-F238E27FC236}">
                    <a16:creationId xmlns:a16="http://schemas.microsoft.com/office/drawing/2014/main" id="{56B05B8E-EDAE-43F0-9FCA-97D06EF38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279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6" name="Freeform 1607">
                <a:extLst>
                  <a:ext uri="{FF2B5EF4-FFF2-40B4-BE49-F238E27FC236}">
                    <a16:creationId xmlns:a16="http://schemas.microsoft.com/office/drawing/2014/main" id="{0DAE98AE-DBFB-4CB1-A443-1938B61C7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292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7" name="Oval 1608">
                <a:extLst>
                  <a:ext uri="{FF2B5EF4-FFF2-40B4-BE49-F238E27FC236}">
                    <a16:creationId xmlns:a16="http://schemas.microsoft.com/office/drawing/2014/main" id="{2021785C-E7B5-41C6-B1BD-28A9DF2C0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29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8" name="Oval 1609">
                <a:extLst>
                  <a:ext uri="{FF2B5EF4-FFF2-40B4-BE49-F238E27FC236}">
                    <a16:creationId xmlns:a16="http://schemas.microsoft.com/office/drawing/2014/main" id="{78BC7FD5-FF53-4BCA-A979-9C1750EF0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6" y="22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9" name="Oval 1610">
                <a:extLst>
                  <a:ext uri="{FF2B5EF4-FFF2-40B4-BE49-F238E27FC236}">
                    <a16:creationId xmlns:a16="http://schemas.microsoft.com/office/drawing/2014/main" id="{E9A779FC-4575-472B-B62F-124F852B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4" y="227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0" name="Oval 1611">
                <a:extLst>
                  <a:ext uri="{FF2B5EF4-FFF2-40B4-BE49-F238E27FC236}">
                    <a16:creationId xmlns:a16="http://schemas.microsoft.com/office/drawing/2014/main" id="{750985AE-361A-4C66-BC14-A3895291E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1759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1" name="Freeform 1612">
                <a:extLst>
                  <a:ext uri="{FF2B5EF4-FFF2-40B4-BE49-F238E27FC236}">
                    <a16:creationId xmlns:a16="http://schemas.microsoft.com/office/drawing/2014/main" id="{7E2F954F-493D-423D-8F75-DD50042A2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767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2" name="Freeform 1613">
                <a:extLst>
                  <a:ext uri="{FF2B5EF4-FFF2-40B4-BE49-F238E27FC236}">
                    <a16:creationId xmlns:a16="http://schemas.microsoft.com/office/drawing/2014/main" id="{0A72298B-F807-4A8A-9B88-E4B55A327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80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3" name="Oval 1614">
                <a:extLst>
                  <a:ext uri="{FF2B5EF4-FFF2-40B4-BE49-F238E27FC236}">
                    <a16:creationId xmlns:a16="http://schemas.microsoft.com/office/drawing/2014/main" id="{D2A79C0C-C2A0-4130-B167-A4896A2E3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78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4" name="Oval 1615">
                <a:extLst>
                  <a:ext uri="{FF2B5EF4-FFF2-40B4-BE49-F238E27FC236}">
                    <a16:creationId xmlns:a16="http://schemas.microsoft.com/office/drawing/2014/main" id="{ADACDC9A-CADF-44D1-A819-D78181C4F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77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5" name="Oval 1616">
                <a:extLst>
                  <a:ext uri="{FF2B5EF4-FFF2-40B4-BE49-F238E27FC236}">
                    <a16:creationId xmlns:a16="http://schemas.microsoft.com/office/drawing/2014/main" id="{2C3CEF20-D615-496C-B37B-54B0F0AD7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175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6" name="Oval 1617">
                <a:extLst>
                  <a:ext uri="{FF2B5EF4-FFF2-40B4-BE49-F238E27FC236}">
                    <a16:creationId xmlns:a16="http://schemas.microsoft.com/office/drawing/2014/main" id="{B402E1FC-4631-4394-850C-62CCFECE8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2108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7" name="Freeform 1618">
                <a:extLst>
                  <a:ext uri="{FF2B5EF4-FFF2-40B4-BE49-F238E27FC236}">
                    <a16:creationId xmlns:a16="http://schemas.microsoft.com/office/drawing/2014/main" id="{116D690E-302F-429F-BEC8-3A32D19F1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116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5" y="2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8" name="Freeform 1619">
                <a:extLst>
                  <a:ext uri="{FF2B5EF4-FFF2-40B4-BE49-F238E27FC236}">
                    <a16:creationId xmlns:a16="http://schemas.microsoft.com/office/drawing/2014/main" id="{94025955-BEEF-4D22-91C4-37746A286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132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9" name="Oval 1620">
                <a:extLst>
                  <a:ext uri="{FF2B5EF4-FFF2-40B4-BE49-F238E27FC236}">
                    <a16:creationId xmlns:a16="http://schemas.microsoft.com/office/drawing/2014/main" id="{2B773AFD-67EE-41C8-93DB-536E0DBF9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213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0" name="Oval 1621">
                <a:extLst>
                  <a:ext uri="{FF2B5EF4-FFF2-40B4-BE49-F238E27FC236}">
                    <a16:creationId xmlns:a16="http://schemas.microsoft.com/office/drawing/2014/main" id="{4B8D52D7-585E-41A5-8718-59199291A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1" y="21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1" name="Oval 1622">
                <a:extLst>
                  <a:ext uri="{FF2B5EF4-FFF2-40B4-BE49-F238E27FC236}">
                    <a16:creationId xmlns:a16="http://schemas.microsoft.com/office/drawing/2014/main" id="{55B0820E-B46F-41F0-AA97-E3850F291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2108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2" name="Oval 1623">
                <a:extLst>
                  <a:ext uri="{FF2B5EF4-FFF2-40B4-BE49-F238E27FC236}">
                    <a16:creationId xmlns:a16="http://schemas.microsoft.com/office/drawing/2014/main" id="{58FD1ADF-4B2D-4851-8FD8-72245E063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113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3" name="Freeform 1624">
                <a:extLst>
                  <a:ext uri="{FF2B5EF4-FFF2-40B4-BE49-F238E27FC236}">
                    <a16:creationId xmlns:a16="http://schemas.microsoft.com/office/drawing/2014/main" id="{88CAD75D-6BA2-45EF-AA73-9361115A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121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08 w 18"/>
                  <a:gd name="T3" fmla="*/ 38 h 20"/>
                  <a:gd name="T4" fmla="*/ 283 w 18"/>
                  <a:gd name="T5" fmla="*/ 38 h 20"/>
                  <a:gd name="T6" fmla="*/ 158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4" name="Freeform 1625">
                <a:extLst>
                  <a:ext uri="{FF2B5EF4-FFF2-40B4-BE49-F238E27FC236}">
                    <a16:creationId xmlns:a16="http://schemas.microsoft.com/office/drawing/2014/main" id="{8B131BD5-3087-441E-888F-60E410DAA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135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5" name="Oval 1626">
                <a:extLst>
                  <a:ext uri="{FF2B5EF4-FFF2-40B4-BE49-F238E27FC236}">
                    <a16:creationId xmlns:a16="http://schemas.microsoft.com/office/drawing/2014/main" id="{60BD026C-B310-407B-86F5-291D1B4E9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213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6" name="Oval 1627">
                <a:extLst>
                  <a:ext uri="{FF2B5EF4-FFF2-40B4-BE49-F238E27FC236}">
                    <a16:creationId xmlns:a16="http://schemas.microsoft.com/office/drawing/2014/main" id="{447BFCD2-F393-480C-A3C1-A41216089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2129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7" name="Oval 1628">
                <a:extLst>
                  <a:ext uri="{FF2B5EF4-FFF2-40B4-BE49-F238E27FC236}">
                    <a16:creationId xmlns:a16="http://schemas.microsoft.com/office/drawing/2014/main" id="{6D9565F6-F7FC-49CC-9A15-176C3C6C0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113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8" name="Oval 1629">
                <a:extLst>
                  <a:ext uri="{FF2B5EF4-FFF2-40B4-BE49-F238E27FC236}">
                    <a16:creationId xmlns:a16="http://schemas.microsoft.com/office/drawing/2014/main" id="{654AD228-9143-47DE-AF7C-0D6496874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223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9" name="Freeform 1630">
                <a:extLst>
                  <a:ext uri="{FF2B5EF4-FFF2-40B4-BE49-F238E27FC236}">
                    <a16:creationId xmlns:a16="http://schemas.microsoft.com/office/drawing/2014/main" id="{B25C62FE-B1C8-4622-9FC2-9A435BE6F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231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0" name="Freeform 1631">
                <a:extLst>
                  <a:ext uri="{FF2B5EF4-FFF2-40B4-BE49-F238E27FC236}">
                    <a16:creationId xmlns:a16="http://schemas.microsoft.com/office/drawing/2014/main" id="{DF113037-608B-463B-923A-ED76BC5E4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44"/>
                <a:ext cx="27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1" name="Oval 1632">
                <a:extLst>
                  <a:ext uri="{FF2B5EF4-FFF2-40B4-BE49-F238E27FC236}">
                    <a16:creationId xmlns:a16="http://schemas.microsoft.com/office/drawing/2014/main" id="{1CAC0BA9-67C6-4FC4-9494-C4DF86D29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224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2" name="Oval 1633">
                <a:extLst>
                  <a:ext uri="{FF2B5EF4-FFF2-40B4-BE49-F238E27FC236}">
                    <a16:creationId xmlns:a16="http://schemas.microsoft.com/office/drawing/2014/main" id="{7AF90397-D653-44E8-8B7D-601DB4B10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39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3" name="Oval 1634">
                <a:extLst>
                  <a:ext uri="{FF2B5EF4-FFF2-40B4-BE49-F238E27FC236}">
                    <a16:creationId xmlns:a16="http://schemas.microsoft.com/office/drawing/2014/main" id="{21D969CB-0151-49C2-B838-3ECF143F7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223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4" name="Oval 1635">
                <a:extLst>
                  <a:ext uri="{FF2B5EF4-FFF2-40B4-BE49-F238E27FC236}">
                    <a16:creationId xmlns:a16="http://schemas.microsoft.com/office/drawing/2014/main" id="{5E1B5D4D-559E-4BF4-B829-1AE27BEAC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377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5" name="Freeform 1636">
                <a:extLst>
                  <a:ext uri="{FF2B5EF4-FFF2-40B4-BE49-F238E27FC236}">
                    <a16:creationId xmlns:a16="http://schemas.microsoft.com/office/drawing/2014/main" id="{F9C359C2-6553-4E04-99E7-F9EF8D2F6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85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6" name="Freeform 1637">
                <a:extLst>
                  <a:ext uri="{FF2B5EF4-FFF2-40B4-BE49-F238E27FC236}">
                    <a16:creationId xmlns:a16="http://schemas.microsoft.com/office/drawing/2014/main" id="{0425CFC9-45F5-49EF-86EC-520EF55A6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99"/>
                <a:ext cx="27" cy="42"/>
              </a:xfrm>
              <a:custGeom>
                <a:avLst/>
                <a:gdLst>
                  <a:gd name="T0" fmla="*/ 150 w 11"/>
                  <a:gd name="T1" fmla="*/ 110 h 16"/>
                  <a:gd name="T2" fmla="*/ 0 w 11"/>
                  <a:gd name="T3" fmla="*/ 289 h 16"/>
                  <a:gd name="T4" fmla="*/ 12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50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7" name="Oval 1638">
                <a:extLst>
                  <a:ext uri="{FF2B5EF4-FFF2-40B4-BE49-F238E27FC236}">
                    <a16:creationId xmlns:a16="http://schemas.microsoft.com/office/drawing/2014/main" id="{D50C01ED-FAD9-4700-B29A-5E83F8ACE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39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8" name="Oval 1639">
                <a:extLst>
                  <a:ext uri="{FF2B5EF4-FFF2-40B4-BE49-F238E27FC236}">
                    <a16:creationId xmlns:a16="http://schemas.microsoft.com/office/drawing/2014/main" id="{9FA814DA-588B-4997-8748-4BA76FAB6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2393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9" name="Oval 1640">
                <a:extLst>
                  <a:ext uri="{FF2B5EF4-FFF2-40B4-BE49-F238E27FC236}">
                    <a16:creationId xmlns:a16="http://schemas.microsoft.com/office/drawing/2014/main" id="{0B56B216-872C-4F85-8D3F-2AEADCC27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37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0" name="Oval 1641">
                <a:extLst>
                  <a:ext uri="{FF2B5EF4-FFF2-40B4-BE49-F238E27FC236}">
                    <a16:creationId xmlns:a16="http://schemas.microsoft.com/office/drawing/2014/main" id="{3970A94D-E513-4CA9-9756-8E6507841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329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1" name="Freeform 1642">
                <a:extLst>
                  <a:ext uri="{FF2B5EF4-FFF2-40B4-BE49-F238E27FC236}">
                    <a16:creationId xmlns:a16="http://schemas.microsoft.com/office/drawing/2014/main" id="{3D5F8DD6-2AC2-4239-ABAB-A9DBF3493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33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2" name="Freeform 1643">
                <a:extLst>
                  <a:ext uri="{FF2B5EF4-FFF2-40B4-BE49-F238E27FC236}">
                    <a16:creationId xmlns:a16="http://schemas.microsoft.com/office/drawing/2014/main" id="{34ED8066-064F-4DDE-8401-5FE450CD9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353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3" name="Oval 1644">
                <a:extLst>
                  <a:ext uri="{FF2B5EF4-FFF2-40B4-BE49-F238E27FC236}">
                    <a16:creationId xmlns:a16="http://schemas.microsoft.com/office/drawing/2014/main" id="{D848277C-0991-4C63-94F4-573E5D711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235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4" name="Oval 1645">
                <a:extLst>
                  <a:ext uri="{FF2B5EF4-FFF2-40B4-BE49-F238E27FC236}">
                    <a16:creationId xmlns:a16="http://schemas.microsoft.com/office/drawing/2014/main" id="{E0C19D0B-66A1-4F21-9A76-4154E6D8C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1" y="234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5" name="Oval 1646">
                <a:extLst>
                  <a:ext uri="{FF2B5EF4-FFF2-40B4-BE49-F238E27FC236}">
                    <a16:creationId xmlns:a16="http://schemas.microsoft.com/office/drawing/2014/main" id="{C01CB039-0D7E-4636-9A73-E842CDBA3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329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6" name="Oval 1647">
                <a:extLst>
                  <a:ext uri="{FF2B5EF4-FFF2-40B4-BE49-F238E27FC236}">
                    <a16:creationId xmlns:a16="http://schemas.microsoft.com/office/drawing/2014/main" id="{80225B46-F4F0-4328-BF1C-2F31D5738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2151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7" name="Freeform 1648">
                <a:extLst>
                  <a:ext uri="{FF2B5EF4-FFF2-40B4-BE49-F238E27FC236}">
                    <a16:creationId xmlns:a16="http://schemas.microsoft.com/office/drawing/2014/main" id="{EE7C4838-8B81-44A7-A7C3-098B36DFD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159"/>
                <a:ext cx="42" cy="53"/>
              </a:xfrm>
              <a:custGeom>
                <a:avLst/>
                <a:gdLst>
                  <a:gd name="T0" fmla="*/ 42 w 17"/>
                  <a:gd name="T1" fmla="*/ 239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204 h 20"/>
                  <a:gd name="T10" fmla="*/ 91 w 17"/>
                  <a:gd name="T11" fmla="*/ 371 h 20"/>
                  <a:gd name="T12" fmla="*/ 42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8" name="Freeform 1649">
                <a:extLst>
                  <a:ext uri="{FF2B5EF4-FFF2-40B4-BE49-F238E27FC236}">
                    <a16:creationId xmlns:a16="http://schemas.microsoft.com/office/drawing/2014/main" id="{05B98F71-C51C-49A7-81F1-616EFB1B8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172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9" name="Oval 1650">
                <a:extLst>
                  <a:ext uri="{FF2B5EF4-FFF2-40B4-BE49-F238E27FC236}">
                    <a16:creationId xmlns:a16="http://schemas.microsoft.com/office/drawing/2014/main" id="{A148D2CC-13ED-47B3-9DAB-D3946BCDA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217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0" name="Oval 1651">
                <a:extLst>
                  <a:ext uri="{FF2B5EF4-FFF2-40B4-BE49-F238E27FC236}">
                    <a16:creationId xmlns:a16="http://schemas.microsoft.com/office/drawing/2014/main" id="{4D0CB9BF-CC6B-426C-A1A6-88A188ECE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1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1" name="Oval 1652">
                <a:extLst>
                  <a:ext uri="{FF2B5EF4-FFF2-40B4-BE49-F238E27FC236}">
                    <a16:creationId xmlns:a16="http://schemas.microsoft.com/office/drawing/2014/main" id="{59FCEC10-66B0-4A87-96CF-C35DC8861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2151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2" name="Oval 1653">
                <a:extLst>
                  <a:ext uri="{FF2B5EF4-FFF2-40B4-BE49-F238E27FC236}">
                    <a16:creationId xmlns:a16="http://schemas.microsoft.com/office/drawing/2014/main" id="{BC0D6C46-6EC9-47F1-8BDD-FD29C413F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2143"/>
                <a:ext cx="67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3" name="Freeform 1654">
                <a:extLst>
                  <a:ext uri="{FF2B5EF4-FFF2-40B4-BE49-F238E27FC236}">
                    <a16:creationId xmlns:a16="http://schemas.microsoft.com/office/drawing/2014/main" id="{8F00145D-87C6-44B7-BCF4-34449D903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151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4" name="Freeform 1655">
                <a:extLst>
                  <a:ext uri="{FF2B5EF4-FFF2-40B4-BE49-F238E27FC236}">
                    <a16:creationId xmlns:a16="http://schemas.microsoft.com/office/drawing/2014/main" id="{56E6A3D1-26EF-48A5-B1EC-E8B26163E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167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5" name="Oval 1656">
                <a:extLst>
                  <a:ext uri="{FF2B5EF4-FFF2-40B4-BE49-F238E27FC236}">
                    <a16:creationId xmlns:a16="http://schemas.microsoft.com/office/drawing/2014/main" id="{0437AB67-0ADC-43D2-AC48-2BB4FD5D2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21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6" name="Oval 1657">
                <a:extLst>
                  <a:ext uri="{FF2B5EF4-FFF2-40B4-BE49-F238E27FC236}">
                    <a16:creationId xmlns:a16="http://schemas.microsoft.com/office/drawing/2014/main" id="{08DC4721-8084-490C-8149-B1B48E988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1" y="216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7" name="Oval 1658">
                <a:extLst>
                  <a:ext uri="{FF2B5EF4-FFF2-40B4-BE49-F238E27FC236}">
                    <a16:creationId xmlns:a16="http://schemas.microsoft.com/office/drawing/2014/main" id="{0D9BA8D1-E778-47C1-B998-CBEDE398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2143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8" name="Oval 1659">
                <a:extLst>
                  <a:ext uri="{FF2B5EF4-FFF2-40B4-BE49-F238E27FC236}">
                    <a16:creationId xmlns:a16="http://schemas.microsoft.com/office/drawing/2014/main" id="{009D37B6-9FF7-4D34-8E3F-92310D19B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217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9" name="Freeform 1660">
                <a:extLst>
                  <a:ext uri="{FF2B5EF4-FFF2-40B4-BE49-F238E27FC236}">
                    <a16:creationId xmlns:a16="http://schemas.microsoft.com/office/drawing/2014/main" id="{FB6D1F7A-4009-4B5B-A42E-93794A9CF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222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0" name="Freeform 1661">
                <a:extLst>
                  <a:ext uri="{FF2B5EF4-FFF2-40B4-BE49-F238E27FC236}">
                    <a16:creationId xmlns:a16="http://schemas.microsoft.com/office/drawing/2014/main" id="{04622AD3-85C5-413E-A9EF-B53B0D96E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241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1" name="Oval 1662">
                <a:extLst>
                  <a:ext uri="{FF2B5EF4-FFF2-40B4-BE49-F238E27FC236}">
                    <a16:creationId xmlns:a16="http://schemas.microsoft.com/office/drawing/2014/main" id="{B47CCD4D-2F90-4ABA-B158-BD7921136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6" y="224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2" name="Oval 1663">
                <a:extLst>
                  <a:ext uri="{FF2B5EF4-FFF2-40B4-BE49-F238E27FC236}">
                    <a16:creationId xmlns:a16="http://schemas.microsoft.com/office/drawing/2014/main" id="{CA65216D-3603-4134-A739-DAABA8445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2236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3" name="Oval 1664">
                <a:extLst>
                  <a:ext uri="{FF2B5EF4-FFF2-40B4-BE49-F238E27FC236}">
                    <a16:creationId xmlns:a16="http://schemas.microsoft.com/office/drawing/2014/main" id="{0E4ED24D-7E40-4D14-B8AD-8B4F6EB7E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217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4" name="Freeform 1665">
                <a:extLst>
                  <a:ext uri="{FF2B5EF4-FFF2-40B4-BE49-F238E27FC236}">
                    <a16:creationId xmlns:a16="http://schemas.microsoft.com/office/drawing/2014/main" id="{302ACD9B-0652-4967-A450-C41E691D3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343"/>
                <a:ext cx="67" cy="72"/>
              </a:xfrm>
              <a:custGeom>
                <a:avLst/>
                <a:gdLst>
                  <a:gd name="T0" fmla="*/ 216 w 27"/>
                  <a:gd name="T1" fmla="*/ 0 h 27"/>
                  <a:gd name="T2" fmla="*/ 0 w 27"/>
                  <a:gd name="T3" fmla="*/ 264 h 27"/>
                  <a:gd name="T4" fmla="*/ 216 w 27"/>
                  <a:gd name="T5" fmla="*/ 512 h 27"/>
                  <a:gd name="T6" fmla="*/ 258 w 27"/>
                  <a:gd name="T7" fmla="*/ 512 h 27"/>
                  <a:gd name="T8" fmla="*/ 412 w 27"/>
                  <a:gd name="T9" fmla="*/ 307 h 27"/>
                  <a:gd name="T10" fmla="*/ 412 w 27"/>
                  <a:gd name="T11" fmla="*/ 264 h 27"/>
                  <a:gd name="T12" fmla="*/ 216 w 27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7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5" y="27"/>
                      <a:pt x="16" y="27"/>
                      <a:pt x="17" y="27"/>
                    </a:cubicBezTo>
                    <a:cubicBezTo>
                      <a:pt x="20" y="23"/>
                      <a:pt x="24" y="20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5" name="Freeform 1666">
                <a:extLst>
                  <a:ext uri="{FF2B5EF4-FFF2-40B4-BE49-F238E27FC236}">
                    <a16:creationId xmlns:a16="http://schemas.microsoft.com/office/drawing/2014/main" id="{F7B96288-59BE-4C9A-ADE8-ACCB17F25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51"/>
                <a:ext cx="45" cy="53"/>
              </a:xfrm>
              <a:custGeom>
                <a:avLst/>
                <a:gdLst>
                  <a:gd name="T0" fmla="*/ 63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63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6" name="Freeform 1667">
                <a:extLst>
                  <a:ext uri="{FF2B5EF4-FFF2-40B4-BE49-F238E27FC236}">
                    <a16:creationId xmlns:a16="http://schemas.microsoft.com/office/drawing/2014/main" id="{31CF31EF-094B-4B09-A344-E00BB0018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364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88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6" y="17"/>
                      <a:pt x="11" y="13"/>
                      <a:pt x="12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7" name="Oval 1668">
                <a:extLst>
                  <a:ext uri="{FF2B5EF4-FFF2-40B4-BE49-F238E27FC236}">
                    <a16:creationId xmlns:a16="http://schemas.microsoft.com/office/drawing/2014/main" id="{ED2FA989-538F-4285-B013-42A20A840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236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8" name="Oval 1669">
                <a:extLst>
                  <a:ext uri="{FF2B5EF4-FFF2-40B4-BE49-F238E27FC236}">
                    <a16:creationId xmlns:a16="http://schemas.microsoft.com/office/drawing/2014/main" id="{E3F45F20-86CE-4A17-A6F0-8996D9E96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236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9" name="Freeform 1670">
                <a:extLst>
                  <a:ext uri="{FF2B5EF4-FFF2-40B4-BE49-F238E27FC236}">
                    <a16:creationId xmlns:a16="http://schemas.microsoft.com/office/drawing/2014/main" id="{BABD0EC7-BFA4-484B-81FE-D18507984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343"/>
                <a:ext cx="67" cy="72"/>
              </a:xfrm>
              <a:custGeom>
                <a:avLst/>
                <a:gdLst>
                  <a:gd name="T0" fmla="*/ 216 w 27"/>
                  <a:gd name="T1" fmla="*/ 0 h 27"/>
                  <a:gd name="T2" fmla="*/ 0 w 27"/>
                  <a:gd name="T3" fmla="*/ 264 h 27"/>
                  <a:gd name="T4" fmla="*/ 216 w 27"/>
                  <a:gd name="T5" fmla="*/ 512 h 27"/>
                  <a:gd name="T6" fmla="*/ 258 w 27"/>
                  <a:gd name="T7" fmla="*/ 512 h 27"/>
                  <a:gd name="T8" fmla="*/ 412 w 27"/>
                  <a:gd name="T9" fmla="*/ 307 h 27"/>
                  <a:gd name="T10" fmla="*/ 412 w 27"/>
                  <a:gd name="T11" fmla="*/ 264 h 27"/>
                  <a:gd name="T12" fmla="*/ 216 w 27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7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5" y="27"/>
                      <a:pt x="16" y="27"/>
                      <a:pt x="17" y="27"/>
                    </a:cubicBezTo>
                    <a:cubicBezTo>
                      <a:pt x="20" y="23"/>
                      <a:pt x="24" y="20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0" name="Freeform 1671">
                <a:extLst>
                  <a:ext uri="{FF2B5EF4-FFF2-40B4-BE49-F238E27FC236}">
                    <a16:creationId xmlns:a16="http://schemas.microsoft.com/office/drawing/2014/main" id="{1D0C8AC5-252B-4D6F-B57C-2B2D2563D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433"/>
                <a:ext cx="70" cy="72"/>
              </a:xfrm>
              <a:custGeom>
                <a:avLst/>
                <a:gdLst>
                  <a:gd name="T0" fmla="*/ 220 w 28"/>
                  <a:gd name="T1" fmla="*/ 0 h 27"/>
                  <a:gd name="T2" fmla="*/ 0 w 28"/>
                  <a:gd name="T3" fmla="*/ 248 h 27"/>
                  <a:gd name="T4" fmla="*/ 208 w 28"/>
                  <a:gd name="T5" fmla="*/ 512 h 27"/>
                  <a:gd name="T6" fmla="*/ 425 w 28"/>
                  <a:gd name="T7" fmla="*/ 320 h 27"/>
                  <a:gd name="T8" fmla="*/ 438 w 28"/>
                  <a:gd name="T9" fmla="*/ 248 h 27"/>
                  <a:gd name="T10" fmla="*/ 220 w 2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7">
                    <a:moveTo>
                      <a:pt x="14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20"/>
                      <a:pt x="6" y="26"/>
                      <a:pt x="13" y="27"/>
                    </a:cubicBezTo>
                    <a:cubicBezTo>
                      <a:pt x="18" y="24"/>
                      <a:pt x="22" y="20"/>
                      <a:pt x="27" y="17"/>
                    </a:cubicBezTo>
                    <a:cubicBezTo>
                      <a:pt x="27" y="16"/>
                      <a:pt x="28" y="14"/>
                      <a:pt x="28" y="13"/>
                    </a:cubicBezTo>
                    <a:cubicBezTo>
                      <a:pt x="28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1" name="Freeform 1672">
                <a:extLst>
                  <a:ext uri="{FF2B5EF4-FFF2-40B4-BE49-F238E27FC236}">
                    <a16:creationId xmlns:a16="http://schemas.microsoft.com/office/drawing/2014/main" id="{269495F6-9FBC-4269-A944-BD3339B9F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441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08 w 18"/>
                  <a:gd name="T3" fmla="*/ 38 h 20"/>
                  <a:gd name="T4" fmla="*/ 283 w 18"/>
                  <a:gd name="T5" fmla="*/ 38 h 20"/>
                  <a:gd name="T6" fmla="*/ 158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2" name="Oval 1673">
                <a:extLst>
                  <a:ext uri="{FF2B5EF4-FFF2-40B4-BE49-F238E27FC236}">
                    <a16:creationId xmlns:a16="http://schemas.microsoft.com/office/drawing/2014/main" id="{34DA79C0-5F88-422A-91D8-7A6A9B913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245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3" name="Oval 1674">
                <a:extLst>
                  <a:ext uri="{FF2B5EF4-FFF2-40B4-BE49-F238E27FC236}">
                    <a16:creationId xmlns:a16="http://schemas.microsoft.com/office/drawing/2014/main" id="{C9972CFD-E990-4AEE-8AE5-986DE6D24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449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4" name="Freeform 1675">
                <a:extLst>
                  <a:ext uri="{FF2B5EF4-FFF2-40B4-BE49-F238E27FC236}">
                    <a16:creationId xmlns:a16="http://schemas.microsoft.com/office/drawing/2014/main" id="{4466E3DF-86AB-4601-9394-9F5184FF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433"/>
                <a:ext cx="70" cy="72"/>
              </a:xfrm>
              <a:custGeom>
                <a:avLst/>
                <a:gdLst>
                  <a:gd name="T0" fmla="*/ 220 w 28"/>
                  <a:gd name="T1" fmla="*/ 0 h 27"/>
                  <a:gd name="T2" fmla="*/ 0 w 28"/>
                  <a:gd name="T3" fmla="*/ 248 h 27"/>
                  <a:gd name="T4" fmla="*/ 208 w 28"/>
                  <a:gd name="T5" fmla="*/ 512 h 27"/>
                  <a:gd name="T6" fmla="*/ 425 w 28"/>
                  <a:gd name="T7" fmla="*/ 320 h 27"/>
                  <a:gd name="T8" fmla="*/ 438 w 28"/>
                  <a:gd name="T9" fmla="*/ 248 h 27"/>
                  <a:gd name="T10" fmla="*/ 220 w 2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7">
                    <a:moveTo>
                      <a:pt x="14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20"/>
                      <a:pt x="6" y="26"/>
                      <a:pt x="13" y="27"/>
                    </a:cubicBezTo>
                    <a:cubicBezTo>
                      <a:pt x="18" y="24"/>
                      <a:pt x="22" y="20"/>
                      <a:pt x="27" y="17"/>
                    </a:cubicBezTo>
                    <a:cubicBezTo>
                      <a:pt x="27" y="16"/>
                      <a:pt x="28" y="14"/>
                      <a:pt x="28" y="13"/>
                    </a:cubicBezTo>
                    <a:cubicBezTo>
                      <a:pt x="28" y="6"/>
                      <a:pt x="21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5" name="Freeform 1676">
                <a:extLst>
                  <a:ext uri="{FF2B5EF4-FFF2-40B4-BE49-F238E27FC236}">
                    <a16:creationId xmlns:a16="http://schemas.microsoft.com/office/drawing/2014/main" id="{B2A3D248-E93D-4D46-A1C1-B13D249E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473"/>
                <a:ext cx="70" cy="67"/>
              </a:xfrm>
              <a:custGeom>
                <a:avLst/>
                <a:gdLst>
                  <a:gd name="T0" fmla="*/ 220 w 28"/>
                  <a:gd name="T1" fmla="*/ 0 h 25"/>
                  <a:gd name="T2" fmla="*/ 0 w 28"/>
                  <a:gd name="T3" fmla="*/ 252 h 25"/>
                  <a:gd name="T4" fmla="*/ 125 w 28"/>
                  <a:gd name="T5" fmla="*/ 482 h 25"/>
                  <a:gd name="T6" fmla="*/ 438 w 28"/>
                  <a:gd name="T7" fmla="*/ 273 h 25"/>
                  <a:gd name="T8" fmla="*/ 438 w 28"/>
                  <a:gd name="T9" fmla="*/ 252 h 25"/>
                  <a:gd name="T10" fmla="*/ 220 w 28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5">
                    <a:moveTo>
                      <a:pt x="14" y="0"/>
                    </a:moveTo>
                    <a:cubicBezTo>
                      <a:pt x="7" y="0"/>
                      <a:pt x="0" y="6"/>
                      <a:pt x="0" y="13"/>
                    </a:cubicBezTo>
                    <a:cubicBezTo>
                      <a:pt x="0" y="19"/>
                      <a:pt x="4" y="23"/>
                      <a:pt x="8" y="25"/>
                    </a:cubicBezTo>
                    <a:cubicBezTo>
                      <a:pt x="15" y="22"/>
                      <a:pt x="21" y="18"/>
                      <a:pt x="28" y="14"/>
                    </a:cubicBezTo>
                    <a:cubicBezTo>
                      <a:pt x="28" y="14"/>
                      <a:pt x="28" y="13"/>
                      <a:pt x="28" y="13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6" name="Freeform 1677">
                <a:extLst>
                  <a:ext uri="{FF2B5EF4-FFF2-40B4-BE49-F238E27FC236}">
                    <a16:creationId xmlns:a16="http://schemas.microsoft.com/office/drawing/2014/main" id="{D108348A-1E26-492A-840E-06DAF9E0C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481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7" name="Oval 1678">
                <a:extLst>
                  <a:ext uri="{FF2B5EF4-FFF2-40B4-BE49-F238E27FC236}">
                    <a16:creationId xmlns:a16="http://schemas.microsoft.com/office/drawing/2014/main" id="{97793715-9523-4266-8AD3-D66DB1465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49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8" name="Oval 1679">
                <a:extLst>
                  <a:ext uri="{FF2B5EF4-FFF2-40B4-BE49-F238E27FC236}">
                    <a16:creationId xmlns:a16="http://schemas.microsoft.com/office/drawing/2014/main" id="{4075CA26-E0BC-4368-9962-DA0137090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489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9" name="Freeform 1680">
                <a:extLst>
                  <a:ext uri="{FF2B5EF4-FFF2-40B4-BE49-F238E27FC236}">
                    <a16:creationId xmlns:a16="http://schemas.microsoft.com/office/drawing/2014/main" id="{B0EBC646-302E-462A-823C-FA9FEB52A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473"/>
                <a:ext cx="70" cy="67"/>
              </a:xfrm>
              <a:custGeom>
                <a:avLst/>
                <a:gdLst>
                  <a:gd name="T0" fmla="*/ 220 w 28"/>
                  <a:gd name="T1" fmla="*/ 0 h 25"/>
                  <a:gd name="T2" fmla="*/ 0 w 28"/>
                  <a:gd name="T3" fmla="*/ 252 h 25"/>
                  <a:gd name="T4" fmla="*/ 125 w 28"/>
                  <a:gd name="T5" fmla="*/ 482 h 25"/>
                  <a:gd name="T6" fmla="*/ 438 w 28"/>
                  <a:gd name="T7" fmla="*/ 273 h 25"/>
                  <a:gd name="T8" fmla="*/ 438 w 28"/>
                  <a:gd name="T9" fmla="*/ 252 h 25"/>
                  <a:gd name="T10" fmla="*/ 220 w 28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5">
                    <a:moveTo>
                      <a:pt x="14" y="0"/>
                    </a:moveTo>
                    <a:cubicBezTo>
                      <a:pt x="7" y="0"/>
                      <a:pt x="0" y="6"/>
                      <a:pt x="0" y="13"/>
                    </a:cubicBezTo>
                    <a:cubicBezTo>
                      <a:pt x="0" y="19"/>
                      <a:pt x="4" y="23"/>
                      <a:pt x="8" y="25"/>
                    </a:cubicBezTo>
                    <a:cubicBezTo>
                      <a:pt x="15" y="22"/>
                      <a:pt x="21" y="18"/>
                      <a:pt x="28" y="14"/>
                    </a:cubicBezTo>
                    <a:cubicBezTo>
                      <a:pt x="28" y="14"/>
                      <a:pt x="28" y="13"/>
                      <a:pt x="28" y="13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0" name="Freeform 1681">
                <a:extLst>
                  <a:ext uri="{FF2B5EF4-FFF2-40B4-BE49-F238E27FC236}">
                    <a16:creationId xmlns:a16="http://schemas.microsoft.com/office/drawing/2014/main" id="{8E53E97A-F2EF-4A46-9B37-92A98E2C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471"/>
                <a:ext cx="45" cy="37"/>
              </a:xfrm>
              <a:custGeom>
                <a:avLst/>
                <a:gdLst>
                  <a:gd name="T0" fmla="*/ 283 w 18"/>
                  <a:gd name="T1" fmla="*/ 21 h 14"/>
                  <a:gd name="T2" fmla="*/ 220 w 18"/>
                  <a:gd name="T3" fmla="*/ 0 h 14"/>
                  <a:gd name="T4" fmla="*/ 0 w 18"/>
                  <a:gd name="T5" fmla="*/ 259 h 14"/>
                  <a:gd name="T6" fmla="*/ 283 w 18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18" y="1"/>
                    </a:moveTo>
                    <a:cubicBezTo>
                      <a:pt x="17" y="1"/>
                      <a:pt x="15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6" y="10"/>
                      <a:pt x="12" y="6"/>
                      <a:pt x="18" y="1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1" name="Freeform 1682">
                <a:extLst>
                  <a:ext uri="{FF2B5EF4-FFF2-40B4-BE49-F238E27FC236}">
                    <a16:creationId xmlns:a16="http://schemas.microsoft.com/office/drawing/2014/main" id="{9018042F-E36D-42F6-98BD-7C4CC6B4E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471"/>
                <a:ext cx="45" cy="37"/>
              </a:xfrm>
              <a:custGeom>
                <a:avLst/>
                <a:gdLst>
                  <a:gd name="T0" fmla="*/ 283 w 18"/>
                  <a:gd name="T1" fmla="*/ 21 h 14"/>
                  <a:gd name="T2" fmla="*/ 220 w 18"/>
                  <a:gd name="T3" fmla="*/ 0 h 14"/>
                  <a:gd name="T4" fmla="*/ 0 w 18"/>
                  <a:gd name="T5" fmla="*/ 259 h 14"/>
                  <a:gd name="T6" fmla="*/ 283 w 18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18" y="1"/>
                    </a:moveTo>
                    <a:cubicBezTo>
                      <a:pt x="17" y="1"/>
                      <a:pt x="15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6" y="10"/>
                      <a:pt x="12" y="6"/>
                      <a:pt x="18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2" name="Freeform 1683">
                <a:extLst>
                  <a:ext uri="{FF2B5EF4-FFF2-40B4-BE49-F238E27FC236}">
                    <a16:creationId xmlns:a16="http://schemas.microsoft.com/office/drawing/2014/main" id="{673B9760-7922-4772-ABE5-317A1B33E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95"/>
                <a:ext cx="70" cy="69"/>
              </a:xfrm>
              <a:custGeom>
                <a:avLst/>
                <a:gdLst>
                  <a:gd name="T0" fmla="*/ 220 w 28"/>
                  <a:gd name="T1" fmla="*/ 0 h 26"/>
                  <a:gd name="T2" fmla="*/ 0 w 28"/>
                  <a:gd name="T3" fmla="*/ 260 h 26"/>
                  <a:gd name="T4" fmla="*/ 125 w 28"/>
                  <a:gd name="T5" fmla="*/ 486 h 26"/>
                  <a:gd name="T6" fmla="*/ 425 w 28"/>
                  <a:gd name="T7" fmla="*/ 316 h 26"/>
                  <a:gd name="T8" fmla="*/ 438 w 28"/>
                  <a:gd name="T9" fmla="*/ 260 h 26"/>
                  <a:gd name="T10" fmla="*/ 220 w 2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14" y="0"/>
                    </a:moveTo>
                    <a:cubicBezTo>
                      <a:pt x="7" y="0"/>
                      <a:pt x="0" y="6"/>
                      <a:pt x="0" y="14"/>
                    </a:cubicBezTo>
                    <a:cubicBezTo>
                      <a:pt x="0" y="19"/>
                      <a:pt x="4" y="24"/>
                      <a:pt x="8" y="26"/>
                    </a:cubicBezTo>
                    <a:cubicBezTo>
                      <a:pt x="15" y="23"/>
                      <a:pt x="21" y="20"/>
                      <a:pt x="27" y="17"/>
                    </a:cubicBezTo>
                    <a:cubicBezTo>
                      <a:pt x="28" y="16"/>
                      <a:pt x="28" y="15"/>
                      <a:pt x="28" y="14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3" name="Freeform 1684">
                <a:extLst>
                  <a:ext uri="{FF2B5EF4-FFF2-40B4-BE49-F238E27FC236}">
                    <a16:creationId xmlns:a16="http://schemas.microsoft.com/office/drawing/2014/main" id="{0E1B9BE8-DD80-4665-9938-DA8DEBBE5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503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4" name="Oval 1685">
                <a:extLst>
                  <a:ext uri="{FF2B5EF4-FFF2-40B4-BE49-F238E27FC236}">
                    <a16:creationId xmlns:a16="http://schemas.microsoft.com/office/drawing/2014/main" id="{58D8CA66-7978-4351-9667-EB42A9635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25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5" name="Oval 1686">
                <a:extLst>
                  <a:ext uri="{FF2B5EF4-FFF2-40B4-BE49-F238E27FC236}">
                    <a16:creationId xmlns:a16="http://schemas.microsoft.com/office/drawing/2014/main" id="{3C5C9C7F-C892-4BFE-9486-BE960F34C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6" y="2513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6" name="Freeform 1687">
                <a:extLst>
                  <a:ext uri="{FF2B5EF4-FFF2-40B4-BE49-F238E27FC236}">
                    <a16:creationId xmlns:a16="http://schemas.microsoft.com/office/drawing/2014/main" id="{658B79AF-F784-4A97-934D-EBD9C3BFA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95"/>
                <a:ext cx="70" cy="69"/>
              </a:xfrm>
              <a:custGeom>
                <a:avLst/>
                <a:gdLst>
                  <a:gd name="T0" fmla="*/ 220 w 28"/>
                  <a:gd name="T1" fmla="*/ 0 h 26"/>
                  <a:gd name="T2" fmla="*/ 0 w 28"/>
                  <a:gd name="T3" fmla="*/ 260 h 26"/>
                  <a:gd name="T4" fmla="*/ 125 w 28"/>
                  <a:gd name="T5" fmla="*/ 486 h 26"/>
                  <a:gd name="T6" fmla="*/ 425 w 28"/>
                  <a:gd name="T7" fmla="*/ 316 h 26"/>
                  <a:gd name="T8" fmla="*/ 438 w 28"/>
                  <a:gd name="T9" fmla="*/ 260 h 26"/>
                  <a:gd name="T10" fmla="*/ 220 w 2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14" y="0"/>
                    </a:moveTo>
                    <a:cubicBezTo>
                      <a:pt x="7" y="0"/>
                      <a:pt x="0" y="6"/>
                      <a:pt x="0" y="14"/>
                    </a:cubicBezTo>
                    <a:cubicBezTo>
                      <a:pt x="0" y="19"/>
                      <a:pt x="4" y="24"/>
                      <a:pt x="8" y="26"/>
                    </a:cubicBezTo>
                    <a:cubicBezTo>
                      <a:pt x="15" y="23"/>
                      <a:pt x="21" y="20"/>
                      <a:pt x="27" y="17"/>
                    </a:cubicBezTo>
                    <a:cubicBezTo>
                      <a:pt x="28" y="16"/>
                      <a:pt x="28" y="15"/>
                      <a:pt x="28" y="14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7" name="Oval 1688">
                <a:extLst>
                  <a:ext uri="{FF2B5EF4-FFF2-40B4-BE49-F238E27FC236}">
                    <a16:creationId xmlns:a16="http://schemas.microsoft.com/office/drawing/2014/main" id="{516AE861-8B86-4F1B-BB89-BF2B01402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2465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8" name="Freeform 1689">
                <a:extLst>
                  <a:ext uri="{FF2B5EF4-FFF2-40B4-BE49-F238E27FC236}">
                    <a16:creationId xmlns:a16="http://schemas.microsoft.com/office/drawing/2014/main" id="{8A1B4058-7013-45F9-98FC-137AABFF9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73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9" name="Freeform 1690">
                <a:extLst>
                  <a:ext uri="{FF2B5EF4-FFF2-40B4-BE49-F238E27FC236}">
                    <a16:creationId xmlns:a16="http://schemas.microsoft.com/office/drawing/2014/main" id="{AA398695-5949-48B0-8007-6CBB622AB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489"/>
                <a:ext cx="27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0" name="Oval 1691">
                <a:extLst>
                  <a:ext uri="{FF2B5EF4-FFF2-40B4-BE49-F238E27FC236}">
                    <a16:creationId xmlns:a16="http://schemas.microsoft.com/office/drawing/2014/main" id="{7DC65F27-E20D-468B-A4A7-9EDA08B74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1" y="248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1" name="Oval 1692">
                <a:extLst>
                  <a:ext uri="{FF2B5EF4-FFF2-40B4-BE49-F238E27FC236}">
                    <a16:creationId xmlns:a16="http://schemas.microsoft.com/office/drawing/2014/main" id="{159E40A7-44A7-4CA4-ADAA-575A7F790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484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2" name="Oval 1693">
                <a:extLst>
                  <a:ext uri="{FF2B5EF4-FFF2-40B4-BE49-F238E27FC236}">
                    <a16:creationId xmlns:a16="http://schemas.microsoft.com/office/drawing/2014/main" id="{3CC3BCE4-D9A6-4401-9137-10D4ED0DA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2465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3" name="Oval 1694">
                <a:extLst>
                  <a:ext uri="{FF2B5EF4-FFF2-40B4-BE49-F238E27FC236}">
                    <a16:creationId xmlns:a16="http://schemas.microsoft.com/office/drawing/2014/main" id="{DD257BC6-7EC0-4FC8-A309-83E0D7C86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356"/>
                <a:ext cx="70" cy="75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4" name="Freeform 1695">
                <a:extLst>
                  <a:ext uri="{FF2B5EF4-FFF2-40B4-BE49-F238E27FC236}">
                    <a16:creationId xmlns:a16="http://schemas.microsoft.com/office/drawing/2014/main" id="{86B13B90-9AE0-415B-AC9B-64A859977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380"/>
                <a:ext cx="27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0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5" name="Oval 1696">
                <a:extLst>
                  <a:ext uri="{FF2B5EF4-FFF2-40B4-BE49-F238E27FC236}">
                    <a16:creationId xmlns:a16="http://schemas.microsoft.com/office/drawing/2014/main" id="{72B24EFF-7572-4BCC-862C-568389185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2375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6" name="Oval 1697">
                <a:extLst>
                  <a:ext uri="{FF2B5EF4-FFF2-40B4-BE49-F238E27FC236}">
                    <a16:creationId xmlns:a16="http://schemas.microsoft.com/office/drawing/2014/main" id="{AE890B3D-2FDC-4696-A5D4-CC3145D02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356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7" name="Oval 1698">
                <a:extLst>
                  <a:ext uri="{FF2B5EF4-FFF2-40B4-BE49-F238E27FC236}">
                    <a16:creationId xmlns:a16="http://schemas.microsoft.com/office/drawing/2014/main" id="{BBAD417A-9A83-49FE-A8D5-4727913D9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393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8" name="Freeform 1699">
                <a:extLst>
                  <a:ext uri="{FF2B5EF4-FFF2-40B4-BE49-F238E27FC236}">
                    <a16:creationId xmlns:a16="http://schemas.microsoft.com/office/drawing/2014/main" id="{8CE0805C-9038-40B8-BC0B-8DEF7236E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401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9" name="Freeform 1700">
                <a:extLst>
                  <a:ext uri="{FF2B5EF4-FFF2-40B4-BE49-F238E27FC236}">
                    <a16:creationId xmlns:a16="http://schemas.microsoft.com/office/drawing/2014/main" id="{7125A793-2A60-4410-BB33-069A1F0B9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417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2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0" name="Oval 1701">
                <a:extLst>
                  <a:ext uri="{FF2B5EF4-FFF2-40B4-BE49-F238E27FC236}">
                    <a16:creationId xmlns:a16="http://schemas.microsoft.com/office/drawing/2014/main" id="{37320C77-2C09-44A3-819B-39B42517C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241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1" name="Oval 1702">
                <a:extLst>
                  <a:ext uri="{FF2B5EF4-FFF2-40B4-BE49-F238E27FC236}">
                    <a16:creationId xmlns:a16="http://schemas.microsoft.com/office/drawing/2014/main" id="{0DD6911E-042A-4F04-8701-112764D5C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2412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2" name="Oval 1703">
                <a:extLst>
                  <a:ext uri="{FF2B5EF4-FFF2-40B4-BE49-F238E27FC236}">
                    <a16:creationId xmlns:a16="http://schemas.microsoft.com/office/drawing/2014/main" id="{91686546-A0E9-452C-94D5-CA21407E5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393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3" name="Oval 1704">
                <a:extLst>
                  <a:ext uri="{FF2B5EF4-FFF2-40B4-BE49-F238E27FC236}">
                    <a16:creationId xmlns:a16="http://schemas.microsoft.com/office/drawing/2014/main" id="{4674A12F-0D4D-4D42-91D2-86AF7080E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303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4" name="Freeform 1705">
                <a:extLst>
                  <a:ext uri="{FF2B5EF4-FFF2-40B4-BE49-F238E27FC236}">
                    <a16:creationId xmlns:a16="http://schemas.microsoft.com/office/drawing/2014/main" id="{89AAB664-2F05-410E-9197-9F86BC19A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311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5" name="Freeform 1706">
                <a:extLst>
                  <a:ext uri="{FF2B5EF4-FFF2-40B4-BE49-F238E27FC236}">
                    <a16:creationId xmlns:a16="http://schemas.microsoft.com/office/drawing/2014/main" id="{EDB6BD45-D82E-474B-BF65-7A0F759DF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324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6" name="Oval 1707">
                <a:extLst>
                  <a:ext uri="{FF2B5EF4-FFF2-40B4-BE49-F238E27FC236}">
                    <a16:creationId xmlns:a16="http://schemas.microsoft.com/office/drawing/2014/main" id="{C150E4A2-A2FC-4F89-9A3E-46DAE4992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32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7" name="Oval 1708">
                <a:extLst>
                  <a:ext uri="{FF2B5EF4-FFF2-40B4-BE49-F238E27FC236}">
                    <a16:creationId xmlns:a16="http://schemas.microsoft.com/office/drawing/2014/main" id="{4F61D5A2-B0C9-4C11-AB21-75E6386DF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321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8" name="Oval 1709">
                <a:extLst>
                  <a:ext uri="{FF2B5EF4-FFF2-40B4-BE49-F238E27FC236}">
                    <a16:creationId xmlns:a16="http://schemas.microsoft.com/office/drawing/2014/main" id="{43423B84-12AC-4C98-B9BF-35AB214FF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303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9" name="Oval 1710">
                <a:extLst>
                  <a:ext uri="{FF2B5EF4-FFF2-40B4-BE49-F238E27FC236}">
                    <a16:creationId xmlns:a16="http://schemas.microsoft.com/office/drawing/2014/main" id="{D944087C-6503-470B-9DFE-33D8578AB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396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0" name="Freeform 1711">
                <a:extLst>
                  <a:ext uri="{FF2B5EF4-FFF2-40B4-BE49-F238E27FC236}">
                    <a16:creationId xmlns:a16="http://schemas.microsoft.com/office/drawing/2014/main" id="{0087DC1D-071B-4708-8276-A7814F6C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404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1" name="Freeform 1712">
                <a:extLst>
                  <a:ext uri="{FF2B5EF4-FFF2-40B4-BE49-F238E27FC236}">
                    <a16:creationId xmlns:a16="http://schemas.microsoft.com/office/drawing/2014/main" id="{BD4A0543-0380-49AB-A426-A23F7DCA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420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2" name="Oval 1713">
                <a:extLst>
                  <a:ext uri="{FF2B5EF4-FFF2-40B4-BE49-F238E27FC236}">
                    <a16:creationId xmlns:a16="http://schemas.microsoft.com/office/drawing/2014/main" id="{78EEFD56-1752-40AC-836A-6D21882F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41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3" name="Oval 1714">
                <a:extLst>
                  <a:ext uri="{FF2B5EF4-FFF2-40B4-BE49-F238E27FC236}">
                    <a16:creationId xmlns:a16="http://schemas.microsoft.com/office/drawing/2014/main" id="{A66350EA-0BCD-42D3-BFCC-DD1B810C5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41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4" name="Oval 1715">
                <a:extLst>
                  <a:ext uri="{FF2B5EF4-FFF2-40B4-BE49-F238E27FC236}">
                    <a16:creationId xmlns:a16="http://schemas.microsoft.com/office/drawing/2014/main" id="{39CE6FBC-8A56-4220-91EE-732EB4036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396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5" name="Oval 1716">
                <a:extLst>
                  <a:ext uri="{FF2B5EF4-FFF2-40B4-BE49-F238E27FC236}">
                    <a16:creationId xmlns:a16="http://schemas.microsoft.com/office/drawing/2014/main" id="{97219403-4F66-487B-A580-BC15D8270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2367"/>
                <a:ext cx="67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6" name="Freeform 1717">
                <a:extLst>
                  <a:ext uri="{FF2B5EF4-FFF2-40B4-BE49-F238E27FC236}">
                    <a16:creationId xmlns:a16="http://schemas.microsoft.com/office/drawing/2014/main" id="{65A9784C-2837-43FC-99B7-DCDFC6A34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375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7" name="Freeform 1718">
                <a:extLst>
                  <a:ext uri="{FF2B5EF4-FFF2-40B4-BE49-F238E27FC236}">
                    <a16:creationId xmlns:a16="http://schemas.microsoft.com/office/drawing/2014/main" id="{ED9FCBAD-6AEB-449E-A2FC-CA6A27FC3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391"/>
                <a:ext cx="27" cy="42"/>
              </a:xfrm>
              <a:custGeom>
                <a:avLst/>
                <a:gdLst>
                  <a:gd name="T0" fmla="*/ 133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8" name="Oval 1719">
                <a:extLst>
                  <a:ext uri="{FF2B5EF4-FFF2-40B4-BE49-F238E27FC236}">
                    <a16:creationId xmlns:a16="http://schemas.microsoft.com/office/drawing/2014/main" id="{0232CA04-659D-4A11-AB87-25E05EEFC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38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9" name="Oval 1720">
                <a:extLst>
                  <a:ext uri="{FF2B5EF4-FFF2-40B4-BE49-F238E27FC236}">
                    <a16:creationId xmlns:a16="http://schemas.microsoft.com/office/drawing/2014/main" id="{3B1F12DE-C375-4FB4-8D5E-E372CC986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" y="23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0" name="Oval 1721">
                <a:extLst>
                  <a:ext uri="{FF2B5EF4-FFF2-40B4-BE49-F238E27FC236}">
                    <a16:creationId xmlns:a16="http://schemas.microsoft.com/office/drawing/2014/main" id="{0354546B-FD2E-40F4-B50F-3363343F1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2367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1" name="Oval 1722">
                <a:extLst>
                  <a:ext uri="{FF2B5EF4-FFF2-40B4-BE49-F238E27FC236}">
                    <a16:creationId xmlns:a16="http://schemas.microsoft.com/office/drawing/2014/main" id="{C6B29401-4EF4-47B5-8320-5AA99ECE9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505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2" name="Freeform 1723">
                <a:extLst>
                  <a:ext uri="{FF2B5EF4-FFF2-40B4-BE49-F238E27FC236}">
                    <a16:creationId xmlns:a16="http://schemas.microsoft.com/office/drawing/2014/main" id="{7B8BCAB6-B992-4D82-BD87-9F5543FBC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513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3" name="Freeform 1724">
                <a:extLst>
                  <a:ext uri="{FF2B5EF4-FFF2-40B4-BE49-F238E27FC236}">
                    <a16:creationId xmlns:a16="http://schemas.microsoft.com/office/drawing/2014/main" id="{F483E803-3F80-4264-AE5A-618859512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529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4" name="Oval 1725">
                <a:extLst>
                  <a:ext uri="{FF2B5EF4-FFF2-40B4-BE49-F238E27FC236}">
                    <a16:creationId xmlns:a16="http://schemas.microsoft.com/office/drawing/2014/main" id="{2CC1E8CA-E030-450A-890E-97FA46816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52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5" name="Oval 1726">
                <a:extLst>
                  <a:ext uri="{FF2B5EF4-FFF2-40B4-BE49-F238E27FC236}">
                    <a16:creationId xmlns:a16="http://schemas.microsoft.com/office/drawing/2014/main" id="{F5F8886D-352F-4977-85C9-EE237A2D5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5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6" name="Oval 1727">
                <a:extLst>
                  <a:ext uri="{FF2B5EF4-FFF2-40B4-BE49-F238E27FC236}">
                    <a16:creationId xmlns:a16="http://schemas.microsoft.com/office/drawing/2014/main" id="{D54C360D-8DE9-4908-8746-9001C437C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505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7" name="Oval 1728">
                <a:extLst>
                  <a:ext uri="{FF2B5EF4-FFF2-40B4-BE49-F238E27FC236}">
                    <a16:creationId xmlns:a16="http://schemas.microsoft.com/office/drawing/2014/main" id="{3D56E1B1-4647-412B-96FF-B565BA7B8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42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8" name="Freeform 1729">
                <a:extLst>
                  <a:ext uri="{FF2B5EF4-FFF2-40B4-BE49-F238E27FC236}">
                    <a16:creationId xmlns:a16="http://schemas.microsoft.com/office/drawing/2014/main" id="{27A58845-35E5-4096-9A7F-AAF8A1302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36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9" name="Freeform 1730">
                <a:extLst>
                  <a:ext uri="{FF2B5EF4-FFF2-40B4-BE49-F238E27FC236}">
                    <a16:creationId xmlns:a16="http://schemas.microsoft.com/office/drawing/2014/main" id="{1F1A2ACB-06F7-473C-A035-F401347EF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449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0" name="Oval 1731">
                <a:extLst>
                  <a:ext uri="{FF2B5EF4-FFF2-40B4-BE49-F238E27FC236}">
                    <a16:creationId xmlns:a16="http://schemas.microsoft.com/office/drawing/2014/main" id="{A0B49586-6264-4902-9963-6FFD4A589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244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1" name="Oval 1732">
                <a:extLst>
                  <a:ext uri="{FF2B5EF4-FFF2-40B4-BE49-F238E27FC236}">
                    <a16:creationId xmlns:a16="http://schemas.microsoft.com/office/drawing/2014/main" id="{36127933-5B45-4B2D-A476-0D628B1BD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47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2" name="Oval 1733">
                <a:extLst>
                  <a:ext uri="{FF2B5EF4-FFF2-40B4-BE49-F238E27FC236}">
                    <a16:creationId xmlns:a16="http://schemas.microsoft.com/office/drawing/2014/main" id="{57BF2773-D81B-4160-B721-1A63D1D88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242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3" name="Oval 1734">
                <a:extLst>
                  <a:ext uri="{FF2B5EF4-FFF2-40B4-BE49-F238E27FC236}">
                    <a16:creationId xmlns:a16="http://schemas.microsoft.com/office/drawing/2014/main" id="{DDD6AD72-6113-4D0D-812D-2A7263FF7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449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4" name="Freeform 1735">
                <a:extLst>
                  <a:ext uri="{FF2B5EF4-FFF2-40B4-BE49-F238E27FC236}">
                    <a16:creationId xmlns:a16="http://schemas.microsoft.com/office/drawing/2014/main" id="{39EEE1F4-82AA-4E23-B807-568F36528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457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5" name="Freeform 1736">
                <a:extLst>
                  <a:ext uri="{FF2B5EF4-FFF2-40B4-BE49-F238E27FC236}">
                    <a16:creationId xmlns:a16="http://schemas.microsoft.com/office/drawing/2014/main" id="{56CD3D65-29F5-420B-BAD5-E29EA922E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471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6" name="Oval 1737">
                <a:extLst>
                  <a:ext uri="{FF2B5EF4-FFF2-40B4-BE49-F238E27FC236}">
                    <a16:creationId xmlns:a16="http://schemas.microsoft.com/office/drawing/2014/main" id="{EC002621-E049-4830-9B57-617F510B2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47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7" name="Oval 1738">
                <a:extLst>
                  <a:ext uri="{FF2B5EF4-FFF2-40B4-BE49-F238E27FC236}">
                    <a16:creationId xmlns:a16="http://schemas.microsoft.com/office/drawing/2014/main" id="{A4518861-100D-44EC-9923-342343737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46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8" name="Oval 1739">
                <a:extLst>
                  <a:ext uri="{FF2B5EF4-FFF2-40B4-BE49-F238E27FC236}">
                    <a16:creationId xmlns:a16="http://schemas.microsoft.com/office/drawing/2014/main" id="{21CB10DF-9D9A-4D2F-8CAA-53912B4EE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449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9" name="Oval 1740">
                <a:extLst>
                  <a:ext uri="{FF2B5EF4-FFF2-40B4-BE49-F238E27FC236}">
                    <a16:creationId xmlns:a16="http://schemas.microsoft.com/office/drawing/2014/main" id="{7A153660-09CC-472C-B3E8-D5C47B4CA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2524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0" name="Freeform 1741">
                <a:extLst>
                  <a:ext uri="{FF2B5EF4-FFF2-40B4-BE49-F238E27FC236}">
                    <a16:creationId xmlns:a16="http://schemas.microsoft.com/office/drawing/2014/main" id="{58CB1A86-DE95-4A01-8E8B-719AB060E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532"/>
                <a:ext cx="42" cy="53"/>
              </a:xfrm>
              <a:custGeom>
                <a:avLst/>
                <a:gdLst>
                  <a:gd name="T0" fmla="*/ 42 w 17"/>
                  <a:gd name="T1" fmla="*/ 239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204 h 20"/>
                  <a:gd name="T10" fmla="*/ 91 w 17"/>
                  <a:gd name="T11" fmla="*/ 371 h 20"/>
                  <a:gd name="T12" fmla="*/ 42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1" name="Freeform 1742">
                <a:extLst>
                  <a:ext uri="{FF2B5EF4-FFF2-40B4-BE49-F238E27FC236}">
                    <a16:creationId xmlns:a16="http://schemas.microsoft.com/office/drawing/2014/main" id="{CCD1CA90-62C1-4EE8-9271-379891B9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45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2" name="Oval 1743">
                <a:extLst>
                  <a:ext uri="{FF2B5EF4-FFF2-40B4-BE49-F238E27FC236}">
                    <a16:creationId xmlns:a16="http://schemas.microsoft.com/office/drawing/2014/main" id="{FBDAB811-EC20-44D2-8044-FAB42E753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5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3" name="Oval 1744">
                <a:extLst>
                  <a:ext uri="{FF2B5EF4-FFF2-40B4-BE49-F238E27FC236}">
                    <a16:creationId xmlns:a16="http://schemas.microsoft.com/office/drawing/2014/main" id="{0375D903-D65A-4F80-ADD6-75C7E9554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2543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4" name="Oval 1745">
                <a:extLst>
                  <a:ext uri="{FF2B5EF4-FFF2-40B4-BE49-F238E27FC236}">
                    <a16:creationId xmlns:a16="http://schemas.microsoft.com/office/drawing/2014/main" id="{E11625AE-C208-4564-A2C5-FD436E49E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2524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5" name="Oval 1746">
                <a:extLst>
                  <a:ext uri="{FF2B5EF4-FFF2-40B4-BE49-F238E27FC236}">
                    <a16:creationId xmlns:a16="http://schemas.microsoft.com/office/drawing/2014/main" id="{D819EDE0-9FDE-410F-9B28-EEB3BCC04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49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6" name="Freeform 1747">
                <a:extLst>
                  <a:ext uri="{FF2B5EF4-FFF2-40B4-BE49-F238E27FC236}">
                    <a16:creationId xmlns:a16="http://schemas.microsoft.com/office/drawing/2014/main" id="{34C69897-F76C-46E2-A799-5914C8B55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505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7" name="Freeform 1748">
                <a:extLst>
                  <a:ext uri="{FF2B5EF4-FFF2-40B4-BE49-F238E27FC236}">
                    <a16:creationId xmlns:a16="http://schemas.microsoft.com/office/drawing/2014/main" id="{A903E970-F727-4B3B-89D3-EF3470414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51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8" name="Oval 1749">
                <a:extLst>
                  <a:ext uri="{FF2B5EF4-FFF2-40B4-BE49-F238E27FC236}">
                    <a16:creationId xmlns:a16="http://schemas.microsoft.com/office/drawing/2014/main" id="{F38C9F17-37B9-421C-87DE-F1E9462E7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5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9" name="Oval 1750">
                <a:extLst>
                  <a:ext uri="{FF2B5EF4-FFF2-40B4-BE49-F238E27FC236}">
                    <a16:creationId xmlns:a16="http://schemas.microsoft.com/office/drawing/2014/main" id="{726C6761-D9E7-4FF5-8681-69F71FAA7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251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0" name="Oval 1751">
                <a:extLst>
                  <a:ext uri="{FF2B5EF4-FFF2-40B4-BE49-F238E27FC236}">
                    <a16:creationId xmlns:a16="http://schemas.microsoft.com/office/drawing/2014/main" id="{A78BF5B9-7DE4-46CB-9474-4CD3938D5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49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1" name="Freeform 1752">
                <a:extLst>
                  <a:ext uri="{FF2B5EF4-FFF2-40B4-BE49-F238E27FC236}">
                    <a16:creationId xmlns:a16="http://schemas.microsoft.com/office/drawing/2014/main" id="{86F590EC-AEE0-4F44-8737-3A43762D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551"/>
                <a:ext cx="67" cy="69"/>
              </a:xfrm>
              <a:custGeom>
                <a:avLst/>
                <a:gdLst>
                  <a:gd name="T0" fmla="*/ 216 w 27"/>
                  <a:gd name="T1" fmla="*/ 0 h 26"/>
                  <a:gd name="T2" fmla="*/ 0 w 27"/>
                  <a:gd name="T3" fmla="*/ 260 h 26"/>
                  <a:gd name="T4" fmla="*/ 124 w 27"/>
                  <a:gd name="T5" fmla="*/ 486 h 26"/>
                  <a:gd name="T6" fmla="*/ 370 w 27"/>
                  <a:gd name="T7" fmla="*/ 430 h 26"/>
                  <a:gd name="T8" fmla="*/ 412 w 27"/>
                  <a:gd name="T9" fmla="*/ 260 h 26"/>
                  <a:gd name="T10" fmla="*/ 216 w 2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14" y="0"/>
                    </a:moveTo>
                    <a:cubicBezTo>
                      <a:pt x="6" y="0"/>
                      <a:pt x="0" y="7"/>
                      <a:pt x="0" y="14"/>
                    </a:cubicBezTo>
                    <a:cubicBezTo>
                      <a:pt x="0" y="20"/>
                      <a:pt x="3" y="24"/>
                      <a:pt x="8" y="26"/>
                    </a:cubicBezTo>
                    <a:cubicBezTo>
                      <a:pt x="14" y="25"/>
                      <a:pt x="19" y="24"/>
                      <a:pt x="24" y="23"/>
                    </a:cubicBezTo>
                    <a:cubicBezTo>
                      <a:pt x="26" y="20"/>
                      <a:pt x="27" y="17"/>
                      <a:pt x="27" y="14"/>
                    </a:cubicBezTo>
                    <a:cubicBezTo>
                      <a:pt x="27" y="7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2" name="Freeform 1753">
                <a:extLst>
                  <a:ext uri="{FF2B5EF4-FFF2-40B4-BE49-F238E27FC236}">
                    <a16:creationId xmlns:a16="http://schemas.microsoft.com/office/drawing/2014/main" id="{C24FE12E-4DAB-4B2D-9B80-4D05DEF05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559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3" name="Freeform 1754">
                <a:extLst>
                  <a:ext uri="{FF2B5EF4-FFF2-40B4-BE49-F238E27FC236}">
                    <a16:creationId xmlns:a16="http://schemas.microsoft.com/office/drawing/2014/main" id="{D699C5DF-3049-44DC-AFD1-64CA3D765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575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4" name="Oval 1755">
                <a:extLst>
                  <a:ext uri="{FF2B5EF4-FFF2-40B4-BE49-F238E27FC236}">
                    <a16:creationId xmlns:a16="http://schemas.microsoft.com/office/drawing/2014/main" id="{B6C01D75-29E6-4262-A915-981DC4802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257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5" name="Oval 1756">
                <a:extLst>
                  <a:ext uri="{FF2B5EF4-FFF2-40B4-BE49-F238E27FC236}">
                    <a16:creationId xmlns:a16="http://schemas.microsoft.com/office/drawing/2014/main" id="{BCBD2E1E-0E08-41E2-9962-375E5C113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56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6" name="Freeform 1757">
                <a:extLst>
                  <a:ext uri="{FF2B5EF4-FFF2-40B4-BE49-F238E27FC236}">
                    <a16:creationId xmlns:a16="http://schemas.microsoft.com/office/drawing/2014/main" id="{A9D14071-4C38-446A-8051-73ABE7879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551"/>
                <a:ext cx="67" cy="69"/>
              </a:xfrm>
              <a:custGeom>
                <a:avLst/>
                <a:gdLst>
                  <a:gd name="T0" fmla="*/ 216 w 27"/>
                  <a:gd name="T1" fmla="*/ 0 h 26"/>
                  <a:gd name="T2" fmla="*/ 0 w 27"/>
                  <a:gd name="T3" fmla="*/ 260 h 26"/>
                  <a:gd name="T4" fmla="*/ 124 w 27"/>
                  <a:gd name="T5" fmla="*/ 486 h 26"/>
                  <a:gd name="T6" fmla="*/ 370 w 27"/>
                  <a:gd name="T7" fmla="*/ 430 h 26"/>
                  <a:gd name="T8" fmla="*/ 412 w 27"/>
                  <a:gd name="T9" fmla="*/ 260 h 26"/>
                  <a:gd name="T10" fmla="*/ 216 w 2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14" y="0"/>
                    </a:moveTo>
                    <a:cubicBezTo>
                      <a:pt x="6" y="0"/>
                      <a:pt x="0" y="7"/>
                      <a:pt x="0" y="14"/>
                    </a:cubicBezTo>
                    <a:cubicBezTo>
                      <a:pt x="0" y="20"/>
                      <a:pt x="3" y="24"/>
                      <a:pt x="8" y="26"/>
                    </a:cubicBezTo>
                    <a:cubicBezTo>
                      <a:pt x="14" y="25"/>
                      <a:pt x="19" y="24"/>
                      <a:pt x="24" y="23"/>
                    </a:cubicBezTo>
                    <a:cubicBezTo>
                      <a:pt x="26" y="20"/>
                      <a:pt x="27" y="17"/>
                      <a:pt x="27" y="14"/>
                    </a:cubicBezTo>
                    <a:cubicBezTo>
                      <a:pt x="27" y="7"/>
                      <a:pt x="21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7" name="Oval 1758">
                <a:extLst>
                  <a:ext uri="{FF2B5EF4-FFF2-40B4-BE49-F238E27FC236}">
                    <a16:creationId xmlns:a16="http://schemas.microsoft.com/office/drawing/2014/main" id="{C2B352A8-654C-43A7-8E8B-546ECB0CE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2468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8" name="Freeform 1759">
                <a:extLst>
                  <a:ext uri="{FF2B5EF4-FFF2-40B4-BE49-F238E27FC236}">
                    <a16:creationId xmlns:a16="http://schemas.microsoft.com/office/drawing/2014/main" id="{5269D64B-7B67-43E9-A382-E79BE966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476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9" name="Freeform 1760">
                <a:extLst>
                  <a:ext uri="{FF2B5EF4-FFF2-40B4-BE49-F238E27FC236}">
                    <a16:creationId xmlns:a16="http://schemas.microsoft.com/office/drawing/2014/main" id="{117A14C8-97F0-4DD2-89F2-CB26B4C84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492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0" name="Oval 1761">
                <a:extLst>
                  <a:ext uri="{FF2B5EF4-FFF2-40B4-BE49-F238E27FC236}">
                    <a16:creationId xmlns:a16="http://schemas.microsoft.com/office/drawing/2014/main" id="{1AD68C37-C882-48A1-A363-E962D76A7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489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1" name="Oval 1762">
                <a:extLst>
                  <a:ext uri="{FF2B5EF4-FFF2-40B4-BE49-F238E27FC236}">
                    <a16:creationId xmlns:a16="http://schemas.microsoft.com/office/drawing/2014/main" id="{4FA5D0BB-6A11-4F38-BEE0-CB5C98089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487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2" name="Oval 1763">
                <a:extLst>
                  <a:ext uri="{FF2B5EF4-FFF2-40B4-BE49-F238E27FC236}">
                    <a16:creationId xmlns:a16="http://schemas.microsoft.com/office/drawing/2014/main" id="{6A5C3F84-DF1B-4063-BB83-6C93C2822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2468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3" name="Oval 1764">
                <a:extLst>
                  <a:ext uri="{FF2B5EF4-FFF2-40B4-BE49-F238E27FC236}">
                    <a16:creationId xmlns:a16="http://schemas.microsoft.com/office/drawing/2014/main" id="{D44F2EED-C2FA-4324-92BB-B2A7E3CD0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2399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4" name="Freeform 1765">
                <a:extLst>
                  <a:ext uri="{FF2B5EF4-FFF2-40B4-BE49-F238E27FC236}">
                    <a16:creationId xmlns:a16="http://schemas.microsoft.com/office/drawing/2014/main" id="{A393D5C7-8F59-40F0-A231-BBAC9C53E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407"/>
                <a:ext cx="45" cy="53"/>
              </a:xfrm>
              <a:custGeom>
                <a:avLst/>
                <a:gdLst>
                  <a:gd name="T0" fmla="*/ 63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63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2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4" y="16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5" name="Freeform 1766">
                <a:extLst>
                  <a:ext uri="{FF2B5EF4-FFF2-40B4-BE49-F238E27FC236}">
                    <a16:creationId xmlns:a16="http://schemas.microsoft.com/office/drawing/2014/main" id="{A79CFF54-1D46-4CE3-B7B7-5FADDAB5D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420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88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6" y="17"/>
                      <a:pt x="11" y="13"/>
                      <a:pt x="12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6" name="Oval 1767">
                <a:extLst>
                  <a:ext uri="{FF2B5EF4-FFF2-40B4-BE49-F238E27FC236}">
                    <a16:creationId xmlns:a16="http://schemas.microsoft.com/office/drawing/2014/main" id="{29244D81-78B3-4AB9-B895-B450746E4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4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7" name="Oval 1768">
                <a:extLst>
                  <a:ext uri="{FF2B5EF4-FFF2-40B4-BE49-F238E27FC236}">
                    <a16:creationId xmlns:a16="http://schemas.microsoft.com/office/drawing/2014/main" id="{4E75BA62-4C79-4203-B4D4-F99CCBC97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41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8" name="Oval 1769">
                <a:extLst>
                  <a:ext uri="{FF2B5EF4-FFF2-40B4-BE49-F238E27FC236}">
                    <a16:creationId xmlns:a16="http://schemas.microsoft.com/office/drawing/2014/main" id="{8ABE53AB-A229-4379-8C56-CF51394BC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239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9" name="Oval 1770">
                <a:extLst>
                  <a:ext uri="{FF2B5EF4-FFF2-40B4-BE49-F238E27FC236}">
                    <a16:creationId xmlns:a16="http://schemas.microsoft.com/office/drawing/2014/main" id="{47750EB1-5229-40E3-9405-60EC11EFC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321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0" name="Freeform 1771">
                <a:extLst>
                  <a:ext uri="{FF2B5EF4-FFF2-40B4-BE49-F238E27FC236}">
                    <a16:creationId xmlns:a16="http://schemas.microsoft.com/office/drawing/2014/main" id="{679DC8C2-D097-4FA8-88E6-420ADFC6E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329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1" name="Freeform 1772">
                <a:extLst>
                  <a:ext uri="{FF2B5EF4-FFF2-40B4-BE49-F238E27FC236}">
                    <a16:creationId xmlns:a16="http://schemas.microsoft.com/office/drawing/2014/main" id="{C6225225-398E-4FC8-9600-864CCAA82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345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2" name="Oval 1773">
                <a:extLst>
                  <a:ext uri="{FF2B5EF4-FFF2-40B4-BE49-F238E27FC236}">
                    <a16:creationId xmlns:a16="http://schemas.microsoft.com/office/drawing/2014/main" id="{1D38F620-892A-40F5-8EC4-212B52BBE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23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3" name="Oval 1774">
                <a:extLst>
                  <a:ext uri="{FF2B5EF4-FFF2-40B4-BE49-F238E27FC236}">
                    <a16:creationId xmlns:a16="http://schemas.microsoft.com/office/drawing/2014/main" id="{0CA53947-7577-43EC-9D2F-14AA351F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34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4" name="Oval 1775">
                <a:extLst>
                  <a:ext uri="{FF2B5EF4-FFF2-40B4-BE49-F238E27FC236}">
                    <a16:creationId xmlns:a16="http://schemas.microsoft.com/office/drawing/2014/main" id="{415BF6DD-ECAF-4A8A-96B3-CF8C511D8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321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5" name="Oval 1776">
                <a:extLst>
                  <a:ext uri="{FF2B5EF4-FFF2-40B4-BE49-F238E27FC236}">
                    <a16:creationId xmlns:a16="http://schemas.microsoft.com/office/drawing/2014/main" id="{F7D4F172-92C7-4013-B52A-4BB1AF973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234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6" name="Freeform 1777">
                <a:extLst>
                  <a:ext uri="{FF2B5EF4-FFF2-40B4-BE49-F238E27FC236}">
                    <a16:creationId xmlns:a16="http://schemas.microsoft.com/office/drawing/2014/main" id="{D35C0378-C877-417D-BCB8-7218B3487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356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7" name="Freeform 1778">
                <a:extLst>
                  <a:ext uri="{FF2B5EF4-FFF2-40B4-BE49-F238E27FC236}">
                    <a16:creationId xmlns:a16="http://schemas.microsoft.com/office/drawing/2014/main" id="{DF7DC258-A563-42C1-B66C-EDFD48A17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369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8" name="Oval 1779">
                <a:extLst>
                  <a:ext uri="{FF2B5EF4-FFF2-40B4-BE49-F238E27FC236}">
                    <a16:creationId xmlns:a16="http://schemas.microsoft.com/office/drawing/2014/main" id="{1E496983-F127-4568-B39A-B50799116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23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9" name="Oval 1780">
                <a:extLst>
                  <a:ext uri="{FF2B5EF4-FFF2-40B4-BE49-F238E27FC236}">
                    <a16:creationId xmlns:a16="http://schemas.microsoft.com/office/drawing/2014/main" id="{71EEFCB7-C514-4A70-A85A-914E06475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367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0" name="Oval 1781">
                <a:extLst>
                  <a:ext uri="{FF2B5EF4-FFF2-40B4-BE49-F238E27FC236}">
                    <a16:creationId xmlns:a16="http://schemas.microsoft.com/office/drawing/2014/main" id="{58267C5E-7906-404E-A280-841F42D0A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234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1" name="Oval 1782">
                <a:extLst>
                  <a:ext uri="{FF2B5EF4-FFF2-40B4-BE49-F238E27FC236}">
                    <a16:creationId xmlns:a16="http://schemas.microsoft.com/office/drawing/2014/main" id="{1985E1CC-6A74-4B95-B83F-9C09D5FFC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369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2" name="Freeform 1783">
                <a:extLst>
                  <a:ext uri="{FF2B5EF4-FFF2-40B4-BE49-F238E27FC236}">
                    <a16:creationId xmlns:a16="http://schemas.microsoft.com/office/drawing/2014/main" id="{47E86032-2997-435C-9B6E-E1EF531AA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377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3" name="Freeform 1784">
                <a:extLst>
                  <a:ext uri="{FF2B5EF4-FFF2-40B4-BE49-F238E27FC236}">
                    <a16:creationId xmlns:a16="http://schemas.microsoft.com/office/drawing/2014/main" id="{99AF0301-863D-4FD2-AFBC-24939D3F0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391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4" name="Oval 1785">
                <a:extLst>
                  <a:ext uri="{FF2B5EF4-FFF2-40B4-BE49-F238E27FC236}">
                    <a16:creationId xmlns:a16="http://schemas.microsoft.com/office/drawing/2014/main" id="{EB31EF89-E175-4429-949E-C8E1AD730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239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5" name="Oval 1786">
                <a:extLst>
                  <a:ext uri="{FF2B5EF4-FFF2-40B4-BE49-F238E27FC236}">
                    <a16:creationId xmlns:a16="http://schemas.microsoft.com/office/drawing/2014/main" id="{B04C141A-AA84-4FEA-83BE-CF8C71492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38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6" name="Oval 1787">
                <a:extLst>
                  <a:ext uri="{FF2B5EF4-FFF2-40B4-BE49-F238E27FC236}">
                    <a16:creationId xmlns:a16="http://schemas.microsoft.com/office/drawing/2014/main" id="{5CE0BF06-805C-4B75-93CA-1C5B7A879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369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7" name="Oval 1788">
                <a:extLst>
                  <a:ext uri="{FF2B5EF4-FFF2-40B4-BE49-F238E27FC236}">
                    <a16:creationId xmlns:a16="http://schemas.microsoft.com/office/drawing/2014/main" id="{11F95D97-ADEB-41CF-AFD7-29816249F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324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8" name="Freeform 1789">
                <a:extLst>
                  <a:ext uri="{FF2B5EF4-FFF2-40B4-BE49-F238E27FC236}">
                    <a16:creationId xmlns:a16="http://schemas.microsoft.com/office/drawing/2014/main" id="{93A6C415-77A1-4E34-920A-69CD4442A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32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9" name="Freeform 1790">
                <a:extLst>
                  <a:ext uri="{FF2B5EF4-FFF2-40B4-BE49-F238E27FC236}">
                    <a16:creationId xmlns:a16="http://schemas.microsoft.com/office/drawing/2014/main" id="{21DF79E6-311F-4FEC-8042-C1CDABCED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345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0" name="Oval 1791">
                <a:extLst>
                  <a:ext uri="{FF2B5EF4-FFF2-40B4-BE49-F238E27FC236}">
                    <a16:creationId xmlns:a16="http://schemas.microsoft.com/office/drawing/2014/main" id="{C3084503-527C-426C-9D22-6E6454BB5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234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01" name="Oval 1792">
                <a:extLst>
                  <a:ext uri="{FF2B5EF4-FFF2-40B4-BE49-F238E27FC236}">
                    <a16:creationId xmlns:a16="http://schemas.microsoft.com/office/drawing/2014/main" id="{3867B6DF-63C0-453F-ABF8-EB4D47EE7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2343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02" name="Oval 1793">
                <a:extLst>
                  <a:ext uri="{FF2B5EF4-FFF2-40B4-BE49-F238E27FC236}">
                    <a16:creationId xmlns:a16="http://schemas.microsoft.com/office/drawing/2014/main" id="{B199CC39-48DA-4C14-BA84-247362FB9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324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03" name="Oval 1794">
                <a:extLst>
                  <a:ext uri="{FF2B5EF4-FFF2-40B4-BE49-F238E27FC236}">
                    <a16:creationId xmlns:a16="http://schemas.microsoft.com/office/drawing/2014/main" id="{AD04C3C7-A7DF-4DB1-91C8-65AEE36FC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4" y="2212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04" name="Freeform 1795">
                <a:extLst>
                  <a:ext uri="{FF2B5EF4-FFF2-40B4-BE49-F238E27FC236}">
                    <a16:creationId xmlns:a16="http://schemas.microsoft.com/office/drawing/2014/main" id="{2598788B-9119-477B-AF63-BFC5062E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220"/>
                <a:ext cx="45" cy="56"/>
              </a:xfrm>
              <a:custGeom>
                <a:avLst/>
                <a:gdLst>
                  <a:gd name="T0" fmla="*/ 63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63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5" name="Freeform 1796">
                <a:extLst>
                  <a:ext uri="{FF2B5EF4-FFF2-40B4-BE49-F238E27FC236}">
                    <a16:creationId xmlns:a16="http://schemas.microsoft.com/office/drawing/2014/main" id="{38B5DA99-965B-4F6B-B3B9-171300D8B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236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88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6"/>
                      <a:pt x="11" y="13"/>
                      <a:pt x="12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6" name="Oval 1797">
                <a:extLst>
                  <a:ext uri="{FF2B5EF4-FFF2-40B4-BE49-F238E27FC236}">
                    <a16:creationId xmlns:a16="http://schemas.microsoft.com/office/drawing/2014/main" id="{908F0F48-7D99-416D-A67A-8AD17B57E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9" y="223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07" name="Oval 1798">
                <a:extLst>
                  <a:ext uri="{FF2B5EF4-FFF2-40B4-BE49-F238E27FC236}">
                    <a16:creationId xmlns:a16="http://schemas.microsoft.com/office/drawing/2014/main" id="{413E80A3-4810-4CDE-B388-B20756FBE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22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08" name="Oval 1799">
                <a:extLst>
                  <a:ext uri="{FF2B5EF4-FFF2-40B4-BE49-F238E27FC236}">
                    <a16:creationId xmlns:a16="http://schemas.microsoft.com/office/drawing/2014/main" id="{1E924201-AC9C-4833-B05B-D2C8E1C30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4" y="2212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09" name="Oval 1800">
                <a:extLst>
                  <a:ext uri="{FF2B5EF4-FFF2-40B4-BE49-F238E27FC236}">
                    <a16:creationId xmlns:a16="http://schemas.microsoft.com/office/drawing/2014/main" id="{3745CC28-B5F5-43BB-94C5-06FE77010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2292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610" name="Freeform 1801">
                <a:extLst>
                  <a:ext uri="{FF2B5EF4-FFF2-40B4-BE49-F238E27FC236}">
                    <a16:creationId xmlns:a16="http://schemas.microsoft.com/office/drawing/2014/main" id="{7F536EBE-EAE3-4630-B535-5E826B205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300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1" name="Freeform 1802">
                <a:extLst>
                  <a:ext uri="{FF2B5EF4-FFF2-40B4-BE49-F238E27FC236}">
                    <a16:creationId xmlns:a16="http://schemas.microsoft.com/office/drawing/2014/main" id="{1847CE11-9EB9-48B2-A439-72D95555B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316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2" name="Oval 1803">
                <a:extLst>
                  <a:ext uri="{FF2B5EF4-FFF2-40B4-BE49-F238E27FC236}">
                    <a16:creationId xmlns:a16="http://schemas.microsoft.com/office/drawing/2014/main" id="{BAC43602-FBDB-4ED4-B17B-9FA1711CF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4" y="231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7902" name="Group 1804">
              <a:extLst>
                <a:ext uri="{FF2B5EF4-FFF2-40B4-BE49-F238E27FC236}">
                  <a16:creationId xmlns:a16="http://schemas.microsoft.com/office/drawing/2014/main" id="{9DEBDB17-6C4C-414A-8755-73F53AFCB1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6" y="1927"/>
              <a:ext cx="483" cy="712"/>
              <a:chOff x="2346" y="1927"/>
              <a:chExt cx="483" cy="712"/>
            </a:xfrm>
          </p:grpSpPr>
          <p:sp>
            <p:nvSpPr>
              <p:cNvPr id="18325" name="Oval 1805">
                <a:extLst>
                  <a:ext uri="{FF2B5EF4-FFF2-40B4-BE49-F238E27FC236}">
                    <a16:creationId xmlns:a16="http://schemas.microsoft.com/office/drawing/2014/main" id="{8A5B6073-CF70-433E-A6BC-271D1E1E8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231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6" name="Oval 1806">
                <a:extLst>
                  <a:ext uri="{FF2B5EF4-FFF2-40B4-BE49-F238E27FC236}">
                    <a16:creationId xmlns:a16="http://schemas.microsoft.com/office/drawing/2014/main" id="{98D9EC34-1AA2-401B-90B4-A9A14D636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" y="2292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7" name="Oval 1807">
                <a:extLst>
                  <a:ext uri="{FF2B5EF4-FFF2-40B4-BE49-F238E27FC236}">
                    <a16:creationId xmlns:a16="http://schemas.microsoft.com/office/drawing/2014/main" id="{A212965C-AA10-47CC-B09A-DB0A5E8EA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236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8" name="Freeform 1808">
                <a:extLst>
                  <a:ext uri="{FF2B5EF4-FFF2-40B4-BE49-F238E27FC236}">
                    <a16:creationId xmlns:a16="http://schemas.microsoft.com/office/drawing/2014/main" id="{69A50B8A-0F95-414C-8315-510B498F2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244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9" name="Freeform 1809">
                <a:extLst>
                  <a:ext uri="{FF2B5EF4-FFF2-40B4-BE49-F238E27FC236}">
                    <a16:creationId xmlns:a16="http://schemas.microsoft.com/office/drawing/2014/main" id="{C3F5C830-47FD-431A-81AC-DD42EA688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257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0 w 12"/>
                  <a:gd name="T3" fmla="*/ 314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0" name="Oval 1810">
                <a:extLst>
                  <a:ext uri="{FF2B5EF4-FFF2-40B4-BE49-F238E27FC236}">
                    <a16:creationId xmlns:a16="http://schemas.microsoft.com/office/drawing/2014/main" id="{64D48D8F-3EE3-4D0C-BAF1-D23E68CB8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2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1" name="Oval 1811">
                <a:extLst>
                  <a:ext uri="{FF2B5EF4-FFF2-40B4-BE49-F238E27FC236}">
                    <a16:creationId xmlns:a16="http://schemas.microsoft.com/office/drawing/2014/main" id="{886FA534-BA40-4152-9811-AB29725B6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255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2" name="Oval 1812">
                <a:extLst>
                  <a:ext uri="{FF2B5EF4-FFF2-40B4-BE49-F238E27FC236}">
                    <a16:creationId xmlns:a16="http://schemas.microsoft.com/office/drawing/2014/main" id="{31419C32-F49F-4F8C-A440-B5311D697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236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3" name="Oval 1813">
                <a:extLst>
                  <a:ext uri="{FF2B5EF4-FFF2-40B4-BE49-F238E27FC236}">
                    <a16:creationId xmlns:a16="http://schemas.microsoft.com/office/drawing/2014/main" id="{D2E1B8DC-0AC4-4053-ABD8-4F03D6F77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2364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4" name="Freeform 1814">
                <a:extLst>
                  <a:ext uri="{FF2B5EF4-FFF2-40B4-BE49-F238E27FC236}">
                    <a16:creationId xmlns:a16="http://schemas.microsoft.com/office/drawing/2014/main" id="{5006AEC2-BAB3-4903-9911-900BAD81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372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08 w 18"/>
                  <a:gd name="T3" fmla="*/ 34 h 20"/>
                  <a:gd name="T4" fmla="*/ 283 w 18"/>
                  <a:gd name="T5" fmla="*/ 56 h 20"/>
                  <a:gd name="T6" fmla="*/ 158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5" name="Freeform 1815">
                <a:extLst>
                  <a:ext uri="{FF2B5EF4-FFF2-40B4-BE49-F238E27FC236}">
                    <a16:creationId xmlns:a16="http://schemas.microsoft.com/office/drawing/2014/main" id="{8071AA03-2D80-4749-B7BE-CE946E20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385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6" name="Oval 1816">
                <a:extLst>
                  <a:ext uri="{FF2B5EF4-FFF2-40B4-BE49-F238E27FC236}">
                    <a16:creationId xmlns:a16="http://schemas.microsoft.com/office/drawing/2014/main" id="{FA9F87B4-F032-4AA7-9AE6-0F5EAB506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2385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7" name="Oval 1817">
                <a:extLst>
                  <a:ext uri="{FF2B5EF4-FFF2-40B4-BE49-F238E27FC236}">
                    <a16:creationId xmlns:a16="http://schemas.microsoft.com/office/drawing/2014/main" id="{D2EDA0F4-35F3-4200-8C1C-45EFC9BE1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2383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8" name="Oval 1818">
                <a:extLst>
                  <a:ext uri="{FF2B5EF4-FFF2-40B4-BE49-F238E27FC236}">
                    <a16:creationId xmlns:a16="http://schemas.microsoft.com/office/drawing/2014/main" id="{7EADE077-3B7B-4B9C-A3C7-A22A3633C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2364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9" name="Oval 1819">
                <a:extLst>
                  <a:ext uri="{FF2B5EF4-FFF2-40B4-BE49-F238E27FC236}">
                    <a16:creationId xmlns:a16="http://schemas.microsoft.com/office/drawing/2014/main" id="{370237E7-7625-436E-8662-AC2DB2479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364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0" name="Freeform 1820">
                <a:extLst>
                  <a:ext uri="{FF2B5EF4-FFF2-40B4-BE49-F238E27FC236}">
                    <a16:creationId xmlns:a16="http://schemas.microsoft.com/office/drawing/2014/main" id="{39AA53BE-FABD-4890-97FC-2FEC92DB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385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1" name="Oval 1821">
                <a:extLst>
                  <a:ext uri="{FF2B5EF4-FFF2-40B4-BE49-F238E27FC236}">
                    <a16:creationId xmlns:a16="http://schemas.microsoft.com/office/drawing/2014/main" id="{8584CAA2-94ED-4E6D-BC60-10E56AD55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23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2" name="Oval 1822">
                <a:extLst>
                  <a:ext uri="{FF2B5EF4-FFF2-40B4-BE49-F238E27FC236}">
                    <a16:creationId xmlns:a16="http://schemas.microsoft.com/office/drawing/2014/main" id="{A5D398CD-977B-4384-A988-C5294B6E1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2383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3" name="Oval 1823">
                <a:extLst>
                  <a:ext uri="{FF2B5EF4-FFF2-40B4-BE49-F238E27FC236}">
                    <a16:creationId xmlns:a16="http://schemas.microsoft.com/office/drawing/2014/main" id="{D81D35C2-4517-4E51-8D22-535CB53A6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364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4" name="Oval 1824">
                <a:extLst>
                  <a:ext uri="{FF2B5EF4-FFF2-40B4-BE49-F238E27FC236}">
                    <a16:creationId xmlns:a16="http://schemas.microsoft.com/office/drawing/2014/main" id="{3771B8BC-79B9-42C5-B2F8-1AEB89638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6" y="2292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5" name="Freeform 1825">
                <a:extLst>
                  <a:ext uri="{FF2B5EF4-FFF2-40B4-BE49-F238E27FC236}">
                    <a16:creationId xmlns:a16="http://schemas.microsoft.com/office/drawing/2014/main" id="{6A152B8C-0C0A-4B15-AC04-E188BAFFB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300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6" name="Freeform 1826">
                <a:extLst>
                  <a:ext uri="{FF2B5EF4-FFF2-40B4-BE49-F238E27FC236}">
                    <a16:creationId xmlns:a16="http://schemas.microsoft.com/office/drawing/2014/main" id="{DD7F0234-B43F-421C-A670-5389F843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16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7" name="Oval 1827">
                <a:extLst>
                  <a:ext uri="{FF2B5EF4-FFF2-40B4-BE49-F238E27FC236}">
                    <a16:creationId xmlns:a16="http://schemas.microsoft.com/office/drawing/2014/main" id="{64CFB6DC-F4B4-4F1D-ABC5-B9B99FFD2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1" y="231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8" name="Oval 1828">
                <a:extLst>
                  <a:ext uri="{FF2B5EF4-FFF2-40B4-BE49-F238E27FC236}">
                    <a16:creationId xmlns:a16="http://schemas.microsoft.com/office/drawing/2014/main" id="{3EC1AE6E-1A74-49CB-A06E-3A3B07C19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231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9" name="Oval 1829">
                <a:extLst>
                  <a:ext uri="{FF2B5EF4-FFF2-40B4-BE49-F238E27FC236}">
                    <a16:creationId xmlns:a16="http://schemas.microsoft.com/office/drawing/2014/main" id="{8571BEEF-E7E7-46BD-97FF-FC53AB658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6" y="2292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0" name="Freeform 1830">
                <a:extLst>
                  <a:ext uri="{FF2B5EF4-FFF2-40B4-BE49-F238E27FC236}">
                    <a16:creationId xmlns:a16="http://schemas.microsoft.com/office/drawing/2014/main" id="{3CEFC68D-8E43-4C19-902B-7ABAD97E5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569"/>
                <a:ext cx="70" cy="70"/>
              </a:xfrm>
              <a:custGeom>
                <a:avLst/>
                <a:gdLst>
                  <a:gd name="T0" fmla="*/ 220 w 28"/>
                  <a:gd name="T1" fmla="*/ 0 h 26"/>
                  <a:gd name="T2" fmla="*/ 0 w 28"/>
                  <a:gd name="T3" fmla="*/ 275 h 26"/>
                  <a:gd name="T4" fmla="*/ 95 w 28"/>
                  <a:gd name="T5" fmla="*/ 485 h 26"/>
                  <a:gd name="T6" fmla="*/ 313 w 28"/>
                  <a:gd name="T7" fmla="*/ 506 h 26"/>
                  <a:gd name="T8" fmla="*/ 438 w 28"/>
                  <a:gd name="T9" fmla="*/ 275 h 26"/>
                  <a:gd name="T10" fmla="*/ 220 w 2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8"/>
                      <a:pt x="2" y="22"/>
                      <a:pt x="6" y="25"/>
                    </a:cubicBezTo>
                    <a:cubicBezTo>
                      <a:pt x="10" y="25"/>
                      <a:pt x="15" y="26"/>
                      <a:pt x="20" y="26"/>
                    </a:cubicBezTo>
                    <a:cubicBezTo>
                      <a:pt x="25" y="24"/>
                      <a:pt x="28" y="19"/>
                      <a:pt x="28" y="14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" name="Freeform 1831">
                <a:extLst>
                  <a:ext uri="{FF2B5EF4-FFF2-40B4-BE49-F238E27FC236}">
                    <a16:creationId xmlns:a16="http://schemas.microsoft.com/office/drawing/2014/main" id="{8C68081A-C924-4367-8460-A6E1ACD26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57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" name="Freeform 1832">
                <a:extLst>
                  <a:ext uri="{FF2B5EF4-FFF2-40B4-BE49-F238E27FC236}">
                    <a16:creationId xmlns:a16="http://schemas.microsoft.com/office/drawing/2014/main" id="{73F14D9F-D43D-4A51-9A2A-F051827FB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93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" name="Oval 1833">
                <a:extLst>
                  <a:ext uri="{FF2B5EF4-FFF2-40B4-BE49-F238E27FC236}">
                    <a16:creationId xmlns:a16="http://schemas.microsoft.com/office/drawing/2014/main" id="{F1773306-161F-482A-BCF3-87FF41F25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59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4" name="Oval 1834">
                <a:extLst>
                  <a:ext uri="{FF2B5EF4-FFF2-40B4-BE49-F238E27FC236}">
                    <a16:creationId xmlns:a16="http://schemas.microsoft.com/office/drawing/2014/main" id="{C7944D94-9AE4-4CA4-84B8-66F16CD92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588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5" name="Freeform 1835">
                <a:extLst>
                  <a:ext uri="{FF2B5EF4-FFF2-40B4-BE49-F238E27FC236}">
                    <a16:creationId xmlns:a16="http://schemas.microsoft.com/office/drawing/2014/main" id="{9420CA85-5932-4370-B1E4-945B484AE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569"/>
                <a:ext cx="70" cy="70"/>
              </a:xfrm>
              <a:custGeom>
                <a:avLst/>
                <a:gdLst>
                  <a:gd name="T0" fmla="*/ 220 w 28"/>
                  <a:gd name="T1" fmla="*/ 0 h 26"/>
                  <a:gd name="T2" fmla="*/ 0 w 28"/>
                  <a:gd name="T3" fmla="*/ 275 h 26"/>
                  <a:gd name="T4" fmla="*/ 95 w 28"/>
                  <a:gd name="T5" fmla="*/ 485 h 26"/>
                  <a:gd name="T6" fmla="*/ 313 w 28"/>
                  <a:gd name="T7" fmla="*/ 506 h 26"/>
                  <a:gd name="T8" fmla="*/ 438 w 28"/>
                  <a:gd name="T9" fmla="*/ 275 h 26"/>
                  <a:gd name="T10" fmla="*/ 220 w 2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8"/>
                      <a:pt x="2" y="22"/>
                      <a:pt x="6" y="25"/>
                    </a:cubicBezTo>
                    <a:cubicBezTo>
                      <a:pt x="10" y="25"/>
                      <a:pt x="15" y="26"/>
                      <a:pt x="20" y="26"/>
                    </a:cubicBezTo>
                    <a:cubicBezTo>
                      <a:pt x="25" y="24"/>
                      <a:pt x="28" y="19"/>
                      <a:pt x="28" y="14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" name="Oval 1836">
                <a:extLst>
                  <a:ext uri="{FF2B5EF4-FFF2-40B4-BE49-F238E27FC236}">
                    <a16:creationId xmlns:a16="http://schemas.microsoft.com/office/drawing/2014/main" id="{1EF13D9C-2CB6-407A-A89C-A2BEF64E4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38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7" name="Freeform 1837">
                <a:extLst>
                  <a:ext uri="{FF2B5EF4-FFF2-40B4-BE49-F238E27FC236}">
                    <a16:creationId xmlns:a16="http://schemas.microsoft.com/office/drawing/2014/main" id="{B173E0B0-0D06-4DE7-B158-BBFCCFE3C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391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" name="Freeform 1838">
                <a:extLst>
                  <a:ext uri="{FF2B5EF4-FFF2-40B4-BE49-F238E27FC236}">
                    <a16:creationId xmlns:a16="http://schemas.microsoft.com/office/drawing/2014/main" id="{0CC926C5-B750-4470-9B58-FEEBCD3BC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404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" name="Oval 1839">
                <a:extLst>
                  <a:ext uri="{FF2B5EF4-FFF2-40B4-BE49-F238E27FC236}">
                    <a16:creationId xmlns:a16="http://schemas.microsoft.com/office/drawing/2014/main" id="{EDF59836-A692-4245-86D8-4FB00D067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1" y="240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0" name="Oval 1840">
                <a:extLst>
                  <a:ext uri="{FF2B5EF4-FFF2-40B4-BE49-F238E27FC236}">
                    <a16:creationId xmlns:a16="http://schemas.microsoft.com/office/drawing/2014/main" id="{CCEDBC17-E5A8-452D-B81B-D7BADB000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" y="2401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1" name="Oval 1841">
                <a:extLst>
                  <a:ext uri="{FF2B5EF4-FFF2-40B4-BE49-F238E27FC236}">
                    <a16:creationId xmlns:a16="http://schemas.microsoft.com/office/drawing/2014/main" id="{7E3D5F60-A65C-4D68-8DDD-F79C7C8BE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38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2" name="Oval 1842">
                <a:extLst>
                  <a:ext uri="{FF2B5EF4-FFF2-40B4-BE49-F238E27FC236}">
                    <a16:creationId xmlns:a16="http://schemas.microsoft.com/office/drawing/2014/main" id="{F5172077-9DF4-4B37-9DB7-526BDDE56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409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3" name="Freeform 1843">
                <a:extLst>
                  <a:ext uri="{FF2B5EF4-FFF2-40B4-BE49-F238E27FC236}">
                    <a16:creationId xmlns:a16="http://schemas.microsoft.com/office/drawing/2014/main" id="{54475331-83EE-438C-8D3D-D63DA2B8A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41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08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" name="Freeform 1844">
                <a:extLst>
                  <a:ext uri="{FF2B5EF4-FFF2-40B4-BE49-F238E27FC236}">
                    <a16:creationId xmlns:a16="http://schemas.microsoft.com/office/drawing/2014/main" id="{9C894C6E-5CE7-442E-8CA6-A45B679E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433"/>
                <a:ext cx="27" cy="43"/>
              </a:xfrm>
              <a:custGeom>
                <a:avLst/>
                <a:gdLst>
                  <a:gd name="T0" fmla="*/ 133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" name="Oval 1845">
                <a:extLst>
                  <a:ext uri="{FF2B5EF4-FFF2-40B4-BE49-F238E27FC236}">
                    <a16:creationId xmlns:a16="http://schemas.microsoft.com/office/drawing/2014/main" id="{FEDCED3A-AE55-41D5-B800-C8A32E01A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243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6" name="Oval 1846">
                <a:extLst>
                  <a:ext uri="{FF2B5EF4-FFF2-40B4-BE49-F238E27FC236}">
                    <a16:creationId xmlns:a16="http://schemas.microsoft.com/office/drawing/2014/main" id="{EE67B391-D9A1-41B0-B2E0-ADC1DAB45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9" y="2428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7" name="Oval 1847">
                <a:extLst>
                  <a:ext uri="{FF2B5EF4-FFF2-40B4-BE49-F238E27FC236}">
                    <a16:creationId xmlns:a16="http://schemas.microsoft.com/office/drawing/2014/main" id="{B77EEA64-A90B-485E-9DA3-83F5976FB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409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8" name="Oval 1848">
                <a:extLst>
                  <a:ext uri="{FF2B5EF4-FFF2-40B4-BE49-F238E27FC236}">
                    <a16:creationId xmlns:a16="http://schemas.microsoft.com/office/drawing/2014/main" id="{373149E4-8A26-40E0-8078-DAB4C4305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321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9" name="Freeform 1849">
                <a:extLst>
                  <a:ext uri="{FF2B5EF4-FFF2-40B4-BE49-F238E27FC236}">
                    <a16:creationId xmlns:a16="http://schemas.microsoft.com/office/drawing/2014/main" id="{6692A56C-2E80-4EE2-9104-AE14CC01B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343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0" name="Oval 1850">
                <a:extLst>
                  <a:ext uri="{FF2B5EF4-FFF2-40B4-BE49-F238E27FC236}">
                    <a16:creationId xmlns:a16="http://schemas.microsoft.com/office/drawing/2014/main" id="{304DCEC5-C7FF-4ACD-B866-7DD551A37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34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1" name="Oval 1851">
                <a:extLst>
                  <a:ext uri="{FF2B5EF4-FFF2-40B4-BE49-F238E27FC236}">
                    <a16:creationId xmlns:a16="http://schemas.microsoft.com/office/drawing/2014/main" id="{149B59DA-DFA7-45D5-9F15-4C5BB5D5D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234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2" name="Oval 1852">
                <a:extLst>
                  <a:ext uri="{FF2B5EF4-FFF2-40B4-BE49-F238E27FC236}">
                    <a16:creationId xmlns:a16="http://schemas.microsoft.com/office/drawing/2014/main" id="{6BD7656D-218F-44E8-A28A-26966599B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32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3" name="Oval 1853">
                <a:extLst>
                  <a:ext uri="{FF2B5EF4-FFF2-40B4-BE49-F238E27FC236}">
                    <a16:creationId xmlns:a16="http://schemas.microsoft.com/office/drawing/2014/main" id="{0FD040C7-629B-404E-AE6C-20D8ACFC3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255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4" name="Freeform 1854">
                <a:extLst>
                  <a:ext uri="{FF2B5EF4-FFF2-40B4-BE49-F238E27FC236}">
                    <a16:creationId xmlns:a16="http://schemas.microsoft.com/office/drawing/2014/main" id="{374CE27D-05EF-4E9B-927D-BD9CB1A02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260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5" name="Freeform 1855">
                <a:extLst>
                  <a:ext uri="{FF2B5EF4-FFF2-40B4-BE49-F238E27FC236}">
                    <a16:creationId xmlns:a16="http://schemas.microsoft.com/office/drawing/2014/main" id="{1F68424E-86FF-491C-8C00-E1D4F84B1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76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45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6" name="Oval 1856">
                <a:extLst>
                  <a:ext uri="{FF2B5EF4-FFF2-40B4-BE49-F238E27FC236}">
                    <a16:creationId xmlns:a16="http://schemas.microsoft.com/office/drawing/2014/main" id="{DBE73636-C866-4680-B0A1-F35D3BBC0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27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7" name="Oval 1857">
                <a:extLst>
                  <a:ext uri="{FF2B5EF4-FFF2-40B4-BE49-F238E27FC236}">
                    <a16:creationId xmlns:a16="http://schemas.microsoft.com/office/drawing/2014/main" id="{C25BE86D-B063-4291-A4EF-4F429DECC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2271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8" name="Oval 1858">
                <a:extLst>
                  <a:ext uri="{FF2B5EF4-FFF2-40B4-BE49-F238E27FC236}">
                    <a16:creationId xmlns:a16="http://schemas.microsoft.com/office/drawing/2014/main" id="{CE7B8A77-FB95-4B46-A1B5-2C836182A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25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9" name="Oval 1859">
                <a:extLst>
                  <a:ext uri="{FF2B5EF4-FFF2-40B4-BE49-F238E27FC236}">
                    <a16:creationId xmlns:a16="http://schemas.microsoft.com/office/drawing/2014/main" id="{E299E6E9-6A4E-458F-B3B3-8F31F527C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" y="192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0" name="Freeform 1860">
                <a:extLst>
                  <a:ext uri="{FF2B5EF4-FFF2-40B4-BE49-F238E27FC236}">
                    <a16:creationId xmlns:a16="http://schemas.microsoft.com/office/drawing/2014/main" id="{37942C5F-1172-4B12-A248-9AB713DB5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935"/>
                <a:ext cx="42" cy="53"/>
              </a:xfrm>
              <a:custGeom>
                <a:avLst/>
                <a:gdLst>
                  <a:gd name="T0" fmla="*/ 42 w 17"/>
                  <a:gd name="T1" fmla="*/ 239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204 h 20"/>
                  <a:gd name="T10" fmla="*/ 91 w 17"/>
                  <a:gd name="T11" fmla="*/ 371 h 20"/>
                  <a:gd name="T12" fmla="*/ 42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1" name="Freeform 1861">
                <a:extLst>
                  <a:ext uri="{FF2B5EF4-FFF2-40B4-BE49-F238E27FC236}">
                    <a16:creationId xmlns:a16="http://schemas.microsoft.com/office/drawing/2014/main" id="{2AE367DD-0CCD-4FCD-83D6-092EC8440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948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2" name="Oval 1862">
                <a:extLst>
                  <a:ext uri="{FF2B5EF4-FFF2-40B4-BE49-F238E27FC236}">
                    <a16:creationId xmlns:a16="http://schemas.microsoft.com/office/drawing/2014/main" id="{AEE85ADB-8460-4E2F-993B-BFD745FE7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9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3" name="Oval 1863">
                <a:extLst>
                  <a:ext uri="{FF2B5EF4-FFF2-40B4-BE49-F238E27FC236}">
                    <a16:creationId xmlns:a16="http://schemas.microsoft.com/office/drawing/2014/main" id="{AF357361-A1CD-4066-922C-C8ABAAD07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194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4" name="Oval 1864">
                <a:extLst>
                  <a:ext uri="{FF2B5EF4-FFF2-40B4-BE49-F238E27FC236}">
                    <a16:creationId xmlns:a16="http://schemas.microsoft.com/office/drawing/2014/main" id="{CA3863F3-A4C9-40A0-9490-903395BCE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" y="192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5" name="Oval 1865">
                <a:extLst>
                  <a:ext uri="{FF2B5EF4-FFF2-40B4-BE49-F238E27FC236}">
                    <a16:creationId xmlns:a16="http://schemas.microsoft.com/office/drawing/2014/main" id="{8C860242-0478-4EE4-BE13-D94185175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6" y="2236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6" name="Freeform 1866">
                <a:extLst>
                  <a:ext uri="{FF2B5EF4-FFF2-40B4-BE49-F238E27FC236}">
                    <a16:creationId xmlns:a16="http://schemas.microsoft.com/office/drawing/2014/main" id="{2A6528F3-4019-40BA-9BE2-34885B019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244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7" name="Freeform 1867">
                <a:extLst>
                  <a:ext uri="{FF2B5EF4-FFF2-40B4-BE49-F238E27FC236}">
                    <a16:creationId xmlns:a16="http://schemas.microsoft.com/office/drawing/2014/main" id="{95C68359-E834-43BA-A60F-D6BBAFB2D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260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8" name="Oval 1868">
                <a:extLst>
                  <a:ext uri="{FF2B5EF4-FFF2-40B4-BE49-F238E27FC236}">
                    <a16:creationId xmlns:a16="http://schemas.microsoft.com/office/drawing/2014/main" id="{95E4F3E1-24D6-43F0-BCCB-BE4205409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225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9" name="Oval 1869">
                <a:extLst>
                  <a:ext uri="{FF2B5EF4-FFF2-40B4-BE49-F238E27FC236}">
                    <a16:creationId xmlns:a16="http://schemas.microsoft.com/office/drawing/2014/main" id="{4AD437EA-6B87-4CFB-A996-BCC0F82CA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225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0" name="Oval 1870">
                <a:extLst>
                  <a:ext uri="{FF2B5EF4-FFF2-40B4-BE49-F238E27FC236}">
                    <a16:creationId xmlns:a16="http://schemas.microsoft.com/office/drawing/2014/main" id="{909EF130-46C1-49D6-970A-E5F032DAD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6" y="2236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1" name="Oval 1871">
                <a:extLst>
                  <a:ext uri="{FF2B5EF4-FFF2-40B4-BE49-F238E27FC236}">
                    <a16:creationId xmlns:a16="http://schemas.microsoft.com/office/drawing/2014/main" id="{B56A0169-49F9-4537-BDEC-31B568BBD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345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2" name="Freeform 1872">
                <a:extLst>
                  <a:ext uri="{FF2B5EF4-FFF2-40B4-BE49-F238E27FC236}">
                    <a16:creationId xmlns:a16="http://schemas.microsoft.com/office/drawing/2014/main" id="{ADCB58A2-3858-4DB8-8352-B671D6C8A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353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3" name="Freeform 1873">
                <a:extLst>
                  <a:ext uri="{FF2B5EF4-FFF2-40B4-BE49-F238E27FC236}">
                    <a16:creationId xmlns:a16="http://schemas.microsoft.com/office/drawing/2014/main" id="{7751A9C3-C06E-45AA-9D74-D7049E33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367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4" name="Oval 1874">
                <a:extLst>
                  <a:ext uri="{FF2B5EF4-FFF2-40B4-BE49-F238E27FC236}">
                    <a16:creationId xmlns:a16="http://schemas.microsoft.com/office/drawing/2014/main" id="{0DF33CD2-3C2A-4384-B9CA-E1767CCE5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36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5" name="Oval 1875">
                <a:extLst>
                  <a:ext uri="{FF2B5EF4-FFF2-40B4-BE49-F238E27FC236}">
                    <a16:creationId xmlns:a16="http://schemas.microsoft.com/office/drawing/2014/main" id="{7B684833-1803-4C43-B844-B08758580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36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6" name="Oval 1876">
                <a:extLst>
                  <a:ext uri="{FF2B5EF4-FFF2-40B4-BE49-F238E27FC236}">
                    <a16:creationId xmlns:a16="http://schemas.microsoft.com/office/drawing/2014/main" id="{EAA4DC26-F1FE-4EEE-9231-E605C2DDB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34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7" name="Oval 1877">
                <a:extLst>
                  <a:ext uri="{FF2B5EF4-FFF2-40B4-BE49-F238E27FC236}">
                    <a16:creationId xmlns:a16="http://schemas.microsoft.com/office/drawing/2014/main" id="{35821FDC-2207-416E-99C5-41BC34E54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50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8" name="Freeform 1878">
                <a:extLst>
                  <a:ext uri="{FF2B5EF4-FFF2-40B4-BE49-F238E27FC236}">
                    <a16:creationId xmlns:a16="http://schemas.microsoft.com/office/drawing/2014/main" id="{CAEDE086-8156-413F-8A3A-4D54F7DEA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11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9" name="Freeform 1879">
                <a:extLst>
                  <a:ext uri="{FF2B5EF4-FFF2-40B4-BE49-F238E27FC236}">
                    <a16:creationId xmlns:a16="http://schemas.microsoft.com/office/drawing/2014/main" id="{ACF007EB-DC35-4F27-BC9B-6E21AC445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524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0" name="Oval 1880">
                <a:extLst>
                  <a:ext uri="{FF2B5EF4-FFF2-40B4-BE49-F238E27FC236}">
                    <a16:creationId xmlns:a16="http://schemas.microsoft.com/office/drawing/2014/main" id="{43E19513-DD7B-49BB-AD6E-DFF8FD446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52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1" name="Oval 1881">
                <a:extLst>
                  <a:ext uri="{FF2B5EF4-FFF2-40B4-BE49-F238E27FC236}">
                    <a16:creationId xmlns:a16="http://schemas.microsoft.com/office/drawing/2014/main" id="{4AA52ADB-8F8C-4655-A75D-3FD8C84A7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2521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2" name="Oval 1882">
                <a:extLst>
                  <a:ext uri="{FF2B5EF4-FFF2-40B4-BE49-F238E27FC236}">
                    <a16:creationId xmlns:a16="http://schemas.microsoft.com/office/drawing/2014/main" id="{32A47D59-891C-48A9-B7B7-F9E901E05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50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3" name="Oval 1883">
                <a:extLst>
                  <a:ext uri="{FF2B5EF4-FFF2-40B4-BE49-F238E27FC236}">
                    <a16:creationId xmlns:a16="http://schemas.microsoft.com/office/drawing/2014/main" id="{53AECFF4-95D5-4EDA-A533-D071BAC9F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252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4" name="Freeform 1884">
                <a:extLst>
                  <a:ext uri="{FF2B5EF4-FFF2-40B4-BE49-F238E27FC236}">
                    <a16:creationId xmlns:a16="http://schemas.microsoft.com/office/drawing/2014/main" id="{B0BBF68A-27A6-49B5-AF4C-9B2C05EF6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35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5" name="Freeform 1885">
                <a:extLst>
                  <a:ext uri="{FF2B5EF4-FFF2-40B4-BE49-F238E27FC236}">
                    <a16:creationId xmlns:a16="http://schemas.microsoft.com/office/drawing/2014/main" id="{A35D12EE-3248-4E18-85E5-13AC879F1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548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6" name="Oval 1886">
                <a:extLst>
                  <a:ext uri="{FF2B5EF4-FFF2-40B4-BE49-F238E27FC236}">
                    <a16:creationId xmlns:a16="http://schemas.microsoft.com/office/drawing/2014/main" id="{B6B094D1-0FCF-433B-8445-9E401D16D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254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7" name="Oval 1887">
                <a:extLst>
                  <a:ext uri="{FF2B5EF4-FFF2-40B4-BE49-F238E27FC236}">
                    <a16:creationId xmlns:a16="http://schemas.microsoft.com/office/drawing/2014/main" id="{138B1B90-0FF6-46EB-8BD6-D09B78C4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9" y="254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8" name="Oval 1888">
                <a:extLst>
                  <a:ext uri="{FF2B5EF4-FFF2-40B4-BE49-F238E27FC236}">
                    <a16:creationId xmlns:a16="http://schemas.microsoft.com/office/drawing/2014/main" id="{AE9B7996-C64E-4CA4-B5CA-1B8806A1F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252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9" name="Oval 1889">
                <a:extLst>
                  <a:ext uri="{FF2B5EF4-FFF2-40B4-BE49-F238E27FC236}">
                    <a16:creationId xmlns:a16="http://schemas.microsoft.com/office/drawing/2014/main" id="{1572F03C-EA4D-4D9F-8F1C-FCC8F08EB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497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0" name="Freeform 1890">
                <a:extLst>
                  <a:ext uri="{FF2B5EF4-FFF2-40B4-BE49-F238E27FC236}">
                    <a16:creationId xmlns:a16="http://schemas.microsoft.com/office/drawing/2014/main" id="{2A190F09-0E6F-4610-883E-266A98F7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51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1" name="Oval 1891">
                <a:extLst>
                  <a:ext uri="{FF2B5EF4-FFF2-40B4-BE49-F238E27FC236}">
                    <a16:creationId xmlns:a16="http://schemas.microsoft.com/office/drawing/2014/main" id="{225B0472-3E52-478B-8CF1-AC60313FA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49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2" name="Oval 1892">
                <a:extLst>
                  <a:ext uri="{FF2B5EF4-FFF2-40B4-BE49-F238E27FC236}">
                    <a16:creationId xmlns:a16="http://schemas.microsoft.com/office/drawing/2014/main" id="{A5C8B9AE-5064-4470-A8C8-72F9D62F3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238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3" name="Freeform 1893">
                <a:extLst>
                  <a:ext uri="{FF2B5EF4-FFF2-40B4-BE49-F238E27FC236}">
                    <a16:creationId xmlns:a16="http://schemas.microsoft.com/office/drawing/2014/main" id="{DAA2F663-D027-4F6D-A83B-E71D9BB44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396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4" name="Freeform 1894">
                <a:extLst>
                  <a:ext uri="{FF2B5EF4-FFF2-40B4-BE49-F238E27FC236}">
                    <a16:creationId xmlns:a16="http://schemas.microsoft.com/office/drawing/2014/main" id="{93EB40CD-A036-494C-99C8-04DE4E96B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409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14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5" name="Oval 1895">
                <a:extLst>
                  <a:ext uri="{FF2B5EF4-FFF2-40B4-BE49-F238E27FC236}">
                    <a16:creationId xmlns:a16="http://schemas.microsoft.com/office/drawing/2014/main" id="{03AF3A12-1877-4E7B-8213-FE6275311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4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6" name="Oval 1896">
                <a:extLst>
                  <a:ext uri="{FF2B5EF4-FFF2-40B4-BE49-F238E27FC236}">
                    <a16:creationId xmlns:a16="http://schemas.microsoft.com/office/drawing/2014/main" id="{7E063B90-B5C4-4EE9-BFAC-E5D22165A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407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7" name="Oval 1897">
                <a:extLst>
                  <a:ext uri="{FF2B5EF4-FFF2-40B4-BE49-F238E27FC236}">
                    <a16:creationId xmlns:a16="http://schemas.microsoft.com/office/drawing/2014/main" id="{F1C37FC3-C340-4BA3-B376-78A4A7386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238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8" name="Oval 1898">
                <a:extLst>
                  <a:ext uri="{FF2B5EF4-FFF2-40B4-BE49-F238E27FC236}">
                    <a16:creationId xmlns:a16="http://schemas.microsoft.com/office/drawing/2014/main" id="{385E380E-CFAD-41B6-A84E-B951B6DFA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425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9" name="Freeform 1899">
                <a:extLst>
                  <a:ext uri="{FF2B5EF4-FFF2-40B4-BE49-F238E27FC236}">
                    <a16:creationId xmlns:a16="http://schemas.microsoft.com/office/drawing/2014/main" id="{642771CF-1071-4D03-9B75-2E0714F3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431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20" name="Freeform 1900">
                <a:extLst>
                  <a:ext uri="{FF2B5EF4-FFF2-40B4-BE49-F238E27FC236}">
                    <a16:creationId xmlns:a16="http://schemas.microsoft.com/office/drawing/2014/main" id="{15971092-1E1E-427C-ADC6-C3418C29B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447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21" name="Oval 1901">
                <a:extLst>
                  <a:ext uri="{FF2B5EF4-FFF2-40B4-BE49-F238E27FC236}">
                    <a16:creationId xmlns:a16="http://schemas.microsoft.com/office/drawing/2014/main" id="{B766398C-0D6E-42C3-93B3-D1B293F18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44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2" name="Oval 1902">
                <a:extLst>
                  <a:ext uri="{FF2B5EF4-FFF2-40B4-BE49-F238E27FC236}">
                    <a16:creationId xmlns:a16="http://schemas.microsoft.com/office/drawing/2014/main" id="{ED9258E9-F908-4BE3-B0BA-68F4EDD79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44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3" name="Oval 1903">
                <a:extLst>
                  <a:ext uri="{FF2B5EF4-FFF2-40B4-BE49-F238E27FC236}">
                    <a16:creationId xmlns:a16="http://schemas.microsoft.com/office/drawing/2014/main" id="{6115F0C0-D50C-4F95-88D9-80C5970C8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42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4" name="Oval 1904">
                <a:extLst>
                  <a:ext uri="{FF2B5EF4-FFF2-40B4-BE49-F238E27FC236}">
                    <a16:creationId xmlns:a16="http://schemas.microsoft.com/office/drawing/2014/main" id="{BDC54040-37BE-42A3-B0EB-6E40E9326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2335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5" name="Freeform 1905">
                <a:extLst>
                  <a:ext uri="{FF2B5EF4-FFF2-40B4-BE49-F238E27FC236}">
                    <a16:creationId xmlns:a16="http://schemas.microsoft.com/office/drawing/2014/main" id="{22C7EB23-C073-47AF-B36B-B91B1F454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343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26" name="Freeform 1906">
                <a:extLst>
                  <a:ext uri="{FF2B5EF4-FFF2-40B4-BE49-F238E27FC236}">
                    <a16:creationId xmlns:a16="http://schemas.microsoft.com/office/drawing/2014/main" id="{7A79DF01-F326-420F-AB82-689D6439D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356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27" name="Oval 1907">
                <a:extLst>
                  <a:ext uri="{FF2B5EF4-FFF2-40B4-BE49-F238E27FC236}">
                    <a16:creationId xmlns:a16="http://schemas.microsoft.com/office/drawing/2014/main" id="{4F032B29-7902-4417-959D-F6A4431BF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235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8" name="Oval 1908">
                <a:extLst>
                  <a:ext uri="{FF2B5EF4-FFF2-40B4-BE49-F238E27FC236}">
                    <a16:creationId xmlns:a16="http://schemas.microsoft.com/office/drawing/2014/main" id="{BEF2931D-E20C-45A4-9067-02624B8A8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235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29" name="Oval 1909">
                <a:extLst>
                  <a:ext uri="{FF2B5EF4-FFF2-40B4-BE49-F238E27FC236}">
                    <a16:creationId xmlns:a16="http://schemas.microsoft.com/office/drawing/2014/main" id="{5BF9638F-5D7F-4D14-AA6B-3044109BE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2335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30" name="Oval 1910">
                <a:extLst>
                  <a:ext uri="{FF2B5EF4-FFF2-40B4-BE49-F238E27FC236}">
                    <a16:creationId xmlns:a16="http://schemas.microsoft.com/office/drawing/2014/main" id="{02CA66EF-AC0A-40DE-B70A-F786F602A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42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31" name="Freeform 1911">
                <a:extLst>
                  <a:ext uri="{FF2B5EF4-FFF2-40B4-BE49-F238E27FC236}">
                    <a16:creationId xmlns:a16="http://schemas.microsoft.com/office/drawing/2014/main" id="{E016AE2A-5821-4018-8597-8E988E112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436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0" name="Freeform 1912">
                <a:extLst>
                  <a:ext uri="{FF2B5EF4-FFF2-40B4-BE49-F238E27FC236}">
                    <a16:creationId xmlns:a16="http://schemas.microsoft.com/office/drawing/2014/main" id="{257DB722-C8AA-40EE-9015-9824352D5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449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14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1" name="Oval 1913">
                <a:extLst>
                  <a:ext uri="{FF2B5EF4-FFF2-40B4-BE49-F238E27FC236}">
                    <a16:creationId xmlns:a16="http://schemas.microsoft.com/office/drawing/2014/main" id="{8970126E-3A82-4802-9B10-7C9D6A912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244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22" name="Oval 1914">
                <a:extLst>
                  <a:ext uri="{FF2B5EF4-FFF2-40B4-BE49-F238E27FC236}">
                    <a16:creationId xmlns:a16="http://schemas.microsoft.com/office/drawing/2014/main" id="{7B1BADAB-22C6-4A0D-8A50-92B0B2435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2447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23" name="Oval 1915">
                <a:extLst>
                  <a:ext uri="{FF2B5EF4-FFF2-40B4-BE49-F238E27FC236}">
                    <a16:creationId xmlns:a16="http://schemas.microsoft.com/office/drawing/2014/main" id="{7CE861BB-6630-4E8B-A2AF-49EE07737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42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24" name="Oval 1916">
                <a:extLst>
                  <a:ext uri="{FF2B5EF4-FFF2-40B4-BE49-F238E27FC236}">
                    <a16:creationId xmlns:a16="http://schemas.microsoft.com/office/drawing/2014/main" id="{63C81612-3D4D-4110-9872-335B48552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423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25" name="Freeform 1917">
                <a:extLst>
                  <a:ext uri="{FF2B5EF4-FFF2-40B4-BE49-F238E27FC236}">
                    <a16:creationId xmlns:a16="http://schemas.microsoft.com/office/drawing/2014/main" id="{5137709C-036F-4481-84AB-AAD774DB7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431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6" name="Freeform 1918">
                <a:extLst>
                  <a:ext uri="{FF2B5EF4-FFF2-40B4-BE49-F238E27FC236}">
                    <a16:creationId xmlns:a16="http://schemas.microsoft.com/office/drawing/2014/main" id="{A80C3D4B-883D-4F82-BADB-FB42CB07E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444"/>
                <a:ext cx="28" cy="45"/>
              </a:xfrm>
              <a:custGeom>
                <a:avLst/>
                <a:gdLst>
                  <a:gd name="T0" fmla="*/ 163 w 11"/>
                  <a:gd name="T1" fmla="*/ 111 h 17"/>
                  <a:gd name="T2" fmla="*/ 0 w 11"/>
                  <a:gd name="T3" fmla="*/ 315 h 17"/>
                  <a:gd name="T4" fmla="*/ 2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6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27" name="Oval 1919">
                <a:extLst>
                  <a:ext uri="{FF2B5EF4-FFF2-40B4-BE49-F238E27FC236}">
                    <a16:creationId xmlns:a16="http://schemas.microsoft.com/office/drawing/2014/main" id="{6FD67322-1C56-4405-B5B6-B4337FF05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244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28" name="Oval 1920">
                <a:extLst>
                  <a:ext uri="{FF2B5EF4-FFF2-40B4-BE49-F238E27FC236}">
                    <a16:creationId xmlns:a16="http://schemas.microsoft.com/office/drawing/2014/main" id="{3B206C65-4F38-42B6-9BB1-57570A13A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6" y="244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29" name="Oval 1921">
                <a:extLst>
                  <a:ext uri="{FF2B5EF4-FFF2-40B4-BE49-F238E27FC236}">
                    <a16:creationId xmlns:a16="http://schemas.microsoft.com/office/drawing/2014/main" id="{2A324EC5-FD78-4D53-8836-443B5600B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423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30" name="Oval 1922">
                <a:extLst>
                  <a:ext uri="{FF2B5EF4-FFF2-40B4-BE49-F238E27FC236}">
                    <a16:creationId xmlns:a16="http://schemas.microsoft.com/office/drawing/2014/main" id="{11C6243E-ABCB-4ADD-B7A2-EC1B2252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2332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31" name="Freeform 1923">
                <a:extLst>
                  <a:ext uri="{FF2B5EF4-FFF2-40B4-BE49-F238E27FC236}">
                    <a16:creationId xmlns:a16="http://schemas.microsoft.com/office/drawing/2014/main" id="{A32A7E0D-AE1F-4D5A-9CA7-47007D194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340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2" name="Freeform 1924">
                <a:extLst>
                  <a:ext uri="{FF2B5EF4-FFF2-40B4-BE49-F238E27FC236}">
                    <a16:creationId xmlns:a16="http://schemas.microsoft.com/office/drawing/2014/main" id="{6330C323-1EB4-4680-A9BA-3438E1D9F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353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14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3" name="Oval 1925">
                <a:extLst>
                  <a:ext uri="{FF2B5EF4-FFF2-40B4-BE49-F238E27FC236}">
                    <a16:creationId xmlns:a16="http://schemas.microsoft.com/office/drawing/2014/main" id="{8476B01C-538F-4220-AFD0-2F6AE2977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235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34" name="Oval 1926">
                <a:extLst>
                  <a:ext uri="{FF2B5EF4-FFF2-40B4-BE49-F238E27FC236}">
                    <a16:creationId xmlns:a16="http://schemas.microsoft.com/office/drawing/2014/main" id="{E2E1C1F8-D9C2-41C3-9C32-A07D51FAA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9" y="2351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35" name="Oval 1927">
                <a:extLst>
                  <a:ext uri="{FF2B5EF4-FFF2-40B4-BE49-F238E27FC236}">
                    <a16:creationId xmlns:a16="http://schemas.microsoft.com/office/drawing/2014/main" id="{BA6A5E39-FAED-4DAB-B715-9A2620987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2332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36" name="Oval 1928">
                <a:extLst>
                  <a:ext uri="{FF2B5EF4-FFF2-40B4-BE49-F238E27FC236}">
                    <a16:creationId xmlns:a16="http://schemas.microsoft.com/office/drawing/2014/main" id="{804A1175-FE07-467C-BF30-02B07B32B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343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37" name="Freeform 1929">
                <a:extLst>
                  <a:ext uri="{FF2B5EF4-FFF2-40B4-BE49-F238E27FC236}">
                    <a16:creationId xmlns:a16="http://schemas.microsoft.com/office/drawing/2014/main" id="{E29AF360-37DA-47A4-A8A3-95AC5DA25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51"/>
                <a:ext cx="45" cy="53"/>
              </a:xfrm>
              <a:custGeom>
                <a:avLst/>
                <a:gdLst>
                  <a:gd name="T0" fmla="*/ 63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63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2"/>
                    </a:moveTo>
                    <a:cubicBezTo>
                      <a:pt x="4" y="6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20"/>
                    </a:cubicBezTo>
                    <a:cubicBezTo>
                      <a:pt x="5" y="18"/>
                      <a:pt x="4" y="15"/>
                      <a:pt x="4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8" name="Freeform 1930">
                <a:extLst>
                  <a:ext uri="{FF2B5EF4-FFF2-40B4-BE49-F238E27FC236}">
                    <a16:creationId xmlns:a16="http://schemas.microsoft.com/office/drawing/2014/main" id="{A38550FB-938F-474D-AE7A-152364BA5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364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88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6"/>
                      <a:pt x="11" y="13"/>
                      <a:pt x="12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9" name="Oval 1931">
                <a:extLst>
                  <a:ext uri="{FF2B5EF4-FFF2-40B4-BE49-F238E27FC236}">
                    <a16:creationId xmlns:a16="http://schemas.microsoft.com/office/drawing/2014/main" id="{5E9E404B-7453-4906-8312-4F617BE6F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236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40" name="Oval 1932">
                <a:extLst>
                  <a:ext uri="{FF2B5EF4-FFF2-40B4-BE49-F238E27FC236}">
                    <a16:creationId xmlns:a16="http://schemas.microsoft.com/office/drawing/2014/main" id="{98B9C75E-7890-4843-9231-B695F33B0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235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41" name="Oval 1933">
                <a:extLst>
                  <a:ext uri="{FF2B5EF4-FFF2-40B4-BE49-F238E27FC236}">
                    <a16:creationId xmlns:a16="http://schemas.microsoft.com/office/drawing/2014/main" id="{11AB90A9-E385-479C-BA14-1753AADA5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34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42" name="Oval 1934">
                <a:extLst>
                  <a:ext uri="{FF2B5EF4-FFF2-40B4-BE49-F238E27FC236}">
                    <a16:creationId xmlns:a16="http://schemas.microsoft.com/office/drawing/2014/main" id="{F01AAE8E-76CC-4D15-8621-04151A148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2415"/>
                <a:ext cx="70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43" name="Freeform 1935">
                <a:extLst>
                  <a:ext uri="{FF2B5EF4-FFF2-40B4-BE49-F238E27FC236}">
                    <a16:creationId xmlns:a16="http://schemas.microsoft.com/office/drawing/2014/main" id="{49C1802A-D131-44EF-BDF6-F9186EB44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423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4" name="Freeform 1936">
                <a:extLst>
                  <a:ext uri="{FF2B5EF4-FFF2-40B4-BE49-F238E27FC236}">
                    <a16:creationId xmlns:a16="http://schemas.microsoft.com/office/drawing/2014/main" id="{C8CF9879-6DFD-408D-9F6F-D37EFC44C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436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45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5" name="Oval 1937">
                <a:extLst>
                  <a:ext uri="{FF2B5EF4-FFF2-40B4-BE49-F238E27FC236}">
                    <a16:creationId xmlns:a16="http://schemas.microsoft.com/office/drawing/2014/main" id="{8B4397E6-4271-49B3-B090-2E5D83E74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4" y="24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46" name="Oval 1938">
                <a:extLst>
                  <a:ext uri="{FF2B5EF4-FFF2-40B4-BE49-F238E27FC236}">
                    <a16:creationId xmlns:a16="http://schemas.microsoft.com/office/drawing/2014/main" id="{612AB164-2CAC-4B04-882A-0284846BF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243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47" name="Oval 1939">
                <a:extLst>
                  <a:ext uri="{FF2B5EF4-FFF2-40B4-BE49-F238E27FC236}">
                    <a16:creationId xmlns:a16="http://schemas.microsoft.com/office/drawing/2014/main" id="{70DFC45E-BAB5-4849-AD43-04D2F5599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241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48" name="Oval 1940">
                <a:extLst>
                  <a:ext uri="{FF2B5EF4-FFF2-40B4-BE49-F238E27FC236}">
                    <a16:creationId xmlns:a16="http://schemas.microsoft.com/office/drawing/2014/main" id="{328B3260-B31C-46EE-A775-67F8E6551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383"/>
                <a:ext cx="70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49" name="Freeform 1941">
                <a:extLst>
                  <a:ext uri="{FF2B5EF4-FFF2-40B4-BE49-F238E27FC236}">
                    <a16:creationId xmlns:a16="http://schemas.microsoft.com/office/drawing/2014/main" id="{5A62154D-7C64-42AD-81BC-300422CC0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391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0" name="Freeform 1942">
                <a:extLst>
                  <a:ext uri="{FF2B5EF4-FFF2-40B4-BE49-F238E27FC236}">
                    <a16:creationId xmlns:a16="http://schemas.microsoft.com/office/drawing/2014/main" id="{03572A9E-6EAD-4215-93AF-D9EC07573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07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45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1" name="Oval 1943">
                <a:extLst>
                  <a:ext uri="{FF2B5EF4-FFF2-40B4-BE49-F238E27FC236}">
                    <a16:creationId xmlns:a16="http://schemas.microsoft.com/office/drawing/2014/main" id="{A46BBCCB-792A-43D0-A7BD-66484ADAC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240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52" name="Oval 1944">
                <a:extLst>
                  <a:ext uri="{FF2B5EF4-FFF2-40B4-BE49-F238E27FC236}">
                    <a16:creationId xmlns:a16="http://schemas.microsoft.com/office/drawing/2014/main" id="{FF83F5A9-0C64-42B2-A9BF-9E13FDD61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2401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53" name="Oval 1945">
                <a:extLst>
                  <a:ext uri="{FF2B5EF4-FFF2-40B4-BE49-F238E27FC236}">
                    <a16:creationId xmlns:a16="http://schemas.microsoft.com/office/drawing/2014/main" id="{7A27E9AE-9667-4F3D-A1BC-D414DF133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383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54" name="Freeform 1946">
                <a:extLst>
                  <a:ext uri="{FF2B5EF4-FFF2-40B4-BE49-F238E27FC236}">
                    <a16:creationId xmlns:a16="http://schemas.microsoft.com/office/drawing/2014/main" id="{D6FDFA2B-7786-4140-95AD-408C7A2AC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463"/>
                <a:ext cx="67" cy="72"/>
              </a:xfrm>
              <a:custGeom>
                <a:avLst/>
                <a:gdLst>
                  <a:gd name="T0" fmla="*/ 196 w 27"/>
                  <a:gd name="T1" fmla="*/ 0 h 27"/>
                  <a:gd name="T2" fmla="*/ 0 w 27"/>
                  <a:gd name="T3" fmla="*/ 264 h 27"/>
                  <a:gd name="T4" fmla="*/ 0 w 27"/>
                  <a:gd name="T5" fmla="*/ 285 h 27"/>
                  <a:gd name="T6" fmla="*/ 258 w 27"/>
                  <a:gd name="T7" fmla="*/ 512 h 27"/>
                  <a:gd name="T8" fmla="*/ 412 w 27"/>
                  <a:gd name="T9" fmla="*/ 264 h 27"/>
                  <a:gd name="T10" fmla="*/ 196 w 2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13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5" y="19"/>
                      <a:pt x="11" y="23"/>
                      <a:pt x="17" y="27"/>
                    </a:cubicBezTo>
                    <a:cubicBezTo>
                      <a:pt x="23" y="25"/>
                      <a:pt x="27" y="20"/>
                      <a:pt x="27" y="14"/>
                    </a:cubicBezTo>
                    <a:cubicBezTo>
                      <a:pt x="27" y="6"/>
                      <a:pt x="21" y="0"/>
                      <a:pt x="13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5" name="Freeform 1947">
                <a:extLst>
                  <a:ext uri="{FF2B5EF4-FFF2-40B4-BE49-F238E27FC236}">
                    <a16:creationId xmlns:a16="http://schemas.microsoft.com/office/drawing/2014/main" id="{4CD4D3EA-A1AD-497E-AF82-D7F5809D0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471"/>
                <a:ext cx="45" cy="45"/>
              </a:xfrm>
              <a:custGeom>
                <a:avLst/>
                <a:gdLst>
                  <a:gd name="T0" fmla="*/ 0 w 18"/>
                  <a:gd name="T1" fmla="*/ 204 h 17"/>
                  <a:gd name="T2" fmla="*/ 20 w 18"/>
                  <a:gd name="T3" fmla="*/ 281 h 17"/>
                  <a:gd name="T4" fmla="*/ 63 w 18"/>
                  <a:gd name="T5" fmla="*/ 315 h 17"/>
                  <a:gd name="T6" fmla="*/ 50 w 18"/>
                  <a:gd name="T7" fmla="*/ 238 h 17"/>
                  <a:gd name="T8" fmla="*/ 220 w 18"/>
                  <a:gd name="T9" fmla="*/ 34 h 17"/>
                  <a:gd name="T10" fmla="*/ 283 w 18"/>
                  <a:gd name="T11" fmla="*/ 56 h 17"/>
                  <a:gd name="T12" fmla="*/ 175 w 18"/>
                  <a:gd name="T13" fmla="*/ 0 h 17"/>
                  <a:gd name="T14" fmla="*/ 0 w 18"/>
                  <a:gd name="T15" fmla="*/ 204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0" y="11"/>
                    </a:moveTo>
                    <a:cubicBezTo>
                      <a:pt x="0" y="12"/>
                      <a:pt x="0" y="13"/>
                      <a:pt x="1" y="15"/>
                    </a:cubicBezTo>
                    <a:cubicBezTo>
                      <a:pt x="2" y="15"/>
                      <a:pt x="3" y="16"/>
                      <a:pt x="4" y="17"/>
                    </a:cubicBezTo>
                    <a:cubicBezTo>
                      <a:pt x="4" y="15"/>
                      <a:pt x="3" y="14"/>
                      <a:pt x="3" y="13"/>
                    </a:cubicBez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6" name="Freeform 1948">
                <a:extLst>
                  <a:ext uri="{FF2B5EF4-FFF2-40B4-BE49-F238E27FC236}">
                    <a16:creationId xmlns:a16="http://schemas.microsoft.com/office/drawing/2014/main" id="{0DE4EBDD-6BB1-4335-BD8C-D735AA2E7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487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57" name="Oval 1949">
                <a:extLst>
                  <a:ext uri="{FF2B5EF4-FFF2-40B4-BE49-F238E27FC236}">
                    <a16:creationId xmlns:a16="http://schemas.microsoft.com/office/drawing/2014/main" id="{486FADB1-CA4F-459D-BAD7-177B62817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4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58" name="Oval 1950">
                <a:extLst>
                  <a:ext uri="{FF2B5EF4-FFF2-40B4-BE49-F238E27FC236}">
                    <a16:creationId xmlns:a16="http://schemas.microsoft.com/office/drawing/2014/main" id="{A8DE97B7-2657-455B-8001-7D5DE060C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24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59" name="Freeform 1951">
                <a:extLst>
                  <a:ext uri="{FF2B5EF4-FFF2-40B4-BE49-F238E27FC236}">
                    <a16:creationId xmlns:a16="http://schemas.microsoft.com/office/drawing/2014/main" id="{6D802C75-0E91-4966-B4F1-A7A21F718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463"/>
                <a:ext cx="67" cy="72"/>
              </a:xfrm>
              <a:custGeom>
                <a:avLst/>
                <a:gdLst>
                  <a:gd name="T0" fmla="*/ 196 w 27"/>
                  <a:gd name="T1" fmla="*/ 0 h 27"/>
                  <a:gd name="T2" fmla="*/ 0 w 27"/>
                  <a:gd name="T3" fmla="*/ 264 h 27"/>
                  <a:gd name="T4" fmla="*/ 0 w 27"/>
                  <a:gd name="T5" fmla="*/ 285 h 27"/>
                  <a:gd name="T6" fmla="*/ 258 w 27"/>
                  <a:gd name="T7" fmla="*/ 512 h 27"/>
                  <a:gd name="T8" fmla="*/ 412 w 27"/>
                  <a:gd name="T9" fmla="*/ 264 h 27"/>
                  <a:gd name="T10" fmla="*/ 196 w 27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13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5" y="19"/>
                      <a:pt x="11" y="23"/>
                      <a:pt x="17" y="27"/>
                    </a:cubicBezTo>
                    <a:cubicBezTo>
                      <a:pt x="23" y="25"/>
                      <a:pt x="27" y="20"/>
                      <a:pt x="27" y="14"/>
                    </a:cubicBezTo>
                    <a:cubicBezTo>
                      <a:pt x="27" y="6"/>
                      <a:pt x="21" y="0"/>
                      <a:pt x="1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0" name="Oval 1952">
                <a:extLst>
                  <a:ext uri="{FF2B5EF4-FFF2-40B4-BE49-F238E27FC236}">
                    <a16:creationId xmlns:a16="http://schemas.microsoft.com/office/drawing/2014/main" id="{D9115433-9E56-4FCD-B1DE-2E83C9BC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2455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61" name="Freeform 1953">
                <a:extLst>
                  <a:ext uri="{FF2B5EF4-FFF2-40B4-BE49-F238E27FC236}">
                    <a16:creationId xmlns:a16="http://schemas.microsoft.com/office/drawing/2014/main" id="{20280686-1337-405D-9C3F-2CB5A5F2A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463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2" name="Freeform 1954">
                <a:extLst>
                  <a:ext uri="{FF2B5EF4-FFF2-40B4-BE49-F238E27FC236}">
                    <a16:creationId xmlns:a16="http://schemas.microsoft.com/office/drawing/2014/main" id="{F8E9EB27-9F4D-4307-BC7D-2C65604E7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476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3" name="Oval 1955">
                <a:extLst>
                  <a:ext uri="{FF2B5EF4-FFF2-40B4-BE49-F238E27FC236}">
                    <a16:creationId xmlns:a16="http://schemas.microsoft.com/office/drawing/2014/main" id="{A513E064-9075-4B07-B93E-0B18FA3DC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247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64" name="Oval 1956">
                <a:extLst>
                  <a:ext uri="{FF2B5EF4-FFF2-40B4-BE49-F238E27FC236}">
                    <a16:creationId xmlns:a16="http://schemas.microsoft.com/office/drawing/2014/main" id="{233E53E6-17DD-4412-85D6-7F9B31989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247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65" name="Oval 1957">
                <a:extLst>
                  <a:ext uri="{FF2B5EF4-FFF2-40B4-BE49-F238E27FC236}">
                    <a16:creationId xmlns:a16="http://schemas.microsoft.com/office/drawing/2014/main" id="{6D1EF672-44D8-4434-B1BB-384306851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245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66" name="Oval 1958">
                <a:extLst>
                  <a:ext uri="{FF2B5EF4-FFF2-40B4-BE49-F238E27FC236}">
                    <a16:creationId xmlns:a16="http://schemas.microsoft.com/office/drawing/2014/main" id="{927AA721-28CE-425C-B2E6-304473D09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2383"/>
                <a:ext cx="70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67" name="Freeform 1959">
                <a:extLst>
                  <a:ext uri="{FF2B5EF4-FFF2-40B4-BE49-F238E27FC236}">
                    <a16:creationId xmlns:a16="http://schemas.microsoft.com/office/drawing/2014/main" id="{DBE5CE16-4AC5-4624-AFAC-A300ABD2B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391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8" name="Freeform 1960">
                <a:extLst>
                  <a:ext uri="{FF2B5EF4-FFF2-40B4-BE49-F238E27FC236}">
                    <a16:creationId xmlns:a16="http://schemas.microsoft.com/office/drawing/2014/main" id="{F127CE51-A5D6-42E2-8133-77085EA5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407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69" name="Oval 1961">
                <a:extLst>
                  <a:ext uri="{FF2B5EF4-FFF2-40B4-BE49-F238E27FC236}">
                    <a16:creationId xmlns:a16="http://schemas.microsoft.com/office/drawing/2014/main" id="{8CCA7228-D75B-4182-8152-92723D10F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240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70" name="Oval 1962">
                <a:extLst>
                  <a:ext uri="{FF2B5EF4-FFF2-40B4-BE49-F238E27FC236}">
                    <a16:creationId xmlns:a16="http://schemas.microsoft.com/office/drawing/2014/main" id="{F04EA7E8-62D3-4D0C-A143-CCE1620E6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401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71" name="Oval 1963">
                <a:extLst>
                  <a:ext uri="{FF2B5EF4-FFF2-40B4-BE49-F238E27FC236}">
                    <a16:creationId xmlns:a16="http://schemas.microsoft.com/office/drawing/2014/main" id="{A5F7BE0B-305A-4F5A-A17F-3996CE394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2383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72" name="Oval 1964">
                <a:extLst>
                  <a:ext uri="{FF2B5EF4-FFF2-40B4-BE49-F238E27FC236}">
                    <a16:creationId xmlns:a16="http://schemas.microsoft.com/office/drawing/2014/main" id="{3BE055EC-84BF-478E-AB93-069FDB803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2473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73" name="Freeform 1965">
                <a:extLst>
                  <a:ext uri="{FF2B5EF4-FFF2-40B4-BE49-F238E27FC236}">
                    <a16:creationId xmlns:a16="http://schemas.microsoft.com/office/drawing/2014/main" id="{7F5E5C8A-36DA-44B4-B15F-5E47CD875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481"/>
                <a:ext cx="45" cy="54"/>
              </a:xfrm>
              <a:custGeom>
                <a:avLst/>
                <a:gdLst>
                  <a:gd name="T0" fmla="*/ 63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63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4" name="Freeform 1966">
                <a:extLst>
                  <a:ext uri="{FF2B5EF4-FFF2-40B4-BE49-F238E27FC236}">
                    <a16:creationId xmlns:a16="http://schemas.microsoft.com/office/drawing/2014/main" id="{5FDC615E-E973-4C9C-AB42-2BCBCC82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495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88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6" y="17"/>
                      <a:pt x="11" y="13"/>
                      <a:pt x="12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75" name="Oval 1967">
                <a:extLst>
                  <a:ext uri="{FF2B5EF4-FFF2-40B4-BE49-F238E27FC236}">
                    <a16:creationId xmlns:a16="http://schemas.microsoft.com/office/drawing/2014/main" id="{2EEE915C-995D-49CC-9828-F55B0E11F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49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76" name="Oval 1968">
                <a:extLst>
                  <a:ext uri="{FF2B5EF4-FFF2-40B4-BE49-F238E27FC236}">
                    <a16:creationId xmlns:a16="http://schemas.microsoft.com/office/drawing/2014/main" id="{1971D96E-64EF-4F47-A693-2A23A61C2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49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77" name="Oval 1969">
                <a:extLst>
                  <a:ext uri="{FF2B5EF4-FFF2-40B4-BE49-F238E27FC236}">
                    <a16:creationId xmlns:a16="http://schemas.microsoft.com/office/drawing/2014/main" id="{81C5118C-15CA-43EC-BD06-040D5158E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247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78" name="Oval 1970">
                <a:extLst>
                  <a:ext uri="{FF2B5EF4-FFF2-40B4-BE49-F238E27FC236}">
                    <a16:creationId xmlns:a16="http://schemas.microsoft.com/office/drawing/2014/main" id="{E12639A8-A9C4-403A-A124-F900A09FA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2327"/>
                <a:ext cx="70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79" name="Freeform 1971">
                <a:extLst>
                  <a:ext uri="{FF2B5EF4-FFF2-40B4-BE49-F238E27FC236}">
                    <a16:creationId xmlns:a16="http://schemas.microsoft.com/office/drawing/2014/main" id="{81584837-0AFC-4368-A31D-71235011D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33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0" name="Freeform 1972">
                <a:extLst>
                  <a:ext uri="{FF2B5EF4-FFF2-40B4-BE49-F238E27FC236}">
                    <a16:creationId xmlns:a16="http://schemas.microsoft.com/office/drawing/2014/main" id="{4D105C10-506B-44C3-B6F5-E3B4D7090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351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1" name="Oval 1973">
                <a:extLst>
                  <a:ext uri="{FF2B5EF4-FFF2-40B4-BE49-F238E27FC236}">
                    <a16:creationId xmlns:a16="http://schemas.microsoft.com/office/drawing/2014/main" id="{1F6E9CAE-4FF3-4151-8C9B-9441D774D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348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82" name="Oval 1974">
                <a:extLst>
                  <a:ext uri="{FF2B5EF4-FFF2-40B4-BE49-F238E27FC236}">
                    <a16:creationId xmlns:a16="http://schemas.microsoft.com/office/drawing/2014/main" id="{C120E037-B269-4B15-9AA7-5ED0217E5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2345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83" name="Oval 1975">
                <a:extLst>
                  <a:ext uri="{FF2B5EF4-FFF2-40B4-BE49-F238E27FC236}">
                    <a16:creationId xmlns:a16="http://schemas.microsoft.com/office/drawing/2014/main" id="{24BF1055-3407-4D6B-B61A-8748D0408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2327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84" name="Freeform 1976">
                <a:extLst>
                  <a:ext uri="{FF2B5EF4-FFF2-40B4-BE49-F238E27FC236}">
                    <a16:creationId xmlns:a16="http://schemas.microsoft.com/office/drawing/2014/main" id="{01380B4F-1FF0-45F5-BCB1-5A315AB13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516"/>
                <a:ext cx="65" cy="53"/>
              </a:xfrm>
              <a:custGeom>
                <a:avLst/>
                <a:gdLst>
                  <a:gd name="T0" fmla="*/ 208 w 26"/>
                  <a:gd name="T1" fmla="*/ 0 h 20"/>
                  <a:gd name="T2" fmla="*/ 0 w 26"/>
                  <a:gd name="T3" fmla="*/ 133 h 20"/>
                  <a:gd name="T4" fmla="*/ 375 w 26"/>
                  <a:gd name="T5" fmla="*/ 371 h 20"/>
                  <a:gd name="T6" fmla="*/ 408 w 26"/>
                  <a:gd name="T7" fmla="*/ 239 h 20"/>
                  <a:gd name="T8" fmla="*/ 208 w 2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13" y="0"/>
                    </a:moveTo>
                    <a:cubicBezTo>
                      <a:pt x="7" y="0"/>
                      <a:pt x="3" y="3"/>
                      <a:pt x="0" y="7"/>
                    </a:cubicBezTo>
                    <a:cubicBezTo>
                      <a:pt x="8" y="12"/>
                      <a:pt x="16" y="16"/>
                      <a:pt x="24" y="20"/>
                    </a:cubicBezTo>
                    <a:cubicBezTo>
                      <a:pt x="26" y="18"/>
                      <a:pt x="26" y="16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5" name="Freeform 1977">
                <a:extLst>
                  <a:ext uri="{FF2B5EF4-FFF2-40B4-BE49-F238E27FC236}">
                    <a16:creationId xmlns:a16="http://schemas.microsoft.com/office/drawing/2014/main" id="{0A1F4D58-EF8A-4C8B-BAEB-B0C5711EE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521"/>
                <a:ext cx="40" cy="22"/>
              </a:xfrm>
              <a:custGeom>
                <a:avLst/>
                <a:gdLst>
                  <a:gd name="T0" fmla="*/ 0 w 16"/>
                  <a:gd name="T1" fmla="*/ 129 h 8"/>
                  <a:gd name="T2" fmla="*/ 50 w 16"/>
                  <a:gd name="T3" fmla="*/ 168 h 8"/>
                  <a:gd name="T4" fmla="*/ 188 w 16"/>
                  <a:gd name="T5" fmla="*/ 47 h 8"/>
                  <a:gd name="T6" fmla="*/ 250 w 16"/>
                  <a:gd name="T7" fmla="*/ 61 h 8"/>
                  <a:gd name="T8" fmla="*/ 145 w 16"/>
                  <a:gd name="T9" fmla="*/ 0 h 8"/>
                  <a:gd name="T10" fmla="*/ 0 w 16"/>
                  <a:gd name="T11" fmla="*/ 12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0" y="6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5" y="5"/>
                      <a:pt x="8" y="2"/>
                      <a:pt x="12" y="2"/>
                    </a:cubicBezTo>
                    <a:cubicBezTo>
                      <a:pt x="14" y="2"/>
                      <a:pt x="15" y="3"/>
                      <a:pt x="16" y="3"/>
                    </a:cubicBezTo>
                    <a:cubicBezTo>
                      <a:pt x="14" y="2"/>
                      <a:pt x="12" y="0"/>
                      <a:pt x="9" y="0"/>
                    </a:cubicBezTo>
                    <a:cubicBezTo>
                      <a:pt x="5" y="0"/>
                      <a:pt x="1" y="3"/>
                      <a:pt x="0" y="6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6" name="Oval 1978">
                <a:extLst>
                  <a:ext uri="{FF2B5EF4-FFF2-40B4-BE49-F238E27FC236}">
                    <a16:creationId xmlns:a16="http://schemas.microsoft.com/office/drawing/2014/main" id="{8E226F37-A46A-435D-A937-593ABAA0F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9" y="253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87" name="Oval 1979">
                <a:extLst>
                  <a:ext uri="{FF2B5EF4-FFF2-40B4-BE49-F238E27FC236}">
                    <a16:creationId xmlns:a16="http://schemas.microsoft.com/office/drawing/2014/main" id="{D895D53C-895E-4B0A-BCAF-9F40B21DD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253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88" name="Freeform 1980">
                <a:extLst>
                  <a:ext uri="{FF2B5EF4-FFF2-40B4-BE49-F238E27FC236}">
                    <a16:creationId xmlns:a16="http://schemas.microsoft.com/office/drawing/2014/main" id="{885D1904-5DD8-4708-9830-34AA4C692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516"/>
                <a:ext cx="65" cy="53"/>
              </a:xfrm>
              <a:custGeom>
                <a:avLst/>
                <a:gdLst>
                  <a:gd name="T0" fmla="*/ 208 w 26"/>
                  <a:gd name="T1" fmla="*/ 0 h 20"/>
                  <a:gd name="T2" fmla="*/ 0 w 26"/>
                  <a:gd name="T3" fmla="*/ 133 h 20"/>
                  <a:gd name="T4" fmla="*/ 375 w 26"/>
                  <a:gd name="T5" fmla="*/ 371 h 20"/>
                  <a:gd name="T6" fmla="*/ 408 w 26"/>
                  <a:gd name="T7" fmla="*/ 239 h 20"/>
                  <a:gd name="T8" fmla="*/ 208 w 2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13" y="0"/>
                    </a:moveTo>
                    <a:cubicBezTo>
                      <a:pt x="7" y="0"/>
                      <a:pt x="3" y="3"/>
                      <a:pt x="0" y="7"/>
                    </a:cubicBezTo>
                    <a:cubicBezTo>
                      <a:pt x="8" y="12"/>
                      <a:pt x="16" y="16"/>
                      <a:pt x="24" y="20"/>
                    </a:cubicBezTo>
                    <a:cubicBezTo>
                      <a:pt x="26" y="18"/>
                      <a:pt x="26" y="16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89" name="Oval 1981">
                <a:extLst>
                  <a:ext uri="{FF2B5EF4-FFF2-40B4-BE49-F238E27FC236}">
                    <a16:creationId xmlns:a16="http://schemas.microsoft.com/office/drawing/2014/main" id="{3EC9442A-D9AB-42A4-AE93-219BB1925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425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90" name="Freeform 1982">
                <a:extLst>
                  <a:ext uri="{FF2B5EF4-FFF2-40B4-BE49-F238E27FC236}">
                    <a16:creationId xmlns:a16="http://schemas.microsoft.com/office/drawing/2014/main" id="{B3C4EFBD-D68B-4CB2-A812-E1E6F0D37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433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1" name="Freeform 1983">
                <a:extLst>
                  <a:ext uri="{FF2B5EF4-FFF2-40B4-BE49-F238E27FC236}">
                    <a16:creationId xmlns:a16="http://schemas.microsoft.com/office/drawing/2014/main" id="{08FA17F7-5C48-4914-A9E5-0CA56D043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447"/>
                <a:ext cx="28" cy="45"/>
              </a:xfrm>
              <a:custGeom>
                <a:avLst/>
                <a:gdLst>
                  <a:gd name="T0" fmla="*/ 163 w 11"/>
                  <a:gd name="T1" fmla="*/ 111 h 17"/>
                  <a:gd name="T2" fmla="*/ 0 w 11"/>
                  <a:gd name="T3" fmla="*/ 315 h 17"/>
                  <a:gd name="T4" fmla="*/ 2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6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2" name="Oval 1984">
                <a:extLst>
                  <a:ext uri="{FF2B5EF4-FFF2-40B4-BE49-F238E27FC236}">
                    <a16:creationId xmlns:a16="http://schemas.microsoft.com/office/drawing/2014/main" id="{F8564F4A-AD95-4645-90DD-1FBA0A409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4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93" name="Oval 1985">
                <a:extLst>
                  <a:ext uri="{FF2B5EF4-FFF2-40B4-BE49-F238E27FC236}">
                    <a16:creationId xmlns:a16="http://schemas.microsoft.com/office/drawing/2014/main" id="{845404AE-3021-4D65-BB10-E5AFCAD9D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444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94" name="Oval 1986">
                <a:extLst>
                  <a:ext uri="{FF2B5EF4-FFF2-40B4-BE49-F238E27FC236}">
                    <a16:creationId xmlns:a16="http://schemas.microsoft.com/office/drawing/2014/main" id="{004599A9-F399-42FF-846A-D159AFE49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42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95" name="Freeform 1987">
                <a:extLst>
                  <a:ext uri="{FF2B5EF4-FFF2-40B4-BE49-F238E27FC236}">
                    <a16:creationId xmlns:a16="http://schemas.microsoft.com/office/drawing/2014/main" id="{8D635AE9-AAE0-49F3-9C82-6763780FF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519"/>
                <a:ext cx="68" cy="69"/>
              </a:xfrm>
              <a:custGeom>
                <a:avLst/>
                <a:gdLst>
                  <a:gd name="T0" fmla="*/ 222 w 27"/>
                  <a:gd name="T1" fmla="*/ 0 h 26"/>
                  <a:gd name="T2" fmla="*/ 0 w 27"/>
                  <a:gd name="T3" fmla="*/ 247 h 26"/>
                  <a:gd name="T4" fmla="*/ 20 w 27"/>
                  <a:gd name="T5" fmla="*/ 337 h 26"/>
                  <a:gd name="T6" fmla="*/ 305 w 27"/>
                  <a:gd name="T7" fmla="*/ 486 h 26"/>
                  <a:gd name="T8" fmla="*/ 431 w 27"/>
                  <a:gd name="T9" fmla="*/ 247 h 26"/>
                  <a:gd name="T10" fmla="*/ 222 w 2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14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15"/>
                      <a:pt x="0" y="17"/>
                      <a:pt x="1" y="18"/>
                    </a:cubicBezTo>
                    <a:cubicBezTo>
                      <a:pt x="7" y="21"/>
                      <a:pt x="13" y="24"/>
                      <a:pt x="19" y="26"/>
                    </a:cubicBezTo>
                    <a:cubicBezTo>
                      <a:pt x="24" y="24"/>
                      <a:pt x="27" y="19"/>
                      <a:pt x="27" y="13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6" name="Freeform 1988">
                <a:extLst>
                  <a:ext uri="{FF2B5EF4-FFF2-40B4-BE49-F238E27FC236}">
                    <a16:creationId xmlns:a16="http://schemas.microsoft.com/office/drawing/2014/main" id="{543B59A9-352F-4539-90BB-C888F9AE6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527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7" name="Freeform 1989">
                <a:extLst>
                  <a:ext uri="{FF2B5EF4-FFF2-40B4-BE49-F238E27FC236}">
                    <a16:creationId xmlns:a16="http://schemas.microsoft.com/office/drawing/2014/main" id="{6F770107-1075-4010-AF41-306582BBC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40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8" name="Oval 1990">
                <a:extLst>
                  <a:ext uri="{FF2B5EF4-FFF2-40B4-BE49-F238E27FC236}">
                    <a16:creationId xmlns:a16="http://schemas.microsoft.com/office/drawing/2014/main" id="{C667F096-A857-4A33-94CD-2A97DA3D3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54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99" name="Oval 1991">
                <a:extLst>
                  <a:ext uri="{FF2B5EF4-FFF2-40B4-BE49-F238E27FC236}">
                    <a16:creationId xmlns:a16="http://schemas.microsoft.com/office/drawing/2014/main" id="{E8AD9A4C-D9FC-4758-AF59-9C19C4B9E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4" y="253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0" name="Freeform 1992">
                <a:extLst>
                  <a:ext uri="{FF2B5EF4-FFF2-40B4-BE49-F238E27FC236}">
                    <a16:creationId xmlns:a16="http://schemas.microsoft.com/office/drawing/2014/main" id="{061623F3-8A40-4A8C-9A2B-A7F4A0029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519"/>
                <a:ext cx="68" cy="69"/>
              </a:xfrm>
              <a:custGeom>
                <a:avLst/>
                <a:gdLst>
                  <a:gd name="T0" fmla="*/ 222 w 27"/>
                  <a:gd name="T1" fmla="*/ 0 h 26"/>
                  <a:gd name="T2" fmla="*/ 0 w 27"/>
                  <a:gd name="T3" fmla="*/ 247 h 26"/>
                  <a:gd name="T4" fmla="*/ 20 w 27"/>
                  <a:gd name="T5" fmla="*/ 337 h 26"/>
                  <a:gd name="T6" fmla="*/ 305 w 27"/>
                  <a:gd name="T7" fmla="*/ 486 h 26"/>
                  <a:gd name="T8" fmla="*/ 431 w 27"/>
                  <a:gd name="T9" fmla="*/ 247 h 26"/>
                  <a:gd name="T10" fmla="*/ 222 w 2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14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15"/>
                      <a:pt x="0" y="17"/>
                      <a:pt x="1" y="18"/>
                    </a:cubicBezTo>
                    <a:cubicBezTo>
                      <a:pt x="7" y="21"/>
                      <a:pt x="13" y="24"/>
                      <a:pt x="19" y="26"/>
                    </a:cubicBezTo>
                    <a:cubicBezTo>
                      <a:pt x="24" y="24"/>
                      <a:pt x="27" y="19"/>
                      <a:pt x="27" y="13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1" name="Freeform 1993">
                <a:extLst>
                  <a:ext uri="{FF2B5EF4-FFF2-40B4-BE49-F238E27FC236}">
                    <a16:creationId xmlns:a16="http://schemas.microsoft.com/office/drawing/2014/main" id="{3806B59A-18DC-4F4A-A17F-CF1C5D361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535"/>
                <a:ext cx="70" cy="72"/>
              </a:xfrm>
              <a:custGeom>
                <a:avLst/>
                <a:gdLst>
                  <a:gd name="T0" fmla="*/ 220 w 28"/>
                  <a:gd name="T1" fmla="*/ 0 h 27"/>
                  <a:gd name="T2" fmla="*/ 0 w 28"/>
                  <a:gd name="T3" fmla="*/ 264 h 27"/>
                  <a:gd name="T4" fmla="*/ 33 w 28"/>
                  <a:gd name="T5" fmla="*/ 397 h 27"/>
                  <a:gd name="T6" fmla="*/ 300 w 28"/>
                  <a:gd name="T7" fmla="*/ 512 h 27"/>
                  <a:gd name="T8" fmla="*/ 438 w 28"/>
                  <a:gd name="T9" fmla="*/ 264 h 27"/>
                  <a:gd name="T10" fmla="*/ 220 w 2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7">
                    <a:moveTo>
                      <a:pt x="14" y="0"/>
                    </a:moveTo>
                    <a:cubicBezTo>
                      <a:pt x="7" y="0"/>
                      <a:pt x="0" y="7"/>
                      <a:pt x="0" y="14"/>
                    </a:cubicBezTo>
                    <a:cubicBezTo>
                      <a:pt x="0" y="17"/>
                      <a:pt x="1" y="19"/>
                      <a:pt x="2" y="21"/>
                    </a:cubicBezTo>
                    <a:cubicBezTo>
                      <a:pt x="8" y="23"/>
                      <a:pt x="14" y="25"/>
                      <a:pt x="19" y="27"/>
                    </a:cubicBezTo>
                    <a:cubicBezTo>
                      <a:pt x="24" y="25"/>
                      <a:pt x="28" y="20"/>
                      <a:pt x="28" y="14"/>
                    </a:cubicBezTo>
                    <a:cubicBezTo>
                      <a:pt x="28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2" name="Freeform 1994">
                <a:extLst>
                  <a:ext uri="{FF2B5EF4-FFF2-40B4-BE49-F238E27FC236}">
                    <a16:creationId xmlns:a16="http://schemas.microsoft.com/office/drawing/2014/main" id="{D017672B-1F21-471E-8408-183512FA6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43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3" name="Freeform 1995">
                <a:extLst>
                  <a:ext uri="{FF2B5EF4-FFF2-40B4-BE49-F238E27FC236}">
                    <a16:creationId xmlns:a16="http://schemas.microsoft.com/office/drawing/2014/main" id="{DE3470FF-5D0E-467D-B04A-BB6C2F508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559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4" name="Oval 1996">
                <a:extLst>
                  <a:ext uri="{FF2B5EF4-FFF2-40B4-BE49-F238E27FC236}">
                    <a16:creationId xmlns:a16="http://schemas.microsoft.com/office/drawing/2014/main" id="{24E4390E-0970-42B9-824A-B3FAD9D93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6" y="255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5" name="Oval 1997">
                <a:extLst>
                  <a:ext uri="{FF2B5EF4-FFF2-40B4-BE49-F238E27FC236}">
                    <a16:creationId xmlns:a16="http://schemas.microsoft.com/office/drawing/2014/main" id="{89FDC103-4751-4BF7-9EB8-15B5B00AB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553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6" name="Freeform 1998">
                <a:extLst>
                  <a:ext uri="{FF2B5EF4-FFF2-40B4-BE49-F238E27FC236}">
                    <a16:creationId xmlns:a16="http://schemas.microsoft.com/office/drawing/2014/main" id="{DCAC6D6A-9614-4380-A1FC-FF62F096B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535"/>
                <a:ext cx="70" cy="72"/>
              </a:xfrm>
              <a:custGeom>
                <a:avLst/>
                <a:gdLst>
                  <a:gd name="T0" fmla="*/ 220 w 28"/>
                  <a:gd name="T1" fmla="*/ 0 h 27"/>
                  <a:gd name="T2" fmla="*/ 0 w 28"/>
                  <a:gd name="T3" fmla="*/ 264 h 27"/>
                  <a:gd name="T4" fmla="*/ 33 w 28"/>
                  <a:gd name="T5" fmla="*/ 397 h 27"/>
                  <a:gd name="T6" fmla="*/ 300 w 28"/>
                  <a:gd name="T7" fmla="*/ 512 h 27"/>
                  <a:gd name="T8" fmla="*/ 438 w 28"/>
                  <a:gd name="T9" fmla="*/ 264 h 27"/>
                  <a:gd name="T10" fmla="*/ 220 w 2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7">
                    <a:moveTo>
                      <a:pt x="14" y="0"/>
                    </a:moveTo>
                    <a:cubicBezTo>
                      <a:pt x="7" y="0"/>
                      <a:pt x="0" y="7"/>
                      <a:pt x="0" y="14"/>
                    </a:cubicBezTo>
                    <a:cubicBezTo>
                      <a:pt x="0" y="17"/>
                      <a:pt x="1" y="19"/>
                      <a:pt x="2" y="21"/>
                    </a:cubicBezTo>
                    <a:cubicBezTo>
                      <a:pt x="8" y="23"/>
                      <a:pt x="14" y="25"/>
                      <a:pt x="19" y="27"/>
                    </a:cubicBezTo>
                    <a:cubicBezTo>
                      <a:pt x="24" y="25"/>
                      <a:pt x="28" y="20"/>
                      <a:pt x="28" y="14"/>
                    </a:cubicBezTo>
                    <a:cubicBezTo>
                      <a:pt x="28" y="7"/>
                      <a:pt x="22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7" name="Oval 1999">
                <a:extLst>
                  <a:ext uri="{FF2B5EF4-FFF2-40B4-BE49-F238E27FC236}">
                    <a16:creationId xmlns:a16="http://schemas.microsoft.com/office/drawing/2014/main" id="{CD33D955-30CF-40A1-A0E2-58C7F06A9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253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8" name="Freeform 2000">
                <a:extLst>
                  <a:ext uri="{FF2B5EF4-FFF2-40B4-BE49-F238E27FC236}">
                    <a16:creationId xmlns:a16="http://schemas.microsoft.com/office/drawing/2014/main" id="{28EC8EF2-848C-461C-A9C1-7DA166CD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545"/>
                <a:ext cx="42" cy="54"/>
              </a:xfrm>
              <a:custGeom>
                <a:avLst/>
                <a:gdLst>
                  <a:gd name="T0" fmla="*/ 42 w 17"/>
                  <a:gd name="T1" fmla="*/ 232 h 20"/>
                  <a:gd name="T2" fmla="*/ 195 w 17"/>
                  <a:gd name="T3" fmla="*/ 38 h 20"/>
                  <a:gd name="T4" fmla="*/ 257 w 17"/>
                  <a:gd name="T5" fmla="*/ 38 h 20"/>
                  <a:gd name="T6" fmla="*/ 153 w 17"/>
                  <a:gd name="T7" fmla="*/ 0 h 20"/>
                  <a:gd name="T8" fmla="*/ 0 w 17"/>
                  <a:gd name="T9" fmla="*/ 197 h 20"/>
                  <a:gd name="T10" fmla="*/ 91 w 17"/>
                  <a:gd name="T11" fmla="*/ 394 h 20"/>
                  <a:gd name="T12" fmla="*/ 42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09" name="Freeform 2001">
                <a:extLst>
                  <a:ext uri="{FF2B5EF4-FFF2-40B4-BE49-F238E27FC236}">
                    <a16:creationId xmlns:a16="http://schemas.microsoft.com/office/drawing/2014/main" id="{C5FD14BF-3DF0-4C02-8480-E110D099E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559"/>
                <a:ext cx="28" cy="42"/>
              </a:xfrm>
              <a:custGeom>
                <a:avLst/>
                <a:gdLst>
                  <a:gd name="T0" fmla="*/ 150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0" name="Oval 2002">
                <a:extLst>
                  <a:ext uri="{FF2B5EF4-FFF2-40B4-BE49-F238E27FC236}">
                    <a16:creationId xmlns:a16="http://schemas.microsoft.com/office/drawing/2014/main" id="{E8A5115A-06C8-4CD0-89DF-2FFC2A247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5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1" name="Oval 2003">
                <a:extLst>
                  <a:ext uri="{FF2B5EF4-FFF2-40B4-BE49-F238E27FC236}">
                    <a16:creationId xmlns:a16="http://schemas.microsoft.com/office/drawing/2014/main" id="{603BF671-9C1B-41DB-A291-BE2345971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25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2" name="Oval 2004">
                <a:extLst>
                  <a:ext uri="{FF2B5EF4-FFF2-40B4-BE49-F238E27FC236}">
                    <a16:creationId xmlns:a16="http://schemas.microsoft.com/office/drawing/2014/main" id="{F7B34BE8-D76A-42A2-8976-AC9C3E0C1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253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7903" name="Group 2005">
              <a:extLst>
                <a:ext uri="{FF2B5EF4-FFF2-40B4-BE49-F238E27FC236}">
                  <a16:creationId xmlns:a16="http://schemas.microsoft.com/office/drawing/2014/main" id="{CBCC0789-01FB-4DE3-899B-EA36BC62BA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16" y="1764"/>
              <a:ext cx="1053" cy="867"/>
              <a:chOff x="2416" y="1764"/>
              <a:chExt cx="1053" cy="867"/>
            </a:xfrm>
          </p:grpSpPr>
          <p:sp>
            <p:nvSpPr>
              <p:cNvPr id="18125" name="Oval 2006">
                <a:extLst>
                  <a:ext uri="{FF2B5EF4-FFF2-40B4-BE49-F238E27FC236}">
                    <a16:creationId xmlns:a16="http://schemas.microsoft.com/office/drawing/2014/main" id="{31B082D8-484B-4390-AFAC-D2DC4E128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441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26" name="Freeform 2007">
                <a:extLst>
                  <a:ext uri="{FF2B5EF4-FFF2-40B4-BE49-F238E27FC236}">
                    <a16:creationId xmlns:a16="http://schemas.microsoft.com/office/drawing/2014/main" id="{DFCF87B7-94C3-47AC-891D-6C5C2445E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49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08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7" name="Freeform 2008">
                <a:extLst>
                  <a:ext uri="{FF2B5EF4-FFF2-40B4-BE49-F238E27FC236}">
                    <a16:creationId xmlns:a16="http://schemas.microsoft.com/office/drawing/2014/main" id="{4EAF869A-E995-4B5C-874F-0F6448D28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465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8" name="Oval 2009">
                <a:extLst>
                  <a:ext uri="{FF2B5EF4-FFF2-40B4-BE49-F238E27FC236}">
                    <a16:creationId xmlns:a16="http://schemas.microsoft.com/office/drawing/2014/main" id="{6DA9085D-2352-44FA-99BB-AB34767B3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46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29" name="Oval 2010">
                <a:extLst>
                  <a:ext uri="{FF2B5EF4-FFF2-40B4-BE49-F238E27FC236}">
                    <a16:creationId xmlns:a16="http://schemas.microsoft.com/office/drawing/2014/main" id="{F2BB9EDF-539B-4EBE-AF00-7850A9C9E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2460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0" name="Oval 2011">
                <a:extLst>
                  <a:ext uri="{FF2B5EF4-FFF2-40B4-BE49-F238E27FC236}">
                    <a16:creationId xmlns:a16="http://schemas.microsoft.com/office/drawing/2014/main" id="{B12C0CD4-3645-47CD-B0E7-A506D0F87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441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1" name="Oval 2012">
                <a:extLst>
                  <a:ext uri="{FF2B5EF4-FFF2-40B4-BE49-F238E27FC236}">
                    <a16:creationId xmlns:a16="http://schemas.microsoft.com/office/drawing/2014/main" id="{7B145EFB-C3FF-4A07-A6A3-C52F4CFE0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479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2" name="Freeform 2013">
                <a:extLst>
                  <a:ext uri="{FF2B5EF4-FFF2-40B4-BE49-F238E27FC236}">
                    <a16:creationId xmlns:a16="http://schemas.microsoft.com/office/drawing/2014/main" id="{B2754FF1-3D56-4D1A-BE6D-AAD390786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487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" name="Freeform 2014">
                <a:extLst>
                  <a:ext uri="{FF2B5EF4-FFF2-40B4-BE49-F238E27FC236}">
                    <a16:creationId xmlns:a16="http://schemas.microsoft.com/office/drawing/2014/main" id="{434FE5BB-DA3D-4B70-BD7B-7BE63F10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500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4" name="Oval 2015">
                <a:extLst>
                  <a:ext uri="{FF2B5EF4-FFF2-40B4-BE49-F238E27FC236}">
                    <a16:creationId xmlns:a16="http://schemas.microsoft.com/office/drawing/2014/main" id="{98CD7DC3-BD4A-4686-932B-5460E017F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250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5" name="Oval 2016">
                <a:extLst>
                  <a:ext uri="{FF2B5EF4-FFF2-40B4-BE49-F238E27FC236}">
                    <a16:creationId xmlns:a16="http://schemas.microsoft.com/office/drawing/2014/main" id="{750230D7-541C-42B9-BDE9-F85741C9A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1" y="249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6" name="Oval 2017">
                <a:extLst>
                  <a:ext uri="{FF2B5EF4-FFF2-40B4-BE49-F238E27FC236}">
                    <a16:creationId xmlns:a16="http://schemas.microsoft.com/office/drawing/2014/main" id="{191B8D07-9290-433D-AF30-8E0DB62F5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479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7" name="Oval 2018">
                <a:extLst>
                  <a:ext uri="{FF2B5EF4-FFF2-40B4-BE49-F238E27FC236}">
                    <a16:creationId xmlns:a16="http://schemas.microsoft.com/office/drawing/2014/main" id="{6C0C7867-160C-452B-B422-9B5C4F052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47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8" name="Freeform 2019">
                <a:extLst>
                  <a:ext uri="{FF2B5EF4-FFF2-40B4-BE49-F238E27FC236}">
                    <a16:creationId xmlns:a16="http://schemas.microsoft.com/office/drawing/2014/main" id="{9FBFE7B2-98FD-4A92-946C-7BF102358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487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08 w 18"/>
                  <a:gd name="T3" fmla="*/ 34 h 20"/>
                  <a:gd name="T4" fmla="*/ 283 w 18"/>
                  <a:gd name="T5" fmla="*/ 34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" name="Freeform 2020">
                <a:extLst>
                  <a:ext uri="{FF2B5EF4-FFF2-40B4-BE49-F238E27FC236}">
                    <a16:creationId xmlns:a16="http://schemas.microsoft.com/office/drawing/2014/main" id="{99AA5764-AA4F-403A-B541-87602EBD9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500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" name="Oval 2021">
                <a:extLst>
                  <a:ext uri="{FF2B5EF4-FFF2-40B4-BE49-F238E27FC236}">
                    <a16:creationId xmlns:a16="http://schemas.microsoft.com/office/drawing/2014/main" id="{6AE22E78-F374-49F2-B37C-AB5CABB8C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50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1" name="Oval 2022">
                <a:extLst>
                  <a:ext uri="{FF2B5EF4-FFF2-40B4-BE49-F238E27FC236}">
                    <a16:creationId xmlns:a16="http://schemas.microsoft.com/office/drawing/2014/main" id="{D5FAD3E4-7C17-4087-9054-2408135F5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2495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2" name="Oval 2023">
                <a:extLst>
                  <a:ext uri="{FF2B5EF4-FFF2-40B4-BE49-F238E27FC236}">
                    <a16:creationId xmlns:a16="http://schemas.microsoft.com/office/drawing/2014/main" id="{C8FFB1AF-5D70-438F-BA73-AC4BF75C8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47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3" name="Oval 2024">
                <a:extLst>
                  <a:ext uri="{FF2B5EF4-FFF2-40B4-BE49-F238E27FC236}">
                    <a16:creationId xmlns:a16="http://schemas.microsoft.com/office/drawing/2014/main" id="{2D995D5B-FF57-498C-A223-8ADE587B2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428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4" name="Freeform 2025">
                <a:extLst>
                  <a:ext uri="{FF2B5EF4-FFF2-40B4-BE49-F238E27FC236}">
                    <a16:creationId xmlns:a16="http://schemas.microsoft.com/office/drawing/2014/main" id="{B4839752-2D7F-4DED-B745-392BCAA5C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436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5" name="Freeform 2026">
                <a:extLst>
                  <a:ext uri="{FF2B5EF4-FFF2-40B4-BE49-F238E27FC236}">
                    <a16:creationId xmlns:a16="http://schemas.microsoft.com/office/drawing/2014/main" id="{20C7EA20-1CE0-4536-AB95-C6ADC325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52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9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6" name="Oval 2027">
                <a:extLst>
                  <a:ext uri="{FF2B5EF4-FFF2-40B4-BE49-F238E27FC236}">
                    <a16:creationId xmlns:a16="http://schemas.microsoft.com/office/drawing/2014/main" id="{A1040534-491E-46AA-A81D-043210926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44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7" name="Oval 2028">
                <a:extLst>
                  <a:ext uri="{FF2B5EF4-FFF2-40B4-BE49-F238E27FC236}">
                    <a16:creationId xmlns:a16="http://schemas.microsoft.com/office/drawing/2014/main" id="{7FCCB232-60FC-43D7-82B2-5D2E4CD29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244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8" name="Oval 2029">
                <a:extLst>
                  <a:ext uri="{FF2B5EF4-FFF2-40B4-BE49-F238E27FC236}">
                    <a16:creationId xmlns:a16="http://schemas.microsoft.com/office/drawing/2014/main" id="{F433086D-ED3A-4A8A-8093-B3B1D9B01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428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9" name="Oval 2030">
                <a:extLst>
                  <a:ext uri="{FF2B5EF4-FFF2-40B4-BE49-F238E27FC236}">
                    <a16:creationId xmlns:a16="http://schemas.microsoft.com/office/drawing/2014/main" id="{7BD22A29-B4D8-48AA-814A-38EB68C45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353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0" name="Freeform 2031">
                <a:extLst>
                  <a:ext uri="{FF2B5EF4-FFF2-40B4-BE49-F238E27FC236}">
                    <a16:creationId xmlns:a16="http://schemas.microsoft.com/office/drawing/2014/main" id="{D5FDDADC-4166-404D-B9F7-E2B7BFCB0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361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1" name="Freeform 2032">
                <a:extLst>
                  <a:ext uri="{FF2B5EF4-FFF2-40B4-BE49-F238E27FC236}">
                    <a16:creationId xmlns:a16="http://schemas.microsoft.com/office/drawing/2014/main" id="{ED779594-1377-4E33-AA0C-790D25D5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375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2" name="Oval 2033">
                <a:extLst>
                  <a:ext uri="{FF2B5EF4-FFF2-40B4-BE49-F238E27FC236}">
                    <a16:creationId xmlns:a16="http://schemas.microsoft.com/office/drawing/2014/main" id="{0E44ADE7-3577-49AA-AA69-0847E6846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9" y="23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3" name="Oval 2034">
                <a:extLst>
                  <a:ext uri="{FF2B5EF4-FFF2-40B4-BE49-F238E27FC236}">
                    <a16:creationId xmlns:a16="http://schemas.microsoft.com/office/drawing/2014/main" id="{30B6E2F5-F6EA-4AF9-9DC5-A899740F2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237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4" name="Oval 2035">
                <a:extLst>
                  <a:ext uri="{FF2B5EF4-FFF2-40B4-BE49-F238E27FC236}">
                    <a16:creationId xmlns:a16="http://schemas.microsoft.com/office/drawing/2014/main" id="{A3AE0CD1-AD7A-4510-8B34-19D1C20F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35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5" name="Oval 2036">
                <a:extLst>
                  <a:ext uri="{FF2B5EF4-FFF2-40B4-BE49-F238E27FC236}">
                    <a16:creationId xmlns:a16="http://schemas.microsoft.com/office/drawing/2014/main" id="{775FA93B-A72F-44F4-BE3A-072EBD617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2463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6" name="Freeform 2037">
                <a:extLst>
                  <a:ext uri="{FF2B5EF4-FFF2-40B4-BE49-F238E27FC236}">
                    <a16:creationId xmlns:a16="http://schemas.microsoft.com/office/drawing/2014/main" id="{64CAE4C5-1E77-4DED-A12D-24DBFDA5D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471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34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7" name="Freeform 2038">
                <a:extLst>
                  <a:ext uri="{FF2B5EF4-FFF2-40B4-BE49-F238E27FC236}">
                    <a16:creationId xmlns:a16="http://schemas.microsoft.com/office/drawing/2014/main" id="{D900A60D-2D50-420F-8D2D-ADCD60014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84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8" name="Oval 2039">
                <a:extLst>
                  <a:ext uri="{FF2B5EF4-FFF2-40B4-BE49-F238E27FC236}">
                    <a16:creationId xmlns:a16="http://schemas.microsoft.com/office/drawing/2014/main" id="{65DA66D1-FFDD-49CC-A16C-A8884820B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1" y="24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9" name="Oval 2040">
                <a:extLst>
                  <a:ext uri="{FF2B5EF4-FFF2-40B4-BE49-F238E27FC236}">
                    <a16:creationId xmlns:a16="http://schemas.microsoft.com/office/drawing/2014/main" id="{10FB3FD2-414A-4943-ABCB-EBA3A991B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9" y="24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0" name="Oval 2041">
                <a:extLst>
                  <a:ext uri="{FF2B5EF4-FFF2-40B4-BE49-F238E27FC236}">
                    <a16:creationId xmlns:a16="http://schemas.microsoft.com/office/drawing/2014/main" id="{7281A866-D61D-430B-819C-026461DDC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246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1" name="Oval 2042">
                <a:extLst>
                  <a:ext uri="{FF2B5EF4-FFF2-40B4-BE49-F238E27FC236}">
                    <a16:creationId xmlns:a16="http://schemas.microsoft.com/office/drawing/2014/main" id="{FFCE4E29-9D04-4A08-BE85-277E7D9E2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9" y="2372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2" name="Freeform 2043">
                <a:extLst>
                  <a:ext uri="{FF2B5EF4-FFF2-40B4-BE49-F238E27FC236}">
                    <a16:creationId xmlns:a16="http://schemas.microsoft.com/office/drawing/2014/main" id="{E6A92752-2D52-4A79-9A15-90BE48DB6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380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3" name="Freeform 2044">
                <a:extLst>
                  <a:ext uri="{FF2B5EF4-FFF2-40B4-BE49-F238E27FC236}">
                    <a16:creationId xmlns:a16="http://schemas.microsoft.com/office/drawing/2014/main" id="{D2916834-C458-427C-AADB-326CCF3BE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396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4" name="Oval 2045">
                <a:extLst>
                  <a:ext uri="{FF2B5EF4-FFF2-40B4-BE49-F238E27FC236}">
                    <a16:creationId xmlns:a16="http://schemas.microsoft.com/office/drawing/2014/main" id="{14734515-B60C-4830-A7F7-C00779C5D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39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5" name="Oval 2046">
                <a:extLst>
                  <a:ext uri="{FF2B5EF4-FFF2-40B4-BE49-F238E27FC236}">
                    <a16:creationId xmlns:a16="http://schemas.microsoft.com/office/drawing/2014/main" id="{9AA14B06-6737-4E97-B32E-AC81F2467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23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6" name="Oval 2047">
                <a:extLst>
                  <a:ext uri="{FF2B5EF4-FFF2-40B4-BE49-F238E27FC236}">
                    <a16:creationId xmlns:a16="http://schemas.microsoft.com/office/drawing/2014/main" id="{39A51EE6-8692-4140-87C3-65A31537E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9" y="2372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7" name="Freeform 2048">
                <a:extLst>
                  <a:ext uri="{FF2B5EF4-FFF2-40B4-BE49-F238E27FC236}">
                    <a16:creationId xmlns:a16="http://schemas.microsoft.com/office/drawing/2014/main" id="{7C344645-77BA-43E3-BE11-C49F2D3A1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61"/>
                <a:ext cx="68" cy="70"/>
              </a:xfrm>
              <a:custGeom>
                <a:avLst/>
                <a:gdLst>
                  <a:gd name="T0" fmla="*/ 209 w 27"/>
                  <a:gd name="T1" fmla="*/ 0 h 26"/>
                  <a:gd name="T2" fmla="*/ 0 w 27"/>
                  <a:gd name="T3" fmla="*/ 275 h 26"/>
                  <a:gd name="T4" fmla="*/ 50 w 27"/>
                  <a:gd name="T5" fmla="*/ 450 h 26"/>
                  <a:gd name="T6" fmla="*/ 305 w 27"/>
                  <a:gd name="T7" fmla="*/ 506 h 26"/>
                  <a:gd name="T8" fmla="*/ 431 w 27"/>
                  <a:gd name="T9" fmla="*/ 275 h 26"/>
                  <a:gd name="T10" fmla="*/ 209 w 2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13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7"/>
                      <a:pt x="1" y="20"/>
                      <a:pt x="3" y="23"/>
                    </a:cubicBezTo>
                    <a:cubicBezTo>
                      <a:pt x="8" y="24"/>
                      <a:pt x="14" y="25"/>
                      <a:pt x="19" y="26"/>
                    </a:cubicBezTo>
                    <a:cubicBezTo>
                      <a:pt x="24" y="24"/>
                      <a:pt x="27" y="19"/>
                      <a:pt x="27" y="14"/>
                    </a:cubicBezTo>
                    <a:cubicBezTo>
                      <a:pt x="27" y="6"/>
                      <a:pt x="21" y="0"/>
                      <a:pt x="13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8" name="Freeform 2049">
                <a:extLst>
                  <a:ext uri="{FF2B5EF4-FFF2-40B4-BE49-F238E27FC236}">
                    <a16:creationId xmlns:a16="http://schemas.microsoft.com/office/drawing/2014/main" id="{70A38C33-9F7B-4810-BE4F-24DC7C64A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569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9" name="Freeform 2050">
                <a:extLst>
                  <a:ext uri="{FF2B5EF4-FFF2-40B4-BE49-F238E27FC236}">
                    <a16:creationId xmlns:a16="http://schemas.microsoft.com/office/drawing/2014/main" id="{D7CF4419-C38A-4238-8644-BAC034D32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583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0" name="Oval 2051">
                <a:extLst>
                  <a:ext uri="{FF2B5EF4-FFF2-40B4-BE49-F238E27FC236}">
                    <a16:creationId xmlns:a16="http://schemas.microsoft.com/office/drawing/2014/main" id="{2D61A98F-7C40-481E-8084-43412EA4F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58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1" name="Oval 2052">
                <a:extLst>
                  <a:ext uri="{FF2B5EF4-FFF2-40B4-BE49-F238E27FC236}">
                    <a16:creationId xmlns:a16="http://schemas.microsoft.com/office/drawing/2014/main" id="{B60E5747-842D-4ADE-91B0-A5F077396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258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2" name="Freeform 2053">
                <a:extLst>
                  <a:ext uri="{FF2B5EF4-FFF2-40B4-BE49-F238E27FC236}">
                    <a16:creationId xmlns:a16="http://schemas.microsoft.com/office/drawing/2014/main" id="{78E2C557-98FF-4776-9612-18D9759D2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61"/>
                <a:ext cx="68" cy="70"/>
              </a:xfrm>
              <a:custGeom>
                <a:avLst/>
                <a:gdLst>
                  <a:gd name="T0" fmla="*/ 209 w 27"/>
                  <a:gd name="T1" fmla="*/ 0 h 26"/>
                  <a:gd name="T2" fmla="*/ 0 w 27"/>
                  <a:gd name="T3" fmla="*/ 275 h 26"/>
                  <a:gd name="T4" fmla="*/ 50 w 27"/>
                  <a:gd name="T5" fmla="*/ 450 h 26"/>
                  <a:gd name="T6" fmla="*/ 305 w 27"/>
                  <a:gd name="T7" fmla="*/ 506 h 26"/>
                  <a:gd name="T8" fmla="*/ 431 w 27"/>
                  <a:gd name="T9" fmla="*/ 275 h 26"/>
                  <a:gd name="T10" fmla="*/ 209 w 2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13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17"/>
                      <a:pt x="1" y="20"/>
                      <a:pt x="3" y="23"/>
                    </a:cubicBezTo>
                    <a:cubicBezTo>
                      <a:pt x="8" y="24"/>
                      <a:pt x="14" y="25"/>
                      <a:pt x="19" y="26"/>
                    </a:cubicBezTo>
                    <a:cubicBezTo>
                      <a:pt x="24" y="24"/>
                      <a:pt x="27" y="19"/>
                      <a:pt x="27" y="14"/>
                    </a:cubicBezTo>
                    <a:cubicBezTo>
                      <a:pt x="27" y="6"/>
                      <a:pt x="21" y="0"/>
                      <a:pt x="1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3" name="Oval 2054">
                <a:extLst>
                  <a:ext uri="{FF2B5EF4-FFF2-40B4-BE49-F238E27FC236}">
                    <a16:creationId xmlns:a16="http://schemas.microsoft.com/office/drawing/2014/main" id="{67F6FB16-81CE-4232-A4F3-31EFB12CA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431"/>
                <a:ext cx="67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4" name="Freeform 2055">
                <a:extLst>
                  <a:ext uri="{FF2B5EF4-FFF2-40B4-BE49-F238E27FC236}">
                    <a16:creationId xmlns:a16="http://schemas.microsoft.com/office/drawing/2014/main" id="{B5265E5F-3F4A-4732-B8F0-735AB6D38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439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5" name="Freeform 2056">
                <a:extLst>
                  <a:ext uri="{FF2B5EF4-FFF2-40B4-BE49-F238E27FC236}">
                    <a16:creationId xmlns:a16="http://schemas.microsoft.com/office/drawing/2014/main" id="{E1568451-DA9D-4F47-8FA2-A477C585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455"/>
                <a:ext cx="30" cy="42"/>
              </a:xfrm>
              <a:custGeom>
                <a:avLst/>
                <a:gdLst>
                  <a:gd name="T0" fmla="*/ 158 w 12"/>
                  <a:gd name="T1" fmla="*/ 89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6" name="Oval 2057">
                <a:extLst>
                  <a:ext uri="{FF2B5EF4-FFF2-40B4-BE49-F238E27FC236}">
                    <a16:creationId xmlns:a16="http://schemas.microsoft.com/office/drawing/2014/main" id="{026B8A7F-7CB8-425E-8E99-D14662C0A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45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7" name="Oval 2058">
                <a:extLst>
                  <a:ext uri="{FF2B5EF4-FFF2-40B4-BE49-F238E27FC236}">
                    <a16:creationId xmlns:a16="http://schemas.microsoft.com/office/drawing/2014/main" id="{20419666-6421-46FF-8A2A-BF4FB603B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44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8" name="Oval 2059">
                <a:extLst>
                  <a:ext uri="{FF2B5EF4-FFF2-40B4-BE49-F238E27FC236}">
                    <a16:creationId xmlns:a16="http://schemas.microsoft.com/office/drawing/2014/main" id="{88A4B9B4-4E10-4CB2-896B-AC9706A7D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431"/>
                <a:ext cx="67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9" name="Oval 2060">
                <a:extLst>
                  <a:ext uri="{FF2B5EF4-FFF2-40B4-BE49-F238E27FC236}">
                    <a16:creationId xmlns:a16="http://schemas.microsoft.com/office/drawing/2014/main" id="{69217C53-13DB-4843-9B75-D8FE00238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2335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0" name="Freeform 2061">
                <a:extLst>
                  <a:ext uri="{FF2B5EF4-FFF2-40B4-BE49-F238E27FC236}">
                    <a16:creationId xmlns:a16="http://schemas.microsoft.com/office/drawing/2014/main" id="{283F107E-98B9-4085-B02C-748A865FE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343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1" name="Freeform 2062">
                <a:extLst>
                  <a:ext uri="{FF2B5EF4-FFF2-40B4-BE49-F238E27FC236}">
                    <a16:creationId xmlns:a16="http://schemas.microsoft.com/office/drawing/2014/main" id="{E80EC12F-2EFA-4BE5-A7DF-78019E2F6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356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2" name="Oval 2063">
                <a:extLst>
                  <a:ext uri="{FF2B5EF4-FFF2-40B4-BE49-F238E27FC236}">
                    <a16:creationId xmlns:a16="http://schemas.microsoft.com/office/drawing/2014/main" id="{6B0F41C9-84F7-47F8-B8DA-A34DBF363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35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3" name="Oval 2064">
                <a:extLst>
                  <a:ext uri="{FF2B5EF4-FFF2-40B4-BE49-F238E27FC236}">
                    <a16:creationId xmlns:a16="http://schemas.microsoft.com/office/drawing/2014/main" id="{946D3A9B-0202-468E-82A2-152E30211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235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4" name="Oval 2065">
                <a:extLst>
                  <a:ext uri="{FF2B5EF4-FFF2-40B4-BE49-F238E27FC236}">
                    <a16:creationId xmlns:a16="http://schemas.microsoft.com/office/drawing/2014/main" id="{8A249B17-9D69-49B1-8F1C-11F81AB36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2335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5" name="Freeform 2066">
                <a:extLst>
                  <a:ext uri="{FF2B5EF4-FFF2-40B4-BE49-F238E27FC236}">
                    <a16:creationId xmlns:a16="http://schemas.microsoft.com/office/drawing/2014/main" id="{18909112-C6E2-42EE-B42C-C0ED67ABD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401"/>
                <a:ext cx="67" cy="72"/>
              </a:xfrm>
              <a:custGeom>
                <a:avLst/>
                <a:gdLst>
                  <a:gd name="T0" fmla="*/ 216 w 27"/>
                  <a:gd name="T1" fmla="*/ 0 h 27"/>
                  <a:gd name="T2" fmla="*/ 0 w 27"/>
                  <a:gd name="T3" fmla="*/ 264 h 27"/>
                  <a:gd name="T4" fmla="*/ 154 w 27"/>
                  <a:gd name="T5" fmla="*/ 512 h 27"/>
                  <a:gd name="T6" fmla="*/ 412 w 27"/>
                  <a:gd name="T7" fmla="*/ 227 h 27"/>
                  <a:gd name="T8" fmla="*/ 216 w 27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0"/>
                      <a:pt x="5" y="25"/>
                      <a:pt x="10" y="27"/>
                    </a:cubicBezTo>
                    <a:cubicBezTo>
                      <a:pt x="16" y="22"/>
                      <a:pt x="22" y="17"/>
                      <a:pt x="27" y="12"/>
                    </a:cubicBezTo>
                    <a:cubicBezTo>
                      <a:pt x="27" y="5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6" name="Freeform 2067">
                <a:extLst>
                  <a:ext uri="{FF2B5EF4-FFF2-40B4-BE49-F238E27FC236}">
                    <a16:creationId xmlns:a16="http://schemas.microsoft.com/office/drawing/2014/main" id="{9B746FA1-9D13-41BF-94B5-1E8E7706C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409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08 w 18"/>
                  <a:gd name="T3" fmla="*/ 38 h 20"/>
                  <a:gd name="T4" fmla="*/ 283 w 18"/>
                  <a:gd name="T5" fmla="*/ 59 h 20"/>
                  <a:gd name="T6" fmla="*/ 158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7" name="Oval 2068">
                <a:extLst>
                  <a:ext uri="{FF2B5EF4-FFF2-40B4-BE49-F238E27FC236}">
                    <a16:creationId xmlns:a16="http://schemas.microsoft.com/office/drawing/2014/main" id="{F368B5F9-B6F3-4BD2-AEC1-668951D10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42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8" name="Oval 2069">
                <a:extLst>
                  <a:ext uri="{FF2B5EF4-FFF2-40B4-BE49-F238E27FC236}">
                    <a16:creationId xmlns:a16="http://schemas.microsoft.com/office/drawing/2014/main" id="{795C1F8D-25CA-4B8F-9C14-AD2451003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242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9" name="Freeform 2070">
                <a:extLst>
                  <a:ext uri="{FF2B5EF4-FFF2-40B4-BE49-F238E27FC236}">
                    <a16:creationId xmlns:a16="http://schemas.microsoft.com/office/drawing/2014/main" id="{528B70B3-F11E-48BA-9AB2-8E4EB9416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401"/>
                <a:ext cx="67" cy="72"/>
              </a:xfrm>
              <a:custGeom>
                <a:avLst/>
                <a:gdLst>
                  <a:gd name="T0" fmla="*/ 216 w 27"/>
                  <a:gd name="T1" fmla="*/ 0 h 27"/>
                  <a:gd name="T2" fmla="*/ 0 w 27"/>
                  <a:gd name="T3" fmla="*/ 264 h 27"/>
                  <a:gd name="T4" fmla="*/ 154 w 27"/>
                  <a:gd name="T5" fmla="*/ 512 h 27"/>
                  <a:gd name="T6" fmla="*/ 412 w 27"/>
                  <a:gd name="T7" fmla="*/ 227 h 27"/>
                  <a:gd name="T8" fmla="*/ 216 w 27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0"/>
                      <a:pt x="5" y="25"/>
                      <a:pt x="10" y="27"/>
                    </a:cubicBezTo>
                    <a:cubicBezTo>
                      <a:pt x="16" y="22"/>
                      <a:pt x="22" y="17"/>
                      <a:pt x="27" y="12"/>
                    </a:cubicBezTo>
                    <a:cubicBezTo>
                      <a:pt x="27" y="5"/>
                      <a:pt x="21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0" name="Oval 2071">
                <a:extLst>
                  <a:ext uri="{FF2B5EF4-FFF2-40B4-BE49-F238E27FC236}">
                    <a16:creationId xmlns:a16="http://schemas.microsoft.com/office/drawing/2014/main" id="{E66F4F90-A837-4F85-A5DB-B3D67A1AB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225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1" name="Freeform 2072">
                <a:extLst>
                  <a:ext uri="{FF2B5EF4-FFF2-40B4-BE49-F238E27FC236}">
                    <a16:creationId xmlns:a16="http://schemas.microsoft.com/office/drawing/2014/main" id="{F72245F5-B9CC-45FB-AD1A-10D6C5500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265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08 w 18"/>
                  <a:gd name="T3" fmla="*/ 38 h 20"/>
                  <a:gd name="T4" fmla="*/ 283 w 18"/>
                  <a:gd name="T5" fmla="*/ 59 h 20"/>
                  <a:gd name="T6" fmla="*/ 158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2" name="Freeform 2073">
                <a:extLst>
                  <a:ext uri="{FF2B5EF4-FFF2-40B4-BE49-F238E27FC236}">
                    <a16:creationId xmlns:a16="http://schemas.microsoft.com/office/drawing/2014/main" id="{38241DB7-80CA-4888-B3D7-28D862676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279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3" name="Oval 2074">
                <a:extLst>
                  <a:ext uri="{FF2B5EF4-FFF2-40B4-BE49-F238E27FC236}">
                    <a16:creationId xmlns:a16="http://schemas.microsoft.com/office/drawing/2014/main" id="{53C66B7C-44B1-4295-8A98-537E701D0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227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4" name="Oval 2075">
                <a:extLst>
                  <a:ext uri="{FF2B5EF4-FFF2-40B4-BE49-F238E27FC236}">
                    <a16:creationId xmlns:a16="http://schemas.microsoft.com/office/drawing/2014/main" id="{A729637C-53B4-4BF7-86CF-1098844C8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276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5" name="Oval 2076">
                <a:extLst>
                  <a:ext uri="{FF2B5EF4-FFF2-40B4-BE49-F238E27FC236}">
                    <a16:creationId xmlns:a16="http://schemas.microsoft.com/office/drawing/2014/main" id="{4EF20D1B-F9E7-4B0C-B168-C10495EDE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225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6" name="Oval 2077">
                <a:extLst>
                  <a:ext uri="{FF2B5EF4-FFF2-40B4-BE49-F238E27FC236}">
                    <a16:creationId xmlns:a16="http://schemas.microsoft.com/office/drawing/2014/main" id="{9B314788-27C6-42FB-B9EE-49EA710BE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2185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7" name="Freeform 2078">
                <a:extLst>
                  <a:ext uri="{FF2B5EF4-FFF2-40B4-BE49-F238E27FC236}">
                    <a16:creationId xmlns:a16="http://schemas.microsoft.com/office/drawing/2014/main" id="{CD71D627-47C4-4A59-969D-DF84AE685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193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197 h 20"/>
                  <a:gd name="T10" fmla="*/ 95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8" name="Freeform 2079">
                <a:extLst>
                  <a:ext uri="{FF2B5EF4-FFF2-40B4-BE49-F238E27FC236}">
                    <a16:creationId xmlns:a16="http://schemas.microsoft.com/office/drawing/2014/main" id="{D4032B60-E83D-4913-8AA0-FB13F44A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207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0 w 12"/>
                  <a:gd name="T3" fmla="*/ 294 h 17"/>
                  <a:gd name="T4" fmla="*/ 20 w 12"/>
                  <a:gd name="T5" fmla="*/ 315 h 17"/>
                  <a:gd name="T6" fmla="*/ 175 w 12"/>
                  <a:gd name="T7" fmla="*/ 148 h 17"/>
                  <a:gd name="T8" fmla="*/ 145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9" name="Oval 2080">
                <a:extLst>
                  <a:ext uri="{FF2B5EF4-FFF2-40B4-BE49-F238E27FC236}">
                    <a16:creationId xmlns:a16="http://schemas.microsoft.com/office/drawing/2014/main" id="{4AC7A85F-DCF6-47B5-9796-8452D12B0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20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0" name="Oval 2081">
                <a:extLst>
                  <a:ext uri="{FF2B5EF4-FFF2-40B4-BE49-F238E27FC236}">
                    <a16:creationId xmlns:a16="http://schemas.microsoft.com/office/drawing/2014/main" id="{284EA87D-2053-4300-A4F5-C9003BE1A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204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1" name="Oval 2082">
                <a:extLst>
                  <a:ext uri="{FF2B5EF4-FFF2-40B4-BE49-F238E27FC236}">
                    <a16:creationId xmlns:a16="http://schemas.microsoft.com/office/drawing/2014/main" id="{E6AB1FA4-92F9-4013-BF4A-4166E2E50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218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2" name="Freeform 2083">
                <a:extLst>
                  <a:ext uri="{FF2B5EF4-FFF2-40B4-BE49-F238E27FC236}">
                    <a16:creationId xmlns:a16="http://schemas.microsoft.com/office/drawing/2014/main" id="{09F40D7B-D5D1-4562-BAE2-7363821D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265"/>
                <a:ext cx="65" cy="75"/>
              </a:xfrm>
              <a:custGeom>
                <a:avLst/>
                <a:gdLst>
                  <a:gd name="T0" fmla="*/ 208 w 26"/>
                  <a:gd name="T1" fmla="*/ 0 h 28"/>
                  <a:gd name="T2" fmla="*/ 0 w 26"/>
                  <a:gd name="T3" fmla="*/ 273 h 28"/>
                  <a:gd name="T4" fmla="*/ 208 w 26"/>
                  <a:gd name="T5" fmla="*/ 538 h 28"/>
                  <a:gd name="T6" fmla="*/ 408 w 26"/>
                  <a:gd name="T7" fmla="*/ 150 h 28"/>
                  <a:gd name="T8" fmla="*/ 208 w 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8">
                    <a:moveTo>
                      <a:pt x="13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3" y="28"/>
                    </a:cubicBezTo>
                    <a:cubicBezTo>
                      <a:pt x="18" y="21"/>
                      <a:pt x="22" y="15"/>
                      <a:pt x="26" y="8"/>
                    </a:cubicBezTo>
                    <a:cubicBezTo>
                      <a:pt x="23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3" name="Freeform 2084">
                <a:extLst>
                  <a:ext uri="{FF2B5EF4-FFF2-40B4-BE49-F238E27FC236}">
                    <a16:creationId xmlns:a16="http://schemas.microsoft.com/office/drawing/2014/main" id="{D18BDFE7-4FBC-4589-B5E0-0A2E373FB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73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4" name="Oval 2085">
                <a:extLst>
                  <a:ext uri="{FF2B5EF4-FFF2-40B4-BE49-F238E27FC236}">
                    <a16:creationId xmlns:a16="http://schemas.microsoft.com/office/drawing/2014/main" id="{B5E1518E-27BF-4FF5-8338-65BBA11DE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28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5" name="Oval 2086">
                <a:extLst>
                  <a:ext uri="{FF2B5EF4-FFF2-40B4-BE49-F238E27FC236}">
                    <a16:creationId xmlns:a16="http://schemas.microsoft.com/office/drawing/2014/main" id="{4991A3A2-3FBF-4382-851A-D5F72B0A9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" y="22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6" name="Freeform 2087">
                <a:extLst>
                  <a:ext uri="{FF2B5EF4-FFF2-40B4-BE49-F238E27FC236}">
                    <a16:creationId xmlns:a16="http://schemas.microsoft.com/office/drawing/2014/main" id="{9D1654D6-4605-445F-B7BD-933F67C5C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265"/>
                <a:ext cx="65" cy="75"/>
              </a:xfrm>
              <a:custGeom>
                <a:avLst/>
                <a:gdLst>
                  <a:gd name="T0" fmla="*/ 208 w 26"/>
                  <a:gd name="T1" fmla="*/ 0 h 28"/>
                  <a:gd name="T2" fmla="*/ 0 w 26"/>
                  <a:gd name="T3" fmla="*/ 273 h 28"/>
                  <a:gd name="T4" fmla="*/ 208 w 26"/>
                  <a:gd name="T5" fmla="*/ 538 h 28"/>
                  <a:gd name="T6" fmla="*/ 408 w 26"/>
                  <a:gd name="T7" fmla="*/ 150 h 28"/>
                  <a:gd name="T8" fmla="*/ 208 w 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8">
                    <a:moveTo>
                      <a:pt x="13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3" y="28"/>
                    </a:cubicBezTo>
                    <a:cubicBezTo>
                      <a:pt x="18" y="21"/>
                      <a:pt x="22" y="15"/>
                      <a:pt x="26" y="8"/>
                    </a:cubicBezTo>
                    <a:cubicBezTo>
                      <a:pt x="23" y="3"/>
                      <a:pt x="19" y="0"/>
                      <a:pt x="1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7" name="Oval 2088">
                <a:extLst>
                  <a:ext uri="{FF2B5EF4-FFF2-40B4-BE49-F238E27FC236}">
                    <a16:creationId xmlns:a16="http://schemas.microsoft.com/office/drawing/2014/main" id="{D9D774DC-C245-43B8-8C26-B0EB97206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175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8" name="Freeform 2089">
                <a:extLst>
                  <a:ext uri="{FF2B5EF4-FFF2-40B4-BE49-F238E27FC236}">
                    <a16:creationId xmlns:a16="http://schemas.microsoft.com/office/drawing/2014/main" id="{FDA1422C-AB6A-4600-9016-47D5ED98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83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9" name="Freeform 2090">
                <a:extLst>
                  <a:ext uri="{FF2B5EF4-FFF2-40B4-BE49-F238E27FC236}">
                    <a16:creationId xmlns:a16="http://schemas.microsoft.com/office/drawing/2014/main" id="{67705BA9-9C07-4B39-95CC-07EBB28B7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196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0" name="Oval 2091">
                <a:extLst>
                  <a:ext uri="{FF2B5EF4-FFF2-40B4-BE49-F238E27FC236}">
                    <a16:creationId xmlns:a16="http://schemas.microsoft.com/office/drawing/2014/main" id="{9D7326CB-DD88-4E0D-A8C2-DBF347226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1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1" name="Oval 2092">
                <a:extLst>
                  <a:ext uri="{FF2B5EF4-FFF2-40B4-BE49-F238E27FC236}">
                    <a16:creationId xmlns:a16="http://schemas.microsoft.com/office/drawing/2014/main" id="{FE15D4D8-8A75-423E-B60E-1B8973DB7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219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2" name="Oval 2093">
                <a:extLst>
                  <a:ext uri="{FF2B5EF4-FFF2-40B4-BE49-F238E27FC236}">
                    <a16:creationId xmlns:a16="http://schemas.microsoft.com/office/drawing/2014/main" id="{23C4E363-5B0E-4BDA-9FAF-B3A61BE3C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17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3" name="Oval 2094">
                <a:extLst>
                  <a:ext uri="{FF2B5EF4-FFF2-40B4-BE49-F238E27FC236}">
                    <a16:creationId xmlns:a16="http://schemas.microsoft.com/office/drawing/2014/main" id="{832F3F36-06DB-4ABE-81E3-32123CB6D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169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4" name="Freeform 2095">
                <a:extLst>
                  <a:ext uri="{FF2B5EF4-FFF2-40B4-BE49-F238E27FC236}">
                    <a16:creationId xmlns:a16="http://schemas.microsoft.com/office/drawing/2014/main" id="{AE18ECCA-4271-4A3F-8BB4-606181D12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177"/>
                <a:ext cx="42" cy="54"/>
              </a:xfrm>
              <a:custGeom>
                <a:avLst/>
                <a:gdLst>
                  <a:gd name="T0" fmla="*/ 42 w 17"/>
                  <a:gd name="T1" fmla="*/ 232 h 20"/>
                  <a:gd name="T2" fmla="*/ 195 w 17"/>
                  <a:gd name="T3" fmla="*/ 38 h 20"/>
                  <a:gd name="T4" fmla="*/ 257 w 17"/>
                  <a:gd name="T5" fmla="*/ 38 h 20"/>
                  <a:gd name="T6" fmla="*/ 153 w 17"/>
                  <a:gd name="T7" fmla="*/ 0 h 20"/>
                  <a:gd name="T8" fmla="*/ 0 w 17"/>
                  <a:gd name="T9" fmla="*/ 197 h 20"/>
                  <a:gd name="T10" fmla="*/ 91 w 17"/>
                  <a:gd name="T11" fmla="*/ 394 h 20"/>
                  <a:gd name="T12" fmla="*/ 42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5" name="Freeform 2096">
                <a:extLst>
                  <a:ext uri="{FF2B5EF4-FFF2-40B4-BE49-F238E27FC236}">
                    <a16:creationId xmlns:a16="http://schemas.microsoft.com/office/drawing/2014/main" id="{83F1A30B-7D10-4325-9425-CCC4B389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191"/>
                <a:ext cx="28" cy="42"/>
              </a:xfrm>
              <a:custGeom>
                <a:avLst/>
                <a:gdLst>
                  <a:gd name="T0" fmla="*/ 150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6" name="Oval 2097">
                <a:extLst>
                  <a:ext uri="{FF2B5EF4-FFF2-40B4-BE49-F238E27FC236}">
                    <a16:creationId xmlns:a16="http://schemas.microsoft.com/office/drawing/2014/main" id="{8A2218D2-8575-4E7F-B93F-BBE37B8F2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191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7" name="Oval 2098">
                <a:extLst>
                  <a:ext uri="{FF2B5EF4-FFF2-40B4-BE49-F238E27FC236}">
                    <a16:creationId xmlns:a16="http://schemas.microsoft.com/office/drawing/2014/main" id="{EFC56D4C-8ECD-41D9-AA1D-77A952BF7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1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8" name="Oval 2099">
                <a:extLst>
                  <a:ext uri="{FF2B5EF4-FFF2-40B4-BE49-F238E27FC236}">
                    <a16:creationId xmlns:a16="http://schemas.microsoft.com/office/drawing/2014/main" id="{F5DFD436-4123-4E67-93B3-1092E47C8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169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9" name="Oval 2100">
                <a:extLst>
                  <a:ext uri="{FF2B5EF4-FFF2-40B4-BE49-F238E27FC236}">
                    <a16:creationId xmlns:a16="http://schemas.microsoft.com/office/drawing/2014/main" id="{2A80419B-F2B8-4D88-8B71-236E51BCB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1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0" name="Freeform 2101">
                <a:extLst>
                  <a:ext uri="{FF2B5EF4-FFF2-40B4-BE49-F238E27FC236}">
                    <a16:creationId xmlns:a16="http://schemas.microsoft.com/office/drawing/2014/main" id="{29361786-3416-4ECA-A23C-765B553D2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049"/>
                <a:ext cx="43" cy="54"/>
              </a:xfrm>
              <a:custGeom>
                <a:avLst/>
                <a:gdLst>
                  <a:gd name="T0" fmla="*/ 51 w 17"/>
                  <a:gd name="T1" fmla="*/ 232 h 20"/>
                  <a:gd name="T2" fmla="*/ 210 w 17"/>
                  <a:gd name="T3" fmla="*/ 38 h 20"/>
                  <a:gd name="T4" fmla="*/ 276 w 17"/>
                  <a:gd name="T5" fmla="*/ 38 h 20"/>
                  <a:gd name="T6" fmla="*/ 159 w 17"/>
                  <a:gd name="T7" fmla="*/ 0 h 20"/>
                  <a:gd name="T8" fmla="*/ 0 w 17"/>
                  <a:gd name="T9" fmla="*/ 197 h 20"/>
                  <a:gd name="T10" fmla="*/ 96 w 17"/>
                  <a:gd name="T11" fmla="*/ 394 h 20"/>
                  <a:gd name="T12" fmla="*/ 51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1" name="Freeform 2102">
                <a:extLst>
                  <a:ext uri="{FF2B5EF4-FFF2-40B4-BE49-F238E27FC236}">
                    <a16:creationId xmlns:a16="http://schemas.microsoft.com/office/drawing/2014/main" id="{1F45041A-7A37-47F1-8313-559A01B8F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063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2" name="Oval 2103">
                <a:extLst>
                  <a:ext uri="{FF2B5EF4-FFF2-40B4-BE49-F238E27FC236}">
                    <a16:creationId xmlns:a16="http://schemas.microsoft.com/office/drawing/2014/main" id="{8E094DCC-60AC-4D6C-8F89-3B3C8A7F2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206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3" name="Oval 2104">
                <a:extLst>
                  <a:ext uri="{FF2B5EF4-FFF2-40B4-BE49-F238E27FC236}">
                    <a16:creationId xmlns:a16="http://schemas.microsoft.com/office/drawing/2014/main" id="{039C3289-9C5B-4141-AC0A-6573CDA63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05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4" name="Oval 2105">
                <a:extLst>
                  <a:ext uri="{FF2B5EF4-FFF2-40B4-BE49-F238E27FC236}">
                    <a16:creationId xmlns:a16="http://schemas.microsoft.com/office/drawing/2014/main" id="{9CFD215B-9AF5-4EE6-9FF6-34E7CE5F7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5" name="Oval 2106">
                <a:extLst>
                  <a:ext uri="{FF2B5EF4-FFF2-40B4-BE49-F238E27FC236}">
                    <a16:creationId xmlns:a16="http://schemas.microsoft.com/office/drawing/2014/main" id="{20075FE4-92EA-4893-82CF-1482742BA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281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6" name="Freeform 2107">
                <a:extLst>
                  <a:ext uri="{FF2B5EF4-FFF2-40B4-BE49-F238E27FC236}">
                    <a16:creationId xmlns:a16="http://schemas.microsoft.com/office/drawing/2014/main" id="{145DEDD3-A5B0-441B-BAFC-939314630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289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7" name="Freeform 2108">
                <a:extLst>
                  <a:ext uri="{FF2B5EF4-FFF2-40B4-BE49-F238E27FC236}">
                    <a16:creationId xmlns:a16="http://schemas.microsoft.com/office/drawing/2014/main" id="{D4841AB4-E936-4F9A-9F8C-48D95A87D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305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8" name="Oval 2109">
                <a:extLst>
                  <a:ext uri="{FF2B5EF4-FFF2-40B4-BE49-F238E27FC236}">
                    <a16:creationId xmlns:a16="http://schemas.microsoft.com/office/drawing/2014/main" id="{274B9698-5A68-44D5-9967-9DF8C82BA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230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29" name="Oval 2110">
                <a:extLst>
                  <a:ext uri="{FF2B5EF4-FFF2-40B4-BE49-F238E27FC236}">
                    <a16:creationId xmlns:a16="http://schemas.microsoft.com/office/drawing/2014/main" id="{FB5C0770-4691-4FDC-BD23-5436147A5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6" y="230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0" name="Oval 2111">
                <a:extLst>
                  <a:ext uri="{FF2B5EF4-FFF2-40B4-BE49-F238E27FC236}">
                    <a16:creationId xmlns:a16="http://schemas.microsoft.com/office/drawing/2014/main" id="{DE9249C8-6B79-4543-BB36-9934658FE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281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1" name="Oval 2112">
                <a:extLst>
                  <a:ext uri="{FF2B5EF4-FFF2-40B4-BE49-F238E27FC236}">
                    <a16:creationId xmlns:a16="http://schemas.microsoft.com/office/drawing/2014/main" id="{2D22BC68-5928-42A5-AF3D-586A7BC87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297"/>
                <a:ext cx="70" cy="75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2" name="Freeform 2113">
                <a:extLst>
                  <a:ext uri="{FF2B5EF4-FFF2-40B4-BE49-F238E27FC236}">
                    <a16:creationId xmlns:a16="http://schemas.microsoft.com/office/drawing/2014/main" id="{12299C43-18D5-46DB-9735-80260398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30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08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3" name="Freeform 2114">
                <a:extLst>
                  <a:ext uri="{FF2B5EF4-FFF2-40B4-BE49-F238E27FC236}">
                    <a16:creationId xmlns:a16="http://schemas.microsoft.com/office/drawing/2014/main" id="{921732E9-4115-4C11-990F-DF8798B4A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21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4" name="Oval 2115">
                <a:extLst>
                  <a:ext uri="{FF2B5EF4-FFF2-40B4-BE49-F238E27FC236}">
                    <a16:creationId xmlns:a16="http://schemas.microsoft.com/office/drawing/2014/main" id="{96A528E1-C593-429E-BC88-A05116144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232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5" name="Oval 2116">
                <a:extLst>
                  <a:ext uri="{FF2B5EF4-FFF2-40B4-BE49-F238E27FC236}">
                    <a16:creationId xmlns:a16="http://schemas.microsoft.com/office/drawing/2014/main" id="{8DD44C6A-5377-4CAC-80B0-F14F54C8A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2316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6" name="Oval 2117">
                <a:extLst>
                  <a:ext uri="{FF2B5EF4-FFF2-40B4-BE49-F238E27FC236}">
                    <a16:creationId xmlns:a16="http://schemas.microsoft.com/office/drawing/2014/main" id="{D9A80BDA-BB9E-4908-9DD9-8D6DCD907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297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7" name="Oval 2118">
                <a:extLst>
                  <a:ext uri="{FF2B5EF4-FFF2-40B4-BE49-F238E27FC236}">
                    <a16:creationId xmlns:a16="http://schemas.microsoft.com/office/drawing/2014/main" id="{4552DE8F-442F-4870-AE39-74B885222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2204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38" name="Freeform 2119">
                <a:extLst>
                  <a:ext uri="{FF2B5EF4-FFF2-40B4-BE49-F238E27FC236}">
                    <a16:creationId xmlns:a16="http://schemas.microsoft.com/office/drawing/2014/main" id="{A9DBEBAB-09ED-4CB8-B720-DEC33F4E6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212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9" name="Freeform 2120">
                <a:extLst>
                  <a:ext uri="{FF2B5EF4-FFF2-40B4-BE49-F238E27FC236}">
                    <a16:creationId xmlns:a16="http://schemas.microsoft.com/office/drawing/2014/main" id="{9439B9BB-ED38-48ED-9AF0-AD90E3436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225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0" name="Oval 2121">
                <a:extLst>
                  <a:ext uri="{FF2B5EF4-FFF2-40B4-BE49-F238E27FC236}">
                    <a16:creationId xmlns:a16="http://schemas.microsoft.com/office/drawing/2014/main" id="{5D522F9F-C567-4046-B6B4-2C52F0167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222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1" name="Oval 2122">
                <a:extLst>
                  <a:ext uri="{FF2B5EF4-FFF2-40B4-BE49-F238E27FC236}">
                    <a16:creationId xmlns:a16="http://schemas.microsoft.com/office/drawing/2014/main" id="{EA1CB17C-FA31-4F31-B8FB-610A6A12C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2223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2" name="Oval 2123">
                <a:extLst>
                  <a:ext uri="{FF2B5EF4-FFF2-40B4-BE49-F238E27FC236}">
                    <a16:creationId xmlns:a16="http://schemas.microsoft.com/office/drawing/2014/main" id="{C8CE93EF-1990-44BA-AB7E-0A4172F66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2204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3" name="Oval 2124">
                <a:extLst>
                  <a:ext uri="{FF2B5EF4-FFF2-40B4-BE49-F238E27FC236}">
                    <a16:creationId xmlns:a16="http://schemas.microsoft.com/office/drawing/2014/main" id="{7AB59680-3663-4670-BDD7-97A8DAA62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" y="2393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4" name="Freeform 2125">
                <a:extLst>
                  <a:ext uri="{FF2B5EF4-FFF2-40B4-BE49-F238E27FC236}">
                    <a16:creationId xmlns:a16="http://schemas.microsoft.com/office/drawing/2014/main" id="{7BAAEAC5-F40E-4D58-B310-D592750FE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401"/>
                <a:ext cx="43" cy="54"/>
              </a:xfrm>
              <a:custGeom>
                <a:avLst/>
                <a:gdLst>
                  <a:gd name="T0" fmla="*/ 51 w 17"/>
                  <a:gd name="T1" fmla="*/ 232 h 20"/>
                  <a:gd name="T2" fmla="*/ 210 w 17"/>
                  <a:gd name="T3" fmla="*/ 38 h 20"/>
                  <a:gd name="T4" fmla="*/ 276 w 17"/>
                  <a:gd name="T5" fmla="*/ 59 h 20"/>
                  <a:gd name="T6" fmla="*/ 159 w 17"/>
                  <a:gd name="T7" fmla="*/ 0 h 20"/>
                  <a:gd name="T8" fmla="*/ 0 w 17"/>
                  <a:gd name="T9" fmla="*/ 197 h 20"/>
                  <a:gd name="T10" fmla="*/ 96 w 17"/>
                  <a:gd name="T11" fmla="*/ 394 h 20"/>
                  <a:gd name="T12" fmla="*/ 51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5" name="Freeform 2126">
                <a:extLst>
                  <a:ext uri="{FF2B5EF4-FFF2-40B4-BE49-F238E27FC236}">
                    <a16:creationId xmlns:a16="http://schemas.microsoft.com/office/drawing/2014/main" id="{AC6081FA-4915-4C95-AF42-6B5CA4E30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415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6" name="Oval 2127">
                <a:extLst>
                  <a:ext uri="{FF2B5EF4-FFF2-40B4-BE49-F238E27FC236}">
                    <a16:creationId xmlns:a16="http://schemas.microsoft.com/office/drawing/2014/main" id="{C95F523C-AE18-483A-AE2A-2FB6F598D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41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7" name="Oval 2128">
                <a:extLst>
                  <a:ext uri="{FF2B5EF4-FFF2-40B4-BE49-F238E27FC236}">
                    <a16:creationId xmlns:a16="http://schemas.microsoft.com/office/drawing/2014/main" id="{EC8E5595-7595-4BF1-8BFB-81D3A9CE7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41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8" name="Oval 2129">
                <a:extLst>
                  <a:ext uri="{FF2B5EF4-FFF2-40B4-BE49-F238E27FC236}">
                    <a16:creationId xmlns:a16="http://schemas.microsoft.com/office/drawing/2014/main" id="{F269B66F-D179-484F-A822-579950E2E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" y="2393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49" name="Oval 2130">
                <a:extLst>
                  <a:ext uri="{FF2B5EF4-FFF2-40B4-BE49-F238E27FC236}">
                    <a16:creationId xmlns:a16="http://schemas.microsoft.com/office/drawing/2014/main" id="{7727274E-4F5C-4D8C-BF98-E7C46FC53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417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0" name="Freeform 2131">
                <a:extLst>
                  <a:ext uri="{FF2B5EF4-FFF2-40B4-BE49-F238E27FC236}">
                    <a16:creationId xmlns:a16="http://schemas.microsoft.com/office/drawing/2014/main" id="{704A7E20-643B-4B28-B1B5-297FD8D6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425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1" name="Freeform 2132">
                <a:extLst>
                  <a:ext uri="{FF2B5EF4-FFF2-40B4-BE49-F238E27FC236}">
                    <a16:creationId xmlns:a16="http://schemas.microsoft.com/office/drawing/2014/main" id="{1CF1039A-1EEF-4F87-96E7-A9F81DCDB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441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2" name="Oval 2133">
                <a:extLst>
                  <a:ext uri="{FF2B5EF4-FFF2-40B4-BE49-F238E27FC236}">
                    <a16:creationId xmlns:a16="http://schemas.microsoft.com/office/drawing/2014/main" id="{7EBBD33E-D0F5-47DB-BE68-BFE884910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243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3" name="Oval 2134">
                <a:extLst>
                  <a:ext uri="{FF2B5EF4-FFF2-40B4-BE49-F238E27FC236}">
                    <a16:creationId xmlns:a16="http://schemas.microsoft.com/office/drawing/2014/main" id="{6A43F0D7-3784-42EF-9DCB-FB77B815E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4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4" name="Oval 2135">
                <a:extLst>
                  <a:ext uri="{FF2B5EF4-FFF2-40B4-BE49-F238E27FC236}">
                    <a16:creationId xmlns:a16="http://schemas.microsoft.com/office/drawing/2014/main" id="{4495AF75-081A-4688-A006-58990A06D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2417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5" name="Oval 2136">
                <a:extLst>
                  <a:ext uri="{FF2B5EF4-FFF2-40B4-BE49-F238E27FC236}">
                    <a16:creationId xmlns:a16="http://schemas.microsoft.com/office/drawing/2014/main" id="{2454FA4B-85CD-403B-908E-6A3BB78EA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1996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6" name="Freeform 2137">
                <a:extLst>
                  <a:ext uri="{FF2B5EF4-FFF2-40B4-BE49-F238E27FC236}">
                    <a16:creationId xmlns:a16="http://schemas.microsoft.com/office/drawing/2014/main" id="{F2E97FB1-3A48-4D19-AC7C-FDA7C1941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004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7" name="Freeform 2138">
                <a:extLst>
                  <a:ext uri="{FF2B5EF4-FFF2-40B4-BE49-F238E27FC236}">
                    <a16:creationId xmlns:a16="http://schemas.microsoft.com/office/drawing/2014/main" id="{C9D32E64-FFB0-4E77-BBD8-5C47448FF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017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14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8" name="Oval 2139">
                <a:extLst>
                  <a:ext uri="{FF2B5EF4-FFF2-40B4-BE49-F238E27FC236}">
                    <a16:creationId xmlns:a16="http://schemas.microsoft.com/office/drawing/2014/main" id="{22D29D02-C701-4110-9B8E-F5ACA9B6C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201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9" name="Oval 2140">
                <a:extLst>
                  <a:ext uri="{FF2B5EF4-FFF2-40B4-BE49-F238E27FC236}">
                    <a16:creationId xmlns:a16="http://schemas.microsoft.com/office/drawing/2014/main" id="{2EBB4B13-1975-4CA7-871A-5524234EF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2015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0" name="Oval 2141">
                <a:extLst>
                  <a:ext uri="{FF2B5EF4-FFF2-40B4-BE49-F238E27FC236}">
                    <a16:creationId xmlns:a16="http://schemas.microsoft.com/office/drawing/2014/main" id="{980746A4-C45B-46F8-812F-359D112C7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1996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1" name="Oval 2142">
                <a:extLst>
                  <a:ext uri="{FF2B5EF4-FFF2-40B4-BE49-F238E27FC236}">
                    <a16:creationId xmlns:a16="http://schemas.microsoft.com/office/drawing/2014/main" id="{2468020C-C4A5-4FBE-A131-041C1607A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1908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2" name="Freeform 2143">
                <a:extLst>
                  <a:ext uri="{FF2B5EF4-FFF2-40B4-BE49-F238E27FC236}">
                    <a16:creationId xmlns:a16="http://schemas.microsoft.com/office/drawing/2014/main" id="{A6043F72-EB83-4D6A-914C-FA2246DE7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916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204 h 20"/>
                  <a:gd name="T10" fmla="*/ 113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3" name="Freeform 2144">
                <a:extLst>
                  <a:ext uri="{FF2B5EF4-FFF2-40B4-BE49-F238E27FC236}">
                    <a16:creationId xmlns:a16="http://schemas.microsoft.com/office/drawing/2014/main" id="{18CB0F1E-07D9-45AE-9349-CB190C35E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932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4" name="Oval 2145">
                <a:extLst>
                  <a:ext uri="{FF2B5EF4-FFF2-40B4-BE49-F238E27FC236}">
                    <a16:creationId xmlns:a16="http://schemas.microsoft.com/office/drawing/2014/main" id="{7F0C7EDF-284A-485B-80FF-31A92070E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9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5" name="Oval 2146">
                <a:extLst>
                  <a:ext uri="{FF2B5EF4-FFF2-40B4-BE49-F238E27FC236}">
                    <a16:creationId xmlns:a16="http://schemas.microsoft.com/office/drawing/2014/main" id="{22913C9B-B68F-4B44-8769-F500069EC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19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6" name="Oval 2147">
                <a:extLst>
                  <a:ext uri="{FF2B5EF4-FFF2-40B4-BE49-F238E27FC236}">
                    <a16:creationId xmlns:a16="http://schemas.microsoft.com/office/drawing/2014/main" id="{7B781C47-D498-46C9-B763-00099ACCC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1908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7" name="Oval 2148">
                <a:extLst>
                  <a:ext uri="{FF2B5EF4-FFF2-40B4-BE49-F238E27FC236}">
                    <a16:creationId xmlns:a16="http://schemas.microsoft.com/office/drawing/2014/main" id="{A01E99F9-818C-4139-BB1A-280449A19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198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8" name="Freeform 2149">
                <a:extLst>
                  <a:ext uri="{FF2B5EF4-FFF2-40B4-BE49-F238E27FC236}">
                    <a16:creationId xmlns:a16="http://schemas.microsoft.com/office/drawing/2014/main" id="{4CE63C7F-4F53-4D79-B35B-EF648CA8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996"/>
                <a:ext cx="43" cy="53"/>
              </a:xfrm>
              <a:custGeom>
                <a:avLst/>
                <a:gdLst>
                  <a:gd name="T0" fmla="*/ 51 w 17"/>
                  <a:gd name="T1" fmla="*/ 239 h 20"/>
                  <a:gd name="T2" fmla="*/ 210 w 17"/>
                  <a:gd name="T3" fmla="*/ 34 h 20"/>
                  <a:gd name="T4" fmla="*/ 276 w 17"/>
                  <a:gd name="T5" fmla="*/ 56 h 20"/>
                  <a:gd name="T6" fmla="*/ 159 w 17"/>
                  <a:gd name="T7" fmla="*/ 0 h 20"/>
                  <a:gd name="T8" fmla="*/ 0 w 17"/>
                  <a:gd name="T9" fmla="*/ 204 h 20"/>
                  <a:gd name="T10" fmla="*/ 96 w 17"/>
                  <a:gd name="T11" fmla="*/ 371 h 20"/>
                  <a:gd name="T12" fmla="*/ 51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9" name="Freeform 2150">
                <a:extLst>
                  <a:ext uri="{FF2B5EF4-FFF2-40B4-BE49-F238E27FC236}">
                    <a16:creationId xmlns:a16="http://schemas.microsoft.com/office/drawing/2014/main" id="{6A426006-F594-4E22-A69D-7D78FEFBC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012"/>
                <a:ext cx="27" cy="43"/>
              </a:xfrm>
              <a:custGeom>
                <a:avLst/>
                <a:gdLst>
                  <a:gd name="T0" fmla="*/ 133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0" name="Oval 2151">
                <a:extLst>
                  <a:ext uri="{FF2B5EF4-FFF2-40B4-BE49-F238E27FC236}">
                    <a16:creationId xmlns:a16="http://schemas.microsoft.com/office/drawing/2014/main" id="{CF0CA6A6-4E34-46D8-ABAB-E91FBAD55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0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1" name="Oval 2152">
                <a:extLst>
                  <a:ext uri="{FF2B5EF4-FFF2-40B4-BE49-F238E27FC236}">
                    <a16:creationId xmlns:a16="http://schemas.microsoft.com/office/drawing/2014/main" id="{A5148095-F956-461A-AAA9-2BB65E153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200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2" name="Oval 2153">
                <a:extLst>
                  <a:ext uri="{FF2B5EF4-FFF2-40B4-BE49-F238E27FC236}">
                    <a16:creationId xmlns:a16="http://schemas.microsoft.com/office/drawing/2014/main" id="{90185363-F191-4CA8-810D-0A9CD5350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9" y="198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3" name="Oval 2154">
                <a:extLst>
                  <a:ext uri="{FF2B5EF4-FFF2-40B4-BE49-F238E27FC236}">
                    <a16:creationId xmlns:a16="http://schemas.microsoft.com/office/drawing/2014/main" id="{14159D61-5373-409F-9830-9CCCCA302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6" y="1777"/>
                <a:ext cx="68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4" name="Freeform 2155">
                <a:extLst>
                  <a:ext uri="{FF2B5EF4-FFF2-40B4-BE49-F238E27FC236}">
                    <a16:creationId xmlns:a16="http://schemas.microsoft.com/office/drawing/2014/main" id="{31EBB4AA-727F-47EC-9E9E-10A3CDDFA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99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5" name="Oval 2156">
                <a:extLst>
                  <a:ext uri="{FF2B5EF4-FFF2-40B4-BE49-F238E27FC236}">
                    <a16:creationId xmlns:a16="http://schemas.microsoft.com/office/drawing/2014/main" id="{2E40CA30-8C5E-4036-A702-52566C260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79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6" name="Oval 2157">
                <a:extLst>
                  <a:ext uri="{FF2B5EF4-FFF2-40B4-BE49-F238E27FC236}">
                    <a16:creationId xmlns:a16="http://schemas.microsoft.com/office/drawing/2014/main" id="{E3034032-C611-47C5-8F4F-206BF86AD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179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7" name="Oval 2158">
                <a:extLst>
                  <a:ext uri="{FF2B5EF4-FFF2-40B4-BE49-F238E27FC236}">
                    <a16:creationId xmlns:a16="http://schemas.microsoft.com/office/drawing/2014/main" id="{51B701DC-ABFE-44E5-9554-4BBEA2650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6" y="177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8" name="Oval 2159">
                <a:extLst>
                  <a:ext uri="{FF2B5EF4-FFF2-40B4-BE49-F238E27FC236}">
                    <a16:creationId xmlns:a16="http://schemas.microsoft.com/office/drawing/2014/main" id="{96B60439-D192-4A0C-A4A0-E7DB041C1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1780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9" name="Freeform 2160">
                <a:extLst>
                  <a:ext uri="{FF2B5EF4-FFF2-40B4-BE49-F238E27FC236}">
                    <a16:creationId xmlns:a16="http://schemas.microsoft.com/office/drawing/2014/main" id="{3A39C34B-A742-4C7C-B376-6A7F154A1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788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0" name="Freeform 2161">
                <a:extLst>
                  <a:ext uri="{FF2B5EF4-FFF2-40B4-BE49-F238E27FC236}">
                    <a16:creationId xmlns:a16="http://schemas.microsoft.com/office/drawing/2014/main" id="{63BE64F7-8F37-43C4-92EA-781986265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804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1" name="Oval 2162">
                <a:extLst>
                  <a:ext uri="{FF2B5EF4-FFF2-40B4-BE49-F238E27FC236}">
                    <a16:creationId xmlns:a16="http://schemas.microsoft.com/office/drawing/2014/main" id="{C743630A-1A9C-4498-911A-7C25F0111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80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2" name="Oval 2163">
                <a:extLst>
                  <a:ext uri="{FF2B5EF4-FFF2-40B4-BE49-F238E27FC236}">
                    <a16:creationId xmlns:a16="http://schemas.microsoft.com/office/drawing/2014/main" id="{0DA6133D-E4D6-4D21-A32C-83AFFE3EC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179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3" name="Oval 2164">
                <a:extLst>
                  <a:ext uri="{FF2B5EF4-FFF2-40B4-BE49-F238E27FC236}">
                    <a16:creationId xmlns:a16="http://schemas.microsoft.com/office/drawing/2014/main" id="{ADF966F1-8B7F-4BE4-8EF5-771609E8C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1780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4" name="Oval 2165">
                <a:extLst>
                  <a:ext uri="{FF2B5EF4-FFF2-40B4-BE49-F238E27FC236}">
                    <a16:creationId xmlns:a16="http://schemas.microsoft.com/office/drawing/2014/main" id="{2BE4A838-C2F6-4292-B5A4-B7FE3272D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1817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5" name="Freeform 2166">
                <a:extLst>
                  <a:ext uri="{FF2B5EF4-FFF2-40B4-BE49-F238E27FC236}">
                    <a16:creationId xmlns:a16="http://schemas.microsoft.com/office/drawing/2014/main" id="{B36854AC-F212-4E8D-85FF-1BAA0F501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825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6" name="Freeform 2167">
                <a:extLst>
                  <a:ext uri="{FF2B5EF4-FFF2-40B4-BE49-F238E27FC236}">
                    <a16:creationId xmlns:a16="http://schemas.microsoft.com/office/drawing/2014/main" id="{423FD6A0-DBA3-4D95-8E7D-49F236336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41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7" name="Oval 2168">
                <a:extLst>
                  <a:ext uri="{FF2B5EF4-FFF2-40B4-BE49-F238E27FC236}">
                    <a16:creationId xmlns:a16="http://schemas.microsoft.com/office/drawing/2014/main" id="{F2C7FFEE-BB05-4BEB-B7DF-7732CBFB6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8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8" name="Oval 2169">
                <a:extLst>
                  <a:ext uri="{FF2B5EF4-FFF2-40B4-BE49-F238E27FC236}">
                    <a16:creationId xmlns:a16="http://schemas.microsoft.com/office/drawing/2014/main" id="{ADCBF8E3-A47C-46DC-BF6F-DBB7A6318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183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9" name="Oval 2170">
                <a:extLst>
                  <a:ext uri="{FF2B5EF4-FFF2-40B4-BE49-F238E27FC236}">
                    <a16:creationId xmlns:a16="http://schemas.microsoft.com/office/drawing/2014/main" id="{A466A78E-D118-4527-A491-12ECB8628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1817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0" name="Oval 2171">
                <a:extLst>
                  <a:ext uri="{FF2B5EF4-FFF2-40B4-BE49-F238E27FC236}">
                    <a16:creationId xmlns:a16="http://schemas.microsoft.com/office/drawing/2014/main" id="{B2520CF7-5EC0-4C14-81FC-5734A7D23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820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1" name="Freeform 2172">
                <a:extLst>
                  <a:ext uri="{FF2B5EF4-FFF2-40B4-BE49-F238E27FC236}">
                    <a16:creationId xmlns:a16="http://schemas.microsoft.com/office/drawing/2014/main" id="{C827DD40-EB4D-4AE5-8DA9-85871566C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828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2" name="Freeform 2173">
                <a:extLst>
                  <a:ext uri="{FF2B5EF4-FFF2-40B4-BE49-F238E27FC236}">
                    <a16:creationId xmlns:a16="http://schemas.microsoft.com/office/drawing/2014/main" id="{1055B61C-821E-43DD-B514-E59F513B4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844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12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3" name="Oval 2174">
                <a:extLst>
                  <a:ext uri="{FF2B5EF4-FFF2-40B4-BE49-F238E27FC236}">
                    <a16:creationId xmlns:a16="http://schemas.microsoft.com/office/drawing/2014/main" id="{D31BBE95-8ED9-4859-BE40-C53319732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1841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4" name="Oval 2175">
                <a:extLst>
                  <a:ext uri="{FF2B5EF4-FFF2-40B4-BE49-F238E27FC236}">
                    <a16:creationId xmlns:a16="http://schemas.microsoft.com/office/drawing/2014/main" id="{D40A8AE4-2045-484E-B453-D2B83BB98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1839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5" name="Oval 2176">
                <a:extLst>
                  <a:ext uri="{FF2B5EF4-FFF2-40B4-BE49-F238E27FC236}">
                    <a16:creationId xmlns:a16="http://schemas.microsoft.com/office/drawing/2014/main" id="{B662EB83-5169-4700-BA34-A9403D49B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820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6" name="Oval 2177">
                <a:extLst>
                  <a:ext uri="{FF2B5EF4-FFF2-40B4-BE49-F238E27FC236}">
                    <a16:creationId xmlns:a16="http://schemas.microsoft.com/office/drawing/2014/main" id="{C5361B5B-B8F9-41AC-B94F-220200BC6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1929"/>
                <a:ext cx="70" cy="75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7" name="Freeform 2178">
                <a:extLst>
                  <a:ext uri="{FF2B5EF4-FFF2-40B4-BE49-F238E27FC236}">
                    <a16:creationId xmlns:a16="http://schemas.microsoft.com/office/drawing/2014/main" id="{283896C4-6B8F-4C96-B78C-625ACADB8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953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8" name="Oval 2179">
                <a:extLst>
                  <a:ext uri="{FF2B5EF4-FFF2-40B4-BE49-F238E27FC236}">
                    <a16:creationId xmlns:a16="http://schemas.microsoft.com/office/drawing/2014/main" id="{05DDAD6A-DD8B-4A48-801F-70071D758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1929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9" name="Oval 2180">
                <a:extLst>
                  <a:ext uri="{FF2B5EF4-FFF2-40B4-BE49-F238E27FC236}">
                    <a16:creationId xmlns:a16="http://schemas.microsoft.com/office/drawing/2014/main" id="{34406B39-B23F-4CD1-A0C1-15E5DC9CD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1852"/>
                <a:ext cx="67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0" name="Freeform 2181">
                <a:extLst>
                  <a:ext uri="{FF2B5EF4-FFF2-40B4-BE49-F238E27FC236}">
                    <a16:creationId xmlns:a16="http://schemas.microsoft.com/office/drawing/2014/main" id="{AFB460D3-6617-4B82-9112-587812AEC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860"/>
                <a:ext cx="43" cy="56"/>
              </a:xfrm>
              <a:custGeom>
                <a:avLst/>
                <a:gdLst>
                  <a:gd name="T0" fmla="*/ 51 w 17"/>
                  <a:gd name="T1" fmla="*/ 248 h 21"/>
                  <a:gd name="T2" fmla="*/ 210 w 17"/>
                  <a:gd name="T3" fmla="*/ 35 h 21"/>
                  <a:gd name="T4" fmla="*/ 276 w 17"/>
                  <a:gd name="T5" fmla="*/ 56 h 21"/>
                  <a:gd name="T6" fmla="*/ 159 w 17"/>
                  <a:gd name="T7" fmla="*/ 0 h 21"/>
                  <a:gd name="T8" fmla="*/ 0 w 17"/>
                  <a:gd name="T9" fmla="*/ 205 h 21"/>
                  <a:gd name="T10" fmla="*/ 96 w 17"/>
                  <a:gd name="T11" fmla="*/ 397 h 21"/>
                  <a:gd name="T12" fmla="*/ 51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5" y="2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1" name="Freeform 2182">
                <a:extLst>
                  <a:ext uri="{FF2B5EF4-FFF2-40B4-BE49-F238E27FC236}">
                    <a16:creationId xmlns:a16="http://schemas.microsoft.com/office/drawing/2014/main" id="{86F584F3-1A96-42D9-964B-859E19AEA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876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2" name="Oval 2183">
                <a:extLst>
                  <a:ext uri="{FF2B5EF4-FFF2-40B4-BE49-F238E27FC236}">
                    <a16:creationId xmlns:a16="http://schemas.microsoft.com/office/drawing/2014/main" id="{F5520470-7551-4A4F-9417-4E53E8AC7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87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3" name="Oval 2184">
                <a:extLst>
                  <a:ext uri="{FF2B5EF4-FFF2-40B4-BE49-F238E27FC236}">
                    <a16:creationId xmlns:a16="http://schemas.microsoft.com/office/drawing/2014/main" id="{9FF6DAF4-58F3-4625-B9FA-F4C724A78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18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4" name="Oval 2185">
                <a:extLst>
                  <a:ext uri="{FF2B5EF4-FFF2-40B4-BE49-F238E27FC236}">
                    <a16:creationId xmlns:a16="http://schemas.microsoft.com/office/drawing/2014/main" id="{F6F0FDBA-FE86-42F8-8838-3F667B1D1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1852"/>
                <a:ext cx="67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5" name="Oval 2186">
                <a:extLst>
                  <a:ext uri="{FF2B5EF4-FFF2-40B4-BE49-F238E27FC236}">
                    <a16:creationId xmlns:a16="http://schemas.microsoft.com/office/drawing/2014/main" id="{727602D3-3E97-4651-8367-EFABE1498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1764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6" name="Freeform 2187">
                <a:extLst>
                  <a:ext uri="{FF2B5EF4-FFF2-40B4-BE49-F238E27FC236}">
                    <a16:creationId xmlns:a16="http://schemas.microsoft.com/office/drawing/2014/main" id="{E1DDD929-5965-49E7-86D4-0685B5B5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772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7" name="Freeform 2188">
                <a:extLst>
                  <a:ext uri="{FF2B5EF4-FFF2-40B4-BE49-F238E27FC236}">
                    <a16:creationId xmlns:a16="http://schemas.microsoft.com/office/drawing/2014/main" id="{4F8E2C1B-BA0A-405E-970B-F9149F093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785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8" name="Oval 2189">
                <a:extLst>
                  <a:ext uri="{FF2B5EF4-FFF2-40B4-BE49-F238E27FC236}">
                    <a16:creationId xmlns:a16="http://schemas.microsoft.com/office/drawing/2014/main" id="{2E13C305-160C-4B56-BE1B-6C6A716B8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17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9" name="Oval 2190">
                <a:extLst>
                  <a:ext uri="{FF2B5EF4-FFF2-40B4-BE49-F238E27FC236}">
                    <a16:creationId xmlns:a16="http://schemas.microsoft.com/office/drawing/2014/main" id="{7C57B30E-3F6C-4D16-83FE-DA607DD78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1783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0" name="Oval 2191">
                <a:extLst>
                  <a:ext uri="{FF2B5EF4-FFF2-40B4-BE49-F238E27FC236}">
                    <a16:creationId xmlns:a16="http://schemas.microsoft.com/office/drawing/2014/main" id="{C5FBBC5C-09D9-4A0E-865B-E10EDDFE5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1764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1" name="Oval 2192">
                <a:extLst>
                  <a:ext uri="{FF2B5EF4-FFF2-40B4-BE49-F238E27FC236}">
                    <a16:creationId xmlns:a16="http://schemas.microsoft.com/office/drawing/2014/main" id="{407DCA84-E10A-4752-AFA7-E086F233F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1825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2" name="Freeform 2193">
                <a:extLst>
                  <a:ext uri="{FF2B5EF4-FFF2-40B4-BE49-F238E27FC236}">
                    <a16:creationId xmlns:a16="http://schemas.microsoft.com/office/drawing/2014/main" id="{39F39401-FC7E-4DDD-A0FE-A272C7AA2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833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3" name="Freeform 2194">
                <a:extLst>
                  <a:ext uri="{FF2B5EF4-FFF2-40B4-BE49-F238E27FC236}">
                    <a16:creationId xmlns:a16="http://schemas.microsoft.com/office/drawing/2014/main" id="{A606B02F-0BD4-4442-A401-2073C7F1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849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4" name="Oval 2195">
                <a:extLst>
                  <a:ext uri="{FF2B5EF4-FFF2-40B4-BE49-F238E27FC236}">
                    <a16:creationId xmlns:a16="http://schemas.microsoft.com/office/drawing/2014/main" id="{3DDADE69-13E9-4600-B369-A2B3D7926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84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5" name="Oval 2196">
                <a:extLst>
                  <a:ext uri="{FF2B5EF4-FFF2-40B4-BE49-F238E27FC236}">
                    <a16:creationId xmlns:a16="http://schemas.microsoft.com/office/drawing/2014/main" id="{1388626F-F3A5-4A7F-ABAA-F09A11AC2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44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6" name="Oval 2197">
                <a:extLst>
                  <a:ext uri="{FF2B5EF4-FFF2-40B4-BE49-F238E27FC236}">
                    <a16:creationId xmlns:a16="http://schemas.microsoft.com/office/drawing/2014/main" id="{9FE94812-3F5A-47B8-AC37-689044FCF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1825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7" name="Oval 2198">
                <a:extLst>
                  <a:ext uri="{FF2B5EF4-FFF2-40B4-BE49-F238E27FC236}">
                    <a16:creationId xmlns:a16="http://schemas.microsoft.com/office/drawing/2014/main" id="{7C3F4229-7247-4BF3-B9C0-47D0F750B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1849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8" name="Freeform 2199">
                <a:extLst>
                  <a:ext uri="{FF2B5EF4-FFF2-40B4-BE49-F238E27FC236}">
                    <a16:creationId xmlns:a16="http://schemas.microsoft.com/office/drawing/2014/main" id="{F9270F58-6F53-479E-A342-3E5BD8538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857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95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9" name="Freeform 2200">
                <a:extLst>
                  <a:ext uri="{FF2B5EF4-FFF2-40B4-BE49-F238E27FC236}">
                    <a16:creationId xmlns:a16="http://schemas.microsoft.com/office/drawing/2014/main" id="{C77A9BDC-CB10-4903-BF93-1F4D2B450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871"/>
                <a:ext cx="27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12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0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0" name="Oval 2201">
                <a:extLst>
                  <a:ext uri="{FF2B5EF4-FFF2-40B4-BE49-F238E27FC236}">
                    <a16:creationId xmlns:a16="http://schemas.microsoft.com/office/drawing/2014/main" id="{7A76BF2D-F42A-43F6-AF83-B8AB9015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87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1" name="Oval 2202">
                <a:extLst>
                  <a:ext uri="{FF2B5EF4-FFF2-40B4-BE49-F238E27FC236}">
                    <a16:creationId xmlns:a16="http://schemas.microsoft.com/office/drawing/2014/main" id="{42B518AD-9ACB-4B18-9DBE-A2FE84251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6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2" name="Oval 2203">
                <a:extLst>
                  <a:ext uri="{FF2B5EF4-FFF2-40B4-BE49-F238E27FC236}">
                    <a16:creationId xmlns:a16="http://schemas.microsoft.com/office/drawing/2014/main" id="{AB069F65-2001-4C51-9490-BBD8BF0AF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1849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3" name="Oval 2204">
                <a:extLst>
                  <a:ext uri="{FF2B5EF4-FFF2-40B4-BE49-F238E27FC236}">
                    <a16:creationId xmlns:a16="http://schemas.microsoft.com/office/drawing/2014/main" id="{999DF74E-A44D-4B2C-9A56-875B350D8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1876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4" name="Freeform 2205">
                <a:extLst>
                  <a:ext uri="{FF2B5EF4-FFF2-40B4-BE49-F238E27FC236}">
                    <a16:creationId xmlns:a16="http://schemas.microsoft.com/office/drawing/2014/main" id="{9E1B60FC-42F8-4DBB-921F-A32C78DE6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884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904" name="Group 2206">
              <a:extLst>
                <a:ext uri="{FF2B5EF4-FFF2-40B4-BE49-F238E27FC236}">
                  <a16:creationId xmlns:a16="http://schemas.microsoft.com/office/drawing/2014/main" id="{5467B70D-F816-45BA-BCB9-60A7E61F9C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66" y="1489"/>
              <a:ext cx="1433" cy="1152"/>
              <a:chOff x="2166" y="1489"/>
              <a:chExt cx="1433" cy="1152"/>
            </a:xfrm>
          </p:grpSpPr>
          <p:sp>
            <p:nvSpPr>
              <p:cNvPr id="17925" name="Freeform 2207">
                <a:extLst>
                  <a:ext uri="{FF2B5EF4-FFF2-40B4-BE49-F238E27FC236}">
                    <a16:creationId xmlns:a16="http://schemas.microsoft.com/office/drawing/2014/main" id="{B8A78840-45F2-4C06-AB84-42173EA7C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900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2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6" name="Oval 2208">
                <a:extLst>
                  <a:ext uri="{FF2B5EF4-FFF2-40B4-BE49-F238E27FC236}">
                    <a16:creationId xmlns:a16="http://schemas.microsoft.com/office/drawing/2014/main" id="{F39B5C93-E960-475C-807B-C7751F3F5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89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7" name="Oval 2209">
                <a:extLst>
                  <a:ext uri="{FF2B5EF4-FFF2-40B4-BE49-F238E27FC236}">
                    <a16:creationId xmlns:a16="http://schemas.microsoft.com/office/drawing/2014/main" id="{FAD49FCA-B620-44A4-83E9-1ABBFB6BE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1" y="1895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8" name="Oval 2210">
                <a:extLst>
                  <a:ext uri="{FF2B5EF4-FFF2-40B4-BE49-F238E27FC236}">
                    <a16:creationId xmlns:a16="http://schemas.microsoft.com/office/drawing/2014/main" id="{52033891-5F58-4E90-AFDA-A6662A59D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1876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9" name="Oval 2211">
                <a:extLst>
                  <a:ext uri="{FF2B5EF4-FFF2-40B4-BE49-F238E27FC236}">
                    <a16:creationId xmlns:a16="http://schemas.microsoft.com/office/drawing/2014/main" id="{33427630-8232-4913-A879-86E4EDA2E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871"/>
                <a:ext cx="68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0" name="Freeform 2212">
                <a:extLst>
                  <a:ext uri="{FF2B5EF4-FFF2-40B4-BE49-F238E27FC236}">
                    <a16:creationId xmlns:a16="http://schemas.microsoft.com/office/drawing/2014/main" id="{9443B108-F738-40A3-9A87-E19E2A77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879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6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1" name="Freeform 2213">
                <a:extLst>
                  <a:ext uri="{FF2B5EF4-FFF2-40B4-BE49-F238E27FC236}">
                    <a16:creationId xmlns:a16="http://schemas.microsoft.com/office/drawing/2014/main" id="{5DBD87AA-FC05-4F3B-B24F-BB92A154B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895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88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2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2" name="Oval 2214">
                <a:extLst>
                  <a:ext uri="{FF2B5EF4-FFF2-40B4-BE49-F238E27FC236}">
                    <a16:creationId xmlns:a16="http://schemas.microsoft.com/office/drawing/2014/main" id="{8AF4EB29-9D33-4193-A507-85AC8917D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189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3" name="Oval 2215">
                <a:extLst>
                  <a:ext uri="{FF2B5EF4-FFF2-40B4-BE49-F238E27FC236}">
                    <a16:creationId xmlns:a16="http://schemas.microsoft.com/office/drawing/2014/main" id="{16C88210-35CF-4199-BA0B-F2BD412B2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18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4" name="Oval 2216">
                <a:extLst>
                  <a:ext uri="{FF2B5EF4-FFF2-40B4-BE49-F238E27FC236}">
                    <a16:creationId xmlns:a16="http://schemas.microsoft.com/office/drawing/2014/main" id="{C919D0C7-4ECB-48AF-9D08-CCCEC513C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871"/>
                <a:ext cx="68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5" name="Oval 2217">
                <a:extLst>
                  <a:ext uri="{FF2B5EF4-FFF2-40B4-BE49-F238E27FC236}">
                    <a16:creationId xmlns:a16="http://schemas.microsoft.com/office/drawing/2014/main" id="{4FAD62A7-31CE-4A72-AB21-A804A67D8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82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6" name="Freeform 2218">
                <a:extLst>
                  <a:ext uri="{FF2B5EF4-FFF2-40B4-BE49-F238E27FC236}">
                    <a16:creationId xmlns:a16="http://schemas.microsoft.com/office/drawing/2014/main" id="{05EA4A91-D431-4151-8282-CE85CDC59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836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7" name="Freeform 2219">
                <a:extLst>
                  <a:ext uri="{FF2B5EF4-FFF2-40B4-BE49-F238E27FC236}">
                    <a16:creationId xmlns:a16="http://schemas.microsoft.com/office/drawing/2014/main" id="{27CC4FD6-0C87-41C2-B2D9-C41D3F235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849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8" name="Oval 2220">
                <a:extLst>
                  <a:ext uri="{FF2B5EF4-FFF2-40B4-BE49-F238E27FC236}">
                    <a16:creationId xmlns:a16="http://schemas.microsoft.com/office/drawing/2014/main" id="{2D662555-60FD-4745-B9CB-9CDF3095B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4" y="184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9" name="Oval 2221">
                <a:extLst>
                  <a:ext uri="{FF2B5EF4-FFF2-40B4-BE49-F238E27FC236}">
                    <a16:creationId xmlns:a16="http://schemas.microsoft.com/office/drawing/2014/main" id="{6A870F50-BDA0-40C0-85D9-42CF02520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8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0" name="Oval 2222">
                <a:extLst>
                  <a:ext uri="{FF2B5EF4-FFF2-40B4-BE49-F238E27FC236}">
                    <a16:creationId xmlns:a16="http://schemas.microsoft.com/office/drawing/2014/main" id="{663E1720-0765-4759-91FA-46486D82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82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1" name="Oval 2223">
                <a:extLst>
                  <a:ext uri="{FF2B5EF4-FFF2-40B4-BE49-F238E27FC236}">
                    <a16:creationId xmlns:a16="http://schemas.microsoft.com/office/drawing/2014/main" id="{78C810EE-1008-4C9F-A701-52BBB842A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1743"/>
                <a:ext cx="68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2" name="Freeform 2224">
                <a:extLst>
                  <a:ext uri="{FF2B5EF4-FFF2-40B4-BE49-F238E27FC236}">
                    <a16:creationId xmlns:a16="http://schemas.microsoft.com/office/drawing/2014/main" id="{F02C35B9-4057-431A-AA6E-D0F6DF772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51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3" name="Freeform 2225">
                <a:extLst>
                  <a:ext uri="{FF2B5EF4-FFF2-40B4-BE49-F238E27FC236}">
                    <a16:creationId xmlns:a16="http://schemas.microsoft.com/office/drawing/2014/main" id="{B203C90B-0E89-4ED7-B8F8-32B808848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767"/>
                <a:ext cx="28" cy="42"/>
              </a:xfrm>
              <a:custGeom>
                <a:avLst/>
                <a:gdLst>
                  <a:gd name="T0" fmla="*/ 150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9" y="2"/>
                      <a:pt x="10" y="2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4" name="Oval 2226">
                <a:extLst>
                  <a:ext uri="{FF2B5EF4-FFF2-40B4-BE49-F238E27FC236}">
                    <a16:creationId xmlns:a16="http://schemas.microsoft.com/office/drawing/2014/main" id="{35304005-6CC4-4CFF-939D-F392E8831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17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5" name="Oval 2227">
                <a:extLst>
                  <a:ext uri="{FF2B5EF4-FFF2-40B4-BE49-F238E27FC236}">
                    <a16:creationId xmlns:a16="http://schemas.microsoft.com/office/drawing/2014/main" id="{DEC57ED9-F7B8-40D0-85DF-FCDCEDEBC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176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6" name="Oval 2228">
                <a:extLst>
                  <a:ext uri="{FF2B5EF4-FFF2-40B4-BE49-F238E27FC236}">
                    <a16:creationId xmlns:a16="http://schemas.microsoft.com/office/drawing/2014/main" id="{E396C9FB-F3E1-4177-8563-F12717B1B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1743"/>
                <a:ext cx="68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7" name="Oval 2229">
                <a:extLst>
                  <a:ext uri="{FF2B5EF4-FFF2-40B4-BE49-F238E27FC236}">
                    <a16:creationId xmlns:a16="http://schemas.microsoft.com/office/drawing/2014/main" id="{43945AC1-738B-417C-BB72-2C7D7DC7B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1815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8" name="Freeform 2230">
                <a:extLst>
                  <a:ext uri="{FF2B5EF4-FFF2-40B4-BE49-F238E27FC236}">
                    <a16:creationId xmlns:a16="http://schemas.microsoft.com/office/drawing/2014/main" id="{E70046F4-AA14-4F79-A834-8980BE04D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823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08 w 18"/>
                  <a:gd name="T3" fmla="*/ 34 h 20"/>
                  <a:gd name="T4" fmla="*/ 283 w 18"/>
                  <a:gd name="T5" fmla="*/ 56 h 20"/>
                  <a:gd name="T6" fmla="*/ 158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9" name="Freeform 2231">
                <a:extLst>
                  <a:ext uri="{FF2B5EF4-FFF2-40B4-BE49-F238E27FC236}">
                    <a16:creationId xmlns:a16="http://schemas.microsoft.com/office/drawing/2014/main" id="{EFC5DC97-89B4-4B26-8D19-A458EF227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839"/>
                <a:ext cx="28" cy="42"/>
              </a:xfrm>
              <a:custGeom>
                <a:avLst/>
                <a:gdLst>
                  <a:gd name="T0" fmla="*/ 150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0" name="Oval 2232">
                <a:extLst>
                  <a:ext uri="{FF2B5EF4-FFF2-40B4-BE49-F238E27FC236}">
                    <a16:creationId xmlns:a16="http://schemas.microsoft.com/office/drawing/2014/main" id="{E07AF759-57C9-4BB4-8112-1D2298F6C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836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51" name="Oval 2233">
                <a:extLst>
                  <a:ext uri="{FF2B5EF4-FFF2-40B4-BE49-F238E27FC236}">
                    <a16:creationId xmlns:a16="http://schemas.microsoft.com/office/drawing/2014/main" id="{4F5C4C4B-C383-4D01-9C20-2B2EA9B27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1833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52" name="Oval 2234">
                <a:extLst>
                  <a:ext uri="{FF2B5EF4-FFF2-40B4-BE49-F238E27FC236}">
                    <a16:creationId xmlns:a16="http://schemas.microsoft.com/office/drawing/2014/main" id="{6FC11D2C-B4BF-4D65-9C6E-D4E2E0BF8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1815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53" name="Oval 2235">
                <a:extLst>
                  <a:ext uri="{FF2B5EF4-FFF2-40B4-BE49-F238E27FC236}">
                    <a16:creationId xmlns:a16="http://schemas.microsoft.com/office/drawing/2014/main" id="{01C49FA1-A62B-4BFE-8F09-F38459D34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1863"/>
                <a:ext cx="70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54" name="Freeform 2236">
                <a:extLst>
                  <a:ext uri="{FF2B5EF4-FFF2-40B4-BE49-F238E27FC236}">
                    <a16:creationId xmlns:a16="http://schemas.microsoft.com/office/drawing/2014/main" id="{7F50824A-7636-4EE0-A393-378365BC1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871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5" name="Freeform 2237">
                <a:extLst>
                  <a:ext uri="{FF2B5EF4-FFF2-40B4-BE49-F238E27FC236}">
                    <a16:creationId xmlns:a16="http://schemas.microsoft.com/office/drawing/2014/main" id="{1F343504-1DFF-4A53-9135-19C4C0A7A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887"/>
                <a:ext cx="28" cy="42"/>
              </a:xfrm>
              <a:custGeom>
                <a:avLst/>
                <a:gdLst>
                  <a:gd name="T0" fmla="*/ 150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2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6" name="Oval 2238">
                <a:extLst>
                  <a:ext uri="{FF2B5EF4-FFF2-40B4-BE49-F238E27FC236}">
                    <a16:creationId xmlns:a16="http://schemas.microsoft.com/office/drawing/2014/main" id="{BB3C7364-9CEB-46A1-A307-8A655F6E7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188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57" name="Oval 2239">
                <a:extLst>
                  <a:ext uri="{FF2B5EF4-FFF2-40B4-BE49-F238E27FC236}">
                    <a16:creationId xmlns:a16="http://schemas.microsoft.com/office/drawing/2014/main" id="{0465D054-1ADD-4ED0-8848-898DCF4DA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1881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58" name="Oval 2240">
                <a:extLst>
                  <a:ext uri="{FF2B5EF4-FFF2-40B4-BE49-F238E27FC236}">
                    <a16:creationId xmlns:a16="http://schemas.microsoft.com/office/drawing/2014/main" id="{6A41A834-DE0C-4B10-9595-71FD6A46A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1863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59" name="Oval 2241">
                <a:extLst>
                  <a:ext uri="{FF2B5EF4-FFF2-40B4-BE49-F238E27FC236}">
                    <a16:creationId xmlns:a16="http://schemas.microsoft.com/office/drawing/2014/main" id="{7EEB3897-5D43-4533-96D3-EFBB8B167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193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0" name="Freeform 2242">
                <a:extLst>
                  <a:ext uri="{FF2B5EF4-FFF2-40B4-BE49-F238E27FC236}">
                    <a16:creationId xmlns:a16="http://schemas.microsoft.com/office/drawing/2014/main" id="{7DB298F9-BB03-4DD2-8503-77D28B71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945"/>
                <a:ext cx="45" cy="54"/>
              </a:xfrm>
              <a:custGeom>
                <a:avLst/>
                <a:gdLst>
                  <a:gd name="T0" fmla="*/ 50 w 18"/>
                  <a:gd name="T1" fmla="*/ 232 h 20"/>
                  <a:gd name="T2" fmla="*/ 220 w 18"/>
                  <a:gd name="T3" fmla="*/ 38 h 20"/>
                  <a:gd name="T4" fmla="*/ 283 w 18"/>
                  <a:gd name="T5" fmla="*/ 38 h 20"/>
                  <a:gd name="T6" fmla="*/ 175 w 18"/>
                  <a:gd name="T7" fmla="*/ 0 h 20"/>
                  <a:gd name="T8" fmla="*/ 0 w 18"/>
                  <a:gd name="T9" fmla="*/ 197 h 20"/>
                  <a:gd name="T10" fmla="*/ 113 w 18"/>
                  <a:gd name="T11" fmla="*/ 394 h 20"/>
                  <a:gd name="T12" fmla="*/ 50 w 18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1" name="Freeform 2243">
                <a:extLst>
                  <a:ext uri="{FF2B5EF4-FFF2-40B4-BE49-F238E27FC236}">
                    <a16:creationId xmlns:a16="http://schemas.microsoft.com/office/drawing/2014/main" id="{A82234BA-25DD-4424-96A8-F0CD9605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95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294 h 17"/>
                  <a:gd name="T4" fmla="*/ 20 w 12"/>
                  <a:gd name="T5" fmla="*/ 315 h 17"/>
                  <a:gd name="T6" fmla="*/ 188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6" y="17"/>
                      <a:pt x="11" y="13"/>
                      <a:pt x="12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2" name="Oval 2244">
                <a:extLst>
                  <a:ext uri="{FF2B5EF4-FFF2-40B4-BE49-F238E27FC236}">
                    <a16:creationId xmlns:a16="http://schemas.microsoft.com/office/drawing/2014/main" id="{51A05B6B-06A1-4F61-88B3-A3F86E1FF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195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3" name="Oval 2245">
                <a:extLst>
                  <a:ext uri="{FF2B5EF4-FFF2-40B4-BE49-F238E27FC236}">
                    <a16:creationId xmlns:a16="http://schemas.microsoft.com/office/drawing/2014/main" id="{1799FC1B-5008-45E0-80BC-8EC5B1CC4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9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4" name="Oval 2246">
                <a:extLst>
                  <a:ext uri="{FF2B5EF4-FFF2-40B4-BE49-F238E27FC236}">
                    <a16:creationId xmlns:a16="http://schemas.microsoft.com/office/drawing/2014/main" id="{81B5E426-2AFA-4460-A521-55CFAE18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193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5" name="Oval 2247">
                <a:extLst>
                  <a:ext uri="{FF2B5EF4-FFF2-40B4-BE49-F238E27FC236}">
                    <a16:creationId xmlns:a16="http://schemas.microsoft.com/office/drawing/2014/main" id="{21CF039C-6FC5-4719-A1E5-277649031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1844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6" name="Freeform 2248">
                <a:extLst>
                  <a:ext uri="{FF2B5EF4-FFF2-40B4-BE49-F238E27FC236}">
                    <a16:creationId xmlns:a16="http://schemas.microsoft.com/office/drawing/2014/main" id="{5944E667-A9AB-4943-B13D-35D56AD6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852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7" name="Freeform 2249">
                <a:extLst>
                  <a:ext uri="{FF2B5EF4-FFF2-40B4-BE49-F238E27FC236}">
                    <a16:creationId xmlns:a16="http://schemas.microsoft.com/office/drawing/2014/main" id="{12935F7B-E108-41F2-845B-AD772511E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865"/>
                <a:ext cx="30" cy="46"/>
              </a:xfrm>
              <a:custGeom>
                <a:avLst/>
                <a:gdLst>
                  <a:gd name="T0" fmla="*/ 158 w 12"/>
                  <a:gd name="T1" fmla="*/ 116 h 17"/>
                  <a:gd name="T2" fmla="*/ 20 w 12"/>
                  <a:gd name="T3" fmla="*/ 336 h 17"/>
                  <a:gd name="T4" fmla="*/ 20 w 12"/>
                  <a:gd name="T5" fmla="*/ 336 h 17"/>
                  <a:gd name="T6" fmla="*/ 175 w 12"/>
                  <a:gd name="T7" fmla="*/ 162 h 17"/>
                  <a:gd name="T8" fmla="*/ 158 w 12"/>
                  <a:gd name="T9" fmla="*/ 0 h 17"/>
                  <a:gd name="T10" fmla="*/ 158 w 12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1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8" name="Oval 2250">
                <a:extLst>
                  <a:ext uri="{FF2B5EF4-FFF2-40B4-BE49-F238E27FC236}">
                    <a16:creationId xmlns:a16="http://schemas.microsoft.com/office/drawing/2014/main" id="{A66A40D2-A4E6-412B-8CA4-62C53AA58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86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9" name="Oval 2251">
                <a:extLst>
                  <a:ext uri="{FF2B5EF4-FFF2-40B4-BE49-F238E27FC236}">
                    <a16:creationId xmlns:a16="http://schemas.microsoft.com/office/drawing/2014/main" id="{F0CC8E06-C345-427E-9973-66DC3DF80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863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70" name="Oval 2252">
                <a:extLst>
                  <a:ext uri="{FF2B5EF4-FFF2-40B4-BE49-F238E27FC236}">
                    <a16:creationId xmlns:a16="http://schemas.microsoft.com/office/drawing/2014/main" id="{36CF35B8-862F-45DE-A2FB-41DFCF94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1844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71" name="Oval 2253">
                <a:extLst>
                  <a:ext uri="{FF2B5EF4-FFF2-40B4-BE49-F238E27FC236}">
                    <a16:creationId xmlns:a16="http://schemas.microsoft.com/office/drawing/2014/main" id="{065EDB2C-8E60-435E-8E24-131B66ED5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905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72" name="Freeform 2254">
                <a:extLst>
                  <a:ext uri="{FF2B5EF4-FFF2-40B4-BE49-F238E27FC236}">
                    <a16:creationId xmlns:a16="http://schemas.microsoft.com/office/drawing/2014/main" id="{FA2F839F-B11E-4043-ACDB-50F73DE69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913"/>
                <a:ext cx="45" cy="54"/>
              </a:xfrm>
              <a:custGeom>
                <a:avLst/>
                <a:gdLst>
                  <a:gd name="T0" fmla="*/ 63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63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3" name="Freeform 2255">
                <a:extLst>
                  <a:ext uri="{FF2B5EF4-FFF2-40B4-BE49-F238E27FC236}">
                    <a16:creationId xmlns:a16="http://schemas.microsoft.com/office/drawing/2014/main" id="{8772991A-2451-4E4B-9A35-3B4AB0227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927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88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6" y="17"/>
                      <a:pt x="11" y="13"/>
                      <a:pt x="12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4" name="Oval 2256">
                <a:extLst>
                  <a:ext uri="{FF2B5EF4-FFF2-40B4-BE49-F238E27FC236}">
                    <a16:creationId xmlns:a16="http://schemas.microsoft.com/office/drawing/2014/main" id="{B0AE6B11-2AA3-442C-8006-F8DD2EB09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1" y="192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75" name="Oval 2257">
                <a:extLst>
                  <a:ext uri="{FF2B5EF4-FFF2-40B4-BE49-F238E27FC236}">
                    <a16:creationId xmlns:a16="http://schemas.microsoft.com/office/drawing/2014/main" id="{C72E5603-1501-4C5A-BF90-F25713688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92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76" name="Oval 2258">
                <a:extLst>
                  <a:ext uri="{FF2B5EF4-FFF2-40B4-BE49-F238E27FC236}">
                    <a16:creationId xmlns:a16="http://schemas.microsoft.com/office/drawing/2014/main" id="{3B5A0352-050A-4A41-9B41-9E961EB87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90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77" name="Oval 2259">
                <a:extLst>
                  <a:ext uri="{FF2B5EF4-FFF2-40B4-BE49-F238E27FC236}">
                    <a16:creationId xmlns:a16="http://schemas.microsoft.com/office/drawing/2014/main" id="{757927CE-573A-42A1-951C-7CBF5E46F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1977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78" name="Freeform 2260">
                <a:extLst>
                  <a:ext uri="{FF2B5EF4-FFF2-40B4-BE49-F238E27FC236}">
                    <a16:creationId xmlns:a16="http://schemas.microsoft.com/office/drawing/2014/main" id="{77361F50-4191-4924-B571-C1BF2B515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985"/>
                <a:ext cx="42" cy="54"/>
              </a:xfrm>
              <a:custGeom>
                <a:avLst/>
                <a:gdLst>
                  <a:gd name="T0" fmla="*/ 42 w 17"/>
                  <a:gd name="T1" fmla="*/ 232 h 20"/>
                  <a:gd name="T2" fmla="*/ 195 w 17"/>
                  <a:gd name="T3" fmla="*/ 38 h 20"/>
                  <a:gd name="T4" fmla="*/ 257 w 17"/>
                  <a:gd name="T5" fmla="*/ 38 h 20"/>
                  <a:gd name="T6" fmla="*/ 153 w 17"/>
                  <a:gd name="T7" fmla="*/ 0 h 20"/>
                  <a:gd name="T8" fmla="*/ 0 w 17"/>
                  <a:gd name="T9" fmla="*/ 197 h 20"/>
                  <a:gd name="T10" fmla="*/ 91 w 17"/>
                  <a:gd name="T11" fmla="*/ 394 h 20"/>
                  <a:gd name="T12" fmla="*/ 42 w 17"/>
                  <a:gd name="T13" fmla="*/ 23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9" name="Freeform 2261">
                <a:extLst>
                  <a:ext uri="{FF2B5EF4-FFF2-40B4-BE49-F238E27FC236}">
                    <a16:creationId xmlns:a16="http://schemas.microsoft.com/office/drawing/2014/main" id="{28E601F1-3E02-4CA4-B7D5-1DB9E61A3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999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0" name="Oval 2262">
                <a:extLst>
                  <a:ext uri="{FF2B5EF4-FFF2-40B4-BE49-F238E27FC236}">
                    <a16:creationId xmlns:a16="http://schemas.microsoft.com/office/drawing/2014/main" id="{185F2C59-A24F-470C-A9C0-51B533233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199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1" name="Oval 2263">
                <a:extLst>
                  <a:ext uri="{FF2B5EF4-FFF2-40B4-BE49-F238E27FC236}">
                    <a16:creationId xmlns:a16="http://schemas.microsoft.com/office/drawing/2014/main" id="{F9603B84-B5B8-4100-8C38-C7988377E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19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2" name="Oval 2264">
                <a:extLst>
                  <a:ext uri="{FF2B5EF4-FFF2-40B4-BE49-F238E27FC236}">
                    <a16:creationId xmlns:a16="http://schemas.microsoft.com/office/drawing/2014/main" id="{66230C8E-692C-4AB4-A382-5AA0655D5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1977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3" name="Oval 2265">
                <a:extLst>
                  <a:ext uri="{FF2B5EF4-FFF2-40B4-BE49-F238E27FC236}">
                    <a16:creationId xmlns:a16="http://schemas.microsoft.com/office/drawing/2014/main" id="{55074F8A-4D26-4114-8B6C-31AD3B0CA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1977"/>
                <a:ext cx="67" cy="72"/>
              </a:xfrm>
              <a:prstGeom prst="ellipse">
                <a:avLst/>
              </a:pr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4" name="Freeform 2266">
                <a:extLst>
                  <a:ext uri="{FF2B5EF4-FFF2-40B4-BE49-F238E27FC236}">
                    <a16:creationId xmlns:a16="http://schemas.microsoft.com/office/drawing/2014/main" id="{A0F4FE0A-03D8-4A88-B578-9CA793120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999"/>
                <a:ext cx="30" cy="42"/>
              </a:xfrm>
              <a:custGeom>
                <a:avLst/>
                <a:gdLst>
                  <a:gd name="T0" fmla="*/ 158 w 12"/>
                  <a:gd name="T1" fmla="*/ 110 h 16"/>
                  <a:gd name="T2" fmla="*/ 20 w 12"/>
                  <a:gd name="T3" fmla="*/ 289 h 16"/>
                  <a:gd name="T4" fmla="*/ 20 w 12"/>
                  <a:gd name="T5" fmla="*/ 289 h 16"/>
                  <a:gd name="T6" fmla="*/ 175 w 12"/>
                  <a:gd name="T7" fmla="*/ 123 h 16"/>
                  <a:gd name="T8" fmla="*/ 158 w 12"/>
                  <a:gd name="T9" fmla="*/ 0 h 16"/>
                  <a:gd name="T10" fmla="*/ 158 w 12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1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5" name="Oval 2267">
                <a:extLst>
                  <a:ext uri="{FF2B5EF4-FFF2-40B4-BE49-F238E27FC236}">
                    <a16:creationId xmlns:a16="http://schemas.microsoft.com/office/drawing/2014/main" id="{106BC52E-F63E-4940-9B0B-55FB93A58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1999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6" name="Oval 2268">
                <a:extLst>
                  <a:ext uri="{FF2B5EF4-FFF2-40B4-BE49-F238E27FC236}">
                    <a16:creationId xmlns:a16="http://schemas.microsoft.com/office/drawing/2014/main" id="{46148281-230F-4C30-AB61-C02B9DD8B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199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7" name="Oval 2269">
                <a:extLst>
                  <a:ext uri="{FF2B5EF4-FFF2-40B4-BE49-F238E27FC236}">
                    <a16:creationId xmlns:a16="http://schemas.microsoft.com/office/drawing/2014/main" id="{A553FD70-65DF-42E3-822C-73DF03FEA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197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8" name="Oval 2270">
                <a:extLst>
                  <a:ext uri="{FF2B5EF4-FFF2-40B4-BE49-F238E27FC236}">
                    <a16:creationId xmlns:a16="http://schemas.microsoft.com/office/drawing/2014/main" id="{9397D17F-7828-4797-ABA2-5D2E8670D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905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9" name="Freeform 2271">
                <a:extLst>
                  <a:ext uri="{FF2B5EF4-FFF2-40B4-BE49-F238E27FC236}">
                    <a16:creationId xmlns:a16="http://schemas.microsoft.com/office/drawing/2014/main" id="{3D7EEEC3-0197-4324-B9AC-986FD6359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913"/>
                <a:ext cx="45" cy="54"/>
              </a:xfrm>
              <a:custGeom>
                <a:avLst/>
                <a:gdLst>
                  <a:gd name="T0" fmla="*/ 63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63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4" y="13"/>
                    </a:moveTo>
                    <a:cubicBezTo>
                      <a:pt x="4" y="7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9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0" name="Freeform 2272">
                <a:extLst>
                  <a:ext uri="{FF2B5EF4-FFF2-40B4-BE49-F238E27FC236}">
                    <a16:creationId xmlns:a16="http://schemas.microsoft.com/office/drawing/2014/main" id="{7E36AEE6-A857-4A71-9FA6-48F15D60E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929"/>
                <a:ext cx="30" cy="43"/>
              </a:xfrm>
              <a:custGeom>
                <a:avLst/>
                <a:gdLst>
                  <a:gd name="T0" fmla="*/ 158 w 12"/>
                  <a:gd name="T1" fmla="*/ 94 h 16"/>
                  <a:gd name="T2" fmla="*/ 20 w 12"/>
                  <a:gd name="T3" fmla="*/ 312 h 16"/>
                  <a:gd name="T4" fmla="*/ 20 w 12"/>
                  <a:gd name="T5" fmla="*/ 312 h 16"/>
                  <a:gd name="T6" fmla="*/ 188 w 12"/>
                  <a:gd name="T7" fmla="*/ 137 h 16"/>
                  <a:gd name="T8" fmla="*/ 158 w 12"/>
                  <a:gd name="T9" fmla="*/ 0 h 16"/>
                  <a:gd name="T10" fmla="*/ 158 w 12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5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6" y="16"/>
                      <a:pt x="11" y="12"/>
                      <a:pt x="12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1"/>
                      <a:pt x="10" y="2"/>
                      <a:pt x="10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1" name="Oval 2273">
                <a:extLst>
                  <a:ext uri="{FF2B5EF4-FFF2-40B4-BE49-F238E27FC236}">
                    <a16:creationId xmlns:a16="http://schemas.microsoft.com/office/drawing/2014/main" id="{4025553B-EA2F-43D5-89D3-83027FCD8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192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2" name="Oval 2274">
                <a:extLst>
                  <a:ext uri="{FF2B5EF4-FFF2-40B4-BE49-F238E27FC236}">
                    <a16:creationId xmlns:a16="http://schemas.microsoft.com/office/drawing/2014/main" id="{BBC2D745-7228-4B66-BE3E-575A20FFA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19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3" name="Oval 2275">
                <a:extLst>
                  <a:ext uri="{FF2B5EF4-FFF2-40B4-BE49-F238E27FC236}">
                    <a16:creationId xmlns:a16="http://schemas.microsoft.com/office/drawing/2014/main" id="{B54CC8E8-13CF-4E0C-82F4-E89F31273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1905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4" name="Oval 2276">
                <a:extLst>
                  <a:ext uri="{FF2B5EF4-FFF2-40B4-BE49-F238E27FC236}">
                    <a16:creationId xmlns:a16="http://schemas.microsoft.com/office/drawing/2014/main" id="{3D006B4E-EBD1-440D-B073-8C5D65A04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1996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5" name="Freeform 2277">
                <a:extLst>
                  <a:ext uri="{FF2B5EF4-FFF2-40B4-BE49-F238E27FC236}">
                    <a16:creationId xmlns:a16="http://schemas.microsoft.com/office/drawing/2014/main" id="{8D4DBAA1-AFDB-4CB5-BE82-83A7EB9BC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004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56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6" name="Freeform 2278">
                <a:extLst>
                  <a:ext uri="{FF2B5EF4-FFF2-40B4-BE49-F238E27FC236}">
                    <a16:creationId xmlns:a16="http://schemas.microsoft.com/office/drawing/2014/main" id="{7A5A1B20-A574-46D5-8E60-0967A7D1D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017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14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7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7" name="Oval 2279">
                <a:extLst>
                  <a:ext uri="{FF2B5EF4-FFF2-40B4-BE49-F238E27FC236}">
                    <a16:creationId xmlns:a16="http://schemas.microsoft.com/office/drawing/2014/main" id="{9F5558B4-0C17-4C8A-AAE1-498C0E753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201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8" name="Oval 2280">
                <a:extLst>
                  <a:ext uri="{FF2B5EF4-FFF2-40B4-BE49-F238E27FC236}">
                    <a16:creationId xmlns:a16="http://schemas.microsoft.com/office/drawing/2014/main" id="{6F1A6D25-3FF0-4AB4-8C22-7D7DA04A2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2015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9" name="Oval 2281">
                <a:extLst>
                  <a:ext uri="{FF2B5EF4-FFF2-40B4-BE49-F238E27FC236}">
                    <a16:creationId xmlns:a16="http://schemas.microsoft.com/office/drawing/2014/main" id="{2CC52DFB-A56A-40A5-B909-72160FD21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1996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0" name="Oval 2282">
                <a:extLst>
                  <a:ext uri="{FF2B5EF4-FFF2-40B4-BE49-F238E27FC236}">
                    <a16:creationId xmlns:a16="http://schemas.microsoft.com/office/drawing/2014/main" id="{265F37AC-1674-4D77-BEAB-6BCC9953B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2036"/>
                <a:ext cx="70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1" name="Freeform 2283">
                <a:extLst>
                  <a:ext uri="{FF2B5EF4-FFF2-40B4-BE49-F238E27FC236}">
                    <a16:creationId xmlns:a16="http://schemas.microsoft.com/office/drawing/2014/main" id="{F6E0538F-63CF-479F-91EC-69576DC0D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44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2" name="Freeform 2284">
                <a:extLst>
                  <a:ext uri="{FF2B5EF4-FFF2-40B4-BE49-F238E27FC236}">
                    <a16:creationId xmlns:a16="http://schemas.microsoft.com/office/drawing/2014/main" id="{59681F86-9D54-4916-8ED9-F31F7F337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060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2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3" name="Oval 2285">
                <a:extLst>
                  <a:ext uri="{FF2B5EF4-FFF2-40B4-BE49-F238E27FC236}">
                    <a16:creationId xmlns:a16="http://schemas.microsoft.com/office/drawing/2014/main" id="{C3CC9DE4-B5AB-4503-8F27-023316510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057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4" name="Oval 2286">
                <a:extLst>
                  <a:ext uri="{FF2B5EF4-FFF2-40B4-BE49-F238E27FC236}">
                    <a16:creationId xmlns:a16="http://schemas.microsoft.com/office/drawing/2014/main" id="{4772159D-7EB2-4014-B863-5C6E873A6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6" y="2055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5" name="Oval 2287">
                <a:extLst>
                  <a:ext uri="{FF2B5EF4-FFF2-40B4-BE49-F238E27FC236}">
                    <a16:creationId xmlns:a16="http://schemas.microsoft.com/office/drawing/2014/main" id="{E24395E7-621A-4E30-B6DB-9FA0E9CBC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2036"/>
                <a:ext cx="70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6" name="Oval 2288">
                <a:extLst>
                  <a:ext uri="{FF2B5EF4-FFF2-40B4-BE49-F238E27FC236}">
                    <a16:creationId xmlns:a16="http://schemas.microsoft.com/office/drawing/2014/main" id="{F1E7C814-1A6C-4E49-9E66-A25C62208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2036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7" name="Freeform 2289">
                <a:extLst>
                  <a:ext uri="{FF2B5EF4-FFF2-40B4-BE49-F238E27FC236}">
                    <a16:creationId xmlns:a16="http://schemas.microsoft.com/office/drawing/2014/main" id="{65CC5E04-593F-4A24-A865-1EA2E73ED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44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8" name="Freeform 2290">
                <a:extLst>
                  <a:ext uri="{FF2B5EF4-FFF2-40B4-BE49-F238E27FC236}">
                    <a16:creationId xmlns:a16="http://schemas.microsoft.com/office/drawing/2014/main" id="{311C75AF-39DD-4079-A733-8C9BB055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057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9" name="Oval 2291">
                <a:extLst>
                  <a:ext uri="{FF2B5EF4-FFF2-40B4-BE49-F238E27FC236}">
                    <a16:creationId xmlns:a16="http://schemas.microsoft.com/office/drawing/2014/main" id="{7F2E6E3B-7F18-43B8-AF34-B106F1D84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0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0" name="Oval 2292">
                <a:extLst>
                  <a:ext uri="{FF2B5EF4-FFF2-40B4-BE49-F238E27FC236}">
                    <a16:creationId xmlns:a16="http://schemas.microsoft.com/office/drawing/2014/main" id="{4D334789-9152-4303-BA1B-425131686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05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1" name="Oval 2293">
                <a:extLst>
                  <a:ext uri="{FF2B5EF4-FFF2-40B4-BE49-F238E27FC236}">
                    <a16:creationId xmlns:a16="http://schemas.microsoft.com/office/drawing/2014/main" id="{C0324F99-E8B2-4732-B669-A45357ADD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2036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2" name="Oval 2294">
                <a:extLst>
                  <a:ext uri="{FF2B5EF4-FFF2-40B4-BE49-F238E27FC236}">
                    <a16:creationId xmlns:a16="http://schemas.microsoft.com/office/drawing/2014/main" id="{BAC3E80F-5494-47F0-8A2F-AF9DD1482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943"/>
                <a:ext cx="70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3" name="Freeform 2295">
                <a:extLst>
                  <a:ext uri="{FF2B5EF4-FFF2-40B4-BE49-F238E27FC236}">
                    <a16:creationId xmlns:a16="http://schemas.microsoft.com/office/drawing/2014/main" id="{1959D00A-D15B-4846-B0ED-2D25AA4D5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951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4" name="Freeform 2296">
                <a:extLst>
                  <a:ext uri="{FF2B5EF4-FFF2-40B4-BE49-F238E27FC236}">
                    <a16:creationId xmlns:a16="http://schemas.microsoft.com/office/drawing/2014/main" id="{AD7ACA38-B845-4F25-B84C-5129A080D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67"/>
                <a:ext cx="28" cy="42"/>
              </a:xfrm>
              <a:custGeom>
                <a:avLst/>
                <a:gdLst>
                  <a:gd name="T0" fmla="*/ 150 w 11"/>
                  <a:gd name="T1" fmla="*/ 110 h 16"/>
                  <a:gd name="T2" fmla="*/ 0 w 11"/>
                  <a:gd name="T3" fmla="*/ 289 h 16"/>
                  <a:gd name="T4" fmla="*/ 2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5" name="Oval 2297">
                <a:extLst>
                  <a:ext uri="{FF2B5EF4-FFF2-40B4-BE49-F238E27FC236}">
                    <a16:creationId xmlns:a16="http://schemas.microsoft.com/office/drawing/2014/main" id="{25B6446E-1E10-4023-8B84-60B3CDE30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19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6" name="Oval 2298">
                <a:extLst>
                  <a:ext uri="{FF2B5EF4-FFF2-40B4-BE49-F238E27FC236}">
                    <a16:creationId xmlns:a16="http://schemas.microsoft.com/office/drawing/2014/main" id="{B70D172D-C444-4370-9BA2-3D9BD27E2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961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7" name="Oval 2299">
                <a:extLst>
                  <a:ext uri="{FF2B5EF4-FFF2-40B4-BE49-F238E27FC236}">
                    <a16:creationId xmlns:a16="http://schemas.microsoft.com/office/drawing/2014/main" id="{064AC371-EC30-4DBF-B79F-8AFDA8FB3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943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8" name="Oval 2300">
                <a:extLst>
                  <a:ext uri="{FF2B5EF4-FFF2-40B4-BE49-F238E27FC236}">
                    <a16:creationId xmlns:a16="http://schemas.microsoft.com/office/drawing/2014/main" id="{0E64A209-803F-4888-894B-C067B0804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1953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9" name="Freeform 2301">
                <a:extLst>
                  <a:ext uri="{FF2B5EF4-FFF2-40B4-BE49-F238E27FC236}">
                    <a16:creationId xmlns:a16="http://schemas.microsoft.com/office/drawing/2014/main" id="{44B76511-ABF4-4D05-B185-2548391AC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961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5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0" name="Freeform 2302">
                <a:extLst>
                  <a:ext uri="{FF2B5EF4-FFF2-40B4-BE49-F238E27FC236}">
                    <a16:creationId xmlns:a16="http://schemas.microsoft.com/office/drawing/2014/main" id="{1670E0A3-C598-466E-BD28-AE78A4B69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977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2"/>
                      <a:pt x="11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10" y="2"/>
                      <a:pt x="10" y="2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1" name="Oval 2303">
                <a:extLst>
                  <a:ext uri="{FF2B5EF4-FFF2-40B4-BE49-F238E27FC236}">
                    <a16:creationId xmlns:a16="http://schemas.microsoft.com/office/drawing/2014/main" id="{F60FBCAA-3033-4156-B903-0E699CB1C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19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2" name="Oval 2304">
                <a:extLst>
                  <a:ext uri="{FF2B5EF4-FFF2-40B4-BE49-F238E27FC236}">
                    <a16:creationId xmlns:a16="http://schemas.microsoft.com/office/drawing/2014/main" id="{8F562B90-A854-4F0A-A0EB-9C5C9D28C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9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3" name="Oval 2305">
                <a:extLst>
                  <a:ext uri="{FF2B5EF4-FFF2-40B4-BE49-F238E27FC236}">
                    <a16:creationId xmlns:a16="http://schemas.microsoft.com/office/drawing/2014/main" id="{038559AE-1A9C-425E-B7B5-4CEC8D333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1953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4" name="Oval 2306">
                <a:extLst>
                  <a:ext uri="{FF2B5EF4-FFF2-40B4-BE49-F238E27FC236}">
                    <a16:creationId xmlns:a16="http://schemas.microsoft.com/office/drawing/2014/main" id="{A25770F6-77D7-4422-B001-D92EB2E02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2028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5" name="Freeform 2307">
                <a:extLst>
                  <a:ext uri="{FF2B5EF4-FFF2-40B4-BE49-F238E27FC236}">
                    <a16:creationId xmlns:a16="http://schemas.microsoft.com/office/drawing/2014/main" id="{A0B0DBE0-0EF0-4099-8D43-4F27C0962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036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6" name="Freeform 2308">
                <a:extLst>
                  <a:ext uri="{FF2B5EF4-FFF2-40B4-BE49-F238E27FC236}">
                    <a16:creationId xmlns:a16="http://schemas.microsoft.com/office/drawing/2014/main" id="{FFA793C6-5967-4AF5-9B1F-E532D9ED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049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14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7" name="Oval 2309">
                <a:extLst>
                  <a:ext uri="{FF2B5EF4-FFF2-40B4-BE49-F238E27FC236}">
                    <a16:creationId xmlns:a16="http://schemas.microsoft.com/office/drawing/2014/main" id="{D00A12D5-5B58-44AB-9F9F-8A6A4411E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04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8" name="Oval 2310">
                <a:extLst>
                  <a:ext uri="{FF2B5EF4-FFF2-40B4-BE49-F238E27FC236}">
                    <a16:creationId xmlns:a16="http://schemas.microsoft.com/office/drawing/2014/main" id="{2E6C981C-2BA3-49A0-AFAB-53A29A669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0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9" name="Oval 2311">
                <a:extLst>
                  <a:ext uri="{FF2B5EF4-FFF2-40B4-BE49-F238E27FC236}">
                    <a16:creationId xmlns:a16="http://schemas.microsoft.com/office/drawing/2014/main" id="{8D585D42-C9D4-4029-9333-D8D448D7D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202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0" name="Oval 2312">
                <a:extLst>
                  <a:ext uri="{FF2B5EF4-FFF2-40B4-BE49-F238E27FC236}">
                    <a16:creationId xmlns:a16="http://schemas.microsoft.com/office/drawing/2014/main" id="{8F5E0B00-A596-404B-AE2D-518B482D1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996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1" name="Freeform 2313">
                <a:extLst>
                  <a:ext uri="{FF2B5EF4-FFF2-40B4-BE49-F238E27FC236}">
                    <a16:creationId xmlns:a16="http://schemas.microsoft.com/office/drawing/2014/main" id="{A17DE4A8-78D3-4038-BA5E-46E8FD016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004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08 w 18"/>
                  <a:gd name="T3" fmla="*/ 34 h 20"/>
                  <a:gd name="T4" fmla="*/ 283 w 18"/>
                  <a:gd name="T5" fmla="*/ 56 h 20"/>
                  <a:gd name="T6" fmla="*/ 158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2" name="Freeform 2314">
                <a:extLst>
                  <a:ext uri="{FF2B5EF4-FFF2-40B4-BE49-F238E27FC236}">
                    <a16:creationId xmlns:a16="http://schemas.microsoft.com/office/drawing/2014/main" id="{C84CA6A9-DD95-49B5-9767-88EF3970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017"/>
                <a:ext cx="27" cy="46"/>
              </a:xfrm>
              <a:custGeom>
                <a:avLst/>
                <a:gdLst>
                  <a:gd name="T0" fmla="*/ 133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62 w 11"/>
                  <a:gd name="T7" fmla="*/ 162 h 17"/>
                  <a:gd name="T8" fmla="*/ 133 w 11"/>
                  <a:gd name="T9" fmla="*/ 0 h 17"/>
                  <a:gd name="T10" fmla="*/ 133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3" name="Oval 2315">
                <a:extLst>
                  <a:ext uri="{FF2B5EF4-FFF2-40B4-BE49-F238E27FC236}">
                    <a16:creationId xmlns:a16="http://schemas.microsoft.com/office/drawing/2014/main" id="{CCB22293-047E-40C2-9793-3C3996BC3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01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4" name="Oval 2316">
                <a:extLst>
                  <a:ext uri="{FF2B5EF4-FFF2-40B4-BE49-F238E27FC236}">
                    <a16:creationId xmlns:a16="http://schemas.microsoft.com/office/drawing/2014/main" id="{55E63C0F-A9CC-46DE-BBBD-E79C1B5A5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2015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5" name="Oval 2317">
                <a:extLst>
                  <a:ext uri="{FF2B5EF4-FFF2-40B4-BE49-F238E27FC236}">
                    <a16:creationId xmlns:a16="http://schemas.microsoft.com/office/drawing/2014/main" id="{BDBF264F-405E-4A04-97DE-31767708B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996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6" name="Oval 2318">
                <a:extLst>
                  <a:ext uri="{FF2B5EF4-FFF2-40B4-BE49-F238E27FC236}">
                    <a16:creationId xmlns:a16="http://schemas.microsoft.com/office/drawing/2014/main" id="{A0999D76-E92B-40FA-95C5-8C22EA385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2068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7" name="Freeform 2319">
                <a:extLst>
                  <a:ext uri="{FF2B5EF4-FFF2-40B4-BE49-F238E27FC236}">
                    <a16:creationId xmlns:a16="http://schemas.microsoft.com/office/drawing/2014/main" id="{64269E7E-227B-4E16-ACCA-68B353959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073"/>
                <a:ext cx="42" cy="56"/>
              </a:xfrm>
              <a:custGeom>
                <a:avLst/>
                <a:gdLst>
                  <a:gd name="T0" fmla="*/ 42 w 17"/>
                  <a:gd name="T1" fmla="*/ 248 h 21"/>
                  <a:gd name="T2" fmla="*/ 195 w 17"/>
                  <a:gd name="T3" fmla="*/ 35 h 21"/>
                  <a:gd name="T4" fmla="*/ 257 w 17"/>
                  <a:gd name="T5" fmla="*/ 56 h 21"/>
                  <a:gd name="T6" fmla="*/ 153 w 17"/>
                  <a:gd name="T7" fmla="*/ 0 h 21"/>
                  <a:gd name="T8" fmla="*/ 0 w 17"/>
                  <a:gd name="T9" fmla="*/ 205 h 21"/>
                  <a:gd name="T10" fmla="*/ 91 w 17"/>
                  <a:gd name="T11" fmla="*/ 397 h 21"/>
                  <a:gd name="T12" fmla="*/ 42 w 17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3"/>
                      <a:pt x="17" y="3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8" name="Freeform 2320">
                <a:extLst>
                  <a:ext uri="{FF2B5EF4-FFF2-40B4-BE49-F238E27FC236}">
                    <a16:creationId xmlns:a16="http://schemas.microsoft.com/office/drawing/2014/main" id="{5B0A2D3D-549B-4EDD-827A-F8B5DCC16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089"/>
                <a:ext cx="28" cy="43"/>
              </a:xfrm>
              <a:custGeom>
                <a:avLst/>
                <a:gdLst>
                  <a:gd name="T0" fmla="*/ 150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9" name="Oval 2321">
                <a:extLst>
                  <a:ext uri="{FF2B5EF4-FFF2-40B4-BE49-F238E27FC236}">
                    <a16:creationId xmlns:a16="http://schemas.microsoft.com/office/drawing/2014/main" id="{351F07DC-493A-4100-AD51-B070C0109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089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0" name="Oval 2322">
                <a:extLst>
                  <a:ext uri="{FF2B5EF4-FFF2-40B4-BE49-F238E27FC236}">
                    <a16:creationId xmlns:a16="http://schemas.microsoft.com/office/drawing/2014/main" id="{FF3A1981-BEBF-4215-9BA1-F7C003314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08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1" name="Oval 2323">
                <a:extLst>
                  <a:ext uri="{FF2B5EF4-FFF2-40B4-BE49-F238E27FC236}">
                    <a16:creationId xmlns:a16="http://schemas.microsoft.com/office/drawing/2014/main" id="{226B4054-D1AA-4BAF-B8F9-25C28EC18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2068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2" name="Oval 2324">
                <a:extLst>
                  <a:ext uri="{FF2B5EF4-FFF2-40B4-BE49-F238E27FC236}">
                    <a16:creationId xmlns:a16="http://schemas.microsoft.com/office/drawing/2014/main" id="{26F30179-BDEA-47DE-B39D-F1FDC7C8C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1" y="1996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3" name="Freeform 2325">
                <a:extLst>
                  <a:ext uri="{FF2B5EF4-FFF2-40B4-BE49-F238E27FC236}">
                    <a16:creationId xmlns:a16="http://schemas.microsoft.com/office/drawing/2014/main" id="{620A4943-00EF-4CDF-BC9A-B5765931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004"/>
                <a:ext cx="45" cy="53"/>
              </a:xfrm>
              <a:custGeom>
                <a:avLst/>
                <a:gdLst>
                  <a:gd name="T0" fmla="*/ 50 w 18"/>
                  <a:gd name="T1" fmla="*/ 239 h 20"/>
                  <a:gd name="T2" fmla="*/ 208 w 18"/>
                  <a:gd name="T3" fmla="*/ 34 h 20"/>
                  <a:gd name="T4" fmla="*/ 283 w 18"/>
                  <a:gd name="T5" fmla="*/ 56 h 20"/>
                  <a:gd name="T6" fmla="*/ 158 w 18"/>
                  <a:gd name="T7" fmla="*/ 0 h 20"/>
                  <a:gd name="T8" fmla="*/ 0 w 18"/>
                  <a:gd name="T9" fmla="*/ 204 h 20"/>
                  <a:gd name="T10" fmla="*/ 95 w 18"/>
                  <a:gd name="T11" fmla="*/ 371 h 20"/>
                  <a:gd name="T12" fmla="*/ 50 w 18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4" name="Freeform 2326">
                <a:extLst>
                  <a:ext uri="{FF2B5EF4-FFF2-40B4-BE49-F238E27FC236}">
                    <a16:creationId xmlns:a16="http://schemas.microsoft.com/office/drawing/2014/main" id="{A969A128-05FD-4442-B44F-ED5F1BED0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2020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10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5" name="Oval 2327">
                <a:extLst>
                  <a:ext uri="{FF2B5EF4-FFF2-40B4-BE49-F238E27FC236}">
                    <a16:creationId xmlns:a16="http://schemas.microsoft.com/office/drawing/2014/main" id="{99BBC0B4-0D7D-41E3-AC88-41E1AFBA9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01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6" name="Oval 2328">
                <a:extLst>
                  <a:ext uri="{FF2B5EF4-FFF2-40B4-BE49-F238E27FC236}">
                    <a16:creationId xmlns:a16="http://schemas.microsoft.com/office/drawing/2014/main" id="{B74E0CD6-5260-4AB9-ABC6-E0CB8EC7D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2015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7" name="Oval 2329">
                <a:extLst>
                  <a:ext uri="{FF2B5EF4-FFF2-40B4-BE49-F238E27FC236}">
                    <a16:creationId xmlns:a16="http://schemas.microsoft.com/office/drawing/2014/main" id="{A609EA38-B13F-424F-A62C-1CB6C09B7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1" y="1996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8" name="Oval 2330">
                <a:extLst>
                  <a:ext uri="{FF2B5EF4-FFF2-40B4-BE49-F238E27FC236}">
                    <a16:creationId xmlns:a16="http://schemas.microsoft.com/office/drawing/2014/main" id="{3922720C-BEA2-4CE9-A5BF-9A017CA80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1940"/>
                <a:ext cx="68" cy="75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9" name="Freeform 2331">
                <a:extLst>
                  <a:ext uri="{FF2B5EF4-FFF2-40B4-BE49-F238E27FC236}">
                    <a16:creationId xmlns:a16="http://schemas.microsoft.com/office/drawing/2014/main" id="{425DEAAC-8ADB-4251-85A7-37DA02AFB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948"/>
                <a:ext cx="42" cy="53"/>
              </a:xfrm>
              <a:custGeom>
                <a:avLst/>
                <a:gdLst>
                  <a:gd name="T0" fmla="*/ 42 w 17"/>
                  <a:gd name="T1" fmla="*/ 239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204 h 20"/>
                  <a:gd name="T10" fmla="*/ 91 w 17"/>
                  <a:gd name="T11" fmla="*/ 371 h 20"/>
                  <a:gd name="T12" fmla="*/ 42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0" name="Freeform 2332">
                <a:extLst>
                  <a:ext uri="{FF2B5EF4-FFF2-40B4-BE49-F238E27FC236}">
                    <a16:creationId xmlns:a16="http://schemas.microsoft.com/office/drawing/2014/main" id="{ABADDF52-31D6-44A0-A037-915FE5A6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964"/>
                <a:ext cx="28" cy="43"/>
              </a:xfrm>
              <a:custGeom>
                <a:avLst/>
                <a:gdLst>
                  <a:gd name="T0" fmla="*/ 150 w 11"/>
                  <a:gd name="T1" fmla="*/ 94 h 16"/>
                  <a:gd name="T2" fmla="*/ 0 w 11"/>
                  <a:gd name="T3" fmla="*/ 312 h 16"/>
                  <a:gd name="T4" fmla="*/ 0 w 11"/>
                  <a:gd name="T5" fmla="*/ 312 h 16"/>
                  <a:gd name="T6" fmla="*/ 181 w 11"/>
                  <a:gd name="T7" fmla="*/ 137 h 16"/>
                  <a:gd name="T8" fmla="*/ 150 w 11"/>
                  <a:gd name="T9" fmla="*/ 0 h 16"/>
                  <a:gd name="T10" fmla="*/ 150 w 11"/>
                  <a:gd name="T11" fmla="*/ 9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1" name="Oval 2333">
                <a:extLst>
                  <a:ext uri="{FF2B5EF4-FFF2-40B4-BE49-F238E27FC236}">
                    <a16:creationId xmlns:a16="http://schemas.microsoft.com/office/drawing/2014/main" id="{2A6DB4E2-66F6-49EB-944E-9128DCE7F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196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2" name="Oval 2334">
                <a:extLst>
                  <a:ext uri="{FF2B5EF4-FFF2-40B4-BE49-F238E27FC236}">
                    <a16:creationId xmlns:a16="http://schemas.microsoft.com/office/drawing/2014/main" id="{A227D4A5-6B36-4228-ABB5-B4C9D8E09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4" y="195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3" name="Oval 2335">
                <a:extLst>
                  <a:ext uri="{FF2B5EF4-FFF2-40B4-BE49-F238E27FC236}">
                    <a16:creationId xmlns:a16="http://schemas.microsoft.com/office/drawing/2014/main" id="{E244DB47-5E6E-4314-A036-6DE2963A2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1940"/>
                <a:ext cx="68" cy="7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4" name="Oval 2336">
                <a:extLst>
                  <a:ext uri="{FF2B5EF4-FFF2-40B4-BE49-F238E27FC236}">
                    <a16:creationId xmlns:a16="http://schemas.microsoft.com/office/drawing/2014/main" id="{60BC2E5B-6DF4-4334-A3C5-79723B82D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2071"/>
                <a:ext cx="70" cy="74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5" name="Freeform 2337">
                <a:extLst>
                  <a:ext uri="{FF2B5EF4-FFF2-40B4-BE49-F238E27FC236}">
                    <a16:creationId xmlns:a16="http://schemas.microsoft.com/office/drawing/2014/main" id="{FF4C424A-84F3-45BC-903E-7AC109272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079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6" name="Freeform 2338">
                <a:extLst>
                  <a:ext uri="{FF2B5EF4-FFF2-40B4-BE49-F238E27FC236}">
                    <a16:creationId xmlns:a16="http://schemas.microsoft.com/office/drawing/2014/main" id="{739C7FDA-0EE4-4D8F-9653-CC3F75678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095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12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7" name="Oval 2339">
                <a:extLst>
                  <a:ext uri="{FF2B5EF4-FFF2-40B4-BE49-F238E27FC236}">
                    <a16:creationId xmlns:a16="http://schemas.microsoft.com/office/drawing/2014/main" id="{F6C21FE8-9AF9-49BD-A5C7-FC81EE1E4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2092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8" name="Oval 2340">
                <a:extLst>
                  <a:ext uri="{FF2B5EF4-FFF2-40B4-BE49-F238E27FC236}">
                    <a16:creationId xmlns:a16="http://schemas.microsoft.com/office/drawing/2014/main" id="{2B2617EC-71C8-4F89-914E-82D3792DF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2089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9" name="Oval 2341">
                <a:extLst>
                  <a:ext uri="{FF2B5EF4-FFF2-40B4-BE49-F238E27FC236}">
                    <a16:creationId xmlns:a16="http://schemas.microsoft.com/office/drawing/2014/main" id="{A6190CF1-BD54-4A13-B369-8126137EC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2071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0" name="Oval 2342">
                <a:extLst>
                  <a:ext uri="{FF2B5EF4-FFF2-40B4-BE49-F238E27FC236}">
                    <a16:creationId xmlns:a16="http://schemas.microsoft.com/office/drawing/2014/main" id="{F1ACC629-FC71-4025-B1D4-E2B9AD5AA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1927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1" name="Freeform 2343">
                <a:extLst>
                  <a:ext uri="{FF2B5EF4-FFF2-40B4-BE49-F238E27FC236}">
                    <a16:creationId xmlns:a16="http://schemas.microsoft.com/office/drawing/2014/main" id="{BBC2BAC1-F2C6-49A1-8ECB-C9D0AB5E7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932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20 w 18"/>
                  <a:gd name="T3" fmla="*/ 35 h 21"/>
                  <a:gd name="T4" fmla="*/ 283 w 18"/>
                  <a:gd name="T5" fmla="*/ 56 h 21"/>
                  <a:gd name="T6" fmla="*/ 175 w 18"/>
                  <a:gd name="T7" fmla="*/ 0 h 21"/>
                  <a:gd name="T8" fmla="*/ 0 w 18"/>
                  <a:gd name="T9" fmla="*/ 205 h 21"/>
                  <a:gd name="T10" fmla="*/ 113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3"/>
                      <a:pt x="18" y="3"/>
                    </a:cubicBezTo>
                    <a:cubicBezTo>
                      <a:pt x="16" y="2"/>
                      <a:pt x="13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2" name="Freeform 2344">
                <a:extLst>
                  <a:ext uri="{FF2B5EF4-FFF2-40B4-BE49-F238E27FC236}">
                    <a16:creationId xmlns:a16="http://schemas.microsoft.com/office/drawing/2014/main" id="{9AE63220-5162-4CA2-AFFE-446AB8950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948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0 w 12"/>
                  <a:gd name="T3" fmla="*/ 312 h 16"/>
                  <a:gd name="T4" fmla="*/ 20 w 12"/>
                  <a:gd name="T5" fmla="*/ 312 h 16"/>
                  <a:gd name="T6" fmla="*/ 175 w 12"/>
                  <a:gd name="T7" fmla="*/ 137 h 16"/>
                  <a:gd name="T8" fmla="*/ 145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0" y="13"/>
                      <a:pt x="11" y="7"/>
                    </a:cubicBezTo>
                    <a:cubicBezTo>
                      <a:pt x="12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3" name="Oval 2345">
                <a:extLst>
                  <a:ext uri="{FF2B5EF4-FFF2-40B4-BE49-F238E27FC236}">
                    <a16:creationId xmlns:a16="http://schemas.microsoft.com/office/drawing/2014/main" id="{C9EAEA43-84A1-45BD-89AB-DA510065F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194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4" name="Oval 2346">
                <a:extLst>
                  <a:ext uri="{FF2B5EF4-FFF2-40B4-BE49-F238E27FC236}">
                    <a16:creationId xmlns:a16="http://schemas.microsoft.com/office/drawing/2014/main" id="{BED7E708-AF4E-49F8-B066-43DAEED76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1943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5" name="Oval 2347">
                <a:extLst>
                  <a:ext uri="{FF2B5EF4-FFF2-40B4-BE49-F238E27FC236}">
                    <a16:creationId xmlns:a16="http://schemas.microsoft.com/office/drawing/2014/main" id="{0CC57237-F97F-45C0-A155-47190D51C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1927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6" name="Oval 2348">
                <a:extLst>
                  <a:ext uri="{FF2B5EF4-FFF2-40B4-BE49-F238E27FC236}">
                    <a16:creationId xmlns:a16="http://schemas.microsoft.com/office/drawing/2014/main" id="{EDB664B1-570C-4492-B78D-11725D145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724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7" name="Freeform 2349">
                <a:extLst>
                  <a:ext uri="{FF2B5EF4-FFF2-40B4-BE49-F238E27FC236}">
                    <a16:creationId xmlns:a16="http://schemas.microsoft.com/office/drawing/2014/main" id="{E5B0FD1B-7B7C-4735-BF36-DD00C6577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732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34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8" name="Freeform 2350">
                <a:extLst>
                  <a:ext uri="{FF2B5EF4-FFF2-40B4-BE49-F238E27FC236}">
                    <a16:creationId xmlns:a16="http://schemas.microsoft.com/office/drawing/2014/main" id="{37CB3F23-2E2D-4777-9715-2FCCF6B9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45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14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9" name="Oval 2351">
                <a:extLst>
                  <a:ext uri="{FF2B5EF4-FFF2-40B4-BE49-F238E27FC236}">
                    <a16:creationId xmlns:a16="http://schemas.microsoft.com/office/drawing/2014/main" id="{4271E0BF-4817-4884-B583-ECC688A7B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74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0" name="Oval 2352">
                <a:extLst>
                  <a:ext uri="{FF2B5EF4-FFF2-40B4-BE49-F238E27FC236}">
                    <a16:creationId xmlns:a16="http://schemas.microsoft.com/office/drawing/2014/main" id="{39EE1700-F825-4D07-A136-EA83D5DD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74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1" name="Oval 2353">
                <a:extLst>
                  <a:ext uri="{FF2B5EF4-FFF2-40B4-BE49-F238E27FC236}">
                    <a16:creationId xmlns:a16="http://schemas.microsoft.com/office/drawing/2014/main" id="{8852F9D1-D450-4DD3-AB30-E8C75D4B9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724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2" name="Oval 2354">
                <a:extLst>
                  <a:ext uri="{FF2B5EF4-FFF2-40B4-BE49-F238E27FC236}">
                    <a16:creationId xmlns:a16="http://schemas.microsoft.com/office/drawing/2014/main" id="{F7BFD747-5116-4993-8F99-EA3AF1848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1708"/>
                <a:ext cx="68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3" name="Freeform 2355">
                <a:extLst>
                  <a:ext uri="{FF2B5EF4-FFF2-40B4-BE49-F238E27FC236}">
                    <a16:creationId xmlns:a16="http://schemas.microsoft.com/office/drawing/2014/main" id="{9F08D82D-B01E-4658-869E-4386F86F2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716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34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4" name="Freeform 2356">
                <a:extLst>
                  <a:ext uri="{FF2B5EF4-FFF2-40B4-BE49-F238E27FC236}">
                    <a16:creationId xmlns:a16="http://schemas.microsoft.com/office/drawing/2014/main" id="{735BFFB1-5234-4D20-9C05-DF50361E2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729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14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0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5" name="Oval 2357">
                <a:extLst>
                  <a:ext uri="{FF2B5EF4-FFF2-40B4-BE49-F238E27FC236}">
                    <a16:creationId xmlns:a16="http://schemas.microsoft.com/office/drawing/2014/main" id="{5A5871C2-B346-460D-8332-5B155B012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7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6" name="Oval 2358">
                <a:extLst>
                  <a:ext uri="{FF2B5EF4-FFF2-40B4-BE49-F238E27FC236}">
                    <a16:creationId xmlns:a16="http://schemas.microsoft.com/office/drawing/2014/main" id="{517F0678-0F64-4E73-8BDE-F8AC2B47A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17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7" name="Oval 2359">
                <a:extLst>
                  <a:ext uri="{FF2B5EF4-FFF2-40B4-BE49-F238E27FC236}">
                    <a16:creationId xmlns:a16="http://schemas.microsoft.com/office/drawing/2014/main" id="{ABE91473-73DA-4405-959F-20636ED25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1708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8" name="Oval 2360">
                <a:extLst>
                  <a:ext uri="{FF2B5EF4-FFF2-40B4-BE49-F238E27FC236}">
                    <a16:creationId xmlns:a16="http://schemas.microsoft.com/office/drawing/2014/main" id="{C28718A7-732C-4CD3-953D-48C07680B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1977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9" name="Freeform 2361">
                <a:extLst>
                  <a:ext uri="{FF2B5EF4-FFF2-40B4-BE49-F238E27FC236}">
                    <a16:creationId xmlns:a16="http://schemas.microsoft.com/office/drawing/2014/main" id="{589AE559-5D4A-45A1-9C3A-102642953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985"/>
                <a:ext cx="45" cy="54"/>
              </a:xfrm>
              <a:custGeom>
                <a:avLst/>
                <a:gdLst>
                  <a:gd name="T0" fmla="*/ 50 w 18"/>
                  <a:gd name="T1" fmla="*/ 257 h 20"/>
                  <a:gd name="T2" fmla="*/ 220 w 18"/>
                  <a:gd name="T3" fmla="*/ 38 h 20"/>
                  <a:gd name="T4" fmla="*/ 283 w 18"/>
                  <a:gd name="T5" fmla="*/ 59 h 20"/>
                  <a:gd name="T6" fmla="*/ 175 w 18"/>
                  <a:gd name="T7" fmla="*/ 0 h 20"/>
                  <a:gd name="T8" fmla="*/ 0 w 18"/>
                  <a:gd name="T9" fmla="*/ 219 h 20"/>
                  <a:gd name="T10" fmla="*/ 113 w 18"/>
                  <a:gd name="T11" fmla="*/ 394 h 20"/>
                  <a:gd name="T12" fmla="*/ 50 w 18"/>
                  <a:gd name="T13" fmla="*/ 25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3"/>
                    </a:moveTo>
                    <a:cubicBezTo>
                      <a:pt x="3" y="7"/>
                      <a:pt x="8" y="2"/>
                      <a:pt x="14" y="2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7" y="20"/>
                    </a:cubicBezTo>
                    <a:cubicBezTo>
                      <a:pt x="5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0" name="Freeform 2362">
                <a:extLst>
                  <a:ext uri="{FF2B5EF4-FFF2-40B4-BE49-F238E27FC236}">
                    <a16:creationId xmlns:a16="http://schemas.microsoft.com/office/drawing/2014/main" id="{153345E3-F491-4E85-AE24-77F185127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999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20 w 12"/>
                  <a:gd name="T3" fmla="*/ 315 h 17"/>
                  <a:gd name="T4" fmla="*/ 20 w 12"/>
                  <a:gd name="T5" fmla="*/ 315 h 17"/>
                  <a:gd name="T6" fmla="*/ 175 w 12"/>
                  <a:gd name="T7" fmla="*/ 148 h 17"/>
                  <a:gd name="T8" fmla="*/ 158 w 12"/>
                  <a:gd name="T9" fmla="*/ 0 h 17"/>
                  <a:gd name="T10" fmla="*/ 158 w 12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9" y="12"/>
                      <a:pt x="6" y="17"/>
                      <a:pt x="1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2" y="5"/>
                      <a:pt x="11" y="3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1" name="Oval 2363">
                <a:extLst>
                  <a:ext uri="{FF2B5EF4-FFF2-40B4-BE49-F238E27FC236}">
                    <a16:creationId xmlns:a16="http://schemas.microsoft.com/office/drawing/2014/main" id="{EBD9452B-CD88-4BF4-A0D0-941EE872C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" y="199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2" name="Oval 2364">
                <a:extLst>
                  <a:ext uri="{FF2B5EF4-FFF2-40B4-BE49-F238E27FC236}">
                    <a16:creationId xmlns:a16="http://schemas.microsoft.com/office/drawing/2014/main" id="{5C7CAEC5-6C8C-4E08-AD86-B5F65BA68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99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3" name="Oval 2365">
                <a:extLst>
                  <a:ext uri="{FF2B5EF4-FFF2-40B4-BE49-F238E27FC236}">
                    <a16:creationId xmlns:a16="http://schemas.microsoft.com/office/drawing/2014/main" id="{09840936-1300-43FB-80D8-731126F4F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1977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4" name="Oval 2366">
                <a:extLst>
                  <a:ext uri="{FF2B5EF4-FFF2-40B4-BE49-F238E27FC236}">
                    <a16:creationId xmlns:a16="http://schemas.microsoft.com/office/drawing/2014/main" id="{31EA8E3D-6C0B-46C9-A6A9-F4CEDC123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2119"/>
                <a:ext cx="70" cy="74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5" name="Freeform 2367">
                <a:extLst>
                  <a:ext uri="{FF2B5EF4-FFF2-40B4-BE49-F238E27FC236}">
                    <a16:creationId xmlns:a16="http://schemas.microsoft.com/office/drawing/2014/main" id="{569AD32A-7063-42EE-90AA-A4BCE17A9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127"/>
                <a:ext cx="45" cy="56"/>
              </a:xfrm>
              <a:custGeom>
                <a:avLst/>
                <a:gdLst>
                  <a:gd name="T0" fmla="*/ 50 w 18"/>
                  <a:gd name="T1" fmla="*/ 248 h 21"/>
                  <a:gd name="T2" fmla="*/ 208 w 18"/>
                  <a:gd name="T3" fmla="*/ 35 h 21"/>
                  <a:gd name="T4" fmla="*/ 283 w 18"/>
                  <a:gd name="T5" fmla="*/ 56 h 21"/>
                  <a:gd name="T6" fmla="*/ 158 w 18"/>
                  <a:gd name="T7" fmla="*/ 0 h 21"/>
                  <a:gd name="T8" fmla="*/ 0 w 18"/>
                  <a:gd name="T9" fmla="*/ 205 h 21"/>
                  <a:gd name="T10" fmla="*/ 95 w 18"/>
                  <a:gd name="T11" fmla="*/ 397 h 21"/>
                  <a:gd name="T12" fmla="*/ 50 w 18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3"/>
                      <a:pt x="18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3" y="19"/>
                      <a:pt x="6" y="21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6" name="Freeform 2368">
                <a:extLst>
                  <a:ext uri="{FF2B5EF4-FFF2-40B4-BE49-F238E27FC236}">
                    <a16:creationId xmlns:a16="http://schemas.microsoft.com/office/drawing/2014/main" id="{36ED8CF4-EC74-436E-9F5C-DCAE3A22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143"/>
                <a:ext cx="27" cy="42"/>
              </a:xfrm>
              <a:custGeom>
                <a:avLst/>
                <a:gdLst>
                  <a:gd name="T0" fmla="*/ 133 w 11"/>
                  <a:gd name="T1" fmla="*/ 110 h 16"/>
                  <a:gd name="T2" fmla="*/ 0 w 11"/>
                  <a:gd name="T3" fmla="*/ 289 h 16"/>
                  <a:gd name="T4" fmla="*/ 0 w 11"/>
                  <a:gd name="T5" fmla="*/ 289 h 16"/>
                  <a:gd name="T6" fmla="*/ 162 w 11"/>
                  <a:gd name="T7" fmla="*/ 123 h 16"/>
                  <a:gd name="T8" fmla="*/ 133 w 11"/>
                  <a:gd name="T9" fmla="*/ 0 h 16"/>
                  <a:gd name="T10" fmla="*/ 133 w 11"/>
                  <a:gd name="T11" fmla="*/ 11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6"/>
                      <a:pt x="10" y="12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7" name="Oval 2369">
                <a:extLst>
                  <a:ext uri="{FF2B5EF4-FFF2-40B4-BE49-F238E27FC236}">
                    <a16:creationId xmlns:a16="http://schemas.microsoft.com/office/drawing/2014/main" id="{35397197-8681-4222-8A87-FB1DDD80E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14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8" name="Oval 2370">
                <a:extLst>
                  <a:ext uri="{FF2B5EF4-FFF2-40B4-BE49-F238E27FC236}">
                    <a16:creationId xmlns:a16="http://schemas.microsoft.com/office/drawing/2014/main" id="{64290B5E-1EEE-4E8C-9592-DE0E3D02B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137"/>
                <a:ext cx="2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9" name="Oval 2371">
                <a:extLst>
                  <a:ext uri="{FF2B5EF4-FFF2-40B4-BE49-F238E27FC236}">
                    <a16:creationId xmlns:a16="http://schemas.microsoft.com/office/drawing/2014/main" id="{142DD01C-C34E-4312-A3F4-C0ABA81B3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2119"/>
                <a:ext cx="70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0" name="Oval 2372">
                <a:extLst>
                  <a:ext uri="{FF2B5EF4-FFF2-40B4-BE49-F238E27FC236}">
                    <a16:creationId xmlns:a16="http://schemas.microsoft.com/office/drawing/2014/main" id="{CBE7684B-978E-467F-B08C-8DDDDA460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2183"/>
                <a:ext cx="70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1" name="Freeform 2373">
                <a:extLst>
                  <a:ext uri="{FF2B5EF4-FFF2-40B4-BE49-F238E27FC236}">
                    <a16:creationId xmlns:a16="http://schemas.microsoft.com/office/drawing/2014/main" id="{88AA89E9-4499-498F-AD4E-7BD8A6199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191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08 w 18"/>
                  <a:gd name="T3" fmla="*/ 34 h 20"/>
                  <a:gd name="T4" fmla="*/ 283 w 18"/>
                  <a:gd name="T5" fmla="*/ 34 h 20"/>
                  <a:gd name="T6" fmla="*/ 158 w 18"/>
                  <a:gd name="T7" fmla="*/ 0 h 20"/>
                  <a:gd name="T8" fmla="*/ 0 w 18"/>
                  <a:gd name="T9" fmla="*/ 191 h 20"/>
                  <a:gd name="T10" fmla="*/ 95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2" name="Freeform 2374">
                <a:extLst>
                  <a:ext uri="{FF2B5EF4-FFF2-40B4-BE49-F238E27FC236}">
                    <a16:creationId xmlns:a16="http://schemas.microsoft.com/office/drawing/2014/main" id="{E6A2BEA0-B5BC-44D9-BF28-417E6A6FF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04"/>
                <a:ext cx="27" cy="45"/>
              </a:xfrm>
              <a:custGeom>
                <a:avLst/>
                <a:gdLst>
                  <a:gd name="T0" fmla="*/ 133 w 11"/>
                  <a:gd name="T1" fmla="*/ 111 h 17"/>
                  <a:gd name="T2" fmla="*/ 0 w 11"/>
                  <a:gd name="T3" fmla="*/ 294 h 17"/>
                  <a:gd name="T4" fmla="*/ 0 w 11"/>
                  <a:gd name="T5" fmla="*/ 315 h 17"/>
                  <a:gd name="T6" fmla="*/ 162 w 11"/>
                  <a:gd name="T7" fmla="*/ 148 h 17"/>
                  <a:gd name="T8" fmla="*/ 133 w 11"/>
                  <a:gd name="T9" fmla="*/ 0 h 17"/>
                  <a:gd name="T10" fmla="*/ 133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9" y="11"/>
                      <a:pt x="5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6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3" name="Oval 2375">
                <a:extLst>
                  <a:ext uri="{FF2B5EF4-FFF2-40B4-BE49-F238E27FC236}">
                    <a16:creationId xmlns:a16="http://schemas.microsoft.com/office/drawing/2014/main" id="{AB6FE719-6EAF-4C63-87CF-3DF658601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2204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4" name="Oval 2376">
                <a:extLst>
                  <a:ext uri="{FF2B5EF4-FFF2-40B4-BE49-F238E27FC236}">
                    <a16:creationId xmlns:a16="http://schemas.microsoft.com/office/drawing/2014/main" id="{B68EBAC4-40F6-40F7-AF58-28080A89F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2199"/>
                <a:ext cx="2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5" name="Oval 2377">
                <a:extLst>
                  <a:ext uri="{FF2B5EF4-FFF2-40B4-BE49-F238E27FC236}">
                    <a16:creationId xmlns:a16="http://schemas.microsoft.com/office/drawing/2014/main" id="{97E85918-CA6A-4796-9719-F265D0A4F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2183"/>
                <a:ext cx="70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6" name="Oval 2378">
                <a:extLst>
                  <a:ext uri="{FF2B5EF4-FFF2-40B4-BE49-F238E27FC236}">
                    <a16:creationId xmlns:a16="http://schemas.microsoft.com/office/drawing/2014/main" id="{78CC37F8-980E-4CF8-8463-AD6963855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1751"/>
                <a:ext cx="67" cy="72"/>
              </a:xfrm>
              <a:prstGeom prst="ellipse">
                <a:avLst/>
              </a:prstGeom>
              <a:solidFill>
                <a:srgbClr val="A8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7" name="Freeform 2379">
                <a:extLst>
                  <a:ext uri="{FF2B5EF4-FFF2-40B4-BE49-F238E27FC236}">
                    <a16:creationId xmlns:a16="http://schemas.microsoft.com/office/drawing/2014/main" id="{44A6368B-D02A-4C37-8A1A-47D8AA80A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759"/>
                <a:ext cx="43" cy="53"/>
              </a:xfrm>
              <a:custGeom>
                <a:avLst/>
                <a:gdLst>
                  <a:gd name="T0" fmla="*/ 51 w 17"/>
                  <a:gd name="T1" fmla="*/ 225 h 20"/>
                  <a:gd name="T2" fmla="*/ 210 w 17"/>
                  <a:gd name="T3" fmla="*/ 34 h 20"/>
                  <a:gd name="T4" fmla="*/ 276 w 17"/>
                  <a:gd name="T5" fmla="*/ 34 h 20"/>
                  <a:gd name="T6" fmla="*/ 159 w 17"/>
                  <a:gd name="T7" fmla="*/ 0 h 20"/>
                  <a:gd name="T8" fmla="*/ 0 w 17"/>
                  <a:gd name="T9" fmla="*/ 191 h 20"/>
                  <a:gd name="T10" fmla="*/ 96 w 17"/>
                  <a:gd name="T11" fmla="*/ 371 h 20"/>
                  <a:gd name="T12" fmla="*/ 51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6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2" y="18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D1D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8" name="Freeform 2380">
                <a:extLst>
                  <a:ext uri="{FF2B5EF4-FFF2-40B4-BE49-F238E27FC236}">
                    <a16:creationId xmlns:a16="http://schemas.microsoft.com/office/drawing/2014/main" id="{03BA441E-2520-491F-ACE4-3949C7FFC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72"/>
                <a:ext cx="27" cy="43"/>
              </a:xfrm>
              <a:custGeom>
                <a:avLst/>
                <a:gdLst>
                  <a:gd name="T0" fmla="*/ 133 w 11"/>
                  <a:gd name="T1" fmla="*/ 116 h 16"/>
                  <a:gd name="T2" fmla="*/ 0 w 11"/>
                  <a:gd name="T3" fmla="*/ 312 h 16"/>
                  <a:gd name="T4" fmla="*/ 0 w 11"/>
                  <a:gd name="T5" fmla="*/ 312 h 16"/>
                  <a:gd name="T6" fmla="*/ 162 w 11"/>
                  <a:gd name="T7" fmla="*/ 137 h 16"/>
                  <a:gd name="T8" fmla="*/ 133 w 11"/>
                  <a:gd name="T9" fmla="*/ 0 h 16"/>
                  <a:gd name="T10" fmla="*/ 133 w 11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6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3"/>
                      <a:pt x="11" y="7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9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9" name="Oval 2381">
                <a:extLst>
                  <a:ext uri="{FF2B5EF4-FFF2-40B4-BE49-F238E27FC236}">
                    <a16:creationId xmlns:a16="http://schemas.microsoft.com/office/drawing/2014/main" id="{E02F2B15-12E3-4ECC-8CCC-642AAEDC1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772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0" name="Oval 2382">
                <a:extLst>
                  <a:ext uri="{FF2B5EF4-FFF2-40B4-BE49-F238E27FC236}">
                    <a16:creationId xmlns:a16="http://schemas.microsoft.com/office/drawing/2014/main" id="{2284AA1C-1BFD-482A-87E5-8AA769031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7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1" name="Oval 2383">
                <a:extLst>
                  <a:ext uri="{FF2B5EF4-FFF2-40B4-BE49-F238E27FC236}">
                    <a16:creationId xmlns:a16="http://schemas.microsoft.com/office/drawing/2014/main" id="{99A90CDD-9AE0-4B40-9E40-AEE056A73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1751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2" name="Freeform 2384">
                <a:extLst>
                  <a:ext uri="{FF2B5EF4-FFF2-40B4-BE49-F238E27FC236}">
                    <a16:creationId xmlns:a16="http://schemas.microsoft.com/office/drawing/2014/main" id="{C6D2ABCC-C906-4C26-AF2D-7DF74EAD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489"/>
                <a:ext cx="1433" cy="1152"/>
              </a:xfrm>
              <a:custGeom>
                <a:avLst/>
                <a:gdLst>
                  <a:gd name="T0" fmla="*/ 345 w 573"/>
                  <a:gd name="T1" fmla="*/ 4096 h 432"/>
                  <a:gd name="T2" fmla="*/ 4817 w 573"/>
                  <a:gd name="T3" fmla="*/ 0 h 432"/>
                  <a:gd name="T4" fmla="*/ 8555 w 573"/>
                  <a:gd name="T5" fmla="*/ 4403 h 432"/>
                  <a:gd name="T6" fmla="*/ 4116 w 573"/>
                  <a:gd name="T7" fmla="*/ 8192 h 432"/>
                  <a:gd name="T8" fmla="*/ 345 w 573"/>
                  <a:gd name="T9" fmla="*/ 4096 h 4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3" h="432">
                    <a:moveTo>
                      <a:pt x="22" y="216"/>
                    </a:moveTo>
                    <a:cubicBezTo>
                      <a:pt x="46" y="88"/>
                      <a:pt x="163" y="0"/>
                      <a:pt x="308" y="0"/>
                    </a:cubicBezTo>
                    <a:cubicBezTo>
                      <a:pt x="454" y="0"/>
                      <a:pt x="573" y="110"/>
                      <a:pt x="547" y="232"/>
                    </a:cubicBezTo>
                    <a:cubicBezTo>
                      <a:pt x="521" y="349"/>
                      <a:pt x="409" y="432"/>
                      <a:pt x="263" y="432"/>
                    </a:cubicBezTo>
                    <a:cubicBezTo>
                      <a:pt x="117" y="432"/>
                      <a:pt x="0" y="333"/>
                      <a:pt x="22" y="2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3" name="Oval 2385">
                <a:extLst>
                  <a:ext uri="{FF2B5EF4-FFF2-40B4-BE49-F238E27FC236}">
                    <a16:creationId xmlns:a16="http://schemas.microsoft.com/office/drawing/2014/main" id="{6F2D882D-09E8-4EE7-93D2-FDE73DA9F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223"/>
                <a:ext cx="68" cy="72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4" name="Freeform 2386">
                <a:extLst>
                  <a:ext uri="{FF2B5EF4-FFF2-40B4-BE49-F238E27FC236}">
                    <a16:creationId xmlns:a16="http://schemas.microsoft.com/office/drawing/2014/main" id="{87B42C08-A624-4BCA-BE8D-2E38FF82D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231"/>
                <a:ext cx="45" cy="53"/>
              </a:xfrm>
              <a:custGeom>
                <a:avLst/>
                <a:gdLst>
                  <a:gd name="T0" fmla="*/ 50 w 18"/>
                  <a:gd name="T1" fmla="*/ 225 h 20"/>
                  <a:gd name="T2" fmla="*/ 220 w 18"/>
                  <a:gd name="T3" fmla="*/ 34 h 20"/>
                  <a:gd name="T4" fmla="*/ 283 w 18"/>
                  <a:gd name="T5" fmla="*/ 34 h 20"/>
                  <a:gd name="T6" fmla="*/ 175 w 18"/>
                  <a:gd name="T7" fmla="*/ 0 h 20"/>
                  <a:gd name="T8" fmla="*/ 0 w 18"/>
                  <a:gd name="T9" fmla="*/ 191 h 20"/>
                  <a:gd name="T10" fmla="*/ 113 w 18"/>
                  <a:gd name="T11" fmla="*/ 371 h 20"/>
                  <a:gd name="T12" fmla="*/ 50 w 18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3" y="6"/>
                      <a:pt x="8" y="2"/>
                      <a:pt x="14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3" y="18"/>
                      <a:pt x="7" y="20"/>
                    </a:cubicBezTo>
                    <a:cubicBezTo>
                      <a:pt x="5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5" name="Freeform 2387">
                <a:extLst>
                  <a:ext uri="{FF2B5EF4-FFF2-40B4-BE49-F238E27FC236}">
                    <a16:creationId xmlns:a16="http://schemas.microsoft.com/office/drawing/2014/main" id="{7A3DF1B8-697B-49CA-8967-69CCFFAF4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244"/>
                <a:ext cx="30" cy="43"/>
              </a:xfrm>
              <a:custGeom>
                <a:avLst/>
                <a:gdLst>
                  <a:gd name="T0" fmla="*/ 158 w 12"/>
                  <a:gd name="T1" fmla="*/ 116 h 16"/>
                  <a:gd name="T2" fmla="*/ 20 w 12"/>
                  <a:gd name="T3" fmla="*/ 312 h 16"/>
                  <a:gd name="T4" fmla="*/ 20 w 12"/>
                  <a:gd name="T5" fmla="*/ 312 h 16"/>
                  <a:gd name="T6" fmla="*/ 188 w 12"/>
                  <a:gd name="T7" fmla="*/ 137 h 16"/>
                  <a:gd name="T8" fmla="*/ 158 w 12"/>
                  <a:gd name="T9" fmla="*/ 0 h 16"/>
                  <a:gd name="T10" fmla="*/ 158 w 12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0" y="6"/>
                    </a:moveTo>
                    <a:cubicBezTo>
                      <a:pt x="9" y="11"/>
                      <a:pt x="6" y="16"/>
                      <a:pt x="1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6" y="16"/>
                      <a:pt x="11" y="13"/>
                      <a:pt x="12" y="7"/>
                    </a:cubicBezTo>
                    <a:cubicBezTo>
                      <a:pt x="12" y="5"/>
                      <a:pt x="11" y="2"/>
                      <a:pt x="10" y="0"/>
                    </a:cubicBezTo>
                    <a:cubicBezTo>
                      <a:pt x="10" y="2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6" name="Oval 2388">
                <a:extLst>
                  <a:ext uri="{FF2B5EF4-FFF2-40B4-BE49-F238E27FC236}">
                    <a16:creationId xmlns:a16="http://schemas.microsoft.com/office/drawing/2014/main" id="{DB492135-D8CE-4A30-B4F0-9E47E9931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2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7" name="Oval 2389">
                <a:extLst>
                  <a:ext uri="{FF2B5EF4-FFF2-40B4-BE49-F238E27FC236}">
                    <a16:creationId xmlns:a16="http://schemas.microsoft.com/office/drawing/2014/main" id="{411A531C-E05B-4CE8-ACAC-9D1EE55C3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4" y="22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8" name="Oval 2390">
                <a:extLst>
                  <a:ext uri="{FF2B5EF4-FFF2-40B4-BE49-F238E27FC236}">
                    <a16:creationId xmlns:a16="http://schemas.microsoft.com/office/drawing/2014/main" id="{DA6FA7C0-4B91-4A3C-8D8A-7FE27C76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22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9" name="Oval 2391">
                <a:extLst>
                  <a:ext uri="{FF2B5EF4-FFF2-40B4-BE49-F238E27FC236}">
                    <a16:creationId xmlns:a16="http://schemas.microsoft.com/office/drawing/2014/main" id="{EB4B88FC-6E06-447B-B0AD-27B395C95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1959"/>
                <a:ext cx="68" cy="74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0" name="Freeform 2392">
                <a:extLst>
                  <a:ext uri="{FF2B5EF4-FFF2-40B4-BE49-F238E27FC236}">
                    <a16:creationId xmlns:a16="http://schemas.microsoft.com/office/drawing/2014/main" id="{1DFA83F7-BC68-4A7C-A6EC-2F69BC1E2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967"/>
                <a:ext cx="42" cy="53"/>
              </a:xfrm>
              <a:custGeom>
                <a:avLst/>
                <a:gdLst>
                  <a:gd name="T0" fmla="*/ 42 w 17"/>
                  <a:gd name="T1" fmla="*/ 239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204 h 20"/>
                  <a:gd name="T10" fmla="*/ 91 w 17"/>
                  <a:gd name="T11" fmla="*/ 371 h 20"/>
                  <a:gd name="T12" fmla="*/ 42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7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9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1" name="Freeform 2393">
                <a:extLst>
                  <a:ext uri="{FF2B5EF4-FFF2-40B4-BE49-F238E27FC236}">
                    <a16:creationId xmlns:a16="http://schemas.microsoft.com/office/drawing/2014/main" id="{CC800F98-F735-4843-B407-B482F7659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983"/>
                <a:ext cx="28" cy="42"/>
              </a:xfrm>
              <a:custGeom>
                <a:avLst/>
                <a:gdLst>
                  <a:gd name="T0" fmla="*/ 150 w 11"/>
                  <a:gd name="T1" fmla="*/ 89 h 16"/>
                  <a:gd name="T2" fmla="*/ 0 w 11"/>
                  <a:gd name="T3" fmla="*/ 289 h 16"/>
                  <a:gd name="T4" fmla="*/ 0 w 11"/>
                  <a:gd name="T5" fmla="*/ 289 h 16"/>
                  <a:gd name="T6" fmla="*/ 181 w 11"/>
                  <a:gd name="T7" fmla="*/ 123 h 16"/>
                  <a:gd name="T8" fmla="*/ 150 w 11"/>
                  <a:gd name="T9" fmla="*/ 0 h 16"/>
                  <a:gd name="T10" fmla="*/ 150 w 11"/>
                  <a:gd name="T11" fmla="*/ 8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9" y="5"/>
                    </a:moveTo>
                    <a:cubicBezTo>
                      <a:pt x="8" y="11"/>
                      <a:pt x="5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6"/>
                      <a:pt x="10" y="12"/>
                      <a:pt x="11" y="7"/>
                    </a:cubicBezTo>
                    <a:cubicBezTo>
                      <a:pt x="11" y="4"/>
                      <a:pt x="11" y="2"/>
                      <a:pt x="9" y="0"/>
                    </a:cubicBezTo>
                    <a:cubicBezTo>
                      <a:pt x="9" y="1"/>
                      <a:pt x="10" y="2"/>
                      <a:pt x="9" y="5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2" name="Oval 2394">
                <a:extLst>
                  <a:ext uri="{FF2B5EF4-FFF2-40B4-BE49-F238E27FC236}">
                    <a16:creationId xmlns:a16="http://schemas.microsoft.com/office/drawing/2014/main" id="{BCFF499E-D7B1-496A-B3C6-B02F29EBD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19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3" name="Oval 2395">
                <a:extLst>
                  <a:ext uri="{FF2B5EF4-FFF2-40B4-BE49-F238E27FC236}">
                    <a16:creationId xmlns:a16="http://schemas.microsoft.com/office/drawing/2014/main" id="{F1580761-7C05-4C9D-B6F2-562F6DF08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19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4" name="Oval 2396">
                <a:extLst>
                  <a:ext uri="{FF2B5EF4-FFF2-40B4-BE49-F238E27FC236}">
                    <a16:creationId xmlns:a16="http://schemas.microsoft.com/office/drawing/2014/main" id="{A7C515BB-12E1-44FC-A4A9-B2A6C6766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1959"/>
                <a:ext cx="68" cy="7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5" name="Oval 2397">
                <a:extLst>
                  <a:ext uri="{FF2B5EF4-FFF2-40B4-BE49-F238E27FC236}">
                    <a16:creationId xmlns:a16="http://schemas.microsoft.com/office/drawing/2014/main" id="{14C7F949-89BF-4572-A2CB-55C66307B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2015"/>
                <a:ext cx="68" cy="72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6" name="Freeform 2398">
                <a:extLst>
                  <a:ext uri="{FF2B5EF4-FFF2-40B4-BE49-F238E27FC236}">
                    <a16:creationId xmlns:a16="http://schemas.microsoft.com/office/drawing/2014/main" id="{F36FDC18-5499-42F1-984B-452FA5320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023"/>
                <a:ext cx="42" cy="53"/>
              </a:xfrm>
              <a:custGeom>
                <a:avLst/>
                <a:gdLst>
                  <a:gd name="T0" fmla="*/ 42 w 17"/>
                  <a:gd name="T1" fmla="*/ 225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191 h 20"/>
                  <a:gd name="T10" fmla="*/ 91 w 17"/>
                  <a:gd name="T11" fmla="*/ 371 h 20"/>
                  <a:gd name="T12" fmla="*/ 42 w 17"/>
                  <a:gd name="T13" fmla="*/ 22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2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5"/>
                      <a:pt x="3" y="12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7" name="Freeform 2399">
                <a:extLst>
                  <a:ext uri="{FF2B5EF4-FFF2-40B4-BE49-F238E27FC236}">
                    <a16:creationId xmlns:a16="http://schemas.microsoft.com/office/drawing/2014/main" id="{490E357B-535F-4238-9EF3-4DCDE1C17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036"/>
                <a:ext cx="28" cy="45"/>
              </a:xfrm>
              <a:custGeom>
                <a:avLst/>
                <a:gdLst>
                  <a:gd name="T0" fmla="*/ 150 w 11"/>
                  <a:gd name="T1" fmla="*/ 111 h 17"/>
                  <a:gd name="T2" fmla="*/ 0 w 11"/>
                  <a:gd name="T3" fmla="*/ 315 h 17"/>
                  <a:gd name="T4" fmla="*/ 0 w 11"/>
                  <a:gd name="T5" fmla="*/ 315 h 17"/>
                  <a:gd name="T6" fmla="*/ 181 w 11"/>
                  <a:gd name="T7" fmla="*/ 148 h 17"/>
                  <a:gd name="T8" fmla="*/ 150 w 11"/>
                  <a:gd name="T9" fmla="*/ 0 h 17"/>
                  <a:gd name="T10" fmla="*/ 150 w 11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1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2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8" name="Oval 2400">
                <a:extLst>
                  <a:ext uri="{FF2B5EF4-FFF2-40B4-BE49-F238E27FC236}">
                    <a16:creationId xmlns:a16="http://schemas.microsoft.com/office/drawing/2014/main" id="{F0E861F2-8DDE-497E-9F62-6F05920B5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203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9" name="Oval 2401">
                <a:extLst>
                  <a:ext uri="{FF2B5EF4-FFF2-40B4-BE49-F238E27FC236}">
                    <a16:creationId xmlns:a16="http://schemas.microsoft.com/office/drawing/2014/main" id="{A343A950-57E2-4B65-9997-F71AE69F2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203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20" name="Oval 2402">
                <a:extLst>
                  <a:ext uri="{FF2B5EF4-FFF2-40B4-BE49-F238E27FC236}">
                    <a16:creationId xmlns:a16="http://schemas.microsoft.com/office/drawing/2014/main" id="{0D91A4F9-9781-446D-898D-1DB35787A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201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21" name="Oval 2403">
                <a:extLst>
                  <a:ext uri="{FF2B5EF4-FFF2-40B4-BE49-F238E27FC236}">
                    <a16:creationId xmlns:a16="http://schemas.microsoft.com/office/drawing/2014/main" id="{7D407B92-2DDF-416A-98C1-D0BA6FAC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788"/>
                <a:ext cx="68" cy="72"/>
              </a:xfrm>
              <a:prstGeom prst="ellipse">
                <a:avLst/>
              </a:prstGeom>
              <a:solidFill>
                <a:srgbClr val="C2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22" name="Freeform 2404">
                <a:extLst>
                  <a:ext uri="{FF2B5EF4-FFF2-40B4-BE49-F238E27FC236}">
                    <a16:creationId xmlns:a16="http://schemas.microsoft.com/office/drawing/2014/main" id="{47A71067-CE23-4C9D-9CE7-9E89FE94E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96"/>
                <a:ext cx="42" cy="53"/>
              </a:xfrm>
              <a:custGeom>
                <a:avLst/>
                <a:gdLst>
                  <a:gd name="T0" fmla="*/ 42 w 17"/>
                  <a:gd name="T1" fmla="*/ 239 h 20"/>
                  <a:gd name="T2" fmla="*/ 195 w 17"/>
                  <a:gd name="T3" fmla="*/ 34 h 20"/>
                  <a:gd name="T4" fmla="*/ 257 w 17"/>
                  <a:gd name="T5" fmla="*/ 56 h 20"/>
                  <a:gd name="T6" fmla="*/ 153 w 17"/>
                  <a:gd name="T7" fmla="*/ 0 h 20"/>
                  <a:gd name="T8" fmla="*/ 0 w 17"/>
                  <a:gd name="T9" fmla="*/ 204 h 20"/>
                  <a:gd name="T10" fmla="*/ 91 w 17"/>
                  <a:gd name="T11" fmla="*/ 371 h 20"/>
                  <a:gd name="T12" fmla="*/ 42 w 17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13"/>
                    </a:moveTo>
                    <a:cubicBezTo>
                      <a:pt x="3" y="7"/>
                      <a:pt x="8" y="2"/>
                      <a:pt x="13" y="2"/>
                    </a:cubicBezTo>
                    <a:cubicBezTo>
                      <a:pt x="15" y="2"/>
                      <a:pt x="16" y="2"/>
                      <a:pt x="17" y="3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5"/>
                      <a:pt x="2" y="19"/>
                      <a:pt x="6" y="20"/>
                    </a:cubicBezTo>
                    <a:cubicBezTo>
                      <a:pt x="4" y="18"/>
                      <a:pt x="3" y="16"/>
                      <a:pt x="3" y="13"/>
                    </a:cubicBezTo>
                    <a:close/>
                  </a:path>
                </a:pathLst>
              </a:custGeom>
              <a:solidFill>
                <a:srgbClr val="EFF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3" name="Freeform 2405">
                <a:extLst>
                  <a:ext uri="{FF2B5EF4-FFF2-40B4-BE49-F238E27FC236}">
                    <a16:creationId xmlns:a16="http://schemas.microsoft.com/office/drawing/2014/main" id="{38428B5C-A0CF-445E-9DD0-FDDB3D1BF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809"/>
                <a:ext cx="28" cy="46"/>
              </a:xfrm>
              <a:custGeom>
                <a:avLst/>
                <a:gdLst>
                  <a:gd name="T0" fmla="*/ 150 w 11"/>
                  <a:gd name="T1" fmla="*/ 116 h 17"/>
                  <a:gd name="T2" fmla="*/ 0 w 11"/>
                  <a:gd name="T3" fmla="*/ 336 h 17"/>
                  <a:gd name="T4" fmla="*/ 0 w 11"/>
                  <a:gd name="T5" fmla="*/ 336 h 17"/>
                  <a:gd name="T6" fmla="*/ 181 w 11"/>
                  <a:gd name="T7" fmla="*/ 162 h 17"/>
                  <a:gd name="T8" fmla="*/ 150 w 11"/>
                  <a:gd name="T9" fmla="*/ 0 h 17"/>
                  <a:gd name="T10" fmla="*/ 150 w 11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6"/>
                    </a:moveTo>
                    <a:cubicBezTo>
                      <a:pt x="8" y="12"/>
                      <a:pt x="5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10" y="13"/>
                      <a:pt x="11" y="8"/>
                    </a:cubicBezTo>
                    <a:cubicBezTo>
                      <a:pt x="11" y="5"/>
                      <a:pt x="11" y="3"/>
                      <a:pt x="9" y="0"/>
                    </a:cubicBezTo>
                    <a:cubicBezTo>
                      <a:pt x="10" y="2"/>
                      <a:pt x="10" y="3"/>
                      <a:pt x="9" y="6"/>
                    </a:cubicBezTo>
                    <a:close/>
                  </a:path>
                </a:pathLst>
              </a:custGeom>
              <a:solidFill>
                <a:srgbClr val="81A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4" name="Oval 2406">
                <a:extLst>
                  <a:ext uri="{FF2B5EF4-FFF2-40B4-BE49-F238E27FC236}">
                    <a16:creationId xmlns:a16="http://schemas.microsoft.com/office/drawing/2014/main" id="{4E1FF21C-E066-473E-96AB-73B39DDAD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80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7905" name="Oval 2407">
              <a:extLst>
                <a:ext uri="{FF2B5EF4-FFF2-40B4-BE49-F238E27FC236}">
                  <a16:creationId xmlns:a16="http://schemas.microsoft.com/office/drawing/2014/main" id="{CAF59B13-1633-4C3A-9F6B-8563A9EE1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1807"/>
              <a:ext cx="5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06" name="Oval 2408">
              <a:extLst>
                <a:ext uri="{FF2B5EF4-FFF2-40B4-BE49-F238E27FC236}">
                  <a16:creationId xmlns:a16="http://schemas.microsoft.com/office/drawing/2014/main" id="{4C479692-5CFF-4B58-A618-6DD72438A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788"/>
              <a:ext cx="68" cy="7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07" name="Oval 2409">
              <a:extLst>
                <a:ext uri="{FF2B5EF4-FFF2-40B4-BE49-F238E27FC236}">
                  <a16:creationId xmlns:a16="http://schemas.microsoft.com/office/drawing/2014/main" id="{5283AA14-50E7-4E58-B08C-6D94D3509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2449"/>
              <a:ext cx="67" cy="72"/>
            </a:xfrm>
            <a:prstGeom prst="ellipse">
              <a:avLst/>
            </a:prstGeom>
            <a:solidFill>
              <a:srgbClr val="C2D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08" name="Freeform 2410">
              <a:extLst>
                <a:ext uri="{FF2B5EF4-FFF2-40B4-BE49-F238E27FC236}">
                  <a16:creationId xmlns:a16="http://schemas.microsoft.com/office/drawing/2014/main" id="{BA8DC1ED-943D-4ABA-B9ED-61223C5F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457"/>
              <a:ext cx="43" cy="54"/>
            </a:xfrm>
            <a:custGeom>
              <a:avLst/>
              <a:gdLst>
                <a:gd name="T0" fmla="*/ 51 w 17"/>
                <a:gd name="T1" fmla="*/ 232 h 20"/>
                <a:gd name="T2" fmla="*/ 210 w 17"/>
                <a:gd name="T3" fmla="*/ 38 h 20"/>
                <a:gd name="T4" fmla="*/ 276 w 17"/>
                <a:gd name="T5" fmla="*/ 59 h 20"/>
                <a:gd name="T6" fmla="*/ 159 w 17"/>
                <a:gd name="T7" fmla="*/ 0 h 20"/>
                <a:gd name="T8" fmla="*/ 0 w 17"/>
                <a:gd name="T9" fmla="*/ 197 h 20"/>
                <a:gd name="T10" fmla="*/ 96 w 17"/>
                <a:gd name="T11" fmla="*/ 394 h 20"/>
                <a:gd name="T12" fmla="*/ 51 w 17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0">
                  <a:moveTo>
                    <a:pt x="3" y="12"/>
                  </a:moveTo>
                  <a:cubicBezTo>
                    <a:pt x="3" y="7"/>
                    <a:pt x="7" y="2"/>
                    <a:pt x="13" y="2"/>
                  </a:cubicBezTo>
                  <a:cubicBezTo>
                    <a:pt x="15" y="2"/>
                    <a:pt x="16" y="2"/>
                    <a:pt x="17" y="3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2" y="19"/>
                    <a:pt x="6" y="20"/>
                  </a:cubicBezTo>
                  <a:cubicBezTo>
                    <a:pt x="4" y="18"/>
                    <a:pt x="3" y="15"/>
                    <a:pt x="3" y="12"/>
                  </a:cubicBezTo>
                  <a:close/>
                </a:path>
              </a:pathLst>
            </a:custGeom>
            <a:solidFill>
              <a:srgbClr val="EF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9" name="Freeform 2411">
              <a:extLst>
                <a:ext uri="{FF2B5EF4-FFF2-40B4-BE49-F238E27FC236}">
                  <a16:creationId xmlns:a16="http://schemas.microsoft.com/office/drawing/2014/main" id="{AE607748-8F17-4710-A354-0D719949C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471"/>
              <a:ext cx="27" cy="45"/>
            </a:xfrm>
            <a:custGeom>
              <a:avLst/>
              <a:gdLst>
                <a:gd name="T0" fmla="*/ 133 w 11"/>
                <a:gd name="T1" fmla="*/ 111 h 17"/>
                <a:gd name="T2" fmla="*/ 0 w 11"/>
                <a:gd name="T3" fmla="*/ 315 h 17"/>
                <a:gd name="T4" fmla="*/ 0 w 11"/>
                <a:gd name="T5" fmla="*/ 315 h 17"/>
                <a:gd name="T6" fmla="*/ 162 w 11"/>
                <a:gd name="T7" fmla="*/ 148 h 17"/>
                <a:gd name="T8" fmla="*/ 133 w 11"/>
                <a:gd name="T9" fmla="*/ 0 h 17"/>
                <a:gd name="T10" fmla="*/ 133 w 11"/>
                <a:gd name="T11" fmla="*/ 11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7">
                  <a:moveTo>
                    <a:pt x="9" y="6"/>
                  </a:moveTo>
                  <a:cubicBezTo>
                    <a:pt x="8" y="11"/>
                    <a:pt x="5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5" y="17"/>
                    <a:pt x="10" y="13"/>
                    <a:pt x="11" y="8"/>
                  </a:cubicBezTo>
                  <a:cubicBezTo>
                    <a:pt x="11" y="5"/>
                    <a:pt x="10" y="2"/>
                    <a:pt x="9" y="0"/>
                  </a:cubicBezTo>
                  <a:cubicBezTo>
                    <a:pt x="9" y="2"/>
                    <a:pt x="10" y="3"/>
                    <a:pt x="9" y="6"/>
                  </a:cubicBezTo>
                  <a:close/>
                </a:path>
              </a:pathLst>
            </a:custGeom>
            <a:solidFill>
              <a:srgbClr val="81A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0" name="Oval 2412">
              <a:extLst>
                <a:ext uri="{FF2B5EF4-FFF2-40B4-BE49-F238E27FC236}">
                  <a16:creationId xmlns:a16="http://schemas.microsoft.com/office/drawing/2014/main" id="{DB9AF782-DA9F-4BD4-9A12-B557FD9C3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47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11" name="Oval 2413">
              <a:extLst>
                <a:ext uri="{FF2B5EF4-FFF2-40B4-BE49-F238E27FC236}">
                  <a16:creationId xmlns:a16="http://schemas.microsoft.com/office/drawing/2014/main" id="{63AB7E90-CCF4-49B9-99B9-C5B92C437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2468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12" name="Oval 2414">
              <a:extLst>
                <a:ext uri="{FF2B5EF4-FFF2-40B4-BE49-F238E27FC236}">
                  <a16:creationId xmlns:a16="http://schemas.microsoft.com/office/drawing/2014/main" id="{092F9400-6B9E-4AC1-8231-10D8B526C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2449"/>
              <a:ext cx="67" cy="7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13" name="Oval 2415">
              <a:extLst>
                <a:ext uri="{FF2B5EF4-FFF2-40B4-BE49-F238E27FC236}">
                  <a16:creationId xmlns:a16="http://schemas.microsoft.com/office/drawing/2014/main" id="{8A62894D-6C90-4681-9C08-28C52E8BC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524"/>
              <a:ext cx="70" cy="75"/>
            </a:xfrm>
            <a:prstGeom prst="ellipse">
              <a:avLst/>
            </a:prstGeom>
            <a:solidFill>
              <a:srgbClr val="C2D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14" name="Freeform 2416">
              <a:extLst>
                <a:ext uri="{FF2B5EF4-FFF2-40B4-BE49-F238E27FC236}">
                  <a16:creationId xmlns:a16="http://schemas.microsoft.com/office/drawing/2014/main" id="{91E98303-0336-4F51-8889-2B0EB61F8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532"/>
              <a:ext cx="45" cy="56"/>
            </a:xfrm>
            <a:custGeom>
              <a:avLst/>
              <a:gdLst>
                <a:gd name="T0" fmla="*/ 50 w 18"/>
                <a:gd name="T1" fmla="*/ 248 h 21"/>
                <a:gd name="T2" fmla="*/ 220 w 18"/>
                <a:gd name="T3" fmla="*/ 35 h 21"/>
                <a:gd name="T4" fmla="*/ 283 w 18"/>
                <a:gd name="T5" fmla="*/ 56 h 21"/>
                <a:gd name="T6" fmla="*/ 158 w 18"/>
                <a:gd name="T7" fmla="*/ 0 h 21"/>
                <a:gd name="T8" fmla="*/ 0 w 18"/>
                <a:gd name="T9" fmla="*/ 205 h 21"/>
                <a:gd name="T10" fmla="*/ 95 w 18"/>
                <a:gd name="T11" fmla="*/ 397 h 21"/>
                <a:gd name="T12" fmla="*/ 50 w 18"/>
                <a:gd name="T13" fmla="*/ 24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1">
                  <a:moveTo>
                    <a:pt x="3" y="13"/>
                  </a:moveTo>
                  <a:cubicBezTo>
                    <a:pt x="3" y="7"/>
                    <a:pt x="8" y="2"/>
                    <a:pt x="14" y="2"/>
                  </a:cubicBezTo>
                  <a:cubicBezTo>
                    <a:pt x="15" y="2"/>
                    <a:pt x="16" y="3"/>
                    <a:pt x="18" y="3"/>
                  </a:cubicBezTo>
                  <a:cubicBezTo>
                    <a:pt x="16" y="1"/>
                    <a:pt x="13" y="0"/>
                    <a:pt x="10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3" y="19"/>
                    <a:pt x="6" y="21"/>
                  </a:cubicBezTo>
                  <a:cubicBezTo>
                    <a:pt x="4" y="19"/>
                    <a:pt x="3" y="16"/>
                    <a:pt x="3" y="13"/>
                  </a:cubicBezTo>
                  <a:close/>
                </a:path>
              </a:pathLst>
            </a:custGeom>
            <a:solidFill>
              <a:srgbClr val="EF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5" name="Freeform 2417">
              <a:extLst>
                <a:ext uri="{FF2B5EF4-FFF2-40B4-BE49-F238E27FC236}">
                  <a16:creationId xmlns:a16="http://schemas.microsoft.com/office/drawing/2014/main" id="{7045DC77-FACA-40A3-99FB-317BE2948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548"/>
              <a:ext cx="28" cy="43"/>
            </a:xfrm>
            <a:custGeom>
              <a:avLst/>
              <a:gdLst>
                <a:gd name="T0" fmla="*/ 150 w 11"/>
                <a:gd name="T1" fmla="*/ 116 h 16"/>
                <a:gd name="T2" fmla="*/ 0 w 11"/>
                <a:gd name="T3" fmla="*/ 312 h 16"/>
                <a:gd name="T4" fmla="*/ 0 w 11"/>
                <a:gd name="T5" fmla="*/ 312 h 16"/>
                <a:gd name="T6" fmla="*/ 181 w 11"/>
                <a:gd name="T7" fmla="*/ 137 h 16"/>
                <a:gd name="T8" fmla="*/ 150 w 11"/>
                <a:gd name="T9" fmla="*/ 0 h 16"/>
                <a:gd name="T10" fmla="*/ 150 w 11"/>
                <a:gd name="T11" fmla="*/ 1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9" y="6"/>
                  </a:moveTo>
                  <a:cubicBezTo>
                    <a:pt x="9" y="11"/>
                    <a:pt x="5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6" y="16"/>
                    <a:pt x="10" y="12"/>
                    <a:pt x="11" y="7"/>
                  </a:cubicBezTo>
                  <a:cubicBezTo>
                    <a:pt x="11" y="4"/>
                    <a:pt x="11" y="2"/>
                    <a:pt x="9" y="0"/>
                  </a:cubicBezTo>
                  <a:cubicBezTo>
                    <a:pt x="10" y="2"/>
                    <a:pt x="10" y="3"/>
                    <a:pt x="9" y="6"/>
                  </a:cubicBezTo>
                  <a:close/>
                </a:path>
              </a:pathLst>
            </a:custGeom>
            <a:solidFill>
              <a:srgbClr val="81A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6" name="Oval 2418">
              <a:extLst>
                <a:ext uri="{FF2B5EF4-FFF2-40B4-BE49-F238E27FC236}">
                  <a16:creationId xmlns:a16="http://schemas.microsoft.com/office/drawing/2014/main" id="{6FFD334C-0508-4FF8-991C-70901CDF8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9" y="2545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17" name="Oval 2419">
              <a:extLst>
                <a:ext uri="{FF2B5EF4-FFF2-40B4-BE49-F238E27FC236}">
                  <a16:creationId xmlns:a16="http://schemas.microsoft.com/office/drawing/2014/main" id="{D1BA82DE-7FE2-4851-91F3-562B9E5E9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2543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18" name="Oval 2420">
              <a:extLst>
                <a:ext uri="{FF2B5EF4-FFF2-40B4-BE49-F238E27FC236}">
                  <a16:creationId xmlns:a16="http://schemas.microsoft.com/office/drawing/2014/main" id="{11183DBE-2179-4ACC-A906-D7FF03CC3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524"/>
              <a:ext cx="70" cy="75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19" name="Oval 2421">
              <a:extLst>
                <a:ext uri="{FF2B5EF4-FFF2-40B4-BE49-F238E27FC236}">
                  <a16:creationId xmlns:a16="http://schemas.microsoft.com/office/drawing/2014/main" id="{96F53688-B077-4A6A-A0AA-BB556195F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316"/>
              <a:ext cx="68" cy="72"/>
            </a:xfrm>
            <a:prstGeom prst="ellipse">
              <a:avLst/>
            </a:prstGeom>
            <a:solidFill>
              <a:srgbClr val="C2D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20" name="Freeform 2422">
              <a:extLst>
                <a:ext uri="{FF2B5EF4-FFF2-40B4-BE49-F238E27FC236}">
                  <a16:creationId xmlns:a16="http://schemas.microsoft.com/office/drawing/2014/main" id="{744B6686-837D-43EE-AF7A-3E3BCB34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324"/>
              <a:ext cx="45" cy="53"/>
            </a:xfrm>
            <a:custGeom>
              <a:avLst/>
              <a:gdLst>
                <a:gd name="T0" fmla="*/ 50 w 18"/>
                <a:gd name="T1" fmla="*/ 225 h 20"/>
                <a:gd name="T2" fmla="*/ 220 w 18"/>
                <a:gd name="T3" fmla="*/ 34 h 20"/>
                <a:gd name="T4" fmla="*/ 283 w 18"/>
                <a:gd name="T5" fmla="*/ 56 h 20"/>
                <a:gd name="T6" fmla="*/ 175 w 18"/>
                <a:gd name="T7" fmla="*/ 0 h 20"/>
                <a:gd name="T8" fmla="*/ 0 w 18"/>
                <a:gd name="T9" fmla="*/ 191 h 20"/>
                <a:gd name="T10" fmla="*/ 113 w 18"/>
                <a:gd name="T11" fmla="*/ 371 h 20"/>
                <a:gd name="T12" fmla="*/ 50 w 18"/>
                <a:gd name="T13" fmla="*/ 2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3" y="12"/>
                  </a:moveTo>
                  <a:cubicBezTo>
                    <a:pt x="3" y="6"/>
                    <a:pt x="8" y="2"/>
                    <a:pt x="14" y="2"/>
                  </a:cubicBezTo>
                  <a:cubicBezTo>
                    <a:pt x="15" y="2"/>
                    <a:pt x="17" y="2"/>
                    <a:pt x="18" y="3"/>
                  </a:cubicBezTo>
                  <a:cubicBezTo>
                    <a:pt x="16" y="1"/>
                    <a:pt x="14" y="0"/>
                    <a:pt x="11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3" y="18"/>
                    <a:pt x="7" y="20"/>
                  </a:cubicBezTo>
                  <a:cubicBezTo>
                    <a:pt x="5" y="18"/>
                    <a:pt x="3" y="15"/>
                    <a:pt x="3" y="12"/>
                  </a:cubicBezTo>
                  <a:close/>
                </a:path>
              </a:pathLst>
            </a:custGeom>
            <a:solidFill>
              <a:srgbClr val="EF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" name="Freeform 2423">
              <a:extLst>
                <a:ext uri="{FF2B5EF4-FFF2-40B4-BE49-F238E27FC236}">
                  <a16:creationId xmlns:a16="http://schemas.microsoft.com/office/drawing/2014/main" id="{940D72FA-1FC2-42BE-BBA9-E97A6923F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337"/>
              <a:ext cx="30" cy="46"/>
            </a:xfrm>
            <a:custGeom>
              <a:avLst/>
              <a:gdLst>
                <a:gd name="T0" fmla="*/ 158 w 12"/>
                <a:gd name="T1" fmla="*/ 116 h 17"/>
                <a:gd name="T2" fmla="*/ 20 w 12"/>
                <a:gd name="T3" fmla="*/ 314 h 17"/>
                <a:gd name="T4" fmla="*/ 20 w 12"/>
                <a:gd name="T5" fmla="*/ 336 h 17"/>
                <a:gd name="T6" fmla="*/ 175 w 12"/>
                <a:gd name="T7" fmla="*/ 162 h 17"/>
                <a:gd name="T8" fmla="*/ 158 w 12"/>
                <a:gd name="T9" fmla="*/ 0 h 17"/>
                <a:gd name="T10" fmla="*/ 158 w 12"/>
                <a:gd name="T11" fmla="*/ 11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10" y="6"/>
                  </a:moveTo>
                  <a:cubicBezTo>
                    <a:pt x="9" y="11"/>
                    <a:pt x="6" y="17"/>
                    <a:pt x="1" y="16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6" y="17"/>
                    <a:pt x="11" y="13"/>
                    <a:pt x="11" y="8"/>
                  </a:cubicBezTo>
                  <a:cubicBezTo>
                    <a:pt x="12" y="5"/>
                    <a:pt x="11" y="2"/>
                    <a:pt x="10" y="0"/>
                  </a:cubicBezTo>
                  <a:cubicBezTo>
                    <a:pt x="10" y="2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81A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2" name="Oval 2424">
              <a:extLst>
                <a:ext uri="{FF2B5EF4-FFF2-40B4-BE49-F238E27FC236}">
                  <a16:creationId xmlns:a16="http://schemas.microsoft.com/office/drawing/2014/main" id="{AFA340BF-A916-4D3C-8C6C-AA6724581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233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23" name="Oval 2425">
              <a:extLst>
                <a:ext uri="{FF2B5EF4-FFF2-40B4-BE49-F238E27FC236}">
                  <a16:creationId xmlns:a16="http://schemas.microsoft.com/office/drawing/2014/main" id="{64A2274E-757F-4EA5-9845-CDCDC3967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2335"/>
              <a:ext cx="5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24" name="Oval 2426">
              <a:extLst>
                <a:ext uri="{FF2B5EF4-FFF2-40B4-BE49-F238E27FC236}">
                  <a16:creationId xmlns:a16="http://schemas.microsoft.com/office/drawing/2014/main" id="{964C3703-676A-4E5C-A427-7B2FFEE7E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316"/>
              <a:ext cx="68" cy="7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12" name="green-split-peas-illustration">
            <a:extLst>
              <a:ext uri="{FF2B5EF4-FFF2-40B4-BE49-F238E27FC236}">
                <a16:creationId xmlns:a16="http://schemas.microsoft.com/office/drawing/2014/main" id="{8EF03AFB-D2A6-4CF3-BE60-4B4AC08BA8F2}"/>
              </a:ext>
            </a:extLst>
          </p:cNvPr>
          <p:cNvGrpSpPr>
            <a:grpSpLocks/>
          </p:cNvGrpSpPr>
          <p:nvPr/>
        </p:nvGrpSpPr>
        <p:grpSpPr bwMode="auto">
          <a:xfrm>
            <a:off x="6264275" y="3205163"/>
            <a:ext cx="1355725" cy="1341437"/>
            <a:chOff x="2641" y="1920"/>
            <a:chExt cx="480" cy="475"/>
          </a:xfrm>
        </p:grpSpPr>
        <p:sp>
          <p:nvSpPr>
            <p:cNvPr id="17718" name="Freeform 2428">
              <a:extLst>
                <a:ext uri="{FF2B5EF4-FFF2-40B4-BE49-F238E27FC236}">
                  <a16:creationId xmlns:a16="http://schemas.microsoft.com/office/drawing/2014/main" id="{6CBBA124-46E1-4CDB-B0CB-3CDAC181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971"/>
              <a:ext cx="310" cy="389"/>
            </a:xfrm>
            <a:custGeom>
              <a:avLst/>
              <a:gdLst>
                <a:gd name="T0" fmla="*/ 1595 w 124"/>
                <a:gd name="T1" fmla="*/ 341 h 146"/>
                <a:gd name="T2" fmla="*/ 1488 w 124"/>
                <a:gd name="T3" fmla="*/ 285 h 146"/>
                <a:gd name="T4" fmla="*/ 1300 w 124"/>
                <a:gd name="T5" fmla="*/ 248 h 146"/>
                <a:gd name="T6" fmla="*/ 958 w 124"/>
                <a:gd name="T7" fmla="*/ 477 h 146"/>
                <a:gd name="T8" fmla="*/ 783 w 124"/>
                <a:gd name="T9" fmla="*/ 815 h 146"/>
                <a:gd name="T10" fmla="*/ 425 w 124"/>
                <a:gd name="T11" fmla="*/ 1135 h 146"/>
                <a:gd name="T12" fmla="*/ 238 w 124"/>
                <a:gd name="T13" fmla="*/ 1385 h 146"/>
                <a:gd name="T14" fmla="*/ 158 w 124"/>
                <a:gd name="T15" fmla="*/ 1681 h 146"/>
                <a:gd name="T16" fmla="*/ 20 w 124"/>
                <a:gd name="T17" fmla="*/ 2158 h 146"/>
                <a:gd name="T18" fmla="*/ 125 w 124"/>
                <a:gd name="T19" fmla="*/ 2555 h 146"/>
                <a:gd name="T20" fmla="*/ 438 w 124"/>
                <a:gd name="T21" fmla="*/ 2683 h 146"/>
                <a:gd name="T22" fmla="*/ 1300 w 124"/>
                <a:gd name="T23" fmla="*/ 2499 h 146"/>
                <a:gd name="T24" fmla="*/ 1500 w 124"/>
                <a:gd name="T25" fmla="*/ 2422 h 146"/>
                <a:gd name="T26" fmla="*/ 1738 w 124"/>
                <a:gd name="T27" fmla="*/ 2385 h 146"/>
                <a:gd name="T28" fmla="*/ 1908 w 124"/>
                <a:gd name="T29" fmla="*/ 2273 h 146"/>
                <a:gd name="T30" fmla="*/ 1738 w 124"/>
                <a:gd name="T31" fmla="*/ 2001 h 146"/>
                <a:gd name="T32" fmla="*/ 1738 w 124"/>
                <a:gd name="T33" fmla="*/ 1719 h 146"/>
                <a:gd name="T34" fmla="*/ 1845 w 124"/>
                <a:gd name="T35" fmla="*/ 1385 h 146"/>
                <a:gd name="T36" fmla="*/ 1675 w 124"/>
                <a:gd name="T37" fmla="*/ 1306 h 146"/>
                <a:gd name="T38" fmla="*/ 1563 w 124"/>
                <a:gd name="T39" fmla="*/ 1156 h 146"/>
                <a:gd name="T40" fmla="*/ 1520 w 124"/>
                <a:gd name="T41" fmla="*/ 831 h 146"/>
                <a:gd name="T42" fmla="*/ 1438 w 124"/>
                <a:gd name="T43" fmla="*/ 589 h 146"/>
                <a:gd name="T44" fmla="*/ 1613 w 124"/>
                <a:gd name="T45" fmla="*/ 306 h 146"/>
                <a:gd name="T46" fmla="*/ 1408 w 124"/>
                <a:gd name="T47" fmla="*/ 0 h 146"/>
                <a:gd name="T48" fmla="*/ 1708 w 124"/>
                <a:gd name="T49" fmla="*/ 264 h 146"/>
                <a:gd name="T50" fmla="*/ 1720 w 124"/>
                <a:gd name="T51" fmla="*/ 533 h 14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4" h="146">
                  <a:moveTo>
                    <a:pt x="102" y="18"/>
                  </a:moveTo>
                  <a:cubicBezTo>
                    <a:pt x="100" y="18"/>
                    <a:pt x="97" y="16"/>
                    <a:pt x="95" y="15"/>
                  </a:cubicBezTo>
                  <a:cubicBezTo>
                    <a:pt x="91" y="14"/>
                    <a:pt x="87" y="13"/>
                    <a:pt x="83" y="13"/>
                  </a:cubicBezTo>
                  <a:cubicBezTo>
                    <a:pt x="75" y="14"/>
                    <a:pt x="67" y="20"/>
                    <a:pt x="61" y="25"/>
                  </a:cubicBezTo>
                  <a:cubicBezTo>
                    <a:pt x="56" y="30"/>
                    <a:pt x="56" y="38"/>
                    <a:pt x="50" y="43"/>
                  </a:cubicBezTo>
                  <a:cubicBezTo>
                    <a:pt x="43" y="49"/>
                    <a:pt x="34" y="54"/>
                    <a:pt x="27" y="60"/>
                  </a:cubicBezTo>
                  <a:cubicBezTo>
                    <a:pt x="22" y="64"/>
                    <a:pt x="18" y="68"/>
                    <a:pt x="15" y="73"/>
                  </a:cubicBezTo>
                  <a:cubicBezTo>
                    <a:pt x="12" y="78"/>
                    <a:pt x="12" y="83"/>
                    <a:pt x="10" y="89"/>
                  </a:cubicBezTo>
                  <a:cubicBezTo>
                    <a:pt x="8" y="98"/>
                    <a:pt x="1" y="105"/>
                    <a:pt x="1" y="114"/>
                  </a:cubicBezTo>
                  <a:cubicBezTo>
                    <a:pt x="0" y="121"/>
                    <a:pt x="2" y="130"/>
                    <a:pt x="8" y="135"/>
                  </a:cubicBezTo>
                  <a:cubicBezTo>
                    <a:pt x="13" y="139"/>
                    <a:pt x="21" y="140"/>
                    <a:pt x="28" y="142"/>
                  </a:cubicBezTo>
                  <a:cubicBezTo>
                    <a:pt x="47" y="146"/>
                    <a:pt x="65" y="139"/>
                    <a:pt x="83" y="132"/>
                  </a:cubicBezTo>
                  <a:cubicBezTo>
                    <a:pt x="87" y="130"/>
                    <a:pt x="91" y="129"/>
                    <a:pt x="96" y="128"/>
                  </a:cubicBezTo>
                  <a:cubicBezTo>
                    <a:pt x="101" y="127"/>
                    <a:pt x="106" y="128"/>
                    <a:pt x="111" y="126"/>
                  </a:cubicBezTo>
                  <a:cubicBezTo>
                    <a:pt x="114" y="125"/>
                    <a:pt x="121" y="123"/>
                    <a:pt x="122" y="120"/>
                  </a:cubicBezTo>
                  <a:cubicBezTo>
                    <a:pt x="124" y="116"/>
                    <a:pt x="113" y="109"/>
                    <a:pt x="111" y="106"/>
                  </a:cubicBezTo>
                  <a:cubicBezTo>
                    <a:pt x="107" y="100"/>
                    <a:pt x="108" y="97"/>
                    <a:pt x="111" y="91"/>
                  </a:cubicBezTo>
                  <a:cubicBezTo>
                    <a:pt x="114" y="87"/>
                    <a:pt x="120" y="79"/>
                    <a:pt x="118" y="73"/>
                  </a:cubicBezTo>
                  <a:cubicBezTo>
                    <a:pt x="116" y="69"/>
                    <a:pt x="111" y="72"/>
                    <a:pt x="107" y="69"/>
                  </a:cubicBezTo>
                  <a:cubicBezTo>
                    <a:pt x="104" y="67"/>
                    <a:pt x="101" y="65"/>
                    <a:pt x="100" y="61"/>
                  </a:cubicBezTo>
                  <a:cubicBezTo>
                    <a:pt x="99" y="55"/>
                    <a:pt x="99" y="50"/>
                    <a:pt x="97" y="44"/>
                  </a:cubicBezTo>
                  <a:cubicBezTo>
                    <a:pt x="95" y="40"/>
                    <a:pt x="94" y="36"/>
                    <a:pt x="92" y="31"/>
                  </a:cubicBezTo>
                  <a:cubicBezTo>
                    <a:pt x="88" y="24"/>
                    <a:pt x="98" y="20"/>
                    <a:pt x="103" y="16"/>
                  </a:cubicBezTo>
                  <a:cubicBezTo>
                    <a:pt x="116" y="7"/>
                    <a:pt x="98" y="0"/>
                    <a:pt x="90" y="0"/>
                  </a:cubicBezTo>
                  <a:cubicBezTo>
                    <a:pt x="98" y="1"/>
                    <a:pt x="107" y="6"/>
                    <a:pt x="109" y="14"/>
                  </a:cubicBezTo>
                  <a:cubicBezTo>
                    <a:pt x="109" y="15"/>
                    <a:pt x="112" y="30"/>
                    <a:pt x="110" y="28"/>
                  </a:cubicBezTo>
                </a:path>
              </a:pathLst>
            </a:custGeom>
            <a:solidFill>
              <a:srgbClr val="8F9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" name="Freeform 2429">
              <a:extLst>
                <a:ext uri="{FF2B5EF4-FFF2-40B4-BE49-F238E27FC236}">
                  <a16:creationId xmlns:a16="http://schemas.microsoft.com/office/drawing/2014/main" id="{1F5B6C82-0B24-45F9-BF42-E4035D8A9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275"/>
              <a:ext cx="60" cy="56"/>
            </a:xfrm>
            <a:custGeom>
              <a:avLst/>
              <a:gdLst>
                <a:gd name="T0" fmla="*/ 313 w 24"/>
                <a:gd name="T1" fmla="*/ 21 h 21"/>
                <a:gd name="T2" fmla="*/ 363 w 24"/>
                <a:gd name="T3" fmla="*/ 93 h 21"/>
                <a:gd name="T4" fmla="*/ 375 w 24"/>
                <a:gd name="T5" fmla="*/ 227 h 21"/>
                <a:gd name="T6" fmla="*/ 208 w 24"/>
                <a:gd name="T7" fmla="*/ 363 h 21"/>
                <a:gd name="T8" fmla="*/ 0 w 24"/>
                <a:gd name="T9" fmla="*/ 341 h 21"/>
                <a:gd name="T10" fmla="*/ 50 w 2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20" y="1"/>
                  </a:moveTo>
                  <a:cubicBezTo>
                    <a:pt x="21" y="2"/>
                    <a:pt x="23" y="4"/>
                    <a:pt x="23" y="5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14" y="17"/>
                    <a:pt x="13" y="19"/>
                  </a:cubicBezTo>
                  <a:cubicBezTo>
                    <a:pt x="12" y="21"/>
                    <a:pt x="0" y="19"/>
                    <a:pt x="0" y="18"/>
                  </a:cubicBezTo>
                  <a:cubicBezTo>
                    <a:pt x="0" y="17"/>
                    <a:pt x="3" y="0"/>
                    <a:pt x="3" y="0"/>
                  </a:cubicBezTo>
                </a:path>
              </a:pathLst>
            </a:custGeom>
            <a:solidFill>
              <a:srgbClr val="AF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" name="Freeform 2430">
              <a:extLst>
                <a:ext uri="{FF2B5EF4-FFF2-40B4-BE49-F238E27FC236}">
                  <a16:creationId xmlns:a16="http://schemas.microsoft.com/office/drawing/2014/main" id="{24C0B575-E098-43CE-B94F-1F612965B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285"/>
              <a:ext cx="83" cy="80"/>
            </a:xfrm>
            <a:custGeom>
              <a:avLst/>
              <a:gdLst>
                <a:gd name="T0" fmla="*/ 475 w 33"/>
                <a:gd name="T1" fmla="*/ 205 h 30"/>
                <a:gd name="T2" fmla="*/ 410 w 33"/>
                <a:gd name="T3" fmla="*/ 56 h 30"/>
                <a:gd name="T4" fmla="*/ 317 w 33"/>
                <a:gd name="T5" fmla="*/ 0 h 30"/>
                <a:gd name="T6" fmla="*/ 158 w 33"/>
                <a:gd name="T7" fmla="*/ 21 h 30"/>
                <a:gd name="T8" fmla="*/ 50 w 33"/>
                <a:gd name="T9" fmla="*/ 115 h 30"/>
                <a:gd name="T10" fmla="*/ 20 w 33"/>
                <a:gd name="T11" fmla="*/ 205 h 30"/>
                <a:gd name="T12" fmla="*/ 0 w 33"/>
                <a:gd name="T13" fmla="*/ 419 h 30"/>
                <a:gd name="T14" fmla="*/ 189 w 33"/>
                <a:gd name="T15" fmla="*/ 547 h 30"/>
                <a:gd name="T16" fmla="*/ 526 w 33"/>
                <a:gd name="T17" fmla="*/ 43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0">
                  <a:moveTo>
                    <a:pt x="30" y="11"/>
                  </a:moveTo>
                  <a:cubicBezTo>
                    <a:pt x="30" y="9"/>
                    <a:pt x="29" y="5"/>
                    <a:pt x="26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7"/>
                    <a:pt x="1" y="9"/>
                    <a:pt x="1" y="11"/>
                  </a:cubicBezTo>
                  <a:cubicBezTo>
                    <a:pt x="1" y="11"/>
                    <a:pt x="1" y="20"/>
                    <a:pt x="0" y="22"/>
                  </a:cubicBezTo>
                  <a:cubicBezTo>
                    <a:pt x="0" y="23"/>
                    <a:pt x="8" y="29"/>
                    <a:pt x="12" y="29"/>
                  </a:cubicBezTo>
                  <a:cubicBezTo>
                    <a:pt x="15" y="30"/>
                    <a:pt x="32" y="23"/>
                    <a:pt x="33" y="23"/>
                  </a:cubicBezTo>
                </a:path>
              </a:pathLst>
            </a:custGeom>
            <a:solidFill>
              <a:srgbClr val="AF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" name="Freeform 2431">
              <a:extLst>
                <a:ext uri="{FF2B5EF4-FFF2-40B4-BE49-F238E27FC236}">
                  <a16:creationId xmlns:a16="http://schemas.microsoft.com/office/drawing/2014/main" id="{68A0B2ED-DD04-4555-A160-6A95CDDE5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97"/>
              <a:ext cx="115" cy="70"/>
            </a:xfrm>
            <a:custGeom>
              <a:avLst/>
              <a:gdLst>
                <a:gd name="T0" fmla="*/ 300 w 46"/>
                <a:gd name="T1" fmla="*/ 471 h 26"/>
                <a:gd name="T2" fmla="*/ 550 w 46"/>
                <a:gd name="T3" fmla="*/ 450 h 26"/>
                <a:gd name="T4" fmla="*/ 720 w 46"/>
                <a:gd name="T5" fmla="*/ 175 h 26"/>
                <a:gd name="T6" fmla="*/ 583 w 46"/>
                <a:gd name="T7" fmla="*/ 35 h 26"/>
                <a:gd name="T8" fmla="*/ 395 w 46"/>
                <a:gd name="T9" fmla="*/ 0 h 26"/>
                <a:gd name="T10" fmla="*/ 145 w 46"/>
                <a:gd name="T11" fmla="*/ 22 h 26"/>
                <a:gd name="T12" fmla="*/ 20 w 46"/>
                <a:gd name="T13" fmla="*/ 253 h 26"/>
                <a:gd name="T14" fmla="*/ 95 w 46"/>
                <a:gd name="T15" fmla="*/ 48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6">
                  <a:moveTo>
                    <a:pt x="19" y="24"/>
                  </a:moveTo>
                  <a:cubicBezTo>
                    <a:pt x="23" y="26"/>
                    <a:pt x="33" y="24"/>
                    <a:pt x="35" y="23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0" y="11"/>
                    <a:pt x="1" y="13"/>
                  </a:cubicBezTo>
                  <a:cubicBezTo>
                    <a:pt x="2" y="15"/>
                    <a:pt x="6" y="25"/>
                    <a:pt x="6" y="25"/>
                  </a:cubicBezTo>
                </a:path>
              </a:pathLst>
            </a:custGeom>
            <a:solidFill>
              <a:srgbClr val="AF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" name="Freeform 2432">
              <a:extLst>
                <a:ext uri="{FF2B5EF4-FFF2-40B4-BE49-F238E27FC236}">
                  <a16:creationId xmlns:a16="http://schemas.microsoft.com/office/drawing/2014/main" id="{DF316169-DE02-4087-9CD3-AEF85568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51"/>
              <a:ext cx="67" cy="56"/>
            </a:xfrm>
            <a:custGeom>
              <a:avLst/>
              <a:gdLst>
                <a:gd name="T0" fmla="*/ 0 w 27"/>
                <a:gd name="T1" fmla="*/ 136 h 21"/>
                <a:gd name="T2" fmla="*/ 154 w 27"/>
                <a:gd name="T3" fmla="*/ 0 h 21"/>
                <a:gd name="T4" fmla="*/ 320 w 27"/>
                <a:gd name="T5" fmla="*/ 56 h 21"/>
                <a:gd name="T6" fmla="*/ 412 w 27"/>
                <a:gd name="T7" fmla="*/ 264 h 21"/>
                <a:gd name="T8" fmla="*/ 246 w 27"/>
                <a:gd name="T9" fmla="*/ 397 h 21"/>
                <a:gd name="T10" fmla="*/ 30 w 27"/>
                <a:gd name="T11" fmla="*/ 3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0" y="7"/>
                  </a:moveTo>
                  <a:cubicBezTo>
                    <a:pt x="1" y="5"/>
                    <a:pt x="7" y="1"/>
                    <a:pt x="10" y="0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7" y="12"/>
                    <a:pt x="27" y="14"/>
                  </a:cubicBezTo>
                  <a:cubicBezTo>
                    <a:pt x="26" y="15"/>
                    <a:pt x="16" y="21"/>
                    <a:pt x="16" y="21"/>
                  </a:cubicBezTo>
                  <a:cubicBezTo>
                    <a:pt x="2" y="17"/>
                    <a:pt x="2" y="17"/>
                    <a:pt x="2" y="17"/>
                  </a:cubicBezTo>
                </a:path>
              </a:pathLst>
            </a:custGeom>
            <a:solidFill>
              <a:srgbClr val="AF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" name="Freeform 2433">
              <a:extLst>
                <a:ext uri="{FF2B5EF4-FFF2-40B4-BE49-F238E27FC236}">
                  <a16:creationId xmlns:a16="http://schemas.microsoft.com/office/drawing/2014/main" id="{3C1ABCFC-B157-42D0-861A-951F02AC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088"/>
              <a:ext cx="103" cy="77"/>
            </a:xfrm>
            <a:custGeom>
              <a:avLst/>
              <a:gdLst>
                <a:gd name="T0" fmla="*/ 631 w 41"/>
                <a:gd name="T1" fmla="*/ 260 h 29"/>
                <a:gd name="T2" fmla="*/ 618 w 41"/>
                <a:gd name="T3" fmla="*/ 112 h 29"/>
                <a:gd name="T4" fmla="*/ 367 w 41"/>
                <a:gd name="T5" fmla="*/ 0 h 29"/>
                <a:gd name="T6" fmla="*/ 113 w 41"/>
                <a:gd name="T7" fmla="*/ 0 h 29"/>
                <a:gd name="T8" fmla="*/ 20 w 41"/>
                <a:gd name="T9" fmla="*/ 297 h 29"/>
                <a:gd name="T10" fmla="*/ 239 w 41"/>
                <a:gd name="T11" fmla="*/ 520 h 29"/>
                <a:gd name="T12" fmla="*/ 472 w 41"/>
                <a:gd name="T13" fmla="*/ 5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9">
                  <a:moveTo>
                    <a:pt x="40" y="14"/>
                  </a:moveTo>
                  <a:cubicBezTo>
                    <a:pt x="41" y="13"/>
                    <a:pt x="40" y="6"/>
                    <a:pt x="39" y="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0" y="14"/>
                    <a:pt x="1" y="16"/>
                  </a:cubicBezTo>
                  <a:cubicBezTo>
                    <a:pt x="2" y="18"/>
                    <a:pt x="15" y="27"/>
                    <a:pt x="15" y="28"/>
                  </a:cubicBezTo>
                  <a:cubicBezTo>
                    <a:pt x="16" y="29"/>
                    <a:pt x="30" y="28"/>
                    <a:pt x="30" y="28"/>
                  </a:cubicBezTo>
                </a:path>
              </a:pathLst>
            </a:custGeom>
            <a:solidFill>
              <a:srgbClr val="AF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" name="Freeform 2434">
              <a:extLst>
                <a:ext uri="{FF2B5EF4-FFF2-40B4-BE49-F238E27FC236}">
                  <a16:creationId xmlns:a16="http://schemas.microsoft.com/office/drawing/2014/main" id="{B34A9667-4F43-4D19-80CC-1BDC1454D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07"/>
              <a:ext cx="58" cy="61"/>
            </a:xfrm>
            <a:custGeom>
              <a:avLst/>
              <a:gdLst>
                <a:gd name="T0" fmla="*/ 192 w 23"/>
                <a:gd name="T1" fmla="*/ 408 h 23"/>
                <a:gd name="T2" fmla="*/ 305 w 23"/>
                <a:gd name="T3" fmla="*/ 337 h 23"/>
                <a:gd name="T4" fmla="*/ 368 w 23"/>
                <a:gd name="T5" fmla="*/ 56 h 23"/>
                <a:gd name="T6" fmla="*/ 192 w 23"/>
                <a:gd name="T7" fmla="*/ 21 h 23"/>
                <a:gd name="T8" fmla="*/ 50 w 23"/>
                <a:gd name="T9" fmla="*/ 90 h 23"/>
                <a:gd name="T10" fmla="*/ 0 w 23"/>
                <a:gd name="T11" fmla="*/ 26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2" y="22"/>
                  </a:moveTo>
                  <a:cubicBezTo>
                    <a:pt x="14" y="23"/>
                    <a:pt x="18" y="20"/>
                    <a:pt x="19" y="18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13" y="0"/>
                    <a:pt x="12" y="1"/>
                  </a:cubicBezTo>
                  <a:cubicBezTo>
                    <a:pt x="10" y="2"/>
                    <a:pt x="3" y="5"/>
                    <a:pt x="3" y="5"/>
                  </a:cubicBezTo>
                  <a:cubicBezTo>
                    <a:pt x="0" y="14"/>
                    <a:pt x="0" y="14"/>
                    <a:pt x="0" y="14"/>
                  </a:cubicBezTo>
                </a:path>
              </a:pathLst>
            </a:custGeom>
            <a:solidFill>
              <a:srgbClr val="AF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" name="Freeform 2435">
              <a:extLst>
                <a:ext uri="{FF2B5EF4-FFF2-40B4-BE49-F238E27FC236}">
                  <a16:creationId xmlns:a16="http://schemas.microsoft.com/office/drawing/2014/main" id="{25A0FFBC-8131-4FE9-A33C-58426A9C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04"/>
              <a:ext cx="68" cy="99"/>
            </a:xfrm>
            <a:custGeom>
              <a:avLst/>
              <a:gdLst>
                <a:gd name="T0" fmla="*/ 20 w 27"/>
                <a:gd name="T1" fmla="*/ 538 h 37"/>
                <a:gd name="T2" fmla="*/ 33 w 27"/>
                <a:gd name="T3" fmla="*/ 423 h 37"/>
                <a:gd name="T4" fmla="*/ 159 w 27"/>
                <a:gd name="T5" fmla="*/ 115 h 37"/>
                <a:gd name="T6" fmla="*/ 380 w 27"/>
                <a:gd name="T7" fmla="*/ 0 h 37"/>
                <a:gd name="T8" fmla="*/ 431 w 27"/>
                <a:gd name="T9" fmla="*/ 115 h 37"/>
                <a:gd name="T10" fmla="*/ 413 w 27"/>
                <a:gd name="T11" fmla="*/ 209 h 37"/>
                <a:gd name="T12" fmla="*/ 413 w 27"/>
                <a:gd name="T13" fmla="*/ 538 h 37"/>
                <a:gd name="T14" fmla="*/ 179 w 27"/>
                <a:gd name="T15" fmla="*/ 70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7">
                  <a:moveTo>
                    <a:pt x="1" y="28"/>
                  </a:moveTo>
                  <a:cubicBezTo>
                    <a:pt x="0" y="27"/>
                    <a:pt x="0" y="23"/>
                    <a:pt x="2" y="2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5" y="7"/>
                    <a:pt x="26" y="11"/>
                    <a:pt x="26" y="11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11" y="37"/>
                    <a:pt x="11" y="37"/>
                    <a:pt x="11" y="37"/>
                  </a:cubicBezTo>
                </a:path>
              </a:pathLst>
            </a:custGeom>
            <a:solidFill>
              <a:srgbClr val="AF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" name="Freeform 2436">
              <a:extLst>
                <a:ext uri="{FF2B5EF4-FFF2-40B4-BE49-F238E27FC236}">
                  <a16:creationId xmlns:a16="http://schemas.microsoft.com/office/drawing/2014/main" id="{270C78BC-0CA6-4526-8712-A449447D9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216"/>
              <a:ext cx="80" cy="96"/>
            </a:xfrm>
            <a:custGeom>
              <a:avLst/>
              <a:gdLst>
                <a:gd name="T0" fmla="*/ 208 w 32"/>
                <a:gd name="T1" fmla="*/ 77 h 36"/>
                <a:gd name="T2" fmla="*/ 50 w 32"/>
                <a:gd name="T3" fmla="*/ 227 h 36"/>
                <a:gd name="T4" fmla="*/ 0 w 32"/>
                <a:gd name="T5" fmla="*/ 435 h 36"/>
                <a:gd name="T6" fmla="*/ 300 w 32"/>
                <a:gd name="T7" fmla="*/ 661 h 36"/>
                <a:gd name="T8" fmla="*/ 488 w 32"/>
                <a:gd name="T9" fmla="*/ 533 h 36"/>
                <a:gd name="T10" fmla="*/ 458 w 32"/>
                <a:gd name="T11" fmla="*/ 205 h 36"/>
                <a:gd name="T12" fmla="*/ 208 w 32"/>
                <a:gd name="T13" fmla="*/ 7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6">
                  <a:moveTo>
                    <a:pt x="13" y="4"/>
                  </a:moveTo>
                  <a:cubicBezTo>
                    <a:pt x="9" y="7"/>
                    <a:pt x="5" y="7"/>
                    <a:pt x="3" y="12"/>
                  </a:cubicBezTo>
                  <a:cubicBezTo>
                    <a:pt x="2" y="14"/>
                    <a:pt x="0" y="20"/>
                    <a:pt x="0" y="23"/>
                  </a:cubicBezTo>
                  <a:cubicBezTo>
                    <a:pt x="1" y="33"/>
                    <a:pt x="12" y="34"/>
                    <a:pt x="19" y="35"/>
                  </a:cubicBezTo>
                  <a:cubicBezTo>
                    <a:pt x="25" y="36"/>
                    <a:pt x="29" y="33"/>
                    <a:pt x="31" y="28"/>
                  </a:cubicBezTo>
                  <a:cubicBezTo>
                    <a:pt x="32" y="24"/>
                    <a:pt x="31" y="15"/>
                    <a:pt x="29" y="11"/>
                  </a:cubicBezTo>
                  <a:cubicBezTo>
                    <a:pt x="27" y="6"/>
                    <a:pt x="19" y="0"/>
                    <a:pt x="13" y="4"/>
                  </a:cubicBezTo>
                  <a:close/>
                </a:path>
              </a:pathLst>
            </a:custGeom>
            <a:solidFill>
              <a:srgbClr val="C8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7" name="Freeform 2437">
              <a:extLst>
                <a:ext uri="{FF2B5EF4-FFF2-40B4-BE49-F238E27FC236}">
                  <a16:creationId xmlns:a16="http://schemas.microsoft.com/office/drawing/2014/main" id="{D0FCF6A3-2536-4F02-AA66-E050549F0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92"/>
              <a:ext cx="83" cy="53"/>
            </a:xfrm>
            <a:custGeom>
              <a:avLst/>
              <a:gdLst>
                <a:gd name="T0" fmla="*/ 96 w 33"/>
                <a:gd name="T1" fmla="*/ 352 h 20"/>
                <a:gd name="T2" fmla="*/ 241 w 33"/>
                <a:gd name="T3" fmla="*/ 239 h 20"/>
                <a:gd name="T4" fmla="*/ 493 w 33"/>
                <a:gd name="T5" fmla="*/ 371 h 20"/>
                <a:gd name="T6" fmla="*/ 493 w 33"/>
                <a:gd name="T7" fmla="*/ 371 h 20"/>
                <a:gd name="T8" fmla="*/ 506 w 33"/>
                <a:gd name="T9" fmla="*/ 371 h 20"/>
                <a:gd name="T10" fmla="*/ 506 w 33"/>
                <a:gd name="T11" fmla="*/ 225 h 20"/>
                <a:gd name="T12" fmla="*/ 475 w 33"/>
                <a:gd name="T13" fmla="*/ 111 h 20"/>
                <a:gd name="T14" fmla="*/ 493 w 33"/>
                <a:gd name="T15" fmla="*/ 56 h 20"/>
                <a:gd name="T16" fmla="*/ 463 w 33"/>
                <a:gd name="T17" fmla="*/ 21 h 20"/>
                <a:gd name="T18" fmla="*/ 221 w 33"/>
                <a:gd name="T19" fmla="*/ 21 h 20"/>
                <a:gd name="T20" fmla="*/ 63 w 33"/>
                <a:gd name="T21" fmla="*/ 77 h 20"/>
                <a:gd name="T22" fmla="*/ 96 w 33"/>
                <a:gd name="T23" fmla="*/ 352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0">
                  <a:moveTo>
                    <a:pt x="6" y="19"/>
                  </a:moveTo>
                  <a:cubicBezTo>
                    <a:pt x="8" y="16"/>
                    <a:pt x="12" y="15"/>
                    <a:pt x="15" y="13"/>
                  </a:cubicBezTo>
                  <a:cubicBezTo>
                    <a:pt x="21" y="9"/>
                    <a:pt x="29" y="15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2" y="20"/>
                    <a:pt x="32" y="20"/>
                  </a:cubicBezTo>
                  <a:cubicBezTo>
                    <a:pt x="33" y="17"/>
                    <a:pt x="33" y="15"/>
                    <a:pt x="32" y="12"/>
                  </a:cubicBezTo>
                  <a:cubicBezTo>
                    <a:pt x="32" y="10"/>
                    <a:pt x="30" y="8"/>
                    <a:pt x="30" y="6"/>
                  </a:cubicBezTo>
                  <a:cubicBezTo>
                    <a:pt x="30" y="5"/>
                    <a:pt x="32" y="5"/>
                    <a:pt x="31" y="3"/>
                  </a:cubicBezTo>
                  <a:cubicBezTo>
                    <a:pt x="31" y="1"/>
                    <a:pt x="30" y="2"/>
                    <a:pt x="29" y="1"/>
                  </a:cubicBezTo>
                  <a:cubicBezTo>
                    <a:pt x="24" y="0"/>
                    <a:pt x="19" y="1"/>
                    <a:pt x="14" y="1"/>
                  </a:cubicBezTo>
                  <a:cubicBezTo>
                    <a:pt x="11" y="2"/>
                    <a:pt x="7" y="1"/>
                    <a:pt x="4" y="4"/>
                  </a:cubicBezTo>
                  <a:cubicBezTo>
                    <a:pt x="0" y="8"/>
                    <a:pt x="1" y="16"/>
                    <a:pt x="6" y="19"/>
                  </a:cubicBezTo>
                  <a:close/>
                </a:path>
              </a:pathLst>
            </a:custGeom>
            <a:solidFill>
              <a:srgbClr val="E1E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8" name="Freeform 2438">
              <a:extLst>
                <a:ext uri="{FF2B5EF4-FFF2-40B4-BE49-F238E27FC236}">
                  <a16:creationId xmlns:a16="http://schemas.microsoft.com/office/drawing/2014/main" id="{9D691767-EF91-4B4D-AE4B-86E9AF92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176"/>
              <a:ext cx="87" cy="56"/>
            </a:xfrm>
            <a:custGeom>
              <a:avLst/>
              <a:gdLst>
                <a:gd name="T0" fmla="*/ 42 w 35"/>
                <a:gd name="T1" fmla="*/ 192 h 21"/>
                <a:gd name="T2" fmla="*/ 199 w 35"/>
                <a:gd name="T3" fmla="*/ 136 h 21"/>
                <a:gd name="T4" fmla="*/ 433 w 35"/>
                <a:gd name="T5" fmla="*/ 136 h 21"/>
                <a:gd name="T6" fmla="*/ 462 w 35"/>
                <a:gd name="T7" fmla="*/ 171 h 21"/>
                <a:gd name="T8" fmla="*/ 445 w 35"/>
                <a:gd name="T9" fmla="*/ 227 h 21"/>
                <a:gd name="T10" fmla="*/ 475 w 35"/>
                <a:gd name="T11" fmla="*/ 341 h 21"/>
                <a:gd name="T12" fmla="*/ 495 w 35"/>
                <a:gd name="T13" fmla="*/ 397 h 21"/>
                <a:gd name="T14" fmla="*/ 433 w 35"/>
                <a:gd name="T15" fmla="*/ 56 h 21"/>
                <a:gd name="T16" fmla="*/ 154 w 35"/>
                <a:gd name="T17" fmla="*/ 35 h 21"/>
                <a:gd name="T18" fmla="*/ 0 w 35"/>
                <a:gd name="T19" fmla="*/ 320 h 21"/>
                <a:gd name="T20" fmla="*/ 0 w 35"/>
                <a:gd name="T21" fmla="*/ 320 h 21"/>
                <a:gd name="T22" fmla="*/ 42 w 35"/>
                <a:gd name="T23" fmla="*/ 192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21">
                  <a:moveTo>
                    <a:pt x="3" y="10"/>
                  </a:moveTo>
                  <a:cubicBezTo>
                    <a:pt x="6" y="7"/>
                    <a:pt x="10" y="8"/>
                    <a:pt x="13" y="7"/>
                  </a:cubicBezTo>
                  <a:cubicBezTo>
                    <a:pt x="18" y="7"/>
                    <a:pt x="23" y="6"/>
                    <a:pt x="28" y="7"/>
                  </a:cubicBezTo>
                  <a:cubicBezTo>
                    <a:pt x="29" y="8"/>
                    <a:pt x="30" y="7"/>
                    <a:pt x="30" y="9"/>
                  </a:cubicBezTo>
                  <a:cubicBezTo>
                    <a:pt x="31" y="11"/>
                    <a:pt x="29" y="11"/>
                    <a:pt x="29" y="12"/>
                  </a:cubicBezTo>
                  <a:cubicBezTo>
                    <a:pt x="29" y="14"/>
                    <a:pt x="31" y="16"/>
                    <a:pt x="31" y="18"/>
                  </a:cubicBezTo>
                  <a:cubicBezTo>
                    <a:pt x="32" y="19"/>
                    <a:pt x="32" y="20"/>
                    <a:pt x="32" y="21"/>
                  </a:cubicBezTo>
                  <a:cubicBezTo>
                    <a:pt x="35" y="15"/>
                    <a:pt x="34" y="6"/>
                    <a:pt x="28" y="3"/>
                  </a:cubicBezTo>
                  <a:cubicBezTo>
                    <a:pt x="24" y="1"/>
                    <a:pt x="15" y="0"/>
                    <a:pt x="10" y="2"/>
                  </a:cubicBezTo>
                  <a:cubicBezTo>
                    <a:pt x="3" y="4"/>
                    <a:pt x="0" y="10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5"/>
                    <a:pt x="1" y="12"/>
                    <a:pt x="3" y="10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9" name="Freeform 2439">
              <a:extLst>
                <a:ext uri="{FF2B5EF4-FFF2-40B4-BE49-F238E27FC236}">
                  <a16:creationId xmlns:a16="http://schemas.microsoft.com/office/drawing/2014/main" id="{F6F4CC7F-7E0B-47AD-813A-2D4F0400A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275"/>
              <a:ext cx="80" cy="98"/>
            </a:xfrm>
            <a:custGeom>
              <a:avLst/>
              <a:gdLst>
                <a:gd name="T0" fmla="*/ 188 w 32"/>
                <a:gd name="T1" fmla="*/ 77 h 37"/>
                <a:gd name="T2" fmla="*/ 50 w 32"/>
                <a:gd name="T3" fmla="*/ 260 h 37"/>
                <a:gd name="T4" fmla="*/ 50 w 32"/>
                <a:gd name="T5" fmla="*/ 506 h 37"/>
                <a:gd name="T6" fmla="*/ 345 w 32"/>
                <a:gd name="T7" fmla="*/ 609 h 37"/>
                <a:gd name="T8" fmla="*/ 425 w 32"/>
                <a:gd name="T9" fmla="*/ 260 h 37"/>
                <a:gd name="T10" fmla="*/ 188 w 32"/>
                <a:gd name="T11" fmla="*/ 7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7">
                  <a:moveTo>
                    <a:pt x="12" y="4"/>
                  </a:moveTo>
                  <a:cubicBezTo>
                    <a:pt x="8" y="5"/>
                    <a:pt x="5" y="10"/>
                    <a:pt x="3" y="14"/>
                  </a:cubicBezTo>
                  <a:cubicBezTo>
                    <a:pt x="0" y="19"/>
                    <a:pt x="0" y="22"/>
                    <a:pt x="3" y="27"/>
                  </a:cubicBezTo>
                  <a:cubicBezTo>
                    <a:pt x="6" y="32"/>
                    <a:pt x="15" y="37"/>
                    <a:pt x="22" y="33"/>
                  </a:cubicBezTo>
                  <a:cubicBezTo>
                    <a:pt x="31" y="29"/>
                    <a:pt x="32" y="21"/>
                    <a:pt x="27" y="14"/>
                  </a:cubicBezTo>
                  <a:cubicBezTo>
                    <a:pt x="25" y="9"/>
                    <a:pt x="19" y="0"/>
                    <a:pt x="12" y="4"/>
                  </a:cubicBezTo>
                  <a:close/>
                </a:path>
              </a:pathLst>
            </a:custGeom>
            <a:solidFill>
              <a:srgbClr val="CED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0" name="Freeform 2440">
              <a:extLst>
                <a:ext uri="{FF2B5EF4-FFF2-40B4-BE49-F238E27FC236}">
                  <a16:creationId xmlns:a16="http://schemas.microsoft.com/office/drawing/2014/main" id="{988EAE85-02EF-4885-B0CA-60164F37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232"/>
              <a:ext cx="57" cy="51"/>
            </a:xfrm>
            <a:custGeom>
              <a:avLst/>
              <a:gdLst>
                <a:gd name="T0" fmla="*/ 42 w 23"/>
                <a:gd name="T1" fmla="*/ 368 h 19"/>
                <a:gd name="T2" fmla="*/ 166 w 23"/>
                <a:gd name="T3" fmla="*/ 309 h 19"/>
                <a:gd name="T4" fmla="*/ 258 w 23"/>
                <a:gd name="T5" fmla="*/ 217 h 19"/>
                <a:gd name="T6" fmla="*/ 349 w 23"/>
                <a:gd name="T7" fmla="*/ 172 h 19"/>
                <a:gd name="T8" fmla="*/ 337 w 23"/>
                <a:gd name="T9" fmla="*/ 150 h 19"/>
                <a:gd name="T10" fmla="*/ 337 w 23"/>
                <a:gd name="T11" fmla="*/ 115 h 19"/>
                <a:gd name="T12" fmla="*/ 307 w 23"/>
                <a:gd name="T13" fmla="*/ 81 h 19"/>
                <a:gd name="T14" fmla="*/ 154 w 23"/>
                <a:gd name="T15" fmla="*/ 21 h 19"/>
                <a:gd name="T16" fmla="*/ 12 w 23"/>
                <a:gd name="T17" fmla="*/ 150 h 19"/>
                <a:gd name="T18" fmla="*/ 42 w 23"/>
                <a:gd name="T19" fmla="*/ 368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9">
                  <a:moveTo>
                    <a:pt x="3" y="19"/>
                  </a:moveTo>
                  <a:cubicBezTo>
                    <a:pt x="5" y="17"/>
                    <a:pt x="8" y="16"/>
                    <a:pt x="11" y="16"/>
                  </a:cubicBezTo>
                  <a:cubicBezTo>
                    <a:pt x="15" y="15"/>
                    <a:pt x="14" y="14"/>
                    <a:pt x="17" y="11"/>
                  </a:cubicBezTo>
                  <a:cubicBezTo>
                    <a:pt x="19" y="10"/>
                    <a:pt x="21" y="9"/>
                    <a:pt x="23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3" y="9"/>
                    <a:pt x="22" y="7"/>
                    <a:pt x="22" y="6"/>
                  </a:cubicBezTo>
                  <a:cubicBezTo>
                    <a:pt x="21" y="5"/>
                    <a:pt x="21" y="4"/>
                    <a:pt x="20" y="4"/>
                  </a:cubicBezTo>
                  <a:cubicBezTo>
                    <a:pt x="17" y="1"/>
                    <a:pt x="13" y="0"/>
                    <a:pt x="10" y="1"/>
                  </a:cubicBezTo>
                  <a:cubicBezTo>
                    <a:pt x="6" y="1"/>
                    <a:pt x="2" y="4"/>
                    <a:pt x="1" y="8"/>
                  </a:cubicBezTo>
                  <a:cubicBezTo>
                    <a:pt x="0" y="10"/>
                    <a:pt x="0" y="17"/>
                    <a:pt x="3" y="19"/>
                  </a:cubicBezTo>
                  <a:close/>
                </a:path>
              </a:pathLst>
            </a:custGeom>
            <a:solidFill>
              <a:srgbClr val="E1E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1" name="Freeform 2441">
              <a:extLst>
                <a:ext uri="{FF2B5EF4-FFF2-40B4-BE49-F238E27FC236}">
                  <a16:creationId xmlns:a16="http://schemas.microsoft.com/office/drawing/2014/main" id="{E5AD541F-C4B9-4FEC-97E2-106CD8532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195"/>
              <a:ext cx="83" cy="98"/>
            </a:xfrm>
            <a:custGeom>
              <a:avLst/>
              <a:gdLst>
                <a:gd name="T0" fmla="*/ 83 w 33"/>
                <a:gd name="T1" fmla="*/ 485 h 37"/>
                <a:gd name="T2" fmla="*/ 475 w 33"/>
                <a:gd name="T3" fmla="*/ 540 h 37"/>
                <a:gd name="T4" fmla="*/ 380 w 33"/>
                <a:gd name="T5" fmla="*/ 90 h 37"/>
                <a:gd name="T6" fmla="*/ 83 w 33"/>
                <a:gd name="T7" fmla="*/ 111 h 37"/>
                <a:gd name="T8" fmla="*/ 83 w 33"/>
                <a:gd name="T9" fmla="*/ 48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7">
                  <a:moveTo>
                    <a:pt x="5" y="26"/>
                  </a:moveTo>
                  <a:cubicBezTo>
                    <a:pt x="11" y="34"/>
                    <a:pt x="24" y="37"/>
                    <a:pt x="30" y="29"/>
                  </a:cubicBezTo>
                  <a:cubicBezTo>
                    <a:pt x="33" y="24"/>
                    <a:pt x="29" y="8"/>
                    <a:pt x="24" y="5"/>
                  </a:cubicBezTo>
                  <a:cubicBezTo>
                    <a:pt x="19" y="0"/>
                    <a:pt x="10" y="1"/>
                    <a:pt x="5" y="6"/>
                  </a:cubicBezTo>
                  <a:cubicBezTo>
                    <a:pt x="0" y="11"/>
                    <a:pt x="1" y="21"/>
                    <a:pt x="5" y="26"/>
                  </a:cubicBezTo>
                  <a:close/>
                </a:path>
              </a:pathLst>
            </a:custGeom>
            <a:solidFill>
              <a:srgbClr val="E8D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2442">
              <a:extLst>
                <a:ext uri="{FF2B5EF4-FFF2-40B4-BE49-F238E27FC236}">
                  <a16:creationId xmlns:a16="http://schemas.microsoft.com/office/drawing/2014/main" id="{EB328B80-37AE-4933-9343-DFEDBE8A3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232"/>
              <a:ext cx="80" cy="69"/>
            </a:xfrm>
            <a:custGeom>
              <a:avLst/>
              <a:gdLst>
                <a:gd name="T0" fmla="*/ 20 w 32"/>
                <a:gd name="T1" fmla="*/ 281 h 26"/>
                <a:gd name="T2" fmla="*/ 175 w 32"/>
                <a:gd name="T3" fmla="*/ 149 h 26"/>
                <a:gd name="T4" fmla="*/ 333 w 32"/>
                <a:gd name="T5" fmla="*/ 21 h 26"/>
                <a:gd name="T6" fmla="*/ 500 w 32"/>
                <a:gd name="T7" fmla="*/ 247 h 26"/>
                <a:gd name="T8" fmla="*/ 238 w 32"/>
                <a:gd name="T9" fmla="*/ 486 h 26"/>
                <a:gd name="T10" fmla="*/ 20 w 32"/>
                <a:gd name="T11" fmla="*/ 28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6">
                  <a:moveTo>
                    <a:pt x="1" y="15"/>
                  </a:moveTo>
                  <a:cubicBezTo>
                    <a:pt x="1" y="12"/>
                    <a:pt x="7" y="10"/>
                    <a:pt x="11" y="8"/>
                  </a:cubicBezTo>
                  <a:cubicBezTo>
                    <a:pt x="14" y="6"/>
                    <a:pt x="18" y="2"/>
                    <a:pt x="21" y="1"/>
                  </a:cubicBezTo>
                  <a:cubicBezTo>
                    <a:pt x="27" y="0"/>
                    <a:pt x="32" y="8"/>
                    <a:pt x="32" y="13"/>
                  </a:cubicBezTo>
                  <a:cubicBezTo>
                    <a:pt x="30" y="21"/>
                    <a:pt x="22" y="25"/>
                    <a:pt x="15" y="26"/>
                  </a:cubicBezTo>
                  <a:cubicBezTo>
                    <a:pt x="10" y="26"/>
                    <a:pt x="0" y="22"/>
                    <a:pt x="1" y="15"/>
                  </a:cubicBezTo>
                  <a:close/>
                </a:path>
              </a:pathLst>
            </a:custGeom>
            <a:solidFill>
              <a:srgbClr val="E1E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2443">
              <a:extLst>
                <a:ext uri="{FF2B5EF4-FFF2-40B4-BE49-F238E27FC236}">
                  <a16:creationId xmlns:a16="http://schemas.microsoft.com/office/drawing/2014/main" id="{3F62C286-FB9C-4D2A-8460-D5E3C9636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013"/>
              <a:ext cx="102" cy="104"/>
            </a:xfrm>
            <a:custGeom>
              <a:avLst/>
              <a:gdLst>
                <a:gd name="T0" fmla="*/ 249 w 41"/>
                <a:gd name="T1" fmla="*/ 77 h 39"/>
                <a:gd name="T2" fmla="*/ 104 w 41"/>
                <a:gd name="T3" fmla="*/ 227 h 39"/>
                <a:gd name="T4" fmla="*/ 75 w 41"/>
                <a:gd name="T5" fmla="*/ 512 h 39"/>
                <a:gd name="T6" fmla="*/ 383 w 41"/>
                <a:gd name="T7" fmla="*/ 648 h 39"/>
                <a:gd name="T8" fmla="*/ 508 w 41"/>
                <a:gd name="T9" fmla="*/ 192 h 39"/>
                <a:gd name="T10" fmla="*/ 249 w 41"/>
                <a:gd name="T11" fmla="*/ 7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9">
                  <a:moveTo>
                    <a:pt x="16" y="4"/>
                  </a:moveTo>
                  <a:cubicBezTo>
                    <a:pt x="8" y="6"/>
                    <a:pt x="8" y="8"/>
                    <a:pt x="7" y="12"/>
                  </a:cubicBezTo>
                  <a:cubicBezTo>
                    <a:pt x="5" y="15"/>
                    <a:pt x="0" y="19"/>
                    <a:pt x="5" y="27"/>
                  </a:cubicBezTo>
                  <a:cubicBezTo>
                    <a:pt x="9" y="36"/>
                    <a:pt x="17" y="39"/>
                    <a:pt x="25" y="34"/>
                  </a:cubicBezTo>
                  <a:cubicBezTo>
                    <a:pt x="33" y="29"/>
                    <a:pt x="41" y="19"/>
                    <a:pt x="33" y="10"/>
                  </a:cubicBezTo>
                  <a:cubicBezTo>
                    <a:pt x="25" y="0"/>
                    <a:pt x="21" y="4"/>
                    <a:pt x="16" y="4"/>
                  </a:cubicBezTo>
                  <a:close/>
                </a:path>
              </a:pathLst>
            </a:custGeom>
            <a:solidFill>
              <a:srgbClr val="C8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2444">
              <a:extLst>
                <a:ext uri="{FF2B5EF4-FFF2-40B4-BE49-F238E27FC236}">
                  <a16:creationId xmlns:a16="http://schemas.microsoft.com/office/drawing/2014/main" id="{5F5067F5-A2B5-4ADF-980E-745940267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029"/>
              <a:ext cx="72" cy="94"/>
            </a:xfrm>
            <a:custGeom>
              <a:avLst/>
              <a:gdLst>
                <a:gd name="T0" fmla="*/ 412 w 29"/>
                <a:gd name="T1" fmla="*/ 403 h 35"/>
                <a:gd name="T2" fmla="*/ 412 w 29"/>
                <a:gd name="T3" fmla="*/ 150 h 35"/>
                <a:gd name="T4" fmla="*/ 400 w 29"/>
                <a:gd name="T5" fmla="*/ 94 h 35"/>
                <a:gd name="T6" fmla="*/ 196 w 29"/>
                <a:gd name="T7" fmla="*/ 0 h 35"/>
                <a:gd name="T8" fmla="*/ 12 w 29"/>
                <a:gd name="T9" fmla="*/ 252 h 35"/>
                <a:gd name="T10" fmla="*/ 42 w 29"/>
                <a:gd name="T11" fmla="*/ 346 h 35"/>
                <a:gd name="T12" fmla="*/ 74 w 29"/>
                <a:gd name="T13" fmla="*/ 462 h 35"/>
                <a:gd name="T14" fmla="*/ 290 w 29"/>
                <a:gd name="T15" fmla="*/ 655 h 35"/>
                <a:gd name="T16" fmla="*/ 444 w 29"/>
                <a:gd name="T17" fmla="*/ 483 h 35"/>
                <a:gd name="T18" fmla="*/ 412 w 29"/>
                <a:gd name="T19" fmla="*/ 40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5">
                  <a:moveTo>
                    <a:pt x="27" y="21"/>
                  </a:moveTo>
                  <a:cubicBezTo>
                    <a:pt x="23" y="14"/>
                    <a:pt x="25" y="11"/>
                    <a:pt x="27" y="8"/>
                  </a:cubicBezTo>
                  <a:cubicBezTo>
                    <a:pt x="27" y="7"/>
                    <a:pt x="26" y="6"/>
                    <a:pt x="26" y="5"/>
                  </a:cubicBezTo>
                  <a:cubicBezTo>
                    <a:pt x="24" y="2"/>
                    <a:pt x="19" y="0"/>
                    <a:pt x="13" y="0"/>
                  </a:cubicBezTo>
                  <a:cubicBezTo>
                    <a:pt x="7" y="1"/>
                    <a:pt x="1" y="7"/>
                    <a:pt x="1" y="13"/>
                  </a:cubicBezTo>
                  <a:cubicBezTo>
                    <a:pt x="0" y="16"/>
                    <a:pt x="2" y="15"/>
                    <a:pt x="3" y="18"/>
                  </a:cubicBezTo>
                  <a:cubicBezTo>
                    <a:pt x="4" y="20"/>
                    <a:pt x="5" y="22"/>
                    <a:pt x="5" y="24"/>
                  </a:cubicBezTo>
                  <a:cubicBezTo>
                    <a:pt x="8" y="30"/>
                    <a:pt x="12" y="35"/>
                    <a:pt x="19" y="34"/>
                  </a:cubicBezTo>
                  <a:cubicBezTo>
                    <a:pt x="24" y="33"/>
                    <a:pt x="27" y="29"/>
                    <a:pt x="29" y="25"/>
                  </a:cubicBezTo>
                  <a:cubicBezTo>
                    <a:pt x="28" y="24"/>
                    <a:pt x="27" y="23"/>
                    <a:pt x="27" y="21"/>
                  </a:cubicBezTo>
                  <a:close/>
                </a:path>
              </a:pathLst>
            </a:custGeom>
            <a:solidFill>
              <a:srgbClr val="E0D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2445">
              <a:extLst>
                <a:ext uri="{FF2B5EF4-FFF2-40B4-BE49-F238E27FC236}">
                  <a16:creationId xmlns:a16="http://schemas.microsoft.com/office/drawing/2014/main" id="{5DDE3007-1F97-4DC2-B56F-93484A6B5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987"/>
              <a:ext cx="80" cy="69"/>
            </a:xfrm>
            <a:custGeom>
              <a:avLst/>
              <a:gdLst>
                <a:gd name="T0" fmla="*/ 300 w 32"/>
                <a:gd name="T1" fmla="*/ 21 h 26"/>
                <a:gd name="T2" fmla="*/ 0 w 32"/>
                <a:gd name="T3" fmla="*/ 295 h 26"/>
                <a:gd name="T4" fmla="*/ 0 w 32"/>
                <a:gd name="T5" fmla="*/ 295 h 26"/>
                <a:gd name="T6" fmla="*/ 188 w 32"/>
                <a:gd name="T7" fmla="*/ 395 h 26"/>
                <a:gd name="T8" fmla="*/ 208 w 32"/>
                <a:gd name="T9" fmla="*/ 451 h 26"/>
                <a:gd name="T10" fmla="*/ 238 w 32"/>
                <a:gd name="T11" fmla="*/ 409 h 26"/>
                <a:gd name="T12" fmla="*/ 375 w 32"/>
                <a:gd name="T13" fmla="*/ 260 h 26"/>
                <a:gd name="T14" fmla="*/ 488 w 32"/>
                <a:gd name="T15" fmla="*/ 247 h 26"/>
                <a:gd name="T16" fmla="*/ 300 w 32"/>
                <a:gd name="T17" fmla="*/ 21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6">
                  <a:moveTo>
                    <a:pt x="19" y="1"/>
                  </a:moveTo>
                  <a:cubicBezTo>
                    <a:pt x="10" y="0"/>
                    <a:pt x="2" y="8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6" y="16"/>
                    <a:pt x="10" y="18"/>
                    <a:pt x="12" y="21"/>
                  </a:cubicBezTo>
                  <a:cubicBezTo>
                    <a:pt x="12" y="22"/>
                    <a:pt x="13" y="23"/>
                    <a:pt x="13" y="24"/>
                  </a:cubicBezTo>
                  <a:cubicBezTo>
                    <a:pt x="12" y="26"/>
                    <a:pt x="14" y="24"/>
                    <a:pt x="15" y="22"/>
                  </a:cubicBezTo>
                  <a:cubicBezTo>
                    <a:pt x="16" y="18"/>
                    <a:pt x="16" y="16"/>
                    <a:pt x="24" y="14"/>
                  </a:cubicBezTo>
                  <a:cubicBezTo>
                    <a:pt x="26" y="14"/>
                    <a:pt x="28" y="13"/>
                    <a:pt x="31" y="13"/>
                  </a:cubicBezTo>
                  <a:cubicBezTo>
                    <a:pt x="32" y="13"/>
                    <a:pt x="27" y="2"/>
                    <a:pt x="19" y="1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2446">
              <a:extLst>
                <a:ext uri="{FF2B5EF4-FFF2-40B4-BE49-F238E27FC236}">
                  <a16:creationId xmlns:a16="http://schemas.microsoft.com/office/drawing/2014/main" id="{763CD571-067B-43C0-A90C-3F76F599B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115"/>
              <a:ext cx="90" cy="104"/>
            </a:xfrm>
            <a:custGeom>
              <a:avLst/>
              <a:gdLst>
                <a:gd name="T0" fmla="*/ 333 w 36"/>
                <a:gd name="T1" fmla="*/ 35 h 39"/>
                <a:gd name="T2" fmla="*/ 270 w 36"/>
                <a:gd name="T3" fmla="*/ 21 h 39"/>
                <a:gd name="T4" fmla="*/ 220 w 36"/>
                <a:gd name="T5" fmla="*/ 21 h 39"/>
                <a:gd name="T6" fmla="*/ 33 w 36"/>
                <a:gd name="T7" fmla="*/ 376 h 39"/>
                <a:gd name="T8" fmla="*/ 345 w 36"/>
                <a:gd name="T9" fmla="*/ 661 h 39"/>
                <a:gd name="T10" fmla="*/ 470 w 36"/>
                <a:gd name="T11" fmla="*/ 264 h 39"/>
                <a:gd name="T12" fmla="*/ 333 w 36"/>
                <a:gd name="T13" fmla="*/ 3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9">
                  <a:moveTo>
                    <a:pt x="21" y="2"/>
                  </a:moveTo>
                  <a:cubicBezTo>
                    <a:pt x="20" y="2"/>
                    <a:pt x="18" y="1"/>
                    <a:pt x="17" y="1"/>
                  </a:cubicBezTo>
                  <a:cubicBezTo>
                    <a:pt x="16" y="0"/>
                    <a:pt x="15" y="0"/>
                    <a:pt x="14" y="1"/>
                  </a:cubicBezTo>
                  <a:cubicBezTo>
                    <a:pt x="4" y="2"/>
                    <a:pt x="0" y="11"/>
                    <a:pt x="2" y="20"/>
                  </a:cubicBezTo>
                  <a:cubicBezTo>
                    <a:pt x="4" y="29"/>
                    <a:pt x="7" y="39"/>
                    <a:pt x="22" y="35"/>
                  </a:cubicBezTo>
                  <a:cubicBezTo>
                    <a:pt x="36" y="31"/>
                    <a:pt x="30" y="14"/>
                    <a:pt x="30" y="14"/>
                  </a:cubicBezTo>
                  <a:cubicBezTo>
                    <a:pt x="30" y="14"/>
                    <a:pt x="27" y="6"/>
                    <a:pt x="21" y="2"/>
                  </a:cubicBezTo>
                  <a:close/>
                </a:path>
              </a:pathLst>
            </a:custGeom>
            <a:solidFill>
              <a:srgbClr val="E1E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2447">
              <a:extLst>
                <a:ext uri="{FF2B5EF4-FFF2-40B4-BE49-F238E27FC236}">
                  <a16:creationId xmlns:a16="http://schemas.microsoft.com/office/drawing/2014/main" id="{650A9CB9-9D5D-4DFA-8E5C-AB8903CB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115"/>
              <a:ext cx="37" cy="80"/>
            </a:xfrm>
            <a:custGeom>
              <a:avLst/>
              <a:gdLst>
                <a:gd name="T0" fmla="*/ 121 w 15"/>
                <a:gd name="T1" fmla="*/ 0 h 30"/>
                <a:gd name="T2" fmla="*/ 42 w 15"/>
                <a:gd name="T3" fmla="*/ 35 h 30"/>
                <a:gd name="T4" fmla="*/ 0 w 15"/>
                <a:gd name="T5" fmla="*/ 35 h 30"/>
                <a:gd name="T6" fmla="*/ 133 w 15"/>
                <a:gd name="T7" fmla="*/ 264 h 30"/>
                <a:gd name="T8" fmla="*/ 121 w 15"/>
                <a:gd name="T9" fmla="*/ 568 h 30"/>
                <a:gd name="T10" fmla="*/ 212 w 15"/>
                <a:gd name="T11" fmla="*/ 341 h 30"/>
                <a:gd name="T12" fmla="*/ 121 w 15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0">
                  <a:moveTo>
                    <a:pt x="8" y="0"/>
                  </a:moveTo>
                  <a:cubicBezTo>
                    <a:pt x="6" y="1"/>
                    <a:pt x="5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6" y="6"/>
                    <a:pt x="9" y="14"/>
                    <a:pt x="9" y="14"/>
                  </a:cubicBezTo>
                  <a:cubicBezTo>
                    <a:pt x="9" y="14"/>
                    <a:pt x="13" y="23"/>
                    <a:pt x="8" y="30"/>
                  </a:cubicBezTo>
                  <a:cubicBezTo>
                    <a:pt x="11" y="27"/>
                    <a:pt x="13" y="23"/>
                    <a:pt x="14" y="18"/>
                  </a:cubicBezTo>
                  <a:cubicBezTo>
                    <a:pt x="15" y="11"/>
                    <a:pt x="13" y="0"/>
                    <a:pt x="8" y="0"/>
                  </a:cubicBezTo>
                  <a:close/>
                </a:path>
              </a:pathLst>
            </a:custGeom>
            <a:solidFill>
              <a:srgbClr val="CED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2448">
              <a:extLst>
                <a:ext uri="{FF2B5EF4-FFF2-40B4-BE49-F238E27FC236}">
                  <a16:creationId xmlns:a16="http://schemas.microsoft.com/office/drawing/2014/main" id="{6288F972-1EE5-46F5-B209-D5B5AB82F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200"/>
              <a:ext cx="80" cy="77"/>
            </a:xfrm>
            <a:custGeom>
              <a:avLst/>
              <a:gdLst>
                <a:gd name="T0" fmla="*/ 95 w 32"/>
                <a:gd name="T1" fmla="*/ 507 h 29"/>
                <a:gd name="T2" fmla="*/ 250 w 32"/>
                <a:gd name="T3" fmla="*/ 374 h 29"/>
                <a:gd name="T4" fmla="*/ 408 w 32"/>
                <a:gd name="T5" fmla="*/ 247 h 29"/>
                <a:gd name="T6" fmla="*/ 488 w 32"/>
                <a:gd name="T7" fmla="*/ 260 h 29"/>
                <a:gd name="T8" fmla="*/ 345 w 32"/>
                <a:gd name="T9" fmla="*/ 35 h 29"/>
                <a:gd name="T10" fmla="*/ 50 w 32"/>
                <a:gd name="T11" fmla="*/ 247 h 29"/>
                <a:gd name="T12" fmla="*/ 50 w 32"/>
                <a:gd name="T13" fmla="*/ 520 h 29"/>
                <a:gd name="T14" fmla="*/ 95 w 32"/>
                <a:gd name="T15" fmla="*/ 542 h 29"/>
                <a:gd name="T16" fmla="*/ 95 w 32"/>
                <a:gd name="T17" fmla="*/ 50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9">
                  <a:moveTo>
                    <a:pt x="6" y="27"/>
                  </a:moveTo>
                  <a:cubicBezTo>
                    <a:pt x="6" y="24"/>
                    <a:pt x="12" y="22"/>
                    <a:pt x="16" y="20"/>
                  </a:cubicBezTo>
                  <a:cubicBezTo>
                    <a:pt x="19" y="18"/>
                    <a:pt x="23" y="14"/>
                    <a:pt x="26" y="13"/>
                  </a:cubicBezTo>
                  <a:cubicBezTo>
                    <a:pt x="28" y="13"/>
                    <a:pt x="30" y="13"/>
                    <a:pt x="31" y="14"/>
                  </a:cubicBezTo>
                  <a:cubicBezTo>
                    <a:pt x="32" y="8"/>
                    <a:pt x="26" y="3"/>
                    <a:pt x="22" y="2"/>
                  </a:cubicBezTo>
                  <a:cubicBezTo>
                    <a:pt x="16" y="0"/>
                    <a:pt x="5" y="3"/>
                    <a:pt x="3" y="13"/>
                  </a:cubicBezTo>
                  <a:cubicBezTo>
                    <a:pt x="0" y="23"/>
                    <a:pt x="1" y="26"/>
                    <a:pt x="3" y="28"/>
                  </a:cubicBezTo>
                  <a:cubicBezTo>
                    <a:pt x="4" y="29"/>
                    <a:pt x="5" y="29"/>
                    <a:pt x="6" y="29"/>
                  </a:cubicBezTo>
                  <a:cubicBezTo>
                    <a:pt x="6" y="29"/>
                    <a:pt x="6" y="28"/>
                    <a:pt x="6" y="27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2449">
              <a:extLst>
                <a:ext uri="{FF2B5EF4-FFF2-40B4-BE49-F238E27FC236}">
                  <a16:creationId xmlns:a16="http://schemas.microsoft.com/office/drawing/2014/main" id="{6A88BDC0-9E84-40AB-A4EF-1BDD0D3E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947"/>
              <a:ext cx="62" cy="80"/>
            </a:xfrm>
            <a:custGeom>
              <a:avLst/>
              <a:gdLst>
                <a:gd name="T0" fmla="*/ 154 w 25"/>
                <a:gd name="T1" fmla="*/ 77 h 30"/>
                <a:gd name="T2" fmla="*/ 42 w 25"/>
                <a:gd name="T3" fmla="*/ 456 h 30"/>
                <a:gd name="T4" fmla="*/ 258 w 25"/>
                <a:gd name="T5" fmla="*/ 533 h 30"/>
                <a:gd name="T6" fmla="*/ 382 w 25"/>
                <a:gd name="T7" fmla="*/ 285 h 30"/>
                <a:gd name="T8" fmla="*/ 154 w 25"/>
                <a:gd name="T9" fmla="*/ 7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10" y="4"/>
                  </a:moveTo>
                  <a:cubicBezTo>
                    <a:pt x="1" y="8"/>
                    <a:pt x="0" y="19"/>
                    <a:pt x="3" y="24"/>
                  </a:cubicBezTo>
                  <a:cubicBezTo>
                    <a:pt x="5" y="29"/>
                    <a:pt x="11" y="30"/>
                    <a:pt x="17" y="28"/>
                  </a:cubicBezTo>
                  <a:cubicBezTo>
                    <a:pt x="23" y="26"/>
                    <a:pt x="25" y="22"/>
                    <a:pt x="25" y="15"/>
                  </a:cubicBezTo>
                  <a:cubicBezTo>
                    <a:pt x="25" y="8"/>
                    <a:pt x="19" y="0"/>
                    <a:pt x="10" y="4"/>
                  </a:cubicBezTo>
                  <a:close/>
                </a:path>
              </a:pathLst>
            </a:custGeom>
            <a:solidFill>
              <a:srgbClr val="E0D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2450">
              <a:extLst>
                <a:ext uri="{FF2B5EF4-FFF2-40B4-BE49-F238E27FC236}">
                  <a16:creationId xmlns:a16="http://schemas.microsoft.com/office/drawing/2014/main" id="{B60F6A7F-0EE4-4E1C-A63E-53DF9FA2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976"/>
              <a:ext cx="65" cy="59"/>
            </a:xfrm>
            <a:custGeom>
              <a:avLst/>
              <a:gdLst>
                <a:gd name="T0" fmla="*/ 395 w 26"/>
                <a:gd name="T1" fmla="*/ 231 h 22"/>
                <a:gd name="T2" fmla="*/ 395 w 26"/>
                <a:gd name="T3" fmla="*/ 0 h 22"/>
                <a:gd name="T4" fmla="*/ 395 w 26"/>
                <a:gd name="T5" fmla="*/ 80 h 22"/>
                <a:gd name="T6" fmla="*/ 270 w 26"/>
                <a:gd name="T7" fmla="*/ 330 h 22"/>
                <a:gd name="T8" fmla="*/ 50 w 26"/>
                <a:gd name="T9" fmla="*/ 252 h 22"/>
                <a:gd name="T10" fmla="*/ 33 w 26"/>
                <a:gd name="T11" fmla="*/ 94 h 22"/>
                <a:gd name="T12" fmla="*/ 50 w 26"/>
                <a:gd name="T13" fmla="*/ 346 h 22"/>
                <a:gd name="T14" fmla="*/ 238 w 26"/>
                <a:gd name="T15" fmla="*/ 424 h 22"/>
                <a:gd name="T16" fmla="*/ 395 w 26"/>
                <a:gd name="T17" fmla="*/ 23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2">
                  <a:moveTo>
                    <a:pt x="25" y="12"/>
                  </a:moveTo>
                  <a:cubicBezTo>
                    <a:pt x="26" y="8"/>
                    <a:pt x="26" y="3"/>
                    <a:pt x="25" y="0"/>
                  </a:cubicBezTo>
                  <a:cubicBezTo>
                    <a:pt x="25" y="1"/>
                    <a:pt x="25" y="3"/>
                    <a:pt x="25" y="4"/>
                  </a:cubicBezTo>
                  <a:cubicBezTo>
                    <a:pt x="25" y="11"/>
                    <a:pt x="23" y="15"/>
                    <a:pt x="17" y="17"/>
                  </a:cubicBezTo>
                  <a:cubicBezTo>
                    <a:pt x="11" y="19"/>
                    <a:pt x="5" y="18"/>
                    <a:pt x="3" y="13"/>
                  </a:cubicBezTo>
                  <a:cubicBezTo>
                    <a:pt x="2" y="11"/>
                    <a:pt x="1" y="8"/>
                    <a:pt x="2" y="5"/>
                  </a:cubicBezTo>
                  <a:cubicBezTo>
                    <a:pt x="0" y="9"/>
                    <a:pt x="0" y="15"/>
                    <a:pt x="3" y="18"/>
                  </a:cubicBezTo>
                  <a:cubicBezTo>
                    <a:pt x="6" y="21"/>
                    <a:pt x="10" y="22"/>
                    <a:pt x="15" y="22"/>
                  </a:cubicBezTo>
                  <a:cubicBezTo>
                    <a:pt x="22" y="22"/>
                    <a:pt x="24" y="18"/>
                    <a:pt x="25" y="12"/>
                  </a:cubicBezTo>
                  <a:close/>
                </a:path>
              </a:pathLst>
            </a:custGeom>
            <a:solidFill>
              <a:srgbClr val="AEA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Freeform 2451">
              <a:extLst>
                <a:ext uri="{FF2B5EF4-FFF2-40B4-BE49-F238E27FC236}">
                  <a16:creationId xmlns:a16="http://schemas.microsoft.com/office/drawing/2014/main" id="{CAC60A55-1BC9-4373-8B9A-A13869214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77"/>
              <a:ext cx="90" cy="75"/>
            </a:xfrm>
            <a:custGeom>
              <a:avLst/>
              <a:gdLst>
                <a:gd name="T0" fmla="*/ 250 w 36"/>
                <a:gd name="T1" fmla="*/ 94 h 28"/>
                <a:gd name="T2" fmla="*/ 533 w 36"/>
                <a:gd name="T3" fmla="*/ 308 h 28"/>
                <a:gd name="T4" fmla="*/ 375 w 36"/>
                <a:gd name="T5" fmla="*/ 423 h 28"/>
                <a:gd name="T6" fmla="*/ 83 w 36"/>
                <a:gd name="T7" fmla="*/ 517 h 28"/>
                <a:gd name="T8" fmla="*/ 250 w 36"/>
                <a:gd name="T9" fmla="*/ 9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8">
                  <a:moveTo>
                    <a:pt x="16" y="5"/>
                  </a:moveTo>
                  <a:cubicBezTo>
                    <a:pt x="30" y="0"/>
                    <a:pt x="36" y="14"/>
                    <a:pt x="34" y="16"/>
                  </a:cubicBezTo>
                  <a:cubicBezTo>
                    <a:pt x="33" y="18"/>
                    <a:pt x="29" y="19"/>
                    <a:pt x="24" y="22"/>
                  </a:cubicBezTo>
                  <a:cubicBezTo>
                    <a:pt x="20" y="25"/>
                    <a:pt x="11" y="28"/>
                    <a:pt x="5" y="27"/>
                  </a:cubicBezTo>
                  <a:cubicBezTo>
                    <a:pt x="0" y="24"/>
                    <a:pt x="1" y="9"/>
                    <a:pt x="16" y="5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2" name="Freeform 2452">
              <a:extLst>
                <a:ext uri="{FF2B5EF4-FFF2-40B4-BE49-F238E27FC236}">
                  <a16:creationId xmlns:a16="http://schemas.microsoft.com/office/drawing/2014/main" id="{A2A8E743-B3B3-4D14-83D9-B102EECE3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117"/>
              <a:ext cx="97" cy="86"/>
            </a:xfrm>
            <a:custGeom>
              <a:avLst/>
              <a:gdLst>
                <a:gd name="T0" fmla="*/ 308 w 39"/>
                <a:gd name="T1" fmla="*/ 0 h 32"/>
                <a:gd name="T2" fmla="*/ 229 w 39"/>
                <a:gd name="T3" fmla="*/ 22 h 32"/>
                <a:gd name="T4" fmla="*/ 216 w 39"/>
                <a:gd name="T5" fmla="*/ 22 h 32"/>
                <a:gd name="T6" fmla="*/ 62 w 39"/>
                <a:gd name="T7" fmla="*/ 137 h 32"/>
                <a:gd name="T8" fmla="*/ 92 w 39"/>
                <a:gd name="T9" fmla="*/ 449 h 32"/>
                <a:gd name="T10" fmla="*/ 341 w 39"/>
                <a:gd name="T11" fmla="*/ 621 h 32"/>
                <a:gd name="T12" fmla="*/ 383 w 39"/>
                <a:gd name="T13" fmla="*/ 564 h 32"/>
                <a:gd name="T14" fmla="*/ 537 w 39"/>
                <a:gd name="T15" fmla="*/ 406 h 32"/>
                <a:gd name="T16" fmla="*/ 308 w 39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20" y="0"/>
                  </a:moveTo>
                  <a:cubicBezTo>
                    <a:pt x="19" y="0"/>
                    <a:pt x="16" y="0"/>
                    <a:pt x="15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3"/>
                    <a:pt x="9" y="4"/>
                    <a:pt x="4" y="7"/>
                  </a:cubicBezTo>
                  <a:cubicBezTo>
                    <a:pt x="0" y="13"/>
                    <a:pt x="2" y="20"/>
                    <a:pt x="6" y="23"/>
                  </a:cubicBezTo>
                  <a:cubicBezTo>
                    <a:pt x="12" y="23"/>
                    <a:pt x="18" y="27"/>
                    <a:pt x="22" y="32"/>
                  </a:cubicBezTo>
                  <a:cubicBezTo>
                    <a:pt x="23" y="31"/>
                    <a:pt x="25" y="30"/>
                    <a:pt x="25" y="29"/>
                  </a:cubicBezTo>
                  <a:cubicBezTo>
                    <a:pt x="28" y="27"/>
                    <a:pt x="33" y="27"/>
                    <a:pt x="35" y="21"/>
                  </a:cubicBezTo>
                  <a:cubicBezTo>
                    <a:pt x="39" y="10"/>
                    <a:pt x="30" y="0"/>
                    <a:pt x="20" y="0"/>
                  </a:cubicBezTo>
                  <a:close/>
                </a:path>
              </a:pathLst>
            </a:custGeom>
            <a:solidFill>
              <a:srgbClr val="E0D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3" name="Freeform 2453">
              <a:extLst>
                <a:ext uri="{FF2B5EF4-FFF2-40B4-BE49-F238E27FC236}">
                  <a16:creationId xmlns:a16="http://schemas.microsoft.com/office/drawing/2014/main" id="{04819AB1-9386-4B00-94D5-FA4AA6C90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136"/>
              <a:ext cx="60" cy="85"/>
            </a:xfrm>
            <a:custGeom>
              <a:avLst/>
              <a:gdLst>
                <a:gd name="T0" fmla="*/ 175 w 24"/>
                <a:gd name="T1" fmla="*/ 0 h 32"/>
                <a:gd name="T2" fmla="*/ 175 w 24"/>
                <a:gd name="T3" fmla="*/ 0 h 32"/>
                <a:gd name="T4" fmla="*/ 208 w 24"/>
                <a:gd name="T5" fmla="*/ 260 h 32"/>
                <a:gd name="T6" fmla="*/ 50 w 24"/>
                <a:gd name="T7" fmla="*/ 409 h 32"/>
                <a:gd name="T8" fmla="*/ 0 w 24"/>
                <a:gd name="T9" fmla="*/ 465 h 32"/>
                <a:gd name="T10" fmla="*/ 0 w 24"/>
                <a:gd name="T11" fmla="*/ 465 h 32"/>
                <a:gd name="T12" fmla="*/ 33 w 24"/>
                <a:gd name="T13" fmla="*/ 523 h 32"/>
                <a:gd name="T14" fmla="*/ 50 w 24"/>
                <a:gd name="T15" fmla="*/ 545 h 32"/>
                <a:gd name="T16" fmla="*/ 345 w 24"/>
                <a:gd name="T17" fmla="*/ 303 h 32"/>
                <a:gd name="T18" fmla="*/ 175 w 24"/>
                <a:gd name="T19" fmla="*/ 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2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4" y="4"/>
                    <a:pt x="15" y="9"/>
                    <a:pt x="13" y="14"/>
                  </a:cubicBezTo>
                  <a:cubicBezTo>
                    <a:pt x="11" y="20"/>
                    <a:pt x="6" y="20"/>
                    <a:pt x="3" y="22"/>
                  </a:cubicBezTo>
                  <a:cubicBezTo>
                    <a:pt x="3" y="23"/>
                    <a:pt x="1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6"/>
                    <a:pt x="2" y="27"/>
                    <a:pt x="2" y="28"/>
                  </a:cubicBezTo>
                  <a:cubicBezTo>
                    <a:pt x="2" y="28"/>
                    <a:pt x="3" y="29"/>
                    <a:pt x="3" y="29"/>
                  </a:cubicBezTo>
                  <a:cubicBezTo>
                    <a:pt x="13" y="32"/>
                    <a:pt x="21" y="25"/>
                    <a:pt x="22" y="16"/>
                  </a:cubicBezTo>
                  <a:cubicBezTo>
                    <a:pt x="24" y="7"/>
                    <a:pt x="20" y="0"/>
                    <a:pt x="11" y="0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4" name="Freeform 2454">
              <a:extLst>
                <a:ext uri="{FF2B5EF4-FFF2-40B4-BE49-F238E27FC236}">
                  <a16:creationId xmlns:a16="http://schemas.microsoft.com/office/drawing/2014/main" id="{BAAEB15F-DC39-493A-AB6E-10C940AD6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080"/>
              <a:ext cx="88" cy="88"/>
            </a:xfrm>
            <a:custGeom>
              <a:avLst/>
              <a:gdLst>
                <a:gd name="T0" fmla="*/ 221 w 35"/>
                <a:gd name="T1" fmla="*/ 56 h 33"/>
                <a:gd name="T2" fmla="*/ 113 w 35"/>
                <a:gd name="T3" fmla="*/ 491 h 33"/>
                <a:gd name="T4" fmla="*/ 463 w 35"/>
                <a:gd name="T5" fmla="*/ 491 h 33"/>
                <a:gd name="T6" fmla="*/ 475 w 35"/>
                <a:gd name="T7" fmla="*/ 136 h 33"/>
                <a:gd name="T8" fmla="*/ 221 w 35"/>
                <a:gd name="T9" fmla="*/ 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3">
                  <a:moveTo>
                    <a:pt x="14" y="3"/>
                  </a:moveTo>
                  <a:cubicBezTo>
                    <a:pt x="4" y="7"/>
                    <a:pt x="0" y="21"/>
                    <a:pt x="7" y="26"/>
                  </a:cubicBezTo>
                  <a:cubicBezTo>
                    <a:pt x="14" y="32"/>
                    <a:pt x="24" y="33"/>
                    <a:pt x="29" y="26"/>
                  </a:cubicBezTo>
                  <a:cubicBezTo>
                    <a:pt x="34" y="20"/>
                    <a:pt x="35" y="10"/>
                    <a:pt x="30" y="7"/>
                  </a:cubicBezTo>
                  <a:cubicBezTo>
                    <a:pt x="24" y="4"/>
                    <a:pt x="20" y="0"/>
                    <a:pt x="14" y="3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5" name="Freeform 2455">
              <a:extLst>
                <a:ext uri="{FF2B5EF4-FFF2-40B4-BE49-F238E27FC236}">
                  <a16:creationId xmlns:a16="http://schemas.microsoft.com/office/drawing/2014/main" id="{00145B21-BC8D-43C2-85DF-596B258F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933"/>
              <a:ext cx="85" cy="86"/>
            </a:xfrm>
            <a:custGeom>
              <a:avLst/>
              <a:gdLst>
                <a:gd name="T0" fmla="*/ 408 w 34"/>
                <a:gd name="T1" fmla="*/ 505 h 32"/>
                <a:gd name="T2" fmla="*/ 113 w 34"/>
                <a:gd name="T3" fmla="*/ 505 h 32"/>
                <a:gd name="T4" fmla="*/ 125 w 34"/>
                <a:gd name="T5" fmla="*/ 81 h 32"/>
                <a:gd name="T6" fmla="*/ 395 w 34"/>
                <a:gd name="T7" fmla="*/ 81 h 32"/>
                <a:gd name="T8" fmla="*/ 408 w 34"/>
                <a:gd name="T9" fmla="*/ 50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26" y="26"/>
                  </a:moveTo>
                  <a:cubicBezTo>
                    <a:pt x="20" y="32"/>
                    <a:pt x="14" y="30"/>
                    <a:pt x="7" y="26"/>
                  </a:cubicBezTo>
                  <a:cubicBezTo>
                    <a:pt x="0" y="22"/>
                    <a:pt x="1" y="10"/>
                    <a:pt x="8" y="4"/>
                  </a:cubicBezTo>
                  <a:cubicBezTo>
                    <a:pt x="15" y="0"/>
                    <a:pt x="20" y="1"/>
                    <a:pt x="25" y="4"/>
                  </a:cubicBezTo>
                  <a:cubicBezTo>
                    <a:pt x="30" y="6"/>
                    <a:pt x="34" y="19"/>
                    <a:pt x="26" y="26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6" name="Freeform 2456">
              <a:extLst>
                <a:ext uri="{FF2B5EF4-FFF2-40B4-BE49-F238E27FC236}">
                  <a16:creationId xmlns:a16="http://schemas.microsoft.com/office/drawing/2014/main" id="{63B7A55F-E4F9-4CC5-A0C2-79AC7F13B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920"/>
              <a:ext cx="67" cy="69"/>
            </a:xfrm>
            <a:custGeom>
              <a:avLst/>
              <a:gdLst>
                <a:gd name="T0" fmla="*/ 400 w 27"/>
                <a:gd name="T1" fmla="*/ 353 h 26"/>
                <a:gd name="T2" fmla="*/ 246 w 27"/>
                <a:gd name="T3" fmla="*/ 21 h 26"/>
                <a:gd name="T4" fmla="*/ 0 w 27"/>
                <a:gd name="T5" fmla="*/ 226 h 26"/>
                <a:gd name="T6" fmla="*/ 196 w 27"/>
                <a:gd name="T7" fmla="*/ 486 h 26"/>
                <a:gd name="T8" fmla="*/ 246 w 27"/>
                <a:gd name="T9" fmla="*/ 486 h 26"/>
                <a:gd name="T10" fmla="*/ 400 w 27"/>
                <a:gd name="T11" fmla="*/ 35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6" y="19"/>
                  </a:moveTo>
                  <a:cubicBezTo>
                    <a:pt x="27" y="12"/>
                    <a:pt x="24" y="2"/>
                    <a:pt x="16" y="1"/>
                  </a:cubicBezTo>
                  <a:cubicBezTo>
                    <a:pt x="7" y="0"/>
                    <a:pt x="1" y="2"/>
                    <a:pt x="0" y="12"/>
                  </a:cubicBezTo>
                  <a:cubicBezTo>
                    <a:pt x="0" y="16"/>
                    <a:pt x="4" y="26"/>
                    <a:pt x="13" y="26"/>
                  </a:cubicBezTo>
                  <a:cubicBezTo>
                    <a:pt x="14" y="26"/>
                    <a:pt x="15" y="26"/>
                    <a:pt x="16" y="26"/>
                  </a:cubicBezTo>
                  <a:cubicBezTo>
                    <a:pt x="21" y="26"/>
                    <a:pt x="24" y="24"/>
                    <a:pt x="26" y="19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7" name="Freeform 2457">
              <a:extLst>
                <a:ext uri="{FF2B5EF4-FFF2-40B4-BE49-F238E27FC236}">
                  <a16:creationId xmlns:a16="http://schemas.microsoft.com/office/drawing/2014/main" id="{AF31C7C6-88AF-4F90-8410-63F0B036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973"/>
              <a:ext cx="55" cy="94"/>
            </a:xfrm>
            <a:custGeom>
              <a:avLst/>
              <a:gdLst>
                <a:gd name="T0" fmla="*/ 95 w 22"/>
                <a:gd name="T1" fmla="*/ 81 h 35"/>
                <a:gd name="T2" fmla="*/ 63 w 22"/>
                <a:gd name="T3" fmla="*/ 389 h 35"/>
                <a:gd name="T4" fmla="*/ 283 w 22"/>
                <a:gd name="T5" fmla="*/ 424 h 35"/>
                <a:gd name="T6" fmla="*/ 95 w 22"/>
                <a:gd name="T7" fmla="*/ 8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6" y="4"/>
                  </a:moveTo>
                  <a:cubicBezTo>
                    <a:pt x="0" y="7"/>
                    <a:pt x="2" y="15"/>
                    <a:pt x="4" y="20"/>
                  </a:cubicBezTo>
                  <a:cubicBezTo>
                    <a:pt x="6" y="25"/>
                    <a:pt x="14" y="35"/>
                    <a:pt x="18" y="22"/>
                  </a:cubicBezTo>
                  <a:cubicBezTo>
                    <a:pt x="22" y="10"/>
                    <a:pt x="14" y="0"/>
                    <a:pt x="6" y="4"/>
                  </a:cubicBezTo>
                  <a:close/>
                </a:path>
              </a:pathLst>
            </a:custGeom>
            <a:solidFill>
              <a:srgbClr val="E0D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8" name="Freeform 2458">
              <a:extLst>
                <a:ext uri="{FF2B5EF4-FFF2-40B4-BE49-F238E27FC236}">
                  <a16:creationId xmlns:a16="http://schemas.microsoft.com/office/drawing/2014/main" id="{E9292195-8ED7-40D0-8627-4DC420510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76"/>
              <a:ext cx="60" cy="93"/>
            </a:xfrm>
            <a:custGeom>
              <a:avLst/>
              <a:gdLst>
                <a:gd name="T0" fmla="*/ 208 w 24"/>
                <a:gd name="T1" fmla="*/ 353 h 35"/>
                <a:gd name="T2" fmla="*/ 238 w 24"/>
                <a:gd name="T3" fmla="*/ 56 h 35"/>
                <a:gd name="T4" fmla="*/ 313 w 24"/>
                <a:gd name="T5" fmla="*/ 56 h 35"/>
                <a:gd name="T6" fmla="*/ 113 w 24"/>
                <a:gd name="T7" fmla="*/ 353 h 35"/>
                <a:gd name="T8" fmla="*/ 375 w 24"/>
                <a:gd name="T9" fmla="*/ 508 h 35"/>
                <a:gd name="T10" fmla="*/ 375 w 24"/>
                <a:gd name="T11" fmla="*/ 486 h 35"/>
                <a:gd name="T12" fmla="*/ 208 w 24"/>
                <a:gd name="T13" fmla="*/ 35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13" y="19"/>
                  </a:moveTo>
                  <a:cubicBezTo>
                    <a:pt x="11" y="14"/>
                    <a:pt x="9" y="6"/>
                    <a:pt x="15" y="3"/>
                  </a:cubicBezTo>
                  <a:cubicBezTo>
                    <a:pt x="17" y="3"/>
                    <a:pt x="18" y="2"/>
                    <a:pt x="20" y="3"/>
                  </a:cubicBezTo>
                  <a:cubicBezTo>
                    <a:pt x="14" y="0"/>
                    <a:pt x="0" y="4"/>
                    <a:pt x="7" y="19"/>
                  </a:cubicBezTo>
                  <a:cubicBezTo>
                    <a:pt x="13" y="35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0" y="30"/>
                    <a:pt x="15" y="23"/>
                    <a:pt x="13" y="19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9" name="Freeform 2459">
              <a:extLst>
                <a:ext uri="{FF2B5EF4-FFF2-40B4-BE49-F238E27FC236}">
                  <a16:creationId xmlns:a16="http://schemas.microsoft.com/office/drawing/2014/main" id="{B33F7812-7AB2-4BF3-BE4B-33AB61A8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40"/>
              <a:ext cx="77" cy="83"/>
            </a:xfrm>
            <a:custGeom>
              <a:avLst/>
              <a:gdLst>
                <a:gd name="T0" fmla="*/ 445 w 31"/>
                <a:gd name="T1" fmla="*/ 265 h 31"/>
                <a:gd name="T2" fmla="*/ 412 w 31"/>
                <a:gd name="T3" fmla="*/ 171 h 31"/>
                <a:gd name="T4" fmla="*/ 432 w 31"/>
                <a:gd name="T5" fmla="*/ 115 h 31"/>
                <a:gd name="T6" fmla="*/ 30 w 31"/>
                <a:gd name="T7" fmla="*/ 367 h 31"/>
                <a:gd name="T8" fmla="*/ 30 w 31"/>
                <a:gd name="T9" fmla="*/ 402 h 31"/>
                <a:gd name="T10" fmla="*/ 75 w 31"/>
                <a:gd name="T11" fmla="*/ 423 h 31"/>
                <a:gd name="T12" fmla="*/ 124 w 31"/>
                <a:gd name="T13" fmla="*/ 538 h 31"/>
                <a:gd name="T14" fmla="*/ 353 w 31"/>
                <a:gd name="T15" fmla="*/ 538 h 31"/>
                <a:gd name="T16" fmla="*/ 474 w 31"/>
                <a:gd name="T17" fmla="*/ 388 h 31"/>
                <a:gd name="T18" fmla="*/ 445 w 31"/>
                <a:gd name="T19" fmla="*/ 265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1">
                  <a:moveTo>
                    <a:pt x="29" y="14"/>
                  </a:moveTo>
                  <a:cubicBezTo>
                    <a:pt x="28" y="11"/>
                    <a:pt x="26" y="12"/>
                    <a:pt x="27" y="9"/>
                  </a:cubicBezTo>
                  <a:cubicBezTo>
                    <a:pt x="27" y="8"/>
                    <a:pt x="27" y="7"/>
                    <a:pt x="28" y="6"/>
                  </a:cubicBezTo>
                  <a:cubicBezTo>
                    <a:pt x="15" y="0"/>
                    <a:pt x="0" y="11"/>
                    <a:pt x="2" y="19"/>
                  </a:cubicBezTo>
                  <a:cubicBezTo>
                    <a:pt x="2" y="20"/>
                    <a:pt x="2" y="20"/>
                    <a:pt x="2" y="21"/>
                  </a:cubicBezTo>
                  <a:cubicBezTo>
                    <a:pt x="3" y="21"/>
                    <a:pt x="4" y="21"/>
                    <a:pt x="5" y="22"/>
                  </a:cubicBezTo>
                  <a:cubicBezTo>
                    <a:pt x="7" y="23"/>
                    <a:pt x="8" y="26"/>
                    <a:pt x="8" y="28"/>
                  </a:cubicBezTo>
                  <a:cubicBezTo>
                    <a:pt x="11" y="30"/>
                    <a:pt x="16" y="31"/>
                    <a:pt x="23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1" y="18"/>
                    <a:pt x="30" y="16"/>
                    <a:pt x="29" y="14"/>
                  </a:cubicBezTo>
                  <a:close/>
                </a:path>
              </a:pathLst>
            </a:custGeom>
            <a:solidFill>
              <a:srgbClr val="D0D2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0" name="Freeform 2460">
              <a:extLst>
                <a:ext uri="{FF2B5EF4-FFF2-40B4-BE49-F238E27FC236}">
                  <a16:creationId xmlns:a16="http://schemas.microsoft.com/office/drawing/2014/main" id="{2777475C-1994-4220-A69F-0D8CF7411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008"/>
              <a:ext cx="88" cy="69"/>
            </a:xfrm>
            <a:custGeom>
              <a:avLst/>
              <a:gdLst>
                <a:gd name="T0" fmla="*/ 493 w 35"/>
                <a:gd name="T1" fmla="*/ 295 h 26"/>
                <a:gd name="T2" fmla="*/ 209 w 35"/>
                <a:gd name="T3" fmla="*/ 56 h 26"/>
                <a:gd name="T4" fmla="*/ 83 w 35"/>
                <a:gd name="T5" fmla="*/ 395 h 26"/>
                <a:gd name="T6" fmla="*/ 189 w 35"/>
                <a:gd name="T7" fmla="*/ 486 h 26"/>
                <a:gd name="T8" fmla="*/ 493 w 35"/>
                <a:gd name="T9" fmla="*/ 29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31" y="16"/>
                  </a:moveTo>
                  <a:cubicBezTo>
                    <a:pt x="35" y="9"/>
                    <a:pt x="25" y="0"/>
                    <a:pt x="13" y="3"/>
                  </a:cubicBezTo>
                  <a:cubicBezTo>
                    <a:pt x="0" y="5"/>
                    <a:pt x="2" y="18"/>
                    <a:pt x="5" y="21"/>
                  </a:cubicBezTo>
                  <a:cubicBezTo>
                    <a:pt x="7" y="24"/>
                    <a:pt x="9" y="25"/>
                    <a:pt x="12" y="26"/>
                  </a:cubicBezTo>
                  <a:cubicBezTo>
                    <a:pt x="14" y="20"/>
                    <a:pt x="23" y="16"/>
                    <a:pt x="31" y="16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1" name="Freeform 2461">
              <a:extLst>
                <a:ext uri="{FF2B5EF4-FFF2-40B4-BE49-F238E27FC236}">
                  <a16:creationId xmlns:a16="http://schemas.microsoft.com/office/drawing/2014/main" id="{99D55965-8005-46BE-95C3-CB09D304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61"/>
              <a:ext cx="75" cy="70"/>
            </a:xfrm>
            <a:custGeom>
              <a:avLst/>
              <a:gdLst>
                <a:gd name="T0" fmla="*/ 470 w 30"/>
                <a:gd name="T1" fmla="*/ 218 h 26"/>
                <a:gd name="T2" fmla="*/ 470 w 30"/>
                <a:gd name="T3" fmla="*/ 197 h 26"/>
                <a:gd name="T4" fmla="*/ 363 w 30"/>
                <a:gd name="T5" fmla="*/ 22 h 26"/>
                <a:gd name="T6" fmla="*/ 250 w 30"/>
                <a:gd name="T7" fmla="*/ 22 h 26"/>
                <a:gd name="T8" fmla="*/ 0 w 30"/>
                <a:gd name="T9" fmla="*/ 291 h 26"/>
                <a:gd name="T10" fmla="*/ 95 w 30"/>
                <a:gd name="T11" fmla="*/ 471 h 26"/>
                <a:gd name="T12" fmla="*/ 345 w 30"/>
                <a:gd name="T13" fmla="*/ 450 h 26"/>
                <a:gd name="T14" fmla="*/ 470 w 30"/>
                <a:gd name="T15" fmla="*/ 218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6">
                  <a:moveTo>
                    <a:pt x="30" y="11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29" y="2"/>
                    <a:pt x="23" y="1"/>
                  </a:cubicBezTo>
                  <a:cubicBezTo>
                    <a:pt x="21" y="0"/>
                    <a:pt x="16" y="1"/>
                    <a:pt x="16" y="1"/>
                  </a:cubicBezTo>
                  <a:cubicBezTo>
                    <a:pt x="9" y="1"/>
                    <a:pt x="0" y="11"/>
                    <a:pt x="0" y="15"/>
                  </a:cubicBezTo>
                  <a:cubicBezTo>
                    <a:pt x="0" y="19"/>
                    <a:pt x="0" y="22"/>
                    <a:pt x="6" y="24"/>
                  </a:cubicBezTo>
                  <a:cubicBezTo>
                    <a:pt x="12" y="26"/>
                    <a:pt x="19" y="25"/>
                    <a:pt x="22" y="23"/>
                  </a:cubicBezTo>
                  <a:cubicBezTo>
                    <a:pt x="22" y="19"/>
                    <a:pt x="25" y="14"/>
                    <a:pt x="30" y="11"/>
                  </a:cubicBezTo>
                  <a:close/>
                </a:path>
              </a:pathLst>
            </a:custGeom>
            <a:solidFill>
              <a:srgbClr val="CED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2" name="Freeform 2462">
              <a:extLst>
                <a:ext uri="{FF2B5EF4-FFF2-40B4-BE49-F238E27FC236}">
                  <a16:creationId xmlns:a16="http://schemas.microsoft.com/office/drawing/2014/main" id="{08CF6E4A-04D2-4AF6-80E4-99ACBBC6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011"/>
              <a:ext cx="87" cy="90"/>
            </a:xfrm>
            <a:custGeom>
              <a:avLst/>
              <a:gdLst>
                <a:gd name="T0" fmla="*/ 229 w 35"/>
                <a:gd name="T1" fmla="*/ 630 h 34"/>
                <a:gd name="T2" fmla="*/ 475 w 35"/>
                <a:gd name="T3" fmla="*/ 371 h 34"/>
                <a:gd name="T4" fmla="*/ 524 w 35"/>
                <a:gd name="T5" fmla="*/ 371 h 34"/>
                <a:gd name="T6" fmla="*/ 524 w 35"/>
                <a:gd name="T7" fmla="*/ 349 h 34"/>
                <a:gd name="T8" fmla="*/ 278 w 35"/>
                <a:gd name="T9" fmla="*/ 21 h 34"/>
                <a:gd name="T10" fmla="*/ 0 w 35"/>
                <a:gd name="T11" fmla="*/ 315 h 34"/>
                <a:gd name="T12" fmla="*/ 229 w 35"/>
                <a:gd name="T13" fmla="*/ 630 h 34"/>
                <a:gd name="T14" fmla="*/ 229 w 35"/>
                <a:gd name="T15" fmla="*/ 63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4">
                  <a:moveTo>
                    <a:pt x="15" y="34"/>
                  </a:moveTo>
                  <a:cubicBezTo>
                    <a:pt x="15" y="30"/>
                    <a:pt x="24" y="20"/>
                    <a:pt x="31" y="20"/>
                  </a:cubicBezTo>
                  <a:cubicBezTo>
                    <a:pt x="31" y="20"/>
                    <a:pt x="32" y="20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8"/>
                    <a:pt x="25" y="0"/>
                    <a:pt x="18" y="1"/>
                  </a:cubicBezTo>
                  <a:cubicBezTo>
                    <a:pt x="7" y="2"/>
                    <a:pt x="0" y="8"/>
                    <a:pt x="0" y="17"/>
                  </a:cubicBezTo>
                  <a:cubicBezTo>
                    <a:pt x="1" y="25"/>
                    <a:pt x="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3" name="Freeform 2463">
              <a:extLst>
                <a:ext uri="{FF2B5EF4-FFF2-40B4-BE49-F238E27FC236}">
                  <a16:creationId xmlns:a16="http://schemas.microsoft.com/office/drawing/2014/main" id="{B0EC9F02-1310-4584-BA74-6732FE3F9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251"/>
              <a:ext cx="82" cy="77"/>
            </a:xfrm>
            <a:custGeom>
              <a:avLst/>
              <a:gdLst>
                <a:gd name="T0" fmla="*/ 137 w 33"/>
                <a:gd name="T1" fmla="*/ 170 h 29"/>
                <a:gd name="T2" fmla="*/ 42 w 33"/>
                <a:gd name="T3" fmla="*/ 297 h 29"/>
                <a:gd name="T4" fmla="*/ 186 w 33"/>
                <a:gd name="T5" fmla="*/ 520 h 29"/>
                <a:gd name="T6" fmla="*/ 462 w 33"/>
                <a:gd name="T7" fmla="*/ 247 h 29"/>
                <a:gd name="T8" fmla="*/ 278 w 33"/>
                <a:gd name="T9" fmla="*/ 21 h 29"/>
                <a:gd name="T10" fmla="*/ 137 w 33"/>
                <a:gd name="T11" fmla="*/ 17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9">
                  <a:moveTo>
                    <a:pt x="9" y="9"/>
                  </a:moveTo>
                  <a:cubicBezTo>
                    <a:pt x="8" y="12"/>
                    <a:pt x="5" y="10"/>
                    <a:pt x="3" y="16"/>
                  </a:cubicBezTo>
                  <a:cubicBezTo>
                    <a:pt x="0" y="21"/>
                    <a:pt x="3" y="27"/>
                    <a:pt x="12" y="28"/>
                  </a:cubicBezTo>
                  <a:cubicBezTo>
                    <a:pt x="21" y="29"/>
                    <a:pt x="27" y="20"/>
                    <a:pt x="30" y="13"/>
                  </a:cubicBezTo>
                  <a:cubicBezTo>
                    <a:pt x="33" y="6"/>
                    <a:pt x="28" y="0"/>
                    <a:pt x="18" y="1"/>
                  </a:cubicBezTo>
                  <a:cubicBezTo>
                    <a:pt x="15" y="1"/>
                    <a:pt x="11" y="5"/>
                    <a:pt x="9" y="9"/>
                  </a:cubicBezTo>
                  <a:close/>
                </a:path>
              </a:pathLst>
            </a:custGeom>
            <a:solidFill>
              <a:srgbClr val="E1E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4" name="Freeform 2464">
              <a:extLst>
                <a:ext uri="{FF2B5EF4-FFF2-40B4-BE49-F238E27FC236}">
                  <a16:creationId xmlns:a16="http://schemas.microsoft.com/office/drawing/2014/main" id="{E6332096-882C-45DE-AF3C-5CDE20C9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315"/>
              <a:ext cx="113" cy="80"/>
            </a:xfrm>
            <a:custGeom>
              <a:avLst/>
              <a:gdLst>
                <a:gd name="T0" fmla="*/ 63 w 45"/>
                <a:gd name="T1" fmla="*/ 512 h 30"/>
                <a:gd name="T2" fmla="*/ 284 w 45"/>
                <a:gd name="T3" fmla="*/ 93 h 30"/>
                <a:gd name="T4" fmla="*/ 650 w 45"/>
                <a:gd name="T5" fmla="*/ 264 h 30"/>
                <a:gd name="T6" fmla="*/ 409 w 45"/>
                <a:gd name="T7" fmla="*/ 568 h 30"/>
                <a:gd name="T8" fmla="*/ 63 w 45"/>
                <a:gd name="T9" fmla="*/ 51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0">
                  <a:moveTo>
                    <a:pt x="4" y="27"/>
                  </a:moveTo>
                  <a:cubicBezTo>
                    <a:pt x="0" y="24"/>
                    <a:pt x="2" y="9"/>
                    <a:pt x="18" y="5"/>
                  </a:cubicBezTo>
                  <a:cubicBezTo>
                    <a:pt x="33" y="0"/>
                    <a:pt x="40" y="10"/>
                    <a:pt x="41" y="14"/>
                  </a:cubicBezTo>
                  <a:cubicBezTo>
                    <a:pt x="42" y="18"/>
                    <a:pt x="45" y="30"/>
                    <a:pt x="26" y="30"/>
                  </a:cubicBezTo>
                  <a:cubicBezTo>
                    <a:pt x="7" y="30"/>
                    <a:pt x="7" y="30"/>
                    <a:pt x="4" y="27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5" name="Freeform 2465">
              <a:extLst>
                <a:ext uri="{FF2B5EF4-FFF2-40B4-BE49-F238E27FC236}">
                  <a16:creationId xmlns:a16="http://schemas.microsoft.com/office/drawing/2014/main" id="{D2AF3183-45E3-47CC-9514-97DD8C16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301"/>
              <a:ext cx="87" cy="80"/>
            </a:xfrm>
            <a:custGeom>
              <a:avLst/>
              <a:gdLst>
                <a:gd name="T0" fmla="*/ 537 w 35"/>
                <a:gd name="T1" fmla="*/ 248 h 30"/>
                <a:gd name="T2" fmla="*/ 507 w 35"/>
                <a:gd name="T3" fmla="*/ 56 h 30"/>
                <a:gd name="T4" fmla="*/ 321 w 35"/>
                <a:gd name="T5" fmla="*/ 0 h 30"/>
                <a:gd name="T6" fmla="*/ 92 w 35"/>
                <a:gd name="T7" fmla="*/ 171 h 30"/>
                <a:gd name="T8" fmla="*/ 75 w 35"/>
                <a:gd name="T9" fmla="*/ 435 h 30"/>
                <a:gd name="T10" fmla="*/ 415 w 35"/>
                <a:gd name="T11" fmla="*/ 533 h 30"/>
                <a:gd name="T12" fmla="*/ 537 w 35"/>
                <a:gd name="T13" fmla="*/ 24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0">
                  <a:moveTo>
                    <a:pt x="35" y="13"/>
                  </a:moveTo>
                  <a:cubicBezTo>
                    <a:pt x="35" y="10"/>
                    <a:pt x="35" y="6"/>
                    <a:pt x="33" y="3"/>
                  </a:cubicBezTo>
                  <a:cubicBezTo>
                    <a:pt x="30" y="0"/>
                    <a:pt x="25" y="0"/>
                    <a:pt x="21" y="0"/>
                  </a:cubicBezTo>
                  <a:cubicBezTo>
                    <a:pt x="15" y="0"/>
                    <a:pt x="10" y="4"/>
                    <a:pt x="6" y="9"/>
                  </a:cubicBezTo>
                  <a:cubicBezTo>
                    <a:pt x="4" y="12"/>
                    <a:pt x="0" y="20"/>
                    <a:pt x="5" y="23"/>
                  </a:cubicBezTo>
                  <a:cubicBezTo>
                    <a:pt x="10" y="27"/>
                    <a:pt x="22" y="30"/>
                    <a:pt x="27" y="28"/>
                  </a:cubicBezTo>
                  <a:cubicBezTo>
                    <a:pt x="27" y="24"/>
                    <a:pt x="29" y="18"/>
                    <a:pt x="35" y="13"/>
                  </a:cubicBezTo>
                  <a:close/>
                </a:path>
              </a:pathLst>
            </a:custGeom>
            <a:solidFill>
              <a:srgbClr val="E1E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6" name="Freeform 2466">
              <a:extLst>
                <a:ext uri="{FF2B5EF4-FFF2-40B4-BE49-F238E27FC236}">
                  <a16:creationId xmlns:a16="http://schemas.microsoft.com/office/drawing/2014/main" id="{61B28031-234D-4387-A765-B6549A5A5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267"/>
              <a:ext cx="100" cy="85"/>
            </a:xfrm>
            <a:custGeom>
              <a:avLst/>
              <a:gdLst>
                <a:gd name="T0" fmla="*/ 220 w 40"/>
                <a:gd name="T1" fmla="*/ 409 h 32"/>
                <a:gd name="T2" fmla="*/ 458 w 40"/>
                <a:gd name="T3" fmla="*/ 247 h 32"/>
                <a:gd name="T4" fmla="*/ 625 w 40"/>
                <a:gd name="T5" fmla="*/ 303 h 32"/>
                <a:gd name="T6" fmla="*/ 175 w 40"/>
                <a:gd name="T7" fmla="*/ 600 h 32"/>
                <a:gd name="T8" fmla="*/ 220 w 40"/>
                <a:gd name="T9" fmla="*/ 40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2">
                  <a:moveTo>
                    <a:pt x="14" y="22"/>
                  </a:moveTo>
                  <a:cubicBezTo>
                    <a:pt x="18" y="17"/>
                    <a:pt x="23" y="13"/>
                    <a:pt x="29" y="13"/>
                  </a:cubicBezTo>
                  <a:cubicBezTo>
                    <a:pt x="33" y="13"/>
                    <a:pt x="37" y="13"/>
                    <a:pt x="40" y="16"/>
                  </a:cubicBezTo>
                  <a:cubicBezTo>
                    <a:pt x="31" y="0"/>
                    <a:pt x="0" y="17"/>
                    <a:pt x="11" y="32"/>
                  </a:cubicBezTo>
                  <a:cubicBezTo>
                    <a:pt x="10" y="29"/>
                    <a:pt x="12" y="24"/>
                    <a:pt x="14" y="22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7" name="Freeform 2467">
              <a:extLst>
                <a:ext uri="{FF2B5EF4-FFF2-40B4-BE49-F238E27FC236}">
                  <a16:creationId xmlns:a16="http://schemas.microsoft.com/office/drawing/2014/main" id="{811D1381-5835-438C-95D4-E4FB293B4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299"/>
              <a:ext cx="80" cy="80"/>
            </a:xfrm>
            <a:custGeom>
              <a:avLst/>
              <a:gdLst>
                <a:gd name="T0" fmla="*/ 438 w 32"/>
                <a:gd name="T1" fmla="*/ 93 h 30"/>
                <a:gd name="T2" fmla="*/ 250 w 32"/>
                <a:gd name="T3" fmla="*/ 21 h 30"/>
                <a:gd name="T4" fmla="*/ 0 w 32"/>
                <a:gd name="T5" fmla="*/ 227 h 30"/>
                <a:gd name="T6" fmla="*/ 113 w 32"/>
                <a:gd name="T7" fmla="*/ 376 h 30"/>
                <a:gd name="T8" fmla="*/ 113 w 32"/>
                <a:gd name="T9" fmla="*/ 533 h 30"/>
                <a:gd name="T10" fmla="*/ 300 w 32"/>
                <a:gd name="T11" fmla="*/ 547 h 30"/>
                <a:gd name="T12" fmla="*/ 438 w 32"/>
                <a:gd name="T13" fmla="*/ 9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0">
                  <a:moveTo>
                    <a:pt x="28" y="5"/>
                  </a:moveTo>
                  <a:cubicBezTo>
                    <a:pt x="27" y="4"/>
                    <a:pt x="22" y="0"/>
                    <a:pt x="16" y="1"/>
                  </a:cubicBezTo>
                  <a:cubicBezTo>
                    <a:pt x="10" y="1"/>
                    <a:pt x="2" y="5"/>
                    <a:pt x="0" y="12"/>
                  </a:cubicBezTo>
                  <a:cubicBezTo>
                    <a:pt x="4" y="14"/>
                    <a:pt x="6" y="18"/>
                    <a:pt x="7" y="20"/>
                  </a:cubicBezTo>
                  <a:cubicBezTo>
                    <a:pt x="7" y="21"/>
                    <a:pt x="8" y="25"/>
                    <a:pt x="7" y="28"/>
                  </a:cubicBezTo>
                  <a:cubicBezTo>
                    <a:pt x="11" y="29"/>
                    <a:pt x="15" y="30"/>
                    <a:pt x="19" y="29"/>
                  </a:cubicBezTo>
                  <a:cubicBezTo>
                    <a:pt x="32" y="24"/>
                    <a:pt x="31" y="9"/>
                    <a:pt x="28" y="5"/>
                  </a:cubicBezTo>
                  <a:close/>
                </a:path>
              </a:pathLst>
            </a:custGeom>
            <a:solidFill>
              <a:srgbClr val="D0D2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8" name="Freeform 2468">
              <a:extLst>
                <a:ext uri="{FF2B5EF4-FFF2-40B4-BE49-F238E27FC236}">
                  <a16:creationId xmlns:a16="http://schemas.microsoft.com/office/drawing/2014/main" id="{B02AF85D-2C2B-49D5-9F94-89719F19F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117"/>
              <a:ext cx="98" cy="99"/>
            </a:xfrm>
            <a:custGeom>
              <a:avLst/>
              <a:gdLst>
                <a:gd name="T0" fmla="*/ 442 w 39"/>
                <a:gd name="T1" fmla="*/ 559 h 37"/>
                <a:gd name="T2" fmla="*/ 146 w 39"/>
                <a:gd name="T3" fmla="*/ 629 h 37"/>
                <a:gd name="T4" fmla="*/ 95 w 39"/>
                <a:gd name="T5" fmla="*/ 209 h 37"/>
                <a:gd name="T6" fmla="*/ 442 w 39"/>
                <a:gd name="T7" fmla="*/ 94 h 37"/>
                <a:gd name="T8" fmla="*/ 442 w 39"/>
                <a:gd name="T9" fmla="*/ 55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7">
                  <a:moveTo>
                    <a:pt x="28" y="29"/>
                  </a:moveTo>
                  <a:cubicBezTo>
                    <a:pt x="24" y="36"/>
                    <a:pt x="17" y="37"/>
                    <a:pt x="9" y="33"/>
                  </a:cubicBezTo>
                  <a:cubicBezTo>
                    <a:pt x="2" y="30"/>
                    <a:pt x="0" y="22"/>
                    <a:pt x="6" y="11"/>
                  </a:cubicBezTo>
                  <a:cubicBezTo>
                    <a:pt x="11" y="0"/>
                    <a:pt x="22" y="1"/>
                    <a:pt x="28" y="5"/>
                  </a:cubicBezTo>
                  <a:cubicBezTo>
                    <a:pt x="39" y="11"/>
                    <a:pt x="32" y="24"/>
                    <a:pt x="28" y="29"/>
                  </a:cubicBezTo>
                  <a:close/>
                </a:path>
              </a:pathLst>
            </a:custGeom>
            <a:solidFill>
              <a:srgbClr val="E0D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9" name="Freeform 2469">
              <a:extLst>
                <a:ext uri="{FF2B5EF4-FFF2-40B4-BE49-F238E27FC236}">
                  <a16:creationId xmlns:a16="http://schemas.microsoft.com/office/drawing/2014/main" id="{43872BF2-9A70-4231-8B38-656266F55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291"/>
              <a:ext cx="77" cy="53"/>
            </a:xfrm>
            <a:custGeom>
              <a:avLst/>
              <a:gdLst>
                <a:gd name="T0" fmla="*/ 216 w 31"/>
                <a:gd name="T1" fmla="*/ 281 h 20"/>
                <a:gd name="T2" fmla="*/ 462 w 31"/>
                <a:gd name="T3" fmla="*/ 133 h 20"/>
                <a:gd name="T4" fmla="*/ 229 w 31"/>
                <a:gd name="T5" fmla="*/ 0 h 20"/>
                <a:gd name="T6" fmla="*/ 0 w 31"/>
                <a:gd name="T7" fmla="*/ 260 h 20"/>
                <a:gd name="T8" fmla="*/ 216 w 31"/>
                <a:gd name="T9" fmla="*/ 28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14" y="15"/>
                  </a:moveTo>
                  <a:cubicBezTo>
                    <a:pt x="17" y="14"/>
                    <a:pt x="31" y="12"/>
                    <a:pt x="30" y="7"/>
                  </a:cubicBezTo>
                  <a:cubicBezTo>
                    <a:pt x="29" y="2"/>
                    <a:pt x="22" y="0"/>
                    <a:pt x="15" y="0"/>
                  </a:cubicBezTo>
                  <a:cubicBezTo>
                    <a:pt x="7" y="1"/>
                    <a:pt x="0" y="4"/>
                    <a:pt x="0" y="14"/>
                  </a:cubicBezTo>
                  <a:cubicBezTo>
                    <a:pt x="0" y="17"/>
                    <a:pt x="2" y="20"/>
                    <a:pt x="14" y="15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0" name="Freeform 2470">
              <a:extLst>
                <a:ext uri="{FF2B5EF4-FFF2-40B4-BE49-F238E27FC236}">
                  <a16:creationId xmlns:a16="http://schemas.microsoft.com/office/drawing/2014/main" id="{CC263543-8DE7-42B9-8659-888ED537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43"/>
              <a:ext cx="77" cy="74"/>
            </a:xfrm>
            <a:custGeom>
              <a:avLst/>
              <a:gdLst>
                <a:gd name="T0" fmla="*/ 12 w 31"/>
                <a:gd name="T1" fmla="*/ 336 h 28"/>
                <a:gd name="T2" fmla="*/ 246 w 31"/>
                <a:gd name="T3" fmla="*/ 460 h 28"/>
                <a:gd name="T4" fmla="*/ 229 w 31"/>
                <a:gd name="T5" fmla="*/ 518 h 28"/>
                <a:gd name="T6" fmla="*/ 258 w 31"/>
                <a:gd name="T7" fmla="*/ 518 h 28"/>
                <a:gd name="T8" fmla="*/ 445 w 31"/>
                <a:gd name="T9" fmla="*/ 349 h 28"/>
                <a:gd name="T10" fmla="*/ 308 w 31"/>
                <a:gd name="T11" fmla="*/ 0 h 28"/>
                <a:gd name="T12" fmla="*/ 12 w 31"/>
                <a:gd name="T13" fmla="*/ 204 h 28"/>
                <a:gd name="T14" fmla="*/ 0 w 31"/>
                <a:gd name="T15" fmla="*/ 336 h 28"/>
                <a:gd name="T16" fmla="*/ 12 w 31"/>
                <a:gd name="T17" fmla="*/ 33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8">
                  <a:moveTo>
                    <a:pt x="1" y="18"/>
                  </a:moveTo>
                  <a:cubicBezTo>
                    <a:pt x="8" y="18"/>
                    <a:pt x="15" y="20"/>
                    <a:pt x="16" y="25"/>
                  </a:cubicBezTo>
                  <a:cubicBezTo>
                    <a:pt x="16" y="26"/>
                    <a:pt x="16" y="27"/>
                    <a:pt x="15" y="28"/>
                  </a:cubicBezTo>
                  <a:cubicBezTo>
                    <a:pt x="15" y="28"/>
                    <a:pt x="16" y="28"/>
                    <a:pt x="17" y="28"/>
                  </a:cubicBezTo>
                  <a:cubicBezTo>
                    <a:pt x="19" y="24"/>
                    <a:pt x="24" y="21"/>
                    <a:pt x="29" y="19"/>
                  </a:cubicBezTo>
                  <a:cubicBezTo>
                    <a:pt x="31" y="13"/>
                    <a:pt x="29" y="1"/>
                    <a:pt x="20" y="0"/>
                  </a:cubicBezTo>
                  <a:cubicBezTo>
                    <a:pt x="13" y="0"/>
                    <a:pt x="3" y="1"/>
                    <a:pt x="1" y="11"/>
                  </a:cubicBezTo>
                  <a:cubicBezTo>
                    <a:pt x="0" y="14"/>
                    <a:pt x="0" y="16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lose/>
                </a:path>
              </a:pathLst>
            </a:custGeom>
            <a:solidFill>
              <a:srgbClr val="E8D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1" name="Freeform 2471">
              <a:extLst>
                <a:ext uri="{FF2B5EF4-FFF2-40B4-BE49-F238E27FC236}">
                  <a16:creationId xmlns:a16="http://schemas.microsoft.com/office/drawing/2014/main" id="{C6301FEA-A69B-4999-987E-8F24F8F61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253"/>
              <a:ext cx="78" cy="72"/>
            </a:xfrm>
            <a:custGeom>
              <a:avLst/>
              <a:gdLst>
                <a:gd name="T0" fmla="*/ 476 w 31"/>
                <a:gd name="T1" fmla="*/ 136 h 27"/>
                <a:gd name="T2" fmla="*/ 493 w 31"/>
                <a:gd name="T3" fmla="*/ 56 h 27"/>
                <a:gd name="T4" fmla="*/ 413 w 31"/>
                <a:gd name="T5" fmla="*/ 0 h 27"/>
                <a:gd name="T6" fmla="*/ 254 w 31"/>
                <a:gd name="T7" fmla="*/ 56 h 27"/>
                <a:gd name="T8" fmla="*/ 159 w 31"/>
                <a:gd name="T9" fmla="*/ 149 h 27"/>
                <a:gd name="T10" fmla="*/ 20 w 31"/>
                <a:gd name="T11" fmla="*/ 227 h 27"/>
                <a:gd name="T12" fmla="*/ 63 w 31"/>
                <a:gd name="T13" fmla="*/ 477 h 27"/>
                <a:gd name="T14" fmla="*/ 242 w 31"/>
                <a:gd name="T15" fmla="*/ 491 h 27"/>
                <a:gd name="T16" fmla="*/ 463 w 31"/>
                <a:gd name="T17" fmla="*/ 264 h 27"/>
                <a:gd name="T18" fmla="*/ 476 w 31"/>
                <a:gd name="T19" fmla="*/ 136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7">
                  <a:moveTo>
                    <a:pt x="30" y="7"/>
                  </a:moveTo>
                  <a:cubicBezTo>
                    <a:pt x="30" y="6"/>
                    <a:pt x="30" y="4"/>
                    <a:pt x="31" y="3"/>
                  </a:cubicBezTo>
                  <a:cubicBezTo>
                    <a:pt x="30" y="2"/>
                    <a:pt x="28" y="1"/>
                    <a:pt x="26" y="0"/>
                  </a:cubicBezTo>
                  <a:cubicBezTo>
                    <a:pt x="22" y="0"/>
                    <a:pt x="19" y="1"/>
                    <a:pt x="16" y="3"/>
                  </a:cubicBezTo>
                  <a:cubicBezTo>
                    <a:pt x="13" y="6"/>
                    <a:pt x="14" y="7"/>
                    <a:pt x="10" y="8"/>
                  </a:cubicBezTo>
                  <a:cubicBezTo>
                    <a:pt x="7" y="8"/>
                    <a:pt x="3" y="9"/>
                    <a:pt x="1" y="12"/>
                  </a:cubicBezTo>
                  <a:cubicBezTo>
                    <a:pt x="0" y="16"/>
                    <a:pt x="1" y="22"/>
                    <a:pt x="4" y="25"/>
                  </a:cubicBezTo>
                  <a:cubicBezTo>
                    <a:pt x="6" y="27"/>
                    <a:pt x="11" y="27"/>
                    <a:pt x="15" y="26"/>
                  </a:cubicBezTo>
                  <a:cubicBezTo>
                    <a:pt x="16" y="18"/>
                    <a:pt x="22" y="15"/>
                    <a:pt x="29" y="14"/>
                  </a:cubicBezTo>
                  <a:cubicBezTo>
                    <a:pt x="29" y="12"/>
                    <a:pt x="29" y="10"/>
                    <a:pt x="30" y="7"/>
                  </a:cubicBezTo>
                  <a:close/>
                </a:path>
              </a:pathLst>
            </a:custGeom>
            <a:solidFill>
              <a:srgbClr val="C8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2" name="Freeform 2472">
              <a:extLst>
                <a:ext uri="{FF2B5EF4-FFF2-40B4-BE49-F238E27FC236}">
                  <a16:creationId xmlns:a16="http://schemas.microsoft.com/office/drawing/2014/main" id="{95CBBB1C-6458-497E-AF34-EB0A72D42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171"/>
              <a:ext cx="95" cy="90"/>
            </a:xfrm>
            <a:custGeom>
              <a:avLst/>
              <a:gdLst>
                <a:gd name="T0" fmla="*/ 595 w 38"/>
                <a:gd name="T1" fmla="*/ 315 h 34"/>
                <a:gd name="T2" fmla="*/ 220 w 38"/>
                <a:gd name="T3" fmla="*/ 77 h 34"/>
                <a:gd name="T4" fmla="*/ 20 w 38"/>
                <a:gd name="T5" fmla="*/ 463 h 34"/>
                <a:gd name="T6" fmla="*/ 20 w 38"/>
                <a:gd name="T7" fmla="*/ 463 h 34"/>
                <a:gd name="T8" fmla="*/ 50 w 38"/>
                <a:gd name="T9" fmla="*/ 498 h 34"/>
                <a:gd name="T10" fmla="*/ 83 w 38"/>
                <a:gd name="T11" fmla="*/ 540 h 34"/>
                <a:gd name="T12" fmla="*/ 83 w 38"/>
                <a:gd name="T13" fmla="*/ 574 h 34"/>
                <a:gd name="T14" fmla="*/ 95 w 38"/>
                <a:gd name="T15" fmla="*/ 596 h 34"/>
                <a:gd name="T16" fmla="*/ 158 w 38"/>
                <a:gd name="T17" fmla="*/ 574 h 34"/>
                <a:gd name="T18" fmla="*/ 238 w 38"/>
                <a:gd name="T19" fmla="*/ 630 h 34"/>
                <a:gd name="T20" fmla="*/ 238 w 38"/>
                <a:gd name="T21" fmla="*/ 630 h 34"/>
                <a:gd name="T22" fmla="*/ 520 w 38"/>
                <a:gd name="T23" fmla="*/ 498 h 34"/>
                <a:gd name="T24" fmla="*/ 563 w 38"/>
                <a:gd name="T25" fmla="*/ 519 h 34"/>
                <a:gd name="T26" fmla="*/ 595 w 38"/>
                <a:gd name="T27" fmla="*/ 315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34">
                  <a:moveTo>
                    <a:pt x="38" y="17"/>
                  </a:moveTo>
                  <a:cubicBezTo>
                    <a:pt x="36" y="9"/>
                    <a:pt x="23" y="0"/>
                    <a:pt x="14" y="4"/>
                  </a:cubicBezTo>
                  <a:cubicBezTo>
                    <a:pt x="3" y="7"/>
                    <a:pt x="0" y="17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6"/>
                    <a:pt x="2" y="26"/>
                    <a:pt x="3" y="27"/>
                  </a:cubicBezTo>
                  <a:cubicBezTo>
                    <a:pt x="4" y="27"/>
                    <a:pt x="4" y="28"/>
                    <a:pt x="5" y="29"/>
                  </a:cubicBezTo>
                  <a:cubicBezTo>
                    <a:pt x="5" y="30"/>
                    <a:pt x="6" y="32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31"/>
                    <a:pt x="8" y="31"/>
                    <a:pt x="10" y="31"/>
                  </a:cubicBezTo>
                  <a:cubicBezTo>
                    <a:pt x="12" y="32"/>
                    <a:pt x="14" y="33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9" y="28"/>
                    <a:pt x="27" y="27"/>
                    <a:pt x="33" y="27"/>
                  </a:cubicBezTo>
                  <a:cubicBezTo>
                    <a:pt x="34" y="27"/>
                    <a:pt x="35" y="27"/>
                    <a:pt x="36" y="28"/>
                  </a:cubicBezTo>
                  <a:cubicBezTo>
                    <a:pt x="38" y="25"/>
                    <a:pt x="38" y="21"/>
                    <a:pt x="38" y="17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3" name="Freeform 2473">
              <a:extLst>
                <a:ext uri="{FF2B5EF4-FFF2-40B4-BE49-F238E27FC236}">
                  <a16:creationId xmlns:a16="http://schemas.microsoft.com/office/drawing/2014/main" id="{32A1018C-F20A-4666-AB46-34E1C6E02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36"/>
              <a:ext cx="67" cy="88"/>
            </a:xfrm>
            <a:custGeom>
              <a:avLst/>
              <a:gdLst>
                <a:gd name="T0" fmla="*/ 350 w 27"/>
                <a:gd name="T1" fmla="*/ 320 h 33"/>
                <a:gd name="T2" fmla="*/ 412 w 27"/>
                <a:gd name="T3" fmla="*/ 307 h 33"/>
                <a:gd name="T4" fmla="*/ 400 w 27"/>
                <a:gd name="T5" fmla="*/ 264 h 33"/>
                <a:gd name="T6" fmla="*/ 400 w 27"/>
                <a:gd name="T7" fmla="*/ 0 h 33"/>
                <a:gd name="T8" fmla="*/ 104 w 27"/>
                <a:gd name="T9" fmla="*/ 93 h 33"/>
                <a:gd name="T10" fmla="*/ 12 w 27"/>
                <a:gd name="T11" fmla="*/ 285 h 33"/>
                <a:gd name="T12" fmla="*/ 74 w 27"/>
                <a:gd name="T13" fmla="*/ 533 h 33"/>
                <a:gd name="T14" fmla="*/ 154 w 27"/>
                <a:gd name="T15" fmla="*/ 627 h 33"/>
                <a:gd name="T16" fmla="*/ 350 w 27"/>
                <a:gd name="T17" fmla="*/ 32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3">
                  <a:moveTo>
                    <a:pt x="23" y="17"/>
                  </a:moveTo>
                  <a:cubicBezTo>
                    <a:pt x="25" y="16"/>
                    <a:pt x="26" y="16"/>
                    <a:pt x="27" y="16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4" y="11"/>
                    <a:pt x="23" y="5"/>
                    <a:pt x="26" y="0"/>
                  </a:cubicBezTo>
                  <a:cubicBezTo>
                    <a:pt x="22" y="3"/>
                    <a:pt x="13" y="6"/>
                    <a:pt x="7" y="5"/>
                  </a:cubicBezTo>
                  <a:cubicBezTo>
                    <a:pt x="3" y="7"/>
                    <a:pt x="1" y="11"/>
                    <a:pt x="1" y="15"/>
                  </a:cubicBezTo>
                  <a:cubicBezTo>
                    <a:pt x="0" y="20"/>
                    <a:pt x="2" y="24"/>
                    <a:pt x="5" y="28"/>
                  </a:cubicBezTo>
                  <a:cubicBezTo>
                    <a:pt x="6" y="30"/>
                    <a:pt x="8" y="32"/>
                    <a:pt x="10" y="33"/>
                  </a:cubicBezTo>
                  <a:cubicBezTo>
                    <a:pt x="10" y="26"/>
                    <a:pt x="15" y="19"/>
                    <a:pt x="23" y="17"/>
                  </a:cubicBezTo>
                  <a:close/>
                </a:path>
              </a:pathLst>
            </a:custGeom>
            <a:solidFill>
              <a:srgbClr val="8F9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4" name="Freeform 2474">
              <a:extLst>
                <a:ext uri="{FF2B5EF4-FFF2-40B4-BE49-F238E27FC236}">
                  <a16:creationId xmlns:a16="http://schemas.microsoft.com/office/drawing/2014/main" id="{5048D481-9350-4670-A291-6EFBABBB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139"/>
              <a:ext cx="65" cy="72"/>
            </a:xfrm>
            <a:custGeom>
              <a:avLst/>
              <a:gdLst>
                <a:gd name="T0" fmla="*/ 188 w 26"/>
                <a:gd name="T1" fmla="*/ 512 h 27"/>
                <a:gd name="T2" fmla="*/ 188 w 26"/>
                <a:gd name="T3" fmla="*/ 512 h 27"/>
                <a:gd name="T4" fmla="*/ 395 w 26"/>
                <a:gd name="T5" fmla="*/ 477 h 27"/>
                <a:gd name="T6" fmla="*/ 408 w 26"/>
                <a:gd name="T7" fmla="*/ 477 h 27"/>
                <a:gd name="T8" fmla="*/ 408 w 26"/>
                <a:gd name="T9" fmla="*/ 477 h 27"/>
                <a:gd name="T10" fmla="*/ 313 w 26"/>
                <a:gd name="T11" fmla="*/ 205 h 27"/>
                <a:gd name="T12" fmla="*/ 313 w 26"/>
                <a:gd name="T13" fmla="*/ 56 h 27"/>
                <a:gd name="T14" fmla="*/ 313 w 26"/>
                <a:gd name="T15" fmla="*/ 35 h 27"/>
                <a:gd name="T16" fmla="*/ 33 w 26"/>
                <a:gd name="T17" fmla="*/ 192 h 27"/>
                <a:gd name="T18" fmla="*/ 188 w 26"/>
                <a:gd name="T19" fmla="*/ 512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7">
                  <a:moveTo>
                    <a:pt x="12" y="27"/>
                  </a:moveTo>
                  <a:cubicBezTo>
                    <a:pt x="12" y="27"/>
                    <a:pt x="12" y="27"/>
                    <a:pt x="12" y="27"/>
                  </a:cubicBezTo>
                  <a:cubicBezTo>
                    <a:pt x="16" y="24"/>
                    <a:pt x="21" y="24"/>
                    <a:pt x="25" y="25"/>
                  </a:cubicBezTo>
                  <a:cubicBezTo>
                    <a:pt x="25" y="25"/>
                    <a:pt x="25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3" y="22"/>
                    <a:pt x="21" y="16"/>
                    <a:pt x="20" y="11"/>
                  </a:cubicBezTo>
                  <a:cubicBezTo>
                    <a:pt x="20" y="8"/>
                    <a:pt x="20" y="5"/>
                    <a:pt x="20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0"/>
                    <a:pt x="3" y="3"/>
                    <a:pt x="2" y="10"/>
                  </a:cubicBezTo>
                  <a:cubicBezTo>
                    <a:pt x="0" y="18"/>
                    <a:pt x="4" y="26"/>
                    <a:pt x="12" y="27"/>
                  </a:cubicBezTo>
                  <a:close/>
                </a:path>
              </a:pathLst>
            </a:custGeom>
            <a:solidFill>
              <a:srgbClr val="CED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5" name="Freeform 2475">
              <a:extLst>
                <a:ext uri="{FF2B5EF4-FFF2-40B4-BE49-F238E27FC236}">
                  <a16:creationId xmlns:a16="http://schemas.microsoft.com/office/drawing/2014/main" id="{C3C40D8C-58F4-42F1-9173-F0F539FF7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131"/>
              <a:ext cx="50" cy="26"/>
            </a:xfrm>
            <a:custGeom>
              <a:avLst/>
              <a:gdLst>
                <a:gd name="T0" fmla="*/ 270 w 20"/>
                <a:gd name="T1" fmla="*/ 88 h 10"/>
                <a:gd name="T2" fmla="*/ 270 w 20"/>
                <a:gd name="T3" fmla="*/ 109 h 10"/>
                <a:gd name="T4" fmla="*/ 270 w 20"/>
                <a:gd name="T5" fmla="*/ 109 h 10"/>
                <a:gd name="T6" fmla="*/ 313 w 20"/>
                <a:gd name="T7" fmla="*/ 0 h 10"/>
                <a:gd name="T8" fmla="*/ 0 w 20"/>
                <a:gd name="T9" fmla="*/ 177 h 10"/>
                <a:gd name="T10" fmla="*/ 270 w 20"/>
                <a:gd name="T11" fmla="*/ 8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0">
                  <a:moveTo>
                    <a:pt x="17" y="5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4"/>
                    <a:pt x="19" y="2"/>
                    <a:pt x="20" y="0"/>
                  </a:cubicBezTo>
                  <a:cubicBezTo>
                    <a:pt x="9" y="0"/>
                    <a:pt x="3" y="3"/>
                    <a:pt x="0" y="10"/>
                  </a:cubicBezTo>
                  <a:cubicBezTo>
                    <a:pt x="3" y="5"/>
                    <a:pt x="11" y="3"/>
                    <a:pt x="17" y="5"/>
                  </a:cubicBezTo>
                  <a:close/>
                </a:path>
              </a:pathLst>
            </a:custGeom>
            <a:solidFill>
              <a:srgbClr val="D8D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6" name="Freeform 2476">
              <a:extLst>
                <a:ext uri="{FF2B5EF4-FFF2-40B4-BE49-F238E27FC236}">
                  <a16:creationId xmlns:a16="http://schemas.microsoft.com/office/drawing/2014/main" id="{CADDB82F-4FAF-4549-8B10-1F3173326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117"/>
              <a:ext cx="68" cy="107"/>
            </a:xfrm>
            <a:custGeom>
              <a:avLst/>
              <a:gdLst>
                <a:gd name="T0" fmla="*/ 179 w 27"/>
                <a:gd name="T1" fmla="*/ 629 h 40"/>
                <a:gd name="T2" fmla="*/ 126 w 27"/>
                <a:gd name="T3" fmla="*/ 209 h 40"/>
                <a:gd name="T4" fmla="*/ 368 w 27"/>
                <a:gd name="T5" fmla="*/ 35 h 40"/>
                <a:gd name="T6" fmla="*/ 368 w 27"/>
                <a:gd name="T7" fmla="*/ 35 h 40"/>
                <a:gd name="T8" fmla="*/ 50 w 27"/>
                <a:gd name="T9" fmla="*/ 251 h 40"/>
                <a:gd name="T10" fmla="*/ 50 w 27"/>
                <a:gd name="T11" fmla="*/ 321 h 40"/>
                <a:gd name="T12" fmla="*/ 0 w 27"/>
                <a:gd name="T13" fmla="*/ 500 h 40"/>
                <a:gd name="T14" fmla="*/ 0 w 27"/>
                <a:gd name="T15" fmla="*/ 594 h 40"/>
                <a:gd name="T16" fmla="*/ 159 w 27"/>
                <a:gd name="T17" fmla="*/ 650 h 40"/>
                <a:gd name="T18" fmla="*/ 222 w 27"/>
                <a:gd name="T19" fmla="*/ 730 h 40"/>
                <a:gd name="T20" fmla="*/ 431 w 27"/>
                <a:gd name="T21" fmla="*/ 629 h 40"/>
                <a:gd name="T22" fmla="*/ 179 w 27"/>
                <a:gd name="T23" fmla="*/ 629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11" y="33"/>
                  </a:moveTo>
                  <a:cubicBezTo>
                    <a:pt x="4" y="30"/>
                    <a:pt x="2" y="22"/>
                    <a:pt x="8" y="11"/>
                  </a:cubicBezTo>
                  <a:cubicBezTo>
                    <a:pt x="11" y="4"/>
                    <a:pt x="17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15" y="0"/>
                    <a:pt x="8" y="6"/>
                    <a:pt x="3" y="13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3" y="20"/>
                    <a:pt x="1" y="23"/>
                    <a:pt x="0" y="26"/>
                  </a:cubicBezTo>
                  <a:cubicBezTo>
                    <a:pt x="0" y="28"/>
                    <a:pt x="0" y="29"/>
                    <a:pt x="0" y="31"/>
                  </a:cubicBezTo>
                  <a:cubicBezTo>
                    <a:pt x="4" y="30"/>
                    <a:pt x="8" y="31"/>
                    <a:pt x="10" y="34"/>
                  </a:cubicBezTo>
                  <a:cubicBezTo>
                    <a:pt x="12" y="34"/>
                    <a:pt x="13" y="36"/>
                    <a:pt x="14" y="38"/>
                  </a:cubicBezTo>
                  <a:cubicBezTo>
                    <a:pt x="18" y="40"/>
                    <a:pt x="26" y="35"/>
                    <a:pt x="27" y="33"/>
                  </a:cubicBezTo>
                  <a:cubicBezTo>
                    <a:pt x="23" y="36"/>
                    <a:pt x="17" y="36"/>
                    <a:pt x="11" y="33"/>
                  </a:cubicBezTo>
                  <a:close/>
                </a:path>
              </a:pathLst>
            </a:custGeom>
            <a:solidFill>
              <a:srgbClr val="AF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7" name="Freeform 2477">
              <a:extLst>
                <a:ext uri="{FF2B5EF4-FFF2-40B4-BE49-F238E27FC236}">
                  <a16:creationId xmlns:a16="http://schemas.microsoft.com/office/drawing/2014/main" id="{CD1E65A3-261E-420C-B334-2CA07FD37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35"/>
              <a:ext cx="80" cy="77"/>
            </a:xfrm>
            <a:custGeom>
              <a:avLst/>
              <a:gdLst>
                <a:gd name="T0" fmla="*/ 175 w 32"/>
                <a:gd name="T1" fmla="*/ 260 h 29"/>
                <a:gd name="T2" fmla="*/ 33 w 32"/>
                <a:gd name="T3" fmla="*/ 353 h 29"/>
                <a:gd name="T4" fmla="*/ 63 w 32"/>
                <a:gd name="T5" fmla="*/ 542 h 29"/>
                <a:gd name="T6" fmla="*/ 63 w 32"/>
                <a:gd name="T7" fmla="*/ 542 h 29"/>
                <a:gd name="T8" fmla="*/ 83 w 32"/>
                <a:gd name="T9" fmla="*/ 542 h 29"/>
                <a:gd name="T10" fmla="*/ 83 w 32"/>
                <a:gd name="T11" fmla="*/ 409 h 29"/>
                <a:gd name="T12" fmla="*/ 175 w 32"/>
                <a:gd name="T13" fmla="*/ 281 h 29"/>
                <a:gd name="T14" fmla="*/ 313 w 32"/>
                <a:gd name="T15" fmla="*/ 133 h 29"/>
                <a:gd name="T16" fmla="*/ 500 w 32"/>
                <a:gd name="T17" fmla="*/ 226 h 29"/>
                <a:gd name="T18" fmla="*/ 188 w 32"/>
                <a:gd name="T19" fmla="*/ 93 h 29"/>
                <a:gd name="T20" fmla="*/ 188 w 32"/>
                <a:gd name="T21" fmla="*/ 93 h 29"/>
                <a:gd name="T22" fmla="*/ 175 w 32"/>
                <a:gd name="T23" fmla="*/ 26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29">
                  <a:moveTo>
                    <a:pt x="11" y="14"/>
                  </a:moveTo>
                  <a:cubicBezTo>
                    <a:pt x="9" y="17"/>
                    <a:pt x="6" y="18"/>
                    <a:pt x="2" y="19"/>
                  </a:cubicBezTo>
                  <a:cubicBezTo>
                    <a:pt x="0" y="24"/>
                    <a:pt x="3" y="27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7"/>
                    <a:pt x="4" y="24"/>
                    <a:pt x="5" y="22"/>
                  </a:cubicBezTo>
                  <a:cubicBezTo>
                    <a:pt x="7" y="16"/>
                    <a:pt x="10" y="18"/>
                    <a:pt x="11" y="15"/>
                  </a:cubicBezTo>
                  <a:cubicBezTo>
                    <a:pt x="13" y="11"/>
                    <a:pt x="17" y="7"/>
                    <a:pt x="20" y="7"/>
                  </a:cubicBezTo>
                  <a:cubicBezTo>
                    <a:pt x="26" y="7"/>
                    <a:pt x="30" y="9"/>
                    <a:pt x="32" y="12"/>
                  </a:cubicBezTo>
                  <a:cubicBezTo>
                    <a:pt x="30" y="4"/>
                    <a:pt x="16" y="0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9"/>
                    <a:pt x="12" y="12"/>
                    <a:pt x="11" y="14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8" name="Freeform 2478">
              <a:extLst>
                <a:ext uri="{FF2B5EF4-FFF2-40B4-BE49-F238E27FC236}">
                  <a16:creationId xmlns:a16="http://schemas.microsoft.com/office/drawing/2014/main" id="{9CF0EBD2-6CC5-48A9-AC3A-DB75F4194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200"/>
              <a:ext cx="5" cy="3"/>
            </a:xfrm>
            <a:custGeom>
              <a:avLst/>
              <a:gdLst>
                <a:gd name="T0" fmla="*/ 0 w 5"/>
                <a:gd name="T1" fmla="*/ 0 h 3"/>
                <a:gd name="T2" fmla="*/ 5 w 5"/>
                <a:gd name="T3" fmla="*/ 3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9" name="Line 2479">
              <a:extLst>
                <a:ext uri="{FF2B5EF4-FFF2-40B4-BE49-F238E27FC236}">
                  <a16:creationId xmlns:a16="http://schemas.microsoft.com/office/drawing/2014/main" id="{B1C4549D-FA4D-4E9E-89AE-75197E629C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8" y="2200"/>
              <a:ext cx="5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0" name="Freeform 2480">
              <a:extLst>
                <a:ext uri="{FF2B5EF4-FFF2-40B4-BE49-F238E27FC236}">
                  <a16:creationId xmlns:a16="http://schemas.microsoft.com/office/drawing/2014/main" id="{78F10296-3AC8-46D4-ABA0-A6719CBBE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128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3"/>
                    <a:pt x="0" y="3"/>
                  </a:cubicBezTo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1" name="Freeform 2481">
              <a:extLst>
                <a:ext uri="{FF2B5EF4-FFF2-40B4-BE49-F238E27FC236}">
                  <a16:creationId xmlns:a16="http://schemas.microsoft.com/office/drawing/2014/main" id="{F906E300-A45B-413E-AA86-C3EC3A6D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045"/>
              <a:ext cx="77" cy="75"/>
            </a:xfrm>
            <a:custGeom>
              <a:avLst/>
              <a:gdLst>
                <a:gd name="T0" fmla="*/ 412 w 31"/>
                <a:gd name="T1" fmla="*/ 0 h 28"/>
                <a:gd name="T2" fmla="*/ 412 w 31"/>
                <a:gd name="T3" fmla="*/ 0 h 28"/>
                <a:gd name="T4" fmla="*/ 258 w 31"/>
                <a:gd name="T5" fmla="*/ 423 h 28"/>
                <a:gd name="T6" fmla="*/ 0 w 31"/>
                <a:gd name="T7" fmla="*/ 388 h 28"/>
                <a:gd name="T8" fmla="*/ 0 w 31"/>
                <a:gd name="T9" fmla="*/ 388 h 28"/>
                <a:gd name="T10" fmla="*/ 383 w 31"/>
                <a:gd name="T11" fmla="*/ 388 h 28"/>
                <a:gd name="T12" fmla="*/ 412 w 3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31" y="9"/>
                    <a:pt x="24" y="17"/>
                    <a:pt x="17" y="22"/>
                  </a:cubicBezTo>
                  <a:cubicBezTo>
                    <a:pt x="11" y="26"/>
                    <a:pt x="4" y="25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" y="28"/>
                    <a:pt x="18" y="27"/>
                    <a:pt x="25" y="20"/>
                  </a:cubicBezTo>
                  <a:cubicBezTo>
                    <a:pt x="31" y="14"/>
                    <a:pt x="29" y="4"/>
                    <a:pt x="27" y="0"/>
                  </a:cubicBezTo>
                  <a:close/>
                </a:path>
              </a:pathLst>
            </a:custGeom>
            <a:solidFill>
              <a:srgbClr val="BDB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2" name="Freeform 2482">
              <a:extLst>
                <a:ext uri="{FF2B5EF4-FFF2-40B4-BE49-F238E27FC236}">
                  <a16:creationId xmlns:a16="http://schemas.microsoft.com/office/drawing/2014/main" id="{7DCBCFD0-2F80-408A-B965-974806A8B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128"/>
              <a:ext cx="35" cy="67"/>
            </a:xfrm>
            <a:custGeom>
              <a:avLst/>
              <a:gdLst>
                <a:gd name="T0" fmla="*/ 145 w 14"/>
                <a:gd name="T1" fmla="*/ 0 h 25"/>
                <a:gd name="T2" fmla="*/ 0 w 14"/>
                <a:gd name="T3" fmla="*/ 193 h 25"/>
                <a:gd name="T4" fmla="*/ 33 w 14"/>
                <a:gd name="T5" fmla="*/ 389 h 25"/>
                <a:gd name="T6" fmla="*/ 83 w 14"/>
                <a:gd name="T7" fmla="*/ 482 h 25"/>
                <a:gd name="T8" fmla="*/ 83 w 14"/>
                <a:gd name="T9" fmla="*/ 137 h 25"/>
                <a:gd name="T10" fmla="*/ 220 w 14"/>
                <a:gd name="T11" fmla="*/ 35 h 25"/>
                <a:gd name="T12" fmla="*/ 145 w 1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5">
                  <a:moveTo>
                    <a:pt x="9" y="0"/>
                  </a:moveTo>
                  <a:cubicBezTo>
                    <a:pt x="4" y="2"/>
                    <a:pt x="0" y="5"/>
                    <a:pt x="0" y="10"/>
                  </a:cubicBezTo>
                  <a:cubicBezTo>
                    <a:pt x="0" y="14"/>
                    <a:pt x="0" y="17"/>
                    <a:pt x="2" y="20"/>
                  </a:cubicBezTo>
                  <a:cubicBezTo>
                    <a:pt x="3" y="22"/>
                    <a:pt x="4" y="23"/>
                    <a:pt x="5" y="25"/>
                  </a:cubicBezTo>
                  <a:cubicBezTo>
                    <a:pt x="3" y="21"/>
                    <a:pt x="2" y="11"/>
                    <a:pt x="5" y="7"/>
                  </a:cubicBezTo>
                  <a:cubicBezTo>
                    <a:pt x="7" y="3"/>
                    <a:pt x="11" y="3"/>
                    <a:pt x="14" y="2"/>
                  </a:cubicBezTo>
                  <a:cubicBezTo>
                    <a:pt x="14" y="0"/>
                    <a:pt x="12" y="0"/>
                    <a:pt x="9" y="0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3" name="Freeform 2483">
              <a:extLst>
                <a:ext uri="{FF2B5EF4-FFF2-40B4-BE49-F238E27FC236}">
                  <a16:creationId xmlns:a16="http://schemas.microsoft.com/office/drawing/2014/main" id="{668CA466-18FA-4D64-8C3F-E0046945E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040"/>
              <a:ext cx="32" cy="53"/>
            </a:xfrm>
            <a:custGeom>
              <a:avLst/>
              <a:gdLst>
                <a:gd name="T0" fmla="*/ 133 w 13"/>
                <a:gd name="T1" fmla="*/ 0 h 20"/>
                <a:gd name="T2" fmla="*/ 12 w 13"/>
                <a:gd name="T3" fmla="*/ 133 h 20"/>
                <a:gd name="T4" fmla="*/ 42 w 13"/>
                <a:gd name="T5" fmla="*/ 239 h 20"/>
                <a:gd name="T6" fmla="*/ 91 w 13"/>
                <a:gd name="T7" fmla="*/ 371 h 20"/>
                <a:gd name="T8" fmla="*/ 74 w 13"/>
                <a:gd name="T9" fmla="*/ 133 h 20"/>
                <a:gd name="T10" fmla="*/ 194 w 13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0">
                  <a:moveTo>
                    <a:pt x="9" y="0"/>
                  </a:moveTo>
                  <a:cubicBezTo>
                    <a:pt x="5" y="1"/>
                    <a:pt x="2" y="3"/>
                    <a:pt x="1" y="7"/>
                  </a:cubicBezTo>
                  <a:cubicBezTo>
                    <a:pt x="0" y="9"/>
                    <a:pt x="1" y="11"/>
                    <a:pt x="3" y="13"/>
                  </a:cubicBezTo>
                  <a:cubicBezTo>
                    <a:pt x="4" y="15"/>
                    <a:pt x="5" y="18"/>
                    <a:pt x="6" y="20"/>
                  </a:cubicBezTo>
                  <a:cubicBezTo>
                    <a:pt x="5" y="15"/>
                    <a:pt x="3" y="12"/>
                    <a:pt x="5" y="7"/>
                  </a:cubicBezTo>
                  <a:cubicBezTo>
                    <a:pt x="7" y="4"/>
                    <a:pt x="8" y="0"/>
                    <a:pt x="13" y="1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4" name="Freeform 2484">
              <a:extLst>
                <a:ext uri="{FF2B5EF4-FFF2-40B4-BE49-F238E27FC236}">
                  <a16:creationId xmlns:a16="http://schemas.microsoft.com/office/drawing/2014/main" id="{13CBF14A-0E15-4B8E-81D1-F2482B6C2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029"/>
              <a:ext cx="50" cy="59"/>
            </a:xfrm>
            <a:custGeom>
              <a:avLst/>
              <a:gdLst>
                <a:gd name="T0" fmla="*/ 313 w 20"/>
                <a:gd name="T1" fmla="*/ 21 h 22"/>
                <a:gd name="T2" fmla="*/ 83 w 20"/>
                <a:gd name="T3" fmla="*/ 80 h 22"/>
                <a:gd name="T4" fmla="*/ 33 w 20"/>
                <a:gd name="T5" fmla="*/ 215 h 22"/>
                <a:gd name="T6" fmla="*/ 50 w 20"/>
                <a:gd name="T7" fmla="*/ 424 h 22"/>
                <a:gd name="T8" fmla="*/ 63 w 20"/>
                <a:gd name="T9" fmla="*/ 252 h 22"/>
                <a:gd name="T10" fmla="*/ 145 w 20"/>
                <a:gd name="T11" fmla="*/ 137 h 22"/>
                <a:gd name="T12" fmla="*/ 188 w 20"/>
                <a:gd name="T13" fmla="*/ 35 h 22"/>
                <a:gd name="T14" fmla="*/ 270 w 20"/>
                <a:gd name="T15" fmla="*/ 2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2">
                  <a:moveTo>
                    <a:pt x="20" y="1"/>
                  </a:moveTo>
                  <a:cubicBezTo>
                    <a:pt x="16" y="0"/>
                    <a:pt x="7" y="0"/>
                    <a:pt x="5" y="4"/>
                  </a:cubicBezTo>
                  <a:cubicBezTo>
                    <a:pt x="4" y="7"/>
                    <a:pt x="3" y="9"/>
                    <a:pt x="2" y="11"/>
                  </a:cubicBezTo>
                  <a:cubicBezTo>
                    <a:pt x="0" y="15"/>
                    <a:pt x="0" y="18"/>
                    <a:pt x="3" y="22"/>
                  </a:cubicBezTo>
                  <a:cubicBezTo>
                    <a:pt x="3" y="19"/>
                    <a:pt x="2" y="16"/>
                    <a:pt x="4" y="13"/>
                  </a:cubicBezTo>
                  <a:cubicBezTo>
                    <a:pt x="6" y="11"/>
                    <a:pt x="8" y="10"/>
                    <a:pt x="9" y="7"/>
                  </a:cubicBezTo>
                  <a:cubicBezTo>
                    <a:pt x="10" y="4"/>
                    <a:pt x="9" y="3"/>
                    <a:pt x="12" y="2"/>
                  </a:cubicBezTo>
                  <a:cubicBezTo>
                    <a:pt x="13" y="2"/>
                    <a:pt x="15" y="1"/>
                    <a:pt x="17" y="1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5" name="Freeform 2485">
              <a:extLst>
                <a:ext uri="{FF2B5EF4-FFF2-40B4-BE49-F238E27FC236}">
                  <a16:creationId xmlns:a16="http://schemas.microsoft.com/office/drawing/2014/main" id="{D2DC7D38-64ED-4B05-BBAD-9ADA109A4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963"/>
              <a:ext cx="27" cy="42"/>
            </a:xfrm>
            <a:custGeom>
              <a:avLst/>
              <a:gdLst>
                <a:gd name="T0" fmla="*/ 162 w 11"/>
                <a:gd name="T1" fmla="*/ 0 h 16"/>
                <a:gd name="T2" fmla="*/ 42 w 11"/>
                <a:gd name="T3" fmla="*/ 89 h 16"/>
                <a:gd name="T4" fmla="*/ 61 w 11"/>
                <a:gd name="T5" fmla="*/ 289 h 16"/>
                <a:gd name="T6" fmla="*/ 91 w 11"/>
                <a:gd name="T7" fmla="*/ 89 h 16"/>
                <a:gd name="T8" fmla="*/ 133 w 11"/>
                <a:gd name="T9" fmla="*/ 34 h 16"/>
                <a:gd name="T10" fmla="*/ 162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7" y="0"/>
                    <a:pt x="5" y="2"/>
                    <a:pt x="3" y="5"/>
                  </a:cubicBezTo>
                  <a:cubicBezTo>
                    <a:pt x="0" y="9"/>
                    <a:pt x="1" y="11"/>
                    <a:pt x="4" y="16"/>
                  </a:cubicBezTo>
                  <a:cubicBezTo>
                    <a:pt x="2" y="13"/>
                    <a:pt x="4" y="7"/>
                    <a:pt x="6" y="5"/>
                  </a:cubicBezTo>
                  <a:cubicBezTo>
                    <a:pt x="7" y="4"/>
                    <a:pt x="8" y="4"/>
                    <a:pt x="9" y="2"/>
                  </a:cubicBezTo>
                  <a:cubicBezTo>
                    <a:pt x="10" y="2"/>
                    <a:pt x="9" y="0"/>
                    <a:pt x="11" y="0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6" name="Freeform 2486">
              <a:extLst>
                <a:ext uri="{FF2B5EF4-FFF2-40B4-BE49-F238E27FC236}">
                  <a16:creationId xmlns:a16="http://schemas.microsoft.com/office/drawing/2014/main" id="{1924254C-6416-488F-8369-4FC0B1D64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44"/>
              <a:ext cx="33" cy="53"/>
            </a:xfrm>
            <a:custGeom>
              <a:avLst/>
              <a:gdLst>
                <a:gd name="T0" fmla="*/ 213 w 13"/>
                <a:gd name="T1" fmla="*/ 0 h 20"/>
                <a:gd name="T2" fmla="*/ 33 w 13"/>
                <a:gd name="T3" fmla="*/ 133 h 20"/>
                <a:gd name="T4" fmla="*/ 20 w 13"/>
                <a:gd name="T5" fmla="*/ 260 h 20"/>
                <a:gd name="T6" fmla="*/ 129 w 13"/>
                <a:gd name="T7" fmla="*/ 371 h 20"/>
                <a:gd name="T8" fmla="*/ 63 w 13"/>
                <a:gd name="T9" fmla="*/ 170 h 20"/>
                <a:gd name="T10" fmla="*/ 180 w 1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8" y="0"/>
                    <a:pt x="4" y="3"/>
                    <a:pt x="2" y="7"/>
                  </a:cubicBezTo>
                  <a:cubicBezTo>
                    <a:pt x="0" y="9"/>
                    <a:pt x="0" y="12"/>
                    <a:pt x="1" y="14"/>
                  </a:cubicBezTo>
                  <a:cubicBezTo>
                    <a:pt x="2" y="16"/>
                    <a:pt x="6" y="20"/>
                    <a:pt x="8" y="20"/>
                  </a:cubicBezTo>
                  <a:cubicBezTo>
                    <a:pt x="5" y="17"/>
                    <a:pt x="2" y="14"/>
                    <a:pt x="4" y="9"/>
                  </a:cubicBezTo>
                  <a:cubicBezTo>
                    <a:pt x="5" y="5"/>
                    <a:pt x="9" y="4"/>
                    <a:pt x="11" y="0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7" name="Freeform 2487">
              <a:extLst>
                <a:ext uri="{FF2B5EF4-FFF2-40B4-BE49-F238E27FC236}">
                  <a16:creationId xmlns:a16="http://schemas.microsoft.com/office/drawing/2014/main" id="{C162DA83-2BB3-44BA-AD82-352ABA1A3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995"/>
              <a:ext cx="18" cy="26"/>
            </a:xfrm>
            <a:custGeom>
              <a:avLst/>
              <a:gdLst>
                <a:gd name="T0" fmla="*/ 100 w 7"/>
                <a:gd name="T1" fmla="*/ 0 h 10"/>
                <a:gd name="T2" fmla="*/ 85 w 7"/>
                <a:gd name="T3" fmla="*/ 177 h 10"/>
                <a:gd name="T4" fmla="*/ 85 w 7"/>
                <a:gd name="T5" fmla="*/ 68 h 10"/>
                <a:gd name="T6" fmla="*/ 118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0" y="0"/>
                    <a:pt x="4" y="8"/>
                    <a:pt x="5" y="10"/>
                  </a:cubicBezTo>
                  <a:cubicBezTo>
                    <a:pt x="6" y="8"/>
                    <a:pt x="4" y="6"/>
                    <a:pt x="5" y="4"/>
                  </a:cubicBezTo>
                  <a:cubicBezTo>
                    <a:pt x="5" y="2"/>
                    <a:pt x="6" y="1"/>
                    <a:pt x="7" y="0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8" name="Freeform 2488">
              <a:extLst>
                <a:ext uri="{FF2B5EF4-FFF2-40B4-BE49-F238E27FC236}">
                  <a16:creationId xmlns:a16="http://schemas.microsoft.com/office/drawing/2014/main" id="{20BACACA-1FA5-4196-BCB6-EB4E2BEB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021"/>
              <a:ext cx="33" cy="59"/>
            </a:xfrm>
            <a:custGeom>
              <a:avLst/>
              <a:gdLst>
                <a:gd name="T0" fmla="*/ 213 w 13"/>
                <a:gd name="T1" fmla="*/ 0 h 22"/>
                <a:gd name="T2" fmla="*/ 20 w 13"/>
                <a:gd name="T3" fmla="*/ 150 h 22"/>
                <a:gd name="T4" fmla="*/ 96 w 13"/>
                <a:gd name="T5" fmla="*/ 424 h 22"/>
                <a:gd name="T6" fmla="*/ 84 w 13"/>
                <a:gd name="T7" fmla="*/ 172 h 22"/>
                <a:gd name="T8" fmla="*/ 213 w 13"/>
                <a:gd name="T9" fmla="*/ 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8" y="2"/>
                    <a:pt x="3" y="3"/>
                    <a:pt x="1" y="8"/>
                  </a:cubicBezTo>
                  <a:cubicBezTo>
                    <a:pt x="0" y="12"/>
                    <a:pt x="1" y="20"/>
                    <a:pt x="6" y="22"/>
                  </a:cubicBezTo>
                  <a:cubicBezTo>
                    <a:pt x="3" y="18"/>
                    <a:pt x="3" y="13"/>
                    <a:pt x="5" y="9"/>
                  </a:cubicBezTo>
                  <a:cubicBezTo>
                    <a:pt x="6" y="6"/>
                    <a:pt x="10" y="1"/>
                    <a:pt x="13" y="1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9" name="Freeform 2489">
              <a:extLst>
                <a:ext uri="{FF2B5EF4-FFF2-40B4-BE49-F238E27FC236}">
                  <a16:creationId xmlns:a16="http://schemas.microsoft.com/office/drawing/2014/main" id="{81AC963C-795C-4135-9226-C033BA4A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75"/>
              <a:ext cx="22" cy="34"/>
            </a:xfrm>
            <a:custGeom>
              <a:avLst/>
              <a:gdLst>
                <a:gd name="T0" fmla="*/ 132 w 9"/>
                <a:gd name="T1" fmla="*/ 0 h 13"/>
                <a:gd name="T2" fmla="*/ 29 w 9"/>
                <a:gd name="T3" fmla="*/ 110 h 13"/>
                <a:gd name="T4" fmla="*/ 12 w 9"/>
                <a:gd name="T5" fmla="*/ 178 h 13"/>
                <a:gd name="T6" fmla="*/ 103 w 9"/>
                <a:gd name="T7" fmla="*/ 233 h 13"/>
                <a:gd name="T8" fmla="*/ 132 w 9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2"/>
                    <a:pt x="4" y="4"/>
                    <a:pt x="2" y="6"/>
                  </a:cubicBezTo>
                  <a:cubicBezTo>
                    <a:pt x="1" y="8"/>
                    <a:pt x="0" y="8"/>
                    <a:pt x="1" y="10"/>
                  </a:cubicBezTo>
                  <a:cubicBezTo>
                    <a:pt x="2" y="12"/>
                    <a:pt x="5" y="13"/>
                    <a:pt x="7" y="13"/>
                  </a:cubicBezTo>
                  <a:cubicBezTo>
                    <a:pt x="1" y="10"/>
                    <a:pt x="7" y="4"/>
                    <a:pt x="9" y="1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0" name="Freeform 2490">
              <a:extLst>
                <a:ext uri="{FF2B5EF4-FFF2-40B4-BE49-F238E27FC236}">
                  <a16:creationId xmlns:a16="http://schemas.microsoft.com/office/drawing/2014/main" id="{262C5283-7E31-48F2-9CA0-322BC3F85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093"/>
              <a:ext cx="50" cy="35"/>
            </a:xfrm>
            <a:custGeom>
              <a:avLst/>
              <a:gdLst>
                <a:gd name="T0" fmla="*/ 0 w 20"/>
                <a:gd name="T1" fmla="*/ 253 h 13"/>
                <a:gd name="T2" fmla="*/ 125 w 20"/>
                <a:gd name="T3" fmla="*/ 22 h 13"/>
                <a:gd name="T4" fmla="*/ 313 w 20"/>
                <a:gd name="T5" fmla="*/ 137 h 13"/>
                <a:gd name="T6" fmla="*/ 145 w 20"/>
                <a:gd name="T7" fmla="*/ 81 h 13"/>
                <a:gd name="T8" fmla="*/ 33 w 20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1" y="9"/>
                    <a:pt x="3" y="3"/>
                    <a:pt x="8" y="1"/>
                  </a:cubicBezTo>
                  <a:cubicBezTo>
                    <a:pt x="12" y="0"/>
                    <a:pt x="19" y="3"/>
                    <a:pt x="20" y="7"/>
                  </a:cubicBezTo>
                  <a:cubicBezTo>
                    <a:pt x="17" y="4"/>
                    <a:pt x="13" y="3"/>
                    <a:pt x="9" y="4"/>
                  </a:cubicBezTo>
                  <a:cubicBezTo>
                    <a:pt x="7" y="5"/>
                    <a:pt x="3" y="6"/>
                    <a:pt x="2" y="8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1" name="Freeform 2491">
              <a:extLst>
                <a:ext uri="{FF2B5EF4-FFF2-40B4-BE49-F238E27FC236}">
                  <a16:creationId xmlns:a16="http://schemas.microsoft.com/office/drawing/2014/main" id="{7DC04161-90D1-498F-B87E-977EE9CBA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059"/>
              <a:ext cx="28" cy="40"/>
            </a:xfrm>
            <a:custGeom>
              <a:avLst/>
              <a:gdLst>
                <a:gd name="T0" fmla="*/ 0 w 11"/>
                <a:gd name="T1" fmla="*/ 171 h 15"/>
                <a:gd name="T2" fmla="*/ 181 w 11"/>
                <a:gd name="T3" fmla="*/ 35 h 15"/>
                <a:gd name="T4" fmla="*/ 64 w 11"/>
                <a:gd name="T5" fmla="*/ 285 h 15"/>
                <a:gd name="T6" fmla="*/ 0 w 11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0" y="9"/>
                  </a:moveTo>
                  <a:cubicBezTo>
                    <a:pt x="0" y="6"/>
                    <a:pt x="8" y="0"/>
                    <a:pt x="11" y="2"/>
                  </a:cubicBezTo>
                  <a:cubicBezTo>
                    <a:pt x="5" y="3"/>
                    <a:pt x="1" y="10"/>
                    <a:pt x="4" y="15"/>
                  </a:cubicBezTo>
                  <a:cubicBezTo>
                    <a:pt x="3" y="13"/>
                    <a:pt x="0" y="13"/>
                    <a:pt x="0" y="11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2" name="Freeform 2492">
              <a:extLst>
                <a:ext uri="{FF2B5EF4-FFF2-40B4-BE49-F238E27FC236}">
                  <a16:creationId xmlns:a16="http://schemas.microsoft.com/office/drawing/2014/main" id="{AB25A3EE-A0E0-42ED-A545-51BEB898E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155"/>
              <a:ext cx="23" cy="34"/>
            </a:xfrm>
            <a:custGeom>
              <a:avLst/>
              <a:gdLst>
                <a:gd name="T0" fmla="*/ 151 w 9"/>
                <a:gd name="T1" fmla="*/ 0 h 13"/>
                <a:gd name="T2" fmla="*/ 84 w 9"/>
                <a:gd name="T3" fmla="*/ 233 h 13"/>
                <a:gd name="T4" fmla="*/ 151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5" y="3"/>
                    <a:pt x="0" y="9"/>
                    <a:pt x="5" y="13"/>
                  </a:cubicBezTo>
                  <a:cubicBezTo>
                    <a:pt x="4" y="9"/>
                    <a:pt x="5" y="3"/>
                    <a:pt x="9" y="0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3" name="Freeform 2493">
              <a:extLst>
                <a:ext uri="{FF2B5EF4-FFF2-40B4-BE49-F238E27FC236}">
                  <a16:creationId xmlns:a16="http://schemas.microsoft.com/office/drawing/2014/main" id="{337E4111-D871-4093-A862-8434ED5E3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248"/>
              <a:ext cx="37" cy="37"/>
            </a:xfrm>
            <a:custGeom>
              <a:avLst/>
              <a:gdLst>
                <a:gd name="T0" fmla="*/ 42 w 15"/>
                <a:gd name="T1" fmla="*/ 225 h 14"/>
                <a:gd name="T2" fmla="*/ 74 w 15"/>
                <a:gd name="T3" fmla="*/ 132 h 14"/>
                <a:gd name="T4" fmla="*/ 224 w 15"/>
                <a:gd name="T5" fmla="*/ 0 h 14"/>
                <a:gd name="T6" fmla="*/ 165 w 15"/>
                <a:gd name="T7" fmla="*/ 148 h 14"/>
                <a:gd name="T8" fmla="*/ 62 w 15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2"/>
                  </a:moveTo>
                  <a:cubicBezTo>
                    <a:pt x="0" y="10"/>
                    <a:pt x="3" y="8"/>
                    <a:pt x="5" y="7"/>
                  </a:cubicBezTo>
                  <a:cubicBezTo>
                    <a:pt x="9" y="5"/>
                    <a:pt x="13" y="4"/>
                    <a:pt x="15" y="0"/>
                  </a:cubicBezTo>
                  <a:cubicBezTo>
                    <a:pt x="13" y="2"/>
                    <a:pt x="14" y="6"/>
                    <a:pt x="11" y="8"/>
                  </a:cubicBezTo>
                  <a:cubicBezTo>
                    <a:pt x="8" y="10"/>
                    <a:pt x="4" y="10"/>
                    <a:pt x="4" y="14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4" name="Freeform 2494">
              <a:extLst>
                <a:ext uri="{FF2B5EF4-FFF2-40B4-BE49-F238E27FC236}">
                  <a16:creationId xmlns:a16="http://schemas.microsoft.com/office/drawing/2014/main" id="{D30734F3-7B3E-4C36-A8FC-F24BF347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200"/>
              <a:ext cx="35" cy="29"/>
            </a:xfrm>
            <a:custGeom>
              <a:avLst/>
              <a:gdLst>
                <a:gd name="T0" fmla="*/ 33 w 14"/>
                <a:gd name="T1" fmla="*/ 200 h 11"/>
                <a:gd name="T2" fmla="*/ 63 w 14"/>
                <a:gd name="T3" fmla="*/ 55 h 11"/>
                <a:gd name="T4" fmla="*/ 220 w 14"/>
                <a:gd name="T5" fmla="*/ 34 h 11"/>
                <a:gd name="T6" fmla="*/ 50 w 14"/>
                <a:gd name="T7" fmla="*/ 16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2" y="11"/>
                  </a:moveTo>
                  <a:cubicBezTo>
                    <a:pt x="2" y="7"/>
                    <a:pt x="0" y="5"/>
                    <a:pt x="4" y="3"/>
                  </a:cubicBezTo>
                  <a:cubicBezTo>
                    <a:pt x="6" y="2"/>
                    <a:pt x="12" y="0"/>
                    <a:pt x="14" y="2"/>
                  </a:cubicBezTo>
                  <a:cubicBezTo>
                    <a:pt x="9" y="3"/>
                    <a:pt x="3" y="3"/>
                    <a:pt x="3" y="9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5" name="Freeform 2495">
              <a:extLst>
                <a:ext uri="{FF2B5EF4-FFF2-40B4-BE49-F238E27FC236}">
                  <a16:creationId xmlns:a16="http://schemas.microsoft.com/office/drawing/2014/main" id="{675BDB7B-1BF7-4DE2-8759-FC33036F2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232"/>
              <a:ext cx="53" cy="45"/>
            </a:xfrm>
            <a:custGeom>
              <a:avLst/>
              <a:gdLst>
                <a:gd name="T0" fmla="*/ 0 w 21"/>
                <a:gd name="T1" fmla="*/ 315 h 17"/>
                <a:gd name="T2" fmla="*/ 33 w 21"/>
                <a:gd name="T3" fmla="*/ 148 h 17"/>
                <a:gd name="T4" fmla="*/ 126 w 21"/>
                <a:gd name="T5" fmla="*/ 56 h 17"/>
                <a:gd name="T6" fmla="*/ 338 w 21"/>
                <a:gd name="T7" fmla="*/ 132 h 17"/>
                <a:gd name="T8" fmla="*/ 114 w 21"/>
                <a:gd name="T9" fmla="*/ 132 h 17"/>
                <a:gd name="T10" fmla="*/ 50 w 21"/>
                <a:gd name="T11" fmla="*/ 183 h 17"/>
                <a:gd name="T12" fmla="*/ 20 w 21"/>
                <a:gd name="T13" fmla="*/ 29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1" y="14"/>
                    <a:pt x="0" y="11"/>
                    <a:pt x="2" y="8"/>
                  </a:cubicBezTo>
                  <a:cubicBezTo>
                    <a:pt x="3" y="5"/>
                    <a:pt x="5" y="4"/>
                    <a:pt x="8" y="3"/>
                  </a:cubicBezTo>
                  <a:cubicBezTo>
                    <a:pt x="14" y="1"/>
                    <a:pt x="18" y="0"/>
                    <a:pt x="21" y="7"/>
                  </a:cubicBezTo>
                  <a:cubicBezTo>
                    <a:pt x="17" y="3"/>
                    <a:pt x="11" y="4"/>
                    <a:pt x="7" y="7"/>
                  </a:cubicBezTo>
                  <a:cubicBezTo>
                    <a:pt x="6" y="8"/>
                    <a:pt x="5" y="9"/>
                    <a:pt x="3" y="10"/>
                  </a:cubicBezTo>
                  <a:cubicBezTo>
                    <a:pt x="1" y="12"/>
                    <a:pt x="2" y="14"/>
                    <a:pt x="1" y="16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6" name="Freeform 2496">
              <a:extLst>
                <a:ext uri="{FF2B5EF4-FFF2-40B4-BE49-F238E27FC236}">
                  <a16:creationId xmlns:a16="http://schemas.microsoft.com/office/drawing/2014/main" id="{BE66FBA3-07C8-4522-B587-5CE519D6C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33"/>
              <a:ext cx="62" cy="43"/>
            </a:xfrm>
            <a:custGeom>
              <a:avLst/>
              <a:gdLst>
                <a:gd name="T0" fmla="*/ 0 w 25"/>
                <a:gd name="T1" fmla="*/ 312 h 16"/>
                <a:gd name="T2" fmla="*/ 104 w 25"/>
                <a:gd name="T3" fmla="*/ 81 h 16"/>
                <a:gd name="T4" fmla="*/ 382 w 25"/>
                <a:gd name="T5" fmla="*/ 35 h 16"/>
                <a:gd name="T6" fmla="*/ 124 w 25"/>
                <a:gd name="T7" fmla="*/ 116 h 16"/>
                <a:gd name="T8" fmla="*/ 12 w 25"/>
                <a:gd name="T9" fmla="*/ 25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0" y="11"/>
                    <a:pt x="3" y="7"/>
                    <a:pt x="7" y="4"/>
                  </a:cubicBezTo>
                  <a:cubicBezTo>
                    <a:pt x="13" y="0"/>
                    <a:pt x="18" y="0"/>
                    <a:pt x="25" y="2"/>
                  </a:cubicBezTo>
                  <a:cubicBezTo>
                    <a:pt x="19" y="3"/>
                    <a:pt x="13" y="2"/>
                    <a:pt x="8" y="6"/>
                  </a:cubicBezTo>
                  <a:cubicBezTo>
                    <a:pt x="5" y="8"/>
                    <a:pt x="3" y="10"/>
                    <a:pt x="1" y="13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7" name="Freeform 2497">
              <a:extLst>
                <a:ext uri="{FF2B5EF4-FFF2-40B4-BE49-F238E27FC236}">
                  <a16:creationId xmlns:a16="http://schemas.microsoft.com/office/drawing/2014/main" id="{56D162E3-0BA5-475F-AC0C-4B70A7875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309"/>
              <a:ext cx="52" cy="38"/>
            </a:xfrm>
            <a:custGeom>
              <a:avLst/>
              <a:gdLst>
                <a:gd name="T0" fmla="*/ 0 w 21"/>
                <a:gd name="T1" fmla="*/ 258 h 14"/>
                <a:gd name="T2" fmla="*/ 62 w 21"/>
                <a:gd name="T3" fmla="*/ 141 h 14"/>
                <a:gd name="T4" fmla="*/ 134 w 21"/>
                <a:gd name="T5" fmla="*/ 60 h 14"/>
                <a:gd name="T6" fmla="*/ 319 w 21"/>
                <a:gd name="T7" fmla="*/ 60 h 14"/>
                <a:gd name="T8" fmla="*/ 134 w 21"/>
                <a:gd name="T9" fmla="*/ 117 h 14"/>
                <a:gd name="T10" fmla="*/ 12 w 21"/>
                <a:gd name="T11" fmla="*/ 28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0" y="13"/>
                  </a:moveTo>
                  <a:cubicBezTo>
                    <a:pt x="2" y="12"/>
                    <a:pt x="2" y="9"/>
                    <a:pt x="4" y="7"/>
                  </a:cubicBezTo>
                  <a:cubicBezTo>
                    <a:pt x="5" y="5"/>
                    <a:pt x="7" y="3"/>
                    <a:pt x="9" y="3"/>
                  </a:cubicBezTo>
                  <a:cubicBezTo>
                    <a:pt x="12" y="1"/>
                    <a:pt x="18" y="0"/>
                    <a:pt x="21" y="3"/>
                  </a:cubicBezTo>
                  <a:cubicBezTo>
                    <a:pt x="17" y="2"/>
                    <a:pt x="12" y="4"/>
                    <a:pt x="9" y="6"/>
                  </a:cubicBezTo>
                  <a:cubicBezTo>
                    <a:pt x="7" y="7"/>
                    <a:pt x="1" y="11"/>
                    <a:pt x="1" y="14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8" name="Freeform 2498">
              <a:extLst>
                <a:ext uri="{FF2B5EF4-FFF2-40B4-BE49-F238E27FC236}">
                  <a16:creationId xmlns:a16="http://schemas.microsoft.com/office/drawing/2014/main" id="{84523BB5-68E9-420D-A280-E9CB4460C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309"/>
              <a:ext cx="43" cy="16"/>
            </a:xfrm>
            <a:custGeom>
              <a:avLst/>
              <a:gdLst>
                <a:gd name="T0" fmla="*/ 0 w 17"/>
                <a:gd name="T1" fmla="*/ 115 h 6"/>
                <a:gd name="T2" fmla="*/ 129 w 17"/>
                <a:gd name="T3" fmla="*/ 21 h 6"/>
                <a:gd name="T4" fmla="*/ 276 w 17"/>
                <a:gd name="T5" fmla="*/ 77 h 6"/>
                <a:gd name="T6" fmla="*/ 63 w 17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0" y="4"/>
                    <a:pt x="5" y="2"/>
                    <a:pt x="8" y="1"/>
                  </a:cubicBezTo>
                  <a:cubicBezTo>
                    <a:pt x="13" y="0"/>
                    <a:pt x="14" y="1"/>
                    <a:pt x="17" y="4"/>
                  </a:cubicBezTo>
                  <a:cubicBezTo>
                    <a:pt x="14" y="1"/>
                    <a:pt x="4" y="5"/>
                    <a:pt x="4" y="5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9" name="Freeform 2499">
              <a:extLst>
                <a:ext uri="{FF2B5EF4-FFF2-40B4-BE49-F238E27FC236}">
                  <a16:creationId xmlns:a16="http://schemas.microsoft.com/office/drawing/2014/main" id="{D4408FDB-8D3D-42E1-8CFA-BBA1E3CB9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283"/>
              <a:ext cx="42" cy="64"/>
            </a:xfrm>
            <a:custGeom>
              <a:avLst/>
              <a:gdLst>
                <a:gd name="T0" fmla="*/ 104 w 17"/>
                <a:gd name="T1" fmla="*/ 419 h 24"/>
                <a:gd name="T2" fmla="*/ 257 w 17"/>
                <a:gd name="T3" fmla="*/ 115 h 24"/>
                <a:gd name="T4" fmla="*/ 104 w 1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7" y="22"/>
                  </a:moveTo>
                  <a:cubicBezTo>
                    <a:pt x="0" y="17"/>
                    <a:pt x="12" y="0"/>
                    <a:pt x="17" y="6"/>
                  </a:cubicBezTo>
                  <a:cubicBezTo>
                    <a:pt x="12" y="3"/>
                    <a:pt x="5" y="21"/>
                    <a:pt x="7" y="24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0" name="Freeform 2500">
              <a:extLst>
                <a:ext uri="{FF2B5EF4-FFF2-40B4-BE49-F238E27FC236}">
                  <a16:creationId xmlns:a16="http://schemas.microsoft.com/office/drawing/2014/main" id="{68D9B0AA-F447-4D8D-A1E5-FF7D6510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261"/>
              <a:ext cx="45" cy="32"/>
            </a:xfrm>
            <a:custGeom>
              <a:avLst/>
              <a:gdLst>
                <a:gd name="T0" fmla="*/ 0 w 18"/>
                <a:gd name="T1" fmla="*/ 227 h 12"/>
                <a:gd name="T2" fmla="*/ 125 w 18"/>
                <a:gd name="T3" fmla="*/ 77 h 12"/>
                <a:gd name="T4" fmla="*/ 283 w 18"/>
                <a:gd name="T5" fmla="*/ 35 h 12"/>
                <a:gd name="T6" fmla="*/ 158 w 18"/>
                <a:gd name="T7" fmla="*/ 93 h 12"/>
                <a:gd name="T8" fmla="*/ 50 w 18"/>
                <a:gd name="T9" fmla="*/ 1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3" y="9"/>
                    <a:pt x="6" y="7"/>
                    <a:pt x="8" y="4"/>
                  </a:cubicBezTo>
                  <a:cubicBezTo>
                    <a:pt x="11" y="0"/>
                    <a:pt x="14" y="0"/>
                    <a:pt x="18" y="2"/>
                  </a:cubicBezTo>
                  <a:cubicBezTo>
                    <a:pt x="15" y="2"/>
                    <a:pt x="12" y="3"/>
                    <a:pt x="10" y="5"/>
                  </a:cubicBezTo>
                  <a:cubicBezTo>
                    <a:pt x="7" y="8"/>
                    <a:pt x="7" y="9"/>
                    <a:pt x="3" y="10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1" name="Freeform 2501">
              <a:extLst>
                <a:ext uri="{FF2B5EF4-FFF2-40B4-BE49-F238E27FC236}">
                  <a16:creationId xmlns:a16="http://schemas.microsoft.com/office/drawing/2014/main" id="{A76E5AE9-8E07-4F32-8A1E-826F055F8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131"/>
              <a:ext cx="50" cy="40"/>
            </a:xfrm>
            <a:custGeom>
              <a:avLst/>
              <a:gdLst>
                <a:gd name="T0" fmla="*/ 0 w 20"/>
                <a:gd name="T1" fmla="*/ 285 h 15"/>
                <a:gd name="T2" fmla="*/ 95 w 20"/>
                <a:gd name="T3" fmla="*/ 56 h 15"/>
                <a:gd name="T4" fmla="*/ 313 w 20"/>
                <a:gd name="T5" fmla="*/ 77 h 15"/>
                <a:gd name="T6" fmla="*/ 50 w 20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1" y="11"/>
                    <a:pt x="2" y="5"/>
                    <a:pt x="6" y="3"/>
                  </a:cubicBezTo>
                  <a:cubicBezTo>
                    <a:pt x="10" y="0"/>
                    <a:pt x="17" y="0"/>
                    <a:pt x="20" y="4"/>
                  </a:cubicBezTo>
                  <a:cubicBezTo>
                    <a:pt x="12" y="1"/>
                    <a:pt x="6" y="4"/>
                    <a:pt x="3" y="10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2" name="Freeform 2502">
              <a:extLst>
                <a:ext uri="{FF2B5EF4-FFF2-40B4-BE49-F238E27FC236}">
                  <a16:creationId xmlns:a16="http://schemas.microsoft.com/office/drawing/2014/main" id="{C8647E81-57AB-4B13-BE90-7B659E7A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208"/>
              <a:ext cx="35" cy="43"/>
            </a:xfrm>
            <a:custGeom>
              <a:avLst/>
              <a:gdLst>
                <a:gd name="T0" fmla="*/ 33 w 14"/>
                <a:gd name="T1" fmla="*/ 290 h 16"/>
                <a:gd name="T2" fmla="*/ 50 w 14"/>
                <a:gd name="T3" fmla="*/ 59 h 16"/>
                <a:gd name="T4" fmla="*/ 220 w 14"/>
                <a:gd name="T5" fmla="*/ 35 h 16"/>
                <a:gd name="T6" fmla="*/ 63 w 14"/>
                <a:gd name="T7" fmla="*/ 116 h 16"/>
                <a:gd name="T8" fmla="*/ 50 w 14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2" y="15"/>
                  </a:moveTo>
                  <a:cubicBezTo>
                    <a:pt x="0" y="12"/>
                    <a:pt x="1" y="6"/>
                    <a:pt x="3" y="3"/>
                  </a:cubicBezTo>
                  <a:cubicBezTo>
                    <a:pt x="5" y="1"/>
                    <a:pt x="12" y="0"/>
                    <a:pt x="14" y="2"/>
                  </a:cubicBezTo>
                  <a:cubicBezTo>
                    <a:pt x="11" y="2"/>
                    <a:pt x="7" y="3"/>
                    <a:pt x="4" y="6"/>
                  </a:cubicBezTo>
                  <a:cubicBezTo>
                    <a:pt x="2" y="9"/>
                    <a:pt x="4" y="13"/>
                    <a:pt x="3" y="16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3" name="Freeform 2503">
              <a:extLst>
                <a:ext uri="{FF2B5EF4-FFF2-40B4-BE49-F238E27FC236}">
                  <a16:creationId xmlns:a16="http://schemas.microsoft.com/office/drawing/2014/main" id="{A4F6D7C0-22D9-41F8-8F3E-2487A7EB6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128"/>
              <a:ext cx="47" cy="40"/>
            </a:xfrm>
            <a:custGeom>
              <a:avLst/>
              <a:gdLst>
                <a:gd name="T0" fmla="*/ 104 w 19"/>
                <a:gd name="T1" fmla="*/ 264 h 15"/>
                <a:gd name="T2" fmla="*/ 287 w 19"/>
                <a:gd name="T3" fmla="*/ 0 h 15"/>
                <a:gd name="T4" fmla="*/ 134 w 1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7" y="14"/>
                  </a:moveTo>
                  <a:cubicBezTo>
                    <a:pt x="0" y="7"/>
                    <a:pt x="13" y="0"/>
                    <a:pt x="19" y="0"/>
                  </a:cubicBezTo>
                  <a:cubicBezTo>
                    <a:pt x="13" y="2"/>
                    <a:pt x="6" y="8"/>
                    <a:pt x="9" y="15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4" name="Freeform 2504">
              <a:extLst>
                <a:ext uri="{FF2B5EF4-FFF2-40B4-BE49-F238E27FC236}">
                  <a16:creationId xmlns:a16="http://schemas.microsoft.com/office/drawing/2014/main" id="{FA86362C-80B6-4E45-98A9-0AE62262A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187"/>
              <a:ext cx="43" cy="50"/>
            </a:xfrm>
            <a:custGeom>
              <a:avLst/>
              <a:gdLst>
                <a:gd name="T0" fmla="*/ 63 w 17"/>
                <a:gd name="T1" fmla="*/ 311 h 19"/>
                <a:gd name="T2" fmla="*/ 276 w 17"/>
                <a:gd name="T3" fmla="*/ 34 h 19"/>
                <a:gd name="T4" fmla="*/ 116 w 17"/>
                <a:gd name="T5" fmla="*/ 179 h 19"/>
                <a:gd name="T6" fmla="*/ 96 w 17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4" y="17"/>
                  </a:moveTo>
                  <a:cubicBezTo>
                    <a:pt x="0" y="10"/>
                    <a:pt x="10" y="0"/>
                    <a:pt x="17" y="2"/>
                  </a:cubicBezTo>
                  <a:cubicBezTo>
                    <a:pt x="13" y="2"/>
                    <a:pt x="8" y="6"/>
                    <a:pt x="7" y="10"/>
                  </a:cubicBezTo>
                  <a:cubicBezTo>
                    <a:pt x="7" y="12"/>
                    <a:pt x="5" y="18"/>
                    <a:pt x="6" y="19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5" name="Freeform 2505">
              <a:extLst>
                <a:ext uri="{FF2B5EF4-FFF2-40B4-BE49-F238E27FC236}">
                  <a16:creationId xmlns:a16="http://schemas.microsoft.com/office/drawing/2014/main" id="{B80A30B0-893D-4C6C-8C23-8A756A85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251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83 w 16"/>
                <a:gd name="T3" fmla="*/ 56 h 12"/>
                <a:gd name="T4" fmla="*/ 250 w 16"/>
                <a:gd name="T5" fmla="*/ 35 h 12"/>
                <a:gd name="T6" fmla="*/ 20 w 16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1" y="8"/>
                    <a:pt x="1" y="5"/>
                    <a:pt x="5" y="3"/>
                  </a:cubicBezTo>
                  <a:cubicBezTo>
                    <a:pt x="7" y="1"/>
                    <a:pt x="13" y="0"/>
                    <a:pt x="16" y="2"/>
                  </a:cubicBezTo>
                  <a:cubicBezTo>
                    <a:pt x="9" y="2"/>
                    <a:pt x="3" y="6"/>
                    <a:pt x="1" y="11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6" name="Freeform 2506">
              <a:extLst>
                <a:ext uri="{FF2B5EF4-FFF2-40B4-BE49-F238E27FC236}">
                  <a16:creationId xmlns:a16="http://schemas.microsoft.com/office/drawing/2014/main" id="{D819033B-F893-4C83-9CEC-DCB990728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296"/>
              <a:ext cx="35" cy="27"/>
            </a:xfrm>
            <a:custGeom>
              <a:avLst/>
              <a:gdLst>
                <a:gd name="T0" fmla="*/ 0 w 14"/>
                <a:gd name="T1" fmla="*/ 197 h 10"/>
                <a:gd name="T2" fmla="*/ 63 w 14"/>
                <a:gd name="T3" fmla="*/ 81 h 10"/>
                <a:gd name="T4" fmla="*/ 220 w 14"/>
                <a:gd name="T5" fmla="*/ 38 h 10"/>
                <a:gd name="T6" fmla="*/ 33 w 14"/>
                <a:gd name="T7" fmla="*/ 1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0" y="8"/>
                    <a:pt x="2" y="5"/>
                    <a:pt x="4" y="4"/>
                  </a:cubicBezTo>
                  <a:cubicBezTo>
                    <a:pt x="6" y="2"/>
                    <a:pt x="11" y="0"/>
                    <a:pt x="14" y="2"/>
                  </a:cubicBezTo>
                  <a:cubicBezTo>
                    <a:pt x="10" y="1"/>
                    <a:pt x="3" y="5"/>
                    <a:pt x="2" y="8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7" name="Freeform 2507">
              <a:extLst>
                <a:ext uri="{FF2B5EF4-FFF2-40B4-BE49-F238E27FC236}">
                  <a16:creationId xmlns:a16="http://schemas.microsoft.com/office/drawing/2014/main" id="{0A6A90DD-C302-4AC3-801D-815E3776D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275"/>
              <a:ext cx="43" cy="34"/>
            </a:xfrm>
            <a:custGeom>
              <a:avLst/>
              <a:gdLst>
                <a:gd name="T0" fmla="*/ 83 w 17"/>
                <a:gd name="T1" fmla="*/ 212 h 13"/>
                <a:gd name="T2" fmla="*/ 276 w 17"/>
                <a:gd name="T3" fmla="*/ 0 h 13"/>
                <a:gd name="T4" fmla="*/ 159 w 17"/>
                <a:gd name="T5" fmla="*/ 89 h 13"/>
                <a:gd name="T6" fmla="*/ 83 w 17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5" y="12"/>
                  </a:moveTo>
                  <a:cubicBezTo>
                    <a:pt x="0" y="4"/>
                    <a:pt x="13" y="3"/>
                    <a:pt x="17" y="0"/>
                  </a:cubicBezTo>
                  <a:cubicBezTo>
                    <a:pt x="15" y="2"/>
                    <a:pt x="13" y="4"/>
                    <a:pt x="10" y="5"/>
                  </a:cubicBezTo>
                  <a:cubicBezTo>
                    <a:pt x="7" y="7"/>
                    <a:pt x="4" y="10"/>
                    <a:pt x="5" y="13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8" name="Freeform 2508">
              <a:extLst>
                <a:ext uri="{FF2B5EF4-FFF2-40B4-BE49-F238E27FC236}">
                  <a16:creationId xmlns:a16="http://schemas.microsoft.com/office/drawing/2014/main" id="{0FD3428C-EF95-4D0E-B155-C33FE7B1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096"/>
              <a:ext cx="40" cy="43"/>
            </a:xfrm>
            <a:custGeom>
              <a:avLst/>
              <a:gdLst>
                <a:gd name="T0" fmla="*/ 20 w 16"/>
                <a:gd name="T1" fmla="*/ 274 h 16"/>
                <a:gd name="T2" fmla="*/ 250 w 16"/>
                <a:gd name="T3" fmla="*/ 0 h 16"/>
                <a:gd name="T4" fmla="*/ 33 w 1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" y="14"/>
                  </a:moveTo>
                  <a:cubicBezTo>
                    <a:pt x="0" y="6"/>
                    <a:pt x="9" y="2"/>
                    <a:pt x="16" y="0"/>
                  </a:cubicBezTo>
                  <a:cubicBezTo>
                    <a:pt x="11" y="1"/>
                    <a:pt x="0" y="10"/>
                    <a:pt x="2" y="16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9" name="Freeform 2509">
              <a:extLst>
                <a:ext uri="{FF2B5EF4-FFF2-40B4-BE49-F238E27FC236}">
                  <a16:creationId xmlns:a16="http://schemas.microsoft.com/office/drawing/2014/main" id="{CFCEB5DF-B02D-4244-811F-57C15DA55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019"/>
              <a:ext cx="37" cy="34"/>
            </a:xfrm>
            <a:custGeom>
              <a:avLst/>
              <a:gdLst>
                <a:gd name="T0" fmla="*/ 30 w 15"/>
                <a:gd name="T1" fmla="*/ 233 h 13"/>
                <a:gd name="T2" fmla="*/ 62 w 15"/>
                <a:gd name="T3" fmla="*/ 68 h 13"/>
                <a:gd name="T4" fmla="*/ 224 w 15"/>
                <a:gd name="T5" fmla="*/ 34 h 13"/>
                <a:gd name="T6" fmla="*/ 42 w 15"/>
                <a:gd name="T7" fmla="*/ 17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2" y="13"/>
                  </a:moveTo>
                  <a:cubicBezTo>
                    <a:pt x="0" y="10"/>
                    <a:pt x="2" y="6"/>
                    <a:pt x="4" y="4"/>
                  </a:cubicBezTo>
                  <a:cubicBezTo>
                    <a:pt x="7" y="1"/>
                    <a:pt x="10" y="0"/>
                    <a:pt x="15" y="2"/>
                  </a:cubicBezTo>
                  <a:cubicBezTo>
                    <a:pt x="9" y="0"/>
                    <a:pt x="3" y="5"/>
                    <a:pt x="3" y="10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0" name="Freeform 2510">
              <a:extLst>
                <a:ext uri="{FF2B5EF4-FFF2-40B4-BE49-F238E27FC236}">
                  <a16:creationId xmlns:a16="http://schemas.microsoft.com/office/drawing/2014/main" id="{4438A765-2ECF-4A60-8296-C3C10C9E9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928"/>
              <a:ext cx="33" cy="32"/>
            </a:xfrm>
            <a:custGeom>
              <a:avLst/>
              <a:gdLst>
                <a:gd name="T0" fmla="*/ 20 w 13"/>
                <a:gd name="T1" fmla="*/ 227 h 12"/>
                <a:gd name="T2" fmla="*/ 51 w 13"/>
                <a:gd name="T3" fmla="*/ 56 h 12"/>
                <a:gd name="T4" fmla="*/ 213 w 13"/>
                <a:gd name="T5" fmla="*/ 35 h 12"/>
                <a:gd name="T6" fmla="*/ 20 w 13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5" y="1"/>
                    <a:pt x="11" y="0"/>
                    <a:pt x="13" y="2"/>
                  </a:cubicBezTo>
                  <a:cubicBezTo>
                    <a:pt x="7" y="1"/>
                    <a:pt x="1" y="5"/>
                    <a:pt x="1" y="11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1" name="Freeform 2511">
              <a:extLst>
                <a:ext uri="{FF2B5EF4-FFF2-40B4-BE49-F238E27FC236}">
                  <a16:creationId xmlns:a16="http://schemas.microsoft.com/office/drawing/2014/main" id="{75F80351-A4E1-4684-B748-6E3420CFA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216"/>
              <a:ext cx="28" cy="45"/>
            </a:xfrm>
            <a:custGeom>
              <a:avLst/>
              <a:gdLst>
                <a:gd name="T0" fmla="*/ 33 w 11"/>
                <a:gd name="T1" fmla="*/ 204 h 17"/>
                <a:gd name="T2" fmla="*/ 181 w 11"/>
                <a:gd name="T3" fmla="*/ 0 h 17"/>
                <a:gd name="T4" fmla="*/ 84 w 11"/>
                <a:gd name="T5" fmla="*/ 111 h 17"/>
                <a:gd name="T6" fmla="*/ 33 w 11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2" y="11"/>
                  </a:moveTo>
                  <a:cubicBezTo>
                    <a:pt x="4" y="6"/>
                    <a:pt x="4" y="0"/>
                    <a:pt x="11" y="0"/>
                  </a:cubicBezTo>
                  <a:cubicBezTo>
                    <a:pt x="8" y="1"/>
                    <a:pt x="7" y="4"/>
                    <a:pt x="5" y="6"/>
                  </a:cubicBezTo>
                  <a:cubicBezTo>
                    <a:pt x="4" y="8"/>
                    <a:pt x="0" y="17"/>
                    <a:pt x="2" y="16"/>
                  </a:cubicBezTo>
                </a:path>
              </a:pathLst>
            </a:custGeom>
            <a:solidFill>
              <a:srgbClr val="FDFD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2" name="Freeform 2512">
              <a:extLst>
                <a:ext uri="{FF2B5EF4-FFF2-40B4-BE49-F238E27FC236}">
                  <a16:creationId xmlns:a16="http://schemas.microsoft.com/office/drawing/2014/main" id="{CD819DC9-C317-4F5B-B3C1-A011B061B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000"/>
              <a:ext cx="57" cy="37"/>
            </a:xfrm>
            <a:custGeom>
              <a:avLst/>
              <a:gdLst>
                <a:gd name="T0" fmla="*/ 0 w 23"/>
                <a:gd name="T1" fmla="*/ 182 h 14"/>
                <a:gd name="T2" fmla="*/ 136 w 23"/>
                <a:gd name="T3" fmla="*/ 259 h 14"/>
                <a:gd name="T4" fmla="*/ 183 w 23"/>
                <a:gd name="T5" fmla="*/ 167 h 14"/>
                <a:gd name="T6" fmla="*/ 287 w 23"/>
                <a:gd name="T7" fmla="*/ 132 h 14"/>
                <a:gd name="T8" fmla="*/ 337 w 23"/>
                <a:gd name="T9" fmla="*/ 77 h 14"/>
                <a:gd name="T10" fmla="*/ 245 w 23"/>
                <a:gd name="T11" fmla="*/ 0 h 14"/>
                <a:gd name="T12" fmla="*/ 258 w 23"/>
                <a:gd name="T13" fmla="*/ 77 h 14"/>
                <a:gd name="T14" fmla="*/ 183 w 23"/>
                <a:gd name="T15" fmla="*/ 90 h 14"/>
                <a:gd name="T16" fmla="*/ 136 w 23"/>
                <a:gd name="T17" fmla="*/ 132 h 14"/>
                <a:gd name="T18" fmla="*/ 124 w 23"/>
                <a:gd name="T19" fmla="*/ 182 h 14"/>
                <a:gd name="T20" fmla="*/ 62 w 23"/>
                <a:gd name="T21" fmla="*/ 182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14">
                  <a:moveTo>
                    <a:pt x="0" y="10"/>
                  </a:moveTo>
                  <a:cubicBezTo>
                    <a:pt x="4" y="10"/>
                    <a:pt x="6" y="12"/>
                    <a:pt x="9" y="14"/>
                  </a:cubicBezTo>
                  <a:cubicBezTo>
                    <a:pt x="10" y="12"/>
                    <a:pt x="11" y="11"/>
                    <a:pt x="12" y="9"/>
                  </a:cubicBezTo>
                  <a:cubicBezTo>
                    <a:pt x="14" y="8"/>
                    <a:pt x="16" y="8"/>
                    <a:pt x="19" y="7"/>
                  </a:cubicBezTo>
                  <a:cubicBezTo>
                    <a:pt x="21" y="7"/>
                    <a:pt x="23" y="7"/>
                    <a:pt x="22" y="4"/>
                  </a:cubicBezTo>
                  <a:cubicBezTo>
                    <a:pt x="22" y="2"/>
                    <a:pt x="18" y="1"/>
                    <a:pt x="16" y="0"/>
                  </a:cubicBezTo>
                  <a:cubicBezTo>
                    <a:pt x="17" y="1"/>
                    <a:pt x="18" y="2"/>
                    <a:pt x="17" y="4"/>
                  </a:cubicBezTo>
                  <a:cubicBezTo>
                    <a:pt x="16" y="5"/>
                    <a:pt x="13" y="5"/>
                    <a:pt x="12" y="5"/>
                  </a:cubicBezTo>
                  <a:cubicBezTo>
                    <a:pt x="11" y="6"/>
                    <a:pt x="10" y="6"/>
                    <a:pt x="9" y="7"/>
                  </a:cubicBezTo>
                  <a:cubicBezTo>
                    <a:pt x="9" y="8"/>
                    <a:pt x="9" y="9"/>
                    <a:pt x="8" y="10"/>
                  </a:cubicBezTo>
                  <a:cubicBezTo>
                    <a:pt x="7" y="11"/>
                    <a:pt x="5" y="10"/>
                    <a:pt x="4" y="10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3" name="Freeform 2513">
              <a:extLst>
                <a:ext uri="{FF2B5EF4-FFF2-40B4-BE49-F238E27FC236}">
                  <a16:creationId xmlns:a16="http://schemas.microsoft.com/office/drawing/2014/main" id="{4A1B069B-574D-4247-8697-CBD106BD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41"/>
              <a:ext cx="40" cy="40"/>
            </a:xfrm>
            <a:custGeom>
              <a:avLst/>
              <a:gdLst>
                <a:gd name="T0" fmla="*/ 83 w 16"/>
                <a:gd name="T1" fmla="*/ 285 h 15"/>
                <a:gd name="T2" fmla="*/ 220 w 16"/>
                <a:gd name="T3" fmla="*/ 227 h 15"/>
                <a:gd name="T4" fmla="*/ 208 w 16"/>
                <a:gd name="T5" fmla="*/ 0 h 15"/>
                <a:gd name="T6" fmla="*/ 145 w 16"/>
                <a:gd name="T7" fmla="*/ 227 h 15"/>
                <a:gd name="T8" fmla="*/ 63 w 16"/>
                <a:gd name="T9" fmla="*/ 264 h 15"/>
                <a:gd name="T10" fmla="*/ 0 w 16"/>
                <a:gd name="T11" fmla="*/ 2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5">
                  <a:moveTo>
                    <a:pt x="5" y="15"/>
                  </a:moveTo>
                  <a:cubicBezTo>
                    <a:pt x="8" y="15"/>
                    <a:pt x="12" y="15"/>
                    <a:pt x="14" y="12"/>
                  </a:cubicBezTo>
                  <a:cubicBezTo>
                    <a:pt x="16" y="10"/>
                    <a:pt x="16" y="1"/>
                    <a:pt x="13" y="0"/>
                  </a:cubicBezTo>
                  <a:cubicBezTo>
                    <a:pt x="15" y="4"/>
                    <a:pt x="12" y="9"/>
                    <a:pt x="9" y="12"/>
                  </a:cubicBezTo>
                  <a:cubicBezTo>
                    <a:pt x="7" y="13"/>
                    <a:pt x="6" y="14"/>
                    <a:pt x="4" y="14"/>
                  </a:cubicBezTo>
                  <a:cubicBezTo>
                    <a:pt x="2" y="15"/>
                    <a:pt x="1" y="15"/>
                    <a:pt x="0" y="15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4" name="Freeform 2514">
              <a:extLst>
                <a:ext uri="{FF2B5EF4-FFF2-40B4-BE49-F238E27FC236}">
                  <a16:creationId xmlns:a16="http://schemas.microsoft.com/office/drawing/2014/main" id="{4E47F38E-0F89-4463-A21E-362118D85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949"/>
              <a:ext cx="27" cy="54"/>
            </a:xfrm>
            <a:custGeom>
              <a:avLst/>
              <a:gdLst>
                <a:gd name="T0" fmla="*/ 103 w 11"/>
                <a:gd name="T1" fmla="*/ 0 h 20"/>
                <a:gd name="T2" fmla="*/ 150 w 11"/>
                <a:gd name="T3" fmla="*/ 257 h 20"/>
                <a:gd name="T4" fmla="*/ 91 w 11"/>
                <a:gd name="T5" fmla="*/ 356 h 20"/>
                <a:gd name="T6" fmla="*/ 0 w 11"/>
                <a:gd name="T7" fmla="*/ 373 h 20"/>
                <a:gd name="T8" fmla="*/ 133 w 11"/>
                <a:gd name="T9" fmla="*/ 197 h 20"/>
                <a:gd name="T10" fmla="*/ 120 w 11"/>
                <a:gd name="T11" fmla="*/ 81 h 20"/>
                <a:gd name="T12" fmla="*/ 91 w 11"/>
                <a:gd name="T13" fmla="*/ 2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0">
                  <a:moveTo>
                    <a:pt x="7" y="0"/>
                  </a:moveTo>
                  <a:cubicBezTo>
                    <a:pt x="11" y="2"/>
                    <a:pt x="11" y="9"/>
                    <a:pt x="10" y="13"/>
                  </a:cubicBezTo>
                  <a:cubicBezTo>
                    <a:pt x="10" y="15"/>
                    <a:pt x="8" y="17"/>
                    <a:pt x="6" y="18"/>
                  </a:cubicBezTo>
                  <a:cubicBezTo>
                    <a:pt x="4" y="20"/>
                    <a:pt x="3" y="19"/>
                    <a:pt x="0" y="19"/>
                  </a:cubicBezTo>
                  <a:cubicBezTo>
                    <a:pt x="4" y="19"/>
                    <a:pt x="9" y="14"/>
                    <a:pt x="9" y="10"/>
                  </a:cubicBezTo>
                  <a:cubicBezTo>
                    <a:pt x="9" y="8"/>
                    <a:pt x="9" y="5"/>
                    <a:pt x="8" y="4"/>
                  </a:cubicBezTo>
                  <a:cubicBezTo>
                    <a:pt x="8" y="2"/>
                    <a:pt x="7" y="2"/>
                    <a:pt x="6" y="1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5" name="Freeform 2515">
              <a:extLst>
                <a:ext uri="{FF2B5EF4-FFF2-40B4-BE49-F238E27FC236}">
                  <a16:creationId xmlns:a16="http://schemas.microsoft.com/office/drawing/2014/main" id="{8A69F2F0-4FFE-48E2-B9B5-42743964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027"/>
              <a:ext cx="40" cy="34"/>
            </a:xfrm>
            <a:custGeom>
              <a:avLst/>
              <a:gdLst>
                <a:gd name="T0" fmla="*/ 0 w 16"/>
                <a:gd name="T1" fmla="*/ 233 h 13"/>
                <a:gd name="T2" fmla="*/ 125 w 16"/>
                <a:gd name="T3" fmla="*/ 144 h 13"/>
                <a:gd name="T4" fmla="*/ 220 w 16"/>
                <a:gd name="T5" fmla="*/ 123 h 13"/>
                <a:gd name="T6" fmla="*/ 250 w 16"/>
                <a:gd name="T7" fmla="*/ 89 h 13"/>
                <a:gd name="T8" fmla="*/ 175 w 16"/>
                <a:gd name="T9" fmla="*/ 0 h 13"/>
                <a:gd name="T10" fmla="*/ 145 w 16"/>
                <a:gd name="T11" fmla="*/ 110 h 13"/>
                <a:gd name="T12" fmla="*/ 20 w 16"/>
                <a:gd name="T13" fmla="*/ 21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3" y="11"/>
                    <a:pt x="5" y="9"/>
                    <a:pt x="8" y="8"/>
                  </a:cubicBezTo>
                  <a:cubicBezTo>
                    <a:pt x="10" y="7"/>
                    <a:pt x="12" y="8"/>
                    <a:pt x="14" y="7"/>
                  </a:cubicBezTo>
                  <a:cubicBezTo>
                    <a:pt x="15" y="7"/>
                    <a:pt x="16" y="6"/>
                    <a:pt x="16" y="5"/>
                  </a:cubicBezTo>
                  <a:cubicBezTo>
                    <a:pt x="16" y="3"/>
                    <a:pt x="12" y="1"/>
                    <a:pt x="11" y="0"/>
                  </a:cubicBezTo>
                  <a:cubicBezTo>
                    <a:pt x="13" y="3"/>
                    <a:pt x="12" y="5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6" name="Freeform 2516">
              <a:extLst>
                <a:ext uri="{FF2B5EF4-FFF2-40B4-BE49-F238E27FC236}">
                  <a16:creationId xmlns:a16="http://schemas.microsoft.com/office/drawing/2014/main" id="{3399CF41-6768-4B03-9BAA-12E2860D3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17"/>
              <a:ext cx="50" cy="40"/>
            </a:xfrm>
            <a:custGeom>
              <a:avLst/>
              <a:gdLst>
                <a:gd name="T0" fmla="*/ 0 w 20"/>
                <a:gd name="T1" fmla="*/ 205 h 15"/>
                <a:gd name="T2" fmla="*/ 220 w 20"/>
                <a:gd name="T3" fmla="*/ 248 h 15"/>
                <a:gd name="T4" fmla="*/ 300 w 20"/>
                <a:gd name="T5" fmla="*/ 136 h 15"/>
                <a:gd name="T6" fmla="*/ 300 w 20"/>
                <a:gd name="T7" fmla="*/ 0 h 15"/>
                <a:gd name="T8" fmla="*/ 283 w 20"/>
                <a:gd name="T9" fmla="*/ 93 h 15"/>
                <a:gd name="T10" fmla="*/ 188 w 20"/>
                <a:gd name="T11" fmla="*/ 192 h 15"/>
                <a:gd name="T12" fmla="*/ 33 w 20"/>
                <a:gd name="T13" fmla="*/ 2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">
                  <a:moveTo>
                    <a:pt x="0" y="11"/>
                  </a:moveTo>
                  <a:cubicBezTo>
                    <a:pt x="3" y="13"/>
                    <a:pt x="9" y="15"/>
                    <a:pt x="14" y="13"/>
                  </a:cubicBezTo>
                  <a:cubicBezTo>
                    <a:pt x="16" y="12"/>
                    <a:pt x="18" y="9"/>
                    <a:pt x="19" y="7"/>
                  </a:cubicBezTo>
                  <a:cubicBezTo>
                    <a:pt x="20" y="5"/>
                    <a:pt x="19" y="3"/>
                    <a:pt x="19" y="0"/>
                  </a:cubicBezTo>
                  <a:cubicBezTo>
                    <a:pt x="18" y="2"/>
                    <a:pt x="18" y="3"/>
                    <a:pt x="18" y="5"/>
                  </a:cubicBezTo>
                  <a:cubicBezTo>
                    <a:pt x="17" y="7"/>
                    <a:pt x="14" y="9"/>
                    <a:pt x="12" y="10"/>
                  </a:cubicBezTo>
                  <a:cubicBezTo>
                    <a:pt x="9" y="12"/>
                    <a:pt x="6" y="12"/>
                    <a:pt x="2" y="11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7" name="Freeform 2517">
              <a:extLst>
                <a:ext uri="{FF2B5EF4-FFF2-40B4-BE49-F238E27FC236}">
                  <a16:creationId xmlns:a16="http://schemas.microsoft.com/office/drawing/2014/main" id="{3C9A3C72-326D-4CA4-9E98-B33094BA6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27"/>
              <a:ext cx="32" cy="48"/>
            </a:xfrm>
            <a:custGeom>
              <a:avLst/>
              <a:gdLst>
                <a:gd name="T0" fmla="*/ 91 w 13"/>
                <a:gd name="T1" fmla="*/ 0 h 18"/>
                <a:gd name="T2" fmla="*/ 182 w 13"/>
                <a:gd name="T3" fmla="*/ 227 h 18"/>
                <a:gd name="T4" fmla="*/ 91 w 13"/>
                <a:gd name="T5" fmla="*/ 264 h 18"/>
                <a:gd name="T6" fmla="*/ 0 w 13"/>
                <a:gd name="T7" fmla="*/ 341 h 18"/>
                <a:gd name="T8" fmla="*/ 42 w 13"/>
                <a:gd name="T9" fmla="*/ 285 h 18"/>
                <a:gd name="T10" fmla="*/ 103 w 13"/>
                <a:gd name="T11" fmla="*/ 192 h 18"/>
                <a:gd name="T12" fmla="*/ 91 w 1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10" y="2"/>
                    <a:pt x="13" y="7"/>
                    <a:pt x="12" y="12"/>
                  </a:cubicBezTo>
                  <a:cubicBezTo>
                    <a:pt x="10" y="13"/>
                    <a:pt x="9" y="13"/>
                    <a:pt x="6" y="14"/>
                  </a:cubicBezTo>
                  <a:cubicBezTo>
                    <a:pt x="4" y="15"/>
                    <a:pt x="2" y="16"/>
                    <a:pt x="0" y="18"/>
                  </a:cubicBezTo>
                  <a:cubicBezTo>
                    <a:pt x="1" y="17"/>
                    <a:pt x="2" y="16"/>
                    <a:pt x="3" y="15"/>
                  </a:cubicBezTo>
                  <a:cubicBezTo>
                    <a:pt x="4" y="13"/>
                    <a:pt x="6" y="12"/>
                    <a:pt x="7" y="10"/>
                  </a:cubicBezTo>
                  <a:cubicBezTo>
                    <a:pt x="8" y="7"/>
                    <a:pt x="7" y="3"/>
                    <a:pt x="6" y="0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8" name="Freeform 2518">
              <a:extLst>
                <a:ext uri="{FF2B5EF4-FFF2-40B4-BE49-F238E27FC236}">
                  <a16:creationId xmlns:a16="http://schemas.microsoft.com/office/drawing/2014/main" id="{0BC77EC9-3147-4616-B459-1B8C85140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099"/>
              <a:ext cx="40" cy="40"/>
            </a:xfrm>
            <a:custGeom>
              <a:avLst/>
              <a:gdLst>
                <a:gd name="T0" fmla="*/ 0 w 16"/>
                <a:gd name="T1" fmla="*/ 285 h 15"/>
                <a:gd name="T2" fmla="*/ 113 w 16"/>
                <a:gd name="T3" fmla="*/ 227 h 15"/>
                <a:gd name="T4" fmla="*/ 220 w 16"/>
                <a:gd name="T5" fmla="*/ 149 h 15"/>
                <a:gd name="T6" fmla="*/ 238 w 16"/>
                <a:gd name="T7" fmla="*/ 77 h 15"/>
                <a:gd name="T8" fmla="*/ 158 w 16"/>
                <a:gd name="T9" fmla="*/ 21 h 15"/>
                <a:gd name="T10" fmla="*/ 175 w 16"/>
                <a:gd name="T11" fmla="*/ 93 h 15"/>
                <a:gd name="T12" fmla="*/ 50 w 16"/>
                <a:gd name="T13" fmla="*/ 26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0" y="15"/>
                  </a:moveTo>
                  <a:cubicBezTo>
                    <a:pt x="3" y="15"/>
                    <a:pt x="5" y="13"/>
                    <a:pt x="7" y="12"/>
                  </a:cubicBezTo>
                  <a:cubicBezTo>
                    <a:pt x="9" y="11"/>
                    <a:pt x="12" y="10"/>
                    <a:pt x="14" y="8"/>
                  </a:cubicBezTo>
                  <a:cubicBezTo>
                    <a:pt x="15" y="7"/>
                    <a:pt x="16" y="5"/>
                    <a:pt x="15" y="4"/>
                  </a:cubicBezTo>
                  <a:cubicBezTo>
                    <a:pt x="14" y="3"/>
                    <a:pt x="11" y="0"/>
                    <a:pt x="10" y="1"/>
                  </a:cubicBezTo>
                  <a:cubicBezTo>
                    <a:pt x="10" y="2"/>
                    <a:pt x="12" y="3"/>
                    <a:pt x="11" y="5"/>
                  </a:cubicBezTo>
                  <a:cubicBezTo>
                    <a:pt x="10" y="9"/>
                    <a:pt x="5" y="11"/>
                    <a:pt x="3" y="14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9" name="Freeform 2519">
              <a:extLst>
                <a:ext uri="{FF2B5EF4-FFF2-40B4-BE49-F238E27FC236}">
                  <a16:creationId xmlns:a16="http://schemas.microsoft.com/office/drawing/2014/main" id="{9F730F7A-E658-481C-AD2D-32695D51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195"/>
              <a:ext cx="35" cy="45"/>
            </a:xfrm>
            <a:custGeom>
              <a:avLst/>
              <a:gdLst>
                <a:gd name="T0" fmla="*/ 95 w 14"/>
                <a:gd name="T1" fmla="*/ 0 h 17"/>
                <a:gd name="T2" fmla="*/ 208 w 14"/>
                <a:gd name="T3" fmla="*/ 169 h 17"/>
                <a:gd name="T4" fmla="*/ 208 w 14"/>
                <a:gd name="T5" fmla="*/ 281 h 17"/>
                <a:gd name="T6" fmla="*/ 0 w 14"/>
                <a:gd name="T7" fmla="*/ 315 h 17"/>
                <a:gd name="T8" fmla="*/ 50 w 14"/>
                <a:gd name="T9" fmla="*/ 281 h 17"/>
                <a:gd name="T10" fmla="*/ 125 w 14"/>
                <a:gd name="T11" fmla="*/ 238 h 17"/>
                <a:gd name="T12" fmla="*/ 113 w 14"/>
                <a:gd name="T13" fmla="*/ 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6" y="0"/>
                  </a:moveTo>
                  <a:cubicBezTo>
                    <a:pt x="9" y="3"/>
                    <a:pt x="12" y="5"/>
                    <a:pt x="13" y="9"/>
                  </a:cubicBezTo>
                  <a:cubicBezTo>
                    <a:pt x="13" y="11"/>
                    <a:pt x="14" y="14"/>
                    <a:pt x="13" y="15"/>
                  </a:cubicBezTo>
                  <a:cubicBezTo>
                    <a:pt x="9" y="14"/>
                    <a:pt x="3" y="15"/>
                    <a:pt x="0" y="17"/>
                  </a:cubicBezTo>
                  <a:cubicBezTo>
                    <a:pt x="1" y="16"/>
                    <a:pt x="2" y="15"/>
                    <a:pt x="3" y="15"/>
                  </a:cubicBezTo>
                  <a:cubicBezTo>
                    <a:pt x="5" y="14"/>
                    <a:pt x="7" y="14"/>
                    <a:pt x="8" y="13"/>
                  </a:cubicBezTo>
                  <a:cubicBezTo>
                    <a:pt x="11" y="10"/>
                    <a:pt x="9" y="4"/>
                    <a:pt x="7" y="2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0" name="Freeform 2520">
              <a:extLst>
                <a:ext uri="{FF2B5EF4-FFF2-40B4-BE49-F238E27FC236}">
                  <a16:creationId xmlns:a16="http://schemas.microsoft.com/office/drawing/2014/main" id="{7E1D4CC0-8ED7-468C-BBEE-94F31EDB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99"/>
              <a:ext cx="33" cy="24"/>
            </a:xfrm>
            <a:custGeom>
              <a:avLst/>
              <a:gdLst>
                <a:gd name="T0" fmla="*/ 0 w 13"/>
                <a:gd name="T1" fmla="*/ 171 h 9"/>
                <a:gd name="T2" fmla="*/ 160 w 13"/>
                <a:gd name="T3" fmla="*/ 115 h 9"/>
                <a:gd name="T4" fmla="*/ 213 w 13"/>
                <a:gd name="T5" fmla="*/ 56 h 9"/>
                <a:gd name="T6" fmla="*/ 129 w 13"/>
                <a:gd name="T7" fmla="*/ 0 h 9"/>
                <a:gd name="T8" fmla="*/ 96 w 13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cubicBezTo>
                    <a:pt x="3" y="7"/>
                    <a:pt x="6" y="7"/>
                    <a:pt x="10" y="6"/>
                  </a:cubicBezTo>
                  <a:cubicBezTo>
                    <a:pt x="11" y="5"/>
                    <a:pt x="13" y="4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ubicBezTo>
                    <a:pt x="10" y="3"/>
                    <a:pt x="9" y="6"/>
                    <a:pt x="6" y="6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1" name="Freeform 2521">
              <a:extLst>
                <a:ext uri="{FF2B5EF4-FFF2-40B4-BE49-F238E27FC236}">
                  <a16:creationId xmlns:a16="http://schemas.microsoft.com/office/drawing/2014/main" id="{DA474E99-97D7-4E68-B4A6-283547EF3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347"/>
              <a:ext cx="60" cy="40"/>
            </a:xfrm>
            <a:custGeom>
              <a:avLst/>
              <a:gdLst>
                <a:gd name="T0" fmla="*/ 0 w 24"/>
                <a:gd name="T1" fmla="*/ 264 h 15"/>
                <a:gd name="T2" fmla="*/ 63 w 24"/>
                <a:gd name="T3" fmla="*/ 285 h 15"/>
                <a:gd name="T4" fmla="*/ 175 w 24"/>
                <a:gd name="T5" fmla="*/ 285 h 15"/>
                <a:gd name="T6" fmla="*/ 283 w 24"/>
                <a:gd name="T7" fmla="*/ 264 h 15"/>
                <a:gd name="T8" fmla="*/ 300 w 24"/>
                <a:gd name="T9" fmla="*/ 0 h 15"/>
                <a:gd name="T10" fmla="*/ 300 w 24"/>
                <a:gd name="T11" fmla="*/ 77 h 15"/>
                <a:gd name="T12" fmla="*/ 238 w 24"/>
                <a:gd name="T13" fmla="*/ 192 h 15"/>
                <a:gd name="T14" fmla="*/ 145 w 24"/>
                <a:gd name="T15" fmla="*/ 248 h 15"/>
                <a:gd name="T16" fmla="*/ 33 w 24"/>
                <a:gd name="T17" fmla="*/ 264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5">
                  <a:moveTo>
                    <a:pt x="0" y="14"/>
                  </a:moveTo>
                  <a:cubicBezTo>
                    <a:pt x="2" y="14"/>
                    <a:pt x="3" y="15"/>
                    <a:pt x="4" y="15"/>
                  </a:cubicBezTo>
                  <a:cubicBezTo>
                    <a:pt x="6" y="15"/>
                    <a:pt x="9" y="15"/>
                    <a:pt x="11" y="15"/>
                  </a:cubicBezTo>
                  <a:cubicBezTo>
                    <a:pt x="13" y="14"/>
                    <a:pt x="16" y="14"/>
                    <a:pt x="18" y="14"/>
                  </a:cubicBezTo>
                  <a:cubicBezTo>
                    <a:pt x="24" y="12"/>
                    <a:pt x="22" y="3"/>
                    <a:pt x="19" y="0"/>
                  </a:cubicBezTo>
                  <a:cubicBezTo>
                    <a:pt x="18" y="1"/>
                    <a:pt x="19" y="3"/>
                    <a:pt x="19" y="4"/>
                  </a:cubicBezTo>
                  <a:cubicBezTo>
                    <a:pt x="18" y="7"/>
                    <a:pt x="18" y="9"/>
                    <a:pt x="15" y="10"/>
                  </a:cubicBezTo>
                  <a:cubicBezTo>
                    <a:pt x="13" y="11"/>
                    <a:pt x="11" y="12"/>
                    <a:pt x="9" y="13"/>
                  </a:cubicBezTo>
                  <a:cubicBezTo>
                    <a:pt x="7" y="13"/>
                    <a:pt x="4" y="15"/>
                    <a:pt x="2" y="14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2" name="Freeform 2522">
              <a:extLst>
                <a:ext uri="{FF2B5EF4-FFF2-40B4-BE49-F238E27FC236}">
                  <a16:creationId xmlns:a16="http://schemas.microsoft.com/office/drawing/2014/main" id="{A0FD0FD3-63F5-42F7-85B3-85F32F35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189"/>
              <a:ext cx="35" cy="24"/>
            </a:xfrm>
            <a:custGeom>
              <a:avLst/>
              <a:gdLst>
                <a:gd name="T0" fmla="*/ 0 w 14"/>
                <a:gd name="T1" fmla="*/ 93 h 9"/>
                <a:gd name="T2" fmla="*/ 95 w 14"/>
                <a:gd name="T3" fmla="*/ 136 h 9"/>
                <a:gd name="T4" fmla="*/ 175 w 14"/>
                <a:gd name="T5" fmla="*/ 115 h 9"/>
                <a:gd name="T6" fmla="*/ 220 w 14"/>
                <a:gd name="T7" fmla="*/ 21 h 9"/>
                <a:gd name="T8" fmla="*/ 125 w 14"/>
                <a:gd name="T9" fmla="*/ 77 h 9"/>
                <a:gd name="T10" fmla="*/ 113 w 14"/>
                <a:gd name="T11" fmla="*/ 0 h 9"/>
                <a:gd name="T12" fmla="*/ 20 w 14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">
                  <a:moveTo>
                    <a:pt x="0" y="5"/>
                  </a:moveTo>
                  <a:cubicBezTo>
                    <a:pt x="1" y="9"/>
                    <a:pt x="3" y="8"/>
                    <a:pt x="6" y="7"/>
                  </a:cubicBezTo>
                  <a:cubicBezTo>
                    <a:pt x="8" y="7"/>
                    <a:pt x="9" y="7"/>
                    <a:pt x="11" y="6"/>
                  </a:cubicBezTo>
                  <a:cubicBezTo>
                    <a:pt x="12" y="5"/>
                    <a:pt x="14" y="3"/>
                    <a:pt x="14" y="1"/>
                  </a:cubicBezTo>
                  <a:cubicBezTo>
                    <a:pt x="13" y="2"/>
                    <a:pt x="11" y="5"/>
                    <a:pt x="8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6" y="0"/>
                    <a:pt x="3" y="3"/>
                    <a:pt x="1" y="4"/>
                  </a:cubicBezTo>
                </a:path>
              </a:pathLst>
            </a:custGeom>
            <a:solidFill>
              <a:srgbClr val="A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3" name="Freeform 2523">
              <a:extLst>
                <a:ext uri="{FF2B5EF4-FFF2-40B4-BE49-F238E27FC236}">
                  <a16:creationId xmlns:a16="http://schemas.microsoft.com/office/drawing/2014/main" id="{F2C20F60-7236-4400-AA5E-F7A7ABC92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216"/>
              <a:ext cx="32" cy="43"/>
            </a:xfrm>
            <a:custGeom>
              <a:avLst/>
              <a:gdLst>
                <a:gd name="T0" fmla="*/ 162 w 13"/>
                <a:gd name="T1" fmla="*/ 0 h 16"/>
                <a:gd name="T2" fmla="*/ 162 w 13"/>
                <a:gd name="T3" fmla="*/ 137 h 16"/>
                <a:gd name="T4" fmla="*/ 182 w 13"/>
                <a:gd name="T5" fmla="*/ 231 h 16"/>
                <a:gd name="T6" fmla="*/ 0 w 13"/>
                <a:gd name="T7" fmla="*/ 274 h 16"/>
                <a:gd name="T8" fmla="*/ 103 w 13"/>
                <a:gd name="T9" fmla="*/ 196 h 16"/>
                <a:gd name="T10" fmla="*/ 162 w 13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6">
                  <a:moveTo>
                    <a:pt x="11" y="0"/>
                  </a:moveTo>
                  <a:cubicBezTo>
                    <a:pt x="10" y="3"/>
                    <a:pt x="10" y="4"/>
                    <a:pt x="11" y="7"/>
                  </a:cubicBezTo>
                  <a:cubicBezTo>
                    <a:pt x="12" y="9"/>
                    <a:pt x="13" y="11"/>
                    <a:pt x="12" y="12"/>
                  </a:cubicBezTo>
                  <a:cubicBezTo>
                    <a:pt x="10" y="16"/>
                    <a:pt x="3" y="15"/>
                    <a:pt x="0" y="14"/>
                  </a:cubicBezTo>
                  <a:cubicBezTo>
                    <a:pt x="3" y="13"/>
                    <a:pt x="5" y="13"/>
                    <a:pt x="7" y="10"/>
                  </a:cubicBezTo>
                  <a:cubicBezTo>
                    <a:pt x="8" y="7"/>
                    <a:pt x="8" y="3"/>
                    <a:pt x="11" y="0"/>
                  </a:cubicBezTo>
                </a:path>
              </a:pathLst>
            </a:custGeom>
            <a:solidFill>
              <a:srgbClr val="9C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4" name="Freeform 2524">
              <a:extLst>
                <a:ext uri="{FF2B5EF4-FFF2-40B4-BE49-F238E27FC236}">
                  <a16:creationId xmlns:a16="http://schemas.microsoft.com/office/drawing/2014/main" id="{0108E1E5-E342-446A-9668-B90D41A6D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301"/>
              <a:ext cx="30" cy="24"/>
            </a:xfrm>
            <a:custGeom>
              <a:avLst/>
              <a:gdLst>
                <a:gd name="T0" fmla="*/ 158 w 12"/>
                <a:gd name="T1" fmla="*/ 0 h 9"/>
                <a:gd name="T2" fmla="*/ 145 w 12"/>
                <a:gd name="T3" fmla="*/ 149 h 9"/>
                <a:gd name="T4" fmla="*/ 83 w 12"/>
                <a:gd name="T5" fmla="*/ 136 h 9"/>
                <a:gd name="T6" fmla="*/ 0 w 12"/>
                <a:gd name="T7" fmla="*/ 115 h 9"/>
                <a:gd name="T8" fmla="*/ 125 w 12"/>
                <a:gd name="T9" fmla="*/ 77 h 9"/>
                <a:gd name="T10" fmla="*/ 158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cubicBezTo>
                    <a:pt x="11" y="2"/>
                    <a:pt x="12" y="7"/>
                    <a:pt x="9" y="8"/>
                  </a:cubicBezTo>
                  <a:cubicBezTo>
                    <a:pt x="7" y="9"/>
                    <a:pt x="6" y="7"/>
                    <a:pt x="5" y="7"/>
                  </a:cubicBezTo>
                  <a:cubicBezTo>
                    <a:pt x="3" y="6"/>
                    <a:pt x="1" y="7"/>
                    <a:pt x="0" y="6"/>
                  </a:cubicBezTo>
                  <a:cubicBezTo>
                    <a:pt x="2" y="6"/>
                    <a:pt x="6" y="6"/>
                    <a:pt x="8" y="4"/>
                  </a:cubicBezTo>
                  <a:cubicBezTo>
                    <a:pt x="9" y="3"/>
                    <a:pt x="9" y="1"/>
                    <a:pt x="10" y="0"/>
                  </a:cubicBezTo>
                </a:path>
              </a:pathLst>
            </a:custGeom>
            <a:solidFill>
              <a:srgbClr val="9C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5" name="Freeform 2525">
              <a:extLst>
                <a:ext uri="{FF2B5EF4-FFF2-40B4-BE49-F238E27FC236}">
                  <a16:creationId xmlns:a16="http://schemas.microsoft.com/office/drawing/2014/main" id="{E0B91C2D-1711-4769-8591-3D59B1F25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107"/>
              <a:ext cx="28" cy="32"/>
            </a:xfrm>
            <a:custGeom>
              <a:avLst/>
              <a:gdLst>
                <a:gd name="T0" fmla="*/ 33 w 11"/>
                <a:gd name="T1" fmla="*/ 0 h 12"/>
                <a:gd name="T2" fmla="*/ 0 w 11"/>
                <a:gd name="T3" fmla="*/ 56 h 12"/>
                <a:gd name="T4" fmla="*/ 97 w 11"/>
                <a:gd name="T5" fmla="*/ 227 h 12"/>
                <a:gd name="T6" fmla="*/ 181 w 11"/>
                <a:gd name="T7" fmla="*/ 93 h 12"/>
                <a:gd name="T8" fmla="*/ 84 w 11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4" y="9"/>
                    <a:pt x="6" y="12"/>
                  </a:cubicBezTo>
                  <a:cubicBezTo>
                    <a:pt x="5" y="8"/>
                    <a:pt x="9" y="7"/>
                    <a:pt x="11" y="5"/>
                  </a:cubicBezTo>
                  <a:cubicBezTo>
                    <a:pt x="9" y="4"/>
                    <a:pt x="6" y="3"/>
                    <a:pt x="5" y="1"/>
                  </a:cubicBezTo>
                </a:path>
              </a:pathLst>
            </a:custGeom>
            <a:solidFill>
              <a:srgbClr val="9C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6" name="Freeform 2526">
              <a:extLst>
                <a:ext uri="{FF2B5EF4-FFF2-40B4-BE49-F238E27FC236}">
                  <a16:creationId xmlns:a16="http://schemas.microsoft.com/office/drawing/2014/main" id="{F9968D86-A24B-4D25-B3AC-77CEA8A9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059"/>
              <a:ext cx="28" cy="29"/>
            </a:xfrm>
            <a:custGeom>
              <a:avLst/>
              <a:gdLst>
                <a:gd name="T0" fmla="*/ 0 w 11"/>
                <a:gd name="T1" fmla="*/ 166 h 11"/>
                <a:gd name="T2" fmla="*/ 181 w 11"/>
                <a:gd name="T3" fmla="*/ 200 h 11"/>
                <a:gd name="T4" fmla="*/ 181 w 11"/>
                <a:gd name="T5" fmla="*/ 145 h 11"/>
                <a:gd name="T6" fmla="*/ 64 w 11"/>
                <a:gd name="T7" fmla="*/ 0 h 11"/>
                <a:gd name="T8" fmla="*/ 84 w 11"/>
                <a:gd name="T9" fmla="*/ 76 h 11"/>
                <a:gd name="T10" fmla="*/ 20 w 11"/>
                <a:gd name="T11" fmla="*/ 14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0" y="9"/>
                  </a:moveTo>
                  <a:cubicBezTo>
                    <a:pt x="4" y="7"/>
                    <a:pt x="7" y="11"/>
                    <a:pt x="11" y="11"/>
                  </a:cubicBezTo>
                  <a:cubicBezTo>
                    <a:pt x="11" y="10"/>
                    <a:pt x="11" y="9"/>
                    <a:pt x="11" y="8"/>
                  </a:cubicBezTo>
                  <a:cubicBezTo>
                    <a:pt x="8" y="8"/>
                    <a:pt x="5" y="3"/>
                    <a:pt x="4" y="0"/>
                  </a:cubicBezTo>
                  <a:cubicBezTo>
                    <a:pt x="4" y="2"/>
                    <a:pt x="5" y="3"/>
                    <a:pt x="5" y="4"/>
                  </a:cubicBezTo>
                  <a:cubicBezTo>
                    <a:pt x="5" y="7"/>
                    <a:pt x="2" y="7"/>
                    <a:pt x="1" y="8"/>
                  </a:cubicBezTo>
                </a:path>
              </a:pathLst>
            </a:custGeom>
            <a:solidFill>
              <a:srgbClr val="9C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7" name="Freeform 2527">
              <a:extLst>
                <a:ext uri="{FF2B5EF4-FFF2-40B4-BE49-F238E27FC236}">
                  <a16:creationId xmlns:a16="http://schemas.microsoft.com/office/drawing/2014/main" id="{9F19249C-DC0B-4CE4-92E4-5AB9644E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123"/>
              <a:ext cx="10" cy="16"/>
            </a:xfrm>
            <a:custGeom>
              <a:avLst/>
              <a:gdLst>
                <a:gd name="T0" fmla="*/ 20 w 4"/>
                <a:gd name="T1" fmla="*/ 21 h 6"/>
                <a:gd name="T2" fmla="*/ 0 w 4"/>
                <a:gd name="T3" fmla="*/ 115 h 6"/>
                <a:gd name="T4" fmla="*/ 63 w 4"/>
                <a:gd name="T5" fmla="*/ 56 h 6"/>
                <a:gd name="T6" fmla="*/ 63 w 4"/>
                <a:gd name="T7" fmla="*/ 0 h 6"/>
                <a:gd name="T8" fmla="*/ 20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1" y="6"/>
                    <a:pt x="2" y="4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9C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" name="Freeform 2528">
              <a:extLst>
                <a:ext uri="{FF2B5EF4-FFF2-40B4-BE49-F238E27FC236}">
                  <a16:creationId xmlns:a16="http://schemas.microsoft.com/office/drawing/2014/main" id="{92BC29DF-8CEF-4712-A0CE-46D130B0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157"/>
              <a:ext cx="22" cy="24"/>
            </a:xfrm>
            <a:custGeom>
              <a:avLst/>
              <a:gdLst>
                <a:gd name="T0" fmla="*/ 0 w 9"/>
                <a:gd name="T1" fmla="*/ 136 h 9"/>
                <a:gd name="T2" fmla="*/ 120 w 9"/>
                <a:gd name="T3" fmla="*/ 171 h 9"/>
                <a:gd name="T4" fmla="*/ 132 w 9"/>
                <a:gd name="T5" fmla="*/ 0 h 9"/>
                <a:gd name="T6" fmla="*/ 29 w 9"/>
                <a:gd name="T7" fmla="*/ 77 h 9"/>
                <a:gd name="T8" fmla="*/ 29 w 9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3" y="6"/>
                    <a:pt x="6" y="8"/>
                    <a:pt x="8" y="9"/>
                  </a:cubicBezTo>
                  <a:cubicBezTo>
                    <a:pt x="7" y="6"/>
                    <a:pt x="9" y="3"/>
                    <a:pt x="9" y="0"/>
                  </a:cubicBezTo>
                  <a:cubicBezTo>
                    <a:pt x="7" y="1"/>
                    <a:pt x="5" y="3"/>
                    <a:pt x="2" y="4"/>
                  </a:cubicBezTo>
                  <a:cubicBezTo>
                    <a:pt x="4" y="4"/>
                    <a:pt x="3" y="6"/>
                    <a:pt x="2" y="7"/>
                  </a:cubicBezTo>
                </a:path>
              </a:pathLst>
            </a:custGeom>
            <a:solidFill>
              <a:srgbClr val="9C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9" name="Freeform 2529">
              <a:extLst>
                <a:ext uri="{FF2B5EF4-FFF2-40B4-BE49-F238E27FC236}">
                  <a16:creationId xmlns:a16="http://schemas.microsoft.com/office/drawing/2014/main" id="{B4679D09-6B7E-4162-AC18-BBE0BAF2C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47"/>
              <a:ext cx="13" cy="16"/>
            </a:xfrm>
            <a:custGeom>
              <a:avLst/>
              <a:gdLst>
                <a:gd name="T0" fmla="*/ 0 w 5"/>
                <a:gd name="T1" fmla="*/ 21 h 6"/>
                <a:gd name="T2" fmla="*/ 21 w 5"/>
                <a:gd name="T3" fmla="*/ 115 h 6"/>
                <a:gd name="T4" fmla="*/ 88 w 5"/>
                <a:gd name="T5" fmla="*/ 56 h 6"/>
                <a:gd name="T6" fmla="*/ 21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3"/>
                    <a:pt x="1" y="4"/>
                    <a:pt x="1" y="6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3" y="3"/>
                    <a:pt x="1" y="2"/>
                    <a:pt x="1" y="0"/>
                  </a:cubicBezTo>
                </a:path>
              </a:pathLst>
            </a:custGeom>
            <a:solidFill>
              <a:srgbClr val="9C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" name="Freeform 2530">
              <a:extLst>
                <a:ext uri="{FF2B5EF4-FFF2-40B4-BE49-F238E27FC236}">
                  <a16:creationId xmlns:a16="http://schemas.microsoft.com/office/drawing/2014/main" id="{BD472656-2F35-461E-BD48-75EF197C5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301"/>
              <a:ext cx="28" cy="56"/>
            </a:xfrm>
            <a:custGeom>
              <a:avLst/>
              <a:gdLst>
                <a:gd name="T0" fmla="*/ 97 w 11"/>
                <a:gd name="T1" fmla="*/ 0 h 21"/>
                <a:gd name="T2" fmla="*/ 130 w 11"/>
                <a:gd name="T3" fmla="*/ 56 h 21"/>
                <a:gd name="T4" fmla="*/ 163 w 11"/>
                <a:gd name="T5" fmla="*/ 136 h 21"/>
                <a:gd name="T6" fmla="*/ 163 w 11"/>
                <a:gd name="T7" fmla="*/ 248 h 21"/>
                <a:gd name="T8" fmla="*/ 117 w 11"/>
                <a:gd name="T9" fmla="*/ 363 h 21"/>
                <a:gd name="T10" fmla="*/ 0 w 11"/>
                <a:gd name="T11" fmla="*/ 397 h 21"/>
                <a:gd name="T12" fmla="*/ 64 w 11"/>
                <a:gd name="T13" fmla="*/ 341 h 21"/>
                <a:gd name="T14" fmla="*/ 130 w 11"/>
                <a:gd name="T15" fmla="*/ 192 h 21"/>
                <a:gd name="T16" fmla="*/ 97 w 11"/>
                <a:gd name="T17" fmla="*/ 2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21">
                  <a:moveTo>
                    <a:pt x="6" y="0"/>
                  </a:moveTo>
                  <a:cubicBezTo>
                    <a:pt x="6" y="1"/>
                    <a:pt x="7" y="2"/>
                    <a:pt x="8" y="3"/>
                  </a:cubicBezTo>
                  <a:cubicBezTo>
                    <a:pt x="9" y="4"/>
                    <a:pt x="9" y="6"/>
                    <a:pt x="10" y="7"/>
                  </a:cubicBezTo>
                  <a:cubicBezTo>
                    <a:pt x="10" y="9"/>
                    <a:pt x="11" y="11"/>
                    <a:pt x="10" y="13"/>
                  </a:cubicBezTo>
                  <a:cubicBezTo>
                    <a:pt x="10" y="15"/>
                    <a:pt x="9" y="17"/>
                    <a:pt x="7" y="19"/>
                  </a:cubicBezTo>
                  <a:cubicBezTo>
                    <a:pt x="5" y="21"/>
                    <a:pt x="3" y="20"/>
                    <a:pt x="0" y="21"/>
                  </a:cubicBezTo>
                  <a:cubicBezTo>
                    <a:pt x="1" y="20"/>
                    <a:pt x="3" y="20"/>
                    <a:pt x="4" y="18"/>
                  </a:cubicBezTo>
                  <a:cubicBezTo>
                    <a:pt x="7" y="16"/>
                    <a:pt x="7" y="13"/>
                    <a:pt x="8" y="10"/>
                  </a:cubicBezTo>
                  <a:cubicBezTo>
                    <a:pt x="8" y="7"/>
                    <a:pt x="7" y="4"/>
                    <a:pt x="6" y="1"/>
                  </a:cubicBezTo>
                </a:path>
              </a:pathLst>
            </a:custGeom>
            <a:solidFill>
              <a:srgbClr val="BD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" name="Freeform 2531">
              <a:extLst>
                <a:ext uri="{FF2B5EF4-FFF2-40B4-BE49-F238E27FC236}">
                  <a16:creationId xmlns:a16="http://schemas.microsoft.com/office/drawing/2014/main" id="{C2A2D137-4714-43A1-8ECF-F02F956FC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173"/>
              <a:ext cx="35" cy="30"/>
            </a:xfrm>
            <a:custGeom>
              <a:avLst/>
              <a:gdLst>
                <a:gd name="T0" fmla="*/ 0 w 14"/>
                <a:gd name="T1" fmla="*/ 202 h 11"/>
                <a:gd name="T2" fmla="*/ 33 w 14"/>
                <a:gd name="T3" fmla="*/ 224 h 11"/>
                <a:gd name="T4" fmla="*/ 83 w 14"/>
                <a:gd name="T5" fmla="*/ 202 h 11"/>
                <a:gd name="T6" fmla="*/ 220 w 14"/>
                <a:gd name="T7" fmla="*/ 185 h 11"/>
                <a:gd name="T8" fmla="*/ 175 w 14"/>
                <a:gd name="T9" fmla="*/ 104 h 11"/>
                <a:gd name="T10" fmla="*/ 125 w 14"/>
                <a:gd name="T11" fmla="*/ 0 h 11"/>
                <a:gd name="T12" fmla="*/ 125 w 14"/>
                <a:gd name="T13" fmla="*/ 104 h 11"/>
                <a:gd name="T14" fmla="*/ 83 w 14"/>
                <a:gd name="T15" fmla="*/ 164 h 11"/>
                <a:gd name="T16" fmla="*/ 20 w 14"/>
                <a:gd name="T17" fmla="*/ 202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1">
                  <a:moveTo>
                    <a:pt x="0" y="10"/>
                  </a:moveTo>
                  <a:cubicBezTo>
                    <a:pt x="0" y="10"/>
                    <a:pt x="1" y="11"/>
                    <a:pt x="2" y="11"/>
                  </a:cubicBezTo>
                  <a:cubicBezTo>
                    <a:pt x="3" y="11"/>
                    <a:pt x="4" y="11"/>
                    <a:pt x="5" y="10"/>
                  </a:cubicBezTo>
                  <a:cubicBezTo>
                    <a:pt x="7" y="9"/>
                    <a:pt x="12" y="9"/>
                    <a:pt x="14" y="9"/>
                  </a:cubicBezTo>
                  <a:cubicBezTo>
                    <a:pt x="12" y="9"/>
                    <a:pt x="11" y="7"/>
                    <a:pt x="11" y="5"/>
                  </a:cubicBezTo>
                  <a:cubicBezTo>
                    <a:pt x="10" y="3"/>
                    <a:pt x="8" y="2"/>
                    <a:pt x="8" y="0"/>
                  </a:cubicBezTo>
                  <a:cubicBezTo>
                    <a:pt x="9" y="1"/>
                    <a:pt x="9" y="3"/>
                    <a:pt x="8" y="5"/>
                  </a:cubicBezTo>
                  <a:cubicBezTo>
                    <a:pt x="8" y="7"/>
                    <a:pt x="6" y="8"/>
                    <a:pt x="5" y="8"/>
                  </a:cubicBezTo>
                  <a:cubicBezTo>
                    <a:pt x="4" y="9"/>
                    <a:pt x="2" y="9"/>
                    <a:pt x="1" y="10"/>
                  </a:cubicBezTo>
                </a:path>
              </a:pathLst>
            </a:custGeom>
            <a:solidFill>
              <a:srgbClr val="BD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" name="Freeform 2532">
              <a:extLst>
                <a:ext uri="{FF2B5EF4-FFF2-40B4-BE49-F238E27FC236}">
                  <a16:creationId xmlns:a16="http://schemas.microsoft.com/office/drawing/2014/main" id="{B392B6A0-DA81-491E-B713-65FAB23D5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256"/>
              <a:ext cx="32" cy="48"/>
            </a:xfrm>
            <a:custGeom>
              <a:avLst/>
              <a:gdLst>
                <a:gd name="T0" fmla="*/ 0 w 13"/>
                <a:gd name="T1" fmla="*/ 341 h 18"/>
                <a:gd name="T2" fmla="*/ 103 w 13"/>
                <a:gd name="T3" fmla="*/ 227 h 18"/>
                <a:gd name="T4" fmla="*/ 182 w 13"/>
                <a:gd name="T5" fmla="*/ 192 h 18"/>
                <a:gd name="T6" fmla="*/ 194 w 13"/>
                <a:gd name="T7" fmla="*/ 115 h 18"/>
                <a:gd name="T8" fmla="*/ 182 w 13"/>
                <a:gd name="T9" fmla="*/ 35 h 18"/>
                <a:gd name="T10" fmla="*/ 103 w 13"/>
                <a:gd name="T11" fmla="*/ 35 h 18"/>
                <a:gd name="T12" fmla="*/ 121 w 13"/>
                <a:gd name="T13" fmla="*/ 149 h 18"/>
                <a:gd name="T14" fmla="*/ 0 w 13"/>
                <a:gd name="T15" fmla="*/ 307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8">
                  <a:moveTo>
                    <a:pt x="0" y="18"/>
                  </a:moveTo>
                  <a:cubicBezTo>
                    <a:pt x="0" y="15"/>
                    <a:pt x="5" y="12"/>
                    <a:pt x="7" y="12"/>
                  </a:cubicBezTo>
                  <a:cubicBezTo>
                    <a:pt x="9" y="11"/>
                    <a:pt x="11" y="12"/>
                    <a:pt x="12" y="10"/>
                  </a:cubicBezTo>
                  <a:cubicBezTo>
                    <a:pt x="13" y="9"/>
                    <a:pt x="13" y="7"/>
                    <a:pt x="13" y="6"/>
                  </a:cubicBezTo>
                  <a:cubicBezTo>
                    <a:pt x="13" y="4"/>
                    <a:pt x="13" y="3"/>
                    <a:pt x="12" y="2"/>
                  </a:cubicBezTo>
                  <a:cubicBezTo>
                    <a:pt x="10" y="0"/>
                    <a:pt x="9" y="1"/>
                    <a:pt x="7" y="2"/>
                  </a:cubicBezTo>
                  <a:cubicBezTo>
                    <a:pt x="10" y="1"/>
                    <a:pt x="9" y="7"/>
                    <a:pt x="8" y="8"/>
                  </a:cubicBezTo>
                  <a:cubicBezTo>
                    <a:pt x="6" y="11"/>
                    <a:pt x="1" y="12"/>
                    <a:pt x="0" y="16"/>
                  </a:cubicBezTo>
                </a:path>
              </a:pathLst>
            </a:custGeom>
            <a:solidFill>
              <a:srgbClr val="BBC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" name="Freeform 2533">
              <a:extLst>
                <a:ext uri="{FF2B5EF4-FFF2-40B4-BE49-F238E27FC236}">
                  <a16:creationId xmlns:a16="http://schemas.microsoft.com/office/drawing/2014/main" id="{3EA29F88-F948-4194-A4E9-01BF8E4C0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61"/>
              <a:ext cx="52" cy="46"/>
            </a:xfrm>
            <a:custGeom>
              <a:avLst/>
              <a:gdLst>
                <a:gd name="T0" fmla="*/ 196 w 21"/>
                <a:gd name="T1" fmla="*/ 257 h 17"/>
                <a:gd name="T2" fmla="*/ 287 w 21"/>
                <a:gd name="T3" fmla="*/ 0 h 17"/>
                <a:gd name="T4" fmla="*/ 245 w 21"/>
                <a:gd name="T5" fmla="*/ 300 h 17"/>
                <a:gd name="T6" fmla="*/ 0 w 21"/>
                <a:gd name="T7" fmla="*/ 257 h 17"/>
                <a:gd name="T8" fmla="*/ 196 w 21"/>
                <a:gd name="T9" fmla="*/ 2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13" y="13"/>
                  </a:moveTo>
                  <a:cubicBezTo>
                    <a:pt x="18" y="11"/>
                    <a:pt x="20" y="6"/>
                    <a:pt x="19" y="0"/>
                  </a:cubicBezTo>
                  <a:cubicBezTo>
                    <a:pt x="20" y="5"/>
                    <a:pt x="21" y="12"/>
                    <a:pt x="16" y="15"/>
                  </a:cubicBezTo>
                  <a:cubicBezTo>
                    <a:pt x="12" y="17"/>
                    <a:pt x="5" y="15"/>
                    <a:pt x="0" y="13"/>
                  </a:cubicBezTo>
                  <a:cubicBezTo>
                    <a:pt x="3" y="14"/>
                    <a:pt x="9" y="15"/>
                    <a:pt x="13" y="13"/>
                  </a:cubicBezTo>
                  <a:close/>
                </a:path>
              </a:pathLst>
            </a:custGeom>
            <a:solidFill>
              <a:srgbClr val="BBC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" name="Freeform 2534">
              <a:extLst>
                <a:ext uri="{FF2B5EF4-FFF2-40B4-BE49-F238E27FC236}">
                  <a16:creationId xmlns:a16="http://schemas.microsoft.com/office/drawing/2014/main" id="{0551B230-C63C-45BC-BA6E-C52206D2C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043"/>
              <a:ext cx="60" cy="61"/>
            </a:xfrm>
            <a:custGeom>
              <a:avLst/>
              <a:gdLst>
                <a:gd name="T0" fmla="*/ 220 w 24"/>
                <a:gd name="T1" fmla="*/ 281 h 23"/>
                <a:gd name="T2" fmla="*/ 300 w 24"/>
                <a:gd name="T3" fmla="*/ 0 h 23"/>
                <a:gd name="T4" fmla="*/ 250 w 24"/>
                <a:gd name="T5" fmla="*/ 294 h 23"/>
                <a:gd name="T6" fmla="*/ 0 w 24"/>
                <a:gd name="T7" fmla="*/ 374 h 23"/>
                <a:gd name="T8" fmla="*/ 220 w 24"/>
                <a:gd name="T9" fmla="*/ 28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4" y="15"/>
                  </a:moveTo>
                  <a:cubicBezTo>
                    <a:pt x="20" y="9"/>
                    <a:pt x="19" y="4"/>
                    <a:pt x="19" y="0"/>
                  </a:cubicBezTo>
                  <a:cubicBezTo>
                    <a:pt x="22" y="3"/>
                    <a:pt x="24" y="9"/>
                    <a:pt x="16" y="16"/>
                  </a:cubicBezTo>
                  <a:cubicBezTo>
                    <a:pt x="9" y="23"/>
                    <a:pt x="4" y="23"/>
                    <a:pt x="0" y="20"/>
                  </a:cubicBezTo>
                  <a:cubicBezTo>
                    <a:pt x="3" y="21"/>
                    <a:pt x="8" y="19"/>
                    <a:pt x="14" y="15"/>
                  </a:cubicBezTo>
                  <a:close/>
                </a:path>
              </a:pathLst>
            </a:custGeom>
            <a:solidFill>
              <a:srgbClr val="BBC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" name="Freeform 2535">
              <a:extLst>
                <a:ext uri="{FF2B5EF4-FFF2-40B4-BE49-F238E27FC236}">
                  <a16:creationId xmlns:a16="http://schemas.microsoft.com/office/drawing/2014/main" id="{D2114370-BFCB-4C5F-A435-F5AF1529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075"/>
              <a:ext cx="37" cy="40"/>
            </a:xfrm>
            <a:custGeom>
              <a:avLst/>
              <a:gdLst>
                <a:gd name="T0" fmla="*/ 0 w 15"/>
                <a:gd name="T1" fmla="*/ 285 h 15"/>
                <a:gd name="T2" fmla="*/ 183 w 15"/>
                <a:gd name="T3" fmla="*/ 192 h 15"/>
                <a:gd name="T4" fmla="*/ 224 w 15"/>
                <a:gd name="T5" fmla="*/ 93 h 15"/>
                <a:gd name="T6" fmla="*/ 165 w 15"/>
                <a:gd name="T7" fmla="*/ 0 h 15"/>
                <a:gd name="T8" fmla="*/ 133 w 15"/>
                <a:gd name="T9" fmla="*/ 171 h 15"/>
                <a:gd name="T10" fmla="*/ 74 w 15"/>
                <a:gd name="T11" fmla="*/ 227 h 15"/>
                <a:gd name="T12" fmla="*/ 0 w 15"/>
                <a:gd name="T13" fmla="*/ 26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cubicBezTo>
                    <a:pt x="4" y="15"/>
                    <a:pt x="10" y="13"/>
                    <a:pt x="12" y="10"/>
                  </a:cubicBezTo>
                  <a:cubicBezTo>
                    <a:pt x="14" y="9"/>
                    <a:pt x="15" y="7"/>
                    <a:pt x="15" y="5"/>
                  </a:cubicBezTo>
                  <a:cubicBezTo>
                    <a:pt x="14" y="3"/>
                    <a:pt x="12" y="2"/>
                    <a:pt x="11" y="0"/>
                  </a:cubicBezTo>
                  <a:cubicBezTo>
                    <a:pt x="13" y="4"/>
                    <a:pt x="11" y="6"/>
                    <a:pt x="9" y="9"/>
                  </a:cubicBezTo>
                  <a:cubicBezTo>
                    <a:pt x="7" y="10"/>
                    <a:pt x="6" y="11"/>
                    <a:pt x="5" y="12"/>
                  </a:cubicBezTo>
                  <a:cubicBezTo>
                    <a:pt x="3" y="13"/>
                    <a:pt x="2" y="14"/>
                    <a:pt x="0" y="14"/>
                  </a:cubicBezTo>
                </a:path>
              </a:pathLst>
            </a:custGeom>
            <a:solidFill>
              <a:srgbClr val="C5C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" name="Freeform 2536">
              <a:extLst>
                <a:ext uri="{FF2B5EF4-FFF2-40B4-BE49-F238E27FC236}">
                  <a16:creationId xmlns:a16="http://schemas.microsoft.com/office/drawing/2014/main" id="{377594F2-4D5F-4F63-A8A4-1D6EEFC7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328"/>
              <a:ext cx="48" cy="45"/>
            </a:xfrm>
            <a:custGeom>
              <a:avLst/>
              <a:gdLst>
                <a:gd name="T0" fmla="*/ 0 w 19"/>
                <a:gd name="T1" fmla="*/ 90 h 17"/>
                <a:gd name="T2" fmla="*/ 147 w 19"/>
                <a:gd name="T3" fmla="*/ 294 h 17"/>
                <a:gd name="T4" fmla="*/ 288 w 19"/>
                <a:gd name="T5" fmla="*/ 0 h 17"/>
                <a:gd name="T6" fmla="*/ 222 w 19"/>
                <a:gd name="T7" fmla="*/ 169 h 17"/>
                <a:gd name="T8" fmla="*/ 147 w 19"/>
                <a:gd name="T9" fmla="*/ 225 h 17"/>
                <a:gd name="T10" fmla="*/ 63 w 19"/>
                <a:gd name="T11" fmla="*/ 20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0" y="5"/>
                  </a:moveTo>
                  <a:cubicBezTo>
                    <a:pt x="3" y="10"/>
                    <a:pt x="1" y="17"/>
                    <a:pt x="9" y="16"/>
                  </a:cubicBezTo>
                  <a:cubicBezTo>
                    <a:pt x="16" y="15"/>
                    <a:pt x="19" y="6"/>
                    <a:pt x="18" y="0"/>
                  </a:cubicBezTo>
                  <a:cubicBezTo>
                    <a:pt x="17" y="3"/>
                    <a:pt x="17" y="6"/>
                    <a:pt x="14" y="9"/>
                  </a:cubicBezTo>
                  <a:cubicBezTo>
                    <a:pt x="13" y="10"/>
                    <a:pt x="11" y="12"/>
                    <a:pt x="9" y="12"/>
                  </a:cubicBezTo>
                  <a:cubicBezTo>
                    <a:pt x="7" y="13"/>
                    <a:pt x="6" y="12"/>
                    <a:pt x="4" y="11"/>
                  </a:cubicBezTo>
                </a:path>
              </a:pathLst>
            </a:custGeom>
            <a:solidFill>
              <a:srgbClr val="C5C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" name="Freeform 2537">
              <a:extLst>
                <a:ext uri="{FF2B5EF4-FFF2-40B4-BE49-F238E27FC236}">
                  <a16:creationId xmlns:a16="http://schemas.microsoft.com/office/drawing/2014/main" id="{529EBC38-71C3-4A18-990C-36DDBECB4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328"/>
              <a:ext cx="53" cy="48"/>
            </a:xfrm>
            <a:custGeom>
              <a:avLst/>
              <a:gdLst>
                <a:gd name="T0" fmla="*/ 0 w 21"/>
                <a:gd name="T1" fmla="*/ 227 h 18"/>
                <a:gd name="T2" fmla="*/ 209 w 21"/>
                <a:gd name="T3" fmla="*/ 264 h 18"/>
                <a:gd name="T4" fmla="*/ 255 w 21"/>
                <a:gd name="T5" fmla="*/ 149 h 18"/>
                <a:gd name="T6" fmla="*/ 318 w 21"/>
                <a:gd name="T7" fmla="*/ 0 h 18"/>
                <a:gd name="T8" fmla="*/ 209 w 21"/>
                <a:gd name="T9" fmla="*/ 115 h 18"/>
                <a:gd name="T10" fmla="*/ 146 w 21"/>
                <a:gd name="T11" fmla="*/ 205 h 18"/>
                <a:gd name="T12" fmla="*/ 20 w 21"/>
                <a:gd name="T13" fmla="*/ 22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8">
                  <a:moveTo>
                    <a:pt x="0" y="12"/>
                  </a:moveTo>
                  <a:cubicBezTo>
                    <a:pt x="3" y="13"/>
                    <a:pt x="10" y="18"/>
                    <a:pt x="13" y="14"/>
                  </a:cubicBezTo>
                  <a:cubicBezTo>
                    <a:pt x="15" y="13"/>
                    <a:pt x="15" y="10"/>
                    <a:pt x="16" y="8"/>
                  </a:cubicBezTo>
                  <a:cubicBezTo>
                    <a:pt x="19" y="5"/>
                    <a:pt x="21" y="4"/>
                    <a:pt x="20" y="0"/>
                  </a:cubicBezTo>
                  <a:cubicBezTo>
                    <a:pt x="18" y="3"/>
                    <a:pt x="16" y="4"/>
                    <a:pt x="13" y="6"/>
                  </a:cubicBezTo>
                  <a:cubicBezTo>
                    <a:pt x="11" y="8"/>
                    <a:pt x="12" y="10"/>
                    <a:pt x="9" y="11"/>
                  </a:cubicBezTo>
                  <a:cubicBezTo>
                    <a:pt x="7" y="12"/>
                    <a:pt x="4" y="11"/>
                    <a:pt x="1" y="12"/>
                  </a:cubicBezTo>
                </a:path>
              </a:pathLst>
            </a:custGeom>
            <a:solidFill>
              <a:srgbClr val="D2D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" name="Freeform 2538">
              <a:extLst>
                <a:ext uri="{FF2B5EF4-FFF2-40B4-BE49-F238E27FC236}">
                  <a16:creationId xmlns:a16="http://schemas.microsoft.com/office/drawing/2014/main" id="{E7EB58AF-DB5F-4AA3-9170-9D09061EF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280"/>
              <a:ext cx="43" cy="37"/>
            </a:xfrm>
            <a:custGeom>
              <a:avLst/>
              <a:gdLst>
                <a:gd name="T0" fmla="*/ 0 w 17"/>
                <a:gd name="T1" fmla="*/ 225 h 14"/>
                <a:gd name="T2" fmla="*/ 129 w 17"/>
                <a:gd name="T3" fmla="*/ 225 h 14"/>
                <a:gd name="T4" fmla="*/ 276 w 17"/>
                <a:gd name="T5" fmla="*/ 0 h 14"/>
                <a:gd name="T6" fmla="*/ 20 w 17"/>
                <a:gd name="T7" fmla="*/ 2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12"/>
                  </a:moveTo>
                  <a:cubicBezTo>
                    <a:pt x="2" y="14"/>
                    <a:pt x="6" y="13"/>
                    <a:pt x="8" y="12"/>
                  </a:cubicBezTo>
                  <a:cubicBezTo>
                    <a:pt x="13" y="10"/>
                    <a:pt x="17" y="5"/>
                    <a:pt x="17" y="0"/>
                  </a:cubicBezTo>
                  <a:cubicBezTo>
                    <a:pt x="14" y="5"/>
                    <a:pt x="8" y="11"/>
                    <a:pt x="1" y="12"/>
                  </a:cubicBezTo>
                </a:path>
              </a:pathLst>
            </a:custGeom>
            <a:solidFill>
              <a:srgbClr val="D2D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9" name="Freeform 2539">
              <a:extLst>
                <a:ext uri="{FF2B5EF4-FFF2-40B4-BE49-F238E27FC236}">
                  <a16:creationId xmlns:a16="http://schemas.microsoft.com/office/drawing/2014/main" id="{C433E4F8-A9F5-4CD2-89F0-8281006B0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240"/>
              <a:ext cx="22" cy="27"/>
            </a:xfrm>
            <a:custGeom>
              <a:avLst/>
              <a:gdLst>
                <a:gd name="T0" fmla="*/ 0 w 9"/>
                <a:gd name="T1" fmla="*/ 197 h 10"/>
                <a:gd name="T2" fmla="*/ 42 w 9"/>
                <a:gd name="T3" fmla="*/ 103 h 10"/>
                <a:gd name="T4" fmla="*/ 12 w 9"/>
                <a:gd name="T5" fmla="*/ 22 h 10"/>
                <a:gd name="T6" fmla="*/ 120 w 9"/>
                <a:gd name="T7" fmla="*/ 59 h 10"/>
                <a:gd name="T8" fmla="*/ 29 w 9"/>
                <a:gd name="T9" fmla="*/ 17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9"/>
                    <a:pt x="4" y="7"/>
                    <a:pt x="3" y="5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3" y="0"/>
                    <a:pt x="7" y="1"/>
                    <a:pt x="8" y="3"/>
                  </a:cubicBezTo>
                  <a:cubicBezTo>
                    <a:pt x="9" y="6"/>
                    <a:pt x="3" y="8"/>
                    <a:pt x="2" y="9"/>
                  </a:cubicBezTo>
                </a:path>
              </a:pathLst>
            </a:custGeom>
            <a:solidFill>
              <a:srgbClr val="D2D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" name="Freeform 2540">
              <a:extLst>
                <a:ext uri="{FF2B5EF4-FFF2-40B4-BE49-F238E27FC236}">
                  <a16:creationId xmlns:a16="http://schemas.microsoft.com/office/drawing/2014/main" id="{C1442816-438C-4E97-96DD-E416AE4C0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147"/>
              <a:ext cx="38" cy="58"/>
            </a:xfrm>
            <a:custGeom>
              <a:avLst/>
              <a:gdLst>
                <a:gd name="T0" fmla="*/ 0 w 15"/>
                <a:gd name="T1" fmla="*/ 369 h 22"/>
                <a:gd name="T2" fmla="*/ 193 w 15"/>
                <a:gd name="T3" fmla="*/ 293 h 22"/>
                <a:gd name="T4" fmla="*/ 160 w 15"/>
                <a:gd name="T5" fmla="*/ 0 h 22"/>
                <a:gd name="T6" fmla="*/ 160 w 15"/>
                <a:gd name="T7" fmla="*/ 200 h 22"/>
                <a:gd name="T8" fmla="*/ 63 w 15"/>
                <a:gd name="T9" fmla="*/ 3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20"/>
                  </a:moveTo>
                  <a:cubicBezTo>
                    <a:pt x="3" y="22"/>
                    <a:pt x="10" y="18"/>
                    <a:pt x="12" y="16"/>
                  </a:cubicBezTo>
                  <a:cubicBezTo>
                    <a:pt x="15" y="12"/>
                    <a:pt x="13" y="3"/>
                    <a:pt x="10" y="0"/>
                  </a:cubicBezTo>
                  <a:cubicBezTo>
                    <a:pt x="12" y="3"/>
                    <a:pt x="11" y="8"/>
                    <a:pt x="10" y="11"/>
                  </a:cubicBezTo>
                  <a:cubicBezTo>
                    <a:pt x="9" y="16"/>
                    <a:pt x="7" y="17"/>
                    <a:pt x="4" y="19"/>
                  </a:cubicBezTo>
                </a:path>
              </a:pathLst>
            </a:custGeom>
            <a:solidFill>
              <a:srgbClr val="D2D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1" name="Freeform 2541">
              <a:extLst>
                <a:ext uri="{FF2B5EF4-FFF2-40B4-BE49-F238E27FC236}">
                  <a16:creationId xmlns:a16="http://schemas.microsoft.com/office/drawing/2014/main" id="{8948E51C-5601-4C8E-907E-2B4173B6B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251"/>
              <a:ext cx="30" cy="40"/>
            </a:xfrm>
            <a:custGeom>
              <a:avLst/>
              <a:gdLst>
                <a:gd name="T0" fmla="*/ 0 w 12"/>
                <a:gd name="T1" fmla="*/ 285 h 15"/>
                <a:gd name="T2" fmla="*/ 113 w 12"/>
                <a:gd name="T3" fmla="*/ 0 h 15"/>
                <a:gd name="T4" fmla="*/ 50 w 12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8" y="15"/>
                    <a:pt x="12" y="6"/>
                    <a:pt x="7" y="0"/>
                  </a:cubicBezTo>
                  <a:cubicBezTo>
                    <a:pt x="7" y="6"/>
                    <a:pt x="7" y="8"/>
                    <a:pt x="3" y="12"/>
                  </a:cubicBezTo>
                </a:path>
              </a:pathLst>
            </a:custGeom>
            <a:solidFill>
              <a:srgbClr val="D2D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2" name="Freeform 2542">
              <a:extLst>
                <a:ext uri="{FF2B5EF4-FFF2-40B4-BE49-F238E27FC236}">
                  <a16:creationId xmlns:a16="http://schemas.microsoft.com/office/drawing/2014/main" id="{1469BEEC-E095-4856-B177-AF922D09E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27"/>
              <a:ext cx="45" cy="50"/>
            </a:xfrm>
            <a:custGeom>
              <a:avLst/>
              <a:gdLst>
                <a:gd name="T0" fmla="*/ 0 w 18"/>
                <a:gd name="T1" fmla="*/ 292 h 19"/>
                <a:gd name="T2" fmla="*/ 188 w 18"/>
                <a:gd name="T3" fmla="*/ 311 h 19"/>
                <a:gd name="T4" fmla="*/ 175 w 18"/>
                <a:gd name="T5" fmla="*/ 0 h 19"/>
                <a:gd name="T6" fmla="*/ 188 w 18"/>
                <a:gd name="T7" fmla="*/ 111 h 19"/>
                <a:gd name="T8" fmla="*/ 175 w 18"/>
                <a:gd name="T9" fmla="*/ 221 h 19"/>
                <a:gd name="T10" fmla="*/ 50 w 18"/>
                <a:gd name="T11" fmla="*/ 29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0" y="16"/>
                  </a:moveTo>
                  <a:cubicBezTo>
                    <a:pt x="3" y="19"/>
                    <a:pt x="9" y="19"/>
                    <a:pt x="12" y="17"/>
                  </a:cubicBezTo>
                  <a:cubicBezTo>
                    <a:pt x="18" y="13"/>
                    <a:pt x="13" y="5"/>
                    <a:pt x="11" y="0"/>
                  </a:cubicBezTo>
                  <a:cubicBezTo>
                    <a:pt x="11" y="2"/>
                    <a:pt x="12" y="4"/>
                    <a:pt x="12" y="6"/>
                  </a:cubicBezTo>
                  <a:cubicBezTo>
                    <a:pt x="12" y="8"/>
                    <a:pt x="12" y="10"/>
                    <a:pt x="11" y="12"/>
                  </a:cubicBezTo>
                  <a:cubicBezTo>
                    <a:pt x="10" y="14"/>
                    <a:pt x="6" y="16"/>
                    <a:pt x="3" y="16"/>
                  </a:cubicBezTo>
                </a:path>
              </a:pathLst>
            </a:custGeom>
            <a:solidFill>
              <a:srgbClr val="DCC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3" name="Freeform 2543">
              <a:extLst>
                <a:ext uri="{FF2B5EF4-FFF2-40B4-BE49-F238E27FC236}">
                  <a16:creationId xmlns:a16="http://schemas.microsoft.com/office/drawing/2014/main" id="{013D4DD7-3D14-4944-B13C-B2674833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264"/>
              <a:ext cx="42" cy="37"/>
            </a:xfrm>
            <a:custGeom>
              <a:avLst/>
              <a:gdLst>
                <a:gd name="T0" fmla="*/ 0 w 17"/>
                <a:gd name="T1" fmla="*/ 148 h 14"/>
                <a:gd name="T2" fmla="*/ 91 w 17"/>
                <a:gd name="T3" fmla="*/ 225 h 14"/>
                <a:gd name="T4" fmla="*/ 153 w 17"/>
                <a:gd name="T5" fmla="*/ 225 h 14"/>
                <a:gd name="T6" fmla="*/ 245 w 17"/>
                <a:gd name="T7" fmla="*/ 148 h 14"/>
                <a:gd name="T8" fmla="*/ 225 w 17"/>
                <a:gd name="T9" fmla="*/ 0 h 14"/>
                <a:gd name="T10" fmla="*/ 195 w 17"/>
                <a:gd name="T11" fmla="*/ 148 h 14"/>
                <a:gd name="T12" fmla="*/ 74 w 17"/>
                <a:gd name="T13" fmla="*/ 18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4">
                  <a:moveTo>
                    <a:pt x="0" y="8"/>
                  </a:moveTo>
                  <a:cubicBezTo>
                    <a:pt x="3" y="8"/>
                    <a:pt x="4" y="11"/>
                    <a:pt x="6" y="12"/>
                  </a:cubicBezTo>
                  <a:cubicBezTo>
                    <a:pt x="7" y="14"/>
                    <a:pt x="8" y="13"/>
                    <a:pt x="10" y="12"/>
                  </a:cubicBezTo>
                  <a:cubicBezTo>
                    <a:pt x="12" y="11"/>
                    <a:pt x="15" y="10"/>
                    <a:pt x="16" y="8"/>
                  </a:cubicBezTo>
                  <a:cubicBezTo>
                    <a:pt x="17" y="6"/>
                    <a:pt x="16" y="2"/>
                    <a:pt x="15" y="0"/>
                  </a:cubicBezTo>
                  <a:cubicBezTo>
                    <a:pt x="15" y="3"/>
                    <a:pt x="15" y="6"/>
                    <a:pt x="13" y="8"/>
                  </a:cubicBezTo>
                  <a:cubicBezTo>
                    <a:pt x="10" y="10"/>
                    <a:pt x="7" y="9"/>
                    <a:pt x="5" y="10"/>
                  </a:cubicBezTo>
                </a:path>
              </a:pathLst>
            </a:custGeom>
            <a:solidFill>
              <a:srgbClr val="DCC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4" name="Freeform 2544">
              <a:extLst>
                <a:ext uri="{FF2B5EF4-FFF2-40B4-BE49-F238E27FC236}">
                  <a16:creationId xmlns:a16="http://schemas.microsoft.com/office/drawing/2014/main" id="{3CF2A09D-DCB6-4075-A2F5-C5A7AC9B6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976"/>
              <a:ext cx="27" cy="40"/>
            </a:xfrm>
            <a:custGeom>
              <a:avLst/>
              <a:gdLst>
                <a:gd name="T0" fmla="*/ 162 w 11"/>
                <a:gd name="T1" fmla="*/ 0 h 15"/>
                <a:gd name="T2" fmla="*/ 133 w 11"/>
                <a:gd name="T3" fmla="*/ 227 h 15"/>
                <a:gd name="T4" fmla="*/ 0 w 11"/>
                <a:gd name="T5" fmla="*/ 285 h 15"/>
                <a:gd name="T6" fmla="*/ 120 w 11"/>
                <a:gd name="T7" fmla="*/ 149 h 15"/>
                <a:gd name="T8" fmla="*/ 162 w 1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11" y="0"/>
                  </a:moveTo>
                  <a:cubicBezTo>
                    <a:pt x="11" y="4"/>
                    <a:pt x="11" y="8"/>
                    <a:pt x="9" y="12"/>
                  </a:cubicBezTo>
                  <a:cubicBezTo>
                    <a:pt x="7" y="15"/>
                    <a:pt x="4" y="15"/>
                    <a:pt x="0" y="15"/>
                  </a:cubicBezTo>
                  <a:cubicBezTo>
                    <a:pt x="3" y="13"/>
                    <a:pt x="6" y="11"/>
                    <a:pt x="8" y="8"/>
                  </a:cubicBezTo>
                  <a:cubicBezTo>
                    <a:pt x="10" y="6"/>
                    <a:pt x="10" y="2"/>
                    <a:pt x="11" y="0"/>
                  </a:cubicBezTo>
                </a:path>
              </a:pathLst>
            </a:custGeom>
            <a:solidFill>
              <a:srgbClr val="D1B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5" name="Freeform 2545">
              <a:extLst>
                <a:ext uri="{FF2B5EF4-FFF2-40B4-BE49-F238E27FC236}">
                  <a16:creationId xmlns:a16="http://schemas.microsoft.com/office/drawing/2014/main" id="{A7EBBEAD-2BF0-40F2-9C93-5388F7D5F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067"/>
              <a:ext cx="35" cy="56"/>
            </a:xfrm>
            <a:custGeom>
              <a:avLst/>
              <a:gdLst>
                <a:gd name="T0" fmla="*/ 0 w 14"/>
                <a:gd name="T1" fmla="*/ 285 h 21"/>
                <a:gd name="T2" fmla="*/ 208 w 14"/>
                <a:gd name="T3" fmla="*/ 227 h 21"/>
                <a:gd name="T4" fmla="*/ 175 w 14"/>
                <a:gd name="T5" fmla="*/ 136 h 21"/>
                <a:gd name="T6" fmla="*/ 158 w 14"/>
                <a:gd name="T7" fmla="*/ 0 h 21"/>
                <a:gd name="T8" fmla="*/ 125 w 14"/>
                <a:gd name="T9" fmla="*/ 149 h 21"/>
                <a:gd name="T10" fmla="*/ 63 w 14"/>
                <a:gd name="T11" fmla="*/ 30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0" y="15"/>
                  </a:moveTo>
                  <a:cubicBezTo>
                    <a:pt x="1" y="21"/>
                    <a:pt x="12" y="16"/>
                    <a:pt x="13" y="12"/>
                  </a:cubicBezTo>
                  <a:cubicBezTo>
                    <a:pt x="14" y="10"/>
                    <a:pt x="12" y="9"/>
                    <a:pt x="11" y="7"/>
                  </a:cubicBezTo>
                  <a:cubicBezTo>
                    <a:pt x="9" y="4"/>
                    <a:pt x="10" y="3"/>
                    <a:pt x="10" y="0"/>
                  </a:cubicBezTo>
                  <a:cubicBezTo>
                    <a:pt x="8" y="2"/>
                    <a:pt x="8" y="5"/>
                    <a:pt x="8" y="8"/>
                  </a:cubicBezTo>
                  <a:cubicBezTo>
                    <a:pt x="8" y="10"/>
                    <a:pt x="7" y="15"/>
                    <a:pt x="4" y="16"/>
                  </a:cubicBezTo>
                </a:path>
              </a:pathLst>
            </a:custGeom>
            <a:solidFill>
              <a:srgbClr val="D5C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6" name="Freeform 2546">
              <a:extLst>
                <a:ext uri="{FF2B5EF4-FFF2-40B4-BE49-F238E27FC236}">
                  <a16:creationId xmlns:a16="http://schemas.microsoft.com/office/drawing/2014/main" id="{FA3C2645-2807-4424-9F34-F2815E0BD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157"/>
              <a:ext cx="47" cy="48"/>
            </a:xfrm>
            <a:custGeom>
              <a:avLst/>
              <a:gdLst>
                <a:gd name="T0" fmla="*/ 0 w 19"/>
                <a:gd name="T1" fmla="*/ 307 h 18"/>
                <a:gd name="T2" fmla="*/ 166 w 19"/>
                <a:gd name="T3" fmla="*/ 320 h 18"/>
                <a:gd name="T4" fmla="*/ 287 w 19"/>
                <a:gd name="T5" fmla="*/ 0 h 18"/>
                <a:gd name="T6" fmla="*/ 183 w 19"/>
                <a:gd name="T7" fmla="*/ 227 h 18"/>
                <a:gd name="T8" fmla="*/ 12 w 19"/>
                <a:gd name="T9" fmla="*/ 30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0" y="16"/>
                  </a:moveTo>
                  <a:cubicBezTo>
                    <a:pt x="3" y="17"/>
                    <a:pt x="7" y="18"/>
                    <a:pt x="11" y="17"/>
                  </a:cubicBezTo>
                  <a:cubicBezTo>
                    <a:pt x="17" y="14"/>
                    <a:pt x="18" y="6"/>
                    <a:pt x="19" y="0"/>
                  </a:cubicBezTo>
                  <a:cubicBezTo>
                    <a:pt x="17" y="4"/>
                    <a:pt x="16" y="9"/>
                    <a:pt x="12" y="12"/>
                  </a:cubicBezTo>
                  <a:cubicBezTo>
                    <a:pt x="10" y="15"/>
                    <a:pt x="4" y="18"/>
                    <a:pt x="1" y="16"/>
                  </a:cubicBezTo>
                </a:path>
              </a:pathLst>
            </a:custGeom>
            <a:solidFill>
              <a:srgbClr val="D5C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7" name="Freeform 2547">
              <a:extLst>
                <a:ext uri="{FF2B5EF4-FFF2-40B4-BE49-F238E27FC236}">
                  <a16:creationId xmlns:a16="http://schemas.microsoft.com/office/drawing/2014/main" id="{10DBD3DF-3CF3-4749-89E7-87B75F3F6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144"/>
              <a:ext cx="48" cy="45"/>
            </a:xfrm>
            <a:custGeom>
              <a:avLst/>
              <a:gdLst>
                <a:gd name="T0" fmla="*/ 0 w 19"/>
                <a:gd name="T1" fmla="*/ 225 h 17"/>
                <a:gd name="T2" fmla="*/ 96 w 19"/>
                <a:gd name="T3" fmla="*/ 281 h 17"/>
                <a:gd name="T4" fmla="*/ 179 w 19"/>
                <a:gd name="T5" fmla="*/ 281 h 17"/>
                <a:gd name="T6" fmla="*/ 288 w 19"/>
                <a:gd name="T7" fmla="*/ 183 h 17"/>
                <a:gd name="T8" fmla="*/ 275 w 19"/>
                <a:gd name="T9" fmla="*/ 0 h 17"/>
                <a:gd name="T10" fmla="*/ 192 w 19"/>
                <a:gd name="T11" fmla="*/ 183 h 17"/>
                <a:gd name="T12" fmla="*/ 0 w 19"/>
                <a:gd name="T13" fmla="*/ 22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0" y="12"/>
                  </a:moveTo>
                  <a:cubicBezTo>
                    <a:pt x="2" y="12"/>
                    <a:pt x="4" y="14"/>
                    <a:pt x="6" y="15"/>
                  </a:cubicBezTo>
                  <a:cubicBezTo>
                    <a:pt x="9" y="17"/>
                    <a:pt x="9" y="17"/>
                    <a:pt x="11" y="15"/>
                  </a:cubicBezTo>
                  <a:cubicBezTo>
                    <a:pt x="14" y="13"/>
                    <a:pt x="16" y="13"/>
                    <a:pt x="18" y="10"/>
                  </a:cubicBezTo>
                  <a:cubicBezTo>
                    <a:pt x="19" y="7"/>
                    <a:pt x="19" y="3"/>
                    <a:pt x="17" y="0"/>
                  </a:cubicBezTo>
                  <a:cubicBezTo>
                    <a:pt x="16" y="4"/>
                    <a:pt x="17" y="7"/>
                    <a:pt x="12" y="10"/>
                  </a:cubicBezTo>
                  <a:cubicBezTo>
                    <a:pt x="9" y="12"/>
                    <a:pt x="3" y="14"/>
                    <a:pt x="0" y="12"/>
                  </a:cubicBezTo>
                </a:path>
              </a:pathLst>
            </a:custGeom>
            <a:solidFill>
              <a:srgbClr val="D5C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8" name="Freeform 2548">
              <a:extLst>
                <a:ext uri="{FF2B5EF4-FFF2-40B4-BE49-F238E27FC236}">
                  <a16:creationId xmlns:a16="http://schemas.microsoft.com/office/drawing/2014/main" id="{74ADB600-6F67-43B3-B3F9-F95733A36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008"/>
              <a:ext cx="18" cy="32"/>
            </a:xfrm>
            <a:custGeom>
              <a:avLst/>
              <a:gdLst>
                <a:gd name="T0" fmla="*/ 0 w 7"/>
                <a:gd name="T1" fmla="*/ 192 h 12"/>
                <a:gd name="T2" fmla="*/ 85 w 7"/>
                <a:gd name="T3" fmla="*/ 192 h 12"/>
                <a:gd name="T4" fmla="*/ 85 w 7"/>
                <a:gd name="T5" fmla="*/ 0 h 12"/>
                <a:gd name="T6" fmla="*/ 0 w 7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0" y="10"/>
                  </a:moveTo>
                  <a:cubicBezTo>
                    <a:pt x="2" y="12"/>
                    <a:pt x="4" y="12"/>
                    <a:pt x="5" y="10"/>
                  </a:cubicBezTo>
                  <a:cubicBezTo>
                    <a:pt x="7" y="7"/>
                    <a:pt x="6" y="4"/>
                    <a:pt x="5" y="0"/>
                  </a:cubicBezTo>
                  <a:cubicBezTo>
                    <a:pt x="5" y="4"/>
                    <a:pt x="5" y="9"/>
                    <a:pt x="0" y="10"/>
                  </a:cubicBezTo>
                </a:path>
              </a:pathLst>
            </a:custGeom>
            <a:solidFill>
              <a:srgbClr val="D5C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9" name="Freeform 2549">
              <a:extLst>
                <a:ext uri="{FF2B5EF4-FFF2-40B4-BE49-F238E27FC236}">
                  <a16:creationId xmlns:a16="http://schemas.microsoft.com/office/drawing/2014/main" id="{418CAE5C-527C-4038-BEE5-67FF20325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216"/>
              <a:ext cx="80" cy="96"/>
            </a:xfrm>
            <a:custGeom>
              <a:avLst/>
              <a:gdLst>
                <a:gd name="T0" fmla="*/ 208 w 32"/>
                <a:gd name="T1" fmla="*/ 77 h 36"/>
                <a:gd name="T2" fmla="*/ 50 w 32"/>
                <a:gd name="T3" fmla="*/ 227 h 36"/>
                <a:gd name="T4" fmla="*/ 0 w 32"/>
                <a:gd name="T5" fmla="*/ 435 h 36"/>
                <a:gd name="T6" fmla="*/ 300 w 32"/>
                <a:gd name="T7" fmla="*/ 661 h 36"/>
                <a:gd name="T8" fmla="*/ 488 w 32"/>
                <a:gd name="T9" fmla="*/ 533 h 36"/>
                <a:gd name="T10" fmla="*/ 458 w 32"/>
                <a:gd name="T11" fmla="*/ 205 h 36"/>
                <a:gd name="T12" fmla="*/ 208 w 32"/>
                <a:gd name="T13" fmla="*/ 7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6">
                  <a:moveTo>
                    <a:pt x="13" y="4"/>
                  </a:moveTo>
                  <a:cubicBezTo>
                    <a:pt x="9" y="7"/>
                    <a:pt x="5" y="7"/>
                    <a:pt x="3" y="12"/>
                  </a:cubicBezTo>
                  <a:cubicBezTo>
                    <a:pt x="2" y="14"/>
                    <a:pt x="0" y="20"/>
                    <a:pt x="0" y="23"/>
                  </a:cubicBezTo>
                  <a:cubicBezTo>
                    <a:pt x="1" y="33"/>
                    <a:pt x="12" y="34"/>
                    <a:pt x="19" y="35"/>
                  </a:cubicBezTo>
                  <a:cubicBezTo>
                    <a:pt x="25" y="36"/>
                    <a:pt x="29" y="33"/>
                    <a:pt x="31" y="28"/>
                  </a:cubicBezTo>
                  <a:cubicBezTo>
                    <a:pt x="32" y="24"/>
                    <a:pt x="31" y="15"/>
                    <a:pt x="29" y="11"/>
                  </a:cubicBezTo>
                  <a:cubicBezTo>
                    <a:pt x="27" y="6"/>
                    <a:pt x="19" y="0"/>
                    <a:pt x="13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0" name="Freeform 2550">
              <a:extLst>
                <a:ext uri="{FF2B5EF4-FFF2-40B4-BE49-F238E27FC236}">
                  <a16:creationId xmlns:a16="http://schemas.microsoft.com/office/drawing/2014/main" id="{CD11960B-7911-47AD-A483-5D0B3B57E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92"/>
              <a:ext cx="83" cy="53"/>
            </a:xfrm>
            <a:custGeom>
              <a:avLst/>
              <a:gdLst>
                <a:gd name="T0" fmla="*/ 96 w 33"/>
                <a:gd name="T1" fmla="*/ 352 h 20"/>
                <a:gd name="T2" fmla="*/ 241 w 33"/>
                <a:gd name="T3" fmla="*/ 239 h 20"/>
                <a:gd name="T4" fmla="*/ 493 w 33"/>
                <a:gd name="T5" fmla="*/ 371 h 20"/>
                <a:gd name="T6" fmla="*/ 493 w 33"/>
                <a:gd name="T7" fmla="*/ 371 h 20"/>
                <a:gd name="T8" fmla="*/ 506 w 33"/>
                <a:gd name="T9" fmla="*/ 371 h 20"/>
                <a:gd name="T10" fmla="*/ 506 w 33"/>
                <a:gd name="T11" fmla="*/ 225 h 20"/>
                <a:gd name="T12" fmla="*/ 475 w 33"/>
                <a:gd name="T13" fmla="*/ 111 h 20"/>
                <a:gd name="T14" fmla="*/ 493 w 33"/>
                <a:gd name="T15" fmla="*/ 56 h 20"/>
                <a:gd name="T16" fmla="*/ 463 w 33"/>
                <a:gd name="T17" fmla="*/ 21 h 20"/>
                <a:gd name="T18" fmla="*/ 221 w 33"/>
                <a:gd name="T19" fmla="*/ 21 h 20"/>
                <a:gd name="T20" fmla="*/ 63 w 33"/>
                <a:gd name="T21" fmla="*/ 77 h 20"/>
                <a:gd name="T22" fmla="*/ 96 w 33"/>
                <a:gd name="T23" fmla="*/ 352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0">
                  <a:moveTo>
                    <a:pt x="6" y="19"/>
                  </a:moveTo>
                  <a:cubicBezTo>
                    <a:pt x="8" y="16"/>
                    <a:pt x="12" y="15"/>
                    <a:pt x="15" y="13"/>
                  </a:cubicBezTo>
                  <a:cubicBezTo>
                    <a:pt x="21" y="9"/>
                    <a:pt x="29" y="15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2" y="20"/>
                    <a:pt x="32" y="20"/>
                  </a:cubicBezTo>
                  <a:cubicBezTo>
                    <a:pt x="33" y="17"/>
                    <a:pt x="33" y="15"/>
                    <a:pt x="32" y="12"/>
                  </a:cubicBezTo>
                  <a:cubicBezTo>
                    <a:pt x="32" y="10"/>
                    <a:pt x="30" y="8"/>
                    <a:pt x="30" y="6"/>
                  </a:cubicBezTo>
                  <a:cubicBezTo>
                    <a:pt x="30" y="5"/>
                    <a:pt x="32" y="5"/>
                    <a:pt x="31" y="3"/>
                  </a:cubicBezTo>
                  <a:cubicBezTo>
                    <a:pt x="31" y="1"/>
                    <a:pt x="30" y="2"/>
                    <a:pt x="29" y="1"/>
                  </a:cubicBezTo>
                  <a:cubicBezTo>
                    <a:pt x="24" y="0"/>
                    <a:pt x="19" y="1"/>
                    <a:pt x="14" y="1"/>
                  </a:cubicBezTo>
                  <a:cubicBezTo>
                    <a:pt x="11" y="2"/>
                    <a:pt x="7" y="1"/>
                    <a:pt x="4" y="4"/>
                  </a:cubicBezTo>
                  <a:cubicBezTo>
                    <a:pt x="0" y="8"/>
                    <a:pt x="1" y="16"/>
                    <a:pt x="6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1" name="Freeform 2551">
              <a:extLst>
                <a:ext uri="{FF2B5EF4-FFF2-40B4-BE49-F238E27FC236}">
                  <a16:creationId xmlns:a16="http://schemas.microsoft.com/office/drawing/2014/main" id="{7A572D51-A0B2-470D-84B9-2BF9B08D4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176"/>
              <a:ext cx="87" cy="56"/>
            </a:xfrm>
            <a:custGeom>
              <a:avLst/>
              <a:gdLst>
                <a:gd name="T0" fmla="*/ 42 w 35"/>
                <a:gd name="T1" fmla="*/ 192 h 21"/>
                <a:gd name="T2" fmla="*/ 199 w 35"/>
                <a:gd name="T3" fmla="*/ 136 h 21"/>
                <a:gd name="T4" fmla="*/ 433 w 35"/>
                <a:gd name="T5" fmla="*/ 136 h 21"/>
                <a:gd name="T6" fmla="*/ 462 w 35"/>
                <a:gd name="T7" fmla="*/ 171 h 21"/>
                <a:gd name="T8" fmla="*/ 445 w 35"/>
                <a:gd name="T9" fmla="*/ 227 h 21"/>
                <a:gd name="T10" fmla="*/ 475 w 35"/>
                <a:gd name="T11" fmla="*/ 341 h 21"/>
                <a:gd name="T12" fmla="*/ 495 w 35"/>
                <a:gd name="T13" fmla="*/ 397 h 21"/>
                <a:gd name="T14" fmla="*/ 433 w 35"/>
                <a:gd name="T15" fmla="*/ 56 h 21"/>
                <a:gd name="T16" fmla="*/ 154 w 35"/>
                <a:gd name="T17" fmla="*/ 35 h 21"/>
                <a:gd name="T18" fmla="*/ 0 w 35"/>
                <a:gd name="T19" fmla="*/ 320 h 21"/>
                <a:gd name="T20" fmla="*/ 0 w 35"/>
                <a:gd name="T21" fmla="*/ 320 h 21"/>
                <a:gd name="T22" fmla="*/ 42 w 35"/>
                <a:gd name="T23" fmla="*/ 192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21">
                  <a:moveTo>
                    <a:pt x="3" y="10"/>
                  </a:moveTo>
                  <a:cubicBezTo>
                    <a:pt x="6" y="7"/>
                    <a:pt x="10" y="8"/>
                    <a:pt x="13" y="7"/>
                  </a:cubicBezTo>
                  <a:cubicBezTo>
                    <a:pt x="18" y="7"/>
                    <a:pt x="23" y="6"/>
                    <a:pt x="28" y="7"/>
                  </a:cubicBezTo>
                  <a:cubicBezTo>
                    <a:pt x="29" y="8"/>
                    <a:pt x="30" y="7"/>
                    <a:pt x="30" y="9"/>
                  </a:cubicBezTo>
                  <a:cubicBezTo>
                    <a:pt x="31" y="11"/>
                    <a:pt x="29" y="11"/>
                    <a:pt x="29" y="12"/>
                  </a:cubicBezTo>
                  <a:cubicBezTo>
                    <a:pt x="29" y="14"/>
                    <a:pt x="31" y="16"/>
                    <a:pt x="31" y="18"/>
                  </a:cubicBezTo>
                  <a:cubicBezTo>
                    <a:pt x="32" y="19"/>
                    <a:pt x="32" y="20"/>
                    <a:pt x="32" y="21"/>
                  </a:cubicBezTo>
                  <a:cubicBezTo>
                    <a:pt x="35" y="15"/>
                    <a:pt x="34" y="6"/>
                    <a:pt x="28" y="3"/>
                  </a:cubicBezTo>
                  <a:cubicBezTo>
                    <a:pt x="24" y="1"/>
                    <a:pt x="15" y="0"/>
                    <a:pt x="10" y="2"/>
                  </a:cubicBezTo>
                  <a:cubicBezTo>
                    <a:pt x="3" y="4"/>
                    <a:pt x="0" y="10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5"/>
                    <a:pt x="1" y="12"/>
                    <a:pt x="3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2" name="Freeform 2552">
              <a:extLst>
                <a:ext uri="{FF2B5EF4-FFF2-40B4-BE49-F238E27FC236}">
                  <a16:creationId xmlns:a16="http://schemas.microsoft.com/office/drawing/2014/main" id="{426FE739-BC3C-4CFD-B37C-CB5888CEF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275"/>
              <a:ext cx="80" cy="98"/>
            </a:xfrm>
            <a:custGeom>
              <a:avLst/>
              <a:gdLst>
                <a:gd name="T0" fmla="*/ 188 w 32"/>
                <a:gd name="T1" fmla="*/ 77 h 37"/>
                <a:gd name="T2" fmla="*/ 50 w 32"/>
                <a:gd name="T3" fmla="*/ 260 h 37"/>
                <a:gd name="T4" fmla="*/ 50 w 32"/>
                <a:gd name="T5" fmla="*/ 506 h 37"/>
                <a:gd name="T6" fmla="*/ 345 w 32"/>
                <a:gd name="T7" fmla="*/ 609 h 37"/>
                <a:gd name="T8" fmla="*/ 425 w 32"/>
                <a:gd name="T9" fmla="*/ 260 h 37"/>
                <a:gd name="T10" fmla="*/ 188 w 32"/>
                <a:gd name="T11" fmla="*/ 7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7">
                  <a:moveTo>
                    <a:pt x="12" y="4"/>
                  </a:moveTo>
                  <a:cubicBezTo>
                    <a:pt x="8" y="5"/>
                    <a:pt x="5" y="10"/>
                    <a:pt x="3" y="14"/>
                  </a:cubicBezTo>
                  <a:cubicBezTo>
                    <a:pt x="0" y="19"/>
                    <a:pt x="0" y="22"/>
                    <a:pt x="3" y="27"/>
                  </a:cubicBezTo>
                  <a:cubicBezTo>
                    <a:pt x="6" y="32"/>
                    <a:pt x="15" y="37"/>
                    <a:pt x="22" y="33"/>
                  </a:cubicBezTo>
                  <a:cubicBezTo>
                    <a:pt x="31" y="29"/>
                    <a:pt x="32" y="21"/>
                    <a:pt x="27" y="14"/>
                  </a:cubicBezTo>
                  <a:cubicBezTo>
                    <a:pt x="25" y="9"/>
                    <a:pt x="19" y="0"/>
                    <a:pt x="12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3" name="Freeform 2553">
              <a:extLst>
                <a:ext uri="{FF2B5EF4-FFF2-40B4-BE49-F238E27FC236}">
                  <a16:creationId xmlns:a16="http://schemas.microsoft.com/office/drawing/2014/main" id="{5DD9B07D-FFE7-4EDA-92B6-F5BFD7DFE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232"/>
              <a:ext cx="57" cy="51"/>
            </a:xfrm>
            <a:custGeom>
              <a:avLst/>
              <a:gdLst>
                <a:gd name="T0" fmla="*/ 42 w 23"/>
                <a:gd name="T1" fmla="*/ 368 h 19"/>
                <a:gd name="T2" fmla="*/ 166 w 23"/>
                <a:gd name="T3" fmla="*/ 309 h 19"/>
                <a:gd name="T4" fmla="*/ 258 w 23"/>
                <a:gd name="T5" fmla="*/ 217 h 19"/>
                <a:gd name="T6" fmla="*/ 349 w 23"/>
                <a:gd name="T7" fmla="*/ 172 h 19"/>
                <a:gd name="T8" fmla="*/ 337 w 23"/>
                <a:gd name="T9" fmla="*/ 150 h 19"/>
                <a:gd name="T10" fmla="*/ 337 w 23"/>
                <a:gd name="T11" fmla="*/ 115 h 19"/>
                <a:gd name="T12" fmla="*/ 307 w 23"/>
                <a:gd name="T13" fmla="*/ 81 h 19"/>
                <a:gd name="T14" fmla="*/ 154 w 23"/>
                <a:gd name="T15" fmla="*/ 21 h 19"/>
                <a:gd name="T16" fmla="*/ 12 w 23"/>
                <a:gd name="T17" fmla="*/ 150 h 19"/>
                <a:gd name="T18" fmla="*/ 42 w 23"/>
                <a:gd name="T19" fmla="*/ 368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9">
                  <a:moveTo>
                    <a:pt x="3" y="19"/>
                  </a:moveTo>
                  <a:cubicBezTo>
                    <a:pt x="5" y="17"/>
                    <a:pt x="8" y="16"/>
                    <a:pt x="11" y="16"/>
                  </a:cubicBezTo>
                  <a:cubicBezTo>
                    <a:pt x="15" y="15"/>
                    <a:pt x="14" y="14"/>
                    <a:pt x="17" y="11"/>
                  </a:cubicBezTo>
                  <a:cubicBezTo>
                    <a:pt x="19" y="10"/>
                    <a:pt x="21" y="9"/>
                    <a:pt x="23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3" y="9"/>
                    <a:pt x="22" y="7"/>
                    <a:pt x="22" y="6"/>
                  </a:cubicBezTo>
                  <a:cubicBezTo>
                    <a:pt x="21" y="5"/>
                    <a:pt x="21" y="4"/>
                    <a:pt x="20" y="4"/>
                  </a:cubicBezTo>
                  <a:cubicBezTo>
                    <a:pt x="17" y="1"/>
                    <a:pt x="13" y="0"/>
                    <a:pt x="10" y="1"/>
                  </a:cubicBezTo>
                  <a:cubicBezTo>
                    <a:pt x="6" y="1"/>
                    <a:pt x="2" y="4"/>
                    <a:pt x="1" y="8"/>
                  </a:cubicBezTo>
                  <a:cubicBezTo>
                    <a:pt x="0" y="10"/>
                    <a:pt x="0" y="17"/>
                    <a:pt x="3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4" name="Freeform 2554">
              <a:extLst>
                <a:ext uri="{FF2B5EF4-FFF2-40B4-BE49-F238E27FC236}">
                  <a16:creationId xmlns:a16="http://schemas.microsoft.com/office/drawing/2014/main" id="{09E1490D-F64C-4ED3-A7F2-DC038F945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195"/>
              <a:ext cx="83" cy="98"/>
            </a:xfrm>
            <a:custGeom>
              <a:avLst/>
              <a:gdLst>
                <a:gd name="T0" fmla="*/ 83 w 33"/>
                <a:gd name="T1" fmla="*/ 485 h 37"/>
                <a:gd name="T2" fmla="*/ 475 w 33"/>
                <a:gd name="T3" fmla="*/ 540 h 37"/>
                <a:gd name="T4" fmla="*/ 380 w 33"/>
                <a:gd name="T5" fmla="*/ 90 h 37"/>
                <a:gd name="T6" fmla="*/ 83 w 33"/>
                <a:gd name="T7" fmla="*/ 111 h 37"/>
                <a:gd name="T8" fmla="*/ 83 w 33"/>
                <a:gd name="T9" fmla="*/ 48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7">
                  <a:moveTo>
                    <a:pt x="5" y="26"/>
                  </a:moveTo>
                  <a:cubicBezTo>
                    <a:pt x="11" y="34"/>
                    <a:pt x="24" y="37"/>
                    <a:pt x="30" y="29"/>
                  </a:cubicBezTo>
                  <a:cubicBezTo>
                    <a:pt x="33" y="24"/>
                    <a:pt x="29" y="8"/>
                    <a:pt x="24" y="5"/>
                  </a:cubicBezTo>
                  <a:cubicBezTo>
                    <a:pt x="19" y="0"/>
                    <a:pt x="10" y="1"/>
                    <a:pt x="5" y="6"/>
                  </a:cubicBezTo>
                  <a:cubicBezTo>
                    <a:pt x="0" y="11"/>
                    <a:pt x="1" y="21"/>
                    <a:pt x="5" y="2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5" name="Freeform 2555">
              <a:extLst>
                <a:ext uri="{FF2B5EF4-FFF2-40B4-BE49-F238E27FC236}">
                  <a16:creationId xmlns:a16="http://schemas.microsoft.com/office/drawing/2014/main" id="{F0FC0F01-C836-4773-A982-11A7CF8F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232"/>
              <a:ext cx="80" cy="69"/>
            </a:xfrm>
            <a:custGeom>
              <a:avLst/>
              <a:gdLst>
                <a:gd name="T0" fmla="*/ 20 w 32"/>
                <a:gd name="T1" fmla="*/ 281 h 26"/>
                <a:gd name="T2" fmla="*/ 175 w 32"/>
                <a:gd name="T3" fmla="*/ 149 h 26"/>
                <a:gd name="T4" fmla="*/ 333 w 32"/>
                <a:gd name="T5" fmla="*/ 21 h 26"/>
                <a:gd name="T6" fmla="*/ 500 w 32"/>
                <a:gd name="T7" fmla="*/ 247 h 26"/>
                <a:gd name="T8" fmla="*/ 238 w 32"/>
                <a:gd name="T9" fmla="*/ 486 h 26"/>
                <a:gd name="T10" fmla="*/ 20 w 32"/>
                <a:gd name="T11" fmla="*/ 28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6">
                  <a:moveTo>
                    <a:pt x="1" y="15"/>
                  </a:moveTo>
                  <a:cubicBezTo>
                    <a:pt x="1" y="12"/>
                    <a:pt x="7" y="10"/>
                    <a:pt x="11" y="8"/>
                  </a:cubicBezTo>
                  <a:cubicBezTo>
                    <a:pt x="14" y="6"/>
                    <a:pt x="18" y="2"/>
                    <a:pt x="21" y="1"/>
                  </a:cubicBezTo>
                  <a:cubicBezTo>
                    <a:pt x="27" y="0"/>
                    <a:pt x="32" y="8"/>
                    <a:pt x="32" y="13"/>
                  </a:cubicBezTo>
                  <a:cubicBezTo>
                    <a:pt x="30" y="21"/>
                    <a:pt x="22" y="25"/>
                    <a:pt x="15" y="26"/>
                  </a:cubicBezTo>
                  <a:cubicBezTo>
                    <a:pt x="10" y="26"/>
                    <a:pt x="0" y="22"/>
                    <a:pt x="1" y="1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6" name="Freeform 2556">
              <a:extLst>
                <a:ext uri="{FF2B5EF4-FFF2-40B4-BE49-F238E27FC236}">
                  <a16:creationId xmlns:a16="http://schemas.microsoft.com/office/drawing/2014/main" id="{48454BD5-F0DC-49C4-B0F7-79061BC53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013"/>
              <a:ext cx="102" cy="104"/>
            </a:xfrm>
            <a:custGeom>
              <a:avLst/>
              <a:gdLst>
                <a:gd name="T0" fmla="*/ 249 w 41"/>
                <a:gd name="T1" fmla="*/ 77 h 39"/>
                <a:gd name="T2" fmla="*/ 104 w 41"/>
                <a:gd name="T3" fmla="*/ 227 h 39"/>
                <a:gd name="T4" fmla="*/ 75 w 41"/>
                <a:gd name="T5" fmla="*/ 512 h 39"/>
                <a:gd name="T6" fmla="*/ 383 w 41"/>
                <a:gd name="T7" fmla="*/ 648 h 39"/>
                <a:gd name="T8" fmla="*/ 508 w 41"/>
                <a:gd name="T9" fmla="*/ 192 h 39"/>
                <a:gd name="T10" fmla="*/ 249 w 41"/>
                <a:gd name="T11" fmla="*/ 7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9">
                  <a:moveTo>
                    <a:pt x="16" y="4"/>
                  </a:moveTo>
                  <a:cubicBezTo>
                    <a:pt x="8" y="6"/>
                    <a:pt x="8" y="8"/>
                    <a:pt x="7" y="12"/>
                  </a:cubicBezTo>
                  <a:cubicBezTo>
                    <a:pt x="5" y="15"/>
                    <a:pt x="0" y="19"/>
                    <a:pt x="5" y="27"/>
                  </a:cubicBezTo>
                  <a:cubicBezTo>
                    <a:pt x="9" y="36"/>
                    <a:pt x="17" y="39"/>
                    <a:pt x="25" y="34"/>
                  </a:cubicBezTo>
                  <a:cubicBezTo>
                    <a:pt x="33" y="29"/>
                    <a:pt x="41" y="19"/>
                    <a:pt x="33" y="10"/>
                  </a:cubicBezTo>
                  <a:cubicBezTo>
                    <a:pt x="25" y="0"/>
                    <a:pt x="21" y="4"/>
                    <a:pt x="1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7" name="Freeform 2557">
              <a:extLst>
                <a:ext uri="{FF2B5EF4-FFF2-40B4-BE49-F238E27FC236}">
                  <a16:creationId xmlns:a16="http://schemas.microsoft.com/office/drawing/2014/main" id="{B8F18FA1-23C1-40B7-89FB-2C2D38C23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029"/>
              <a:ext cx="72" cy="94"/>
            </a:xfrm>
            <a:custGeom>
              <a:avLst/>
              <a:gdLst>
                <a:gd name="T0" fmla="*/ 412 w 29"/>
                <a:gd name="T1" fmla="*/ 403 h 35"/>
                <a:gd name="T2" fmla="*/ 412 w 29"/>
                <a:gd name="T3" fmla="*/ 150 h 35"/>
                <a:gd name="T4" fmla="*/ 400 w 29"/>
                <a:gd name="T5" fmla="*/ 94 h 35"/>
                <a:gd name="T6" fmla="*/ 196 w 29"/>
                <a:gd name="T7" fmla="*/ 0 h 35"/>
                <a:gd name="T8" fmla="*/ 12 w 29"/>
                <a:gd name="T9" fmla="*/ 252 h 35"/>
                <a:gd name="T10" fmla="*/ 42 w 29"/>
                <a:gd name="T11" fmla="*/ 346 h 35"/>
                <a:gd name="T12" fmla="*/ 74 w 29"/>
                <a:gd name="T13" fmla="*/ 462 h 35"/>
                <a:gd name="T14" fmla="*/ 290 w 29"/>
                <a:gd name="T15" fmla="*/ 655 h 35"/>
                <a:gd name="T16" fmla="*/ 444 w 29"/>
                <a:gd name="T17" fmla="*/ 483 h 35"/>
                <a:gd name="T18" fmla="*/ 412 w 29"/>
                <a:gd name="T19" fmla="*/ 40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5">
                  <a:moveTo>
                    <a:pt x="27" y="21"/>
                  </a:moveTo>
                  <a:cubicBezTo>
                    <a:pt x="23" y="14"/>
                    <a:pt x="25" y="11"/>
                    <a:pt x="27" y="8"/>
                  </a:cubicBezTo>
                  <a:cubicBezTo>
                    <a:pt x="27" y="7"/>
                    <a:pt x="26" y="6"/>
                    <a:pt x="26" y="5"/>
                  </a:cubicBezTo>
                  <a:cubicBezTo>
                    <a:pt x="24" y="2"/>
                    <a:pt x="19" y="0"/>
                    <a:pt x="13" y="0"/>
                  </a:cubicBezTo>
                  <a:cubicBezTo>
                    <a:pt x="7" y="1"/>
                    <a:pt x="1" y="7"/>
                    <a:pt x="1" y="13"/>
                  </a:cubicBezTo>
                  <a:cubicBezTo>
                    <a:pt x="0" y="16"/>
                    <a:pt x="2" y="15"/>
                    <a:pt x="3" y="18"/>
                  </a:cubicBezTo>
                  <a:cubicBezTo>
                    <a:pt x="4" y="20"/>
                    <a:pt x="5" y="22"/>
                    <a:pt x="5" y="24"/>
                  </a:cubicBezTo>
                  <a:cubicBezTo>
                    <a:pt x="8" y="30"/>
                    <a:pt x="12" y="35"/>
                    <a:pt x="19" y="34"/>
                  </a:cubicBezTo>
                  <a:cubicBezTo>
                    <a:pt x="24" y="33"/>
                    <a:pt x="27" y="29"/>
                    <a:pt x="29" y="25"/>
                  </a:cubicBezTo>
                  <a:cubicBezTo>
                    <a:pt x="28" y="24"/>
                    <a:pt x="27" y="23"/>
                    <a:pt x="27" y="2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8" name="Freeform 2558">
              <a:extLst>
                <a:ext uri="{FF2B5EF4-FFF2-40B4-BE49-F238E27FC236}">
                  <a16:creationId xmlns:a16="http://schemas.microsoft.com/office/drawing/2014/main" id="{F26EE4E3-F0B4-42B5-88BA-D040FA0BD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987"/>
              <a:ext cx="80" cy="69"/>
            </a:xfrm>
            <a:custGeom>
              <a:avLst/>
              <a:gdLst>
                <a:gd name="T0" fmla="*/ 300 w 32"/>
                <a:gd name="T1" fmla="*/ 21 h 26"/>
                <a:gd name="T2" fmla="*/ 0 w 32"/>
                <a:gd name="T3" fmla="*/ 295 h 26"/>
                <a:gd name="T4" fmla="*/ 0 w 32"/>
                <a:gd name="T5" fmla="*/ 295 h 26"/>
                <a:gd name="T6" fmla="*/ 188 w 32"/>
                <a:gd name="T7" fmla="*/ 395 h 26"/>
                <a:gd name="T8" fmla="*/ 208 w 32"/>
                <a:gd name="T9" fmla="*/ 451 h 26"/>
                <a:gd name="T10" fmla="*/ 238 w 32"/>
                <a:gd name="T11" fmla="*/ 409 h 26"/>
                <a:gd name="T12" fmla="*/ 375 w 32"/>
                <a:gd name="T13" fmla="*/ 260 h 26"/>
                <a:gd name="T14" fmla="*/ 488 w 32"/>
                <a:gd name="T15" fmla="*/ 247 h 26"/>
                <a:gd name="T16" fmla="*/ 300 w 32"/>
                <a:gd name="T17" fmla="*/ 21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6">
                  <a:moveTo>
                    <a:pt x="19" y="1"/>
                  </a:moveTo>
                  <a:cubicBezTo>
                    <a:pt x="10" y="0"/>
                    <a:pt x="2" y="8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6" y="16"/>
                    <a:pt x="10" y="18"/>
                    <a:pt x="12" y="21"/>
                  </a:cubicBezTo>
                  <a:cubicBezTo>
                    <a:pt x="12" y="22"/>
                    <a:pt x="13" y="23"/>
                    <a:pt x="13" y="24"/>
                  </a:cubicBezTo>
                  <a:cubicBezTo>
                    <a:pt x="12" y="26"/>
                    <a:pt x="14" y="24"/>
                    <a:pt x="15" y="22"/>
                  </a:cubicBezTo>
                  <a:cubicBezTo>
                    <a:pt x="16" y="18"/>
                    <a:pt x="16" y="16"/>
                    <a:pt x="24" y="14"/>
                  </a:cubicBezTo>
                  <a:cubicBezTo>
                    <a:pt x="26" y="14"/>
                    <a:pt x="28" y="13"/>
                    <a:pt x="31" y="13"/>
                  </a:cubicBezTo>
                  <a:cubicBezTo>
                    <a:pt x="32" y="13"/>
                    <a:pt x="27" y="2"/>
                    <a:pt x="19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9" name="Freeform 2559">
              <a:extLst>
                <a:ext uri="{FF2B5EF4-FFF2-40B4-BE49-F238E27FC236}">
                  <a16:creationId xmlns:a16="http://schemas.microsoft.com/office/drawing/2014/main" id="{20ED06CB-8019-4CEA-9B25-D9F1E728D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115"/>
              <a:ext cx="90" cy="104"/>
            </a:xfrm>
            <a:custGeom>
              <a:avLst/>
              <a:gdLst>
                <a:gd name="T0" fmla="*/ 333 w 36"/>
                <a:gd name="T1" fmla="*/ 35 h 39"/>
                <a:gd name="T2" fmla="*/ 270 w 36"/>
                <a:gd name="T3" fmla="*/ 21 h 39"/>
                <a:gd name="T4" fmla="*/ 220 w 36"/>
                <a:gd name="T5" fmla="*/ 21 h 39"/>
                <a:gd name="T6" fmla="*/ 33 w 36"/>
                <a:gd name="T7" fmla="*/ 376 h 39"/>
                <a:gd name="T8" fmla="*/ 345 w 36"/>
                <a:gd name="T9" fmla="*/ 661 h 39"/>
                <a:gd name="T10" fmla="*/ 470 w 36"/>
                <a:gd name="T11" fmla="*/ 264 h 39"/>
                <a:gd name="T12" fmla="*/ 333 w 36"/>
                <a:gd name="T13" fmla="*/ 3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9">
                  <a:moveTo>
                    <a:pt x="21" y="2"/>
                  </a:moveTo>
                  <a:cubicBezTo>
                    <a:pt x="20" y="2"/>
                    <a:pt x="18" y="1"/>
                    <a:pt x="17" y="1"/>
                  </a:cubicBezTo>
                  <a:cubicBezTo>
                    <a:pt x="16" y="0"/>
                    <a:pt x="15" y="0"/>
                    <a:pt x="14" y="1"/>
                  </a:cubicBezTo>
                  <a:cubicBezTo>
                    <a:pt x="4" y="2"/>
                    <a:pt x="0" y="11"/>
                    <a:pt x="2" y="20"/>
                  </a:cubicBezTo>
                  <a:cubicBezTo>
                    <a:pt x="4" y="29"/>
                    <a:pt x="7" y="39"/>
                    <a:pt x="22" y="35"/>
                  </a:cubicBezTo>
                  <a:cubicBezTo>
                    <a:pt x="36" y="31"/>
                    <a:pt x="30" y="14"/>
                    <a:pt x="30" y="14"/>
                  </a:cubicBezTo>
                  <a:cubicBezTo>
                    <a:pt x="30" y="14"/>
                    <a:pt x="27" y="6"/>
                    <a:pt x="21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0" name="Freeform 2560">
              <a:extLst>
                <a:ext uri="{FF2B5EF4-FFF2-40B4-BE49-F238E27FC236}">
                  <a16:creationId xmlns:a16="http://schemas.microsoft.com/office/drawing/2014/main" id="{BE9A2F76-EA7B-4C89-9A6B-DAF52386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115"/>
              <a:ext cx="37" cy="80"/>
            </a:xfrm>
            <a:custGeom>
              <a:avLst/>
              <a:gdLst>
                <a:gd name="T0" fmla="*/ 121 w 15"/>
                <a:gd name="T1" fmla="*/ 0 h 30"/>
                <a:gd name="T2" fmla="*/ 42 w 15"/>
                <a:gd name="T3" fmla="*/ 35 h 30"/>
                <a:gd name="T4" fmla="*/ 0 w 15"/>
                <a:gd name="T5" fmla="*/ 35 h 30"/>
                <a:gd name="T6" fmla="*/ 133 w 15"/>
                <a:gd name="T7" fmla="*/ 264 h 30"/>
                <a:gd name="T8" fmla="*/ 121 w 15"/>
                <a:gd name="T9" fmla="*/ 568 h 30"/>
                <a:gd name="T10" fmla="*/ 212 w 15"/>
                <a:gd name="T11" fmla="*/ 341 h 30"/>
                <a:gd name="T12" fmla="*/ 121 w 15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0">
                  <a:moveTo>
                    <a:pt x="8" y="0"/>
                  </a:moveTo>
                  <a:cubicBezTo>
                    <a:pt x="6" y="1"/>
                    <a:pt x="5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6" y="6"/>
                    <a:pt x="9" y="14"/>
                    <a:pt x="9" y="14"/>
                  </a:cubicBezTo>
                  <a:cubicBezTo>
                    <a:pt x="9" y="14"/>
                    <a:pt x="13" y="23"/>
                    <a:pt x="8" y="30"/>
                  </a:cubicBezTo>
                  <a:cubicBezTo>
                    <a:pt x="11" y="27"/>
                    <a:pt x="13" y="23"/>
                    <a:pt x="14" y="18"/>
                  </a:cubicBezTo>
                  <a:cubicBezTo>
                    <a:pt x="15" y="11"/>
                    <a:pt x="13" y="0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1" name="Freeform 2561">
              <a:extLst>
                <a:ext uri="{FF2B5EF4-FFF2-40B4-BE49-F238E27FC236}">
                  <a16:creationId xmlns:a16="http://schemas.microsoft.com/office/drawing/2014/main" id="{2743DD37-6CA2-4D87-A99E-30E1DE7BF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200"/>
              <a:ext cx="80" cy="77"/>
            </a:xfrm>
            <a:custGeom>
              <a:avLst/>
              <a:gdLst>
                <a:gd name="T0" fmla="*/ 95 w 32"/>
                <a:gd name="T1" fmla="*/ 507 h 29"/>
                <a:gd name="T2" fmla="*/ 250 w 32"/>
                <a:gd name="T3" fmla="*/ 374 h 29"/>
                <a:gd name="T4" fmla="*/ 408 w 32"/>
                <a:gd name="T5" fmla="*/ 247 h 29"/>
                <a:gd name="T6" fmla="*/ 488 w 32"/>
                <a:gd name="T7" fmla="*/ 260 h 29"/>
                <a:gd name="T8" fmla="*/ 345 w 32"/>
                <a:gd name="T9" fmla="*/ 35 h 29"/>
                <a:gd name="T10" fmla="*/ 50 w 32"/>
                <a:gd name="T11" fmla="*/ 247 h 29"/>
                <a:gd name="T12" fmla="*/ 50 w 32"/>
                <a:gd name="T13" fmla="*/ 520 h 29"/>
                <a:gd name="T14" fmla="*/ 95 w 32"/>
                <a:gd name="T15" fmla="*/ 542 h 29"/>
                <a:gd name="T16" fmla="*/ 95 w 32"/>
                <a:gd name="T17" fmla="*/ 50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9">
                  <a:moveTo>
                    <a:pt x="6" y="27"/>
                  </a:moveTo>
                  <a:cubicBezTo>
                    <a:pt x="6" y="24"/>
                    <a:pt x="12" y="22"/>
                    <a:pt x="16" y="20"/>
                  </a:cubicBezTo>
                  <a:cubicBezTo>
                    <a:pt x="19" y="18"/>
                    <a:pt x="23" y="14"/>
                    <a:pt x="26" y="13"/>
                  </a:cubicBezTo>
                  <a:cubicBezTo>
                    <a:pt x="28" y="13"/>
                    <a:pt x="30" y="13"/>
                    <a:pt x="31" y="14"/>
                  </a:cubicBezTo>
                  <a:cubicBezTo>
                    <a:pt x="32" y="8"/>
                    <a:pt x="26" y="3"/>
                    <a:pt x="22" y="2"/>
                  </a:cubicBezTo>
                  <a:cubicBezTo>
                    <a:pt x="16" y="0"/>
                    <a:pt x="5" y="3"/>
                    <a:pt x="3" y="13"/>
                  </a:cubicBezTo>
                  <a:cubicBezTo>
                    <a:pt x="0" y="23"/>
                    <a:pt x="1" y="26"/>
                    <a:pt x="3" y="28"/>
                  </a:cubicBezTo>
                  <a:cubicBezTo>
                    <a:pt x="4" y="29"/>
                    <a:pt x="5" y="29"/>
                    <a:pt x="6" y="29"/>
                  </a:cubicBezTo>
                  <a:cubicBezTo>
                    <a:pt x="6" y="29"/>
                    <a:pt x="6" y="28"/>
                    <a:pt x="6" y="2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2" name="Freeform 2562">
              <a:extLst>
                <a:ext uri="{FF2B5EF4-FFF2-40B4-BE49-F238E27FC236}">
                  <a16:creationId xmlns:a16="http://schemas.microsoft.com/office/drawing/2014/main" id="{D8AF003A-1ECD-4395-A340-CADB9141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947"/>
              <a:ext cx="62" cy="80"/>
            </a:xfrm>
            <a:custGeom>
              <a:avLst/>
              <a:gdLst>
                <a:gd name="T0" fmla="*/ 154 w 25"/>
                <a:gd name="T1" fmla="*/ 77 h 30"/>
                <a:gd name="T2" fmla="*/ 42 w 25"/>
                <a:gd name="T3" fmla="*/ 456 h 30"/>
                <a:gd name="T4" fmla="*/ 258 w 25"/>
                <a:gd name="T5" fmla="*/ 533 h 30"/>
                <a:gd name="T6" fmla="*/ 382 w 25"/>
                <a:gd name="T7" fmla="*/ 285 h 30"/>
                <a:gd name="T8" fmla="*/ 154 w 25"/>
                <a:gd name="T9" fmla="*/ 7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10" y="4"/>
                  </a:moveTo>
                  <a:cubicBezTo>
                    <a:pt x="1" y="8"/>
                    <a:pt x="0" y="19"/>
                    <a:pt x="3" y="24"/>
                  </a:cubicBezTo>
                  <a:cubicBezTo>
                    <a:pt x="5" y="29"/>
                    <a:pt x="11" y="30"/>
                    <a:pt x="17" y="28"/>
                  </a:cubicBezTo>
                  <a:cubicBezTo>
                    <a:pt x="23" y="26"/>
                    <a:pt x="25" y="22"/>
                    <a:pt x="25" y="15"/>
                  </a:cubicBezTo>
                  <a:cubicBezTo>
                    <a:pt x="25" y="8"/>
                    <a:pt x="19" y="0"/>
                    <a:pt x="10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3" name="Freeform 2563">
              <a:extLst>
                <a:ext uri="{FF2B5EF4-FFF2-40B4-BE49-F238E27FC236}">
                  <a16:creationId xmlns:a16="http://schemas.microsoft.com/office/drawing/2014/main" id="{FA8CE8EE-5C72-439E-BB27-0C0E2153B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976"/>
              <a:ext cx="65" cy="59"/>
            </a:xfrm>
            <a:custGeom>
              <a:avLst/>
              <a:gdLst>
                <a:gd name="T0" fmla="*/ 395 w 26"/>
                <a:gd name="T1" fmla="*/ 231 h 22"/>
                <a:gd name="T2" fmla="*/ 395 w 26"/>
                <a:gd name="T3" fmla="*/ 0 h 22"/>
                <a:gd name="T4" fmla="*/ 395 w 26"/>
                <a:gd name="T5" fmla="*/ 80 h 22"/>
                <a:gd name="T6" fmla="*/ 270 w 26"/>
                <a:gd name="T7" fmla="*/ 330 h 22"/>
                <a:gd name="T8" fmla="*/ 50 w 26"/>
                <a:gd name="T9" fmla="*/ 252 h 22"/>
                <a:gd name="T10" fmla="*/ 33 w 26"/>
                <a:gd name="T11" fmla="*/ 94 h 22"/>
                <a:gd name="T12" fmla="*/ 50 w 26"/>
                <a:gd name="T13" fmla="*/ 346 h 22"/>
                <a:gd name="T14" fmla="*/ 238 w 26"/>
                <a:gd name="T15" fmla="*/ 424 h 22"/>
                <a:gd name="T16" fmla="*/ 395 w 26"/>
                <a:gd name="T17" fmla="*/ 23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2">
                  <a:moveTo>
                    <a:pt x="25" y="12"/>
                  </a:moveTo>
                  <a:cubicBezTo>
                    <a:pt x="26" y="8"/>
                    <a:pt x="26" y="3"/>
                    <a:pt x="25" y="0"/>
                  </a:cubicBezTo>
                  <a:cubicBezTo>
                    <a:pt x="25" y="1"/>
                    <a:pt x="25" y="3"/>
                    <a:pt x="25" y="4"/>
                  </a:cubicBezTo>
                  <a:cubicBezTo>
                    <a:pt x="25" y="11"/>
                    <a:pt x="23" y="15"/>
                    <a:pt x="17" y="17"/>
                  </a:cubicBezTo>
                  <a:cubicBezTo>
                    <a:pt x="11" y="19"/>
                    <a:pt x="5" y="18"/>
                    <a:pt x="3" y="13"/>
                  </a:cubicBezTo>
                  <a:cubicBezTo>
                    <a:pt x="2" y="11"/>
                    <a:pt x="1" y="8"/>
                    <a:pt x="2" y="5"/>
                  </a:cubicBezTo>
                  <a:cubicBezTo>
                    <a:pt x="0" y="9"/>
                    <a:pt x="0" y="15"/>
                    <a:pt x="3" y="18"/>
                  </a:cubicBezTo>
                  <a:cubicBezTo>
                    <a:pt x="6" y="21"/>
                    <a:pt x="10" y="22"/>
                    <a:pt x="15" y="22"/>
                  </a:cubicBezTo>
                  <a:cubicBezTo>
                    <a:pt x="22" y="22"/>
                    <a:pt x="24" y="18"/>
                    <a:pt x="25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4" name="Freeform 2564">
              <a:extLst>
                <a:ext uri="{FF2B5EF4-FFF2-40B4-BE49-F238E27FC236}">
                  <a16:creationId xmlns:a16="http://schemas.microsoft.com/office/drawing/2014/main" id="{E4783A87-CF3E-4860-B80A-814D9868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77"/>
              <a:ext cx="90" cy="75"/>
            </a:xfrm>
            <a:custGeom>
              <a:avLst/>
              <a:gdLst>
                <a:gd name="T0" fmla="*/ 250 w 36"/>
                <a:gd name="T1" fmla="*/ 94 h 28"/>
                <a:gd name="T2" fmla="*/ 533 w 36"/>
                <a:gd name="T3" fmla="*/ 308 h 28"/>
                <a:gd name="T4" fmla="*/ 375 w 36"/>
                <a:gd name="T5" fmla="*/ 423 h 28"/>
                <a:gd name="T6" fmla="*/ 83 w 36"/>
                <a:gd name="T7" fmla="*/ 517 h 28"/>
                <a:gd name="T8" fmla="*/ 250 w 36"/>
                <a:gd name="T9" fmla="*/ 9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8">
                  <a:moveTo>
                    <a:pt x="16" y="5"/>
                  </a:moveTo>
                  <a:cubicBezTo>
                    <a:pt x="30" y="0"/>
                    <a:pt x="36" y="14"/>
                    <a:pt x="34" y="16"/>
                  </a:cubicBezTo>
                  <a:cubicBezTo>
                    <a:pt x="33" y="18"/>
                    <a:pt x="29" y="19"/>
                    <a:pt x="24" y="22"/>
                  </a:cubicBezTo>
                  <a:cubicBezTo>
                    <a:pt x="20" y="25"/>
                    <a:pt x="11" y="28"/>
                    <a:pt x="5" y="27"/>
                  </a:cubicBezTo>
                  <a:cubicBezTo>
                    <a:pt x="0" y="24"/>
                    <a:pt x="1" y="9"/>
                    <a:pt x="16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5" name="Freeform 2565">
              <a:extLst>
                <a:ext uri="{FF2B5EF4-FFF2-40B4-BE49-F238E27FC236}">
                  <a16:creationId xmlns:a16="http://schemas.microsoft.com/office/drawing/2014/main" id="{946CA9F2-47AE-4F78-8834-F021A7DC7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117"/>
              <a:ext cx="97" cy="86"/>
            </a:xfrm>
            <a:custGeom>
              <a:avLst/>
              <a:gdLst>
                <a:gd name="T0" fmla="*/ 308 w 39"/>
                <a:gd name="T1" fmla="*/ 0 h 32"/>
                <a:gd name="T2" fmla="*/ 229 w 39"/>
                <a:gd name="T3" fmla="*/ 22 h 32"/>
                <a:gd name="T4" fmla="*/ 216 w 39"/>
                <a:gd name="T5" fmla="*/ 22 h 32"/>
                <a:gd name="T6" fmla="*/ 62 w 39"/>
                <a:gd name="T7" fmla="*/ 137 h 32"/>
                <a:gd name="T8" fmla="*/ 92 w 39"/>
                <a:gd name="T9" fmla="*/ 449 h 32"/>
                <a:gd name="T10" fmla="*/ 341 w 39"/>
                <a:gd name="T11" fmla="*/ 621 h 32"/>
                <a:gd name="T12" fmla="*/ 383 w 39"/>
                <a:gd name="T13" fmla="*/ 564 h 32"/>
                <a:gd name="T14" fmla="*/ 537 w 39"/>
                <a:gd name="T15" fmla="*/ 406 h 32"/>
                <a:gd name="T16" fmla="*/ 308 w 39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20" y="0"/>
                  </a:moveTo>
                  <a:cubicBezTo>
                    <a:pt x="19" y="0"/>
                    <a:pt x="16" y="0"/>
                    <a:pt x="15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3"/>
                    <a:pt x="9" y="4"/>
                    <a:pt x="4" y="7"/>
                  </a:cubicBezTo>
                  <a:cubicBezTo>
                    <a:pt x="0" y="13"/>
                    <a:pt x="2" y="20"/>
                    <a:pt x="6" y="23"/>
                  </a:cubicBezTo>
                  <a:cubicBezTo>
                    <a:pt x="12" y="23"/>
                    <a:pt x="18" y="27"/>
                    <a:pt x="22" y="32"/>
                  </a:cubicBezTo>
                  <a:cubicBezTo>
                    <a:pt x="23" y="31"/>
                    <a:pt x="25" y="30"/>
                    <a:pt x="25" y="29"/>
                  </a:cubicBezTo>
                  <a:cubicBezTo>
                    <a:pt x="28" y="27"/>
                    <a:pt x="33" y="27"/>
                    <a:pt x="35" y="21"/>
                  </a:cubicBezTo>
                  <a:cubicBezTo>
                    <a:pt x="39" y="10"/>
                    <a:pt x="30" y="0"/>
                    <a:pt x="2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6" name="Freeform 2566">
              <a:extLst>
                <a:ext uri="{FF2B5EF4-FFF2-40B4-BE49-F238E27FC236}">
                  <a16:creationId xmlns:a16="http://schemas.microsoft.com/office/drawing/2014/main" id="{A3B6AFB7-AC63-47F4-B420-763A7B3A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136"/>
              <a:ext cx="60" cy="85"/>
            </a:xfrm>
            <a:custGeom>
              <a:avLst/>
              <a:gdLst>
                <a:gd name="T0" fmla="*/ 175 w 24"/>
                <a:gd name="T1" fmla="*/ 0 h 32"/>
                <a:gd name="T2" fmla="*/ 175 w 24"/>
                <a:gd name="T3" fmla="*/ 0 h 32"/>
                <a:gd name="T4" fmla="*/ 208 w 24"/>
                <a:gd name="T5" fmla="*/ 260 h 32"/>
                <a:gd name="T6" fmla="*/ 50 w 24"/>
                <a:gd name="T7" fmla="*/ 409 h 32"/>
                <a:gd name="T8" fmla="*/ 0 w 24"/>
                <a:gd name="T9" fmla="*/ 465 h 32"/>
                <a:gd name="T10" fmla="*/ 0 w 24"/>
                <a:gd name="T11" fmla="*/ 465 h 32"/>
                <a:gd name="T12" fmla="*/ 33 w 24"/>
                <a:gd name="T13" fmla="*/ 523 h 32"/>
                <a:gd name="T14" fmla="*/ 50 w 24"/>
                <a:gd name="T15" fmla="*/ 545 h 32"/>
                <a:gd name="T16" fmla="*/ 345 w 24"/>
                <a:gd name="T17" fmla="*/ 303 h 32"/>
                <a:gd name="T18" fmla="*/ 175 w 24"/>
                <a:gd name="T19" fmla="*/ 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2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4" y="4"/>
                    <a:pt x="15" y="9"/>
                    <a:pt x="13" y="14"/>
                  </a:cubicBezTo>
                  <a:cubicBezTo>
                    <a:pt x="11" y="20"/>
                    <a:pt x="6" y="20"/>
                    <a:pt x="3" y="22"/>
                  </a:cubicBezTo>
                  <a:cubicBezTo>
                    <a:pt x="3" y="23"/>
                    <a:pt x="1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6"/>
                    <a:pt x="2" y="27"/>
                    <a:pt x="2" y="28"/>
                  </a:cubicBezTo>
                  <a:cubicBezTo>
                    <a:pt x="2" y="28"/>
                    <a:pt x="3" y="29"/>
                    <a:pt x="3" y="29"/>
                  </a:cubicBezTo>
                  <a:cubicBezTo>
                    <a:pt x="13" y="32"/>
                    <a:pt x="21" y="25"/>
                    <a:pt x="22" y="16"/>
                  </a:cubicBezTo>
                  <a:cubicBezTo>
                    <a:pt x="24" y="7"/>
                    <a:pt x="20" y="0"/>
                    <a:pt x="11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7" name="Freeform 2567">
              <a:extLst>
                <a:ext uri="{FF2B5EF4-FFF2-40B4-BE49-F238E27FC236}">
                  <a16:creationId xmlns:a16="http://schemas.microsoft.com/office/drawing/2014/main" id="{814668E7-A0FF-48C8-9147-201C3C1C2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080"/>
              <a:ext cx="88" cy="88"/>
            </a:xfrm>
            <a:custGeom>
              <a:avLst/>
              <a:gdLst>
                <a:gd name="T0" fmla="*/ 221 w 35"/>
                <a:gd name="T1" fmla="*/ 56 h 33"/>
                <a:gd name="T2" fmla="*/ 113 w 35"/>
                <a:gd name="T3" fmla="*/ 491 h 33"/>
                <a:gd name="T4" fmla="*/ 463 w 35"/>
                <a:gd name="T5" fmla="*/ 491 h 33"/>
                <a:gd name="T6" fmla="*/ 475 w 35"/>
                <a:gd name="T7" fmla="*/ 136 h 33"/>
                <a:gd name="T8" fmla="*/ 221 w 35"/>
                <a:gd name="T9" fmla="*/ 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3">
                  <a:moveTo>
                    <a:pt x="14" y="3"/>
                  </a:moveTo>
                  <a:cubicBezTo>
                    <a:pt x="4" y="7"/>
                    <a:pt x="0" y="21"/>
                    <a:pt x="7" y="26"/>
                  </a:cubicBezTo>
                  <a:cubicBezTo>
                    <a:pt x="14" y="32"/>
                    <a:pt x="24" y="33"/>
                    <a:pt x="29" y="26"/>
                  </a:cubicBezTo>
                  <a:cubicBezTo>
                    <a:pt x="34" y="20"/>
                    <a:pt x="35" y="10"/>
                    <a:pt x="30" y="7"/>
                  </a:cubicBezTo>
                  <a:cubicBezTo>
                    <a:pt x="24" y="4"/>
                    <a:pt x="20" y="0"/>
                    <a:pt x="14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8" name="Freeform 2568">
              <a:extLst>
                <a:ext uri="{FF2B5EF4-FFF2-40B4-BE49-F238E27FC236}">
                  <a16:creationId xmlns:a16="http://schemas.microsoft.com/office/drawing/2014/main" id="{4139E670-3AA2-404B-AC2C-8F168F37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933"/>
              <a:ext cx="85" cy="86"/>
            </a:xfrm>
            <a:custGeom>
              <a:avLst/>
              <a:gdLst>
                <a:gd name="T0" fmla="*/ 408 w 34"/>
                <a:gd name="T1" fmla="*/ 505 h 32"/>
                <a:gd name="T2" fmla="*/ 113 w 34"/>
                <a:gd name="T3" fmla="*/ 505 h 32"/>
                <a:gd name="T4" fmla="*/ 125 w 34"/>
                <a:gd name="T5" fmla="*/ 81 h 32"/>
                <a:gd name="T6" fmla="*/ 395 w 34"/>
                <a:gd name="T7" fmla="*/ 81 h 32"/>
                <a:gd name="T8" fmla="*/ 408 w 34"/>
                <a:gd name="T9" fmla="*/ 50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26" y="26"/>
                  </a:moveTo>
                  <a:cubicBezTo>
                    <a:pt x="20" y="32"/>
                    <a:pt x="14" y="30"/>
                    <a:pt x="7" y="26"/>
                  </a:cubicBezTo>
                  <a:cubicBezTo>
                    <a:pt x="0" y="22"/>
                    <a:pt x="1" y="10"/>
                    <a:pt x="8" y="4"/>
                  </a:cubicBezTo>
                  <a:cubicBezTo>
                    <a:pt x="15" y="0"/>
                    <a:pt x="20" y="1"/>
                    <a:pt x="25" y="4"/>
                  </a:cubicBezTo>
                  <a:cubicBezTo>
                    <a:pt x="30" y="6"/>
                    <a:pt x="34" y="19"/>
                    <a:pt x="26" y="2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9" name="Freeform 2569">
              <a:extLst>
                <a:ext uri="{FF2B5EF4-FFF2-40B4-BE49-F238E27FC236}">
                  <a16:creationId xmlns:a16="http://schemas.microsoft.com/office/drawing/2014/main" id="{BB560FFC-F6A3-46D3-893E-F6902F63D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920"/>
              <a:ext cx="67" cy="69"/>
            </a:xfrm>
            <a:custGeom>
              <a:avLst/>
              <a:gdLst>
                <a:gd name="T0" fmla="*/ 400 w 27"/>
                <a:gd name="T1" fmla="*/ 353 h 26"/>
                <a:gd name="T2" fmla="*/ 246 w 27"/>
                <a:gd name="T3" fmla="*/ 21 h 26"/>
                <a:gd name="T4" fmla="*/ 0 w 27"/>
                <a:gd name="T5" fmla="*/ 226 h 26"/>
                <a:gd name="T6" fmla="*/ 196 w 27"/>
                <a:gd name="T7" fmla="*/ 486 h 26"/>
                <a:gd name="T8" fmla="*/ 246 w 27"/>
                <a:gd name="T9" fmla="*/ 486 h 26"/>
                <a:gd name="T10" fmla="*/ 400 w 27"/>
                <a:gd name="T11" fmla="*/ 35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6" y="19"/>
                  </a:moveTo>
                  <a:cubicBezTo>
                    <a:pt x="27" y="12"/>
                    <a:pt x="24" y="2"/>
                    <a:pt x="16" y="1"/>
                  </a:cubicBezTo>
                  <a:cubicBezTo>
                    <a:pt x="7" y="0"/>
                    <a:pt x="1" y="2"/>
                    <a:pt x="0" y="12"/>
                  </a:cubicBezTo>
                  <a:cubicBezTo>
                    <a:pt x="0" y="16"/>
                    <a:pt x="4" y="26"/>
                    <a:pt x="13" y="26"/>
                  </a:cubicBezTo>
                  <a:cubicBezTo>
                    <a:pt x="14" y="26"/>
                    <a:pt x="15" y="26"/>
                    <a:pt x="16" y="26"/>
                  </a:cubicBezTo>
                  <a:cubicBezTo>
                    <a:pt x="21" y="26"/>
                    <a:pt x="24" y="24"/>
                    <a:pt x="26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0" name="Freeform 2570">
              <a:extLst>
                <a:ext uri="{FF2B5EF4-FFF2-40B4-BE49-F238E27FC236}">
                  <a16:creationId xmlns:a16="http://schemas.microsoft.com/office/drawing/2014/main" id="{DC8329D0-A86F-4776-A241-AB0259A43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973"/>
              <a:ext cx="55" cy="94"/>
            </a:xfrm>
            <a:custGeom>
              <a:avLst/>
              <a:gdLst>
                <a:gd name="T0" fmla="*/ 95 w 22"/>
                <a:gd name="T1" fmla="*/ 81 h 35"/>
                <a:gd name="T2" fmla="*/ 63 w 22"/>
                <a:gd name="T3" fmla="*/ 389 h 35"/>
                <a:gd name="T4" fmla="*/ 283 w 22"/>
                <a:gd name="T5" fmla="*/ 424 h 35"/>
                <a:gd name="T6" fmla="*/ 95 w 22"/>
                <a:gd name="T7" fmla="*/ 8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6" y="4"/>
                  </a:moveTo>
                  <a:cubicBezTo>
                    <a:pt x="0" y="7"/>
                    <a:pt x="2" y="15"/>
                    <a:pt x="4" y="20"/>
                  </a:cubicBezTo>
                  <a:cubicBezTo>
                    <a:pt x="6" y="25"/>
                    <a:pt x="14" y="35"/>
                    <a:pt x="18" y="22"/>
                  </a:cubicBezTo>
                  <a:cubicBezTo>
                    <a:pt x="22" y="10"/>
                    <a:pt x="14" y="0"/>
                    <a:pt x="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1" name="Freeform 2571">
              <a:extLst>
                <a:ext uri="{FF2B5EF4-FFF2-40B4-BE49-F238E27FC236}">
                  <a16:creationId xmlns:a16="http://schemas.microsoft.com/office/drawing/2014/main" id="{BB7A6834-2A7A-4465-B7B5-296EACEC0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76"/>
              <a:ext cx="60" cy="93"/>
            </a:xfrm>
            <a:custGeom>
              <a:avLst/>
              <a:gdLst>
                <a:gd name="T0" fmla="*/ 208 w 24"/>
                <a:gd name="T1" fmla="*/ 353 h 35"/>
                <a:gd name="T2" fmla="*/ 238 w 24"/>
                <a:gd name="T3" fmla="*/ 56 h 35"/>
                <a:gd name="T4" fmla="*/ 313 w 24"/>
                <a:gd name="T5" fmla="*/ 56 h 35"/>
                <a:gd name="T6" fmla="*/ 113 w 24"/>
                <a:gd name="T7" fmla="*/ 353 h 35"/>
                <a:gd name="T8" fmla="*/ 375 w 24"/>
                <a:gd name="T9" fmla="*/ 508 h 35"/>
                <a:gd name="T10" fmla="*/ 375 w 24"/>
                <a:gd name="T11" fmla="*/ 486 h 35"/>
                <a:gd name="T12" fmla="*/ 208 w 24"/>
                <a:gd name="T13" fmla="*/ 35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13" y="19"/>
                  </a:moveTo>
                  <a:cubicBezTo>
                    <a:pt x="11" y="14"/>
                    <a:pt x="9" y="6"/>
                    <a:pt x="15" y="3"/>
                  </a:cubicBezTo>
                  <a:cubicBezTo>
                    <a:pt x="17" y="3"/>
                    <a:pt x="18" y="2"/>
                    <a:pt x="20" y="3"/>
                  </a:cubicBezTo>
                  <a:cubicBezTo>
                    <a:pt x="14" y="0"/>
                    <a:pt x="0" y="4"/>
                    <a:pt x="7" y="19"/>
                  </a:cubicBezTo>
                  <a:cubicBezTo>
                    <a:pt x="13" y="35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0" y="30"/>
                    <a:pt x="15" y="23"/>
                    <a:pt x="13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2" name="Freeform 2572">
              <a:extLst>
                <a:ext uri="{FF2B5EF4-FFF2-40B4-BE49-F238E27FC236}">
                  <a16:creationId xmlns:a16="http://schemas.microsoft.com/office/drawing/2014/main" id="{2D01C31B-98EF-488C-9926-44A21E0A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40"/>
              <a:ext cx="77" cy="83"/>
            </a:xfrm>
            <a:custGeom>
              <a:avLst/>
              <a:gdLst>
                <a:gd name="T0" fmla="*/ 445 w 31"/>
                <a:gd name="T1" fmla="*/ 265 h 31"/>
                <a:gd name="T2" fmla="*/ 412 w 31"/>
                <a:gd name="T3" fmla="*/ 171 h 31"/>
                <a:gd name="T4" fmla="*/ 432 w 31"/>
                <a:gd name="T5" fmla="*/ 115 h 31"/>
                <a:gd name="T6" fmla="*/ 30 w 31"/>
                <a:gd name="T7" fmla="*/ 367 h 31"/>
                <a:gd name="T8" fmla="*/ 30 w 31"/>
                <a:gd name="T9" fmla="*/ 402 h 31"/>
                <a:gd name="T10" fmla="*/ 75 w 31"/>
                <a:gd name="T11" fmla="*/ 423 h 31"/>
                <a:gd name="T12" fmla="*/ 124 w 31"/>
                <a:gd name="T13" fmla="*/ 538 h 31"/>
                <a:gd name="T14" fmla="*/ 353 w 31"/>
                <a:gd name="T15" fmla="*/ 538 h 31"/>
                <a:gd name="T16" fmla="*/ 474 w 31"/>
                <a:gd name="T17" fmla="*/ 388 h 31"/>
                <a:gd name="T18" fmla="*/ 445 w 31"/>
                <a:gd name="T19" fmla="*/ 265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1">
                  <a:moveTo>
                    <a:pt x="29" y="14"/>
                  </a:moveTo>
                  <a:cubicBezTo>
                    <a:pt x="28" y="11"/>
                    <a:pt x="26" y="12"/>
                    <a:pt x="27" y="9"/>
                  </a:cubicBezTo>
                  <a:cubicBezTo>
                    <a:pt x="27" y="8"/>
                    <a:pt x="27" y="7"/>
                    <a:pt x="28" y="6"/>
                  </a:cubicBezTo>
                  <a:cubicBezTo>
                    <a:pt x="15" y="0"/>
                    <a:pt x="0" y="11"/>
                    <a:pt x="2" y="19"/>
                  </a:cubicBezTo>
                  <a:cubicBezTo>
                    <a:pt x="2" y="20"/>
                    <a:pt x="2" y="20"/>
                    <a:pt x="2" y="21"/>
                  </a:cubicBezTo>
                  <a:cubicBezTo>
                    <a:pt x="3" y="21"/>
                    <a:pt x="4" y="21"/>
                    <a:pt x="5" y="22"/>
                  </a:cubicBezTo>
                  <a:cubicBezTo>
                    <a:pt x="7" y="23"/>
                    <a:pt x="8" y="26"/>
                    <a:pt x="8" y="28"/>
                  </a:cubicBezTo>
                  <a:cubicBezTo>
                    <a:pt x="11" y="30"/>
                    <a:pt x="16" y="31"/>
                    <a:pt x="23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1" y="18"/>
                    <a:pt x="30" y="16"/>
                    <a:pt x="29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3" name="Freeform 2573">
              <a:extLst>
                <a:ext uri="{FF2B5EF4-FFF2-40B4-BE49-F238E27FC236}">
                  <a16:creationId xmlns:a16="http://schemas.microsoft.com/office/drawing/2014/main" id="{019090DF-9C0B-48B7-B5E9-C043B65B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008"/>
              <a:ext cx="88" cy="69"/>
            </a:xfrm>
            <a:custGeom>
              <a:avLst/>
              <a:gdLst>
                <a:gd name="T0" fmla="*/ 493 w 35"/>
                <a:gd name="T1" fmla="*/ 295 h 26"/>
                <a:gd name="T2" fmla="*/ 209 w 35"/>
                <a:gd name="T3" fmla="*/ 56 h 26"/>
                <a:gd name="T4" fmla="*/ 83 w 35"/>
                <a:gd name="T5" fmla="*/ 395 h 26"/>
                <a:gd name="T6" fmla="*/ 189 w 35"/>
                <a:gd name="T7" fmla="*/ 486 h 26"/>
                <a:gd name="T8" fmla="*/ 493 w 35"/>
                <a:gd name="T9" fmla="*/ 29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31" y="16"/>
                  </a:moveTo>
                  <a:cubicBezTo>
                    <a:pt x="35" y="9"/>
                    <a:pt x="25" y="0"/>
                    <a:pt x="13" y="3"/>
                  </a:cubicBezTo>
                  <a:cubicBezTo>
                    <a:pt x="0" y="5"/>
                    <a:pt x="2" y="18"/>
                    <a:pt x="5" y="21"/>
                  </a:cubicBezTo>
                  <a:cubicBezTo>
                    <a:pt x="7" y="24"/>
                    <a:pt x="9" y="25"/>
                    <a:pt x="12" y="26"/>
                  </a:cubicBezTo>
                  <a:cubicBezTo>
                    <a:pt x="14" y="20"/>
                    <a:pt x="23" y="16"/>
                    <a:pt x="31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4" name="Freeform 2574">
              <a:extLst>
                <a:ext uri="{FF2B5EF4-FFF2-40B4-BE49-F238E27FC236}">
                  <a16:creationId xmlns:a16="http://schemas.microsoft.com/office/drawing/2014/main" id="{E3BF8BEE-368D-4648-959B-3EAD5AB3F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61"/>
              <a:ext cx="75" cy="70"/>
            </a:xfrm>
            <a:custGeom>
              <a:avLst/>
              <a:gdLst>
                <a:gd name="T0" fmla="*/ 470 w 30"/>
                <a:gd name="T1" fmla="*/ 218 h 26"/>
                <a:gd name="T2" fmla="*/ 470 w 30"/>
                <a:gd name="T3" fmla="*/ 197 h 26"/>
                <a:gd name="T4" fmla="*/ 363 w 30"/>
                <a:gd name="T5" fmla="*/ 22 h 26"/>
                <a:gd name="T6" fmla="*/ 250 w 30"/>
                <a:gd name="T7" fmla="*/ 22 h 26"/>
                <a:gd name="T8" fmla="*/ 0 w 30"/>
                <a:gd name="T9" fmla="*/ 291 h 26"/>
                <a:gd name="T10" fmla="*/ 95 w 30"/>
                <a:gd name="T11" fmla="*/ 471 h 26"/>
                <a:gd name="T12" fmla="*/ 345 w 30"/>
                <a:gd name="T13" fmla="*/ 450 h 26"/>
                <a:gd name="T14" fmla="*/ 470 w 30"/>
                <a:gd name="T15" fmla="*/ 218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6">
                  <a:moveTo>
                    <a:pt x="30" y="11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29" y="2"/>
                    <a:pt x="23" y="1"/>
                  </a:cubicBezTo>
                  <a:cubicBezTo>
                    <a:pt x="21" y="0"/>
                    <a:pt x="16" y="1"/>
                    <a:pt x="16" y="1"/>
                  </a:cubicBezTo>
                  <a:cubicBezTo>
                    <a:pt x="9" y="1"/>
                    <a:pt x="0" y="11"/>
                    <a:pt x="0" y="15"/>
                  </a:cubicBezTo>
                  <a:cubicBezTo>
                    <a:pt x="0" y="19"/>
                    <a:pt x="0" y="22"/>
                    <a:pt x="6" y="24"/>
                  </a:cubicBezTo>
                  <a:cubicBezTo>
                    <a:pt x="12" y="26"/>
                    <a:pt x="19" y="25"/>
                    <a:pt x="22" y="23"/>
                  </a:cubicBezTo>
                  <a:cubicBezTo>
                    <a:pt x="22" y="19"/>
                    <a:pt x="25" y="14"/>
                    <a:pt x="30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5" name="Freeform 2575">
              <a:extLst>
                <a:ext uri="{FF2B5EF4-FFF2-40B4-BE49-F238E27FC236}">
                  <a16:creationId xmlns:a16="http://schemas.microsoft.com/office/drawing/2014/main" id="{23C00DDC-7B28-4C66-98AB-A476FEA25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011"/>
              <a:ext cx="87" cy="90"/>
            </a:xfrm>
            <a:custGeom>
              <a:avLst/>
              <a:gdLst>
                <a:gd name="T0" fmla="*/ 229 w 35"/>
                <a:gd name="T1" fmla="*/ 630 h 34"/>
                <a:gd name="T2" fmla="*/ 475 w 35"/>
                <a:gd name="T3" fmla="*/ 371 h 34"/>
                <a:gd name="T4" fmla="*/ 524 w 35"/>
                <a:gd name="T5" fmla="*/ 371 h 34"/>
                <a:gd name="T6" fmla="*/ 524 w 35"/>
                <a:gd name="T7" fmla="*/ 349 h 34"/>
                <a:gd name="T8" fmla="*/ 278 w 35"/>
                <a:gd name="T9" fmla="*/ 21 h 34"/>
                <a:gd name="T10" fmla="*/ 0 w 35"/>
                <a:gd name="T11" fmla="*/ 315 h 34"/>
                <a:gd name="T12" fmla="*/ 229 w 35"/>
                <a:gd name="T13" fmla="*/ 630 h 34"/>
                <a:gd name="T14" fmla="*/ 229 w 35"/>
                <a:gd name="T15" fmla="*/ 63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4">
                  <a:moveTo>
                    <a:pt x="15" y="34"/>
                  </a:moveTo>
                  <a:cubicBezTo>
                    <a:pt x="15" y="30"/>
                    <a:pt x="24" y="20"/>
                    <a:pt x="31" y="20"/>
                  </a:cubicBezTo>
                  <a:cubicBezTo>
                    <a:pt x="31" y="20"/>
                    <a:pt x="32" y="20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8"/>
                    <a:pt x="25" y="0"/>
                    <a:pt x="18" y="1"/>
                  </a:cubicBezTo>
                  <a:cubicBezTo>
                    <a:pt x="7" y="2"/>
                    <a:pt x="0" y="8"/>
                    <a:pt x="0" y="17"/>
                  </a:cubicBezTo>
                  <a:cubicBezTo>
                    <a:pt x="1" y="25"/>
                    <a:pt x="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6" name="Freeform 2576">
              <a:extLst>
                <a:ext uri="{FF2B5EF4-FFF2-40B4-BE49-F238E27FC236}">
                  <a16:creationId xmlns:a16="http://schemas.microsoft.com/office/drawing/2014/main" id="{8CB1E86C-39DD-4D25-855F-D8AE1BCAA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251"/>
              <a:ext cx="82" cy="77"/>
            </a:xfrm>
            <a:custGeom>
              <a:avLst/>
              <a:gdLst>
                <a:gd name="T0" fmla="*/ 137 w 33"/>
                <a:gd name="T1" fmla="*/ 170 h 29"/>
                <a:gd name="T2" fmla="*/ 42 w 33"/>
                <a:gd name="T3" fmla="*/ 297 h 29"/>
                <a:gd name="T4" fmla="*/ 186 w 33"/>
                <a:gd name="T5" fmla="*/ 520 h 29"/>
                <a:gd name="T6" fmla="*/ 462 w 33"/>
                <a:gd name="T7" fmla="*/ 247 h 29"/>
                <a:gd name="T8" fmla="*/ 278 w 33"/>
                <a:gd name="T9" fmla="*/ 21 h 29"/>
                <a:gd name="T10" fmla="*/ 137 w 33"/>
                <a:gd name="T11" fmla="*/ 17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9">
                  <a:moveTo>
                    <a:pt x="9" y="9"/>
                  </a:moveTo>
                  <a:cubicBezTo>
                    <a:pt x="8" y="12"/>
                    <a:pt x="5" y="10"/>
                    <a:pt x="3" y="16"/>
                  </a:cubicBezTo>
                  <a:cubicBezTo>
                    <a:pt x="0" y="21"/>
                    <a:pt x="3" y="27"/>
                    <a:pt x="12" y="28"/>
                  </a:cubicBezTo>
                  <a:cubicBezTo>
                    <a:pt x="21" y="29"/>
                    <a:pt x="27" y="20"/>
                    <a:pt x="30" y="13"/>
                  </a:cubicBezTo>
                  <a:cubicBezTo>
                    <a:pt x="33" y="6"/>
                    <a:pt x="28" y="0"/>
                    <a:pt x="18" y="1"/>
                  </a:cubicBezTo>
                  <a:cubicBezTo>
                    <a:pt x="15" y="1"/>
                    <a:pt x="11" y="5"/>
                    <a:pt x="9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7" name="Freeform 2577">
              <a:extLst>
                <a:ext uri="{FF2B5EF4-FFF2-40B4-BE49-F238E27FC236}">
                  <a16:creationId xmlns:a16="http://schemas.microsoft.com/office/drawing/2014/main" id="{134A02B7-3A2E-4191-9CA0-D3BBAD07B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315"/>
              <a:ext cx="113" cy="80"/>
            </a:xfrm>
            <a:custGeom>
              <a:avLst/>
              <a:gdLst>
                <a:gd name="T0" fmla="*/ 63 w 45"/>
                <a:gd name="T1" fmla="*/ 512 h 30"/>
                <a:gd name="T2" fmla="*/ 284 w 45"/>
                <a:gd name="T3" fmla="*/ 93 h 30"/>
                <a:gd name="T4" fmla="*/ 650 w 45"/>
                <a:gd name="T5" fmla="*/ 264 h 30"/>
                <a:gd name="T6" fmla="*/ 409 w 45"/>
                <a:gd name="T7" fmla="*/ 568 h 30"/>
                <a:gd name="T8" fmla="*/ 63 w 45"/>
                <a:gd name="T9" fmla="*/ 51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0">
                  <a:moveTo>
                    <a:pt x="4" y="27"/>
                  </a:moveTo>
                  <a:cubicBezTo>
                    <a:pt x="0" y="24"/>
                    <a:pt x="2" y="9"/>
                    <a:pt x="18" y="5"/>
                  </a:cubicBezTo>
                  <a:cubicBezTo>
                    <a:pt x="33" y="0"/>
                    <a:pt x="40" y="10"/>
                    <a:pt x="41" y="14"/>
                  </a:cubicBezTo>
                  <a:cubicBezTo>
                    <a:pt x="42" y="18"/>
                    <a:pt x="45" y="30"/>
                    <a:pt x="26" y="30"/>
                  </a:cubicBezTo>
                  <a:cubicBezTo>
                    <a:pt x="7" y="30"/>
                    <a:pt x="7" y="30"/>
                    <a:pt x="4" y="2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8" name="Freeform 2578">
              <a:extLst>
                <a:ext uri="{FF2B5EF4-FFF2-40B4-BE49-F238E27FC236}">
                  <a16:creationId xmlns:a16="http://schemas.microsoft.com/office/drawing/2014/main" id="{5276F33A-4DB2-4F5D-B230-1F8970DB7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301"/>
              <a:ext cx="87" cy="80"/>
            </a:xfrm>
            <a:custGeom>
              <a:avLst/>
              <a:gdLst>
                <a:gd name="T0" fmla="*/ 537 w 35"/>
                <a:gd name="T1" fmla="*/ 248 h 30"/>
                <a:gd name="T2" fmla="*/ 507 w 35"/>
                <a:gd name="T3" fmla="*/ 56 h 30"/>
                <a:gd name="T4" fmla="*/ 321 w 35"/>
                <a:gd name="T5" fmla="*/ 0 h 30"/>
                <a:gd name="T6" fmla="*/ 92 w 35"/>
                <a:gd name="T7" fmla="*/ 171 h 30"/>
                <a:gd name="T8" fmla="*/ 75 w 35"/>
                <a:gd name="T9" fmla="*/ 435 h 30"/>
                <a:gd name="T10" fmla="*/ 415 w 35"/>
                <a:gd name="T11" fmla="*/ 533 h 30"/>
                <a:gd name="T12" fmla="*/ 537 w 35"/>
                <a:gd name="T13" fmla="*/ 24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0">
                  <a:moveTo>
                    <a:pt x="35" y="13"/>
                  </a:moveTo>
                  <a:cubicBezTo>
                    <a:pt x="35" y="10"/>
                    <a:pt x="35" y="6"/>
                    <a:pt x="33" y="3"/>
                  </a:cubicBezTo>
                  <a:cubicBezTo>
                    <a:pt x="30" y="0"/>
                    <a:pt x="25" y="0"/>
                    <a:pt x="21" y="0"/>
                  </a:cubicBezTo>
                  <a:cubicBezTo>
                    <a:pt x="15" y="0"/>
                    <a:pt x="10" y="4"/>
                    <a:pt x="6" y="9"/>
                  </a:cubicBezTo>
                  <a:cubicBezTo>
                    <a:pt x="4" y="12"/>
                    <a:pt x="0" y="20"/>
                    <a:pt x="5" y="23"/>
                  </a:cubicBezTo>
                  <a:cubicBezTo>
                    <a:pt x="10" y="27"/>
                    <a:pt x="22" y="30"/>
                    <a:pt x="27" y="28"/>
                  </a:cubicBezTo>
                  <a:cubicBezTo>
                    <a:pt x="27" y="24"/>
                    <a:pt x="29" y="18"/>
                    <a:pt x="35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9" name="Freeform 2579">
              <a:extLst>
                <a:ext uri="{FF2B5EF4-FFF2-40B4-BE49-F238E27FC236}">
                  <a16:creationId xmlns:a16="http://schemas.microsoft.com/office/drawing/2014/main" id="{FE72CC5E-56D3-4048-904F-42D63AA5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267"/>
              <a:ext cx="100" cy="85"/>
            </a:xfrm>
            <a:custGeom>
              <a:avLst/>
              <a:gdLst>
                <a:gd name="T0" fmla="*/ 220 w 40"/>
                <a:gd name="T1" fmla="*/ 409 h 32"/>
                <a:gd name="T2" fmla="*/ 458 w 40"/>
                <a:gd name="T3" fmla="*/ 247 h 32"/>
                <a:gd name="T4" fmla="*/ 625 w 40"/>
                <a:gd name="T5" fmla="*/ 303 h 32"/>
                <a:gd name="T6" fmla="*/ 175 w 40"/>
                <a:gd name="T7" fmla="*/ 600 h 32"/>
                <a:gd name="T8" fmla="*/ 220 w 40"/>
                <a:gd name="T9" fmla="*/ 40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2">
                  <a:moveTo>
                    <a:pt x="14" y="22"/>
                  </a:moveTo>
                  <a:cubicBezTo>
                    <a:pt x="18" y="17"/>
                    <a:pt x="23" y="13"/>
                    <a:pt x="29" y="13"/>
                  </a:cubicBezTo>
                  <a:cubicBezTo>
                    <a:pt x="33" y="13"/>
                    <a:pt x="37" y="13"/>
                    <a:pt x="40" y="16"/>
                  </a:cubicBezTo>
                  <a:cubicBezTo>
                    <a:pt x="31" y="0"/>
                    <a:pt x="0" y="17"/>
                    <a:pt x="11" y="32"/>
                  </a:cubicBezTo>
                  <a:cubicBezTo>
                    <a:pt x="10" y="29"/>
                    <a:pt x="12" y="24"/>
                    <a:pt x="14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0" name="Freeform 2580">
              <a:extLst>
                <a:ext uri="{FF2B5EF4-FFF2-40B4-BE49-F238E27FC236}">
                  <a16:creationId xmlns:a16="http://schemas.microsoft.com/office/drawing/2014/main" id="{22DB7A23-25E2-4440-AFB0-A87624718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299"/>
              <a:ext cx="80" cy="80"/>
            </a:xfrm>
            <a:custGeom>
              <a:avLst/>
              <a:gdLst>
                <a:gd name="T0" fmla="*/ 438 w 32"/>
                <a:gd name="T1" fmla="*/ 93 h 30"/>
                <a:gd name="T2" fmla="*/ 250 w 32"/>
                <a:gd name="T3" fmla="*/ 21 h 30"/>
                <a:gd name="T4" fmla="*/ 0 w 32"/>
                <a:gd name="T5" fmla="*/ 227 h 30"/>
                <a:gd name="T6" fmla="*/ 113 w 32"/>
                <a:gd name="T7" fmla="*/ 376 h 30"/>
                <a:gd name="T8" fmla="*/ 113 w 32"/>
                <a:gd name="T9" fmla="*/ 533 h 30"/>
                <a:gd name="T10" fmla="*/ 300 w 32"/>
                <a:gd name="T11" fmla="*/ 547 h 30"/>
                <a:gd name="T12" fmla="*/ 438 w 32"/>
                <a:gd name="T13" fmla="*/ 9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0">
                  <a:moveTo>
                    <a:pt x="28" y="5"/>
                  </a:moveTo>
                  <a:cubicBezTo>
                    <a:pt x="27" y="4"/>
                    <a:pt x="22" y="0"/>
                    <a:pt x="16" y="1"/>
                  </a:cubicBezTo>
                  <a:cubicBezTo>
                    <a:pt x="10" y="1"/>
                    <a:pt x="2" y="5"/>
                    <a:pt x="0" y="12"/>
                  </a:cubicBezTo>
                  <a:cubicBezTo>
                    <a:pt x="4" y="14"/>
                    <a:pt x="6" y="18"/>
                    <a:pt x="7" y="20"/>
                  </a:cubicBezTo>
                  <a:cubicBezTo>
                    <a:pt x="7" y="21"/>
                    <a:pt x="8" y="25"/>
                    <a:pt x="7" y="28"/>
                  </a:cubicBezTo>
                  <a:cubicBezTo>
                    <a:pt x="11" y="29"/>
                    <a:pt x="15" y="30"/>
                    <a:pt x="19" y="29"/>
                  </a:cubicBezTo>
                  <a:cubicBezTo>
                    <a:pt x="32" y="24"/>
                    <a:pt x="31" y="9"/>
                    <a:pt x="2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1" name="Freeform 2581">
              <a:extLst>
                <a:ext uri="{FF2B5EF4-FFF2-40B4-BE49-F238E27FC236}">
                  <a16:creationId xmlns:a16="http://schemas.microsoft.com/office/drawing/2014/main" id="{86005524-7A5B-4EFD-83A8-3DDEBCDAB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117"/>
              <a:ext cx="98" cy="99"/>
            </a:xfrm>
            <a:custGeom>
              <a:avLst/>
              <a:gdLst>
                <a:gd name="T0" fmla="*/ 442 w 39"/>
                <a:gd name="T1" fmla="*/ 559 h 37"/>
                <a:gd name="T2" fmla="*/ 146 w 39"/>
                <a:gd name="T3" fmla="*/ 629 h 37"/>
                <a:gd name="T4" fmla="*/ 95 w 39"/>
                <a:gd name="T5" fmla="*/ 209 h 37"/>
                <a:gd name="T6" fmla="*/ 442 w 39"/>
                <a:gd name="T7" fmla="*/ 94 h 37"/>
                <a:gd name="T8" fmla="*/ 442 w 39"/>
                <a:gd name="T9" fmla="*/ 55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7">
                  <a:moveTo>
                    <a:pt x="28" y="29"/>
                  </a:moveTo>
                  <a:cubicBezTo>
                    <a:pt x="24" y="36"/>
                    <a:pt x="17" y="37"/>
                    <a:pt x="9" y="33"/>
                  </a:cubicBezTo>
                  <a:cubicBezTo>
                    <a:pt x="2" y="30"/>
                    <a:pt x="0" y="22"/>
                    <a:pt x="6" y="11"/>
                  </a:cubicBezTo>
                  <a:cubicBezTo>
                    <a:pt x="11" y="0"/>
                    <a:pt x="22" y="1"/>
                    <a:pt x="28" y="5"/>
                  </a:cubicBezTo>
                  <a:cubicBezTo>
                    <a:pt x="39" y="11"/>
                    <a:pt x="32" y="24"/>
                    <a:pt x="28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2" name="Freeform 2582">
              <a:extLst>
                <a:ext uri="{FF2B5EF4-FFF2-40B4-BE49-F238E27FC236}">
                  <a16:creationId xmlns:a16="http://schemas.microsoft.com/office/drawing/2014/main" id="{11AEC695-6195-4932-B62F-54A6A2EC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291"/>
              <a:ext cx="77" cy="53"/>
            </a:xfrm>
            <a:custGeom>
              <a:avLst/>
              <a:gdLst>
                <a:gd name="T0" fmla="*/ 216 w 31"/>
                <a:gd name="T1" fmla="*/ 281 h 20"/>
                <a:gd name="T2" fmla="*/ 462 w 31"/>
                <a:gd name="T3" fmla="*/ 133 h 20"/>
                <a:gd name="T4" fmla="*/ 229 w 31"/>
                <a:gd name="T5" fmla="*/ 0 h 20"/>
                <a:gd name="T6" fmla="*/ 0 w 31"/>
                <a:gd name="T7" fmla="*/ 260 h 20"/>
                <a:gd name="T8" fmla="*/ 216 w 31"/>
                <a:gd name="T9" fmla="*/ 28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14" y="15"/>
                  </a:moveTo>
                  <a:cubicBezTo>
                    <a:pt x="17" y="14"/>
                    <a:pt x="31" y="12"/>
                    <a:pt x="30" y="7"/>
                  </a:cubicBezTo>
                  <a:cubicBezTo>
                    <a:pt x="29" y="2"/>
                    <a:pt x="22" y="0"/>
                    <a:pt x="15" y="0"/>
                  </a:cubicBezTo>
                  <a:cubicBezTo>
                    <a:pt x="7" y="1"/>
                    <a:pt x="0" y="4"/>
                    <a:pt x="0" y="14"/>
                  </a:cubicBezTo>
                  <a:cubicBezTo>
                    <a:pt x="0" y="17"/>
                    <a:pt x="2" y="20"/>
                    <a:pt x="14" y="1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3" name="Freeform 2583">
              <a:extLst>
                <a:ext uri="{FF2B5EF4-FFF2-40B4-BE49-F238E27FC236}">
                  <a16:creationId xmlns:a16="http://schemas.microsoft.com/office/drawing/2014/main" id="{51BF5D22-5B19-4685-A975-42B28EFD7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43"/>
              <a:ext cx="77" cy="74"/>
            </a:xfrm>
            <a:custGeom>
              <a:avLst/>
              <a:gdLst>
                <a:gd name="T0" fmla="*/ 12 w 31"/>
                <a:gd name="T1" fmla="*/ 336 h 28"/>
                <a:gd name="T2" fmla="*/ 246 w 31"/>
                <a:gd name="T3" fmla="*/ 460 h 28"/>
                <a:gd name="T4" fmla="*/ 229 w 31"/>
                <a:gd name="T5" fmla="*/ 518 h 28"/>
                <a:gd name="T6" fmla="*/ 258 w 31"/>
                <a:gd name="T7" fmla="*/ 518 h 28"/>
                <a:gd name="T8" fmla="*/ 445 w 31"/>
                <a:gd name="T9" fmla="*/ 349 h 28"/>
                <a:gd name="T10" fmla="*/ 308 w 31"/>
                <a:gd name="T11" fmla="*/ 0 h 28"/>
                <a:gd name="T12" fmla="*/ 12 w 31"/>
                <a:gd name="T13" fmla="*/ 204 h 28"/>
                <a:gd name="T14" fmla="*/ 0 w 31"/>
                <a:gd name="T15" fmla="*/ 336 h 28"/>
                <a:gd name="T16" fmla="*/ 12 w 31"/>
                <a:gd name="T17" fmla="*/ 33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8">
                  <a:moveTo>
                    <a:pt x="1" y="18"/>
                  </a:moveTo>
                  <a:cubicBezTo>
                    <a:pt x="8" y="18"/>
                    <a:pt x="15" y="20"/>
                    <a:pt x="16" y="25"/>
                  </a:cubicBezTo>
                  <a:cubicBezTo>
                    <a:pt x="16" y="26"/>
                    <a:pt x="16" y="27"/>
                    <a:pt x="15" y="28"/>
                  </a:cubicBezTo>
                  <a:cubicBezTo>
                    <a:pt x="15" y="28"/>
                    <a:pt x="16" y="28"/>
                    <a:pt x="17" y="28"/>
                  </a:cubicBezTo>
                  <a:cubicBezTo>
                    <a:pt x="19" y="24"/>
                    <a:pt x="24" y="21"/>
                    <a:pt x="29" y="19"/>
                  </a:cubicBezTo>
                  <a:cubicBezTo>
                    <a:pt x="31" y="13"/>
                    <a:pt x="29" y="1"/>
                    <a:pt x="20" y="0"/>
                  </a:cubicBezTo>
                  <a:cubicBezTo>
                    <a:pt x="13" y="0"/>
                    <a:pt x="3" y="1"/>
                    <a:pt x="1" y="11"/>
                  </a:cubicBezTo>
                  <a:cubicBezTo>
                    <a:pt x="0" y="14"/>
                    <a:pt x="0" y="16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4" name="Freeform 2584">
              <a:extLst>
                <a:ext uri="{FF2B5EF4-FFF2-40B4-BE49-F238E27FC236}">
                  <a16:creationId xmlns:a16="http://schemas.microsoft.com/office/drawing/2014/main" id="{33EEE73A-5FEC-461B-8135-74A8544EC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253"/>
              <a:ext cx="78" cy="72"/>
            </a:xfrm>
            <a:custGeom>
              <a:avLst/>
              <a:gdLst>
                <a:gd name="T0" fmla="*/ 476 w 31"/>
                <a:gd name="T1" fmla="*/ 136 h 27"/>
                <a:gd name="T2" fmla="*/ 493 w 31"/>
                <a:gd name="T3" fmla="*/ 56 h 27"/>
                <a:gd name="T4" fmla="*/ 413 w 31"/>
                <a:gd name="T5" fmla="*/ 0 h 27"/>
                <a:gd name="T6" fmla="*/ 254 w 31"/>
                <a:gd name="T7" fmla="*/ 56 h 27"/>
                <a:gd name="T8" fmla="*/ 159 w 31"/>
                <a:gd name="T9" fmla="*/ 149 h 27"/>
                <a:gd name="T10" fmla="*/ 20 w 31"/>
                <a:gd name="T11" fmla="*/ 227 h 27"/>
                <a:gd name="T12" fmla="*/ 63 w 31"/>
                <a:gd name="T13" fmla="*/ 477 h 27"/>
                <a:gd name="T14" fmla="*/ 242 w 31"/>
                <a:gd name="T15" fmla="*/ 491 h 27"/>
                <a:gd name="T16" fmla="*/ 463 w 31"/>
                <a:gd name="T17" fmla="*/ 264 h 27"/>
                <a:gd name="T18" fmla="*/ 476 w 31"/>
                <a:gd name="T19" fmla="*/ 136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7">
                  <a:moveTo>
                    <a:pt x="30" y="7"/>
                  </a:moveTo>
                  <a:cubicBezTo>
                    <a:pt x="30" y="6"/>
                    <a:pt x="30" y="4"/>
                    <a:pt x="31" y="3"/>
                  </a:cubicBezTo>
                  <a:cubicBezTo>
                    <a:pt x="30" y="2"/>
                    <a:pt x="28" y="1"/>
                    <a:pt x="26" y="0"/>
                  </a:cubicBezTo>
                  <a:cubicBezTo>
                    <a:pt x="22" y="0"/>
                    <a:pt x="19" y="1"/>
                    <a:pt x="16" y="3"/>
                  </a:cubicBezTo>
                  <a:cubicBezTo>
                    <a:pt x="13" y="6"/>
                    <a:pt x="14" y="7"/>
                    <a:pt x="10" y="8"/>
                  </a:cubicBezTo>
                  <a:cubicBezTo>
                    <a:pt x="7" y="8"/>
                    <a:pt x="3" y="9"/>
                    <a:pt x="1" y="12"/>
                  </a:cubicBezTo>
                  <a:cubicBezTo>
                    <a:pt x="0" y="16"/>
                    <a:pt x="1" y="22"/>
                    <a:pt x="4" y="25"/>
                  </a:cubicBezTo>
                  <a:cubicBezTo>
                    <a:pt x="6" y="27"/>
                    <a:pt x="11" y="27"/>
                    <a:pt x="15" y="26"/>
                  </a:cubicBezTo>
                  <a:cubicBezTo>
                    <a:pt x="16" y="18"/>
                    <a:pt x="22" y="15"/>
                    <a:pt x="29" y="14"/>
                  </a:cubicBezTo>
                  <a:cubicBezTo>
                    <a:pt x="29" y="12"/>
                    <a:pt x="29" y="10"/>
                    <a:pt x="3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5" name="Freeform 2585">
              <a:extLst>
                <a:ext uri="{FF2B5EF4-FFF2-40B4-BE49-F238E27FC236}">
                  <a16:creationId xmlns:a16="http://schemas.microsoft.com/office/drawing/2014/main" id="{9CC93402-5CC6-4E3C-B42D-216AC4FA8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171"/>
              <a:ext cx="95" cy="90"/>
            </a:xfrm>
            <a:custGeom>
              <a:avLst/>
              <a:gdLst>
                <a:gd name="T0" fmla="*/ 595 w 38"/>
                <a:gd name="T1" fmla="*/ 315 h 34"/>
                <a:gd name="T2" fmla="*/ 220 w 38"/>
                <a:gd name="T3" fmla="*/ 77 h 34"/>
                <a:gd name="T4" fmla="*/ 20 w 38"/>
                <a:gd name="T5" fmla="*/ 463 h 34"/>
                <a:gd name="T6" fmla="*/ 20 w 38"/>
                <a:gd name="T7" fmla="*/ 463 h 34"/>
                <a:gd name="T8" fmla="*/ 50 w 38"/>
                <a:gd name="T9" fmla="*/ 498 h 34"/>
                <a:gd name="T10" fmla="*/ 83 w 38"/>
                <a:gd name="T11" fmla="*/ 540 h 34"/>
                <a:gd name="T12" fmla="*/ 83 w 38"/>
                <a:gd name="T13" fmla="*/ 574 h 34"/>
                <a:gd name="T14" fmla="*/ 95 w 38"/>
                <a:gd name="T15" fmla="*/ 596 h 34"/>
                <a:gd name="T16" fmla="*/ 158 w 38"/>
                <a:gd name="T17" fmla="*/ 574 h 34"/>
                <a:gd name="T18" fmla="*/ 238 w 38"/>
                <a:gd name="T19" fmla="*/ 630 h 34"/>
                <a:gd name="T20" fmla="*/ 238 w 38"/>
                <a:gd name="T21" fmla="*/ 630 h 34"/>
                <a:gd name="T22" fmla="*/ 520 w 38"/>
                <a:gd name="T23" fmla="*/ 498 h 34"/>
                <a:gd name="T24" fmla="*/ 563 w 38"/>
                <a:gd name="T25" fmla="*/ 519 h 34"/>
                <a:gd name="T26" fmla="*/ 595 w 38"/>
                <a:gd name="T27" fmla="*/ 315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34">
                  <a:moveTo>
                    <a:pt x="38" y="17"/>
                  </a:moveTo>
                  <a:cubicBezTo>
                    <a:pt x="36" y="9"/>
                    <a:pt x="23" y="0"/>
                    <a:pt x="14" y="4"/>
                  </a:cubicBezTo>
                  <a:cubicBezTo>
                    <a:pt x="3" y="7"/>
                    <a:pt x="0" y="17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6"/>
                    <a:pt x="2" y="26"/>
                    <a:pt x="3" y="27"/>
                  </a:cubicBezTo>
                  <a:cubicBezTo>
                    <a:pt x="4" y="27"/>
                    <a:pt x="4" y="28"/>
                    <a:pt x="5" y="29"/>
                  </a:cubicBezTo>
                  <a:cubicBezTo>
                    <a:pt x="5" y="30"/>
                    <a:pt x="6" y="32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31"/>
                    <a:pt x="8" y="31"/>
                    <a:pt x="10" y="31"/>
                  </a:cubicBezTo>
                  <a:cubicBezTo>
                    <a:pt x="12" y="32"/>
                    <a:pt x="14" y="33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9" y="28"/>
                    <a:pt x="27" y="27"/>
                    <a:pt x="33" y="27"/>
                  </a:cubicBezTo>
                  <a:cubicBezTo>
                    <a:pt x="34" y="27"/>
                    <a:pt x="35" y="27"/>
                    <a:pt x="36" y="28"/>
                  </a:cubicBezTo>
                  <a:cubicBezTo>
                    <a:pt x="38" y="25"/>
                    <a:pt x="38" y="21"/>
                    <a:pt x="38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6" name="Freeform 2586">
              <a:extLst>
                <a:ext uri="{FF2B5EF4-FFF2-40B4-BE49-F238E27FC236}">
                  <a16:creationId xmlns:a16="http://schemas.microsoft.com/office/drawing/2014/main" id="{81B71F95-44C3-4BD3-840B-EC5FC8793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36"/>
              <a:ext cx="67" cy="88"/>
            </a:xfrm>
            <a:custGeom>
              <a:avLst/>
              <a:gdLst>
                <a:gd name="T0" fmla="*/ 350 w 27"/>
                <a:gd name="T1" fmla="*/ 320 h 33"/>
                <a:gd name="T2" fmla="*/ 412 w 27"/>
                <a:gd name="T3" fmla="*/ 307 h 33"/>
                <a:gd name="T4" fmla="*/ 400 w 27"/>
                <a:gd name="T5" fmla="*/ 264 h 33"/>
                <a:gd name="T6" fmla="*/ 400 w 27"/>
                <a:gd name="T7" fmla="*/ 0 h 33"/>
                <a:gd name="T8" fmla="*/ 104 w 27"/>
                <a:gd name="T9" fmla="*/ 93 h 33"/>
                <a:gd name="T10" fmla="*/ 12 w 27"/>
                <a:gd name="T11" fmla="*/ 285 h 33"/>
                <a:gd name="T12" fmla="*/ 74 w 27"/>
                <a:gd name="T13" fmla="*/ 533 h 33"/>
                <a:gd name="T14" fmla="*/ 154 w 27"/>
                <a:gd name="T15" fmla="*/ 627 h 33"/>
                <a:gd name="T16" fmla="*/ 350 w 27"/>
                <a:gd name="T17" fmla="*/ 32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3">
                  <a:moveTo>
                    <a:pt x="23" y="17"/>
                  </a:moveTo>
                  <a:cubicBezTo>
                    <a:pt x="25" y="16"/>
                    <a:pt x="26" y="16"/>
                    <a:pt x="27" y="16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4" y="11"/>
                    <a:pt x="23" y="5"/>
                    <a:pt x="26" y="0"/>
                  </a:cubicBezTo>
                  <a:cubicBezTo>
                    <a:pt x="22" y="3"/>
                    <a:pt x="13" y="6"/>
                    <a:pt x="7" y="5"/>
                  </a:cubicBezTo>
                  <a:cubicBezTo>
                    <a:pt x="3" y="7"/>
                    <a:pt x="1" y="11"/>
                    <a:pt x="1" y="15"/>
                  </a:cubicBezTo>
                  <a:cubicBezTo>
                    <a:pt x="0" y="20"/>
                    <a:pt x="2" y="24"/>
                    <a:pt x="5" y="28"/>
                  </a:cubicBezTo>
                  <a:cubicBezTo>
                    <a:pt x="6" y="30"/>
                    <a:pt x="8" y="32"/>
                    <a:pt x="10" y="33"/>
                  </a:cubicBezTo>
                  <a:cubicBezTo>
                    <a:pt x="10" y="26"/>
                    <a:pt x="15" y="19"/>
                    <a:pt x="23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7" name="Freeform 2587">
              <a:extLst>
                <a:ext uri="{FF2B5EF4-FFF2-40B4-BE49-F238E27FC236}">
                  <a16:creationId xmlns:a16="http://schemas.microsoft.com/office/drawing/2014/main" id="{8824102A-93BA-42E9-A3D1-FE6F08CC2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139"/>
              <a:ext cx="65" cy="72"/>
            </a:xfrm>
            <a:custGeom>
              <a:avLst/>
              <a:gdLst>
                <a:gd name="T0" fmla="*/ 188 w 26"/>
                <a:gd name="T1" fmla="*/ 512 h 27"/>
                <a:gd name="T2" fmla="*/ 188 w 26"/>
                <a:gd name="T3" fmla="*/ 512 h 27"/>
                <a:gd name="T4" fmla="*/ 395 w 26"/>
                <a:gd name="T5" fmla="*/ 477 h 27"/>
                <a:gd name="T6" fmla="*/ 408 w 26"/>
                <a:gd name="T7" fmla="*/ 477 h 27"/>
                <a:gd name="T8" fmla="*/ 408 w 26"/>
                <a:gd name="T9" fmla="*/ 477 h 27"/>
                <a:gd name="T10" fmla="*/ 313 w 26"/>
                <a:gd name="T11" fmla="*/ 205 h 27"/>
                <a:gd name="T12" fmla="*/ 313 w 26"/>
                <a:gd name="T13" fmla="*/ 56 h 27"/>
                <a:gd name="T14" fmla="*/ 313 w 26"/>
                <a:gd name="T15" fmla="*/ 35 h 27"/>
                <a:gd name="T16" fmla="*/ 33 w 26"/>
                <a:gd name="T17" fmla="*/ 192 h 27"/>
                <a:gd name="T18" fmla="*/ 188 w 26"/>
                <a:gd name="T19" fmla="*/ 512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7">
                  <a:moveTo>
                    <a:pt x="12" y="27"/>
                  </a:moveTo>
                  <a:cubicBezTo>
                    <a:pt x="12" y="27"/>
                    <a:pt x="12" y="27"/>
                    <a:pt x="12" y="27"/>
                  </a:cubicBezTo>
                  <a:cubicBezTo>
                    <a:pt x="16" y="24"/>
                    <a:pt x="21" y="24"/>
                    <a:pt x="25" y="25"/>
                  </a:cubicBezTo>
                  <a:cubicBezTo>
                    <a:pt x="25" y="25"/>
                    <a:pt x="25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3" y="22"/>
                    <a:pt x="21" y="16"/>
                    <a:pt x="20" y="11"/>
                  </a:cubicBezTo>
                  <a:cubicBezTo>
                    <a:pt x="20" y="8"/>
                    <a:pt x="20" y="5"/>
                    <a:pt x="20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0"/>
                    <a:pt x="3" y="3"/>
                    <a:pt x="2" y="10"/>
                  </a:cubicBezTo>
                  <a:cubicBezTo>
                    <a:pt x="0" y="18"/>
                    <a:pt x="4" y="26"/>
                    <a:pt x="12" y="2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8" name="Freeform 2588">
              <a:extLst>
                <a:ext uri="{FF2B5EF4-FFF2-40B4-BE49-F238E27FC236}">
                  <a16:creationId xmlns:a16="http://schemas.microsoft.com/office/drawing/2014/main" id="{DF573C26-9C40-41F9-9B3F-1D28F9044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131"/>
              <a:ext cx="50" cy="26"/>
            </a:xfrm>
            <a:custGeom>
              <a:avLst/>
              <a:gdLst>
                <a:gd name="T0" fmla="*/ 270 w 20"/>
                <a:gd name="T1" fmla="*/ 88 h 10"/>
                <a:gd name="T2" fmla="*/ 270 w 20"/>
                <a:gd name="T3" fmla="*/ 109 h 10"/>
                <a:gd name="T4" fmla="*/ 270 w 20"/>
                <a:gd name="T5" fmla="*/ 109 h 10"/>
                <a:gd name="T6" fmla="*/ 313 w 20"/>
                <a:gd name="T7" fmla="*/ 0 h 10"/>
                <a:gd name="T8" fmla="*/ 0 w 20"/>
                <a:gd name="T9" fmla="*/ 177 h 10"/>
                <a:gd name="T10" fmla="*/ 270 w 20"/>
                <a:gd name="T11" fmla="*/ 8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0">
                  <a:moveTo>
                    <a:pt x="17" y="5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4"/>
                    <a:pt x="19" y="2"/>
                    <a:pt x="20" y="0"/>
                  </a:cubicBezTo>
                  <a:cubicBezTo>
                    <a:pt x="9" y="0"/>
                    <a:pt x="3" y="3"/>
                    <a:pt x="0" y="10"/>
                  </a:cubicBezTo>
                  <a:cubicBezTo>
                    <a:pt x="3" y="5"/>
                    <a:pt x="11" y="3"/>
                    <a:pt x="17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9" name="Freeform 2589">
              <a:extLst>
                <a:ext uri="{FF2B5EF4-FFF2-40B4-BE49-F238E27FC236}">
                  <a16:creationId xmlns:a16="http://schemas.microsoft.com/office/drawing/2014/main" id="{76D56BEA-13D1-41E7-A3C6-784911F3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117"/>
              <a:ext cx="68" cy="107"/>
            </a:xfrm>
            <a:custGeom>
              <a:avLst/>
              <a:gdLst>
                <a:gd name="T0" fmla="*/ 179 w 27"/>
                <a:gd name="T1" fmla="*/ 629 h 40"/>
                <a:gd name="T2" fmla="*/ 126 w 27"/>
                <a:gd name="T3" fmla="*/ 209 h 40"/>
                <a:gd name="T4" fmla="*/ 368 w 27"/>
                <a:gd name="T5" fmla="*/ 35 h 40"/>
                <a:gd name="T6" fmla="*/ 368 w 27"/>
                <a:gd name="T7" fmla="*/ 35 h 40"/>
                <a:gd name="T8" fmla="*/ 50 w 27"/>
                <a:gd name="T9" fmla="*/ 251 h 40"/>
                <a:gd name="T10" fmla="*/ 50 w 27"/>
                <a:gd name="T11" fmla="*/ 321 h 40"/>
                <a:gd name="T12" fmla="*/ 0 w 27"/>
                <a:gd name="T13" fmla="*/ 500 h 40"/>
                <a:gd name="T14" fmla="*/ 0 w 27"/>
                <a:gd name="T15" fmla="*/ 594 h 40"/>
                <a:gd name="T16" fmla="*/ 159 w 27"/>
                <a:gd name="T17" fmla="*/ 650 h 40"/>
                <a:gd name="T18" fmla="*/ 222 w 27"/>
                <a:gd name="T19" fmla="*/ 730 h 40"/>
                <a:gd name="T20" fmla="*/ 431 w 27"/>
                <a:gd name="T21" fmla="*/ 629 h 40"/>
                <a:gd name="T22" fmla="*/ 179 w 27"/>
                <a:gd name="T23" fmla="*/ 629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11" y="33"/>
                  </a:moveTo>
                  <a:cubicBezTo>
                    <a:pt x="4" y="30"/>
                    <a:pt x="2" y="22"/>
                    <a:pt x="8" y="11"/>
                  </a:cubicBezTo>
                  <a:cubicBezTo>
                    <a:pt x="11" y="4"/>
                    <a:pt x="17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15" y="0"/>
                    <a:pt x="8" y="6"/>
                    <a:pt x="3" y="13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3" y="20"/>
                    <a:pt x="1" y="23"/>
                    <a:pt x="0" y="26"/>
                  </a:cubicBezTo>
                  <a:cubicBezTo>
                    <a:pt x="0" y="28"/>
                    <a:pt x="0" y="29"/>
                    <a:pt x="0" y="31"/>
                  </a:cubicBezTo>
                  <a:cubicBezTo>
                    <a:pt x="4" y="30"/>
                    <a:pt x="8" y="31"/>
                    <a:pt x="10" y="34"/>
                  </a:cubicBezTo>
                  <a:cubicBezTo>
                    <a:pt x="12" y="34"/>
                    <a:pt x="13" y="36"/>
                    <a:pt x="14" y="38"/>
                  </a:cubicBezTo>
                  <a:cubicBezTo>
                    <a:pt x="18" y="40"/>
                    <a:pt x="26" y="35"/>
                    <a:pt x="27" y="33"/>
                  </a:cubicBezTo>
                  <a:cubicBezTo>
                    <a:pt x="23" y="36"/>
                    <a:pt x="17" y="36"/>
                    <a:pt x="11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0" name="Freeform 2590">
              <a:extLst>
                <a:ext uri="{FF2B5EF4-FFF2-40B4-BE49-F238E27FC236}">
                  <a16:creationId xmlns:a16="http://schemas.microsoft.com/office/drawing/2014/main" id="{5F22DD31-FC95-429B-8871-EB136DAF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35"/>
              <a:ext cx="80" cy="77"/>
            </a:xfrm>
            <a:custGeom>
              <a:avLst/>
              <a:gdLst>
                <a:gd name="T0" fmla="*/ 175 w 32"/>
                <a:gd name="T1" fmla="*/ 260 h 29"/>
                <a:gd name="T2" fmla="*/ 33 w 32"/>
                <a:gd name="T3" fmla="*/ 353 h 29"/>
                <a:gd name="T4" fmla="*/ 63 w 32"/>
                <a:gd name="T5" fmla="*/ 542 h 29"/>
                <a:gd name="T6" fmla="*/ 63 w 32"/>
                <a:gd name="T7" fmla="*/ 542 h 29"/>
                <a:gd name="T8" fmla="*/ 83 w 32"/>
                <a:gd name="T9" fmla="*/ 542 h 29"/>
                <a:gd name="T10" fmla="*/ 83 w 32"/>
                <a:gd name="T11" fmla="*/ 409 h 29"/>
                <a:gd name="T12" fmla="*/ 175 w 32"/>
                <a:gd name="T13" fmla="*/ 281 h 29"/>
                <a:gd name="T14" fmla="*/ 313 w 32"/>
                <a:gd name="T15" fmla="*/ 133 h 29"/>
                <a:gd name="T16" fmla="*/ 500 w 32"/>
                <a:gd name="T17" fmla="*/ 226 h 29"/>
                <a:gd name="T18" fmla="*/ 188 w 32"/>
                <a:gd name="T19" fmla="*/ 93 h 29"/>
                <a:gd name="T20" fmla="*/ 188 w 32"/>
                <a:gd name="T21" fmla="*/ 93 h 29"/>
                <a:gd name="T22" fmla="*/ 175 w 32"/>
                <a:gd name="T23" fmla="*/ 26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29">
                  <a:moveTo>
                    <a:pt x="11" y="14"/>
                  </a:moveTo>
                  <a:cubicBezTo>
                    <a:pt x="9" y="17"/>
                    <a:pt x="6" y="18"/>
                    <a:pt x="2" y="19"/>
                  </a:cubicBezTo>
                  <a:cubicBezTo>
                    <a:pt x="0" y="24"/>
                    <a:pt x="3" y="27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7"/>
                    <a:pt x="4" y="24"/>
                    <a:pt x="5" y="22"/>
                  </a:cubicBezTo>
                  <a:cubicBezTo>
                    <a:pt x="7" y="16"/>
                    <a:pt x="10" y="18"/>
                    <a:pt x="11" y="15"/>
                  </a:cubicBezTo>
                  <a:cubicBezTo>
                    <a:pt x="13" y="11"/>
                    <a:pt x="17" y="7"/>
                    <a:pt x="20" y="7"/>
                  </a:cubicBezTo>
                  <a:cubicBezTo>
                    <a:pt x="26" y="7"/>
                    <a:pt x="30" y="9"/>
                    <a:pt x="32" y="12"/>
                  </a:cubicBezTo>
                  <a:cubicBezTo>
                    <a:pt x="30" y="4"/>
                    <a:pt x="16" y="0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9"/>
                    <a:pt x="12" y="12"/>
                    <a:pt x="11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1" name="Freeform 2591">
              <a:extLst>
                <a:ext uri="{FF2B5EF4-FFF2-40B4-BE49-F238E27FC236}">
                  <a16:creationId xmlns:a16="http://schemas.microsoft.com/office/drawing/2014/main" id="{AFE68A0A-3797-41C5-85AB-96FC868E0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259"/>
              <a:ext cx="40" cy="8"/>
            </a:xfrm>
            <a:custGeom>
              <a:avLst/>
              <a:gdLst>
                <a:gd name="T0" fmla="*/ 0 w 16"/>
                <a:gd name="T1" fmla="*/ 21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1"/>
                  </a:moveTo>
                  <a:cubicBezTo>
                    <a:pt x="4" y="3"/>
                    <a:pt x="14" y="1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2" name="Line 2592">
              <a:extLst>
                <a:ext uri="{FF2B5EF4-FFF2-40B4-BE49-F238E27FC236}">
                  <a16:creationId xmlns:a16="http://schemas.microsoft.com/office/drawing/2014/main" id="{F4F5FA29-7406-452C-A540-09931EE27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8" y="2200"/>
              <a:ext cx="5" cy="3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3" name="Freeform 2593">
              <a:extLst>
                <a:ext uri="{FF2B5EF4-FFF2-40B4-BE49-F238E27FC236}">
                  <a16:creationId xmlns:a16="http://schemas.microsoft.com/office/drawing/2014/main" id="{86F0FEFD-D6D7-48C4-B75F-FB0697191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55"/>
              <a:ext cx="18" cy="13"/>
            </a:xfrm>
            <a:custGeom>
              <a:avLst/>
              <a:gdLst>
                <a:gd name="T0" fmla="*/ 0 w 7"/>
                <a:gd name="T1" fmla="*/ 6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2" y="5"/>
                    <a:pt x="6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4" name="Freeform 2594">
              <a:extLst>
                <a:ext uri="{FF2B5EF4-FFF2-40B4-BE49-F238E27FC236}">
                  <a16:creationId xmlns:a16="http://schemas.microsoft.com/office/drawing/2014/main" id="{25E76422-97D9-4E9D-8133-643D64D9E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128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5" name="Freeform 2595">
              <a:extLst>
                <a:ext uri="{FF2B5EF4-FFF2-40B4-BE49-F238E27FC236}">
                  <a16:creationId xmlns:a16="http://schemas.microsoft.com/office/drawing/2014/main" id="{0FD02AB3-35A4-464F-83E5-2ECD0DD5A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51"/>
              <a:ext cx="25" cy="18"/>
            </a:xfrm>
            <a:custGeom>
              <a:avLst/>
              <a:gdLst>
                <a:gd name="T0" fmla="*/ 158 w 10"/>
                <a:gd name="T1" fmla="*/ 0 h 7"/>
                <a:gd name="T2" fmla="*/ 0 w 1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7" y="1"/>
                    <a:pt x="1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6" name="Freeform 2596">
              <a:extLst>
                <a:ext uri="{FF2B5EF4-FFF2-40B4-BE49-F238E27FC236}">
                  <a16:creationId xmlns:a16="http://schemas.microsoft.com/office/drawing/2014/main" id="{15DB685F-29C8-48A4-9388-9F9993D17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120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2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1"/>
                    <a:pt x="1" y="5"/>
                    <a:pt x="1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7" name="Freeform 2597">
              <a:extLst>
                <a:ext uri="{FF2B5EF4-FFF2-40B4-BE49-F238E27FC236}">
                  <a16:creationId xmlns:a16="http://schemas.microsoft.com/office/drawing/2014/main" id="{918BC258-BBA1-4579-9999-443B8A24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293"/>
              <a:ext cx="10" cy="22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4" y="6"/>
                    <a:pt x="4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8" name="Freeform 2598">
              <a:extLst>
                <a:ext uri="{FF2B5EF4-FFF2-40B4-BE49-F238E27FC236}">
                  <a16:creationId xmlns:a16="http://schemas.microsoft.com/office/drawing/2014/main" id="{942FF230-2E96-4546-B5A1-17A21267C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301"/>
              <a:ext cx="5" cy="14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9" name="Freeform 2599">
              <a:extLst>
                <a:ext uri="{FF2B5EF4-FFF2-40B4-BE49-F238E27FC236}">
                  <a16:creationId xmlns:a16="http://schemas.microsoft.com/office/drawing/2014/main" id="{2669F360-0C38-4F54-88B0-F29525FB0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63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1"/>
                    <a:pt x="0" y="5"/>
                    <a:pt x="1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0" name="Freeform 2600">
              <a:extLst>
                <a:ext uri="{FF2B5EF4-FFF2-40B4-BE49-F238E27FC236}">
                  <a16:creationId xmlns:a16="http://schemas.microsoft.com/office/drawing/2014/main" id="{42A7024B-F083-42B5-A312-393BAEE28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045"/>
              <a:ext cx="77" cy="75"/>
            </a:xfrm>
            <a:custGeom>
              <a:avLst/>
              <a:gdLst>
                <a:gd name="T0" fmla="*/ 412 w 31"/>
                <a:gd name="T1" fmla="*/ 0 h 28"/>
                <a:gd name="T2" fmla="*/ 412 w 31"/>
                <a:gd name="T3" fmla="*/ 0 h 28"/>
                <a:gd name="T4" fmla="*/ 258 w 31"/>
                <a:gd name="T5" fmla="*/ 423 h 28"/>
                <a:gd name="T6" fmla="*/ 0 w 31"/>
                <a:gd name="T7" fmla="*/ 388 h 28"/>
                <a:gd name="T8" fmla="*/ 0 w 31"/>
                <a:gd name="T9" fmla="*/ 388 h 28"/>
                <a:gd name="T10" fmla="*/ 383 w 31"/>
                <a:gd name="T11" fmla="*/ 388 h 28"/>
                <a:gd name="T12" fmla="*/ 412 w 3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31" y="9"/>
                    <a:pt x="24" y="17"/>
                    <a:pt x="17" y="22"/>
                  </a:cubicBezTo>
                  <a:cubicBezTo>
                    <a:pt x="11" y="26"/>
                    <a:pt x="4" y="25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" y="28"/>
                    <a:pt x="18" y="27"/>
                    <a:pt x="25" y="20"/>
                  </a:cubicBezTo>
                  <a:cubicBezTo>
                    <a:pt x="31" y="14"/>
                    <a:pt x="29" y="4"/>
                    <a:pt x="27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1" name="Freeform 2601">
              <a:extLst>
                <a:ext uri="{FF2B5EF4-FFF2-40B4-BE49-F238E27FC236}">
                  <a16:creationId xmlns:a16="http://schemas.microsoft.com/office/drawing/2014/main" id="{094D5408-7472-464A-9C20-E2D334A92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104"/>
              <a:ext cx="5" cy="21"/>
            </a:xfrm>
            <a:custGeom>
              <a:avLst/>
              <a:gdLst>
                <a:gd name="T0" fmla="*/ 0 w 2"/>
                <a:gd name="T1" fmla="*/ 0 h 8"/>
                <a:gd name="T2" fmla="*/ 2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0"/>
                    <a:pt x="2" y="7"/>
                    <a:pt x="1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2" name="Freeform 2602">
              <a:extLst>
                <a:ext uri="{FF2B5EF4-FFF2-40B4-BE49-F238E27FC236}">
                  <a16:creationId xmlns:a16="http://schemas.microsoft.com/office/drawing/2014/main" id="{1A6F8828-0F49-4DFC-91F8-4DECD30AE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264"/>
              <a:ext cx="7" cy="21"/>
            </a:xfrm>
            <a:custGeom>
              <a:avLst/>
              <a:gdLst>
                <a:gd name="T0" fmla="*/ 37 w 3"/>
                <a:gd name="T1" fmla="*/ 0 h 8"/>
                <a:gd name="T2" fmla="*/ 0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1"/>
                    <a:pt x="0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3" name="Freeform 2603">
              <a:extLst>
                <a:ext uri="{FF2B5EF4-FFF2-40B4-BE49-F238E27FC236}">
                  <a16:creationId xmlns:a16="http://schemas.microsoft.com/office/drawing/2014/main" id="{031B1580-6E41-41D7-ADCD-0BAF44CB3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277"/>
              <a:ext cx="7" cy="11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3" y="3"/>
                    <a:pt x="3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3" name="Pile-of-chickpeas-illustration">
            <a:extLst>
              <a:ext uri="{FF2B5EF4-FFF2-40B4-BE49-F238E27FC236}">
                <a16:creationId xmlns:a16="http://schemas.microsoft.com/office/drawing/2014/main" id="{6FAB7BE1-E637-40A6-B099-31BBCEC50D2C}"/>
              </a:ext>
            </a:extLst>
          </p:cNvPr>
          <p:cNvGrpSpPr>
            <a:grpSpLocks/>
          </p:cNvGrpSpPr>
          <p:nvPr/>
        </p:nvGrpSpPr>
        <p:grpSpPr bwMode="auto">
          <a:xfrm>
            <a:off x="7708900" y="4210050"/>
            <a:ext cx="2020888" cy="1666875"/>
            <a:chOff x="2353" y="2662"/>
            <a:chExt cx="1013" cy="835"/>
          </a:xfrm>
        </p:grpSpPr>
        <p:grpSp>
          <p:nvGrpSpPr>
            <p:cNvPr id="17414" name="Group 2605">
              <a:extLst>
                <a:ext uri="{FF2B5EF4-FFF2-40B4-BE49-F238E27FC236}">
                  <a16:creationId xmlns:a16="http://schemas.microsoft.com/office/drawing/2014/main" id="{F083E378-D1D4-4449-92A8-5D1791752B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53" y="2662"/>
              <a:ext cx="1013" cy="835"/>
              <a:chOff x="2353" y="2662"/>
              <a:chExt cx="1013" cy="835"/>
            </a:xfrm>
          </p:grpSpPr>
          <p:sp>
            <p:nvSpPr>
              <p:cNvPr id="17518" name="Freeform 2606">
                <a:extLst>
                  <a:ext uri="{FF2B5EF4-FFF2-40B4-BE49-F238E27FC236}">
                    <a16:creationId xmlns:a16="http://schemas.microsoft.com/office/drawing/2014/main" id="{6C6D9C1F-CC30-48AD-82E0-C7E5040E4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801"/>
                <a:ext cx="90" cy="85"/>
              </a:xfrm>
              <a:custGeom>
                <a:avLst/>
                <a:gdLst>
                  <a:gd name="T0" fmla="*/ 270 w 36"/>
                  <a:gd name="T1" fmla="*/ 0 h 32"/>
                  <a:gd name="T2" fmla="*/ 83 w 36"/>
                  <a:gd name="T3" fmla="*/ 205 h 32"/>
                  <a:gd name="T4" fmla="*/ 95 w 36"/>
                  <a:gd name="T5" fmla="*/ 523 h 32"/>
                  <a:gd name="T6" fmla="*/ 438 w 36"/>
                  <a:gd name="T7" fmla="*/ 545 h 32"/>
                  <a:gd name="T8" fmla="*/ 550 w 36"/>
                  <a:gd name="T9" fmla="*/ 1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2">
                    <a:moveTo>
                      <a:pt x="17" y="0"/>
                    </a:moveTo>
                    <a:cubicBezTo>
                      <a:pt x="11" y="3"/>
                      <a:pt x="7" y="6"/>
                      <a:pt x="5" y="11"/>
                    </a:cubicBezTo>
                    <a:cubicBezTo>
                      <a:pt x="2" y="17"/>
                      <a:pt x="0" y="24"/>
                      <a:pt x="6" y="28"/>
                    </a:cubicBezTo>
                    <a:cubicBezTo>
                      <a:pt x="11" y="32"/>
                      <a:pt x="23" y="32"/>
                      <a:pt x="28" y="29"/>
                    </a:cubicBezTo>
                    <a:cubicBezTo>
                      <a:pt x="36" y="24"/>
                      <a:pt x="36" y="16"/>
                      <a:pt x="35" y="8"/>
                    </a:cubicBezTo>
                  </a:path>
                </a:pathLst>
              </a:custGeom>
              <a:solidFill>
                <a:srgbClr val="E4C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" name="Freeform 2607">
                <a:extLst>
                  <a:ext uri="{FF2B5EF4-FFF2-40B4-BE49-F238E27FC236}">
                    <a16:creationId xmlns:a16="http://schemas.microsoft.com/office/drawing/2014/main" id="{71ADBE6E-6D5F-4FAE-BBD2-06F900044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275"/>
                <a:ext cx="125" cy="168"/>
              </a:xfrm>
              <a:custGeom>
                <a:avLst/>
                <a:gdLst>
                  <a:gd name="T0" fmla="*/ 0 w 50"/>
                  <a:gd name="T1" fmla="*/ 947 h 63"/>
                  <a:gd name="T2" fmla="*/ 175 w 50"/>
                  <a:gd name="T3" fmla="*/ 1139 h 63"/>
                  <a:gd name="T4" fmla="*/ 658 w 50"/>
                  <a:gd name="T5" fmla="*/ 1003 h 63"/>
                  <a:gd name="T6" fmla="*/ 708 w 50"/>
                  <a:gd name="T7" fmla="*/ 397 h 63"/>
                  <a:gd name="T8" fmla="*/ 125 w 50"/>
                  <a:gd name="T9" fmla="*/ 20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3">
                    <a:moveTo>
                      <a:pt x="0" y="50"/>
                    </a:moveTo>
                    <a:cubicBezTo>
                      <a:pt x="3" y="55"/>
                      <a:pt x="5" y="58"/>
                      <a:pt x="11" y="60"/>
                    </a:cubicBezTo>
                    <a:cubicBezTo>
                      <a:pt x="22" y="63"/>
                      <a:pt x="35" y="61"/>
                      <a:pt x="42" y="53"/>
                    </a:cubicBezTo>
                    <a:cubicBezTo>
                      <a:pt x="50" y="44"/>
                      <a:pt x="50" y="31"/>
                      <a:pt x="45" y="21"/>
                    </a:cubicBezTo>
                    <a:cubicBezTo>
                      <a:pt x="39" y="9"/>
                      <a:pt x="18" y="0"/>
                      <a:pt x="8" y="11"/>
                    </a:cubicBezTo>
                  </a:path>
                </a:pathLst>
              </a:custGeom>
              <a:solidFill>
                <a:srgbClr val="E4C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" name="Freeform 2608">
                <a:extLst>
                  <a:ext uri="{FF2B5EF4-FFF2-40B4-BE49-F238E27FC236}">
                    <a16:creationId xmlns:a16="http://schemas.microsoft.com/office/drawing/2014/main" id="{1D7BEA9A-E748-4649-84C5-410A1E85C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734"/>
                <a:ext cx="730" cy="696"/>
              </a:xfrm>
              <a:custGeom>
                <a:avLst/>
                <a:gdLst>
                  <a:gd name="T0" fmla="*/ 1438 w 292"/>
                  <a:gd name="T1" fmla="*/ 1117 h 261"/>
                  <a:gd name="T2" fmla="*/ 845 w 292"/>
                  <a:gd name="T3" fmla="*/ 2219 h 261"/>
                  <a:gd name="T4" fmla="*/ 625 w 292"/>
                  <a:gd name="T5" fmla="*/ 3051 h 261"/>
                  <a:gd name="T6" fmla="*/ 688 w 292"/>
                  <a:gd name="T7" fmla="*/ 3563 h 261"/>
                  <a:gd name="T8" fmla="*/ 708 w 292"/>
                  <a:gd name="T9" fmla="*/ 3960 h 261"/>
                  <a:gd name="T10" fmla="*/ 550 w 292"/>
                  <a:gd name="T11" fmla="*/ 4061 h 261"/>
                  <a:gd name="T12" fmla="*/ 158 w 292"/>
                  <a:gd name="T13" fmla="*/ 4360 h 261"/>
                  <a:gd name="T14" fmla="*/ 550 w 292"/>
                  <a:gd name="T15" fmla="*/ 4587 h 261"/>
                  <a:gd name="T16" fmla="*/ 625 w 292"/>
                  <a:gd name="T17" fmla="*/ 4872 h 261"/>
                  <a:gd name="T18" fmla="*/ 1720 w 292"/>
                  <a:gd name="T19" fmla="*/ 4723 h 261"/>
                  <a:gd name="T20" fmla="*/ 1813 w 292"/>
                  <a:gd name="T21" fmla="*/ 4757 h 261"/>
                  <a:gd name="T22" fmla="*/ 1958 w 292"/>
                  <a:gd name="T23" fmla="*/ 4587 h 261"/>
                  <a:gd name="T24" fmla="*/ 2220 w 292"/>
                  <a:gd name="T25" fmla="*/ 4267 h 261"/>
                  <a:gd name="T26" fmla="*/ 2458 w 292"/>
                  <a:gd name="T27" fmla="*/ 4515 h 261"/>
                  <a:gd name="T28" fmla="*/ 2895 w 292"/>
                  <a:gd name="T29" fmla="*/ 4872 h 261"/>
                  <a:gd name="T30" fmla="*/ 3145 w 292"/>
                  <a:gd name="T31" fmla="*/ 4643 h 261"/>
                  <a:gd name="T32" fmla="*/ 3625 w 292"/>
                  <a:gd name="T33" fmla="*/ 4664 h 261"/>
                  <a:gd name="T34" fmla="*/ 4113 w 292"/>
                  <a:gd name="T35" fmla="*/ 4915 h 261"/>
                  <a:gd name="T36" fmla="*/ 4188 w 292"/>
                  <a:gd name="T37" fmla="*/ 4131 h 261"/>
                  <a:gd name="T38" fmla="*/ 4395 w 292"/>
                  <a:gd name="T39" fmla="*/ 3811 h 261"/>
                  <a:gd name="T40" fmla="*/ 4550 w 292"/>
                  <a:gd name="T41" fmla="*/ 3507 h 261"/>
                  <a:gd name="T42" fmla="*/ 4470 w 292"/>
                  <a:gd name="T43" fmla="*/ 3336 h 261"/>
                  <a:gd name="T44" fmla="*/ 4425 w 292"/>
                  <a:gd name="T45" fmla="*/ 3243 h 261"/>
                  <a:gd name="T46" fmla="*/ 4188 w 292"/>
                  <a:gd name="T47" fmla="*/ 3165 h 261"/>
                  <a:gd name="T48" fmla="*/ 4095 w 292"/>
                  <a:gd name="T49" fmla="*/ 2445 h 261"/>
                  <a:gd name="T50" fmla="*/ 4113 w 292"/>
                  <a:gd name="T51" fmla="*/ 2027 h 261"/>
                  <a:gd name="T52" fmla="*/ 4000 w 292"/>
                  <a:gd name="T53" fmla="*/ 1515 h 261"/>
                  <a:gd name="T54" fmla="*/ 3625 w 292"/>
                  <a:gd name="T55" fmla="*/ 683 h 261"/>
                  <a:gd name="T56" fmla="*/ 3250 w 292"/>
                  <a:gd name="T57" fmla="*/ 21 h 261"/>
                  <a:gd name="T58" fmla="*/ 2970 w 292"/>
                  <a:gd name="T59" fmla="*/ 285 h 261"/>
                  <a:gd name="T60" fmla="*/ 2738 w 292"/>
                  <a:gd name="T61" fmla="*/ 512 h 261"/>
                  <a:gd name="T62" fmla="*/ 2625 w 292"/>
                  <a:gd name="T63" fmla="*/ 776 h 2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92" h="261">
                    <a:moveTo>
                      <a:pt x="92" y="59"/>
                    </a:moveTo>
                    <a:cubicBezTo>
                      <a:pt x="66" y="66"/>
                      <a:pt x="65" y="97"/>
                      <a:pt x="54" y="117"/>
                    </a:cubicBezTo>
                    <a:cubicBezTo>
                      <a:pt x="47" y="130"/>
                      <a:pt x="40" y="146"/>
                      <a:pt x="40" y="161"/>
                    </a:cubicBezTo>
                    <a:cubicBezTo>
                      <a:pt x="41" y="170"/>
                      <a:pt x="43" y="179"/>
                      <a:pt x="44" y="188"/>
                    </a:cubicBezTo>
                    <a:cubicBezTo>
                      <a:pt x="45" y="193"/>
                      <a:pt x="48" y="205"/>
                      <a:pt x="45" y="209"/>
                    </a:cubicBezTo>
                    <a:cubicBezTo>
                      <a:pt x="42" y="213"/>
                      <a:pt x="39" y="212"/>
                      <a:pt x="35" y="214"/>
                    </a:cubicBezTo>
                    <a:cubicBezTo>
                      <a:pt x="26" y="218"/>
                      <a:pt x="18" y="225"/>
                      <a:pt x="10" y="230"/>
                    </a:cubicBezTo>
                    <a:cubicBezTo>
                      <a:pt x="0" y="236"/>
                      <a:pt x="25" y="234"/>
                      <a:pt x="35" y="242"/>
                    </a:cubicBezTo>
                    <a:cubicBezTo>
                      <a:pt x="43" y="250"/>
                      <a:pt x="30" y="257"/>
                      <a:pt x="40" y="257"/>
                    </a:cubicBezTo>
                    <a:cubicBezTo>
                      <a:pt x="64" y="257"/>
                      <a:pt x="86" y="245"/>
                      <a:pt x="110" y="249"/>
                    </a:cubicBezTo>
                    <a:cubicBezTo>
                      <a:pt x="113" y="249"/>
                      <a:pt x="112" y="252"/>
                      <a:pt x="116" y="251"/>
                    </a:cubicBezTo>
                    <a:cubicBezTo>
                      <a:pt x="120" y="250"/>
                      <a:pt x="123" y="245"/>
                      <a:pt x="125" y="242"/>
                    </a:cubicBezTo>
                    <a:cubicBezTo>
                      <a:pt x="128" y="236"/>
                      <a:pt x="133" y="224"/>
                      <a:pt x="142" y="225"/>
                    </a:cubicBezTo>
                    <a:cubicBezTo>
                      <a:pt x="149" y="226"/>
                      <a:pt x="152" y="235"/>
                      <a:pt x="157" y="238"/>
                    </a:cubicBezTo>
                    <a:cubicBezTo>
                      <a:pt x="167" y="243"/>
                      <a:pt x="173" y="254"/>
                      <a:pt x="185" y="257"/>
                    </a:cubicBezTo>
                    <a:cubicBezTo>
                      <a:pt x="202" y="261"/>
                      <a:pt x="195" y="254"/>
                      <a:pt x="201" y="245"/>
                    </a:cubicBezTo>
                    <a:cubicBezTo>
                      <a:pt x="208" y="236"/>
                      <a:pt x="224" y="244"/>
                      <a:pt x="232" y="246"/>
                    </a:cubicBezTo>
                    <a:cubicBezTo>
                      <a:pt x="242" y="249"/>
                      <a:pt x="255" y="253"/>
                      <a:pt x="263" y="259"/>
                    </a:cubicBezTo>
                    <a:cubicBezTo>
                      <a:pt x="255" y="246"/>
                      <a:pt x="258" y="229"/>
                      <a:pt x="268" y="218"/>
                    </a:cubicBezTo>
                    <a:cubicBezTo>
                      <a:pt x="273" y="212"/>
                      <a:pt x="277" y="207"/>
                      <a:pt x="281" y="201"/>
                    </a:cubicBezTo>
                    <a:cubicBezTo>
                      <a:pt x="285" y="196"/>
                      <a:pt x="292" y="192"/>
                      <a:pt x="291" y="185"/>
                    </a:cubicBezTo>
                    <a:cubicBezTo>
                      <a:pt x="291" y="183"/>
                      <a:pt x="287" y="178"/>
                      <a:pt x="286" y="176"/>
                    </a:cubicBezTo>
                    <a:cubicBezTo>
                      <a:pt x="284" y="175"/>
                      <a:pt x="285" y="173"/>
                      <a:pt x="283" y="171"/>
                    </a:cubicBezTo>
                    <a:cubicBezTo>
                      <a:pt x="279" y="168"/>
                      <a:pt x="273" y="169"/>
                      <a:pt x="268" y="167"/>
                    </a:cubicBezTo>
                    <a:cubicBezTo>
                      <a:pt x="259" y="162"/>
                      <a:pt x="265" y="139"/>
                      <a:pt x="262" y="129"/>
                    </a:cubicBezTo>
                    <a:cubicBezTo>
                      <a:pt x="260" y="120"/>
                      <a:pt x="260" y="116"/>
                      <a:pt x="263" y="107"/>
                    </a:cubicBezTo>
                    <a:cubicBezTo>
                      <a:pt x="265" y="95"/>
                      <a:pt x="264" y="88"/>
                      <a:pt x="256" y="80"/>
                    </a:cubicBezTo>
                    <a:cubicBezTo>
                      <a:pt x="245" y="68"/>
                      <a:pt x="237" y="52"/>
                      <a:pt x="232" y="36"/>
                    </a:cubicBezTo>
                    <a:cubicBezTo>
                      <a:pt x="227" y="22"/>
                      <a:pt x="226" y="4"/>
                      <a:pt x="208" y="1"/>
                    </a:cubicBezTo>
                    <a:cubicBezTo>
                      <a:pt x="200" y="0"/>
                      <a:pt x="194" y="10"/>
                      <a:pt x="190" y="15"/>
                    </a:cubicBezTo>
                    <a:cubicBezTo>
                      <a:pt x="185" y="21"/>
                      <a:pt x="181" y="24"/>
                      <a:pt x="175" y="27"/>
                    </a:cubicBezTo>
                    <a:cubicBezTo>
                      <a:pt x="168" y="41"/>
                      <a:pt x="168" y="41"/>
                      <a:pt x="168" y="41"/>
                    </a:cubicBezTo>
                  </a:path>
                </a:pathLst>
              </a:custGeom>
              <a:solidFill>
                <a:srgbClr val="E4C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" name="Freeform 2609">
                <a:extLst>
                  <a:ext uri="{FF2B5EF4-FFF2-40B4-BE49-F238E27FC236}">
                    <a16:creationId xmlns:a16="http://schemas.microsoft.com/office/drawing/2014/main" id="{E45CFA96-E850-4758-AA60-6368954C0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099"/>
                <a:ext cx="142" cy="160"/>
              </a:xfrm>
              <a:custGeom>
                <a:avLst/>
                <a:gdLst>
                  <a:gd name="T0" fmla="*/ 167 w 57"/>
                  <a:gd name="T1" fmla="*/ 149 h 60"/>
                  <a:gd name="T2" fmla="*/ 62 w 57"/>
                  <a:gd name="T3" fmla="*/ 307 h 60"/>
                  <a:gd name="T4" fmla="*/ 0 w 57"/>
                  <a:gd name="T5" fmla="*/ 568 h 60"/>
                  <a:gd name="T6" fmla="*/ 105 w 57"/>
                  <a:gd name="T7" fmla="*/ 1080 h 60"/>
                  <a:gd name="T8" fmla="*/ 341 w 57"/>
                  <a:gd name="T9" fmla="*/ 1139 h 60"/>
                  <a:gd name="T10" fmla="*/ 695 w 57"/>
                  <a:gd name="T11" fmla="*/ 819 h 60"/>
                  <a:gd name="T12" fmla="*/ 869 w 57"/>
                  <a:gd name="T13" fmla="*/ 435 h 60"/>
                  <a:gd name="T14" fmla="*/ 745 w 57"/>
                  <a:gd name="T15" fmla="*/ 171 h 60"/>
                  <a:gd name="T16" fmla="*/ 633 w 57"/>
                  <a:gd name="T17" fmla="*/ 35 h 60"/>
                  <a:gd name="T18" fmla="*/ 496 w 57"/>
                  <a:gd name="T19" fmla="*/ 0 h 60"/>
                  <a:gd name="T20" fmla="*/ 167 w 57"/>
                  <a:gd name="T21" fmla="*/ 149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60">
                    <a:moveTo>
                      <a:pt x="11" y="8"/>
                    </a:moveTo>
                    <a:cubicBezTo>
                      <a:pt x="9" y="10"/>
                      <a:pt x="6" y="13"/>
                      <a:pt x="4" y="16"/>
                    </a:cubicBezTo>
                    <a:cubicBezTo>
                      <a:pt x="0" y="20"/>
                      <a:pt x="0" y="24"/>
                      <a:pt x="0" y="30"/>
                    </a:cubicBezTo>
                    <a:cubicBezTo>
                      <a:pt x="0" y="38"/>
                      <a:pt x="1" y="51"/>
                      <a:pt x="7" y="57"/>
                    </a:cubicBezTo>
                    <a:cubicBezTo>
                      <a:pt x="11" y="60"/>
                      <a:pt x="18" y="60"/>
                      <a:pt x="22" y="60"/>
                    </a:cubicBezTo>
                    <a:cubicBezTo>
                      <a:pt x="33" y="60"/>
                      <a:pt x="38" y="49"/>
                      <a:pt x="45" y="43"/>
                    </a:cubicBezTo>
                    <a:cubicBezTo>
                      <a:pt x="51" y="38"/>
                      <a:pt x="54" y="31"/>
                      <a:pt x="56" y="23"/>
                    </a:cubicBezTo>
                    <a:cubicBezTo>
                      <a:pt x="57" y="15"/>
                      <a:pt x="51" y="14"/>
                      <a:pt x="48" y="9"/>
                    </a:cubicBezTo>
                    <a:cubicBezTo>
                      <a:pt x="45" y="5"/>
                      <a:pt x="46" y="4"/>
                      <a:pt x="41" y="2"/>
                    </a:cubicBezTo>
                    <a:cubicBezTo>
                      <a:pt x="38" y="1"/>
                      <a:pt x="35" y="1"/>
                      <a:pt x="32" y="0"/>
                    </a:cubicBezTo>
                    <a:cubicBezTo>
                      <a:pt x="25" y="0"/>
                      <a:pt x="19" y="1"/>
                      <a:pt x="11" y="8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2" name="Freeform 2610">
                <a:extLst>
                  <a:ext uri="{FF2B5EF4-FFF2-40B4-BE49-F238E27FC236}">
                    <a16:creationId xmlns:a16="http://schemas.microsoft.com/office/drawing/2014/main" id="{57655088-49C1-45FF-A67D-0F0F87D41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3217"/>
                <a:ext cx="123" cy="149"/>
              </a:xfrm>
              <a:custGeom>
                <a:avLst/>
                <a:gdLst>
                  <a:gd name="T0" fmla="*/ 756 w 49"/>
                  <a:gd name="T1" fmla="*/ 362 h 56"/>
                  <a:gd name="T2" fmla="*/ 680 w 49"/>
                  <a:gd name="T3" fmla="*/ 247 h 56"/>
                  <a:gd name="T4" fmla="*/ 472 w 49"/>
                  <a:gd name="T5" fmla="*/ 21 h 56"/>
                  <a:gd name="T6" fmla="*/ 459 w 49"/>
                  <a:gd name="T7" fmla="*/ 0 h 56"/>
                  <a:gd name="T8" fmla="*/ 113 w 49"/>
                  <a:gd name="T9" fmla="*/ 303 h 56"/>
                  <a:gd name="T10" fmla="*/ 33 w 49"/>
                  <a:gd name="T11" fmla="*/ 303 h 56"/>
                  <a:gd name="T12" fmla="*/ 63 w 49"/>
                  <a:gd name="T13" fmla="*/ 716 h 56"/>
                  <a:gd name="T14" fmla="*/ 146 w 49"/>
                  <a:gd name="T15" fmla="*/ 827 h 56"/>
                  <a:gd name="T16" fmla="*/ 271 w 49"/>
                  <a:gd name="T17" fmla="*/ 942 h 56"/>
                  <a:gd name="T18" fmla="*/ 555 w 49"/>
                  <a:gd name="T19" fmla="*/ 849 h 56"/>
                  <a:gd name="T20" fmla="*/ 776 w 49"/>
                  <a:gd name="T21" fmla="*/ 545 h 56"/>
                  <a:gd name="T22" fmla="*/ 756 w 49"/>
                  <a:gd name="T23" fmla="*/ 362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56">
                    <a:moveTo>
                      <a:pt x="48" y="19"/>
                    </a:moveTo>
                    <a:cubicBezTo>
                      <a:pt x="47" y="15"/>
                      <a:pt x="46" y="15"/>
                      <a:pt x="43" y="13"/>
                    </a:cubicBezTo>
                    <a:cubicBezTo>
                      <a:pt x="38" y="9"/>
                      <a:pt x="34" y="6"/>
                      <a:pt x="30" y="1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2" y="6"/>
                      <a:pt x="17" y="16"/>
                      <a:pt x="7" y="16"/>
                    </a:cubicBezTo>
                    <a:cubicBezTo>
                      <a:pt x="6" y="16"/>
                      <a:pt x="4" y="16"/>
                      <a:pt x="2" y="16"/>
                    </a:cubicBezTo>
                    <a:cubicBezTo>
                      <a:pt x="0" y="23"/>
                      <a:pt x="1" y="31"/>
                      <a:pt x="4" y="38"/>
                    </a:cubicBezTo>
                    <a:cubicBezTo>
                      <a:pt x="5" y="41"/>
                      <a:pt x="6" y="42"/>
                      <a:pt x="9" y="44"/>
                    </a:cubicBezTo>
                    <a:cubicBezTo>
                      <a:pt x="13" y="46"/>
                      <a:pt x="14" y="47"/>
                      <a:pt x="17" y="50"/>
                    </a:cubicBezTo>
                    <a:cubicBezTo>
                      <a:pt x="25" y="56"/>
                      <a:pt x="30" y="49"/>
                      <a:pt x="35" y="45"/>
                    </a:cubicBezTo>
                    <a:cubicBezTo>
                      <a:pt x="41" y="40"/>
                      <a:pt x="47" y="38"/>
                      <a:pt x="49" y="29"/>
                    </a:cubicBezTo>
                    <a:cubicBezTo>
                      <a:pt x="49" y="26"/>
                      <a:pt x="49" y="22"/>
                      <a:pt x="48" y="19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" name="Freeform 2611">
                <a:extLst>
                  <a:ext uri="{FF2B5EF4-FFF2-40B4-BE49-F238E27FC236}">
                    <a16:creationId xmlns:a16="http://schemas.microsoft.com/office/drawing/2014/main" id="{0348D302-E854-47E7-BDA6-014410934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31"/>
                <a:ext cx="145" cy="134"/>
              </a:xfrm>
              <a:custGeom>
                <a:avLst/>
                <a:gdLst>
                  <a:gd name="T0" fmla="*/ 363 w 58"/>
                  <a:gd name="T1" fmla="*/ 56 h 50"/>
                  <a:gd name="T2" fmla="*/ 175 w 58"/>
                  <a:gd name="T3" fmla="*/ 115 h 50"/>
                  <a:gd name="T4" fmla="*/ 33 w 58"/>
                  <a:gd name="T5" fmla="*/ 287 h 50"/>
                  <a:gd name="T6" fmla="*/ 20 w 58"/>
                  <a:gd name="T7" fmla="*/ 517 h 50"/>
                  <a:gd name="T8" fmla="*/ 50 w 58"/>
                  <a:gd name="T9" fmla="*/ 675 h 50"/>
                  <a:gd name="T10" fmla="*/ 83 w 58"/>
                  <a:gd name="T11" fmla="*/ 825 h 50"/>
                  <a:gd name="T12" fmla="*/ 208 w 58"/>
                  <a:gd name="T13" fmla="*/ 906 h 50"/>
                  <a:gd name="T14" fmla="*/ 408 w 58"/>
                  <a:gd name="T15" fmla="*/ 927 h 50"/>
                  <a:gd name="T16" fmla="*/ 550 w 58"/>
                  <a:gd name="T17" fmla="*/ 906 h 50"/>
                  <a:gd name="T18" fmla="*/ 720 w 58"/>
                  <a:gd name="T19" fmla="*/ 812 h 50"/>
                  <a:gd name="T20" fmla="*/ 845 w 58"/>
                  <a:gd name="T21" fmla="*/ 402 h 50"/>
                  <a:gd name="T22" fmla="*/ 738 w 58"/>
                  <a:gd name="T23" fmla="*/ 287 h 50"/>
                  <a:gd name="T24" fmla="*/ 675 w 58"/>
                  <a:gd name="T25" fmla="*/ 94 h 50"/>
                  <a:gd name="T26" fmla="*/ 458 w 58"/>
                  <a:gd name="T27" fmla="*/ 21 h 50"/>
                  <a:gd name="T28" fmla="*/ 363 w 58"/>
                  <a:gd name="T29" fmla="*/ 56 h 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8" h="50">
                    <a:moveTo>
                      <a:pt x="23" y="3"/>
                    </a:moveTo>
                    <a:cubicBezTo>
                      <a:pt x="19" y="4"/>
                      <a:pt x="14" y="4"/>
                      <a:pt x="11" y="6"/>
                    </a:cubicBezTo>
                    <a:cubicBezTo>
                      <a:pt x="7" y="8"/>
                      <a:pt x="4" y="10"/>
                      <a:pt x="2" y="15"/>
                    </a:cubicBezTo>
                    <a:cubicBezTo>
                      <a:pt x="1" y="18"/>
                      <a:pt x="0" y="23"/>
                      <a:pt x="1" y="27"/>
                    </a:cubicBezTo>
                    <a:cubicBezTo>
                      <a:pt x="1" y="30"/>
                      <a:pt x="3" y="32"/>
                      <a:pt x="3" y="35"/>
                    </a:cubicBezTo>
                    <a:cubicBezTo>
                      <a:pt x="4" y="38"/>
                      <a:pt x="3" y="41"/>
                      <a:pt x="5" y="43"/>
                    </a:cubicBezTo>
                    <a:cubicBezTo>
                      <a:pt x="7" y="46"/>
                      <a:pt x="10" y="46"/>
                      <a:pt x="13" y="47"/>
                    </a:cubicBezTo>
                    <a:cubicBezTo>
                      <a:pt x="18" y="49"/>
                      <a:pt x="20" y="50"/>
                      <a:pt x="26" y="48"/>
                    </a:cubicBezTo>
                    <a:cubicBezTo>
                      <a:pt x="29" y="47"/>
                      <a:pt x="32" y="47"/>
                      <a:pt x="35" y="47"/>
                    </a:cubicBezTo>
                    <a:cubicBezTo>
                      <a:pt x="40" y="46"/>
                      <a:pt x="42" y="45"/>
                      <a:pt x="46" y="42"/>
                    </a:cubicBezTo>
                    <a:cubicBezTo>
                      <a:pt x="51" y="38"/>
                      <a:pt x="58" y="27"/>
                      <a:pt x="54" y="21"/>
                    </a:cubicBezTo>
                    <a:cubicBezTo>
                      <a:pt x="52" y="19"/>
                      <a:pt x="49" y="18"/>
                      <a:pt x="47" y="15"/>
                    </a:cubicBezTo>
                    <a:cubicBezTo>
                      <a:pt x="45" y="12"/>
                      <a:pt x="45" y="8"/>
                      <a:pt x="43" y="5"/>
                    </a:cubicBezTo>
                    <a:cubicBezTo>
                      <a:pt x="40" y="0"/>
                      <a:pt x="34" y="1"/>
                      <a:pt x="29" y="1"/>
                    </a:cubicBezTo>
                    <a:cubicBezTo>
                      <a:pt x="27" y="2"/>
                      <a:pt x="24" y="2"/>
                      <a:pt x="23" y="3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" name="Freeform 2612">
                <a:extLst>
                  <a:ext uri="{FF2B5EF4-FFF2-40B4-BE49-F238E27FC236}">
                    <a16:creationId xmlns:a16="http://schemas.microsoft.com/office/drawing/2014/main" id="{A70A640D-D636-4E83-958F-F33A9F526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121"/>
                <a:ext cx="115" cy="130"/>
              </a:xfrm>
              <a:custGeom>
                <a:avLst/>
                <a:gdLst>
                  <a:gd name="T0" fmla="*/ 658 w 46"/>
                  <a:gd name="T1" fmla="*/ 90 h 49"/>
                  <a:gd name="T2" fmla="*/ 438 w 46"/>
                  <a:gd name="T3" fmla="*/ 56 h 49"/>
                  <a:gd name="T4" fmla="*/ 408 w 46"/>
                  <a:gd name="T5" fmla="*/ 34 h 49"/>
                  <a:gd name="T6" fmla="*/ 20 w 46"/>
                  <a:gd name="T7" fmla="*/ 170 h 49"/>
                  <a:gd name="T8" fmla="*/ 0 w 46"/>
                  <a:gd name="T9" fmla="*/ 430 h 49"/>
                  <a:gd name="T10" fmla="*/ 50 w 46"/>
                  <a:gd name="T11" fmla="*/ 464 h 49"/>
                  <a:gd name="T12" fmla="*/ 33 w 46"/>
                  <a:gd name="T13" fmla="*/ 690 h 49"/>
                  <a:gd name="T14" fmla="*/ 175 w 46"/>
                  <a:gd name="T15" fmla="*/ 881 h 49"/>
                  <a:gd name="T16" fmla="*/ 438 w 46"/>
                  <a:gd name="T17" fmla="*/ 822 h 49"/>
                  <a:gd name="T18" fmla="*/ 550 w 46"/>
                  <a:gd name="T19" fmla="*/ 634 h 49"/>
                  <a:gd name="T20" fmla="*/ 645 w 46"/>
                  <a:gd name="T21" fmla="*/ 374 h 49"/>
                  <a:gd name="T22" fmla="*/ 658 w 46"/>
                  <a:gd name="T23" fmla="*/ 90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49">
                    <a:moveTo>
                      <a:pt x="42" y="5"/>
                    </a:moveTo>
                    <a:cubicBezTo>
                      <a:pt x="38" y="1"/>
                      <a:pt x="32" y="1"/>
                      <a:pt x="28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8" y="2"/>
                      <a:pt x="4" y="0"/>
                      <a:pt x="1" y="9"/>
                    </a:cubicBezTo>
                    <a:cubicBezTo>
                      <a:pt x="0" y="13"/>
                      <a:pt x="0" y="18"/>
                      <a:pt x="0" y="23"/>
                    </a:cubicBezTo>
                    <a:cubicBezTo>
                      <a:pt x="1" y="23"/>
                      <a:pt x="2" y="24"/>
                      <a:pt x="3" y="25"/>
                    </a:cubicBezTo>
                    <a:cubicBezTo>
                      <a:pt x="5" y="28"/>
                      <a:pt x="4" y="33"/>
                      <a:pt x="2" y="37"/>
                    </a:cubicBezTo>
                    <a:cubicBezTo>
                      <a:pt x="4" y="42"/>
                      <a:pt x="5" y="45"/>
                      <a:pt x="11" y="47"/>
                    </a:cubicBezTo>
                    <a:cubicBezTo>
                      <a:pt x="17" y="49"/>
                      <a:pt x="23" y="48"/>
                      <a:pt x="28" y="44"/>
                    </a:cubicBezTo>
                    <a:cubicBezTo>
                      <a:pt x="31" y="41"/>
                      <a:pt x="32" y="37"/>
                      <a:pt x="35" y="34"/>
                    </a:cubicBezTo>
                    <a:cubicBezTo>
                      <a:pt x="39" y="30"/>
                      <a:pt x="43" y="25"/>
                      <a:pt x="41" y="20"/>
                    </a:cubicBezTo>
                    <a:cubicBezTo>
                      <a:pt x="46" y="18"/>
                      <a:pt x="45" y="8"/>
                      <a:pt x="42" y="5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" name="Freeform 2613">
                <a:extLst>
                  <a:ext uri="{FF2B5EF4-FFF2-40B4-BE49-F238E27FC236}">
                    <a16:creationId xmlns:a16="http://schemas.microsoft.com/office/drawing/2014/main" id="{EC6DD1D4-AAD7-43A4-A527-AE1C0FAC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57"/>
                <a:ext cx="167" cy="152"/>
              </a:xfrm>
              <a:custGeom>
                <a:avLst/>
                <a:gdLst>
                  <a:gd name="T0" fmla="*/ 0 w 67"/>
                  <a:gd name="T1" fmla="*/ 512 h 57"/>
                  <a:gd name="T2" fmla="*/ 30 w 67"/>
                  <a:gd name="T3" fmla="*/ 376 h 57"/>
                  <a:gd name="T4" fmla="*/ 105 w 67"/>
                  <a:gd name="T5" fmla="*/ 264 h 57"/>
                  <a:gd name="T6" fmla="*/ 262 w 67"/>
                  <a:gd name="T7" fmla="*/ 136 h 57"/>
                  <a:gd name="T8" fmla="*/ 508 w 67"/>
                  <a:gd name="T9" fmla="*/ 21 h 57"/>
                  <a:gd name="T10" fmla="*/ 728 w 67"/>
                  <a:gd name="T11" fmla="*/ 136 h 57"/>
                  <a:gd name="T12" fmla="*/ 1007 w 67"/>
                  <a:gd name="T13" fmla="*/ 491 h 57"/>
                  <a:gd name="T14" fmla="*/ 778 w 67"/>
                  <a:gd name="T15" fmla="*/ 875 h 57"/>
                  <a:gd name="T16" fmla="*/ 434 w 67"/>
                  <a:gd name="T17" fmla="*/ 1045 h 57"/>
                  <a:gd name="T18" fmla="*/ 262 w 67"/>
                  <a:gd name="T19" fmla="*/ 819 h 57"/>
                  <a:gd name="T20" fmla="*/ 137 w 67"/>
                  <a:gd name="T21" fmla="*/ 648 h 57"/>
                  <a:gd name="T22" fmla="*/ 12 w 67"/>
                  <a:gd name="T23" fmla="*/ 533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57">
                    <a:moveTo>
                      <a:pt x="0" y="27"/>
                    </a:moveTo>
                    <a:cubicBezTo>
                      <a:pt x="1" y="25"/>
                      <a:pt x="1" y="22"/>
                      <a:pt x="2" y="20"/>
                    </a:cubicBezTo>
                    <a:cubicBezTo>
                      <a:pt x="3" y="17"/>
                      <a:pt x="5" y="15"/>
                      <a:pt x="7" y="14"/>
                    </a:cubicBezTo>
                    <a:cubicBezTo>
                      <a:pt x="10" y="11"/>
                      <a:pt x="13" y="9"/>
                      <a:pt x="17" y="7"/>
                    </a:cubicBezTo>
                    <a:cubicBezTo>
                      <a:pt x="22" y="5"/>
                      <a:pt x="27" y="1"/>
                      <a:pt x="33" y="1"/>
                    </a:cubicBezTo>
                    <a:cubicBezTo>
                      <a:pt x="39" y="0"/>
                      <a:pt x="43" y="3"/>
                      <a:pt x="47" y="7"/>
                    </a:cubicBezTo>
                    <a:cubicBezTo>
                      <a:pt x="53" y="14"/>
                      <a:pt x="63" y="16"/>
                      <a:pt x="65" y="26"/>
                    </a:cubicBezTo>
                    <a:cubicBezTo>
                      <a:pt x="67" y="36"/>
                      <a:pt x="58" y="43"/>
                      <a:pt x="50" y="46"/>
                    </a:cubicBezTo>
                    <a:cubicBezTo>
                      <a:pt x="42" y="49"/>
                      <a:pt x="38" y="57"/>
                      <a:pt x="28" y="55"/>
                    </a:cubicBezTo>
                    <a:cubicBezTo>
                      <a:pt x="22" y="54"/>
                      <a:pt x="19" y="49"/>
                      <a:pt x="17" y="43"/>
                    </a:cubicBezTo>
                    <a:cubicBezTo>
                      <a:pt x="15" y="38"/>
                      <a:pt x="13" y="37"/>
                      <a:pt x="9" y="34"/>
                    </a:cubicBezTo>
                    <a:cubicBezTo>
                      <a:pt x="7" y="32"/>
                      <a:pt x="2" y="30"/>
                      <a:pt x="1" y="28"/>
                    </a:cubicBezTo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" name="Freeform 2614">
                <a:extLst>
                  <a:ext uri="{FF2B5EF4-FFF2-40B4-BE49-F238E27FC236}">
                    <a16:creationId xmlns:a16="http://schemas.microsoft.com/office/drawing/2014/main" id="{95FC89D0-6989-48FA-8003-11F33309B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323"/>
                <a:ext cx="145" cy="150"/>
              </a:xfrm>
              <a:custGeom>
                <a:avLst/>
                <a:gdLst>
                  <a:gd name="T0" fmla="*/ 583 w 58"/>
                  <a:gd name="T1" fmla="*/ 94 h 56"/>
                  <a:gd name="T2" fmla="*/ 188 w 58"/>
                  <a:gd name="T3" fmla="*/ 209 h 56"/>
                  <a:gd name="T4" fmla="*/ 20 w 58"/>
                  <a:gd name="T5" fmla="*/ 538 h 56"/>
                  <a:gd name="T6" fmla="*/ 208 w 58"/>
                  <a:gd name="T7" fmla="*/ 1039 h 56"/>
                  <a:gd name="T8" fmla="*/ 395 w 58"/>
                  <a:gd name="T9" fmla="*/ 1039 h 56"/>
                  <a:gd name="T10" fmla="*/ 533 w 58"/>
                  <a:gd name="T11" fmla="*/ 1055 h 56"/>
                  <a:gd name="T12" fmla="*/ 833 w 58"/>
                  <a:gd name="T13" fmla="*/ 825 h 56"/>
                  <a:gd name="T14" fmla="*/ 845 w 58"/>
                  <a:gd name="T15" fmla="*/ 423 h 56"/>
                  <a:gd name="T16" fmla="*/ 895 w 58"/>
                  <a:gd name="T17" fmla="*/ 252 h 56"/>
                  <a:gd name="T18" fmla="*/ 738 w 58"/>
                  <a:gd name="T19" fmla="*/ 21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56">
                    <a:moveTo>
                      <a:pt x="37" y="5"/>
                    </a:moveTo>
                    <a:cubicBezTo>
                      <a:pt x="31" y="0"/>
                      <a:pt x="17" y="6"/>
                      <a:pt x="12" y="11"/>
                    </a:cubicBezTo>
                    <a:cubicBezTo>
                      <a:pt x="7" y="15"/>
                      <a:pt x="1" y="22"/>
                      <a:pt x="1" y="28"/>
                    </a:cubicBezTo>
                    <a:cubicBezTo>
                      <a:pt x="0" y="35"/>
                      <a:pt x="6" y="51"/>
                      <a:pt x="13" y="54"/>
                    </a:cubicBezTo>
                    <a:cubicBezTo>
                      <a:pt x="16" y="56"/>
                      <a:pt x="21" y="54"/>
                      <a:pt x="25" y="54"/>
                    </a:cubicBezTo>
                    <a:cubicBezTo>
                      <a:pt x="28" y="54"/>
                      <a:pt x="31" y="55"/>
                      <a:pt x="34" y="55"/>
                    </a:cubicBezTo>
                    <a:cubicBezTo>
                      <a:pt x="42" y="54"/>
                      <a:pt x="50" y="49"/>
                      <a:pt x="53" y="43"/>
                    </a:cubicBezTo>
                    <a:cubicBezTo>
                      <a:pt x="56" y="38"/>
                      <a:pt x="58" y="27"/>
                      <a:pt x="54" y="22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47" y="1"/>
                      <a:pt x="47" y="1"/>
                      <a:pt x="47" y="1"/>
                    </a:cubicBezTo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" name="Freeform 2615">
                <a:extLst>
                  <a:ext uri="{FF2B5EF4-FFF2-40B4-BE49-F238E27FC236}">
                    <a16:creationId xmlns:a16="http://schemas.microsoft.com/office/drawing/2014/main" id="{B838668D-66DB-48CB-8364-17CA48B65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014"/>
                <a:ext cx="148" cy="147"/>
              </a:xfrm>
              <a:custGeom>
                <a:avLst/>
                <a:gdLst>
                  <a:gd name="T0" fmla="*/ 901 w 59"/>
                  <a:gd name="T1" fmla="*/ 422 h 55"/>
                  <a:gd name="T2" fmla="*/ 710 w 59"/>
                  <a:gd name="T3" fmla="*/ 136 h 55"/>
                  <a:gd name="T4" fmla="*/ 459 w 59"/>
                  <a:gd name="T5" fmla="*/ 21 h 55"/>
                  <a:gd name="T6" fmla="*/ 364 w 59"/>
                  <a:gd name="T7" fmla="*/ 21 h 55"/>
                  <a:gd name="T8" fmla="*/ 271 w 59"/>
                  <a:gd name="T9" fmla="*/ 56 h 55"/>
                  <a:gd name="T10" fmla="*/ 238 w 59"/>
                  <a:gd name="T11" fmla="*/ 78 h 55"/>
                  <a:gd name="T12" fmla="*/ 83 w 59"/>
                  <a:gd name="T13" fmla="*/ 208 h 55"/>
                  <a:gd name="T14" fmla="*/ 20 w 59"/>
                  <a:gd name="T15" fmla="*/ 208 h 55"/>
                  <a:gd name="T16" fmla="*/ 0 w 59"/>
                  <a:gd name="T17" fmla="*/ 380 h 55"/>
                  <a:gd name="T18" fmla="*/ 50 w 59"/>
                  <a:gd name="T19" fmla="*/ 687 h 55"/>
                  <a:gd name="T20" fmla="*/ 221 w 59"/>
                  <a:gd name="T21" fmla="*/ 935 h 55"/>
                  <a:gd name="T22" fmla="*/ 617 w 59"/>
                  <a:gd name="T23" fmla="*/ 994 h 55"/>
                  <a:gd name="T24" fmla="*/ 692 w 59"/>
                  <a:gd name="T25" fmla="*/ 842 h 55"/>
                  <a:gd name="T26" fmla="*/ 788 w 59"/>
                  <a:gd name="T27" fmla="*/ 743 h 55"/>
                  <a:gd name="T28" fmla="*/ 901 w 59"/>
                  <a:gd name="T29" fmla="*/ 422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55">
                    <a:moveTo>
                      <a:pt x="57" y="22"/>
                    </a:moveTo>
                    <a:cubicBezTo>
                      <a:pt x="55" y="15"/>
                      <a:pt x="51" y="12"/>
                      <a:pt x="45" y="7"/>
                    </a:cubicBezTo>
                    <a:cubicBezTo>
                      <a:pt x="39" y="3"/>
                      <a:pt x="36" y="1"/>
                      <a:pt x="29" y="1"/>
                    </a:cubicBezTo>
                    <a:cubicBezTo>
                      <a:pt x="27" y="1"/>
                      <a:pt x="25" y="0"/>
                      <a:pt x="23" y="1"/>
                    </a:cubicBezTo>
                    <a:cubicBezTo>
                      <a:pt x="21" y="1"/>
                      <a:pt x="19" y="3"/>
                      <a:pt x="17" y="3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2" y="7"/>
                      <a:pt x="10" y="10"/>
                      <a:pt x="5" y="11"/>
                    </a:cubicBezTo>
                    <a:cubicBezTo>
                      <a:pt x="4" y="11"/>
                      <a:pt x="2" y="11"/>
                      <a:pt x="1" y="11"/>
                    </a:cubicBezTo>
                    <a:cubicBezTo>
                      <a:pt x="0" y="14"/>
                      <a:pt x="1" y="18"/>
                      <a:pt x="0" y="20"/>
                    </a:cubicBezTo>
                    <a:cubicBezTo>
                      <a:pt x="0" y="26"/>
                      <a:pt x="0" y="30"/>
                      <a:pt x="3" y="36"/>
                    </a:cubicBezTo>
                    <a:cubicBezTo>
                      <a:pt x="6" y="41"/>
                      <a:pt x="8" y="47"/>
                      <a:pt x="14" y="49"/>
                    </a:cubicBezTo>
                    <a:cubicBezTo>
                      <a:pt x="22" y="52"/>
                      <a:pt x="31" y="55"/>
                      <a:pt x="39" y="52"/>
                    </a:cubicBezTo>
                    <a:cubicBezTo>
                      <a:pt x="44" y="50"/>
                      <a:pt x="43" y="48"/>
                      <a:pt x="44" y="44"/>
                    </a:cubicBezTo>
                    <a:cubicBezTo>
                      <a:pt x="45" y="41"/>
                      <a:pt x="47" y="41"/>
                      <a:pt x="50" y="39"/>
                    </a:cubicBezTo>
                    <a:cubicBezTo>
                      <a:pt x="56" y="36"/>
                      <a:pt x="59" y="29"/>
                      <a:pt x="57" y="22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" name="Freeform 2616">
                <a:extLst>
                  <a:ext uri="{FF2B5EF4-FFF2-40B4-BE49-F238E27FC236}">
                    <a16:creationId xmlns:a16="http://schemas.microsoft.com/office/drawing/2014/main" id="{63C8FFFB-64C8-466F-A348-042FFC0D6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926"/>
                <a:ext cx="130" cy="123"/>
              </a:xfrm>
              <a:custGeom>
                <a:avLst/>
                <a:gdLst>
                  <a:gd name="T0" fmla="*/ 313 w 52"/>
                  <a:gd name="T1" fmla="*/ 21 h 46"/>
                  <a:gd name="T2" fmla="*/ 145 w 52"/>
                  <a:gd name="T3" fmla="*/ 94 h 46"/>
                  <a:gd name="T4" fmla="*/ 33 w 52"/>
                  <a:gd name="T5" fmla="*/ 364 h 46"/>
                  <a:gd name="T6" fmla="*/ 125 w 52"/>
                  <a:gd name="T7" fmla="*/ 765 h 46"/>
                  <a:gd name="T8" fmla="*/ 470 w 52"/>
                  <a:gd name="T9" fmla="*/ 845 h 46"/>
                  <a:gd name="T10" fmla="*/ 688 w 52"/>
                  <a:gd name="T11" fmla="*/ 743 h 46"/>
                  <a:gd name="T12" fmla="*/ 800 w 52"/>
                  <a:gd name="T13" fmla="*/ 321 h 46"/>
                  <a:gd name="T14" fmla="*/ 770 w 52"/>
                  <a:gd name="T15" fmla="*/ 21 h 46"/>
                  <a:gd name="T16" fmla="*/ 595 w 52"/>
                  <a:gd name="T17" fmla="*/ 21 h 46"/>
                  <a:gd name="T18" fmla="*/ 313 w 52"/>
                  <a:gd name="T19" fmla="*/ 21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46">
                    <a:moveTo>
                      <a:pt x="20" y="1"/>
                    </a:moveTo>
                    <a:cubicBezTo>
                      <a:pt x="16" y="2"/>
                      <a:pt x="12" y="2"/>
                      <a:pt x="9" y="5"/>
                    </a:cubicBezTo>
                    <a:cubicBezTo>
                      <a:pt x="5" y="9"/>
                      <a:pt x="3" y="14"/>
                      <a:pt x="2" y="19"/>
                    </a:cubicBezTo>
                    <a:cubicBezTo>
                      <a:pt x="0" y="26"/>
                      <a:pt x="1" y="36"/>
                      <a:pt x="8" y="40"/>
                    </a:cubicBezTo>
                    <a:cubicBezTo>
                      <a:pt x="14" y="44"/>
                      <a:pt x="23" y="43"/>
                      <a:pt x="30" y="44"/>
                    </a:cubicBezTo>
                    <a:cubicBezTo>
                      <a:pt x="37" y="45"/>
                      <a:pt x="40" y="46"/>
                      <a:pt x="44" y="39"/>
                    </a:cubicBezTo>
                    <a:cubicBezTo>
                      <a:pt x="48" y="32"/>
                      <a:pt x="50" y="24"/>
                      <a:pt x="51" y="17"/>
                    </a:cubicBezTo>
                    <a:cubicBezTo>
                      <a:pt x="52" y="13"/>
                      <a:pt x="52" y="4"/>
                      <a:pt x="49" y="1"/>
                    </a:cubicBezTo>
                    <a:cubicBezTo>
                      <a:pt x="46" y="0"/>
                      <a:pt x="41" y="2"/>
                      <a:pt x="38" y="1"/>
                    </a:cubicBezTo>
                    <a:cubicBezTo>
                      <a:pt x="32" y="1"/>
                      <a:pt x="27" y="0"/>
                      <a:pt x="20" y="1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2617">
                <a:extLst>
                  <a:ext uri="{FF2B5EF4-FFF2-40B4-BE49-F238E27FC236}">
                    <a16:creationId xmlns:a16="http://schemas.microsoft.com/office/drawing/2014/main" id="{1E964331-427A-4FAB-AF8A-6779B000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897"/>
                <a:ext cx="130" cy="138"/>
              </a:xfrm>
              <a:custGeom>
                <a:avLst/>
                <a:gdLst>
                  <a:gd name="T0" fmla="*/ 813 w 52"/>
                  <a:gd name="T1" fmla="*/ 520 h 52"/>
                  <a:gd name="T2" fmla="*/ 783 w 52"/>
                  <a:gd name="T3" fmla="*/ 295 h 52"/>
                  <a:gd name="T4" fmla="*/ 550 w 52"/>
                  <a:gd name="T5" fmla="*/ 93 h 52"/>
                  <a:gd name="T6" fmla="*/ 395 w 52"/>
                  <a:gd name="T7" fmla="*/ 56 h 52"/>
                  <a:gd name="T8" fmla="*/ 238 w 52"/>
                  <a:gd name="T9" fmla="*/ 0 h 52"/>
                  <a:gd name="T10" fmla="*/ 0 w 52"/>
                  <a:gd name="T11" fmla="*/ 226 h 52"/>
                  <a:gd name="T12" fmla="*/ 158 w 52"/>
                  <a:gd name="T13" fmla="*/ 226 h 52"/>
                  <a:gd name="T14" fmla="*/ 188 w 52"/>
                  <a:gd name="T15" fmla="*/ 520 h 52"/>
                  <a:gd name="T16" fmla="*/ 145 w 52"/>
                  <a:gd name="T17" fmla="*/ 783 h 52"/>
                  <a:gd name="T18" fmla="*/ 145 w 52"/>
                  <a:gd name="T19" fmla="*/ 804 h 52"/>
                  <a:gd name="T20" fmla="*/ 395 w 52"/>
                  <a:gd name="T21" fmla="*/ 950 h 52"/>
                  <a:gd name="T22" fmla="*/ 720 w 52"/>
                  <a:gd name="T23" fmla="*/ 839 h 52"/>
                  <a:gd name="T24" fmla="*/ 813 w 52"/>
                  <a:gd name="T25" fmla="*/ 600 h 52"/>
                  <a:gd name="T26" fmla="*/ 813 w 52"/>
                  <a:gd name="T27" fmla="*/ 52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52">
                    <a:moveTo>
                      <a:pt x="52" y="28"/>
                    </a:moveTo>
                    <a:cubicBezTo>
                      <a:pt x="50" y="25"/>
                      <a:pt x="51" y="21"/>
                      <a:pt x="50" y="16"/>
                    </a:cubicBezTo>
                    <a:cubicBezTo>
                      <a:pt x="48" y="10"/>
                      <a:pt x="41" y="6"/>
                      <a:pt x="35" y="5"/>
                    </a:cubicBezTo>
                    <a:cubicBezTo>
                      <a:pt x="31" y="4"/>
                      <a:pt x="28" y="4"/>
                      <a:pt x="25" y="3"/>
                    </a:cubicBezTo>
                    <a:cubicBezTo>
                      <a:pt x="22" y="2"/>
                      <a:pt x="18" y="0"/>
                      <a:pt x="15" y="0"/>
                    </a:cubicBezTo>
                    <a:cubicBezTo>
                      <a:pt x="9" y="0"/>
                      <a:pt x="1" y="5"/>
                      <a:pt x="0" y="12"/>
                    </a:cubicBezTo>
                    <a:cubicBezTo>
                      <a:pt x="3" y="12"/>
                      <a:pt x="7" y="11"/>
                      <a:pt x="10" y="12"/>
                    </a:cubicBezTo>
                    <a:cubicBezTo>
                      <a:pt x="13" y="15"/>
                      <a:pt x="13" y="24"/>
                      <a:pt x="12" y="28"/>
                    </a:cubicBezTo>
                    <a:cubicBezTo>
                      <a:pt x="11" y="32"/>
                      <a:pt x="10" y="37"/>
                      <a:pt x="9" y="42"/>
                    </a:cubicBezTo>
                    <a:cubicBezTo>
                      <a:pt x="9" y="42"/>
                      <a:pt x="9" y="42"/>
                      <a:pt x="9" y="43"/>
                    </a:cubicBezTo>
                    <a:cubicBezTo>
                      <a:pt x="12" y="48"/>
                      <a:pt x="19" y="52"/>
                      <a:pt x="25" y="51"/>
                    </a:cubicBezTo>
                    <a:cubicBezTo>
                      <a:pt x="31" y="51"/>
                      <a:pt x="41" y="49"/>
                      <a:pt x="46" y="45"/>
                    </a:cubicBezTo>
                    <a:cubicBezTo>
                      <a:pt x="50" y="42"/>
                      <a:pt x="49" y="36"/>
                      <a:pt x="52" y="32"/>
                    </a:cubicBezTo>
                    <a:cubicBezTo>
                      <a:pt x="52" y="31"/>
                      <a:pt x="52" y="29"/>
                      <a:pt x="52" y="28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Freeform 2618">
                <a:extLst>
                  <a:ext uri="{FF2B5EF4-FFF2-40B4-BE49-F238E27FC236}">
                    <a16:creationId xmlns:a16="http://schemas.microsoft.com/office/drawing/2014/main" id="{A9D13ED2-6439-4221-8BE6-9039DCA16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833"/>
                <a:ext cx="135" cy="136"/>
              </a:xfrm>
              <a:custGeom>
                <a:avLst/>
                <a:gdLst>
                  <a:gd name="T0" fmla="*/ 813 w 54"/>
                  <a:gd name="T1" fmla="*/ 341 h 51"/>
                  <a:gd name="T2" fmla="*/ 738 w 54"/>
                  <a:gd name="T3" fmla="*/ 77 h 51"/>
                  <a:gd name="T4" fmla="*/ 520 w 54"/>
                  <a:gd name="T5" fmla="*/ 35 h 51"/>
                  <a:gd name="T6" fmla="*/ 363 w 54"/>
                  <a:gd name="T7" fmla="*/ 93 h 51"/>
                  <a:gd name="T8" fmla="*/ 250 w 54"/>
                  <a:gd name="T9" fmla="*/ 93 h 51"/>
                  <a:gd name="T10" fmla="*/ 95 w 54"/>
                  <a:gd name="T11" fmla="*/ 192 h 51"/>
                  <a:gd name="T12" fmla="*/ 20 w 54"/>
                  <a:gd name="T13" fmla="*/ 512 h 51"/>
                  <a:gd name="T14" fmla="*/ 125 w 54"/>
                  <a:gd name="T15" fmla="*/ 547 h 51"/>
                  <a:gd name="T16" fmla="*/ 363 w 54"/>
                  <a:gd name="T17" fmla="*/ 760 h 51"/>
                  <a:gd name="T18" fmla="*/ 363 w 54"/>
                  <a:gd name="T19" fmla="*/ 888 h 51"/>
                  <a:gd name="T20" fmla="*/ 533 w 54"/>
                  <a:gd name="T21" fmla="*/ 968 h 51"/>
                  <a:gd name="T22" fmla="*/ 738 w 54"/>
                  <a:gd name="T23" fmla="*/ 717 h 51"/>
                  <a:gd name="T24" fmla="*/ 813 w 54"/>
                  <a:gd name="T25" fmla="*/ 341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51">
                    <a:moveTo>
                      <a:pt x="52" y="18"/>
                    </a:moveTo>
                    <a:cubicBezTo>
                      <a:pt x="52" y="14"/>
                      <a:pt x="51" y="7"/>
                      <a:pt x="47" y="4"/>
                    </a:cubicBezTo>
                    <a:cubicBezTo>
                      <a:pt x="42" y="0"/>
                      <a:pt x="38" y="1"/>
                      <a:pt x="33" y="2"/>
                    </a:cubicBezTo>
                    <a:cubicBezTo>
                      <a:pt x="33" y="2"/>
                      <a:pt x="27" y="3"/>
                      <a:pt x="23" y="5"/>
                    </a:cubicBezTo>
                    <a:cubicBezTo>
                      <a:pt x="21" y="6"/>
                      <a:pt x="19" y="5"/>
                      <a:pt x="16" y="5"/>
                    </a:cubicBezTo>
                    <a:cubicBezTo>
                      <a:pt x="12" y="5"/>
                      <a:pt x="8" y="7"/>
                      <a:pt x="6" y="10"/>
                    </a:cubicBezTo>
                    <a:cubicBezTo>
                      <a:pt x="2" y="14"/>
                      <a:pt x="0" y="21"/>
                      <a:pt x="1" y="27"/>
                    </a:cubicBezTo>
                    <a:cubicBezTo>
                      <a:pt x="3" y="28"/>
                      <a:pt x="5" y="28"/>
                      <a:pt x="8" y="29"/>
                    </a:cubicBezTo>
                    <a:cubicBezTo>
                      <a:pt x="14" y="30"/>
                      <a:pt x="21" y="34"/>
                      <a:pt x="23" y="40"/>
                    </a:cubicBezTo>
                    <a:cubicBezTo>
                      <a:pt x="23" y="43"/>
                      <a:pt x="23" y="45"/>
                      <a:pt x="23" y="47"/>
                    </a:cubicBezTo>
                    <a:cubicBezTo>
                      <a:pt x="26" y="50"/>
                      <a:pt x="29" y="51"/>
                      <a:pt x="34" y="51"/>
                    </a:cubicBezTo>
                    <a:cubicBezTo>
                      <a:pt x="41" y="50"/>
                      <a:pt x="44" y="43"/>
                      <a:pt x="47" y="38"/>
                    </a:cubicBezTo>
                    <a:cubicBezTo>
                      <a:pt x="50" y="31"/>
                      <a:pt x="54" y="26"/>
                      <a:pt x="52" y="18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" name="Freeform 2619">
                <a:extLst>
                  <a:ext uri="{FF2B5EF4-FFF2-40B4-BE49-F238E27FC236}">
                    <a16:creationId xmlns:a16="http://schemas.microsoft.com/office/drawing/2014/main" id="{F4A569CA-5797-4D60-A252-D51F67243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939"/>
                <a:ext cx="135" cy="144"/>
              </a:xfrm>
              <a:custGeom>
                <a:avLst/>
                <a:gdLst>
                  <a:gd name="T0" fmla="*/ 783 w 54"/>
                  <a:gd name="T1" fmla="*/ 397 h 54"/>
                  <a:gd name="T2" fmla="*/ 613 w 54"/>
                  <a:gd name="T3" fmla="*/ 56 h 54"/>
                  <a:gd name="T4" fmla="*/ 408 w 54"/>
                  <a:gd name="T5" fmla="*/ 21 h 54"/>
                  <a:gd name="T6" fmla="*/ 238 w 54"/>
                  <a:gd name="T7" fmla="*/ 205 h 54"/>
                  <a:gd name="T8" fmla="*/ 175 w 54"/>
                  <a:gd name="T9" fmla="*/ 205 h 54"/>
                  <a:gd name="T10" fmla="*/ 20 w 54"/>
                  <a:gd name="T11" fmla="*/ 627 h 54"/>
                  <a:gd name="T12" fmla="*/ 208 w 54"/>
                  <a:gd name="T13" fmla="*/ 875 h 54"/>
                  <a:gd name="T14" fmla="*/ 458 w 54"/>
                  <a:gd name="T15" fmla="*/ 1024 h 54"/>
                  <a:gd name="T16" fmla="*/ 645 w 54"/>
                  <a:gd name="T17" fmla="*/ 909 h 54"/>
                  <a:gd name="T18" fmla="*/ 783 w 54"/>
                  <a:gd name="T19" fmla="*/ 39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54">
                    <a:moveTo>
                      <a:pt x="50" y="21"/>
                    </a:moveTo>
                    <a:cubicBezTo>
                      <a:pt x="48" y="15"/>
                      <a:pt x="46" y="7"/>
                      <a:pt x="39" y="3"/>
                    </a:cubicBezTo>
                    <a:cubicBezTo>
                      <a:pt x="37" y="1"/>
                      <a:pt x="31" y="0"/>
                      <a:pt x="26" y="1"/>
                    </a:cubicBezTo>
                    <a:cubicBezTo>
                      <a:pt x="24" y="6"/>
                      <a:pt x="21" y="10"/>
                      <a:pt x="15" y="11"/>
                    </a:cubicBezTo>
                    <a:cubicBezTo>
                      <a:pt x="14" y="11"/>
                      <a:pt x="12" y="11"/>
                      <a:pt x="11" y="11"/>
                    </a:cubicBezTo>
                    <a:cubicBezTo>
                      <a:pt x="6" y="17"/>
                      <a:pt x="0" y="25"/>
                      <a:pt x="1" y="33"/>
                    </a:cubicBezTo>
                    <a:cubicBezTo>
                      <a:pt x="2" y="40"/>
                      <a:pt x="8" y="43"/>
                      <a:pt x="13" y="46"/>
                    </a:cubicBezTo>
                    <a:cubicBezTo>
                      <a:pt x="19" y="48"/>
                      <a:pt x="22" y="53"/>
                      <a:pt x="29" y="54"/>
                    </a:cubicBezTo>
                    <a:cubicBezTo>
                      <a:pt x="34" y="54"/>
                      <a:pt x="37" y="51"/>
                      <a:pt x="41" y="48"/>
                    </a:cubicBezTo>
                    <a:cubicBezTo>
                      <a:pt x="47" y="42"/>
                      <a:pt x="54" y="30"/>
                      <a:pt x="50" y="21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2620">
                <a:extLst>
                  <a:ext uri="{FF2B5EF4-FFF2-40B4-BE49-F238E27FC236}">
                    <a16:creationId xmlns:a16="http://schemas.microsoft.com/office/drawing/2014/main" id="{492BF422-ABAC-4983-9A0B-59BAC1EA5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859"/>
                <a:ext cx="133" cy="139"/>
              </a:xfrm>
              <a:custGeom>
                <a:avLst/>
                <a:gdLst>
                  <a:gd name="T0" fmla="*/ 806 w 53"/>
                  <a:gd name="T1" fmla="*/ 535 h 52"/>
                  <a:gd name="T2" fmla="*/ 775 w 53"/>
                  <a:gd name="T3" fmla="*/ 321 h 52"/>
                  <a:gd name="T4" fmla="*/ 713 w 53"/>
                  <a:gd name="T5" fmla="*/ 230 h 52"/>
                  <a:gd name="T6" fmla="*/ 597 w 53"/>
                  <a:gd name="T7" fmla="*/ 35 h 52"/>
                  <a:gd name="T8" fmla="*/ 334 w 53"/>
                  <a:gd name="T9" fmla="*/ 21 h 52"/>
                  <a:gd name="T10" fmla="*/ 50 w 53"/>
                  <a:gd name="T11" fmla="*/ 94 h 52"/>
                  <a:gd name="T12" fmla="*/ 50 w 53"/>
                  <a:gd name="T13" fmla="*/ 150 h 52"/>
                  <a:gd name="T14" fmla="*/ 0 w 53"/>
                  <a:gd name="T15" fmla="*/ 436 h 52"/>
                  <a:gd name="T16" fmla="*/ 50 w 53"/>
                  <a:gd name="T17" fmla="*/ 593 h 52"/>
                  <a:gd name="T18" fmla="*/ 146 w 53"/>
                  <a:gd name="T19" fmla="*/ 628 h 52"/>
                  <a:gd name="T20" fmla="*/ 301 w 53"/>
                  <a:gd name="T21" fmla="*/ 936 h 52"/>
                  <a:gd name="T22" fmla="*/ 472 w 53"/>
                  <a:gd name="T23" fmla="*/ 973 h 52"/>
                  <a:gd name="T24" fmla="*/ 755 w 53"/>
                  <a:gd name="T25" fmla="*/ 936 h 52"/>
                  <a:gd name="T26" fmla="*/ 806 w 53"/>
                  <a:gd name="T27" fmla="*/ 535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3" h="52">
                    <a:moveTo>
                      <a:pt x="51" y="28"/>
                    </a:moveTo>
                    <a:cubicBezTo>
                      <a:pt x="51" y="24"/>
                      <a:pt x="51" y="20"/>
                      <a:pt x="49" y="17"/>
                    </a:cubicBezTo>
                    <a:cubicBezTo>
                      <a:pt x="48" y="15"/>
                      <a:pt x="46" y="14"/>
                      <a:pt x="45" y="12"/>
                    </a:cubicBezTo>
                    <a:cubicBezTo>
                      <a:pt x="42" y="7"/>
                      <a:pt x="44" y="3"/>
                      <a:pt x="38" y="2"/>
                    </a:cubicBezTo>
                    <a:cubicBezTo>
                      <a:pt x="33" y="0"/>
                      <a:pt x="26" y="1"/>
                      <a:pt x="21" y="1"/>
                    </a:cubicBezTo>
                    <a:cubicBezTo>
                      <a:pt x="16" y="1"/>
                      <a:pt x="7" y="0"/>
                      <a:pt x="3" y="5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4" y="14"/>
                      <a:pt x="2" y="18"/>
                      <a:pt x="0" y="23"/>
                    </a:cubicBezTo>
                    <a:cubicBezTo>
                      <a:pt x="0" y="27"/>
                      <a:pt x="1" y="28"/>
                      <a:pt x="3" y="31"/>
                    </a:cubicBezTo>
                    <a:cubicBezTo>
                      <a:pt x="5" y="31"/>
                      <a:pt x="8" y="32"/>
                      <a:pt x="9" y="33"/>
                    </a:cubicBezTo>
                    <a:cubicBezTo>
                      <a:pt x="15" y="36"/>
                      <a:pt x="17" y="43"/>
                      <a:pt x="19" y="49"/>
                    </a:cubicBezTo>
                    <a:cubicBezTo>
                      <a:pt x="23" y="50"/>
                      <a:pt x="27" y="51"/>
                      <a:pt x="30" y="51"/>
                    </a:cubicBezTo>
                    <a:cubicBezTo>
                      <a:pt x="35" y="51"/>
                      <a:pt x="44" y="52"/>
                      <a:pt x="48" y="49"/>
                    </a:cubicBezTo>
                    <a:cubicBezTo>
                      <a:pt x="53" y="45"/>
                      <a:pt x="52" y="33"/>
                      <a:pt x="51" y="28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Freeform 2621">
                <a:extLst>
                  <a:ext uri="{FF2B5EF4-FFF2-40B4-BE49-F238E27FC236}">
                    <a16:creationId xmlns:a16="http://schemas.microsoft.com/office/drawing/2014/main" id="{D74B0C6D-0E25-4E49-B203-8FBEB651D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987"/>
                <a:ext cx="140" cy="147"/>
              </a:xfrm>
              <a:custGeom>
                <a:avLst/>
                <a:gdLst>
                  <a:gd name="T0" fmla="*/ 770 w 56"/>
                  <a:gd name="T1" fmla="*/ 94 h 55"/>
                  <a:gd name="T2" fmla="*/ 550 w 56"/>
                  <a:gd name="T3" fmla="*/ 21 h 55"/>
                  <a:gd name="T4" fmla="*/ 533 w 56"/>
                  <a:gd name="T5" fmla="*/ 21 h 55"/>
                  <a:gd name="T6" fmla="*/ 270 w 56"/>
                  <a:gd name="T7" fmla="*/ 56 h 55"/>
                  <a:gd name="T8" fmla="*/ 158 w 56"/>
                  <a:gd name="T9" fmla="*/ 171 h 55"/>
                  <a:gd name="T10" fmla="*/ 125 w 56"/>
                  <a:gd name="T11" fmla="*/ 208 h 55"/>
                  <a:gd name="T12" fmla="*/ 20 w 56"/>
                  <a:gd name="T13" fmla="*/ 513 h 55"/>
                  <a:gd name="T14" fmla="*/ 0 w 56"/>
                  <a:gd name="T15" fmla="*/ 572 h 55"/>
                  <a:gd name="T16" fmla="*/ 145 w 56"/>
                  <a:gd name="T17" fmla="*/ 879 h 55"/>
                  <a:gd name="T18" fmla="*/ 300 w 56"/>
                  <a:gd name="T19" fmla="*/ 994 h 55"/>
                  <a:gd name="T20" fmla="*/ 300 w 56"/>
                  <a:gd name="T21" fmla="*/ 994 h 55"/>
                  <a:gd name="T22" fmla="*/ 333 w 56"/>
                  <a:gd name="T23" fmla="*/ 1016 h 55"/>
                  <a:gd name="T24" fmla="*/ 550 w 56"/>
                  <a:gd name="T25" fmla="*/ 1050 h 55"/>
                  <a:gd name="T26" fmla="*/ 720 w 56"/>
                  <a:gd name="T27" fmla="*/ 799 h 55"/>
                  <a:gd name="T28" fmla="*/ 770 w 56"/>
                  <a:gd name="T29" fmla="*/ 363 h 55"/>
                  <a:gd name="T30" fmla="*/ 770 w 56"/>
                  <a:gd name="T31" fmla="*/ 94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" h="55">
                    <a:moveTo>
                      <a:pt x="49" y="5"/>
                    </a:moveTo>
                    <a:cubicBezTo>
                      <a:pt x="45" y="3"/>
                      <a:pt x="39" y="0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0" y="4"/>
                      <a:pt x="21" y="3"/>
                      <a:pt x="17" y="3"/>
                    </a:cubicBezTo>
                    <a:cubicBezTo>
                      <a:pt x="14" y="4"/>
                      <a:pt x="12" y="7"/>
                      <a:pt x="10" y="9"/>
                    </a:cubicBezTo>
                    <a:cubicBezTo>
                      <a:pt x="9" y="9"/>
                      <a:pt x="9" y="10"/>
                      <a:pt x="8" y="11"/>
                    </a:cubicBezTo>
                    <a:cubicBezTo>
                      <a:pt x="7" y="16"/>
                      <a:pt x="4" y="22"/>
                      <a:pt x="1" y="27"/>
                    </a:cubicBezTo>
                    <a:cubicBezTo>
                      <a:pt x="1" y="28"/>
                      <a:pt x="1" y="29"/>
                      <a:pt x="0" y="30"/>
                    </a:cubicBezTo>
                    <a:cubicBezTo>
                      <a:pt x="0" y="37"/>
                      <a:pt x="1" y="43"/>
                      <a:pt x="9" y="46"/>
                    </a:cubicBezTo>
                    <a:cubicBezTo>
                      <a:pt x="12" y="48"/>
                      <a:pt x="16" y="50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5" y="51"/>
                      <a:pt x="31" y="51"/>
                      <a:pt x="35" y="55"/>
                    </a:cubicBezTo>
                    <a:cubicBezTo>
                      <a:pt x="40" y="52"/>
                      <a:pt x="43" y="47"/>
                      <a:pt x="46" y="42"/>
                    </a:cubicBezTo>
                    <a:cubicBezTo>
                      <a:pt x="50" y="34"/>
                      <a:pt x="48" y="27"/>
                      <a:pt x="49" y="19"/>
                    </a:cubicBezTo>
                    <a:cubicBezTo>
                      <a:pt x="51" y="14"/>
                      <a:pt x="56" y="8"/>
                      <a:pt x="49" y="5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4" name="Freeform 2622">
                <a:extLst>
                  <a:ext uri="{FF2B5EF4-FFF2-40B4-BE49-F238E27FC236}">
                    <a16:creationId xmlns:a16="http://schemas.microsoft.com/office/drawing/2014/main" id="{B4481339-FE00-46DC-BADF-13EA8CF38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027"/>
                <a:ext cx="153" cy="126"/>
              </a:xfrm>
              <a:custGeom>
                <a:avLst/>
                <a:gdLst>
                  <a:gd name="T0" fmla="*/ 943 w 61"/>
                  <a:gd name="T1" fmla="*/ 367 h 47"/>
                  <a:gd name="T2" fmla="*/ 880 w 61"/>
                  <a:gd name="T3" fmla="*/ 273 h 47"/>
                  <a:gd name="T4" fmla="*/ 805 w 61"/>
                  <a:gd name="T5" fmla="*/ 150 h 47"/>
                  <a:gd name="T6" fmla="*/ 617 w 61"/>
                  <a:gd name="T7" fmla="*/ 0 h 47"/>
                  <a:gd name="T8" fmla="*/ 396 w 61"/>
                  <a:gd name="T9" fmla="*/ 35 h 47"/>
                  <a:gd name="T10" fmla="*/ 283 w 61"/>
                  <a:gd name="T11" fmla="*/ 21 h 47"/>
                  <a:gd name="T12" fmla="*/ 221 w 61"/>
                  <a:gd name="T13" fmla="*/ 56 h 47"/>
                  <a:gd name="T14" fmla="*/ 145 w 61"/>
                  <a:gd name="T15" fmla="*/ 598 h 47"/>
                  <a:gd name="T16" fmla="*/ 271 w 61"/>
                  <a:gd name="T17" fmla="*/ 697 h 47"/>
                  <a:gd name="T18" fmla="*/ 364 w 61"/>
                  <a:gd name="T19" fmla="*/ 812 h 47"/>
                  <a:gd name="T20" fmla="*/ 617 w 61"/>
                  <a:gd name="T21" fmla="*/ 869 h 47"/>
                  <a:gd name="T22" fmla="*/ 838 w 61"/>
                  <a:gd name="T23" fmla="*/ 697 h 47"/>
                  <a:gd name="T24" fmla="*/ 943 w 61"/>
                  <a:gd name="T25" fmla="*/ 367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47">
                    <a:moveTo>
                      <a:pt x="60" y="19"/>
                    </a:moveTo>
                    <a:cubicBezTo>
                      <a:pt x="59" y="17"/>
                      <a:pt x="57" y="16"/>
                      <a:pt x="56" y="14"/>
                    </a:cubicBezTo>
                    <a:cubicBezTo>
                      <a:pt x="54" y="12"/>
                      <a:pt x="54" y="10"/>
                      <a:pt x="51" y="8"/>
                    </a:cubicBezTo>
                    <a:cubicBezTo>
                      <a:pt x="49" y="6"/>
                      <a:pt x="43" y="2"/>
                      <a:pt x="39" y="0"/>
                    </a:cubicBezTo>
                    <a:cubicBezTo>
                      <a:pt x="34" y="2"/>
                      <a:pt x="29" y="2"/>
                      <a:pt x="25" y="2"/>
                    </a:cubicBezTo>
                    <a:cubicBezTo>
                      <a:pt x="23" y="3"/>
                      <a:pt x="20" y="2"/>
                      <a:pt x="18" y="1"/>
                    </a:cubicBezTo>
                    <a:cubicBezTo>
                      <a:pt x="16" y="2"/>
                      <a:pt x="15" y="2"/>
                      <a:pt x="14" y="3"/>
                    </a:cubicBezTo>
                    <a:cubicBezTo>
                      <a:pt x="5" y="10"/>
                      <a:pt x="0" y="23"/>
                      <a:pt x="9" y="31"/>
                    </a:cubicBezTo>
                    <a:cubicBezTo>
                      <a:pt x="12" y="34"/>
                      <a:pt x="15" y="34"/>
                      <a:pt x="17" y="36"/>
                    </a:cubicBezTo>
                    <a:cubicBezTo>
                      <a:pt x="19" y="38"/>
                      <a:pt x="20" y="40"/>
                      <a:pt x="23" y="42"/>
                    </a:cubicBezTo>
                    <a:cubicBezTo>
                      <a:pt x="29" y="45"/>
                      <a:pt x="33" y="47"/>
                      <a:pt x="39" y="45"/>
                    </a:cubicBezTo>
                    <a:cubicBezTo>
                      <a:pt x="44" y="43"/>
                      <a:pt x="50" y="41"/>
                      <a:pt x="53" y="36"/>
                    </a:cubicBezTo>
                    <a:cubicBezTo>
                      <a:pt x="55" y="33"/>
                      <a:pt x="61" y="22"/>
                      <a:pt x="60" y="19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2623">
                <a:extLst>
                  <a:ext uri="{FF2B5EF4-FFF2-40B4-BE49-F238E27FC236}">
                    <a16:creationId xmlns:a16="http://schemas.microsoft.com/office/drawing/2014/main" id="{BACBAD9E-12CC-425D-AF1C-88ED02FE6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321"/>
                <a:ext cx="180" cy="170"/>
              </a:xfrm>
              <a:custGeom>
                <a:avLst/>
                <a:gdLst>
                  <a:gd name="T0" fmla="*/ 845 w 72"/>
                  <a:gd name="T1" fmla="*/ 35 h 64"/>
                  <a:gd name="T2" fmla="*/ 1095 w 72"/>
                  <a:gd name="T3" fmla="*/ 226 h 64"/>
                  <a:gd name="T4" fmla="*/ 1095 w 72"/>
                  <a:gd name="T5" fmla="*/ 545 h 64"/>
                  <a:gd name="T6" fmla="*/ 938 w 72"/>
                  <a:gd name="T7" fmla="*/ 954 h 64"/>
                  <a:gd name="T8" fmla="*/ 395 w 72"/>
                  <a:gd name="T9" fmla="*/ 1031 h 64"/>
                  <a:gd name="T10" fmla="*/ 125 w 72"/>
                  <a:gd name="T11" fmla="*/ 903 h 64"/>
                  <a:gd name="T12" fmla="*/ 20 w 72"/>
                  <a:gd name="T13" fmla="*/ 622 h 64"/>
                  <a:gd name="T14" fmla="*/ 333 w 72"/>
                  <a:gd name="T15" fmla="*/ 114 h 64"/>
                  <a:gd name="T16" fmla="*/ 533 w 72"/>
                  <a:gd name="T17" fmla="*/ 21 h 64"/>
                  <a:gd name="T18" fmla="*/ 738 w 72"/>
                  <a:gd name="T19" fmla="*/ 0 h 64"/>
                  <a:gd name="T20" fmla="*/ 845 w 72"/>
                  <a:gd name="T21" fmla="*/ 35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64">
                    <a:moveTo>
                      <a:pt x="54" y="2"/>
                    </a:moveTo>
                    <a:cubicBezTo>
                      <a:pt x="60" y="3"/>
                      <a:pt x="68" y="6"/>
                      <a:pt x="70" y="12"/>
                    </a:cubicBezTo>
                    <a:cubicBezTo>
                      <a:pt x="72" y="17"/>
                      <a:pt x="71" y="24"/>
                      <a:pt x="70" y="29"/>
                    </a:cubicBezTo>
                    <a:cubicBezTo>
                      <a:pt x="68" y="37"/>
                      <a:pt x="64" y="44"/>
                      <a:pt x="60" y="51"/>
                    </a:cubicBezTo>
                    <a:cubicBezTo>
                      <a:pt x="54" y="64"/>
                      <a:pt x="36" y="61"/>
                      <a:pt x="25" y="55"/>
                    </a:cubicBezTo>
                    <a:cubicBezTo>
                      <a:pt x="20" y="53"/>
                      <a:pt x="13" y="52"/>
                      <a:pt x="8" y="48"/>
                    </a:cubicBezTo>
                    <a:cubicBezTo>
                      <a:pt x="4" y="45"/>
                      <a:pt x="2" y="38"/>
                      <a:pt x="1" y="33"/>
                    </a:cubicBezTo>
                    <a:cubicBezTo>
                      <a:pt x="0" y="22"/>
                      <a:pt x="13" y="11"/>
                      <a:pt x="21" y="6"/>
                    </a:cubicBezTo>
                    <a:cubicBezTo>
                      <a:pt x="25" y="4"/>
                      <a:pt x="30" y="2"/>
                      <a:pt x="34" y="1"/>
                    </a:cubicBezTo>
                    <a:cubicBezTo>
                      <a:pt x="38" y="0"/>
                      <a:pt x="42" y="0"/>
                      <a:pt x="47" y="0"/>
                    </a:cubicBezTo>
                    <a:cubicBezTo>
                      <a:pt x="49" y="0"/>
                      <a:pt x="51" y="1"/>
                      <a:pt x="54" y="2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2624">
                <a:extLst>
                  <a:ext uri="{FF2B5EF4-FFF2-40B4-BE49-F238E27FC236}">
                    <a16:creationId xmlns:a16="http://schemas.microsoft.com/office/drawing/2014/main" id="{4BA1958D-D7E4-4D27-AEAE-31780076E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334"/>
                <a:ext cx="137" cy="147"/>
              </a:xfrm>
              <a:custGeom>
                <a:avLst/>
                <a:gdLst>
                  <a:gd name="T0" fmla="*/ 433 w 55"/>
                  <a:gd name="T1" fmla="*/ 35 h 55"/>
                  <a:gd name="T2" fmla="*/ 291 w 55"/>
                  <a:gd name="T3" fmla="*/ 21 h 55"/>
                  <a:gd name="T4" fmla="*/ 187 w 55"/>
                  <a:gd name="T5" fmla="*/ 150 h 55"/>
                  <a:gd name="T6" fmla="*/ 137 w 55"/>
                  <a:gd name="T7" fmla="*/ 286 h 55"/>
                  <a:gd name="T8" fmla="*/ 30 w 55"/>
                  <a:gd name="T9" fmla="*/ 492 h 55"/>
                  <a:gd name="T10" fmla="*/ 30 w 55"/>
                  <a:gd name="T11" fmla="*/ 743 h 55"/>
                  <a:gd name="T12" fmla="*/ 249 w 55"/>
                  <a:gd name="T13" fmla="*/ 935 h 55"/>
                  <a:gd name="T14" fmla="*/ 416 w 55"/>
                  <a:gd name="T15" fmla="*/ 1050 h 55"/>
                  <a:gd name="T16" fmla="*/ 603 w 55"/>
                  <a:gd name="T17" fmla="*/ 970 h 55"/>
                  <a:gd name="T18" fmla="*/ 807 w 55"/>
                  <a:gd name="T19" fmla="*/ 671 h 55"/>
                  <a:gd name="T20" fmla="*/ 820 w 55"/>
                  <a:gd name="T21" fmla="*/ 321 h 55"/>
                  <a:gd name="T22" fmla="*/ 745 w 55"/>
                  <a:gd name="T23" fmla="*/ 171 h 55"/>
                  <a:gd name="T24" fmla="*/ 570 w 55"/>
                  <a:gd name="T25" fmla="*/ 115 h 55"/>
                  <a:gd name="T26" fmla="*/ 433 w 55"/>
                  <a:gd name="T27" fmla="*/ 35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5">
                    <a:moveTo>
                      <a:pt x="28" y="2"/>
                    </a:moveTo>
                    <a:cubicBezTo>
                      <a:pt x="25" y="2"/>
                      <a:pt x="22" y="0"/>
                      <a:pt x="19" y="1"/>
                    </a:cubicBezTo>
                    <a:cubicBezTo>
                      <a:pt x="16" y="2"/>
                      <a:pt x="13" y="6"/>
                      <a:pt x="12" y="8"/>
                    </a:cubicBezTo>
                    <a:cubicBezTo>
                      <a:pt x="10" y="10"/>
                      <a:pt x="10" y="13"/>
                      <a:pt x="9" y="15"/>
                    </a:cubicBezTo>
                    <a:cubicBezTo>
                      <a:pt x="7" y="19"/>
                      <a:pt x="4" y="22"/>
                      <a:pt x="2" y="26"/>
                    </a:cubicBezTo>
                    <a:cubicBezTo>
                      <a:pt x="1" y="30"/>
                      <a:pt x="0" y="35"/>
                      <a:pt x="2" y="39"/>
                    </a:cubicBezTo>
                    <a:cubicBezTo>
                      <a:pt x="5" y="45"/>
                      <a:pt x="12" y="46"/>
                      <a:pt x="16" y="49"/>
                    </a:cubicBezTo>
                    <a:cubicBezTo>
                      <a:pt x="20" y="51"/>
                      <a:pt x="22" y="54"/>
                      <a:pt x="27" y="55"/>
                    </a:cubicBezTo>
                    <a:cubicBezTo>
                      <a:pt x="31" y="55"/>
                      <a:pt x="36" y="53"/>
                      <a:pt x="39" y="51"/>
                    </a:cubicBezTo>
                    <a:cubicBezTo>
                      <a:pt x="47" y="48"/>
                      <a:pt x="51" y="43"/>
                      <a:pt x="52" y="35"/>
                    </a:cubicBezTo>
                    <a:cubicBezTo>
                      <a:pt x="53" y="29"/>
                      <a:pt x="55" y="23"/>
                      <a:pt x="53" y="17"/>
                    </a:cubicBezTo>
                    <a:cubicBezTo>
                      <a:pt x="52" y="15"/>
                      <a:pt x="50" y="11"/>
                      <a:pt x="48" y="9"/>
                    </a:cubicBezTo>
                    <a:cubicBezTo>
                      <a:pt x="44" y="6"/>
                      <a:pt x="41" y="7"/>
                      <a:pt x="37" y="6"/>
                    </a:cubicBezTo>
                    <a:cubicBezTo>
                      <a:pt x="35" y="6"/>
                      <a:pt x="32" y="3"/>
                      <a:pt x="28" y="2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2625">
                <a:extLst>
                  <a:ext uri="{FF2B5EF4-FFF2-40B4-BE49-F238E27FC236}">
                    <a16:creationId xmlns:a16="http://schemas.microsoft.com/office/drawing/2014/main" id="{7A9B2043-16D8-468F-BEF0-3B4131C02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321"/>
                <a:ext cx="170" cy="149"/>
              </a:xfrm>
              <a:custGeom>
                <a:avLst/>
                <a:gdLst>
                  <a:gd name="T0" fmla="*/ 833 w 68"/>
                  <a:gd name="T1" fmla="*/ 149 h 56"/>
                  <a:gd name="T2" fmla="*/ 988 w 68"/>
                  <a:gd name="T3" fmla="*/ 341 h 56"/>
                  <a:gd name="T4" fmla="*/ 1000 w 68"/>
                  <a:gd name="T5" fmla="*/ 750 h 56"/>
                  <a:gd name="T6" fmla="*/ 875 w 68"/>
                  <a:gd name="T7" fmla="*/ 865 h 56"/>
                  <a:gd name="T8" fmla="*/ 645 w 68"/>
                  <a:gd name="T9" fmla="*/ 998 h 56"/>
                  <a:gd name="T10" fmla="*/ 83 w 68"/>
                  <a:gd name="T11" fmla="*/ 849 h 56"/>
                  <a:gd name="T12" fmla="*/ 113 w 68"/>
                  <a:gd name="T13" fmla="*/ 303 h 56"/>
                  <a:gd name="T14" fmla="*/ 220 w 68"/>
                  <a:gd name="T15" fmla="*/ 170 h 56"/>
                  <a:gd name="T16" fmla="*/ 345 w 68"/>
                  <a:gd name="T17" fmla="*/ 35 h 56"/>
                  <a:gd name="T18" fmla="*/ 613 w 68"/>
                  <a:gd name="T19" fmla="*/ 35 h 56"/>
                  <a:gd name="T20" fmla="*/ 833 w 68"/>
                  <a:gd name="T21" fmla="*/ 149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56">
                    <a:moveTo>
                      <a:pt x="53" y="8"/>
                    </a:moveTo>
                    <a:cubicBezTo>
                      <a:pt x="57" y="11"/>
                      <a:pt x="61" y="13"/>
                      <a:pt x="63" y="18"/>
                    </a:cubicBezTo>
                    <a:cubicBezTo>
                      <a:pt x="66" y="24"/>
                      <a:pt x="68" y="34"/>
                      <a:pt x="64" y="40"/>
                    </a:cubicBezTo>
                    <a:cubicBezTo>
                      <a:pt x="62" y="43"/>
                      <a:pt x="59" y="45"/>
                      <a:pt x="56" y="46"/>
                    </a:cubicBezTo>
                    <a:cubicBezTo>
                      <a:pt x="51" y="48"/>
                      <a:pt x="46" y="51"/>
                      <a:pt x="41" y="53"/>
                    </a:cubicBezTo>
                    <a:cubicBezTo>
                      <a:pt x="32" y="56"/>
                      <a:pt x="10" y="55"/>
                      <a:pt x="5" y="45"/>
                    </a:cubicBezTo>
                    <a:cubicBezTo>
                      <a:pt x="2" y="37"/>
                      <a:pt x="0" y="22"/>
                      <a:pt x="7" y="16"/>
                    </a:cubicBezTo>
                    <a:cubicBezTo>
                      <a:pt x="10" y="14"/>
                      <a:pt x="12" y="12"/>
                      <a:pt x="14" y="9"/>
                    </a:cubicBezTo>
                    <a:cubicBezTo>
                      <a:pt x="17" y="6"/>
                      <a:pt x="19" y="4"/>
                      <a:pt x="22" y="2"/>
                    </a:cubicBezTo>
                    <a:cubicBezTo>
                      <a:pt x="27" y="0"/>
                      <a:pt x="34" y="1"/>
                      <a:pt x="39" y="2"/>
                    </a:cubicBezTo>
                    <a:cubicBezTo>
                      <a:pt x="43" y="4"/>
                      <a:pt x="49" y="5"/>
                      <a:pt x="53" y="8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2626">
                <a:extLst>
                  <a:ext uri="{FF2B5EF4-FFF2-40B4-BE49-F238E27FC236}">
                    <a16:creationId xmlns:a16="http://schemas.microsoft.com/office/drawing/2014/main" id="{D83E94CE-B8BC-4E52-BC74-A8545E92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243"/>
                <a:ext cx="125" cy="142"/>
              </a:xfrm>
              <a:custGeom>
                <a:avLst/>
                <a:gdLst>
                  <a:gd name="T0" fmla="*/ 220 w 50"/>
                  <a:gd name="T1" fmla="*/ 1018 h 53"/>
                  <a:gd name="T2" fmla="*/ 270 w 50"/>
                  <a:gd name="T3" fmla="*/ 940 h 53"/>
                  <a:gd name="T4" fmla="*/ 313 w 50"/>
                  <a:gd name="T5" fmla="*/ 812 h 53"/>
                  <a:gd name="T6" fmla="*/ 425 w 50"/>
                  <a:gd name="T7" fmla="*/ 675 h 53"/>
                  <a:gd name="T8" fmla="*/ 563 w 50"/>
                  <a:gd name="T9" fmla="*/ 689 h 53"/>
                  <a:gd name="T10" fmla="*/ 708 w 50"/>
                  <a:gd name="T11" fmla="*/ 769 h 53"/>
                  <a:gd name="T12" fmla="*/ 770 w 50"/>
                  <a:gd name="T13" fmla="*/ 769 h 53"/>
                  <a:gd name="T14" fmla="*/ 738 w 50"/>
                  <a:gd name="T15" fmla="*/ 539 h 53"/>
                  <a:gd name="T16" fmla="*/ 645 w 50"/>
                  <a:gd name="T17" fmla="*/ 193 h 53"/>
                  <a:gd name="T18" fmla="*/ 458 w 50"/>
                  <a:gd name="T19" fmla="*/ 21 h 53"/>
                  <a:gd name="T20" fmla="*/ 158 w 50"/>
                  <a:gd name="T21" fmla="*/ 230 h 53"/>
                  <a:gd name="T22" fmla="*/ 20 w 50"/>
                  <a:gd name="T23" fmla="*/ 595 h 53"/>
                  <a:gd name="T24" fmla="*/ 145 w 50"/>
                  <a:gd name="T25" fmla="*/ 940 h 53"/>
                  <a:gd name="T26" fmla="*/ 220 w 50"/>
                  <a:gd name="T27" fmla="*/ 1018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53">
                    <a:moveTo>
                      <a:pt x="14" y="53"/>
                    </a:moveTo>
                    <a:cubicBezTo>
                      <a:pt x="15" y="52"/>
                      <a:pt x="16" y="50"/>
                      <a:pt x="17" y="49"/>
                    </a:cubicBezTo>
                    <a:cubicBezTo>
                      <a:pt x="18" y="47"/>
                      <a:pt x="18" y="44"/>
                      <a:pt x="20" y="42"/>
                    </a:cubicBezTo>
                    <a:cubicBezTo>
                      <a:pt x="21" y="40"/>
                      <a:pt x="24" y="36"/>
                      <a:pt x="27" y="35"/>
                    </a:cubicBezTo>
                    <a:cubicBezTo>
                      <a:pt x="30" y="34"/>
                      <a:pt x="33" y="36"/>
                      <a:pt x="36" y="36"/>
                    </a:cubicBezTo>
                    <a:cubicBezTo>
                      <a:pt x="40" y="37"/>
                      <a:pt x="43" y="40"/>
                      <a:pt x="45" y="40"/>
                    </a:cubicBezTo>
                    <a:cubicBezTo>
                      <a:pt x="46" y="40"/>
                      <a:pt x="48" y="40"/>
                      <a:pt x="49" y="40"/>
                    </a:cubicBezTo>
                    <a:cubicBezTo>
                      <a:pt x="50" y="36"/>
                      <a:pt x="48" y="33"/>
                      <a:pt x="47" y="28"/>
                    </a:cubicBezTo>
                    <a:cubicBezTo>
                      <a:pt x="44" y="23"/>
                      <a:pt x="45" y="16"/>
                      <a:pt x="41" y="10"/>
                    </a:cubicBezTo>
                    <a:cubicBezTo>
                      <a:pt x="39" y="5"/>
                      <a:pt x="35" y="1"/>
                      <a:pt x="29" y="1"/>
                    </a:cubicBezTo>
                    <a:cubicBezTo>
                      <a:pt x="22" y="0"/>
                      <a:pt x="12" y="3"/>
                      <a:pt x="10" y="12"/>
                    </a:cubicBezTo>
                    <a:cubicBezTo>
                      <a:pt x="8" y="17"/>
                      <a:pt x="0" y="19"/>
                      <a:pt x="1" y="31"/>
                    </a:cubicBezTo>
                    <a:cubicBezTo>
                      <a:pt x="1" y="38"/>
                      <a:pt x="4" y="45"/>
                      <a:pt x="9" y="49"/>
                    </a:cubicBezTo>
                    <a:cubicBezTo>
                      <a:pt x="11" y="51"/>
                      <a:pt x="13" y="52"/>
                      <a:pt x="14" y="53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2627">
                <a:extLst>
                  <a:ext uri="{FF2B5EF4-FFF2-40B4-BE49-F238E27FC236}">
                    <a16:creationId xmlns:a16="http://schemas.microsoft.com/office/drawing/2014/main" id="{CEA004EA-60EE-48BA-B9F4-3A10B6C7C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230"/>
                <a:ext cx="160" cy="133"/>
              </a:xfrm>
              <a:custGeom>
                <a:avLst/>
                <a:gdLst>
                  <a:gd name="T0" fmla="*/ 583 w 64"/>
                  <a:gd name="T1" fmla="*/ 750 h 50"/>
                  <a:gd name="T2" fmla="*/ 783 w 64"/>
                  <a:gd name="T3" fmla="*/ 657 h 50"/>
                  <a:gd name="T4" fmla="*/ 800 w 64"/>
                  <a:gd name="T5" fmla="*/ 657 h 50"/>
                  <a:gd name="T6" fmla="*/ 988 w 64"/>
                  <a:gd name="T7" fmla="*/ 247 h 50"/>
                  <a:gd name="T8" fmla="*/ 708 w 64"/>
                  <a:gd name="T9" fmla="*/ 21 h 50"/>
                  <a:gd name="T10" fmla="*/ 438 w 64"/>
                  <a:gd name="T11" fmla="*/ 0 h 50"/>
                  <a:gd name="T12" fmla="*/ 313 w 64"/>
                  <a:gd name="T13" fmla="*/ 35 h 50"/>
                  <a:gd name="T14" fmla="*/ 95 w 64"/>
                  <a:gd name="T15" fmla="*/ 319 h 50"/>
                  <a:gd name="T16" fmla="*/ 0 w 64"/>
                  <a:gd name="T17" fmla="*/ 545 h 50"/>
                  <a:gd name="T18" fmla="*/ 33 w 64"/>
                  <a:gd name="T19" fmla="*/ 622 h 50"/>
                  <a:gd name="T20" fmla="*/ 63 w 64"/>
                  <a:gd name="T21" fmla="*/ 771 h 50"/>
                  <a:gd name="T22" fmla="*/ 395 w 64"/>
                  <a:gd name="T23" fmla="*/ 942 h 50"/>
                  <a:gd name="T24" fmla="*/ 583 w 64"/>
                  <a:gd name="T25" fmla="*/ 75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50">
                    <a:moveTo>
                      <a:pt x="37" y="40"/>
                    </a:moveTo>
                    <a:cubicBezTo>
                      <a:pt x="41" y="38"/>
                      <a:pt x="46" y="36"/>
                      <a:pt x="50" y="35"/>
                    </a:cubicBezTo>
                    <a:cubicBezTo>
                      <a:pt x="50" y="35"/>
                      <a:pt x="51" y="35"/>
                      <a:pt x="51" y="35"/>
                    </a:cubicBezTo>
                    <a:cubicBezTo>
                      <a:pt x="60" y="31"/>
                      <a:pt x="64" y="23"/>
                      <a:pt x="63" y="13"/>
                    </a:cubicBezTo>
                    <a:cubicBezTo>
                      <a:pt x="62" y="5"/>
                      <a:pt x="53" y="3"/>
                      <a:pt x="45" y="1"/>
                    </a:cubicBezTo>
                    <a:cubicBezTo>
                      <a:pt x="40" y="1"/>
                      <a:pt x="33" y="0"/>
                      <a:pt x="28" y="0"/>
                    </a:cubicBezTo>
                    <a:cubicBezTo>
                      <a:pt x="26" y="0"/>
                      <a:pt x="24" y="1"/>
                      <a:pt x="20" y="2"/>
                    </a:cubicBezTo>
                    <a:cubicBezTo>
                      <a:pt x="16" y="3"/>
                      <a:pt x="8" y="8"/>
                      <a:pt x="6" y="17"/>
                    </a:cubicBezTo>
                    <a:cubicBezTo>
                      <a:pt x="5" y="22"/>
                      <a:pt x="2" y="25"/>
                      <a:pt x="0" y="29"/>
                    </a:cubicBezTo>
                    <a:cubicBezTo>
                      <a:pt x="1" y="31"/>
                      <a:pt x="1" y="32"/>
                      <a:pt x="2" y="33"/>
                    </a:cubicBezTo>
                    <a:cubicBezTo>
                      <a:pt x="3" y="36"/>
                      <a:pt x="4" y="38"/>
                      <a:pt x="4" y="41"/>
                    </a:cubicBezTo>
                    <a:cubicBezTo>
                      <a:pt x="9" y="46"/>
                      <a:pt x="18" y="50"/>
                      <a:pt x="25" y="50"/>
                    </a:cubicBezTo>
                    <a:cubicBezTo>
                      <a:pt x="29" y="46"/>
                      <a:pt x="33" y="42"/>
                      <a:pt x="37" y="40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Freeform 2628">
                <a:extLst>
                  <a:ext uri="{FF2B5EF4-FFF2-40B4-BE49-F238E27FC236}">
                    <a16:creationId xmlns:a16="http://schemas.microsoft.com/office/drawing/2014/main" id="{3EB17BB2-801B-4383-88A4-2478CB52B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153"/>
                <a:ext cx="140" cy="144"/>
              </a:xfrm>
              <a:custGeom>
                <a:avLst/>
                <a:gdLst>
                  <a:gd name="T0" fmla="*/ 83 w 56"/>
                  <a:gd name="T1" fmla="*/ 739 h 54"/>
                  <a:gd name="T2" fmla="*/ 83 w 56"/>
                  <a:gd name="T3" fmla="*/ 739 h 54"/>
                  <a:gd name="T4" fmla="*/ 313 w 56"/>
                  <a:gd name="T5" fmla="*/ 661 h 54"/>
                  <a:gd name="T6" fmla="*/ 500 w 56"/>
                  <a:gd name="T7" fmla="*/ 832 h 54"/>
                  <a:gd name="T8" fmla="*/ 550 w 56"/>
                  <a:gd name="T9" fmla="*/ 1024 h 54"/>
                  <a:gd name="T10" fmla="*/ 613 w 56"/>
                  <a:gd name="T11" fmla="*/ 1003 h 54"/>
                  <a:gd name="T12" fmla="*/ 658 w 56"/>
                  <a:gd name="T13" fmla="*/ 875 h 54"/>
                  <a:gd name="T14" fmla="*/ 783 w 56"/>
                  <a:gd name="T15" fmla="*/ 648 h 54"/>
                  <a:gd name="T16" fmla="*/ 833 w 56"/>
                  <a:gd name="T17" fmla="*/ 547 h 54"/>
                  <a:gd name="T18" fmla="*/ 845 w 56"/>
                  <a:gd name="T19" fmla="*/ 341 h 54"/>
                  <a:gd name="T20" fmla="*/ 708 w 56"/>
                  <a:gd name="T21" fmla="*/ 227 h 54"/>
                  <a:gd name="T22" fmla="*/ 613 w 56"/>
                  <a:gd name="T23" fmla="*/ 93 h 54"/>
                  <a:gd name="T24" fmla="*/ 438 w 56"/>
                  <a:gd name="T25" fmla="*/ 21 h 54"/>
                  <a:gd name="T26" fmla="*/ 283 w 56"/>
                  <a:gd name="T27" fmla="*/ 21 h 54"/>
                  <a:gd name="T28" fmla="*/ 63 w 56"/>
                  <a:gd name="T29" fmla="*/ 227 h 54"/>
                  <a:gd name="T30" fmla="*/ 20 w 56"/>
                  <a:gd name="T31" fmla="*/ 456 h 54"/>
                  <a:gd name="T32" fmla="*/ 83 w 56"/>
                  <a:gd name="T33" fmla="*/ 739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" h="54"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9" y="36"/>
                      <a:pt x="15" y="34"/>
                      <a:pt x="20" y="35"/>
                    </a:cubicBezTo>
                    <a:cubicBezTo>
                      <a:pt x="26" y="35"/>
                      <a:pt x="30" y="39"/>
                      <a:pt x="32" y="44"/>
                    </a:cubicBezTo>
                    <a:cubicBezTo>
                      <a:pt x="34" y="47"/>
                      <a:pt x="35" y="50"/>
                      <a:pt x="35" y="54"/>
                    </a:cubicBezTo>
                    <a:cubicBezTo>
                      <a:pt x="37" y="53"/>
                      <a:pt x="38" y="53"/>
                      <a:pt x="39" y="53"/>
                    </a:cubicBezTo>
                    <a:cubicBezTo>
                      <a:pt x="41" y="51"/>
                      <a:pt x="42" y="49"/>
                      <a:pt x="42" y="46"/>
                    </a:cubicBezTo>
                    <a:cubicBezTo>
                      <a:pt x="43" y="41"/>
                      <a:pt x="47" y="37"/>
                      <a:pt x="50" y="34"/>
                    </a:cubicBezTo>
                    <a:cubicBezTo>
                      <a:pt x="51" y="33"/>
                      <a:pt x="52" y="30"/>
                      <a:pt x="53" y="29"/>
                    </a:cubicBezTo>
                    <a:cubicBezTo>
                      <a:pt x="54" y="26"/>
                      <a:pt x="56" y="22"/>
                      <a:pt x="54" y="18"/>
                    </a:cubicBezTo>
                    <a:cubicBezTo>
                      <a:pt x="52" y="16"/>
                      <a:pt x="48" y="14"/>
                      <a:pt x="45" y="12"/>
                    </a:cubicBezTo>
                    <a:cubicBezTo>
                      <a:pt x="43" y="10"/>
                      <a:pt x="41" y="6"/>
                      <a:pt x="39" y="5"/>
                    </a:cubicBezTo>
                    <a:cubicBezTo>
                      <a:pt x="36" y="3"/>
                      <a:pt x="28" y="1"/>
                      <a:pt x="28" y="1"/>
                    </a:cubicBezTo>
                    <a:cubicBezTo>
                      <a:pt x="25" y="1"/>
                      <a:pt x="20" y="0"/>
                      <a:pt x="18" y="1"/>
                    </a:cubicBezTo>
                    <a:cubicBezTo>
                      <a:pt x="12" y="2"/>
                      <a:pt x="7" y="7"/>
                      <a:pt x="4" y="12"/>
                    </a:cubicBezTo>
                    <a:cubicBezTo>
                      <a:pt x="1" y="16"/>
                      <a:pt x="1" y="19"/>
                      <a:pt x="1" y="24"/>
                    </a:cubicBezTo>
                    <a:cubicBezTo>
                      <a:pt x="0" y="27"/>
                      <a:pt x="1" y="38"/>
                      <a:pt x="5" y="39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" name="Freeform 2629">
                <a:extLst>
                  <a:ext uri="{FF2B5EF4-FFF2-40B4-BE49-F238E27FC236}">
                    <a16:creationId xmlns:a16="http://schemas.microsoft.com/office/drawing/2014/main" id="{4D9B8922-921A-49B2-8528-3CED368C6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3051"/>
                <a:ext cx="98" cy="96"/>
              </a:xfrm>
              <a:custGeom>
                <a:avLst/>
                <a:gdLst>
                  <a:gd name="T0" fmla="*/ 588 w 39"/>
                  <a:gd name="T1" fmla="*/ 115 h 36"/>
                  <a:gd name="T2" fmla="*/ 601 w 39"/>
                  <a:gd name="T3" fmla="*/ 56 h 36"/>
                  <a:gd name="T4" fmla="*/ 555 w 39"/>
                  <a:gd name="T5" fmla="*/ 115 h 36"/>
                  <a:gd name="T6" fmla="*/ 367 w 39"/>
                  <a:gd name="T7" fmla="*/ 227 h 36"/>
                  <a:gd name="T8" fmla="*/ 113 w 39"/>
                  <a:gd name="T9" fmla="*/ 77 h 36"/>
                  <a:gd name="T10" fmla="*/ 0 w 39"/>
                  <a:gd name="T11" fmla="*/ 0 h 36"/>
                  <a:gd name="T12" fmla="*/ 63 w 39"/>
                  <a:gd name="T13" fmla="*/ 93 h 36"/>
                  <a:gd name="T14" fmla="*/ 126 w 39"/>
                  <a:gd name="T15" fmla="*/ 192 h 36"/>
                  <a:gd name="T16" fmla="*/ 20 w 39"/>
                  <a:gd name="T17" fmla="*/ 512 h 36"/>
                  <a:gd name="T18" fmla="*/ 0 w 39"/>
                  <a:gd name="T19" fmla="*/ 547 h 36"/>
                  <a:gd name="T20" fmla="*/ 50 w 39"/>
                  <a:gd name="T21" fmla="*/ 605 h 36"/>
                  <a:gd name="T22" fmla="*/ 126 w 39"/>
                  <a:gd name="T23" fmla="*/ 589 h 36"/>
                  <a:gd name="T24" fmla="*/ 347 w 39"/>
                  <a:gd name="T25" fmla="*/ 661 h 36"/>
                  <a:gd name="T26" fmla="*/ 347 w 39"/>
                  <a:gd name="T27" fmla="*/ 661 h 36"/>
                  <a:gd name="T28" fmla="*/ 618 w 39"/>
                  <a:gd name="T29" fmla="*/ 320 h 36"/>
                  <a:gd name="T30" fmla="*/ 618 w 39"/>
                  <a:gd name="T31" fmla="*/ 320 h 36"/>
                  <a:gd name="T32" fmla="*/ 588 w 39"/>
                  <a:gd name="T33" fmla="*/ 115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36">
                    <a:moveTo>
                      <a:pt x="37" y="6"/>
                    </a:moveTo>
                    <a:cubicBezTo>
                      <a:pt x="38" y="5"/>
                      <a:pt x="38" y="4"/>
                      <a:pt x="38" y="3"/>
                    </a:cubicBezTo>
                    <a:cubicBezTo>
                      <a:pt x="37" y="4"/>
                      <a:pt x="36" y="5"/>
                      <a:pt x="35" y="6"/>
                    </a:cubicBezTo>
                    <a:cubicBezTo>
                      <a:pt x="31" y="9"/>
                      <a:pt x="28" y="12"/>
                      <a:pt x="23" y="12"/>
                    </a:cubicBezTo>
                    <a:cubicBezTo>
                      <a:pt x="16" y="11"/>
                      <a:pt x="13" y="6"/>
                      <a:pt x="7" y="4"/>
                    </a:cubicBezTo>
                    <a:cubicBezTo>
                      <a:pt x="5" y="3"/>
                      <a:pt x="2" y="1"/>
                      <a:pt x="0" y="0"/>
                    </a:cubicBezTo>
                    <a:cubicBezTo>
                      <a:pt x="2" y="1"/>
                      <a:pt x="2" y="3"/>
                      <a:pt x="4" y="5"/>
                    </a:cubicBezTo>
                    <a:cubicBezTo>
                      <a:pt x="5" y="7"/>
                      <a:pt x="7" y="8"/>
                      <a:pt x="8" y="10"/>
                    </a:cubicBezTo>
                    <a:cubicBezTo>
                      <a:pt x="9" y="13"/>
                      <a:pt x="3" y="24"/>
                      <a:pt x="1" y="27"/>
                    </a:cubicBezTo>
                    <a:cubicBezTo>
                      <a:pt x="1" y="28"/>
                      <a:pt x="0" y="28"/>
                      <a:pt x="0" y="29"/>
                    </a:cubicBezTo>
                    <a:cubicBezTo>
                      <a:pt x="1" y="30"/>
                      <a:pt x="2" y="31"/>
                      <a:pt x="3" y="32"/>
                    </a:cubicBezTo>
                    <a:cubicBezTo>
                      <a:pt x="5" y="32"/>
                      <a:pt x="6" y="32"/>
                      <a:pt x="8" y="31"/>
                    </a:cubicBezTo>
                    <a:cubicBezTo>
                      <a:pt x="13" y="31"/>
                      <a:pt x="19" y="30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31" y="36"/>
                      <a:pt x="36" y="25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8" y="14"/>
                      <a:pt x="37" y="10"/>
                      <a:pt x="37" y="6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2630">
                <a:extLst>
                  <a:ext uri="{FF2B5EF4-FFF2-40B4-BE49-F238E27FC236}">
                    <a16:creationId xmlns:a16="http://schemas.microsoft.com/office/drawing/2014/main" id="{1E10A9F2-DA9F-4BA2-8FCC-3D4A095BB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169"/>
                <a:ext cx="110" cy="141"/>
              </a:xfrm>
              <a:custGeom>
                <a:avLst/>
                <a:gdLst>
                  <a:gd name="T0" fmla="*/ 520 w 44"/>
                  <a:gd name="T1" fmla="*/ 886 h 53"/>
                  <a:gd name="T2" fmla="*/ 625 w 44"/>
                  <a:gd name="T3" fmla="*/ 772 h 53"/>
                  <a:gd name="T4" fmla="*/ 688 w 44"/>
                  <a:gd name="T5" fmla="*/ 657 h 53"/>
                  <a:gd name="T6" fmla="*/ 613 w 44"/>
                  <a:gd name="T7" fmla="*/ 623 h 53"/>
                  <a:gd name="T8" fmla="*/ 488 w 44"/>
                  <a:gd name="T9" fmla="*/ 545 h 53"/>
                  <a:gd name="T10" fmla="*/ 458 w 44"/>
                  <a:gd name="T11" fmla="*/ 396 h 53"/>
                  <a:gd name="T12" fmla="*/ 425 w 44"/>
                  <a:gd name="T13" fmla="*/ 247 h 53"/>
                  <a:gd name="T14" fmla="*/ 438 w 44"/>
                  <a:gd name="T15" fmla="*/ 21 h 53"/>
                  <a:gd name="T16" fmla="*/ 363 w 44"/>
                  <a:gd name="T17" fmla="*/ 21 h 53"/>
                  <a:gd name="T18" fmla="*/ 158 w 44"/>
                  <a:gd name="T19" fmla="*/ 93 h 53"/>
                  <a:gd name="T20" fmla="*/ 145 w 44"/>
                  <a:gd name="T21" fmla="*/ 93 h 53"/>
                  <a:gd name="T22" fmla="*/ 20 w 44"/>
                  <a:gd name="T23" fmla="*/ 319 h 53"/>
                  <a:gd name="T24" fmla="*/ 0 w 44"/>
                  <a:gd name="T25" fmla="*/ 341 h 53"/>
                  <a:gd name="T26" fmla="*/ 20 w 44"/>
                  <a:gd name="T27" fmla="*/ 362 h 53"/>
                  <a:gd name="T28" fmla="*/ 220 w 44"/>
                  <a:gd name="T29" fmla="*/ 580 h 53"/>
                  <a:gd name="T30" fmla="*/ 300 w 44"/>
                  <a:gd name="T31" fmla="*/ 694 h 53"/>
                  <a:gd name="T32" fmla="*/ 313 w 44"/>
                  <a:gd name="T33" fmla="*/ 886 h 53"/>
                  <a:gd name="T34" fmla="*/ 283 w 44"/>
                  <a:gd name="T35" fmla="*/ 976 h 53"/>
                  <a:gd name="T36" fmla="*/ 470 w 44"/>
                  <a:gd name="T37" fmla="*/ 920 h 53"/>
                  <a:gd name="T38" fmla="*/ 520 w 44"/>
                  <a:gd name="T39" fmla="*/ 886 h 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53">
                    <a:moveTo>
                      <a:pt x="33" y="47"/>
                    </a:moveTo>
                    <a:cubicBezTo>
                      <a:pt x="35" y="44"/>
                      <a:pt x="37" y="43"/>
                      <a:pt x="40" y="41"/>
                    </a:cubicBezTo>
                    <a:cubicBezTo>
                      <a:pt x="42" y="39"/>
                      <a:pt x="43" y="37"/>
                      <a:pt x="44" y="35"/>
                    </a:cubicBezTo>
                    <a:cubicBezTo>
                      <a:pt x="43" y="34"/>
                      <a:pt x="41" y="34"/>
                      <a:pt x="39" y="33"/>
                    </a:cubicBezTo>
                    <a:cubicBezTo>
                      <a:pt x="36" y="32"/>
                      <a:pt x="33" y="32"/>
                      <a:pt x="31" y="29"/>
                    </a:cubicBezTo>
                    <a:cubicBezTo>
                      <a:pt x="29" y="27"/>
                      <a:pt x="30" y="24"/>
                      <a:pt x="29" y="21"/>
                    </a:cubicBezTo>
                    <a:cubicBezTo>
                      <a:pt x="29" y="18"/>
                      <a:pt x="27" y="16"/>
                      <a:pt x="27" y="13"/>
                    </a:cubicBezTo>
                    <a:cubicBezTo>
                      <a:pt x="26" y="9"/>
                      <a:pt x="27" y="5"/>
                      <a:pt x="28" y="1"/>
                    </a:cubicBezTo>
                    <a:cubicBezTo>
                      <a:pt x="27" y="1"/>
                      <a:pt x="25" y="1"/>
                      <a:pt x="23" y="1"/>
                    </a:cubicBezTo>
                    <a:cubicBezTo>
                      <a:pt x="19" y="0"/>
                      <a:pt x="13" y="1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10"/>
                      <a:pt x="5" y="14"/>
                      <a:pt x="1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5" y="24"/>
                      <a:pt x="9" y="27"/>
                      <a:pt x="14" y="31"/>
                    </a:cubicBezTo>
                    <a:cubicBezTo>
                      <a:pt x="17" y="33"/>
                      <a:pt x="18" y="33"/>
                      <a:pt x="19" y="37"/>
                    </a:cubicBezTo>
                    <a:cubicBezTo>
                      <a:pt x="20" y="40"/>
                      <a:pt x="20" y="44"/>
                      <a:pt x="20" y="47"/>
                    </a:cubicBezTo>
                    <a:cubicBezTo>
                      <a:pt x="19" y="49"/>
                      <a:pt x="18" y="51"/>
                      <a:pt x="18" y="52"/>
                    </a:cubicBezTo>
                    <a:cubicBezTo>
                      <a:pt x="21" y="53"/>
                      <a:pt x="26" y="52"/>
                      <a:pt x="30" y="49"/>
                    </a:cubicBezTo>
                    <a:cubicBezTo>
                      <a:pt x="31" y="48"/>
                      <a:pt x="32" y="47"/>
                      <a:pt x="33" y="47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Freeform 2631">
                <a:extLst>
                  <a:ext uri="{FF2B5EF4-FFF2-40B4-BE49-F238E27FC236}">
                    <a16:creationId xmlns:a16="http://schemas.microsoft.com/office/drawing/2014/main" id="{7D188CE0-EF98-435F-8F21-794F94E26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721"/>
                <a:ext cx="138" cy="146"/>
              </a:xfrm>
              <a:custGeom>
                <a:avLst/>
                <a:gdLst>
                  <a:gd name="T0" fmla="*/ 50 w 55"/>
                  <a:gd name="T1" fmla="*/ 396 h 55"/>
                  <a:gd name="T2" fmla="*/ 158 w 55"/>
                  <a:gd name="T3" fmla="*/ 746 h 55"/>
                  <a:gd name="T4" fmla="*/ 238 w 55"/>
                  <a:gd name="T5" fmla="*/ 993 h 55"/>
                  <a:gd name="T6" fmla="*/ 522 w 55"/>
                  <a:gd name="T7" fmla="*/ 993 h 55"/>
                  <a:gd name="T8" fmla="*/ 725 w 55"/>
                  <a:gd name="T9" fmla="*/ 895 h 55"/>
                  <a:gd name="T10" fmla="*/ 851 w 55"/>
                  <a:gd name="T11" fmla="*/ 409 h 55"/>
                  <a:gd name="T12" fmla="*/ 617 w 55"/>
                  <a:gd name="T13" fmla="*/ 93 h 55"/>
                  <a:gd name="T14" fmla="*/ 459 w 55"/>
                  <a:gd name="T15" fmla="*/ 0 h 55"/>
                  <a:gd name="T16" fmla="*/ 238 w 55"/>
                  <a:gd name="T17" fmla="*/ 77 h 55"/>
                  <a:gd name="T18" fmla="*/ 50 w 55"/>
                  <a:gd name="T19" fmla="*/ 396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55">
                    <a:moveTo>
                      <a:pt x="3" y="21"/>
                    </a:moveTo>
                    <a:cubicBezTo>
                      <a:pt x="0" y="28"/>
                      <a:pt x="8" y="36"/>
                      <a:pt x="10" y="40"/>
                    </a:cubicBezTo>
                    <a:cubicBezTo>
                      <a:pt x="11" y="45"/>
                      <a:pt x="9" y="51"/>
                      <a:pt x="15" y="53"/>
                    </a:cubicBezTo>
                    <a:cubicBezTo>
                      <a:pt x="20" y="55"/>
                      <a:pt x="28" y="55"/>
                      <a:pt x="33" y="53"/>
                    </a:cubicBezTo>
                    <a:cubicBezTo>
                      <a:pt x="37" y="51"/>
                      <a:pt x="42" y="50"/>
                      <a:pt x="46" y="48"/>
                    </a:cubicBezTo>
                    <a:cubicBezTo>
                      <a:pt x="53" y="42"/>
                      <a:pt x="55" y="31"/>
                      <a:pt x="54" y="22"/>
                    </a:cubicBezTo>
                    <a:cubicBezTo>
                      <a:pt x="52" y="13"/>
                      <a:pt x="45" y="10"/>
                      <a:pt x="39" y="5"/>
                    </a:cubicBezTo>
                    <a:cubicBezTo>
                      <a:pt x="35" y="2"/>
                      <a:pt x="35" y="0"/>
                      <a:pt x="29" y="0"/>
                    </a:cubicBezTo>
                    <a:cubicBezTo>
                      <a:pt x="25" y="0"/>
                      <a:pt x="19" y="1"/>
                      <a:pt x="15" y="4"/>
                    </a:cubicBezTo>
                    <a:cubicBezTo>
                      <a:pt x="9" y="8"/>
                      <a:pt x="3" y="14"/>
                      <a:pt x="3" y="21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" name="Freeform 2632">
                <a:extLst>
                  <a:ext uri="{FF2B5EF4-FFF2-40B4-BE49-F238E27FC236}">
                    <a16:creationId xmlns:a16="http://schemas.microsoft.com/office/drawing/2014/main" id="{C95E6C42-BAC0-48EC-BFED-A0A280CAE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3025"/>
                <a:ext cx="137" cy="141"/>
              </a:xfrm>
              <a:custGeom>
                <a:avLst/>
                <a:gdLst>
                  <a:gd name="T0" fmla="*/ 820 w 55"/>
                  <a:gd name="T1" fmla="*/ 849 h 53"/>
                  <a:gd name="T2" fmla="*/ 653 w 55"/>
                  <a:gd name="T3" fmla="*/ 601 h 53"/>
                  <a:gd name="T4" fmla="*/ 603 w 55"/>
                  <a:gd name="T5" fmla="*/ 303 h 53"/>
                  <a:gd name="T6" fmla="*/ 620 w 55"/>
                  <a:gd name="T7" fmla="*/ 136 h 53"/>
                  <a:gd name="T8" fmla="*/ 341 w 55"/>
                  <a:gd name="T9" fmla="*/ 77 h 53"/>
                  <a:gd name="T10" fmla="*/ 229 w 55"/>
                  <a:gd name="T11" fmla="*/ 0 h 53"/>
                  <a:gd name="T12" fmla="*/ 125 w 55"/>
                  <a:gd name="T13" fmla="*/ 56 h 53"/>
                  <a:gd name="T14" fmla="*/ 12 w 55"/>
                  <a:gd name="T15" fmla="*/ 282 h 53"/>
                  <a:gd name="T16" fmla="*/ 42 w 55"/>
                  <a:gd name="T17" fmla="*/ 580 h 53"/>
                  <a:gd name="T18" fmla="*/ 12 w 55"/>
                  <a:gd name="T19" fmla="*/ 750 h 53"/>
                  <a:gd name="T20" fmla="*/ 92 w 55"/>
                  <a:gd name="T21" fmla="*/ 920 h 53"/>
                  <a:gd name="T22" fmla="*/ 105 w 55"/>
                  <a:gd name="T23" fmla="*/ 920 h 53"/>
                  <a:gd name="T24" fmla="*/ 262 w 55"/>
                  <a:gd name="T25" fmla="*/ 920 h 53"/>
                  <a:gd name="T26" fmla="*/ 416 w 55"/>
                  <a:gd name="T27" fmla="*/ 998 h 53"/>
                  <a:gd name="T28" fmla="*/ 433 w 55"/>
                  <a:gd name="T29" fmla="*/ 976 h 53"/>
                  <a:gd name="T30" fmla="*/ 541 w 55"/>
                  <a:gd name="T31" fmla="*/ 920 h 53"/>
                  <a:gd name="T32" fmla="*/ 633 w 55"/>
                  <a:gd name="T33" fmla="*/ 942 h 53"/>
                  <a:gd name="T34" fmla="*/ 849 w 55"/>
                  <a:gd name="T35" fmla="*/ 865 h 53"/>
                  <a:gd name="T36" fmla="*/ 849 w 55"/>
                  <a:gd name="T37" fmla="*/ 865 h 53"/>
                  <a:gd name="T38" fmla="*/ 820 w 55"/>
                  <a:gd name="T39" fmla="*/ 849 h 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5" h="53">
                    <a:moveTo>
                      <a:pt x="53" y="45"/>
                    </a:moveTo>
                    <a:cubicBezTo>
                      <a:pt x="47" y="43"/>
                      <a:pt x="45" y="37"/>
                      <a:pt x="42" y="32"/>
                    </a:cubicBezTo>
                    <a:cubicBezTo>
                      <a:pt x="39" y="26"/>
                      <a:pt x="39" y="22"/>
                      <a:pt x="39" y="16"/>
                    </a:cubicBezTo>
                    <a:cubicBezTo>
                      <a:pt x="40" y="14"/>
                      <a:pt x="39" y="10"/>
                      <a:pt x="40" y="7"/>
                    </a:cubicBezTo>
                    <a:cubicBezTo>
                      <a:pt x="34" y="8"/>
                      <a:pt x="27" y="6"/>
                      <a:pt x="22" y="4"/>
                    </a:cubicBezTo>
                    <a:cubicBezTo>
                      <a:pt x="20" y="3"/>
                      <a:pt x="17" y="1"/>
                      <a:pt x="15" y="0"/>
                    </a:cubicBezTo>
                    <a:cubicBezTo>
                      <a:pt x="12" y="0"/>
                      <a:pt x="10" y="2"/>
                      <a:pt x="8" y="3"/>
                    </a:cubicBezTo>
                    <a:cubicBezTo>
                      <a:pt x="4" y="5"/>
                      <a:pt x="1" y="10"/>
                      <a:pt x="1" y="15"/>
                    </a:cubicBezTo>
                    <a:cubicBezTo>
                      <a:pt x="0" y="20"/>
                      <a:pt x="4" y="26"/>
                      <a:pt x="3" y="31"/>
                    </a:cubicBezTo>
                    <a:cubicBezTo>
                      <a:pt x="3" y="34"/>
                      <a:pt x="1" y="36"/>
                      <a:pt x="1" y="40"/>
                    </a:cubicBezTo>
                    <a:cubicBezTo>
                      <a:pt x="1" y="44"/>
                      <a:pt x="3" y="47"/>
                      <a:pt x="6" y="49"/>
                    </a:cubicBezTo>
                    <a:cubicBezTo>
                      <a:pt x="6" y="49"/>
                      <a:pt x="6" y="49"/>
                      <a:pt x="7" y="49"/>
                    </a:cubicBezTo>
                    <a:cubicBezTo>
                      <a:pt x="9" y="48"/>
                      <a:pt x="14" y="49"/>
                      <a:pt x="17" y="49"/>
                    </a:cubicBezTo>
                    <a:cubicBezTo>
                      <a:pt x="17" y="49"/>
                      <a:pt x="25" y="51"/>
                      <a:pt x="27" y="53"/>
                    </a:cubicBezTo>
                    <a:cubicBezTo>
                      <a:pt x="28" y="53"/>
                      <a:pt x="28" y="53"/>
                      <a:pt x="28" y="52"/>
                    </a:cubicBezTo>
                    <a:cubicBezTo>
                      <a:pt x="30" y="51"/>
                      <a:pt x="32" y="49"/>
                      <a:pt x="35" y="49"/>
                    </a:cubicBezTo>
                    <a:cubicBezTo>
                      <a:pt x="37" y="49"/>
                      <a:pt x="39" y="50"/>
                      <a:pt x="41" y="50"/>
                    </a:cubicBezTo>
                    <a:cubicBezTo>
                      <a:pt x="45" y="50"/>
                      <a:pt x="52" y="49"/>
                      <a:pt x="55" y="46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4" y="46"/>
                      <a:pt x="54" y="45"/>
                      <a:pt x="53" y="45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2633">
                <a:extLst>
                  <a:ext uri="{FF2B5EF4-FFF2-40B4-BE49-F238E27FC236}">
                    <a16:creationId xmlns:a16="http://schemas.microsoft.com/office/drawing/2014/main" id="{E1530355-1F3A-4703-9130-02305F2D1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035"/>
                <a:ext cx="110" cy="91"/>
              </a:xfrm>
              <a:custGeom>
                <a:avLst/>
                <a:gdLst>
                  <a:gd name="T0" fmla="*/ 658 w 44"/>
                  <a:gd name="T1" fmla="*/ 538 h 34"/>
                  <a:gd name="T2" fmla="*/ 645 w 44"/>
                  <a:gd name="T3" fmla="*/ 115 h 34"/>
                  <a:gd name="T4" fmla="*/ 645 w 44"/>
                  <a:gd name="T5" fmla="*/ 94 h 34"/>
                  <a:gd name="T6" fmla="*/ 595 w 44"/>
                  <a:gd name="T7" fmla="*/ 0 h 34"/>
                  <a:gd name="T8" fmla="*/ 583 w 44"/>
                  <a:gd name="T9" fmla="*/ 0 h 34"/>
                  <a:gd name="T10" fmla="*/ 375 w 44"/>
                  <a:gd name="T11" fmla="*/ 56 h 34"/>
                  <a:gd name="T12" fmla="*/ 50 w 44"/>
                  <a:gd name="T13" fmla="*/ 0 h 34"/>
                  <a:gd name="T14" fmla="*/ 0 w 44"/>
                  <a:gd name="T15" fmla="*/ 78 h 34"/>
                  <a:gd name="T16" fmla="*/ 95 w 44"/>
                  <a:gd name="T17" fmla="*/ 265 h 34"/>
                  <a:gd name="T18" fmla="*/ 0 w 44"/>
                  <a:gd name="T19" fmla="*/ 573 h 34"/>
                  <a:gd name="T20" fmla="*/ 50 w 44"/>
                  <a:gd name="T21" fmla="*/ 653 h 34"/>
                  <a:gd name="T22" fmla="*/ 50 w 44"/>
                  <a:gd name="T23" fmla="*/ 653 h 34"/>
                  <a:gd name="T24" fmla="*/ 83 w 44"/>
                  <a:gd name="T25" fmla="*/ 616 h 34"/>
                  <a:gd name="T26" fmla="*/ 408 w 44"/>
                  <a:gd name="T27" fmla="*/ 458 h 34"/>
                  <a:gd name="T28" fmla="*/ 550 w 44"/>
                  <a:gd name="T29" fmla="*/ 500 h 34"/>
                  <a:gd name="T30" fmla="*/ 645 w 44"/>
                  <a:gd name="T31" fmla="*/ 594 h 34"/>
                  <a:gd name="T32" fmla="*/ 658 w 44"/>
                  <a:gd name="T33" fmla="*/ 594 h 34"/>
                  <a:gd name="T34" fmla="*/ 688 w 44"/>
                  <a:gd name="T35" fmla="*/ 559 h 34"/>
                  <a:gd name="T36" fmla="*/ 658 w 44"/>
                  <a:gd name="T37" fmla="*/ 538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34">
                    <a:moveTo>
                      <a:pt x="42" y="28"/>
                    </a:moveTo>
                    <a:cubicBezTo>
                      <a:pt x="35" y="22"/>
                      <a:pt x="36" y="13"/>
                      <a:pt x="41" y="6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2" y="4"/>
                      <a:pt x="39" y="1"/>
                      <a:pt x="38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3" y="5"/>
                      <a:pt x="31" y="4"/>
                      <a:pt x="24" y="3"/>
                    </a:cubicBezTo>
                    <a:cubicBezTo>
                      <a:pt x="17" y="2"/>
                      <a:pt x="9" y="3"/>
                      <a:pt x="3" y="0"/>
                    </a:cubicBezTo>
                    <a:cubicBezTo>
                      <a:pt x="2" y="1"/>
                      <a:pt x="0" y="2"/>
                      <a:pt x="0" y="4"/>
                    </a:cubicBezTo>
                    <a:cubicBezTo>
                      <a:pt x="3" y="7"/>
                      <a:pt x="5" y="10"/>
                      <a:pt x="6" y="14"/>
                    </a:cubicBezTo>
                    <a:cubicBezTo>
                      <a:pt x="8" y="21"/>
                      <a:pt x="6" y="27"/>
                      <a:pt x="0" y="30"/>
                    </a:cubicBezTo>
                    <a:cubicBezTo>
                      <a:pt x="2" y="31"/>
                      <a:pt x="4" y="32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4" y="33"/>
                      <a:pt x="4" y="33"/>
                      <a:pt x="5" y="32"/>
                    </a:cubicBezTo>
                    <a:cubicBezTo>
                      <a:pt x="13" y="25"/>
                      <a:pt x="19" y="24"/>
                      <a:pt x="26" y="24"/>
                    </a:cubicBezTo>
                    <a:cubicBezTo>
                      <a:pt x="29" y="25"/>
                      <a:pt x="32" y="25"/>
                      <a:pt x="35" y="26"/>
                    </a:cubicBezTo>
                    <a:cubicBezTo>
                      <a:pt x="39" y="28"/>
                      <a:pt x="39" y="29"/>
                      <a:pt x="41" y="31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42" y="31"/>
                      <a:pt x="43" y="30"/>
                      <a:pt x="44" y="29"/>
                    </a:cubicBezTo>
                    <a:cubicBezTo>
                      <a:pt x="43" y="29"/>
                      <a:pt x="43" y="29"/>
                      <a:pt x="42" y="28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2634">
                <a:extLst>
                  <a:ext uri="{FF2B5EF4-FFF2-40B4-BE49-F238E27FC236}">
                    <a16:creationId xmlns:a16="http://schemas.microsoft.com/office/drawing/2014/main" id="{C2CC6839-DBFC-4682-8459-F77949DA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835"/>
                <a:ext cx="160" cy="155"/>
              </a:xfrm>
              <a:custGeom>
                <a:avLst/>
                <a:gdLst>
                  <a:gd name="T0" fmla="*/ 845 w 64"/>
                  <a:gd name="T1" fmla="*/ 136 h 58"/>
                  <a:gd name="T2" fmla="*/ 438 w 64"/>
                  <a:gd name="T3" fmla="*/ 171 h 58"/>
                  <a:gd name="T4" fmla="*/ 458 w 64"/>
                  <a:gd name="T5" fmla="*/ 230 h 58"/>
                  <a:gd name="T6" fmla="*/ 300 w 64"/>
                  <a:gd name="T7" fmla="*/ 708 h 58"/>
                  <a:gd name="T8" fmla="*/ 0 w 64"/>
                  <a:gd name="T9" fmla="*/ 687 h 58"/>
                  <a:gd name="T10" fmla="*/ 208 w 64"/>
                  <a:gd name="T11" fmla="*/ 1106 h 58"/>
                  <a:gd name="T12" fmla="*/ 220 w 64"/>
                  <a:gd name="T13" fmla="*/ 1013 h 58"/>
                  <a:gd name="T14" fmla="*/ 333 w 64"/>
                  <a:gd name="T15" fmla="*/ 743 h 58"/>
                  <a:gd name="T16" fmla="*/ 500 w 64"/>
                  <a:gd name="T17" fmla="*/ 671 h 58"/>
                  <a:gd name="T18" fmla="*/ 783 w 64"/>
                  <a:gd name="T19" fmla="*/ 671 h 58"/>
                  <a:gd name="T20" fmla="*/ 800 w 64"/>
                  <a:gd name="T21" fmla="*/ 671 h 58"/>
                  <a:gd name="T22" fmla="*/ 1000 w 64"/>
                  <a:gd name="T23" fmla="*/ 436 h 58"/>
                  <a:gd name="T24" fmla="*/ 845 w 64"/>
                  <a:gd name="T25" fmla="*/ 136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58">
                    <a:moveTo>
                      <a:pt x="54" y="7"/>
                    </a:moveTo>
                    <a:cubicBezTo>
                      <a:pt x="48" y="0"/>
                      <a:pt x="35" y="4"/>
                      <a:pt x="28" y="9"/>
                    </a:cubicBezTo>
                    <a:cubicBezTo>
                      <a:pt x="29" y="10"/>
                      <a:pt x="29" y="11"/>
                      <a:pt x="29" y="12"/>
                    </a:cubicBezTo>
                    <a:cubicBezTo>
                      <a:pt x="30" y="20"/>
                      <a:pt x="29" y="34"/>
                      <a:pt x="19" y="37"/>
                    </a:cubicBezTo>
                    <a:cubicBezTo>
                      <a:pt x="13" y="38"/>
                      <a:pt x="7" y="35"/>
                      <a:pt x="0" y="36"/>
                    </a:cubicBezTo>
                    <a:cubicBezTo>
                      <a:pt x="1" y="47"/>
                      <a:pt x="8" y="54"/>
                      <a:pt x="13" y="58"/>
                    </a:cubicBezTo>
                    <a:cubicBezTo>
                      <a:pt x="13" y="56"/>
                      <a:pt x="13" y="55"/>
                      <a:pt x="14" y="53"/>
                    </a:cubicBezTo>
                    <a:cubicBezTo>
                      <a:pt x="15" y="48"/>
                      <a:pt x="17" y="43"/>
                      <a:pt x="21" y="39"/>
                    </a:cubicBezTo>
                    <a:cubicBezTo>
                      <a:pt x="24" y="36"/>
                      <a:pt x="28" y="36"/>
                      <a:pt x="32" y="35"/>
                    </a:cubicBezTo>
                    <a:cubicBezTo>
                      <a:pt x="39" y="34"/>
                      <a:pt x="44" y="35"/>
                      <a:pt x="50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29"/>
                      <a:pt x="58" y="24"/>
                      <a:pt x="64" y="23"/>
                    </a:cubicBezTo>
                    <a:cubicBezTo>
                      <a:pt x="63" y="18"/>
                      <a:pt x="57" y="11"/>
                      <a:pt x="54" y="7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2635">
                <a:extLst>
                  <a:ext uri="{FF2B5EF4-FFF2-40B4-BE49-F238E27FC236}">
                    <a16:creationId xmlns:a16="http://schemas.microsoft.com/office/drawing/2014/main" id="{0F5C5B4F-44D3-4BBB-AB33-BDE9BF81D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929"/>
                <a:ext cx="150" cy="117"/>
              </a:xfrm>
              <a:custGeom>
                <a:avLst/>
                <a:gdLst>
                  <a:gd name="T0" fmla="*/ 783 w 60"/>
                  <a:gd name="T1" fmla="*/ 149 h 44"/>
                  <a:gd name="T2" fmla="*/ 738 w 60"/>
                  <a:gd name="T3" fmla="*/ 149 h 44"/>
                  <a:gd name="T4" fmla="*/ 550 w 60"/>
                  <a:gd name="T5" fmla="*/ 21 h 44"/>
                  <a:gd name="T6" fmla="*/ 425 w 60"/>
                  <a:gd name="T7" fmla="*/ 21 h 44"/>
                  <a:gd name="T8" fmla="*/ 345 w 60"/>
                  <a:gd name="T9" fmla="*/ 21 h 44"/>
                  <a:gd name="T10" fmla="*/ 175 w 60"/>
                  <a:gd name="T11" fmla="*/ 93 h 44"/>
                  <a:gd name="T12" fmla="*/ 50 w 60"/>
                  <a:gd name="T13" fmla="*/ 340 h 44"/>
                  <a:gd name="T14" fmla="*/ 313 w 60"/>
                  <a:gd name="T15" fmla="*/ 750 h 44"/>
                  <a:gd name="T16" fmla="*/ 658 w 60"/>
                  <a:gd name="T17" fmla="*/ 806 h 44"/>
                  <a:gd name="T18" fmla="*/ 845 w 60"/>
                  <a:gd name="T19" fmla="*/ 601 h 44"/>
                  <a:gd name="T20" fmla="*/ 875 w 60"/>
                  <a:gd name="T21" fmla="*/ 282 h 44"/>
                  <a:gd name="T22" fmla="*/ 783 w 60"/>
                  <a:gd name="T23" fmla="*/ 149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44">
                    <a:moveTo>
                      <a:pt x="50" y="8"/>
                    </a:moveTo>
                    <a:cubicBezTo>
                      <a:pt x="49" y="8"/>
                      <a:pt x="48" y="8"/>
                      <a:pt x="47" y="8"/>
                    </a:cubicBezTo>
                    <a:cubicBezTo>
                      <a:pt x="43" y="6"/>
                      <a:pt x="39" y="2"/>
                      <a:pt x="35" y="1"/>
                    </a:cubicBezTo>
                    <a:cubicBezTo>
                      <a:pt x="32" y="0"/>
                      <a:pt x="29" y="1"/>
                      <a:pt x="27" y="1"/>
                    </a:cubicBezTo>
                    <a:cubicBezTo>
                      <a:pt x="26" y="1"/>
                      <a:pt x="22" y="1"/>
                      <a:pt x="22" y="1"/>
                    </a:cubicBezTo>
                    <a:cubicBezTo>
                      <a:pt x="18" y="2"/>
                      <a:pt x="14" y="3"/>
                      <a:pt x="11" y="5"/>
                    </a:cubicBezTo>
                    <a:cubicBezTo>
                      <a:pt x="8" y="7"/>
                      <a:pt x="4" y="14"/>
                      <a:pt x="3" y="18"/>
                    </a:cubicBezTo>
                    <a:cubicBezTo>
                      <a:pt x="0" y="28"/>
                      <a:pt x="12" y="36"/>
                      <a:pt x="20" y="40"/>
                    </a:cubicBezTo>
                    <a:cubicBezTo>
                      <a:pt x="26" y="43"/>
                      <a:pt x="35" y="44"/>
                      <a:pt x="42" y="43"/>
                    </a:cubicBezTo>
                    <a:cubicBezTo>
                      <a:pt x="48" y="42"/>
                      <a:pt x="51" y="37"/>
                      <a:pt x="54" y="32"/>
                    </a:cubicBezTo>
                    <a:cubicBezTo>
                      <a:pt x="57" y="27"/>
                      <a:pt x="60" y="20"/>
                      <a:pt x="56" y="15"/>
                    </a:cubicBezTo>
                    <a:cubicBezTo>
                      <a:pt x="55" y="13"/>
                      <a:pt x="52" y="10"/>
                      <a:pt x="50" y="8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2636">
                <a:extLst>
                  <a:ext uri="{FF2B5EF4-FFF2-40B4-BE49-F238E27FC236}">
                    <a16:creationId xmlns:a16="http://schemas.microsoft.com/office/drawing/2014/main" id="{545ECE7F-803C-4044-B472-C7AB90B39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118"/>
                <a:ext cx="115" cy="160"/>
              </a:xfrm>
              <a:custGeom>
                <a:avLst/>
                <a:gdLst>
                  <a:gd name="T0" fmla="*/ 645 w 46"/>
                  <a:gd name="T1" fmla="*/ 947 h 60"/>
                  <a:gd name="T2" fmla="*/ 533 w 46"/>
                  <a:gd name="T3" fmla="*/ 435 h 60"/>
                  <a:gd name="T4" fmla="*/ 595 w 46"/>
                  <a:gd name="T5" fmla="*/ 171 h 60"/>
                  <a:gd name="T6" fmla="*/ 658 w 46"/>
                  <a:gd name="T7" fmla="*/ 77 h 60"/>
                  <a:gd name="T8" fmla="*/ 613 w 46"/>
                  <a:gd name="T9" fmla="*/ 0 h 60"/>
                  <a:gd name="T10" fmla="*/ 520 w 46"/>
                  <a:gd name="T11" fmla="*/ 93 h 60"/>
                  <a:gd name="T12" fmla="*/ 438 w 46"/>
                  <a:gd name="T13" fmla="*/ 248 h 60"/>
                  <a:gd name="T14" fmla="*/ 125 w 46"/>
                  <a:gd name="T15" fmla="*/ 227 h 60"/>
                  <a:gd name="T16" fmla="*/ 113 w 46"/>
                  <a:gd name="T17" fmla="*/ 227 h 60"/>
                  <a:gd name="T18" fmla="*/ 20 w 46"/>
                  <a:gd name="T19" fmla="*/ 589 h 60"/>
                  <a:gd name="T20" fmla="*/ 63 w 46"/>
                  <a:gd name="T21" fmla="*/ 797 h 60"/>
                  <a:gd name="T22" fmla="*/ 313 w 46"/>
                  <a:gd name="T23" fmla="*/ 819 h 60"/>
                  <a:gd name="T24" fmla="*/ 595 w 46"/>
                  <a:gd name="T25" fmla="*/ 1045 h 60"/>
                  <a:gd name="T26" fmla="*/ 595 w 46"/>
                  <a:gd name="T27" fmla="*/ 1139 h 60"/>
                  <a:gd name="T28" fmla="*/ 720 w 46"/>
                  <a:gd name="T29" fmla="*/ 989 h 60"/>
                  <a:gd name="T30" fmla="*/ 645 w 46"/>
                  <a:gd name="T31" fmla="*/ 947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6" h="60">
                    <a:moveTo>
                      <a:pt x="41" y="50"/>
                    </a:moveTo>
                    <a:cubicBezTo>
                      <a:pt x="35" y="44"/>
                      <a:pt x="34" y="31"/>
                      <a:pt x="34" y="23"/>
                    </a:cubicBezTo>
                    <a:cubicBezTo>
                      <a:pt x="34" y="17"/>
                      <a:pt x="34" y="13"/>
                      <a:pt x="38" y="9"/>
                    </a:cubicBezTo>
                    <a:cubicBezTo>
                      <a:pt x="39" y="7"/>
                      <a:pt x="41" y="5"/>
                      <a:pt x="42" y="4"/>
                    </a:cubicBezTo>
                    <a:cubicBezTo>
                      <a:pt x="41" y="3"/>
                      <a:pt x="40" y="2"/>
                      <a:pt x="39" y="0"/>
                    </a:cubicBezTo>
                    <a:cubicBezTo>
                      <a:pt x="36" y="2"/>
                      <a:pt x="34" y="2"/>
                      <a:pt x="33" y="5"/>
                    </a:cubicBezTo>
                    <a:cubicBezTo>
                      <a:pt x="32" y="9"/>
                      <a:pt x="33" y="11"/>
                      <a:pt x="28" y="13"/>
                    </a:cubicBezTo>
                    <a:cubicBezTo>
                      <a:pt x="21" y="15"/>
                      <a:pt x="14" y="14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" y="17"/>
                      <a:pt x="1" y="25"/>
                      <a:pt x="1" y="31"/>
                    </a:cubicBezTo>
                    <a:cubicBezTo>
                      <a:pt x="0" y="36"/>
                      <a:pt x="3" y="40"/>
                      <a:pt x="4" y="42"/>
                    </a:cubicBezTo>
                    <a:cubicBezTo>
                      <a:pt x="10" y="42"/>
                      <a:pt x="15" y="43"/>
                      <a:pt x="20" y="43"/>
                    </a:cubicBezTo>
                    <a:cubicBezTo>
                      <a:pt x="28" y="45"/>
                      <a:pt x="37" y="47"/>
                      <a:pt x="38" y="55"/>
                    </a:cubicBezTo>
                    <a:cubicBezTo>
                      <a:pt x="38" y="57"/>
                      <a:pt x="38" y="58"/>
                      <a:pt x="38" y="60"/>
                    </a:cubicBezTo>
                    <a:cubicBezTo>
                      <a:pt x="41" y="58"/>
                      <a:pt x="44" y="54"/>
                      <a:pt x="46" y="52"/>
                    </a:cubicBezTo>
                    <a:cubicBezTo>
                      <a:pt x="44" y="51"/>
                      <a:pt x="42" y="51"/>
                      <a:pt x="41" y="50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Freeform 2637">
                <a:extLst>
                  <a:ext uri="{FF2B5EF4-FFF2-40B4-BE49-F238E27FC236}">
                    <a16:creationId xmlns:a16="http://schemas.microsoft.com/office/drawing/2014/main" id="{38CFCAEE-1098-46EC-8CC3-E82E3EE3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369"/>
                <a:ext cx="167" cy="128"/>
              </a:xfrm>
              <a:custGeom>
                <a:avLst/>
                <a:gdLst>
                  <a:gd name="T0" fmla="*/ 404 w 67"/>
                  <a:gd name="T1" fmla="*/ 0 h 48"/>
                  <a:gd name="T2" fmla="*/ 137 w 67"/>
                  <a:gd name="T3" fmla="*/ 264 h 48"/>
                  <a:gd name="T4" fmla="*/ 12 w 67"/>
                  <a:gd name="T5" fmla="*/ 648 h 48"/>
                  <a:gd name="T6" fmla="*/ 229 w 67"/>
                  <a:gd name="T7" fmla="*/ 888 h 48"/>
                  <a:gd name="T8" fmla="*/ 496 w 67"/>
                  <a:gd name="T9" fmla="*/ 819 h 48"/>
                  <a:gd name="T10" fmla="*/ 900 w 67"/>
                  <a:gd name="T11" fmla="*/ 776 h 48"/>
                  <a:gd name="T12" fmla="*/ 962 w 67"/>
                  <a:gd name="T13" fmla="*/ 264 h 48"/>
                  <a:gd name="T14" fmla="*/ 404 w 67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48">
                    <a:moveTo>
                      <a:pt x="26" y="0"/>
                    </a:moveTo>
                    <a:cubicBezTo>
                      <a:pt x="20" y="1"/>
                      <a:pt x="13" y="6"/>
                      <a:pt x="9" y="14"/>
                    </a:cubicBezTo>
                    <a:cubicBezTo>
                      <a:pt x="6" y="19"/>
                      <a:pt x="0" y="28"/>
                      <a:pt x="1" y="34"/>
                    </a:cubicBezTo>
                    <a:cubicBezTo>
                      <a:pt x="2" y="39"/>
                      <a:pt x="9" y="47"/>
                      <a:pt x="15" y="47"/>
                    </a:cubicBezTo>
                    <a:cubicBezTo>
                      <a:pt x="21" y="48"/>
                      <a:pt x="26" y="42"/>
                      <a:pt x="32" y="43"/>
                    </a:cubicBezTo>
                    <a:cubicBezTo>
                      <a:pt x="41" y="43"/>
                      <a:pt x="50" y="46"/>
                      <a:pt x="58" y="41"/>
                    </a:cubicBezTo>
                    <a:cubicBezTo>
                      <a:pt x="67" y="35"/>
                      <a:pt x="67" y="23"/>
                      <a:pt x="62" y="14"/>
                    </a:cubicBezTo>
                    <a:cubicBezTo>
                      <a:pt x="57" y="3"/>
                      <a:pt x="37" y="0"/>
                      <a:pt x="26" y="0"/>
                    </a:cubicBezTo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0" name="Freeform 2638">
                <a:extLst>
                  <a:ext uri="{FF2B5EF4-FFF2-40B4-BE49-F238E27FC236}">
                    <a16:creationId xmlns:a16="http://schemas.microsoft.com/office/drawing/2014/main" id="{42585DD2-E82D-430E-AEB2-A6FFFC1E7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235"/>
                <a:ext cx="145" cy="147"/>
              </a:xfrm>
              <a:custGeom>
                <a:avLst/>
                <a:gdLst>
                  <a:gd name="T0" fmla="*/ 720 w 58"/>
                  <a:gd name="T1" fmla="*/ 136 h 55"/>
                  <a:gd name="T2" fmla="*/ 470 w 58"/>
                  <a:gd name="T3" fmla="*/ 56 h 55"/>
                  <a:gd name="T4" fmla="*/ 158 w 58"/>
                  <a:gd name="T5" fmla="*/ 115 h 55"/>
                  <a:gd name="T6" fmla="*/ 33 w 58"/>
                  <a:gd name="T7" fmla="*/ 535 h 55"/>
                  <a:gd name="T8" fmla="*/ 33 w 58"/>
                  <a:gd name="T9" fmla="*/ 535 h 55"/>
                  <a:gd name="T10" fmla="*/ 63 w 58"/>
                  <a:gd name="T11" fmla="*/ 649 h 55"/>
                  <a:gd name="T12" fmla="*/ 0 w 58"/>
                  <a:gd name="T13" fmla="*/ 901 h 55"/>
                  <a:gd name="T14" fmla="*/ 0 w 58"/>
                  <a:gd name="T15" fmla="*/ 957 h 55"/>
                  <a:gd name="T16" fmla="*/ 408 w 58"/>
                  <a:gd name="T17" fmla="*/ 1050 h 55"/>
                  <a:gd name="T18" fmla="*/ 488 w 58"/>
                  <a:gd name="T19" fmla="*/ 994 h 55"/>
                  <a:gd name="T20" fmla="*/ 783 w 58"/>
                  <a:gd name="T21" fmla="*/ 743 h 55"/>
                  <a:gd name="T22" fmla="*/ 833 w 58"/>
                  <a:gd name="T23" fmla="*/ 556 h 55"/>
                  <a:gd name="T24" fmla="*/ 875 w 58"/>
                  <a:gd name="T25" fmla="*/ 401 h 55"/>
                  <a:gd name="T26" fmla="*/ 720 w 58"/>
                  <a:gd name="T27" fmla="*/ 136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55">
                    <a:moveTo>
                      <a:pt x="46" y="7"/>
                    </a:moveTo>
                    <a:cubicBezTo>
                      <a:pt x="41" y="4"/>
                      <a:pt x="36" y="4"/>
                      <a:pt x="30" y="3"/>
                    </a:cubicBezTo>
                    <a:cubicBezTo>
                      <a:pt x="22" y="2"/>
                      <a:pt x="16" y="0"/>
                      <a:pt x="10" y="6"/>
                    </a:cubicBezTo>
                    <a:cubicBezTo>
                      <a:pt x="5" y="13"/>
                      <a:pt x="1" y="19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3" y="32"/>
                      <a:pt x="4" y="34"/>
                    </a:cubicBezTo>
                    <a:cubicBezTo>
                      <a:pt x="5" y="39"/>
                      <a:pt x="3" y="44"/>
                      <a:pt x="0" y="47"/>
                    </a:cubicBezTo>
                    <a:cubicBezTo>
                      <a:pt x="0" y="48"/>
                      <a:pt x="0" y="49"/>
                      <a:pt x="0" y="50"/>
                    </a:cubicBezTo>
                    <a:cubicBezTo>
                      <a:pt x="8" y="50"/>
                      <a:pt x="18" y="52"/>
                      <a:pt x="26" y="55"/>
                    </a:cubicBezTo>
                    <a:cubicBezTo>
                      <a:pt x="28" y="54"/>
                      <a:pt x="29" y="53"/>
                      <a:pt x="31" y="52"/>
                    </a:cubicBezTo>
                    <a:cubicBezTo>
                      <a:pt x="39" y="50"/>
                      <a:pt x="45" y="46"/>
                      <a:pt x="50" y="39"/>
                    </a:cubicBezTo>
                    <a:cubicBezTo>
                      <a:pt x="52" y="35"/>
                      <a:pt x="52" y="33"/>
                      <a:pt x="53" y="29"/>
                    </a:cubicBezTo>
                    <a:cubicBezTo>
                      <a:pt x="53" y="26"/>
                      <a:pt x="55" y="24"/>
                      <a:pt x="56" y="21"/>
                    </a:cubicBezTo>
                    <a:cubicBezTo>
                      <a:pt x="58" y="15"/>
                      <a:pt x="51" y="10"/>
                      <a:pt x="46" y="7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1" name="Freeform 2639">
                <a:extLst>
                  <a:ext uri="{FF2B5EF4-FFF2-40B4-BE49-F238E27FC236}">
                    <a16:creationId xmlns:a16="http://schemas.microsoft.com/office/drawing/2014/main" id="{AB01C57A-7EF1-4BC6-83E6-B3843CD7F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137"/>
                <a:ext cx="145" cy="128"/>
              </a:xfrm>
              <a:custGeom>
                <a:avLst/>
                <a:gdLst>
                  <a:gd name="T0" fmla="*/ 645 w 58"/>
                  <a:gd name="T1" fmla="*/ 149 h 48"/>
                  <a:gd name="T2" fmla="*/ 488 w 58"/>
                  <a:gd name="T3" fmla="*/ 35 h 48"/>
                  <a:gd name="T4" fmla="*/ 283 w 58"/>
                  <a:gd name="T5" fmla="*/ 21 h 48"/>
                  <a:gd name="T6" fmla="*/ 125 w 58"/>
                  <a:gd name="T7" fmla="*/ 149 h 48"/>
                  <a:gd name="T8" fmla="*/ 63 w 58"/>
                  <a:gd name="T9" fmla="*/ 264 h 48"/>
                  <a:gd name="T10" fmla="*/ 0 w 58"/>
                  <a:gd name="T11" fmla="*/ 491 h 48"/>
                  <a:gd name="T12" fmla="*/ 208 w 58"/>
                  <a:gd name="T13" fmla="*/ 760 h 48"/>
                  <a:gd name="T14" fmla="*/ 675 w 58"/>
                  <a:gd name="T15" fmla="*/ 739 h 48"/>
                  <a:gd name="T16" fmla="*/ 645 w 58"/>
                  <a:gd name="T17" fmla="*/ 149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48">
                    <a:moveTo>
                      <a:pt x="41" y="8"/>
                    </a:moveTo>
                    <a:cubicBezTo>
                      <a:pt x="38" y="7"/>
                      <a:pt x="35" y="3"/>
                      <a:pt x="31" y="2"/>
                    </a:cubicBezTo>
                    <a:cubicBezTo>
                      <a:pt x="27" y="0"/>
                      <a:pt x="22" y="0"/>
                      <a:pt x="18" y="1"/>
                    </a:cubicBezTo>
                    <a:cubicBezTo>
                      <a:pt x="14" y="2"/>
                      <a:pt x="10" y="5"/>
                      <a:pt x="8" y="8"/>
                    </a:cubicBezTo>
                    <a:cubicBezTo>
                      <a:pt x="7" y="11"/>
                      <a:pt x="6" y="13"/>
                      <a:pt x="4" y="14"/>
                    </a:cubicBezTo>
                    <a:cubicBezTo>
                      <a:pt x="5" y="18"/>
                      <a:pt x="3" y="22"/>
                      <a:pt x="0" y="26"/>
                    </a:cubicBezTo>
                    <a:cubicBezTo>
                      <a:pt x="2" y="32"/>
                      <a:pt x="7" y="37"/>
                      <a:pt x="13" y="40"/>
                    </a:cubicBezTo>
                    <a:cubicBezTo>
                      <a:pt x="27" y="47"/>
                      <a:pt x="31" y="48"/>
                      <a:pt x="43" y="39"/>
                    </a:cubicBezTo>
                    <a:cubicBezTo>
                      <a:pt x="58" y="26"/>
                      <a:pt x="54" y="14"/>
                      <a:pt x="41" y="8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2" name="Freeform 2640">
                <a:extLst>
                  <a:ext uri="{FF2B5EF4-FFF2-40B4-BE49-F238E27FC236}">
                    <a16:creationId xmlns:a16="http://schemas.microsoft.com/office/drawing/2014/main" id="{F6498B83-B171-400B-BE00-E43A374CE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313"/>
                <a:ext cx="190" cy="162"/>
              </a:xfrm>
              <a:custGeom>
                <a:avLst/>
                <a:gdLst>
                  <a:gd name="T0" fmla="*/ 813 w 76"/>
                  <a:gd name="T1" fmla="*/ 260 h 61"/>
                  <a:gd name="T2" fmla="*/ 220 w 76"/>
                  <a:gd name="T3" fmla="*/ 170 h 61"/>
                  <a:gd name="T4" fmla="*/ 208 w 76"/>
                  <a:gd name="T5" fmla="*/ 170 h 61"/>
                  <a:gd name="T6" fmla="*/ 208 w 76"/>
                  <a:gd name="T7" fmla="*/ 191 h 61"/>
                  <a:gd name="T8" fmla="*/ 125 w 76"/>
                  <a:gd name="T9" fmla="*/ 282 h 61"/>
                  <a:gd name="T10" fmla="*/ 125 w 76"/>
                  <a:gd name="T11" fmla="*/ 282 h 61"/>
                  <a:gd name="T12" fmla="*/ 125 w 76"/>
                  <a:gd name="T13" fmla="*/ 297 h 61"/>
                  <a:gd name="T14" fmla="*/ 63 w 76"/>
                  <a:gd name="T15" fmla="*/ 337 h 61"/>
                  <a:gd name="T16" fmla="*/ 0 w 76"/>
                  <a:gd name="T17" fmla="*/ 523 h 61"/>
                  <a:gd name="T18" fmla="*/ 125 w 76"/>
                  <a:gd name="T19" fmla="*/ 826 h 61"/>
                  <a:gd name="T20" fmla="*/ 458 w 76"/>
                  <a:gd name="T21" fmla="*/ 1107 h 61"/>
                  <a:gd name="T22" fmla="*/ 908 w 76"/>
                  <a:gd name="T23" fmla="*/ 1009 h 61"/>
                  <a:gd name="T24" fmla="*/ 813 w 76"/>
                  <a:gd name="T25" fmla="*/ 260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61">
                    <a:moveTo>
                      <a:pt x="52" y="14"/>
                    </a:moveTo>
                    <a:cubicBezTo>
                      <a:pt x="42" y="0"/>
                      <a:pt x="27" y="6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1" y="12"/>
                      <a:pt x="10" y="13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6"/>
                    </a:cubicBezTo>
                    <a:cubicBezTo>
                      <a:pt x="6" y="17"/>
                      <a:pt x="5" y="18"/>
                      <a:pt x="4" y="18"/>
                    </a:cubicBezTo>
                    <a:cubicBezTo>
                      <a:pt x="2" y="21"/>
                      <a:pt x="0" y="25"/>
                      <a:pt x="0" y="28"/>
                    </a:cubicBezTo>
                    <a:cubicBezTo>
                      <a:pt x="0" y="36"/>
                      <a:pt x="3" y="40"/>
                      <a:pt x="8" y="44"/>
                    </a:cubicBezTo>
                    <a:cubicBezTo>
                      <a:pt x="14" y="49"/>
                      <a:pt x="21" y="57"/>
                      <a:pt x="29" y="59"/>
                    </a:cubicBezTo>
                    <a:cubicBezTo>
                      <a:pt x="36" y="61"/>
                      <a:pt x="52" y="58"/>
                      <a:pt x="58" y="54"/>
                    </a:cubicBezTo>
                    <a:cubicBezTo>
                      <a:pt x="76" y="44"/>
                      <a:pt x="60" y="25"/>
                      <a:pt x="52" y="14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3" name="Freeform 2641">
                <a:extLst>
                  <a:ext uri="{FF2B5EF4-FFF2-40B4-BE49-F238E27FC236}">
                    <a16:creationId xmlns:a16="http://schemas.microsoft.com/office/drawing/2014/main" id="{6239D680-078B-455E-AA62-C33154FFD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737"/>
                <a:ext cx="140" cy="125"/>
              </a:xfrm>
              <a:custGeom>
                <a:avLst/>
                <a:gdLst>
                  <a:gd name="T0" fmla="*/ 708 w 56"/>
                  <a:gd name="T1" fmla="*/ 226 h 47"/>
                  <a:gd name="T2" fmla="*/ 125 w 56"/>
                  <a:gd name="T3" fmla="*/ 226 h 47"/>
                  <a:gd name="T4" fmla="*/ 63 w 56"/>
                  <a:gd name="T5" fmla="*/ 694 h 47"/>
                  <a:gd name="T6" fmla="*/ 63 w 56"/>
                  <a:gd name="T7" fmla="*/ 715 h 47"/>
                  <a:gd name="T8" fmla="*/ 145 w 56"/>
                  <a:gd name="T9" fmla="*/ 750 h 47"/>
                  <a:gd name="T10" fmla="*/ 208 w 56"/>
                  <a:gd name="T11" fmla="*/ 862 h 47"/>
                  <a:gd name="T12" fmla="*/ 283 w 56"/>
                  <a:gd name="T13" fmla="*/ 862 h 47"/>
                  <a:gd name="T14" fmla="*/ 583 w 56"/>
                  <a:gd name="T15" fmla="*/ 848 h 47"/>
                  <a:gd name="T16" fmla="*/ 708 w 56"/>
                  <a:gd name="T17" fmla="*/ 226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47">
                    <a:moveTo>
                      <a:pt x="45" y="12"/>
                    </a:moveTo>
                    <a:cubicBezTo>
                      <a:pt x="36" y="4"/>
                      <a:pt x="16" y="0"/>
                      <a:pt x="8" y="12"/>
                    </a:cubicBezTo>
                    <a:cubicBezTo>
                      <a:pt x="5" y="17"/>
                      <a:pt x="0" y="33"/>
                      <a:pt x="4" y="37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6" y="38"/>
                      <a:pt x="7" y="39"/>
                      <a:pt x="9" y="40"/>
                    </a:cubicBezTo>
                    <a:cubicBezTo>
                      <a:pt x="11" y="42"/>
                      <a:pt x="12" y="44"/>
                      <a:pt x="13" y="46"/>
                    </a:cubicBezTo>
                    <a:cubicBezTo>
                      <a:pt x="14" y="46"/>
                      <a:pt x="16" y="46"/>
                      <a:pt x="18" y="46"/>
                    </a:cubicBezTo>
                    <a:cubicBezTo>
                      <a:pt x="24" y="47"/>
                      <a:pt x="31" y="46"/>
                      <a:pt x="37" y="45"/>
                    </a:cubicBezTo>
                    <a:cubicBezTo>
                      <a:pt x="54" y="44"/>
                      <a:pt x="56" y="23"/>
                      <a:pt x="45" y="12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4" name="Freeform 2642">
                <a:extLst>
                  <a:ext uri="{FF2B5EF4-FFF2-40B4-BE49-F238E27FC236}">
                    <a16:creationId xmlns:a16="http://schemas.microsoft.com/office/drawing/2014/main" id="{F6A52BBB-B662-43B9-A678-57CEE0FD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779"/>
                <a:ext cx="198" cy="176"/>
              </a:xfrm>
              <a:custGeom>
                <a:avLst/>
                <a:gdLst>
                  <a:gd name="T0" fmla="*/ 175 w 79"/>
                  <a:gd name="T1" fmla="*/ 776 h 66"/>
                  <a:gd name="T2" fmla="*/ 113 w 79"/>
                  <a:gd name="T3" fmla="*/ 1080 h 66"/>
                  <a:gd name="T4" fmla="*/ 221 w 79"/>
                  <a:gd name="T5" fmla="*/ 1080 h 66"/>
                  <a:gd name="T6" fmla="*/ 409 w 79"/>
                  <a:gd name="T7" fmla="*/ 1216 h 66"/>
                  <a:gd name="T8" fmla="*/ 709 w 79"/>
                  <a:gd name="T9" fmla="*/ 1117 h 66"/>
                  <a:gd name="T10" fmla="*/ 1068 w 79"/>
                  <a:gd name="T11" fmla="*/ 1101 h 66"/>
                  <a:gd name="T12" fmla="*/ 1226 w 79"/>
                  <a:gd name="T13" fmla="*/ 627 h 66"/>
                  <a:gd name="T14" fmla="*/ 993 w 79"/>
                  <a:gd name="T15" fmla="*/ 205 h 66"/>
                  <a:gd name="T16" fmla="*/ 333 w 79"/>
                  <a:gd name="T17" fmla="*/ 320 h 66"/>
                  <a:gd name="T18" fmla="*/ 175 w 79"/>
                  <a:gd name="T19" fmla="*/ 77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66">
                    <a:moveTo>
                      <a:pt x="11" y="41"/>
                    </a:moveTo>
                    <a:cubicBezTo>
                      <a:pt x="10" y="45"/>
                      <a:pt x="0" y="52"/>
                      <a:pt x="7" y="57"/>
                    </a:cubicBezTo>
                    <a:cubicBezTo>
                      <a:pt x="9" y="57"/>
                      <a:pt x="12" y="56"/>
                      <a:pt x="14" y="57"/>
                    </a:cubicBezTo>
                    <a:cubicBezTo>
                      <a:pt x="18" y="58"/>
                      <a:pt x="22" y="62"/>
                      <a:pt x="26" y="64"/>
                    </a:cubicBezTo>
                    <a:cubicBezTo>
                      <a:pt x="33" y="66"/>
                      <a:pt x="39" y="63"/>
                      <a:pt x="45" y="59"/>
                    </a:cubicBezTo>
                    <a:cubicBezTo>
                      <a:pt x="52" y="54"/>
                      <a:pt x="60" y="60"/>
                      <a:pt x="68" y="58"/>
                    </a:cubicBezTo>
                    <a:cubicBezTo>
                      <a:pt x="78" y="55"/>
                      <a:pt x="79" y="41"/>
                      <a:pt x="78" y="33"/>
                    </a:cubicBezTo>
                    <a:cubicBezTo>
                      <a:pt x="77" y="23"/>
                      <a:pt x="70" y="16"/>
                      <a:pt x="63" y="11"/>
                    </a:cubicBezTo>
                    <a:cubicBezTo>
                      <a:pt x="48" y="0"/>
                      <a:pt x="32" y="7"/>
                      <a:pt x="21" y="17"/>
                    </a:cubicBezTo>
                    <a:cubicBezTo>
                      <a:pt x="11" y="25"/>
                      <a:pt x="12" y="38"/>
                      <a:pt x="11" y="41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5" name="Freeform 2643">
                <a:extLst>
                  <a:ext uri="{FF2B5EF4-FFF2-40B4-BE49-F238E27FC236}">
                    <a16:creationId xmlns:a16="http://schemas.microsoft.com/office/drawing/2014/main" id="{08557D98-5745-4E8C-9471-23AC14344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662"/>
                <a:ext cx="133" cy="141"/>
              </a:xfrm>
              <a:custGeom>
                <a:avLst/>
                <a:gdLst>
                  <a:gd name="T0" fmla="*/ 158 w 53"/>
                  <a:gd name="T1" fmla="*/ 827 h 53"/>
                  <a:gd name="T2" fmla="*/ 585 w 53"/>
                  <a:gd name="T3" fmla="*/ 750 h 53"/>
                  <a:gd name="T4" fmla="*/ 806 w 53"/>
                  <a:gd name="T5" fmla="*/ 362 h 53"/>
                  <a:gd name="T6" fmla="*/ 409 w 53"/>
                  <a:gd name="T7" fmla="*/ 21 h 53"/>
                  <a:gd name="T8" fmla="*/ 50 w 53"/>
                  <a:gd name="T9" fmla="*/ 149 h 53"/>
                  <a:gd name="T10" fmla="*/ 95 w 53"/>
                  <a:gd name="T11" fmla="*/ 567 h 53"/>
                  <a:gd name="T12" fmla="*/ 158 w 53"/>
                  <a:gd name="T13" fmla="*/ 827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3">
                    <a:moveTo>
                      <a:pt x="10" y="44"/>
                    </a:moveTo>
                    <a:cubicBezTo>
                      <a:pt x="18" y="53"/>
                      <a:pt x="28" y="49"/>
                      <a:pt x="37" y="40"/>
                    </a:cubicBezTo>
                    <a:cubicBezTo>
                      <a:pt x="46" y="31"/>
                      <a:pt x="49" y="32"/>
                      <a:pt x="51" y="19"/>
                    </a:cubicBezTo>
                    <a:cubicBezTo>
                      <a:pt x="53" y="6"/>
                      <a:pt x="36" y="0"/>
                      <a:pt x="26" y="1"/>
                    </a:cubicBezTo>
                    <a:cubicBezTo>
                      <a:pt x="16" y="2"/>
                      <a:pt x="7" y="0"/>
                      <a:pt x="3" y="8"/>
                    </a:cubicBezTo>
                    <a:cubicBezTo>
                      <a:pt x="0" y="14"/>
                      <a:pt x="3" y="24"/>
                      <a:pt x="6" y="30"/>
                    </a:cubicBezTo>
                    <a:cubicBezTo>
                      <a:pt x="8" y="35"/>
                      <a:pt x="6" y="38"/>
                      <a:pt x="10" y="44"/>
                    </a:cubicBezTo>
                    <a:close/>
                  </a:path>
                </a:pathLst>
              </a:custGeom>
              <a:solidFill>
                <a:srgbClr val="F8E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6" name="Freeform 2644">
                <a:extLst>
                  <a:ext uri="{FF2B5EF4-FFF2-40B4-BE49-F238E27FC236}">
                    <a16:creationId xmlns:a16="http://schemas.microsoft.com/office/drawing/2014/main" id="{0681C38E-251D-4E2C-A910-EAFCA2FB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038"/>
                <a:ext cx="65" cy="61"/>
              </a:xfrm>
              <a:custGeom>
                <a:avLst/>
                <a:gdLst>
                  <a:gd name="T0" fmla="*/ 20 w 26"/>
                  <a:gd name="T1" fmla="*/ 374 h 23"/>
                  <a:gd name="T2" fmla="*/ 95 w 26"/>
                  <a:gd name="T3" fmla="*/ 56 h 23"/>
                  <a:gd name="T4" fmla="*/ 408 w 26"/>
                  <a:gd name="T5" fmla="*/ 34 h 23"/>
                  <a:gd name="T6" fmla="*/ 158 w 26"/>
                  <a:gd name="T7" fmla="*/ 149 h 23"/>
                  <a:gd name="T8" fmla="*/ 113 w 26"/>
                  <a:gd name="T9" fmla="*/ 430 h 23"/>
                  <a:gd name="T10" fmla="*/ 33 w 26"/>
                  <a:gd name="T11" fmla="*/ 408 h 23"/>
                  <a:gd name="T12" fmla="*/ 50 w 26"/>
                  <a:gd name="T13" fmla="*/ 39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1" y="20"/>
                    </a:moveTo>
                    <a:cubicBezTo>
                      <a:pt x="0" y="15"/>
                      <a:pt x="1" y="7"/>
                      <a:pt x="6" y="3"/>
                    </a:cubicBezTo>
                    <a:cubicBezTo>
                      <a:pt x="11" y="0"/>
                      <a:pt x="21" y="2"/>
                      <a:pt x="26" y="2"/>
                    </a:cubicBezTo>
                    <a:cubicBezTo>
                      <a:pt x="22" y="3"/>
                      <a:pt x="13" y="5"/>
                      <a:pt x="10" y="8"/>
                    </a:cubicBezTo>
                    <a:cubicBezTo>
                      <a:pt x="5" y="11"/>
                      <a:pt x="7" y="18"/>
                      <a:pt x="7" y="23"/>
                    </a:cubicBezTo>
                    <a:cubicBezTo>
                      <a:pt x="5" y="23"/>
                      <a:pt x="4" y="22"/>
                      <a:pt x="2" y="22"/>
                    </a:cubicBezTo>
                    <a:cubicBezTo>
                      <a:pt x="2" y="22"/>
                      <a:pt x="2" y="21"/>
                      <a:pt x="3" y="21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7" name="Freeform 2645">
                <a:extLst>
                  <a:ext uri="{FF2B5EF4-FFF2-40B4-BE49-F238E27FC236}">
                    <a16:creationId xmlns:a16="http://schemas.microsoft.com/office/drawing/2014/main" id="{4E6B91F7-7426-4F5A-8F51-D9FF0526E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059"/>
                <a:ext cx="75" cy="72"/>
              </a:xfrm>
              <a:custGeom>
                <a:avLst/>
                <a:gdLst>
                  <a:gd name="T0" fmla="*/ 250 w 30"/>
                  <a:gd name="T1" fmla="*/ 21 h 27"/>
                  <a:gd name="T2" fmla="*/ 63 w 30"/>
                  <a:gd name="T3" fmla="*/ 205 h 27"/>
                  <a:gd name="T4" fmla="*/ 63 w 30"/>
                  <a:gd name="T5" fmla="*/ 456 h 27"/>
                  <a:gd name="T6" fmla="*/ 158 w 30"/>
                  <a:gd name="T7" fmla="*/ 341 h 27"/>
                  <a:gd name="T8" fmla="*/ 270 w 30"/>
                  <a:gd name="T9" fmla="*/ 171 h 27"/>
                  <a:gd name="T10" fmla="*/ 438 w 30"/>
                  <a:gd name="T11" fmla="*/ 93 h 27"/>
                  <a:gd name="T12" fmla="*/ 313 w 30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7">
                    <a:moveTo>
                      <a:pt x="16" y="1"/>
                    </a:moveTo>
                    <a:cubicBezTo>
                      <a:pt x="9" y="2"/>
                      <a:pt x="5" y="5"/>
                      <a:pt x="4" y="11"/>
                    </a:cubicBezTo>
                    <a:cubicBezTo>
                      <a:pt x="3" y="14"/>
                      <a:pt x="0" y="21"/>
                      <a:pt x="4" y="24"/>
                    </a:cubicBezTo>
                    <a:cubicBezTo>
                      <a:pt x="10" y="27"/>
                      <a:pt x="10" y="22"/>
                      <a:pt x="10" y="18"/>
                    </a:cubicBezTo>
                    <a:cubicBezTo>
                      <a:pt x="10" y="12"/>
                      <a:pt x="11" y="10"/>
                      <a:pt x="17" y="9"/>
                    </a:cubicBezTo>
                    <a:cubicBezTo>
                      <a:pt x="20" y="8"/>
                      <a:pt x="27" y="8"/>
                      <a:pt x="28" y="5"/>
                    </a:cubicBezTo>
                    <a:cubicBezTo>
                      <a:pt x="30" y="0"/>
                      <a:pt x="23" y="1"/>
                      <a:pt x="20" y="2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8" name="Freeform 2646">
                <a:extLst>
                  <a:ext uri="{FF2B5EF4-FFF2-40B4-BE49-F238E27FC236}">
                    <a16:creationId xmlns:a16="http://schemas.microsoft.com/office/drawing/2014/main" id="{E8CC0CCB-5A63-4C0B-99CE-060A1921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939"/>
                <a:ext cx="62" cy="75"/>
              </a:xfrm>
              <a:custGeom>
                <a:avLst/>
                <a:gdLst>
                  <a:gd name="T0" fmla="*/ 370 w 25"/>
                  <a:gd name="T1" fmla="*/ 21 h 28"/>
                  <a:gd name="T2" fmla="*/ 154 w 25"/>
                  <a:gd name="T3" fmla="*/ 538 h 28"/>
                  <a:gd name="T4" fmla="*/ 246 w 25"/>
                  <a:gd name="T5" fmla="*/ 252 h 28"/>
                  <a:gd name="T6" fmla="*/ 337 w 25"/>
                  <a:gd name="T7" fmla="*/ 171 h 28"/>
                  <a:gd name="T8" fmla="*/ 382 w 25"/>
                  <a:gd name="T9" fmla="*/ 3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24" y="1"/>
                    </a:moveTo>
                    <a:cubicBezTo>
                      <a:pt x="13" y="0"/>
                      <a:pt x="0" y="21"/>
                      <a:pt x="10" y="28"/>
                    </a:cubicBezTo>
                    <a:cubicBezTo>
                      <a:pt x="11" y="23"/>
                      <a:pt x="11" y="17"/>
                      <a:pt x="16" y="13"/>
                    </a:cubicBezTo>
                    <a:cubicBezTo>
                      <a:pt x="18" y="11"/>
                      <a:pt x="21" y="11"/>
                      <a:pt x="22" y="9"/>
                    </a:cubicBezTo>
                    <a:cubicBezTo>
                      <a:pt x="23" y="8"/>
                      <a:pt x="24" y="4"/>
                      <a:pt x="25" y="2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9" name="Freeform 2647">
                <a:extLst>
                  <a:ext uri="{FF2B5EF4-FFF2-40B4-BE49-F238E27FC236}">
                    <a16:creationId xmlns:a16="http://schemas.microsoft.com/office/drawing/2014/main" id="{93F16B7E-D63F-4C86-AC86-04D7842D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06"/>
                <a:ext cx="75" cy="99"/>
              </a:xfrm>
              <a:custGeom>
                <a:avLst/>
                <a:gdLst>
                  <a:gd name="T0" fmla="*/ 470 w 30"/>
                  <a:gd name="T1" fmla="*/ 0 h 37"/>
                  <a:gd name="T2" fmla="*/ 113 w 30"/>
                  <a:gd name="T3" fmla="*/ 252 h 37"/>
                  <a:gd name="T4" fmla="*/ 50 w 30"/>
                  <a:gd name="T5" fmla="*/ 423 h 37"/>
                  <a:gd name="T6" fmla="*/ 0 w 30"/>
                  <a:gd name="T7" fmla="*/ 709 h 37"/>
                  <a:gd name="T8" fmla="*/ 188 w 30"/>
                  <a:gd name="T9" fmla="*/ 500 h 37"/>
                  <a:gd name="T10" fmla="*/ 220 w 30"/>
                  <a:gd name="T11" fmla="*/ 286 h 37"/>
                  <a:gd name="T12" fmla="*/ 395 w 30"/>
                  <a:gd name="T13" fmla="*/ 193 h 37"/>
                  <a:gd name="T14" fmla="*/ 470 w 30"/>
                  <a:gd name="T15" fmla="*/ 35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7">
                    <a:moveTo>
                      <a:pt x="30" y="0"/>
                    </a:moveTo>
                    <a:cubicBezTo>
                      <a:pt x="23" y="0"/>
                      <a:pt x="10" y="8"/>
                      <a:pt x="7" y="13"/>
                    </a:cubicBezTo>
                    <a:cubicBezTo>
                      <a:pt x="5" y="16"/>
                      <a:pt x="4" y="19"/>
                      <a:pt x="3" y="22"/>
                    </a:cubicBezTo>
                    <a:cubicBezTo>
                      <a:pt x="3" y="28"/>
                      <a:pt x="2" y="31"/>
                      <a:pt x="0" y="37"/>
                    </a:cubicBezTo>
                    <a:cubicBezTo>
                      <a:pt x="3" y="36"/>
                      <a:pt x="10" y="30"/>
                      <a:pt x="12" y="26"/>
                    </a:cubicBezTo>
                    <a:cubicBezTo>
                      <a:pt x="13" y="23"/>
                      <a:pt x="11" y="18"/>
                      <a:pt x="14" y="15"/>
                    </a:cubicBezTo>
                    <a:cubicBezTo>
                      <a:pt x="17" y="11"/>
                      <a:pt x="22" y="13"/>
                      <a:pt x="25" y="10"/>
                    </a:cubicBezTo>
                    <a:cubicBezTo>
                      <a:pt x="27" y="8"/>
                      <a:pt x="29" y="5"/>
                      <a:pt x="30" y="2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0" name="Freeform 2648">
                <a:extLst>
                  <a:ext uri="{FF2B5EF4-FFF2-40B4-BE49-F238E27FC236}">
                    <a16:creationId xmlns:a16="http://schemas.microsoft.com/office/drawing/2014/main" id="{5B2BEF05-2D8A-47A9-8A26-DDE0B4C6A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737"/>
                <a:ext cx="45" cy="106"/>
              </a:xfrm>
              <a:custGeom>
                <a:avLst/>
                <a:gdLst>
                  <a:gd name="T0" fmla="*/ 145 w 18"/>
                  <a:gd name="T1" fmla="*/ 204 h 40"/>
                  <a:gd name="T2" fmla="*/ 83 w 18"/>
                  <a:gd name="T3" fmla="*/ 485 h 40"/>
                  <a:gd name="T4" fmla="*/ 0 w 18"/>
                  <a:gd name="T5" fmla="*/ 612 h 40"/>
                  <a:gd name="T6" fmla="*/ 113 w 18"/>
                  <a:gd name="T7" fmla="*/ 723 h 40"/>
                  <a:gd name="T8" fmla="*/ 283 w 18"/>
                  <a:gd name="T9" fmla="*/ 315 h 40"/>
                  <a:gd name="T10" fmla="*/ 270 w 18"/>
                  <a:gd name="T11" fmla="*/ 191 h 40"/>
                  <a:gd name="T12" fmla="*/ 220 w 18"/>
                  <a:gd name="T13" fmla="*/ 56 h 40"/>
                  <a:gd name="T14" fmla="*/ 113 w 18"/>
                  <a:gd name="T15" fmla="*/ 34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0">
                    <a:moveTo>
                      <a:pt x="9" y="11"/>
                    </a:moveTo>
                    <a:cubicBezTo>
                      <a:pt x="13" y="15"/>
                      <a:pt x="7" y="23"/>
                      <a:pt x="5" y="26"/>
                    </a:cubicBezTo>
                    <a:cubicBezTo>
                      <a:pt x="3" y="29"/>
                      <a:pt x="1" y="30"/>
                      <a:pt x="0" y="33"/>
                    </a:cubicBezTo>
                    <a:cubicBezTo>
                      <a:pt x="0" y="37"/>
                      <a:pt x="3" y="40"/>
                      <a:pt x="7" y="39"/>
                    </a:cubicBezTo>
                    <a:cubicBezTo>
                      <a:pt x="2" y="31"/>
                      <a:pt x="17" y="26"/>
                      <a:pt x="18" y="17"/>
                    </a:cubicBezTo>
                    <a:cubicBezTo>
                      <a:pt x="18" y="15"/>
                      <a:pt x="17" y="12"/>
                      <a:pt x="17" y="10"/>
                    </a:cubicBezTo>
                    <a:cubicBezTo>
                      <a:pt x="16" y="9"/>
                      <a:pt x="14" y="4"/>
                      <a:pt x="14" y="3"/>
                    </a:cubicBezTo>
                    <a:cubicBezTo>
                      <a:pt x="12" y="1"/>
                      <a:pt x="11" y="0"/>
                      <a:pt x="7" y="2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1" name="Freeform 2649">
                <a:extLst>
                  <a:ext uri="{FF2B5EF4-FFF2-40B4-BE49-F238E27FC236}">
                    <a16:creationId xmlns:a16="http://schemas.microsoft.com/office/drawing/2014/main" id="{1576CD30-CA84-4E77-A831-30AB5750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673"/>
                <a:ext cx="32" cy="77"/>
              </a:xfrm>
              <a:custGeom>
                <a:avLst/>
                <a:gdLst>
                  <a:gd name="T0" fmla="*/ 133 w 13"/>
                  <a:gd name="T1" fmla="*/ 93 h 29"/>
                  <a:gd name="T2" fmla="*/ 153 w 13"/>
                  <a:gd name="T3" fmla="*/ 542 h 29"/>
                  <a:gd name="T4" fmla="*/ 194 w 13"/>
                  <a:gd name="T5" fmla="*/ 11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9" y="5"/>
                    </a:moveTo>
                    <a:cubicBezTo>
                      <a:pt x="0" y="0"/>
                      <a:pt x="4" y="29"/>
                      <a:pt x="10" y="29"/>
                    </a:cubicBezTo>
                    <a:cubicBezTo>
                      <a:pt x="11" y="23"/>
                      <a:pt x="7" y="12"/>
                      <a:pt x="13" y="6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2" name="Freeform 2650">
                <a:extLst>
                  <a:ext uri="{FF2B5EF4-FFF2-40B4-BE49-F238E27FC236}">
                    <a16:creationId xmlns:a16="http://schemas.microsoft.com/office/drawing/2014/main" id="{824CC0F5-529C-41B3-9A2F-B889752D7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676"/>
                <a:ext cx="50" cy="39"/>
              </a:xfrm>
              <a:custGeom>
                <a:avLst/>
                <a:gdLst>
                  <a:gd name="T0" fmla="*/ 20 w 20"/>
                  <a:gd name="T1" fmla="*/ 21 h 15"/>
                  <a:gd name="T2" fmla="*/ 270 w 20"/>
                  <a:gd name="T3" fmla="*/ 156 h 15"/>
                  <a:gd name="T4" fmla="*/ 175 w 20"/>
                  <a:gd name="T5" fmla="*/ 263 h 15"/>
                  <a:gd name="T6" fmla="*/ 0 w 20"/>
                  <a:gd name="T7" fmla="*/ 5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1" y="1"/>
                    </a:moveTo>
                    <a:cubicBezTo>
                      <a:pt x="5" y="2"/>
                      <a:pt x="20" y="0"/>
                      <a:pt x="17" y="9"/>
                    </a:cubicBezTo>
                    <a:cubicBezTo>
                      <a:pt x="9" y="3"/>
                      <a:pt x="13" y="12"/>
                      <a:pt x="11" y="15"/>
                    </a:cubicBezTo>
                    <a:cubicBezTo>
                      <a:pt x="8" y="11"/>
                      <a:pt x="6" y="3"/>
                      <a:pt x="0" y="3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3" name="Freeform 2651">
                <a:extLst>
                  <a:ext uri="{FF2B5EF4-FFF2-40B4-BE49-F238E27FC236}">
                    <a16:creationId xmlns:a16="http://schemas.microsoft.com/office/drawing/2014/main" id="{50154CC7-D211-46B8-964B-5A74B26C2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774"/>
                <a:ext cx="55" cy="59"/>
              </a:xfrm>
              <a:custGeom>
                <a:avLst/>
                <a:gdLst>
                  <a:gd name="T0" fmla="*/ 220 w 22"/>
                  <a:gd name="T1" fmla="*/ 0 h 22"/>
                  <a:gd name="T2" fmla="*/ 0 w 22"/>
                  <a:gd name="T3" fmla="*/ 367 h 22"/>
                  <a:gd name="T4" fmla="*/ 238 w 22"/>
                  <a:gd name="T5" fmla="*/ 389 h 22"/>
                  <a:gd name="T6" fmla="*/ 270 w 22"/>
                  <a:gd name="T7" fmla="*/ 5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14" y="0"/>
                    </a:moveTo>
                    <a:cubicBezTo>
                      <a:pt x="18" y="11"/>
                      <a:pt x="6" y="15"/>
                      <a:pt x="0" y="19"/>
                    </a:cubicBezTo>
                    <a:cubicBezTo>
                      <a:pt x="3" y="21"/>
                      <a:pt x="12" y="22"/>
                      <a:pt x="15" y="20"/>
                    </a:cubicBezTo>
                    <a:cubicBezTo>
                      <a:pt x="22" y="16"/>
                      <a:pt x="17" y="9"/>
                      <a:pt x="17" y="3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4" name="Freeform 2652">
                <a:extLst>
                  <a:ext uri="{FF2B5EF4-FFF2-40B4-BE49-F238E27FC236}">
                    <a16:creationId xmlns:a16="http://schemas.microsoft.com/office/drawing/2014/main" id="{2C114AC8-6A6E-41F9-BB34-52E18B478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867"/>
                <a:ext cx="60" cy="59"/>
              </a:xfrm>
              <a:custGeom>
                <a:avLst/>
                <a:gdLst>
                  <a:gd name="T0" fmla="*/ 375 w 24"/>
                  <a:gd name="T1" fmla="*/ 21 h 22"/>
                  <a:gd name="T2" fmla="*/ 83 w 24"/>
                  <a:gd name="T3" fmla="*/ 94 h 22"/>
                  <a:gd name="T4" fmla="*/ 83 w 24"/>
                  <a:gd name="T5" fmla="*/ 424 h 22"/>
                  <a:gd name="T6" fmla="*/ 125 w 24"/>
                  <a:gd name="T7" fmla="*/ 150 h 22"/>
                  <a:gd name="T8" fmla="*/ 300 w 24"/>
                  <a:gd name="T9" fmla="*/ 5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24" y="1"/>
                    </a:moveTo>
                    <a:cubicBezTo>
                      <a:pt x="17" y="3"/>
                      <a:pt x="10" y="0"/>
                      <a:pt x="5" y="5"/>
                    </a:cubicBezTo>
                    <a:cubicBezTo>
                      <a:pt x="0" y="8"/>
                      <a:pt x="0" y="18"/>
                      <a:pt x="5" y="22"/>
                    </a:cubicBezTo>
                    <a:cubicBezTo>
                      <a:pt x="5" y="18"/>
                      <a:pt x="5" y="11"/>
                      <a:pt x="8" y="8"/>
                    </a:cubicBezTo>
                    <a:cubicBezTo>
                      <a:pt x="10" y="4"/>
                      <a:pt x="15" y="5"/>
                      <a:pt x="19" y="3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5" name="Freeform 2653">
                <a:extLst>
                  <a:ext uri="{FF2B5EF4-FFF2-40B4-BE49-F238E27FC236}">
                    <a16:creationId xmlns:a16="http://schemas.microsoft.com/office/drawing/2014/main" id="{2B6E1045-3953-4052-AD21-A5102AB64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910"/>
                <a:ext cx="58" cy="40"/>
              </a:xfrm>
              <a:custGeom>
                <a:avLst/>
                <a:gdLst>
                  <a:gd name="T0" fmla="*/ 318 w 23"/>
                  <a:gd name="T1" fmla="*/ 0 h 15"/>
                  <a:gd name="T2" fmla="*/ 83 w 23"/>
                  <a:gd name="T3" fmla="*/ 285 h 15"/>
                  <a:gd name="T4" fmla="*/ 113 w 23"/>
                  <a:gd name="T5" fmla="*/ 205 h 15"/>
                  <a:gd name="T6" fmla="*/ 222 w 23"/>
                  <a:gd name="T7" fmla="*/ 136 h 15"/>
                  <a:gd name="T8" fmla="*/ 305 w 23"/>
                  <a:gd name="T9" fmla="*/ 93 h 15"/>
                  <a:gd name="T10" fmla="*/ 368 w 23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20" y="0"/>
                    </a:moveTo>
                    <a:cubicBezTo>
                      <a:pt x="13" y="2"/>
                      <a:pt x="0" y="5"/>
                      <a:pt x="5" y="15"/>
                    </a:cubicBezTo>
                    <a:cubicBezTo>
                      <a:pt x="7" y="14"/>
                      <a:pt x="6" y="13"/>
                      <a:pt x="7" y="11"/>
                    </a:cubicBezTo>
                    <a:cubicBezTo>
                      <a:pt x="9" y="9"/>
                      <a:pt x="11" y="8"/>
                      <a:pt x="14" y="7"/>
                    </a:cubicBezTo>
                    <a:cubicBezTo>
                      <a:pt x="15" y="6"/>
                      <a:pt x="17" y="6"/>
                      <a:pt x="19" y="5"/>
                    </a:cubicBezTo>
                    <a:cubicBezTo>
                      <a:pt x="21" y="3"/>
                      <a:pt x="20" y="1"/>
                      <a:pt x="23" y="0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6" name="Freeform 2654">
                <a:extLst>
                  <a:ext uri="{FF2B5EF4-FFF2-40B4-BE49-F238E27FC236}">
                    <a16:creationId xmlns:a16="http://schemas.microsoft.com/office/drawing/2014/main" id="{16DEA792-A598-4A2C-A0A7-CB2CCB995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990"/>
                <a:ext cx="43" cy="61"/>
              </a:xfrm>
              <a:custGeom>
                <a:avLst/>
                <a:gdLst>
                  <a:gd name="T0" fmla="*/ 255 w 17"/>
                  <a:gd name="T1" fmla="*/ 21 h 23"/>
                  <a:gd name="T2" fmla="*/ 83 w 17"/>
                  <a:gd name="T3" fmla="*/ 430 h 23"/>
                  <a:gd name="T4" fmla="*/ 180 w 17"/>
                  <a:gd name="T5" fmla="*/ 149 h 23"/>
                  <a:gd name="T6" fmla="*/ 210 w 17"/>
                  <a:gd name="T7" fmla="*/ 77 h 23"/>
                  <a:gd name="T8" fmla="*/ 276 w 17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6" y="1"/>
                    </a:moveTo>
                    <a:cubicBezTo>
                      <a:pt x="8" y="2"/>
                      <a:pt x="0" y="17"/>
                      <a:pt x="5" y="23"/>
                    </a:cubicBezTo>
                    <a:cubicBezTo>
                      <a:pt x="6" y="19"/>
                      <a:pt x="9" y="13"/>
                      <a:pt x="11" y="8"/>
                    </a:cubicBezTo>
                    <a:cubicBezTo>
                      <a:pt x="12" y="7"/>
                      <a:pt x="12" y="5"/>
                      <a:pt x="13" y="4"/>
                    </a:cubicBezTo>
                    <a:cubicBezTo>
                      <a:pt x="14" y="2"/>
                      <a:pt x="16" y="3"/>
                      <a:pt x="17" y="0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2655">
                <a:extLst>
                  <a:ext uri="{FF2B5EF4-FFF2-40B4-BE49-F238E27FC236}">
                    <a16:creationId xmlns:a16="http://schemas.microsoft.com/office/drawing/2014/main" id="{02CE5B51-FF54-4647-BC23-E1E2FF06B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851"/>
                <a:ext cx="38" cy="75"/>
              </a:xfrm>
              <a:custGeom>
                <a:avLst/>
                <a:gdLst>
                  <a:gd name="T0" fmla="*/ 243 w 15"/>
                  <a:gd name="T1" fmla="*/ 0 h 28"/>
                  <a:gd name="T2" fmla="*/ 96 w 15"/>
                  <a:gd name="T3" fmla="*/ 21 h 28"/>
                  <a:gd name="T4" fmla="*/ 51 w 15"/>
                  <a:gd name="T5" fmla="*/ 115 h 28"/>
                  <a:gd name="T6" fmla="*/ 51 w 15"/>
                  <a:gd name="T7" fmla="*/ 308 h 28"/>
                  <a:gd name="T8" fmla="*/ 0 w 15"/>
                  <a:gd name="T9" fmla="*/ 517 h 28"/>
                  <a:gd name="T10" fmla="*/ 129 w 15"/>
                  <a:gd name="T11" fmla="*/ 171 h 28"/>
                  <a:gd name="T12" fmla="*/ 243 w 15"/>
                  <a:gd name="T13" fmla="*/ 3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2" y="0"/>
                      <a:pt x="8" y="0"/>
                      <a:pt x="6" y="1"/>
                    </a:cubicBezTo>
                    <a:cubicBezTo>
                      <a:pt x="2" y="3"/>
                      <a:pt x="3" y="3"/>
                      <a:pt x="3" y="6"/>
                    </a:cubicBezTo>
                    <a:cubicBezTo>
                      <a:pt x="3" y="10"/>
                      <a:pt x="4" y="13"/>
                      <a:pt x="3" y="16"/>
                    </a:cubicBezTo>
                    <a:cubicBezTo>
                      <a:pt x="2" y="20"/>
                      <a:pt x="1" y="23"/>
                      <a:pt x="0" y="27"/>
                    </a:cubicBezTo>
                    <a:cubicBezTo>
                      <a:pt x="9" y="28"/>
                      <a:pt x="6" y="14"/>
                      <a:pt x="8" y="9"/>
                    </a:cubicBezTo>
                    <a:cubicBezTo>
                      <a:pt x="9" y="6"/>
                      <a:pt x="14" y="5"/>
                      <a:pt x="15" y="2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2656">
                <a:extLst>
                  <a:ext uri="{FF2B5EF4-FFF2-40B4-BE49-F238E27FC236}">
                    <a16:creationId xmlns:a16="http://schemas.microsoft.com/office/drawing/2014/main" id="{F8106254-CD28-4EF8-8BA3-8596FDF9B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969"/>
                <a:ext cx="68" cy="37"/>
              </a:xfrm>
              <a:custGeom>
                <a:avLst/>
                <a:gdLst>
                  <a:gd name="T0" fmla="*/ 33 w 27"/>
                  <a:gd name="T1" fmla="*/ 34 h 14"/>
                  <a:gd name="T2" fmla="*/ 431 w 27"/>
                  <a:gd name="T3" fmla="*/ 0 h 14"/>
                  <a:gd name="T4" fmla="*/ 272 w 27"/>
                  <a:gd name="T5" fmla="*/ 225 h 14"/>
                  <a:gd name="T6" fmla="*/ 113 w 27"/>
                  <a:gd name="T7" fmla="*/ 238 h 14"/>
                  <a:gd name="T8" fmla="*/ 0 w 27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4">
                    <a:moveTo>
                      <a:pt x="2" y="2"/>
                    </a:moveTo>
                    <a:cubicBezTo>
                      <a:pt x="5" y="12"/>
                      <a:pt x="22" y="2"/>
                      <a:pt x="27" y="0"/>
                    </a:cubicBezTo>
                    <a:cubicBezTo>
                      <a:pt x="23" y="3"/>
                      <a:pt x="21" y="9"/>
                      <a:pt x="17" y="12"/>
                    </a:cubicBezTo>
                    <a:cubicBezTo>
                      <a:pt x="15" y="13"/>
                      <a:pt x="9" y="14"/>
                      <a:pt x="7" y="13"/>
                    </a:cubicBezTo>
                    <a:cubicBezTo>
                      <a:pt x="3" y="12"/>
                      <a:pt x="3" y="8"/>
                      <a:pt x="0" y="6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2657">
                <a:extLst>
                  <a:ext uri="{FF2B5EF4-FFF2-40B4-BE49-F238E27FC236}">
                    <a16:creationId xmlns:a16="http://schemas.microsoft.com/office/drawing/2014/main" id="{B8EF8659-EC5B-40DA-807D-62041D1E1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025"/>
                <a:ext cx="75" cy="45"/>
              </a:xfrm>
              <a:custGeom>
                <a:avLst/>
                <a:gdLst>
                  <a:gd name="T0" fmla="*/ 20 w 30"/>
                  <a:gd name="T1" fmla="*/ 56 h 17"/>
                  <a:gd name="T2" fmla="*/ 283 w 30"/>
                  <a:gd name="T3" fmla="*/ 34 h 17"/>
                  <a:gd name="T4" fmla="*/ 375 w 30"/>
                  <a:gd name="T5" fmla="*/ 169 h 17"/>
                  <a:gd name="T6" fmla="*/ 470 w 30"/>
                  <a:gd name="T7" fmla="*/ 315 h 17"/>
                  <a:gd name="T8" fmla="*/ 250 w 30"/>
                  <a:gd name="T9" fmla="*/ 148 h 17"/>
                  <a:gd name="T10" fmla="*/ 0 w 30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7">
                    <a:moveTo>
                      <a:pt x="1" y="3"/>
                    </a:moveTo>
                    <a:cubicBezTo>
                      <a:pt x="6" y="2"/>
                      <a:pt x="13" y="0"/>
                      <a:pt x="18" y="2"/>
                    </a:cubicBezTo>
                    <a:cubicBezTo>
                      <a:pt x="22" y="4"/>
                      <a:pt x="22" y="5"/>
                      <a:pt x="24" y="9"/>
                    </a:cubicBezTo>
                    <a:cubicBezTo>
                      <a:pt x="26" y="12"/>
                      <a:pt x="30" y="14"/>
                      <a:pt x="30" y="17"/>
                    </a:cubicBezTo>
                    <a:cubicBezTo>
                      <a:pt x="25" y="16"/>
                      <a:pt x="21" y="10"/>
                      <a:pt x="16" y="8"/>
                    </a:cubicBezTo>
                    <a:cubicBezTo>
                      <a:pt x="12" y="6"/>
                      <a:pt x="4" y="3"/>
                      <a:pt x="0" y="6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Freeform 2658">
                <a:extLst>
                  <a:ext uri="{FF2B5EF4-FFF2-40B4-BE49-F238E27FC236}">
                    <a16:creationId xmlns:a16="http://schemas.microsoft.com/office/drawing/2014/main" id="{BD5158A5-1FB3-4D4C-872B-ABD842822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113"/>
                <a:ext cx="65" cy="112"/>
              </a:xfrm>
              <a:custGeom>
                <a:avLst/>
                <a:gdLst>
                  <a:gd name="T0" fmla="*/ 313 w 26"/>
                  <a:gd name="T1" fmla="*/ 35 h 42"/>
                  <a:gd name="T2" fmla="*/ 83 w 26"/>
                  <a:gd name="T3" fmla="*/ 285 h 42"/>
                  <a:gd name="T4" fmla="*/ 113 w 26"/>
                  <a:gd name="T5" fmla="*/ 797 h 42"/>
                  <a:gd name="T6" fmla="*/ 95 w 26"/>
                  <a:gd name="T7" fmla="*/ 491 h 42"/>
                  <a:gd name="T8" fmla="*/ 208 w 26"/>
                  <a:gd name="T9" fmla="*/ 320 h 42"/>
                  <a:gd name="T10" fmla="*/ 270 w 26"/>
                  <a:gd name="T11" fmla="*/ 136 h 42"/>
                  <a:gd name="T12" fmla="*/ 408 w 26"/>
                  <a:gd name="T13" fmla="*/ 21 h 42"/>
                  <a:gd name="T14" fmla="*/ 395 w 26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2">
                    <a:moveTo>
                      <a:pt x="20" y="2"/>
                    </a:moveTo>
                    <a:cubicBezTo>
                      <a:pt x="14" y="6"/>
                      <a:pt x="9" y="9"/>
                      <a:pt x="5" y="15"/>
                    </a:cubicBezTo>
                    <a:cubicBezTo>
                      <a:pt x="0" y="23"/>
                      <a:pt x="0" y="36"/>
                      <a:pt x="7" y="42"/>
                    </a:cubicBezTo>
                    <a:cubicBezTo>
                      <a:pt x="5" y="37"/>
                      <a:pt x="5" y="31"/>
                      <a:pt x="6" y="26"/>
                    </a:cubicBezTo>
                    <a:cubicBezTo>
                      <a:pt x="7" y="21"/>
                      <a:pt x="10" y="21"/>
                      <a:pt x="13" y="17"/>
                    </a:cubicBezTo>
                    <a:cubicBezTo>
                      <a:pt x="15" y="14"/>
                      <a:pt x="15" y="10"/>
                      <a:pt x="17" y="7"/>
                    </a:cubicBezTo>
                    <a:cubicBezTo>
                      <a:pt x="19" y="4"/>
                      <a:pt x="23" y="4"/>
                      <a:pt x="26" y="1"/>
                    </a:cubicBezTo>
                    <a:cubicBezTo>
                      <a:pt x="26" y="0"/>
                      <a:pt x="26" y="1"/>
                      <a:pt x="25" y="0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1" name="Freeform 2659">
                <a:extLst>
                  <a:ext uri="{FF2B5EF4-FFF2-40B4-BE49-F238E27FC236}">
                    <a16:creationId xmlns:a16="http://schemas.microsoft.com/office/drawing/2014/main" id="{68371046-40A2-4853-A906-93C6DAA5C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142"/>
                <a:ext cx="80" cy="72"/>
              </a:xfrm>
              <a:custGeom>
                <a:avLst/>
                <a:gdLst>
                  <a:gd name="T0" fmla="*/ 50 w 32"/>
                  <a:gd name="T1" fmla="*/ 376 h 27"/>
                  <a:gd name="T2" fmla="*/ 188 w 32"/>
                  <a:gd name="T3" fmla="*/ 77 h 27"/>
                  <a:gd name="T4" fmla="*/ 500 w 32"/>
                  <a:gd name="T5" fmla="*/ 115 h 27"/>
                  <a:gd name="T6" fmla="*/ 175 w 32"/>
                  <a:gd name="T7" fmla="*/ 307 h 27"/>
                  <a:gd name="T8" fmla="*/ 175 w 32"/>
                  <a:gd name="T9" fmla="*/ 477 h 27"/>
                  <a:gd name="T10" fmla="*/ 63 w 32"/>
                  <a:gd name="T11" fmla="*/ 37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7">
                    <a:moveTo>
                      <a:pt x="3" y="20"/>
                    </a:moveTo>
                    <a:cubicBezTo>
                      <a:pt x="0" y="12"/>
                      <a:pt x="4" y="5"/>
                      <a:pt x="12" y="4"/>
                    </a:cubicBezTo>
                    <a:cubicBezTo>
                      <a:pt x="17" y="4"/>
                      <a:pt x="32" y="0"/>
                      <a:pt x="32" y="6"/>
                    </a:cubicBezTo>
                    <a:cubicBezTo>
                      <a:pt x="25" y="4"/>
                      <a:pt x="12" y="8"/>
                      <a:pt x="11" y="16"/>
                    </a:cubicBezTo>
                    <a:cubicBezTo>
                      <a:pt x="11" y="19"/>
                      <a:pt x="14" y="23"/>
                      <a:pt x="11" y="25"/>
                    </a:cubicBezTo>
                    <a:cubicBezTo>
                      <a:pt x="8" y="27"/>
                      <a:pt x="5" y="22"/>
                      <a:pt x="4" y="20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2660">
                <a:extLst>
                  <a:ext uri="{FF2B5EF4-FFF2-40B4-BE49-F238E27FC236}">
                    <a16:creationId xmlns:a16="http://schemas.microsoft.com/office/drawing/2014/main" id="{B19A7B80-5995-4936-8623-E1EC6DC00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137"/>
                <a:ext cx="88" cy="42"/>
              </a:xfrm>
              <a:custGeom>
                <a:avLst/>
                <a:gdLst>
                  <a:gd name="T0" fmla="*/ 63 w 35"/>
                  <a:gd name="T1" fmla="*/ 234 h 16"/>
                  <a:gd name="T2" fmla="*/ 317 w 35"/>
                  <a:gd name="T3" fmla="*/ 55 h 16"/>
                  <a:gd name="T4" fmla="*/ 443 w 35"/>
                  <a:gd name="T5" fmla="*/ 21 h 16"/>
                  <a:gd name="T6" fmla="*/ 556 w 35"/>
                  <a:gd name="T7" fmla="*/ 76 h 16"/>
                  <a:gd name="T8" fmla="*/ 410 w 35"/>
                  <a:gd name="T9" fmla="*/ 200 h 16"/>
                  <a:gd name="T10" fmla="*/ 221 w 35"/>
                  <a:gd name="T11" fmla="*/ 144 h 16"/>
                  <a:gd name="T12" fmla="*/ 113 w 35"/>
                  <a:gd name="T13" fmla="*/ 289 h 16"/>
                  <a:gd name="T14" fmla="*/ 146 w 35"/>
                  <a:gd name="T15" fmla="*/ 289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4" y="13"/>
                    </a:moveTo>
                    <a:cubicBezTo>
                      <a:pt x="0" y="0"/>
                      <a:pt x="12" y="2"/>
                      <a:pt x="20" y="3"/>
                    </a:cubicBezTo>
                    <a:cubicBezTo>
                      <a:pt x="25" y="3"/>
                      <a:pt x="24" y="2"/>
                      <a:pt x="28" y="1"/>
                    </a:cubicBezTo>
                    <a:cubicBezTo>
                      <a:pt x="30" y="0"/>
                      <a:pt x="35" y="1"/>
                      <a:pt x="35" y="4"/>
                    </a:cubicBezTo>
                    <a:cubicBezTo>
                      <a:pt x="31" y="4"/>
                      <a:pt x="27" y="7"/>
                      <a:pt x="26" y="11"/>
                    </a:cubicBezTo>
                    <a:cubicBezTo>
                      <a:pt x="22" y="9"/>
                      <a:pt x="19" y="6"/>
                      <a:pt x="14" y="8"/>
                    </a:cubicBezTo>
                    <a:cubicBezTo>
                      <a:pt x="11" y="9"/>
                      <a:pt x="8" y="13"/>
                      <a:pt x="7" y="16"/>
                    </a:cubicBezTo>
                    <a:cubicBezTo>
                      <a:pt x="8" y="16"/>
                      <a:pt x="8" y="16"/>
                      <a:pt x="9" y="16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2661">
                <a:extLst>
                  <a:ext uri="{FF2B5EF4-FFF2-40B4-BE49-F238E27FC236}">
                    <a16:creationId xmlns:a16="http://schemas.microsoft.com/office/drawing/2014/main" id="{76F662D0-AEC1-4EAF-85E6-E319C3608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153"/>
                <a:ext cx="47" cy="40"/>
              </a:xfrm>
              <a:custGeom>
                <a:avLst/>
                <a:gdLst>
                  <a:gd name="T0" fmla="*/ 257 w 19"/>
                  <a:gd name="T1" fmla="*/ 21 h 15"/>
                  <a:gd name="T2" fmla="*/ 42 w 19"/>
                  <a:gd name="T3" fmla="*/ 77 h 15"/>
                  <a:gd name="T4" fmla="*/ 134 w 19"/>
                  <a:gd name="T5" fmla="*/ 227 h 15"/>
                  <a:gd name="T6" fmla="*/ 287 w 19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7" y="1"/>
                    </a:moveTo>
                    <a:cubicBezTo>
                      <a:pt x="12" y="0"/>
                      <a:pt x="7" y="0"/>
                      <a:pt x="3" y="4"/>
                    </a:cubicBezTo>
                    <a:cubicBezTo>
                      <a:pt x="0" y="9"/>
                      <a:pt x="3" y="15"/>
                      <a:pt x="9" y="12"/>
                    </a:cubicBezTo>
                    <a:cubicBezTo>
                      <a:pt x="5" y="8"/>
                      <a:pt x="16" y="5"/>
                      <a:pt x="19" y="3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2662">
                <a:extLst>
                  <a:ext uri="{FF2B5EF4-FFF2-40B4-BE49-F238E27FC236}">
                    <a16:creationId xmlns:a16="http://schemas.microsoft.com/office/drawing/2014/main" id="{F076D66E-703F-4051-AF8E-095644E30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251"/>
                <a:ext cx="107" cy="56"/>
              </a:xfrm>
              <a:custGeom>
                <a:avLst/>
                <a:gdLst>
                  <a:gd name="T0" fmla="*/ 662 w 43"/>
                  <a:gd name="T1" fmla="*/ 136 h 21"/>
                  <a:gd name="T2" fmla="*/ 279 w 43"/>
                  <a:gd name="T3" fmla="*/ 21 h 21"/>
                  <a:gd name="T4" fmla="*/ 42 w 43"/>
                  <a:gd name="T5" fmla="*/ 397 h 21"/>
                  <a:gd name="T6" fmla="*/ 309 w 43"/>
                  <a:gd name="T7" fmla="*/ 205 h 21"/>
                  <a:gd name="T8" fmla="*/ 416 w 43"/>
                  <a:gd name="T9" fmla="*/ 149 h 21"/>
                  <a:gd name="T10" fmla="*/ 600 w 43"/>
                  <a:gd name="T11" fmla="*/ 13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">
                    <a:moveTo>
                      <a:pt x="43" y="7"/>
                    </a:moveTo>
                    <a:cubicBezTo>
                      <a:pt x="35" y="6"/>
                      <a:pt x="27" y="0"/>
                      <a:pt x="18" y="1"/>
                    </a:cubicBezTo>
                    <a:cubicBezTo>
                      <a:pt x="10" y="1"/>
                      <a:pt x="0" y="13"/>
                      <a:pt x="3" y="21"/>
                    </a:cubicBezTo>
                    <a:cubicBezTo>
                      <a:pt x="7" y="12"/>
                      <a:pt x="12" y="10"/>
                      <a:pt x="20" y="11"/>
                    </a:cubicBezTo>
                    <a:cubicBezTo>
                      <a:pt x="24" y="11"/>
                      <a:pt x="24" y="10"/>
                      <a:pt x="27" y="8"/>
                    </a:cubicBezTo>
                    <a:cubicBezTo>
                      <a:pt x="31" y="6"/>
                      <a:pt x="34" y="7"/>
                      <a:pt x="39" y="7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2663">
                <a:extLst>
                  <a:ext uri="{FF2B5EF4-FFF2-40B4-BE49-F238E27FC236}">
                    <a16:creationId xmlns:a16="http://schemas.microsoft.com/office/drawing/2014/main" id="{A5D96006-327C-4287-A35E-49AB43174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267"/>
                <a:ext cx="110" cy="56"/>
              </a:xfrm>
              <a:custGeom>
                <a:avLst/>
                <a:gdLst>
                  <a:gd name="T0" fmla="*/ 0 w 44"/>
                  <a:gd name="T1" fmla="*/ 397 h 21"/>
                  <a:gd name="T2" fmla="*/ 313 w 44"/>
                  <a:gd name="T3" fmla="*/ 56 h 21"/>
                  <a:gd name="T4" fmla="*/ 520 w 44"/>
                  <a:gd name="T5" fmla="*/ 21 h 21"/>
                  <a:gd name="T6" fmla="*/ 688 w 44"/>
                  <a:gd name="T7" fmla="*/ 227 h 21"/>
                  <a:gd name="T8" fmla="*/ 395 w 44"/>
                  <a:gd name="T9" fmla="*/ 136 h 21"/>
                  <a:gd name="T10" fmla="*/ 158 w 44"/>
                  <a:gd name="T11" fmla="*/ 248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2" y="10"/>
                      <a:pt x="11" y="8"/>
                      <a:pt x="20" y="3"/>
                    </a:cubicBezTo>
                    <a:cubicBezTo>
                      <a:pt x="24" y="1"/>
                      <a:pt x="28" y="0"/>
                      <a:pt x="33" y="1"/>
                    </a:cubicBezTo>
                    <a:cubicBezTo>
                      <a:pt x="39" y="3"/>
                      <a:pt x="40" y="8"/>
                      <a:pt x="44" y="12"/>
                    </a:cubicBezTo>
                    <a:cubicBezTo>
                      <a:pt x="37" y="7"/>
                      <a:pt x="33" y="2"/>
                      <a:pt x="25" y="7"/>
                    </a:cubicBezTo>
                    <a:cubicBezTo>
                      <a:pt x="19" y="12"/>
                      <a:pt x="16" y="14"/>
                      <a:pt x="10" y="13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2664">
                <a:extLst>
                  <a:ext uri="{FF2B5EF4-FFF2-40B4-BE49-F238E27FC236}">
                    <a16:creationId xmlns:a16="http://schemas.microsoft.com/office/drawing/2014/main" id="{FCB7CC66-3DC8-4793-AE89-F7E90C646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337"/>
                <a:ext cx="85" cy="96"/>
              </a:xfrm>
              <a:custGeom>
                <a:avLst/>
                <a:gdLst>
                  <a:gd name="T0" fmla="*/ 83 w 34"/>
                  <a:gd name="T1" fmla="*/ 661 h 36"/>
                  <a:gd name="T2" fmla="*/ 20 w 34"/>
                  <a:gd name="T3" fmla="*/ 435 h 36"/>
                  <a:gd name="T4" fmla="*/ 145 w 34"/>
                  <a:gd name="T5" fmla="*/ 227 h 36"/>
                  <a:gd name="T6" fmla="*/ 533 w 34"/>
                  <a:gd name="T7" fmla="*/ 136 h 36"/>
                  <a:gd name="T8" fmla="*/ 238 w 34"/>
                  <a:gd name="T9" fmla="*/ 285 h 36"/>
                  <a:gd name="T10" fmla="*/ 208 w 34"/>
                  <a:gd name="T11" fmla="*/ 456 h 36"/>
                  <a:gd name="T12" fmla="*/ 125 w 34"/>
                  <a:gd name="T13" fmla="*/ 683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5" y="35"/>
                    </a:moveTo>
                    <a:cubicBezTo>
                      <a:pt x="3" y="31"/>
                      <a:pt x="0" y="27"/>
                      <a:pt x="1" y="23"/>
                    </a:cubicBezTo>
                    <a:cubicBezTo>
                      <a:pt x="2" y="18"/>
                      <a:pt x="6" y="15"/>
                      <a:pt x="9" y="12"/>
                    </a:cubicBezTo>
                    <a:cubicBezTo>
                      <a:pt x="16" y="6"/>
                      <a:pt x="26" y="0"/>
                      <a:pt x="34" y="7"/>
                    </a:cubicBezTo>
                    <a:cubicBezTo>
                      <a:pt x="28" y="2"/>
                      <a:pt x="16" y="9"/>
                      <a:pt x="15" y="15"/>
                    </a:cubicBezTo>
                    <a:cubicBezTo>
                      <a:pt x="14" y="20"/>
                      <a:pt x="16" y="20"/>
                      <a:pt x="13" y="24"/>
                    </a:cubicBezTo>
                    <a:cubicBezTo>
                      <a:pt x="10" y="28"/>
                      <a:pt x="4" y="31"/>
                      <a:pt x="8" y="36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2665">
                <a:extLst>
                  <a:ext uri="{FF2B5EF4-FFF2-40B4-BE49-F238E27FC236}">
                    <a16:creationId xmlns:a16="http://schemas.microsoft.com/office/drawing/2014/main" id="{19D8190B-A3A4-4C4A-9FC1-E251555D2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337"/>
                <a:ext cx="120" cy="85"/>
              </a:xfrm>
              <a:custGeom>
                <a:avLst/>
                <a:gdLst>
                  <a:gd name="T0" fmla="*/ 63 w 48"/>
                  <a:gd name="T1" fmla="*/ 600 h 32"/>
                  <a:gd name="T2" fmla="*/ 313 w 48"/>
                  <a:gd name="T3" fmla="*/ 93 h 32"/>
                  <a:gd name="T4" fmla="*/ 750 w 48"/>
                  <a:gd name="T5" fmla="*/ 114 h 32"/>
                  <a:gd name="T6" fmla="*/ 470 w 48"/>
                  <a:gd name="T7" fmla="*/ 133 h 32"/>
                  <a:gd name="T8" fmla="*/ 363 w 48"/>
                  <a:gd name="T9" fmla="*/ 303 h 32"/>
                  <a:gd name="T10" fmla="*/ 83 w 48"/>
                  <a:gd name="T11" fmla="*/ 45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2">
                    <a:moveTo>
                      <a:pt x="4" y="32"/>
                    </a:moveTo>
                    <a:cubicBezTo>
                      <a:pt x="0" y="19"/>
                      <a:pt x="9" y="10"/>
                      <a:pt x="20" y="5"/>
                    </a:cubicBezTo>
                    <a:cubicBezTo>
                      <a:pt x="31" y="0"/>
                      <a:pt x="38" y="0"/>
                      <a:pt x="48" y="6"/>
                    </a:cubicBezTo>
                    <a:cubicBezTo>
                      <a:pt x="45" y="4"/>
                      <a:pt x="34" y="5"/>
                      <a:pt x="30" y="7"/>
                    </a:cubicBezTo>
                    <a:cubicBezTo>
                      <a:pt x="27" y="10"/>
                      <a:pt x="27" y="14"/>
                      <a:pt x="23" y="16"/>
                    </a:cubicBezTo>
                    <a:cubicBezTo>
                      <a:pt x="18" y="19"/>
                      <a:pt x="8" y="18"/>
                      <a:pt x="5" y="24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2666">
                <a:extLst>
                  <a:ext uri="{FF2B5EF4-FFF2-40B4-BE49-F238E27FC236}">
                    <a16:creationId xmlns:a16="http://schemas.microsoft.com/office/drawing/2014/main" id="{1ACE51E8-15D1-4516-BDFC-2D0C233A5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3241"/>
                <a:ext cx="75" cy="48"/>
              </a:xfrm>
              <a:custGeom>
                <a:avLst/>
                <a:gdLst>
                  <a:gd name="T0" fmla="*/ 20 w 30"/>
                  <a:gd name="T1" fmla="*/ 320 h 18"/>
                  <a:gd name="T2" fmla="*/ 470 w 30"/>
                  <a:gd name="T3" fmla="*/ 21 h 18"/>
                  <a:gd name="T4" fmla="*/ 175 w 30"/>
                  <a:gd name="T5" fmla="*/ 171 h 18"/>
                  <a:gd name="T6" fmla="*/ 0 w 30"/>
                  <a:gd name="T7" fmla="*/ 30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8">
                    <a:moveTo>
                      <a:pt x="1" y="17"/>
                    </a:moveTo>
                    <a:cubicBezTo>
                      <a:pt x="6" y="0"/>
                      <a:pt x="14" y="2"/>
                      <a:pt x="30" y="1"/>
                    </a:cubicBezTo>
                    <a:cubicBezTo>
                      <a:pt x="23" y="2"/>
                      <a:pt x="16" y="4"/>
                      <a:pt x="11" y="9"/>
                    </a:cubicBezTo>
                    <a:cubicBezTo>
                      <a:pt x="8" y="13"/>
                      <a:pt x="5" y="18"/>
                      <a:pt x="0" y="16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2667">
                <a:extLst>
                  <a:ext uri="{FF2B5EF4-FFF2-40B4-BE49-F238E27FC236}">
                    <a16:creationId xmlns:a16="http://schemas.microsoft.com/office/drawing/2014/main" id="{CBCEDEF7-43F1-4298-A500-DE3B0672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3166"/>
                <a:ext cx="43" cy="72"/>
              </a:xfrm>
              <a:custGeom>
                <a:avLst/>
                <a:gdLst>
                  <a:gd name="T0" fmla="*/ 255 w 17"/>
                  <a:gd name="T1" fmla="*/ 0 h 27"/>
                  <a:gd name="T2" fmla="*/ 51 w 17"/>
                  <a:gd name="T3" fmla="*/ 205 h 27"/>
                  <a:gd name="T4" fmla="*/ 33 w 17"/>
                  <a:gd name="T5" fmla="*/ 512 h 27"/>
                  <a:gd name="T6" fmla="*/ 147 w 17"/>
                  <a:gd name="T7" fmla="*/ 227 h 27"/>
                  <a:gd name="T8" fmla="*/ 276 w 17"/>
                  <a:gd name="T9" fmla="*/ 3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16" y="0"/>
                    </a:moveTo>
                    <a:cubicBezTo>
                      <a:pt x="12" y="4"/>
                      <a:pt x="6" y="6"/>
                      <a:pt x="3" y="11"/>
                    </a:cubicBezTo>
                    <a:cubicBezTo>
                      <a:pt x="0" y="16"/>
                      <a:pt x="2" y="21"/>
                      <a:pt x="2" y="27"/>
                    </a:cubicBezTo>
                    <a:cubicBezTo>
                      <a:pt x="4" y="21"/>
                      <a:pt x="3" y="16"/>
                      <a:pt x="9" y="12"/>
                    </a:cubicBezTo>
                    <a:cubicBezTo>
                      <a:pt x="14" y="9"/>
                      <a:pt x="15" y="8"/>
                      <a:pt x="17" y="2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2668">
                <a:extLst>
                  <a:ext uri="{FF2B5EF4-FFF2-40B4-BE49-F238E27FC236}">
                    <a16:creationId xmlns:a16="http://schemas.microsoft.com/office/drawing/2014/main" id="{28344102-2CBB-47D0-9FBB-CBED69507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939"/>
                <a:ext cx="65" cy="35"/>
              </a:xfrm>
              <a:custGeom>
                <a:avLst/>
                <a:gdLst>
                  <a:gd name="T0" fmla="*/ 50 w 26"/>
                  <a:gd name="T1" fmla="*/ 22 h 13"/>
                  <a:gd name="T2" fmla="*/ 238 w 26"/>
                  <a:gd name="T3" fmla="*/ 35 h 13"/>
                  <a:gd name="T4" fmla="*/ 408 w 26"/>
                  <a:gd name="T5" fmla="*/ 253 h 13"/>
                  <a:gd name="T6" fmla="*/ 188 w 26"/>
                  <a:gd name="T7" fmla="*/ 137 h 13"/>
                  <a:gd name="T8" fmla="*/ 0 w 26"/>
                  <a:gd name="T9" fmla="*/ 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3">
                    <a:moveTo>
                      <a:pt x="3" y="1"/>
                    </a:moveTo>
                    <a:cubicBezTo>
                      <a:pt x="7" y="2"/>
                      <a:pt x="10" y="0"/>
                      <a:pt x="15" y="2"/>
                    </a:cubicBezTo>
                    <a:cubicBezTo>
                      <a:pt x="19" y="4"/>
                      <a:pt x="23" y="9"/>
                      <a:pt x="26" y="13"/>
                    </a:cubicBezTo>
                    <a:cubicBezTo>
                      <a:pt x="20" y="12"/>
                      <a:pt x="17" y="10"/>
                      <a:pt x="12" y="7"/>
                    </a:cubicBezTo>
                    <a:cubicBezTo>
                      <a:pt x="8" y="4"/>
                      <a:pt x="5" y="3"/>
                      <a:pt x="0" y="3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2669">
                <a:extLst>
                  <a:ext uri="{FF2B5EF4-FFF2-40B4-BE49-F238E27FC236}">
                    <a16:creationId xmlns:a16="http://schemas.microsoft.com/office/drawing/2014/main" id="{DB1F0FE1-AC76-480E-8FD1-3F3F263A7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950"/>
                <a:ext cx="25" cy="59"/>
              </a:xfrm>
              <a:custGeom>
                <a:avLst/>
                <a:gdLst>
                  <a:gd name="T0" fmla="*/ 145 w 10"/>
                  <a:gd name="T1" fmla="*/ 0 h 22"/>
                  <a:gd name="T2" fmla="*/ 20 w 10"/>
                  <a:gd name="T3" fmla="*/ 274 h 22"/>
                  <a:gd name="T4" fmla="*/ 158 w 10"/>
                  <a:gd name="T5" fmla="*/ 424 h 22"/>
                  <a:gd name="T6" fmla="*/ 125 w 10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9" y="0"/>
                    </a:moveTo>
                    <a:cubicBezTo>
                      <a:pt x="5" y="4"/>
                      <a:pt x="0" y="9"/>
                      <a:pt x="1" y="14"/>
                    </a:cubicBezTo>
                    <a:cubicBezTo>
                      <a:pt x="2" y="18"/>
                      <a:pt x="7" y="20"/>
                      <a:pt x="10" y="22"/>
                    </a:cubicBezTo>
                    <a:cubicBezTo>
                      <a:pt x="6" y="17"/>
                      <a:pt x="4" y="8"/>
                      <a:pt x="8" y="2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2670">
                <a:extLst>
                  <a:ext uri="{FF2B5EF4-FFF2-40B4-BE49-F238E27FC236}">
                    <a16:creationId xmlns:a16="http://schemas.microsoft.com/office/drawing/2014/main" id="{66189C7E-B14B-40A4-9596-A6A20D7F3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3358"/>
                <a:ext cx="97" cy="75"/>
              </a:xfrm>
              <a:custGeom>
                <a:avLst/>
                <a:gdLst>
                  <a:gd name="T0" fmla="*/ 75 w 39"/>
                  <a:gd name="T1" fmla="*/ 538 h 28"/>
                  <a:gd name="T2" fmla="*/ 199 w 39"/>
                  <a:gd name="T3" fmla="*/ 78 h 28"/>
                  <a:gd name="T4" fmla="*/ 599 w 39"/>
                  <a:gd name="T5" fmla="*/ 230 h 28"/>
                  <a:gd name="T6" fmla="*/ 229 w 39"/>
                  <a:gd name="T7" fmla="*/ 209 h 28"/>
                  <a:gd name="T8" fmla="*/ 167 w 39"/>
                  <a:gd name="T9" fmla="*/ 329 h 28"/>
                  <a:gd name="T10" fmla="*/ 92 w 39"/>
                  <a:gd name="T11" fmla="*/ 40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8">
                    <a:moveTo>
                      <a:pt x="5" y="28"/>
                    </a:moveTo>
                    <a:cubicBezTo>
                      <a:pt x="4" y="17"/>
                      <a:pt x="0" y="8"/>
                      <a:pt x="13" y="4"/>
                    </a:cubicBezTo>
                    <a:cubicBezTo>
                      <a:pt x="23" y="0"/>
                      <a:pt x="32" y="6"/>
                      <a:pt x="39" y="12"/>
                    </a:cubicBezTo>
                    <a:cubicBezTo>
                      <a:pt x="32" y="10"/>
                      <a:pt x="21" y="5"/>
                      <a:pt x="15" y="11"/>
                    </a:cubicBezTo>
                    <a:cubicBezTo>
                      <a:pt x="13" y="13"/>
                      <a:pt x="13" y="15"/>
                      <a:pt x="11" y="17"/>
                    </a:cubicBezTo>
                    <a:cubicBezTo>
                      <a:pt x="9" y="19"/>
                      <a:pt x="6" y="18"/>
                      <a:pt x="6" y="21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2671">
                <a:extLst>
                  <a:ext uri="{FF2B5EF4-FFF2-40B4-BE49-F238E27FC236}">
                    <a16:creationId xmlns:a16="http://schemas.microsoft.com/office/drawing/2014/main" id="{EA8291C8-EC96-4AA7-B59B-4A7BCBE57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363"/>
                <a:ext cx="68" cy="80"/>
              </a:xfrm>
              <a:custGeom>
                <a:avLst/>
                <a:gdLst>
                  <a:gd name="T0" fmla="*/ 380 w 27"/>
                  <a:gd name="T1" fmla="*/ 35 h 30"/>
                  <a:gd name="T2" fmla="*/ 113 w 27"/>
                  <a:gd name="T3" fmla="*/ 149 h 30"/>
                  <a:gd name="T4" fmla="*/ 96 w 27"/>
                  <a:gd name="T5" fmla="*/ 568 h 30"/>
                  <a:gd name="T6" fmla="*/ 242 w 27"/>
                  <a:gd name="T7" fmla="*/ 205 h 30"/>
                  <a:gd name="T8" fmla="*/ 335 w 27"/>
                  <a:gd name="T9" fmla="*/ 136 h 30"/>
                  <a:gd name="T10" fmla="*/ 431 w 27"/>
                  <a:gd name="T11" fmla="*/ 2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0">
                    <a:moveTo>
                      <a:pt x="24" y="2"/>
                    </a:moveTo>
                    <a:cubicBezTo>
                      <a:pt x="16" y="0"/>
                      <a:pt x="11" y="1"/>
                      <a:pt x="7" y="8"/>
                    </a:cubicBezTo>
                    <a:cubicBezTo>
                      <a:pt x="4" y="15"/>
                      <a:pt x="0" y="25"/>
                      <a:pt x="6" y="30"/>
                    </a:cubicBezTo>
                    <a:cubicBezTo>
                      <a:pt x="1" y="23"/>
                      <a:pt x="7" y="13"/>
                      <a:pt x="15" y="11"/>
                    </a:cubicBezTo>
                    <a:cubicBezTo>
                      <a:pt x="19" y="10"/>
                      <a:pt x="19" y="12"/>
                      <a:pt x="21" y="7"/>
                    </a:cubicBezTo>
                    <a:cubicBezTo>
                      <a:pt x="24" y="3"/>
                      <a:pt x="20" y="3"/>
                      <a:pt x="27" y="1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2672">
                <a:extLst>
                  <a:ext uri="{FF2B5EF4-FFF2-40B4-BE49-F238E27FC236}">
                    <a16:creationId xmlns:a16="http://schemas.microsoft.com/office/drawing/2014/main" id="{FD1333B9-B7A4-4287-8820-1C71A68CC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3254"/>
                <a:ext cx="65" cy="59"/>
              </a:xfrm>
              <a:custGeom>
                <a:avLst/>
                <a:gdLst>
                  <a:gd name="T0" fmla="*/ 20 w 26"/>
                  <a:gd name="T1" fmla="*/ 367 h 22"/>
                  <a:gd name="T2" fmla="*/ 408 w 26"/>
                  <a:gd name="T3" fmla="*/ 80 h 22"/>
                  <a:gd name="T4" fmla="*/ 238 w 26"/>
                  <a:gd name="T5" fmla="*/ 274 h 22"/>
                  <a:gd name="T6" fmla="*/ 0 w 26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2">
                    <a:moveTo>
                      <a:pt x="1" y="19"/>
                    </a:moveTo>
                    <a:cubicBezTo>
                      <a:pt x="8" y="14"/>
                      <a:pt x="15" y="0"/>
                      <a:pt x="26" y="4"/>
                    </a:cubicBezTo>
                    <a:cubicBezTo>
                      <a:pt x="19" y="2"/>
                      <a:pt x="18" y="11"/>
                      <a:pt x="15" y="14"/>
                    </a:cubicBezTo>
                    <a:cubicBezTo>
                      <a:pt x="11" y="18"/>
                      <a:pt x="4" y="18"/>
                      <a:pt x="0" y="22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2673">
                <a:extLst>
                  <a:ext uri="{FF2B5EF4-FFF2-40B4-BE49-F238E27FC236}">
                    <a16:creationId xmlns:a16="http://schemas.microsoft.com/office/drawing/2014/main" id="{C0D4E9B4-C07B-4C98-9838-20696A823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254"/>
                <a:ext cx="57" cy="61"/>
              </a:xfrm>
              <a:custGeom>
                <a:avLst/>
                <a:gdLst>
                  <a:gd name="T0" fmla="*/ 0 w 23"/>
                  <a:gd name="T1" fmla="*/ 90 h 23"/>
                  <a:gd name="T2" fmla="*/ 258 w 23"/>
                  <a:gd name="T3" fmla="*/ 77 h 23"/>
                  <a:gd name="T4" fmla="*/ 287 w 23"/>
                  <a:gd name="T5" fmla="*/ 204 h 23"/>
                  <a:gd name="T6" fmla="*/ 337 w 23"/>
                  <a:gd name="T7" fmla="*/ 430 h 23"/>
                  <a:gd name="T8" fmla="*/ 196 w 23"/>
                  <a:gd name="T9" fmla="*/ 170 h 23"/>
                  <a:gd name="T10" fmla="*/ 12 w 23"/>
                  <a:gd name="T11" fmla="*/ 13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3">
                    <a:moveTo>
                      <a:pt x="0" y="5"/>
                    </a:moveTo>
                    <a:cubicBezTo>
                      <a:pt x="3" y="2"/>
                      <a:pt x="12" y="0"/>
                      <a:pt x="17" y="4"/>
                    </a:cubicBezTo>
                    <a:cubicBezTo>
                      <a:pt x="19" y="5"/>
                      <a:pt x="18" y="8"/>
                      <a:pt x="19" y="11"/>
                    </a:cubicBezTo>
                    <a:cubicBezTo>
                      <a:pt x="20" y="15"/>
                      <a:pt x="23" y="19"/>
                      <a:pt x="22" y="23"/>
                    </a:cubicBezTo>
                    <a:cubicBezTo>
                      <a:pt x="18" y="20"/>
                      <a:pt x="18" y="13"/>
                      <a:pt x="13" y="9"/>
                    </a:cubicBezTo>
                    <a:cubicBezTo>
                      <a:pt x="9" y="6"/>
                      <a:pt x="5" y="7"/>
                      <a:pt x="1" y="7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2674">
                <a:extLst>
                  <a:ext uri="{FF2B5EF4-FFF2-40B4-BE49-F238E27FC236}">
                    <a16:creationId xmlns:a16="http://schemas.microsoft.com/office/drawing/2014/main" id="{87C0FBB7-7F06-4A7B-99BE-24719D8D3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385"/>
                <a:ext cx="63" cy="77"/>
              </a:xfrm>
              <a:custGeom>
                <a:avLst/>
                <a:gdLst>
                  <a:gd name="T0" fmla="*/ 126 w 25"/>
                  <a:gd name="T1" fmla="*/ 170 h 29"/>
                  <a:gd name="T2" fmla="*/ 222 w 25"/>
                  <a:gd name="T3" fmla="*/ 542 h 29"/>
                  <a:gd name="T4" fmla="*/ 285 w 25"/>
                  <a:gd name="T5" fmla="*/ 112 h 29"/>
                  <a:gd name="T6" fmla="*/ 63 w 25"/>
                  <a:gd name="T7" fmla="*/ 17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9">
                    <a:moveTo>
                      <a:pt x="8" y="9"/>
                    </a:moveTo>
                    <a:cubicBezTo>
                      <a:pt x="21" y="10"/>
                      <a:pt x="7" y="24"/>
                      <a:pt x="14" y="29"/>
                    </a:cubicBezTo>
                    <a:cubicBezTo>
                      <a:pt x="12" y="21"/>
                      <a:pt x="25" y="13"/>
                      <a:pt x="18" y="6"/>
                    </a:cubicBezTo>
                    <a:cubicBezTo>
                      <a:pt x="14" y="3"/>
                      <a:pt x="0" y="0"/>
                      <a:pt x="4" y="9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2675">
                <a:extLst>
                  <a:ext uri="{FF2B5EF4-FFF2-40B4-BE49-F238E27FC236}">
                    <a16:creationId xmlns:a16="http://schemas.microsoft.com/office/drawing/2014/main" id="{A1CFE8EC-5CF7-4FAD-989A-A95770FDB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009"/>
                <a:ext cx="53" cy="85"/>
              </a:xfrm>
              <a:custGeom>
                <a:avLst/>
                <a:gdLst>
                  <a:gd name="T0" fmla="*/ 338 w 21"/>
                  <a:gd name="T1" fmla="*/ 0 h 32"/>
                  <a:gd name="T2" fmla="*/ 96 w 21"/>
                  <a:gd name="T3" fmla="*/ 149 h 32"/>
                  <a:gd name="T4" fmla="*/ 0 w 21"/>
                  <a:gd name="T5" fmla="*/ 353 h 32"/>
                  <a:gd name="T6" fmla="*/ 83 w 21"/>
                  <a:gd name="T7" fmla="*/ 600 h 32"/>
                  <a:gd name="T8" fmla="*/ 179 w 21"/>
                  <a:gd name="T9" fmla="*/ 205 h 32"/>
                  <a:gd name="T10" fmla="*/ 305 w 21"/>
                  <a:gd name="T11" fmla="*/ 2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2">
                    <a:moveTo>
                      <a:pt x="21" y="0"/>
                    </a:moveTo>
                    <a:cubicBezTo>
                      <a:pt x="14" y="0"/>
                      <a:pt x="10" y="3"/>
                      <a:pt x="6" y="8"/>
                    </a:cubicBezTo>
                    <a:cubicBezTo>
                      <a:pt x="4" y="11"/>
                      <a:pt x="1" y="15"/>
                      <a:pt x="0" y="19"/>
                    </a:cubicBezTo>
                    <a:cubicBezTo>
                      <a:pt x="0" y="25"/>
                      <a:pt x="2" y="27"/>
                      <a:pt x="5" y="32"/>
                    </a:cubicBezTo>
                    <a:cubicBezTo>
                      <a:pt x="2" y="23"/>
                      <a:pt x="6" y="18"/>
                      <a:pt x="11" y="11"/>
                    </a:cubicBezTo>
                    <a:cubicBezTo>
                      <a:pt x="13" y="8"/>
                      <a:pt x="14" y="2"/>
                      <a:pt x="19" y="1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2676">
                <a:extLst>
                  <a:ext uri="{FF2B5EF4-FFF2-40B4-BE49-F238E27FC236}">
                    <a16:creationId xmlns:a16="http://schemas.microsoft.com/office/drawing/2014/main" id="{DF1C6780-EBB7-40E2-ABC6-A9675F048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3262"/>
                <a:ext cx="52" cy="72"/>
              </a:xfrm>
              <a:custGeom>
                <a:avLst/>
                <a:gdLst>
                  <a:gd name="T0" fmla="*/ 92 w 21"/>
                  <a:gd name="T1" fmla="*/ 77 h 27"/>
                  <a:gd name="T2" fmla="*/ 74 w 21"/>
                  <a:gd name="T3" fmla="*/ 512 h 27"/>
                  <a:gd name="T4" fmla="*/ 154 w 21"/>
                  <a:gd name="T5" fmla="*/ 149 h 27"/>
                  <a:gd name="T6" fmla="*/ 319 w 21"/>
                  <a:gd name="T7" fmla="*/ 56 h 27"/>
                  <a:gd name="T8" fmla="*/ 104 w 21"/>
                  <a:gd name="T9" fmla="*/ 9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6" y="4"/>
                    </a:moveTo>
                    <a:cubicBezTo>
                      <a:pt x="0" y="10"/>
                      <a:pt x="1" y="20"/>
                      <a:pt x="5" y="27"/>
                    </a:cubicBezTo>
                    <a:cubicBezTo>
                      <a:pt x="4" y="20"/>
                      <a:pt x="4" y="13"/>
                      <a:pt x="10" y="8"/>
                    </a:cubicBezTo>
                    <a:cubicBezTo>
                      <a:pt x="13" y="6"/>
                      <a:pt x="18" y="6"/>
                      <a:pt x="21" y="3"/>
                    </a:cubicBezTo>
                    <a:cubicBezTo>
                      <a:pt x="16" y="0"/>
                      <a:pt x="11" y="4"/>
                      <a:pt x="7" y="5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2677">
                <a:extLst>
                  <a:ext uri="{FF2B5EF4-FFF2-40B4-BE49-F238E27FC236}">
                    <a16:creationId xmlns:a16="http://schemas.microsoft.com/office/drawing/2014/main" id="{2C896124-6858-47A1-B405-B23EB98A1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3329"/>
                <a:ext cx="98" cy="98"/>
              </a:xfrm>
              <a:custGeom>
                <a:avLst/>
                <a:gdLst>
                  <a:gd name="T0" fmla="*/ 33 w 39"/>
                  <a:gd name="T1" fmla="*/ 408 h 37"/>
                  <a:gd name="T2" fmla="*/ 126 w 39"/>
                  <a:gd name="T3" fmla="*/ 148 h 37"/>
                  <a:gd name="T4" fmla="*/ 284 w 39"/>
                  <a:gd name="T5" fmla="*/ 90 h 37"/>
                  <a:gd name="T6" fmla="*/ 618 w 39"/>
                  <a:gd name="T7" fmla="*/ 90 h 37"/>
                  <a:gd name="T8" fmla="*/ 176 w 39"/>
                  <a:gd name="T9" fmla="*/ 281 h 37"/>
                  <a:gd name="T10" fmla="*/ 221 w 39"/>
                  <a:gd name="T11" fmla="*/ 689 h 37"/>
                  <a:gd name="T12" fmla="*/ 113 w 39"/>
                  <a:gd name="T13" fmla="*/ 609 h 37"/>
                  <a:gd name="T14" fmla="*/ 50 w 39"/>
                  <a:gd name="T15" fmla="*/ 45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2" y="22"/>
                    </a:moveTo>
                    <a:cubicBezTo>
                      <a:pt x="0" y="19"/>
                      <a:pt x="5" y="11"/>
                      <a:pt x="8" y="8"/>
                    </a:cubicBezTo>
                    <a:cubicBezTo>
                      <a:pt x="10" y="6"/>
                      <a:pt x="14" y="6"/>
                      <a:pt x="18" y="5"/>
                    </a:cubicBezTo>
                    <a:cubicBezTo>
                      <a:pt x="23" y="4"/>
                      <a:pt x="35" y="0"/>
                      <a:pt x="39" y="5"/>
                    </a:cubicBezTo>
                    <a:cubicBezTo>
                      <a:pt x="30" y="4"/>
                      <a:pt x="18" y="8"/>
                      <a:pt x="11" y="15"/>
                    </a:cubicBezTo>
                    <a:cubicBezTo>
                      <a:pt x="4" y="22"/>
                      <a:pt x="16" y="29"/>
                      <a:pt x="14" y="37"/>
                    </a:cubicBezTo>
                    <a:cubicBezTo>
                      <a:pt x="11" y="37"/>
                      <a:pt x="9" y="34"/>
                      <a:pt x="7" y="33"/>
                    </a:cubicBezTo>
                    <a:cubicBezTo>
                      <a:pt x="3" y="30"/>
                      <a:pt x="0" y="30"/>
                      <a:pt x="3" y="24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2678">
                <a:extLst>
                  <a:ext uri="{FF2B5EF4-FFF2-40B4-BE49-F238E27FC236}">
                    <a16:creationId xmlns:a16="http://schemas.microsoft.com/office/drawing/2014/main" id="{8A3AE2EF-9344-4FA7-B78B-D2D1588C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379"/>
                <a:ext cx="25" cy="67"/>
              </a:xfrm>
              <a:custGeom>
                <a:avLst/>
                <a:gdLst>
                  <a:gd name="T0" fmla="*/ 113 w 10"/>
                  <a:gd name="T1" fmla="*/ 78 h 25"/>
                  <a:gd name="T2" fmla="*/ 158 w 10"/>
                  <a:gd name="T3" fmla="*/ 445 h 25"/>
                  <a:gd name="T4" fmla="*/ 95 w 1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7" y="4"/>
                    </a:moveTo>
                    <a:cubicBezTo>
                      <a:pt x="5" y="9"/>
                      <a:pt x="0" y="25"/>
                      <a:pt x="10" y="23"/>
                    </a:cubicBezTo>
                    <a:cubicBezTo>
                      <a:pt x="6" y="17"/>
                      <a:pt x="10" y="7"/>
                      <a:pt x="6" y="0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2679">
                <a:extLst>
                  <a:ext uri="{FF2B5EF4-FFF2-40B4-BE49-F238E27FC236}">
                    <a16:creationId xmlns:a16="http://schemas.microsoft.com/office/drawing/2014/main" id="{0B780DF7-1A6D-4D43-89BD-0C1B6196F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3038"/>
                <a:ext cx="42" cy="51"/>
              </a:xfrm>
              <a:custGeom>
                <a:avLst/>
                <a:gdLst>
                  <a:gd name="T0" fmla="*/ 121 w 17"/>
                  <a:gd name="T1" fmla="*/ 0 h 19"/>
                  <a:gd name="T2" fmla="*/ 91 w 17"/>
                  <a:gd name="T3" fmla="*/ 368 h 19"/>
                  <a:gd name="T4" fmla="*/ 133 w 17"/>
                  <a:gd name="T5" fmla="*/ 94 h 19"/>
                  <a:gd name="T6" fmla="*/ 257 w 17"/>
                  <a:gd name="T7" fmla="*/ 35 h 19"/>
                  <a:gd name="T8" fmla="*/ 166 w 17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8" y="0"/>
                    </a:moveTo>
                    <a:cubicBezTo>
                      <a:pt x="0" y="6"/>
                      <a:pt x="1" y="11"/>
                      <a:pt x="6" y="19"/>
                    </a:cubicBezTo>
                    <a:cubicBezTo>
                      <a:pt x="4" y="14"/>
                      <a:pt x="4" y="8"/>
                      <a:pt x="9" y="5"/>
                    </a:cubicBezTo>
                    <a:cubicBezTo>
                      <a:pt x="12" y="4"/>
                      <a:pt x="15" y="6"/>
                      <a:pt x="17" y="2"/>
                    </a:cubicBezTo>
                    <a:cubicBezTo>
                      <a:pt x="15" y="2"/>
                      <a:pt x="12" y="0"/>
                      <a:pt x="11" y="0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2680">
                <a:extLst>
                  <a:ext uri="{FF2B5EF4-FFF2-40B4-BE49-F238E27FC236}">
                    <a16:creationId xmlns:a16="http://schemas.microsoft.com/office/drawing/2014/main" id="{245A1631-0910-455D-A542-CB91B37BB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171"/>
                <a:ext cx="48" cy="48"/>
              </a:xfrm>
              <a:custGeom>
                <a:avLst/>
                <a:gdLst>
                  <a:gd name="T0" fmla="*/ 255 w 19"/>
                  <a:gd name="T1" fmla="*/ 35 h 18"/>
                  <a:gd name="T2" fmla="*/ 147 w 19"/>
                  <a:gd name="T3" fmla="*/ 248 h 18"/>
                  <a:gd name="T4" fmla="*/ 0 w 19"/>
                  <a:gd name="T5" fmla="*/ 320 h 18"/>
                  <a:gd name="T6" fmla="*/ 255 w 19"/>
                  <a:gd name="T7" fmla="*/ 248 h 18"/>
                  <a:gd name="T8" fmla="*/ 306 w 1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6" y="2"/>
                    </a:moveTo>
                    <a:cubicBezTo>
                      <a:pt x="15" y="6"/>
                      <a:pt x="12" y="10"/>
                      <a:pt x="9" y="13"/>
                    </a:cubicBezTo>
                    <a:cubicBezTo>
                      <a:pt x="6" y="16"/>
                      <a:pt x="3" y="16"/>
                      <a:pt x="0" y="17"/>
                    </a:cubicBezTo>
                    <a:cubicBezTo>
                      <a:pt x="5" y="18"/>
                      <a:pt x="12" y="18"/>
                      <a:pt x="16" y="13"/>
                    </a:cubicBezTo>
                    <a:cubicBezTo>
                      <a:pt x="18" y="9"/>
                      <a:pt x="16" y="4"/>
                      <a:pt x="19" y="0"/>
                    </a:cubicBezTo>
                  </a:path>
                </a:pathLst>
              </a:custGeom>
              <a:solidFill>
                <a:srgbClr val="FDF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2681">
                <a:extLst>
                  <a:ext uri="{FF2B5EF4-FFF2-40B4-BE49-F238E27FC236}">
                    <a16:creationId xmlns:a16="http://schemas.microsoft.com/office/drawing/2014/main" id="{D2FFA8EF-85AC-4B93-9F2E-151DB3428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187"/>
                <a:ext cx="107" cy="64"/>
              </a:xfrm>
              <a:custGeom>
                <a:avLst/>
                <a:gdLst>
                  <a:gd name="T0" fmla="*/ 0 w 43"/>
                  <a:gd name="T1" fmla="*/ 419 h 24"/>
                  <a:gd name="T2" fmla="*/ 187 w 43"/>
                  <a:gd name="T3" fmla="*/ 435 h 24"/>
                  <a:gd name="T4" fmla="*/ 416 w 43"/>
                  <a:gd name="T5" fmla="*/ 376 h 24"/>
                  <a:gd name="T6" fmla="*/ 508 w 43"/>
                  <a:gd name="T7" fmla="*/ 0 h 24"/>
                  <a:gd name="T8" fmla="*/ 383 w 43"/>
                  <a:gd name="T9" fmla="*/ 227 h 24"/>
                  <a:gd name="T10" fmla="*/ 12 w 43"/>
                  <a:gd name="T11" fmla="*/ 39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4">
                    <a:moveTo>
                      <a:pt x="0" y="22"/>
                    </a:moveTo>
                    <a:cubicBezTo>
                      <a:pt x="4" y="22"/>
                      <a:pt x="8" y="24"/>
                      <a:pt x="12" y="23"/>
                    </a:cubicBezTo>
                    <a:cubicBezTo>
                      <a:pt x="16" y="23"/>
                      <a:pt x="23" y="21"/>
                      <a:pt x="27" y="20"/>
                    </a:cubicBezTo>
                    <a:cubicBezTo>
                      <a:pt x="35" y="18"/>
                      <a:pt x="43" y="5"/>
                      <a:pt x="33" y="0"/>
                    </a:cubicBezTo>
                    <a:cubicBezTo>
                      <a:pt x="32" y="6"/>
                      <a:pt x="32" y="9"/>
                      <a:pt x="25" y="12"/>
                    </a:cubicBezTo>
                    <a:cubicBezTo>
                      <a:pt x="17" y="16"/>
                      <a:pt x="9" y="18"/>
                      <a:pt x="1" y="21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2682">
                <a:extLst>
                  <a:ext uri="{FF2B5EF4-FFF2-40B4-BE49-F238E27FC236}">
                    <a16:creationId xmlns:a16="http://schemas.microsoft.com/office/drawing/2014/main" id="{5B8DCC42-1492-4125-AFC6-E0F61817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206"/>
                <a:ext cx="63" cy="29"/>
              </a:xfrm>
              <a:custGeom>
                <a:avLst/>
                <a:gdLst>
                  <a:gd name="T0" fmla="*/ 33 w 25"/>
                  <a:gd name="T1" fmla="*/ 145 h 11"/>
                  <a:gd name="T2" fmla="*/ 222 w 25"/>
                  <a:gd name="T3" fmla="*/ 182 h 11"/>
                  <a:gd name="T4" fmla="*/ 401 w 25"/>
                  <a:gd name="T5" fmla="*/ 0 h 11"/>
                  <a:gd name="T6" fmla="*/ 113 w 25"/>
                  <a:gd name="T7" fmla="*/ 90 h 11"/>
                  <a:gd name="T8" fmla="*/ 50 w 25"/>
                  <a:gd name="T9" fmla="*/ 16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2" y="8"/>
                    </a:moveTo>
                    <a:cubicBezTo>
                      <a:pt x="6" y="11"/>
                      <a:pt x="10" y="11"/>
                      <a:pt x="14" y="10"/>
                    </a:cubicBezTo>
                    <a:cubicBezTo>
                      <a:pt x="20" y="8"/>
                      <a:pt x="21" y="4"/>
                      <a:pt x="25" y="0"/>
                    </a:cubicBezTo>
                    <a:cubicBezTo>
                      <a:pt x="18" y="3"/>
                      <a:pt x="15" y="7"/>
                      <a:pt x="7" y="5"/>
                    </a:cubicBezTo>
                    <a:cubicBezTo>
                      <a:pt x="0" y="3"/>
                      <a:pt x="2" y="2"/>
                      <a:pt x="3" y="9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2683">
                <a:extLst>
                  <a:ext uri="{FF2B5EF4-FFF2-40B4-BE49-F238E27FC236}">
                    <a16:creationId xmlns:a16="http://schemas.microsoft.com/office/drawing/2014/main" id="{562A95D3-24C4-4C36-8066-A28383951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187"/>
                <a:ext cx="110" cy="72"/>
              </a:xfrm>
              <a:custGeom>
                <a:avLst/>
                <a:gdLst>
                  <a:gd name="T0" fmla="*/ 220 w 44"/>
                  <a:gd name="T1" fmla="*/ 341 h 27"/>
                  <a:gd name="T2" fmla="*/ 645 w 44"/>
                  <a:gd name="T3" fmla="*/ 0 h 27"/>
                  <a:gd name="T4" fmla="*/ 395 w 44"/>
                  <a:gd name="T5" fmla="*/ 285 h 27"/>
                  <a:gd name="T6" fmla="*/ 220 w 44"/>
                  <a:gd name="T7" fmla="*/ 285 h 27"/>
                  <a:gd name="T8" fmla="*/ 33 w 44"/>
                  <a:gd name="T9" fmla="*/ 192 h 27"/>
                  <a:gd name="T10" fmla="*/ 158 w 44"/>
                  <a:gd name="T11" fmla="*/ 32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7">
                    <a:moveTo>
                      <a:pt x="14" y="18"/>
                    </a:moveTo>
                    <a:cubicBezTo>
                      <a:pt x="27" y="27"/>
                      <a:pt x="44" y="14"/>
                      <a:pt x="41" y="0"/>
                    </a:cubicBezTo>
                    <a:cubicBezTo>
                      <a:pt x="39" y="9"/>
                      <a:pt x="33" y="12"/>
                      <a:pt x="25" y="15"/>
                    </a:cubicBezTo>
                    <a:cubicBezTo>
                      <a:pt x="20" y="16"/>
                      <a:pt x="18" y="17"/>
                      <a:pt x="14" y="15"/>
                    </a:cubicBezTo>
                    <a:cubicBezTo>
                      <a:pt x="10" y="14"/>
                      <a:pt x="6" y="10"/>
                      <a:pt x="2" y="10"/>
                    </a:cubicBezTo>
                    <a:cubicBezTo>
                      <a:pt x="0" y="15"/>
                      <a:pt x="7" y="15"/>
                      <a:pt x="10" y="17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2684">
                <a:extLst>
                  <a:ext uri="{FF2B5EF4-FFF2-40B4-BE49-F238E27FC236}">
                    <a16:creationId xmlns:a16="http://schemas.microsoft.com/office/drawing/2014/main" id="{4136DEF3-BCF7-4226-BF57-25ACB97B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321"/>
                <a:ext cx="100" cy="45"/>
              </a:xfrm>
              <a:custGeom>
                <a:avLst/>
                <a:gdLst>
                  <a:gd name="T0" fmla="*/ 20 w 40"/>
                  <a:gd name="T1" fmla="*/ 0 h 17"/>
                  <a:gd name="T2" fmla="*/ 33 w 40"/>
                  <a:gd name="T3" fmla="*/ 148 h 17"/>
                  <a:gd name="T4" fmla="*/ 20 w 40"/>
                  <a:gd name="T5" fmla="*/ 238 h 17"/>
                  <a:gd name="T6" fmla="*/ 250 w 40"/>
                  <a:gd name="T7" fmla="*/ 315 h 17"/>
                  <a:gd name="T8" fmla="*/ 520 w 40"/>
                  <a:gd name="T9" fmla="*/ 225 h 17"/>
                  <a:gd name="T10" fmla="*/ 625 w 40"/>
                  <a:gd name="T11" fmla="*/ 0 h 17"/>
                  <a:gd name="T12" fmla="*/ 363 w 40"/>
                  <a:gd name="T13" fmla="*/ 204 h 17"/>
                  <a:gd name="T14" fmla="*/ 208 w 40"/>
                  <a:gd name="T15" fmla="*/ 90 h 17"/>
                  <a:gd name="T16" fmla="*/ 50 w 40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7">
                    <a:moveTo>
                      <a:pt x="1" y="0"/>
                    </a:moveTo>
                    <a:cubicBezTo>
                      <a:pt x="2" y="3"/>
                      <a:pt x="2" y="6"/>
                      <a:pt x="2" y="8"/>
                    </a:cubicBezTo>
                    <a:cubicBezTo>
                      <a:pt x="2" y="10"/>
                      <a:pt x="0" y="12"/>
                      <a:pt x="1" y="13"/>
                    </a:cubicBezTo>
                    <a:cubicBezTo>
                      <a:pt x="3" y="16"/>
                      <a:pt x="14" y="17"/>
                      <a:pt x="16" y="17"/>
                    </a:cubicBezTo>
                    <a:cubicBezTo>
                      <a:pt x="22" y="17"/>
                      <a:pt x="28" y="15"/>
                      <a:pt x="33" y="12"/>
                    </a:cubicBezTo>
                    <a:cubicBezTo>
                      <a:pt x="38" y="9"/>
                      <a:pt x="39" y="5"/>
                      <a:pt x="40" y="0"/>
                    </a:cubicBezTo>
                    <a:cubicBezTo>
                      <a:pt x="35" y="5"/>
                      <a:pt x="33" y="12"/>
                      <a:pt x="23" y="11"/>
                    </a:cubicBezTo>
                    <a:cubicBezTo>
                      <a:pt x="19" y="10"/>
                      <a:pt x="16" y="8"/>
                      <a:pt x="13" y="5"/>
                    </a:cubicBezTo>
                    <a:cubicBezTo>
                      <a:pt x="10" y="4"/>
                      <a:pt x="5" y="3"/>
                      <a:pt x="3" y="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2685">
                <a:extLst>
                  <a:ext uri="{FF2B5EF4-FFF2-40B4-BE49-F238E27FC236}">
                    <a16:creationId xmlns:a16="http://schemas.microsoft.com/office/drawing/2014/main" id="{63944B34-AF8A-498F-AC7C-3A8E08D9D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305"/>
                <a:ext cx="72" cy="40"/>
              </a:xfrm>
              <a:custGeom>
                <a:avLst/>
                <a:gdLst>
                  <a:gd name="T0" fmla="*/ 12 w 29"/>
                  <a:gd name="T1" fmla="*/ 115 h 15"/>
                  <a:gd name="T2" fmla="*/ 184 w 29"/>
                  <a:gd name="T3" fmla="*/ 0 h 15"/>
                  <a:gd name="T4" fmla="*/ 444 w 29"/>
                  <a:gd name="T5" fmla="*/ 21 h 15"/>
                  <a:gd name="T6" fmla="*/ 258 w 29"/>
                  <a:gd name="T7" fmla="*/ 93 h 15"/>
                  <a:gd name="T8" fmla="*/ 30 w 29"/>
                  <a:gd name="T9" fmla="*/ 28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5">
                    <a:moveTo>
                      <a:pt x="1" y="6"/>
                    </a:moveTo>
                    <a:cubicBezTo>
                      <a:pt x="3" y="3"/>
                      <a:pt x="7" y="0"/>
                      <a:pt x="12" y="0"/>
                    </a:cubicBezTo>
                    <a:cubicBezTo>
                      <a:pt x="18" y="1"/>
                      <a:pt x="23" y="2"/>
                      <a:pt x="29" y="1"/>
                    </a:cubicBezTo>
                    <a:cubicBezTo>
                      <a:pt x="25" y="2"/>
                      <a:pt x="21" y="4"/>
                      <a:pt x="17" y="5"/>
                    </a:cubicBezTo>
                    <a:cubicBezTo>
                      <a:pt x="12" y="6"/>
                      <a:pt x="0" y="6"/>
                      <a:pt x="2" y="15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2686">
                <a:extLst>
                  <a:ext uri="{FF2B5EF4-FFF2-40B4-BE49-F238E27FC236}">
                    <a16:creationId xmlns:a16="http://schemas.microsoft.com/office/drawing/2014/main" id="{3CBD6255-B75A-48D1-AE49-57B2FDF4F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3366"/>
                <a:ext cx="92" cy="101"/>
              </a:xfrm>
              <a:custGeom>
                <a:avLst/>
                <a:gdLst>
                  <a:gd name="T0" fmla="*/ 0 w 37"/>
                  <a:gd name="T1" fmla="*/ 622 h 38"/>
                  <a:gd name="T2" fmla="*/ 462 w 37"/>
                  <a:gd name="T3" fmla="*/ 524 h 38"/>
                  <a:gd name="T4" fmla="*/ 341 w 37"/>
                  <a:gd name="T5" fmla="*/ 0 h 38"/>
                  <a:gd name="T6" fmla="*/ 370 w 37"/>
                  <a:gd name="T7" fmla="*/ 431 h 38"/>
                  <a:gd name="T8" fmla="*/ 246 w 37"/>
                  <a:gd name="T9" fmla="*/ 465 h 38"/>
                  <a:gd name="T10" fmla="*/ 42 w 37"/>
                  <a:gd name="T11" fmla="*/ 635 h 38"/>
                  <a:gd name="T12" fmla="*/ 0 w 37"/>
                  <a:gd name="T13" fmla="*/ 60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8">
                    <a:moveTo>
                      <a:pt x="0" y="33"/>
                    </a:moveTo>
                    <a:cubicBezTo>
                      <a:pt x="3" y="38"/>
                      <a:pt x="26" y="33"/>
                      <a:pt x="30" y="28"/>
                    </a:cubicBezTo>
                    <a:cubicBezTo>
                      <a:pt x="37" y="20"/>
                      <a:pt x="26" y="6"/>
                      <a:pt x="22" y="0"/>
                    </a:cubicBezTo>
                    <a:cubicBezTo>
                      <a:pt x="25" y="6"/>
                      <a:pt x="28" y="17"/>
                      <a:pt x="24" y="23"/>
                    </a:cubicBezTo>
                    <a:cubicBezTo>
                      <a:pt x="22" y="27"/>
                      <a:pt x="20" y="25"/>
                      <a:pt x="16" y="25"/>
                    </a:cubicBezTo>
                    <a:cubicBezTo>
                      <a:pt x="11" y="26"/>
                      <a:pt x="7" y="30"/>
                      <a:pt x="3" y="34"/>
                    </a:cubicBezTo>
                    <a:cubicBezTo>
                      <a:pt x="2" y="33"/>
                      <a:pt x="0" y="33"/>
                      <a:pt x="0" y="32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2687">
                <a:extLst>
                  <a:ext uri="{FF2B5EF4-FFF2-40B4-BE49-F238E27FC236}">
                    <a16:creationId xmlns:a16="http://schemas.microsoft.com/office/drawing/2014/main" id="{C514F159-EDD5-4100-9C77-98766DBAE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417"/>
                <a:ext cx="35" cy="53"/>
              </a:xfrm>
              <a:custGeom>
                <a:avLst/>
                <a:gdLst>
                  <a:gd name="T0" fmla="*/ 0 w 14"/>
                  <a:gd name="T1" fmla="*/ 315 h 20"/>
                  <a:gd name="T2" fmla="*/ 208 w 14"/>
                  <a:gd name="T3" fmla="*/ 0 h 20"/>
                  <a:gd name="T4" fmla="*/ 175 w 14"/>
                  <a:gd name="T5" fmla="*/ 170 h 20"/>
                  <a:gd name="T6" fmla="*/ 188 w 14"/>
                  <a:gd name="T7" fmla="*/ 337 h 20"/>
                  <a:gd name="T8" fmla="*/ 145 w 14"/>
                  <a:gd name="T9" fmla="*/ 239 h 20"/>
                  <a:gd name="T10" fmla="*/ 33 w 14"/>
                  <a:gd name="T11" fmla="*/ 3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0" y="17"/>
                    </a:moveTo>
                    <a:cubicBezTo>
                      <a:pt x="4" y="11"/>
                      <a:pt x="4" y="3"/>
                      <a:pt x="13" y="0"/>
                    </a:cubicBezTo>
                    <a:cubicBezTo>
                      <a:pt x="14" y="3"/>
                      <a:pt x="11" y="6"/>
                      <a:pt x="11" y="9"/>
                    </a:cubicBezTo>
                    <a:cubicBezTo>
                      <a:pt x="11" y="12"/>
                      <a:pt x="11" y="15"/>
                      <a:pt x="12" y="18"/>
                    </a:cubicBezTo>
                    <a:cubicBezTo>
                      <a:pt x="11" y="16"/>
                      <a:pt x="10" y="15"/>
                      <a:pt x="9" y="13"/>
                    </a:cubicBezTo>
                    <a:cubicBezTo>
                      <a:pt x="7" y="15"/>
                      <a:pt x="6" y="20"/>
                      <a:pt x="2" y="2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2688">
                <a:extLst>
                  <a:ext uri="{FF2B5EF4-FFF2-40B4-BE49-F238E27FC236}">
                    <a16:creationId xmlns:a16="http://schemas.microsoft.com/office/drawing/2014/main" id="{39E1AB4D-F357-44CA-9E15-937D8FF1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414"/>
                <a:ext cx="33" cy="61"/>
              </a:xfrm>
              <a:custGeom>
                <a:avLst/>
                <a:gdLst>
                  <a:gd name="T0" fmla="*/ 193 w 13"/>
                  <a:gd name="T1" fmla="*/ 34 h 23"/>
                  <a:gd name="T2" fmla="*/ 0 w 13"/>
                  <a:gd name="T3" fmla="*/ 408 h 23"/>
                  <a:gd name="T4" fmla="*/ 129 w 13"/>
                  <a:gd name="T5" fmla="*/ 225 h 23"/>
                  <a:gd name="T6" fmla="*/ 160 w 1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12" y="2"/>
                    </a:moveTo>
                    <a:cubicBezTo>
                      <a:pt x="13" y="9"/>
                      <a:pt x="10" y="23"/>
                      <a:pt x="0" y="22"/>
                    </a:cubicBezTo>
                    <a:cubicBezTo>
                      <a:pt x="3" y="19"/>
                      <a:pt x="6" y="16"/>
                      <a:pt x="8" y="12"/>
                    </a:cubicBezTo>
                    <a:cubicBezTo>
                      <a:pt x="9" y="9"/>
                      <a:pt x="7" y="2"/>
                      <a:pt x="10" y="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2689">
                <a:extLst>
                  <a:ext uri="{FF2B5EF4-FFF2-40B4-BE49-F238E27FC236}">
                    <a16:creationId xmlns:a16="http://schemas.microsoft.com/office/drawing/2014/main" id="{6B9BB1C5-58F4-4BE5-AF26-FDA053AF9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318"/>
                <a:ext cx="110" cy="75"/>
              </a:xfrm>
              <a:custGeom>
                <a:avLst/>
                <a:gdLst>
                  <a:gd name="T0" fmla="*/ 63 w 44"/>
                  <a:gd name="T1" fmla="*/ 287 h 28"/>
                  <a:gd name="T2" fmla="*/ 188 w 44"/>
                  <a:gd name="T3" fmla="*/ 504 h 28"/>
                  <a:gd name="T4" fmla="*/ 345 w 44"/>
                  <a:gd name="T5" fmla="*/ 423 h 28"/>
                  <a:gd name="T6" fmla="*/ 658 w 44"/>
                  <a:gd name="T7" fmla="*/ 115 h 28"/>
                  <a:gd name="T8" fmla="*/ 425 w 44"/>
                  <a:gd name="T9" fmla="*/ 21 h 28"/>
                  <a:gd name="T10" fmla="*/ 500 w 44"/>
                  <a:gd name="T11" fmla="*/ 150 h 28"/>
                  <a:gd name="T12" fmla="*/ 363 w 44"/>
                  <a:gd name="T13" fmla="*/ 252 h 28"/>
                  <a:gd name="T14" fmla="*/ 188 w 44"/>
                  <a:gd name="T15" fmla="*/ 273 h 28"/>
                  <a:gd name="T16" fmla="*/ 0 w 44"/>
                  <a:gd name="T17" fmla="*/ 20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8">
                    <a:moveTo>
                      <a:pt x="4" y="15"/>
                    </a:moveTo>
                    <a:cubicBezTo>
                      <a:pt x="6" y="18"/>
                      <a:pt x="9" y="25"/>
                      <a:pt x="12" y="26"/>
                    </a:cubicBezTo>
                    <a:cubicBezTo>
                      <a:pt x="17" y="28"/>
                      <a:pt x="19" y="25"/>
                      <a:pt x="22" y="22"/>
                    </a:cubicBezTo>
                    <a:cubicBezTo>
                      <a:pt x="28" y="17"/>
                      <a:pt x="44" y="16"/>
                      <a:pt x="42" y="6"/>
                    </a:cubicBezTo>
                    <a:cubicBezTo>
                      <a:pt x="37" y="4"/>
                      <a:pt x="33" y="0"/>
                      <a:pt x="27" y="1"/>
                    </a:cubicBezTo>
                    <a:cubicBezTo>
                      <a:pt x="30" y="3"/>
                      <a:pt x="34" y="4"/>
                      <a:pt x="32" y="8"/>
                    </a:cubicBezTo>
                    <a:cubicBezTo>
                      <a:pt x="31" y="12"/>
                      <a:pt x="27" y="13"/>
                      <a:pt x="23" y="13"/>
                    </a:cubicBezTo>
                    <a:cubicBezTo>
                      <a:pt x="18" y="14"/>
                      <a:pt x="17" y="15"/>
                      <a:pt x="12" y="14"/>
                    </a:cubicBezTo>
                    <a:cubicBezTo>
                      <a:pt x="6" y="12"/>
                      <a:pt x="4" y="8"/>
                      <a:pt x="0" y="11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2690">
                <a:extLst>
                  <a:ext uri="{FF2B5EF4-FFF2-40B4-BE49-F238E27FC236}">
                    <a16:creationId xmlns:a16="http://schemas.microsoft.com/office/drawing/2014/main" id="{94D4D9C8-EA63-411F-9ABA-1C9E6F6E0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382"/>
                <a:ext cx="55" cy="77"/>
              </a:xfrm>
              <a:custGeom>
                <a:avLst/>
                <a:gdLst>
                  <a:gd name="T0" fmla="*/ 0 w 22"/>
                  <a:gd name="T1" fmla="*/ 465 h 29"/>
                  <a:gd name="T2" fmla="*/ 345 w 22"/>
                  <a:gd name="T3" fmla="*/ 486 h 29"/>
                  <a:gd name="T4" fmla="*/ 250 w 22"/>
                  <a:gd name="T5" fmla="*/ 297 h 29"/>
                  <a:gd name="T6" fmla="*/ 283 w 22"/>
                  <a:gd name="T7" fmla="*/ 21 h 29"/>
                  <a:gd name="T8" fmla="*/ 158 w 22"/>
                  <a:gd name="T9" fmla="*/ 35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0" y="25"/>
                    </a:moveTo>
                    <a:cubicBezTo>
                      <a:pt x="3" y="29"/>
                      <a:pt x="18" y="29"/>
                      <a:pt x="22" y="26"/>
                    </a:cubicBezTo>
                    <a:cubicBezTo>
                      <a:pt x="19" y="22"/>
                      <a:pt x="16" y="21"/>
                      <a:pt x="16" y="16"/>
                    </a:cubicBezTo>
                    <a:cubicBezTo>
                      <a:pt x="17" y="11"/>
                      <a:pt x="18" y="6"/>
                      <a:pt x="18" y="1"/>
                    </a:cubicBezTo>
                    <a:cubicBezTo>
                      <a:pt x="12" y="0"/>
                      <a:pt x="12" y="16"/>
                      <a:pt x="10" y="19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2691">
                <a:extLst>
                  <a:ext uri="{FF2B5EF4-FFF2-40B4-BE49-F238E27FC236}">
                    <a16:creationId xmlns:a16="http://schemas.microsoft.com/office/drawing/2014/main" id="{59937118-6B09-4CED-A263-F478460FF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347"/>
                <a:ext cx="40" cy="88"/>
              </a:xfrm>
              <a:custGeom>
                <a:avLst/>
                <a:gdLst>
                  <a:gd name="T0" fmla="*/ 33 w 16"/>
                  <a:gd name="T1" fmla="*/ 35 h 33"/>
                  <a:gd name="T2" fmla="*/ 158 w 16"/>
                  <a:gd name="T3" fmla="*/ 627 h 33"/>
                  <a:gd name="T4" fmla="*/ 125 w 16"/>
                  <a:gd name="T5" fmla="*/ 320 h 33"/>
                  <a:gd name="T6" fmla="*/ 50 w 16"/>
                  <a:gd name="T7" fmla="*/ 192 h 33"/>
                  <a:gd name="T8" fmla="*/ 0 w 1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3">
                    <a:moveTo>
                      <a:pt x="2" y="2"/>
                    </a:moveTo>
                    <a:cubicBezTo>
                      <a:pt x="11" y="7"/>
                      <a:pt x="16" y="24"/>
                      <a:pt x="10" y="33"/>
                    </a:cubicBezTo>
                    <a:cubicBezTo>
                      <a:pt x="11" y="28"/>
                      <a:pt x="12" y="22"/>
                      <a:pt x="8" y="17"/>
                    </a:cubicBezTo>
                    <a:cubicBezTo>
                      <a:pt x="7" y="14"/>
                      <a:pt x="5" y="13"/>
                      <a:pt x="3" y="10"/>
                    </a:cubicBezTo>
                    <a:cubicBezTo>
                      <a:pt x="2" y="7"/>
                      <a:pt x="3" y="2"/>
                      <a:pt x="0" y="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2692">
                <a:extLst>
                  <a:ext uri="{FF2B5EF4-FFF2-40B4-BE49-F238E27FC236}">
                    <a16:creationId xmlns:a16="http://schemas.microsoft.com/office/drawing/2014/main" id="{1CE3CAA4-A40F-410E-82A7-824B7E5AA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267"/>
                <a:ext cx="35" cy="62"/>
              </a:xfrm>
              <a:custGeom>
                <a:avLst/>
                <a:gdLst>
                  <a:gd name="T0" fmla="*/ 0 w 14"/>
                  <a:gd name="T1" fmla="*/ 450 h 23"/>
                  <a:gd name="T2" fmla="*/ 50 w 14"/>
                  <a:gd name="T3" fmla="*/ 334 h 23"/>
                  <a:gd name="T4" fmla="*/ 145 w 14"/>
                  <a:gd name="T5" fmla="*/ 253 h 23"/>
                  <a:gd name="T6" fmla="*/ 175 w 14"/>
                  <a:gd name="T7" fmla="*/ 0 h 23"/>
                  <a:gd name="T8" fmla="*/ 113 w 14"/>
                  <a:gd name="T9" fmla="*/ 197 h 23"/>
                  <a:gd name="T10" fmla="*/ 33 w 14"/>
                  <a:gd name="T11" fmla="*/ 232 h 23"/>
                  <a:gd name="T12" fmla="*/ 0 w 14"/>
                  <a:gd name="T13" fmla="*/ 42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3">
                    <a:moveTo>
                      <a:pt x="0" y="23"/>
                    </a:moveTo>
                    <a:cubicBezTo>
                      <a:pt x="1" y="21"/>
                      <a:pt x="1" y="19"/>
                      <a:pt x="3" y="17"/>
                    </a:cubicBezTo>
                    <a:cubicBezTo>
                      <a:pt x="5" y="15"/>
                      <a:pt x="7" y="15"/>
                      <a:pt x="9" y="13"/>
                    </a:cubicBezTo>
                    <a:cubicBezTo>
                      <a:pt x="12" y="10"/>
                      <a:pt x="14" y="4"/>
                      <a:pt x="11" y="0"/>
                    </a:cubicBezTo>
                    <a:cubicBezTo>
                      <a:pt x="9" y="4"/>
                      <a:pt x="10" y="8"/>
                      <a:pt x="7" y="10"/>
                    </a:cubicBezTo>
                    <a:cubicBezTo>
                      <a:pt x="6" y="12"/>
                      <a:pt x="3" y="11"/>
                      <a:pt x="2" y="12"/>
                    </a:cubicBezTo>
                    <a:cubicBezTo>
                      <a:pt x="0" y="15"/>
                      <a:pt x="0" y="19"/>
                      <a:pt x="0" y="22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2693">
                <a:extLst>
                  <a:ext uri="{FF2B5EF4-FFF2-40B4-BE49-F238E27FC236}">
                    <a16:creationId xmlns:a16="http://schemas.microsoft.com/office/drawing/2014/main" id="{9C9A70EB-D11D-483C-9EB8-F42A232C7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142"/>
                <a:ext cx="58" cy="101"/>
              </a:xfrm>
              <a:custGeom>
                <a:avLst/>
                <a:gdLst>
                  <a:gd name="T0" fmla="*/ 63 w 23"/>
                  <a:gd name="T1" fmla="*/ 678 h 38"/>
                  <a:gd name="T2" fmla="*/ 192 w 23"/>
                  <a:gd name="T3" fmla="*/ 566 h 38"/>
                  <a:gd name="T4" fmla="*/ 318 w 23"/>
                  <a:gd name="T5" fmla="*/ 396 h 38"/>
                  <a:gd name="T6" fmla="*/ 305 w 23"/>
                  <a:gd name="T7" fmla="*/ 0 h 38"/>
                  <a:gd name="T8" fmla="*/ 192 w 23"/>
                  <a:gd name="T9" fmla="*/ 319 h 38"/>
                  <a:gd name="T10" fmla="*/ 63 w 23"/>
                  <a:gd name="T11" fmla="*/ 465 h 38"/>
                  <a:gd name="T12" fmla="*/ 20 w 23"/>
                  <a:gd name="T13" fmla="*/ 67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8">
                    <a:moveTo>
                      <a:pt x="4" y="36"/>
                    </a:moveTo>
                    <a:cubicBezTo>
                      <a:pt x="7" y="36"/>
                      <a:pt x="10" y="33"/>
                      <a:pt x="12" y="30"/>
                    </a:cubicBezTo>
                    <a:cubicBezTo>
                      <a:pt x="14" y="27"/>
                      <a:pt x="18" y="24"/>
                      <a:pt x="20" y="21"/>
                    </a:cubicBezTo>
                    <a:cubicBezTo>
                      <a:pt x="23" y="16"/>
                      <a:pt x="23" y="5"/>
                      <a:pt x="19" y="0"/>
                    </a:cubicBezTo>
                    <a:cubicBezTo>
                      <a:pt x="19" y="7"/>
                      <a:pt x="18" y="13"/>
                      <a:pt x="12" y="17"/>
                    </a:cubicBezTo>
                    <a:cubicBezTo>
                      <a:pt x="9" y="20"/>
                      <a:pt x="6" y="20"/>
                      <a:pt x="4" y="25"/>
                    </a:cubicBezTo>
                    <a:cubicBezTo>
                      <a:pt x="2" y="27"/>
                      <a:pt x="0" y="38"/>
                      <a:pt x="1" y="36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2694">
                <a:extLst>
                  <a:ext uri="{FF2B5EF4-FFF2-40B4-BE49-F238E27FC236}">
                    <a16:creationId xmlns:a16="http://schemas.microsoft.com/office/drawing/2014/main" id="{3F89F010-E037-4446-A012-F01F7B23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81"/>
                <a:ext cx="37" cy="48"/>
              </a:xfrm>
              <a:custGeom>
                <a:avLst/>
                <a:gdLst>
                  <a:gd name="T0" fmla="*/ 12 w 15"/>
                  <a:gd name="T1" fmla="*/ 341 h 18"/>
                  <a:gd name="T2" fmla="*/ 224 w 15"/>
                  <a:gd name="T3" fmla="*/ 0 h 18"/>
                  <a:gd name="T4" fmla="*/ 91 w 15"/>
                  <a:gd name="T5" fmla="*/ 171 h 18"/>
                  <a:gd name="T6" fmla="*/ 0 w 15"/>
                  <a:gd name="T7" fmla="*/ 3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1" y="18"/>
                    </a:moveTo>
                    <a:cubicBezTo>
                      <a:pt x="10" y="18"/>
                      <a:pt x="15" y="7"/>
                      <a:pt x="15" y="0"/>
                    </a:cubicBezTo>
                    <a:cubicBezTo>
                      <a:pt x="12" y="4"/>
                      <a:pt x="11" y="7"/>
                      <a:pt x="6" y="9"/>
                    </a:cubicBezTo>
                    <a:cubicBezTo>
                      <a:pt x="2" y="12"/>
                      <a:pt x="2" y="12"/>
                      <a:pt x="0" y="17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2695">
                <a:extLst>
                  <a:ext uri="{FF2B5EF4-FFF2-40B4-BE49-F238E27FC236}">
                    <a16:creationId xmlns:a16="http://schemas.microsoft.com/office/drawing/2014/main" id="{EF08B01F-7570-4425-96CD-4D6641F88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3049"/>
                <a:ext cx="77" cy="74"/>
              </a:xfrm>
              <a:custGeom>
                <a:avLst/>
                <a:gdLst>
                  <a:gd name="T0" fmla="*/ 474 w 31"/>
                  <a:gd name="T1" fmla="*/ 56 h 28"/>
                  <a:gd name="T2" fmla="*/ 308 w 31"/>
                  <a:gd name="T3" fmla="*/ 518 h 28"/>
                  <a:gd name="T4" fmla="*/ 154 w 31"/>
                  <a:gd name="T5" fmla="*/ 460 h 28"/>
                  <a:gd name="T6" fmla="*/ 0 w 31"/>
                  <a:gd name="T7" fmla="*/ 370 h 28"/>
                  <a:gd name="T8" fmla="*/ 353 w 31"/>
                  <a:gd name="T9" fmla="*/ 293 h 28"/>
                  <a:gd name="T10" fmla="*/ 412 w 31"/>
                  <a:gd name="T11" fmla="*/ 111 h 28"/>
                  <a:gd name="T12" fmla="*/ 258 w 31"/>
                  <a:gd name="T13" fmla="*/ 34 h 28"/>
                  <a:gd name="T14" fmla="*/ 474 w 31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8">
                    <a:moveTo>
                      <a:pt x="31" y="3"/>
                    </a:moveTo>
                    <a:cubicBezTo>
                      <a:pt x="29" y="9"/>
                      <a:pt x="30" y="27"/>
                      <a:pt x="20" y="28"/>
                    </a:cubicBezTo>
                    <a:cubicBezTo>
                      <a:pt x="19" y="28"/>
                      <a:pt x="12" y="26"/>
                      <a:pt x="10" y="25"/>
                    </a:cubicBezTo>
                    <a:cubicBezTo>
                      <a:pt x="7" y="24"/>
                      <a:pt x="3" y="20"/>
                      <a:pt x="0" y="20"/>
                    </a:cubicBezTo>
                    <a:cubicBezTo>
                      <a:pt x="8" y="24"/>
                      <a:pt x="17" y="23"/>
                      <a:pt x="23" y="16"/>
                    </a:cubicBezTo>
                    <a:cubicBezTo>
                      <a:pt x="25" y="14"/>
                      <a:pt x="29" y="9"/>
                      <a:pt x="27" y="6"/>
                    </a:cubicBezTo>
                    <a:cubicBezTo>
                      <a:pt x="26" y="3"/>
                      <a:pt x="20" y="4"/>
                      <a:pt x="17" y="2"/>
                    </a:cubicBezTo>
                    <a:cubicBezTo>
                      <a:pt x="21" y="2"/>
                      <a:pt x="29" y="1"/>
                      <a:pt x="31" y="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2696">
                <a:extLst>
                  <a:ext uri="{FF2B5EF4-FFF2-40B4-BE49-F238E27FC236}">
                    <a16:creationId xmlns:a16="http://schemas.microsoft.com/office/drawing/2014/main" id="{F8585180-CA0A-4CBC-8DF1-8706B2B8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838"/>
                <a:ext cx="45" cy="83"/>
              </a:xfrm>
              <a:custGeom>
                <a:avLst/>
                <a:gdLst>
                  <a:gd name="T0" fmla="*/ 33 w 18"/>
                  <a:gd name="T1" fmla="*/ 594 h 31"/>
                  <a:gd name="T2" fmla="*/ 250 w 18"/>
                  <a:gd name="T3" fmla="*/ 423 h 31"/>
                  <a:gd name="T4" fmla="*/ 175 w 18"/>
                  <a:gd name="T5" fmla="*/ 0 h 31"/>
                  <a:gd name="T6" fmla="*/ 175 w 18"/>
                  <a:gd name="T7" fmla="*/ 329 h 31"/>
                  <a:gd name="T8" fmla="*/ 83 w 18"/>
                  <a:gd name="T9" fmla="*/ 423 h 31"/>
                  <a:gd name="T10" fmla="*/ 0 w 18"/>
                  <a:gd name="T11" fmla="*/ 53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1">
                    <a:moveTo>
                      <a:pt x="2" y="31"/>
                    </a:moveTo>
                    <a:cubicBezTo>
                      <a:pt x="9" y="31"/>
                      <a:pt x="14" y="31"/>
                      <a:pt x="16" y="22"/>
                    </a:cubicBezTo>
                    <a:cubicBezTo>
                      <a:pt x="18" y="14"/>
                      <a:pt x="14" y="7"/>
                      <a:pt x="11" y="0"/>
                    </a:cubicBezTo>
                    <a:cubicBezTo>
                      <a:pt x="14" y="5"/>
                      <a:pt x="15" y="12"/>
                      <a:pt x="11" y="17"/>
                    </a:cubicBezTo>
                    <a:cubicBezTo>
                      <a:pt x="10" y="19"/>
                      <a:pt x="7" y="20"/>
                      <a:pt x="5" y="22"/>
                    </a:cubicBezTo>
                    <a:cubicBezTo>
                      <a:pt x="3" y="24"/>
                      <a:pt x="2" y="27"/>
                      <a:pt x="0" y="28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2697">
                <a:extLst>
                  <a:ext uri="{FF2B5EF4-FFF2-40B4-BE49-F238E27FC236}">
                    <a16:creationId xmlns:a16="http://schemas.microsoft.com/office/drawing/2014/main" id="{070BC5ED-219C-4E05-BC57-3A96DF7CF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870"/>
                <a:ext cx="57" cy="51"/>
              </a:xfrm>
              <a:custGeom>
                <a:avLst/>
                <a:gdLst>
                  <a:gd name="T0" fmla="*/ 62 w 23"/>
                  <a:gd name="T1" fmla="*/ 150 h 19"/>
                  <a:gd name="T2" fmla="*/ 62 w 23"/>
                  <a:gd name="T3" fmla="*/ 368 h 19"/>
                  <a:gd name="T4" fmla="*/ 183 w 23"/>
                  <a:gd name="T5" fmla="*/ 0 h 19"/>
                  <a:gd name="T6" fmla="*/ 92 w 23"/>
                  <a:gd name="T7" fmla="*/ 1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4" y="8"/>
                    </a:moveTo>
                    <a:cubicBezTo>
                      <a:pt x="3" y="11"/>
                      <a:pt x="0" y="18"/>
                      <a:pt x="4" y="19"/>
                    </a:cubicBezTo>
                    <a:cubicBezTo>
                      <a:pt x="7" y="14"/>
                      <a:pt x="23" y="6"/>
                      <a:pt x="12" y="0"/>
                    </a:cubicBezTo>
                    <a:cubicBezTo>
                      <a:pt x="14" y="4"/>
                      <a:pt x="10" y="6"/>
                      <a:pt x="6" y="6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2698">
                <a:extLst>
                  <a:ext uri="{FF2B5EF4-FFF2-40B4-BE49-F238E27FC236}">
                    <a16:creationId xmlns:a16="http://schemas.microsoft.com/office/drawing/2014/main" id="{1BC1C38B-D031-4C25-A312-DEC2B15AD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913"/>
                <a:ext cx="37" cy="61"/>
              </a:xfrm>
              <a:custGeom>
                <a:avLst/>
                <a:gdLst>
                  <a:gd name="T0" fmla="*/ 104 w 15"/>
                  <a:gd name="T1" fmla="*/ 111 h 23"/>
                  <a:gd name="T2" fmla="*/ 12 w 15"/>
                  <a:gd name="T3" fmla="*/ 316 h 23"/>
                  <a:gd name="T4" fmla="*/ 224 w 15"/>
                  <a:gd name="T5" fmla="*/ 294 h 23"/>
                  <a:gd name="T6" fmla="*/ 133 w 15"/>
                  <a:gd name="T7" fmla="*/ 191 h 23"/>
                  <a:gd name="T8" fmla="*/ 121 w 15"/>
                  <a:gd name="T9" fmla="*/ 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7" y="6"/>
                    </a:moveTo>
                    <a:cubicBezTo>
                      <a:pt x="4" y="8"/>
                      <a:pt x="0" y="14"/>
                      <a:pt x="1" y="17"/>
                    </a:cubicBezTo>
                    <a:cubicBezTo>
                      <a:pt x="5" y="23"/>
                      <a:pt x="12" y="17"/>
                      <a:pt x="15" y="16"/>
                    </a:cubicBezTo>
                    <a:cubicBezTo>
                      <a:pt x="9" y="17"/>
                      <a:pt x="7" y="16"/>
                      <a:pt x="9" y="10"/>
                    </a:cubicBezTo>
                    <a:cubicBezTo>
                      <a:pt x="10" y="8"/>
                      <a:pt x="14" y="0"/>
                      <a:pt x="8" y="3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2699">
                <a:extLst>
                  <a:ext uri="{FF2B5EF4-FFF2-40B4-BE49-F238E27FC236}">
                    <a16:creationId xmlns:a16="http://schemas.microsoft.com/office/drawing/2014/main" id="{99998BB9-DC88-468E-86D1-CE057584A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81"/>
                <a:ext cx="65" cy="74"/>
              </a:xfrm>
              <a:custGeom>
                <a:avLst/>
                <a:gdLst>
                  <a:gd name="T0" fmla="*/ 83 w 26"/>
                  <a:gd name="T1" fmla="*/ 460 h 28"/>
                  <a:gd name="T2" fmla="*/ 270 w 26"/>
                  <a:gd name="T3" fmla="*/ 404 h 28"/>
                  <a:gd name="T4" fmla="*/ 408 w 26"/>
                  <a:gd name="T5" fmla="*/ 0 h 28"/>
                  <a:gd name="T6" fmla="*/ 208 w 26"/>
                  <a:gd name="T7" fmla="*/ 315 h 28"/>
                  <a:gd name="T8" fmla="*/ 0 w 26"/>
                  <a:gd name="T9" fmla="*/ 33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8">
                    <a:moveTo>
                      <a:pt x="5" y="25"/>
                    </a:moveTo>
                    <a:cubicBezTo>
                      <a:pt x="11" y="27"/>
                      <a:pt x="13" y="28"/>
                      <a:pt x="17" y="22"/>
                    </a:cubicBezTo>
                    <a:cubicBezTo>
                      <a:pt x="21" y="16"/>
                      <a:pt x="26" y="7"/>
                      <a:pt x="26" y="0"/>
                    </a:cubicBezTo>
                    <a:cubicBezTo>
                      <a:pt x="22" y="7"/>
                      <a:pt x="20" y="12"/>
                      <a:pt x="13" y="17"/>
                    </a:cubicBezTo>
                    <a:cubicBezTo>
                      <a:pt x="9" y="19"/>
                      <a:pt x="3" y="21"/>
                      <a:pt x="0" y="18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2700">
                <a:extLst>
                  <a:ext uri="{FF2B5EF4-FFF2-40B4-BE49-F238E27FC236}">
                    <a16:creationId xmlns:a16="http://schemas.microsoft.com/office/drawing/2014/main" id="{0406B4EE-D064-42B1-A3CF-00B87D8A5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990"/>
                <a:ext cx="60" cy="69"/>
              </a:xfrm>
              <a:custGeom>
                <a:avLst/>
                <a:gdLst>
                  <a:gd name="T0" fmla="*/ 50 w 24"/>
                  <a:gd name="T1" fmla="*/ 149 h 26"/>
                  <a:gd name="T2" fmla="*/ 238 w 24"/>
                  <a:gd name="T3" fmla="*/ 451 h 26"/>
                  <a:gd name="T4" fmla="*/ 208 w 24"/>
                  <a:gd name="T5" fmla="*/ 260 h 26"/>
                  <a:gd name="T6" fmla="*/ 375 w 24"/>
                  <a:gd name="T7" fmla="*/ 0 h 26"/>
                  <a:gd name="T8" fmla="*/ 188 w 24"/>
                  <a:gd name="T9" fmla="*/ 133 h 26"/>
                  <a:gd name="T10" fmla="*/ 158 w 24"/>
                  <a:gd name="T11" fmla="*/ 191 h 26"/>
                  <a:gd name="T12" fmla="*/ 83 w 24"/>
                  <a:gd name="T13" fmla="*/ 133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6">
                    <a:moveTo>
                      <a:pt x="3" y="8"/>
                    </a:moveTo>
                    <a:cubicBezTo>
                      <a:pt x="0" y="15"/>
                      <a:pt x="8" y="26"/>
                      <a:pt x="15" y="24"/>
                    </a:cubicBezTo>
                    <a:cubicBezTo>
                      <a:pt x="16" y="21"/>
                      <a:pt x="12" y="18"/>
                      <a:pt x="13" y="14"/>
                    </a:cubicBezTo>
                    <a:cubicBezTo>
                      <a:pt x="14" y="10"/>
                      <a:pt x="21" y="3"/>
                      <a:pt x="24" y="0"/>
                    </a:cubicBezTo>
                    <a:cubicBezTo>
                      <a:pt x="20" y="2"/>
                      <a:pt x="16" y="3"/>
                      <a:pt x="12" y="7"/>
                    </a:cubicBezTo>
                    <a:cubicBezTo>
                      <a:pt x="11" y="8"/>
                      <a:pt x="12" y="10"/>
                      <a:pt x="10" y="10"/>
                    </a:cubicBezTo>
                    <a:cubicBezTo>
                      <a:pt x="8" y="11"/>
                      <a:pt x="5" y="8"/>
                      <a:pt x="5" y="7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2701">
                <a:extLst>
                  <a:ext uri="{FF2B5EF4-FFF2-40B4-BE49-F238E27FC236}">
                    <a16:creationId xmlns:a16="http://schemas.microsoft.com/office/drawing/2014/main" id="{53FA045B-E389-4F7E-BF4C-7D29B146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081"/>
                <a:ext cx="60" cy="53"/>
              </a:xfrm>
              <a:custGeom>
                <a:avLst/>
                <a:gdLst>
                  <a:gd name="T0" fmla="*/ 95 w 24"/>
                  <a:gd name="T1" fmla="*/ 34 h 20"/>
                  <a:gd name="T2" fmla="*/ 363 w 24"/>
                  <a:gd name="T3" fmla="*/ 0 h 20"/>
                  <a:gd name="T4" fmla="*/ 250 w 24"/>
                  <a:gd name="T5" fmla="*/ 315 h 20"/>
                  <a:gd name="T6" fmla="*/ 188 w 24"/>
                  <a:gd name="T7" fmla="*/ 352 h 20"/>
                  <a:gd name="T8" fmla="*/ 158 w 24"/>
                  <a:gd name="T9" fmla="*/ 337 h 20"/>
                  <a:gd name="T10" fmla="*/ 0 w 24"/>
                  <a:gd name="T11" fmla="*/ 315 h 20"/>
                  <a:gd name="T12" fmla="*/ 145 w 24"/>
                  <a:gd name="T13" fmla="*/ 9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6" y="2"/>
                    </a:moveTo>
                    <a:cubicBezTo>
                      <a:pt x="13" y="6"/>
                      <a:pt x="17" y="1"/>
                      <a:pt x="23" y="0"/>
                    </a:cubicBezTo>
                    <a:cubicBezTo>
                      <a:pt x="24" y="5"/>
                      <a:pt x="20" y="13"/>
                      <a:pt x="16" y="17"/>
                    </a:cubicBezTo>
                    <a:cubicBezTo>
                      <a:pt x="15" y="18"/>
                      <a:pt x="13" y="19"/>
                      <a:pt x="12" y="19"/>
                    </a:cubicBezTo>
                    <a:cubicBezTo>
                      <a:pt x="9" y="20"/>
                      <a:pt x="12" y="19"/>
                      <a:pt x="10" y="18"/>
                    </a:cubicBezTo>
                    <a:cubicBezTo>
                      <a:pt x="5" y="17"/>
                      <a:pt x="4" y="16"/>
                      <a:pt x="0" y="17"/>
                    </a:cubicBezTo>
                    <a:cubicBezTo>
                      <a:pt x="4" y="15"/>
                      <a:pt x="13" y="12"/>
                      <a:pt x="9" y="5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2702">
                <a:extLst>
                  <a:ext uri="{FF2B5EF4-FFF2-40B4-BE49-F238E27FC236}">
                    <a16:creationId xmlns:a16="http://schemas.microsoft.com/office/drawing/2014/main" id="{96399E23-3A94-4101-8B7A-EE11DCC3B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926"/>
                <a:ext cx="60" cy="61"/>
              </a:xfrm>
              <a:custGeom>
                <a:avLst/>
                <a:gdLst>
                  <a:gd name="T0" fmla="*/ 20 w 24"/>
                  <a:gd name="T1" fmla="*/ 408 h 23"/>
                  <a:gd name="T2" fmla="*/ 270 w 24"/>
                  <a:gd name="T3" fmla="*/ 374 h 23"/>
                  <a:gd name="T4" fmla="*/ 313 w 24"/>
                  <a:gd name="T5" fmla="*/ 0 h 23"/>
                  <a:gd name="T6" fmla="*/ 238 w 24"/>
                  <a:gd name="T7" fmla="*/ 281 h 23"/>
                  <a:gd name="T8" fmla="*/ 0 w 24"/>
                  <a:gd name="T9" fmla="*/ 39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1" y="22"/>
                    </a:moveTo>
                    <a:cubicBezTo>
                      <a:pt x="5" y="22"/>
                      <a:pt x="12" y="23"/>
                      <a:pt x="17" y="20"/>
                    </a:cubicBezTo>
                    <a:cubicBezTo>
                      <a:pt x="22" y="18"/>
                      <a:pt x="24" y="4"/>
                      <a:pt x="20" y="0"/>
                    </a:cubicBezTo>
                    <a:cubicBezTo>
                      <a:pt x="19" y="5"/>
                      <a:pt x="19" y="11"/>
                      <a:pt x="15" y="15"/>
                    </a:cubicBezTo>
                    <a:cubicBezTo>
                      <a:pt x="12" y="18"/>
                      <a:pt x="4" y="21"/>
                      <a:pt x="0" y="21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2703">
                <a:extLst>
                  <a:ext uri="{FF2B5EF4-FFF2-40B4-BE49-F238E27FC236}">
                    <a16:creationId xmlns:a16="http://schemas.microsoft.com/office/drawing/2014/main" id="{EE597658-2BAA-4C7B-8182-224CD537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753"/>
                <a:ext cx="52" cy="93"/>
              </a:xfrm>
              <a:custGeom>
                <a:avLst/>
                <a:gdLst>
                  <a:gd name="T0" fmla="*/ 258 w 21"/>
                  <a:gd name="T1" fmla="*/ 77 h 35"/>
                  <a:gd name="T2" fmla="*/ 245 w 21"/>
                  <a:gd name="T3" fmla="*/ 486 h 35"/>
                  <a:gd name="T4" fmla="*/ 0 w 21"/>
                  <a:gd name="T5" fmla="*/ 635 h 35"/>
                  <a:gd name="T6" fmla="*/ 134 w 21"/>
                  <a:gd name="T7" fmla="*/ 508 h 35"/>
                  <a:gd name="T8" fmla="*/ 183 w 21"/>
                  <a:gd name="T9" fmla="*/ 303 h 35"/>
                  <a:gd name="T10" fmla="*/ 258 w 21"/>
                  <a:gd name="T11" fmla="*/ 149 h 35"/>
                  <a:gd name="T12" fmla="*/ 228 w 21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5">
                    <a:moveTo>
                      <a:pt x="17" y="4"/>
                    </a:moveTo>
                    <a:cubicBezTo>
                      <a:pt x="21" y="10"/>
                      <a:pt x="19" y="20"/>
                      <a:pt x="16" y="26"/>
                    </a:cubicBezTo>
                    <a:cubicBezTo>
                      <a:pt x="14" y="32"/>
                      <a:pt x="7" y="35"/>
                      <a:pt x="0" y="34"/>
                    </a:cubicBezTo>
                    <a:cubicBezTo>
                      <a:pt x="5" y="34"/>
                      <a:pt x="7" y="30"/>
                      <a:pt x="9" y="27"/>
                    </a:cubicBezTo>
                    <a:cubicBezTo>
                      <a:pt x="12" y="23"/>
                      <a:pt x="11" y="21"/>
                      <a:pt x="12" y="16"/>
                    </a:cubicBezTo>
                    <a:cubicBezTo>
                      <a:pt x="13" y="13"/>
                      <a:pt x="16" y="12"/>
                      <a:pt x="17" y="8"/>
                    </a:cubicBezTo>
                    <a:cubicBezTo>
                      <a:pt x="17" y="5"/>
                      <a:pt x="14" y="3"/>
                      <a:pt x="15" y="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2704">
                <a:extLst>
                  <a:ext uri="{FF2B5EF4-FFF2-40B4-BE49-F238E27FC236}">
                    <a16:creationId xmlns:a16="http://schemas.microsoft.com/office/drawing/2014/main" id="{1F9FEAC5-8F46-4720-9FE8-81FFCFA9E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854"/>
                <a:ext cx="95" cy="85"/>
              </a:xfrm>
              <a:custGeom>
                <a:avLst/>
                <a:gdLst>
                  <a:gd name="T0" fmla="*/ 0 w 38"/>
                  <a:gd name="T1" fmla="*/ 486 h 32"/>
                  <a:gd name="T2" fmla="*/ 145 w 38"/>
                  <a:gd name="T3" fmla="*/ 579 h 32"/>
                  <a:gd name="T4" fmla="*/ 300 w 38"/>
                  <a:gd name="T5" fmla="*/ 486 h 32"/>
                  <a:gd name="T6" fmla="*/ 470 w 38"/>
                  <a:gd name="T7" fmla="*/ 375 h 32"/>
                  <a:gd name="T8" fmla="*/ 550 w 38"/>
                  <a:gd name="T9" fmla="*/ 0 h 32"/>
                  <a:gd name="T10" fmla="*/ 313 w 38"/>
                  <a:gd name="T11" fmla="*/ 319 h 32"/>
                  <a:gd name="T12" fmla="*/ 0 w 38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2">
                    <a:moveTo>
                      <a:pt x="0" y="26"/>
                    </a:moveTo>
                    <a:cubicBezTo>
                      <a:pt x="3" y="27"/>
                      <a:pt x="5" y="31"/>
                      <a:pt x="9" y="31"/>
                    </a:cubicBezTo>
                    <a:cubicBezTo>
                      <a:pt x="13" y="32"/>
                      <a:pt x="15" y="28"/>
                      <a:pt x="19" y="26"/>
                    </a:cubicBezTo>
                    <a:cubicBezTo>
                      <a:pt x="22" y="23"/>
                      <a:pt x="26" y="23"/>
                      <a:pt x="30" y="20"/>
                    </a:cubicBezTo>
                    <a:cubicBezTo>
                      <a:pt x="36" y="15"/>
                      <a:pt x="38" y="8"/>
                      <a:pt x="35" y="0"/>
                    </a:cubicBezTo>
                    <a:cubicBezTo>
                      <a:pt x="35" y="9"/>
                      <a:pt x="27" y="14"/>
                      <a:pt x="20" y="17"/>
                    </a:cubicBezTo>
                    <a:cubicBezTo>
                      <a:pt x="12" y="21"/>
                      <a:pt x="10" y="28"/>
                      <a:pt x="0" y="23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7" name="Freeform 2705">
                <a:extLst>
                  <a:ext uri="{FF2B5EF4-FFF2-40B4-BE49-F238E27FC236}">
                    <a16:creationId xmlns:a16="http://schemas.microsoft.com/office/drawing/2014/main" id="{9296FDBC-1648-44A2-88A1-DF790EF2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011"/>
                <a:ext cx="65" cy="30"/>
              </a:xfrm>
              <a:custGeom>
                <a:avLst/>
                <a:gdLst>
                  <a:gd name="T0" fmla="*/ 33 w 26"/>
                  <a:gd name="T1" fmla="*/ 60 h 11"/>
                  <a:gd name="T2" fmla="*/ 408 w 26"/>
                  <a:gd name="T3" fmla="*/ 22 h 11"/>
                  <a:gd name="T4" fmla="*/ 208 w 26"/>
                  <a:gd name="T5" fmla="*/ 38 h 11"/>
                  <a:gd name="T6" fmla="*/ 0 w 2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1">
                    <a:moveTo>
                      <a:pt x="2" y="3"/>
                    </a:moveTo>
                    <a:cubicBezTo>
                      <a:pt x="10" y="8"/>
                      <a:pt x="20" y="11"/>
                      <a:pt x="26" y="1"/>
                    </a:cubicBezTo>
                    <a:cubicBezTo>
                      <a:pt x="22" y="3"/>
                      <a:pt x="17" y="1"/>
                      <a:pt x="13" y="2"/>
                    </a:cubicBezTo>
                    <a:cubicBezTo>
                      <a:pt x="7" y="3"/>
                      <a:pt x="5" y="3"/>
                      <a:pt x="0" y="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2706">
                <a:extLst>
                  <a:ext uri="{FF2B5EF4-FFF2-40B4-BE49-F238E27FC236}">
                    <a16:creationId xmlns:a16="http://schemas.microsoft.com/office/drawing/2014/main" id="{7EFDE874-27BE-4A7B-957B-C6CC6D063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3097"/>
                <a:ext cx="75" cy="53"/>
              </a:xfrm>
              <a:custGeom>
                <a:avLst/>
                <a:gdLst>
                  <a:gd name="T0" fmla="*/ 345 w 30"/>
                  <a:gd name="T1" fmla="*/ 0 h 20"/>
                  <a:gd name="T2" fmla="*/ 438 w 30"/>
                  <a:gd name="T3" fmla="*/ 239 h 20"/>
                  <a:gd name="T4" fmla="*/ 345 w 30"/>
                  <a:gd name="T5" fmla="*/ 315 h 20"/>
                  <a:gd name="T6" fmla="*/ 250 w 30"/>
                  <a:gd name="T7" fmla="*/ 315 h 20"/>
                  <a:gd name="T8" fmla="*/ 188 w 30"/>
                  <a:gd name="T9" fmla="*/ 352 h 20"/>
                  <a:gd name="T10" fmla="*/ 0 w 30"/>
                  <a:gd name="T11" fmla="*/ 352 h 20"/>
                  <a:gd name="T12" fmla="*/ 220 w 30"/>
                  <a:gd name="T13" fmla="*/ 260 h 20"/>
                  <a:gd name="T14" fmla="*/ 345 w 30"/>
                  <a:gd name="T15" fmla="*/ 21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22" y="0"/>
                    </a:moveTo>
                    <a:cubicBezTo>
                      <a:pt x="23" y="5"/>
                      <a:pt x="26" y="8"/>
                      <a:pt x="28" y="13"/>
                    </a:cubicBezTo>
                    <a:cubicBezTo>
                      <a:pt x="30" y="19"/>
                      <a:pt x="27" y="17"/>
                      <a:pt x="22" y="17"/>
                    </a:cubicBezTo>
                    <a:cubicBezTo>
                      <a:pt x="20" y="17"/>
                      <a:pt x="17" y="16"/>
                      <a:pt x="16" y="17"/>
                    </a:cubicBezTo>
                    <a:cubicBezTo>
                      <a:pt x="14" y="17"/>
                      <a:pt x="13" y="19"/>
                      <a:pt x="12" y="19"/>
                    </a:cubicBezTo>
                    <a:cubicBezTo>
                      <a:pt x="8" y="20"/>
                      <a:pt x="4" y="19"/>
                      <a:pt x="0" y="19"/>
                    </a:cubicBezTo>
                    <a:cubicBezTo>
                      <a:pt x="3" y="16"/>
                      <a:pt x="9" y="16"/>
                      <a:pt x="14" y="14"/>
                    </a:cubicBezTo>
                    <a:cubicBezTo>
                      <a:pt x="18" y="12"/>
                      <a:pt x="21" y="6"/>
                      <a:pt x="22" y="1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2707">
                <a:extLst>
                  <a:ext uri="{FF2B5EF4-FFF2-40B4-BE49-F238E27FC236}">
                    <a16:creationId xmlns:a16="http://schemas.microsoft.com/office/drawing/2014/main" id="{B4E2A081-23E8-4DB2-902D-E5EAEFBF8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3057"/>
                <a:ext cx="70" cy="82"/>
              </a:xfrm>
              <a:custGeom>
                <a:avLst/>
                <a:gdLst>
                  <a:gd name="T0" fmla="*/ 0 w 28"/>
                  <a:gd name="T1" fmla="*/ 90 h 31"/>
                  <a:gd name="T2" fmla="*/ 208 w 28"/>
                  <a:gd name="T3" fmla="*/ 259 h 31"/>
                  <a:gd name="T4" fmla="*/ 375 w 28"/>
                  <a:gd name="T5" fmla="*/ 405 h 31"/>
                  <a:gd name="T6" fmla="*/ 300 w 28"/>
                  <a:gd name="T7" fmla="*/ 183 h 31"/>
                  <a:gd name="T8" fmla="*/ 220 w 28"/>
                  <a:gd name="T9" fmla="*/ 34 h 31"/>
                  <a:gd name="T10" fmla="*/ 33 w 28"/>
                  <a:gd name="T11" fmla="*/ 3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0" y="5"/>
                    </a:moveTo>
                    <a:cubicBezTo>
                      <a:pt x="7" y="4"/>
                      <a:pt x="11" y="8"/>
                      <a:pt x="13" y="14"/>
                    </a:cubicBezTo>
                    <a:cubicBezTo>
                      <a:pt x="15" y="20"/>
                      <a:pt x="16" y="31"/>
                      <a:pt x="24" y="22"/>
                    </a:cubicBezTo>
                    <a:cubicBezTo>
                      <a:pt x="28" y="16"/>
                      <a:pt x="22" y="16"/>
                      <a:pt x="19" y="10"/>
                    </a:cubicBezTo>
                    <a:cubicBezTo>
                      <a:pt x="17" y="7"/>
                      <a:pt x="17" y="4"/>
                      <a:pt x="14" y="2"/>
                    </a:cubicBezTo>
                    <a:cubicBezTo>
                      <a:pt x="10" y="0"/>
                      <a:pt x="5" y="1"/>
                      <a:pt x="2" y="2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Freeform 2708">
                <a:extLst>
                  <a:ext uri="{FF2B5EF4-FFF2-40B4-BE49-F238E27FC236}">
                    <a16:creationId xmlns:a16="http://schemas.microsoft.com/office/drawing/2014/main" id="{07905DAA-C378-4317-8021-30DE18B6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121"/>
                <a:ext cx="57" cy="61"/>
              </a:xfrm>
              <a:custGeom>
                <a:avLst/>
                <a:gdLst>
                  <a:gd name="T0" fmla="*/ 0 w 23"/>
                  <a:gd name="T1" fmla="*/ 294 h 23"/>
                  <a:gd name="T2" fmla="*/ 196 w 23"/>
                  <a:gd name="T3" fmla="*/ 430 h 23"/>
                  <a:gd name="T4" fmla="*/ 349 w 23"/>
                  <a:gd name="T5" fmla="*/ 21 h 23"/>
                  <a:gd name="T6" fmla="*/ 258 w 23"/>
                  <a:gd name="T7" fmla="*/ 111 h 23"/>
                  <a:gd name="T8" fmla="*/ 196 w 23"/>
                  <a:gd name="T9" fmla="*/ 239 h 23"/>
                  <a:gd name="T10" fmla="*/ 30 w 23"/>
                  <a:gd name="T11" fmla="*/ 28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3">
                    <a:moveTo>
                      <a:pt x="0" y="16"/>
                    </a:moveTo>
                    <a:cubicBezTo>
                      <a:pt x="6" y="16"/>
                      <a:pt x="9" y="20"/>
                      <a:pt x="13" y="23"/>
                    </a:cubicBezTo>
                    <a:cubicBezTo>
                      <a:pt x="13" y="14"/>
                      <a:pt x="19" y="8"/>
                      <a:pt x="23" y="1"/>
                    </a:cubicBezTo>
                    <a:cubicBezTo>
                      <a:pt x="20" y="0"/>
                      <a:pt x="18" y="3"/>
                      <a:pt x="17" y="6"/>
                    </a:cubicBezTo>
                    <a:cubicBezTo>
                      <a:pt x="15" y="9"/>
                      <a:pt x="15" y="11"/>
                      <a:pt x="13" y="13"/>
                    </a:cubicBezTo>
                    <a:cubicBezTo>
                      <a:pt x="10" y="16"/>
                      <a:pt x="5" y="15"/>
                      <a:pt x="2" y="15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1" name="Freeform 2709">
                <a:extLst>
                  <a:ext uri="{FF2B5EF4-FFF2-40B4-BE49-F238E27FC236}">
                    <a16:creationId xmlns:a16="http://schemas.microsoft.com/office/drawing/2014/main" id="{BF1BC7E9-DE0A-4315-AE43-D1F603383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265"/>
                <a:ext cx="80" cy="85"/>
              </a:xfrm>
              <a:custGeom>
                <a:avLst/>
                <a:gdLst>
                  <a:gd name="T0" fmla="*/ 33 w 32"/>
                  <a:gd name="T1" fmla="*/ 523 h 32"/>
                  <a:gd name="T2" fmla="*/ 220 w 32"/>
                  <a:gd name="T3" fmla="*/ 396 h 32"/>
                  <a:gd name="T4" fmla="*/ 363 w 32"/>
                  <a:gd name="T5" fmla="*/ 340 h 32"/>
                  <a:gd name="T6" fmla="*/ 500 w 32"/>
                  <a:gd name="T7" fmla="*/ 0 h 32"/>
                  <a:gd name="T8" fmla="*/ 345 w 32"/>
                  <a:gd name="T9" fmla="*/ 247 h 32"/>
                  <a:gd name="T10" fmla="*/ 0 w 32"/>
                  <a:gd name="T11" fmla="*/ 60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2">
                    <a:moveTo>
                      <a:pt x="2" y="28"/>
                    </a:moveTo>
                    <a:cubicBezTo>
                      <a:pt x="6" y="25"/>
                      <a:pt x="9" y="23"/>
                      <a:pt x="14" y="21"/>
                    </a:cubicBezTo>
                    <a:cubicBezTo>
                      <a:pt x="17" y="20"/>
                      <a:pt x="21" y="19"/>
                      <a:pt x="23" y="18"/>
                    </a:cubicBezTo>
                    <a:cubicBezTo>
                      <a:pt x="30" y="15"/>
                      <a:pt x="32" y="6"/>
                      <a:pt x="32" y="0"/>
                    </a:cubicBezTo>
                    <a:cubicBezTo>
                      <a:pt x="31" y="5"/>
                      <a:pt x="26" y="11"/>
                      <a:pt x="22" y="13"/>
                    </a:cubicBezTo>
                    <a:cubicBezTo>
                      <a:pt x="14" y="19"/>
                      <a:pt x="2" y="20"/>
                      <a:pt x="0" y="32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2710">
                <a:extLst>
                  <a:ext uri="{FF2B5EF4-FFF2-40B4-BE49-F238E27FC236}">
                    <a16:creationId xmlns:a16="http://schemas.microsoft.com/office/drawing/2014/main" id="{372247FD-C089-4AFA-A804-D373A820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347"/>
                <a:ext cx="95" cy="123"/>
              </a:xfrm>
              <a:custGeom>
                <a:avLst/>
                <a:gdLst>
                  <a:gd name="T0" fmla="*/ 250 w 38"/>
                  <a:gd name="T1" fmla="*/ 671 h 46"/>
                  <a:gd name="T2" fmla="*/ 408 w 38"/>
                  <a:gd name="T3" fmla="*/ 479 h 46"/>
                  <a:gd name="T4" fmla="*/ 500 w 38"/>
                  <a:gd name="T5" fmla="*/ 209 h 46"/>
                  <a:gd name="T6" fmla="*/ 563 w 38"/>
                  <a:gd name="T7" fmla="*/ 380 h 46"/>
                  <a:gd name="T8" fmla="*/ 458 w 38"/>
                  <a:gd name="T9" fmla="*/ 743 h 46"/>
                  <a:gd name="T10" fmla="*/ 300 w 38"/>
                  <a:gd name="T11" fmla="*/ 858 h 46"/>
                  <a:gd name="T12" fmla="*/ 188 w 38"/>
                  <a:gd name="T13" fmla="*/ 845 h 46"/>
                  <a:gd name="T14" fmla="*/ 0 w 38"/>
                  <a:gd name="T15" fmla="*/ 743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6">
                    <a:moveTo>
                      <a:pt x="16" y="35"/>
                    </a:moveTo>
                    <a:cubicBezTo>
                      <a:pt x="19" y="32"/>
                      <a:pt x="23" y="29"/>
                      <a:pt x="26" y="25"/>
                    </a:cubicBezTo>
                    <a:cubicBezTo>
                      <a:pt x="29" y="21"/>
                      <a:pt x="29" y="16"/>
                      <a:pt x="32" y="11"/>
                    </a:cubicBezTo>
                    <a:cubicBezTo>
                      <a:pt x="38" y="0"/>
                      <a:pt x="38" y="14"/>
                      <a:pt x="36" y="20"/>
                    </a:cubicBezTo>
                    <a:cubicBezTo>
                      <a:pt x="35" y="27"/>
                      <a:pt x="34" y="33"/>
                      <a:pt x="29" y="39"/>
                    </a:cubicBezTo>
                    <a:cubicBezTo>
                      <a:pt x="26" y="41"/>
                      <a:pt x="22" y="46"/>
                      <a:pt x="19" y="45"/>
                    </a:cubicBezTo>
                    <a:cubicBezTo>
                      <a:pt x="17" y="45"/>
                      <a:pt x="14" y="45"/>
                      <a:pt x="12" y="44"/>
                    </a:cubicBezTo>
                    <a:cubicBezTo>
                      <a:pt x="8" y="43"/>
                      <a:pt x="4" y="40"/>
                      <a:pt x="0" y="39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Freeform 2711">
                <a:extLst>
                  <a:ext uri="{FF2B5EF4-FFF2-40B4-BE49-F238E27FC236}">
                    <a16:creationId xmlns:a16="http://schemas.microsoft.com/office/drawing/2014/main" id="{2B30BD10-F62B-4071-842B-F2FB49278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393"/>
                <a:ext cx="57" cy="74"/>
              </a:xfrm>
              <a:custGeom>
                <a:avLst/>
                <a:gdLst>
                  <a:gd name="T0" fmla="*/ 12 w 23"/>
                  <a:gd name="T1" fmla="*/ 518 h 28"/>
                  <a:gd name="T2" fmla="*/ 258 w 23"/>
                  <a:gd name="T3" fmla="*/ 370 h 28"/>
                  <a:gd name="T4" fmla="*/ 320 w 23"/>
                  <a:gd name="T5" fmla="*/ 0 h 28"/>
                  <a:gd name="T6" fmla="*/ 216 w 23"/>
                  <a:gd name="T7" fmla="*/ 293 h 28"/>
                  <a:gd name="T8" fmla="*/ 12 w 23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1" y="28"/>
                    </a:moveTo>
                    <a:cubicBezTo>
                      <a:pt x="6" y="26"/>
                      <a:pt x="13" y="24"/>
                      <a:pt x="17" y="20"/>
                    </a:cubicBezTo>
                    <a:cubicBezTo>
                      <a:pt x="23" y="14"/>
                      <a:pt x="21" y="6"/>
                      <a:pt x="21" y="0"/>
                    </a:cubicBezTo>
                    <a:cubicBezTo>
                      <a:pt x="16" y="0"/>
                      <a:pt x="17" y="12"/>
                      <a:pt x="14" y="16"/>
                    </a:cubicBezTo>
                    <a:cubicBezTo>
                      <a:pt x="11" y="19"/>
                      <a:pt x="0" y="22"/>
                      <a:pt x="1" y="28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4" name="Freeform 2712">
                <a:extLst>
                  <a:ext uri="{FF2B5EF4-FFF2-40B4-BE49-F238E27FC236}">
                    <a16:creationId xmlns:a16="http://schemas.microsoft.com/office/drawing/2014/main" id="{DCBAA490-9808-472A-B988-A5483DDAF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305"/>
                <a:ext cx="55" cy="69"/>
              </a:xfrm>
              <a:custGeom>
                <a:avLst/>
                <a:gdLst>
                  <a:gd name="T0" fmla="*/ 0 w 22"/>
                  <a:gd name="T1" fmla="*/ 149 h 26"/>
                  <a:gd name="T2" fmla="*/ 158 w 22"/>
                  <a:gd name="T3" fmla="*/ 464 h 26"/>
                  <a:gd name="T4" fmla="*/ 345 w 22"/>
                  <a:gd name="T5" fmla="*/ 191 h 26"/>
                  <a:gd name="T6" fmla="*/ 238 w 22"/>
                  <a:gd name="T7" fmla="*/ 0 h 26"/>
                  <a:gd name="T8" fmla="*/ 208 w 22"/>
                  <a:gd name="T9" fmla="*/ 204 h 26"/>
                  <a:gd name="T10" fmla="*/ 63 w 22"/>
                  <a:gd name="T11" fmla="*/ 20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0" y="8"/>
                    </a:moveTo>
                    <a:cubicBezTo>
                      <a:pt x="0" y="14"/>
                      <a:pt x="3" y="26"/>
                      <a:pt x="10" y="25"/>
                    </a:cubicBezTo>
                    <a:cubicBezTo>
                      <a:pt x="8" y="17"/>
                      <a:pt x="15" y="11"/>
                      <a:pt x="22" y="10"/>
                    </a:cubicBezTo>
                    <a:cubicBezTo>
                      <a:pt x="19" y="7"/>
                      <a:pt x="18" y="3"/>
                      <a:pt x="15" y="0"/>
                    </a:cubicBezTo>
                    <a:cubicBezTo>
                      <a:pt x="16" y="4"/>
                      <a:pt x="16" y="7"/>
                      <a:pt x="13" y="11"/>
                    </a:cubicBezTo>
                    <a:cubicBezTo>
                      <a:pt x="11" y="13"/>
                      <a:pt x="6" y="15"/>
                      <a:pt x="4" y="11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2713">
                <a:extLst>
                  <a:ext uri="{FF2B5EF4-FFF2-40B4-BE49-F238E27FC236}">
                    <a16:creationId xmlns:a16="http://schemas.microsoft.com/office/drawing/2014/main" id="{81F32842-5F7A-4D95-B3DC-FBC6CC9CF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369"/>
                <a:ext cx="102" cy="90"/>
              </a:xfrm>
              <a:custGeom>
                <a:avLst/>
                <a:gdLst>
                  <a:gd name="T0" fmla="*/ 12 w 41"/>
                  <a:gd name="T1" fmla="*/ 540 h 34"/>
                  <a:gd name="T2" fmla="*/ 525 w 41"/>
                  <a:gd name="T3" fmla="*/ 447 h 34"/>
                  <a:gd name="T4" fmla="*/ 619 w 41"/>
                  <a:gd name="T5" fmla="*/ 315 h 34"/>
                  <a:gd name="T6" fmla="*/ 537 w 41"/>
                  <a:gd name="T7" fmla="*/ 0 h 34"/>
                  <a:gd name="T8" fmla="*/ 557 w 41"/>
                  <a:gd name="T9" fmla="*/ 225 h 34"/>
                  <a:gd name="T10" fmla="*/ 383 w 41"/>
                  <a:gd name="T11" fmla="*/ 349 h 34"/>
                  <a:gd name="T12" fmla="*/ 0 w 41"/>
                  <a:gd name="T13" fmla="*/ 51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34">
                    <a:moveTo>
                      <a:pt x="1" y="29"/>
                    </a:moveTo>
                    <a:cubicBezTo>
                      <a:pt x="13" y="33"/>
                      <a:pt x="23" y="30"/>
                      <a:pt x="34" y="24"/>
                    </a:cubicBezTo>
                    <a:cubicBezTo>
                      <a:pt x="37" y="22"/>
                      <a:pt x="39" y="21"/>
                      <a:pt x="40" y="17"/>
                    </a:cubicBezTo>
                    <a:cubicBezTo>
                      <a:pt x="41" y="13"/>
                      <a:pt x="39" y="3"/>
                      <a:pt x="35" y="0"/>
                    </a:cubicBezTo>
                    <a:cubicBezTo>
                      <a:pt x="36" y="3"/>
                      <a:pt x="37" y="9"/>
                      <a:pt x="36" y="12"/>
                    </a:cubicBezTo>
                    <a:cubicBezTo>
                      <a:pt x="34" y="18"/>
                      <a:pt x="29" y="17"/>
                      <a:pt x="25" y="19"/>
                    </a:cubicBezTo>
                    <a:cubicBezTo>
                      <a:pt x="19" y="22"/>
                      <a:pt x="5" y="34"/>
                      <a:pt x="0" y="28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2714">
                <a:extLst>
                  <a:ext uri="{FF2B5EF4-FFF2-40B4-BE49-F238E27FC236}">
                    <a16:creationId xmlns:a16="http://schemas.microsoft.com/office/drawing/2014/main" id="{214DCDA5-AA4E-48E4-AB5F-E9E9F980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193"/>
                <a:ext cx="55" cy="88"/>
              </a:xfrm>
              <a:custGeom>
                <a:avLst/>
                <a:gdLst>
                  <a:gd name="T0" fmla="*/ 0 w 22"/>
                  <a:gd name="T1" fmla="*/ 320 h 33"/>
                  <a:gd name="T2" fmla="*/ 113 w 22"/>
                  <a:gd name="T3" fmla="*/ 627 h 33"/>
                  <a:gd name="T4" fmla="*/ 145 w 22"/>
                  <a:gd name="T5" fmla="*/ 435 h 33"/>
                  <a:gd name="T6" fmla="*/ 270 w 22"/>
                  <a:gd name="T7" fmla="*/ 285 h 33"/>
                  <a:gd name="T8" fmla="*/ 250 w 22"/>
                  <a:gd name="T9" fmla="*/ 0 h 33"/>
                  <a:gd name="T10" fmla="*/ 220 w 22"/>
                  <a:gd name="T11" fmla="*/ 192 h 33"/>
                  <a:gd name="T12" fmla="*/ 50 w 22"/>
                  <a:gd name="T13" fmla="*/ 28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0" y="17"/>
                    </a:moveTo>
                    <a:cubicBezTo>
                      <a:pt x="3" y="22"/>
                      <a:pt x="3" y="30"/>
                      <a:pt x="7" y="33"/>
                    </a:cubicBezTo>
                    <a:cubicBezTo>
                      <a:pt x="8" y="30"/>
                      <a:pt x="7" y="26"/>
                      <a:pt x="9" y="23"/>
                    </a:cubicBezTo>
                    <a:cubicBezTo>
                      <a:pt x="11" y="19"/>
                      <a:pt x="14" y="18"/>
                      <a:pt x="17" y="15"/>
                    </a:cubicBezTo>
                    <a:cubicBezTo>
                      <a:pt x="22" y="9"/>
                      <a:pt x="18" y="6"/>
                      <a:pt x="16" y="0"/>
                    </a:cubicBezTo>
                    <a:cubicBezTo>
                      <a:pt x="17" y="4"/>
                      <a:pt x="17" y="7"/>
                      <a:pt x="14" y="10"/>
                    </a:cubicBezTo>
                    <a:cubicBezTo>
                      <a:pt x="11" y="13"/>
                      <a:pt x="5" y="12"/>
                      <a:pt x="3" y="15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" name="Freeform 2715">
                <a:extLst>
                  <a:ext uri="{FF2B5EF4-FFF2-40B4-BE49-F238E27FC236}">
                    <a16:creationId xmlns:a16="http://schemas.microsoft.com/office/drawing/2014/main" id="{2956E59B-4868-4C33-B5D7-DD24A66C0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166"/>
                <a:ext cx="80" cy="75"/>
              </a:xfrm>
              <a:custGeom>
                <a:avLst/>
                <a:gdLst>
                  <a:gd name="T0" fmla="*/ 0 w 32"/>
                  <a:gd name="T1" fmla="*/ 538 h 28"/>
                  <a:gd name="T2" fmla="*/ 188 w 32"/>
                  <a:gd name="T3" fmla="*/ 517 h 28"/>
                  <a:gd name="T4" fmla="*/ 395 w 32"/>
                  <a:gd name="T5" fmla="*/ 252 h 28"/>
                  <a:gd name="T6" fmla="*/ 363 w 32"/>
                  <a:gd name="T7" fmla="*/ 0 h 28"/>
                  <a:gd name="T8" fmla="*/ 270 w 32"/>
                  <a:gd name="T9" fmla="*/ 171 h 28"/>
                  <a:gd name="T10" fmla="*/ 50 w 32"/>
                  <a:gd name="T11" fmla="*/ 47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8">
                    <a:moveTo>
                      <a:pt x="0" y="28"/>
                    </a:moveTo>
                    <a:cubicBezTo>
                      <a:pt x="4" y="26"/>
                      <a:pt x="8" y="26"/>
                      <a:pt x="12" y="27"/>
                    </a:cubicBezTo>
                    <a:cubicBezTo>
                      <a:pt x="12" y="19"/>
                      <a:pt x="20" y="17"/>
                      <a:pt x="25" y="13"/>
                    </a:cubicBezTo>
                    <a:cubicBezTo>
                      <a:pt x="31" y="9"/>
                      <a:pt x="32" y="0"/>
                      <a:pt x="23" y="0"/>
                    </a:cubicBezTo>
                    <a:cubicBezTo>
                      <a:pt x="25" y="4"/>
                      <a:pt x="20" y="7"/>
                      <a:pt x="17" y="9"/>
                    </a:cubicBezTo>
                    <a:cubicBezTo>
                      <a:pt x="11" y="14"/>
                      <a:pt x="5" y="17"/>
                      <a:pt x="3" y="25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8" name="Freeform 2716">
                <a:extLst>
                  <a:ext uri="{FF2B5EF4-FFF2-40B4-BE49-F238E27FC236}">
                    <a16:creationId xmlns:a16="http://schemas.microsoft.com/office/drawing/2014/main" id="{DCD6672E-4BE5-4A8C-ACEE-D45498C54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043"/>
                <a:ext cx="27" cy="35"/>
              </a:xfrm>
              <a:custGeom>
                <a:avLst/>
                <a:gdLst>
                  <a:gd name="T0" fmla="*/ 12 w 11"/>
                  <a:gd name="T1" fmla="*/ 0 h 13"/>
                  <a:gd name="T2" fmla="*/ 162 w 11"/>
                  <a:gd name="T3" fmla="*/ 35 h 13"/>
                  <a:gd name="T4" fmla="*/ 150 w 11"/>
                  <a:gd name="T5" fmla="*/ 253 h 13"/>
                  <a:gd name="T6" fmla="*/ 0 w 11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" y="0"/>
                    </a:moveTo>
                    <a:cubicBezTo>
                      <a:pt x="4" y="1"/>
                      <a:pt x="8" y="3"/>
                      <a:pt x="11" y="2"/>
                    </a:cubicBezTo>
                    <a:cubicBezTo>
                      <a:pt x="10" y="5"/>
                      <a:pt x="10" y="9"/>
                      <a:pt x="10" y="13"/>
                    </a:cubicBezTo>
                    <a:cubicBezTo>
                      <a:pt x="8" y="7"/>
                      <a:pt x="4" y="4"/>
                      <a:pt x="0" y="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9" name="Freeform 2717">
                <a:extLst>
                  <a:ext uri="{FF2B5EF4-FFF2-40B4-BE49-F238E27FC236}">
                    <a16:creationId xmlns:a16="http://schemas.microsoft.com/office/drawing/2014/main" id="{3599D66C-D627-4F91-84A2-9F39C01FF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774"/>
                <a:ext cx="40" cy="45"/>
              </a:xfrm>
              <a:custGeom>
                <a:avLst/>
                <a:gdLst>
                  <a:gd name="T0" fmla="*/ 33 w 16"/>
                  <a:gd name="T1" fmla="*/ 34 h 17"/>
                  <a:gd name="T2" fmla="*/ 208 w 16"/>
                  <a:gd name="T3" fmla="*/ 56 h 17"/>
                  <a:gd name="T4" fmla="*/ 0 w 16"/>
                  <a:gd name="T5" fmla="*/ 315 h 17"/>
                  <a:gd name="T6" fmla="*/ 33 w 16"/>
                  <a:gd name="T7" fmla="*/ 2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2" y="2"/>
                    </a:moveTo>
                    <a:cubicBezTo>
                      <a:pt x="4" y="0"/>
                      <a:pt x="12" y="0"/>
                      <a:pt x="13" y="3"/>
                    </a:cubicBezTo>
                    <a:cubicBezTo>
                      <a:pt x="16" y="10"/>
                      <a:pt x="4" y="15"/>
                      <a:pt x="0" y="17"/>
                    </a:cubicBezTo>
                    <a:cubicBezTo>
                      <a:pt x="3" y="15"/>
                      <a:pt x="11" y="2"/>
                      <a:pt x="2" y="1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0" name="Freeform 2718">
                <a:extLst>
                  <a:ext uri="{FF2B5EF4-FFF2-40B4-BE49-F238E27FC236}">
                    <a16:creationId xmlns:a16="http://schemas.microsoft.com/office/drawing/2014/main" id="{656C05D2-47FF-4376-A032-8E216DC2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686"/>
                <a:ext cx="30" cy="72"/>
              </a:xfrm>
              <a:custGeom>
                <a:avLst/>
                <a:gdLst>
                  <a:gd name="T0" fmla="*/ 50 w 12"/>
                  <a:gd name="T1" fmla="*/ 35 h 27"/>
                  <a:gd name="T2" fmla="*/ 188 w 12"/>
                  <a:gd name="T3" fmla="*/ 307 h 27"/>
                  <a:gd name="T4" fmla="*/ 0 w 12"/>
                  <a:gd name="T5" fmla="*/ 477 h 27"/>
                  <a:gd name="T6" fmla="*/ 125 w 12"/>
                  <a:gd name="T7" fmla="*/ 307 h 27"/>
                  <a:gd name="T8" fmla="*/ 20 w 1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7">
                    <a:moveTo>
                      <a:pt x="3" y="2"/>
                    </a:moveTo>
                    <a:cubicBezTo>
                      <a:pt x="8" y="6"/>
                      <a:pt x="12" y="10"/>
                      <a:pt x="12" y="16"/>
                    </a:cubicBezTo>
                    <a:cubicBezTo>
                      <a:pt x="12" y="23"/>
                      <a:pt x="7" y="27"/>
                      <a:pt x="0" y="25"/>
                    </a:cubicBezTo>
                    <a:cubicBezTo>
                      <a:pt x="4" y="23"/>
                      <a:pt x="7" y="21"/>
                      <a:pt x="8" y="16"/>
                    </a:cubicBezTo>
                    <a:cubicBezTo>
                      <a:pt x="8" y="10"/>
                      <a:pt x="2" y="6"/>
                      <a:pt x="1" y="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1" name="Freeform 2719">
                <a:extLst>
                  <a:ext uri="{FF2B5EF4-FFF2-40B4-BE49-F238E27FC236}">
                    <a16:creationId xmlns:a16="http://schemas.microsoft.com/office/drawing/2014/main" id="{04FC46EB-3915-4A16-B681-C84517696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63"/>
                <a:ext cx="45" cy="43"/>
              </a:xfrm>
              <a:custGeom>
                <a:avLst/>
                <a:gdLst>
                  <a:gd name="T0" fmla="*/ 33 w 18"/>
                  <a:gd name="T1" fmla="*/ 59 h 16"/>
                  <a:gd name="T2" fmla="*/ 83 w 18"/>
                  <a:gd name="T3" fmla="*/ 312 h 16"/>
                  <a:gd name="T4" fmla="*/ 250 w 18"/>
                  <a:gd name="T5" fmla="*/ 0 h 16"/>
                  <a:gd name="T6" fmla="*/ 175 w 18"/>
                  <a:gd name="T7" fmla="*/ 175 h 16"/>
                  <a:gd name="T8" fmla="*/ 0 w 18"/>
                  <a:gd name="T9" fmla="*/ 9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2" y="3"/>
                    </a:moveTo>
                    <a:cubicBezTo>
                      <a:pt x="0" y="8"/>
                      <a:pt x="1" y="14"/>
                      <a:pt x="5" y="16"/>
                    </a:cubicBezTo>
                    <a:cubicBezTo>
                      <a:pt x="8" y="10"/>
                      <a:pt x="18" y="10"/>
                      <a:pt x="16" y="0"/>
                    </a:cubicBezTo>
                    <a:cubicBezTo>
                      <a:pt x="15" y="2"/>
                      <a:pt x="14" y="8"/>
                      <a:pt x="11" y="9"/>
                    </a:cubicBezTo>
                    <a:cubicBezTo>
                      <a:pt x="6" y="12"/>
                      <a:pt x="6" y="3"/>
                      <a:pt x="0" y="5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2" name="Freeform 2720">
                <a:extLst>
                  <a:ext uri="{FF2B5EF4-FFF2-40B4-BE49-F238E27FC236}">
                    <a16:creationId xmlns:a16="http://schemas.microsoft.com/office/drawing/2014/main" id="{4F1A3B93-B01A-4150-9FEB-EB5398CE8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939"/>
                <a:ext cx="73" cy="99"/>
              </a:xfrm>
              <a:custGeom>
                <a:avLst/>
                <a:gdLst>
                  <a:gd name="T0" fmla="*/ 0 w 29"/>
                  <a:gd name="T1" fmla="*/ 573 h 37"/>
                  <a:gd name="T2" fmla="*/ 242 w 29"/>
                  <a:gd name="T3" fmla="*/ 209 h 37"/>
                  <a:gd name="T4" fmla="*/ 317 w 29"/>
                  <a:gd name="T5" fmla="*/ 21 h 37"/>
                  <a:gd name="T6" fmla="*/ 463 w 29"/>
                  <a:gd name="T7" fmla="*/ 21 h 37"/>
                  <a:gd name="T8" fmla="*/ 368 w 29"/>
                  <a:gd name="T9" fmla="*/ 321 h 37"/>
                  <a:gd name="T10" fmla="*/ 317 w 29"/>
                  <a:gd name="T11" fmla="*/ 629 h 37"/>
                  <a:gd name="T12" fmla="*/ 20 w 29"/>
                  <a:gd name="T13" fmla="*/ 61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7">
                    <a:moveTo>
                      <a:pt x="0" y="30"/>
                    </a:moveTo>
                    <a:cubicBezTo>
                      <a:pt x="12" y="31"/>
                      <a:pt x="13" y="20"/>
                      <a:pt x="15" y="11"/>
                    </a:cubicBezTo>
                    <a:cubicBezTo>
                      <a:pt x="16" y="7"/>
                      <a:pt x="16" y="3"/>
                      <a:pt x="20" y="1"/>
                    </a:cubicBezTo>
                    <a:cubicBezTo>
                      <a:pt x="23" y="0"/>
                      <a:pt x="26" y="1"/>
                      <a:pt x="29" y="1"/>
                    </a:cubicBezTo>
                    <a:cubicBezTo>
                      <a:pt x="29" y="8"/>
                      <a:pt x="24" y="11"/>
                      <a:pt x="23" y="17"/>
                    </a:cubicBezTo>
                    <a:cubicBezTo>
                      <a:pt x="22" y="21"/>
                      <a:pt x="23" y="30"/>
                      <a:pt x="20" y="33"/>
                    </a:cubicBezTo>
                    <a:cubicBezTo>
                      <a:pt x="14" y="37"/>
                      <a:pt x="7" y="33"/>
                      <a:pt x="1" y="32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3" name="Freeform 2721">
                <a:extLst>
                  <a:ext uri="{FF2B5EF4-FFF2-40B4-BE49-F238E27FC236}">
                    <a16:creationId xmlns:a16="http://schemas.microsoft.com/office/drawing/2014/main" id="{89EC3253-EB21-4E7E-9D0D-F557931CB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043"/>
                <a:ext cx="90" cy="62"/>
              </a:xfrm>
              <a:custGeom>
                <a:avLst/>
                <a:gdLst>
                  <a:gd name="T0" fmla="*/ 33 w 36"/>
                  <a:gd name="T1" fmla="*/ 35 h 23"/>
                  <a:gd name="T2" fmla="*/ 95 w 36"/>
                  <a:gd name="T3" fmla="*/ 137 h 23"/>
                  <a:gd name="T4" fmla="*/ 113 w 36"/>
                  <a:gd name="T5" fmla="*/ 218 h 23"/>
                  <a:gd name="T6" fmla="*/ 95 w 36"/>
                  <a:gd name="T7" fmla="*/ 450 h 23"/>
                  <a:gd name="T8" fmla="*/ 500 w 36"/>
                  <a:gd name="T9" fmla="*/ 394 h 23"/>
                  <a:gd name="T10" fmla="*/ 488 w 36"/>
                  <a:gd name="T11" fmla="*/ 218 h 23"/>
                  <a:gd name="T12" fmla="*/ 550 w 36"/>
                  <a:gd name="T13" fmla="*/ 0 h 23"/>
                  <a:gd name="T14" fmla="*/ 470 w 36"/>
                  <a:gd name="T15" fmla="*/ 59 h 23"/>
                  <a:gd name="T16" fmla="*/ 333 w 36"/>
                  <a:gd name="T17" fmla="*/ 59 h 23"/>
                  <a:gd name="T18" fmla="*/ 175 w 36"/>
                  <a:gd name="T19" fmla="*/ 22 h 23"/>
                  <a:gd name="T20" fmla="*/ 0 w 36"/>
                  <a:gd name="T21" fmla="*/ 35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23">
                    <a:moveTo>
                      <a:pt x="2" y="2"/>
                    </a:moveTo>
                    <a:cubicBezTo>
                      <a:pt x="3" y="4"/>
                      <a:pt x="5" y="4"/>
                      <a:pt x="6" y="7"/>
                    </a:cubicBezTo>
                    <a:cubicBezTo>
                      <a:pt x="6" y="8"/>
                      <a:pt x="7" y="10"/>
                      <a:pt x="7" y="11"/>
                    </a:cubicBezTo>
                    <a:cubicBezTo>
                      <a:pt x="8" y="15"/>
                      <a:pt x="7" y="19"/>
                      <a:pt x="6" y="23"/>
                    </a:cubicBezTo>
                    <a:cubicBezTo>
                      <a:pt x="12" y="16"/>
                      <a:pt x="24" y="19"/>
                      <a:pt x="32" y="20"/>
                    </a:cubicBezTo>
                    <a:cubicBezTo>
                      <a:pt x="31" y="18"/>
                      <a:pt x="30" y="14"/>
                      <a:pt x="31" y="11"/>
                    </a:cubicBezTo>
                    <a:cubicBezTo>
                      <a:pt x="31" y="7"/>
                      <a:pt x="36" y="4"/>
                      <a:pt x="35" y="0"/>
                    </a:cubicBezTo>
                    <a:cubicBezTo>
                      <a:pt x="33" y="1"/>
                      <a:pt x="32" y="3"/>
                      <a:pt x="30" y="3"/>
                    </a:cubicBezTo>
                    <a:cubicBezTo>
                      <a:pt x="28" y="5"/>
                      <a:pt x="24" y="4"/>
                      <a:pt x="21" y="3"/>
                    </a:cubicBezTo>
                    <a:cubicBezTo>
                      <a:pt x="17" y="3"/>
                      <a:pt x="14" y="2"/>
                      <a:pt x="11" y="1"/>
                    </a:cubicBezTo>
                    <a:cubicBezTo>
                      <a:pt x="7" y="1"/>
                      <a:pt x="4" y="2"/>
                      <a:pt x="0" y="2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4" name="Freeform 2722">
                <a:extLst>
                  <a:ext uri="{FF2B5EF4-FFF2-40B4-BE49-F238E27FC236}">
                    <a16:creationId xmlns:a16="http://schemas.microsoft.com/office/drawing/2014/main" id="{FDBEF574-4265-4A25-9385-94D9D51B5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177"/>
                <a:ext cx="57" cy="66"/>
              </a:xfrm>
              <a:custGeom>
                <a:avLst/>
                <a:gdLst>
                  <a:gd name="T0" fmla="*/ 104 w 23"/>
                  <a:gd name="T1" fmla="*/ 77 h 25"/>
                  <a:gd name="T2" fmla="*/ 0 w 23"/>
                  <a:gd name="T3" fmla="*/ 293 h 25"/>
                  <a:gd name="T4" fmla="*/ 62 w 23"/>
                  <a:gd name="T5" fmla="*/ 348 h 25"/>
                  <a:gd name="T6" fmla="*/ 154 w 23"/>
                  <a:gd name="T7" fmla="*/ 459 h 25"/>
                  <a:gd name="T8" fmla="*/ 154 w 23"/>
                  <a:gd name="T9" fmla="*/ 127 h 25"/>
                  <a:gd name="T10" fmla="*/ 349 w 23"/>
                  <a:gd name="T11" fmla="*/ 55 h 25"/>
                  <a:gd name="T12" fmla="*/ 320 w 23"/>
                  <a:gd name="T13" fmla="*/ 0 h 25"/>
                  <a:gd name="T14" fmla="*/ 228 w 23"/>
                  <a:gd name="T15" fmla="*/ 0 h 25"/>
                  <a:gd name="T16" fmla="*/ 62 w 23"/>
                  <a:gd name="T17" fmla="*/ 77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5">
                    <a:moveTo>
                      <a:pt x="7" y="4"/>
                    </a:moveTo>
                    <a:cubicBezTo>
                      <a:pt x="6" y="7"/>
                      <a:pt x="0" y="13"/>
                      <a:pt x="0" y="16"/>
                    </a:cubicBezTo>
                    <a:cubicBezTo>
                      <a:pt x="0" y="17"/>
                      <a:pt x="3" y="18"/>
                      <a:pt x="4" y="19"/>
                    </a:cubicBezTo>
                    <a:cubicBezTo>
                      <a:pt x="5" y="20"/>
                      <a:pt x="10" y="24"/>
                      <a:pt x="10" y="25"/>
                    </a:cubicBezTo>
                    <a:cubicBezTo>
                      <a:pt x="5" y="21"/>
                      <a:pt x="6" y="12"/>
                      <a:pt x="10" y="7"/>
                    </a:cubicBezTo>
                    <a:cubicBezTo>
                      <a:pt x="13" y="5"/>
                      <a:pt x="20" y="2"/>
                      <a:pt x="23" y="3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20" y="0"/>
                      <a:pt x="16" y="0"/>
                      <a:pt x="15" y="0"/>
                    </a:cubicBezTo>
                    <a:cubicBezTo>
                      <a:pt x="11" y="0"/>
                      <a:pt x="7" y="1"/>
                      <a:pt x="4" y="4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5" name="Freeform 2723">
                <a:extLst>
                  <a:ext uri="{FF2B5EF4-FFF2-40B4-BE49-F238E27FC236}">
                    <a16:creationId xmlns:a16="http://schemas.microsoft.com/office/drawing/2014/main" id="{8D55C80B-E605-4BDE-A0AD-801CC3826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217"/>
                <a:ext cx="43" cy="82"/>
              </a:xfrm>
              <a:custGeom>
                <a:avLst/>
                <a:gdLst>
                  <a:gd name="T0" fmla="*/ 0 w 17"/>
                  <a:gd name="T1" fmla="*/ 336 h 31"/>
                  <a:gd name="T2" fmla="*/ 20 w 17"/>
                  <a:gd name="T3" fmla="*/ 574 h 31"/>
                  <a:gd name="T4" fmla="*/ 276 w 17"/>
                  <a:gd name="T5" fmla="*/ 336 h 31"/>
                  <a:gd name="T6" fmla="*/ 147 w 17"/>
                  <a:gd name="T7" fmla="*/ 259 h 31"/>
                  <a:gd name="T8" fmla="*/ 96 w 17"/>
                  <a:gd name="T9" fmla="*/ 0 h 31"/>
                  <a:gd name="T10" fmla="*/ 96 w 17"/>
                  <a:gd name="T11" fmla="*/ 90 h 31"/>
                  <a:gd name="T12" fmla="*/ 83 w 17"/>
                  <a:gd name="T13" fmla="*/ 238 h 31"/>
                  <a:gd name="T14" fmla="*/ 51 w 17"/>
                  <a:gd name="T15" fmla="*/ 426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1">
                    <a:moveTo>
                      <a:pt x="0" y="18"/>
                    </a:moveTo>
                    <a:cubicBezTo>
                      <a:pt x="3" y="22"/>
                      <a:pt x="0" y="27"/>
                      <a:pt x="1" y="31"/>
                    </a:cubicBezTo>
                    <a:cubicBezTo>
                      <a:pt x="6" y="27"/>
                      <a:pt x="16" y="25"/>
                      <a:pt x="17" y="18"/>
                    </a:cubicBezTo>
                    <a:cubicBezTo>
                      <a:pt x="14" y="20"/>
                      <a:pt x="11" y="17"/>
                      <a:pt x="9" y="14"/>
                    </a:cubicBezTo>
                    <a:cubicBezTo>
                      <a:pt x="6" y="10"/>
                      <a:pt x="8" y="5"/>
                      <a:pt x="6" y="0"/>
                    </a:cubicBezTo>
                    <a:cubicBezTo>
                      <a:pt x="5" y="2"/>
                      <a:pt x="6" y="4"/>
                      <a:pt x="6" y="5"/>
                    </a:cubicBezTo>
                    <a:cubicBezTo>
                      <a:pt x="6" y="8"/>
                      <a:pt x="5" y="11"/>
                      <a:pt x="5" y="13"/>
                    </a:cubicBezTo>
                    <a:cubicBezTo>
                      <a:pt x="5" y="17"/>
                      <a:pt x="10" y="22"/>
                      <a:pt x="3" y="23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6" name="Freeform 2724">
                <a:extLst>
                  <a:ext uri="{FF2B5EF4-FFF2-40B4-BE49-F238E27FC236}">
                    <a16:creationId xmlns:a16="http://schemas.microsoft.com/office/drawing/2014/main" id="{0C25F412-A05A-44F4-BA7C-4B189DFE8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937"/>
                <a:ext cx="38" cy="40"/>
              </a:xfrm>
              <a:custGeom>
                <a:avLst/>
                <a:gdLst>
                  <a:gd name="T0" fmla="*/ 20 w 15"/>
                  <a:gd name="T1" fmla="*/ 21 h 15"/>
                  <a:gd name="T2" fmla="*/ 51 w 15"/>
                  <a:gd name="T3" fmla="*/ 171 h 15"/>
                  <a:gd name="T4" fmla="*/ 147 w 15"/>
                  <a:gd name="T5" fmla="*/ 285 h 15"/>
                  <a:gd name="T6" fmla="*/ 160 w 15"/>
                  <a:gd name="T7" fmla="*/ 149 h 15"/>
                  <a:gd name="T8" fmla="*/ 243 w 15"/>
                  <a:gd name="T9" fmla="*/ 35 h 15"/>
                  <a:gd name="T10" fmla="*/ 0 w 15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1" y="1"/>
                    </a:moveTo>
                    <a:cubicBezTo>
                      <a:pt x="1" y="3"/>
                      <a:pt x="2" y="7"/>
                      <a:pt x="3" y="9"/>
                    </a:cubicBezTo>
                    <a:cubicBezTo>
                      <a:pt x="4" y="10"/>
                      <a:pt x="7" y="15"/>
                      <a:pt x="9" y="15"/>
                    </a:cubicBezTo>
                    <a:cubicBezTo>
                      <a:pt x="9" y="13"/>
                      <a:pt x="8" y="10"/>
                      <a:pt x="10" y="8"/>
                    </a:cubicBezTo>
                    <a:cubicBezTo>
                      <a:pt x="11" y="6"/>
                      <a:pt x="15" y="5"/>
                      <a:pt x="15" y="2"/>
                    </a:cubicBezTo>
                    <a:cubicBezTo>
                      <a:pt x="11" y="0"/>
                      <a:pt x="5" y="0"/>
                      <a:pt x="0" y="0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7" name="Freeform 2725">
                <a:extLst>
                  <a:ext uri="{FF2B5EF4-FFF2-40B4-BE49-F238E27FC236}">
                    <a16:creationId xmlns:a16="http://schemas.microsoft.com/office/drawing/2014/main" id="{FDA1E38A-67DB-4089-8AA9-FBD78350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299"/>
                <a:ext cx="22" cy="48"/>
              </a:xfrm>
              <a:custGeom>
                <a:avLst/>
                <a:gdLst>
                  <a:gd name="T0" fmla="*/ 0 w 9"/>
                  <a:gd name="T1" fmla="*/ 248 h 18"/>
                  <a:gd name="T2" fmla="*/ 132 w 9"/>
                  <a:gd name="T3" fmla="*/ 307 h 18"/>
                  <a:gd name="T4" fmla="*/ 59 w 9"/>
                  <a:gd name="T5" fmla="*/ 0 h 18"/>
                  <a:gd name="T6" fmla="*/ 29 w 9"/>
                  <a:gd name="T7" fmla="*/ 20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0" y="13"/>
                    </a:moveTo>
                    <a:cubicBezTo>
                      <a:pt x="2" y="14"/>
                      <a:pt x="7" y="18"/>
                      <a:pt x="9" y="16"/>
                    </a:cubicBezTo>
                    <a:cubicBezTo>
                      <a:pt x="6" y="12"/>
                      <a:pt x="4" y="5"/>
                      <a:pt x="4" y="0"/>
                    </a:cubicBezTo>
                    <a:cubicBezTo>
                      <a:pt x="4" y="4"/>
                      <a:pt x="5" y="8"/>
                      <a:pt x="2" y="11"/>
                    </a:cubicBezTo>
                  </a:path>
                </a:pathLst>
              </a:custGeom>
              <a:solidFill>
                <a:srgbClr val="EA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8" name="Freeform 2726">
                <a:extLst>
                  <a:ext uri="{FF2B5EF4-FFF2-40B4-BE49-F238E27FC236}">
                    <a16:creationId xmlns:a16="http://schemas.microsoft.com/office/drawing/2014/main" id="{354335AE-95AE-4153-B3AB-19F396D2E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118"/>
                <a:ext cx="28" cy="27"/>
              </a:xfrm>
              <a:custGeom>
                <a:avLst/>
                <a:gdLst>
                  <a:gd name="T0" fmla="*/ 181 w 11"/>
                  <a:gd name="T1" fmla="*/ 103 h 10"/>
                  <a:gd name="T2" fmla="*/ 130 w 11"/>
                  <a:gd name="T3" fmla="*/ 197 h 10"/>
                  <a:gd name="T4" fmla="*/ 51 w 11"/>
                  <a:gd name="T5" fmla="*/ 116 h 10"/>
                  <a:gd name="T6" fmla="*/ 0 w 11"/>
                  <a:gd name="T7" fmla="*/ 22 h 10"/>
                  <a:gd name="T8" fmla="*/ 84 w 11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1" y="5"/>
                    </a:moveTo>
                    <a:cubicBezTo>
                      <a:pt x="8" y="6"/>
                      <a:pt x="8" y="8"/>
                      <a:pt x="8" y="10"/>
                    </a:cubicBezTo>
                    <a:cubicBezTo>
                      <a:pt x="7" y="9"/>
                      <a:pt x="5" y="8"/>
                      <a:pt x="3" y="6"/>
                    </a:cubicBezTo>
                    <a:cubicBezTo>
                      <a:pt x="2" y="4"/>
                      <a:pt x="1" y="2"/>
                      <a:pt x="0" y="1"/>
                    </a:cubicBezTo>
                    <a:cubicBezTo>
                      <a:pt x="1" y="0"/>
                      <a:pt x="3" y="1"/>
                      <a:pt x="5" y="1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9" name="Freeform 2727">
                <a:extLst>
                  <a:ext uri="{FF2B5EF4-FFF2-40B4-BE49-F238E27FC236}">
                    <a16:creationId xmlns:a16="http://schemas.microsoft.com/office/drawing/2014/main" id="{5A9BBB32-2519-4EAA-AAA4-59B4B956E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147"/>
                <a:ext cx="40" cy="27"/>
              </a:xfrm>
              <a:custGeom>
                <a:avLst/>
                <a:gdLst>
                  <a:gd name="T0" fmla="*/ 113 w 16"/>
                  <a:gd name="T1" fmla="*/ 0 h 10"/>
                  <a:gd name="T2" fmla="*/ 0 w 16"/>
                  <a:gd name="T3" fmla="*/ 176 h 10"/>
                  <a:gd name="T4" fmla="*/ 158 w 16"/>
                  <a:gd name="T5" fmla="*/ 176 h 10"/>
                  <a:gd name="T6" fmla="*/ 208 w 16"/>
                  <a:gd name="T7" fmla="*/ 103 h 10"/>
                  <a:gd name="T8" fmla="*/ 250 w 16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7" y="0"/>
                    </a:moveTo>
                    <a:cubicBezTo>
                      <a:pt x="10" y="5"/>
                      <a:pt x="3" y="7"/>
                      <a:pt x="0" y="9"/>
                    </a:cubicBezTo>
                    <a:cubicBezTo>
                      <a:pt x="2" y="10"/>
                      <a:pt x="9" y="10"/>
                      <a:pt x="10" y="9"/>
                    </a:cubicBezTo>
                    <a:cubicBezTo>
                      <a:pt x="11" y="9"/>
                      <a:pt x="12" y="6"/>
                      <a:pt x="13" y="5"/>
                    </a:cubicBezTo>
                    <a:cubicBezTo>
                      <a:pt x="14" y="3"/>
                      <a:pt x="15" y="2"/>
                      <a:pt x="16" y="1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0" name="Freeform 2728">
                <a:extLst>
                  <a:ext uri="{FF2B5EF4-FFF2-40B4-BE49-F238E27FC236}">
                    <a16:creationId xmlns:a16="http://schemas.microsoft.com/office/drawing/2014/main" id="{68F53579-7446-48A6-AD78-2AAFAA892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131"/>
                <a:ext cx="22" cy="11"/>
              </a:xfrm>
              <a:custGeom>
                <a:avLst/>
                <a:gdLst>
                  <a:gd name="T0" fmla="*/ 71 w 9"/>
                  <a:gd name="T1" fmla="*/ 0 h 4"/>
                  <a:gd name="T2" fmla="*/ 0 w 9"/>
                  <a:gd name="T3" fmla="*/ 83 h 4"/>
                  <a:gd name="T4" fmla="*/ 132 w 9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5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3" y="4"/>
                      <a:pt x="6" y="2"/>
                      <a:pt x="9" y="2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1" name="Freeform 2729">
                <a:extLst>
                  <a:ext uri="{FF2B5EF4-FFF2-40B4-BE49-F238E27FC236}">
                    <a16:creationId xmlns:a16="http://schemas.microsoft.com/office/drawing/2014/main" id="{E3E8F0F8-CE45-4B06-B46E-9B37AB926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137"/>
                <a:ext cx="22" cy="40"/>
              </a:xfrm>
              <a:custGeom>
                <a:avLst/>
                <a:gdLst>
                  <a:gd name="T0" fmla="*/ 0 w 9"/>
                  <a:gd name="T1" fmla="*/ 77 h 15"/>
                  <a:gd name="T2" fmla="*/ 103 w 9"/>
                  <a:gd name="T3" fmla="*/ 285 h 15"/>
                  <a:gd name="T4" fmla="*/ 132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0" y="4"/>
                    </a:moveTo>
                    <a:cubicBezTo>
                      <a:pt x="1" y="8"/>
                      <a:pt x="4" y="14"/>
                      <a:pt x="7" y="15"/>
                    </a:cubicBezTo>
                    <a:cubicBezTo>
                      <a:pt x="6" y="10"/>
                      <a:pt x="9" y="5"/>
                      <a:pt x="9" y="0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2" name="Freeform 2730">
                <a:extLst>
                  <a:ext uri="{FF2B5EF4-FFF2-40B4-BE49-F238E27FC236}">
                    <a16:creationId xmlns:a16="http://schemas.microsoft.com/office/drawing/2014/main" id="{4881F89B-CBE5-47C0-B362-A23B6671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099"/>
                <a:ext cx="50" cy="32"/>
              </a:xfrm>
              <a:custGeom>
                <a:avLst/>
                <a:gdLst>
                  <a:gd name="T0" fmla="*/ 83 w 20"/>
                  <a:gd name="T1" fmla="*/ 0 h 12"/>
                  <a:gd name="T2" fmla="*/ 0 w 20"/>
                  <a:gd name="T3" fmla="*/ 227 h 12"/>
                  <a:gd name="T4" fmla="*/ 145 w 20"/>
                  <a:gd name="T5" fmla="*/ 192 h 12"/>
                  <a:gd name="T6" fmla="*/ 313 w 20"/>
                  <a:gd name="T7" fmla="*/ 171 h 12"/>
                  <a:gd name="T8" fmla="*/ 113 w 20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5" y="0"/>
                    </a:moveTo>
                    <a:cubicBezTo>
                      <a:pt x="5" y="4"/>
                      <a:pt x="1" y="8"/>
                      <a:pt x="0" y="12"/>
                    </a:cubicBezTo>
                    <a:cubicBezTo>
                      <a:pt x="3" y="11"/>
                      <a:pt x="6" y="11"/>
                      <a:pt x="9" y="10"/>
                    </a:cubicBezTo>
                    <a:cubicBezTo>
                      <a:pt x="12" y="10"/>
                      <a:pt x="18" y="11"/>
                      <a:pt x="20" y="9"/>
                    </a:cubicBezTo>
                    <a:cubicBezTo>
                      <a:pt x="18" y="6"/>
                      <a:pt x="11" y="4"/>
                      <a:pt x="7" y="2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3" name="Freeform 2731">
                <a:extLst>
                  <a:ext uri="{FF2B5EF4-FFF2-40B4-BE49-F238E27FC236}">
                    <a16:creationId xmlns:a16="http://schemas.microsoft.com/office/drawing/2014/main" id="{D7578C91-7FB3-4DE2-B916-B8A387EFF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993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29 w 7"/>
                  <a:gd name="T3" fmla="*/ 115 h 6"/>
                  <a:gd name="T4" fmla="*/ 100 w 7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1" y="5"/>
                      <a:pt x="2" y="6"/>
                    </a:cubicBezTo>
                    <a:cubicBezTo>
                      <a:pt x="4" y="6"/>
                      <a:pt x="5" y="3"/>
                      <a:pt x="7" y="2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4" name="Freeform 2732">
                <a:extLst>
                  <a:ext uri="{FF2B5EF4-FFF2-40B4-BE49-F238E27FC236}">
                    <a16:creationId xmlns:a16="http://schemas.microsoft.com/office/drawing/2014/main" id="{310B5FFC-4715-4619-9BDD-5D0F5CF74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963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29 w 5"/>
                  <a:gd name="T3" fmla="*/ 115 h 6"/>
                  <a:gd name="T4" fmla="*/ 70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1" y="2"/>
                      <a:pt x="1" y="4"/>
                      <a:pt x="2" y="6"/>
                    </a:cubicBezTo>
                    <a:cubicBezTo>
                      <a:pt x="4" y="5"/>
                      <a:pt x="4" y="2"/>
                      <a:pt x="5" y="1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5" name="Freeform 2733">
                <a:extLst>
                  <a:ext uri="{FF2B5EF4-FFF2-40B4-BE49-F238E27FC236}">
                    <a16:creationId xmlns:a16="http://schemas.microsoft.com/office/drawing/2014/main" id="{831268AC-2810-46A4-96AD-EF370065E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929"/>
                <a:ext cx="10" cy="13"/>
              </a:xfrm>
              <a:custGeom>
                <a:avLst/>
                <a:gdLst>
                  <a:gd name="T0" fmla="*/ 20 w 4"/>
                  <a:gd name="T1" fmla="*/ 0 h 5"/>
                  <a:gd name="T2" fmla="*/ 0 w 4"/>
                  <a:gd name="T3" fmla="*/ 88 h 5"/>
                  <a:gd name="T4" fmla="*/ 63 w 4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1" y="5"/>
                      <a:pt x="3" y="4"/>
                      <a:pt x="4" y="5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6" name="Freeform 2734">
                <a:extLst>
                  <a:ext uri="{FF2B5EF4-FFF2-40B4-BE49-F238E27FC236}">
                    <a16:creationId xmlns:a16="http://schemas.microsoft.com/office/drawing/2014/main" id="{DA300DD7-B59F-4A03-990B-4E549EFC6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019"/>
                <a:ext cx="18" cy="19"/>
              </a:xfrm>
              <a:custGeom>
                <a:avLst/>
                <a:gdLst>
                  <a:gd name="T0" fmla="*/ 85 w 7"/>
                  <a:gd name="T1" fmla="*/ 0 h 7"/>
                  <a:gd name="T2" fmla="*/ 0 w 7"/>
                  <a:gd name="T3" fmla="*/ 38 h 7"/>
                  <a:gd name="T4" fmla="*/ 118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1" y="5"/>
                      <a:pt x="5" y="6"/>
                      <a:pt x="7" y="7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7" name="Freeform 2735">
                <a:extLst>
                  <a:ext uri="{FF2B5EF4-FFF2-40B4-BE49-F238E27FC236}">
                    <a16:creationId xmlns:a16="http://schemas.microsoft.com/office/drawing/2014/main" id="{AA8B8635-0EF9-461F-8348-56E4E5C3A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014"/>
                <a:ext cx="28" cy="35"/>
              </a:xfrm>
              <a:custGeom>
                <a:avLst/>
                <a:gdLst>
                  <a:gd name="T0" fmla="*/ 64 w 11"/>
                  <a:gd name="T1" fmla="*/ 0 h 13"/>
                  <a:gd name="T2" fmla="*/ 0 w 11"/>
                  <a:gd name="T3" fmla="*/ 159 h 13"/>
                  <a:gd name="T4" fmla="*/ 84 w 11"/>
                  <a:gd name="T5" fmla="*/ 253 h 13"/>
                  <a:gd name="T6" fmla="*/ 181 w 11"/>
                  <a:gd name="T7" fmla="*/ 1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4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3" y="9"/>
                      <a:pt x="3" y="11"/>
                      <a:pt x="5" y="13"/>
                    </a:cubicBezTo>
                    <a:cubicBezTo>
                      <a:pt x="6" y="11"/>
                      <a:pt x="10" y="7"/>
                      <a:pt x="11" y="7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8" name="Freeform 2736">
                <a:extLst>
                  <a:ext uri="{FF2B5EF4-FFF2-40B4-BE49-F238E27FC236}">
                    <a16:creationId xmlns:a16="http://schemas.microsoft.com/office/drawing/2014/main" id="{4603EC89-4360-4AC6-AD73-3B80447B1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939"/>
                <a:ext cx="37" cy="46"/>
              </a:xfrm>
              <a:custGeom>
                <a:avLst/>
                <a:gdLst>
                  <a:gd name="T0" fmla="*/ 224 w 15"/>
                  <a:gd name="T1" fmla="*/ 22 h 17"/>
                  <a:gd name="T2" fmla="*/ 153 w 15"/>
                  <a:gd name="T3" fmla="*/ 336 h 17"/>
                  <a:gd name="T4" fmla="*/ 0 w 15"/>
                  <a:gd name="T5" fmla="*/ 103 h 17"/>
                  <a:gd name="T6" fmla="*/ 195 w 1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1"/>
                    </a:moveTo>
                    <a:cubicBezTo>
                      <a:pt x="11" y="5"/>
                      <a:pt x="10" y="11"/>
                      <a:pt x="10" y="17"/>
                    </a:cubicBezTo>
                    <a:cubicBezTo>
                      <a:pt x="6" y="15"/>
                      <a:pt x="3" y="8"/>
                      <a:pt x="0" y="5"/>
                    </a:cubicBezTo>
                    <a:cubicBezTo>
                      <a:pt x="7" y="7"/>
                      <a:pt x="8" y="1"/>
                      <a:pt x="13" y="0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9" name="Freeform 2737">
                <a:extLst>
                  <a:ext uri="{FF2B5EF4-FFF2-40B4-BE49-F238E27FC236}">
                    <a16:creationId xmlns:a16="http://schemas.microsoft.com/office/drawing/2014/main" id="{7EE34414-92C8-4F09-921C-AD81223F2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982"/>
                <a:ext cx="53" cy="61"/>
              </a:xfrm>
              <a:custGeom>
                <a:avLst/>
                <a:gdLst>
                  <a:gd name="T0" fmla="*/ 209 w 21"/>
                  <a:gd name="T1" fmla="*/ 0 h 23"/>
                  <a:gd name="T2" fmla="*/ 126 w 21"/>
                  <a:gd name="T3" fmla="*/ 149 h 23"/>
                  <a:gd name="T4" fmla="*/ 0 w 21"/>
                  <a:gd name="T5" fmla="*/ 239 h 23"/>
                  <a:gd name="T6" fmla="*/ 338 w 21"/>
                  <a:gd name="T7" fmla="*/ 430 h 23"/>
                  <a:gd name="T8" fmla="*/ 288 w 21"/>
                  <a:gd name="T9" fmla="*/ 260 h 23"/>
                  <a:gd name="T10" fmla="*/ 255 w 21"/>
                  <a:gd name="T11" fmla="*/ 7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13" y="0"/>
                    </a:moveTo>
                    <a:cubicBezTo>
                      <a:pt x="15" y="4"/>
                      <a:pt x="12" y="7"/>
                      <a:pt x="8" y="8"/>
                    </a:cubicBezTo>
                    <a:cubicBezTo>
                      <a:pt x="6" y="9"/>
                      <a:pt x="3" y="11"/>
                      <a:pt x="0" y="13"/>
                    </a:cubicBezTo>
                    <a:cubicBezTo>
                      <a:pt x="8" y="11"/>
                      <a:pt x="15" y="20"/>
                      <a:pt x="21" y="23"/>
                    </a:cubicBezTo>
                    <a:cubicBezTo>
                      <a:pt x="21" y="21"/>
                      <a:pt x="19" y="16"/>
                      <a:pt x="18" y="14"/>
                    </a:cubicBezTo>
                    <a:cubicBezTo>
                      <a:pt x="16" y="11"/>
                      <a:pt x="16" y="7"/>
                      <a:pt x="16" y="4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0" name="Freeform 2738">
                <a:extLst>
                  <a:ext uri="{FF2B5EF4-FFF2-40B4-BE49-F238E27FC236}">
                    <a16:creationId xmlns:a16="http://schemas.microsoft.com/office/drawing/2014/main" id="{A31F9909-37B6-4020-84A5-32D63282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809"/>
                <a:ext cx="28" cy="42"/>
              </a:xfrm>
              <a:custGeom>
                <a:avLst/>
                <a:gdLst>
                  <a:gd name="T0" fmla="*/ 0 w 11"/>
                  <a:gd name="T1" fmla="*/ 234 h 16"/>
                  <a:gd name="T2" fmla="*/ 20 w 11"/>
                  <a:gd name="T3" fmla="*/ 0 h 16"/>
                  <a:gd name="T4" fmla="*/ 130 w 11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13"/>
                    </a:moveTo>
                    <a:cubicBezTo>
                      <a:pt x="5" y="11"/>
                      <a:pt x="2" y="4"/>
                      <a:pt x="1" y="0"/>
                    </a:cubicBezTo>
                    <a:cubicBezTo>
                      <a:pt x="5" y="3"/>
                      <a:pt x="11" y="12"/>
                      <a:pt x="8" y="16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1" name="Freeform 2739">
                <a:extLst>
                  <a:ext uri="{FF2B5EF4-FFF2-40B4-BE49-F238E27FC236}">
                    <a16:creationId xmlns:a16="http://schemas.microsoft.com/office/drawing/2014/main" id="{1D02D56D-5BB6-4842-B1D5-D3031355F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65"/>
                <a:ext cx="30" cy="34"/>
              </a:xfrm>
              <a:custGeom>
                <a:avLst/>
                <a:gdLst>
                  <a:gd name="T0" fmla="*/ 188 w 12"/>
                  <a:gd name="T1" fmla="*/ 21 h 13"/>
                  <a:gd name="T2" fmla="*/ 175 w 12"/>
                  <a:gd name="T3" fmla="*/ 233 h 13"/>
                  <a:gd name="T4" fmla="*/ 63 w 12"/>
                  <a:gd name="T5" fmla="*/ 165 h 13"/>
                  <a:gd name="T6" fmla="*/ 0 w 12"/>
                  <a:gd name="T7" fmla="*/ 0 h 13"/>
                  <a:gd name="T8" fmla="*/ 0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1"/>
                    </a:moveTo>
                    <a:cubicBezTo>
                      <a:pt x="6" y="2"/>
                      <a:pt x="10" y="9"/>
                      <a:pt x="11" y="13"/>
                    </a:cubicBezTo>
                    <a:cubicBezTo>
                      <a:pt x="7" y="12"/>
                      <a:pt x="6" y="12"/>
                      <a:pt x="4" y="9"/>
                    </a:cubicBezTo>
                    <a:cubicBezTo>
                      <a:pt x="3" y="7"/>
                      <a:pt x="2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2" name="Freeform 2740">
                <a:extLst>
                  <a:ext uri="{FF2B5EF4-FFF2-40B4-BE49-F238E27FC236}">
                    <a16:creationId xmlns:a16="http://schemas.microsoft.com/office/drawing/2014/main" id="{C0E0BD88-2C39-41B3-96B8-883BC3C67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854"/>
                <a:ext cx="45" cy="51"/>
              </a:xfrm>
              <a:custGeom>
                <a:avLst/>
                <a:gdLst>
                  <a:gd name="T0" fmla="*/ 0 w 18"/>
                  <a:gd name="T1" fmla="*/ 137 h 19"/>
                  <a:gd name="T2" fmla="*/ 158 w 18"/>
                  <a:gd name="T3" fmla="*/ 193 h 19"/>
                  <a:gd name="T4" fmla="*/ 175 w 18"/>
                  <a:gd name="T5" fmla="*/ 56 h 19"/>
                  <a:gd name="T6" fmla="*/ 283 w 18"/>
                  <a:gd name="T7" fmla="*/ 0 h 19"/>
                  <a:gd name="T8" fmla="*/ 188 w 18"/>
                  <a:gd name="T9" fmla="*/ 368 h 19"/>
                  <a:gd name="T10" fmla="*/ 50 w 18"/>
                  <a:gd name="T11" fmla="*/ 33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9">
                    <a:moveTo>
                      <a:pt x="0" y="7"/>
                    </a:moveTo>
                    <a:cubicBezTo>
                      <a:pt x="1" y="13"/>
                      <a:pt x="7" y="17"/>
                      <a:pt x="10" y="10"/>
                    </a:cubicBezTo>
                    <a:cubicBezTo>
                      <a:pt x="11" y="7"/>
                      <a:pt x="9" y="5"/>
                      <a:pt x="11" y="3"/>
                    </a:cubicBezTo>
                    <a:cubicBezTo>
                      <a:pt x="13" y="1"/>
                      <a:pt x="17" y="0"/>
                      <a:pt x="18" y="0"/>
                    </a:cubicBezTo>
                    <a:cubicBezTo>
                      <a:pt x="14" y="5"/>
                      <a:pt x="12" y="12"/>
                      <a:pt x="12" y="19"/>
                    </a:cubicBezTo>
                    <a:cubicBezTo>
                      <a:pt x="9" y="17"/>
                      <a:pt x="6" y="17"/>
                      <a:pt x="3" y="17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3" name="Freeform 2741">
                <a:extLst>
                  <a:ext uri="{FF2B5EF4-FFF2-40B4-BE49-F238E27FC236}">
                    <a16:creationId xmlns:a16="http://schemas.microsoft.com/office/drawing/2014/main" id="{9F1194FE-74C3-4CFC-A32B-4E5D91193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771"/>
                <a:ext cx="67" cy="70"/>
              </a:xfrm>
              <a:custGeom>
                <a:avLst/>
                <a:gdLst>
                  <a:gd name="T0" fmla="*/ 12 w 27"/>
                  <a:gd name="T1" fmla="*/ 94 h 26"/>
                  <a:gd name="T2" fmla="*/ 0 w 27"/>
                  <a:gd name="T3" fmla="*/ 412 h 26"/>
                  <a:gd name="T4" fmla="*/ 104 w 27"/>
                  <a:gd name="T5" fmla="*/ 253 h 26"/>
                  <a:gd name="T6" fmla="*/ 246 w 27"/>
                  <a:gd name="T7" fmla="*/ 232 h 26"/>
                  <a:gd name="T8" fmla="*/ 216 w 27"/>
                  <a:gd name="T9" fmla="*/ 506 h 26"/>
                  <a:gd name="T10" fmla="*/ 290 w 27"/>
                  <a:gd name="T11" fmla="*/ 485 h 26"/>
                  <a:gd name="T12" fmla="*/ 320 w 27"/>
                  <a:gd name="T13" fmla="*/ 412 h 26"/>
                  <a:gd name="T14" fmla="*/ 370 w 27"/>
                  <a:gd name="T15" fmla="*/ 197 h 26"/>
                  <a:gd name="T16" fmla="*/ 412 w 27"/>
                  <a:gd name="T17" fmla="*/ 0 h 26"/>
                  <a:gd name="T18" fmla="*/ 258 w 27"/>
                  <a:gd name="T19" fmla="*/ 137 h 26"/>
                  <a:gd name="T20" fmla="*/ 30 w 27"/>
                  <a:gd name="T21" fmla="*/ 116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26">
                    <a:moveTo>
                      <a:pt x="1" y="5"/>
                    </a:moveTo>
                    <a:cubicBezTo>
                      <a:pt x="3" y="9"/>
                      <a:pt x="1" y="16"/>
                      <a:pt x="0" y="21"/>
                    </a:cubicBezTo>
                    <a:cubicBezTo>
                      <a:pt x="3" y="18"/>
                      <a:pt x="3" y="15"/>
                      <a:pt x="7" y="13"/>
                    </a:cubicBezTo>
                    <a:cubicBezTo>
                      <a:pt x="10" y="12"/>
                      <a:pt x="13" y="11"/>
                      <a:pt x="16" y="12"/>
                    </a:cubicBezTo>
                    <a:cubicBezTo>
                      <a:pt x="22" y="15"/>
                      <a:pt x="19" y="24"/>
                      <a:pt x="14" y="26"/>
                    </a:cubicBezTo>
                    <a:cubicBezTo>
                      <a:pt x="15" y="26"/>
                      <a:pt x="18" y="25"/>
                      <a:pt x="19" y="25"/>
                    </a:cubicBezTo>
                    <a:cubicBezTo>
                      <a:pt x="22" y="23"/>
                      <a:pt x="21" y="24"/>
                      <a:pt x="21" y="21"/>
                    </a:cubicBezTo>
                    <a:cubicBezTo>
                      <a:pt x="22" y="17"/>
                      <a:pt x="23" y="14"/>
                      <a:pt x="24" y="10"/>
                    </a:cubicBezTo>
                    <a:cubicBezTo>
                      <a:pt x="25" y="7"/>
                      <a:pt x="26" y="3"/>
                      <a:pt x="27" y="0"/>
                    </a:cubicBezTo>
                    <a:cubicBezTo>
                      <a:pt x="24" y="2"/>
                      <a:pt x="21" y="6"/>
                      <a:pt x="17" y="7"/>
                    </a:cubicBezTo>
                    <a:cubicBezTo>
                      <a:pt x="12" y="10"/>
                      <a:pt x="8" y="6"/>
                      <a:pt x="2" y="6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4" name="Freeform 2742">
                <a:extLst>
                  <a:ext uri="{FF2B5EF4-FFF2-40B4-BE49-F238E27FC236}">
                    <a16:creationId xmlns:a16="http://schemas.microsoft.com/office/drawing/2014/main" id="{DA775DD1-4C57-4204-81A2-7A7FD6D18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289"/>
                <a:ext cx="38" cy="34"/>
              </a:xfrm>
              <a:custGeom>
                <a:avLst/>
                <a:gdLst>
                  <a:gd name="T0" fmla="*/ 147 w 15"/>
                  <a:gd name="T1" fmla="*/ 0 h 13"/>
                  <a:gd name="T2" fmla="*/ 243 w 15"/>
                  <a:gd name="T3" fmla="*/ 233 h 13"/>
                  <a:gd name="T4" fmla="*/ 117 w 15"/>
                  <a:gd name="T5" fmla="*/ 212 h 13"/>
                  <a:gd name="T6" fmla="*/ 0 w 15"/>
                  <a:gd name="T7" fmla="*/ 2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9" y="0"/>
                    </a:moveTo>
                    <a:cubicBezTo>
                      <a:pt x="9" y="5"/>
                      <a:pt x="12" y="10"/>
                      <a:pt x="15" y="13"/>
                    </a:cubicBezTo>
                    <a:cubicBezTo>
                      <a:pt x="13" y="13"/>
                      <a:pt x="10" y="12"/>
                      <a:pt x="7" y="12"/>
                    </a:cubicBezTo>
                    <a:cubicBezTo>
                      <a:pt x="4" y="12"/>
                      <a:pt x="2" y="13"/>
                      <a:pt x="0" y="12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5" name="Freeform 2743">
                <a:extLst>
                  <a:ext uri="{FF2B5EF4-FFF2-40B4-BE49-F238E27FC236}">
                    <a16:creationId xmlns:a16="http://schemas.microsoft.com/office/drawing/2014/main" id="{9116F8F9-F706-427F-9489-79AC6ADC1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262"/>
                <a:ext cx="35" cy="45"/>
              </a:xfrm>
              <a:custGeom>
                <a:avLst/>
                <a:gdLst>
                  <a:gd name="T0" fmla="*/ 33 w 14"/>
                  <a:gd name="T1" fmla="*/ 315 h 17"/>
                  <a:gd name="T2" fmla="*/ 95 w 14"/>
                  <a:gd name="T3" fmla="*/ 148 h 17"/>
                  <a:gd name="T4" fmla="*/ 208 w 14"/>
                  <a:gd name="T5" fmla="*/ 238 h 17"/>
                  <a:gd name="T6" fmla="*/ 208 w 14"/>
                  <a:gd name="T7" fmla="*/ 169 h 17"/>
                  <a:gd name="T8" fmla="*/ 208 w 14"/>
                  <a:gd name="T9" fmla="*/ 0 h 17"/>
                  <a:gd name="T10" fmla="*/ 113 w 14"/>
                  <a:gd name="T11" fmla="*/ 0 h 17"/>
                  <a:gd name="T12" fmla="*/ 0 w 14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2" y="17"/>
                    </a:moveTo>
                    <a:cubicBezTo>
                      <a:pt x="1" y="14"/>
                      <a:pt x="3" y="8"/>
                      <a:pt x="6" y="8"/>
                    </a:cubicBezTo>
                    <a:cubicBezTo>
                      <a:pt x="9" y="8"/>
                      <a:pt x="13" y="11"/>
                      <a:pt x="13" y="13"/>
                    </a:cubicBezTo>
                    <a:cubicBezTo>
                      <a:pt x="14" y="12"/>
                      <a:pt x="13" y="10"/>
                      <a:pt x="13" y="9"/>
                    </a:cubicBezTo>
                    <a:cubicBezTo>
                      <a:pt x="12" y="6"/>
                      <a:pt x="13" y="3"/>
                      <a:pt x="13" y="0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6" y="4"/>
                      <a:pt x="2" y="6"/>
                      <a:pt x="0" y="9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6" name="Freeform 2744">
                <a:extLst>
                  <a:ext uri="{FF2B5EF4-FFF2-40B4-BE49-F238E27FC236}">
                    <a16:creationId xmlns:a16="http://schemas.microsoft.com/office/drawing/2014/main" id="{6E5BCA90-A148-4484-B10A-F59D05433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3155"/>
                <a:ext cx="45" cy="38"/>
              </a:xfrm>
              <a:custGeom>
                <a:avLst/>
                <a:gdLst>
                  <a:gd name="T0" fmla="*/ 283 w 18"/>
                  <a:gd name="T1" fmla="*/ 38 h 14"/>
                  <a:gd name="T2" fmla="*/ 175 w 18"/>
                  <a:gd name="T3" fmla="*/ 280 h 14"/>
                  <a:gd name="T4" fmla="*/ 95 w 18"/>
                  <a:gd name="T5" fmla="*/ 198 h 14"/>
                  <a:gd name="T6" fmla="*/ 0 w 18"/>
                  <a:gd name="T7" fmla="*/ 81 h 14"/>
                  <a:gd name="T8" fmla="*/ 208 w 18"/>
                  <a:gd name="T9" fmla="*/ 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8" y="2"/>
                    </a:moveTo>
                    <a:cubicBezTo>
                      <a:pt x="12" y="4"/>
                      <a:pt x="7" y="9"/>
                      <a:pt x="11" y="14"/>
                    </a:cubicBezTo>
                    <a:cubicBezTo>
                      <a:pt x="10" y="13"/>
                      <a:pt x="8" y="11"/>
                      <a:pt x="6" y="10"/>
                    </a:cubicBezTo>
                    <a:cubicBezTo>
                      <a:pt x="4" y="8"/>
                      <a:pt x="3" y="5"/>
                      <a:pt x="0" y="4"/>
                    </a:cubicBezTo>
                    <a:cubicBezTo>
                      <a:pt x="4" y="1"/>
                      <a:pt x="9" y="0"/>
                      <a:pt x="13" y="2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7" name="Freeform 2745">
                <a:extLst>
                  <a:ext uri="{FF2B5EF4-FFF2-40B4-BE49-F238E27FC236}">
                    <a16:creationId xmlns:a16="http://schemas.microsoft.com/office/drawing/2014/main" id="{4B7A12CD-F8F7-4822-92C2-EF0CDE019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150"/>
                <a:ext cx="48" cy="48"/>
              </a:xfrm>
              <a:custGeom>
                <a:avLst/>
                <a:gdLst>
                  <a:gd name="T0" fmla="*/ 0 w 19"/>
                  <a:gd name="T1" fmla="*/ 171 h 18"/>
                  <a:gd name="T2" fmla="*/ 210 w 19"/>
                  <a:gd name="T3" fmla="*/ 341 h 18"/>
                  <a:gd name="T4" fmla="*/ 306 w 19"/>
                  <a:gd name="T5" fmla="*/ 0 h 18"/>
                  <a:gd name="T6" fmla="*/ 63 w 19"/>
                  <a:gd name="T7" fmla="*/ 7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0" y="9"/>
                    </a:moveTo>
                    <a:cubicBezTo>
                      <a:pt x="8" y="2"/>
                      <a:pt x="11" y="13"/>
                      <a:pt x="13" y="18"/>
                    </a:cubicBezTo>
                    <a:cubicBezTo>
                      <a:pt x="15" y="11"/>
                      <a:pt x="14" y="6"/>
                      <a:pt x="19" y="0"/>
                    </a:cubicBezTo>
                    <a:cubicBezTo>
                      <a:pt x="14" y="0"/>
                      <a:pt x="10" y="4"/>
                      <a:pt x="4" y="4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8" name="Freeform 2746">
                <a:extLst>
                  <a:ext uri="{FF2B5EF4-FFF2-40B4-BE49-F238E27FC236}">
                    <a16:creationId xmlns:a16="http://schemas.microsoft.com/office/drawing/2014/main" id="{DA344012-109A-4259-A217-7A099DE02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209"/>
                <a:ext cx="40" cy="34"/>
              </a:xfrm>
              <a:custGeom>
                <a:avLst/>
                <a:gdLst>
                  <a:gd name="T0" fmla="*/ 113 w 16"/>
                  <a:gd name="T1" fmla="*/ 0 h 13"/>
                  <a:gd name="T2" fmla="*/ 220 w 16"/>
                  <a:gd name="T3" fmla="*/ 21 h 13"/>
                  <a:gd name="T4" fmla="*/ 250 w 16"/>
                  <a:gd name="T5" fmla="*/ 144 h 13"/>
                  <a:gd name="T6" fmla="*/ 0 w 16"/>
                  <a:gd name="T7" fmla="*/ 2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7" y="0"/>
                    </a:moveTo>
                    <a:cubicBezTo>
                      <a:pt x="8" y="3"/>
                      <a:pt x="14" y="5"/>
                      <a:pt x="14" y="1"/>
                    </a:cubicBezTo>
                    <a:cubicBezTo>
                      <a:pt x="15" y="3"/>
                      <a:pt x="16" y="6"/>
                      <a:pt x="16" y="8"/>
                    </a:cubicBezTo>
                    <a:cubicBezTo>
                      <a:pt x="12" y="7"/>
                      <a:pt x="3" y="9"/>
                      <a:pt x="0" y="13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9" name="Freeform 2747">
                <a:extLst>
                  <a:ext uri="{FF2B5EF4-FFF2-40B4-BE49-F238E27FC236}">
                    <a16:creationId xmlns:a16="http://schemas.microsoft.com/office/drawing/2014/main" id="{5900EFA0-44C2-4094-BD9C-1A12B1D7B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398"/>
                <a:ext cx="45" cy="43"/>
              </a:xfrm>
              <a:custGeom>
                <a:avLst/>
                <a:gdLst>
                  <a:gd name="T0" fmla="*/ 95 w 18"/>
                  <a:gd name="T1" fmla="*/ 0 h 16"/>
                  <a:gd name="T2" fmla="*/ 220 w 18"/>
                  <a:gd name="T3" fmla="*/ 116 h 16"/>
                  <a:gd name="T4" fmla="*/ 270 w 18"/>
                  <a:gd name="T5" fmla="*/ 290 h 16"/>
                  <a:gd name="T6" fmla="*/ 95 w 18"/>
                  <a:gd name="T7" fmla="*/ 290 h 16"/>
                  <a:gd name="T8" fmla="*/ 0 w 18"/>
                  <a:gd name="T9" fmla="*/ 23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6" y="0"/>
                    </a:moveTo>
                    <a:cubicBezTo>
                      <a:pt x="5" y="6"/>
                      <a:pt x="9" y="13"/>
                      <a:pt x="14" y="6"/>
                    </a:cubicBezTo>
                    <a:cubicBezTo>
                      <a:pt x="15" y="8"/>
                      <a:pt x="18" y="14"/>
                      <a:pt x="17" y="15"/>
                    </a:cubicBezTo>
                    <a:cubicBezTo>
                      <a:pt x="16" y="16"/>
                      <a:pt x="8" y="15"/>
                      <a:pt x="6" y="15"/>
                    </a:cubicBezTo>
                    <a:cubicBezTo>
                      <a:pt x="5" y="15"/>
                      <a:pt x="0" y="14"/>
                      <a:pt x="0" y="12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0" name="Freeform 2748">
                <a:extLst>
                  <a:ext uri="{FF2B5EF4-FFF2-40B4-BE49-F238E27FC236}">
                    <a16:creationId xmlns:a16="http://schemas.microsoft.com/office/drawing/2014/main" id="{909BFEEC-6AEF-4B08-899C-60BE86857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302"/>
                <a:ext cx="58" cy="45"/>
              </a:xfrm>
              <a:custGeom>
                <a:avLst/>
                <a:gdLst>
                  <a:gd name="T0" fmla="*/ 159 w 23"/>
                  <a:gd name="T1" fmla="*/ 90 h 17"/>
                  <a:gd name="T2" fmla="*/ 0 w 23"/>
                  <a:gd name="T3" fmla="*/ 315 h 17"/>
                  <a:gd name="T4" fmla="*/ 338 w 23"/>
                  <a:gd name="T5" fmla="*/ 204 h 17"/>
                  <a:gd name="T6" fmla="*/ 368 w 23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0" y="5"/>
                    </a:moveTo>
                    <a:cubicBezTo>
                      <a:pt x="8" y="8"/>
                      <a:pt x="1" y="12"/>
                      <a:pt x="0" y="17"/>
                    </a:cubicBezTo>
                    <a:cubicBezTo>
                      <a:pt x="7" y="12"/>
                      <a:pt x="13" y="12"/>
                      <a:pt x="21" y="11"/>
                    </a:cubicBezTo>
                    <a:cubicBezTo>
                      <a:pt x="23" y="8"/>
                      <a:pt x="22" y="3"/>
                      <a:pt x="23" y="0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1" name="Freeform 2749">
                <a:extLst>
                  <a:ext uri="{FF2B5EF4-FFF2-40B4-BE49-F238E27FC236}">
                    <a16:creationId xmlns:a16="http://schemas.microsoft.com/office/drawing/2014/main" id="{85D02C23-AD70-403E-84DE-9B3442026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337"/>
                <a:ext cx="52" cy="45"/>
              </a:xfrm>
              <a:custGeom>
                <a:avLst/>
                <a:gdLst>
                  <a:gd name="T0" fmla="*/ 62 w 21"/>
                  <a:gd name="T1" fmla="*/ 281 h 17"/>
                  <a:gd name="T2" fmla="*/ 196 w 21"/>
                  <a:gd name="T3" fmla="*/ 315 h 17"/>
                  <a:gd name="T4" fmla="*/ 245 w 21"/>
                  <a:gd name="T5" fmla="*/ 238 h 17"/>
                  <a:gd name="T6" fmla="*/ 307 w 21"/>
                  <a:gd name="T7" fmla="*/ 169 h 17"/>
                  <a:gd name="T8" fmla="*/ 245 w 21"/>
                  <a:gd name="T9" fmla="*/ 148 h 17"/>
                  <a:gd name="T10" fmla="*/ 0 w 21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4" y="15"/>
                    </a:moveTo>
                    <a:cubicBezTo>
                      <a:pt x="8" y="14"/>
                      <a:pt x="11" y="13"/>
                      <a:pt x="13" y="17"/>
                    </a:cubicBezTo>
                    <a:cubicBezTo>
                      <a:pt x="14" y="16"/>
                      <a:pt x="15" y="15"/>
                      <a:pt x="16" y="13"/>
                    </a:cubicBezTo>
                    <a:cubicBezTo>
                      <a:pt x="17" y="12"/>
                      <a:pt x="20" y="10"/>
                      <a:pt x="20" y="9"/>
                    </a:cubicBezTo>
                    <a:cubicBezTo>
                      <a:pt x="21" y="5"/>
                      <a:pt x="18" y="8"/>
                      <a:pt x="16" y="8"/>
                    </a:cubicBezTo>
                    <a:cubicBezTo>
                      <a:pt x="10" y="7"/>
                      <a:pt x="6" y="1"/>
                      <a:pt x="0" y="0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2" name="Freeform 2750">
                <a:extLst>
                  <a:ext uri="{FF2B5EF4-FFF2-40B4-BE49-F238E27FC236}">
                    <a16:creationId xmlns:a16="http://schemas.microsoft.com/office/drawing/2014/main" id="{16DC86C8-0323-4914-AC2D-F6204967C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361"/>
                <a:ext cx="28" cy="21"/>
              </a:xfrm>
              <a:custGeom>
                <a:avLst/>
                <a:gdLst>
                  <a:gd name="T0" fmla="*/ 0 w 11"/>
                  <a:gd name="T1" fmla="*/ 0 h 8"/>
                  <a:gd name="T2" fmla="*/ 117 w 11"/>
                  <a:gd name="T3" fmla="*/ 144 h 8"/>
                  <a:gd name="T4" fmla="*/ 181 w 11"/>
                  <a:gd name="T5" fmla="*/ 21 h 8"/>
                  <a:gd name="T6" fmla="*/ 181 w 11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3" y="1"/>
                      <a:pt x="5" y="6"/>
                      <a:pt x="7" y="8"/>
                    </a:cubicBezTo>
                    <a:cubicBezTo>
                      <a:pt x="7" y="5"/>
                      <a:pt x="9" y="2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3" name="Freeform 2751">
                <a:extLst>
                  <a:ext uri="{FF2B5EF4-FFF2-40B4-BE49-F238E27FC236}">
                    <a16:creationId xmlns:a16="http://schemas.microsoft.com/office/drawing/2014/main" id="{60B598D8-3EEE-4CF3-B2DC-0874353D3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35"/>
                <a:ext cx="30" cy="43"/>
              </a:xfrm>
              <a:custGeom>
                <a:avLst/>
                <a:gdLst>
                  <a:gd name="T0" fmla="*/ 188 w 12"/>
                  <a:gd name="T1" fmla="*/ 0 h 16"/>
                  <a:gd name="T2" fmla="*/ 158 w 12"/>
                  <a:gd name="T3" fmla="*/ 312 h 16"/>
                  <a:gd name="T4" fmla="*/ 0 w 12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0"/>
                    </a:moveTo>
                    <a:cubicBezTo>
                      <a:pt x="10" y="5"/>
                      <a:pt x="8" y="10"/>
                      <a:pt x="10" y="16"/>
                    </a:cubicBezTo>
                    <a:cubicBezTo>
                      <a:pt x="7" y="14"/>
                      <a:pt x="2" y="10"/>
                      <a:pt x="0" y="8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4" name="Freeform 2752">
                <a:extLst>
                  <a:ext uri="{FF2B5EF4-FFF2-40B4-BE49-F238E27FC236}">
                    <a16:creationId xmlns:a16="http://schemas.microsoft.com/office/drawing/2014/main" id="{BBAC4AEC-8667-42E9-836B-980284006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46"/>
                <a:ext cx="52" cy="61"/>
              </a:xfrm>
              <a:custGeom>
                <a:avLst/>
                <a:gdLst>
                  <a:gd name="T0" fmla="*/ 183 w 21"/>
                  <a:gd name="T1" fmla="*/ 0 h 23"/>
                  <a:gd name="T2" fmla="*/ 0 w 21"/>
                  <a:gd name="T3" fmla="*/ 239 h 23"/>
                  <a:gd name="T4" fmla="*/ 183 w 21"/>
                  <a:gd name="T5" fmla="*/ 430 h 23"/>
                  <a:gd name="T6" fmla="*/ 228 w 21"/>
                  <a:gd name="T7" fmla="*/ 191 h 23"/>
                  <a:gd name="T8" fmla="*/ 258 w 21"/>
                  <a:gd name="T9" fmla="*/ 77 h 23"/>
                  <a:gd name="T10" fmla="*/ 319 w 21"/>
                  <a:gd name="T11" fmla="*/ 2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12" y="0"/>
                    </a:moveTo>
                    <a:cubicBezTo>
                      <a:pt x="16" y="8"/>
                      <a:pt x="8" y="17"/>
                      <a:pt x="0" y="13"/>
                    </a:cubicBezTo>
                    <a:cubicBezTo>
                      <a:pt x="3" y="16"/>
                      <a:pt x="8" y="22"/>
                      <a:pt x="12" y="23"/>
                    </a:cubicBezTo>
                    <a:cubicBezTo>
                      <a:pt x="13" y="18"/>
                      <a:pt x="14" y="14"/>
                      <a:pt x="15" y="10"/>
                    </a:cubicBezTo>
                    <a:cubicBezTo>
                      <a:pt x="16" y="8"/>
                      <a:pt x="16" y="6"/>
                      <a:pt x="17" y="4"/>
                    </a:cubicBezTo>
                    <a:cubicBezTo>
                      <a:pt x="18" y="3"/>
                      <a:pt x="20" y="3"/>
                      <a:pt x="21" y="1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5" name="Freeform 2753">
                <a:extLst>
                  <a:ext uri="{FF2B5EF4-FFF2-40B4-BE49-F238E27FC236}">
                    <a16:creationId xmlns:a16="http://schemas.microsoft.com/office/drawing/2014/main" id="{0C033578-7A55-4760-8DA8-E22EECF1B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209"/>
                <a:ext cx="50" cy="37"/>
              </a:xfrm>
              <a:custGeom>
                <a:avLst/>
                <a:gdLst>
                  <a:gd name="T0" fmla="*/ 113 w 20"/>
                  <a:gd name="T1" fmla="*/ 0 h 14"/>
                  <a:gd name="T2" fmla="*/ 0 w 20"/>
                  <a:gd name="T3" fmla="*/ 225 h 14"/>
                  <a:gd name="T4" fmla="*/ 313 w 20"/>
                  <a:gd name="T5" fmla="*/ 238 h 14"/>
                  <a:gd name="T6" fmla="*/ 125 w 20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7" y="0"/>
                    </a:moveTo>
                    <a:cubicBezTo>
                      <a:pt x="4" y="3"/>
                      <a:pt x="2" y="8"/>
                      <a:pt x="0" y="12"/>
                    </a:cubicBezTo>
                    <a:cubicBezTo>
                      <a:pt x="7" y="11"/>
                      <a:pt x="14" y="14"/>
                      <a:pt x="20" y="13"/>
                    </a:cubicBezTo>
                    <a:cubicBezTo>
                      <a:pt x="16" y="12"/>
                      <a:pt x="8" y="5"/>
                      <a:pt x="8" y="1"/>
                    </a:cubicBezTo>
                  </a:path>
                </a:pathLst>
              </a:custGeom>
              <a:solidFill>
                <a:srgbClr val="CBA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6" name="Freeform 2754">
                <a:extLst>
                  <a:ext uri="{FF2B5EF4-FFF2-40B4-BE49-F238E27FC236}">
                    <a16:creationId xmlns:a16="http://schemas.microsoft.com/office/drawing/2014/main" id="{56AE536F-BBE6-4CD1-99AC-D2E72E9E9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081"/>
                <a:ext cx="50" cy="48"/>
              </a:xfrm>
              <a:custGeom>
                <a:avLst/>
                <a:gdLst>
                  <a:gd name="T0" fmla="*/ 83 w 20"/>
                  <a:gd name="T1" fmla="*/ 56 h 18"/>
                  <a:gd name="T2" fmla="*/ 33 w 20"/>
                  <a:gd name="T3" fmla="*/ 341 h 18"/>
                  <a:gd name="T4" fmla="*/ 145 w 20"/>
                  <a:gd name="T5" fmla="*/ 115 h 18"/>
                  <a:gd name="T6" fmla="*/ 313 w 20"/>
                  <a:gd name="T7" fmla="*/ 21 h 18"/>
                  <a:gd name="T8" fmla="*/ 270 w 2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5" y="3"/>
                    </a:moveTo>
                    <a:cubicBezTo>
                      <a:pt x="0" y="7"/>
                      <a:pt x="2" y="12"/>
                      <a:pt x="2" y="18"/>
                    </a:cubicBezTo>
                    <a:cubicBezTo>
                      <a:pt x="3" y="12"/>
                      <a:pt x="3" y="8"/>
                      <a:pt x="9" y="6"/>
                    </a:cubicBezTo>
                    <a:cubicBezTo>
                      <a:pt x="13" y="4"/>
                      <a:pt x="16" y="2"/>
                      <a:pt x="20" y="1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7" name="Freeform 2755">
                <a:extLst>
                  <a:ext uri="{FF2B5EF4-FFF2-40B4-BE49-F238E27FC236}">
                    <a16:creationId xmlns:a16="http://schemas.microsoft.com/office/drawing/2014/main" id="{0435075A-9098-4FEA-AC0A-06F150BA9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3009"/>
                <a:ext cx="68" cy="61"/>
              </a:xfrm>
              <a:custGeom>
                <a:avLst/>
                <a:gdLst>
                  <a:gd name="T0" fmla="*/ 83 w 27"/>
                  <a:gd name="T1" fmla="*/ 374 h 23"/>
                  <a:gd name="T2" fmla="*/ 305 w 27"/>
                  <a:gd name="T3" fmla="*/ 337 h 23"/>
                  <a:gd name="T4" fmla="*/ 431 w 27"/>
                  <a:gd name="T5" fmla="*/ 0 h 23"/>
                  <a:gd name="T6" fmla="*/ 159 w 27"/>
                  <a:gd name="T7" fmla="*/ 337 h 23"/>
                  <a:gd name="T8" fmla="*/ 113 w 27"/>
                  <a:gd name="T9" fmla="*/ 337 h 23"/>
                  <a:gd name="T10" fmla="*/ 63 w 27"/>
                  <a:gd name="T11" fmla="*/ 260 h 23"/>
                  <a:gd name="T12" fmla="*/ 20 w 27"/>
                  <a:gd name="T13" fmla="*/ 31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3">
                    <a:moveTo>
                      <a:pt x="5" y="20"/>
                    </a:moveTo>
                    <a:cubicBezTo>
                      <a:pt x="12" y="23"/>
                      <a:pt x="14" y="23"/>
                      <a:pt x="19" y="18"/>
                    </a:cubicBezTo>
                    <a:cubicBezTo>
                      <a:pt x="24" y="13"/>
                      <a:pt x="27" y="7"/>
                      <a:pt x="27" y="0"/>
                    </a:cubicBezTo>
                    <a:cubicBezTo>
                      <a:pt x="20" y="4"/>
                      <a:pt x="21" y="19"/>
                      <a:pt x="10" y="18"/>
                    </a:cubicBezTo>
                    <a:cubicBezTo>
                      <a:pt x="8" y="18"/>
                      <a:pt x="9" y="18"/>
                      <a:pt x="7" y="18"/>
                    </a:cubicBezTo>
                    <a:cubicBezTo>
                      <a:pt x="6" y="17"/>
                      <a:pt x="6" y="15"/>
                      <a:pt x="4" y="14"/>
                    </a:cubicBezTo>
                    <a:cubicBezTo>
                      <a:pt x="2" y="14"/>
                      <a:pt x="0" y="15"/>
                      <a:pt x="1" y="17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8" name="Freeform 2756">
                <a:extLst>
                  <a:ext uri="{FF2B5EF4-FFF2-40B4-BE49-F238E27FC236}">
                    <a16:creationId xmlns:a16="http://schemas.microsoft.com/office/drawing/2014/main" id="{B142BE03-F593-4AA6-BF4A-3FDB9DDB2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979"/>
                <a:ext cx="60" cy="48"/>
              </a:xfrm>
              <a:custGeom>
                <a:avLst/>
                <a:gdLst>
                  <a:gd name="T0" fmla="*/ 113 w 24"/>
                  <a:gd name="T1" fmla="*/ 136 h 18"/>
                  <a:gd name="T2" fmla="*/ 375 w 24"/>
                  <a:gd name="T3" fmla="*/ 93 h 18"/>
                  <a:gd name="T4" fmla="*/ 283 w 24"/>
                  <a:gd name="T5" fmla="*/ 307 h 18"/>
                  <a:gd name="T6" fmla="*/ 20 w 24"/>
                  <a:gd name="T7" fmla="*/ 264 h 18"/>
                  <a:gd name="T8" fmla="*/ 50 w 24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7" y="7"/>
                    </a:moveTo>
                    <a:cubicBezTo>
                      <a:pt x="11" y="17"/>
                      <a:pt x="19" y="8"/>
                      <a:pt x="24" y="5"/>
                    </a:cubicBezTo>
                    <a:cubicBezTo>
                      <a:pt x="24" y="9"/>
                      <a:pt x="22" y="14"/>
                      <a:pt x="18" y="16"/>
                    </a:cubicBezTo>
                    <a:cubicBezTo>
                      <a:pt x="13" y="18"/>
                      <a:pt x="6" y="15"/>
                      <a:pt x="1" y="14"/>
                    </a:cubicBezTo>
                    <a:cubicBezTo>
                      <a:pt x="0" y="10"/>
                      <a:pt x="2" y="3"/>
                      <a:pt x="3" y="0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9" name="Freeform 2757">
                <a:extLst>
                  <a:ext uri="{FF2B5EF4-FFF2-40B4-BE49-F238E27FC236}">
                    <a16:creationId xmlns:a16="http://schemas.microsoft.com/office/drawing/2014/main" id="{A02363E1-8F24-4584-AD7E-ABAD6795E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953"/>
                <a:ext cx="30" cy="56"/>
              </a:xfrm>
              <a:custGeom>
                <a:avLst/>
                <a:gdLst>
                  <a:gd name="T0" fmla="*/ 188 w 12"/>
                  <a:gd name="T1" fmla="*/ 21 h 21"/>
                  <a:gd name="T2" fmla="*/ 0 w 12"/>
                  <a:gd name="T3" fmla="*/ 376 h 21"/>
                  <a:gd name="T4" fmla="*/ 113 w 12"/>
                  <a:gd name="T5" fmla="*/ 192 h 21"/>
                  <a:gd name="T6" fmla="*/ 175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12" y="1"/>
                    </a:moveTo>
                    <a:cubicBezTo>
                      <a:pt x="12" y="9"/>
                      <a:pt x="10" y="21"/>
                      <a:pt x="0" y="20"/>
                    </a:cubicBezTo>
                    <a:cubicBezTo>
                      <a:pt x="4" y="18"/>
                      <a:pt x="5" y="14"/>
                      <a:pt x="7" y="10"/>
                    </a:cubicBezTo>
                    <a:cubicBezTo>
                      <a:pt x="8" y="8"/>
                      <a:pt x="12" y="3"/>
                      <a:pt x="11" y="0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0" name="Freeform 2758">
                <a:extLst>
                  <a:ext uri="{FF2B5EF4-FFF2-40B4-BE49-F238E27FC236}">
                    <a16:creationId xmlns:a16="http://schemas.microsoft.com/office/drawing/2014/main" id="{F58E22DC-2DD3-46F6-A39D-FB028490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054"/>
                <a:ext cx="60" cy="88"/>
              </a:xfrm>
              <a:custGeom>
                <a:avLst/>
                <a:gdLst>
                  <a:gd name="T0" fmla="*/ 50 w 24"/>
                  <a:gd name="T1" fmla="*/ 35 h 33"/>
                  <a:gd name="T2" fmla="*/ 50 w 24"/>
                  <a:gd name="T3" fmla="*/ 435 h 33"/>
                  <a:gd name="T4" fmla="*/ 375 w 24"/>
                  <a:gd name="T5" fmla="*/ 627 h 33"/>
                  <a:gd name="T6" fmla="*/ 270 w 24"/>
                  <a:gd name="T7" fmla="*/ 491 h 33"/>
                  <a:gd name="T8" fmla="*/ 125 w 24"/>
                  <a:gd name="T9" fmla="*/ 320 h 33"/>
                  <a:gd name="T10" fmla="*/ 63 w 24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3">
                    <a:moveTo>
                      <a:pt x="3" y="2"/>
                    </a:moveTo>
                    <a:cubicBezTo>
                      <a:pt x="1" y="8"/>
                      <a:pt x="0" y="18"/>
                      <a:pt x="3" y="23"/>
                    </a:cubicBezTo>
                    <a:cubicBezTo>
                      <a:pt x="8" y="29"/>
                      <a:pt x="17" y="32"/>
                      <a:pt x="24" y="33"/>
                    </a:cubicBezTo>
                    <a:cubicBezTo>
                      <a:pt x="22" y="30"/>
                      <a:pt x="20" y="28"/>
                      <a:pt x="17" y="26"/>
                    </a:cubicBezTo>
                    <a:cubicBezTo>
                      <a:pt x="12" y="24"/>
                      <a:pt x="10" y="22"/>
                      <a:pt x="8" y="17"/>
                    </a:cubicBezTo>
                    <a:cubicBezTo>
                      <a:pt x="7" y="14"/>
                      <a:pt x="1" y="3"/>
                      <a:pt x="4" y="0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1" name="Freeform 2759">
                <a:extLst>
                  <a:ext uri="{FF2B5EF4-FFF2-40B4-BE49-F238E27FC236}">
                    <a16:creationId xmlns:a16="http://schemas.microsoft.com/office/drawing/2014/main" id="{2F9CFE20-6986-41BC-89EE-93E367166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262"/>
                <a:ext cx="25" cy="53"/>
              </a:xfrm>
              <a:custGeom>
                <a:avLst/>
                <a:gdLst>
                  <a:gd name="T0" fmla="*/ 50 w 10"/>
                  <a:gd name="T1" fmla="*/ 56 h 20"/>
                  <a:gd name="T2" fmla="*/ 125 w 10"/>
                  <a:gd name="T3" fmla="*/ 371 h 20"/>
                  <a:gd name="T4" fmla="*/ 95 w 10"/>
                  <a:gd name="T5" fmla="*/ 239 h 20"/>
                  <a:gd name="T6" fmla="*/ 158 w 10"/>
                  <a:gd name="T7" fmla="*/ 77 h 20"/>
                  <a:gd name="T8" fmla="*/ 113 w 10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3" y="3"/>
                    </a:moveTo>
                    <a:cubicBezTo>
                      <a:pt x="3" y="8"/>
                      <a:pt x="0" y="18"/>
                      <a:pt x="8" y="20"/>
                    </a:cubicBezTo>
                    <a:cubicBezTo>
                      <a:pt x="6" y="18"/>
                      <a:pt x="5" y="16"/>
                      <a:pt x="6" y="13"/>
                    </a:cubicBezTo>
                    <a:cubicBezTo>
                      <a:pt x="6" y="10"/>
                      <a:pt x="10" y="6"/>
                      <a:pt x="10" y="4"/>
                    </a:cubicBezTo>
                    <a:cubicBezTo>
                      <a:pt x="9" y="2"/>
                      <a:pt x="7" y="2"/>
                      <a:pt x="7" y="0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2" name="Freeform 2760">
                <a:extLst>
                  <a:ext uri="{FF2B5EF4-FFF2-40B4-BE49-F238E27FC236}">
                    <a16:creationId xmlns:a16="http://schemas.microsoft.com/office/drawing/2014/main" id="{42235D63-B0FF-4786-A32F-A7F3B383A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361"/>
                <a:ext cx="35" cy="53"/>
              </a:xfrm>
              <a:custGeom>
                <a:avLst/>
                <a:gdLst>
                  <a:gd name="T0" fmla="*/ 125 w 14"/>
                  <a:gd name="T1" fmla="*/ 0 h 20"/>
                  <a:gd name="T2" fmla="*/ 33 w 14"/>
                  <a:gd name="T3" fmla="*/ 111 h 20"/>
                  <a:gd name="T4" fmla="*/ 0 w 14"/>
                  <a:gd name="T5" fmla="*/ 371 h 20"/>
                  <a:gd name="T6" fmla="*/ 125 w 14"/>
                  <a:gd name="T7" fmla="*/ 90 h 20"/>
                  <a:gd name="T8" fmla="*/ 158 w 14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0">
                    <a:moveTo>
                      <a:pt x="8" y="0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1" y="11"/>
                      <a:pt x="0" y="15"/>
                      <a:pt x="0" y="20"/>
                    </a:cubicBezTo>
                    <a:cubicBezTo>
                      <a:pt x="1" y="15"/>
                      <a:pt x="3" y="7"/>
                      <a:pt x="8" y="5"/>
                    </a:cubicBezTo>
                    <a:cubicBezTo>
                      <a:pt x="13" y="4"/>
                      <a:pt x="14" y="5"/>
                      <a:pt x="10" y="0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3" name="Freeform 2761">
                <a:extLst>
                  <a:ext uri="{FF2B5EF4-FFF2-40B4-BE49-F238E27FC236}">
                    <a16:creationId xmlns:a16="http://schemas.microsoft.com/office/drawing/2014/main" id="{14C1247D-5C00-4AF4-8EA9-8815161A3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385"/>
                <a:ext cx="57" cy="69"/>
              </a:xfrm>
              <a:custGeom>
                <a:avLst/>
                <a:gdLst>
                  <a:gd name="T0" fmla="*/ 337 w 23"/>
                  <a:gd name="T1" fmla="*/ 21 h 26"/>
                  <a:gd name="T2" fmla="*/ 154 w 23"/>
                  <a:gd name="T3" fmla="*/ 191 h 26"/>
                  <a:gd name="T4" fmla="*/ 42 w 23"/>
                  <a:gd name="T5" fmla="*/ 486 h 26"/>
                  <a:gd name="T6" fmla="*/ 136 w 23"/>
                  <a:gd name="T7" fmla="*/ 337 h 26"/>
                  <a:gd name="T8" fmla="*/ 245 w 23"/>
                  <a:gd name="T9" fmla="*/ 170 h 26"/>
                  <a:gd name="T10" fmla="*/ 307 w 23"/>
                  <a:gd name="T11" fmla="*/ 77 h 26"/>
                  <a:gd name="T12" fmla="*/ 349 w 23"/>
                  <a:gd name="T13" fmla="*/ 21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6">
                    <a:moveTo>
                      <a:pt x="22" y="1"/>
                    </a:moveTo>
                    <a:cubicBezTo>
                      <a:pt x="15" y="0"/>
                      <a:pt x="12" y="5"/>
                      <a:pt x="10" y="10"/>
                    </a:cubicBezTo>
                    <a:cubicBezTo>
                      <a:pt x="8" y="14"/>
                      <a:pt x="0" y="22"/>
                      <a:pt x="3" y="26"/>
                    </a:cubicBezTo>
                    <a:cubicBezTo>
                      <a:pt x="6" y="25"/>
                      <a:pt x="7" y="21"/>
                      <a:pt x="9" y="18"/>
                    </a:cubicBezTo>
                    <a:cubicBezTo>
                      <a:pt x="11" y="14"/>
                      <a:pt x="13" y="12"/>
                      <a:pt x="16" y="9"/>
                    </a:cubicBezTo>
                    <a:cubicBezTo>
                      <a:pt x="18" y="8"/>
                      <a:pt x="19" y="7"/>
                      <a:pt x="20" y="4"/>
                    </a:cubicBezTo>
                    <a:cubicBezTo>
                      <a:pt x="21" y="3"/>
                      <a:pt x="21" y="2"/>
                      <a:pt x="23" y="1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4" name="Freeform 2762">
                <a:extLst>
                  <a:ext uri="{FF2B5EF4-FFF2-40B4-BE49-F238E27FC236}">
                    <a16:creationId xmlns:a16="http://schemas.microsoft.com/office/drawing/2014/main" id="{0DC68A6B-3829-4526-AD3D-54891677B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3166"/>
                <a:ext cx="47" cy="40"/>
              </a:xfrm>
              <a:custGeom>
                <a:avLst/>
                <a:gdLst>
                  <a:gd name="T0" fmla="*/ 30 w 19"/>
                  <a:gd name="T1" fmla="*/ 285 h 15"/>
                  <a:gd name="T2" fmla="*/ 195 w 19"/>
                  <a:gd name="T3" fmla="*/ 0 h 15"/>
                  <a:gd name="T4" fmla="*/ 104 w 19"/>
                  <a:gd name="T5" fmla="*/ 136 h 15"/>
                  <a:gd name="T6" fmla="*/ 0 w 19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2" y="15"/>
                    </a:moveTo>
                    <a:cubicBezTo>
                      <a:pt x="6" y="13"/>
                      <a:pt x="19" y="6"/>
                      <a:pt x="13" y="0"/>
                    </a:cubicBezTo>
                    <a:cubicBezTo>
                      <a:pt x="11" y="2"/>
                      <a:pt x="9" y="5"/>
                      <a:pt x="7" y="7"/>
                    </a:cubicBezTo>
                    <a:cubicBezTo>
                      <a:pt x="5" y="9"/>
                      <a:pt x="3" y="13"/>
                      <a:pt x="0" y="13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5" name="Freeform 2763">
                <a:extLst>
                  <a:ext uri="{FF2B5EF4-FFF2-40B4-BE49-F238E27FC236}">
                    <a16:creationId xmlns:a16="http://schemas.microsoft.com/office/drawing/2014/main" id="{61ABB48E-8B39-474D-98D1-E3D92E6C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174"/>
                <a:ext cx="38" cy="32"/>
              </a:xfrm>
              <a:custGeom>
                <a:avLst/>
                <a:gdLst>
                  <a:gd name="T0" fmla="*/ 0 w 15"/>
                  <a:gd name="T1" fmla="*/ 149 h 12"/>
                  <a:gd name="T2" fmla="*/ 243 w 15"/>
                  <a:gd name="T3" fmla="*/ 0 h 12"/>
                  <a:gd name="T4" fmla="*/ 0 w 15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0" y="8"/>
                    </a:moveTo>
                    <a:cubicBezTo>
                      <a:pt x="7" y="12"/>
                      <a:pt x="11" y="3"/>
                      <a:pt x="15" y="0"/>
                    </a:cubicBezTo>
                    <a:cubicBezTo>
                      <a:pt x="11" y="3"/>
                      <a:pt x="2" y="2"/>
                      <a:pt x="0" y="5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6" name="Freeform 2764">
                <a:extLst>
                  <a:ext uri="{FF2B5EF4-FFF2-40B4-BE49-F238E27FC236}">
                    <a16:creationId xmlns:a16="http://schemas.microsoft.com/office/drawing/2014/main" id="{E543BD42-F79D-437F-8C18-FDC23919C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998"/>
                <a:ext cx="50" cy="48"/>
              </a:xfrm>
              <a:custGeom>
                <a:avLst/>
                <a:gdLst>
                  <a:gd name="T0" fmla="*/ 0 w 20"/>
                  <a:gd name="T1" fmla="*/ 341 h 18"/>
                  <a:gd name="T2" fmla="*/ 95 w 20"/>
                  <a:gd name="T3" fmla="*/ 285 h 18"/>
                  <a:gd name="T4" fmla="*/ 188 w 20"/>
                  <a:gd name="T5" fmla="*/ 285 h 18"/>
                  <a:gd name="T6" fmla="*/ 238 w 20"/>
                  <a:gd name="T7" fmla="*/ 35 h 18"/>
                  <a:gd name="T8" fmla="*/ 175 w 20"/>
                  <a:gd name="T9" fmla="*/ 21 h 18"/>
                  <a:gd name="T10" fmla="*/ 175 w 20"/>
                  <a:gd name="T11" fmla="*/ 56 h 18"/>
                  <a:gd name="T12" fmla="*/ 158 w 20"/>
                  <a:gd name="T13" fmla="*/ 171 h 18"/>
                  <a:gd name="T14" fmla="*/ 33 w 20"/>
                  <a:gd name="T15" fmla="*/ 24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2" y="17"/>
                      <a:pt x="4" y="16"/>
                      <a:pt x="6" y="15"/>
                    </a:cubicBezTo>
                    <a:cubicBezTo>
                      <a:pt x="8" y="15"/>
                      <a:pt x="10" y="16"/>
                      <a:pt x="12" y="15"/>
                    </a:cubicBezTo>
                    <a:cubicBezTo>
                      <a:pt x="17" y="12"/>
                      <a:pt x="20" y="6"/>
                      <a:pt x="15" y="2"/>
                    </a:cubicBezTo>
                    <a:cubicBezTo>
                      <a:pt x="14" y="2"/>
                      <a:pt x="12" y="0"/>
                      <a:pt x="11" y="1"/>
                    </a:cubicBezTo>
                    <a:cubicBezTo>
                      <a:pt x="9" y="2"/>
                      <a:pt x="11" y="2"/>
                      <a:pt x="11" y="3"/>
                    </a:cubicBezTo>
                    <a:cubicBezTo>
                      <a:pt x="11" y="6"/>
                      <a:pt x="13" y="7"/>
                      <a:pt x="10" y="9"/>
                    </a:cubicBezTo>
                    <a:cubicBezTo>
                      <a:pt x="8" y="11"/>
                      <a:pt x="5" y="13"/>
                      <a:pt x="2" y="13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7" name="Freeform 2765">
                <a:extLst>
                  <a:ext uri="{FF2B5EF4-FFF2-40B4-BE49-F238E27FC236}">
                    <a16:creationId xmlns:a16="http://schemas.microsoft.com/office/drawing/2014/main" id="{9586B142-5FA7-40D2-A560-8CEC136B1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763"/>
                <a:ext cx="43" cy="56"/>
              </a:xfrm>
              <a:custGeom>
                <a:avLst/>
                <a:gdLst>
                  <a:gd name="T0" fmla="*/ 180 w 17"/>
                  <a:gd name="T1" fmla="*/ 35 h 21"/>
                  <a:gd name="T2" fmla="*/ 63 w 17"/>
                  <a:gd name="T3" fmla="*/ 397 h 21"/>
                  <a:gd name="T4" fmla="*/ 96 w 17"/>
                  <a:gd name="T5" fmla="*/ 264 h 21"/>
                  <a:gd name="T6" fmla="*/ 192 w 17"/>
                  <a:gd name="T7" fmla="*/ 149 h 21"/>
                  <a:gd name="T8" fmla="*/ 276 w 17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11" y="2"/>
                    </a:moveTo>
                    <a:cubicBezTo>
                      <a:pt x="6" y="3"/>
                      <a:pt x="0" y="18"/>
                      <a:pt x="4" y="21"/>
                    </a:cubicBezTo>
                    <a:cubicBezTo>
                      <a:pt x="4" y="19"/>
                      <a:pt x="5" y="16"/>
                      <a:pt x="6" y="14"/>
                    </a:cubicBezTo>
                    <a:cubicBezTo>
                      <a:pt x="7" y="11"/>
                      <a:pt x="11" y="10"/>
                      <a:pt x="12" y="8"/>
                    </a:cubicBezTo>
                    <a:cubicBezTo>
                      <a:pt x="14" y="5"/>
                      <a:pt x="11" y="0"/>
                      <a:pt x="17" y="1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8" name="Freeform 2766">
                <a:extLst>
                  <a:ext uri="{FF2B5EF4-FFF2-40B4-BE49-F238E27FC236}">
                    <a16:creationId xmlns:a16="http://schemas.microsoft.com/office/drawing/2014/main" id="{C5FAFCF5-15C6-4377-9BBD-8E26AA2ED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54"/>
                <a:ext cx="37" cy="37"/>
              </a:xfrm>
              <a:custGeom>
                <a:avLst/>
                <a:gdLst>
                  <a:gd name="T0" fmla="*/ 0 w 15"/>
                  <a:gd name="T1" fmla="*/ 259 h 14"/>
                  <a:gd name="T2" fmla="*/ 104 w 15"/>
                  <a:gd name="T3" fmla="*/ 21 h 14"/>
                  <a:gd name="T4" fmla="*/ 224 w 15"/>
                  <a:gd name="T5" fmla="*/ 34 h 14"/>
                  <a:gd name="T6" fmla="*/ 133 w 15"/>
                  <a:gd name="T7" fmla="*/ 77 h 14"/>
                  <a:gd name="T8" fmla="*/ 30 w 15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1" y="9"/>
                      <a:pt x="2" y="4"/>
                      <a:pt x="7" y="1"/>
                    </a:cubicBezTo>
                    <a:cubicBezTo>
                      <a:pt x="9" y="1"/>
                      <a:pt x="13" y="0"/>
                      <a:pt x="15" y="2"/>
                    </a:cubicBezTo>
                    <a:cubicBezTo>
                      <a:pt x="13" y="3"/>
                      <a:pt x="11" y="3"/>
                      <a:pt x="9" y="4"/>
                    </a:cubicBezTo>
                    <a:cubicBezTo>
                      <a:pt x="7" y="6"/>
                      <a:pt x="5" y="14"/>
                      <a:pt x="2" y="13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9" name="Freeform 2767">
                <a:extLst>
                  <a:ext uri="{FF2B5EF4-FFF2-40B4-BE49-F238E27FC236}">
                    <a16:creationId xmlns:a16="http://schemas.microsoft.com/office/drawing/2014/main" id="{B566C0DC-658A-4A87-A55F-83B5FAACE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3390"/>
                <a:ext cx="18" cy="53"/>
              </a:xfrm>
              <a:custGeom>
                <a:avLst/>
                <a:gdLst>
                  <a:gd name="T0" fmla="*/ 85 w 7"/>
                  <a:gd name="T1" fmla="*/ 0 h 20"/>
                  <a:gd name="T2" fmla="*/ 0 w 7"/>
                  <a:gd name="T3" fmla="*/ 204 h 20"/>
                  <a:gd name="T4" fmla="*/ 118 w 7"/>
                  <a:gd name="T5" fmla="*/ 352 h 20"/>
                  <a:gd name="T6" fmla="*/ 100 w 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0">
                    <a:moveTo>
                      <a:pt x="5" y="0"/>
                    </a:moveTo>
                    <a:cubicBezTo>
                      <a:pt x="3" y="3"/>
                      <a:pt x="0" y="7"/>
                      <a:pt x="0" y="11"/>
                    </a:cubicBezTo>
                    <a:cubicBezTo>
                      <a:pt x="0" y="14"/>
                      <a:pt x="4" y="20"/>
                      <a:pt x="7" y="19"/>
                    </a:cubicBezTo>
                    <a:cubicBezTo>
                      <a:pt x="2" y="15"/>
                      <a:pt x="3" y="4"/>
                      <a:pt x="6" y="0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0" name="Freeform 2768">
                <a:extLst>
                  <a:ext uri="{FF2B5EF4-FFF2-40B4-BE49-F238E27FC236}">
                    <a16:creationId xmlns:a16="http://schemas.microsoft.com/office/drawing/2014/main" id="{3CAB0850-BECC-489C-AB65-DB8B535BA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91"/>
                <a:ext cx="35" cy="54"/>
              </a:xfrm>
              <a:custGeom>
                <a:avLst/>
                <a:gdLst>
                  <a:gd name="T0" fmla="*/ 33 w 14"/>
                  <a:gd name="T1" fmla="*/ 103 h 20"/>
                  <a:gd name="T2" fmla="*/ 83 w 14"/>
                  <a:gd name="T3" fmla="*/ 313 h 20"/>
                  <a:gd name="T4" fmla="*/ 125 w 14"/>
                  <a:gd name="T5" fmla="*/ 373 h 20"/>
                  <a:gd name="T6" fmla="*/ 220 w 14"/>
                  <a:gd name="T7" fmla="*/ 394 h 20"/>
                  <a:gd name="T8" fmla="*/ 83 w 14"/>
                  <a:gd name="T9" fmla="*/ 197 h 20"/>
                  <a:gd name="T10" fmla="*/ 63 w 1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2" y="5"/>
                    </a:moveTo>
                    <a:cubicBezTo>
                      <a:pt x="0" y="9"/>
                      <a:pt x="3" y="14"/>
                      <a:pt x="5" y="16"/>
                    </a:cubicBezTo>
                    <a:cubicBezTo>
                      <a:pt x="6" y="18"/>
                      <a:pt x="7" y="19"/>
                      <a:pt x="8" y="19"/>
                    </a:cubicBezTo>
                    <a:cubicBezTo>
                      <a:pt x="10" y="20"/>
                      <a:pt x="12" y="19"/>
                      <a:pt x="14" y="20"/>
                    </a:cubicBezTo>
                    <a:cubicBezTo>
                      <a:pt x="10" y="20"/>
                      <a:pt x="6" y="14"/>
                      <a:pt x="5" y="10"/>
                    </a:cubicBezTo>
                    <a:cubicBezTo>
                      <a:pt x="4" y="8"/>
                      <a:pt x="5" y="4"/>
                      <a:pt x="4" y="0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1" name="Freeform 2769">
                <a:extLst>
                  <a:ext uri="{FF2B5EF4-FFF2-40B4-BE49-F238E27FC236}">
                    <a16:creationId xmlns:a16="http://schemas.microsoft.com/office/drawing/2014/main" id="{8DAE0252-7635-4919-8F17-75D6CFE3F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809"/>
                <a:ext cx="58" cy="66"/>
              </a:xfrm>
              <a:custGeom>
                <a:avLst/>
                <a:gdLst>
                  <a:gd name="T0" fmla="*/ 255 w 23"/>
                  <a:gd name="T1" fmla="*/ 77 h 25"/>
                  <a:gd name="T2" fmla="*/ 146 w 23"/>
                  <a:gd name="T3" fmla="*/ 203 h 25"/>
                  <a:gd name="T4" fmla="*/ 63 w 23"/>
                  <a:gd name="T5" fmla="*/ 459 h 25"/>
                  <a:gd name="T6" fmla="*/ 96 w 23"/>
                  <a:gd name="T7" fmla="*/ 335 h 25"/>
                  <a:gd name="T8" fmla="*/ 242 w 23"/>
                  <a:gd name="T9" fmla="*/ 238 h 25"/>
                  <a:gd name="T10" fmla="*/ 318 w 23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5">
                    <a:moveTo>
                      <a:pt x="16" y="4"/>
                    </a:moveTo>
                    <a:cubicBezTo>
                      <a:pt x="16" y="8"/>
                      <a:pt x="12" y="9"/>
                      <a:pt x="9" y="11"/>
                    </a:cubicBezTo>
                    <a:cubicBezTo>
                      <a:pt x="6" y="14"/>
                      <a:pt x="0" y="21"/>
                      <a:pt x="4" y="25"/>
                    </a:cubicBezTo>
                    <a:cubicBezTo>
                      <a:pt x="5" y="24"/>
                      <a:pt x="4" y="20"/>
                      <a:pt x="6" y="18"/>
                    </a:cubicBezTo>
                    <a:cubicBezTo>
                      <a:pt x="8" y="16"/>
                      <a:pt x="12" y="15"/>
                      <a:pt x="15" y="13"/>
                    </a:cubicBezTo>
                    <a:cubicBezTo>
                      <a:pt x="18" y="11"/>
                      <a:pt x="23" y="4"/>
                      <a:pt x="20" y="0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2" name="Freeform 2770">
                <a:extLst>
                  <a:ext uri="{FF2B5EF4-FFF2-40B4-BE49-F238E27FC236}">
                    <a16:creationId xmlns:a16="http://schemas.microsoft.com/office/drawing/2014/main" id="{6CF9C450-603F-472D-A861-4CF0B96BD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731"/>
                <a:ext cx="40" cy="38"/>
              </a:xfrm>
              <a:custGeom>
                <a:avLst/>
                <a:gdLst>
                  <a:gd name="T0" fmla="*/ 20 w 16"/>
                  <a:gd name="T1" fmla="*/ 198 h 14"/>
                  <a:gd name="T2" fmla="*/ 250 w 16"/>
                  <a:gd name="T3" fmla="*/ 22 h 14"/>
                  <a:gd name="T4" fmla="*/ 95 w 16"/>
                  <a:gd name="T5" fmla="*/ 176 h 14"/>
                  <a:gd name="T6" fmla="*/ 83 w 16"/>
                  <a:gd name="T7" fmla="*/ 258 h 14"/>
                  <a:gd name="T8" fmla="*/ 0 w 16"/>
                  <a:gd name="T9" fmla="*/ 24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" y="10"/>
                    </a:moveTo>
                    <a:cubicBezTo>
                      <a:pt x="1" y="5"/>
                      <a:pt x="12" y="0"/>
                      <a:pt x="16" y="1"/>
                    </a:cubicBezTo>
                    <a:cubicBezTo>
                      <a:pt x="12" y="3"/>
                      <a:pt x="8" y="4"/>
                      <a:pt x="6" y="9"/>
                    </a:cubicBezTo>
                    <a:cubicBezTo>
                      <a:pt x="5" y="10"/>
                      <a:pt x="6" y="12"/>
                      <a:pt x="5" y="13"/>
                    </a:cubicBezTo>
                    <a:cubicBezTo>
                      <a:pt x="3" y="14"/>
                      <a:pt x="1" y="12"/>
                      <a:pt x="0" y="12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3" name="Freeform 2771">
                <a:extLst>
                  <a:ext uri="{FF2B5EF4-FFF2-40B4-BE49-F238E27FC236}">
                    <a16:creationId xmlns:a16="http://schemas.microsoft.com/office/drawing/2014/main" id="{5FA45088-3B1A-46BC-94E8-69D27036E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905"/>
                <a:ext cx="40" cy="16"/>
              </a:xfrm>
              <a:custGeom>
                <a:avLst/>
                <a:gdLst>
                  <a:gd name="T0" fmla="*/ 0 w 16"/>
                  <a:gd name="T1" fmla="*/ 93 h 6"/>
                  <a:gd name="T2" fmla="*/ 145 w 16"/>
                  <a:gd name="T3" fmla="*/ 0 h 6"/>
                  <a:gd name="T4" fmla="*/ 250 w 16"/>
                  <a:gd name="T5" fmla="*/ 77 h 6"/>
                  <a:gd name="T6" fmla="*/ 125 w 16"/>
                  <a:gd name="T7" fmla="*/ 56 h 6"/>
                  <a:gd name="T8" fmla="*/ 33 w 1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0" y="5"/>
                    </a:moveTo>
                    <a:cubicBezTo>
                      <a:pt x="3" y="3"/>
                      <a:pt x="5" y="0"/>
                      <a:pt x="9" y="0"/>
                    </a:cubicBezTo>
                    <a:cubicBezTo>
                      <a:pt x="12" y="0"/>
                      <a:pt x="16" y="2"/>
                      <a:pt x="16" y="4"/>
                    </a:cubicBezTo>
                    <a:cubicBezTo>
                      <a:pt x="15" y="3"/>
                      <a:pt x="10" y="2"/>
                      <a:pt x="8" y="3"/>
                    </a:cubicBezTo>
                    <a:cubicBezTo>
                      <a:pt x="6" y="3"/>
                      <a:pt x="3" y="6"/>
                      <a:pt x="2" y="5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4" name="Freeform 2772">
                <a:extLst>
                  <a:ext uri="{FF2B5EF4-FFF2-40B4-BE49-F238E27FC236}">
                    <a16:creationId xmlns:a16="http://schemas.microsoft.com/office/drawing/2014/main" id="{FB590646-4BEE-440F-93E3-7122D2913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3283"/>
                <a:ext cx="38" cy="43"/>
              </a:xfrm>
              <a:custGeom>
                <a:avLst/>
                <a:gdLst>
                  <a:gd name="T0" fmla="*/ 96 w 15"/>
                  <a:gd name="T1" fmla="*/ 35 h 16"/>
                  <a:gd name="T2" fmla="*/ 20 w 15"/>
                  <a:gd name="T3" fmla="*/ 312 h 16"/>
                  <a:gd name="T4" fmla="*/ 84 w 15"/>
                  <a:gd name="T5" fmla="*/ 137 h 16"/>
                  <a:gd name="T6" fmla="*/ 243 w 15"/>
                  <a:gd name="T7" fmla="*/ 116 h 16"/>
                  <a:gd name="T8" fmla="*/ 117 w 15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6" y="2"/>
                    </a:moveTo>
                    <a:cubicBezTo>
                      <a:pt x="2" y="6"/>
                      <a:pt x="0" y="10"/>
                      <a:pt x="1" y="16"/>
                    </a:cubicBezTo>
                    <a:cubicBezTo>
                      <a:pt x="2" y="13"/>
                      <a:pt x="2" y="9"/>
                      <a:pt x="5" y="7"/>
                    </a:cubicBezTo>
                    <a:cubicBezTo>
                      <a:pt x="8" y="6"/>
                      <a:pt x="13" y="5"/>
                      <a:pt x="15" y="6"/>
                    </a:cubicBezTo>
                    <a:cubicBezTo>
                      <a:pt x="15" y="3"/>
                      <a:pt x="10" y="0"/>
                      <a:pt x="7" y="2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5" name="Freeform 2773">
                <a:extLst>
                  <a:ext uri="{FF2B5EF4-FFF2-40B4-BE49-F238E27FC236}">
                    <a16:creationId xmlns:a16="http://schemas.microsoft.com/office/drawing/2014/main" id="{77781831-66AE-49A9-B3A1-C6D72B8B7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326"/>
                <a:ext cx="68" cy="32"/>
              </a:xfrm>
              <a:custGeom>
                <a:avLst/>
                <a:gdLst>
                  <a:gd name="T0" fmla="*/ 0 w 27"/>
                  <a:gd name="T1" fmla="*/ 35 h 12"/>
                  <a:gd name="T2" fmla="*/ 254 w 27"/>
                  <a:gd name="T3" fmla="*/ 77 h 12"/>
                  <a:gd name="T4" fmla="*/ 431 w 27"/>
                  <a:gd name="T5" fmla="*/ 227 h 12"/>
                  <a:gd name="T6" fmla="*/ 222 w 27"/>
                  <a:gd name="T7" fmla="*/ 136 h 12"/>
                  <a:gd name="T8" fmla="*/ 0 w 27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2">
                    <a:moveTo>
                      <a:pt x="0" y="2"/>
                    </a:moveTo>
                    <a:cubicBezTo>
                      <a:pt x="5" y="0"/>
                      <a:pt x="11" y="3"/>
                      <a:pt x="16" y="4"/>
                    </a:cubicBezTo>
                    <a:cubicBezTo>
                      <a:pt x="21" y="5"/>
                      <a:pt x="27" y="6"/>
                      <a:pt x="27" y="12"/>
                    </a:cubicBezTo>
                    <a:cubicBezTo>
                      <a:pt x="23" y="8"/>
                      <a:pt x="19" y="8"/>
                      <a:pt x="14" y="7"/>
                    </a:cubicBezTo>
                    <a:cubicBezTo>
                      <a:pt x="10" y="6"/>
                      <a:pt x="5" y="2"/>
                      <a:pt x="0" y="3"/>
                    </a:cubicBezTo>
                  </a:path>
                </a:pathLst>
              </a:custGeom>
              <a:solidFill>
                <a:srgbClr val="F6D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6" name="Freeform 2774">
                <a:extLst>
                  <a:ext uri="{FF2B5EF4-FFF2-40B4-BE49-F238E27FC236}">
                    <a16:creationId xmlns:a16="http://schemas.microsoft.com/office/drawing/2014/main" id="{337C788D-C348-482A-8BE9-2494EDA12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099"/>
                <a:ext cx="142" cy="160"/>
              </a:xfrm>
              <a:custGeom>
                <a:avLst/>
                <a:gdLst>
                  <a:gd name="T0" fmla="*/ 167 w 57"/>
                  <a:gd name="T1" fmla="*/ 149 h 60"/>
                  <a:gd name="T2" fmla="*/ 62 w 57"/>
                  <a:gd name="T3" fmla="*/ 307 h 60"/>
                  <a:gd name="T4" fmla="*/ 0 w 57"/>
                  <a:gd name="T5" fmla="*/ 568 h 60"/>
                  <a:gd name="T6" fmla="*/ 105 w 57"/>
                  <a:gd name="T7" fmla="*/ 1080 h 60"/>
                  <a:gd name="T8" fmla="*/ 341 w 57"/>
                  <a:gd name="T9" fmla="*/ 1139 h 60"/>
                  <a:gd name="T10" fmla="*/ 695 w 57"/>
                  <a:gd name="T11" fmla="*/ 819 h 60"/>
                  <a:gd name="T12" fmla="*/ 869 w 57"/>
                  <a:gd name="T13" fmla="*/ 435 h 60"/>
                  <a:gd name="T14" fmla="*/ 745 w 57"/>
                  <a:gd name="T15" fmla="*/ 171 h 60"/>
                  <a:gd name="T16" fmla="*/ 633 w 57"/>
                  <a:gd name="T17" fmla="*/ 35 h 60"/>
                  <a:gd name="T18" fmla="*/ 496 w 57"/>
                  <a:gd name="T19" fmla="*/ 0 h 60"/>
                  <a:gd name="T20" fmla="*/ 167 w 57"/>
                  <a:gd name="T21" fmla="*/ 149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60">
                    <a:moveTo>
                      <a:pt x="11" y="8"/>
                    </a:moveTo>
                    <a:cubicBezTo>
                      <a:pt x="9" y="10"/>
                      <a:pt x="6" y="13"/>
                      <a:pt x="4" y="16"/>
                    </a:cubicBezTo>
                    <a:cubicBezTo>
                      <a:pt x="0" y="20"/>
                      <a:pt x="0" y="24"/>
                      <a:pt x="0" y="30"/>
                    </a:cubicBezTo>
                    <a:cubicBezTo>
                      <a:pt x="0" y="38"/>
                      <a:pt x="1" y="51"/>
                      <a:pt x="7" y="57"/>
                    </a:cubicBezTo>
                    <a:cubicBezTo>
                      <a:pt x="11" y="60"/>
                      <a:pt x="18" y="60"/>
                      <a:pt x="22" y="60"/>
                    </a:cubicBezTo>
                    <a:cubicBezTo>
                      <a:pt x="33" y="60"/>
                      <a:pt x="38" y="49"/>
                      <a:pt x="45" y="43"/>
                    </a:cubicBezTo>
                    <a:cubicBezTo>
                      <a:pt x="51" y="38"/>
                      <a:pt x="54" y="31"/>
                      <a:pt x="56" y="23"/>
                    </a:cubicBezTo>
                    <a:cubicBezTo>
                      <a:pt x="57" y="15"/>
                      <a:pt x="51" y="14"/>
                      <a:pt x="48" y="9"/>
                    </a:cubicBezTo>
                    <a:cubicBezTo>
                      <a:pt x="45" y="5"/>
                      <a:pt x="46" y="4"/>
                      <a:pt x="41" y="2"/>
                    </a:cubicBezTo>
                    <a:cubicBezTo>
                      <a:pt x="38" y="1"/>
                      <a:pt x="35" y="1"/>
                      <a:pt x="32" y="0"/>
                    </a:cubicBezTo>
                    <a:cubicBezTo>
                      <a:pt x="25" y="0"/>
                      <a:pt x="19" y="1"/>
                      <a:pt x="11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7" name="Freeform 2775">
                <a:extLst>
                  <a:ext uri="{FF2B5EF4-FFF2-40B4-BE49-F238E27FC236}">
                    <a16:creationId xmlns:a16="http://schemas.microsoft.com/office/drawing/2014/main" id="{8426DD46-0416-478E-BE3F-E63EAAB6D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3217"/>
                <a:ext cx="123" cy="149"/>
              </a:xfrm>
              <a:custGeom>
                <a:avLst/>
                <a:gdLst>
                  <a:gd name="T0" fmla="*/ 756 w 49"/>
                  <a:gd name="T1" fmla="*/ 362 h 56"/>
                  <a:gd name="T2" fmla="*/ 680 w 49"/>
                  <a:gd name="T3" fmla="*/ 247 h 56"/>
                  <a:gd name="T4" fmla="*/ 472 w 49"/>
                  <a:gd name="T5" fmla="*/ 21 h 56"/>
                  <a:gd name="T6" fmla="*/ 459 w 49"/>
                  <a:gd name="T7" fmla="*/ 0 h 56"/>
                  <a:gd name="T8" fmla="*/ 113 w 49"/>
                  <a:gd name="T9" fmla="*/ 303 h 56"/>
                  <a:gd name="T10" fmla="*/ 33 w 49"/>
                  <a:gd name="T11" fmla="*/ 303 h 56"/>
                  <a:gd name="T12" fmla="*/ 63 w 49"/>
                  <a:gd name="T13" fmla="*/ 716 h 56"/>
                  <a:gd name="T14" fmla="*/ 146 w 49"/>
                  <a:gd name="T15" fmla="*/ 827 h 56"/>
                  <a:gd name="T16" fmla="*/ 271 w 49"/>
                  <a:gd name="T17" fmla="*/ 942 h 56"/>
                  <a:gd name="T18" fmla="*/ 555 w 49"/>
                  <a:gd name="T19" fmla="*/ 849 h 56"/>
                  <a:gd name="T20" fmla="*/ 776 w 49"/>
                  <a:gd name="T21" fmla="*/ 545 h 56"/>
                  <a:gd name="T22" fmla="*/ 756 w 49"/>
                  <a:gd name="T23" fmla="*/ 362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56">
                    <a:moveTo>
                      <a:pt x="48" y="19"/>
                    </a:moveTo>
                    <a:cubicBezTo>
                      <a:pt x="47" y="15"/>
                      <a:pt x="46" y="15"/>
                      <a:pt x="43" y="13"/>
                    </a:cubicBezTo>
                    <a:cubicBezTo>
                      <a:pt x="38" y="9"/>
                      <a:pt x="34" y="6"/>
                      <a:pt x="30" y="1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2" y="6"/>
                      <a:pt x="17" y="16"/>
                      <a:pt x="7" y="16"/>
                    </a:cubicBezTo>
                    <a:cubicBezTo>
                      <a:pt x="6" y="16"/>
                      <a:pt x="4" y="16"/>
                      <a:pt x="2" y="16"/>
                    </a:cubicBezTo>
                    <a:cubicBezTo>
                      <a:pt x="0" y="23"/>
                      <a:pt x="1" y="31"/>
                      <a:pt x="4" y="38"/>
                    </a:cubicBezTo>
                    <a:cubicBezTo>
                      <a:pt x="5" y="41"/>
                      <a:pt x="6" y="42"/>
                      <a:pt x="9" y="44"/>
                    </a:cubicBezTo>
                    <a:cubicBezTo>
                      <a:pt x="13" y="46"/>
                      <a:pt x="14" y="47"/>
                      <a:pt x="17" y="50"/>
                    </a:cubicBezTo>
                    <a:cubicBezTo>
                      <a:pt x="25" y="56"/>
                      <a:pt x="30" y="49"/>
                      <a:pt x="35" y="45"/>
                    </a:cubicBezTo>
                    <a:cubicBezTo>
                      <a:pt x="41" y="40"/>
                      <a:pt x="47" y="38"/>
                      <a:pt x="49" y="29"/>
                    </a:cubicBezTo>
                    <a:cubicBezTo>
                      <a:pt x="49" y="26"/>
                      <a:pt x="49" y="22"/>
                      <a:pt x="48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8" name="Freeform 2776">
                <a:extLst>
                  <a:ext uri="{FF2B5EF4-FFF2-40B4-BE49-F238E27FC236}">
                    <a16:creationId xmlns:a16="http://schemas.microsoft.com/office/drawing/2014/main" id="{87FBBC9F-4907-4B9E-BDFF-6DF12B3B7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31"/>
                <a:ext cx="145" cy="134"/>
              </a:xfrm>
              <a:custGeom>
                <a:avLst/>
                <a:gdLst>
                  <a:gd name="T0" fmla="*/ 363 w 58"/>
                  <a:gd name="T1" fmla="*/ 56 h 50"/>
                  <a:gd name="T2" fmla="*/ 175 w 58"/>
                  <a:gd name="T3" fmla="*/ 115 h 50"/>
                  <a:gd name="T4" fmla="*/ 33 w 58"/>
                  <a:gd name="T5" fmla="*/ 287 h 50"/>
                  <a:gd name="T6" fmla="*/ 20 w 58"/>
                  <a:gd name="T7" fmla="*/ 517 h 50"/>
                  <a:gd name="T8" fmla="*/ 50 w 58"/>
                  <a:gd name="T9" fmla="*/ 675 h 50"/>
                  <a:gd name="T10" fmla="*/ 83 w 58"/>
                  <a:gd name="T11" fmla="*/ 825 h 50"/>
                  <a:gd name="T12" fmla="*/ 208 w 58"/>
                  <a:gd name="T13" fmla="*/ 906 h 50"/>
                  <a:gd name="T14" fmla="*/ 408 w 58"/>
                  <a:gd name="T15" fmla="*/ 927 h 50"/>
                  <a:gd name="T16" fmla="*/ 550 w 58"/>
                  <a:gd name="T17" fmla="*/ 906 h 50"/>
                  <a:gd name="T18" fmla="*/ 720 w 58"/>
                  <a:gd name="T19" fmla="*/ 812 h 50"/>
                  <a:gd name="T20" fmla="*/ 845 w 58"/>
                  <a:gd name="T21" fmla="*/ 402 h 50"/>
                  <a:gd name="T22" fmla="*/ 738 w 58"/>
                  <a:gd name="T23" fmla="*/ 287 h 50"/>
                  <a:gd name="T24" fmla="*/ 675 w 58"/>
                  <a:gd name="T25" fmla="*/ 94 h 50"/>
                  <a:gd name="T26" fmla="*/ 458 w 58"/>
                  <a:gd name="T27" fmla="*/ 21 h 50"/>
                  <a:gd name="T28" fmla="*/ 363 w 58"/>
                  <a:gd name="T29" fmla="*/ 56 h 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8" h="50">
                    <a:moveTo>
                      <a:pt x="23" y="3"/>
                    </a:moveTo>
                    <a:cubicBezTo>
                      <a:pt x="19" y="4"/>
                      <a:pt x="14" y="4"/>
                      <a:pt x="11" y="6"/>
                    </a:cubicBezTo>
                    <a:cubicBezTo>
                      <a:pt x="7" y="8"/>
                      <a:pt x="4" y="10"/>
                      <a:pt x="2" y="15"/>
                    </a:cubicBezTo>
                    <a:cubicBezTo>
                      <a:pt x="1" y="18"/>
                      <a:pt x="0" y="23"/>
                      <a:pt x="1" y="27"/>
                    </a:cubicBezTo>
                    <a:cubicBezTo>
                      <a:pt x="1" y="30"/>
                      <a:pt x="3" y="32"/>
                      <a:pt x="3" y="35"/>
                    </a:cubicBezTo>
                    <a:cubicBezTo>
                      <a:pt x="4" y="38"/>
                      <a:pt x="3" y="41"/>
                      <a:pt x="5" y="43"/>
                    </a:cubicBezTo>
                    <a:cubicBezTo>
                      <a:pt x="7" y="46"/>
                      <a:pt x="10" y="46"/>
                      <a:pt x="13" y="47"/>
                    </a:cubicBezTo>
                    <a:cubicBezTo>
                      <a:pt x="18" y="49"/>
                      <a:pt x="20" y="50"/>
                      <a:pt x="26" y="48"/>
                    </a:cubicBezTo>
                    <a:cubicBezTo>
                      <a:pt x="29" y="47"/>
                      <a:pt x="32" y="47"/>
                      <a:pt x="35" y="47"/>
                    </a:cubicBezTo>
                    <a:cubicBezTo>
                      <a:pt x="40" y="46"/>
                      <a:pt x="42" y="45"/>
                      <a:pt x="46" y="42"/>
                    </a:cubicBezTo>
                    <a:cubicBezTo>
                      <a:pt x="51" y="38"/>
                      <a:pt x="58" y="27"/>
                      <a:pt x="54" y="21"/>
                    </a:cubicBezTo>
                    <a:cubicBezTo>
                      <a:pt x="52" y="19"/>
                      <a:pt x="49" y="18"/>
                      <a:pt x="47" y="15"/>
                    </a:cubicBezTo>
                    <a:cubicBezTo>
                      <a:pt x="45" y="12"/>
                      <a:pt x="45" y="8"/>
                      <a:pt x="43" y="5"/>
                    </a:cubicBezTo>
                    <a:cubicBezTo>
                      <a:pt x="40" y="0"/>
                      <a:pt x="34" y="1"/>
                      <a:pt x="29" y="1"/>
                    </a:cubicBezTo>
                    <a:cubicBezTo>
                      <a:pt x="27" y="2"/>
                      <a:pt x="24" y="2"/>
                      <a:pt x="23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9" name="Freeform 2777">
                <a:extLst>
                  <a:ext uri="{FF2B5EF4-FFF2-40B4-BE49-F238E27FC236}">
                    <a16:creationId xmlns:a16="http://schemas.microsoft.com/office/drawing/2014/main" id="{9C88FD48-F22F-4D31-A8DE-B567C75B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121"/>
                <a:ext cx="115" cy="130"/>
              </a:xfrm>
              <a:custGeom>
                <a:avLst/>
                <a:gdLst>
                  <a:gd name="T0" fmla="*/ 658 w 46"/>
                  <a:gd name="T1" fmla="*/ 90 h 49"/>
                  <a:gd name="T2" fmla="*/ 438 w 46"/>
                  <a:gd name="T3" fmla="*/ 56 h 49"/>
                  <a:gd name="T4" fmla="*/ 408 w 46"/>
                  <a:gd name="T5" fmla="*/ 34 h 49"/>
                  <a:gd name="T6" fmla="*/ 20 w 46"/>
                  <a:gd name="T7" fmla="*/ 170 h 49"/>
                  <a:gd name="T8" fmla="*/ 0 w 46"/>
                  <a:gd name="T9" fmla="*/ 430 h 49"/>
                  <a:gd name="T10" fmla="*/ 50 w 46"/>
                  <a:gd name="T11" fmla="*/ 464 h 49"/>
                  <a:gd name="T12" fmla="*/ 33 w 46"/>
                  <a:gd name="T13" fmla="*/ 690 h 49"/>
                  <a:gd name="T14" fmla="*/ 175 w 46"/>
                  <a:gd name="T15" fmla="*/ 881 h 49"/>
                  <a:gd name="T16" fmla="*/ 438 w 46"/>
                  <a:gd name="T17" fmla="*/ 822 h 49"/>
                  <a:gd name="T18" fmla="*/ 550 w 46"/>
                  <a:gd name="T19" fmla="*/ 634 h 49"/>
                  <a:gd name="T20" fmla="*/ 645 w 46"/>
                  <a:gd name="T21" fmla="*/ 374 h 49"/>
                  <a:gd name="T22" fmla="*/ 658 w 46"/>
                  <a:gd name="T23" fmla="*/ 90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49">
                    <a:moveTo>
                      <a:pt x="42" y="5"/>
                    </a:moveTo>
                    <a:cubicBezTo>
                      <a:pt x="38" y="1"/>
                      <a:pt x="32" y="1"/>
                      <a:pt x="28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8" y="2"/>
                      <a:pt x="4" y="0"/>
                      <a:pt x="1" y="9"/>
                    </a:cubicBezTo>
                    <a:cubicBezTo>
                      <a:pt x="0" y="13"/>
                      <a:pt x="0" y="18"/>
                      <a:pt x="0" y="23"/>
                    </a:cubicBezTo>
                    <a:cubicBezTo>
                      <a:pt x="1" y="23"/>
                      <a:pt x="2" y="24"/>
                      <a:pt x="3" y="25"/>
                    </a:cubicBezTo>
                    <a:cubicBezTo>
                      <a:pt x="5" y="28"/>
                      <a:pt x="4" y="33"/>
                      <a:pt x="2" y="37"/>
                    </a:cubicBezTo>
                    <a:cubicBezTo>
                      <a:pt x="4" y="42"/>
                      <a:pt x="5" y="45"/>
                      <a:pt x="11" y="47"/>
                    </a:cubicBezTo>
                    <a:cubicBezTo>
                      <a:pt x="17" y="49"/>
                      <a:pt x="23" y="48"/>
                      <a:pt x="28" y="44"/>
                    </a:cubicBezTo>
                    <a:cubicBezTo>
                      <a:pt x="31" y="41"/>
                      <a:pt x="32" y="37"/>
                      <a:pt x="35" y="34"/>
                    </a:cubicBezTo>
                    <a:cubicBezTo>
                      <a:pt x="39" y="30"/>
                      <a:pt x="43" y="25"/>
                      <a:pt x="41" y="20"/>
                    </a:cubicBezTo>
                    <a:cubicBezTo>
                      <a:pt x="46" y="18"/>
                      <a:pt x="45" y="8"/>
                      <a:pt x="42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0" name="Freeform 2778">
                <a:extLst>
                  <a:ext uri="{FF2B5EF4-FFF2-40B4-BE49-F238E27FC236}">
                    <a16:creationId xmlns:a16="http://schemas.microsoft.com/office/drawing/2014/main" id="{79CBDECC-86D1-4C3E-9E85-B076F6547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195"/>
                <a:ext cx="73" cy="24"/>
              </a:xfrm>
              <a:custGeom>
                <a:avLst/>
                <a:gdLst>
                  <a:gd name="T0" fmla="*/ 0 w 29"/>
                  <a:gd name="T1" fmla="*/ 0 h 9"/>
                  <a:gd name="T2" fmla="*/ 463 w 2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9">
                    <a:moveTo>
                      <a:pt x="0" y="0"/>
                    </a:moveTo>
                    <a:cubicBezTo>
                      <a:pt x="7" y="6"/>
                      <a:pt x="23" y="9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1" name="Freeform 2779">
                <a:extLst>
                  <a:ext uri="{FF2B5EF4-FFF2-40B4-BE49-F238E27FC236}">
                    <a16:creationId xmlns:a16="http://schemas.microsoft.com/office/drawing/2014/main" id="{41B4549D-FF74-430D-B3CD-5E950C88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177"/>
                <a:ext cx="85" cy="50"/>
              </a:xfrm>
              <a:custGeom>
                <a:avLst/>
                <a:gdLst>
                  <a:gd name="T0" fmla="*/ 0 w 34"/>
                  <a:gd name="T1" fmla="*/ 234 h 19"/>
                  <a:gd name="T2" fmla="*/ 283 w 34"/>
                  <a:gd name="T3" fmla="*/ 311 h 19"/>
                  <a:gd name="T4" fmla="*/ 533 w 3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9">
                    <a:moveTo>
                      <a:pt x="0" y="13"/>
                    </a:moveTo>
                    <a:cubicBezTo>
                      <a:pt x="3" y="19"/>
                      <a:pt x="14" y="19"/>
                      <a:pt x="18" y="17"/>
                    </a:cubicBezTo>
                    <a:cubicBezTo>
                      <a:pt x="25" y="14"/>
                      <a:pt x="33" y="7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2" name="Freeform 2780">
                <a:extLst>
                  <a:ext uri="{FF2B5EF4-FFF2-40B4-BE49-F238E27FC236}">
                    <a16:creationId xmlns:a16="http://schemas.microsoft.com/office/drawing/2014/main" id="{ACCA4010-10E6-4570-BC36-5A016D6A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3081"/>
                <a:ext cx="70" cy="53"/>
              </a:xfrm>
              <a:custGeom>
                <a:avLst/>
                <a:gdLst>
                  <a:gd name="T0" fmla="*/ 0 w 28"/>
                  <a:gd name="T1" fmla="*/ 225 h 20"/>
                  <a:gd name="T2" fmla="*/ 425 w 2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12"/>
                    </a:moveTo>
                    <a:cubicBezTo>
                      <a:pt x="7" y="20"/>
                      <a:pt x="28" y="9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3" name="Freeform 2781">
                <a:extLst>
                  <a:ext uri="{FF2B5EF4-FFF2-40B4-BE49-F238E27FC236}">
                    <a16:creationId xmlns:a16="http://schemas.microsoft.com/office/drawing/2014/main" id="{686D52FA-8E09-4C0E-894B-327636CD8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57"/>
                <a:ext cx="167" cy="152"/>
              </a:xfrm>
              <a:custGeom>
                <a:avLst/>
                <a:gdLst>
                  <a:gd name="T0" fmla="*/ 0 w 67"/>
                  <a:gd name="T1" fmla="*/ 512 h 57"/>
                  <a:gd name="T2" fmla="*/ 30 w 67"/>
                  <a:gd name="T3" fmla="*/ 376 h 57"/>
                  <a:gd name="T4" fmla="*/ 105 w 67"/>
                  <a:gd name="T5" fmla="*/ 264 h 57"/>
                  <a:gd name="T6" fmla="*/ 262 w 67"/>
                  <a:gd name="T7" fmla="*/ 136 h 57"/>
                  <a:gd name="T8" fmla="*/ 508 w 67"/>
                  <a:gd name="T9" fmla="*/ 21 h 57"/>
                  <a:gd name="T10" fmla="*/ 728 w 67"/>
                  <a:gd name="T11" fmla="*/ 136 h 57"/>
                  <a:gd name="T12" fmla="*/ 1007 w 67"/>
                  <a:gd name="T13" fmla="*/ 491 h 57"/>
                  <a:gd name="T14" fmla="*/ 778 w 67"/>
                  <a:gd name="T15" fmla="*/ 875 h 57"/>
                  <a:gd name="T16" fmla="*/ 434 w 67"/>
                  <a:gd name="T17" fmla="*/ 1045 h 57"/>
                  <a:gd name="T18" fmla="*/ 262 w 67"/>
                  <a:gd name="T19" fmla="*/ 819 h 57"/>
                  <a:gd name="T20" fmla="*/ 137 w 67"/>
                  <a:gd name="T21" fmla="*/ 648 h 57"/>
                  <a:gd name="T22" fmla="*/ 12 w 67"/>
                  <a:gd name="T23" fmla="*/ 533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57">
                    <a:moveTo>
                      <a:pt x="0" y="27"/>
                    </a:moveTo>
                    <a:cubicBezTo>
                      <a:pt x="1" y="25"/>
                      <a:pt x="1" y="22"/>
                      <a:pt x="2" y="20"/>
                    </a:cubicBezTo>
                    <a:cubicBezTo>
                      <a:pt x="3" y="17"/>
                      <a:pt x="5" y="15"/>
                      <a:pt x="7" y="14"/>
                    </a:cubicBezTo>
                    <a:cubicBezTo>
                      <a:pt x="10" y="11"/>
                      <a:pt x="13" y="9"/>
                      <a:pt x="17" y="7"/>
                    </a:cubicBezTo>
                    <a:cubicBezTo>
                      <a:pt x="22" y="5"/>
                      <a:pt x="27" y="1"/>
                      <a:pt x="33" y="1"/>
                    </a:cubicBezTo>
                    <a:cubicBezTo>
                      <a:pt x="39" y="0"/>
                      <a:pt x="43" y="3"/>
                      <a:pt x="47" y="7"/>
                    </a:cubicBezTo>
                    <a:cubicBezTo>
                      <a:pt x="53" y="14"/>
                      <a:pt x="63" y="16"/>
                      <a:pt x="65" y="26"/>
                    </a:cubicBezTo>
                    <a:cubicBezTo>
                      <a:pt x="67" y="36"/>
                      <a:pt x="58" y="43"/>
                      <a:pt x="50" y="46"/>
                    </a:cubicBezTo>
                    <a:cubicBezTo>
                      <a:pt x="42" y="49"/>
                      <a:pt x="38" y="57"/>
                      <a:pt x="28" y="55"/>
                    </a:cubicBezTo>
                    <a:cubicBezTo>
                      <a:pt x="22" y="54"/>
                      <a:pt x="19" y="49"/>
                      <a:pt x="17" y="43"/>
                    </a:cubicBezTo>
                    <a:cubicBezTo>
                      <a:pt x="15" y="38"/>
                      <a:pt x="13" y="37"/>
                      <a:pt x="9" y="34"/>
                    </a:cubicBezTo>
                    <a:cubicBezTo>
                      <a:pt x="7" y="32"/>
                      <a:pt x="2" y="30"/>
                      <a:pt x="1" y="2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4" name="Freeform 2782">
                <a:extLst>
                  <a:ext uri="{FF2B5EF4-FFF2-40B4-BE49-F238E27FC236}">
                    <a16:creationId xmlns:a16="http://schemas.microsoft.com/office/drawing/2014/main" id="{BAEFE1E8-7785-4494-90E3-C31F07A4C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323"/>
                <a:ext cx="145" cy="150"/>
              </a:xfrm>
              <a:custGeom>
                <a:avLst/>
                <a:gdLst>
                  <a:gd name="T0" fmla="*/ 583 w 58"/>
                  <a:gd name="T1" fmla="*/ 94 h 56"/>
                  <a:gd name="T2" fmla="*/ 188 w 58"/>
                  <a:gd name="T3" fmla="*/ 209 h 56"/>
                  <a:gd name="T4" fmla="*/ 20 w 58"/>
                  <a:gd name="T5" fmla="*/ 538 h 56"/>
                  <a:gd name="T6" fmla="*/ 208 w 58"/>
                  <a:gd name="T7" fmla="*/ 1039 h 56"/>
                  <a:gd name="T8" fmla="*/ 395 w 58"/>
                  <a:gd name="T9" fmla="*/ 1039 h 56"/>
                  <a:gd name="T10" fmla="*/ 533 w 58"/>
                  <a:gd name="T11" fmla="*/ 1055 h 56"/>
                  <a:gd name="T12" fmla="*/ 833 w 58"/>
                  <a:gd name="T13" fmla="*/ 825 h 56"/>
                  <a:gd name="T14" fmla="*/ 845 w 58"/>
                  <a:gd name="T15" fmla="*/ 423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56">
                    <a:moveTo>
                      <a:pt x="37" y="5"/>
                    </a:moveTo>
                    <a:cubicBezTo>
                      <a:pt x="31" y="0"/>
                      <a:pt x="17" y="6"/>
                      <a:pt x="12" y="11"/>
                    </a:cubicBezTo>
                    <a:cubicBezTo>
                      <a:pt x="7" y="15"/>
                      <a:pt x="1" y="22"/>
                      <a:pt x="1" y="28"/>
                    </a:cubicBezTo>
                    <a:cubicBezTo>
                      <a:pt x="0" y="35"/>
                      <a:pt x="6" y="51"/>
                      <a:pt x="13" y="54"/>
                    </a:cubicBezTo>
                    <a:cubicBezTo>
                      <a:pt x="16" y="56"/>
                      <a:pt x="21" y="54"/>
                      <a:pt x="25" y="54"/>
                    </a:cubicBezTo>
                    <a:cubicBezTo>
                      <a:pt x="28" y="54"/>
                      <a:pt x="31" y="55"/>
                      <a:pt x="34" y="55"/>
                    </a:cubicBezTo>
                    <a:cubicBezTo>
                      <a:pt x="42" y="54"/>
                      <a:pt x="50" y="49"/>
                      <a:pt x="53" y="43"/>
                    </a:cubicBezTo>
                    <a:cubicBezTo>
                      <a:pt x="56" y="38"/>
                      <a:pt x="58" y="27"/>
                      <a:pt x="54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5" name="Freeform 2783">
                <a:extLst>
                  <a:ext uri="{FF2B5EF4-FFF2-40B4-BE49-F238E27FC236}">
                    <a16:creationId xmlns:a16="http://schemas.microsoft.com/office/drawing/2014/main" id="{9AA644BB-4CA3-4245-A881-AFC454165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819"/>
                <a:ext cx="28" cy="104"/>
              </a:xfrm>
              <a:custGeom>
                <a:avLst/>
                <a:gdLst>
                  <a:gd name="T0" fmla="*/ 33 w 11"/>
                  <a:gd name="T1" fmla="*/ 0 h 39"/>
                  <a:gd name="T2" fmla="*/ 163 w 11"/>
                  <a:gd name="T3" fmla="*/ 320 h 39"/>
                  <a:gd name="T4" fmla="*/ 20 w 11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2" y="0"/>
                    </a:moveTo>
                    <a:cubicBezTo>
                      <a:pt x="0" y="7"/>
                      <a:pt x="10" y="10"/>
                      <a:pt x="10" y="17"/>
                    </a:cubicBezTo>
                    <a:cubicBezTo>
                      <a:pt x="11" y="26"/>
                      <a:pt x="8" y="34"/>
                      <a:pt x="1" y="3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6" name="Freeform 2784">
                <a:extLst>
                  <a:ext uri="{FF2B5EF4-FFF2-40B4-BE49-F238E27FC236}">
                    <a16:creationId xmlns:a16="http://schemas.microsoft.com/office/drawing/2014/main" id="{47AC2267-BCCD-4CA4-88E7-CD645C5ED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014"/>
                <a:ext cx="148" cy="147"/>
              </a:xfrm>
              <a:custGeom>
                <a:avLst/>
                <a:gdLst>
                  <a:gd name="T0" fmla="*/ 901 w 59"/>
                  <a:gd name="T1" fmla="*/ 422 h 55"/>
                  <a:gd name="T2" fmla="*/ 710 w 59"/>
                  <a:gd name="T3" fmla="*/ 136 h 55"/>
                  <a:gd name="T4" fmla="*/ 459 w 59"/>
                  <a:gd name="T5" fmla="*/ 21 h 55"/>
                  <a:gd name="T6" fmla="*/ 364 w 59"/>
                  <a:gd name="T7" fmla="*/ 21 h 55"/>
                  <a:gd name="T8" fmla="*/ 271 w 59"/>
                  <a:gd name="T9" fmla="*/ 56 h 55"/>
                  <a:gd name="T10" fmla="*/ 238 w 59"/>
                  <a:gd name="T11" fmla="*/ 78 h 55"/>
                  <a:gd name="T12" fmla="*/ 83 w 59"/>
                  <a:gd name="T13" fmla="*/ 208 h 55"/>
                  <a:gd name="T14" fmla="*/ 20 w 59"/>
                  <a:gd name="T15" fmla="*/ 208 h 55"/>
                  <a:gd name="T16" fmla="*/ 0 w 59"/>
                  <a:gd name="T17" fmla="*/ 380 h 55"/>
                  <a:gd name="T18" fmla="*/ 50 w 59"/>
                  <a:gd name="T19" fmla="*/ 687 h 55"/>
                  <a:gd name="T20" fmla="*/ 221 w 59"/>
                  <a:gd name="T21" fmla="*/ 935 h 55"/>
                  <a:gd name="T22" fmla="*/ 617 w 59"/>
                  <a:gd name="T23" fmla="*/ 994 h 55"/>
                  <a:gd name="T24" fmla="*/ 692 w 59"/>
                  <a:gd name="T25" fmla="*/ 842 h 55"/>
                  <a:gd name="T26" fmla="*/ 788 w 59"/>
                  <a:gd name="T27" fmla="*/ 743 h 55"/>
                  <a:gd name="T28" fmla="*/ 901 w 59"/>
                  <a:gd name="T29" fmla="*/ 422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55">
                    <a:moveTo>
                      <a:pt x="57" y="22"/>
                    </a:moveTo>
                    <a:cubicBezTo>
                      <a:pt x="55" y="15"/>
                      <a:pt x="51" y="12"/>
                      <a:pt x="45" y="7"/>
                    </a:cubicBezTo>
                    <a:cubicBezTo>
                      <a:pt x="39" y="3"/>
                      <a:pt x="36" y="1"/>
                      <a:pt x="29" y="1"/>
                    </a:cubicBezTo>
                    <a:cubicBezTo>
                      <a:pt x="27" y="1"/>
                      <a:pt x="25" y="0"/>
                      <a:pt x="23" y="1"/>
                    </a:cubicBezTo>
                    <a:cubicBezTo>
                      <a:pt x="21" y="1"/>
                      <a:pt x="19" y="3"/>
                      <a:pt x="17" y="3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2" y="7"/>
                      <a:pt x="10" y="10"/>
                      <a:pt x="5" y="11"/>
                    </a:cubicBezTo>
                    <a:cubicBezTo>
                      <a:pt x="4" y="11"/>
                      <a:pt x="2" y="11"/>
                      <a:pt x="1" y="11"/>
                    </a:cubicBezTo>
                    <a:cubicBezTo>
                      <a:pt x="0" y="14"/>
                      <a:pt x="1" y="18"/>
                      <a:pt x="0" y="20"/>
                    </a:cubicBezTo>
                    <a:cubicBezTo>
                      <a:pt x="0" y="26"/>
                      <a:pt x="0" y="30"/>
                      <a:pt x="3" y="36"/>
                    </a:cubicBezTo>
                    <a:cubicBezTo>
                      <a:pt x="6" y="41"/>
                      <a:pt x="8" y="47"/>
                      <a:pt x="14" y="49"/>
                    </a:cubicBezTo>
                    <a:cubicBezTo>
                      <a:pt x="22" y="52"/>
                      <a:pt x="31" y="55"/>
                      <a:pt x="39" y="52"/>
                    </a:cubicBezTo>
                    <a:cubicBezTo>
                      <a:pt x="44" y="50"/>
                      <a:pt x="43" y="48"/>
                      <a:pt x="44" y="44"/>
                    </a:cubicBezTo>
                    <a:cubicBezTo>
                      <a:pt x="45" y="41"/>
                      <a:pt x="47" y="41"/>
                      <a:pt x="50" y="39"/>
                    </a:cubicBezTo>
                    <a:cubicBezTo>
                      <a:pt x="56" y="36"/>
                      <a:pt x="59" y="29"/>
                      <a:pt x="57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7" name="Freeform 2785">
                <a:extLst>
                  <a:ext uri="{FF2B5EF4-FFF2-40B4-BE49-F238E27FC236}">
                    <a16:creationId xmlns:a16="http://schemas.microsoft.com/office/drawing/2014/main" id="{01DB8305-CC2A-4B68-970C-0416232A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955"/>
                <a:ext cx="70" cy="48"/>
              </a:xfrm>
              <a:custGeom>
                <a:avLst/>
                <a:gdLst>
                  <a:gd name="T0" fmla="*/ 50 w 28"/>
                  <a:gd name="T1" fmla="*/ 0 h 18"/>
                  <a:gd name="T2" fmla="*/ 175 w 28"/>
                  <a:gd name="T3" fmla="*/ 205 h 18"/>
                  <a:gd name="T4" fmla="*/ 345 w 28"/>
                  <a:gd name="T5" fmla="*/ 285 h 18"/>
                  <a:gd name="T6" fmla="*/ 438 w 28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3" y="0"/>
                    </a:moveTo>
                    <a:cubicBezTo>
                      <a:pt x="0" y="6"/>
                      <a:pt x="4" y="10"/>
                      <a:pt x="11" y="11"/>
                    </a:cubicBezTo>
                    <a:cubicBezTo>
                      <a:pt x="16" y="12"/>
                      <a:pt x="18" y="12"/>
                      <a:pt x="22" y="15"/>
                    </a:cubicBezTo>
                    <a:cubicBezTo>
                      <a:pt x="24" y="16"/>
                      <a:pt x="26" y="18"/>
                      <a:pt x="28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8" name="Freeform 2786">
                <a:extLst>
                  <a:ext uri="{FF2B5EF4-FFF2-40B4-BE49-F238E27FC236}">
                    <a16:creationId xmlns:a16="http://schemas.microsoft.com/office/drawing/2014/main" id="{7A21F9F4-357B-414D-9F5A-DC34E80F7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926"/>
                <a:ext cx="130" cy="123"/>
              </a:xfrm>
              <a:custGeom>
                <a:avLst/>
                <a:gdLst>
                  <a:gd name="T0" fmla="*/ 313 w 52"/>
                  <a:gd name="T1" fmla="*/ 21 h 46"/>
                  <a:gd name="T2" fmla="*/ 145 w 52"/>
                  <a:gd name="T3" fmla="*/ 94 h 46"/>
                  <a:gd name="T4" fmla="*/ 33 w 52"/>
                  <a:gd name="T5" fmla="*/ 364 h 46"/>
                  <a:gd name="T6" fmla="*/ 125 w 52"/>
                  <a:gd name="T7" fmla="*/ 765 h 46"/>
                  <a:gd name="T8" fmla="*/ 470 w 52"/>
                  <a:gd name="T9" fmla="*/ 845 h 46"/>
                  <a:gd name="T10" fmla="*/ 688 w 52"/>
                  <a:gd name="T11" fmla="*/ 743 h 46"/>
                  <a:gd name="T12" fmla="*/ 800 w 52"/>
                  <a:gd name="T13" fmla="*/ 321 h 46"/>
                  <a:gd name="T14" fmla="*/ 770 w 52"/>
                  <a:gd name="T15" fmla="*/ 21 h 46"/>
                  <a:gd name="T16" fmla="*/ 595 w 52"/>
                  <a:gd name="T17" fmla="*/ 21 h 46"/>
                  <a:gd name="T18" fmla="*/ 313 w 52"/>
                  <a:gd name="T19" fmla="*/ 21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46">
                    <a:moveTo>
                      <a:pt x="20" y="1"/>
                    </a:moveTo>
                    <a:cubicBezTo>
                      <a:pt x="16" y="2"/>
                      <a:pt x="12" y="2"/>
                      <a:pt x="9" y="5"/>
                    </a:cubicBezTo>
                    <a:cubicBezTo>
                      <a:pt x="5" y="9"/>
                      <a:pt x="3" y="14"/>
                      <a:pt x="2" y="19"/>
                    </a:cubicBezTo>
                    <a:cubicBezTo>
                      <a:pt x="0" y="26"/>
                      <a:pt x="1" y="36"/>
                      <a:pt x="8" y="40"/>
                    </a:cubicBezTo>
                    <a:cubicBezTo>
                      <a:pt x="14" y="44"/>
                      <a:pt x="23" y="43"/>
                      <a:pt x="30" y="44"/>
                    </a:cubicBezTo>
                    <a:cubicBezTo>
                      <a:pt x="37" y="45"/>
                      <a:pt x="40" y="46"/>
                      <a:pt x="44" y="39"/>
                    </a:cubicBezTo>
                    <a:cubicBezTo>
                      <a:pt x="48" y="32"/>
                      <a:pt x="50" y="24"/>
                      <a:pt x="51" y="17"/>
                    </a:cubicBezTo>
                    <a:cubicBezTo>
                      <a:pt x="52" y="13"/>
                      <a:pt x="52" y="4"/>
                      <a:pt x="49" y="1"/>
                    </a:cubicBezTo>
                    <a:cubicBezTo>
                      <a:pt x="46" y="0"/>
                      <a:pt x="41" y="2"/>
                      <a:pt x="38" y="1"/>
                    </a:cubicBezTo>
                    <a:cubicBezTo>
                      <a:pt x="32" y="1"/>
                      <a:pt x="27" y="0"/>
                      <a:pt x="2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9" name="Freeform 2787">
                <a:extLst>
                  <a:ext uri="{FF2B5EF4-FFF2-40B4-BE49-F238E27FC236}">
                    <a16:creationId xmlns:a16="http://schemas.microsoft.com/office/drawing/2014/main" id="{6103AC31-F7E1-4ED8-847F-EB4D1B1F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985"/>
                <a:ext cx="33" cy="50"/>
              </a:xfrm>
              <a:custGeom>
                <a:avLst/>
                <a:gdLst>
                  <a:gd name="T0" fmla="*/ 213 w 13"/>
                  <a:gd name="T1" fmla="*/ 0 h 19"/>
                  <a:gd name="T2" fmla="*/ 0 w 13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7" y="5"/>
                      <a:pt x="0" y="10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0" name="Freeform 2788">
                <a:extLst>
                  <a:ext uri="{FF2B5EF4-FFF2-40B4-BE49-F238E27FC236}">
                    <a16:creationId xmlns:a16="http://schemas.microsoft.com/office/drawing/2014/main" id="{294D2685-E9F6-4018-8676-BC318CE76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897"/>
                <a:ext cx="130" cy="138"/>
              </a:xfrm>
              <a:custGeom>
                <a:avLst/>
                <a:gdLst>
                  <a:gd name="T0" fmla="*/ 813 w 52"/>
                  <a:gd name="T1" fmla="*/ 520 h 52"/>
                  <a:gd name="T2" fmla="*/ 783 w 52"/>
                  <a:gd name="T3" fmla="*/ 295 h 52"/>
                  <a:gd name="T4" fmla="*/ 550 w 52"/>
                  <a:gd name="T5" fmla="*/ 93 h 52"/>
                  <a:gd name="T6" fmla="*/ 395 w 52"/>
                  <a:gd name="T7" fmla="*/ 56 h 52"/>
                  <a:gd name="T8" fmla="*/ 238 w 52"/>
                  <a:gd name="T9" fmla="*/ 0 h 52"/>
                  <a:gd name="T10" fmla="*/ 0 w 52"/>
                  <a:gd name="T11" fmla="*/ 226 h 52"/>
                  <a:gd name="T12" fmla="*/ 158 w 52"/>
                  <a:gd name="T13" fmla="*/ 226 h 52"/>
                  <a:gd name="T14" fmla="*/ 188 w 52"/>
                  <a:gd name="T15" fmla="*/ 520 h 52"/>
                  <a:gd name="T16" fmla="*/ 145 w 52"/>
                  <a:gd name="T17" fmla="*/ 783 h 52"/>
                  <a:gd name="T18" fmla="*/ 145 w 52"/>
                  <a:gd name="T19" fmla="*/ 804 h 52"/>
                  <a:gd name="T20" fmla="*/ 395 w 52"/>
                  <a:gd name="T21" fmla="*/ 950 h 52"/>
                  <a:gd name="T22" fmla="*/ 720 w 52"/>
                  <a:gd name="T23" fmla="*/ 839 h 52"/>
                  <a:gd name="T24" fmla="*/ 813 w 52"/>
                  <a:gd name="T25" fmla="*/ 600 h 52"/>
                  <a:gd name="T26" fmla="*/ 813 w 52"/>
                  <a:gd name="T27" fmla="*/ 52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52">
                    <a:moveTo>
                      <a:pt x="52" y="28"/>
                    </a:moveTo>
                    <a:cubicBezTo>
                      <a:pt x="50" y="25"/>
                      <a:pt x="51" y="21"/>
                      <a:pt x="50" y="16"/>
                    </a:cubicBezTo>
                    <a:cubicBezTo>
                      <a:pt x="48" y="10"/>
                      <a:pt x="41" y="6"/>
                      <a:pt x="35" y="5"/>
                    </a:cubicBezTo>
                    <a:cubicBezTo>
                      <a:pt x="31" y="4"/>
                      <a:pt x="28" y="4"/>
                      <a:pt x="25" y="3"/>
                    </a:cubicBezTo>
                    <a:cubicBezTo>
                      <a:pt x="22" y="2"/>
                      <a:pt x="18" y="0"/>
                      <a:pt x="15" y="0"/>
                    </a:cubicBezTo>
                    <a:cubicBezTo>
                      <a:pt x="9" y="0"/>
                      <a:pt x="1" y="5"/>
                      <a:pt x="0" y="12"/>
                    </a:cubicBezTo>
                    <a:cubicBezTo>
                      <a:pt x="3" y="12"/>
                      <a:pt x="7" y="11"/>
                      <a:pt x="10" y="12"/>
                    </a:cubicBezTo>
                    <a:cubicBezTo>
                      <a:pt x="13" y="15"/>
                      <a:pt x="13" y="24"/>
                      <a:pt x="12" y="28"/>
                    </a:cubicBezTo>
                    <a:cubicBezTo>
                      <a:pt x="11" y="32"/>
                      <a:pt x="10" y="37"/>
                      <a:pt x="9" y="42"/>
                    </a:cubicBezTo>
                    <a:cubicBezTo>
                      <a:pt x="9" y="42"/>
                      <a:pt x="9" y="42"/>
                      <a:pt x="9" y="43"/>
                    </a:cubicBezTo>
                    <a:cubicBezTo>
                      <a:pt x="12" y="48"/>
                      <a:pt x="19" y="52"/>
                      <a:pt x="25" y="51"/>
                    </a:cubicBezTo>
                    <a:cubicBezTo>
                      <a:pt x="31" y="51"/>
                      <a:pt x="41" y="49"/>
                      <a:pt x="46" y="45"/>
                    </a:cubicBezTo>
                    <a:cubicBezTo>
                      <a:pt x="50" y="42"/>
                      <a:pt x="49" y="36"/>
                      <a:pt x="52" y="32"/>
                    </a:cubicBezTo>
                    <a:cubicBezTo>
                      <a:pt x="52" y="31"/>
                      <a:pt x="52" y="29"/>
                      <a:pt x="5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1" name="Freeform 2789">
                <a:extLst>
                  <a:ext uri="{FF2B5EF4-FFF2-40B4-BE49-F238E27FC236}">
                    <a16:creationId xmlns:a16="http://schemas.microsoft.com/office/drawing/2014/main" id="{E023283C-1BA7-42FA-A4C1-9AAFE2B82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833"/>
                <a:ext cx="135" cy="136"/>
              </a:xfrm>
              <a:custGeom>
                <a:avLst/>
                <a:gdLst>
                  <a:gd name="T0" fmla="*/ 813 w 54"/>
                  <a:gd name="T1" fmla="*/ 341 h 51"/>
                  <a:gd name="T2" fmla="*/ 738 w 54"/>
                  <a:gd name="T3" fmla="*/ 77 h 51"/>
                  <a:gd name="T4" fmla="*/ 520 w 54"/>
                  <a:gd name="T5" fmla="*/ 35 h 51"/>
                  <a:gd name="T6" fmla="*/ 363 w 54"/>
                  <a:gd name="T7" fmla="*/ 93 h 51"/>
                  <a:gd name="T8" fmla="*/ 250 w 54"/>
                  <a:gd name="T9" fmla="*/ 93 h 51"/>
                  <a:gd name="T10" fmla="*/ 95 w 54"/>
                  <a:gd name="T11" fmla="*/ 192 h 51"/>
                  <a:gd name="T12" fmla="*/ 20 w 54"/>
                  <a:gd name="T13" fmla="*/ 512 h 51"/>
                  <a:gd name="T14" fmla="*/ 125 w 54"/>
                  <a:gd name="T15" fmla="*/ 547 h 51"/>
                  <a:gd name="T16" fmla="*/ 363 w 54"/>
                  <a:gd name="T17" fmla="*/ 760 h 51"/>
                  <a:gd name="T18" fmla="*/ 363 w 54"/>
                  <a:gd name="T19" fmla="*/ 888 h 51"/>
                  <a:gd name="T20" fmla="*/ 533 w 54"/>
                  <a:gd name="T21" fmla="*/ 968 h 51"/>
                  <a:gd name="T22" fmla="*/ 738 w 54"/>
                  <a:gd name="T23" fmla="*/ 717 h 51"/>
                  <a:gd name="T24" fmla="*/ 813 w 54"/>
                  <a:gd name="T25" fmla="*/ 341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51">
                    <a:moveTo>
                      <a:pt x="52" y="18"/>
                    </a:moveTo>
                    <a:cubicBezTo>
                      <a:pt x="52" y="14"/>
                      <a:pt x="51" y="7"/>
                      <a:pt x="47" y="4"/>
                    </a:cubicBezTo>
                    <a:cubicBezTo>
                      <a:pt x="42" y="0"/>
                      <a:pt x="38" y="1"/>
                      <a:pt x="33" y="2"/>
                    </a:cubicBezTo>
                    <a:cubicBezTo>
                      <a:pt x="33" y="2"/>
                      <a:pt x="27" y="3"/>
                      <a:pt x="23" y="5"/>
                    </a:cubicBezTo>
                    <a:cubicBezTo>
                      <a:pt x="21" y="6"/>
                      <a:pt x="19" y="5"/>
                      <a:pt x="16" y="5"/>
                    </a:cubicBezTo>
                    <a:cubicBezTo>
                      <a:pt x="12" y="5"/>
                      <a:pt x="8" y="7"/>
                      <a:pt x="6" y="10"/>
                    </a:cubicBezTo>
                    <a:cubicBezTo>
                      <a:pt x="2" y="14"/>
                      <a:pt x="0" y="21"/>
                      <a:pt x="1" y="27"/>
                    </a:cubicBezTo>
                    <a:cubicBezTo>
                      <a:pt x="3" y="28"/>
                      <a:pt x="5" y="28"/>
                      <a:pt x="8" y="29"/>
                    </a:cubicBezTo>
                    <a:cubicBezTo>
                      <a:pt x="14" y="30"/>
                      <a:pt x="21" y="34"/>
                      <a:pt x="23" y="40"/>
                    </a:cubicBezTo>
                    <a:cubicBezTo>
                      <a:pt x="23" y="43"/>
                      <a:pt x="23" y="45"/>
                      <a:pt x="23" y="47"/>
                    </a:cubicBezTo>
                    <a:cubicBezTo>
                      <a:pt x="26" y="50"/>
                      <a:pt x="29" y="51"/>
                      <a:pt x="34" y="51"/>
                    </a:cubicBezTo>
                    <a:cubicBezTo>
                      <a:pt x="41" y="50"/>
                      <a:pt x="44" y="43"/>
                      <a:pt x="47" y="38"/>
                    </a:cubicBezTo>
                    <a:cubicBezTo>
                      <a:pt x="50" y="31"/>
                      <a:pt x="54" y="26"/>
                      <a:pt x="52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2" name="Freeform 2790">
                <a:extLst>
                  <a:ext uri="{FF2B5EF4-FFF2-40B4-BE49-F238E27FC236}">
                    <a16:creationId xmlns:a16="http://schemas.microsoft.com/office/drawing/2014/main" id="{B288F49E-2A15-4DE4-B1DF-C61708473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939"/>
                <a:ext cx="135" cy="144"/>
              </a:xfrm>
              <a:custGeom>
                <a:avLst/>
                <a:gdLst>
                  <a:gd name="T0" fmla="*/ 783 w 54"/>
                  <a:gd name="T1" fmla="*/ 397 h 54"/>
                  <a:gd name="T2" fmla="*/ 613 w 54"/>
                  <a:gd name="T3" fmla="*/ 56 h 54"/>
                  <a:gd name="T4" fmla="*/ 408 w 54"/>
                  <a:gd name="T5" fmla="*/ 21 h 54"/>
                  <a:gd name="T6" fmla="*/ 238 w 54"/>
                  <a:gd name="T7" fmla="*/ 205 h 54"/>
                  <a:gd name="T8" fmla="*/ 175 w 54"/>
                  <a:gd name="T9" fmla="*/ 205 h 54"/>
                  <a:gd name="T10" fmla="*/ 20 w 54"/>
                  <a:gd name="T11" fmla="*/ 627 h 54"/>
                  <a:gd name="T12" fmla="*/ 208 w 54"/>
                  <a:gd name="T13" fmla="*/ 875 h 54"/>
                  <a:gd name="T14" fmla="*/ 458 w 54"/>
                  <a:gd name="T15" fmla="*/ 1024 h 54"/>
                  <a:gd name="T16" fmla="*/ 645 w 54"/>
                  <a:gd name="T17" fmla="*/ 909 h 54"/>
                  <a:gd name="T18" fmla="*/ 783 w 54"/>
                  <a:gd name="T19" fmla="*/ 39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54">
                    <a:moveTo>
                      <a:pt x="50" y="21"/>
                    </a:moveTo>
                    <a:cubicBezTo>
                      <a:pt x="48" y="15"/>
                      <a:pt x="46" y="7"/>
                      <a:pt x="39" y="3"/>
                    </a:cubicBezTo>
                    <a:cubicBezTo>
                      <a:pt x="37" y="1"/>
                      <a:pt x="31" y="0"/>
                      <a:pt x="26" y="1"/>
                    </a:cubicBezTo>
                    <a:cubicBezTo>
                      <a:pt x="24" y="6"/>
                      <a:pt x="21" y="10"/>
                      <a:pt x="15" y="11"/>
                    </a:cubicBezTo>
                    <a:cubicBezTo>
                      <a:pt x="14" y="11"/>
                      <a:pt x="12" y="11"/>
                      <a:pt x="11" y="11"/>
                    </a:cubicBezTo>
                    <a:cubicBezTo>
                      <a:pt x="6" y="17"/>
                      <a:pt x="0" y="25"/>
                      <a:pt x="1" y="33"/>
                    </a:cubicBezTo>
                    <a:cubicBezTo>
                      <a:pt x="2" y="40"/>
                      <a:pt x="8" y="43"/>
                      <a:pt x="13" y="46"/>
                    </a:cubicBezTo>
                    <a:cubicBezTo>
                      <a:pt x="19" y="48"/>
                      <a:pt x="22" y="53"/>
                      <a:pt x="29" y="54"/>
                    </a:cubicBezTo>
                    <a:cubicBezTo>
                      <a:pt x="34" y="54"/>
                      <a:pt x="37" y="51"/>
                      <a:pt x="41" y="48"/>
                    </a:cubicBezTo>
                    <a:cubicBezTo>
                      <a:pt x="47" y="42"/>
                      <a:pt x="54" y="30"/>
                      <a:pt x="50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3" name="Freeform 2791">
                <a:extLst>
                  <a:ext uri="{FF2B5EF4-FFF2-40B4-BE49-F238E27FC236}">
                    <a16:creationId xmlns:a16="http://schemas.microsoft.com/office/drawing/2014/main" id="{DD8F68A8-50B0-4D36-A040-AD42A9D76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859"/>
                <a:ext cx="133" cy="139"/>
              </a:xfrm>
              <a:custGeom>
                <a:avLst/>
                <a:gdLst>
                  <a:gd name="T0" fmla="*/ 806 w 53"/>
                  <a:gd name="T1" fmla="*/ 535 h 52"/>
                  <a:gd name="T2" fmla="*/ 775 w 53"/>
                  <a:gd name="T3" fmla="*/ 321 h 52"/>
                  <a:gd name="T4" fmla="*/ 713 w 53"/>
                  <a:gd name="T5" fmla="*/ 230 h 52"/>
                  <a:gd name="T6" fmla="*/ 597 w 53"/>
                  <a:gd name="T7" fmla="*/ 35 h 52"/>
                  <a:gd name="T8" fmla="*/ 334 w 53"/>
                  <a:gd name="T9" fmla="*/ 21 h 52"/>
                  <a:gd name="T10" fmla="*/ 50 w 53"/>
                  <a:gd name="T11" fmla="*/ 94 h 52"/>
                  <a:gd name="T12" fmla="*/ 50 w 53"/>
                  <a:gd name="T13" fmla="*/ 150 h 52"/>
                  <a:gd name="T14" fmla="*/ 0 w 53"/>
                  <a:gd name="T15" fmla="*/ 436 h 52"/>
                  <a:gd name="T16" fmla="*/ 50 w 53"/>
                  <a:gd name="T17" fmla="*/ 593 h 52"/>
                  <a:gd name="T18" fmla="*/ 146 w 53"/>
                  <a:gd name="T19" fmla="*/ 628 h 52"/>
                  <a:gd name="T20" fmla="*/ 301 w 53"/>
                  <a:gd name="T21" fmla="*/ 936 h 52"/>
                  <a:gd name="T22" fmla="*/ 472 w 53"/>
                  <a:gd name="T23" fmla="*/ 973 h 52"/>
                  <a:gd name="T24" fmla="*/ 755 w 53"/>
                  <a:gd name="T25" fmla="*/ 936 h 52"/>
                  <a:gd name="T26" fmla="*/ 806 w 53"/>
                  <a:gd name="T27" fmla="*/ 535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3" h="52">
                    <a:moveTo>
                      <a:pt x="51" y="28"/>
                    </a:moveTo>
                    <a:cubicBezTo>
                      <a:pt x="51" y="24"/>
                      <a:pt x="51" y="20"/>
                      <a:pt x="49" y="17"/>
                    </a:cubicBezTo>
                    <a:cubicBezTo>
                      <a:pt x="48" y="15"/>
                      <a:pt x="46" y="14"/>
                      <a:pt x="45" y="12"/>
                    </a:cubicBezTo>
                    <a:cubicBezTo>
                      <a:pt x="42" y="7"/>
                      <a:pt x="44" y="3"/>
                      <a:pt x="38" y="2"/>
                    </a:cubicBezTo>
                    <a:cubicBezTo>
                      <a:pt x="33" y="0"/>
                      <a:pt x="26" y="1"/>
                      <a:pt x="21" y="1"/>
                    </a:cubicBezTo>
                    <a:cubicBezTo>
                      <a:pt x="16" y="1"/>
                      <a:pt x="7" y="0"/>
                      <a:pt x="3" y="5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4" y="14"/>
                      <a:pt x="2" y="18"/>
                      <a:pt x="0" y="23"/>
                    </a:cubicBezTo>
                    <a:cubicBezTo>
                      <a:pt x="0" y="27"/>
                      <a:pt x="1" y="28"/>
                      <a:pt x="3" y="31"/>
                    </a:cubicBezTo>
                    <a:cubicBezTo>
                      <a:pt x="5" y="31"/>
                      <a:pt x="8" y="32"/>
                      <a:pt x="9" y="33"/>
                    </a:cubicBezTo>
                    <a:cubicBezTo>
                      <a:pt x="15" y="36"/>
                      <a:pt x="17" y="43"/>
                      <a:pt x="19" y="49"/>
                    </a:cubicBezTo>
                    <a:cubicBezTo>
                      <a:pt x="23" y="50"/>
                      <a:pt x="27" y="51"/>
                      <a:pt x="30" y="51"/>
                    </a:cubicBezTo>
                    <a:cubicBezTo>
                      <a:pt x="35" y="51"/>
                      <a:pt x="44" y="52"/>
                      <a:pt x="48" y="49"/>
                    </a:cubicBezTo>
                    <a:cubicBezTo>
                      <a:pt x="53" y="45"/>
                      <a:pt x="52" y="33"/>
                      <a:pt x="5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4" name="Freeform 2792">
                <a:extLst>
                  <a:ext uri="{FF2B5EF4-FFF2-40B4-BE49-F238E27FC236}">
                    <a16:creationId xmlns:a16="http://schemas.microsoft.com/office/drawing/2014/main" id="{3A2FBFE3-0F30-4431-9BB4-ED3CB359A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987"/>
                <a:ext cx="140" cy="147"/>
              </a:xfrm>
              <a:custGeom>
                <a:avLst/>
                <a:gdLst>
                  <a:gd name="T0" fmla="*/ 770 w 56"/>
                  <a:gd name="T1" fmla="*/ 94 h 55"/>
                  <a:gd name="T2" fmla="*/ 550 w 56"/>
                  <a:gd name="T3" fmla="*/ 21 h 55"/>
                  <a:gd name="T4" fmla="*/ 533 w 56"/>
                  <a:gd name="T5" fmla="*/ 21 h 55"/>
                  <a:gd name="T6" fmla="*/ 270 w 56"/>
                  <a:gd name="T7" fmla="*/ 56 h 55"/>
                  <a:gd name="T8" fmla="*/ 158 w 56"/>
                  <a:gd name="T9" fmla="*/ 171 h 55"/>
                  <a:gd name="T10" fmla="*/ 125 w 56"/>
                  <a:gd name="T11" fmla="*/ 208 h 55"/>
                  <a:gd name="T12" fmla="*/ 20 w 56"/>
                  <a:gd name="T13" fmla="*/ 513 h 55"/>
                  <a:gd name="T14" fmla="*/ 0 w 56"/>
                  <a:gd name="T15" fmla="*/ 572 h 55"/>
                  <a:gd name="T16" fmla="*/ 145 w 56"/>
                  <a:gd name="T17" fmla="*/ 879 h 55"/>
                  <a:gd name="T18" fmla="*/ 300 w 56"/>
                  <a:gd name="T19" fmla="*/ 994 h 55"/>
                  <a:gd name="T20" fmla="*/ 300 w 56"/>
                  <a:gd name="T21" fmla="*/ 994 h 55"/>
                  <a:gd name="T22" fmla="*/ 333 w 56"/>
                  <a:gd name="T23" fmla="*/ 1016 h 55"/>
                  <a:gd name="T24" fmla="*/ 550 w 56"/>
                  <a:gd name="T25" fmla="*/ 1050 h 55"/>
                  <a:gd name="T26" fmla="*/ 720 w 56"/>
                  <a:gd name="T27" fmla="*/ 799 h 55"/>
                  <a:gd name="T28" fmla="*/ 770 w 56"/>
                  <a:gd name="T29" fmla="*/ 363 h 55"/>
                  <a:gd name="T30" fmla="*/ 770 w 56"/>
                  <a:gd name="T31" fmla="*/ 94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" h="55">
                    <a:moveTo>
                      <a:pt x="49" y="5"/>
                    </a:moveTo>
                    <a:cubicBezTo>
                      <a:pt x="45" y="3"/>
                      <a:pt x="39" y="0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0" y="4"/>
                      <a:pt x="21" y="3"/>
                      <a:pt x="17" y="3"/>
                    </a:cubicBezTo>
                    <a:cubicBezTo>
                      <a:pt x="14" y="4"/>
                      <a:pt x="12" y="7"/>
                      <a:pt x="10" y="9"/>
                    </a:cubicBezTo>
                    <a:cubicBezTo>
                      <a:pt x="9" y="9"/>
                      <a:pt x="9" y="10"/>
                      <a:pt x="8" y="11"/>
                    </a:cubicBezTo>
                    <a:cubicBezTo>
                      <a:pt x="7" y="16"/>
                      <a:pt x="4" y="22"/>
                      <a:pt x="1" y="27"/>
                    </a:cubicBezTo>
                    <a:cubicBezTo>
                      <a:pt x="1" y="28"/>
                      <a:pt x="1" y="29"/>
                      <a:pt x="0" y="30"/>
                    </a:cubicBezTo>
                    <a:cubicBezTo>
                      <a:pt x="0" y="37"/>
                      <a:pt x="1" y="43"/>
                      <a:pt x="9" y="46"/>
                    </a:cubicBezTo>
                    <a:cubicBezTo>
                      <a:pt x="12" y="48"/>
                      <a:pt x="16" y="50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5" y="51"/>
                      <a:pt x="31" y="51"/>
                      <a:pt x="35" y="55"/>
                    </a:cubicBezTo>
                    <a:cubicBezTo>
                      <a:pt x="40" y="52"/>
                      <a:pt x="43" y="47"/>
                      <a:pt x="46" y="42"/>
                    </a:cubicBezTo>
                    <a:cubicBezTo>
                      <a:pt x="50" y="34"/>
                      <a:pt x="48" y="27"/>
                      <a:pt x="49" y="19"/>
                    </a:cubicBezTo>
                    <a:cubicBezTo>
                      <a:pt x="51" y="14"/>
                      <a:pt x="56" y="8"/>
                      <a:pt x="49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5" name="Freeform 2793">
                <a:extLst>
                  <a:ext uri="{FF2B5EF4-FFF2-40B4-BE49-F238E27FC236}">
                    <a16:creationId xmlns:a16="http://schemas.microsoft.com/office/drawing/2014/main" id="{6A423144-5DE6-4512-9065-C38B0D906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027"/>
                <a:ext cx="153" cy="126"/>
              </a:xfrm>
              <a:custGeom>
                <a:avLst/>
                <a:gdLst>
                  <a:gd name="T0" fmla="*/ 943 w 61"/>
                  <a:gd name="T1" fmla="*/ 367 h 47"/>
                  <a:gd name="T2" fmla="*/ 880 w 61"/>
                  <a:gd name="T3" fmla="*/ 273 h 47"/>
                  <a:gd name="T4" fmla="*/ 805 w 61"/>
                  <a:gd name="T5" fmla="*/ 150 h 47"/>
                  <a:gd name="T6" fmla="*/ 617 w 61"/>
                  <a:gd name="T7" fmla="*/ 0 h 47"/>
                  <a:gd name="T8" fmla="*/ 396 w 61"/>
                  <a:gd name="T9" fmla="*/ 35 h 47"/>
                  <a:gd name="T10" fmla="*/ 283 w 61"/>
                  <a:gd name="T11" fmla="*/ 21 h 47"/>
                  <a:gd name="T12" fmla="*/ 221 w 61"/>
                  <a:gd name="T13" fmla="*/ 56 h 47"/>
                  <a:gd name="T14" fmla="*/ 145 w 61"/>
                  <a:gd name="T15" fmla="*/ 598 h 47"/>
                  <a:gd name="T16" fmla="*/ 271 w 61"/>
                  <a:gd name="T17" fmla="*/ 697 h 47"/>
                  <a:gd name="T18" fmla="*/ 364 w 61"/>
                  <a:gd name="T19" fmla="*/ 812 h 47"/>
                  <a:gd name="T20" fmla="*/ 617 w 61"/>
                  <a:gd name="T21" fmla="*/ 869 h 47"/>
                  <a:gd name="T22" fmla="*/ 838 w 61"/>
                  <a:gd name="T23" fmla="*/ 697 h 47"/>
                  <a:gd name="T24" fmla="*/ 943 w 61"/>
                  <a:gd name="T25" fmla="*/ 367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47">
                    <a:moveTo>
                      <a:pt x="60" y="19"/>
                    </a:moveTo>
                    <a:cubicBezTo>
                      <a:pt x="59" y="17"/>
                      <a:pt x="57" y="16"/>
                      <a:pt x="56" y="14"/>
                    </a:cubicBezTo>
                    <a:cubicBezTo>
                      <a:pt x="54" y="12"/>
                      <a:pt x="54" y="10"/>
                      <a:pt x="51" y="8"/>
                    </a:cubicBezTo>
                    <a:cubicBezTo>
                      <a:pt x="49" y="6"/>
                      <a:pt x="43" y="2"/>
                      <a:pt x="39" y="0"/>
                    </a:cubicBezTo>
                    <a:cubicBezTo>
                      <a:pt x="34" y="2"/>
                      <a:pt x="29" y="2"/>
                      <a:pt x="25" y="2"/>
                    </a:cubicBezTo>
                    <a:cubicBezTo>
                      <a:pt x="23" y="3"/>
                      <a:pt x="20" y="2"/>
                      <a:pt x="18" y="1"/>
                    </a:cubicBezTo>
                    <a:cubicBezTo>
                      <a:pt x="16" y="2"/>
                      <a:pt x="15" y="2"/>
                      <a:pt x="14" y="3"/>
                    </a:cubicBezTo>
                    <a:cubicBezTo>
                      <a:pt x="5" y="10"/>
                      <a:pt x="0" y="23"/>
                      <a:pt x="9" y="31"/>
                    </a:cubicBezTo>
                    <a:cubicBezTo>
                      <a:pt x="12" y="34"/>
                      <a:pt x="15" y="34"/>
                      <a:pt x="17" y="36"/>
                    </a:cubicBezTo>
                    <a:cubicBezTo>
                      <a:pt x="19" y="38"/>
                      <a:pt x="20" y="40"/>
                      <a:pt x="23" y="42"/>
                    </a:cubicBezTo>
                    <a:cubicBezTo>
                      <a:pt x="29" y="45"/>
                      <a:pt x="33" y="47"/>
                      <a:pt x="39" y="45"/>
                    </a:cubicBezTo>
                    <a:cubicBezTo>
                      <a:pt x="44" y="43"/>
                      <a:pt x="50" y="41"/>
                      <a:pt x="53" y="36"/>
                    </a:cubicBezTo>
                    <a:cubicBezTo>
                      <a:pt x="55" y="33"/>
                      <a:pt x="61" y="22"/>
                      <a:pt x="6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6" name="Freeform 2794">
                <a:extLst>
                  <a:ext uri="{FF2B5EF4-FFF2-40B4-BE49-F238E27FC236}">
                    <a16:creationId xmlns:a16="http://schemas.microsoft.com/office/drawing/2014/main" id="{E80F1F66-03BD-4CE8-93B5-D577B9032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321"/>
                <a:ext cx="180" cy="170"/>
              </a:xfrm>
              <a:custGeom>
                <a:avLst/>
                <a:gdLst>
                  <a:gd name="T0" fmla="*/ 845 w 72"/>
                  <a:gd name="T1" fmla="*/ 35 h 64"/>
                  <a:gd name="T2" fmla="*/ 1095 w 72"/>
                  <a:gd name="T3" fmla="*/ 226 h 64"/>
                  <a:gd name="T4" fmla="*/ 1095 w 72"/>
                  <a:gd name="T5" fmla="*/ 545 h 64"/>
                  <a:gd name="T6" fmla="*/ 938 w 72"/>
                  <a:gd name="T7" fmla="*/ 954 h 64"/>
                  <a:gd name="T8" fmla="*/ 395 w 72"/>
                  <a:gd name="T9" fmla="*/ 1031 h 64"/>
                  <a:gd name="T10" fmla="*/ 125 w 72"/>
                  <a:gd name="T11" fmla="*/ 903 h 64"/>
                  <a:gd name="T12" fmla="*/ 20 w 72"/>
                  <a:gd name="T13" fmla="*/ 622 h 64"/>
                  <a:gd name="T14" fmla="*/ 333 w 72"/>
                  <a:gd name="T15" fmla="*/ 114 h 64"/>
                  <a:gd name="T16" fmla="*/ 533 w 72"/>
                  <a:gd name="T17" fmla="*/ 21 h 64"/>
                  <a:gd name="T18" fmla="*/ 738 w 72"/>
                  <a:gd name="T19" fmla="*/ 0 h 64"/>
                  <a:gd name="T20" fmla="*/ 845 w 72"/>
                  <a:gd name="T21" fmla="*/ 35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64">
                    <a:moveTo>
                      <a:pt x="54" y="2"/>
                    </a:moveTo>
                    <a:cubicBezTo>
                      <a:pt x="60" y="3"/>
                      <a:pt x="68" y="6"/>
                      <a:pt x="70" y="12"/>
                    </a:cubicBezTo>
                    <a:cubicBezTo>
                      <a:pt x="72" y="17"/>
                      <a:pt x="71" y="24"/>
                      <a:pt x="70" y="29"/>
                    </a:cubicBezTo>
                    <a:cubicBezTo>
                      <a:pt x="68" y="37"/>
                      <a:pt x="64" y="44"/>
                      <a:pt x="60" y="51"/>
                    </a:cubicBezTo>
                    <a:cubicBezTo>
                      <a:pt x="54" y="64"/>
                      <a:pt x="36" y="61"/>
                      <a:pt x="25" y="55"/>
                    </a:cubicBezTo>
                    <a:cubicBezTo>
                      <a:pt x="20" y="53"/>
                      <a:pt x="13" y="52"/>
                      <a:pt x="8" y="48"/>
                    </a:cubicBezTo>
                    <a:cubicBezTo>
                      <a:pt x="4" y="45"/>
                      <a:pt x="2" y="38"/>
                      <a:pt x="1" y="33"/>
                    </a:cubicBezTo>
                    <a:cubicBezTo>
                      <a:pt x="0" y="22"/>
                      <a:pt x="13" y="11"/>
                      <a:pt x="21" y="6"/>
                    </a:cubicBezTo>
                    <a:cubicBezTo>
                      <a:pt x="25" y="4"/>
                      <a:pt x="30" y="2"/>
                      <a:pt x="34" y="1"/>
                    </a:cubicBezTo>
                    <a:cubicBezTo>
                      <a:pt x="38" y="0"/>
                      <a:pt x="42" y="0"/>
                      <a:pt x="47" y="0"/>
                    </a:cubicBezTo>
                    <a:cubicBezTo>
                      <a:pt x="49" y="0"/>
                      <a:pt x="51" y="1"/>
                      <a:pt x="54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7" name="Freeform 2795">
                <a:extLst>
                  <a:ext uri="{FF2B5EF4-FFF2-40B4-BE49-F238E27FC236}">
                    <a16:creationId xmlns:a16="http://schemas.microsoft.com/office/drawing/2014/main" id="{B7EBF4B3-68D3-4FB5-9FD6-03B719E9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403"/>
                <a:ext cx="70" cy="62"/>
              </a:xfrm>
              <a:custGeom>
                <a:avLst/>
                <a:gdLst>
                  <a:gd name="T0" fmla="*/ 0 w 28"/>
                  <a:gd name="T1" fmla="*/ 334 h 23"/>
                  <a:gd name="T2" fmla="*/ 438 w 2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0" y="17"/>
                    </a:moveTo>
                    <a:cubicBezTo>
                      <a:pt x="14" y="23"/>
                      <a:pt x="22" y="11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8" name="Freeform 2796">
                <a:extLst>
                  <a:ext uri="{FF2B5EF4-FFF2-40B4-BE49-F238E27FC236}">
                    <a16:creationId xmlns:a16="http://schemas.microsoft.com/office/drawing/2014/main" id="{2F3189DC-762B-4199-A8E6-6C873E20B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334"/>
                <a:ext cx="137" cy="147"/>
              </a:xfrm>
              <a:custGeom>
                <a:avLst/>
                <a:gdLst>
                  <a:gd name="T0" fmla="*/ 433 w 55"/>
                  <a:gd name="T1" fmla="*/ 35 h 55"/>
                  <a:gd name="T2" fmla="*/ 291 w 55"/>
                  <a:gd name="T3" fmla="*/ 21 h 55"/>
                  <a:gd name="T4" fmla="*/ 187 w 55"/>
                  <a:gd name="T5" fmla="*/ 150 h 55"/>
                  <a:gd name="T6" fmla="*/ 137 w 55"/>
                  <a:gd name="T7" fmla="*/ 286 h 55"/>
                  <a:gd name="T8" fmla="*/ 30 w 55"/>
                  <a:gd name="T9" fmla="*/ 492 h 55"/>
                  <a:gd name="T10" fmla="*/ 30 w 55"/>
                  <a:gd name="T11" fmla="*/ 743 h 55"/>
                  <a:gd name="T12" fmla="*/ 249 w 55"/>
                  <a:gd name="T13" fmla="*/ 935 h 55"/>
                  <a:gd name="T14" fmla="*/ 416 w 55"/>
                  <a:gd name="T15" fmla="*/ 1050 h 55"/>
                  <a:gd name="T16" fmla="*/ 603 w 55"/>
                  <a:gd name="T17" fmla="*/ 970 h 55"/>
                  <a:gd name="T18" fmla="*/ 807 w 55"/>
                  <a:gd name="T19" fmla="*/ 671 h 55"/>
                  <a:gd name="T20" fmla="*/ 820 w 55"/>
                  <a:gd name="T21" fmla="*/ 321 h 55"/>
                  <a:gd name="T22" fmla="*/ 745 w 55"/>
                  <a:gd name="T23" fmla="*/ 171 h 55"/>
                  <a:gd name="T24" fmla="*/ 570 w 55"/>
                  <a:gd name="T25" fmla="*/ 115 h 55"/>
                  <a:gd name="T26" fmla="*/ 433 w 55"/>
                  <a:gd name="T27" fmla="*/ 35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5">
                    <a:moveTo>
                      <a:pt x="28" y="2"/>
                    </a:moveTo>
                    <a:cubicBezTo>
                      <a:pt x="25" y="2"/>
                      <a:pt x="22" y="0"/>
                      <a:pt x="19" y="1"/>
                    </a:cubicBezTo>
                    <a:cubicBezTo>
                      <a:pt x="16" y="2"/>
                      <a:pt x="13" y="6"/>
                      <a:pt x="12" y="8"/>
                    </a:cubicBezTo>
                    <a:cubicBezTo>
                      <a:pt x="10" y="10"/>
                      <a:pt x="10" y="13"/>
                      <a:pt x="9" y="15"/>
                    </a:cubicBezTo>
                    <a:cubicBezTo>
                      <a:pt x="7" y="19"/>
                      <a:pt x="4" y="22"/>
                      <a:pt x="2" y="26"/>
                    </a:cubicBezTo>
                    <a:cubicBezTo>
                      <a:pt x="1" y="30"/>
                      <a:pt x="0" y="35"/>
                      <a:pt x="2" y="39"/>
                    </a:cubicBezTo>
                    <a:cubicBezTo>
                      <a:pt x="5" y="45"/>
                      <a:pt x="12" y="46"/>
                      <a:pt x="16" y="49"/>
                    </a:cubicBezTo>
                    <a:cubicBezTo>
                      <a:pt x="20" y="51"/>
                      <a:pt x="22" y="54"/>
                      <a:pt x="27" y="55"/>
                    </a:cubicBezTo>
                    <a:cubicBezTo>
                      <a:pt x="31" y="55"/>
                      <a:pt x="36" y="53"/>
                      <a:pt x="39" y="51"/>
                    </a:cubicBezTo>
                    <a:cubicBezTo>
                      <a:pt x="47" y="48"/>
                      <a:pt x="51" y="43"/>
                      <a:pt x="52" y="35"/>
                    </a:cubicBezTo>
                    <a:cubicBezTo>
                      <a:pt x="53" y="29"/>
                      <a:pt x="55" y="23"/>
                      <a:pt x="53" y="17"/>
                    </a:cubicBezTo>
                    <a:cubicBezTo>
                      <a:pt x="52" y="15"/>
                      <a:pt x="50" y="11"/>
                      <a:pt x="48" y="9"/>
                    </a:cubicBezTo>
                    <a:cubicBezTo>
                      <a:pt x="44" y="6"/>
                      <a:pt x="41" y="7"/>
                      <a:pt x="37" y="6"/>
                    </a:cubicBezTo>
                    <a:cubicBezTo>
                      <a:pt x="35" y="6"/>
                      <a:pt x="32" y="3"/>
                      <a:pt x="28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9" name="Freeform 2797">
                <a:extLst>
                  <a:ext uri="{FF2B5EF4-FFF2-40B4-BE49-F238E27FC236}">
                    <a16:creationId xmlns:a16="http://schemas.microsoft.com/office/drawing/2014/main" id="{8DDFD1E0-E203-408C-AED9-E84F560C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55"/>
                <a:ext cx="28" cy="48"/>
              </a:xfrm>
              <a:custGeom>
                <a:avLst/>
                <a:gdLst>
                  <a:gd name="T0" fmla="*/ 181 w 11"/>
                  <a:gd name="T1" fmla="*/ 0 h 18"/>
                  <a:gd name="T2" fmla="*/ 0 w 1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4" y="4"/>
                      <a:pt x="2" y="10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0" name="Freeform 2798">
                <a:extLst>
                  <a:ext uri="{FF2B5EF4-FFF2-40B4-BE49-F238E27FC236}">
                    <a16:creationId xmlns:a16="http://schemas.microsoft.com/office/drawing/2014/main" id="{F2879B2B-6A7B-4C4E-AF80-3A910ED36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321"/>
                <a:ext cx="170" cy="149"/>
              </a:xfrm>
              <a:custGeom>
                <a:avLst/>
                <a:gdLst>
                  <a:gd name="T0" fmla="*/ 833 w 68"/>
                  <a:gd name="T1" fmla="*/ 149 h 56"/>
                  <a:gd name="T2" fmla="*/ 988 w 68"/>
                  <a:gd name="T3" fmla="*/ 341 h 56"/>
                  <a:gd name="T4" fmla="*/ 1000 w 68"/>
                  <a:gd name="T5" fmla="*/ 750 h 56"/>
                  <a:gd name="T6" fmla="*/ 875 w 68"/>
                  <a:gd name="T7" fmla="*/ 865 h 56"/>
                  <a:gd name="T8" fmla="*/ 645 w 68"/>
                  <a:gd name="T9" fmla="*/ 998 h 56"/>
                  <a:gd name="T10" fmla="*/ 83 w 68"/>
                  <a:gd name="T11" fmla="*/ 849 h 56"/>
                  <a:gd name="T12" fmla="*/ 113 w 68"/>
                  <a:gd name="T13" fmla="*/ 303 h 56"/>
                  <a:gd name="T14" fmla="*/ 220 w 68"/>
                  <a:gd name="T15" fmla="*/ 170 h 56"/>
                  <a:gd name="T16" fmla="*/ 345 w 68"/>
                  <a:gd name="T17" fmla="*/ 35 h 56"/>
                  <a:gd name="T18" fmla="*/ 613 w 68"/>
                  <a:gd name="T19" fmla="*/ 35 h 56"/>
                  <a:gd name="T20" fmla="*/ 833 w 68"/>
                  <a:gd name="T21" fmla="*/ 149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56">
                    <a:moveTo>
                      <a:pt x="53" y="8"/>
                    </a:moveTo>
                    <a:cubicBezTo>
                      <a:pt x="57" y="11"/>
                      <a:pt x="61" y="13"/>
                      <a:pt x="63" y="18"/>
                    </a:cubicBezTo>
                    <a:cubicBezTo>
                      <a:pt x="66" y="24"/>
                      <a:pt x="68" y="34"/>
                      <a:pt x="64" y="40"/>
                    </a:cubicBezTo>
                    <a:cubicBezTo>
                      <a:pt x="62" y="43"/>
                      <a:pt x="59" y="45"/>
                      <a:pt x="56" y="46"/>
                    </a:cubicBezTo>
                    <a:cubicBezTo>
                      <a:pt x="51" y="48"/>
                      <a:pt x="46" y="51"/>
                      <a:pt x="41" y="53"/>
                    </a:cubicBezTo>
                    <a:cubicBezTo>
                      <a:pt x="32" y="56"/>
                      <a:pt x="10" y="55"/>
                      <a:pt x="5" y="45"/>
                    </a:cubicBezTo>
                    <a:cubicBezTo>
                      <a:pt x="2" y="37"/>
                      <a:pt x="0" y="22"/>
                      <a:pt x="7" y="16"/>
                    </a:cubicBezTo>
                    <a:cubicBezTo>
                      <a:pt x="10" y="14"/>
                      <a:pt x="12" y="12"/>
                      <a:pt x="14" y="9"/>
                    </a:cubicBezTo>
                    <a:cubicBezTo>
                      <a:pt x="17" y="6"/>
                      <a:pt x="19" y="4"/>
                      <a:pt x="22" y="2"/>
                    </a:cubicBezTo>
                    <a:cubicBezTo>
                      <a:pt x="27" y="0"/>
                      <a:pt x="34" y="1"/>
                      <a:pt x="39" y="2"/>
                    </a:cubicBezTo>
                    <a:cubicBezTo>
                      <a:pt x="43" y="4"/>
                      <a:pt x="49" y="5"/>
                      <a:pt x="5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1" name="Freeform 2799">
                <a:extLst>
                  <a:ext uri="{FF2B5EF4-FFF2-40B4-BE49-F238E27FC236}">
                    <a16:creationId xmlns:a16="http://schemas.microsoft.com/office/drawing/2014/main" id="{1F9DD4A0-F1F2-4CD8-8A1B-8B62D72D2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243"/>
                <a:ext cx="125" cy="142"/>
              </a:xfrm>
              <a:custGeom>
                <a:avLst/>
                <a:gdLst>
                  <a:gd name="T0" fmla="*/ 220 w 50"/>
                  <a:gd name="T1" fmla="*/ 1018 h 53"/>
                  <a:gd name="T2" fmla="*/ 270 w 50"/>
                  <a:gd name="T3" fmla="*/ 940 h 53"/>
                  <a:gd name="T4" fmla="*/ 313 w 50"/>
                  <a:gd name="T5" fmla="*/ 812 h 53"/>
                  <a:gd name="T6" fmla="*/ 425 w 50"/>
                  <a:gd name="T7" fmla="*/ 675 h 53"/>
                  <a:gd name="T8" fmla="*/ 563 w 50"/>
                  <a:gd name="T9" fmla="*/ 689 h 53"/>
                  <a:gd name="T10" fmla="*/ 708 w 50"/>
                  <a:gd name="T11" fmla="*/ 769 h 53"/>
                  <a:gd name="T12" fmla="*/ 770 w 50"/>
                  <a:gd name="T13" fmla="*/ 769 h 53"/>
                  <a:gd name="T14" fmla="*/ 738 w 50"/>
                  <a:gd name="T15" fmla="*/ 539 h 53"/>
                  <a:gd name="T16" fmla="*/ 645 w 50"/>
                  <a:gd name="T17" fmla="*/ 193 h 53"/>
                  <a:gd name="T18" fmla="*/ 458 w 50"/>
                  <a:gd name="T19" fmla="*/ 21 h 53"/>
                  <a:gd name="T20" fmla="*/ 158 w 50"/>
                  <a:gd name="T21" fmla="*/ 230 h 53"/>
                  <a:gd name="T22" fmla="*/ 20 w 50"/>
                  <a:gd name="T23" fmla="*/ 595 h 53"/>
                  <a:gd name="T24" fmla="*/ 145 w 50"/>
                  <a:gd name="T25" fmla="*/ 940 h 53"/>
                  <a:gd name="T26" fmla="*/ 220 w 50"/>
                  <a:gd name="T27" fmla="*/ 1018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53">
                    <a:moveTo>
                      <a:pt x="14" y="53"/>
                    </a:moveTo>
                    <a:cubicBezTo>
                      <a:pt x="15" y="52"/>
                      <a:pt x="16" y="50"/>
                      <a:pt x="17" y="49"/>
                    </a:cubicBezTo>
                    <a:cubicBezTo>
                      <a:pt x="18" y="47"/>
                      <a:pt x="18" y="44"/>
                      <a:pt x="20" y="42"/>
                    </a:cubicBezTo>
                    <a:cubicBezTo>
                      <a:pt x="21" y="40"/>
                      <a:pt x="24" y="36"/>
                      <a:pt x="27" y="35"/>
                    </a:cubicBezTo>
                    <a:cubicBezTo>
                      <a:pt x="30" y="34"/>
                      <a:pt x="33" y="36"/>
                      <a:pt x="36" y="36"/>
                    </a:cubicBezTo>
                    <a:cubicBezTo>
                      <a:pt x="40" y="37"/>
                      <a:pt x="43" y="40"/>
                      <a:pt x="45" y="40"/>
                    </a:cubicBezTo>
                    <a:cubicBezTo>
                      <a:pt x="46" y="40"/>
                      <a:pt x="48" y="40"/>
                      <a:pt x="49" y="40"/>
                    </a:cubicBezTo>
                    <a:cubicBezTo>
                      <a:pt x="50" y="36"/>
                      <a:pt x="48" y="33"/>
                      <a:pt x="47" y="28"/>
                    </a:cubicBezTo>
                    <a:cubicBezTo>
                      <a:pt x="44" y="23"/>
                      <a:pt x="45" y="16"/>
                      <a:pt x="41" y="10"/>
                    </a:cubicBezTo>
                    <a:cubicBezTo>
                      <a:pt x="39" y="5"/>
                      <a:pt x="35" y="1"/>
                      <a:pt x="29" y="1"/>
                    </a:cubicBezTo>
                    <a:cubicBezTo>
                      <a:pt x="22" y="0"/>
                      <a:pt x="12" y="3"/>
                      <a:pt x="10" y="12"/>
                    </a:cubicBezTo>
                    <a:cubicBezTo>
                      <a:pt x="8" y="17"/>
                      <a:pt x="0" y="19"/>
                      <a:pt x="1" y="31"/>
                    </a:cubicBezTo>
                    <a:cubicBezTo>
                      <a:pt x="1" y="38"/>
                      <a:pt x="4" y="45"/>
                      <a:pt x="9" y="49"/>
                    </a:cubicBezTo>
                    <a:cubicBezTo>
                      <a:pt x="11" y="51"/>
                      <a:pt x="13" y="52"/>
                      <a:pt x="14" y="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2" name="Freeform 2800">
                <a:extLst>
                  <a:ext uri="{FF2B5EF4-FFF2-40B4-BE49-F238E27FC236}">
                    <a16:creationId xmlns:a16="http://schemas.microsoft.com/office/drawing/2014/main" id="{C7378F12-F1D2-434F-8133-3BE0655B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230"/>
                <a:ext cx="160" cy="133"/>
              </a:xfrm>
              <a:custGeom>
                <a:avLst/>
                <a:gdLst>
                  <a:gd name="T0" fmla="*/ 583 w 64"/>
                  <a:gd name="T1" fmla="*/ 750 h 50"/>
                  <a:gd name="T2" fmla="*/ 783 w 64"/>
                  <a:gd name="T3" fmla="*/ 657 h 50"/>
                  <a:gd name="T4" fmla="*/ 800 w 64"/>
                  <a:gd name="T5" fmla="*/ 657 h 50"/>
                  <a:gd name="T6" fmla="*/ 988 w 64"/>
                  <a:gd name="T7" fmla="*/ 247 h 50"/>
                  <a:gd name="T8" fmla="*/ 708 w 64"/>
                  <a:gd name="T9" fmla="*/ 21 h 50"/>
                  <a:gd name="T10" fmla="*/ 438 w 64"/>
                  <a:gd name="T11" fmla="*/ 0 h 50"/>
                  <a:gd name="T12" fmla="*/ 313 w 64"/>
                  <a:gd name="T13" fmla="*/ 35 h 50"/>
                  <a:gd name="T14" fmla="*/ 95 w 64"/>
                  <a:gd name="T15" fmla="*/ 319 h 50"/>
                  <a:gd name="T16" fmla="*/ 0 w 64"/>
                  <a:gd name="T17" fmla="*/ 545 h 50"/>
                  <a:gd name="T18" fmla="*/ 33 w 64"/>
                  <a:gd name="T19" fmla="*/ 622 h 50"/>
                  <a:gd name="T20" fmla="*/ 63 w 64"/>
                  <a:gd name="T21" fmla="*/ 771 h 50"/>
                  <a:gd name="T22" fmla="*/ 395 w 64"/>
                  <a:gd name="T23" fmla="*/ 942 h 50"/>
                  <a:gd name="T24" fmla="*/ 583 w 64"/>
                  <a:gd name="T25" fmla="*/ 75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50">
                    <a:moveTo>
                      <a:pt x="37" y="40"/>
                    </a:moveTo>
                    <a:cubicBezTo>
                      <a:pt x="41" y="38"/>
                      <a:pt x="46" y="36"/>
                      <a:pt x="50" y="35"/>
                    </a:cubicBezTo>
                    <a:cubicBezTo>
                      <a:pt x="50" y="35"/>
                      <a:pt x="51" y="35"/>
                      <a:pt x="51" y="35"/>
                    </a:cubicBezTo>
                    <a:cubicBezTo>
                      <a:pt x="60" y="31"/>
                      <a:pt x="64" y="23"/>
                      <a:pt x="63" y="13"/>
                    </a:cubicBezTo>
                    <a:cubicBezTo>
                      <a:pt x="62" y="5"/>
                      <a:pt x="53" y="3"/>
                      <a:pt x="45" y="1"/>
                    </a:cubicBezTo>
                    <a:cubicBezTo>
                      <a:pt x="40" y="1"/>
                      <a:pt x="33" y="0"/>
                      <a:pt x="28" y="0"/>
                    </a:cubicBezTo>
                    <a:cubicBezTo>
                      <a:pt x="26" y="0"/>
                      <a:pt x="24" y="1"/>
                      <a:pt x="20" y="2"/>
                    </a:cubicBezTo>
                    <a:cubicBezTo>
                      <a:pt x="16" y="3"/>
                      <a:pt x="8" y="8"/>
                      <a:pt x="6" y="17"/>
                    </a:cubicBezTo>
                    <a:cubicBezTo>
                      <a:pt x="5" y="22"/>
                      <a:pt x="2" y="25"/>
                      <a:pt x="0" y="29"/>
                    </a:cubicBezTo>
                    <a:cubicBezTo>
                      <a:pt x="1" y="31"/>
                      <a:pt x="1" y="32"/>
                      <a:pt x="2" y="33"/>
                    </a:cubicBezTo>
                    <a:cubicBezTo>
                      <a:pt x="3" y="36"/>
                      <a:pt x="4" y="38"/>
                      <a:pt x="4" y="41"/>
                    </a:cubicBezTo>
                    <a:cubicBezTo>
                      <a:pt x="9" y="46"/>
                      <a:pt x="18" y="50"/>
                      <a:pt x="25" y="50"/>
                    </a:cubicBezTo>
                    <a:cubicBezTo>
                      <a:pt x="29" y="46"/>
                      <a:pt x="33" y="42"/>
                      <a:pt x="37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3" name="Freeform 2801">
                <a:extLst>
                  <a:ext uri="{FF2B5EF4-FFF2-40B4-BE49-F238E27FC236}">
                    <a16:creationId xmlns:a16="http://schemas.microsoft.com/office/drawing/2014/main" id="{7C872281-5ACD-443F-9CF6-3C17F1094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3289"/>
                <a:ext cx="25" cy="34"/>
              </a:xfrm>
              <a:custGeom>
                <a:avLst/>
                <a:gdLst>
                  <a:gd name="T0" fmla="*/ 0 w 10"/>
                  <a:gd name="T1" fmla="*/ 0 h 13"/>
                  <a:gd name="T2" fmla="*/ 83 w 10"/>
                  <a:gd name="T3" fmla="*/ 89 h 13"/>
                  <a:gd name="T4" fmla="*/ 158 w 10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7" y="7"/>
                      <a:pt x="7" y="12"/>
                      <a:pt x="10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4" name="Freeform 2802">
                <a:extLst>
                  <a:ext uri="{FF2B5EF4-FFF2-40B4-BE49-F238E27FC236}">
                    <a16:creationId xmlns:a16="http://schemas.microsoft.com/office/drawing/2014/main" id="{53F39089-0B35-4BA7-97FE-7DDE7657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153"/>
                <a:ext cx="140" cy="144"/>
              </a:xfrm>
              <a:custGeom>
                <a:avLst/>
                <a:gdLst>
                  <a:gd name="T0" fmla="*/ 83 w 56"/>
                  <a:gd name="T1" fmla="*/ 739 h 54"/>
                  <a:gd name="T2" fmla="*/ 83 w 56"/>
                  <a:gd name="T3" fmla="*/ 739 h 54"/>
                  <a:gd name="T4" fmla="*/ 313 w 56"/>
                  <a:gd name="T5" fmla="*/ 661 h 54"/>
                  <a:gd name="T6" fmla="*/ 500 w 56"/>
                  <a:gd name="T7" fmla="*/ 832 h 54"/>
                  <a:gd name="T8" fmla="*/ 550 w 56"/>
                  <a:gd name="T9" fmla="*/ 1024 h 54"/>
                  <a:gd name="T10" fmla="*/ 613 w 56"/>
                  <a:gd name="T11" fmla="*/ 1003 h 54"/>
                  <a:gd name="T12" fmla="*/ 658 w 56"/>
                  <a:gd name="T13" fmla="*/ 875 h 54"/>
                  <a:gd name="T14" fmla="*/ 783 w 56"/>
                  <a:gd name="T15" fmla="*/ 648 h 54"/>
                  <a:gd name="T16" fmla="*/ 833 w 56"/>
                  <a:gd name="T17" fmla="*/ 547 h 54"/>
                  <a:gd name="T18" fmla="*/ 845 w 56"/>
                  <a:gd name="T19" fmla="*/ 341 h 54"/>
                  <a:gd name="T20" fmla="*/ 708 w 56"/>
                  <a:gd name="T21" fmla="*/ 227 h 54"/>
                  <a:gd name="T22" fmla="*/ 613 w 56"/>
                  <a:gd name="T23" fmla="*/ 93 h 54"/>
                  <a:gd name="T24" fmla="*/ 438 w 56"/>
                  <a:gd name="T25" fmla="*/ 21 h 54"/>
                  <a:gd name="T26" fmla="*/ 283 w 56"/>
                  <a:gd name="T27" fmla="*/ 21 h 54"/>
                  <a:gd name="T28" fmla="*/ 63 w 56"/>
                  <a:gd name="T29" fmla="*/ 227 h 54"/>
                  <a:gd name="T30" fmla="*/ 20 w 56"/>
                  <a:gd name="T31" fmla="*/ 456 h 54"/>
                  <a:gd name="T32" fmla="*/ 83 w 56"/>
                  <a:gd name="T33" fmla="*/ 739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" h="54"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9" y="36"/>
                      <a:pt x="15" y="34"/>
                      <a:pt x="20" y="35"/>
                    </a:cubicBezTo>
                    <a:cubicBezTo>
                      <a:pt x="26" y="35"/>
                      <a:pt x="30" y="39"/>
                      <a:pt x="32" y="44"/>
                    </a:cubicBezTo>
                    <a:cubicBezTo>
                      <a:pt x="34" y="47"/>
                      <a:pt x="35" y="50"/>
                      <a:pt x="35" y="54"/>
                    </a:cubicBezTo>
                    <a:cubicBezTo>
                      <a:pt x="37" y="53"/>
                      <a:pt x="38" y="53"/>
                      <a:pt x="39" y="53"/>
                    </a:cubicBezTo>
                    <a:cubicBezTo>
                      <a:pt x="41" y="51"/>
                      <a:pt x="42" y="49"/>
                      <a:pt x="42" y="46"/>
                    </a:cubicBezTo>
                    <a:cubicBezTo>
                      <a:pt x="43" y="41"/>
                      <a:pt x="47" y="37"/>
                      <a:pt x="50" y="34"/>
                    </a:cubicBezTo>
                    <a:cubicBezTo>
                      <a:pt x="51" y="33"/>
                      <a:pt x="52" y="30"/>
                      <a:pt x="53" y="29"/>
                    </a:cubicBezTo>
                    <a:cubicBezTo>
                      <a:pt x="54" y="26"/>
                      <a:pt x="56" y="22"/>
                      <a:pt x="54" y="18"/>
                    </a:cubicBezTo>
                    <a:cubicBezTo>
                      <a:pt x="52" y="16"/>
                      <a:pt x="48" y="14"/>
                      <a:pt x="45" y="12"/>
                    </a:cubicBezTo>
                    <a:cubicBezTo>
                      <a:pt x="43" y="10"/>
                      <a:pt x="41" y="6"/>
                      <a:pt x="39" y="5"/>
                    </a:cubicBezTo>
                    <a:cubicBezTo>
                      <a:pt x="36" y="3"/>
                      <a:pt x="28" y="1"/>
                      <a:pt x="28" y="1"/>
                    </a:cubicBezTo>
                    <a:cubicBezTo>
                      <a:pt x="25" y="1"/>
                      <a:pt x="20" y="0"/>
                      <a:pt x="18" y="1"/>
                    </a:cubicBezTo>
                    <a:cubicBezTo>
                      <a:pt x="12" y="2"/>
                      <a:pt x="7" y="7"/>
                      <a:pt x="4" y="12"/>
                    </a:cubicBezTo>
                    <a:cubicBezTo>
                      <a:pt x="1" y="16"/>
                      <a:pt x="1" y="19"/>
                      <a:pt x="1" y="24"/>
                    </a:cubicBezTo>
                    <a:cubicBezTo>
                      <a:pt x="0" y="27"/>
                      <a:pt x="1" y="38"/>
                      <a:pt x="5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5" name="Freeform 2803">
                <a:extLst>
                  <a:ext uri="{FF2B5EF4-FFF2-40B4-BE49-F238E27FC236}">
                    <a16:creationId xmlns:a16="http://schemas.microsoft.com/office/drawing/2014/main" id="{51793D05-74E6-44A4-BBBF-76CA471C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3051"/>
                <a:ext cx="98" cy="96"/>
              </a:xfrm>
              <a:custGeom>
                <a:avLst/>
                <a:gdLst>
                  <a:gd name="T0" fmla="*/ 588 w 39"/>
                  <a:gd name="T1" fmla="*/ 115 h 36"/>
                  <a:gd name="T2" fmla="*/ 601 w 39"/>
                  <a:gd name="T3" fmla="*/ 56 h 36"/>
                  <a:gd name="T4" fmla="*/ 555 w 39"/>
                  <a:gd name="T5" fmla="*/ 115 h 36"/>
                  <a:gd name="T6" fmla="*/ 367 w 39"/>
                  <a:gd name="T7" fmla="*/ 227 h 36"/>
                  <a:gd name="T8" fmla="*/ 113 w 39"/>
                  <a:gd name="T9" fmla="*/ 77 h 36"/>
                  <a:gd name="T10" fmla="*/ 0 w 39"/>
                  <a:gd name="T11" fmla="*/ 0 h 36"/>
                  <a:gd name="T12" fmla="*/ 63 w 39"/>
                  <a:gd name="T13" fmla="*/ 93 h 36"/>
                  <a:gd name="T14" fmla="*/ 126 w 39"/>
                  <a:gd name="T15" fmla="*/ 192 h 36"/>
                  <a:gd name="T16" fmla="*/ 20 w 39"/>
                  <a:gd name="T17" fmla="*/ 512 h 36"/>
                  <a:gd name="T18" fmla="*/ 0 w 39"/>
                  <a:gd name="T19" fmla="*/ 547 h 36"/>
                  <a:gd name="T20" fmla="*/ 50 w 39"/>
                  <a:gd name="T21" fmla="*/ 605 h 36"/>
                  <a:gd name="T22" fmla="*/ 126 w 39"/>
                  <a:gd name="T23" fmla="*/ 589 h 36"/>
                  <a:gd name="T24" fmla="*/ 347 w 39"/>
                  <a:gd name="T25" fmla="*/ 661 h 36"/>
                  <a:gd name="T26" fmla="*/ 347 w 39"/>
                  <a:gd name="T27" fmla="*/ 661 h 36"/>
                  <a:gd name="T28" fmla="*/ 618 w 39"/>
                  <a:gd name="T29" fmla="*/ 320 h 36"/>
                  <a:gd name="T30" fmla="*/ 618 w 39"/>
                  <a:gd name="T31" fmla="*/ 320 h 36"/>
                  <a:gd name="T32" fmla="*/ 588 w 39"/>
                  <a:gd name="T33" fmla="*/ 115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36">
                    <a:moveTo>
                      <a:pt x="37" y="6"/>
                    </a:moveTo>
                    <a:cubicBezTo>
                      <a:pt x="38" y="5"/>
                      <a:pt x="38" y="4"/>
                      <a:pt x="38" y="3"/>
                    </a:cubicBezTo>
                    <a:cubicBezTo>
                      <a:pt x="37" y="4"/>
                      <a:pt x="36" y="5"/>
                      <a:pt x="35" y="6"/>
                    </a:cubicBezTo>
                    <a:cubicBezTo>
                      <a:pt x="31" y="9"/>
                      <a:pt x="28" y="12"/>
                      <a:pt x="23" y="12"/>
                    </a:cubicBezTo>
                    <a:cubicBezTo>
                      <a:pt x="16" y="11"/>
                      <a:pt x="13" y="6"/>
                      <a:pt x="7" y="4"/>
                    </a:cubicBezTo>
                    <a:cubicBezTo>
                      <a:pt x="5" y="3"/>
                      <a:pt x="2" y="1"/>
                      <a:pt x="0" y="0"/>
                    </a:cubicBezTo>
                    <a:cubicBezTo>
                      <a:pt x="2" y="1"/>
                      <a:pt x="2" y="3"/>
                      <a:pt x="4" y="5"/>
                    </a:cubicBezTo>
                    <a:cubicBezTo>
                      <a:pt x="5" y="7"/>
                      <a:pt x="7" y="8"/>
                      <a:pt x="8" y="10"/>
                    </a:cubicBezTo>
                    <a:cubicBezTo>
                      <a:pt x="9" y="13"/>
                      <a:pt x="3" y="24"/>
                      <a:pt x="1" y="27"/>
                    </a:cubicBezTo>
                    <a:cubicBezTo>
                      <a:pt x="1" y="28"/>
                      <a:pt x="0" y="28"/>
                      <a:pt x="0" y="29"/>
                    </a:cubicBezTo>
                    <a:cubicBezTo>
                      <a:pt x="1" y="30"/>
                      <a:pt x="2" y="31"/>
                      <a:pt x="3" y="32"/>
                    </a:cubicBezTo>
                    <a:cubicBezTo>
                      <a:pt x="5" y="32"/>
                      <a:pt x="6" y="32"/>
                      <a:pt x="8" y="31"/>
                    </a:cubicBezTo>
                    <a:cubicBezTo>
                      <a:pt x="13" y="31"/>
                      <a:pt x="19" y="30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31" y="36"/>
                      <a:pt x="36" y="25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8" y="14"/>
                      <a:pt x="37" y="10"/>
                      <a:pt x="37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" name="Freeform 2804">
                <a:extLst>
                  <a:ext uri="{FF2B5EF4-FFF2-40B4-BE49-F238E27FC236}">
                    <a16:creationId xmlns:a16="http://schemas.microsoft.com/office/drawing/2014/main" id="{98FFA704-3F91-4769-99F8-B3307A44E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169"/>
                <a:ext cx="110" cy="141"/>
              </a:xfrm>
              <a:custGeom>
                <a:avLst/>
                <a:gdLst>
                  <a:gd name="T0" fmla="*/ 520 w 44"/>
                  <a:gd name="T1" fmla="*/ 886 h 53"/>
                  <a:gd name="T2" fmla="*/ 625 w 44"/>
                  <a:gd name="T3" fmla="*/ 772 h 53"/>
                  <a:gd name="T4" fmla="*/ 688 w 44"/>
                  <a:gd name="T5" fmla="*/ 657 h 53"/>
                  <a:gd name="T6" fmla="*/ 613 w 44"/>
                  <a:gd name="T7" fmla="*/ 623 h 53"/>
                  <a:gd name="T8" fmla="*/ 488 w 44"/>
                  <a:gd name="T9" fmla="*/ 545 h 53"/>
                  <a:gd name="T10" fmla="*/ 458 w 44"/>
                  <a:gd name="T11" fmla="*/ 396 h 53"/>
                  <a:gd name="T12" fmla="*/ 425 w 44"/>
                  <a:gd name="T13" fmla="*/ 247 h 53"/>
                  <a:gd name="T14" fmla="*/ 438 w 44"/>
                  <a:gd name="T15" fmla="*/ 21 h 53"/>
                  <a:gd name="T16" fmla="*/ 363 w 44"/>
                  <a:gd name="T17" fmla="*/ 21 h 53"/>
                  <a:gd name="T18" fmla="*/ 158 w 44"/>
                  <a:gd name="T19" fmla="*/ 93 h 53"/>
                  <a:gd name="T20" fmla="*/ 145 w 44"/>
                  <a:gd name="T21" fmla="*/ 93 h 53"/>
                  <a:gd name="T22" fmla="*/ 20 w 44"/>
                  <a:gd name="T23" fmla="*/ 319 h 53"/>
                  <a:gd name="T24" fmla="*/ 0 w 44"/>
                  <a:gd name="T25" fmla="*/ 341 h 53"/>
                  <a:gd name="T26" fmla="*/ 20 w 44"/>
                  <a:gd name="T27" fmla="*/ 362 h 53"/>
                  <a:gd name="T28" fmla="*/ 220 w 44"/>
                  <a:gd name="T29" fmla="*/ 580 h 53"/>
                  <a:gd name="T30" fmla="*/ 300 w 44"/>
                  <a:gd name="T31" fmla="*/ 694 h 53"/>
                  <a:gd name="T32" fmla="*/ 313 w 44"/>
                  <a:gd name="T33" fmla="*/ 886 h 53"/>
                  <a:gd name="T34" fmla="*/ 283 w 44"/>
                  <a:gd name="T35" fmla="*/ 976 h 53"/>
                  <a:gd name="T36" fmla="*/ 470 w 44"/>
                  <a:gd name="T37" fmla="*/ 920 h 53"/>
                  <a:gd name="T38" fmla="*/ 520 w 44"/>
                  <a:gd name="T39" fmla="*/ 886 h 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53">
                    <a:moveTo>
                      <a:pt x="33" y="47"/>
                    </a:moveTo>
                    <a:cubicBezTo>
                      <a:pt x="35" y="44"/>
                      <a:pt x="37" y="43"/>
                      <a:pt x="40" y="41"/>
                    </a:cubicBezTo>
                    <a:cubicBezTo>
                      <a:pt x="42" y="39"/>
                      <a:pt x="43" y="37"/>
                      <a:pt x="44" y="35"/>
                    </a:cubicBezTo>
                    <a:cubicBezTo>
                      <a:pt x="43" y="34"/>
                      <a:pt x="41" y="34"/>
                      <a:pt x="39" y="33"/>
                    </a:cubicBezTo>
                    <a:cubicBezTo>
                      <a:pt x="36" y="32"/>
                      <a:pt x="33" y="32"/>
                      <a:pt x="31" y="29"/>
                    </a:cubicBezTo>
                    <a:cubicBezTo>
                      <a:pt x="29" y="27"/>
                      <a:pt x="30" y="24"/>
                      <a:pt x="29" y="21"/>
                    </a:cubicBezTo>
                    <a:cubicBezTo>
                      <a:pt x="29" y="18"/>
                      <a:pt x="27" y="16"/>
                      <a:pt x="27" y="13"/>
                    </a:cubicBezTo>
                    <a:cubicBezTo>
                      <a:pt x="26" y="9"/>
                      <a:pt x="27" y="5"/>
                      <a:pt x="28" y="1"/>
                    </a:cubicBezTo>
                    <a:cubicBezTo>
                      <a:pt x="27" y="1"/>
                      <a:pt x="25" y="1"/>
                      <a:pt x="23" y="1"/>
                    </a:cubicBezTo>
                    <a:cubicBezTo>
                      <a:pt x="19" y="0"/>
                      <a:pt x="13" y="1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10"/>
                      <a:pt x="5" y="14"/>
                      <a:pt x="1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5" y="24"/>
                      <a:pt x="9" y="27"/>
                      <a:pt x="14" y="31"/>
                    </a:cubicBezTo>
                    <a:cubicBezTo>
                      <a:pt x="17" y="33"/>
                      <a:pt x="18" y="33"/>
                      <a:pt x="19" y="37"/>
                    </a:cubicBezTo>
                    <a:cubicBezTo>
                      <a:pt x="20" y="40"/>
                      <a:pt x="20" y="44"/>
                      <a:pt x="20" y="47"/>
                    </a:cubicBezTo>
                    <a:cubicBezTo>
                      <a:pt x="19" y="49"/>
                      <a:pt x="18" y="51"/>
                      <a:pt x="18" y="52"/>
                    </a:cubicBezTo>
                    <a:cubicBezTo>
                      <a:pt x="21" y="53"/>
                      <a:pt x="26" y="52"/>
                      <a:pt x="30" y="49"/>
                    </a:cubicBezTo>
                    <a:cubicBezTo>
                      <a:pt x="31" y="48"/>
                      <a:pt x="32" y="47"/>
                      <a:pt x="33" y="4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7" name="Freeform 2805">
                <a:extLst>
                  <a:ext uri="{FF2B5EF4-FFF2-40B4-BE49-F238E27FC236}">
                    <a16:creationId xmlns:a16="http://schemas.microsoft.com/office/drawing/2014/main" id="{CCD8500E-38E1-432A-B6FA-9C291C93D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721"/>
                <a:ext cx="138" cy="146"/>
              </a:xfrm>
              <a:custGeom>
                <a:avLst/>
                <a:gdLst>
                  <a:gd name="T0" fmla="*/ 50 w 55"/>
                  <a:gd name="T1" fmla="*/ 396 h 55"/>
                  <a:gd name="T2" fmla="*/ 158 w 55"/>
                  <a:gd name="T3" fmla="*/ 746 h 55"/>
                  <a:gd name="T4" fmla="*/ 238 w 55"/>
                  <a:gd name="T5" fmla="*/ 993 h 55"/>
                  <a:gd name="T6" fmla="*/ 522 w 55"/>
                  <a:gd name="T7" fmla="*/ 993 h 55"/>
                  <a:gd name="T8" fmla="*/ 725 w 55"/>
                  <a:gd name="T9" fmla="*/ 895 h 55"/>
                  <a:gd name="T10" fmla="*/ 851 w 55"/>
                  <a:gd name="T11" fmla="*/ 409 h 55"/>
                  <a:gd name="T12" fmla="*/ 617 w 55"/>
                  <a:gd name="T13" fmla="*/ 93 h 55"/>
                  <a:gd name="T14" fmla="*/ 459 w 55"/>
                  <a:gd name="T15" fmla="*/ 0 h 55"/>
                  <a:gd name="T16" fmla="*/ 238 w 55"/>
                  <a:gd name="T17" fmla="*/ 77 h 55"/>
                  <a:gd name="T18" fmla="*/ 50 w 55"/>
                  <a:gd name="T19" fmla="*/ 396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55">
                    <a:moveTo>
                      <a:pt x="3" y="21"/>
                    </a:moveTo>
                    <a:cubicBezTo>
                      <a:pt x="0" y="28"/>
                      <a:pt x="8" y="36"/>
                      <a:pt x="10" y="40"/>
                    </a:cubicBezTo>
                    <a:cubicBezTo>
                      <a:pt x="11" y="45"/>
                      <a:pt x="9" y="51"/>
                      <a:pt x="15" y="53"/>
                    </a:cubicBezTo>
                    <a:cubicBezTo>
                      <a:pt x="20" y="55"/>
                      <a:pt x="28" y="55"/>
                      <a:pt x="33" y="53"/>
                    </a:cubicBezTo>
                    <a:cubicBezTo>
                      <a:pt x="37" y="51"/>
                      <a:pt x="42" y="50"/>
                      <a:pt x="46" y="48"/>
                    </a:cubicBezTo>
                    <a:cubicBezTo>
                      <a:pt x="53" y="42"/>
                      <a:pt x="55" y="31"/>
                      <a:pt x="54" y="22"/>
                    </a:cubicBezTo>
                    <a:cubicBezTo>
                      <a:pt x="52" y="13"/>
                      <a:pt x="45" y="10"/>
                      <a:pt x="39" y="5"/>
                    </a:cubicBezTo>
                    <a:cubicBezTo>
                      <a:pt x="35" y="2"/>
                      <a:pt x="35" y="0"/>
                      <a:pt x="29" y="0"/>
                    </a:cubicBezTo>
                    <a:cubicBezTo>
                      <a:pt x="25" y="0"/>
                      <a:pt x="19" y="1"/>
                      <a:pt x="15" y="4"/>
                    </a:cubicBezTo>
                    <a:cubicBezTo>
                      <a:pt x="9" y="8"/>
                      <a:pt x="3" y="14"/>
                      <a:pt x="3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15" name="Freeform 2806">
              <a:extLst>
                <a:ext uri="{FF2B5EF4-FFF2-40B4-BE49-F238E27FC236}">
                  <a16:creationId xmlns:a16="http://schemas.microsoft.com/office/drawing/2014/main" id="{D139BCAE-DA7E-46E3-B201-84860F6D9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345"/>
              <a:ext cx="70" cy="24"/>
            </a:xfrm>
            <a:custGeom>
              <a:avLst/>
              <a:gdLst>
                <a:gd name="T0" fmla="*/ 0 w 28"/>
                <a:gd name="T1" fmla="*/ 77 h 9"/>
                <a:gd name="T2" fmla="*/ 438 w 2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9">
                  <a:moveTo>
                    <a:pt x="0" y="4"/>
                  </a:moveTo>
                  <a:cubicBezTo>
                    <a:pt x="10" y="0"/>
                    <a:pt x="21" y="2"/>
                    <a:pt x="28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" name="Freeform 2807">
              <a:extLst>
                <a:ext uri="{FF2B5EF4-FFF2-40B4-BE49-F238E27FC236}">
                  <a16:creationId xmlns:a16="http://schemas.microsoft.com/office/drawing/2014/main" id="{9D882FA0-EB08-43C8-BA4F-F7C2501B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25"/>
              <a:ext cx="137" cy="141"/>
            </a:xfrm>
            <a:custGeom>
              <a:avLst/>
              <a:gdLst>
                <a:gd name="T0" fmla="*/ 820 w 55"/>
                <a:gd name="T1" fmla="*/ 849 h 53"/>
                <a:gd name="T2" fmla="*/ 653 w 55"/>
                <a:gd name="T3" fmla="*/ 601 h 53"/>
                <a:gd name="T4" fmla="*/ 603 w 55"/>
                <a:gd name="T5" fmla="*/ 303 h 53"/>
                <a:gd name="T6" fmla="*/ 620 w 55"/>
                <a:gd name="T7" fmla="*/ 136 h 53"/>
                <a:gd name="T8" fmla="*/ 341 w 55"/>
                <a:gd name="T9" fmla="*/ 77 h 53"/>
                <a:gd name="T10" fmla="*/ 229 w 55"/>
                <a:gd name="T11" fmla="*/ 0 h 53"/>
                <a:gd name="T12" fmla="*/ 125 w 55"/>
                <a:gd name="T13" fmla="*/ 56 h 53"/>
                <a:gd name="T14" fmla="*/ 12 w 55"/>
                <a:gd name="T15" fmla="*/ 282 h 53"/>
                <a:gd name="T16" fmla="*/ 42 w 55"/>
                <a:gd name="T17" fmla="*/ 580 h 53"/>
                <a:gd name="T18" fmla="*/ 12 w 55"/>
                <a:gd name="T19" fmla="*/ 750 h 53"/>
                <a:gd name="T20" fmla="*/ 92 w 55"/>
                <a:gd name="T21" fmla="*/ 920 h 53"/>
                <a:gd name="T22" fmla="*/ 105 w 55"/>
                <a:gd name="T23" fmla="*/ 920 h 53"/>
                <a:gd name="T24" fmla="*/ 262 w 55"/>
                <a:gd name="T25" fmla="*/ 920 h 53"/>
                <a:gd name="T26" fmla="*/ 416 w 55"/>
                <a:gd name="T27" fmla="*/ 998 h 53"/>
                <a:gd name="T28" fmla="*/ 433 w 55"/>
                <a:gd name="T29" fmla="*/ 976 h 53"/>
                <a:gd name="T30" fmla="*/ 541 w 55"/>
                <a:gd name="T31" fmla="*/ 920 h 53"/>
                <a:gd name="T32" fmla="*/ 633 w 55"/>
                <a:gd name="T33" fmla="*/ 942 h 53"/>
                <a:gd name="T34" fmla="*/ 849 w 55"/>
                <a:gd name="T35" fmla="*/ 865 h 53"/>
                <a:gd name="T36" fmla="*/ 849 w 55"/>
                <a:gd name="T37" fmla="*/ 865 h 53"/>
                <a:gd name="T38" fmla="*/ 820 w 55"/>
                <a:gd name="T39" fmla="*/ 849 h 5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5" h="53">
                  <a:moveTo>
                    <a:pt x="53" y="45"/>
                  </a:moveTo>
                  <a:cubicBezTo>
                    <a:pt x="47" y="43"/>
                    <a:pt x="45" y="37"/>
                    <a:pt x="42" y="32"/>
                  </a:cubicBezTo>
                  <a:cubicBezTo>
                    <a:pt x="39" y="26"/>
                    <a:pt x="39" y="22"/>
                    <a:pt x="39" y="16"/>
                  </a:cubicBezTo>
                  <a:cubicBezTo>
                    <a:pt x="40" y="14"/>
                    <a:pt x="39" y="10"/>
                    <a:pt x="40" y="7"/>
                  </a:cubicBezTo>
                  <a:cubicBezTo>
                    <a:pt x="34" y="8"/>
                    <a:pt x="27" y="6"/>
                    <a:pt x="22" y="4"/>
                  </a:cubicBezTo>
                  <a:cubicBezTo>
                    <a:pt x="20" y="3"/>
                    <a:pt x="17" y="1"/>
                    <a:pt x="15" y="0"/>
                  </a:cubicBezTo>
                  <a:cubicBezTo>
                    <a:pt x="12" y="0"/>
                    <a:pt x="10" y="2"/>
                    <a:pt x="8" y="3"/>
                  </a:cubicBezTo>
                  <a:cubicBezTo>
                    <a:pt x="4" y="5"/>
                    <a:pt x="1" y="10"/>
                    <a:pt x="1" y="15"/>
                  </a:cubicBezTo>
                  <a:cubicBezTo>
                    <a:pt x="0" y="20"/>
                    <a:pt x="4" y="26"/>
                    <a:pt x="3" y="31"/>
                  </a:cubicBezTo>
                  <a:cubicBezTo>
                    <a:pt x="3" y="34"/>
                    <a:pt x="1" y="36"/>
                    <a:pt x="1" y="40"/>
                  </a:cubicBezTo>
                  <a:cubicBezTo>
                    <a:pt x="1" y="44"/>
                    <a:pt x="3" y="47"/>
                    <a:pt x="6" y="49"/>
                  </a:cubicBezTo>
                  <a:cubicBezTo>
                    <a:pt x="6" y="49"/>
                    <a:pt x="6" y="49"/>
                    <a:pt x="7" y="49"/>
                  </a:cubicBezTo>
                  <a:cubicBezTo>
                    <a:pt x="9" y="48"/>
                    <a:pt x="14" y="49"/>
                    <a:pt x="17" y="49"/>
                  </a:cubicBezTo>
                  <a:cubicBezTo>
                    <a:pt x="17" y="49"/>
                    <a:pt x="25" y="51"/>
                    <a:pt x="27" y="53"/>
                  </a:cubicBezTo>
                  <a:cubicBezTo>
                    <a:pt x="28" y="53"/>
                    <a:pt x="28" y="53"/>
                    <a:pt x="28" y="52"/>
                  </a:cubicBezTo>
                  <a:cubicBezTo>
                    <a:pt x="30" y="51"/>
                    <a:pt x="32" y="49"/>
                    <a:pt x="35" y="49"/>
                  </a:cubicBezTo>
                  <a:cubicBezTo>
                    <a:pt x="37" y="49"/>
                    <a:pt x="39" y="50"/>
                    <a:pt x="41" y="50"/>
                  </a:cubicBezTo>
                  <a:cubicBezTo>
                    <a:pt x="45" y="50"/>
                    <a:pt x="52" y="49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4" y="46"/>
                    <a:pt x="54" y="45"/>
                    <a:pt x="53" y="4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" name="Freeform 2808">
              <a:extLst>
                <a:ext uri="{FF2B5EF4-FFF2-40B4-BE49-F238E27FC236}">
                  <a16:creationId xmlns:a16="http://schemas.microsoft.com/office/drawing/2014/main" id="{F1798BDA-85A2-4EAA-89FD-0A3B0C573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035"/>
              <a:ext cx="110" cy="91"/>
            </a:xfrm>
            <a:custGeom>
              <a:avLst/>
              <a:gdLst>
                <a:gd name="T0" fmla="*/ 658 w 44"/>
                <a:gd name="T1" fmla="*/ 538 h 34"/>
                <a:gd name="T2" fmla="*/ 645 w 44"/>
                <a:gd name="T3" fmla="*/ 115 h 34"/>
                <a:gd name="T4" fmla="*/ 645 w 44"/>
                <a:gd name="T5" fmla="*/ 94 h 34"/>
                <a:gd name="T6" fmla="*/ 595 w 44"/>
                <a:gd name="T7" fmla="*/ 0 h 34"/>
                <a:gd name="T8" fmla="*/ 583 w 44"/>
                <a:gd name="T9" fmla="*/ 0 h 34"/>
                <a:gd name="T10" fmla="*/ 375 w 44"/>
                <a:gd name="T11" fmla="*/ 56 h 34"/>
                <a:gd name="T12" fmla="*/ 50 w 44"/>
                <a:gd name="T13" fmla="*/ 0 h 34"/>
                <a:gd name="T14" fmla="*/ 0 w 44"/>
                <a:gd name="T15" fmla="*/ 78 h 34"/>
                <a:gd name="T16" fmla="*/ 95 w 44"/>
                <a:gd name="T17" fmla="*/ 265 h 34"/>
                <a:gd name="T18" fmla="*/ 0 w 44"/>
                <a:gd name="T19" fmla="*/ 573 h 34"/>
                <a:gd name="T20" fmla="*/ 50 w 44"/>
                <a:gd name="T21" fmla="*/ 653 h 34"/>
                <a:gd name="T22" fmla="*/ 50 w 44"/>
                <a:gd name="T23" fmla="*/ 653 h 34"/>
                <a:gd name="T24" fmla="*/ 83 w 44"/>
                <a:gd name="T25" fmla="*/ 616 h 34"/>
                <a:gd name="T26" fmla="*/ 408 w 44"/>
                <a:gd name="T27" fmla="*/ 458 h 34"/>
                <a:gd name="T28" fmla="*/ 550 w 44"/>
                <a:gd name="T29" fmla="*/ 500 h 34"/>
                <a:gd name="T30" fmla="*/ 645 w 44"/>
                <a:gd name="T31" fmla="*/ 594 h 34"/>
                <a:gd name="T32" fmla="*/ 658 w 44"/>
                <a:gd name="T33" fmla="*/ 594 h 34"/>
                <a:gd name="T34" fmla="*/ 688 w 44"/>
                <a:gd name="T35" fmla="*/ 559 h 34"/>
                <a:gd name="T36" fmla="*/ 658 w 44"/>
                <a:gd name="T37" fmla="*/ 538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" h="34">
                  <a:moveTo>
                    <a:pt x="42" y="28"/>
                  </a:moveTo>
                  <a:cubicBezTo>
                    <a:pt x="35" y="22"/>
                    <a:pt x="36" y="13"/>
                    <a:pt x="41" y="6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2" y="4"/>
                    <a:pt x="39" y="1"/>
                    <a:pt x="38" y="0"/>
                  </a:cubicBezTo>
                  <a:cubicBezTo>
                    <a:pt x="38" y="0"/>
                    <a:pt x="37" y="0"/>
                    <a:pt x="37" y="0"/>
                  </a:cubicBezTo>
                  <a:cubicBezTo>
                    <a:pt x="33" y="5"/>
                    <a:pt x="31" y="4"/>
                    <a:pt x="24" y="3"/>
                  </a:cubicBezTo>
                  <a:cubicBezTo>
                    <a:pt x="17" y="2"/>
                    <a:pt x="9" y="3"/>
                    <a:pt x="3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3" y="7"/>
                    <a:pt x="5" y="10"/>
                    <a:pt x="6" y="14"/>
                  </a:cubicBezTo>
                  <a:cubicBezTo>
                    <a:pt x="8" y="21"/>
                    <a:pt x="6" y="27"/>
                    <a:pt x="0" y="30"/>
                  </a:cubicBezTo>
                  <a:cubicBezTo>
                    <a:pt x="2" y="31"/>
                    <a:pt x="4" y="32"/>
                    <a:pt x="3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3"/>
                    <a:pt x="4" y="33"/>
                    <a:pt x="5" y="32"/>
                  </a:cubicBezTo>
                  <a:cubicBezTo>
                    <a:pt x="13" y="25"/>
                    <a:pt x="19" y="24"/>
                    <a:pt x="26" y="24"/>
                  </a:cubicBezTo>
                  <a:cubicBezTo>
                    <a:pt x="29" y="25"/>
                    <a:pt x="32" y="25"/>
                    <a:pt x="35" y="26"/>
                  </a:cubicBezTo>
                  <a:cubicBezTo>
                    <a:pt x="39" y="28"/>
                    <a:pt x="39" y="29"/>
                    <a:pt x="41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3" y="30"/>
                    <a:pt x="44" y="29"/>
                  </a:cubicBezTo>
                  <a:cubicBezTo>
                    <a:pt x="43" y="29"/>
                    <a:pt x="43" y="29"/>
                    <a:pt x="42" y="2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Freeform 2809">
              <a:extLst>
                <a:ext uri="{FF2B5EF4-FFF2-40B4-BE49-F238E27FC236}">
                  <a16:creationId xmlns:a16="http://schemas.microsoft.com/office/drawing/2014/main" id="{49053889-E098-484E-87DA-52956A9B7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835"/>
              <a:ext cx="160" cy="155"/>
            </a:xfrm>
            <a:custGeom>
              <a:avLst/>
              <a:gdLst>
                <a:gd name="T0" fmla="*/ 845 w 64"/>
                <a:gd name="T1" fmla="*/ 136 h 58"/>
                <a:gd name="T2" fmla="*/ 438 w 64"/>
                <a:gd name="T3" fmla="*/ 171 h 58"/>
                <a:gd name="T4" fmla="*/ 458 w 64"/>
                <a:gd name="T5" fmla="*/ 230 h 58"/>
                <a:gd name="T6" fmla="*/ 300 w 64"/>
                <a:gd name="T7" fmla="*/ 708 h 58"/>
                <a:gd name="T8" fmla="*/ 0 w 64"/>
                <a:gd name="T9" fmla="*/ 687 h 58"/>
                <a:gd name="T10" fmla="*/ 208 w 64"/>
                <a:gd name="T11" fmla="*/ 1106 h 58"/>
                <a:gd name="T12" fmla="*/ 220 w 64"/>
                <a:gd name="T13" fmla="*/ 1013 h 58"/>
                <a:gd name="T14" fmla="*/ 333 w 64"/>
                <a:gd name="T15" fmla="*/ 743 h 58"/>
                <a:gd name="T16" fmla="*/ 500 w 64"/>
                <a:gd name="T17" fmla="*/ 671 h 58"/>
                <a:gd name="T18" fmla="*/ 783 w 64"/>
                <a:gd name="T19" fmla="*/ 671 h 58"/>
                <a:gd name="T20" fmla="*/ 800 w 64"/>
                <a:gd name="T21" fmla="*/ 671 h 58"/>
                <a:gd name="T22" fmla="*/ 1000 w 64"/>
                <a:gd name="T23" fmla="*/ 436 h 58"/>
                <a:gd name="T24" fmla="*/ 845 w 64"/>
                <a:gd name="T25" fmla="*/ 136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58">
                  <a:moveTo>
                    <a:pt x="54" y="7"/>
                  </a:moveTo>
                  <a:cubicBezTo>
                    <a:pt x="48" y="0"/>
                    <a:pt x="35" y="4"/>
                    <a:pt x="28" y="9"/>
                  </a:cubicBezTo>
                  <a:cubicBezTo>
                    <a:pt x="29" y="10"/>
                    <a:pt x="29" y="11"/>
                    <a:pt x="29" y="12"/>
                  </a:cubicBezTo>
                  <a:cubicBezTo>
                    <a:pt x="30" y="20"/>
                    <a:pt x="29" y="34"/>
                    <a:pt x="19" y="37"/>
                  </a:cubicBezTo>
                  <a:cubicBezTo>
                    <a:pt x="13" y="38"/>
                    <a:pt x="7" y="35"/>
                    <a:pt x="0" y="36"/>
                  </a:cubicBezTo>
                  <a:cubicBezTo>
                    <a:pt x="1" y="47"/>
                    <a:pt x="8" y="54"/>
                    <a:pt x="13" y="58"/>
                  </a:cubicBezTo>
                  <a:cubicBezTo>
                    <a:pt x="13" y="56"/>
                    <a:pt x="13" y="55"/>
                    <a:pt x="14" y="53"/>
                  </a:cubicBezTo>
                  <a:cubicBezTo>
                    <a:pt x="15" y="48"/>
                    <a:pt x="17" y="43"/>
                    <a:pt x="21" y="39"/>
                  </a:cubicBezTo>
                  <a:cubicBezTo>
                    <a:pt x="24" y="36"/>
                    <a:pt x="28" y="36"/>
                    <a:pt x="32" y="35"/>
                  </a:cubicBezTo>
                  <a:cubicBezTo>
                    <a:pt x="39" y="34"/>
                    <a:pt x="44" y="35"/>
                    <a:pt x="50" y="35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2" y="29"/>
                    <a:pt x="58" y="24"/>
                    <a:pt x="64" y="23"/>
                  </a:cubicBezTo>
                  <a:cubicBezTo>
                    <a:pt x="63" y="18"/>
                    <a:pt x="57" y="11"/>
                    <a:pt x="5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2810">
              <a:extLst>
                <a:ext uri="{FF2B5EF4-FFF2-40B4-BE49-F238E27FC236}">
                  <a16:creationId xmlns:a16="http://schemas.microsoft.com/office/drawing/2014/main" id="{C7751DE5-AFD1-4499-99D9-86C90E604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929"/>
              <a:ext cx="150" cy="117"/>
            </a:xfrm>
            <a:custGeom>
              <a:avLst/>
              <a:gdLst>
                <a:gd name="T0" fmla="*/ 783 w 60"/>
                <a:gd name="T1" fmla="*/ 149 h 44"/>
                <a:gd name="T2" fmla="*/ 738 w 60"/>
                <a:gd name="T3" fmla="*/ 149 h 44"/>
                <a:gd name="T4" fmla="*/ 550 w 60"/>
                <a:gd name="T5" fmla="*/ 21 h 44"/>
                <a:gd name="T6" fmla="*/ 425 w 60"/>
                <a:gd name="T7" fmla="*/ 21 h 44"/>
                <a:gd name="T8" fmla="*/ 345 w 60"/>
                <a:gd name="T9" fmla="*/ 21 h 44"/>
                <a:gd name="T10" fmla="*/ 175 w 60"/>
                <a:gd name="T11" fmla="*/ 93 h 44"/>
                <a:gd name="T12" fmla="*/ 50 w 60"/>
                <a:gd name="T13" fmla="*/ 340 h 44"/>
                <a:gd name="T14" fmla="*/ 313 w 60"/>
                <a:gd name="T15" fmla="*/ 750 h 44"/>
                <a:gd name="T16" fmla="*/ 658 w 60"/>
                <a:gd name="T17" fmla="*/ 806 h 44"/>
                <a:gd name="T18" fmla="*/ 845 w 60"/>
                <a:gd name="T19" fmla="*/ 601 h 44"/>
                <a:gd name="T20" fmla="*/ 875 w 60"/>
                <a:gd name="T21" fmla="*/ 282 h 44"/>
                <a:gd name="T22" fmla="*/ 783 w 60"/>
                <a:gd name="T23" fmla="*/ 149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44">
                  <a:moveTo>
                    <a:pt x="50" y="8"/>
                  </a:moveTo>
                  <a:cubicBezTo>
                    <a:pt x="49" y="8"/>
                    <a:pt x="48" y="8"/>
                    <a:pt x="47" y="8"/>
                  </a:cubicBezTo>
                  <a:cubicBezTo>
                    <a:pt x="43" y="6"/>
                    <a:pt x="39" y="2"/>
                    <a:pt x="35" y="1"/>
                  </a:cubicBezTo>
                  <a:cubicBezTo>
                    <a:pt x="32" y="0"/>
                    <a:pt x="29" y="1"/>
                    <a:pt x="27" y="1"/>
                  </a:cubicBezTo>
                  <a:cubicBezTo>
                    <a:pt x="26" y="1"/>
                    <a:pt x="22" y="1"/>
                    <a:pt x="22" y="1"/>
                  </a:cubicBezTo>
                  <a:cubicBezTo>
                    <a:pt x="18" y="2"/>
                    <a:pt x="14" y="3"/>
                    <a:pt x="11" y="5"/>
                  </a:cubicBezTo>
                  <a:cubicBezTo>
                    <a:pt x="8" y="7"/>
                    <a:pt x="4" y="14"/>
                    <a:pt x="3" y="18"/>
                  </a:cubicBezTo>
                  <a:cubicBezTo>
                    <a:pt x="0" y="28"/>
                    <a:pt x="12" y="36"/>
                    <a:pt x="20" y="40"/>
                  </a:cubicBezTo>
                  <a:cubicBezTo>
                    <a:pt x="26" y="43"/>
                    <a:pt x="35" y="44"/>
                    <a:pt x="42" y="43"/>
                  </a:cubicBezTo>
                  <a:cubicBezTo>
                    <a:pt x="48" y="42"/>
                    <a:pt x="51" y="37"/>
                    <a:pt x="54" y="32"/>
                  </a:cubicBezTo>
                  <a:cubicBezTo>
                    <a:pt x="57" y="27"/>
                    <a:pt x="60" y="20"/>
                    <a:pt x="56" y="15"/>
                  </a:cubicBezTo>
                  <a:cubicBezTo>
                    <a:pt x="55" y="13"/>
                    <a:pt x="52" y="10"/>
                    <a:pt x="5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2811">
              <a:extLst>
                <a:ext uri="{FF2B5EF4-FFF2-40B4-BE49-F238E27FC236}">
                  <a16:creationId xmlns:a16="http://schemas.microsoft.com/office/drawing/2014/main" id="{E76E7980-291F-4CF8-AC61-42B134ACB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3118"/>
              <a:ext cx="115" cy="160"/>
            </a:xfrm>
            <a:custGeom>
              <a:avLst/>
              <a:gdLst>
                <a:gd name="T0" fmla="*/ 645 w 46"/>
                <a:gd name="T1" fmla="*/ 947 h 60"/>
                <a:gd name="T2" fmla="*/ 533 w 46"/>
                <a:gd name="T3" fmla="*/ 435 h 60"/>
                <a:gd name="T4" fmla="*/ 595 w 46"/>
                <a:gd name="T5" fmla="*/ 171 h 60"/>
                <a:gd name="T6" fmla="*/ 658 w 46"/>
                <a:gd name="T7" fmla="*/ 77 h 60"/>
                <a:gd name="T8" fmla="*/ 613 w 46"/>
                <a:gd name="T9" fmla="*/ 0 h 60"/>
                <a:gd name="T10" fmla="*/ 520 w 46"/>
                <a:gd name="T11" fmla="*/ 93 h 60"/>
                <a:gd name="T12" fmla="*/ 438 w 46"/>
                <a:gd name="T13" fmla="*/ 248 h 60"/>
                <a:gd name="T14" fmla="*/ 125 w 46"/>
                <a:gd name="T15" fmla="*/ 227 h 60"/>
                <a:gd name="T16" fmla="*/ 113 w 46"/>
                <a:gd name="T17" fmla="*/ 227 h 60"/>
                <a:gd name="T18" fmla="*/ 20 w 46"/>
                <a:gd name="T19" fmla="*/ 589 h 60"/>
                <a:gd name="T20" fmla="*/ 63 w 46"/>
                <a:gd name="T21" fmla="*/ 797 h 60"/>
                <a:gd name="T22" fmla="*/ 313 w 46"/>
                <a:gd name="T23" fmla="*/ 819 h 60"/>
                <a:gd name="T24" fmla="*/ 595 w 46"/>
                <a:gd name="T25" fmla="*/ 1045 h 60"/>
                <a:gd name="T26" fmla="*/ 595 w 46"/>
                <a:gd name="T27" fmla="*/ 1139 h 60"/>
                <a:gd name="T28" fmla="*/ 720 w 46"/>
                <a:gd name="T29" fmla="*/ 989 h 60"/>
                <a:gd name="T30" fmla="*/ 645 w 46"/>
                <a:gd name="T31" fmla="*/ 947 h 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60">
                  <a:moveTo>
                    <a:pt x="41" y="50"/>
                  </a:moveTo>
                  <a:cubicBezTo>
                    <a:pt x="35" y="44"/>
                    <a:pt x="34" y="31"/>
                    <a:pt x="34" y="23"/>
                  </a:cubicBezTo>
                  <a:cubicBezTo>
                    <a:pt x="34" y="17"/>
                    <a:pt x="34" y="13"/>
                    <a:pt x="38" y="9"/>
                  </a:cubicBezTo>
                  <a:cubicBezTo>
                    <a:pt x="39" y="7"/>
                    <a:pt x="41" y="5"/>
                    <a:pt x="42" y="4"/>
                  </a:cubicBezTo>
                  <a:cubicBezTo>
                    <a:pt x="41" y="3"/>
                    <a:pt x="40" y="2"/>
                    <a:pt x="39" y="0"/>
                  </a:cubicBezTo>
                  <a:cubicBezTo>
                    <a:pt x="36" y="2"/>
                    <a:pt x="34" y="2"/>
                    <a:pt x="33" y="5"/>
                  </a:cubicBezTo>
                  <a:cubicBezTo>
                    <a:pt x="32" y="9"/>
                    <a:pt x="33" y="11"/>
                    <a:pt x="28" y="13"/>
                  </a:cubicBezTo>
                  <a:cubicBezTo>
                    <a:pt x="21" y="15"/>
                    <a:pt x="14" y="14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" y="17"/>
                    <a:pt x="1" y="25"/>
                    <a:pt x="1" y="31"/>
                  </a:cubicBezTo>
                  <a:cubicBezTo>
                    <a:pt x="0" y="36"/>
                    <a:pt x="3" y="40"/>
                    <a:pt x="4" y="42"/>
                  </a:cubicBezTo>
                  <a:cubicBezTo>
                    <a:pt x="10" y="42"/>
                    <a:pt x="15" y="43"/>
                    <a:pt x="20" y="43"/>
                  </a:cubicBezTo>
                  <a:cubicBezTo>
                    <a:pt x="28" y="45"/>
                    <a:pt x="37" y="47"/>
                    <a:pt x="38" y="55"/>
                  </a:cubicBezTo>
                  <a:cubicBezTo>
                    <a:pt x="38" y="57"/>
                    <a:pt x="38" y="58"/>
                    <a:pt x="38" y="60"/>
                  </a:cubicBezTo>
                  <a:cubicBezTo>
                    <a:pt x="41" y="58"/>
                    <a:pt x="44" y="54"/>
                    <a:pt x="46" y="52"/>
                  </a:cubicBezTo>
                  <a:cubicBezTo>
                    <a:pt x="44" y="51"/>
                    <a:pt x="42" y="51"/>
                    <a:pt x="41" y="5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Freeform 2812">
              <a:extLst>
                <a:ext uri="{FF2B5EF4-FFF2-40B4-BE49-F238E27FC236}">
                  <a16:creationId xmlns:a16="http://schemas.microsoft.com/office/drawing/2014/main" id="{B4A7DCD7-A019-49DB-BF9A-EF8739D8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763"/>
              <a:ext cx="47" cy="67"/>
            </a:xfrm>
            <a:custGeom>
              <a:avLst/>
              <a:gdLst>
                <a:gd name="T0" fmla="*/ 195 w 19"/>
                <a:gd name="T1" fmla="*/ 0 h 25"/>
                <a:gd name="T2" fmla="*/ 12 w 19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5">
                  <a:moveTo>
                    <a:pt x="13" y="0"/>
                  </a:moveTo>
                  <a:cubicBezTo>
                    <a:pt x="19" y="11"/>
                    <a:pt x="0" y="15"/>
                    <a:pt x="1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Freeform 2813">
              <a:extLst>
                <a:ext uri="{FF2B5EF4-FFF2-40B4-BE49-F238E27FC236}">
                  <a16:creationId xmlns:a16="http://schemas.microsoft.com/office/drawing/2014/main" id="{DD49CD62-0D00-490E-B6B7-B4089BD03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865"/>
              <a:ext cx="17" cy="50"/>
            </a:xfrm>
            <a:custGeom>
              <a:avLst/>
              <a:gdLst>
                <a:gd name="T0" fmla="*/ 29 w 7"/>
                <a:gd name="T1" fmla="*/ 0 h 19"/>
                <a:gd name="T2" fmla="*/ 0 w 7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2" y="0"/>
                  </a:moveTo>
                  <a:cubicBezTo>
                    <a:pt x="7" y="4"/>
                    <a:pt x="1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Freeform 2814">
              <a:extLst>
                <a:ext uri="{FF2B5EF4-FFF2-40B4-BE49-F238E27FC236}">
                  <a16:creationId xmlns:a16="http://schemas.microsoft.com/office/drawing/2014/main" id="{4CB850FE-4F9B-46B9-892C-A226726E6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899"/>
              <a:ext cx="47" cy="32"/>
            </a:xfrm>
            <a:custGeom>
              <a:avLst/>
              <a:gdLst>
                <a:gd name="T0" fmla="*/ 287 w 19"/>
                <a:gd name="T1" fmla="*/ 0 h 12"/>
                <a:gd name="T2" fmla="*/ 0 w 1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cubicBezTo>
                    <a:pt x="10" y="0"/>
                    <a:pt x="4" y="4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4" name="Freeform 2815">
              <a:extLst>
                <a:ext uri="{FF2B5EF4-FFF2-40B4-BE49-F238E27FC236}">
                  <a16:creationId xmlns:a16="http://schemas.microsoft.com/office/drawing/2014/main" id="{EBFAA104-515C-49A9-B165-EDACBDA0B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043"/>
              <a:ext cx="60" cy="32"/>
            </a:xfrm>
            <a:custGeom>
              <a:avLst/>
              <a:gdLst>
                <a:gd name="T0" fmla="*/ 0 w 24"/>
                <a:gd name="T1" fmla="*/ 227 h 12"/>
                <a:gd name="T2" fmla="*/ 125 w 24"/>
                <a:gd name="T3" fmla="*/ 56 h 12"/>
                <a:gd name="T4" fmla="*/ 375 w 2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2" y="8"/>
                    <a:pt x="4" y="5"/>
                    <a:pt x="8" y="3"/>
                  </a:cubicBezTo>
                  <a:cubicBezTo>
                    <a:pt x="13" y="1"/>
                    <a:pt x="20" y="3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2816">
              <a:extLst>
                <a:ext uri="{FF2B5EF4-FFF2-40B4-BE49-F238E27FC236}">
                  <a16:creationId xmlns:a16="http://schemas.microsoft.com/office/drawing/2014/main" id="{1E369F4D-EBC9-4E8C-9C2F-6447DCC5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294"/>
              <a:ext cx="90" cy="19"/>
            </a:xfrm>
            <a:custGeom>
              <a:avLst/>
              <a:gdLst>
                <a:gd name="T0" fmla="*/ 0 w 36"/>
                <a:gd name="T1" fmla="*/ 141 h 7"/>
                <a:gd name="T2" fmla="*/ 238 w 36"/>
                <a:gd name="T3" fmla="*/ 38 h 7"/>
                <a:gd name="T4" fmla="*/ 563 w 3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2" y="1"/>
                    <a:pt x="10" y="2"/>
                    <a:pt x="15" y="2"/>
                  </a:cubicBezTo>
                  <a:cubicBezTo>
                    <a:pt x="20" y="3"/>
                    <a:pt x="34" y="6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2817">
              <a:extLst>
                <a:ext uri="{FF2B5EF4-FFF2-40B4-BE49-F238E27FC236}">
                  <a16:creationId xmlns:a16="http://schemas.microsoft.com/office/drawing/2014/main" id="{4F349B6C-6F93-4E9F-9AFF-C20834CDC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302"/>
              <a:ext cx="68" cy="21"/>
            </a:xfrm>
            <a:custGeom>
              <a:avLst/>
              <a:gdLst>
                <a:gd name="T0" fmla="*/ 0 w 27"/>
                <a:gd name="T1" fmla="*/ 76 h 8"/>
                <a:gd name="T2" fmla="*/ 431 w 2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4"/>
                  </a:moveTo>
                  <a:cubicBezTo>
                    <a:pt x="8" y="0"/>
                    <a:pt x="19" y="4"/>
                    <a:pt x="27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Freeform 2818">
              <a:extLst>
                <a:ext uri="{FF2B5EF4-FFF2-40B4-BE49-F238E27FC236}">
                  <a16:creationId xmlns:a16="http://schemas.microsoft.com/office/drawing/2014/main" id="{DB17DF48-39F6-4F07-B33D-BB0C916F6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145"/>
              <a:ext cx="40" cy="80"/>
            </a:xfrm>
            <a:custGeom>
              <a:avLst/>
              <a:gdLst>
                <a:gd name="T0" fmla="*/ 250 w 16"/>
                <a:gd name="T1" fmla="*/ 0 h 30"/>
                <a:gd name="T2" fmla="*/ 145 w 16"/>
                <a:gd name="T3" fmla="*/ 149 h 30"/>
                <a:gd name="T4" fmla="*/ 20 w 16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6" y="0"/>
                  </a:moveTo>
                  <a:cubicBezTo>
                    <a:pt x="16" y="4"/>
                    <a:pt x="12" y="6"/>
                    <a:pt x="9" y="8"/>
                  </a:cubicBezTo>
                  <a:cubicBezTo>
                    <a:pt x="4" y="13"/>
                    <a:pt x="0" y="22"/>
                    <a:pt x="1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8" name="Freeform 2819">
              <a:extLst>
                <a:ext uri="{FF2B5EF4-FFF2-40B4-BE49-F238E27FC236}">
                  <a16:creationId xmlns:a16="http://schemas.microsoft.com/office/drawing/2014/main" id="{AB2AFAD5-5DE9-4A44-81D2-060B55D6B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153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2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2" y="4"/>
                    <a:pt x="2" y="7"/>
                    <a:pt x="1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2820">
              <a:extLst>
                <a:ext uri="{FF2B5EF4-FFF2-40B4-BE49-F238E27FC236}">
                  <a16:creationId xmlns:a16="http://schemas.microsoft.com/office/drawing/2014/main" id="{41F89C10-46F1-46BD-AE6B-48BC8578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270"/>
              <a:ext cx="20" cy="56"/>
            </a:xfrm>
            <a:custGeom>
              <a:avLst/>
              <a:gdLst>
                <a:gd name="T0" fmla="*/ 33 w 8"/>
                <a:gd name="T1" fmla="*/ 397 h 21"/>
                <a:gd name="T2" fmla="*/ 125 w 8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2" y="21"/>
                  </a:moveTo>
                  <a:cubicBezTo>
                    <a:pt x="0" y="14"/>
                    <a:pt x="3" y="6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2821">
              <a:extLst>
                <a:ext uri="{FF2B5EF4-FFF2-40B4-BE49-F238E27FC236}">
                  <a16:creationId xmlns:a16="http://schemas.microsoft.com/office/drawing/2014/main" id="{0033BD47-246D-4AA3-A9E9-2546D63D1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257"/>
              <a:ext cx="23" cy="2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Freeform 2822">
              <a:extLst>
                <a:ext uri="{FF2B5EF4-FFF2-40B4-BE49-F238E27FC236}">
                  <a16:creationId xmlns:a16="http://schemas.microsoft.com/office/drawing/2014/main" id="{5CAFA3F6-11BA-4955-B7CC-24CB8176E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382"/>
              <a:ext cx="50" cy="61"/>
            </a:xfrm>
            <a:custGeom>
              <a:avLst/>
              <a:gdLst>
                <a:gd name="T0" fmla="*/ 0 w 20"/>
                <a:gd name="T1" fmla="*/ 430 h 23"/>
                <a:gd name="T2" fmla="*/ 95 w 20"/>
                <a:gd name="T3" fmla="*/ 239 h 23"/>
                <a:gd name="T4" fmla="*/ 188 w 20"/>
                <a:gd name="T5" fmla="*/ 0 h 23"/>
                <a:gd name="T6" fmla="*/ 250 w 20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3"/>
                  </a:moveTo>
                  <a:cubicBezTo>
                    <a:pt x="4" y="21"/>
                    <a:pt x="6" y="18"/>
                    <a:pt x="6" y="13"/>
                  </a:cubicBezTo>
                  <a:cubicBezTo>
                    <a:pt x="7" y="11"/>
                    <a:pt x="8" y="0"/>
                    <a:pt x="12" y="0"/>
                  </a:cubicBezTo>
                  <a:cubicBezTo>
                    <a:pt x="20" y="2"/>
                    <a:pt x="8" y="18"/>
                    <a:pt x="16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Freeform 2823">
              <a:extLst>
                <a:ext uri="{FF2B5EF4-FFF2-40B4-BE49-F238E27FC236}">
                  <a16:creationId xmlns:a16="http://schemas.microsoft.com/office/drawing/2014/main" id="{26B8AEC2-96AB-469E-AC9D-6A346B58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355"/>
              <a:ext cx="23" cy="30"/>
            </a:xfrm>
            <a:custGeom>
              <a:avLst/>
              <a:gdLst>
                <a:gd name="T0" fmla="*/ 0 w 9"/>
                <a:gd name="T1" fmla="*/ 224 h 11"/>
                <a:gd name="T2" fmla="*/ 84 w 9"/>
                <a:gd name="T3" fmla="*/ 22 h 11"/>
                <a:gd name="T4" fmla="*/ 130 w 9"/>
                <a:gd name="T5" fmla="*/ 18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1" y="9"/>
                    <a:pt x="3" y="2"/>
                    <a:pt x="5" y="1"/>
                  </a:cubicBezTo>
                  <a:cubicBezTo>
                    <a:pt x="8" y="0"/>
                    <a:pt x="9" y="7"/>
                    <a:pt x="8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2824">
              <a:extLst>
                <a:ext uri="{FF2B5EF4-FFF2-40B4-BE49-F238E27FC236}">
                  <a16:creationId xmlns:a16="http://schemas.microsoft.com/office/drawing/2014/main" id="{F2AE5035-41CB-4D89-A619-CA4DF3849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249"/>
              <a:ext cx="87" cy="50"/>
            </a:xfrm>
            <a:custGeom>
              <a:avLst/>
              <a:gdLst>
                <a:gd name="T0" fmla="*/ 0 w 35"/>
                <a:gd name="T1" fmla="*/ 347 h 19"/>
                <a:gd name="T2" fmla="*/ 199 w 35"/>
                <a:gd name="T3" fmla="*/ 221 h 19"/>
                <a:gd name="T4" fmla="*/ 537 w 35"/>
                <a:gd name="T5" fmla="*/ 5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19"/>
                  </a:moveTo>
                  <a:cubicBezTo>
                    <a:pt x="7" y="19"/>
                    <a:pt x="8" y="17"/>
                    <a:pt x="13" y="12"/>
                  </a:cubicBezTo>
                  <a:cubicBezTo>
                    <a:pt x="18" y="6"/>
                    <a:pt x="27" y="0"/>
                    <a:pt x="35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2825">
              <a:extLst>
                <a:ext uri="{FF2B5EF4-FFF2-40B4-BE49-F238E27FC236}">
                  <a16:creationId xmlns:a16="http://schemas.microsoft.com/office/drawing/2014/main" id="{A6C7A578-0785-4136-A878-EFB3FF4BD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182"/>
              <a:ext cx="10" cy="29"/>
            </a:xfrm>
            <a:custGeom>
              <a:avLst/>
              <a:gdLst>
                <a:gd name="T0" fmla="*/ 63 w 4"/>
                <a:gd name="T1" fmla="*/ 0 h 11"/>
                <a:gd name="T2" fmla="*/ 0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Freeform 2826">
              <a:extLst>
                <a:ext uri="{FF2B5EF4-FFF2-40B4-BE49-F238E27FC236}">
                  <a16:creationId xmlns:a16="http://schemas.microsoft.com/office/drawing/2014/main" id="{E6B28B3F-4CCA-4C3E-B12D-306D7B645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193"/>
              <a:ext cx="33" cy="37"/>
            </a:xfrm>
            <a:custGeom>
              <a:avLst/>
              <a:gdLst>
                <a:gd name="T0" fmla="*/ 213 w 13"/>
                <a:gd name="T1" fmla="*/ 0 h 14"/>
                <a:gd name="T2" fmla="*/ 96 w 13"/>
                <a:gd name="T3" fmla="*/ 77 h 14"/>
                <a:gd name="T4" fmla="*/ 20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2" y="3"/>
                    <a:pt x="8" y="3"/>
                    <a:pt x="6" y="4"/>
                  </a:cubicBezTo>
                  <a:cubicBezTo>
                    <a:pt x="3" y="6"/>
                    <a:pt x="0" y="10"/>
                    <a:pt x="1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Freeform 2827">
              <a:extLst>
                <a:ext uri="{FF2B5EF4-FFF2-40B4-BE49-F238E27FC236}">
                  <a16:creationId xmlns:a16="http://schemas.microsoft.com/office/drawing/2014/main" id="{5425BA2E-E066-4D20-9B09-6D683728E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166"/>
              <a:ext cx="28" cy="40"/>
            </a:xfrm>
            <a:custGeom>
              <a:avLst/>
              <a:gdLst>
                <a:gd name="T0" fmla="*/ 97 w 11"/>
                <a:gd name="T1" fmla="*/ 0 h 15"/>
                <a:gd name="T2" fmla="*/ 0 w 11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6" y="0"/>
                  </a:moveTo>
                  <a:cubicBezTo>
                    <a:pt x="11" y="6"/>
                    <a:pt x="4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2828">
              <a:extLst>
                <a:ext uri="{FF2B5EF4-FFF2-40B4-BE49-F238E27FC236}">
                  <a16:creationId xmlns:a16="http://schemas.microsoft.com/office/drawing/2014/main" id="{35D11719-7DC9-425F-B058-FD9C511CD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057"/>
              <a:ext cx="63" cy="42"/>
            </a:xfrm>
            <a:custGeom>
              <a:avLst/>
              <a:gdLst>
                <a:gd name="T0" fmla="*/ 0 w 25"/>
                <a:gd name="T1" fmla="*/ 0 h 16"/>
                <a:gd name="T2" fmla="*/ 242 w 25"/>
                <a:gd name="T3" fmla="*/ 76 h 16"/>
                <a:gd name="T4" fmla="*/ 305 w 25"/>
                <a:gd name="T5" fmla="*/ 200 h 16"/>
                <a:gd name="T6" fmla="*/ 401 w 25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6">
                  <a:moveTo>
                    <a:pt x="0" y="0"/>
                  </a:moveTo>
                  <a:cubicBezTo>
                    <a:pt x="5" y="2"/>
                    <a:pt x="11" y="0"/>
                    <a:pt x="15" y="4"/>
                  </a:cubicBezTo>
                  <a:cubicBezTo>
                    <a:pt x="18" y="6"/>
                    <a:pt x="18" y="9"/>
                    <a:pt x="19" y="11"/>
                  </a:cubicBezTo>
                  <a:cubicBezTo>
                    <a:pt x="20" y="14"/>
                    <a:pt x="23" y="14"/>
                    <a:pt x="25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2829">
              <a:extLst>
                <a:ext uri="{FF2B5EF4-FFF2-40B4-BE49-F238E27FC236}">
                  <a16:creationId xmlns:a16="http://schemas.microsoft.com/office/drawing/2014/main" id="{9B97DAB2-082C-469D-B2AC-A1BD1D8FA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083"/>
              <a:ext cx="25" cy="43"/>
            </a:xfrm>
            <a:custGeom>
              <a:avLst/>
              <a:gdLst>
                <a:gd name="T0" fmla="*/ 0 w 10"/>
                <a:gd name="T1" fmla="*/ 0 h 16"/>
                <a:gd name="T2" fmla="*/ 95 w 10"/>
                <a:gd name="T3" fmla="*/ 137 h 16"/>
                <a:gd name="T4" fmla="*/ 158 w 10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2"/>
                    <a:pt x="5" y="3"/>
                    <a:pt x="6" y="7"/>
                  </a:cubicBezTo>
                  <a:cubicBezTo>
                    <a:pt x="7" y="10"/>
                    <a:pt x="7" y="15"/>
                    <a:pt x="1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Freeform 2830">
              <a:extLst>
                <a:ext uri="{FF2B5EF4-FFF2-40B4-BE49-F238E27FC236}">
                  <a16:creationId xmlns:a16="http://schemas.microsoft.com/office/drawing/2014/main" id="{295865AA-FC25-4102-A314-C43EBD46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073"/>
              <a:ext cx="22" cy="45"/>
            </a:xfrm>
            <a:custGeom>
              <a:avLst/>
              <a:gdLst>
                <a:gd name="T0" fmla="*/ 42 w 9"/>
                <a:gd name="T1" fmla="*/ 315 h 17"/>
                <a:gd name="T2" fmla="*/ 103 w 9"/>
                <a:gd name="T3" fmla="*/ 90 h 17"/>
                <a:gd name="T4" fmla="*/ 12 w 9"/>
                <a:gd name="T5" fmla="*/ 1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17"/>
                  </a:moveTo>
                  <a:cubicBezTo>
                    <a:pt x="0" y="13"/>
                    <a:pt x="9" y="8"/>
                    <a:pt x="7" y="5"/>
                  </a:cubicBezTo>
                  <a:cubicBezTo>
                    <a:pt x="6" y="0"/>
                    <a:pt x="2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Freeform 2831">
              <a:extLst>
                <a:ext uri="{FF2B5EF4-FFF2-40B4-BE49-F238E27FC236}">
                  <a16:creationId xmlns:a16="http://schemas.microsoft.com/office/drawing/2014/main" id="{95BD8E44-A46F-4442-B50B-07C35FF1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870"/>
              <a:ext cx="23" cy="51"/>
            </a:xfrm>
            <a:custGeom>
              <a:avLst/>
              <a:gdLst>
                <a:gd name="T0" fmla="*/ 151 w 9"/>
                <a:gd name="T1" fmla="*/ 0 h 19"/>
                <a:gd name="T2" fmla="*/ 0 w 9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2" y="3"/>
                    <a:pt x="4" y="13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2832">
              <a:extLst>
                <a:ext uri="{FF2B5EF4-FFF2-40B4-BE49-F238E27FC236}">
                  <a16:creationId xmlns:a16="http://schemas.microsoft.com/office/drawing/2014/main" id="{103F2F50-B2F0-4159-A4A7-339C91508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950"/>
              <a:ext cx="42" cy="69"/>
            </a:xfrm>
            <a:custGeom>
              <a:avLst/>
              <a:gdLst>
                <a:gd name="T0" fmla="*/ 257 w 17"/>
                <a:gd name="T1" fmla="*/ 0 h 26"/>
                <a:gd name="T2" fmla="*/ 195 w 17"/>
                <a:gd name="T3" fmla="*/ 295 h 26"/>
                <a:gd name="T4" fmla="*/ 0 w 17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3" y="4"/>
                    <a:pt x="14" y="11"/>
                    <a:pt x="13" y="16"/>
                  </a:cubicBezTo>
                  <a:cubicBezTo>
                    <a:pt x="11" y="23"/>
                    <a:pt x="7" y="25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2833">
              <a:extLst>
                <a:ext uri="{FF2B5EF4-FFF2-40B4-BE49-F238E27FC236}">
                  <a16:creationId xmlns:a16="http://schemas.microsoft.com/office/drawing/2014/main" id="{911EBFA1-CF9E-428D-A9E7-69AD3541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923"/>
              <a:ext cx="45" cy="62"/>
            </a:xfrm>
            <a:custGeom>
              <a:avLst/>
              <a:gdLst>
                <a:gd name="T0" fmla="*/ 125 w 18"/>
                <a:gd name="T1" fmla="*/ 0 h 23"/>
                <a:gd name="T2" fmla="*/ 20 w 18"/>
                <a:gd name="T3" fmla="*/ 253 h 23"/>
                <a:gd name="T4" fmla="*/ 283 w 18"/>
                <a:gd name="T5" fmla="*/ 29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8" y="0"/>
                  </a:moveTo>
                  <a:cubicBezTo>
                    <a:pt x="8" y="5"/>
                    <a:pt x="0" y="7"/>
                    <a:pt x="1" y="13"/>
                  </a:cubicBezTo>
                  <a:cubicBezTo>
                    <a:pt x="2" y="23"/>
                    <a:pt x="13" y="17"/>
                    <a:pt x="18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2834">
              <a:extLst>
                <a:ext uri="{FF2B5EF4-FFF2-40B4-BE49-F238E27FC236}">
                  <a16:creationId xmlns:a16="http://schemas.microsoft.com/office/drawing/2014/main" id="{F09E6E76-4F9F-462C-A896-A7638482F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369"/>
              <a:ext cx="167" cy="128"/>
            </a:xfrm>
            <a:custGeom>
              <a:avLst/>
              <a:gdLst>
                <a:gd name="T0" fmla="*/ 404 w 67"/>
                <a:gd name="T1" fmla="*/ 0 h 48"/>
                <a:gd name="T2" fmla="*/ 137 w 67"/>
                <a:gd name="T3" fmla="*/ 264 h 48"/>
                <a:gd name="T4" fmla="*/ 12 w 67"/>
                <a:gd name="T5" fmla="*/ 648 h 48"/>
                <a:gd name="T6" fmla="*/ 229 w 67"/>
                <a:gd name="T7" fmla="*/ 888 h 48"/>
                <a:gd name="T8" fmla="*/ 496 w 67"/>
                <a:gd name="T9" fmla="*/ 819 h 48"/>
                <a:gd name="T10" fmla="*/ 900 w 67"/>
                <a:gd name="T11" fmla="*/ 776 h 48"/>
                <a:gd name="T12" fmla="*/ 962 w 67"/>
                <a:gd name="T13" fmla="*/ 264 h 48"/>
                <a:gd name="T14" fmla="*/ 404 w 67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8">
                  <a:moveTo>
                    <a:pt x="26" y="0"/>
                  </a:moveTo>
                  <a:cubicBezTo>
                    <a:pt x="20" y="1"/>
                    <a:pt x="13" y="6"/>
                    <a:pt x="9" y="14"/>
                  </a:cubicBezTo>
                  <a:cubicBezTo>
                    <a:pt x="6" y="19"/>
                    <a:pt x="0" y="28"/>
                    <a:pt x="1" y="34"/>
                  </a:cubicBezTo>
                  <a:cubicBezTo>
                    <a:pt x="2" y="39"/>
                    <a:pt x="9" y="47"/>
                    <a:pt x="15" y="47"/>
                  </a:cubicBezTo>
                  <a:cubicBezTo>
                    <a:pt x="21" y="48"/>
                    <a:pt x="26" y="42"/>
                    <a:pt x="32" y="43"/>
                  </a:cubicBezTo>
                  <a:cubicBezTo>
                    <a:pt x="41" y="43"/>
                    <a:pt x="50" y="46"/>
                    <a:pt x="58" y="41"/>
                  </a:cubicBezTo>
                  <a:cubicBezTo>
                    <a:pt x="67" y="35"/>
                    <a:pt x="67" y="23"/>
                    <a:pt x="62" y="14"/>
                  </a:cubicBezTo>
                  <a:cubicBezTo>
                    <a:pt x="57" y="3"/>
                    <a:pt x="37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2835">
              <a:extLst>
                <a:ext uri="{FF2B5EF4-FFF2-40B4-BE49-F238E27FC236}">
                  <a16:creationId xmlns:a16="http://schemas.microsoft.com/office/drawing/2014/main" id="{1475E021-796E-4658-9954-9447FBAB2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3235"/>
              <a:ext cx="145" cy="147"/>
            </a:xfrm>
            <a:custGeom>
              <a:avLst/>
              <a:gdLst>
                <a:gd name="T0" fmla="*/ 720 w 58"/>
                <a:gd name="T1" fmla="*/ 136 h 55"/>
                <a:gd name="T2" fmla="*/ 470 w 58"/>
                <a:gd name="T3" fmla="*/ 56 h 55"/>
                <a:gd name="T4" fmla="*/ 158 w 58"/>
                <a:gd name="T5" fmla="*/ 115 h 55"/>
                <a:gd name="T6" fmla="*/ 33 w 58"/>
                <a:gd name="T7" fmla="*/ 535 h 55"/>
                <a:gd name="T8" fmla="*/ 33 w 58"/>
                <a:gd name="T9" fmla="*/ 535 h 55"/>
                <a:gd name="T10" fmla="*/ 63 w 58"/>
                <a:gd name="T11" fmla="*/ 649 h 55"/>
                <a:gd name="T12" fmla="*/ 0 w 58"/>
                <a:gd name="T13" fmla="*/ 901 h 55"/>
                <a:gd name="T14" fmla="*/ 0 w 58"/>
                <a:gd name="T15" fmla="*/ 957 h 55"/>
                <a:gd name="T16" fmla="*/ 408 w 58"/>
                <a:gd name="T17" fmla="*/ 1050 h 55"/>
                <a:gd name="T18" fmla="*/ 488 w 58"/>
                <a:gd name="T19" fmla="*/ 994 h 55"/>
                <a:gd name="T20" fmla="*/ 783 w 58"/>
                <a:gd name="T21" fmla="*/ 743 h 55"/>
                <a:gd name="T22" fmla="*/ 833 w 58"/>
                <a:gd name="T23" fmla="*/ 556 h 55"/>
                <a:gd name="T24" fmla="*/ 875 w 58"/>
                <a:gd name="T25" fmla="*/ 401 h 55"/>
                <a:gd name="T26" fmla="*/ 720 w 58"/>
                <a:gd name="T27" fmla="*/ 136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55">
                  <a:moveTo>
                    <a:pt x="46" y="7"/>
                  </a:moveTo>
                  <a:cubicBezTo>
                    <a:pt x="41" y="4"/>
                    <a:pt x="36" y="4"/>
                    <a:pt x="30" y="3"/>
                  </a:cubicBezTo>
                  <a:cubicBezTo>
                    <a:pt x="22" y="2"/>
                    <a:pt x="16" y="0"/>
                    <a:pt x="10" y="6"/>
                  </a:cubicBezTo>
                  <a:cubicBezTo>
                    <a:pt x="5" y="13"/>
                    <a:pt x="1" y="19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30"/>
                    <a:pt x="3" y="32"/>
                    <a:pt x="4" y="34"/>
                  </a:cubicBezTo>
                  <a:cubicBezTo>
                    <a:pt x="5" y="39"/>
                    <a:pt x="3" y="44"/>
                    <a:pt x="0" y="47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8" y="50"/>
                    <a:pt x="18" y="52"/>
                    <a:pt x="26" y="55"/>
                  </a:cubicBezTo>
                  <a:cubicBezTo>
                    <a:pt x="28" y="54"/>
                    <a:pt x="29" y="53"/>
                    <a:pt x="31" y="52"/>
                  </a:cubicBezTo>
                  <a:cubicBezTo>
                    <a:pt x="39" y="50"/>
                    <a:pt x="45" y="46"/>
                    <a:pt x="50" y="39"/>
                  </a:cubicBezTo>
                  <a:cubicBezTo>
                    <a:pt x="52" y="35"/>
                    <a:pt x="52" y="33"/>
                    <a:pt x="53" y="29"/>
                  </a:cubicBezTo>
                  <a:cubicBezTo>
                    <a:pt x="53" y="26"/>
                    <a:pt x="55" y="24"/>
                    <a:pt x="56" y="21"/>
                  </a:cubicBezTo>
                  <a:cubicBezTo>
                    <a:pt x="58" y="15"/>
                    <a:pt x="51" y="10"/>
                    <a:pt x="46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2836">
              <a:extLst>
                <a:ext uri="{FF2B5EF4-FFF2-40B4-BE49-F238E27FC236}">
                  <a16:creationId xmlns:a16="http://schemas.microsoft.com/office/drawing/2014/main" id="{9BB2A8A7-995B-4514-BB99-B276FB406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37"/>
              <a:ext cx="145" cy="128"/>
            </a:xfrm>
            <a:custGeom>
              <a:avLst/>
              <a:gdLst>
                <a:gd name="T0" fmla="*/ 645 w 58"/>
                <a:gd name="T1" fmla="*/ 149 h 48"/>
                <a:gd name="T2" fmla="*/ 488 w 58"/>
                <a:gd name="T3" fmla="*/ 35 h 48"/>
                <a:gd name="T4" fmla="*/ 283 w 58"/>
                <a:gd name="T5" fmla="*/ 21 h 48"/>
                <a:gd name="T6" fmla="*/ 125 w 58"/>
                <a:gd name="T7" fmla="*/ 149 h 48"/>
                <a:gd name="T8" fmla="*/ 63 w 58"/>
                <a:gd name="T9" fmla="*/ 264 h 48"/>
                <a:gd name="T10" fmla="*/ 0 w 58"/>
                <a:gd name="T11" fmla="*/ 491 h 48"/>
                <a:gd name="T12" fmla="*/ 208 w 58"/>
                <a:gd name="T13" fmla="*/ 760 h 48"/>
                <a:gd name="T14" fmla="*/ 675 w 58"/>
                <a:gd name="T15" fmla="*/ 739 h 48"/>
                <a:gd name="T16" fmla="*/ 645 w 58"/>
                <a:gd name="T17" fmla="*/ 149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48">
                  <a:moveTo>
                    <a:pt x="41" y="8"/>
                  </a:moveTo>
                  <a:cubicBezTo>
                    <a:pt x="38" y="7"/>
                    <a:pt x="35" y="3"/>
                    <a:pt x="31" y="2"/>
                  </a:cubicBezTo>
                  <a:cubicBezTo>
                    <a:pt x="27" y="0"/>
                    <a:pt x="22" y="0"/>
                    <a:pt x="18" y="1"/>
                  </a:cubicBezTo>
                  <a:cubicBezTo>
                    <a:pt x="14" y="2"/>
                    <a:pt x="10" y="5"/>
                    <a:pt x="8" y="8"/>
                  </a:cubicBezTo>
                  <a:cubicBezTo>
                    <a:pt x="7" y="11"/>
                    <a:pt x="6" y="13"/>
                    <a:pt x="4" y="14"/>
                  </a:cubicBezTo>
                  <a:cubicBezTo>
                    <a:pt x="5" y="18"/>
                    <a:pt x="3" y="22"/>
                    <a:pt x="0" y="26"/>
                  </a:cubicBezTo>
                  <a:cubicBezTo>
                    <a:pt x="2" y="32"/>
                    <a:pt x="7" y="37"/>
                    <a:pt x="13" y="40"/>
                  </a:cubicBezTo>
                  <a:cubicBezTo>
                    <a:pt x="27" y="47"/>
                    <a:pt x="31" y="48"/>
                    <a:pt x="43" y="39"/>
                  </a:cubicBezTo>
                  <a:cubicBezTo>
                    <a:pt x="58" y="26"/>
                    <a:pt x="54" y="14"/>
                    <a:pt x="41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2837">
              <a:extLst>
                <a:ext uri="{FF2B5EF4-FFF2-40B4-BE49-F238E27FC236}">
                  <a16:creationId xmlns:a16="http://schemas.microsoft.com/office/drawing/2014/main" id="{4EED6BE7-1C21-46EC-9EBF-DF2C6E6C9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313"/>
              <a:ext cx="190" cy="162"/>
            </a:xfrm>
            <a:custGeom>
              <a:avLst/>
              <a:gdLst>
                <a:gd name="T0" fmla="*/ 813 w 76"/>
                <a:gd name="T1" fmla="*/ 260 h 61"/>
                <a:gd name="T2" fmla="*/ 220 w 76"/>
                <a:gd name="T3" fmla="*/ 170 h 61"/>
                <a:gd name="T4" fmla="*/ 208 w 76"/>
                <a:gd name="T5" fmla="*/ 170 h 61"/>
                <a:gd name="T6" fmla="*/ 208 w 76"/>
                <a:gd name="T7" fmla="*/ 191 h 61"/>
                <a:gd name="T8" fmla="*/ 125 w 76"/>
                <a:gd name="T9" fmla="*/ 282 h 61"/>
                <a:gd name="T10" fmla="*/ 125 w 76"/>
                <a:gd name="T11" fmla="*/ 282 h 61"/>
                <a:gd name="T12" fmla="*/ 125 w 76"/>
                <a:gd name="T13" fmla="*/ 297 h 61"/>
                <a:gd name="T14" fmla="*/ 63 w 76"/>
                <a:gd name="T15" fmla="*/ 337 h 61"/>
                <a:gd name="T16" fmla="*/ 0 w 76"/>
                <a:gd name="T17" fmla="*/ 523 h 61"/>
                <a:gd name="T18" fmla="*/ 125 w 76"/>
                <a:gd name="T19" fmla="*/ 826 h 61"/>
                <a:gd name="T20" fmla="*/ 458 w 76"/>
                <a:gd name="T21" fmla="*/ 1107 h 61"/>
                <a:gd name="T22" fmla="*/ 908 w 76"/>
                <a:gd name="T23" fmla="*/ 1009 h 61"/>
                <a:gd name="T24" fmla="*/ 813 w 76"/>
                <a:gd name="T25" fmla="*/ 260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61">
                  <a:moveTo>
                    <a:pt x="52" y="14"/>
                  </a:moveTo>
                  <a:cubicBezTo>
                    <a:pt x="42" y="0"/>
                    <a:pt x="27" y="6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10"/>
                  </a:cubicBezTo>
                  <a:cubicBezTo>
                    <a:pt x="11" y="12"/>
                    <a:pt x="10" y="13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6"/>
                  </a:cubicBezTo>
                  <a:cubicBezTo>
                    <a:pt x="6" y="17"/>
                    <a:pt x="5" y="18"/>
                    <a:pt x="4" y="18"/>
                  </a:cubicBezTo>
                  <a:cubicBezTo>
                    <a:pt x="2" y="21"/>
                    <a:pt x="0" y="25"/>
                    <a:pt x="0" y="28"/>
                  </a:cubicBezTo>
                  <a:cubicBezTo>
                    <a:pt x="0" y="36"/>
                    <a:pt x="3" y="40"/>
                    <a:pt x="8" y="44"/>
                  </a:cubicBezTo>
                  <a:cubicBezTo>
                    <a:pt x="14" y="49"/>
                    <a:pt x="21" y="57"/>
                    <a:pt x="29" y="59"/>
                  </a:cubicBezTo>
                  <a:cubicBezTo>
                    <a:pt x="36" y="61"/>
                    <a:pt x="52" y="58"/>
                    <a:pt x="58" y="54"/>
                  </a:cubicBezTo>
                  <a:cubicBezTo>
                    <a:pt x="76" y="44"/>
                    <a:pt x="60" y="25"/>
                    <a:pt x="52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2838">
              <a:extLst>
                <a:ext uri="{FF2B5EF4-FFF2-40B4-BE49-F238E27FC236}">
                  <a16:creationId xmlns:a16="http://schemas.microsoft.com/office/drawing/2014/main" id="{E30F90AE-88E2-404B-A4D1-757057C2B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419"/>
              <a:ext cx="60" cy="54"/>
            </a:xfrm>
            <a:custGeom>
              <a:avLst/>
              <a:gdLst>
                <a:gd name="T0" fmla="*/ 0 w 24"/>
                <a:gd name="T1" fmla="*/ 394 h 20"/>
                <a:gd name="T2" fmla="*/ 250 w 24"/>
                <a:gd name="T3" fmla="*/ 22 h 20"/>
                <a:gd name="T4" fmla="*/ 283 w 24"/>
                <a:gd name="T5" fmla="*/ 33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cubicBezTo>
                    <a:pt x="10" y="18"/>
                    <a:pt x="9" y="1"/>
                    <a:pt x="16" y="1"/>
                  </a:cubicBezTo>
                  <a:cubicBezTo>
                    <a:pt x="24" y="0"/>
                    <a:pt x="13" y="14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Freeform 2839">
              <a:extLst>
                <a:ext uri="{FF2B5EF4-FFF2-40B4-BE49-F238E27FC236}">
                  <a16:creationId xmlns:a16="http://schemas.microsoft.com/office/drawing/2014/main" id="{82A8948D-707E-4C74-BCEA-266B2BF8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382"/>
              <a:ext cx="55" cy="56"/>
            </a:xfrm>
            <a:custGeom>
              <a:avLst/>
              <a:gdLst>
                <a:gd name="T0" fmla="*/ 0 w 22"/>
                <a:gd name="T1" fmla="*/ 21 h 21"/>
                <a:gd name="T2" fmla="*/ 95 w 22"/>
                <a:gd name="T3" fmla="*/ 227 h 21"/>
                <a:gd name="T4" fmla="*/ 345 w 22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0" y="1"/>
                  </a:moveTo>
                  <a:cubicBezTo>
                    <a:pt x="7" y="0"/>
                    <a:pt x="4" y="8"/>
                    <a:pt x="6" y="12"/>
                  </a:cubicBezTo>
                  <a:cubicBezTo>
                    <a:pt x="9" y="21"/>
                    <a:pt x="16" y="19"/>
                    <a:pt x="22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Freeform 2840">
              <a:extLst>
                <a:ext uri="{FF2B5EF4-FFF2-40B4-BE49-F238E27FC236}">
                  <a16:creationId xmlns:a16="http://schemas.microsoft.com/office/drawing/2014/main" id="{15C73204-E0E9-4B00-958C-29B58321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171"/>
              <a:ext cx="52" cy="62"/>
            </a:xfrm>
            <a:custGeom>
              <a:avLst/>
              <a:gdLst>
                <a:gd name="T0" fmla="*/ 307 w 21"/>
                <a:gd name="T1" fmla="*/ 0 h 23"/>
                <a:gd name="T2" fmla="*/ 0 w 21"/>
                <a:gd name="T3" fmla="*/ 19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20" y="0"/>
                  </a:moveTo>
                  <a:cubicBezTo>
                    <a:pt x="21" y="7"/>
                    <a:pt x="2" y="2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2841">
              <a:extLst>
                <a:ext uri="{FF2B5EF4-FFF2-40B4-BE49-F238E27FC236}">
                  <a16:creationId xmlns:a16="http://schemas.microsoft.com/office/drawing/2014/main" id="{EC2F1D3A-D694-41E2-89FB-BA44E57EE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37"/>
              <a:ext cx="140" cy="125"/>
            </a:xfrm>
            <a:custGeom>
              <a:avLst/>
              <a:gdLst>
                <a:gd name="T0" fmla="*/ 708 w 56"/>
                <a:gd name="T1" fmla="*/ 226 h 47"/>
                <a:gd name="T2" fmla="*/ 125 w 56"/>
                <a:gd name="T3" fmla="*/ 226 h 47"/>
                <a:gd name="T4" fmla="*/ 63 w 56"/>
                <a:gd name="T5" fmla="*/ 694 h 47"/>
                <a:gd name="T6" fmla="*/ 63 w 56"/>
                <a:gd name="T7" fmla="*/ 715 h 47"/>
                <a:gd name="T8" fmla="*/ 145 w 56"/>
                <a:gd name="T9" fmla="*/ 750 h 47"/>
                <a:gd name="T10" fmla="*/ 208 w 56"/>
                <a:gd name="T11" fmla="*/ 862 h 47"/>
                <a:gd name="T12" fmla="*/ 283 w 56"/>
                <a:gd name="T13" fmla="*/ 862 h 47"/>
                <a:gd name="T14" fmla="*/ 583 w 56"/>
                <a:gd name="T15" fmla="*/ 848 h 47"/>
                <a:gd name="T16" fmla="*/ 708 w 56"/>
                <a:gd name="T17" fmla="*/ 22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7">
                  <a:moveTo>
                    <a:pt x="45" y="12"/>
                  </a:moveTo>
                  <a:cubicBezTo>
                    <a:pt x="36" y="4"/>
                    <a:pt x="16" y="0"/>
                    <a:pt x="8" y="12"/>
                  </a:cubicBezTo>
                  <a:cubicBezTo>
                    <a:pt x="5" y="17"/>
                    <a:pt x="0" y="33"/>
                    <a:pt x="4" y="37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6" y="38"/>
                    <a:pt x="7" y="39"/>
                    <a:pt x="9" y="40"/>
                  </a:cubicBezTo>
                  <a:cubicBezTo>
                    <a:pt x="11" y="42"/>
                    <a:pt x="12" y="44"/>
                    <a:pt x="13" y="46"/>
                  </a:cubicBezTo>
                  <a:cubicBezTo>
                    <a:pt x="14" y="46"/>
                    <a:pt x="16" y="46"/>
                    <a:pt x="18" y="46"/>
                  </a:cubicBezTo>
                  <a:cubicBezTo>
                    <a:pt x="24" y="47"/>
                    <a:pt x="31" y="46"/>
                    <a:pt x="37" y="45"/>
                  </a:cubicBezTo>
                  <a:cubicBezTo>
                    <a:pt x="54" y="44"/>
                    <a:pt x="56" y="23"/>
                    <a:pt x="45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2842">
              <a:extLst>
                <a:ext uri="{FF2B5EF4-FFF2-40B4-BE49-F238E27FC236}">
                  <a16:creationId xmlns:a16="http://schemas.microsoft.com/office/drawing/2014/main" id="{B9CABDDA-0A11-4C8C-A3AD-3A988583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774"/>
              <a:ext cx="50" cy="43"/>
            </a:xfrm>
            <a:custGeom>
              <a:avLst/>
              <a:gdLst>
                <a:gd name="T0" fmla="*/ 145 w 20"/>
                <a:gd name="T1" fmla="*/ 0 h 16"/>
                <a:gd name="T2" fmla="*/ 0 w 20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9" y="0"/>
                  </a:moveTo>
                  <a:cubicBezTo>
                    <a:pt x="20" y="2"/>
                    <a:pt x="6" y="15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2843">
              <a:extLst>
                <a:ext uri="{FF2B5EF4-FFF2-40B4-BE49-F238E27FC236}">
                  <a16:creationId xmlns:a16="http://schemas.microsoft.com/office/drawing/2014/main" id="{119C9BF9-7474-4667-8273-D1314F25E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779"/>
              <a:ext cx="198" cy="176"/>
            </a:xfrm>
            <a:custGeom>
              <a:avLst/>
              <a:gdLst>
                <a:gd name="T0" fmla="*/ 175 w 79"/>
                <a:gd name="T1" fmla="*/ 776 h 66"/>
                <a:gd name="T2" fmla="*/ 113 w 79"/>
                <a:gd name="T3" fmla="*/ 1080 h 66"/>
                <a:gd name="T4" fmla="*/ 221 w 79"/>
                <a:gd name="T5" fmla="*/ 1080 h 66"/>
                <a:gd name="T6" fmla="*/ 409 w 79"/>
                <a:gd name="T7" fmla="*/ 1216 h 66"/>
                <a:gd name="T8" fmla="*/ 709 w 79"/>
                <a:gd name="T9" fmla="*/ 1117 h 66"/>
                <a:gd name="T10" fmla="*/ 1068 w 79"/>
                <a:gd name="T11" fmla="*/ 1101 h 66"/>
                <a:gd name="T12" fmla="*/ 1226 w 79"/>
                <a:gd name="T13" fmla="*/ 627 h 66"/>
                <a:gd name="T14" fmla="*/ 993 w 79"/>
                <a:gd name="T15" fmla="*/ 205 h 66"/>
                <a:gd name="T16" fmla="*/ 333 w 79"/>
                <a:gd name="T17" fmla="*/ 320 h 66"/>
                <a:gd name="T18" fmla="*/ 175 w 79"/>
                <a:gd name="T19" fmla="*/ 77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66">
                  <a:moveTo>
                    <a:pt x="11" y="41"/>
                  </a:moveTo>
                  <a:cubicBezTo>
                    <a:pt x="10" y="45"/>
                    <a:pt x="0" y="52"/>
                    <a:pt x="7" y="57"/>
                  </a:cubicBezTo>
                  <a:cubicBezTo>
                    <a:pt x="9" y="57"/>
                    <a:pt x="12" y="56"/>
                    <a:pt x="14" y="57"/>
                  </a:cubicBezTo>
                  <a:cubicBezTo>
                    <a:pt x="18" y="58"/>
                    <a:pt x="22" y="62"/>
                    <a:pt x="26" y="64"/>
                  </a:cubicBezTo>
                  <a:cubicBezTo>
                    <a:pt x="33" y="66"/>
                    <a:pt x="39" y="63"/>
                    <a:pt x="45" y="59"/>
                  </a:cubicBezTo>
                  <a:cubicBezTo>
                    <a:pt x="52" y="54"/>
                    <a:pt x="60" y="60"/>
                    <a:pt x="68" y="58"/>
                  </a:cubicBezTo>
                  <a:cubicBezTo>
                    <a:pt x="78" y="55"/>
                    <a:pt x="79" y="41"/>
                    <a:pt x="78" y="33"/>
                  </a:cubicBezTo>
                  <a:cubicBezTo>
                    <a:pt x="77" y="23"/>
                    <a:pt x="70" y="16"/>
                    <a:pt x="63" y="11"/>
                  </a:cubicBezTo>
                  <a:cubicBezTo>
                    <a:pt x="48" y="0"/>
                    <a:pt x="32" y="7"/>
                    <a:pt x="21" y="17"/>
                  </a:cubicBezTo>
                  <a:cubicBezTo>
                    <a:pt x="11" y="25"/>
                    <a:pt x="12" y="38"/>
                    <a:pt x="11" y="4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2844">
              <a:extLst>
                <a:ext uri="{FF2B5EF4-FFF2-40B4-BE49-F238E27FC236}">
                  <a16:creationId xmlns:a16="http://schemas.microsoft.com/office/drawing/2014/main" id="{674604FF-3A99-461E-AB84-7B7EFEB6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662"/>
              <a:ext cx="133" cy="141"/>
            </a:xfrm>
            <a:custGeom>
              <a:avLst/>
              <a:gdLst>
                <a:gd name="T0" fmla="*/ 158 w 53"/>
                <a:gd name="T1" fmla="*/ 827 h 53"/>
                <a:gd name="T2" fmla="*/ 585 w 53"/>
                <a:gd name="T3" fmla="*/ 750 h 53"/>
                <a:gd name="T4" fmla="*/ 806 w 53"/>
                <a:gd name="T5" fmla="*/ 362 h 53"/>
                <a:gd name="T6" fmla="*/ 409 w 53"/>
                <a:gd name="T7" fmla="*/ 21 h 53"/>
                <a:gd name="T8" fmla="*/ 50 w 53"/>
                <a:gd name="T9" fmla="*/ 149 h 53"/>
                <a:gd name="T10" fmla="*/ 95 w 53"/>
                <a:gd name="T11" fmla="*/ 567 h 53"/>
                <a:gd name="T12" fmla="*/ 158 w 53"/>
                <a:gd name="T13" fmla="*/ 82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3">
                  <a:moveTo>
                    <a:pt x="10" y="44"/>
                  </a:moveTo>
                  <a:cubicBezTo>
                    <a:pt x="18" y="53"/>
                    <a:pt x="28" y="49"/>
                    <a:pt x="37" y="40"/>
                  </a:cubicBezTo>
                  <a:cubicBezTo>
                    <a:pt x="46" y="31"/>
                    <a:pt x="49" y="32"/>
                    <a:pt x="51" y="19"/>
                  </a:cubicBezTo>
                  <a:cubicBezTo>
                    <a:pt x="53" y="6"/>
                    <a:pt x="36" y="0"/>
                    <a:pt x="26" y="1"/>
                  </a:cubicBezTo>
                  <a:cubicBezTo>
                    <a:pt x="16" y="2"/>
                    <a:pt x="7" y="0"/>
                    <a:pt x="3" y="8"/>
                  </a:cubicBezTo>
                  <a:cubicBezTo>
                    <a:pt x="0" y="14"/>
                    <a:pt x="3" y="24"/>
                    <a:pt x="6" y="30"/>
                  </a:cubicBezTo>
                  <a:cubicBezTo>
                    <a:pt x="8" y="35"/>
                    <a:pt x="6" y="38"/>
                    <a:pt x="10" y="4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2845">
              <a:extLst>
                <a:ext uri="{FF2B5EF4-FFF2-40B4-BE49-F238E27FC236}">
                  <a16:creationId xmlns:a16="http://schemas.microsoft.com/office/drawing/2014/main" id="{A9541EAF-708A-4D56-9CC5-D18C08663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683"/>
              <a:ext cx="38" cy="64"/>
            </a:xfrm>
            <a:custGeom>
              <a:avLst/>
              <a:gdLst>
                <a:gd name="T0" fmla="*/ 0 w 15"/>
                <a:gd name="T1" fmla="*/ 0 h 24"/>
                <a:gd name="T2" fmla="*/ 225 w 15"/>
                <a:gd name="T3" fmla="*/ 285 h 24"/>
                <a:gd name="T4" fmla="*/ 147 w 1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7" y="3"/>
                    <a:pt x="13" y="6"/>
                    <a:pt x="14" y="15"/>
                  </a:cubicBezTo>
                  <a:cubicBezTo>
                    <a:pt x="15" y="20"/>
                    <a:pt x="14" y="22"/>
                    <a:pt x="9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2846">
              <a:extLst>
                <a:ext uri="{FF2B5EF4-FFF2-40B4-BE49-F238E27FC236}">
                  <a16:creationId xmlns:a16="http://schemas.microsoft.com/office/drawing/2014/main" id="{3500F4E9-3F86-414B-95C0-672CE7A8E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435"/>
              <a:ext cx="40" cy="6"/>
            </a:xfrm>
            <a:custGeom>
              <a:avLst/>
              <a:gdLst>
                <a:gd name="T0" fmla="*/ 0 w 16"/>
                <a:gd name="T1" fmla="*/ 0 h 2"/>
                <a:gd name="T2" fmla="*/ 250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3" y="2"/>
                    <a:pt x="14" y="1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2847">
              <a:extLst>
                <a:ext uri="{FF2B5EF4-FFF2-40B4-BE49-F238E27FC236}">
                  <a16:creationId xmlns:a16="http://schemas.microsoft.com/office/drawing/2014/main" id="{C975B57B-002A-4DA0-9135-AFB72F3E1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803"/>
              <a:ext cx="27" cy="46"/>
            </a:xfrm>
            <a:custGeom>
              <a:avLst/>
              <a:gdLst>
                <a:gd name="T0" fmla="*/ 162 w 11"/>
                <a:gd name="T1" fmla="*/ 0 h 17"/>
                <a:gd name="T2" fmla="*/ 0 w 11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5" y="2"/>
                    <a:pt x="0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2848">
              <a:extLst>
                <a:ext uri="{FF2B5EF4-FFF2-40B4-BE49-F238E27FC236}">
                  <a16:creationId xmlns:a16="http://schemas.microsoft.com/office/drawing/2014/main" id="{A6505077-C126-446C-85B7-E3048404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209"/>
              <a:ext cx="20" cy="13"/>
            </a:xfrm>
            <a:custGeom>
              <a:avLst/>
              <a:gdLst>
                <a:gd name="T0" fmla="*/ 113 w 8"/>
                <a:gd name="T1" fmla="*/ 88 h 5"/>
                <a:gd name="T2" fmla="*/ 0 w 8"/>
                <a:gd name="T3" fmla="*/ 55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7" y="5"/>
                  </a:moveTo>
                  <a:cubicBezTo>
                    <a:pt x="6" y="5"/>
                    <a:pt x="0" y="5"/>
                    <a:pt x="0" y="3"/>
                  </a:cubicBezTo>
                  <a:cubicBezTo>
                    <a:pt x="0" y="1"/>
                    <a:pt x="6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2849">
              <a:extLst>
                <a:ext uri="{FF2B5EF4-FFF2-40B4-BE49-F238E27FC236}">
                  <a16:creationId xmlns:a16="http://schemas.microsoft.com/office/drawing/2014/main" id="{BBFAA069-406C-460A-A15B-FEC5B839B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150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2850">
              <a:extLst>
                <a:ext uri="{FF2B5EF4-FFF2-40B4-BE49-F238E27FC236}">
                  <a16:creationId xmlns:a16="http://schemas.microsoft.com/office/drawing/2014/main" id="{AD2AD8B7-5ADD-424F-9F23-2810F296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243"/>
              <a:ext cx="15" cy="19"/>
            </a:xfrm>
            <a:custGeom>
              <a:avLst/>
              <a:gdLst>
                <a:gd name="T0" fmla="*/ 83 w 6"/>
                <a:gd name="T1" fmla="*/ 141 h 7"/>
                <a:gd name="T2" fmla="*/ 0 w 6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5" y="7"/>
                  </a:moveTo>
                  <a:cubicBezTo>
                    <a:pt x="6" y="1"/>
                    <a:pt x="0" y="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2851">
              <a:extLst>
                <a:ext uri="{FF2B5EF4-FFF2-40B4-BE49-F238E27FC236}">
                  <a16:creationId xmlns:a16="http://schemas.microsoft.com/office/drawing/2014/main" id="{EE928EDE-672A-46C4-9951-DDED642C2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206"/>
              <a:ext cx="18" cy="3"/>
            </a:xfrm>
            <a:custGeom>
              <a:avLst/>
              <a:gdLst>
                <a:gd name="T0" fmla="*/ 118 w 7"/>
                <a:gd name="T1" fmla="*/ 27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2852">
              <a:extLst>
                <a:ext uri="{FF2B5EF4-FFF2-40B4-BE49-F238E27FC236}">
                  <a16:creationId xmlns:a16="http://schemas.microsoft.com/office/drawing/2014/main" id="{81EFF0C3-562C-4E6F-B3A2-500C3AAFC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283"/>
              <a:ext cx="30" cy="27"/>
            </a:xfrm>
            <a:custGeom>
              <a:avLst/>
              <a:gdLst>
                <a:gd name="T0" fmla="*/ 20 w 12"/>
                <a:gd name="T1" fmla="*/ 176 h 10"/>
                <a:gd name="T2" fmla="*/ 50 w 12"/>
                <a:gd name="T3" fmla="*/ 22 h 10"/>
                <a:gd name="T4" fmla="*/ 95 w 12"/>
                <a:gd name="T5" fmla="*/ 197 h 10"/>
                <a:gd name="T6" fmla="*/ 175 w 12"/>
                <a:gd name="T7" fmla="*/ 0 h 10"/>
                <a:gd name="T8" fmla="*/ 188 w 12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1" y="9"/>
                  </a:moveTo>
                  <a:cubicBezTo>
                    <a:pt x="0" y="6"/>
                    <a:pt x="0" y="2"/>
                    <a:pt x="3" y="1"/>
                  </a:cubicBezTo>
                  <a:cubicBezTo>
                    <a:pt x="4" y="4"/>
                    <a:pt x="3" y="9"/>
                    <a:pt x="6" y="10"/>
                  </a:cubicBezTo>
                  <a:cubicBezTo>
                    <a:pt x="9" y="8"/>
                    <a:pt x="6" y="0"/>
                    <a:pt x="11" y="0"/>
                  </a:cubicBezTo>
                  <a:cubicBezTo>
                    <a:pt x="11" y="1"/>
                    <a:pt x="12" y="2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2853">
              <a:extLst>
                <a:ext uri="{FF2B5EF4-FFF2-40B4-BE49-F238E27FC236}">
                  <a16:creationId xmlns:a16="http://schemas.microsoft.com/office/drawing/2014/main" id="{708D6E54-1A91-41BF-AF0D-4A35C748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286"/>
              <a:ext cx="18" cy="21"/>
            </a:xfrm>
            <a:custGeom>
              <a:avLst/>
              <a:gdLst>
                <a:gd name="T0" fmla="*/ 0 w 7"/>
                <a:gd name="T1" fmla="*/ 89 h 8"/>
                <a:gd name="T2" fmla="*/ 67 w 7"/>
                <a:gd name="T3" fmla="*/ 21 h 8"/>
                <a:gd name="T4" fmla="*/ 33 w 7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0" y="4"/>
                    <a:pt x="2" y="0"/>
                    <a:pt x="4" y="1"/>
                  </a:cubicBezTo>
                  <a:cubicBezTo>
                    <a:pt x="7" y="2"/>
                    <a:pt x="4" y="7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2854">
              <a:extLst>
                <a:ext uri="{FF2B5EF4-FFF2-40B4-BE49-F238E27FC236}">
                  <a16:creationId xmlns:a16="http://schemas.microsoft.com/office/drawing/2014/main" id="{5175782E-2EA4-49A2-86A3-E82086CA6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3339"/>
              <a:ext cx="22" cy="16"/>
            </a:xfrm>
            <a:custGeom>
              <a:avLst/>
              <a:gdLst>
                <a:gd name="T0" fmla="*/ 0 w 9"/>
                <a:gd name="T1" fmla="*/ 115 h 6"/>
                <a:gd name="T2" fmla="*/ 42 w 9"/>
                <a:gd name="T3" fmla="*/ 0 h 6"/>
                <a:gd name="T4" fmla="*/ 103 w 9"/>
                <a:gd name="T5" fmla="*/ 115 h 6"/>
                <a:gd name="T6" fmla="*/ 132 w 9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4"/>
                    <a:pt x="1" y="2"/>
                    <a:pt x="3" y="0"/>
                  </a:cubicBezTo>
                  <a:cubicBezTo>
                    <a:pt x="4" y="2"/>
                    <a:pt x="4" y="4"/>
                    <a:pt x="7" y="6"/>
                  </a:cubicBezTo>
                  <a:cubicBezTo>
                    <a:pt x="8" y="5"/>
                    <a:pt x="8" y="3"/>
                    <a:pt x="9" y="2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2855">
              <a:extLst>
                <a:ext uri="{FF2B5EF4-FFF2-40B4-BE49-F238E27FC236}">
                  <a16:creationId xmlns:a16="http://schemas.microsoft.com/office/drawing/2014/main" id="{76F80FA4-3A26-4F5F-B769-E88AE461A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361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2856">
              <a:extLst>
                <a:ext uri="{FF2B5EF4-FFF2-40B4-BE49-F238E27FC236}">
                  <a16:creationId xmlns:a16="http://schemas.microsoft.com/office/drawing/2014/main" id="{FFDD0DC6-337A-47B2-81C4-9865D73E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387"/>
              <a:ext cx="20" cy="14"/>
            </a:xfrm>
            <a:custGeom>
              <a:avLst/>
              <a:gdLst>
                <a:gd name="T0" fmla="*/ 95 w 8"/>
                <a:gd name="T1" fmla="*/ 87 h 5"/>
                <a:gd name="T2" fmla="*/ 0 w 8"/>
                <a:gd name="T3" fmla="*/ 22 h 5"/>
                <a:gd name="T4" fmla="*/ 125 w 8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6" y="4"/>
                  </a:moveTo>
                  <a:cubicBezTo>
                    <a:pt x="3" y="5"/>
                    <a:pt x="0" y="3"/>
                    <a:pt x="0" y="1"/>
                  </a:cubicBezTo>
                  <a:cubicBezTo>
                    <a:pt x="3" y="0"/>
                    <a:pt x="5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2857">
              <a:extLst>
                <a:ext uri="{FF2B5EF4-FFF2-40B4-BE49-F238E27FC236}">
                  <a16:creationId xmlns:a16="http://schemas.microsoft.com/office/drawing/2014/main" id="{CE31D835-548E-49E3-AD30-128F23E30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355"/>
              <a:ext cx="18" cy="16"/>
            </a:xfrm>
            <a:custGeom>
              <a:avLst/>
              <a:gdLst>
                <a:gd name="T0" fmla="*/ 118 w 7"/>
                <a:gd name="T1" fmla="*/ 56 h 6"/>
                <a:gd name="T2" fmla="*/ 21 w 7"/>
                <a:gd name="T3" fmla="*/ 0 h 6"/>
                <a:gd name="T4" fmla="*/ 67 w 7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5" y="1"/>
                    <a:pt x="3" y="0"/>
                    <a:pt x="1" y="0"/>
                  </a:cubicBezTo>
                  <a:cubicBezTo>
                    <a:pt x="0" y="2"/>
                    <a:pt x="1" y="5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2858">
              <a:extLst>
                <a:ext uri="{FF2B5EF4-FFF2-40B4-BE49-F238E27FC236}">
                  <a16:creationId xmlns:a16="http://schemas.microsoft.com/office/drawing/2014/main" id="{50014E62-6BEE-4F11-900D-7F3DF709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438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2859">
              <a:extLst>
                <a:ext uri="{FF2B5EF4-FFF2-40B4-BE49-F238E27FC236}">
                  <a16:creationId xmlns:a16="http://schemas.microsoft.com/office/drawing/2014/main" id="{4BC2329C-E8FF-4D5D-8403-0947356D6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371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2860">
              <a:extLst>
                <a:ext uri="{FF2B5EF4-FFF2-40B4-BE49-F238E27FC236}">
                  <a16:creationId xmlns:a16="http://schemas.microsoft.com/office/drawing/2014/main" id="{59BFD566-CFE9-4AF0-A544-79061900B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43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2861">
              <a:extLst>
                <a:ext uri="{FF2B5EF4-FFF2-40B4-BE49-F238E27FC236}">
                  <a16:creationId xmlns:a16="http://schemas.microsoft.com/office/drawing/2014/main" id="{E8C79720-BB33-4018-824A-C69C5CAC5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299"/>
              <a:ext cx="25" cy="22"/>
            </a:xfrm>
            <a:custGeom>
              <a:avLst/>
              <a:gdLst>
                <a:gd name="T0" fmla="*/ 50 w 10"/>
                <a:gd name="T1" fmla="*/ 168 h 8"/>
                <a:gd name="T2" fmla="*/ 83 w 10"/>
                <a:gd name="T3" fmla="*/ 0 h 8"/>
                <a:gd name="T4" fmla="*/ 125 w 10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8"/>
                  </a:moveTo>
                  <a:cubicBezTo>
                    <a:pt x="3" y="5"/>
                    <a:pt x="0" y="1"/>
                    <a:pt x="5" y="0"/>
                  </a:cubicBezTo>
                  <a:cubicBezTo>
                    <a:pt x="10" y="0"/>
                    <a:pt x="4" y="8"/>
                    <a:pt x="8" y="8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2862">
              <a:extLst>
                <a:ext uri="{FF2B5EF4-FFF2-40B4-BE49-F238E27FC236}">
                  <a16:creationId xmlns:a16="http://schemas.microsoft.com/office/drawing/2014/main" id="{72628678-75E4-4E12-919F-3EC17EF0A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13"/>
              <a:ext cx="2" cy="10"/>
            </a:xfrm>
            <a:custGeom>
              <a:avLst/>
              <a:gdLst>
                <a:gd name="T0" fmla="*/ 0 w 1"/>
                <a:gd name="T1" fmla="*/ 63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2863">
              <a:extLst>
                <a:ext uri="{FF2B5EF4-FFF2-40B4-BE49-F238E27FC236}">
                  <a16:creationId xmlns:a16="http://schemas.microsoft.com/office/drawing/2014/main" id="{CC47D8BE-D0EE-4FB2-91EB-754B91221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291"/>
              <a:ext cx="22" cy="19"/>
            </a:xfrm>
            <a:custGeom>
              <a:avLst/>
              <a:gdLst>
                <a:gd name="T0" fmla="*/ 71 w 9"/>
                <a:gd name="T1" fmla="*/ 141 h 7"/>
                <a:gd name="T2" fmla="*/ 42 w 9"/>
                <a:gd name="T3" fmla="*/ 38 h 7"/>
                <a:gd name="T4" fmla="*/ 132 w 9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7"/>
                  </a:moveTo>
                  <a:cubicBezTo>
                    <a:pt x="3" y="7"/>
                    <a:pt x="0" y="4"/>
                    <a:pt x="3" y="2"/>
                  </a:cubicBezTo>
                  <a:cubicBezTo>
                    <a:pt x="5" y="0"/>
                    <a:pt x="7" y="5"/>
                    <a:pt x="9" y="6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2864">
              <a:extLst>
                <a:ext uri="{FF2B5EF4-FFF2-40B4-BE49-F238E27FC236}">
                  <a16:creationId xmlns:a16="http://schemas.microsoft.com/office/drawing/2014/main" id="{D4011A74-9418-4BB1-953D-AEBCC0F7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377"/>
              <a:ext cx="22" cy="26"/>
            </a:xfrm>
            <a:custGeom>
              <a:avLst/>
              <a:gdLst>
                <a:gd name="T0" fmla="*/ 0 w 9"/>
                <a:gd name="T1" fmla="*/ 88 h 10"/>
                <a:gd name="T2" fmla="*/ 71 w 9"/>
                <a:gd name="T3" fmla="*/ 55 h 10"/>
                <a:gd name="T4" fmla="*/ 12 w 9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3"/>
                    <a:pt x="3" y="0"/>
                    <a:pt x="5" y="3"/>
                  </a:cubicBezTo>
                  <a:cubicBezTo>
                    <a:pt x="9" y="7"/>
                    <a:pt x="3" y="9"/>
                    <a:pt x="1" y="1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2865">
              <a:extLst>
                <a:ext uri="{FF2B5EF4-FFF2-40B4-BE49-F238E27FC236}">
                  <a16:creationId xmlns:a16="http://schemas.microsoft.com/office/drawing/2014/main" id="{98CD4549-9F39-434E-9720-2506AFC15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417"/>
              <a:ext cx="8" cy="10"/>
            </a:xfrm>
            <a:custGeom>
              <a:avLst/>
              <a:gdLst>
                <a:gd name="T0" fmla="*/ 56 w 3"/>
                <a:gd name="T1" fmla="*/ 6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2866">
              <a:extLst>
                <a:ext uri="{FF2B5EF4-FFF2-40B4-BE49-F238E27FC236}">
                  <a16:creationId xmlns:a16="http://schemas.microsoft.com/office/drawing/2014/main" id="{DDFBAF25-5536-42FB-A463-1C6E548DD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465"/>
              <a:ext cx="8" cy="10"/>
            </a:xfrm>
            <a:custGeom>
              <a:avLst/>
              <a:gdLst>
                <a:gd name="T0" fmla="*/ 56 w 3"/>
                <a:gd name="T1" fmla="*/ 63 h 4"/>
                <a:gd name="T2" fmla="*/ 2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2867">
              <a:extLst>
                <a:ext uri="{FF2B5EF4-FFF2-40B4-BE49-F238E27FC236}">
                  <a16:creationId xmlns:a16="http://schemas.microsoft.com/office/drawing/2014/main" id="{10FA239D-E705-4375-8460-38977EE2D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171"/>
              <a:ext cx="15" cy="16"/>
            </a:xfrm>
            <a:custGeom>
              <a:avLst/>
              <a:gdLst>
                <a:gd name="T0" fmla="*/ 95 w 6"/>
                <a:gd name="T1" fmla="*/ 35 h 6"/>
                <a:gd name="T2" fmla="*/ 0 w 6"/>
                <a:gd name="T3" fmla="*/ 35 h 6"/>
                <a:gd name="T4" fmla="*/ 83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5" y="1"/>
                    <a:pt x="1" y="0"/>
                    <a:pt x="0" y="2"/>
                  </a:cubicBezTo>
                  <a:cubicBezTo>
                    <a:pt x="0" y="4"/>
                    <a:pt x="4" y="6"/>
                    <a:pt x="5" y="6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2868">
              <a:extLst>
                <a:ext uri="{FF2B5EF4-FFF2-40B4-BE49-F238E27FC236}">
                  <a16:creationId xmlns:a16="http://schemas.microsoft.com/office/drawing/2014/main" id="{C0DC99CE-2CB9-4EE1-A309-4E915BD4C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201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2869">
              <a:extLst>
                <a:ext uri="{FF2B5EF4-FFF2-40B4-BE49-F238E27FC236}">
                  <a16:creationId xmlns:a16="http://schemas.microsoft.com/office/drawing/2014/main" id="{C3874015-F6D2-4DF6-8AAF-DAC3654CD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185"/>
              <a:ext cx="25" cy="26"/>
            </a:xfrm>
            <a:custGeom>
              <a:avLst/>
              <a:gdLst>
                <a:gd name="T0" fmla="*/ 158 w 10"/>
                <a:gd name="T1" fmla="*/ 122 h 10"/>
                <a:gd name="T2" fmla="*/ 113 w 10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7"/>
                  </a:moveTo>
                  <a:cubicBezTo>
                    <a:pt x="8" y="0"/>
                    <a:pt x="0" y="8"/>
                    <a:pt x="7" y="1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2870">
              <a:extLst>
                <a:ext uri="{FF2B5EF4-FFF2-40B4-BE49-F238E27FC236}">
                  <a16:creationId xmlns:a16="http://schemas.microsoft.com/office/drawing/2014/main" id="{24714BC2-70A0-4571-83B4-F50CEF910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77"/>
              <a:ext cx="20" cy="16"/>
            </a:xfrm>
            <a:custGeom>
              <a:avLst/>
              <a:gdLst>
                <a:gd name="T0" fmla="*/ 125 w 8"/>
                <a:gd name="T1" fmla="*/ 21 h 6"/>
                <a:gd name="T2" fmla="*/ 20 w 8"/>
                <a:gd name="T3" fmla="*/ 35 h 6"/>
                <a:gd name="T4" fmla="*/ 83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1"/>
                  </a:moveTo>
                  <a:cubicBezTo>
                    <a:pt x="7" y="2"/>
                    <a:pt x="2" y="0"/>
                    <a:pt x="1" y="2"/>
                  </a:cubicBezTo>
                  <a:cubicBezTo>
                    <a:pt x="0" y="4"/>
                    <a:pt x="4" y="5"/>
                    <a:pt x="5" y="6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2871">
              <a:extLst>
                <a:ext uri="{FF2B5EF4-FFF2-40B4-BE49-F238E27FC236}">
                  <a16:creationId xmlns:a16="http://schemas.microsoft.com/office/drawing/2014/main" id="{67C8C875-8E86-4340-B763-15D3763EC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211"/>
              <a:ext cx="33" cy="16"/>
            </a:xfrm>
            <a:custGeom>
              <a:avLst/>
              <a:gdLst>
                <a:gd name="T0" fmla="*/ 0 w 13"/>
                <a:gd name="T1" fmla="*/ 56 h 6"/>
                <a:gd name="T2" fmla="*/ 84 w 13"/>
                <a:gd name="T3" fmla="*/ 0 h 6"/>
                <a:gd name="T4" fmla="*/ 84 w 13"/>
                <a:gd name="T5" fmla="*/ 115 h 6"/>
                <a:gd name="T6" fmla="*/ 160 w 13"/>
                <a:gd name="T7" fmla="*/ 21 h 6"/>
                <a:gd name="T8" fmla="*/ 193 w 13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3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5" y="2"/>
                    <a:pt x="5" y="4"/>
                    <a:pt x="5" y="6"/>
                  </a:cubicBezTo>
                  <a:cubicBezTo>
                    <a:pt x="8" y="6"/>
                    <a:pt x="8" y="2"/>
                    <a:pt x="10" y="1"/>
                  </a:cubicBezTo>
                  <a:cubicBezTo>
                    <a:pt x="13" y="0"/>
                    <a:pt x="13" y="4"/>
                    <a:pt x="12" y="6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2872">
              <a:extLst>
                <a:ext uri="{FF2B5EF4-FFF2-40B4-BE49-F238E27FC236}">
                  <a16:creationId xmlns:a16="http://schemas.microsoft.com/office/drawing/2014/main" id="{7191FDAF-0A86-450C-A052-80CF97F5B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249"/>
              <a:ext cx="15" cy="16"/>
            </a:xfrm>
            <a:custGeom>
              <a:avLst/>
              <a:gdLst>
                <a:gd name="T0" fmla="*/ 20 w 6"/>
                <a:gd name="T1" fmla="*/ 115 h 6"/>
                <a:gd name="T2" fmla="*/ 50 w 6"/>
                <a:gd name="T3" fmla="*/ 0 h 6"/>
                <a:gd name="T4" fmla="*/ 95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cubicBezTo>
                    <a:pt x="0" y="4"/>
                    <a:pt x="1" y="1"/>
                    <a:pt x="3" y="0"/>
                  </a:cubicBezTo>
                  <a:cubicBezTo>
                    <a:pt x="5" y="2"/>
                    <a:pt x="5" y="4"/>
                    <a:pt x="6" y="6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2873">
              <a:extLst>
                <a:ext uri="{FF2B5EF4-FFF2-40B4-BE49-F238E27FC236}">
                  <a16:creationId xmlns:a16="http://schemas.microsoft.com/office/drawing/2014/main" id="{74B05848-041D-4338-9602-E1B6BA05C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270"/>
              <a:ext cx="18" cy="24"/>
            </a:xfrm>
            <a:custGeom>
              <a:avLst/>
              <a:gdLst>
                <a:gd name="T0" fmla="*/ 118 w 7"/>
                <a:gd name="T1" fmla="*/ 56 h 9"/>
                <a:gd name="T2" fmla="*/ 0 w 7"/>
                <a:gd name="T3" fmla="*/ 77 h 9"/>
                <a:gd name="T4" fmla="*/ 67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3"/>
                  </a:moveTo>
                  <a:cubicBezTo>
                    <a:pt x="5" y="0"/>
                    <a:pt x="2" y="1"/>
                    <a:pt x="0" y="4"/>
                  </a:cubicBezTo>
                  <a:cubicBezTo>
                    <a:pt x="2" y="5"/>
                    <a:pt x="5" y="6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2874">
              <a:extLst>
                <a:ext uri="{FF2B5EF4-FFF2-40B4-BE49-F238E27FC236}">
                  <a16:creationId xmlns:a16="http://schemas.microsoft.com/office/drawing/2014/main" id="{11964A30-5545-4245-9557-10E171D0E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3174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2875">
              <a:extLst>
                <a:ext uri="{FF2B5EF4-FFF2-40B4-BE49-F238E27FC236}">
                  <a16:creationId xmlns:a16="http://schemas.microsoft.com/office/drawing/2014/main" id="{0856D3A9-1B37-47B3-BB1C-2A7CDA2FC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078"/>
              <a:ext cx="12" cy="13"/>
            </a:xfrm>
            <a:custGeom>
              <a:avLst/>
              <a:gdLst>
                <a:gd name="T0" fmla="*/ 70 w 5"/>
                <a:gd name="T1" fmla="*/ 88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5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2876">
              <a:extLst>
                <a:ext uri="{FF2B5EF4-FFF2-40B4-BE49-F238E27FC236}">
                  <a16:creationId xmlns:a16="http://schemas.microsoft.com/office/drawing/2014/main" id="{A9C540F8-A90A-4E48-822E-79FC395C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025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2877">
              <a:extLst>
                <a:ext uri="{FF2B5EF4-FFF2-40B4-BE49-F238E27FC236}">
                  <a16:creationId xmlns:a16="http://schemas.microsoft.com/office/drawing/2014/main" id="{827AA513-9FCE-4FF8-8D5D-F08286DD6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982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2878">
              <a:extLst>
                <a:ext uri="{FF2B5EF4-FFF2-40B4-BE49-F238E27FC236}">
                  <a16:creationId xmlns:a16="http://schemas.microsoft.com/office/drawing/2014/main" id="{84A87598-6560-4E24-8174-BBE3B1C05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046"/>
              <a:ext cx="25" cy="29"/>
            </a:xfrm>
            <a:custGeom>
              <a:avLst/>
              <a:gdLst>
                <a:gd name="T0" fmla="*/ 113 w 10"/>
                <a:gd name="T1" fmla="*/ 200 h 11"/>
                <a:gd name="T2" fmla="*/ 33 w 10"/>
                <a:gd name="T3" fmla="*/ 111 h 11"/>
                <a:gd name="T4" fmla="*/ 145 w 10"/>
                <a:gd name="T5" fmla="*/ 145 h 11"/>
                <a:gd name="T6" fmla="*/ 63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7" y="11"/>
                  </a:moveTo>
                  <a:cubicBezTo>
                    <a:pt x="5" y="11"/>
                    <a:pt x="0" y="9"/>
                    <a:pt x="2" y="6"/>
                  </a:cubicBezTo>
                  <a:cubicBezTo>
                    <a:pt x="4" y="4"/>
                    <a:pt x="7" y="8"/>
                    <a:pt x="9" y="8"/>
                  </a:cubicBezTo>
                  <a:cubicBezTo>
                    <a:pt x="10" y="5"/>
                    <a:pt x="7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2879">
              <a:extLst>
                <a:ext uri="{FF2B5EF4-FFF2-40B4-BE49-F238E27FC236}">
                  <a16:creationId xmlns:a16="http://schemas.microsoft.com/office/drawing/2014/main" id="{D6768129-AE15-40FF-BB29-0E96E5C0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038"/>
              <a:ext cx="5" cy="11"/>
            </a:xfrm>
            <a:custGeom>
              <a:avLst/>
              <a:gdLst>
                <a:gd name="T0" fmla="*/ 33 w 2"/>
                <a:gd name="T1" fmla="*/ 8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2880">
              <a:extLst>
                <a:ext uri="{FF2B5EF4-FFF2-40B4-BE49-F238E27FC236}">
                  <a16:creationId xmlns:a16="http://schemas.microsoft.com/office/drawing/2014/main" id="{9A12164F-51D0-437E-B513-DE0B3B52D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913"/>
              <a:ext cx="18" cy="18"/>
            </a:xfrm>
            <a:custGeom>
              <a:avLst/>
              <a:gdLst>
                <a:gd name="T0" fmla="*/ 54 w 7"/>
                <a:gd name="T1" fmla="*/ 85 h 7"/>
                <a:gd name="T2" fmla="*/ 21 w 7"/>
                <a:gd name="T3" fmla="*/ 0 h 7"/>
                <a:gd name="T4" fmla="*/ 118 w 7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5"/>
                  </a:moveTo>
                  <a:cubicBezTo>
                    <a:pt x="0" y="7"/>
                    <a:pt x="0" y="2"/>
                    <a:pt x="1" y="0"/>
                  </a:cubicBezTo>
                  <a:cubicBezTo>
                    <a:pt x="3" y="0"/>
                    <a:pt x="5" y="2"/>
                    <a:pt x="7" y="2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2881">
              <a:extLst>
                <a:ext uri="{FF2B5EF4-FFF2-40B4-BE49-F238E27FC236}">
                  <a16:creationId xmlns:a16="http://schemas.microsoft.com/office/drawing/2014/main" id="{3E60DC2B-98F8-4B23-9E7D-00BE0FF48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891"/>
              <a:ext cx="7" cy="14"/>
            </a:xfrm>
            <a:custGeom>
              <a:avLst/>
              <a:gdLst>
                <a:gd name="T0" fmla="*/ 37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2882">
              <a:extLst>
                <a:ext uri="{FF2B5EF4-FFF2-40B4-BE49-F238E27FC236}">
                  <a16:creationId xmlns:a16="http://schemas.microsoft.com/office/drawing/2014/main" id="{47E7FE91-CF10-4D5B-96BF-BC3588CE8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862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93 h 6"/>
                <a:gd name="T4" fmla="*/ 95 w 6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0" y="2"/>
                    <a:pt x="0" y="5"/>
                  </a:cubicBezTo>
                  <a:cubicBezTo>
                    <a:pt x="2" y="6"/>
                    <a:pt x="4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2883">
              <a:extLst>
                <a:ext uri="{FF2B5EF4-FFF2-40B4-BE49-F238E27FC236}">
                  <a16:creationId xmlns:a16="http://schemas.microsoft.com/office/drawing/2014/main" id="{5CAC6DC1-711E-4FE1-A1B5-5D78D0E0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961"/>
              <a:ext cx="20" cy="18"/>
            </a:xfrm>
            <a:custGeom>
              <a:avLst/>
              <a:gdLst>
                <a:gd name="T0" fmla="*/ 95 w 8"/>
                <a:gd name="T1" fmla="*/ 0 h 7"/>
                <a:gd name="T2" fmla="*/ 95 w 8"/>
                <a:gd name="T3" fmla="*/ 100 h 7"/>
                <a:gd name="T4" fmla="*/ 20 w 8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6" y="2"/>
                    <a:pt x="8" y="5"/>
                    <a:pt x="6" y="6"/>
                  </a:cubicBezTo>
                  <a:cubicBezTo>
                    <a:pt x="4" y="7"/>
                    <a:pt x="0" y="4"/>
                    <a:pt x="1" y="2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Freeform 2884">
              <a:extLst>
                <a:ext uri="{FF2B5EF4-FFF2-40B4-BE49-F238E27FC236}">
                  <a16:creationId xmlns:a16="http://schemas.microsoft.com/office/drawing/2014/main" id="{88FA4AE9-64F4-4C22-AE10-C82EEF2C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950"/>
              <a:ext cx="7" cy="1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Freeform 2885">
              <a:extLst>
                <a:ext uri="{FF2B5EF4-FFF2-40B4-BE49-F238E27FC236}">
                  <a16:creationId xmlns:a16="http://schemas.microsoft.com/office/drawing/2014/main" id="{EB8F0FEB-1DEB-4349-9F95-2553FF3A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865"/>
              <a:ext cx="28" cy="21"/>
            </a:xfrm>
            <a:custGeom>
              <a:avLst/>
              <a:gdLst>
                <a:gd name="T0" fmla="*/ 181 w 11"/>
                <a:gd name="T1" fmla="*/ 89 h 8"/>
                <a:gd name="T2" fmla="*/ 84 w 11"/>
                <a:gd name="T3" fmla="*/ 21 h 8"/>
                <a:gd name="T4" fmla="*/ 163 w 1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3"/>
                    <a:pt x="7" y="0"/>
                    <a:pt x="5" y="1"/>
                  </a:cubicBezTo>
                  <a:cubicBezTo>
                    <a:pt x="0" y="4"/>
                    <a:pt x="8" y="7"/>
                    <a:pt x="10" y="8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5" name="Freeform 2886">
              <a:extLst>
                <a:ext uri="{FF2B5EF4-FFF2-40B4-BE49-F238E27FC236}">
                  <a16:creationId xmlns:a16="http://schemas.microsoft.com/office/drawing/2014/main" id="{081CE2AA-1D0B-42AE-A002-BF89B0C04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769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6" name="Freeform 2887">
              <a:extLst>
                <a:ext uri="{FF2B5EF4-FFF2-40B4-BE49-F238E27FC236}">
                  <a16:creationId xmlns:a16="http://schemas.microsoft.com/office/drawing/2014/main" id="{15BCC0F3-E473-4662-9526-33CF9F8D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681"/>
              <a:ext cx="22" cy="16"/>
            </a:xfrm>
            <a:custGeom>
              <a:avLst/>
              <a:gdLst>
                <a:gd name="T0" fmla="*/ 0 w 9"/>
                <a:gd name="T1" fmla="*/ 77 h 6"/>
                <a:gd name="T2" fmla="*/ 59 w 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3" y="0"/>
                    <a:pt x="9" y="1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7" name="Freeform 2888">
              <a:extLst>
                <a:ext uri="{FF2B5EF4-FFF2-40B4-BE49-F238E27FC236}">
                  <a16:creationId xmlns:a16="http://schemas.microsoft.com/office/drawing/2014/main" id="{160C267C-64E2-408E-8471-47EDADE97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814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8" name="Freeform 2889">
              <a:extLst>
                <a:ext uri="{FF2B5EF4-FFF2-40B4-BE49-F238E27FC236}">
                  <a16:creationId xmlns:a16="http://schemas.microsoft.com/office/drawing/2014/main" id="{E890FEAE-C7A0-4FB0-8E12-6646F8643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771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9" name="Freeform 2890">
              <a:extLst>
                <a:ext uri="{FF2B5EF4-FFF2-40B4-BE49-F238E27FC236}">
                  <a16:creationId xmlns:a16="http://schemas.microsoft.com/office/drawing/2014/main" id="{E797227C-5981-4842-9D84-0E4D38901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910"/>
              <a:ext cx="15" cy="3"/>
            </a:xfrm>
            <a:custGeom>
              <a:avLst/>
              <a:gdLst>
                <a:gd name="T0" fmla="*/ 95 w 6"/>
                <a:gd name="T1" fmla="*/ 27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2891">
              <a:extLst>
                <a:ext uri="{FF2B5EF4-FFF2-40B4-BE49-F238E27FC236}">
                  <a16:creationId xmlns:a16="http://schemas.microsoft.com/office/drawing/2014/main" id="{5082DBBC-603C-40BF-91DC-A8D171AA1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929"/>
              <a:ext cx="15" cy="2"/>
            </a:xfrm>
            <a:custGeom>
              <a:avLst/>
              <a:gdLst>
                <a:gd name="T0" fmla="*/ 95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Freeform 2892">
              <a:extLst>
                <a:ext uri="{FF2B5EF4-FFF2-40B4-BE49-F238E27FC236}">
                  <a16:creationId xmlns:a16="http://schemas.microsoft.com/office/drawing/2014/main" id="{E4A6FC7E-6267-4D43-B56A-D47006DEF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825"/>
              <a:ext cx="30" cy="24"/>
            </a:xfrm>
            <a:custGeom>
              <a:avLst/>
              <a:gdLst>
                <a:gd name="T0" fmla="*/ 125 w 12"/>
                <a:gd name="T1" fmla="*/ 0 h 9"/>
                <a:gd name="T2" fmla="*/ 20 w 12"/>
                <a:gd name="T3" fmla="*/ 93 h 9"/>
                <a:gd name="T4" fmla="*/ 158 w 12"/>
                <a:gd name="T5" fmla="*/ 77 h 9"/>
                <a:gd name="T6" fmla="*/ 63 w 12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8" y="0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6"/>
                    <a:pt x="8" y="2"/>
                    <a:pt x="10" y="4"/>
                  </a:cubicBezTo>
                  <a:cubicBezTo>
                    <a:pt x="12" y="7"/>
                    <a:pt x="6" y="9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2" name="Freeform 2893">
              <a:extLst>
                <a:ext uri="{FF2B5EF4-FFF2-40B4-BE49-F238E27FC236}">
                  <a16:creationId xmlns:a16="http://schemas.microsoft.com/office/drawing/2014/main" id="{2CCFE5DD-43C6-46CD-A20C-B1B0E0C3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955"/>
              <a:ext cx="20" cy="16"/>
            </a:xfrm>
            <a:custGeom>
              <a:avLst/>
              <a:gdLst>
                <a:gd name="T0" fmla="*/ 113 w 8"/>
                <a:gd name="T1" fmla="*/ 21 h 6"/>
                <a:gd name="T2" fmla="*/ 0 w 8"/>
                <a:gd name="T3" fmla="*/ 56 h 6"/>
                <a:gd name="T4" fmla="*/ 125 w 8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5" y="0"/>
                    <a:pt x="1" y="1"/>
                    <a:pt x="0" y="3"/>
                  </a:cubicBezTo>
                  <a:cubicBezTo>
                    <a:pt x="0" y="6"/>
                    <a:pt x="7" y="3"/>
                    <a:pt x="8" y="3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3" name="Freeform 2894">
              <a:extLst>
                <a:ext uri="{FF2B5EF4-FFF2-40B4-BE49-F238E27FC236}">
                  <a16:creationId xmlns:a16="http://schemas.microsoft.com/office/drawing/2014/main" id="{426E7BED-0A31-4A45-A2D2-4E957CEE7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982"/>
              <a:ext cx="33" cy="27"/>
            </a:xfrm>
            <a:custGeom>
              <a:avLst/>
              <a:gdLst>
                <a:gd name="T0" fmla="*/ 193 w 13"/>
                <a:gd name="T1" fmla="*/ 197 h 10"/>
                <a:gd name="T2" fmla="*/ 193 w 13"/>
                <a:gd name="T3" fmla="*/ 81 h 10"/>
                <a:gd name="T4" fmla="*/ 129 w 13"/>
                <a:gd name="T5" fmla="*/ 159 h 10"/>
                <a:gd name="T6" fmla="*/ 129 w 13"/>
                <a:gd name="T7" fmla="*/ 0 h 10"/>
                <a:gd name="T8" fmla="*/ 0 w 13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2" y="10"/>
                  </a:moveTo>
                  <a:cubicBezTo>
                    <a:pt x="13" y="8"/>
                    <a:pt x="13" y="6"/>
                    <a:pt x="12" y="4"/>
                  </a:cubicBezTo>
                  <a:cubicBezTo>
                    <a:pt x="10" y="5"/>
                    <a:pt x="9" y="7"/>
                    <a:pt x="8" y="8"/>
                  </a:cubicBezTo>
                  <a:cubicBezTo>
                    <a:pt x="9" y="6"/>
                    <a:pt x="10" y="2"/>
                    <a:pt x="8" y="0"/>
                  </a:cubicBezTo>
                  <a:cubicBezTo>
                    <a:pt x="5" y="1"/>
                    <a:pt x="2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4" name="Freeform 2895">
              <a:extLst>
                <a:ext uri="{FF2B5EF4-FFF2-40B4-BE49-F238E27FC236}">
                  <a16:creationId xmlns:a16="http://schemas.microsoft.com/office/drawing/2014/main" id="{1AB958DE-D03A-48DF-BF6D-B7AFE3ABC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081"/>
              <a:ext cx="32" cy="34"/>
            </a:xfrm>
            <a:custGeom>
              <a:avLst/>
              <a:gdLst>
                <a:gd name="T0" fmla="*/ 194 w 13"/>
                <a:gd name="T1" fmla="*/ 68 h 13"/>
                <a:gd name="T2" fmla="*/ 133 w 13"/>
                <a:gd name="T3" fmla="*/ 89 h 13"/>
                <a:gd name="T4" fmla="*/ 133 w 13"/>
                <a:gd name="T5" fmla="*/ 178 h 13"/>
                <a:gd name="T6" fmla="*/ 0 w 13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3" y="4"/>
                  </a:moveTo>
                  <a:cubicBezTo>
                    <a:pt x="11" y="0"/>
                    <a:pt x="5" y="0"/>
                    <a:pt x="9" y="5"/>
                  </a:cubicBezTo>
                  <a:cubicBezTo>
                    <a:pt x="10" y="7"/>
                    <a:pt x="12" y="8"/>
                    <a:pt x="9" y="10"/>
                  </a:cubicBezTo>
                  <a:cubicBezTo>
                    <a:pt x="6" y="13"/>
                    <a:pt x="2" y="7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5" name="Freeform 2896">
              <a:extLst>
                <a:ext uri="{FF2B5EF4-FFF2-40B4-BE49-F238E27FC236}">
                  <a16:creationId xmlns:a16="http://schemas.microsoft.com/office/drawing/2014/main" id="{C13E58C5-2323-42A8-9B62-DA34BD5DE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105"/>
              <a:ext cx="15" cy="18"/>
            </a:xfrm>
            <a:custGeom>
              <a:avLst/>
              <a:gdLst>
                <a:gd name="T0" fmla="*/ 0 w 6"/>
                <a:gd name="T1" fmla="*/ 118 h 7"/>
                <a:gd name="T2" fmla="*/ 50 w 6"/>
                <a:gd name="T3" fmla="*/ 0 h 7"/>
                <a:gd name="T4" fmla="*/ 83 w 6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5"/>
                    <a:pt x="2" y="2"/>
                    <a:pt x="3" y="0"/>
                  </a:cubicBezTo>
                  <a:cubicBezTo>
                    <a:pt x="5" y="1"/>
                    <a:pt x="6" y="5"/>
                    <a:pt x="5" y="7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6" name="Freeform 2897">
              <a:extLst>
                <a:ext uri="{FF2B5EF4-FFF2-40B4-BE49-F238E27FC236}">
                  <a16:creationId xmlns:a16="http://schemas.microsoft.com/office/drawing/2014/main" id="{F866427E-B08B-4705-B2A2-0629EF27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166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7" name="Freeform 2898">
              <a:extLst>
                <a:ext uri="{FF2B5EF4-FFF2-40B4-BE49-F238E27FC236}">
                  <a16:creationId xmlns:a16="http://schemas.microsoft.com/office/drawing/2014/main" id="{A3BE8820-BA63-4DA8-9EBF-7F7DC3595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195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8" name="Freeform 2899">
              <a:extLst>
                <a:ext uri="{FF2B5EF4-FFF2-40B4-BE49-F238E27FC236}">
                  <a16:creationId xmlns:a16="http://schemas.microsoft.com/office/drawing/2014/main" id="{F42D939F-7E73-4807-A6F0-961651598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086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9" name="Freeform 2900">
              <a:extLst>
                <a:ext uri="{FF2B5EF4-FFF2-40B4-BE49-F238E27FC236}">
                  <a16:creationId xmlns:a16="http://schemas.microsoft.com/office/drawing/2014/main" id="{4358F97F-5988-489F-BF91-64B418A04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009"/>
              <a:ext cx="7" cy="13"/>
            </a:xfrm>
            <a:custGeom>
              <a:avLst/>
              <a:gdLst>
                <a:gd name="T0" fmla="*/ 37 w 3"/>
                <a:gd name="T1" fmla="*/ 88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0" name="Freeform 2901">
              <a:extLst>
                <a:ext uri="{FF2B5EF4-FFF2-40B4-BE49-F238E27FC236}">
                  <a16:creationId xmlns:a16="http://schemas.microsoft.com/office/drawing/2014/main" id="{03151BE7-2EF8-4041-8B6A-E67FACB83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089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" name="Freeform 2902">
              <a:extLst>
                <a:ext uri="{FF2B5EF4-FFF2-40B4-BE49-F238E27FC236}">
                  <a16:creationId xmlns:a16="http://schemas.microsoft.com/office/drawing/2014/main" id="{F598FBCC-2A02-466E-9E55-28B695B5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222"/>
              <a:ext cx="12" cy="3"/>
            </a:xfrm>
            <a:custGeom>
              <a:avLst/>
              <a:gdLst>
                <a:gd name="T0" fmla="*/ 0 w 5"/>
                <a:gd name="T1" fmla="*/ 27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" name="Freeform 2903">
              <a:extLst>
                <a:ext uri="{FF2B5EF4-FFF2-40B4-BE49-F238E27FC236}">
                  <a16:creationId xmlns:a16="http://schemas.microsoft.com/office/drawing/2014/main" id="{667EFD03-D67E-44C0-9B67-C2C54C7EC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3185"/>
              <a:ext cx="18" cy="5"/>
            </a:xfrm>
            <a:custGeom>
              <a:avLst/>
              <a:gdLst>
                <a:gd name="T0" fmla="*/ 118 w 7"/>
                <a:gd name="T1" fmla="*/ 33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4" y="2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" name="Freeform 2904">
              <a:extLst>
                <a:ext uri="{FF2B5EF4-FFF2-40B4-BE49-F238E27FC236}">
                  <a16:creationId xmlns:a16="http://schemas.microsoft.com/office/drawing/2014/main" id="{96FB2BC2-1745-4A8E-B65F-F42F82D81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054"/>
              <a:ext cx="2" cy="8"/>
            </a:xfrm>
            <a:custGeom>
              <a:avLst/>
              <a:gdLst>
                <a:gd name="T0" fmla="*/ 0 w 1"/>
                <a:gd name="T1" fmla="*/ 56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2905">
              <a:extLst>
                <a:ext uri="{FF2B5EF4-FFF2-40B4-BE49-F238E27FC236}">
                  <a16:creationId xmlns:a16="http://schemas.microsoft.com/office/drawing/2014/main" id="{B0B953E3-BBA1-4DBE-A6C8-42832503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3121"/>
              <a:ext cx="13" cy="10"/>
            </a:xfrm>
            <a:custGeom>
              <a:avLst/>
              <a:gdLst>
                <a:gd name="T0" fmla="*/ 88 w 5"/>
                <a:gd name="T1" fmla="*/ 0 h 4"/>
                <a:gd name="T2" fmla="*/ 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1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2906">
              <a:extLst>
                <a:ext uri="{FF2B5EF4-FFF2-40B4-BE49-F238E27FC236}">
                  <a16:creationId xmlns:a16="http://schemas.microsoft.com/office/drawing/2014/main" id="{63995283-F871-46EB-A095-3347D975E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435"/>
              <a:ext cx="2" cy="6"/>
            </a:xfrm>
            <a:custGeom>
              <a:avLst/>
              <a:gdLst>
                <a:gd name="T0" fmla="*/ 0 w 1"/>
                <a:gd name="T1" fmla="*/ 54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Freeform 2907">
              <a:extLst>
                <a:ext uri="{FF2B5EF4-FFF2-40B4-BE49-F238E27FC236}">
                  <a16:creationId xmlns:a16="http://schemas.microsoft.com/office/drawing/2014/main" id="{B534B51B-1DF9-4911-B90A-AA00D0C0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457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" name="Freeform 2908">
              <a:extLst>
                <a:ext uri="{FF2B5EF4-FFF2-40B4-BE49-F238E27FC236}">
                  <a16:creationId xmlns:a16="http://schemas.microsoft.com/office/drawing/2014/main" id="{DDE7DED2-6117-4550-91D9-645C8963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291"/>
              <a:ext cx="7" cy="14"/>
            </a:xfrm>
            <a:custGeom>
              <a:avLst/>
              <a:gdLst>
                <a:gd name="T0" fmla="*/ 37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8E1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33" name="Empty-oval-plate-illustration">
            <a:extLst>
              <a:ext uri="{FF2B5EF4-FFF2-40B4-BE49-F238E27FC236}">
                <a16:creationId xmlns:a16="http://schemas.microsoft.com/office/drawing/2014/main" id="{541CA145-9F01-48B2-8273-3711EC812E0E}"/>
              </a:ext>
            </a:extLst>
          </p:cNvPr>
          <p:cNvGrpSpPr>
            <a:grpSpLocks/>
          </p:cNvGrpSpPr>
          <p:nvPr/>
        </p:nvGrpSpPr>
        <p:grpSpPr bwMode="auto">
          <a:xfrm>
            <a:off x="6116638" y="2784475"/>
            <a:ext cx="4057650" cy="3452813"/>
            <a:chOff x="2293" y="944"/>
            <a:chExt cx="1410" cy="1200"/>
          </a:xfrm>
        </p:grpSpPr>
        <p:sp>
          <p:nvSpPr>
            <p:cNvPr id="19246" name="Freeform 3">
              <a:extLst>
                <a:ext uri="{FF2B5EF4-FFF2-40B4-BE49-F238E27FC236}">
                  <a16:creationId xmlns:a16="http://schemas.microsoft.com/office/drawing/2014/main" id="{9F244FA8-8F82-44F6-A2C6-9336BD2C5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944"/>
              <a:ext cx="1410" cy="1200"/>
            </a:xfrm>
            <a:custGeom>
              <a:avLst/>
              <a:gdLst>
                <a:gd name="T0" fmla="*/ 145 w 564"/>
                <a:gd name="T1" fmla="*/ 4245 h 450"/>
                <a:gd name="T2" fmla="*/ 720 w 564"/>
                <a:gd name="T3" fmla="*/ 6827 h 450"/>
                <a:gd name="T4" fmla="*/ 4050 w 564"/>
                <a:gd name="T5" fmla="*/ 8533 h 450"/>
                <a:gd name="T6" fmla="*/ 8645 w 564"/>
                <a:gd name="T7" fmla="*/ 4608 h 450"/>
                <a:gd name="T8" fmla="*/ 8050 w 564"/>
                <a:gd name="T9" fmla="*/ 1784 h 450"/>
                <a:gd name="T10" fmla="*/ 4770 w 564"/>
                <a:gd name="T11" fmla="*/ 0 h 450"/>
                <a:gd name="T12" fmla="*/ 145 w 564"/>
                <a:gd name="T13" fmla="*/ 4245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4" h="450">
                  <a:moveTo>
                    <a:pt x="9" y="224"/>
                  </a:moveTo>
                  <a:cubicBezTo>
                    <a:pt x="0" y="272"/>
                    <a:pt x="13" y="320"/>
                    <a:pt x="46" y="360"/>
                  </a:cubicBezTo>
                  <a:cubicBezTo>
                    <a:pt x="93" y="417"/>
                    <a:pt x="173" y="450"/>
                    <a:pt x="259" y="450"/>
                  </a:cubicBezTo>
                  <a:cubicBezTo>
                    <a:pt x="408" y="450"/>
                    <a:pt x="526" y="367"/>
                    <a:pt x="553" y="243"/>
                  </a:cubicBezTo>
                  <a:cubicBezTo>
                    <a:pt x="564" y="191"/>
                    <a:pt x="551" y="138"/>
                    <a:pt x="515" y="94"/>
                  </a:cubicBezTo>
                  <a:cubicBezTo>
                    <a:pt x="468" y="35"/>
                    <a:pt x="389" y="0"/>
                    <a:pt x="305" y="0"/>
                  </a:cubicBezTo>
                  <a:cubicBezTo>
                    <a:pt x="155" y="0"/>
                    <a:pt x="33" y="92"/>
                    <a:pt x="9" y="224"/>
                  </a:cubicBezTo>
                  <a:close/>
                </a:path>
              </a:pathLst>
            </a:custGeom>
            <a:solidFill>
              <a:srgbClr val="DAE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47" name="Freeform 4">
              <a:extLst>
                <a:ext uri="{FF2B5EF4-FFF2-40B4-BE49-F238E27FC236}">
                  <a16:creationId xmlns:a16="http://schemas.microsoft.com/office/drawing/2014/main" id="{788E22EC-1421-4CC7-8973-78630FA1F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984"/>
              <a:ext cx="1400" cy="1123"/>
            </a:xfrm>
            <a:custGeom>
              <a:avLst/>
              <a:gdLst>
                <a:gd name="T0" fmla="*/ 345 w 560"/>
                <a:gd name="T1" fmla="*/ 3985 h 421"/>
                <a:gd name="T2" fmla="*/ 4708 w 560"/>
                <a:gd name="T3" fmla="*/ 0 h 421"/>
                <a:gd name="T4" fmla="*/ 8345 w 560"/>
                <a:gd name="T5" fmla="*/ 4289 h 421"/>
                <a:gd name="T6" fmla="*/ 4020 w 560"/>
                <a:gd name="T7" fmla="*/ 7992 h 421"/>
                <a:gd name="T8" fmla="*/ 345 w 560"/>
                <a:gd name="T9" fmla="*/ 3985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0" h="421">
                  <a:moveTo>
                    <a:pt x="22" y="210"/>
                  </a:moveTo>
                  <a:cubicBezTo>
                    <a:pt x="45" y="85"/>
                    <a:pt x="159" y="0"/>
                    <a:pt x="301" y="0"/>
                  </a:cubicBezTo>
                  <a:cubicBezTo>
                    <a:pt x="443" y="0"/>
                    <a:pt x="560" y="106"/>
                    <a:pt x="534" y="226"/>
                  </a:cubicBezTo>
                  <a:cubicBezTo>
                    <a:pt x="509" y="339"/>
                    <a:pt x="399" y="421"/>
                    <a:pt x="257" y="421"/>
                  </a:cubicBezTo>
                  <a:cubicBezTo>
                    <a:pt x="115" y="421"/>
                    <a:pt x="0" y="324"/>
                    <a:pt x="22" y="210"/>
                  </a:cubicBezTo>
                  <a:close/>
                </a:path>
              </a:pathLst>
            </a:custGeom>
            <a:solidFill>
              <a:srgbClr val="C5D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48" name="Freeform 5">
              <a:extLst>
                <a:ext uri="{FF2B5EF4-FFF2-40B4-BE49-F238E27FC236}">
                  <a16:creationId xmlns:a16="http://schemas.microsoft.com/office/drawing/2014/main" id="{E0F6FD40-9C33-4739-AD46-E579E716E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064"/>
              <a:ext cx="1100" cy="1043"/>
            </a:xfrm>
            <a:custGeom>
              <a:avLst/>
              <a:gdLst>
                <a:gd name="T0" fmla="*/ 4925 w 440"/>
                <a:gd name="T1" fmla="*/ 0 h 391"/>
                <a:gd name="T2" fmla="*/ 6408 w 440"/>
                <a:gd name="T3" fmla="*/ 3585 h 391"/>
                <a:gd name="T4" fmla="*/ 2083 w 440"/>
                <a:gd name="T5" fmla="*/ 7288 h 391"/>
                <a:gd name="T6" fmla="*/ 0 w 440"/>
                <a:gd name="T7" fmla="*/ 6703 h 391"/>
                <a:gd name="T8" fmla="*/ 2270 w 440"/>
                <a:gd name="T9" fmla="*/ 7421 h 391"/>
                <a:gd name="T10" fmla="*/ 6595 w 440"/>
                <a:gd name="T11" fmla="*/ 3721 h 391"/>
                <a:gd name="T12" fmla="*/ 4925 w 440"/>
                <a:gd name="T13" fmla="*/ 0 h 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0" h="391">
                  <a:moveTo>
                    <a:pt x="315" y="0"/>
                  </a:moveTo>
                  <a:cubicBezTo>
                    <a:pt x="385" y="41"/>
                    <a:pt x="427" y="112"/>
                    <a:pt x="410" y="189"/>
                  </a:cubicBezTo>
                  <a:cubicBezTo>
                    <a:pt x="386" y="303"/>
                    <a:pt x="276" y="384"/>
                    <a:pt x="133" y="384"/>
                  </a:cubicBezTo>
                  <a:cubicBezTo>
                    <a:pt x="84" y="384"/>
                    <a:pt x="39" y="373"/>
                    <a:pt x="0" y="353"/>
                  </a:cubicBezTo>
                  <a:cubicBezTo>
                    <a:pt x="41" y="377"/>
                    <a:pt x="91" y="391"/>
                    <a:pt x="145" y="391"/>
                  </a:cubicBezTo>
                  <a:cubicBezTo>
                    <a:pt x="287" y="391"/>
                    <a:pt x="397" y="309"/>
                    <a:pt x="422" y="196"/>
                  </a:cubicBezTo>
                  <a:cubicBezTo>
                    <a:pt x="440" y="115"/>
                    <a:pt x="392" y="40"/>
                    <a:pt x="315" y="0"/>
                  </a:cubicBezTo>
                  <a:close/>
                </a:path>
              </a:pathLst>
            </a:custGeom>
            <a:solidFill>
              <a:srgbClr val="A0B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49" name="Freeform 6">
              <a:extLst>
                <a:ext uri="{FF2B5EF4-FFF2-40B4-BE49-F238E27FC236}">
                  <a16:creationId xmlns:a16="http://schemas.microsoft.com/office/drawing/2014/main" id="{D285C963-41CC-4059-ABB3-037D766B6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984"/>
              <a:ext cx="1185" cy="957"/>
            </a:xfrm>
            <a:custGeom>
              <a:avLst/>
              <a:gdLst>
                <a:gd name="T0" fmla="*/ 345 w 474"/>
                <a:gd name="T1" fmla="*/ 4185 h 359"/>
                <a:gd name="T2" fmla="*/ 4708 w 474"/>
                <a:gd name="T3" fmla="*/ 192 h 359"/>
                <a:gd name="T4" fmla="*/ 7408 w 474"/>
                <a:gd name="T5" fmla="*/ 1365 h 359"/>
                <a:gd name="T6" fmla="*/ 4533 w 474"/>
                <a:gd name="T7" fmla="*/ 0 h 359"/>
                <a:gd name="T8" fmla="*/ 175 w 474"/>
                <a:gd name="T9" fmla="*/ 3980 h 359"/>
                <a:gd name="T10" fmla="*/ 1063 w 474"/>
                <a:gd name="T11" fmla="*/ 6800 h 359"/>
                <a:gd name="T12" fmla="*/ 345 w 474"/>
                <a:gd name="T13" fmla="*/ 4185 h 3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4" h="359">
                  <a:moveTo>
                    <a:pt x="22" y="221"/>
                  </a:moveTo>
                  <a:cubicBezTo>
                    <a:pt x="45" y="96"/>
                    <a:pt x="159" y="10"/>
                    <a:pt x="301" y="10"/>
                  </a:cubicBezTo>
                  <a:cubicBezTo>
                    <a:pt x="369" y="10"/>
                    <a:pt x="430" y="34"/>
                    <a:pt x="474" y="72"/>
                  </a:cubicBezTo>
                  <a:cubicBezTo>
                    <a:pt x="430" y="28"/>
                    <a:pt x="364" y="0"/>
                    <a:pt x="290" y="0"/>
                  </a:cubicBezTo>
                  <a:cubicBezTo>
                    <a:pt x="148" y="0"/>
                    <a:pt x="34" y="85"/>
                    <a:pt x="11" y="210"/>
                  </a:cubicBezTo>
                  <a:cubicBezTo>
                    <a:pt x="0" y="268"/>
                    <a:pt x="24" y="321"/>
                    <a:pt x="68" y="359"/>
                  </a:cubicBezTo>
                  <a:cubicBezTo>
                    <a:pt x="31" y="322"/>
                    <a:pt x="12" y="273"/>
                    <a:pt x="22" y="221"/>
                  </a:cubicBezTo>
                  <a:close/>
                </a:path>
              </a:pathLst>
            </a:custGeom>
            <a:solidFill>
              <a:srgbClr val="AFC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0" name="Freeform 7">
              <a:extLst>
                <a:ext uri="{FF2B5EF4-FFF2-40B4-BE49-F238E27FC236}">
                  <a16:creationId xmlns:a16="http://schemas.microsoft.com/office/drawing/2014/main" id="{7A04A28F-18CB-4BF6-9F0E-B3E36333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069"/>
              <a:ext cx="1133" cy="950"/>
            </a:xfrm>
            <a:custGeom>
              <a:avLst/>
              <a:gdLst>
                <a:gd name="T0" fmla="*/ 563 w 453"/>
                <a:gd name="T1" fmla="*/ 5398 h 356"/>
                <a:gd name="T2" fmla="*/ 113 w 453"/>
                <a:gd name="T3" fmla="*/ 3405 h 356"/>
                <a:gd name="T4" fmla="*/ 3847 w 453"/>
                <a:gd name="T5" fmla="*/ 0 h 356"/>
                <a:gd name="T6" fmla="*/ 6493 w 453"/>
                <a:gd name="T7" fmla="*/ 1425 h 356"/>
                <a:gd name="T8" fmla="*/ 6943 w 453"/>
                <a:gd name="T9" fmla="*/ 3611 h 356"/>
                <a:gd name="T10" fmla="*/ 3254 w 453"/>
                <a:gd name="T11" fmla="*/ 6765 h 356"/>
                <a:gd name="T12" fmla="*/ 563 w 453"/>
                <a:gd name="T13" fmla="*/ 5398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3" h="356">
                  <a:moveTo>
                    <a:pt x="36" y="284"/>
                  </a:moveTo>
                  <a:cubicBezTo>
                    <a:pt x="10" y="253"/>
                    <a:pt x="0" y="217"/>
                    <a:pt x="7" y="179"/>
                  </a:cubicBezTo>
                  <a:cubicBezTo>
                    <a:pt x="27" y="74"/>
                    <a:pt x="126" y="0"/>
                    <a:pt x="246" y="0"/>
                  </a:cubicBezTo>
                  <a:cubicBezTo>
                    <a:pt x="314" y="0"/>
                    <a:pt x="377" y="28"/>
                    <a:pt x="415" y="75"/>
                  </a:cubicBezTo>
                  <a:cubicBezTo>
                    <a:pt x="443" y="109"/>
                    <a:pt x="453" y="150"/>
                    <a:pt x="444" y="190"/>
                  </a:cubicBezTo>
                  <a:cubicBezTo>
                    <a:pt x="423" y="290"/>
                    <a:pt x="328" y="356"/>
                    <a:pt x="208" y="356"/>
                  </a:cubicBezTo>
                  <a:cubicBezTo>
                    <a:pt x="138" y="356"/>
                    <a:pt x="74" y="330"/>
                    <a:pt x="36" y="284"/>
                  </a:cubicBezTo>
                  <a:close/>
                </a:path>
              </a:pathLst>
            </a:custGeom>
            <a:solidFill>
              <a:srgbClr val="E9F1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1" name="Freeform 8">
              <a:extLst>
                <a:ext uri="{FF2B5EF4-FFF2-40B4-BE49-F238E27FC236}">
                  <a16:creationId xmlns:a16="http://schemas.microsoft.com/office/drawing/2014/main" id="{87A9B0D4-B7EF-48EE-A5DE-D4F5FCCF6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083"/>
              <a:ext cx="1095" cy="922"/>
            </a:xfrm>
            <a:custGeom>
              <a:avLst/>
              <a:gdLst>
                <a:gd name="T0" fmla="*/ 6283 w 438"/>
                <a:gd name="T1" fmla="*/ 1399 h 346"/>
                <a:gd name="T2" fmla="*/ 5645 w 438"/>
                <a:gd name="T3" fmla="*/ 703 h 346"/>
                <a:gd name="T4" fmla="*/ 5595 w 438"/>
                <a:gd name="T5" fmla="*/ 661 h 346"/>
                <a:gd name="T6" fmla="*/ 5563 w 438"/>
                <a:gd name="T7" fmla="*/ 645 h 346"/>
                <a:gd name="T8" fmla="*/ 5563 w 438"/>
                <a:gd name="T9" fmla="*/ 645 h 346"/>
                <a:gd name="T10" fmla="*/ 3708 w 438"/>
                <a:gd name="T11" fmla="*/ 0 h 346"/>
                <a:gd name="T12" fmla="*/ 113 w 438"/>
                <a:gd name="T13" fmla="*/ 3272 h 346"/>
                <a:gd name="T14" fmla="*/ 550 w 438"/>
                <a:gd name="T15" fmla="*/ 5204 h 346"/>
                <a:gd name="T16" fmla="*/ 783 w 438"/>
                <a:gd name="T17" fmla="*/ 5489 h 346"/>
                <a:gd name="T18" fmla="*/ 375 w 438"/>
                <a:gd name="T19" fmla="*/ 3635 h 346"/>
                <a:gd name="T20" fmla="*/ 3988 w 438"/>
                <a:gd name="T21" fmla="*/ 362 h 346"/>
                <a:gd name="T22" fmla="*/ 5408 w 438"/>
                <a:gd name="T23" fmla="*/ 717 h 346"/>
                <a:gd name="T24" fmla="*/ 6458 w 438"/>
                <a:gd name="T25" fmla="*/ 1945 h 346"/>
                <a:gd name="T26" fmla="*/ 6550 w 438"/>
                <a:gd name="T27" fmla="*/ 3366 h 346"/>
                <a:gd name="T28" fmla="*/ 2970 w 438"/>
                <a:gd name="T29" fmla="*/ 6411 h 346"/>
                <a:gd name="T30" fmla="*/ 1050 w 438"/>
                <a:gd name="T31" fmla="*/ 5772 h 346"/>
                <a:gd name="T32" fmla="*/ 3145 w 438"/>
                <a:gd name="T33" fmla="*/ 6547 h 346"/>
                <a:gd name="T34" fmla="*/ 6720 w 438"/>
                <a:gd name="T35" fmla="*/ 3523 h 346"/>
                <a:gd name="T36" fmla="*/ 6283 w 438"/>
                <a:gd name="T37" fmla="*/ 1399 h 3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8" h="346">
                  <a:moveTo>
                    <a:pt x="402" y="74"/>
                  </a:moveTo>
                  <a:cubicBezTo>
                    <a:pt x="390" y="60"/>
                    <a:pt x="376" y="48"/>
                    <a:pt x="361" y="37"/>
                  </a:cubicBezTo>
                  <a:cubicBezTo>
                    <a:pt x="360" y="37"/>
                    <a:pt x="359" y="36"/>
                    <a:pt x="358" y="35"/>
                  </a:cubicBezTo>
                  <a:cubicBezTo>
                    <a:pt x="357" y="35"/>
                    <a:pt x="356" y="34"/>
                    <a:pt x="356" y="34"/>
                  </a:cubicBezTo>
                  <a:cubicBezTo>
                    <a:pt x="356" y="34"/>
                    <a:pt x="356" y="34"/>
                    <a:pt x="356" y="34"/>
                  </a:cubicBezTo>
                  <a:cubicBezTo>
                    <a:pt x="323" y="13"/>
                    <a:pt x="281" y="0"/>
                    <a:pt x="237" y="0"/>
                  </a:cubicBezTo>
                  <a:cubicBezTo>
                    <a:pt x="121" y="0"/>
                    <a:pt x="26" y="72"/>
                    <a:pt x="7" y="173"/>
                  </a:cubicBezTo>
                  <a:cubicBezTo>
                    <a:pt x="0" y="209"/>
                    <a:pt x="10" y="244"/>
                    <a:pt x="35" y="275"/>
                  </a:cubicBezTo>
                  <a:cubicBezTo>
                    <a:pt x="39" y="280"/>
                    <a:pt x="44" y="285"/>
                    <a:pt x="50" y="290"/>
                  </a:cubicBezTo>
                  <a:cubicBezTo>
                    <a:pt x="27" y="261"/>
                    <a:pt x="18" y="227"/>
                    <a:pt x="24" y="192"/>
                  </a:cubicBezTo>
                  <a:cubicBezTo>
                    <a:pt x="43" y="90"/>
                    <a:pt x="138" y="19"/>
                    <a:pt x="255" y="19"/>
                  </a:cubicBezTo>
                  <a:cubicBezTo>
                    <a:pt x="287" y="19"/>
                    <a:pt x="318" y="26"/>
                    <a:pt x="346" y="38"/>
                  </a:cubicBezTo>
                  <a:cubicBezTo>
                    <a:pt x="361" y="45"/>
                    <a:pt x="397" y="62"/>
                    <a:pt x="413" y="103"/>
                  </a:cubicBezTo>
                  <a:cubicBezTo>
                    <a:pt x="422" y="127"/>
                    <a:pt x="425" y="153"/>
                    <a:pt x="419" y="178"/>
                  </a:cubicBezTo>
                  <a:cubicBezTo>
                    <a:pt x="398" y="274"/>
                    <a:pt x="306" y="339"/>
                    <a:pt x="190" y="339"/>
                  </a:cubicBezTo>
                  <a:cubicBezTo>
                    <a:pt x="145" y="339"/>
                    <a:pt x="101" y="327"/>
                    <a:pt x="67" y="305"/>
                  </a:cubicBezTo>
                  <a:cubicBezTo>
                    <a:pt x="103" y="331"/>
                    <a:pt x="150" y="346"/>
                    <a:pt x="201" y="346"/>
                  </a:cubicBezTo>
                  <a:cubicBezTo>
                    <a:pt x="317" y="346"/>
                    <a:pt x="409" y="282"/>
                    <a:pt x="430" y="186"/>
                  </a:cubicBezTo>
                  <a:cubicBezTo>
                    <a:pt x="438" y="147"/>
                    <a:pt x="428" y="107"/>
                    <a:pt x="402" y="74"/>
                  </a:cubicBezTo>
                  <a:close/>
                </a:path>
              </a:pathLst>
            </a:custGeom>
            <a:solidFill>
              <a:srgbClr val="D4E5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2" name="Freeform 9">
              <a:extLst>
                <a:ext uri="{FF2B5EF4-FFF2-40B4-BE49-F238E27FC236}">
                  <a16:creationId xmlns:a16="http://schemas.microsoft.com/office/drawing/2014/main" id="{7C55BA59-0888-41D0-B304-2F718C664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133"/>
              <a:ext cx="600" cy="600"/>
            </a:xfrm>
            <a:custGeom>
              <a:avLst/>
              <a:gdLst>
                <a:gd name="T0" fmla="*/ 3750 w 240"/>
                <a:gd name="T1" fmla="*/ 0 h 225"/>
                <a:gd name="T2" fmla="*/ 145 w 240"/>
                <a:gd name="T3" fmla="*/ 3277 h 225"/>
                <a:gd name="T4" fmla="*/ 175 w 240"/>
                <a:gd name="T5" fmla="*/ 4267 h 225"/>
                <a:gd name="T6" fmla="*/ 3750 w 240"/>
                <a:gd name="T7" fmla="*/ 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0" h="225">
                  <a:moveTo>
                    <a:pt x="240" y="0"/>
                  </a:moveTo>
                  <a:cubicBezTo>
                    <a:pt x="123" y="0"/>
                    <a:pt x="28" y="71"/>
                    <a:pt x="9" y="173"/>
                  </a:cubicBezTo>
                  <a:cubicBezTo>
                    <a:pt x="6" y="191"/>
                    <a:pt x="7" y="208"/>
                    <a:pt x="11" y="225"/>
                  </a:cubicBezTo>
                  <a:cubicBezTo>
                    <a:pt x="0" y="174"/>
                    <a:pt x="54" y="10"/>
                    <a:pt x="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3" name="Freeform 10">
              <a:extLst>
                <a:ext uri="{FF2B5EF4-FFF2-40B4-BE49-F238E27FC236}">
                  <a16:creationId xmlns:a16="http://schemas.microsoft.com/office/drawing/2014/main" id="{01716038-EB50-43F9-956D-1240FDE7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984"/>
              <a:ext cx="1400" cy="1123"/>
            </a:xfrm>
            <a:custGeom>
              <a:avLst/>
              <a:gdLst>
                <a:gd name="T0" fmla="*/ 345 w 560"/>
                <a:gd name="T1" fmla="*/ 3985 h 421"/>
                <a:gd name="T2" fmla="*/ 4708 w 560"/>
                <a:gd name="T3" fmla="*/ 0 h 421"/>
                <a:gd name="T4" fmla="*/ 8345 w 560"/>
                <a:gd name="T5" fmla="*/ 4289 h 421"/>
                <a:gd name="T6" fmla="*/ 4020 w 560"/>
                <a:gd name="T7" fmla="*/ 7992 h 421"/>
                <a:gd name="T8" fmla="*/ 345 w 560"/>
                <a:gd name="T9" fmla="*/ 3985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0" h="421">
                  <a:moveTo>
                    <a:pt x="22" y="210"/>
                  </a:moveTo>
                  <a:cubicBezTo>
                    <a:pt x="45" y="85"/>
                    <a:pt x="159" y="0"/>
                    <a:pt x="301" y="0"/>
                  </a:cubicBezTo>
                  <a:cubicBezTo>
                    <a:pt x="443" y="0"/>
                    <a:pt x="560" y="106"/>
                    <a:pt x="534" y="226"/>
                  </a:cubicBezTo>
                  <a:cubicBezTo>
                    <a:pt x="509" y="339"/>
                    <a:pt x="399" y="421"/>
                    <a:pt x="257" y="421"/>
                  </a:cubicBezTo>
                  <a:cubicBezTo>
                    <a:pt x="115" y="421"/>
                    <a:pt x="0" y="324"/>
                    <a:pt x="22" y="21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4" name="Freeform 11">
              <a:extLst>
                <a:ext uri="{FF2B5EF4-FFF2-40B4-BE49-F238E27FC236}">
                  <a16:creationId xmlns:a16="http://schemas.microsoft.com/office/drawing/2014/main" id="{BA078623-0F1C-411F-A7BE-1E1D18560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944"/>
              <a:ext cx="1410" cy="1200"/>
            </a:xfrm>
            <a:custGeom>
              <a:avLst/>
              <a:gdLst>
                <a:gd name="T0" fmla="*/ 145 w 564"/>
                <a:gd name="T1" fmla="*/ 4245 h 450"/>
                <a:gd name="T2" fmla="*/ 720 w 564"/>
                <a:gd name="T3" fmla="*/ 6827 h 450"/>
                <a:gd name="T4" fmla="*/ 4050 w 564"/>
                <a:gd name="T5" fmla="*/ 8533 h 450"/>
                <a:gd name="T6" fmla="*/ 8645 w 564"/>
                <a:gd name="T7" fmla="*/ 4608 h 450"/>
                <a:gd name="T8" fmla="*/ 8050 w 564"/>
                <a:gd name="T9" fmla="*/ 1784 h 450"/>
                <a:gd name="T10" fmla="*/ 4770 w 564"/>
                <a:gd name="T11" fmla="*/ 0 h 450"/>
                <a:gd name="T12" fmla="*/ 145 w 564"/>
                <a:gd name="T13" fmla="*/ 4245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4" h="450">
                  <a:moveTo>
                    <a:pt x="9" y="224"/>
                  </a:moveTo>
                  <a:cubicBezTo>
                    <a:pt x="0" y="272"/>
                    <a:pt x="13" y="320"/>
                    <a:pt x="46" y="360"/>
                  </a:cubicBezTo>
                  <a:cubicBezTo>
                    <a:pt x="93" y="417"/>
                    <a:pt x="173" y="450"/>
                    <a:pt x="259" y="450"/>
                  </a:cubicBezTo>
                  <a:cubicBezTo>
                    <a:pt x="408" y="450"/>
                    <a:pt x="526" y="367"/>
                    <a:pt x="553" y="243"/>
                  </a:cubicBezTo>
                  <a:cubicBezTo>
                    <a:pt x="564" y="191"/>
                    <a:pt x="551" y="138"/>
                    <a:pt x="515" y="94"/>
                  </a:cubicBezTo>
                  <a:cubicBezTo>
                    <a:pt x="468" y="35"/>
                    <a:pt x="389" y="0"/>
                    <a:pt x="305" y="0"/>
                  </a:cubicBezTo>
                  <a:cubicBezTo>
                    <a:pt x="155" y="0"/>
                    <a:pt x="33" y="92"/>
                    <a:pt x="9" y="2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5" name="Freeform 12">
              <a:extLst>
                <a:ext uri="{FF2B5EF4-FFF2-40B4-BE49-F238E27FC236}">
                  <a16:creationId xmlns:a16="http://schemas.microsoft.com/office/drawing/2014/main" id="{88517E3B-BCA6-4F46-BE80-1DCDAFD1D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069"/>
              <a:ext cx="1133" cy="950"/>
            </a:xfrm>
            <a:custGeom>
              <a:avLst/>
              <a:gdLst>
                <a:gd name="T0" fmla="*/ 563 w 453"/>
                <a:gd name="T1" fmla="*/ 5398 h 356"/>
                <a:gd name="T2" fmla="*/ 113 w 453"/>
                <a:gd name="T3" fmla="*/ 3405 h 356"/>
                <a:gd name="T4" fmla="*/ 3847 w 453"/>
                <a:gd name="T5" fmla="*/ 0 h 356"/>
                <a:gd name="T6" fmla="*/ 6493 w 453"/>
                <a:gd name="T7" fmla="*/ 1425 h 356"/>
                <a:gd name="T8" fmla="*/ 6943 w 453"/>
                <a:gd name="T9" fmla="*/ 3611 h 356"/>
                <a:gd name="T10" fmla="*/ 3254 w 453"/>
                <a:gd name="T11" fmla="*/ 6765 h 356"/>
                <a:gd name="T12" fmla="*/ 563 w 453"/>
                <a:gd name="T13" fmla="*/ 5398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3" h="356">
                  <a:moveTo>
                    <a:pt x="36" y="284"/>
                  </a:moveTo>
                  <a:cubicBezTo>
                    <a:pt x="10" y="253"/>
                    <a:pt x="0" y="217"/>
                    <a:pt x="7" y="179"/>
                  </a:cubicBezTo>
                  <a:cubicBezTo>
                    <a:pt x="27" y="74"/>
                    <a:pt x="126" y="0"/>
                    <a:pt x="246" y="0"/>
                  </a:cubicBezTo>
                  <a:cubicBezTo>
                    <a:pt x="314" y="0"/>
                    <a:pt x="377" y="28"/>
                    <a:pt x="415" y="75"/>
                  </a:cubicBezTo>
                  <a:cubicBezTo>
                    <a:pt x="443" y="109"/>
                    <a:pt x="453" y="150"/>
                    <a:pt x="444" y="190"/>
                  </a:cubicBezTo>
                  <a:cubicBezTo>
                    <a:pt x="423" y="290"/>
                    <a:pt x="328" y="356"/>
                    <a:pt x="208" y="356"/>
                  </a:cubicBezTo>
                  <a:cubicBezTo>
                    <a:pt x="138" y="356"/>
                    <a:pt x="74" y="330"/>
                    <a:pt x="36" y="284"/>
                  </a:cubicBezTo>
                  <a:close/>
                </a:path>
              </a:pathLst>
            </a:custGeom>
            <a:noFill/>
            <a:ln w="7938" cap="flat">
              <a:solidFill>
                <a:srgbClr val="84A7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4" name="Empty-oval-serving-plate">
            <a:extLst>
              <a:ext uri="{FF2B5EF4-FFF2-40B4-BE49-F238E27FC236}">
                <a16:creationId xmlns:a16="http://schemas.microsoft.com/office/drawing/2014/main" id="{0B016523-5FEA-4E2A-BEF5-0C27F13C6ACA}"/>
              </a:ext>
            </a:extLst>
          </p:cNvPr>
          <p:cNvGrpSpPr>
            <a:grpSpLocks/>
          </p:cNvGrpSpPr>
          <p:nvPr/>
        </p:nvGrpSpPr>
        <p:grpSpPr bwMode="auto">
          <a:xfrm>
            <a:off x="2173288" y="1389063"/>
            <a:ext cx="4057650" cy="3452812"/>
            <a:chOff x="2293" y="944"/>
            <a:chExt cx="1410" cy="1200"/>
          </a:xfrm>
        </p:grpSpPr>
        <p:sp>
          <p:nvSpPr>
            <p:cNvPr id="19236" name="Freeform 14">
              <a:extLst>
                <a:ext uri="{FF2B5EF4-FFF2-40B4-BE49-F238E27FC236}">
                  <a16:creationId xmlns:a16="http://schemas.microsoft.com/office/drawing/2014/main" id="{6A8DC0E2-E2B8-486C-A889-2200779D1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944"/>
              <a:ext cx="1410" cy="1200"/>
            </a:xfrm>
            <a:custGeom>
              <a:avLst/>
              <a:gdLst>
                <a:gd name="T0" fmla="*/ 145 w 564"/>
                <a:gd name="T1" fmla="*/ 4245 h 450"/>
                <a:gd name="T2" fmla="*/ 720 w 564"/>
                <a:gd name="T3" fmla="*/ 6827 h 450"/>
                <a:gd name="T4" fmla="*/ 4050 w 564"/>
                <a:gd name="T5" fmla="*/ 8533 h 450"/>
                <a:gd name="T6" fmla="*/ 8645 w 564"/>
                <a:gd name="T7" fmla="*/ 4608 h 450"/>
                <a:gd name="T8" fmla="*/ 8050 w 564"/>
                <a:gd name="T9" fmla="*/ 1784 h 450"/>
                <a:gd name="T10" fmla="*/ 4770 w 564"/>
                <a:gd name="T11" fmla="*/ 0 h 450"/>
                <a:gd name="T12" fmla="*/ 145 w 564"/>
                <a:gd name="T13" fmla="*/ 4245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4" h="450">
                  <a:moveTo>
                    <a:pt x="9" y="224"/>
                  </a:moveTo>
                  <a:cubicBezTo>
                    <a:pt x="0" y="272"/>
                    <a:pt x="13" y="320"/>
                    <a:pt x="46" y="360"/>
                  </a:cubicBezTo>
                  <a:cubicBezTo>
                    <a:pt x="93" y="417"/>
                    <a:pt x="173" y="450"/>
                    <a:pt x="259" y="450"/>
                  </a:cubicBezTo>
                  <a:cubicBezTo>
                    <a:pt x="408" y="450"/>
                    <a:pt x="526" y="367"/>
                    <a:pt x="553" y="243"/>
                  </a:cubicBezTo>
                  <a:cubicBezTo>
                    <a:pt x="564" y="191"/>
                    <a:pt x="551" y="138"/>
                    <a:pt x="515" y="94"/>
                  </a:cubicBezTo>
                  <a:cubicBezTo>
                    <a:pt x="468" y="35"/>
                    <a:pt x="389" y="0"/>
                    <a:pt x="305" y="0"/>
                  </a:cubicBezTo>
                  <a:cubicBezTo>
                    <a:pt x="155" y="0"/>
                    <a:pt x="33" y="92"/>
                    <a:pt x="9" y="224"/>
                  </a:cubicBezTo>
                  <a:close/>
                </a:path>
              </a:pathLst>
            </a:custGeom>
            <a:solidFill>
              <a:srgbClr val="DAE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37" name="Freeform 15">
              <a:extLst>
                <a:ext uri="{FF2B5EF4-FFF2-40B4-BE49-F238E27FC236}">
                  <a16:creationId xmlns:a16="http://schemas.microsoft.com/office/drawing/2014/main" id="{1BDF79EE-164F-4BE5-B6BD-3865A1325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984"/>
              <a:ext cx="1400" cy="1123"/>
            </a:xfrm>
            <a:custGeom>
              <a:avLst/>
              <a:gdLst>
                <a:gd name="T0" fmla="*/ 345 w 560"/>
                <a:gd name="T1" fmla="*/ 3985 h 421"/>
                <a:gd name="T2" fmla="*/ 4708 w 560"/>
                <a:gd name="T3" fmla="*/ 0 h 421"/>
                <a:gd name="T4" fmla="*/ 8345 w 560"/>
                <a:gd name="T5" fmla="*/ 4289 h 421"/>
                <a:gd name="T6" fmla="*/ 4020 w 560"/>
                <a:gd name="T7" fmla="*/ 7992 h 421"/>
                <a:gd name="T8" fmla="*/ 345 w 560"/>
                <a:gd name="T9" fmla="*/ 3985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0" h="421">
                  <a:moveTo>
                    <a:pt x="22" y="210"/>
                  </a:moveTo>
                  <a:cubicBezTo>
                    <a:pt x="45" y="85"/>
                    <a:pt x="159" y="0"/>
                    <a:pt x="301" y="0"/>
                  </a:cubicBezTo>
                  <a:cubicBezTo>
                    <a:pt x="443" y="0"/>
                    <a:pt x="560" y="106"/>
                    <a:pt x="534" y="226"/>
                  </a:cubicBezTo>
                  <a:cubicBezTo>
                    <a:pt x="509" y="339"/>
                    <a:pt x="399" y="421"/>
                    <a:pt x="257" y="421"/>
                  </a:cubicBezTo>
                  <a:cubicBezTo>
                    <a:pt x="115" y="421"/>
                    <a:pt x="0" y="324"/>
                    <a:pt x="22" y="210"/>
                  </a:cubicBezTo>
                  <a:close/>
                </a:path>
              </a:pathLst>
            </a:custGeom>
            <a:solidFill>
              <a:srgbClr val="C5D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38" name="Freeform 16">
              <a:extLst>
                <a:ext uri="{FF2B5EF4-FFF2-40B4-BE49-F238E27FC236}">
                  <a16:creationId xmlns:a16="http://schemas.microsoft.com/office/drawing/2014/main" id="{C9DD6DF3-B0C6-4D3E-8E6B-697F4E758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064"/>
              <a:ext cx="1100" cy="1043"/>
            </a:xfrm>
            <a:custGeom>
              <a:avLst/>
              <a:gdLst>
                <a:gd name="T0" fmla="*/ 4925 w 440"/>
                <a:gd name="T1" fmla="*/ 0 h 391"/>
                <a:gd name="T2" fmla="*/ 6408 w 440"/>
                <a:gd name="T3" fmla="*/ 3585 h 391"/>
                <a:gd name="T4" fmla="*/ 2083 w 440"/>
                <a:gd name="T5" fmla="*/ 7288 h 391"/>
                <a:gd name="T6" fmla="*/ 0 w 440"/>
                <a:gd name="T7" fmla="*/ 6703 h 391"/>
                <a:gd name="T8" fmla="*/ 2270 w 440"/>
                <a:gd name="T9" fmla="*/ 7421 h 391"/>
                <a:gd name="T10" fmla="*/ 6595 w 440"/>
                <a:gd name="T11" fmla="*/ 3721 h 391"/>
                <a:gd name="T12" fmla="*/ 4925 w 440"/>
                <a:gd name="T13" fmla="*/ 0 h 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0" h="391">
                  <a:moveTo>
                    <a:pt x="315" y="0"/>
                  </a:moveTo>
                  <a:cubicBezTo>
                    <a:pt x="385" y="41"/>
                    <a:pt x="427" y="112"/>
                    <a:pt x="410" y="189"/>
                  </a:cubicBezTo>
                  <a:cubicBezTo>
                    <a:pt x="386" y="303"/>
                    <a:pt x="276" y="384"/>
                    <a:pt x="133" y="384"/>
                  </a:cubicBezTo>
                  <a:cubicBezTo>
                    <a:pt x="84" y="384"/>
                    <a:pt x="39" y="373"/>
                    <a:pt x="0" y="353"/>
                  </a:cubicBezTo>
                  <a:cubicBezTo>
                    <a:pt x="41" y="377"/>
                    <a:pt x="91" y="391"/>
                    <a:pt x="145" y="391"/>
                  </a:cubicBezTo>
                  <a:cubicBezTo>
                    <a:pt x="287" y="391"/>
                    <a:pt x="397" y="309"/>
                    <a:pt x="422" y="196"/>
                  </a:cubicBezTo>
                  <a:cubicBezTo>
                    <a:pt x="440" y="115"/>
                    <a:pt x="392" y="40"/>
                    <a:pt x="315" y="0"/>
                  </a:cubicBezTo>
                  <a:close/>
                </a:path>
              </a:pathLst>
            </a:custGeom>
            <a:solidFill>
              <a:srgbClr val="A0B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39" name="Freeform 17">
              <a:extLst>
                <a:ext uri="{FF2B5EF4-FFF2-40B4-BE49-F238E27FC236}">
                  <a16:creationId xmlns:a16="http://schemas.microsoft.com/office/drawing/2014/main" id="{EAF899E3-F904-4113-9C17-2CD507900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984"/>
              <a:ext cx="1185" cy="957"/>
            </a:xfrm>
            <a:custGeom>
              <a:avLst/>
              <a:gdLst>
                <a:gd name="T0" fmla="*/ 345 w 474"/>
                <a:gd name="T1" fmla="*/ 4185 h 359"/>
                <a:gd name="T2" fmla="*/ 4708 w 474"/>
                <a:gd name="T3" fmla="*/ 192 h 359"/>
                <a:gd name="T4" fmla="*/ 7408 w 474"/>
                <a:gd name="T5" fmla="*/ 1365 h 359"/>
                <a:gd name="T6" fmla="*/ 4533 w 474"/>
                <a:gd name="T7" fmla="*/ 0 h 359"/>
                <a:gd name="T8" fmla="*/ 175 w 474"/>
                <a:gd name="T9" fmla="*/ 3980 h 359"/>
                <a:gd name="T10" fmla="*/ 1063 w 474"/>
                <a:gd name="T11" fmla="*/ 6800 h 359"/>
                <a:gd name="T12" fmla="*/ 345 w 474"/>
                <a:gd name="T13" fmla="*/ 4185 h 3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4" h="359">
                  <a:moveTo>
                    <a:pt x="22" y="221"/>
                  </a:moveTo>
                  <a:cubicBezTo>
                    <a:pt x="45" y="96"/>
                    <a:pt x="159" y="10"/>
                    <a:pt x="301" y="10"/>
                  </a:cubicBezTo>
                  <a:cubicBezTo>
                    <a:pt x="369" y="10"/>
                    <a:pt x="430" y="34"/>
                    <a:pt x="474" y="72"/>
                  </a:cubicBezTo>
                  <a:cubicBezTo>
                    <a:pt x="430" y="28"/>
                    <a:pt x="364" y="0"/>
                    <a:pt x="290" y="0"/>
                  </a:cubicBezTo>
                  <a:cubicBezTo>
                    <a:pt x="148" y="0"/>
                    <a:pt x="34" y="85"/>
                    <a:pt x="11" y="210"/>
                  </a:cubicBezTo>
                  <a:cubicBezTo>
                    <a:pt x="0" y="268"/>
                    <a:pt x="24" y="321"/>
                    <a:pt x="68" y="359"/>
                  </a:cubicBezTo>
                  <a:cubicBezTo>
                    <a:pt x="31" y="322"/>
                    <a:pt x="12" y="273"/>
                    <a:pt x="22" y="221"/>
                  </a:cubicBezTo>
                  <a:close/>
                </a:path>
              </a:pathLst>
            </a:custGeom>
            <a:solidFill>
              <a:srgbClr val="AFC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40" name="Freeform 18">
              <a:extLst>
                <a:ext uri="{FF2B5EF4-FFF2-40B4-BE49-F238E27FC236}">
                  <a16:creationId xmlns:a16="http://schemas.microsoft.com/office/drawing/2014/main" id="{E1044268-3CD9-490D-80BC-E9D464BBB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069"/>
              <a:ext cx="1133" cy="950"/>
            </a:xfrm>
            <a:custGeom>
              <a:avLst/>
              <a:gdLst>
                <a:gd name="T0" fmla="*/ 563 w 453"/>
                <a:gd name="T1" fmla="*/ 5398 h 356"/>
                <a:gd name="T2" fmla="*/ 113 w 453"/>
                <a:gd name="T3" fmla="*/ 3405 h 356"/>
                <a:gd name="T4" fmla="*/ 3847 w 453"/>
                <a:gd name="T5" fmla="*/ 0 h 356"/>
                <a:gd name="T6" fmla="*/ 6493 w 453"/>
                <a:gd name="T7" fmla="*/ 1425 h 356"/>
                <a:gd name="T8" fmla="*/ 6943 w 453"/>
                <a:gd name="T9" fmla="*/ 3611 h 356"/>
                <a:gd name="T10" fmla="*/ 3254 w 453"/>
                <a:gd name="T11" fmla="*/ 6765 h 356"/>
                <a:gd name="T12" fmla="*/ 563 w 453"/>
                <a:gd name="T13" fmla="*/ 5398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3" h="356">
                  <a:moveTo>
                    <a:pt x="36" y="284"/>
                  </a:moveTo>
                  <a:cubicBezTo>
                    <a:pt x="10" y="253"/>
                    <a:pt x="0" y="217"/>
                    <a:pt x="7" y="179"/>
                  </a:cubicBezTo>
                  <a:cubicBezTo>
                    <a:pt x="27" y="74"/>
                    <a:pt x="126" y="0"/>
                    <a:pt x="246" y="0"/>
                  </a:cubicBezTo>
                  <a:cubicBezTo>
                    <a:pt x="314" y="0"/>
                    <a:pt x="377" y="28"/>
                    <a:pt x="415" y="75"/>
                  </a:cubicBezTo>
                  <a:cubicBezTo>
                    <a:pt x="443" y="109"/>
                    <a:pt x="453" y="150"/>
                    <a:pt x="444" y="190"/>
                  </a:cubicBezTo>
                  <a:cubicBezTo>
                    <a:pt x="423" y="290"/>
                    <a:pt x="328" y="356"/>
                    <a:pt x="208" y="356"/>
                  </a:cubicBezTo>
                  <a:cubicBezTo>
                    <a:pt x="138" y="356"/>
                    <a:pt x="74" y="330"/>
                    <a:pt x="36" y="284"/>
                  </a:cubicBezTo>
                  <a:close/>
                </a:path>
              </a:pathLst>
            </a:custGeom>
            <a:solidFill>
              <a:srgbClr val="E9F1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41" name="Freeform 19">
              <a:extLst>
                <a:ext uri="{FF2B5EF4-FFF2-40B4-BE49-F238E27FC236}">
                  <a16:creationId xmlns:a16="http://schemas.microsoft.com/office/drawing/2014/main" id="{DA9E2A67-8629-4A5E-B8EC-5C64B8266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083"/>
              <a:ext cx="1095" cy="922"/>
            </a:xfrm>
            <a:custGeom>
              <a:avLst/>
              <a:gdLst>
                <a:gd name="T0" fmla="*/ 6283 w 438"/>
                <a:gd name="T1" fmla="*/ 1399 h 346"/>
                <a:gd name="T2" fmla="*/ 5645 w 438"/>
                <a:gd name="T3" fmla="*/ 703 h 346"/>
                <a:gd name="T4" fmla="*/ 5595 w 438"/>
                <a:gd name="T5" fmla="*/ 661 h 346"/>
                <a:gd name="T6" fmla="*/ 5563 w 438"/>
                <a:gd name="T7" fmla="*/ 645 h 346"/>
                <a:gd name="T8" fmla="*/ 5563 w 438"/>
                <a:gd name="T9" fmla="*/ 645 h 346"/>
                <a:gd name="T10" fmla="*/ 3708 w 438"/>
                <a:gd name="T11" fmla="*/ 0 h 346"/>
                <a:gd name="T12" fmla="*/ 113 w 438"/>
                <a:gd name="T13" fmla="*/ 3272 h 346"/>
                <a:gd name="T14" fmla="*/ 550 w 438"/>
                <a:gd name="T15" fmla="*/ 5204 h 346"/>
                <a:gd name="T16" fmla="*/ 783 w 438"/>
                <a:gd name="T17" fmla="*/ 5489 h 346"/>
                <a:gd name="T18" fmla="*/ 375 w 438"/>
                <a:gd name="T19" fmla="*/ 3635 h 346"/>
                <a:gd name="T20" fmla="*/ 3988 w 438"/>
                <a:gd name="T21" fmla="*/ 362 h 346"/>
                <a:gd name="T22" fmla="*/ 5408 w 438"/>
                <a:gd name="T23" fmla="*/ 717 h 346"/>
                <a:gd name="T24" fmla="*/ 6458 w 438"/>
                <a:gd name="T25" fmla="*/ 1945 h 346"/>
                <a:gd name="T26" fmla="*/ 6550 w 438"/>
                <a:gd name="T27" fmla="*/ 3366 h 346"/>
                <a:gd name="T28" fmla="*/ 2970 w 438"/>
                <a:gd name="T29" fmla="*/ 6411 h 346"/>
                <a:gd name="T30" fmla="*/ 1050 w 438"/>
                <a:gd name="T31" fmla="*/ 5772 h 346"/>
                <a:gd name="T32" fmla="*/ 3145 w 438"/>
                <a:gd name="T33" fmla="*/ 6547 h 346"/>
                <a:gd name="T34" fmla="*/ 6720 w 438"/>
                <a:gd name="T35" fmla="*/ 3523 h 346"/>
                <a:gd name="T36" fmla="*/ 6283 w 438"/>
                <a:gd name="T37" fmla="*/ 1399 h 3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8" h="346">
                  <a:moveTo>
                    <a:pt x="402" y="74"/>
                  </a:moveTo>
                  <a:cubicBezTo>
                    <a:pt x="390" y="60"/>
                    <a:pt x="376" y="48"/>
                    <a:pt x="361" y="37"/>
                  </a:cubicBezTo>
                  <a:cubicBezTo>
                    <a:pt x="360" y="37"/>
                    <a:pt x="359" y="36"/>
                    <a:pt x="358" y="35"/>
                  </a:cubicBezTo>
                  <a:cubicBezTo>
                    <a:pt x="357" y="35"/>
                    <a:pt x="356" y="34"/>
                    <a:pt x="356" y="34"/>
                  </a:cubicBezTo>
                  <a:cubicBezTo>
                    <a:pt x="356" y="34"/>
                    <a:pt x="356" y="34"/>
                    <a:pt x="356" y="34"/>
                  </a:cubicBezTo>
                  <a:cubicBezTo>
                    <a:pt x="323" y="13"/>
                    <a:pt x="281" y="0"/>
                    <a:pt x="237" y="0"/>
                  </a:cubicBezTo>
                  <a:cubicBezTo>
                    <a:pt x="121" y="0"/>
                    <a:pt x="26" y="72"/>
                    <a:pt x="7" y="173"/>
                  </a:cubicBezTo>
                  <a:cubicBezTo>
                    <a:pt x="0" y="209"/>
                    <a:pt x="10" y="244"/>
                    <a:pt x="35" y="275"/>
                  </a:cubicBezTo>
                  <a:cubicBezTo>
                    <a:pt x="39" y="280"/>
                    <a:pt x="44" y="285"/>
                    <a:pt x="50" y="290"/>
                  </a:cubicBezTo>
                  <a:cubicBezTo>
                    <a:pt x="27" y="261"/>
                    <a:pt x="18" y="227"/>
                    <a:pt x="24" y="192"/>
                  </a:cubicBezTo>
                  <a:cubicBezTo>
                    <a:pt x="43" y="90"/>
                    <a:pt x="138" y="19"/>
                    <a:pt x="255" y="19"/>
                  </a:cubicBezTo>
                  <a:cubicBezTo>
                    <a:pt x="287" y="19"/>
                    <a:pt x="318" y="26"/>
                    <a:pt x="346" y="38"/>
                  </a:cubicBezTo>
                  <a:cubicBezTo>
                    <a:pt x="361" y="45"/>
                    <a:pt x="397" y="62"/>
                    <a:pt x="413" y="103"/>
                  </a:cubicBezTo>
                  <a:cubicBezTo>
                    <a:pt x="422" y="127"/>
                    <a:pt x="425" y="153"/>
                    <a:pt x="419" y="178"/>
                  </a:cubicBezTo>
                  <a:cubicBezTo>
                    <a:pt x="398" y="274"/>
                    <a:pt x="306" y="339"/>
                    <a:pt x="190" y="339"/>
                  </a:cubicBezTo>
                  <a:cubicBezTo>
                    <a:pt x="145" y="339"/>
                    <a:pt x="101" y="327"/>
                    <a:pt x="67" y="305"/>
                  </a:cubicBezTo>
                  <a:cubicBezTo>
                    <a:pt x="103" y="331"/>
                    <a:pt x="150" y="346"/>
                    <a:pt x="201" y="346"/>
                  </a:cubicBezTo>
                  <a:cubicBezTo>
                    <a:pt x="317" y="346"/>
                    <a:pt x="409" y="282"/>
                    <a:pt x="430" y="186"/>
                  </a:cubicBezTo>
                  <a:cubicBezTo>
                    <a:pt x="438" y="147"/>
                    <a:pt x="428" y="107"/>
                    <a:pt x="402" y="74"/>
                  </a:cubicBezTo>
                  <a:close/>
                </a:path>
              </a:pathLst>
            </a:custGeom>
            <a:solidFill>
              <a:srgbClr val="D4E5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42" name="Freeform 20">
              <a:extLst>
                <a:ext uri="{FF2B5EF4-FFF2-40B4-BE49-F238E27FC236}">
                  <a16:creationId xmlns:a16="http://schemas.microsoft.com/office/drawing/2014/main" id="{E8D856BF-19EB-4C07-AE53-DC06B6443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133"/>
              <a:ext cx="600" cy="600"/>
            </a:xfrm>
            <a:custGeom>
              <a:avLst/>
              <a:gdLst>
                <a:gd name="T0" fmla="*/ 3750 w 240"/>
                <a:gd name="T1" fmla="*/ 0 h 225"/>
                <a:gd name="T2" fmla="*/ 145 w 240"/>
                <a:gd name="T3" fmla="*/ 3277 h 225"/>
                <a:gd name="T4" fmla="*/ 175 w 240"/>
                <a:gd name="T5" fmla="*/ 4267 h 225"/>
                <a:gd name="T6" fmla="*/ 3750 w 240"/>
                <a:gd name="T7" fmla="*/ 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0" h="225">
                  <a:moveTo>
                    <a:pt x="240" y="0"/>
                  </a:moveTo>
                  <a:cubicBezTo>
                    <a:pt x="123" y="0"/>
                    <a:pt x="28" y="71"/>
                    <a:pt x="9" y="173"/>
                  </a:cubicBezTo>
                  <a:cubicBezTo>
                    <a:pt x="6" y="191"/>
                    <a:pt x="7" y="208"/>
                    <a:pt x="11" y="225"/>
                  </a:cubicBezTo>
                  <a:cubicBezTo>
                    <a:pt x="0" y="174"/>
                    <a:pt x="54" y="10"/>
                    <a:pt x="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43" name="Freeform 21">
              <a:extLst>
                <a:ext uri="{FF2B5EF4-FFF2-40B4-BE49-F238E27FC236}">
                  <a16:creationId xmlns:a16="http://schemas.microsoft.com/office/drawing/2014/main" id="{B2502BBF-7ECE-473D-804C-810D8D30E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984"/>
              <a:ext cx="1400" cy="1123"/>
            </a:xfrm>
            <a:custGeom>
              <a:avLst/>
              <a:gdLst>
                <a:gd name="T0" fmla="*/ 345 w 560"/>
                <a:gd name="T1" fmla="*/ 3985 h 421"/>
                <a:gd name="T2" fmla="*/ 4708 w 560"/>
                <a:gd name="T3" fmla="*/ 0 h 421"/>
                <a:gd name="T4" fmla="*/ 8345 w 560"/>
                <a:gd name="T5" fmla="*/ 4289 h 421"/>
                <a:gd name="T6" fmla="*/ 4020 w 560"/>
                <a:gd name="T7" fmla="*/ 7992 h 421"/>
                <a:gd name="T8" fmla="*/ 345 w 560"/>
                <a:gd name="T9" fmla="*/ 3985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0" h="421">
                  <a:moveTo>
                    <a:pt x="22" y="210"/>
                  </a:moveTo>
                  <a:cubicBezTo>
                    <a:pt x="45" y="85"/>
                    <a:pt x="159" y="0"/>
                    <a:pt x="301" y="0"/>
                  </a:cubicBezTo>
                  <a:cubicBezTo>
                    <a:pt x="443" y="0"/>
                    <a:pt x="560" y="106"/>
                    <a:pt x="534" y="226"/>
                  </a:cubicBezTo>
                  <a:cubicBezTo>
                    <a:pt x="509" y="339"/>
                    <a:pt x="399" y="421"/>
                    <a:pt x="257" y="421"/>
                  </a:cubicBezTo>
                  <a:cubicBezTo>
                    <a:pt x="115" y="421"/>
                    <a:pt x="0" y="324"/>
                    <a:pt x="22" y="21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44" name="Freeform 22">
              <a:extLst>
                <a:ext uri="{FF2B5EF4-FFF2-40B4-BE49-F238E27FC236}">
                  <a16:creationId xmlns:a16="http://schemas.microsoft.com/office/drawing/2014/main" id="{B26CAA25-9C7B-4E90-B962-8E7F5B722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944"/>
              <a:ext cx="1410" cy="1200"/>
            </a:xfrm>
            <a:custGeom>
              <a:avLst/>
              <a:gdLst>
                <a:gd name="T0" fmla="*/ 145 w 564"/>
                <a:gd name="T1" fmla="*/ 4245 h 450"/>
                <a:gd name="T2" fmla="*/ 720 w 564"/>
                <a:gd name="T3" fmla="*/ 6827 h 450"/>
                <a:gd name="T4" fmla="*/ 4050 w 564"/>
                <a:gd name="T5" fmla="*/ 8533 h 450"/>
                <a:gd name="T6" fmla="*/ 8645 w 564"/>
                <a:gd name="T7" fmla="*/ 4608 h 450"/>
                <a:gd name="T8" fmla="*/ 8050 w 564"/>
                <a:gd name="T9" fmla="*/ 1784 h 450"/>
                <a:gd name="T10" fmla="*/ 4770 w 564"/>
                <a:gd name="T11" fmla="*/ 0 h 450"/>
                <a:gd name="T12" fmla="*/ 145 w 564"/>
                <a:gd name="T13" fmla="*/ 4245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4" h="450">
                  <a:moveTo>
                    <a:pt x="9" y="224"/>
                  </a:moveTo>
                  <a:cubicBezTo>
                    <a:pt x="0" y="272"/>
                    <a:pt x="13" y="320"/>
                    <a:pt x="46" y="360"/>
                  </a:cubicBezTo>
                  <a:cubicBezTo>
                    <a:pt x="93" y="417"/>
                    <a:pt x="173" y="450"/>
                    <a:pt x="259" y="450"/>
                  </a:cubicBezTo>
                  <a:cubicBezTo>
                    <a:pt x="408" y="450"/>
                    <a:pt x="526" y="367"/>
                    <a:pt x="553" y="243"/>
                  </a:cubicBezTo>
                  <a:cubicBezTo>
                    <a:pt x="564" y="191"/>
                    <a:pt x="551" y="138"/>
                    <a:pt x="515" y="94"/>
                  </a:cubicBezTo>
                  <a:cubicBezTo>
                    <a:pt x="468" y="35"/>
                    <a:pt x="389" y="0"/>
                    <a:pt x="305" y="0"/>
                  </a:cubicBezTo>
                  <a:cubicBezTo>
                    <a:pt x="155" y="0"/>
                    <a:pt x="33" y="92"/>
                    <a:pt x="9" y="2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45" name="Freeform 23">
              <a:extLst>
                <a:ext uri="{FF2B5EF4-FFF2-40B4-BE49-F238E27FC236}">
                  <a16:creationId xmlns:a16="http://schemas.microsoft.com/office/drawing/2014/main" id="{4C9511F7-6C5A-4CB9-AFE4-8BE99658E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069"/>
              <a:ext cx="1133" cy="950"/>
            </a:xfrm>
            <a:custGeom>
              <a:avLst/>
              <a:gdLst>
                <a:gd name="T0" fmla="*/ 563 w 453"/>
                <a:gd name="T1" fmla="*/ 5398 h 356"/>
                <a:gd name="T2" fmla="*/ 113 w 453"/>
                <a:gd name="T3" fmla="*/ 3405 h 356"/>
                <a:gd name="T4" fmla="*/ 3847 w 453"/>
                <a:gd name="T5" fmla="*/ 0 h 356"/>
                <a:gd name="T6" fmla="*/ 6493 w 453"/>
                <a:gd name="T7" fmla="*/ 1425 h 356"/>
                <a:gd name="T8" fmla="*/ 6943 w 453"/>
                <a:gd name="T9" fmla="*/ 3611 h 356"/>
                <a:gd name="T10" fmla="*/ 3254 w 453"/>
                <a:gd name="T11" fmla="*/ 6765 h 356"/>
                <a:gd name="T12" fmla="*/ 563 w 453"/>
                <a:gd name="T13" fmla="*/ 5398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3" h="356">
                  <a:moveTo>
                    <a:pt x="36" y="284"/>
                  </a:moveTo>
                  <a:cubicBezTo>
                    <a:pt x="10" y="253"/>
                    <a:pt x="0" y="217"/>
                    <a:pt x="7" y="179"/>
                  </a:cubicBezTo>
                  <a:cubicBezTo>
                    <a:pt x="27" y="74"/>
                    <a:pt x="126" y="0"/>
                    <a:pt x="246" y="0"/>
                  </a:cubicBezTo>
                  <a:cubicBezTo>
                    <a:pt x="314" y="0"/>
                    <a:pt x="377" y="28"/>
                    <a:pt x="415" y="75"/>
                  </a:cubicBezTo>
                  <a:cubicBezTo>
                    <a:pt x="443" y="109"/>
                    <a:pt x="453" y="150"/>
                    <a:pt x="444" y="190"/>
                  </a:cubicBezTo>
                  <a:cubicBezTo>
                    <a:pt x="423" y="290"/>
                    <a:pt x="328" y="356"/>
                    <a:pt x="208" y="356"/>
                  </a:cubicBezTo>
                  <a:cubicBezTo>
                    <a:pt x="138" y="356"/>
                    <a:pt x="74" y="330"/>
                    <a:pt x="36" y="284"/>
                  </a:cubicBezTo>
                  <a:close/>
                </a:path>
              </a:pathLst>
            </a:custGeom>
            <a:noFill/>
            <a:ln w="7938" cap="flat">
              <a:solidFill>
                <a:srgbClr val="84A7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484" name="Rectangle 24">
            <a:extLst>
              <a:ext uri="{FF2B5EF4-FFF2-40B4-BE49-F238E27FC236}">
                <a16:creationId xmlns:a16="http://schemas.microsoft.com/office/drawing/2014/main" id="{B083F183-571A-4DCE-ACF3-42362F9842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Raw vegetables</a:t>
            </a:r>
          </a:p>
        </p:txBody>
      </p:sp>
      <p:grpSp>
        <p:nvGrpSpPr>
          <p:cNvPr id="18436" name="sliced-red-tomatoes-on-lettuce">
            <a:extLst>
              <a:ext uri="{FF2B5EF4-FFF2-40B4-BE49-F238E27FC236}">
                <a16:creationId xmlns:a16="http://schemas.microsoft.com/office/drawing/2014/main" id="{327F11E2-B5AE-45AF-ABF1-67322A503345}"/>
              </a:ext>
            </a:extLst>
          </p:cNvPr>
          <p:cNvGrpSpPr>
            <a:grpSpLocks/>
          </p:cNvGrpSpPr>
          <p:nvPr/>
        </p:nvGrpSpPr>
        <p:grpSpPr bwMode="auto">
          <a:xfrm>
            <a:off x="1911350" y="1443038"/>
            <a:ext cx="4265613" cy="3286125"/>
            <a:chOff x="277" y="742"/>
            <a:chExt cx="2687" cy="2070"/>
          </a:xfrm>
        </p:grpSpPr>
        <p:grpSp>
          <p:nvGrpSpPr>
            <p:cNvPr id="18887" name="Group 26">
              <a:extLst>
                <a:ext uri="{FF2B5EF4-FFF2-40B4-BE49-F238E27FC236}">
                  <a16:creationId xmlns:a16="http://schemas.microsoft.com/office/drawing/2014/main" id="{753FD52E-AF1A-4C1D-B192-7F8DD117E1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7" y="742"/>
              <a:ext cx="2687" cy="2070"/>
              <a:chOff x="277" y="742"/>
              <a:chExt cx="2687" cy="2070"/>
            </a:xfrm>
          </p:grpSpPr>
          <p:sp>
            <p:nvSpPr>
              <p:cNvPr id="19036" name="Freeform 27">
                <a:extLst>
                  <a:ext uri="{FF2B5EF4-FFF2-40B4-BE49-F238E27FC236}">
                    <a16:creationId xmlns:a16="http://schemas.microsoft.com/office/drawing/2014/main" id="{B078E1F7-B411-437E-90EF-A76130937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844"/>
                <a:ext cx="806" cy="970"/>
              </a:xfrm>
              <a:custGeom>
                <a:avLst/>
                <a:gdLst>
                  <a:gd name="T0" fmla="*/ 228 w 609"/>
                  <a:gd name="T1" fmla="*/ 854 h 688"/>
                  <a:gd name="T2" fmla="*/ 208 w 609"/>
                  <a:gd name="T3" fmla="*/ 252 h 688"/>
                  <a:gd name="T4" fmla="*/ 431 w 609"/>
                  <a:gd name="T5" fmla="*/ 220 h 688"/>
                  <a:gd name="T6" fmla="*/ 654 w 609"/>
                  <a:gd name="T7" fmla="*/ 14 h 688"/>
                  <a:gd name="T8" fmla="*/ 904 w 609"/>
                  <a:gd name="T9" fmla="*/ 539 h 688"/>
                  <a:gd name="T10" fmla="*/ 1117 w 609"/>
                  <a:gd name="T11" fmla="*/ 362 h 688"/>
                  <a:gd name="T12" fmla="*/ 1228 w 609"/>
                  <a:gd name="T13" fmla="*/ 451 h 688"/>
                  <a:gd name="T14" fmla="*/ 1174 w 609"/>
                  <a:gd name="T15" fmla="*/ 629 h 688"/>
                  <a:gd name="T16" fmla="*/ 1386 w 609"/>
                  <a:gd name="T17" fmla="*/ 794 h 688"/>
                  <a:gd name="T18" fmla="*/ 1284 w 609"/>
                  <a:gd name="T19" fmla="*/ 1004 h 688"/>
                  <a:gd name="T20" fmla="*/ 1386 w 609"/>
                  <a:gd name="T21" fmla="*/ 1135 h 688"/>
                  <a:gd name="T22" fmla="*/ 1255 w 609"/>
                  <a:gd name="T23" fmla="*/ 1338 h 688"/>
                  <a:gd name="T24" fmla="*/ 1219 w 609"/>
                  <a:gd name="T25" fmla="*/ 1662 h 688"/>
                  <a:gd name="T26" fmla="*/ 524 w 609"/>
                  <a:gd name="T27" fmla="*/ 1674 h 6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9" h="688">
                    <a:moveTo>
                      <a:pt x="98" y="305"/>
                    </a:moveTo>
                    <a:cubicBezTo>
                      <a:pt x="39" y="270"/>
                      <a:pt x="0" y="97"/>
                      <a:pt x="90" y="90"/>
                    </a:cubicBezTo>
                    <a:cubicBezTo>
                      <a:pt x="134" y="86"/>
                      <a:pt x="147" y="124"/>
                      <a:pt x="186" y="79"/>
                    </a:cubicBezTo>
                    <a:cubicBezTo>
                      <a:pt x="223" y="37"/>
                      <a:pt x="212" y="0"/>
                      <a:pt x="282" y="5"/>
                    </a:cubicBezTo>
                    <a:cubicBezTo>
                      <a:pt x="382" y="12"/>
                      <a:pt x="317" y="204"/>
                      <a:pt x="390" y="192"/>
                    </a:cubicBezTo>
                    <a:cubicBezTo>
                      <a:pt x="430" y="186"/>
                      <a:pt x="425" y="124"/>
                      <a:pt x="482" y="129"/>
                    </a:cubicBezTo>
                    <a:cubicBezTo>
                      <a:pt x="504" y="131"/>
                      <a:pt x="524" y="137"/>
                      <a:pt x="530" y="161"/>
                    </a:cubicBezTo>
                    <a:cubicBezTo>
                      <a:pt x="538" y="188"/>
                      <a:pt x="505" y="205"/>
                      <a:pt x="506" y="224"/>
                    </a:cubicBezTo>
                    <a:cubicBezTo>
                      <a:pt x="509" y="286"/>
                      <a:pt x="602" y="198"/>
                      <a:pt x="598" y="283"/>
                    </a:cubicBezTo>
                    <a:cubicBezTo>
                      <a:pt x="596" y="323"/>
                      <a:pt x="555" y="327"/>
                      <a:pt x="554" y="358"/>
                    </a:cubicBezTo>
                    <a:cubicBezTo>
                      <a:pt x="551" y="393"/>
                      <a:pt x="591" y="383"/>
                      <a:pt x="598" y="405"/>
                    </a:cubicBezTo>
                    <a:cubicBezTo>
                      <a:pt x="609" y="440"/>
                      <a:pt x="557" y="456"/>
                      <a:pt x="541" y="477"/>
                    </a:cubicBezTo>
                    <a:cubicBezTo>
                      <a:pt x="509" y="518"/>
                      <a:pt x="540" y="553"/>
                      <a:pt x="526" y="593"/>
                    </a:cubicBezTo>
                    <a:cubicBezTo>
                      <a:pt x="494" y="688"/>
                      <a:pt x="281" y="634"/>
                      <a:pt x="226" y="597"/>
                    </a:cubicBezTo>
                  </a:path>
                </a:pathLst>
              </a:custGeom>
              <a:solidFill>
                <a:srgbClr val="98D877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7" name="Freeform 28">
                <a:extLst>
                  <a:ext uri="{FF2B5EF4-FFF2-40B4-BE49-F238E27FC236}">
                    <a16:creationId xmlns:a16="http://schemas.microsoft.com/office/drawing/2014/main" id="{44C60D36-0BD6-44E3-AA89-D2F70C1E4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844"/>
                <a:ext cx="806" cy="970"/>
              </a:xfrm>
              <a:custGeom>
                <a:avLst/>
                <a:gdLst>
                  <a:gd name="T0" fmla="*/ 228 w 609"/>
                  <a:gd name="T1" fmla="*/ 854 h 688"/>
                  <a:gd name="T2" fmla="*/ 208 w 609"/>
                  <a:gd name="T3" fmla="*/ 252 h 688"/>
                  <a:gd name="T4" fmla="*/ 431 w 609"/>
                  <a:gd name="T5" fmla="*/ 220 h 688"/>
                  <a:gd name="T6" fmla="*/ 654 w 609"/>
                  <a:gd name="T7" fmla="*/ 14 h 688"/>
                  <a:gd name="T8" fmla="*/ 904 w 609"/>
                  <a:gd name="T9" fmla="*/ 539 h 688"/>
                  <a:gd name="T10" fmla="*/ 1117 w 609"/>
                  <a:gd name="T11" fmla="*/ 362 h 688"/>
                  <a:gd name="T12" fmla="*/ 1228 w 609"/>
                  <a:gd name="T13" fmla="*/ 451 h 688"/>
                  <a:gd name="T14" fmla="*/ 1174 w 609"/>
                  <a:gd name="T15" fmla="*/ 629 h 688"/>
                  <a:gd name="T16" fmla="*/ 1386 w 609"/>
                  <a:gd name="T17" fmla="*/ 794 h 688"/>
                  <a:gd name="T18" fmla="*/ 1284 w 609"/>
                  <a:gd name="T19" fmla="*/ 1004 h 688"/>
                  <a:gd name="T20" fmla="*/ 1386 w 609"/>
                  <a:gd name="T21" fmla="*/ 1135 h 688"/>
                  <a:gd name="T22" fmla="*/ 1255 w 609"/>
                  <a:gd name="T23" fmla="*/ 1338 h 688"/>
                  <a:gd name="T24" fmla="*/ 1219 w 609"/>
                  <a:gd name="T25" fmla="*/ 1662 h 688"/>
                  <a:gd name="T26" fmla="*/ 524 w 609"/>
                  <a:gd name="T27" fmla="*/ 1674 h 6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9" h="688">
                    <a:moveTo>
                      <a:pt x="98" y="305"/>
                    </a:moveTo>
                    <a:cubicBezTo>
                      <a:pt x="39" y="270"/>
                      <a:pt x="0" y="97"/>
                      <a:pt x="90" y="90"/>
                    </a:cubicBezTo>
                    <a:cubicBezTo>
                      <a:pt x="134" y="86"/>
                      <a:pt x="147" y="124"/>
                      <a:pt x="186" y="79"/>
                    </a:cubicBezTo>
                    <a:cubicBezTo>
                      <a:pt x="223" y="37"/>
                      <a:pt x="212" y="0"/>
                      <a:pt x="282" y="5"/>
                    </a:cubicBezTo>
                    <a:cubicBezTo>
                      <a:pt x="382" y="12"/>
                      <a:pt x="317" y="204"/>
                      <a:pt x="390" y="192"/>
                    </a:cubicBezTo>
                    <a:cubicBezTo>
                      <a:pt x="430" y="186"/>
                      <a:pt x="425" y="124"/>
                      <a:pt x="482" y="129"/>
                    </a:cubicBezTo>
                    <a:cubicBezTo>
                      <a:pt x="504" y="131"/>
                      <a:pt x="524" y="137"/>
                      <a:pt x="530" y="161"/>
                    </a:cubicBezTo>
                    <a:cubicBezTo>
                      <a:pt x="538" y="188"/>
                      <a:pt x="505" y="205"/>
                      <a:pt x="506" y="224"/>
                    </a:cubicBezTo>
                    <a:cubicBezTo>
                      <a:pt x="509" y="286"/>
                      <a:pt x="602" y="198"/>
                      <a:pt x="598" y="283"/>
                    </a:cubicBezTo>
                    <a:cubicBezTo>
                      <a:pt x="596" y="323"/>
                      <a:pt x="555" y="327"/>
                      <a:pt x="554" y="358"/>
                    </a:cubicBezTo>
                    <a:cubicBezTo>
                      <a:pt x="551" y="393"/>
                      <a:pt x="591" y="383"/>
                      <a:pt x="598" y="405"/>
                    </a:cubicBezTo>
                    <a:cubicBezTo>
                      <a:pt x="609" y="440"/>
                      <a:pt x="557" y="456"/>
                      <a:pt x="541" y="477"/>
                    </a:cubicBezTo>
                    <a:cubicBezTo>
                      <a:pt x="509" y="518"/>
                      <a:pt x="540" y="553"/>
                      <a:pt x="526" y="593"/>
                    </a:cubicBezTo>
                    <a:cubicBezTo>
                      <a:pt x="494" y="688"/>
                      <a:pt x="281" y="634"/>
                      <a:pt x="226" y="597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8" name="Freeform 29">
                <a:extLst>
                  <a:ext uri="{FF2B5EF4-FFF2-40B4-BE49-F238E27FC236}">
                    <a16:creationId xmlns:a16="http://schemas.microsoft.com/office/drawing/2014/main" id="{C88A5DBB-8392-42B1-B1DC-6552973F8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" y="1134"/>
                <a:ext cx="1348" cy="1632"/>
              </a:xfrm>
              <a:custGeom>
                <a:avLst/>
                <a:gdLst>
                  <a:gd name="T0" fmla="*/ 1650 w 1018"/>
                  <a:gd name="T1" fmla="*/ 402 h 1156"/>
                  <a:gd name="T2" fmla="*/ 1026 w 1018"/>
                  <a:gd name="T3" fmla="*/ 103 h 1156"/>
                  <a:gd name="T4" fmla="*/ 936 w 1018"/>
                  <a:gd name="T5" fmla="*/ 395 h 1156"/>
                  <a:gd name="T6" fmla="*/ 943 w 1018"/>
                  <a:gd name="T7" fmla="*/ 520 h 1156"/>
                  <a:gd name="T8" fmla="*/ 723 w 1018"/>
                  <a:gd name="T9" fmla="*/ 575 h 1156"/>
                  <a:gd name="T10" fmla="*/ 265 w 1018"/>
                  <a:gd name="T11" fmla="*/ 662 h 1156"/>
                  <a:gd name="T12" fmla="*/ 146 w 1018"/>
                  <a:gd name="T13" fmla="*/ 1112 h 1156"/>
                  <a:gd name="T14" fmla="*/ 573 w 1018"/>
                  <a:gd name="T15" fmla="*/ 1293 h 1156"/>
                  <a:gd name="T16" fmla="*/ 396 w 1018"/>
                  <a:gd name="T17" fmla="*/ 1437 h 1156"/>
                  <a:gd name="T18" fmla="*/ 126 w 1018"/>
                  <a:gd name="T19" fmla="*/ 1655 h 1156"/>
                  <a:gd name="T20" fmla="*/ 193 w 1018"/>
                  <a:gd name="T21" fmla="*/ 2034 h 1156"/>
                  <a:gd name="T22" fmla="*/ 256 w 1018"/>
                  <a:gd name="T23" fmla="*/ 2270 h 1156"/>
                  <a:gd name="T24" fmla="*/ 142 w 1018"/>
                  <a:gd name="T25" fmla="*/ 2729 h 1156"/>
                  <a:gd name="T26" fmla="*/ 350 w 1018"/>
                  <a:gd name="T27" fmla="*/ 2869 h 1156"/>
                  <a:gd name="T28" fmla="*/ 686 w 1018"/>
                  <a:gd name="T29" fmla="*/ 2451 h 1156"/>
                  <a:gd name="T30" fmla="*/ 681 w 1018"/>
                  <a:gd name="T31" fmla="*/ 3025 h 1156"/>
                  <a:gd name="T32" fmla="*/ 924 w 1018"/>
                  <a:gd name="T33" fmla="*/ 3203 h 1156"/>
                  <a:gd name="T34" fmla="*/ 1131 w 1018"/>
                  <a:gd name="T35" fmla="*/ 2879 h 1156"/>
                  <a:gd name="T36" fmla="*/ 1228 w 1018"/>
                  <a:gd name="T37" fmla="*/ 2603 h 1156"/>
                  <a:gd name="T38" fmla="*/ 1369 w 1018"/>
                  <a:gd name="T39" fmla="*/ 2754 h 1156"/>
                  <a:gd name="T40" fmla="*/ 1688 w 1018"/>
                  <a:gd name="T41" fmla="*/ 2595 h 1156"/>
                  <a:gd name="T42" fmla="*/ 1743 w 1018"/>
                  <a:gd name="T43" fmla="*/ 2269 h 1156"/>
                  <a:gd name="T44" fmla="*/ 1957 w 1018"/>
                  <a:gd name="T45" fmla="*/ 2178 h 1156"/>
                  <a:gd name="T46" fmla="*/ 2328 w 1018"/>
                  <a:gd name="T47" fmla="*/ 1550 h 1156"/>
                  <a:gd name="T48" fmla="*/ 1994 w 1018"/>
                  <a:gd name="T49" fmla="*/ 662 h 115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18" h="1156">
                    <a:moveTo>
                      <a:pt x="711" y="143"/>
                    </a:moveTo>
                    <a:cubicBezTo>
                      <a:pt x="632" y="116"/>
                      <a:pt x="538" y="0"/>
                      <a:pt x="442" y="37"/>
                    </a:cubicBezTo>
                    <a:cubicBezTo>
                      <a:pt x="389" y="58"/>
                      <a:pt x="393" y="94"/>
                      <a:pt x="403" y="140"/>
                    </a:cubicBezTo>
                    <a:cubicBezTo>
                      <a:pt x="407" y="161"/>
                      <a:pt x="421" y="166"/>
                      <a:pt x="406" y="185"/>
                    </a:cubicBezTo>
                    <a:cubicBezTo>
                      <a:pt x="393" y="202"/>
                      <a:pt x="330" y="202"/>
                      <a:pt x="311" y="204"/>
                    </a:cubicBezTo>
                    <a:cubicBezTo>
                      <a:pt x="246" y="210"/>
                      <a:pt x="175" y="207"/>
                      <a:pt x="114" y="235"/>
                    </a:cubicBezTo>
                    <a:cubicBezTo>
                      <a:pt x="58" y="261"/>
                      <a:pt x="0" y="341"/>
                      <a:pt x="63" y="395"/>
                    </a:cubicBezTo>
                    <a:cubicBezTo>
                      <a:pt x="95" y="422"/>
                      <a:pt x="246" y="413"/>
                      <a:pt x="247" y="460"/>
                    </a:cubicBezTo>
                    <a:cubicBezTo>
                      <a:pt x="247" y="486"/>
                      <a:pt x="188" y="504"/>
                      <a:pt x="171" y="511"/>
                    </a:cubicBezTo>
                    <a:cubicBezTo>
                      <a:pt x="125" y="530"/>
                      <a:pt x="83" y="545"/>
                      <a:pt x="54" y="588"/>
                    </a:cubicBezTo>
                    <a:cubicBezTo>
                      <a:pt x="15" y="645"/>
                      <a:pt x="15" y="698"/>
                      <a:pt x="83" y="723"/>
                    </a:cubicBezTo>
                    <a:cubicBezTo>
                      <a:pt x="144" y="746"/>
                      <a:pt x="170" y="746"/>
                      <a:pt x="110" y="807"/>
                    </a:cubicBezTo>
                    <a:cubicBezTo>
                      <a:pt x="62" y="855"/>
                      <a:pt x="34" y="894"/>
                      <a:pt x="61" y="970"/>
                    </a:cubicBezTo>
                    <a:cubicBezTo>
                      <a:pt x="76" y="1010"/>
                      <a:pt x="104" y="1035"/>
                      <a:pt x="150" y="1019"/>
                    </a:cubicBezTo>
                    <a:cubicBezTo>
                      <a:pt x="198" y="1002"/>
                      <a:pt x="230" y="843"/>
                      <a:pt x="295" y="871"/>
                    </a:cubicBezTo>
                    <a:cubicBezTo>
                      <a:pt x="342" y="891"/>
                      <a:pt x="279" y="1031"/>
                      <a:pt x="293" y="1075"/>
                    </a:cubicBezTo>
                    <a:cubicBezTo>
                      <a:pt x="309" y="1123"/>
                      <a:pt x="347" y="1156"/>
                      <a:pt x="398" y="1138"/>
                    </a:cubicBezTo>
                    <a:cubicBezTo>
                      <a:pt x="449" y="1121"/>
                      <a:pt x="468" y="1068"/>
                      <a:pt x="487" y="1023"/>
                    </a:cubicBezTo>
                    <a:cubicBezTo>
                      <a:pt x="495" y="1003"/>
                      <a:pt x="508" y="936"/>
                      <a:pt x="529" y="925"/>
                    </a:cubicBezTo>
                    <a:cubicBezTo>
                      <a:pt x="557" y="912"/>
                      <a:pt x="576" y="961"/>
                      <a:pt x="590" y="979"/>
                    </a:cubicBezTo>
                    <a:cubicBezTo>
                      <a:pt x="661" y="1067"/>
                      <a:pt x="722" y="1023"/>
                      <a:pt x="727" y="922"/>
                    </a:cubicBezTo>
                    <a:cubicBezTo>
                      <a:pt x="729" y="885"/>
                      <a:pt x="722" y="836"/>
                      <a:pt x="751" y="806"/>
                    </a:cubicBezTo>
                    <a:cubicBezTo>
                      <a:pt x="776" y="781"/>
                      <a:pt x="811" y="785"/>
                      <a:pt x="843" y="774"/>
                    </a:cubicBezTo>
                    <a:cubicBezTo>
                      <a:pt x="928" y="743"/>
                      <a:pt x="993" y="639"/>
                      <a:pt x="1003" y="551"/>
                    </a:cubicBezTo>
                    <a:cubicBezTo>
                      <a:pt x="1018" y="418"/>
                      <a:pt x="964" y="315"/>
                      <a:pt x="859" y="235"/>
                    </a:cubicBezTo>
                  </a:path>
                </a:pathLst>
              </a:custGeom>
              <a:solidFill>
                <a:srgbClr val="98D877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9" name="Freeform 30">
                <a:extLst>
                  <a:ext uri="{FF2B5EF4-FFF2-40B4-BE49-F238E27FC236}">
                    <a16:creationId xmlns:a16="http://schemas.microsoft.com/office/drawing/2014/main" id="{3DFF182A-4EE1-4EA4-AA57-B86E7BEB3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" y="1134"/>
                <a:ext cx="1348" cy="1632"/>
              </a:xfrm>
              <a:custGeom>
                <a:avLst/>
                <a:gdLst>
                  <a:gd name="T0" fmla="*/ 1650 w 1018"/>
                  <a:gd name="T1" fmla="*/ 402 h 1156"/>
                  <a:gd name="T2" fmla="*/ 1026 w 1018"/>
                  <a:gd name="T3" fmla="*/ 103 h 1156"/>
                  <a:gd name="T4" fmla="*/ 936 w 1018"/>
                  <a:gd name="T5" fmla="*/ 395 h 1156"/>
                  <a:gd name="T6" fmla="*/ 943 w 1018"/>
                  <a:gd name="T7" fmla="*/ 520 h 1156"/>
                  <a:gd name="T8" fmla="*/ 723 w 1018"/>
                  <a:gd name="T9" fmla="*/ 575 h 1156"/>
                  <a:gd name="T10" fmla="*/ 265 w 1018"/>
                  <a:gd name="T11" fmla="*/ 662 h 1156"/>
                  <a:gd name="T12" fmla="*/ 146 w 1018"/>
                  <a:gd name="T13" fmla="*/ 1112 h 1156"/>
                  <a:gd name="T14" fmla="*/ 573 w 1018"/>
                  <a:gd name="T15" fmla="*/ 1293 h 1156"/>
                  <a:gd name="T16" fmla="*/ 396 w 1018"/>
                  <a:gd name="T17" fmla="*/ 1437 h 1156"/>
                  <a:gd name="T18" fmla="*/ 126 w 1018"/>
                  <a:gd name="T19" fmla="*/ 1655 h 1156"/>
                  <a:gd name="T20" fmla="*/ 193 w 1018"/>
                  <a:gd name="T21" fmla="*/ 2034 h 1156"/>
                  <a:gd name="T22" fmla="*/ 256 w 1018"/>
                  <a:gd name="T23" fmla="*/ 2270 h 1156"/>
                  <a:gd name="T24" fmla="*/ 142 w 1018"/>
                  <a:gd name="T25" fmla="*/ 2729 h 1156"/>
                  <a:gd name="T26" fmla="*/ 350 w 1018"/>
                  <a:gd name="T27" fmla="*/ 2869 h 1156"/>
                  <a:gd name="T28" fmla="*/ 686 w 1018"/>
                  <a:gd name="T29" fmla="*/ 2451 h 1156"/>
                  <a:gd name="T30" fmla="*/ 681 w 1018"/>
                  <a:gd name="T31" fmla="*/ 3025 h 1156"/>
                  <a:gd name="T32" fmla="*/ 924 w 1018"/>
                  <a:gd name="T33" fmla="*/ 3203 h 1156"/>
                  <a:gd name="T34" fmla="*/ 1131 w 1018"/>
                  <a:gd name="T35" fmla="*/ 2879 h 1156"/>
                  <a:gd name="T36" fmla="*/ 1228 w 1018"/>
                  <a:gd name="T37" fmla="*/ 2603 h 1156"/>
                  <a:gd name="T38" fmla="*/ 1369 w 1018"/>
                  <a:gd name="T39" fmla="*/ 2754 h 1156"/>
                  <a:gd name="T40" fmla="*/ 1688 w 1018"/>
                  <a:gd name="T41" fmla="*/ 2595 h 1156"/>
                  <a:gd name="T42" fmla="*/ 1743 w 1018"/>
                  <a:gd name="T43" fmla="*/ 2269 h 1156"/>
                  <a:gd name="T44" fmla="*/ 1957 w 1018"/>
                  <a:gd name="T45" fmla="*/ 2178 h 1156"/>
                  <a:gd name="T46" fmla="*/ 2328 w 1018"/>
                  <a:gd name="T47" fmla="*/ 1550 h 1156"/>
                  <a:gd name="T48" fmla="*/ 1994 w 1018"/>
                  <a:gd name="T49" fmla="*/ 662 h 115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18" h="1156">
                    <a:moveTo>
                      <a:pt x="711" y="143"/>
                    </a:moveTo>
                    <a:cubicBezTo>
                      <a:pt x="632" y="116"/>
                      <a:pt x="538" y="0"/>
                      <a:pt x="442" y="37"/>
                    </a:cubicBezTo>
                    <a:cubicBezTo>
                      <a:pt x="389" y="58"/>
                      <a:pt x="393" y="94"/>
                      <a:pt x="403" y="140"/>
                    </a:cubicBezTo>
                    <a:cubicBezTo>
                      <a:pt x="407" y="161"/>
                      <a:pt x="421" y="166"/>
                      <a:pt x="406" y="185"/>
                    </a:cubicBezTo>
                    <a:cubicBezTo>
                      <a:pt x="393" y="202"/>
                      <a:pt x="330" y="202"/>
                      <a:pt x="311" y="204"/>
                    </a:cubicBezTo>
                    <a:cubicBezTo>
                      <a:pt x="246" y="210"/>
                      <a:pt x="175" y="207"/>
                      <a:pt x="114" y="235"/>
                    </a:cubicBezTo>
                    <a:cubicBezTo>
                      <a:pt x="58" y="261"/>
                      <a:pt x="0" y="341"/>
                      <a:pt x="63" y="395"/>
                    </a:cubicBezTo>
                    <a:cubicBezTo>
                      <a:pt x="95" y="422"/>
                      <a:pt x="246" y="413"/>
                      <a:pt x="247" y="460"/>
                    </a:cubicBezTo>
                    <a:cubicBezTo>
                      <a:pt x="247" y="486"/>
                      <a:pt x="188" y="504"/>
                      <a:pt x="171" y="511"/>
                    </a:cubicBezTo>
                    <a:cubicBezTo>
                      <a:pt x="125" y="530"/>
                      <a:pt x="83" y="545"/>
                      <a:pt x="54" y="588"/>
                    </a:cubicBezTo>
                    <a:cubicBezTo>
                      <a:pt x="15" y="645"/>
                      <a:pt x="15" y="698"/>
                      <a:pt x="83" y="723"/>
                    </a:cubicBezTo>
                    <a:cubicBezTo>
                      <a:pt x="144" y="746"/>
                      <a:pt x="170" y="746"/>
                      <a:pt x="110" y="807"/>
                    </a:cubicBezTo>
                    <a:cubicBezTo>
                      <a:pt x="62" y="855"/>
                      <a:pt x="34" y="894"/>
                      <a:pt x="61" y="970"/>
                    </a:cubicBezTo>
                    <a:cubicBezTo>
                      <a:pt x="76" y="1010"/>
                      <a:pt x="104" y="1035"/>
                      <a:pt x="150" y="1019"/>
                    </a:cubicBezTo>
                    <a:cubicBezTo>
                      <a:pt x="198" y="1002"/>
                      <a:pt x="230" y="843"/>
                      <a:pt x="295" y="871"/>
                    </a:cubicBezTo>
                    <a:cubicBezTo>
                      <a:pt x="342" y="891"/>
                      <a:pt x="279" y="1031"/>
                      <a:pt x="293" y="1075"/>
                    </a:cubicBezTo>
                    <a:cubicBezTo>
                      <a:pt x="309" y="1123"/>
                      <a:pt x="347" y="1156"/>
                      <a:pt x="398" y="1138"/>
                    </a:cubicBezTo>
                    <a:cubicBezTo>
                      <a:pt x="449" y="1121"/>
                      <a:pt x="468" y="1068"/>
                      <a:pt x="487" y="1023"/>
                    </a:cubicBezTo>
                    <a:cubicBezTo>
                      <a:pt x="495" y="1003"/>
                      <a:pt x="508" y="936"/>
                      <a:pt x="529" y="925"/>
                    </a:cubicBezTo>
                    <a:cubicBezTo>
                      <a:pt x="557" y="912"/>
                      <a:pt x="576" y="961"/>
                      <a:pt x="590" y="979"/>
                    </a:cubicBezTo>
                    <a:cubicBezTo>
                      <a:pt x="661" y="1067"/>
                      <a:pt x="722" y="1023"/>
                      <a:pt x="727" y="922"/>
                    </a:cubicBezTo>
                    <a:cubicBezTo>
                      <a:pt x="729" y="885"/>
                      <a:pt x="722" y="836"/>
                      <a:pt x="751" y="806"/>
                    </a:cubicBezTo>
                    <a:cubicBezTo>
                      <a:pt x="776" y="781"/>
                      <a:pt x="811" y="785"/>
                      <a:pt x="843" y="774"/>
                    </a:cubicBezTo>
                    <a:cubicBezTo>
                      <a:pt x="928" y="743"/>
                      <a:pt x="993" y="639"/>
                      <a:pt x="1003" y="551"/>
                    </a:cubicBezTo>
                    <a:cubicBezTo>
                      <a:pt x="1018" y="418"/>
                      <a:pt x="964" y="315"/>
                      <a:pt x="859" y="23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0" name="Freeform 31">
                <a:extLst>
                  <a:ext uri="{FF2B5EF4-FFF2-40B4-BE49-F238E27FC236}">
                    <a16:creationId xmlns:a16="http://schemas.microsoft.com/office/drawing/2014/main" id="{946C2F24-371C-41CE-85EA-608764AAD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" y="972"/>
                <a:ext cx="1451" cy="1019"/>
              </a:xfrm>
              <a:custGeom>
                <a:avLst/>
                <a:gdLst>
                  <a:gd name="T0" fmla="*/ 1969 w 1096"/>
                  <a:gd name="T1" fmla="*/ 432 h 722"/>
                  <a:gd name="T2" fmla="*/ 1288 w 1096"/>
                  <a:gd name="T3" fmla="*/ 6 h 722"/>
                  <a:gd name="T4" fmla="*/ 947 w 1096"/>
                  <a:gd name="T5" fmla="*/ 155 h 722"/>
                  <a:gd name="T6" fmla="*/ 1066 w 1096"/>
                  <a:gd name="T7" fmla="*/ 408 h 722"/>
                  <a:gd name="T8" fmla="*/ 722 w 1096"/>
                  <a:gd name="T9" fmla="*/ 287 h 722"/>
                  <a:gd name="T10" fmla="*/ 686 w 1096"/>
                  <a:gd name="T11" fmla="*/ 490 h 722"/>
                  <a:gd name="T12" fmla="*/ 817 w 1096"/>
                  <a:gd name="T13" fmla="*/ 546 h 722"/>
                  <a:gd name="T14" fmla="*/ 686 w 1096"/>
                  <a:gd name="T15" fmla="*/ 624 h 722"/>
                  <a:gd name="T16" fmla="*/ 729 w 1096"/>
                  <a:gd name="T17" fmla="*/ 773 h 722"/>
                  <a:gd name="T18" fmla="*/ 335 w 1096"/>
                  <a:gd name="T19" fmla="*/ 857 h 722"/>
                  <a:gd name="T20" fmla="*/ 177 w 1096"/>
                  <a:gd name="T21" fmla="*/ 1263 h 722"/>
                  <a:gd name="T22" fmla="*/ 471 w 1096"/>
                  <a:gd name="T23" fmla="*/ 1317 h 722"/>
                  <a:gd name="T24" fmla="*/ 715 w 1096"/>
                  <a:gd name="T25" fmla="*/ 1205 h 722"/>
                  <a:gd name="T26" fmla="*/ 888 w 1096"/>
                  <a:gd name="T27" fmla="*/ 1836 h 722"/>
                  <a:gd name="T28" fmla="*/ 1460 w 1096"/>
                  <a:gd name="T29" fmla="*/ 1819 h 722"/>
                  <a:gd name="T30" fmla="*/ 1687 w 1096"/>
                  <a:gd name="T31" fmla="*/ 1950 h 722"/>
                  <a:gd name="T32" fmla="*/ 1937 w 1096"/>
                  <a:gd name="T33" fmla="*/ 1613 h 722"/>
                  <a:gd name="T34" fmla="*/ 2504 w 1096"/>
                  <a:gd name="T35" fmla="*/ 1502 h 722"/>
                  <a:gd name="T36" fmla="*/ 2256 w 1096"/>
                  <a:gd name="T37" fmla="*/ 747 h 7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96" h="722">
                    <a:moveTo>
                      <a:pt x="848" y="154"/>
                    </a:moveTo>
                    <a:cubicBezTo>
                      <a:pt x="791" y="61"/>
                      <a:pt x="660" y="10"/>
                      <a:pt x="555" y="2"/>
                    </a:cubicBezTo>
                    <a:cubicBezTo>
                      <a:pt x="518" y="0"/>
                      <a:pt x="420" y="8"/>
                      <a:pt x="408" y="55"/>
                    </a:cubicBezTo>
                    <a:cubicBezTo>
                      <a:pt x="398" y="90"/>
                      <a:pt x="450" y="119"/>
                      <a:pt x="459" y="145"/>
                    </a:cubicBezTo>
                    <a:cubicBezTo>
                      <a:pt x="414" y="151"/>
                      <a:pt x="345" y="83"/>
                      <a:pt x="311" y="102"/>
                    </a:cubicBezTo>
                    <a:cubicBezTo>
                      <a:pt x="297" y="110"/>
                      <a:pt x="288" y="161"/>
                      <a:pt x="295" y="174"/>
                    </a:cubicBezTo>
                    <a:cubicBezTo>
                      <a:pt x="311" y="203"/>
                      <a:pt x="329" y="184"/>
                      <a:pt x="352" y="194"/>
                    </a:cubicBezTo>
                    <a:cubicBezTo>
                      <a:pt x="434" y="227"/>
                      <a:pt x="311" y="216"/>
                      <a:pt x="295" y="222"/>
                    </a:cubicBezTo>
                    <a:cubicBezTo>
                      <a:pt x="250" y="236"/>
                      <a:pt x="274" y="280"/>
                      <a:pt x="314" y="275"/>
                    </a:cubicBezTo>
                    <a:cubicBezTo>
                      <a:pt x="307" y="333"/>
                      <a:pt x="182" y="308"/>
                      <a:pt x="144" y="305"/>
                    </a:cubicBezTo>
                    <a:cubicBezTo>
                      <a:pt x="49" y="297"/>
                      <a:pt x="0" y="373"/>
                      <a:pt x="76" y="449"/>
                    </a:cubicBezTo>
                    <a:cubicBezTo>
                      <a:pt x="114" y="487"/>
                      <a:pt x="156" y="489"/>
                      <a:pt x="203" y="468"/>
                    </a:cubicBezTo>
                    <a:cubicBezTo>
                      <a:pt x="230" y="457"/>
                      <a:pt x="276" y="408"/>
                      <a:pt x="308" y="429"/>
                    </a:cubicBezTo>
                    <a:cubicBezTo>
                      <a:pt x="380" y="476"/>
                      <a:pt x="201" y="658"/>
                      <a:pt x="383" y="653"/>
                    </a:cubicBezTo>
                    <a:cubicBezTo>
                      <a:pt x="475" y="651"/>
                      <a:pt x="551" y="537"/>
                      <a:pt x="629" y="647"/>
                    </a:cubicBezTo>
                    <a:cubicBezTo>
                      <a:pt x="656" y="684"/>
                      <a:pt x="671" y="722"/>
                      <a:pt x="727" y="694"/>
                    </a:cubicBezTo>
                    <a:cubicBezTo>
                      <a:pt x="778" y="669"/>
                      <a:pt x="781" y="592"/>
                      <a:pt x="835" y="574"/>
                    </a:cubicBezTo>
                    <a:cubicBezTo>
                      <a:pt x="923" y="544"/>
                      <a:pt x="1052" y="701"/>
                      <a:pt x="1079" y="534"/>
                    </a:cubicBezTo>
                    <a:cubicBezTo>
                      <a:pt x="1096" y="429"/>
                      <a:pt x="1010" y="354"/>
                      <a:pt x="972" y="266"/>
                    </a:cubicBezTo>
                  </a:path>
                </a:pathLst>
              </a:custGeom>
              <a:solidFill>
                <a:srgbClr val="70BA4D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1" name="Freeform 32">
                <a:extLst>
                  <a:ext uri="{FF2B5EF4-FFF2-40B4-BE49-F238E27FC236}">
                    <a16:creationId xmlns:a16="http://schemas.microsoft.com/office/drawing/2014/main" id="{0426FFC8-70BA-4142-9A67-3A5CA1AA3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" y="972"/>
                <a:ext cx="1451" cy="1019"/>
              </a:xfrm>
              <a:custGeom>
                <a:avLst/>
                <a:gdLst>
                  <a:gd name="T0" fmla="*/ 1969 w 1096"/>
                  <a:gd name="T1" fmla="*/ 432 h 722"/>
                  <a:gd name="T2" fmla="*/ 1288 w 1096"/>
                  <a:gd name="T3" fmla="*/ 6 h 722"/>
                  <a:gd name="T4" fmla="*/ 947 w 1096"/>
                  <a:gd name="T5" fmla="*/ 155 h 722"/>
                  <a:gd name="T6" fmla="*/ 1066 w 1096"/>
                  <a:gd name="T7" fmla="*/ 408 h 722"/>
                  <a:gd name="T8" fmla="*/ 722 w 1096"/>
                  <a:gd name="T9" fmla="*/ 287 h 722"/>
                  <a:gd name="T10" fmla="*/ 686 w 1096"/>
                  <a:gd name="T11" fmla="*/ 490 h 722"/>
                  <a:gd name="T12" fmla="*/ 817 w 1096"/>
                  <a:gd name="T13" fmla="*/ 546 h 722"/>
                  <a:gd name="T14" fmla="*/ 686 w 1096"/>
                  <a:gd name="T15" fmla="*/ 624 h 722"/>
                  <a:gd name="T16" fmla="*/ 729 w 1096"/>
                  <a:gd name="T17" fmla="*/ 773 h 722"/>
                  <a:gd name="T18" fmla="*/ 335 w 1096"/>
                  <a:gd name="T19" fmla="*/ 857 h 722"/>
                  <a:gd name="T20" fmla="*/ 177 w 1096"/>
                  <a:gd name="T21" fmla="*/ 1263 h 722"/>
                  <a:gd name="T22" fmla="*/ 471 w 1096"/>
                  <a:gd name="T23" fmla="*/ 1317 h 722"/>
                  <a:gd name="T24" fmla="*/ 715 w 1096"/>
                  <a:gd name="T25" fmla="*/ 1205 h 722"/>
                  <a:gd name="T26" fmla="*/ 888 w 1096"/>
                  <a:gd name="T27" fmla="*/ 1836 h 722"/>
                  <a:gd name="T28" fmla="*/ 1460 w 1096"/>
                  <a:gd name="T29" fmla="*/ 1819 h 722"/>
                  <a:gd name="T30" fmla="*/ 1687 w 1096"/>
                  <a:gd name="T31" fmla="*/ 1950 h 722"/>
                  <a:gd name="T32" fmla="*/ 1937 w 1096"/>
                  <a:gd name="T33" fmla="*/ 1613 h 722"/>
                  <a:gd name="T34" fmla="*/ 2504 w 1096"/>
                  <a:gd name="T35" fmla="*/ 1502 h 722"/>
                  <a:gd name="T36" fmla="*/ 2256 w 1096"/>
                  <a:gd name="T37" fmla="*/ 747 h 7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96" h="722">
                    <a:moveTo>
                      <a:pt x="848" y="154"/>
                    </a:moveTo>
                    <a:cubicBezTo>
                      <a:pt x="791" y="61"/>
                      <a:pt x="660" y="10"/>
                      <a:pt x="555" y="2"/>
                    </a:cubicBezTo>
                    <a:cubicBezTo>
                      <a:pt x="518" y="0"/>
                      <a:pt x="420" y="8"/>
                      <a:pt x="408" y="55"/>
                    </a:cubicBezTo>
                    <a:cubicBezTo>
                      <a:pt x="398" y="90"/>
                      <a:pt x="450" y="119"/>
                      <a:pt x="459" y="145"/>
                    </a:cubicBezTo>
                    <a:cubicBezTo>
                      <a:pt x="414" y="151"/>
                      <a:pt x="345" y="83"/>
                      <a:pt x="311" y="102"/>
                    </a:cubicBezTo>
                    <a:cubicBezTo>
                      <a:pt x="297" y="110"/>
                      <a:pt x="288" y="161"/>
                      <a:pt x="295" y="174"/>
                    </a:cubicBezTo>
                    <a:cubicBezTo>
                      <a:pt x="311" y="203"/>
                      <a:pt x="329" y="184"/>
                      <a:pt x="352" y="194"/>
                    </a:cubicBezTo>
                    <a:cubicBezTo>
                      <a:pt x="434" y="227"/>
                      <a:pt x="311" y="216"/>
                      <a:pt x="295" y="222"/>
                    </a:cubicBezTo>
                    <a:cubicBezTo>
                      <a:pt x="250" y="236"/>
                      <a:pt x="274" y="280"/>
                      <a:pt x="314" y="275"/>
                    </a:cubicBezTo>
                    <a:cubicBezTo>
                      <a:pt x="307" y="333"/>
                      <a:pt x="182" y="308"/>
                      <a:pt x="144" y="305"/>
                    </a:cubicBezTo>
                    <a:cubicBezTo>
                      <a:pt x="49" y="297"/>
                      <a:pt x="0" y="373"/>
                      <a:pt x="76" y="449"/>
                    </a:cubicBezTo>
                    <a:cubicBezTo>
                      <a:pt x="114" y="487"/>
                      <a:pt x="156" y="489"/>
                      <a:pt x="203" y="468"/>
                    </a:cubicBezTo>
                    <a:cubicBezTo>
                      <a:pt x="230" y="457"/>
                      <a:pt x="276" y="408"/>
                      <a:pt x="308" y="429"/>
                    </a:cubicBezTo>
                    <a:cubicBezTo>
                      <a:pt x="380" y="476"/>
                      <a:pt x="201" y="658"/>
                      <a:pt x="383" y="653"/>
                    </a:cubicBezTo>
                    <a:cubicBezTo>
                      <a:pt x="475" y="651"/>
                      <a:pt x="551" y="537"/>
                      <a:pt x="629" y="647"/>
                    </a:cubicBezTo>
                    <a:cubicBezTo>
                      <a:pt x="656" y="684"/>
                      <a:pt x="671" y="722"/>
                      <a:pt x="727" y="694"/>
                    </a:cubicBezTo>
                    <a:cubicBezTo>
                      <a:pt x="778" y="669"/>
                      <a:pt x="781" y="592"/>
                      <a:pt x="835" y="574"/>
                    </a:cubicBezTo>
                    <a:cubicBezTo>
                      <a:pt x="923" y="544"/>
                      <a:pt x="1052" y="701"/>
                      <a:pt x="1079" y="534"/>
                    </a:cubicBezTo>
                    <a:cubicBezTo>
                      <a:pt x="1096" y="429"/>
                      <a:pt x="1010" y="354"/>
                      <a:pt x="972" y="266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2" name="Freeform 33">
                <a:extLst>
                  <a:ext uri="{FF2B5EF4-FFF2-40B4-BE49-F238E27FC236}">
                    <a16:creationId xmlns:a16="http://schemas.microsoft.com/office/drawing/2014/main" id="{6FCE03A8-ED6D-4D4F-9D5E-A1A5DEDA1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742"/>
                <a:ext cx="1314" cy="1180"/>
              </a:xfrm>
              <a:custGeom>
                <a:avLst/>
                <a:gdLst>
                  <a:gd name="T0" fmla="*/ 2071 w 993"/>
                  <a:gd name="T1" fmla="*/ 1870 h 836"/>
                  <a:gd name="T2" fmla="*/ 2124 w 993"/>
                  <a:gd name="T3" fmla="*/ 1454 h 836"/>
                  <a:gd name="T4" fmla="*/ 2257 w 993"/>
                  <a:gd name="T5" fmla="*/ 916 h 836"/>
                  <a:gd name="T6" fmla="*/ 1977 w 993"/>
                  <a:gd name="T7" fmla="*/ 508 h 836"/>
                  <a:gd name="T8" fmla="*/ 1735 w 993"/>
                  <a:gd name="T9" fmla="*/ 624 h 836"/>
                  <a:gd name="T10" fmla="*/ 1572 w 993"/>
                  <a:gd name="T11" fmla="*/ 237 h 836"/>
                  <a:gd name="T12" fmla="*/ 1284 w 993"/>
                  <a:gd name="T13" fmla="*/ 69 h 836"/>
                  <a:gd name="T14" fmla="*/ 1041 w 993"/>
                  <a:gd name="T15" fmla="*/ 59 h 836"/>
                  <a:gd name="T16" fmla="*/ 1133 w 993"/>
                  <a:gd name="T17" fmla="*/ 337 h 836"/>
                  <a:gd name="T18" fmla="*/ 716 w 993"/>
                  <a:gd name="T19" fmla="*/ 265 h 836"/>
                  <a:gd name="T20" fmla="*/ 801 w 993"/>
                  <a:gd name="T21" fmla="*/ 484 h 836"/>
                  <a:gd name="T22" fmla="*/ 221 w 993"/>
                  <a:gd name="T23" fmla="*/ 478 h 836"/>
                  <a:gd name="T24" fmla="*/ 439 w 993"/>
                  <a:gd name="T25" fmla="*/ 821 h 836"/>
                  <a:gd name="T26" fmla="*/ 77 w 993"/>
                  <a:gd name="T27" fmla="*/ 1210 h 836"/>
                  <a:gd name="T28" fmla="*/ 504 w 993"/>
                  <a:gd name="T29" fmla="*/ 1284 h 836"/>
                  <a:gd name="T30" fmla="*/ 318 w 993"/>
                  <a:gd name="T31" fmla="*/ 1598 h 836"/>
                  <a:gd name="T32" fmla="*/ 516 w 993"/>
                  <a:gd name="T33" fmla="*/ 1769 h 836"/>
                  <a:gd name="T34" fmla="*/ 879 w 993"/>
                  <a:gd name="T35" fmla="*/ 1485 h 836"/>
                  <a:gd name="T36" fmla="*/ 1117 w 993"/>
                  <a:gd name="T37" fmla="*/ 1723 h 836"/>
                  <a:gd name="T38" fmla="*/ 1342 w 993"/>
                  <a:gd name="T39" fmla="*/ 1962 h 836"/>
                  <a:gd name="T40" fmla="*/ 1683 w 993"/>
                  <a:gd name="T41" fmla="*/ 1890 h 836"/>
                  <a:gd name="T42" fmla="*/ 2080 w 993"/>
                  <a:gd name="T43" fmla="*/ 2028 h 8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93" h="836">
                    <a:moveTo>
                      <a:pt x="894" y="665"/>
                    </a:moveTo>
                    <a:cubicBezTo>
                      <a:pt x="877" y="618"/>
                      <a:pt x="891" y="557"/>
                      <a:pt x="917" y="517"/>
                    </a:cubicBezTo>
                    <a:cubicBezTo>
                      <a:pt x="961" y="452"/>
                      <a:pt x="993" y="410"/>
                      <a:pt x="974" y="326"/>
                    </a:cubicBezTo>
                    <a:cubicBezTo>
                      <a:pt x="962" y="273"/>
                      <a:pt x="916" y="188"/>
                      <a:pt x="853" y="181"/>
                    </a:cubicBezTo>
                    <a:cubicBezTo>
                      <a:pt x="810" y="177"/>
                      <a:pt x="789" y="241"/>
                      <a:pt x="749" y="222"/>
                    </a:cubicBezTo>
                    <a:cubicBezTo>
                      <a:pt x="709" y="204"/>
                      <a:pt x="704" y="116"/>
                      <a:pt x="679" y="84"/>
                    </a:cubicBezTo>
                    <a:cubicBezTo>
                      <a:pt x="646" y="42"/>
                      <a:pt x="603" y="29"/>
                      <a:pt x="554" y="25"/>
                    </a:cubicBezTo>
                    <a:cubicBezTo>
                      <a:pt x="535" y="23"/>
                      <a:pt x="459" y="0"/>
                      <a:pt x="450" y="21"/>
                    </a:cubicBezTo>
                    <a:cubicBezTo>
                      <a:pt x="440" y="44"/>
                      <a:pt x="493" y="88"/>
                      <a:pt x="489" y="120"/>
                    </a:cubicBezTo>
                    <a:cubicBezTo>
                      <a:pt x="440" y="124"/>
                      <a:pt x="355" y="69"/>
                      <a:pt x="309" y="94"/>
                    </a:cubicBezTo>
                    <a:cubicBezTo>
                      <a:pt x="257" y="122"/>
                      <a:pt x="330" y="146"/>
                      <a:pt x="345" y="172"/>
                    </a:cubicBezTo>
                    <a:cubicBezTo>
                      <a:pt x="261" y="181"/>
                      <a:pt x="179" y="108"/>
                      <a:pt x="95" y="170"/>
                    </a:cubicBezTo>
                    <a:cubicBezTo>
                      <a:pt x="0" y="240"/>
                      <a:pt x="166" y="261"/>
                      <a:pt x="190" y="292"/>
                    </a:cubicBezTo>
                    <a:cubicBezTo>
                      <a:pt x="228" y="340"/>
                      <a:pt x="41" y="363"/>
                      <a:pt x="33" y="430"/>
                    </a:cubicBezTo>
                    <a:cubicBezTo>
                      <a:pt x="17" y="568"/>
                      <a:pt x="194" y="386"/>
                      <a:pt x="218" y="457"/>
                    </a:cubicBezTo>
                    <a:cubicBezTo>
                      <a:pt x="233" y="504"/>
                      <a:pt x="149" y="533"/>
                      <a:pt x="137" y="568"/>
                    </a:cubicBezTo>
                    <a:cubicBezTo>
                      <a:pt x="119" y="617"/>
                      <a:pt x="180" y="639"/>
                      <a:pt x="223" y="629"/>
                    </a:cubicBezTo>
                    <a:cubicBezTo>
                      <a:pt x="286" y="614"/>
                      <a:pt x="313" y="542"/>
                      <a:pt x="379" y="528"/>
                    </a:cubicBezTo>
                    <a:cubicBezTo>
                      <a:pt x="446" y="514"/>
                      <a:pt x="468" y="555"/>
                      <a:pt x="482" y="613"/>
                    </a:cubicBezTo>
                    <a:cubicBezTo>
                      <a:pt x="495" y="669"/>
                      <a:pt x="510" y="725"/>
                      <a:pt x="579" y="698"/>
                    </a:cubicBezTo>
                    <a:cubicBezTo>
                      <a:pt x="639" y="674"/>
                      <a:pt x="664" y="624"/>
                      <a:pt x="726" y="672"/>
                    </a:cubicBezTo>
                    <a:cubicBezTo>
                      <a:pt x="778" y="714"/>
                      <a:pt x="846" y="836"/>
                      <a:pt x="898" y="721"/>
                    </a:cubicBezTo>
                  </a:path>
                </a:pathLst>
              </a:custGeom>
              <a:solidFill>
                <a:srgbClr val="7BCE4E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3" name="Freeform 34">
                <a:extLst>
                  <a:ext uri="{FF2B5EF4-FFF2-40B4-BE49-F238E27FC236}">
                    <a16:creationId xmlns:a16="http://schemas.microsoft.com/office/drawing/2014/main" id="{C596EC7F-A86F-4CEA-8E6C-7007474D4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742"/>
                <a:ext cx="1314" cy="1180"/>
              </a:xfrm>
              <a:custGeom>
                <a:avLst/>
                <a:gdLst>
                  <a:gd name="T0" fmla="*/ 2071 w 993"/>
                  <a:gd name="T1" fmla="*/ 1870 h 836"/>
                  <a:gd name="T2" fmla="*/ 2124 w 993"/>
                  <a:gd name="T3" fmla="*/ 1454 h 836"/>
                  <a:gd name="T4" fmla="*/ 2257 w 993"/>
                  <a:gd name="T5" fmla="*/ 916 h 836"/>
                  <a:gd name="T6" fmla="*/ 1977 w 993"/>
                  <a:gd name="T7" fmla="*/ 508 h 836"/>
                  <a:gd name="T8" fmla="*/ 1735 w 993"/>
                  <a:gd name="T9" fmla="*/ 624 h 836"/>
                  <a:gd name="T10" fmla="*/ 1572 w 993"/>
                  <a:gd name="T11" fmla="*/ 237 h 836"/>
                  <a:gd name="T12" fmla="*/ 1284 w 993"/>
                  <a:gd name="T13" fmla="*/ 69 h 836"/>
                  <a:gd name="T14" fmla="*/ 1041 w 993"/>
                  <a:gd name="T15" fmla="*/ 59 h 836"/>
                  <a:gd name="T16" fmla="*/ 1133 w 993"/>
                  <a:gd name="T17" fmla="*/ 337 h 836"/>
                  <a:gd name="T18" fmla="*/ 716 w 993"/>
                  <a:gd name="T19" fmla="*/ 265 h 836"/>
                  <a:gd name="T20" fmla="*/ 801 w 993"/>
                  <a:gd name="T21" fmla="*/ 484 h 836"/>
                  <a:gd name="T22" fmla="*/ 221 w 993"/>
                  <a:gd name="T23" fmla="*/ 478 h 836"/>
                  <a:gd name="T24" fmla="*/ 439 w 993"/>
                  <a:gd name="T25" fmla="*/ 821 h 836"/>
                  <a:gd name="T26" fmla="*/ 77 w 993"/>
                  <a:gd name="T27" fmla="*/ 1210 h 836"/>
                  <a:gd name="T28" fmla="*/ 504 w 993"/>
                  <a:gd name="T29" fmla="*/ 1284 h 836"/>
                  <a:gd name="T30" fmla="*/ 318 w 993"/>
                  <a:gd name="T31" fmla="*/ 1598 h 836"/>
                  <a:gd name="T32" fmla="*/ 516 w 993"/>
                  <a:gd name="T33" fmla="*/ 1769 h 836"/>
                  <a:gd name="T34" fmla="*/ 879 w 993"/>
                  <a:gd name="T35" fmla="*/ 1485 h 836"/>
                  <a:gd name="T36" fmla="*/ 1117 w 993"/>
                  <a:gd name="T37" fmla="*/ 1723 h 836"/>
                  <a:gd name="T38" fmla="*/ 1342 w 993"/>
                  <a:gd name="T39" fmla="*/ 1962 h 836"/>
                  <a:gd name="T40" fmla="*/ 1683 w 993"/>
                  <a:gd name="T41" fmla="*/ 1890 h 836"/>
                  <a:gd name="T42" fmla="*/ 2080 w 993"/>
                  <a:gd name="T43" fmla="*/ 2028 h 8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93" h="836">
                    <a:moveTo>
                      <a:pt x="894" y="665"/>
                    </a:moveTo>
                    <a:cubicBezTo>
                      <a:pt x="877" y="618"/>
                      <a:pt x="891" y="557"/>
                      <a:pt x="917" y="517"/>
                    </a:cubicBezTo>
                    <a:cubicBezTo>
                      <a:pt x="961" y="452"/>
                      <a:pt x="993" y="410"/>
                      <a:pt x="974" y="326"/>
                    </a:cubicBezTo>
                    <a:cubicBezTo>
                      <a:pt x="962" y="273"/>
                      <a:pt x="916" y="188"/>
                      <a:pt x="853" y="181"/>
                    </a:cubicBezTo>
                    <a:cubicBezTo>
                      <a:pt x="810" y="177"/>
                      <a:pt x="789" y="241"/>
                      <a:pt x="749" y="222"/>
                    </a:cubicBezTo>
                    <a:cubicBezTo>
                      <a:pt x="709" y="204"/>
                      <a:pt x="704" y="116"/>
                      <a:pt x="679" y="84"/>
                    </a:cubicBezTo>
                    <a:cubicBezTo>
                      <a:pt x="646" y="42"/>
                      <a:pt x="603" y="29"/>
                      <a:pt x="554" y="25"/>
                    </a:cubicBezTo>
                    <a:cubicBezTo>
                      <a:pt x="535" y="23"/>
                      <a:pt x="459" y="0"/>
                      <a:pt x="450" y="21"/>
                    </a:cubicBezTo>
                    <a:cubicBezTo>
                      <a:pt x="440" y="44"/>
                      <a:pt x="493" y="88"/>
                      <a:pt x="489" y="120"/>
                    </a:cubicBezTo>
                    <a:cubicBezTo>
                      <a:pt x="440" y="124"/>
                      <a:pt x="355" y="69"/>
                      <a:pt x="309" y="94"/>
                    </a:cubicBezTo>
                    <a:cubicBezTo>
                      <a:pt x="257" y="122"/>
                      <a:pt x="330" y="146"/>
                      <a:pt x="345" y="172"/>
                    </a:cubicBezTo>
                    <a:cubicBezTo>
                      <a:pt x="261" y="181"/>
                      <a:pt x="179" y="108"/>
                      <a:pt x="95" y="170"/>
                    </a:cubicBezTo>
                    <a:cubicBezTo>
                      <a:pt x="0" y="240"/>
                      <a:pt x="166" y="261"/>
                      <a:pt x="190" y="292"/>
                    </a:cubicBezTo>
                    <a:cubicBezTo>
                      <a:pt x="228" y="340"/>
                      <a:pt x="41" y="363"/>
                      <a:pt x="33" y="430"/>
                    </a:cubicBezTo>
                    <a:cubicBezTo>
                      <a:pt x="17" y="568"/>
                      <a:pt x="194" y="386"/>
                      <a:pt x="218" y="457"/>
                    </a:cubicBezTo>
                    <a:cubicBezTo>
                      <a:pt x="233" y="504"/>
                      <a:pt x="149" y="533"/>
                      <a:pt x="137" y="568"/>
                    </a:cubicBezTo>
                    <a:cubicBezTo>
                      <a:pt x="119" y="617"/>
                      <a:pt x="180" y="639"/>
                      <a:pt x="223" y="629"/>
                    </a:cubicBezTo>
                    <a:cubicBezTo>
                      <a:pt x="286" y="614"/>
                      <a:pt x="313" y="542"/>
                      <a:pt x="379" y="528"/>
                    </a:cubicBezTo>
                    <a:cubicBezTo>
                      <a:pt x="446" y="514"/>
                      <a:pt x="468" y="555"/>
                      <a:pt x="482" y="613"/>
                    </a:cubicBezTo>
                    <a:cubicBezTo>
                      <a:pt x="495" y="669"/>
                      <a:pt x="510" y="725"/>
                      <a:pt x="579" y="698"/>
                    </a:cubicBezTo>
                    <a:cubicBezTo>
                      <a:pt x="639" y="674"/>
                      <a:pt x="664" y="624"/>
                      <a:pt x="726" y="672"/>
                    </a:cubicBezTo>
                    <a:cubicBezTo>
                      <a:pt x="778" y="714"/>
                      <a:pt x="846" y="836"/>
                      <a:pt x="898" y="721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4" name="Freeform 35">
                <a:extLst>
                  <a:ext uri="{FF2B5EF4-FFF2-40B4-BE49-F238E27FC236}">
                    <a16:creationId xmlns:a16="http://schemas.microsoft.com/office/drawing/2014/main" id="{A416B0D4-D2E3-4192-A609-F84CFCFF0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24"/>
                <a:ext cx="1375" cy="1288"/>
              </a:xfrm>
              <a:custGeom>
                <a:avLst/>
                <a:gdLst>
                  <a:gd name="T0" fmla="*/ 2264 w 1039"/>
                  <a:gd name="T1" fmla="*/ 828 h 913"/>
                  <a:gd name="T2" fmla="*/ 2108 w 1039"/>
                  <a:gd name="T3" fmla="*/ 791 h 913"/>
                  <a:gd name="T4" fmla="*/ 2242 w 1039"/>
                  <a:gd name="T5" fmla="*/ 1203 h 913"/>
                  <a:gd name="T6" fmla="*/ 2087 w 1039"/>
                  <a:gd name="T7" fmla="*/ 1278 h 913"/>
                  <a:gd name="T8" fmla="*/ 1986 w 1039"/>
                  <a:gd name="T9" fmla="*/ 1203 h 913"/>
                  <a:gd name="T10" fmla="*/ 1937 w 1039"/>
                  <a:gd name="T11" fmla="*/ 1337 h 913"/>
                  <a:gd name="T12" fmla="*/ 1937 w 1039"/>
                  <a:gd name="T13" fmla="*/ 1636 h 913"/>
                  <a:gd name="T14" fmla="*/ 1570 w 1039"/>
                  <a:gd name="T15" fmla="*/ 1730 h 913"/>
                  <a:gd name="T16" fmla="*/ 1542 w 1039"/>
                  <a:gd name="T17" fmla="*/ 2085 h 913"/>
                  <a:gd name="T18" fmla="*/ 1290 w 1039"/>
                  <a:gd name="T19" fmla="*/ 2170 h 913"/>
                  <a:gd name="T20" fmla="*/ 944 w 1039"/>
                  <a:gd name="T21" fmla="*/ 2078 h 913"/>
                  <a:gd name="T22" fmla="*/ 783 w 1039"/>
                  <a:gd name="T23" fmla="*/ 2446 h 913"/>
                  <a:gd name="T24" fmla="*/ 466 w 1039"/>
                  <a:gd name="T25" fmla="*/ 2549 h 913"/>
                  <a:gd name="T26" fmla="*/ 169 w 1039"/>
                  <a:gd name="T27" fmla="*/ 2326 h 913"/>
                  <a:gd name="T28" fmla="*/ 123 w 1039"/>
                  <a:gd name="T29" fmla="*/ 1998 h 913"/>
                  <a:gd name="T30" fmla="*/ 20 w 1039"/>
                  <a:gd name="T31" fmla="*/ 1556 h 913"/>
                  <a:gd name="T32" fmla="*/ 623 w 1039"/>
                  <a:gd name="T33" fmla="*/ 664 h 913"/>
                  <a:gd name="T34" fmla="*/ 1536 w 1039"/>
                  <a:gd name="T35" fmla="*/ 35 h 913"/>
                  <a:gd name="T36" fmla="*/ 2027 w 1039"/>
                  <a:gd name="T37" fmla="*/ 275 h 913"/>
                  <a:gd name="T38" fmla="*/ 2324 w 1039"/>
                  <a:gd name="T39" fmla="*/ 798 h 913"/>
                  <a:gd name="T40" fmla="*/ 2313 w 1039"/>
                  <a:gd name="T41" fmla="*/ 814 h 913"/>
                  <a:gd name="T42" fmla="*/ 2276 w 1039"/>
                  <a:gd name="T43" fmla="*/ 828 h 9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39" h="913">
                    <a:moveTo>
                      <a:pt x="977" y="295"/>
                    </a:moveTo>
                    <a:cubicBezTo>
                      <a:pt x="967" y="273"/>
                      <a:pt x="928" y="265"/>
                      <a:pt x="910" y="282"/>
                    </a:cubicBezTo>
                    <a:cubicBezTo>
                      <a:pt x="868" y="321"/>
                      <a:pt x="954" y="395"/>
                      <a:pt x="967" y="429"/>
                    </a:cubicBezTo>
                    <a:cubicBezTo>
                      <a:pt x="990" y="489"/>
                      <a:pt x="936" y="482"/>
                      <a:pt x="901" y="455"/>
                    </a:cubicBezTo>
                    <a:cubicBezTo>
                      <a:pt x="889" y="445"/>
                      <a:pt x="875" y="425"/>
                      <a:pt x="857" y="429"/>
                    </a:cubicBezTo>
                    <a:cubicBezTo>
                      <a:pt x="837" y="433"/>
                      <a:pt x="835" y="461"/>
                      <a:pt x="836" y="476"/>
                    </a:cubicBezTo>
                    <a:cubicBezTo>
                      <a:pt x="837" y="513"/>
                      <a:pt x="870" y="557"/>
                      <a:pt x="836" y="583"/>
                    </a:cubicBezTo>
                    <a:cubicBezTo>
                      <a:pt x="791" y="616"/>
                      <a:pt x="723" y="588"/>
                      <a:pt x="677" y="616"/>
                    </a:cubicBezTo>
                    <a:cubicBezTo>
                      <a:pt x="621" y="649"/>
                      <a:pt x="662" y="696"/>
                      <a:pt x="665" y="743"/>
                    </a:cubicBezTo>
                    <a:cubicBezTo>
                      <a:pt x="669" y="802"/>
                      <a:pt x="594" y="783"/>
                      <a:pt x="557" y="773"/>
                    </a:cubicBezTo>
                    <a:cubicBezTo>
                      <a:pt x="511" y="759"/>
                      <a:pt x="457" y="727"/>
                      <a:pt x="407" y="740"/>
                    </a:cubicBezTo>
                    <a:cubicBezTo>
                      <a:pt x="342" y="757"/>
                      <a:pt x="363" y="825"/>
                      <a:pt x="338" y="871"/>
                    </a:cubicBezTo>
                    <a:cubicBezTo>
                      <a:pt x="315" y="913"/>
                      <a:pt x="244" y="908"/>
                      <a:pt x="201" y="908"/>
                    </a:cubicBezTo>
                    <a:cubicBezTo>
                      <a:pt x="138" y="908"/>
                      <a:pt x="111" y="877"/>
                      <a:pt x="73" y="829"/>
                    </a:cubicBezTo>
                    <a:cubicBezTo>
                      <a:pt x="39" y="785"/>
                      <a:pt x="65" y="761"/>
                      <a:pt x="53" y="712"/>
                    </a:cubicBezTo>
                    <a:cubicBezTo>
                      <a:pt x="40" y="657"/>
                      <a:pt x="0" y="614"/>
                      <a:pt x="8" y="554"/>
                    </a:cubicBezTo>
                    <a:cubicBezTo>
                      <a:pt x="28" y="409"/>
                      <a:pt x="176" y="332"/>
                      <a:pt x="269" y="237"/>
                    </a:cubicBezTo>
                    <a:cubicBezTo>
                      <a:pt x="381" y="123"/>
                      <a:pt x="491" y="0"/>
                      <a:pt x="663" y="13"/>
                    </a:cubicBezTo>
                    <a:cubicBezTo>
                      <a:pt x="749" y="19"/>
                      <a:pt x="809" y="43"/>
                      <a:pt x="875" y="98"/>
                    </a:cubicBezTo>
                    <a:cubicBezTo>
                      <a:pt x="924" y="139"/>
                      <a:pt x="1039" y="205"/>
                      <a:pt x="1003" y="284"/>
                    </a:cubicBezTo>
                    <a:cubicBezTo>
                      <a:pt x="1000" y="287"/>
                      <a:pt x="1000" y="286"/>
                      <a:pt x="998" y="290"/>
                    </a:cubicBezTo>
                    <a:cubicBezTo>
                      <a:pt x="992" y="292"/>
                      <a:pt x="988" y="293"/>
                      <a:pt x="982" y="295"/>
                    </a:cubicBezTo>
                  </a:path>
                </a:pathLst>
              </a:custGeom>
              <a:solidFill>
                <a:srgbClr val="70BA4D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5" name="Freeform 36">
                <a:extLst>
                  <a:ext uri="{FF2B5EF4-FFF2-40B4-BE49-F238E27FC236}">
                    <a16:creationId xmlns:a16="http://schemas.microsoft.com/office/drawing/2014/main" id="{2DCB490D-A6E8-4DDF-8017-34AE0DE8E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24"/>
                <a:ext cx="1375" cy="1288"/>
              </a:xfrm>
              <a:custGeom>
                <a:avLst/>
                <a:gdLst>
                  <a:gd name="T0" fmla="*/ 2264 w 1039"/>
                  <a:gd name="T1" fmla="*/ 828 h 913"/>
                  <a:gd name="T2" fmla="*/ 2108 w 1039"/>
                  <a:gd name="T3" fmla="*/ 791 h 913"/>
                  <a:gd name="T4" fmla="*/ 2242 w 1039"/>
                  <a:gd name="T5" fmla="*/ 1203 h 913"/>
                  <a:gd name="T6" fmla="*/ 2087 w 1039"/>
                  <a:gd name="T7" fmla="*/ 1278 h 913"/>
                  <a:gd name="T8" fmla="*/ 1986 w 1039"/>
                  <a:gd name="T9" fmla="*/ 1203 h 913"/>
                  <a:gd name="T10" fmla="*/ 1937 w 1039"/>
                  <a:gd name="T11" fmla="*/ 1337 h 913"/>
                  <a:gd name="T12" fmla="*/ 1937 w 1039"/>
                  <a:gd name="T13" fmla="*/ 1636 h 913"/>
                  <a:gd name="T14" fmla="*/ 1570 w 1039"/>
                  <a:gd name="T15" fmla="*/ 1730 h 913"/>
                  <a:gd name="T16" fmla="*/ 1542 w 1039"/>
                  <a:gd name="T17" fmla="*/ 2085 h 913"/>
                  <a:gd name="T18" fmla="*/ 1290 w 1039"/>
                  <a:gd name="T19" fmla="*/ 2170 h 913"/>
                  <a:gd name="T20" fmla="*/ 944 w 1039"/>
                  <a:gd name="T21" fmla="*/ 2078 h 913"/>
                  <a:gd name="T22" fmla="*/ 783 w 1039"/>
                  <a:gd name="T23" fmla="*/ 2446 h 913"/>
                  <a:gd name="T24" fmla="*/ 466 w 1039"/>
                  <a:gd name="T25" fmla="*/ 2549 h 913"/>
                  <a:gd name="T26" fmla="*/ 169 w 1039"/>
                  <a:gd name="T27" fmla="*/ 2326 h 913"/>
                  <a:gd name="T28" fmla="*/ 123 w 1039"/>
                  <a:gd name="T29" fmla="*/ 1998 h 913"/>
                  <a:gd name="T30" fmla="*/ 20 w 1039"/>
                  <a:gd name="T31" fmla="*/ 1556 h 913"/>
                  <a:gd name="T32" fmla="*/ 623 w 1039"/>
                  <a:gd name="T33" fmla="*/ 664 h 913"/>
                  <a:gd name="T34" fmla="*/ 1536 w 1039"/>
                  <a:gd name="T35" fmla="*/ 35 h 913"/>
                  <a:gd name="T36" fmla="*/ 2027 w 1039"/>
                  <a:gd name="T37" fmla="*/ 275 h 913"/>
                  <a:gd name="T38" fmla="*/ 2324 w 1039"/>
                  <a:gd name="T39" fmla="*/ 798 h 913"/>
                  <a:gd name="T40" fmla="*/ 2313 w 1039"/>
                  <a:gd name="T41" fmla="*/ 814 h 913"/>
                  <a:gd name="T42" fmla="*/ 2276 w 1039"/>
                  <a:gd name="T43" fmla="*/ 828 h 9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39" h="913">
                    <a:moveTo>
                      <a:pt x="977" y="295"/>
                    </a:moveTo>
                    <a:cubicBezTo>
                      <a:pt x="967" y="273"/>
                      <a:pt x="928" y="265"/>
                      <a:pt x="910" y="282"/>
                    </a:cubicBezTo>
                    <a:cubicBezTo>
                      <a:pt x="868" y="321"/>
                      <a:pt x="954" y="395"/>
                      <a:pt x="967" y="429"/>
                    </a:cubicBezTo>
                    <a:cubicBezTo>
                      <a:pt x="990" y="489"/>
                      <a:pt x="936" y="482"/>
                      <a:pt x="901" y="455"/>
                    </a:cubicBezTo>
                    <a:cubicBezTo>
                      <a:pt x="889" y="445"/>
                      <a:pt x="875" y="425"/>
                      <a:pt x="857" y="429"/>
                    </a:cubicBezTo>
                    <a:cubicBezTo>
                      <a:pt x="837" y="433"/>
                      <a:pt x="835" y="461"/>
                      <a:pt x="836" y="476"/>
                    </a:cubicBezTo>
                    <a:cubicBezTo>
                      <a:pt x="837" y="513"/>
                      <a:pt x="870" y="557"/>
                      <a:pt x="836" y="583"/>
                    </a:cubicBezTo>
                    <a:cubicBezTo>
                      <a:pt x="791" y="616"/>
                      <a:pt x="723" y="588"/>
                      <a:pt x="677" y="616"/>
                    </a:cubicBezTo>
                    <a:cubicBezTo>
                      <a:pt x="621" y="649"/>
                      <a:pt x="662" y="696"/>
                      <a:pt x="665" y="743"/>
                    </a:cubicBezTo>
                    <a:cubicBezTo>
                      <a:pt x="669" y="802"/>
                      <a:pt x="594" y="783"/>
                      <a:pt x="557" y="773"/>
                    </a:cubicBezTo>
                    <a:cubicBezTo>
                      <a:pt x="511" y="759"/>
                      <a:pt x="457" y="727"/>
                      <a:pt x="407" y="740"/>
                    </a:cubicBezTo>
                    <a:cubicBezTo>
                      <a:pt x="342" y="757"/>
                      <a:pt x="363" y="825"/>
                      <a:pt x="338" y="871"/>
                    </a:cubicBezTo>
                    <a:cubicBezTo>
                      <a:pt x="315" y="913"/>
                      <a:pt x="244" y="908"/>
                      <a:pt x="201" y="908"/>
                    </a:cubicBezTo>
                    <a:cubicBezTo>
                      <a:pt x="138" y="908"/>
                      <a:pt x="111" y="877"/>
                      <a:pt x="73" y="829"/>
                    </a:cubicBezTo>
                    <a:cubicBezTo>
                      <a:pt x="39" y="785"/>
                      <a:pt x="65" y="761"/>
                      <a:pt x="53" y="712"/>
                    </a:cubicBezTo>
                    <a:cubicBezTo>
                      <a:pt x="40" y="657"/>
                      <a:pt x="0" y="614"/>
                      <a:pt x="8" y="554"/>
                    </a:cubicBezTo>
                    <a:cubicBezTo>
                      <a:pt x="28" y="409"/>
                      <a:pt x="176" y="332"/>
                      <a:pt x="269" y="237"/>
                    </a:cubicBezTo>
                    <a:cubicBezTo>
                      <a:pt x="381" y="123"/>
                      <a:pt x="491" y="0"/>
                      <a:pt x="663" y="13"/>
                    </a:cubicBezTo>
                    <a:cubicBezTo>
                      <a:pt x="749" y="19"/>
                      <a:pt x="809" y="43"/>
                      <a:pt x="875" y="98"/>
                    </a:cubicBezTo>
                    <a:cubicBezTo>
                      <a:pt x="924" y="139"/>
                      <a:pt x="1039" y="205"/>
                      <a:pt x="1003" y="284"/>
                    </a:cubicBezTo>
                    <a:cubicBezTo>
                      <a:pt x="1000" y="287"/>
                      <a:pt x="1000" y="286"/>
                      <a:pt x="998" y="290"/>
                    </a:cubicBezTo>
                    <a:cubicBezTo>
                      <a:pt x="992" y="292"/>
                      <a:pt x="988" y="293"/>
                      <a:pt x="982" y="295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6" name="Freeform 37">
                <a:extLst>
                  <a:ext uri="{FF2B5EF4-FFF2-40B4-BE49-F238E27FC236}">
                    <a16:creationId xmlns:a16="http://schemas.microsoft.com/office/drawing/2014/main" id="{3736AC09-EC9D-41B6-AA4E-CF83E237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727"/>
                <a:ext cx="853" cy="1010"/>
              </a:xfrm>
              <a:custGeom>
                <a:avLst/>
                <a:gdLst>
                  <a:gd name="T0" fmla="*/ 0 w 645"/>
                  <a:gd name="T1" fmla="*/ 1313 h 716"/>
                  <a:gd name="T2" fmla="*/ 213 w 645"/>
                  <a:gd name="T3" fmla="*/ 1628 h 716"/>
                  <a:gd name="T4" fmla="*/ 548 w 645"/>
                  <a:gd name="T5" fmla="*/ 1449 h 716"/>
                  <a:gd name="T6" fmla="*/ 961 w 645"/>
                  <a:gd name="T7" fmla="*/ 1892 h 716"/>
                  <a:gd name="T8" fmla="*/ 1303 w 645"/>
                  <a:gd name="T9" fmla="*/ 1793 h 716"/>
                  <a:gd name="T10" fmla="*/ 1160 w 645"/>
                  <a:gd name="T11" fmla="*/ 1375 h 716"/>
                  <a:gd name="T12" fmla="*/ 1370 w 645"/>
                  <a:gd name="T13" fmla="*/ 1271 h 716"/>
                  <a:gd name="T14" fmla="*/ 1406 w 645"/>
                  <a:gd name="T15" fmla="*/ 937 h 716"/>
                  <a:gd name="T16" fmla="*/ 1390 w 645"/>
                  <a:gd name="T17" fmla="*/ 697 h 716"/>
                  <a:gd name="T18" fmla="*/ 1406 w 645"/>
                  <a:gd name="T19" fmla="*/ 368 h 716"/>
                  <a:gd name="T20" fmla="*/ 1172 w 645"/>
                  <a:gd name="T21" fmla="*/ 234 h 716"/>
                  <a:gd name="T22" fmla="*/ 1025 w 645"/>
                  <a:gd name="T23" fmla="*/ 82 h 716"/>
                  <a:gd name="T24" fmla="*/ 546 w 645"/>
                  <a:gd name="T25" fmla="*/ 396 h 716"/>
                  <a:gd name="T26" fmla="*/ 329 w 645"/>
                  <a:gd name="T27" fmla="*/ 499 h 716"/>
                  <a:gd name="T28" fmla="*/ 143 w 645"/>
                  <a:gd name="T29" fmla="*/ 688 h 716"/>
                  <a:gd name="T30" fmla="*/ 107 w 645"/>
                  <a:gd name="T31" fmla="*/ 882 h 7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5" h="716">
                    <a:moveTo>
                      <a:pt x="0" y="468"/>
                    </a:moveTo>
                    <a:cubicBezTo>
                      <a:pt x="17" y="515"/>
                      <a:pt x="39" y="566"/>
                      <a:pt x="92" y="580"/>
                    </a:cubicBezTo>
                    <a:cubicBezTo>
                      <a:pt x="160" y="598"/>
                      <a:pt x="180" y="522"/>
                      <a:pt x="237" y="516"/>
                    </a:cubicBezTo>
                    <a:cubicBezTo>
                      <a:pt x="358" y="503"/>
                      <a:pt x="275" y="716"/>
                      <a:pt x="416" y="674"/>
                    </a:cubicBezTo>
                    <a:cubicBezTo>
                      <a:pt x="461" y="660"/>
                      <a:pt x="531" y="682"/>
                      <a:pt x="563" y="639"/>
                    </a:cubicBezTo>
                    <a:cubicBezTo>
                      <a:pt x="609" y="576"/>
                      <a:pt x="516" y="542"/>
                      <a:pt x="501" y="490"/>
                    </a:cubicBezTo>
                    <a:cubicBezTo>
                      <a:pt x="482" y="419"/>
                      <a:pt x="563" y="459"/>
                      <a:pt x="592" y="453"/>
                    </a:cubicBezTo>
                    <a:cubicBezTo>
                      <a:pt x="645" y="442"/>
                      <a:pt x="635" y="364"/>
                      <a:pt x="608" y="334"/>
                    </a:cubicBezTo>
                    <a:cubicBezTo>
                      <a:pt x="576" y="297"/>
                      <a:pt x="568" y="287"/>
                      <a:pt x="601" y="248"/>
                    </a:cubicBezTo>
                    <a:cubicBezTo>
                      <a:pt x="630" y="213"/>
                      <a:pt x="631" y="173"/>
                      <a:pt x="608" y="131"/>
                    </a:cubicBezTo>
                    <a:cubicBezTo>
                      <a:pt x="583" y="85"/>
                      <a:pt x="546" y="100"/>
                      <a:pt x="507" y="84"/>
                    </a:cubicBezTo>
                    <a:cubicBezTo>
                      <a:pt x="478" y="73"/>
                      <a:pt x="471" y="40"/>
                      <a:pt x="443" y="29"/>
                    </a:cubicBezTo>
                    <a:cubicBezTo>
                      <a:pt x="370" y="0"/>
                      <a:pt x="278" y="97"/>
                      <a:pt x="236" y="141"/>
                    </a:cubicBezTo>
                    <a:cubicBezTo>
                      <a:pt x="211" y="167"/>
                      <a:pt x="174" y="167"/>
                      <a:pt x="142" y="178"/>
                    </a:cubicBezTo>
                    <a:cubicBezTo>
                      <a:pt x="105" y="191"/>
                      <a:pt x="82" y="211"/>
                      <a:pt x="62" y="245"/>
                    </a:cubicBezTo>
                    <a:cubicBezTo>
                      <a:pt x="49" y="269"/>
                      <a:pt x="46" y="287"/>
                      <a:pt x="46" y="314"/>
                    </a:cubicBezTo>
                  </a:path>
                </a:pathLst>
              </a:custGeom>
              <a:solidFill>
                <a:srgbClr val="98D877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" name="Freeform 38">
                <a:extLst>
                  <a:ext uri="{FF2B5EF4-FFF2-40B4-BE49-F238E27FC236}">
                    <a16:creationId xmlns:a16="http://schemas.microsoft.com/office/drawing/2014/main" id="{FF050593-2497-43D4-90D1-414599BD1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727"/>
                <a:ext cx="853" cy="1010"/>
              </a:xfrm>
              <a:custGeom>
                <a:avLst/>
                <a:gdLst>
                  <a:gd name="T0" fmla="*/ 0 w 645"/>
                  <a:gd name="T1" fmla="*/ 1313 h 716"/>
                  <a:gd name="T2" fmla="*/ 213 w 645"/>
                  <a:gd name="T3" fmla="*/ 1628 h 716"/>
                  <a:gd name="T4" fmla="*/ 548 w 645"/>
                  <a:gd name="T5" fmla="*/ 1449 h 716"/>
                  <a:gd name="T6" fmla="*/ 961 w 645"/>
                  <a:gd name="T7" fmla="*/ 1892 h 716"/>
                  <a:gd name="T8" fmla="*/ 1303 w 645"/>
                  <a:gd name="T9" fmla="*/ 1793 h 716"/>
                  <a:gd name="T10" fmla="*/ 1160 w 645"/>
                  <a:gd name="T11" fmla="*/ 1375 h 716"/>
                  <a:gd name="T12" fmla="*/ 1370 w 645"/>
                  <a:gd name="T13" fmla="*/ 1271 h 716"/>
                  <a:gd name="T14" fmla="*/ 1406 w 645"/>
                  <a:gd name="T15" fmla="*/ 937 h 716"/>
                  <a:gd name="T16" fmla="*/ 1390 w 645"/>
                  <a:gd name="T17" fmla="*/ 697 h 716"/>
                  <a:gd name="T18" fmla="*/ 1406 w 645"/>
                  <a:gd name="T19" fmla="*/ 368 h 716"/>
                  <a:gd name="T20" fmla="*/ 1172 w 645"/>
                  <a:gd name="T21" fmla="*/ 234 h 716"/>
                  <a:gd name="T22" fmla="*/ 1025 w 645"/>
                  <a:gd name="T23" fmla="*/ 82 h 716"/>
                  <a:gd name="T24" fmla="*/ 546 w 645"/>
                  <a:gd name="T25" fmla="*/ 396 h 716"/>
                  <a:gd name="T26" fmla="*/ 329 w 645"/>
                  <a:gd name="T27" fmla="*/ 499 h 716"/>
                  <a:gd name="T28" fmla="*/ 143 w 645"/>
                  <a:gd name="T29" fmla="*/ 688 h 716"/>
                  <a:gd name="T30" fmla="*/ 107 w 645"/>
                  <a:gd name="T31" fmla="*/ 882 h 7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5" h="716">
                    <a:moveTo>
                      <a:pt x="0" y="468"/>
                    </a:moveTo>
                    <a:cubicBezTo>
                      <a:pt x="17" y="515"/>
                      <a:pt x="39" y="566"/>
                      <a:pt x="92" y="580"/>
                    </a:cubicBezTo>
                    <a:cubicBezTo>
                      <a:pt x="160" y="598"/>
                      <a:pt x="180" y="522"/>
                      <a:pt x="237" y="516"/>
                    </a:cubicBezTo>
                    <a:cubicBezTo>
                      <a:pt x="358" y="503"/>
                      <a:pt x="275" y="716"/>
                      <a:pt x="416" y="674"/>
                    </a:cubicBezTo>
                    <a:cubicBezTo>
                      <a:pt x="461" y="660"/>
                      <a:pt x="531" y="682"/>
                      <a:pt x="563" y="639"/>
                    </a:cubicBezTo>
                    <a:cubicBezTo>
                      <a:pt x="609" y="576"/>
                      <a:pt x="516" y="542"/>
                      <a:pt x="501" y="490"/>
                    </a:cubicBezTo>
                    <a:cubicBezTo>
                      <a:pt x="482" y="419"/>
                      <a:pt x="563" y="459"/>
                      <a:pt x="592" y="453"/>
                    </a:cubicBezTo>
                    <a:cubicBezTo>
                      <a:pt x="645" y="442"/>
                      <a:pt x="635" y="364"/>
                      <a:pt x="608" y="334"/>
                    </a:cubicBezTo>
                    <a:cubicBezTo>
                      <a:pt x="576" y="297"/>
                      <a:pt x="568" y="287"/>
                      <a:pt x="601" y="248"/>
                    </a:cubicBezTo>
                    <a:cubicBezTo>
                      <a:pt x="630" y="213"/>
                      <a:pt x="631" y="173"/>
                      <a:pt x="608" y="131"/>
                    </a:cubicBezTo>
                    <a:cubicBezTo>
                      <a:pt x="583" y="85"/>
                      <a:pt x="546" y="100"/>
                      <a:pt x="507" y="84"/>
                    </a:cubicBezTo>
                    <a:cubicBezTo>
                      <a:pt x="478" y="73"/>
                      <a:pt x="471" y="40"/>
                      <a:pt x="443" y="29"/>
                    </a:cubicBezTo>
                    <a:cubicBezTo>
                      <a:pt x="370" y="0"/>
                      <a:pt x="278" y="97"/>
                      <a:pt x="236" y="141"/>
                    </a:cubicBezTo>
                    <a:cubicBezTo>
                      <a:pt x="211" y="167"/>
                      <a:pt x="174" y="167"/>
                      <a:pt x="142" y="178"/>
                    </a:cubicBezTo>
                    <a:cubicBezTo>
                      <a:pt x="105" y="191"/>
                      <a:pt x="82" y="211"/>
                      <a:pt x="62" y="245"/>
                    </a:cubicBezTo>
                    <a:cubicBezTo>
                      <a:pt x="49" y="269"/>
                      <a:pt x="46" y="287"/>
                      <a:pt x="46" y="314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" name="Freeform 39">
                <a:extLst>
                  <a:ext uri="{FF2B5EF4-FFF2-40B4-BE49-F238E27FC236}">
                    <a16:creationId xmlns:a16="http://schemas.microsoft.com/office/drawing/2014/main" id="{D834AD6B-4F89-408C-A395-9FA715B3A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628"/>
                <a:ext cx="863" cy="615"/>
              </a:xfrm>
              <a:custGeom>
                <a:avLst/>
                <a:gdLst>
                  <a:gd name="T0" fmla="*/ 85 w 652"/>
                  <a:gd name="T1" fmla="*/ 1003 h 436"/>
                  <a:gd name="T2" fmla="*/ 351 w 652"/>
                  <a:gd name="T3" fmla="*/ 907 h 436"/>
                  <a:gd name="T4" fmla="*/ 540 w 652"/>
                  <a:gd name="T5" fmla="*/ 1162 h 436"/>
                  <a:gd name="T6" fmla="*/ 747 w 652"/>
                  <a:gd name="T7" fmla="*/ 1024 h 436"/>
                  <a:gd name="T8" fmla="*/ 900 w 652"/>
                  <a:gd name="T9" fmla="*/ 993 h 436"/>
                  <a:gd name="T10" fmla="*/ 1170 w 652"/>
                  <a:gd name="T11" fmla="*/ 1018 h 436"/>
                  <a:gd name="T12" fmla="*/ 1182 w 652"/>
                  <a:gd name="T13" fmla="*/ 822 h 436"/>
                  <a:gd name="T14" fmla="*/ 1407 w 652"/>
                  <a:gd name="T15" fmla="*/ 897 h 436"/>
                  <a:gd name="T16" fmla="*/ 1463 w 652"/>
                  <a:gd name="T17" fmla="*/ 722 h 436"/>
                  <a:gd name="T18" fmla="*/ 1182 w 652"/>
                  <a:gd name="T19" fmla="*/ 583 h 436"/>
                  <a:gd name="T20" fmla="*/ 1185 w 652"/>
                  <a:gd name="T21" fmla="*/ 292 h 436"/>
                  <a:gd name="T22" fmla="*/ 924 w 652"/>
                  <a:gd name="T23" fmla="*/ 116 h 436"/>
                  <a:gd name="T24" fmla="*/ 789 w 652"/>
                  <a:gd name="T25" fmla="*/ 141 h 436"/>
                  <a:gd name="T26" fmla="*/ 700 w 652"/>
                  <a:gd name="T27" fmla="*/ 169 h 436"/>
                  <a:gd name="T28" fmla="*/ 480 w 652"/>
                  <a:gd name="T29" fmla="*/ 28 h 436"/>
                  <a:gd name="T30" fmla="*/ 361 w 652"/>
                  <a:gd name="T31" fmla="*/ 135 h 436"/>
                  <a:gd name="T32" fmla="*/ 343 w 652"/>
                  <a:gd name="T33" fmla="*/ 292 h 436"/>
                  <a:gd name="T34" fmla="*/ 109 w 652"/>
                  <a:gd name="T35" fmla="*/ 533 h 436"/>
                  <a:gd name="T36" fmla="*/ 98 w 652"/>
                  <a:gd name="T37" fmla="*/ 973 h 4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2" h="436">
                    <a:moveTo>
                      <a:pt x="36" y="357"/>
                    </a:moveTo>
                    <a:cubicBezTo>
                      <a:pt x="76" y="353"/>
                      <a:pt x="108" y="318"/>
                      <a:pt x="151" y="323"/>
                    </a:cubicBezTo>
                    <a:cubicBezTo>
                      <a:pt x="211" y="330"/>
                      <a:pt x="192" y="388"/>
                      <a:pt x="233" y="414"/>
                    </a:cubicBezTo>
                    <a:cubicBezTo>
                      <a:pt x="270" y="436"/>
                      <a:pt x="312" y="399"/>
                      <a:pt x="322" y="365"/>
                    </a:cubicBezTo>
                    <a:cubicBezTo>
                      <a:pt x="336" y="314"/>
                      <a:pt x="350" y="327"/>
                      <a:pt x="388" y="354"/>
                    </a:cubicBezTo>
                    <a:cubicBezTo>
                      <a:pt x="409" y="369"/>
                      <a:pt x="486" y="403"/>
                      <a:pt x="505" y="363"/>
                    </a:cubicBezTo>
                    <a:cubicBezTo>
                      <a:pt x="516" y="339"/>
                      <a:pt x="476" y="308"/>
                      <a:pt x="510" y="293"/>
                    </a:cubicBezTo>
                    <a:cubicBezTo>
                      <a:pt x="537" y="280"/>
                      <a:pt x="577" y="321"/>
                      <a:pt x="607" y="320"/>
                    </a:cubicBezTo>
                    <a:cubicBezTo>
                      <a:pt x="651" y="319"/>
                      <a:pt x="652" y="285"/>
                      <a:pt x="631" y="257"/>
                    </a:cubicBezTo>
                    <a:cubicBezTo>
                      <a:pt x="596" y="212"/>
                      <a:pt x="546" y="242"/>
                      <a:pt x="510" y="208"/>
                    </a:cubicBezTo>
                    <a:cubicBezTo>
                      <a:pt x="469" y="170"/>
                      <a:pt x="516" y="144"/>
                      <a:pt x="511" y="104"/>
                    </a:cubicBezTo>
                    <a:cubicBezTo>
                      <a:pt x="506" y="57"/>
                      <a:pt x="435" y="44"/>
                      <a:pt x="398" y="41"/>
                    </a:cubicBezTo>
                    <a:cubicBezTo>
                      <a:pt x="375" y="38"/>
                      <a:pt x="360" y="41"/>
                      <a:pt x="340" y="50"/>
                    </a:cubicBezTo>
                    <a:cubicBezTo>
                      <a:pt x="323" y="58"/>
                      <a:pt x="321" y="66"/>
                      <a:pt x="302" y="60"/>
                    </a:cubicBezTo>
                    <a:cubicBezTo>
                      <a:pt x="266" y="49"/>
                      <a:pt x="252" y="0"/>
                      <a:pt x="207" y="10"/>
                    </a:cubicBezTo>
                    <a:cubicBezTo>
                      <a:pt x="190" y="14"/>
                      <a:pt x="164" y="33"/>
                      <a:pt x="156" y="48"/>
                    </a:cubicBezTo>
                    <a:cubicBezTo>
                      <a:pt x="145" y="67"/>
                      <a:pt x="154" y="85"/>
                      <a:pt x="148" y="104"/>
                    </a:cubicBezTo>
                    <a:cubicBezTo>
                      <a:pt x="134" y="147"/>
                      <a:pt x="74" y="152"/>
                      <a:pt x="47" y="190"/>
                    </a:cubicBezTo>
                    <a:cubicBezTo>
                      <a:pt x="15" y="237"/>
                      <a:pt x="0" y="301"/>
                      <a:pt x="42" y="347"/>
                    </a:cubicBezTo>
                  </a:path>
                </a:pathLst>
              </a:custGeom>
              <a:solidFill>
                <a:srgbClr val="7BCE4E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" name="Freeform 40">
                <a:extLst>
                  <a:ext uri="{FF2B5EF4-FFF2-40B4-BE49-F238E27FC236}">
                    <a16:creationId xmlns:a16="http://schemas.microsoft.com/office/drawing/2014/main" id="{8096B279-0F34-478D-B391-8ECA678EC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628"/>
                <a:ext cx="863" cy="615"/>
              </a:xfrm>
              <a:custGeom>
                <a:avLst/>
                <a:gdLst>
                  <a:gd name="T0" fmla="*/ 85 w 652"/>
                  <a:gd name="T1" fmla="*/ 1003 h 436"/>
                  <a:gd name="T2" fmla="*/ 351 w 652"/>
                  <a:gd name="T3" fmla="*/ 907 h 436"/>
                  <a:gd name="T4" fmla="*/ 540 w 652"/>
                  <a:gd name="T5" fmla="*/ 1162 h 436"/>
                  <a:gd name="T6" fmla="*/ 747 w 652"/>
                  <a:gd name="T7" fmla="*/ 1024 h 436"/>
                  <a:gd name="T8" fmla="*/ 900 w 652"/>
                  <a:gd name="T9" fmla="*/ 993 h 436"/>
                  <a:gd name="T10" fmla="*/ 1170 w 652"/>
                  <a:gd name="T11" fmla="*/ 1018 h 436"/>
                  <a:gd name="T12" fmla="*/ 1182 w 652"/>
                  <a:gd name="T13" fmla="*/ 822 h 436"/>
                  <a:gd name="T14" fmla="*/ 1407 w 652"/>
                  <a:gd name="T15" fmla="*/ 897 h 436"/>
                  <a:gd name="T16" fmla="*/ 1463 w 652"/>
                  <a:gd name="T17" fmla="*/ 722 h 436"/>
                  <a:gd name="T18" fmla="*/ 1182 w 652"/>
                  <a:gd name="T19" fmla="*/ 583 h 436"/>
                  <a:gd name="T20" fmla="*/ 1185 w 652"/>
                  <a:gd name="T21" fmla="*/ 292 h 436"/>
                  <a:gd name="T22" fmla="*/ 924 w 652"/>
                  <a:gd name="T23" fmla="*/ 116 h 436"/>
                  <a:gd name="T24" fmla="*/ 789 w 652"/>
                  <a:gd name="T25" fmla="*/ 141 h 436"/>
                  <a:gd name="T26" fmla="*/ 700 w 652"/>
                  <a:gd name="T27" fmla="*/ 169 h 436"/>
                  <a:gd name="T28" fmla="*/ 480 w 652"/>
                  <a:gd name="T29" fmla="*/ 28 h 436"/>
                  <a:gd name="T30" fmla="*/ 361 w 652"/>
                  <a:gd name="T31" fmla="*/ 135 h 436"/>
                  <a:gd name="T32" fmla="*/ 343 w 652"/>
                  <a:gd name="T33" fmla="*/ 292 h 436"/>
                  <a:gd name="T34" fmla="*/ 109 w 652"/>
                  <a:gd name="T35" fmla="*/ 533 h 436"/>
                  <a:gd name="T36" fmla="*/ 98 w 652"/>
                  <a:gd name="T37" fmla="*/ 973 h 4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2" h="436">
                    <a:moveTo>
                      <a:pt x="36" y="357"/>
                    </a:moveTo>
                    <a:cubicBezTo>
                      <a:pt x="76" y="353"/>
                      <a:pt x="108" y="318"/>
                      <a:pt x="151" y="323"/>
                    </a:cubicBezTo>
                    <a:cubicBezTo>
                      <a:pt x="211" y="330"/>
                      <a:pt x="192" y="388"/>
                      <a:pt x="233" y="414"/>
                    </a:cubicBezTo>
                    <a:cubicBezTo>
                      <a:pt x="270" y="436"/>
                      <a:pt x="312" y="399"/>
                      <a:pt x="322" y="365"/>
                    </a:cubicBezTo>
                    <a:cubicBezTo>
                      <a:pt x="336" y="314"/>
                      <a:pt x="350" y="327"/>
                      <a:pt x="388" y="354"/>
                    </a:cubicBezTo>
                    <a:cubicBezTo>
                      <a:pt x="409" y="369"/>
                      <a:pt x="486" y="403"/>
                      <a:pt x="505" y="363"/>
                    </a:cubicBezTo>
                    <a:cubicBezTo>
                      <a:pt x="516" y="339"/>
                      <a:pt x="476" y="308"/>
                      <a:pt x="510" y="293"/>
                    </a:cubicBezTo>
                    <a:cubicBezTo>
                      <a:pt x="537" y="280"/>
                      <a:pt x="577" y="321"/>
                      <a:pt x="607" y="320"/>
                    </a:cubicBezTo>
                    <a:cubicBezTo>
                      <a:pt x="651" y="319"/>
                      <a:pt x="652" y="285"/>
                      <a:pt x="631" y="257"/>
                    </a:cubicBezTo>
                    <a:cubicBezTo>
                      <a:pt x="596" y="212"/>
                      <a:pt x="546" y="242"/>
                      <a:pt x="510" y="208"/>
                    </a:cubicBezTo>
                    <a:cubicBezTo>
                      <a:pt x="469" y="170"/>
                      <a:pt x="516" y="144"/>
                      <a:pt x="511" y="104"/>
                    </a:cubicBezTo>
                    <a:cubicBezTo>
                      <a:pt x="506" y="57"/>
                      <a:pt x="435" y="44"/>
                      <a:pt x="398" y="41"/>
                    </a:cubicBezTo>
                    <a:cubicBezTo>
                      <a:pt x="375" y="38"/>
                      <a:pt x="360" y="41"/>
                      <a:pt x="340" y="50"/>
                    </a:cubicBezTo>
                    <a:cubicBezTo>
                      <a:pt x="323" y="58"/>
                      <a:pt x="321" y="66"/>
                      <a:pt x="302" y="60"/>
                    </a:cubicBezTo>
                    <a:cubicBezTo>
                      <a:pt x="266" y="49"/>
                      <a:pt x="252" y="0"/>
                      <a:pt x="207" y="10"/>
                    </a:cubicBezTo>
                    <a:cubicBezTo>
                      <a:pt x="190" y="14"/>
                      <a:pt x="164" y="33"/>
                      <a:pt x="156" y="48"/>
                    </a:cubicBezTo>
                    <a:cubicBezTo>
                      <a:pt x="145" y="67"/>
                      <a:pt x="154" y="85"/>
                      <a:pt x="148" y="104"/>
                    </a:cubicBezTo>
                    <a:cubicBezTo>
                      <a:pt x="134" y="147"/>
                      <a:pt x="74" y="152"/>
                      <a:pt x="47" y="190"/>
                    </a:cubicBezTo>
                    <a:cubicBezTo>
                      <a:pt x="15" y="237"/>
                      <a:pt x="0" y="301"/>
                      <a:pt x="42" y="347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" name="Freeform 41">
                <a:extLst>
                  <a:ext uri="{FF2B5EF4-FFF2-40B4-BE49-F238E27FC236}">
                    <a16:creationId xmlns:a16="http://schemas.microsoft.com/office/drawing/2014/main" id="{15843CAD-D04D-449E-ACB7-8D3A6C9E5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233"/>
                <a:ext cx="1531" cy="1205"/>
              </a:xfrm>
              <a:custGeom>
                <a:avLst/>
                <a:gdLst>
                  <a:gd name="T0" fmla="*/ 1522 w 1157"/>
                  <a:gd name="T1" fmla="*/ 137 h 854"/>
                  <a:gd name="T2" fmla="*/ 872 w 1157"/>
                  <a:gd name="T3" fmla="*/ 224 h 854"/>
                  <a:gd name="T4" fmla="*/ 762 w 1157"/>
                  <a:gd name="T5" fmla="*/ 464 h 854"/>
                  <a:gd name="T6" fmla="*/ 580 w 1157"/>
                  <a:gd name="T7" fmla="*/ 691 h 854"/>
                  <a:gd name="T8" fmla="*/ 422 w 1157"/>
                  <a:gd name="T9" fmla="*/ 890 h 854"/>
                  <a:gd name="T10" fmla="*/ 353 w 1157"/>
                  <a:gd name="T11" fmla="*/ 1060 h 854"/>
                  <a:gd name="T12" fmla="*/ 159 w 1157"/>
                  <a:gd name="T13" fmla="*/ 1263 h 854"/>
                  <a:gd name="T14" fmla="*/ 1 w 1157"/>
                  <a:gd name="T15" fmla="*/ 1452 h 854"/>
                  <a:gd name="T16" fmla="*/ 157 w 1157"/>
                  <a:gd name="T17" fmla="*/ 1599 h 854"/>
                  <a:gd name="T18" fmla="*/ 345 w 1157"/>
                  <a:gd name="T19" fmla="*/ 1782 h 854"/>
                  <a:gd name="T20" fmla="*/ 557 w 1157"/>
                  <a:gd name="T21" fmla="*/ 1846 h 854"/>
                  <a:gd name="T22" fmla="*/ 753 w 1157"/>
                  <a:gd name="T23" fmla="*/ 1913 h 854"/>
                  <a:gd name="T24" fmla="*/ 995 w 1157"/>
                  <a:gd name="T25" fmla="*/ 1834 h 854"/>
                  <a:gd name="T26" fmla="*/ 1298 w 1157"/>
                  <a:gd name="T27" fmla="*/ 1894 h 854"/>
                  <a:gd name="T28" fmla="*/ 1577 w 1157"/>
                  <a:gd name="T29" fmla="*/ 1902 h 854"/>
                  <a:gd name="T30" fmla="*/ 1755 w 1157"/>
                  <a:gd name="T31" fmla="*/ 2002 h 854"/>
                  <a:gd name="T32" fmla="*/ 1847 w 1157"/>
                  <a:gd name="T33" fmla="*/ 2248 h 854"/>
                  <a:gd name="T34" fmla="*/ 2309 w 1157"/>
                  <a:gd name="T35" fmla="*/ 2354 h 854"/>
                  <a:gd name="T36" fmla="*/ 2539 w 1157"/>
                  <a:gd name="T37" fmla="*/ 2025 h 854"/>
                  <a:gd name="T38" fmla="*/ 2579 w 1157"/>
                  <a:gd name="T39" fmla="*/ 1486 h 854"/>
                  <a:gd name="T40" fmla="*/ 2568 w 1157"/>
                  <a:gd name="T41" fmla="*/ 993 h 854"/>
                  <a:gd name="T42" fmla="*/ 2650 w 1157"/>
                  <a:gd name="T43" fmla="*/ 809 h 854"/>
                  <a:gd name="T44" fmla="*/ 2459 w 1157"/>
                  <a:gd name="T45" fmla="*/ 576 h 854"/>
                  <a:gd name="T46" fmla="*/ 2091 w 1157"/>
                  <a:gd name="T47" fmla="*/ 295 h 854"/>
                  <a:gd name="T48" fmla="*/ 1614 w 1157"/>
                  <a:gd name="T49" fmla="*/ 171 h 8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57" h="854">
                    <a:moveTo>
                      <a:pt x="657" y="49"/>
                    </a:moveTo>
                    <a:cubicBezTo>
                      <a:pt x="570" y="77"/>
                      <a:pt x="451" y="0"/>
                      <a:pt x="376" y="80"/>
                    </a:cubicBezTo>
                    <a:cubicBezTo>
                      <a:pt x="354" y="104"/>
                      <a:pt x="348" y="138"/>
                      <a:pt x="329" y="165"/>
                    </a:cubicBezTo>
                    <a:cubicBezTo>
                      <a:pt x="307" y="196"/>
                      <a:pt x="275" y="218"/>
                      <a:pt x="250" y="246"/>
                    </a:cubicBezTo>
                    <a:cubicBezTo>
                      <a:pt x="226" y="273"/>
                      <a:pt x="199" y="285"/>
                      <a:pt x="182" y="317"/>
                    </a:cubicBezTo>
                    <a:cubicBezTo>
                      <a:pt x="170" y="337"/>
                      <a:pt x="165" y="357"/>
                      <a:pt x="153" y="377"/>
                    </a:cubicBezTo>
                    <a:cubicBezTo>
                      <a:pt x="129" y="414"/>
                      <a:pt x="104" y="429"/>
                      <a:pt x="69" y="449"/>
                    </a:cubicBezTo>
                    <a:cubicBezTo>
                      <a:pt x="43" y="463"/>
                      <a:pt x="1" y="484"/>
                      <a:pt x="1" y="517"/>
                    </a:cubicBezTo>
                    <a:cubicBezTo>
                      <a:pt x="0" y="555"/>
                      <a:pt x="39" y="553"/>
                      <a:pt x="68" y="569"/>
                    </a:cubicBezTo>
                    <a:cubicBezTo>
                      <a:pt x="100" y="586"/>
                      <a:pt x="114" y="623"/>
                      <a:pt x="149" y="634"/>
                    </a:cubicBezTo>
                    <a:cubicBezTo>
                      <a:pt x="188" y="647"/>
                      <a:pt x="208" y="630"/>
                      <a:pt x="240" y="657"/>
                    </a:cubicBezTo>
                    <a:cubicBezTo>
                      <a:pt x="273" y="685"/>
                      <a:pt x="280" y="696"/>
                      <a:pt x="325" y="681"/>
                    </a:cubicBezTo>
                    <a:cubicBezTo>
                      <a:pt x="361" y="669"/>
                      <a:pt x="387" y="648"/>
                      <a:pt x="429" y="653"/>
                    </a:cubicBezTo>
                    <a:cubicBezTo>
                      <a:pt x="480" y="659"/>
                      <a:pt x="503" y="685"/>
                      <a:pt x="560" y="674"/>
                    </a:cubicBezTo>
                    <a:cubicBezTo>
                      <a:pt x="610" y="664"/>
                      <a:pt x="636" y="655"/>
                      <a:pt x="681" y="677"/>
                    </a:cubicBezTo>
                    <a:cubicBezTo>
                      <a:pt x="707" y="690"/>
                      <a:pt x="741" y="694"/>
                      <a:pt x="757" y="713"/>
                    </a:cubicBezTo>
                    <a:cubicBezTo>
                      <a:pt x="775" y="736"/>
                      <a:pt x="773" y="777"/>
                      <a:pt x="797" y="800"/>
                    </a:cubicBezTo>
                    <a:cubicBezTo>
                      <a:pt x="836" y="835"/>
                      <a:pt x="946" y="854"/>
                      <a:pt x="997" y="838"/>
                    </a:cubicBezTo>
                    <a:cubicBezTo>
                      <a:pt x="1044" y="823"/>
                      <a:pt x="1088" y="769"/>
                      <a:pt x="1096" y="721"/>
                    </a:cubicBezTo>
                    <a:cubicBezTo>
                      <a:pt x="1108" y="646"/>
                      <a:pt x="1070" y="599"/>
                      <a:pt x="1113" y="529"/>
                    </a:cubicBezTo>
                    <a:cubicBezTo>
                      <a:pt x="1157" y="454"/>
                      <a:pt x="1134" y="431"/>
                      <a:pt x="1109" y="354"/>
                    </a:cubicBezTo>
                    <a:cubicBezTo>
                      <a:pt x="1096" y="315"/>
                      <a:pt x="1104" y="302"/>
                      <a:pt x="1144" y="288"/>
                    </a:cubicBezTo>
                    <a:cubicBezTo>
                      <a:pt x="1148" y="245"/>
                      <a:pt x="1091" y="222"/>
                      <a:pt x="1061" y="205"/>
                    </a:cubicBezTo>
                    <a:cubicBezTo>
                      <a:pt x="1006" y="174"/>
                      <a:pt x="954" y="140"/>
                      <a:pt x="902" y="105"/>
                    </a:cubicBezTo>
                    <a:cubicBezTo>
                      <a:pt x="851" y="71"/>
                      <a:pt x="756" y="31"/>
                      <a:pt x="697" y="61"/>
                    </a:cubicBezTo>
                  </a:path>
                </a:pathLst>
              </a:custGeom>
              <a:solidFill>
                <a:srgbClr val="3A6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" name="Freeform 42">
                <a:extLst>
                  <a:ext uri="{FF2B5EF4-FFF2-40B4-BE49-F238E27FC236}">
                    <a16:creationId xmlns:a16="http://schemas.microsoft.com/office/drawing/2014/main" id="{065ED36C-46C5-4678-8914-5273C9467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473"/>
                <a:ext cx="635" cy="322"/>
              </a:xfrm>
              <a:custGeom>
                <a:avLst/>
                <a:gdLst>
                  <a:gd name="T0" fmla="*/ 74 w 480"/>
                  <a:gd name="T1" fmla="*/ 266 h 228"/>
                  <a:gd name="T2" fmla="*/ 537 w 480"/>
                  <a:gd name="T3" fmla="*/ 595 h 228"/>
                  <a:gd name="T4" fmla="*/ 1045 w 480"/>
                  <a:gd name="T5" fmla="*/ 459 h 228"/>
                  <a:gd name="T6" fmla="*/ 673 w 480"/>
                  <a:gd name="T7" fmla="*/ 8 h 228"/>
                  <a:gd name="T8" fmla="*/ 74 w 480"/>
                  <a:gd name="T9" fmla="*/ 266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0" h="228">
                    <a:moveTo>
                      <a:pt x="32" y="94"/>
                    </a:moveTo>
                    <a:cubicBezTo>
                      <a:pt x="32" y="94"/>
                      <a:pt x="132" y="208"/>
                      <a:pt x="232" y="211"/>
                    </a:cubicBezTo>
                    <a:cubicBezTo>
                      <a:pt x="333" y="215"/>
                      <a:pt x="422" y="228"/>
                      <a:pt x="451" y="163"/>
                    </a:cubicBezTo>
                    <a:cubicBezTo>
                      <a:pt x="480" y="99"/>
                      <a:pt x="389" y="6"/>
                      <a:pt x="291" y="3"/>
                    </a:cubicBezTo>
                    <a:cubicBezTo>
                      <a:pt x="194" y="0"/>
                      <a:pt x="0" y="50"/>
                      <a:pt x="32" y="94"/>
                    </a:cubicBezTo>
                    <a:close/>
                  </a:path>
                </a:pathLst>
              </a:custGeom>
              <a:solidFill>
                <a:srgbClr val="F92626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" name="Freeform 43">
                <a:extLst>
                  <a:ext uri="{FF2B5EF4-FFF2-40B4-BE49-F238E27FC236}">
                    <a16:creationId xmlns:a16="http://schemas.microsoft.com/office/drawing/2014/main" id="{9AAC6398-621A-4B63-8F46-792418793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589"/>
                <a:ext cx="429" cy="145"/>
              </a:xfrm>
              <a:custGeom>
                <a:avLst/>
                <a:gdLst>
                  <a:gd name="T0" fmla="*/ 0 w 324"/>
                  <a:gd name="T1" fmla="*/ 53 h 103"/>
                  <a:gd name="T2" fmla="*/ 389 w 324"/>
                  <a:gd name="T3" fmla="*/ 276 h 103"/>
                  <a:gd name="T4" fmla="*/ 752 w 324"/>
                  <a:gd name="T5" fmla="*/ 151 h 103"/>
                  <a:gd name="T6" fmla="*/ 666 w 324"/>
                  <a:gd name="T7" fmla="*/ 97 h 103"/>
                  <a:gd name="T8" fmla="*/ 606 w 324"/>
                  <a:gd name="T9" fmla="*/ 21 h 103"/>
                  <a:gd name="T10" fmla="*/ 379 w 324"/>
                  <a:gd name="T11" fmla="*/ 45 h 103"/>
                  <a:gd name="T12" fmla="*/ 0 w 324"/>
                  <a:gd name="T13" fmla="*/ 62 h 1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4" h="103">
                    <a:moveTo>
                      <a:pt x="0" y="19"/>
                    </a:moveTo>
                    <a:cubicBezTo>
                      <a:pt x="20" y="67"/>
                      <a:pt x="120" y="103"/>
                      <a:pt x="168" y="99"/>
                    </a:cubicBezTo>
                    <a:cubicBezTo>
                      <a:pt x="186" y="45"/>
                      <a:pt x="281" y="83"/>
                      <a:pt x="324" y="54"/>
                    </a:cubicBezTo>
                    <a:cubicBezTo>
                      <a:pt x="314" y="36"/>
                      <a:pt x="300" y="45"/>
                      <a:pt x="287" y="35"/>
                    </a:cubicBezTo>
                    <a:cubicBezTo>
                      <a:pt x="273" y="23"/>
                      <a:pt x="282" y="15"/>
                      <a:pt x="261" y="8"/>
                    </a:cubicBezTo>
                    <a:cubicBezTo>
                      <a:pt x="240" y="1"/>
                      <a:pt x="188" y="16"/>
                      <a:pt x="163" y="16"/>
                    </a:cubicBezTo>
                    <a:cubicBezTo>
                      <a:pt x="137" y="15"/>
                      <a:pt x="2" y="0"/>
                      <a:pt x="0" y="22"/>
                    </a:cubicBezTo>
                  </a:path>
                </a:pathLst>
              </a:custGeom>
              <a:solidFill>
                <a:srgbClr val="EA1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" name="Freeform 44">
                <a:extLst>
                  <a:ext uri="{FF2B5EF4-FFF2-40B4-BE49-F238E27FC236}">
                    <a16:creationId xmlns:a16="http://schemas.microsoft.com/office/drawing/2014/main" id="{BCBDC0E3-5DED-4714-99C0-A74A4984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678"/>
                <a:ext cx="77" cy="40"/>
              </a:xfrm>
              <a:custGeom>
                <a:avLst/>
                <a:gdLst>
                  <a:gd name="T0" fmla="*/ 0 w 58"/>
                  <a:gd name="T1" fmla="*/ 21 h 29"/>
                  <a:gd name="T2" fmla="*/ 135 w 58"/>
                  <a:gd name="T3" fmla="*/ 61 h 29"/>
                  <a:gd name="T4" fmla="*/ 16 w 58"/>
                  <a:gd name="T5" fmla="*/ 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9">
                    <a:moveTo>
                      <a:pt x="0" y="8"/>
                    </a:moveTo>
                    <a:cubicBezTo>
                      <a:pt x="13" y="24"/>
                      <a:pt x="38" y="29"/>
                      <a:pt x="58" y="23"/>
                    </a:cubicBezTo>
                    <a:cubicBezTo>
                      <a:pt x="55" y="0"/>
                      <a:pt x="24" y="0"/>
                      <a:pt x="7" y="9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" name="Freeform 45">
                <a:extLst>
                  <a:ext uri="{FF2B5EF4-FFF2-40B4-BE49-F238E27FC236}">
                    <a16:creationId xmlns:a16="http://schemas.microsoft.com/office/drawing/2014/main" id="{752F6E97-8C9F-4655-B9BA-F8C47B5EA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604"/>
                <a:ext cx="79" cy="57"/>
              </a:xfrm>
              <a:custGeom>
                <a:avLst/>
                <a:gdLst>
                  <a:gd name="T0" fmla="*/ 14 w 60"/>
                  <a:gd name="T1" fmla="*/ 61 h 40"/>
                  <a:gd name="T2" fmla="*/ 113 w 60"/>
                  <a:gd name="T3" fmla="*/ 38 h 40"/>
                  <a:gd name="T4" fmla="*/ 0 w 60"/>
                  <a:gd name="T5" fmla="*/ 20 h 40"/>
                  <a:gd name="T6" fmla="*/ 45 w 60"/>
                  <a:gd name="T7" fmla="*/ 6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0">
                    <a:moveTo>
                      <a:pt x="6" y="21"/>
                    </a:moveTo>
                    <a:cubicBezTo>
                      <a:pt x="17" y="28"/>
                      <a:pt x="60" y="40"/>
                      <a:pt x="49" y="13"/>
                    </a:cubicBezTo>
                    <a:cubicBezTo>
                      <a:pt x="42" y="0"/>
                      <a:pt x="7" y="1"/>
                      <a:pt x="0" y="7"/>
                    </a:cubicBezTo>
                    <a:cubicBezTo>
                      <a:pt x="4" y="17"/>
                      <a:pt x="10" y="21"/>
                      <a:pt x="20" y="22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5" name="Freeform 46">
                <a:extLst>
                  <a:ext uri="{FF2B5EF4-FFF2-40B4-BE49-F238E27FC236}">
                    <a16:creationId xmlns:a16="http://schemas.microsoft.com/office/drawing/2014/main" id="{02C3C385-C262-4865-BD08-295A45F5E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611"/>
                <a:ext cx="61" cy="58"/>
              </a:xfrm>
              <a:custGeom>
                <a:avLst/>
                <a:gdLst>
                  <a:gd name="T0" fmla="*/ 0 w 46"/>
                  <a:gd name="T1" fmla="*/ 50 h 41"/>
                  <a:gd name="T2" fmla="*/ 98 w 46"/>
                  <a:gd name="T3" fmla="*/ 59 h 41"/>
                  <a:gd name="T4" fmla="*/ 0 w 46"/>
                  <a:gd name="T5" fmla="*/ 5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1">
                    <a:moveTo>
                      <a:pt x="0" y="18"/>
                    </a:moveTo>
                    <a:cubicBezTo>
                      <a:pt x="7" y="28"/>
                      <a:pt x="39" y="41"/>
                      <a:pt x="42" y="21"/>
                    </a:cubicBezTo>
                    <a:cubicBezTo>
                      <a:pt x="46" y="0"/>
                      <a:pt x="8" y="10"/>
                      <a:pt x="0" y="18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" name="Freeform 47">
                <a:extLst>
                  <a:ext uri="{FF2B5EF4-FFF2-40B4-BE49-F238E27FC236}">
                    <a16:creationId xmlns:a16="http://schemas.microsoft.com/office/drawing/2014/main" id="{33510E81-3C85-4DEC-AA61-8839C749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802"/>
                <a:ext cx="450" cy="378"/>
              </a:xfrm>
              <a:custGeom>
                <a:avLst/>
                <a:gdLst>
                  <a:gd name="T0" fmla="*/ 704 w 340"/>
                  <a:gd name="T1" fmla="*/ 513 h 268"/>
                  <a:gd name="T2" fmla="*/ 328 w 340"/>
                  <a:gd name="T3" fmla="*/ 522 h 268"/>
                  <a:gd name="T4" fmla="*/ 120 w 340"/>
                  <a:gd name="T5" fmla="*/ 0 h 268"/>
                  <a:gd name="T6" fmla="*/ 465 w 340"/>
                  <a:gd name="T7" fmla="*/ 111 h 268"/>
                  <a:gd name="T8" fmla="*/ 725 w 340"/>
                  <a:gd name="T9" fmla="*/ 185 h 268"/>
                  <a:gd name="T10" fmla="*/ 704 w 340"/>
                  <a:gd name="T11" fmla="*/ 513 h 2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0" h="268">
                    <a:moveTo>
                      <a:pt x="304" y="183"/>
                    </a:moveTo>
                    <a:cubicBezTo>
                      <a:pt x="304" y="183"/>
                      <a:pt x="283" y="268"/>
                      <a:pt x="141" y="186"/>
                    </a:cubicBezTo>
                    <a:cubicBezTo>
                      <a:pt x="0" y="104"/>
                      <a:pt x="16" y="51"/>
                      <a:pt x="52" y="0"/>
                    </a:cubicBezTo>
                    <a:cubicBezTo>
                      <a:pt x="52" y="0"/>
                      <a:pt x="166" y="29"/>
                      <a:pt x="200" y="40"/>
                    </a:cubicBezTo>
                    <a:cubicBezTo>
                      <a:pt x="234" y="52"/>
                      <a:pt x="286" y="22"/>
                      <a:pt x="313" y="66"/>
                    </a:cubicBezTo>
                    <a:cubicBezTo>
                      <a:pt x="340" y="110"/>
                      <a:pt x="304" y="183"/>
                      <a:pt x="304" y="183"/>
                    </a:cubicBezTo>
                    <a:close/>
                  </a:path>
                </a:pathLst>
              </a:custGeom>
              <a:solidFill>
                <a:srgbClr val="F92626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" name="Freeform 48">
                <a:extLst>
                  <a:ext uri="{FF2B5EF4-FFF2-40B4-BE49-F238E27FC236}">
                    <a16:creationId xmlns:a16="http://schemas.microsoft.com/office/drawing/2014/main" id="{5CEA6856-38E6-4D01-8B4B-4D65246AD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857"/>
                <a:ext cx="243" cy="217"/>
              </a:xfrm>
              <a:custGeom>
                <a:avLst/>
                <a:gdLst>
                  <a:gd name="T0" fmla="*/ 396 w 184"/>
                  <a:gd name="T1" fmla="*/ 258 h 154"/>
                  <a:gd name="T2" fmla="*/ 375 w 184"/>
                  <a:gd name="T3" fmla="*/ 417 h 154"/>
                  <a:gd name="T4" fmla="*/ 273 w 184"/>
                  <a:gd name="T5" fmla="*/ 409 h 154"/>
                  <a:gd name="T6" fmla="*/ 250 w 184"/>
                  <a:gd name="T7" fmla="*/ 368 h 154"/>
                  <a:gd name="T8" fmla="*/ 195 w 184"/>
                  <a:gd name="T9" fmla="*/ 378 h 154"/>
                  <a:gd name="T10" fmla="*/ 110 w 184"/>
                  <a:gd name="T11" fmla="*/ 320 h 154"/>
                  <a:gd name="T12" fmla="*/ 63 w 184"/>
                  <a:gd name="T13" fmla="*/ 193 h 154"/>
                  <a:gd name="T14" fmla="*/ 12 w 184"/>
                  <a:gd name="T15" fmla="*/ 101 h 154"/>
                  <a:gd name="T16" fmla="*/ 7 w 184"/>
                  <a:gd name="T17" fmla="*/ 68 h 154"/>
                  <a:gd name="T18" fmla="*/ 55 w 184"/>
                  <a:gd name="T19" fmla="*/ 34 h 154"/>
                  <a:gd name="T20" fmla="*/ 136 w 184"/>
                  <a:gd name="T21" fmla="*/ 6 h 154"/>
                  <a:gd name="T22" fmla="*/ 157 w 184"/>
                  <a:gd name="T23" fmla="*/ 110 h 154"/>
                  <a:gd name="T24" fmla="*/ 135 w 184"/>
                  <a:gd name="T25" fmla="*/ 183 h 154"/>
                  <a:gd name="T26" fmla="*/ 180 w 184"/>
                  <a:gd name="T27" fmla="*/ 217 h 154"/>
                  <a:gd name="T28" fmla="*/ 223 w 184"/>
                  <a:gd name="T29" fmla="*/ 296 h 154"/>
                  <a:gd name="T30" fmla="*/ 256 w 184"/>
                  <a:gd name="T31" fmla="*/ 296 h 154"/>
                  <a:gd name="T32" fmla="*/ 295 w 184"/>
                  <a:gd name="T33" fmla="*/ 324 h 154"/>
                  <a:gd name="T34" fmla="*/ 366 w 184"/>
                  <a:gd name="T35" fmla="*/ 321 h 154"/>
                  <a:gd name="T36" fmla="*/ 404 w 184"/>
                  <a:gd name="T37" fmla="*/ 254 h 1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4" h="154">
                    <a:moveTo>
                      <a:pt x="172" y="92"/>
                    </a:moveTo>
                    <a:cubicBezTo>
                      <a:pt x="184" y="106"/>
                      <a:pt x="177" y="141"/>
                      <a:pt x="163" y="149"/>
                    </a:cubicBezTo>
                    <a:cubicBezTo>
                      <a:pt x="152" y="154"/>
                      <a:pt x="128" y="153"/>
                      <a:pt x="119" y="146"/>
                    </a:cubicBezTo>
                    <a:cubicBezTo>
                      <a:pt x="113" y="142"/>
                      <a:pt x="115" y="134"/>
                      <a:pt x="108" y="131"/>
                    </a:cubicBezTo>
                    <a:cubicBezTo>
                      <a:pt x="102" y="130"/>
                      <a:pt x="93" y="136"/>
                      <a:pt x="85" y="135"/>
                    </a:cubicBezTo>
                    <a:cubicBezTo>
                      <a:pt x="72" y="134"/>
                      <a:pt x="55" y="124"/>
                      <a:pt x="48" y="114"/>
                    </a:cubicBezTo>
                    <a:cubicBezTo>
                      <a:pt x="37" y="100"/>
                      <a:pt x="39" y="82"/>
                      <a:pt x="27" y="69"/>
                    </a:cubicBezTo>
                    <a:cubicBezTo>
                      <a:pt x="16" y="57"/>
                      <a:pt x="9" y="52"/>
                      <a:pt x="5" y="36"/>
                    </a:cubicBezTo>
                    <a:cubicBezTo>
                      <a:pt x="4" y="30"/>
                      <a:pt x="0" y="30"/>
                      <a:pt x="3" y="24"/>
                    </a:cubicBezTo>
                    <a:cubicBezTo>
                      <a:pt x="5" y="20"/>
                      <a:pt x="20" y="14"/>
                      <a:pt x="24" y="12"/>
                    </a:cubicBezTo>
                    <a:cubicBezTo>
                      <a:pt x="34" y="9"/>
                      <a:pt x="48" y="0"/>
                      <a:pt x="59" y="2"/>
                    </a:cubicBezTo>
                    <a:cubicBezTo>
                      <a:pt x="61" y="25"/>
                      <a:pt x="33" y="35"/>
                      <a:pt x="68" y="39"/>
                    </a:cubicBezTo>
                    <a:cubicBezTo>
                      <a:pt x="67" y="48"/>
                      <a:pt x="61" y="56"/>
                      <a:pt x="58" y="65"/>
                    </a:cubicBezTo>
                    <a:cubicBezTo>
                      <a:pt x="67" y="70"/>
                      <a:pt x="84" y="58"/>
                      <a:pt x="78" y="77"/>
                    </a:cubicBezTo>
                    <a:cubicBezTo>
                      <a:pt x="94" y="74"/>
                      <a:pt x="86" y="98"/>
                      <a:pt x="97" y="106"/>
                    </a:cubicBezTo>
                    <a:cubicBezTo>
                      <a:pt x="106" y="112"/>
                      <a:pt x="103" y="105"/>
                      <a:pt x="111" y="106"/>
                    </a:cubicBezTo>
                    <a:cubicBezTo>
                      <a:pt x="121" y="107"/>
                      <a:pt x="119" y="111"/>
                      <a:pt x="128" y="116"/>
                    </a:cubicBezTo>
                    <a:cubicBezTo>
                      <a:pt x="140" y="124"/>
                      <a:pt x="151" y="124"/>
                      <a:pt x="159" y="115"/>
                    </a:cubicBezTo>
                    <a:cubicBezTo>
                      <a:pt x="165" y="107"/>
                      <a:pt x="165" y="92"/>
                      <a:pt x="176" y="91"/>
                    </a:cubicBezTo>
                  </a:path>
                </a:pathLst>
              </a:custGeom>
              <a:solidFill>
                <a:srgbClr val="EA1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8" name="Freeform 49">
                <a:extLst>
                  <a:ext uri="{FF2B5EF4-FFF2-40B4-BE49-F238E27FC236}">
                    <a16:creationId xmlns:a16="http://schemas.microsoft.com/office/drawing/2014/main" id="{CC3691AC-AD5D-4DC5-BC68-0A04A47E3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050"/>
                <a:ext cx="733" cy="510"/>
              </a:xfrm>
              <a:custGeom>
                <a:avLst/>
                <a:gdLst>
                  <a:gd name="T0" fmla="*/ 590 w 554"/>
                  <a:gd name="T1" fmla="*/ 1010 h 362"/>
                  <a:gd name="T2" fmla="*/ 808 w 554"/>
                  <a:gd name="T3" fmla="*/ 979 h 362"/>
                  <a:gd name="T4" fmla="*/ 1196 w 554"/>
                  <a:gd name="T5" fmla="*/ 417 h 362"/>
                  <a:gd name="T6" fmla="*/ 676 w 554"/>
                  <a:gd name="T7" fmla="*/ 34 h 362"/>
                  <a:gd name="T8" fmla="*/ 107 w 554"/>
                  <a:gd name="T9" fmla="*/ 300 h 362"/>
                  <a:gd name="T10" fmla="*/ 0 w 554"/>
                  <a:gd name="T11" fmla="*/ 320 h 362"/>
                  <a:gd name="T12" fmla="*/ 590 w 554"/>
                  <a:gd name="T13" fmla="*/ 1010 h 3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4" h="362">
                    <a:moveTo>
                      <a:pt x="255" y="361"/>
                    </a:moveTo>
                    <a:cubicBezTo>
                      <a:pt x="255" y="361"/>
                      <a:pt x="322" y="337"/>
                      <a:pt x="349" y="350"/>
                    </a:cubicBezTo>
                    <a:cubicBezTo>
                      <a:pt x="376" y="362"/>
                      <a:pt x="554" y="207"/>
                      <a:pt x="516" y="149"/>
                    </a:cubicBezTo>
                    <a:cubicBezTo>
                      <a:pt x="478" y="91"/>
                      <a:pt x="430" y="25"/>
                      <a:pt x="292" y="12"/>
                    </a:cubicBezTo>
                    <a:cubicBezTo>
                      <a:pt x="154" y="0"/>
                      <a:pt x="147" y="131"/>
                      <a:pt x="46" y="107"/>
                    </a:cubicBezTo>
                    <a:cubicBezTo>
                      <a:pt x="5" y="97"/>
                      <a:pt x="0" y="114"/>
                      <a:pt x="0" y="114"/>
                    </a:cubicBezTo>
                    <a:lnTo>
                      <a:pt x="255" y="361"/>
                    </a:lnTo>
                    <a:close/>
                  </a:path>
                </a:pathLst>
              </a:custGeom>
              <a:solidFill>
                <a:srgbClr val="F94848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" name="Freeform 50">
                <a:extLst>
                  <a:ext uri="{FF2B5EF4-FFF2-40B4-BE49-F238E27FC236}">
                    <a16:creationId xmlns:a16="http://schemas.microsoft.com/office/drawing/2014/main" id="{24C525C1-D7E7-487A-8C1B-06122083B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164"/>
                <a:ext cx="192" cy="308"/>
              </a:xfrm>
              <a:custGeom>
                <a:avLst/>
                <a:gdLst>
                  <a:gd name="T0" fmla="*/ 188 w 145"/>
                  <a:gd name="T1" fmla="*/ 575 h 218"/>
                  <a:gd name="T2" fmla="*/ 34 w 145"/>
                  <a:gd name="T3" fmla="*/ 328 h 218"/>
                  <a:gd name="T4" fmla="*/ 56 w 145"/>
                  <a:gd name="T5" fmla="*/ 164 h 218"/>
                  <a:gd name="T6" fmla="*/ 40 w 145"/>
                  <a:gd name="T7" fmla="*/ 16 h 218"/>
                  <a:gd name="T8" fmla="*/ 193 w 145"/>
                  <a:gd name="T9" fmla="*/ 117 h 218"/>
                  <a:gd name="T10" fmla="*/ 323 w 145"/>
                  <a:gd name="T11" fmla="*/ 251 h 218"/>
                  <a:gd name="T12" fmla="*/ 309 w 145"/>
                  <a:gd name="T13" fmla="*/ 435 h 218"/>
                  <a:gd name="T14" fmla="*/ 221 w 145"/>
                  <a:gd name="T15" fmla="*/ 561 h 218"/>
                  <a:gd name="T16" fmla="*/ 177 w 145"/>
                  <a:gd name="T17" fmla="*/ 581 h 2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218">
                    <a:moveTo>
                      <a:pt x="81" y="204"/>
                    </a:moveTo>
                    <a:cubicBezTo>
                      <a:pt x="26" y="218"/>
                      <a:pt x="6" y="159"/>
                      <a:pt x="15" y="116"/>
                    </a:cubicBezTo>
                    <a:cubicBezTo>
                      <a:pt x="19" y="94"/>
                      <a:pt x="31" y="83"/>
                      <a:pt x="24" y="58"/>
                    </a:cubicBezTo>
                    <a:cubicBezTo>
                      <a:pt x="21" y="46"/>
                      <a:pt x="0" y="16"/>
                      <a:pt x="17" y="6"/>
                    </a:cubicBezTo>
                    <a:cubicBezTo>
                      <a:pt x="28" y="0"/>
                      <a:pt x="71" y="35"/>
                      <a:pt x="83" y="42"/>
                    </a:cubicBezTo>
                    <a:cubicBezTo>
                      <a:pt x="104" y="53"/>
                      <a:pt x="131" y="63"/>
                      <a:pt x="139" y="89"/>
                    </a:cubicBezTo>
                    <a:cubicBezTo>
                      <a:pt x="145" y="105"/>
                      <a:pt x="137" y="139"/>
                      <a:pt x="133" y="154"/>
                    </a:cubicBezTo>
                    <a:cubicBezTo>
                      <a:pt x="128" y="173"/>
                      <a:pt x="113" y="190"/>
                      <a:pt x="95" y="199"/>
                    </a:cubicBezTo>
                    <a:cubicBezTo>
                      <a:pt x="88" y="203"/>
                      <a:pt x="86" y="207"/>
                      <a:pt x="76" y="206"/>
                    </a:cubicBezTo>
                  </a:path>
                </a:pathLst>
              </a:custGeom>
              <a:solidFill>
                <a:srgbClr val="F4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" name="Freeform 51">
                <a:extLst>
                  <a:ext uri="{FF2B5EF4-FFF2-40B4-BE49-F238E27FC236}">
                    <a16:creationId xmlns:a16="http://schemas.microsoft.com/office/drawing/2014/main" id="{BACA59FB-1C36-42EF-B807-75B6089F6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339"/>
                <a:ext cx="75" cy="55"/>
              </a:xfrm>
              <a:custGeom>
                <a:avLst/>
                <a:gdLst>
                  <a:gd name="T0" fmla="*/ 78 w 57"/>
                  <a:gd name="T1" fmla="*/ 82 h 39"/>
                  <a:gd name="T2" fmla="*/ 71 w 57"/>
                  <a:gd name="T3" fmla="*/ 8 h 39"/>
                  <a:gd name="T4" fmla="*/ 82 w 57"/>
                  <a:gd name="T5" fmla="*/ 9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9">
                    <a:moveTo>
                      <a:pt x="34" y="29"/>
                    </a:moveTo>
                    <a:cubicBezTo>
                      <a:pt x="53" y="39"/>
                      <a:pt x="57" y="0"/>
                      <a:pt x="31" y="3"/>
                    </a:cubicBezTo>
                    <a:cubicBezTo>
                      <a:pt x="0" y="6"/>
                      <a:pt x="21" y="29"/>
                      <a:pt x="36" y="34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1" name="Freeform 52">
                <a:extLst>
                  <a:ext uri="{FF2B5EF4-FFF2-40B4-BE49-F238E27FC236}">
                    <a16:creationId xmlns:a16="http://schemas.microsoft.com/office/drawing/2014/main" id="{BB85F2FC-A8CC-411E-8AB2-04F958BEA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237"/>
                <a:ext cx="64" cy="62"/>
              </a:xfrm>
              <a:custGeom>
                <a:avLst/>
                <a:gdLst>
                  <a:gd name="T0" fmla="*/ 0 w 48"/>
                  <a:gd name="T1" fmla="*/ 96 h 44"/>
                  <a:gd name="T2" fmla="*/ 95 w 48"/>
                  <a:gd name="T3" fmla="*/ 62 h 44"/>
                  <a:gd name="T4" fmla="*/ 5 w 48"/>
                  <a:gd name="T5" fmla="*/ 10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4">
                    <a:moveTo>
                      <a:pt x="0" y="34"/>
                    </a:moveTo>
                    <a:cubicBezTo>
                      <a:pt x="9" y="38"/>
                      <a:pt x="48" y="44"/>
                      <a:pt x="40" y="22"/>
                    </a:cubicBezTo>
                    <a:cubicBezTo>
                      <a:pt x="31" y="0"/>
                      <a:pt x="5" y="22"/>
                      <a:pt x="2" y="36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" name="Freeform 53">
                <a:extLst>
                  <a:ext uri="{FF2B5EF4-FFF2-40B4-BE49-F238E27FC236}">
                    <a16:creationId xmlns:a16="http://schemas.microsoft.com/office/drawing/2014/main" id="{1C6B4F8B-8220-4CA0-B7C6-80B367C53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373"/>
                <a:ext cx="43" cy="36"/>
              </a:xfrm>
              <a:custGeom>
                <a:avLst/>
                <a:gdLst>
                  <a:gd name="T0" fmla="*/ 73 w 33"/>
                  <a:gd name="T1" fmla="*/ 35 h 26"/>
                  <a:gd name="T2" fmla="*/ 1 w 33"/>
                  <a:gd name="T3" fmla="*/ 24 h 26"/>
                  <a:gd name="T4" fmla="*/ 61 w 33"/>
                  <a:gd name="T5" fmla="*/ 3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13"/>
                    </a:moveTo>
                    <a:cubicBezTo>
                      <a:pt x="25" y="0"/>
                      <a:pt x="12" y="3"/>
                      <a:pt x="1" y="9"/>
                    </a:cubicBezTo>
                    <a:cubicBezTo>
                      <a:pt x="0" y="25"/>
                      <a:pt x="24" y="26"/>
                      <a:pt x="28" y="13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3" name="Freeform 54">
                <a:extLst>
                  <a:ext uri="{FF2B5EF4-FFF2-40B4-BE49-F238E27FC236}">
                    <a16:creationId xmlns:a16="http://schemas.microsoft.com/office/drawing/2014/main" id="{974169D3-3945-4809-8998-E25882504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170"/>
                <a:ext cx="213" cy="389"/>
              </a:xfrm>
              <a:custGeom>
                <a:avLst/>
                <a:gdLst>
                  <a:gd name="T0" fmla="*/ 216 w 161"/>
                  <a:gd name="T1" fmla="*/ 713 h 276"/>
                  <a:gd name="T2" fmla="*/ 250 w 161"/>
                  <a:gd name="T3" fmla="*/ 630 h 276"/>
                  <a:gd name="T4" fmla="*/ 255 w 161"/>
                  <a:gd name="T5" fmla="*/ 562 h 276"/>
                  <a:gd name="T6" fmla="*/ 296 w 161"/>
                  <a:gd name="T7" fmla="*/ 572 h 276"/>
                  <a:gd name="T8" fmla="*/ 364 w 161"/>
                  <a:gd name="T9" fmla="*/ 567 h 276"/>
                  <a:gd name="T10" fmla="*/ 315 w 161"/>
                  <a:gd name="T11" fmla="*/ 493 h 276"/>
                  <a:gd name="T12" fmla="*/ 303 w 161"/>
                  <a:gd name="T13" fmla="*/ 258 h 276"/>
                  <a:gd name="T14" fmla="*/ 303 w 161"/>
                  <a:gd name="T15" fmla="*/ 135 h 276"/>
                  <a:gd name="T16" fmla="*/ 200 w 161"/>
                  <a:gd name="T17" fmla="*/ 0 h 276"/>
                  <a:gd name="T18" fmla="*/ 257 w 161"/>
                  <a:gd name="T19" fmla="*/ 234 h 276"/>
                  <a:gd name="T20" fmla="*/ 151 w 161"/>
                  <a:gd name="T21" fmla="*/ 125 h 276"/>
                  <a:gd name="T22" fmla="*/ 21 w 161"/>
                  <a:gd name="T23" fmla="*/ 23 h 276"/>
                  <a:gd name="T24" fmla="*/ 200 w 161"/>
                  <a:gd name="T25" fmla="*/ 324 h 276"/>
                  <a:gd name="T26" fmla="*/ 94 w 161"/>
                  <a:gd name="T27" fmla="*/ 207 h 276"/>
                  <a:gd name="T28" fmla="*/ 143 w 161"/>
                  <a:gd name="T29" fmla="*/ 321 h 276"/>
                  <a:gd name="T30" fmla="*/ 0 w 161"/>
                  <a:gd name="T31" fmla="*/ 210 h 276"/>
                  <a:gd name="T32" fmla="*/ 123 w 161"/>
                  <a:gd name="T33" fmla="*/ 412 h 276"/>
                  <a:gd name="T34" fmla="*/ 5 w 161"/>
                  <a:gd name="T35" fmla="*/ 330 h 276"/>
                  <a:gd name="T36" fmla="*/ 130 w 161"/>
                  <a:gd name="T37" fmla="*/ 419 h 276"/>
                  <a:gd name="T38" fmla="*/ 194 w 161"/>
                  <a:gd name="T39" fmla="*/ 520 h 276"/>
                  <a:gd name="T40" fmla="*/ 216 w 161"/>
                  <a:gd name="T41" fmla="*/ 727 h 27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1" h="276">
                    <a:moveTo>
                      <a:pt x="93" y="255"/>
                    </a:moveTo>
                    <a:cubicBezTo>
                      <a:pt x="105" y="276"/>
                      <a:pt x="108" y="234"/>
                      <a:pt x="108" y="225"/>
                    </a:cubicBezTo>
                    <a:cubicBezTo>
                      <a:pt x="109" y="221"/>
                      <a:pt x="107" y="203"/>
                      <a:pt x="110" y="201"/>
                    </a:cubicBezTo>
                    <a:cubicBezTo>
                      <a:pt x="120" y="191"/>
                      <a:pt x="119" y="203"/>
                      <a:pt x="128" y="204"/>
                    </a:cubicBezTo>
                    <a:cubicBezTo>
                      <a:pt x="136" y="206"/>
                      <a:pt x="153" y="216"/>
                      <a:pt x="157" y="202"/>
                    </a:cubicBezTo>
                    <a:cubicBezTo>
                      <a:pt x="161" y="189"/>
                      <a:pt x="142" y="185"/>
                      <a:pt x="136" y="176"/>
                    </a:cubicBezTo>
                    <a:cubicBezTo>
                      <a:pt x="126" y="158"/>
                      <a:pt x="131" y="112"/>
                      <a:pt x="131" y="92"/>
                    </a:cubicBezTo>
                    <a:cubicBezTo>
                      <a:pt x="132" y="76"/>
                      <a:pt x="137" y="64"/>
                      <a:pt x="131" y="48"/>
                    </a:cubicBezTo>
                    <a:cubicBezTo>
                      <a:pt x="124" y="32"/>
                      <a:pt x="102" y="5"/>
                      <a:pt x="86" y="0"/>
                    </a:cubicBezTo>
                    <a:cubicBezTo>
                      <a:pt x="98" y="23"/>
                      <a:pt x="115" y="58"/>
                      <a:pt x="111" y="84"/>
                    </a:cubicBezTo>
                    <a:cubicBezTo>
                      <a:pt x="96" y="80"/>
                      <a:pt x="78" y="57"/>
                      <a:pt x="65" y="45"/>
                    </a:cubicBezTo>
                    <a:cubicBezTo>
                      <a:pt x="49" y="32"/>
                      <a:pt x="25" y="12"/>
                      <a:pt x="9" y="8"/>
                    </a:cubicBezTo>
                    <a:cubicBezTo>
                      <a:pt x="39" y="20"/>
                      <a:pt x="97" y="79"/>
                      <a:pt x="86" y="116"/>
                    </a:cubicBezTo>
                    <a:cubicBezTo>
                      <a:pt x="70" y="107"/>
                      <a:pt x="59" y="84"/>
                      <a:pt x="41" y="74"/>
                    </a:cubicBezTo>
                    <a:cubicBezTo>
                      <a:pt x="51" y="84"/>
                      <a:pt x="65" y="99"/>
                      <a:pt x="62" y="115"/>
                    </a:cubicBezTo>
                    <a:cubicBezTo>
                      <a:pt x="43" y="101"/>
                      <a:pt x="24" y="78"/>
                      <a:pt x="0" y="75"/>
                    </a:cubicBezTo>
                    <a:cubicBezTo>
                      <a:pt x="15" y="98"/>
                      <a:pt x="53" y="117"/>
                      <a:pt x="53" y="147"/>
                    </a:cubicBezTo>
                    <a:cubicBezTo>
                      <a:pt x="38" y="135"/>
                      <a:pt x="23" y="116"/>
                      <a:pt x="2" y="118"/>
                    </a:cubicBezTo>
                    <a:cubicBezTo>
                      <a:pt x="7" y="131"/>
                      <a:pt x="42" y="141"/>
                      <a:pt x="56" y="150"/>
                    </a:cubicBezTo>
                    <a:cubicBezTo>
                      <a:pt x="73" y="161"/>
                      <a:pt x="80" y="167"/>
                      <a:pt x="84" y="186"/>
                    </a:cubicBezTo>
                    <a:cubicBezTo>
                      <a:pt x="88" y="203"/>
                      <a:pt x="67" y="257"/>
                      <a:pt x="93" y="260"/>
                    </a:cubicBezTo>
                  </a:path>
                </a:pathLst>
              </a:custGeom>
              <a:solidFill>
                <a:srgbClr val="F9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4" name="Freeform 55">
                <a:extLst>
                  <a:ext uri="{FF2B5EF4-FFF2-40B4-BE49-F238E27FC236}">
                    <a16:creationId xmlns:a16="http://schemas.microsoft.com/office/drawing/2014/main" id="{1D8E8D81-ACEC-4680-BAED-485826DCF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001"/>
                <a:ext cx="57" cy="80"/>
              </a:xfrm>
              <a:custGeom>
                <a:avLst/>
                <a:gdLst>
                  <a:gd name="T0" fmla="*/ 56 w 43"/>
                  <a:gd name="T1" fmla="*/ 0 h 57"/>
                  <a:gd name="T2" fmla="*/ 64 w 43"/>
                  <a:gd name="T3" fmla="*/ 131 h 57"/>
                  <a:gd name="T4" fmla="*/ 50 w 43"/>
                  <a:gd name="T5" fmla="*/ 8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57">
                    <a:moveTo>
                      <a:pt x="24" y="0"/>
                    </a:moveTo>
                    <a:cubicBezTo>
                      <a:pt x="16" y="9"/>
                      <a:pt x="0" y="57"/>
                      <a:pt x="27" y="47"/>
                    </a:cubicBezTo>
                    <a:cubicBezTo>
                      <a:pt x="43" y="41"/>
                      <a:pt x="36" y="8"/>
                      <a:pt x="22" y="3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5" name="Freeform 56">
                <a:extLst>
                  <a:ext uri="{FF2B5EF4-FFF2-40B4-BE49-F238E27FC236}">
                    <a16:creationId xmlns:a16="http://schemas.microsoft.com/office/drawing/2014/main" id="{1F345FAF-B881-4EC1-9580-00F175E7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961"/>
                <a:ext cx="47" cy="50"/>
              </a:xfrm>
              <a:custGeom>
                <a:avLst/>
                <a:gdLst>
                  <a:gd name="T0" fmla="*/ 78 w 36"/>
                  <a:gd name="T1" fmla="*/ 0 h 35"/>
                  <a:gd name="T2" fmla="*/ 31 w 36"/>
                  <a:gd name="T3" fmla="*/ 80 h 35"/>
                  <a:gd name="T4" fmla="*/ 78 w 3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35" y="0"/>
                    </a:moveTo>
                    <a:cubicBezTo>
                      <a:pt x="30" y="3"/>
                      <a:pt x="0" y="18"/>
                      <a:pt x="14" y="27"/>
                    </a:cubicBezTo>
                    <a:cubicBezTo>
                      <a:pt x="24" y="35"/>
                      <a:pt x="36" y="7"/>
                      <a:pt x="35" y="0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6" name="Freeform 57">
                <a:extLst>
                  <a:ext uri="{FF2B5EF4-FFF2-40B4-BE49-F238E27FC236}">
                    <a16:creationId xmlns:a16="http://schemas.microsoft.com/office/drawing/2014/main" id="{D5C2B157-5741-40DB-88EF-AF84F53EE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915"/>
                <a:ext cx="33" cy="35"/>
              </a:xfrm>
              <a:custGeom>
                <a:avLst/>
                <a:gdLst>
                  <a:gd name="T0" fmla="*/ 58 w 25"/>
                  <a:gd name="T1" fmla="*/ 6 h 25"/>
                  <a:gd name="T2" fmla="*/ 1 w 25"/>
                  <a:gd name="T3" fmla="*/ 41 h 25"/>
                  <a:gd name="T4" fmla="*/ 53 w 2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25" y="2"/>
                    </a:moveTo>
                    <a:cubicBezTo>
                      <a:pt x="16" y="3"/>
                      <a:pt x="0" y="2"/>
                      <a:pt x="1" y="15"/>
                    </a:cubicBezTo>
                    <a:cubicBezTo>
                      <a:pt x="15" y="25"/>
                      <a:pt x="21" y="7"/>
                      <a:pt x="23" y="0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7" name="Freeform 58">
                <a:extLst>
                  <a:ext uri="{FF2B5EF4-FFF2-40B4-BE49-F238E27FC236}">
                    <a16:creationId xmlns:a16="http://schemas.microsoft.com/office/drawing/2014/main" id="{8036E186-4340-4F87-9930-6E43186EB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977"/>
                <a:ext cx="22" cy="56"/>
              </a:xfrm>
              <a:custGeom>
                <a:avLst/>
                <a:gdLst>
                  <a:gd name="T0" fmla="*/ 27 w 17"/>
                  <a:gd name="T1" fmla="*/ 0 h 40"/>
                  <a:gd name="T2" fmla="*/ 0 w 17"/>
                  <a:gd name="T3" fmla="*/ 84 h 40"/>
                  <a:gd name="T4" fmla="*/ 28 w 17"/>
                  <a:gd name="T5" fmla="*/ 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2" y="0"/>
                    </a:moveTo>
                    <a:cubicBezTo>
                      <a:pt x="4" y="10"/>
                      <a:pt x="1" y="19"/>
                      <a:pt x="0" y="31"/>
                    </a:cubicBezTo>
                    <a:cubicBezTo>
                      <a:pt x="14" y="40"/>
                      <a:pt x="17" y="10"/>
                      <a:pt x="13" y="2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8" name="Freeform 59">
                <a:extLst>
                  <a:ext uri="{FF2B5EF4-FFF2-40B4-BE49-F238E27FC236}">
                    <a16:creationId xmlns:a16="http://schemas.microsoft.com/office/drawing/2014/main" id="{98CF0B02-E78F-4851-AC5C-456DFC55A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632"/>
                <a:ext cx="618" cy="465"/>
              </a:xfrm>
              <a:custGeom>
                <a:avLst/>
                <a:gdLst>
                  <a:gd name="T0" fmla="*/ 1082 w 467"/>
                  <a:gd name="T1" fmla="*/ 373 h 329"/>
                  <a:gd name="T2" fmla="*/ 846 w 467"/>
                  <a:gd name="T3" fmla="*/ 845 h 329"/>
                  <a:gd name="T4" fmla="*/ 172 w 467"/>
                  <a:gd name="T5" fmla="*/ 533 h 329"/>
                  <a:gd name="T6" fmla="*/ 232 w 467"/>
                  <a:gd name="T7" fmla="*/ 0 h 329"/>
                  <a:gd name="T8" fmla="*/ 887 w 467"/>
                  <a:gd name="T9" fmla="*/ 122 h 329"/>
                  <a:gd name="T10" fmla="*/ 1082 w 467"/>
                  <a:gd name="T11" fmla="*/ 373 h 3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7" h="329">
                    <a:moveTo>
                      <a:pt x="467" y="132"/>
                    </a:moveTo>
                    <a:cubicBezTo>
                      <a:pt x="467" y="132"/>
                      <a:pt x="460" y="291"/>
                      <a:pt x="365" y="299"/>
                    </a:cubicBezTo>
                    <a:cubicBezTo>
                      <a:pt x="271" y="306"/>
                      <a:pt x="148" y="329"/>
                      <a:pt x="74" y="189"/>
                    </a:cubicBezTo>
                    <a:cubicBezTo>
                      <a:pt x="0" y="48"/>
                      <a:pt x="100" y="0"/>
                      <a:pt x="100" y="0"/>
                    </a:cubicBezTo>
                    <a:cubicBezTo>
                      <a:pt x="382" y="43"/>
                      <a:pt x="382" y="43"/>
                      <a:pt x="382" y="43"/>
                    </a:cubicBezTo>
                    <a:lnTo>
                      <a:pt x="467" y="132"/>
                    </a:lnTo>
                    <a:close/>
                  </a:path>
                </a:pathLst>
              </a:custGeom>
              <a:solidFill>
                <a:srgbClr val="F94E4E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9" name="Freeform 60">
                <a:extLst>
                  <a:ext uri="{FF2B5EF4-FFF2-40B4-BE49-F238E27FC236}">
                    <a16:creationId xmlns:a16="http://schemas.microsoft.com/office/drawing/2014/main" id="{EDF4E089-740B-49BD-BA0B-B03DB567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1694"/>
                <a:ext cx="136" cy="286"/>
              </a:xfrm>
              <a:custGeom>
                <a:avLst/>
                <a:gdLst>
                  <a:gd name="T0" fmla="*/ 153 w 103"/>
                  <a:gd name="T1" fmla="*/ 416 h 202"/>
                  <a:gd name="T2" fmla="*/ 141 w 103"/>
                  <a:gd name="T3" fmla="*/ 554 h 202"/>
                  <a:gd name="T4" fmla="*/ 87 w 103"/>
                  <a:gd name="T5" fmla="*/ 477 h 202"/>
                  <a:gd name="T6" fmla="*/ 16 w 103"/>
                  <a:gd name="T7" fmla="*/ 355 h 202"/>
                  <a:gd name="T8" fmla="*/ 21 w 103"/>
                  <a:gd name="T9" fmla="*/ 221 h 202"/>
                  <a:gd name="T10" fmla="*/ 9 w 103"/>
                  <a:gd name="T11" fmla="*/ 170 h 202"/>
                  <a:gd name="T12" fmla="*/ 29 w 103"/>
                  <a:gd name="T13" fmla="*/ 116 h 202"/>
                  <a:gd name="T14" fmla="*/ 58 w 103"/>
                  <a:gd name="T15" fmla="*/ 35 h 202"/>
                  <a:gd name="T16" fmla="*/ 168 w 103"/>
                  <a:gd name="T17" fmla="*/ 11 h 202"/>
                  <a:gd name="T18" fmla="*/ 232 w 103"/>
                  <a:gd name="T19" fmla="*/ 48 h 202"/>
                  <a:gd name="T20" fmla="*/ 151 w 103"/>
                  <a:gd name="T21" fmla="*/ 110 h 202"/>
                  <a:gd name="T22" fmla="*/ 157 w 103"/>
                  <a:gd name="T23" fmla="*/ 150 h 202"/>
                  <a:gd name="T24" fmla="*/ 114 w 103"/>
                  <a:gd name="T25" fmla="*/ 183 h 202"/>
                  <a:gd name="T26" fmla="*/ 71 w 103"/>
                  <a:gd name="T27" fmla="*/ 211 h 202"/>
                  <a:gd name="T28" fmla="*/ 151 w 103"/>
                  <a:gd name="T29" fmla="*/ 221 h 202"/>
                  <a:gd name="T30" fmla="*/ 86 w 103"/>
                  <a:gd name="T31" fmla="*/ 294 h 202"/>
                  <a:gd name="T32" fmla="*/ 137 w 103"/>
                  <a:gd name="T33" fmla="*/ 309 h 202"/>
                  <a:gd name="T34" fmla="*/ 110 w 103"/>
                  <a:gd name="T35" fmla="*/ 370 h 202"/>
                  <a:gd name="T36" fmla="*/ 107 w 103"/>
                  <a:gd name="T37" fmla="*/ 404 h 202"/>
                  <a:gd name="T38" fmla="*/ 148 w 103"/>
                  <a:gd name="T39" fmla="*/ 421 h 202"/>
                  <a:gd name="T40" fmla="*/ 152 w 103"/>
                  <a:gd name="T41" fmla="*/ 425 h 20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3" h="202">
                    <a:moveTo>
                      <a:pt x="67" y="147"/>
                    </a:moveTo>
                    <a:cubicBezTo>
                      <a:pt x="66" y="158"/>
                      <a:pt x="72" y="189"/>
                      <a:pt x="61" y="195"/>
                    </a:cubicBezTo>
                    <a:cubicBezTo>
                      <a:pt x="52" y="202"/>
                      <a:pt x="41" y="175"/>
                      <a:pt x="38" y="168"/>
                    </a:cubicBezTo>
                    <a:cubicBezTo>
                      <a:pt x="30" y="153"/>
                      <a:pt x="14" y="141"/>
                      <a:pt x="7" y="125"/>
                    </a:cubicBezTo>
                    <a:cubicBezTo>
                      <a:pt x="0" y="108"/>
                      <a:pt x="17" y="94"/>
                      <a:pt x="9" y="78"/>
                    </a:cubicBezTo>
                    <a:cubicBezTo>
                      <a:pt x="6" y="72"/>
                      <a:pt x="2" y="68"/>
                      <a:pt x="4" y="60"/>
                    </a:cubicBezTo>
                    <a:cubicBezTo>
                      <a:pt x="6" y="54"/>
                      <a:pt x="11" y="47"/>
                      <a:pt x="13" y="41"/>
                    </a:cubicBezTo>
                    <a:cubicBezTo>
                      <a:pt x="17" y="31"/>
                      <a:pt x="17" y="20"/>
                      <a:pt x="25" y="13"/>
                    </a:cubicBezTo>
                    <a:cubicBezTo>
                      <a:pt x="40" y="0"/>
                      <a:pt x="56" y="5"/>
                      <a:pt x="73" y="4"/>
                    </a:cubicBezTo>
                    <a:cubicBezTo>
                      <a:pt x="82" y="3"/>
                      <a:pt x="103" y="0"/>
                      <a:pt x="101" y="17"/>
                    </a:cubicBezTo>
                    <a:cubicBezTo>
                      <a:pt x="99" y="31"/>
                      <a:pt x="75" y="32"/>
                      <a:pt x="65" y="39"/>
                    </a:cubicBezTo>
                    <a:cubicBezTo>
                      <a:pt x="53" y="48"/>
                      <a:pt x="62" y="47"/>
                      <a:pt x="68" y="53"/>
                    </a:cubicBezTo>
                    <a:cubicBezTo>
                      <a:pt x="64" y="61"/>
                      <a:pt x="56" y="61"/>
                      <a:pt x="49" y="64"/>
                    </a:cubicBezTo>
                    <a:cubicBezTo>
                      <a:pt x="46" y="65"/>
                      <a:pt x="31" y="70"/>
                      <a:pt x="31" y="74"/>
                    </a:cubicBezTo>
                    <a:cubicBezTo>
                      <a:pt x="30" y="82"/>
                      <a:pt x="59" y="79"/>
                      <a:pt x="65" y="78"/>
                    </a:cubicBezTo>
                    <a:cubicBezTo>
                      <a:pt x="69" y="88"/>
                      <a:pt x="40" y="96"/>
                      <a:pt x="37" y="104"/>
                    </a:cubicBezTo>
                    <a:cubicBezTo>
                      <a:pt x="33" y="117"/>
                      <a:pt x="57" y="103"/>
                      <a:pt x="60" y="109"/>
                    </a:cubicBezTo>
                    <a:cubicBezTo>
                      <a:pt x="61" y="111"/>
                      <a:pt x="49" y="127"/>
                      <a:pt x="48" y="130"/>
                    </a:cubicBezTo>
                    <a:cubicBezTo>
                      <a:pt x="47" y="133"/>
                      <a:pt x="45" y="139"/>
                      <a:pt x="46" y="142"/>
                    </a:cubicBezTo>
                    <a:cubicBezTo>
                      <a:pt x="49" y="150"/>
                      <a:pt x="58" y="148"/>
                      <a:pt x="64" y="148"/>
                    </a:cubicBezTo>
                    <a:cubicBezTo>
                      <a:pt x="65" y="149"/>
                      <a:pt x="66" y="150"/>
                      <a:pt x="66" y="150"/>
                    </a:cubicBezTo>
                  </a:path>
                </a:pathLst>
              </a:custGeom>
              <a:solidFill>
                <a:srgbClr val="FC1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0" name="Freeform 61">
                <a:extLst>
                  <a:ext uri="{FF2B5EF4-FFF2-40B4-BE49-F238E27FC236}">
                    <a16:creationId xmlns:a16="http://schemas.microsoft.com/office/drawing/2014/main" id="{CE3E14FD-43D9-4557-85E7-B2BB67393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1727"/>
                <a:ext cx="159" cy="269"/>
              </a:xfrm>
              <a:custGeom>
                <a:avLst/>
                <a:gdLst>
                  <a:gd name="T0" fmla="*/ 56 w 120"/>
                  <a:gd name="T1" fmla="*/ 477 h 191"/>
                  <a:gd name="T2" fmla="*/ 27 w 120"/>
                  <a:gd name="T3" fmla="*/ 528 h 191"/>
                  <a:gd name="T4" fmla="*/ 5 w 120"/>
                  <a:gd name="T5" fmla="*/ 438 h 191"/>
                  <a:gd name="T6" fmla="*/ 5 w 120"/>
                  <a:gd name="T7" fmla="*/ 363 h 191"/>
                  <a:gd name="T8" fmla="*/ 1 w 120"/>
                  <a:gd name="T9" fmla="*/ 310 h 191"/>
                  <a:gd name="T10" fmla="*/ 33 w 120"/>
                  <a:gd name="T11" fmla="*/ 262 h 191"/>
                  <a:gd name="T12" fmla="*/ 49 w 120"/>
                  <a:gd name="T13" fmla="*/ 227 h 191"/>
                  <a:gd name="T14" fmla="*/ 70 w 120"/>
                  <a:gd name="T15" fmla="*/ 137 h 191"/>
                  <a:gd name="T16" fmla="*/ 70 w 120"/>
                  <a:gd name="T17" fmla="*/ 220 h 191"/>
                  <a:gd name="T18" fmla="*/ 77 w 120"/>
                  <a:gd name="T19" fmla="*/ 320 h 191"/>
                  <a:gd name="T20" fmla="*/ 102 w 120"/>
                  <a:gd name="T21" fmla="*/ 286 h 191"/>
                  <a:gd name="T22" fmla="*/ 109 w 120"/>
                  <a:gd name="T23" fmla="*/ 186 h 191"/>
                  <a:gd name="T24" fmla="*/ 113 w 120"/>
                  <a:gd name="T25" fmla="*/ 121 h 191"/>
                  <a:gd name="T26" fmla="*/ 126 w 120"/>
                  <a:gd name="T27" fmla="*/ 82 h 191"/>
                  <a:gd name="T28" fmla="*/ 146 w 120"/>
                  <a:gd name="T29" fmla="*/ 76 h 191"/>
                  <a:gd name="T30" fmla="*/ 167 w 120"/>
                  <a:gd name="T31" fmla="*/ 42 h 191"/>
                  <a:gd name="T32" fmla="*/ 223 w 120"/>
                  <a:gd name="T33" fmla="*/ 15 h 191"/>
                  <a:gd name="T34" fmla="*/ 236 w 120"/>
                  <a:gd name="T35" fmla="*/ 59 h 191"/>
                  <a:gd name="T36" fmla="*/ 250 w 120"/>
                  <a:gd name="T37" fmla="*/ 111 h 191"/>
                  <a:gd name="T38" fmla="*/ 272 w 120"/>
                  <a:gd name="T39" fmla="*/ 210 h 191"/>
                  <a:gd name="T40" fmla="*/ 265 w 120"/>
                  <a:gd name="T41" fmla="*/ 320 h 191"/>
                  <a:gd name="T42" fmla="*/ 215 w 120"/>
                  <a:gd name="T43" fmla="*/ 437 h 191"/>
                  <a:gd name="T44" fmla="*/ 171 w 120"/>
                  <a:gd name="T45" fmla="*/ 444 h 191"/>
                  <a:gd name="T46" fmla="*/ 142 w 120"/>
                  <a:gd name="T47" fmla="*/ 424 h 191"/>
                  <a:gd name="T48" fmla="*/ 126 w 120"/>
                  <a:gd name="T49" fmla="*/ 456 h 191"/>
                  <a:gd name="T50" fmla="*/ 102 w 120"/>
                  <a:gd name="T51" fmla="*/ 458 h 191"/>
                  <a:gd name="T52" fmla="*/ 66 w 120"/>
                  <a:gd name="T53" fmla="*/ 466 h 191"/>
                  <a:gd name="T54" fmla="*/ 53 w 120"/>
                  <a:gd name="T55" fmla="*/ 487 h 19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0" h="191">
                    <a:moveTo>
                      <a:pt x="24" y="171"/>
                    </a:moveTo>
                    <a:cubicBezTo>
                      <a:pt x="23" y="176"/>
                      <a:pt x="18" y="191"/>
                      <a:pt x="11" y="189"/>
                    </a:cubicBezTo>
                    <a:cubicBezTo>
                      <a:pt x="1" y="188"/>
                      <a:pt x="1" y="163"/>
                      <a:pt x="2" y="157"/>
                    </a:cubicBezTo>
                    <a:cubicBezTo>
                      <a:pt x="2" y="148"/>
                      <a:pt x="2" y="139"/>
                      <a:pt x="2" y="130"/>
                    </a:cubicBezTo>
                    <a:cubicBezTo>
                      <a:pt x="2" y="124"/>
                      <a:pt x="0" y="116"/>
                      <a:pt x="1" y="111"/>
                    </a:cubicBezTo>
                    <a:cubicBezTo>
                      <a:pt x="3" y="105"/>
                      <a:pt x="10" y="99"/>
                      <a:pt x="14" y="94"/>
                    </a:cubicBezTo>
                    <a:cubicBezTo>
                      <a:pt x="16" y="90"/>
                      <a:pt x="19" y="86"/>
                      <a:pt x="21" y="81"/>
                    </a:cubicBezTo>
                    <a:cubicBezTo>
                      <a:pt x="26" y="73"/>
                      <a:pt x="29" y="59"/>
                      <a:pt x="30" y="49"/>
                    </a:cubicBezTo>
                    <a:cubicBezTo>
                      <a:pt x="36" y="49"/>
                      <a:pt x="30" y="74"/>
                      <a:pt x="30" y="79"/>
                    </a:cubicBezTo>
                    <a:cubicBezTo>
                      <a:pt x="28" y="92"/>
                      <a:pt x="30" y="102"/>
                      <a:pt x="33" y="114"/>
                    </a:cubicBezTo>
                    <a:cubicBezTo>
                      <a:pt x="38" y="115"/>
                      <a:pt x="42" y="106"/>
                      <a:pt x="44" y="102"/>
                    </a:cubicBezTo>
                    <a:cubicBezTo>
                      <a:pt x="49" y="91"/>
                      <a:pt x="47" y="79"/>
                      <a:pt x="47" y="67"/>
                    </a:cubicBezTo>
                    <a:cubicBezTo>
                      <a:pt x="47" y="59"/>
                      <a:pt x="48" y="51"/>
                      <a:pt x="48" y="43"/>
                    </a:cubicBezTo>
                    <a:cubicBezTo>
                      <a:pt x="49" y="35"/>
                      <a:pt x="48" y="32"/>
                      <a:pt x="54" y="29"/>
                    </a:cubicBezTo>
                    <a:cubicBezTo>
                      <a:pt x="57" y="28"/>
                      <a:pt x="60" y="28"/>
                      <a:pt x="63" y="27"/>
                    </a:cubicBezTo>
                    <a:cubicBezTo>
                      <a:pt x="67" y="24"/>
                      <a:pt x="70" y="18"/>
                      <a:pt x="72" y="15"/>
                    </a:cubicBezTo>
                    <a:cubicBezTo>
                      <a:pt x="77" y="9"/>
                      <a:pt x="87" y="0"/>
                      <a:pt x="96" y="6"/>
                    </a:cubicBezTo>
                    <a:cubicBezTo>
                      <a:pt x="100" y="9"/>
                      <a:pt x="100" y="16"/>
                      <a:pt x="101" y="21"/>
                    </a:cubicBezTo>
                    <a:cubicBezTo>
                      <a:pt x="103" y="28"/>
                      <a:pt x="106" y="34"/>
                      <a:pt x="108" y="40"/>
                    </a:cubicBezTo>
                    <a:cubicBezTo>
                      <a:pt x="111" y="52"/>
                      <a:pt x="115" y="63"/>
                      <a:pt x="117" y="75"/>
                    </a:cubicBezTo>
                    <a:cubicBezTo>
                      <a:pt x="120" y="89"/>
                      <a:pt x="118" y="100"/>
                      <a:pt x="114" y="114"/>
                    </a:cubicBezTo>
                    <a:cubicBezTo>
                      <a:pt x="110" y="127"/>
                      <a:pt x="102" y="145"/>
                      <a:pt x="92" y="156"/>
                    </a:cubicBezTo>
                    <a:cubicBezTo>
                      <a:pt x="86" y="161"/>
                      <a:pt x="79" y="162"/>
                      <a:pt x="73" y="159"/>
                    </a:cubicBezTo>
                    <a:cubicBezTo>
                      <a:pt x="67" y="156"/>
                      <a:pt x="66" y="148"/>
                      <a:pt x="61" y="152"/>
                    </a:cubicBezTo>
                    <a:cubicBezTo>
                      <a:pt x="57" y="155"/>
                      <a:pt x="58" y="160"/>
                      <a:pt x="54" y="163"/>
                    </a:cubicBezTo>
                    <a:cubicBezTo>
                      <a:pt x="49" y="166"/>
                      <a:pt x="49" y="166"/>
                      <a:pt x="44" y="164"/>
                    </a:cubicBezTo>
                    <a:cubicBezTo>
                      <a:pt x="36" y="161"/>
                      <a:pt x="35" y="160"/>
                      <a:pt x="29" y="167"/>
                    </a:cubicBezTo>
                    <a:cubicBezTo>
                      <a:pt x="27" y="169"/>
                      <a:pt x="25" y="171"/>
                      <a:pt x="23" y="175"/>
                    </a:cubicBezTo>
                  </a:path>
                </a:pathLst>
              </a:custGeom>
              <a:solidFill>
                <a:srgbClr val="FC1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1" name="Freeform 62">
                <a:extLst>
                  <a:ext uri="{FF2B5EF4-FFF2-40B4-BE49-F238E27FC236}">
                    <a16:creationId xmlns:a16="http://schemas.microsoft.com/office/drawing/2014/main" id="{45FC9789-C655-44D6-989C-CEACABB6D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65"/>
                <a:ext cx="59" cy="50"/>
              </a:xfrm>
              <a:custGeom>
                <a:avLst/>
                <a:gdLst>
                  <a:gd name="T0" fmla="*/ 29 w 45"/>
                  <a:gd name="T1" fmla="*/ 80 h 35"/>
                  <a:gd name="T2" fmla="*/ 101 w 45"/>
                  <a:gd name="T3" fmla="*/ 33 h 35"/>
                  <a:gd name="T4" fmla="*/ 29 w 45"/>
                  <a:gd name="T5" fmla="*/ 8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5">
                    <a:moveTo>
                      <a:pt x="13" y="27"/>
                    </a:moveTo>
                    <a:cubicBezTo>
                      <a:pt x="26" y="35"/>
                      <a:pt x="39" y="23"/>
                      <a:pt x="45" y="11"/>
                    </a:cubicBezTo>
                    <a:cubicBezTo>
                      <a:pt x="34" y="0"/>
                      <a:pt x="0" y="10"/>
                      <a:pt x="13" y="27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2" name="Freeform 63">
                <a:extLst>
                  <a:ext uri="{FF2B5EF4-FFF2-40B4-BE49-F238E27FC236}">
                    <a16:creationId xmlns:a16="http://schemas.microsoft.com/office/drawing/2014/main" id="{58B409DE-7D93-4EE5-93E5-0EEC5A365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913"/>
                <a:ext cx="45" cy="44"/>
              </a:xfrm>
              <a:custGeom>
                <a:avLst/>
                <a:gdLst>
                  <a:gd name="T0" fmla="*/ 21 w 34"/>
                  <a:gd name="T1" fmla="*/ 82 h 31"/>
                  <a:gd name="T2" fmla="*/ 66 w 34"/>
                  <a:gd name="T3" fmla="*/ 67 h 31"/>
                  <a:gd name="T4" fmla="*/ 70 w 34"/>
                  <a:gd name="T5" fmla="*/ 0 h 31"/>
                  <a:gd name="T6" fmla="*/ 20 w 34"/>
                  <a:gd name="T7" fmla="*/ 8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9" y="29"/>
                    </a:moveTo>
                    <a:cubicBezTo>
                      <a:pt x="17" y="30"/>
                      <a:pt x="24" y="31"/>
                      <a:pt x="29" y="23"/>
                    </a:cubicBezTo>
                    <a:cubicBezTo>
                      <a:pt x="33" y="16"/>
                      <a:pt x="34" y="7"/>
                      <a:pt x="30" y="0"/>
                    </a:cubicBezTo>
                    <a:cubicBezTo>
                      <a:pt x="20" y="5"/>
                      <a:pt x="0" y="14"/>
                      <a:pt x="8" y="28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3" name="Freeform 64">
                <a:extLst>
                  <a:ext uri="{FF2B5EF4-FFF2-40B4-BE49-F238E27FC236}">
                    <a16:creationId xmlns:a16="http://schemas.microsoft.com/office/drawing/2014/main" id="{98427D4D-5397-423F-90F8-6167DF4AB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898"/>
                <a:ext cx="41" cy="43"/>
              </a:xfrm>
              <a:custGeom>
                <a:avLst/>
                <a:gdLst>
                  <a:gd name="T0" fmla="*/ 20 w 31"/>
                  <a:gd name="T1" fmla="*/ 75 h 31"/>
                  <a:gd name="T2" fmla="*/ 58 w 31"/>
                  <a:gd name="T3" fmla="*/ 64 h 31"/>
                  <a:gd name="T4" fmla="*/ 50 w 31"/>
                  <a:gd name="T5" fmla="*/ 0 h 31"/>
                  <a:gd name="T6" fmla="*/ 16 w 31"/>
                  <a:gd name="T7" fmla="*/ 7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8" y="28"/>
                    </a:moveTo>
                    <a:cubicBezTo>
                      <a:pt x="14" y="31"/>
                      <a:pt x="21" y="29"/>
                      <a:pt x="25" y="24"/>
                    </a:cubicBezTo>
                    <a:cubicBezTo>
                      <a:pt x="31" y="16"/>
                      <a:pt x="24" y="9"/>
                      <a:pt x="22" y="0"/>
                    </a:cubicBezTo>
                    <a:cubicBezTo>
                      <a:pt x="16" y="6"/>
                      <a:pt x="0" y="17"/>
                      <a:pt x="7" y="28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4" name="Freeform 65">
                <a:extLst>
                  <a:ext uri="{FF2B5EF4-FFF2-40B4-BE49-F238E27FC236}">
                    <a16:creationId xmlns:a16="http://schemas.microsoft.com/office/drawing/2014/main" id="{05DFA0B9-4910-4D08-849D-4CE77DC1E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826"/>
                <a:ext cx="47" cy="43"/>
              </a:xfrm>
              <a:custGeom>
                <a:avLst/>
                <a:gdLst>
                  <a:gd name="T0" fmla="*/ 24 w 36"/>
                  <a:gd name="T1" fmla="*/ 83 h 31"/>
                  <a:gd name="T2" fmla="*/ 78 w 36"/>
                  <a:gd name="T3" fmla="*/ 0 h 31"/>
                  <a:gd name="T4" fmla="*/ 22 w 36"/>
                  <a:gd name="T5" fmla="*/ 8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11" y="31"/>
                    </a:moveTo>
                    <a:cubicBezTo>
                      <a:pt x="25" y="27"/>
                      <a:pt x="36" y="16"/>
                      <a:pt x="35" y="0"/>
                    </a:cubicBezTo>
                    <a:cubicBezTo>
                      <a:pt x="26" y="0"/>
                      <a:pt x="0" y="21"/>
                      <a:pt x="10" y="31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5" name="Freeform 66">
                <a:extLst>
                  <a:ext uri="{FF2B5EF4-FFF2-40B4-BE49-F238E27FC236}">
                    <a16:creationId xmlns:a16="http://schemas.microsoft.com/office/drawing/2014/main" id="{E40E147E-72ED-4629-92F1-A4F09DF30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790"/>
                <a:ext cx="41" cy="60"/>
              </a:xfrm>
              <a:custGeom>
                <a:avLst/>
                <a:gdLst>
                  <a:gd name="T0" fmla="*/ 1 w 31"/>
                  <a:gd name="T1" fmla="*/ 101 h 42"/>
                  <a:gd name="T2" fmla="*/ 63 w 31"/>
                  <a:gd name="T3" fmla="*/ 1 h 42"/>
                  <a:gd name="T4" fmla="*/ 63 w 31"/>
                  <a:gd name="T5" fmla="*/ 1 h 42"/>
                  <a:gd name="T6" fmla="*/ 33 w 31"/>
                  <a:gd name="T7" fmla="*/ 6 h 42"/>
                  <a:gd name="T8" fmla="*/ 9 w 31"/>
                  <a:gd name="T9" fmla="*/ 49 h 42"/>
                  <a:gd name="T10" fmla="*/ 7 w 31"/>
                  <a:gd name="T11" fmla="*/ 10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2">
                    <a:moveTo>
                      <a:pt x="1" y="35"/>
                    </a:moveTo>
                    <a:cubicBezTo>
                      <a:pt x="17" y="42"/>
                      <a:pt x="31" y="13"/>
                      <a:pt x="27" y="1"/>
                    </a:cubicBezTo>
                    <a:cubicBezTo>
                      <a:pt x="27" y="0"/>
                      <a:pt x="27" y="0"/>
                      <a:pt x="27" y="1"/>
                    </a:cubicBezTo>
                    <a:cubicBezTo>
                      <a:pt x="23" y="3"/>
                      <a:pt x="18" y="0"/>
                      <a:pt x="14" y="2"/>
                    </a:cubicBezTo>
                    <a:cubicBezTo>
                      <a:pt x="9" y="4"/>
                      <a:pt x="6" y="12"/>
                      <a:pt x="4" y="17"/>
                    </a:cubicBezTo>
                    <a:cubicBezTo>
                      <a:pt x="2" y="23"/>
                      <a:pt x="0" y="29"/>
                      <a:pt x="3" y="34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6" name="Freeform 67">
                <a:extLst>
                  <a:ext uri="{FF2B5EF4-FFF2-40B4-BE49-F238E27FC236}">
                    <a16:creationId xmlns:a16="http://schemas.microsoft.com/office/drawing/2014/main" id="{C62D5931-36D4-4A65-9DBD-3C219CE93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703"/>
                <a:ext cx="99" cy="257"/>
              </a:xfrm>
              <a:custGeom>
                <a:avLst/>
                <a:gdLst>
                  <a:gd name="T0" fmla="*/ 143 w 75"/>
                  <a:gd name="T1" fmla="*/ 35 h 182"/>
                  <a:gd name="T2" fmla="*/ 94 w 75"/>
                  <a:gd name="T3" fmla="*/ 285 h 182"/>
                  <a:gd name="T4" fmla="*/ 45 w 75"/>
                  <a:gd name="T5" fmla="*/ 383 h 182"/>
                  <a:gd name="T6" fmla="*/ 34 w 75"/>
                  <a:gd name="T7" fmla="*/ 513 h 182"/>
                  <a:gd name="T8" fmla="*/ 44 w 75"/>
                  <a:gd name="T9" fmla="*/ 319 h 182"/>
                  <a:gd name="T10" fmla="*/ 114 w 75"/>
                  <a:gd name="T11" fmla="*/ 124 h 182"/>
                  <a:gd name="T12" fmla="*/ 5 w 75"/>
                  <a:gd name="T13" fmla="*/ 321 h 182"/>
                  <a:gd name="T14" fmla="*/ 45 w 75"/>
                  <a:gd name="T15" fmla="*/ 192 h 182"/>
                  <a:gd name="T16" fmla="*/ 12 w 75"/>
                  <a:gd name="T17" fmla="*/ 213 h 182"/>
                  <a:gd name="T18" fmla="*/ 50 w 75"/>
                  <a:gd name="T19" fmla="*/ 141 h 182"/>
                  <a:gd name="T20" fmla="*/ 26 w 75"/>
                  <a:gd name="T21" fmla="*/ 137 h 182"/>
                  <a:gd name="T22" fmla="*/ 66 w 75"/>
                  <a:gd name="T23" fmla="*/ 103 h 182"/>
                  <a:gd name="T24" fmla="*/ 94 w 75"/>
                  <a:gd name="T25" fmla="*/ 0 h 182"/>
                  <a:gd name="T26" fmla="*/ 143 w 75"/>
                  <a:gd name="T27" fmla="*/ 35 h 1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5" h="182">
                    <a:moveTo>
                      <a:pt x="62" y="13"/>
                    </a:moveTo>
                    <a:cubicBezTo>
                      <a:pt x="75" y="41"/>
                      <a:pt x="57" y="78"/>
                      <a:pt x="41" y="101"/>
                    </a:cubicBezTo>
                    <a:cubicBezTo>
                      <a:pt x="34" y="112"/>
                      <a:pt x="25" y="123"/>
                      <a:pt x="20" y="136"/>
                    </a:cubicBezTo>
                    <a:cubicBezTo>
                      <a:pt x="13" y="152"/>
                      <a:pt x="18" y="165"/>
                      <a:pt x="15" y="182"/>
                    </a:cubicBezTo>
                    <a:cubicBezTo>
                      <a:pt x="16" y="164"/>
                      <a:pt x="14" y="134"/>
                      <a:pt x="19" y="113"/>
                    </a:cubicBezTo>
                    <a:cubicBezTo>
                      <a:pt x="25" y="90"/>
                      <a:pt x="39" y="64"/>
                      <a:pt x="49" y="44"/>
                    </a:cubicBezTo>
                    <a:cubicBezTo>
                      <a:pt x="40" y="73"/>
                      <a:pt x="22" y="93"/>
                      <a:pt x="2" y="114"/>
                    </a:cubicBezTo>
                    <a:cubicBezTo>
                      <a:pt x="0" y="95"/>
                      <a:pt x="15" y="84"/>
                      <a:pt x="20" y="68"/>
                    </a:cubicBezTo>
                    <a:cubicBezTo>
                      <a:pt x="17" y="71"/>
                      <a:pt x="9" y="74"/>
                      <a:pt x="5" y="76"/>
                    </a:cubicBezTo>
                    <a:cubicBezTo>
                      <a:pt x="10" y="65"/>
                      <a:pt x="18" y="60"/>
                      <a:pt x="22" y="50"/>
                    </a:cubicBezTo>
                    <a:cubicBezTo>
                      <a:pt x="18" y="50"/>
                      <a:pt x="15" y="49"/>
                      <a:pt x="11" y="49"/>
                    </a:cubicBezTo>
                    <a:cubicBezTo>
                      <a:pt x="17" y="44"/>
                      <a:pt x="22" y="40"/>
                      <a:pt x="29" y="37"/>
                    </a:cubicBezTo>
                    <a:cubicBezTo>
                      <a:pt x="27" y="24"/>
                      <a:pt x="42" y="15"/>
                      <a:pt x="41" y="0"/>
                    </a:cubicBezTo>
                    <a:cubicBezTo>
                      <a:pt x="49" y="2"/>
                      <a:pt x="57" y="7"/>
                      <a:pt x="62" y="13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7" name="Freeform 68">
                <a:extLst>
                  <a:ext uri="{FF2B5EF4-FFF2-40B4-BE49-F238E27FC236}">
                    <a16:creationId xmlns:a16="http://schemas.microsoft.com/office/drawing/2014/main" id="{AFDEBCF7-A3D2-4ADC-9DE1-33B6A1758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277"/>
                <a:ext cx="782" cy="577"/>
              </a:xfrm>
              <a:custGeom>
                <a:avLst/>
                <a:gdLst>
                  <a:gd name="T0" fmla="*/ 573 w 591"/>
                  <a:gd name="T1" fmla="*/ 1148 h 409"/>
                  <a:gd name="T2" fmla="*/ 726 w 591"/>
                  <a:gd name="T3" fmla="*/ 1103 h 409"/>
                  <a:gd name="T4" fmla="*/ 1073 w 591"/>
                  <a:gd name="T5" fmla="*/ 965 h 409"/>
                  <a:gd name="T6" fmla="*/ 1369 w 591"/>
                  <a:gd name="T7" fmla="*/ 559 h 409"/>
                  <a:gd name="T8" fmla="*/ 367 w 591"/>
                  <a:gd name="T9" fmla="*/ 363 h 409"/>
                  <a:gd name="T10" fmla="*/ 315 w 591"/>
                  <a:gd name="T11" fmla="*/ 979 h 409"/>
                  <a:gd name="T12" fmla="*/ 573 w 591"/>
                  <a:gd name="T13" fmla="*/ 1148 h 4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1" h="409">
                    <a:moveTo>
                      <a:pt x="247" y="409"/>
                    </a:moveTo>
                    <a:cubicBezTo>
                      <a:pt x="247" y="409"/>
                      <a:pt x="287" y="387"/>
                      <a:pt x="314" y="393"/>
                    </a:cubicBezTo>
                    <a:cubicBezTo>
                      <a:pt x="342" y="398"/>
                      <a:pt x="415" y="396"/>
                      <a:pt x="463" y="344"/>
                    </a:cubicBezTo>
                    <a:cubicBezTo>
                      <a:pt x="512" y="291"/>
                      <a:pt x="591" y="199"/>
                      <a:pt x="591" y="199"/>
                    </a:cubicBezTo>
                    <a:cubicBezTo>
                      <a:pt x="591" y="199"/>
                      <a:pt x="316" y="0"/>
                      <a:pt x="158" y="129"/>
                    </a:cubicBezTo>
                    <a:cubicBezTo>
                      <a:pt x="0" y="257"/>
                      <a:pt x="36" y="294"/>
                      <a:pt x="136" y="349"/>
                    </a:cubicBezTo>
                    <a:cubicBezTo>
                      <a:pt x="237" y="405"/>
                      <a:pt x="247" y="409"/>
                      <a:pt x="247" y="409"/>
                    </a:cubicBezTo>
                    <a:close/>
                  </a:path>
                </a:pathLst>
              </a:custGeom>
              <a:solidFill>
                <a:srgbClr val="F94848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8" name="Freeform 69">
                <a:extLst>
                  <a:ext uri="{FF2B5EF4-FFF2-40B4-BE49-F238E27FC236}">
                    <a16:creationId xmlns:a16="http://schemas.microsoft.com/office/drawing/2014/main" id="{1727B26D-465C-4AAA-B588-BBCD44F43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549"/>
                <a:ext cx="305" cy="268"/>
              </a:xfrm>
              <a:custGeom>
                <a:avLst/>
                <a:gdLst>
                  <a:gd name="T0" fmla="*/ 517 w 230"/>
                  <a:gd name="T1" fmla="*/ 107 h 190"/>
                  <a:gd name="T2" fmla="*/ 221 w 230"/>
                  <a:gd name="T3" fmla="*/ 110 h 190"/>
                  <a:gd name="T4" fmla="*/ 0 w 230"/>
                  <a:gd name="T5" fmla="*/ 278 h 190"/>
                  <a:gd name="T6" fmla="*/ 135 w 230"/>
                  <a:gd name="T7" fmla="*/ 278 h 190"/>
                  <a:gd name="T8" fmla="*/ 113 w 230"/>
                  <a:gd name="T9" fmla="*/ 344 h 190"/>
                  <a:gd name="T10" fmla="*/ 241 w 230"/>
                  <a:gd name="T11" fmla="*/ 363 h 190"/>
                  <a:gd name="T12" fmla="*/ 265 w 230"/>
                  <a:gd name="T13" fmla="*/ 474 h 190"/>
                  <a:gd name="T14" fmla="*/ 399 w 230"/>
                  <a:gd name="T15" fmla="*/ 457 h 190"/>
                  <a:gd name="T16" fmla="*/ 427 w 230"/>
                  <a:gd name="T17" fmla="*/ 364 h 190"/>
                  <a:gd name="T18" fmla="*/ 476 w 230"/>
                  <a:gd name="T19" fmla="*/ 265 h 190"/>
                  <a:gd name="T20" fmla="*/ 508 w 230"/>
                  <a:gd name="T21" fmla="*/ 97 h 1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0" h="190">
                    <a:moveTo>
                      <a:pt x="222" y="38"/>
                    </a:moveTo>
                    <a:cubicBezTo>
                      <a:pt x="197" y="0"/>
                      <a:pt x="126" y="22"/>
                      <a:pt x="95" y="39"/>
                    </a:cubicBezTo>
                    <a:cubicBezTo>
                      <a:pt x="66" y="54"/>
                      <a:pt x="15" y="69"/>
                      <a:pt x="0" y="99"/>
                    </a:cubicBezTo>
                    <a:cubicBezTo>
                      <a:pt x="20" y="109"/>
                      <a:pt x="38" y="94"/>
                      <a:pt x="58" y="99"/>
                    </a:cubicBezTo>
                    <a:cubicBezTo>
                      <a:pt x="56" y="108"/>
                      <a:pt x="49" y="113"/>
                      <a:pt x="48" y="123"/>
                    </a:cubicBezTo>
                    <a:cubicBezTo>
                      <a:pt x="59" y="127"/>
                      <a:pt x="97" y="122"/>
                      <a:pt x="103" y="129"/>
                    </a:cubicBezTo>
                    <a:cubicBezTo>
                      <a:pt x="111" y="139"/>
                      <a:pt x="102" y="156"/>
                      <a:pt x="114" y="169"/>
                    </a:cubicBezTo>
                    <a:cubicBezTo>
                      <a:pt x="132" y="190"/>
                      <a:pt x="162" y="190"/>
                      <a:pt x="171" y="163"/>
                    </a:cubicBezTo>
                    <a:cubicBezTo>
                      <a:pt x="177" y="148"/>
                      <a:pt x="175" y="143"/>
                      <a:pt x="183" y="130"/>
                    </a:cubicBezTo>
                    <a:cubicBezTo>
                      <a:pt x="191" y="118"/>
                      <a:pt x="199" y="108"/>
                      <a:pt x="204" y="94"/>
                    </a:cubicBezTo>
                    <a:cubicBezTo>
                      <a:pt x="210" y="80"/>
                      <a:pt x="230" y="43"/>
                      <a:pt x="218" y="35"/>
                    </a:cubicBezTo>
                  </a:path>
                </a:pathLst>
              </a:custGeom>
              <a:solidFill>
                <a:srgbClr val="F4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9" name="Freeform 70">
                <a:extLst>
                  <a:ext uri="{FF2B5EF4-FFF2-40B4-BE49-F238E27FC236}">
                    <a16:creationId xmlns:a16="http://schemas.microsoft.com/office/drawing/2014/main" id="{6B317490-C62C-40A7-A2E7-44511DB7C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649"/>
                <a:ext cx="65" cy="50"/>
              </a:xfrm>
              <a:custGeom>
                <a:avLst/>
                <a:gdLst>
                  <a:gd name="T0" fmla="*/ 1 w 49"/>
                  <a:gd name="T1" fmla="*/ 76 h 35"/>
                  <a:gd name="T2" fmla="*/ 102 w 49"/>
                  <a:gd name="T3" fmla="*/ 6 h 35"/>
                  <a:gd name="T4" fmla="*/ 0 w 49"/>
                  <a:gd name="T5" fmla="*/ 9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5">
                    <a:moveTo>
                      <a:pt x="1" y="26"/>
                    </a:moveTo>
                    <a:cubicBezTo>
                      <a:pt x="19" y="35"/>
                      <a:pt x="49" y="28"/>
                      <a:pt x="44" y="2"/>
                    </a:cubicBezTo>
                    <a:cubicBezTo>
                      <a:pt x="24" y="0"/>
                      <a:pt x="6" y="16"/>
                      <a:pt x="0" y="31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0" name="Freeform 71">
                <a:extLst>
                  <a:ext uri="{FF2B5EF4-FFF2-40B4-BE49-F238E27FC236}">
                    <a16:creationId xmlns:a16="http://schemas.microsoft.com/office/drawing/2014/main" id="{AA397006-EB44-4CCC-AD95-79FA5959A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672"/>
                <a:ext cx="69" cy="62"/>
              </a:xfrm>
              <a:custGeom>
                <a:avLst/>
                <a:gdLst>
                  <a:gd name="T0" fmla="*/ 15 w 52"/>
                  <a:gd name="T1" fmla="*/ 111 h 44"/>
                  <a:gd name="T2" fmla="*/ 80 w 52"/>
                  <a:gd name="T3" fmla="*/ 20 h 44"/>
                  <a:gd name="T4" fmla="*/ 0 w 52"/>
                  <a:gd name="T5" fmla="*/ 101 h 44"/>
                  <a:gd name="T6" fmla="*/ 16 w 52"/>
                  <a:gd name="T7" fmla="*/ 10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4">
                    <a:moveTo>
                      <a:pt x="6" y="40"/>
                    </a:moveTo>
                    <a:cubicBezTo>
                      <a:pt x="23" y="44"/>
                      <a:pt x="52" y="18"/>
                      <a:pt x="34" y="7"/>
                    </a:cubicBezTo>
                    <a:cubicBezTo>
                      <a:pt x="23" y="0"/>
                      <a:pt x="2" y="29"/>
                      <a:pt x="0" y="36"/>
                    </a:cubicBezTo>
                    <a:cubicBezTo>
                      <a:pt x="2" y="37"/>
                      <a:pt x="4" y="37"/>
                      <a:pt x="7" y="37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1" name="Freeform 72">
                <a:extLst>
                  <a:ext uri="{FF2B5EF4-FFF2-40B4-BE49-F238E27FC236}">
                    <a16:creationId xmlns:a16="http://schemas.microsoft.com/office/drawing/2014/main" id="{20BC21EE-DB41-4651-9880-A434E935D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606"/>
                <a:ext cx="224" cy="207"/>
              </a:xfrm>
              <a:custGeom>
                <a:avLst/>
                <a:gdLst>
                  <a:gd name="T0" fmla="*/ 0 w 169"/>
                  <a:gd name="T1" fmla="*/ 403 h 147"/>
                  <a:gd name="T2" fmla="*/ 64 w 169"/>
                  <a:gd name="T3" fmla="*/ 394 h 147"/>
                  <a:gd name="T4" fmla="*/ 152 w 169"/>
                  <a:gd name="T5" fmla="*/ 349 h 147"/>
                  <a:gd name="T6" fmla="*/ 319 w 169"/>
                  <a:gd name="T7" fmla="*/ 206 h 147"/>
                  <a:gd name="T8" fmla="*/ 243 w 169"/>
                  <a:gd name="T9" fmla="*/ 246 h 147"/>
                  <a:gd name="T10" fmla="*/ 330 w 169"/>
                  <a:gd name="T11" fmla="*/ 152 h 147"/>
                  <a:gd name="T12" fmla="*/ 394 w 169"/>
                  <a:gd name="T13" fmla="*/ 55 h 147"/>
                  <a:gd name="T14" fmla="*/ 265 w 169"/>
                  <a:gd name="T15" fmla="*/ 48 h 147"/>
                  <a:gd name="T16" fmla="*/ 134 w 169"/>
                  <a:gd name="T17" fmla="*/ 6 h 147"/>
                  <a:gd name="T18" fmla="*/ 174 w 169"/>
                  <a:gd name="T19" fmla="*/ 83 h 147"/>
                  <a:gd name="T20" fmla="*/ 98 w 169"/>
                  <a:gd name="T21" fmla="*/ 151 h 147"/>
                  <a:gd name="T22" fmla="*/ 188 w 169"/>
                  <a:gd name="T23" fmla="*/ 159 h 147"/>
                  <a:gd name="T24" fmla="*/ 28 w 169"/>
                  <a:gd name="T25" fmla="*/ 315 h 147"/>
                  <a:gd name="T26" fmla="*/ 101 w 169"/>
                  <a:gd name="T27" fmla="*/ 335 h 147"/>
                  <a:gd name="T28" fmla="*/ 0 w 169"/>
                  <a:gd name="T29" fmla="*/ 394 h 1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9" h="147">
                    <a:moveTo>
                      <a:pt x="0" y="144"/>
                    </a:moveTo>
                    <a:cubicBezTo>
                      <a:pt x="9" y="137"/>
                      <a:pt x="16" y="142"/>
                      <a:pt x="27" y="141"/>
                    </a:cubicBezTo>
                    <a:cubicBezTo>
                      <a:pt x="43" y="140"/>
                      <a:pt x="52" y="133"/>
                      <a:pt x="66" y="125"/>
                    </a:cubicBezTo>
                    <a:cubicBezTo>
                      <a:pt x="90" y="113"/>
                      <a:pt x="124" y="100"/>
                      <a:pt x="137" y="74"/>
                    </a:cubicBezTo>
                    <a:cubicBezTo>
                      <a:pt x="127" y="79"/>
                      <a:pt x="115" y="86"/>
                      <a:pt x="104" y="88"/>
                    </a:cubicBezTo>
                    <a:cubicBezTo>
                      <a:pt x="109" y="75"/>
                      <a:pt x="132" y="64"/>
                      <a:pt x="142" y="55"/>
                    </a:cubicBezTo>
                    <a:cubicBezTo>
                      <a:pt x="155" y="44"/>
                      <a:pt x="163" y="36"/>
                      <a:pt x="169" y="20"/>
                    </a:cubicBezTo>
                    <a:cubicBezTo>
                      <a:pt x="148" y="9"/>
                      <a:pt x="136" y="18"/>
                      <a:pt x="114" y="17"/>
                    </a:cubicBezTo>
                    <a:cubicBezTo>
                      <a:pt x="94" y="16"/>
                      <a:pt x="77" y="0"/>
                      <a:pt x="57" y="2"/>
                    </a:cubicBezTo>
                    <a:cubicBezTo>
                      <a:pt x="61" y="11"/>
                      <a:pt x="76" y="21"/>
                      <a:pt x="75" y="30"/>
                    </a:cubicBezTo>
                    <a:cubicBezTo>
                      <a:pt x="73" y="37"/>
                      <a:pt x="48" y="48"/>
                      <a:pt x="42" y="54"/>
                    </a:cubicBezTo>
                    <a:cubicBezTo>
                      <a:pt x="55" y="51"/>
                      <a:pt x="68" y="57"/>
                      <a:pt x="81" y="57"/>
                    </a:cubicBezTo>
                    <a:cubicBezTo>
                      <a:pt x="60" y="77"/>
                      <a:pt x="38" y="100"/>
                      <a:pt x="12" y="113"/>
                    </a:cubicBezTo>
                    <a:cubicBezTo>
                      <a:pt x="22" y="113"/>
                      <a:pt x="33" y="116"/>
                      <a:pt x="43" y="120"/>
                    </a:cubicBezTo>
                    <a:cubicBezTo>
                      <a:pt x="31" y="125"/>
                      <a:pt x="8" y="147"/>
                      <a:pt x="0" y="141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2" name="Freeform 73">
                <a:extLst>
                  <a:ext uri="{FF2B5EF4-FFF2-40B4-BE49-F238E27FC236}">
                    <a16:creationId xmlns:a16="http://schemas.microsoft.com/office/drawing/2014/main" id="{523E1D46-FB03-405B-A542-278A84944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038"/>
                <a:ext cx="840" cy="505"/>
              </a:xfrm>
              <a:custGeom>
                <a:avLst/>
                <a:gdLst>
                  <a:gd name="T0" fmla="*/ 370 w 635"/>
                  <a:gd name="T1" fmla="*/ 1003 h 358"/>
                  <a:gd name="T2" fmla="*/ 200 w 635"/>
                  <a:gd name="T3" fmla="*/ 423 h 358"/>
                  <a:gd name="T4" fmla="*/ 1164 w 635"/>
                  <a:gd name="T5" fmla="*/ 306 h 358"/>
                  <a:gd name="T6" fmla="*/ 1463 w 635"/>
                  <a:gd name="T7" fmla="*/ 1004 h 358"/>
                  <a:gd name="T8" fmla="*/ 370 w 635"/>
                  <a:gd name="T9" fmla="*/ 1003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5" h="358">
                    <a:moveTo>
                      <a:pt x="160" y="357"/>
                    </a:moveTo>
                    <a:cubicBezTo>
                      <a:pt x="160" y="357"/>
                      <a:pt x="0" y="301"/>
                      <a:pt x="86" y="151"/>
                    </a:cubicBezTo>
                    <a:cubicBezTo>
                      <a:pt x="173" y="0"/>
                      <a:pt x="371" y="3"/>
                      <a:pt x="503" y="109"/>
                    </a:cubicBezTo>
                    <a:cubicBezTo>
                      <a:pt x="635" y="215"/>
                      <a:pt x="632" y="358"/>
                      <a:pt x="632" y="358"/>
                    </a:cubicBezTo>
                    <a:lnTo>
                      <a:pt x="160" y="357"/>
                    </a:lnTo>
                    <a:close/>
                  </a:path>
                </a:pathLst>
              </a:custGeom>
              <a:solidFill>
                <a:srgbClr val="EF0707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3" name="Freeform 74">
                <a:extLst>
                  <a:ext uri="{FF2B5EF4-FFF2-40B4-BE49-F238E27FC236}">
                    <a16:creationId xmlns:a16="http://schemas.microsoft.com/office/drawing/2014/main" id="{166CC50C-C143-4E63-A282-9EA0B2448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1048"/>
                <a:ext cx="1034" cy="582"/>
              </a:xfrm>
              <a:custGeom>
                <a:avLst/>
                <a:gdLst>
                  <a:gd name="T0" fmla="*/ 976 w 781"/>
                  <a:gd name="T1" fmla="*/ 1098 h 412"/>
                  <a:gd name="T2" fmla="*/ 816 w 781"/>
                  <a:gd name="T3" fmla="*/ 1102 h 412"/>
                  <a:gd name="T4" fmla="*/ 789 w 781"/>
                  <a:gd name="T5" fmla="*/ 976 h 412"/>
                  <a:gd name="T6" fmla="*/ 592 w 781"/>
                  <a:gd name="T7" fmla="*/ 1058 h 412"/>
                  <a:gd name="T8" fmla="*/ 543 w 781"/>
                  <a:gd name="T9" fmla="*/ 348 h 412"/>
                  <a:gd name="T10" fmla="*/ 1320 w 781"/>
                  <a:gd name="T11" fmla="*/ 439 h 412"/>
                  <a:gd name="T12" fmla="*/ 1292 w 781"/>
                  <a:gd name="T13" fmla="*/ 1093 h 412"/>
                  <a:gd name="T14" fmla="*/ 976 w 781"/>
                  <a:gd name="T15" fmla="*/ 1098 h 4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1" h="412">
                    <a:moveTo>
                      <a:pt x="421" y="389"/>
                    </a:moveTo>
                    <a:cubicBezTo>
                      <a:pt x="351" y="391"/>
                      <a:pt x="351" y="391"/>
                      <a:pt x="351" y="391"/>
                    </a:cubicBezTo>
                    <a:cubicBezTo>
                      <a:pt x="340" y="346"/>
                      <a:pt x="340" y="346"/>
                      <a:pt x="340" y="346"/>
                    </a:cubicBezTo>
                    <a:cubicBezTo>
                      <a:pt x="340" y="346"/>
                      <a:pt x="326" y="407"/>
                      <a:pt x="255" y="375"/>
                    </a:cubicBezTo>
                    <a:cubicBezTo>
                      <a:pt x="184" y="342"/>
                      <a:pt x="0" y="246"/>
                      <a:pt x="234" y="123"/>
                    </a:cubicBezTo>
                    <a:cubicBezTo>
                      <a:pt x="468" y="0"/>
                      <a:pt x="480" y="84"/>
                      <a:pt x="569" y="156"/>
                    </a:cubicBezTo>
                    <a:cubicBezTo>
                      <a:pt x="658" y="228"/>
                      <a:pt x="781" y="412"/>
                      <a:pt x="557" y="388"/>
                    </a:cubicBezTo>
                    <a:cubicBezTo>
                      <a:pt x="474" y="379"/>
                      <a:pt x="421" y="389"/>
                      <a:pt x="421" y="389"/>
                    </a:cubicBezTo>
                    <a:close/>
                  </a:path>
                </a:pathLst>
              </a:custGeom>
              <a:solidFill>
                <a:srgbClr val="F94848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4" name="Freeform 75">
                <a:extLst>
                  <a:ext uri="{FF2B5EF4-FFF2-40B4-BE49-F238E27FC236}">
                    <a16:creationId xmlns:a16="http://schemas.microsoft.com/office/drawing/2014/main" id="{3BFF1790-4193-4E98-BFCD-FF7C61A0B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525"/>
                <a:ext cx="571" cy="322"/>
              </a:xfrm>
              <a:custGeom>
                <a:avLst/>
                <a:gdLst>
                  <a:gd name="T0" fmla="*/ 1002 w 431"/>
                  <a:gd name="T1" fmla="*/ 401 h 228"/>
                  <a:gd name="T2" fmla="*/ 672 w 431"/>
                  <a:gd name="T3" fmla="*/ 82 h 228"/>
                  <a:gd name="T4" fmla="*/ 151 w 431"/>
                  <a:gd name="T5" fmla="*/ 0 h 228"/>
                  <a:gd name="T6" fmla="*/ 37 w 431"/>
                  <a:gd name="T7" fmla="*/ 323 h 228"/>
                  <a:gd name="T8" fmla="*/ 391 w 431"/>
                  <a:gd name="T9" fmla="*/ 637 h 228"/>
                  <a:gd name="T10" fmla="*/ 594 w 431"/>
                  <a:gd name="T11" fmla="*/ 504 h 228"/>
                  <a:gd name="T12" fmla="*/ 1002 w 431"/>
                  <a:gd name="T13" fmla="*/ 401 h 2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1" h="228">
                    <a:moveTo>
                      <a:pt x="431" y="142"/>
                    </a:moveTo>
                    <a:cubicBezTo>
                      <a:pt x="289" y="29"/>
                      <a:pt x="289" y="29"/>
                      <a:pt x="289" y="29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0" y="89"/>
                      <a:pt x="16" y="115"/>
                    </a:cubicBezTo>
                    <a:cubicBezTo>
                      <a:pt x="32" y="140"/>
                      <a:pt x="102" y="228"/>
                      <a:pt x="168" y="226"/>
                    </a:cubicBezTo>
                    <a:cubicBezTo>
                      <a:pt x="235" y="223"/>
                      <a:pt x="228" y="212"/>
                      <a:pt x="255" y="179"/>
                    </a:cubicBezTo>
                    <a:cubicBezTo>
                      <a:pt x="281" y="146"/>
                      <a:pt x="376" y="132"/>
                      <a:pt x="431" y="142"/>
                    </a:cubicBezTo>
                    <a:close/>
                  </a:path>
                </a:pathLst>
              </a:custGeom>
              <a:solidFill>
                <a:srgbClr val="F93535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5" name="Freeform 76">
                <a:extLst>
                  <a:ext uri="{FF2B5EF4-FFF2-40B4-BE49-F238E27FC236}">
                    <a16:creationId xmlns:a16="http://schemas.microsoft.com/office/drawing/2014/main" id="{8889D4C4-2669-4FEC-AF64-2902C5BA7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244"/>
                <a:ext cx="193" cy="307"/>
              </a:xfrm>
              <a:custGeom>
                <a:avLst/>
                <a:gdLst>
                  <a:gd name="T0" fmla="*/ 308 w 146"/>
                  <a:gd name="T1" fmla="*/ 33 h 217"/>
                  <a:gd name="T2" fmla="*/ 308 w 146"/>
                  <a:gd name="T3" fmla="*/ 156 h 217"/>
                  <a:gd name="T4" fmla="*/ 250 w 146"/>
                  <a:gd name="T5" fmla="*/ 144 h 217"/>
                  <a:gd name="T6" fmla="*/ 210 w 146"/>
                  <a:gd name="T7" fmla="*/ 184 h 217"/>
                  <a:gd name="T8" fmla="*/ 167 w 146"/>
                  <a:gd name="T9" fmla="*/ 361 h 217"/>
                  <a:gd name="T10" fmla="*/ 243 w 146"/>
                  <a:gd name="T11" fmla="*/ 525 h 217"/>
                  <a:gd name="T12" fmla="*/ 59 w 146"/>
                  <a:gd name="T13" fmla="*/ 430 h 217"/>
                  <a:gd name="T14" fmla="*/ 22 w 146"/>
                  <a:gd name="T15" fmla="*/ 280 h 217"/>
                  <a:gd name="T16" fmla="*/ 78 w 146"/>
                  <a:gd name="T17" fmla="*/ 96 h 217"/>
                  <a:gd name="T18" fmla="*/ 299 w 146"/>
                  <a:gd name="T19" fmla="*/ 16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217">
                    <a:moveTo>
                      <a:pt x="133" y="11"/>
                    </a:moveTo>
                    <a:cubicBezTo>
                      <a:pt x="135" y="22"/>
                      <a:pt x="146" y="46"/>
                      <a:pt x="133" y="55"/>
                    </a:cubicBezTo>
                    <a:cubicBezTo>
                      <a:pt x="127" y="59"/>
                      <a:pt x="114" y="50"/>
                      <a:pt x="108" y="51"/>
                    </a:cubicBezTo>
                    <a:cubicBezTo>
                      <a:pt x="97" y="54"/>
                      <a:pt x="99" y="58"/>
                      <a:pt x="91" y="65"/>
                    </a:cubicBezTo>
                    <a:cubicBezTo>
                      <a:pt x="66" y="86"/>
                      <a:pt x="48" y="97"/>
                      <a:pt x="72" y="127"/>
                    </a:cubicBezTo>
                    <a:cubicBezTo>
                      <a:pt x="82" y="140"/>
                      <a:pt x="111" y="166"/>
                      <a:pt x="105" y="185"/>
                    </a:cubicBezTo>
                    <a:cubicBezTo>
                      <a:pt x="96" y="217"/>
                      <a:pt x="43" y="165"/>
                      <a:pt x="26" y="152"/>
                    </a:cubicBezTo>
                    <a:cubicBezTo>
                      <a:pt x="3" y="133"/>
                      <a:pt x="0" y="127"/>
                      <a:pt x="10" y="99"/>
                    </a:cubicBezTo>
                    <a:cubicBezTo>
                      <a:pt x="17" y="79"/>
                      <a:pt x="21" y="52"/>
                      <a:pt x="34" y="34"/>
                    </a:cubicBezTo>
                    <a:cubicBezTo>
                      <a:pt x="47" y="17"/>
                      <a:pt x="111" y="0"/>
                      <a:pt x="129" y="6"/>
                    </a:cubicBezTo>
                  </a:path>
                </a:pathLst>
              </a:custGeom>
              <a:solidFill>
                <a:srgbClr val="F4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6" name="Freeform 77">
                <a:extLst>
                  <a:ext uri="{FF2B5EF4-FFF2-40B4-BE49-F238E27FC236}">
                    <a16:creationId xmlns:a16="http://schemas.microsoft.com/office/drawing/2014/main" id="{7EFFE4C0-2933-440A-9E42-098641BDD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387"/>
                <a:ext cx="287" cy="175"/>
              </a:xfrm>
              <a:custGeom>
                <a:avLst/>
                <a:gdLst>
                  <a:gd name="T0" fmla="*/ 221 w 217"/>
                  <a:gd name="T1" fmla="*/ 326 h 124"/>
                  <a:gd name="T2" fmla="*/ 5 w 217"/>
                  <a:gd name="T3" fmla="*/ 227 h 124"/>
                  <a:gd name="T4" fmla="*/ 70 w 217"/>
                  <a:gd name="T5" fmla="*/ 145 h 124"/>
                  <a:gd name="T6" fmla="*/ 183 w 217"/>
                  <a:gd name="T7" fmla="*/ 178 h 124"/>
                  <a:gd name="T8" fmla="*/ 157 w 217"/>
                  <a:gd name="T9" fmla="*/ 102 h 124"/>
                  <a:gd name="T10" fmla="*/ 249 w 217"/>
                  <a:gd name="T11" fmla="*/ 68 h 124"/>
                  <a:gd name="T12" fmla="*/ 280 w 217"/>
                  <a:gd name="T13" fmla="*/ 6 h 124"/>
                  <a:gd name="T14" fmla="*/ 345 w 217"/>
                  <a:gd name="T15" fmla="*/ 88 h 124"/>
                  <a:gd name="T16" fmla="*/ 430 w 217"/>
                  <a:gd name="T17" fmla="*/ 185 h 124"/>
                  <a:gd name="T18" fmla="*/ 332 w 217"/>
                  <a:gd name="T19" fmla="*/ 303 h 124"/>
                  <a:gd name="T20" fmla="*/ 196 w 217"/>
                  <a:gd name="T21" fmla="*/ 323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7" h="124">
                    <a:moveTo>
                      <a:pt x="95" y="116"/>
                    </a:moveTo>
                    <a:cubicBezTo>
                      <a:pt x="77" y="109"/>
                      <a:pt x="5" y="105"/>
                      <a:pt x="2" y="81"/>
                    </a:cubicBezTo>
                    <a:cubicBezTo>
                      <a:pt x="0" y="67"/>
                      <a:pt x="23" y="65"/>
                      <a:pt x="30" y="52"/>
                    </a:cubicBezTo>
                    <a:cubicBezTo>
                      <a:pt x="47" y="49"/>
                      <a:pt x="62" y="62"/>
                      <a:pt x="79" y="63"/>
                    </a:cubicBezTo>
                    <a:cubicBezTo>
                      <a:pt x="82" y="53"/>
                      <a:pt x="74" y="43"/>
                      <a:pt x="68" y="36"/>
                    </a:cubicBezTo>
                    <a:cubicBezTo>
                      <a:pt x="80" y="35"/>
                      <a:pt x="99" y="33"/>
                      <a:pt x="107" y="24"/>
                    </a:cubicBezTo>
                    <a:cubicBezTo>
                      <a:pt x="114" y="16"/>
                      <a:pt x="110" y="3"/>
                      <a:pt x="121" y="2"/>
                    </a:cubicBezTo>
                    <a:cubicBezTo>
                      <a:pt x="135" y="0"/>
                      <a:pt x="142" y="22"/>
                      <a:pt x="149" y="31"/>
                    </a:cubicBezTo>
                    <a:cubicBezTo>
                      <a:pt x="160" y="45"/>
                      <a:pt x="175" y="54"/>
                      <a:pt x="186" y="66"/>
                    </a:cubicBezTo>
                    <a:cubicBezTo>
                      <a:pt x="217" y="100"/>
                      <a:pt x="171" y="104"/>
                      <a:pt x="144" y="108"/>
                    </a:cubicBezTo>
                    <a:cubicBezTo>
                      <a:pt x="128" y="110"/>
                      <a:pt x="97" y="124"/>
                      <a:pt x="85" y="115"/>
                    </a:cubicBezTo>
                  </a:path>
                </a:pathLst>
              </a:custGeom>
              <a:solidFill>
                <a:srgbClr val="F4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7" name="Freeform 78">
                <a:extLst>
                  <a:ext uri="{FF2B5EF4-FFF2-40B4-BE49-F238E27FC236}">
                    <a16:creationId xmlns:a16="http://schemas.microsoft.com/office/drawing/2014/main" id="{E57EEB68-E5E9-4EC6-AD69-8177752DC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1265"/>
                <a:ext cx="48" cy="88"/>
              </a:xfrm>
              <a:custGeom>
                <a:avLst/>
                <a:gdLst>
                  <a:gd name="T0" fmla="*/ 79 w 36"/>
                  <a:gd name="T1" fmla="*/ 155 h 62"/>
                  <a:gd name="T2" fmla="*/ 7 w 36"/>
                  <a:gd name="T3" fmla="*/ 101 h 62"/>
                  <a:gd name="T4" fmla="*/ 71 w 36"/>
                  <a:gd name="T5" fmla="*/ 172 h 62"/>
                  <a:gd name="T6" fmla="*/ 84 w 36"/>
                  <a:gd name="T7" fmla="*/ 159 h 62"/>
                  <a:gd name="T8" fmla="*/ 85 w 36"/>
                  <a:gd name="T9" fmla="*/ 14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2">
                    <a:moveTo>
                      <a:pt x="33" y="54"/>
                    </a:moveTo>
                    <a:cubicBezTo>
                      <a:pt x="26" y="46"/>
                      <a:pt x="9" y="0"/>
                      <a:pt x="3" y="35"/>
                    </a:cubicBezTo>
                    <a:cubicBezTo>
                      <a:pt x="0" y="52"/>
                      <a:pt x="15" y="62"/>
                      <a:pt x="30" y="60"/>
                    </a:cubicBezTo>
                    <a:cubicBezTo>
                      <a:pt x="31" y="59"/>
                      <a:pt x="34" y="57"/>
                      <a:pt x="35" y="56"/>
                    </a:cubicBezTo>
                    <a:cubicBezTo>
                      <a:pt x="36" y="54"/>
                      <a:pt x="36" y="52"/>
                      <a:pt x="36" y="49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8" name="Freeform 79">
                <a:extLst>
                  <a:ext uri="{FF2B5EF4-FFF2-40B4-BE49-F238E27FC236}">
                    <a16:creationId xmlns:a16="http://schemas.microsoft.com/office/drawing/2014/main" id="{F25A9DB7-EBDA-4EF8-A124-0EC540525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366"/>
                <a:ext cx="40" cy="39"/>
              </a:xfrm>
              <a:custGeom>
                <a:avLst/>
                <a:gdLst>
                  <a:gd name="T0" fmla="*/ 52 w 30"/>
                  <a:gd name="T1" fmla="*/ 33 h 28"/>
                  <a:gd name="T2" fmla="*/ 7 w 30"/>
                  <a:gd name="T3" fmla="*/ 43 h 28"/>
                  <a:gd name="T4" fmla="*/ 64 w 30"/>
                  <a:gd name="T5" fmla="*/ 4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22" y="12"/>
                    </a:moveTo>
                    <a:cubicBezTo>
                      <a:pt x="30" y="9"/>
                      <a:pt x="0" y="0"/>
                      <a:pt x="3" y="16"/>
                    </a:cubicBezTo>
                    <a:cubicBezTo>
                      <a:pt x="6" y="28"/>
                      <a:pt x="21" y="23"/>
                      <a:pt x="27" y="17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9" name="Freeform 80">
                <a:extLst>
                  <a:ext uri="{FF2B5EF4-FFF2-40B4-BE49-F238E27FC236}">
                    <a16:creationId xmlns:a16="http://schemas.microsoft.com/office/drawing/2014/main" id="{F9DCA182-2866-4055-8922-40B5CCDE6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480"/>
                <a:ext cx="47" cy="55"/>
              </a:xfrm>
              <a:custGeom>
                <a:avLst/>
                <a:gdLst>
                  <a:gd name="T0" fmla="*/ 78 w 35"/>
                  <a:gd name="T1" fmla="*/ 76 h 39"/>
                  <a:gd name="T2" fmla="*/ 20 w 35"/>
                  <a:gd name="T3" fmla="*/ 0 h 39"/>
                  <a:gd name="T4" fmla="*/ 78 w 35"/>
                  <a:gd name="T5" fmla="*/ 6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9">
                    <a:moveTo>
                      <a:pt x="32" y="27"/>
                    </a:moveTo>
                    <a:cubicBezTo>
                      <a:pt x="35" y="12"/>
                      <a:pt x="22" y="2"/>
                      <a:pt x="8" y="0"/>
                    </a:cubicBezTo>
                    <a:cubicBezTo>
                      <a:pt x="0" y="17"/>
                      <a:pt x="21" y="39"/>
                      <a:pt x="32" y="22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0" name="Freeform 81">
                <a:extLst>
                  <a:ext uri="{FF2B5EF4-FFF2-40B4-BE49-F238E27FC236}">
                    <a16:creationId xmlns:a16="http://schemas.microsoft.com/office/drawing/2014/main" id="{B5320B8C-FB33-4D09-9CB6-D354D4FB3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397"/>
                <a:ext cx="49" cy="52"/>
              </a:xfrm>
              <a:custGeom>
                <a:avLst/>
                <a:gdLst>
                  <a:gd name="T0" fmla="*/ 85 w 37"/>
                  <a:gd name="T1" fmla="*/ 82 h 37"/>
                  <a:gd name="T2" fmla="*/ 9 w 37"/>
                  <a:gd name="T3" fmla="*/ 74 h 37"/>
                  <a:gd name="T4" fmla="*/ 85 w 37"/>
                  <a:gd name="T5" fmla="*/ 8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7">
                    <a:moveTo>
                      <a:pt x="36" y="29"/>
                    </a:moveTo>
                    <a:cubicBezTo>
                      <a:pt x="37" y="8"/>
                      <a:pt x="0" y="0"/>
                      <a:pt x="4" y="27"/>
                    </a:cubicBezTo>
                    <a:cubicBezTo>
                      <a:pt x="14" y="32"/>
                      <a:pt x="27" y="37"/>
                      <a:pt x="36" y="29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1" name="Freeform 82">
                <a:extLst>
                  <a:ext uri="{FF2B5EF4-FFF2-40B4-BE49-F238E27FC236}">
                    <a16:creationId xmlns:a16="http://schemas.microsoft.com/office/drawing/2014/main" id="{36F4530B-3A7B-4AD4-8D87-AB4F517C5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663"/>
                <a:ext cx="318" cy="127"/>
              </a:xfrm>
              <a:custGeom>
                <a:avLst/>
                <a:gdLst>
                  <a:gd name="T0" fmla="*/ 338 w 241"/>
                  <a:gd name="T1" fmla="*/ 253 h 90"/>
                  <a:gd name="T2" fmla="*/ 174 w 241"/>
                  <a:gd name="T3" fmla="*/ 198 h 90"/>
                  <a:gd name="T4" fmla="*/ 55 w 241"/>
                  <a:gd name="T5" fmla="*/ 135 h 90"/>
                  <a:gd name="T6" fmla="*/ 137 w 241"/>
                  <a:gd name="T7" fmla="*/ 1 h 90"/>
                  <a:gd name="T8" fmla="*/ 366 w 241"/>
                  <a:gd name="T9" fmla="*/ 28 h 90"/>
                  <a:gd name="T10" fmla="*/ 554 w 241"/>
                  <a:gd name="T11" fmla="*/ 35 h 90"/>
                  <a:gd name="T12" fmla="*/ 402 w 241"/>
                  <a:gd name="T13" fmla="*/ 123 h 90"/>
                  <a:gd name="T14" fmla="*/ 326 w 241"/>
                  <a:gd name="T15" fmla="*/ 238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1" h="90">
                    <a:moveTo>
                      <a:pt x="147" y="90"/>
                    </a:moveTo>
                    <a:cubicBezTo>
                      <a:pt x="125" y="81"/>
                      <a:pt x="99" y="79"/>
                      <a:pt x="76" y="70"/>
                    </a:cubicBezTo>
                    <a:cubicBezTo>
                      <a:pt x="62" y="64"/>
                      <a:pt x="34" y="61"/>
                      <a:pt x="24" y="48"/>
                    </a:cubicBezTo>
                    <a:cubicBezTo>
                      <a:pt x="0" y="16"/>
                      <a:pt x="29" y="2"/>
                      <a:pt x="60" y="1"/>
                    </a:cubicBezTo>
                    <a:cubicBezTo>
                      <a:pt x="95" y="0"/>
                      <a:pt x="126" y="3"/>
                      <a:pt x="159" y="10"/>
                    </a:cubicBezTo>
                    <a:cubicBezTo>
                      <a:pt x="181" y="15"/>
                      <a:pt x="226" y="3"/>
                      <a:pt x="241" y="13"/>
                    </a:cubicBezTo>
                    <a:cubicBezTo>
                      <a:pt x="215" y="16"/>
                      <a:pt x="190" y="23"/>
                      <a:pt x="175" y="44"/>
                    </a:cubicBezTo>
                    <a:cubicBezTo>
                      <a:pt x="163" y="59"/>
                      <a:pt x="155" y="73"/>
                      <a:pt x="142" y="85"/>
                    </a:cubicBezTo>
                  </a:path>
                </a:pathLst>
              </a:custGeom>
              <a:solidFill>
                <a:srgbClr val="FC4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2" name="Freeform 83">
                <a:extLst>
                  <a:ext uri="{FF2B5EF4-FFF2-40B4-BE49-F238E27FC236}">
                    <a16:creationId xmlns:a16="http://schemas.microsoft.com/office/drawing/2014/main" id="{1880593A-1EC4-4743-A120-46C31D6C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78"/>
                <a:ext cx="94" cy="66"/>
              </a:xfrm>
              <a:custGeom>
                <a:avLst/>
                <a:gdLst>
                  <a:gd name="T0" fmla="*/ 33 w 71"/>
                  <a:gd name="T1" fmla="*/ 88 h 47"/>
                  <a:gd name="T2" fmla="*/ 164 w 71"/>
                  <a:gd name="T3" fmla="*/ 44 h 47"/>
                  <a:gd name="T4" fmla="*/ 53 w 71"/>
                  <a:gd name="T5" fmla="*/ 11 h 47"/>
                  <a:gd name="T6" fmla="*/ 53 w 71"/>
                  <a:gd name="T7" fmla="*/ 97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47">
                    <a:moveTo>
                      <a:pt x="14" y="32"/>
                    </a:moveTo>
                    <a:cubicBezTo>
                      <a:pt x="37" y="47"/>
                      <a:pt x="54" y="29"/>
                      <a:pt x="71" y="16"/>
                    </a:cubicBezTo>
                    <a:cubicBezTo>
                      <a:pt x="65" y="8"/>
                      <a:pt x="34" y="0"/>
                      <a:pt x="23" y="4"/>
                    </a:cubicBezTo>
                    <a:cubicBezTo>
                      <a:pt x="7" y="10"/>
                      <a:pt x="0" y="36"/>
                      <a:pt x="23" y="35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3" name="Freeform 84">
                <a:extLst>
                  <a:ext uri="{FF2B5EF4-FFF2-40B4-BE49-F238E27FC236}">
                    <a16:creationId xmlns:a16="http://schemas.microsoft.com/office/drawing/2014/main" id="{7F89DD43-AC7D-4EB0-808C-E562FA27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720"/>
                <a:ext cx="53" cy="58"/>
              </a:xfrm>
              <a:custGeom>
                <a:avLst/>
                <a:gdLst>
                  <a:gd name="T0" fmla="*/ 65 w 40"/>
                  <a:gd name="T1" fmla="*/ 8 h 41"/>
                  <a:gd name="T2" fmla="*/ 53 w 40"/>
                  <a:gd name="T3" fmla="*/ 100 h 41"/>
                  <a:gd name="T4" fmla="*/ 56 w 4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1">
                    <a:moveTo>
                      <a:pt x="28" y="3"/>
                    </a:moveTo>
                    <a:cubicBezTo>
                      <a:pt x="23" y="7"/>
                      <a:pt x="0" y="41"/>
                      <a:pt x="23" y="35"/>
                    </a:cubicBezTo>
                    <a:cubicBezTo>
                      <a:pt x="40" y="31"/>
                      <a:pt x="40" y="5"/>
                      <a:pt x="24" y="0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4" name="Freeform 85">
                <a:extLst>
                  <a:ext uri="{FF2B5EF4-FFF2-40B4-BE49-F238E27FC236}">
                    <a16:creationId xmlns:a16="http://schemas.microsoft.com/office/drawing/2014/main" id="{0E707932-3A11-4162-9D34-6DA26DD38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651"/>
                <a:ext cx="46" cy="38"/>
              </a:xfrm>
              <a:custGeom>
                <a:avLst/>
                <a:gdLst>
                  <a:gd name="T0" fmla="*/ 79 w 35"/>
                  <a:gd name="T1" fmla="*/ 75 h 27"/>
                  <a:gd name="T2" fmla="*/ 22 w 35"/>
                  <a:gd name="T3" fmla="*/ 0 h 27"/>
                  <a:gd name="T4" fmla="*/ 71 w 35"/>
                  <a:gd name="T5" fmla="*/ 5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35" y="27"/>
                    </a:moveTo>
                    <a:cubicBezTo>
                      <a:pt x="29" y="16"/>
                      <a:pt x="22" y="4"/>
                      <a:pt x="10" y="0"/>
                    </a:cubicBezTo>
                    <a:cubicBezTo>
                      <a:pt x="0" y="14"/>
                      <a:pt x="18" y="20"/>
                      <a:pt x="31" y="19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5" name="Freeform 86">
                <a:extLst>
                  <a:ext uri="{FF2B5EF4-FFF2-40B4-BE49-F238E27FC236}">
                    <a16:creationId xmlns:a16="http://schemas.microsoft.com/office/drawing/2014/main" id="{ACF851CC-9408-4BCC-AF76-38B35D046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265"/>
                <a:ext cx="627" cy="469"/>
              </a:xfrm>
              <a:custGeom>
                <a:avLst/>
                <a:gdLst>
                  <a:gd name="T0" fmla="*/ 1007 w 474"/>
                  <a:gd name="T1" fmla="*/ 908 h 332"/>
                  <a:gd name="T2" fmla="*/ 70 w 474"/>
                  <a:gd name="T3" fmla="*/ 842 h 332"/>
                  <a:gd name="T4" fmla="*/ 83 w 474"/>
                  <a:gd name="T5" fmla="*/ 422 h 332"/>
                  <a:gd name="T6" fmla="*/ 1045 w 474"/>
                  <a:gd name="T7" fmla="*/ 664 h 332"/>
                  <a:gd name="T8" fmla="*/ 1007 w 474"/>
                  <a:gd name="T9" fmla="*/ 908 h 3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4" h="332">
                    <a:moveTo>
                      <a:pt x="435" y="322"/>
                    </a:moveTo>
                    <a:cubicBezTo>
                      <a:pt x="435" y="322"/>
                      <a:pt x="11" y="165"/>
                      <a:pt x="30" y="299"/>
                    </a:cubicBezTo>
                    <a:cubicBezTo>
                      <a:pt x="30" y="299"/>
                      <a:pt x="0" y="231"/>
                      <a:pt x="36" y="150"/>
                    </a:cubicBezTo>
                    <a:cubicBezTo>
                      <a:pt x="36" y="150"/>
                      <a:pt x="163" y="0"/>
                      <a:pt x="451" y="236"/>
                    </a:cubicBezTo>
                    <a:cubicBezTo>
                      <a:pt x="474" y="255"/>
                      <a:pt x="469" y="332"/>
                      <a:pt x="435" y="322"/>
                    </a:cubicBezTo>
                    <a:close/>
                  </a:path>
                </a:pathLst>
              </a:custGeom>
              <a:solidFill>
                <a:srgbClr val="EF0707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6" name="Freeform 87">
                <a:extLst>
                  <a:ext uri="{FF2B5EF4-FFF2-40B4-BE49-F238E27FC236}">
                    <a16:creationId xmlns:a16="http://schemas.microsoft.com/office/drawing/2014/main" id="{5AC20E0E-27A6-48C7-92B5-004A88167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079"/>
                <a:ext cx="370" cy="467"/>
              </a:xfrm>
              <a:custGeom>
                <a:avLst/>
                <a:gdLst>
                  <a:gd name="T0" fmla="*/ 235 w 280"/>
                  <a:gd name="T1" fmla="*/ 772 h 331"/>
                  <a:gd name="T2" fmla="*/ 533 w 280"/>
                  <a:gd name="T3" fmla="*/ 808 h 331"/>
                  <a:gd name="T4" fmla="*/ 452 w 280"/>
                  <a:gd name="T5" fmla="*/ 111 h 331"/>
                  <a:gd name="T6" fmla="*/ 250 w 280"/>
                  <a:gd name="T7" fmla="*/ 32 h 331"/>
                  <a:gd name="T8" fmla="*/ 99 w 280"/>
                  <a:gd name="T9" fmla="*/ 227 h 331"/>
                  <a:gd name="T10" fmla="*/ 235 w 280"/>
                  <a:gd name="T11" fmla="*/ 772 h 3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331">
                    <a:moveTo>
                      <a:pt x="102" y="275"/>
                    </a:moveTo>
                    <a:cubicBezTo>
                      <a:pt x="102" y="275"/>
                      <a:pt x="182" y="331"/>
                      <a:pt x="231" y="288"/>
                    </a:cubicBezTo>
                    <a:cubicBezTo>
                      <a:pt x="280" y="245"/>
                      <a:pt x="196" y="40"/>
                      <a:pt x="196" y="40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11"/>
                      <a:pt x="0" y="0"/>
                      <a:pt x="43" y="81"/>
                    </a:cubicBezTo>
                    <a:cubicBezTo>
                      <a:pt x="86" y="163"/>
                      <a:pt x="102" y="275"/>
                      <a:pt x="102" y="275"/>
                    </a:cubicBezTo>
                    <a:close/>
                  </a:path>
                </a:pathLst>
              </a:custGeom>
              <a:solidFill>
                <a:srgbClr val="F93535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7" name="Freeform 88">
                <a:extLst>
                  <a:ext uri="{FF2B5EF4-FFF2-40B4-BE49-F238E27FC236}">
                    <a16:creationId xmlns:a16="http://schemas.microsoft.com/office/drawing/2014/main" id="{93522EA4-D7D4-41E6-8D6C-863417301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165"/>
                <a:ext cx="147" cy="283"/>
              </a:xfrm>
              <a:custGeom>
                <a:avLst/>
                <a:gdLst>
                  <a:gd name="T0" fmla="*/ 44 w 111"/>
                  <a:gd name="T1" fmla="*/ 0 h 200"/>
                  <a:gd name="T2" fmla="*/ 216 w 111"/>
                  <a:gd name="T3" fmla="*/ 289 h 200"/>
                  <a:gd name="T4" fmla="*/ 172 w 111"/>
                  <a:gd name="T5" fmla="*/ 280 h 200"/>
                  <a:gd name="T6" fmla="*/ 177 w 111"/>
                  <a:gd name="T7" fmla="*/ 559 h 200"/>
                  <a:gd name="T8" fmla="*/ 56 w 111"/>
                  <a:gd name="T9" fmla="*/ 382 h 200"/>
                  <a:gd name="T10" fmla="*/ 50 w 111"/>
                  <a:gd name="T11" fmla="*/ 178 h 200"/>
                  <a:gd name="T12" fmla="*/ 12 w 111"/>
                  <a:gd name="T13" fmla="*/ 11 h 200"/>
                  <a:gd name="T14" fmla="*/ 56 w 111"/>
                  <a:gd name="T15" fmla="*/ 8 h 2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" h="200">
                    <a:moveTo>
                      <a:pt x="19" y="0"/>
                    </a:moveTo>
                    <a:cubicBezTo>
                      <a:pt x="44" y="28"/>
                      <a:pt x="96" y="61"/>
                      <a:pt x="93" y="102"/>
                    </a:cubicBezTo>
                    <a:cubicBezTo>
                      <a:pt x="88" y="100"/>
                      <a:pt x="79" y="101"/>
                      <a:pt x="74" y="99"/>
                    </a:cubicBezTo>
                    <a:cubicBezTo>
                      <a:pt x="71" y="110"/>
                      <a:pt x="111" y="190"/>
                      <a:pt x="76" y="197"/>
                    </a:cubicBezTo>
                    <a:cubicBezTo>
                      <a:pt x="56" y="200"/>
                      <a:pt x="26" y="151"/>
                      <a:pt x="24" y="135"/>
                    </a:cubicBezTo>
                    <a:cubicBezTo>
                      <a:pt x="21" y="111"/>
                      <a:pt x="24" y="87"/>
                      <a:pt x="22" y="63"/>
                    </a:cubicBezTo>
                    <a:cubicBezTo>
                      <a:pt x="20" y="42"/>
                      <a:pt x="0" y="27"/>
                      <a:pt x="5" y="4"/>
                    </a:cubicBezTo>
                    <a:cubicBezTo>
                      <a:pt x="12" y="1"/>
                      <a:pt x="17" y="0"/>
                      <a:pt x="24" y="3"/>
                    </a:cubicBezTo>
                  </a:path>
                </a:pathLst>
              </a:custGeom>
              <a:solidFill>
                <a:srgbClr val="F95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8" name="Freeform 89">
                <a:extLst>
                  <a:ext uri="{FF2B5EF4-FFF2-40B4-BE49-F238E27FC236}">
                    <a16:creationId xmlns:a16="http://schemas.microsoft.com/office/drawing/2014/main" id="{A0F36CAC-A4CA-4A21-8960-1177046AC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1330"/>
                <a:ext cx="51" cy="48"/>
              </a:xfrm>
              <a:custGeom>
                <a:avLst/>
                <a:gdLst>
                  <a:gd name="T0" fmla="*/ 0 w 38"/>
                  <a:gd name="T1" fmla="*/ 32 h 34"/>
                  <a:gd name="T2" fmla="*/ 68 w 38"/>
                  <a:gd name="T3" fmla="*/ 96 h 34"/>
                  <a:gd name="T4" fmla="*/ 5 w 38"/>
                  <a:gd name="T5" fmla="*/ 2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0" y="11"/>
                    </a:moveTo>
                    <a:cubicBezTo>
                      <a:pt x="6" y="21"/>
                      <a:pt x="16" y="32"/>
                      <a:pt x="28" y="34"/>
                    </a:cubicBezTo>
                    <a:cubicBezTo>
                      <a:pt x="38" y="18"/>
                      <a:pt x="16" y="0"/>
                      <a:pt x="2" y="7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9" name="Freeform 90">
                <a:extLst>
                  <a:ext uri="{FF2B5EF4-FFF2-40B4-BE49-F238E27FC236}">
                    <a16:creationId xmlns:a16="http://schemas.microsoft.com/office/drawing/2014/main" id="{8E4FDC5E-B612-42FE-9E3A-C6D1B946E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253"/>
                <a:ext cx="25" cy="32"/>
              </a:xfrm>
              <a:custGeom>
                <a:avLst/>
                <a:gdLst>
                  <a:gd name="T0" fmla="*/ 42 w 19"/>
                  <a:gd name="T1" fmla="*/ 54 h 23"/>
                  <a:gd name="T2" fmla="*/ 1 w 19"/>
                  <a:gd name="T3" fmla="*/ 0 h 23"/>
                  <a:gd name="T4" fmla="*/ 38 w 19"/>
                  <a:gd name="T5" fmla="*/ 63 h 23"/>
                  <a:gd name="T6" fmla="*/ 37 w 19"/>
                  <a:gd name="T7" fmla="*/ 4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8" y="20"/>
                    </a:moveTo>
                    <a:cubicBezTo>
                      <a:pt x="15" y="10"/>
                      <a:pt x="11" y="0"/>
                      <a:pt x="1" y="0"/>
                    </a:cubicBezTo>
                    <a:cubicBezTo>
                      <a:pt x="0" y="11"/>
                      <a:pt x="8" y="18"/>
                      <a:pt x="17" y="23"/>
                    </a:cubicBezTo>
                    <a:cubicBezTo>
                      <a:pt x="19" y="19"/>
                      <a:pt x="16" y="19"/>
                      <a:pt x="16" y="17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0" name="Freeform 91">
                <a:extLst>
                  <a:ext uri="{FF2B5EF4-FFF2-40B4-BE49-F238E27FC236}">
                    <a16:creationId xmlns:a16="http://schemas.microsoft.com/office/drawing/2014/main" id="{A7CEDD45-8C50-43F7-B543-7260DFD28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027"/>
                <a:ext cx="320" cy="600"/>
              </a:xfrm>
              <a:custGeom>
                <a:avLst/>
                <a:gdLst>
                  <a:gd name="T0" fmla="*/ 0 w 242"/>
                  <a:gd name="T1" fmla="*/ 877 h 425"/>
                  <a:gd name="T2" fmla="*/ 292 w 242"/>
                  <a:gd name="T3" fmla="*/ 662 h 425"/>
                  <a:gd name="T4" fmla="*/ 15 w 242"/>
                  <a:gd name="T5" fmla="*/ 136 h 425"/>
                  <a:gd name="T6" fmla="*/ 370 w 242"/>
                  <a:gd name="T7" fmla="*/ 271 h 425"/>
                  <a:gd name="T8" fmla="*/ 0 w 242"/>
                  <a:gd name="T9" fmla="*/ 877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425">
                    <a:moveTo>
                      <a:pt x="0" y="312"/>
                    </a:moveTo>
                    <a:cubicBezTo>
                      <a:pt x="0" y="312"/>
                      <a:pt x="165" y="404"/>
                      <a:pt x="126" y="235"/>
                    </a:cubicBezTo>
                    <a:cubicBezTo>
                      <a:pt x="86" y="65"/>
                      <a:pt x="6" y="48"/>
                      <a:pt x="6" y="48"/>
                    </a:cubicBezTo>
                    <a:cubicBezTo>
                      <a:pt x="6" y="48"/>
                      <a:pt x="79" y="0"/>
                      <a:pt x="160" y="96"/>
                    </a:cubicBezTo>
                    <a:cubicBezTo>
                      <a:pt x="242" y="192"/>
                      <a:pt x="157" y="425"/>
                      <a:pt x="0" y="312"/>
                    </a:cubicBezTo>
                    <a:close/>
                  </a:path>
                </a:pathLst>
              </a:custGeom>
              <a:solidFill>
                <a:srgbClr val="EF0707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1" name="Freeform 92">
                <a:extLst>
                  <a:ext uri="{FF2B5EF4-FFF2-40B4-BE49-F238E27FC236}">
                    <a16:creationId xmlns:a16="http://schemas.microsoft.com/office/drawing/2014/main" id="{3AED533B-1B9E-41E0-92B6-C2CA2199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160"/>
                <a:ext cx="106" cy="220"/>
              </a:xfrm>
              <a:custGeom>
                <a:avLst/>
                <a:gdLst>
                  <a:gd name="T0" fmla="*/ 156 w 80"/>
                  <a:gd name="T1" fmla="*/ 102 h 156"/>
                  <a:gd name="T2" fmla="*/ 180 w 80"/>
                  <a:gd name="T3" fmla="*/ 238 h 156"/>
                  <a:gd name="T4" fmla="*/ 152 w 80"/>
                  <a:gd name="T5" fmla="*/ 382 h 156"/>
                  <a:gd name="T6" fmla="*/ 81 w 80"/>
                  <a:gd name="T7" fmla="*/ 403 h 156"/>
                  <a:gd name="T8" fmla="*/ 49 w 80"/>
                  <a:gd name="T9" fmla="*/ 247 h 156"/>
                  <a:gd name="T10" fmla="*/ 12 w 80"/>
                  <a:gd name="T11" fmla="*/ 96 h 156"/>
                  <a:gd name="T12" fmla="*/ 27 w 80"/>
                  <a:gd name="T13" fmla="*/ 20 h 156"/>
                  <a:gd name="T14" fmla="*/ 123 w 80"/>
                  <a:gd name="T15" fmla="*/ 63 h 156"/>
                  <a:gd name="T16" fmla="*/ 156 w 80"/>
                  <a:gd name="T17" fmla="*/ 11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56">
                    <a:moveTo>
                      <a:pt x="67" y="36"/>
                    </a:moveTo>
                    <a:cubicBezTo>
                      <a:pt x="71" y="53"/>
                      <a:pt x="77" y="67"/>
                      <a:pt x="78" y="85"/>
                    </a:cubicBezTo>
                    <a:cubicBezTo>
                      <a:pt x="80" y="103"/>
                      <a:pt x="78" y="121"/>
                      <a:pt x="66" y="136"/>
                    </a:cubicBezTo>
                    <a:cubicBezTo>
                      <a:pt x="59" y="145"/>
                      <a:pt x="46" y="156"/>
                      <a:pt x="35" y="144"/>
                    </a:cubicBezTo>
                    <a:cubicBezTo>
                      <a:pt x="24" y="131"/>
                      <a:pt x="24" y="104"/>
                      <a:pt x="21" y="88"/>
                    </a:cubicBezTo>
                    <a:cubicBezTo>
                      <a:pt x="18" y="69"/>
                      <a:pt x="10" y="53"/>
                      <a:pt x="5" y="34"/>
                    </a:cubicBezTo>
                    <a:cubicBezTo>
                      <a:pt x="2" y="24"/>
                      <a:pt x="0" y="12"/>
                      <a:pt x="11" y="7"/>
                    </a:cubicBezTo>
                    <a:cubicBezTo>
                      <a:pt x="24" y="0"/>
                      <a:pt x="43" y="13"/>
                      <a:pt x="53" y="23"/>
                    </a:cubicBezTo>
                    <a:cubicBezTo>
                      <a:pt x="58" y="28"/>
                      <a:pt x="63" y="34"/>
                      <a:pt x="67" y="39"/>
                    </a:cubicBezTo>
                  </a:path>
                </a:pathLst>
              </a:custGeom>
              <a:solidFill>
                <a:srgbClr val="ED45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2" name="Freeform 93">
                <a:extLst>
                  <a:ext uri="{FF2B5EF4-FFF2-40B4-BE49-F238E27FC236}">
                    <a16:creationId xmlns:a16="http://schemas.microsoft.com/office/drawing/2014/main" id="{149FF74F-9AEB-4432-9B25-1D110E4EB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1177"/>
                <a:ext cx="94" cy="285"/>
              </a:xfrm>
              <a:custGeom>
                <a:avLst/>
                <a:gdLst>
                  <a:gd name="T0" fmla="*/ 119 w 71"/>
                  <a:gd name="T1" fmla="*/ 567 h 202"/>
                  <a:gd name="T2" fmla="*/ 0 w 71"/>
                  <a:gd name="T3" fmla="*/ 0 h 202"/>
                  <a:gd name="T4" fmla="*/ 119 w 71"/>
                  <a:gd name="T5" fmla="*/ 567 h 2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02">
                    <a:moveTo>
                      <a:pt x="51" y="202"/>
                    </a:moveTo>
                    <a:cubicBezTo>
                      <a:pt x="51" y="202"/>
                      <a:pt x="69" y="101"/>
                      <a:pt x="0" y="0"/>
                    </a:cubicBezTo>
                    <a:cubicBezTo>
                      <a:pt x="0" y="0"/>
                      <a:pt x="71" y="78"/>
                      <a:pt x="51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3" name="Freeform 94">
                <a:extLst>
                  <a:ext uri="{FF2B5EF4-FFF2-40B4-BE49-F238E27FC236}">
                    <a16:creationId xmlns:a16="http://schemas.microsoft.com/office/drawing/2014/main" id="{E464E9F9-731C-40F7-A30E-8AAC2EFF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212"/>
                <a:ext cx="108" cy="299"/>
              </a:xfrm>
              <a:custGeom>
                <a:avLst/>
                <a:gdLst>
                  <a:gd name="T0" fmla="*/ 105 w 82"/>
                  <a:gd name="T1" fmla="*/ 450 h 212"/>
                  <a:gd name="T2" fmla="*/ 151 w 82"/>
                  <a:gd name="T3" fmla="*/ 436 h 212"/>
                  <a:gd name="T4" fmla="*/ 115 w 82"/>
                  <a:gd name="T5" fmla="*/ 300 h 212"/>
                  <a:gd name="T6" fmla="*/ 125 w 82"/>
                  <a:gd name="T7" fmla="*/ 150 h 212"/>
                  <a:gd name="T8" fmla="*/ 94 w 82"/>
                  <a:gd name="T9" fmla="*/ 0 h 212"/>
                  <a:gd name="T10" fmla="*/ 99 w 82"/>
                  <a:gd name="T11" fmla="*/ 197 h 212"/>
                  <a:gd name="T12" fmla="*/ 59 w 82"/>
                  <a:gd name="T13" fmla="*/ 145 h 212"/>
                  <a:gd name="T14" fmla="*/ 62 w 82"/>
                  <a:gd name="T15" fmla="*/ 272 h 212"/>
                  <a:gd name="T16" fmla="*/ 38 w 82"/>
                  <a:gd name="T17" fmla="*/ 286 h 212"/>
                  <a:gd name="T18" fmla="*/ 0 w 82"/>
                  <a:gd name="T19" fmla="*/ 252 h 212"/>
                  <a:gd name="T20" fmla="*/ 21 w 82"/>
                  <a:gd name="T21" fmla="*/ 315 h 212"/>
                  <a:gd name="T22" fmla="*/ 29 w 82"/>
                  <a:gd name="T23" fmla="*/ 410 h 212"/>
                  <a:gd name="T24" fmla="*/ 37 w 82"/>
                  <a:gd name="T25" fmla="*/ 532 h 212"/>
                  <a:gd name="T26" fmla="*/ 55 w 82"/>
                  <a:gd name="T27" fmla="*/ 595 h 212"/>
                  <a:gd name="T28" fmla="*/ 105 w 82"/>
                  <a:gd name="T29" fmla="*/ 444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212">
                    <a:moveTo>
                      <a:pt x="46" y="160"/>
                    </a:moveTo>
                    <a:cubicBezTo>
                      <a:pt x="53" y="160"/>
                      <a:pt x="82" y="178"/>
                      <a:pt x="66" y="155"/>
                    </a:cubicBezTo>
                    <a:cubicBezTo>
                      <a:pt x="55" y="139"/>
                      <a:pt x="49" y="128"/>
                      <a:pt x="50" y="107"/>
                    </a:cubicBezTo>
                    <a:cubicBezTo>
                      <a:pt x="51" y="89"/>
                      <a:pt x="54" y="71"/>
                      <a:pt x="55" y="53"/>
                    </a:cubicBezTo>
                    <a:cubicBezTo>
                      <a:pt x="55" y="34"/>
                      <a:pt x="48" y="17"/>
                      <a:pt x="41" y="0"/>
                    </a:cubicBezTo>
                    <a:cubicBezTo>
                      <a:pt x="49" y="20"/>
                      <a:pt x="52" y="50"/>
                      <a:pt x="43" y="70"/>
                    </a:cubicBezTo>
                    <a:cubicBezTo>
                      <a:pt x="33" y="72"/>
                      <a:pt x="31" y="58"/>
                      <a:pt x="26" y="52"/>
                    </a:cubicBezTo>
                    <a:cubicBezTo>
                      <a:pt x="30" y="62"/>
                      <a:pt x="33" y="88"/>
                      <a:pt x="27" y="97"/>
                    </a:cubicBezTo>
                    <a:cubicBezTo>
                      <a:pt x="22" y="93"/>
                      <a:pt x="18" y="95"/>
                      <a:pt x="17" y="102"/>
                    </a:cubicBezTo>
                    <a:cubicBezTo>
                      <a:pt x="11" y="97"/>
                      <a:pt x="8" y="90"/>
                      <a:pt x="0" y="90"/>
                    </a:cubicBezTo>
                    <a:cubicBezTo>
                      <a:pt x="3" y="97"/>
                      <a:pt x="6" y="104"/>
                      <a:pt x="9" y="112"/>
                    </a:cubicBezTo>
                    <a:cubicBezTo>
                      <a:pt x="12" y="124"/>
                      <a:pt x="12" y="133"/>
                      <a:pt x="13" y="146"/>
                    </a:cubicBezTo>
                    <a:cubicBezTo>
                      <a:pt x="14" y="160"/>
                      <a:pt x="15" y="175"/>
                      <a:pt x="16" y="189"/>
                    </a:cubicBezTo>
                    <a:cubicBezTo>
                      <a:pt x="17" y="195"/>
                      <a:pt x="18" y="208"/>
                      <a:pt x="24" y="212"/>
                    </a:cubicBezTo>
                    <a:cubicBezTo>
                      <a:pt x="28" y="202"/>
                      <a:pt x="24" y="146"/>
                      <a:pt x="46" y="1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4" name="Freeform 95">
                <a:extLst>
                  <a:ext uri="{FF2B5EF4-FFF2-40B4-BE49-F238E27FC236}">
                    <a16:creationId xmlns:a16="http://schemas.microsoft.com/office/drawing/2014/main" id="{E3D58D64-DD74-4CAC-B560-1EF01548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819"/>
                <a:ext cx="125" cy="217"/>
              </a:xfrm>
              <a:custGeom>
                <a:avLst/>
                <a:gdLst>
                  <a:gd name="T0" fmla="*/ 221 w 94"/>
                  <a:gd name="T1" fmla="*/ 431 h 154"/>
                  <a:gd name="T2" fmla="*/ 28 w 94"/>
                  <a:gd name="T3" fmla="*/ 190 h 154"/>
                  <a:gd name="T4" fmla="*/ 69 w 94"/>
                  <a:gd name="T5" fmla="*/ 0 h 154"/>
                  <a:gd name="T6" fmla="*/ 41 w 94"/>
                  <a:gd name="T7" fmla="*/ 185 h 154"/>
                  <a:gd name="T8" fmla="*/ 221 w 94"/>
                  <a:gd name="T9" fmla="*/ 431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54">
                    <a:moveTo>
                      <a:pt x="94" y="154"/>
                    </a:moveTo>
                    <a:cubicBezTo>
                      <a:pt x="94" y="154"/>
                      <a:pt x="32" y="114"/>
                      <a:pt x="12" y="68"/>
                    </a:cubicBezTo>
                    <a:cubicBezTo>
                      <a:pt x="0" y="38"/>
                      <a:pt x="29" y="0"/>
                      <a:pt x="29" y="0"/>
                    </a:cubicBezTo>
                    <a:cubicBezTo>
                      <a:pt x="29" y="0"/>
                      <a:pt x="6" y="30"/>
                      <a:pt x="17" y="66"/>
                    </a:cubicBezTo>
                    <a:cubicBezTo>
                      <a:pt x="29" y="101"/>
                      <a:pt x="94" y="154"/>
                      <a:pt x="94" y="1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Freeform 96">
                <a:extLst>
                  <a:ext uri="{FF2B5EF4-FFF2-40B4-BE49-F238E27FC236}">
                    <a16:creationId xmlns:a16="http://schemas.microsoft.com/office/drawing/2014/main" id="{C41D76FF-8B7A-45B1-9562-0EBCA4568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514"/>
                <a:ext cx="100" cy="200"/>
              </a:xfrm>
              <a:custGeom>
                <a:avLst/>
                <a:gdLst>
                  <a:gd name="T0" fmla="*/ 87 w 76"/>
                  <a:gd name="T1" fmla="*/ 397 h 142"/>
                  <a:gd name="T2" fmla="*/ 32 w 76"/>
                  <a:gd name="T3" fmla="*/ 224 h 142"/>
                  <a:gd name="T4" fmla="*/ 174 w 76"/>
                  <a:gd name="T5" fmla="*/ 0 h 142"/>
                  <a:gd name="T6" fmla="*/ 34 w 76"/>
                  <a:gd name="T7" fmla="*/ 273 h 142"/>
                  <a:gd name="T8" fmla="*/ 87 w 76"/>
                  <a:gd name="T9" fmla="*/ 397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42">
                    <a:moveTo>
                      <a:pt x="38" y="142"/>
                    </a:moveTo>
                    <a:cubicBezTo>
                      <a:pt x="38" y="142"/>
                      <a:pt x="0" y="116"/>
                      <a:pt x="14" y="80"/>
                    </a:cubicBezTo>
                    <a:cubicBezTo>
                      <a:pt x="28" y="43"/>
                      <a:pt x="76" y="0"/>
                      <a:pt x="76" y="0"/>
                    </a:cubicBezTo>
                    <a:cubicBezTo>
                      <a:pt x="76" y="0"/>
                      <a:pt x="15" y="68"/>
                      <a:pt x="15" y="98"/>
                    </a:cubicBezTo>
                    <a:cubicBezTo>
                      <a:pt x="15" y="122"/>
                      <a:pt x="32" y="137"/>
                      <a:pt x="38" y="1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Freeform 97">
                <a:extLst>
                  <a:ext uri="{FF2B5EF4-FFF2-40B4-BE49-F238E27FC236}">
                    <a16:creationId xmlns:a16="http://schemas.microsoft.com/office/drawing/2014/main" id="{C3AE852A-4F89-4886-B813-4C6D2FE8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377"/>
                <a:ext cx="212" cy="227"/>
              </a:xfrm>
              <a:custGeom>
                <a:avLst/>
                <a:gdLst>
                  <a:gd name="T0" fmla="*/ 0 w 160"/>
                  <a:gd name="T1" fmla="*/ 417 h 161"/>
                  <a:gd name="T2" fmla="*/ 91 w 160"/>
                  <a:gd name="T3" fmla="*/ 426 h 161"/>
                  <a:gd name="T4" fmla="*/ 321 w 160"/>
                  <a:gd name="T5" fmla="*/ 340 h 161"/>
                  <a:gd name="T6" fmla="*/ 233 w 160"/>
                  <a:gd name="T7" fmla="*/ 0 h 161"/>
                  <a:gd name="T8" fmla="*/ 295 w 160"/>
                  <a:gd name="T9" fmla="*/ 350 h 161"/>
                  <a:gd name="T10" fmla="*/ 95 w 160"/>
                  <a:gd name="T11" fmla="*/ 419 h 161"/>
                  <a:gd name="T12" fmla="*/ 0 w 160"/>
                  <a:gd name="T13" fmla="*/ 417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0" h="161">
                    <a:moveTo>
                      <a:pt x="0" y="149"/>
                    </a:moveTo>
                    <a:cubicBezTo>
                      <a:pt x="0" y="149"/>
                      <a:pt x="33" y="151"/>
                      <a:pt x="39" y="152"/>
                    </a:cubicBezTo>
                    <a:cubicBezTo>
                      <a:pt x="44" y="154"/>
                      <a:pt x="125" y="157"/>
                      <a:pt x="138" y="121"/>
                    </a:cubicBezTo>
                    <a:cubicBezTo>
                      <a:pt x="151" y="85"/>
                      <a:pt x="129" y="38"/>
                      <a:pt x="100" y="0"/>
                    </a:cubicBezTo>
                    <a:cubicBezTo>
                      <a:pt x="100" y="0"/>
                      <a:pt x="160" y="89"/>
                      <a:pt x="127" y="125"/>
                    </a:cubicBezTo>
                    <a:cubicBezTo>
                      <a:pt x="95" y="161"/>
                      <a:pt x="53" y="150"/>
                      <a:pt x="41" y="150"/>
                    </a:cubicBezTo>
                    <a:cubicBezTo>
                      <a:pt x="30" y="149"/>
                      <a:pt x="0" y="149"/>
                      <a:pt x="0" y="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Freeform 98">
                <a:extLst>
                  <a:ext uri="{FF2B5EF4-FFF2-40B4-BE49-F238E27FC236}">
                    <a16:creationId xmlns:a16="http://schemas.microsoft.com/office/drawing/2014/main" id="{86614D60-4D8A-4D95-BDF1-DDAB6309F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116"/>
                <a:ext cx="136" cy="141"/>
              </a:xfrm>
              <a:custGeom>
                <a:avLst/>
                <a:gdLst>
                  <a:gd name="T0" fmla="*/ 238 w 103"/>
                  <a:gd name="T1" fmla="*/ 281 h 100"/>
                  <a:gd name="T2" fmla="*/ 0 w 103"/>
                  <a:gd name="T3" fmla="*/ 0 h 100"/>
                  <a:gd name="T4" fmla="*/ 238 w 103"/>
                  <a:gd name="T5" fmla="*/ 281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00">
                    <a:moveTo>
                      <a:pt x="103" y="100"/>
                    </a:moveTo>
                    <a:cubicBezTo>
                      <a:pt x="103" y="100"/>
                      <a:pt x="50" y="20"/>
                      <a:pt x="0" y="0"/>
                    </a:cubicBezTo>
                    <a:cubicBezTo>
                      <a:pt x="0" y="0"/>
                      <a:pt x="70" y="49"/>
                      <a:pt x="103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Freeform 99">
                <a:extLst>
                  <a:ext uri="{FF2B5EF4-FFF2-40B4-BE49-F238E27FC236}">
                    <a16:creationId xmlns:a16="http://schemas.microsoft.com/office/drawing/2014/main" id="{019431DD-C19B-4C60-9E38-E8272F58C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556"/>
                <a:ext cx="369" cy="113"/>
              </a:xfrm>
              <a:custGeom>
                <a:avLst/>
                <a:gdLst>
                  <a:gd name="T0" fmla="*/ 645 w 279"/>
                  <a:gd name="T1" fmla="*/ 226 h 80"/>
                  <a:gd name="T2" fmla="*/ 0 w 279"/>
                  <a:gd name="T3" fmla="*/ 110 h 80"/>
                  <a:gd name="T4" fmla="*/ 645 w 279"/>
                  <a:gd name="T5" fmla="*/ 22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9" h="80">
                    <a:moveTo>
                      <a:pt x="279" y="80"/>
                    </a:moveTo>
                    <a:cubicBezTo>
                      <a:pt x="279" y="80"/>
                      <a:pt x="101" y="11"/>
                      <a:pt x="0" y="39"/>
                    </a:cubicBezTo>
                    <a:cubicBezTo>
                      <a:pt x="0" y="39"/>
                      <a:pt x="77" y="0"/>
                      <a:pt x="279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Freeform 100">
                <a:extLst>
                  <a:ext uri="{FF2B5EF4-FFF2-40B4-BE49-F238E27FC236}">
                    <a16:creationId xmlns:a16="http://schemas.microsoft.com/office/drawing/2014/main" id="{545E9A15-B57D-4F44-8E2D-24D3D3945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422"/>
                <a:ext cx="259" cy="181"/>
              </a:xfrm>
              <a:custGeom>
                <a:avLst/>
                <a:gdLst>
                  <a:gd name="T0" fmla="*/ 49 w 196"/>
                  <a:gd name="T1" fmla="*/ 362 h 128"/>
                  <a:gd name="T2" fmla="*/ 196 w 196"/>
                  <a:gd name="T3" fmla="*/ 320 h 128"/>
                  <a:gd name="T4" fmla="*/ 271 w 196"/>
                  <a:gd name="T5" fmla="*/ 305 h 128"/>
                  <a:gd name="T6" fmla="*/ 358 w 196"/>
                  <a:gd name="T7" fmla="*/ 300 h 128"/>
                  <a:gd name="T8" fmla="*/ 439 w 196"/>
                  <a:gd name="T9" fmla="*/ 150 h 128"/>
                  <a:gd name="T10" fmla="*/ 367 w 196"/>
                  <a:gd name="T11" fmla="*/ 57 h 128"/>
                  <a:gd name="T12" fmla="*/ 99 w 196"/>
                  <a:gd name="T13" fmla="*/ 107 h 128"/>
                  <a:gd name="T14" fmla="*/ 21 w 196"/>
                  <a:gd name="T15" fmla="*/ 305 h 128"/>
                  <a:gd name="T16" fmla="*/ 50 w 196"/>
                  <a:gd name="T17" fmla="*/ 361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6" h="128">
                    <a:moveTo>
                      <a:pt x="21" y="128"/>
                    </a:moveTo>
                    <a:cubicBezTo>
                      <a:pt x="38" y="110"/>
                      <a:pt x="63" y="116"/>
                      <a:pt x="85" y="113"/>
                    </a:cubicBezTo>
                    <a:cubicBezTo>
                      <a:pt x="96" y="111"/>
                      <a:pt x="106" y="108"/>
                      <a:pt x="117" y="108"/>
                    </a:cubicBezTo>
                    <a:cubicBezTo>
                      <a:pt x="131" y="109"/>
                      <a:pt x="142" y="111"/>
                      <a:pt x="155" y="106"/>
                    </a:cubicBezTo>
                    <a:cubicBezTo>
                      <a:pt x="179" y="98"/>
                      <a:pt x="196" y="79"/>
                      <a:pt x="190" y="53"/>
                    </a:cubicBezTo>
                    <a:cubicBezTo>
                      <a:pt x="185" y="34"/>
                      <a:pt x="175" y="28"/>
                      <a:pt x="159" y="20"/>
                    </a:cubicBezTo>
                    <a:cubicBezTo>
                      <a:pt x="118" y="0"/>
                      <a:pt x="80" y="18"/>
                      <a:pt x="43" y="38"/>
                    </a:cubicBezTo>
                    <a:cubicBezTo>
                      <a:pt x="20" y="51"/>
                      <a:pt x="0" y="80"/>
                      <a:pt x="9" y="108"/>
                    </a:cubicBezTo>
                    <a:cubicBezTo>
                      <a:pt x="11" y="114"/>
                      <a:pt x="15" y="124"/>
                      <a:pt x="22" y="127"/>
                    </a:cubicBezTo>
                  </a:path>
                </a:pathLst>
              </a:custGeom>
              <a:solidFill>
                <a:srgbClr val="ED45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Freeform 101">
                <a:extLst>
                  <a:ext uri="{FF2B5EF4-FFF2-40B4-BE49-F238E27FC236}">
                    <a16:creationId xmlns:a16="http://schemas.microsoft.com/office/drawing/2014/main" id="{CD82262E-F742-4AE6-BCD8-E1A9DA9BB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102"/>
                <a:ext cx="280" cy="200"/>
              </a:xfrm>
              <a:custGeom>
                <a:avLst/>
                <a:gdLst>
                  <a:gd name="T0" fmla="*/ 488 w 211"/>
                  <a:gd name="T1" fmla="*/ 6 h 142"/>
                  <a:gd name="T2" fmla="*/ 446 w 211"/>
                  <a:gd name="T3" fmla="*/ 6 h 142"/>
                  <a:gd name="T4" fmla="*/ 381 w 211"/>
                  <a:gd name="T5" fmla="*/ 6 h 142"/>
                  <a:gd name="T6" fmla="*/ 265 w 211"/>
                  <a:gd name="T7" fmla="*/ 42 h 142"/>
                  <a:gd name="T8" fmla="*/ 81 w 211"/>
                  <a:gd name="T9" fmla="*/ 204 h 142"/>
                  <a:gd name="T10" fmla="*/ 27 w 211"/>
                  <a:gd name="T11" fmla="*/ 310 h 142"/>
                  <a:gd name="T12" fmla="*/ 44 w 211"/>
                  <a:gd name="T13" fmla="*/ 341 h 142"/>
                  <a:gd name="T14" fmla="*/ 187 w 211"/>
                  <a:gd name="T15" fmla="*/ 199 h 142"/>
                  <a:gd name="T16" fmla="*/ 301 w 211"/>
                  <a:gd name="T17" fmla="*/ 87 h 142"/>
                  <a:gd name="T18" fmla="*/ 421 w 211"/>
                  <a:gd name="T19" fmla="*/ 28 h 142"/>
                  <a:gd name="T20" fmla="*/ 463 w 211"/>
                  <a:gd name="T21" fmla="*/ 21 h 142"/>
                  <a:gd name="T22" fmla="*/ 494 w 211"/>
                  <a:gd name="T23" fmla="*/ 1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1" h="142">
                    <a:moveTo>
                      <a:pt x="209" y="2"/>
                    </a:moveTo>
                    <a:cubicBezTo>
                      <a:pt x="210" y="0"/>
                      <a:pt x="195" y="2"/>
                      <a:pt x="191" y="2"/>
                    </a:cubicBezTo>
                    <a:cubicBezTo>
                      <a:pt x="181" y="2"/>
                      <a:pt x="172" y="1"/>
                      <a:pt x="163" y="2"/>
                    </a:cubicBezTo>
                    <a:cubicBezTo>
                      <a:pt x="146" y="4"/>
                      <a:pt x="130" y="7"/>
                      <a:pt x="114" y="15"/>
                    </a:cubicBezTo>
                    <a:cubicBezTo>
                      <a:pt x="85" y="29"/>
                      <a:pt x="57" y="49"/>
                      <a:pt x="35" y="73"/>
                    </a:cubicBezTo>
                    <a:cubicBezTo>
                      <a:pt x="24" y="85"/>
                      <a:pt x="17" y="95"/>
                      <a:pt x="11" y="111"/>
                    </a:cubicBezTo>
                    <a:cubicBezTo>
                      <a:pt x="5" y="126"/>
                      <a:pt x="0" y="142"/>
                      <a:pt x="19" y="122"/>
                    </a:cubicBezTo>
                    <a:cubicBezTo>
                      <a:pt x="37" y="102"/>
                      <a:pt x="60" y="89"/>
                      <a:pt x="80" y="71"/>
                    </a:cubicBezTo>
                    <a:cubicBezTo>
                      <a:pt x="97" y="57"/>
                      <a:pt x="110" y="41"/>
                      <a:pt x="129" y="31"/>
                    </a:cubicBezTo>
                    <a:cubicBezTo>
                      <a:pt x="145" y="22"/>
                      <a:pt x="163" y="13"/>
                      <a:pt x="180" y="10"/>
                    </a:cubicBezTo>
                    <a:cubicBezTo>
                      <a:pt x="186" y="10"/>
                      <a:pt x="192" y="10"/>
                      <a:pt x="198" y="8"/>
                    </a:cubicBezTo>
                    <a:cubicBezTo>
                      <a:pt x="203" y="6"/>
                      <a:pt x="205" y="2"/>
                      <a:pt x="211" y="1"/>
                    </a:cubicBezTo>
                  </a:path>
                </a:pathLst>
              </a:custGeom>
              <a:solidFill>
                <a:srgbClr val="D307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Freeform 102">
                <a:extLst>
                  <a:ext uri="{FF2B5EF4-FFF2-40B4-BE49-F238E27FC236}">
                    <a16:creationId xmlns:a16="http://schemas.microsoft.com/office/drawing/2014/main" id="{113DD3A2-608B-4E0B-800D-0FC313DCD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147"/>
                <a:ext cx="299" cy="209"/>
              </a:xfrm>
              <a:custGeom>
                <a:avLst/>
                <a:gdLst>
                  <a:gd name="T0" fmla="*/ 524 w 226"/>
                  <a:gd name="T1" fmla="*/ 0 h 148"/>
                  <a:gd name="T2" fmla="*/ 0 w 226"/>
                  <a:gd name="T3" fmla="*/ 417 h 148"/>
                  <a:gd name="T4" fmla="*/ 524 w 22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6" h="148">
                    <a:moveTo>
                      <a:pt x="226" y="0"/>
                    </a:moveTo>
                    <a:cubicBezTo>
                      <a:pt x="226" y="0"/>
                      <a:pt x="42" y="61"/>
                      <a:pt x="0" y="148"/>
                    </a:cubicBezTo>
                    <a:cubicBezTo>
                      <a:pt x="0" y="148"/>
                      <a:pt x="19" y="67"/>
                      <a:pt x="2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Freeform 103">
                <a:extLst>
                  <a:ext uri="{FF2B5EF4-FFF2-40B4-BE49-F238E27FC236}">
                    <a16:creationId xmlns:a16="http://schemas.microsoft.com/office/drawing/2014/main" id="{3ADEFFD4-E977-4117-960A-57492967E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720"/>
                <a:ext cx="182" cy="58"/>
              </a:xfrm>
              <a:custGeom>
                <a:avLst/>
                <a:gdLst>
                  <a:gd name="T0" fmla="*/ 321 w 137"/>
                  <a:gd name="T1" fmla="*/ 0 h 41"/>
                  <a:gd name="T2" fmla="*/ 0 w 137"/>
                  <a:gd name="T3" fmla="*/ 100 h 41"/>
                  <a:gd name="T4" fmla="*/ 321 w 13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41">
                    <a:moveTo>
                      <a:pt x="137" y="0"/>
                    </a:moveTo>
                    <a:cubicBezTo>
                      <a:pt x="137" y="0"/>
                      <a:pt x="127" y="41"/>
                      <a:pt x="0" y="35"/>
                    </a:cubicBezTo>
                    <a:cubicBezTo>
                      <a:pt x="0" y="35"/>
                      <a:pt x="108" y="4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Freeform 104">
                <a:extLst>
                  <a:ext uri="{FF2B5EF4-FFF2-40B4-BE49-F238E27FC236}">
                    <a16:creationId xmlns:a16="http://schemas.microsoft.com/office/drawing/2014/main" id="{0458BDF0-9D0E-40E6-8A31-AC8E159A0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294"/>
                <a:ext cx="299" cy="230"/>
              </a:xfrm>
              <a:custGeom>
                <a:avLst/>
                <a:gdLst>
                  <a:gd name="T0" fmla="*/ 66 w 226"/>
                  <a:gd name="T1" fmla="*/ 446 h 163"/>
                  <a:gd name="T2" fmla="*/ 157 w 226"/>
                  <a:gd name="T3" fmla="*/ 418 h 163"/>
                  <a:gd name="T4" fmla="*/ 179 w 226"/>
                  <a:gd name="T5" fmla="*/ 382 h 163"/>
                  <a:gd name="T6" fmla="*/ 208 w 226"/>
                  <a:gd name="T7" fmla="*/ 360 h 163"/>
                  <a:gd name="T8" fmla="*/ 273 w 226"/>
                  <a:gd name="T9" fmla="*/ 329 h 163"/>
                  <a:gd name="T10" fmla="*/ 327 w 226"/>
                  <a:gd name="T11" fmla="*/ 320 h 163"/>
                  <a:gd name="T12" fmla="*/ 353 w 226"/>
                  <a:gd name="T13" fmla="*/ 315 h 163"/>
                  <a:gd name="T14" fmla="*/ 389 w 226"/>
                  <a:gd name="T15" fmla="*/ 268 h 163"/>
                  <a:gd name="T16" fmla="*/ 456 w 226"/>
                  <a:gd name="T17" fmla="*/ 219 h 163"/>
                  <a:gd name="T18" fmla="*/ 487 w 226"/>
                  <a:gd name="T19" fmla="*/ 199 h 163"/>
                  <a:gd name="T20" fmla="*/ 508 w 226"/>
                  <a:gd name="T21" fmla="*/ 179 h 163"/>
                  <a:gd name="T22" fmla="*/ 524 w 226"/>
                  <a:gd name="T23" fmla="*/ 150 h 163"/>
                  <a:gd name="T24" fmla="*/ 495 w 226"/>
                  <a:gd name="T25" fmla="*/ 110 h 163"/>
                  <a:gd name="T26" fmla="*/ 459 w 226"/>
                  <a:gd name="T27" fmla="*/ 102 h 163"/>
                  <a:gd name="T28" fmla="*/ 417 w 226"/>
                  <a:gd name="T29" fmla="*/ 83 h 163"/>
                  <a:gd name="T30" fmla="*/ 359 w 226"/>
                  <a:gd name="T31" fmla="*/ 49 h 163"/>
                  <a:gd name="T32" fmla="*/ 343 w 226"/>
                  <a:gd name="T33" fmla="*/ 28 h 163"/>
                  <a:gd name="T34" fmla="*/ 315 w 226"/>
                  <a:gd name="T35" fmla="*/ 20 h 163"/>
                  <a:gd name="T36" fmla="*/ 245 w 226"/>
                  <a:gd name="T37" fmla="*/ 6 h 163"/>
                  <a:gd name="T38" fmla="*/ 163 w 226"/>
                  <a:gd name="T39" fmla="*/ 6 h 163"/>
                  <a:gd name="T40" fmla="*/ 114 w 226"/>
                  <a:gd name="T41" fmla="*/ 34 h 163"/>
                  <a:gd name="T42" fmla="*/ 79 w 226"/>
                  <a:gd name="T43" fmla="*/ 56 h 163"/>
                  <a:gd name="T44" fmla="*/ 28 w 226"/>
                  <a:gd name="T45" fmla="*/ 96 h 163"/>
                  <a:gd name="T46" fmla="*/ 16 w 226"/>
                  <a:gd name="T47" fmla="*/ 103 h 163"/>
                  <a:gd name="T48" fmla="*/ 9 w 226"/>
                  <a:gd name="T49" fmla="*/ 123 h 163"/>
                  <a:gd name="T50" fmla="*/ 1 w 226"/>
                  <a:gd name="T51" fmla="*/ 169 h 163"/>
                  <a:gd name="T52" fmla="*/ 16 w 226"/>
                  <a:gd name="T53" fmla="*/ 241 h 163"/>
                  <a:gd name="T54" fmla="*/ 7 w 226"/>
                  <a:gd name="T55" fmla="*/ 295 h 163"/>
                  <a:gd name="T56" fmla="*/ 26 w 226"/>
                  <a:gd name="T57" fmla="*/ 329 h 163"/>
                  <a:gd name="T58" fmla="*/ 64 w 226"/>
                  <a:gd name="T59" fmla="*/ 378 h 163"/>
                  <a:gd name="T60" fmla="*/ 65 w 226"/>
                  <a:gd name="T61" fmla="*/ 430 h 163"/>
                  <a:gd name="T62" fmla="*/ 71 w 226"/>
                  <a:gd name="T63" fmla="*/ 450 h 1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26" h="163">
                    <a:moveTo>
                      <a:pt x="29" y="159"/>
                    </a:moveTo>
                    <a:cubicBezTo>
                      <a:pt x="42" y="163"/>
                      <a:pt x="59" y="159"/>
                      <a:pt x="68" y="149"/>
                    </a:cubicBezTo>
                    <a:cubicBezTo>
                      <a:pt x="71" y="145"/>
                      <a:pt x="72" y="139"/>
                      <a:pt x="77" y="136"/>
                    </a:cubicBezTo>
                    <a:cubicBezTo>
                      <a:pt x="81" y="134"/>
                      <a:pt x="86" y="132"/>
                      <a:pt x="90" y="128"/>
                    </a:cubicBezTo>
                    <a:cubicBezTo>
                      <a:pt x="98" y="121"/>
                      <a:pt x="108" y="119"/>
                      <a:pt x="118" y="117"/>
                    </a:cubicBezTo>
                    <a:cubicBezTo>
                      <a:pt x="126" y="116"/>
                      <a:pt x="133" y="113"/>
                      <a:pt x="141" y="114"/>
                    </a:cubicBezTo>
                    <a:cubicBezTo>
                      <a:pt x="146" y="114"/>
                      <a:pt x="150" y="116"/>
                      <a:pt x="153" y="112"/>
                    </a:cubicBezTo>
                    <a:cubicBezTo>
                      <a:pt x="157" y="106"/>
                      <a:pt x="163" y="101"/>
                      <a:pt x="168" y="96"/>
                    </a:cubicBezTo>
                    <a:cubicBezTo>
                      <a:pt x="176" y="88"/>
                      <a:pt x="186" y="81"/>
                      <a:pt x="197" y="78"/>
                    </a:cubicBezTo>
                    <a:cubicBezTo>
                      <a:pt x="201" y="76"/>
                      <a:pt x="205" y="73"/>
                      <a:pt x="210" y="71"/>
                    </a:cubicBezTo>
                    <a:cubicBezTo>
                      <a:pt x="214" y="69"/>
                      <a:pt x="216" y="67"/>
                      <a:pt x="219" y="64"/>
                    </a:cubicBezTo>
                    <a:cubicBezTo>
                      <a:pt x="222" y="60"/>
                      <a:pt x="226" y="59"/>
                      <a:pt x="226" y="53"/>
                    </a:cubicBezTo>
                    <a:cubicBezTo>
                      <a:pt x="226" y="45"/>
                      <a:pt x="221" y="41"/>
                      <a:pt x="214" y="39"/>
                    </a:cubicBezTo>
                    <a:cubicBezTo>
                      <a:pt x="209" y="37"/>
                      <a:pt x="204" y="37"/>
                      <a:pt x="198" y="36"/>
                    </a:cubicBezTo>
                    <a:cubicBezTo>
                      <a:pt x="192" y="35"/>
                      <a:pt x="186" y="33"/>
                      <a:pt x="180" y="30"/>
                    </a:cubicBezTo>
                    <a:cubicBezTo>
                      <a:pt x="171" y="27"/>
                      <a:pt x="162" y="25"/>
                      <a:pt x="155" y="18"/>
                    </a:cubicBezTo>
                    <a:cubicBezTo>
                      <a:pt x="153" y="16"/>
                      <a:pt x="151" y="12"/>
                      <a:pt x="148" y="10"/>
                    </a:cubicBezTo>
                    <a:cubicBezTo>
                      <a:pt x="144" y="7"/>
                      <a:pt x="141" y="7"/>
                      <a:pt x="136" y="7"/>
                    </a:cubicBezTo>
                    <a:cubicBezTo>
                      <a:pt x="126" y="7"/>
                      <a:pt x="116" y="4"/>
                      <a:pt x="106" y="2"/>
                    </a:cubicBezTo>
                    <a:cubicBezTo>
                      <a:pt x="94" y="0"/>
                      <a:pt x="82" y="1"/>
                      <a:pt x="70" y="2"/>
                    </a:cubicBezTo>
                    <a:cubicBezTo>
                      <a:pt x="62" y="3"/>
                      <a:pt x="55" y="7"/>
                      <a:pt x="49" y="12"/>
                    </a:cubicBezTo>
                    <a:cubicBezTo>
                      <a:pt x="44" y="17"/>
                      <a:pt x="40" y="18"/>
                      <a:pt x="34" y="20"/>
                    </a:cubicBezTo>
                    <a:cubicBezTo>
                      <a:pt x="26" y="23"/>
                      <a:pt x="20" y="30"/>
                      <a:pt x="12" y="34"/>
                    </a:cubicBezTo>
                    <a:cubicBezTo>
                      <a:pt x="11" y="36"/>
                      <a:pt x="9" y="36"/>
                      <a:pt x="7" y="37"/>
                    </a:cubicBezTo>
                    <a:cubicBezTo>
                      <a:pt x="4" y="39"/>
                      <a:pt x="5" y="41"/>
                      <a:pt x="4" y="44"/>
                    </a:cubicBezTo>
                    <a:cubicBezTo>
                      <a:pt x="2" y="49"/>
                      <a:pt x="1" y="54"/>
                      <a:pt x="1" y="60"/>
                    </a:cubicBezTo>
                    <a:cubicBezTo>
                      <a:pt x="0" y="69"/>
                      <a:pt x="6" y="77"/>
                      <a:pt x="7" y="86"/>
                    </a:cubicBezTo>
                    <a:cubicBezTo>
                      <a:pt x="7" y="92"/>
                      <a:pt x="4" y="98"/>
                      <a:pt x="3" y="105"/>
                    </a:cubicBezTo>
                    <a:cubicBezTo>
                      <a:pt x="3" y="111"/>
                      <a:pt x="6" y="114"/>
                      <a:pt x="11" y="117"/>
                    </a:cubicBezTo>
                    <a:cubicBezTo>
                      <a:pt x="18" y="122"/>
                      <a:pt x="25" y="126"/>
                      <a:pt x="27" y="135"/>
                    </a:cubicBezTo>
                    <a:cubicBezTo>
                      <a:pt x="29" y="141"/>
                      <a:pt x="28" y="146"/>
                      <a:pt x="28" y="153"/>
                    </a:cubicBezTo>
                    <a:cubicBezTo>
                      <a:pt x="28" y="156"/>
                      <a:pt x="28" y="158"/>
                      <a:pt x="31" y="160"/>
                    </a:cubicBezTo>
                  </a:path>
                </a:pathLst>
              </a:custGeom>
              <a:solidFill>
                <a:srgbClr val="F9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Freeform 105">
                <a:extLst>
                  <a:ext uri="{FF2B5EF4-FFF2-40B4-BE49-F238E27FC236}">
                    <a16:creationId xmlns:a16="http://schemas.microsoft.com/office/drawing/2014/main" id="{B95FFDCD-98FB-42AD-ADEC-CA2069126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953"/>
                <a:ext cx="251" cy="103"/>
              </a:xfrm>
              <a:custGeom>
                <a:avLst/>
                <a:gdLst>
                  <a:gd name="T0" fmla="*/ 439 w 190"/>
                  <a:gd name="T1" fmla="*/ 0 h 73"/>
                  <a:gd name="T2" fmla="*/ 260 w 190"/>
                  <a:gd name="T3" fmla="*/ 189 h 73"/>
                  <a:gd name="T4" fmla="*/ 0 w 190"/>
                  <a:gd name="T5" fmla="*/ 205 h 73"/>
                  <a:gd name="T6" fmla="*/ 259 w 190"/>
                  <a:gd name="T7" fmla="*/ 174 h 73"/>
                  <a:gd name="T8" fmla="*/ 439 w 190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73">
                    <a:moveTo>
                      <a:pt x="190" y="0"/>
                    </a:moveTo>
                    <a:cubicBezTo>
                      <a:pt x="190" y="0"/>
                      <a:pt x="170" y="63"/>
                      <a:pt x="113" y="67"/>
                    </a:cubicBezTo>
                    <a:cubicBezTo>
                      <a:pt x="55" y="71"/>
                      <a:pt x="0" y="73"/>
                      <a:pt x="0" y="73"/>
                    </a:cubicBezTo>
                    <a:cubicBezTo>
                      <a:pt x="0" y="73"/>
                      <a:pt x="93" y="66"/>
                      <a:pt x="112" y="62"/>
                    </a:cubicBezTo>
                    <a:cubicBezTo>
                      <a:pt x="131" y="59"/>
                      <a:pt x="163" y="54"/>
                      <a:pt x="1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Freeform 106">
                <a:extLst>
                  <a:ext uri="{FF2B5EF4-FFF2-40B4-BE49-F238E27FC236}">
                    <a16:creationId xmlns:a16="http://schemas.microsoft.com/office/drawing/2014/main" id="{F1DA46D2-8D73-4F3A-97F8-70B591CC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064"/>
                <a:ext cx="94" cy="64"/>
              </a:xfrm>
              <a:custGeom>
                <a:avLst/>
                <a:gdLst>
                  <a:gd name="T0" fmla="*/ 0 w 71"/>
                  <a:gd name="T1" fmla="*/ 90 h 45"/>
                  <a:gd name="T2" fmla="*/ 164 w 71"/>
                  <a:gd name="T3" fmla="*/ 0 h 45"/>
                  <a:gd name="T4" fmla="*/ 0 w 71"/>
                  <a:gd name="T5" fmla="*/ 9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5">
                    <a:moveTo>
                      <a:pt x="0" y="31"/>
                    </a:moveTo>
                    <a:cubicBezTo>
                      <a:pt x="0" y="31"/>
                      <a:pt x="53" y="45"/>
                      <a:pt x="71" y="0"/>
                    </a:cubicBezTo>
                    <a:cubicBezTo>
                      <a:pt x="71" y="0"/>
                      <a:pt x="58" y="37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Freeform 107">
                <a:extLst>
                  <a:ext uri="{FF2B5EF4-FFF2-40B4-BE49-F238E27FC236}">
                    <a16:creationId xmlns:a16="http://schemas.microsoft.com/office/drawing/2014/main" id="{9383E725-9131-46F9-A8E0-48B687CC6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860"/>
                <a:ext cx="143" cy="145"/>
              </a:xfrm>
              <a:custGeom>
                <a:avLst/>
                <a:gdLst>
                  <a:gd name="T0" fmla="*/ 158 w 108"/>
                  <a:gd name="T1" fmla="*/ 14 h 103"/>
                  <a:gd name="T2" fmla="*/ 185 w 108"/>
                  <a:gd name="T3" fmla="*/ 15 h 103"/>
                  <a:gd name="T4" fmla="*/ 221 w 108"/>
                  <a:gd name="T5" fmla="*/ 55 h 103"/>
                  <a:gd name="T6" fmla="*/ 234 w 108"/>
                  <a:gd name="T7" fmla="*/ 108 h 103"/>
                  <a:gd name="T8" fmla="*/ 250 w 108"/>
                  <a:gd name="T9" fmla="*/ 162 h 103"/>
                  <a:gd name="T10" fmla="*/ 224 w 108"/>
                  <a:gd name="T11" fmla="*/ 220 h 103"/>
                  <a:gd name="T12" fmla="*/ 201 w 108"/>
                  <a:gd name="T13" fmla="*/ 279 h 103"/>
                  <a:gd name="T14" fmla="*/ 164 w 108"/>
                  <a:gd name="T15" fmla="*/ 272 h 103"/>
                  <a:gd name="T16" fmla="*/ 114 w 108"/>
                  <a:gd name="T17" fmla="*/ 228 h 103"/>
                  <a:gd name="T18" fmla="*/ 79 w 108"/>
                  <a:gd name="T19" fmla="*/ 186 h 103"/>
                  <a:gd name="T20" fmla="*/ 42 w 108"/>
                  <a:gd name="T21" fmla="*/ 145 h 103"/>
                  <a:gd name="T22" fmla="*/ 26 w 108"/>
                  <a:gd name="T23" fmla="*/ 97 h 103"/>
                  <a:gd name="T24" fmla="*/ 15 w 108"/>
                  <a:gd name="T25" fmla="*/ 62 h 103"/>
                  <a:gd name="T26" fmla="*/ 20 w 108"/>
                  <a:gd name="T27" fmla="*/ 6 h 103"/>
                  <a:gd name="T28" fmla="*/ 44 w 108"/>
                  <a:gd name="T29" fmla="*/ 1 h 103"/>
                  <a:gd name="T30" fmla="*/ 65 w 108"/>
                  <a:gd name="T31" fmla="*/ 15 h 103"/>
                  <a:gd name="T32" fmla="*/ 123 w 108"/>
                  <a:gd name="T33" fmla="*/ 15 h 103"/>
                  <a:gd name="T34" fmla="*/ 158 w 108"/>
                  <a:gd name="T35" fmla="*/ 11 h 1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" h="103">
                    <a:moveTo>
                      <a:pt x="68" y="5"/>
                    </a:moveTo>
                    <a:cubicBezTo>
                      <a:pt x="72" y="5"/>
                      <a:pt x="77" y="5"/>
                      <a:pt x="80" y="6"/>
                    </a:cubicBezTo>
                    <a:cubicBezTo>
                      <a:pt x="87" y="8"/>
                      <a:pt x="92" y="14"/>
                      <a:pt x="95" y="20"/>
                    </a:cubicBezTo>
                    <a:cubicBezTo>
                      <a:pt x="98" y="26"/>
                      <a:pt x="98" y="33"/>
                      <a:pt x="101" y="39"/>
                    </a:cubicBezTo>
                    <a:cubicBezTo>
                      <a:pt x="103" y="44"/>
                      <a:pt x="108" y="51"/>
                      <a:pt x="108" y="58"/>
                    </a:cubicBezTo>
                    <a:cubicBezTo>
                      <a:pt x="107" y="66"/>
                      <a:pt x="100" y="72"/>
                      <a:pt x="97" y="79"/>
                    </a:cubicBezTo>
                    <a:cubicBezTo>
                      <a:pt x="94" y="85"/>
                      <a:pt x="93" y="96"/>
                      <a:pt x="87" y="100"/>
                    </a:cubicBezTo>
                    <a:cubicBezTo>
                      <a:pt x="82" y="103"/>
                      <a:pt x="75" y="100"/>
                      <a:pt x="71" y="97"/>
                    </a:cubicBezTo>
                    <a:cubicBezTo>
                      <a:pt x="63" y="93"/>
                      <a:pt x="56" y="87"/>
                      <a:pt x="49" y="82"/>
                    </a:cubicBezTo>
                    <a:cubicBezTo>
                      <a:pt x="43" y="78"/>
                      <a:pt x="39" y="72"/>
                      <a:pt x="34" y="67"/>
                    </a:cubicBezTo>
                    <a:cubicBezTo>
                      <a:pt x="29" y="62"/>
                      <a:pt x="23" y="57"/>
                      <a:pt x="18" y="52"/>
                    </a:cubicBezTo>
                    <a:cubicBezTo>
                      <a:pt x="14" y="47"/>
                      <a:pt x="12" y="41"/>
                      <a:pt x="11" y="35"/>
                    </a:cubicBezTo>
                    <a:cubicBezTo>
                      <a:pt x="10" y="30"/>
                      <a:pt x="7" y="26"/>
                      <a:pt x="6" y="22"/>
                    </a:cubicBezTo>
                    <a:cubicBezTo>
                      <a:pt x="3" y="15"/>
                      <a:pt x="0" y="5"/>
                      <a:pt x="8" y="2"/>
                    </a:cubicBezTo>
                    <a:cubicBezTo>
                      <a:pt x="12" y="0"/>
                      <a:pt x="16" y="1"/>
                      <a:pt x="19" y="1"/>
                    </a:cubicBezTo>
                    <a:cubicBezTo>
                      <a:pt x="23" y="2"/>
                      <a:pt x="25" y="5"/>
                      <a:pt x="28" y="6"/>
                    </a:cubicBezTo>
                    <a:cubicBezTo>
                      <a:pt x="35" y="9"/>
                      <a:pt x="46" y="7"/>
                      <a:pt x="53" y="6"/>
                    </a:cubicBezTo>
                    <a:cubicBezTo>
                      <a:pt x="59" y="6"/>
                      <a:pt x="63" y="3"/>
                      <a:pt x="68" y="4"/>
                    </a:cubicBezTo>
                  </a:path>
                </a:pathLst>
              </a:custGeom>
              <a:solidFill>
                <a:srgbClr val="F9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Freeform 108">
                <a:extLst>
                  <a:ext uri="{FF2B5EF4-FFF2-40B4-BE49-F238E27FC236}">
                    <a16:creationId xmlns:a16="http://schemas.microsoft.com/office/drawing/2014/main" id="{643781C9-31FE-4777-9A37-F4E98869C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635"/>
                <a:ext cx="123" cy="144"/>
              </a:xfrm>
              <a:custGeom>
                <a:avLst/>
                <a:gdLst>
                  <a:gd name="T0" fmla="*/ 216 w 93"/>
                  <a:gd name="T1" fmla="*/ 16 h 102"/>
                  <a:gd name="T2" fmla="*/ 148 w 93"/>
                  <a:gd name="T3" fmla="*/ 11 h 102"/>
                  <a:gd name="T4" fmla="*/ 79 w 93"/>
                  <a:gd name="T5" fmla="*/ 6 h 102"/>
                  <a:gd name="T6" fmla="*/ 167 w 93"/>
                  <a:gd name="T7" fmla="*/ 34 h 102"/>
                  <a:gd name="T8" fmla="*/ 110 w 93"/>
                  <a:gd name="T9" fmla="*/ 73 h 102"/>
                  <a:gd name="T10" fmla="*/ 77 w 93"/>
                  <a:gd name="T11" fmla="*/ 130 h 102"/>
                  <a:gd name="T12" fmla="*/ 0 w 93"/>
                  <a:gd name="T13" fmla="*/ 223 h 102"/>
                  <a:gd name="T14" fmla="*/ 53 w 93"/>
                  <a:gd name="T15" fmla="*/ 198 h 102"/>
                  <a:gd name="T16" fmla="*/ 0 w 93"/>
                  <a:gd name="T17" fmla="*/ 285 h 102"/>
                  <a:gd name="T18" fmla="*/ 81 w 93"/>
                  <a:gd name="T19" fmla="*/ 192 h 102"/>
                  <a:gd name="T20" fmla="*/ 131 w 93"/>
                  <a:gd name="T21" fmla="*/ 121 h 102"/>
                  <a:gd name="T22" fmla="*/ 216 w 93"/>
                  <a:gd name="T23" fmla="*/ 16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02">
                    <a:moveTo>
                      <a:pt x="93" y="6"/>
                    </a:moveTo>
                    <a:cubicBezTo>
                      <a:pt x="87" y="2"/>
                      <a:pt x="72" y="5"/>
                      <a:pt x="64" y="4"/>
                    </a:cubicBezTo>
                    <a:cubicBezTo>
                      <a:pt x="55" y="3"/>
                      <a:pt x="43" y="0"/>
                      <a:pt x="34" y="2"/>
                    </a:cubicBezTo>
                    <a:cubicBezTo>
                      <a:pt x="46" y="7"/>
                      <a:pt x="61" y="7"/>
                      <a:pt x="72" y="12"/>
                    </a:cubicBezTo>
                    <a:cubicBezTo>
                      <a:pt x="67" y="15"/>
                      <a:pt x="38" y="17"/>
                      <a:pt x="48" y="26"/>
                    </a:cubicBezTo>
                    <a:cubicBezTo>
                      <a:pt x="41" y="32"/>
                      <a:pt x="40" y="39"/>
                      <a:pt x="33" y="46"/>
                    </a:cubicBezTo>
                    <a:cubicBezTo>
                      <a:pt x="23" y="58"/>
                      <a:pt x="10" y="67"/>
                      <a:pt x="0" y="79"/>
                    </a:cubicBezTo>
                    <a:cubicBezTo>
                      <a:pt x="8" y="77"/>
                      <a:pt x="15" y="71"/>
                      <a:pt x="23" y="70"/>
                    </a:cubicBezTo>
                    <a:cubicBezTo>
                      <a:pt x="21" y="82"/>
                      <a:pt x="5" y="90"/>
                      <a:pt x="0" y="101"/>
                    </a:cubicBezTo>
                    <a:cubicBezTo>
                      <a:pt x="11" y="102"/>
                      <a:pt x="29" y="75"/>
                      <a:pt x="35" y="68"/>
                    </a:cubicBezTo>
                    <a:cubicBezTo>
                      <a:pt x="42" y="59"/>
                      <a:pt x="49" y="50"/>
                      <a:pt x="57" y="43"/>
                    </a:cubicBezTo>
                    <a:cubicBezTo>
                      <a:pt x="69" y="33"/>
                      <a:pt x="89" y="21"/>
                      <a:pt x="9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Freeform 109">
                <a:extLst>
                  <a:ext uri="{FF2B5EF4-FFF2-40B4-BE49-F238E27FC236}">
                    <a16:creationId xmlns:a16="http://schemas.microsoft.com/office/drawing/2014/main" id="{89E43611-22D2-40E4-B4B4-A6C5473E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305"/>
                <a:ext cx="180" cy="181"/>
              </a:xfrm>
              <a:custGeom>
                <a:avLst/>
                <a:gdLst>
                  <a:gd name="T0" fmla="*/ 308 w 136"/>
                  <a:gd name="T1" fmla="*/ 25 h 128"/>
                  <a:gd name="T2" fmla="*/ 250 w 136"/>
                  <a:gd name="T3" fmla="*/ 148 h 128"/>
                  <a:gd name="T4" fmla="*/ 222 w 136"/>
                  <a:gd name="T5" fmla="*/ 107 h 128"/>
                  <a:gd name="T6" fmla="*/ 156 w 136"/>
                  <a:gd name="T7" fmla="*/ 139 h 128"/>
                  <a:gd name="T8" fmla="*/ 71 w 136"/>
                  <a:gd name="T9" fmla="*/ 189 h 128"/>
                  <a:gd name="T10" fmla="*/ 128 w 136"/>
                  <a:gd name="T11" fmla="*/ 274 h 128"/>
                  <a:gd name="T12" fmla="*/ 131 w 136"/>
                  <a:gd name="T13" fmla="*/ 356 h 128"/>
                  <a:gd name="T14" fmla="*/ 7 w 136"/>
                  <a:gd name="T15" fmla="*/ 233 h 128"/>
                  <a:gd name="T16" fmla="*/ 0 w 136"/>
                  <a:gd name="T17" fmla="*/ 139 h 128"/>
                  <a:gd name="T18" fmla="*/ 20 w 136"/>
                  <a:gd name="T19" fmla="*/ 82 h 128"/>
                  <a:gd name="T20" fmla="*/ 71 w 136"/>
                  <a:gd name="T21" fmla="*/ 68 h 128"/>
                  <a:gd name="T22" fmla="*/ 119 w 136"/>
                  <a:gd name="T23" fmla="*/ 34 h 128"/>
                  <a:gd name="T24" fmla="*/ 159 w 136"/>
                  <a:gd name="T25" fmla="*/ 0 h 128"/>
                  <a:gd name="T26" fmla="*/ 209 w 136"/>
                  <a:gd name="T27" fmla="*/ 34 h 128"/>
                  <a:gd name="T28" fmla="*/ 270 w 136"/>
                  <a:gd name="T29" fmla="*/ 8 h 128"/>
                  <a:gd name="T30" fmla="*/ 273 w 136"/>
                  <a:gd name="T31" fmla="*/ 20 h 128"/>
                  <a:gd name="T32" fmla="*/ 314 w 136"/>
                  <a:gd name="T33" fmla="*/ 6 h 128"/>
                  <a:gd name="T34" fmla="*/ 314 w 136"/>
                  <a:gd name="T35" fmla="*/ 33 h 1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6" h="128">
                    <a:moveTo>
                      <a:pt x="133" y="9"/>
                    </a:moveTo>
                    <a:cubicBezTo>
                      <a:pt x="130" y="21"/>
                      <a:pt x="118" y="46"/>
                      <a:pt x="108" y="52"/>
                    </a:cubicBezTo>
                    <a:cubicBezTo>
                      <a:pt x="106" y="48"/>
                      <a:pt x="97" y="41"/>
                      <a:pt x="96" y="38"/>
                    </a:cubicBezTo>
                    <a:cubicBezTo>
                      <a:pt x="90" y="59"/>
                      <a:pt x="79" y="45"/>
                      <a:pt x="67" y="49"/>
                    </a:cubicBezTo>
                    <a:cubicBezTo>
                      <a:pt x="53" y="54"/>
                      <a:pt x="48" y="65"/>
                      <a:pt x="31" y="67"/>
                    </a:cubicBezTo>
                    <a:cubicBezTo>
                      <a:pt x="31" y="81"/>
                      <a:pt x="49" y="86"/>
                      <a:pt x="55" y="97"/>
                    </a:cubicBezTo>
                    <a:cubicBezTo>
                      <a:pt x="24" y="88"/>
                      <a:pt x="46" y="118"/>
                      <a:pt x="57" y="126"/>
                    </a:cubicBezTo>
                    <a:cubicBezTo>
                      <a:pt x="39" y="128"/>
                      <a:pt x="13" y="97"/>
                      <a:pt x="3" y="83"/>
                    </a:cubicBezTo>
                    <a:cubicBezTo>
                      <a:pt x="24" y="79"/>
                      <a:pt x="0" y="61"/>
                      <a:pt x="0" y="49"/>
                    </a:cubicBezTo>
                    <a:cubicBezTo>
                      <a:pt x="0" y="56"/>
                      <a:pt x="12" y="26"/>
                      <a:pt x="8" y="29"/>
                    </a:cubicBezTo>
                    <a:cubicBezTo>
                      <a:pt x="18" y="21"/>
                      <a:pt x="20" y="28"/>
                      <a:pt x="31" y="24"/>
                    </a:cubicBezTo>
                    <a:cubicBezTo>
                      <a:pt x="44" y="20"/>
                      <a:pt x="41" y="19"/>
                      <a:pt x="51" y="12"/>
                    </a:cubicBezTo>
                    <a:cubicBezTo>
                      <a:pt x="57" y="7"/>
                      <a:pt x="58" y="0"/>
                      <a:pt x="69" y="0"/>
                    </a:cubicBezTo>
                    <a:cubicBezTo>
                      <a:pt x="74" y="0"/>
                      <a:pt x="80" y="12"/>
                      <a:pt x="90" y="12"/>
                    </a:cubicBezTo>
                    <a:cubicBezTo>
                      <a:pt x="99" y="13"/>
                      <a:pt x="107" y="5"/>
                      <a:pt x="116" y="3"/>
                    </a:cubicBezTo>
                    <a:cubicBezTo>
                      <a:pt x="117" y="4"/>
                      <a:pt x="118" y="6"/>
                      <a:pt x="118" y="7"/>
                    </a:cubicBezTo>
                    <a:cubicBezTo>
                      <a:pt x="124" y="3"/>
                      <a:pt x="129" y="4"/>
                      <a:pt x="135" y="2"/>
                    </a:cubicBezTo>
                    <a:cubicBezTo>
                      <a:pt x="136" y="5"/>
                      <a:pt x="135" y="8"/>
                      <a:pt x="13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110">
                <a:extLst>
                  <a:ext uri="{FF2B5EF4-FFF2-40B4-BE49-F238E27FC236}">
                    <a16:creationId xmlns:a16="http://schemas.microsoft.com/office/drawing/2014/main" id="{618E9338-4F37-437F-BA59-54E210DF7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346"/>
                <a:ext cx="173" cy="110"/>
              </a:xfrm>
              <a:custGeom>
                <a:avLst/>
                <a:gdLst>
                  <a:gd name="T0" fmla="*/ 165 w 131"/>
                  <a:gd name="T1" fmla="*/ 14 h 78"/>
                  <a:gd name="T2" fmla="*/ 301 w 131"/>
                  <a:gd name="T3" fmla="*/ 49 h 78"/>
                  <a:gd name="T4" fmla="*/ 214 w 131"/>
                  <a:gd name="T5" fmla="*/ 93 h 78"/>
                  <a:gd name="T6" fmla="*/ 272 w 131"/>
                  <a:gd name="T7" fmla="*/ 117 h 78"/>
                  <a:gd name="T8" fmla="*/ 135 w 131"/>
                  <a:gd name="T9" fmla="*/ 188 h 78"/>
                  <a:gd name="T10" fmla="*/ 102 w 131"/>
                  <a:gd name="T11" fmla="*/ 173 h 78"/>
                  <a:gd name="T12" fmla="*/ 107 w 131"/>
                  <a:gd name="T13" fmla="*/ 204 h 78"/>
                  <a:gd name="T14" fmla="*/ 0 w 131"/>
                  <a:gd name="T15" fmla="*/ 203 h 78"/>
                  <a:gd name="T16" fmla="*/ 131 w 131"/>
                  <a:gd name="T17" fmla="*/ 76 h 78"/>
                  <a:gd name="T18" fmla="*/ 202 w 131"/>
                  <a:gd name="T19" fmla="*/ 55 h 78"/>
                  <a:gd name="T20" fmla="*/ 160 w 131"/>
                  <a:gd name="T21" fmla="*/ 0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78">
                    <a:moveTo>
                      <a:pt x="72" y="5"/>
                    </a:moveTo>
                    <a:cubicBezTo>
                      <a:pt x="90" y="14"/>
                      <a:pt x="113" y="8"/>
                      <a:pt x="131" y="18"/>
                    </a:cubicBezTo>
                    <a:cubicBezTo>
                      <a:pt x="121" y="29"/>
                      <a:pt x="108" y="35"/>
                      <a:pt x="93" y="33"/>
                    </a:cubicBezTo>
                    <a:cubicBezTo>
                      <a:pt x="100" y="39"/>
                      <a:pt x="109" y="41"/>
                      <a:pt x="118" y="42"/>
                    </a:cubicBezTo>
                    <a:cubicBezTo>
                      <a:pt x="98" y="39"/>
                      <a:pt x="56" y="41"/>
                      <a:pt x="58" y="67"/>
                    </a:cubicBezTo>
                    <a:cubicBezTo>
                      <a:pt x="54" y="64"/>
                      <a:pt x="47" y="64"/>
                      <a:pt x="44" y="62"/>
                    </a:cubicBezTo>
                    <a:cubicBezTo>
                      <a:pt x="45" y="65"/>
                      <a:pt x="44" y="69"/>
                      <a:pt x="46" y="73"/>
                    </a:cubicBezTo>
                    <a:cubicBezTo>
                      <a:pt x="33" y="60"/>
                      <a:pt x="14" y="78"/>
                      <a:pt x="0" y="72"/>
                    </a:cubicBezTo>
                    <a:cubicBezTo>
                      <a:pt x="21" y="58"/>
                      <a:pt x="90" y="61"/>
                      <a:pt x="57" y="27"/>
                    </a:cubicBezTo>
                    <a:cubicBezTo>
                      <a:pt x="63" y="27"/>
                      <a:pt x="85" y="26"/>
                      <a:pt x="88" y="20"/>
                    </a:cubicBezTo>
                    <a:cubicBezTo>
                      <a:pt x="93" y="8"/>
                      <a:pt x="79" y="1"/>
                      <a:pt x="7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Freeform 111">
                <a:extLst>
                  <a:ext uri="{FF2B5EF4-FFF2-40B4-BE49-F238E27FC236}">
                    <a16:creationId xmlns:a16="http://schemas.microsoft.com/office/drawing/2014/main" id="{8DD477D6-7668-4AF7-B60C-62BCC8680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1467"/>
                <a:ext cx="296" cy="182"/>
              </a:xfrm>
              <a:custGeom>
                <a:avLst/>
                <a:gdLst>
                  <a:gd name="T0" fmla="*/ 494 w 224"/>
                  <a:gd name="T1" fmla="*/ 157 h 129"/>
                  <a:gd name="T2" fmla="*/ 342 w 224"/>
                  <a:gd name="T3" fmla="*/ 178 h 129"/>
                  <a:gd name="T4" fmla="*/ 229 w 224"/>
                  <a:gd name="T5" fmla="*/ 247 h 129"/>
                  <a:gd name="T6" fmla="*/ 180 w 224"/>
                  <a:gd name="T7" fmla="*/ 253 h 129"/>
                  <a:gd name="T8" fmla="*/ 115 w 224"/>
                  <a:gd name="T9" fmla="*/ 295 h 129"/>
                  <a:gd name="T10" fmla="*/ 45 w 224"/>
                  <a:gd name="T11" fmla="*/ 340 h 129"/>
                  <a:gd name="T12" fmla="*/ 0 w 224"/>
                  <a:gd name="T13" fmla="*/ 363 h 129"/>
                  <a:gd name="T14" fmla="*/ 34 w 224"/>
                  <a:gd name="T15" fmla="*/ 267 h 129"/>
                  <a:gd name="T16" fmla="*/ 145 w 224"/>
                  <a:gd name="T17" fmla="*/ 89 h 129"/>
                  <a:gd name="T18" fmla="*/ 259 w 224"/>
                  <a:gd name="T19" fmla="*/ 14 h 129"/>
                  <a:gd name="T20" fmla="*/ 359 w 224"/>
                  <a:gd name="T21" fmla="*/ 11 h 129"/>
                  <a:gd name="T22" fmla="*/ 400 w 224"/>
                  <a:gd name="T23" fmla="*/ 20 h 129"/>
                  <a:gd name="T24" fmla="*/ 424 w 224"/>
                  <a:gd name="T25" fmla="*/ 35 h 129"/>
                  <a:gd name="T26" fmla="*/ 461 w 224"/>
                  <a:gd name="T27" fmla="*/ 73 h 129"/>
                  <a:gd name="T28" fmla="*/ 515 w 224"/>
                  <a:gd name="T29" fmla="*/ 145 h 129"/>
                  <a:gd name="T30" fmla="*/ 515 w 224"/>
                  <a:gd name="T31" fmla="*/ 159 h 129"/>
                  <a:gd name="T32" fmla="*/ 494 w 224"/>
                  <a:gd name="T33" fmla="*/ 157 h 1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4" h="129">
                    <a:moveTo>
                      <a:pt x="214" y="56"/>
                    </a:moveTo>
                    <a:cubicBezTo>
                      <a:pt x="194" y="51"/>
                      <a:pt x="167" y="55"/>
                      <a:pt x="148" y="63"/>
                    </a:cubicBezTo>
                    <a:cubicBezTo>
                      <a:pt x="131" y="71"/>
                      <a:pt x="119" y="90"/>
                      <a:pt x="99" y="88"/>
                    </a:cubicBezTo>
                    <a:cubicBezTo>
                      <a:pt x="90" y="87"/>
                      <a:pt x="86" y="85"/>
                      <a:pt x="78" y="90"/>
                    </a:cubicBezTo>
                    <a:cubicBezTo>
                      <a:pt x="69" y="95"/>
                      <a:pt x="59" y="100"/>
                      <a:pt x="50" y="105"/>
                    </a:cubicBezTo>
                    <a:cubicBezTo>
                      <a:pt x="40" y="111"/>
                      <a:pt x="30" y="116"/>
                      <a:pt x="20" y="121"/>
                    </a:cubicBezTo>
                    <a:cubicBezTo>
                      <a:pt x="13" y="123"/>
                      <a:pt x="7" y="128"/>
                      <a:pt x="0" y="129"/>
                    </a:cubicBezTo>
                    <a:cubicBezTo>
                      <a:pt x="4" y="118"/>
                      <a:pt x="10" y="106"/>
                      <a:pt x="15" y="95"/>
                    </a:cubicBezTo>
                    <a:cubicBezTo>
                      <a:pt x="25" y="70"/>
                      <a:pt x="42" y="50"/>
                      <a:pt x="63" y="32"/>
                    </a:cubicBezTo>
                    <a:cubicBezTo>
                      <a:pt x="78" y="19"/>
                      <a:pt x="94" y="11"/>
                      <a:pt x="112" y="5"/>
                    </a:cubicBezTo>
                    <a:cubicBezTo>
                      <a:pt x="128" y="0"/>
                      <a:pt x="141" y="0"/>
                      <a:pt x="156" y="4"/>
                    </a:cubicBezTo>
                    <a:cubicBezTo>
                      <a:pt x="162" y="5"/>
                      <a:pt x="168" y="4"/>
                      <a:pt x="173" y="7"/>
                    </a:cubicBezTo>
                    <a:cubicBezTo>
                      <a:pt x="176" y="8"/>
                      <a:pt x="181" y="11"/>
                      <a:pt x="184" y="13"/>
                    </a:cubicBezTo>
                    <a:cubicBezTo>
                      <a:pt x="190" y="17"/>
                      <a:pt x="196" y="21"/>
                      <a:pt x="200" y="26"/>
                    </a:cubicBezTo>
                    <a:cubicBezTo>
                      <a:pt x="207" y="33"/>
                      <a:pt x="214" y="47"/>
                      <a:pt x="223" y="52"/>
                    </a:cubicBezTo>
                    <a:cubicBezTo>
                      <a:pt x="224" y="53"/>
                      <a:pt x="224" y="55"/>
                      <a:pt x="223" y="57"/>
                    </a:cubicBezTo>
                    <a:cubicBezTo>
                      <a:pt x="220" y="57"/>
                      <a:pt x="217" y="57"/>
                      <a:pt x="214" y="56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Freeform 112">
                <a:extLst>
                  <a:ext uri="{FF2B5EF4-FFF2-40B4-BE49-F238E27FC236}">
                    <a16:creationId xmlns:a16="http://schemas.microsoft.com/office/drawing/2014/main" id="{4442049A-8F15-4983-86FB-DCF61E15D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737"/>
                <a:ext cx="103" cy="244"/>
              </a:xfrm>
              <a:custGeom>
                <a:avLst/>
                <a:gdLst>
                  <a:gd name="T0" fmla="*/ 73 w 78"/>
                  <a:gd name="T1" fmla="*/ 485 h 173"/>
                  <a:gd name="T2" fmla="*/ 160 w 78"/>
                  <a:gd name="T3" fmla="*/ 188 h 173"/>
                  <a:gd name="T4" fmla="*/ 5 w 78"/>
                  <a:gd name="T5" fmla="*/ 0 h 173"/>
                  <a:gd name="T6" fmla="*/ 66 w 78"/>
                  <a:gd name="T7" fmla="*/ 102 h 173"/>
                  <a:gd name="T8" fmla="*/ 116 w 78"/>
                  <a:gd name="T9" fmla="*/ 241 h 173"/>
                  <a:gd name="T10" fmla="*/ 78 w 78"/>
                  <a:gd name="T11" fmla="*/ 485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73">
                    <a:moveTo>
                      <a:pt x="32" y="173"/>
                    </a:moveTo>
                    <a:cubicBezTo>
                      <a:pt x="56" y="162"/>
                      <a:pt x="78" y="96"/>
                      <a:pt x="70" y="67"/>
                    </a:cubicBezTo>
                    <a:cubicBezTo>
                      <a:pt x="64" y="48"/>
                      <a:pt x="21" y="8"/>
                      <a:pt x="2" y="0"/>
                    </a:cubicBezTo>
                    <a:cubicBezTo>
                      <a:pt x="0" y="16"/>
                      <a:pt x="19" y="25"/>
                      <a:pt x="29" y="36"/>
                    </a:cubicBezTo>
                    <a:cubicBezTo>
                      <a:pt x="40" y="49"/>
                      <a:pt x="48" y="69"/>
                      <a:pt x="51" y="86"/>
                    </a:cubicBezTo>
                    <a:cubicBezTo>
                      <a:pt x="58" y="119"/>
                      <a:pt x="37" y="144"/>
                      <a:pt x="34" y="173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Freeform 113">
                <a:extLst>
                  <a:ext uri="{FF2B5EF4-FFF2-40B4-BE49-F238E27FC236}">
                    <a16:creationId xmlns:a16="http://schemas.microsoft.com/office/drawing/2014/main" id="{6021BC9D-D75F-492D-A363-88FFD13FA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1114"/>
                <a:ext cx="197" cy="228"/>
              </a:xfrm>
              <a:custGeom>
                <a:avLst/>
                <a:gdLst>
                  <a:gd name="T0" fmla="*/ 303 w 149"/>
                  <a:gd name="T1" fmla="*/ 457 h 161"/>
                  <a:gd name="T2" fmla="*/ 202 w 149"/>
                  <a:gd name="T3" fmla="*/ 153 h 161"/>
                  <a:gd name="T4" fmla="*/ 44 w 149"/>
                  <a:gd name="T5" fmla="*/ 115 h 161"/>
                  <a:gd name="T6" fmla="*/ 148 w 149"/>
                  <a:gd name="T7" fmla="*/ 177 h 161"/>
                  <a:gd name="T8" fmla="*/ 223 w 149"/>
                  <a:gd name="T9" fmla="*/ 261 h 161"/>
                  <a:gd name="T10" fmla="*/ 299 w 149"/>
                  <a:gd name="T11" fmla="*/ 457 h 161"/>
                  <a:gd name="T12" fmla="*/ 305 w 149"/>
                  <a:gd name="T13" fmla="*/ 452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61">
                    <a:moveTo>
                      <a:pt x="131" y="161"/>
                    </a:moveTo>
                    <a:cubicBezTo>
                      <a:pt x="149" y="122"/>
                      <a:pt x="116" y="75"/>
                      <a:pt x="88" y="54"/>
                    </a:cubicBezTo>
                    <a:cubicBezTo>
                      <a:pt x="80" y="49"/>
                      <a:pt x="0" y="0"/>
                      <a:pt x="19" y="40"/>
                    </a:cubicBezTo>
                    <a:cubicBezTo>
                      <a:pt x="25" y="51"/>
                      <a:pt x="54" y="55"/>
                      <a:pt x="64" y="62"/>
                    </a:cubicBezTo>
                    <a:cubicBezTo>
                      <a:pt x="76" y="69"/>
                      <a:pt x="89" y="80"/>
                      <a:pt x="97" y="92"/>
                    </a:cubicBezTo>
                    <a:cubicBezTo>
                      <a:pt x="112" y="112"/>
                      <a:pt x="106" y="147"/>
                      <a:pt x="129" y="161"/>
                    </a:cubicBezTo>
                    <a:cubicBezTo>
                      <a:pt x="131" y="161"/>
                      <a:pt x="134" y="158"/>
                      <a:pt x="132" y="159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Freeform 114">
                <a:extLst>
                  <a:ext uri="{FF2B5EF4-FFF2-40B4-BE49-F238E27FC236}">
                    <a16:creationId xmlns:a16="http://schemas.microsoft.com/office/drawing/2014/main" id="{D3301EFD-5368-44DB-9804-79A3AA6BC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378"/>
                <a:ext cx="92" cy="106"/>
              </a:xfrm>
              <a:custGeom>
                <a:avLst/>
                <a:gdLst>
                  <a:gd name="T0" fmla="*/ 0 w 70"/>
                  <a:gd name="T1" fmla="*/ 179 h 75"/>
                  <a:gd name="T2" fmla="*/ 103 w 70"/>
                  <a:gd name="T3" fmla="*/ 0 h 75"/>
                  <a:gd name="T4" fmla="*/ 127 w 70"/>
                  <a:gd name="T5" fmla="*/ 172 h 75"/>
                  <a:gd name="T6" fmla="*/ 12 w 70"/>
                  <a:gd name="T7" fmla="*/ 1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75">
                    <a:moveTo>
                      <a:pt x="0" y="64"/>
                    </a:moveTo>
                    <a:cubicBezTo>
                      <a:pt x="35" y="74"/>
                      <a:pt x="41" y="22"/>
                      <a:pt x="45" y="0"/>
                    </a:cubicBezTo>
                    <a:cubicBezTo>
                      <a:pt x="54" y="14"/>
                      <a:pt x="70" y="45"/>
                      <a:pt x="56" y="61"/>
                    </a:cubicBezTo>
                    <a:cubicBezTo>
                      <a:pt x="44" y="75"/>
                      <a:pt x="10" y="69"/>
                      <a:pt x="5" y="62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Freeform 115">
                <a:extLst>
                  <a:ext uri="{FF2B5EF4-FFF2-40B4-BE49-F238E27FC236}">
                    <a16:creationId xmlns:a16="http://schemas.microsoft.com/office/drawing/2014/main" id="{F841673D-2755-42BC-9091-5E0C00C13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702"/>
                <a:ext cx="22" cy="24"/>
              </a:xfrm>
              <a:custGeom>
                <a:avLst/>
                <a:gdLst>
                  <a:gd name="T0" fmla="*/ 36 w 17"/>
                  <a:gd name="T1" fmla="*/ 11 h 17"/>
                  <a:gd name="T2" fmla="*/ 10 w 17"/>
                  <a:gd name="T3" fmla="*/ 23 h 17"/>
                  <a:gd name="T4" fmla="*/ 35 w 17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17" y="4"/>
                    </a:moveTo>
                    <a:cubicBezTo>
                      <a:pt x="15" y="6"/>
                      <a:pt x="0" y="17"/>
                      <a:pt x="5" y="8"/>
                    </a:cubicBezTo>
                    <a:cubicBezTo>
                      <a:pt x="6" y="5"/>
                      <a:pt x="14" y="0"/>
                      <a:pt x="1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Freeform 116">
                <a:extLst>
                  <a:ext uri="{FF2B5EF4-FFF2-40B4-BE49-F238E27FC236}">
                    <a16:creationId xmlns:a16="http://schemas.microsoft.com/office/drawing/2014/main" id="{47C5505A-DA48-465A-8793-066F4841A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661"/>
                <a:ext cx="8" cy="11"/>
              </a:xfrm>
              <a:custGeom>
                <a:avLst/>
                <a:gdLst>
                  <a:gd name="T0" fmla="*/ 12 w 6"/>
                  <a:gd name="T1" fmla="*/ 15 h 8"/>
                  <a:gd name="T2" fmla="*/ 0 w 6"/>
                  <a:gd name="T3" fmla="*/ 0 h 8"/>
                  <a:gd name="T4" fmla="*/ 12 w 6"/>
                  <a:gd name="T5" fmla="*/ 1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5" y="6"/>
                    </a:moveTo>
                    <a:cubicBezTo>
                      <a:pt x="6" y="3"/>
                      <a:pt x="3" y="0"/>
                      <a:pt x="0" y="0"/>
                    </a:cubicBezTo>
                    <a:cubicBezTo>
                      <a:pt x="0" y="4"/>
                      <a:pt x="6" y="8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Freeform 117">
                <a:extLst>
                  <a:ext uri="{FF2B5EF4-FFF2-40B4-BE49-F238E27FC236}">
                    <a16:creationId xmlns:a16="http://schemas.microsoft.com/office/drawing/2014/main" id="{32651D36-6BD5-4F31-A8E6-DC6D2132D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755"/>
                <a:ext cx="16" cy="14"/>
              </a:xfrm>
              <a:custGeom>
                <a:avLst/>
                <a:gdLst>
                  <a:gd name="T0" fmla="*/ 7 w 12"/>
                  <a:gd name="T1" fmla="*/ 20 h 10"/>
                  <a:gd name="T2" fmla="*/ 21 w 12"/>
                  <a:gd name="T3" fmla="*/ 6 h 10"/>
                  <a:gd name="T4" fmla="*/ 9 w 12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3" y="7"/>
                    </a:moveTo>
                    <a:cubicBezTo>
                      <a:pt x="6" y="10"/>
                      <a:pt x="12" y="5"/>
                      <a:pt x="9" y="2"/>
                    </a:cubicBezTo>
                    <a:cubicBezTo>
                      <a:pt x="6" y="0"/>
                      <a:pt x="0" y="9"/>
                      <a:pt x="4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Freeform 118">
                <a:extLst>
                  <a:ext uri="{FF2B5EF4-FFF2-40B4-BE49-F238E27FC236}">
                    <a16:creationId xmlns:a16="http://schemas.microsoft.com/office/drawing/2014/main" id="{747BE447-19CD-4335-924D-E9EE214AC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717"/>
                <a:ext cx="17" cy="11"/>
              </a:xfrm>
              <a:custGeom>
                <a:avLst/>
                <a:gdLst>
                  <a:gd name="T0" fmla="*/ 29 w 13"/>
                  <a:gd name="T1" fmla="*/ 8 h 8"/>
                  <a:gd name="T2" fmla="*/ 7 w 13"/>
                  <a:gd name="T3" fmla="*/ 8 h 8"/>
                  <a:gd name="T4" fmla="*/ 29 w 13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12" y="4"/>
                      <a:pt x="0" y="8"/>
                      <a:pt x="3" y="3"/>
                    </a:cubicBezTo>
                    <a:cubicBezTo>
                      <a:pt x="5" y="0"/>
                      <a:pt x="12" y="2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Freeform 119">
                <a:extLst>
                  <a:ext uri="{FF2B5EF4-FFF2-40B4-BE49-F238E27FC236}">
                    <a16:creationId xmlns:a16="http://schemas.microsoft.com/office/drawing/2014/main" id="{BE4AC60D-D4F8-4A3E-BA6A-CEBD28D0D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306"/>
                <a:ext cx="19" cy="19"/>
              </a:xfrm>
              <a:custGeom>
                <a:avLst/>
                <a:gdLst>
                  <a:gd name="T0" fmla="*/ 0 w 15"/>
                  <a:gd name="T1" fmla="*/ 19 h 13"/>
                  <a:gd name="T2" fmla="*/ 16 w 15"/>
                  <a:gd name="T3" fmla="*/ 0 h 13"/>
                  <a:gd name="T4" fmla="*/ 30 w 15"/>
                  <a:gd name="T5" fmla="*/ 22 h 13"/>
                  <a:gd name="T6" fmla="*/ 14 w 15"/>
                  <a:gd name="T7" fmla="*/ 41 h 13"/>
                  <a:gd name="T8" fmla="*/ 0 w 15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cubicBezTo>
                      <a:pt x="0" y="2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5" y="10"/>
                      <a:pt x="11" y="13"/>
                      <a:pt x="7" y="13"/>
                    </a:cubicBezTo>
                    <a:cubicBezTo>
                      <a:pt x="3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120">
                <a:extLst>
                  <a:ext uri="{FF2B5EF4-FFF2-40B4-BE49-F238E27FC236}">
                    <a16:creationId xmlns:a16="http://schemas.microsoft.com/office/drawing/2014/main" id="{4E5DCD3E-FABC-425D-88AE-638222372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275"/>
                <a:ext cx="14" cy="14"/>
              </a:xfrm>
              <a:custGeom>
                <a:avLst/>
                <a:gdLst>
                  <a:gd name="T0" fmla="*/ 0 w 11"/>
                  <a:gd name="T1" fmla="*/ 14 h 10"/>
                  <a:gd name="T2" fmla="*/ 13 w 11"/>
                  <a:gd name="T3" fmla="*/ 0 h 10"/>
                  <a:gd name="T4" fmla="*/ 23 w 11"/>
                  <a:gd name="T5" fmla="*/ 14 h 10"/>
                  <a:gd name="T6" fmla="*/ 10 w 11"/>
                  <a:gd name="T7" fmla="*/ 28 h 10"/>
                  <a:gd name="T8" fmla="*/ 0 w 11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10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121">
                <a:extLst>
                  <a:ext uri="{FF2B5EF4-FFF2-40B4-BE49-F238E27FC236}">
                    <a16:creationId xmlns:a16="http://schemas.microsoft.com/office/drawing/2014/main" id="{1472E9A7-74FD-4999-B8DD-779D5558D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593"/>
                <a:ext cx="20" cy="18"/>
              </a:xfrm>
              <a:custGeom>
                <a:avLst/>
                <a:gdLst>
                  <a:gd name="T0" fmla="*/ 0 w 15"/>
                  <a:gd name="T1" fmla="*/ 15 h 13"/>
                  <a:gd name="T2" fmla="*/ 20 w 15"/>
                  <a:gd name="T3" fmla="*/ 0 h 13"/>
                  <a:gd name="T4" fmla="*/ 36 w 15"/>
                  <a:gd name="T5" fmla="*/ 19 h 13"/>
                  <a:gd name="T6" fmla="*/ 16 w 15"/>
                  <a:gd name="T7" fmla="*/ 35 h 13"/>
                  <a:gd name="T8" fmla="*/ 0 w 15"/>
                  <a:gd name="T9" fmla="*/ 1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4"/>
                      <a:pt x="15" y="7"/>
                    </a:cubicBezTo>
                    <a:cubicBezTo>
                      <a:pt x="15" y="11"/>
                      <a:pt x="11" y="13"/>
                      <a:pt x="7" y="13"/>
                    </a:cubicBezTo>
                    <a:cubicBezTo>
                      <a:pt x="3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122">
                <a:extLst>
                  <a:ext uri="{FF2B5EF4-FFF2-40B4-BE49-F238E27FC236}">
                    <a16:creationId xmlns:a16="http://schemas.microsoft.com/office/drawing/2014/main" id="{37E6F936-7687-4AFD-B6E8-2E34FCD2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608"/>
                <a:ext cx="10" cy="9"/>
              </a:xfrm>
              <a:custGeom>
                <a:avLst/>
                <a:gdLst>
                  <a:gd name="T0" fmla="*/ 0 w 8"/>
                  <a:gd name="T1" fmla="*/ 8 h 6"/>
                  <a:gd name="T2" fmla="*/ 8 w 8"/>
                  <a:gd name="T3" fmla="*/ 0 h 6"/>
                  <a:gd name="T4" fmla="*/ 16 w 8"/>
                  <a:gd name="T5" fmla="*/ 12 h 6"/>
                  <a:gd name="T6" fmla="*/ 8 w 8"/>
                  <a:gd name="T7" fmla="*/ 18 h 6"/>
                  <a:gd name="T8" fmla="*/ 0 w 8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4"/>
                      <a:pt x="6" y="6"/>
                      <a:pt x="4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123">
                <a:extLst>
                  <a:ext uri="{FF2B5EF4-FFF2-40B4-BE49-F238E27FC236}">
                    <a16:creationId xmlns:a16="http://schemas.microsoft.com/office/drawing/2014/main" id="{1A296107-F0B7-428E-B99B-8126D1B1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165"/>
                <a:ext cx="25" cy="17"/>
              </a:xfrm>
              <a:custGeom>
                <a:avLst/>
                <a:gdLst>
                  <a:gd name="T0" fmla="*/ 0 w 19"/>
                  <a:gd name="T1" fmla="*/ 18 h 12"/>
                  <a:gd name="T2" fmla="*/ 22 w 19"/>
                  <a:gd name="T3" fmla="*/ 0 h 12"/>
                  <a:gd name="T4" fmla="*/ 43 w 19"/>
                  <a:gd name="T5" fmla="*/ 20 h 12"/>
                  <a:gd name="T6" fmla="*/ 21 w 19"/>
                  <a:gd name="T7" fmla="*/ 34 h 12"/>
                  <a:gd name="T8" fmla="*/ 0 w 19"/>
                  <a:gd name="T9" fmla="*/ 1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0" y="6"/>
                    </a:moveTo>
                    <a:cubicBezTo>
                      <a:pt x="0" y="2"/>
                      <a:pt x="5" y="0"/>
                      <a:pt x="10" y="0"/>
                    </a:cubicBezTo>
                    <a:cubicBezTo>
                      <a:pt x="15" y="1"/>
                      <a:pt x="19" y="4"/>
                      <a:pt x="19" y="7"/>
                    </a:cubicBezTo>
                    <a:cubicBezTo>
                      <a:pt x="18" y="10"/>
                      <a:pt x="14" y="12"/>
                      <a:pt x="9" y="12"/>
                    </a:cubicBezTo>
                    <a:cubicBezTo>
                      <a:pt x="4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Freeform 124">
                <a:extLst>
                  <a:ext uri="{FF2B5EF4-FFF2-40B4-BE49-F238E27FC236}">
                    <a16:creationId xmlns:a16="http://schemas.microsoft.com/office/drawing/2014/main" id="{1FC3D784-8A53-4D4F-82C5-C2FDB60AC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401"/>
                <a:ext cx="16" cy="17"/>
              </a:xfrm>
              <a:custGeom>
                <a:avLst/>
                <a:gdLst>
                  <a:gd name="T0" fmla="*/ 0 w 12"/>
                  <a:gd name="T1" fmla="*/ 14 h 12"/>
                  <a:gd name="T2" fmla="*/ 15 w 12"/>
                  <a:gd name="T3" fmla="*/ 0 h 12"/>
                  <a:gd name="T4" fmla="*/ 27 w 12"/>
                  <a:gd name="T5" fmla="*/ 18 h 12"/>
                  <a:gd name="T6" fmla="*/ 12 w 12"/>
                  <a:gd name="T7" fmla="*/ 33 h 12"/>
                  <a:gd name="T8" fmla="*/ 0 w 12"/>
                  <a:gd name="T9" fmla="*/ 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2" y="3"/>
                      <a:pt x="11" y="6"/>
                    </a:cubicBezTo>
                    <a:cubicBezTo>
                      <a:pt x="11" y="9"/>
                      <a:pt x="8" y="12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4" name="Freeform 125">
                <a:extLst>
                  <a:ext uri="{FF2B5EF4-FFF2-40B4-BE49-F238E27FC236}">
                    <a16:creationId xmlns:a16="http://schemas.microsoft.com/office/drawing/2014/main" id="{DC217883-5708-4132-A41C-25027F5FC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380"/>
                <a:ext cx="12" cy="7"/>
              </a:xfrm>
              <a:custGeom>
                <a:avLst/>
                <a:gdLst>
                  <a:gd name="T0" fmla="*/ 0 w 9"/>
                  <a:gd name="T1" fmla="*/ 6 h 5"/>
                  <a:gd name="T2" fmla="*/ 12 w 9"/>
                  <a:gd name="T3" fmla="*/ 0 h 5"/>
                  <a:gd name="T4" fmla="*/ 21 w 9"/>
                  <a:gd name="T5" fmla="*/ 6 h 5"/>
                  <a:gd name="T6" fmla="*/ 9 w 9"/>
                  <a:gd name="T7" fmla="*/ 11 h 5"/>
                  <a:gd name="T8" fmla="*/ 0 w 9"/>
                  <a:gd name="T9" fmla="*/ 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2"/>
                    </a:moveTo>
                    <a:cubicBezTo>
                      <a:pt x="0" y="0"/>
                      <a:pt x="2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126">
                <a:extLst>
                  <a:ext uri="{FF2B5EF4-FFF2-40B4-BE49-F238E27FC236}">
                    <a16:creationId xmlns:a16="http://schemas.microsoft.com/office/drawing/2014/main" id="{BA32B211-458E-4CAE-BE44-5CDF139AD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94"/>
                <a:ext cx="16" cy="15"/>
              </a:xfrm>
              <a:custGeom>
                <a:avLst/>
                <a:gdLst>
                  <a:gd name="T0" fmla="*/ 0 w 12"/>
                  <a:gd name="T1" fmla="*/ 18 h 10"/>
                  <a:gd name="T2" fmla="*/ 15 w 12"/>
                  <a:gd name="T3" fmla="*/ 5 h 10"/>
                  <a:gd name="T4" fmla="*/ 28 w 12"/>
                  <a:gd name="T5" fmla="*/ 21 h 10"/>
                  <a:gd name="T6" fmla="*/ 15 w 12"/>
                  <a:gd name="T7" fmla="*/ 35 h 10"/>
                  <a:gd name="T8" fmla="*/ 0 w 12"/>
                  <a:gd name="T9" fmla="*/ 1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0" y="2"/>
                      <a:pt x="3" y="0"/>
                      <a:pt x="6" y="1"/>
                    </a:cubicBezTo>
                    <a:cubicBezTo>
                      <a:pt x="9" y="1"/>
                      <a:pt x="12" y="3"/>
                      <a:pt x="12" y="6"/>
                    </a:cubicBezTo>
                    <a:cubicBezTo>
                      <a:pt x="11" y="8"/>
                      <a:pt x="9" y="10"/>
                      <a:pt x="6" y="10"/>
                    </a:cubicBezTo>
                    <a:cubicBezTo>
                      <a:pt x="2" y="10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Freeform 127">
                <a:extLst>
                  <a:ext uri="{FF2B5EF4-FFF2-40B4-BE49-F238E27FC236}">
                    <a16:creationId xmlns:a16="http://schemas.microsoft.com/office/drawing/2014/main" id="{6BB352BA-BC55-447B-AB8D-8BDE86400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642"/>
                <a:ext cx="17" cy="7"/>
              </a:xfrm>
              <a:custGeom>
                <a:avLst/>
                <a:gdLst>
                  <a:gd name="T0" fmla="*/ 0 w 13"/>
                  <a:gd name="T1" fmla="*/ 6 h 5"/>
                  <a:gd name="T2" fmla="*/ 13 w 13"/>
                  <a:gd name="T3" fmla="*/ 0 h 5"/>
                  <a:gd name="T4" fmla="*/ 27 w 13"/>
                  <a:gd name="T5" fmla="*/ 8 h 5"/>
                  <a:gd name="T6" fmla="*/ 13 w 13"/>
                  <a:gd name="T7" fmla="*/ 14 h 5"/>
                  <a:gd name="T8" fmla="*/ 0 w 13"/>
                  <a:gd name="T9" fmla="*/ 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0" y="1"/>
                      <a:pt x="3" y="0"/>
                      <a:pt x="6" y="0"/>
                    </a:cubicBezTo>
                    <a:cubicBezTo>
                      <a:pt x="10" y="1"/>
                      <a:pt x="13" y="2"/>
                      <a:pt x="12" y="3"/>
                    </a:cubicBezTo>
                    <a:cubicBezTo>
                      <a:pt x="12" y="4"/>
                      <a:pt x="9" y="5"/>
                      <a:pt x="6" y="5"/>
                    </a:cubicBezTo>
                    <a:cubicBezTo>
                      <a:pt x="2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7" name="Freeform 128">
                <a:extLst>
                  <a:ext uri="{FF2B5EF4-FFF2-40B4-BE49-F238E27FC236}">
                    <a16:creationId xmlns:a16="http://schemas.microsoft.com/office/drawing/2014/main" id="{00636E0A-9FA1-41DE-ADC6-3E89B33D6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627"/>
                <a:ext cx="20" cy="14"/>
              </a:xfrm>
              <a:custGeom>
                <a:avLst/>
                <a:gdLst>
                  <a:gd name="T0" fmla="*/ 0 w 15"/>
                  <a:gd name="T1" fmla="*/ 11 h 10"/>
                  <a:gd name="T2" fmla="*/ 20 w 15"/>
                  <a:gd name="T3" fmla="*/ 0 h 10"/>
                  <a:gd name="T4" fmla="*/ 36 w 15"/>
                  <a:gd name="T5" fmla="*/ 14 h 10"/>
                  <a:gd name="T6" fmla="*/ 16 w 15"/>
                  <a:gd name="T7" fmla="*/ 25 h 10"/>
                  <a:gd name="T8" fmla="*/ 0 w 15"/>
                  <a:gd name="T9" fmla="*/ 1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4"/>
                    </a:moveTo>
                    <a:cubicBezTo>
                      <a:pt x="0" y="2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5"/>
                    </a:cubicBezTo>
                    <a:cubicBezTo>
                      <a:pt x="15" y="8"/>
                      <a:pt x="11" y="10"/>
                      <a:pt x="7" y="9"/>
                    </a:cubicBezTo>
                    <a:cubicBezTo>
                      <a:pt x="3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129">
                <a:extLst>
                  <a:ext uri="{FF2B5EF4-FFF2-40B4-BE49-F238E27FC236}">
                    <a16:creationId xmlns:a16="http://schemas.microsoft.com/office/drawing/2014/main" id="{C702BA86-36C1-4EEF-A0EC-3D2EEBC3F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01"/>
                <a:ext cx="15" cy="11"/>
              </a:xfrm>
              <a:custGeom>
                <a:avLst/>
                <a:gdLst>
                  <a:gd name="T0" fmla="*/ 0 w 12"/>
                  <a:gd name="T1" fmla="*/ 11 h 8"/>
                  <a:gd name="T2" fmla="*/ 13 w 12"/>
                  <a:gd name="T3" fmla="*/ 0 h 8"/>
                  <a:gd name="T4" fmla="*/ 24 w 12"/>
                  <a:gd name="T5" fmla="*/ 11 h 8"/>
                  <a:gd name="T6" fmla="*/ 13 w 12"/>
                  <a:gd name="T7" fmla="*/ 21 h 8"/>
                  <a:gd name="T8" fmla="*/ 0 w 12"/>
                  <a:gd name="T9" fmla="*/ 1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4"/>
                    </a:moveTo>
                    <a:cubicBezTo>
                      <a:pt x="0" y="1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4"/>
                    </a:cubicBezTo>
                    <a:cubicBezTo>
                      <a:pt x="11" y="7"/>
                      <a:pt x="9" y="8"/>
                      <a:pt x="6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130">
                <a:extLst>
                  <a:ext uri="{FF2B5EF4-FFF2-40B4-BE49-F238E27FC236}">
                    <a16:creationId xmlns:a16="http://schemas.microsoft.com/office/drawing/2014/main" id="{7266FDEF-8770-4472-8908-19E5B8A23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425"/>
                <a:ext cx="16" cy="10"/>
              </a:xfrm>
              <a:custGeom>
                <a:avLst/>
                <a:gdLst>
                  <a:gd name="T0" fmla="*/ 0 w 12"/>
                  <a:gd name="T1" fmla="*/ 9 h 7"/>
                  <a:gd name="T2" fmla="*/ 15 w 12"/>
                  <a:gd name="T3" fmla="*/ 0 h 7"/>
                  <a:gd name="T4" fmla="*/ 28 w 12"/>
                  <a:gd name="T5" fmla="*/ 13 h 7"/>
                  <a:gd name="T6" fmla="*/ 15 w 12"/>
                  <a:gd name="T7" fmla="*/ 20 h 7"/>
                  <a:gd name="T8" fmla="*/ 0 w 12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0" y="1"/>
                      <a:pt x="3" y="0"/>
                      <a:pt x="6" y="0"/>
                    </a:cubicBezTo>
                    <a:cubicBezTo>
                      <a:pt x="10" y="0"/>
                      <a:pt x="12" y="2"/>
                      <a:pt x="12" y="4"/>
                    </a:cubicBezTo>
                    <a:cubicBezTo>
                      <a:pt x="12" y="6"/>
                      <a:pt x="9" y="7"/>
                      <a:pt x="6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131">
                <a:extLst>
                  <a:ext uri="{FF2B5EF4-FFF2-40B4-BE49-F238E27FC236}">
                    <a16:creationId xmlns:a16="http://schemas.microsoft.com/office/drawing/2014/main" id="{1B31A0C4-E3B0-4B4D-8625-986195F78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328"/>
                <a:ext cx="18" cy="16"/>
              </a:xfrm>
              <a:custGeom>
                <a:avLst/>
                <a:gdLst>
                  <a:gd name="T0" fmla="*/ 0 w 13"/>
                  <a:gd name="T1" fmla="*/ 12 h 12"/>
                  <a:gd name="T2" fmla="*/ 19 w 13"/>
                  <a:gd name="T3" fmla="*/ 0 h 12"/>
                  <a:gd name="T4" fmla="*/ 35 w 13"/>
                  <a:gd name="T5" fmla="*/ 15 h 12"/>
                  <a:gd name="T6" fmla="*/ 15 w 13"/>
                  <a:gd name="T7" fmla="*/ 27 h 12"/>
                  <a:gd name="T8" fmla="*/ 0 w 13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0" y="2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9"/>
                      <a:pt x="10" y="12"/>
                      <a:pt x="6" y="11"/>
                    </a:cubicBezTo>
                    <a:cubicBezTo>
                      <a:pt x="3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132">
                <a:extLst>
                  <a:ext uri="{FF2B5EF4-FFF2-40B4-BE49-F238E27FC236}">
                    <a16:creationId xmlns:a16="http://schemas.microsoft.com/office/drawing/2014/main" id="{DFB3145E-6592-43AE-9141-69531463E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384"/>
                <a:ext cx="9" cy="7"/>
              </a:xfrm>
              <a:custGeom>
                <a:avLst/>
                <a:gdLst>
                  <a:gd name="T0" fmla="*/ 0 w 7"/>
                  <a:gd name="T1" fmla="*/ 6 h 5"/>
                  <a:gd name="T2" fmla="*/ 6 w 7"/>
                  <a:gd name="T3" fmla="*/ 0 h 5"/>
                  <a:gd name="T4" fmla="*/ 15 w 7"/>
                  <a:gd name="T5" fmla="*/ 8 h 5"/>
                  <a:gd name="T6" fmla="*/ 6 w 7"/>
                  <a:gd name="T7" fmla="*/ 14 h 5"/>
                  <a:gd name="T8" fmla="*/ 0 w 7"/>
                  <a:gd name="T9" fmla="*/ 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5" y="5"/>
                      <a:pt x="3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133">
                <a:extLst>
                  <a:ext uri="{FF2B5EF4-FFF2-40B4-BE49-F238E27FC236}">
                    <a16:creationId xmlns:a16="http://schemas.microsoft.com/office/drawing/2014/main" id="{09BED43B-908F-4E98-8062-642C15ECB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445"/>
                <a:ext cx="27" cy="25"/>
              </a:xfrm>
              <a:custGeom>
                <a:avLst/>
                <a:gdLst>
                  <a:gd name="T0" fmla="*/ 0 w 20"/>
                  <a:gd name="T1" fmla="*/ 21 h 18"/>
                  <a:gd name="T2" fmla="*/ 27 w 20"/>
                  <a:gd name="T3" fmla="*/ 0 h 18"/>
                  <a:gd name="T4" fmla="*/ 49 w 20"/>
                  <a:gd name="T5" fmla="*/ 26 h 18"/>
                  <a:gd name="T6" fmla="*/ 26 w 20"/>
                  <a:gd name="T7" fmla="*/ 49 h 18"/>
                  <a:gd name="T8" fmla="*/ 0 w 20"/>
                  <a:gd name="T9" fmla="*/ 2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1"/>
                      <a:pt x="20" y="5"/>
                      <a:pt x="20" y="10"/>
                    </a:cubicBezTo>
                    <a:cubicBezTo>
                      <a:pt x="20" y="15"/>
                      <a:pt x="15" y="18"/>
                      <a:pt x="10" y="18"/>
                    </a:cubicBezTo>
                    <a:cubicBezTo>
                      <a:pt x="4" y="17"/>
                      <a:pt x="0" y="13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134">
                <a:extLst>
                  <a:ext uri="{FF2B5EF4-FFF2-40B4-BE49-F238E27FC236}">
                    <a16:creationId xmlns:a16="http://schemas.microsoft.com/office/drawing/2014/main" id="{F2C734FB-4094-4F22-8EB2-B28C08AB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452"/>
                <a:ext cx="16" cy="12"/>
              </a:xfrm>
              <a:custGeom>
                <a:avLst/>
                <a:gdLst>
                  <a:gd name="T0" fmla="*/ 0 w 12"/>
                  <a:gd name="T1" fmla="*/ 9 h 9"/>
                  <a:gd name="T2" fmla="*/ 15 w 12"/>
                  <a:gd name="T3" fmla="*/ 0 h 9"/>
                  <a:gd name="T4" fmla="*/ 27 w 12"/>
                  <a:gd name="T5" fmla="*/ 12 h 9"/>
                  <a:gd name="T6" fmla="*/ 12 w 12"/>
                  <a:gd name="T7" fmla="*/ 21 h 9"/>
                  <a:gd name="T8" fmla="*/ 0 w 12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0" y="1"/>
                      <a:pt x="3" y="0"/>
                      <a:pt x="6" y="0"/>
                    </a:cubicBezTo>
                    <a:cubicBezTo>
                      <a:pt x="9" y="0"/>
                      <a:pt x="12" y="2"/>
                      <a:pt x="11" y="5"/>
                    </a:cubicBezTo>
                    <a:cubicBezTo>
                      <a:pt x="11" y="7"/>
                      <a:pt x="9" y="9"/>
                      <a:pt x="5" y="9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4" name="Freeform 135">
                <a:extLst>
                  <a:ext uri="{FF2B5EF4-FFF2-40B4-BE49-F238E27FC236}">
                    <a16:creationId xmlns:a16="http://schemas.microsoft.com/office/drawing/2014/main" id="{982CC566-8ABE-4522-8E81-204E34AAA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175"/>
                <a:ext cx="21" cy="21"/>
              </a:xfrm>
              <a:custGeom>
                <a:avLst/>
                <a:gdLst>
                  <a:gd name="T0" fmla="*/ 0 w 16"/>
                  <a:gd name="T1" fmla="*/ 20 h 15"/>
                  <a:gd name="T2" fmla="*/ 18 w 16"/>
                  <a:gd name="T3" fmla="*/ 1 h 15"/>
                  <a:gd name="T4" fmla="*/ 34 w 16"/>
                  <a:gd name="T5" fmla="*/ 21 h 15"/>
                  <a:gd name="T6" fmla="*/ 16 w 16"/>
                  <a:gd name="T7" fmla="*/ 41 h 15"/>
                  <a:gd name="T8" fmla="*/ 0 w 16"/>
                  <a:gd name="T9" fmla="*/ 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0" y="7"/>
                    </a:moveTo>
                    <a:cubicBezTo>
                      <a:pt x="1" y="3"/>
                      <a:pt x="4" y="0"/>
                      <a:pt x="8" y="1"/>
                    </a:cubicBezTo>
                    <a:cubicBezTo>
                      <a:pt x="12" y="1"/>
                      <a:pt x="16" y="4"/>
                      <a:pt x="15" y="8"/>
                    </a:cubicBezTo>
                    <a:cubicBezTo>
                      <a:pt x="15" y="12"/>
                      <a:pt x="12" y="15"/>
                      <a:pt x="7" y="15"/>
                    </a:cubicBezTo>
                    <a:cubicBezTo>
                      <a:pt x="3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5" name="Freeform 136">
                <a:extLst>
                  <a:ext uri="{FF2B5EF4-FFF2-40B4-BE49-F238E27FC236}">
                    <a16:creationId xmlns:a16="http://schemas.microsoft.com/office/drawing/2014/main" id="{63F25E9A-F778-42EB-BED4-863D6FF4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196"/>
                <a:ext cx="9" cy="9"/>
              </a:xfrm>
              <a:custGeom>
                <a:avLst/>
                <a:gdLst>
                  <a:gd name="T0" fmla="*/ 0 w 7"/>
                  <a:gd name="T1" fmla="*/ 8 h 6"/>
                  <a:gd name="T2" fmla="*/ 8 w 7"/>
                  <a:gd name="T3" fmla="*/ 0 h 6"/>
                  <a:gd name="T4" fmla="*/ 15 w 7"/>
                  <a:gd name="T5" fmla="*/ 12 h 6"/>
                  <a:gd name="T6" fmla="*/ 8 w 7"/>
                  <a:gd name="T7" fmla="*/ 21 h 6"/>
                  <a:gd name="T8" fmla="*/ 0 w 7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6" name="Freeform 137">
                <a:extLst>
                  <a:ext uri="{FF2B5EF4-FFF2-40B4-BE49-F238E27FC236}">
                    <a16:creationId xmlns:a16="http://schemas.microsoft.com/office/drawing/2014/main" id="{6AA2DA3C-DB3C-4A85-9A7C-F417DEB9C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583"/>
                <a:ext cx="27" cy="20"/>
              </a:xfrm>
              <a:custGeom>
                <a:avLst/>
                <a:gdLst>
                  <a:gd name="T0" fmla="*/ 0 w 20"/>
                  <a:gd name="T1" fmla="*/ 19 h 14"/>
                  <a:gd name="T2" fmla="*/ 27 w 20"/>
                  <a:gd name="T3" fmla="*/ 0 h 14"/>
                  <a:gd name="T4" fmla="*/ 49 w 20"/>
                  <a:gd name="T5" fmla="*/ 23 h 14"/>
                  <a:gd name="T6" fmla="*/ 26 w 20"/>
                  <a:gd name="T7" fmla="*/ 41 h 14"/>
                  <a:gd name="T8" fmla="*/ 0 w 20"/>
                  <a:gd name="T9" fmla="*/ 1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0" y="6"/>
                    </a:moveTo>
                    <a:cubicBezTo>
                      <a:pt x="1" y="3"/>
                      <a:pt x="5" y="0"/>
                      <a:pt x="11" y="0"/>
                    </a:cubicBezTo>
                    <a:cubicBezTo>
                      <a:pt x="16" y="1"/>
                      <a:pt x="20" y="4"/>
                      <a:pt x="20" y="8"/>
                    </a:cubicBezTo>
                    <a:cubicBezTo>
                      <a:pt x="20" y="12"/>
                      <a:pt x="15" y="14"/>
                      <a:pt x="10" y="14"/>
                    </a:cubicBezTo>
                    <a:cubicBezTo>
                      <a:pt x="4" y="14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138">
                <a:extLst>
                  <a:ext uri="{FF2B5EF4-FFF2-40B4-BE49-F238E27FC236}">
                    <a16:creationId xmlns:a16="http://schemas.microsoft.com/office/drawing/2014/main" id="{0DFD6310-56CF-4B80-9707-201BA96F3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584"/>
                <a:ext cx="11" cy="12"/>
              </a:xfrm>
              <a:custGeom>
                <a:avLst/>
                <a:gdLst>
                  <a:gd name="T0" fmla="*/ 0 w 8"/>
                  <a:gd name="T1" fmla="*/ 14 h 8"/>
                  <a:gd name="T2" fmla="*/ 11 w 8"/>
                  <a:gd name="T3" fmla="*/ 0 h 8"/>
                  <a:gd name="T4" fmla="*/ 21 w 8"/>
                  <a:gd name="T5" fmla="*/ 14 h 8"/>
                  <a:gd name="T6" fmla="*/ 11 w 8"/>
                  <a:gd name="T7" fmla="*/ 27 h 8"/>
                  <a:gd name="T8" fmla="*/ 0 w 8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139">
                <a:extLst>
                  <a:ext uri="{FF2B5EF4-FFF2-40B4-BE49-F238E27FC236}">
                    <a16:creationId xmlns:a16="http://schemas.microsoft.com/office/drawing/2014/main" id="{F7582611-FC79-4E5C-A5BA-C3BC03930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706"/>
                <a:ext cx="16" cy="12"/>
              </a:xfrm>
              <a:custGeom>
                <a:avLst/>
                <a:gdLst>
                  <a:gd name="T0" fmla="*/ 0 w 12"/>
                  <a:gd name="T1" fmla="*/ 9 h 9"/>
                  <a:gd name="T2" fmla="*/ 15 w 12"/>
                  <a:gd name="T3" fmla="*/ 0 h 9"/>
                  <a:gd name="T4" fmla="*/ 28 w 12"/>
                  <a:gd name="T5" fmla="*/ 12 h 9"/>
                  <a:gd name="T6" fmla="*/ 15 w 12"/>
                  <a:gd name="T7" fmla="*/ 20 h 9"/>
                  <a:gd name="T8" fmla="*/ 0 w 12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7"/>
                      <a:pt x="9" y="9"/>
                      <a:pt x="6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140">
                <a:extLst>
                  <a:ext uri="{FF2B5EF4-FFF2-40B4-BE49-F238E27FC236}">
                    <a16:creationId xmlns:a16="http://schemas.microsoft.com/office/drawing/2014/main" id="{680B4ACC-8897-418B-A925-67F17B16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665"/>
                <a:ext cx="13" cy="8"/>
              </a:xfrm>
              <a:custGeom>
                <a:avLst/>
                <a:gdLst>
                  <a:gd name="T0" fmla="*/ 0 w 10"/>
                  <a:gd name="T1" fmla="*/ 5 h 6"/>
                  <a:gd name="T2" fmla="*/ 12 w 10"/>
                  <a:gd name="T3" fmla="*/ 0 h 6"/>
                  <a:gd name="T4" fmla="*/ 22 w 10"/>
                  <a:gd name="T5" fmla="*/ 7 h 6"/>
                  <a:gd name="T6" fmla="*/ 12 w 10"/>
                  <a:gd name="T7" fmla="*/ 15 h 6"/>
                  <a:gd name="T8" fmla="*/ 0 w 10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8" y="0"/>
                      <a:pt x="10" y="1"/>
                      <a:pt x="10" y="3"/>
                    </a:cubicBezTo>
                    <a:cubicBezTo>
                      <a:pt x="9" y="5"/>
                      <a:pt x="7" y="6"/>
                      <a:pt x="5" y="6"/>
                    </a:cubicBezTo>
                    <a:cubicBezTo>
                      <a:pt x="2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141">
                <a:extLst>
                  <a:ext uri="{FF2B5EF4-FFF2-40B4-BE49-F238E27FC236}">
                    <a16:creationId xmlns:a16="http://schemas.microsoft.com/office/drawing/2014/main" id="{9E4B2ADA-6E75-49D2-80CD-456E9D40F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924"/>
                <a:ext cx="14" cy="12"/>
              </a:xfrm>
              <a:custGeom>
                <a:avLst/>
                <a:gdLst>
                  <a:gd name="T0" fmla="*/ 0 w 11"/>
                  <a:gd name="T1" fmla="*/ 14 h 8"/>
                  <a:gd name="T2" fmla="*/ 13 w 11"/>
                  <a:gd name="T3" fmla="*/ 0 h 8"/>
                  <a:gd name="T4" fmla="*/ 23 w 11"/>
                  <a:gd name="T5" fmla="*/ 18 h 8"/>
                  <a:gd name="T6" fmla="*/ 10 w 11"/>
                  <a:gd name="T7" fmla="*/ 27 h 8"/>
                  <a:gd name="T8" fmla="*/ 0 w 11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7"/>
                      <a:pt x="8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142">
                <a:extLst>
                  <a:ext uri="{FF2B5EF4-FFF2-40B4-BE49-F238E27FC236}">
                    <a16:creationId xmlns:a16="http://schemas.microsoft.com/office/drawing/2014/main" id="{2141F96A-CBAB-4BAC-BF99-2F025AF59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937"/>
                <a:ext cx="15" cy="11"/>
              </a:xfrm>
              <a:custGeom>
                <a:avLst/>
                <a:gdLst>
                  <a:gd name="T0" fmla="*/ 1 w 11"/>
                  <a:gd name="T1" fmla="*/ 11 h 8"/>
                  <a:gd name="T2" fmla="*/ 15 w 11"/>
                  <a:gd name="T3" fmla="*/ 0 h 8"/>
                  <a:gd name="T4" fmla="*/ 27 w 11"/>
                  <a:gd name="T5" fmla="*/ 11 h 8"/>
                  <a:gd name="T6" fmla="*/ 15 w 11"/>
                  <a:gd name="T7" fmla="*/ 21 h 8"/>
                  <a:gd name="T8" fmla="*/ 1 w 11"/>
                  <a:gd name="T9" fmla="*/ 1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" y="4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4"/>
                    </a:cubicBezTo>
                    <a:cubicBezTo>
                      <a:pt x="11" y="6"/>
                      <a:pt x="8" y="8"/>
                      <a:pt x="6" y="8"/>
                    </a:cubicBezTo>
                    <a:cubicBezTo>
                      <a:pt x="3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143">
                <a:extLst>
                  <a:ext uri="{FF2B5EF4-FFF2-40B4-BE49-F238E27FC236}">
                    <a16:creationId xmlns:a16="http://schemas.microsoft.com/office/drawing/2014/main" id="{F832B178-AA5C-4E8B-BF02-4173E8AB6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889"/>
                <a:ext cx="10" cy="11"/>
              </a:xfrm>
              <a:custGeom>
                <a:avLst/>
                <a:gdLst>
                  <a:gd name="T0" fmla="*/ 0 w 8"/>
                  <a:gd name="T1" fmla="*/ 11 h 8"/>
                  <a:gd name="T2" fmla="*/ 8 w 8"/>
                  <a:gd name="T3" fmla="*/ 0 h 8"/>
                  <a:gd name="T4" fmla="*/ 16 w 8"/>
                  <a:gd name="T5" fmla="*/ 11 h 8"/>
                  <a:gd name="T6" fmla="*/ 8 w 8"/>
                  <a:gd name="T7" fmla="*/ 21 h 8"/>
                  <a:gd name="T8" fmla="*/ 0 w 8"/>
                  <a:gd name="T9" fmla="*/ 1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8" y="2"/>
                      <a:pt x="8" y="4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Freeform 144">
                <a:extLst>
                  <a:ext uri="{FF2B5EF4-FFF2-40B4-BE49-F238E27FC236}">
                    <a16:creationId xmlns:a16="http://schemas.microsoft.com/office/drawing/2014/main" id="{CFA842CF-E8B1-480F-BC37-789E98B01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855"/>
                <a:ext cx="8" cy="3"/>
              </a:xfrm>
              <a:custGeom>
                <a:avLst/>
                <a:gdLst>
                  <a:gd name="T0" fmla="*/ 0 w 6"/>
                  <a:gd name="T1" fmla="*/ 5 h 2"/>
                  <a:gd name="T2" fmla="*/ 7 w 6"/>
                  <a:gd name="T3" fmla="*/ 0 h 2"/>
                  <a:gd name="T4" fmla="*/ 15 w 6"/>
                  <a:gd name="T5" fmla="*/ 5 h 2"/>
                  <a:gd name="T6" fmla="*/ 7 w 6"/>
                  <a:gd name="T7" fmla="*/ 8 h 2"/>
                  <a:gd name="T8" fmla="*/ 0 w 6"/>
                  <a:gd name="T9" fmla="*/ 5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0" y="0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1"/>
                    </a:cubicBezTo>
                    <a:cubicBezTo>
                      <a:pt x="6" y="2"/>
                      <a:pt x="4" y="2"/>
                      <a:pt x="3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4" name="Freeform 145">
                <a:extLst>
                  <a:ext uri="{FF2B5EF4-FFF2-40B4-BE49-F238E27FC236}">
                    <a16:creationId xmlns:a16="http://schemas.microsoft.com/office/drawing/2014/main" id="{B1255C74-89F5-4B60-818A-B239EBDB3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814"/>
                <a:ext cx="10" cy="10"/>
              </a:xfrm>
              <a:custGeom>
                <a:avLst/>
                <a:gdLst>
                  <a:gd name="T0" fmla="*/ 0 w 8"/>
                  <a:gd name="T1" fmla="*/ 9 h 7"/>
                  <a:gd name="T2" fmla="*/ 8 w 8"/>
                  <a:gd name="T3" fmla="*/ 0 h 7"/>
                  <a:gd name="T4" fmla="*/ 16 w 8"/>
                  <a:gd name="T5" fmla="*/ 13 h 7"/>
                  <a:gd name="T6" fmla="*/ 8 w 8"/>
                  <a:gd name="T7" fmla="*/ 20 h 7"/>
                  <a:gd name="T8" fmla="*/ 0 w 8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7"/>
                      <a:pt x="4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146">
                <a:extLst>
                  <a:ext uri="{FF2B5EF4-FFF2-40B4-BE49-F238E27FC236}">
                    <a16:creationId xmlns:a16="http://schemas.microsoft.com/office/drawing/2014/main" id="{EC0B577F-12A6-4595-B632-53702E273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043"/>
                <a:ext cx="22" cy="20"/>
              </a:xfrm>
              <a:custGeom>
                <a:avLst/>
                <a:gdLst>
                  <a:gd name="T0" fmla="*/ 0 w 17"/>
                  <a:gd name="T1" fmla="*/ 19 h 14"/>
                  <a:gd name="T2" fmla="*/ 21 w 17"/>
                  <a:gd name="T3" fmla="*/ 0 h 14"/>
                  <a:gd name="T4" fmla="*/ 36 w 17"/>
                  <a:gd name="T5" fmla="*/ 20 h 14"/>
                  <a:gd name="T6" fmla="*/ 17 w 17"/>
                  <a:gd name="T7" fmla="*/ 39 h 14"/>
                  <a:gd name="T8" fmla="*/ 0 w 17"/>
                  <a:gd name="T9" fmla="*/ 1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6"/>
                    </a:moveTo>
                    <a:cubicBezTo>
                      <a:pt x="0" y="2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7"/>
                    </a:cubicBezTo>
                    <a:cubicBezTo>
                      <a:pt x="17" y="11"/>
                      <a:pt x="13" y="14"/>
                      <a:pt x="8" y="13"/>
                    </a:cubicBezTo>
                    <a:cubicBezTo>
                      <a:pt x="3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6" name="Freeform 147">
                <a:extLst>
                  <a:ext uri="{FF2B5EF4-FFF2-40B4-BE49-F238E27FC236}">
                    <a16:creationId xmlns:a16="http://schemas.microsoft.com/office/drawing/2014/main" id="{A3B43207-29B2-4FD7-B488-DC429528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005"/>
                <a:ext cx="6" cy="13"/>
              </a:xfrm>
              <a:custGeom>
                <a:avLst/>
                <a:gdLst>
                  <a:gd name="T0" fmla="*/ 1 w 5"/>
                  <a:gd name="T1" fmla="*/ 13 h 9"/>
                  <a:gd name="T2" fmla="*/ 6 w 5"/>
                  <a:gd name="T3" fmla="*/ 0 h 9"/>
                  <a:gd name="T4" fmla="*/ 8 w 5"/>
                  <a:gd name="T5" fmla="*/ 14 h 9"/>
                  <a:gd name="T6" fmla="*/ 6 w 5"/>
                  <a:gd name="T7" fmla="*/ 27 h 9"/>
                  <a:gd name="T8" fmla="*/ 1 w 5"/>
                  <a:gd name="T9" fmla="*/ 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1" y="4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3" y="9"/>
                    </a:cubicBezTo>
                    <a:cubicBezTo>
                      <a:pt x="1" y="9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148">
                <a:extLst>
                  <a:ext uri="{FF2B5EF4-FFF2-40B4-BE49-F238E27FC236}">
                    <a16:creationId xmlns:a16="http://schemas.microsoft.com/office/drawing/2014/main" id="{4A84BB2F-C5F2-43F3-A6FD-ABF4A5224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984"/>
                <a:ext cx="13" cy="11"/>
              </a:xfrm>
              <a:custGeom>
                <a:avLst/>
                <a:gdLst>
                  <a:gd name="T0" fmla="*/ 0 w 10"/>
                  <a:gd name="T1" fmla="*/ 11 h 8"/>
                  <a:gd name="T2" fmla="*/ 12 w 10"/>
                  <a:gd name="T3" fmla="*/ 0 h 8"/>
                  <a:gd name="T4" fmla="*/ 22 w 10"/>
                  <a:gd name="T5" fmla="*/ 11 h 8"/>
                  <a:gd name="T6" fmla="*/ 12 w 10"/>
                  <a:gd name="T7" fmla="*/ 21 h 8"/>
                  <a:gd name="T8" fmla="*/ 0 w 10"/>
                  <a:gd name="T9" fmla="*/ 1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4"/>
                    </a:moveTo>
                    <a:cubicBezTo>
                      <a:pt x="0" y="1"/>
                      <a:pt x="2" y="0"/>
                      <a:pt x="5" y="0"/>
                    </a:cubicBezTo>
                    <a:cubicBezTo>
                      <a:pt x="8" y="0"/>
                      <a:pt x="10" y="2"/>
                      <a:pt x="10" y="4"/>
                    </a:cubicBezTo>
                    <a:cubicBezTo>
                      <a:pt x="10" y="7"/>
                      <a:pt x="8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149">
                <a:extLst>
                  <a:ext uri="{FF2B5EF4-FFF2-40B4-BE49-F238E27FC236}">
                    <a16:creationId xmlns:a16="http://schemas.microsoft.com/office/drawing/2014/main" id="{B6B61BE2-FD68-4A1E-9076-0A9E4D3FA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924"/>
                <a:ext cx="8" cy="9"/>
              </a:xfrm>
              <a:custGeom>
                <a:avLst/>
                <a:gdLst>
                  <a:gd name="T0" fmla="*/ 0 w 6"/>
                  <a:gd name="T1" fmla="*/ 12 h 6"/>
                  <a:gd name="T2" fmla="*/ 7 w 6"/>
                  <a:gd name="T3" fmla="*/ 0 h 6"/>
                  <a:gd name="T4" fmla="*/ 15 w 6"/>
                  <a:gd name="T5" fmla="*/ 12 h 6"/>
                  <a:gd name="T6" fmla="*/ 7 w 6"/>
                  <a:gd name="T7" fmla="*/ 21 h 6"/>
                  <a:gd name="T8" fmla="*/ 0 w 6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150">
                <a:extLst>
                  <a:ext uri="{FF2B5EF4-FFF2-40B4-BE49-F238E27FC236}">
                    <a16:creationId xmlns:a16="http://schemas.microsoft.com/office/drawing/2014/main" id="{7E1A9747-0EBD-4594-83CB-BEAE8DD22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1916"/>
                <a:ext cx="24" cy="21"/>
              </a:xfrm>
              <a:custGeom>
                <a:avLst/>
                <a:gdLst>
                  <a:gd name="T0" fmla="*/ 0 w 18"/>
                  <a:gd name="T1" fmla="*/ 20 h 15"/>
                  <a:gd name="T2" fmla="*/ 21 w 18"/>
                  <a:gd name="T3" fmla="*/ 0 h 15"/>
                  <a:gd name="T4" fmla="*/ 43 w 18"/>
                  <a:gd name="T5" fmla="*/ 21 h 15"/>
                  <a:gd name="T6" fmla="*/ 21 w 18"/>
                  <a:gd name="T7" fmla="*/ 39 h 15"/>
                  <a:gd name="T8" fmla="*/ 0 w 18"/>
                  <a:gd name="T9" fmla="*/ 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0" y="7"/>
                    </a:moveTo>
                    <a:cubicBezTo>
                      <a:pt x="1" y="3"/>
                      <a:pt x="5" y="0"/>
                      <a:pt x="9" y="0"/>
                    </a:cubicBezTo>
                    <a:cubicBezTo>
                      <a:pt x="14" y="1"/>
                      <a:pt x="18" y="4"/>
                      <a:pt x="18" y="8"/>
                    </a:cubicBezTo>
                    <a:cubicBezTo>
                      <a:pt x="17" y="12"/>
                      <a:pt x="13" y="15"/>
                      <a:pt x="9" y="14"/>
                    </a:cubicBezTo>
                    <a:cubicBezTo>
                      <a:pt x="4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151">
                <a:extLst>
                  <a:ext uri="{FF2B5EF4-FFF2-40B4-BE49-F238E27FC236}">
                    <a16:creationId xmlns:a16="http://schemas.microsoft.com/office/drawing/2014/main" id="{F3563F32-3809-422B-856A-EABC5F4D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896"/>
                <a:ext cx="12" cy="12"/>
              </a:xfrm>
              <a:custGeom>
                <a:avLst/>
                <a:gdLst>
                  <a:gd name="T0" fmla="*/ 0 w 9"/>
                  <a:gd name="T1" fmla="*/ 14 h 8"/>
                  <a:gd name="T2" fmla="*/ 12 w 9"/>
                  <a:gd name="T3" fmla="*/ 5 h 8"/>
                  <a:gd name="T4" fmla="*/ 21 w 9"/>
                  <a:gd name="T5" fmla="*/ 14 h 8"/>
                  <a:gd name="T6" fmla="*/ 9 w 9"/>
                  <a:gd name="T7" fmla="*/ 27 h 8"/>
                  <a:gd name="T8" fmla="*/ 0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4"/>
                    </a:moveTo>
                    <a:cubicBezTo>
                      <a:pt x="0" y="2"/>
                      <a:pt x="2" y="0"/>
                      <a:pt x="5" y="1"/>
                    </a:cubicBezTo>
                    <a:cubicBezTo>
                      <a:pt x="7" y="1"/>
                      <a:pt x="9" y="2"/>
                      <a:pt x="9" y="4"/>
                    </a:cubicBezTo>
                    <a:cubicBezTo>
                      <a:pt x="9" y="6"/>
                      <a:pt x="7" y="8"/>
                      <a:pt x="4" y="8"/>
                    </a:cubicBezTo>
                    <a:cubicBezTo>
                      <a:pt x="2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152">
                <a:extLst>
                  <a:ext uri="{FF2B5EF4-FFF2-40B4-BE49-F238E27FC236}">
                    <a16:creationId xmlns:a16="http://schemas.microsoft.com/office/drawing/2014/main" id="{C7611A7A-4CF7-4E1F-8A80-DD645A4AC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1590"/>
                <a:ext cx="16" cy="24"/>
              </a:xfrm>
              <a:custGeom>
                <a:avLst/>
                <a:gdLst>
                  <a:gd name="T0" fmla="*/ 0 w 12"/>
                  <a:gd name="T1" fmla="*/ 23 h 17"/>
                  <a:gd name="T2" fmla="*/ 16 w 12"/>
                  <a:gd name="T3" fmla="*/ 0 h 17"/>
                  <a:gd name="T4" fmla="*/ 28 w 12"/>
                  <a:gd name="T5" fmla="*/ 25 h 17"/>
                  <a:gd name="T6" fmla="*/ 15 w 12"/>
                  <a:gd name="T7" fmla="*/ 45 h 17"/>
                  <a:gd name="T8" fmla="*/ 0 w 12"/>
                  <a:gd name="T9" fmla="*/ 2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8"/>
                    </a:moveTo>
                    <a:cubicBezTo>
                      <a:pt x="1" y="4"/>
                      <a:pt x="4" y="0"/>
                      <a:pt x="7" y="0"/>
                    </a:cubicBezTo>
                    <a:cubicBezTo>
                      <a:pt x="10" y="1"/>
                      <a:pt x="12" y="4"/>
                      <a:pt x="12" y="9"/>
                    </a:cubicBezTo>
                    <a:cubicBezTo>
                      <a:pt x="12" y="13"/>
                      <a:pt x="9" y="17"/>
                      <a:pt x="6" y="16"/>
                    </a:cubicBezTo>
                    <a:cubicBezTo>
                      <a:pt x="3" y="16"/>
                      <a:pt x="0" y="12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Freeform 153">
                <a:extLst>
                  <a:ext uri="{FF2B5EF4-FFF2-40B4-BE49-F238E27FC236}">
                    <a16:creationId xmlns:a16="http://schemas.microsoft.com/office/drawing/2014/main" id="{9DE75B91-33EB-42D8-80F9-4C1C62E53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1622"/>
                <a:ext cx="21" cy="15"/>
              </a:xfrm>
              <a:custGeom>
                <a:avLst/>
                <a:gdLst>
                  <a:gd name="T0" fmla="*/ 0 w 16"/>
                  <a:gd name="T1" fmla="*/ 18 h 10"/>
                  <a:gd name="T2" fmla="*/ 18 w 16"/>
                  <a:gd name="T3" fmla="*/ 5 h 10"/>
                  <a:gd name="T4" fmla="*/ 37 w 16"/>
                  <a:gd name="T5" fmla="*/ 21 h 10"/>
                  <a:gd name="T6" fmla="*/ 18 w 16"/>
                  <a:gd name="T7" fmla="*/ 35 h 10"/>
                  <a:gd name="T8" fmla="*/ 0 w 16"/>
                  <a:gd name="T9" fmla="*/ 1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cubicBezTo>
                      <a:pt x="0" y="2"/>
                      <a:pt x="4" y="0"/>
                      <a:pt x="8" y="1"/>
                    </a:cubicBezTo>
                    <a:cubicBezTo>
                      <a:pt x="13" y="1"/>
                      <a:pt x="16" y="3"/>
                      <a:pt x="16" y="6"/>
                    </a:cubicBezTo>
                    <a:cubicBezTo>
                      <a:pt x="16" y="8"/>
                      <a:pt x="12" y="10"/>
                      <a:pt x="8" y="10"/>
                    </a:cubicBezTo>
                    <a:cubicBezTo>
                      <a:pt x="3" y="10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3" name="Freeform 154">
                <a:extLst>
                  <a:ext uri="{FF2B5EF4-FFF2-40B4-BE49-F238E27FC236}">
                    <a16:creationId xmlns:a16="http://schemas.microsoft.com/office/drawing/2014/main" id="{87E535AD-333F-4313-A024-65E36D333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737"/>
                <a:ext cx="16" cy="11"/>
              </a:xfrm>
              <a:custGeom>
                <a:avLst/>
                <a:gdLst>
                  <a:gd name="T0" fmla="*/ 0 w 12"/>
                  <a:gd name="T1" fmla="*/ 11 h 8"/>
                  <a:gd name="T2" fmla="*/ 16 w 12"/>
                  <a:gd name="T3" fmla="*/ 0 h 8"/>
                  <a:gd name="T4" fmla="*/ 28 w 12"/>
                  <a:gd name="T5" fmla="*/ 11 h 8"/>
                  <a:gd name="T6" fmla="*/ 15 w 12"/>
                  <a:gd name="T7" fmla="*/ 21 h 8"/>
                  <a:gd name="T8" fmla="*/ 0 w 12"/>
                  <a:gd name="T9" fmla="*/ 1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4"/>
                    </a:moveTo>
                    <a:cubicBezTo>
                      <a:pt x="1" y="1"/>
                      <a:pt x="3" y="0"/>
                      <a:pt x="7" y="0"/>
                    </a:cubicBezTo>
                    <a:cubicBezTo>
                      <a:pt x="10" y="0"/>
                      <a:pt x="12" y="2"/>
                      <a:pt x="12" y="4"/>
                    </a:cubicBezTo>
                    <a:cubicBezTo>
                      <a:pt x="12" y="7"/>
                      <a:pt x="9" y="8"/>
                      <a:pt x="6" y="8"/>
                    </a:cubicBezTo>
                    <a:cubicBezTo>
                      <a:pt x="3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Freeform 155">
                <a:extLst>
                  <a:ext uri="{FF2B5EF4-FFF2-40B4-BE49-F238E27FC236}">
                    <a16:creationId xmlns:a16="http://schemas.microsoft.com/office/drawing/2014/main" id="{9A56BA48-1EB5-4950-A1A0-20A4040BF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717"/>
                <a:ext cx="55" cy="138"/>
              </a:xfrm>
              <a:custGeom>
                <a:avLst/>
                <a:gdLst>
                  <a:gd name="T0" fmla="*/ 38 w 42"/>
                  <a:gd name="T1" fmla="*/ 6 h 98"/>
                  <a:gd name="T2" fmla="*/ 9 w 42"/>
                  <a:gd name="T3" fmla="*/ 273 h 98"/>
                  <a:gd name="T4" fmla="*/ 21 w 42"/>
                  <a:gd name="T5" fmla="*/ 166 h 98"/>
                  <a:gd name="T6" fmla="*/ 0 w 42"/>
                  <a:gd name="T7" fmla="*/ 213 h 98"/>
                  <a:gd name="T8" fmla="*/ 38 w 42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8">
                    <a:moveTo>
                      <a:pt x="17" y="2"/>
                    </a:moveTo>
                    <a:cubicBezTo>
                      <a:pt x="42" y="30"/>
                      <a:pt x="2" y="68"/>
                      <a:pt x="4" y="98"/>
                    </a:cubicBezTo>
                    <a:cubicBezTo>
                      <a:pt x="1" y="88"/>
                      <a:pt x="5" y="70"/>
                      <a:pt x="9" y="60"/>
                    </a:cubicBezTo>
                    <a:cubicBezTo>
                      <a:pt x="6" y="66"/>
                      <a:pt x="3" y="71"/>
                      <a:pt x="0" y="76"/>
                    </a:cubicBezTo>
                    <a:cubicBezTo>
                      <a:pt x="3" y="49"/>
                      <a:pt x="16" y="26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156">
                <a:extLst>
                  <a:ext uri="{FF2B5EF4-FFF2-40B4-BE49-F238E27FC236}">
                    <a16:creationId xmlns:a16="http://schemas.microsoft.com/office/drawing/2014/main" id="{A989E084-2B24-488A-9CE5-0F9B6761C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693"/>
                <a:ext cx="220" cy="137"/>
              </a:xfrm>
              <a:custGeom>
                <a:avLst/>
                <a:gdLst>
                  <a:gd name="T0" fmla="*/ 387 w 166"/>
                  <a:gd name="T1" fmla="*/ 32 h 97"/>
                  <a:gd name="T2" fmla="*/ 144 w 166"/>
                  <a:gd name="T3" fmla="*/ 110 h 97"/>
                  <a:gd name="T4" fmla="*/ 60 w 166"/>
                  <a:gd name="T5" fmla="*/ 193 h 97"/>
                  <a:gd name="T6" fmla="*/ 16 w 166"/>
                  <a:gd name="T7" fmla="*/ 209 h 97"/>
                  <a:gd name="T8" fmla="*/ 195 w 166"/>
                  <a:gd name="T9" fmla="*/ 20 h 97"/>
                  <a:gd name="T10" fmla="*/ 382 w 166"/>
                  <a:gd name="T11" fmla="*/ 34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97">
                    <a:moveTo>
                      <a:pt x="166" y="11"/>
                    </a:moveTo>
                    <a:cubicBezTo>
                      <a:pt x="129" y="19"/>
                      <a:pt x="96" y="22"/>
                      <a:pt x="62" y="39"/>
                    </a:cubicBezTo>
                    <a:cubicBezTo>
                      <a:pt x="46" y="47"/>
                      <a:pt x="37" y="57"/>
                      <a:pt x="26" y="69"/>
                    </a:cubicBezTo>
                    <a:cubicBezTo>
                      <a:pt x="18" y="78"/>
                      <a:pt x="0" y="97"/>
                      <a:pt x="7" y="74"/>
                    </a:cubicBezTo>
                    <a:cubicBezTo>
                      <a:pt x="16" y="41"/>
                      <a:pt x="54" y="15"/>
                      <a:pt x="84" y="7"/>
                    </a:cubicBezTo>
                    <a:cubicBezTo>
                      <a:pt x="110" y="0"/>
                      <a:pt x="141" y="1"/>
                      <a:pt x="164" y="12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157">
                <a:extLst>
                  <a:ext uri="{FF2B5EF4-FFF2-40B4-BE49-F238E27FC236}">
                    <a16:creationId xmlns:a16="http://schemas.microsoft.com/office/drawing/2014/main" id="{7081A853-5390-4FDA-A916-AC82A6BD9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1641"/>
                <a:ext cx="736" cy="355"/>
              </a:xfrm>
              <a:custGeom>
                <a:avLst/>
                <a:gdLst>
                  <a:gd name="T0" fmla="*/ 1197 w 556"/>
                  <a:gd name="T1" fmla="*/ 348 h 252"/>
                  <a:gd name="T2" fmla="*/ 639 w 556"/>
                  <a:gd name="T3" fmla="*/ 11 h 252"/>
                  <a:gd name="T4" fmla="*/ 65 w 556"/>
                  <a:gd name="T5" fmla="*/ 213 h 252"/>
                  <a:gd name="T6" fmla="*/ 520 w 556"/>
                  <a:gd name="T7" fmla="*/ 693 h 252"/>
                  <a:gd name="T8" fmla="*/ 1197 w 556"/>
                  <a:gd name="T9" fmla="*/ 348 h 2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6" h="252">
                    <a:moveTo>
                      <a:pt x="516" y="124"/>
                    </a:moveTo>
                    <a:cubicBezTo>
                      <a:pt x="516" y="124"/>
                      <a:pt x="392" y="0"/>
                      <a:pt x="276" y="4"/>
                    </a:cubicBezTo>
                    <a:cubicBezTo>
                      <a:pt x="160" y="8"/>
                      <a:pt x="56" y="0"/>
                      <a:pt x="28" y="76"/>
                    </a:cubicBezTo>
                    <a:cubicBezTo>
                      <a:pt x="0" y="152"/>
                      <a:pt x="112" y="252"/>
                      <a:pt x="224" y="248"/>
                    </a:cubicBezTo>
                    <a:cubicBezTo>
                      <a:pt x="336" y="244"/>
                      <a:pt x="556" y="172"/>
                      <a:pt x="516" y="124"/>
                    </a:cubicBezTo>
                    <a:close/>
                  </a:path>
                </a:pathLst>
              </a:custGeom>
              <a:solidFill>
                <a:srgbClr val="F92626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158">
                <a:extLst>
                  <a:ext uri="{FF2B5EF4-FFF2-40B4-BE49-F238E27FC236}">
                    <a16:creationId xmlns:a16="http://schemas.microsoft.com/office/drawing/2014/main" id="{D4CA8EF9-269C-4EF1-9E64-DA23768E7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686"/>
                <a:ext cx="497" cy="179"/>
              </a:xfrm>
              <a:custGeom>
                <a:avLst/>
                <a:gdLst>
                  <a:gd name="T0" fmla="*/ 868 w 376"/>
                  <a:gd name="T1" fmla="*/ 247 h 127"/>
                  <a:gd name="T2" fmla="*/ 407 w 376"/>
                  <a:gd name="T3" fmla="*/ 25 h 127"/>
                  <a:gd name="T4" fmla="*/ 0 w 376"/>
                  <a:gd name="T5" fmla="*/ 204 h 127"/>
                  <a:gd name="T6" fmla="*/ 102 w 376"/>
                  <a:gd name="T7" fmla="*/ 258 h 127"/>
                  <a:gd name="T8" fmla="*/ 174 w 376"/>
                  <a:gd name="T9" fmla="*/ 335 h 127"/>
                  <a:gd name="T10" fmla="*/ 435 w 376"/>
                  <a:gd name="T11" fmla="*/ 292 h 127"/>
                  <a:gd name="T12" fmla="*/ 868 w 376"/>
                  <a:gd name="T13" fmla="*/ 234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6" h="127">
                    <a:moveTo>
                      <a:pt x="376" y="88"/>
                    </a:moveTo>
                    <a:cubicBezTo>
                      <a:pt x="349" y="34"/>
                      <a:pt x="231" y="0"/>
                      <a:pt x="176" y="9"/>
                    </a:cubicBezTo>
                    <a:cubicBezTo>
                      <a:pt x="159" y="72"/>
                      <a:pt x="47" y="36"/>
                      <a:pt x="0" y="73"/>
                    </a:cubicBezTo>
                    <a:cubicBezTo>
                      <a:pt x="13" y="92"/>
                      <a:pt x="28" y="81"/>
                      <a:pt x="44" y="92"/>
                    </a:cubicBezTo>
                    <a:cubicBezTo>
                      <a:pt x="61" y="104"/>
                      <a:pt x="52" y="114"/>
                      <a:pt x="76" y="120"/>
                    </a:cubicBezTo>
                    <a:cubicBezTo>
                      <a:pt x="101" y="127"/>
                      <a:pt x="159" y="105"/>
                      <a:pt x="188" y="104"/>
                    </a:cubicBezTo>
                    <a:cubicBezTo>
                      <a:pt x="218" y="103"/>
                      <a:pt x="375" y="109"/>
                      <a:pt x="376" y="84"/>
                    </a:cubicBezTo>
                  </a:path>
                </a:pathLst>
              </a:custGeom>
              <a:solidFill>
                <a:srgbClr val="EA1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159">
                <a:extLst>
                  <a:ext uri="{FF2B5EF4-FFF2-40B4-BE49-F238E27FC236}">
                    <a16:creationId xmlns:a16="http://schemas.microsoft.com/office/drawing/2014/main" id="{D69114D0-EC0B-4186-9E2B-8CD9EAF69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713"/>
                <a:ext cx="90" cy="49"/>
              </a:xfrm>
              <a:custGeom>
                <a:avLst/>
                <a:gdLst>
                  <a:gd name="T0" fmla="*/ 158 w 68"/>
                  <a:gd name="T1" fmla="*/ 57 h 35"/>
                  <a:gd name="T2" fmla="*/ 0 w 68"/>
                  <a:gd name="T3" fmla="*/ 25 h 35"/>
                  <a:gd name="T4" fmla="*/ 139 w 68"/>
                  <a:gd name="T5" fmla="*/ 5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5">
                    <a:moveTo>
                      <a:pt x="68" y="21"/>
                    </a:moveTo>
                    <a:cubicBezTo>
                      <a:pt x="51" y="4"/>
                      <a:pt x="22" y="0"/>
                      <a:pt x="0" y="9"/>
                    </a:cubicBezTo>
                    <a:cubicBezTo>
                      <a:pt x="5" y="35"/>
                      <a:pt x="40" y="33"/>
                      <a:pt x="60" y="21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160">
                <a:extLst>
                  <a:ext uri="{FF2B5EF4-FFF2-40B4-BE49-F238E27FC236}">
                    <a16:creationId xmlns:a16="http://schemas.microsoft.com/office/drawing/2014/main" id="{D1427349-B726-4AB4-B7E8-FE56118FF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769"/>
                <a:ext cx="95" cy="62"/>
              </a:xfrm>
              <a:custGeom>
                <a:avLst/>
                <a:gdLst>
                  <a:gd name="T0" fmla="*/ 146 w 72"/>
                  <a:gd name="T1" fmla="*/ 48 h 44"/>
                  <a:gd name="T2" fmla="*/ 34 w 72"/>
                  <a:gd name="T3" fmla="*/ 82 h 44"/>
                  <a:gd name="T4" fmla="*/ 165 w 72"/>
                  <a:gd name="T5" fmla="*/ 93 h 44"/>
                  <a:gd name="T6" fmla="*/ 110 w 72"/>
                  <a:gd name="T7" fmla="*/ 4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4">
                    <a:moveTo>
                      <a:pt x="64" y="17"/>
                    </a:moveTo>
                    <a:cubicBezTo>
                      <a:pt x="51" y="10"/>
                      <a:pt x="0" y="0"/>
                      <a:pt x="15" y="29"/>
                    </a:cubicBezTo>
                    <a:cubicBezTo>
                      <a:pt x="23" y="44"/>
                      <a:pt x="64" y="40"/>
                      <a:pt x="72" y="33"/>
                    </a:cubicBezTo>
                    <a:cubicBezTo>
                      <a:pt x="67" y="22"/>
                      <a:pt x="59" y="18"/>
                      <a:pt x="48" y="17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Freeform 161">
                <a:extLst>
                  <a:ext uri="{FF2B5EF4-FFF2-40B4-BE49-F238E27FC236}">
                    <a16:creationId xmlns:a16="http://schemas.microsoft.com/office/drawing/2014/main" id="{39F2CA2F-2F95-464F-8482-0BF13C1B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772"/>
                <a:ext cx="68" cy="66"/>
              </a:xfrm>
              <a:custGeom>
                <a:avLst/>
                <a:gdLst>
                  <a:gd name="T0" fmla="*/ 121 w 51"/>
                  <a:gd name="T1" fmla="*/ 63 h 47"/>
                  <a:gd name="T2" fmla="*/ 5 w 51"/>
                  <a:gd name="T3" fmla="*/ 63 h 47"/>
                  <a:gd name="T4" fmla="*/ 121 w 51"/>
                  <a:gd name="T5" fmla="*/ 6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7">
                    <a:moveTo>
                      <a:pt x="51" y="23"/>
                    </a:moveTo>
                    <a:cubicBezTo>
                      <a:pt x="43" y="12"/>
                      <a:pt x="5" y="0"/>
                      <a:pt x="2" y="23"/>
                    </a:cubicBezTo>
                    <a:cubicBezTo>
                      <a:pt x="0" y="47"/>
                      <a:pt x="42" y="33"/>
                      <a:pt x="51" y="23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1" name="Freeform 162">
                <a:extLst>
                  <a:ext uri="{FF2B5EF4-FFF2-40B4-BE49-F238E27FC236}">
                    <a16:creationId xmlns:a16="http://schemas.microsoft.com/office/drawing/2014/main" id="{A78103D1-51A1-490C-805D-3FDCA343E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137"/>
                <a:ext cx="519" cy="411"/>
              </a:xfrm>
              <a:custGeom>
                <a:avLst/>
                <a:gdLst>
                  <a:gd name="T0" fmla="*/ 85 w 392"/>
                  <a:gd name="T1" fmla="*/ 280 h 291"/>
                  <a:gd name="T2" fmla="*/ 518 w 392"/>
                  <a:gd name="T3" fmla="*/ 237 h 291"/>
                  <a:gd name="T4" fmla="*/ 789 w 392"/>
                  <a:gd name="T5" fmla="*/ 819 h 291"/>
                  <a:gd name="T6" fmla="*/ 388 w 392"/>
                  <a:gd name="T7" fmla="*/ 722 h 291"/>
                  <a:gd name="T8" fmla="*/ 79 w 392"/>
                  <a:gd name="T9" fmla="*/ 662 h 291"/>
                  <a:gd name="T10" fmla="*/ 85 w 392"/>
                  <a:gd name="T11" fmla="*/ 280 h 2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2" h="291">
                    <a:moveTo>
                      <a:pt x="36" y="99"/>
                    </a:moveTo>
                    <a:cubicBezTo>
                      <a:pt x="36" y="99"/>
                      <a:pt x="54" y="0"/>
                      <a:pt x="223" y="84"/>
                    </a:cubicBezTo>
                    <a:cubicBezTo>
                      <a:pt x="392" y="167"/>
                      <a:pt x="378" y="230"/>
                      <a:pt x="340" y="291"/>
                    </a:cubicBezTo>
                    <a:cubicBezTo>
                      <a:pt x="340" y="291"/>
                      <a:pt x="207" y="267"/>
                      <a:pt x="167" y="256"/>
                    </a:cubicBezTo>
                    <a:cubicBezTo>
                      <a:pt x="127" y="246"/>
                      <a:pt x="69" y="284"/>
                      <a:pt x="34" y="235"/>
                    </a:cubicBezTo>
                    <a:cubicBezTo>
                      <a:pt x="0" y="187"/>
                      <a:pt x="36" y="99"/>
                      <a:pt x="36" y="99"/>
                    </a:cubicBezTo>
                    <a:close/>
                  </a:path>
                </a:pathLst>
              </a:custGeom>
              <a:solidFill>
                <a:srgbClr val="F92626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Freeform 163">
                <a:extLst>
                  <a:ext uri="{FF2B5EF4-FFF2-40B4-BE49-F238E27FC236}">
                    <a16:creationId xmlns:a16="http://schemas.microsoft.com/office/drawing/2014/main" id="{D2FDCB5D-06AB-4884-AACB-ED9B85AB6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254"/>
                <a:ext cx="289" cy="240"/>
              </a:xfrm>
              <a:custGeom>
                <a:avLst/>
                <a:gdLst>
                  <a:gd name="T0" fmla="*/ 33 w 218"/>
                  <a:gd name="T1" fmla="*/ 208 h 170"/>
                  <a:gd name="T2" fmla="*/ 49 w 218"/>
                  <a:gd name="T3" fmla="*/ 23 h 170"/>
                  <a:gd name="T4" fmla="*/ 167 w 218"/>
                  <a:gd name="T5" fmla="*/ 23 h 170"/>
                  <a:gd name="T6" fmla="*/ 200 w 218"/>
                  <a:gd name="T7" fmla="*/ 68 h 170"/>
                  <a:gd name="T8" fmla="*/ 260 w 218"/>
                  <a:gd name="T9" fmla="*/ 49 h 170"/>
                  <a:gd name="T10" fmla="*/ 363 w 218"/>
                  <a:gd name="T11" fmla="*/ 110 h 170"/>
                  <a:gd name="T12" fmla="*/ 427 w 218"/>
                  <a:gd name="T13" fmla="*/ 253 h 170"/>
                  <a:gd name="T14" fmla="*/ 492 w 218"/>
                  <a:gd name="T15" fmla="*/ 354 h 170"/>
                  <a:gd name="T16" fmla="*/ 501 w 218"/>
                  <a:gd name="T17" fmla="*/ 395 h 170"/>
                  <a:gd name="T18" fmla="*/ 444 w 218"/>
                  <a:gd name="T19" fmla="*/ 436 h 170"/>
                  <a:gd name="T20" fmla="*/ 355 w 218"/>
                  <a:gd name="T21" fmla="*/ 479 h 170"/>
                  <a:gd name="T22" fmla="*/ 322 w 218"/>
                  <a:gd name="T23" fmla="*/ 361 h 170"/>
                  <a:gd name="T24" fmla="*/ 345 w 218"/>
                  <a:gd name="T25" fmla="*/ 271 h 170"/>
                  <a:gd name="T26" fmla="*/ 288 w 218"/>
                  <a:gd name="T27" fmla="*/ 239 h 170"/>
                  <a:gd name="T28" fmla="*/ 233 w 218"/>
                  <a:gd name="T29" fmla="*/ 150 h 170"/>
                  <a:gd name="T30" fmla="*/ 195 w 218"/>
                  <a:gd name="T31" fmla="*/ 151 h 170"/>
                  <a:gd name="T32" fmla="*/ 147 w 218"/>
                  <a:gd name="T33" fmla="*/ 121 h 170"/>
                  <a:gd name="T34" fmla="*/ 65 w 218"/>
                  <a:gd name="T35" fmla="*/ 131 h 170"/>
                  <a:gd name="T36" fmla="*/ 27 w 218"/>
                  <a:gd name="T37" fmla="*/ 213 h 1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8" h="170">
                    <a:moveTo>
                      <a:pt x="14" y="74"/>
                    </a:moveTo>
                    <a:cubicBezTo>
                      <a:pt x="0" y="59"/>
                      <a:pt x="5" y="18"/>
                      <a:pt x="21" y="8"/>
                    </a:cubicBezTo>
                    <a:cubicBezTo>
                      <a:pt x="33" y="1"/>
                      <a:pt x="60" y="0"/>
                      <a:pt x="72" y="8"/>
                    </a:cubicBezTo>
                    <a:cubicBezTo>
                      <a:pt x="78" y="12"/>
                      <a:pt x="78" y="22"/>
                      <a:pt x="86" y="24"/>
                    </a:cubicBezTo>
                    <a:cubicBezTo>
                      <a:pt x="93" y="26"/>
                      <a:pt x="103" y="18"/>
                      <a:pt x="112" y="18"/>
                    </a:cubicBezTo>
                    <a:cubicBezTo>
                      <a:pt x="126" y="19"/>
                      <a:pt x="147" y="28"/>
                      <a:pt x="156" y="39"/>
                    </a:cubicBezTo>
                    <a:cubicBezTo>
                      <a:pt x="170" y="54"/>
                      <a:pt x="169" y="75"/>
                      <a:pt x="183" y="90"/>
                    </a:cubicBezTo>
                    <a:cubicBezTo>
                      <a:pt x="197" y="102"/>
                      <a:pt x="206" y="108"/>
                      <a:pt x="211" y="126"/>
                    </a:cubicBezTo>
                    <a:cubicBezTo>
                      <a:pt x="213" y="133"/>
                      <a:pt x="218" y="132"/>
                      <a:pt x="215" y="140"/>
                    </a:cubicBezTo>
                    <a:cubicBezTo>
                      <a:pt x="213" y="145"/>
                      <a:pt x="195" y="152"/>
                      <a:pt x="191" y="155"/>
                    </a:cubicBezTo>
                    <a:cubicBezTo>
                      <a:pt x="180" y="160"/>
                      <a:pt x="164" y="170"/>
                      <a:pt x="152" y="170"/>
                    </a:cubicBezTo>
                    <a:cubicBezTo>
                      <a:pt x="148" y="143"/>
                      <a:pt x="179" y="129"/>
                      <a:pt x="138" y="128"/>
                    </a:cubicBezTo>
                    <a:cubicBezTo>
                      <a:pt x="139" y="117"/>
                      <a:pt x="146" y="107"/>
                      <a:pt x="148" y="96"/>
                    </a:cubicBezTo>
                    <a:cubicBezTo>
                      <a:pt x="137" y="91"/>
                      <a:pt x="119" y="107"/>
                      <a:pt x="124" y="85"/>
                    </a:cubicBezTo>
                    <a:cubicBezTo>
                      <a:pt x="105" y="89"/>
                      <a:pt x="113" y="61"/>
                      <a:pt x="100" y="53"/>
                    </a:cubicBezTo>
                    <a:cubicBezTo>
                      <a:pt x="89" y="46"/>
                      <a:pt x="94" y="54"/>
                      <a:pt x="84" y="54"/>
                    </a:cubicBezTo>
                    <a:cubicBezTo>
                      <a:pt x="73" y="53"/>
                      <a:pt x="74" y="49"/>
                      <a:pt x="63" y="43"/>
                    </a:cubicBezTo>
                    <a:cubicBezTo>
                      <a:pt x="49" y="35"/>
                      <a:pt x="36" y="36"/>
                      <a:pt x="28" y="47"/>
                    </a:cubicBezTo>
                    <a:cubicBezTo>
                      <a:pt x="21" y="56"/>
                      <a:pt x="23" y="73"/>
                      <a:pt x="11" y="76"/>
                    </a:cubicBezTo>
                  </a:path>
                </a:pathLst>
              </a:custGeom>
              <a:solidFill>
                <a:srgbClr val="EA1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Freeform 164">
                <a:extLst>
                  <a:ext uri="{FF2B5EF4-FFF2-40B4-BE49-F238E27FC236}">
                    <a16:creationId xmlns:a16="http://schemas.microsoft.com/office/drawing/2014/main" id="{F85A7A94-CF2B-449F-B286-45F3CECB5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900"/>
                <a:ext cx="852" cy="576"/>
              </a:xfrm>
              <a:custGeom>
                <a:avLst/>
                <a:gdLst>
                  <a:gd name="T0" fmla="*/ 769 w 644"/>
                  <a:gd name="T1" fmla="*/ 0 h 408"/>
                  <a:gd name="T2" fmla="*/ 519 w 644"/>
                  <a:gd name="T3" fmla="*/ 56 h 408"/>
                  <a:gd name="T4" fmla="*/ 112 w 644"/>
                  <a:gd name="T5" fmla="*/ 744 h 408"/>
                  <a:gd name="T6" fmla="*/ 732 w 644"/>
                  <a:gd name="T7" fmla="*/ 1136 h 408"/>
                  <a:gd name="T8" fmla="*/ 1371 w 644"/>
                  <a:gd name="T9" fmla="*/ 778 h 408"/>
                  <a:gd name="T10" fmla="*/ 1491 w 644"/>
                  <a:gd name="T11" fmla="*/ 744 h 408"/>
                  <a:gd name="T12" fmla="*/ 769 w 644"/>
                  <a:gd name="T13" fmla="*/ 0 h 4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4" h="408">
                    <a:moveTo>
                      <a:pt x="332" y="0"/>
                    </a:moveTo>
                    <a:cubicBezTo>
                      <a:pt x="332" y="0"/>
                      <a:pt x="256" y="32"/>
                      <a:pt x="224" y="20"/>
                    </a:cubicBezTo>
                    <a:cubicBezTo>
                      <a:pt x="192" y="8"/>
                      <a:pt x="0" y="200"/>
                      <a:pt x="48" y="264"/>
                    </a:cubicBezTo>
                    <a:cubicBezTo>
                      <a:pt x="96" y="328"/>
                      <a:pt x="156" y="400"/>
                      <a:pt x="316" y="404"/>
                    </a:cubicBezTo>
                    <a:cubicBezTo>
                      <a:pt x="476" y="408"/>
                      <a:pt x="473" y="256"/>
                      <a:pt x="592" y="276"/>
                    </a:cubicBezTo>
                    <a:cubicBezTo>
                      <a:pt x="640" y="284"/>
                      <a:pt x="644" y="264"/>
                      <a:pt x="644" y="264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F94848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4" name="Freeform 165">
                <a:extLst>
                  <a:ext uri="{FF2B5EF4-FFF2-40B4-BE49-F238E27FC236}">
                    <a16:creationId xmlns:a16="http://schemas.microsoft.com/office/drawing/2014/main" id="{ABBE9D44-35EF-4EBE-B2B7-8C50D211A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09"/>
                <a:ext cx="230" cy="353"/>
              </a:xfrm>
              <a:custGeom>
                <a:avLst/>
                <a:gdLst>
                  <a:gd name="T0" fmla="*/ 151 w 174"/>
                  <a:gd name="T1" fmla="*/ 56 h 250"/>
                  <a:gd name="T2" fmla="*/ 344 w 174"/>
                  <a:gd name="T3" fmla="*/ 328 h 250"/>
                  <a:gd name="T4" fmla="*/ 329 w 174"/>
                  <a:gd name="T5" fmla="*/ 514 h 250"/>
                  <a:gd name="T6" fmla="*/ 357 w 174"/>
                  <a:gd name="T7" fmla="*/ 682 h 250"/>
                  <a:gd name="T8" fmla="*/ 174 w 174"/>
                  <a:gd name="T9" fmla="*/ 582 h 250"/>
                  <a:gd name="T10" fmla="*/ 16 w 174"/>
                  <a:gd name="T11" fmla="*/ 442 h 250"/>
                  <a:gd name="T12" fmla="*/ 21 w 174"/>
                  <a:gd name="T13" fmla="*/ 232 h 250"/>
                  <a:gd name="T14" fmla="*/ 115 w 174"/>
                  <a:gd name="T15" fmla="*/ 73 h 250"/>
                  <a:gd name="T16" fmla="*/ 164 w 174"/>
                  <a:gd name="T17" fmla="*/ 49 h 2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250">
                    <a:moveTo>
                      <a:pt x="65" y="20"/>
                    </a:moveTo>
                    <a:cubicBezTo>
                      <a:pt x="128" y="0"/>
                      <a:pt x="156" y="65"/>
                      <a:pt x="149" y="116"/>
                    </a:cubicBezTo>
                    <a:cubicBezTo>
                      <a:pt x="145" y="142"/>
                      <a:pt x="132" y="155"/>
                      <a:pt x="142" y="183"/>
                    </a:cubicBezTo>
                    <a:cubicBezTo>
                      <a:pt x="147" y="197"/>
                      <a:pt x="174" y="230"/>
                      <a:pt x="154" y="242"/>
                    </a:cubicBezTo>
                    <a:cubicBezTo>
                      <a:pt x="142" y="250"/>
                      <a:pt x="90" y="213"/>
                      <a:pt x="76" y="207"/>
                    </a:cubicBezTo>
                    <a:cubicBezTo>
                      <a:pt x="51" y="195"/>
                      <a:pt x="19" y="185"/>
                      <a:pt x="7" y="157"/>
                    </a:cubicBezTo>
                    <a:cubicBezTo>
                      <a:pt x="0" y="139"/>
                      <a:pt x="6" y="99"/>
                      <a:pt x="9" y="82"/>
                    </a:cubicBezTo>
                    <a:cubicBezTo>
                      <a:pt x="14" y="59"/>
                      <a:pt x="30" y="39"/>
                      <a:pt x="50" y="26"/>
                    </a:cubicBezTo>
                    <a:cubicBezTo>
                      <a:pt x="58" y="21"/>
                      <a:pt x="60" y="17"/>
                      <a:pt x="71" y="18"/>
                    </a:cubicBezTo>
                  </a:path>
                </a:pathLst>
              </a:custGeom>
              <a:solidFill>
                <a:srgbClr val="F4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166">
                <a:extLst>
                  <a:ext uri="{FF2B5EF4-FFF2-40B4-BE49-F238E27FC236}">
                    <a16:creationId xmlns:a16="http://schemas.microsoft.com/office/drawing/2014/main" id="{1C03C649-1AF4-4979-9499-0E9F57F32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05"/>
                <a:ext cx="87" cy="65"/>
              </a:xfrm>
              <a:custGeom>
                <a:avLst/>
                <a:gdLst>
                  <a:gd name="T0" fmla="*/ 58 w 66"/>
                  <a:gd name="T1" fmla="*/ 33 h 46"/>
                  <a:gd name="T2" fmla="*/ 71 w 66"/>
                  <a:gd name="T3" fmla="*/ 114 h 46"/>
                  <a:gd name="T4" fmla="*/ 53 w 66"/>
                  <a:gd name="T5" fmla="*/ 16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46">
                    <a:moveTo>
                      <a:pt x="25" y="11"/>
                    </a:moveTo>
                    <a:cubicBezTo>
                      <a:pt x="2" y="0"/>
                      <a:pt x="0" y="46"/>
                      <a:pt x="31" y="40"/>
                    </a:cubicBezTo>
                    <a:cubicBezTo>
                      <a:pt x="66" y="34"/>
                      <a:pt x="40" y="10"/>
                      <a:pt x="23" y="6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167">
                <a:extLst>
                  <a:ext uri="{FF2B5EF4-FFF2-40B4-BE49-F238E27FC236}">
                    <a16:creationId xmlns:a16="http://schemas.microsoft.com/office/drawing/2014/main" id="{9F2E05AA-208F-42D5-B98C-EFA4C99E3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214"/>
                <a:ext cx="74" cy="70"/>
              </a:xfrm>
              <a:custGeom>
                <a:avLst/>
                <a:gdLst>
                  <a:gd name="T0" fmla="*/ 130 w 56"/>
                  <a:gd name="T1" fmla="*/ 25 h 50"/>
                  <a:gd name="T2" fmla="*/ 26 w 56"/>
                  <a:gd name="T3" fmla="*/ 69 h 50"/>
                  <a:gd name="T4" fmla="*/ 123 w 56"/>
                  <a:gd name="T5" fmla="*/ 15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0">
                    <a:moveTo>
                      <a:pt x="56" y="9"/>
                    </a:moveTo>
                    <a:cubicBezTo>
                      <a:pt x="45" y="5"/>
                      <a:pt x="0" y="0"/>
                      <a:pt x="11" y="25"/>
                    </a:cubicBezTo>
                    <a:cubicBezTo>
                      <a:pt x="23" y="50"/>
                      <a:pt x="51" y="22"/>
                      <a:pt x="53" y="6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168">
                <a:extLst>
                  <a:ext uri="{FF2B5EF4-FFF2-40B4-BE49-F238E27FC236}">
                    <a16:creationId xmlns:a16="http://schemas.microsoft.com/office/drawing/2014/main" id="{D710071B-320D-496B-8776-90A6F658B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090"/>
                <a:ext cx="49" cy="45"/>
              </a:xfrm>
              <a:custGeom>
                <a:avLst/>
                <a:gdLst>
                  <a:gd name="T0" fmla="*/ 0 w 37"/>
                  <a:gd name="T1" fmla="*/ 48 h 32"/>
                  <a:gd name="T2" fmla="*/ 86 w 37"/>
                  <a:gd name="T3" fmla="*/ 53 h 32"/>
                  <a:gd name="T4" fmla="*/ 12 w 37"/>
                  <a:gd name="T5" fmla="*/ 4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10" y="32"/>
                      <a:pt x="24" y="27"/>
                      <a:pt x="37" y="19"/>
                    </a:cubicBezTo>
                    <a:cubicBezTo>
                      <a:pt x="37" y="0"/>
                      <a:pt x="9" y="1"/>
                      <a:pt x="5" y="17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169">
                <a:extLst>
                  <a:ext uri="{FF2B5EF4-FFF2-40B4-BE49-F238E27FC236}">
                    <a16:creationId xmlns:a16="http://schemas.microsoft.com/office/drawing/2014/main" id="{9F68E221-5C6A-4AA8-A3B4-BD8B39FB2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902"/>
                <a:ext cx="257" cy="446"/>
              </a:xfrm>
              <a:custGeom>
                <a:avLst/>
                <a:gdLst>
                  <a:gd name="T0" fmla="*/ 171 w 194"/>
                  <a:gd name="T1" fmla="*/ 64 h 316"/>
                  <a:gd name="T2" fmla="*/ 135 w 194"/>
                  <a:gd name="T3" fmla="*/ 165 h 316"/>
                  <a:gd name="T4" fmla="*/ 135 w 194"/>
                  <a:gd name="T5" fmla="*/ 246 h 316"/>
                  <a:gd name="T6" fmla="*/ 86 w 194"/>
                  <a:gd name="T7" fmla="*/ 237 h 316"/>
                  <a:gd name="T8" fmla="*/ 7 w 194"/>
                  <a:gd name="T9" fmla="*/ 253 h 316"/>
                  <a:gd name="T10" fmla="*/ 66 w 194"/>
                  <a:gd name="T11" fmla="*/ 333 h 316"/>
                  <a:gd name="T12" fmla="*/ 98 w 194"/>
                  <a:gd name="T13" fmla="*/ 601 h 316"/>
                  <a:gd name="T14" fmla="*/ 105 w 194"/>
                  <a:gd name="T15" fmla="*/ 742 h 316"/>
                  <a:gd name="T16" fmla="*/ 236 w 194"/>
                  <a:gd name="T17" fmla="*/ 888 h 316"/>
                  <a:gd name="T18" fmla="*/ 152 w 194"/>
                  <a:gd name="T19" fmla="*/ 621 h 316"/>
                  <a:gd name="T20" fmla="*/ 281 w 194"/>
                  <a:gd name="T21" fmla="*/ 737 h 316"/>
                  <a:gd name="T22" fmla="*/ 438 w 194"/>
                  <a:gd name="T23" fmla="*/ 847 h 316"/>
                  <a:gd name="T24" fmla="*/ 212 w 194"/>
                  <a:gd name="T25" fmla="*/ 514 h 316"/>
                  <a:gd name="T26" fmla="*/ 342 w 194"/>
                  <a:gd name="T27" fmla="*/ 641 h 316"/>
                  <a:gd name="T28" fmla="*/ 280 w 194"/>
                  <a:gd name="T29" fmla="*/ 514 h 316"/>
                  <a:gd name="T30" fmla="*/ 450 w 194"/>
                  <a:gd name="T31" fmla="*/ 628 h 316"/>
                  <a:gd name="T32" fmla="*/ 298 w 194"/>
                  <a:gd name="T33" fmla="*/ 405 h 316"/>
                  <a:gd name="T34" fmla="*/ 437 w 194"/>
                  <a:gd name="T35" fmla="*/ 490 h 316"/>
                  <a:gd name="T36" fmla="*/ 287 w 194"/>
                  <a:gd name="T37" fmla="*/ 398 h 316"/>
                  <a:gd name="T38" fmla="*/ 207 w 194"/>
                  <a:gd name="T39" fmla="*/ 287 h 316"/>
                  <a:gd name="T40" fmla="*/ 171 w 194"/>
                  <a:gd name="T41" fmla="*/ 49 h 3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94" h="316">
                    <a:moveTo>
                      <a:pt x="73" y="23"/>
                    </a:moveTo>
                    <a:cubicBezTo>
                      <a:pt x="58" y="0"/>
                      <a:pt x="58" y="49"/>
                      <a:pt x="58" y="59"/>
                    </a:cubicBezTo>
                    <a:cubicBezTo>
                      <a:pt x="58" y="63"/>
                      <a:pt x="61" y="84"/>
                      <a:pt x="58" y="87"/>
                    </a:cubicBezTo>
                    <a:cubicBezTo>
                      <a:pt x="47" y="99"/>
                      <a:pt x="47" y="86"/>
                      <a:pt x="37" y="84"/>
                    </a:cubicBezTo>
                    <a:cubicBezTo>
                      <a:pt x="27" y="83"/>
                      <a:pt x="7" y="72"/>
                      <a:pt x="3" y="90"/>
                    </a:cubicBezTo>
                    <a:cubicBezTo>
                      <a:pt x="0" y="105"/>
                      <a:pt x="22" y="108"/>
                      <a:pt x="29" y="118"/>
                    </a:cubicBezTo>
                    <a:cubicBezTo>
                      <a:pt x="43" y="137"/>
                      <a:pt x="41" y="191"/>
                      <a:pt x="42" y="214"/>
                    </a:cubicBezTo>
                    <a:cubicBezTo>
                      <a:pt x="43" y="233"/>
                      <a:pt x="37" y="247"/>
                      <a:pt x="45" y="264"/>
                    </a:cubicBezTo>
                    <a:cubicBezTo>
                      <a:pt x="54" y="282"/>
                      <a:pt x="83" y="312"/>
                      <a:pt x="101" y="316"/>
                    </a:cubicBezTo>
                    <a:cubicBezTo>
                      <a:pt x="85" y="291"/>
                      <a:pt x="63" y="252"/>
                      <a:pt x="66" y="221"/>
                    </a:cubicBezTo>
                    <a:cubicBezTo>
                      <a:pt x="83" y="225"/>
                      <a:pt x="105" y="250"/>
                      <a:pt x="121" y="262"/>
                    </a:cubicBezTo>
                    <a:cubicBezTo>
                      <a:pt x="141" y="277"/>
                      <a:pt x="170" y="297"/>
                      <a:pt x="189" y="301"/>
                    </a:cubicBezTo>
                    <a:cubicBezTo>
                      <a:pt x="153" y="289"/>
                      <a:pt x="82" y="226"/>
                      <a:pt x="91" y="183"/>
                    </a:cubicBezTo>
                    <a:cubicBezTo>
                      <a:pt x="112" y="192"/>
                      <a:pt x="125" y="217"/>
                      <a:pt x="147" y="228"/>
                    </a:cubicBezTo>
                    <a:cubicBezTo>
                      <a:pt x="134" y="217"/>
                      <a:pt x="117" y="200"/>
                      <a:pt x="120" y="183"/>
                    </a:cubicBezTo>
                    <a:cubicBezTo>
                      <a:pt x="143" y="196"/>
                      <a:pt x="166" y="222"/>
                      <a:pt x="194" y="223"/>
                    </a:cubicBezTo>
                    <a:cubicBezTo>
                      <a:pt x="176" y="198"/>
                      <a:pt x="130" y="179"/>
                      <a:pt x="128" y="144"/>
                    </a:cubicBezTo>
                    <a:cubicBezTo>
                      <a:pt x="145" y="157"/>
                      <a:pt x="165" y="178"/>
                      <a:pt x="188" y="174"/>
                    </a:cubicBezTo>
                    <a:cubicBezTo>
                      <a:pt x="181" y="159"/>
                      <a:pt x="140" y="151"/>
                      <a:pt x="124" y="142"/>
                    </a:cubicBezTo>
                    <a:cubicBezTo>
                      <a:pt x="103" y="130"/>
                      <a:pt x="95" y="123"/>
                      <a:pt x="89" y="102"/>
                    </a:cubicBezTo>
                    <a:cubicBezTo>
                      <a:pt x="82" y="82"/>
                      <a:pt x="102" y="18"/>
                      <a:pt x="73" y="18"/>
                    </a:cubicBezTo>
                  </a:path>
                </a:pathLst>
              </a:custGeom>
              <a:solidFill>
                <a:srgbClr val="F9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170">
                <a:extLst>
                  <a:ext uri="{FF2B5EF4-FFF2-40B4-BE49-F238E27FC236}">
                    <a16:creationId xmlns:a16="http://schemas.microsoft.com/office/drawing/2014/main" id="{AC557BC3-CDC9-4684-ACBE-6BBC182CA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241"/>
                <a:ext cx="63" cy="95"/>
              </a:xfrm>
              <a:custGeom>
                <a:avLst/>
                <a:gdLst>
                  <a:gd name="T0" fmla="*/ 56 w 48"/>
                  <a:gd name="T1" fmla="*/ 191 h 67"/>
                  <a:gd name="T2" fmla="*/ 42 w 48"/>
                  <a:gd name="T3" fmla="*/ 40 h 67"/>
                  <a:gd name="T4" fmla="*/ 60 w 48"/>
                  <a:gd name="T5" fmla="*/ 183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7">
                    <a:moveTo>
                      <a:pt x="25" y="67"/>
                    </a:moveTo>
                    <a:cubicBezTo>
                      <a:pt x="34" y="57"/>
                      <a:pt x="48" y="0"/>
                      <a:pt x="18" y="14"/>
                    </a:cubicBezTo>
                    <a:cubicBezTo>
                      <a:pt x="0" y="22"/>
                      <a:pt x="11" y="60"/>
                      <a:pt x="27" y="64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171">
                <a:extLst>
                  <a:ext uri="{FF2B5EF4-FFF2-40B4-BE49-F238E27FC236}">
                    <a16:creationId xmlns:a16="http://schemas.microsoft.com/office/drawing/2014/main" id="{2A49B482-7EFA-4CF5-9290-8C891816F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322"/>
                <a:ext cx="52" cy="56"/>
              </a:xfrm>
              <a:custGeom>
                <a:avLst/>
                <a:gdLst>
                  <a:gd name="T0" fmla="*/ 1 w 40"/>
                  <a:gd name="T1" fmla="*/ 109 h 40"/>
                  <a:gd name="T2" fmla="*/ 51 w 40"/>
                  <a:gd name="T3" fmla="*/ 20 h 40"/>
                  <a:gd name="T4" fmla="*/ 1 w 40"/>
                  <a:gd name="T5" fmla="*/ 10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0">
                    <a:moveTo>
                      <a:pt x="1" y="40"/>
                    </a:moveTo>
                    <a:cubicBezTo>
                      <a:pt x="7" y="37"/>
                      <a:pt x="40" y="17"/>
                      <a:pt x="23" y="7"/>
                    </a:cubicBezTo>
                    <a:cubicBezTo>
                      <a:pt x="11" y="0"/>
                      <a:pt x="0" y="33"/>
                      <a:pt x="1" y="40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172">
                <a:extLst>
                  <a:ext uri="{FF2B5EF4-FFF2-40B4-BE49-F238E27FC236}">
                    <a16:creationId xmlns:a16="http://schemas.microsoft.com/office/drawing/2014/main" id="{52F28AFE-2E72-4D81-9F6B-888B2A1E4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390"/>
                <a:ext cx="37" cy="41"/>
              </a:xfrm>
              <a:custGeom>
                <a:avLst/>
                <a:gdLst>
                  <a:gd name="T0" fmla="*/ 0 w 28"/>
                  <a:gd name="T1" fmla="*/ 76 h 29"/>
                  <a:gd name="T2" fmla="*/ 59 w 28"/>
                  <a:gd name="T3" fmla="*/ 28 h 29"/>
                  <a:gd name="T4" fmla="*/ 5 w 28"/>
                  <a:gd name="T5" fmla="*/ 8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0" y="27"/>
                    </a:moveTo>
                    <a:cubicBezTo>
                      <a:pt x="10" y="25"/>
                      <a:pt x="28" y="25"/>
                      <a:pt x="26" y="10"/>
                    </a:cubicBezTo>
                    <a:cubicBezTo>
                      <a:pt x="9" y="0"/>
                      <a:pt x="3" y="21"/>
                      <a:pt x="2" y="29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173">
                <a:extLst>
                  <a:ext uri="{FF2B5EF4-FFF2-40B4-BE49-F238E27FC236}">
                    <a16:creationId xmlns:a16="http://schemas.microsoft.com/office/drawing/2014/main" id="{6AF35129-BB99-48E1-B182-CDF088487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297"/>
                <a:ext cx="24" cy="64"/>
              </a:xfrm>
              <a:custGeom>
                <a:avLst/>
                <a:gdLst>
                  <a:gd name="T0" fmla="*/ 15 w 18"/>
                  <a:gd name="T1" fmla="*/ 124 h 46"/>
                  <a:gd name="T2" fmla="*/ 43 w 18"/>
                  <a:gd name="T3" fmla="*/ 25 h 46"/>
                  <a:gd name="T4" fmla="*/ 9 w 18"/>
                  <a:gd name="T5" fmla="*/ 11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6" y="46"/>
                    </a:moveTo>
                    <a:cubicBezTo>
                      <a:pt x="14" y="34"/>
                      <a:pt x="18" y="23"/>
                      <a:pt x="18" y="9"/>
                    </a:cubicBezTo>
                    <a:cubicBezTo>
                      <a:pt x="0" y="0"/>
                      <a:pt x="0" y="34"/>
                      <a:pt x="4" y="44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174">
                <a:extLst>
                  <a:ext uri="{FF2B5EF4-FFF2-40B4-BE49-F238E27FC236}">
                    <a16:creationId xmlns:a16="http://schemas.microsoft.com/office/drawing/2014/main" id="{653EC14B-2C3E-42AC-AE02-F7199A51F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240"/>
                <a:ext cx="725" cy="531"/>
              </a:xfrm>
              <a:custGeom>
                <a:avLst/>
                <a:gdLst>
                  <a:gd name="T0" fmla="*/ 9 w 548"/>
                  <a:gd name="T1" fmla="*/ 710 h 376"/>
                  <a:gd name="T2" fmla="*/ 250 w 548"/>
                  <a:gd name="T3" fmla="*/ 145 h 376"/>
                  <a:gd name="T4" fmla="*/ 1046 w 548"/>
                  <a:gd name="T5" fmla="*/ 439 h 376"/>
                  <a:gd name="T6" fmla="*/ 1009 w 548"/>
                  <a:gd name="T7" fmla="*/ 1059 h 376"/>
                  <a:gd name="T8" fmla="*/ 250 w 548"/>
                  <a:gd name="T9" fmla="*/ 979 h 376"/>
                  <a:gd name="T10" fmla="*/ 9 w 548"/>
                  <a:gd name="T11" fmla="*/ 710 h 3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8" h="376">
                    <a:moveTo>
                      <a:pt x="4" y="252"/>
                    </a:moveTo>
                    <a:cubicBezTo>
                      <a:pt x="4" y="252"/>
                      <a:pt x="0" y="68"/>
                      <a:pt x="108" y="52"/>
                    </a:cubicBezTo>
                    <a:cubicBezTo>
                      <a:pt x="216" y="36"/>
                      <a:pt x="356" y="0"/>
                      <a:pt x="452" y="156"/>
                    </a:cubicBezTo>
                    <a:cubicBezTo>
                      <a:pt x="548" y="312"/>
                      <a:pt x="436" y="376"/>
                      <a:pt x="436" y="376"/>
                    </a:cubicBezTo>
                    <a:cubicBezTo>
                      <a:pt x="108" y="348"/>
                      <a:pt x="108" y="348"/>
                      <a:pt x="108" y="348"/>
                    </a:cubicBezTo>
                    <a:lnTo>
                      <a:pt x="4" y="252"/>
                    </a:lnTo>
                    <a:close/>
                  </a:path>
                </a:pathLst>
              </a:custGeom>
              <a:solidFill>
                <a:srgbClr val="F94E4E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175">
                <a:extLst>
                  <a:ext uri="{FF2B5EF4-FFF2-40B4-BE49-F238E27FC236}">
                    <a16:creationId xmlns:a16="http://schemas.microsoft.com/office/drawing/2014/main" id="{77AE14C9-E69B-4DEA-8A37-993F82EB6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377"/>
                <a:ext cx="147" cy="332"/>
              </a:xfrm>
              <a:custGeom>
                <a:avLst/>
                <a:gdLst>
                  <a:gd name="T0" fmla="*/ 70 w 111"/>
                  <a:gd name="T1" fmla="*/ 179 h 235"/>
                  <a:gd name="T2" fmla="*/ 77 w 111"/>
                  <a:gd name="T3" fmla="*/ 23 h 235"/>
                  <a:gd name="T4" fmla="*/ 142 w 111"/>
                  <a:gd name="T5" fmla="*/ 103 h 235"/>
                  <a:gd name="T6" fmla="*/ 232 w 111"/>
                  <a:gd name="T7" fmla="*/ 240 h 235"/>
                  <a:gd name="T8" fmla="*/ 237 w 111"/>
                  <a:gd name="T9" fmla="*/ 389 h 235"/>
                  <a:gd name="T10" fmla="*/ 253 w 111"/>
                  <a:gd name="T11" fmla="*/ 449 h 235"/>
                  <a:gd name="T12" fmla="*/ 232 w 111"/>
                  <a:gd name="T13" fmla="*/ 513 h 235"/>
                  <a:gd name="T14" fmla="*/ 205 w 111"/>
                  <a:gd name="T15" fmla="*/ 606 h 235"/>
                  <a:gd name="T16" fmla="*/ 81 w 111"/>
                  <a:gd name="T17" fmla="*/ 647 h 235"/>
                  <a:gd name="T18" fmla="*/ 1 w 111"/>
                  <a:gd name="T19" fmla="*/ 609 h 235"/>
                  <a:gd name="T20" fmla="*/ 93 w 111"/>
                  <a:gd name="T21" fmla="*/ 531 h 235"/>
                  <a:gd name="T22" fmla="*/ 85 w 111"/>
                  <a:gd name="T23" fmla="*/ 485 h 235"/>
                  <a:gd name="T24" fmla="*/ 131 w 111"/>
                  <a:gd name="T25" fmla="*/ 449 h 235"/>
                  <a:gd name="T26" fmla="*/ 179 w 111"/>
                  <a:gd name="T27" fmla="*/ 410 h 235"/>
                  <a:gd name="T28" fmla="*/ 87 w 111"/>
                  <a:gd name="T29" fmla="*/ 403 h 235"/>
                  <a:gd name="T30" fmla="*/ 156 w 111"/>
                  <a:gd name="T31" fmla="*/ 314 h 235"/>
                  <a:gd name="T32" fmla="*/ 95 w 111"/>
                  <a:gd name="T33" fmla="*/ 301 h 235"/>
                  <a:gd name="T34" fmla="*/ 123 w 111"/>
                  <a:gd name="T35" fmla="*/ 232 h 235"/>
                  <a:gd name="T36" fmla="*/ 126 w 111"/>
                  <a:gd name="T37" fmla="*/ 192 h 235"/>
                  <a:gd name="T38" fmla="*/ 77 w 111"/>
                  <a:gd name="T39" fmla="*/ 178 h 235"/>
                  <a:gd name="T40" fmla="*/ 70 w 111"/>
                  <a:gd name="T41" fmla="*/ 170 h 2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1" h="235">
                    <a:moveTo>
                      <a:pt x="30" y="64"/>
                    </a:moveTo>
                    <a:cubicBezTo>
                      <a:pt x="30" y="51"/>
                      <a:pt x="21" y="16"/>
                      <a:pt x="33" y="8"/>
                    </a:cubicBezTo>
                    <a:cubicBezTo>
                      <a:pt x="43" y="0"/>
                      <a:pt x="57" y="30"/>
                      <a:pt x="61" y="37"/>
                    </a:cubicBezTo>
                    <a:cubicBezTo>
                      <a:pt x="72" y="54"/>
                      <a:pt x="92" y="66"/>
                      <a:pt x="100" y="85"/>
                    </a:cubicBezTo>
                    <a:cubicBezTo>
                      <a:pt x="110" y="104"/>
                      <a:pt x="92" y="121"/>
                      <a:pt x="102" y="138"/>
                    </a:cubicBezTo>
                    <a:cubicBezTo>
                      <a:pt x="106" y="145"/>
                      <a:pt x="111" y="150"/>
                      <a:pt x="109" y="159"/>
                    </a:cubicBezTo>
                    <a:cubicBezTo>
                      <a:pt x="108" y="167"/>
                      <a:pt x="102" y="174"/>
                      <a:pt x="100" y="182"/>
                    </a:cubicBezTo>
                    <a:cubicBezTo>
                      <a:pt x="97" y="193"/>
                      <a:pt x="97" y="206"/>
                      <a:pt x="88" y="215"/>
                    </a:cubicBezTo>
                    <a:cubicBezTo>
                      <a:pt x="73" y="231"/>
                      <a:pt x="54" y="227"/>
                      <a:pt x="35" y="229"/>
                    </a:cubicBezTo>
                    <a:cubicBezTo>
                      <a:pt x="24" y="231"/>
                      <a:pt x="0" y="235"/>
                      <a:pt x="1" y="216"/>
                    </a:cubicBezTo>
                    <a:cubicBezTo>
                      <a:pt x="2" y="200"/>
                      <a:pt x="30" y="197"/>
                      <a:pt x="40" y="188"/>
                    </a:cubicBezTo>
                    <a:cubicBezTo>
                      <a:pt x="53" y="177"/>
                      <a:pt x="43" y="178"/>
                      <a:pt x="36" y="172"/>
                    </a:cubicBezTo>
                    <a:cubicBezTo>
                      <a:pt x="40" y="163"/>
                      <a:pt x="49" y="162"/>
                      <a:pt x="57" y="159"/>
                    </a:cubicBezTo>
                    <a:cubicBezTo>
                      <a:pt x="61" y="157"/>
                      <a:pt x="77" y="150"/>
                      <a:pt x="77" y="145"/>
                    </a:cubicBezTo>
                    <a:cubicBezTo>
                      <a:pt x="77" y="135"/>
                      <a:pt x="44" y="141"/>
                      <a:pt x="38" y="143"/>
                    </a:cubicBezTo>
                    <a:cubicBezTo>
                      <a:pt x="32" y="132"/>
                      <a:pt x="65" y="120"/>
                      <a:pt x="67" y="111"/>
                    </a:cubicBezTo>
                    <a:cubicBezTo>
                      <a:pt x="71" y="96"/>
                      <a:pt x="44" y="113"/>
                      <a:pt x="41" y="107"/>
                    </a:cubicBezTo>
                    <a:cubicBezTo>
                      <a:pt x="40" y="105"/>
                      <a:pt x="52" y="85"/>
                      <a:pt x="53" y="82"/>
                    </a:cubicBezTo>
                    <a:cubicBezTo>
                      <a:pt x="54" y="79"/>
                      <a:pt x="56" y="71"/>
                      <a:pt x="54" y="68"/>
                    </a:cubicBezTo>
                    <a:cubicBezTo>
                      <a:pt x="50" y="59"/>
                      <a:pt x="40" y="62"/>
                      <a:pt x="33" y="63"/>
                    </a:cubicBezTo>
                    <a:cubicBezTo>
                      <a:pt x="33" y="61"/>
                      <a:pt x="31" y="61"/>
                      <a:pt x="30" y="60"/>
                    </a:cubicBezTo>
                  </a:path>
                </a:pathLst>
              </a:custGeom>
              <a:solidFill>
                <a:srgbClr val="FC1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176">
                <a:extLst>
                  <a:ext uri="{FF2B5EF4-FFF2-40B4-BE49-F238E27FC236}">
                    <a16:creationId xmlns:a16="http://schemas.microsoft.com/office/drawing/2014/main" id="{15B152E9-9A08-4192-801B-2BF6CB184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368"/>
                <a:ext cx="180" cy="317"/>
              </a:xfrm>
              <a:custGeom>
                <a:avLst/>
                <a:gdLst>
                  <a:gd name="T0" fmla="*/ 244 w 136"/>
                  <a:gd name="T1" fmla="*/ 67 h 224"/>
                  <a:gd name="T2" fmla="*/ 273 w 136"/>
                  <a:gd name="T3" fmla="*/ 1 h 224"/>
                  <a:gd name="T4" fmla="*/ 303 w 136"/>
                  <a:gd name="T5" fmla="*/ 105 h 224"/>
                  <a:gd name="T6" fmla="*/ 308 w 136"/>
                  <a:gd name="T7" fmla="*/ 192 h 224"/>
                  <a:gd name="T8" fmla="*/ 314 w 136"/>
                  <a:gd name="T9" fmla="*/ 259 h 224"/>
                  <a:gd name="T10" fmla="*/ 282 w 136"/>
                  <a:gd name="T11" fmla="*/ 313 h 224"/>
                  <a:gd name="T12" fmla="*/ 265 w 136"/>
                  <a:gd name="T13" fmla="*/ 357 h 224"/>
                  <a:gd name="T14" fmla="*/ 249 w 136"/>
                  <a:gd name="T15" fmla="*/ 464 h 224"/>
                  <a:gd name="T16" fmla="*/ 244 w 136"/>
                  <a:gd name="T17" fmla="*/ 367 h 224"/>
                  <a:gd name="T18" fmla="*/ 228 w 136"/>
                  <a:gd name="T19" fmla="*/ 252 h 224"/>
                  <a:gd name="T20" fmla="*/ 200 w 136"/>
                  <a:gd name="T21" fmla="*/ 294 h 224"/>
                  <a:gd name="T22" fmla="*/ 200 w 136"/>
                  <a:gd name="T23" fmla="*/ 410 h 224"/>
                  <a:gd name="T24" fmla="*/ 200 w 136"/>
                  <a:gd name="T25" fmla="*/ 491 h 224"/>
                  <a:gd name="T26" fmla="*/ 188 w 136"/>
                  <a:gd name="T27" fmla="*/ 535 h 224"/>
                  <a:gd name="T28" fmla="*/ 164 w 136"/>
                  <a:gd name="T29" fmla="*/ 545 h 224"/>
                  <a:gd name="T30" fmla="*/ 142 w 136"/>
                  <a:gd name="T31" fmla="*/ 584 h 224"/>
                  <a:gd name="T32" fmla="*/ 81 w 136"/>
                  <a:gd name="T33" fmla="*/ 618 h 224"/>
                  <a:gd name="T34" fmla="*/ 64 w 136"/>
                  <a:gd name="T35" fmla="*/ 569 h 224"/>
                  <a:gd name="T36" fmla="*/ 42 w 136"/>
                  <a:gd name="T37" fmla="*/ 511 h 224"/>
                  <a:gd name="T38" fmla="*/ 9 w 136"/>
                  <a:gd name="T39" fmla="*/ 400 h 224"/>
                  <a:gd name="T40" fmla="*/ 12 w 136"/>
                  <a:gd name="T41" fmla="*/ 272 h 224"/>
                  <a:gd name="T42" fmla="*/ 65 w 136"/>
                  <a:gd name="T43" fmla="*/ 130 h 224"/>
                  <a:gd name="T44" fmla="*/ 114 w 136"/>
                  <a:gd name="T45" fmla="*/ 116 h 224"/>
                  <a:gd name="T46" fmla="*/ 146 w 136"/>
                  <a:gd name="T47" fmla="*/ 134 h 224"/>
                  <a:gd name="T48" fmla="*/ 164 w 136"/>
                  <a:gd name="T49" fmla="*/ 96 h 224"/>
                  <a:gd name="T50" fmla="*/ 188 w 136"/>
                  <a:gd name="T51" fmla="*/ 91 h 224"/>
                  <a:gd name="T52" fmla="*/ 228 w 136"/>
                  <a:gd name="T53" fmla="*/ 81 h 224"/>
                  <a:gd name="T54" fmla="*/ 244 w 136"/>
                  <a:gd name="T55" fmla="*/ 54 h 22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6" h="224">
                    <a:moveTo>
                      <a:pt x="105" y="23"/>
                    </a:moveTo>
                    <a:cubicBezTo>
                      <a:pt x="105" y="17"/>
                      <a:pt x="109" y="0"/>
                      <a:pt x="118" y="1"/>
                    </a:cubicBezTo>
                    <a:cubicBezTo>
                      <a:pt x="130" y="2"/>
                      <a:pt x="131" y="30"/>
                      <a:pt x="131" y="37"/>
                    </a:cubicBezTo>
                    <a:cubicBezTo>
                      <a:pt x="132" y="48"/>
                      <a:pt x="132" y="58"/>
                      <a:pt x="133" y="68"/>
                    </a:cubicBezTo>
                    <a:cubicBezTo>
                      <a:pt x="133" y="75"/>
                      <a:pt x="136" y="84"/>
                      <a:pt x="135" y="91"/>
                    </a:cubicBezTo>
                    <a:cubicBezTo>
                      <a:pt x="133" y="98"/>
                      <a:pt x="125" y="104"/>
                      <a:pt x="122" y="110"/>
                    </a:cubicBezTo>
                    <a:cubicBezTo>
                      <a:pt x="119" y="115"/>
                      <a:pt x="117" y="121"/>
                      <a:pt x="114" y="126"/>
                    </a:cubicBezTo>
                    <a:cubicBezTo>
                      <a:pt x="110" y="136"/>
                      <a:pt x="107" y="152"/>
                      <a:pt x="107" y="164"/>
                    </a:cubicBezTo>
                    <a:cubicBezTo>
                      <a:pt x="100" y="164"/>
                      <a:pt x="104" y="135"/>
                      <a:pt x="105" y="129"/>
                    </a:cubicBezTo>
                    <a:cubicBezTo>
                      <a:pt x="106" y="114"/>
                      <a:pt x="103" y="103"/>
                      <a:pt x="98" y="89"/>
                    </a:cubicBezTo>
                    <a:cubicBezTo>
                      <a:pt x="92" y="89"/>
                      <a:pt x="88" y="99"/>
                      <a:pt x="86" y="104"/>
                    </a:cubicBezTo>
                    <a:cubicBezTo>
                      <a:pt x="81" y="117"/>
                      <a:pt x="84" y="131"/>
                      <a:pt x="86" y="145"/>
                    </a:cubicBezTo>
                    <a:cubicBezTo>
                      <a:pt x="86" y="154"/>
                      <a:pt x="86" y="163"/>
                      <a:pt x="86" y="173"/>
                    </a:cubicBezTo>
                    <a:cubicBezTo>
                      <a:pt x="86" y="182"/>
                      <a:pt x="88" y="185"/>
                      <a:pt x="81" y="189"/>
                    </a:cubicBezTo>
                    <a:cubicBezTo>
                      <a:pt x="78" y="190"/>
                      <a:pt x="74" y="190"/>
                      <a:pt x="71" y="192"/>
                    </a:cubicBezTo>
                    <a:cubicBezTo>
                      <a:pt x="67" y="195"/>
                      <a:pt x="64" y="202"/>
                      <a:pt x="61" y="206"/>
                    </a:cubicBezTo>
                    <a:cubicBezTo>
                      <a:pt x="55" y="214"/>
                      <a:pt x="45" y="224"/>
                      <a:pt x="35" y="218"/>
                    </a:cubicBezTo>
                    <a:cubicBezTo>
                      <a:pt x="29" y="215"/>
                      <a:pt x="29" y="207"/>
                      <a:pt x="27" y="201"/>
                    </a:cubicBezTo>
                    <a:cubicBezTo>
                      <a:pt x="24" y="194"/>
                      <a:pt x="20" y="187"/>
                      <a:pt x="18" y="180"/>
                    </a:cubicBezTo>
                    <a:cubicBezTo>
                      <a:pt x="14" y="167"/>
                      <a:pt x="8" y="154"/>
                      <a:pt x="4" y="141"/>
                    </a:cubicBezTo>
                    <a:cubicBezTo>
                      <a:pt x="0" y="125"/>
                      <a:pt x="1" y="112"/>
                      <a:pt x="5" y="96"/>
                    </a:cubicBezTo>
                    <a:cubicBezTo>
                      <a:pt x="9" y="80"/>
                      <a:pt x="17" y="58"/>
                      <a:pt x="28" y="46"/>
                    </a:cubicBezTo>
                    <a:cubicBezTo>
                      <a:pt x="33" y="40"/>
                      <a:pt x="41" y="37"/>
                      <a:pt x="49" y="41"/>
                    </a:cubicBezTo>
                    <a:cubicBezTo>
                      <a:pt x="55" y="44"/>
                      <a:pt x="58" y="52"/>
                      <a:pt x="63" y="47"/>
                    </a:cubicBezTo>
                    <a:cubicBezTo>
                      <a:pt x="67" y="44"/>
                      <a:pt x="66" y="38"/>
                      <a:pt x="71" y="34"/>
                    </a:cubicBezTo>
                    <a:cubicBezTo>
                      <a:pt x="76" y="30"/>
                      <a:pt x="76" y="31"/>
                      <a:pt x="81" y="32"/>
                    </a:cubicBezTo>
                    <a:cubicBezTo>
                      <a:pt x="91" y="35"/>
                      <a:pt x="92" y="37"/>
                      <a:pt x="98" y="28"/>
                    </a:cubicBezTo>
                    <a:cubicBezTo>
                      <a:pt x="101" y="25"/>
                      <a:pt x="103" y="23"/>
                      <a:pt x="105" y="19"/>
                    </a:cubicBezTo>
                  </a:path>
                </a:pathLst>
              </a:custGeom>
              <a:solidFill>
                <a:srgbClr val="FC1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177">
                <a:extLst>
                  <a:ext uri="{FF2B5EF4-FFF2-40B4-BE49-F238E27FC236}">
                    <a16:creationId xmlns:a16="http://schemas.microsoft.com/office/drawing/2014/main" id="{6E350ECF-23E7-46F4-8384-DAA757EC0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49"/>
                <a:ext cx="70" cy="59"/>
              </a:xfrm>
              <a:custGeom>
                <a:avLst/>
                <a:gdLst>
                  <a:gd name="T0" fmla="*/ 81 w 53"/>
                  <a:gd name="T1" fmla="*/ 28 h 42"/>
                  <a:gd name="T2" fmla="*/ 0 w 53"/>
                  <a:gd name="T3" fmla="*/ 83 h 42"/>
                  <a:gd name="T4" fmla="*/ 81 w 53"/>
                  <a:gd name="T5" fmla="*/ 25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2">
                    <a:moveTo>
                      <a:pt x="35" y="10"/>
                    </a:moveTo>
                    <a:cubicBezTo>
                      <a:pt x="20" y="0"/>
                      <a:pt x="6" y="16"/>
                      <a:pt x="0" y="30"/>
                    </a:cubicBezTo>
                    <a:cubicBezTo>
                      <a:pt x="14" y="42"/>
                      <a:pt x="53" y="28"/>
                      <a:pt x="35" y="9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178">
                <a:extLst>
                  <a:ext uri="{FF2B5EF4-FFF2-40B4-BE49-F238E27FC236}">
                    <a16:creationId xmlns:a16="http://schemas.microsoft.com/office/drawing/2014/main" id="{EEAE0E7C-4094-464F-9EA3-5F2D02E54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412"/>
                <a:ext cx="51" cy="52"/>
              </a:xfrm>
              <a:custGeom>
                <a:avLst/>
                <a:gdLst>
                  <a:gd name="T0" fmla="*/ 63 w 39"/>
                  <a:gd name="T1" fmla="*/ 6 h 37"/>
                  <a:gd name="T2" fmla="*/ 13 w 39"/>
                  <a:gd name="T3" fmla="*/ 30 h 37"/>
                  <a:gd name="T4" fmla="*/ 13 w 39"/>
                  <a:gd name="T5" fmla="*/ 103 h 37"/>
                  <a:gd name="T6" fmla="*/ 65 w 39"/>
                  <a:gd name="T7" fmla="*/ 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7">
                    <a:moveTo>
                      <a:pt x="28" y="2"/>
                    </a:moveTo>
                    <a:cubicBezTo>
                      <a:pt x="18" y="2"/>
                      <a:pt x="11" y="0"/>
                      <a:pt x="6" y="11"/>
                    </a:cubicBezTo>
                    <a:cubicBezTo>
                      <a:pt x="1" y="19"/>
                      <a:pt x="0" y="29"/>
                      <a:pt x="6" y="37"/>
                    </a:cubicBezTo>
                    <a:cubicBezTo>
                      <a:pt x="17" y="31"/>
                      <a:pt x="39" y="19"/>
                      <a:pt x="29" y="3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179">
                <a:extLst>
                  <a:ext uri="{FF2B5EF4-FFF2-40B4-BE49-F238E27FC236}">
                    <a16:creationId xmlns:a16="http://schemas.microsoft.com/office/drawing/2014/main" id="{608D6769-AC65-4272-A0BB-36E211CFD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438"/>
                <a:ext cx="46" cy="49"/>
              </a:xfrm>
              <a:custGeom>
                <a:avLst/>
                <a:gdLst>
                  <a:gd name="T0" fmla="*/ 57 w 35"/>
                  <a:gd name="T1" fmla="*/ 6 h 35"/>
                  <a:gd name="T2" fmla="*/ 14 w 35"/>
                  <a:gd name="T3" fmla="*/ 21 h 35"/>
                  <a:gd name="T4" fmla="*/ 24 w 35"/>
                  <a:gd name="T5" fmla="*/ 97 h 35"/>
                  <a:gd name="T6" fmla="*/ 59 w 35"/>
                  <a:gd name="T7" fmla="*/ 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5">
                    <a:moveTo>
                      <a:pt x="25" y="2"/>
                    </a:moveTo>
                    <a:cubicBezTo>
                      <a:pt x="18" y="0"/>
                      <a:pt x="10" y="2"/>
                      <a:pt x="6" y="8"/>
                    </a:cubicBezTo>
                    <a:cubicBezTo>
                      <a:pt x="0" y="18"/>
                      <a:pt x="7" y="26"/>
                      <a:pt x="11" y="35"/>
                    </a:cubicBezTo>
                    <a:cubicBezTo>
                      <a:pt x="18" y="29"/>
                      <a:pt x="35" y="14"/>
                      <a:pt x="26" y="2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180">
                <a:extLst>
                  <a:ext uri="{FF2B5EF4-FFF2-40B4-BE49-F238E27FC236}">
                    <a16:creationId xmlns:a16="http://schemas.microsoft.com/office/drawing/2014/main" id="{5551DE95-E865-4B33-A7E4-89559A53C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519"/>
                <a:ext cx="53" cy="54"/>
              </a:xfrm>
              <a:custGeom>
                <a:avLst/>
                <a:gdLst>
                  <a:gd name="T0" fmla="*/ 64 w 40"/>
                  <a:gd name="T1" fmla="*/ 0 h 38"/>
                  <a:gd name="T2" fmla="*/ 1 w 40"/>
                  <a:gd name="T3" fmla="*/ 109 h 38"/>
                  <a:gd name="T4" fmla="*/ 65 w 40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8">
                    <a:moveTo>
                      <a:pt x="27" y="0"/>
                    </a:moveTo>
                    <a:cubicBezTo>
                      <a:pt x="11" y="6"/>
                      <a:pt x="0" y="20"/>
                      <a:pt x="1" y="38"/>
                    </a:cubicBezTo>
                    <a:cubicBezTo>
                      <a:pt x="12" y="37"/>
                      <a:pt x="40" y="11"/>
                      <a:pt x="28" y="0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181">
                <a:extLst>
                  <a:ext uri="{FF2B5EF4-FFF2-40B4-BE49-F238E27FC236}">
                    <a16:creationId xmlns:a16="http://schemas.microsoft.com/office/drawing/2014/main" id="{9907FA92-DC29-4105-B296-AB5D685A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1543"/>
                <a:ext cx="46" cy="70"/>
              </a:xfrm>
              <a:custGeom>
                <a:avLst/>
                <a:gdLst>
                  <a:gd name="T0" fmla="*/ 75 w 35"/>
                  <a:gd name="T1" fmla="*/ 20 h 49"/>
                  <a:gd name="T2" fmla="*/ 14 w 35"/>
                  <a:gd name="T3" fmla="*/ 141 h 49"/>
                  <a:gd name="T4" fmla="*/ 14 w 35"/>
                  <a:gd name="T5" fmla="*/ 141 h 49"/>
                  <a:gd name="T6" fmla="*/ 49 w 35"/>
                  <a:gd name="T7" fmla="*/ 134 h 49"/>
                  <a:gd name="T8" fmla="*/ 71 w 35"/>
                  <a:gd name="T9" fmla="*/ 81 h 49"/>
                  <a:gd name="T10" fmla="*/ 67 w 35"/>
                  <a:gd name="T11" fmla="*/ 23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9">
                    <a:moveTo>
                      <a:pt x="33" y="7"/>
                    </a:moveTo>
                    <a:cubicBezTo>
                      <a:pt x="15" y="0"/>
                      <a:pt x="0" y="35"/>
                      <a:pt x="6" y="48"/>
                    </a:cubicBezTo>
                    <a:cubicBezTo>
                      <a:pt x="6" y="49"/>
                      <a:pt x="6" y="49"/>
                      <a:pt x="6" y="48"/>
                    </a:cubicBezTo>
                    <a:cubicBezTo>
                      <a:pt x="10" y="46"/>
                      <a:pt x="16" y="49"/>
                      <a:pt x="21" y="46"/>
                    </a:cubicBezTo>
                    <a:cubicBezTo>
                      <a:pt x="27" y="43"/>
                      <a:pt x="29" y="34"/>
                      <a:pt x="31" y="28"/>
                    </a:cubicBezTo>
                    <a:cubicBezTo>
                      <a:pt x="33" y="21"/>
                      <a:pt x="35" y="14"/>
                      <a:pt x="30" y="8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182">
                <a:extLst>
                  <a:ext uri="{FF2B5EF4-FFF2-40B4-BE49-F238E27FC236}">
                    <a16:creationId xmlns:a16="http://schemas.microsoft.com/office/drawing/2014/main" id="{4577C791-272A-4D85-AC18-A72395365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402"/>
                <a:ext cx="109" cy="300"/>
              </a:xfrm>
              <a:custGeom>
                <a:avLst/>
                <a:gdLst>
                  <a:gd name="T0" fmla="*/ 38 w 83"/>
                  <a:gd name="T1" fmla="*/ 565 h 212"/>
                  <a:gd name="T2" fmla="*/ 77 w 83"/>
                  <a:gd name="T3" fmla="*/ 269 h 212"/>
                  <a:gd name="T4" fmla="*/ 127 w 83"/>
                  <a:gd name="T5" fmla="*/ 153 h 212"/>
                  <a:gd name="T6" fmla="*/ 131 w 83"/>
                  <a:gd name="T7" fmla="*/ 0 h 212"/>
                  <a:gd name="T8" fmla="*/ 133 w 83"/>
                  <a:gd name="T9" fmla="*/ 231 h 212"/>
                  <a:gd name="T10" fmla="*/ 67 w 83"/>
                  <a:gd name="T11" fmla="*/ 458 h 212"/>
                  <a:gd name="T12" fmla="*/ 176 w 83"/>
                  <a:gd name="T13" fmla="*/ 221 h 212"/>
                  <a:gd name="T14" fmla="*/ 138 w 83"/>
                  <a:gd name="T15" fmla="*/ 375 h 212"/>
                  <a:gd name="T16" fmla="*/ 176 w 83"/>
                  <a:gd name="T17" fmla="*/ 347 h 212"/>
                  <a:gd name="T18" fmla="*/ 138 w 83"/>
                  <a:gd name="T19" fmla="*/ 430 h 212"/>
                  <a:gd name="T20" fmla="*/ 165 w 83"/>
                  <a:gd name="T21" fmla="*/ 434 h 212"/>
                  <a:gd name="T22" fmla="*/ 121 w 83"/>
                  <a:gd name="T23" fmla="*/ 478 h 212"/>
                  <a:gd name="T24" fmla="*/ 95 w 83"/>
                  <a:gd name="T25" fmla="*/ 601 h 212"/>
                  <a:gd name="T26" fmla="*/ 38 w 83"/>
                  <a:gd name="T27" fmla="*/ 565 h 2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3" h="212">
                    <a:moveTo>
                      <a:pt x="17" y="199"/>
                    </a:moveTo>
                    <a:cubicBezTo>
                      <a:pt x="0" y="168"/>
                      <a:pt x="18" y="123"/>
                      <a:pt x="34" y="95"/>
                    </a:cubicBezTo>
                    <a:cubicBezTo>
                      <a:pt x="42" y="82"/>
                      <a:pt x="51" y="69"/>
                      <a:pt x="56" y="54"/>
                    </a:cubicBezTo>
                    <a:cubicBezTo>
                      <a:pt x="63" y="35"/>
                      <a:pt x="56" y="20"/>
                      <a:pt x="58" y="0"/>
                    </a:cubicBezTo>
                    <a:cubicBezTo>
                      <a:pt x="58" y="21"/>
                      <a:pt x="64" y="55"/>
                      <a:pt x="59" y="81"/>
                    </a:cubicBezTo>
                    <a:cubicBezTo>
                      <a:pt x="54" y="107"/>
                      <a:pt x="40" y="138"/>
                      <a:pt x="30" y="162"/>
                    </a:cubicBezTo>
                    <a:cubicBezTo>
                      <a:pt x="38" y="128"/>
                      <a:pt x="57" y="104"/>
                      <a:pt x="78" y="78"/>
                    </a:cubicBezTo>
                    <a:cubicBezTo>
                      <a:pt x="83" y="99"/>
                      <a:pt x="66" y="113"/>
                      <a:pt x="61" y="132"/>
                    </a:cubicBezTo>
                    <a:cubicBezTo>
                      <a:pt x="65" y="128"/>
                      <a:pt x="74" y="125"/>
                      <a:pt x="78" y="122"/>
                    </a:cubicBezTo>
                    <a:cubicBezTo>
                      <a:pt x="73" y="135"/>
                      <a:pt x="64" y="141"/>
                      <a:pt x="61" y="152"/>
                    </a:cubicBezTo>
                    <a:cubicBezTo>
                      <a:pt x="65" y="152"/>
                      <a:pt x="69" y="153"/>
                      <a:pt x="73" y="153"/>
                    </a:cubicBezTo>
                    <a:cubicBezTo>
                      <a:pt x="67" y="159"/>
                      <a:pt x="61" y="165"/>
                      <a:pt x="53" y="169"/>
                    </a:cubicBezTo>
                    <a:cubicBezTo>
                      <a:pt x="56" y="183"/>
                      <a:pt x="40" y="194"/>
                      <a:pt x="42" y="212"/>
                    </a:cubicBezTo>
                    <a:cubicBezTo>
                      <a:pt x="33" y="210"/>
                      <a:pt x="24" y="205"/>
                      <a:pt x="17" y="199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183">
                <a:extLst>
                  <a:ext uri="{FF2B5EF4-FFF2-40B4-BE49-F238E27FC236}">
                    <a16:creationId xmlns:a16="http://schemas.microsoft.com/office/drawing/2014/main" id="{A30BA754-BC74-46B2-ABC5-2E6E32F31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494"/>
                <a:ext cx="895" cy="672"/>
              </a:xfrm>
              <a:custGeom>
                <a:avLst/>
                <a:gdLst>
                  <a:gd name="T0" fmla="*/ 882 w 676"/>
                  <a:gd name="T1" fmla="*/ 0 h 476"/>
                  <a:gd name="T2" fmla="*/ 704 w 676"/>
                  <a:gd name="T3" fmla="*/ 68 h 476"/>
                  <a:gd name="T4" fmla="*/ 315 w 676"/>
                  <a:gd name="T5" fmla="*/ 260 h 476"/>
                  <a:gd name="T6" fmla="*/ 0 w 676"/>
                  <a:gd name="T7" fmla="*/ 754 h 476"/>
                  <a:gd name="T8" fmla="*/ 1169 w 676"/>
                  <a:gd name="T9" fmla="*/ 889 h 476"/>
                  <a:gd name="T10" fmla="*/ 1189 w 676"/>
                  <a:gd name="T11" fmla="*/ 169 h 476"/>
                  <a:gd name="T12" fmla="*/ 882 w 676"/>
                  <a:gd name="T13" fmla="*/ 0 h 4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6" h="476">
                    <a:moveTo>
                      <a:pt x="380" y="0"/>
                    </a:moveTo>
                    <a:cubicBezTo>
                      <a:pt x="380" y="0"/>
                      <a:pt x="336" y="28"/>
                      <a:pt x="304" y="24"/>
                    </a:cubicBezTo>
                    <a:cubicBezTo>
                      <a:pt x="272" y="20"/>
                      <a:pt x="188" y="28"/>
                      <a:pt x="136" y="92"/>
                    </a:cubicBezTo>
                    <a:cubicBezTo>
                      <a:pt x="84" y="156"/>
                      <a:pt x="0" y="268"/>
                      <a:pt x="0" y="268"/>
                    </a:cubicBezTo>
                    <a:cubicBezTo>
                      <a:pt x="0" y="268"/>
                      <a:pt x="332" y="476"/>
                      <a:pt x="504" y="316"/>
                    </a:cubicBezTo>
                    <a:cubicBezTo>
                      <a:pt x="676" y="156"/>
                      <a:pt x="632" y="116"/>
                      <a:pt x="512" y="60"/>
                    </a:cubicBezTo>
                    <a:cubicBezTo>
                      <a:pt x="392" y="4"/>
                      <a:pt x="380" y="0"/>
                      <a:pt x="380" y="0"/>
                    </a:cubicBezTo>
                    <a:close/>
                  </a:path>
                </a:pathLst>
              </a:custGeom>
              <a:solidFill>
                <a:srgbClr val="F94848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3" name="Freeform 184">
                <a:extLst>
                  <a:ext uri="{FF2B5EF4-FFF2-40B4-BE49-F238E27FC236}">
                    <a16:creationId xmlns:a16="http://schemas.microsoft.com/office/drawing/2014/main" id="{3ECCE6B2-13CA-4E9F-A17A-781A4AF0E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1541"/>
                <a:ext cx="344" cy="314"/>
              </a:xfrm>
              <a:custGeom>
                <a:avLst/>
                <a:gdLst>
                  <a:gd name="T0" fmla="*/ 22 w 260"/>
                  <a:gd name="T1" fmla="*/ 507 h 223"/>
                  <a:gd name="T2" fmla="*/ 361 w 260"/>
                  <a:gd name="T3" fmla="*/ 477 h 223"/>
                  <a:gd name="T4" fmla="*/ 602 w 260"/>
                  <a:gd name="T5" fmla="*/ 262 h 223"/>
                  <a:gd name="T6" fmla="*/ 450 w 260"/>
                  <a:gd name="T7" fmla="*/ 276 h 223"/>
                  <a:gd name="T8" fmla="*/ 472 w 260"/>
                  <a:gd name="T9" fmla="*/ 196 h 223"/>
                  <a:gd name="T10" fmla="*/ 324 w 260"/>
                  <a:gd name="T11" fmla="*/ 186 h 223"/>
                  <a:gd name="T12" fmla="*/ 288 w 260"/>
                  <a:gd name="T13" fmla="*/ 62 h 223"/>
                  <a:gd name="T14" fmla="*/ 136 w 260"/>
                  <a:gd name="T15" fmla="*/ 92 h 223"/>
                  <a:gd name="T16" fmla="*/ 108 w 260"/>
                  <a:gd name="T17" fmla="*/ 200 h 223"/>
                  <a:gd name="T18" fmla="*/ 60 w 260"/>
                  <a:gd name="T19" fmla="*/ 321 h 223"/>
                  <a:gd name="T20" fmla="*/ 34 w 260"/>
                  <a:gd name="T21" fmla="*/ 514 h 2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223">
                    <a:moveTo>
                      <a:pt x="10" y="182"/>
                    </a:moveTo>
                    <a:cubicBezTo>
                      <a:pt x="41" y="223"/>
                      <a:pt x="122" y="193"/>
                      <a:pt x="156" y="171"/>
                    </a:cubicBezTo>
                    <a:cubicBezTo>
                      <a:pt x="188" y="151"/>
                      <a:pt x="246" y="130"/>
                      <a:pt x="260" y="94"/>
                    </a:cubicBezTo>
                    <a:cubicBezTo>
                      <a:pt x="237" y="84"/>
                      <a:pt x="218" y="102"/>
                      <a:pt x="194" y="99"/>
                    </a:cubicBezTo>
                    <a:cubicBezTo>
                      <a:pt x="196" y="88"/>
                      <a:pt x="204" y="81"/>
                      <a:pt x="204" y="70"/>
                    </a:cubicBezTo>
                    <a:cubicBezTo>
                      <a:pt x="190" y="66"/>
                      <a:pt x="148" y="74"/>
                      <a:pt x="140" y="67"/>
                    </a:cubicBezTo>
                    <a:cubicBezTo>
                      <a:pt x="130" y="57"/>
                      <a:pt x="139" y="36"/>
                      <a:pt x="125" y="22"/>
                    </a:cubicBezTo>
                    <a:cubicBezTo>
                      <a:pt x="102" y="0"/>
                      <a:pt x="67" y="2"/>
                      <a:pt x="59" y="33"/>
                    </a:cubicBezTo>
                    <a:cubicBezTo>
                      <a:pt x="54" y="51"/>
                      <a:pt x="56" y="56"/>
                      <a:pt x="47" y="72"/>
                    </a:cubicBezTo>
                    <a:cubicBezTo>
                      <a:pt x="39" y="87"/>
                      <a:pt x="31" y="99"/>
                      <a:pt x="26" y="115"/>
                    </a:cubicBezTo>
                    <a:cubicBezTo>
                      <a:pt x="21" y="132"/>
                      <a:pt x="0" y="176"/>
                      <a:pt x="15" y="184"/>
                    </a:cubicBezTo>
                  </a:path>
                </a:pathLst>
              </a:custGeom>
              <a:solidFill>
                <a:srgbClr val="F4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4" name="Freeform 185">
                <a:extLst>
                  <a:ext uri="{FF2B5EF4-FFF2-40B4-BE49-F238E27FC236}">
                    <a16:creationId xmlns:a16="http://schemas.microsoft.com/office/drawing/2014/main" id="{E5DA5111-0BDC-4585-B8AB-F42A74771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673"/>
                <a:ext cx="74" cy="57"/>
              </a:xfrm>
              <a:custGeom>
                <a:avLst/>
                <a:gdLst>
                  <a:gd name="T0" fmla="*/ 130 w 56"/>
                  <a:gd name="T1" fmla="*/ 23 h 40"/>
                  <a:gd name="T2" fmla="*/ 20 w 56"/>
                  <a:gd name="T3" fmla="*/ 114 h 40"/>
                  <a:gd name="T4" fmla="*/ 130 w 56"/>
                  <a:gd name="T5" fmla="*/ 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0">
                    <a:moveTo>
                      <a:pt x="56" y="8"/>
                    </a:moveTo>
                    <a:cubicBezTo>
                      <a:pt x="34" y="0"/>
                      <a:pt x="0" y="9"/>
                      <a:pt x="8" y="39"/>
                    </a:cubicBezTo>
                    <a:cubicBezTo>
                      <a:pt x="31" y="40"/>
                      <a:pt x="50" y="20"/>
                      <a:pt x="56" y="2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5" name="Freeform 186">
                <a:extLst>
                  <a:ext uri="{FF2B5EF4-FFF2-40B4-BE49-F238E27FC236}">
                    <a16:creationId xmlns:a16="http://schemas.microsoft.com/office/drawing/2014/main" id="{58E2E030-B1F0-47C4-A709-8C619DB99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637"/>
                <a:ext cx="76" cy="72"/>
              </a:xfrm>
              <a:custGeom>
                <a:avLst/>
                <a:gdLst>
                  <a:gd name="T0" fmla="*/ 115 w 58"/>
                  <a:gd name="T1" fmla="*/ 11 h 51"/>
                  <a:gd name="T2" fmla="*/ 48 w 58"/>
                  <a:gd name="T3" fmla="*/ 124 h 51"/>
                  <a:gd name="T4" fmla="*/ 131 w 58"/>
                  <a:gd name="T5" fmla="*/ 20 h 51"/>
                  <a:gd name="T6" fmla="*/ 115 w 58"/>
                  <a:gd name="T7" fmla="*/ 2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1">
                    <a:moveTo>
                      <a:pt x="51" y="4"/>
                    </a:moveTo>
                    <a:cubicBezTo>
                      <a:pt x="32" y="0"/>
                      <a:pt x="0" y="33"/>
                      <a:pt x="21" y="44"/>
                    </a:cubicBezTo>
                    <a:cubicBezTo>
                      <a:pt x="34" y="51"/>
                      <a:pt x="57" y="16"/>
                      <a:pt x="58" y="7"/>
                    </a:cubicBezTo>
                    <a:cubicBezTo>
                      <a:pt x="56" y="7"/>
                      <a:pt x="53" y="7"/>
                      <a:pt x="51" y="7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6" name="Freeform 187">
                <a:extLst>
                  <a:ext uri="{FF2B5EF4-FFF2-40B4-BE49-F238E27FC236}">
                    <a16:creationId xmlns:a16="http://schemas.microsoft.com/office/drawing/2014/main" id="{EF73AB74-CB9C-4EF6-A5C4-C363739CC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551"/>
                <a:ext cx="246" cy="246"/>
              </a:xfrm>
              <a:custGeom>
                <a:avLst/>
                <a:gdLst>
                  <a:gd name="T0" fmla="*/ 430 w 186"/>
                  <a:gd name="T1" fmla="*/ 11 h 175"/>
                  <a:gd name="T2" fmla="*/ 357 w 186"/>
                  <a:gd name="T3" fmla="*/ 25 h 175"/>
                  <a:gd name="T4" fmla="*/ 257 w 186"/>
                  <a:gd name="T5" fmla="*/ 83 h 175"/>
                  <a:gd name="T6" fmla="*/ 74 w 186"/>
                  <a:gd name="T7" fmla="*/ 261 h 175"/>
                  <a:gd name="T8" fmla="*/ 159 w 186"/>
                  <a:gd name="T9" fmla="*/ 211 h 175"/>
                  <a:gd name="T10" fmla="*/ 65 w 186"/>
                  <a:gd name="T11" fmla="*/ 325 h 175"/>
                  <a:gd name="T12" fmla="*/ 0 w 186"/>
                  <a:gd name="T13" fmla="*/ 443 h 175"/>
                  <a:gd name="T14" fmla="*/ 148 w 186"/>
                  <a:gd name="T15" fmla="*/ 439 h 175"/>
                  <a:gd name="T16" fmla="*/ 303 w 186"/>
                  <a:gd name="T17" fmla="*/ 474 h 175"/>
                  <a:gd name="T18" fmla="*/ 250 w 186"/>
                  <a:gd name="T19" fmla="*/ 389 h 175"/>
                  <a:gd name="T20" fmla="*/ 332 w 186"/>
                  <a:gd name="T21" fmla="*/ 306 h 175"/>
                  <a:gd name="T22" fmla="*/ 227 w 186"/>
                  <a:gd name="T23" fmla="*/ 302 h 175"/>
                  <a:gd name="T24" fmla="*/ 402 w 186"/>
                  <a:gd name="T25" fmla="*/ 111 h 175"/>
                  <a:gd name="T26" fmla="*/ 316 w 186"/>
                  <a:gd name="T27" fmla="*/ 97 h 175"/>
                  <a:gd name="T28" fmla="*/ 430 w 186"/>
                  <a:gd name="T29" fmla="*/ 15 h 17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6" h="175">
                    <a:moveTo>
                      <a:pt x="186" y="4"/>
                    </a:moveTo>
                    <a:cubicBezTo>
                      <a:pt x="175" y="12"/>
                      <a:pt x="167" y="7"/>
                      <a:pt x="154" y="9"/>
                    </a:cubicBezTo>
                    <a:cubicBezTo>
                      <a:pt x="136" y="12"/>
                      <a:pt x="126" y="20"/>
                      <a:pt x="111" y="30"/>
                    </a:cubicBezTo>
                    <a:cubicBezTo>
                      <a:pt x="84" y="46"/>
                      <a:pt x="46" y="64"/>
                      <a:pt x="32" y="94"/>
                    </a:cubicBezTo>
                    <a:cubicBezTo>
                      <a:pt x="44" y="88"/>
                      <a:pt x="57" y="79"/>
                      <a:pt x="69" y="76"/>
                    </a:cubicBezTo>
                    <a:cubicBezTo>
                      <a:pt x="65" y="91"/>
                      <a:pt x="40" y="106"/>
                      <a:pt x="28" y="117"/>
                    </a:cubicBezTo>
                    <a:cubicBezTo>
                      <a:pt x="15" y="130"/>
                      <a:pt x="6" y="140"/>
                      <a:pt x="0" y="159"/>
                    </a:cubicBezTo>
                    <a:cubicBezTo>
                      <a:pt x="25" y="171"/>
                      <a:pt x="39" y="159"/>
                      <a:pt x="64" y="158"/>
                    </a:cubicBezTo>
                    <a:cubicBezTo>
                      <a:pt x="87" y="157"/>
                      <a:pt x="107" y="175"/>
                      <a:pt x="131" y="171"/>
                    </a:cubicBezTo>
                    <a:cubicBezTo>
                      <a:pt x="125" y="161"/>
                      <a:pt x="107" y="151"/>
                      <a:pt x="108" y="140"/>
                    </a:cubicBezTo>
                    <a:cubicBezTo>
                      <a:pt x="109" y="132"/>
                      <a:pt x="137" y="118"/>
                      <a:pt x="144" y="110"/>
                    </a:cubicBezTo>
                    <a:cubicBezTo>
                      <a:pt x="129" y="115"/>
                      <a:pt x="114" y="109"/>
                      <a:pt x="98" y="109"/>
                    </a:cubicBezTo>
                    <a:cubicBezTo>
                      <a:pt x="121" y="85"/>
                      <a:pt x="145" y="57"/>
                      <a:pt x="174" y="40"/>
                    </a:cubicBezTo>
                    <a:cubicBezTo>
                      <a:pt x="162" y="40"/>
                      <a:pt x="149" y="38"/>
                      <a:pt x="137" y="35"/>
                    </a:cubicBezTo>
                    <a:cubicBezTo>
                      <a:pt x="151" y="28"/>
                      <a:pt x="175" y="0"/>
                      <a:pt x="186" y="6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7" name="Freeform 188">
                <a:extLst>
                  <a:ext uri="{FF2B5EF4-FFF2-40B4-BE49-F238E27FC236}">
                    <a16:creationId xmlns:a16="http://schemas.microsoft.com/office/drawing/2014/main" id="{AE9544E8-06D6-4797-89BC-CFDFCAAF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1867"/>
                <a:ext cx="968" cy="598"/>
              </a:xfrm>
              <a:custGeom>
                <a:avLst/>
                <a:gdLst>
                  <a:gd name="T0" fmla="*/ 1258 w 732"/>
                  <a:gd name="T1" fmla="*/ 0 h 424"/>
                  <a:gd name="T2" fmla="*/ 1490 w 732"/>
                  <a:gd name="T3" fmla="*/ 650 h 424"/>
                  <a:gd name="T4" fmla="*/ 389 w 732"/>
                  <a:gd name="T5" fmla="*/ 876 h 424"/>
                  <a:gd name="T6" fmla="*/ 0 w 732"/>
                  <a:gd name="T7" fmla="*/ 102 h 424"/>
                  <a:gd name="T8" fmla="*/ 1258 w 732"/>
                  <a:gd name="T9" fmla="*/ 0 h 4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2" h="424">
                    <a:moveTo>
                      <a:pt x="544" y="0"/>
                    </a:moveTo>
                    <a:cubicBezTo>
                      <a:pt x="544" y="0"/>
                      <a:pt x="732" y="52"/>
                      <a:pt x="644" y="232"/>
                    </a:cubicBezTo>
                    <a:cubicBezTo>
                      <a:pt x="556" y="412"/>
                      <a:pt x="328" y="424"/>
                      <a:pt x="168" y="312"/>
                    </a:cubicBezTo>
                    <a:cubicBezTo>
                      <a:pt x="8" y="200"/>
                      <a:pt x="0" y="36"/>
                      <a:pt x="0" y="36"/>
                    </a:cubicBezTo>
                    <a:lnTo>
                      <a:pt x="544" y="0"/>
                    </a:lnTo>
                    <a:close/>
                  </a:path>
                </a:pathLst>
              </a:custGeom>
              <a:solidFill>
                <a:srgbClr val="EF0707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8" name="Freeform 189">
                <a:extLst>
                  <a:ext uri="{FF2B5EF4-FFF2-40B4-BE49-F238E27FC236}">
                    <a16:creationId xmlns:a16="http://schemas.microsoft.com/office/drawing/2014/main" id="{0B6DABC1-7D68-464E-9293-96C23FB7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788"/>
                <a:ext cx="1206" cy="677"/>
              </a:xfrm>
              <a:custGeom>
                <a:avLst/>
                <a:gdLst>
                  <a:gd name="T0" fmla="*/ 961 w 912"/>
                  <a:gd name="T1" fmla="*/ 78 h 480"/>
                  <a:gd name="T2" fmla="*/ 1146 w 912"/>
                  <a:gd name="T3" fmla="*/ 55 h 480"/>
                  <a:gd name="T4" fmla="*/ 1184 w 912"/>
                  <a:gd name="T5" fmla="*/ 203 h 480"/>
                  <a:gd name="T6" fmla="*/ 1406 w 912"/>
                  <a:gd name="T7" fmla="*/ 89 h 480"/>
                  <a:gd name="T8" fmla="*/ 1508 w 912"/>
                  <a:gd name="T9" fmla="*/ 897 h 480"/>
                  <a:gd name="T10" fmla="*/ 611 w 912"/>
                  <a:gd name="T11" fmla="*/ 863 h 480"/>
                  <a:gd name="T12" fmla="*/ 602 w 912"/>
                  <a:gd name="T13" fmla="*/ 111 h 480"/>
                  <a:gd name="T14" fmla="*/ 961 w 912"/>
                  <a:gd name="T15" fmla="*/ 78 h 4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2" h="480">
                    <a:moveTo>
                      <a:pt x="416" y="28"/>
                    </a:moveTo>
                    <a:cubicBezTo>
                      <a:pt x="496" y="20"/>
                      <a:pt x="496" y="20"/>
                      <a:pt x="496" y="20"/>
                    </a:cubicBezTo>
                    <a:cubicBezTo>
                      <a:pt x="512" y="72"/>
                      <a:pt x="512" y="72"/>
                      <a:pt x="512" y="72"/>
                    </a:cubicBezTo>
                    <a:cubicBezTo>
                      <a:pt x="512" y="72"/>
                      <a:pt x="524" y="0"/>
                      <a:pt x="608" y="32"/>
                    </a:cubicBezTo>
                    <a:cubicBezTo>
                      <a:pt x="692" y="64"/>
                      <a:pt x="912" y="160"/>
                      <a:pt x="652" y="320"/>
                    </a:cubicBezTo>
                    <a:cubicBezTo>
                      <a:pt x="392" y="480"/>
                      <a:pt x="372" y="384"/>
                      <a:pt x="264" y="308"/>
                    </a:cubicBezTo>
                    <a:cubicBezTo>
                      <a:pt x="156" y="232"/>
                      <a:pt x="0" y="29"/>
                      <a:pt x="260" y="40"/>
                    </a:cubicBezTo>
                    <a:cubicBezTo>
                      <a:pt x="356" y="44"/>
                      <a:pt x="416" y="28"/>
                      <a:pt x="416" y="28"/>
                    </a:cubicBezTo>
                    <a:close/>
                  </a:path>
                </a:pathLst>
              </a:custGeom>
              <a:solidFill>
                <a:srgbClr val="F94848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9" name="Freeform 190">
                <a:extLst>
                  <a:ext uri="{FF2B5EF4-FFF2-40B4-BE49-F238E27FC236}">
                    <a16:creationId xmlns:a16="http://schemas.microsoft.com/office/drawing/2014/main" id="{FC8D8879-D4B9-429E-A8FC-BD0407E18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1590"/>
                <a:ext cx="661" cy="367"/>
              </a:xfrm>
              <a:custGeom>
                <a:avLst/>
                <a:gdLst>
                  <a:gd name="T0" fmla="*/ 0 w 500"/>
                  <a:gd name="T1" fmla="*/ 349 h 260"/>
                  <a:gd name="T2" fmla="*/ 397 w 500"/>
                  <a:gd name="T3" fmla="*/ 686 h 260"/>
                  <a:gd name="T4" fmla="*/ 998 w 500"/>
                  <a:gd name="T5" fmla="*/ 731 h 260"/>
                  <a:gd name="T6" fmla="*/ 1109 w 500"/>
                  <a:gd name="T7" fmla="*/ 349 h 260"/>
                  <a:gd name="T8" fmla="*/ 683 w 500"/>
                  <a:gd name="T9" fmla="*/ 23 h 260"/>
                  <a:gd name="T10" fmla="*/ 461 w 500"/>
                  <a:gd name="T11" fmla="*/ 192 h 260"/>
                  <a:gd name="T12" fmla="*/ 0 w 500"/>
                  <a:gd name="T13" fmla="*/ 349 h 2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260">
                    <a:moveTo>
                      <a:pt x="0" y="124"/>
                    </a:moveTo>
                    <a:cubicBezTo>
                      <a:pt x="172" y="244"/>
                      <a:pt x="172" y="244"/>
                      <a:pt x="172" y="244"/>
                    </a:cubicBezTo>
                    <a:cubicBezTo>
                      <a:pt x="432" y="260"/>
                      <a:pt x="432" y="260"/>
                      <a:pt x="432" y="260"/>
                    </a:cubicBezTo>
                    <a:cubicBezTo>
                      <a:pt x="432" y="260"/>
                      <a:pt x="500" y="152"/>
                      <a:pt x="480" y="124"/>
                    </a:cubicBezTo>
                    <a:cubicBezTo>
                      <a:pt x="460" y="96"/>
                      <a:pt x="372" y="0"/>
                      <a:pt x="296" y="8"/>
                    </a:cubicBezTo>
                    <a:cubicBezTo>
                      <a:pt x="220" y="16"/>
                      <a:pt x="228" y="28"/>
                      <a:pt x="200" y="68"/>
                    </a:cubicBezTo>
                    <a:cubicBezTo>
                      <a:pt x="172" y="108"/>
                      <a:pt x="64" y="132"/>
                      <a:pt x="0" y="124"/>
                    </a:cubicBezTo>
                    <a:close/>
                  </a:path>
                </a:pathLst>
              </a:custGeom>
              <a:solidFill>
                <a:srgbClr val="F93535"/>
              </a:solidFill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0" name="Freeform 191">
                <a:extLst>
                  <a:ext uri="{FF2B5EF4-FFF2-40B4-BE49-F238E27FC236}">
                    <a16:creationId xmlns:a16="http://schemas.microsoft.com/office/drawing/2014/main" id="{3E132044-4224-424D-9EFD-A2F238529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865"/>
                <a:ext cx="214" cy="353"/>
              </a:xfrm>
              <a:custGeom>
                <a:avLst/>
                <a:gdLst>
                  <a:gd name="T0" fmla="*/ 41 w 161"/>
                  <a:gd name="T1" fmla="*/ 676 h 250"/>
                  <a:gd name="T2" fmla="*/ 33 w 161"/>
                  <a:gd name="T3" fmla="*/ 532 h 250"/>
                  <a:gd name="T4" fmla="*/ 98 w 161"/>
                  <a:gd name="T5" fmla="*/ 538 h 250"/>
                  <a:gd name="T6" fmla="*/ 144 w 161"/>
                  <a:gd name="T7" fmla="*/ 490 h 250"/>
                  <a:gd name="T8" fmla="*/ 186 w 161"/>
                  <a:gd name="T9" fmla="*/ 285 h 250"/>
                  <a:gd name="T10" fmla="*/ 82 w 161"/>
                  <a:gd name="T11" fmla="*/ 103 h 250"/>
                  <a:gd name="T12" fmla="*/ 302 w 161"/>
                  <a:gd name="T13" fmla="*/ 193 h 250"/>
                  <a:gd name="T14" fmla="*/ 356 w 161"/>
                  <a:gd name="T15" fmla="*/ 361 h 250"/>
                  <a:gd name="T16" fmla="*/ 302 w 161"/>
                  <a:gd name="T17" fmla="*/ 576 h 250"/>
                  <a:gd name="T18" fmla="*/ 52 w 161"/>
                  <a:gd name="T19" fmla="*/ 69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1" h="250">
                    <a:moveTo>
                      <a:pt x="17" y="240"/>
                    </a:moveTo>
                    <a:cubicBezTo>
                      <a:pt x="13" y="227"/>
                      <a:pt x="0" y="200"/>
                      <a:pt x="14" y="189"/>
                    </a:cubicBezTo>
                    <a:cubicBezTo>
                      <a:pt x="21" y="184"/>
                      <a:pt x="35" y="193"/>
                      <a:pt x="42" y="191"/>
                    </a:cubicBezTo>
                    <a:cubicBezTo>
                      <a:pt x="55" y="187"/>
                      <a:pt x="52" y="182"/>
                      <a:pt x="61" y="174"/>
                    </a:cubicBezTo>
                    <a:cubicBezTo>
                      <a:pt x="88" y="148"/>
                      <a:pt x="109" y="134"/>
                      <a:pt x="79" y="101"/>
                    </a:cubicBezTo>
                    <a:cubicBezTo>
                      <a:pt x="66" y="87"/>
                      <a:pt x="31" y="59"/>
                      <a:pt x="35" y="37"/>
                    </a:cubicBezTo>
                    <a:cubicBezTo>
                      <a:pt x="43" y="0"/>
                      <a:pt x="109" y="55"/>
                      <a:pt x="129" y="69"/>
                    </a:cubicBezTo>
                    <a:cubicBezTo>
                      <a:pt x="158" y="89"/>
                      <a:pt x="161" y="95"/>
                      <a:pt x="152" y="128"/>
                    </a:cubicBezTo>
                    <a:cubicBezTo>
                      <a:pt x="146" y="152"/>
                      <a:pt x="143" y="184"/>
                      <a:pt x="129" y="205"/>
                    </a:cubicBezTo>
                    <a:cubicBezTo>
                      <a:pt x="115" y="227"/>
                      <a:pt x="44" y="250"/>
                      <a:pt x="22" y="245"/>
                    </a:cubicBezTo>
                  </a:path>
                </a:pathLst>
              </a:custGeom>
              <a:solidFill>
                <a:srgbClr val="F4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1" name="Freeform 192">
                <a:extLst>
                  <a:ext uri="{FF2B5EF4-FFF2-40B4-BE49-F238E27FC236}">
                    <a16:creationId xmlns:a16="http://schemas.microsoft.com/office/drawing/2014/main" id="{C1CF6054-81A5-48DB-B334-1023F9648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874"/>
                <a:ext cx="332" cy="206"/>
              </a:xfrm>
              <a:custGeom>
                <a:avLst/>
                <a:gdLst>
                  <a:gd name="T0" fmla="*/ 321 w 251"/>
                  <a:gd name="T1" fmla="*/ 28 h 146"/>
                  <a:gd name="T2" fmla="*/ 574 w 251"/>
                  <a:gd name="T3" fmla="*/ 117 h 146"/>
                  <a:gd name="T4" fmla="*/ 508 w 251"/>
                  <a:gd name="T5" fmla="*/ 219 h 146"/>
                  <a:gd name="T6" fmla="*/ 373 w 251"/>
                  <a:gd name="T7" fmla="*/ 193 h 146"/>
                  <a:gd name="T8" fmla="*/ 407 w 251"/>
                  <a:gd name="T9" fmla="*/ 281 h 146"/>
                  <a:gd name="T10" fmla="*/ 303 w 251"/>
                  <a:gd name="T11" fmla="*/ 326 h 146"/>
                  <a:gd name="T12" fmla="*/ 272 w 251"/>
                  <a:gd name="T13" fmla="*/ 402 h 146"/>
                  <a:gd name="T14" fmla="*/ 192 w 251"/>
                  <a:gd name="T15" fmla="*/ 315 h 146"/>
                  <a:gd name="T16" fmla="*/ 87 w 251"/>
                  <a:gd name="T17" fmla="*/ 207 h 146"/>
                  <a:gd name="T18" fmla="*/ 192 w 251"/>
                  <a:gd name="T19" fmla="*/ 63 h 146"/>
                  <a:gd name="T20" fmla="*/ 347 w 251"/>
                  <a:gd name="T21" fmla="*/ 28 h 1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1" h="146">
                    <a:moveTo>
                      <a:pt x="139" y="10"/>
                    </a:moveTo>
                    <a:cubicBezTo>
                      <a:pt x="159" y="16"/>
                      <a:pt x="243" y="15"/>
                      <a:pt x="248" y="42"/>
                    </a:cubicBezTo>
                    <a:cubicBezTo>
                      <a:pt x="251" y="59"/>
                      <a:pt x="225" y="63"/>
                      <a:pt x="219" y="78"/>
                    </a:cubicBezTo>
                    <a:cubicBezTo>
                      <a:pt x="198" y="83"/>
                      <a:pt x="180" y="69"/>
                      <a:pt x="161" y="69"/>
                    </a:cubicBezTo>
                    <a:cubicBezTo>
                      <a:pt x="159" y="81"/>
                      <a:pt x="168" y="92"/>
                      <a:pt x="176" y="100"/>
                    </a:cubicBezTo>
                    <a:cubicBezTo>
                      <a:pt x="162" y="101"/>
                      <a:pt x="141" y="105"/>
                      <a:pt x="131" y="116"/>
                    </a:cubicBezTo>
                    <a:cubicBezTo>
                      <a:pt x="124" y="126"/>
                      <a:pt x="130" y="140"/>
                      <a:pt x="118" y="143"/>
                    </a:cubicBezTo>
                    <a:cubicBezTo>
                      <a:pt x="102" y="146"/>
                      <a:pt x="91" y="121"/>
                      <a:pt x="83" y="112"/>
                    </a:cubicBezTo>
                    <a:cubicBezTo>
                      <a:pt x="69" y="96"/>
                      <a:pt x="52" y="87"/>
                      <a:pt x="38" y="74"/>
                    </a:cubicBezTo>
                    <a:cubicBezTo>
                      <a:pt x="0" y="37"/>
                      <a:pt x="52" y="29"/>
                      <a:pt x="83" y="23"/>
                    </a:cubicBezTo>
                    <a:cubicBezTo>
                      <a:pt x="101" y="19"/>
                      <a:pt x="135" y="0"/>
                      <a:pt x="150" y="10"/>
                    </a:cubicBezTo>
                  </a:path>
                </a:pathLst>
              </a:custGeom>
              <a:solidFill>
                <a:srgbClr val="F4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2" name="Freeform 193">
                <a:extLst>
                  <a:ext uri="{FF2B5EF4-FFF2-40B4-BE49-F238E27FC236}">
                    <a16:creationId xmlns:a16="http://schemas.microsoft.com/office/drawing/2014/main" id="{F2C5EEDD-0589-4DDB-9C71-44AF9D734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091"/>
                <a:ext cx="56" cy="100"/>
              </a:xfrm>
              <a:custGeom>
                <a:avLst/>
                <a:gdLst>
                  <a:gd name="T0" fmla="*/ 7 w 42"/>
                  <a:gd name="T1" fmla="*/ 28 h 71"/>
                  <a:gd name="T2" fmla="*/ 95 w 42"/>
                  <a:gd name="T3" fmla="*/ 83 h 71"/>
                  <a:gd name="T4" fmla="*/ 15 w 42"/>
                  <a:gd name="T5" fmla="*/ 8 h 71"/>
                  <a:gd name="T6" fmla="*/ 1 w 42"/>
                  <a:gd name="T7" fmla="*/ 21 h 71"/>
                  <a:gd name="T8" fmla="*/ 1 w 42"/>
                  <a:gd name="T9" fmla="*/ 4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1">
                    <a:moveTo>
                      <a:pt x="3" y="10"/>
                    </a:moveTo>
                    <a:cubicBezTo>
                      <a:pt x="12" y="19"/>
                      <a:pt x="36" y="71"/>
                      <a:pt x="40" y="30"/>
                    </a:cubicBezTo>
                    <a:cubicBezTo>
                      <a:pt x="42" y="10"/>
                      <a:pt x="24" y="0"/>
                      <a:pt x="6" y="3"/>
                    </a:cubicBezTo>
                    <a:cubicBezTo>
                      <a:pt x="5" y="4"/>
                      <a:pt x="2" y="7"/>
                      <a:pt x="1" y="8"/>
                    </a:cubicBezTo>
                    <a:cubicBezTo>
                      <a:pt x="0" y="11"/>
                      <a:pt x="1" y="13"/>
                      <a:pt x="1" y="16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3" name="Freeform 194">
                <a:extLst>
                  <a:ext uri="{FF2B5EF4-FFF2-40B4-BE49-F238E27FC236}">
                    <a16:creationId xmlns:a16="http://schemas.microsoft.com/office/drawing/2014/main" id="{0C48A891-6A81-498D-BB0E-5A95F963E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026"/>
                <a:ext cx="46" cy="44"/>
              </a:xfrm>
              <a:custGeom>
                <a:avLst/>
                <a:gdLst>
                  <a:gd name="T0" fmla="*/ 21 w 35"/>
                  <a:gd name="T1" fmla="*/ 54 h 31"/>
                  <a:gd name="T2" fmla="*/ 71 w 35"/>
                  <a:gd name="T3" fmla="*/ 37 h 31"/>
                  <a:gd name="T4" fmla="*/ 9 w 35"/>
                  <a:gd name="T5" fmla="*/ 4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1">
                    <a:moveTo>
                      <a:pt x="9" y="19"/>
                    </a:moveTo>
                    <a:cubicBezTo>
                      <a:pt x="0" y="23"/>
                      <a:pt x="35" y="31"/>
                      <a:pt x="31" y="13"/>
                    </a:cubicBezTo>
                    <a:cubicBezTo>
                      <a:pt x="27" y="0"/>
                      <a:pt x="10" y="7"/>
                      <a:pt x="4" y="14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4" name="Freeform 195">
                <a:extLst>
                  <a:ext uri="{FF2B5EF4-FFF2-40B4-BE49-F238E27FC236}">
                    <a16:creationId xmlns:a16="http://schemas.microsoft.com/office/drawing/2014/main" id="{C08974CB-F9D0-4500-B964-C87DECF82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905"/>
                <a:ext cx="53" cy="60"/>
              </a:xfrm>
              <a:custGeom>
                <a:avLst/>
                <a:gdLst>
                  <a:gd name="T0" fmla="*/ 7 w 40"/>
                  <a:gd name="T1" fmla="*/ 39 h 43"/>
                  <a:gd name="T2" fmla="*/ 74 w 40"/>
                  <a:gd name="T3" fmla="*/ 117 h 43"/>
                  <a:gd name="T4" fmla="*/ 7 w 40"/>
                  <a:gd name="T5" fmla="*/ 5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3">
                    <a:moveTo>
                      <a:pt x="3" y="14"/>
                    </a:moveTo>
                    <a:cubicBezTo>
                      <a:pt x="0" y="32"/>
                      <a:pt x="16" y="42"/>
                      <a:pt x="32" y="43"/>
                    </a:cubicBezTo>
                    <a:cubicBezTo>
                      <a:pt x="40" y="23"/>
                      <a:pt x="14" y="0"/>
                      <a:pt x="3" y="20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5" name="Freeform 196">
                <a:extLst>
                  <a:ext uri="{FF2B5EF4-FFF2-40B4-BE49-F238E27FC236}">
                    <a16:creationId xmlns:a16="http://schemas.microsoft.com/office/drawing/2014/main" id="{4DD11140-934F-477B-984C-BF48F3B66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005"/>
                <a:ext cx="58" cy="58"/>
              </a:xfrm>
              <a:custGeom>
                <a:avLst/>
                <a:gdLst>
                  <a:gd name="T0" fmla="*/ 0 w 44"/>
                  <a:gd name="T1" fmla="*/ 28 h 41"/>
                  <a:gd name="T2" fmla="*/ 86 w 44"/>
                  <a:gd name="T3" fmla="*/ 28 h 41"/>
                  <a:gd name="T4" fmla="*/ 0 w 44"/>
                  <a:gd name="T5" fmla="*/ 2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1">
                    <a:moveTo>
                      <a:pt x="0" y="10"/>
                    </a:moveTo>
                    <a:cubicBezTo>
                      <a:pt x="0" y="34"/>
                      <a:pt x="44" y="41"/>
                      <a:pt x="37" y="10"/>
                    </a:cubicBezTo>
                    <a:cubicBezTo>
                      <a:pt x="25" y="4"/>
                      <a:pt x="9" y="0"/>
                      <a:pt x="0" y="10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6" name="Freeform 197">
                <a:extLst>
                  <a:ext uri="{FF2B5EF4-FFF2-40B4-BE49-F238E27FC236}">
                    <a16:creationId xmlns:a16="http://schemas.microsoft.com/office/drawing/2014/main" id="{3BD3FEDD-3FCD-412C-AD63-E9878FEEE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665"/>
                <a:ext cx="369" cy="149"/>
              </a:xfrm>
              <a:custGeom>
                <a:avLst/>
                <a:gdLst>
                  <a:gd name="T0" fmla="*/ 238 w 279"/>
                  <a:gd name="T1" fmla="*/ 0 h 106"/>
                  <a:gd name="T2" fmla="*/ 432 w 279"/>
                  <a:gd name="T3" fmla="*/ 49 h 106"/>
                  <a:gd name="T4" fmla="*/ 571 w 279"/>
                  <a:gd name="T5" fmla="*/ 111 h 106"/>
                  <a:gd name="T6" fmla="*/ 487 w 279"/>
                  <a:gd name="T7" fmla="*/ 267 h 106"/>
                  <a:gd name="T8" fmla="*/ 222 w 279"/>
                  <a:gd name="T9" fmla="*/ 261 h 106"/>
                  <a:gd name="T10" fmla="*/ 0 w 279"/>
                  <a:gd name="T11" fmla="*/ 267 h 106"/>
                  <a:gd name="T12" fmla="*/ 173 w 279"/>
                  <a:gd name="T13" fmla="*/ 156 h 106"/>
                  <a:gd name="T14" fmla="*/ 251 w 279"/>
                  <a:gd name="T15" fmla="*/ 15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9" h="106">
                    <a:moveTo>
                      <a:pt x="103" y="0"/>
                    </a:moveTo>
                    <a:cubicBezTo>
                      <a:pt x="129" y="9"/>
                      <a:pt x="160" y="10"/>
                      <a:pt x="187" y="18"/>
                    </a:cubicBezTo>
                    <a:cubicBezTo>
                      <a:pt x="203" y="24"/>
                      <a:pt x="235" y="26"/>
                      <a:pt x="247" y="40"/>
                    </a:cubicBezTo>
                    <a:cubicBezTo>
                      <a:pt x="279" y="75"/>
                      <a:pt x="246" y="93"/>
                      <a:pt x="210" y="96"/>
                    </a:cubicBezTo>
                    <a:cubicBezTo>
                      <a:pt x="170" y="100"/>
                      <a:pt x="134" y="99"/>
                      <a:pt x="96" y="94"/>
                    </a:cubicBezTo>
                    <a:cubicBezTo>
                      <a:pt x="70" y="90"/>
                      <a:pt x="19" y="106"/>
                      <a:pt x="0" y="96"/>
                    </a:cubicBezTo>
                    <a:cubicBezTo>
                      <a:pt x="30" y="91"/>
                      <a:pt x="59" y="81"/>
                      <a:pt x="75" y="56"/>
                    </a:cubicBezTo>
                    <a:cubicBezTo>
                      <a:pt x="87" y="37"/>
                      <a:pt x="96" y="20"/>
                      <a:pt x="109" y="6"/>
                    </a:cubicBezTo>
                  </a:path>
                </a:pathLst>
              </a:custGeom>
              <a:solidFill>
                <a:srgbClr val="FC4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7" name="Freeform 198">
                <a:extLst>
                  <a:ext uri="{FF2B5EF4-FFF2-40B4-BE49-F238E27FC236}">
                    <a16:creationId xmlns:a16="http://schemas.microsoft.com/office/drawing/2014/main" id="{99E92B57-321A-409D-B894-F98E7A860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711"/>
                <a:ext cx="106" cy="75"/>
              </a:xfrm>
              <a:custGeom>
                <a:avLst/>
                <a:gdLst>
                  <a:gd name="T0" fmla="*/ 150 w 80"/>
                  <a:gd name="T1" fmla="*/ 42 h 53"/>
                  <a:gd name="T2" fmla="*/ 0 w 80"/>
                  <a:gd name="T3" fmla="*/ 105 h 53"/>
                  <a:gd name="T4" fmla="*/ 130 w 80"/>
                  <a:gd name="T5" fmla="*/ 134 h 53"/>
                  <a:gd name="T6" fmla="*/ 123 w 80"/>
                  <a:gd name="T7" fmla="*/ 3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53">
                    <a:moveTo>
                      <a:pt x="64" y="15"/>
                    </a:moveTo>
                    <a:cubicBezTo>
                      <a:pt x="36" y="0"/>
                      <a:pt x="18" y="21"/>
                      <a:pt x="0" y="37"/>
                    </a:cubicBezTo>
                    <a:cubicBezTo>
                      <a:pt x="7" y="47"/>
                      <a:pt x="43" y="53"/>
                      <a:pt x="56" y="47"/>
                    </a:cubicBezTo>
                    <a:cubicBezTo>
                      <a:pt x="73" y="40"/>
                      <a:pt x="80" y="10"/>
                      <a:pt x="53" y="13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8" name="Freeform 199">
                <a:extLst>
                  <a:ext uri="{FF2B5EF4-FFF2-40B4-BE49-F238E27FC236}">
                    <a16:creationId xmlns:a16="http://schemas.microsoft.com/office/drawing/2014/main" id="{38794822-75B1-4B11-87A4-1709FF4FE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1676"/>
                <a:ext cx="61" cy="68"/>
              </a:xfrm>
              <a:custGeom>
                <a:avLst/>
                <a:gdLst>
                  <a:gd name="T0" fmla="*/ 37 w 46"/>
                  <a:gd name="T1" fmla="*/ 130 h 48"/>
                  <a:gd name="T2" fmla="*/ 44 w 46"/>
                  <a:gd name="T3" fmla="*/ 23 h 48"/>
                  <a:gd name="T4" fmla="*/ 49 w 46"/>
                  <a:gd name="T5" fmla="*/ 13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8">
                    <a:moveTo>
                      <a:pt x="16" y="46"/>
                    </a:moveTo>
                    <a:cubicBezTo>
                      <a:pt x="22" y="40"/>
                      <a:pt x="46" y="0"/>
                      <a:pt x="19" y="8"/>
                    </a:cubicBezTo>
                    <a:cubicBezTo>
                      <a:pt x="0" y="14"/>
                      <a:pt x="2" y="45"/>
                      <a:pt x="21" y="48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9" name="Freeform 200">
                <a:extLst>
                  <a:ext uri="{FF2B5EF4-FFF2-40B4-BE49-F238E27FC236}">
                    <a16:creationId xmlns:a16="http://schemas.microsoft.com/office/drawing/2014/main" id="{27ABC6C3-0FE1-4700-B9E1-190EE42F4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778"/>
                <a:ext cx="55" cy="41"/>
              </a:xfrm>
              <a:custGeom>
                <a:avLst/>
                <a:gdLst>
                  <a:gd name="T0" fmla="*/ 0 w 41"/>
                  <a:gd name="T1" fmla="*/ 0 h 29"/>
                  <a:gd name="T2" fmla="*/ 75 w 41"/>
                  <a:gd name="T3" fmla="*/ 82 h 29"/>
                  <a:gd name="T4" fmla="*/ 12 w 41"/>
                  <a:gd name="T5" fmla="*/ 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9">
                    <a:moveTo>
                      <a:pt x="0" y="0"/>
                    </a:moveTo>
                    <a:cubicBezTo>
                      <a:pt x="8" y="12"/>
                      <a:pt x="16" y="25"/>
                      <a:pt x="31" y="29"/>
                    </a:cubicBezTo>
                    <a:cubicBezTo>
                      <a:pt x="41" y="12"/>
                      <a:pt x="20" y="6"/>
                      <a:pt x="5" y="8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0" name="Freeform 201">
                <a:extLst>
                  <a:ext uri="{FF2B5EF4-FFF2-40B4-BE49-F238E27FC236}">
                    <a16:creationId xmlns:a16="http://schemas.microsoft.com/office/drawing/2014/main" id="{5A1D3D11-B48F-4B6D-9160-D8C2BE151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1759"/>
                <a:ext cx="725" cy="504"/>
              </a:xfrm>
              <a:custGeom>
                <a:avLst/>
                <a:gdLst>
                  <a:gd name="T0" fmla="*/ 93 w 548"/>
                  <a:gd name="T1" fmla="*/ 23 h 357"/>
                  <a:gd name="T2" fmla="*/ 1176 w 548"/>
                  <a:gd name="T3" fmla="*/ 11 h 357"/>
                  <a:gd name="T4" fmla="*/ 1185 w 548"/>
                  <a:gd name="T5" fmla="*/ 494 h 357"/>
                  <a:gd name="T6" fmla="*/ 65 w 548"/>
                  <a:gd name="T7" fmla="*/ 304 h 357"/>
                  <a:gd name="T8" fmla="*/ 93 w 548"/>
                  <a:gd name="T9" fmla="*/ 23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8" h="357">
                    <a:moveTo>
                      <a:pt x="40" y="8"/>
                    </a:moveTo>
                    <a:cubicBezTo>
                      <a:pt x="40" y="8"/>
                      <a:pt x="540" y="156"/>
                      <a:pt x="508" y="4"/>
                    </a:cubicBezTo>
                    <a:cubicBezTo>
                      <a:pt x="508" y="4"/>
                      <a:pt x="548" y="80"/>
                      <a:pt x="512" y="176"/>
                    </a:cubicBezTo>
                    <a:cubicBezTo>
                      <a:pt x="512" y="176"/>
                      <a:pt x="378" y="357"/>
                      <a:pt x="28" y="108"/>
                    </a:cubicBezTo>
                    <a:cubicBezTo>
                      <a:pt x="0" y="88"/>
                      <a:pt x="0" y="0"/>
                      <a:pt x="40" y="8"/>
                    </a:cubicBezTo>
                    <a:close/>
                  </a:path>
                </a:pathLst>
              </a:custGeom>
              <a:solidFill>
                <a:srgbClr val="EF0707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1" name="Freeform 202">
                <a:extLst>
                  <a:ext uri="{FF2B5EF4-FFF2-40B4-BE49-F238E27FC236}">
                    <a16:creationId xmlns:a16="http://schemas.microsoft.com/office/drawing/2014/main" id="{062A6B17-9FDD-40C0-8229-E9B83B506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958"/>
                <a:ext cx="452" cy="520"/>
              </a:xfrm>
              <a:custGeom>
                <a:avLst/>
                <a:gdLst>
                  <a:gd name="T0" fmla="*/ 471 w 341"/>
                  <a:gd name="T1" fmla="*/ 165 h 368"/>
                  <a:gd name="T2" fmla="*/ 123 w 341"/>
                  <a:gd name="T3" fmla="*/ 151 h 368"/>
                  <a:gd name="T4" fmla="*/ 260 w 341"/>
                  <a:gd name="T5" fmla="*/ 948 h 368"/>
                  <a:gd name="T6" fmla="*/ 502 w 341"/>
                  <a:gd name="T7" fmla="*/ 1024 h 368"/>
                  <a:gd name="T8" fmla="*/ 664 w 341"/>
                  <a:gd name="T9" fmla="*/ 784 h 368"/>
                  <a:gd name="T10" fmla="*/ 471 w 341"/>
                  <a:gd name="T11" fmla="*/ 165 h 3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1" h="368">
                    <a:moveTo>
                      <a:pt x="202" y="59"/>
                    </a:moveTo>
                    <a:cubicBezTo>
                      <a:pt x="202" y="59"/>
                      <a:pt x="106" y="0"/>
                      <a:pt x="53" y="54"/>
                    </a:cubicBezTo>
                    <a:cubicBezTo>
                      <a:pt x="0" y="107"/>
                      <a:pt x="112" y="336"/>
                      <a:pt x="112" y="336"/>
                    </a:cubicBezTo>
                    <a:cubicBezTo>
                      <a:pt x="216" y="363"/>
                      <a:pt x="216" y="363"/>
                      <a:pt x="216" y="363"/>
                    </a:cubicBezTo>
                    <a:cubicBezTo>
                      <a:pt x="216" y="363"/>
                      <a:pt x="341" y="368"/>
                      <a:pt x="285" y="278"/>
                    </a:cubicBezTo>
                    <a:cubicBezTo>
                      <a:pt x="229" y="187"/>
                      <a:pt x="202" y="59"/>
                      <a:pt x="202" y="59"/>
                    </a:cubicBezTo>
                    <a:close/>
                  </a:path>
                </a:pathLst>
              </a:custGeom>
              <a:solidFill>
                <a:srgbClr val="F93535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2" name="Freeform 203">
                <a:extLst>
                  <a:ext uri="{FF2B5EF4-FFF2-40B4-BE49-F238E27FC236}">
                    <a16:creationId xmlns:a16="http://schemas.microsoft.com/office/drawing/2014/main" id="{05070E9A-A43B-481D-BA03-D9058DBD3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067"/>
                <a:ext cx="185" cy="320"/>
              </a:xfrm>
              <a:custGeom>
                <a:avLst/>
                <a:gdLst>
                  <a:gd name="T0" fmla="*/ 278 w 140"/>
                  <a:gd name="T1" fmla="*/ 636 h 227"/>
                  <a:gd name="T2" fmla="*/ 63 w 140"/>
                  <a:gd name="T3" fmla="*/ 326 h 227"/>
                  <a:gd name="T4" fmla="*/ 115 w 140"/>
                  <a:gd name="T5" fmla="*/ 330 h 227"/>
                  <a:gd name="T6" fmla="*/ 93 w 140"/>
                  <a:gd name="T7" fmla="*/ 16 h 227"/>
                  <a:gd name="T8" fmla="*/ 239 w 140"/>
                  <a:gd name="T9" fmla="*/ 204 h 227"/>
                  <a:gd name="T10" fmla="*/ 259 w 140"/>
                  <a:gd name="T11" fmla="*/ 436 h 227"/>
                  <a:gd name="T12" fmla="*/ 315 w 140"/>
                  <a:gd name="T13" fmla="*/ 620 h 227"/>
                  <a:gd name="T14" fmla="*/ 266 w 140"/>
                  <a:gd name="T15" fmla="*/ 630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227">
                    <a:moveTo>
                      <a:pt x="120" y="227"/>
                    </a:moveTo>
                    <a:cubicBezTo>
                      <a:pt x="89" y="197"/>
                      <a:pt x="27" y="164"/>
                      <a:pt x="27" y="116"/>
                    </a:cubicBezTo>
                    <a:cubicBezTo>
                      <a:pt x="33" y="118"/>
                      <a:pt x="43" y="116"/>
                      <a:pt x="50" y="118"/>
                    </a:cubicBezTo>
                    <a:cubicBezTo>
                      <a:pt x="52" y="105"/>
                      <a:pt x="0" y="16"/>
                      <a:pt x="40" y="6"/>
                    </a:cubicBezTo>
                    <a:cubicBezTo>
                      <a:pt x="62" y="0"/>
                      <a:pt x="101" y="54"/>
                      <a:pt x="104" y="73"/>
                    </a:cubicBezTo>
                    <a:cubicBezTo>
                      <a:pt x="109" y="100"/>
                      <a:pt x="107" y="128"/>
                      <a:pt x="112" y="155"/>
                    </a:cubicBezTo>
                    <a:cubicBezTo>
                      <a:pt x="116" y="180"/>
                      <a:pt x="140" y="195"/>
                      <a:pt x="136" y="221"/>
                    </a:cubicBezTo>
                    <a:cubicBezTo>
                      <a:pt x="128" y="227"/>
                      <a:pt x="122" y="227"/>
                      <a:pt x="115" y="225"/>
                    </a:cubicBezTo>
                  </a:path>
                </a:pathLst>
              </a:custGeom>
              <a:solidFill>
                <a:srgbClr val="F95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3" name="Freeform 204">
                <a:extLst>
                  <a:ext uri="{FF2B5EF4-FFF2-40B4-BE49-F238E27FC236}">
                    <a16:creationId xmlns:a16="http://schemas.microsoft.com/office/drawing/2014/main" id="{5947A0B2-CE4C-4000-A1AF-FBFDA0B2A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152"/>
                <a:ext cx="60" cy="53"/>
              </a:xfrm>
              <a:custGeom>
                <a:avLst/>
                <a:gdLst>
                  <a:gd name="T0" fmla="*/ 107 w 45"/>
                  <a:gd name="T1" fmla="*/ 63 h 38"/>
                  <a:gd name="T2" fmla="*/ 27 w 45"/>
                  <a:gd name="T3" fmla="*/ 0 h 38"/>
                  <a:gd name="T4" fmla="*/ 100 w 45"/>
                  <a:gd name="T5" fmla="*/ 7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8">
                    <a:moveTo>
                      <a:pt x="45" y="23"/>
                    </a:moveTo>
                    <a:cubicBezTo>
                      <a:pt x="36" y="13"/>
                      <a:pt x="25" y="1"/>
                      <a:pt x="11" y="0"/>
                    </a:cubicBezTo>
                    <a:cubicBezTo>
                      <a:pt x="0" y="18"/>
                      <a:pt x="27" y="38"/>
                      <a:pt x="42" y="29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4" name="Freeform 205">
                <a:extLst>
                  <a:ext uri="{FF2B5EF4-FFF2-40B4-BE49-F238E27FC236}">
                    <a16:creationId xmlns:a16="http://schemas.microsoft.com/office/drawing/2014/main" id="{6EC76E48-5A93-4FF2-8003-37BCDF26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253"/>
                <a:ext cx="32" cy="38"/>
              </a:xfrm>
              <a:custGeom>
                <a:avLst/>
                <a:gdLst>
                  <a:gd name="T0" fmla="*/ 5 w 24"/>
                  <a:gd name="T1" fmla="*/ 14 h 27"/>
                  <a:gd name="T2" fmla="*/ 55 w 24"/>
                  <a:gd name="T3" fmla="*/ 73 h 27"/>
                  <a:gd name="T4" fmla="*/ 7 w 24"/>
                  <a:gd name="T5" fmla="*/ 0 h 27"/>
                  <a:gd name="T6" fmla="*/ 12 w 24"/>
                  <a:gd name="T7" fmla="*/ 2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7">
                    <a:moveTo>
                      <a:pt x="2" y="5"/>
                    </a:moveTo>
                    <a:cubicBezTo>
                      <a:pt x="6" y="16"/>
                      <a:pt x="11" y="27"/>
                      <a:pt x="23" y="26"/>
                    </a:cubicBezTo>
                    <a:cubicBezTo>
                      <a:pt x="24" y="13"/>
                      <a:pt x="13" y="6"/>
                      <a:pt x="3" y="0"/>
                    </a:cubicBezTo>
                    <a:cubicBezTo>
                      <a:pt x="0" y="5"/>
                      <a:pt x="4" y="5"/>
                      <a:pt x="5" y="7"/>
                    </a:cubicBezTo>
                  </a:path>
                </a:pathLst>
              </a:custGeom>
              <a:solidFill>
                <a:srgbClr val="F9B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5" name="Freeform 206">
                <a:extLst>
                  <a:ext uri="{FF2B5EF4-FFF2-40B4-BE49-F238E27FC236}">
                    <a16:creationId xmlns:a16="http://schemas.microsoft.com/office/drawing/2014/main" id="{A00D7642-F636-4120-AFC4-2AA9F6770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877"/>
                <a:ext cx="374" cy="680"/>
              </a:xfrm>
              <a:custGeom>
                <a:avLst/>
                <a:gdLst>
                  <a:gd name="T0" fmla="*/ 620 w 283"/>
                  <a:gd name="T1" fmla="*/ 329 h 482"/>
                  <a:gd name="T2" fmla="*/ 303 w 283"/>
                  <a:gd name="T3" fmla="*/ 607 h 482"/>
                  <a:gd name="T4" fmla="*/ 653 w 283"/>
                  <a:gd name="T5" fmla="*/ 1182 h 482"/>
                  <a:gd name="T6" fmla="*/ 233 w 283"/>
                  <a:gd name="T7" fmla="*/ 1061 h 482"/>
                  <a:gd name="T8" fmla="*/ 620 w 283"/>
                  <a:gd name="T9" fmla="*/ 329 h 4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3" h="482">
                    <a:moveTo>
                      <a:pt x="269" y="117"/>
                    </a:moveTo>
                    <a:cubicBezTo>
                      <a:pt x="269" y="117"/>
                      <a:pt x="72" y="24"/>
                      <a:pt x="131" y="216"/>
                    </a:cubicBezTo>
                    <a:cubicBezTo>
                      <a:pt x="189" y="408"/>
                      <a:pt x="283" y="421"/>
                      <a:pt x="283" y="421"/>
                    </a:cubicBezTo>
                    <a:cubicBezTo>
                      <a:pt x="283" y="421"/>
                      <a:pt x="203" y="482"/>
                      <a:pt x="101" y="378"/>
                    </a:cubicBezTo>
                    <a:cubicBezTo>
                      <a:pt x="0" y="274"/>
                      <a:pt x="80" y="0"/>
                      <a:pt x="269" y="117"/>
                    </a:cubicBezTo>
                    <a:close/>
                  </a:path>
                </a:pathLst>
              </a:custGeom>
              <a:solidFill>
                <a:srgbClr val="EF0707"/>
              </a:solidFill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6" name="Freeform 207">
                <a:extLst>
                  <a:ext uri="{FF2B5EF4-FFF2-40B4-BE49-F238E27FC236}">
                    <a16:creationId xmlns:a16="http://schemas.microsoft.com/office/drawing/2014/main" id="{337157D6-519A-4E15-AB33-13C03CD66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159"/>
                <a:ext cx="131" cy="250"/>
              </a:xfrm>
              <a:custGeom>
                <a:avLst/>
                <a:gdLst>
                  <a:gd name="T0" fmla="*/ 45 w 99"/>
                  <a:gd name="T1" fmla="*/ 395 h 177"/>
                  <a:gd name="T2" fmla="*/ 7 w 99"/>
                  <a:gd name="T3" fmla="*/ 237 h 177"/>
                  <a:gd name="T4" fmla="*/ 29 w 99"/>
                  <a:gd name="T5" fmla="*/ 69 h 177"/>
                  <a:gd name="T6" fmla="*/ 112 w 99"/>
                  <a:gd name="T7" fmla="*/ 35 h 177"/>
                  <a:gd name="T8" fmla="*/ 157 w 99"/>
                  <a:gd name="T9" fmla="*/ 218 h 177"/>
                  <a:gd name="T10" fmla="*/ 210 w 99"/>
                  <a:gd name="T11" fmla="*/ 387 h 177"/>
                  <a:gd name="T12" fmla="*/ 200 w 99"/>
                  <a:gd name="T13" fmla="*/ 477 h 177"/>
                  <a:gd name="T14" fmla="*/ 86 w 99"/>
                  <a:gd name="T15" fmla="*/ 435 h 177"/>
                  <a:gd name="T16" fmla="*/ 44 w 99"/>
                  <a:gd name="T17" fmla="*/ 387 h 1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9" h="177">
                    <a:moveTo>
                      <a:pt x="20" y="140"/>
                    </a:moveTo>
                    <a:cubicBezTo>
                      <a:pt x="14" y="121"/>
                      <a:pt x="6" y="105"/>
                      <a:pt x="3" y="84"/>
                    </a:cubicBezTo>
                    <a:cubicBezTo>
                      <a:pt x="0" y="63"/>
                      <a:pt x="0" y="42"/>
                      <a:pt x="13" y="25"/>
                    </a:cubicBezTo>
                    <a:cubicBezTo>
                      <a:pt x="21" y="14"/>
                      <a:pt x="34" y="0"/>
                      <a:pt x="48" y="13"/>
                    </a:cubicBezTo>
                    <a:cubicBezTo>
                      <a:pt x="62" y="27"/>
                      <a:pt x="64" y="58"/>
                      <a:pt x="68" y="77"/>
                    </a:cubicBezTo>
                    <a:cubicBezTo>
                      <a:pt x="73" y="98"/>
                      <a:pt x="84" y="116"/>
                      <a:pt x="91" y="137"/>
                    </a:cubicBezTo>
                    <a:cubicBezTo>
                      <a:pt x="96" y="149"/>
                      <a:pt x="99" y="162"/>
                      <a:pt x="86" y="169"/>
                    </a:cubicBezTo>
                    <a:cubicBezTo>
                      <a:pt x="71" y="177"/>
                      <a:pt x="48" y="164"/>
                      <a:pt x="37" y="154"/>
                    </a:cubicBezTo>
                    <a:cubicBezTo>
                      <a:pt x="31" y="148"/>
                      <a:pt x="24" y="142"/>
                      <a:pt x="19" y="137"/>
                    </a:cubicBezTo>
                  </a:path>
                </a:pathLst>
              </a:custGeom>
              <a:solidFill>
                <a:srgbClr val="ED45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7" name="Freeform 208">
                <a:extLst>
                  <a:ext uri="{FF2B5EF4-FFF2-40B4-BE49-F238E27FC236}">
                    <a16:creationId xmlns:a16="http://schemas.microsoft.com/office/drawing/2014/main" id="{A8318443-9305-4575-9CFC-4896D400A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063"/>
                <a:ext cx="117" cy="322"/>
              </a:xfrm>
              <a:custGeom>
                <a:avLst/>
                <a:gdLst>
                  <a:gd name="T0" fmla="*/ 31 w 88"/>
                  <a:gd name="T1" fmla="*/ 0 h 228"/>
                  <a:gd name="T2" fmla="*/ 207 w 88"/>
                  <a:gd name="T3" fmla="*/ 643 h 228"/>
                  <a:gd name="T4" fmla="*/ 31 w 88"/>
                  <a:gd name="T5" fmla="*/ 0 h 2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28">
                    <a:moveTo>
                      <a:pt x="13" y="0"/>
                    </a:moveTo>
                    <a:cubicBezTo>
                      <a:pt x="13" y="0"/>
                      <a:pt x="0" y="118"/>
                      <a:pt x="88" y="228"/>
                    </a:cubicBezTo>
                    <a:cubicBezTo>
                      <a:pt x="88" y="228"/>
                      <a:pt x="0" y="145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8" name="Freeform 209">
                <a:extLst>
                  <a:ext uri="{FF2B5EF4-FFF2-40B4-BE49-F238E27FC236}">
                    <a16:creationId xmlns:a16="http://schemas.microsoft.com/office/drawing/2014/main" id="{1FB60E79-A0AB-468B-8DB4-18CF35538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956"/>
                <a:ext cx="135" cy="345"/>
              </a:xfrm>
              <a:custGeom>
                <a:avLst/>
                <a:gdLst>
                  <a:gd name="T0" fmla="*/ 102 w 102"/>
                  <a:gd name="T1" fmla="*/ 173 h 245"/>
                  <a:gd name="T2" fmla="*/ 49 w 102"/>
                  <a:gd name="T3" fmla="*/ 196 h 245"/>
                  <a:gd name="T4" fmla="*/ 99 w 102"/>
                  <a:gd name="T5" fmla="*/ 346 h 245"/>
                  <a:gd name="T6" fmla="*/ 94 w 102"/>
                  <a:gd name="T7" fmla="*/ 520 h 245"/>
                  <a:gd name="T8" fmla="*/ 144 w 102"/>
                  <a:gd name="T9" fmla="*/ 684 h 245"/>
                  <a:gd name="T10" fmla="*/ 124 w 102"/>
                  <a:gd name="T11" fmla="*/ 460 h 245"/>
                  <a:gd name="T12" fmla="*/ 172 w 102"/>
                  <a:gd name="T13" fmla="*/ 518 h 245"/>
                  <a:gd name="T14" fmla="*/ 163 w 102"/>
                  <a:gd name="T15" fmla="*/ 370 h 245"/>
                  <a:gd name="T16" fmla="*/ 191 w 102"/>
                  <a:gd name="T17" fmla="*/ 355 h 245"/>
                  <a:gd name="T18" fmla="*/ 237 w 102"/>
                  <a:gd name="T19" fmla="*/ 389 h 245"/>
                  <a:gd name="T20" fmla="*/ 209 w 102"/>
                  <a:gd name="T21" fmla="*/ 321 h 245"/>
                  <a:gd name="T22" fmla="*/ 193 w 102"/>
                  <a:gd name="T23" fmla="*/ 213 h 245"/>
                  <a:gd name="T24" fmla="*/ 173 w 102"/>
                  <a:gd name="T25" fmla="*/ 76 h 245"/>
                  <a:gd name="T26" fmla="*/ 151 w 102"/>
                  <a:gd name="T27" fmla="*/ 0 h 245"/>
                  <a:gd name="T28" fmla="*/ 102 w 102"/>
                  <a:gd name="T29" fmla="*/ 183 h 2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245">
                    <a:moveTo>
                      <a:pt x="44" y="62"/>
                    </a:moveTo>
                    <a:cubicBezTo>
                      <a:pt x="35" y="62"/>
                      <a:pt x="0" y="45"/>
                      <a:pt x="21" y="70"/>
                    </a:cubicBezTo>
                    <a:cubicBezTo>
                      <a:pt x="35" y="87"/>
                      <a:pt x="42" y="99"/>
                      <a:pt x="43" y="124"/>
                    </a:cubicBezTo>
                    <a:cubicBezTo>
                      <a:pt x="43" y="144"/>
                      <a:pt x="40" y="165"/>
                      <a:pt x="41" y="186"/>
                    </a:cubicBezTo>
                    <a:cubicBezTo>
                      <a:pt x="42" y="208"/>
                      <a:pt x="53" y="226"/>
                      <a:pt x="62" y="245"/>
                    </a:cubicBezTo>
                    <a:cubicBezTo>
                      <a:pt x="51" y="223"/>
                      <a:pt x="45" y="189"/>
                      <a:pt x="54" y="165"/>
                    </a:cubicBezTo>
                    <a:cubicBezTo>
                      <a:pt x="65" y="162"/>
                      <a:pt x="69" y="179"/>
                      <a:pt x="74" y="185"/>
                    </a:cubicBezTo>
                    <a:cubicBezTo>
                      <a:pt x="69" y="174"/>
                      <a:pt x="64" y="144"/>
                      <a:pt x="70" y="133"/>
                    </a:cubicBezTo>
                    <a:cubicBezTo>
                      <a:pt x="76" y="138"/>
                      <a:pt x="80" y="134"/>
                      <a:pt x="82" y="127"/>
                    </a:cubicBezTo>
                    <a:cubicBezTo>
                      <a:pt x="88" y="131"/>
                      <a:pt x="92" y="139"/>
                      <a:pt x="102" y="139"/>
                    </a:cubicBezTo>
                    <a:cubicBezTo>
                      <a:pt x="98" y="131"/>
                      <a:pt x="93" y="124"/>
                      <a:pt x="90" y="115"/>
                    </a:cubicBezTo>
                    <a:cubicBezTo>
                      <a:pt x="85" y="101"/>
                      <a:pt x="85" y="90"/>
                      <a:pt x="83" y="76"/>
                    </a:cubicBezTo>
                    <a:cubicBezTo>
                      <a:pt x="81" y="59"/>
                      <a:pt x="78" y="43"/>
                      <a:pt x="75" y="27"/>
                    </a:cubicBezTo>
                    <a:cubicBezTo>
                      <a:pt x="74" y="19"/>
                      <a:pt x="71" y="4"/>
                      <a:pt x="65" y="0"/>
                    </a:cubicBezTo>
                    <a:cubicBezTo>
                      <a:pt x="61" y="12"/>
                      <a:pt x="69" y="76"/>
                      <a:pt x="44" y="6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9" name="Freeform 210">
                <a:extLst>
                  <a:ext uri="{FF2B5EF4-FFF2-40B4-BE49-F238E27FC236}">
                    <a16:creationId xmlns:a16="http://schemas.microsoft.com/office/drawing/2014/main" id="{DE7DEBEE-503C-48B2-AA78-CE31CB526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285"/>
                <a:ext cx="155" cy="244"/>
              </a:xfrm>
              <a:custGeom>
                <a:avLst/>
                <a:gdLst>
                  <a:gd name="T0" fmla="*/ 0 w 117"/>
                  <a:gd name="T1" fmla="*/ 0 h 173"/>
                  <a:gd name="T2" fmla="*/ 232 w 117"/>
                  <a:gd name="T3" fmla="*/ 261 h 173"/>
                  <a:gd name="T4" fmla="*/ 200 w 117"/>
                  <a:gd name="T5" fmla="*/ 485 h 173"/>
                  <a:gd name="T6" fmla="*/ 221 w 117"/>
                  <a:gd name="T7" fmla="*/ 268 h 173"/>
                  <a:gd name="T8" fmla="*/ 0 w 117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173">
                    <a:moveTo>
                      <a:pt x="0" y="0"/>
                    </a:moveTo>
                    <a:cubicBezTo>
                      <a:pt x="0" y="0"/>
                      <a:pt x="75" y="42"/>
                      <a:pt x="100" y="93"/>
                    </a:cubicBezTo>
                    <a:cubicBezTo>
                      <a:pt x="117" y="127"/>
                      <a:pt x="86" y="173"/>
                      <a:pt x="86" y="173"/>
                    </a:cubicBezTo>
                    <a:cubicBezTo>
                      <a:pt x="86" y="173"/>
                      <a:pt x="111" y="136"/>
                      <a:pt x="95" y="96"/>
                    </a:cubicBezTo>
                    <a:cubicBezTo>
                      <a:pt x="79" y="5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0" name="Freeform 211">
                <a:extLst>
                  <a:ext uri="{FF2B5EF4-FFF2-40B4-BE49-F238E27FC236}">
                    <a16:creationId xmlns:a16="http://schemas.microsoft.com/office/drawing/2014/main" id="{C18AEDB5-5184-4AE4-BCA8-4758D8892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637"/>
                <a:ext cx="103" cy="235"/>
              </a:xfrm>
              <a:custGeom>
                <a:avLst/>
                <a:gdLst>
                  <a:gd name="T0" fmla="*/ 77 w 78"/>
                  <a:gd name="T1" fmla="*/ 0 h 167"/>
                  <a:gd name="T2" fmla="*/ 151 w 78"/>
                  <a:gd name="T3" fmla="*/ 196 h 167"/>
                  <a:gd name="T4" fmla="*/ 0 w 78"/>
                  <a:gd name="T5" fmla="*/ 466 h 167"/>
                  <a:gd name="T6" fmla="*/ 145 w 78"/>
                  <a:gd name="T7" fmla="*/ 136 h 167"/>
                  <a:gd name="T8" fmla="*/ 77 w 78"/>
                  <a:gd name="T9" fmla="*/ 0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67">
                    <a:moveTo>
                      <a:pt x="33" y="0"/>
                    </a:moveTo>
                    <a:cubicBezTo>
                      <a:pt x="33" y="0"/>
                      <a:pt x="78" y="27"/>
                      <a:pt x="65" y="70"/>
                    </a:cubicBezTo>
                    <a:cubicBezTo>
                      <a:pt x="52" y="113"/>
                      <a:pt x="0" y="167"/>
                      <a:pt x="0" y="167"/>
                    </a:cubicBezTo>
                    <a:cubicBezTo>
                      <a:pt x="0" y="167"/>
                      <a:pt x="65" y="84"/>
                      <a:pt x="63" y="49"/>
                    </a:cubicBezTo>
                    <a:cubicBezTo>
                      <a:pt x="61" y="22"/>
                      <a:pt x="40" y="5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1" name="Freeform 212">
                <a:extLst>
                  <a:ext uri="{FF2B5EF4-FFF2-40B4-BE49-F238E27FC236}">
                    <a16:creationId xmlns:a16="http://schemas.microsoft.com/office/drawing/2014/main" id="{42162FAC-E01E-44D4-BFCB-D91B9DF81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843"/>
                <a:ext cx="238" cy="261"/>
              </a:xfrm>
              <a:custGeom>
                <a:avLst/>
                <a:gdLst>
                  <a:gd name="T0" fmla="*/ 417 w 180"/>
                  <a:gd name="T1" fmla="*/ 16 h 185"/>
                  <a:gd name="T2" fmla="*/ 313 w 180"/>
                  <a:gd name="T3" fmla="*/ 14 h 185"/>
                  <a:gd name="T4" fmla="*/ 53 w 180"/>
                  <a:gd name="T5" fmla="*/ 137 h 185"/>
                  <a:gd name="T6" fmla="*/ 175 w 180"/>
                  <a:gd name="T7" fmla="*/ 519 h 185"/>
                  <a:gd name="T8" fmla="*/ 81 w 180"/>
                  <a:gd name="T9" fmla="*/ 121 h 185"/>
                  <a:gd name="T10" fmla="*/ 305 w 180"/>
                  <a:gd name="T11" fmla="*/ 25 h 185"/>
                  <a:gd name="T12" fmla="*/ 417 w 180"/>
                  <a:gd name="T13" fmla="*/ 16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0" h="185">
                    <a:moveTo>
                      <a:pt x="180" y="6"/>
                    </a:moveTo>
                    <a:cubicBezTo>
                      <a:pt x="180" y="6"/>
                      <a:pt x="141" y="7"/>
                      <a:pt x="135" y="5"/>
                    </a:cubicBezTo>
                    <a:cubicBezTo>
                      <a:pt x="128" y="3"/>
                      <a:pt x="35" y="6"/>
                      <a:pt x="23" y="49"/>
                    </a:cubicBezTo>
                    <a:cubicBezTo>
                      <a:pt x="10" y="91"/>
                      <a:pt x="39" y="144"/>
                      <a:pt x="76" y="185"/>
                    </a:cubicBezTo>
                    <a:cubicBezTo>
                      <a:pt x="76" y="185"/>
                      <a:pt x="0" y="87"/>
                      <a:pt x="35" y="43"/>
                    </a:cubicBezTo>
                    <a:cubicBezTo>
                      <a:pt x="69" y="0"/>
                      <a:pt x="118" y="9"/>
                      <a:pt x="132" y="9"/>
                    </a:cubicBezTo>
                    <a:cubicBezTo>
                      <a:pt x="145" y="8"/>
                      <a:pt x="180" y="6"/>
                      <a:pt x="18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2" name="Freeform 213">
                <a:extLst>
                  <a:ext uri="{FF2B5EF4-FFF2-40B4-BE49-F238E27FC236}">
                    <a16:creationId xmlns:a16="http://schemas.microsoft.com/office/drawing/2014/main" id="{C75AA0C3-84E2-4E96-B3EA-5D17DC785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276"/>
                <a:ext cx="167" cy="151"/>
              </a:xfrm>
              <a:custGeom>
                <a:avLst/>
                <a:gdLst>
                  <a:gd name="T0" fmla="*/ 0 w 126"/>
                  <a:gd name="T1" fmla="*/ 0 h 107"/>
                  <a:gd name="T2" fmla="*/ 293 w 126"/>
                  <a:gd name="T3" fmla="*/ 301 h 107"/>
                  <a:gd name="T4" fmla="*/ 0 w 126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07">
                    <a:moveTo>
                      <a:pt x="0" y="0"/>
                    </a:moveTo>
                    <a:cubicBezTo>
                      <a:pt x="0" y="0"/>
                      <a:pt x="67" y="87"/>
                      <a:pt x="126" y="107"/>
                    </a:cubicBezTo>
                    <a:cubicBezTo>
                      <a:pt x="126" y="107"/>
                      <a:pt x="42" y="5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3" name="Freeform 214">
                <a:extLst>
                  <a:ext uri="{FF2B5EF4-FFF2-40B4-BE49-F238E27FC236}">
                    <a16:creationId xmlns:a16="http://schemas.microsoft.com/office/drawing/2014/main" id="{AF1BC9F4-2B52-4FDE-86DC-60AD18705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820"/>
                <a:ext cx="431" cy="107"/>
              </a:xfrm>
              <a:custGeom>
                <a:avLst/>
                <a:gdLst>
                  <a:gd name="T0" fmla="*/ 0 w 325"/>
                  <a:gd name="T1" fmla="*/ 0 h 76"/>
                  <a:gd name="T2" fmla="*/ 759 w 325"/>
                  <a:gd name="T3" fmla="*/ 69 h 76"/>
                  <a:gd name="T4" fmla="*/ 0 w 325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5" h="76">
                    <a:moveTo>
                      <a:pt x="0" y="0"/>
                    </a:moveTo>
                    <a:cubicBezTo>
                      <a:pt x="0" y="0"/>
                      <a:pt x="211" y="66"/>
                      <a:pt x="325" y="25"/>
                    </a:cubicBezTo>
                    <a:cubicBezTo>
                      <a:pt x="325" y="25"/>
                      <a:pt x="239" y="7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4" name="Freeform 215">
                <a:extLst>
                  <a:ext uri="{FF2B5EF4-FFF2-40B4-BE49-F238E27FC236}">
                    <a16:creationId xmlns:a16="http://schemas.microsoft.com/office/drawing/2014/main" id="{05B897DB-B3A6-4D76-843D-68F1F78BF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862"/>
                <a:ext cx="299" cy="219"/>
              </a:xfrm>
              <a:custGeom>
                <a:avLst/>
                <a:gdLst>
                  <a:gd name="T0" fmla="*/ 456 w 226"/>
                  <a:gd name="T1" fmla="*/ 0 h 155"/>
                  <a:gd name="T2" fmla="*/ 292 w 226"/>
                  <a:gd name="T3" fmla="*/ 64 h 155"/>
                  <a:gd name="T4" fmla="*/ 202 w 226"/>
                  <a:gd name="T5" fmla="*/ 88 h 155"/>
                  <a:gd name="T6" fmla="*/ 105 w 226"/>
                  <a:gd name="T7" fmla="*/ 102 h 155"/>
                  <a:gd name="T8" fmla="*/ 22 w 226"/>
                  <a:gd name="T9" fmla="*/ 281 h 155"/>
                  <a:gd name="T10" fmla="*/ 112 w 226"/>
                  <a:gd name="T11" fmla="*/ 383 h 155"/>
                  <a:gd name="T12" fmla="*/ 415 w 226"/>
                  <a:gd name="T13" fmla="*/ 300 h 155"/>
                  <a:gd name="T14" fmla="*/ 493 w 226"/>
                  <a:gd name="T15" fmla="*/ 64 h 155"/>
                  <a:gd name="T16" fmla="*/ 456 w 226"/>
                  <a:gd name="T17" fmla="*/ 6 h 1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6" h="155">
                    <a:moveTo>
                      <a:pt x="197" y="0"/>
                    </a:moveTo>
                    <a:cubicBezTo>
                      <a:pt x="179" y="22"/>
                      <a:pt x="150" y="18"/>
                      <a:pt x="126" y="23"/>
                    </a:cubicBezTo>
                    <a:cubicBezTo>
                      <a:pt x="113" y="26"/>
                      <a:pt x="102" y="30"/>
                      <a:pt x="88" y="31"/>
                    </a:cubicBezTo>
                    <a:cubicBezTo>
                      <a:pt x="72" y="31"/>
                      <a:pt x="60" y="29"/>
                      <a:pt x="45" y="36"/>
                    </a:cubicBezTo>
                    <a:cubicBezTo>
                      <a:pt x="18" y="48"/>
                      <a:pt x="0" y="70"/>
                      <a:pt x="10" y="100"/>
                    </a:cubicBezTo>
                    <a:cubicBezTo>
                      <a:pt x="16" y="122"/>
                      <a:pt x="28" y="128"/>
                      <a:pt x="48" y="136"/>
                    </a:cubicBezTo>
                    <a:cubicBezTo>
                      <a:pt x="96" y="155"/>
                      <a:pt x="138" y="132"/>
                      <a:pt x="179" y="106"/>
                    </a:cubicBezTo>
                    <a:cubicBezTo>
                      <a:pt x="205" y="89"/>
                      <a:pt x="226" y="54"/>
                      <a:pt x="213" y="23"/>
                    </a:cubicBezTo>
                    <a:cubicBezTo>
                      <a:pt x="211" y="16"/>
                      <a:pt x="205" y="5"/>
                      <a:pt x="197" y="2"/>
                    </a:cubicBezTo>
                  </a:path>
                </a:pathLst>
              </a:custGeom>
              <a:solidFill>
                <a:srgbClr val="ED45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5" name="Freeform 216">
                <a:extLst>
                  <a:ext uri="{FF2B5EF4-FFF2-40B4-BE49-F238E27FC236}">
                    <a16:creationId xmlns:a16="http://schemas.microsoft.com/office/drawing/2014/main" id="{43ECA55D-57E8-41A5-82DF-C46CBC54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135"/>
                <a:ext cx="305" cy="254"/>
              </a:xfrm>
              <a:custGeom>
                <a:avLst/>
                <a:gdLst>
                  <a:gd name="T0" fmla="*/ 5 w 231"/>
                  <a:gd name="T1" fmla="*/ 498 h 180"/>
                  <a:gd name="T2" fmla="*/ 53 w 231"/>
                  <a:gd name="T3" fmla="*/ 494 h 180"/>
                  <a:gd name="T4" fmla="*/ 124 w 231"/>
                  <a:gd name="T5" fmla="*/ 490 h 180"/>
                  <a:gd name="T6" fmla="*/ 252 w 231"/>
                  <a:gd name="T7" fmla="*/ 437 h 180"/>
                  <a:gd name="T8" fmla="*/ 452 w 231"/>
                  <a:gd name="T9" fmla="*/ 231 h 180"/>
                  <a:gd name="T10" fmla="*/ 510 w 231"/>
                  <a:gd name="T11" fmla="*/ 107 h 180"/>
                  <a:gd name="T12" fmla="*/ 486 w 231"/>
                  <a:gd name="T13" fmla="*/ 69 h 180"/>
                  <a:gd name="T14" fmla="*/ 333 w 231"/>
                  <a:gd name="T15" fmla="*/ 247 h 180"/>
                  <a:gd name="T16" fmla="*/ 209 w 231"/>
                  <a:gd name="T17" fmla="*/ 391 h 180"/>
                  <a:gd name="T18" fmla="*/ 78 w 231"/>
                  <a:gd name="T19" fmla="*/ 466 h 180"/>
                  <a:gd name="T20" fmla="*/ 29 w 231"/>
                  <a:gd name="T21" fmla="*/ 478 h 180"/>
                  <a:gd name="T22" fmla="*/ 0 w 231"/>
                  <a:gd name="T23" fmla="*/ 504 h 1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1" h="180">
                    <a:moveTo>
                      <a:pt x="2" y="177"/>
                    </a:moveTo>
                    <a:cubicBezTo>
                      <a:pt x="1" y="180"/>
                      <a:pt x="18" y="177"/>
                      <a:pt x="23" y="176"/>
                    </a:cubicBezTo>
                    <a:cubicBezTo>
                      <a:pt x="33" y="175"/>
                      <a:pt x="44" y="176"/>
                      <a:pt x="54" y="174"/>
                    </a:cubicBezTo>
                    <a:cubicBezTo>
                      <a:pt x="74" y="170"/>
                      <a:pt x="92" y="166"/>
                      <a:pt x="110" y="156"/>
                    </a:cubicBezTo>
                    <a:cubicBezTo>
                      <a:pt x="143" y="137"/>
                      <a:pt x="172" y="112"/>
                      <a:pt x="196" y="82"/>
                    </a:cubicBezTo>
                    <a:cubicBezTo>
                      <a:pt x="208" y="68"/>
                      <a:pt x="216" y="56"/>
                      <a:pt x="221" y="38"/>
                    </a:cubicBezTo>
                    <a:cubicBezTo>
                      <a:pt x="227" y="19"/>
                      <a:pt x="231" y="0"/>
                      <a:pt x="211" y="25"/>
                    </a:cubicBezTo>
                    <a:cubicBezTo>
                      <a:pt x="192" y="49"/>
                      <a:pt x="166" y="66"/>
                      <a:pt x="145" y="88"/>
                    </a:cubicBezTo>
                    <a:cubicBezTo>
                      <a:pt x="127" y="106"/>
                      <a:pt x="112" y="125"/>
                      <a:pt x="91" y="139"/>
                    </a:cubicBezTo>
                    <a:cubicBezTo>
                      <a:pt x="74" y="150"/>
                      <a:pt x="54" y="162"/>
                      <a:pt x="34" y="166"/>
                    </a:cubicBezTo>
                    <a:cubicBezTo>
                      <a:pt x="27" y="167"/>
                      <a:pt x="20" y="167"/>
                      <a:pt x="13" y="170"/>
                    </a:cubicBezTo>
                    <a:cubicBezTo>
                      <a:pt x="8" y="173"/>
                      <a:pt x="5" y="177"/>
                      <a:pt x="0" y="179"/>
                    </a:cubicBezTo>
                  </a:path>
                </a:pathLst>
              </a:custGeom>
              <a:solidFill>
                <a:srgbClr val="D307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6" name="Freeform 217">
                <a:extLst>
                  <a:ext uri="{FF2B5EF4-FFF2-40B4-BE49-F238E27FC236}">
                    <a16:creationId xmlns:a16="http://schemas.microsoft.com/office/drawing/2014/main" id="{8068884C-F816-402F-BA43-3001CD371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071"/>
                <a:ext cx="329" cy="267"/>
              </a:xfrm>
              <a:custGeom>
                <a:avLst/>
                <a:gdLst>
                  <a:gd name="T0" fmla="*/ 0 w 249"/>
                  <a:gd name="T1" fmla="*/ 533 h 189"/>
                  <a:gd name="T2" fmla="*/ 575 w 249"/>
                  <a:gd name="T3" fmla="*/ 0 h 189"/>
                  <a:gd name="T4" fmla="*/ 0 w 249"/>
                  <a:gd name="T5" fmla="*/ 533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9" h="189">
                    <a:moveTo>
                      <a:pt x="0" y="189"/>
                    </a:moveTo>
                    <a:cubicBezTo>
                      <a:pt x="0" y="189"/>
                      <a:pt x="207" y="104"/>
                      <a:pt x="249" y="0"/>
                    </a:cubicBezTo>
                    <a:cubicBezTo>
                      <a:pt x="249" y="0"/>
                      <a:pt x="233" y="96"/>
                      <a:pt x="0" y="1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7" name="Freeform 218">
                <a:extLst>
                  <a:ext uri="{FF2B5EF4-FFF2-40B4-BE49-F238E27FC236}">
                    <a16:creationId xmlns:a16="http://schemas.microsoft.com/office/drawing/2014/main" id="{FF6425ED-82D5-400B-8FA9-3DD1E209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656"/>
                <a:ext cx="205" cy="71"/>
              </a:xfrm>
              <a:custGeom>
                <a:avLst/>
                <a:gdLst>
                  <a:gd name="T0" fmla="*/ 0 w 155"/>
                  <a:gd name="T1" fmla="*/ 143 h 50"/>
                  <a:gd name="T2" fmla="*/ 358 w 155"/>
                  <a:gd name="T3" fmla="*/ 0 h 50"/>
                  <a:gd name="T4" fmla="*/ 0 w 155"/>
                  <a:gd name="T5" fmla="*/ 14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5" h="50">
                    <a:moveTo>
                      <a:pt x="0" y="50"/>
                    </a:moveTo>
                    <a:cubicBezTo>
                      <a:pt x="0" y="50"/>
                      <a:pt x="8" y="2"/>
                      <a:pt x="155" y="0"/>
                    </a:cubicBezTo>
                    <a:cubicBezTo>
                      <a:pt x="155" y="0"/>
                      <a:pt x="30" y="2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8" name="Freeform 219">
                <a:extLst>
                  <a:ext uri="{FF2B5EF4-FFF2-40B4-BE49-F238E27FC236}">
                    <a16:creationId xmlns:a16="http://schemas.microsoft.com/office/drawing/2014/main" id="{2D8A6755-7695-41C2-A2C7-E146D283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900"/>
                <a:ext cx="343" cy="270"/>
              </a:xfrm>
              <a:custGeom>
                <a:avLst/>
                <a:gdLst>
                  <a:gd name="T0" fmla="*/ 509 w 259"/>
                  <a:gd name="T1" fmla="*/ 11 h 191"/>
                  <a:gd name="T2" fmla="*/ 409 w 259"/>
                  <a:gd name="T3" fmla="*/ 49 h 191"/>
                  <a:gd name="T4" fmla="*/ 385 w 259"/>
                  <a:gd name="T5" fmla="*/ 93 h 191"/>
                  <a:gd name="T6" fmla="*/ 351 w 259"/>
                  <a:gd name="T7" fmla="*/ 124 h 191"/>
                  <a:gd name="T8" fmla="*/ 277 w 259"/>
                  <a:gd name="T9" fmla="*/ 165 h 191"/>
                  <a:gd name="T10" fmla="*/ 217 w 259"/>
                  <a:gd name="T11" fmla="*/ 180 h 191"/>
                  <a:gd name="T12" fmla="*/ 185 w 259"/>
                  <a:gd name="T13" fmla="*/ 192 h 191"/>
                  <a:gd name="T14" fmla="*/ 150 w 259"/>
                  <a:gd name="T15" fmla="*/ 246 h 191"/>
                  <a:gd name="T16" fmla="*/ 77 w 259"/>
                  <a:gd name="T17" fmla="*/ 310 h 191"/>
                  <a:gd name="T18" fmla="*/ 42 w 259"/>
                  <a:gd name="T19" fmla="*/ 335 h 191"/>
                  <a:gd name="T20" fmla="*/ 20 w 259"/>
                  <a:gd name="T21" fmla="*/ 362 h 191"/>
                  <a:gd name="T22" fmla="*/ 0 w 259"/>
                  <a:gd name="T23" fmla="*/ 397 h 191"/>
                  <a:gd name="T24" fmla="*/ 37 w 259"/>
                  <a:gd name="T25" fmla="*/ 441 h 191"/>
                  <a:gd name="T26" fmla="*/ 79 w 259"/>
                  <a:gd name="T27" fmla="*/ 450 h 191"/>
                  <a:gd name="T28" fmla="*/ 130 w 259"/>
                  <a:gd name="T29" fmla="*/ 459 h 191"/>
                  <a:gd name="T30" fmla="*/ 199 w 259"/>
                  <a:gd name="T31" fmla="*/ 493 h 191"/>
                  <a:gd name="T32" fmla="*/ 217 w 259"/>
                  <a:gd name="T33" fmla="*/ 520 h 191"/>
                  <a:gd name="T34" fmla="*/ 249 w 259"/>
                  <a:gd name="T35" fmla="*/ 527 h 191"/>
                  <a:gd name="T36" fmla="*/ 331 w 259"/>
                  <a:gd name="T37" fmla="*/ 537 h 191"/>
                  <a:gd name="T38" fmla="*/ 428 w 259"/>
                  <a:gd name="T39" fmla="*/ 532 h 191"/>
                  <a:gd name="T40" fmla="*/ 482 w 259"/>
                  <a:gd name="T41" fmla="*/ 492 h 191"/>
                  <a:gd name="T42" fmla="*/ 520 w 259"/>
                  <a:gd name="T43" fmla="*/ 464 h 191"/>
                  <a:gd name="T44" fmla="*/ 575 w 259"/>
                  <a:gd name="T45" fmla="*/ 411 h 191"/>
                  <a:gd name="T46" fmla="*/ 589 w 259"/>
                  <a:gd name="T47" fmla="*/ 401 h 191"/>
                  <a:gd name="T48" fmla="*/ 596 w 259"/>
                  <a:gd name="T49" fmla="*/ 382 h 191"/>
                  <a:gd name="T50" fmla="*/ 601 w 259"/>
                  <a:gd name="T51" fmla="*/ 328 h 191"/>
                  <a:gd name="T52" fmla="*/ 583 w 259"/>
                  <a:gd name="T53" fmla="*/ 246 h 191"/>
                  <a:gd name="T54" fmla="*/ 588 w 259"/>
                  <a:gd name="T55" fmla="*/ 180 h 191"/>
                  <a:gd name="T56" fmla="*/ 567 w 259"/>
                  <a:gd name="T57" fmla="*/ 144 h 191"/>
                  <a:gd name="T58" fmla="*/ 520 w 259"/>
                  <a:gd name="T59" fmla="*/ 90 h 191"/>
                  <a:gd name="T60" fmla="*/ 514 w 259"/>
                  <a:gd name="T61" fmla="*/ 33 h 191"/>
                  <a:gd name="T62" fmla="*/ 503 w 259"/>
                  <a:gd name="T63" fmla="*/ 8 h 1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59" h="191">
                    <a:moveTo>
                      <a:pt x="219" y="4"/>
                    </a:moveTo>
                    <a:cubicBezTo>
                      <a:pt x="204" y="0"/>
                      <a:pt x="185" y="6"/>
                      <a:pt x="176" y="18"/>
                    </a:cubicBezTo>
                    <a:cubicBezTo>
                      <a:pt x="172" y="23"/>
                      <a:pt x="171" y="30"/>
                      <a:pt x="166" y="33"/>
                    </a:cubicBezTo>
                    <a:cubicBezTo>
                      <a:pt x="161" y="37"/>
                      <a:pt x="156" y="39"/>
                      <a:pt x="151" y="44"/>
                    </a:cubicBezTo>
                    <a:cubicBezTo>
                      <a:pt x="143" y="53"/>
                      <a:pt x="131" y="55"/>
                      <a:pt x="119" y="59"/>
                    </a:cubicBezTo>
                    <a:cubicBezTo>
                      <a:pt x="111" y="61"/>
                      <a:pt x="103" y="65"/>
                      <a:pt x="94" y="64"/>
                    </a:cubicBezTo>
                    <a:cubicBezTo>
                      <a:pt x="88" y="64"/>
                      <a:pt x="84" y="63"/>
                      <a:pt x="80" y="68"/>
                    </a:cubicBezTo>
                    <a:cubicBezTo>
                      <a:pt x="75" y="74"/>
                      <a:pt x="70" y="81"/>
                      <a:pt x="64" y="87"/>
                    </a:cubicBezTo>
                    <a:cubicBezTo>
                      <a:pt x="55" y="97"/>
                      <a:pt x="45" y="106"/>
                      <a:pt x="33" y="110"/>
                    </a:cubicBezTo>
                    <a:cubicBezTo>
                      <a:pt x="27" y="112"/>
                      <a:pt x="23" y="116"/>
                      <a:pt x="18" y="119"/>
                    </a:cubicBezTo>
                    <a:cubicBezTo>
                      <a:pt x="14" y="121"/>
                      <a:pt x="11" y="124"/>
                      <a:pt x="8" y="128"/>
                    </a:cubicBezTo>
                    <a:cubicBezTo>
                      <a:pt x="4" y="132"/>
                      <a:pt x="0" y="134"/>
                      <a:pt x="0" y="141"/>
                    </a:cubicBezTo>
                    <a:cubicBezTo>
                      <a:pt x="1" y="150"/>
                      <a:pt x="8" y="154"/>
                      <a:pt x="16" y="156"/>
                    </a:cubicBezTo>
                    <a:cubicBezTo>
                      <a:pt x="22" y="158"/>
                      <a:pt x="28" y="158"/>
                      <a:pt x="34" y="159"/>
                    </a:cubicBezTo>
                    <a:cubicBezTo>
                      <a:pt x="41" y="159"/>
                      <a:pt x="48" y="161"/>
                      <a:pt x="56" y="163"/>
                    </a:cubicBezTo>
                    <a:cubicBezTo>
                      <a:pt x="66" y="166"/>
                      <a:pt x="76" y="168"/>
                      <a:pt x="85" y="175"/>
                    </a:cubicBezTo>
                    <a:cubicBezTo>
                      <a:pt x="88" y="178"/>
                      <a:pt x="90" y="182"/>
                      <a:pt x="94" y="184"/>
                    </a:cubicBezTo>
                    <a:cubicBezTo>
                      <a:pt x="98" y="188"/>
                      <a:pt x="102" y="187"/>
                      <a:pt x="107" y="187"/>
                    </a:cubicBezTo>
                    <a:cubicBezTo>
                      <a:pt x="119" y="186"/>
                      <a:pt x="131" y="189"/>
                      <a:pt x="143" y="190"/>
                    </a:cubicBezTo>
                    <a:cubicBezTo>
                      <a:pt x="156" y="191"/>
                      <a:pt x="171" y="190"/>
                      <a:pt x="184" y="188"/>
                    </a:cubicBezTo>
                    <a:cubicBezTo>
                      <a:pt x="193" y="186"/>
                      <a:pt x="201" y="181"/>
                      <a:pt x="208" y="174"/>
                    </a:cubicBezTo>
                    <a:cubicBezTo>
                      <a:pt x="213" y="169"/>
                      <a:pt x="218" y="167"/>
                      <a:pt x="224" y="164"/>
                    </a:cubicBezTo>
                    <a:cubicBezTo>
                      <a:pt x="233" y="161"/>
                      <a:pt x="240" y="152"/>
                      <a:pt x="248" y="146"/>
                    </a:cubicBezTo>
                    <a:cubicBezTo>
                      <a:pt x="250" y="144"/>
                      <a:pt x="252" y="144"/>
                      <a:pt x="254" y="142"/>
                    </a:cubicBezTo>
                    <a:cubicBezTo>
                      <a:pt x="257" y="140"/>
                      <a:pt x="256" y="138"/>
                      <a:pt x="257" y="135"/>
                    </a:cubicBezTo>
                    <a:cubicBezTo>
                      <a:pt x="259" y="128"/>
                      <a:pt x="259" y="122"/>
                      <a:pt x="259" y="116"/>
                    </a:cubicBezTo>
                    <a:cubicBezTo>
                      <a:pt x="259" y="105"/>
                      <a:pt x="252" y="97"/>
                      <a:pt x="251" y="87"/>
                    </a:cubicBezTo>
                    <a:cubicBezTo>
                      <a:pt x="250" y="79"/>
                      <a:pt x="252" y="72"/>
                      <a:pt x="253" y="64"/>
                    </a:cubicBezTo>
                    <a:cubicBezTo>
                      <a:pt x="253" y="57"/>
                      <a:pt x="249" y="54"/>
                      <a:pt x="244" y="51"/>
                    </a:cubicBezTo>
                    <a:cubicBezTo>
                      <a:pt x="235" y="46"/>
                      <a:pt x="227" y="42"/>
                      <a:pt x="224" y="32"/>
                    </a:cubicBezTo>
                    <a:cubicBezTo>
                      <a:pt x="221" y="25"/>
                      <a:pt x="222" y="18"/>
                      <a:pt x="221" y="11"/>
                    </a:cubicBezTo>
                    <a:cubicBezTo>
                      <a:pt x="221" y="8"/>
                      <a:pt x="220" y="5"/>
                      <a:pt x="217" y="3"/>
                    </a:cubicBezTo>
                  </a:path>
                </a:pathLst>
              </a:custGeom>
              <a:solidFill>
                <a:srgbClr val="F9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9" name="Freeform 220">
                <a:extLst>
                  <a:ext uri="{FF2B5EF4-FFF2-40B4-BE49-F238E27FC236}">
                    <a16:creationId xmlns:a16="http://schemas.microsoft.com/office/drawing/2014/main" id="{D3C94CF5-4E0C-4C68-99C2-0681A5E9E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299"/>
                <a:ext cx="283" cy="139"/>
              </a:xfrm>
              <a:custGeom>
                <a:avLst/>
                <a:gdLst>
                  <a:gd name="T0" fmla="*/ 0 w 214"/>
                  <a:gd name="T1" fmla="*/ 279 h 98"/>
                  <a:gd name="T2" fmla="*/ 194 w 214"/>
                  <a:gd name="T3" fmla="*/ 43 h 98"/>
                  <a:gd name="T4" fmla="*/ 495 w 214"/>
                  <a:gd name="T5" fmla="*/ 0 h 98"/>
                  <a:gd name="T6" fmla="*/ 196 w 214"/>
                  <a:gd name="T7" fmla="*/ 61 h 98"/>
                  <a:gd name="T8" fmla="*/ 0 w 214"/>
                  <a:gd name="T9" fmla="*/ 279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4" h="98">
                    <a:moveTo>
                      <a:pt x="0" y="98"/>
                    </a:moveTo>
                    <a:cubicBezTo>
                      <a:pt x="0" y="98"/>
                      <a:pt x="18" y="24"/>
                      <a:pt x="84" y="15"/>
                    </a:cubicBezTo>
                    <a:cubicBezTo>
                      <a:pt x="150" y="6"/>
                      <a:pt x="214" y="0"/>
                      <a:pt x="214" y="0"/>
                    </a:cubicBezTo>
                    <a:cubicBezTo>
                      <a:pt x="214" y="0"/>
                      <a:pt x="107" y="15"/>
                      <a:pt x="85" y="21"/>
                    </a:cubicBezTo>
                    <a:cubicBezTo>
                      <a:pt x="63" y="26"/>
                      <a:pt x="27" y="34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0" name="Freeform 221">
                <a:extLst>
                  <a:ext uri="{FF2B5EF4-FFF2-40B4-BE49-F238E27FC236}">
                    <a16:creationId xmlns:a16="http://schemas.microsoft.com/office/drawing/2014/main" id="{A44F2D43-37FC-4E54-8650-0ADC28C86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198"/>
                <a:ext cx="106" cy="76"/>
              </a:xfrm>
              <a:custGeom>
                <a:avLst/>
                <a:gdLst>
                  <a:gd name="T0" fmla="*/ 186 w 80"/>
                  <a:gd name="T1" fmla="*/ 34 h 54"/>
                  <a:gd name="T2" fmla="*/ 0 w 80"/>
                  <a:gd name="T3" fmla="*/ 151 h 54"/>
                  <a:gd name="T4" fmla="*/ 186 w 80"/>
                  <a:gd name="T5" fmla="*/ 3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4">
                    <a:moveTo>
                      <a:pt x="80" y="12"/>
                    </a:moveTo>
                    <a:cubicBezTo>
                      <a:pt x="80" y="12"/>
                      <a:pt x="18" y="0"/>
                      <a:pt x="0" y="54"/>
                    </a:cubicBezTo>
                    <a:cubicBezTo>
                      <a:pt x="0" y="54"/>
                      <a:pt x="12" y="10"/>
                      <a:pt x="8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1" name="Freeform 222">
                <a:extLst>
                  <a:ext uri="{FF2B5EF4-FFF2-40B4-BE49-F238E27FC236}">
                    <a16:creationId xmlns:a16="http://schemas.microsoft.com/office/drawing/2014/main" id="{8974C354-A1A7-4558-8D46-7CDD00EC6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336"/>
                <a:ext cx="168" cy="159"/>
              </a:xfrm>
              <a:custGeom>
                <a:avLst/>
                <a:gdLst>
                  <a:gd name="T0" fmla="*/ 115 w 127"/>
                  <a:gd name="T1" fmla="*/ 310 h 113"/>
                  <a:gd name="T2" fmla="*/ 81 w 127"/>
                  <a:gd name="T3" fmla="*/ 310 h 113"/>
                  <a:gd name="T4" fmla="*/ 38 w 127"/>
                  <a:gd name="T5" fmla="*/ 267 h 113"/>
                  <a:gd name="T6" fmla="*/ 21 w 127"/>
                  <a:gd name="T7" fmla="*/ 210 h 113"/>
                  <a:gd name="T8" fmla="*/ 0 w 127"/>
                  <a:gd name="T9" fmla="*/ 149 h 113"/>
                  <a:gd name="T10" fmla="*/ 22 w 127"/>
                  <a:gd name="T11" fmla="*/ 77 h 113"/>
                  <a:gd name="T12" fmla="*/ 45 w 127"/>
                  <a:gd name="T13" fmla="*/ 8 h 113"/>
                  <a:gd name="T14" fmla="*/ 91 w 127"/>
                  <a:gd name="T15" fmla="*/ 15 h 113"/>
                  <a:gd name="T16" fmla="*/ 151 w 127"/>
                  <a:gd name="T17" fmla="*/ 59 h 113"/>
                  <a:gd name="T18" fmla="*/ 194 w 127"/>
                  <a:gd name="T19" fmla="*/ 103 h 113"/>
                  <a:gd name="T20" fmla="*/ 238 w 127"/>
                  <a:gd name="T21" fmla="*/ 151 h 113"/>
                  <a:gd name="T22" fmla="*/ 261 w 127"/>
                  <a:gd name="T23" fmla="*/ 204 h 113"/>
                  <a:gd name="T24" fmla="*/ 278 w 127"/>
                  <a:gd name="T25" fmla="*/ 242 h 113"/>
                  <a:gd name="T26" fmla="*/ 273 w 127"/>
                  <a:gd name="T27" fmla="*/ 310 h 113"/>
                  <a:gd name="T28" fmla="*/ 245 w 127"/>
                  <a:gd name="T29" fmla="*/ 312 h 113"/>
                  <a:gd name="T30" fmla="*/ 221 w 127"/>
                  <a:gd name="T31" fmla="*/ 298 h 113"/>
                  <a:gd name="T32" fmla="*/ 152 w 127"/>
                  <a:gd name="T33" fmla="*/ 301 h 113"/>
                  <a:gd name="T34" fmla="*/ 114 w 127"/>
                  <a:gd name="T35" fmla="*/ 312 h 1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7" h="113">
                    <a:moveTo>
                      <a:pt x="50" y="111"/>
                    </a:moveTo>
                    <a:cubicBezTo>
                      <a:pt x="45" y="111"/>
                      <a:pt x="39" y="112"/>
                      <a:pt x="35" y="111"/>
                    </a:cubicBezTo>
                    <a:cubicBezTo>
                      <a:pt x="27" y="109"/>
                      <a:pt x="21" y="103"/>
                      <a:pt x="17" y="96"/>
                    </a:cubicBezTo>
                    <a:cubicBezTo>
                      <a:pt x="13" y="89"/>
                      <a:pt x="12" y="82"/>
                      <a:pt x="9" y="75"/>
                    </a:cubicBezTo>
                    <a:cubicBezTo>
                      <a:pt x="6" y="69"/>
                      <a:pt x="0" y="61"/>
                      <a:pt x="0" y="53"/>
                    </a:cubicBezTo>
                    <a:cubicBezTo>
                      <a:pt x="0" y="44"/>
                      <a:pt x="7" y="36"/>
                      <a:pt x="10" y="28"/>
                    </a:cubicBezTo>
                    <a:cubicBezTo>
                      <a:pt x="13" y="21"/>
                      <a:pt x="13" y="8"/>
                      <a:pt x="20" y="3"/>
                    </a:cubicBezTo>
                    <a:cubicBezTo>
                      <a:pt x="26" y="0"/>
                      <a:pt x="34" y="3"/>
                      <a:pt x="39" y="6"/>
                    </a:cubicBezTo>
                    <a:cubicBezTo>
                      <a:pt x="48" y="10"/>
                      <a:pt x="56" y="15"/>
                      <a:pt x="65" y="21"/>
                    </a:cubicBezTo>
                    <a:cubicBezTo>
                      <a:pt x="72" y="25"/>
                      <a:pt x="77" y="31"/>
                      <a:pt x="84" y="37"/>
                    </a:cubicBezTo>
                    <a:cubicBezTo>
                      <a:pt x="90" y="43"/>
                      <a:pt x="97" y="48"/>
                      <a:pt x="103" y="54"/>
                    </a:cubicBezTo>
                    <a:cubicBezTo>
                      <a:pt x="109" y="59"/>
                      <a:pt x="111" y="66"/>
                      <a:pt x="113" y="73"/>
                    </a:cubicBezTo>
                    <a:cubicBezTo>
                      <a:pt x="114" y="78"/>
                      <a:pt x="117" y="82"/>
                      <a:pt x="120" y="87"/>
                    </a:cubicBezTo>
                    <a:cubicBezTo>
                      <a:pt x="123" y="94"/>
                      <a:pt x="127" y="105"/>
                      <a:pt x="118" y="111"/>
                    </a:cubicBezTo>
                    <a:cubicBezTo>
                      <a:pt x="115" y="112"/>
                      <a:pt x="109" y="112"/>
                      <a:pt x="106" y="112"/>
                    </a:cubicBezTo>
                    <a:cubicBezTo>
                      <a:pt x="101" y="111"/>
                      <a:pt x="99" y="108"/>
                      <a:pt x="95" y="107"/>
                    </a:cubicBezTo>
                    <a:cubicBezTo>
                      <a:pt x="86" y="105"/>
                      <a:pt x="75" y="107"/>
                      <a:pt x="66" y="108"/>
                    </a:cubicBezTo>
                    <a:cubicBezTo>
                      <a:pt x="60" y="109"/>
                      <a:pt x="55" y="113"/>
                      <a:pt x="49" y="112"/>
                    </a:cubicBezTo>
                  </a:path>
                </a:pathLst>
              </a:custGeom>
              <a:solidFill>
                <a:srgbClr val="F94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2" name="Freeform 223">
                <a:extLst>
                  <a:ext uri="{FF2B5EF4-FFF2-40B4-BE49-F238E27FC236}">
                    <a16:creationId xmlns:a16="http://schemas.microsoft.com/office/drawing/2014/main" id="{CDA0D246-3FFC-4D3A-A575-6EAFB503C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596"/>
                <a:ext cx="135" cy="170"/>
              </a:xfrm>
              <a:custGeom>
                <a:avLst/>
                <a:gdLst>
                  <a:gd name="T0" fmla="*/ 0 w 102"/>
                  <a:gd name="T1" fmla="*/ 323 h 121"/>
                  <a:gd name="T2" fmla="*/ 79 w 102"/>
                  <a:gd name="T3" fmla="*/ 323 h 121"/>
                  <a:gd name="T4" fmla="*/ 158 w 102"/>
                  <a:gd name="T5" fmla="*/ 327 h 121"/>
                  <a:gd name="T6" fmla="*/ 56 w 102"/>
                  <a:gd name="T7" fmla="*/ 302 h 121"/>
                  <a:gd name="T8" fmla="*/ 115 w 102"/>
                  <a:gd name="T9" fmla="*/ 253 h 121"/>
                  <a:gd name="T10" fmla="*/ 152 w 102"/>
                  <a:gd name="T11" fmla="*/ 184 h 121"/>
                  <a:gd name="T12" fmla="*/ 237 w 102"/>
                  <a:gd name="T13" fmla="*/ 73 h 121"/>
                  <a:gd name="T14" fmla="*/ 177 w 102"/>
                  <a:gd name="T15" fmla="*/ 104 h 121"/>
                  <a:gd name="T16" fmla="*/ 232 w 102"/>
                  <a:gd name="T17" fmla="*/ 1 h 121"/>
                  <a:gd name="T18" fmla="*/ 144 w 102"/>
                  <a:gd name="T19" fmla="*/ 117 h 121"/>
                  <a:gd name="T20" fmla="*/ 91 w 102"/>
                  <a:gd name="T21" fmla="*/ 197 h 121"/>
                  <a:gd name="T22" fmla="*/ 0 w 102"/>
                  <a:gd name="T23" fmla="*/ 323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121">
                    <a:moveTo>
                      <a:pt x="0" y="117"/>
                    </a:moveTo>
                    <a:cubicBezTo>
                      <a:pt x="8" y="121"/>
                      <a:pt x="24" y="116"/>
                      <a:pt x="34" y="117"/>
                    </a:cubicBezTo>
                    <a:cubicBezTo>
                      <a:pt x="44" y="118"/>
                      <a:pt x="58" y="120"/>
                      <a:pt x="68" y="118"/>
                    </a:cubicBezTo>
                    <a:cubicBezTo>
                      <a:pt x="55" y="112"/>
                      <a:pt x="37" y="114"/>
                      <a:pt x="24" y="109"/>
                    </a:cubicBezTo>
                    <a:cubicBezTo>
                      <a:pt x="29" y="105"/>
                      <a:pt x="63" y="100"/>
                      <a:pt x="50" y="91"/>
                    </a:cubicBezTo>
                    <a:cubicBezTo>
                      <a:pt x="59" y="83"/>
                      <a:pt x="59" y="75"/>
                      <a:pt x="66" y="66"/>
                    </a:cubicBezTo>
                    <a:cubicBezTo>
                      <a:pt x="77" y="52"/>
                      <a:pt x="91" y="41"/>
                      <a:pt x="102" y="26"/>
                    </a:cubicBezTo>
                    <a:cubicBezTo>
                      <a:pt x="93" y="29"/>
                      <a:pt x="85" y="36"/>
                      <a:pt x="76" y="38"/>
                    </a:cubicBezTo>
                    <a:cubicBezTo>
                      <a:pt x="77" y="25"/>
                      <a:pt x="95" y="14"/>
                      <a:pt x="100" y="1"/>
                    </a:cubicBezTo>
                    <a:cubicBezTo>
                      <a:pt x="87" y="0"/>
                      <a:pt x="69" y="32"/>
                      <a:pt x="62" y="42"/>
                    </a:cubicBezTo>
                    <a:cubicBezTo>
                      <a:pt x="55" y="52"/>
                      <a:pt x="47" y="63"/>
                      <a:pt x="39" y="71"/>
                    </a:cubicBezTo>
                    <a:cubicBezTo>
                      <a:pt x="26" y="85"/>
                      <a:pt x="4" y="100"/>
                      <a:pt x="0" y="1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3" name="Freeform 224">
                <a:extLst>
                  <a:ext uri="{FF2B5EF4-FFF2-40B4-BE49-F238E27FC236}">
                    <a16:creationId xmlns:a16="http://schemas.microsoft.com/office/drawing/2014/main" id="{A3179492-EFA3-401A-956A-233127879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44"/>
                <a:ext cx="201" cy="215"/>
              </a:xfrm>
              <a:custGeom>
                <a:avLst/>
                <a:gdLst>
                  <a:gd name="T0" fmla="*/ 5 w 152"/>
                  <a:gd name="T1" fmla="*/ 410 h 152"/>
                  <a:gd name="T2" fmla="*/ 65 w 152"/>
                  <a:gd name="T3" fmla="*/ 265 h 152"/>
                  <a:gd name="T4" fmla="*/ 99 w 152"/>
                  <a:gd name="T5" fmla="*/ 306 h 152"/>
                  <a:gd name="T6" fmla="*/ 173 w 152"/>
                  <a:gd name="T7" fmla="*/ 265 h 152"/>
                  <a:gd name="T8" fmla="*/ 266 w 152"/>
                  <a:gd name="T9" fmla="*/ 198 h 152"/>
                  <a:gd name="T10" fmla="*/ 200 w 152"/>
                  <a:gd name="T11" fmla="*/ 102 h 152"/>
                  <a:gd name="T12" fmla="*/ 185 w 152"/>
                  <a:gd name="T13" fmla="*/ 8 h 152"/>
                  <a:gd name="T14" fmla="*/ 337 w 152"/>
                  <a:gd name="T15" fmla="*/ 139 h 152"/>
                  <a:gd name="T16" fmla="*/ 352 w 152"/>
                  <a:gd name="T17" fmla="*/ 248 h 152"/>
                  <a:gd name="T18" fmla="*/ 332 w 152"/>
                  <a:gd name="T19" fmla="*/ 314 h 152"/>
                  <a:gd name="T20" fmla="*/ 272 w 152"/>
                  <a:gd name="T21" fmla="*/ 337 h 152"/>
                  <a:gd name="T22" fmla="*/ 223 w 152"/>
                  <a:gd name="T23" fmla="*/ 380 h 152"/>
                  <a:gd name="T24" fmla="*/ 179 w 152"/>
                  <a:gd name="T25" fmla="*/ 424 h 152"/>
                  <a:gd name="T26" fmla="*/ 118 w 152"/>
                  <a:gd name="T27" fmla="*/ 388 h 152"/>
                  <a:gd name="T28" fmla="*/ 53 w 152"/>
                  <a:gd name="T29" fmla="*/ 424 h 152"/>
                  <a:gd name="T30" fmla="*/ 45 w 152"/>
                  <a:gd name="T31" fmla="*/ 410 h 152"/>
                  <a:gd name="T32" fmla="*/ 0 w 152"/>
                  <a:gd name="T33" fmla="*/ 430 h 152"/>
                  <a:gd name="T34" fmla="*/ 0 w 152"/>
                  <a:gd name="T35" fmla="*/ 402 h 1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2" h="152">
                    <a:moveTo>
                      <a:pt x="2" y="145"/>
                    </a:moveTo>
                    <a:cubicBezTo>
                      <a:pt x="5" y="131"/>
                      <a:pt x="17" y="100"/>
                      <a:pt x="28" y="93"/>
                    </a:cubicBezTo>
                    <a:cubicBezTo>
                      <a:pt x="31" y="97"/>
                      <a:pt x="41" y="104"/>
                      <a:pt x="43" y="108"/>
                    </a:cubicBezTo>
                    <a:cubicBezTo>
                      <a:pt x="48" y="83"/>
                      <a:pt x="62" y="99"/>
                      <a:pt x="75" y="93"/>
                    </a:cubicBezTo>
                    <a:cubicBezTo>
                      <a:pt x="91" y="86"/>
                      <a:pt x="97" y="74"/>
                      <a:pt x="115" y="70"/>
                    </a:cubicBezTo>
                    <a:cubicBezTo>
                      <a:pt x="115" y="54"/>
                      <a:pt x="94" y="49"/>
                      <a:pt x="86" y="36"/>
                    </a:cubicBezTo>
                    <a:cubicBezTo>
                      <a:pt x="122" y="45"/>
                      <a:pt x="94" y="12"/>
                      <a:pt x="80" y="3"/>
                    </a:cubicBezTo>
                    <a:cubicBezTo>
                      <a:pt x="102" y="0"/>
                      <a:pt x="134" y="34"/>
                      <a:pt x="146" y="49"/>
                    </a:cubicBezTo>
                    <a:cubicBezTo>
                      <a:pt x="122" y="55"/>
                      <a:pt x="151" y="74"/>
                      <a:pt x="152" y="88"/>
                    </a:cubicBezTo>
                    <a:cubicBezTo>
                      <a:pt x="152" y="80"/>
                      <a:pt x="141" y="115"/>
                      <a:pt x="144" y="111"/>
                    </a:cubicBezTo>
                    <a:cubicBezTo>
                      <a:pt x="134" y="121"/>
                      <a:pt x="131" y="114"/>
                      <a:pt x="118" y="119"/>
                    </a:cubicBezTo>
                    <a:cubicBezTo>
                      <a:pt x="104" y="124"/>
                      <a:pt x="108" y="126"/>
                      <a:pt x="97" y="134"/>
                    </a:cubicBezTo>
                    <a:cubicBezTo>
                      <a:pt x="90" y="140"/>
                      <a:pt x="89" y="149"/>
                      <a:pt x="77" y="150"/>
                    </a:cubicBezTo>
                    <a:cubicBezTo>
                      <a:pt x="71" y="150"/>
                      <a:pt x="63" y="137"/>
                      <a:pt x="51" y="137"/>
                    </a:cubicBezTo>
                    <a:cubicBezTo>
                      <a:pt x="41" y="137"/>
                      <a:pt x="33" y="147"/>
                      <a:pt x="23" y="150"/>
                    </a:cubicBezTo>
                    <a:cubicBezTo>
                      <a:pt x="22" y="148"/>
                      <a:pt x="20" y="147"/>
                      <a:pt x="20" y="145"/>
                    </a:cubicBezTo>
                    <a:cubicBezTo>
                      <a:pt x="14" y="151"/>
                      <a:pt x="7" y="149"/>
                      <a:pt x="0" y="152"/>
                    </a:cubicBezTo>
                    <a:cubicBezTo>
                      <a:pt x="0" y="149"/>
                      <a:pt x="0" y="145"/>
                      <a:pt x="0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4" name="Freeform 225">
                <a:extLst>
                  <a:ext uri="{FF2B5EF4-FFF2-40B4-BE49-F238E27FC236}">
                    <a16:creationId xmlns:a16="http://schemas.microsoft.com/office/drawing/2014/main" id="{59DB2C2C-C46F-49D6-9A46-B9CB4CAF0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987"/>
                <a:ext cx="194" cy="131"/>
              </a:xfrm>
              <a:custGeom>
                <a:avLst/>
                <a:gdLst>
                  <a:gd name="T0" fmla="*/ 160 w 147"/>
                  <a:gd name="T1" fmla="*/ 247 h 93"/>
                  <a:gd name="T2" fmla="*/ 0 w 147"/>
                  <a:gd name="T3" fmla="*/ 214 h 93"/>
                  <a:gd name="T4" fmla="*/ 99 w 147"/>
                  <a:gd name="T5" fmla="*/ 159 h 93"/>
                  <a:gd name="T6" fmla="*/ 29 w 147"/>
                  <a:gd name="T7" fmla="*/ 137 h 93"/>
                  <a:gd name="T8" fmla="*/ 186 w 147"/>
                  <a:gd name="T9" fmla="*/ 45 h 93"/>
                  <a:gd name="T10" fmla="*/ 223 w 147"/>
                  <a:gd name="T11" fmla="*/ 59 h 93"/>
                  <a:gd name="T12" fmla="*/ 216 w 147"/>
                  <a:gd name="T13" fmla="*/ 21 h 93"/>
                  <a:gd name="T14" fmla="*/ 338 w 147"/>
                  <a:gd name="T15" fmla="*/ 15 h 93"/>
                  <a:gd name="T16" fmla="*/ 195 w 147"/>
                  <a:gd name="T17" fmla="*/ 173 h 93"/>
                  <a:gd name="T18" fmla="*/ 113 w 147"/>
                  <a:gd name="T19" fmla="*/ 200 h 93"/>
                  <a:gd name="T20" fmla="*/ 165 w 147"/>
                  <a:gd name="T21" fmla="*/ 261 h 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7" h="93">
                    <a:moveTo>
                      <a:pt x="70" y="88"/>
                    </a:moveTo>
                    <a:cubicBezTo>
                      <a:pt x="47" y="79"/>
                      <a:pt x="22" y="88"/>
                      <a:pt x="0" y="77"/>
                    </a:cubicBezTo>
                    <a:cubicBezTo>
                      <a:pt x="11" y="65"/>
                      <a:pt x="25" y="57"/>
                      <a:pt x="43" y="57"/>
                    </a:cubicBezTo>
                    <a:cubicBezTo>
                      <a:pt x="34" y="51"/>
                      <a:pt x="24" y="49"/>
                      <a:pt x="13" y="49"/>
                    </a:cubicBezTo>
                    <a:cubicBezTo>
                      <a:pt x="37" y="51"/>
                      <a:pt x="85" y="46"/>
                      <a:pt x="81" y="16"/>
                    </a:cubicBezTo>
                    <a:cubicBezTo>
                      <a:pt x="85" y="19"/>
                      <a:pt x="94" y="19"/>
                      <a:pt x="97" y="21"/>
                    </a:cubicBezTo>
                    <a:cubicBezTo>
                      <a:pt x="96" y="16"/>
                      <a:pt x="96" y="13"/>
                      <a:pt x="94" y="8"/>
                    </a:cubicBezTo>
                    <a:cubicBezTo>
                      <a:pt x="109" y="22"/>
                      <a:pt x="131" y="0"/>
                      <a:pt x="147" y="6"/>
                    </a:cubicBezTo>
                    <a:cubicBezTo>
                      <a:pt x="124" y="23"/>
                      <a:pt x="44" y="25"/>
                      <a:pt x="85" y="62"/>
                    </a:cubicBezTo>
                    <a:cubicBezTo>
                      <a:pt x="78" y="62"/>
                      <a:pt x="52" y="65"/>
                      <a:pt x="49" y="72"/>
                    </a:cubicBezTo>
                    <a:cubicBezTo>
                      <a:pt x="44" y="86"/>
                      <a:pt x="62" y="93"/>
                      <a:pt x="72" y="9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5" name="Freeform 226">
                <a:extLst>
                  <a:ext uri="{FF2B5EF4-FFF2-40B4-BE49-F238E27FC236}">
                    <a16:creationId xmlns:a16="http://schemas.microsoft.com/office/drawing/2014/main" id="{0122FD5E-D106-4E75-99C1-A72E54B0A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714"/>
                <a:ext cx="333" cy="226"/>
              </a:xfrm>
              <a:custGeom>
                <a:avLst/>
                <a:gdLst>
                  <a:gd name="T0" fmla="*/ 26 w 252"/>
                  <a:gd name="T1" fmla="*/ 285 h 160"/>
                  <a:gd name="T2" fmla="*/ 201 w 252"/>
                  <a:gd name="T3" fmla="*/ 247 h 160"/>
                  <a:gd name="T4" fmla="*/ 328 w 252"/>
                  <a:gd name="T5" fmla="*/ 155 h 160"/>
                  <a:gd name="T6" fmla="*/ 381 w 252"/>
                  <a:gd name="T7" fmla="*/ 145 h 160"/>
                  <a:gd name="T8" fmla="*/ 452 w 252"/>
                  <a:gd name="T9" fmla="*/ 88 h 160"/>
                  <a:gd name="T10" fmla="*/ 531 w 252"/>
                  <a:gd name="T11" fmla="*/ 32 h 160"/>
                  <a:gd name="T12" fmla="*/ 581 w 252"/>
                  <a:gd name="T13" fmla="*/ 0 h 160"/>
                  <a:gd name="T14" fmla="*/ 547 w 252"/>
                  <a:gd name="T15" fmla="*/ 114 h 160"/>
                  <a:gd name="T16" fmla="*/ 431 w 252"/>
                  <a:gd name="T17" fmla="*/ 329 h 160"/>
                  <a:gd name="T18" fmla="*/ 304 w 252"/>
                  <a:gd name="T19" fmla="*/ 429 h 160"/>
                  <a:gd name="T20" fmla="*/ 186 w 252"/>
                  <a:gd name="T21" fmla="*/ 444 h 160"/>
                  <a:gd name="T22" fmla="*/ 143 w 252"/>
                  <a:gd name="T23" fmla="*/ 435 h 160"/>
                  <a:gd name="T24" fmla="*/ 114 w 252"/>
                  <a:gd name="T25" fmla="*/ 417 h 160"/>
                  <a:gd name="T26" fmla="*/ 66 w 252"/>
                  <a:gd name="T27" fmla="*/ 381 h 160"/>
                  <a:gd name="T28" fmla="*/ 1 w 252"/>
                  <a:gd name="T29" fmla="*/ 299 h 160"/>
                  <a:gd name="T30" fmla="*/ 1 w 252"/>
                  <a:gd name="T31" fmla="*/ 285 h 160"/>
                  <a:gd name="T32" fmla="*/ 26 w 252"/>
                  <a:gd name="T33" fmla="*/ 285 h 1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160">
                    <a:moveTo>
                      <a:pt x="11" y="101"/>
                    </a:moveTo>
                    <a:cubicBezTo>
                      <a:pt x="35" y="105"/>
                      <a:pt x="65" y="99"/>
                      <a:pt x="87" y="88"/>
                    </a:cubicBezTo>
                    <a:cubicBezTo>
                      <a:pt x="106" y="77"/>
                      <a:pt x="118" y="54"/>
                      <a:pt x="142" y="55"/>
                    </a:cubicBezTo>
                    <a:cubicBezTo>
                      <a:pt x="151" y="56"/>
                      <a:pt x="156" y="57"/>
                      <a:pt x="165" y="52"/>
                    </a:cubicBezTo>
                    <a:cubicBezTo>
                      <a:pt x="175" y="45"/>
                      <a:pt x="186" y="38"/>
                      <a:pt x="196" y="31"/>
                    </a:cubicBezTo>
                    <a:cubicBezTo>
                      <a:pt x="207" y="24"/>
                      <a:pt x="218" y="17"/>
                      <a:pt x="230" y="11"/>
                    </a:cubicBezTo>
                    <a:cubicBezTo>
                      <a:pt x="237" y="8"/>
                      <a:pt x="244" y="2"/>
                      <a:pt x="252" y="0"/>
                    </a:cubicBezTo>
                    <a:cubicBezTo>
                      <a:pt x="248" y="13"/>
                      <a:pt x="242" y="27"/>
                      <a:pt x="237" y="40"/>
                    </a:cubicBezTo>
                    <a:cubicBezTo>
                      <a:pt x="227" y="70"/>
                      <a:pt x="210" y="95"/>
                      <a:pt x="187" y="117"/>
                    </a:cubicBezTo>
                    <a:cubicBezTo>
                      <a:pt x="171" y="133"/>
                      <a:pt x="153" y="144"/>
                      <a:pt x="132" y="152"/>
                    </a:cubicBezTo>
                    <a:cubicBezTo>
                      <a:pt x="115" y="159"/>
                      <a:pt x="99" y="160"/>
                      <a:pt x="81" y="157"/>
                    </a:cubicBezTo>
                    <a:cubicBezTo>
                      <a:pt x="75" y="155"/>
                      <a:pt x="68" y="157"/>
                      <a:pt x="62" y="154"/>
                    </a:cubicBezTo>
                    <a:cubicBezTo>
                      <a:pt x="58" y="153"/>
                      <a:pt x="53" y="150"/>
                      <a:pt x="49" y="148"/>
                    </a:cubicBezTo>
                    <a:cubicBezTo>
                      <a:pt x="42" y="144"/>
                      <a:pt x="35" y="140"/>
                      <a:pt x="29" y="135"/>
                    </a:cubicBezTo>
                    <a:cubicBezTo>
                      <a:pt x="20" y="127"/>
                      <a:pt x="11" y="111"/>
                      <a:pt x="1" y="106"/>
                    </a:cubicBezTo>
                    <a:cubicBezTo>
                      <a:pt x="0" y="105"/>
                      <a:pt x="0" y="102"/>
                      <a:pt x="1" y="101"/>
                    </a:cubicBezTo>
                    <a:cubicBezTo>
                      <a:pt x="4" y="100"/>
                      <a:pt x="7" y="100"/>
                      <a:pt x="11" y="101"/>
                    </a:cubicBezTo>
                  </a:path>
                </a:pathLst>
              </a:custGeom>
              <a:solidFill>
                <a:srgbClr val="F9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888" name="Freeform 227">
              <a:extLst>
                <a:ext uri="{FF2B5EF4-FFF2-40B4-BE49-F238E27FC236}">
                  <a16:creationId xmlns:a16="http://schemas.microsoft.com/office/drawing/2014/main" id="{C283565C-96A9-46F2-90A1-22D1F043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402"/>
              <a:ext cx="127" cy="277"/>
            </a:xfrm>
            <a:custGeom>
              <a:avLst/>
              <a:gdLst>
                <a:gd name="T0" fmla="*/ 108 w 96"/>
                <a:gd name="T1" fmla="*/ 0 h 196"/>
                <a:gd name="T2" fmla="*/ 28 w 96"/>
                <a:gd name="T3" fmla="*/ 353 h 196"/>
                <a:gd name="T4" fmla="*/ 221 w 96"/>
                <a:gd name="T5" fmla="*/ 553 h 196"/>
                <a:gd name="T6" fmla="*/ 142 w 96"/>
                <a:gd name="T7" fmla="*/ 444 h 196"/>
                <a:gd name="T8" fmla="*/ 71 w 96"/>
                <a:gd name="T9" fmla="*/ 285 h 196"/>
                <a:gd name="T10" fmla="*/ 105 w 96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96">
                  <a:moveTo>
                    <a:pt x="47" y="0"/>
                  </a:moveTo>
                  <a:cubicBezTo>
                    <a:pt x="20" y="14"/>
                    <a:pt x="0" y="92"/>
                    <a:pt x="12" y="125"/>
                  </a:cubicBezTo>
                  <a:cubicBezTo>
                    <a:pt x="20" y="146"/>
                    <a:pt x="73" y="189"/>
                    <a:pt x="95" y="196"/>
                  </a:cubicBezTo>
                  <a:cubicBezTo>
                    <a:pt x="96" y="178"/>
                    <a:pt x="73" y="169"/>
                    <a:pt x="61" y="157"/>
                  </a:cubicBezTo>
                  <a:cubicBezTo>
                    <a:pt x="47" y="142"/>
                    <a:pt x="37" y="121"/>
                    <a:pt x="31" y="101"/>
                  </a:cubicBezTo>
                  <a:cubicBezTo>
                    <a:pt x="21" y="63"/>
                    <a:pt x="43" y="34"/>
                    <a:pt x="45" y="0"/>
                  </a:cubicBezTo>
                </a:path>
              </a:pathLst>
            </a:custGeom>
            <a:solidFill>
              <a:srgbClr val="F9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9" name="Freeform 228">
              <a:extLst>
                <a:ext uri="{FF2B5EF4-FFF2-40B4-BE49-F238E27FC236}">
                  <a16:creationId xmlns:a16="http://schemas.microsoft.com/office/drawing/2014/main" id="{BFEAEAE0-6F3C-4D90-97BA-97FBA4DB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173"/>
              <a:ext cx="238" cy="247"/>
            </a:xfrm>
            <a:custGeom>
              <a:avLst/>
              <a:gdLst>
                <a:gd name="T0" fmla="*/ 38 w 180"/>
                <a:gd name="T1" fmla="*/ 0 h 175"/>
                <a:gd name="T2" fmla="*/ 175 w 180"/>
                <a:gd name="T3" fmla="*/ 337 h 175"/>
                <a:gd name="T4" fmla="*/ 358 w 180"/>
                <a:gd name="T5" fmla="*/ 371 h 175"/>
                <a:gd name="T6" fmla="*/ 237 w 180"/>
                <a:gd name="T7" fmla="*/ 309 h 175"/>
                <a:gd name="T8" fmla="*/ 143 w 180"/>
                <a:gd name="T9" fmla="*/ 219 h 175"/>
                <a:gd name="T10" fmla="*/ 45 w 180"/>
                <a:gd name="T11" fmla="*/ 0 h 175"/>
                <a:gd name="T12" fmla="*/ 38 w 180"/>
                <a:gd name="T13" fmla="*/ 8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75">
                  <a:moveTo>
                    <a:pt x="17" y="0"/>
                  </a:moveTo>
                  <a:cubicBezTo>
                    <a:pt x="0" y="47"/>
                    <a:pt x="41" y="99"/>
                    <a:pt x="76" y="120"/>
                  </a:cubicBezTo>
                  <a:cubicBezTo>
                    <a:pt x="85" y="126"/>
                    <a:pt x="180" y="175"/>
                    <a:pt x="155" y="132"/>
                  </a:cubicBezTo>
                  <a:cubicBezTo>
                    <a:pt x="148" y="119"/>
                    <a:pt x="115" y="116"/>
                    <a:pt x="102" y="110"/>
                  </a:cubicBezTo>
                  <a:cubicBezTo>
                    <a:pt x="88" y="102"/>
                    <a:pt x="73" y="90"/>
                    <a:pt x="62" y="78"/>
                  </a:cubicBezTo>
                  <a:cubicBezTo>
                    <a:pt x="44" y="55"/>
                    <a:pt x="47" y="15"/>
                    <a:pt x="20" y="0"/>
                  </a:cubicBezTo>
                  <a:cubicBezTo>
                    <a:pt x="18" y="1"/>
                    <a:pt x="15" y="5"/>
                    <a:pt x="17" y="3"/>
                  </a:cubicBezTo>
                </a:path>
              </a:pathLst>
            </a:custGeom>
            <a:solidFill>
              <a:srgbClr val="F9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0" name="Freeform 229">
              <a:extLst>
                <a:ext uri="{FF2B5EF4-FFF2-40B4-BE49-F238E27FC236}">
                  <a16:creationId xmlns:a16="http://schemas.microsoft.com/office/drawing/2014/main" id="{85736B96-BC72-4815-9BC1-858B548D2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033"/>
              <a:ext cx="103" cy="122"/>
            </a:xfrm>
            <a:custGeom>
              <a:avLst/>
              <a:gdLst>
                <a:gd name="T0" fmla="*/ 180 w 78"/>
                <a:gd name="T1" fmla="*/ 26 h 86"/>
                <a:gd name="T2" fmla="*/ 73 w 78"/>
                <a:gd name="T3" fmla="*/ 245 h 86"/>
                <a:gd name="T4" fmla="*/ 34 w 78"/>
                <a:gd name="T5" fmla="*/ 48 h 86"/>
                <a:gd name="T6" fmla="*/ 168 w 78"/>
                <a:gd name="T7" fmla="*/ 33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86">
                  <a:moveTo>
                    <a:pt x="78" y="9"/>
                  </a:moveTo>
                  <a:cubicBezTo>
                    <a:pt x="38" y="1"/>
                    <a:pt x="34" y="60"/>
                    <a:pt x="32" y="86"/>
                  </a:cubicBezTo>
                  <a:cubicBezTo>
                    <a:pt x="20" y="71"/>
                    <a:pt x="0" y="37"/>
                    <a:pt x="15" y="17"/>
                  </a:cubicBezTo>
                  <a:cubicBezTo>
                    <a:pt x="27" y="0"/>
                    <a:pt x="68" y="4"/>
                    <a:pt x="73" y="11"/>
                  </a:cubicBezTo>
                </a:path>
              </a:pathLst>
            </a:custGeom>
            <a:solidFill>
              <a:srgbClr val="F9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1" name="Freeform 230">
              <a:extLst>
                <a:ext uri="{FF2B5EF4-FFF2-40B4-BE49-F238E27FC236}">
                  <a16:creationId xmlns:a16="http://schemas.microsoft.com/office/drawing/2014/main" id="{BAC78703-F607-4F5A-A61C-E7E010FB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731"/>
              <a:ext cx="25" cy="30"/>
            </a:xfrm>
            <a:custGeom>
              <a:avLst/>
              <a:gdLst>
                <a:gd name="T0" fmla="*/ 0 w 19"/>
                <a:gd name="T1" fmla="*/ 49 h 21"/>
                <a:gd name="T2" fmla="*/ 32 w 19"/>
                <a:gd name="T3" fmla="*/ 33 h 21"/>
                <a:gd name="T4" fmla="*/ 1 w 19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17"/>
                  </a:moveTo>
                  <a:cubicBezTo>
                    <a:pt x="2" y="14"/>
                    <a:pt x="19" y="0"/>
                    <a:pt x="14" y="11"/>
                  </a:cubicBezTo>
                  <a:cubicBezTo>
                    <a:pt x="12" y="15"/>
                    <a:pt x="4" y="21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2" name="Freeform 231">
              <a:extLst>
                <a:ext uri="{FF2B5EF4-FFF2-40B4-BE49-F238E27FC236}">
                  <a16:creationId xmlns:a16="http://schemas.microsoft.com/office/drawing/2014/main" id="{15876EA9-1030-4156-A977-5537604D1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795"/>
              <a:ext cx="9" cy="12"/>
            </a:xfrm>
            <a:custGeom>
              <a:avLst/>
              <a:gdLst>
                <a:gd name="T0" fmla="*/ 1 w 7"/>
                <a:gd name="T1" fmla="*/ 7 h 9"/>
                <a:gd name="T2" fmla="*/ 15 w 7"/>
                <a:gd name="T3" fmla="*/ 21 h 9"/>
                <a:gd name="T4" fmla="*/ 1 w 7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0" y="6"/>
                    <a:pt x="4" y="9"/>
                    <a:pt x="7" y="9"/>
                  </a:cubicBezTo>
                  <a:cubicBezTo>
                    <a:pt x="7" y="4"/>
                    <a:pt x="0" y="0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3" name="Freeform 232">
              <a:extLst>
                <a:ext uri="{FF2B5EF4-FFF2-40B4-BE49-F238E27FC236}">
                  <a16:creationId xmlns:a16="http://schemas.microsoft.com/office/drawing/2014/main" id="{9B86A1B2-AC35-46E6-9E4F-5343C4E9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687"/>
              <a:ext cx="17" cy="16"/>
            </a:xfrm>
            <a:custGeom>
              <a:avLst/>
              <a:gdLst>
                <a:gd name="T0" fmla="*/ 24 w 13"/>
                <a:gd name="T1" fmla="*/ 9 h 11"/>
                <a:gd name="T2" fmla="*/ 9 w 13"/>
                <a:gd name="T3" fmla="*/ 28 h 11"/>
                <a:gd name="T4" fmla="*/ 21 w 13"/>
                <a:gd name="T5" fmla="*/ 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3"/>
                  </a:moveTo>
                  <a:cubicBezTo>
                    <a:pt x="6" y="0"/>
                    <a:pt x="0" y="7"/>
                    <a:pt x="4" y="9"/>
                  </a:cubicBezTo>
                  <a:cubicBezTo>
                    <a:pt x="7" y="11"/>
                    <a:pt x="13" y="1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4" name="Freeform 233">
              <a:extLst>
                <a:ext uri="{FF2B5EF4-FFF2-40B4-BE49-F238E27FC236}">
                  <a16:creationId xmlns:a16="http://schemas.microsoft.com/office/drawing/2014/main" id="{B7CFD592-E4FB-498F-B3C5-CE25C7D39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727"/>
              <a:ext cx="20" cy="14"/>
            </a:xfrm>
            <a:custGeom>
              <a:avLst/>
              <a:gdLst>
                <a:gd name="T0" fmla="*/ 0 w 15"/>
                <a:gd name="T1" fmla="*/ 20 h 10"/>
                <a:gd name="T2" fmla="*/ 27 w 15"/>
                <a:gd name="T3" fmla="*/ 20 h 10"/>
                <a:gd name="T4" fmla="*/ 0 w 15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1" y="6"/>
                    <a:pt x="15" y="0"/>
                    <a:pt x="11" y="7"/>
                  </a:cubicBezTo>
                  <a:cubicBezTo>
                    <a:pt x="9" y="10"/>
                    <a:pt x="1" y="8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5" name="Oval 234">
              <a:extLst>
                <a:ext uri="{FF2B5EF4-FFF2-40B4-BE49-F238E27FC236}">
                  <a16:creationId xmlns:a16="http://schemas.microsoft.com/office/drawing/2014/main" id="{6CCB2F55-2D4C-415B-9A79-A709EFA60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" y="2221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96" name="Oval 235">
              <a:extLst>
                <a:ext uri="{FF2B5EF4-FFF2-40B4-BE49-F238E27FC236}">
                  <a16:creationId xmlns:a16="http://schemas.microsoft.com/office/drawing/2014/main" id="{8DAD75D4-CC6B-4D60-BBB4-55EC4F9E6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" y="226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97" name="Oval 236">
              <a:extLst>
                <a:ext uri="{FF2B5EF4-FFF2-40B4-BE49-F238E27FC236}">
                  <a16:creationId xmlns:a16="http://schemas.microsoft.com/office/drawing/2014/main" id="{F772F44C-AAED-41A7-8B0E-DACD914EB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860"/>
              <a:ext cx="23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98" name="Oval 237">
              <a:extLst>
                <a:ext uri="{FF2B5EF4-FFF2-40B4-BE49-F238E27FC236}">
                  <a16:creationId xmlns:a16="http://schemas.microsoft.com/office/drawing/2014/main" id="{FFC333E8-BFEB-43D5-864E-41CF6E20B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1851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99" name="Oval 238">
              <a:extLst>
                <a:ext uri="{FF2B5EF4-FFF2-40B4-BE49-F238E27FC236}">
                  <a16:creationId xmlns:a16="http://schemas.microsoft.com/office/drawing/2014/main" id="{64487BC1-2B6C-47F8-8D2D-8356F3333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" y="2356"/>
              <a:ext cx="2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0" name="Oval 239">
              <a:extLst>
                <a:ext uri="{FF2B5EF4-FFF2-40B4-BE49-F238E27FC236}">
                  <a16:creationId xmlns:a16="http://schemas.microsoft.com/office/drawing/2014/main" id="{4473D99E-1DFE-4CB6-9D2D-20D38A3CC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206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1" name="Oval 240">
              <a:extLst>
                <a:ext uri="{FF2B5EF4-FFF2-40B4-BE49-F238E27FC236}">
                  <a16:creationId xmlns:a16="http://schemas.microsoft.com/office/drawing/2014/main" id="{FA67F199-350F-4571-B657-72AD7F053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04"/>
              <a:ext cx="1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2" name="Oval 241">
              <a:extLst>
                <a:ext uri="{FF2B5EF4-FFF2-40B4-BE49-F238E27FC236}">
                  <a16:creationId xmlns:a16="http://schemas.microsoft.com/office/drawing/2014/main" id="{B0F7C630-02F6-40DE-95C4-CDD195C7E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726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3" name="Oval 242">
              <a:extLst>
                <a:ext uri="{FF2B5EF4-FFF2-40B4-BE49-F238E27FC236}">
                  <a16:creationId xmlns:a16="http://schemas.microsoft.com/office/drawing/2014/main" id="{4815E853-289A-4764-8CE3-35376F778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793"/>
              <a:ext cx="20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4" name="Oval 243">
              <a:extLst>
                <a:ext uri="{FF2B5EF4-FFF2-40B4-BE49-F238E27FC236}">
                  <a16:creationId xmlns:a16="http://schemas.microsoft.com/office/drawing/2014/main" id="{393F1C97-1C60-4CA5-901B-D9ACE525F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1789"/>
              <a:ext cx="2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5" name="Oval 244">
              <a:extLst>
                <a:ext uri="{FF2B5EF4-FFF2-40B4-BE49-F238E27FC236}">
                  <a16:creationId xmlns:a16="http://schemas.microsoft.com/office/drawing/2014/main" id="{052E03BD-FB66-4B9A-86FE-F1C43A840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1930"/>
              <a:ext cx="17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6" name="Oval 245">
              <a:extLst>
                <a:ext uri="{FF2B5EF4-FFF2-40B4-BE49-F238E27FC236}">
                  <a16:creationId xmlns:a16="http://schemas.microsoft.com/office/drawing/2014/main" id="{F790CC29-076B-494C-A803-61EA819C0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020"/>
              <a:ext cx="1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7" name="Oval 246">
              <a:extLst>
                <a:ext uri="{FF2B5EF4-FFF2-40B4-BE49-F238E27FC236}">
                  <a16:creationId xmlns:a16="http://schemas.microsoft.com/office/drawing/2014/main" id="{6A141212-5360-47AF-885D-091E0FB96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10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8" name="Oval 247">
              <a:extLst>
                <a:ext uri="{FF2B5EF4-FFF2-40B4-BE49-F238E27FC236}">
                  <a16:creationId xmlns:a16="http://schemas.microsoft.com/office/drawing/2014/main" id="{A70C3042-D5FF-472B-B548-E6CE5EF8D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04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09" name="Oval 248">
              <a:extLst>
                <a:ext uri="{FF2B5EF4-FFF2-40B4-BE49-F238E27FC236}">
                  <a16:creationId xmlns:a16="http://schemas.microsoft.com/office/drawing/2014/main" id="{3EC33B55-EA5C-491F-8AFB-8A80DB5DB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1974"/>
              <a:ext cx="29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0" name="Oval 249">
              <a:extLst>
                <a:ext uri="{FF2B5EF4-FFF2-40B4-BE49-F238E27FC236}">
                  <a16:creationId xmlns:a16="http://schemas.microsoft.com/office/drawing/2014/main" id="{186DF204-EDF9-49D5-8C5B-B78980975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978"/>
              <a:ext cx="17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1" name="Oval 250">
              <a:extLst>
                <a:ext uri="{FF2B5EF4-FFF2-40B4-BE49-F238E27FC236}">
                  <a16:creationId xmlns:a16="http://schemas.microsoft.com/office/drawing/2014/main" id="{0A64FDF3-FEF1-4DD7-BF31-8A0FE509B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273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2" name="Oval 251">
              <a:extLst>
                <a:ext uri="{FF2B5EF4-FFF2-40B4-BE49-F238E27FC236}">
                  <a16:creationId xmlns:a16="http://schemas.microsoft.com/office/drawing/2014/main" id="{6E372C65-A620-498E-873D-E5FF68C46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26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3" name="Oval 252">
              <a:extLst>
                <a:ext uri="{FF2B5EF4-FFF2-40B4-BE49-F238E27FC236}">
                  <a16:creationId xmlns:a16="http://schemas.microsoft.com/office/drawing/2014/main" id="{AB8019C7-11CB-4EBC-AF23-F2CA9207F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1840"/>
              <a:ext cx="3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4" name="Oval 253">
              <a:extLst>
                <a:ext uri="{FF2B5EF4-FFF2-40B4-BE49-F238E27FC236}">
                  <a16:creationId xmlns:a16="http://schemas.microsoft.com/office/drawing/2014/main" id="{CE8055FE-F188-4FF3-AE51-1FD91C956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845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5" name="Oval 254">
              <a:extLst>
                <a:ext uri="{FF2B5EF4-FFF2-40B4-BE49-F238E27FC236}">
                  <a16:creationId xmlns:a16="http://schemas.microsoft.com/office/drawing/2014/main" id="{8A341A24-E79F-4FDB-8B8C-9E0B5DD57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1656"/>
              <a:ext cx="1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6" name="Oval 255">
              <a:extLst>
                <a:ext uri="{FF2B5EF4-FFF2-40B4-BE49-F238E27FC236}">
                  <a16:creationId xmlns:a16="http://schemas.microsoft.com/office/drawing/2014/main" id="{2CE9002D-5665-4506-A5DF-A509D38B0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1703"/>
              <a:ext cx="14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7" name="Oval 256">
              <a:extLst>
                <a:ext uri="{FF2B5EF4-FFF2-40B4-BE49-F238E27FC236}">
                  <a16:creationId xmlns:a16="http://schemas.microsoft.com/office/drawing/2014/main" id="{992F1A76-FCAF-441B-B7C6-539D47304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1443"/>
              <a:ext cx="16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8" name="Oval 257">
              <a:extLst>
                <a:ext uri="{FF2B5EF4-FFF2-40B4-BE49-F238E27FC236}">
                  <a16:creationId xmlns:a16="http://schemas.microsoft.com/office/drawing/2014/main" id="{A8A7D58C-6632-4C7A-8FAE-0B1EF5CBF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422"/>
              <a:ext cx="16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9" name="Oval 258">
              <a:extLst>
                <a:ext uri="{FF2B5EF4-FFF2-40B4-BE49-F238E27FC236}">
                  <a16:creationId xmlns:a16="http://schemas.microsoft.com/office/drawing/2014/main" id="{A8D041CC-4263-45CC-B323-2C3A6D52F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146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0" name="Oval 259">
              <a:extLst>
                <a:ext uri="{FF2B5EF4-FFF2-40B4-BE49-F238E27FC236}">
                  <a16:creationId xmlns:a16="http://schemas.microsoft.com/office/drawing/2014/main" id="{7EAB868E-07CB-4583-B636-EBFD5A9B5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1534"/>
              <a:ext cx="10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1" name="Oval 260">
              <a:extLst>
                <a:ext uri="{FF2B5EF4-FFF2-40B4-BE49-F238E27FC236}">
                  <a16:creationId xmlns:a16="http://schemas.microsoft.com/office/drawing/2014/main" id="{AD3E6BBC-A629-41A5-8779-42AF9FA9B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157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2" name="Oval 261">
              <a:extLst>
                <a:ext uri="{FF2B5EF4-FFF2-40B4-BE49-F238E27FC236}">
                  <a16:creationId xmlns:a16="http://schemas.microsoft.com/office/drawing/2014/main" id="{1D339438-FCA4-4AD5-B726-84BAA4136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267"/>
              <a:ext cx="25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3" name="Oval 262">
              <a:extLst>
                <a:ext uri="{FF2B5EF4-FFF2-40B4-BE49-F238E27FC236}">
                  <a16:creationId xmlns:a16="http://schemas.microsoft.com/office/drawing/2014/main" id="{2D02BE8B-00EF-478B-B48A-67AD774B2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313"/>
              <a:ext cx="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4" name="Oval 263">
              <a:extLst>
                <a:ext uri="{FF2B5EF4-FFF2-40B4-BE49-F238E27FC236}">
                  <a16:creationId xmlns:a16="http://schemas.microsoft.com/office/drawing/2014/main" id="{1C733451-495C-4AEF-A1F5-4560E3867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1337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5" name="Oval 264">
              <a:extLst>
                <a:ext uri="{FF2B5EF4-FFF2-40B4-BE49-F238E27FC236}">
                  <a16:creationId xmlns:a16="http://schemas.microsoft.com/office/drawing/2014/main" id="{FDD0CE99-ECCC-42A4-A94C-82EABEB25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1408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6" name="Oval 265">
              <a:extLst>
                <a:ext uri="{FF2B5EF4-FFF2-40B4-BE49-F238E27FC236}">
                  <a16:creationId xmlns:a16="http://schemas.microsoft.com/office/drawing/2014/main" id="{84FE97D1-A080-472D-B978-20CD2A59B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392"/>
              <a:ext cx="26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7" name="Oval 266">
              <a:extLst>
                <a:ext uri="{FF2B5EF4-FFF2-40B4-BE49-F238E27FC236}">
                  <a16:creationId xmlns:a16="http://schemas.microsoft.com/office/drawing/2014/main" id="{85BA0BAE-B8B2-426B-BA21-A9B8F8827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" y="1426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8" name="Oval 267">
              <a:extLst>
                <a:ext uri="{FF2B5EF4-FFF2-40B4-BE49-F238E27FC236}">
                  <a16:creationId xmlns:a16="http://schemas.microsoft.com/office/drawing/2014/main" id="{E844E074-6223-40C3-8EE1-CFE849D92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752"/>
              <a:ext cx="19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9" name="Oval 268">
              <a:extLst>
                <a:ext uri="{FF2B5EF4-FFF2-40B4-BE49-F238E27FC236}">
                  <a16:creationId xmlns:a16="http://schemas.microsoft.com/office/drawing/2014/main" id="{8442E80A-5C3A-4821-BC25-33C889BF2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724"/>
              <a:ext cx="2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30" name="Oval 269">
              <a:extLst>
                <a:ext uri="{FF2B5EF4-FFF2-40B4-BE49-F238E27FC236}">
                  <a16:creationId xmlns:a16="http://schemas.microsoft.com/office/drawing/2014/main" id="{0349F306-EB26-466A-9BF5-C04C3F0C0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1631"/>
              <a:ext cx="18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31" name="Freeform 270">
              <a:extLst>
                <a:ext uri="{FF2B5EF4-FFF2-40B4-BE49-F238E27FC236}">
                  <a16:creationId xmlns:a16="http://schemas.microsoft.com/office/drawing/2014/main" id="{F329A862-24F4-4DB8-B6CA-93421ACE0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525"/>
              <a:ext cx="59" cy="161"/>
            </a:xfrm>
            <a:custGeom>
              <a:avLst/>
              <a:gdLst>
                <a:gd name="T0" fmla="*/ 75 w 44"/>
                <a:gd name="T1" fmla="*/ 315 h 114"/>
                <a:gd name="T2" fmla="*/ 91 w 44"/>
                <a:gd name="T3" fmla="*/ 0 h 114"/>
                <a:gd name="T4" fmla="*/ 86 w 44"/>
                <a:gd name="T5" fmla="*/ 124 h 114"/>
                <a:gd name="T6" fmla="*/ 106 w 44"/>
                <a:gd name="T7" fmla="*/ 69 h 114"/>
                <a:gd name="T8" fmla="*/ 75 w 44"/>
                <a:gd name="T9" fmla="*/ 32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14">
                  <a:moveTo>
                    <a:pt x="31" y="112"/>
                  </a:moveTo>
                  <a:cubicBezTo>
                    <a:pt x="0" y="82"/>
                    <a:pt x="42" y="34"/>
                    <a:pt x="38" y="0"/>
                  </a:cubicBezTo>
                  <a:cubicBezTo>
                    <a:pt x="42" y="11"/>
                    <a:pt x="39" y="32"/>
                    <a:pt x="36" y="44"/>
                  </a:cubicBezTo>
                  <a:cubicBezTo>
                    <a:pt x="38" y="37"/>
                    <a:pt x="41" y="31"/>
                    <a:pt x="44" y="25"/>
                  </a:cubicBezTo>
                  <a:cubicBezTo>
                    <a:pt x="43" y="56"/>
                    <a:pt x="30" y="83"/>
                    <a:pt x="31" y="1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2" name="Freeform 271">
              <a:extLst>
                <a:ext uri="{FF2B5EF4-FFF2-40B4-BE49-F238E27FC236}">
                  <a16:creationId xmlns:a16="http://schemas.microsoft.com/office/drawing/2014/main" id="{FFE226AA-EFB4-4B8A-B48A-B1963820F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621"/>
              <a:ext cx="242" cy="171"/>
            </a:xfrm>
            <a:custGeom>
              <a:avLst/>
              <a:gdLst>
                <a:gd name="T0" fmla="*/ 0 w 183"/>
                <a:gd name="T1" fmla="*/ 315 h 121"/>
                <a:gd name="T2" fmla="*/ 272 w 183"/>
                <a:gd name="T3" fmla="*/ 199 h 121"/>
                <a:gd name="T4" fmla="*/ 360 w 183"/>
                <a:gd name="T5" fmla="*/ 96 h 121"/>
                <a:gd name="T6" fmla="*/ 411 w 183"/>
                <a:gd name="T7" fmla="*/ 81 h 121"/>
                <a:gd name="T8" fmla="*/ 217 w 183"/>
                <a:gd name="T9" fmla="*/ 309 h 121"/>
                <a:gd name="T10" fmla="*/ 5 w 183"/>
                <a:gd name="T11" fmla="*/ 309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21">
                  <a:moveTo>
                    <a:pt x="0" y="112"/>
                  </a:moveTo>
                  <a:cubicBezTo>
                    <a:pt x="41" y="100"/>
                    <a:pt x="79" y="93"/>
                    <a:pt x="118" y="71"/>
                  </a:cubicBezTo>
                  <a:cubicBezTo>
                    <a:pt x="135" y="62"/>
                    <a:pt x="145" y="49"/>
                    <a:pt x="156" y="34"/>
                  </a:cubicBezTo>
                  <a:cubicBezTo>
                    <a:pt x="164" y="24"/>
                    <a:pt x="183" y="0"/>
                    <a:pt x="178" y="28"/>
                  </a:cubicBezTo>
                  <a:cubicBezTo>
                    <a:pt x="169" y="66"/>
                    <a:pt x="128" y="98"/>
                    <a:pt x="94" y="110"/>
                  </a:cubicBezTo>
                  <a:cubicBezTo>
                    <a:pt x="65" y="120"/>
                    <a:pt x="29" y="121"/>
                    <a:pt x="2" y="110"/>
                  </a:cubicBezTo>
                </a:path>
              </a:pathLst>
            </a:custGeom>
            <a:solidFill>
              <a:srgbClr val="F9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3" name="Freeform 272">
              <a:extLst>
                <a:ext uri="{FF2B5EF4-FFF2-40B4-BE49-F238E27FC236}">
                  <a16:creationId xmlns:a16="http://schemas.microsoft.com/office/drawing/2014/main" id="{FA71E5D4-08C6-4CC3-BD0E-757F76F5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407"/>
              <a:ext cx="311" cy="220"/>
            </a:xfrm>
            <a:custGeom>
              <a:avLst/>
              <a:gdLst>
                <a:gd name="T0" fmla="*/ 229 w 235"/>
                <a:gd name="T1" fmla="*/ 0 h 156"/>
                <a:gd name="T2" fmla="*/ 378 w 235"/>
                <a:gd name="T3" fmla="*/ 255 h 156"/>
                <a:gd name="T4" fmla="*/ 543 w 235"/>
                <a:gd name="T5" fmla="*/ 369 h 156"/>
                <a:gd name="T6" fmla="*/ 159 w 235"/>
                <a:gd name="T7" fmla="*/ 292 h 156"/>
                <a:gd name="T8" fmla="*/ 210 w 235"/>
                <a:gd name="T9" fmla="*/ 35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156">
                  <a:moveTo>
                    <a:pt x="99" y="0"/>
                  </a:moveTo>
                  <a:cubicBezTo>
                    <a:pt x="114" y="32"/>
                    <a:pt x="130" y="71"/>
                    <a:pt x="163" y="91"/>
                  </a:cubicBezTo>
                  <a:cubicBezTo>
                    <a:pt x="181" y="102"/>
                    <a:pt x="235" y="107"/>
                    <a:pt x="234" y="132"/>
                  </a:cubicBezTo>
                  <a:cubicBezTo>
                    <a:pt x="191" y="156"/>
                    <a:pt x="111" y="124"/>
                    <a:pt x="69" y="104"/>
                  </a:cubicBezTo>
                  <a:cubicBezTo>
                    <a:pt x="0" y="69"/>
                    <a:pt x="41" y="35"/>
                    <a:pt x="91" y="13"/>
                  </a:cubicBezTo>
                </a:path>
              </a:pathLst>
            </a:custGeom>
            <a:solidFill>
              <a:srgbClr val="5FA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4" name="Freeform 273">
              <a:extLst>
                <a:ext uri="{FF2B5EF4-FFF2-40B4-BE49-F238E27FC236}">
                  <a16:creationId xmlns:a16="http://schemas.microsoft.com/office/drawing/2014/main" id="{A70E0596-302F-4D75-AB31-82680570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924"/>
              <a:ext cx="194" cy="173"/>
            </a:xfrm>
            <a:custGeom>
              <a:avLst/>
              <a:gdLst>
                <a:gd name="T0" fmla="*/ 302 w 146"/>
                <a:gd name="T1" fmla="*/ 0 h 122"/>
                <a:gd name="T2" fmla="*/ 145 w 146"/>
                <a:gd name="T3" fmla="*/ 169 h 122"/>
                <a:gd name="T4" fmla="*/ 0 w 146"/>
                <a:gd name="T5" fmla="*/ 245 h 122"/>
                <a:gd name="T6" fmla="*/ 130 w 146"/>
                <a:gd name="T7" fmla="*/ 322 h 122"/>
                <a:gd name="T8" fmla="*/ 251 w 146"/>
                <a:gd name="T9" fmla="*/ 268 h 122"/>
                <a:gd name="T10" fmla="*/ 278 w 146"/>
                <a:gd name="T11" fmla="*/ 191 h 122"/>
                <a:gd name="T12" fmla="*/ 334 w 146"/>
                <a:gd name="T13" fmla="*/ 130 h 122"/>
                <a:gd name="T14" fmla="*/ 288 w 146"/>
                <a:gd name="T15" fmla="*/ 33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22">
                  <a:moveTo>
                    <a:pt x="129" y="0"/>
                  </a:moveTo>
                  <a:cubicBezTo>
                    <a:pt x="119" y="27"/>
                    <a:pt x="86" y="47"/>
                    <a:pt x="62" y="59"/>
                  </a:cubicBezTo>
                  <a:cubicBezTo>
                    <a:pt x="45" y="68"/>
                    <a:pt x="12" y="73"/>
                    <a:pt x="0" y="86"/>
                  </a:cubicBezTo>
                  <a:cubicBezTo>
                    <a:pt x="11" y="98"/>
                    <a:pt x="40" y="108"/>
                    <a:pt x="56" y="113"/>
                  </a:cubicBezTo>
                  <a:cubicBezTo>
                    <a:pt x="89" y="122"/>
                    <a:pt x="98" y="121"/>
                    <a:pt x="107" y="94"/>
                  </a:cubicBezTo>
                  <a:cubicBezTo>
                    <a:pt x="111" y="82"/>
                    <a:pt x="110" y="78"/>
                    <a:pt x="118" y="67"/>
                  </a:cubicBezTo>
                  <a:cubicBezTo>
                    <a:pt x="123" y="60"/>
                    <a:pt x="138" y="56"/>
                    <a:pt x="142" y="46"/>
                  </a:cubicBezTo>
                  <a:cubicBezTo>
                    <a:pt x="146" y="31"/>
                    <a:pt x="135" y="10"/>
                    <a:pt x="123" y="11"/>
                  </a:cubicBezTo>
                </a:path>
              </a:pathLst>
            </a:custGeom>
            <a:solidFill>
              <a:srgbClr val="5FA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5" name="Freeform 274">
              <a:extLst>
                <a:ext uri="{FF2B5EF4-FFF2-40B4-BE49-F238E27FC236}">
                  <a16:creationId xmlns:a16="http://schemas.microsoft.com/office/drawing/2014/main" id="{9A80C7F2-05C7-4441-A260-F99E6F20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875"/>
              <a:ext cx="253" cy="332"/>
            </a:xfrm>
            <a:custGeom>
              <a:avLst/>
              <a:gdLst>
                <a:gd name="T0" fmla="*/ 295 w 191"/>
                <a:gd name="T1" fmla="*/ 116 h 235"/>
                <a:gd name="T2" fmla="*/ 425 w 191"/>
                <a:gd name="T3" fmla="*/ 333 h 235"/>
                <a:gd name="T4" fmla="*/ 395 w 191"/>
                <a:gd name="T5" fmla="*/ 487 h 235"/>
                <a:gd name="T6" fmla="*/ 356 w 191"/>
                <a:gd name="T7" fmla="*/ 663 h 235"/>
                <a:gd name="T8" fmla="*/ 270 w 191"/>
                <a:gd name="T9" fmla="*/ 401 h 235"/>
                <a:gd name="T10" fmla="*/ 109 w 191"/>
                <a:gd name="T11" fmla="*/ 189 h 235"/>
                <a:gd name="T12" fmla="*/ 285 w 191"/>
                <a:gd name="T13" fmla="*/ 116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235">
                  <a:moveTo>
                    <a:pt x="127" y="41"/>
                  </a:moveTo>
                  <a:cubicBezTo>
                    <a:pt x="94" y="84"/>
                    <a:pt x="148" y="114"/>
                    <a:pt x="183" y="118"/>
                  </a:cubicBezTo>
                  <a:cubicBezTo>
                    <a:pt x="191" y="135"/>
                    <a:pt x="174" y="156"/>
                    <a:pt x="170" y="173"/>
                  </a:cubicBezTo>
                  <a:cubicBezTo>
                    <a:pt x="164" y="193"/>
                    <a:pt x="163" y="216"/>
                    <a:pt x="153" y="235"/>
                  </a:cubicBezTo>
                  <a:cubicBezTo>
                    <a:pt x="125" y="220"/>
                    <a:pt x="129" y="169"/>
                    <a:pt x="116" y="142"/>
                  </a:cubicBezTo>
                  <a:cubicBezTo>
                    <a:pt x="100" y="111"/>
                    <a:pt x="66" y="95"/>
                    <a:pt x="47" y="67"/>
                  </a:cubicBezTo>
                  <a:cubicBezTo>
                    <a:pt x="0" y="0"/>
                    <a:pt x="88" y="25"/>
                    <a:pt x="122" y="41"/>
                  </a:cubicBezTo>
                </a:path>
              </a:pathLst>
            </a:custGeom>
            <a:solidFill>
              <a:srgbClr val="85B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6" name="Freeform 275">
              <a:extLst>
                <a:ext uri="{FF2B5EF4-FFF2-40B4-BE49-F238E27FC236}">
                  <a16:creationId xmlns:a16="http://schemas.microsoft.com/office/drawing/2014/main" id="{8F69A204-FE40-4A7B-BAAE-674FCD713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144"/>
              <a:ext cx="241" cy="306"/>
            </a:xfrm>
            <a:custGeom>
              <a:avLst/>
              <a:gdLst>
                <a:gd name="T0" fmla="*/ 422 w 182"/>
                <a:gd name="T1" fmla="*/ 137 h 217"/>
                <a:gd name="T2" fmla="*/ 250 w 182"/>
                <a:gd name="T3" fmla="*/ 295 h 217"/>
                <a:gd name="T4" fmla="*/ 93 w 182"/>
                <a:gd name="T5" fmla="*/ 519 h 217"/>
                <a:gd name="T6" fmla="*/ 416 w 182"/>
                <a:gd name="T7" fmla="*/ 137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217">
                  <a:moveTo>
                    <a:pt x="182" y="49"/>
                  </a:moveTo>
                  <a:cubicBezTo>
                    <a:pt x="150" y="59"/>
                    <a:pt x="128" y="78"/>
                    <a:pt x="108" y="105"/>
                  </a:cubicBezTo>
                  <a:cubicBezTo>
                    <a:pt x="95" y="123"/>
                    <a:pt x="68" y="217"/>
                    <a:pt x="40" y="185"/>
                  </a:cubicBezTo>
                  <a:cubicBezTo>
                    <a:pt x="0" y="139"/>
                    <a:pt x="125" y="0"/>
                    <a:pt x="179" y="49"/>
                  </a:cubicBezTo>
                </a:path>
              </a:pathLst>
            </a:custGeom>
            <a:solidFill>
              <a:srgbClr val="63A5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7" name="Freeform 276">
              <a:extLst>
                <a:ext uri="{FF2B5EF4-FFF2-40B4-BE49-F238E27FC236}">
                  <a16:creationId xmlns:a16="http://schemas.microsoft.com/office/drawing/2014/main" id="{12886155-1D30-415A-896E-1C5BFF71A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947"/>
              <a:ext cx="332" cy="196"/>
            </a:xfrm>
            <a:custGeom>
              <a:avLst/>
              <a:gdLst>
                <a:gd name="T0" fmla="*/ 0 w 251"/>
                <a:gd name="T1" fmla="*/ 268 h 139"/>
                <a:gd name="T2" fmla="*/ 143 w 251"/>
                <a:gd name="T3" fmla="*/ 306 h 139"/>
                <a:gd name="T4" fmla="*/ 261 w 251"/>
                <a:gd name="T5" fmla="*/ 382 h 139"/>
                <a:gd name="T6" fmla="*/ 381 w 251"/>
                <a:gd name="T7" fmla="*/ 275 h 139"/>
                <a:gd name="T8" fmla="*/ 552 w 251"/>
                <a:gd name="T9" fmla="*/ 141 h 139"/>
                <a:gd name="T10" fmla="*/ 479 w 251"/>
                <a:gd name="T11" fmla="*/ 14 h 139"/>
                <a:gd name="T12" fmla="*/ 265 w 251"/>
                <a:gd name="T13" fmla="*/ 137 h 139"/>
                <a:gd name="T14" fmla="*/ 108 w 251"/>
                <a:gd name="T15" fmla="*/ 203 h 139"/>
                <a:gd name="T16" fmla="*/ 26 w 251"/>
                <a:gd name="T17" fmla="*/ 247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1" h="139">
                  <a:moveTo>
                    <a:pt x="0" y="96"/>
                  </a:moveTo>
                  <a:cubicBezTo>
                    <a:pt x="21" y="101"/>
                    <a:pt x="42" y="100"/>
                    <a:pt x="62" y="109"/>
                  </a:cubicBezTo>
                  <a:cubicBezTo>
                    <a:pt x="78" y="117"/>
                    <a:pt x="94" y="134"/>
                    <a:pt x="113" y="136"/>
                  </a:cubicBezTo>
                  <a:cubicBezTo>
                    <a:pt x="143" y="139"/>
                    <a:pt x="147" y="117"/>
                    <a:pt x="165" y="98"/>
                  </a:cubicBezTo>
                  <a:cubicBezTo>
                    <a:pt x="184" y="79"/>
                    <a:pt x="225" y="74"/>
                    <a:pt x="238" y="50"/>
                  </a:cubicBezTo>
                  <a:cubicBezTo>
                    <a:pt x="251" y="26"/>
                    <a:pt x="232" y="9"/>
                    <a:pt x="207" y="5"/>
                  </a:cubicBezTo>
                  <a:cubicBezTo>
                    <a:pt x="173" y="0"/>
                    <a:pt x="139" y="31"/>
                    <a:pt x="114" y="49"/>
                  </a:cubicBezTo>
                  <a:cubicBezTo>
                    <a:pt x="90" y="65"/>
                    <a:pt x="75" y="68"/>
                    <a:pt x="47" y="72"/>
                  </a:cubicBezTo>
                  <a:cubicBezTo>
                    <a:pt x="32" y="74"/>
                    <a:pt x="17" y="71"/>
                    <a:pt x="11" y="88"/>
                  </a:cubicBezTo>
                </a:path>
              </a:pathLst>
            </a:custGeom>
            <a:solidFill>
              <a:srgbClr val="63A5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8" name="Freeform 277">
              <a:extLst>
                <a:ext uri="{FF2B5EF4-FFF2-40B4-BE49-F238E27FC236}">
                  <a16:creationId xmlns:a16="http://schemas.microsoft.com/office/drawing/2014/main" id="{2FBA13D0-EB58-4C3D-969C-CA8D1400C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416"/>
              <a:ext cx="59" cy="171"/>
            </a:xfrm>
            <a:custGeom>
              <a:avLst/>
              <a:gdLst>
                <a:gd name="T0" fmla="*/ 101 w 45"/>
                <a:gd name="T1" fmla="*/ 1 h 121"/>
                <a:gd name="T2" fmla="*/ 43 w 45"/>
                <a:gd name="T3" fmla="*/ 40 h 121"/>
                <a:gd name="T4" fmla="*/ 1 w 45"/>
                <a:gd name="T5" fmla="*/ 127 h 121"/>
                <a:gd name="T6" fmla="*/ 93 w 45"/>
                <a:gd name="T7" fmla="*/ 342 h 121"/>
                <a:gd name="T8" fmla="*/ 21 w 45"/>
                <a:gd name="T9" fmla="*/ 237 h 121"/>
                <a:gd name="T10" fmla="*/ 7 w 45"/>
                <a:gd name="T11" fmla="*/ 138 h 121"/>
                <a:gd name="T12" fmla="*/ 89 w 45"/>
                <a:gd name="T13" fmla="*/ 2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1">
                  <a:moveTo>
                    <a:pt x="45" y="1"/>
                  </a:moveTo>
                  <a:cubicBezTo>
                    <a:pt x="38" y="0"/>
                    <a:pt x="25" y="10"/>
                    <a:pt x="19" y="14"/>
                  </a:cubicBezTo>
                  <a:cubicBezTo>
                    <a:pt x="7" y="23"/>
                    <a:pt x="2" y="30"/>
                    <a:pt x="1" y="45"/>
                  </a:cubicBezTo>
                  <a:cubicBezTo>
                    <a:pt x="0" y="68"/>
                    <a:pt x="12" y="117"/>
                    <a:pt x="41" y="121"/>
                  </a:cubicBezTo>
                  <a:cubicBezTo>
                    <a:pt x="28" y="110"/>
                    <a:pt x="16" y="101"/>
                    <a:pt x="9" y="84"/>
                  </a:cubicBezTo>
                  <a:cubicBezTo>
                    <a:pt x="5" y="73"/>
                    <a:pt x="3" y="61"/>
                    <a:pt x="3" y="49"/>
                  </a:cubicBezTo>
                  <a:cubicBezTo>
                    <a:pt x="4" y="30"/>
                    <a:pt x="23" y="13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9" name="Freeform 278">
              <a:extLst>
                <a:ext uri="{FF2B5EF4-FFF2-40B4-BE49-F238E27FC236}">
                  <a16:creationId xmlns:a16="http://schemas.microsoft.com/office/drawing/2014/main" id="{EC30DB9D-D36C-474E-BDC9-02B48D849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294"/>
              <a:ext cx="27" cy="52"/>
            </a:xfrm>
            <a:custGeom>
              <a:avLst/>
              <a:gdLst>
                <a:gd name="T0" fmla="*/ 49 w 20"/>
                <a:gd name="T1" fmla="*/ 0 h 37"/>
                <a:gd name="T2" fmla="*/ 7 w 20"/>
                <a:gd name="T3" fmla="*/ 48 h 37"/>
                <a:gd name="T4" fmla="*/ 43 w 20"/>
                <a:gd name="T5" fmla="*/ 103 h 37"/>
                <a:gd name="T6" fmla="*/ 43 w 20"/>
                <a:gd name="T7" fmla="*/ 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7">
                  <a:moveTo>
                    <a:pt x="20" y="0"/>
                  </a:moveTo>
                  <a:cubicBezTo>
                    <a:pt x="10" y="0"/>
                    <a:pt x="5" y="9"/>
                    <a:pt x="3" y="17"/>
                  </a:cubicBezTo>
                  <a:cubicBezTo>
                    <a:pt x="1" y="29"/>
                    <a:pt x="9" y="32"/>
                    <a:pt x="18" y="37"/>
                  </a:cubicBezTo>
                  <a:cubicBezTo>
                    <a:pt x="3" y="26"/>
                    <a:pt x="0" y="11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0" name="Freeform 279">
              <a:extLst>
                <a:ext uri="{FF2B5EF4-FFF2-40B4-BE49-F238E27FC236}">
                  <a16:creationId xmlns:a16="http://schemas.microsoft.com/office/drawing/2014/main" id="{CCE67BD1-133F-4BB2-9398-45740EFA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114"/>
              <a:ext cx="42" cy="108"/>
            </a:xfrm>
            <a:custGeom>
              <a:avLst/>
              <a:gdLst>
                <a:gd name="T0" fmla="*/ 72 w 32"/>
                <a:gd name="T1" fmla="*/ 13 h 76"/>
                <a:gd name="T2" fmla="*/ 22 w 32"/>
                <a:gd name="T3" fmla="*/ 97 h 76"/>
                <a:gd name="T4" fmla="*/ 28 w 32"/>
                <a:gd name="T5" fmla="*/ 217 h 76"/>
                <a:gd name="T6" fmla="*/ 22 w 32"/>
                <a:gd name="T7" fmla="*/ 82 h 76"/>
                <a:gd name="T8" fmla="*/ 71 w 32"/>
                <a:gd name="T9" fmla="*/ 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6">
                  <a:moveTo>
                    <a:pt x="32" y="4"/>
                  </a:moveTo>
                  <a:cubicBezTo>
                    <a:pt x="16" y="0"/>
                    <a:pt x="12" y="23"/>
                    <a:pt x="10" y="34"/>
                  </a:cubicBezTo>
                  <a:cubicBezTo>
                    <a:pt x="7" y="44"/>
                    <a:pt x="0" y="70"/>
                    <a:pt x="12" y="76"/>
                  </a:cubicBezTo>
                  <a:cubicBezTo>
                    <a:pt x="7" y="62"/>
                    <a:pt x="6" y="44"/>
                    <a:pt x="10" y="29"/>
                  </a:cubicBezTo>
                  <a:cubicBezTo>
                    <a:pt x="12" y="21"/>
                    <a:pt x="22" y="4"/>
                    <a:pt x="3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1" name="Freeform 280">
              <a:extLst>
                <a:ext uri="{FF2B5EF4-FFF2-40B4-BE49-F238E27FC236}">
                  <a16:creationId xmlns:a16="http://schemas.microsoft.com/office/drawing/2014/main" id="{46BD2927-8967-4DDA-A9EC-488A109C1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002"/>
              <a:ext cx="63" cy="93"/>
            </a:xfrm>
            <a:custGeom>
              <a:avLst/>
              <a:gdLst>
                <a:gd name="T0" fmla="*/ 113 w 47"/>
                <a:gd name="T1" fmla="*/ 0 h 66"/>
                <a:gd name="T2" fmla="*/ 23 w 47"/>
                <a:gd name="T3" fmla="*/ 76 h 66"/>
                <a:gd name="T4" fmla="*/ 63 w 47"/>
                <a:gd name="T5" fmla="*/ 185 h 66"/>
                <a:gd name="T6" fmla="*/ 91 w 47"/>
                <a:gd name="T7" fmla="*/ 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66">
                  <a:moveTo>
                    <a:pt x="47" y="0"/>
                  </a:moveTo>
                  <a:cubicBezTo>
                    <a:pt x="34" y="3"/>
                    <a:pt x="13" y="13"/>
                    <a:pt x="10" y="27"/>
                  </a:cubicBezTo>
                  <a:cubicBezTo>
                    <a:pt x="6" y="40"/>
                    <a:pt x="13" y="62"/>
                    <a:pt x="26" y="66"/>
                  </a:cubicBezTo>
                  <a:cubicBezTo>
                    <a:pt x="0" y="52"/>
                    <a:pt x="14" y="10"/>
                    <a:pt x="3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2" name="Freeform 281">
              <a:extLst>
                <a:ext uri="{FF2B5EF4-FFF2-40B4-BE49-F238E27FC236}">
                  <a16:creationId xmlns:a16="http://schemas.microsoft.com/office/drawing/2014/main" id="{B30B04DD-77FF-475E-A1F6-92A16D80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957"/>
              <a:ext cx="44" cy="171"/>
            </a:xfrm>
            <a:custGeom>
              <a:avLst/>
              <a:gdLst>
                <a:gd name="T0" fmla="*/ 79 w 33"/>
                <a:gd name="T1" fmla="*/ 0 h 121"/>
                <a:gd name="T2" fmla="*/ 7 w 33"/>
                <a:gd name="T3" fmla="*/ 178 h 121"/>
                <a:gd name="T4" fmla="*/ 12 w 33"/>
                <a:gd name="T5" fmla="*/ 281 h 121"/>
                <a:gd name="T6" fmla="*/ 76 w 33"/>
                <a:gd name="T7" fmla="*/ 342 h 121"/>
                <a:gd name="T8" fmla="*/ 9 w 33"/>
                <a:gd name="T9" fmla="*/ 192 h 121"/>
                <a:gd name="T10" fmla="*/ 63 w 33"/>
                <a:gd name="T11" fmla="*/ 33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21">
                  <a:moveTo>
                    <a:pt x="33" y="0"/>
                  </a:moveTo>
                  <a:cubicBezTo>
                    <a:pt x="20" y="15"/>
                    <a:pt x="6" y="43"/>
                    <a:pt x="3" y="63"/>
                  </a:cubicBezTo>
                  <a:cubicBezTo>
                    <a:pt x="1" y="74"/>
                    <a:pt x="0" y="89"/>
                    <a:pt x="5" y="100"/>
                  </a:cubicBezTo>
                  <a:cubicBezTo>
                    <a:pt x="12" y="113"/>
                    <a:pt x="22" y="115"/>
                    <a:pt x="32" y="121"/>
                  </a:cubicBezTo>
                  <a:cubicBezTo>
                    <a:pt x="8" y="107"/>
                    <a:pt x="1" y="96"/>
                    <a:pt x="4" y="68"/>
                  </a:cubicBezTo>
                  <a:cubicBezTo>
                    <a:pt x="6" y="49"/>
                    <a:pt x="14" y="26"/>
                    <a:pt x="2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3" name="Freeform 282">
              <a:extLst>
                <a:ext uri="{FF2B5EF4-FFF2-40B4-BE49-F238E27FC236}">
                  <a16:creationId xmlns:a16="http://schemas.microsoft.com/office/drawing/2014/main" id="{B5420EE0-AEE3-4A8C-A193-EDD709C72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2409"/>
              <a:ext cx="130" cy="166"/>
            </a:xfrm>
            <a:custGeom>
              <a:avLst/>
              <a:gdLst>
                <a:gd name="T0" fmla="*/ 28 w 98"/>
                <a:gd name="T1" fmla="*/ 0 h 118"/>
                <a:gd name="T2" fmla="*/ 81 w 98"/>
                <a:gd name="T3" fmla="*/ 239 h 118"/>
                <a:gd name="T4" fmla="*/ 228 w 98"/>
                <a:gd name="T5" fmla="*/ 288 h 118"/>
                <a:gd name="T6" fmla="*/ 142 w 98"/>
                <a:gd name="T7" fmla="*/ 283 h 118"/>
                <a:gd name="T8" fmla="*/ 72 w 98"/>
                <a:gd name="T9" fmla="*/ 212 h 118"/>
                <a:gd name="T10" fmla="*/ 21 w 98"/>
                <a:gd name="T11" fmla="*/ 14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118">
                  <a:moveTo>
                    <a:pt x="12" y="0"/>
                  </a:moveTo>
                  <a:cubicBezTo>
                    <a:pt x="0" y="17"/>
                    <a:pt x="23" y="71"/>
                    <a:pt x="35" y="86"/>
                  </a:cubicBezTo>
                  <a:cubicBezTo>
                    <a:pt x="50" y="105"/>
                    <a:pt x="74" y="118"/>
                    <a:pt x="98" y="104"/>
                  </a:cubicBezTo>
                  <a:cubicBezTo>
                    <a:pt x="85" y="104"/>
                    <a:pt x="73" y="109"/>
                    <a:pt x="61" y="102"/>
                  </a:cubicBezTo>
                  <a:cubicBezTo>
                    <a:pt x="51" y="97"/>
                    <a:pt x="37" y="85"/>
                    <a:pt x="31" y="76"/>
                  </a:cubicBezTo>
                  <a:cubicBezTo>
                    <a:pt x="18" y="56"/>
                    <a:pt x="14" y="28"/>
                    <a:pt x="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4" name="Freeform 283">
              <a:extLst>
                <a:ext uri="{FF2B5EF4-FFF2-40B4-BE49-F238E27FC236}">
                  <a16:creationId xmlns:a16="http://schemas.microsoft.com/office/drawing/2014/main" id="{E85666D0-3FB7-46AF-8D4B-3330CF582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346"/>
              <a:ext cx="53" cy="115"/>
            </a:xfrm>
            <a:custGeom>
              <a:avLst/>
              <a:gdLst>
                <a:gd name="T0" fmla="*/ 0 w 40"/>
                <a:gd name="T1" fmla="*/ 0 h 81"/>
                <a:gd name="T2" fmla="*/ 86 w 40"/>
                <a:gd name="T3" fmla="*/ 231 h 81"/>
                <a:gd name="T4" fmla="*/ 15 w 40"/>
                <a:gd name="T5" fmla="*/ 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1">
                  <a:moveTo>
                    <a:pt x="0" y="0"/>
                  </a:moveTo>
                  <a:cubicBezTo>
                    <a:pt x="37" y="7"/>
                    <a:pt x="37" y="53"/>
                    <a:pt x="37" y="81"/>
                  </a:cubicBezTo>
                  <a:cubicBezTo>
                    <a:pt x="40" y="48"/>
                    <a:pt x="37" y="19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" name="Freeform 284">
              <a:extLst>
                <a:ext uri="{FF2B5EF4-FFF2-40B4-BE49-F238E27FC236}">
                  <a16:creationId xmlns:a16="http://schemas.microsoft.com/office/drawing/2014/main" id="{0741BB25-A287-4D37-91BC-D2ADE2C70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530"/>
              <a:ext cx="67" cy="42"/>
            </a:xfrm>
            <a:custGeom>
              <a:avLst/>
              <a:gdLst>
                <a:gd name="T0" fmla="*/ 0 w 51"/>
                <a:gd name="T1" fmla="*/ 0 h 30"/>
                <a:gd name="T2" fmla="*/ 116 w 51"/>
                <a:gd name="T3" fmla="*/ 39 h 30"/>
                <a:gd name="T4" fmla="*/ 22 w 5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">
                  <a:moveTo>
                    <a:pt x="0" y="0"/>
                  </a:moveTo>
                  <a:cubicBezTo>
                    <a:pt x="15" y="0"/>
                    <a:pt x="36" y="30"/>
                    <a:pt x="51" y="14"/>
                  </a:cubicBezTo>
                  <a:cubicBezTo>
                    <a:pt x="36" y="16"/>
                    <a:pt x="20" y="1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" name="Freeform 285">
              <a:extLst>
                <a:ext uri="{FF2B5EF4-FFF2-40B4-BE49-F238E27FC236}">
                  <a16:creationId xmlns:a16="http://schemas.microsoft.com/office/drawing/2014/main" id="{3F45CB03-2DEC-4027-A768-DFED4B05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478"/>
              <a:ext cx="96" cy="62"/>
            </a:xfrm>
            <a:custGeom>
              <a:avLst/>
              <a:gdLst>
                <a:gd name="T0" fmla="*/ 166 w 73"/>
                <a:gd name="T1" fmla="*/ 0 h 44"/>
                <a:gd name="T2" fmla="*/ 75 w 73"/>
                <a:gd name="T3" fmla="*/ 83 h 44"/>
                <a:gd name="T4" fmla="*/ 43 w 73"/>
                <a:gd name="T5" fmla="*/ 110 h 44"/>
                <a:gd name="T6" fmla="*/ 0 w 73"/>
                <a:gd name="T7" fmla="*/ 116 h 44"/>
                <a:gd name="T8" fmla="*/ 95 w 73"/>
                <a:gd name="T9" fmla="*/ 63 h 44"/>
                <a:gd name="T10" fmla="*/ 166 w 73"/>
                <a:gd name="T11" fmla="*/ 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44">
                  <a:moveTo>
                    <a:pt x="73" y="0"/>
                  </a:moveTo>
                  <a:cubicBezTo>
                    <a:pt x="64" y="14"/>
                    <a:pt x="46" y="21"/>
                    <a:pt x="33" y="30"/>
                  </a:cubicBezTo>
                  <a:cubicBezTo>
                    <a:pt x="28" y="33"/>
                    <a:pt x="25" y="37"/>
                    <a:pt x="19" y="39"/>
                  </a:cubicBezTo>
                  <a:cubicBezTo>
                    <a:pt x="13" y="41"/>
                    <a:pt x="5" y="39"/>
                    <a:pt x="0" y="41"/>
                  </a:cubicBezTo>
                  <a:cubicBezTo>
                    <a:pt x="16" y="44"/>
                    <a:pt x="30" y="32"/>
                    <a:pt x="42" y="23"/>
                  </a:cubicBezTo>
                  <a:cubicBezTo>
                    <a:pt x="52" y="16"/>
                    <a:pt x="62" y="12"/>
                    <a:pt x="7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" name="Freeform 286">
              <a:extLst>
                <a:ext uri="{FF2B5EF4-FFF2-40B4-BE49-F238E27FC236}">
                  <a16:creationId xmlns:a16="http://schemas.microsoft.com/office/drawing/2014/main" id="{AEC95DED-EF7F-4868-9452-06FD4FF5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541"/>
              <a:ext cx="152" cy="230"/>
            </a:xfrm>
            <a:custGeom>
              <a:avLst/>
              <a:gdLst>
                <a:gd name="T0" fmla="*/ 251 w 115"/>
                <a:gd name="T1" fmla="*/ 28 h 163"/>
                <a:gd name="T2" fmla="*/ 91 w 115"/>
                <a:gd name="T3" fmla="*/ 217 h 163"/>
                <a:gd name="T4" fmla="*/ 0 w 115"/>
                <a:gd name="T5" fmla="*/ 459 h 163"/>
                <a:gd name="T6" fmla="*/ 29 w 115"/>
                <a:gd name="T7" fmla="*/ 397 h 163"/>
                <a:gd name="T8" fmla="*/ 53 w 115"/>
                <a:gd name="T9" fmla="*/ 315 h 163"/>
                <a:gd name="T10" fmla="*/ 86 w 115"/>
                <a:gd name="T11" fmla="*/ 178 h 163"/>
                <a:gd name="T12" fmla="*/ 137 w 115"/>
                <a:gd name="T13" fmla="*/ 63 h 163"/>
                <a:gd name="T14" fmla="*/ 266 w 115"/>
                <a:gd name="T15" fmla="*/ 16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63">
                  <a:moveTo>
                    <a:pt x="109" y="10"/>
                  </a:moveTo>
                  <a:cubicBezTo>
                    <a:pt x="69" y="6"/>
                    <a:pt x="47" y="44"/>
                    <a:pt x="39" y="77"/>
                  </a:cubicBezTo>
                  <a:cubicBezTo>
                    <a:pt x="32" y="109"/>
                    <a:pt x="29" y="144"/>
                    <a:pt x="0" y="163"/>
                  </a:cubicBezTo>
                  <a:cubicBezTo>
                    <a:pt x="8" y="158"/>
                    <a:pt x="10" y="150"/>
                    <a:pt x="13" y="141"/>
                  </a:cubicBezTo>
                  <a:cubicBezTo>
                    <a:pt x="16" y="132"/>
                    <a:pt x="21" y="122"/>
                    <a:pt x="23" y="112"/>
                  </a:cubicBezTo>
                  <a:cubicBezTo>
                    <a:pt x="27" y="96"/>
                    <a:pt x="31" y="78"/>
                    <a:pt x="37" y="63"/>
                  </a:cubicBezTo>
                  <a:cubicBezTo>
                    <a:pt x="43" y="49"/>
                    <a:pt x="48" y="32"/>
                    <a:pt x="60" y="23"/>
                  </a:cubicBezTo>
                  <a:cubicBezTo>
                    <a:pt x="69" y="15"/>
                    <a:pt x="106" y="0"/>
                    <a:pt x="11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8" name="Freeform 287">
              <a:extLst>
                <a:ext uri="{FF2B5EF4-FFF2-40B4-BE49-F238E27FC236}">
                  <a16:creationId xmlns:a16="http://schemas.microsoft.com/office/drawing/2014/main" id="{55A4C901-1468-4E33-909D-CED916F5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349"/>
              <a:ext cx="50" cy="117"/>
            </a:xfrm>
            <a:custGeom>
              <a:avLst/>
              <a:gdLst>
                <a:gd name="T0" fmla="*/ 84 w 38"/>
                <a:gd name="T1" fmla="*/ 0 h 83"/>
                <a:gd name="T2" fmla="*/ 32 w 38"/>
                <a:gd name="T3" fmla="*/ 107 h 83"/>
                <a:gd name="T4" fmla="*/ 87 w 38"/>
                <a:gd name="T5" fmla="*/ 233 h 83"/>
                <a:gd name="T6" fmla="*/ 5 w 38"/>
                <a:gd name="T7" fmla="*/ 97 h 83"/>
                <a:gd name="T8" fmla="*/ 78 w 38"/>
                <a:gd name="T9" fmla="*/ 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3">
                  <a:moveTo>
                    <a:pt x="37" y="0"/>
                  </a:moveTo>
                  <a:cubicBezTo>
                    <a:pt x="22" y="4"/>
                    <a:pt x="13" y="23"/>
                    <a:pt x="14" y="38"/>
                  </a:cubicBezTo>
                  <a:cubicBezTo>
                    <a:pt x="16" y="55"/>
                    <a:pt x="31" y="67"/>
                    <a:pt x="38" y="83"/>
                  </a:cubicBezTo>
                  <a:cubicBezTo>
                    <a:pt x="24" y="71"/>
                    <a:pt x="0" y="57"/>
                    <a:pt x="2" y="35"/>
                  </a:cubicBezTo>
                  <a:cubicBezTo>
                    <a:pt x="3" y="22"/>
                    <a:pt x="19" y="0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" name="Freeform 288">
              <a:extLst>
                <a:ext uri="{FF2B5EF4-FFF2-40B4-BE49-F238E27FC236}">
                  <a16:creationId xmlns:a16="http://schemas.microsoft.com/office/drawing/2014/main" id="{D554EA78-D90F-4C80-931B-46EF7444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077"/>
              <a:ext cx="48" cy="90"/>
            </a:xfrm>
            <a:custGeom>
              <a:avLst/>
              <a:gdLst>
                <a:gd name="T0" fmla="*/ 0 w 36"/>
                <a:gd name="T1" fmla="*/ 166 h 64"/>
                <a:gd name="T2" fmla="*/ 73 w 36"/>
                <a:gd name="T3" fmla="*/ 103 h 64"/>
                <a:gd name="T4" fmla="*/ 41 w 36"/>
                <a:gd name="T5" fmla="*/ 0 h 64"/>
                <a:gd name="T6" fmla="*/ 5 w 36"/>
                <a:gd name="T7" fmla="*/ 179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4">
                  <a:moveTo>
                    <a:pt x="0" y="60"/>
                  </a:moveTo>
                  <a:cubicBezTo>
                    <a:pt x="13" y="62"/>
                    <a:pt x="29" y="49"/>
                    <a:pt x="31" y="37"/>
                  </a:cubicBezTo>
                  <a:cubicBezTo>
                    <a:pt x="33" y="23"/>
                    <a:pt x="21" y="12"/>
                    <a:pt x="17" y="0"/>
                  </a:cubicBezTo>
                  <a:cubicBezTo>
                    <a:pt x="23" y="20"/>
                    <a:pt x="36" y="59"/>
                    <a:pt x="2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" name="Freeform 289">
              <a:extLst>
                <a:ext uri="{FF2B5EF4-FFF2-40B4-BE49-F238E27FC236}">
                  <a16:creationId xmlns:a16="http://schemas.microsoft.com/office/drawing/2014/main" id="{D9FD7B7D-D900-429B-9455-0F223E4F5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996"/>
              <a:ext cx="79" cy="89"/>
            </a:xfrm>
            <a:custGeom>
              <a:avLst/>
              <a:gdLst>
                <a:gd name="T0" fmla="*/ 16 w 60"/>
                <a:gd name="T1" fmla="*/ 137 h 63"/>
                <a:gd name="T2" fmla="*/ 57 w 60"/>
                <a:gd name="T3" fmla="*/ 0 h 63"/>
                <a:gd name="T4" fmla="*/ 78 w 60"/>
                <a:gd name="T5" fmla="*/ 103 h 63"/>
                <a:gd name="T6" fmla="*/ 0 w 60"/>
                <a:gd name="T7" fmla="*/ 137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3">
                  <a:moveTo>
                    <a:pt x="7" y="49"/>
                  </a:moveTo>
                  <a:cubicBezTo>
                    <a:pt x="38" y="63"/>
                    <a:pt x="60" y="11"/>
                    <a:pt x="25" y="0"/>
                  </a:cubicBezTo>
                  <a:cubicBezTo>
                    <a:pt x="36" y="10"/>
                    <a:pt x="43" y="22"/>
                    <a:pt x="34" y="37"/>
                  </a:cubicBezTo>
                  <a:cubicBezTo>
                    <a:pt x="28" y="45"/>
                    <a:pt x="7" y="50"/>
                    <a:pt x="0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" name="Freeform 290">
              <a:extLst>
                <a:ext uri="{FF2B5EF4-FFF2-40B4-BE49-F238E27FC236}">
                  <a16:creationId xmlns:a16="http://schemas.microsoft.com/office/drawing/2014/main" id="{A3F27802-1EC0-4DC9-99D9-1C813E8CD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844"/>
              <a:ext cx="62" cy="103"/>
            </a:xfrm>
            <a:custGeom>
              <a:avLst/>
              <a:gdLst>
                <a:gd name="T0" fmla="*/ 87 w 47"/>
                <a:gd name="T1" fmla="*/ 0 h 73"/>
                <a:gd name="T2" fmla="*/ 92 w 47"/>
                <a:gd name="T3" fmla="*/ 137 h 73"/>
                <a:gd name="T4" fmla="*/ 42 w 47"/>
                <a:gd name="T5" fmla="*/ 179 h 73"/>
                <a:gd name="T6" fmla="*/ 0 w 47"/>
                <a:gd name="T7" fmla="*/ 116 h 73"/>
                <a:gd name="T8" fmla="*/ 73 w 47"/>
                <a:gd name="T9" fmla="*/ 159 h 73"/>
                <a:gd name="T10" fmla="*/ 87 w 47"/>
                <a:gd name="T11" fmla="*/ 2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73">
                  <a:moveTo>
                    <a:pt x="38" y="0"/>
                  </a:moveTo>
                  <a:cubicBezTo>
                    <a:pt x="46" y="16"/>
                    <a:pt x="47" y="33"/>
                    <a:pt x="40" y="49"/>
                  </a:cubicBezTo>
                  <a:cubicBezTo>
                    <a:pt x="36" y="58"/>
                    <a:pt x="29" y="73"/>
                    <a:pt x="18" y="64"/>
                  </a:cubicBezTo>
                  <a:cubicBezTo>
                    <a:pt x="16" y="54"/>
                    <a:pt x="5" y="50"/>
                    <a:pt x="0" y="41"/>
                  </a:cubicBezTo>
                  <a:cubicBezTo>
                    <a:pt x="7" y="47"/>
                    <a:pt x="24" y="64"/>
                    <a:pt x="32" y="57"/>
                  </a:cubicBezTo>
                  <a:cubicBezTo>
                    <a:pt x="42" y="49"/>
                    <a:pt x="38" y="15"/>
                    <a:pt x="3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" name="Freeform 291">
              <a:extLst>
                <a:ext uri="{FF2B5EF4-FFF2-40B4-BE49-F238E27FC236}">
                  <a16:creationId xmlns:a16="http://schemas.microsoft.com/office/drawing/2014/main" id="{0DEE1C8C-B593-4A41-9D88-C9C099A14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875"/>
              <a:ext cx="59" cy="74"/>
            </a:xfrm>
            <a:custGeom>
              <a:avLst/>
              <a:gdLst>
                <a:gd name="T0" fmla="*/ 101 w 45"/>
                <a:gd name="T1" fmla="*/ 0 h 53"/>
                <a:gd name="T2" fmla="*/ 17 w 45"/>
                <a:gd name="T3" fmla="*/ 43 h 53"/>
                <a:gd name="T4" fmla="*/ 88 w 45"/>
                <a:gd name="T5" fmla="*/ 144 h 53"/>
                <a:gd name="T6" fmla="*/ 31 w 45"/>
                <a:gd name="T7" fmla="*/ 49 h 53"/>
                <a:gd name="T8" fmla="*/ 100 w 45"/>
                <a:gd name="T9" fmla="*/ 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3">
                  <a:moveTo>
                    <a:pt x="45" y="0"/>
                  </a:moveTo>
                  <a:cubicBezTo>
                    <a:pt x="34" y="0"/>
                    <a:pt x="13" y="4"/>
                    <a:pt x="8" y="16"/>
                  </a:cubicBezTo>
                  <a:cubicBezTo>
                    <a:pt x="0" y="34"/>
                    <a:pt x="31" y="42"/>
                    <a:pt x="39" y="53"/>
                  </a:cubicBezTo>
                  <a:cubicBezTo>
                    <a:pt x="29" y="47"/>
                    <a:pt x="9" y="31"/>
                    <a:pt x="14" y="18"/>
                  </a:cubicBezTo>
                  <a:cubicBezTo>
                    <a:pt x="18" y="7"/>
                    <a:pt x="33" y="3"/>
                    <a:pt x="4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3" name="Freeform 292">
              <a:extLst>
                <a:ext uri="{FF2B5EF4-FFF2-40B4-BE49-F238E27FC236}">
                  <a16:creationId xmlns:a16="http://schemas.microsoft.com/office/drawing/2014/main" id="{1F0FA5C0-E28B-49D2-BB1D-BE8F5A5D6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979"/>
              <a:ext cx="62" cy="103"/>
            </a:xfrm>
            <a:custGeom>
              <a:avLst/>
              <a:gdLst>
                <a:gd name="T0" fmla="*/ 106 w 47"/>
                <a:gd name="T1" fmla="*/ 0 h 73"/>
                <a:gd name="T2" fmla="*/ 1 w 47"/>
                <a:gd name="T3" fmla="*/ 103 h 73"/>
                <a:gd name="T4" fmla="*/ 96 w 47"/>
                <a:gd name="T5" fmla="*/ 205 h 73"/>
                <a:gd name="T6" fmla="*/ 15 w 47"/>
                <a:gd name="T7" fmla="*/ 97 h 73"/>
                <a:gd name="T8" fmla="*/ 103 w 47"/>
                <a:gd name="T9" fmla="*/ 16 h 73"/>
                <a:gd name="T10" fmla="*/ 108 w 47"/>
                <a:gd name="T11" fmla="*/ 8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73">
                  <a:moveTo>
                    <a:pt x="46" y="0"/>
                  </a:moveTo>
                  <a:cubicBezTo>
                    <a:pt x="33" y="8"/>
                    <a:pt x="2" y="20"/>
                    <a:pt x="1" y="37"/>
                  </a:cubicBezTo>
                  <a:cubicBezTo>
                    <a:pt x="0" y="56"/>
                    <a:pt x="26" y="71"/>
                    <a:pt x="42" y="73"/>
                  </a:cubicBezTo>
                  <a:cubicBezTo>
                    <a:pt x="28" y="64"/>
                    <a:pt x="1" y="55"/>
                    <a:pt x="6" y="35"/>
                  </a:cubicBezTo>
                  <a:cubicBezTo>
                    <a:pt x="9" y="21"/>
                    <a:pt x="32" y="5"/>
                    <a:pt x="45" y="6"/>
                  </a:cubicBezTo>
                  <a:cubicBezTo>
                    <a:pt x="46" y="5"/>
                    <a:pt x="46" y="4"/>
                    <a:pt x="4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4" name="Freeform 293">
              <a:extLst>
                <a:ext uri="{FF2B5EF4-FFF2-40B4-BE49-F238E27FC236}">
                  <a16:creationId xmlns:a16="http://schemas.microsoft.com/office/drawing/2014/main" id="{6B1FE0FD-58D7-4486-996C-3179A01A8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763"/>
              <a:ext cx="41" cy="69"/>
            </a:xfrm>
            <a:custGeom>
              <a:avLst/>
              <a:gdLst>
                <a:gd name="T0" fmla="*/ 66 w 31"/>
                <a:gd name="T1" fmla="*/ 21 h 49"/>
                <a:gd name="T2" fmla="*/ 5 w 31"/>
                <a:gd name="T3" fmla="*/ 34 h 49"/>
                <a:gd name="T4" fmla="*/ 58 w 31"/>
                <a:gd name="T5" fmla="*/ 137 h 49"/>
                <a:gd name="T6" fmla="*/ 15 w 31"/>
                <a:gd name="T7" fmla="*/ 34 h 49"/>
                <a:gd name="T8" fmla="*/ 71 w 31"/>
                <a:gd name="T9" fmla="*/ 2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9">
                  <a:moveTo>
                    <a:pt x="29" y="8"/>
                  </a:moveTo>
                  <a:cubicBezTo>
                    <a:pt x="21" y="2"/>
                    <a:pt x="4" y="1"/>
                    <a:pt x="2" y="12"/>
                  </a:cubicBezTo>
                  <a:cubicBezTo>
                    <a:pt x="0" y="25"/>
                    <a:pt x="18" y="40"/>
                    <a:pt x="25" y="49"/>
                  </a:cubicBezTo>
                  <a:cubicBezTo>
                    <a:pt x="17" y="44"/>
                    <a:pt x="3" y="23"/>
                    <a:pt x="6" y="12"/>
                  </a:cubicBezTo>
                  <a:cubicBezTo>
                    <a:pt x="10" y="0"/>
                    <a:pt x="21" y="5"/>
                    <a:pt x="3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5" name="Freeform 294">
              <a:extLst>
                <a:ext uri="{FF2B5EF4-FFF2-40B4-BE49-F238E27FC236}">
                  <a16:creationId xmlns:a16="http://schemas.microsoft.com/office/drawing/2014/main" id="{CD308228-6AC3-4232-A5DE-5AB9A41F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932"/>
              <a:ext cx="45" cy="111"/>
            </a:xfrm>
            <a:custGeom>
              <a:avLst/>
              <a:gdLst>
                <a:gd name="T0" fmla="*/ 1 w 34"/>
                <a:gd name="T1" fmla="*/ 0 h 78"/>
                <a:gd name="T2" fmla="*/ 45 w 34"/>
                <a:gd name="T3" fmla="*/ 132 h 78"/>
                <a:gd name="T4" fmla="*/ 60 w 34"/>
                <a:gd name="T5" fmla="*/ 182 h 78"/>
                <a:gd name="T6" fmla="*/ 79 w 34"/>
                <a:gd name="T7" fmla="*/ 225 h 78"/>
                <a:gd name="T8" fmla="*/ 30 w 34"/>
                <a:gd name="T9" fmla="*/ 104 h 78"/>
                <a:gd name="T10" fmla="*/ 0 w 34"/>
                <a:gd name="T11" fmla="*/ 13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78">
                  <a:moveTo>
                    <a:pt x="1" y="0"/>
                  </a:moveTo>
                  <a:cubicBezTo>
                    <a:pt x="9" y="15"/>
                    <a:pt x="15" y="30"/>
                    <a:pt x="20" y="46"/>
                  </a:cubicBezTo>
                  <a:cubicBezTo>
                    <a:pt x="22" y="51"/>
                    <a:pt x="23" y="58"/>
                    <a:pt x="26" y="63"/>
                  </a:cubicBezTo>
                  <a:cubicBezTo>
                    <a:pt x="28" y="69"/>
                    <a:pt x="33" y="72"/>
                    <a:pt x="34" y="78"/>
                  </a:cubicBezTo>
                  <a:cubicBezTo>
                    <a:pt x="24" y="64"/>
                    <a:pt x="18" y="52"/>
                    <a:pt x="13" y="36"/>
                  </a:cubicBezTo>
                  <a:cubicBezTo>
                    <a:pt x="10" y="26"/>
                    <a:pt x="2" y="15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6" name="Freeform 295">
              <a:extLst>
                <a:ext uri="{FF2B5EF4-FFF2-40B4-BE49-F238E27FC236}">
                  <a16:creationId xmlns:a16="http://schemas.microsoft.com/office/drawing/2014/main" id="{6A8DFDE6-412D-44F2-9324-77EBF32B4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946"/>
              <a:ext cx="98" cy="76"/>
            </a:xfrm>
            <a:custGeom>
              <a:avLst/>
              <a:gdLst>
                <a:gd name="T0" fmla="*/ 160 w 74"/>
                <a:gd name="T1" fmla="*/ 135 h 54"/>
                <a:gd name="T2" fmla="*/ 66 w 74"/>
                <a:gd name="T3" fmla="*/ 108 h 54"/>
                <a:gd name="T4" fmla="*/ 9 w 74"/>
                <a:gd name="T5" fmla="*/ 15 h 54"/>
                <a:gd name="T6" fmla="*/ 102 w 74"/>
                <a:gd name="T7" fmla="*/ 42 h 54"/>
                <a:gd name="T8" fmla="*/ 160 w 74"/>
                <a:gd name="T9" fmla="*/ 13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4">
                  <a:moveTo>
                    <a:pt x="69" y="48"/>
                  </a:moveTo>
                  <a:cubicBezTo>
                    <a:pt x="65" y="54"/>
                    <a:pt x="47" y="50"/>
                    <a:pt x="29" y="39"/>
                  </a:cubicBezTo>
                  <a:cubicBezTo>
                    <a:pt x="11" y="27"/>
                    <a:pt x="0" y="13"/>
                    <a:pt x="4" y="6"/>
                  </a:cubicBezTo>
                  <a:cubicBezTo>
                    <a:pt x="8" y="0"/>
                    <a:pt x="26" y="4"/>
                    <a:pt x="44" y="15"/>
                  </a:cubicBezTo>
                  <a:cubicBezTo>
                    <a:pt x="62" y="27"/>
                    <a:pt x="74" y="42"/>
                    <a:pt x="69" y="48"/>
                  </a:cubicBezTo>
                  <a:close/>
                </a:path>
              </a:pathLst>
            </a:custGeom>
            <a:solidFill>
              <a:srgbClr val="FC4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7" name="Freeform 296">
              <a:extLst>
                <a:ext uri="{FF2B5EF4-FFF2-40B4-BE49-F238E27FC236}">
                  <a16:creationId xmlns:a16="http://schemas.microsoft.com/office/drawing/2014/main" id="{B0F91685-FA50-47DC-9579-2915686A8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944"/>
              <a:ext cx="80" cy="65"/>
            </a:xfrm>
            <a:custGeom>
              <a:avLst/>
              <a:gdLst>
                <a:gd name="T0" fmla="*/ 133 w 60"/>
                <a:gd name="T1" fmla="*/ 114 h 46"/>
                <a:gd name="T2" fmla="*/ 55 w 60"/>
                <a:gd name="T3" fmla="*/ 98 h 46"/>
                <a:gd name="T4" fmla="*/ 9 w 60"/>
                <a:gd name="T5" fmla="*/ 20 h 46"/>
                <a:gd name="T6" fmla="*/ 87 w 60"/>
                <a:gd name="T7" fmla="*/ 34 h 46"/>
                <a:gd name="T8" fmla="*/ 133 w 60"/>
                <a:gd name="T9" fmla="*/ 11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6">
                  <a:moveTo>
                    <a:pt x="56" y="40"/>
                  </a:moveTo>
                  <a:cubicBezTo>
                    <a:pt x="52" y="46"/>
                    <a:pt x="37" y="44"/>
                    <a:pt x="23" y="35"/>
                  </a:cubicBezTo>
                  <a:cubicBezTo>
                    <a:pt x="8" y="26"/>
                    <a:pt x="0" y="13"/>
                    <a:pt x="4" y="7"/>
                  </a:cubicBezTo>
                  <a:cubicBezTo>
                    <a:pt x="8" y="0"/>
                    <a:pt x="23" y="3"/>
                    <a:pt x="37" y="12"/>
                  </a:cubicBezTo>
                  <a:cubicBezTo>
                    <a:pt x="52" y="21"/>
                    <a:pt x="60" y="34"/>
                    <a:pt x="56" y="40"/>
                  </a:cubicBezTo>
                  <a:close/>
                </a:path>
              </a:pathLst>
            </a:custGeom>
            <a:solidFill>
              <a:srgbClr val="E5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8" name="Freeform 297">
              <a:extLst>
                <a:ext uri="{FF2B5EF4-FFF2-40B4-BE49-F238E27FC236}">
                  <a16:creationId xmlns:a16="http://schemas.microsoft.com/office/drawing/2014/main" id="{5CEE1CEC-09C4-44A6-B7F8-C24CE2946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943"/>
              <a:ext cx="80" cy="65"/>
            </a:xfrm>
            <a:custGeom>
              <a:avLst/>
              <a:gdLst>
                <a:gd name="T0" fmla="*/ 133 w 60"/>
                <a:gd name="T1" fmla="*/ 114 h 46"/>
                <a:gd name="T2" fmla="*/ 52 w 60"/>
                <a:gd name="T3" fmla="*/ 98 h 46"/>
                <a:gd name="T4" fmla="*/ 9 w 60"/>
                <a:gd name="T5" fmla="*/ 16 h 46"/>
                <a:gd name="T6" fmla="*/ 87 w 60"/>
                <a:gd name="T7" fmla="*/ 33 h 46"/>
                <a:gd name="T8" fmla="*/ 133 w 60"/>
                <a:gd name="T9" fmla="*/ 11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6">
                  <a:moveTo>
                    <a:pt x="56" y="40"/>
                  </a:moveTo>
                  <a:cubicBezTo>
                    <a:pt x="52" y="46"/>
                    <a:pt x="37" y="44"/>
                    <a:pt x="22" y="35"/>
                  </a:cubicBezTo>
                  <a:cubicBezTo>
                    <a:pt x="8" y="25"/>
                    <a:pt x="0" y="13"/>
                    <a:pt x="4" y="6"/>
                  </a:cubicBezTo>
                  <a:cubicBezTo>
                    <a:pt x="8" y="0"/>
                    <a:pt x="23" y="2"/>
                    <a:pt x="37" y="11"/>
                  </a:cubicBezTo>
                  <a:cubicBezTo>
                    <a:pt x="51" y="21"/>
                    <a:pt x="60" y="33"/>
                    <a:pt x="56" y="40"/>
                  </a:cubicBezTo>
                  <a:close/>
                </a:path>
              </a:pathLst>
            </a:cu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9" name="Freeform 298">
              <a:extLst>
                <a:ext uri="{FF2B5EF4-FFF2-40B4-BE49-F238E27FC236}">
                  <a16:creationId xmlns:a16="http://schemas.microsoft.com/office/drawing/2014/main" id="{2BCCBE45-24DD-448B-B8B2-3A3D619DA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960"/>
              <a:ext cx="27" cy="22"/>
            </a:xfrm>
            <a:custGeom>
              <a:avLst/>
              <a:gdLst>
                <a:gd name="T0" fmla="*/ 43 w 20"/>
                <a:gd name="T1" fmla="*/ 34 h 16"/>
                <a:gd name="T2" fmla="*/ 16 w 20"/>
                <a:gd name="T3" fmla="*/ 34 h 16"/>
                <a:gd name="T4" fmla="*/ 5 w 20"/>
                <a:gd name="T5" fmla="*/ 8 h 16"/>
                <a:gd name="T6" fmla="*/ 32 w 20"/>
                <a:gd name="T7" fmla="*/ 8 h 16"/>
                <a:gd name="T8" fmla="*/ 43 w 20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8" y="13"/>
                  </a:moveTo>
                  <a:cubicBezTo>
                    <a:pt x="17" y="16"/>
                    <a:pt x="12" y="16"/>
                    <a:pt x="7" y="13"/>
                  </a:cubicBezTo>
                  <a:cubicBezTo>
                    <a:pt x="3" y="10"/>
                    <a:pt x="0" y="5"/>
                    <a:pt x="2" y="3"/>
                  </a:cubicBezTo>
                  <a:cubicBezTo>
                    <a:pt x="4" y="0"/>
                    <a:pt x="9" y="1"/>
                    <a:pt x="13" y="3"/>
                  </a:cubicBezTo>
                  <a:cubicBezTo>
                    <a:pt x="18" y="6"/>
                    <a:pt x="20" y="11"/>
                    <a:pt x="18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0" name="Freeform 299">
              <a:extLst>
                <a:ext uri="{FF2B5EF4-FFF2-40B4-BE49-F238E27FC236}">
                  <a16:creationId xmlns:a16="http://schemas.microsoft.com/office/drawing/2014/main" id="{F6790341-CEB3-4612-A3DB-18FCF121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981"/>
              <a:ext cx="11" cy="14"/>
            </a:xfrm>
            <a:custGeom>
              <a:avLst/>
              <a:gdLst>
                <a:gd name="T0" fmla="*/ 19 w 8"/>
                <a:gd name="T1" fmla="*/ 20 h 10"/>
                <a:gd name="T2" fmla="*/ 1 w 8"/>
                <a:gd name="T3" fmla="*/ 25 h 10"/>
                <a:gd name="T4" fmla="*/ 1 w 8"/>
                <a:gd name="T5" fmla="*/ 8 h 10"/>
                <a:gd name="T6" fmla="*/ 15 w 8"/>
                <a:gd name="T7" fmla="*/ 1 h 10"/>
                <a:gd name="T8" fmla="*/ 19 w 8"/>
                <a:gd name="T9" fmla="*/ 2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7" y="7"/>
                  </a:moveTo>
                  <a:cubicBezTo>
                    <a:pt x="6" y="9"/>
                    <a:pt x="3" y="10"/>
                    <a:pt x="1" y="9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5" y="0"/>
                    <a:pt x="6" y="1"/>
                  </a:cubicBezTo>
                  <a:cubicBezTo>
                    <a:pt x="8" y="2"/>
                    <a:pt x="8" y="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1" name="Freeform 300">
              <a:extLst>
                <a:ext uri="{FF2B5EF4-FFF2-40B4-BE49-F238E27FC236}">
                  <a16:creationId xmlns:a16="http://schemas.microsoft.com/office/drawing/2014/main" id="{BC6E2BD7-FE49-4F33-9289-E30C48DBC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954"/>
              <a:ext cx="30" cy="37"/>
            </a:xfrm>
            <a:custGeom>
              <a:avLst/>
              <a:gdLst>
                <a:gd name="T0" fmla="*/ 12 w 23"/>
                <a:gd name="T1" fmla="*/ 0 h 26"/>
                <a:gd name="T2" fmla="*/ 51 w 23"/>
                <a:gd name="T3" fmla="*/ 75 h 26"/>
                <a:gd name="T4" fmla="*/ 12 w 2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5" y="0"/>
                  </a:moveTo>
                  <a:cubicBezTo>
                    <a:pt x="5" y="0"/>
                    <a:pt x="0" y="10"/>
                    <a:pt x="23" y="26"/>
                  </a:cubicBezTo>
                  <a:cubicBezTo>
                    <a:pt x="23" y="26"/>
                    <a:pt x="3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2" name="Freeform 301">
              <a:extLst>
                <a:ext uri="{FF2B5EF4-FFF2-40B4-BE49-F238E27FC236}">
                  <a16:creationId xmlns:a16="http://schemas.microsoft.com/office/drawing/2014/main" id="{00C20652-7129-4177-993B-8E64780C8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287"/>
              <a:ext cx="123" cy="58"/>
            </a:xfrm>
            <a:custGeom>
              <a:avLst/>
              <a:gdLst>
                <a:gd name="T0" fmla="*/ 213 w 93"/>
                <a:gd name="T1" fmla="*/ 35 h 41"/>
                <a:gd name="T2" fmla="*/ 114 w 93"/>
                <a:gd name="T3" fmla="*/ 105 h 41"/>
                <a:gd name="T4" fmla="*/ 5 w 93"/>
                <a:gd name="T5" fmla="*/ 82 h 41"/>
                <a:gd name="T6" fmla="*/ 102 w 93"/>
                <a:gd name="T7" fmla="*/ 14 h 41"/>
                <a:gd name="T8" fmla="*/ 213 w 93"/>
                <a:gd name="T9" fmla="*/ 3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41">
                  <a:moveTo>
                    <a:pt x="92" y="13"/>
                  </a:moveTo>
                  <a:cubicBezTo>
                    <a:pt x="93" y="22"/>
                    <a:pt x="74" y="32"/>
                    <a:pt x="49" y="37"/>
                  </a:cubicBezTo>
                  <a:cubicBezTo>
                    <a:pt x="25" y="41"/>
                    <a:pt x="3" y="37"/>
                    <a:pt x="2" y="29"/>
                  </a:cubicBezTo>
                  <a:cubicBezTo>
                    <a:pt x="0" y="20"/>
                    <a:pt x="19" y="9"/>
                    <a:pt x="44" y="5"/>
                  </a:cubicBezTo>
                  <a:cubicBezTo>
                    <a:pt x="69" y="0"/>
                    <a:pt x="90" y="4"/>
                    <a:pt x="92" y="13"/>
                  </a:cubicBezTo>
                  <a:close/>
                </a:path>
              </a:pathLst>
            </a:custGeom>
            <a:solidFill>
              <a:srgbClr val="FC4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3" name="Freeform 302">
              <a:extLst>
                <a:ext uri="{FF2B5EF4-FFF2-40B4-BE49-F238E27FC236}">
                  <a16:creationId xmlns:a16="http://schemas.microsoft.com/office/drawing/2014/main" id="{0970A4DA-4EBE-44FB-AF8E-761F8D238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283"/>
              <a:ext cx="98" cy="55"/>
            </a:xfrm>
            <a:custGeom>
              <a:avLst/>
              <a:gdLst>
                <a:gd name="T0" fmla="*/ 170 w 74"/>
                <a:gd name="T1" fmla="*/ 35 h 39"/>
                <a:gd name="T2" fmla="*/ 93 w 74"/>
                <a:gd name="T3" fmla="*/ 97 h 39"/>
                <a:gd name="T4" fmla="*/ 1 w 74"/>
                <a:gd name="T5" fmla="*/ 73 h 39"/>
                <a:gd name="T6" fmla="*/ 79 w 74"/>
                <a:gd name="T7" fmla="*/ 8 h 39"/>
                <a:gd name="T8" fmla="*/ 170 w 74"/>
                <a:gd name="T9" fmla="*/ 3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39">
                  <a:moveTo>
                    <a:pt x="73" y="13"/>
                  </a:moveTo>
                  <a:cubicBezTo>
                    <a:pt x="74" y="22"/>
                    <a:pt x="60" y="32"/>
                    <a:pt x="40" y="35"/>
                  </a:cubicBezTo>
                  <a:cubicBezTo>
                    <a:pt x="20" y="39"/>
                    <a:pt x="3" y="34"/>
                    <a:pt x="1" y="26"/>
                  </a:cubicBezTo>
                  <a:cubicBezTo>
                    <a:pt x="0" y="17"/>
                    <a:pt x="14" y="7"/>
                    <a:pt x="34" y="3"/>
                  </a:cubicBezTo>
                  <a:cubicBezTo>
                    <a:pt x="54" y="0"/>
                    <a:pt x="71" y="4"/>
                    <a:pt x="73" y="13"/>
                  </a:cubicBezTo>
                  <a:close/>
                </a:path>
              </a:pathLst>
            </a:custGeom>
            <a:solidFill>
              <a:srgbClr val="E5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4" name="Freeform 303">
              <a:extLst>
                <a:ext uri="{FF2B5EF4-FFF2-40B4-BE49-F238E27FC236}">
                  <a16:creationId xmlns:a16="http://schemas.microsoft.com/office/drawing/2014/main" id="{4FD947D0-07EB-4F7A-AA59-3AD98C5F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279"/>
              <a:ext cx="99" cy="55"/>
            </a:xfrm>
            <a:custGeom>
              <a:avLst/>
              <a:gdLst>
                <a:gd name="T0" fmla="*/ 168 w 75"/>
                <a:gd name="T1" fmla="*/ 39 h 39"/>
                <a:gd name="T2" fmla="*/ 92 w 75"/>
                <a:gd name="T3" fmla="*/ 102 h 39"/>
                <a:gd name="T4" fmla="*/ 5 w 75"/>
                <a:gd name="T5" fmla="*/ 73 h 39"/>
                <a:gd name="T6" fmla="*/ 81 w 75"/>
                <a:gd name="T7" fmla="*/ 11 h 39"/>
                <a:gd name="T8" fmla="*/ 168 w 75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9">
                  <a:moveTo>
                    <a:pt x="73" y="14"/>
                  </a:moveTo>
                  <a:cubicBezTo>
                    <a:pt x="75" y="23"/>
                    <a:pt x="60" y="32"/>
                    <a:pt x="40" y="36"/>
                  </a:cubicBezTo>
                  <a:cubicBezTo>
                    <a:pt x="20" y="39"/>
                    <a:pt x="3" y="35"/>
                    <a:pt x="2" y="26"/>
                  </a:cubicBezTo>
                  <a:cubicBezTo>
                    <a:pt x="0" y="17"/>
                    <a:pt x="15" y="7"/>
                    <a:pt x="35" y="4"/>
                  </a:cubicBezTo>
                  <a:cubicBezTo>
                    <a:pt x="54" y="0"/>
                    <a:pt x="72" y="5"/>
                    <a:pt x="73" y="14"/>
                  </a:cubicBezTo>
                  <a:close/>
                </a:path>
              </a:pathLst>
            </a:cu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5" name="Freeform 304">
              <a:extLst>
                <a:ext uri="{FF2B5EF4-FFF2-40B4-BE49-F238E27FC236}">
                  <a16:creationId xmlns:a16="http://schemas.microsoft.com/office/drawing/2014/main" id="{B322BE02-7DCC-4363-9C8A-2767A78E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286"/>
              <a:ext cx="31" cy="21"/>
            </a:xfrm>
            <a:custGeom>
              <a:avLst/>
              <a:gdLst>
                <a:gd name="T0" fmla="*/ 50 w 24"/>
                <a:gd name="T1" fmla="*/ 15 h 15"/>
                <a:gd name="T2" fmla="*/ 28 w 24"/>
                <a:gd name="T3" fmla="*/ 39 h 15"/>
                <a:gd name="T4" fmla="*/ 1 w 24"/>
                <a:gd name="T5" fmla="*/ 28 h 15"/>
                <a:gd name="T6" fmla="*/ 23 w 24"/>
                <a:gd name="T7" fmla="*/ 6 h 15"/>
                <a:gd name="T8" fmla="*/ 50 w 24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6"/>
                  </a:moveTo>
                  <a:cubicBezTo>
                    <a:pt x="24" y="9"/>
                    <a:pt x="19" y="13"/>
                    <a:pt x="13" y="14"/>
                  </a:cubicBezTo>
                  <a:cubicBezTo>
                    <a:pt x="7" y="15"/>
                    <a:pt x="1" y="13"/>
                    <a:pt x="1" y="10"/>
                  </a:cubicBezTo>
                  <a:cubicBezTo>
                    <a:pt x="0" y="6"/>
                    <a:pt x="5" y="3"/>
                    <a:pt x="11" y="2"/>
                  </a:cubicBezTo>
                  <a:cubicBezTo>
                    <a:pt x="17" y="0"/>
                    <a:pt x="23" y="2"/>
                    <a:pt x="2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6" name="Freeform 305">
              <a:extLst>
                <a:ext uri="{FF2B5EF4-FFF2-40B4-BE49-F238E27FC236}">
                  <a16:creationId xmlns:a16="http://schemas.microsoft.com/office/drawing/2014/main" id="{39DA749B-FFB4-4F5E-9B04-3B6B9C83C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290"/>
              <a:ext cx="12" cy="15"/>
            </a:xfrm>
            <a:custGeom>
              <a:avLst/>
              <a:gdLst>
                <a:gd name="T0" fmla="*/ 21 w 9"/>
                <a:gd name="T1" fmla="*/ 14 h 11"/>
                <a:gd name="T2" fmla="*/ 12 w 9"/>
                <a:gd name="T3" fmla="*/ 26 h 11"/>
                <a:gd name="T4" fmla="*/ 0 w 9"/>
                <a:gd name="T5" fmla="*/ 15 h 11"/>
                <a:gd name="T6" fmla="*/ 9 w 9"/>
                <a:gd name="T7" fmla="*/ 0 h 11"/>
                <a:gd name="T8" fmla="*/ 21 w 9"/>
                <a:gd name="T9" fmla="*/ 1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9" y="5"/>
                  </a:moveTo>
                  <a:cubicBezTo>
                    <a:pt x="9" y="7"/>
                    <a:pt x="8" y="10"/>
                    <a:pt x="5" y="10"/>
                  </a:cubicBezTo>
                  <a:cubicBezTo>
                    <a:pt x="3" y="11"/>
                    <a:pt x="1" y="9"/>
                    <a:pt x="0" y="6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6" y="0"/>
                    <a:pt x="8" y="2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7" name="Freeform 306">
              <a:extLst>
                <a:ext uri="{FF2B5EF4-FFF2-40B4-BE49-F238E27FC236}">
                  <a16:creationId xmlns:a16="http://schemas.microsoft.com/office/drawing/2014/main" id="{A9177FC3-ABCE-4C46-B9FE-7AD5607C7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317"/>
              <a:ext cx="49" cy="18"/>
            </a:xfrm>
            <a:custGeom>
              <a:avLst/>
              <a:gdLst>
                <a:gd name="T0" fmla="*/ 0 w 37"/>
                <a:gd name="T1" fmla="*/ 0 h 13"/>
                <a:gd name="T2" fmla="*/ 86 w 37"/>
                <a:gd name="T3" fmla="*/ 21 h 13"/>
                <a:gd name="T4" fmla="*/ 0 w 3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">
                  <a:moveTo>
                    <a:pt x="0" y="0"/>
                  </a:moveTo>
                  <a:cubicBezTo>
                    <a:pt x="0" y="0"/>
                    <a:pt x="4" y="13"/>
                    <a:pt x="37" y="8"/>
                  </a:cubicBezTo>
                  <a:cubicBezTo>
                    <a:pt x="37" y="8"/>
                    <a:pt x="7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8" name="Freeform 307">
              <a:extLst>
                <a:ext uri="{FF2B5EF4-FFF2-40B4-BE49-F238E27FC236}">
                  <a16:creationId xmlns:a16="http://schemas.microsoft.com/office/drawing/2014/main" id="{FF56BCE0-14F5-4799-A3FB-FE364816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089"/>
              <a:ext cx="66" cy="52"/>
            </a:xfrm>
            <a:custGeom>
              <a:avLst/>
              <a:gdLst>
                <a:gd name="T0" fmla="*/ 108 w 50"/>
                <a:gd name="T1" fmla="*/ 91 h 37"/>
                <a:gd name="T2" fmla="*/ 45 w 50"/>
                <a:gd name="T3" fmla="*/ 73 h 37"/>
                <a:gd name="T4" fmla="*/ 7 w 50"/>
                <a:gd name="T5" fmla="*/ 11 h 37"/>
                <a:gd name="T6" fmla="*/ 70 w 50"/>
                <a:gd name="T7" fmla="*/ 28 h 37"/>
                <a:gd name="T8" fmla="*/ 108 w 50"/>
                <a:gd name="T9" fmla="*/ 9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7">
                  <a:moveTo>
                    <a:pt x="47" y="33"/>
                  </a:moveTo>
                  <a:cubicBezTo>
                    <a:pt x="44" y="37"/>
                    <a:pt x="32" y="34"/>
                    <a:pt x="20" y="26"/>
                  </a:cubicBezTo>
                  <a:cubicBezTo>
                    <a:pt x="8" y="18"/>
                    <a:pt x="0" y="8"/>
                    <a:pt x="3" y="4"/>
                  </a:cubicBezTo>
                  <a:cubicBezTo>
                    <a:pt x="5" y="0"/>
                    <a:pt x="18" y="3"/>
                    <a:pt x="30" y="10"/>
                  </a:cubicBezTo>
                  <a:cubicBezTo>
                    <a:pt x="42" y="18"/>
                    <a:pt x="50" y="28"/>
                    <a:pt x="47" y="33"/>
                  </a:cubicBezTo>
                  <a:close/>
                </a:path>
              </a:pathLst>
            </a:custGeom>
            <a:solidFill>
              <a:srgbClr val="FC4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9" name="Freeform 308">
              <a:extLst>
                <a:ext uri="{FF2B5EF4-FFF2-40B4-BE49-F238E27FC236}">
                  <a16:creationId xmlns:a16="http://schemas.microsoft.com/office/drawing/2014/main" id="{FCCD3D52-3099-4FB5-BA40-1BD43D9B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088"/>
              <a:ext cx="54" cy="45"/>
            </a:xfrm>
            <a:custGeom>
              <a:avLst/>
              <a:gdLst>
                <a:gd name="T0" fmla="*/ 87 w 41"/>
                <a:gd name="T1" fmla="*/ 75 h 32"/>
                <a:gd name="T2" fmla="*/ 34 w 41"/>
                <a:gd name="T3" fmla="*/ 68 h 32"/>
                <a:gd name="T4" fmla="*/ 5 w 41"/>
                <a:gd name="T5" fmla="*/ 14 h 32"/>
                <a:gd name="T6" fmla="*/ 57 w 41"/>
                <a:gd name="T7" fmla="*/ 21 h 32"/>
                <a:gd name="T8" fmla="*/ 87 w 41"/>
                <a:gd name="T9" fmla="*/ 7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38" y="27"/>
                  </a:moveTo>
                  <a:cubicBezTo>
                    <a:pt x="35" y="32"/>
                    <a:pt x="25" y="30"/>
                    <a:pt x="15" y="24"/>
                  </a:cubicBezTo>
                  <a:cubicBezTo>
                    <a:pt x="5" y="18"/>
                    <a:pt x="0" y="9"/>
                    <a:pt x="2" y="5"/>
                  </a:cubicBezTo>
                  <a:cubicBezTo>
                    <a:pt x="5" y="0"/>
                    <a:pt x="15" y="2"/>
                    <a:pt x="25" y="8"/>
                  </a:cubicBezTo>
                  <a:cubicBezTo>
                    <a:pt x="35" y="14"/>
                    <a:pt x="41" y="23"/>
                    <a:pt x="38" y="27"/>
                  </a:cubicBezTo>
                  <a:close/>
                </a:path>
              </a:pathLst>
            </a:custGeom>
            <a:solidFill>
              <a:srgbClr val="E5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0" name="Freeform 309">
              <a:extLst>
                <a:ext uri="{FF2B5EF4-FFF2-40B4-BE49-F238E27FC236}">
                  <a16:creationId xmlns:a16="http://schemas.microsoft.com/office/drawing/2014/main" id="{D85BC658-E0AE-4CD7-99FF-B1C65DA01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086"/>
              <a:ext cx="54" cy="45"/>
            </a:xfrm>
            <a:custGeom>
              <a:avLst/>
              <a:gdLst>
                <a:gd name="T0" fmla="*/ 87 w 41"/>
                <a:gd name="T1" fmla="*/ 77 h 32"/>
                <a:gd name="T2" fmla="*/ 34 w 41"/>
                <a:gd name="T3" fmla="*/ 68 h 32"/>
                <a:gd name="T4" fmla="*/ 5 w 41"/>
                <a:gd name="T5" fmla="*/ 14 h 32"/>
                <a:gd name="T6" fmla="*/ 57 w 41"/>
                <a:gd name="T7" fmla="*/ 21 h 32"/>
                <a:gd name="T8" fmla="*/ 87 w 41"/>
                <a:gd name="T9" fmla="*/ 7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38" y="28"/>
                  </a:moveTo>
                  <a:cubicBezTo>
                    <a:pt x="35" y="32"/>
                    <a:pt x="25" y="30"/>
                    <a:pt x="15" y="24"/>
                  </a:cubicBezTo>
                  <a:cubicBezTo>
                    <a:pt x="5" y="18"/>
                    <a:pt x="0" y="9"/>
                    <a:pt x="2" y="5"/>
                  </a:cubicBezTo>
                  <a:cubicBezTo>
                    <a:pt x="5" y="0"/>
                    <a:pt x="15" y="2"/>
                    <a:pt x="25" y="8"/>
                  </a:cubicBezTo>
                  <a:cubicBezTo>
                    <a:pt x="35" y="15"/>
                    <a:pt x="41" y="23"/>
                    <a:pt x="38" y="28"/>
                  </a:cubicBezTo>
                  <a:close/>
                </a:path>
              </a:pathLst>
            </a:cu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1" name="Freeform 310">
              <a:extLst>
                <a:ext uri="{FF2B5EF4-FFF2-40B4-BE49-F238E27FC236}">
                  <a16:creationId xmlns:a16="http://schemas.microsoft.com/office/drawing/2014/main" id="{03192818-072A-43EA-9B42-6877A515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099"/>
              <a:ext cx="19" cy="14"/>
            </a:xfrm>
            <a:custGeom>
              <a:avLst/>
              <a:gdLst>
                <a:gd name="T0" fmla="*/ 33 w 14"/>
                <a:gd name="T1" fmla="*/ 25 h 10"/>
                <a:gd name="T2" fmla="*/ 14 w 14"/>
                <a:gd name="T3" fmla="*/ 21 h 10"/>
                <a:gd name="T4" fmla="*/ 1 w 14"/>
                <a:gd name="T5" fmla="*/ 6 h 10"/>
                <a:gd name="T6" fmla="*/ 22 w 14"/>
                <a:gd name="T7" fmla="*/ 6 h 10"/>
                <a:gd name="T8" fmla="*/ 33 w 14"/>
                <a:gd name="T9" fmla="*/ 2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3" y="9"/>
                  </a:moveTo>
                  <a:cubicBezTo>
                    <a:pt x="11" y="10"/>
                    <a:pt x="8" y="10"/>
                    <a:pt x="5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3" y="0"/>
                    <a:pt x="6" y="0"/>
                    <a:pt x="9" y="2"/>
                  </a:cubicBezTo>
                  <a:cubicBezTo>
                    <a:pt x="12" y="4"/>
                    <a:pt x="14" y="7"/>
                    <a:pt x="1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2" name="Freeform 311">
              <a:extLst>
                <a:ext uri="{FF2B5EF4-FFF2-40B4-BE49-F238E27FC236}">
                  <a16:creationId xmlns:a16="http://schemas.microsoft.com/office/drawing/2014/main" id="{54FF1334-F9F7-4F14-A43D-3EAC01A78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113"/>
              <a:ext cx="8" cy="10"/>
            </a:xfrm>
            <a:custGeom>
              <a:avLst/>
              <a:gdLst>
                <a:gd name="T0" fmla="*/ 12 w 6"/>
                <a:gd name="T1" fmla="*/ 14 h 7"/>
                <a:gd name="T2" fmla="*/ 1 w 6"/>
                <a:gd name="T3" fmla="*/ 19 h 7"/>
                <a:gd name="T4" fmla="*/ 1 w 6"/>
                <a:gd name="T5" fmla="*/ 6 h 7"/>
                <a:gd name="T6" fmla="*/ 9 w 6"/>
                <a:gd name="T7" fmla="*/ 1 h 7"/>
                <a:gd name="T8" fmla="*/ 12 w 6"/>
                <a:gd name="T9" fmla="*/ 1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5" y="5"/>
                  </a:move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3" name="Freeform 312">
              <a:extLst>
                <a:ext uri="{FF2B5EF4-FFF2-40B4-BE49-F238E27FC236}">
                  <a16:creationId xmlns:a16="http://schemas.microsoft.com/office/drawing/2014/main" id="{491DBC01-BCB4-4AD3-83BD-8D7C6982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095"/>
              <a:ext cx="21" cy="25"/>
            </a:xfrm>
            <a:custGeom>
              <a:avLst/>
              <a:gdLst>
                <a:gd name="T0" fmla="*/ 9 w 16"/>
                <a:gd name="T1" fmla="*/ 0 h 18"/>
                <a:gd name="T2" fmla="*/ 37 w 16"/>
                <a:gd name="T3" fmla="*/ 49 h 18"/>
                <a:gd name="T4" fmla="*/ 9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4" y="0"/>
                  </a:moveTo>
                  <a:cubicBezTo>
                    <a:pt x="4" y="0"/>
                    <a:pt x="0" y="7"/>
                    <a:pt x="16" y="18"/>
                  </a:cubicBezTo>
                  <a:cubicBezTo>
                    <a:pt x="16" y="18"/>
                    <a:pt x="2" y="8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4" name="Freeform 313">
              <a:extLst>
                <a:ext uri="{FF2B5EF4-FFF2-40B4-BE49-F238E27FC236}">
                  <a16:creationId xmlns:a16="http://schemas.microsoft.com/office/drawing/2014/main" id="{19746A9C-C018-4A0F-A60F-4CA5FB85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84"/>
              <a:ext cx="126" cy="71"/>
            </a:xfrm>
            <a:custGeom>
              <a:avLst/>
              <a:gdLst>
                <a:gd name="T0" fmla="*/ 212 w 95"/>
                <a:gd name="T1" fmla="*/ 26 h 50"/>
                <a:gd name="T2" fmla="*/ 123 w 95"/>
                <a:gd name="T3" fmla="*/ 116 h 50"/>
                <a:gd name="T4" fmla="*/ 9 w 95"/>
                <a:gd name="T5" fmla="*/ 116 h 50"/>
                <a:gd name="T6" fmla="*/ 98 w 95"/>
                <a:gd name="T7" fmla="*/ 28 h 50"/>
                <a:gd name="T8" fmla="*/ 212 w 95"/>
                <a:gd name="T9" fmla="*/ 2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0">
                  <a:moveTo>
                    <a:pt x="91" y="9"/>
                  </a:moveTo>
                  <a:cubicBezTo>
                    <a:pt x="95" y="18"/>
                    <a:pt x="78" y="32"/>
                    <a:pt x="53" y="41"/>
                  </a:cubicBezTo>
                  <a:cubicBezTo>
                    <a:pt x="29" y="50"/>
                    <a:pt x="7" y="50"/>
                    <a:pt x="4" y="41"/>
                  </a:cubicBezTo>
                  <a:cubicBezTo>
                    <a:pt x="0" y="33"/>
                    <a:pt x="18" y="19"/>
                    <a:pt x="42" y="10"/>
                  </a:cubicBezTo>
                  <a:cubicBezTo>
                    <a:pt x="66" y="1"/>
                    <a:pt x="88" y="0"/>
                    <a:pt x="91" y="9"/>
                  </a:cubicBezTo>
                  <a:close/>
                </a:path>
              </a:pathLst>
            </a:custGeom>
            <a:solidFill>
              <a:srgbClr val="FC4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5" name="Freeform 314">
              <a:extLst>
                <a:ext uri="{FF2B5EF4-FFF2-40B4-BE49-F238E27FC236}">
                  <a16:creationId xmlns:a16="http://schemas.microsoft.com/office/drawing/2014/main" id="{25809C8B-4DC3-407B-B769-AF3BE76E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383"/>
              <a:ext cx="100" cy="63"/>
            </a:xfrm>
            <a:custGeom>
              <a:avLst/>
              <a:gdLst>
                <a:gd name="T0" fmla="*/ 166 w 76"/>
                <a:gd name="T1" fmla="*/ 28 h 45"/>
                <a:gd name="T2" fmla="*/ 100 w 76"/>
                <a:gd name="T3" fmla="*/ 104 h 45"/>
                <a:gd name="T4" fmla="*/ 7 w 76"/>
                <a:gd name="T5" fmla="*/ 98 h 45"/>
                <a:gd name="T6" fmla="*/ 72 w 76"/>
                <a:gd name="T7" fmla="*/ 20 h 45"/>
                <a:gd name="T8" fmla="*/ 166 w 76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45">
                  <a:moveTo>
                    <a:pt x="73" y="10"/>
                  </a:moveTo>
                  <a:cubicBezTo>
                    <a:pt x="76" y="18"/>
                    <a:pt x="63" y="31"/>
                    <a:pt x="44" y="38"/>
                  </a:cubicBezTo>
                  <a:cubicBezTo>
                    <a:pt x="25" y="45"/>
                    <a:pt x="6" y="44"/>
                    <a:pt x="3" y="36"/>
                  </a:cubicBezTo>
                  <a:cubicBezTo>
                    <a:pt x="0" y="27"/>
                    <a:pt x="13" y="14"/>
                    <a:pt x="32" y="7"/>
                  </a:cubicBezTo>
                  <a:cubicBezTo>
                    <a:pt x="52" y="0"/>
                    <a:pt x="70" y="1"/>
                    <a:pt x="73" y="10"/>
                  </a:cubicBezTo>
                  <a:close/>
                </a:path>
              </a:pathLst>
            </a:custGeom>
            <a:solidFill>
              <a:srgbClr val="E5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6" name="Freeform 315">
              <a:extLst>
                <a:ext uri="{FF2B5EF4-FFF2-40B4-BE49-F238E27FC236}">
                  <a16:creationId xmlns:a16="http://schemas.microsoft.com/office/drawing/2014/main" id="{42E09D02-AE1F-4553-B86C-5AE768E4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378"/>
              <a:ext cx="100" cy="65"/>
            </a:xfrm>
            <a:custGeom>
              <a:avLst/>
              <a:gdLst>
                <a:gd name="T0" fmla="*/ 166 w 76"/>
                <a:gd name="T1" fmla="*/ 28 h 46"/>
                <a:gd name="T2" fmla="*/ 100 w 76"/>
                <a:gd name="T3" fmla="*/ 110 h 46"/>
                <a:gd name="T4" fmla="*/ 7 w 76"/>
                <a:gd name="T5" fmla="*/ 102 h 46"/>
                <a:gd name="T6" fmla="*/ 72 w 76"/>
                <a:gd name="T7" fmla="*/ 20 h 46"/>
                <a:gd name="T8" fmla="*/ 166 w 76"/>
                <a:gd name="T9" fmla="*/ 2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46">
                  <a:moveTo>
                    <a:pt x="73" y="10"/>
                  </a:moveTo>
                  <a:cubicBezTo>
                    <a:pt x="76" y="19"/>
                    <a:pt x="63" y="32"/>
                    <a:pt x="44" y="39"/>
                  </a:cubicBezTo>
                  <a:cubicBezTo>
                    <a:pt x="25" y="46"/>
                    <a:pt x="6" y="45"/>
                    <a:pt x="3" y="36"/>
                  </a:cubicBezTo>
                  <a:cubicBezTo>
                    <a:pt x="0" y="27"/>
                    <a:pt x="13" y="15"/>
                    <a:pt x="32" y="7"/>
                  </a:cubicBezTo>
                  <a:cubicBezTo>
                    <a:pt x="52" y="0"/>
                    <a:pt x="70" y="1"/>
                    <a:pt x="73" y="10"/>
                  </a:cubicBezTo>
                  <a:close/>
                </a:path>
              </a:pathLst>
            </a:cu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7" name="Freeform 316">
              <a:extLst>
                <a:ext uri="{FF2B5EF4-FFF2-40B4-BE49-F238E27FC236}">
                  <a16:creationId xmlns:a16="http://schemas.microsoft.com/office/drawing/2014/main" id="{92C90678-D1A0-45A6-9B5B-AA886BBE5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388"/>
              <a:ext cx="33" cy="24"/>
            </a:xfrm>
            <a:custGeom>
              <a:avLst/>
              <a:gdLst>
                <a:gd name="T0" fmla="*/ 53 w 25"/>
                <a:gd name="T1" fmla="*/ 11 h 17"/>
                <a:gd name="T2" fmla="*/ 34 w 25"/>
                <a:gd name="T3" fmla="*/ 42 h 17"/>
                <a:gd name="T4" fmla="*/ 1 w 25"/>
                <a:gd name="T5" fmla="*/ 35 h 17"/>
                <a:gd name="T6" fmla="*/ 22 w 25"/>
                <a:gd name="T7" fmla="*/ 6 h 17"/>
                <a:gd name="T8" fmla="*/ 53 w 25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23" y="4"/>
                  </a:moveTo>
                  <a:cubicBezTo>
                    <a:pt x="25" y="8"/>
                    <a:pt x="21" y="12"/>
                    <a:pt x="15" y="15"/>
                  </a:cubicBezTo>
                  <a:cubicBezTo>
                    <a:pt x="8" y="17"/>
                    <a:pt x="2" y="16"/>
                    <a:pt x="1" y="13"/>
                  </a:cubicBezTo>
                  <a:cubicBezTo>
                    <a:pt x="0" y="9"/>
                    <a:pt x="4" y="5"/>
                    <a:pt x="10" y="2"/>
                  </a:cubicBezTo>
                  <a:cubicBezTo>
                    <a:pt x="16" y="0"/>
                    <a:pt x="22" y="1"/>
                    <a:pt x="2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8" name="Freeform 317">
              <a:extLst>
                <a:ext uri="{FF2B5EF4-FFF2-40B4-BE49-F238E27FC236}">
                  <a16:creationId xmlns:a16="http://schemas.microsoft.com/office/drawing/2014/main" id="{A457B761-F210-49C4-BD2A-B7DB052ED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87"/>
              <a:ext cx="13" cy="17"/>
            </a:xfrm>
            <a:custGeom>
              <a:avLst/>
              <a:gdLst>
                <a:gd name="T0" fmla="*/ 21 w 10"/>
                <a:gd name="T1" fmla="*/ 14 h 12"/>
                <a:gd name="T2" fmla="*/ 16 w 10"/>
                <a:gd name="T3" fmla="*/ 33 h 12"/>
                <a:gd name="T4" fmla="*/ 1 w 10"/>
                <a:gd name="T5" fmla="*/ 23 h 12"/>
                <a:gd name="T6" fmla="*/ 7 w 10"/>
                <a:gd name="T7" fmla="*/ 1 h 12"/>
                <a:gd name="T8" fmla="*/ 21 w 10"/>
                <a:gd name="T9" fmla="*/ 1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9" y="5"/>
                  </a:moveTo>
                  <a:cubicBezTo>
                    <a:pt x="10" y="7"/>
                    <a:pt x="9" y="10"/>
                    <a:pt x="7" y="11"/>
                  </a:cubicBezTo>
                  <a:cubicBezTo>
                    <a:pt x="5" y="12"/>
                    <a:pt x="2" y="10"/>
                    <a:pt x="1" y="8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2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9" name="Freeform 318">
              <a:extLst>
                <a:ext uri="{FF2B5EF4-FFF2-40B4-BE49-F238E27FC236}">
                  <a16:creationId xmlns:a16="http://schemas.microsoft.com/office/drawing/2014/main" id="{E1AE35F6-E0A5-449E-85E1-41163998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31"/>
              <a:ext cx="50" cy="17"/>
            </a:xfrm>
            <a:custGeom>
              <a:avLst/>
              <a:gdLst>
                <a:gd name="T0" fmla="*/ 0 w 38"/>
                <a:gd name="T1" fmla="*/ 0 h 12"/>
                <a:gd name="T2" fmla="*/ 87 w 38"/>
                <a:gd name="T3" fmla="*/ 1 h 12"/>
                <a:gd name="T4" fmla="*/ 0 w 3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0"/>
                  </a:moveTo>
                  <a:cubicBezTo>
                    <a:pt x="0" y="0"/>
                    <a:pt x="6" y="12"/>
                    <a:pt x="38" y="1"/>
                  </a:cubicBezTo>
                  <a:cubicBezTo>
                    <a:pt x="38" y="1"/>
                    <a:pt x="9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0" name="Oval 319">
              <a:extLst>
                <a:ext uri="{FF2B5EF4-FFF2-40B4-BE49-F238E27FC236}">
                  <a16:creationId xmlns:a16="http://schemas.microsoft.com/office/drawing/2014/main" id="{7E9E8913-F8CE-4BE4-9D1B-ED6862283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1" y="1851"/>
              <a:ext cx="19" cy="20"/>
            </a:xfrm>
            <a:prstGeom prst="ellipse">
              <a:avLst/>
            </a:prstGeom>
            <a:solidFill>
              <a:srgbClr val="C6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81" name="Oval 320">
              <a:extLst>
                <a:ext uri="{FF2B5EF4-FFF2-40B4-BE49-F238E27FC236}">
                  <a16:creationId xmlns:a16="http://schemas.microsoft.com/office/drawing/2014/main" id="{29994E97-1C78-4272-815F-638254E99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" y="1850"/>
              <a:ext cx="20" cy="19"/>
            </a:xfrm>
            <a:prstGeom prst="ellipse">
              <a:avLst/>
            </a:pr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82" name="Oval 321">
              <a:extLst>
                <a:ext uri="{FF2B5EF4-FFF2-40B4-BE49-F238E27FC236}">
                  <a16:creationId xmlns:a16="http://schemas.microsoft.com/office/drawing/2014/main" id="{E6FDF28C-4954-4945-A5F1-31885081E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" y="185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83" name="Oval 322">
              <a:extLst>
                <a:ext uri="{FF2B5EF4-FFF2-40B4-BE49-F238E27FC236}">
                  <a16:creationId xmlns:a16="http://schemas.microsoft.com/office/drawing/2014/main" id="{D6ECF7FB-2755-43C0-BC3C-E83B84B5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1860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84" name="Freeform 323">
              <a:extLst>
                <a:ext uri="{FF2B5EF4-FFF2-40B4-BE49-F238E27FC236}">
                  <a16:creationId xmlns:a16="http://schemas.microsoft.com/office/drawing/2014/main" id="{2020EDF6-6C3F-4A37-962B-01702E83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864"/>
              <a:ext cx="11" cy="7"/>
            </a:xfrm>
            <a:custGeom>
              <a:avLst/>
              <a:gdLst>
                <a:gd name="T0" fmla="*/ 0 w 8"/>
                <a:gd name="T1" fmla="*/ 8 h 5"/>
                <a:gd name="T2" fmla="*/ 21 w 8"/>
                <a:gd name="T3" fmla="*/ 0 h 5"/>
                <a:gd name="T4" fmla="*/ 0 w 8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0" y="3"/>
                    <a:pt x="5" y="5"/>
                    <a:pt x="8" y="0"/>
                  </a:cubicBezTo>
                  <a:cubicBezTo>
                    <a:pt x="8" y="0"/>
                    <a:pt x="5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5" name="Freeform 324">
              <a:extLst>
                <a:ext uri="{FF2B5EF4-FFF2-40B4-BE49-F238E27FC236}">
                  <a16:creationId xmlns:a16="http://schemas.microsoft.com/office/drawing/2014/main" id="{2D4DA122-831C-47C8-A4C6-D96FC9A0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850"/>
              <a:ext cx="10" cy="12"/>
            </a:xfrm>
            <a:custGeom>
              <a:avLst/>
              <a:gdLst>
                <a:gd name="T0" fmla="*/ 16 w 8"/>
                <a:gd name="T1" fmla="*/ 0 h 9"/>
                <a:gd name="T2" fmla="*/ 5 w 8"/>
                <a:gd name="T3" fmla="*/ 21 h 9"/>
                <a:gd name="T4" fmla="*/ 16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8" y="0"/>
                    <a:pt x="0" y="1"/>
                    <a:pt x="2" y="9"/>
                  </a:cubicBezTo>
                  <a:cubicBezTo>
                    <a:pt x="2" y="9"/>
                    <a:pt x="2" y="2"/>
                    <a:pt x="8" y="0"/>
                  </a:cubicBezTo>
                  <a:close/>
                </a:path>
              </a:pathLst>
            </a:custGeom>
            <a:solidFill>
              <a:srgbClr val="F7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6" name="Oval 325">
              <a:extLst>
                <a:ext uri="{FF2B5EF4-FFF2-40B4-BE49-F238E27FC236}">
                  <a16:creationId xmlns:a16="http://schemas.microsoft.com/office/drawing/2014/main" id="{91CFAF82-4EE0-4E33-AF06-1846E893F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2" y="1875"/>
              <a:ext cx="33" cy="33"/>
            </a:xfrm>
            <a:prstGeom prst="ellipse">
              <a:avLst/>
            </a:prstGeom>
            <a:solidFill>
              <a:srgbClr val="C6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87" name="Oval 326">
              <a:extLst>
                <a:ext uri="{FF2B5EF4-FFF2-40B4-BE49-F238E27FC236}">
                  <a16:creationId xmlns:a16="http://schemas.microsoft.com/office/drawing/2014/main" id="{7F767BAC-6588-4A94-83B0-DB9573B9B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" y="1872"/>
              <a:ext cx="34" cy="31"/>
            </a:xfrm>
            <a:prstGeom prst="ellipse">
              <a:avLst/>
            </a:pr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88" name="Oval 327">
              <a:extLst>
                <a:ext uri="{FF2B5EF4-FFF2-40B4-BE49-F238E27FC236}">
                  <a16:creationId xmlns:a16="http://schemas.microsoft.com/office/drawing/2014/main" id="{E3BC12AA-4EF6-43D9-81D6-E8CE1574A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" y="187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89" name="Oval 328">
              <a:extLst>
                <a:ext uri="{FF2B5EF4-FFF2-40B4-BE49-F238E27FC236}">
                  <a16:creationId xmlns:a16="http://schemas.microsoft.com/office/drawing/2014/main" id="{966D920D-82E6-480B-B725-B9BC7681A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" y="1888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90" name="Freeform 329">
              <a:extLst>
                <a:ext uri="{FF2B5EF4-FFF2-40B4-BE49-F238E27FC236}">
                  <a16:creationId xmlns:a16="http://schemas.microsoft.com/office/drawing/2014/main" id="{F4119278-A41F-4FFF-9836-86C91E3E9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895"/>
              <a:ext cx="17" cy="11"/>
            </a:xfrm>
            <a:custGeom>
              <a:avLst/>
              <a:gdLst>
                <a:gd name="T0" fmla="*/ 0 w 13"/>
                <a:gd name="T1" fmla="*/ 14 h 8"/>
                <a:gd name="T2" fmla="*/ 29 w 13"/>
                <a:gd name="T3" fmla="*/ 0 h 8"/>
                <a:gd name="T4" fmla="*/ 0 w 13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5"/>
                  </a:moveTo>
                  <a:cubicBezTo>
                    <a:pt x="0" y="5"/>
                    <a:pt x="8" y="8"/>
                    <a:pt x="13" y="0"/>
                  </a:cubicBezTo>
                  <a:cubicBezTo>
                    <a:pt x="13" y="0"/>
                    <a:pt x="8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1" name="Freeform 330">
              <a:extLst>
                <a:ext uri="{FF2B5EF4-FFF2-40B4-BE49-F238E27FC236}">
                  <a16:creationId xmlns:a16="http://schemas.microsoft.com/office/drawing/2014/main" id="{4CCD1AD9-BE9E-4834-B2FD-503EBEC7E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872"/>
              <a:ext cx="16" cy="21"/>
            </a:xfrm>
            <a:custGeom>
              <a:avLst/>
              <a:gdLst>
                <a:gd name="T0" fmla="*/ 28 w 12"/>
                <a:gd name="T1" fmla="*/ 0 h 15"/>
                <a:gd name="T2" fmla="*/ 7 w 12"/>
                <a:gd name="T3" fmla="*/ 41 h 15"/>
                <a:gd name="T4" fmla="*/ 28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12" y="0"/>
                    <a:pt x="0" y="2"/>
                    <a:pt x="3" y="15"/>
                  </a:cubicBezTo>
                  <a:cubicBezTo>
                    <a:pt x="3" y="15"/>
                    <a:pt x="2" y="4"/>
                    <a:pt x="12" y="0"/>
                  </a:cubicBezTo>
                  <a:close/>
                </a:path>
              </a:pathLst>
            </a:custGeom>
            <a:solidFill>
              <a:srgbClr val="F7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2" name="Oval 331">
              <a:extLst>
                <a:ext uri="{FF2B5EF4-FFF2-40B4-BE49-F238E27FC236}">
                  <a16:creationId xmlns:a16="http://schemas.microsoft.com/office/drawing/2014/main" id="{D562C5B8-FE29-40B0-9F4F-9AE643798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" y="2444"/>
              <a:ext cx="33" cy="32"/>
            </a:xfrm>
            <a:prstGeom prst="ellipse">
              <a:avLst/>
            </a:prstGeom>
            <a:solidFill>
              <a:srgbClr val="C6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93" name="Oval 332">
              <a:extLst>
                <a:ext uri="{FF2B5EF4-FFF2-40B4-BE49-F238E27FC236}">
                  <a16:creationId xmlns:a16="http://schemas.microsoft.com/office/drawing/2014/main" id="{4BD2071E-C7E9-461A-BDA1-3EE1CBF49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" y="2440"/>
              <a:ext cx="33" cy="32"/>
            </a:xfrm>
            <a:prstGeom prst="ellipse">
              <a:avLst/>
            </a:pr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94" name="Oval 333">
              <a:extLst>
                <a:ext uri="{FF2B5EF4-FFF2-40B4-BE49-F238E27FC236}">
                  <a16:creationId xmlns:a16="http://schemas.microsoft.com/office/drawing/2014/main" id="{B5DA6C64-F958-4237-8010-A6CE93092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2442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95" name="Oval 334">
              <a:extLst>
                <a:ext uri="{FF2B5EF4-FFF2-40B4-BE49-F238E27FC236}">
                  <a16:creationId xmlns:a16="http://schemas.microsoft.com/office/drawing/2014/main" id="{72426D65-4538-43AD-9BCD-99C55F1DC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2456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96" name="Freeform 335">
              <a:extLst>
                <a:ext uri="{FF2B5EF4-FFF2-40B4-BE49-F238E27FC236}">
                  <a16:creationId xmlns:a16="http://schemas.microsoft.com/office/drawing/2014/main" id="{04B70C75-940E-4CB0-88AE-AA07BD1E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464"/>
              <a:ext cx="18" cy="11"/>
            </a:xfrm>
            <a:custGeom>
              <a:avLst/>
              <a:gdLst>
                <a:gd name="T0" fmla="*/ 0 w 13"/>
                <a:gd name="T1" fmla="*/ 14 h 8"/>
                <a:gd name="T2" fmla="*/ 35 w 13"/>
                <a:gd name="T3" fmla="*/ 0 h 8"/>
                <a:gd name="T4" fmla="*/ 0 w 13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5"/>
                  </a:moveTo>
                  <a:cubicBezTo>
                    <a:pt x="0" y="5"/>
                    <a:pt x="8" y="8"/>
                    <a:pt x="13" y="0"/>
                  </a:cubicBezTo>
                  <a:cubicBezTo>
                    <a:pt x="13" y="0"/>
                    <a:pt x="9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7" name="Freeform 336">
              <a:extLst>
                <a:ext uri="{FF2B5EF4-FFF2-40B4-BE49-F238E27FC236}">
                  <a16:creationId xmlns:a16="http://schemas.microsoft.com/office/drawing/2014/main" id="{994895FF-8B48-46D5-9459-45D12BC09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441"/>
              <a:ext cx="15" cy="21"/>
            </a:xfrm>
            <a:custGeom>
              <a:avLst/>
              <a:gdLst>
                <a:gd name="T0" fmla="*/ 24 w 12"/>
                <a:gd name="T1" fmla="*/ 0 h 15"/>
                <a:gd name="T2" fmla="*/ 6 w 12"/>
                <a:gd name="T3" fmla="*/ 41 h 15"/>
                <a:gd name="T4" fmla="*/ 24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12" y="0"/>
                    <a:pt x="0" y="2"/>
                    <a:pt x="3" y="15"/>
                  </a:cubicBezTo>
                  <a:cubicBezTo>
                    <a:pt x="3" y="15"/>
                    <a:pt x="2" y="4"/>
                    <a:pt x="12" y="0"/>
                  </a:cubicBezTo>
                  <a:close/>
                </a:path>
              </a:pathLst>
            </a:custGeom>
            <a:solidFill>
              <a:srgbClr val="F7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8" name="Oval 337">
              <a:extLst>
                <a:ext uri="{FF2B5EF4-FFF2-40B4-BE49-F238E27FC236}">
                  <a16:creationId xmlns:a16="http://schemas.microsoft.com/office/drawing/2014/main" id="{96C7AA91-D125-4176-94D1-C200C4751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305"/>
              <a:ext cx="33" cy="33"/>
            </a:xfrm>
            <a:prstGeom prst="ellipse">
              <a:avLst/>
            </a:prstGeom>
            <a:solidFill>
              <a:srgbClr val="C6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99" name="Oval 338">
              <a:extLst>
                <a:ext uri="{FF2B5EF4-FFF2-40B4-BE49-F238E27FC236}">
                  <a16:creationId xmlns:a16="http://schemas.microsoft.com/office/drawing/2014/main" id="{E1E62BB1-BA25-4755-851D-B9CDC7EAB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2303"/>
              <a:ext cx="33" cy="32"/>
            </a:xfrm>
            <a:prstGeom prst="ellipse">
              <a:avLst/>
            </a:pr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00" name="Oval 339">
              <a:extLst>
                <a:ext uri="{FF2B5EF4-FFF2-40B4-BE49-F238E27FC236}">
                  <a16:creationId xmlns:a16="http://schemas.microsoft.com/office/drawing/2014/main" id="{FE504882-C2AF-4BA5-80C2-F552C1318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305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01" name="Oval 340">
              <a:extLst>
                <a:ext uri="{FF2B5EF4-FFF2-40B4-BE49-F238E27FC236}">
                  <a16:creationId xmlns:a16="http://schemas.microsoft.com/office/drawing/2014/main" id="{3C955D2C-6712-4220-89CE-22DBC2563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" y="23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02" name="Freeform 341">
              <a:extLst>
                <a:ext uri="{FF2B5EF4-FFF2-40B4-BE49-F238E27FC236}">
                  <a16:creationId xmlns:a16="http://schemas.microsoft.com/office/drawing/2014/main" id="{4BF1B0F5-56C5-46D8-97C8-C155686BA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327"/>
              <a:ext cx="17" cy="10"/>
            </a:xfrm>
            <a:custGeom>
              <a:avLst/>
              <a:gdLst>
                <a:gd name="T0" fmla="*/ 0 w 13"/>
                <a:gd name="T1" fmla="*/ 14 h 7"/>
                <a:gd name="T2" fmla="*/ 29 w 13"/>
                <a:gd name="T3" fmla="*/ 0 h 7"/>
                <a:gd name="T4" fmla="*/ 0 w 13"/>
                <a:gd name="T5" fmla="*/ 1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5"/>
                  </a:moveTo>
                  <a:cubicBezTo>
                    <a:pt x="0" y="5"/>
                    <a:pt x="8" y="7"/>
                    <a:pt x="13" y="0"/>
                  </a:cubicBezTo>
                  <a:cubicBezTo>
                    <a:pt x="13" y="0"/>
                    <a:pt x="8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3" name="Freeform 342">
              <a:extLst>
                <a:ext uri="{FF2B5EF4-FFF2-40B4-BE49-F238E27FC236}">
                  <a16:creationId xmlns:a16="http://schemas.microsoft.com/office/drawing/2014/main" id="{FDF383B0-897A-4D77-96D0-3F82F48A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304"/>
              <a:ext cx="16" cy="20"/>
            </a:xfrm>
            <a:custGeom>
              <a:avLst/>
              <a:gdLst>
                <a:gd name="T0" fmla="*/ 28 w 12"/>
                <a:gd name="T1" fmla="*/ 0 h 14"/>
                <a:gd name="T2" fmla="*/ 7 w 12"/>
                <a:gd name="T3" fmla="*/ 41 h 14"/>
                <a:gd name="T4" fmla="*/ 28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2" y="0"/>
                    <a:pt x="0" y="2"/>
                    <a:pt x="3" y="14"/>
                  </a:cubicBezTo>
                  <a:cubicBezTo>
                    <a:pt x="3" y="14"/>
                    <a:pt x="2" y="4"/>
                    <a:pt x="12" y="0"/>
                  </a:cubicBezTo>
                  <a:close/>
                </a:path>
              </a:pathLst>
            </a:custGeom>
            <a:solidFill>
              <a:srgbClr val="F7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4" name="Oval 343">
              <a:extLst>
                <a:ext uri="{FF2B5EF4-FFF2-40B4-BE49-F238E27FC236}">
                  <a16:creationId xmlns:a16="http://schemas.microsoft.com/office/drawing/2014/main" id="{0B54FC6D-E88F-4FBF-B541-BEB686E10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1377"/>
              <a:ext cx="34" cy="32"/>
            </a:xfrm>
            <a:prstGeom prst="ellipse">
              <a:avLst/>
            </a:prstGeom>
            <a:solidFill>
              <a:srgbClr val="C6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05" name="Oval 344">
              <a:extLst>
                <a:ext uri="{FF2B5EF4-FFF2-40B4-BE49-F238E27FC236}">
                  <a16:creationId xmlns:a16="http://schemas.microsoft.com/office/drawing/2014/main" id="{C77D0FED-61C1-4100-914B-FD03926AD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374"/>
              <a:ext cx="34" cy="31"/>
            </a:xfrm>
            <a:prstGeom prst="ellipse">
              <a:avLst/>
            </a:pr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06" name="Oval 345">
              <a:extLst>
                <a:ext uri="{FF2B5EF4-FFF2-40B4-BE49-F238E27FC236}">
                  <a16:creationId xmlns:a16="http://schemas.microsoft.com/office/drawing/2014/main" id="{B8D4FA3D-7A67-4F55-9A45-76D1EC35B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376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07" name="Oval 346">
              <a:extLst>
                <a:ext uri="{FF2B5EF4-FFF2-40B4-BE49-F238E27FC236}">
                  <a16:creationId xmlns:a16="http://schemas.microsoft.com/office/drawing/2014/main" id="{1422DF50-E5EF-41B9-8E8C-40D5E07CE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39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08" name="Freeform 347">
              <a:extLst>
                <a:ext uri="{FF2B5EF4-FFF2-40B4-BE49-F238E27FC236}">
                  <a16:creationId xmlns:a16="http://schemas.microsoft.com/office/drawing/2014/main" id="{B4A471E2-0B64-440C-A74E-08B34D1C2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397"/>
              <a:ext cx="17" cy="11"/>
            </a:xfrm>
            <a:custGeom>
              <a:avLst/>
              <a:gdLst>
                <a:gd name="T0" fmla="*/ 0 w 13"/>
                <a:gd name="T1" fmla="*/ 15 h 8"/>
                <a:gd name="T2" fmla="*/ 29 w 13"/>
                <a:gd name="T3" fmla="*/ 0 h 8"/>
                <a:gd name="T4" fmla="*/ 0 w 13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0" y="6"/>
                    <a:pt x="8" y="8"/>
                    <a:pt x="13" y="0"/>
                  </a:cubicBezTo>
                  <a:cubicBezTo>
                    <a:pt x="13" y="0"/>
                    <a:pt x="9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9" name="Freeform 348">
              <a:extLst>
                <a:ext uri="{FF2B5EF4-FFF2-40B4-BE49-F238E27FC236}">
                  <a16:creationId xmlns:a16="http://schemas.microsoft.com/office/drawing/2014/main" id="{1CFC8764-B78F-434D-97BF-B2063DF88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74"/>
              <a:ext cx="15" cy="21"/>
            </a:xfrm>
            <a:custGeom>
              <a:avLst/>
              <a:gdLst>
                <a:gd name="T0" fmla="*/ 27 w 11"/>
                <a:gd name="T1" fmla="*/ 0 h 15"/>
                <a:gd name="T2" fmla="*/ 7 w 11"/>
                <a:gd name="T3" fmla="*/ 41 h 15"/>
                <a:gd name="T4" fmla="*/ 27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1" y="0"/>
                  </a:moveTo>
                  <a:cubicBezTo>
                    <a:pt x="11" y="0"/>
                    <a:pt x="0" y="2"/>
                    <a:pt x="3" y="15"/>
                  </a:cubicBezTo>
                  <a:cubicBezTo>
                    <a:pt x="3" y="15"/>
                    <a:pt x="1" y="4"/>
                    <a:pt x="11" y="0"/>
                  </a:cubicBezTo>
                  <a:close/>
                </a:path>
              </a:pathLst>
            </a:custGeom>
            <a:solidFill>
              <a:srgbClr val="F7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0" name="Oval 349">
              <a:extLst>
                <a:ext uri="{FF2B5EF4-FFF2-40B4-BE49-F238E27FC236}">
                  <a16:creationId xmlns:a16="http://schemas.microsoft.com/office/drawing/2014/main" id="{626EB9AD-B41B-4109-A363-D9C8DE104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099"/>
              <a:ext cx="32" cy="32"/>
            </a:xfrm>
            <a:prstGeom prst="ellipse">
              <a:avLst/>
            </a:prstGeom>
            <a:solidFill>
              <a:srgbClr val="C6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11" name="Oval 350">
              <a:extLst>
                <a:ext uri="{FF2B5EF4-FFF2-40B4-BE49-F238E27FC236}">
                  <a16:creationId xmlns:a16="http://schemas.microsoft.com/office/drawing/2014/main" id="{AFF470F3-4E56-4E59-84F6-EE407E006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1096"/>
              <a:ext cx="33" cy="33"/>
            </a:xfrm>
            <a:prstGeom prst="ellipse">
              <a:avLst/>
            </a:pr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12" name="Oval 351">
              <a:extLst>
                <a:ext uri="{FF2B5EF4-FFF2-40B4-BE49-F238E27FC236}">
                  <a16:creationId xmlns:a16="http://schemas.microsoft.com/office/drawing/2014/main" id="{050C8666-67CD-4893-8788-631636C91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1099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13" name="Oval 352">
              <a:extLst>
                <a:ext uri="{FF2B5EF4-FFF2-40B4-BE49-F238E27FC236}">
                  <a16:creationId xmlns:a16="http://schemas.microsoft.com/office/drawing/2014/main" id="{7B86B824-CDD9-49B2-BA57-D97B02C46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1112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14" name="Freeform 353">
              <a:extLst>
                <a:ext uri="{FF2B5EF4-FFF2-40B4-BE49-F238E27FC236}">
                  <a16:creationId xmlns:a16="http://schemas.microsoft.com/office/drawing/2014/main" id="{458A3292-F643-43CA-9A8C-9B4DB34BF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119"/>
              <a:ext cx="18" cy="11"/>
            </a:xfrm>
            <a:custGeom>
              <a:avLst/>
              <a:gdLst>
                <a:gd name="T0" fmla="*/ 0 w 13"/>
                <a:gd name="T1" fmla="*/ 15 h 8"/>
                <a:gd name="T2" fmla="*/ 35 w 13"/>
                <a:gd name="T3" fmla="*/ 0 h 8"/>
                <a:gd name="T4" fmla="*/ 0 w 13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0" y="6"/>
                    <a:pt x="8" y="8"/>
                    <a:pt x="13" y="0"/>
                  </a:cubicBezTo>
                  <a:cubicBezTo>
                    <a:pt x="13" y="0"/>
                    <a:pt x="8" y="7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5" name="Freeform 354">
              <a:extLst>
                <a:ext uri="{FF2B5EF4-FFF2-40B4-BE49-F238E27FC236}">
                  <a16:creationId xmlns:a16="http://schemas.microsoft.com/office/drawing/2014/main" id="{DB7E92DE-45B0-44C9-8E3B-E5368723C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098"/>
              <a:ext cx="15" cy="19"/>
            </a:xfrm>
            <a:custGeom>
              <a:avLst/>
              <a:gdLst>
                <a:gd name="T0" fmla="*/ 24 w 12"/>
                <a:gd name="T1" fmla="*/ 0 h 14"/>
                <a:gd name="T2" fmla="*/ 6 w 12"/>
                <a:gd name="T3" fmla="*/ 35 h 14"/>
                <a:gd name="T4" fmla="*/ 24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2" y="0"/>
                    <a:pt x="0" y="2"/>
                    <a:pt x="3" y="14"/>
                  </a:cubicBezTo>
                  <a:cubicBezTo>
                    <a:pt x="3" y="14"/>
                    <a:pt x="2" y="3"/>
                    <a:pt x="12" y="0"/>
                  </a:cubicBezTo>
                  <a:close/>
                </a:path>
              </a:pathLst>
            </a:custGeom>
            <a:solidFill>
              <a:srgbClr val="F7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6" name="Oval 355">
              <a:extLst>
                <a:ext uri="{FF2B5EF4-FFF2-40B4-BE49-F238E27FC236}">
                  <a16:creationId xmlns:a16="http://schemas.microsoft.com/office/drawing/2014/main" id="{77E18024-ADB1-40A4-822D-1597C111F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4" y="1120"/>
              <a:ext cx="30" cy="30"/>
            </a:xfrm>
            <a:prstGeom prst="ellipse">
              <a:avLst/>
            </a:prstGeom>
            <a:solidFill>
              <a:srgbClr val="C6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17" name="Oval 356">
              <a:extLst>
                <a:ext uri="{FF2B5EF4-FFF2-40B4-BE49-F238E27FC236}">
                  <a16:creationId xmlns:a16="http://schemas.microsoft.com/office/drawing/2014/main" id="{4455BD99-8AE6-433C-AE93-A08B153C3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0" y="1117"/>
              <a:ext cx="31" cy="30"/>
            </a:xfrm>
            <a:prstGeom prst="ellipse">
              <a:avLst/>
            </a:pr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18" name="Oval 357">
              <a:extLst>
                <a:ext uri="{FF2B5EF4-FFF2-40B4-BE49-F238E27FC236}">
                  <a16:creationId xmlns:a16="http://schemas.microsoft.com/office/drawing/2014/main" id="{FD7BAB11-0EE3-49CF-874B-B441A5C33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111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19" name="Oval 358">
              <a:extLst>
                <a:ext uri="{FF2B5EF4-FFF2-40B4-BE49-F238E27FC236}">
                  <a16:creationId xmlns:a16="http://schemas.microsoft.com/office/drawing/2014/main" id="{62B7A157-02E4-471D-986C-5052835DB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2" y="113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20" name="Freeform 359">
              <a:extLst>
                <a:ext uri="{FF2B5EF4-FFF2-40B4-BE49-F238E27FC236}">
                  <a16:creationId xmlns:a16="http://schemas.microsoft.com/office/drawing/2014/main" id="{164994A1-0CDA-4D1F-86AF-FEFDE7107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138"/>
              <a:ext cx="17" cy="12"/>
            </a:xfrm>
            <a:custGeom>
              <a:avLst/>
              <a:gdLst>
                <a:gd name="T0" fmla="*/ 0 w 13"/>
                <a:gd name="T1" fmla="*/ 18 h 8"/>
                <a:gd name="T2" fmla="*/ 29 w 13"/>
                <a:gd name="T3" fmla="*/ 0 h 8"/>
                <a:gd name="T4" fmla="*/ 0 w 13"/>
                <a:gd name="T5" fmla="*/ 1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5"/>
                  </a:moveTo>
                  <a:cubicBezTo>
                    <a:pt x="0" y="5"/>
                    <a:pt x="8" y="8"/>
                    <a:pt x="13" y="0"/>
                  </a:cubicBezTo>
                  <a:cubicBezTo>
                    <a:pt x="13" y="0"/>
                    <a:pt x="8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1" name="Freeform 360">
              <a:extLst>
                <a:ext uri="{FF2B5EF4-FFF2-40B4-BE49-F238E27FC236}">
                  <a16:creationId xmlns:a16="http://schemas.microsoft.com/office/drawing/2014/main" id="{5D2A8E53-DB28-44E7-A6F3-9D9DB1F9D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119"/>
              <a:ext cx="14" cy="18"/>
            </a:xfrm>
            <a:custGeom>
              <a:avLst/>
              <a:gdLst>
                <a:gd name="T0" fmla="*/ 28 w 10"/>
                <a:gd name="T1" fmla="*/ 0 h 13"/>
                <a:gd name="T2" fmla="*/ 6 w 10"/>
                <a:gd name="T3" fmla="*/ 35 h 13"/>
                <a:gd name="T4" fmla="*/ 28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10" y="0"/>
                    <a:pt x="0" y="1"/>
                    <a:pt x="2" y="13"/>
                  </a:cubicBezTo>
                  <a:cubicBezTo>
                    <a:pt x="2" y="13"/>
                    <a:pt x="1" y="3"/>
                    <a:pt x="10" y="0"/>
                  </a:cubicBezTo>
                  <a:close/>
                </a:path>
              </a:pathLst>
            </a:custGeom>
            <a:solidFill>
              <a:srgbClr val="F7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2" name="Oval 361">
              <a:extLst>
                <a:ext uri="{FF2B5EF4-FFF2-40B4-BE49-F238E27FC236}">
                  <a16:creationId xmlns:a16="http://schemas.microsoft.com/office/drawing/2014/main" id="{D2B43603-E14C-4D22-9C85-34ABF5999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461"/>
              <a:ext cx="17" cy="17"/>
            </a:xfrm>
            <a:prstGeom prst="ellipse">
              <a:avLst/>
            </a:prstGeom>
            <a:solidFill>
              <a:srgbClr val="C6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23" name="Oval 362">
              <a:extLst>
                <a:ext uri="{FF2B5EF4-FFF2-40B4-BE49-F238E27FC236}">
                  <a16:creationId xmlns:a16="http://schemas.microsoft.com/office/drawing/2014/main" id="{87075265-FF49-4CB8-A77C-A4C7166F5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2459"/>
              <a:ext cx="18" cy="17"/>
            </a:xfrm>
            <a:prstGeom prst="ellipse">
              <a:avLst/>
            </a:prstGeom>
            <a:solidFill>
              <a:srgbClr val="F9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24" name="Oval 363">
              <a:extLst>
                <a:ext uri="{FF2B5EF4-FFF2-40B4-BE49-F238E27FC236}">
                  <a16:creationId xmlns:a16="http://schemas.microsoft.com/office/drawing/2014/main" id="{4C162DAF-C77D-4661-9930-0CF717D32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6" y="245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25" name="Oval 364">
              <a:extLst>
                <a:ext uri="{FF2B5EF4-FFF2-40B4-BE49-F238E27FC236}">
                  <a16:creationId xmlns:a16="http://schemas.microsoft.com/office/drawing/2014/main" id="{E9F5C221-EF45-42B1-98C4-77E8D3B08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2468"/>
              <a:ext cx="1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026" name="Freeform 365">
              <a:extLst>
                <a:ext uri="{FF2B5EF4-FFF2-40B4-BE49-F238E27FC236}">
                  <a16:creationId xmlns:a16="http://schemas.microsoft.com/office/drawing/2014/main" id="{31FB5907-11C0-446B-8518-4DE2565E6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472"/>
              <a:ext cx="9" cy="6"/>
            </a:xfrm>
            <a:custGeom>
              <a:avLst/>
              <a:gdLst>
                <a:gd name="T0" fmla="*/ 0 w 7"/>
                <a:gd name="T1" fmla="*/ 8 h 4"/>
                <a:gd name="T2" fmla="*/ 15 w 7"/>
                <a:gd name="T3" fmla="*/ 0 h 4"/>
                <a:gd name="T4" fmla="*/ 0 w 7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2"/>
                    <a:pt x="4" y="4"/>
                    <a:pt x="7" y="0"/>
                  </a:cubicBezTo>
                  <a:cubicBezTo>
                    <a:pt x="7" y="0"/>
                    <a:pt x="4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7" name="Freeform 366">
              <a:extLst>
                <a:ext uri="{FF2B5EF4-FFF2-40B4-BE49-F238E27FC236}">
                  <a16:creationId xmlns:a16="http://schemas.microsoft.com/office/drawing/2014/main" id="{073E079F-90F1-40BB-9C41-0787AE4B6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459"/>
              <a:ext cx="9" cy="12"/>
            </a:xfrm>
            <a:custGeom>
              <a:avLst/>
              <a:gdLst>
                <a:gd name="T0" fmla="*/ 15 w 7"/>
                <a:gd name="T1" fmla="*/ 0 h 8"/>
                <a:gd name="T2" fmla="*/ 5 w 7"/>
                <a:gd name="T3" fmla="*/ 27 h 8"/>
                <a:gd name="T4" fmla="*/ 15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7" y="0"/>
                    <a:pt x="0" y="1"/>
                    <a:pt x="2" y="8"/>
                  </a:cubicBezTo>
                  <a:cubicBezTo>
                    <a:pt x="2" y="8"/>
                    <a:pt x="1" y="2"/>
                    <a:pt x="7" y="0"/>
                  </a:cubicBezTo>
                  <a:close/>
                </a:path>
              </a:pathLst>
            </a:custGeom>
            <a:solidFill>
              <a:srgbClr val="F7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8" name="Freeform 367">
              <a:extLst>
                <a:ext uri="{FF2B5EF4-FFF2-40B4-BE49-F238E27FC236}">
                  <a16:creationId xmlns:a16="http://schemas.microsoft.com/office/drawing/2014/main" id="{E2FE2307-E188-49F2-8A80-3B8FD941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130"/>
              <a:ext cx="220" cy="285"/>
            </a:xfrm>
            <a:custGeom>
              <a:avLst/>
              <a:gdLst>
                <a:gd name="T0" fmla="*/ 0 w 166"/>
                <a:gd name="T1" fmla="*/ 0 h 202"/>
                <a:gd name="T2" fmla="*/ 86 w 166"/>
                <a:gd name="T3" fmla="*/ 144 h 202"/>
                <a:gd name="T4" fmla="*/ 119 w 166"/>
                <a:gd name="T5" fmla="*/ 267 h 202"/>
                <a:gd name="T6" fmla="*/ 256 w 166"/>
                <a:gd name="T7" fmla="*/ 394 h 202"/>
                <a:gd name="T8" fmla="*/ 334 w 166"/>
                <a:gd name="T9" fmla="*/ 478 h 202"/>
                <a:gd name="T10" fmla="*/ 384 w 166"/>
                <a:gd name="T11" fmla="*/ 567 h 202"/>
                <a:gd name="T12" fmla="*/ 360 w 166"/>
                <a:gd name="T13" fmla="*/ 460 h 202"/>
                <a:gd name="T14" fmla="*/ 293 w 166"/>
                <a:gd name="T15" fmla="*/ 326 h 202"/>
                <a:gd name="T16" fmla="*/ 166 w 166"/>
                <a:gd name="T17" fmla="*/ 126 h 202"/>
                <a:gd name="T18" fmla="*/ 70 w 166"/>
                <a:gd name="T19" fmla="*/ 28 h 202"/>
                <a:gd name="T20" fmla="*/ 5 w 16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202">
                  <a:moveTo>
                    <a:pt x="0" y="0"/>
                  </a:moveTo>
                  <a:cubicBezTo>
                    <a:pt x="17" y="13"/>
                    <a:pt x="29" y="32"/>
                    <a:pt x="37" y="51"/>
                  </a:cubicBezTo>
                  <a:cubicBezTo>
                    <a:pt x="44" y="65"/>
                    <a:pt x="45" y="80"/>
                    <a:pt x="51" y="95"/>
                  </a:cubicBezTo>
                  <a:cubicBezTo>
                    <a:pt x="60" y="118"/>
                    <a:pt x="89" y="128"/>
                    <a:pt x="110" y="140"/>
                  </a:cubicBezTo>
                  <a:cubicBezTo>
                    <a:pt x="123" y="148"/>
                    <a:pt x="134" y="158"/>
                    <a:pt x="143" y="170"/>
                  </a:cubicBezTo>
                  <a:cubicBezTo>
                    <a:pt x="150" y="178"/>
                    <a:pt x="156" y="197"/>
                    <a:pt x="165" y="202"/>
                  </a:cubicBezTo>
                  <a:cubicBezTo>
                    <a:pt x="166" y="190"/>
                    <a:pt x="159" y="175"/>
                    <a:pt x="155" y="164"/>
                  </a:cubicBezTo>
                  <a:cubicBezTo>
                    <a:pt x="148" y="147"/>
                    <a:pt x="138" y="130"/>
                    <a:pt x="126" y="116"/>
                  </a:cubicBezTo>
                  <a:cubicBezTo>
                    <a:pt x="106" y="93"/>
                    <a:pt x="88" y="70"/>
                    <a:pt x="71" y="45"/>
                  </a:cubicBezTo>
                  <a:cubicBezTo>
                    <a:pt x="60" y="29"/>
                    <a:pt x="49" y="17"/>
                    <a:pt x="30" y="10"/>
                  </a:cubicBezTo>
                  <a:cubicBezTo>
                    <a:pt x="21" y="7"/>
                    <a:pt x="11" y="5"/>
                    <a:pt x="2" y="0"/>
                  </a:cubicBezTo>
                </a:path>
              </a:pathLst>
            </a:custGeom>
            <a:solidFill>
              <a:srgbClr val="63A5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9" name="Freeform 368">
              <a:extLst>
                <a:ext uri="{FF2B5EF4-FFF2-40B4-BE49-F238E27FC236}">
                  <a16:creationId xmlns:a16="http://schemas.microsoft.com/office/drawing/2014/main" id="{EC4F6C78-8884-4643-BA22-A7FA7D35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013"/>
              <a:ext cx="84" cy="77"/>
            </a:xfrm>
            <a:custGeom>
              <a:avLst/>
              <a:gdLst>
                <a:gd name="T0" fmla="*/ 0 w 64"/>
                <a:gd name="T1" fmla="*/ 1 h 55"/>
                <a:gd name="T2" fmla="*/ 93 w 64"/>
                <a:gd name="T3" fmla="*/ 109 h 55"/>
                <a:gd name="T4" fmla="*/ 133 w 64"/>
                <a:gd name="T5" fmla="*/ 122 h 55"/>
                <a:gd name="T6" fmla="*/ 7 w 64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5">
                  <a:moveTo>
                    <a:pt x="0" y="1"/>
                  </a:moveTo>
                  <a:cubicBezTo>
                    <a:pt x="20" y="9"/>
                    <a:pt x="29" y="25"/>
                    <a:pt x="41" y="40"/>
                  </a:cubicBezTo>
                  <a:cubicBezTo>
                    <a:pt x="45" y="45"/>
                    <a:pt x="54" y="55"/>
                    <a:pt x="59" y="44"/>
                  </a:cubicBezTo>
                  <a:cubicBezTo>
                    <a:pt x="64" y="32"/>
                    <a:pt x="16" y="3"/>
                    <a:pt x="3" y="0"/>
                  </a:cubicBezTo>
                </a:path>
              </a:pathLst>
            </a:custGeom>
            <a:solidFill>
              <a:srgbClr val="63A5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0" name="Freeform 369">
              <a:extLst>
                <a:ext uri="{FF2B5EF4-FFF2-40B4-BE49-F238E27FC236}">
                  <a16:creationId xmlns:a16="http://schemas.microsoft.com/office/drawing/2014/main" id="{2940B8A3-E456-45F4-B4BF-970EB1191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479"/>
              <a:ext cx="95" cy="96"/>
            </a:xfrm>
            <a:custGeom>
              <a:avLst/>
              <a:gdLst>
                <a:gd name="T0" fmla="*/ 38 w 72"/>
                <a:gd name="T1" fmla="*/ 0 h 68"/>
                <a:gd name="T2" fmla="*/ 16 w 72"/>
                <a:gd name="T3" fmla="*/ 68 h 68"/>
                <a:gd name="T4" fmla="*/ 1 w 72"/>
                <a:gd name="T5" fmla="*/ 117 h 68"/>
                <a:gd name="T6" fmla="*/ 137 w 72"/>
                <a:gd name="T7" fmla="*/ 192 h 68"/>
                <a:gd name="T8" fmla="*/ 143 w 72"/>
                <a:gd name="T9" fmla="*/ 110 h 68"/>
                <a:gd name="T10" fmla="*/ 140 w 72"/>
                <a:gd name="T11" fmla="*/ 64 h 68"/>
                <a:gd name="T12" fmla="*/ 42 w 72"/>
                <a:gd name="T13" fmla="*/ 2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68">
                  <a:moveTo>
                    <a:pt x="17" y="0"/>
                  </a:moveTo>
                  <a:cubicBezTo>
                    <a:pt x="14" y="9"/>
                    <a:pt x="12" y="16"/>
                    <a:pt x="7" y="24"/>
                  </a:cubicBezTo>
                  <a:cubicBezTo>
                    <a:pt x="4" y="30"/>
                    <a:pt x="0" y="35"/>
                    <a:pt x="1" y="42"/>
                  </a:cubicBezTo>
                  <a:cubicBezTo>
                    <a:pt x="23" y="45"/>
                    <a:pt x="40" y="61"/>
                    <a:pt x="60" y="68"/>
                  </a:cubicBezTo>
                  <a:cubicBezTo>
                    <a:pt x="57" y="56"/>
                    <a:pt x="56" y="51"/>
                    <a:pt x="62" y="39"/>
                  </a:cubicBezTo>
                  <a:cubicBezTo>
                    <a:pt x="68" y="28"/>
                    <a:pt x="72" y="27"/>
                    <a:pt x="61" y="23"/>
                  </a:cubicBezTo>
                  <a:cubicBezTo>
                    <a:pt x="45" y="18"/>
                    <a:pt x="30" y="19"/>
                    <a:pt x="18" y="7"/>
                  </a:cubicBezTo>
                </a:path>
              </a:pathLst>
            </a:custGeom>
            <a:solidFill>
              <a:srgbClr val="63A5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1" name="Freeform 370">
              <a:extLst>
                <a:ext uri="{FF2B5EF4-FFF2-40B4-BE49-F238E27FC236}">
                  <a16:creationId xmlns:a16="http://schemas.microsoft.com/office/drawing/2014/main" id="{231B1388-949C-4269-9867-55CAA90C6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860"/>
              <a:ext cx="104" cy="132"/>
            </a:xfrm>
            <a:custGeom>
              <a:avLst/>
              <a:gdLst>
                <a:gd name="T0" fmla="*/ 5 w 79"/>
                <a:gd name="T1" fmla="*/ 0 h 93"/>
                <a:gd name="T2" fmla="*/ 116 w 79"/>
                <a:gd name="T3" fmla="*/ 47 h 93"/>
                <a:gd name="T4" fmla="*/ 180 w 79"/>
                <a:gd name="T5" fmla="*/ 265 h 93"/>
                <a:gd name="T6" fmla="*/ 142 w 79"/>
                <a:gd name="T7" fmla="*/ 150 h 93"/>
                <a:gd name="T8" fmla="*/ 105 w 79"/>
                <a:gd name="T9" fmla="*/ 62 h 93"/>
                <a:gd name="T10" fmla="*/ 0 w 79"/>
                <a:gd name="T11" fmla="*/ 9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93">
                  <a:moveTo>
                    <a:pt x="2" y="0"/>
                  </a:moveTo>
                  <a:cubicBezTo>
                    <a:pt x="23" y="0"/>
                    <a:pt x="36" y="1"/>
                    <a:pt x="51" y="16"/>
                  </a:cubicBezTo>
                  <a:cubicBezTo>
                    <a:pt x="72" y="37"/>
                    <a:pt x="71" y="67"/>
                    <a:pt x="79" y="93"/>
                  </a:cubicBezTo>
                  <a:cubicBezTo>
                    <a:pt x="70" y="85"/>
                    <a:pt x="66" y="65"/>
                    <a:pt x="62" y="53"/>
                  </a:cubicBezTo>
                  <a:cubicBezTo>
                    <a:pt x="59" y="42"/>
                    <a:pt x="54" y="31"/>
                    <a:pt x="46" y="22"/>
                  </a:cubicBezTo>
                  <a:cubicBezTo>
                    <a:pt x="34" y="9"/>
                    <a:pt x="17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2" name="Freeform 371">
              <a:extLst>
                <a:ext uri="{FF2B5EF4-FFF2-40B4-BE49-F238E27FC236}">
                  <a16:creationId xmlns:a16="http://schemas.microsoft.com/office/drawing/2014/main" id="{09A9F3BF-A688-43DA-A94C-CFF4F0403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041"/>
              <a:ext cx="43" cy="71"/>
            </a:xfrm>
            <a:custGeom>
              <a:avLst/>
              <a:gdLst>
                <a:gd name="T0" fmla="*/ 0 w 33"/>
                <a:gd name="T1" fmla="*/ 0 h 50"/>
                <a:gd name="T2" fmla="*/ 38 w 33"/>
                <a:gd name="T3" fmla="*/ 143 h 50"/>
                <a:gd name="T4" fmla="*/ 46 w 33"/>
                <a:gd name="T5" fmla="*/ 53 h 50"/>
                <a:gd name="T6" fmla="*/ 1 w 33"/>
                <a:gd name="T7" fmla="*/ 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0">
                  <a:moveTo>
                    <a:pt x="0" y="0"/>
                  </a:moveTo>
                  <a:cubicBezTo>
                    <a:pt x="23" y="5"/>
                    <a:pt x="33" y="31"/>
                    <a:pt x="17" y="50"/>
                  </a:cubicBezTo>
                  <a:cubicBezTo>
                    <a:pt x="17" y="39"/>
                    <a:pt x="26" y="29"/>
                    <a:pt x="21" y="18"/>
                  </a:cubicBezTo>
                  <a:cubicBezTo>
                    <a:pt x="17" y="8"/>
                    <a:pt x="8" y="7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3" name="Freeform 372">
              <a:extLst>
                <a:ext uri="{FF2B5EF4-FFF2-40B4-BE49-F238E27FC236}">
                  <a16:creationId xmlns:a16="http://schemas.microsoft.com/office/drawing/2014/main" id="{E9C993B1-A1C7-4AAA-87AA-1141F9B61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150"/>
              <a:ext cx="33" cy="59"/>
            </a:xfrm>
            <a:custGeom>
              <a:avLst/>
              <a:gdLst>
                <a:gd name="T0" fmla="*/ 9 w 25"/>
                <a:gd name="T1" fmla="*/ 0 h 42"/>
                <a:gd name="T2" fmla="*/ 58 w 25"/>
                <a:gd name="T3" fmla="*/ 108 h 42"/>
                <a:gd name="T4" fmla="*/ 9 w 25"/>
                <a:gd name="T5" fmla="*/ 1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2">
                  <a:moveTo>
                    <a:pt x="4" y="0"/>
                  </a:moveTo>
                  <a:cubicBezTo>
                    <a:pt x="2" y="17"/>
                    <a:pt x="12" y="31"/>
                    <a:pt x="25" y="39"/>
                  </a:cubicBezTo>
                  <a:cubicBezTo>
                    <a:pt x="11" y="42"/>
                    <a:pt x="0" y="17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4" name="Freeform 373">
              <a:extLst>
                <a:ext uri="{FF2B5EF4-FFF2-40B4-BE49-F238E27FC236}">
                  <a16:creationId xmlns:a16="http://schemas.microsoft.com/office/drawing/2014/main" id="{D77B075A-AF50-4073-B3CC-75CB44097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312"/>
              <a:ext cx="25" cy="82"/>
            </a:xfrm>
            <a:custGeom>
              <a:avLst/>
              <a:gdLst>
                <a:gd name="T0" fmla="*/ 43 w 19"/>
                <a:gd name="T1" fmla="*/ 0 h 58"/>
                <a:gd name="T2" fmla="*/ 43 w 19"/>
                <a:gd name="T3" fmla="*/ 164 h 58"/>
                <a:gd name="T4" fmla="*/ 12 w 19"/>
                <a:gd name="T5" fmla="*/ 93 h 58"/>
                <a:gd name="T6" fmla="*/ 38 w 19"/>
                <a:gd name="T7" fmla="*/ 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8">
                  <a:moveTo>
                    <a:pt x="19" y="0"/>
                  </a:moveTo>
                  <a:cubicBezTo>
                    <a:pt x="0" y="10"/>
                    <a:pt x="9" y="45"/>
                    <a:pt x="19" y="58"/>
                  </a:cubicBezTo>
                  <a:cubicBezTo>
                    <a:pt x="12" y="49"/>
                    <a:pt x="7" y="45"/>
                    <a:pt x="5" y="33"/>
                  </a:cubicBezTo>
                  <a:cubicBezTo>
                    <a:pt x="4" y="25"/>
                    <a:pt x="8" y="6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5" name="Freeform 374">
              <a:extLst>
                <a:ext uri="{FF2B5EF4-FFF2-40B4-BE49-F238E27FC236}">
                  <a16:creationId xmlns:a16="http://schemas.microsoft.com/office/drawing/2014/main" id="{FA6A5767-613E-4628-B7EF-A17BD2F30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24"/>
              <a:ext cx="48" cy="60"/>
            </a:xfrm>
            <a:custGeom>
              <a:avLst/>
              <a:gdLst>
                <a:gd name="T0" fmla="*/ 64 w 36"/>
                <a:gd name="T1" fmla="*/ 0 h 43"/>
                <a:gd name="T2" fmla="*/ 0 w 36"/>
                <a:gd name="T3" fmla="*/ 117 h 43"/>
                <a:gd name="T4" fmla="*/ 71 w 36"/>
                <a:gd name="T5" fmla="*/ 1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3">
                  <a:moveTo>
                    <a:pt x="27" y="0"/>
                  </a:moveTo>
                  <a:cubicBezTo>
                    <a:pt x="36" y="12"/>
                    <a:pt x="8" y="36"/>
                    <a:pt x="0" y="43"/>
                  </a:cubicBezTo>
                  <a:cubicBezTo>
                    <a:pt x="8" y="32"/>
                    <a:pt x="28" y="18"/>
                    <a:pt x="3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7" name="Grated-carrots-with-parsley-garnish">
            <a:extLst>
              <a:ext uri="{FF2B5EF4-FFF2-40B4-BE49-F238E27FC236}">
                <a16:creationId xmlns:a16="http://schemas.microsoft.com/office/drawing/2014/main" id="{F05F5EA0-6986-44AA-A6E9-0990AC0D124E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422650"/>
            <a:ext cx="2855912" cy="2389188"/>
            <a:chOff x="3373" y="2055"/>
            <a:chExt cx="1799" cy="1505"/>
          </a:xfrm>
        </p:grpSpPr>
        <p:sp>
          <p:nvSpPr>
            <p:cNvPr id="18438" name="Freeform 376">
              <a:extLst>
                <a:ext uri="{FF2B5EF4-FFF2-40B4-BE49-F238E27FC236}">
                  <a16:creationId xmlns:a16="http://schemas.microsoft.com/office/drawing/2014/main" id="{74084EAD-0097-41A5-AC63-EE3161D86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055"/>
              <a:ext cx="1798" cy="1504"/>
            </a:xfrm>
            <a:custGeom>
              <a:avLst/>
              <a:gdLst>
                <a:gd name="T0" fmla="*/ 153 w 1936"/>
                <a:gd name="T1" fmla="*/ 925 h 1616"/>
                <a:gd name="T2" fmla="*/ 253 w 1936"/>
                <a:gd name="T3" fmla="*/ 893 h 1616"/>
                <a:gd name="T4" fmla="*/ 362 w 1936"/>
                <a:gd name="T5" fmla="*/ 839 h 1616"/>
                <a:gd name="T6" fmla="*/ 417 w 1936"/>
                <a:gd name="T7" fmla="*/ 929 h 1616"/>
                <a:gd name="T8" fmla="*/ 420 w 1936"/>
                <a:gd name="T9" fmla="*/ 1003 h 1616"/>
                <a:gd name="T10" fmla="*/ 480 w 1936"/>
                <a:gd name="T11" fmla="*/ 1161 h 1616"/>
                <a:gd name="T12" fmla="*/ 561 w 1936"/>
                <a:gd name="T13" fmla="*/ 1190 h 1616"/>
                <a:gd name="T14" fmla="*/ 685 w 1936"/>
                <a:gd name="T15" fmla="*/ 1229 h 1616"/>
                <a:gd name="T16" fmla="*/ 749 w 1936"/>
                <a:gd name="T17" fmla="*/ 1209 h 1616"/>
                <a:gd name="T18" fmla="*/ 837 w 1936"/>
                <a:gd name="T19" fmla="*/ 1196 h 1616"/>
                <a:gd name="T20" fmla="*/ 901 w 1936"/>
                <a:gd name="T21" fmla="*/ 1218 h 1616"/>
                <a:gd name="T22" fmla="*/ 1023 w 1936"/>
                <a:gd name="T23" fmla="*/ 1251 h 1616"/>
                <a:gd name="T24" fmla="*/ 1023 w 1936"/>
                <a:gd name="T25" fmla="*/ 1132 h 1616"/>
                <a:gd name="T26" fmla="*/ 1143 w 1936"/>
                <a:gd name="T27" fmla="*/ 1087 h 1616"/>
                <a:gd name="T28" fmla="*/ 1143 w 1936"/>
                <a:gd name="T29" fmla="*/ 1161 h 1616"/>
                <a:gd name="T30" fmla="*/ 1240 w 1936"/>
                <a:gd name="T31" fmla="*/ 1200 h 1616"/>
                <a:gd name="T32" fmla="*/ 1272 w 1936"/>
                <a:gd name="T33" fmla="*/ 1119 h 1616"/>
                <a:gd name="T34" fmla="*/ 1265 w 1936"/>
                <a:gd name="T35" fmla="*/ 1052 h 1616"/>
                <a:gd name="T36" fmla="*/ 1355 w 1936"/>
                <a:gd name="T37" fmla="*/ 1048 h 1616"/>
                <a:gd name="T38" fmla="*/ 1547 w 1936"/>
                <a:gd name="T39" fmla="*/ 945 h 1616"/>
                <a:gd name="T40" fmla="*/ 1480 w 1936"/>
                <a:gd name="T41" fmla="*/ 839 h 1616"/>
                <a:gd name="T42" fmla="*/ 1542 w 1936"/>
                <a:gd name="T43" fmla="*/ 755 h 1616"/>
                <a:gd name="T44" fmla="*/ 1518 w 1936"/>
                <a:gd name="T45" fmla="*/ 704 h 1616"/>
                <a:gd name="T46" fmla="*/ 1516 w 1936"/>
                <a:gd name="T47" fmla="*/ 625 h 1616"/>
                <a:gd name="T48" fmla="*/ 1483 w 1936"/>
                <a:gd name="T49" fmla="*/ 493 h 1616"/>
                <a:gd name="T50" fmla="*/ 1534 w 1936"/>
                <a:gd name="T51" fmla="*/ 425 h 1616"/>
                <a:gd name="T52" fmla="*/ 1388 w 1936"/>
                <a:gd name="T53" fmla="*/ 245 h 1616"/>
                <a:gd name="T54" fmla="*/ 1339 w 1936"/>
                <a:gd name="T55" fmla="*/ 157 h 1616"/>
                <a:gd name="T56" fmla="*/ 1215 w 1936"/>
                <a:gd name="T57" fmla="*/ 84 h 1616"/>
                <a:gd name="T58" fmla="*/ 1182 w 1936"/>
                <a:gd name="T59" fmla="*/ 17 h 1616"/>
                <a:gd name="T60" fmla="*/ 1041 w 1936"/>
                <a:gd name="T61" fmla="*/ 48 h 1616"/>
                <a:gd name="T62" fmla="*/ 951 w 1936"/>
                <a:gd name="T63" fmla="*/ 58 h 1616"/>
                <a:gd name="T64" fmla="*/ 897 w 1936"/>
                <a:gd name="T65" fmla="*/ 48 h 1616"/>
                <a:gd name="T66" fmla="*/ 759 w 1936"/>
                <a:gd name="T67" fmla="*/ 0 h 1616"/>
                <a:gd name="T68" fmla="*/ 711 w 1936"/>
                <a:gd name="T69" fmla="*/ 17 h 1616"/>
                <a:gd name="T70" fmla="*/ 606 w 1936"/>
                <a:gd name="T71" fmla="*/ 22 h 1616"/>
                <a:gd name="T72" fmla="*/ 528 w 1936"/>
                <a:gd name="T73" fmla="*/ 74 h 1616"/>
                <a:gd name="T74" fmla="*/ 381 w 1936"/>
                <a:gd name="T75" fmla="*/ 106 h 1616"/>
                <a:gd name="T76" fmla="*/ 323 w 1936"/>
                <a:gd name="T77" fmla="*/ 32 h 1616"/>
                <a:gd name="T78" fmla="*/ 308 w 1936"/>
                <a:gd name="T79" fmla="*/ 106 h 1616"/>
                <a:gd name="T80" fmla="*/ 202 w 1936"/>
                <a:gd name="T81" fmla="*/ 155 h 1616"/>
                <a:gd name="T82" fmla="*/ 196 w 1936"/>
                <a:gd name="T83" fmla="*/ 242 h 1616"/>
                <a:gd name="T84" fmla="*/ 189 w 1936"/>
                <a:gd name="T85" fmla="*/ 309 h 1616"/>
                <a:gd name="T86" fmla="*/ 67 w 1936"/>
                <a:gd name="T87" fmla="*/ 313 h 1616"/>
                <a:gd name="T88" fmla="*/ 26 w 1936"/>
                <a:gd name="T89" fmla="*/ 423 h 1616"/>
                <a:gd name="T90" fmla="*/ 39 w 1936"/>
                <a:gd name="T91" fmla="*/ 544 h 1616"/>
                <a:gd name="T92" fmla="*/ 96 w 1936"/>
                <a:gd name="T93" fmla="*/ 622 h 1616"/>
                <a:gd name="T94" fmla="*/ 183 w 1936"/>
                <a:gd name="T95" fmla="*/ 748 h 16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936" h="1616">
                  <a:moveTo>
                    <a:pt x="228" y="928"/>
                  </a:moveTo>
                  <a:cubicBezTo>
                    <a:pt x="152" y="1012"/>
                    <a:pt x="152" y="1012"/>
                    <a:pt x="152" y="1012"/>
                  </a:cubicBezTo>
                  <a:cubicBezTo>
                    <a:pt x="184" y="1076"/>
                    <a:pt x="184" y="1076"/>
                    <a:pt x="184" y="1076"/>
                  </a:cubicBezTo>
                  <a:cubicBezTo>
                    <a:pt x="192" y="1148"/>
                    <a:pt x="192" y="1148"/>
                    <a:pt x="192" y="1148"/>
                  </a:cubicBezTo>
                  <a:cubicBezTo>
                    <a:pt x="264" y="1112"/>
                    <a:pt x="264" y="1112"/>
                    <a:pt x="264" y="1112"/>
                  </a:cubicBezTo>
                  <a:cubicBezTo>
                    <a:pt x="260" y="1160"/>
                    <a:pt x="260" y="1160"/>
                    <a:pt x="260" y="1160"/>
                  </a:cubicBezTo>
                  <a:cubicBezTo>
                    <a:pt x="292" y="1152"/>
                    <a:pt x="292" y="1152"/>
                    <a:pt x="292" y="1152"/>
                  </a:cubicBezTo>
                  <a:cubicBezTo>
                    <a:pt x="316" y="1108"/>
                    <a:pt x="316" y="1108"/>
                    <a:pt x="316" y="1108"/>
                  </a:cubicBezTo>
                  <a:cubicBezTo>
                    <a:pt x="360" y="1076"/>
                    <a:pt x="360" y="1076"/>
                    <a:pt x="360" y="1076"/>
                  </a:cubicBezTo>
                  <a:cubicBezTo>
                    <a:pt x="388" y="1084"/>
                    <a:pt x="388" y="1084"/>
                    <a:pt x="388" y="1084"/>
                  </a:cubicBezTo>
                  <a:cubicBezTo>
                    <a:pt x="416" y="1060"/>
                    <a:pt x="416" y="1060"/>
                    <a:pt x="416" y="1060"/>
                  </a:cubicBezTo>
                  <a:cubicBezTo>
                    <a:pt x="452" y="1040"/>
                    <a:pt x="452" y="1040"/>
                    <a:pt x="452" y="1040"/>
                  </a:cubicBezTo>
                  <a:cubicBezTo>
                    <a:pt x="484" y="1100"/>
                    <a:pt x="484" y="1100"/>
                    <a:pt x="484" y="1100"/>
                  </a:cubicBezTo>
                  <a:cubicBezTo>
                    <a:pt x="472" y="1148"/>
                    <a:pt x="472" y="1148"/>
                    <a:pt x="472" y="1148"/>
                  </a:cubicBezTo>
                  <a:cubicBezTo>
                    <a:pt x="496" y="1180"/>
                    <a:pt x="496" y="1180"/>
                    <a:pt x="496" y="1180"/>
                  </a:cubicBezTo>
                  <a:cubicBezTo>
                    <a:pt x="520" y="1152"/>
                    <a:pt x="520" y="1152"/>
                    <a:pt x="520" y="1152"/>
                  </a:cubicBezTo>
                  <a:cubicBezTo>
                    <a:pt x="540" y="1192"/>
                    <a:pt x="540" y="1192"/>
                    <a:pt x="540" y="1192"/>
                  </a:cubicBezTo>
                  <a:cubicBezTo>
                    <a:pt x="596" y="1172"/>
                    <a:pt x="596" y="1172"/>
                    <a:pt x="596" y="1172"/>
                  </a:cubicBezTo>
                  <a:cubicBezTo>
                    <a:pt x="624" y="1208"/>
                    <a:pt x="624" y="1208"/>
                    <a:pt x="624" y="1208"/>
                  </a:cubicBezTo>
                  <a:cubicBezTo>
                    <a:pt x="524" y="1244"/>
                    <a:pt x="524" y="1244"/>
                    <a:pt x="524" y="1244"/>
                  </a:cubicBezTo>
                  <a:cubicBezTo>
                    <a:pt x="524" y="1244"/>
                    <a:pt x="464" y="1288"/>
                    <a:pt x="496" y="1312"/>
                  </a:cubicBezTo>
                  <a:cubicBezTo>
                    <a:pt x="528" y="1336"/>
                    <a:pt x="556" y="1380"/>
                    <a:pt x="556" y="1380"/>
                  </a:cubicBezTo>
                  <a:cubicBezTo>
                    <a:pt x="564" y="1428"/>
                    <a:pt x="564" y="1428"/>
                    <a:pt x="564" y="1428"/>
                  </a:cubicBezTo>
                  <a:cubicBezTo>
                    <a:pt x="600" y="1440"/>
                    <a:pt x="600" y="1440"/>
                    <a:pt x="600" y="1440"/>
                  </a:cubicBezTo>
                  <a:cubicBezTo>
                    <a:pt x="608" y="1404"/>
                    <a:pt x="608" y="1404"/>
                    <a:pt x="608" y="1404"/>
                  </a:cubicBezTo>
                  <a:cubicBezTo>
                    <a:pt x="680" y="1404"/>
                    <a:pt x="680" y="1404"/>
                    <a:pt x="680" y="1404"/>
                  </a:cubicBezTo>
                  <a:cubicBezTo>
                    <a:pt x="728" y="1452"/>
                    <a:pt x="728" y="1452"/>
                    <a:pt x="728" y="1452"/>
                  </a:cubicBezTo>
                  <a:cubicBezTo>
                    <a:pt x="700" y="1476"/>
                    <a:pt x="700" y="1476"/>
                    <a:pt x="700" y="1476"/>
                  </a:cubicBezTo>
                  <a:cubicBezTo>
                    <a:pt x="716" y="1488"/>
                    <a:pt x="716" y="1488"/>
                    <a:pt x="716" y="1488"/>
                  </a:cubicBezTo>
                  <a:cubicBezTo>
                    <a:pt x="740" y="1472"/>
                    <a:pt x="740" y="1472"/>
                    <a:pt x="740" y="1472"/>
                  </a:cubicBezTo>
                  <a:cubicBezTo>
                    <a:pt x="836" y="1544"/>
                    <a:pt x="836" y="1544"/>
                    <a:pt x="836" y="1544"/>
                  </a:cubicBezTo>
                  <a:cubicBezTo>
                    <a:pt x="856" y="1524"/>
                    <a:pt x="856" y="1524"/>
                    <a:pt x="856" y="1524"/>
                  </a:cubicBezTo>
                  <a:cubicBezTo>
                    <a:pt x="820" y="1504"/>
                    <a:pt x="820" y="1504"/>
                    <a:pt x="820" y="1504"/>
                  </a:cubicBezTo>
                  <a:cubicBezTo>
                    <a:pt x="864" y="1488"/>
                    <a:pt x="864" y="1488"/>
                    <a:pt x="864" y="1488"/>
                  </a:cubicBezTo>
                  <a:cubicBezTo>
                    <a:pt x="860" y="1452"/>
                    <a:pt x="860" y="1452"/>
                    <a:pt x="860" y="1452"/>
                  </a:cubicBezTo>
                  <a:cubicBezTo>
                    <a:pt x="936" y="1500"/>
                    <a:pt x="936" y="1500"/>
                    <a:pt x="936" y="1500"/>
                  </a:cubicBezTo>
                  <a:cubicBezTo>
                    <a:pt x="980" y="1520"/>
                    <a:pt x="980" y="1520"/>
                    <a:pt x="980" y="1520"/>
                  </a:cubicBezTo>
                  <a:cubicBezTo>
                    <a:pt x="976" y="1568"/>
                    <a:pt x="976" y="1568"/>
                    <a:pt x="976" y="1568"/>
                  </a:cubicBezTo>
                  <a:cubicBezTo>
                    <a:pt x="1020" y="1548"/>
                    <a:pt x="1020" y="1548"/>
                    <a:pt x="1020" y="1548"/>
                  </a:cubicBezTo>
                  <a:cubicBezTo>
                    <a:pt x="1044" y="1484"/>
                    <a:pt x="1044" y="1484"/>
                    <a:pt x="1044" y="1484"/>
                  </a:cubicBezTo>
                  <a:cubicBezTo>
                    <a:pt x="1044" y="1484"/>
                    <a:pt x="1076" y="1544"/>
                    <a:pt x="1064" y="1564"/>
                  </a:cubicBezTo>
                  <a:cubicBezTo>
                    <a:pt x="1052" y="1584"/>
                    <a:pt x="1068" y="1616"/>
                    <a:pt x="1068" y="1616"/>
                  </a:cubicBezTo>
                  <a:cubicBezTo>
                    <a:pt x="1068" y="1616"/>
                    <a:pt x="1104" y="1560"/>
                    <a:pt x="1092" y="1536"/>
                  </a:cubicBezTo>
                  <a:cubicBezTo>
                    <a:pt x="1080" y="1512"/>
                    <a:pt x="1124" y="1512"/>
                    <a:pt x="1124" y="1512"/>
                  </a:cubicBezTo>
                  <a:cubicBezTo>
                    <a:pt x="1156" y="1500"/>
                    <a:pt x="1156" y="1500"/>
                    <a:pt x="1156" y="1500"/>
                  </a:cubicBezTo>
                  <a:cubicBezTo>
                    <a:pt x="1180" y="1528"/>
                    <a:pt x="1180" y="1528"/>
                    <a:pt x="1180" y="1528"/>
                  </a:cubicBezTo>
                  <a:cubicBezTo>
                    <a:pt x="1252" y="1568"/>
                    <a:pt x="1252" y="1568"/>
                    <a:pt x="1252" y="1568"/>
                  </a:cubicBezTo>
                  <a:cubicBezTo>
                    <a:pt x="1276" y="1552"/>
                    <a:pt x="1276" y="1552"/>
                    <a:pt x="1276" y="1552"/>
                  </a:cubicBezTo>
                  <a:cubicBezTo>
                    <a:pt x="1248" y="1512"/>
                    <a:pt x="1248" y="1512"/>
                    <a:pt x="1248" y="1512"/>
                  </a:cubicBezTo>
                  <a:cubicBezTo>
                    <a:pt x="1268" y="1480"/>
                    <a:pt x="1268" y="1480"/>
                    <a:pt x="1268" y="1480"/>
                  </a:cubicBezTo>
                  <a:cubicBezTo>
                    <a:pt x="1256" y="1448"/>
                    <a:pt x="1256" y="1448"/>
                    <a:pt x="1256" y="1448"/>
                  </a:cubicBezTo>
                  <a:cubicBezTo>
                    <a:pt x="1276" y="1404"/>
                    <a:pt x="1276" y="1404"/>
                    <a:pt x="1276" y="1404"/>
                  </a:cubicBezTo>
                  <a:cubicBezTo>
                    <a:pt x="1304" y="1352"/>
                    <a:pt x="1304" y="1352"/>
                    <a:pt x="1304" y="1352"/>
                  </a:cubicBezTo>
                  <a:cubicBezTo>
                    <a:pt x="1348" y="1308"/>
                    <a:pt x="1348" y="1308"/>
                    <a:pt x="1348" y="1308"/>
                  </a:cubicBezTo>
                  <a:cubicBezTo>
                    <a:pt x="1396" y="1312"/>
                    <a:pt x="1396" y="1312"/>
                    <a:pt x="1396" y="1312"/>
                  </a:cubicBezTo>
                  <a:cubicBezTo>
                    <a:pt x="1428" y="1348"/>
                    <a:pt x="1428" y="1348"/>
                    <a:pt x="1428" y="1348"/>
                  </a:cubicBezTo>
                  <a:cubicBezTo>
                    <a:pt x="1416" y="1400"/>
                    <a:pt x="1416" y="1400"/>
                    <a:pt x="1416" y="1400"/>
                  </a:cubicBezTo>
                  <a:cubicBezTo>
                    <a:pt x="1380" y="1416"/>
                    <a:pt x="1380" y="1416"/>
                    <a:pt x="1380" y="1416"/>
                  </a:cubicBezTo>
                  <a:cubicBezTo>
                    <a:pt x="1392" y="1440"/>
                    <a:pt x="1392" y="1440"/>
                    <a:pt x="1392" y="1440"/>
                  </a:cubicBezTo>
                  <a:cubicBezTo>
                    <a:pt x="1428" y="1440"/>
                    <a:pt x="1428" y="1440"/>
                    <a:pt x="1428" y="1440"/>
                  </a:cubicBezTo>
                  <a:cubicBezTo>
                    <a:pt x="1460" y="1488"/>
                    <a:pt x="1460" y="1488"/>
                    <a:pt x="1460" y="1488"/>
                  </a:cubicBezTo>
                  <a:cubicBezTo>
                    <a:pt x="1488" y="1488"/>
                    <a:pt x="1488" y="1488"/>
                    <a:pt x="1488" y="1488"/>
                  </a:cubicBezTo>
                  <a:cubicBezTo>
                    <a:pt x="1472" y="1440"/>
                    <a:pt x="1472" y="1440"/>
                    <a:pt x="1472" y="1440"/>
                  </a:cubicBezTo>
                  <a:cubicBezTo>
                    <a:pt x="1548" y="1488"/>
                    <a:pt x="1548" y="1488"/>
                    <a:pt x="1548" y="1488"/>
                  </a:cubicBezTo>
                  <a:cubicBezTo>
                    <a:pt x="1592" y="1484"/>
                    <a:pt x="1592" y="1484"/>
                    <a:pt x="1592" y="1484"/>
                  </a:cubicBezTo>
                  <a:cubicBezTo>
                    <a:pt x="1504" y="1436"/>
                    <a:pt x="1504" y="1436"/>
                    <a:pt x="1504" y="1436"/>
                  </a:cubicBezTo>
                  <a:cubicBezTo>
                    <a:pt x="1576" y="1420"/>
                    <a:pt x="1576" y="1420"/>
                    <a:pt x="1576" y="1420"/>
                  </a:cubicBezTo>
                  <a:cubicBezTo>
                    <a:pt x="1588" y="1388"/>
                    <a:pt x="1588" y="1388"/>
                    <a:pt x="1588" y="1388"/>
                  </a:cubicBezTo>
                  <a:cubicBezTo>
                    <a:pt x="1520" y="1388"/>
                    <a:pt x="1520" y="1388"/>
                    <a:pt x="1520" y="1388"/>
                  </a:cubicBezTo>
                  <a:cubicBezTo>
                    <a:pt x="1568" y="1348"/>
                    <a:pt x="1568" y="1348"/>
                    <a:pt x="1568" y="1348"/>
                  </a:cubicBezTo>
                  <a:cubicBezTo>
                    <a:pt x="1544" y="1312"/>
                    <a:pt x="1544" y="1312"/>
                    <a:pt x="1544" y="1312"/>
                  </a:cubicBezTo>
                  <a:cubicBezTo>
                    <a:pt x="1580" y="1304"/>
                    <a:pt x="1580" y="1304"/>
                    <a:pt x="1580" y="1304"/>
                  </a:cubicBezTo>
                  <a:cubicBezTo>
                    <a:pt x="1576" y="1276"/>
                    <a:pt x="1576" y="1276"/>
                    <a:pt x="1576" y="1276"/>
                  </a:cubicBezTo>
                  <a:cubicBezTo>
                    <a:pt x="1632" y="1284"/>
                    <a:pt x="1632" y="1284"/>
                    <a:pt x="1632" y="1284"/>
                  </a:cubicBezTo>
                  <a:cubicBezTo>
                    <a:pt x="1660" y="1336"/>
                    <a:pt x="1660" y="1336"/>
                    <a:pt x="1660" y="1336"/>
                  </a:cubicBezTo>
                  <a:cubicBezTo>
                    <a:pt x="1660" y="1336"/>
                    <a:pt x="1692" y="1328"/>
                    <a:pt x="1692" y="1300"/>
                  </a:cubicBezTo>
                  <a:cubicBezTo>
                    <a:pt x="1692" y="1272"/>
                    <a:pt x="1728" y="1284"/>
                    <a:pt x="1728" y="1284"/>
                  </a:cubicBezTo>
                  <a:cubicBezTo>
                    <a:pt x="1764" y="1256"/>
                    <a:pt x="1764" y="1256"/>
                    <a:pt x="1764" y="1256"/>
                  </a:cubicBezTo>
                  <a:cubicBezTo>
                    <a:pt x="1796" y="1220"/>
                    <a:pt x="1796" y="1220"/>
                    <a:pt x="1796" y="1220"/>
                  </a:cubicBezTo>
                  <a:cubicBezTo>
                    <a:pt x="1932" y="1172"/>
                    <a:pt x="1932" y="1172"/>
                    <a:pt x="1932" y="1172"/>
                  </a:cubicBezTo>
                  <a:cubicBezTo>
                    <a:pt x="1928" y="1144"/>
                    <a:pt x="1928" y="1144"/>
                    <a:pt x="1928" y="1144"/>
                  </a:cubicBezTo>
                  <a:cubicBezTo>
                    <a:pt x="1864" y="1156"/>
                    <a:pt x="1864" y="1156"/>
                    <a:pt x="1864" y="1156"/>
                  </a:cubicBezTo>
                  <a:cubicBezTo>
                    <a:pt x="1904" y="1112"/>
                    <a:pt x="1904" y="1112"/>
                    <a:pt x="1904" y="1112"/>
                  </a:cubicBezTo>
                  <a:cubicBezTo>
                    <a:pt x="1848" y="1040"/>
                    <a:pt x="1848" y="1040"/>
                    <a:pt x="1848" y="1040"/>
                  </a:cubicBezTo>
                  <a:cubicBezTo>
                    <a:pt x="1848" y="996"/>
                    <a:pt x="1848" y="996"/>
                    <a:pt x="1848" y="996"/>
                  </a:cubicBezTo>
                  <a:cubicBezTo>
                    <a:pt x="1872" y="1016"/>
                    <a:pt x="1872" y="1016"/>
                    <a:pt x="1872" y="1016"/>
                  </a:cubicBezTo>
                  <a:cubicBezTo>
                    <a:pt x="1924" y="976"/>
                    <a:pt x="1924" y="976"/>
                    <a:pt x="1924" y="976"/>
                  </a:cubicBezTo>
                  <a:cubicBezTo>
                    <a:pt x="1924" y="936"/>
                    <a:pt x="1924" y="936"/>
                    <a:pt x="1924" y="936"/>
                  </a:cubicBezTo>
                  <a:cubicBezTo>
                    <a:pt x="1872" y="964"/>
                    <a:pt x="1872" y="964"/>
                    <a:pt x="1872" y="964"/>
                  </a:cubicBezTo>
                  <a:cubicBezTo>
                    <a:pt x="1872" y="928"/>
                    <a:pt x="1872" y="928"/>
                    <a:pt x="1872" y="928"/>
                  </a:cubicBezTo>
                  <a:cubicBezTo>
                    <a:pt x="1896" y="912"/>
                    <a:pt x="1896" y="912"/>
                    <a:pt x="1896" y="912"/>
                  </a:cubicBezTo>
                  <a:cubicBezTo>
                    <a:pt x="1896" y="872"/>
                    <a:pt x="1896" y="872"/>
                    <a:pt x="1896" y="872"/>
                  </a:cubicBezTo>
                  <a:cubicBezTo>
                    <a:pt x="1872" y="872"/>
                    <a:pt x="1872" y="872"/>
                    <a:pt x="1872" y="872"/>
                  </a:cubicBezTo>
                  <a:cubicBezTo>
                    <a:pt x="1936" y="804"/>
                    <a:pt x="1936" y="804"/>
                    <a:pt x="1936" y="804"/>
                  </a:cubicBezTo>
                  <a:cubicBezTo>
                    <a:pt x="1932" y="776"/>
                    <a:pt x="1932" y="776"/>
                    <a:pt x="1932" y="776"/>
                  </a:cubicBezTo>
                  <a:cubicBezTo>
                    <a:pt x="1892" y="776"/>
                    <a:pt x="1892" y="776"/>
                    <a:pt x="1892" y="776"/>
                  </a:cubicBezTo>
                  <a:cubicBezTo>
                    <a:pt x="1928" y="728"/>
                    <a:pt x="1928" y="728"/>
                    <a:pt x="1928" y="728"/>
                  </a:cubicBezTo>
                  <a:cubicBezTo>
                    <a:pt x="1920" y="672"/>
                    <a:pt x="1920" y="672"/>
                    <a:pt x="1920" y="672"/>
                  </a:cubicBezTo>
                  <a:cubicBezTo>
                    <a:pt x="1868" y="660"/>
                    <a:pt x="1868" y="660"/>
                    <a:pt x="1868" y="660"/>
                  </a:cubicBezTo>
                  <a:cubicBezTo>
                    <a:pt x="1852" y="612"/>
                    <a:pt x="1852" y="612"/>
                    <a:pt x="1852" y="612"/>
                  </a:cubicBezTo>
                  <a:cubicBezTo>
                    <a:pt x="1880" y="588"/>
                    <a:pt x="1880" y="588"/>
                    <a:pt x="1880" y="588"/>
                  </a:cubicBezTo>
                  <a:cubicBezTo>
                    <a:pt x="1868" y="556"/>
                    <a:pt x="1868" y="556"/>
                    <a:pt x="1868" y="556"/>
                  </a:cubicBezTo>
                  <a:cubicBezTo>
                    <a:pt x="1900" y="556"/>
                    <a:pt x="1900" y="556"/>
                    <a:pt x="1900" y="556"/>
                  </a:cubicBezTo>
                  <a:cubicBezTo>
                    <a:pt x="1916" y="528"/>
                    <a:pt x="1916" y="528"/>
                    <a:pt x="1916" y="528"/>
                  </a:cubicBezTo>
                  <a:cubicBezTo>
                    <a:pt x="1880" y="504"/>
                    <a:pt x="1880" y="504"/>
                    <a:pt x="1880" y="504"/>
                  </a:cubicBezTo>
                  <a:cubicBezTo>
                    <a:pt x="1856" y="376"/>
                    <a:pt x="1856" y="376"/>
                    <a:pt x="1856" y="376"/>
                  </a:cubicBezTo>
                  <a:cubicBezTo>
                    <a:pt x="1792" y="364"/>
                    <a:pt x="1792" y="364"/>
                    <a:pt x="1792" y="364"/>
                  </a:cubicBezTo>
                  <a:cubicBezTo>
                    <a:pt x="1732" y="304"/>
                    <a:pt x="1732" y="304"/>
                    <a:pt x="1732" y="304"/>
                  </a:cubicBezTo>
                  <a:cubicBezTo>
                    <a:pt x="1760" y="268"/>
                    <a:pt x="1760" y="268"/>
                    <a:pt x="1760" y="268"/>
                  </a:cubicBezTo>
                  <a:cubicBezTo>
                    <a:pt x="1736" y="208"/>
                    <a:pt x="1736" y="208"/>
                    <a:pt x="1736" y="208"/>
                  </a:cubicBezTo>
                  <a:cubicBezTo>
                    <a:pt x="1700" y="276"/>
                    <a:pt x="1700" y="276"/>
                    <a:pt x="1700" y="276"/>
                  </a:cubicBezTo>
                  <a:cubicBezTo>
                    <a:pt x="1672" y="196"/>
                    <a:pt x="1672" y="196"/>
                    <a:pt x="1672" y="196"/>
                  </a:cubicBezTo>
                  <a:cubicBezTo>
                    <a:pt x="1636" y="192"/>
                    <a:pt x="1636" y="192"/>
                    <a:pt x="1636" y="192"/>
                  </a:cubicBezTo>
                  <a:cubicBezTo>
                    <a:pt x="1596" y="156"/>
                    <a:pt x="1596" y="156"/>
                    <a:pt x="1596" y="156"/>
                  </a:cubicBezTo>
                  <a:cubicBezTo>
                    <a:pt x="1544" y="132"/>
                    <a:pt x="1544" y="132"/>
                    <a:pt x="1544" y="132"/>
                  </a:cubicBezTo>
                  <a:cubicBezTo>
                    <a:pt x="1516" y="104"/>
                    <a:pt x="1516" y="104"/>
                    <a:pt x="1516" y="104"/>
                  </a:cubicBezTo>
                  <a:cubicBezTo>
                    <a:pt x="1516" y="64"/>
                    <a:pt x="1516" y="64"/>
                    <a:pt x="1516" y="64"/>
                  </a:cubicBezTo>
                  <a:cubicBezTo>
                    <a:pt x="1564" y="88"/>
                    <a:pt x="1564" y="88"/>
                    <a:pt x="1564" y="88"/>
                  </a:cubicBezTo>
                  <a:cubicBezTo>
                    <a:pt x="1564" y="88"/>
                    <a:pt x="1568" y="40"/>
                    <a:pt x="1504" y="48"/>
                  </a:cubicBezTo>
                  <a:cubicBezTo>
                    <a:pt x="1476" y="20"/>
                    <a:pt x="1476" y="20"/>
                    <a:pt x="1476" y="20"/>
                  </a:cubicBezTo>
                  <a:cubicBezTo>
                    <a:pt x="1452" y="32"/>
                    <a:pt x="1452" y="32"/>
                    <a:pt x="1452" y="32"/>
                  </a:cubicBezTo>
                  <a:cubicBezTo>
                    <a:pt x="1424" y="96"/>
                    <a:pt x="1424" y="96"/>
                    <a:pt x="1424" y="96"/>
                  </a:cubicBezTo>
                  <a:cubicBezTo>
                    <a:pt x="1336" y="88"/>
                    <a:pt x="1336" y="88"/>
                    <a:pt x="1336" y="88"/>
                  </a:cubicBezTo>
                  <a:cubicBezTo>
                    <a:pt x="1300" y="60"/>
                    <a:pt x="1300" y="60"/>
                    <a:pt x="1300" y="60"/>
                  </a:cubicBezTo>
                  <a:cubicBezTo>
                    <a:pt x="1336" y="24"/>
                    <a:pt x="1336" y="24"/>
                    <a:pt x="1336" y="24"/>
                  </a:cubicBezTo>
                  <a:cubicBezTo>
                    <a:pt x="1288" y="20"/>
                    <a:pt x="1288" y="20"/>
                    <a:pt x="1288" y="20"/>
                  </a:cubicBezTo>
                  <a:cubicBezTo>
                    <a:pt x="1248" y="60"/>
                    <a:pt x="1248" y="60"/>
                    <a:pt x="1248" y="60"/>
                  </a:cubicBezTo>
                  <a:cubicBezTo>
                    <a:pt x="1188" y="72"/>
                    <a:pt x="1188" y="72"/>
                    <a:pt x="1188" y="72"/>
                  </a:cubicBezTo>
                  <a:cubicBezTo>
                    <a:pt x="1232" y="20"/>
                    <a:pt x="1232" y="20"/>
                    <a:pt x="1232" y="20"/>
                  </a:cubicBezTo>
                  <a:cubicBezTo>
                    <a:pt x="1184" y="20"/>
                    <a:pt x="1184" y="20"/>
                    <a:pt x="1184" y="20"/>
                  </a:cubicBezTo>
                  <a:cubicBezTo>
                    <a:pt x="1160" y="68"/>
                    <a:pt x="1160" y="68"/>
                    <a:pt x="1160" y="68"/>
                  </a:cubicBezTo>
                  <a:cubicBezTo>
                    <a:pt x="1120" y="60"/>
                    <a:pt x="1120" y="60"/>
                    <a:pt x="1120" y="60"/>
                  </a:cubicBezTo>
                  <a:cubicBezTo>
                    <a:pt x="1040" y="16"/>
                    <a:pt x="1040" y="16"/>
                    <a:pt x="1040" y="16"/>
                  </a:cubicBezTo>
                  <a:cubicBezTo>
                    <a:pt x="1016" y="48"/>
                    <a:pt x="1016" y="48"/>
                    <a:pt x="1016" y="48"/>
                  </a:cubicBezTo>
                  <a:cubicBezTo>
                    <a:pt x="980" y="24"/>
                    <a:pt x="980" y="24"/>
                    <a:pt x="980" y="24"/>
                  </a:cubicBezTo>
                  <a:cubicBezTo>
                    <a:pt x="948" y="0"/>
                    <a:pt x="948" y="0"/>
                    <a:pt x="948" y="0"/>
                  </a:cubicBezTo>
                  <a:cubicBezTo>
                    <a:pt x="928" y="28"/>
                    <a:pt x="928" y="28"/>
                    <a:pt x="928" y="28"/>
                  </a:cubicBezTo>
                  <a:cubicBezTo>
                    <a:pt x="952" y="48"/>
                    <a:pt x="952" y="48"/>
                    <a:pt x="952" y="48"/>
                  </a:cubicBezTo>
                  <a:cubicBezTo>
                    <a:pt x="908" y="60"/>
                    <a:pt x="908" y="60"/>
                    <a:pt x="908" y="60"/>
                  </a:cubicBezTo>
                  <a:cubicBezTo>
                    <a:pt x="888" y="20"/>
                    <a:pt x="888" y="20"/>
                    <a:pt x="888" y="20"/>
                  </a:cubicBezTo>
                  <a:cubicBezTo>
                    <a:pt x="836" y="20"/>
                    <a:pt x="836" y="20"/>
                    <a:pt x="836" y="20"/>
                  </a:cubicBezTo>
                  <a:cubicBezTo>
                    <a:pt x="872" y="56"/>
                    <a:pt x="872" y="56"/>
                    <a:pt x="872" y="56"/>
                  </a:cubicBezTo>
                  <a:cubicBezTo>
                    <a:pt x="872" y="56"/>
                    <a:pt x="856" y="40"/>
                    <a:pt x="820" y="56"/>
                  </a:cubicBezTo>
                  <a:cubicBezTo>
                    <a:pt x="784" y="72"/>
                    <a:pt x="756" y="28"/>
                    <a:pt x="756" y="28"/>
                  </a:cubicBezTo>
                  <a:cubicBezTo>
                    <a:pt x="756" y="92"/>
                    <a:pt x="756" y="92"/>
                    <a:pt x="756" y="92"/>
                  </a:cubicBezTo>
                  <a:cubicBezTo>
                    <a:pt x="780" y="120"/>
                    <a:pt x="780" y="120"/>
                    <a:pt x="780" y="120"/>
                  </a:cubicBezTo>
                  <a:cubicBezTo>
                    <a:pt x="724" y="108"/>
                    <a:pt x="724" y="108"/>
                    <a:pt x="724" y="108"/>
                  </a:cubicBezTo>
                  <a:cubicBezTo>
                    <a:pt x="660" y="92"/>
                    <a:pt x="660" y="92"/>
                    <a:pt x="660" y="92"/>
                  </a:cubicBezTo>
                  <a:cubicBezTo>
                    <a:pt x="600" y="120"/>
                    <a:pt x="600" y="120"/>
                    <a:pt x="600" y="120"/>
                  </a:cubicBezTo>
                  <a:cubicBezTo>
                    <a:pt x="600" y="120"/>
                    <a:pt x="520" y="88"/>
                    <a:pt x="528" y="108"/>
                  </a:cubicBezTo>
                  <a:cubicBezTo>
                    <a:pt x="536" y="128"/>
                    <a:pt x="484" y="172"/>
                    <a:pt x="484" y="172"/>
                  </a:cubicBezTo>
                  <a:cubicBezTo>
                    <a:pt x="476" y="132"/>
                    <a:pt x="476" y="132"/>
                    <a:pt x="476" y="132"/>
                  </a:cubicBezTo>
                  <a:cubicBezTo>
                    <a:pt x="472" y="84"/>
                    <a:pt x="472" y="84"/>
                    <a:pt x="472" y="84"/>
                  </a:cubicBezTo>
                  <a:cubicBezTo>
                    <a:pt x="452" y="88"/>
                    <a:pt x="452" y="88"/>
                    <a:pt x="452" y="88"/>
                  </a:cubicBezTo>
                  <a:cubicBezTo>
                    <a:pt x="420" y="36"/>
                    <a:pt x="420" y="36"/>
                    <a:pt x="420" y="36"/>
                  </a:cubicBezTo>
                  <a:cubicBezTo>
                    <a:pt x="404" y="40"/>
                    <a:pt x="404" y="40"/>
                    <a:pt x="404" y="40"/>
                  </a:cubicBezTo>
                  <a:cubicBezTo>
                    <a:pt x="400" y="72"/>
                    <a:pt x="400" y="72"/>
                    <a:pt x="400" y="72"/>
                  </a:cubicBezTo>
                  <a:cubicBezTo>
                    <a:pt x="384" y="84"/>
                    <a:pt x="384" y="84"/>
                    <a:pt x="384" y="84"/>
                  </a:cubicBezTo>
                  <a:cubicBezTo>
                    <a:pt x="416" y="124"/>
                    <a:pt x="416" y="124"/>
                    <a:pt x="416" y="124"/>
                  </a:cubicBezTo>
                  <a:cubicBezTo>
                    <a:pt x="384" y="132"/>
                    <a:pt x="384" y="132"/>
                    <a:pt x="384" y="132"/>
                  </a:cubicBezTo>
                  <a:cubicBezTo>
                    <a:pt x="384" y="132"/>
                    <a:pt x="320" y="124"/>
                    <a:pt x="304" y="144"/>
                  </a:cubicBezTo>
                  <a:cubicBezTo>
                    <a:pt x="288" y="164"/>
                    <a:pt x="268" y="140"/>
                    <a:pt x="268" y="140"/>
                  </a:cubicBezTo>
                  <a:cubicBezTo>
                    <a:pt x="248" y="168"/>
                    <a:pt x="248" y="168"/>
                    <a:pt x="248" y="168"/>
                  </a:cubicBezTo>
                  <a:cubicBezTo>
                    <a:pt x="252" y="192"/>
                    <a:pt x="252" y="192"/>
                    <a:pt x="252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8" y="192"/>
                    <a:pt x="156" y="156"/>
                    <a:pt x="184" y="208"/>
                  </a:cubicBezTo>
                  <a:cubicBezTo>
                    <a:pt x="212" y="260"/>
                    <a:pt x="252" y="276"/>
                    <a:pt x="252" y="276"/>
                  </a:cubicBezTo>
                  <a:cubicBezTo>
                    <a:pt x="244" y="300"/>
                    <a:pt x="244" y="300"/>
                    <a:pt x="244" y="300"/>
                  </a:cubicBezTo>
                  <a:cubicBezTo>
                    <a:pt x="292" y="316"/>
                    <a:pt x="292" y="316"/>
                    <a:pt x="292" y="316"/>
                  </a:cubicBezTo>
                  <a:cubicBezTo>
                    <a:pt x="320" y="304"/>
                    <a:pt x="320" y="304"/>
                    <a:pt x="320" y="304"/>
                  </a:cubicBezTo>
                  <a:cubicBezTo>
                    <a:pt x="320" y="304"/>
                    <a:pt x="296" y="340"/>
                    <a:pt x="264" y="344"/>
                  </a:cubicBezTo>
                  <a:cubicBezTo>
                    <a:pt x="232" y="348"/>
                    <a:pt x="236" y="384"/>
                    <a:pt x="236" y="384"/>
                  </a:cubicBezTo>
                  <a:cubicBezTo>
                    <a:pt x="184" y="344"/>
                    <a:pt x="184" y="344"/>
                    <a:pt x="184" y="344"/>
                  </a:cubicBezTo>
                  <a:cubicBezTo>
                    <a:pt x="184" y="344"/>
                    <a:pt x="160" y="344"/>
                    <a:pt x="176" y="384"/>
                  </a:cubicBezTo>
                  <a:cubicBezTo>
                    <a:pt x="192" y="424"/>
                    <a:pt x="128" y="384"/>
                    <a:pt x="128" y="384"/>
                  </a:cubicBezTo>
                  <a:cubicBezTo>
                    <a:pt x="84" y="388"/>
                    <a:pt x="84" y="388"/>
                    <a:pt x="84" y="388"/>
                  </a:cubicBezTo>
                  <a:cubicBezTo>
                    <a:pt x="92" y="440"/>
                    <a:pt x="92" y="440"/>
                    <a:pt x="92" y="440"/>
                  </a:cubicBezTo>
                  <a:cubicBezTo>
                    <a:pt x="80" y="484"/>
                    <a:pt x="80" y="484"/>
                    <a:pt x="80" y="484"/>
                  </a:cubicBezTo>
                  <a:cubicBezTo>
                    <a:pt x="52" y="464"/>
                    <a:pt x="52" y="464"/>
                    <a:pt x="52" y="464"/>
                  </a:cubicBezTo>
                  <a:cubicBezTo>
                    <a:pt x="32" y="524"/>
                    <a:pt x="32" y="524"/>
                    <a:pt x="32" y="524"/>
                  </a:cubicBezTo>
                  <a:cubicBezTo>
                    <a:pt x="40" y="576"/>
                    <a:pt x="40" y="576"/>
                    <a:pt x="40" y="576"/>
                  </a:cubicBezTo>
                  <a:cubicBezTo>
                    <a:pt x="0" y="604"/>
                    <a:pt x="0" y="604"/>
                    <a:pt x="0" y="604"/>
                  </a:cubicBezTo>
                  <a:cubicBezTo>
                    <a:pt x="8" y="676"/>
                    <a:pt x="8" y="676"/>
                    <a:pt x="8" y="676"/>
                  </a:cubicBezTo>
                  <a:cubicBezTo>
                    <a:pt x="48" y="676"/>
                    <a:pt x="48" y="676"/>
                    <a:pt x="48" y="676"/>
                  </a:cubicBezTo>
                  <a:cubicBezTo>
                    <a:pt x="60" y="708"/>
                    <a:pt x="60" y="708"/>
                    <a:pt x="60" y="708"/>
                  </a:cubicBezTo>
                  <a:cubicBezTo>
                    <a:pt x="48" y="736"/>
                    <a:pt x="48" y="736"/>
                    <a:pt x="48" y="736"/>
                  </a:cubicBezTo>
                  <a:cubicBezTo>
                    <a:pt x="76" y="776"/>
                    <a:pt x="76" y="776"/>
                    <a:pt x="76" y="776"/>
                  </a:cubicBezTo>
                  <a:cubicBezTo>
                    <a:pt x="120" y="772"/>
                    <a:pt x="120" y="772"/>
                    <a:pt x="120" y="772"/>
                  </a:cubicBezTo>
                  <a:cubicBezTo>
                    <a:pt x="144" y="840"/>
                    <a:pt x="144" y="840"/>
                    <a:pt x="144" y="840"/>
                  </a:cubicBezTo>
                  <a:cubicBezTo>
                    <a:pt x="132" y="876"/>
                    <a:pt x="132" y="876"/>
                    <a:pt x="132" y="876"/>
                  </a:cubicBezTo>
                  <a:cubicBezTo>
                    <a:pt x="132" y="876"/>
                    <a:pt x="164" y="944"/>
                    <a:pt x="192" y="924"/>
                  </a:cubicBezTo>
                  <a:cubicBezTo>
                    <a:pt x="220" y="904"/>
                    <a:pt x="228" y="928"/>
                    <a:pt x="228" y="928"/>
                  </a:cubicBezTo>
                  <a:close/>
                </a:path>
              </a:pathLst>
            </a:custGeom>
            <a:solidFill>
              <a:srgbClr val="FC6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9" name="Freeform 377">
              <a:extLst>
                <a:ext uri="{FF2B5EF4-FFF2-40B4-BE49-F238E27FC236}">
                  <a16:creationId xmlns:a16="http://schemas.microsoft.com/office/drawing/2014/main" id="{36E61FEF-3894-4904-8C03-586D2404C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249"/>
              <a:ext cx="701" cy="588"/>
            </a:xfrm>
            <a:custGeom>
              <a:avLst/>
              <a:gdLst>
                <a:gd name="T0" fmla="*/ 5 w 754"/>
                <a:gd name="T1" fmla="*/ 119 h 632"/>
                <a:gd name="T2" fmla="*/ 68 w 754"/>
                <a:gd name="T3" fmla="*/ 127 h 632"/>
                <a:gd name="T4" fmla="*/ 109 w 754"/>
                <a:gd name="T5" fmla="*/ 133 h 632"/>
                <a:gd name="T6" fmla="*/ 108 w 754"/>
                <a:gd name="T7" fmla="*/ 95 h 632"/>
                <a:gd name="T8" fmla="*/ 167 w 754"/>
                <a:gd name="T9" fmla="*/ 99 h 632"/>
                <a:gd name="T10" fmla="*/ 269 w 754"/>
                <a:gd name="T11" fmla="*/ 207 h 632"/>
                <a:gd name="T12" fmla="*/ 184 w 754"/>
                <a:gd name="T13" fmla="*/ 170 h 632"/>
                <a:gd name="T14" fmla="*/ 188 w 754"/>
                <a:gd name="T15" fmla="*/ 109 h 632"/>
                <a:gd name="T16" fmla="*/ 186 w 754"/>
                <a:gd name="T17" fmla="*/ 82 h 632"/>
                <a:gd name="T18" fmla="*/ 213 w 754"/>
                <a:gd name="T19" fmla="*/ 57 h 632"/>
                <a:gd name="T20" fmla="*/ 245 w 754"/>
                <a:gd name="T21" fmla="*/ 88 h 632"/>
                <a:gd name="T22" fmla="*/ 268 w 754"/>
                <a:gd name="T23" fmla="*/ 102 h 632"/>
                <a:gd name="T24" fmla="*/ 279 w 754"/>
                <a:gd name="T25" fmla="*/ 178 h 632"/>
                <a:gd name="T26" fmla="*/ 557 w 754"/>
                <a:gd name="T27" fmla="*/ 255 h 632"/>
                <a:gd name="T28" fmla="*/ 484 w 754"/>
                <a:gd name="T29" fmla="*/ 180 h 632"/>
                <a:gd name="T30" fmla="*/ 428 w 754"/>
                <a:gd name="T31" fmla="*/ 200 h 632"/>
                <a:gd name="T32" fmla="*/ 388 w 754"/>
                <a:gd name="T33" fmla="*/ 195 h 632"/>
                <a:gd name="T34" fmla="*/ 358 w 754"/>
                <a:gd name="T35" fmla="*/ 165 h 632"/>
                <a:gd name="T36" fmla="*/ 383 w 754"/>
                <a:gd name="T37" fmla="*/ 139 h 632"/>
                <a:gd name="T38" fmla="*/ 433 w 754"/>
                <a:gd name="T39" fmla="*/ 105 h 632"/>
                <a:gd name="T40" fmla="*/ 461 w 754"/>
                <a:gd name="T41" fmla="*/ 102 h 632"/>
                <a:gd name="T42" fmla="*/ 451 w 754"/>
                <a:gd name="T43" fmla="*/ 68 h 632"/>
                <a:gd name="T44" fmla="*/ 449 w 754"/>
                <a:gd name="T45" fmla="*/ 37 h 632"/>
                <a:gd name="T46" fmla="*/ 474 w 754"/>
                <a:gd name="T47" fmla="*/ 17 h 632"/>
                <a:gd name="T48" fmla="*/ 490 w 754"/>
                <a:gd name="T49" fmla="*/ 34 h 632"/>
                <a:gd name="T50" fmla="*/ 509 w 754"/>
                <a:gd name="T51" fmla="*/ 68 h 632"/>
                <a:gd name="T52" fmla="*/ 528 w 754"/>
                <a:gd name="T53" fmla="*/ 107 h 632"/>
                <a:gd name="T54" fmla="*/ 606 w 754"/>
                <a:gd name="T55" fmla="*/ 272 h 632"/>
                <a:gd name="T56" fmla="*/ 543 w 754"/>
                <a:gd name="T57" fmla="*/ 266 h 632"/>
                <a:gd name="T58" fmla="*/ 544 w 754"/>
                <a:gd name="T59" fmla="*/ 292 h 632"/>
                <a:gd name="T60" fmla="*/ 506 w 754"/>
                <a:gd name="T61" fmla="*/ 333 h 632"/>
                <a:gd name="T62" fmla="*/ 489 w 754"/>
                <a:gd name="T63" fmla="*/ 287 h 632"/>
                <a:gd name="T64" fmla="*/ 493 w 754"/>
                <a:gd name="T65" fmla="*/ 408 h 632"/>
                <a:gd name="T66" fmla="*/ 471 w 754"/>
                <a:gd name="T67" fmla="*/ 447 h 632"/>
                <a:gd name="T68" fmla="*/ 413 w 754"/>
                <a:gd name="T69" fmla="*/ 481 h 632"/>
                <a:gd name="T70" fmla="*/ 365 w 754"/>
                <a:gd name="T71" fmla="*/ 493 h 632"/>
                <a:gd name="T72" fmla="*/ 326 w 754"/>
                <a:gd name="T73" fmla="*/ 479 h 632"/>
                <a:gd name="T74" fmla="*/ 325 w 754"/>
                <a:gd name="T75" fmla="*/ 438 h 632"/>
                <a:gd name="T76" fmla="*/ 326 w 754"/>
                <a:gd name="T77" fmla="*/ 391 h 632"/>
                <a:gd name="T78" fmla="*/ 338 w 754"/>
                <a:gd name="T79" fmla="*/ 354 h 632"/>
                <a:gd name="T80" fmla="*/ 467 w 754"/>
                <a:gd name="T81" fmla="*/ 295 h 632"/>
                <a:gd name="T82" fmla="*/ 377 w 754"/>
                <a:gd name="T83" fmla="*/ 319 h 632"/>
                <a:gd name="T84" fmla="*/ 338 w 754"/>
                <a:gd name="T85" fmla="*/ 322 h 632"/>
                <a:gd name="T86" fmla="*/ 340 w 754"/>
                <a:gd name="T87" fmla="*/ 291 h 632"/>
                <a:gd name="T88" fmla="*/ 376 w 754"/>
                <a:gd name="T89" fmla="*/ 254 h 632"/>
                <a:gd name="T90" fmla="*/ 507 w 754"/>
                <a:gd name="T91" fmla="*/ 261 h 632"/>
                <a:gd name="T92" fmla="*/ 256 w 754"/>
                <a:gd name="T93" fmla="*/ 226 h 632"/>
                <a:gd name="T94" fmla="*/ 249 w 754"/>
                <a:gd name="T95" fmla="*/ 272 h 632"/>
                <a:gd name="T96" fmla="*/ 206 w 754"/>
                <a:gd name="T97" fmla="*/ 273 h 632"/>
                <a:gd name="T98" fmla="*/ 166 w 754"/>
                <a:gd name="T99" fmla="*/ 344 h 632"/>
                <a:gd name="T100" fmla="*/ 142 w 754"/>
                <a:gd name="T101" fmla="*/ 356 h 632"/>
                <a:gd name="T102" fmla="*/ 88 w 754"/>
                <a:gd name="T103" fmla="*/ 376 h 632"/>
                <a:gd name="T104" fmla="*/ 91 w 754"/>
                <a:gd name="T105" fmla="*/ 295 h 632"/>
                <a:gd name="T106" fmla="*/ 110 w 754"/>
                <a:gd name="T107" fmla="*/ 256 h 632"/>
                <a:gd name="T108" fmla="*/ 245 w 754"/>
                <a:gd name="T109" fmla="*/ 215 h 632"/>
                <a:gd name="T110" fmla="*/ 63 w 754"/>
                <a:gd name="T111" fmla="*/ 247 h 632"/>
                <a:gd name="T112" fmla="*/ 32 w 754"/>
                <a:gd name="T113" fmla="*/ 235 h 632"/>
                <a:gd name="T114" fmla="*/ 64 w 754"/>
                <a:gd name="T115" fmla="*/ 201 h 632"/>
                <a:gd name="T116" fmla="*/ 55 w 754"/>
                <a:gd name="T117" fmla="*/ 195 h 632"/>
                <a:gd name="T118" fmla="*/ 44 w 754"/>
                <a:gd name="T119" fmla="*/ 169 h 632"/>
                <a:gd name="T120" fmla="*/ 17 w 754"/>
                <a:gd name="T121" fmla="*/ 148 h 6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4" h="632">
                  <a:moveTo>
                    <a:pt x="3" y="149"/>
                  </a:moveTo>
                  <a:cubicBezTo>
                    <a:pt x="3" y="149"/>
                    <a:pt x="3" y="149"/>
                    <a:pt x="5" y="148"/>
                  </a:cubicBezTo>
                  <a:cubicBezTo>
                    <a:pt x="11" y="147"/>
                    <a:pt x="28" y="143"/>
                    <a:pt x="40" y="147"/>
                  </a:cubicBezTo>
                  <a:cubicBezTo>
                    <a:pt x="55" y="153"/>
                    <a:pt x="31" y="99"/>
                    <a:pt x="84" y="157"/>
                  </a:cubicBezTo>
                  <a:cubicBezTo>
                    <a:pt x="84" y="157"/>
                    <a:pt x="80" y="123"/>
                    <a:pt x="86" y="119"/>
                  </a:cubicBezTo>
                  <a:cubicBezTo>
                    <a:pt x="91" y="115"/>
                    <a:pt x="122" y="142"/>
                    <a:pt x="135" y="166"/>
                  </a:cubicBezTo>
                  <a:cubicBezTo>
                    <a:pt x="149" y="190"/>
                    <a:pt x="192" y="223"/>
                    <a:pt x="182" y="205"/>
                  </a:cubicBezTo>
                  <a:cubicBezTo>
                    <a:pt x="173" y="188"/>
                    <a:pt x="117" y="184"/>
                    <a:pt x="134" y="118"/>
                  </a:cubicBezTo>
                  <a:cubicBezTo>
                    <a:pt x="134" y="118"/>
                    <a:pt x="174" y="111"/>
                    <a:pt x="186" y="134"/>
                  </a:cubicBezTo>
                  <a:cubicBezTo>
                    <a:pt x="198" y="157"/>
                    <a:pt x="190" y="105"/>
                    <a:pt x="209" y="123"/>
                  </a:cubicBezTo>
                  <a:cubicBezTo>
                    <a:pt x="228" y="142"/>
                    <a:pt x="221" y="197"/>
                    <a:pt x="249" y="223"/>
                  </a:cubicBezTo>
                  <a:cubicBezTo>
                    <a:pt x="278" y="248"/>
                    <a:pt x="304" y="260"/>
                    <a:pt x="335" y="257"/>
                  </a:cubicBezTo>
                  <a:cubicBezTo>
                    <a:pt x="366" y="255"/>
                    <a:pt x="338" y="239"/>
                    <a:pt x="316" y="235"/>
                  </a:cubicBezTo>
                  <a:cubicBezTo>
                    <a:pt x="295" y="231"/>
                    <a:pt x="229" y="212"/>
                    <a:pt x="229" y="212"/>
                  </a:cubicBezTo>
                  <a:cubicBezTo>
                    <a:pt x="229" y="212"/>
                    <a:pt x="212" y="172"/>
                    <a:pt x="241" y="172"/>
                  </a:cubicBezTo>
                  <a:cubicBezTo>
                    <a:pt x="241" y="172"/>
                    <a:pt x="231" y="149"/>
                    <a:pt x="233" y="135"/>
                  </a:cubicBezTo>
                  <a:cubicBezTo>
                    <a:pt x="233" y="135"/>
                    <a:pt x="241" y="133"/>
                    <a:pt x="249" y="135"/>
                  </a:cubicBezTo>
                  <a:cubicBezTo>
                    <a:pt x="249" y="135"/>
                    <a:pt x="233" y="113"/>
                    <a:pt x="231" y="102"/>
                  </a:cubicBezTo>
                  <a:cubicBezTo>
                    <a:pt x="228" y="91"/>
                    <a:pt x="239" y="92"/>
                    <a:pt x="228" y="67"/>
                  </a:cubicBezTo>
                  <a:cubicBezTo>
                    <a:pt x="228" y="67"/>
                    <a:pt x="251" y="63"/>
                    <a:pt x="265" y="71"/>
                  </a:cubicBezTo>
                  <a:cubicBezTo>
                    <a:pt x="280" y="79"/>
                    <a:pt x="275" y="58"/>
                    <a:pt x="284" y="66"/>
                  </a:cubicBezTo>
                  <a:cubicBezTo>
                    <a:pt x="284" y="66"/>
                    <a:pt x="304" y="92"/>
                    <a:pt x="304" y="110"/>
                  </a:cubicBezTo>
                  <a:cubicBezTo>
                    <a:pt x="304" y="110"/>
                    <a:pt x="306" y="76"/>
                    <a:pt x="316" y="76"/>
                  </a:cubicBezTo>
                  <a:cubicBezTo>
                    <a:pt x="327" y="76"/>
                    <a:pt x="334" y="117"/>
                    <a:pt x="333" y="127"/>
                  </a:cubicBezTo>
                  <a:cubicBezTo>
                    <a:pt x="331" y="138"/>
                    <a:pt x="349" y="82"/>
                    <a:pt x="357" y="83"/>
                  </a:cubicBezTo>
                  <a:cubicBezTo>
                    <a:pt x="365" y="84"/>
                    <a:pt x="329" y="189"/>
                    <a:pt x="347" y="220"/>
                  </a:cubicBezTo>
                  <a:cubicBezTo>
                    <a:pt x="366" y="251"/>
                    <a:pt x="351" y="261"/>
                    <a:pt x="398" y="274"/>
                  </a:cubicBezTo>
                  <a:cubicBezTo>
                    <a:pt x="445" y="286"/>
                    <a:pt x="668" y="319"/>
                    <a:pt x="693" y="316"/>
                  </a:cubicBezTo>
                  <a:cubicBezTo>
                    <a:pt x="719" y="314"/>
                    <a:pt x="655" y="296"/>
                    <a:pt x="618" y="216"/>
                  </a:cubicBezTo>
                  <a:cubicBezTo>
                    <a:pt x="610" y="198"/>
                    <a:pt x="606" y="219"/>
                    <a:pt x="602" y="224"/>
                  </a:cubicBezTo>
                  <a:cubicBezTo>
                    <a:pt x="598" y="229"/>
                    <a:pt x="562" y="295"/>
                    <a:pt x="523" y="272"/>
                  </a:cubicBezTo>
                  <a:cubicBezTo>
                    <a:pt x="532" y="248"/>
                    <a:pt x="532" y="248"/>
                    <a:pt x="532" y="248"/>
                  </a:cubicBezTo>
                  <a:cubicBezTo>
                    <a:pt x="532" y="248"/>
                    <a:pt x="491" y="267"/>
                    <a:pt x="477" y="253"/>
                  </a:cubicBezTo>
                  <a:cubicBezTo>
                    <a:pt x="483" y="243"/>
                    <a:pt x="483" y="243"/>
                    <a:pt x="483" y="243"/>
                  </a:cubicBezTo>
                  <a:cubicBezTo>
                    <a:pt x="483" y="243"/>
                    <a:pt x="440" y="257"/>
                    <a:pt x="432" y="224"/>
                  </a:cubicBezTo>
                  <a:cubicBezTo>
                    <a:pt x="432" y="224"/>
                    <a:pt x="437" y="206"/>
                    <a:pt x="445" y="204"/>
                  </a:cubicBezTo>
                  <a:cubicBezTo>
                    <a:pt x="453" y="201"/>
                    <a:pt x="451" y="189"/>
                    <a:pt x="471" y="189"/>
                  </a:cubicBezTo>
                  <a:cubicBezTo>
                    <a:pt x="491" y="189"/>
                    <a:pt x="476" y="172"/>
                    <a:pt x="476" y="172"/>
                  </a:cubicBezTo>
                  <a:cubicBezTo>
                    <a:pt x="476" y="172"/>
                    <a:pt x="491" y="149"/>
                    <a:pt x="519" y="158"/>
                  </a:cubicBezTo>
                  <a:cubicBezTo>
                    <a:pt x="547" y="168"/>
                    <a:pt x="512" y="119"/>
                    <a:pt x="539" y="130"/>
                  </a:cubicBezTo>
                  <a:cubicBezTo>
                    <a:pt x="566" y="141"/>
                    <a:pt x="582" y="190"/>
                    <a:pt x="613" y="197"/>
                  </a:cubicBezTo>
                  <a:cubicBezTo>
                    <a:pt x="613" y="197"/>
                    <a:pt x="594" y="142"/>
                    <a:pt x="573" y="127"/>
                  </a:cubicBezTo>
                  <a:cubicBezTo>
                    <a:pt x="551" y="113"/>
                    <a:pt x="544" y="98"/>
                    <a:pt x="542" y="84"/>
                  </a:cubicBezTo>
                  <a:cubicBezTo>
                    <a:pt x="542" y="84"/>
                    <a:pt x="550" y="78"/>
                    <a:pt x="561" y="84"/>
                  </a:cubicBezTo>
                  <a:cubicBezTo>
                    <a:pt x="571" y="91"/>
                    <a:pt x="549" y="60"/>
                    <a:pt x="549" y="46"/>
                  </a:cubicBezTo>
                  <a:cubicBezTo>
                    <a:pt x="549" y="46"/>
                    <a:pt x="551" y="40"/>
                    <a:pt x="559" y="46"/>
                  </a:cubicBezTo>
                  <a:cubicBezTo>
                    <a:pt x="567" y="51"/>
                    <a:pt x="553" y="29"/>
                    <a:pt x="571" y="5"/>
                  </a:cubicBezTo>
                  <a:cubicBezTo>
                    <a:pt x="575" y="0"/>
                    <a:pt x="591" y="20"/>
                    <a:pt x="591" y="20"/>
                  </a:cubicBezTo>
                  <a:cubicBezTo>
                    <a:pt x="591" y="20"/>
                    <a:pt x="593" y="12"/>
                    <a:pt x="598" y="9"/>
                  </a:cubicBezTo>
                  <a:cubicBezTo>
                    <a:pt x="598" y="9"/>
                    <a:pt x="609" y="35"/>
                    <a:pt x="610" y="43"/>
                  </a:cubicBezTo>
                  <a:cubicBezTo>
                    <a:pt x="612" y="51"/>
                    <a:pt x="606" y="24"/>
                    <a:pt x="629" y="25"/>
                  </a:cubicBezTo>
                  <a:cubicBezTo>
                    <a:pt x="629" y="25"/>
                    <a:pt x="644" y="51"/>
                    <a:pt x="634" y="84"/>
                  </a:cubicBezTo>
                  <a:cubicBezTo>
                    <a:pt x="634" y="84"/>
                    <a:pt x="652" y="56"/>
                    <a:pt x="669" y="66"/>
                  </a:cubicBezTo>
                  <a:cubicBezTo>
                    <a:pt x="669" y="66"/>
                    <a:pt x="683" y="87"/>
                    <a:pt x="657" y="133"/>
                  </a:cubicBezTo>
                  <a:cubicBezTo>
                    <a:pt x="632" y="178"/>
                    <a:pt x="617" y="193"/>
                    <a:pt x="638" y="225"/>
                  </a:cubicBezTo>
                  <a:cubicBezTo>
                    <a:pt x="660" y="257"/>
                    <a:pt x="708" y="327"/>
                    <a:pt x="754" y="338"/>
                  </a:cubicBezTo>
                  <a:cubicBezTo>
                    <a:pt x="754" y="338"/>
                    <a:pt x="752" y="349"/>
                    <a:pt x="746" y="351"/>
                  </a:cubicBezTo>
                  <a:cubicBezTo>
                    <a:pt x="746" y="351"/>
                    <a:pt x="704" y="333"/>
                    <a:pt x="675" y="330"/>
                  </a:cubicBezTo>
                  <a:cubicBezTo>
                    <a:pt x="675" y="330"/>
                    <a:pt x="705" y="343"/>
                    <a:pt x="707" y="359"/>
                  </a:cubicBezTo>
                  <a:cubicBezTo>
                    <a:pt x="707" y="359"/>
                    <a:pt x="685" y="367"/>
                    <a:pt x="677" y="363"/>
                  </a:cubicBezTo>
                  <a:cubicBezTo>
                    <a:pt x="677" y="363"/>
                    <a:pt x="696" y="390"/>
                    <a:pt x="689" y="425"/>
                  </a:cubicBezTo>
                  <a:cubicBezTo>
                    <a:pt x="689" y="425"/>
                    <a:pt x="634" y="436"/>
                    <a:pt x="629" y="414"/>
                  </a:cubicBezTo>
                  <a:cubicBezTo>
                    <a:pt x="614" y="430"/>
                    <a:pt x="614" y="430"/>
                    <a:pt x="614" y="430"/>
                  </a:cubicBezTo>
                  <a:cubicBezTo>
                    <a:pt x="614" y="430"/>
                    <a:pt x="589" y="375"/>
                    <a:pt x="609" y="357"/>
                  </a:cubicBezTo>
                  <a:cubicBezTo>
                    <a:pt x="609" y="357"/>
                    <a:pt x="583" y="397"/>
                    <a:pt x="601" y="447"/>
                  </a:cubicBezTo>
                  <a:cubicBezTo>
                    <a:pt x="618" y="496"/>
                    <a:pt x="613" y="506"/>
                    <a:pt x="613" y="506"/>
                  </a:cubicBezTo>
                  <a:cubicBezTo>
                    <a:pt x="613" y="506"/>
                    <a:pt x="593" y="507"/>
                    <a:pt x="587" y="500"/>
                  </a:cubicBezTo>
                  <a:cubicBezTo>
                    <a:pt x="582" y="494"/>
                    <a:pt x="597" y="535"/>
                    <a:pt x="586" y="555"/>
                  </a:cubicBezTo>
                  <a:cubicBezTo>
                    <a:pt x="586" y="555"/>
                    <a:pt x="554" y="545"/>
                    <a:pt x="546" y="511"/>
                  </a:cubicBezTo>
                  <a:cubicBezTo>
                    <a:pt x="546" y="511"/>
                    <a:pt x="534" y="574"/>
                    <a:pt x="514" y="598"/>
                  </a:cubicBezTo>
                  <a:cubicBezTo>
                    <a:pt x="514" y="598"/>
                    <a:pt x="483" y="589"/>
                    <a:pt x="492" y="573"/>
                  </a:cubicBezTo>
                  <a:cubicBezTo>
                    <a:pt x="492" y="573"/>
                    <a:pt x="469" y="612"/>
                    <a:pt x="455" y="613"/>
                  </a:cubicBezTo>
                  <a:cubicBezTo>
                    <a:pt x="440" y="614"/>
                    <a:pt x="433" y="632"/>
                    <a:pt x="412" y="630"/>
                  </a:cubicBezTo>
                  <a:cubicBezTo>
                    <a:pt x="412" y="630"/>
                    <a:pt x="396" y="604"/>
                    <a:pt x="405" y="594"/>
                  </a:cubicBezTo>
                  <a:cubicBezTo>
                    <a:pt x="414" y="585"/>
                    <a:pt x="404" y="569"/>
                    <a:pt x="432" y="549"/>
                  </a:cubicBezTo>
                  <a:cubicBezTo>
                    <a:pt x="432" y="549"/>
                    <a:pt x="410" y="549"/>
                    <a:pt x="404" y="544"/>
                  </a:cubicBezTo>
                  <a:cubicBezTo>
                    <a:pt x="404" y="544"/>
                    <a:pt x="430" y="499"/>
                    <a:pt x="467" y="490"/>
                  </a:cubicBezTo>
                  <a:cubicBezTo>
                    <a:pt x="467" y="490"/>
                    <a:pt x="416" y="495"/>
                    <a:pt x="406" y="485"/>
                  </a:cubicBezTo>
                  <a:cubicBezTo>
                    <a:pt x="406" y="485"/>
                    <a:pt x="410" y="459"/>
                    <a:pt x="432" y="453"/>
                  </a:cubicBezTo>
                  <a:cubicBezTo>
                    <a:pt x="453" y="448"/>
                    <a:pt x="422" y="441"/>
                    <a:pt x="422" y="441"/>
                  </a:cubicBezTo>
                  <a:cubicBezTo>
                    <a:pt x="422" y="441"/>
                    <a:pt x="437" y="428"/>
                    <a:pt x="472" y="425"/>
                  </a:cubicBezTo>
                  <a:cubicBezTo>
                    <a:pt x="507" y="422"/>
                    <a:pt x="601" y="386"/>
                    <a:pt x="581" y="366"/>
                  </a:cubicBezTo>
                  <a:cubicBezTo>
                    <a:pt x="561" y="346"/>
                    <a:pt x="469" y="413"/>
                    <a:pt x="469" y="413"/>
                  </a:cubicBezTo>
                  <a:cubicBezTo>
                    <a:pt x="469" y="397"/>
                    <a:pt x="469" y="397"/>
                    <a:pt x="469" y="397"/>
                  </a:cubicBezTo>
                  <a:cubicBezTo>
                    <a:pt x="469" y="397"/>
                    <a:pt x="447" y="418"/>
                    <a:pt x="428" y="418"/>
                  </a:cubicBezTo>
                  <a:cubicBezTo>
                    <a:pt x="428" y="418"/>
                    <a:pt x="418" y="405"/>
                    <a:pt x="421" y="400"/>
                  </a:cubicBezTo>
                  <a:cubicBezTo>
                    <a:pt x="421" y="400"/>
                    <a:pt x="408" y="405"/>
                    <a:pt x="392" y="396"/>
                  </a:cubicBezTo>
                  <a:cubicBezTo>
                    <a:pt x="392" y="396"/>
                    <a:pt x="404" y="367"/>
                    <a:pt x="424" y="361"/>
                  </a:cubicBezTo>
                  <a:cubicBezTo>
                    <a:pt x="424" y="361"/>
                    <a:pt x="396" y="330"/>
                    <a:pt x="480" y="337"/>
                  </a:cubicBezTo>
                  <a:cubicBezTo>
                    <a:pt x="480" y="337"/>
                    <a:pt x="473" y="323"/>
                    <a:pt x="468" y="315"/>
                  </a:cubicBezTo>
                  <a:cubicBezTo>
                    <a:pt x="468" y="315"/>
                    <a:pt x="508" y="291"/>
                    <a:pt x="577" y="325"/>
                  </a:cubicBezTo>
                  <a:cubicBezTo>
                    <a:pt x="645" y="358"/>
                    <a:pt x="625" y="335"/>
                    <a:pt x="630" y="323"/>
                  </a:cubicBezTo>
                  <a:cubicBezTo>
                    <a:pt x="636" y="311"/>
                    <a:pt x="471" y="302"/>
                    <a:pt x="418" y="294"/>
                  </a:cubicBezTo>
                  <a:cubicBezTo>
                    <a:pt x="366" y="286"/>
                    <a:pt x="315" y="266"/>
                    <a:pt x="318" y="280"/>
                  </a:cubicBezTo>
                  <a:cubicBezTo>
                    <a:pt x="320" y="295"/>
                    <a:pt x="335" y="339"/>
                    <a:pt x="329" y="351"/>
                  </a:cubicBezTo>
                  <a:cubicBezTo>
                    <a:pt x="329" y="351"/>
                    <a:pt x="314" y="342"/>
                    <a:pt x="310" y="338"/>
                  </a:cubicBezTo>
                  <a:cubicBezTo>
                    <a:pt x="306" y="334"/>
                    <a:pt x="299" y="390"/>
                    <a:pt x="282" y="408"/>
                  </a:cubicBezTo>
                  <a:cubicBezTo>
                    <a:pt x="264" y="425"/>
                    <a:pt x="251" y="362"/>
                    <a:pt x="257" y="339"/>
                  </a:cubicBezTo>
                  <a:cubicBezTo>
                    <a:pt x="257" y="339"/>
                    <a:pt x="237" y="354"/>
                    <a:pt x="237" y="375"/>
                  </a:cubicBezTo>
                  <a:cubicBezTo>
                    <a:pt x="237" y="397"/>
                    <a:pt x="219" y="424"/>
                    <a:pt x="206" y="428"/>
                  </a:cubicBezTo>
                  <a:cubicBezTo>
                    <a:pt x="206" y="428"/>
                    <a:pt x="194" y="412"/>
                    <a:pt x="196" y="400"/>
                  </a:cubicBezTo>
                  <a:cubicBezTo>
                    <a:pt x="196" y="400"/>
                    <a:pt x="186" y="435"/>
                    <a:pt x="177" y="443"/>
                  </a:cubicBezTo>
                  <a:cubicBezTo>
                    <a:pt x="168" y="451"/>
                    <a:pt x="157" y="432"/>
                    <a:pt x="157" y="432"/>
                  </a:cubicBezTo>
                  <a:cubicBezTo>
                    <a:pt x="157" y="432"/>
                    <a:pt x="131" y="464"/>
                    <a:pt x="110" y="467"/>
                  </a:cubicBezTo>
                  <a:cubicBezTo>
                    <a:pt x="110" y="467"/>
                    <a:pt x="94" y="397"/>
                    <a:pt x="133" y="373"/>
                  </a:cubicBezTo>
                  <a:cubicBezTo>
                    <a:pt x="133" y="373"/>
                    <a:pt x="115" y="371"/>
                    <a:pt x="113" y="366"/>
                  </a:cubicBezTo>
                  <a:cubicBezTo>
                    <a:pt x="113" y="366"/>
                    <a:pt x="126" y="347"/>
                    <a:pt x="174" y="331"/>
                  </a:cubicBezTo>
                  <a:cubicBezTo>
                    <a:pt x="223" y="315"/>
                    <a:pt x="154" y="321"/>
                    <a:pt x="137" y="318"/>
                  </a:cubicBezTo>
                  <a:cubicBezTo>
                    <a:pt x="137" y="318"/>
                    <a:pt x="135" y="296"/>
                    <a:pt x="201" y="284"/>
                  </a:cubicBezTo>
                  <a:cubicBezTo>
                    <a:pt x="267" y="272"/>
                    <a:pt x="329" y="280"/>
                    <a:pt x="304" y="267"/>
                  </a:cubicBezTo>
                  <a:cubicBezTo>
                    <a:pt x="280" y="253"/>
                    <a:pt x="221" y="257"/>
                    <a:pt x="201" y="268"/>
                  </a:cubicBezTo>
                  <a:cubicBezTo>
                    <a:pt x="181" y="279"/>
                    <a:pt x="122" y="311"/>
                    <a:pt x="79" y="307"/>
                  </a:cubicBezTo>
                  <a:cubicBezTo>
                    <a:pt x="79" y="307"/>
                    <a:pt x="86" y="298"/>
                    <a:pt x="82" y="298"/>
                  </a:cubicBezTo>
                  <a:cubicBezTo>
                    <a:pt x="78" y="298"/>
                    <a:pt x="55" y="306"/>
                    <a:pt x="40" y="292"/>
                  </a:cubicBezTo>
                  <a:cubicBezTo>
                    <a:pt x="40" y="292"/>
                    <a:pt x="59" y="260"/>
                    <a:pt x="83" y="260"/>
                  </a:cubicBezTo>
                  <a:cubicBezTo>
                    <a:pt x="80" y="249"/>
                    <a:pt x="80" y="249"/>
                    <a:pt x="80" y="249"/>
                  </a:cubicBezTo>
                  <a:cubicBezTo>
                    <a:pt x="80" y="249"/>
                    <a:pt x="109" y="243"/>
                    <a:pt x="131" y="248"/>
                  </a:cubicBezTo>
                  <a:cubicBezTo>
                    <a:pt x="154" y="253"/>
                    <a:pt x="99" y="233"/>
                    <a:pt x="68" y="243"/>
                  </a:cubicBezTo>
                  <a:cubicBezTo>
                    <a:pt x="37" y="252"/>
                    <a:pt x="21" y="232"/>
                    <a:pt x="21" y="232"/>
                  </a:cubicBezTo>
                  <a:cubicBezTo>
                    <a:pt x="21" y="232"/>
                    <a:pt x="21" y="217"/>
                    <a:pt x="55" y="211"/>
                  </a:cubicBezTo>
                  <a:cubicBezTo>
                    <a:pt x="55" y="211"/>
                    <a:pt x="16" y="205"/>
                    <a:pt x="8" y="192"/>
                  </a:cubicBezTo>
                  <a:cubicBezTo>
                    <a:pt x="0" y="178"/>
                    <a:pt x="20" y="184"/>
                    <a:pt x="20" y="184"/>
                  </a:cubicBezTo>
                  <a:cubicBezTo>
                    <a:pt x="20" y="184"/>
                    <a:pt x="7" y="169"/>
                    <a:pt x="3" y="149"/>
                  </a:cubicBezTo>
                  <a:close/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0" name="Freeform 378">
              <a:extLst>
                <a:ext uri="{FF2B5EF4-FFF2-40B4-BE49-F238E27FC236}">
                  <a16:creationId xmlns:a16="http://schemas.microsoft.com/office/drawing/2014/main" id="{BEEF37E0-AB2D-49EA-8B34-3FB2216E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235"/>
              <a:ext cx="700" cy="587"/>
            </a:xfrm>
            <a:custGeom>
              <a:avLst/>
              <a:gdLst>
                <a:gd name="T0" fmla="*/ 5 w 754"/>
                <a:gd name="T1" fmla="*/ 119 h 631"/>
                <a:gd name="T2" fmla="*/ 68 w 754"/>
                <a:gd name="T3" fmla="*/ 127 h 631"/>
                <a:gd name="T4" fmla="*/ 109 w 754"/>
                <a:gd name="T5" fmla="*/ 133 h 631"/>
                <a:gd name="T6" fmla="*/ 107 w 754"/>
                <a:gd name="T7" fmla="*/ 95 h 631"/>
                <a:gd name="T8" fmla="*/ 167 w 754"/>
                <a:gd name="T9" fmla="*/ 99 h 631"/>
                <a:gd name="T10" fmla="*/ 268 w 754"/>
                <a:gd name="T11" fmla="*/ 207 h 631"/>
                <a:gd name="T12" fmla="*/ 184 w 754"/>
                <a:gd name="T13" fmla="*/ 170 h 631"/>
                <a:gd name="T14" fmla="*/ 187 w 754"/>
                <a:gd name="T15" fmla="*/ 109 h 631"/>
                <a:gd name="T16" fmla="*/ 185 w 754"/>
                <a:gd name="T17" fmla="*/ 82 h 631"/>
                <a:gd name="T18" fmla="*/ 213 w 754"/>
                <a:gd name="T19" fmla="*/ 57 h 631"/>
                <a:gd name="T20" fmla="*/ 244 w 754"/>
                <a:gd name="T21" fmla="*/ 88 h 631"/>
                <a:gd name="T22" fmla="*/ 266 w 754"/>
                <a:gd name="T23" fmla="*/ 102 h 631"/>
                <a:gd name="T24" fmla="*/ 279 w 754"/>
                <a:gd name="T25" fmla="*/ 178 h 631"/>
                <a:gd name="T26" fmla="*/ 555 w 754"/>
                <a:gd name="T27" fmla="*/ 254 h 631"/>
                <a:gd name="T28" fmla="*/ 482 w 754"/>
                <a:gd name="T29" fmla="*/ 180 h 631"/>
                <a:gd name="T30" fmla="*/ 427 w 754"/>
                <a:gd name="T31" fmla="*/ 200 h 631"/>
                <a:gd name="T32" fmla="*/ 386 w 754"/>
                <a:gd name="T33" fmla="*/ 194 h 631"/>
                <a:gd name="T34" fmla="*/ 356 w 754"/>
                <a:gd name="T35" fmla="*/ 165 h 631"/>
                <a:gd name="T36" fmla="*/ 381 w 754"/>
                <a:gd name="T37" fmla="*/ 138 h 631"/>
                <a:gd name="T38" fmla="*/ 431 w 754"/>
                <a:gd name="T39" fmla="*/ 105 h 631"/>
                <a:gd name="T40" fmla="*/ 459 w 754"/>
                <a:gd name="T41" fmla="*/ 102 h 631"/>
                <a:gd name="T42" fmla="*/ 449 w 754"/>
                <a:gd name="T43" fmla="*/ 68 h 631"/>
                <a:gd name="T44" fmla="*/ 447 w 754"/>
                <a:gd name="T45" fmla="*/ 36 h 631"/>
                <a:gd name="T46" fmla="*/ 474 w 754"/>
                <a:gd name="T47" fmla="*/ 17 h 631"/>
                <a:gd name="T48" fmla="*/ 487 w 754"/>
                <a:gd name="T49" fmla="*/ 34 h 631"/>
                <a:gd name="T50" fmla="*/ 509 w 754"/>
                <a:gd name="T51" fmla="*/ 68 h 631"/>
                <a:gd name="T52" fmla="*/ 525 w 754"/>
                <a:gd name="T53" fmla="*/ 106 h 631"/>
                <a:gd name="T54" fmla="*/ 603 w 754"/>
                <a:gd name="T55" fmla="*/ 272 h 631"/>
                <a:gd name="T56" fmla="*/ 540 w 754"/>
                <a:gd name="T57" fmla="*/ 266 h 631"/>
                <a:gd name="T58" fmla="*/ 542 w 754"/>
                <a:gd name="T59" fmla="*/ 292 h 631"/>
                <a:gd name="T60" fmla="*/ 503 w 754"/>
                <a:gd name="T61" fmla="*/ 333 h 631"/>
                <a:gd name="T62" fmla="*/ 487 w 754"/>
                <a:gd name="T63" fmla="*/ 287 h 631"/>
                <a:gd name="T64" fmla="*/ 490 w 754"/>
                <a:gd name="T65" fmla="*/ 407 h 631"/>
                <a:gd name="T66" fmla="*/ 469 w 754"/>
                <a:gd name="T67" fmla="*/ 447 h 631"/>
                <a:gd name="T68" fmla="*/ 411 w 754"/>
                <a:gd name="T69" fmla="*/ 481 h 631"/>
                <a:gd name="T70" fmla="*/ 364 w 754"/>
                <a:gd name="T71" fmla="*/ 493 h 631"/>
                <a:gd name="T72" fmla="*/ 324 w 754"/>
                <a:gd name="T73" fmla="*/ 478 h 631"/>
                <a:gd name="T74" fmla="*/ 323 w 754"/>
                <a:gd name="T75" fmla="*/ 438 h 631"/>
                <a:gd name="T76" fmla="*/ 326 w 754"/>
                <a:gd name="T77" fmla="*/ 391 h 631"/>
                <a:gd name="T78" fmla="*/ 339 w 754"/>
                <a:gd name="T79" fmla="*/ 354 h 631"/>
                <a:gd name="T80" fmla="*/ 464 w 754"/>
                <a:gd name="T81" fmla="*/ 294 h 631"/>
                <a:gd name="T82" fmla="*/ 376 w 754"/>
                <a:gd name="T83" fmla="*/ 319 h 631"/>
                <a:gd name="T84" fmla="*/ 337 w 754"/>
                <a:gd name="T85" fmla="*/ 321 h 631"/>
                <a:gd name="T86" fmla="*/ 340 w 754"/>
                <a:gd name="T87" fmla="*/ 291 h 631"/>
                <a:gd name="T88" fmla="*/ 374 w 754"/>
                <a:gd name="T89" fmla="*/ 254 h 631"/>
                <a:gd name="T90" fmla="*/ 505 w 754"/>
                <a:gd name="T91" fmla="*/ 260 h 631"/>
                <a:gd name="T92" fmla="*/ 254 w 754"/>
                <a:gd name="T93" fmla="*/ 225 h 631"/>
                <a:gd name="T94" fmla="*/ 248 w 754"/>
                <a:gd name="T95" fmla="*/ 272 h 631"/>
                <a:gd name="T96" fmla="*/ 207 w 754"/>
                <a:gd name="T97" fmla="*/ 273 h 631"/>
                <a:gd name="T98" fmla="*/ 165 w 754"/>
                <a:gd name="T99" fmla="*/ 344 h 631"/>
                <a:gd name="T100" fmla="*/ 141 w 754"/>
                <a:gd name="T101" fmla="*/ 355 h 631"/>
                <a:gd name="T102" fmla="*/ 88 w 754"/>
                <a:gd name="T103" fmla="*/ 376 h 631"/>
                <a:gd name="T104" fmla="*/ 90 w 754"/>
                <a:gd name="T105" fmla="*/ 294 h 631"/>
                <a:gd name="T106" fmla="*/ 110 w 754"/>
                <a:gd name="T107" fmla="*/ 256 h 631"/>
                <a:gd name="T108" fmla="*/ 244 w 754"/>
                <a:gd name="T109" fmla="*/ 215 h 631"/>
                <a:gd name="T110" fmla="*/ 63 w 754"/>
                <a:gd name="T111" fmla="*/ 247 h 631"/>
                <a:gd name="T112" fmla="*/ 32 w 754"/>
                <a:gd name="T113" fmla="*/ 235 h 631"/>
                <a:gd name="T114" fmla="*/ 65 w 754"/>
                <a:gd name="T115" fmla="*/ 201 h 631"/>
                <a:gd name="T116" fmla="*/ 55 w 754"/>
                <a:gd name="T117" fmla="*/ 194 h 631"/>
                <a:gd name="T118" fmla="*/ 44 w 754"/>
                <a:gd name="T119" fmla="*/ 168 h 631"/>
                <a:gd name="T120" fmla="*/ 17 w 754"/>
                <a:gd name="T121" fmla="*/ 147 h 63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4" h="631">
                  <a:moveTo>
                    <a:pt x="3" y="149"/>
                  </a:moveTo>
                  <a:cubicBezTo>
                    <a:pt x="3" y="149"/>
                    <a:pt x="4" y="148"/>
                    <a:pt x="5" y="148"/>
                  </a:cubicBezTo>
                  <a:cubicBezTo>
                    <a:pt x="11" y="146"/>
                    <a:pt x="28" y="143"/>
                    <a:pt x="40" y="147"/>
                  </a:cubicBezTo>
                  <a:cubicBezTo>
                    <a:pt x="55" y="153"/>
                    <a:pt x="31" y="99"/>
                    <a:pt x="85" y="157"/>
                  </a:cubicBezTo>
                  <a:cubicBezTo>
                    <a:pt x="85" y="157"/>
                    <a:pt x="81" y="123"/>
                    <a:pt x="86" y="119"/>
                  </a:cubicBezTo>
                  <a:cubicBezTo>
                    <a:pt x="91" y="115"/>
                    <a:pt x="122" y="142"/>
                    <a:pt x="136" y="166"/>
                  </a:cubicBezTo>
                  <a:cubicBezTo>
                    <a:pt x="149" y="190"/>
                    <a:pt x="192" y="222"/>
                    <a:pt x="183" y="205"/>
                  </a:cubicBezTo>
                  <a:cubicBezTo>
                    <a:pt x="173" y="187"/>
                    <a:pt x="117" y="183"/>
                    <a:pt x="134" y="118"/>
                  </a:cubicBezTo>
                  <a:cubicBezTo>
                    <a:pt x="134" y="118"/>
                    <a:pt x="175" y="111"/>
                    <a:pt x="187" y="134"/>
                  </a:cubicBezTo>
                  <a:cubicBezTo>
                    <a:pt x="199" y="157"/>
                    <a:pt x="191" y="104"/>
                    <a:pt x="209" y="123"/>
                  </a:cubicBezTo>
                  <a:cubicBezTo>
                    <a:pt x="228" y="142"/>
                    <a:pt x="221" y="197"/>
                    <a:pt x="250" y="222"/>
                  </a:cubicBezTo>
                  <a:cubicBezTo>
                    <a:pt x="278" y="248"/>
                    <a:pt x="305" y="260"/>
                    <a:pt x="335" y="257"/>
                  </a:cubicBezTo>
                  <a:cubicBezTo>
                    <a:pt x="366" y="255"/>
                    <a:pt x="338" y="238"/>
                    <a:pt x="317" y="234"/>
                  </a:cubicBezTo>
                  <a:cubicBezTo>
                    <a:pt x="295" y="230"/>
                    <a:pt x="229" y="212"/>
                    <a:pt x="229" y="212"/>
                  </a:cubicBezTo>
                  <a:cubicBezTo>
                    <a:pt x="229" y="212"/>
                    <a:pt x="212" y="171"/>
                    <a:pt x="242" y="171"/>
                  </a:cubicBezTo>
                  <a:cubicBezTo>
                    <a:pt x="242" y="171"/>
                    <a:pt x="231" y="149"/>
                    <a:pt x="234" y="135"/>
                  </a:cubicBezTo>
                  <a:cubicBezTo>
                    <a:pt x="234" y="135"/>
                    <a:pt x="242" y="132"/>
                    <a:pt x="250" y="135"/>
                  </a:cubicBezTo>
                  <a:cubicBezTo>
                    <a:pt x="250" y="135"/>
                    <a:pt x="234" y="112"/>
                    <a:pt x="231" y="102"/>
                  </a:cubicBezTo>
                  <a:cubicBezTo>
                    <a:pt x="228" y="91"/>
                    <a:pt x="239" y="92"/>
                    <a:pt x="228" y="67"/>
                  </a:cubicBezTo>
                  <a:cubicBezTo>
                    <a:pt x="228" y="67"/>
                    <a:pt x="251" y="63"/>
                    <a:pt x="266" y="71"/>
                  </a:cubicBezTo>
                  <a:cubicBezTo>
                    <a:pt x="280" y="79"/>
                    <a:pt x="275" y="57"/>
                    <a:pt x="284" y="65"/>
                  </a:cubicBezTo>
                  <a:cubicBezTo>
                    <a:pt x="284" y="65"/>
                    <a:pt x="305" y="92"/>
                    <a:pt x="305" y="110"/>
                  </a:cubicBezTo>
                  <a:cubicBezTo>
                    <a:pt x="305" y="110"/>
                    <a:pt x="306" y="76"/>
                    <a:pt x="317" y="76"/>
                  </a:cubicBezTo>
                  <a:cubicBezTo>
                    <a:pt x="327" y="76"/>
                    <a:pt x="334" y="116"/>
                    <a:pt x="333" y="127"/>
                  </a:cubicBezTo>
                  <a:cubicBezTo>
                    <a:pt x="331" y="138"/>
                    <a:pt x="349" y="82"/>
                    <a:pt x="357" y="83"/>
                  </a:cubicBezTo>
                  <a:cubicBezTo>
                    <a:pt x="365" y="84"/>
                    <a:pt x="329" y="189"/>
                    <a:pt x="348" y="220"/>
                  </a:cubicBezTo>
                  <a:cubicBezTo>
                    <a:pt x="366" y="251"/>
                    <a:pt x="352" y="261"/>
                    <a:pt x="399" y="273"/>
                  </a:cubicBezTo>
                  <a:cubicBezTo>
                    <a:pt x="445" y="285"/>
                    <a:pt x="668" y="319"/>
                    <a:pt x="694" y="316"/>
                  </a:cubicBezTo>
                  <a:cubicBezTo>
                    <a:pt x="719" y="314"/>
                    <a:pt x="656" y="296"/>
                    <a:pt x="618" y="216"/>
                  </a:cubicBezTo>
                  <a:cubicBezTo>
                    <a:pt x="610" y="198"/>
                    <a:pt x="606" y="218"/>
                    <a:pt x="602" y="224"/>
                  </a:cubicBezTo>
                  <a:cubicBezTo>
                    <a:pt x="598" y="229"/>
                    <a:pt x="562" y="295"/>
                    <a:pt x="523" y="272"/>
                  </a:cubicBezTo>
                  <a:cubicBezTo>
                    <a:pt x="533" y="248"/>
                    <a:pt x="533" y="248"/>
                    <a:pt x="533" y="248"/>
                  </a:cubicBezTo>
                  <a:cubicBezTo>
                    <a:pt x="533" y="248"/>
                    <a:pt x="491" y="267"/>
                    <a:pt x="478" y="253"/>
                  </a:cubicBezTo>
                  <a:cubicBezTo>
                    <a:pt x="483" y="242"/>
                    <a:pt x="483" y="242"/>
                    <a:pt x="483" y="242"/>
                  </a:cubicBezTo>
                  <a:cubicBezTo>
                    <a:pt x="483" y="242"/>
                    <a:pt x="440" y="257"/>
                    <a:pt x="432" y="224"/>
                  </a:cubicBezTo>
                  <a:cubicBezTo>
                    <a:pt x="432" y="224"/>
                    <a:pt x="437" y="206"/>
                    <a:pt x="445" y="204"/>
                  </a:cubicBezTo>
                  <a:cubicBezTo>
                    <a:pt x="453" y="201"/>
                    <a:pt x="451" y="189"/>
                    <a:pt x="471" y="189"/>
                  </a:cubicBezTo>
                  <a:cubicBezTo>
                    <a:pt x="491" y="189"/>
                    <a:pt x="476" y="171"/>
                    <a:pt x="476" y="171"/>
                  </a:cubicBezTo>
                  <a:cubicBezTo>
                    <a:pt x="476" y="171"/>
                    <a:pt x="491" y="149"/>
                    <a:pt x="519" y="158"/>
                  </a:cubicBezTo>
                  <a:cubicBezTo>
                    <a:pt x="547" y="167"/>
                    <a:pt x="513" y="119"/>
                    <a:pt x="539" y="130"/>
                  </a:cubicBezTo>
                  <a:cubicBezTo>
                    <a:pt x="566" y="141"/>
                    <a:pt x="582" y="190"/>
                    <a:pt x="613" y="197"/>
                  </a:cubicBezTo>
                  <a:cubicBezTo>
                    <a:pt x="613" y="197"/>
                    <a:pt x="594" y="142"/>
                    <a:pt x="573" y="127"/>
                  </a:cubicBezTo>
                  <a:cubicBezTo>
                    <a:pt x="551" y="112"/>
                    <a:pt x="545" y="98"/>
                    <a:pt x="542" y="84"/>
                  </a:cubicBezTo>
                  <a:cubicBezTo>
                    <a:pt x="542" y="84"/>
                    <a:pt x="550" y="77"/>
                    <a:pt x="561" y="84"/>
                  </a:cubicBezTo>
                  <a:cubicBezTo>
                    <a:pt x="572" y="91"/>
                    <a:pt x="549" y="60"/>
                    <a:pt x="549" y="45"/>
                  </a:cubicBezTo>
                  <a:cubicBezTo>
                    <a:pt x="549" y="45"/>
                    <a:pt x="551" y="40"/>
                    <a:pt x="559" y="45"/>
                  </a:cubicBezTo>
                  <a:cubicBezTo>
                    <a:pt x="568" y="51"/>
                    <a:pt x="554" y="29"/>
                    <a:pt x="572" y="5"/>
                  </a:cubicBezTo>
                  <a:cubicBezTo>
                    <a:pt x="576" y="0"/>
                    <a:pt x="592" y="20"/>
                    <a:pt x="592" y="20"/>
                  </a:cubicBezTo>
                  <a:cubicBezTo>
                    <a:pt x="592" y="20"/>
                    <a:pt x="593" y="12"/>
                    <a:pt x="598" y="9"/>
                  </a:cubicBezTo>
                  <a:cubicBezTo>
                    <a:pt x="598" y="9"/>
                    <a:pt x="609" y="35"/>
                    <a:pt x="610" y="43"/>
                  </a:cubicBezTo>
                  <a:cubicBezTo>
                    <a:pt x="612" y="51"/>
                    <a:pt x="606" y="24"/>
                    <a:pt x="629" y="25"/>
                  </a:cubicBezTo>
                  <a:cubicBezTo>
                    <a:pt x="629" y="25"/>
                    <a:pt x="644" y="51"/>
                    <a:pt x="635" y="84"/>
                  </a:cubicBezTo>
                  <a:cubicBezTo>
                    <a:pt x="635" y="84"/>
                    <a:pt x="652" y="56"/>
                    <a:pt x="669" y="65"/>
                  </a:cubicBezTo>
                  <a:cubicBezTo>
                    <a:pt x="669" y="65"/>
                    <a:pt x="683" y="87"/>
                    <a:pt x="657" y="132"/>
                  </a:cubicBezTo>
                  <a:cubicBezTo>
                    <a:pt x="632" y="178"/>
                    <a:pt x="617" y="193"/>
                    <a:pt x="639" y="225"/>
                  </a:cubicBezTo>
                  <a:cubicBezTo>
                    <a:pt x="660" y="257"/>
                    <a:pt x="708" y="327"/>
                    <a:pt x="754" y="338"/>
                  </a:cubicBezTo>
                  <a:cubicBezTo>
                    <a:pt x="754" y="338"/>
                    <a:pt x="753" y="348"/>
                    <a:pt x="746" y="351"/>
                  </a:cubicBezTo>
                  <a:cubicBezTo>
                    <a:pt x="746" y="351"/>
                    <a:pt x="704" y="332"/>
                    <a:pt x="675" y="330"/>
                  </a:cubicBezTo>
                  <a:cubicBezTo>
                    <a:pt x="675" y="330"/>
                    <a:pt x="706" y="343"/>
                    <a:pt x="707" y="359"/>
                  </a:cubicBezTo>
                  <a:cubicBezTo>
                    <a:pt x="707" y="359"/>
                    <a:pt x="686" y="367"/>
                    <a:pt x="677" y="363"/>
                  </a:cubicBezTo>
                  <a:cubicBezTo>
                    <a:pt x="677" y="363"/>
                    <a:pt x="696" y="390"/>
                    <a:pt x="690" y="425"/>
                  </a:cubicBezTo>
                  <a:cubicBezTo>
                    <a:pt x="690" y="425"/>
                    <a:pt x="635" y="436"/>
                    <a:pt x="629" y="414"/>
                  </a:cubicBezTo>
                  <a:cubicBezTo>
                    <a:pt x="614" y="430"/>
                    <a:pt x="614" y="430"/>
                    <a:pt x="614" y="430"/>
                  </a:cubicBezTo>
                  <a:cubicBezTo>
                    <a:pt x="614" y="430"/>
                    <a:pt x="589" y="375"/>
                    <a:pt x="609" y="356"/>
                  </a:cubicBezTo>
                  <a:cubicBezTo>
                    <a:pt x="609" y="356"/>
                    <a:pt x="584" y="397"/>
                    <a:pt x="601" y="446"/>
                  </a:cubicBezTo>
                  <a:cubicBezTo>
                    <a:pt x="618" y="496"/>
                    <a:pt x="613" y="505"/>
                    <a:pt x="613" y="505"/>
                  </a:cubicBezTo>
                  <a:cubicBezTo>
                    <a:pt x="613" y="505"/>
                    <a:pt x="593" y="507"/>
                    <a:pt x="588" y="500"/>
                  </a:cubicBezTo>
                  <a:cubicBezTo>
                    <a:pt x="582" y="493"/>
                    <a:pt x="597" y="535"/>
                    <a:pt x="586" y="555"/>
                  </a:cubicBezTo>
                  <a:cubicBezTo>
                    <a:pt x="586" y="555"/>
                    <a:pt x="554" y="544"/>
                    <a:pt x="546" y="511"/>
                  </a:cubicBezTo>
                  <a:cubicBezTo>
                    <a:pt x="546" y="511"/>
                    <a:pt x="534" y="574"/>
                    <a:pt x="514" y="598"/>
                  </a:cubicBezTo>
                  <a:cubicBezTo>
                    <a:pt x="514" y="598"/>
                    <a:pt x="483" y="589"/>
                    <a:pt x="492" y="572"/>
                  </a:cubicBezTo>
                  <a:cubicBezTo>
                    <a:pt x="492" y="572"/>
                    <a:pt x="470" y="611"/>
                    <a:pt x="455" y="613"/>
                  </a:cubicBezTo>
                  <a:cubicBezTo>
                    <a:pt x="440" y="614"/>
                    <a:pt x="433" y="631"/>
                    <a:pt x="412" y="630"/>
                  </a:cubicBezTo>
                  <a:cubicBezTo>
                    <a:pt x="412" y="630"/>
                    <a:pt x="396" y="603"/>
                    <a:pt x="405" y="594"/>
                  </a:cubicBezTo>
                  <a:cubicBezTo>
                    <a:pt x="415" y="585"/>
                    <a:pt x="404" y="568"/>
                    <a:pt x="432" y="548"/>
                  </a:cubicBezTo>
                  <a:cubicBezTo>
                    <a:pt x="432" y="548"/>
                    <a:pt x="411" y="548"/>
                    <a:pt x="404" y="544"/>
                  </a:cubicBezTo>
                  <a:cubicBezTo>
                    <a:pt x="404" y="544"/>
                    <a:pt x="431" y="499"/>
                    <a:pt x="467" y="489"/>
                  </a:cubicBezTo>
                  <a:cubicBezTo>
                    <a:pt x="467" y="489"/>
                    <a:pt x="416" y="495"/>
                    <a:pt x="407" y="485"/>
                  </a:cubicBezTo>
                  <a:cubicBezTo>
                    <a:pt x="407" y="485"/>
                    <a:pt x="411" y="458"/>
                    <a:pt x="432" y="453"/>
                  </a:cubicBezTo>
                  <a:cubicBezTo>
                    <a:pt x="453" y="448"/>
                    <a:pt x="423" y="441"/>
                    <a:pt x="423" y="441"/>
                  </a:cubicBezTo>
                  <a:cubicBezTo>
                    <a:pt x="423" y="441"/>
                    <a:pt x="437" y="428"/>
                    <a:pt x="472" y="425"/>
                  </a:cubicBezTo>
                  <a:cubicBezTo>
                    <a:pt x="507" y="422"/>
                    <a:pt x="601" y="386"/>
                    <a:pt x="581" y="366"/>
                  </a:cubicBezTo>
                  <a:cubicBezTo>
                    <a:pt x="561" y="346"/>
                    <a:pt x="470" y="413"/>
                    <a:pt x="470" y="413"/>
                  </a:cubicBezTo>
                  <a:cubicBezTo>
                    <a:pt x="470" y="397"/>
                    <a:pt x="470" y="397"/>
                    <a:pt x="470" y="397"/>
                  </a:cubicBezTo>
                  <a:cubicBezTo>
                    <a:pt x="470" y="397"/>
                    <a:pt x="447" y="418"/>
                    <a:pt x="428" y="418"/>
                  </a:cubicBezTo>
                  <a:cubicBezTo>
                    <a:pt x="428" y="418"/>
                    <a:pt x="419" y="405"/>
                    <a:pt x="421" y="399"/>
                  </a:cubicBezTo>
                  <a:cubicBezTo>
                    <a:pt x="421" y="399"/>
                    <a:pt x="408" y="405"/>
                    <a:pt x="392" y="395"/>
                  </a:cubicBezTo>
                  <a:cubicBezTo>
                    <a:pt x="392" y="395"/>
                    <a:pt x="404" y="367"/>
                    <a:pt x="424" y="361"/>
                  </a:cubicBezTo>
                  <a:cubicBezTo>
                    <a:pt x="424" y="361"/>
                    <a:pt x="396" y="330"/>
                    <a:pt x="480" y="336"/>
                  </a:cubicBezTo>
                  <a:cubicBezTo>
                    <a:pt x="480" y="336"/>
                    <a:pt x="474" y="323"/>
                    <a:pt x="468" y="315"/>
                  </a:cubicBezTo>
                  <a:cubicBezTo>
                    <a:pt x="468" y="315"/>
                    <a:pt x="508" y="291"/>
                    <a:pt x="577" y="324"/>
                  </a:cubicBezTo>
                  <a:cubicBezTo>
                    <a:pt x="645" y="358"/>
                    <a:pt x="625" y="335"/>
                    <a:pt x="631" y="323"/>
                  </a:cubicBezTo>
                  <a:cubicBezTo>
                    <a:pt x="636" y="311"/>
                    <a:pt x="471" y="301"/>
                    <a:pt x="419" y="293"/>
                  </a:cubicBezTo>
                  <a:cubicBezTo>
                    <a:pt x="366" y="285"/>
                    <a:pt x="315" y="265"/>
                    <a:pt x="318" y="280"/>
                  </a:cubicBezTo>
                  <a:cubicBezTo>
                    <a:pt x="321" y="295"/>
                    <a:pt x="335" y="339"/>
                    <a:pt x="329" y="351"/>
                  </a:cubicBezTo>
                  <a:cubicBezTo>
                    <a:pt x="329" y="351"/>
                    <a:pt x="314" y="342"/>
                    <a:pt x="310" y="338"/>
                  </a:cubicBezTo>
                  <a:cubicBezTo>
                    <a:pt x="306" y="334"/>
                    <a:pt x="299" y="390"/>
                    <a:pt x="282" y="407"/>
                  </a:cubicBezTo>
                  <a:cubicBezTo>
                    <a:pt x="264" y="425"/>
                    <a:pt x="251" y="362"/>
                    <a:pt x="258" y="339"/>
                  </a:cubicBezTo>
                  <a:cubicBezTo>
                    <a:pt x="258" y="339"/>
                    <a:pt x="238" y="354"/>
                    <a:pt x="238" y="375"/>
                  </a:cubicBezTo>
                  <a:cubicBezTo>
                    <a:pt x="238" y="397"/>
                    <a:pt x="219" y="424"/>
                    <a:pt x="207" y="428"/>
                  </a:cubicBezTo>
                  <a:cubicBezTo>
                    <a:pt x="207" y="428"/>
                    <a:pt x="195" y="411"/>
                    <a:pt x="196" y="399"/>
                  </a:cubicBezTo>
                  <a:cubicBezTo>
                    <a:pt x="196" y="399"/>
                    <a:pt x="187" y="434"/>
                    <a:pt x="177" y="442"/>
                  </a:cubicBezTo>
                  <a:cubicBezTo>
                    <a:pt x="168" y="450"/>
                    <a:pt x="157" y="432"/>
                    <a:pt x="157" y="432"/>
                  </a:cubicBezTo>
                  <a:cubicBezTo>
                    <a:pt x="157" y="432"/>
                    <a:pt x="132" y="464"/>
                    <a:pt x="110" y="466"/>
                  </a:cubicBezTo>
                  <a:cubicBezTo>
                    <a:pt x="110" y="466"/>
                    <a:pt x="94" y="397"/>
                    <a:pt x="133" y="373"/>
                  </a:cubicBezTo>
                  <a:cubicBezTo>
                    <a:pt x="133" y="373"/>
                    <a:pt x="115" y="371"/>
                    <a:pt x="113" y="366"/>
                  </a:cubicBezTo>
                  <a:cubicBezTo>
                    <a:pt x="113" y="366"/>
                    <a:pt x="126" y="347"/>
                    <a:pt x="175" y="331"/>
                  </a:cubicBezTo>
                  <a:cubicBezTo>
                    <a:pt x="223" y="315"/>
                    <a:pt x="154" y="320"/>
                    <a:pt x="137" y="318"/>
                  </a:cubicBezTo>
                  <a:cubicBezTo>
                    <a:pt x="137" y="318"/>
                    <a:pt x="136" y="296"/>
                    <a:pt x="201" y="284"/>
                  </a:cubicBezTo>
                  <a:cubicBezTo>
                    <a:pt x="267" y="272"/>
                    <a:pt x="329" y="280"/>
                    <a:pt x="305" y="267"/>
                  </a:cubicBezTo>
                  <a:cubicBezTo>
                    <a:pt x="280" y="253"/>
                    <a:pt x="221" y="257"/>
                    <a:pt x="201" y="268"/>
                  </a:cubicBezTo>
                  <a:cubicBezTo>
                    <a:pt x="181" y="279"/>
                    <a:pt x="122" y="311"/>
                    <a:pt x="79" y="307"/>
                  </a:cubicBezTo>
                  <a:cubicBezTo>
                    <a:pt x="79" y="307"/>
                    <a:pt x="86" y="297"/>
                    <a:pt x="82" y="297"/>
                  </a:cubicBezTo>
                  <a:cubicBezTo>
                    <a:pt x="78" y="297"/>
                    <a:pt x="55" y="306"/>
                    <a:pt x="40" y="292"/>
                  </a:cubicBezTo>
                  <a:cubicBezTo>
                    <a:pt x="40" y="292"/>
                    <a:pt x="59" y="260"/>
                    <a:pt x="83" y="260"/>
                  </a:cubicBezTo>
                  <a:cubicBezTo>
                    <a:pt x="81" y="249"/>
                    <a:pt x="81" y="249"/>
                    <a:pt x="81" y="249"/>
                  </a:cubicBezTo>
                  <a:cubicBezTo>
                    <a:pt x="81" y="249"/>
                    <a:pt x="109" y="242"/>
                    <a:pt x="132" y="248"/>
                  </a:cubicBezTo>
                  <a:cubicBezTo>
                    <a:pt x="154" y="253"/>
                    <a:pt x="99" y="233"/>
                    <a:pt x="69" y="242"/>
                  </a:cubicBezTo>
                  <a:cubicBezTo>
                    <a:pt x="38" y="252"/>
                    <a:pt x="22" y="232"/>
                    <a:pt x="22" y="232"/>
                  </a:cubicBezTo>
                  <a:cubicBezTo>
                    <a:pt x="22" y="232"/>
                    <a:pt x="22" y="217"/>
                    <a:pt x="55" y="210"/>
                  </a:cubicBezTo>
                  <a:cubicBezTo>
                    <a:pt x="55" y="210"/>
                    <a:pt x="16" y="205"/>
                    <a:pt x="8" y="192"/>
                  </a:cubicBezTo>
                  <a:cubicBezTo>
                    <a:pt x="0" y="178"/>
                    <a:pt x="20" y="183"/>
                    <a:pt x="20" y="183"/>
                  </a:cubicBezTo>
                  <a:cubicBezTo>
                    <a:pt x="20" y="183"/>
                    <a:pt x="7" y="169"/>
                    <a:pt x="3" y="149"/>
                  </a:cubicBezTo>
                  <a:close/>
                </a:path>
              </a:pathLst>
            </a:custGeom>
            <a:solidFill>
              <a:srgbClr val="168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1" name="Freeform 379">
              <a:extLst>
                <a:ext uri="{FF2B5EF4-FFF2-40B4-BE49-F238E27FC236}">
                  <a16:creationId xmlns:a16="http://schemas.microsoft.com/office/drawing/2014/main" id="{C4C000F4-FB26-4EC3-B346-1D88E91F4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312"/>
              <a:ext cx="91" cy="140"/>
            </a:xfrm>
            <a:custGeom>
              <a:avLst/>
              <a:gdLst>
                <a:gd name="T0" fmla="*/ 7 w 98"/>
                <a:gd name="T1" fmla="*/ 10 h 150"/>
                <a:gd name="T2" fmla="*/ 79 w 98"/>
                <a:gd name="T3" fmla="*/ 122 h 150"/>
                <a:gd name="T4" fmla="*/ 72 w 98"/>
                <a:gd name="T5" fmla="*/ 103 h 150"/>
                <a:gd name="T6" fmla="*/ 70 w 98"/>
                <a:gd name="T7" fmla="*/ 79 h 150"/>
                <a:gd name="T8" fmla="*/ 73 w 98"/>
                <a:gd name="T9" fmla="*/ 36 h 150"/>
                <a:gd name="T10" fmla="*/ 52 w 98"/>
                <a:gd name="T11" fmla="*/ 18 h 150"/>
                <a:gd name="T12" fmla="*/ 40 w 98"/>
                <a:gd name="T13" fmla="*/ 26 h 150"/>
                <a:gd name="T14" fmla="*/ 29 w 98"/>
                <a:gd name="T15" fmla="*/ 10 h 150"/>
                <a:gd name="T16" fmla="*/ 0 w 98"/>
                <a:gd name="T17" fmla="*/ 1 h 150"/>
                <a:gd name="T18" fmla="*/ 7 w 98"/>
                <a:gd name="T19" fmla="*/ 8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50">
                  <a:moveTo>
                    <a:pt x="9" y="13"/>
                  </a:moveTo>
                  <a:cubicBezTo>
                    <a:pt x="50" y="52"/>
                    <a:pt x="68" y="104"/>
                    <a:pt x="98" y="150"/>
                  </a:cubicBezTo>
                  <a:cubicBezTo>
                    <a:pt x="97" y="142"/>
                    <a:pt x="91" y="135"/>
                    <a:pt x="89" y="126"/>
                  </a:cubicBezTo>
                  <a:cubicBezTo>
                    <a:pt x="88" y="117"/>
                    <a:pt x="87" y="106"/>
                    <a:pt x="87" y="97"/>
                  </a:cubicBezTo>
                  <a:cubicBezTo>
                    <a:pt x="87" y="80"/>
                    <a:pt x="92" y="62"/>
                    <a:pt x="92" y="45"/>
                  </a:cubicBezTo>
                  <a:cubicBezTo>
                    <a:pt x="70" y="65"/>
                    <a:pt x="77" y="31"/>
                    <a:pt x="65" y="21"/>
                  </a:cubicBezTo>
                  <a:cubicBezTo>
                    <a:pt x="63" y="29"/>
                    <a:pt x="58" y="35"/>
                    <a:pt x="50" y="32"/>
                  </a:cubicBezTo>
                  <a:cubicBezTo>
                    <a:pt x="42" y="30"/>
                    <a:pt x="40" y="19"/>
                    <a:pt x="36" y="13"/>
                  </a:cubicBezTo>
                  <a:cubicBezTo>
                    <a:pt x="26" y="0"/>
                    <a:pt x="14" y="3"/>
                    <a:pt x="0" y="1"/>
                  </a:cubicBezTo>
                  <a:cubicBezTo>
                    <a:pt x="1" y="5"/>
                    <a:pt x="6" y="8"/>
                    <a:pt x="10" y="11"/>
                  </a:cubicBezTo>
                </a:path>
              </a:pathLst>
            </a:custGeom>
            <a:solidFill>
              <a:srgbClr val="0F7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Freeform 380">
              <a:extLst>
                <a:ext uri="{FF2B5EF4-FFF2-40B4-BE49-F238E27FC236}">
                  <a16:creationId xmlns:a16="http://schemas.microsoft.com/office/drawing/2014/main" id="{1FB29964-7E37-49FB-82E2-6076011B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497"/>
              <a:ext cx="72" cy="96"/>
            </a:xfrm>
            <a:custGeom>
              <a:avLst/>
              <a:gdLst>
                <a:gd name="T0" fmla="*/ 53 w 78"/>
                <a:gd name="T1" fmla="*/ 0 h 103"/>
                <a:gd name="T2" fmla="*/ 18 w 78"/>
                <a:gd name="T3" fmla="*/ 20 h 103"/>
                <a:gd name="T4" fmla="*/ 0 w 78"/>
                <a:gd name="T5" fmla="*/ 40 h 103"/>
                <a:gd name="T6" fmla="*/ 26 w 78"/>
                <a:gd name="T7" fmla="*/ 45 h 103"/>
                <a:gd name="T8" fmla="*/ 36 w 78"/>
                <a:gd name="T9" fmla="*/ 71 h 103"/>
                <a:gd name="T10" fmla="*/ 42 w 78"/>
                <a:gd name="T11" fmla="*/ 45 h 103"/>
                <a:gd name="T12" fmla="*/ 50 w 78"/>
                <a:gd name="T13" fmla="*/ 30 h 103"/>
                <a:gd name="T14" fmla="*/ 51 w 78"/>
                <a:gd name="T15" fmla="*/ 1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103">
                  <a:moveTo>
                    <a:pt x="67" y="0"/>
                  </a:moveTo>
                  <a:cubicBezTo>
                    <a:pt x="52" y="4"/>
                    <a:pt x="35" y="14"/>
                    <a:pt x="23" y="24"/>
                  </a:cubicBezTo>
                  <a:cubicBezTo>
                    <a:pt x="16" y="30"/>
                    <a:pt x="0" y="39"/>
                    <a:pt x="0" y="49"/>
                  </a:cubicBezTo>
                  <a:cubicBezTo>
                    <a:pt x="15" y="50"/>
                    <a:pt x="30" y="28"/>
                    <a:pt x="32" y="55"/>
                  </a:cubicBezTo>
                  <a:cubicBezTo>
                    <a:pt x="32" y="64"/>
                    <a:pt x="29" y="103"/>
                    <a:pt x="45" y="88"/>
                  </a:cubicBezTo>
                  <a:cubicBezTo>
                    <a:pt x="53" y="81"/>
                    <a:pt x="51" y="65"/>
                    <a:pt x="54" y="56"/>
                  </a:cubicBezTo>
                  <a:cubicBezTo>
                    <a:pt x="56" y="49"/>
                    <a:pt x="59" y="44"/>
                    <a:pt x="63" y="37"/>
                  </a:cubicBezTo>
                  <a:cubicBezTo>
                    <a:pt x="66" y="30"/>
                    <a:pt x="78" y="3"/>
                    <a:pt x="65" y="1"/>
                  </a:cubicBezTo>
                </a:path>
              </a:pathLst>
            </a:custGeom>
            <a:solidFill>
              <a:srgbClr val="0F7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Freeform 381">
              <a:extLst>
                <a:ext uri="{FF2B5EF4-FFF2-40B4-BE49-F238E27FC236}">
                  <a16:creationId xmlns:a16="http://schemas.microsoft.com/office/drawing/2014/main" id="{FF755AD1-3BD4-4F82-BF98-B72BB1F8B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452"/>
              <a:ext cx="122" cy="40"/>
            </a:xfrm>
            <a:custGeom>
              <a:avLst/>
              <a:gdLst>
                <a:gd name="T0" fmla="*/ 15 w 131"/>
                <a:gd name="T1" fmla="*/ 3 h 43"/>
                <a:gd name="T2" fmla="*/ 22 w 131"/>
                <a:gd name="T3" fmla="*/ 17 h 43"/>
                <a:gd name="T4" fmla="*/ 7 w 131"/>
                <a:gd name="T5" fmla="*/ 23 h 43"/>
                <a:gd name="T6" fmla="*/ 33 w 131"/>
                <a:gd name="T7" fmla="*/ 33 h 43"/>
                <a:gd name="T8" fmla="*/ 106 w 131"/>
                <a:gd name="T9" fmla="*/ 16 h 43"/>
                <a:gd name="T10" fmla="*/ 53 w 131"/>
                <a:gd name="T11" fmla="*/ 7 h 43"/>
                <a:gd name="T12" fmla="*/ 14 w 131"/>
                <a:gd name="T13" fmla="*/ 1 h 43"/>
                <a:gd name="T14" fmla="*/ 16 w 131"/>
                <a:gd name="T15" fmla="*/ 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" h="43">
                  <a:moveTo>
                    <a:pt x="18" y="3"/>
                  </a:moveTo>
                  <a:cubicBezTo>
                    <a:pt x="26" y="5"/>
                    <a:pt x="32" y="13"/>
                    <a:pt x="28" y="20"/>
                  </a:cubicBezTo>
                  <a:cubicBezTo>
                    <a:pt x="23" y="25"/>
                    <a:pt x="11" y="23"/>
                    <a:pt x="8" y="29"/>
                  </a:cubicBezTo>
                  <a:cubicBezTo>
                    <a:pt x="0" y="43"/>
                    <a:pt x="32" y="43"/>
                    <a:pt x="41" y="41"/>
                  </a:cubicBezTo>
                  <a:cubicBezTo>
                    <a:pt x="72" y="33"/>
                    <a:pt x="99" y="21"/>
                    <a:pt x="131" y="19"/>
                  </a:cubicBezTo>
                  <a:cubicBezTo>
                    <a:pt x="131" y="9"/>
                    <a:pt x="75" y="8"/>
                    <a:pt x="65" y="7"/>
                  </a:cubicBezTo>
                  <a:cubicBezTo>
                    <a:pt x="51" y="5"/>
                    <a:pt x="31" y="0"/>
                    <a:pt x="17" y="1"/>
                  </a:cubicBezTo>
                  <a:cubicBezTo>
                    <a:pt x="17" y="3"/>
                    <a:pt x="19" y="3"/>
                    <a:pt x="19" y="3"/>
                  </a:cubicBezTo>
                </a:path>
              </a:pathLst>
            </a:custGeom>
            <a:solidFill>
              <a:srgbClr val="0F7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382">
              <a:extLst>
                <a:ext uri="{FF2B5EF4-FFF2-40B4-BE49-F238E27FC236}">
                  <a16:creationId xmlns:a16="http://schemas.microsoft.com/office/drawing/2014/main" id="{3B15C098-A084-40B3-A1BE-4BB0745E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588"/>
              <a:ext cx="104" cy="192"/>
            </a:xfrm>
            <a:custGeom>
              <a:avLst/>
              <a:gdLst>
                <a:gd name="T0" fmla="*/ 79 w 112"/>
                <a:gd name="T1" fmla="*/ 0 h 206"/>
                <a:gd name="T2" fmla="*/ 43 w 112"/>
                <a:gd name="T3" fmla="*/ 60 h 206"/>
                <a:gd name="T4" fmla="*/ 2 w 112"/>
                <a:gd name="T5" fmla="*/ 129 h 206"/>
                <a:gd name="T6" fmla="*/ 7 w 112"/>
                <a:gd name="T7" fmla="*/ 159 h 206"/>
                <a:gd name="T8" fmla="*/ 15 w 112"/>
                <a:gd name="T9" fmla="*/ 162 h 206"/>
                <a:gd name="T10" fmla="*/ 21 w 112"/>
                <a:gd name="T11" fmla="*/ 149 h 206"/>
                <a:gd name="T12" fmla="*/ 30 w 112"/>
                <a:gd name="T13" fmla="*/ 118 h 206"/>
                <a:gd name="T14" fmla="*/ 43 w 112"/>
                <a:gd name="T15" fmla="*/ 92 h 206"/>
                <a:gd name="T16" fmla="*/ 47 w 112"/>
                <a:gd name="T17" fmla="*/ 92 h 206"/>
                <a:gd name="T18" fmla="*/ 72 w 112"/>
                <a:gd name="T19" fmla="*/ 121 h 206"/>
                <a:gd name="T20" fmla="*/ 67 w 112"/>
                <a:gd name="T21" fmla="*/ 96 h 206"/>
                <a:gd name="T22" fmla="*/ 90 w 112"/>
                <a:gd name="T23" fmla="*/ 91 h 206"/>
                <a:gd name="T24" fmla="*/ 79 w 112"/>
                <a:gd name="T25" fmla="*/ 4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206">
                  <a:moveTo>
                    <a:pt x="99" y="0"/>
                  </a:moveTo>
                  <a:cubicBezTo>
                    <a:pt x="83" y="23"/>
                    <a:pt x="68" y="49"/>
                    <a:pt x="54" y="74"/>
                  </a:cubicBezTo>
                  <a:cubicBezTo>
                    <a:pt x="39" y="102"/>
                    <a:pt x="10" y="126"/>
                    <a:pt x="2" y="159"/>
                  </a:cubicBezTo>
                  <a:cubicBezTo>
                    <a:pt x="0" y="172"/>
                    <a:pt x="0" y="187"/>
                    <a:pt x="9" y="197"/>
                  </a:cubicBezTo>
                  <a:cubicBezTo>
                    <a:pt x="13" y="202"/>
                    <a:pt x="11" y="206"/>
                    <a:pt x="18" y="201"/>
                  </a:cubicBezTo>
                  <a:cubicBezTo>
                    <a:pt x="21" y="199"/>
                    <a:pt x="26" y="189"/>
                    <a:pt x="27" y="185"/>
                  </a:cubicBezTo>
                  <a:cubicBezTo>
                    <a:pt x="32" y="173"/>
                    <a:pt x="33" y="158"/>
                    <a:pt x="37" y="146"/>
                  </a:cubicBezTo>
                  <a:cubicBezTo>
                    <a:pt x="39" y="140"/>
                    <a:pt x="47" y="115"/>
                    <a:pt x="54" y="114"/>
                  </a:cubicBezTo>
                  <a:cubicBezTo>
                    <a:pt x="56" y="114"/>
                    <a:pt x="58" y="114"/>
                    <a:pt x="59" y="114"/>
                  </a:cubicBezTo>
                  <a:cubicBezTo>
                    <a:pt x="64" y="131"/>
                    <a:pt x="74" y="141"/>
                    <a:pt x="89" y="150"/>
                  </a:cubicBezTo>
                  <a:cubicBezTo>
                    <a:pt x="88" y="143"/>
                    <a:pt x="78" y="126"/>
                    <a:pt x="83" y="118"/>
                  </a:cubicBezTo>
                  <a:cubicBezTo>
                    <a:pt x="87" y="110"/>
                    <a:pt x="103" y="113"/>
                    <a:pt x="112" y="113"/>
                  </a:cubicBezTo>
                  <a:cubicBezTo>
                    <a:pt x="95" y="83"/>
                    <a:pt x="78" y="37"/>
                    <a:pt x="99" y="4"/>
                  </a:cubicBezTo>
                </a:path>
              </a:pathLst>
            </a:custGeom>
            <a:solidFill>
              <a:srgbClr val="0F7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383">
              <a:extLst>
                <a:ext uri="{FF2B5EF4-FFF2-40B4-BE49-F238E27FC236}">
                  <a16:creationId xmlns:a16="http://schemas.microsoft.com/office/drawing/2014/main" id="{0CBC0C1F-C2EA-4F98-ADE8-B2922D3F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561"/>
              <a:ext cx="69" cy="64"/>
            </a:xfrm>
            <a:custGeom>
              <a:avLst/>
              <a:gdLst>
                <a:gd name="T0" fmla="*/ 19 w 74"/>
                <a:gd name="T1" fmla="*/ 0 h 68"/>
                <a:gd name="T2" fmla="*/ 1 w 74"/>
                <a:gd name="T3" fmla="*/ 24 h 68"/>
                <a:gd name="T4" fmla="*/ 7 w 74"/>
                <a:gd name="T5" fmla="*/ 56 h 68"/>
                <a:gd name="T6" fmla="*/ 17 w 74"/>
                <a:gd name="T7" fmla="*/ 43 h 68"/>
                <a:gd name="T8" fmla="*/ 29 w 74"/>
                <a:gd name="T9" fmla="*/ 49 h 68"/>
                <a:gd name="T10" fmla="*/ 60 w 74"/>
                <a:gd name="T11" fmla="*/ 54 h 68"/>
                <a:gd name="T12" fmla="*/ 19 w 74"/>
                <a:gd name="T13" fmla="*/ 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68">
                  <a:moveTo>
                    <a:pt x="23" y="0"/>
                  </a:moveTo>
                  <a:cubicBezTo>
                    <a:pt x="12" y="9"/>
                    <a:pt x="2" y="14"/>
                    <a:pt x="1" y="30"/>
                  </a:cubicBezTo>
                  <a:cubicBezTo>
                    <a:pt x="0" y="38"/>
                    <a:pt x="1" y="64"/>
                    <a:pt x="7" y="68"/>
                  </a:cubicBezTo>
                  <a:cubicBezTo>
                    <a:pt x="10" y="63"/>
                    <a:pt x="14" y="55"/>
                    <a:pt x="20" y="52"/>
                  </a:cubicBezTo>
                  <a:cubicBezTo>
                    <a:pt x="27" y="50"/>
                    <a:pt x="28" y="55"/>
                    <a:pt x="35" y="58"/>
                  </a:cubicBezTo>
                  <a:cubicBezTo>
                    <a:pt x="45" y="64"/>
                    <a:pt x="62" y="66"/>
                    <a:pt x="74" y="65"/>
                  </a:cubicBezTo>
                  <a:cubicBezTo>
                    <a:pt x="49" y="53"/>
                    <a:pt x="20" y="31"/>
                    <a:pt x="23" y="1"/>
                  </a:cubicBezTo>
                </a:path>
              </a:pathLst>
            </a:custGeom>
            <a:solidFill>
              <a:srgbClr val="0F7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384">
              <a:extLst>
                <a:ext uri="{FF2B5EF4-FFF2-40B4-BE49-F238E27FC236}">
                  <a16:creationId xmlns:a16="http://schemas.microsoft.com/office/drawing/2014/main" id="{DED6B160-3900-43A1-8DD7-E37A0C9C7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532"/>
              <a:ext cx="98" cy="27"/>
            </a:xfrm>
            <a:custGeom>
              <a:avLst/>
              <a:gdLst>
                <a:gd name="T0" fmla="*/ 85 w 105"/>
                <a:gd name="T1" fmla="*/ 22 h 30"/>
                <a:gd name="T2" fmla="*/ 0 w 105"/>
                <a:gd name="T3" fmla="*/ 4 h 30"/>
                <a:gd name="T4" fmla="*/ 53 w 105"/>
                <a:gd name="T5" fmla="*/ 5 h 30"/>
                <a:gd name="T6" fmla="*/ 82 w 105"/>
                <a:gd name="T7" fmla="*/ 2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0">
                  <a:moveTo>
                    <a:pt x="105" y="30"/>
                  </a:moveTo>
                  <a:cubicBezTo>
                    <a:pt x="66" y="30"/>
                    <a:pt x="31" y="29"/>
                    <a:pt x="0" y="4"/>
                  </a:cubicBezTo>
                  <a:cubicBezTo>
                    <a:pt x="20" y="5"/>
                    <a:pt x="45" y="0"/>
                    <a:pt x="65" y="7"/>
                  </a:cubicBezTo>
                  <a:cubicBezTo>
                    <a:pt x="79" y="12"/>
                    <a:pt x="93" y="24"/>
                    <a:pt x="101" y="30"/>
                  </a:cubicBezTo>
                </a:path>
              </a:pathLst>
            </a:custGeom>
            <a:solidFill>
              <a:srgbClr val="0F7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385">
              <a:extLst>
                <a:ext uri="{FF2B5EF4-FFF2-40B4-BE49-F238E27FC236}">
                  <a16:creationId xmlns:a16="http://schemas.microsoft.com/office/drawing/2014/main" id="{D77C91D0-54D4-4374-BE2A-5D4A2E150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425"/>
              <a:ext cx="130" cy="60"/>
            </a:xfrm>
            <a:custGeom>
              <a:avLst/>
              <a:gdLst>
                <a:gd name="T0" fmla="*/ 111 w 140"/>
                <a:gd name="T1" fmla="*/ 0 h 64"/>
                <a:gd name="T2" fmla="*/ 51 w 140"/>
                <a:gd name="T3" fmla="*/ 8 h 64"/>
                <a:gd name="T4" fmla="*/ 0 w 140"/>
                <a:gd name="T5" fmla="*/ 16 h 64"/>
                <a:gd name="T6" fmla="*/ 33 w 140"/>
                <a:gd name="T7" fmla="*/ 21 h 64"/>
                <a:gd name="T8" fmla="*/ 30 w 140"/>
                <a:gd name="T9" fmla="*/ 35 h 64"/>
                <a:gd name="T10" fmla="*/ 76 w 140"/>
                <a:gd name="T11" fmla="*/ 23 h 64"/>
                <a:gd name="T12" fmla="*/ 70 w 140"/>
                <a:gd name="T13" fmla="*/ 45 h 64"/>
                <a:gd name="T14" fmla="*/ 73 w 140"/>
                <a:gd name="T15" fmla="*/ 51 h 64"/>
                <a:gd name="T16" fmla="*/ 91 w 140"/>
                <a:gd name="T17" fmla="*/ 46 h 64"/>
                <a:gd name="T18" fmla="*/ 111 w 140"/>
                <a:gd name="T19" fmla="*/ 1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64">
                  <a:moveTo>
                    <a:pt x="138" y="0"/>
                  </a:moveTo>
                  <a:cubicBezTo>
                    <a:pt x="112" y="0"/>
                    <a:pt x="89" y="8"/>
                    <a:pt x="64" y="10"/>
                  </a:cubicBezTo>
                  <a:cubicBezTo>
                    <a:pt x="54" y="10"/>
                    <a:pt x="4" y="8"/>
                    <a:pt x="0" y="19"/>
                  </a:cubicBezTo>
                  <a:cubicBezTo>
                    <a:pt x="8" y="28"/>
                    <a:pt x="31" y="23"/>
                    <a:pt x="42" y="24"/>
                  </a:cubicBezTo>
                  <a:cubicBezTo>
                    <a:pt x="43" y="31"/>
                    <a:pt x="37" y="36"/>
                    <a:pt x="37" y="42"/>
                  </a:cubicBezTo>
                  <a:cubicBezTo>
                    <a:pt x="52" y="49"/>
                    <a:pt x="79" y="30"/>
                    <a:pt x="95" y="29"/>
                  </a:cubicBezTo>
                  <a:cubicBezTo>
                    <a:pt x="96" y="38"/>
                    <a:pt x="87" y="45"/>
                    <a:pt x="87" y="54"/>
                  </a:cubicBezTo>
                  <a:cubicBezTo>
                    <a:pt x="88" y="59"/>
                    <a:pt x="85" y="60"/>
                    <a:pt x="92" y="62"/>
                  </a:cubicBezTo>
                  <a:cubicBezTo>
                    <a:pt x="97" y="64"/>
                    <a:pt x="109" y="58"/>
                    <a:pt x="113" y="55"/>
                  </a:cubicBezTo>
                  <a:cubicBezTo>
                    <a:pt x="132" y="45"/>
                    <a:pt x="140" y="20"/>
                    <a:pt x="138" y="1"/>
                  </a:cubicBezTo>
                </a:path>
              </a:pathLst>
            </a:custGeom>
            <a:solidFill>
              <a:srgbClr val="0F7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386">
              <a:extLst>
                <a:ext uri="{FF2B5EF4-FFF2-40B4-BE49-F238E27FC236}">
                  <a16:creationId xmlns:a16="http://schemas.microsoft.com/office/drawing/2014/main" id="{697FCEF2-9CBD-4B61-A089-81099DBE5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257"/>
              <a:ext cx="76" cy="154"/>
            </a:xfrm>
            <a:custGeom>
              <a:avLst/>
              <a:gdLst>
                <a:gd name="T0" fmla="*/ 35 w 82"/>
                <a:gd name="T1" fmla="*/ 128 h 165"/>
                <a:gd name="T2" fmla="*/ 18 w 82"/>
                <a:gd name="T3" fmla="*/ 39 h 165"/>
                <a:gd name="T4" fmla="*/ 4 w 82"/>
                <a:gd name="T5" fmla="*/ 0 h 165"/>
                <a:gd name="T6" fmla="*/ 15 w 82"/>
                <a:gd name="T7" fmla="*/ 3 h 165"/>
                <a:gd name="T8" fmla="*/ 26 w 82"/>
                <a:gd name="T9" fmla="*/ 22 h 165"/>
                <a:gd name="T10" fmla="*/ 41 w 82"/>
                <a:gd name="T11" fmla="*/ 18 h 165"/>
                <a:gd name="T12" fmla="*/ 43 w 82"/>
                <a:gd name="T13" fmla="*/ 48 h 165"/>
                <a:gd name="T14" fmla="*/ 60 w 82"/>
                <a:gd name="T15" fmla="*/ 56 h 165"/>
                <a:gd name="T16" fmla="*/ 49 w 82"/>
                <a:gd name="T17" fmla="*/ 104 h 165"/>
                <a:gd name="T18" fmla="*/ 36 w 82"/>
                <a:gd name="T19" fmla="*/ 13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165">
                  <a:moveTo>
                    <a:pt x="44" y="158"/>
                  </a:moveTo>
                  <a:cubicBezTo>
                    <a:pt x="43" y="120"/>
                    <a:pt x="31" y="84"/>
                    <a:pt x="22" y="48"/>
                  </a:cubicBezTo>
                  <a:cubicBezTo>
                    <a:pt x="19" y="38"/>
                    <a:pt x="0" y="9"/>
                    <a:pt x="4" y="0"/>
                  </a:cubicBezTo>
                  <a:cubicBezTo>
                    <a:pt x="7" y="4"/>
                    <a:pt x="13" y="9"/>
                    <a:pt x="18" y="3"/>
                  </a:cubicBezTo>
                  <a:cubicBezTo>
                    <a:pt x="26" y="9"/>
                    <a:pt x="25" y="21"/>
                    <a:pt x="32" y="28"/>
                  </a:cubicBezTo>
                  <a:cubicBezTo>
                    <a:pt x="43" y="40"/>
                    <a:pt x="40" y="22"/>
                    <a:pt x="52" y="21"/>
                  </a:cubicBezTo>
                  <a:cubicBezTo>
                    <a:pt x="58" y="34"/>
                    <a:pt x="53" y="46"/>
                    <a:pt x="54" y="59"/>
                  </a:cubicBezTo>
                  <a:cubicBezTo>
                    <a:pt x="56" y="82"/>
                    <a:pt x="69" y="53"/>
                    <a:pt x="76" y="69"/>
                  </a:cubicBezTo>
                  <a:cubicBezTo>
                    <a:pt x="82" y="83"/>
                    <a:pt x="67" y="115"/>
                    <a:pt x="61" y="127"/>
                  </a:cubicBezTo>
                  <a:cubicBezTo>
                    <a:pt x="55" y="139"/>
                    <a:pt x="46" y="152"/>
                    <a:pt x="45" y="165"/>
                  </a:cubicBezTo>
                </a:path>
              </a:pathLst>
            </a:custGeom>
            <a:solidFill>
              <a:srgbClr val="0F7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387">
              <a:extLst>
                <a:ext uri="{FF2B5EF4-FFF2-40B4-BE49-F238E27FC236}">
                  <a16:creationId xmlns:a16="http://schemas.microsoft.com/office/drawing/2014/main" id="{63E10535-1971-4165-AE29-A329E8F3B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533"/>
              <a:ext cx="30" cy="18"/>
            </a:xfrm>
            <a:custGeom>
              <a:avLst/>
              <a:gdLst>
                <a:gd name="T0" fmla="*/ 2 w 33"/>
                <a:gd name="T1" fmla="*/ 16 h 19"/>
                <a:gd name="T2" fmla="*/ 25 w 33"/>
                <a:gd name="T3" fmla="*/ 7 h 19"/>
                <a:gd name="T4" fmla="*/ 7 w 33"/>
                <a:gd name="T5" fmla="*/ 1 h 19"/>
                <a:gd name="T6" fmla="*/ 0 w 33"/>
                <a:gd name="T7" fmla="*/ 1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9">
                  <a:moveTo>
                    <a:pt x="2" y="19"/>
                  </a:moveTo>
                  <a:cubicBezTo>
                    <a:pt x="4" y="8"/>
                    <a:pt x="24" y="7"/>
                    <a:pt x="33" y="7"/>
                  </a:cubicBezTo>
                  <a:cubicBezTo>
                    <a:pt x="29" y="3"/>
                    <a:pt x="16" y="0"/>
                    <a:pt x="10" y="1"/>
                  </a:cubicBezTo>
                  <a:cubicBezTo>
                    <a:pt x="0" y="3"/>
                    <a:pt x="3" y="8"/>
                    <a:pt x="0" y="17"/>
                  </a:cubicBezTo>
                </a:path>
              </a:pathLst>
            </a:custGeom>
            <a:solidFill>
              <a:srgbClr val="0F7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388">
              <a:extLst>
                <a:ext uri="{FF2B5EF4-FFF2-40B4-BE49-F238E27FC236}">
                  <a16:creationId xmlns:a16="http://schemas.microsoft.com/office/drawing/2014/main" id="{D8E41901-9D2C-4DF9-A177-CAAF4706F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254"/>
              <a:ext cx="40" cy="163"/>
            </a:xfrm>
            <a:custGeom>
              <a:avLst/>
              <a:gdLst>
                <a:gd name="T0" fmla="*/ 28 w 43"/>
                <a:gd name="T1" fmla="*/ 142 h 175"/>
                <a:gd name="T2" fmla="*/ 19 w 43"/>
                <a:gd name="T3" fmla="*/ 60 h 175"/>
                <a:gd name="T4" fmla="*/ 0 w 43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75">
                  <a:moveTo>
                    <a:pt x="34" y="175"/>
                  </a:moveTo>
                  <a:cubicBezTo>
                    <a:pt x="43" y="143"/>
                    <a:pt x="27" y="106"/>
                    <a:pt x="23" y="74"/>
                  </a:cubicBezTo>
                  <a:cubicBezTo>
                    <a:pt x="20" y="48"/>
                    <a:pt x="6" y="2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389">
              <a:extLst>
                <a:ext uri="{FF2B5EF4-FFF2-40B4-BE49-F238E27FC236}">
                  <a16:creationId xmlns:a16="http://schemas.microsoft.com/office/drawing/2014/main" id="{68AD9B02-9FCF-4F54-BD79-6529D4F7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421"/>
              <a:ext cx="139" cy="18"/>
            </a:xfrm>
            <a:custGeom>
              <a:avLst/>
              <a:gdLst>
                <a:gd name="T0" fmla="*/ 120 w 150"/>
                <a:gd name="T1" fmla="*/ 5 h 20"/>
                <a:gd name="T2" fmla="*/ 93 w 150"/>
                <a:gd name="T3" fmla="*/ 2 h 20"/>
                <a:gd name="T4" fmla="*/ 60 w 150"/>
                <a:gd name="T5" fmla="*/ 6 h 20"/>
                <a:gd name="T6" fmla="*/ 28 w 150"/>
                <a:gd name="T7" fmla="*/ 9 h 20"/>
                <a:gd name="T8" fmla="*/ 0 w 150"/>
                <a:gd name="T9" fmla="*/ 1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0">
                  <a:moveTo>
                    <a:pt x="150" y="7"/>
                  </a:moveTo>
                  <a:cubicBezTo>
                    <a:pt x="138" y="5"/>
                    <a:pt x="131" y="0"/>
                    <a:pt x="117" y="2"/>
                  </a:cubicBezTo>
                  <a:cubicBezTo>
                    <a:pt x="103" y="4"/>
                    <a:pt x="89" y="7"/>
                    <a:pt x="76" y="9"/>
                  </a:cubicBezTo>
                  <a:cubicBezTo>
                    <a:pt x="62" y="11"/>
                    <a:pt x="48" y="11"/>
                    <a:pt x="34" y="12"/>
                  </a:cubicBezTo>
                  <a:cubicBezTo>
                    <a:pt x="22" y="13"/>
                    <a:pt x="12" y="18"/>
                    <a:pt x="0" y="2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390">
              <a:extLst>
                <a:ext uri="{FF2B5EF4-FFF2-40B4-BE49-F238E27FC236}">
                  <a16:creationId xmlns:a16="http://schemas.microsoft.com/office/drawing/2014/main" id="{BBAB4B91-CB1B-4FF1-B835-C06C5F932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06"/>
              <a:ext cx="97" cy="141"/>
            </a:xfrm>
            <a:custGeom>
              <a:avLst/>
              <a:gdLst>
                <a:gd name="T0" fmla="*/ 83 w 105"/>
                <a:gd name="T1" fmla="*/ 123 h 151"/>
                <a:gd name="T2" fmla="*/ 41 w 105"/>
                <a:gd name="T3" fmla="*/ 55 h 151"/>
                <a:gd name="T4" fmla="*/ 21 w 105"/>
                <a:gd name="T5" fmla="*/ 24 h 151"/>
                <a:gd name="T6" fmla="*/ 0 w 105"/>
                <a:gd name="T7" fmla="*/ 0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51">
                  <a:moveTo>
                    <a:pt x="105" y="151"/>
                  </a:moveTo>
                  <a:cubicBezTo>
                    <a:pt x="78" y="129"/>
                    <a:pt x="69" y="96"/>
                    <a:pt x="52" y="67"/>
                  </a:cubicBezTo>
                  <a:cubicBezTo>
                    <a:pt x="44" y="55"/>
                    <a:pt x="36" y="41"/>
                    <a:pt x="27" y="30"/>
                  </a:cubicBezTo>
                  <a:cubicBezTo>
                    <a:pt x="18" y="21"/>
                    <a:pt x="4" y="1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391">
              <a:extLst>
                <a:ext uri="{FF2B5EF4-FFF2-40B4-BE49-F238E27FC236}">
                  <a16:creationId xmlns:a16="http://schemas.microsoft.com/office/drawing/2014/main" id="{B44C9754-E23F-46DE-A3EE-9D66ADE78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317"/>
              <a:ext cx="40" cy="52"/>
            </a:xfrm>
            <a:custGeom>
              <a:avLst/>
              <a:gdLst>
                <a:gd name="T0" fmla="*/ 34 w 43"/>
                <a:gd name="T1" fmla="*/ 46 h 55"/>
                <a:gd name="T2" fmla="*/ 20 w 43"/>
                <a:gd name="T3" fmla="*/ 18 h 55"/>
                <a:gd name="T4" fmla="*/ 0 w 43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5">
                  <a:moveTo>
                    <a:pt x="43" y="55"/>
                  </a:moveTo>
                  <a:cubicBezTo>
                    <a:pt x="35" y="45"/>
                    <a:pt x="34" y="31"/>
                    <a:pt x="25" y="21"/>
                  </a:cubicBezTo>
                  <a:cubicBezTo>
                    <a:pt x="19" y="14"/>
                    <a:pt x="8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392">
              <a:extLst>
                <a:ext uri="{FF2B5EF4-FFF2-40B4-BE49-F238E27FC236}">
                  <a16:creationId xmlns:a16="http://schemas.microsoft.com/office/drawing/2014/main" id="{DB763CF6-C638-4816-854F-7B4CCFE77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280"/>
              <a:ext cx="23" cy="27"/>
            </a:xfrm>
            <a:custGeom>
              <a:avLst/>
              <a:gdLst>
                <a:gd name="T0" fmla="*/ 19 w 25"/>
                <a:gd name="T1" fmla="*/ 23 h 29"/>
                <a:gd name="T2" fmla="*/ 0 w 2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25" y="29"/>
                  </a:moveTo>
                  <a:cubicBezTo>
                    <a:pt x="17" y="19"/>
                    <a:pt x="8" y="1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393">
              <a:extLst>
                <a:ext uri="{FF2B5EF4-FFF2-40B4-BE49-F238E27FC236}">
                  <a16:creationId xmlns:a16="http://schemas.microsoft.com/office/drawing/2014/main" id="{A8B6FFE2-60DD-482E-B52A-4BFCC7DB6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303"/>
              <a:ext cx="17" cy="39"/>
            </a:xfrm>
            <a:custGeom>
              <a:avLst/>
              <a:gdLst>
                <a:gd name="T0" fmla="*/ 0 w 18"/>
                <a:gd name="T1" fmla="*/ 35 h 41"/>
                <a:gd name="T2" fmla="*/ 10 w 18"/>
                <a:gd name="T3" fmla="*/ 18 h 41"/>
                <a:gd name="T4" fmla="*/ 15 w 1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1">
                  <a:moveTo>
                    <a:pt x="0" y="41"/>
                  </a:moveTo>
                  <a:cubicBezTo>
                    <a:pt x="0" y="33"/>
                    <a:pt x="9" y="28"/>
                    <a:pt x="13" y="21"/>
                  </a:cubicBezTo>
                  <a:cubicBezTo>
                    <a:pt x="16" y="14"/>
                    <a:pt x="17" y="8"/>
                    <a:pt x="1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394">
              <a:extLst>
                <a:ext uri="{FF2B5EF4-FFF2-40B4-BE49-F238E27FC236}">
                  <a16:creationId xmlns:a16="http://schemas.microsoft.com/office/drawing/2014/main" id="{26048E24-6699-4E51-872B-18DBCFFBE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374"/>
              <a:ext cx="34" cy="52"/>
            </a:xfrm>
            <a:custGeom>
              <a:avLst/>
              <a:gdLst>
                <a:gd name="T0" fmla="*/ 30 w 36"/>
                <a:gd name="T1" fmla="*/ 41 h 56"/>
                <a:gd name="T2" fmla="*/ 0 w 36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6">
                  <a:moveTo>
                    <a:pt x="36" y="51"/>
                  </a:moveTo>
                  <a:cubicBezTo>
                    <a:pt x="14" y="56"/>
                    <a:pt x="13" y="1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395">
              <a:extLst>
                <a:ext uri="{FF2B5EF4-FFF2-40B4-BE49-F238E27FC236}">
                  <a16:creationId xmlns:a16="http://schemas.microsoft.com/office/drawing/2014/main" id="{FF47C948-7A2E-43A0-812B-546EA8B8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407"/>
              <a:ext cx="44" cy="23"/>
            </a:xfrm>
            <a:custGeom>
              <a:avLst/>
              <a:gdLst>
                <a:gd name="T0" fmla="*/ 38 w 47"/>
                <a:gd name="T1" fmla="*/ 19 h 25"/>
                <a:gd name="T2" fmla="*/ 19 w 47"/>
                <a:gd name="T3" fmla="*/ 9 h 25"/>
                <a:gd name="T4" fmla="*/ 0 w 4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5">
                  <a:moveTo>
                    <a:pt x="47" y="25"/>
                  </a:moveTo>
                  <a:cubicBezTo>
                    <a:pt x="37" y="21"/>
                    <a:pt x="31" y="20"/>
                    <a:pt x="22" y="12"/>
                  </a:cubicBezTo>
                  <a:cubicBezTo>
                    <a:pt x="15" y="6"/>
                    <a:pt x="10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396">
              <a:extLst>
                <a:ext uri="{FF2B5EF4-FFF2-40B4-BE49-F238E27FC236}">
                  <a16:creationId xmlns:a16="http://schemas.microsoft.com/office/drawing/2014/main" id="{F77547FD-A089-4BFB-9A41-AC042DD5E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426"/>
              <a:ext cx="16" cy="39"/>
            </a:xfrm>
            <a:custGeom>
              <a:avLst/>
              <a:gdLst>
                <a:gd name="T0" fmla="*/ 12 w 17"/>
                <a:gd name="T1" fmla="*/ 0 h 42"/>
                <a:gd name="T2" fmla="*/ 0 w 17"/>
                <a:gd name="T3" fmla="*/ 3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2">
                  <a:moveTo>
                    <a:pt x="15" y="0"/>
                  </a:moveTo>
                  <a:cubicBezTo>
                    <a:pt x="17" y="14"/>
                    <a:pt x="2" y="28"/>
                    <a:pt x="0" y="4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397">
              <a:extLst>
                <a:ext uri="{FF2B5EF4-FFF2-40B4-BE49-F238E27FC236}">
                  <a16:creationId xmlns:a16="http://schemas.microsoft.com/office/drawing/2014/main" id="{8A4F96BB-B779-4B72-B519-4DE119EEC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336"/>
              <a:ext cx="2" cy="75"/>
            </a:xfrm>
            <a:custGeom>
              <a:avLst/>
              <a:gdLst>
                <a:gd name="T0" fmla="*/ 1 w 3"/>
                <a:gd name="T1" fmla="*/ 66 h 80"/>
                <a:gd name="T2" fmla="*/ 1 w 3"/>
                <a:gd name="T3" fmla="*/ 29 h 80"/>
                <a:gd name="T4" fmla="*/ 1 w 3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0">
                  <a:moveTo>
                    <a:pt x="1" y="80"/>
                  </a:moveTo>
                  <a:cubicBezTo>
                    <a:pt x="0" y="64"/>
                    <a:pt x="0" y="50"/>
                    <a:pt x="2" y="35"/>
                  </a:cubicBezTo>
                  <a:cubicBezTo>
                    <a:pt x="3" y="24"/>
                    <a:pt x="3" y="7"/>
                    <a:pt x="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398">
              <a:extLst>
                <a:ext uri="{FF2B5EF4-FFF2-40B4-BE49-F238E27FC236}">
                  <a16:creationId xmlns:a16="http://schemas.microsoft.com/office/drawing/2014/main" id="{45AACA66-D35F-4467-BF97-3D33175B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308"/>
              <a:ext cx="20" cy="46"/>
            </a:xfrm>
            <a:custGeom>
              <a:avLst/>
              <a:gdLst>
                <a:gd name="T0" fmla="*/ 18 w 21"/>
                <a:gd name="T1" fmla="*/ 40 h 49"/>
                <a:gd name="T2" fmla="*/ 0 w 21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9">
                  <a:moveTo>
                    <a:pt x="21" y="49"/>
                  </a:moveTo>
                  <a:cubicBezTo>
                    <a:pt x="14" y="31"/>
                    <a:pt x="15" y="14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399">
              <a:extLst>
                <a:ext uri="{FF2B5EF4-FFF2-40B4-BE49-F238E27FC236}">
                  <a16:creationId xmlns:a16="http://schemas.microsoft.com/office/drawing/2014/main" id="{1ECEFFF0-9030-4EBB-9532-83E23FCE7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372"/>
              <a:ext cx="50" cy="12"/>
            </a:xfrm>
            <a:custGeom>
              <a:avLst/>
              <a:gdLst>
                <a:gd name="T0" fmla="*/ 44 w 53"/>
                <a:gd name="T1" fmla="*/ 10 h 12"/>
                <a:gd name="T2" fmla="*/ 0 w 5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2">
                  <a:moveTo>
                    <a:pt x="53" y="10"/>
                  </a:moveTo>
                  <a:cubicBezTo>
                    <a:pt x="38" y="7"/>
                    <a:pt x="10" y="1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400">
              <a:extLst>
                <a:ext uri="{FF2B5EF4-FFF2-40B4-BE49-F238E27FC236}">
                  <a16:creationId xmlns:a16="http://schemas.microsoft.com/office/drawing/2014/main" id="{28CBF246-1C92-483C-8FB3-F49BFC596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354"/>
              <a:ext cx="98" cy="110"/>
            </a:xfrm>
            <a:custGeom>
              <a:avLst/>
              <a:gdLst>
                <a:gd name="T0" fmla="*/ 0 w 105"/>
                <a:gd name="T1" fmla="*/ 0 h 118"/>
                <a:gd name="T2" fmla="*/ 22 w 105"/>
                <a:gd name="T3" fmla="*/ 20 h 118"/>
                <a:gd name="T4" fmla="*/ 43 w 105"/>
                <a:gd name="T5" fmla="*/ 51 h 118"/>
                <a:gd name="T6" fmla="*/ 85 w 105"/>
                <a:gd name="T7" fmla="*/ 96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18">
                  <a:moveTo>
                    <a:pt x="0" y="0"/>
                  </a:moveTo>
                  <a:cubicBezTo>
                    <a:pt x="6" y="9"/>
                    <a:pt x="20" y="15"/>
                    <a:pt x="28" y="24"/>
                  </a:cubicBezTo>
                  <a:cubicBezTo>
                    <a:pt x="39" y="36"/>
                    <a:pt x="46" y="49"/>
                    <a:pt x="53" y="63"/>
                  </a:cubicBezTo>
                  <a:cubicBezTo>
                    <a:pt x="65" y="86"/>
                    <a:pt x="78" y="112"/>
                    <a:pt x="105" y="11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401">
              <a:extLst>
                <a:ext uri="{FF2B5EF4-FFF2-40B4-BE49-F238E27FC236}">
                  <a16:creationId xmlns:a16="http://schemas.microsoft.com/office/drawing/2014/main" id="{A8B20EB4-6DED-4CA6-B082-3034E4BC8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79"/>
              <a:ext cx="187" cy="89"/>
            </a:xfrm>
            <a:custGeom>
              <a:avLst/>
              <a:gdLst>
                <a:gd name="T0" fmla="*/ 0 w 202"/>
                <a:gd name="T1" fmla="*/ 4 h 96"/>
                <a:gd name="T2" fmla="*/ 95 w 202"/>
                <a:gd name="T3" fmla="*/ 51 h 96"/>
                <a:gd name="T4" fmla="*/ 160 w 202"/>
                <a:gd name="T5" fmla="*/ 77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96">
                  <a:moveTo>
                    <a:pt x="0" y="4"/>
                  </a:moveTo>
                  <a:cubicBezTo>
                    <a:pt x="42" y="0"/>
                    <a:pt x="85" y="45"/>
                    <a:pt x="120" y="64"/>
                  </a:cubicBezTo>
                  <a:cubicBezTo>
                    <a:pt x="145" y="77"/>
                    <a:pt x="176" y="93"/>
                    <a:pt x="202" y="9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402">
              <a:extLst>
                <a:ext uri="{FF2B5EF4-FFF2-40B4-BE49-F238E27FC236}">
                  <a16:creationId xmlns:a16="http://schemas.microsoft.com/office/drawing/2014/main" id="{90C7ED77-192B-4C8F-9E7A-22B7B0E12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483"/>
              <a:ext cx="109" cy="19"/>
            </a:xfrm>
            <a:custGeom>
              <a:avLst/>
              <a:gdLst>
                <a:gd name="T0" fmla="*/ 0 w 117"/>
                <a:gd name="T1" fmla="*/ 17 h 20"/>
                <a:gd name="T2" fmla="*/ 95 w 11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7" h="20">
                  <a:moveTo>
                    <a:pt x="0" y="20"/>
                  </a:moveTo>
                  <a:cubicBezTo>
                    <a:pt x="40" y="20"/>
                    <a:pt x="79" y="0"/>
                    <a:pt x="117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403">
              <a:extLst>
                <a:ext uri="{FF2B5EF4-FFF2-40B4-BE49-F238E27FC236}">
                  <a16:creationId xmlns:a16="http://schemas.microsoft.com/office/drawing/2014/main" id="{6C6981B2-4273-4757-B2B9-7AFB8B2E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372"/>
              <a:ext cx="23" cy="60"/>
            </a:xfrm>
            <a:custGeom>
              <a:avLst/>
              <a:gdLst>
                <a:gd name="T0" fmla="*/ 19 w 25"/>
                <a:gd name="T1" fmla="*/ 53 h 64"/>
                <a:gd name="T2" fmla="*/ 14 w 25"/>
                <a:gd name="T3" fmla="*/ 34 h 64"/>
                <a:gd name="T4" fmla="*/ 0 w 25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4">
                  <a:moveTo>
                    <a:pt x="25" y="64"/>
                  </a:moveTo>
                  <a:cubicBezTo>
                    <a:pt x="16" y="59"/>
                    <a:pt x="18" y="49"/>
                    <a:pt x="17" y="40"/>
                  </a:cubicBezTo>
                  <a:cubicBezTo>
                    <a:pt x="15" y="26"/>
                    <a:pt x="11" y="1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404">
              <a:extLst>
                <a:ext uri="{FF2B5EF4-FFF2-40B4-BE49-F238E27FC236}">
                  <a16:creationId xmlns:a16="http://schemas.microsoft.com/office/drawing/2014/main" id="{274B53DE-7BC3-47ED-9D47-E8DF1DFE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402"/>
              <a:ext cx="57" cy="14"/>
            </a:xfrm>
            <a:custGeom>
              <a:avLst/>
              <a:gdLst>
                <a:gd name="T0" fmla="*/ 48 w 62"/>
                <a:gd name="T1" fmla="*/ 7 h 15"/>
                <a:gd name="T2" fmla="*/ 0 w 62"/>
                <a:gd name="T3" fmla="*/ 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5">
                  <a:moveTo>
                    <a:pt x="62" y="10"/>
                  </a:moveTo>
                  <a:cubicBezTo>
                    <a:pt x="41" y="0"/>
                    <a:pt x="22" y="15"/>
                    <a:pt x="0" y="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405">
              <a:extLst>
                <a:ext uri="{FF2B5EF4-FFF2-40B4-BE49-F238E27FC236}">
                  <a16:creationId xmlns:a16="http://schemas.microsoft.com/office/drawing/2014/main" id="{5F09E59F-9435-4AF0-920A-253244A0C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384"/>
              <a:ext cx="17" cy="62"/>
            </a:xfrm>
            <a:custGeom>
              <a:avLst/>
              <a:gdLst>
                <a:gd name="T0" fmla="*/ 15 w 18"/>
                <a:gd name="T1" fmla="*/ 54 h 66"/>
                <a:gd name="T2" fmla="*/ 0 w 18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6">
                  <a:moveTo>
                    <a:pt x="18" y="66"/>
                  </a:moveTo>
                  <a:cubicBezTo>
                    <a:pt x="7" y="47"/>
                    <a:pt x="7" y="2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406">
              <a:extLst>
                <a:ext uri="{FF2B5EF4-FFF2-40B4-BE49-F238E27FC236}">
                  <a16:creationId xmlns:a16="http://schemas.microsoft.com/office/drawing/2014/main" id="{C592D017-6F0D-499D-8AF5-51F7982F6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502"/>
              <a:ext cx="154" cy="142"/>
            </a:xfrm>
            <a:custGeom>
              <a:avLst/>
              <a:gdLst>
                <a:gd name="T0" fmla="*/ 133 w 166"/>
                <a:gd name="T1" fmla="*/ 0 h 153"/>
                <a:gd name="T2" fmla="*/ 94 w 166"/>
                <a:gd name="T3" fmla="*/ 17 h 153"/>
                <a:gd name="T4" fmla="*/ 56 w 166"/>
                <a:gd name="T5" fmla="*/ 48 h 153"/>
                <a:gd name="T6" fmla="*/ 26 w 166"/>
                <a:gd name="T7" fmla="*/ 84 h 153"/>
                <a:gd name="T8" fmla="*/ 0 w 166"/>
                <a:gd name="T9" fmla="*/ 123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53">
                  <a:moveTo>
                    <a:pt x="166" y="0"/>
                  </a:moveTo>
                  <a:cubicBezTo>
                    <a:pt x="148" y="5"/>
                    <a:pt x="133" y="8"/>
                    <a:pt x="117" y="20"/>
                  </a:cubicBezTo>
                  <a:cubicBezTo>
                    <a:pt x="100" y="32"/>
                    <a:pt x="85" y="46"/>
                    <a:pt x="70" y="60"/>
                  </a:cubicBezTo>
                  <a:cubicBezTo>
                    <a:pt x="57" y="74"/>
                    <a:pt x="44" y="91"/>
                    <a:pt x="32" y="106"/>
                  </a:cubicBezTo>
                  <a:cubicBezTo>
                    <a:pt x="21" y="119"/>
                    <a:pt x="1" y="135"/>
                    <a:pt x="0" y="15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407">
              <a:extLst>
                <a:ext uri="{FF2B5EF4-FFF2-40B4-BE49-F238E27FC236}">
                  <a16:creationId xmlns:a16="http://schemas.microsoft.com/office/drawing/2014/main" id="{103A2638-3642-48C6-962B-315B8414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559"/>
              <a:ext cx="47" cy="71"/>
            </a:xfrm>
            <a:custGeom>
              <a:avLst/>
              <a:gdLst>
                <a:gd name="T0" fmla="*/ 0 w 50"/>
                <a:gd name="T1" fmla="*/ 0 h 77"/>
                <a:gd name="T2" fmla="*/ 12 w 50"/>
                <a:gd name="T3" fmla="*/ 35 h 77"/>
                <a:gd name="T4" fmla="*/ 30 w 50"/>
                <a:gd name="T5" fmla="*/ 47 h 77"/>
                <a:gd name="T6" fmla="*/ 41 w 50"/>
                <a:gd name="T7" fmla="*/ 6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7">
                  <a:moveTo>
                    <a:pt x="0" y="0"/>
                  </a:moveTo>
                  <a:cubicBezTo>
                    <a:pt x="1" y="18"/>
                    <a:pt x="0" y="31"/>
                    <a:pt x="15" y="45"/>
                  </a:cubicBezTo>
                  <a:cubicBezTo>
                    <a:pt x="21" y="50"/>
                    <a:pt x="30" y="54"/>
                    <a:pt x="36" y="60"/>
                  </a:cubicBezTo>
                  <a:cubicBezTo>
                    <a:pt x="41" y="65"/>
                    <a:pt x="44" y="73"/>
                    <a:pt x="50" y="7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408">
              <a:extLst>
                <a:ext uri="{FF2B5EF4-FFF2-40B4-BE49-F238E27FC236}">
                  <a16:creationId xmlns:a16="http://schemas.microsoft.com/office/drawing/2014/main" id="{441B4F12-D016-4AD2-BFA0-F1C6CE1C1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575"/>
              <a:ext cx="161" cy="231"/>
            </a:xfrm>
            <a:custGeom>
              <a:avLst/>
              <a:gdLst>
                <a:gd name="T0" fmla="*/ 140 w 173"/>
                <a:gd name="T1" fmla="*/ 0 h 248"/>
                <a:gd name="T2" fmla="*/ 47 w 173"/>
                <a:gd name="T3" fmla="*/ 116 h 248"/>
                <a:gd name="T4" fmla="*/ 14 w 173"/>
                <a:gd name="T5" fmla="*/ 166 h 248"/>
                <a:gd name="T6" fmla="*/ 0 w 173"/>
                <a:gd name="T7" fmla="*/ 200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248">
                  <a:moveTo>
                    <a:pt x="173" y="0"/>
                  </a:moveTo>
                  <a:cubicBezTo>
                    <a:pt x="144" y="57"/>
                    <a:pt x="101" y="96"/>
                    <a:pt x="59" y="143"/>
                  </a:cubicBezTo>
                  <a:cubicBezTo>
                    <a:pt x="43" y="162"/>
                    <a:pt x="30" y="184"/>
                    <a:pt x="17" y="205"/>
                  </a:cubicBezTo>
                  <a:cubicBezTo>
                    <a:pt x="9" y="219"/>
                    <a:pt x="7" y="235"/>
                    <a:pt x="0" y="24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409">
              <a:extLst>
                <a:ext uri="{FF2B5EF4-FFF2-40B4-BE49-F238E27FC236}">
                  <a16:creationId xmlns:a16="http://schemas.microsoft.com/office/drawing/2014/main" id="{48DD50EA-F28B-465A-9881-CB922B959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557"/>
              <a:ext cx="182" cy="40"/>
            </a:xfrm>
            <a:custGeom>
              <a:avLst/>
              <a:gdLst>
                <a:gd name="T0" fmla="*/ 157 w 196"/>
                <a:gd name="T1" fmla="*/ 3 h 43"/>
                <a:gd name="T2" fmla="*/ 125 w 196"/>
                <a:gd name="T3" fmla="*/ 4 h 43"/>
                <a:gd name="T4" fmla="*/ 85 w 196"/>
                <a:gd name="T5" fmla="*/ 3 h 43"/>
                <a:gd name="T6" fmla="*/ 0 w 196"/>
                <a:gd name="T7" fmla="*/ 3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6" h="43">
                  <a:moveTo>
                    <a:pt x="196" y="3"/>
                  </a:moveTo>
                  <a:cubicBezTo>
                    <a:pt x="183" y="2"/>
                    <a:pt x="169" y="5"/>
                    <a:pt x="156" y="4"/>
                  </a:cubicBezTo>
                  <a:cubicBezTo>
                    <a:pt x="139" y="3"/>
                    <a:pt x="122" y="0"/>
                    <a:pt x="106" y="3"/>
                  </a:cubicBezTo>
                  <a:cubicBezTo>
                    <a:pt x="72" y="8"/>
                    <a:pt x="31" y="26"/>
                    <a:pt x="0" y="4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410">
              <a:extLst>
                <a:ext uri="{FF2B5EF4-FFF2-40B4-BE49-F238E27FC236}">
                  <a16:creationId xmlns:a16="http://schemas.microsoft.com/office/drawing/2014/main" id="{A2D86523-F8D2-4A34-BF38-0EB031D66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506"/>
              <a:ext cx="29" cy="68"/>
            </a:xfrm>
            <a:custGeom>
              <a:avLst/>
              <a:gdLst>
                <a:gd name="T0" fmla="*/ 22 w 32"/>
                <a:gd name="T1" fmla="*/ 0 h 74"/>
                <a:gd name="T2" fmla="*/ 15 w 32"/>
                <a:gd name="T3" fmla="*/ 5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4">
                  <a:moveTo>
                    <a:pt x="30" y="0"/>
                  </a:moveTo>
                  <a:cubicBezTo>
                    <a:pt x="0" y="17"/>
                    <a:pt x="32" y="54"/>
                    <a:pt x="21" y="7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411">
              <a:extLst>
                <a:ext uri="{FF2B5EF4-FFF2-40B4-BE49-F238E27FC236}">
                  <a16:creationId xmlns:a16="http://schemas.microsoft.com/office/drawing/2014/main" id="{A258CD9A-8B39-4370-A891-899EA0762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537"/>
              <a:ext cx="100" cy="83"/>
            </a:xfrm>
            <a:custGeom>
              <a:avLst/>
              <a:gdLst>
                <a:gd name="T0" fmla="*/ 87 w 107"/>
                <a:gd name="T1" fmla="*/ 0 h 89"/>
                <a:gd name="T2" fmla="*/ 50 w 107"/>
                <a:gd name="T3" fmla="*/ 33 h 89"/>
                <a:gd name="T4" fmla="*/ 0 w 107"/>
                <a:gd name="T5" fmla="*/ 72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89">
                  <a:moveTo>
                    <a:pt x="107" y="0"/>
                  </a:moveTo>
                  <a:cubicBezTo>
                    <a:pt x="91" y="13"/>
                    <a:pt x="78" y="30"/>
                    <a:pt x="61" y="41"/>
                  </a:cubicBezTo>
                  <a:cubicBezTo>
                    <a:pt x="37" y="56"/>
                    <a:pt x="13" y="61"/>
                    <a:pt x="0" y="8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412">
              <a:extLst>
                <a:ext uri="{FF2B5EF4-FFF2-40B4-BE49-F238E27FC236}">
                  <a16:creationId xmlns:a16="http://schemas.microsoft.com/office/drawing/2014/main" id="{AD162088-7797-482A-A631-B08D14B5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540"/>
              <a:ext cx="51" cy="20"/>
            </a:xfrm>
            <a:custGeom>
              <a:avLst/>
              <a:gdLst>
                <a:gd name="T0" fmla="*/ 44 w 55"/>
                <a:gd name="T1" fmla="*/ 16 h 22"/>
                <a:gd name="T2" fmla="*/ 24 w 55"/>
                <a:gd name="T3" fmla="*/ 7 h 22"/>
                <a:gd name="T4" fmla="*/ 0 w 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2">
                  <a:moveTo>
                    <a:pt x="55" y="22"/>
                  </a:moveTo>
                  <a:cubicBezTo>
                    <a:pt x="45" y="21"/>
                    <a:pt x="38" y="15"/>
                    <a:pt x="30" y="10"/>
                  </a:cubicBezTo>
                  <a:cubicBezTo>
                    <a:pt x="20" y="4"/>
                    <a:pt x="11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413">
              <a:extLst>
                <a:ext uri="{FF2B5EF4-FFF2-40B4-BE49-F238E27FC236}">
                  <a16:creationId xmlns:a16="http://schemas.microsoft.com/office/drawing/2014/main" id="{684A4630-0B14-492B-A740-A79F9EE29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561"/>
              <a:ext cx="58" cy="52"/>
            </a:xfrm>
            <a:custGeom>
              <a:avLst/>
              <a:gdLst>
                <a:gd name="T0" fmla="*/ 49 w 63"/>
                <a:gd name="T1" fmla="*/ 0 h 55"/>
                <a:gd name="T2" fmla="*/ 24 w 63"/>
                <a:gd name="T3" fmla="*/ 23 h 55"/>
                <a:gd name="T4" fmla="*/ 0 w 63"/>
                <a:gd name="T5" fmla="*/ 4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5">
                  <a:moveTo>
                    <a:pt x="63" y="0"/>
                  </a:moveTo>
                  <a:cubicBezTo>
                    <a:pt x="54" y="10"/>
                    <a:pt x="40" y="15"/>
                    <a:pt x="30" y="26"/>
                  </a:cubicBezTo>
                  <a:cubicBezTo>
                    <a:pt x="25" y="31"/>
                    <a:pt x="1" y="55"/>
                    <a:pt x="0" y="5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414">
              <a:extLst>
                <a:ext uri="{FF2B5EF4-FFF2-40B4-BE49-F238E27FC236}">
                  <a16:creationId xmlns:a16="http://schemas.microsoft.com/office/drawing/2014/main" id="{B83D53A5-8DE6-4413-B52E-E508485B8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622"/>
              <a:ext cx="116" cy="43"/>
            </a:xfrm>
            <a:custGeom>
              <a:avLst/>
              <a:gdLst>
                <a:gd name="T0" fmla="*/ 100 w 125"/>
                <a:gd name="T1" fmla="*/ 1 h 46"/>
                <a:gd name="T2" fmla="*/ 65 w 125"/>
                <a:gd name="T3" fmla="*/ 22 h 46"/>
                <a:gd name="T4" fmla="*/ 0 w 125"/>
                <a:gd name="T5" fmla="*/ 3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46">
                  <a:moveTo>
                    <a:pt x="125" y="1"/>
                  </a:moveTo>
                  <a:cubicBezTo>
                    <a:pt x="113" y="0"/>
                    <a:pt x="93" y="22"/>
                    <a:pt x="81" y="28"/>
                  </a:cubicBezTo>
                  <a:cubicBezTo>
                    <a:pt x="58" y="38"/>
                    <a:pt x="18" y="27"/>
                    <a:pt x="0" y="4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415">
              <a:extLst>
                <a:ext uri="{FF2B5EF4-FFF2-40B4-BE49-F238E27FC236}">
                  <a16:creationId xmlns:a16="http://schemas.microsoft.com/office/drawing/2014/main" id="{48656BDB-E6C1-42AA-A0ED-80CE82C4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668"/>
              <a:ext cx="14" cy="100"/>
            </a:xfrm>
            <a:custGeom>
              <a:avLst/>
              <a:gdLst>
                <a:gd name="T0" fmla="*/ 12 w 15"/>
                <a:gd name="T1" fmla="*/ 0 h 107"/>
                <a:gd name="T2" fmla="*/ 1 w 15"/>
                <a:gd name="T3" fmla="*/ 50 h 107"/>
                <a:gd name="T4" fmla="*/ 0 w 15"/>
                <a:gd name="T5" fmla="*/ 87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7">
                  <a:moveTo>
                    <a:pt x="15" y="0"/>
                  </a:moveTo>
                  <a:cubicBezTo>
                    <a:pt x="5" y="19"/>
                    <a:pt x="1" y="40"/>
                    <a:pt x="1" y="62"/>
                  </a:cubicBezTo>
                  <a:cubicBezTo>
                    <a:pt x="1" y="76"/>
                    <a:pt x="4" y="97"/>
                    <a:pt x="0" y="10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416">
              <a:extLst>
                <a:ext uri="{FF2B5EF4-FFF2-40B4-BE49-F238E27FC236}">
                  <a16:creationId xmlns:a16="http://schemas.microsoft.com/office/drawing/2014/main" id="{FDA57288-0F01-4D21-8351-98CCFC7A6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577"/>
              <a:ext cx="56" cy="22"/>
            </a:xfrm>
            <a:custGeom>
              <a:avLst/>
              <a:gdLst>
                <a:gd name="T0" fmla="*/ 0 w 60"/>
                <a:gd name="T1" fmla="*/ 0 h 23"/>
                <a:gd name="T2" fmla="*/ 21 w 60"/>
                <a:gd name="T3" fmla="*/ 19 h 23"/>
                <a:gd name="T4" fmla="*/ 49 w 60"/>
                <a:gd name="T5" fmla="*/ 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3">
                  <a:moveTo>
                    <a:pt x="0" y="0"/>
                  </a:moveTo>
                  <a:cubicBezTo>
                    <a:pt x="0" y="13"/>
                    <a:pt x="15" y="20"/>
                    <a:pt x="26" y="22"/>
                  </a:cubicBezTo>
                  <a:cubicBezTo>
                    <a:pt x="38" y="23"/>
                    <a:pt x="49" y="14"/>
                    <a:pt x="60" y="1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417">
              <a:extLst>
                <a:ext uri="{FF2B5EF4-FFF2-40B4-BE49-F238E27FC236}">
                  <a16:creationId xmlns:a16="http://schemas.microsoft.com/office/drawing/2014/main" id="{367A5ED2-A055-4686-8238-5208177FF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235"/>
              <a:ext cx="700" cy="587"/>
            </a:xfrm>
            <a:custGeom>
              <a:avLst/>
              <a:gdLst>
                <a:gd name="T0" fmla="*/ 194 w 754"/>
                <a:gd name="T1" fmla="*/ 138 h 631"/>
                <a:gd name="T2" fmla="*/ 200 w 754"/>
                <a:gd name="T3" fmla="*/ 109 h 631"/>
                <a:gd name="T4" fmla="*/ 183 w 754"/>
                <a:gd name="T5" fmla="*/ 54 h 631"/>
                <a:gd name="T6" fmla="*/ 227 w 754"/>
                <a:gd name="T7" fmla="*/ 52 h 631"/>
                <a:gd name="T8" fmla="*/ 253 w 754"/>
                <a:gd name="T9" fmla="*/ 61 h 631"/>
                <a:gd name="T10" fmla="*/ 285 w 754"/>
                <a:gd name="T11" fmla="*/ 67 h 631"/>
                <a:gd name="T12" fmla="*/ 319 w 754"/>
                <a:gd name="T13" fmla="*/ 220 h 631"/>
                <a:gd name="T14" fmla="*/ 495 w 754"/>
                <a:gd name="T15" fmla="*/ 174 h 631"/>
                <a:gd name="T16" fmla="*/ 419 w 754"/>
                <a:gd name="T17" fmla="*/ 219 h 631"/>
                <a:gd name="T18" fmla="*/ 382 w 754"/>
                <a:gd name="T19" fmla="*/ 204 h 631"/>
                <a:gd name="T20" fmla="*/ 345 w 754"/>
                <a:gd name="T21" fmla="*/ 180 h 631"/>
                <a:gd name="T22" fmla="*/ 377 w 754"/>
                <a:gd name="T23" fmla="*/ 153 h 631"/>
                <a:gd name="T24" fmla="*/ 415 w 754"/>
                <a:gd name="T25" fmla="*/ 127 h 631"/>
                <a:gd name="T26" fmla="*/ 490 w 754"/>
                <a:gd name="T27" fmla="*/ 158 h 631"/>
                <a:gd name="T28" fmla="*/ 434 w 754"/>
                <a:gd name="T29" fmla="*/ 68 h 631"/>
                <a:gd name="T30" fmla="*/ 439 w 754"/>
                <a:gd name="T31" fmla="*/ 36 h 631"/>
                <a:gd name="T32" fmla="*/ 458 w 754"/>
                <a:gd name="T33" fmla="*/ 5 h 631"/>
                <a:gd name="T34" fmla="*/ 478 w 754"/>
                <a:gd name="T35" fmla="*/ 7 h 631"/>
                <a:gd name="T36" fmla="*/ 503 w 754"/>
                <a:gd name="T37" fmla="*/ 20 h 631"/>
                <a:gd name="T38" fmla="*/ 536 w 754"/>
                <a:gd name="T39" fmla="*/ 52 h 631"/>
                <a:gd name="T40" fmla="*/ 512 w 754"/>
                <a:gd name="T41" fmla="*/ 180 h 631"/>
                <a:gd name="T42" fmla="*/ 597 w 754"/>
                <a:gd name="T43" fmla="*/ 283 h 631"/>
                <a:gd name="T44" fmla="*/ 565 w 754"/>
                <a:gd name="T45" fmla="*/ 289 h 631"/>
                <a:gd name="T46" fmla="*/ 552 w 754"/>
                <a:gd name="T47" fmla="*/ 341 h 631"/>
                <a:gd name="T48" fmla="*/ 491 w 754"/>
                <a:gd name="T49" fmla="*/ 346 h 631"/>
                <a:gd name="T50" fmla="*/ 481 w 754"/>
                <a:gd name="T51" fmla="*/ 359 h 631"/>
                <a:gd name="T52" fmla="*/ 471 w 754"/>
                <a:gd name="T53" fmla="*/ 403 h 631"/>
                <a:gd name="T54" fmla="*/ 437 w 754"/>
                <a:gd name="T55" fmla="*/ 411 h 631"/>
                <a:gd name="T56" fmla="*/ 394 w 754"/>
                <a:gd name="T57" fmla="*/ 460 h 631"/>
                <a:gd name="T58" fmla="*/ 330 w 754"/>
                <a:gd name="T59" fmla="*/ 507 h 631"/>
                <a:gd name="T60" fmla="*/ 345 w 754"/>
                <a:gd name="T61" fmla="*/ 441 h 631"/>
                <a:gd name="T62" fmla="*/ 374 w 754"/>
                <a:gd name="T63" fmla="*/ 394 h 631"/>
                <a:gd name="T64" fmla="*/ 345 w 754"/>
                <a:gd name="T65" fmla="*/ 365 h 631"/>
                <a:gd name="T66" fmla="*/ 378 w 754"/>
                <a:gd name="T67" fmla="*/ 341 h 631"/>
                <a:gd name="T68" fmla="*/ 376 w 754"/>
                <a:gd name="T69" fmla="*/ 332 h 631"/>
                <a:gd name="T70" fmla="*/ 343 w 754"/>
                <a:gd name="T71" fmla="*/ 337 h 631"/>
                <a:gd name="T72" fmla="*/ 314 w 754"/>
                <a:gd name="T73" fmla="*/ 317 h 631"/>
                <a:gd name="T74" fmla="*/ 384 w 754"/>
                <a:gd name="T75" fmla="*/ 271 h 631"/>
                <a:gd name="T76" fmla="*/ 462 w 754"/>
                <a:gd name="T77" fmla="*/ 260 h 631"/>
                <a:gd name="T78" fmla="*/ 335 w 754"/>
                <a:gd name="T79" fmla="*/ 236 h 631"/>
                <a:gd name="T80" fmla="*/ 263 w 754"/>
                <a:gd name="T81" fmla="*/ 283 h 631"/>
                <a:gd name="T82" fmla="*/ 226 w 754"/>
                <a:gd name="T83" fmla="*/ 328 h 631"/>
                <a:gd name="T84" fmla="*/ 190 w 754"/>
                <a:gd name="T85" fmla="*/ 302 h 631"/>
                <a:gd name="T86" fmla="*/ 157 w 754"/>
                <a:gd name="T87" fmla="*/ 321 h 631"/>
                <a:gd name="T88" fmla="*/ 126 w 754"/>
                <a:gd name="T89" fmla="*/ 348 h 631"/>
                <a:gd name="T90" fmla="*/ 106 w 754"/>
                <a:gd name="T91" fmla="*/ 300 h 631"/>
                <a:gd name="T92" fmla="*/ 139 w 754"/>
                <a:gd name="T93" fmla="*/ 267 h 631"/>
                <a:gd name="T94" fmla="*/ 162 w 754"/>
                <a:gd name="T95" fmla="*/ 229 h 631"/>
                <a:gd name="T96" fmla="*/ 162 w 754"/>
                <a:gd name="T97" fmla="*/ 216 h 631"/>
                <a:gd name="T98" fmla="*/ 66 w 754"/>
                <a:gd name="T99" fmla="*/ 239 h 631"/>
                <a:gd name="T100" fmla="*/ 66 w 754"/>
                <a:gd name="T101" fmla="*/ 209 h 631"/>
                <a:gd name="T102" fmla="*/ 106 w 754"/>
                <a:gd name="T103" fmla="*/ 200 h 631"/>
                <a:gd name="T104" fmla="*/ 18 w 754"/>
                <a:gd name="T105" fmla="*/ 187 h 631"/>
                <a:gd name="T106" fmla="*/ 6 w 754"/>
                <a:gd name="T107" fmla="*/ 155 h 631"/>
                <a:gd name="T108" fmla="*/ 3 w 754"/>
                <a:gd name="T109" fmla="*/ 120 h 631"/>
                <a:gd name="T110" fmla="*/ 32 w 754"/>
                <a:gd name="T111" fmla="*/ 118 h 631"/>
                <a:gd name="T112" fmla="*/ 69 w 754"/>
                <a:gd name="T113" fmla="*/ 96 h 631"/>
                <a:gd name="T114" fmla="*/ 147 w 754"/>
                <a:gd name="T115" fmla="*/ 166 h 631"/>
                <a:gd name="T116" fmla="*/ 150 w 754"/>
                <a:gd name="T117" fmla="*/ 108 h 631"/>
                <a:gd name="T118" fmla="*/ 200 w 754"/>
                <a:gd name="T119" fmla="*/ 180 h 631"/>
                <a:gd name="T120" fmla="*/ 253 w 754"/>
                <a:gd name="T121" fmla="*/ 189 h 63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4" h="631">
                  <a:moveTo>
                    <a:pt x="228" y="177"/>
                  </a:moveTo>
                  <a:cubicBezTo>
                    <a:pt x="231" y="174"/>
                    <a:pt x="235" y="171"/>
                    <a:pt x="242" y="171"/>
                  </a:cubicBezTo>
                  <a:cubicBezTo>
                    <a:pt x="242" y="171"/>
                    <a:pt x="231" y="149"/>
                    <a:pt x="234" y="135"/>
                  </a:cubicBezTo>
                  <a:cubicBezTo>
                    <a:pt x="234" y="135"/>
                    <a:pt x="242" y="132"/>
                    <a:pt x="250" y="135"/>
                  </a:cubicBezTo>
                  <a:cubicBezTo>
                    <a:pt x="250" y="135"/>
                    <a:pt x="234" y="112"/>
                    <a:pt x="231" y="102"/>
                  </a:cubicBezTo>
                  <a:cubicBezTo>
                    <a:pt x="228" y="91"/>
                    <a:pt x="239" y="92"/>
                    <a:pt x="228" y="67"/>
                  </a:cubicBezTo>
                  <a:cubicBezTo>
                    <a:pt x="228" y="67"/>
                    <a:pt x="251" y="63"/>
                    <a:pt x="266" y="71"/>
                  </a:cubicBezTo>
                  <a:cubicBezTo>
                    <a:pt x="280" y="79"/>
                    <a:pt x="275" y="57"/>
                    <a:pt x="284" y="65"/>
                  </a:cubicBezTo>
                  <a:cubicBezTo>
                    <a:pt x="284" y="65"/>
                    <a:pt x="305" y="92"/>
                    <a:pt x="305" y="110"/>
                  </a:cubicBezTo>
                  <a:cubicBezTo>
                    <a:pt x="305" y="110"/>
                    <a:pt x="306" y="76"/>
                    <a:pt x="317" y="76"/>
                  </a:cubicBezTo>
                  <a:cubicBezTo>
                    <a:pt x="327" y="76"/>
                    <a:pt x="334" y="116"/>
                    <a:pt x="333" y="127"/>
                  </a:cubicBezTo>
                  <a:cubicBezTo>
                    <a:pt x="331" y="138"/>
                    <a:pt x="349" y="82"/>
                    <a:pt x="357" y="83"/>
                  </a:cubicBezTo>
                  <a:cubicBezTo>
                    <a:pt x="365" y="84"/>
                    <a:pt x="329" y="189"/>
                    <a:pt x="348" y="220"/>
                  </a:cubicBezTo>
                  <a:cubicBezTo>
                    <a:pt x="366" y="251"/>
                    <a:pt x="352" y="261"/>
                    <a:pt x="399" y="273"/>
                  </a:cubicBezTo>
                  <a:cubicBezTo>
                    <a:pt x="445" y="285"/>
                    <a:pt x="668" y="319"/>
                    <a:pt x="694" y="316"/>
                  </a:cubicBezTo>
                  <a:cubicBezTo>
                    <a:pt x="719" y="314"/>
                    <a:pt x="656" y="296"/>
                    <a:pt x="618" y="216"/>
                  </a:cubicBezTo>
                  <a:cubicBezTo>
                    <a:pt x="610" y="198"/>
                    <a:pt x="606" y="218"/>
                    <a:pt x="602" y="224"/>
                  </a:cubicBezTo>
                  <a:cubicBezTo>
                    <a:pt x="598" y="229"/>
                    <a:pt x="562" y="295"/>
                    <a:pt x="523" y="272"/>
                  </a:cubicBezTo>
                  <a:cubicBezTo>
                    <a:pt x="533" y="248"/>
                    <a:pt x="533" y="248"/>
                    <a:pt x="533" y="248"/>
                  </a:cubicBezTo>
                  <a:cubicBezTo>
                    <a:pt x="533" y="248"/>
                    <a:pt x="491" y="267"/>
                    <a:pt x="478" y="253"/>
                  </a:cubicBezTo>
                  <a:cubicBezTo>
                    <a:pt x="483" y="242"/>
                    <a:pt x="483" y="242"/>
                    <a:pt x="483" y="242"/>
                  </a:cubicBezTo>
                  <a:cubicBezTo>
                    <a:pt x="483" y="242"/>
                    <a:pt x="440" y="257"/>
                    <a:pt x="432" y="224"/>
                  </a:cubicBezTo>
                  <a:cubicBezTo>
                    <a:pt x="432" y="224"/>
                    <a:pt x="437" y="206"/>
                    <a:pt x="445" y="204"/>
                  </a:cubicBezTo>
                  <a:cubicBezTo>
                    <a:pt x="453" y="201"/>
                    <a:pt x="451" y="189"/>
                    <a:pt x="471" y="189"/>
                  </a:cubicBezTo>
                  <a:cubicBezTo>
                    <a:pt x="491" y="189"/>
                    <a:pt x="476" y="171"/>
                    <a:pt x="476" y="171"/>
                  </a:cubicBezTo>
                  <a:cubicBezTo>
                    <a:pt x="476" y="171"/>
                    <a:pt x="491" y="149"/>
                    <a:pt x="519" y="158"/>
                  </a:cubicBezTo>
                  <a:cubicBezTo>
                    <a:pt x="547" y="167"/>
                    <a:pt x="513" y="119"/>
                    <a:pt x="539" y="130"/>
                  </a:cubicBezTo>
                  <a:cubicBezTo>
                    <a:pt x="566" y="141"/>
                    <a:pt x="582" y="190"/>
                    <a:pt x="613" y="197"/>
                  </a:cubicBezTo>
                  <a:cubicBezTo>
                    <a:pt x="613" y="197"/>
                    <a:pt x="594" y="142"/>
                    <a:pt x="573" y="127"/>
                  </a:cubicBezTo>
                  <a:cubicBezTo>
                    <a:pt x="551" y="112"/>
                    <a:pt x="545" y="98"/>
                    <a:pt x="542" y="84"/>
                  </a:cubicBezTo>
                  <a:cubicBezTo>
                    <a:pt x="542" y="84"/>
                    <a:pt x="550" y="77"/>
                    <a:pt x="561" y="84"/>
                  </a:cubicBezTo>
                  <a:cubicBezTo>
                    <a:pt x="572" y="91"/>
                    <a:pt x="549" y="60"/>
                    <a:pt x="549" y="45"/>
                  </a:cubicBezTo>
                  <a:cubicBezTo>
                    <a:pt x="549" y="45"/>
                    <a:pt x="551" y="40"/>
                    <a:pt x="559" y="45"/>
                  </a:cubicBezTo>
                  <a:cubicBezTo>
                    <a:pt x="568" y="51"/>
                    <a:pt x="554" y="29"/>
                    <a:pt x="572" y="5"/>
                  </a:cubicBezTo>
                  <a:cubicBezTo>
                    <a:pt x="576" y="0"/>
                    <a:pt x="592" y="20"/>
                    <a:pt x="592" y="20"/>
                  </a:cubicBezTo>
                  <a:cubicBezTo>
                    <a:pt x="592" y="20"/>
                    <a:pt x="593" y="12"/>
                    <a:pt x="598" y="9"/>
                  </a:cubicBezTo>
                  <a:cubicBezTo>
                    <a:pt x="598" y="9"/>
                    <a:pt x="609" y="35"/>
                    <a:pt x="610" y="43"/>
                  </a:cubicBezTo>
                  <a:cubicBezTo>
                    <a:pt x="612" y="51"/>
                    <a:pt x="606" y="24"/>
                    <a:pt x="629" y="25"/>
                  </a:cubicBezTo>
                  <a:cubicBezTo>
                    <a:pt x="629" y="25"/>
                    <a:pt x="644" y="51"/>
                    <a:pt x="635" y="84"/>
                  </a:cubicBezTo>
                  <a:cubicBezTo>
                    <a:pt x="635" y="84"/>
                    <a:pt x="652" y="56"/>
                    <a:pt x="669" y="65"/>
                  </a:cubicBezTo>
                  <a:cubicBezTo>
                    <a:pt x="669" y="65"/>
                    <a:pt x="683" y="87"/>
                    <a:pt x="657" y="132"/>
                  </a:cubicBezTo>
                  <a:cubicBezTo>
                    <a:pt x="632" y="178"/>
                    <a:pt x="617" y="193"/>
                    <a:pt x="639" y="225"/>
                  </a:cubicBezTo>
                  <a:cubicBezTo>
                    <a:pt x="660" y="257"/>
                    <a:pt x="708" y="327"/>
                    <a:pt x="754" y="338"/>
                  </a:cubicBezTo>
                  <a:cubicBezTo>
                    <a:pt x="754" y="338"/>
                    <a:pt x="753" y="348"/>
                    <a:pt x="746" y="351"/>
                  </a:cubicBezTo>
                  <a:cubicBezTo>
                    <a:pt x="746" y="351"/>
                    <a:pt x="704" y="332"/>
                    <a:pt x="675" y="330"/>
                  </a:cubicBezTo>
                  <a:cubicBezTo>
                    <a:pt x="675" y="330"/>
                    <a:pt x="706" y="343"/>
                    <a:pt x="707" y="359"/>
                  </a:cubicBezTo>
                  <a:cubicBezTo>
                    <a:pt x="707" y="359"/>
                    <a:pt x="686" y="367"/>
                    <a:pt x="677" y="363"/>
                  </a:cubicBezTo>
                  <a:cubicBezTo>
                    <a:pt x="677" y="363"/>
                    <a:pt x="696" y="390"/>
                    <a:pt x="690" y="425"/>
                  </a:cubicBezTo>
                  <a:cubicBezTo>
                    <a:pt x="690" y="425"/>
                    <a:pt x="635" y="436"/>
                    <a:pt x="629" y="414"/>
                  </a:cubicBezTo>
                  <a:cubicBezTo>
                    <a:pt x="614" y="430"/>
                    <a:pt x="614" y="430"/>
                    <a:pt x="614" y="430"/>
                  </a:cubicBezTo>
                  <a:cubicBezTo>
                    <a:pt x="614" y="430"/>
                    <a:pt x="589" y="375"/>
                    <a:pt x="609" y="356"/>
                  </a:cubicBezTo>
                  <a:cubicBezTo>
                    <a:pt x="609" y="356"/>
                    <a:pt x="584" y="397"/>
                    <a:pt x="601" y="446"/>
                  </a:cubicBezTo>
                  <a:cubicBezTo>
                    <a:pt x="618" y="496"/>
                    <a:pt x="613" y="505"/>
                    <a:pt x="613" y="505"/>
                  </a:cubicBezTo>
                  <a:cubicBezTo>
                    <a:pt x="613" y="505"/>
                    <a:pt x="593" y="507"/>
                    <a:pt x="588" y="500"/>
                  </a:cubicBezTo>
                  <a:cubicBezTo>
                    <a:pt x="582" y="493"/>
                    <a:pt x="597" y="535"/>
                    <a:pt x="586" y="555"/>
                  </a:cubicBezTo>
                  <a:cubicBezTo>
                    <a:pt x="586" y="555"/>
                    <a:pt x="554" y="544"/>
                    <a:pt x="546" y="511"/>
                  </a:cubicBezTo>
                  <a:cubicBezTo>
                    <a:pt x="546" y="511"/>
                    <a:pt x="534" y="574"/>
                    <a:pt x="514" y="598"/>
                  </a:cubicBezTo>
                  <a:cubicBezTo>
                    <a:pt x="514" y="598"/>
                    <a:pt x="483" y="589"/>
                    <a:pt x="492" y="572"/>
                  </a:cubicBezTo>
                  <a:cubicBezTo>
                    <a:pt x="492" y="572"/>
                    <a:pt x="470" y="611"/>
                    <a:pt x="455" y="613"/>
                  </a:cubicBezTo>
                  <a:cubicBezTo>
                    <a:pt x="440" y="614"/>
                    <a:pt x="433" y="631"/>
                    <a:pt x="412" y="630"/>
                  </a:cubicBezTo>
                  <a:cubicBezTo>
                    <a:pt x="412" y="630"/>
                    <a:pt x="396" y="603"/>
                    <a:pt x="405" y="594"/>
                  </a:cubicBezTo>
                  <a:cubicBezTo>
                    <a:pt x="415" y="585"/>
                    <a:pt x="404" y="568"/>
                    <a:pt x="432" y="548"/>
                  </a:cubicBezTo>
                  <a:cubicBezTo>
                    <a:pt x="432" y="548"/>
                    <a:pt x="411" y="548"/>
                    <a:pt x="404" y="544"/>
                  </a:cubicBezTo>
                  <a:cubicBezTo>
                    <a:pt x="404" y="544"/>
                    <a:pt x="431" y="499"/>
                    <a:pt x="467" y="489"/>
                  </a:cubicBezTo>
                  <a:cubicBezTo>
                    <a:pt x="467" y="489"/>
                    <a:pt x="416" y="495"/>
                    <a:pt x="407" y="485"/>
                  </a:cubicBezTo>
                  <a:cubicBezTo>
                    <a:pt x="407" y="485"/>
                    <a:pt x="411" y="458"/>
                    <a:pt x="432" y="453"/>
                  </a:cubicBezTo>
                  <a:cubicBezTo>
                    <a:pt x="453" y="448"/>
                    <a:pt x="423" y="441"/>
                    <a:pt x="423" y="441"/>
                  </a:cubicBezTo>
                  <a:cubicBezTo>
                    <a:pt x="423" y="441"/>
                    <a:pt x="437" y="428"/>
                    <a:pt x="472" y="425"/>
                  </a:cubicBezTo>
                  <a:cubicBezTo>
                    <a:pt x="507" y="422"/>
                    <a:pt x="601" y="386"/>
                    <a:pt x="581" y="366"/>
                  </a:cubicBezTo>
                  <a:cubicBezTo>
                    <a:pt x="561" y="346"/>
                    <a:pt x="470" y="413"/>
                    <a:pt x="470" y="413"/>
                  </a:cubicBezTo>
                  <a:cubicBezTo>
                    <a:pt x="470" y="397"/>
                    <a:pt x="470" y="397"/>
                    <a:pt x="470" y="397"/>
                  </a:cubicBezTo>
                  <a:cubicBezTo>
                    <a:pt x="470" y="397"/>
                    <a:pt x="447" y="418"/>
                    <a:pt x="428" y="418"/>
                  </a:cubicBezTo>
                  <a:cubicBezTo>
                    <a:pt x="428" y="418"/>
                    <a:pt x="419" y="405"/>
                    <a:pt x="421" y="399"/>
                  </a:cubicBezTo>
                  <a:cubicBezTo>
                    <a:pt x="421" y="399"/>
                    <a:pt x="408" y="405"/>
                    <a:pt x="392" y="395"/>
                  </a:cubicBezTo>
                  <a:cubicBezTo>
                    <a:pt x="392" y="395"/>
                    <a:pt x="404" y="367"/>
                    <a:pt x="424" y="361"/>
                  </a:cubicBezTo>
                  <a:cubicBezTo>
                    <a:pt x="424" y="361"/>
                    <a:pt x="396" y="330"/>
                    <a:pt x="480" y="336"/>
                  </a:cubicBezTo>
                  <a:cubicBezTo>
                    <a:pt x="480" y="336"/>
                    <a:pt x="474" y="323"/>
                    <a:pt x="468" y="315"/>
                  </a:cubicBezTo>
                  <a:cubicBezTo>
                    <a:pt x="468" y="315"/>
                    <a:pt x="508" y="291"/>
                    <a:pt x="577" y="324"/>
                  </a:cubicBezTo>
                  <a:cubicBezTo>
                    <a:pt x="645" y="358"/>
                    <a:pt x="625" y="335"/>
                    <a:pt x="631" y="323"/>
                  </a:cubicBezTo>
                  <a:cubicBezTo>
                    <a:pt x="636" y="311"/>
                    <a:pt x="471" y="301"/>
                    <a:pt x="419" y="293"/>
                  </a:cubicBezTo>
                  <a:cubicBezTo>
                    <a:pt x="366" y="285"/>
                    <a:pt x="315" y="265"/>
                    <a:pt x="318" y="280"/>
                  </a:cubicBezTo>
                  <a:cubicBezTo>
                    <a:pt x="321" y="295"/>
                    <a:pt x="335" y="339"/>
                    <a:pt x="329" y="351"/>
                  </a:cubicBezTo>
                  <a:cubicBezTo>
                    <a:pt x="329" y="351"/>
                    <a:pt x="314" y="342"/>
                    <a:pt x="310" y="338"/>
                  </a:cubicBezTo>
                  <a:cubicBezTo>
                    <a:pt x="306" y="334"/>
                    <a:pt x="299" y="390"/>
                    <a:pt x="282" y="407"/>
                  </a:cubicBezTo>
                  <a:cubicBezTo>
                    <a:pt x="264" y="425"/>
                    <a:pt x="251" y="362"/>
                    <a:pt x="258" y="339"/>
                  </a:cubicBezTo>
                  <a:cubicBezTo>
                    <a:pt x="258" y="339"/>
                    <a:pt x="238" y="354"/>
                    <a:pt x="238" y="375"/>
                  </a:cubicBezTo>
                  <a:cubicBezTo>
                    <a:pt x="238" y="397"/>
                    <a:pt x="219" y="424"/>
                    <a:pt x="207" y="428"/>
                  </a:cubicBezTo>
                  <a:cubicBezTo>
                    <a:pt x="207" y="428"/>
                    <a:pt x="195" y="411"/>
                    <a:pt x="196" y="399"/>
                  </a:cubicBezTo>
                  <a:cubicBezTo>
                    <a:pt x="196" y="399"/>
                    <a:pt x="187" y="434"/>
                    <a:pt x="177" y="442"/>
                  </a:cubicBezTo>
                  <a:cubicBezTo>
                    <a:pt x="168" y="450"/>
                    <a:pt x="157" y="432"/>
                    <a:pt x="157" y="432"/>
                  </a:cubicBezTo>
                  <a:cubicBezTo>
                    <a:pt x="157" y="432"/>
                    <a:pt x="132" y="464"/>
                    <a:pt x="110" y="466"/>
                  </a:cubicBezTo>
                  <a:cubicBezTo>
                    <a:pt x="110" y="466"/>
                    <a:pt x="94" y="397"/>
                    <a:pt x="133" y="373"/>
                  </a:cubicBezTo>
                  <a:cubicBezTo>
                    <a:pt x="133" y="373"/>
                    <a:pt x="115" y="371"/>
                    <a:pt x="113" y="366"/>
                  </a:cubicBezTo>
                  <a:cubicBezTo>
                    <a:pt x="113" y="366"/>
                    <a:pt x="126" y="347"/>
                    <a:pt x="175" y="331"/>
                  </a:cubicBezTo>
                  <a:cubicBezTo>
                    <a:pt x="223" y="315"/>
                    <a:pt x="154" y="320"/>
                    <a:pt x="137" y="318"/>
                  </a:cubicBezTo>
                  <a:cubicBezTo>
                    <a:pt x="137" y="318"/>
                    <a:pt x="136" y="296"/>
                    <a:pt x="201" y="284"/>
                  </a:cubicBezTo>
                  <a:cubicBezTo>
                    <a:pt x="267" y="272"/>
                    <a:pt x="329" y="280"/>
                    <a:pt x="305" y="267"/>
                  </a:cubicBezTo>
                  <a:cubicBezTo>
                    <a:pt x="280" y="253"/>
                    <a:pt x="221" y="257"/>
                    <a:pt x="201" y="268"/>
                  </a:cubicBezTo>
                  <a:cubicBezTo>
                    <a:pt x="181" y="279"/>
                    <a:pt x="122" y="311"/>
                    <a:pt x="79" y="307"/>
                  </a:cubicBezTo>
                  <a:cubicBezTo>
                    <a:pt x="79" y="307"/>
                    <a:pt x="86" y="297"/>
                    <a:pt x="82" y="297"/>
                  </a:cubicBezTo>
                  <a:cubicBezTo>
                    <a:pt x="78" y="297"/>
                    <a:pt x="55" y="306"/>
                    <a:pt x="40" y="292"/>
                  </a:cubicBezTo>
                  <a:cubicBezTo>
                    <a:pt x="40" y="292"/>
                    <a:pt x="59" y="260"/>
                    <a:pt x="83" y="260"/>
                  </a:cubicBezTo>
                  <a:cubicBezTo>
                    <a:pt x="81" y="249"/>
                    <a:pt x="81" y="249"/>
                    <a:pt x="81" y="249"/>
                  </a:cubicBezTo>
                  <a:cubicBezTo>
                    <a:pt x="81" y="249"/>
                    <a:pt x="109" y="242"/>
                    <a:pt x="132" y="248"/>
                  </a:cubicBezTo>
                  <a:cubicBezTo>
                    <a:pt x="154" y="253"/>
                    <a:pt x="99" y="233"/>
                    <a:pt x="69" y="242"/>
                  </a:cubicBezTo>
                  <a:cubicBezTo>
                    <a:pt x="38" y="252"/>
                    <a:pt x="22" y="232"/>
                    <a:pt x="22" y="232"/>
                  </a:cubicBezTo>
                  <a:cubicBezTo>
                    <a:pt x="22" y="232"/>
                    <a:pt x="22" y="217"/>
                    <a:pt x="55" y="210"/>
                  </a:cubicBezTo>
                  <a:cubicBezTo>
                    <a:pt x="55" y="210"/>
                    <a:pt x="16" y="205"/>
                    <a:pt x="8" y="192"/>
                  </a:cubicBezTo>
                  <a:cubicBezTo>
                    <a:pt x="0" y="178"/>
                    <a:pt x="20" y="183"/>
                    <a:pt x="20" y="183"/>
                  </a:cubicBezTo>
                  <a:cubicBezTo>
                    <a:pt x="20" y="183"/>
                    <a:pt x="7" y="169"/>
                    <a:pt x="3" y="149"/>
                  </a:cubicBezTo>
                  <a:cubicBezTo>
                    <a:pt x="3" y="149"/>
                    <a:pt x="4" y="148"/>
                    <a:pt x="5" y="148"/>
                  </a:cubicBezTo>
                  <a:cubicBezTo>
                    <a:pt x="11" y="146"/>
                    <a:pt x="28" y="143"/>
                    <a:pt x="40" y="147"/>
                  </a:cubicBezTo>
                  <a:cubicBezTo>
                    <a:pt x="55" y="153"/>
                    <a:pt x="31" y="99"/>
                    <a:pt x="85" y="157"/>
                  </a:cubicBezTo>
                  <a:cubicBezTo>
                    <a:pt x="85" y="157"/>
                    <a:pt x="81" y="123"/>
                    <a:pt x="86" y="119"/>
                  </a:cubicBezTo>
                  <a:cubicBezTo>
                    <a:pt x="91" y="115"/>
                    <a:pt x="122" y="142"/>
                    <a:pt x="136" y="166"/>
                  </a:cubicBezTo>
                  <a:cubicBezTo>
                    <a:pt x="149" y="190"/>
                    <a:pt x="192" y="222"/>
                    <a:pt x="183" y="205"/>
                  </a:cubicBezTo>
                  <a:cubicBezTo>
                    <a:pt x="173" y="187"/>
                    <a:pt x="117" y="183"/>
                    <a:pt x="134" y="118"/>
                  </a:cubicBezTo>
                  <a:cubicBezTo>
                    <a:pt x="134" y="118"/>
                    <a:pt x="175" y="111"/>
                    <a:pt x="187" y="134"/>
                  </a:cubicBezTo>
                  <a:cubicBezTo>
                    <a:pt x="199" y="157"/>
                    <a:pt x="191" y="104"/>
                    <a:pt x="209" y="123"/>
                  </a:cubicBezTo>
                  <a:cubicBezTo>
                    <a:pt x="228" y="142"/>
                    <a:pt x="221" y="197"/>
                    <a:pt x="250" y="222"/>
                  </a:cubicBezTo>
                  <a:cubicBezTo>
                    <a:pt x="278" y="248"/>
                    <a:pt x="305" y="260"/>
                    <a:pt x="335" y="257"/>
                  </a:cubicBezTo>
                  <a:cubicBezTo>
                    <a:pt x="366" y="255"/>
                    <a:pt x="338" y="238"/>
                    <a:pt x="317" y="234"/>
                  </a:cubicBezTo>
                  <a:cubicBezTo>
                    <a:pt x="301" y="231"/>
                    <a:pt x="263" y="221"/>
                    <a:pt x="243" y="215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418">
              <a:extLst>
                <a:ext uri="{FF2B5EF4-FFF2-40B4-BE49-F238E27FC236}">
                  <a16:creationId xmlns:a16="http://schemas.microsoft.com/office/drawing/2014/main" id="{3B5BDCFA-3320-410F-B504-A467905F6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533"/>
              <a:ext cx="39" cy="13"/>
            </a:xfrm>
            <a:custGeom>
              <a:avLst/>
              <a:gdLst>
                <a:gd name="T0" fmla="*/ 32 w 43"/>
                <a:gd name="T1" fmla="*/ 7 h 15"/>
                <a:gd name="T2" fmla="*/ 15 w 43"/>
                <a:gd name="T3" fmla="*/ 1 h 15"/>
                <a:gd name="T4" fmla="*/ 5 w 43"/>
                <a:gd name="T5" fmla="*/ 2 h 15"/>
                <a:gd name="T6" fmla="*/ 0 w 43"/>
                <a:gd name="T7" fmla="*/ 1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5">
                  <a:moveTo>
                    <a:pt x="43" y="10"/>
                  </a:moveTo>
                  <a:cubicBezTo>
                    <a:pt x="36" y="6"/>
                    <a:pt x="29" y="2"/>
                    <a:pt x="21" y="1"/>
                  </a:cubicBezTo>
                  <a:cubicBezTo>
                    <a:pt x="16" y="0"/>
                    <a:pt x="11" y="0"/>
                    <a:pt x="7" y="2"/>
                  </a:cubicBezTo>
                  <a:cubicBezTo>
                    <a:pt x="2" y="5"/>
                    <a:pt x="1" y="11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419">
              <a:extLst>
                <a:ext uri="{FF2B5EF4-FFF2-40B4-BE49-F238E27FC236}">
                  <a16:creationId xmlns:a16="http://schemas.microsoft.com/office/drawing/2014/main" id="{ECAB89C6-8517-465C-96C3-486D571D0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077"/>
              <a:ext cx="40" cy="25"/>
            </a:xfrm>
            <a:custGeom>
              <a:avLst/>
              <a:gdLst>
                <a:gd name="T0" fmla="*/ 3 w 43"/>
                <a:gd name="T1" fmla="*/ 8 h 27"/>
                <a:gd name="T2" fmla="*/ 20 w 43"/>
                <a:gd name="T3" fmla="*/ 1 h 27"/>
                <a:gd name="T4" fmla="*/ 34 w 43"/>
                <a:gd name="T5" fmla="*/ 6 h 27"/>
                <a:gd name="T6" fmla="*/ 3 w 43"/>
                <a:gd name="T7" fmla="*/ 21 h 27"/>
                <a:gd name="T8" fmla="*/ 2 w 43"/>
                <a:gd name="T9" fmla="*/ 1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3" y="11"/>
                  </a:moveTo>
                  <a:cubicBezTo>
                    <a:pt x="4" y="11"/>
                    <a:pt x="20" y="2"/>
                    <a:pt x="25" y="1"/>
                  </a:cubicBezTo>
                  <a:cubicBezTo>
                    <a:pt x="34" y="0"/>
                    <a:pt x="38" y="0"/>
                    <a:pt x="43" y="7"/>
                  </a:cubicBezTo>
                  <a:cubicBezTo>
                    <a:pt x="31" y="12"/>
                    <a:pt x="10" y="15"/>
                    <a:pt x="3" y="27"/>
                  </a:cubicBezTo>
                  <a:cubicBezTo>
                    <a:pt x="2" y="23"/>
                    <a:pt x="0" y="18"/>
                    <a:pt x="2" y="1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420">
              <a:extLst>
                <a:ext uri="{FF2B5EF4-FFF2-40B4-BE49-F238E27FC236}">
                  <a16:creationId xmlns:a16="http://schemas.microsoft.com/office/drawing/2014/main" id="{60446FB9-F243-49C8-8E0F-278E50112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34"/>
              <a:ext cx="61" cy="40"/>
            </a:xfrm>
            <a:custGeom>
              <a:avLst/>
              <a:gdLst>
                <a:gd name="T0" fmla="*/ 51 w 65"/>
                <a:gd name="T1" fmla="*/ 20 h 43"/>
                <a:gd name="T2" fmla="*/ 16 w 65"/>
                <a:gd name="T3" fmla="*/ 0 h 43"/>
                <a:gd name="T4" fmla="*/ 9 w 65"/>
                <a:gd name="T5" fmla="*/ 14 h 43"/>
                <a:gd name="T6" fmla="*/ 0 w 65"/>
                <a:gd name="T7" fmla="*/ 34 h 43"/>
                <a:gd name="T8" fmla="*/ 8 w 65"/>
                <a:gd name="T9" fmla="*/ 25 h 43"/>
                <a:gd name="T10" fmla="*/ 14 w 65"/>
                <a:gd name="T11" fmla="*/ 14 h 43"/>
                <a:gd name="T12" fmla="*/ 32 w 65"/>
                <a:gd name="T13" fmla="*/ 12 h 43"/>
                <a:gd name="T14" fmla="*/ 47 w 65"/>
                <a:gd name="T15" fmla="*/ 24 h 43"/>
                <a:gd name="T16" fmla="*/ 50 w 65"/>
                <a:gd name="T17" fmla="*/ 19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43">
                  <a:moveTo>
                    <a:pt x="62" y="25"/>
                  </a:moveTo>
                  <a:cubicBezTo>
                    <a:pt x="52" y="14"/>
                    <a:pt x="33" y="5"/>
                    <a:pt x="19" y="0"/>
                  </a:cubicBezTo>
                  <a:cubicBezTo>
                    <a:pt x="16" y="5"/>
                    <a:pt x="14" y="11"/>
                    <a:pt x="12" y="17"/>
                  </a:cubicBezTo>
                  <a:cubicBezTo>
                    <a:pt x="8" y="26"/>
                    <a:pt x="3" y="34"/>
                    <a:pt x="0" y="43"/>
                  </a:cubicBezTo>
                  <a:cubicBezTo>
                    <a:pt x="3" y="39"/>
                    <a:pt x="7" y="35"/>
                    <a:pt x="10" y="31"/>
                  </a:cubicBezTo>
                  <a:cubicBezTo>
                    <a:pt x="13" y="27"/>
                    <a:pt x="14" y="20"/>
                    <a:pt x="17" y="17"/>
                  </a:cubicBezTo>
                  <a:cubicBezTo>
                    <a:pt x="23" y="10"/>
                    <a:pt x="31" y="12"/>
                    <a:pt x="38" y="15"/>
                  </a:cubicBezTo>
                  <a:cubicBezTo>
                    <a:pt x="45" y="19"/>
                    <a:pt x="49" y="27"/>
                    <a:pt x="57" y="30"/>
                  </a:cubicBezTo>
                  <a:cubicBezTo>
                    <a:pt x="63" y="31"/>
                    <a:pt x="65" y="29"/>
                    <a:pt x="60" y="2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421">
              <a:extLst>
                <a:ext uri="{FF2B5EF4-FFF2-40B4-BE49-F238E27FC236}">
                  <a16:creationId xmlns:a16="http://schemas.microsoft.com/office/drawing/2014/main" id="{E7442BA3-FDD3-4BAF-A41B-9E7D7086E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876"/>
              <a:ext cx="67" cy="48"/>
            </a:xfrm>
            <a:custGeom>
              <a:avLst/>
              <a:gdLst>
                <a:gd name="T0" fmla="*/ 1 w 72"/>
                <a:gd name="T1" fmla="*/ 30 h 52"/>
                <a:gd name="T2" fmla="*/ 9 w 72"/>
                <a:gd name="T3" fmla="*/ 17 h 52"/>
                <a:gd name="T4" fmla="*/ 37 w 72"/>
                <a:gd name="T5" fmla="*/ 0 h 52"/>
                <a:gd name="T6" fmla="*/ 40 w 72"/>
                <a:gd name="T7" fmla="*/ 16 h 52"/>
                <a:gd name="T8" fmla="*/ 51 w 72"/>
                <a:gd name="T9" fmla="*/ 21 h 52"/>
                <a:gd name="T10" fmla="*/ 56 w 72"/>
                <a:gd name="T11" fmla="*/ 32 h 52"/>
                <a:gd name="T12" fmla="*/ 45 w 72"/>
                <a:gd name="T13" fmla="*/ 40 h 52"/>
                <a:gd name="T14" fmla="*/ 34 w 72"/>
                <a:gd name="T15" fmla="*/ 21 h 52"/>
                <a:gd name="T16" fmla="*/ 22 w 72"/>
                <a:gd name="T17" fmla="*/ 25 h 52"/>
                <a:gd name="T18" fmla="*/ 0 w 72"/>
                <a:gd name="T19" fmla="*/ 33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52">
                  <a:moveTo>
                    <a:pt x="1" y="39"/>
                  </a:moveTo>
                  <a:cubicBezTo>
                    <a:pt x="6" y="35"/>
                    <a:pt x="6" y="25"/>
                    <a:pt x="12" y="21"/>
                  </a:cubicBezTo>
                  <a:cubicBezTo>
                    <a:pt x="25" y="38"/>
                    <a:pt x="37" y="7"/>
                    <a:pt x="46" y="0"/>
                  </a:cubicBezTo>
                  <a:cubicBezTo>
                    <a:pt x="49" y="6"/>
                    <a:pt x="47" y="13"/>
                    <a:pt x="49" y="20"/>
                  </a:cubicBezTo>
                  <a:cubicBezTo>
                    <a:pt x="51" y="31"/>
                    <a:pt x="54" y="25"/>
                    <a:pt x="63" y="27"/>
                  </a:cubicBezTo>
                  <a:cubicBezTo>
                    <a:pt x="69" y="29"/>
                    <a:pt x="72" y="35"/>
                    <a:pt x="69" y="41"/>
                  </a:cubicBezTo>
                  <a:cubicBezTo>
                    <a:pt x="68" y="43"/>
                    <a:pt x="58" y="52"/>
                    <a:pt x="56" y="51"/>
                  </a:cubicBezTo>
                  <a:cubicBezTo>
                    <a:pt x="47" y="50"/>
                    <a:pt x="48" y="31"/>
                    <a:pt x="42" y="27"/>
                  </a:cubicBezTo>
                  <a:cubicBezTo>
                    <a:pt x="38" y="25"/>
                    <a:pt x="32" y="29"/>
                    <a:pt x="28" y="31"/>
                  </a:cubicBezTo>
                  <a:cubicBezTo>
                    <a:pt x="20" y="36"/>
                    <a:pt x="9" y="50"/>
                    <a:pt x="0" y="4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422">
              <a:extLst>
                <a:ext uri="{FF2B5EF4-FFF2-40B4-BE49-F238E27FC236}">
                  <a16:creationId xmlns:a16="http://schemas.microsoft.com/office/drawing/2014/main" id="{D17265CA-441E-474D-8A85-87DEE6BF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931"/>
              <a:ext cx="65" cy="64"/>
            </a:xfrm>
            <a:custGeom>
              <a:avLst/>
              <a:gdLst>
                <a:gd name="T0" fmla="*/ 16 w 70"/>
                <a:gd name="T1" fmla="*/ 32 h 69"/>
                <a:gd name="T2" fmla="*/ 24 w 70"/>
                <a:gd name="T3" fmla="*/ 6 h 69"/>
                <a:gd name="T4" fmla="*/ 47 w 70"/>
                <a:gd name="T5" fmla="*/ 6 h 69"/>
                <a:gd name="T6" fmla="*/ 56 w 70"/>
                <a:gd name="T7" fmla="*/ 21 h 69"/>
                <a:gd name="T8" fmla="*/ 37 w 70"/>
                <a:gd name="T9" fmla="*/ 18 h 69"/>
                <a:gd name="T10" fmla="*/ 22 w 70"/>
                <a:gd name="T11" fmla="*/ 19 h 69"/>
                <a:gd name="T12" fmla="*/ 8 w 70"/>
                <a:gd name="T13" fmla="*/ 55 h 69"/>
                <a:gd name="T14" fmla="*/ 12 w 70"/>
                <a:gd name="T15" fmla="*/ 32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9">
                  <a:moveTo>
                    <a:pt x="19" y="41"/>
                  </a:moveTo>
                  <a:cubicBezTo>
                    <a:pt x="17" y="33"/>
                    <a:pt x="26" y="16"/>
                    <a:pt x="30" y="8"/>
                  </a:cubicBezTo>
                  <a:cubicBezTo>
                    <a:pt x="39" y="12"/>
                    <a:pt x="51" y="0"/>
                    <a:pt x="59" y="6"/>
                  </a:cubicBezTo>
                  <a:cubicBezTo>
                    <a:pt x="63" y="9"/>
                    <a:pt x="68" y="21"/>
                    <a:pt x="70" y="27"/>
                  </a:cubicBezTo>
                  <a:cubicBezTo>
                    <a:pt x="66" y="29"/>
                    <a:pt x="51" y="23"/>
                    <a:pt x="46" y="22"/>
                  </a:cubicBezTo>
                  <a:cubicBezTo>
                    <a:pt x="39" y="20"/>
                    <a:pt x="33" y="19"/>
                    <a:pt x="28" y="25"/>
                  </a:cubicBezTo>
                  <a:cubicBezTo>
                    <a:pt x="19" y="36"/>
                    <a:pt x="22" y="58"/>
                    <a:pt x="11" y="69"/>
                  </a:cubicBezTo>
                  <a:cubicBezTo>
                    <a:pt x="0" y="64"/>
                    <a:pt x="13" y="48"/>
                    <a:pt x="15" y="4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423">
              <a:extLst>
                <a:ext uri="{FF2B5EF4-FFF2-40B4-BE49-F238E27FC236}">
                  <a16:creationId xmlns:a16="http://schemas.microsoft.com/office/drawing/2014/main" id="{E34CD76E-F30A-4591-AEFC-542F38876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966"/>
              <a:ext cx="56" cy="58"/>
            </a:xfrm>
            <a:custGeom>
              <a:avLst/>
              <a:gdLst>
                <a:gd name="T0" fmla="*/ 5 w 61"/>
                <a:gd name="T1" fmla="*/ 49 h 62"/>
                <a:gd name="T2" fmla="*/ 28 w 61"/>
                <a:gd name="T3" fmla="*/ 36 h 62"/>
                <a:gd name="T4" fmla="*/ 34 w 61"/>
                <a:gd name="T5" fmla="*/ 25 h 62"/>
                <a:gd name="T6" fmla="*/ 47 w 61"/>
                <a:gd name="T7" fmla="*/ 0 h 62"/>
                <a:gd name="T8" fmla="*/ 40 w 61"/>
                <a:gd name="T9" fmla="*/ 7 h 62"/>
                <a:gd name="T10" fmla="*/ 34 w 61"/>
                <a:gd name="T11" fmla="*/ 20 h 62"/>
                <a:gd name="T12" fmla="*/ 24 w 61"/>
                <a:gd name="T13" fmla="*/ 35 h 62"/>
                <a:gd name="T14" fmla="*/ 0 w 61"/>
                <a:gd name="T15" fmla="*/ 5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62">
                  <a:moveTo>
                    <a:pt x="5" y="60"/>
                  </a:moveTo>
                  <a:cubicBezTo>
                    <a:pt x="15" y="56"/>
                    <a:pt x="29" y="52"/>
                    <a:pt x="36" y="44"/>
                  </a:cubicBezTo>
                  <a:cubicBezTo>
                    <a:pt x="40" y="40"/>
                    <a:pt x="41" y="35"/>
                    <a:pt x="44" y="31"/>
                  </a:cubicBezTo>
                  <a:cubicBezTo>
                    <a:pt x="49" y="21"/>
                    <a:pt x="58" y="10"/>
                    <a:pt x="61" y="0"/>
                  </a:cubicBezTo>
                  <a:cubicBezTo>
                    <a:pt x="59" y="4"/>
                    <a:pt x="55" y="7"/>
                    <a:pt x="52" y="10"/>
                  </a:cubicBezTo>
                  <a:cubicBezTo>
                    <a:pt x="48" y="14"/>
                    <a:pt x="47" y="19"/>
                    <a:pt x="44" y="24"/>
                  </a:cubicBezTo>
                  <a:cubicBezTo>
                    <a:pt x="40" y="30"/>
                    <a:pt x="36" y="38"/>
                    <a:pt x="31" y="43"/>
                  </a:cubicBezTo>
                  <a:cubicBezTo>
                    <a:pt x="23" y="50"/>
                    <a:pt x="10" y="55"/>
                    <a:pt x="0" y="6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424">
              <a:extLst>
                <a:ext uri="{FF2B5EF4-FFF2-40B4-BE49-F238E27FC236}">
                  <a16:creationId xmlns:a16="http://schemas.microsoft.com/office/drawing/2014/main" id="{5D1F9263-19CF-422D-A8E9-95A397091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240"/>
              <a:ext cx="85" cy="101"/>
            </a:xfrm>
            <a:custGeom>
              <a:avLst/>
              <a:gdLst>
                <a:gd name="T0" fmla="*/ 7 w 91"/>
                <a:gd name="T1" fmla="*/ 0 h 109"/>
                <a:gd name="T2" fmla="*/ 60 w 91"/>
                <a:gd name="T3" fmla="*/ 55 h 109"/>
                <a:gd name="T4" fmla="*/ 73 w 91"/>
                <a:gd name="T5" fmla="*/ 70 h 109"/>
                <a:gd name="T6" fmla="*/ 65 w 91"/>
                <a:gd name="T7" fmla="*/ 87 h 109"/>
                <a:gd name="T8" fmla="*/ 47 w 91"/>
                <a:gd name="T9" fmla="*/ 57 h 109"/>
                <a:gd name="T10" fmla="*/ 32 w 91"/>
                <a:gd name="T11" fmla="*/ 32 h 109"/>
                <a:gd name="T12" fmla="*/ 0 w 91"/>
                <a:gd name="T13" fmla="*/ 1 h 109"/>
                <a:gd name="T14" fmla="*/ 7 w 91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09">
                  <a:moveTo>
                    <a:pt x="9" y="0"/>
                  </a:moveTo>
                  <a:cubicBezTo>
                    <a:pt x="31" y="23"/>
                    <a:pt x="52" y="45"/>
                    <a:pt x="73" y="69"/>
                  </a:cubicBezTo>
                  <a:cubicBezTo>
                    <a:pt x="77" y="74"/>
                    <a:pt x="89" y="83"/>
                    <a:pt x="90" y="89"/>
                  </a:cubicBezTo>
                  <a:cubicBezTo>
                    <a:pt x="91" y="96"/>
                    <a:pt x="83" y="104"/>
                    <a:pt x="80" y="109"/>
                  </a:cubicBezTo>
                  <a:cubicBezTo>
                    <a:pt x="71" y="100"/>
                    <a:pt x="66" y="83"/>
                    <a:pt x="58" y="71"/>
                  </a:cubicBezTo>
                  <a:cubicBezTo>
                    <a:pt x="51" y="61"/>
                    <a:pt x="46" y="50"/>
                    <a:pt x="39" y="41"/>
                  </a:cubicBezTo>
                  <a:cubicBezTo>
                    <a:pt x="27" y="26"/>
                    <a:pt x="10" y="16"/>
                    <a:pt x="0" y="1"/>
                  </a:cubicBezTo>
                  <a:cubicBezTo>
                    <a:pt x="4" y="1"/>
                    <a:pt x="10" y="0"/>
                    <a:pt x="1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425">
              <a:extLst>
                <a:ext uri="{FF2B5EF4-FFF2-40B4-BE49-F238E27FC236}">
                  <a16:creationId xmlns:a16="http://schemas.microsoft.com/office/drawing/2014/main" id="{3BEB75A6-DCDC-47FB-8719-7707D89CA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312"/>
              <a:ext cx="58" cy="75"/>
            </a:xfrm>
            <a:custGeom>
              <a:avLst/>
              <a:gdLst>
                <a:gd name="T0" fmla="*/ 1 w 62"/>
                <a:gd name="T1" fmla="*/ 19 h 81"/>
                <a:gd name="T2" fmla="*/ 10 w 62"/>
                <a:gd name="T3" fmla="*/ 0 h 81"/>
                <a:gd name="T4" fmla="*/ 22 w 62"/>
                <a:gd name="T5" fmla="*/ 20 h 81"/>
                <a:gd name="T6" fmla="*/ 41 w 62"/>
                <a:gd name="T7" fmla="*/ 14 h 81"/>
                <a:gd name="T8" fmla="*/ 35 w 62"/>
                <a:gd name="T9" fmla="*/ 27 h 81"/>
                <a:gd name="T10" fmla="*/ 42 w 62"/>
                <a:gd name="T11" fmla="*/ 38 h 81"/>
                <a:gd name="T12" fmla="*/ 51 w 62"/>
                <a:gd name="T13" fmla="*/ 64 h 81"/>
                <a:gd name="T14" fmla="*/ 32 w 62"/>
                <a:gd name="T15" fmla="*/ 36 h 81"/>
                <a:gd name="T16" fmla="*/ 2 w 62"/>
                <a:gd name="T17" fmla="*/ 38 h 81"/>
                <a:gd name="T18" fmla="*/ 4 w 62"/>
                <a:gd name="T19" fmla="*/ 1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81">
                  <a:moveTo>
                    <a:pt x="1" y="25"/>
                  </a:moveTo>
                  <a:cubicBezTo>
                    <a:pt x="5" y="17"/>
                    <a:pt x="10" y="9"/>
                    <a:pt x="13" y="0"/>
                  </a:cubicBezTo>
                  <a:cubicBezTo>
                    <a:pt x="21" y="6"/>
                    <a:pt x="16" y="24"/>
                    <a:pt x="28" y="26"/>
                  </a:cubicBezTo>
                  <a:cubicBezTo>
                    <a:pt x="33" y="27"/>
                    <a:pt x="45" y="19"/>
                    <a:pt x="50" y="17"/>
                  </a:cubicBezTo>
                  <a:cubicBezTo>
                    <a:pt x="48" y="22"/>
                    <a:pt x="43" y="28"/>
                    <a:pt x="43" y="34"/>
                  </a:cubicBezTo>
                  <a:cubicBezTo>
                    <a:pt x="43" y="44"/>
                    <a:pt x="47" y="40"/>
                    <a:pt x="51" y="47"/>
                  </a:cubicBezTo>
                  <a:cubicBezTo>
                    <a:pt x="58" y="58"/>
                    <a:pt x="51" y="71"/>
                    <a:pt x="62" y="81"/>
                  </a:cubicBezTo>
                  <a:cubicBezTo>
                    <a:pt x="53" y="73"/>
                    <a:pt x="49" y="51"/>
                    <a:pt x="39" y="45"/>
                  </a:cubicBezTo>
                  <a:cubicBezTo>
                    <a:pt x="31" y="41"/>
                    <a:pt x="9" y="46"/>
                    <a:pt x="2" y="48"/>
                  </a:cubicBezTo>
                  <a:cubicBezTo>
                    <a:pt x="2" y="40"/>
                    <a:pt x="0" y="26"/>
                    <a:pt x="4" y="2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426">
              <a:extLst>
                <a:ext uri="{FF2B5EF4-FFF2-40B4-BE49-F238E27FC236}">
                  <a16:creationId xmlns:a16="http://schemas.microsoft.com/office/drawing/2014/main" id="{F47E225E-563A-4E64-AE6C-DD0B09C87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417"/>
              <a:ext cx="41" cy="53"/>
            </a:xfrm>
            <a:custGeom>
              <a:avLst/>
              <a:gdLst>
                <a:gd name="T0" fmla="*/ 5 w 44"/>
                <a:gd name="T1" fmla="*/ 45 h 57"/>
                <a:gd name="T2" fmla="*/ 2 w 44"/>
                <a:gd name="T3" fmla="*/ 44 h 57"/>
                <a:gd name="T4" fmla="*/ 35 w 44"/>
                <a:gd name="T5" fmla="*/ 9 h 57"/>
                <a:gd name="T6" fmla="*/ 29 w 44"/>
                <a:gd name="T7" fmla="*/ 0 h 57"/>
                <a:gd name="T8" fmla="*/ 0 w 44"/>
                <a:gd name="T9" fmla="*/ 4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7">
                  <a:moveTo>
                    <a:pt x="5" y="56"/>
                  </a:moveTo>
                  <a:cubicBezTo>
                    <a:pt x="4" y="55"/>
                    <a:pt x="2" y="57"/>
                    <a:pt x="2" y="55"/>
                  </a:cubicBezTo>
                  <a:cubicBezTo>
                    <a:pt x="16" y="40"/>
                    <a:pt x="31" y="26"/>
                    <a:pt x="44" y="12"/>
                  </a:cubicBezTo>
                  <a:cubicBezTo>
                    <a:pt x="41" y="8"/>
                    <a:pt x="37" y="4"/>
                    <a:pt x="35" y="0"/>
                  </a:cubicBezTo>
                  <a:cubicBezTo>
                    <a:pt x="25" y="14"/>
                    <a:pt x="3" y="33"/>
                    <a:pt x="0" y="5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427">
              <a:extLst>
                <a:ext uri="{FF2B5EF4-FFF2-40B4-BE49-F238E27FC236}">
                  <a16:creationId xmlns:a16="http://schemas.microsoft.com/office/drawing/2014/main" id="{32A33C17-C912-4988-9FF7-C5259400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415"/>
              <a:ext cx="26" cy="67"/>
            </a:xfrm>
            <a:custGeom>
              <a:avLst/>
              <a:gdLst>
                <a:gd name="T0" fmla="*/ 22 w 28"/>
                <a:gd name="T1" fmla="*/ 58 h 72"/>
                <a:gd name="T2" fmla="*/ 19 w 28"/>
                <a:gd name="T3" fmla="*/ 29 h 72"/>
                <a:gd name="T4" fmla="*/ 15 w 28"/>
                <a:gd name="T5" fmla="*/ 0 h 72"/>
                <a:gd name="T6" fmla="*/ 7 w 28"/>
                <a:gd name="T7" fmla="*/ 21 h 72"/>
                <a:gd name="T8" fmla="*/ 19 w 28"/>
                <a:gd name="T9" fmla="*/ 5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72">
                  <a:moveTo>
                    <a:pt x="28" y="72"/>
                  </a:moveTo>
                  <a:cubicBezTo>
                    <a:pt x="24" y="59"/>
                    <a:pt x="24" y="48"/>
                    <a:pt x="23" y="35"/>
                  </a:cubicBezTo>
                  <a:cubicBezTo>
                    <a:pt x="22" y="26"/>
                    <a:pt x="23" y="7"/>
                    <a:pt x="18" y="0"/>
                  </a:cubicBezTo>
                  <a:cubicBezTo>
                    <a:pt x="11" y="14"/>
                    <a:pt x="0" y="12"/>
                    <a:pt x="8" y="27"/>
                  </a:cubicBezTo>
                  <a:cubicBezTo>
                    <a:pt x="14" y="41"/>
                    <a:pt x="23" y="55"/>
                    <a:pt x="24" y="69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428">
              <a:extLst>
                <a:ext uri="{FF2B5EF4-FFF2-40B4-BE49-F238E27FC236}">
                  <a16:creationId xmlns:a16="http://schemas.microsoft.com/office/drawing/2014/main" id="{1BC4CC07-22CC-4326-9F15-04B997443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252"/>
              <a:ext cx="135" cy="43"/>
            </a:xfrm>
            <a:custGeom>
              <a:avLst/>
              <a:gdLst>
                <a:gd name="T0" fmla="*/ 0 w 145"/>
                <a:gd name="T1" fmla="*/ 7 h 46"/>
                <a:gd name="T2" fmla="*/ 70 w 145"/>
                <a:gd name="T3" fmla="*/ 28 h 46"/>
                <a:gd name="T4" fmla="*/ 117 w 145"/>
                <a:gd name="T5" fmla="*/ 37 h 46"/>
                <a:gd name="T6" fmla="*/ 103 w 145"/>
                <a:gd name="T7" fmla="*/ 22 h 46"/>
                <a:gd name="T8" fmla="*/ 42 w 145"/>
                <a:gd name="T9" fmla="*/ 22 h 46"/>
                <a:gd name="T10" fmla="*/ 15 w 145"/>
                <a:gd name="T11" fmla="*/ 8 h 46"/>
                <a:gd name="T12" fmla="*/ 2 w 145"/>
                <a:gd name="T13" fmla="*/ 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46">
                  <a:moveTo>
                    <a:pt x="0" y="8"/>
                  </a:moveTo>
                  <a:cubicBezTo>
                    <a:pt x="26" y="0"/>
                    <a:pt x="63" y="24"/>
                    <a:pt x="87" y="34"/>
                  </a:cubicBezTo>
                  <a:cubicBezTo>
                    <a:pt x="104" y="41"/>
                    <a:pt x="129" y="46"/>
                    <a:pt x="145" y="46"/>
                  </a:cubicBezTo>
                  <a:cubicBezTo>
                    <a:pt x="134" y="45"/>
                    <a:pt x="134" y="33"/>
                    <a:pt x="128" y="27"/>
                  </a:cubicBezTo>
                  <a:cubicBezTo>
                    <a:pt x="111" y="39"/>
                    <a:pt x="71" y="32"/>
                    <a:pt x="52" y="27"/>
                  </a:cubicBezTo>
                  <a:cubicBezTo>
                    <a:pt x="40" y="24"/>
                    <a:pt x="29" y="16"/>
                    <a:pt x="18" y="11"/>
                  </a:cubicBezTo>
                  <a:cubicBezTo>
                    <a:pt x="13" y="10"/>
                    <a:pt x="6" y="8"/>
                    <a:pt x="2" y="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429">
              <a:extLst>
                <a:ext uri="{FF2B5EF4-FFF2-40B4-BE49-F238E27FC236}">
                  <a16:creationId xmlns:a16="http://schemas.microsoft.com/office/drawing/2014/main" id="{757F6017-DE4D-4F21-880C-0DE2A993B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215"/>
              <a:ext cx="52" cy="120"/>
            </a:xfrm>
            <a:custGeom>
              <a:avLst/>
              <a:gdLst>
                <a:gd name="T0" fmla="*/ 5 w 56"/>
                <a:gd name="T1" fmla="*/ 4 h 129"/>
                <a:gd name="T2" fmla="*/ 20 w 56"/>
                <a:gd name="T3" fmla="*/ 65 h 129"/>
                <a:gd name="T4" fmla="*/ 45 w 56"/>
                <a:gd name="T5" fmla="*/ 104 h 129"/>
                <a:gd name="T6" fmla="*/ 43 w 56"/>
                <a:gd name="T7" fmla="*/ 89 h 129"/>
                <a:gd name="T8" fmla="*/ 22 w 56"/>
                <a:gd name="T9" fmla="*/ 56 h 129"/>
                <a:gd name="T10" fmla="*/ 8 w 56"/>
                <a:gd name="T11" fmla="*/ 27 h 129"/>
                <a:gd name="T12" fmla="*/ 0 w 56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9">
                  <a:moveTo>
                    <a:pt x="5" y="4"/>
                  </a:moveTo>
                  <a:cubicBezTo>
                    <a:pt x="7" y="30"/>
                    <a:pt x="15" y="57"/>
                    <a:pt x="25" y="81"/>
                  </a:cubicBezTo>
                  <a:cubicBezTo>
                    <a:pt x="31" y="95"/>
                    <a:pt x="43" y="122"/>
                    <a:pt x="56" y="129"/>
                  </a:cubicBezTo>
                  <a:cubicBezTo>
                    <a:pt x="51" y="124"/>
                    <a:pt x="51" y="117"/>
                    <a:pt x="54" y="111"/>
                  </a:cubicBezTo>
                  <a:cubicBezTo>
                    <a:pt x="43" y="108"/>
                    <a:pt x="32" y="80"/>
                    <a:pt x="28" y="69"/>
                  </a:cubicBezTo>
                  <a:cubicBezTo>
                    <a:pt x="22" y="57"/>
                    <a:pt x="16" y="45"/>
                    <a:pt x="11" y="33"/>
                  </a:cubicBezTo>
                  <a:cubicBezTo>
                    <a:pt x="6" y="23"/>
                    <a:pt x="5" y="9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430">
              <a:extLst>
                <a:ext uri="{FF2B5EF4-FFF2-40B4-BE49-F238E27FC236}">
                  <a16:creationId xmlns:a16="http://schemas.microsoft.com/office/drawing/2014/main" id="{E7D61280-1A66-49C2-9992-66C3D1FB7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106"/>
              <a:ext cx="77" cy="221"/>
            </a:xfrm>
            <a:custGeom>
              <a:avLst/>
              <a:gdLst>
                <a:gd name="T0" fmla="*/ 17 w 83"/>
                <a:gd name="T1" fmla="*/ 0 h 237"/>
                <a:gd name="T2" fmla="*/ 21 w 83"/>
                <a:gd name="T3" fmla="*/ 25 h 237"/>
                <a:gd name="T4" fmla="*/ 32 w 83"/>
                <a:gd name="T5" fmla="*/ 28 h 237"/>
                <a:gd name="T6" fmla="*/ 32 w 83"/>
                <a:gd name="T7" fmla="*/ 41 h 237"/>
                <a:gd name="T8" fmla="*/ 38 w 83"/>
                <a:gd name="T9" fmla="*/ 73 h 237"/>
                <a:gd name="T10" fmla="*/ 39 w 83"/>
                <a:gd name="T11" fmla="*/ 123 h 237"/>
                <a:gd name="T12" fmla="*/ 66 w 83"/>
                <a:gd name="T13" fmla="*/ 192 h 237"/>
                <a:gd name="T14" fmla="*/ 32 w 83"/>
                <a:gd name="T15" fmla="*/ 87 h 237"/>
                <a:gd name="T16" fmla="*/ 11 w 83"/>
                <a:gd name="T17" fmla="*/ 4 h 2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237">
                  <a:moveTo>
                    <a:pt x="21" y="0"/>
                  </a:moveTo>
                  <a:cubicBezTo>
                    <a:pt x="22" y="9"/>
                    <a:pt x="19" y="25"/>
                    <a:pt x="27" y="31"/>
                  </a:cubicBezTo>
                  <a:cubicBezTo>
                    <a:pt x="30" y="34"/>
                    <a:pt x="38" y="31"/>
                    <a:pt x="41" y="34"/>
                  </a:cubicBezTo>
                  <a:cubicBezTo>
                    <a:pt x="46" y="39"/>
                    <a:pt x="42" y="44"/>
                    <a:pt x="41" y="50"/>
                  </a:cubicBezTo>
                  <a:cubicBezTo>
                    <a:pt x="40" y="63"/>
                    <a:pt x="44" y="77"/>
                    <a:pt x="47" y="90"/>
                  </a:cubicBezTo>
                  <a:cubicBezTo>
                    <a:pt x="52" y="110"/>
                    <a:pt x="45" y="131"/>
                    <a:pt x="48" y="152"/>
                  </a:cubicBezTo>
                  <a:cubicBezTo>
                    <a:pt x="52" y="182"/>
                    <a:pt x="64" y="214"/>
                    <a:pt x="83" y="237"/>
                  </a:cubicBezTo>
                  <a:cubicBezTo>
                    <a:pt x="41" y="212"/>
                    <a:pt x="41" y="150"/>
                    <a:pt x="41" y="107"/>
                  </a:cubicBezTo>
                  <a:cubicBezTo>
                    <a:pt x="41" y="73"/>
                    <a:pt x="0" y="38"/>
                    <a:pt x="14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431">
              <a:extLst>
                <a:ext uri="{FF2B5EF4-FFF2-40B4-BE49-F238E27FC236}">
                  <a16:creationId xmlns:a16="http://schemas.microsoft.com/office/drawing/2014/main" id="{C3C93D16-41CD-4A63-AB3F-5788C4D5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3141"/>
              <a:ext cx="53" cy="76"/>
            </a:xfrm>
            <a:custGeom>
              <a:avLst/>
              <a:gdLst>
                <a:gd name="T0" fmla="*/ 46 w 57"/>
                <a:gd name="T1" fmla="*/ 0 h 81"/>
                <a:gd name="T2" fmla="*/ 34 w 57"/>
                <a:gd name="T3" fmla="*/ 8 h 81"/>
                <a:gd name="T4" fmla="*/ 28 w 57"/>
                <a:gd name="T5" fmla="*/ 11 h 81"/>
                <a:gd name="T6" fmla="*/ 26 w 57"/>
                <a:gd name="T7" fmla="*/ 19 h 81"/>
                <a:gd name="T8" fmla="*/ 11 w 57"/>
                <a:gd name="T9" fmla="*/ 30 h 81"/>
                <a:gd name="T10" fmla="*/ 0 w 57"/>
                <a:gd name="T11" fmla="*/ 43 h 81"/>
                <a:gd name="T12" fmla="*/ 23 w 57"/>
                <a:gd name="T13" fmla="*/ 47 h 81"/>
                <a:gd name="T14" fmla="*/ 38 w 57"/>
                <a:gd name="T15" fmla="*/ 67 h 81"/>
                <a:gd name="T16" fmla="*/ 7 w 57"/>
                <a:gd name="T17" fmla="*/ 41 h 81"/>
                <a:gd name="T18" fmla="*/ 20 w 57"/>
                <a:gd name="T19" fmla="*/ 33 h 81"/>
                <a:gd name="T20" fmla="*/ 28 w 57"/>
                <a:gd name="T21" fmla="*/ 21 h 81"/>
                <a:gd name="T22" fmla="*/ 41 w 57"/>
                <a:gd name="T23" fmla="*/ 4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81">
                  <a:moveTo>
                    <a:pt x="57" y="0"/>
                  </a:moveTo>
                  <a:cubicBezTo>
                    <a:pt x="56" y="9"/>
                    <a:pt x="50" y="9"/>
                    <a:pt x="43" y="11"/>
                  </a:cubicBezTo>
                  <a:cubicBezTo>
                    <a:pt x="41" y="12"/>
                    <a:pt x="35" y="12"/>
                    <a:pt x="34" y="14"/>
                  </a:cubicBezTo>
                  <a:cubicBezTo>
                    <a:pt x="31" y="16"/>
                    <a:pt x="33" y="19"/>
                    <a:pt x="32" y="22"/>
                  </a:cubicBezTo>
                  <a:cubicBezTo>
                    <a:pt x="26" y="28"/>
                    <a:pt x="20" y="30"/>
                    <a:pt x="14" y="36"/>
                  </a:cubicBezTo>
                  <a:cubicBezTo>
                    <a:pt x="8" y="41"/>
                    <a:pt x="5" y="47"/>
                    <a:pt x="0" y="52"/>
                  </a:cubicBezTo>
                  <a:cubicBezTo>
                    <a:pt x="10" y="52"/>
                    <a:pt x="19" y="55"/>
                    <a:pt x="29" y="56"/>
                  </a:cubicBezTo>
                  <a:cubicBezTo>
                    <a:pt x="25" y="70"/>
                    <a:pt x="43" y="69"/>
                    <a:pt x="47" y="81"/>
                  </a:cubicBezTo>
                  <a:cubicBezTo>
                    <a:pt x="54" y="61"/>
                    <a:pt x="23" y="55"/>
                    <a:pt x="10" y="50"/>
                  </a:cubicBezTo>
                  <a:cubicBezTo>
                    <a:pt x="15" y="48"/>
                    <a:pt x="21" y="43"/>
                    <a:pt x="26" y="39"/>
                  </a:cubicBezTo>
                  <a:cubicBezTo>
                    <a:pt x="32" y="34"/>
                    <a:pt x="30" y="33"/>
                    <a:pt x="34" y="25"/>
                  </a:cubicBezTo>
                  <a:cubicBezTo>
                    <a:pt x="38" y="16"/>
                    <a:pt x="48" y="14"/>
                    <a:pt x="51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432">
              <a:extLst>
                <a:ext uri="{FF2B5EF4-FFF2-40B4-BE49-F238E27FC236}">
                  <a16:creationId xmlns:a16="http://schemas.microsoft.com/office/drawing/2014/main" id="{9AA13522-6CAC-4689-8B0C-C6A67DA49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112"/>
              <a:ext cx="72" cy="42"/>
            </a:xfrm>
            <a:custGeom>
              <a:avLst/>
              <a:gdLst>
                <a:gd name="T0" fmla="*/ 0 w 78"/>
                <a:gd name="T1" fmla="*/ 25 h 46"/>
                <a:gd name="T2" fmla="*/ 16 w 78"/>
                <a:gd name="T3" fmla="*/ 17 h 46"/>
                <a:gd name="T4" fmla="*/ 41 w 78"/>
                <a:gd name="T5" fmla="*/ 12 h 46"/>
                <a:gd name="T6" fmla="*/ 56 w 78"/>
                <a:gd name="T7" fmla="*/ 0 h 46"/>
                <a:gd name="T8" fmla="*/ 43 w 78"/>
                <a:gd name="T9" fmla="*/ 35 h 46"/>
                <a:gd name="T10" fmla="*/ 44 w 78"/>
                <a:gd name="T11" fmla="*/ 17 h 46"/>
                <a:gd name="T12" fmla="*/ 3 w 78"/>
                <a:gd name="T13" fmla="*/ 2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46">
                  <a:moveTo>
                    <a:pt x="0" y="33"/>
                  </a:moveTo>
                  <a:cubicBezTo>
                    <a:pt x="3" y="29"/>
                    <a:pt x="14" y="25"/>
                    <a:pt x="20" y="23"/>
                  </a:cubicBezTo>
                  <a:cubicBezTo>
                    <a:pt x="30" y="18"/>
                    <a:pt x="41" y="19"/>
                    <a:pt x="52" y="15"/>
                  </a:cubicBezTo>
                  <a:cubicBezTo>
                    <a:pt x="63" y="12"/>
                    <a:pt x="65" y="9"/>
                    <a:pt x="71" y="0"/>
                  </a:cubicBezTo>
                  <a:cubicBezTo>
                    <a:pt x="78" y="13"/>
                    <a:pt x="61" y="35"/>
                    <a:pt x="55" y="46"/>
                  </a:cubicBezTo>
                  <a:cubicBezTo>
                    <a:pt x="54" y="38"/>
                    <a:pt x="57" y="30"/>
                    <a:pt x="56" y="23"/>
                  </a:cubicBezTo>
                  <a:cubicBezTo>
                    <a:pt x="40" y="25"/>
                    <a:pt x="17" y="30"/>
                    <a:pt x="3" y="3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433">
              <a:extLst>
                <a:ext uri="{FF2B5EF4-FFF2-40B4-BE49-F238E27FC236}">
                  <a16:creationId xmlns:a16="http://schemas.microsoft.com/office/drawing/2014/main" id="{C128312A-F544-47B5-82C4-BC6B5C52E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188"/>
              <a:ext cx="75" cy="58"/>
            </a:xfrm>
            <a:custGeom>
              <a:avLst/>
              <a:gdLst>
                <a:gd name="T0" fmla="*/ 0 w 81"/>
                <a:gd name="T1" fmla="*/ 1 h 62"/>
                <a:gd name="T2" fmla="*/ 38 w 81"/>
                <a:gd name="T3" fmla="*/ 31 h 62"/>
                <a:gd name="T4" fmla="*/ 62 w 81"/>
                <a:gd name="T5" fmla="*/ 51 h 62"/>
                <a:gd name="T6" fmla="*/ 64 w 81"/>
                <a:gd name="T7" fmla="*/ 37 h 62"/>
                <a:gd name="T8" fmla="*/ 27 w 81"/>
                <a:gd name="T9" fmla="*/ 15 h 62"/>
                <a:gd name="T10" fmla="*/ 3 w 81"/>
                <a:gd name="T11" fmla="*/ 1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62">
                  <a:moveTo>
                    <a:pt x="0" y="1"/>
                  </a:moveTo>
                  <a:cubicBezTo>
                    <a:pt x="16" y="13"/>
                    <a:pt x="33" y="22"/>
                    <a:pt x="48" y="37"/>
                  </a:cubicBezTo>
                  <a:cubicBezTo>
                    <a:pt x="57" y="46"/>
                    <a:pt x="66" y="57"/>
                    <a:pt x="78" y="62"/>
                  </a:cubicBezTo>
                  <a:cubicBezTo>
                    <a:pt x="78" y="56"/>
                    <a:pt x="80" y="51"/>
                    <a:pt x="81" y="46"/>
                  </a:cubicBezTo>
                  <a:cubicBezTo>
                    <a:pt x="63" y="43"/>
                    <a:pt x="46" y="28"/>
                    <a:pt x="33" y="18"/>
                  </a:cubicBezTo>
                  <a:cubicBezTo>
                    <a:pt x="24" y="11"/>
                    <a:pt x="15" y="0"/>
                    <a:pt x="3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434">
              <a:extLst>
                <a:ext uri="{FF2B5EF4-FFF2-40B4-BE49-F238E27FC236}">
                  <a16:creationId xmlns:a16="http://schemas.microsoft.com/office/drawing/2014/main" id="{5F40CC1A-99FB-411D-B84A-9DE849346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220"/>
              <a:ext cx="86" cy="75"/>
            </a:xfrm>
            <a:custGeom>
              <a:avLst/>
              <a:gdLst>
                <a:gd name="T0" fmla="*/ 0 w 92"/>
                <a:gd name="T1" fmla="*/ 0 h 81"/>
                <a:gd name="T2" fmla="*/ 50 w 92"/>
                <a:gd name="T3" fmla="*/ 39 h 81"/>
                <a:gd name="T4" fmla="*/ 75 w 92"/>
                <a:gd name="T5" fmla="*/ 56 h 81"/>
                <a:gd name="T6" fmla="*/ 65 w 92"/>
                <a:gd name="T7" fmla="*/ 64 h 81"/>
                <a:gd name="T8" fmla="*/ 29 w 92"/>
                <a:gd name="T9" fmla="*/ 28 h 81"/>
                <a:gd name="T10" fmla="*/ 0 w 92"/>
                <a:gd name="T11" fmla="*/ 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0" y="0"/>
                  </a:moveTo>
                  <a:cubicBezTo>
                    <a:pt x="22" y="15"/>
                    <a:pt x="41" y="33"/>
                    <a:pt x="62" y="49"/>
                  </a:cubicBezTo>
                  <a:cubicBezTo>
                    <a:pt x="71" y="56"/>
                    <a:pt x="85" y="61"/>
                    <a:pt x="92" y="70"/>
                  </a:cubicBezTo>
                  <a:cubicBezTo>
                    <a:pt x="86" y="72"/>
                    <a:pt x="83" y="79"/>
                    <a:pt x="79" y="81"/>
                  </a:cubicBezTo>
                  <a:cubicBezTo>
                    <a:pt x="63" y="68"/>
                    <a:pt x="49" y="51"/>
                    <a:pt x="35" y="35"/>
                  </a:cubicBezTo>
                  <a:cubicBezTo>
                    <a:pt x="25" y="23"/>
                    <a:pt x="11" y="13"/>
                    <a:pt x="0" y="3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435">
              <a:extLst>
                <a:ext uri="{FF2B5EF4-FFF2-40B4-BE49-F238E27FC236}">
                  <a16:creationId xmlns:a16="http://schemas.microsoft.com/office/drawing/2014/main" id="{16119D6A-2FBC-40E5-8711-F5FC39183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3317"/>
              <a:ext cx="13" cy="19"/>
            </a:xfrm>
            <a:custGeom>
              <a:avLst/>
              <a:gdLst>
                <a:gd name="T0" fmla="*/ 2 w 14"/>
                <a:gd name="T1" fmla="*/ 17 h 20"/>
                <a:gd name="T2" fmla="*/ 1 w 14"/>
                <a:gd name="T3" fmla="*/ 0 h 20"/>
                <a:gd name="T4" fmla="*/ 11 w 14"/>
                <a:gd name="T5" fmla="*/ 1 h 20"/>
                <a:gd name="T6" fmla="*/ 1 w 14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0">
                  <a:moveTo>
                    <a:pt x="2" y="20"/>
                  </a:moveTo>
                  <a:cubicBezTo>
                    <a:pt x="0" y="14"/>
                    <a:pt x="1" y="6"/>
                    <a:pt x="1" y="0"/>
                  </a:cubicBezTo>
                  <a:cubicBezTo>
                    <a:pt x="5" y="1"/>
                    <a:pt x="10" y="0"/>
                    <a:pt x="14" y="1"/>
                  </a:cubicBezTo>
                  <a:cubicBezTo>
                    <a:pt x="12" y="8"/>
                    <a:pt x="3" y="12"/>
                    <a:pt x="1" y="2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436">
              <a:extLst>
                <a:ext uri="{FF2B5EF4-FFF2-40B4-BE49-F238E27FC236}">
                  <a16:creationId xmlns:a16="http://schemas.microsoft.com/office/drawing/2014/main" id="{39AAD7B4-783C-4F86-96BD-7164DA9E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315"/>
              <a:ext cx="18" cy="25"/>
            </a:xfrm>
            <a:custGeom>
              <a:avLst/>
              <a:gdLst>
                <a:gd name="T0" fmla="*/ 0 w 19"/>
                <a:gd name="T1" fmla="*/ 4 h 27"/>
                <a:gd name="T2" fmla="*/ 15 w 19"/>
                <a:gd name="T3" fmla="*/ 0 h 27"/>
                <a:gd name="T4" fmla="*/ 14 w 19"/>
                <a:gd name="T5" fmla="*/ 21 h 27"/>
                <a:gd name="T6" fmla="*/ 7 w 19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0" y="4"/>
                  </a:moveTo>
                  <a:cubicBezTo>
                    <a:pt x="7" y="4"/>
                    <a:pt x="12" y="2"/>
                    <a:pt x="18" y="0"/>
                  </a:cubicBezTo>
                  <a:cubicBezTo>
                    <a:pt x="18" y="9"/>
                    <a:pt x="19" y="20"/>
                    <a:pt x="17" y="27"/>
                  </a:cubicBezTo>
                  <a:cubicBezTo>
                    <a:pt x="14" y="20"/>
                    <a:pt x="9" y="13"/>
                    <a:pt x="7" y="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437">
              <a:extLst>
                <a:ext uri="{FF2B5EF4-FFF2-40B4-BE49-F238E27FC236}">
                  <a16:creationId xmlns:a16="http://schemas.microsoft.com/office/drawing/2014/main" id="{D9CCE477-8E52-4596-A92A-5E9B59EC8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389"/>
              <a:ext cx="15" cy="25"/>
            </a:xfrm>
            <a:custGeom>
              <a:avLst/>
              <a:gdLst>
                <a:gd name="T0" fmla="*/ 4 w 16"/>
                <a:gd name="T1" fmla="*/ 5 h 27"/>
                <a:gd name="T2" fmla="*/ 0 w 16"/>
                <a:gd name="T3" fmla="*/ 2 h 27"/>
                <a:gd name="T4" fmla="*/ 11 w 16"/>
                <a:gd name="T5" fmla="*/ 6 h 27"/>
                <a:gd name="T6" fmla="*/ 9 w 16"/>
                <a:gd name="T7" fmla="*/ 21 h 27"/>
                <a:gd name="T8" fmla="*/ 1 w 16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4" y="5"/>
                  </a:moveTo>
                  <a:cubicBezTo>
                    <a:pt x="2" y="4"/>
                    <a:pt x="1" y="4"/>
                    <a:pt x="0" y="2"/>
                  </a:cubicBezTo>
                  <a:cubicBezTo>
                    <a:pt x="9" y="1"/>
                    <a:pt x="12" y="0"/>
                    <a:pt x="14" y="8"/>
                  </a:cubicBezTo>
                  <a:cubicBezTo>
                    <a:pt x="16" y="14"/>
                    <a:pt x="14" y="22"/>
                    <a:pt x="12" y="27"/>
                  </a:cubicBezTo>
                  <a:cubicBezTo>
                    <a:pt x="3" y="24"/>
                    <a:pt x="12" y="6"/>
                    <a:pt x="1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438">
              <a:extLst>
                <a:ext uri="{FF2B5EF4-FFF2-40B4-BE49-F238E27FC236}">
                  <a16:creationId xmlns:a16="http://schemas.microsoft.com/office/drawing/2014/main" id="{A629DDFC-7BBE-4F94-9C10-1D284F45B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960"/>
              <a:ext cx="71" cy="69"/>
            </a:xfrm>
            <a:custGeom>
              <a:avLst/>
              <a:gdLst>
                <a:gd name="T0" fmla="*/ 51 w 76"/>
                <a:gd name="T1" fmla="*/ 3 h 74"/>
                <a:gd name="T2" fmla="*/ 47 w 76"/>
                <a:gd name="T3" fmla="*/ 16 h 74"/>
                <a:gd name="T4" fmla="*/ 44 w 76"/>
                <a:gd name="T5" fmla="*/ 28 h 74"/>
                <a:gd name="T6" fmla="*/ 36 w 76"/>
                <a:gd name="T7" fmla="*/ 27 h 74"/>
                <a:gd name="T8" fmla="*/ 25 w 76"/>
                <a:gd name="T9" fmla="*/ 31 h 74"/>
                <a:gd name="T10" fmla="*/ 24 w 76"/>
                <a:gd name="T11" fmla="*/ 34 h 74"/>
                <a:gd name="T12" fmla="*/ 20 w 76"/>
                <a:gd name="T13" fmla="*/ 33 h 74"/>
                <a:gd name="T14" fmla="*/ 13 w 76"/>
                <a:gd name="T15" fmla="*/ 35 h 74"/>
                <a:gd name="T16" fmla="*/ 7 w 76"/>
                <a:gd name="T17" fmla="*/ 49 h 74"/>
                <a:gd name="T18" fmla="*/ 0 w 76"/>
                <a:gd name="T19" fmla="*/ 60 h 74"/>
                <a:gd name="T20" fmla="*/ 32 w 76"/>
                <a:gd name="T21" fmla="*/ 37 h 74"/>
                <a:gd name="T22" fmla="*/ 47 w 76"/>
                <a:gd name="T23" fmla="*/ 29 h 74"/>
                <a:gd name="T24" fmla="*/ 58 w 76"/>
                <a:gd name="T25" fmla="*/ 19 h 74"/>
                <a:gd name="T26" fmla="*/ 46 w 76"/>
                <a:gd name="T27" fmla="*/ 7 h 7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74">
                  <a:moveTo>
                    <a:pt x="63" y="3"/>
                  </a:moveTo>
                  <a:cubicBezTo>
                    <a:pt x="61" y="8"/>
                    <a:pt x="58" y="14"/>
                    <a:pt x="57" y="19"/>
                  </a:cubicBezTo>
                  <a:cubicBezTo>
                    <a:pt x="56" y="24"/>
                    <a:pt x="59" y="32"/>
                    <a:pt x="53" y="34"/>
                  </a:cubicBezTo>
                  <a:cubicBezTo>
                    <a:pt x="52" y="35"/>
                    <a:pt x="46" y="33"/>
                    <a:pt x="44" y="33"/>
                  </a:cubicBezTo>
                  <a:cubicBezTo>
                    <a:pt x="37" y="32"/>
                    <a:pt x="36" y="35"/>
                    <a:pt x="31" y="38"/>
                  </a:cubicBezTo>
                  <a:cubicBezTo>
                    <a:pt x="30" y="39"/>
                    <a:pt x="31" y="41"/>
                    <a:pt x="30" y="42"/>
                  </a:cubicBezTo>
                  <a:cubicBezTo>
                    <a:pt x="28" y="43"/>
                    <a:pt x="27" y="41"/>
                    <a:pt x="25" y="41"/>
                  </a:cubicBezTo>
                  <a:cubicBezTo>
                    <a:pt x="20" y="41"/>
                    <a:pt x="19" y="39"/>
                    <a:pt x="16" y="43"/>
                  </a:cubicBezTo>
                  <a:cubicBezTo>
                    <a:pt x="13" y="45"/>
                    <a:pt x="11" y="57"/>
                    <a:pt x="9" y="61"/>
                  </a:cubicBezTo>
                  <a:cubicBezTo>
                    <a:pt x="7" y="67"/>
                    <a:pt x="5" y="71"/>
                    <a:pt x="0" y="74"/>
                  </a:cubicBezTo>
                  <a:cubicBezTo>
                    <a:pt x="14" y="66"/>
                    <a:pt x="28" y="57"/>
                    <a:pt x="38" y="46"/>
                  </a:cubicBezTo>
                  <a:cubicBezTo>
                    <a:pt x="42" y="42"/>
                    <a:pt x="52" y="36"/>
                    <a:pt x="58" y="35"/>
                  </a:cubicBezTo>
                  <a:cubicBezTo>
                    <a:pt x="71" y="32"/>
                    <a:pt x="76" y="40"/>
                    <a:pt x="71" y="22"/>
                  </a:cubicBezTo>
                  <a:cubicBezTo>
                    <a:pt x="68" y="13"/>
                    <a:pt x="69" y="0"/>
                    <a:pt x="56" y="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439">
              <a:extLst>
                <a:ext uri="{FF2B5EF4-FFF2-40B4-BE49-F238E27FC236}">
                  <a16:creationId xmlns:a16="http://schemas.microsoft.com/office/drawing/2014/main" id="{393F6963-15C6-487A-BA14-279445E9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971"/>
              <a:ext cx="81" cy="74"/>
            </a:xfrm>
            <a:custGeom>
              <a:avLst/>
              <a:gdLst>
                <a:gd name="T0" fmla="*/ 3 w 87"/>
                <a:gd name="T1" fmla="*/ 0 h 80"/>
                <a:gd name="T2" fmla="*/ 0 w 87"/>
                <a:gd name="T3" fmla="*/ 0 h 80"/>
                <a:gd name="T4" fmla="*/ 7 w 87"/>
                <a:gd name="T5" fmla="*/ 11 h 80"/>
                <a:gd name="T6" fmla="*/ 17 w 87"/>
                <a:gd name="T7" fmla="*/ 30 h 80"/>
                <a:gd name="T8" fmla="*/ 34 w 87"/>
                <a:gd name="T9" fmla="*/ 37 h 80"/>
                <a:gd name="T10" fmla="*/ 70 w 87"/>
                <a:gd name="T11" fmla="*/ 48 h 80"/>
                <a:gd name="T12" fmla="*/ 59 w 87"/>
                <a:gd name="T13" fmla="*/ 63 h 80"/>
                <a:gd name="T14" fmla="*/ 34 w 87"/>
                <a:gd name="T15" fmla="*/ 50 h 80"/>
                <a:gd name="T16" fmla="*/ 12 w 87"/>
                <a:gd name="T17" fmla="*/ 40 h 80"/>
                <a:gd name="T18" fmla="*/ 1 w 87"/>
                <a:gd name="T19" fmla="*/ 2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80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5"/>
                    <a:pt x="7" y="10"/>
                    <a:pt x="9" y="14"/>
                  </a:cubicBezTo>
                  <a:cubicBezTo>
                    <a:pt x="13" y="21"/>
                    <a:pt x="15" y="33"/>
                    <a:pt x="20" y="38"/>
                  </a:cubicBezTo>
                  <a:cubicBezTo>
                    <a:pt x="25" y="43"/>
                    <a:pt x="35" y="44"/>
                    <a:pt x="42" y="47"/>
                  </a:cubicBezTo>
                  <a:cubicBezTo>
                    <a:pt x="58" y="53"/>
                    <a:pt x="71" y="58"/>
                    <a:pt x="87" y="61"/>
                  </a:cubicBezTo>
                  <a:cubicBezTo>
                    <a:pt x="86" y="68"/>
                    <a:pt x="77" y="73"/>
                    <a:pt x="73" y="80"/>
                  </a:cubicBezTo>
                  <a:cubicBezTo>
                    <a:pt x="63" y="76"/>
                    <a:pt x="52" y="68"/>
                    <a:pt x="42" y="63"/>
                  </a:cubicBezTo>
                  <a:cubicBezTo>
                    <a:pt x="35" y="60"/>
                    <a:pt x="20" y="57"/>
                    <a:pt x="15" y="51"/>
                  </a:cubicBezTo>
                  <a:cubicBezTo>
                    <a:pt x="5" y="38"/>
                    <a:pt x="8" y="17"/>
                    <a:pt x="1" y="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440">
              <a:extLst>
                <a:ext uri="{FF2B5EF4-FFF2-40B4-BE49-F238E27FC236}">
                  <a16:creationId xmlns:a16="http://schemas.microsoft.com/office/drawing/2014/main" id="{A83FEE56-00A2-4180-BD7E-EEE2E178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894"/>
              <a:ext cx="48" cy="81"/>
            </a:xfrm>
            <a:custGeom>
              <a:avLst/>
              <a:gdLst>
                <a:gd name="T0" fmla="*/ 0 w 52"/>
                <a:gd name="T1" fmla="*/ 0 h 87"/>
                <a:gd name="T2" fmla="*/ 18 w 52"/>
                <a:gd name="T3" fmla="*/ 10 h 87"/>
                <a:gd name="T4" fmla="*/ 22 w 52"/>
                <a:gd name="T5" fmla="*/ 25 h 87"/>
                <a:gd name="T6" fmla="*/ 36 w 52"/>
                <a:gd name="T7" fmla="*/ 70 h 87"/>
                <a:gd name="T8" fmla="*/ 39 w 52"/>
                <a:gd name="T9" fmla="*/ 48 h 87"/>
                <a:gd name="T10" fmla="*/ 26 w 52"/>
                <a:gd name="T11" fmla="*/ 29 h 87"/>
                <a:gd name="T12" fmla="*/ 20 w 52"/>
                <a:gd name="T13" fmla="*/ 11 h 87"/>
                <a:gd name="T14" fmla="*/ 3 w 52"/>
                <a:gd name="T15" fmla="*/ 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87">
                  <a:moveTo>
                    <a:pt x="0" y="0"/>
                  </a:moveTo>
                  <a:cubicBezTo>
                    <a:pt x="6" y="5"/>
                    <a:pt x="19" y="6"/>
                    <a:pt x="24" y="13"/>
                  </a:cubicBezTo>
                  <a:cubicBezTo>
                    <a:pt x="26" y="17"/>
                    <a:pt x="26" y="26"/>
                    <a:pt x="28" y="31"/>
                  </a:cubicBezTo>
                  <a:cubicBezTo>
                    <a:pt x="34" y="49"/>
                    <a:pt x="45" y="67"/>
                    <a:pt x="45" y="87"/>
                  </a:cubicBezTo>
                  <a:cubicBezTo>
                    <a:pt x="48" y="82"/>
                    <a:pt x="52" y="66"/>
                    <a:pt x="50" y="60"/>
                  </a:cubicBezTo>
                  <a:cubicBezTo>
                    <a:pt x="47" y="51"/>
                    <a:pt x="36" y="44"/>
                    <a:pt x="32" y="35"/>
                  </a:cubicBezTo>
                  <a:cubicBezTo>
                    <a:pt x="29" y="28"/>
                    <a:pt x="31" y="20"/>
                    <a:pt x="26" y="14"/>
                  </a:cubicBezTo>
                  <a:cubicBezTo>
                    <a:pt x="21" y="7"/>
                    <a:pt x="11" y="10"/>
                    <a:pt x="3" y="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441">
              <a:extLst>
                <a:ext uri="{FF2B5EF4-FFF2-40B4-BE49-F238E27FC236}">
                  <a16:creationId xmlns:a16="http://schemas.microsoft.com/office/drawing/2014/main" id="{8664B325-637D-4726-AAEA-DE61EE0EE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921"/>
              <a:ext cx="30" cy="39"/>
            </a:xfrm>
            <a:custGeom>
              <a:avLst/>
              <a:gdLst>
                <a:gd name="T0" fmla="*/ 0 w 32"/>
                <a:gd name="T1" fmla="*/ 7 h 42"/>
                <a:gd name="T2" fmla="*/ 22 w 32"/>
                <a:gd name="T3" fmla="*/ 1 h 42"/>
                <a:gd name="T4" fmla="*/ 26 w 32"/>
                <a:gd name="T5" fmla="*/ 24 h 42"/>
                <a:gd name="T6" fmla="*/ 16 w 32"/>
                <a:gd name="T7" fmla="*/ 33 h 42"/>
                <a:gd name="T8" fmla="*/ 19 w 32"/>
                <a:gd name="T9" fmla="*/ 9 h 42"/>
                <a:gd name="T10" fmla="*/ 0 w 32"/>
                <a:gd name="T11" fmla="*/ 7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2">
                  <a:moveTo>
                    <a:pt x="0" y="9"/>
                  </a:moveTo>
                  <a:cubicBezTo>
                    <a:pt x="6" y="4"/>
                    <a:pt x="18" y="0"/>
                    <a:pt x="26" y="1"/>
                  </a:cubicBezTo>
                  <a:cubicBezTo>
                    <a:pt x="26" y="12"/>
                    <a:pt x="29" y="20"/>
                    <a:pt x="32" y="30"/>
                  </a:cubicBezTo>
                  <a:cubicBezTo>
                    <a:pt x="29" y="35"/>
                    <a:pt x="26" y="41"/>
                    <a:pt x="19" y="42"/>
                  </a:cubicBezTo>
                  <a:cubicBezTo>
                    <a:pt x="17" y="34"/>
                    <a:pt x="26" y="20"/>
                    <a:pt x="22" y="12"/>
                  </a:cubicBezTo>
                  <a:cubicBezTo>
                    <a:pt x="18" y="6"/>
                    <a:pt x="3" y="12"/>
                    <a:pt x="0" y="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442">
              <a:extLst>
                <a:ext uri="{FF2B5EF4-FFF2-40B4-BE49-F238E27FC236}">
                  <a16:creationId xmlns:a16="http://schemas.microsoft.com/office/drawing/2014/main" id="{87F06EBA-4B01-4131-91EB-57BABAD58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835"/>
              <a:ext cx="40" cy="40"/>
            </a:xfrm>
            <a:custGeom>
              <a:avLst/>
              <a:gdLst>
                <a:gd name="T0" fmla="*/ 18 w 43"/>
                <a:gd name="T1" fmla="*/ 0 h 43"/>
                <a:gd name="T2" fmla="*/ 1 w 43"/>
                <a:gd name="T3" fmla="*/ 20 h 43"/>
                <a:gd name="T4" fmla="*/ 34 w 43"/>
                <a:gd name="T5" fmla="*/ 31 h 43"/>
                <a:gd name="T6" fmla="*/ 32 w 43"/>
                <a:gd name="T7" fmla="*/ 19 h 43"/>
                <a:gd name="T8" fmla="*/ 18 w 43"/>
                <a:gd name="T9" fmla="*/ 19 h 43"/>
                <a:gd name="T10" fmla="*/ 11 w 43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22" y="0"/>
                  </a:moveTo>
                  <a:cubicBezTo>
                    <a:pt x="13" y="4"/>
                    <a:pt x="0" y="16"/>
                    <a:pt x="1" y="26"/>
                  </a:cubicBezTo>
                  <a:cubicBezTo>
                    <a:pt x="5" y="43"/>
                    <a:pt x="31" y="39"/>
                    <a:pt x="43" y="39"/>
                  </a:cubicBezTo>
                  <a:cubicBezTo>
                    <a:pt x="41" y="35"/>
                    <a:pt x="42" y="26"/>
                    <a:pt x="40" y="23"/>
                  </a:cubicBezTo>
                  <a:cubicBezTo>
                    <a:pt x="36" y="18"/>
                    <a:pt x="28" y="25"/>
                    <a:pt x="22" y="24"/>
                  </a:cubicBezTo>
                  <a:cubicBezTo>
                    <a:pt x="7" y="20"/>
                    <a:pt x="21" y="3"/>
                    <a:pt x="14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443">
              <a:extLst>
                <a:ext uri="{FF2B5EF4-FFF2-40B4-BE49-F238E27FC236}">
                  <a16:creationId xmlns:a16="http://schemas.microsoft.com/office/drawing/2014/main" id="{B58BF2F5-5075-4D01-839F-FCA58C72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945"/>
              <a:ext cx="39" cy="59"/>
            </a:xfrm>
            <a:custGeom>
              <a:avLst/>
              <a:gdLst>
                <a:gd name="T0" fmla="*/ 2 w 42"/>
                <a:gd name="T1" fmla="*/ 2 h 63"/>
                <a:gd name="T2" fmla="*/ 11 w 42"/>
                <a:gd name="T3" fmla="*/ 38 h 63"/>
                <a:gd name="T4" fmla="*/ 33 w 42"/>
                <a:gd name="T5" fmla="*/ 52 h 63"/>
                <a:gd name="T6" fmla="*/ 7 w 42"/>
                <a:gd name="T7" fmla="*/ 2 h 63"/>
                <a:gd name="T8" fmla="*/ 0 w 42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63">
                  <a:moveTo>
                    <a:pt x="2" y="2"/>
                  </a:moveTo>
                  <a:cubicBezTo>
                    <a:pt x="6" y="17"/>
                    <a:pt x="8" y="33"/>
                    <a:pt x="14" y="47"/>
                  </a:cubicBezTo>
                  <a:cubicBezTo>
                    <a:pt x="18" y="58"/>
                    <a:pt x="31" y="61"/>
                    <a:pt x="42" y="63"/>
                  </a:cubicBezTo>
                  <a:cubicBezTo>
                    <a:pt x="24" y="57"/>
                    <a:pt x="11" y="20"/>
                    <a:pt x="9" y="2"/>
                  </a:cubicBezTo>
                  <a:cubicBezTo>
                    <a:pt x="6" y="2"/>
                    <a:pt x="2" y="2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444">
              <a:extLst>
                <a:ext uri="{FF2B5EF4-FFF2-40B4-BE49-F238E27FC236}">
                  <a16:creationId xmlns:a16="http://schemas.microsoft.com/office/drawing/2014/main" id="{AA96C09B-5C30-4162-BC7B-087C2CE9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64"/>
              <a:ext cx="46" cy="89"/>
            </a:xfrm>
            <a:custGeom>
              <a:avLst/>
              <a:gdLst>
                <a:gd name="T0" fmla="*/ 4 w 50"/>
                <a:gd name="T1" fmla="*/ 71 h 96"/>
                <a:gd name="T2" fmla="*/ 5 w 50"/>
                <a:gd name="T3" fmla="*/ 49 h 96"/>
                <a:gd name="T4" fmla="*/ 13 w 50"/>
                <a:gd name="T5" fmla="*/ 35 h 96"/>
                <a:gd name="T6" fmla="*/ 24 w 50"/>
                <a:gd name="T7" fmla="*/ 20 h 96"/>
                <a:gd name="T8" fmla="*/ 39 w 50"/>
                <a:gd name="T9" fmla="*/ 0 h 96"/>
                <a:gd name="T10" fmla="*/ 14 w 50"/>
                <a:gd name="T11" fmla="*/ 42 h 96"/>
                <a:gd name="T12" fmla="*/ 7 w 50"/>
                <a:gd name="T13" fmla="*/ 53 h 96"/>
                <a:gd name="T14" fmla="*/ 1 w 50"/>
                <a:gd name="T15" fmla="*/ 63 h 96"/>
                <a:gd name="T16" fmla="*/ 3 w 50"/>
                <a:gd name="T17" fmla="*/ 77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96">
                  <a:moveTo>
                    <a:pt x="4" y="89"/>
                  </a:moveTo>
                  <a:cubicBezTo>
                    <a:pt x="4" y="81"/>
                    <a:pt x="1" y="70"/>
                    <a:pt x="5" y="62"/>
                  </a:cubicBezTo>
                  <a:cubicBezTo>
                    <a:pt x="8" y="57"/>
                    <a:pt x="13" y="50"/>
                    <a:pt x="16" y="44"/>
                  </a:cubicBezTo>
                  <a:cubicBezTo>
                    <a:pt x="20" y="38"/>
                    <a:pt x="26" y="32"/>
                    <a:pt x="30" y="26"/>
                  </a:cubicBezTo>
                  <a:cubicBezTo>
                    <a:pt x="37" y="18"/>
                    <a:pt x="43" y="8"/>
                    <a:pt x="50" y="0"/>
                  </a:cubicBezTo>
                  <a:cubicBezTo>
                    <a:pt x="45" y="19"/>
                    <a:pt x="28" y="37"/>
                    <a:pt x="17" y="53"/>
                  </a:cubicBezTo>
                  <a:cubicBezTo>
                    <a:pt x="14" y="57"/>
                    <a:pt x="13" y="62"/>
                    <a:pt x="10" y="67"/>
                  </a:cubicBezTo>
                  <a:cubicBezTo>
                    <a:pt x="7" y="71"/>
                    <a:pt x="3" y="74"/>
                    <a:pt x="1" y="79"/>
                  </a:cubicBezTo>
                  <a:cubicBezTo>
                    <a:pt x="0" y="83"/>
                    <a:pt x="1" y="93"/>
                    <a:pt x="3" y="9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445">
              <a:extLst>
                <a:ext uri="{FF2B5EF4-FFF2-40B4-BE49-F238E27FC236}">
                  <a16:creationId xmlns:a16="http://schemas.microsoft.com/office/drawing/2014/main" id="{D9BCE5A6-33BB-42F9-9225-88AA23A3C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859"/>
              <a:ext cx="40" cy="73"/>
            </a:xfrm>
            <a:custGeom>
              <a:avLst/>
              <a:gdLst>
                <a:gd name="T0" fmla="*/ 7 w 43"/>
                <a:gd name="T1" fmla="*/ 62 h 78"/>
                <a:gd name="T2" fmla="*/ 11 w 43"/>
                <a:gd name="T3" fmla="*/ 22 h 78"/>
                <a:gd name="T4" fmla="*/ 34 w 43"/>
                <a:gd name="T5" fmla="*/ 0 h 78"/>
                <a:gd name="T6" fmla="*/ 19 w 43"/>
                <a:gd name="T7" fmla="*/ 33 h 78"/>
                <a:gd name="T8" fmla="*/ 4 w 43"/>
                <a:gd name="T9" fmla="*/ 6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78">
                  <a:moveTo>
                    <a:pt x="7" y="75"/>
                  </a:moveTo>
                  <a:cubicBezTo>
                    <a:pt x="0" y="64"/>
                    <a:pt x="7" y="38"/>
                    <a:pt x="14" y="28"/>
                  </a:cubicBezTo>
                  <a:cubicBezTo>
                    <a:pt x="20" y="18"/>
                    <a:pt x="32" y="5"/>
                    <a:pt x="43" y="0"/>
                  </a:cubicBezTo>
                  <a:cubicBezTo>
                    <a:pt x="42" y="14"/>
                    <a:pt x="35" y="31"/>
                    <a:pt x="24" y="40"/>
                  </a:cubicBezTo>
                  <a:cubicBezTo>
                    <a:pt x="13" y="49"/>
                    <a:pt x="4" y="63"/>
                    <a:pt x="4" y="7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446">
              <a:extLst>
                <a:ext uri="{FF2B5EF4-FFF2-40B4-BE49-F238E27FC236}">
                  <a16:creationId xmlns:a16="http://schemas.microsoft.com/office/drawing/2014/main" id="{1CB013D6-139F-43F3-BF6A-6C3A7F920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836"/>
              <a:ext cx="30" cy="36"/>
            </a:xfrm>
            <a:custGeom>
              <a:avLst/>
              <a:gdLst>
                <a:gd name="T0" fmla="*/ 2 w 32"/>
                <a:gd name="T1" fmla="*/ 2 h 39"/>
                <a:gd name="T2" fmla="*/ 16 w 32"/>
                <a:gd name="T3" fmla="*/ 6 h 39"/>
                <a:gd name="T4" fmla="*/ 26 w 32"/>
                <a:gd name="T5" fmla="*/ 26 h 39"/>
                <a:gd name="T6" fmla="*/ 17 w 32"/>
                <a:gd name="T7" fmla="*/ 30 h 39"/>
                <a:gd name="T8" fmla="*/ 8 w 32"/>
                <a:gd name="T9" fmla="*/ 14 h 39"/>
                <a:gd name="T10" fmla="*/ 0 w 32"/>
                <a:gd name="T11" fmla="*/ 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9">
                  <a:moveTo>
                    <a:pt x="2" y="2"/>
                  </a:moveTo>
                  <a:cubicBezTo>
                    <a:pt x="5" y="3"/>
                    <a:pt x="13" y="0"/>
                    <a:pt x="19" y="9"/>
                  </a:cubicBezTo>
                  <a:cubicBezTo>
                    <a:pt x="24" y="16"/>
                    <a:pt x="28" y="25"/>
                    <a:pt x="32" y="33"/>
                  </a:cubicBezTo>
                  <a:cubicBezTo>
                    <a:pt x="27" y="32"/>
                    <a:pt x="23" y="36"/>
                    <a:pt x="20" y="39"/>
                  </a:cubicBezTo>
                  <a:cubicBezTo>
                    <a:pt x="15" y="34"/>
                    <a:pt x="15" y="23"/>
                    <a:pt x="11" y="17"/>
                  </a:cubicBezTo>
                  <a:cubicBezTo>
                    <a:pt x="8" y="11"/>
                    <a:pt x="3" y="8"/>
                    <a:pt x="0" y="3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447">
              <a:extLst>
                <a:ext uri="{FF2B5EF4-FFF2-40B4-BE49-F238E27FC236}">
                  <a16:creationId xmlns:a16="http://schemas.microsoft.com/office/drawing/2014/main" id="{866AFE67-219B-4079-BF6E-E7E5AADBF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808"/>
              <a:ext cx="43" cy="37"/>
            </a:xfrm>
            <a:custGeom>
              <a:avLst/>
              <a:gdLst>
                <a:gd name="T0" fmla="*/ 1 w 46"/>
                <a:gd name="T1" fmla="*/ 31 h 40"/>
                <a:gd name="T2" fmla="*/ 27 w 46"/>
                <a:gd name="T3" fmla="*/ 18 h 40"/>
                <a:gd name="T4" fmla="*/ 37 w 46"/>
                <a:gd name="T5" fmla="*/ 6 h 40"/>
                <a:gd name="T6" fmla="*/ 30 w 46"/>
                <a:gd name="T7" fmla="*/ 0 h 40"/>
                <a:gd name="T8" fmla="*/ 14 w 46"/>
                <a:gd name="T9" fmla="*/ 20 h 40"/>
                <a:gd name="T10" fmla="*/ 0 w 46"/>
                <a:gd name="T11" fmla="*/ 29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0">
                  <a:moveTo>
                    <a:pt x="1" y="40"/>
                  </a:moveTo>
                  <a:cubicBezTo>
                    <a:pt x="11" y="33"/>
                    <a:pt x="24" y="31"/>
                    <a:pt x="33" y="23"/>
                  </a:cubicBezTo>
                  <a:cubicBezTo>
                    <a:pt x="37" y="19"/>
                    <a:pt x="46" y="14"/>
                    <a:pt x="46" y="8"/>
                  </a:cubicBezTo>
                  <a:cubicBezTo>
                    <a:pt x="43" y="6"/>
                    <a:pt x="39" y="3"/>
                    <a:pt x="36" y="0"/>
                  </a:cubicBezTo>
                  <a:cubicBezTo>
                    <a:pt x="30" y="10"/>
                    <a:pt x="26" y="19"/>
                    <a:pt x="17" y="26"/>
                  </a:cubicBezTo>
                  <a:cubicBezTo>
                    <a:pt x="13" y="29"/>
                    <a:pt x="3" y="37"/>
                    <a:pt x="0" y="3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448">
              <a:extLst>
                <a:ext uri="{FF2B5EF4-FFF2-40B4-BE49-F238E27FC236}">
                  <a16:creationId xmlns:a16="http://schemas.microsoft.com/office/drawing/2014/main" id="{1BD61C79-7AEC-44BA-9D29-CE8D4BB46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641"/>
              <a:ext cx="52" cy="44"/>
            </a:xfrm>
            <a:custGeom>
              <a:avLst/>
              <a:gdLst>
                <a:gd name="T0" fmla="*/ 2 w 56"/>
                <a:gd name="T1" fmla="*/ 37 h 47"/>
                <a:gd name="T2" fmla="*/ 45 w 56"/>
                <a:gd name="T3" fmla="*/ 7 h 47"/>
                <a:gd name="T4" fmla="*/ 19 w 56"/>
                <a:gd name="T5" fmla="*/ 18 h 47"/>
                <a:gd name="T6" fmla="*/ 0 w 56"/>
                <a:gd name="T7" fmla="*/ 34 h 47"/>
                <a:gd name="T8" fmla="*/ 2 w 56"/>
                <a:gd name="T9" fmla="*/ 3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7">
                  <a:moveTo>
                    <a:pt x="2" y="46"/>
                  </a:moveTo>
                  <a:cubicBezTo>
                    <a:pt x="18" y="31"/>
                    <a:pt x="39" y="22"/>
                    <a:pt x="56" y="7"/>
                  </a:cubicBezTo>
                  <a:cubicBezTo>
                    <a:pt x="46" y="0"/>
                    <a:pt x="32" y="16"/>
                    <a:pt x="24" y="21"/>
                  </a:cubicBezTo>
                  <a:cubicBezTo>
                    <a:pt x="15" y="27"/>
                    <a:pt x="6" y="31"/>
                    <a:pt x="0" y="41"/>
                  </a:cubicBezTo>
                  <a:cubicBezTo>
                    <a:pt x="2" y="42"/>
                    <a:pt x="2" y="44"/>
                    <a:pt x="2" y="4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449">
              <a:extLst>
                <a:ext uri="{FF2B5EF4-FFF2-40B4-BE49-F238E27FC236}">
                  <a16:creationId xmlns:a16="http://schemas.microsoft.com/office/drawing/2014/main" id="{A48ADFDB-F66A-486B-8A3C-B781FC1C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53"/>
              <a:ext cx="79" cy="69"/>
            </a:xfrm>
            <a:custGeom>
              <a:avLst/>
              <a:gdLst>
                <a:gd name="T0" fmla="*/ 0 w 85"/>
                <a:gd name="T1" fmla="*/ 49 h 74"/>
                <a:gd name="T2" fmla="*/ 27 w 85"/>
                <a:gd name="T3" fmla="*/ 41 h 74"/>
                <a:gd name="T4" fmla="*/ 44 w 85"/>
                <a:gd name="T5" fmla="*/ 20 h 74"/>
                <a:gd name="T6" fmla="*/ 60 w 85"/>
                <a:gd name="T7" fmla="*/ 0 h 74"/>
                <a:gd name="T8" fmla="*/ 39 w 85"/>
                <a:gd name="T9" fmla="*/ 38 h 74"/>
                <a:gd name="T10" fmla="*/ 3 w 85"/>
                <a:gd name="T11" fmla="*/ 55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4">
                  <a:moveTo>
                    <a:pt x="0" y="61"/>
                  </a:moveTo>
                  <a:cubicBezTo>
                    <a:pt x="10" y="58"/>
                    <a:pt x="23" y="56"/>
                    <a:pt x="33" y="50"/>
                  </a:cubicBezTo>
                  <a:cubicBezTo>
                    <a:pt x="42" y="44"/>
                    <a:pt x="47" y="33"/>
                    <a:pt x="55" y="25"/>
                  </a:cubicBezTo>
                  <a:cubicBezTo>
                    <a:pt x="63" y="17"/>
                    <a:pt x="72" y="12"/>
                    <a:pt x="75" y="0"/>
                  </a:cubicBezTo>
                  <a:cubicBezTo>
                    <a:pt x="85" y="22"/>
                    <a:pt x="59" y="32"/>
                    <a:pt x="48" y="47"/>
                  </a:cubicBezTo>
                  <a:cubicBezTo>
                    <a:pt x="36" y="62"/>
                    <a:pt x="22" y="74"/>
                    <a:pt x="3" y="6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450">
              <a:extLst>
                <a:ext uri="{FF2B5EF4-FFF2-40B4-BE49-F238E27FC236}">
                  <a16:creationId xmlns:a16="http://schemas.microsoft.com/office/drawing/2014/main" id="{BA8DE487-0638-444D-9A00-A384E617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624"/>
              <a:ext cx="49" cy="50"/>
            </a:xfrm>
            <a:custGeom>
              <a:avLst/>
              <a:gdLst>
                <a:gd name="T0" fmla="*/ 1 w 53"/>
                <a:gd name="T1" fmla="*/ 6 h 54"/>
                <a:gd name="T2" fmla="*/ 22 w 53"/>
                <a:gd name="T3" fmla="*/ 8 h 54"/>
                <a:gd name="T4" fmla="*/ 39 w 53"/>
                <a:gd name="T5" fmla="*/ 35 h 54"/>
                <a:gd name="T6" fmla="*/ 23 w 53"/>
                <a:gd name="T7" fmla="*/ 25 h 54"/>
                <a:gd name="T8" fmla="*/ 0 w 53"/>
                <a:gd name="T9" fmla="*/ 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1" y="7"/>
                  </a:moveTo>
                  <a:cubicBezTo>
                    <a:pt x="8" y="0"/>
                    <a:pt x="21" y="3"/>
                    <a:pt x="28" y="11"/>
                  </a:cubicBezTo>
                  <a:cubicBezTo>
                    <a:pt x="31" y="16"/>
                    <a:pt x="53" y="38"/>
                    <a:pt x="49" y="44"/>
                  </a:cubicBezTo>
                  <a:cubicBezTo>
                    <a:pt x="44" y="54"/>
                    <a:pt x="31" y="35"/>
                    <a:pt x="29" y="31"/>
                  </a:cubicBezTo>
                  <a:cubicBezTo>
                    <a:pt x="21" y="22"/>
                    <a:pt x="11" y="9"/>
                    <a:pt x="0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451">
              <a:extLst>
                <a:ext uri="{FF2B5EF4-FFF2-40B4-BE49-F238E27FC236}">
                  <a16:creationId xmlns:a16="http://schemas.microsoft.com/office/drawing/2014/main" id="{AE3FA56A-E1BB-49B7-9278-9D44BBF5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648"/>
              <a:ext cx="33" cy="27"/>
            </a:xfrm>
            <a:custGeom>
              <a:avLst/>
              <a:gdLst>
                <a:gd name="T0" fmla="*/ 1 w 35"/>
                <a:gd name="T1" fmla="*/ 8 h 29"/>
                <a:gd name="T2" fmla="*/ 0 w 35"/>
                <a:gd name="T3" fmla="*/ 10 h 29"/>
                <a:gd name="T4" fmla="*/ 20 w 35"/>
                <a:gd name="T5" fmla="*/ 0 h 29"/>
                <a:gd name="T6" fmla="*/ 29 w 35"/>
                <a:gd name="T7" fmla="*/ 12 h 29"/>
                <a:gd name="T8" fmla="*/ 15 w 35"/>
                <a:gd name="T9" fmla="*/ 20 h 29"/>
                <a:gd name="T10" fmla="*/ 9 w 35"/>
                <a:gd name="T11" fmla="*/ 13 h 29"/>
                <a:gd name="T12" fmla="*/ 2 w 35"/>
                <a:gd name="T13" fmla="*/ 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9">
                  <a:moveTo>
                    <a:pt x="1" y="11"/>
                  </a:moveTo>
                  <a:cubicBezTo>
                    <a:pt x="1" y="11"/>
                    <a:pt x="0" y="12"/>
                    <a:pt x="0" y="13"/>
                  </a:cubicBezTo>
                  <a:cubicBezTo>
                    <a:pt x="7" y="8"/>
                    <a:pt x="15" y="5"/>
                    <a:pt x="23" y="0"/>
                  </a:cubicBezTo>
                  <a:cubicBezTo>
                    <a:pt x="27" y="5"/>
                    <a:pt x="29" y="12"/>
                    <a:pt x="35" y="15"/>
                  </a:cubicBezTo>
                  <a:cubicBezTo>
                    <a:pt x="32" y="20"/>
                    <a:pt x="25" y="29"/>
                    <a:pt x="18" y="26"/>
                  </a:cubicBezTo>
                  <a:cubicBezTo>
                    <a:pt x="16" y="25"/>
                    <a:pt x="15" y="18"/>
                    <a:pt x="12" y="16"/>
                  </a:cubicBezTo>
                  <a:cubicBezTo>
                    <a:pt x="9" y="13"/>
                    <a:pt x="6" y="12"/>
                    <a:pt x="2" y="1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452">
              <a:extLst>
                <a:ext uri="{FF2B5EF4-FFF2-40B4-BE49-F238E27FC236}">
                  <a16:creationId xmlns:a16="http://schemas.microsoft.com/office/drawing/2014/main" id="{5B8ECA88-09C6-4D75-9CBF-5EFBD43B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558"/>
              <a:ext cx="54" cy="93"/>
            </a:xfrm>
            <a:custGeom>
              <a:avLst/>
              <a:gdLst>
                <a:gd name="T0" fmla="*/ 1 w 58"/>
                <a:gd name="T1" fmla="*/ 0 h 100"/>
                <a:gd name="T2" fmla="*/ 0 w 58"/>
                <a:gd name="T3" fmla="*/ 1 h 100"/>
                <a:gd name="T4" fmla="*/ 30 w 58"/>
                <a:gd name="T5" fmla="*/ 52 h 100"/>
                <a:gd name="T6" fmla="*/ 43 w 58"/>
                <a:gd name="T7" fmla="*/ 73 h 100"/>
                <a:gd name="T8" fmla="*/ 47 w 58"/>
                <a:gd name="T9" fmla="*/ 80 h 100"/>
                <a:gd name="T10" fmla="*/ 44 w 58"/>
                <a:gd name="T11" fmla="*/ 67 h 100"/>
                <a:gd name="T12" fmla="*/ 37 w 58"/>
                <a:gd name="T13" fmla="*/ 60 h 100"/>
                <a:gd name="T14" fmla="*/ 25 w 58"/>
                <a:gd name="T15" fmla="*/ 40 h 100"/>
                <a:gd name="T16" fmla="*/ 0 w 5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00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6" y="18"/>
                    <a:pt x="23" y="45"/>
                    <a:pt x="36" y="64"/>
                  </a:cubicBezTo>
                  <a:cubicBezTo>
                    <a:pt x="41" y="73"/>
                    <a:pt x="48" y="81"/>
                    <a:pt x="53" y="91"/>
                  </a:cubicBezTo>
                  <a:cubicBezTo>
                    <a:pt x="55" y="94"/>
                    <a:pt x="55" y="98"/>
                    <a:pt x="58" y="100"/>
                  </a:cubicBezTo>
                  <a:cubicBezTo>
                    <a:pt x="57" y="94"/>
                    <a:pt x="58" y="88"/>
                    <a:pt x="55" y="83"/>
                  </a:cubicBezTo>
                  <a:cubicBezTo>
                    <a:pt x="53" y="80"/>
                    <a:pt x="48" y="77"/>
                    <a:pt x="46" y="74"/>
                  </a:cubicBezTo>
                  <a:cubicBezTo>
                    <a:pt x="41" y="66"/>
                    <a:pt x="36" y="57"/>
                    <a:pt x="31" y="49"/>
                  </a:cubicBezTo>
                  <a:cubicBezTo>
                    <a:pt x="22" y="34"/>
                    <a:pt x="9" y="11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453">
              <a:extLst>
                <a:ext uri="{FF2B5EF4-FFF2-40B4-BE49-F238E27FC236}">
                  <a16:creationId xmlns:a16="http://schemas.microsoft.com/office/drawing/2014/main" id="{28D8D17E-9D97-41DB-988A-257DC7EBC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524"/>
              <a:ext cx="52" cy="22"/>
            </a:xfrm>
            <a:custGeom>
              <a:avLst/>
              <a:gdLst>
                <a:gd name="T0" fmla="*/ 0 w 56"/>
                <a:gd name="T1" fmla="*/ 3 h 23"/>
                <a:gd name="T2" fmla="*/ 45 w 56"/>
                <a:gd name="T3" fmla="*/ 20 h 23"/>
                <a:gd name="T4" fmla="*/ 43 w 56"/>
                <a:gd name="T5" fmla="*/ 11 h 23"/>
                <a:gd name="T6" fmla="*/ 39 w 56"/>
                <a:gd name="T7" fmla="*/ 11 h 23"/>
                <a:gd name="T8" fmla="*/ 29 w 56"/>
                <a:gd name="T9" fmla="*/ 7 h 23"/>
                <a:gd name="T10" fmla="*/ 11 w 56"/>
                <a:gd name="T11" fmla="*/ 2 h 23"/>
                <a:gd name="T12" fmla="*/ 2 w 5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3">
                  <a:moveTo>
                    <a:pt x="0" y="3"/>
                  </a:moveTo>
                  <a:cubicBezTo>
                    <a:pt x="16" y="0"/>
                    <a:pt x="41" y="17"/>
                    <a:pt x="56" y="23"/>
                  </a:cubicBezTo>
                  <a:cubicBezTo>
                    <a:pt x="56" y="20"/>
                    <a:pt x="56" y="15"/>
                    <a:pt x="54" y="13"/>
                  </a:cubicBezTo>
                  <a:cubicBezTo>
                    <a:pt x="53" y="12"/>
                    <a:pt x="49" y="12"/>
                    <a:pt x="48" y="12"/>
                  </a:cubicBezTo>
                  <a:cubicBezTo>
                    <a:pt x="44" y="11"/>
                    <a:pt x="40" y="9"/>
                    <a:pt x="36" y="7"/>
                  </a:cubicBezTo>
                  <a:cubicBezTo>
                    <a:pt x="29" y="5"/>
                    <a:pt x="21" y="3"/>
                    <a:pt x="14" y="2"/>
                  </a:cubicBezTo>
                  <a:cubicBezTo>
                    <a:pt x="11" y="1"/>
                    <a:pt x="3" y="1"/>
                    <a:pt x="2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Freeform 454">
              <a:extLst>
                <a:ext uri="{FF2B5EF4-FFF2-40B4-BE49-F238E27FC236}">
                  <a16:creationId xmlns:a16="http://schemas.microsoft.com/office/drawing/2014/main" id="{32A82995-9712-4605-AD91-83A4EBDDF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547"/>
              <a:ext cx="77" cy="69"/>
            </a:xfrm>
            <a:custGeom>
              <a:avLst/>
              <a:gdLst>
                <a:gd name="T0" fmla="*/ 7 w 82"/>
                <a:gd name="T1" fmla="*/ 48 h 74"/>
                <a:gd name="T2" fmla="*/ 16 w 82"/>
                <a:gd name="T3" fmla="*/ 46 h 74"/>
                <a:gd name="T4" fmla="*/ 51 w 82"/>
                <a:gd name="T5" fmla="*/ 23 h 74"/>
                <a:gd name="T6" fmla="*/ 62 w 82"/>
                <a:gd name="T7" fmla="*/ 7 h 74"/>
                <a:gd name="T8" fmla="*/ 68 w 82"/>
                <a:gd name="T9" fmla="*/ 0 h 74"/>
                <a:gd name="T10" fmla="*/ 59 w 82"/>
                <a:gd name="T11" fmla="*/ 19 h 74"/>
                <a:gd name="T12" fmla="*/ 37 w 82"/>
                <a:gd name="T13" fmla="*/ 42 h 74"/>
                <a:gd name="T14" fmla="*/ 0 w 82"/>
                <a:gd name="T15" fmla="*/ 5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74">
                  <a:moveTo>
                    <a:pt x="7" y="59"/>
                  </a:moveTo>
                  <a:cubicBezTo>
                    <a:pt x="8" y="57"/>
                    <a:pt x="16" y="58"/>
                    <a:pt x="19" y="57"/>
                  </a:cubicBezTo>
                  <a:cubicBezTo>
                    <a:pt x="36" y="54"/>
                    <a:pt x="50" y="42"/>
                    <a:pt x="61" y="29"/>
                  </a:cubicBezTo>
                  <a:cubicBezTo>
                    <a:pt x="66" y="23"/>
                    <a:pt x="70" y="15"/>
                    <a:pt x="75" y="9"/>
                  </a:cubicBezTo>
                  <a:cubicBezTo>
                    <a:pt x="78" y="5"/>
                    <a:pt x="80" y="4"/>
                    <a:pt x="82" y="0"/>
                  </a:cubicBezTo>
                  <a:cubicBezTo>
                    <a:pt x="81" y="9"/>
                    <a:pt x="76" y="16"/>
                    <a:pt x="71" y="23"/>
                  </a:cubicBezTo>
                  <a:cubicBezTo>
                    <a:pt x="65" y="33"/>
                    <a:pt x="55" y="45"/>
                    <a:pt x="45" y="52"/>
                  </a:cubicBezTo>
                  <a:cubicBezTo>
                    <a:pt x="34" y="60"/>
                    <a:pt x="13" y="74"/>
                    <a:pt x="0" y="6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455">
              <a:extLst>
                <a:ext uri="{FF2B5EF4-FFF2-40B4-BE49-F238E27FC236}">
                  <a16:creationId xmlns:a16="http://schemas.microsoft.com/office/drawing/2014/main" id="{92DF697D-AEDD-447A-A29D-B84CF912F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418"/>
              <a:ext cx="54" cy="67"/>
            </a:xfrm>
            <a:custGeom>
              <a:avLst/>
              <a:gdLst>
                <a:gd name="T0" fmla="*/ 0 w 58"/>
                <a:gd name="T1" fmla="*/ 1 h 72"/>
                <a:gd name="T2" fmla="*/ 18 w 58"/>
                <a:gd name="T3" fmla="*/ 13 h 72"/>
                <a:gd name="T4" fmla="*/ 35 w 58"/>
                <a:gd name="T5" fmla="*/ 34 h 72"/>
                <a:gd name="T6" fmla="*/ 47 w 58"/>
                <a:gd name="T7" fmla="*/ 51 h 72"/>
                <a:gd name="T8" fmla="*/ 24 w 58"/>
                <a:gd name="T9" fmla="*/ 32 h 72"/>
                <a:gd name="T10" fmla="*/ 3 w 58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2">
                  <a:moveTo>
                    <a:pt x="0" y="1"/>
                  </a:moveTo>
                  <a:cubicBezTo>
                    <a:pt x="7" y="7"/>
                    <a:pt x="14" y="11"/>
                    <a:pt x="21" y="16"/>
                  </a:cubicBezTo>
                  <a:cubicBezTo>
                    <a:pt x="29" y="24"/>
                    <a:pt x="36" y="33"/>
                    <a:pt x="44" y="42"/>
                  </a:cubicBezTo>
                  <a:cubicBezTo>
                    <a:pt x="50" y="48"/>
                    <a:pt x="56" y="54"/>
                    <a:pt x="58" y="63"/>
                  </a:cubicBezTo>
                  <a:cubicBezTo>
                    <a:pt x="52" y="72"/>
                    <a:pt x="33" y="45"/>
                    <a:pt x="30" y="40"/>
                  </a:cubicBezTo>
                  <a:cubicBezTo>
                    <a:pt x="22" y="27"/>
                    <a:pt x="10" y="12"/>
                    <a:pt x="3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456">
              <a:extLst>
                <a:ext uri="{FF2B5EF4-FFF2-40B4-BE49-F238E27FC236}">
                  <a16:creationId xmlns:a16="http://schemas.microsoft.com/office/drawing/2014/main" id="{ED28AA31-2BF4-4674-8BCB-15C29DD1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95"/>
              <a:ext cx="55" cy="51"/>
            </a:xfrm>
            <a:custGeom>
              <a:avLst/>
              <a:gdLst>
                <a:gd name="T0" fmla="*/ 45 w 59"/>
                <a:gd name="T1" fmla="*/ 40 h 54"/>
                <a:gd name="T2" fmla="*/ 5 w 59"/>
                <a:gd name="T3" fmla="*/ 29 h 54"/>
                <a:gd name="T4" fmla="*/ 25 w 59"/>
                <a:gd name="T5" fmla="*/ 6 h 54"/>
                <a:gd name="T6" fmla="*/ 32 w 59"/>
                <a:gd name="T7" fmla="*/ 3 h 54"/>
                <a:gd name="T8" fmla="*/ 7 w 59"/>
                <a:gd name="T9" fmla="*/ 36 h 54"/>
                <a:gd name="T10" fmla="*/ 48 w 59"/>
                <a:gd name="T11" fmla="*/ 4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4">
                  <a:moveTo>
                    <a:pt x="56" y="47"/>
                  </a:moveTo>
                  <a:cubicBezTo>
                    <a:pt x="44" y="47"/>
                    <a:pt x="0" y="54"/>
                    <a:pt x="5" y="35"/>
                  </a:cubicBezTo>
                  <a:cubicBezTo>
                    <a:pt x="8" y="25"/>
                    <a:pt x="23" y="13"/>
                    <a:pt x="31" y="6"/>
                  </a:cubicBezTo>
                  <a:cubicBezTo>
                    <a:pt x="35" y="3"/>
                    <a:pt x="35" y="0"/>
                    <a:pt x="40" y="3"/>
                  </a:cubicBezTo>
                  <a:cubicBezTo>
                    <a:pt x="23" y="6"/>
                    <a:pt x="17" y="30"/>
                    <a:pt x="7" y="42"/>
                  </a:cubicBezTo>
                  <a:cubicBezTo>
                    <a:pt x="24" y="48"/>
                    <a:pt x="42" y="37"/>
                    <a:pt x="59" y="4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457">
              <a:extLst>
                <a:ext uri="{FF2B5EF4-FFF2-40B4-BE49-F238E27FC236}">
                  <a16:creationId xmlns:a16="http://schemas.microsoft.com/office/drawing/2014/main" id="{A31C0B35-C84F-48C9-A3BB-0BC1FEAE2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499"/>
              <a:ext cx="19" cy="34"/>
            </a:xfrm>
            <a:custGeom>
              <a:avLst/>
              <a:gdLst>
                <a:gd name="T0" fmla="*/ 6 w 20"/>
                <a:gd name="T1" fmla="*/ 30 h 36"/>
                <a:gd name="T2" fmla="*/ 11 w 20"/>
                <a:gd name="T3" fmla="*/ 3 h 36"/>
                <a:gd name="T4" fmla="*/ 16 w 20"/>
                <a:gd name="T5" fmla="*/ 9 h 36"/>
                <a:gd name="T6" fmla="*/ 11 w 20"/>
                <a:gd name="T7" fmla="*/ 27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6">
                  <a:moveTo>
                    <a:pt x="6" y="36"/>
                  </a:moveTo>
                  <a:cubicBezTo>
                    <a:pt x="12" y="27"/>
                    <a:pt x="0" y="0"/>
                    <a:pt x="14" y="3"/>
                  </a:cubicBezTo>
                  <a:cubicBezTo>
                    <a:pt x="20" y="4"/>
                    <a:pt x="19" y="3"/>
                    <a:pt x="19" y="9"/>
                  </a:cubicBezTo>
                  <a:cubicBezTo>
                    <a:pt x="20" y="14"/>
                    <a:pt x="18" y="30"/>
                    <a:pt x="14" y="33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458">
              <a:extLst>
                <a:ext uri="{FF2B5EF4-FFF2-40B4-BE49-F238E27FC236}">
                  <a16:creationId xmlns:a16="http://schemas.microsoft.com/office/drawing/2014/main" id="{BC6AB911-1576-4053-94DE-F23158A3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454"/>
              <a:ext cx="42" cy="80"/>
            </a:xfrm>
            <a:custGeom>
              <a:avLst/>
              <a:gdLst>
                <a:gd name="T0" fmla="*/ 6 w 45"/>
                <a:gd name="T1" fmla="*/ 65 h 86"/>
                <a:gd name="T2" fmla="*/ 23 w 45"/>
                <a:gd name="T3" fmla="*/ 20 h 86"/>
                <a:gd name="T4" fmla="*/ 36 w 45"/>
                <a:gd name="T5" fmla="*/ 2 h 86"/>
                <a:gd name="T6" fmla="*/ 16 w 45"/>
                <a:gd name="T7" fmla="*/ 29 h 86"/>
                <a:gd name="T8" fmla="*/ 7 w 45"/>
                <a:gd name="T9" fmla="*/ 51 h 86"/>
                <a:gd name="T10" fmla="*/ 1 w 45"/>
                <a:gd name="T11" fmla="*/ 6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86">
                  <a:moveTo>
                    <a:pt x="6" y="81"/>
                  </a:moveTo>
                  <a:cubicBezTo>
                    <a:pt x="23" y="68"/>
                    <a:pt x="24" y="45"/>
                    <a:pt x="29" y="26"/>
                  </a:cubicBezTo>
                  <a:cubicBezTo>
                    <a:pt x="32" y="15"/>
                    <a:pt x="38" y="11"/>
                    <a:pt x="45" y="2"/>
                  </a:cubicBezTo>
                  <a:cubicBezTo>
                    <a:pt x="28" y="0"/>
                    <a:pt x="23" y="22"/>
                    <a:pt x="19" y="35"/>
                  </a:cubicBezTo>
                  <a:cubicBezTo>
                    <a:pt x="16" y="44"/>
                    <a:pt x="13" y="53"/>
                    <a:pt x="10" y="63"/>
                  </a:cubicBezTo>
                  <a:cubicBezTo>
                    <a:pt x="8" y="68"/>
                    <a:pt x="0" y="82"/>
                    <a:pt x="1" y="8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459">
              <a:extLst>
                <a:ext uri="{FF2B5EF4-FFF2-40B4-BE49-F238E27FC236}">
                  <a16:creationId xmlns:a16="http://schemas.microsoft.com/office/drawing/2014/main" id="{52701F42-5C92-44BE-AF9F-912318DD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197"/>
              <a:ext cx="50" cy="96"/>
            </a:xfrm>
            <a:custGeom>
              <a:avLst/>
              <a:gdLst>
                <a:gd name="T0" fmla="*/ 43 w 54"/>
                <a:gd name="T1" fmla="*/ 19 h 103"/>
                <a:gd name="T2" fmla="*/ 34 w 54"/>
                <a:gd name="T3" fmla="*/ 31 h 103"/>
                <a:gd name="T4" fmla="*/ 21 w 54"/>
                <a:gd name="T5" fmla="*/ 53 h 103"/>
                <a:gd name="T6" fmla="*/ 5 w 54"/>
                <a:gd name="T7" fmla="*/ 83 h 103"/>
                <a:gd name="T8" fmla="*/ 0 w 54"/>
                <a:gd name="T9" fmla="*/ 74 h 103"/>
                <a:gd name="T10" fmla="*/ 6 w 54"/>
                <a:gd name="T11" fmla="*/ 65 h 103"/>
                <a:gd name="T12" fmla="*/ 26 w 54"/>
                <a:gd name="T13" fmla="*/ 27 h 103"/>
                <a:gd name="T14" fmla="*/ 31 w 54"/>
                <a:gd name="T15" fmla="*/ 7 h 103"/>
                <a:gd name="T16" fmla="*/ 36 w 54"/>
                <a:gd name="T17" fmla="*/ 0 h 103"/>
                <a:gd name="T18" fmla="*/ 41 w 54"/>
                <a:gd name="T19" fmla="*/ 20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03">
                  <a:moveTo>
                    <a:pt x="54" y="22"/>
                  </a:moveTo>
                  <a:cubicBezTo>
                    <a:pt x="49" y="24"/>
                    <a:pt x="45" y="34"/>
                    <a:pt x="43" y="38"/>
                  </a:cubicBezTo>
                  <a:cubicBezTo>
                    <a:pt x="38" y="47"/>
                    <a:pt x="33" y="57"/>
                    <a:pt x="27" y="65"/>
                  </a:cubicBezTo>
                  <a:cubicBezTo>
                    <a:pt x="18" y="77"/>
                    <a:pt x="13" y="91"/>
                    <a:pt x="5" y="103"/>
                  </a:cubicBezTo>
                  <a:cubicBezTo>
                    <a:pt x="3" y="100"/>
                    <a:pt x="0" y="95"/>
                    <a:pt x="0" y="91"/>
                  </a:cubicBezTo>
                  <a:cubicBezTo>
                    <a:pt x="1" y="87"/>
                    <a:pt x="6" y="84"/>
                    <a:pt x="8" y="80"/>
                  </a:cubicBezTo>
                  <a:cubicBezTo>
                    <a:pt x="20" y="66"/>
                    <a:pt x="26" y="50"/>
                    <a:pt x="32" y="33"/>
                  </a:cubicBezTo>
                  <a:cubicBezTo>
                    <a:pt x="35" y="25"/>
                    <a:pt x="38" y="18"/>
                    <a:pt x="40" y="10"/>
                  </a:cubicBezTo>
                  <a:cubicBezTo>
                    <a:pt x="41" y="6"/>
                    <a:pt x="42" y="3"/>
                    <a:pt x="45" y="0"/>
                  </a:cubicBezTo>
                  <a:cubicBezTo>
                    <a:pt x="48" y="6"/>
                    <a:pt x="52" y="19"/>
                    <a:pt x="51" y="2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460">
              <a:extLst>
                <a:ext uri="{FF2B5EF4-FFF2-40B4-BE49-F238E27FC236}">
                  <a16:creationId xmlns:a16="http://schemas.microsoft.com/office/drawing/2014/main" id="{108C0ED5-A3DA-4C2F-9F7D-501DC3500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316"/>
              <a:ext cx="69" cy="21"/>
            </a:xfrm>
            <a:custGeom>
              <a:avLst/>
              <a:gdLst>
                <a:gd name="T0" fmla="*/ 0 w 74"/>
                <a:gd name="T1" fmla="*/ 14 h 23"/>
                <a:gd name="T2" fmla="*/ 20 w 74"/>
                <a:gd name="T3" fmla="*/ 9 h 23"/>
                <a:gd name="T4" fmla="*/ 42 w 74"/>
                <a:gd name="T5" fmla="*/ 4 h 23"/>
                <a:gd name="T6" fmla="*/ 60 w 74"/>
                <a:gd name="T7" fmla="*/ 0 h 23"/>
                <a:gd name="T8" fmla="*/ 45 w 74"/>
                <a:gd name="T9" fmla="*/ 16 h 23"/>
                <a:gd name="T10" fmla="*/ 45 w 74"/>
                <a:gd name="T11" fmla="*/ 15 h 23"/>
                <a:gd name="T12" fmla="*/ 35 w 74"/>
                <a:gd name="T13" fmla="*/ 14 h 23"/>
                <a:gd name="T14" fmla="*/ 17 w 74"/>
                <a:gd name="T15" fmla="*/ 15 h 23"/>
                <a:gd name="T16" fmla="*/ 0 w 74"/>
                <a:gd name="T17" fmla="*/ 1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3">
                  <a:moveTo>
                    <a:pt x="0" y="17"/>
                  </a:moveTo>
                  <a:cubicBezTo>
                    <a:pt x="3" y="21"/>
                    <a:pt x="20" y="13"/>
                    <a:pt x="24" y="12"/>
                  </a:cubicBezTo>
                  <a:cubicBezTo>
                    <a:pt x="33" y="8"/>
                    <a:pt x="42" y="7"/>
                    <a:pt x="52" y="4"/>
                  </a:cubicBezTo>
                  <a:cubicBezTo>
                    <a:pt x="59" y="3"/>
                    <a:pt x="66" y="1"/>
                    <a:pt x="74" y="0"/>
                  </a:cubicBezTo>
                  <a:cubicBezTo>
                    <a:pt x="70" y="7"/>
                    <a:pt x="62" y="16"/>
                    <a:pt x="56" y="21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2" y="17"/>
                    <a:pt x="48" y="18"/>
                    <a:pt x="44" y="18"/>
                  </a:cubicBezTo>
                  <a:cubicBezTo>
                    <a:pt x="36" y="19"/>
                    <a:pt x="28" y="19"/>
                    <a:pt x="20" y="20"/>
                  </a:cubicBezTo>
                  <a:cubicBezTo>
                    <a:pt x="16" y="21"/>
                    <a:pt x="4" y="23"/>
                    <a:pt x="0" y="2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461">
              <a:extLst>
                <a:ext uri="{FF2B5EF4-FFF2-40B4-BE49-F238E27FC236}">
                  <a16:creationId xmlns:a16="http://schemas.microsoft.com/office/drawing/2014/main" id="{79F09F24-59B0-4180-BE2D-508ABB81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313"/>
              <a:ext cx="64" cy="23"/>
            </a:xfrm>
            <a:custGeom>
              <a:avLst/>
              <a:gdLst>
                <a:gd name="T0" fmla="*/ 0 w 69"/>
                <a:gd name="T1" fmla="*/ 12 h 25"/>
                <a:gd name="T2" fmla="*/ 29 w 69"/>
                <a:gd name="T3" fmla="*/ 6 h 25"/>
                <a:gd name="T4" fmla="*/ 46 w 69"/>
                <a:gd name="T5" fmla="*/ 4 h 25"/>
                <a:gd name="T6" fmla="*/ 54 w 69"/>
                <a:gd name="T7" fmla="*/ 0 h 25"/>
                <a:gd name="T8" fmla="*/ 55 w 69"/>
                <a:gd name="T9" fmla="*/ 6 h 25"/>
                <a:gd name="T10" fmla="*/ 47 w 69"/>
                <a:gd name="T11" fmla="*/ 9 h 25"/>
                <a:gd name="T12" fmla="*/ 30 w 69"/>
                <a:gd name="T13" fmla="*/ 15 h 25"/>
                <a:gd name="T14" fmla="*/ 17 w 69"/>
                <a:gd name="T15" fmla="*/ 18 h 25"/>
                <a:gd name="T16" fmla="*/ 1 w 69"/>
                <a:gd name="T17" fmla="*/ 1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5">
                  <a:moveTo>
                    <a:pt x="0" y="15"/>
                  </a:moveTo>
                  <a:cubicBezTo>
                    <a:pt x="8" y="10"/>
                    <a:pt x="26" y="10"/>
                    <a:pt x="36" y="9"/>
                  </a:cubicBezTo>
                  <a:cubicBezTo>
                    <a:pt x="44" y="8"/>
                    <a:pt x="51" y="6"/>
                    <a:pt x="58" y="4"/>
                  </a:cubicBezTo>
                  <a:cubicBezTo>
                    <a:pt x="61" y="4"/>
                    <a:pt x="68" y="4"/>
                    <a:pt x="68" y="0"/>
                  </a:cubicBezTo>
                  <a:cubicBezTo>
                    <a:pt x="68" y="2"/>
                    <a:pt x="69" y="4"/>
                    <a:pt x="69" y="6"/>
                  </a:cubicBezTo>
                  <a:cubicBezTo>
                    <a:pt x="67" y="9"/>
                    <a:pt x="61" y="10"/>
                    <a:pt x="59" y="12"/>
                  </a:cubicBezTo>
                  <a:cubicBezTo>
                    <a:pt x="51" y="15"/>
                    <a:pt x="44" y="16"/>
                    <a:pt x="37" y="19"/>
                  </a:cubicBezTo>
                  <a:cubicBezTo>
                    <a:pt x="31" y="20"/>
                    <a:pt x="26" y="23"/>
                    <a:pt x="20" y="24"/>
                  </a:cubicBezTo>
                  <a:cubicBezTo>
                    <a:pt x="13" y="25"/>
                    <a:pt x="2" y="25"/>
                    <a:pt x="1" y="1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462">
              <a:extLst>
                <a:ext uri="{FF2B5EF4-FFF2-40B4-BE49-F238E27FC236}">
                  <a16:creationId xmlns:a16="http://schemas.microsoft.com/office/drawing/2014/main" id="{528773A5-AAB0-477B-8CD9-66061CB68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228"/>
              <a:ext cx="74" cy="12"/>
            </a:xfrm>
            <a:custGeom>
              <a:avLst/>
              <a:gdLst>
                <a:gd name="T0" fmla="*/ 0 w 79"/>
                <a:gd name="T1" fmla="*/ 6 h 13"/>
                <a:gd name="T2" fmla="*/ 31 w 79"/>
                <a:gd name="T3" fmla="*/ 7 h 13"/>
                <a:gd name="T4" fmla="*/ 50 w 79"/>
                <a:gd name="T5" fmla="*/ 9 h 13"/>
                <a:gd name="T6" fmla="*/ 65 w 79"/>
                <a:gd name="T7" fmla="*/ 7 h 13"/>
                <a:gd name="T8" fmla="*/ 53 w 79"/>
                <a:gd name="T9" fmla="*/ 6 h 13"/>
                <a:gd name="T10" fmla="*/ 37 w 79"/>
                <a:gd name="T11" fmla="*/ 6 h 13"/>
                <a:gd name="T12" fmla="*/ 19 w 79"/>
                <a:gd name="T13" fmla="*/ 6 h 13"/>
                <a:gd name="T14" fmla="*/ 2 w 79"/>
                <a:gd name="T15" fmla="*/ 5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13">
                  <a:moveTo>
                    <a:pt x="0" y="6"/>
                  </a:moveTo>
                  <a:cubicBezTo>
                    <a:pt x="12" y="10"/>
                    <a:pt x="25" y="8"/>
                    <a:pt x="37" y="10"/>
                  </a:cubicBezTo>
                  <a:cubicBezTo>
                    <a:pt x="45" y="10"/>
                    <a:pt x="53" y="13"/>
                    <a:pt x="61" y="12"/>
                  </a:cubicBezTo>
                  <a:cubicBezTo>
                    <a:pt x="67" y="12"/>
                    <a:pt x="74" y="12"/>
                    <a:pt x="79" y="10"/>
                  </a:cubicBezTo>
                  <a:cubicBezTo>
                    <a:pt x="74" y="12"/>
                    <a:pt x="69" y="9"/>
                    <a:pt x="65" y="7"/>
                  </a:cubicBezTo>
                  <a:cubicBezTo>
                    <a:pt x="58" y="6"/>
                    <a:pt x="52" y="6"/>
                    <a:pt x="46" y="6"/>
                  </a:cubicBezTo>
                  <a:cubicBezTo>
                    <a:pt x="37" y="6"/>
                    <a:pt x="30" y="9"/>
                    <a:pt x="22" y="8"/>
                  </a:cubicBezTo>
                  <a:cubicBezTo>
                    <a:pt x="18" y="7"/>
                    <a:pt x="5" y="0"/>
                    <a:pt x="2" y="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463">
              <a:extLst>
                <a:ext uri="{FF2B5EF4-FFF2-40B4-BE49-F238E27FC236}">
                  <a16:creationId xmlns:a16="http://schemas.microsoft.com/office/drawing/2014/main" id="{D50A369E-877A-44F6-A604-6666BD7C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227"/>
              <a:ext cx="25" cy="46"/>
            </a:xfrm>
            <a:custGeom>
              <a:avLst/>
              <a:gdLst>
                <a:gd name="T0" fmla="*/ 21 w 27"/>
                <a:gd name="T1" fmla="*/ 0 h 49"/>
                <a:gd name="T2" fmla="*/ 0 w 27"/>
                <a:gd name="T3" fmla="*/ 40 h 49"/>
                <a:gd name="T4" fmla="*/ 9 w 27"/>
                <a:gd name="T5" fmla="*/ 13 h 49"/>
                <a:gd name="T6" fmla="*/ 19 w 27"/>
                <a:gd name="T7" fmla="*/ 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9">
                  <a:moveTo>
                    <a:pt x="27" y="0"/>
                  </a:moveTo>
                  <a:cubicBezTo>
                    <a:pt x="22" y="17"/>
                    <a:pt x="13" y="37"/>
                    <a:pt x="0" y="49"/>
                  </a:cubicBezTo>
                  <a:cubicBezTo>
                    <a:pt x="5" y="38"/>
                    <a:pt x="5" y="26"/>
                    <a:pt x="12" y="16"/>
                  </a:cubicBezTo>
                  <a:cubicBezTo>
                    <a:pt x="15" y="12"/>
                    <a:pt x="19" y="5"/>
                    <a:pt x="25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464">
              <a:extLst>
                <a:ext uri="{FF2B5EF4-FFF2-40B4-BE49-F238E27FC236}">
                  <a16:creationId xmlns:a16="http://schemas.microsoft.com/office/drawing/2014/main" id="{BC0D9E3F-E186-414C-BF11-6A53D052F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554"/>
              <a:ext cx="44" cy="51"/>
            </a:xfrm>
            <a:custGeom>
              <a:avLst/>
              <a:gdLst>
                <a:gd name="T0" fmla="*/ 0 w 47"/>
                <a:gd name="T1" fmla="*/ 42 h 55"/>
                <a:gd name="T2" fmla="*/ 21 w 47"/>
                <a:gd name="T3" fmla="*/ 20 h 55"/>
                <a:gd name="T4" fmla="*/ 38 w 47"/>
                <a:gd name="T5" fmla="*/ 0 h 55"/>
                <a:gd name="T6" fmla="*/ 37 w 47"/>
                <a:gd name="T7" fmla="*/ 6 h 55"/>
                <a:gd name="T8" fmla="*/ 23 w 47"/>
                <a:gd name="T9" fmla="*/ 26 h 55"/>
                <a:gd name="T10" fmla="*/ 7 w 47"/>
                <a:gd name="T11" fmla="*/ 39 h 55"/>
                <a:gd name="T12" fmla="*/ 0 w 47"/>
                <a:gd name="T13" fmla="*/ 4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5">
                  <a:moveTo>
                    <a:pt x="0" y="53"/>
                  </a:moveTo>
                  <a:cubicBezTo>
                    <a:pt x="2" y="39"/>
                    <a:pt x="17" y="34"/>
                    <a:pt x="26" y="26"/>
                  </a:cubicBezTo>
                  <a:cubicBezTo>
                    <a:pt x="34" y="19"/>
                    <a:pt x="38" y="6"/>
                    <a:pt x="47" y="0"/>
                  </a:cubicBezTo>
                  <a:cubicBezTo>
                    <a:pt x="46" y="3"/>
                    <a:pt x="47" y="5"/>
                    <a:pt x="46" y="8"/>
                  </a:cubicBezTo>
                  <a:cubicBezTo>
                    <a:pt x="43" y="16"/>
                    <a:pt x="35" y="25"/>
                    <a:pt x="29" y="32"/>
                  </a:cubicBezTo>
                  <a:cubicBezTo>
                    <a:pt x="23" y="39"/>
                    <a:pt x="16" y="42"/>
                    <a:pt x="10" y="48"/>
                  </a:cubicBezTo>
                  <a:cubicBezTo>
                    <a:pt x="7" y="50"/>
                    <a:pt x="2" y="53"/>
                    <a:pt x="0" y="5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465">
              <a:extLst>
                <a:ext uri="{FF2B5EF4-FFF2-40B4-BE49-F238E27FC236}">
                  <a16:creationId xmlns:a16="http://schemas.microsoft.com/office/drawing/2014/main" id="{F3E4A0A1-ED80-471C-BDF1-49AB57084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514"/>
              <a:ext cx="76" cy="73"/>
            </a:xfrm>
            <a:custGeom>
              <a:avLst/>
              <a:gdLst>
                <a:gd name="T0" fmla="*/ 2 w 82"/>
                <a:gd name="T1" fmla="*/ 4 h 79"/>
                <a:gd name="T2" fmla="*/ 27 w 82"/>
                <a:gd name="T3" fmla="*/ 6 h 79"/>
                <a:gd name="T4" fmla="*/ 40 w 82"/>
                <a:gd name="T5" fmla="*/ 25 h 79"/>
                <a:gd name="T6" fmla="*/ 57 w 82"/>
                <a:gd name="T7" fmla="*/ 37 h 79"/>
                <a:gd name="T8" fmla="*/ 65 w 82"/>
                <a:gd name="T9" fmla="*/ 43 h 79"/>
                <a:gd name="T10" fmla="*/ 59 w 82"/>
                <a:gd name="T11" fmla="*/ 50 h 79"/>
                <a:gd name="T12" fmla="*/ 55 w 82"/>
                <a:gd name="T13" fmla="*/ 62 h 79"/>
                <a:gd name="T14" fmla="*/ 44 w 82"/>
                <a:gd name="T15" fmla="*/ 38 h 79"/>
                <a:gd name="T16" fmla="*/ 30 w 82"/>
                <a:gd name="T17" fmla="*/ 20 h 79"/>
                <a:gd name="T18" fmla="*/ 12 w 82"/>
                <a:gd name="T19" fmla="*/ 12 h 79"/>
                <a:gd name="T20" fmla="*/ 0 w 82"/>
                <a:gd name="T21" fmla="*/ 0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79">
                  <a:moveTo>
                    <a:pt x="2" y="4"/>
                  </a:moveTo>
                  <a:cubicBezTo>
                    <a:pt x="12" y="7"/>
                    <a:pt x="24" y="5"/>
                    <a:pt x="33" y="9"/>
                  </a:cubicBezTo>
                  <a:cubicBezTo>
                    <a:pt x="42" y="14"/>
                    <a:pt x="44" y="25"/>
                    <a:pt x="50" y="31"/>
                  </a:cubicBezTo>
                  <a:cubicBezTo>
                    <a:pt x="56" y="37"/>
                    <a:pt x="65" y="41"/>
                    <a:pt x="71" y="46"/>
                  </a:cubicBezTo>
                  <a:cubicBezTo>
                    <a:pt x="75" y="49"/>
                    <a:pt x="78" y="52"/>
                    <a:pt x="82" y="54"/>
                  </a:cubicBezTo>
                  <a:cubicBezTo>
                    <a:pt x="80" y="58"/>
                    <a:pt x="76" y="59"/>
                    <a:pt x="74" y="63"/>
                  </a:cubicBezTo>
                  <a:cubicBezTo>
                    <a:pt x="72" y="68"/>
                    <a:pt x="70" y="74"/>
                    <a:pt x="69" y="79"/>
                  </a:cubicBezTo>
                  <a:cubicBezTo>
                    <a:pt x="61" y="72"/>
                    <a:pt x="60" y="57"/>
                    <a:pt x="55" y="48"/>
                  </a:cubicBezTo>
                  <a:cubicBezTo>
                    <a:pt x="51" y="40"/>
                    <a:pt x="44" y="32"/>
                    <a:pt x="37" y="26"/>
                  </a:cubicBezTo>
                  <a:cubicBezTo>
                    <a:pt x="31" y="21"/>
                    <a:pt x="22" y="19"/>
                    <a:pt x="15" y="15"/>
                  </a:cubicBezTo>
                  <a:cubicBezTo>
                    <a:pt x="11" y="12"/>
                    <a:pt x="1" y="5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466">
              <a:extLst>
                <a:ext uri="{FF2B5EF4-FFF2-40B4-BE49-F238E27FC236}">
                  <a16:creationId xmlns:a16="http://schemas.microsoft.com/office/drawing/2014/main" id="{7EECB8F5-B476-4452-9EB3-DCA45866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51"/>
              <a:ext cx="43" cy="26"/>
            </a:xfrm>
            <a:custGeom>
              <a:avLst/>
              <a:gdLst>
                <a:gd name="T0" fmla="*/ 0 w 47"/>
                <a:gd name="T1" fmla="*/ 0 h 28"/>
                <a:gd name="T2" fmla="*/ 18 w 47"/>
                <a:gd name="T3" fmla="*/ 14 h 28"/>
                <a:gd name="T4" fmla="*/ 36 w 47"/>
                <a:gd name="T5" fmla="*/ 18 h 28"/>
                <a:gd name="T6" fmla="*/ 16 w 47"/>
                <a:gd name="T7" fmla="*/ 19 h 28"/>
                <a:gd name="T8" fmla="*/ 2 w 4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8">
                  <a:moveTo>
                    <a:pt x="0" y="0"/>
                  </a:moveTo>
                  <a:cubicBezTo>
                    <a:pt x="4" y="9"/>
                    <a:pt x="16" y="14"/>
                    <a:pt x="24" y="17"/>
                  </a:cubicBezTo>
                  <a:cubicBezTo>
                    <a:pt x="30" y="19"/>
                    <a:pt x="42" y="24"/>
                    <a:pt x="47" y="22"/>
                  </a:cubicBezTo>
                  <a:cubicBezTo>
                    <a:pt x="38" y="21"/>
                    <a:pt x="32" y="28"/>
                    <a:pt x="22" y="23"/>
                  </a:cubicBezTo>
                  <a:cubicBezTo>
                    <a:pt x="11" y="18"/>
                    <a:pt x="8" y="11"/>
                    <a:pt x="2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467">
              <a:extLst>
                <a:ext uri="{FF2B5EF4-FFF2-40B4-BE49-F238E27FC236}">
                  <a16:creationId xmlns:a16="http://schemas.microsoft.com/office/drawing/2014/main" id="{3EFBF801-634E-413D-A02E-7285CAA5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210"/>
              <a:ext cx="128" cy="89"/>
            </a:xfrm>
            <a:custGeom>
              <a:avLst/>
              <a:gdLst>
                <a:gd name="T0" fmla="*/ 0 w 138"/>
                <a:gd name="T1" fmla="*/ 0 h 95"/>
                <a:gd name="T2" fmla="*/ 38 w 138"/>
                <a:gd name="T3" fmla="*/ 28 h 95"/>
                <a:gd name="T4" fmla="*/ 67 w 138"/>
                <a:gd name="T5" fmla="*/ 49 h 95"/>
                <a:gd name="T6" fmla="*/ 92 w 138"/>
                <a:gd name="T7" fmla="*/ 65 h 95"/>
                <a:gd name="T8" fmla="*/ 110 w 138"/>
                <a:gd name="T9" fmla="*/ 78 h 95"/>
                <a:gd name="T10" fmla="*/ 101 w 138"/>
                <a:gd name="T11" fmla="*/ 75 h 95"/>
                <a:gd name="T12" fmla="*/ 84 w 138"/>
                <a:gd name="T13" fmla="*/ 67 h 95"/>
                <a:gd name="T14" fmla="*/ 49 w 138"/>
                <a:gd name="T15" fmla="*/ 40 h 95"/>
                <a:gd name="T16" fmla="*/ 19 w 138"/>
                <a:gd name="T17" fmla="*/ 16 h 95"/>
                <a:gd name="T18" fmla="*/ 6 w 138"/>
                <a:gd name="T19" fmla="*/ 7 h 95"/>
                <a:gd name="T20" fmla="*/ 1 w 138"/>
                <a:gd name="T21" fmla="*/ 3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95">
                  <a:moveTo>
                    <a:pt x="0" y="0"/>
                  </a:moveTo>
                  <a:cubicBezTo>
                    <a:pt x="15" y="12"/>
                    <a:pt x="31" y="23"/>
                    <a:pt x="47" y="34"/>
                  </a:cubicBezTo>
                  <a:cubicBezTo>
                    <a:pt x="59" y="43"/>
                    <a:pt x="72" y="51"/>
                    <a:pt x="84" y="60"/>
                  </a:cubicBezTo>
                  <a:cubicBezTo>
                    <a:pt x="95" y="66"/>
                    <a:pt x="104" y="73"/>
                    <a:pt x="115" y="79"/>
                  </a:cubicBezTo>
                  <a:cubicBezTo>
                    <a:pt x="121" y="83"/>
                    <a:pt x="134" y="88"/>
                    <a:pt x="138" y="95"/>
                  </a:cubicBezTo>
                  <a:cubicBezTo>
                    <a:pt x="134" y="95"/>
                    <a:pt x="130" y="92"/>
                    <a:pt x="127" y="91"/>
                  </a:cubicBezTo>
                  <a:cubicBezTo>
                    <a:pt x="120" y="88"/>
                    <a:pt x="113" y="86"/>
                    <a:pt x="106" y="82"/>
                  </a:cubicBezTo>
                  <a:cubicBezTo>
                    <a:pt x="90" y="73"/>
                    <a:pt x="77" y="60"/>
                    <a:pt x="61" y="49"/>
                  </a:cubicBezTo>
                  <a:cubicBezTo>
                    <a:pt x="48" y="40"/>
                    <a:pt x="37" y="29"/>
                    <a:pt x="24" y="19"/>
                  </a:cubicBezTo>
                  <a:cubicBezTo>
                    <a:pt x="19" y="15"/>
                    <a:pt x="14" y="12"/>
                    <a:pt x="8" y="9"/>
                  </a:cubicBezTo>
                  <a:cubicBezTo>
                    <a:pt x="5" y="7"/>
                    <a:pt x="3" y="7"/>
                    <a:pt x="1" y="3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468">
              <a:extLst>
                <a:ext uri="{FF2B5EF4-FFF2-40B4-BE49-F238E27FC236}">
                  <a16:creationId xmlns:a16="http://schemas.microsoft.com/office/drawing/2014/main" id="{CB3AEE33-B431-46C8-816E-63AB02449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183"/>
              <a:ext cx="130" cy="105"/>
            </a:xfrm>
            <a:custGeom>
              <a:avLst/>
              <a:gdLst>
                <a:gd name="T0" fmla="*/ 3 w 140"/>
                <a:gd name="T1" fmla="*/ 2 h 112"/>
                <a:gd name="T2" fmla="*/ 37 w 140"/>
                <a:gd name="T3" fmla="*/ 34 h 112"/>
                <a:gd name="T4" fmla="*/ 75 w 140"/>
                <a:gd name="T5" fmla="*/ 71 h 112"/>
                <a:gd name="T6" fmla="*/ 112 w 140"/>
                <a:gd name="T7" fmla="*/ 92 h 112"/>
                <a:gd name="T8" fmla="*/ 104 w 140"/>
                <a:gd name="T9" fmla="*/ 86 h 112"/>
                <a:gd name="T10" fmla="*/ 73 w 140"/>
                <a:gd name="T11" fmla="*/ 60 h 112"/>
                <a:gd name="T12" fmla="*/ 37 w 140"/>
                <a:gd name="T13" fmla="*/ 28 h 112"/>
                <a:gd name="T14" fmla="*/ 0 w 140"/>
                <a:gd name="T15" fmla="*/ 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2">
                  <a:moveTo>
                    <a:pt x="3" y="2"/>
                  </a:moveTo>
                  <a:cubicBezTo>
                    <a:pt x="17" y="16"/>
                    <a:pt x="32" y="27"/>
                    <a:pt x="46" y="40"/>
                  </a:cubicBezTo>
                  <a:cubicBezTo>
                    <a:pt x="62" y="55"/>
                    <a:pt x="76" y="73"/>
                    <a:pt x="94" y="86"/>
                  </a:cubicBezTo>
                  <a:cubicBezTo>
                    <a:pt x="108" y="96"/>
                    <a:pt x="123" y="107"/>
                    <a:pt x="140" y="112"/>
                  </a:cubicBezTo>
                  <a:cubicBezTo>
                    <a:pt x="136" y="110"/>
                    <a:pt x="133" y="107"/>
                    <a:pt x="130" y="104"/>
                  </a:cubicBezTo>
                  <a:cubicBezTo>
                    <a:pt x="117" y="93"/>
                    <a:pt x="105" y="82"/>
                    <a:pt x="92" y="72"/>
                  </a:cubicBezTo>
                  <a:cubicBezTo>
                    <a:pt x="75" y="61"/>
                    <a:pt x="60" y="48"/>
                    <a:pt x="46" y="34"/>
                  </a:cubicBezTo>
                  <a:cubicBezTo>
                    <a:pt x="32" y="21"/>
                    <a:pt x="15" y="13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469">
              <a:extLst>
                <a:ext uri="{FF2B5EF4-FFF2-40B4-BE49-F238E27FC236}">
                  <a16:creationId xmlns:a16="http://schemas.microsoft.com/office/drawing/2014/main" id="{DD07D201-5EB3-4467-801A-143BA054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221"/>
              <a:ext cx="37" cy="37"/>
            </a:xfrm>
            <a:custGeom>
              <a:avLst/>
              <a:gdLst>
                <a:gd name="T0" fmla="*/ 0 w 40"/>
                <a:gd name="T1" fmla="*/ 31 h 40"/>
                <a:gd name="T2" fmla="*/ 21 w 40"/>
                <a:gd name="T3" fmla="*/ 6 h 40"/>
                <a:gd name="T4" fmla="*/ 31 w 40"/>
                <a:gd name="T5" fmla="*/ 0 h 40"/>
                <a:gd name="T6" fmla="*/ 17 w 40"/>
                <a:gd name="T7" fmla="*/ 11 h 40"/>
                <a:gd name="T8" fmla="*/ 4 w 40"/>
                <a:gd name="T9" fmla="*/ 2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0">
                  <a:moveTo>
                    <a:pt x="0" y="40"/>
                  </a:moveTo>
                  <a:cubicBezTo>
                    <a:pt x="14" y="37"/>
                    <a:pt x="18" y="16"/>
                    <a:pt x="27" y="8"/>
                  </a:cubicBezTo>
                  <a:cubicBezTo>
                    <a:pt x="31" y="5"/>
                    <a:pt x="38" y="4"/>
                    <a:pt x="40" y="0"/>
                  </a:cubicBezTo>
                  <a:cubicBezTo>
                    <a:pt x="35" y="5"/>
                    <a:pt x="26" y="9"/>
                    <a:pt x="20" y="14"/>
                  </a:cubicBezTo>
                  <a:cubicBezTo>
                    <a:pt x="15" y="19"/>
                    <a:pt x="8" y="26"/>
                    <a:pt x="4" y="3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470">
              <a:extLst>
                <a:ext uri="{FF2B5EF4-FFF2-40B4-BE49-F238E27FC236}">
                  <a16:creationId xmlns:a16="http://schemas.microsoft.com/office/drawing/2014/main" id="{C38B3B5C-A3EB-436E-B7A0-4BC30AE4D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178"/>
              <a:ext cx="60" cy="33"/>
            </a:xfrm>
            <a:custGeom>
              <a:avLst/>
              <a:gdLst>
                <a:gd name="T0" fmla="*/ 0 w 64"/>
                <a:gd name="T1" fmla="*/ 2 h 36"/>
                <a:gd name="T2" fmla="*/ 34 w 64"/>
                <a:gd name="T3" fmla="*/ 17 h 36"/>
                <a:gd name="T4" fmla="*/ 53 w 64"/>
                <a:gd name="T5" fmla="*/ 28 h 36"/>
                <a:gd name="T6" fmla="*/ 38 w 64"/>
                <a:gd name="T7" fmla="*/ 13 h 36"/>
                <a:gd name="T8" fmla="*/ 15 w 64"/>
                <a:gd name="T9" fmla="*/ 6 h 36"/>
                <a:gd name="T10" fmla="*/ 5 w 64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6">
                  <a:moveTo>
                    <a:pt x="0" y="2"/>
                  </a:moveTo>
                  <a:cubicBezTo>
                    <a:pt x="13" y="9"/>
                    <a:pt x="27" y="16"/>
                    <a:pt x="40" y="23"/>
                  </a:cubicBezTo>
                  <a:cubicBezTo>
                    <a:pt x="47" y="27"/>
                    <a:pt x="55" y="34"/>
                    <a:pt x="64" y="36"/>
                  </a:cubicBezTo>
                  <a:cubicBezTo>
                    <a:pt x="62" y="23"/>
                    <a:pt x="58" y="19"/>
                    <a:pt x="46" y="16"/>
                  </a:cubicBezTo>
                  <a:cubicBezTo>
                    <a:pt x="36" y="13"/>
                    <a:pt x="27" y="9"/>
                    <a:pt x="18" y="6"/>
                  </a:cubicBezTo>
                  <a:cubicBezTo>
                    <a:pt x="14" y="4"/>
                    <a:pt x="9" y="1"/>
                    <a:pt x="5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471">
              <a:extLst>
                <a:ext uri="{FF2B5EF4-FFF2-40B4-BE49-F238E27FC236}">
                  <a16:creationId xmlns:a16="http://schemas.microsoft.com/office/drawing/2014/main" id="{EEF81255-4C10-49FC-80CD-E6CE3794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140"/>
              <a:ext cx="64" cy="71"/>
            </a:xfrm>
            <a:custGeom>
              <a:avLst/>
              <a:gdLst>
                <a:gd name="T0" fmla="*/ 4 w 69"/>
                <a:gd name="T1" fmla="*/ 1 h 77"/>
                <a:gd name="T2" fmla="*/ 16 w 69"/>
                <a:gd name="T3" fmla="*/ 17 h 77"/>
                <a:gd name="T4" fmla="*/ 32 w 69"/>
                <a:gd name="T5" fmla="*/ 36 h 77"/>
                <a:gd name="T6" fmla="*/ 44 w 69"/>
                <a:gd name="T7" fmla="*/ 51 h 77"/>
                <a:gd name="T8" fmla="*/ 55 w 69"/>
                <a:gd name="T9" fmla="*/ 60 h 77"/>
                <a:gd name="T10" fmla="*/ 51 w 69"/>
                <a:gd name="T11" fmla="*/ 52 h 77"/>
                <a:gd name="T12" fmla="*/ 42 w 69"/>
                <a:gd name="T13" fmla="*/ 39 h 77"/>
                <a:gd name="T14" fmla="*/ 26 w 69"/>
                <a:gd name="T15" fmla="*/ 24 h 77"/>
                <a:gd name="T16" fmla="*/ 0 w 69"/>
                <a:gd name="T17" fmla="*/ 0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77">
                  <a:moveTo>
                    <a:pt x="4" y="1"/>
                  </a:moveTo>
                  <a:cubicBezTo>
                    <a:pt x="9" y="8"/>
                    <a:pt x="14" y="15"/>
                    <a:pt x="19" y="22"/>
                  </a:cubicBezTo>
                  <a:cubicBezTo>
                    <a:pt x="25" y="31"/>
                    <a:pt x="33" y="38"/>
                    <a:pt x="41" y="46"/>
                  </a:cubicBezTo>
                  <a:cubicBezTo>
                    <a:pt x="46" y="52"/>
                    <a:pt x="50" y="59"/>
                    <a:pt x="55" y="65"/>
                  </a:cubicBezTo>
                  <a:cubicBezTo>
                    <a:pt x="59" y="70"/>
                    <a:pt x="65" y="72"/>
                    <a:pt x="69" y="77"/>
                  </a:cubicBezTo>
                  <a:cubicBezTo>
                    <a:pt x="67" y="74"/>
                    <a:pt x="66" y="70"/>
                    <a:pt x="64" y="66"/>
                  </a:cubicBezTo>
                  <a:cubicBezTo>
                    <a:pt x="62" y="60"/>
                    <a:pt x="59" y="55"/>
                    <a:pt x="53" y="50"/>
                  </a:cubicBezTo>
                  <a:cubicBezTo>
                    <a:pt x="46" y="44"/>
                    <a:pt x="39" y="37"/>
                    <a:pt x="32" y="30"/>
                  </a:cubicBezTo>
                  <a:cubicBezTo>
                    <a:pt x="22" y="20"/>
                    <a:pt x="9" y="12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472">
              <a:extLst>
                <a:ext uri="{FF2B5EF4-FFF2-40B4-BE49-F238E27FC236}">
                  <a16:creationId xmlns:a16="http://schemas.microsoft.com/office/drawing/2014/main" id="{47CA6767-8866-464A-B7CD-6E7293FBC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101"/>
              <a:ext cx="92" cy="63"/>
            </a:xfrm>
            <a:custGeom>
              <a:avLst/>
              <a:gdLst>
                <a:gd name="T0" fmla="*/ 5 w 99"/>
                <a:gd name="T1" fmla="*/ 3 h 68"/>
                <a:gd name="T2" fmla="*/ 43 w 99"/>
                <a:gd name="T3" fmla="*/ 31 h 68"/>
                <a:gd name="T4" fmla="*/ 79 w 99"/>
                <a:gd name="T5" fmla="*/ 54 h 68"/>
                <a:gd name="T6" fmla="*/ 60 w 99"/>
                <a:gd name="T7" fmla="*/ 49 h 68"/>
                <a:gd name="T8" fmla="*/ 34 w 99"/>
                <a:gd name="T9" fmla="*/ 30 h 68"/>
                <a:gd name="T10" fmla="*/ 0 w 99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68">
                  <a:moveTo>
                    <a:pt x="5" y="3"/>
                  </a:moveTo>
                  <a:cubicBezTo>
                    <a:pt x="4" y="3"/>
                    <a:pt x="48" y="34"/>
                    <a:pt x="54" y="39"/>
                  </a:cubicBezTo>
                  <a:cubicBezTo>
                    <a:pt x="68" y="51"/>
                    <a:pt x="83" y="60"/>
                    <a:pt x="99" y="68"/>
                  </a:cubicBezTo>
                  <a:cubicBezTo>
                    <a:pt x="92" y="68"/>
                    <a:pt x="81" y="64"/>
                    <a:pt x="75" y="62"/>
                  </a:cubicBezTo>
                  <a:cubicBezTo>
                    <a:pt x="62" y="57"/>
                    <a:pt x="52" y="47"/>
                    <a:pt x="43" y="38"/>
                  </a:cubicBezTo>
                  <a:cubicBezTo>
                    <a:pt x="28" y="24"/>
                    <a:pt x="10" y="16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473">
              <a:extLst>
                <a:ext uri="{FF2B5EF4-FFF2-40B4-BE49-F238E27FC236}">
                  <a16:creationId xmlns:a16="http://schemas.microsoft.com/office/drawing/2014/main" id="{56F26BE7-7E7A-4F32-8078-18E8306D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110"/>
              <a:ext cx="17" cy="59"/>
            </a:xfrm>
            <a:custGeom>
              <a:avLst/>
              <a:gdLst>
                <a:gd name="T0" fmla="*/ 1 w 18"/>
                <a:gd name="T1" fmla="*/ 3 h 63"/>
                <a:gd name="T2" fmla="*/ 15 w 18"/>
                <a:gd name="T3" fmla="*/ 52 h 63"/>
                <a:gd name="T4" fmla="*/ 7 w 18"/>
                <a:gd name="T5" fmla="*/ 17 h 63"/>
                <a:gd name="T6" fmla="*/ 0 w 1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3">
                  <a:moveTo>
                    <a:pt x="1" y="3"/>
                  </a:moveTo>
                  <a:cubicBezTo>
                    <a:pt x="7" y="23"/>
                    <a:pt x="7" y="45"/>
                    <a:pt x="18" y="63"/>
                  </a:cubicBezTo>
                  <a:cubicBezTo>
                    <a:pt x="15" y="49"/>
                    <a:pt x="11" y="34"/>
                    <a:pt x="7" y="20"/>
                  </a:cubicBezTo>
                  <a:cubicBezTo>
                    <a:pt x="5" y="14"/>
                    <a:pt x="3" y="5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474">
              <a:extLst>
                <a:ext uri="{FF2B5EF4-FFF2-40B4-BE49-F238E27FC236}">
                  <a16:creationId xmlns:a16="http://schemas.microsoft.com/office/drawing/2014/main" id="{37354837-0589-4164-912C-88A4593B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108"/>
              <a:ext cx="16" cy="54"/>
            </a:xfrm>
            <a:custGeom>
              <a:avLst/>
              <a:gdLst>
                <a:gd name="T0" fmla="*/ 0 w 17"/>
                <a:gd name="T1" fmla="*/ 0 h 58"/>
                <a:gd name="T2" fmla="*/ 13 w 17"/>
                <a:gd name="T3" fmla="*/ 47 h 58"/>
                <a:gd name="T4" fmla="*/ 5 w 17"/>
                <a:gd name="T5" fmla="*/ 24 h 58"/>
                <a:gd name="T6" fmla="*/ 1 w 17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8">
                  <a:moveTo>
                    <a:pt x="0" y="0"/>
                  </a:moveTo>
                  <a:cubicBezTo>
                    <a:pt x="12" y="16"/>
                    <a:pt x="17" y="38"/>
                    <a:pt x="16" y="58"/>
                  </a:cubicBezTo>
                  <a:cubicBezTo>
                    <a:pt x="14" y="48"/>
                    <a:pt x="7" y="40"/>
                    <a:pt x="5" y="30"/>
                  </a:cubicBezTo>
                  <a:cubicBezTo>
                    <a:pt x="3" y="21"/>
                    <a:pt x="1" y="9"/>
                    <a:pt x="1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475">
              <a:extLst>
                <a:ext uri="{FF2B5EF4-FFF2-40B4-BE49-F238E27FC236}">
                  <a16:creationId xmlns:a16="http://schemas.microsoft.com/office/drawing/2014/main" id="{491C33CB-44E5-4975-BAA8-912E532B2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101"/>
              <a:ext cx="64" cy="41"/>
            </a:xfrm>
            <a:custGeom>
              <a:avLst/>
              <a:gdLst>
                <a:gd name="T0" fmla="*/ 0 w 69"/>
                <a:gd name="T1" fmla="*/ 0 h 44"/>
                <a:gd name="T2" fmla="*/ 23 w 69"/>
                <a:gd name="T3" fmla="*/ 18 h 44"/>
                <a:gd name="T4" fmla="*/ 55 w 69"/>
                <a:gd name="T5" fmla="*/ 35 h 44"/>
                <a:gd name="T6" fmla="*/ 19 w 69"/>
                <a:gd name="T7" fmla="*/ 13 h 44"/>
                <a:gd name="T8" fmla="*/ 3 w 69"/>
                <a:gd name="T9" fmla="*/ 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4">
                  <a:moveTo>
                    <a:pt x="0" y="0"/>
                  </a:moveTo>
                  <a:cubicBezTo>
                    <a:pt x="10" y="3"/>
                    <a:pt x="20" y="15"/>
                    <a:pt x="29" y="21"/>
                  </a:cubicBezTo>
                  <a:cubicBezTo>
                    <a:pt x="41" y="30"/>
                    <a:pt x="56" y="37"/>
                    <a:pt x="69" y="44"/>
                  </a:cubicBezTo>
                  <a:cubicBezTo>
                    <a:pt x="53" y="37"/>
                    <a:pt x="41" y="23"/>
                    <a:pt x="25" y="16"/>
                  </a:cubicBezTo>
                  <a:cubicBezTo>
                    <a:pt x="17" y="12"/>
                    <a:pt x="9" y="10"/>
                    <a:pt x="3" y="3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476">
              <a:extLst>
                <a:ext uri="{FF2B5EF4-FFF2-40B4-BE49-F238E27FC236}">
                  <a16:creationId xmlns:a16="http://schemas.microsoft.com/office/drawing/2014/main" id="{A482472A-2252-463B-B110-62D46FB2F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125"/>
              <a:ext cx="39" cy="65"/>
            </a:xfrm>
            <a:custGeom>
              <a:avLst/>
              <a:gdLst>
                <a:gd name="T0" fmla="*/ 33 w 42"/>
                <a:gd name="T1" fmla="*/ 0 h 70"/>
                <a:gd name="T2" fmla="*/ 0 w 42"/>
                <a:gd name="T3" fmla="*/ 55 h 70"/>
                <a:gd name="T4" fmla="*/ 23 w 42"/>
                <a:gd name="T5" fmla="*/ 20 h 70"/>
                <a:gd name="T6" fmla="*/ 33 w 42"/>
                <a:gd name="T7" fmla="*/ 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70">
                  <a:moveTo>
                    <a:pt x="42" y="0"/>
                  </a:moveTo>
                  <a:cubicBezTo>
                    <a:pt x="30" y="23"/>
                    <a:pt x="13" y="45"/>
                    <a:pt x="0" y="68"/>
                  </a:cubicBezTo>
                  <a:cubicBezTo>
                    <a:pt x="16" y="70"/>
                    <a:pt x="23" y="36"/>
                    <a:pt x="29" y="25"/>
                  </a:cubicBezTo>
                  <a:cubicBezTo>
                    <a:pt x="33" y="17"/>
                    <a:pt x="39" y="9"/>
                    <a:pt x="41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477">
              <a:extLst>
                <a:ext uri="{FF2B5EF4-FFF2-40B4-BE49-F238E27FC236}">
                  <a16:creationId xmlns:a16="http://schemas.microsoft.com/office/drawing/2014/main" id="{DE9783BD-E7FF-4FB1-8D44-A8C340F9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113"/>
              <a:ext cx="51" cy="69"/>
            </a:xfrm>
            <a:custGeom>
              <a:avLst/>
              <a:gdLst>
                <a:gd name="T0" fmla="*/ 44 w 55"/>
                <a:gd name="T1" fmla="*/ 3 h 74"/>
                <a:gd name="T2" fmla="*/ 0 w 55"/>
                <a:gd name="T3" fmla="*/ 58 h 74"/>
                <a:gd name="T4" fmla="*/ 32 w 55"/>
                <a:gd name="T5" fmla="*/ 19 h 74"/>
                <a:gd name="T6" fmla="*/ 43 w 55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4">
                  <a:moveTo>
                    <a:pt x="55" y="3"/>
                  </a:moveTo>
                  <a:cubicBezTo>
                    <a:pt x="46" y="30"/>
                    <a:pt x="4" y="43"/>
                    <a:pt x="0" y="72"/>
                  </a:cubicBezTo>
                  <a:cubicBezTo>
                    <a:pt x="15" y="74"/>
                    <a:pt x="32" y="33"/>
                    <a:pt x="40" y="23"/>
                  </a:cubicBezTo>
                  <a:cubicBezTo>
                    <a:pt x="46" y="16"/>
                    <a:pt x="51" y="9"/>
                    <a:pt x="54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478">
              <a:extLst>
                <a:ext uri="{FF2B5EF4-FFF2-40B4-BE49-F238E27FC236}">
                  <a16:creationId xmlns:a16="http://schemas.microsoft.com/office/drawing/2014/main" id="{08F6A227-D15F-45D4-91EF-DA1FD8238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157"/>
              <a:ext cx="90" cy="38"/>
            </a:xfrm>
            <a:custGeom>
              <a:avLst/>
              <a:gdLst>
                <a:gd name="T0" fmla="*/ 1 w 97"/>
                <a:gd name="T1" fmla="*/ 0 h 41"/>
                <a:gd name="T2" fmla="*/ 34 w 97"/>
                <a:gd name="T3" fmla="*/ 6 h 41"/>
                <a:gd name="T4" fmla="*/ 59 w 97"/>
                <a:gd name="T5" fmla="*/ 7 h 41"/>
                <a:gd name="T6" fmla="*/ 78 w 97"/>
                <a:gd name="T7" fmla="*/ 32 h 41"/>
                <a:gd name="T8" fmla="*/ 60 w 97"/>
                <a:gd name="T9" fmla="*/ 26 h 41"/>
                <a:gd name="T10" fmla="*/ 32 w 97"/>
                <a:gd name="T11" fmla="*/ 20 h 41"/>
                <a:gd name="T12" fmla="*/ 0 w 97"/>
                <a:gd name="T13" fmla="*/ 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1">
                  <a:moveTo>
                    <a:pt x="1" y="0"/>
                  </a:moveTo>
                  <a:cubicBezTo>
                    <a:pt x="8" y="7"/>
                    <a:pt x="33" y="7"/>
                    <a:pt x="43" y="7"/>
                  </a:cubicBezTo>
                  <a:cubicBezTo>
                    <a:pt x="52" y="7"/>
                    <a:pt x="66" y="6"/>
                    <a:pt x="74" y="10"/>
                  </a:cubicBezTo>
                  <a:cubicBezTo>
                    <a:pt x="83" y="14"/>
                    <a:pt x="91" y="31"/>
                    <a:pt x="97" y="41"/>
                  </a:cubicBezTo>
                  <a:cubicBezTo>
                    <a:pt x="90" y="41"/>
                    <a:pt x="82" y="35"/>
                    <a:pt x="75" y="32"/>
                  </a:cubicBezTo>
                  <a:cubicBezTo>
                    <a:pt x="64" y="28"/>
                    <a:pt x="53" y="27"/>
                    <a:pt x="41" y="26"/>
                  </a:cubicBezTo>
                  <a:cubicBezTo>
                    <a:pt x="23" y="24"/>
                    <a:pt x="8" y="17"/>
                    <a:pt x="0" y="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479">
              <a:extLst>
                <a:ext uri="{FF2B5EF4-FFF2-40B4-BE49-F238E27FC236}">
                  <a16:creationId xmlns:a16="http://schemas.microsoft.com/office/drawing/2014/main" id="{7C7E1D64-C774-46BD-9DFA-5CFEE1CD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097"/>
              <a:ext cx="55" cy="72"/>
            </a:xfrm>
            <a:custGeom>
              <a:avLst/>
              <a:gdLst>
                <a:gd name="T0" fmla="*/ 19 w 59"/>
                <a:gd name="T1" fmla="*/ 63 h 77"/>
                <a:gd name="T2" fmla="*/ 48 w 59"/>
                <a:gd name="T3" fmla="*/ 0 h 77"/>
                <a:gd name="T4" fmla="*/ 25 w 59"/>
                <a:gd name="T5" fmla="*/ 34 h 77"/>
                <a:gd name="T6" fmla="*/ 17 w 59"/>
                <a:gd name="T7" fmla="*/ 6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77">
                  <a:moveTo>
                    <a:pt x="22" y="77"/>
                  </a:moveTo>
                  <a:cubicBezTo>
                    <a:pt x="0" y="53"/>
                    <a:pt x="39" y="10"/>
                    <a:pt x="59" y="0"/>
                  </a:cubicBezTo>
                  <a:cubicBezTo>
                    <a:pt x="49" y="13"/>
                    <a:pt x="42" y="29"/>
                    <a:pt x="31" y="42"/>
                  </a:cubicBezTo>
                  <a:cubicBezTo>
                    <a:pt x="25" y="50"/>
                    <a:pt x="16" y="63"/>
                    <a:pt x="20" y="7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480">
              <a:extLst>
                <a:ext uri="{FF2B5EF4-FFF2-40B4-BE49-F238E27FC236}">
                  <a16:creationId xmlns:a16="http://schemas.microsoft.com/office/drawing/2014/main" id="{A834FEEA-A27F-4F5F-AAD3-E5C27ED69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195"/>
              <a:ext cx="43" cy="40"/>
            </a:xfrm>
            <a:custGeom>
              <a:avLst/>
              <a:gdLst>
                <a:gd name="T0" fmla="*/ 6 w 46"/>
                <a:gd name="T1" fmla="*/ 2 h 43"/>
                <a:gd name="T2" fmla="*/ 0 w 46"/>
                <a:gd name="T3" fmla="*/ 0 h 43"/>
                <a:gd name="T4" fmla="*/ 37 w 46"/>
                <a:gd name="T5" fmla="*/ 34 h 43"/>
                <a:gd name="T6" fmla="*/ 25 w 46"/>
                <a:gd name="T7" fmla="*/ 29 h 43"/>
                <a:gd name="T8" fmla="*/ 7 w 46"/>
                <a:gd name="T9" fmla="*/ 28 h 43"/>
                <a:gd name="T10" fmla="*/ 3 w 46"/>
                <a:gd name="T11" fmla="*/ 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3">
                  <a:moveTo>
                    <a:pt x="6" y="2"/>
                  </a:moveTo>
                  <a:cubicBezTo>
                    <a:pt x="4" y="1"/>
                    <a:pt x="2" y="1"/>
                    <a:pt x="0" y="0"/>
                  </a:cubicBezTo>
                  <a:cubicBezTo>
                    <a:pt x="22" y="9"/>
                    <a:pt x="36" y="24"/>
                    <a:pt x="46" y="43"/>
                  </a:cubicBezTo>
                  <a:cubicBezTo>
                    <a:pt x="41" y="41"/>
                    <a:pt x="36" y="38"/>
                    <a:pt x="31" y="36"/>
                  </a:cubicBezTo>
                  <a:cubicBezTo>
                    <a:pt x="25" y="34"/>
                    <a:pt x="15" y="37"/>
                    <a:pt x="10" y="34"/>
                  </a:cubicBezTo>
                  <a:cubicBezTo>
                    <a:pt x="1" y="30"/>
                    <a:pt x="3" y="13"/>
                    <a:pt x="3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481">
              <a:extLst>
                <a:ext uri="{FF2B5EF4-FFF2-40B4-BE49-F238E27FC236}">
                  <a16:creationId xmlns:a16="http://schemas.microsoft.com/office/drawing/2014/main" id="{BDF3E0A9-7E57-45FE-A069-2648065CD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238"/>
              <a:ext cx="41" cy="45"/>
            </a:xfrm>
            <a:custGeom>
              <a:avLst/>
              <a:gdLst>
                <a:gd name="T0" fmla="*/ 34 w 44"/>
                <a:gd name="T1" fmla="*/ 8 h 48"/>
                <a:gd name="T2" fmla="*/ 30 w 44"/>
                <a:gd name="T3" fmla="*/ 32 h 48"/>
                <a:gd name="T4" fmla="*/ 6 w 44"/>
                <a:gd name="T5" fmla="*/ 36 h 48"/>
                <a:gd name="T6" fmla="*/ 14 w 44"/>
                <a:gd name="T7" fmla="*/ 10 h 48"/>
                <a:gd name="T8" fmla="*/ 34 w 44"/>
                <a:gd name="T9" fmla="*/ 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8">
                  <a:moveTo>
                    <a:pt x="42" y="8"/>
                  </a:moveTo>
                  <a:cubicBezTo>
                    <a:pt x="42" y="18"/>
                    <a:pt x="44" y="30"/>
                    <a:pt x="36" y="38"/>
                  </a:cubicBezTo>
                  <a:cubicBezTo>
                    <a:pt x="32" y="42"/>
                    <a:pt x="11" y="48"/>
                    <a:pt x="6" y="43"/>
                  </a:cubicBezTo>
                  <a:cubicBezTo>
                    <a:pt x="0" y="37"/>
                    <a:pt x="12" y="17"/>
                    <a:pt x="17" y="13"/>
                  </a:cubicBezTo>
                  <a:cubicBezTo>
                    <a:pt x="23" y="7"/>
                    <a:pt x="36" y="0"/>
                    <a:pt x="43" y="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482">
              <a:extLst>
                <a:ext uri="{FF2B5EF4-FFF2-40B4-BE49-F238E27FC236}">
                  <a16:creationId xmlns:a16="http://schemas.microsoft.com/office/drawing/2014/main" id="{86849E6E-040C-4448-A3A0-435351B48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05"/>
              <a:ext cx="57" cy="57"/>
            </a:xfrm>
            <a:custGeom>
              <a:avLst/>
              <a:gdLst>
                <a:gd name="T0" fmla="*/ 7 w 61"/>
                <a:gd name="T1" fmla="*/ 0 h 61"/>
                <a:gd name="T2" fmla="*/ 49 w 61"/>
                <a:gd name="T3" fmla="*/ 50 h 61"/>
                <a:gd name="T4" fmla="*/ 31 w 61"/>
                <a:gd name="T5" fmla="*/ 36 h 61"/>
                <a:gd name="T6" fmla="*/ 15 w 61"/>
                <a:gd name="T7" fmla="*/ 28 h 61"/>
                <a:gd name="T8" fmla="*/ 0 w 61"/>
                <a:gd name="T9" fmla="*/ 1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7" y="0"/>
                  </a:moveTo>
                  <a:cubicBezTo>
                    <a:pt x="23" y="11"/>
                    <a:pt x="61" y="39"/>
                    <a:pt x="60" y="61"/>
                  </a:cubicBezTo>
                  <a:cubicBezTo>
                    <a:pt x="52" y="57"/>
                    <a:pt x="44" y="51"/>
                    <a:pt x="37" y="45"/>
                  </a:cubicBezTo>
                  <a:cubicBezTo>
                    <a:pt x="31" y="40"/>
                    <a:pt x="24" y="38"/>
                    <a:pt x="18" y="34"/>
                  </a:cubicBezTo>
                  <a:cubicBezTo>
                    <a:pt x="10" y="28"/>
                    <a:pt x="0" y="11"/>
                    <a:pt x="0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483">
              <a:extLst>
                <a:ext uri="{FF2B5EF4-FFF2-40B4-BE49-F238E27FC236}">
                  <a16:creationId xmlns:a16="http://schemas.microsoft.com/office/drawing/2014/main" id="{A5AD8F65-0722-4A92-926C-CDE46ABF6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21"/>
              <a:ext cx="72" cy="31"/>
            </a:xfrm>
            <a:custGeom>
              <a:avLst/>
              <a:gdLst>
                <a:gd name="T0" fmla="*/ 10 w 77"/>
                <a:gd name="T1" fmla="*/ 1 h 33"/>
                <a:gd name="T2" fmla="*/ 40 w 77"/>
                <a:gd name="T3" fmla="*/ 12 h 33"/>
                <a:gd name="T4" fmla="*/ 63 w 77"/>
                <a:gd name="T5" fmla="*/ 27 h 33"/>
                <a:gd name="T6" fmla="*/ 11 w 77"/>
                <a:gd name="T7" fmla="*/ 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33">
                  <a:moveTo>
                    <a:pt x="13" y="1"/>
                  </a:moveTo>
                  <a:cubicBezTo>
                    <a:pt x="29" y="7"/>
                    <a:pt x="37" y="0"/>
                    <a:pt x="49" y="15"/>
                  </a:cubicBezTo>
                  <a:cubicBezTo>
                    <a:pt x="57" y="25"/>
                    <a:pt x="65" y="29"/>
                    <a:pt x="77" y="33"/>
                  </a:cubicBezTo>
                  <a:cubicBezTo>
                    <a:pt x="69" y="33"/>
                    <a:pt x="0" y="20"/>
                    <a:pt x="14" y="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484">
              <a:extLst>
                <a:ext uri="{FF2B5EF4-FFF2-40B4-BE49-F238E27FC236}">
                  <a16:creationId xmlns:a16="http://schemas.microsoft.com/office/drawing/2014/main" id="{0335E1BF-87B9-4F81-83BF-681A5F6C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359"/>
              <a:ext cx="101" cy="25"/>
            </a:xfrm>
            <a:custGeom>
              <a:avLst/>
              <a:gdLst>
                <a:gd name="T0" fmla="*/ 5 w 109"/>
                <a:gd name="T1" fmla="*/ 5 h 27"/>
                <a:gd name="T2" fmla="*/ 4 w 109"/>
                <a:gd name="T3" fmla="*/ 3 h 27"/>
                <a:gd name="T4" fmla="*/ 57 w 109"/>
                <a:gd name="T5" fmla="*/ 12 h 27"/>
                <a:gd name="T6" fmla="*/ 87 w 109"/>
                <a:gd name="T7" fmla="*/ 15 h 27"/>
                <a:gd name="T8" fmla="*/ 43 w 109"/>
                <a:gd name="T9" fmla="*/ 19 h 27"/>
                <a:gd name="T10" fmla="*/ 0 w 109"/>
                <a:gd name="T11" fmla="*/ 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27">
                  <a:moveTo>
                    <a:pt x="5" y="5"/>
                  </a:moveTo>
                  <a:cubicBezTo>
                    <a:pt x="4" y="5"/>
                    <a:pt x="3" y="4"/>
                    <a:pt x="4" y="3"/>
                  </a:cubicBezTo>
                  <a:cubicBezTo>
                    <a:pt x="24" y="0"/>
                    <a:pt x="51" y="11"/>
                    <a:pt x="71" y="15"/>
                  </a:cubicBezTo>
                  <a:cubicBezTo>
                    <a:pt x="83" y="17"/>
                    <a:pt x="96" y="16"/>
                    <a:pt x="109" y="18"/>
                  </a:cubicBezTo>
                  <a:cubicBezTo>
                    <a:pt x="91" y="19"/>
                    <a:pt x="72" y="27"/>
                    <a:pt x="54" y="25"/>
                  </a:cubicBezTo>
                  <a:cubicBezTo>
                    <a:pt x="34" y="23"/>
                    <a:pt x="17" y="12"/>
                    <a:pt x="0" y="3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485">
              <a:extLst>
                <a:ext uri="{FF2B5EF4-FFF2-40B4-BE49-F238E27FC236}">
                  <a16:creationId xmlns:a16="http://schemas.microsoft.com/office/drawing/2014/main" id="{0669CF9D-1AEE-4369-BEA5-179AFC3C7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299"/>
              <a:ext cx="49" cy="41"/>
            </a:xfrm>
            <a:custGeom>
              <a:avLst/>
              <a:gdLst>
                <a:gd name="T0" fmla="*/ 0 w 53"/>
                <a:gd name="T1" fmla="*/ 1 h 44"/>
                <a:gd name="T2" fmla="*/ 8 w 53"/>
                <a:gd name="T3" fmla="*/ 2 h 44"/>
                <a:gd name="T4" fmla="*/ 15 w 53"/>
                <a:gd name="T5" fmla="*/ 7 h 44"/>
                <a:gd name="T6" fmla="*/ 42 w 53"/>
                <a:gd name="T7" fmla="*/ 30 h 44"/>
                <a:gd name="T8" fmla="*/ 15 w 53"/>
                <a:gd name="T9" fmla="*/ 25 h 44"/>
                <a:gd name="T10" fmla="*/ 1 w 53"/>
                <a:gd name="T11" fmla="*/ 7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4">
                  <a:moveTo>
                    <a:pt x="0" y="1"/>
                  </a:moveTo>
                  <a:cubicBezTo>
                    <a:pt x="4" y="4"/>
                    <a:pt x="8" y="0"/>
                    <a:pt x="11" y="2"/>
                  </a:cubicBezTo>
                  <a:cubicBezTo>
                    <a:pt x="15" y="3"/>
                    <a:pt x="15" y="4"/>
                    <a:pt x="18" y="10"/>
                  </a:cubicBezTo>
                  <a:cubicBezTo>
                    <a:pt x="24" y="21"/>
                    <a:pt x="39" y="37"/>
                    <a:pt x="53" y="37"/>
                  </a:cubicBezTo>
                  <a:cubicBezTo>
                    <a:pt x="44" y="44"/>
                    <a:pt x="26" y="36"/>
                    <a:pt x="18" y="31"/>
                  </a:cubicBezTo>
                  <a:cubicBezTo>
                    <a:pt x="10" y="25"/>
                    <a:pt x="8" y="13"/>
                    <a:pt x="1" y="9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486">
              <a:extLst>
                <a:ext uri="{FF2B5EF4-FFF2-40B4-BE49-F238E27FC236}">
                  <a16:creationId xmlns:a16="http://schemas.microsoft.com/office/drawing/2014/main" id="{CE1773F2-CC32-48B1-BCFC-A3AD16F41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342"/>
              <a:ext cx="25" cy="24"/>
            </a:xfrm>
            <a:custGeom>
              <a:avLst/>
              <a:gdLst>
                <a:gd name="T0" fmla="*/ 16 w 26"/>
                <a:gd name="T1" fmla="*/ 1 h 26"/>
                <a:gd name="T2" fmla="*/ 1 w 26"/>
                <a:gd name="T3" fmla="*/ 10 h 26"/>
                <a:gd name="T4" fmla="*/ 8 w 26"/>
                <a:gd name="T5" fmla="*/ 20 h 26"/>
                <a:gd name="T6" fmla="*/ 16 w 2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9" y="1"/>
                  </a:moveTo>
                  <a:cubicBezTo>
                    <a:pt x="15" y="0"/>
                    <a:pt x="2" y="8"/>
                    <a:pt x="1" y="13"/>
                  </a:cubicBezTo>
                  <a:cubicBezTo>
                    <a:pt x="0" y="18"/>
                    <a:pt x="4" y="22"/>
                    <a:pt x="8" y="26"/>
                  </a:cubicBezTo>
                  <a:cubicBezTo>
                    <a:pt x="14" y="20"/>
                    <a:pt x="26" y="9"/>
                    <a:pt x="19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487">
              <a:extLst>
                <a:ext uri="{FF2B5EF4-FFF2-40B4-BE49-F238E27FC236}">
                  <a16:creationId xmlns:a16="http://schemas.microsoft.com/office/drawing/2014/main" id="{5003EC9A-7936-4F0C-BBC8-267F250F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566"/>
              <a:ext cx="131" cy="34"/>
            </a:xfrm>
            <a:custGeom>
              <a:avLst/>
              <a:gdLst>
                <a:gd name="T0" fmla="*/ 7 w 141"/>
                <a:gd name="T1" fmla="*/ 6 h 37"/>
                <a:gd name="T2" fmla="*/ 51 w 141"/>
                <a:gd name="T3" fmla="*/ 8 h 37"/>
                <a:gd name="T4" fmla="*/ 71 w 141"/>
                <a:gd name="T5" fmla="*/ 16 h 37"/>
                <a:gd name="T6" fmla="*/ 113 w 141"/>
                <a:gd name="T7" fmla="*/ 17 h 37"/>
                <a:gd name="T8" fmla="*/ 55 w 141"/>
                <a:gd name="T9" fmla="*/ 20 h 37"/>
                <a:gd name="T10" fmla="*/ 30 w 141"/>
                <a:gd name="T11" fmla="*/ 7 h 37"/>
                <a:gd name="T12" fmla="*/ 0 w 141"/>
                <a:gd name="T13" fmla="*/ 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37">
                  <a:moveTo>
                    <a:pt x="8" y="7"/>
                  </a:moveTo>
                  <a:cubicBezTo>
                    <a:pt x="25" y="0"/>
                    <a:pt x="48" y="2"/>
                    <a:pt x="64" y="11"/>
                  </a:cubicBezTo>
                  <a:cubicBezTo>
                    <a:pt x="73" y="16"/>
                    <a:pt x="78" y="20"/>
                    <a:pt x="88" y="21"/>
                  </a:cubicBezTo>
                  <a:cubicBezTo>
                    <a:pt x="106" y="24"/>
                    <a:pt x="123" y="22"/>
                    <a:pt x="141" y="23"/>
                  </a:cubicBezTo>
                  <a:cubicBezTo>
                    <a:pt x="136" y="37"/>
                    <a:pt x="80" y="30"/>
                    <a:pt x="68" y="26"/>
                  </a:cubicBezTo>
                  <a:cubicBezTo>
                    <a:pt x="57" y="22"/>
                    <a:pt x="48" y="13"/>
                    <a:pt x="37" y="10"/>
                  </a:cubicBezTo>
                  <a:cubicBezTo>
                    <a:pt x="28" y="7"/>
                    <a:pt x="5" y="12"/>
                    <a:pt x="0" y="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488">
              <a:extLst>
                <a:ext uri="{FF2B5EF4-FFF2-40B4-BE49-F238E27FC236}">
                  <a16:creationId xmlns:a16="http://schemas.microsoft.com/office/drawing/2014/main" id="{141FDBF4-A308-40D4-AF5E-DD6811930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538"/>
              <a:ext cx="99" cy="14"/>
            </a:xfrm>
            <a:custGeom>
              <a:avLst/>
              <a:gdLst>
                <a:gd name="T0" fmla="*/ 2 w 106"/>
                <a:gd name="T1" fmla="*/ 7 h 15"/>
                <a:gd name="T2" fmla="*/ 31 w 106"/>
                <a:gd name="T3" fmla="*/ 6 h 15"/>
                <a:gd name="T4" fmla="*/ 59 w 106"/>
                <a:gd name="T5" fmla="*/ 7 h 15"/>
                <a:gd name="T6" fmla="*/ 86 w 106"/>
                <a:gd name="T7" fmla="*/ 11 h 15"/>
                <a:gd name="T8" fmla="*/ 64 w 106"/>
                <a:gd name="T9" fmla="*/ 1 h 15"/>
                <a:gd name="T10" fmla="*/ 31 w 106"/>
                <a:gd name="T11" fmla="*/ 7 h 15"/>
                <a:gd name="T12" fmla="*/ 0 w 106"/>
                <a:gd name="T13" fmla="*/ 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5">
                  <a:moveTo>
                    <a:pt x="2" y="7"/>
                  </a:moveTo>
                  <a:cubicBezTo>
                    <a:pt x="13" y="11"/>
                    <a:pt x="27" y="6"/>
                    <a:pt x="38" y="6"/>
                  </a:cubicBezTo>
                  <a:cubicBezTo>
                    <a:pt x="50" y="6"/>
                    <a:pt x="61" y="6"/>
                    <a:pt x="72" y="9"/>
                  </a:cubicBezTo>
                  <a:cubicBezTo>
                    <a:pt x="82" y="11"/>
                    <a:pt x="95" y="15"/>
                    <a:pt x="106" y="14"/>
                  </a:cubicBezTo>
                  <a:cubicBezTo>
                    <a:pt x="105" y="5"/>
                    <a:pt x="84" y="0"/>
                    <a:pt x="78" y="1"/>
                  </a:cubicBezTo>
                  <a:cubicBezTo>
                    <a:pt x="64" y="3"/>
                    <a:pt x="51" y="6"/>
                    <a:pt x="37" y="7"/>
                  </a:cubicBezTo>
                  <a:cubicBezTo>
                    <a:pt x="25" y="7"/>
                    <a:pt x="12" y="7"/>
                    <a:pt x="0" y="1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489">
              <a:extLst>
                <a:ext uri="{FF2B5EF4-FFF2-40B4-BE49-F238E27FC236}">
                  <a16:creationId xmlns:a16="http://schemas.microsoft.com/office/drawing/2014/main" id="{A0F50BFB-B4FA-46B1-A44E-07BE3683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482"/>
              <a:ext cx="92" cy="32"/>
            </a:xfrm>
            <a:custGeom>
              <a:avLst/>
              <a:gdLst>
                <a:gd name="T0" fmla="*/ 7 w 99"/>
                <a:gd name="T1" fmla="*/ 23 h 34"/>
                <a:gd name="T2" fmla="*/ 50 w 99"/>
                <a:gd name="T3" fmla="*/ 8 h 34"/>
                <a:gd name="T4" fmla="*/ 79 w 99"/>
                <a:gd name="T5" fmla="*/ 8 h 34"/>
                <a:gd name="T6" fmla="*/ 36 w 99"/>
                <a:gd name="T7" fmla="*/ 3 h 34"/>
                <a:gd name="T8" fmla="*/ 0 w 99"/>
                <a:gd name="T9" fmla="*/ 2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34">
                  <a:moveTo>
                    <a:pt x="8" y="28"/>
                  </a:moveTo>
                  <a:cubicBezTo>
                    <a:pt x="26" y="23"/>
                    <a:pt x="43" y="12"/>
                    <a:pt x="62" y="9"/>
                  </a:cubicBezTo>
                  <a:cubicBezTo>
                    <a:pt x="74" y="7"/>
                    <a:pt x="87" y="10"/>
                    <a:pt x="99" y="10"/>
                  </a:cubicBezTo>
                  <a:cubicBezTo>
                    <a:pt x="91" y="0"/>
                    <a:pt x="57" y="3"/>
                    <a:pt x="45" y="3"/>
                  </a:cubicBezTo>
                  <a:cubicBezTo>
                    <a:pt x="25" y="4"/>
                    <a:pt x="15" y="23"/>
                    <a:pt x="0" y="3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490">
              <a:extLst>
                <a:ext uri="{FF2B5EF4-FFF2-40B4-BE49-F238E27FC236}">
                  <a16:creationId xmlns:a16="http://schemas.microsoft.com/office/drawing/2014/main" id="{9E7B043E-F373-48DF-9F93-74DD6B4B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7"/>
              <a:ext cx="102" cy="43"/>
            </a:xfrm>
            <a:custGeom>
              <a:avLst/>
              <a:gdLst>
                <a:gd name="T0" fmla="*/ 88 w 110"/>
                <a:gd name="T1" fmla="*/ 14 h 46"/>
                <a:gd name="T2" fmla="*/ 45 w 110"/>
                <a:gd name="T3" fmla="*/ 7 h 46"/>
                <a:gd name="T4" fmla="*/ 16 w 110"/>
                <a:gd name="T5" fmla="*/ 5 h 46"/>
                <a:gd name="T6" fmla="*/ 0 w 110"/>
                <a:gd name="T7" fmla="*/ 18 h 46"/>
                <a:gd name="T8" fmla="*/ 49 w 110"/>
                <a:gd name="T9" fmla="*/ 28 h 46"/>
                <a:gd name="T10" fmla="*/ 79 w 110"/>
                <a:gd name="T11" fmla="*/ 12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46">
                  <a:moveTo>
                    <a:pt x="110" y="17"/>
                  </a:moveTo>
                  <a:cubicBezTo>
                    <a:pt x="89" y="21"/>
                    <a:pt x="75" y="13"/>
                    <a:pt x="56" y="7"/>
                  </a:cubicBezTo>
                  <a:cubicBezTo>
                    <a:pt x="45" y="4"/>
                    <a:pt x="30" y="0"/>
                    <a:pt x="19" y="5"/>
                  </a:cubicBezTo>
                  <a:cubicBezTo>
                    <a:pt x="11" y="8"/>
                    <a:pt x="6" y="16"/>
                    <a:pt x="0" y="21"/>
                  </a:cubicBezTo>
                  <a:cubicBezTo>
                    <a:pt x="24" y="22"/>
                    <a:pt x="37" y="46"/>
                    <a:pt x="61" y="34"/>
                  </a:cubicBezTo>
                  <a:cubicBezTo>
                    <a:pt x="70" y="30"/>
                    <a:pt x="90" y="10"/>
                    <a:pt x="99" y="1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491">
              <a:extLst>
                <a:ext uri="{FF2B5EF4-FFF2-40B4-BE49-F238E27FC236}">
                  <a16:creationId xmlns:a16="http://schemas.microsoft.com/office/drawing/2014/main" id="{A7B81E0B-38F0-415E-9A35-8AA84669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73"/>
              <a:ext cx="33" cy="21"/>
            </a:xfrm>
            <a:custGeom>
              <a:avLst/>
              <a:gdLst>
                <a:gd name="T0" fmla="*/ 21 w 35"/>
                <a:gd name="T1" fmla="*/ 9 h 22"/>
                <a:gd name="T2" fmla="*/ 27 w 35"/>
                <a:gd name="T3" fmla="*/ 12 h 22"/>
                <a:gd name="T4" fmla="*/ 4 w 35"/>
                <a:gd name="T5" fmla="*/ 0 h 22"/>
                <a:gd name="T6" fmla="*/ 29 w 35"/>
                <a:gd name="T7" fmla="*/ 1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2">
                  <a:moveTo>
                    <a:pt x="24" y="9"/>
                  </a:moveTo>
                  <a:cubicBezTo>
                    <a:pt x="26" y="12"/>
                    <a:pt x="29" y="14"/>
                    <a:pt x="33" y="15"/>
                  </a:cubicBezTo>
                  <a:cubicBezTo>
                    <a:pt x="24" y="11"/>
                    <a:pt x="14" y="2"/>
                    <a:pt x="4" y="0"/>
                  </a:cubicBezTo>
                  <a:cubicBezTo>
                    <a:pt x="0" y="10"/>
                    <a:pt x="26" y="22"/>
                    <a:pt x="35" y="1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492">
              <a:extLst>
                <a:ext uri="{FF2B5EF4-FFF2-40B4-BE49-F238E27FC236}">
                  <a16:creationId xmlns:a16="http://schemas.microsoft.com/office/drawing/2014/main" id="{BF88A565-6350-4F7A-AE3B-B1B957904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717"/>
              <a:ext cx="86" cy="31"/>
            </a:xfrm>
            <a:custGeom>
              <a:avLst/>
              <a:gdLst>
                <a:gd name="T0" fmla="*/ 74 w 93"/>
                <a:gd name="T1" fmla="*/ 0 h 34"/>
                <a:gd name="T2" fmla="*/ 28 w 93"/>
                <a:gd name="T3" fmla="*/ 10 h 34"/>
                <a:gd name="T4" fmla="*/ 0 w 93"/>
                <a:gd name="T5" fmla="*/ 25 h 34"/>
                <a:gd name="T6" fmla="*/ 19 w 93"/>
                <a:gd name="T7" fmla="*/ 24 h 34"/>
                <a:gd name="T8" fmla="*/ 41 w 93"/>
                <a:gd name="T9" fmla="*/ 14 h 34"/>
                <a:gd name="T10" fmla="*/ 74 w 93"/>
                <a:gd name="T11" fmla="*/ 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34">
                  <a:moveTo>
                    <a:pt x="93" y="0"/>
                  </a:moveTo>
                  <a:cubicBezTo>
                    <a:pt x="80" y="15"/>
                    <a:pt x="52" y="8"/>
                    <a:pt x="35" y="13"/>
                  </a:cubicBezTo>
                  <a:cubicBezTo>
                    <a:pt x="23" y="16"/>
                    <a:pt x="7" y="22"/>
                    <a:pt x="0" y="33"/>
                  </a:cubicBezTo>
                  <a:cubicBezTo>
                    <a:pt x="8" y="30"/>
                    <a:pt x="17" y="34"/>
                    <a:pt x="25" y="32"/>
                  </a:cubicBezTo>
                  <a:cubicBezTo>
                    <a:pt x="35" y="30"/>
                    <a:pt x="42" y="21"/>
                    <a:pt x="52" y="18"/>
                  </a:cubicBezTo>
                  <a:cubicBezTo>
                    <a:pt x="64" y="15"/>
                    <a:pt x="84" y="15"/>
                    <a:pt x="93" y="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493">
              <a:extLst>
                <a:ext uri="{FF2B5EF4-FFF2-40B4-BE49-F238E27FC236}">
                  <a16:creationId xmlns:a16="http://schemas.microsoft.com/office/drawing/2014/main" id="{E0BA61B4-35B7-4274-9E8D-659AC3AA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834"/>
              <a:ext cx="38" cy="28"/>
            </a:xfrm>
            <a:custGeom>
              <a:avLst/>
              <a:gdLst>
                <a:gd name="T0" fmla="*/ 1 w 40"/>
                <a:gd name="T1" fmla="*/ 6 h 30"/>
                <a:gd name="T2" fmla="*/ 23 w 40"/>
                <a:gd name="T3" fmla="*/ 4 h 30"/>
                <a:gd name="T4" fmla="*/ 33 w 40"/>
                <a:gd name="T5" fmla="*/ 14 h 30"/>
                <a:gd name="T6" fmla="*/ 4 w 40"/>
                <a:gd name="T7" fmla="*/ 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0">
                  <a:moveTo>
                    <a:pt x="1" y="6"/>
                  </a:moveTo>
                  <a:cubicBezTo>
                    <a:pt x="8" y="8"/>
                    <a:pt x="16" y="0"/>
                    <a:pt x="26" y="4"/>
                  </a:cubicBezTo>
                  <a:cubicBezTo>
                    <a:pt x="30" y="6"/>
                    <a:pt x="40" y="11"/>
                    <a:pt x="39" y="17"/>
                  </a:cubicBezTo>
                  <a:cubicBezTo>
                    <a:pt x="36" y="30"/>
                    <a:pt x="0" y="21"/>
                    <a:pt x="4" y="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494">
              <a:extLst>
                <a:ext uri="{FF2B5EF4-FFF2-40B4-BE49-F238E27FC236}">
                  <a16:creationId xmlns:a16="http://schemas.microsoft.com/office/drawing/2014/main" id="{105D116A-DBCF-47FC-9737-1A9023570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866"/>
              <a:ext cx="29" cy="28"/>
            </a:xfrm>
            <a:custGeom>
              <a:avLst/>
              <a:gdLst>
                <a:gd name="T0" fmla="*/ 3 w 32"/>
                <a:gd name="T1" fmla="*/ 0 h 30"/>
                <a:gd name="T2" fmla="*/ 21 w 32"/>
                <a:gd name="T3" fmla="*/ 7 h 30"/>
                <a:gd name="T4" fmla="*/ 7 w 32"/>
                <a:gd name="T5" fmla="*/ 22 h 30"/>
                <a:gd name="T6" fmla="*/ 2 w 32"/>
                <a:gd name="T7" fmla="*/ 19 h 30"/>
                <a:gd name="T8" fmla="*/ 5 w 32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3" y="0"/>
                  </a:moveTo>
                  <a:cubicBezTo>
                    <a:pt x="11" y="3"/>
                    <a:pt x="19" y="8"/>
                    <a:pt x="28" y="10"/>
                  </a:cubicBezTo>
                  <a:cubicBezTo>
                    <a:pt x="32" y="20"/>
                    <a:pt x="18" y="28"/>
                    <a:pt x="10" y="28"/>
                  </a:cubicBezTo>
                  <a:cubicBezTo>
                    <a:pt x="5" y="28"/>
                    <a:pt x="5" y="30"/>
                    <a:pt x="2" y="22"/>
                  </a:cubicBezTo>
                  <a:cubicBezTo>
                    <a:pt x="0" y="15"/>
                    <a:pt x="5" y="5"/>
                    <a:pt x="6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495">
              <a:extLst>
                <a:ext uri="{FF2B5EF4-FFF2-40B4-BE49-F238E27FC236}">
                  <a16:creationId xmlns:a16="http://schemas.microsoft.com/office/drawing/2014/main" id="{940C24E8-2310-4802-9561-E974601D2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900"/>
              <a:ext cx="40" cy="61"/>
            </a:xfrm>
            <a:custGeom>
              <a:avLst/>
              <a:gdLst>
                <a:gd name="T0" fmla="*/ 2 w 43"/>
                <a:gd name="T1" fmla="*/ 23 h 65"/>
                <a:gd name="T2" fmla="*/ 18 w 43"/>
                <a:gd name="T3" fmla="*/ 13 h 65"/>
                <a:gd name="T4" fmla="*/ 28 w 43"/>
                <a:gd name="T5" fmla="*/ 1 h 65"/>
                <a:gd name="T6" fmla="*/ 30 w 43"/>
                <a:gd name="T7" fmla="*/ 32 h 65"/>
                <a:gd name="T8" fmla="*/ 2 w 43"/>
                <a:gd name="T9" fmla="*/ 53 h 65"/>
                <a:gd name="T10" fmla="*/ 4 w 43"/>
                <a:gd name="T11" fmla="*/ 24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5">
                  <a:moveTo>
                    <a:pt x="2" y="29"/>
                  </a:moveTo>
                  <a:cubicBezTo>
                    <a:pt x="9" y="26"/>
                    <a:pt x="16" y="22"/>
                    <a:pt x="21" y="16"/>
                  </a:cubicBezTo>
                  <a:cubicBezTo>
                    <a:pt x="24" y="13"/>
                    <a:pt x="29" y="0"/>
                    <a:pt x="34" y="1"/>
                  </a:cubicBezTo>
                  <a:cubicBezTo>
                    <a:pt x="43" y="4"/>
                    <a:pt x="37" y="30"/>
                    <a:pt x="37" y="38"/>
                  </a:cubicBezTo>
                  <a:cubicBezTo>
                    <a:pt x="23" y="38"/>
                    <a:pt x="12" y="57"/>
                    <a:pt x="2" y="65"/>
                  </a:cubicBezTo>
                  <a:cubicBezTo>
                    <a:pt x="1" y="57"/>
                    <a:pt x="0" y="37"/>
                    <a:pt x="4" y="3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496">
              <a:extLst>
                <a:ext uri="{FF2B5EF4-FFF2-40B4-BE49-F238E27FC236}">
                  <a16:creationId xmlns:a16="http://schemas.microsoft.com/office/drawing/2014/main" id="{2FF7B4DE-4ED1-4ADE-A78E-1216D311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634"/>
              <a:ext cx="34" cy="93"/>
            </a:xfrm>
            <a:custGeom>
              <a:avLst/>
              <a:gdLst>
                <a:gd name="T0" fmla="*/ 30 w 36"/>
                <a:gd name="T1" fmla="*/ 0 h 100"/>
                <a:gd name="T2" fmla="*/ 9 w 36"/>
                <a:gd name="T3" fmla="*/ 46 h 100"/>
                <a:gd name="T4" fmla="*/ 28 w 36"/>
                <a:gd name="T5" fmla="*/ 79 h 100"/>
                <a:gd name="T6" fmla="*/ 1 w 36"/>
                <a:gd name="T7" fmla="*/ 60 h 100"/>
                <a:gd name="T8" fmla="*/ 9 w 36"/>
                <a:gd name="T9" fmla="*/ 31 h 100"/>
                <a:gd name="T10" fmla="*/ 27 w 36"/>
                <a:gd name="T11" fmla="*/ 4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00">
                  <a:moveTo>
                    <a:pt x="36" y="0"/>
                  </a:moveTo>
                  <a:cubicBezTo>
                    <a:pt x="24" y="20"/>
                    <a:pt x="9" y="32"/>
                    <a:pt x="12" y="57"/>
                  </a:cubicBezTo>
                  <a:cubicBezTo>
                    <a:pt x="14" y="72"/>
                    <a:pt x="22" y="88"/>
                    <a:pt x="34" y="98"/>
                  </a:cubicBezTo>
                  <a:cubicBezTo>
                    <a:pt x="19" y="100"/>
                    <a:pt x="14" y="77"/>
                    <a:pt x="1" y="75"/>
                  </a:cubicBezTo>
                  <a:cubicBezTo>
                    <a:pt x="0" y="62"/>
                    <a:pt x="7" y="51"/>
                    <a:pt x="11" y="39"/>
                  </a:cubicBezTo>
                  <a:cubicBezTo>
                    <a:pt x="15" y="29"/>
                    <a:pt x="22" y="9"/>
                    <a:pt x="33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497">
              <a:extLst>
                <a:ext uri="{FF2B5EF4-FFF2-40B4-BE49-F238E27FC236}">
                  <a16:creationId xmlns:a16="http://schemas.microsoft.com/office/drawing/2014/main" id="{9A88DC7C-C1AC-4450-91B8-587D7EC92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747"/>
              <a:ext cx="89" cy="116"/>
            </a:xfrm>
            <a:custGeom>
              <a:avLst/>
              <a:gdLst>
                <a:gd name="T0" fmla="*/ 41 w 96"/>
                <a:gd name="T1" fmla="*/ 21 h 125"/>
                <a:gd name="T2" fmla="*/ 77 w 96"/>
                <a:gd name="T3" fmla="*/ 42 h 125"/>
                <a:gd name="T4" fmla="*/ 76 w 96"/>
                <a:gd name="T5" fmla="*/ 43 h 125"/>
                <a:gd name="T6" fmla="*/ 39 w 96"/>
                <a:gd name="T7" fmla="*/ 67 h 125"/>
                <a:gd name="T8" fmla="*/ 21 w 96"/>
                <a:gd name="T9" fmla="*/ 83 h 125"/>
                <a:gd name="T10" fmla="*/ 6 w 96"/>
                <a:gd name="T11" fmla="*/ 100 h 125"/>
                <a:gd name="T12" fmla="*/ 1 w 96"/>
                <a:gd name="T13" fmla="*/ 67 h 125"/>
                <a:gd name="T14" fmla="*/ 30 w 96"/>
                <a:gd name="T15" fmla="*/ 66 h 125"/>
                <a:gd name="T16" fmla="*/ 53 w 96"/>
                <a:gd name="T17" fmla="*/ 47 h 125"/>
                <a:gd name="T18" fmla="*/ 39 w 96"/>
                <a:gd name="T19" fmla="*/ 22 h 1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5">
                  <a:moveTo>
                    <a:pt x="51" y="27"/>
                  </a:moveTo>
                  <a:cubicBezTo>
                    <a:pt x="64" y="0"/>
                    <a:pt x="85" y="43"/>
                    <a:pt x="96" y="52"/>
                  </a:cubicBezTo>
                  <a:cubicBezTo>
                    <a:pt x="95" y="52"/>
                    <a:pt x="95" y="53"/>
                    <a:pt x="95" y="54"/>
                  </a:cubicBezTo>
                  <a:cubicBezTo>
                    <a:pt x="75" y="58"/>
                    <a:pt x="62" y="70"/>
                    <a:pt x="48" y="84"/>
                  </a:cubicBezTo>
                  <a:cubicBezTo>
                    <a:pt x="41" y="91"/>
                    <a:pt x="34" y="97"/>
                    <a:pt x="27" y="103"/>
                  </a:cubicBezTo>
                  <a:cubicBezTo>
                    <a:pt x="20" y="109"/>
                    <a:pt x="15" y="120"/>
                    <a:pt x="7" y="125"/>
                  </a:cubicBezTo>
                  <a:cubicBezTo>
                    <a:pt x="0" y="113"/>
                    <a:pt x="4" y="97"/>
                    <a:pt x="1" y="84"/>
                  </a:cubicBezTo>
                  <a:cubicBezTo>
                    <a:pt x="14" y="83"/>
                    <a:pt x="26" y="89"/>
                    <a:pt x="38" y="82"/>
                  </a:cubicBezTo>
                  <a:cubicBezTo>
                    <a:pt x="47" y="77"/>
                    <a:pt x="58" y="66"/>
                    <a:pt x="66" y="59"/>
                  </a:cubicBezTo>
                  <a:cubicBezTo>
                    <a:pt x="79" y="48"/>
                    <a:pt x="63" y="28"/>
                    <a:pt x="48" y="2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498">
              <a:extLst>
                <a:ext uri="{FF2B5EF4-FFF2-40B4-BE49-F238E27FC236}">
                  <a16:creationId xmlns:a16="http://schemas.microsoft.com/office/drawing/2014/main" id="{34483390-8FA1-4CC3-B789-B34DCE1AA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028"/>
              <a:ext cx="89" cy="81"/>
            </a:xfrm>
            <a:custGeom>
              <a:avLst/>
              <a:gdLst>
                <a:gd name="T0" fmla="*/ 3 w 95"/>
                <a:gd name="T1" fmla="*/ 1 h 87"/>
                <a:gd name="T2" fmla="*/ 0 w 95"/>
                <a:gd name="T3" fmla="*/ 0 h 87"/>
                <a:gd name="T4" fmla="*/ 33 w 95"/>
                <a:gd name="T5" fmla="*/ 6 h 87"/>
                <a:gd name="T6" fmla="*/ 50 w 95"/>
                <a:gd name="T7" fmla="*/ 34 h 87"/>
                <a:gd name="T8" fmla="*/ 67 w 95"/>
                <a:gd name="T9" fmla="*/ 36 h 87"/>
                <a:gd name="T10" fmla="*/ 78 w 95"/>
                <a:gd name="T11" fmla="*/ 52 h 87"/>
                <a:gd name="T12" fmla="*/ 64 w 95"/>
                <a:gd name="T13" fmla="*/ 55 h 87"/>
                <a:gd name="T14" fmla="*/ 52 w 95"/>
                <a:gd name="T15" fmla="*/ 42 h 87"/>
                <a:gd name="T16" fmla="*/ 38 w 95"/>
                <a:gd name="T17" fmla="*/ 57 h 87"/>
                <a:gd name="T18" fmla="*/ 30 w 95"/>
                <a:gd name="T19" fmla="*/ 59 h 87"/>
                <a:gd name="T20" fmla="*/ 19 w 95"/>
                <a:gd name="T21" fmla="*/ 65 h 87"/>
                <a:gd name="T22" fmla="*/ 4 w 95"/>
                <a:gd name="T23" fmla="*/ 65 h 87"/>
                <a:gd name="T24" fmla="*/ 13 w 95"/>
                <a:gd name="T25" fmla="*/ 54 h 87"/>
                <a:gd name="T26" fmla="*/ 31 w 95"/>
                <a:gd name="T27" fmla="*/ 47 h 87"/>
                <a:gd name="T28" fmla="*/ 31 w 95"/>
                <a:gd name="T29" fmla="*/ 30 h 87"/>
                <a:gd name="T30" fmla="*/ 18 w 95"/>
                <a:gd name="T31" fmla="*/ 11 h 87"/>
                <a:gd name="T32" fmla="*/ 4 w 95"/>
                <a:gd name="T33" fmla="*/ 1 h 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87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11" y="2"/>
                    <a:pt x="29" y="12"/>
                    <a:pt x="39" y="6"/>
                  </a:cubicBezTo>
                  <a:cubicBezTo>
                    <a:pt x="39" y="17"/>
                    <a:pt x="49" y="39"/>
                    <a:pt x="61" y="42"/>
                  </a:cubicBezTo>
                  <a:cubicBezTo>
                    <a:pt x="69" y="44"/>
                    <a:pt x="74" y="41"/>
                    <a:pt x="82" y="45"/>
                  </a:cubicBezTo>
                  <a:cubicBezTo>
                    <a:pt x="88" y="49"/>
                    <a:pt x="94" y="56"/>
                    <a:pt x="95" y="64"/>
                  </a:cubicBezTo>
                  <a:cubicBezTo>
                    <a:pt x="89" y="64"/>
                    <a:pt x="83" y="66"/>
                    <a:pt x="78" y="68"/>
                  </a:cubicBezTo>
                  <a:cubicBezTo>
                    <a:pt x="76" y="58"/>
                    <a:pt x="73" y="53"/>
                    <a:pt x="63" y="52"/>
                  </a:cubicBezTo>
                  <a:cubicBezTo>
                    <a:pt x="47" y="51"/>
                    <a:pt x="57" y="64"/>
                    <a:pt x="47" y="71"/>
                  </a:cubicBezTo>
                  <a:cubicBezTo>
                    <a:pt x="44" y="73"/>
                    <a:pt x="39" y="72"/>
                    <a:pt x="36" y="73"/>
                  </a:cubicBezTo>
                  <a:cubicBezTo>
                    <a:pt x="31" y="74"/>
                    <a:pt x="27" y="79"/>
                    <a:pt x="22" y="81"/>
                  </a:cubicBezTo>
                  <a:cubicBezTo>
                    <a:pt x="13" y="87"/>
                    <a:pt x="13" y="86"/>
                    <a:pt x="4" y="81"/>
                  </a:cubicBezTo>
                  <a:cubicBezTo>
                    <a:pt x="7" y="77"/>
                    <a:pt x="12" y="70"/>
                    <a:pt x="16" y="67"/>
                  </a:cubicBezTo>
                  <a:cubicBezTo>
                    <a:pt x="22" y="63"/>
                    <a:pt x="32" y="63"/>
                    <a:pt x="37" y="58"/>
                  </a:cubicBezTo>
                  <a:cubicBezTo>
                    <a:pt x="42" y="53"/>
                    <a:pt x="40" y="43"/>
                    <a:pt x="37" y="36"/>
                  </a:cubicBezTo>
                  <a:cubicBezTo>
                    <a:pt x="34" y="27"/>
                    <a:pt x="28" y="20"/>
                    <a:pt x="21" y="14"/>
                  </a:cubicBezTo>
                  <a:cubicBezTo>
                    <a:pt x="16" y="10"/>
                    <a:pt x="8" y="7"/>
                    <a:pt x="4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499">
              <a:extLst>
                <a:ext uri="{FF2B5EF4-FFF2-40B4-BE49-F238E27FC236}">
                  <a16:creationId xmlns:a16="http://schemas.microsoft.com/office/drawing/2014/main" id="{140485BA-C725-4753-A777-31D0875E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942"/>
              <a:ext cx="56" cy="62"/>
            </a:xfrm>
            <a:custGeom>
              <a:avLst/>
              <a:gdLst>
                <a:gd name="T0" fmla="*/ 0 w 61"/>
                <a:gd name="T1" fmla="*/ 27 h 67"/>
                <a:gd name="T2" fmla="*/ 17 w 61"/>
                <a:gd name="T3" fmla="*/ 18 h 67"/>
                <a:gd name="T4" fmla="*/ 22 w 61"/>
                <a:gd name="T5" fmla="*/ 0 h 67"/>
                <a:gd name="T6" fmla="*/ 47 w 61"/>
                <a:gd name="T7" fmla="*/ 7 h 67"/>
                <a:gd name="T8" fmla="*/ 36 w 61"/>
                <a:gd name="T9" fmla="*/ 53 h 67"/>
                <a:gd name="T10" fmla="*/ 20 w 61"/>
                <a:gd name="T11" fmla="*/ 37 h 67"/>
                <a:gd name="T12" fmla="*/ 6 w 61"/>
                <a:gd name="T13" fmla="*/ 2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7">
                  <a:moveTo>
                    <a:pt x="0" y="33"/>
                  </a:moveTo>
                  <a:cubicBezTo>
                    <a:pt x="7" y="28"/>
                    <a:pt x="16" y="28"/>
                    <a:pt x="22" y="22"/>
                  </a:cubicBezTo>
                  <a:cubicBezTo>
                    <a:pt x="28" y="15"/>
                    <a:pt x="28" y="9"/>
                    <a:pt x="28" y="0"/>
                  </a:cubicBezTo>
                  <a:cubicBezTo>
                    <a:pt x="39" y="5"/>
                    <a:pt x="48" y="9"/>
                    <a:pt x="61" y="10"/>
                  </a:cubicBezTo>
                  <a:cubicBezTo>
                    <a:pt x="54" y="28"/>
                    <a:pt x="58" y="50"/>
                    <a:pt x="47" y="67"/>
                  </a:cubicBezTo>
                  <a:cubicBezTo>
                    <a:pt x="39" y="61"/>
                    <a:pt x="33" y="53"/>
                    <a:pt x="26" y="47"/>
                  </a:cubicBezTo>
                  <a:cubicBezTo>
                    <a:pt x="20" y="41"/>
                    <a:pt x="10" y="36"/>
                    <a:pt x="6" y="3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500">
              <a:extLst>
                <a:ext uri="{FF2B5EF4-FFF2-40B4-BE49-F238E27FC236}">
                  <a16:creationId xmlns:a16="http://schemas.microsoft.com/office/drawing/2014/main" id="{69B2B038-1F00-4080-BC52-B75135ED6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974"/>
              <a:ext cx="89" cy="40"/>
            </a:xfrm>
            <a:custGeom>
              <a:avLst/>
              <a:gdLst>
                <a:gd name="T0" fmla="*/ 18 w 96"/>
                <a:gd name="T1" fmla="*/ 0 h 43"/>
                <a:gd name="T2" fmla="*/ 0 w 96"/>
                <a:gd name="T3" fmla="*/ 10 h 43"/>
                <a:gd name="T4" fmla="*/ 32 w 96"/>
                <a:gd name="T5" fmla="*/ 26 h 43"/>
                <a:gd name="T6" fmla="*/ 57 w 96"/>
                <a:gd name="T7" fmla="*/ 30 h 43"/>
                <a:gd name="T8" fmla="*/ 77 w 96"/>
                <a:gd name="T9" fmla="*/ 34 h 43"/>
                <a:gd name="T10" fmla="*/ 65 w 96"/>
                <a:gd name="T11" fmla="*/ 22 h 43"/>
                <a:gd name="T12" fmla="*/ 53 w 96"/>
                <a:gd name="T13" fmla="*/ 19 h 43"/>
                <a:gd name="T14" fmla="*/ 18 w 96"/>
                <a:gd name="T15" fmla="*/ 1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43">
                  <a:moveTo>
                    <a:pt x="23" y="0"/>
                  </a:moveTo>
                  <a:cubicBezTo>
                    <a:pt x="16" y="5"/>
                    <a:pt x="8" y="9"/>
                    <a:pt x="0" y="13"/>
                  </a:cubicBezTo>
                  <a:cubicBezTo>
                    <a:pt x="5" y="30"/>
                    <a:pt x="26" y="29"/>
                    <a:pt x="40" y="32"/>
                  </a:cubicBezTo>
                  <a:cubicBezTo>
                    <a:pt x="51" y="34"/>
                    <a:pt x="60" y="36"/>
                    <a:pt x="71" y="37"/>
                  </a:cubicBezTo>
                  <a:cubicBezTo>
                    <a:pt x="79" y="38"/>
                    <a:pt x="90" y="39"/>
                    <a:pt x="96" y="43"/>
                  </a:cubicBezTo>
                  <a:cubicBezTo>
                    <a:pt x="91" y="38"/>
                    <a:pt x="88" y="32"/>
                    <a:pt x="82" y="28"/>
                  </a:cubicBezTo>
                  <a:cubicBezTo>
                    <a:pt x="78" y="25"/>
                    <a:pt x="72" y="25"/>
                    <a:pt x="66" y="24"/>
                  </a:cubicBezTo>
                  <a:cubicBezTo>
                    <a:pt x="48" y="21"/>
                    <a:pt x="38" y="9"/>
                    <a:pt x="23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501">
              <a:extLst>
                <a:ext uri="{FF2B5EF4-FFF2-40B4-BE49-F238E27FC236}">
                  <a16:creationId xmlns:a16="http://schemas.microsoft.com/office/drawing/2014/main" id="{1689E06C-3A59-4886-9FFB-A36817DBC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891"/>
              <a:ext cx="110" cy="46"/>
            </a:xfrm>
            <a:custGeom>
              <a:avLst/>
              <a:gdLst>
                <a:gd name="T0" fmla="*/ 19 w 118"/>
                <a:gd name="T1" fmla="*/ 32 h 50"/>
                <a:gd name="T2" fmla="*/ 63 w 118"/>
                <a:gd name="T3" fmla="*/ 36 h 50"/>
                <a:gd name="T4" fmla="*/ 96 w 118"/>
                <a:gd name="T5" fmla="*/ 39 h 50"/>
                <a:gd name="T6" fmla="*/ 88 w 118"/>
                <a:gd name="T7" fmla="*/ 27 h 50"/>
                <a:gd name="T8" fmla="*/ 77 w 118"/>
                <a:gd name="T9" fmla="*/ 8 h 50"/>
                <a:gd name="T10" fmla="*/ 68 w 118"/>
                <a:gd name="T11" fmla="*/ 3 h 50"/>
                <a:gd name="T12" fmla="*/ 68 w 118"/>
                <a:gd name="T13" fmla="*/ 18 h 50"/>
                <a:gd name="T14" fmla="*/ 55 w 118"/>
                <a:gd name="T15" fmla="*/ 25 h 50"/>
                <a:gd name="T16" fmla="*/ 33 w 118"/>
                <a:gd name="T17" fmla="*/ 27 h 50"/>
                <a:gd name="T18" fmla="*/ 0 w 118"/>
                <a:gd name="T19" fmla="*/ 24 h 50"/>
                <a:gd name="T20" fmla="*/ 33 w 118"/>
                <a:gd name="T21" fmla="*/ 37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50">
                  <a:moveTo>
                    <a:pt x="23" y="41"/>
                  </a:moveTo>
                  <a:cubicBezTo>
                    <a:pt x="40" y="49"/>
                    <a:pt x="60" y="45"/>
                    <a:pt x="78" y="46"/>
                  </a:cubicBezTo>
                  <a:cubicBezTo>
                    <a:pt x="91" y="47"/>
                    <a:pt x="105" y="48"/>
                    <a:pt x="118" y="50"/>
                  </a:cubicBezTo>
                  <a:cubicBezTo>
                    <a:pt x="115" y="44"/>
                    <a:pt x="111" y="40"/>
                    <a:pt x="108" y="34"/>
                  </a:cubicBezTo>
                  <a:cubicBezTo>
                    <a:pt x="104" y="26"/>
                    <a:pt x="102" y="18"/>
                    <a:pt x="96" y="11"/>
                  </a:cubicBezTo>
                  <a:cubicBezTo>
                    <a:pt x="93" y="7"/>
                    <a:pt x="90" y="0"/>
                    <a:pt x="84" y="3"/>
                  </a:cubicBezTo>
                  <a:cubicBezTo>
                    <a:pt x="74" y="7"/>
                    <a:pt x="86" y="18"/>
                    <a:pt x="84" y="24"/>
                  </a:cubicBezTo>
                  <a:cubicBezTo>
                    <a:pt x="82" y="30"/>
                    <a:pt x="73" y="30"/>
                    <a:pt x="68" y="32"/>
                  </a:cubicBezTo>
                  <a:cubicBezTo>
                    <a:pt x="58" y="36"/>
                    <a:pt x="52" y="36"/>
                    <a:pt x="41" y="35"/>
                  </a:cubicBezTo>
                  <a:cubicBezTo>
                    <a:pt x="32" y="34"/>
                    <a:pt x="5" y="17"/>
                    <a:pt x="0" y="30"/>
                  </a:cubicBezTo>
                  <a:cubicBezTo>
                    <a:pt x="10" y="37"/>
                    <a:pt x="29" y="45"/>
                    <a:pt x="41" y="4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502">
              <a:extLst>
                <a:ext uri="{FF2B5EF4-FFF2-40B4-BE49-F238E27FC236}">
                  <a16:creationId xmlns:a16="http://schemas.microsoft.com/office/drawing/2014/main" id="{A9248014-9912-4D80-AF51-5FAB494EF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866"/>
              <a:ext cx="95" cy="63"/>
            </a:xfrm>
            <a:custGeom>
              <a:avLst/>
              <a:gdLst>
                <a:gd name="T0" fmla="*/ 82 w 102"/>
                <a:gd name="T1" fmla="*/ 19 h 68"/>
                <a:gd name="T2" fmla="*/ 37 w 102"/>
                <a:gd name="T3" fmla="*/ 10 h 68"/>
                <a:gd name="T4" fmla="*/ 0 w 102"/>
                <a:gd name="T5" fmla="*/ 53 h 68"/>
                <a:gd name="T6" fmla="*/ 15 w 102"/>
                <a:gd name="T7" fmla="*/ 54 h 68"/>
                <a:gd name="T8" fmla="*/ 81 w 102"/>
                <a:gd name="T9" fmla="*/ 2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8">
                  <a:moveTo>
                    <a:pt x="102" y="24"/>
                  </a:moveTo>
                  <a:cubicBezTo>
                    <a:pt x="89" y="11"/>
                    <a:pt x="61" y="0"/>
                    <a:pt x="46" y="13"/>
                  </a:cubicBezTo>
                  <a:cubicBezTo>
                    <a:pt x="28" y="30"/>
                    <a:pt x="15" y="48"/>
                    <a:pt x="0" y="67"/>
                  </a:cubicBezTo>
                  <a:cubicBezTo>
                    <a:pt x="6" y="65"/>
                    <a:pt x="12" y="66"/>
                    <a:pt x="18" y="68"/>
                  </a:cubicBezTo>
                  <a:cubicBezTo>
                    <a:pt x="24" y="37"/>
                    <a:pt x="75" y="28"/>
                    <a:pt x="100" y="2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503">
              <a:extLst>
                <a:ext uri="{FF2B5EF4-FFF2-40B4-BE49-F238E27FC236}">
                  <a16:creationId xmlns:a16="http://schemas.microsoft.com/office/drawing/2014/main" id="{7BC9A0FF-D4E7-491C-A54B-DB9CF37F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964"/>
              <a:ext cx="34" cy="170"/>
            </a:xfrm>
            <a:custGeom>
              <a:avLst/>
              <a:gdLst>
                <a:gd name="T0" fmla="*/ 0 w 37"/>
                <a:gd name="T1" fmla="*/ 5 h 182"/>
                <a:gd name="T2" fmla="*/ 17 w 37"/>
                <a:gd name="T3" fmla="*/ 7 h 182"/>
                <a:gd name="T4" fmla="*/ 25 w 37"/>
                <a:gd name="T5" fmla="*/ 19 h 182"/>
                <a:gd name="T6" fmla="*/ 27 w 37"/>
                <a:gd name="T7" fmla="*/ 76 h 182"/>
                <a:gd name="T8" fmla="*/ 20 w 37"/>
                <a:gd name="T9" fmla="*/ 149 h 182"/>
                <a:gd name="T10" fmla="*/ 22 w 37"/>
                <a:gd name="T11" fmla="*/ 98 h 182"/>
                <a:gd name="T12" fmla="*/ 22 w 37"/>
                <a:gd name="T13" fmla="*/ 47 h 182"/>
                <a:gd name="T14" fmla="*/ 16 w 37"/>
                <a:gd name="T15" fmla="*/ 31 h 182"/>
                <a:gd name="T16" fmla="*/ 13 w 37"/>
                <a:gd name="T17" fmla="*/ 12 h 182"/>
                <a:gd name="T18" fmla="*/ 0 w 37"/>
                <a:gd name="T19" fmla="*/ 0 h 1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82">
                  <a:moveTo>
                    <a:pt x="0" y="5"/>
                  </a:moveTo>
                  <a:cubicBezTo>
                    <a:pt x="5" y="4"/>
                    <a:pt x="16" y="6"/>
                    <a:pt x="22" y="8"/>
                  </a:cubicBezTo>
                  <a:cubicBezTo>
                    <a:pt x="33" y="10"/>
                    <a:pt x="32" y="12"/>
                    <a:pt x="32" y="22"/>
                  </a:cubicBezTo>
                  <a:cubicBezTo>
                    <a:pt x="33" y="46"/>
                    <a:pt x="37" y="69"/>
                    <a:pt x="35" y="93"/>
                  </a:cubicBezTo>
                  <a:cubicBezTo>
                    <a:pt x="33" y="119"/>
                    <a:pt x="14" y="156"/>
                    <a:pt x="26" y="182"/>
                  </a:cubicBezTo>
                  <a:cubicBezTo>
                    <a:pt x="23" y="160"/>
                    <a:pt x="25" y="142"/>
                    <a:pt x="28" y="120"/>
                  </a:cubicBezTo>
                  <a:cubicBezTo>
                    <a:pt x="31" y="100"/>
                    <a:pt x="35" y="76"/>
                    <a:pt x="28" y="57"/>
                  </a:cubicBezTo>
                  <a:cubicBezTo>
                    <a:pt x="25" y="50"/>
                    <a:pt x="22" y="44"/>
                    <a:pt x="20" y="37"/>
                  </a:cubicBezTo>
                  <a:cubicBezTo>
                    <a:pt x="19" y="31"/>
                    <a:pt x="19" y="21"/>
                    <a:pt x="16" y="15"/>
                  </a:cubicBezTo>
                  <a:cubicBezTo>
                    <a:pt x="12" y="8"/>
                    <a:pt x="3" y="8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504">
              <a:extLst>
                <a:ext uri="{FF2B5EF4-FFF2-40B4-BE49-F238E27FC236}">
                  <a16:creationId xmlns:a16="http://schemas.microsoft.com/office/drawing/2014/main" id="{AED324E8-E64B-479F-9219-F19F34A28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837"/>
              <a:ext cx="90" cy="57"/>
            </a:xfrm>
            <a:custGeom>
              <a:avLst/>
              <a:gdLst>
                <a:gd name="T0" fmla="*/ 6 w 97"/>
                <a:gd name="T1" fmla="*/ 5 h 61"/>
                <a:gd name="T2" fmla="*/ 37 w 97"/>
                <a:gd name="T3" fmla="*/ 14 h 61"/>
                <a:gd name="T4" fmla="*/ 54 w 97"/>
                <a:gd name="T5" fmla="*/ 21 h 61"/>
                <a:gd name="T6" fmla="*/ 69 w 97"/>
                <a:gd name="T7" fmla="*/ 27 h 61"/>
                <a:gd name="T8" fmla="*/ 70 w 97"/>
                <a:gd name="T9" fmla="*/ 50 h 61"/>
                <a:gd name="T10" fmla="*/ 32 w 97"/>
                <a:gd name="T11" fmla="*/ 25 h 61"/>
                <a:gd name="T12" fmla="*/ 0 w 97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1">
                  <a:moveTo>
                    <a:pt x="9" y="5"/>
                  </a:moveTo>
                  <a:cubicBezTo>
                    <a:pt x="20" y="5"/>
                    <a:pt x="36" y="13"/>
                    <a:pt x="46" y="17"/>
                  </a:cubicBezTo>
                  <a:cubicBezTo>
                    <a:pt x="53" y="20"/>
                    <a:pt x="60" y="24"/>
                    <a:pt x="67" y="26"/>
                  </a:cubicBezTo>
                  <a:cubicBezTo>
                    <a:pt x="72" y="28"/>
                    <a:pt x="82" y="29"/>
                    <a:pt x="86" y="33"/>
                  </a:cubicBezTo>
                  <a:cubicBezTo>
                    <a:pt x="97" y="42"/>
                    <a:pt x="85" y="50"/>
                    <a:pt x="87" y="61"/>
                  </a:cubicBezTo>
                  <a:cubicBezTo>
                    <a:pt x="71" y="54"/>
                    <a:pt x="57" y="40"/>
                    <a:pt x="41" y="31"/>
                  </a:cubicBezTo>
                  <a:cubicBezTo>
                    <a:pt x="26" y="23"/>
                    <a:pt x="11" y="13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505">
              <a:extLst>
                <a:ext uri="{FF2B5EF4-FFF2-40B4-BE49-F238E27FC236}">
                  <a16:creationId xmlns:a16="http://schemas.microsoft.com/office/drawing/2014/main" id="{ECB3D400-C90A-4250-B9E0-D14475B2C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13"/>
              <a:ext cx="137" cy="46"/>
            </a:xfrm>
            <a:custGeom>
              <a:avLst/>
              <a:gdLst>
                <a:gd name="T0" fmla="*/ 113 w 147"/>
                <a:gd name="T1" fmla="*/ 17 h 50"/>
                <a:gd name="T2" fmla="*/ 51 w 147"/>
                <a:gd name="T3" fmla="*/ 17 h 50"/>
                <a:gd name="T4" fmla="*/ 20 w 147"/>
                <a:gd name="T5" fmla="*/ 12 h 50"/>
                <a:gd name="T6" fmla="*/ 5 w 147"/>
                <a:gd name="T7" fmla="*/ 0 h 50"/>
                <a:gd name="T8" fmla="*/ 0 w 147"/>
                <a:gd name="T9" fmla="*/ 15 h 50"/>
                <a:gd name="T10" fmla="*/ 68 w 147"/>
                <a:gd name="T11" fmla="*/ 34 h 50"/>
                <a:gd name="T12" fmla="*/ 119 w 147"/>
                <a:gd name="T13" fmla="*/ 2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50">
                  <a:moveTo>
                    <a:pt x="140" y="23"/>
                  </a:moveTo>
                  <a:cubicBezTo>
                    <a:pt x="116" y="17"/>
                    <a:pt x="87" y="23"/>
                    <a:pt x="63" y="23"/>
                  </a:cubicBezTo>
                  <a:cubicBezTo>
                    <a:pt x="52" y="23"/>
                    <a:pt x="34" y="20"/>
                    <a:pt x="24" y="15"/>
                  </a:cubicBezTo>
                  <a:cubicBezTo>
                    <a:pt x="17" y="12"/>
                    <a:pt x="13" y="3"/>
                    <a:pt x="5" y="0"/>
                  </a:cubicBezTo>
                  <a:cubicBezTo>
                    <a:pt x="4" y="6"/>
                    <a:pt x="2" y="12"/>
                    <a:pt x="0" y="18"/>
                  </a:cubicBezTo>
                  <a:cubicBezTo>
                    <a:pt x="28" y="25"/>
                    <a:pt x="55" y="50"/>
                    <a:pt x="84" y="44"/>
                  </a:cubicBezTo>
                  <a:cubicBezTo>
                    <a:pt x="105" y="39"/>
                    <a:pt x="127" y="31"/>
                    <a:pt x="147" y="2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506">
              <a:extLst>
                <a:ext uri="{FF2B5EF4-FFF2-40B4-BE49-F238E27FC236}">
                  <a16:creationId xmlns:a16="http://schemas.microsoft.com/office/drawing/2014/main" id="{B3BCF897-1E4A-4CE6-B3B0-49176300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695"/>
              <a:ext cx="73" cy="58"/>
            </a:xfrm>
            <a:custGeom>
              <a:avLst/>
              <a:gdLst>
                <a:gd name="T0" fmla="*/ 37 w 79"/>
                <a:gd name="T1" fmla="*/ 0 h 62"/>
                <a:gd name="T2" fmla="*/ 56 w 79"/>
                <a:gd name="T3" fmla="*/ 31 h 62"/>
                <a:gd name="T4" fmla="*/ 40 w 79"/>
                <a:gd name="T5" fmla="*/ 41 h 62"/>
                <a:gd name="T6" fmla="*/ 24 w 79"/>
                <a:gd name="T7" fmla="*/ 51 h 62"/>
                <a:gd name="T8" fmla="*/ 2 w 79"/>
                <a:gd name="T9" fmla="*/ 33 h 62"/>
                <a:gd name="T10" fmla="*/ 17 w 79"/>
                <a:gd name="T11" fmla="*/ 20 h 62"/>
                <a:gd name="T12" fmla="*/ 36 w 79"/>
                <a:gd name="T13" fmla="*/ 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2">
                  <a:moveTo>
                    <a:pt x="47" y="0"/>
                  </a:moveTo>
                  <a:cubicBezTo>
                    <a:pt x="48" y="12"/>
                    <a:pt x="79" y="22"/>
                    <a:pt x="71" y="37"/>
                  </a:cubicBezTo>
                  <a:cubicBezTo>
                    <a:pt x="68" y="43"/>
                    <a:pt x="56" y="47"/>
                    <a:pt x="51" y="50"/>
                  </a:cubicBezTo>
                  <a:cubicBezTo>
                    <a:pt x="46" y="53"/>
                    <a:pt x="36" y="62"/>
                    <a:pt x="30" y="62"/>
                  </a:cubicBezTo>
                  <a:cubicBezTo>
                    <a:pt x="25" y="62"/>
                    <a:pt x="3" y="46"/>
                    <a:pt x="2" y="40"/>
                  </a:cubicBezTo>
                  <a:cubicBezTo>
                    <a:pt x="0" y="31"/>
                    <a:pt x="15" y="28"/>
                    <a:pt x="21" y="24"/>
                  </a:cubicBezTo>
                  <a:cubicBezTo>
                    <a:pt x="29" y="19"/>
                    <a:pt x="35" y="12"/>
                    <a:pt x="45" y="1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507">
              <a:extLst>
                <a:ext uri="{FF2B5EF4-FFF2-40B4-BE49-F238E27FC236}">
                  <a16:creationId xmlns:a16="http://schemas.microsoft.com/office/drawing/2014/main" id="{39C8C773-788E-470E-B4ED-531DE296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748"/>
              <a:ext cx="37" cy="34"/>
            </a:xfrm>
            <a:custGeom>
              <a:avLst/>
              <a:gdLst>
                <a:gd name="T0" fmla="*/ 9 w 39"/>
                <a:gd name="T1" fmla="*/ 6 h 37"/>
                <a:gd name="T2" fmla="*/ 19 w 39"/>
                <a:gd name="T3" fmla="*/ 0 h 37"/>
                <a:gd name="T4" fmla="*/ 33 w 39"/>
                <a:gd name="T5" fmla="*/ 28 h 37"/>
                <a:gd name="T6" fmla="*/ 11 w 39"/>
                <a:gd name="T7" fmla="*/ 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9" y="6"/>
                  </a:moveTo>
                  <a:cubicBezTo>
                    <a:pt x="14" y="8"/>
                    <a:pt x="18" y="2"/>
                    <a:pt x="22" y="0"/>
                  </a:cubicBezTo>
                  <a:cubicBezTo>
                    <a:pt x="30" y="9"/>
                    <a:pt x="32" y="26"/>
                    <a:pt x="39" y="37"/>
                  </a:cubicBezTo>
                  <a:cubicBezTo>
                    <a:pt x="28" y="35"/>
                    <a:pt x="0" y="17"/>
                    <a:pt x="14" y="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508">
              <a:extLst>
                <a:ext uri="{FF2B5EF4-FFF2-40B4-BE49-F238E27FC236}">
                  <a16:creationId xmlns:a16="http://schemas.microsoft.com/office/drawing/2014/main" id="{87E9F1B0-9EC1-4E3C-B926-4F2C6824E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964"/>
              <a:ext cx="85" cy="29"/>
            </a:xfrm>
            <a:custGeom>
              <a:avLst/>
              <a:gdLst>
                <a:gd name="T0" fmla="*/ 1 w 91"/>
                <a:gd name="T1" fmla="*/ 5 h 31"/>
                <a:gd name="T2" fmla="*/ 45 w 91"/>
                <a:gd name="T3" fmla="*/ 8 h 31"/>
                <a:gd name="T4" fmla="*/ 64 w 91"/>
                <a:gd name="T5" fmla="*/ 4 h 31"/>
                <a:gd name="T6" fmla="*/ 68 w 91"/>
                <a:gd name="T7" fmla="*/ 0 h 31"/>
                <a:gd name="T8" fmla="*/ 73 w 91"/>
                <a:gd name="T9" fmla="*/ 16 h 31"/>
                <a:gd name="T10" fmla="*/ 58 w 91"/>
                <a:gd name="T11" fmla="*/ 25 h 31"/>
                <a:gd name="T12" fmla="*/ 34 w 91"/>
                <a:gd name="T13" fmla="*/ 22 h 31"/>
                <a:gd name="T14" fmla="*/ 15 w 91"/>
                <a:gd name="T15" fmla="*/ 21 h 31"/>
                <a:gd name="T16" fmla="*/ 0 w 91"/>
                <a:gd name="T17" fmla="*/ 7 h 31"/>
                <a:gd name="T18" fmla="*/ 1 w 91"/>
                <a:gd name="T19" fmla="*/ 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31">
                  <a:moveTo>
                    <a:pt x="1" y="5"/>
                  </a:moveTo>
                  <a:cubicBezTo>
                    <a:pt x="15" y="12"/>
                    <a:pt x="40" y="12"/>
                    <a:pt x="55" y="11"/>
                  </a:cubicBezTo>
                  <a:cubicBezTo>
                    <a:pt x="64" y="10"/>
                    <a:pt x="71" y="8"/>
                    <a:pt x="78" y="4"/>
                  </a:cubicBezTo>
                  <a:cubicBezTo>
                    <a:pt x="81" y="2"/>
                    <a:pt x="80" y="0"/>
                    <a:pt x="84" y="0"/>
                  </a:cubicBezTo>
                  <a:cubicBezTo>
                    <a:pt x="86" y="5"/>
                    <a:pt x="91" y="14"/>
                    <a:pt x="89" y="19"/>
                  </a:cubicBezTo>
                  <a:cubicBezTo>
                    <a:pt x="87" y="23"/>
                    <a:pt x="75" y="30"/>
                    <a:pt x="71" y="31"/>
                  </a:cubicBezTo>
                  <a:cubicBezTo>
                    <a:pt x="66" y="21"/>
                    <a:pt x="51" y="26"/>
                    <a:pt x="42" y="27"/>
                  </a:cubicBezTo>
                  <a:cubicBezTo>
                    <a:pt x="34" y="29"/>
                    <a:pt x="26" y="29"/>
                    <a:pt x="18" y="26"/>
                  </a:cubicBezTo>
                  <a:cubicBezTo>
                    <a:pt x="8" y="22"/>
                    <a:pt x="6" y="16"/>
                    <a:pt x="0" y="9"/>
                  </a:cubicBezTo>
                  <a:cubicBezTo>
                    <a:pt x="0" y="8"/>
                    <a:pt x="0" y="9"/>
                    <a:pt x="1" y="1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509">
              <a:extLst>
                <a:ext uri="{FF2B5EF4-FFF2-40B4-BE49-F238E27FC236}">
                  <a16:creationId xmlns:a16="http://schemas.microsoft.com/office/drawing/2014/main" id="{30B1F8D7-EBFA-415D-9A65-31186FD84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980"/>
              <a:ext cx="59" cy="63"/>
            </a:xfrm>
            <a:custGeom>
              <a:avLst/>
              <a:gdLst>
                <a:gd name="T0" fmla="*/ 26 w 64"/>
                <a:gd name="T1" fmla="*/ 9 h 67"/>
                <a:gd name="T2" fmla="*/ 27 w 64"/>
                <a:gd name="T3" fmla="*/ 26 h 67"/>
                <a:gd name="T4" fmla="*/ 49 w 64"/>
                <a:gd name="T5" fmla="*/ 35 h 67"/>
                <a:gd name="T6" fmla="*/ 45 w 64"/>
                <a:gd name="T7" fmla="*/ 55 h 67"/>
                <a:gd name="T8" fmla="*/ 11 w 64"/>
                <a:gd name="T9" fmla="*/ 34 h 67"/>
                <a:gd name="T10" fmla="*/ 18 w 64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67">
                  <a:moveTo>
                    <a:pt x="33" y="12"/>
                  </a:moveTo>
                  <a:cubicBezTo>
                    <a:pt x="23" y="3"/>
                    <a:pt x="32" y="29"/>
                    <a:pt x="34" y="32"/>
                  </a:cubicBezTo>
                  <a:cubicBezTo>
                    <a:pt x="42" y="43"/>
                    <a:pt x="50" y="40"/>
                    <a:pt x="63" y="41"/>
                  </a:cubicBezTo>
                  <a:cubicBezTo>
                    <a:pt x="64" y="49"/>
                    <a:pt x="60" y="60"/>
                    <a:pt x="57" y="67"/>
                  </a:cubicBezTo>
                  <a:cubicBezTo>
                    <a:pt x="45" y="55"/>
                    <a:pt x="26" y="52"/>
                    <a:pt x="14" y="40"/>
                  </a:cubicBezTo>
                  <a:cubicBezTo>
                    <a:pt x="0" y="26"/>
                    <a:pt x="10" y="4"/>
                    <a:pt x="24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510">
              <a:extLst>
                <a:ext uri="{FF2B5EF4-FFF2-40B4-BE49-F238E27FC236}">
                  <a16:creationId xmlns:a16="http://schemas.microsoft.com/office/drawing/2014/main" id="{6B659119-FF86-42EC-A90C-7A9407505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3092"/>
              <a:ext cx="30" cy="28"/>
            </a:xfrm>
            <a:custGeom>
              <a:avLst/>
              <a:gdLst>
                <a:gd name="T0" fmla="*/ 0 w 32"/>
                <a:gd name="T1" fmla="*/ 7 h 30"/>
                <a:gd name="T2" fmla="*/ 20 w 32"/>
                <a:gd name="T3" fmla="*/ 24 h 30"/>
                <a:gd name="T4" fmla="*/ 24 w 32"/>
                <a:gd name="T5" fmla="*/ 6 h 30"/>
                <a:gd name="T6" fmla="*/ 4 w 32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0" y="8"/>
                  </a:moveTo>
                  <a:cubicBezTo>
                    <a:pt x="6" y="16"/>
                    <a:pt x="14" y="27"/>
                    <a:pt x="23" y="30"/>
                  </a:cubicBezTo>
                  <a:cubicBezTo>
                    <a:pt x="22" y="23"/>
                    <a:pt x="32" y="12"/>
                    <a:pt x="30" y="6"/>
                  </a:cubicBezTo>
                  <a:cubicBezTo>
                    <a:pt x="28" y="0"/>
                    <a:pt x="7" y="6"/>
                    <a:pt x="4" y="1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511">
              <a:extLst>
                <a:ext uri="{FF2B5EF4-FFF2-40B4-BE49-F238E27FC236}">
                  <a16:creationId xmlns:a16="http://schemas.microsoft.com/office/drawing/2014/main" id="{4D2EC080-ECA4-4364-8AF8-BED55B636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121"/>
              <a:ext cx="34" cy="28"/>
            </a:xfrm>
            <a:custGeom>
              <a:avLst/>
              <a:gdLst>
                <a:gd name="T0" fmla="*/ 12 w 36"/>
                <a:gd name="T1" fmla="*/ 1 h 30"/>
                <a:gd name="T2" fmla="*/ 21 w 36"/>
                <a:gd name="T3" fmla="*/ 5 h 30"/>
                <a:gd name="T4" fmla="*/ 30 w 36"/>
                <a:gd name="T5" fmla="*/ 13 h 30"/>
                <a:gd name="T6" fmla="*/ 24 w 36"/>
                <a:gd name="T7" fmla="*/ 24 h 30"/>
                <a:gd name="T8" fmla="*/ 12 w 36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0">
                  <a:moveTo>
                    <a:pt x="15" y="1"/>
                  </a:moveTo>
                  <a:cubicBezTo>
                    <a:pt x="12" y="0"/>
                    <a:pt x="22" y="4"/>
                    <a:pt x="24" y="5"/>
                  </a:cubicBezTo>
                  <a:cubicBezTo>
                    <a:pt x="28" y="7"/>
                    <a:pt x="34" y="10"/>
                    <a:pt x="36" y="16"/>
                  </a:cubicBezTo>
                  <a:cubicBezTo>
                    <a:pt x="31" y="18"/>
                    <a:pt x="28" y="26"/>
                    <a:pt x="27" y="30"/>
                  </a:cubicBezTo>
                  <a:cubicBezTo>
                    <a:pt x="24" y="26"/>
                    <a:pt x="0" y="5"/>
                    <a:pt x="15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512">
              <a:extLst>
                <a:ext uri="{FF2B5EF4-FFF2-40B4-BE49-F238E27FC236}">
                  <a16:creationId xmlns:a16="http://schemas.microsoft.com/office/drawing/2014/main" id="{CB139A66-4B2F-4E71-A432-DBCE1462C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163"/>
              <a:ext cx="24" cy="48"/>
            </a:xfrm>
            <a:custGeom>
              <a:avLst/>
              <a:gdLst>
                <a:gd name="T0" fmla="*/ 16 w 26"/>
                <a:gd name="T1" fmla="*/ 3 h 52"/>
                <a:gd name="T2" fmla="*/ 3 w 26"/>
                <a:gd name="T3" fmla="*/ 41 h 52"/>
                <a:gd name="T4" fmla="*/ 14 w 26"/>
                <a:gd name="T5" fmla="*/ 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2">
                  <a:moveTo>
                    <a:pt x="20" y="3"/>
                  </a:moveTo>
                  <a:cubicBezTo>
                    <a:pt x="0" y="0"/>
                    <a:pt x="3" y="41"/>
                    <a:pt x="3" y="52"/>
                  </a:cubicBezTo>
                  <a:cubicBezTo>
                    <a:pt x="5" y="33"/>
                    <a:pt x="26" y="21"/>
                    <a:pt x="17" y="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513">
              <a:extLst>
                <a:ext uri="{FF2B5EF4-FFF2-40B4-BE49-F238E27FC236}">
                  <a16:creationId xmlns:a16="http://schemas.microsoft.com/office/drawing/2014/main" id="{953D016E-C5E0-4CCB-B28E-3187498A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225"/>
              <a:ext cx="54" cy="50"/>
            </a:xfrm>
            <a:custGeom>
              <a:avLst/>
              <a:gdLst>
                <a:gd name="T0" fmla="*/ 2 w 59"/>
                <a:gd name="T1" fmla="*/ 0 h 54"/>
                <a:gd name="T2" fmla="*/ 41 w 59"/>
                <a:gd name="T3" fmla="*/ 19 h 54"/>
                <a:gd name="T4" fmla="*/ 41 w 59"/>
                <a:gd name="T5" fmla="*/ 43 h 54"/>
                <a:gd name="T6" fmla="*/ 32 w 59"/>
                <a:gd name="T7" fmla="*/ 24 h 54"/>
                <a:gd name="T8" fmla="*/ 22 w 59"/>
                <a:gd name="T9" fmla="*/ 17 h 54"/>
                <a:gd name="T10" fmla="*/ 1 w 59"/>
                <a:gd name="T11" fmla="*/ 5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4">
                  <a:moveTo>
                    <a:pt x="2" y="0"/>
                  </a:moveTo>
                  <a:cubicBezTo>
                    <a:pt x="19" y="6"/>
                    <a:pt x="44" y="7"/>
                    <a:pt x="54" y="24"/>
                  </a:cubicBezTo>
                  <a:cubicBezTo>
                    <a:pt x="58" y="31"/>
                    <a:pt x="59" y="48"/>
                    <a:pt x="53" y="54"/>
                  </a:cubicBezTo>
                  <a:cubicBezTo>
                    <a:pt x="47" y="51"/>
                    <a:pt x="44" y="36"/>
                    <a:pt x="41" y="30"/>
                  </a:cubicBezTo>
                  <a:cubicBezTo>
                    <a:pt x="37" y="23"/>
                    <a:pt x="36" y="22"/>
                    <a:pt x="28" y="21"/>
                  </a:cubicBezTo>
                  <a:cubicBezTo>
                    <a:pt x="16" y="20"/>
                    <a:pt x="0" y="22"/>
                    <a:pt x="1" y="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514">
              <a:extLst>
                <a:ext uri="{FF2B5EF4-FFF2-40B4-BE49-F238E27FC236}">
                  <a16:creationId xmlns:a16="http://schemas.microsoft.com/office/drawing/2014/main" id="{11100FFD-629B-49EF-8578-D7E50CEB8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3115"/>
              <a:ext cx="36" cy="30"/>
            </a:xfrm>
            <a:custGeom>
              <a:avLst/>
              <a:gdLst>
                <a:gd name="T0" fmla="*/ 3 w 39"/>
                <a:gd name="T1" fmla="*/ 2 h 32"/>
                <a:gd name="T2" fmla="*/ 3 w 39"/>
                <a:gd name="T3" fmla="*/ 0 h 32"/>
                <a:gd name="T4" fmla="*/ 0 w 39"/>
                <a:gd name="T5" fmla="*/ 26 h 32"/>
                <a:gd name="T6" fmla="*/ 18 w 39"/>
                <a:gd name="T7" fmla="*/ 22 h 32"/>
                <a:gd name="T8" fmla="*/ 30 w 39"/>
                <a:gd name="T9" fmla="*/ 21 h 32"/>
                <a:gd name="T10" fmla="*/ 6 w 39"/>
                <a:gd name="T11" fmla="*/ 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2">
                  <a:moveTo>
                    <a:pt x="3" y="2"/>
                  </a:moveTo>
                  <a:cubicBezTo>
                    <a:pt x="3" y="1"/>
                    <a:pt x="3" y="0"/>
                    <a:pt x="3" y="0"/>
                  </a:cubicBezTo>
                  <a:cubicBezTo>
                    <a:pt x="5" y="11"/>
                    <a:pt x="3" y="21"/>
                    <a:pt x="0" y="32"/>
                  </a:cubicBezTo>
                  <a:cubicBezTo>
                    <a:pt x="8" y="32"/>
                    <a:pt x="16" y="27"/>
                    <a:pt x="24" y="26"/>
                  </a:cubicBezTo>
                  <a:cubicBezTo>
                    <a:pt x="29" y="26"/>
                    <a:pt x="35" y="27"/>
                    <a:pt x="39" y="25"/>
                  </a:cubicBezTo>
                  <a:cubicBezTo>
                    <a:pt x="32" y="23"/>
                    <a:pt x="9" y="7"/>
                    <a:pt x="9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515">
              <a:extLst>
                <a:ext uri="{FF2B5EF4-FFF2-40B4-BE49-F238E27FC236}">
                  <a16:creationId xmlns:a16="http://schemas.microsoft.com/office/drawing/2014/main" id="{EC3DB493-7DF2-4B49-815A-34A50E90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3059"/>
              <a:ext cx="42" cy="42"/>
            </a:xfrm>
            <a:custGeom>
              <a:avLst/>
              <a:gdLst>
                <a:gd name="T0" fmla="*/ 25 w 45"/>
                <a:gd name="T1" fmla="*/ 2 h 45"/>
                <a:gd name="T2" fmla="*/ 0 w 45"/>
                <a:gd name="T3" fmla="*/ 20 h 45"/>
                <a:gd name="T4" fmla="*/ 20 w 45"/>
                <a:gd name="T5" fmla="*/ 35 h 45"/>
                <a:gd name="T6" fmla="*/ 34 w 45"/>
                <a:gd name="T7" fmla="*/ 19 h 45"/>
                <a:gd name="T8" fmla="*/ 25 w 45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31" y="2"/>
                  </a:moveTo>
                  <a:cubicBezTo>
                    <a:pt x="24" y="2"/>
                    <a:pt x="0" y="17"/>
                    <a:pt x="0" y="25"/>
                  </a:cubicBezTo>
                  <a:cubicBezTo>
                    <a:pt x="0" y="33"/>
                    <a:pt x="17" y="45"/>
                    <a:pt x="24" y="44"/>
                  </a:cubicBezTo>
                  <a:cubicBezTo>
                    <a:pt x="22" y="31"/>
                    <a:pt x="38" y="32"/>
                    <a:pt x="42" y="22"/>
                  </a:cubicBezTo>
                  <a:cubicBezTo>
                    <a:pt x="45" y="14"/>
                    <a:pt x="34" y="7"/>
                    <a:pt x="31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516">
              <a:extLst>
                <a:ext uri="{FF2B5EF4-FFF2-40B4-BE49-F238E27FC236}">
                  <a16:creationId xmlns:a16="http://schemas.microsoft.com/office/drawing/2014/main" id="{5EE7366A-E401-41FD-A883-1038789E5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3017"/>
              <a:ext cx="58" cy="63"/>
            </a:xfrm>
            <a:custGeom>
              <a:avLst/>
              <a:gdLst>
                <a:gd name="T0" fmla="*/ 51 w 62"/>
                <a:gd name="T1" fmla="*/ 24 h 68"/>
                <a:gd name="T2" fmla="*/ 30 w 62"/>
                <a:gd name="T3" fmla="*/ 6 h 68"/>
                <a:gd name="T4" fmla="*/ 15 w 62"/>
                <a:gd name="T5" fmla="*/ 13 h 68"/>
                <a:gd name="T6" fmla="*/ 0 w 62"/>
                <a:gd name="T7" fmla="*/ 30 h 68"/>
                <a:gd name="T8" fmla="*/ 10 w 62"/>
                <a:gd name="T9" fmla="*/ 54 h 68"/>
                <a:gd name="T10" fmla="*/ 48 w 62"/>
                <a:gd name="T11" fmla="*/ 2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62" y="30"/>
                  </a:moveTo>
                  <a:cubicBezTo>
                    <a:pt x="51" y="26"/>
                    <a:pt x="46" y="13"/>
                    <a:pt x="36" y="6"/>
                  </a:cubicBezTo>
                  <a:cubicBezTo>
                    <a:pt x="27" y="0"/>
                    <a:pt x="25" y="8"/>
                    <a:pt x="18" y="16"/>
                  </a:cubicBezTo>
                  <a:cubicBezTo>
                    <a:pt x="12" y="22"/>
                    <a:pt x="1" y="29"/>
                    <a:pt x="0" y="37"/>
                  </a:cubicBezTo>
                  <a:cubicBezTo>
                    <a:pt x="0" y="47"/>
                    <a:pt x="7" y="61"/>
                    <a:pt x="13" y="68"/>
                  </a:cubicBezTo>
                  <a:cubicBezTo>
                    <a:pt x="27" y="60"/>
                    <a:pt x="53" y="48"/>
                    <a:pt x="59" y="33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517">
              <a:extLst>
                <a:ext uri="{FF2B5EF4-FFF2-40B4-BE49-F238E27FC236}">
                  <a16:creationId xmlns:a16="http://schemas.microsoft.com/office/drawing/2014/main" id="{A67D6869-0FC1-4D46-A2D9-F1FE3004D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977"/>
              <a:ext cx="48" cy="40"/>
            </a:xfrm>
            <a:custGeom>
              <a:avLst/>
              <a:gdLst>
                <a:gd name="T0" fmla="*/ 34 w 51"/>
                <a:gd name="T1" fmla="*/ 2 h 43"/>
                <a:gd name="T2" fmla="*/ 42 w 51"/>
                <a:gd name="T3" fmla="*/ 7 h 43"/>
                <a:gd name="T4" fmla="*/ 38 w 51"/>
                <a:gd name="T5" fmla="*/ 29 h 43"/>
                <a:gd name="T6" fmla="*/ 19 w 51"/>
                <a:gd name="T7" fmla="*/ 31 h 43"/>
                <a:gd name="T8" fmla="*/ 0 w 51"/>
                <a:gd name="T9" fmla="*/ 31 h 43"/>
                <a:gd name="T10" fmla="*/ 13 w 51"/>
                <a:gd name="T11" fmla="*/ 28 h 43"/>
                <a:gd name="T12" fmla="*/ 23 w 51"/>
                <a:gd name="T13" fmla="*/ 19 h 43"/>
                <a:gd name="T14" fmla="*/ 28 w 51"/>
                <a:gd name="T15" fmla="*/ 7 h 43"/>
                <a:gd name="T16" fmla="*/ 36 w 51"/>
                <a:gd name="T17" fmla="*/ 2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3">
                  <a:moveTo>
                    <a:pt x="40" y="2"/>
                  </a:moveTo>
                  <a:cubicBezTo>
                    <a:pt x="50" y="2"/>
                    <a:pt x="50" y="0"/>
                    <a:pt x="51" y="10"/>
                  </a:cubicBezTo>
                  <a:cubicBezTo>
                    <a:pt x="51" y="16"/>
                    <a:pt x="50" y="31"/>
                    <a:pt x="46" y="36"/>
                  </a:cubicBezTo>
                  <a:cubicBezTo>
                    <a:pt x="41" y="40"/>
                    <a:pt x="28" y="38"/>
                    <a:pt x="22" y="39"/>
                  </a:cubicBezTo>
                  <a:cubicBezTo>
                    <a:pt x="12" y="41"/>
                    <a:pt x="9" y="43"/>
                    <a:pt x="0" y="39"/>
                  </a:cubicBezTo>
                  <a:cubicBezTo>
                    <a:pt x="5" y="34"/>
                    <a:pt x="11" y="36"/>
                    <a:pt x="16" y="34"/>
                  </a:cubicBezTo>
                  <a:cubicBezTo>
                    <a:pt x="22" y="32"/>
                    <a:pt x="25" y="28"/>
                    <a:pt x="28" y="23"/>
                  </a:cubicBezTo>
                  <a:cubicBezTo>
                    <a:pt x="30" y="18"/>
                    <a:pt x="31" y="13"/>
                    <a:pt x="34" y="9"/>
                  </a:cubicBezTo>
                  <a:cubicBezTo>
                    <a:pt x="37" y="6"/>
                    <a:pt x="42" y="5"/>
                    <a:pt x="43" y="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518">
              <a:extLst>
                <a:ext uri="{FF2B5EF4-FFF2-40B4-BE49-F238E27FC236}">
                  <a16:creationId xmlns:a16="http://schemas.microsoft.com/office/drawing/2014/main" id="{388DCAC9-2B78-4DFF-8857-562C511F1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905"/>
              <a:ext cx="67" cy="57"/>
            </a:xfrm>
            <a:custGeom>
              <a:avLst/>
              <a:gdLst>
                <a:gd name="T0" fmla="*/ 58 w 72"/>
                <a:gd name="T1" fmla="*/ 15 h 61"/>
                <a:gd name="T2" fmla="*/ 45 w 72"/>
                <a:gd name="T3" fmla="*/ 15 h 61"/>
                <a:gd name="T4" fmla="*/ 33 w 72"/>
                <a:gd name="T5" fmla="*/ 4 h 61"/>
                <a:gd name="T6" fmla="*/ 24 w 72"/>
                <a:gd name="T7" fmla="*/ 17 h 61"/>
                <a:gd name="T8" fmla="*/ 8 w 72"/>
                <a:gd name="T9" fmla="*/ 50 h 61"/>
                <a:gd name="T10" fmla="*/ 32 w 72"/>
                <a:gd name="T11" fmla="*/ 24 h 61"/>
                <a:gd name="T12" fmla="*/ 48 w 72"/>
                <a:gd name="T13" fmla="*/ 24 h 61"/>
                <a:gd name="T14" fmla="*/ 56 w 72"/>
                <a:gd name="T15" fmla="*/ 1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61">
                  <a:moveTo>
                    <a:pt x="72" y="18"/>
                  </a:moveTo>
                  <a:cubicBezTo>
                    <a:pt x="67" y="20"/>
                    <a:pt x="61" y="20"/>
                    <a:pt x="56" y="18"/>
                  </a:cubicBezTo>
                  <a:cubicBezTo>
                    <a:pt x="48" y="16"/>
                    <a:pt x="47" y="6"/>
                    <a:pt x="41" y="4"/>
                  </a:cubicBezTo>
                  <a:cubicBezTo>
                    <a:pt x="32" y="0"/>
                    <a:pt x="33" y="13"/>
                    <a:pt x="30" y="20"/>
                  </a:cubicBezTo>
                  <a:cubicBezTo>
                    <a:pt x="24" y="36"/>
                    <a:pt x="0" y="42"/>
                    <a:pt x="11" y="61"/>
                  </a:cubicBezTo>
                  <a:cubicBezTo>
                    <a:pt x="16" y="49"/>
                    <a:pt x="25" y="31"/>
                    <a:pt x="39" y="30"/>
                  </a:cubicBezTo>
                  <a:cubicBezTo>
                    <a:pt x="47" y="29"/>
                    <a:pt x="54" y="34"/>
                    <a:pt x="60" y="30"/>
                  </a:cubicBezTo>
                  <a:cubicBezTo>
                    <a:pt x="63" y="28"/>
                    <a:pt x="66" y="22"/>
                    <a:pt x="69" y="19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519">
              <a:extLst>
                <a:ext uri="{FF2B5EF4-FFF2-40B4-BE49-F238E27FC236}">
                  <a16:creationId xmlns:a16="http://schemas.microsoft.com/office/drawing/2014/main" id="{F844DDF1-882B-4D70-8740-0BF88AFE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2870"/>
              <a:ext cx="14" cy="22"/>
            </a:xfrm>
            <a:custGeom>
              <a:avLst/>
              <a:gdLst>
                <a:gd name="T0" fmla="*/ 9 w 16"/>
                <a:gd name="T1" fmla="*/ 3 h 24"/>
                <a:gd name="T2" fmla="*/ 4 w 16"/>
                <a:gd name="T3" fmla="*/ 7 h 24"/>
                <a:gd name="T4" fmla="*/ 0 w 16"/>
                <a:gd name="T5" fmla="*/ 15 h 24"/>
                <a:gd name="T6" fmla="*/ 4 w 16"/>
                <a:gd name="T7" fmla="*/ 18 h 24"/>
                <a:gd name="T8" fmla="*/ 9 w 1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12" y="3"/>
                  </a:moveTo>
                  <a:cubicBezTo>
                    <a:pt x="13" y="0"/>
                    <a:pt x="9" y="8"/>
                    <a:pt x="7" y="10"/>
                  </a:cubicBezTo>
                  <a:cubicBezTo>
                    <a:pt x="5" y="13"/>
                    <a:pt x="1" y="15"/>
                    <a:pt x="0" y="19"/>
                  </a:cubicBezTo>
                  <a:cubicBezTo>
                    <a:pt x="0" y="20"/>
                    <a:pt x="3" y="23"/>
                    <a:pt x="4" y="24"/>
                  </a:cubicBezTo>
                  <a:cubicBezTo>
                    <a:pt x="13" y="20"/>
                    <a:pt x="16" y="9"/>
                    <a:pt x="13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520">
              <a:extLst>
                <a:ext uri="{FF2B5EF4-FFF2-40B4-BE49-F238E27FC236}">
                  <a16:creationId xmlns:a16="http://schemas.microsoft.com/office/drawing/2014/main" id="{27E2202A-221F-4266-B2FB-0D16BF4C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762"/>
              <a:ext cx="39" cy="13"/>
            </a:xfrm>
            <a:custGeom>
              <a:avLst/>
              <a:gdLst>
                <a:gd name="T0" fmla="*/ 0 w 42"/>
                <a:gd name="T1" fmla="*/ 5 h 14"/>
                <a:gd name="T2" fmla="*/ 33 w 42"/>
                <a:gd name="T3" fmla="*/ 11 h 14"/>
                <a:gd name="T4" fmla="*/ 3 w 42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4">
                  <a:moveTo>
                    <a:pt x="0" y="5"/>
                  </a:moveTo>
                  <a:cubicBezTo>
                    <a:pt x="11" y="10"/>
                    <a:pt x="30" y="12"/>
                    <a:pt x="41" y="14"/>
                  </a:cubicBezTo>
                  <a:cubicBezTo>
                    <a:pt x="42" y="0"/>
                    <a:pt x="8" y="4"/>
                    <a:pt x="3" y="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521">
              <a:extLst>
                <a:ext uri="{FF2B5EF4-FFF2-40B4-BE49-F238E27FC236}">
                  <a16:creationId xmlns:a16="http://schemas.microsoft.com/office/drawing/2014/main" id="{C37BA767-AFF9-4C36-8AE7-5B804DA3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793"/>
              <a:ext cx="51" cy="35"/>
            </a:xfrm>
            <a:custGeom>
              <a:avLst/>
              <a:gdLst>
                <a:gd name="T0" fmla="*/ 0 w 55"/>
                <a:gd name="T1" fmla="*/ 0 h 37"/>
                <a:gd name="T2" fmla="*/ 18 w 55"/>
                <a:gd name="T3" fmla="*/ 9 h 37"/>
                <a:gd name="T4" fmla="*/ 44 w 55"/>
                <a:gd name="T5" fmla="*/ 31 h 37"/>
                <a:gd name="T6" fmla="*/ 22 w 55"/>
                <a:gd name="T7" fmla="*/ 13 h 37"/>
                <a:gd name="T8" fmla="*/ 0 w 5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7">
                  <a:moveTo>
                    <a:pt x="0" y="0"/>
                  </a:moveTo>
                  <a:cubicBezTo>
                    <a:pt x="1" y="1"/>
                    <a:pt x="18" y="9"/>
                    <a:pt x="23" y="12"/>
                  </a:cubicBezTo>
                  <a:cubicBezTo>
                    <a:pt x="33" y="19"/>
                    <a:pt x="44" y="35"/>
                    <a:pt x="55" y="37"/>
                  </a:cubicBezTo>
                  <a:cubicBezTo>
                    <a:pt x="53" y="23"/>
                    <a:pt x="39" y="22"/>
                    <a:pt x="28" y="16"/>
                  </a:cubicBezTo>
                  <a:cubicBezTo>
                    <a:pt x="18" y="12"/>
                    <a:pt x="11" y="3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522">
              <a:extLst>
                <a:ext uri="{FF2B5EF4-FFF2-40B4-BE49-F238E27FC236}">
                  <a16:creationId xmlns:a16="http://schemas.microsoft.com/office/drawing/2014/main" id="{F2D97469-7093-475E-BF4A-5BFFCD443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752"/>
              <a:ext cx="16" cy="18"/>
            </a:xfrm>
            <a:custGeom>
              <a:avLst/>
              <a:gdLst>
                <a:gd name="T0" fmla="*/ 1 w 17"/>
                <a:gd name="T1" fmla="*/ 3 h 19"/>
                <a:gd name="T2" fmla="*/ 14 w 17"/>
                <a:gd name="T3" fmla="*/ 12 h 19"/>
                <a:gd name="T4" fmla="*/ 0 w 1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" y="3"/>
                  </a:moveTo>
                  <a:cubicBezTo>
                    <a:pt x="4" y="11"/>
                    <a:pt x="7" y="19"/>
                    <a:pt x="17" y="15"/>
                  </a:cubicBezTo>
                  <a:cubicBezTo>
                    <a:pt x="17" y="6"/>
                    <a:pt x="9" y="0"/>
                    <a:pt x="0" y="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523">
              <a:extLst>
                <a:ext uri="{FF2B5EF4-FFF2-40B4-BE49-F238E27FC236}">
                  <a16:creationId xmlns:a16="http://schemas.microsoft.com/office/drawing/2014/main" id="{609504AC-0094-47B3-ABB2-C15ABC041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767"/>
              <a:ext cx="21" cy="21"/>
            </a:xfrm>
            <a:custGeom>
              <a:avLst/>
              <a:gdLst>
                <a:gd name="T0" fmla="*/ 0 w 22"/>
                <a:gd name="T1" fmla="*/ 0 h 22"/>
                <a:gd name="T2" fmla="*/ 16 w 22"/>
                <a:gd name="T3" fmla="*/ 11 h 22"/>
                <a:gd name="T4" fmla="*/ 3 w 2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2" y="4"/>
                    <a:pt x="22" y="22"/>
                    <a:pt x="19" y="11"/>
                  </a:cubicBezTo>
                  <a:cubicBezTo>
                    <a:pt x="16" y="4"/>
                    <a:pt x="8" y="5"/>
                    <a:pt x="3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524">
              <a:extLst>
                <a:ext uri="{FF2B5EF4-FFF2-40B4-BE49-F238E27FC236}">
                  <a16:creationId xmlns:a16="http://schemas.microsoft.com/office/drawing/2014/main" id="{8217DA78-DF0F-4ECA-A99E-C0F619D67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628"/>
              <a:ext cx="72" cy="68"/>
            </a:xfrm>
            <a:custGeom>
              <a:avLst/>
              <a:gdLst>
                <a:gd name="T0" fmla="*/ 55 w 78"/>
                <a:gd name="T1" fmla="*/ 0 h 73"/>
                <a:gd name="T2" fmla="*/ 6 w 78"/>
                <a:gd name="T3" fmla="*/ 26 h 73"/>
                <a:gd name="T4" fmla="*/ 14 w 78"/>
                <a:gd name="T5" fmla="*/ 59 h 73"/>
                <a:gd name="T6" fmla="*/ 17 w 78"/>
                <a:gd name="T7" fmla="*/ 26 h 73"/>
                <a:gd name="T8" fmla="*/ 36 w 78"/>
                <a:gd name="T9" fmla="*/ 10 h 73"/>
                <a:gd name="T10" fmla="*/ 52 w 78"/>
                <a:gd name="T11" fmla="*/ 7 h 73"/>
                <a:gd name="T12" fmla="*/ 57 w 78"/>
                <a:gd name="T13" fmla="*/ 7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73">
                  <a:moveTo>
                    <a:pt x="70" y="0"/>
                  </a:moveTo>
                  <a:cubicBezTo>
                    <a:pt x="54" y="11"/>
                    <a:pt x="15" y="11"/>
                    <a:pt x="6" y="32"/>
                  </a:cubicBezTo>
                  <a:cubicBezTo>
                    <a:pt x="0" y="46"/>
                    <a:pt x="8" y="63"/>
                    <a:pt x="17" y="73"/>
                  </a:cubicBezTo>
                  <a:cubicBezTo>
                    <a:pt x="7" y="54"/>
                    <a:pt x="6" y="48"/>
                    <a:pt x="21" y="32"/>
                  </a:cubicBezTo>
                  <a:cubicBezTo>
                    <a:pt x="29" y="23"/>
                    <a:pt x="34" y="18"/>
                    <a:pt x="46" y="13"/>
                  </a:cubicBezTo>
                  <a:cubicBezTo>
                    <a:pt x="54" y="11"/>
                    <a:pt x="58" y="10"/>
                    <a:pt x="66" y="9"/>
                  </a:cubicBezTo>
                  <a:cubicBezTo>
                    <a:pt x="69" y="9"/>
                    <a:pt x="78" y="9"/>
                    <a:pt x="73" y="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525">
              <a:extLst>
                <a:ext uri="{FF2B5EF4-FFF2-40B4-BE49-F238E27FC236}">
                  <a16:creationId xmlns:a16="http://schemas.microsoft.com/office/drawing/2014/main" id="{C96A50E9-97A6-49AD-86A5-F9AE51A67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573"/>
              <a:ext cx="55" cy="35"/>
            </a:xfrm>
            <a:custGeom>
              <a:avLst/>
              <a:gdLst>
                <a:gd name="T0" fmla="*/ 46 w 59"/>
                <a:gd name="T1" fmla="*/ 0 h 37"/>
                <a:gd name="T2" fmla="*/ 0 w 59"/>
                <a:gd name="T3" fmla="*/ 30 h 37"/>
                <a:gd name="T4" fmla="*/ 30 w 59"/>
                <a:gd name="T5" fmla="*/ 14 h 37"/>
                <a:gd name="T6" fmla="*/ 48 w 59"/>
                <a:gd name="T7" fmla="*/ 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7">
                  <a:moveTo>
                    <a:pt x="57" y="0"/>
                  </a:moveTo>
                  <a:cubicBezTo>
                    <a:pt x="33" y="0"/>
                    <a:pt x="5" y="11"/>
                    <a:pt x="0" y="36"/>
                  </a:cubicBezTo>
                  <a:cubicBezTo>
                    <a:pt x="9" y="37"/>
                    <a:pt x="27" y="22"/>
                    <a:pt x="36" y="17"/>
                  </a:cubicBezTo>
                  <a:cubicBezTo>
                    <a:pt x="43" y="15"/>
                    <a:pt x="56" y="8"/>
                    <a:pt x="59" y="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526">
              <a:extLst>
                <a:ext uri="{FF2B5EF4-FFF2-40B4-BE49-F238E27FC236}">
                  <a16:creationId xmlns:a16="http://schemas.microsoft.com/office/drawing/2014/main" id="{19AA619C-E039-459C-BCD0-B8CA5F866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3028"/>
              <a:ext cx="18" cy="17"/>
            </a:xfrm>
            <a:custGeom>
              <a:avLst/>
              <a:gdLst>
                <a:gd name="T0" fmla="*/ 7 w 19"/>
                <a:gd name="T1" fmla="*/ 0 h 18"/>
                <a:gd name="T2" fmla="*/ 9 w 19"/>
                <a:gd name="T3" fmla="*/ 15 h 18"/>
                <a:gd name="T4" fmla="*/ 13 w 19"/>
                <a:gd name="T5" fmla="*/ 3 h 18"/>
                <a:gd name="T6" fmla="*/ 7 w 19"/>
                <a:gd name="T7" fmla="*/ 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7" y="0"/>
                  </a:moveTo>
                  <a:cubicBezTo>
                    <a:pt x="8" y="7"/>
                    <a:pt x="0" y="18"/>
                    <a:pt x="11" y="18"/>
                  </a:cubicBezTo>
                  <a:cubicBezTo>
                    <a:pt x="19" y="18"/>
                    <a:pt x="19" y="9"/>
                    <a:pt x="16" y="3"/>
                  </a:cubicBezTo>
                  <a:cubicBezTo>
                    <a:pt x="11" y="3"/>
                    <a:pt x="8" y="4"/>
                    <a:pt x="7" y="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527">
              <a:extLst>
                <a:ext uri="{FF2B5EF4-FFF2-40B4-BE49-F238E27FC236}">
                  <a16:creationId xmlns:a16="http://schemas.microsoft.com/office/drawing/2014/main" id="{7AC989EC-DC97-4CCC-99F1-C8BD8E50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3018"/>
              <a:ext cx="18" cy="13"/>
            </a:xfrm>
            <a:custGeom>
              <a:avLst/>
              <a:gdLst>
                <a:gd name="T0" fmla="*/ 4 w 19"/>
                <a:gd name="T1" fmla="*/ 2 h 13"/>
                <a:gd name="T2" fmla="*/ 14 w 19"/>
                <a:gd name="T3" fmla="*/ 11 h 13"/>
                <a:gd name="T4" fmla="*/ 5 w 19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4" y="2"/>
                  </a:moveTo>
                  <a:cubicBezTo>
                    <a:pt x="0" y="12"/>
                    <a:pt x="9" y="13"/>
                    <a:pt x="17" y="11"/>
                  </a:cubicBezTo>
                  <a:cubicBezTo>
                    <a:pt x="19" y="4"/>
                    <a:pt x="11" y="0"/>
                    <a:pt x="5" y="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528">
              <a:extLst>
                <a:ext uri="{FF2B5EF4-FFF2-40B4-BE49-F238E27FC236}">
                  <a16:creationId xmlns:a16="http://schemas.microsoft.com/office/drawing/2014/main" id="{132EF9FA-CF0A-4A62-BEF8-C6B240EF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113"/>
              <a:ext cx="74" cy="47"/>
            </a:xfrm>
            <a:custGeom>
              <a:avLst/>
              <a:gdLst>
                <a:gd name="T0" fmla="*/ 0 w 80"/>
                <a:gd name="T1" fmla="*/ 41 h 50"/>
                <a:gd name="T2" fmla="*/ 35 w 80"/>
                <a:gd name="T3" fmla="*/ 16 h 50"/>
                <a:gd name="T4" fmla="*/ 63 w 80"/>
                <a:gd name="T5" fmla="*/ 0 h 50"/>
                <a:gd name="T6" fmla="*/ 6 w 80"/>
                <a:gd name="T7" fmla="*/ 4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50">
                  <a:moveTo>
                    <a:pt x="0" y="50"/>
                  </a:moveTo>
                  <a:cubicBezTo>
                    <a:pt x="16" y="46"/>
                    <a:pt x="27" y="26"/>
                    <a:pt x="44" y="19"/>
                  </a:cubicBezTo>
                  <a:cubicBezTo>
                    <a:pt x="60" y="14"/>
                    <a:pt x="67" y="10"/>
                    <a:pt x="80" y="0"/>
                  </a:cubicBezTo>
                  <a:cubicBezTo>
                    <a:pt x="58" y="4"/>
                    <a:pt x="16" y="24"/>
                    <a:pt x="7" y="5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529">
              <a:extLst>
                <a:ext uri="{FF2B5EF4-FFF2-40B4-BE49-F238E27FC236}">
                  <a16:creationId xmlns:a16="http://schemas.microsoft.com/office/drawing/2014/main" id="{90C07CF5-AEBF-4262-B82E-9A55A20F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173"/>
              <a:ext cx="43" cy="74"/>
            </a:xfrm>
            <a:custGeom>
              <a:avLst/>
              <a:gdLst>
                <a:gd name="T0" fmla="*/ 30 w 46"/>
                <a:gd name="T1" fmla="*/ 0 h 79"/>
                <a:gd name="T2" fmla="*/ 37 w 46"/>
                <a:gd name="T3" fmla="*/ 35 h 79"/>
                <a:gd name="T4" fmla="*/ 33 w 46"/>
                <a:gd name="T5" fmla="*/ 65 h 79"/>
                <a:gd name="T6" fmla="*/ 10 w 46"/>
                <a:gd name="T7" fmla="*/ 55 h 79"/>
                <a:gd name="T8" fmla="*/ 0 w 46"/>
                <a:gd name="T9" fmla="*/ 50 h 79"/>
                <a:gd name="T10" fmla="*/ 15 w 46"/>
                <a:gd name="T11" fmla="*/ 25 h 79"/>
                <a:gd name="T12" fmla="*/ 22 w 46"/>
                <a:gd name="T13" fmla="*/ 4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79">
                  <a:moveTo>
                    <a:pt x="36" y="0"/>
                  </a:moveTo>
                  <a:cubicBezTo>
                    <a:pt x="27" y="10"/>
                    <a:pt x="39" y="34"/>
                    <a:pt x="46" y="43"/>
                  </a:cubicBezTo>
                  <a:cubicBezTo>
                    <a:pt x="36" y="50"/>
                    <a:pt x="41" y="68"/>
                    <a:pt x="40" y="79"/>
                  </a:cubicBezTo>
                  <a:cubicBezTo>
                    <a:pt x="32" y="76"/>
                    <a:pt x="22" y="70"/>
                    <a:pt x="13" y="67"/>
                  </a:cubicBezTo>
                  <a:cubicBezTo>
                    <a:pt x="7" y="65"/>
                    <a:pt x="3" y="68"/>
                    <a:pt x="0" y="61"/>
                  </a:cubicBezTo>
                  <a:cubicBezTo>
                    <a:pt x="9" y="56"/>
                    <a:pt x="13" y="40"/>
                    <a:pt x="18" y="31"/>
                  </a:cubicBezTo>
                  <a:cubicBezTo>
                    <a:pt x="22" y="22"/>
                    <a:pt x="26" y="14"/>
                    <a:pt x="28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530">
              <a:extLst>
                <a:ext uri="{FF2B5EF4-FFF2-40B4-BE49-F238E27FC236}">
                  <a16:creationId xmlns:a16="http://schemas.microsoft.com/office/drawing/2014/main" id="{F13FE401-12F8-4586-8A1C-6BDDAF783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292"/>
              <a:ext cx="24" cy="45"/>
            </a:xfrm>
            <a:custGeom>
              <a:avLst/>
              <a:gdLst>
                <a:gd name="T0" fmla="*/ 8 w 26"/>
                <a:gd name="T1" fmla="*/ 0 h 48"/>
                <a:gd name="T2" fmla="*/ 20 w 26"/>
                <a:gd name="T3" fmla="*/ 23 h 48"/>
                <a:gd name="T4" fmla="*/ 4 w 26"/>
                <a:gd name="T5" fmla="*/ 39 h 48"/>
                <a:gd name="T6" fmla="*/ 5 w 26"/>
                <a:gd name="T7" fmla="*/ 1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8">
                  <a:moveTo>
                    <a:pt x="11" y="0"/>
                  </a:moveTo>
                  <a:cubicBezTo>
                    <a:pt x="17" y="9"/>
                    <a:pt x="23" y="20"/>
                    <a:pt x="26" y="29"/>
                  </a:cubicBezTo>
                  <a:cubicBezTo>
                    <a:pt x="20" y="31"/>
                    <a:pt x="11" y="43"/>
                    <a:pt x="4" y="48"/>
                  </a:cubicBezTo>
                  <a:cubicBezTo>
                    <a:pt x="0" y="37"/>
                    <a:pt x="1" y="27"/>
                    <a:pt x="5" y="1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531">
              <a:extLst>
                <a:ext uri="{FF2B5EF4-FFF2-40B4-BE49-F238E27FC236}">
                  <a16:creationId xmlns:a16="http://schemas.microsoft.com/office/drawing/2014/main" id="{6ABC0F1E-F69D-4CFC-A7F8-7CE4ABC73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3220"/>
              <a:ext cx="34" cy="49"/>
            </a:xfrm>
            <a:custGeom>
              <a:avLst/>
              <a:gdLst>
                <a:gd name="T0" fmla="*/ 0 w 37"/>
                <a:gd name="T1" fmla="*/ 1 h 53"/>
                <a:gd name="T2" fmla="*/ 28 w 37"/>
                <a:gd name="T3" fmla="*/ 42 h 53"/>
                <a:gd name="T4" fmla="*/ 28 w 37"/>
                <a:gd name="T5" fmla="*/ 19 h 53"/>
                <a:gd name="T6" fmla="*/ 16 w 37"/>
                <a:gd name="T7" fmla="*/ 0 h 53"/>
                <a:gd name="T8" fmla="*/ 4 w 37"/>
                <a:gd name="T9" fmla="*/ 1 h 53"/>
                <a:gd name="T10" fmla="*/ 4 w 37"/>
                <a:gd name="T11" fmla="*/ 6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3">
                  <a:moveTo>
                    <a:pt x="0" y="1"/>
                  </a:moveTo>
                  <a:cubicBezTo>
                    <a:pt x="15" y="14"/>
                    <a:pt x="29" y="35"/>
                    <a:pt x="37" y="53"/>
                  </a:cubicBezTo>
                  <a:cubicBezTo>
                    <a:pt x="33" y="44"/>
                    <a:pt x="36" y="34"/>
                    <a:pt x="36" y="25"/>
                  </a:cubicBezTo>
                  <a:cubicBezTo>
                    <a:pt x="35" y="11"/>
                    <a:pt x="29" y="11"/>
                    <a:pt x="20" y="0"/>
                  </a:cubicBezTo>
                  <a:cubicBezTo>
                    <a:pt x="15" y="2"/>
                    <a:pt x="9" y="5"/>
                    <a:pt x="4" y="1"/>
                  </a:cubicBezTo>
                  <a:cubicBezTo>
                    <a:pt x="4" y="3"/>
                    <a:pt x="4" y="5"/>
                    <a:pt x="4" y="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532">
              <a:extLst>
                <a:ext uri="{FF2B5EF4-FFF2-40B4-BE49-F238E27FC236}">
                  <a16:creationId xmlns:a16="http://schemas.microsoft.com/office/drawing/2014/main" id="{46C8FECF-8B41-4FB1-910E-AB7FCB7AC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283"/>
              <a:ext cx="37" cy="26"/>
            </a:xfrm>
            <a:custGeom>
              <a:avLst/>
              <a:gdLst>
                <a:gd name="T0" fmla="*/ 33 w 39"/>
                <a:gd name="T1" fmla="*/ 14 h 28"/>
                <a:gd name="T2" fmla="*/ 0 w 39"/>
                <a:gd name="T3" fmla="*/ 0 h 28"/>
                <a:gd name="T4" fmla="*/ 28 w 39"/>
                <a:gd name="T5" fmla="*/ 22 h 28"/>
                <a:gd name="T6" fmla="*/ 29 w 39"/>
                <a:gd name="T7" fmla="*/ 1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9" y="17"/>
                  </a:moveTo>
                  <a:cubicBezTo>
                    <a:pt x="29" y="4"/>
                    <a:pt x="15" y="4"/>
                    <a:pt x="0" y="0"/>
                  </a:cubicBezTo>
                  <a:cubicBezTo>
                    <a:pt x="12" y="8"/>
                    <a:pt x="23" y="18"/>
                    <a:pt x="33" y="28"/>
                  </a:cubicBezTo>
                  <a:cubicBezTo>
                    <a:pt x="36" y="26"/>
                    <a:pt x="35" y="24"/>
                    <a:pt x="35" y="2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533">
              <a:extLst>
                <a:ext uri="{FF2B5EF4-FFF2-40B4-BE49-F238E27FC236}">
                  <a16:creationId xmlns:a16="http://schemas.microsoft.com/office/drawing/2014/main" id="{AE94D62D-4C8A-4431-B2F1-FA398032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3326"/>
              <a:ext cx="14" cy="18"/>
            </a:xfrm>
            <a:custGeom>
              <a:avLst/>
              <a:gdLst>
                <a:gd name="T0" fmla="*/ 12 w 15"/>
                <a:gd name="T1" fmla="*/ 5 h 20"/>
                <a:gd name="T2" fmla="*/ 0 w 15"/>
                <a:gd name="T3" fmla="*/ 14 h 20"/>
                <a:gd name="T4" fmla="*/ 8 w 15"/>
                <a:gd name="T5" fmla="*/ 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5" y="7"/>
                  </a:moveTo>
                  <a:cubicBezTo>
                    <a:pt x="2" y="0"/>
                    <a:pt x="3" y="11"/>
                    <a:pt x="0" y="19"/>
                  </a:cubicBezTo>
                  <a:cubicBezTo>
                    <a:pt x="5" y="20"/>
                    <a:pt x="9" y="18"/>
                    <a:pt x="11" y="1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534">
              <a:extLst>
                <a:ext uri="{FF2B5EF4-FFF2-40B4-BE49-F238E27FC236}">
                  <a16:creationId xmlns:a16="http://schemas.microsoft.com/office/drawing/2014/main" id="{805F01C4-DD0A-44C6-8748-97E5324A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407"/>
              <a:ext cx="91" cy="41"/>
            </a:xfrm>
            <a:custGeom>
              <a:avLst/>
              <a:gdLst>
                <a:gd name="T0" fmla="*/ 2 w 98"/>
                <a:gd name="T1" fmla="*/ 15 h 44"/>
                <a:gd name="T2" fmla="*/ 53 w 98"/>
                <a:gd name="T3" fmla="*/ 35 h 44"/>
                <a:gd name="T4" fmla="*/ 51 w 98"/>
                <a:gd name="T5" fmla="*/ 31 h 44"/>
                <a:gd name="T6" fmla="*/ 79 w 98"/>
                <a:gd name="T7" fmla="*/ 0 h 44"/>
                <a:gd name="T8" fmla="*/ 0 w 98"/>
                <a:gd name="T9" fmla="*/ 2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44">
                  <a:moveTo>
                    <a:pt x="2" y="18"/>
                  </a:moveTo>
                  <a:cubicBezTo>
                    <a:pt x="21" y="27"/>
                    <a:pt x="45" y="43"/>
                    <a:pt x="66" y="44"/>
                  </a:cubicBezTo>
                  <a:cubicBezTo>
                    <a:pt x="66" y="42"/>
                    <a:pt x="65" y="40"/>
                    <a:pt x="64" y="38"/>
                  </a:cubicBezTo>
                  <a:cubicBezTo>
                    <a:pt x="74" y="26"/>
                    <a:pt x="92" y="14"/>
                    <a:pt x="98" y="0"/>
                  </a:cubicBezTo>
                  <a:cubicBezTo>
                    <a:pt x="60" y="10"/>
                    <a:pt x="41" y="37"/>
                    <a:pt x="0" y="2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535">
              <a:extLst>
                <a:ext uri="{FF2B5EF4-FFF2-40B4-BE49-F238E27FC236}">
                  <a16:creationId xmlns:a16="http://schemas.microsoft.com/office/drawing/2014/main" id="{48992D48-2431-4BAD-B18F-36B6FEDD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3327"/>
              <a:ext cx="35" cy="42"/>
            </a:xfrm>
            <a:custGeom>
              <a:avLst/>
              <a:gdLst>
                <a:gd name="T0" fmla="*/ 4 w 38"/>
                <a:gd name="T1" fmla="*/ 0 h 46"/>
                <a:gd name="T2" fmla="*/ 29 w 38"/>
                <a:gd name="T3" fmla="*/ 28 h 46"/>
                <a:gd name="T4" fmla="*/ 0 w 38"/>
                <a:gd name="T5" fmla="*/ 35 h 46"/>
                <a:gd name="T6" fmla="*/ 4 w 38"/>
                <a:gd name="T7" fmla="*/ 1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6">
                  <a:moveTo>
                    <a:pt x="4" y="0"/>
                  </a:moveTo>
                  <a:cubicBezTo>
                    <a:pt x="16" y="13"/>
                    <a:pt x="24" y="28"/>
                    <a:pt x="38" y="37"/>
                  </a:cubicBezTo>
                  <a:cubicBezTo>
                    <a:pt x="28" y="45"/>
                    <a:pt x="12" y="43"/>
                    <a:pt x="0" y="46"/>
                  </a:cubicBezTo>
                  <a:cubicBezTo>
                    <a:pt x="0" y="35"/>
                    <a:pt x="5" y="25"/>
                    <a:pt x="4" y="1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536">
              <a:extLst>
                <a:ext uri="{FF2B5EF4-FFF2-40B4-BE49-F238E27FC236}">
                  <a16:creationId xmlns:a16="http://schemas.microsoft.com/office/drawing/2014/main" id="{F457C36B-6659-4AB3-9EA4-E82011213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384"/>
              <a:ext cx="31" cy="38"/>
            </a:xfrm>
            <a:custGeom>
              <a:avLst/>
              <a:gdLst>
                <a:gd name="T0" fmla="*/ 0 w 33"/>
                <a:gd name="T1" fmla="*/ 11 h 40"/>
                <a:gd name="T2" fmla="*/ 15 w 33"/>
                <a:gd name="T3" fmla="*/ 0 h 40"/>
                <a:gd name="T4" fmla="*/ 6 w 33"/>
                <a:gd name="T5" fmla="*/ 29 h 40"/>
                <a:gd name="T6" fmla="*/ 8 w 33"/>
                <a:gd name="T7" fmla="*/ 1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0" y="14"/>
                  </a:moveTo>
                  <a:cubicBezTo>
                    <a:pt x="5" y="7"/>
                    <a:pt x="10" y="2"/>
                    <a:pt x="18" y="0"/>
                  </a:cubicBezTo>
                  <a:cubicBezTo>
                    <a:pt x="17" y="12"/>
                    <a:pt x="33" y="40"/>
                    <a:pt x="6" y="34"/>
                  </a:cubicBezTo>
                  <a:cubicBezTo>
                    <a:pt x="5" y="27"/>
                    <a:pt x="6" y="20"/>
                    <a:pt x="8" y="1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537">
              <a:extLst>
                <a:ext uri="{FF2B5EF4-FFF2-40B4-BE49-F238E27FC236}">
                  <a16:creationId xmlns:a16="http://schemas.microsoft.com/office/drawing/2014/main" id="{58483188-58F7-43C7-B594-9FA2A414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3271"/>
              <a:ext cx="28" cy="20"/>
            </a:xfrm>
            <a:custGeom>
              <a:avLst/>
              <a:gdLst>
                <a:gd name="T0" fmla="*/ 0 w 30"/>
                <a:gd name="T1" fmla="*/ 15 h 22"/>
                <a:gd name="T2" fmla="*/ 13 w 30"/>
                <a:gd name="T3" fmla="*/ 0 h 22"/>
                <a:gd name="T4" fmla="*/ 24 w 30"/>
                <a:gd name="T5" fmla="*/ 15 h 22"/>
                <a:gd name="T6" fmla="*/ 7 w 30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0" y="20"/>
                  </a:moveTo>
                  <a:cubicBezTo>
                    <a:pt x="7" y="15"/>
                    <a:pt x="14" y="8"/>
                    <a:pt x="16" y="0"/>
                  </a:cubicBezTo>
                  <a:cubicBezTo>
                    <a:pt x="24" y="4"/>
                    <a:pt x="29" y="12"/>
                    <a:pt x="30" y="20"/>
                  </a:cubicBezTo>
                  <a:cubicBezTo>
                    <a:pt x="21" y="21"/>
                    <a:pt x="12" y="22"/>
                    <a:pt x="8" y="1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538">
              <a:extLst>
                <a:ext uri="{FF2B5EF4-FFF2-40B4-BE49-F238E27FC236}">
                  <a16:creationId xmlns:a16="http://schemas.microsoft.com/office/drawing/2014/main" id="{79599BD5-62C2-4015-AE4D-1B1CD1D8A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12"/>
              <a:ext cx="35" cy="47"/>
            </a:xfrm>
            <a:custGeom>
              <a:avLst/>
              <a:gdLst>
                <a:gd name="T0" fmla="*/ 14 w 37"/>
                <a:gd name="T1" fmla="*/ 2 h 50"/>
                <a:gd name="T2" fmla="*/ 3 w 37"/>
                <a:gd name="T3" fmla="*/ 15 h 50"/>
                <a:gd name="T4" fmla="*/ 9 w 37"/>
                <a:gd name="T5" fmla="*/ 41 h 50"/>
                <a:gd name="T6" fmla="*/ 29 w 37"/>
                <a:gd name="T7" fmla="*/ 19 h 50"/>
                <a:gd name="T8" fmla="*/ 9 w 37"/>
                <a:gd name="T9" fmla="*/ 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0">
                  <a:moveTo>
                    <a:pt x="17" y="2"/>
                  </a:moveTo>
                  <a:cubicBezTo>
                    <a:pt x="14" y="8"/>
                    <a:pt x="5" y="12"/>
                    <a:pt x="3" y="18"/>
                  </a:cubicBezTo>
                  <a:cubicBezTo>
                    <a:pt x="0" y="29"/>
                    <a:pt x="10" y="38"/>
                    <a:pt x="9" y="50"/>
                  </a:cubicBezTo>
                  <a:cubicBezTo>
                    <a:pt x="18" y="43"/>
                    <a:pt x="33" y="36"/>
                    <a:pt x="35" y="22"/>
                  </a:cubicBezTo>
                  <a:cubicBezTo>
                    <a:pt x="37" y="6"/>
                    <a:pt x="24" y="0"/>
                    <a:pt x="11" y="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539">
              <a:extLst>
                <a:ext uri="{FF2B5EF4-FFF2-40B4-BE49-F238E27FC236}">
                  <a16:creationId xmlns:a16="http://schemas.microsoft.com/office/drawing/2014/main" id="{24B7EF44-5350-4CAA-A0E6-14A4124FE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040"/>
              <a:ext cx="65" cy="26"/>
            </a:xfrm>
            <a:custGeom>
              <a:avLst/>
              <a:gdLst>
                <a:gd name="T0" fmla="*/ 16 w 69"/>
                <a:gd name="T1" fmla="*/ 2 h 28"/>
                <a:gd name="T2" fmla="*/ 54 w 69"/>
                <a:gd name="T3" fmla="*/ 22 h 28"/>
                <a:gd name="T4" fmla="*/ 14 w 69"/>
                <a:gd name="T5" fmla="*/ 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8">
                  <a:moveTo>
                    <a:pt x="19" y="2"/>
                  </a:moveTo>
                  <a:cubicBezTo>
                    <a:pt x="0" y="25"/>
                    <a:pt x="53" y="26"/>
                    <a:pt x="65" y="28"/>
                  </a:cubicBezTo>
                  <a:cubicBezTo>
                    <a:pt x="69" y="0"/>
                    <a:pt x="30" y="11"/>
                    <a:pt x="17" y="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540">
              <a:extLst>
                <a:ext uri="{FF2B5EF4-FFF2-40B4-BE49-F238E27FC236}">
                  <a16:creationId xmlns:a16="http://schemas.microsoft.com/office/drawing/2014/main" id="{7BD57675-B2C5-479B-A3A0-5FC38C020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238"/>
              <a:ext cx="109" cy="40"/>
            </a:xfrm>
            <a:custGeom>
              <a:avLst/>
              <a:gdLst>
                <a:gd name="T0" fmla="*/ 0 w 117"/>
                <a:gd name="T1" fmla="*/ 4 h 43"/>
                <a:gd name="T2" fmla="*/ 66 w 117"/>
                <a:gd name="T3" fmla="*/ 20 h 43"/>
                <a:gd name="T4" fmla="*/ 95 w 117"/>
                <a:gd name="T5" fmla="*/ 31 h 43"/>
                <a:gd name="T6" fmla="*/ 45 w 117"/>
                <a:gd name="T7" fmla="*/ 19 h 43"/>
                <a:gd name="T8" fmla="*/ 2 w 117"/>
                <a:gd name="T9" fmla="*/ 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43">
                  <a:moveTo>
                    <a:pt x="0" y="4"/>
                  </a:moveTo>
                  <a:cubicBezTo>
                    <a:pt x="23" y="0"/>
                    <a:pt x="59" y="21"/>
                    <a:pt x="82" y="26"/>
                  </a:cubicBezTo>
                  <a:cubicBezTo>
                    <a:pt x="94" y="29"/>
                    <a:pt x="110" y="28"/>
                    <a:pt x="117" y="39"/>
                  </a:cubicBezTo>
                  <a:cubicBezTo>
                    <a:pt x="98" y="43"/>
                    <a:pt x="73" y="28"/>
                    <a:pt x="55" y="24"/>
                  </a:cubicBezTo>
                  <a:cubicBezTo>
                    <a:pt x="36" y="20"/>
                    <a:pt x="10" y="24"/>
                    <a:pt x="2" y="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541">
              <a:extLst>
                <a:ext uri="{FF2B5EF4-FFF2-40B4-BE49-F238E27FC236}">
                  <a16:creationId xmlns:a16="http://schemas.microsoft.com/office/drawing/2014/main" id="{C8E7D633-8AE4-4689-8D59-7ADED0C09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280"/>
              <a:ext cx="106" cy="23"/>
            </a:xfrm>
            <a:custGeom>
              <a:avLst/>
              <a:gdLst>
                <a:gd name="T0" fmla="*/ 92 w 114"/>
                <a:gd name="T1" fmla="*/ 15 h 25"/>
                <a:gd name="T2" fmla="*/ 1 w 114"/>
                <a:gd name="T3" fmla="*/ 0 h 25"/>
                <a:gd name="T4" fmla="*/ 32 w 114"/>
                <a:gd name="T5" fmla="*/ 15 h 25"/>
                <a:gd name="T6" fmla="*/ 86 w 114"/>
                <a:gd name="T7" fmla="*/ 1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25">
                  <a:moveTo>
                    <a:pt x="114" y="18"/>
                  </a:moveTo>
                  <a:cubicBezTo>
                    <a:pt x="77" y="20"/>
                    <a:pt x="37" y="6"/>
                    <a:pt x="1" y="0"/>
                  </a:cubicBezTo>
                  <a:cubicBezTo>
                    <a:pt x="0" y="21"/>
                    <a:pt x="24" y="18"/>
                    <a:pt x="40" y="19"/>
                  </a:cubicBezTo>
                  <a:cubicBezTo>
                    <a:pt x="63" y="21"/>
                    <a:pt x="86" y="23"/>
                    <a:pt x="108" y="2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542">
              <a:extLst>
                <a:ext uri="{FF2B5EF4-FFF2-40B4-BE49-F238E27FC236}">
                  <a16:creationId xmlns:a16="http://schemas.microsoft.com/office/drawing/2014/main" id="{5979AF06-CBAC-40B7-A458-965052F01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382"/>
              <a:ext cx="38" cy="24"/>
            </a:xfrm>
            <a:custGeom>
              <a:avLst/>
              <a:gdLst>
                <a:gd name="T0" fmla="*/ 9 w 41"/>
                <a:gd name="T1" fmla="*/ 0 h 26"/>
                <a:gd name="T2" fmla="*/ 32 w 41"/>
                <a:gd name="T3" fmla="*/ 17 h 26"/>
                <a:gd name="T4" fmla="*/ 11 w 41"/>
                <a:gd name="T5" fmla="*/ 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6">
                  <a:moveTo>
                    <a:pt x="12" y="0"/>
                  </a:moveTo>
                  <a:cubicBezTo>
                    <a:pt x="24" y="1"/>
                    <a:pt x="36" y="11"/>
                    <a:pt x="41" y="22"/>
                  </a:cubicBezTo>
                  <a:cubicBezTo>
                    <a:pt x="29" y="26"/>
                    <a:pt x="0" y="17"/>
                    <a:pt x="14" y="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543">
              <a:extLst>
                <a:ext uri="{FF2B5EF4-FFF2-40B4-BE49-F238E27FC236}">
                  <a16:creationId xmlns:a16="http://schemas.microsoft.com/office/drawing/2014/main" id="{77978073-1518-469C-ABFA-1CAF79DA0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642"/>
              <a:ext cx="40" cy="62"/>
            </a:xfrm>
            <a:custGeom>
              <a:avLst/>
              <a:gdLst>
                <a:gd name="T0" fmla="*/ 16 w 43"/>
                <a:gd name="T1" fmla="*/ 45 h 66"/>
                <a:gd name="T2" fmla="*/ 0 w 43"/>
                <a:gd name="T3" fmla="*/ 11 h 66"/>
                <a:gd name="T4" fmla="*/ 31 w 43"/>
                <a:gd name="T5" fmla="*/ 19 h 66"/>
                <a:gd name="T6" fmla="*/ 10 w 43"/>
                <a:gd name="T7" fmla="*/ 4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6">
                  <a:moveTo>
                    <a:pt x="19" y="54"/>
                  </a:moveTo>
                  <a:cubicBezTo>
                    <a:pt x="7" y="44"/>
                    <a:pt x="0" y="29"/>
                    <a:pt x="0" y="14"/>
                  </a:cubicBezTo>
                  <a:cubicBezTo>
                    <a:pt x="15" y="8"/>
                    <a:pt x="31" y="0"/>
                    <a:pt x="39" y="22"/>
                  </a:cubicBezTo>
                  <a:cubicBezTo>
                    <a:pt x="43" y="32"/>
                    <a:pt x="25" y="66"/>
                    <a:pt x="13" y="5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544">
              <a:extLst>
                <a:ext uri="{FF2B5EF4-FFF2-40B4-BE49-F238E27FC236}">
                  <a16:creationId xmlns:a16="http://schemas.microsoft.com/office/drawing/2014/main" id="{8EAF7C5D-520D-4662-AD1B-497C95B31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522"/>
              <a:ext cx="39" cy="47"/>
            </a:xfrm>
            <a:custGeom>
              <a:avLst/>
              <a:gdLst>
                <a:gd name="T0" fmla="*/ 0 w 42"/>
                <a:gd name="T1" fmla="*/ 0 h 50"/>
                <a:gd name="T2" fmla="*/ 31 w 42"/>
                <a:gd name="T3" fmla="*/ 8 h 50"/>
                <a:gd name="T4" fmla="*/ 4 w 42"/>
                <a:gd name="T5" fmla="*/ 8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0">
                  <a:moveTo>
                    <a:pt x="0" y="0"/>
                  </a:moveTo>
                  <a:cubicBezTo>
                    <a:pt x="9" y="18"/>
                    <a:pt x="42" y="50"/>
                    <a:pt x="39" y="10"/>
                  </a:cubicBezTo>
                  <a:cubicBezTo>
                    <a:pt x="29" y="10"/>
                    <a:pt x="10" y="3"/>
                    <a:pt x="4" y="9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545">
              <a:extLst>
                <a:ext uri="{FF2B5EF4-FFF2-40B4-BE49-F238E27FC236}">
                  <a16:creationId xmlns:a16="http://schemas.microsoft.com/office/drawing/2014/main" id="{0A6B6753-01D2-4ADC-B6FE-6205FAF0A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501"/>
              <a:ext cx="72" cy="108"/>
            </a:xfrm>
            <a:custGeom>
              <a:avLst/>
              <a:gdLst>
                <a:gd name="T0" fmla="*/ 63 w 77"/>
                <a:gd name="T1" fmla="*/ 3 h 116"/>
                <a:gd name="T2" fmla="*/ 15 w 77"/>
                <a:gd name="T3" fmla="*/ 37 h 116"/>
                <a:gd name="T4" fmla="*/ 1 w 77"/>
                <a:gd name="T5" fmla="*/ 94 h 116"/>
                <a:gd name="T6" fmla="*/ 36 w 77"/>
                <a:gd name="T7" fmla="*/ 22 h 116"/>
                <a:gd name="T8" fmla="*/ 61 w 77"/>
                <a:gd name="T9" fmla="*/ 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6">
                  <a:moveTo>
                    <a:pt x="77" y="3"/>
                  </a:moveTo>
                  <a:cubicBezTo>
                    <a:pt x="67" y="0"/>
                    <a:pt x="25" y="34"/>
                    <a:pt x="18" y="46"/>
                  </a:cubicBezTo>
                  <a:cubicBezTo>
                    <a:pt x="10" y="60"/>
                    <a:pt x="0" y="99"/>
                    <a:pt x="1" y="116"/>
                  </a:cubicBezTo>
                  <a:cubicBezTo>
                    <a:pt x="9" y="88"/>
                    <a:pt x="25" y="49"/>
                    <a:pt x="44" y="28"/>
                  </a:cubicBezTo>
                  <a:cubicBezTo>
                    <a:pt x="52" y="20"/>
                    <a:pt x="65" y="3"/>
                    <a:pt x="75" y="1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546">
              <a:extLst>
                <a:ext uri="{FF2B5EF4-FFF2-40B4-BE49-F238E27FC236}">
                  <a16:creationId xmlns:a16="http://schemas.microsoft.com/office/drawing/2014/main" id="{9CD534DF-9BDA-473F-8DF5-85DF3034F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511"/>
              <a:ext cx="58" cy="80"/>
            </a:xfrm>
            <a:custGeom>
              <a:avLst/>
              <a:gdLst>
                <a:gd name="T0" fmla="*/ 51 w 62"/>
                <a:gd name="T1" fmla="*/ 0 h 86"/>
                <a:gd name="T2" fmla="*/ 0 w 62"/>
                <a:gd name="T3" fmla="*/ 69 h 86"/>
                <a:gd name="T4" fmla="*/ 46 w 62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6">
                  <a:moveTo>
                    <a:pt x="62" y="0"/>
                  </a:moveTo>
                  <a:cubicBezTo>
                    <a:pt x="29" y="5"/>
                    <a:pt x="1" y="54"/>
                    <a:pt x="0" y="86"/>
                  </a:cubicBezTo>
                  <a:cubicBezTo>
                    <a:pt x="10" y="65"/>
                    <a:pt x="33" y="3"/>
                    <a:pt x="56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547">
              <a:extLst>
                <a:ext uri="{FF2B5EF4-FFF2-40B4-BE49-F238E27FC236}">
                  <a16:creationId xmlns:a16="http://schemas.microsoft.com/office/drawing/2014/main" id="{5D0452A0-D83F-430F-B332-0AE5FCEF8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681"/>
              <a:ext cx="81" cy="48"/>
            </a:xfrm>
            <a:custGeom>
              <a:avLst/>
              <a:gdLst>
                <a:gd name="T0" fmla="*/ 70 w 87"/>
                <a:gd name="T1" fmla="*/ 0 h 52"/>
                <a:gd name="T2" fmla="*/ 24 w 87"/>
                <a:gd name="T3" fmla="*/ 23 h 52"/>
                <a:gd name="T4" fmla="*/ 0 w 87"/>
                <a:gd name="T5" fmla="*/ 41 h 52"/>
                <a:gd name="T6" fmla="*/ 50 w 87"/>
                <a:gd name="T7" fmla="*/ 17 h 52"/>
                <a:gd name="T8" fmla="*/ 67 w 87"/>
                <a:gd name="T9" fmla="*/ 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2">
                  <a:moveTo>
                    <a:pt x="87" y="0"/>
                  </a:moveTo>
                  <a:cubicBezTo>
                    <a:pt x="75" y="19"/>
                    <a:pt x="49" y="20"/>
                    <a:pt x="30" y="29"/>
                  </a:cubicBezTo>
                  <a:cubicBezTo>
                    <a:pt x="16" y="35"/>
                    <a:pt x="11" y="44"/>
                    <a:pt x="0" y="52"/>
                  </a:cubicBezTo>
                  <a:cubicBezTo>
                    <a:pt x="22" y="44"/>
                    <a:pt x="40" y="30"/>
                    <a:pt x="62" y="21"/>
                  </a:cubicBezTo>
                  <a:cubicBezTo>
                    <a:pt x="71" y="18"/>
                    <a:pt x="79" y="19"/>
                    <a:pt x="83" y="9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548">
              <a:extLst>
                <a:ext uri="{FF2B5EF4-FFF2-40B4-BE49-F238E27FC236}">
                  <a16:creationId xmlns:a16="http://schemas.microsoft.com/office/drawing/2014/main" id="{8CE2C488-1807-45E2-B31D-FD743B899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307"/>
              <a:ext cx="76" cy="60"/>
            </a:xfrm>
            <a:custGeom>
              <a:avLst/>
              <a:gdLst>
                <a:gd name="T0" fmla="*/ 4 w 82"/>
                <a:gd name="T1" fmla="*/ 0 h 64"/>
                <a:gd name="T2" fmla="*/ 55 w 82"/>
                <a:gd name="T3" fmla="*/ 52 h 64"/>
                <a:gd name="T4" fmla="*/ 59 w 82"/>
                <a:gd name="T5" fmla="*/ 40 h 64"/>
                <a:gd name="T6" fmla="*/ 0 w 82"/>
                <a:gd name="T7" fmla="*/ 6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4">
                  <a:moveTo>
                    <a:pt x="4" y="0"/>
                  </a:moveTo>
                  <a:cubicBezTo>
                    <a:pt x="14" y="12"/>
                    <a:pt x="53" y="64"/>
                    <a:pt x="69" y="63"/>
                  </a:cubicBezTo>
                  <a:cubicBezTo>
                    <a:pt x="78" y="63"/>
                    <a:pt x="82" y="59"/>
                    <a:pt x="74" y="49"/>
                  </a:cubicBezTo>
                  <a:cubicBezTo>
                    <a:pt x="59" y="28"/>
                    <a:pt x="13" y="33"/>
                    <a:pt x="0" y="6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Freeform 549">
              <a:extLst>
                <a:ext uri="{FF2B5EF4-FFF2-40B4-BE49-F238E27FC236}">
                  <a16:creationId xmlns:a16="http://schemas.microsoft.com/office/drawing/2014/main" id="{DDF90C68-1A44-4D56-9FC0-E713767B6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290"/>
              <a:ext cx="80" cy="118"/>
            </a:xfrm>
            <a:custGeom>
              <a:avLst/>
              <a:gdLst>
                <a:gd name="T0" fmla="*/ 0 w 87"/>
                <a:gd name="T1" fmla="*/ 0 h 127"/>
                <a:gd name="T2" fmla="*/ 53 w 87"/>
                <a:gd name="T3" fmla="*/ 102 h 127"/>
                <a:gd name="T4" fmla="*/ 43 w 87"/>
                <a:gd name="T5" fmla="*/ 45 h 127"/>
                <a:gd name="T6" fmla="*/ 2 w 87"/>
                <a:gd name="T7" fmla="*/ 4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27">
                  <a:moveTo>
                    <a:pt x="0" y="0"/>
                  </a:moveTo>
                  <a:cubicBezTo>
                    <a:pt x="37" y="32"/>
                    <a:pt x="87" y="71"/>
                    <a:pt x="69" y="127"/>
                  </a:cubicBezTo>
                  <a:cubicBezTo>
                    <a:pt x="52" y="109"/>
                    <a:pt x="67" y="77"/>
                    <a:pt x="56" y="56"/>
                  </a:cubicBezTo>
                  <a:cubicBezTo>
                    <a:pt x="45" y="35"/>
                    <a:pt x="19" y="18"/>
                    <a:pt x="2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550">
              <a:extLst>
                <a:ext uri="{FF2B5EF4-FFF2-40B4-BE49-F238E27FC236}">
                  <a16:creationId xmlns:a16="http://schemas.microsoft.com/office/drawing/2014/main" id="{DB312146-C5F3-4E2B-80AA-1E4448D8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692"/>
              <a:ext cx="42" cy="37"/>
            </a:xfrm>
            <a:custGeom>
              <a:avLst/>
              <a:gdLst>
                <a:gd name="T0" fmla="*/ 7 w 45"/>
                <a:gd name="T1" fmla="*/ 17 h 40"/>
                <a:gd name="T2" fmla="*/ 34 w 45"/>
                <a:gd name="T3" fmla="*/ 19 h 40"/>
                <a:gd name="T4" fmla="*/ 7 w 45"/>
                <a:gd name="T5" fmla="*/ 27 h 40"/>
                <a:gd name="T6" fmla="*/ 7 w 45"/>
                <a:gd name="T7" fmla="*/ 1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0">
                  <a:moveTo>
                    <a:pt x="8" y="21"/>
                  </a:moveTo>
                  <a:cubicBezTo>
                    <a:pt x="0" y="0"/>
                    <a:pt x="38" y="1"/>
                    <a:pt x="42" y="24"/>
                  </a:cubicBezTo>
                  <a:cubicBezTo>
                    <a:pt x="45" y="40"/>
                    <a:pt x="24" y="40"/>
                    <a:pt x="8" y="34"/>
                  </a:cubicBezTo>
                  <a:cubicBezTo>
                    <a:pt x="8" y="31"/>
                    <a:pt x="7" y="26"/>
                    <a:pt x="8" y="23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551">
              <a:extLst>
                <a:ext uri="{FF2B5EF4-FFF2-40B4-BE49-F238E27FC236}">
                  <a16:creationId xmlns:a16="http://schemas.microsoft.com/office/drawing/2014/main" id="{1435AACF-6301-4108-B32F-D4E869C36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584"/>
              <a:ext cx="35" cy="43"/>
            </a:xfrm>
            <a:custGeom>
              <a:avLst/>
              <a:gdLst>
                <a:gd name="T0" fmla="*/ 15 w 38"/>
                <a:gd name="T1" fmla="*/ 0 h 47"/>
                <a:gd name="T2" fmla="*/ 0 w 38"/>
                <a:gd name="T3" fmla="*/ 35 h 47"/>
                <a:gd name="T4" fmla="*/ 11 w 38"/>
                <a:gd name="T5" fmla="*/ 36 h 47"/>
                <a:gd name="T6" fmla="*/ 9 w 38"/>
                <a:gd name="T7" fmla="*/ 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7">
                  <a:moveTo>
                    <a:pt x="18" y="0"/>
                  </a:moveTo>
                  <a:cubicBezTo>
                    <a:pt x="0" y="5"/>
                    <a:pt x="0" y="30"/>
                    <a:pt x="0" y="45"/>
                  </a:cubicBezTo>
                  <a:cubicBezTo>
                    <a:pt x="3" y="46"/>
                    <a:pt x="12" y="47"/>
                    <a:pt x="14" y="47"/>
                  </a:cubicBezTo>
                  <a:cubicBezTo>
                    <a:pt x="16" y="37"/>
                    <a:pt x="38" y="6"/>
                    <a:pt x="12" y="1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552">
              <a:extLst>
                <a:ext uri="{FF2B5EF4-FFF2-40B4-BE49-F238E27FC236}">
                  <a16:creationId xmlns:a16="http://schemas.microsoft.com/office/drawing/2014/main" id="{0FEF70ED-AF3B-499F-9A8E-AF9EAC63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513"/>
              <a:ext cx="31" cy="63"/>
            </a:xfrm>
            <a:custGeom>
              <a:avLst/>
              <a:gdLst>
                <a:gd name="T0" fmla="*/ 0 w 33"/>
                <a:gd name="T1" fmla="*/ 0 h 68"/>
                <a:gd name="T2" fmla="*/ 22 w 33"/>
                <a:gd name="T3" fmla="*/ 54 h 68"/>
                <a:gd name="T4" fmla="*/ 0 w 33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8">
                  <a:moveTo>
                    <a:pt x="0" y="0"/>
                  </a:moveTo>
                  <a:cubicBezTo>
                    <a:pt x="12" y="21"/>
                    <a:pt x="13" y="50"/>
                    <a:pt x="27" y="68"/>
                  </a:cubicBezTo>
                  <a:cubicBezTo>
                    <a:pt x="33" y="53"/>
                    <a:pt x="12" y="10"/>
                    <a:pt x="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553">
              <a:extLst>
                <a:ext uri="{FF2B5EF4-FFF2-40B4-BE49-F238E27FC236}">
                  <a16:creationId xmlns:a16="http://schemas.microsoft.com/office/drawing/2014/main" id="{92BA01AA-31C5-47E8-9D48-8B43265C6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748"/>
              <a:ext cx="42" cy="159"/>
            </a:xfrm>
            <a:custGeom>
              <a:avLst/>
              <a:gdLst>
                <a:gd name="T0" fmla="*/ 35 w 45"/>
                <a:gd name="T1" fmla="*/ 4 h 171"/>
                <a:gd name="T2" fmla="*/ 5 w 45"/>
                <a:gd name="T3" fmla="*/ 138 h 171"/>
                <a:gd name="T4" fmla="*/ 36 w 45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71">
                  <a:moveTo>
                    <a:pt x="43" y="4"/>
                  </a:moveTo>
                  <a:cubicBezTo>
                    <a:pt x="21" y="56"/>
                    <a:pt x="0" y="113"/>
                    <a:pt x="5" y="171"/>
                  </a:cubicBezTo>
                  <a:cubicBezTo>
                    <a:pt x="16" y="116"/>
                    <a:pt x="41" y="57"/>
                    <a:pt x="45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554">
              <a:extLst>
                <a:ext uri="{FF2B5EF4-FFF2-40B4-BE49-F238E27FC236}">
                  <a16:creationId xmlns:a16="http://schemas.microsoft.com/office/drawing/2014/main" id="{E51F9CB2-DD22-4C22-8499-3ED77E5AC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744"/>
              <a:ext cx="16" cy="72"/>
            </a:xfrm>
            <a:custGeom>
              <a:avLst/>
              <a:gdLst>
                <a:gd name="T0" fmla="*/ 8 w 17"/>
                <a:gd name="T1" fmla="*/ 6 h 78"/>
                <a:gd name="T2" fmla="*/ 8 w 17"/>
                <a:gd name="T3" fmla="*/ 9 h 78"/>
                <a:gd name="T4" fmla="*/ 3 w 17"/>
                <a:gd name="T5" fmla="*/ 40 h 78"/>
                <a:gd name="T6" fmla="*/ 1 w 17"/>
                <a:gd name="T7" fmla="*/ 61 h 78"/>
                <a:gd name="T8" fmla="*/ 10 w 1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8">
                  <a:moveTo>
                    <a:pt x="11" y="6"/>
                  </a:moveTo>
                  <a:cubicBezTo>
                    <a:pt x="13" y="4"/>
                    <a:pt x="12" y="3"/>
                    <a:pt x="10" y="12"/>
                  </a:cubicBezTo>
                  <a:cubicBezTo>
                    <a:pt x="8" y="25"/>
                    <a:pt x="4" y="38"/>
                    <a:pt x="3" y="51"/>
                  </a:cubicBezTo>
                  <a:cubicBezTo>
                    <a:pt x="2" y="60"/>
                    <a:pt x="0" y="69"/>
                    <a:pt x="1" y="78"/>
                  </a:cubicBezTo>
                  <a:cubicBezTo>
                    <a:pt x="17" y="71"/>
                    <a:pt x="8" y="17"/>
                    <a:pt x="13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555">
              <a:extLst>
                <a:ext uri="{FF2B5EF4-FFF2-40B4-BE49-F238E27FC236}">
                  <a16:creationId xmlns:a16="http://schemas.microsoft.com/office/drawing/2014/main" id="{2124568F-E529-4108-A76C-08D48B3E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962"/>
              <a:ext cx="64" cy="61"/>
            </a:xfrm>
            <a:custGeom>
              <a:avLst/>
              <a:gdLst>
                <a:gd name="T0" fmla="*/ 54 w 69"/>
                <a:gd name="T1" fmla="*/ 2 h 66"/>
                <a:gd name="T2" fmla="*/ 41 w 69"/>
                <a:gd name="T3" fmla="*/ 2 h 66"/>
                <a:gd name="T4" fmla="*/ 31 w 69"/>
                <a:gd name="T5" fmla="*/ 25 h 66"/>
                <a:gd name="T6" fmla="*/ 0 w 69"/>
                <a:gd name="T7" fmla="*/ 51 h 66"/>
                <a:gd name="T8" fmla="*/ 39 w 69"/>
                <a:gd name="T9" fmla="*/ 31 h 66"/>
                <a:gd name="T10" fmla="*/ 55 w 69"/>
                <a:gd name="T11" fmla="*/ 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6">
                  <a:moveTo>
                    <a:pt x="67" y="2"/>
                  </a:moveTo>
                  <a:cubicBezTo>
                    <a:pt x="62" y="0"/>
                    <a:pt x="57" y="0"/>
                    <a:pt x="51" y="2"/>
                  </a:cubicBezTo>
                  <a:cubicBezTo>
                    <a:pt x="53" y="24"/>
                    <a:pt x="55" y="18"/>
                    <a:pt x="39" y="31"/>
                  </a:cubicBezTo>
                  <a:cubicBezTo>
                    <a:pt x="26" y="43"/>
                    <a:pt x="17" y="57"/>
                    <a:pt x="0" y="65"/>
                  </a:cubicBezTo>
                  <a:cubicBezTo>
                    <a:pt x="12" y="66"/>
                    <a:pt x="41" y="50"/>
                    <a:pt x="49" y="39"/>
                  </a:cubicBezTo>
                  <a:cubicBezTo>
                    <a:pt x="56" y="29"/>
                    <a:pt x="55" y="8"/>
                    <a:pt x="69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556">
              <a:extLst>
                <a:ext uri="{FF2B5EF4-FFF2-40B4-BE49-F238E27FC236}">
                  <a16:creationId xmlns:a16="http://schemas.microsoft.com/office/drawing/2014/main" id="{FA24D6A2-9991-43E3-B097-C4B46891C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085"/>
              <a:ext cx="32" cy="77"/>
            </a:xfrm>
            <a:custGeom>
              <a:avLst/>
              <a:gdLst>
                <a:gd name="T0" fmla="*/ 28 w 34"/>
                <a:gd name="T1" fmla="*/ 63 h 82"/>
                <a:gd name="T2" fmla="*/ 0 w 34"/>
                <a:gd name="T3" fmla="*/ 0 h 82"/>
                <a:gd name="T4" fmla="*/ 28 w 34"/>
                <a:gd name="T5" fmla="*/ 68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2">
                  <a:moveTo>
                    <a:pt x="34" y="76"/>
                  </a:moveTo>
                  <a:cubicBezTo>
                    <a:pt x="17" y="76"/>
                    <a:pt x="8" y="14"/>
                    <a:pt x="0" y="0"/>
                  </a:cubicBezTo>
                  <a:cubicBezTo>
                    <a:pt x="16" y="18"/>
                    <a:pt x="34" y="57"/>
                    <a:pt x="34" y="8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557">
              <a:extLst>
                <a:ext uri="{FF2B5EF4-FFF2-40B4-BE49-F238E27FC236}">
                  <a16:creationId xmlns:a16="http://schemas.microsoft.com/office/drawing/2014/main" id="{05745249-0E39-4CFE-9A02-2BEF34325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218"/>
              <a:ext cx="113" cy="43"/>
            </a:xfrm>
            <a:custGeom>
              <a:avLst/>
              <a:gdLst>
                <a:gd name="T0" fmla="*/ 0 w 122"/>
                <a:gd name="T1" fmla="*/ 0 h 47"/>
                <a:gd name="T2" fmla="*/ 59 w 122"/>
                <a:gd name="T3" fmla="*/ 35 h 47"/>
                <a:gd name="T4" fmla="*/ 97 w 122"/>
                <a:gd name="T5" fmla="*/ 36 h 47"/>
                <a:gd name="T6" fmla="*/ 44 w 122"/>
                <a:gd name="T7" fmla="*/ 26 h 47"/>
                <a:gd name="T8" fmla="*/ 2 w 122"/>
                <a:gd name="T9" fmla="*/ 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47">
                  <a:moveTo>
                    <a:pt x="0" y="0"/>
                  </a:moveTo>
                  <a:cubicBezTo>
                    <a:pt x="29" y="18"/>
                    <a:pt x="39" y="45"/>
                    <a:pt x="74" y="45"/>
                  </a:cubicBezTo>
                  <a:cubicBezTo>
                    <a:pt x="87" y="45"/>
                    <a:pt x="111" y="40"/>
                    <a:pt x="122" y="47"/>
                  </a:cubicBezTo>
                  <a:cubicBezTo>
                    <a:pt x="107" y="30"/>
                    <a:pt x="77" y="35"/>
                    <a:pt x="56" y="34"/>
                  </a:cubicBezTo>
                  <a:cubicBezTo>
                    <a:pt x="32" y="31"/>
                    <a:pt x="18" y="19"/>
                    <a:pt x="2" y="2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558">
              <a:extLst>
                <a:ext uri="{FF2B5EF4-FFF2-40B4-BE49-F238E27FC236}">
                  <a16:creationId xmlns:a16="http://schemas.microsoft.com/office/drawing/2014/main" id="{D629E0F1-A5F3-4AED-92C9-19B788DA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471"/>
              <a:ext cx="91" cy="59"/>
            </a:xfrm>
            <a:custGeom>
              <a:avLst/>
              <a:gdLst>
                <a:gd name="T0" fmla="*/ 79 w 98"/>
                <a:gd name="T1" fmla="*/ 50 h 63"/>
                <a:gd name="T2" fmla="*/ 0 w 98"/>
                <a:gd name="T3" fmla="*/ 0 h 63"/>
                <a:gd name="T4" fmla="*/ 44 w 98"/>
                <a:gd name="T5" fmla="*/ 24 h 63"/>
                <a:gd name="T6" fmla="*/ 76 w 98"/>
                <a:gd name="T7" fmla="*/ 52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63">
                  <a:moveTo>
                    <a:pt x="98" y="61"/>
                  </a:moveTo>
                  <a:cubicBezTo>
                    <a:pt x="65" y="49"/>
                    <a:pt x="27" y="25"/>
                    <a:pt x="0" y="0"/>
                  </a:cubicBezTo>
                  <a:cubicBezTo>
                    <a:pt x="19" y="5"/>
                    <a:pt x="38" y="21"/>
                    <a:pt x="55" y="30"/>
                  </a:cubicBezTo>
                  <a:cubicBezTo>
                    <a:pt x="73" y="39"/>
                    <a:pt x="85" y="43"/>
                    <a:pt x="95" y="63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559">
              <a:extLst>
                <a:ext uri="{FF2B5EF4-FFF2-40B4-BE49-F238E27FC236}">
                  <a16:creationId xmlns:a16="http://schemas.microsoft.com/office/drawing/2014/main" id="{325E79EF-55BF-48E5-BE32-64562894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381"/>
              <a:ext cx="71" cy="24"/>
            </a:xfrm>
            <a:custGeom>
              <a:avLst/>
              <a:gdLst>
                <a:gd name="T0" fmla="*/ 62 w 76"/>
                <a:gd name="T1" fmla="*/ 16 h 26"/>
                <a:gd name="T2" fmla="*/ 1 w 76"/>
                <a:gd name="T3" fmla="*/ 4 h 26"/>
                <a:gd name="T4" fmla="*/ 3 w 76"/>
                <a:gd name="T5" fmla="*/ 14 h 26"/>
                <a:gd name="T6" fmla="*/ 58 w 76"/>
                <a:gd name="T7" fmla="*/ 1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6">
                  <a:moveTo>
                    <a:pt x="76" y="19"/>
                  </a:moveTo>
                  <a:cubicBezTo>
                    <a:pt x="54" y="14"/>
                    <a:pt x="24" y="0"/>
                    <a:pt x="1" y="4"/>
                  </a:cubicBezTo>
                  <a:cubicBezTo>
                    <a:pt x="0" y="8"/>
                    <a:pt x="0" y="13"/>
                    <a:pt x="3" y="17"/>
                  </a:cubicBezTo>
                  <a:cubicBezTo>
                    <a:pt x="25" y="18"/>
                    <a:pt x="48" y="26"/>
                    <a:pt x="71" y="25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Freeform 560">
              <a:extLst>
                <a:ext uri="{FF2B5EF4-FFF2-40B4-BE49-F238E27FC236}">
                  <a16:creationId xmlns:a16="http://schemas.microsoft.com/office/drawing/2014/main" id="{3B46C7A1-1E6D-4932-AD41-1F53F7A18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433"/>
              <a:ext cx="32" cy="41"/>
            </a:xfrm>
            <a:custGeom>
              <a:avLst/>
              <a:gdLst>
                <a:gd name="T0" fmla="*/ 5 w 35"/>
                <a:gd name="T1" fmla="*/ 6 h 44"/>
                <a:gd name="T2" fmla="*/ 16 w 35"/>
                <a:gd name="T3" fmla="*/ 33 h 44"/>
                <a:gd name="T4" fmla="*/ 26 w 35"/>
                <a:gd name="T5" fmla="*/ 26 h 44"/>
                <a:gd name="T6" fmla="*/ 0 w 35"/>
                <a:gd name="T7" fmla="*/ 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4">
                  <a:moveTo>
                    <a:pt x="6" y="6"/>
                  </a:moveTo>
                  <a:cubicBezTo>
                    <a:pt x="2" y="0"/>
                    <a:pt x="18" y="40"/>
                    <a:pt x="21" y="41"/>
                  </a:cubicBezTo>
                  <a:cubicBezTo>
                    <a:pt x="28" y="44"/>
                    <a:pt x="35" y="42"/>
                    <a:pt x="34" y="32"/>
                  </a:cubicBezTo>
                  <a:cubicBezTo>
                    <a:pt x="20" y="25"/>
                    <a:pt x="16" y="4"/>
                    <a:pt x="0" y="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Freeform 561">
              <a:extLst>
                <a:ext uri="{FF2B5EF4-FFF2-40B4-BE49-F238E27FC236}">
                  <a16:creationId xmlns:a16="http://schemas.microsoft.com/office/drawing/2014/main" id="{ED749F7E-7299-413A-9F3D-74D2097C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998"/>
              <a:ext cx="43" cy="43"/>
            </a:xfrm>
            <a:custGeom>
              <a:avLst/>
              <a:gdLst>
                <a:gd name="T0" fmla="*/ 5 w 46"/>
                <a:gd name="T1" fmla="*/ 0 h 46"/>
                <a:gd name="T2" fmla="*/ 25 w 46"/>
                <a:gd name="T3" fmla="*/ 12 h 46"/>
                <a:gd name="T4" fmla="*/ 37 w 46"/>
                <a:gd name="T5" fmla="*/ 36 h 46"/>
                <a:gd name="T6" fmla="*/ 1 w 46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5" y="0"/>
                  </a:moveTo>
                  <a:cubicBezTo>
                    <a:pt x="24" y="5"/>
                    <a:pt x="21" y="1"/>
                    <a:pt x="31" y="15"/>
                  </a:cubicBezTo>
                  <a:cubicBezTo>
                    <a:pt x="35" y="22"/>
                    <a:pt x="44" y="37"/>
                    <a:pt x="46" y="45"/>
                  </a:cubicBezTo>
                  <a:cubicBezTo>
                    <a:pt x="35" y="46"/>
                    <a:pt x="0" y="10"/>
                    <a:pt x="1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Freeform 562">
              <a:extLst>
                <a:ext uri="{FF2B5EF4-FFF2-40B4-BE49-F238E27FC236}">
                  <a16:creationId xmlns:a16="http://schemas.microsoft.com/office/drawing/2014/main" id="{AFA68250-E76B-4105-8D58-B69E396B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093"/>
              <a:ext cx="68" cy="138"/>
            </a:xfrm>
            <a:custGeom>
              <a:avLst/>
              <a:gdLst>
                <a:gd name="T0" fmla="*/ 0 w 73"/>
                <a:gd name="T1" fmla="*/ 0 h 148"/>
                <a:gd name="T2" fmla="*/ 23 w 73"/>
                <a:gd name="T3" fmla="*/ 63 h 148"/>
                <a:gd name="T4" fmla="*/ 59 w 73"/>
                <a:gd name="T5" fmla="*/ 120 h 148"/>
                <a:gd name="T6" fmla="*/ 42 w 73"/>
                <a:gd name="T7" fmla="*/ 78 h 148"/>
                <a:gd name="T8" fmla="*/ 29 w 73"/>
                <a:gd name="T9" fmla="*/ 50 h 148"/>
                <a:gd name="T10" fmla="*/ 4 w 73"/>
                <a:gd name="T11" fmla="*/ 5 h 148"/>
                <a:gd name="T12" fmla="*/ 1 w 73"/>
                <a:gd name="T13" fmla="*/ 0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48">
                  <a:moveTo>
                    <a:pt x="0" y="0"/>
                  </a:moveTo>
                  <a:cubicBezTo>
                    <a:pt x="17" y="25"/>
                    <a:pt x="18" y="50"/>
                    <a:pt x="29" y="78"/>
                  </a:cubicBezTo>
                  <a:cubicBezTo>
                    <a:pt x="39" y="104"/>
                    <a:pt x="57" y="125"/>
                    <a:pt x="73" y="148"/>
                  </a:cubicBezTo>
                  <a:cubicBezTo>
                    <a:pt x="64" y="132"/>
                    <a:pt x="61" y="113"/>
                    <a:pt x="52" y="97"/>
                  </a:cubicBezTo>
                  <a:cubicBezTo>
                    <a:pt x="46" y="85"/>
                    <a:pt x="40" y="74"/>
                    <a:pt x="35" y="62"/>
                  </a:cubicBezTo>
                  <a:cubicBezTo>
                    <a:pt x="28" y="48"/>
                    <a:pt x="25" y="8"/>
                    <a:pt x="4" y="5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563">
              <a:extLst>
                <a:ext uri="{FF2B5EF4-FFF2-40B4-BE49-F238E27FC236}">
                  <a16:creationId xmlns:a16="http://schemas.microsoft.com/office/drawing/2014/main" id="{3B4C7D47-4C66-4CB7-9902-4D2EBE254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3423"/>
              <a:ext cx="45" cy="32"/>
            </a:xfrm>
            <a:custGeom>
              <a:avLst/>
              <a:gdLst>
                <a:gd name="T0" fmla="*/ 39 w 48"/>
                <a:gd name="T1" fmla="*/ 28 h 34"/>
                <a:gd name="T2" fmla="*/ 12 w 48"/>
                <a:gd name="T3" fmla="*/ 10 h 34"/>
                <a:gd name="T4" fmla="*/ 5 w 48"/>
                <a:gd name="T5" fmla="*/ 5 h 34"/>
                <a:gd name="T6" fmla="*/ 0 w 48"/>
                <a:gd name="T7" fmla="*/ 0 h 34"/>
                <a:gd name="T8" fmla="*/ 38 w 48"/>
                <a:gd name="T9" fmla="*/ 25 h 34"/>
                <a:gd name="T10" fmla="*/ 39 w 48"/>
                <a:gd name="T11" fmla="*/ 2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4">
                  <a:moveTo>
                    <a:pt x="48" y="34"/>
                  </a:moveTo>
                  <a:cubicBezTo>
                    <a:pt x="35" y="30"/>
                    <a:pt x="24" y="22"/>
                    <a:pt x="15" y="13"/>
                  </a:cubicBezTo>
                  <a:cubicBezTo>
                    <a:pt x="12" y="10"/>
                    <a:pt x="8" y="7"/>
                    <a:pt x="5" y="5"/>
                  </a:cubicBezTo>
                  <a:cubicBezTo>
                    <a:pt x="4" y="3"/>
                    <a:pt x="1" y="2"/>
                    <a:pt x="0" y="0"/>
                  </a:cubicBezTo>
                  <a:cubicBezTo>
                    <a:pt x="16" y="10"/>
                    <a:pt x="33" y="20"/>
                    <a:pt x="47" y="31"/>
                  </a:cubicBezTo>
                  <a:cubicBezTo>
                    <a:pt x="48" y="32"/>
                    <a:pt x="48" y="33"/>
                    <a:pt x="48" y="34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Freeform 564">
              <a:extLst>
                <a:ext uri="{FF2B5EF4-FFF2-40B4-BE49-F238E27FC236}">
                  <a16:creationId xmlns:a16="http://schemas.microsoft.com/office/drawing/2014/main" id="{27840E51-3435-4D3C-A9CD-04812716E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409"/>
              <a:ext cx="15" cy="18"/>
            </a:xfrm>
            <a:custGeom>
              <a:avLst/>
              <a:gdLst>
                <a:gd name="T0" fmla="*/ 0 w 16"/>
                <a:gd name="T1" fmla="*/ 14 h 19"/>
                <a:gd name="T2" fmla="*/ 8 w 16"/>
                <a:gd name="T3" fmla="*/ 7 h 19"/>
                <a:gd name="T4" fmla="*/ 12 w 16"/>
                <a:gd name="T5" fmla="*/ 0 h 19"/>
                <a:gd name="T6" fmla="*/ 13 w 16"/>
                <a:gd name="T7" fmla="*/ 5 h 19"/>
                <a:gd name="T8" fmla="*/ 8 w 16"/>
                <a:gd name="T9" fmla="*/ 9 h 19"/>
                <a:gd name="T10" fmla="*/ 5 w 16"/>
                <a:gd name="T11" fmla="*/ 13 h 19"/>
                <a:gd name="T12" fmla="*/ 1 w 16"/>
                <a:gd name="T13" fmla="*/ 1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0" y="17"/>
                  </a:moveTo>
                  <a:cubicBezTo>
                    <a:pt x="4" y="15"/>
                    <a:pt x="6" y="10"/>
                    <a:pt x="9" y="7"/>
                  </a:cubicBezTo>
                  <a:cubicBezTo>
                    <a:pt x="12" y="5"/>
                    <a:pt x="13" y="3"/>
                    <a:pt x="15" y="0"/>
                  </a:cubicBezTo>
                  <a:cubicBezTo>
                    <a:pt x="15" y="2"/>
                    <a:pt x="16" y="4"/>
                    <a:pt x="16" y="5"/>
                  </a:cubicBezTo>
                  <a:cubicBezTo>
                    <a:pt x="15" y="6"/>
                    <a:pt x="12" y="9"/>
                    <a:pt x="11" y="10"/>
                  </a:cubicBezTo>
                  <a:cubicBezTo>
                    <a:pt x="9" y="12"/>
                    <a:pt x="7" y="15"/>
                    <a:pt x="5" y="16"/>
                  </a:cubicBezTo>
                  <a:cubicBezTo>
                    <a:pt x="3" y="17"/>
                    <a:pt x="2" y="16"/>
                    <a:pt x="1" y="19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7" name="Freeform 565">
              <a:extLst>
                <a:ext uri="{FF2B5EF4-FFF2-40B4-BE49-F238E27FC236}">
                  <a16:creationId xmlns:a16="http://schemas.microsoft.com/office/drawing/2014/main" id="{874E6CC2-15D9-46C0-9047-B6DD6CCC3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390"/>
              <a:ext cx="18" cy="17"/>
            </a:xfrm>
            <a:custGeom>
              <a:avLst/>
              <a:gdLst>
                <a:gd name="T0" fmla="*/ 0 w 19"/>
                <a:gd name="T1" fmla="*/ 15 h 18"/>
                <a:gd name="T2" fmla="*/ 9 w 19"/>
                <a:gd name="T3" fmla="*/ 9 h 18"/>
                <a:gd name="T4" fmla="*/ 16 w 19"/>
                <a:gd name="T5" fmla="*/ 0 h 18"/>
                <a:gd name="T6" fmla="*/ 12 w 19"/>
                <a:gd name="T7" fmla="*/ 0 h 18"/>
                <a:gd name="T8" fmla="*/ 8 w 19"/>
                <a:gd name="T9" fmla="*/ 9 h 18"/>
                <a:gd name="T10" fmla="*/ 1 w 19"/>
                <a:gd name="T11" fmla="*/ 1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cubicBezTo>
                    <a:pt x="4" y="18"/>
                    <a:pt x="8" y="12"/>
                    <a:pt x="10" y="10"/>
                  </a:cubicBezTo>
                  <a:cubicBezTo>
                    <a:pt x="13" y="7"/>
                    <a:pt x="16" y="3"/>
                    <a:pt x="19" y="0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3" y="4"/>
                    <a:pt x="11" y="7"/>
                    <a:pt x="8" y="11"/>
                  </a:cubicBezTo>
                  <a:cubicBezTo>
                    <a:pt x="5" y="13"/>
                    <a:pt x="2" y="15"/>
                    <a:pt x="1" y="18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Freeform 566">
              <a:extLst>
                <a:ext uri="{FF2B5EF4-FFF2-40B4-BE49-F238E27FC236}">
                  <a16:creationId xmlns:a16="http://schemas.microsoft.com/office/drawing/2014/main" id="{B1DDDF62-3966-4089-BF44-528D5A7E5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296"/>
              <a:ext cx="19" cy="36"/>
            </a:xfrm>
            <a:custGeom>
              <a:avLst/>
              <a:gdLst>
                <a:gd name="T0" fmla="*/ 17 w 20"/>
                <a:gd name="T1" fmla="*/ 9 h 39"/>
                <a:gd name="T2" fmla="*/ 0 w 20"/>
                <a:gd name="T3" fmla="*/ 30 h 39"/>
                <a:gd name="T4" fmla="*/ 9 w 20"/>
                <a:gd name="T5" fmla="*/ 16 h 39"/>
                <a:gd name="T6" fmla="*/ 6 w 20"/>
                <a:gd name="T7" fmla="*/ 0 h 39"/>
                <a:gd name="T8" fmla="*/ 14 w 20"/>
                <a:gd name="T9" fmla="*/ 1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9">
                  <a:moveTo>
                    <a:pt x="20" y="12"/>
                  </a:moveTo>
                  <a:cubicBezTo>
                    <a:pt x="19" y="23"/>
                    <a:pt x="9" y="34"/>
                    <a:pt x="0" y="39"/>
                  </a:cubicBezTo>
                  <a:cubicBezTo>
                    <a:pt x="4" y="31"/>
                    <a:pt x="8" y="28"/>
                    <a:pt x="9" y="20"/>
                  </a:cubicBezTo>
                  <a:cubicBezTo>
                    <a:pt x="9" y="13"/>
                    <a:pt x="5" y="7"/>
                    <a:pt x="6" y="0"/>
                  </a:cubicBezTo>
                  <a:cubicBezTo>
                    <a:pt x="12" y="2"/>
                    <a:pt x="17" y="13"/>
                    <a:pt x="17" y="17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Freeform 567">
              <a:extLst>
                <a:ext uri="{FF2B5EF4-FFF2-40B4-BE49-F238E27FC236}">
                  <a16:creationId xmlns:a16="http://schemas.microsoft.com/office/drawing/2014/main" id="{F924F76E-1BBC-4A54-B7C7-4090DFEB7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132"/>
              <a:ext cx="12" cy="50"/>
            </a:xfrm>
            <a:custGeom>
              <a:avLst/>
              <a:gdLst>
                <a:gd name="T0" fmla="*/ 7 w 13"/>
                <a:gd name="T1" fmla="*/ 8 h 53"/>
                <a:gd name="T2" fmla="*/ 6 w 13"/>
                <a:gd name="T3" fmla="*/ 44 h 53"/>
                <a:gd name="T4" fmla="*/ 7 w 13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3">
                  <a:moveTo>
                    <a:pt x="10" y="8"/>
                  </a:moveTo>
                  <a:cubicBezTo>
                    <a:pt x="10" y="22"/>
                    <a:pt x="13" y="40"/>
                    <a:pt x="8" y="53"/>
                  </a:cubicBezTo>
                  <a:cubicBezTo>
                    <a:pt x="1" y="41"/>
                    <a:pt x="0" y="12"/>
                    <a:pt x="10" y="0"/>
                  </a:cubicBezTo>
                </a:path>
              </a:pathLst>
            </a:custGeom>
            <a:solidFill>
              <a:srgbClr val="D84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Freeform 568">
              <a:extLst>
                <a:ext uri="{FF2B5EF4-FFF2-40B4-BE49-F238E27FC236}">
                  <a16:creationId xmlns:a16="http://schemas.microsoft.com/office/drawing/2014/main" id="{51107BCE-4CBC-4E05-A7A4-F3E9FDD6A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182"/>
              <a:ext cx="140" cy="110"/>
            </a:xfrm>
            <a:custGeom>
              <a:avLst/>
              <a:gdLst>
                <a:gd name="T0" fmla="*/ 0 w 151"/>
                <a:gd name="T1" fmla="*/ 3 h 118"/>
                <a:gd name="T2" fmla="*/ 57 w 151"/>
                <a:gd name="T3" fmla="*/ 48 h 118"/>
                <a:gd name="T4" fmla="*/ 118 w 151"/>
                <a:gd name="T5" fmla="*/ 96 h 118"/>
                <a:gd name="T6" fmla="*/ 59 w 151"/>
                <a:gd name="T7" fmla="*/ 39 h 118"/>
                <a:gd name="T8" fmla="*/ 1 w 151"/>
                <a:gd name="T9" fmla="*/ 0 h 118"/>
                <a:gd name="T10" fmla="*/ 0 w 151"/>
                <a:gd name="T11" fmla="*/ 5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118">
                  <a:moveTo>
                    <a:pt x="0" y="3"/>
                  </a:moveTo>
                  <a:cubicBezTo>
                    <a:pt x="29" y="18"/>
                    <a:pt x="49" y="39"/>
                    <a:pt x="72" y="59"/>
                  </a:cubicBezTo>
                  <a:cubicBezTo>
                    <a:pt x="93" y="77"/>
                    <a:pt x="119" y="114"/>
                    <a:pt x="148" y="118"/>
                  </a:cubicBezTo>
                  <a:cubicBezTo>
                    <a:pt x="151" y="92"/>
                    <a:pt x="92" y="63"/>
                    <a:pt x="74" y="48"/>
                  </a:cubicBezTo>
                  <a:cubicBezTo>
                    <a:pt x="52" y="30"/>
                    <a:pt x="28" y="8"/>
                    <a:pt x="1" y="0"/>
                  </a:cubicBezTo>
                  <a:cubicBezTo>
                    <a:pt x="0" y="2"/>
                    <a:pt x="1" y="3"/>
                    <a:pt x="0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569">
              <a:extLst>
                <a:ext uri="{FF2B5EF4-FFF2-40B4-BE49-F238E27FC236}">
                  <a16:creationId xmlns:a16="http://schemas.microsoft.com/office/drawing/2014/main" id="{0754D100-C996-4663-A444-7C8181E14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176"/>
              <a:ext cx="58" cy="162"/>
            </a:xfrm>
            <a:custGeom>
              <a:avLst/>
              <a:gdLst>
                <a:gd name="T0" fmla="*/ 13 w 63"/>
                <a:gd name="T1" fmla="*/ 0 h 174"/>
                <a:gd name="T2" fmla="*/ 11 w 63"/>
                <a:gd name="T3" fmla="*/ 76 h 174"/>
                <a:gd name="T4" fmla="*/ 49 w 63"/>
                <a:gd name="T5" fmla="*/ 141 h 174"/>
                <a:gd name="T6" fmla="*/ 22 w 63"/>
                <a:gd name="T7" fmla="*/ 63 h 174"/>
                <a:gd name="T8" fmla="*/ 7 w 63"/>
                <a:gd name="T9" fmla="*/ 4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74">
                  <a:moveTo>
                    <a:pt x="16" y="0"/>
                  </a:moveTo>
                  <a:cubicBezTo>
                    <a:pt x="0" y="24"/>
                    <a:pt x="7" y="68"/>
                    <a:pt x="14" y="95"/>
                  </a:cubicBezTo>
                  <a:cubicBezTo>
                    <a:pt x="24" y="128"/>
                    <a:pt x="43" y="146"/>
                    <a:pt x="63" y="174"/>
                  </a:cubicBezTo>
                  <a:cubicBezTo>
                    <a:pt x="44" y="144"/>
                    <a:pt x="34" y="112"/>
                    <a:pt x="28" y="78"/>
                  </a:cubicBezTo>
                  <a:cubicBezTo>
                    <a:pt x="25" y="56"/>
                    <a:pt x="26" y="19"/>
                    <a:pt x="10" y="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570">
              <a:extLst>
                <a:ext uri="{FF2B5EF4-FFF2-40B4-BE49-F238E27FC236}">
                  <a16:creationId xmlns:a16="http://schemas.microsoft.com/office/drawing/2014/main" id="{217573AB-4BED-4A07-8706-88C742535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3407"/>
              <a:ext cx="68" cy="97"/>
            </a:xfrm>
            <a:custGeom>
              <a:avLst/>
              <a:gdLst>
                <a:gd name="T0" fmla="*/ 2 w 73"/>
                <a:gd name="T1" fmla="*/ 83 h 105"/>
                <a:gd name="T2" fmla="*/ 52 w 73"/>
                <a:gd name="T3" fmla="*/ 0 h 105"/>
                <a:gd name="T4" fmla="*/ 19 w 73"/>
                <a:gd name="T5" fmla="*/ 42 h 105"/>
                <a:gd name="T6" fmla="*/ 0 w 73"/>
                <a:gd name="T7" fmla="*/ 79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05">
                  <a:moveTo>
                    <a:pt x="2" y="105"/>
                  </a:moveTo>
                  <a:cubicBezTo>
                    <a:pt x="27" y="100"/>
                    <a:pt x="73" y="26"/>
                    <a:pt x="64" y="0"/>
                  </a:cubicBezTo>
                  <a:cubicBezTo>
                    <a:pt x="53" y="18"/>
                    <a:pt x="40" y="39"/>
                    <a:pt x="24" y="53"/>
                  </a:cubicBezTo>
                  <a:cubicBezTo>
                    <a:pt x="6" y="70"/>
                    <a:pt x="9" y="79"/>
                    <a:pt x="0" y="10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Freeform 571">
              <a:extLst>
                <a:ext uri="{FF2B5EF4-FFF2-40B4-BE49-F238E27FC236}">
                  <a16:creationId xmlns:a16="http://schemas.microsoft.com/office/drawing/2014/main" id="{05006DDC-A1E1-4117-8E69-17138EE8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096"/>
              <a:ext cx="68" cy="124"/>
            </a:xfrm>
            <a:custGeom>
              <a:avLst/>
              <a:gdLst>
                <a:gd name="T0" fmla="*/ 7 w 73"/>
                <a:gd name="T1" fmla="*/ 0 h 134"/>
                <a:gd name="T2" fmla="*/ 34 w 73"/>
                <a:gd name="T3" fmla="*/ 58 h 134"/>
                <a:gd name="T4" fmla="*/ 59 w 73"/>
                <a:gd name="T5" fmla="*/ 105 h 134"/>
                <a:gd name="T6" fmla="*/ 0 w 73"/>
                <a:gd name="T7" fmla="*/ 13 h 134"/>
                <a:gd name="T8" fmla="*/ 7 w 73"/>
                <a:gd name="T9" fmla="*/ 1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34">
                  <a:moveTo>
                    <a:pt x="8" y="0"/>
                  </a:moveTo>
                  <a:cubicBezTo>
                    <a:pt x="28" y="17"/>
                    <a:pt x="34" y="50"/>
                    <a:pt x="42" y="74"/>
                  </a:cubicBezTo>
                  <a:cubicBezTo>
                    <a:pt x="50" y="95"/>
                    <a:pt x="66" y="113"/>
                    <a:pt x="73" y="133"/>
                  </a:cubicBezTo>
                  <a:cubicBezTo>
                    <a:pt x="37" y="134"/>
                    <a:pt x="9" y="43"/>
                    <a:pt x="0" y="16"/>
                  </a:cubicBezTo>
                  <a:cubicBezTo>
                    <a:pt x="3" y="14"/>
                    <a:pt x="4" y="15"/>
                    <a:pt x="8" y="1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Freeform 572">
              <a:extLst>
                <a:ext uri="{FF2B5EF4-FFF2-40B4-BE49-F238E27FC236}">
                  <a16:creationId xmlns:a16="http://schemas.microsoft.com/office/drawing/2014/main" id="{E0AA969A-B2EA-4DE4-AFC7-90C5F26C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3263"/>
              <a:ext cx="46" cy="176"/>
            </a:xfrm>
            <a:custGeom>
              <a:avLst/>
              <a:gdLst>
                <a:gd name="T0" fmla="*/ 40 w 49"/>
                <a:gd name="T1" fmla="*/ 14 h 189"/>
                <a:gd name="T2" fmla="*/ 23 w 49"/>
                <a:gd name="T3" fmla="*/ 87 h 189"/>
                <a:gd name="T4" fmla="*/ 36 w 49"/>
                <a:gd name="T5" fmla="*/ 153 h 189"/>
                <a:gd name="T6" fmla="*/ 22 w 49"/>
                <a:gd name="T7" fmla="*/ 149 h 189"/>
                <a:gd name="T8" fmla="*/ 20 w 49"/>
                <a:gd name="T9" fmla="*/ 146 h 189"/>
                <a:gd name="T10" fmla="*/ 2 w 49"/>
                <a:gd name="T11" fmla="*/ 68 h 189"/>
                <a:gd name="T12" fmla="*/ 33 w 49"/>
                <a:gd name="T13" fmla="*/ 2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89">
                  <a:moveTo>
                    <a:pt x="49" y="17"/>
                  </a:moveTo>
                  <a:cubicBezTo>
                    <a:pt x="38" y="44"/>
                    <a:pt x="30" y="77"/>
                    <a:pt x="29" y="107"/>
                  </a:cubicBezTo>
                  <a:cubicBezTo>
                    <a:pt x="27" y="135"/>
                    <a:pt x="46" y="161"/>
                    <a:pt x="43" y="189"/>
                  </a:cubicBezTo>
                  <a:cubicBezTo>
                    <a:pt x="39" y="188"/>
                    <a:pt x="31" y="187"/>
                    <a:pt x="27" y="185"/>
                  </a:cubicBezTo>
                  <a:cubicBezTo>
                    <a:pt x="25" y="181"/>
                    <a:pt x="27" y="183"/>
                    <a:pt x="23" y="181"/>
                  </a:cubicBezTo>
                  <a:cubicBezTo>
                    <a:pt x="12" y="146"/>
                    <a:pt x="0" y="123"/>
                    <a:pt x="2" y="84"/>
                  </a:cubicBezTo>
                  <a:cubicBezTo>
                    <a:pt x="3" y="67"/>
                    <a:pt x="10" y="0"/>
                    <a:pt x="39" y="2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573">
              <a:extLst>
                <a:ext uri="{FF2B5EF4-FFF2-40B4-BE49-F238E27FC236}">
                  <a16:creationId xmlns:a16="http://schemas.microsoft.com/office/drawing/2014/main" id="{7994770B-A70D-4242-A6C0-75B9E210D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928"/>
              <a:ext cx="166" cy="103"/>
            </a:xfrm>
            <a:custGeom>
              <a:avLst/>
              <a:gdLst>
                <a:gd name="T0" fmla="*/ 6 w 179"/>
                <a:gd name="T1" fmla="*/ 0 h 111"/>
                <a:gd name="T2" fmla="*/ 143 w 179"/>
                <a:gd name="T3" fmla="*/ 84 h 111"/>
                <a:gd name="T4" fmla="*/ 72 w 179"/>
                <a:gd name="T5" fmla="*/ 49 h 111"/>
                <a:gd name="T6" fmla="*/ 39 w 179"/>
                <a:gd name="T7" fmla="*/ 34 h 111"/>
                <a:gd name="T8" fmla="*/ 1 w 179"/>
                <a:gd name="T9" fmla="*/ 20 h 111"/>
                <a:gd name="T10" fmla="*/ 3 w 179"/>
                <a:gd name="T11" fmla="*/ 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11">
                  <a:moveTo>
                    <a:pt x="7" y="0"/>
                  </a:moveTo>
                  <a:cubicBezTo>
                    <a:pt x="57" y="34"/>
                    <a:pt x="160" y="33"/>
                    <a:pt x="179" y="104"/>
                  </a:cubicBezTo>
                  <a:cubicBezTo>
                    <a:pt x="152" y="111"/>
                    <a:pt x="117" y="76"/>
                    <a:pt x="91" y="61"/>
                  </a:cubicBezTo>
                  <a:cubicBezTo>
                    <a:pt x="76" y="52"/>
                    <a:pt x="66" y="46"/>
                    <a:pt x="48" y="43"/>
                  </a:cubicBezTo>
                  <a:cubicBezTo>
                    <a:pt x="30" y="39"/>
                    <a:pt x="17" y="35"/>
                    <a:pt x="1" y="26"/>
                  </a:cubicBezTo>
                  <a:cubicBezTo>
                    <a:pt x="0" y="20"/>
                    <a:pt x="0" y="14"/>
                    <a:pt x="3" y="1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Freeform 574">
              <a:extLst>
                <a:ext uri="{FF2B5EF4-FFF2-40B4-BE49-F238E27FC236}">
                  <a16:creationId xmlns:a16="http://schemas.microsoft.com/office/drawing/2014/main" id="{986C3154-3F1D-4592-9047-DC3A3D503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930"/>
              <a:ext cx="138" cy="35"/>
            </a:xfrm>
            <a:custGeom>
              <a:avLst/>
              <a:gdLst>
                <a:gd name="T0" fmla="*/ 0 w 149"/>
                <a:gd name="T1" fmla="*/ 16 h 38"/>
                <a:gd name="T2" fmla="*/ 78 w 149"/>
                <a:gd name="T3" fmla="*/ 28 h 38"/>
                <a:gd name="T4" fmla="*/ 119 w 149"/>
                <a:gd name="T5" fmla="*/ 6 h 38"/>
                <a:gd name="T6" fmla="*/ 64 w 149"/>
                <a:gd name="T7" fmla="*/ 17 h 38"/>
                <a:gd name="T8" fmla="*/ 6 w 149"/>
                <a:gd name="T9" fmla="*/ 6 h 38"/>
                <a:gd name="T10" fmla="*/ 2 w 149"/>
                <a:gd name="T11" fmla="*/ 1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38">
                  <a:moveTo>
                    <a:pt x="0" y="20"/>
                  </a:moveTo>
                  <a:cubicBezTo>
                    <a:pt x="32" y="31"/>
                    <a:pt x="64" y="35"/>
                    <a:pt x="98" y="36"/>
                  </a:cubicBezTo>
                  <a:cubicBezTo>
                    <a:pt x="123" y="38"/>
                    <a:pt x="132" y="23"/>
                    <a:pt x="149" y="9"/>
                  </a:cubicBezTo>
                  <a:cubicBezTo>
                    <a:pt x="139" y="0"/>
                    <a:pt x="96" y="20"/>
                    <a:pt x="80" y="22"/>
                  </a:cubicBezTo>
                  <a:cubicBezTo>
                    <a:pt x="56" y="25"/>
                    <a:pt x="25" y="20"/>
                    <a:pt x="6" y="6"/>
                  </a:cubicBezTo>
                  <a:cubicBezTo>
                    <a:pt x="5" y="10"/>
                    <a:pt x="2" y="17"/>
                    <a:pt x="2" y="1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575">
              <a:extLst>
                <a:ext uri="{FF2B5EF4-FFF2-40B4-BE49-F238E27FC236}">
                  <a16:creationId xmlns:a16="http://schemas.microsoft.com/office/drawing/2014/main" id="{39A140AD-2228-4512-9560-D1239B75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126"/>
              <a:ext cx="167" cy="63"/>
            </a:xfrm>
            <a:custGeom>
              <a:avLst/>
              <a:gdLst>
                <a:gd name="T0" fmla="*/ 137 w 180"/>
                <a:gd name="T1" fmla="*/ 3 h 68"/>
                <a:gd name="T2" fmla="*/ 104 w 180"/>
                <a:gd name="T3" fmla="*/ 12 h 68"/>
                <a:gd name="T4" fmla="*/ 66 w 180"/>
                <a:gd name="T5" fmla="*/ 17 h 68"/>
                <a:gd name="T6" fmla="*/ 0 w 180"/>
                <a:gd name="T7" fmla="*/ 27 h 68"/>
                <a:gd name="T8" fmla="*/ 32 w 180"/>
                <a:gd name="T9" fmla="*/ 51 h 68"/>
                <a:gd name="T10" fmla="*/ 73 w 180"/>
                <a:gd name="T11" fmla="*/ 30 h 68"/>
                <a:gd name="T12" fmla="*/ 144 w 180"/>
                <a:gd name="T13" fmla="*/ 12 h 68"/>
                <a:gd name="T14" fmla="*/ 137 w 180"/>
                <a:gd name="T15" fmla="*/ 5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68">
                  <a:moveTo>
                    <a:pt x="172" y="3"/>
                  </a:moveTo>
                  <a:cubicBezTo>
                    <a:pt x="161" y="0"/>
                    <a:pt x="142" y="12"/>
                    <a:pt x="130" y="15"/>
                  </a:cubicBezTo>
                  <a:cubicBezTo>
                    <a:pt x="114" y="19"/>
                    <a:pt x="99" y="20"/>
                    <a:pt x="82" y="21"/>
                  </a:cubicBezTo>
                  <a:cubicBezTo>
                    <a:pt x="57" y="23"/>
                    <a:pt x="23" y="23"/>
                    <a:pt x="0" y="33"/>
                  </a:cubicBezTo>
                  <a:cubicBezTo>
                    <a:pt x="21" y="47"/>
                    <a:pt x="11" y="68"/>
                    <a:pt x="40" y="64"/>
                  </a:cubicBezTo>
                  <a:cubicBezTo>
                    <a:pt x="60" y="61"/>
                    <a:pt x="75" y="47"/>
                    <a:pt x="92" y="38"/>
                  </a:cubicBezTo>
                  <a:cubicBezTo>
                    <a:pt x="112" y="27"/>
                    <a:pt x="158" y="11"/>
                    <a:pt x="180" y="15"/>
                  </a:cubicBezTo>
                  <a:cubicBezTo>
                    <a:pt x="177" y="12"/>
                    <a:pt x="176" y="8"/>
                    <a:pt x="172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Freeform 576">
              <a:extLst>
                <a:ext uri="{FF2B5EF4-FFF2-40B4-BE49-F238E27FC236}">
                  <a16:creationId xmlns:a16="http://schemas.microsoft.com/office/drawing/2014/main" id="{A8D9454B-A0E7-432E-9FA8-A5869631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3085"/>
              <a:ext cx="56" cy="110"/>
            </a:xfrm>
            <a:custGeom>
              <a:avLst/>
              <a:gdLst>
                <a:gd name="T0" fmla="*/ 1 w 60"/>
                <a:gd name="T1" fmla="*/ 1 h 119"/>
                <a:gd name="T2" fmla="*/ 12 w 60"/>
                <a:gd name="T3" fmla="*/ 20 h 119"/>
                <a:gd name="T4" fmla="*/ 24 w 60"/>
                <a:gd name="T5" fmla="*/ 54 h 119"/>
                <a:gd name="T6" fmla="*/ 42 w 60"/>
                <a:gd name="T7" fmla="*/ 94 h 119"/>
                <a:gd name="T8" fmla="*/ 47 w 60"/>
                <a:gd name="T9" fmla="*/ 71 h 119"/>
                <a:gd name="T10" fmla="*/ 40 w 60"/>
                <a:gd name="T11" fmla="*/ 58 h 119"/>
                <a:gd name="T12" fmla="*/ 32 w 60"/>
                <a:gd name="T13" fmla="*/ 40 h 119"/>
                <a:gd name="T14" fmla="*/ 4 w 60"/>
                <a:gd name="T15" fmla="*/ 0 h 119"/>
                <a:gd name="T16" fmla="*/ 0 w 60"/>
                <a:gd name="T17" fmla="*/ 4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19">
                  <a:moveTo>
                    <a:pt x="1" y="1"/>
                  </a:moveTo>
                  <a:cubicBezTo>
                    <a:pt x="1" y="7"/>
                    <a:pt x="11" y="19"/>
                    <a:pt x="15" y="26"/>
                  </a:cubicBezTo>
                  <a:cubicBezTo>
                    <a:pt x="23" y="40"/>
                    <a:pt x="26" y="53"/>
                    <a:pt x="30" y="68"/>
                  </a:cubicBezTo>
                  <a:cubicBezTo>
                    <a:pt x="36" y="85"/>
                    <a:pt x="47" y="101"/>
                    <a:pt x="51" y="119"/>
                  </a:cubicBezTo>
                  <a:cubicBezTo>
                    <a:pt x="51" y="108"/>
                    <a:pt x="60" y="102"/>
                    <a:pt x="58" y="90"/>
                  </a:cubicBezTo>
                  <a:cubicBezTo>
                    <a:pt x="58" y="87"/>
                    <a:pt x="51" y="78"/>
                    <a:pt x="49" y="74"/>
                  </a:cubicBezTo>
                  <a:cubicBezTo>
                    <a:pt x="45" y="67"/>
                    <a:pt x="42" y="59"/>
                    <a:pt x="39" y="51"/>
                  </a:cubicBezTo>
                  <a:cubicBezTo>
                    <a:pt x="31" y="34"/>
                    <a:pt x="24" y="8"/>
                    <a:pt x="4" y="0"/>
                  </a:cubicBezTo>
                  <a:cubicBezTo>
                    <a:pt x="3" y="2"/>
                    <a:pt x="1" y="3"/>
                    <a:pt x="0" y="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Freeform 577">
              <a:extLst>
                <a:ext uri="{FF2B5EF4-FFF2-40B4-BE49-F238E27FC236}">
                  <a16:creationId xmlns:a16="http://schemas.microsoft.com/office/drawing/2014/main" id="{0882708E-B3E5-4EDA-98CC-245DF6FA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197"/>
              <a:ext cx="117" cy="40"/>
            </a:xfrm>
            <a:custGeom>
              <a:avLst/>
              <a:gdLst>
                <a:gd name="T0" fmla="*/ 0 w 126"/>
                <a:gd name="T1" fmla="*/ 0 h 43"/>
                <a:gd name="T2" fmla="*/ 101 w 126"/>
                <a:gd name="T3" fmla="*/ 32 h 43"/>
                <a:gd name="T4" fmla="*/ 79 w 126"/>
                <a:gd name="T5" fmla="*/ 19 h 43"/>
                <a:gd name="T6" fmla="*/ 59 w 126"/>
                <a:gd name="T7" fmla="*/ 15 h 43"/>
                <a:gd name="T8" fmla="*/ 0 w 126"/>
                <a:gd name="T9" fmla="*/ 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3">
                  <a:moveTo>
                    <a:pt x="0" y="0"/>
                  </a:moveTo>
                  <a:cubicBezTo>
                    <a:pt x="28" y="34"/>
                    <a:pt x="84" y="43"/>
                    <a:pt x="126" y="40"/>
                  </a:cubicBezTo>
                  <a:cubicBezTo>
                    <a:pt x="114" y="37"/>
                    <a:pt x="108" y="29"/>
                    <a:pt x="98" y="23"/>
                  </a:cubicBezTo>
                  <a:cubicBezTo>
                    <a:pt x="89" y="18"/>
                    <a:pt x="84" y="19"/>
                    <a:pt x="73" y="18"/>
                  </a:cubicBezTo>
                  <a:cubicBezTo>
                    <a:pt x="55" y="17"/>
                    <a:pt x="9" y="15"/>
                    <a:pt x="0" y="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" name="Freeform 578">
              <a:extLst>
                <a:ext uri="{FF2B5EF4-FFF2-40B4-BE49-F238E27FC236}">
                  <a16:creationId xmlns:a16="http://schemas.microsoft.com/office/drawing/2014/main" id="{720B0B39-4D8A-4ADA-AAC9-FBE3BB7E7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3154"/>
              <a:ext cx="115" cy="92"/>
            </a:xfrm>
            <a:custGeom>
              <a:avLst/>
              <a:gdLst>
                <a:gd name="T0" fmla="*/ 19 w 124"/>
                <a:gd name="T1" fmla="*/ 12 h 98"/>
                <a:gd name="T2" fmla="*/ 82 w 124"/>
                <a:gd name="T3" fmla="*/ 19 h 98"/>
                <a:gd name="T4" fmla="*/ 19 w 124"/>
                <a:gd name="T5" fmla="*/ 18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98">
                  <a:moveTo>
                    <a:pt x="24" y="15"/>
                  </a:moveTo>
                  <a:cubicBezTo>
                    <a:pt x="0" y="49"/>
                    <a:pt x="124" y="98"/>
                    <a:pt x="102" y="22"/>
                  </a:cubicBezTo>
                  <a:cubicBezTo>
                    <a:pt x="78" y="33"/>
                    <a:pt x="43" y="0"/>
                    <a:pt x="24" y="2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" name="Freeform 579">
              <a:extLst>
                <a:ext uri="{FF2B5EF4-FFF2-40B4-BE49-F238E27FC236}">
                  <a16:creationId xmlns:a16="http://schemas.microsoft.com/office/drawing/2014/main" id="{C1988AEA-7047-4A25-B337-B9454833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3081"/>
              <a:ext cx="147" cy="67"/>
            </a:xfrm>
            <a:custGeom>
              <a:avLst/>
              <a:gdLst>
                <a:gd name="T0" fmla="*/ 112 w 159"/>
                <a:gd name="T1" fmla="*/ 0 h 72"/>
                <a:gd name="T2" fmla="*/ 57 w 159"/>
                <a:gd name="T3" fmla="*/ 19 h 72"/>
                <a:gd name="T4" fmla="*/ 0 w 159"/>
                <a:gd name="T5" fmla="*/ 39 h 72"/>
                <a:gd name="T6" fmla="*/ 15 w 159"/>
                <a:gd name="T7" fmla="*/ 57 h 72"/>
                <a:gd name="T8" fmla="*/ 33 w 159"/>
                <a:gd name="T9" fmla="*/ 48 h 72"/>
                <a:gd name="T10" fmla="*/ 58 w 159"/>
                <a:gd name="T11" fmla="*/ 37 h 72"/>
                <a:gd name="T12" fmla="*/ 126 w 159"/>
                <a:gd name="T13" fmla="*/ 14 h 72"/>
                <a:gd name="T14" fmla="*/ 110 w 159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72">
                  <a:moveTo>
                    <a:pt x="142" y="0"/>
                  </a:moveTo>
                  <a:cubicBezTo>
                    <a:pt x="119" y="10"/>
                    <a:pt x="98" y="18"/>
                    <a:pt x="73" y="24"/>
                  </a:cubicBezTo>
                  <a:cubicBezTo>
                    <a:pt x="51" y="30"/>
                    <a:pt x="18" y="35"/>
                    <a:pt x="0" y="48"/>
                  </a:cubicBezTo>
                  <a:cubicBezTo>
                    <a:pt x="5" y="55"/>
                    <a:pt x="9" y="69"/>
                    <a:pt x="18" y="71"/>
                  </a:cubicBezTo>
                  <a:cubicBezTo>
                    <a:pt x="26" y="72"/>
                    <a:pt x="35" y="63"/>
                    <a:pt x="42" y="60"/>
                  </a:cubicBezTo>
                  <a:cubicBezTo>
                    <a:pt x="53" y="55"/>
                    <a:pt x="63" y="53"/>
                    <a:pt x="74" y="46"/>
                  </a:cubicBezTo>
                  <a:cubicBezTo>
                    <a:pt x="99" y="30"/>
                    <a:pt x="127" y="16"/>
                    <a:pt x="159" y="17"/>
                  </a:cubicBezTo>
                  <a:cubicBezTo>
                    <a:pt x="153" y="11"/>
                    <a:pt x="145" y="5"/>
                    <a:pt x="139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2" name="Freeform 580">
              <a:extLst>
                <a:ext uri="{FF2B5EF4-FFF2-40B4-BE49-F238E27FC236}">
                  <a16:creationId xmlns:a16="http://schemas.microsoft.com/office/drawing/2014/main" id="{927EAE58-877D-4175-8B0E-40F031E4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431"/>
              <a:ext cx="134" cy="77"/>
            </a:xfrm>
            <a:custGeom>
              <a:avLst/>
              <a:gdLst>
                <a:gd name="T0" fmla="*/ 6 w 145"/>
                <a:gd name="T1" fmla="*/ 0 h 83"/>
                <a:gd name="T2" fmla="*/ 80 w 145"/>
                <a:gd name="T3" fmla="*/ 26 h 83"/>
                <a:gd name="T4" fmla="*/ 107 w 145"/>
                <a:gd name="T5" fmla="*/ 45 h 83"/>
                <a:gd name="T6" fmla="*/ 111 w 145"/>
                <a:gd name="T7" fmla="*/ 57 h 83"/>
                <a:gd name="T8" fmla="*/ 97 w 145"/>
                <a:gd name="T9" fmla="*/ 64 h 83"/>
                <a:gd name="T10" fmla="*/ 40 w 145"/>
                <a:gd name="T11" fmla="*/ 31 h 83"/>
                <a:gd name="T12" fmla="*/ 0 w 145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83">
                  <a:moveTo>
                    <a:pt x="7" y="0"/>
                  </a:moveTo>
                  <a:cubicBezTo>
                    <a:pt x="39" y="7"/>
                    <a:pt x="75" y="12"/>
                    <a:pt x="102" y="32"/>
                  </a:cubicBezTo>
                  <a:cubicBezTo>
                    <a:pt x="113" y="40"/>
                    <a:pt x="127" y="47"/>
                    <a:pt x="136" y="57"/>
                  </a:cubicBezTo>
                  <a:cubicBezTo>
                    <a:pt x="141" y="64"/>
                    <a:pt x="145" y="65"/>
                    <a:pt x="141" y="71"/>
                  </a:cubicBezTo>
                  <a:cubicBezTo>
                    <a:pt x="142" y="69"/>
                    <a:pt x="123" y="80"/>
                    <a:pt x="123" y="80"/>
                  </a:cubicBezTo>
                  <a:cubicBezTo>
                    <a:pt x="99" y="83"/>
                    <a:pt x="68" y="52"/>
                    <a:pt x="51" y="39"/>
                  </a:cubicBezTo>
                  <a:cubicBezTo>
                    <a:pt x="41" y="31"/>
                    <a:pt x="1" y="11"/>
                    <a:pt x="0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Freeform 581">
              <a:extLst>
                <a:ext uri="{FF2B5EF4-FFF2-40B4-BE49-F238E27FC236}">
                  <a16:creationId xmlns:a16="http://schemas.microsoft.com/office/drawing/2014/main" id="{6E339AEF-2B6A-4DF7-BFA3-75619D3BA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251"/>
              <a:ext cx="183" cy="64"/>
            </a:xfrm>
            <a:custGeom>
              <a:avLst/>
              <a:gdLst>
                <a:gd name="T0" fmla="*/ 13 w 198"/>
                <a:gd name="T1" fmla="*/ 0 h 68"/>
                <a:gd name="T2" fmla="*/ 69 w 198"/>
                <a:gd name="T3" fmla="*/ 21 h 68"/>
                <a:gd name="T4" fmla="*/ 104 w 198"/>
                <a:gd name="T5" fmla="*/ 29 h 68"/>
                <a:gd name="T6" fmla="*/ 156 w 198"/>
                <a:gd name="T7" fmla="*/ 40 h 68"/>
                <a:gd name="T8" fmla="*/ 140 w 198"/>
                <a:gd name="T9" fmla="*/ 56 h 68"/>
                <a:gd name="T10" fmla="*/ 118 w 198"/>
                <a:gd name="T11" fmla="*/ 50 h 68"/>
                <a:gd name="T12" fmla="*/ 81 w 198"/>
                <a:gd name="T13" fmla="*/ 40 h 68"/>
                <a:gd name="T14" fmla="*/ 9 w 198"/>
                <a:gd name="T15" fmla="*/ 8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68">
                  <a:moveTo>
                    <a:pt x="16" y="0"/>
                  </a:moveTo>
                  <a:cubicBezTo>
                    <a:pt x="38" y="12"/>
                    <a:pt x="65" y="15"/>
                    <a:pt x="88" y="24"/>
                  </a:cubicBezTo>
                  <a:cubicBezTo>
                    <a:pt x="103" y="30"/>
                    <a:pt x="117" y="31"/>
                    <a:pt x="132" y="35"/>
                  </a:cubicBezTo>
                  <a:cubicBezTo>
                    <a:pt x="152" y="39"/>
                    <a:pt x="180" y="40"/>
                    <a:pt x="198" y="48"/>
                  </a:cubicBezTo>
                  <a:cubicBezTo>
                    <a:pt x="193" y="58"/>
                    <a:pt x="189" y="68"/>
                    <a:pt x="177" y="68"/>
                  </a:cubicBezTo>
                  <a:cubicBezTo>
                    <a:pt x="170" y="68"/>
                    <a:pt x="158" y="61"/>
                    <a:pt x="150" y="59"/>
                  </a:cubicBezTo>
                  <a:cubicBezTo>
                    <a:pt x="134" y="56"/>
                    <a:pt x="119" y="52"/>
                    <a:pt x="103" y="48"/>
                  </a:cubicBezTo>
                  <a:cubicBezTo>
                    <a:pt x="85" y="44"/>
                    <a:pt x="0" y="38"/>
                    <a:pt x="12" y="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4" name="Freeform 582">
              <a:extLst>
                <a:ext uri="{FF2B5EF4-FFF2-40B4-BE49-F238E27FC236}">
                  <a16:creationId xmlns:a16="http://schemas.microsoft.com/office/drawing/2014/main" id="{AFAFAC0B-92C0-48ED-AAD2-E73BD4179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311"/>
              <a:ext cx="38" cy="118"/>
            </a:xfrm>
            <a:custGeom>
              <a:avLst/>
              <a:gdLst>
                <a:gd name="T0" fmla="*/ 26 w 41"/>
                <a:gd name="T1" fmla="*/ 1 h 127"/>
                <a:gd name="T2" fmla="*/ 28 w 41"/>
                <a:gd name="T3" fmla="*/ 54 h 127"/>
                <a:gd name="T4" fmla="*/ 24 w 41"/>
                <a:gd name="T5" fmla="*/ 102 h 127"/>
                <a:gd name="T6" fmla="*/ 9 w 41"/>
                <a:gd name="T7" fmla="*/ 95 h 127"/>
                <a:gd name="T8" fmla="*/ 26 w 41"/>
                <a:gd name="T9" fmla="*/ 1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27">
                  <a:moveTo>
                    <a:pt x="32" y="1"/>
                  </a:moveTo>
                  <a:cubicBezTo>
                    <a:pt x="41" y="11"/>
                    <a:pt x="35" y="52"/>
                    <a:pt x="35" y="67"/>
                  </a:cubicBezTo>
                  <a:cubicBezTo>
                    <a:pt x="35" y="87"/>
                    <a:pt x="29" y="108"/>
                    <a:pt x="30" y="127"/>
                  </a:cubicBezTo>
                  <a:cubicBezTo>
                    <a:pt x="23" y="127"/>
                    <a:pt x="18" y="122"/>
                    <a:pt x="12" y="118"/>
                  </a:cubicBezTo>
                  <a:cubicBezTo>
                    <a:pt x="17" y="101"/>
                    <a:pt x="0" y="0"/>
                    <a:pt x="32" y="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Freeform 583">
              <a:extLst>
                <a:ext uri="{FF2B5EF4-FFF2-40B4-BE49-F238E27FC236}">
                  <a16:creationId xmlns:a16="http://schemas.microsoft.com/office/drawing/2014/main" id="{D2148D90-1D6B-4136-A120-1701F42E3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371"/>
              <a:ext cx="117" cy="83"/>
            </a:xfrm>
            <a:custGeom>
              <a:avLst/>
              <a:gdLst>
                <a:gd name="T0" fmla="*/ 0 w 126"/>
                <a:gd name="T1" fmla="*/ 12 h 89"/>
                <a:gd name="T2" fmla="*/ 69 w 126"/>
                <a:gd name="T3" fmla="*/ 57 h 89"/>
                <a:gd name="T4" fmla="*/ 101 w 126"/>
                <a:gd name="T5" fmla="*/ 56 h 89"/>
                <a:gd name="T6" fmla="*/ 39 w 126"/>
                <a:gd name="T7" fmla="*/ 23 h 89"/>
                <a:gd name="T8" fmla="*/ 0 w 126"/>
                <a:gd name="T9" fmla="*/ 7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89">
                  <a:moveTo>
                    <a:pt x="0" y="15"/>
                  </a:moveTo>
                  <a:cubicBezTo>
                    <a:pt x="22" y="37"/>
                    <a:pt x="59" y="53"/>
                    <a:pt x="86" y="70"/>
                  </a:cubicBezTo>
                  <a:cubicBezTo>
                    <a:pt x="100" y="79"/>
                    <a:pt x="116" y="89"/>
                    <a:pt x="126" y="69"/>
                  </a:cubicBezTo>
                  <a:cubicBezTo>
                    <a:pt x="102" y="69"/>
                    <a:pt x="68" y="40"/>
                    <a:pt x="48" y="29"/>
                  </a:cubicBezTo>
                  <a:cubicBezTo>
                    <a:pt x="38" y="23"/>
                    <a:pt x="8" y="0"/>
                    <a:pt x="0" y="1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6" name="Freeform 584">
              <a:extLst>
                <a:ext uri="{FF2B5EF4-FFF2-40B4-BE49-F238E27FC236}">
                  <a16:creationId xmlns:a16="http://schemas.microsoft.com/office/drawing/2014/main" id="{1D261DD8-343C-49D5-85F4-165FF677F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420"/>
              <a:ext cx="81" cy="62"/>
            </a:xfrm>
            <a:custGeom>
              <a:avLst/>
              <a:gdLst>
                <a:gd name="T0" fmla="*/ 3 w 88"/>
                <a:gd name="T1" fmla="*/ 4 h 67"/>
                <a:gd name="T2" fmla="*/ 38 w 88"/>
                <a:gd name="T3" fmla="*/ 34 h 67"/>
                <a:gd name="T4" fmla="*/ 69 w 88"/>
                <a:gd name="T5" fmla="*/ 51 h 67"/>
                <a:gd name="T6" fmla="*/ 28 w 88"/>
                <a:gd name="T7" fmla="*/ 13 h 67"/>
                <a:gd name="T8" fmla="*/ 0 w 88"/>
                <a:gd name="T9" fmla="*/ 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7">
                  <a:moveTo>
                    <a:pt x="3" y="4"/>
                  </a:moveTo>
                  <a:cubicBezTo>
                    <a:pt x="4" y="17"/>
                    <a:pt x="38" y="36"/>
                    <a:pt x="48" y="43"/>
                  </a:cubicBezTo>
                  <a:cubicBezTo>
                    <a:pt x="58" y="51"/>
                    <a:pt x="74" y="67"/>
                    <a:pt x="88" y="64"/>
                  </a:cubicBezTo>
                  <a:cubicBezTo>
                    <a:pt x="75" y="46"/>
                    <a:pt x="52" y="32"/>
                    <a:pt x="36" y="16"/>
                  </a:cubicBezTo>
                  <a:cubicBezTo>
                    <a:pt x="23" y="4"/>
                    <a:pt x="15" y="0"/>
                    <a:pt x="0" y="7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7" name="Freeform 585">
              <a:extLst>
                <a:ext uri="{FF2B5EF4-FFF2-40B4-BE49-F238E27FC236}">
                  <a16:creationId xmlns:a16="http://schemas.microsoft.com/office/drawing/2014/main" id="{3E83851C-825B-4207-844A-96E19699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3358"/>
              <a:ext cx="85" cy="78"/>
            </a:xfrm>
            <a:custGeom>
              <a:avLst/>
              <a:gdLst>
                <a:gd name="T0" fmla="*/ 0 w 92"/>
                <a:gd name="T1" fmla="*/ 65 h 83"/>
                <a:gd name="T2" fmla="*/ 38 w 92"/>
                <a:gd name="T3" fmla="*/ 35 h 83"/>
                <a:gd name="T4" fmla="*/ 69 w 92"/>
                <a:gd name="T5" fmla="*/ 0 h 83"/>
                <a:gd name="T6" fmla="*/ 8 w 92"/>
                <a:gd name="T7" fmla="*/ 69 h 83"/>
                <a:gd name="T8" fmla="*/ 6 w 92"/>
                <a:gd name="T9" fmla="*/ 6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3">
                  <a:moveTo>
                    <a:pt x="0" y="78"/>
                  </a:moveTo>
                  <a:cubicBezTo>
                    <a:pt x="15" y="72"/>
                    <a:pt x="37" y="53"/>
                    <a:pt x="48" y="41"/>
                  </a:cubicBezTo>
                  <a:cubicBezTo>
                    <a:pt x="59" y="30"/>
                    <a:pt x="75" y="5"/>
                    <a:pt x="88" y="0"/>
                  </a:cubicBezTo>
                  <a:cubicBezTo>
                    <a:pt x="92" y="38"/>
                    <a:pt x="37" y="62"/>
                    <a:pt x="11" y="83"/>
                  </a:cubicBezTo>
                  <a:cubicBezTo>
                    <a:pt x="10" y="80"/>
                    <a:pt x="9" y="80"/>
                    <a:pt x="8" y="7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8" name="Freeform 586">
              <a:extLst>
                <a:ext uri="{FF2B5EF4-FFF2-40B4-BE49-F238E27FC236}">
                  <a16:creationId xmlns:a16="http://schemas.microsoft.com/office/drawing/2014/main" id="{A8AA226F-8677-4EB6-A1E9-282ED8D5A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251"/>
              <a:ext cx="108" cy="141"/>
            </a:xfrm>
            <a:custGeom>
              <a:avLst/>
              <a:gdLst>
                <a:gd name="T0" fmla="*/ 22 w 116"/>
                <a:gd name="T1" fmla="*/ 0 h 151"/>
                <a:gd name="T2" fmla="*/ 57 w 116"/>
                <a:gd name="T3" fmla="*/ 38 h 151"/>
                <a:gd name="T4" fmla="*/ 79 w 116"/>
                <a:gd name="T5" fmla="*/ 64 h 151"/>
                <a:gd name="T6" fmla="*/ 94 w 116"/>
                <a:gd name="T7" fmla="*/ 120 h 151"/>
                <a:gd name="T8" fmla="*/ 74 w 116"/>
                <a:gd name="T9" fmla="*/ 96 h 151"/>
                <a:gd name="T10" fmla="*/ 53 w 116"/>
                <a:gd name="T11" fmla="*/ 55 h 151"/>
                <a:gd name="T12" fmla="*/ 22 w 116"/>
                <a:gd name="T13" fmla="*/ 3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51">
                  <a:moveTo>
                    <a:pt x="28" y="0"/>
                  </a:moveTo>
                  <a:cubicBezTo>
                    <a:pt x="44" y="10"/>
                    <a:pt x="58" y="33"/>
                    <a:pt x="71" y="47"/>
                  </a:cubicBezTo>
                  <a:cubicBezTo>
                    <a:pt x="81" y="57"/>
                    <a:pt x="91" y="67"/>
                    <a:pt x="98" y="79"/>
                  </a:cubicBezTo>
                  <a:cubicBezTo>
                    <a:pt x="111" y="100"/>
                    <a:pt x="111" y="123"/>
                    <a:pt x="116" y="147"/>
                  </a:cubicBezTo>
                  <a:cubicBezTo>
                    <a:pt x="97" y="151"/>
                    <a:pt x="95" y="130"/>
                    <a:pt x="91" y="118"/>
                  </a:cubicBezTo>
                  <a:cubicBezTo>
                    <a:pt x="86" y="98"/>
                    <a:pt x="77" y="83"/>
                    <a:pt x="65" y="68"/>
                  </a:cubicBezTo>
                  <a:cubicBezTo>
                    <a:pt x="59" y="62"/>
                    <a:pt x="0" y="3"/>
                    <a:pt x="28" y="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9" name="Freeform 587">
              <a:extLst>
                <a:ext uri="{FF2B5EF4-FFF2-40B4-BE49-F238E27FC236}">
                  <a16:creationId xmlns:a16="http://schemas.microsoft.com/office/drawing/2014/main" id="{CDEC50E7-E0ED-47ED-83BB-D2133E02B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091"/>
              <a:ext cx="32" cy="51"/>
            </a:xfrm>
            <a:custGeom>
              <a:avLst/>
              <a:gdLst>
                <a:gd name="T0" fmla="*/ 0 w 34"/>
                <a:gd name="T1" fmla="*/ 25 h 55"/>
                <a:gd name="T2" fmla="*/ 17 w 34"/>
                <a:gd name="T3" fmla="*/ 44 h 55"/>
                <a:gd name="T4" fmla="*/ 11 w 34"/>
                <a:gd name="T5" fmla="*/ 0 h 55"/>
                <a:gd name="T6" fmla="*/ 8 w 34"/>
                <a:gd name="T7" fmla="*/ 2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5">
                  <a:moveTo>
                    <a:pt x="0" y="31"/>
                  </a:moveTo>
                  <a:cubicBezTo>
                    <a:pt x="7" y="39"/>
                    <a:pt x="12" y="50"/>
                    <a:pt x="20" y="55"/>
                  </a:cubicBezTo>
                  <a:cubicBezTo>
                    <a:pt x="34" y="35"/>
                    <a:pt x="28" y="20"/>
                    <a:pt x="14" y="0"/>
                  </a:cubicBezTo>
                  <a:cubicBezTo>
                    <a:pt x="9" y="8"/>
                    <a:pt x="5" y="21"/>
                    <a:pt x="8" y="29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0" name="Freeform 588">
              <a:extLst>
                <a:ext uri="{FF2B5EF4-FFF2-40B4-BE49-F238E27FC236}">
                  <a16:creationId xmlns:a16="http://schemas.microsoft.com/office/drawing/2014/main" id="{78910D34-3A82-4FD2-96E8-AA98480AD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3157"/>
              <a:ext cx="107" cy="73"/>
            </a:xfrm>
            <a:custGeom>
              <a:avLst/>
              <a:gdLst>
                <a:gd name="T0" fmla="*/ 0 w 115"/>
                <a:gd name="T1" fmla="*/ 4 h 78"/>
                <a:gd name="T2" fmla="*/ 60 w 115"/>
                <a:gd name="T3" fmla="*/ 43 h 78"/>
                <a:gd name="T4" fmla="*/ 93 w 115"/>
                <a:gd name="T5" fmla="*/ 64 h 78"/>
                <a:gd name="T6" fmla="*/ 86 w 115"/>
                <a:gd name="T7" fmla="*/ 44 h 78"/>
                <a:gd name="T8" fmla="*/ 60 w 115"/>
                <a:gd name="T9" fmla="*/ 21 h 78"/>
                <a:gd name="T10" fmla="*/ 25 w 115"/>
                <a:gd name="T11" fmla="*/ 4 h 78"/>
                <a:gd name="T12" fmla="*/ 3 w 115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78">
                  <a:moveTo>
                    <a:pt x="0" y="4"/>
                  </a:moveTo>
                  <a:cubicBezTo>
                    <a:pt x="26" y="18"/>
                    <a:pt x="51" y="34"/>
                    <a:pt x="74" y="52"/>
                  </a:cubicBezTo>
                  <a:cubicBezTo>
                    <a:pt x="86" y="61"/>
                    <a:pt x="101" y="74"/>
                    <a:pt x="115" y="78"/>
                  </a:cubicBezTo>
                  <a:cubicBezTo>
                    <a:pt x="111" y="70"/>
                    <a:pt x="111" y="61"/>
                    <a:pt x="106" y="53"/>
                  </a:cubicBezTo>
                  <a:cubicBezTo>
                    <a:pt x="100" y="45"/>
                    <a:pt x="84" y="33"/>
                    <a:pt x="75" y="26"/>
                  </a:cubicBezTo>
                  <a:cubicBezTo>
                    <a:pt x="63" y="16"/>
                    <a:pt x="46" y="8"/>
                    <a:pt x="31" y="4"/>
                  </a:cubicBezTo>
                  <a:cubicBezTo>
                    <a:pt x="22" y="2"/>
                    <a:pt x="10" y="3"/>
                    <a:pt x="3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589">
              <a:extLst>
                <a:ext uri="{FF2B5EF4-FFF2-40B4-BE49-F238E27FC236}">
                  <a16:creationId xmlns:a16="http://schemas.microsoft.com/office/drawing/2014/main" id="{18153C30-71A0-4CBB-B894-042A3F9D4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161"/>
              <a:ext cx="62" cy="85"/>
            </a:xfrm>
            <a:custGeom>
              <a:avLst/>
              <a:gdLst>
                <a:gd name="T0" fmla="*/ 19 w 67"/>
                <a:gd name="T1" fmla="*/ 0 h 91"/>
                <a:gd name="T2" fmla="*/ 1 w 67"/>
                <a:gd name="T3" fmla="*/ 18 h 91"/>
                <a:gd name="T4" fmla="*/ 19 w 67"/>
                <a:gd name="T5" fmla="*/ 32 h 91"/>
                <a:gd name="T6" fmla="*/ 40 w 67"/>
                <a:gd name="T7" fmla="*/ 50 h 91"/>
                <a:gd name="T8" fmla="*/ 53 w 67"/>
                <a:gd name="T9" fmla="*/ 74 h 91"/>
                <a:gd name="T10" fmla="*/ 30 w 67"/>
                <a:gd name="T11" fmla="*/ 32 h 91"/>
                <a:gd name="T12" fmla="*/ 17 w 67"/>
                <a:gd name="T13" fmla="*/ 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91">
                  <a:moveTo>
                    <a:pt x="24" y="0"/>
                  </a:moveTo>
                  <a:cubicBezTo>
                    <a:pt x="16" y="2"/>
                    <a:pt x="1" y="12"/>
                    <a:pt x="1" y="21"/>
                  </a:cubicBezTo>
                  <a:cubicBezTo>
                    <a:pt x="0" y="34"/>
                    <a:pt x="14" y="33"/>
                    <a:pt x="24" y="39"/>
                  </a:cubicBezTo>
                  <a:cubicBezTo>
                    <a:pt x="33" y="45"/>
                    <a:pt x="44" y="53"/>
                    <a:pt x="50" y="62"/>
                  </a:cubicBezTo>
                  <a:cubicBezTo>
                    <a:pt x="57" y="71"/>
                    <a:pt x="59" y="84"/>
                    <a:pt x="67" y="91"/>
                  </a:cubicBezTo>
                  <a:cubicBezTo>
                    <a:pt x="61" y="70"/>
                    <a:pt x="49" y="56"/>
                    <a:pt x="38" y="39"/>
                  </a:cubicBezTo>
                  <a:cubicBezTo>
                    <a:pt x="31" y="28"/>
                    <a:pt x="29" y="8"/>
                    <a:pt x="20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2" name="Freeform 590">
              <a:extLst>
                <a:ext uri="{FF2B5EF4-FFF2-40B4-BE49-F238E27FC236}">
                  <a16:creationId xmlns:a16="http://schemas.microsoft.com/office/drawing/2014/main" id="{10F6067C-95FA-42FC-A5BA-A194EDC9A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978"/>
              <a:ext cx="25" cy="188"/>
            </a:xfrm>
            <a:custGeom>
              <a:avLst/>
              <a:gdLst>
                <a:gd name="T0" fmla="*/ 3 w 27"/>
                <a:gd name="T1" fmla="*/ 0 h 201"/>
                <a:gd name="T2" fmla="*/ 13 w 27"/>
                <a:gd name="T3" fmla="*/ 39 h 201"/>
                <a:gd name="T4" fmla="*/ 17 w 27"/>
                <a:gd name="T5" fmla="*/ 84 h 201"/>
                <a:gd name="T6" fmla="*/ 21 w 27"/>
                <a:gd name="T7" fmla="*/ 165 h 201"/>
                <a:gd name="T8" fmla="*/ 6 w 27"/>
                <a:gd name="T9" fmla="*/ 133 h 201"/>
                <a:gd name="T10" fmla="*/ 5 w 27"/>
                <a:gd name="T11" fmla="*/ 77 h 201"/>
                <a:gd name="T12" fmla="*/ 0 w 27"/>
                <a:gd name="T13" fmla="*/ 7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01">
                  <a:moveTo>
                    <a:pt x="3" y="0"/>
                  </a:moveTo>
                  <a:cubicBezTo>
                    <a:pt x="18" y="13"/>
                    <a:pt x="15" y="30"/>
                    <a:pt x="16" y="48"/>
                  </a:cubicBezTo>
                  <a:cubicBezTo>
                    <a:pt x="17" y="66"/>
                    <a:pt x="20" y="84"/>
                    <a:pt x="20" y="103"/>
                  </a:cubicBezTo>
                  <a:cubicBezTo>
                    <a:pt x="20" y="137"/>
                    <a:pt x="22" y="168"/>
                    <a:pt x="27" y="201"/>
                  </a:cubicBezTo>
                  <a:cubicBezTo>
                    <a:pt x="12" y="188"/>
                    <a:pt x="9" y="182"/>
                    <a:pt x="9" y="163"/>
                  </a:cubicBezTo>
                  <a:cubicBezTo>
                    <a:pt x="9" y="140"/>
                    <a:pt x="7" y="116"/>
                    <a:pt x="5" y="94"/>
                  </a:cubicBezTo>
                  <a:cubicBezTo>
                    <a:pt x="2" y="65"/>
                    <a:pt x="0" y="37"/>
                    <a:pt x="0" y="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3" name="Freeform 591">
              <a:extLst>
                <a:ext uri="{FF2B5EF4-FFF2-40B4-BE49-F238E27FC236}">
                  <a16:creationId xmlns:a16="http://schemas.microsoft.com/office/drawing/2014/main" id="{680AB008-EEB5-4CD4-95D4-E86B1C98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821"/>
              <a:ext cx="119" cy="66"/>
            </a:xfrm>
            <a:custGeom>
              <a:avLst/>
              <a:gdLst>
                <a:gd name="T0" fmla="*/ 18 w 128"/>
                <a:gd name="T1" fmla="*/ 0 h 71"/>
                <a:gd name="T2" fmla="*/ 85 w 128"/>
                <a:gd name="T3" fmla="*/ 24 h 71"/>
                <a:gd name="T4" fmla="*/ 93 w 128"/>
                <a:gd name="T5" fmla="*/ 57 h 71"/>
                <a:gd name="T6" fmla="*/ 37 w 128"/>
                <a:gd name="T7" fmla="*/ 31 h 71"/>
                <a:gd name="T8" fmla="*/ 19 w 128"/>
                <a:gd name="T9" fmla="*/ 5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71">
                  <a:moveTo>
                    <a:pt x="22" y="0"/>
                  </a:moveTo>
                  <a:cubicBezTo>
                    <a:pt x="50" y="11"/>
                    <a:pt x="77" y="20"/>
                    <a:pt x="105" y="30"/>
                  </a:cubicBezTo>
                  <a:cubicBezTo>
                    <a:pt x="120" y="35"/>
                    <a:pt x="128" y="56"/>
                    <a:pt x="116" y="71"/>
                  </a:cubicBezTo>
                  <a:cubicBezTo>
                    <a:pt x="94" y="58"/>
                    <a:pt x="70" y="48"/>
                    <a:pt x="46" y="38"/>
                  </a:cubicBezTo>
                  <a:cubicBezTo>
                    <a:pt x="37" y="34"/>
                    <a:pt x="0" y="15"/>
                    <a:pt x="23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4" name="Freeform 592">
              <a:extLst>
                <a:ext uri="{FF2B5EF4-FFF2-40B4-BE49-F238E27FC236}">
                  <a16:creationId xmlns:a16="http://schemas.microsoft.com/office/drawing/2014/main" id="{50DF167C-293A-4FC6-874D-2B58F193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48"/>
              <a:ext cx="63" cy="154"/>
            </a:xfrm>
            <a:custGeom>
              <a:avLst/>
              <a:gdLst>
                <a:gd name="T0" fmla="*/ 18 w 68"/>
                <a:gd name="T1" fmla="*/ 133 h 166"/>
                <a:gd name="T2" fmla="*/ 33 w 68"/>
                <a:gd name="T3" fmla="*/ 54 h 166"/>
                <a:gd name="T4" fmla="*/ 54 w 68"/>
                <a:gd name="T5" fmla="*/ 2 h 166"/>
                <a:gd name="T6" fmla="*/ 36 w 68"/>
                <a:gd name="T7" fmla="*/ 11 h 166"/>
                <a:gd name="T8" fmla="*/ 12 w 68"/>
                <a:gd name="T9" fmla="*/ 65 h 166"/>
                <a:gd name="T10" fmla="*/ 1 w 68"/>
                <a:gd name="T11" fmla="*/ 116 h 166"/>
                <a:gd name="T12" fmla="*/ 15 w 68"/>
                <a:gd name="T13" fmla="*/ 131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66">
                  <a:moveTo>
                    <a:pt x="22" y="166"/>
                  </a:moveTo>
                  <a:cubicBezTo>
                    <a:pt x="27" y="132"/>
                    <a:pt x="30" y="99"/>
                    <a:pt x="42" y="67"/>
                  </a:cubicBezTo>
                  <a:cubicBezTo>
                    <a:pt x="49" y="48"/>
                    <a:pt x="68" y="21"/>
                    <a:pt x="68" y="2"/>
                  </a:cubicBezTo>
                  <a:cubicBezTo>
                    <a:pt x="55" y="0"/>
                    <a:pt x="51" y="3"/>
                    <a:pt x="45" y="14"/>
                  </a:cubicBezTo>
                  <a:cubicBezTo>
                    <a:pt x="33" y="34"/>
                    <a:pt x="23" y="59"/>
                    <a:pt x="15" y="81"/>
                  </a:cubicBezTo>
                  <a:cubicBezTo>
                    <a:pt x="8" y="101"/>
                    <a:pt x="0" y="125"/>
                    <a:pt x="1" y="146"/>
                  </a:cubicBezTo>
                  <a:cubicBezTo>
                    <a:pt x="1" y="160"/>
                    <a:pt x="4" y="162"/>
                    <a:pt x="18" y="16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5" name="Freeform 593">
              <a:extLst>
                <a:ext uri="{FF2B5EF4-FFF2-40B4-BE49-F238E27FC236}">
                  <a16:creationId xmlns:a16="http://schemas.microsoft.com/office/drawing/2014/main" id="{C606EDFF-5EA9-46EB-A1FD-0094327C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922"/>
              <a:ext cx="92" cy="107"/>
            </a:xfrm>
            <a:custGeom>
              <a:avLst/>
              <a:gdLst>
                <a:gd name="T0" fmla="*/ 19 w 99"/>
                <a:gd name="T1" fmla="*/ 3 h 115"/>
                <a:gd name="T2" fmla="*/ 79 w 99"/>
                <a:gd name="T3" fmla="*/ 80 h 115"/>
                <a:gd name="T4" fmla="*/ 37 w 99"/>
                <a:gd name="T5" fmla="*/ 71 h 115"/>
                <a:gd name="T6" fmla="*/ 11 w 99"/>
                <a:gd name="T7" fmla="*/ 0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15">
                  <a:moveTo>
                    <a:pt x="23" y="3"/>
                  </a:moveTo>
                  <a:cubicBezTo>
                    <a:pt x="39" y="44"/>
                    <a:pt x="56" y="81"/>
                    <a:pt x="99" y="99"/>
                  </a:cubicBezTo>
                  <a:cubicBezTo>
                    <a:pt x="86" y="115"/>
                    <a:pt x="57" y="98"/>
                    <a:pt x="46" y="88"/>
                  </a:cubicBezTo>
                  <a:cubicBezTo>
                    <a:pt x="26" y="71"/>
                    <a:pt x="0" y="27"/>
                    <a:pt x="14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6" name="Freeform 594">
              <a:extLst>
                <a:ext uri="{FF2B5EF4-FFF2-40B4-BE49-F238E27FC236}">
                  <a16:creationId xmlns:a16="http://schemas.microsoft.com/office/drawing/2014/main" id="{B9841C30-3E99-4EE5-90A7-9DA32A04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908"/>
              <a:ext cx="100" cy="103"/>
            </a:xfrm>
            <a:custGeom>
              <a:avLst/>
              <a:gdLst>
                <a:gd name="T0" fmla="*/ 3 w 108"/>
                <a:gd name="T1" fmla="*/ 77 h 111"/>
                <a:gd name="T2" fmla="*/ 6 w 108"/>
                <a:gd name="T3" fmla="*/ 89 h 111"/>
                <a:gd name="T4" fmla="*/ 29 w 108"/>
                <a:gd name="T5" fmla="*/ 72 h 111"/>
                <a:gd name="T6" fmla="*/ 48 w 108"/>
                <a:gd name="T7" fmla="*/ 44 h 111"/>
                <a:gd name="T8" fmla="*/ 80 w 108"/>
                <a:gd name="T9" fmla="*/ 12 h 111"/>
                <a:gd name="T10" fmla="*/ 75 w 108"/>
                <a:gd name="T11" fmla="*/ 0 h 111"/>
                <a:gd name="T12" fmla="*/ 56 w 108"/>
                <a:gd name="T13" fmla="*/ 15 h 111"/>
                <a:gd name="T14" fmla="*/ 27 w 108"/>
                <a:gd name="T15" fmla="*/ 42 h 111"/>
                <a:gd name="T16" fmla="*/ 0 w 108"/>
                <a:gd name="T17" fmla="*/ 77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11">
                  <a:moveTo>
                    <a:pt x="3" y="96"/>
                  </a:moveTo>
                  <a:cubicBezTo>
                    <a:pt x="5" y="101"/>
                    <a:pt x="7" y="106"/>
                    <a:pt x="9" y="111"/>
                  </a:cubicBezTo>
                  <a:cubicBezTo>
                    <a:pt x="17" y="104"/>
                    <a:pt x="27" y="98"/>
                    <a:pt x="36" y="90"/>
                  </a:cubicBezTo>
                  <a:cubicBezTo>
                    <a:pt x="48" y="78"/>
                    <a:pt x="53" y="70"/>
                    <a:pt x="61" y="55"/>
                  </a:cubicBezTo>
                  <a:cubicBezTo>
                    <a:pt x="71" y="39"/>
                    <a:pt x="89" y="29"/>
                    <a:pt x="100" y="15"/>
                  </a:cubicBezTo>
                  <a:cubicBezTo>
                    <a:pt x="107" y="5"/>
                    <a:pt x="108" y="2"/>
                    <a:pt x="94" y="0"/>
                  </a:cubicBezTo>
                  <a:cubicBezTo>
                    <a:pt x="90" y="9"/>
                    <a:pt x="79" y="12"/>
                    <a:pt x="71" y="18"/>
                  </a:cubicBezTo>
                  <a:cubicBezTo>
                    <a:pt x="58" y="27"/>
                    <a:pt x="45" y="40"/>
                    <a:pt x="34" y="52"/>
                  </a:cubicBezTo>
                  <a:cubicBezTo>
                    <a:pt x="25" y="61"/>
                    <a:pt x="3" y="85"/>
                    <a:pt x="0" y="9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Freeform 595">
              <a:extLst>
                <a:ext uri="{FF2B5EF4-FFF2-40B4-BE49-F238E27FC236}">
                  <a16:creationId xmlns:a16="http://schemas.microsoft.com/office/drawing/2014/main" id="{024644EC-2A15-4513-9370-557C82FC5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995"/>
              <a:ext cx="49" cy="114"/>
            </a:xfrm>
            <a:custGeom>
              <a:avLst/>
              <a:gdLst>
                <a:gd name="T0" fmla="*/ 0 w 53"/>
                <a:gd name="T1" fmla="*/ 32 h 122"/>
                <a:gd name="T2" fmla="*/ 15 w 53"/>
                <a:gd name="T3" fmla="*/ 100 h 122"/>
                <a:gd name="T4" fmla="*/ 37 w 53"/>
                <a:gd name="T5" fmla="*/ 87 h 122"/>
                <a:gd name="T6" fmla="*/ 29 w 53"/>
                <a:gd name="T7" fmla="*/ 56 h 122"/>
                <a:gd name="T8" fmla="*/ 0 w 53"/>
                <a:gd name="T9" fmla="*/ 3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2">
                  <a:moveTo>
                    <a:pt x="0" y="39"/>
                  </a:moveTo>
                  <a:cubicBezTo>
                    <a:pt x="12" y="64"/>
                    <a:pt x="17" y="94"/>
                    <a:pt x="18" y="122"/>
                  </a:cubicBezTo>
                  <a:cubicBezTo>
                    <a:pt x="23" y="121"/>
                    <a:pt x="43" y="112"/>
                    <a:pt x="46" y="107"/>
                  </a:cubicBezTo>
                  <a:cubicBezTo>
                    <a:pt x="53" y="96"/>
                    <a:pt x="40" y="78"/>
                    <a:pt x="36" y="68"/>
                  </a:cubicBezTo>
                  <a:cubicBezTo>
                    <a:pt x="30" y="56"/>
                    <a:pt x="15" y="0"/>
                    <a:pt x="0" y="3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8" name="Freeform 596">
              <a:extLst>
                <a:ext uri="{FF2B5EF4-FFF2-40B4-BE49-F238E27FC236}">
                  <a16:creationId xmlns:a16="http://schemas.microsoft.com/office/drawing/2014/main" id="{F5353E9E-3CA1-4F2D-B80A-E66E2C7B2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960"/>
              <a:ext cx="58" cy="104"/>
            </a:xfrm>
            <a:custGeom>
              <a:avLst/>
              <a:gdLst>
                <a:gd name="T0" fmla="*/ 5 w 62"/>
                <a:gd name="T1" fmla="*/ 73 h 112"/>
                <a:gd name="T2" fmla="*/ 19 w 62"/>
                <a:gd name="T3" fmla="*/ 13 h 112"/>
                <a:gd name="T4" fmla="*/ 29 w 62"/>
                <a:gd name="T5" fmla="*/ 2 h 112"/>
                <a:gd name="T6" fmla="*/ 50 w 62"/>
                <a:gd name="T7" fmla="*/ 8 h 112"/>
                <a:gd name="T8" fmla="*/ 32 w 62"/>
                <a:gd name="T9" fmla="*/ 39 h 112"/>
                <a:gd name="T10" fmla="*/ 18 w 62"/>
                <a:gd name="T11" fmla="*/ 66 h 112"/>
                <a:gd name="T12" fmla="*/ 13 w 62"/>
                <a:gd name="T13" fmla="*/ 86 h 112"/>
                <a:gd name="T14" fmla="*/ 0 w 62"/>
                <a:gd name="T15" fmla="*/ 73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112">
                  <a:moveTo>
                    <a:pt x="5" y="92"/>
                  </a:moveTo>
                  <a:cubicBezTo>
                    <a:pt x="5" y="69"/>
                    <a:pt x="10" y="37"/>
                    <a:pt x="22" y="16"/>
                  </a:cubicBezTo>
                  <a:cubicBezTo>
                    <a:pt x="25" y="10"/>
                    <a:pt x="28" y="3"/>
                    <a:pt x="35" y="2"/>
                  </a:cubicBezTo>
                  <a:cubicBezTo>
                    <a:pt x="41" y="0"/>
                    <a:pt x="59" y="5"/>
                    <a:pt x="61" y="11"/>
                  </a:cubicBezTo>
                  <a:cubicBezTo>
                    <a:pt x="62" y="18"/>
                    <a:pt x="41" y="42"/>
                    <a:pt x="38" y="48"/>
                  </a:cubicBezTo>
                  <a:cubicBezTo>
                    <a:pt x="31" y="59"/>
                    <a:pt x="25" y="70"/>
                    <a:pt x="21" y="82"/>
                  </a:cubicBezTo>
                  <a:cubicBezTo>
                    <a:pt x="20" y="86"/>
                    <a:pt x="18" y="106"/>
                    <a:pt x="16" y="108"/>
                  </a:cubicBezTo>
                  <a:cubicBezTo>
                    <a:pt x="9" y="112"/>
                    <a:pt x="0" y="97"/>
                    <a:pt x="0" y="9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9" name="Freeform 597">
              <a:extLst>
                <a:ext uri="{FF2B5EF4-FFF2-40B4-BE49-F238E27FC236}">
                  <a16:creationId xmlns:a16="http://schemas.microsoft.com/office/drawing/2014/main" id="{B19BD10A-0A14-4C50-A8FC-A869652E4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088"/>
              <a:ext cx="35" cy="42"/>
            </a:xfrm>
            <a:custGeom>
              <a:avLst/>
              <a:gdLst>
                <a:gd name="T0" fmla="*/ 9 w 37"/>
                <a:gd name="T1" fmla="*/ 36 h 45"/>
                <a:gd name="T2" fmla="*/ 9 w 37"/>
                <a:gd name="T3" fmla="*/ 8 h 45"/>
                <a:gd name="T4" fmla="*/ 31 w 37"/>
                <a:gd name="T5" fmla="*/ 0 h 45"/>
                <a:gd name="T6" fmla="*/ 6 w 37"/>
                <a:gd name="T7" fmla="*/ 3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5">
                  <a:moveTo>
                    <a:pt x="9" y="45"/>
                  </a:moveTo>
                  <a:cubicBezTo>
                    <a:pt x="7" y="33"/>
                    <a:pt x="0" y="21"/>
                    <a:pt x="10" y="11"/>
                  </a:cubicBezTo>
                  <a:cubicBezTo>
                    <a:pt x="16" y="5"/>
                    <a:pt x="29" y="3"/>
                    <a:pt x="37" y="0"/>
                  </a:cubicBezTo>
                  <a:cubicBezTo>
                    <a:pt x="32" y="15"/>
                    <a:pt x="28" y="39"/>
                    <a:pt x="6" y="3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0" name="Freeform 598">
              <a:extLst>
                <a:ext uri="{FF2B5EF4-FFF2-40B4-BE49-F238E27FC236}">
                  <a16:creationId xmlns:a16="http://schemas.microsoft.com/office/drawing/2014/main" id="{AA532879-9870-45E1-A593-3E20DA80A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052"/>
              <a:ext cx="17" cy="16"/>
            </a:xfrm>
            <a:custGeom>
              <a:avLst/>
              <a:gdLst>
                <a:gd name="T0" fmla="*/ 1 w 18"/>
                <a:gd name="T1" fmla="*/ 10 h 17"/>
                <a:gd name="T2" fmla="*/ 13 w 18"/>
                <a:gd name="T3" fmla="*/ 10 h 17"/>
                <a:gd name="T4" fmla="*/ 0 w 18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" y="13"/>
                  </a:moveTo>
                  <a:cubicBezTo>
                    <a:pt x="3" y="8"/>
                    <a:pt x="18" y="0"/>
                    <a:pt x="16" y="13"/>
                  </a:cubicBezTo>
                  <a:cubicBezTo>
                    <a:pt x="11" y="14"/>
                    <a:pt x="5" y="15"/>
                    <a:pt x="0" y="17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1" name="Freeform 599">
              <a:extLst>
                <a:ext uri="{FF2B5EF4-FFF2-40B4-BE49-F238E27FC236}">
                  <a16:creationId xmlns:a16="http://schemas.microsoft.com/office/drawing/2014/main" id="{A8DCF169-61F1-44FF-B4C8-B0E63E380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934"/>
              <a:ext cx="96" cy="122"/>
            </a:xfrm>
            <a:custGeom>
              <a:avLst/>
              <a:gdLst>
                <a:gd name="T0" fmla="*/ 82 w 104"/>
                <a:gd name="T1" fmla="*/ 4 h 131"/>
                <a:gd name="T2" fmla="*/ 59 w 104"/>
                <a:gd name="T3" fmla="*/ 14 h 131"/>
                <a:gd name="T4" fmla="*/ 39 w 104"/>
                <a:gd name="T5" fmla="*/ 41 h 131"/>
                <a:gd name="T6" fmla="*/ 6 w 104"/>
                <a:gd name="T7" fmla="*/ 93 h 131"/>
                <a:gd name="T8" fmla="*/ 56 w 104"/>
                <a:gd name="T9" fmla="*/ 49 h 131"/>
                <a:gd name="T10" fmla="*/ 80 w 104"/>
                <a:gd name="T11" fmla="*/ 5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31">
                  <a:moveTo>
                    <a:pt x="104" y="4"/>
                  </a:moveTo>
                  <a:cubicBezTo>
                    <a:pt x="89" y="10"/>
                    <a:pt x="87" y="0"/>
                    <a:pt x="75" y="17"/>
                  </a:cubicBezTo>
                  <a:cubicBezTo>
                    <a:pt x="66" y="28"/>
                    <a:pt x="58" y="39"/>
                    <a:pt x="49" y="50"/>
                  </a:cubicBezTo>
                  <a:cubicBezTo>
                    <a:pt x="42" y="59"/>
                    <a:pt x="0" y="103"/>
                    <a:pt x="9" y="115"/>
                  </a:cubicBezTo>
                  <a:cubicBezTo>
                    <a:pt x="22" y="131"/>
                    <a:pt x="64" y="67"/>
                    <a:pt x="72" y="61"/>
                  </a:cubicBezTo>
                  <a:cubicBezTo>
                    <a:pt x="92" y="44"/>
                    <a:pt x="98" y="30"/>
                    <a:pt x="102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2" name="Freeform 600">
              <a:extLst>
                <a:ext uri="{FF2B5EF4-FFF2-40B4-BE49-F238E27FC236}">
                  <a16:creationId xmlns:a16="http://schemas.microsoft.com/office/drawing/2014/main" id="{B3F2D075-31DB-47A4-B916-C84293714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835"/>
              <a:ext cx="60" cy="106"/>
            </a:xfrm>
            <a:custGeom>
              <a:avLst/>
              <a:gdLst>
                <a:gd name="T0" fmla="*/ 45 w 65"/>
                <a:gd name="T1" fmla="*/ 92 h 114"/>
                <a:gd name="T2" fmla="*/ 19 w 65"/>
                <a:gd name="T3" fmla="*/ 44 h 114"/>
                <a:gd name="T4" fmla="*/ 0 w 65"/>
                <a:gd name="T5" fmla="*/ 0 h 114"/>
                <a:gd name="T6" fmla="*/ 36 w 65"/>
                <a:gd name="T7" fmla="*/ 48 h 114"/>
                <a:gd name="T8" fmla="*/ 50 w 65"/>
                <a:gd name="T9" fmla="*/ 88 h 114"/>
                <a:gd name="T10" fmla="*/ 46 w 65"/>
                <a:gd name="T11" fmla="*/ 89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14">
                  <a:moveTo>
                    <a:pt x="57" y="114"/>
                  </a:moveTo>
                  <a:cubicBezTo>
                    <a:pt x="51" y="92"/>
                    <a:pt x="39" y="72"/>
                    <a:pt x="25" y="55"/>
                  </a:cubicBezTo>
                  <a:cubicBezTo>
                    <a:pt x="15" y="42"/>
                    <a:pt x="2" y="16"/>
                    <a:pt x="0" y="0"/>
                  </a:cubicBezTo>
                  <a:cubicBezTo>
                    <a:pt x="19" y="13"/>
                    <a:pt x="34" y="40"/>
                    <a:pt x="46" y="60"/>
                  </a:cubicBezTo>
                  <a:cubicBezTo>
                    <a:pt x="55" y="75"/>
                    <a:pt x="65" y="92"/>
                    <a:pt x="64" y="110"/>
                  </a:cubicBezTo>
                  <a:cubicBezTo>
                    <a:pt x="62" y="110"/>
                    <a:pt x="61" y="111"/>
                    <a:pt x="59" y="11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3" name="Freeform 601">
              <a:extLst>
                <a:ext uri="{FF2B5EF4-FFF2-40B4-BE49-F238E27FC236}">
                  <a16:creationId xmlns:a16="http://schemas.microsoft.com/office/drawing/2014/main" id="{638B6CD7-1461-4A95-9518-58A407C8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843"/>
              <a:ext cx="102" cy="59"/>
            </a:xfrm>
            <a:custGeom>
              <a:avLst/>
              <a:gdLst>
                <a:gd name="T0" fmla="*/ 63 w 109"/>
                <a:gd name="T1" fmla="*/ 0 h 64"/>
                <a:gd name="T2" fmla="*/ 65 w 109"/>
                <a:gd name="T3" fmla="*/ 42 h 64"/>
                <a:gd name="T4" fmla="*/ 24 w 109"/>
                <a:gd name="T5" fmla="*/ 50 h 64"/>
                <a:gd name="T6" fmla="*/ 7 w 109"/>
                <a:gd name="T7" fmla="*/ 42 h 64"/>
                <a:gd name="T8" fmla="*/ 14 w 109"/>
                <a:gd name="T9" fmla="*/ 32 h 64"/>
                <a:gd name="T10" fmla="*/ 58 w 109"/>
                <a:gd name="T11" fmla="*/ 8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4">
                  <a:moveTo>
                    <a:pt x="77" y="0"/>
                  </a:moveTo>
                  <a:cubicBezTo>
                    <a:pt x="84" y="20"/>
                    <a:pt x="109" y="48"/>
                    <a:pt x="79" y="54"/>
                  </a:cubicBezTo>
                  <a:cubicBezTo>
                    <a:pt x="62" y="57"/>
                    <a:pt x="48" y="64"/>
                    <a:pt x="30" y="64"/>
                  </a:cubicBezTo>
                  <a:cubicBezTo>
                    <a:pt x="21" y="63"/>
                    <a:pt x="15" y="62"/>
                    <a:pt x="9" y="54"/>
                  </a:cubicBezTo>
                  <a:cubicBezTo>
                    <a:pt x="0" y="40"/>
                    <a:pt x="5" y="44"/>
                    <a:pt x="17" y="41"/>
                  </a:cubicBezTo>
                  <a:cubicBezTo>
                    <a:pt x="39" y="35"/>
                    <a:pt x="59" y="32"/>
                    <a:pt x="71" y="1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4" name="Freeform 602">
              <a:extLst>
                <a:ext uri="{FF2B5EF4-FFF2-40B4-BE49-F238E27FC236}">
                  <a16:creationId xmlns:a16="http://schemas.microsoft.com/office/drawing/2014/main" id="{3F79284E-B394-41B6-A581-DE0E3225B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995"/>
              <a:ext cx="97" cy="78"/>
            </a:xfrm>
            <a:custGeom>
              <a:avLst/>
              <a:gdLst>
                <a:gd name="T0" fmla="*/ 81 w 105"/>
                <a:gd name="T1" fmla="*/ 2 h 84"/>
                <a:gd name="T2" fmla="*/ 51 w 105"/>
                <a:gd name="T3" fmla="*/ 9 h 84"/>
                <a:gd name="T4" fmla="*/ 32 w 105"/>
                <a:gd name="T5" fmla="*/ 29 h 84"/>
                <a:gd name="T6" fmla="*/ 0 w 105"/>
                <a:gd name="T7" fmla="*/ 59 h 84"/>
                <a:gd name="T8" fmla="*/ 15 w 105"/>
                <a:gd name="T9" fmla="*/ 67 h 84"/>
                <a:gd name="T10" fmla="*/ 68 w 105"/>
                <a:gd name="T11" fmla="*/ 30 h 84"/>
                <a:gd name="T12" fmla="*/ 81 w 105"/>
                <a:gd name="T13" fmla="*/ 19 h 84"/>
                <a:gd name="T14" fmla="*/ 74 w 105"/>
                <a:gd name="T15" fmla="*/ 3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84">
                  <a:moveTo>
                    <a:pt x="103" y="2"/>
                  </a:moveTo>
                  <a:cubicBezTo>
                    <a:pt x="85" y="2"/>
                    <a:pt x="79" y="0"/>
                    <a:pt x="65" y="12"/>
                  </a:cubicBezTo>
                  <a:cubicBezTo>
                    <a:pt x="56" y="19"/>
                    <a:pt x="49" y="27"/>
                    <a:pt x="41" y="35"/>
                  </a:cubicBezTo>
                  <a:cubicBezTo>
                    <a:pt x="28" y="47"/>
                    <a:pt x="8" y="57"/>
                    <a:pt x="0" y="73"/>
                  </a:cubicBezTo>
                  <a:cubicBezTo>
                    <a:pt x="6" y="77"/>
                    <a:pt x="11" y="82"/>
                    <a:pt x="18" y="84"/>
                  </a:cubicBezTo>
                  <a:cubicBezTo>
                    <a:pt x="33" y="61"/>
                    <a:pt x="66" y="52"/>
                    <a:pt x="87" y="37"/>
                  </a:cubicBezTo>
                  <a:cubicBezTo>
                    <a:pt x="90" y="35"/>
                    <a:pt x="102" y="27"/>
                    <a:pt x="103" y="23"/>
                  </a:cubicBezTo>
                  <a:cubicBezTo>
                    <a:pt x="105" y="15"/>
                    <a:pt x="96" y="11"/>
                    <a:pt x="94" y="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5" name="Freeform 603">
              <a:extLst>
                <a:ext uri="{FF2B5EF4-FFF2-40B4-BE49-F238E27FC236}">
                  <a16:creationId xmlns:a16="http://schemas.microsoft.com/office/drawing/2014/main" id="{A76C8862-E993-438E-B386-D37D1F51A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964"/>
              <a:ext cx="87" cy="99"/>
            </a:xfrm>
            <a:custGeom>
              <a:avLst/>
              <a:gdLst>
                <a:gd name="T0" fmla="*/ 4 w 94"/>
                <a:gd name="T1" fmla="*/ 64 h 106"/>
                <a:gd name="T2" fmla="*/ 29 w 94"/>
                <a:gd name="T3" fmla="*/ 55 h 106"/>
                <a:gd name="T4" fmla="*/ 52 w 94"/>
                <a:gd name="T5" fmla="*/ 28 h 106"/>
                <a:gd name="T6" fmla="*/ 67 w 94"/>
                <a:gd name="T7" fmla="*/ 0 h 106"/>
                <a:gd name="T8" fmla="*/ 71 w 94"/>
                <a:gd name="T9" fmla="*/ 8 h 106"/>
                <a:gd name="T10" fmla="*/ 72 w 94"/>
                <a:gd name="T11" fmla="*/ 19 h 106"/>
                <a:gd name="T12" fmla="*/ 46 w 94"/>
                <a:gd name="T13" fmla="*/ 57 h 106"/>
                <a:gd name="T14" fmla="*/ 0 w 94"/>
                <a:gd name="T15" fmla="*/ 71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06">
                  <a:moveTo>
                    <a:pt x="4" y="79"/>
                  </a:moveTo>
                  <a:cubicBezTo>
                    <a:pt x="13" y="73"/>
                    <a:pt x="26" y="74"/>
                    <a:pt x="36" y="67"/>
                  </a:cubicBezTo>
                  <a:cubicBezTo>
                    <a:pt x="50" y="59"/>
                    <a:pt x="58" y="47"/>
                    <a:pt x="66" y="34"/>
                  </a:cubicBezTo>
                  <a:cubicBezTo>
                    <a:pt x="74" y="24"/>
                    <a:pt x="77" y="9"/>
                    <a:pt x="84" y="0"/>
                  </a:cubicBezTo>
                  <a:cubicBezTo>
                    <a:pt x="86" y="3"/>
                    <a:pt x="89" y="7"/>
                    <a:pt x="90" y="11"/>
                  </a:cubicBezTo>
                  <a:cubicBezTo>
                    <a:pt x="94" y="20"/>
                    <a:pt x="92" y="13"/>
                    <a:pt x="91" y="22"/>
                  </a:cubicBezTo>
                  <a:cubicBezTo>
                    <a:pt x="88" y="40"/>
                    <a:pt x="72" y="60"/>
                    <a:pt x="58" y="70"/>
                  </a:cubicBezTo>
                  <a:cubicBezTo>
                    <a:pt x="46" y="79"/>
                    <a:pt x="14" y="106"/>
                    <a:pt x="0" y="87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6" name="Freeform 604">
              <a:extLst>
                <a:ext uri="{FF2B5EF4-FFF2-40B4-BE49-F238E27FC236}">
                  <a16:creationId xmlns:a16="http://schemas.microsoft.com/office/drawing/2014/main" id="{4FDF1B87-8585-4DF0-ABAB-B9A6D4D13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550"/>
              <a:ext cx="127" cy="82"/>
            </a:xfrm>
            <a:custGeom>
              <a:avLst/>
              <a:gdLst>
                <a:gd name="T0" fmla="*/ 109 w 137"/>
                <a:gd name="T1" fmla="*/ 6 h 88"/>
                <a:gd name="T2" fmla="*/ 73 w 137"/>
                <a:gd name="T3" fmla="*/ 44 h 88"/>
                <a:gd name="T4" fmla="*/ 44 w 137"/>
                <a:gd name="T5" fmla="*/ 55 h 88"/>
                <a:gd name="T6" fmla="*/ 12 w 137"/>
                <a:gd name="T7" fmla="*/ 71 h 88"/>
                <a:gd name="T8" fmla="*/ 60 w 137"/>
                <a:gd name="T9" fmla="*/ 31 h 88"/>
                <a:gd name="T10" fmla="*/ 91 w 137"/>
                <a:gd name="T11" fmla="*/ 11 h 88"/>
                <a:gd name="T12" fmla="*/ 106 w 137"/>
                <a:gd name="T13" fmla="*/ 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88">
                  <a:moveTo>
                    <a:pt x="137" y="6"/>
                  </a:moveTo>
                  <a:cubicBezTo>
                    <a:pt x="129" y="28"/>
                    <a:pt x="113" y="43"/>
                    <a:pt x="92" y="54"/>
                  </a:cubicBezTo>
                  <a:cubicBezTo>
                    <a:pt x="81" y="60"/>
                    <a:pt x="68" y="64"/>
                    <a:pt x="56" y="68"/>
                  </a:cubicBezTo>
                  <a:cubicBezTo>
                    <a:pt x="41" y="74"/>
                    <a:pt x="29" y="84"/>
                    <a:pt x="15" y="88"/>
                  </a:cubicBezTo>
                  <a:cubicBezTo>
                    <a:pt x="0" y="63"/>
                    <a:pt x="58" y="46"/>
                    <a:pt x="75" y="38"/>
                  </a:cubicBezTo>
                  <a:cubicBezTo>
                    <a:pt x="89" y="31"/>
                    <a:pt x="101" y="23"/>
                    <a:pt x="114" y="14"/>
                  </a:cubicBezTo>
                  <a:cubicBezTo>
                    <a:pt x="119" y="9"/>
                    <a:pt x="136" y="0"/>
                    <a:pt x="133" y="9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Freeform 605">
              <a:extLst>
                <a:ext uri="{FF2B5EF4-FFF2-40B4-BE49-F238E27FC236}">
                  <a16:creationId xmlns:a16="http://schemas.microsoft.com/office/drawing/2014/main" id="{9823AE8C-0369-4ECE-888C-D358D292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431"/>
              <a:ext cx="39" cy="88"/>
            </a:xfrm>
            <a:custGeom>
              <a:avLst/>
              <a:gdLst>
                <a:gd name="T0" fmla="*/ 7 w 42"/>
                <a:gd name="T1" fmla="*/ 76 h 95"/>
                <a:gd name="T2" fmla="*/ 20 w 42"/>
                <a:gd name="T3" fmla="*/ 39 h 95"/>
                <a:gd name="T4" fmla="*/ 33 w 42"/>
                <a:gd name="T5" fmla="*/ 1 h 95"/>
                <a:gd name="T6" fmla="*/ 7 w 42"/>
                <a:gd name="T7" fmla="*/ 12 h 95"/>
                <a:gd name="T8" fmla="*/ 0 w 42"/>
                <a:gd name="T9" fmla="*/ 73 h 95"/>
                <a:gd name="T10" fmla="*/ 7 w 42"/>
                <a:gd name="T11" fmla="*/ 75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95">
                  <a:moveTo>
                    <a:pt x="9" y="95"/>
                  </a:moveTo>
                  <a:cubicBezTo>
                    <a:pt x="27" y="84"/>
                    <a:pt x="21" y="68"/>
                    <a:pt x="25" y="49"/>
                  </a:cubicBezTo>
                  <a:cubicBezTo>
                    <a:pt x="30" y="32"/>
                    <a:pt x="41" y="19"/>
                    <a:pt x="42" y="1"/>
                  </a:cubicBezTo>
                  <a:cubicBezTo>
                    <a:pt x="31" y="0"/>
                    <a:pt x="18" y="8"/>
                    <a:pt x="9" y="15"/>
                  </a:cubicBezTo>
                  <a:cubicBezTo>
                    <a:pt x="16" y="36"/>
                    <a:pt x="3" y="71"/>
                    <a:pt x="0" y="92"/>
                  </a:cubicBezTo>
                  <a:cubicBezTo>
                    <a:pt x="2" y="92"/>
                    <a:pt x="5" y="94"/>
                    <a:pt x="7" y="9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8" name="Freeform 606">
              <a:extLst>
                <a:ext uri="{FF2B5EF4-FFF2-40B4-BE49-F238E27FC236}">
                  <a16:creationId xmlns:a16="http://schemas.microsoft.com/office/drawing/2014/main" id="{62F5C6B9-48A5-4225-8F03-B55EED0A9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92"/>
              <a:ext cx="60" cy="82"/>
            </a:xfrm>
            <a:custGeom>
              <a:avLst/>
              <a:gdLst>
                <a:gd name="T0" fmla="*/ 23 w 64"/>
                <a:gd name="T1" fmla="*/ 0 h 88"/>
                <a:gd name="T2" fmla="*/ 48 w 64"/>
                <a:gd name="T3" fmla="*/ 46 h 88"/>
                <a:gd name="T4" fmla="*/ 19 w 64"/>
                <a:gd name="T5" fmla="*/ 70 h 88"/>
                <a:gd name="T6" fmla="*/ 9 w 64"/>
                <a:gd name="T7" fmla="*/ 62 h 88"/>
                <a:gd name="T8" fmla="*/ 0 w 64"/>
                <a:gd name="T9" fmla="*/ 40 h 88"/>
                <a:gd name="T10" fmla="*/ 21 w 64"/>
                <a:gd name="T11" fmla="*/ 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88">
                  <a:moveTo>
                    <a:pt x="28" y="0"/>
                  </a:moveTo>
                  <a:cubicBezTo>
                    <a:pt x="36" y="15"/>
                    <a:pt x="64" y="38"/>
                    <a:pt x="58" y="57"/>
                  </a:cubicBezTo>
                  <a:cubicBezTo>
                    <a:pt x="55" y="65"/>
                    <a:pt x="31" y="85"/>
                    <a:pt x="22" y="86"/>
                  </a:cubicBezTo>
                  <a:cubicBezTo>
                    <a:pt x="11" y="88"/>
                    <a:pt x="17" y="87"/>
                    <a:pt x="12" y="77"/>
                  </a:cubicBezTo>
                  <a:cubicBezTo>
                    <a:pt x="9" y="71"/>
                    <a:pt x="0" y="56"/>
                    <a:pt x="0" y="49"/>
                  </a:cubicBezTo>
                  <a:cubicBezTo>
                    <a:pt x="0" y="37"/>
                    <a:pt x="19" y="23"/>
                    <a:pt x="25" y="1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9" name="Freeform 607">
              <a:extLst>
                <a:ext uri="{FF2B5EF4-FFF2-40B4-BE49-F238E27FC236}">
                  <a16:creationId xmlns:a16="http://schemas.microsoft.com/office/drawing/2014/main" id="{47F80483-FC32-49A4-A243-CDA19B3F6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423"/>
              <a:ext cx="90" cy="117"/>
            </a:xfrm>
            <a:custGeom>
              <a:avLst/>
              <a:gdLst>
                <a:gd name="T0" fmla="*/ 15 w 97"/>
                <a:gd name="T1" fmla="*/ 2 h 126"/>
                <a:gd name="T2" fmla="*/ 76 w 97"/>
                <a:gd name="T3" fmla="*/ 84 h 126"/>
                <a:gd name="T4" fmla="*/ 44 w 97"/>
                <a:gd name="T5" fmla="*/ 99 h 126"/>
                <a:gd name="T6" fmla="*/ 25 w 97"/>
                <a:gd name="T7" fmla="*/ 70 h 126"/>
                <a:gd name="T8" fmla="*/ 2 w 97"/>
                <a:gd name="T9" fmla="*/ 1 h 126"/>
                <a:gd name="T10" fmla="*/ 17 w 97"/>
                <a:gd name="T11" fmla="*/ 2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26">
                  <a:moveTo>
                    <a:pt x="18" y="2"/>
                  </a:moveTo>
                  <a:cubicBezTo>
                    <a:pt x="37" y="36"/>
                    <a:pt x="97" y="60"/>
                    <a:pt x="95" y="104"/>
                  </a:cubicBezTo>
                  <a:cubicBezTo>
                    <a:pt x="82" y="107"/>
                    <a:pt x="69" y="126"/>
                    <a:pt x="55" y="124"/>
                  </a:cubicBezTo>
                  <a:cubicBezTo>
                    <a:pt x="40" y="123"/>
                    <a:pt x="36" y="101"/>
                    <a:pt x="31" y="87"/>
                  </a:cubicBezTo>
                  <a:cubicBezTo>
                    <a:pt x="20" y="61"/>
                    <a:pt x="0" y="28"/>
                    <a:pt x="2" y="1"/>
                  </a:cubicBezTo>
                  <a:cubicBezTo>
                    <a:pt x="8" y="0"/>
                    <a:pt x="14" y="0"/>
                    <a:pt x="20" y="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0" name="Freeform 608">
              <a:extLst>
                <a:ext uri="{FF2B5EF4-FFF2-40B4-BE49-F238E27FC236}">
                  <a16:creationId xmlns:a16="http://schemas.microsoft.com/office/drawing/2014/main" id="{3C4BB867-ABB6-4ED3-A5AD-240E96A90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232"/>
              <a:ext cx="81" cy="80"/>
            </a:xfrm>
            <a:custGeom>
              <a:avLst/>
              <a:gdLst>
                <a:gd name="T0" fmla="*/ 0 w 87"/>
                <a:gd name="T1" fmla="*/ 1 h 86"/>
                <a:gd name="T2" fmla="*/ 69 w 87"/>
                <a:gd name="T3" fmla="*/ 68 h 86"/>
                <a:gd name="T4" fmla="*/ 37 w 87"/>
                <a:gd name="T5" fmla="*/ 26 h 86"/>
                <a:gd name="T6" fmla="*/ 2 w 87"/>
                <a:gd name="T7" fmla="*/ 4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86">
                  <a:moveTo>
                    <a:pt x="0" y="1"/>
                  </a:moveTo>
                  <a:cubicBezTo>
                    <a:pt x="12" y="23"/>
                    <a:pt x="55" y="86"/>
                    <a:pt x="86" y="84"/>
                  </a:cubicBezTo>
                  <a:cubicBezTo>
                    <a:pt x="87" y="56"/>
                    <a:pt x="67" y="51"/>
                    <a:pt x="46" y="32"/>
                  </a:cubicBezTo>
                  <a:cubicBezTo>
                    <a:pt x="36" y="22"/>
                    <a:pt x="17" y="0"/>
                    <a:pt x="2" y="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1" name="Freeform 609">
              <a:extLst>
                <a:ext uri="{FF2B5EF4-FFF2-40B4-BE49-F238E27FC236}">
                  <a16:creationId xmlns:a16="http://schemas.microsoft.com/office/drawing/2014/main" id="{E73C1DDD-611D-405D-924A-FE11EF199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177"/>
              <a:ext cx="129" cy="119"/>
            </a:xfrm>
            <a:custGeom>
              <a:avLst/>
              <a:gdLst>
                <a:gd name="T0" fmla="*/ 0 w 139"/>
                <a:gd name="T1" fmla="*/ 18 h 128"/>
                <a:gd name="T2" fmla="*/ 62 w 139"/>
                <a:gd name="T3" fmla="*/ 74 h 128"/>
                <a:gd name="T4" fmla="*/ 88 w 139"/>
                <a:gd name="T5" fmla="*/ 88 h 128"/>
                <a:gd name="T6" fmla="*/ 111 w 139"/>
                <a:gd name="T7" fmla="*/ 103 h 128"/>
                <a:gd name="T8" fmla="*/ 90 w 139"/>
                <a:gd name="T9" fmla="*/ 80 h 128"/>
                <a:gd name="T10" fmla="*/ 53 w 139"/>
                <a:gd name="T11" fmla="*/ 44 h 128"/>
                <a:gd name="T12" fmla="*/ 20 w 139"/>
                <a:gd name="T13" fmla="*/ 9 h 128"/>
                <a:gd name="T14" fmla="*/ 0 w 139"/>
                <a:gd name="T15" fmla="*/ 17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128">
                  <a:moveTo>
                    <a:pt x="0" y="21"/>
                  </a:moveTo>
                  <a:cubicBezTo>
                    <a:pt x="18" y="46"/>
                    <a:pt x="51" y="77"/>
                    <a:pt x="78" y="93"/>
                  </a:cubicBezTo>
                  <a:cubicBezTo>
                    <a:pt x="89" y="100"/>
                    <a:pt x="100" y="103"/>
                    <a:pt x="110" y="110"/>
                  </a:cubicBezTo>
                  <a:cubicBezTo>
                    <a:pt x="120" y="116"/>
                    <a:pt x="128" y="126"/>
                    <a:pt x="139" y="128"/>
                  </a:cubicBezTo>
                  <a:cubicBezTo>
                    <a:pt x="139" y="110"/>
                    <a:pt x="125" y="109"/>
                    <a:pt x="112" y="99"/>
                  </a:cubicBezTo>
                  <a:cubicBezTo>
                    <a:pt x="96" y="86"/>
                    <a:pt x="80" y="71"/>
                    <a:pt x="66" y="55"/>
                  </a:cubicBezTo>
                  <a:cubicBezTo>
                    <a:pt x="53" y="41"/>
                    <a:pt x="40" y="26"/>
                    <a:pt x="26" y="12"/>
                  </a:cubicBezTo>
                  <a:cubicBezTo>
                    <a:pt x="13" y="0"/>
                    <a:pt x="6" y="0"/>
                    <a:pt x="0" y="2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Freeform 610">
              <a:extLst>
                <a:ext uri="{FF2B5EF4-FFF2-40B4-BE49-F238E27FC236}">
                  <a16:creationId xmlns:a16="http://schemas.microsoft.com/office/drawing/2014/main" id="{F4ED0BF9-E7A1-4AE8-82D4-C24D91CD2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04"/>
              <a:ext cx="104" cy="80"/>
            </a:xfrm>
            <a:custGeom>
              <a:avLst/>
              <a:gdLst>
                <a:gd name="T0" fmla="*/ 19 w 112"/>
                <a:gd name="T1" fmla="*/ 0 h 86"/>
                <a:gd name="T2" fmla="*/ 66 w 112"/>
                <a:gd name="T3" fmla="*/ 43 h 86"/>
                <a:gd name="T4" fmla="*/ 90 w 112"/>
                <a:gd name="T5" fmla="*/ 61 h 86"/>
                <a:gd name="T6" fmla="*/ 73 w 112"/>
                <a:gd name="T7" fmla="*/ 69 h 86"/>
                <a:gd name="T8" fmla="*/ 43 w 112"/>
                <a:gd name="T9" fmla="*/ 49 h 86"/>
                <a:gd name="T10" fmla="*/ 14 w 112"/>
                <a:gd name="T11" fmla="*/ 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6">
                  <a:moveTo>
                    <a:pt x="24" y="0"/>
                  </a:moveTo>
                  <a:cubicBezTo>
                    <a:pt x="43" y="18"/>
                    <a:pt x="61" y="37"/>
                    <a:pt x="82" y="53"/>
                  </a:cubicBezTo>
                  <a:cubicBezTo>
                    <a:pt x="91" y="60"/>
                    <a:pt x="106" y="66"/>
                    <a:pt x="112" y="76"/>
                  </a:cubicBezTo>
                  <a:cubicBezTo>
                    <a:pt x="108" y="79"/>
                    <a:pt x="95" y="86"/>
                    <a:pt x="91" y="86"/>
                  </a:cubicBezTo>
                  <a:cubicBezTo>
                    <a:pt x="80" y="86"/>
                    <a:pt x="64" y="68"/>
                    <a:pt x="54" y="61"/>
                  </a:cubicBezTo>
                  <a:cubicBezTo>
                    <a:pt x="36" y="47"/>
                    <a:pt x="0" y="28"/>
                    <a:pt x="17" y="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3" name="Freeform 611">
              <a:extLst>
                <a:ext uri="{FF2B5EF4-FFF2-40B4-BE49-F238E27FC236}">
                  <a16:creationId xmlns:a16="http://schemas.microsoft.com/office/drawing/2014/main" id="{321090C6-AE50-445A-ABB5-3352CEB36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200"/>
              <a:ext cx="46" cy="94"/>
            </a:xfrm>
            <a:custGeom>
              <a:avLst/>
              <a:gdLst>
                <a:gd name="T0" fmla="*/ 39 w 50"/>
                <a:gd name="T1" fmla="*/ 1 h 101"/>
                <a:gd name="T2" fmla="*/ 8 w 50"/>
                <a:gd name="T3" fmla="*/ 81 h 101"/>
                <a:gd name="T4" fmla="*/ 0 w 50"/>
                <a:gd name="T5" fmla="*/ 74 h 101"/>
                <a:gd name="T6" fmla="*/ 23 w 50"/>
                <a:gd name="T7" fmla="*/ 34 h 101"/>
                <a:gd name="T8" fmla="*/ 37 w 50"/>
                <a:gd name="T9" fmla="*/ 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1">
                  <a:moveTo>
                    <a:pt x="50" y="1"/>
                  </a:moveTo>
                  <a:cubicBezTo>
                    <a:pt x="49" y="32"/>
                    <a:pt x="26" y="74"/>
                    <a:pt x="11" y="101"/>
                  </a:cubicBezTo>
                  <a:cubicBezTo>
                    <a:pt x="8" y="98"/>
                    <a:pt x="3" y="95"/>
                    <a:pt x="0" y="92"/>
                  </a:cubicBezTo>
                  <a:cubicBezTo>
                    <a:pt x="1" y="79"/>
                    <a:pt x="24" y="57"/>
                    <a:pt x="29" y="42"/>
                  </a:cubicBezTo>
                  <a:cubicBezTo>
                    <a:pt x="33" y="32"/>
                    <a:pt x="32" y="0"/>
                    <a:pt x="47" y="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4" name="Freeform 612">
              <a:extLst>
                <a:ext uri="{FF2B5EF4-FFF2-40B4-BE49-F238E27FC236}">
                  <a16:creationId xmlns:a16="http://schemas.microsoft.com/office/drawing/2014/main" id="{9EBFBF87-BB96-4C9A-A758-E0251E653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338"/>
              <a:ext cx="59" cy="28"/>
            </a:xfrm>
            <a:custGeom>
              <a:avLst/>
              <a:gdLst>
                <a:gd name="T0" fmla="*/ 50 w 64"/>
                <a:gd name="T1" fmla="*/ 6 h 30"/>
                <a:gd name="T2" fmla="*/ 18 w 64"/>
                <a:gd name="T3" fmla="*/ 4 h 30"/>
                <a:gd name="T4" fmla="*/ 0 w 64"/>
                <a:gd name="T5" fmla="*/ 21 h 30"/>
                <a:gd name="T6" fmla="*/ 46 w 64"/>
                <a:gd name="T7" fmla="*/ 1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0">
                  <a:moveTo>
                    <a:pt x="64" y="6"/>
                  </a:moveTo>
                  <a:cubicBezTo>
                    <a:pt x="51" y="4"/>
                    <a:pt x="36" y="0"/>
                    <a:pt x="23" y="4"/>
                  </a:cubicBezTo>
                  <a:cubicBezTo>
                    <a:pt x="12" y="8"/>
                    <a:pt x="6" y="17"/>
                    <a:pt x="0" y="27"/>
                  </a:cubicBezTo>
                  <a:cubicBezTo>
                    <a:pt x="15" y="30"/>
                    <a:pt x="46" y="22"/>
                    <a:pt x="59" y="1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5" name="Freeform 613">
              <a:extLst>
                <a:ext uri="{FF2B5EF4-FFF2-40B4-BE49-F238E27FC236}">
                  <a16:creationId xmlns:a16="http://schemas.microsoft.com/office/drawing/2014/main" id="{E54337DD-2D6E-4096-AF2A-E3CE5C544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598"/>
              <a:ext cx="65" cy="93"/>
            </a:xfrm>
            <a:custGeom>
              <a:avLst/>
              <a:gdLst>
                <a:gd name="T0" fmla="*/ 3 w 70"/>
                <a:gd name="T1" fmla="*/ 17 h 100"/>
                <a:gd name="T2" fmla="*/ 38 w 70"/>
                <a:gd name="T3" fmla="*/ 56 h 100"/>
                <a:gd name="T4" fmla="*/ 55 w 70"/>
                <a:gd name="T5" fmla="*/ 80 h 100"/>
                <a:gd name="T6" fmla="*/ 33 w 70"/>
                <a:gd name="T7" fmla="*/ 33 h 100"/>
                <a:gd name="T8" fmla="*/ 0 w 70"/>
                <a:gd name="T9" fmla="*/ 19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00">
                  <a:moveTo>
                    <a:pt x="3" y="20"/>
                  </a:moveTo>
                  <a:cubicBezTo>
                    <a:pt x="23" y="30"/>
                    <a:pt x="35" y="51"/>
                    <a:pt x="47" y="70"/>
                  </a:cubicBezTo>
                  <a:cubicBezTo>
                    <a:pt x="52" y="78"/>
                    <a:pt x="58" y="98"/>
                    <a:pt x="68" y="100"/>
                  </a:cubicBezTo>
                  <a:cubicBezTo>
                    <a:pt x="70" y="74"/>
                    <a:pt x="55" y="61"/>
                    <a:pt x="41" y="42"/>
                  </a:cubicBezTo>
                  <a:cubicBezTo>
                    <a:pt x="28" y="25"/>
                    <a:pt x="16" y="0"/>
                    <a:pt x="0" y="2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6" name="Freeform 614">
              <a:extLst>
                <a:ext uri="{FF2B5EF4-FFF2-40B4-BE49-F238E27FC236}">
                  <a16:creationId xmlns:a16="http://schemas.microsoft.com/office/drawing/2014/main" id="{0F349D5C-BBBB-41CF-AE5A-6F206A724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519"/>
              <a:ext cx="34" cy="70"/>
            </a:xfrm>
            <a:custGeom>
              <a:avLst/>
              <a:gdLst>
                <a:gd name="T0" fmla="*/ 0 w 37"/>
                <a:gd name="T1" fmla="*/ 59 h 76"/>
                <a:gd name="T2" fmla="*/ 28 w 37"/>
                <a:gd name="T3" fmla="*/ 27 h 76"/>
                <a:gd name="T4" fmla="*/ 24 w 37"/>
                <a:gd name="T5" fmla="*/ 17 h 76"/>
                <a:gd name="T6" fmla="*/ 20 w 37"/>
                <a:gd name="T7" fmla="*/ 0 h 76"/>
                <a:gd name="T8" fmla="*/ 7 w 37"/>
                <a:gd name="T9" fmla="*/ 28 h 76"/>
                <a:gd name="T10" fmla="*/ 6 w 37"/>
                <a:gd name="T11" fmla="*/ 43 h 76"/>
                <a:gd name="T12" fmla="*/ 3 w 37"/>
                <a:gd name="T13" fmla="*/ 59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76">
                  <a:moveTo>
                    <a:pt x="0" y="76"/>
                  </a:moveTo>
                  <a:cubicBezTo>
                    <a:pt x="13" y="68"/>
                    <a:pt x="37" y="53"/>
                    <a:pt x="37" y="35"/>
                  </a:cubicBezTo>
                  <a:cubicBezTo>
                    <a:pt x="37" y="28"/>
                    <a:pt x="32" y="27"/>
                    <a:pt x="30" y="21"/>
                  </a:cubicBezTo>
                  <a:cubicBezTo>
                    <a:pt x="26" y="14"/>
                    <a:pt x="26" y="8"/>
                    <a:pt x="26" y="0"/>
                  </a:cubicBezTo>
                  <a:cubicBezTo>
                    <a:pt x="20" y="12"/>
                    <a:pt x="11" y="22"/>
                    <a:pt x="10" y="36"/>
                  </a:cubicBezTo>
                  <a:cubicBezTo>
                    <a:pt x="9" y="43"/>
                    <a:pt x="11" y="48"/>
                    <a:pt x="9" y="55"/>
                  </a:cubicBezTo>
                  <a:cubicBezTo>
                    <a:pt x="8" y="62"/>
                    <a:pt x="4" y="67"/>
                    <a:pt x="3" y="7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Freeform 615">
              <a:extLst>
                <a:ext uri="{FF2B5EF4-FFF2-40B4-BE49-F238E27FC236}">
                  <a16:creationId xmlns:a16="http://schemas.microsoft.com/office/drawing/2014/main" id="{F7DFDE04-56AE-42A3-9FE1-348F0F10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653"/>
              <a:ext cx="54" cy="96"/>
            </a:xfrm>
            <a:custGeom>
              <a:avLst/>
              <a:gdLst>
                <a:gd name="T0" fmla="*/ 0 w 58"/>
                <a:gd name="T1" fmla="*/ 77 h 104"/>
                <a:gd name="T2" fmla="*/ 8 w 58"/>
                <a:gd name="T3" fmla="*/ 55 h 104"/>
                <a:gd name="T4" fmla="*/ 19 w 58"/>
                <a:gd name="T5" fmla="*/ 28 h 104"/>
                <a:gd name="T6" fmla="*/ 40 w 58"/>
                <a:gd name="T7" fmla="*/ 0 h 104"/>
                <a:gd name="T8" fmla="*/ 45 w 58"/>
                <a:gd name="T9" fmla="*/ 17 h 104"/>
                <a:gd name="T10" fmla="*/ 38 w 58"/>
                <a:gd name="T11" fmla="*/ 25 h 104"/>
                <a:gd name="T12" fmla="*/ 30 w 58"/>
                <a:gd name="T13" fmla="*/ 44 h 104"/>
                <a:gd name="T14" fmla="*/ 6 w 58"/>
                <a:gd name="T15" fmla="*/ 82 h 104"/>
                <a:gd name="T16" fmla="*/ 1 w 58"/>
                <a:gd name="T17" fmla="*/ 77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04">
                  <a:moveTo>
                    <a:pt x="0" y="97"/>
                  </a:moveTo>
                  <a:cubicBezTo>
                    <a:pt x="1" y="88"/>
                    <a:pt x="8" y="79"/>
                    <a:pt x="11" y="70"/>
                  </a:cubicBezTo>
                  <a:cubicBezTo>
                    <a:pt x="15" y="58"/>
                    <a:pt x="18" y="47"/>
                    <a:pt x="24" y="36"/>
                  </a:cubicBezTo>
                  <a:cubicBezTo>
                    <a:pt x="31" y="24"/>
                    <a:pt x="43" y="13"/>
                    <a:pt x="49" y="0"/>
                  </a:cubicBezTo>
                  <a:cubicBezTo>
                    <a:pt x="52" y="6"/>
                    <a:pt x="58" y="13"/>
                    <a:pt x="56" y="21"/>
                  </a:cubicBezTo>
                  <a:cubicBezTo>
                    <a:pt x="56" y="24"/>
                    <a:pt x="49" y="29"/>
                    <a:pt x="47" y="31"/>
                  </a:cubicBezTo>
                  <a:cubicBezTo>
                    <a:pt x="43" y="39"/>
                    <a:pt x="40" y="48"/>
                    <a:pt x="37" y="56"/>
                  </a:cubicBezTo>
                  <a:cubicBezTo>
                    <a:pt x="29" y="73"/>
                    <a:pt x="18" y="90"/>
                    <a:pt x="6" y="104"/>
                  </a:cubicBezTo>
                  <a:cubicBezTo>
                    <a:pt x="3" y="102"/>
                    <a:pt x="2" y="100"/>
                    <a:pt x="1" y="97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8" name="Freeform 616">
              <a:extLst>
                <a:ext uri="{FF2B5EF4-FFF2-40B4-BE49-F238E27FC236}">
                  <a16:creationId xmlns:a16="http://schemas.microsoft.com/office/drawing/2014/main" id="{E36CE492-06AF-47DD-9AA5-C726EE3D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721"/>
              <a:ext cx="58" cy="109"/>
            </a:xfrm>
            <a:custGeom>
              <a:avLst/>
              <a:gdLst>
                <a:gd name="T0" fmla="*/ 1 w 62"/>
                <a:gd name="T1" fmla="*/ 26 h 118"/>
                <a:gd name="T2" fmla="*/ 32 w 62"/>
                <a:gd name="T3" fmla="*/ 93 h 118"/>
                <a:gd name="T4" fmla="*/ 51 w 62"/>
                <a:gd name="T5" fmla="*/ 70 h 118"/>
                <a:gd name="T6" fmla="*/ 0 w 62"/>
                <a:gd name="T7" fmla="*/ 26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18">
                  <a:moveTo>
                    <a:pt x="1" y="33"/>
                  </a:moveTo>
                  <a:cubicBezTo>
                    <a:pt x="24" y="54"/>
                    <a:pt x="17" y="101"/>
                    <a:pt x="38" y="118"/>
                  </a:cubicBezTo>
                  <a:cubicBezTo>
                    <a:pt x="48" y="107"/>
                    <a:pt x="55" y="101"/>
                    <a:pt x="62" y="89"/>
                  </a:cubicBezTo>
                  <a:cubicBezTo>
                    <a:pt x="41" y="77"/>
                    <a:pt x="29" y="0"/>
                    <a:pt x="0" y="3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9" name="Freeform 617">
              <a:extLst>
                <a:ext uri="{FF2B5EF4-FFF2-40B4-BE49-F238E27FC236}">
                  <a16:creationId xmlns:a16="http://schemas.microsoft.com/office/drawing/2014/main" id="{B01B8BC8-D185-4291-9DAB-0AE8B4BEA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853"/>
              <a:ext cx="22" cy="29"/>
            </a:xfrm>
            <a:custGeom>
              <a:avLst/>
              <a:gdLst>
                <a:gd name="T0" fmla="*/ 16 w 24"/>
                <a:gd name="T1" fmla="*/ 0 h 31"/>
                <a:gd name="T2" fmla="*/ 17 w 24"/>
                <a:gd name="T3" fmla="*/ 22 h 31"/>
                <a:gd name="T4" fmla="*/ 16 w 24"/>
                <a:gd name="T5" fmla="*/ 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1">
                  <a:moveTo>
                    <a:pt x="20" y="0"/>
                  </a:moveTo>
                  <a:cubicBezTo>
                    <a:pt x="14" y="7"/>
                    <a:pt x="0" y="31"/>
                    <a:pt x="23" y="27"/>
                  </a:cubicBezTo>
                  <a:cubicBezTo>
                    <a:pt x="24" y="20"/>
                    <a:pt x="24" y="10"/>
                    <a:pt x="20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0" name="Freeform 618">
              <a:extLst>
                <a:ext uri="{FF2B5EF4-FFF2-40B4-BE49-F238E27FC236}">
                  <a16:creationId xmlns:a16="http://schemas.microsoft.com/office/drawing/2014/main" id="{80C0A235-9090-486D-BCEE-CBB371B4B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736"/>
              <a:ext cx="29" cy="104"/>
            </a:xfrm>
            <a:custGeom>
              <a:avLst/>
              <a:gdLst>
                <a:gd name="T0" fmla="*/ 20 w 32"/>
                <a:gd name="T1" fmla="*/ 0 h 111"/>
                <a:gd name="T2" fmla="*/ 11 w 32"/>
                <a:gd name="T3" fmla="*/ 50 h 111"/>
                <a:gd name="T4" fmla="*/ 2 w 32"/>
                <a:gd name="T5" fmla="*/ 91 h 111"/>
                <a:gd name="T6" fmla="*/ 17 w 32"/>
                <a:gd name="T7" fmla="*/ 42 h 111"/>
                <a:gd name="T8" fmla="*/ 15 w 32"/>
                <a:gd name="T9" fmla="*/ 3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1">
                  <a:moveTo>
                    <a:pt x="27" y="0"/>
                  </a:moveTo>
                  <a:cubicBezTo>
                    <a:pt x="32" y="15"/>
                    <a:pt x="19" y="45"/>
                    <a:pt x="14" y="61"/>
                  </a:cubicBezTo>
                  <a:cubicBezTo>
                    <a:pt x="8" y="77"/>
                    <a:pt x="0" y="94"/>
                    <a:pt x="2" y="111"/>
                  </a:cubicBezTo>
                  <a:cubicBezTo>
                    <a:pt x="19" y="103"/>
                    <a:pt x="19" y="68"/>
                    <a:pt x="23" y="51"/>
                  </a:cubicBezTo>
                  <a:cubicBezTo>
                    <a:pt x="26" y="38"/>
                    <a:pt x="27" y="14"/>
                    <a:pt x="20" y="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1" name="Freeform 619">
              <a:extLst>
                <a:ext uri="{FF2B5EF4-FFF2-40B4-BE49-F238E27FC236}">
                  <a16:creationId xmlns:a16="http://schemas.microsoft.com/office/drawing/2014/main" id="{5693A072-B772-4FE1-9B0B-BB049AE9A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519"/>
              <a:ext cx="47" cy="96"/>
            </a:xfrm>
            <a:custGeom>
              <a:avLst/>
              <a:gdLst>
                <a:gd name="T0" fmla="*/ 4 w 50"/>
                <a:gd name="T1" fmla="*/ 0 h 103"/>
                <a:gd name="T2" fmla="*/ 39 w 50"/>
                <a:gd name="T3" fmla="*/ 75 h 103"/>
                <a:gd name="T4" fmla="*/ 18 w 50"/>
                <a:gd name="T5" fmla="*/ 58 h 103"/>
                <a:gd name="T6" fmla="*/ 0 w 50"/>
                <a:gd name="T7" fmla="*/ 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03">
                  <a:moveTo>
                    <a:pt x="4" y="0"/>
                  </a:moveTo>
                  <a:cubicBezTo>
                    <a:pt x="30" y="25"/>
                    <a:pt x="50" y="57"/>
                    <a:pt x="47" y="93"/>
                  </a:cubicBezTo>
                  <a:cubicBezTo>
                    <a:pt x="27" y="103"/>
                    <a:pt x="26" y="87"/>
                    <a:pt x="21" y="71"/>
                  </a:cubicBezTo>
                  <a:cubicBezTo>
                    <a:pt x="14" y="51"/>
                    <a:pt x="3" y="32"/>
                    <a:pt x="0" y="1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Freeform 620">
              <a:extLst>
                <a:ext uri="{FF2B5EF4-FFF2-40B4-BE49-F238E27FC236}">
                  <a16:creationId xmlns:a16="http://schemas.microsoft.com/office/drawing/2014/main" id="{585297BE-3E1F-4898-965B-C32947B19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144"/>
              <a:ext cx="145" cy="65"/>
            </a:xfrm>
            <a:custGeom>
              <a:avLst/>
              <a:gdLst>
                <a:gd name="T0" fmla="*/ 0 w 156"/>
                <a:gd name="T1" fmla="*/ 19 h 69"/>
                <a:gd name="T2" fmla="*/ 46 w 156"/>
                <a:gd name="T3" fmla="*/ 37 h 69"/>
                <a:gd name="T4" fmla="*/ 86 w 156"/>
                <a:gd name="T5" fmla="*/ 53 h 69"/>
                <a:gd name="T6" fmla="*/ 107 w 156"/>
                <a:gd name="T7" fmla="*/ 56 h 69"/>
                <a:gd name="T8" fmla="*/ 121 w 156"/>
                <a:gd name="T9" fmla="*/ 53 h 69"/>
                <a:gd name="T10" fmla="*/ 117 w 156"/>
                <a:gd name="T11" fmla="*/ 24 h 69"/>
                <a:gd name="T12" fmla="*/ 107 w 156"/>
                <a:gd name="T13" fmla="*/ 24 h 69"/>
                <a:gd name="T14" fmla="*/ 92 w 156"/>
                <a:gd name="T15" fmla="*/ 19 h 69"/>
                <a:gd name="T16" fmla="*/ 63 w 156"/>
                <a:gd name="T17" fmla="*/ 9 h 69"/>
                <a:gd name="T18" fmla="*/ 28 w 156"/>
                <a:gd name="T19" fmla="*/ 4 h 69"/>
                <a:gd name="T20" fmla="*/ 16 w 156"/>
                <a:gd name="T21" fmla="*/ 11 h 69"/>
                <a:gd name="T22" fmla="*/ 1 w 156"/>
                <a:gd name="T23" fmla="*/ 18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6" h="69">
                  <a:moveTo>
                    <a:pt x="0" y="22"/>
                  </a:moveTo>
                  <a:cubicBezTo>
                    <a:pt x="17" y="20"/>
                    <a:pt x="42" y="37"/>
                    <a:pt x="58" y="44"/>
                  </a:cubicBezTo>
                  <a:cubicBezTo>
                    <a:pt x="74" y="51"/>
                    <a:pt x="89" y="57"/>
                    <a:pt x="106" y="63"/>
                  </a:cubicBezTo>
                  <a:cubicBezTo>
                    <a:pt x="116" y="66"/>
                    <a:pt x="124" y="69"/>
                    <a:pt x="133" y="67"/>
                  </a:cubicBezTo>
                  <a:cubicBezTo>
                    <a:pt x="139" y="66"/>
                    <a:pt x="145" y="64"/>
                    <a:pt x="151" y="63"/>
                  </a:cubicBezTo>
                  <a:cubicBezTo>
                    <a:pt x="155" y="54"/>
                    <a:pt x="156" y="34"/>
                    <a:pt x="146" y="29"/>
                  </a:cubicBezTo>
                  <a:cubicBezTo>
                    <a:pt x="142" y="27"/>
                    <a:pt x="138" y="29"/>
                    <a:pt x="133" y="29"/>
                  </a:cubicBezTo>
                  <a:cubicBezTo>
                    <a:pt x="127" y="28"/>
                    <a:pt x="120" y="24"/>
                    <a:pt x="114" y="22"/>
                  </a:cubicBezTo>
                  <a:cubicBezTo>
                    <a:pt x="102" y="19"/>
                    <a:pt x="91" y="14"/>
                    <a:pt x="78" y="12"/>
                  </a:cubicBezTo>
                  <a:cubicBezTo>
                    <a:pt x="64" y="8"/>
                    <a:pt x="50" y="0"/>
                    <a:pt x="34" y="4"/>
                  </a:cubicBezTo>
                  <a:cubicBezTo>
                    <a:pt x="27" y="6"/>
                    <a:pt x="25" y="11"/>
                    <a:pt x="19" y="14"/>
                  </a:cubicBezTo>
                  <a:cubicBezTo>
                    <a:pt x="14" y="17"/>
                    <a:pt x="6" y="19"/>
                    <a:pt x="1" y="2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3" name="Freeform 621">
              <a:extLst>
                <a:ext uri="{FF2B5EF4-FFF2-40B4-BE49-F238E27FC236}">
                  <a16:creationId xmlns:a16="http://schemas.microsoft.com/office/drawing/2014/main" id="{311A112B-81D3-4645-A7A0-FBE3B69D4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77"/>
              <a:ext cx="49" cy="89"/>
            </a:xfrm>
            <a:custGeom>
              <a:avLst/>
              <a:gdLst>
                <a:gd name="T0" fmla="*/ 3 w 52"/>
                <a:gd name="T1" fmla="*/ 3 h 95"/>
                <a:gd name="T2" fmla="*/ 13 w 52"/>
                <a:gd name="T3" fmla="*/ 3 h 95"/>
                <a:gd name="T4" fmla="*/ 25 w 52"/>
                <a:gd name="T5" fmla="*/ 1 h 95"/>
                <a:gd name="T6" fmla="*/ 32 w 52"/>
                <a:gd name="T7" fmla="*/ 19 h 95"/>
                <a:gd name="T8" fmla="*/ 41 w 52"/>
                <a:gd name="T9" fmla="*/ 78 h 95"/>
                <a:gd name="T10" fmla="*/ 25 w 52"/>
                <a:gd name="T11" fmla="*/ 34 h 95"/>
                <a:gd name="T12" fmla="*/ 18 w 52"/>
                <a:gd name="T13" fmla="*/ 16 h 95"/>
                <a:gd name="T14" fmla="*/ 0 w 52"/>
                <a:gd name="T15" fmla="*/ 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5">
                  <a:moveTo>
                    <a:pt x="3" y="3"/>
                  </a:moveTo>
                  <a:cubicBezTo>
                    <a:pt x="4" y="3"/>
                    <a:pt x="12" y="3"/>
                    <a:pt x="16" y="3"/>
                  </a:cubicBezTo>
                  <a:cubicBezTo>
                    <a:pt x="18" y="3"/>
                    <a:pt x="30" y="0"/>
                    <a:pt x="31" y="1"/>
                  </a:cubicBezTo>
                  <a:cubicBezTo>
                    <a:pt x="35" y="3"/>
                    <a:pt x="37" y="17"/>
                    <a:pt x="38" y="22"/>
                  </a:cubicBezTo>
                  <a:cubicBezTo>
                    <a:pt x="45" y="44"/>
                    <a:pt x="52" y="73"/>
                    <a:pt x="50" y="95"/>
                  </a:cubicBezTo>
                  <a:cubicBezTo>
                    <a:pt x="38" y="82"/>
                    <a:pt x="37" y="57"/>
                    <a:pt x="31" y="41"/>
                  </a:cubicBezTo>
                  <a:cubicBezTo>
                    <a:pt x="29" y="34"/>
                    <a:pt x="25" y="25"/>
                    <a:pt x="21" y="19"/>
                  </a:cubicBezTo>
                  <a:cubicBezTo>
                    <a:pt x="16" y="13"/>
                    <a:pt x="2" y="8"/>
                    <a:pt x="0" y="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622">
              <a:extLst>
                <a:ext uri="{FF2B5EF4-FFF2-40B4-BE49-F238E27FC236}">
                  <a16:creationId xmlns:a16="http://schemas.microsoft.com/office/drawing/2014/main" id="{D6DC55A9-E29C-4B83-BDD0-FDB80135E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062"/>
              <a:ext cx="111" cy="97"/>
            </a:xfrm>
            <a:custGeom>
              <a:avLst/>
              <a:gdLst>
                <a:gd name="T0" fmla="*/ 11 w 119"/>
                <a:gd name="T1" fmla="*/ 0 h 104"/>
                <a:gd name="T2" fmla="*/ 4 w 119"/>
                <a:gd name="T3" fmla="*/ 19 h 104"/>
                <a:gd name="T4" fmla="*/ 19 w 119"/>
                <a:gd name="T5" fmla="*/ 29 h 104"/>
                <a:gd name="T6" fmla="*/ 34 w 119"/>
                <a:gd name="T7" fmla="*/ 44 h 104"/>
                <a:gd name="T8" fmla="*/ 93 w 119"/>
                <a:gd name="T9" fmla="*/ 84 h 104"/>
                <a:gd name="T10" fmla="*/ 93 w 119"/>
                <a:gd name="T11" fmla="*/ 69 h 104"/>
                <a:gd name="T12" fmla="*/ 56 w 119"/>
                <a:gd name="T13" fmla="*/ 34 h 104"/>
                <a:gd name="T14" fmla="*/ 9 w 119"/>
                <a:gd name="T15" fmla="*/ 5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4">
                  <a:moveTo>
                    <a:pt x="14" y="0"/>
                  </a:moveTo>
                  <a:cubicBezTo>
                    <a:pt x="13" y="7"/>
                    <a:pt x="0" y="13"/>
                    <a:pt x="4" y="22"/>
                  </a:cubicBezTo>
                  <a:cubicBezTo>
                    <a:pt x="6" y="25"/>
                    <a:pt x="19" y="32"/>
                    <a:pt x="22" y="35"/>
                  </a:cubicBezTo>
                  <a:cubicBezTo>
                    <a:pt x="29" y="42"/>
                    <a:pt x="35" y="48"/>
                    <a:pt x="42" y="54"/>
                  </a:cubicBezTo>
                  <a:cubicBezTo>
                    <a:pt x="64" y="73"/>
                    <a:pt x="88" y="93"/>
                    <a:pt x="115" y="104"/>
                  </a:cubicBezTo>
                  <a:cubicBezTo>
                    <a:pt x="118" y="97"/>
                    <a:pt x="119" y="91"/>
                    <a:pt x="115" y="85"/>
                  </a:cubicBezTo>
                  <a:cubicBezTo>
                    <a:pt x="107" y="68"/>
                    <a:pt x="83" y="55"/>
                    <a:pt x="69" y="42"/>
                  </a:cubicBezTo>
                  <a:cubicBezTo>
                    <a:pt x="53" y="28"/>
                    <a:pt x="32" y="14"/>
                    <a:pt x="12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623">
              <a:extLst>
                <a:ext uri="{FF2B5EF4-FFF2-40B4-BE49-F238E27FC236}">
                  <a16:creationId xmlns:a16="http://schemas.microsoft.com/office/drawing/2014/main" id="{541422D5-EF50-439F-9048-C83502FF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079"/>
              <a:ext cx="82" cy="64"/>
            </a:xfrm>
            <a:custGeom>
              <a:avLst/>
              <a:gdLst>
                <a:gd name="T0" fmla="*/ 0 w 88"/>
                <a:gd name="T1" fmla="*/ 14 h 69"/>
                <a:gd name="T2" fmla="*/ 33 w 88"/>
                <a:gd name="T3" fmla="*/ 35 h 69"/>
                <a:gd name="T4" fmla="*/ 62 w 88"/>
                <a:gd name="T5" fmla="*/ 55 h 69"/>
                <a:gd name="T6" fmla="*/ 71 w 88"/>
                <a:gd name="T7" fmla="*/ 41 h 69"/>
                <a:gd name="T8" fmla="*/ 62 w 88"/>
                <a:gd name="T9" fmla="*/ 32 h 69"/>
                <a:gd name="T10" fmla="*/ 42 w 88"/>
                <a:gd name="T11" fmla="*/ 16 h 69"/>
                <a:gd name="T12" fmla="*/ 19 w 88"/>
                <a:gd name="T13" fmla="*/ 0 h 69"/>
                <a:gd name="T14" fmla="*/ 1 w 88"/>
                <a:gd name="T15" fmla="*/ 1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69">
                  <a:moveTo>
                    <a:pt x="0" y="17"/>
                  </a:moveTo>
                  <a:cubicBezTo>
                    <a:pt x="14" y="19"/>
                    <a:pt x="30" y="35"/>
                    <a:pt x="41" y="44"/>
                  </a:cubicBezTo>
                  <a:cubicBezTo>
                    <a:pt x="52" y="51"/>
                    <a:pt x="63" y="65"/>
                    <a:pt x="76" y="69"/>
                  </a:cubicBezTo>
                  <a:cubicBezTo>
                    <a:pt x="76" y="63"/>
                    <a:pt x="88" y="58"/>
                    <a:pt x="88" y="51"/>
                  </a:cubicBezTo>
                  <a:cubicBezTo>
                    <a:pt x="88" y="45"/>
                    <a:pt x="82" y="43"/>
                    <a:pt x="77" y="40"/>
                  </a:cubicBezTo>
                  <a:cubicBezTo>
                    <a:pt x="69" y="34"/>
                    <a:pt x="61" y="26"/>
                    <a:pt x="52" y="19"/>
                  </a:cubicBezTo>
                  <a:cubicBezTo>
                    <a:pt x="46" y="14"/>
                    <a:pt x="32" y="1"/>
                    <a:pt x="23" y="0"/>
                  </a:cubicBezTo>
                  <a:cubicBezTo>
                    <a:pt x="12" y="0"/>
                    <a:pt x="9" y="13"/>
                    <a:pt x="1" y="1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624">
              <a:extLst>
                <a:ext uri="{FF2B5EF4-FFF2-40B4-BE49-F238E27FC236}">
                  <a16:creationId xmlns:a16="http://schemas.microsoft.com/office/drawing/2014/main" id="{1548AA3D-E4CD-4B47-B115-5B3C8A260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121"/>
              <a:ext cx="94" cy="85"/>
            </a:xfrm>
            <a:custGeom>
              <a:avLst/>
              <a:gdLst>
                <a:gd name="T0" fmla="*/ 69 w 101"/>
                <a:gd name="T1" fmla="*/ 0 h 91"/>
                <a:gd name="T2" fmla="*/ 47 w 101"/>
                <a:gd name="T3" fmla="*/ 19 h 91"/>
                <a:gd name="T4" fmla="*/ 18 w 101"/>
                <a:gd name="T5" fmla="*/ 44 h 91"/>
                <a:gd name="T6" fmla="*/ 1 w 101"/>
                <a:gd name="T7" fmla="*/ 62 h 91"/>
                <a:gd name="T8" fmla="*/ 9 w 101"/>
                <a:gd name="T9" fmla="*/ 71 h 91"/>
                <a:gd name="T10" fmla="*/ 18 w 101"/>
                <a:gd name="T11" fmla="*/ 72 h 91"/>
                <a:gd name="T12" fmla="*/ 42 w 101"/>
                <a:gd name="T13" fmla="*/ 50 h 91"/>
                <a:gd name="T14" fmla="*/ 69 w 101"/>
                <a:gd name="T15" fmla="*/ 28 h 91"/>
                <a:gd name="T16" fmla="*/ 80 w 101"/>
                <a:gd name="T17" fmla="*/ 15 h 91"/>
                <a:gd name="T18" fmla="*/ 69 w 101"/>
                <a:gd name="T19" fmla="*/ 2 h 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91">
                  <a:moveTo>
                    <a:pt x="85" y="0"/>
                  </a:moveTo>
                  <a:cubicBezTo>
                    <a:pt x="76" y="5"/>
                    <a:pt x="67" y="16"/>
                    <a:pt x="58" y="22"/>
                  </a:cubicBezTo>
                  <a:cubicBezTo>
                    <a:pt x="45" y="31"/>
                    <a:pt x="34" y="43"/>
                    <a:pt x="22" y="54"/>
                  </a:cubicBezTo>
                  <a:cubicBezTo>
                    <a:pt x="18" y="58"/>
                    <a:pt x="0" y="70"/>
                    <a:pt x="1" y="76"/>
                  </a:cubicBezTo>
                  <a:cubicBezTo>
                    <a:pt x="2" y="79"/>
                    <a:pt x="10" y="86"/>
                    <a:pt x="12" y="87"/>
                  </a:cubicBezTo>
                  <a:cubicBezTo>
                    <a:pt x="19" y="91"/>
                    <a:pt x="17" y="90"/>
                    <a:pt x="22" y="88"/>
                  </a:cubicBezTo>
                  <a:cubicBezTo>
                    <a:pt x="34" y="83"/>
                    <a:pt x="43" y="69"/>
                    <a:pt x="52" y="61"/>
                  </a:cubicBezTo>
                  <a:cubicBezTo>
                    <a:pt x="63" y="52"/>
                    <a:pt x="74" y="43"/>
                    <a:pt x="85" y="34"/>
                  </a:cubicBezTo>
                  <a:cubicBezTo>
                    <a:pt x="90" y="30"/>
                    <a:pt x="98" y="24"/>
                    <a:pt x="99" y="18"/>
                  </a:cubicBezTo>
                  <a:cubicBezTo>
                    <a:pt x="101" y="10"/>
                    <a:pt x="93" y="8"/>
                    <a:pt x="86" y="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625">
              <a:extLst>
                <a:ext uri="{FF2B5EF4-FFF2-40B4-BE49-F238E27FC236}">
                  <a16:creationId xmlns:a16="http://schemas.microsoft.com/office/drawing/2014/main" id="{A859673C-B418-404D-A76C-C227F02FA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073"/>
              <a:ext cx="42" cy="50"/>
            </a:xfrm>
            <a:custGeom>
              <a:avLst/>
              <a:gdLst>
                <a:gd name="T0" fmla="*/ 20 w 45"/>
                <a:gd name="T1" fmla="*/ 5 h 54"/>
                <a:gd name="T2" fmla="*/ 6 w 45"/>
                <a:gd name="T3" fmla="*/ 31 h 54"/>
                <a:gd name="T4" fmla="*/ 9 w 45"/>
                <a:gd name="T5" fmla="*/ 41 h 54"/>
                <a:gd name="T6" fmla="*/ 30 w 45"/>
                <a:gd name="T7" fmla="*/ 21 h 54"/>
                <a:gd name="T8" fmla="*/ 36 w 45"/>
                <a:gd name="T9" fmla="*/ 6 h 54"/>
                <a:gd name="T10" fmla="*/ 17 w 45"/>
                <a:gd name="T11" fmla="*/ 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4">
                  <a:moveTo>
                    <a:pt x="24" y="5"/>
                  </a:moveTo>
                  <a:cubicBezTo>
                    <a:pt x="17" y="14"/>
                    <a:pt x="11" y="29"/>
                    <a:pt x="6" y="39"/>
                  </a:cubicBezTo>
                  <a:cubicBezTo>
                    <a:pt x="2" y="46"/>
                    <a:pt x="0" y="54"/>
                    <a:pt x="12" y="51"/>
                  </a:cubicBezTo>
                  <a:cubicBezTo>
                    <a:pt x="20" y="49"/>
                    <a:pt x="32" y="34"/>
                    <a:pt x="36" y="27"/>
                  </a:cubicBezTo>
                  <a:cubicBezTo>
                    <a:pt x="40" y="22"/>
                    <a:pt x="42" y="15"/>
                    <a:pt x="45" y="9"/>
                  </a:cubicBezTo>
                  <a:cubicBezTo>
                    <a:pt x="36" y="7"/>
                    <a:pt x="29" y="0"/>
                    <a:pt x="20" y="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626">
              <a:extLst>
                <a:ext uri="{FF2B5EF4-FFF2-40B4-BE49-F238E27FC236}">
                  <a16:creationId xmlns:a16="http://schemas.microsoft.com/office/drawing/2014/main" id="{AB104293-7C1A-4EE7-90F3-9EF82C5D8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077"/>
              <a:ext cx="98" cy="90"/>
            </a:xfrm>
            <a:custGeom>
              <a:avLst/>
              <a:gdLst>
                <a:gd name="T0" fmla="*/ 62 w 106"/>
                <a:gd name="T1" fmla="*/ 1 h 96"/>
                <a:gd name="T2" fmla="*/ 41 w 106"/>
                <a:gd name="T3" fmla="*/ 23 h 96"/>
                <a:gd name="T4" fmla="*/ 16 w 106"/>
                <a:gd name="T5" fmla="*/ 50 h 96"/>
                <a:gd name="T6" fmla="*/ 1 w 106"/>
                <a:gd name="T7" fmla="*/ 70 h 96"/>
                <a:gd name="T8" fmla="*/ 17 w 106"/>
                <a:gd name="T9" fmla="*/ 76 h 96"/>
                <a:gd name="T10" fmla="*/ 41 w 106"/>
                <a:gd name="T11" fmla="*/ 49 h 96"/>
                <a:gd name="T12" fmla="*/ 59 w 106"/>
                <a:gd name="T13" fmla="*/ 29 h 96"/>
                <a:gd name="T14" fmla="*/ 73 w 106"/>
                <a:gd name="T15" fmla="*/ 16 h 96"/>
                <a:gd name="T16" fmla="*/ 84 w 106"/>
                <a:gd name="T17" fmla="*/ 3 h 96"/>
                <a:gd name="T18" fmla="*/ 57 w 106"/>
                <a:gd name="T19" fmla="*/ 1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96">
                  <a:moveTo>
                    <a:pt x="79" y="1"/>
                  </a:moveTo>
                  <a:cubicBezTo>
                    <a:pt x="73" y="2"/>
                    <a:pt x="57" y="22"/>
                    <a:pt x="52" y="28"/>
                  </a:cubicBezTo>
                  <a:cubicBezTo>
                    <a:pt x="40" y="38"/>
                    <a:pt x="30" y="50"/>
                    <a:pt x="20" y="61"/>
                  </a:cubicBezTo>
                  <a:cubicBezTo>
                    <a:pt x="15" y="67"/>
                    <a:pt x="0" y="77"/>
                    <a:pt x="1" y="85"/>
                  </a:cubicBezTo>
                  <a:cubicBezTo>
                    <a:pt x="3" y="94"/>
                    <a:pt x="16" y="96"/>
                    <a:pt x="22" y="92"/>
                  </a:cubicBezTo>
                  <a:cubicBezTo>
                    <a:pt x="33" y="83"/>
                    <a:pt x="42" y="68"/>
                    <a:pt x="52" y="59"/>
                  </a:cubicBezTo>
                  <a:cubicBezTo>
                    <a:pt x="60" y="51"/>
                    <a:pt x="66" y="42"/>
                    <a:pt x="75" y="35"/>
                  </a:cubicBezTo>
                  <a:cubicBezTo>
                    <a:pt x="81" y="30"/>
                    <a:pt x="87" y="25"/>
                    <a:pt x="92" y="19"/>
                  </a:cubicBezTo>
                  <a:cubicBezTo>
                    <a:pt x="96" y="14"/>
                    <a:pt x="105" y="8"/>
                    <a:pt x="106" y="3"/>
                  </a:cubicBezTo>
                  <a:cubicBezTo>
                    <a:pt x="97" y="0"/>
                    <a:pt x="82" y="0"/>
                    <a:pt x="72" y="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627">
              <a:extLst>
                <a:ext uri="{FF2B5EF4-FFF2-40B4-BE49-F238E27FC236}">
                  <a16:creationId xmlns:a16="http://schemas.microsoft.com/office/drawing/2014/main" id="{87919DC0-7DA5-483A-890D-F80E9F3C3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100"/>
              <a:ext cx="83" cy="44"/>
            </a:xfrm>
            <a:custGeom>
              <a:avLst/>
              <a:gdLst>
                <a:gd name="T0" fmla="*/ 71 w 90"/>
                <a:gd name="T1" fmla="*/ 23 h 48"/>
                <a:gd name="T2" fmla="*/ 30 w 90"/>
                <a:gd name="T3" fmla="*/ 6 h 48"/>
                <a:gd name="T4" fmla="*/ 19 w 90"/>
                <a:gd name="T5" fmla="*/ 8 h 48"/>
                <a:gd name="T6" fmla="*/ 6 w 90"/>
                <a:gd name="T7" fmla="*/ 13 h 48"/>
                <a:gd name="T8" fmla="*/ 0 w 90"/>
                <a:gd name="T9" fmla="*/ 37 h 48"/>
                <a:gd name="T10" fmla="*/ 22 w 90"/>
                <a:gd name="T11" fmla="*/ 17 h 48"/>
                <a:gd name="T12" fmla="*/ 39 w 90"/>
                <a:gd name="T13" fmla="*/ 10 h 48"/>
                <a:gd name="T14" fmla="*/ 67 w 90"/>
                <a:gd name="T15" fmla="*/ 26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8">
                  <a:moveTo>
                    <a:pt x="90" y="29"/>
                  </a:moveTo>
                  <a:cubicBezTo>
                    <a:pt x="85" y="5"/>
                    <a:pt x="58" y="0"/>
                    <a:pt x="39" y="7"/>
                  </a:cubicBezTo>
                  <a:cubicBezTo>
                    <a:pt x="35" y="8"/>
                    <a:pt x="30" y="10"/>
                    <a:pt x="25" y="11"/>
                  </a:cubicBezTo>
                  <a:cubicBezTo>
                    <a:pt x="20" y="13"/>
                    <a:pt x="11" y="13"/>
                    <a:pt x="7" y="16"/>
                  </a:cubicBezTo>
                  <a:cubicBezTo>
                    <a:pt x="0" y="21"/>
                    <a:pt x="1" y="39"/>
                    <a:pt x="0" y="48"/>
                  </a:cubicBezTo>
                  <a:cubicBezTo>
                    <a:pt x="9" y="39"/>
                    <a:pt x="19" y="31"/>
                    <a:pt x="28" y="22"/>
                  </a:cubicBezTo>
                  <a:cubicBezTo>
                    <a:pt x="33" y="18"/>
                    <a:pt x="41" y="13"/>
                    <a:pt x="49" y="13"/>
                  </a:cubicBezTo>
                  <a:cubicBezTo>
                    <a:pt x="63" y="13"/>
                    <a:pt x="73" y="31"/>
                    <a:pt x="86" y="3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628">
              <a:extLst>
                <a:ext uri="{FF2B5EF4-FFF2-40B4-BE49-F238E27FC236}">
                  <a16:creationId xmlns:a16="http://schemas.microsoft.com/office/drawing/2014/main" id="{B1325460-E18F-4630-92A1-4FCAACBF3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144"/>
              <a:ext cx="118" cy="73"/>
            </a:xfrm>
            <a:custGeom>
              <a:avLst/>
              <a:gdLst>
                <a:gd name="T0" fmla="*/ 0 w 128"/>
                <a:gd name="T1" fmla="*/ 3 h 78"/>
                <a:gd name="T2" fmla="*/ 29 w 128"/>
                <a:gd name="T3" fmla="*/ 30 h 78"/>
                <a:gd name="T4" fmla="*/ 61 w 128"/>
                <a:gd name="T5" fmla="*/ 43 h 78"/>
                <a:gd name="T6" fmla="*/ 100 w 128"/>
                <a:gd name="T7" fmla="*/ 58 h 78"/>
                <a:gd name="T8" fmla="*/ 88 w 128"/>
                <a:gd name="T9" fmla="*/ 58 h 78"/>
                <a:gd name="T10" fmla="*/ 72 w 128"/>
                <a:gd name="T11" fmla="*/ 62 h 78"/>
                <a:gd name="T12" fmla="*/ 46 w 128"/>
                <a:gd name="T13" fmla="*/ 55 h 78"/>
                <a:gd name="T14" fmla="*/ 15 w 128"/>
                <a:gd name="T15" fmla="*/ 24 h 78"/>
                <a:gd name="T16" fmla="*/ 1 w 128"/>
                <a:gd name="T17" fmla="*/ 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" h="78">
                  <a:moveTo>
                    <a:pt x="0" y="3"/>
                  </a:moveTo>
                  <a:cubicBezTo>
                    <a:pt x="15" y="9"/>
                    <a:pt x="23" y="27"/>
                    <a:pt x="37" y="36"/>
                  </a:cubicBezTo>
                  <a:cubicBezTo>
                    <a:pt x="49" y="43"/>
                    <a:pt x="65" y="47"/>
                    <a:pt x="78" y="52"/>
                  </a:cubicBezTo>
                  <a:cubicBezTo>
                    <a:pt x="97" y="59"/>
                    <a:pt x="115" y="50"/>
                    <a:pt x="128" y="71"/>
                  </a:cubicBezTo>
                  <a:cubicBezTo>
                    <a:pt x="123" y="71"/>
                    <a:pt x="117" y="69"/>
                    <a:pt x="112" y="70"/>
                  </a:cubicBezTo>
                  <a:cubicBezTo>
                    <a:pt x="105" y="71"/>
                    <a:pt x="100" y="76"/>
                    <a:pt x="92" y="76"/>
                  </a:cubicBezTo>
                  <a:cubicBezTo>
                    <a:pt x="81" y="78"/>
                    <a:pt x="69" y="73"/>
                    <a:pt x="59" y="67"/>
                  </a:cubicBezTo>
                  <a:cubicBezTo>
                    <a:pt x="44" y="59"/>
                    <a:pt x="28" y="44"/>
                    <a:pt x="18" y="30"/>
                  </a:cubicBezTo>
                  <a:cubicBezTo>
                    <a:pt x="13" y="22"/>
                    <a:pt x="1" y="10"/>
                    <a:pt x="1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629">
              <a:extLst>
                <a:ext uri="{FF2B5EF4-FFF2-40B4-BE49-F238E27FC236}">
                  <a16:creationId xmlns:a16="http://schemas.microsoft.com/office/drawing/2014/main" id="{439DF2EE-C8B1-49CC-9CEE-451589124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195"/>
              <a:ext cx="35" cy="83"/>
            </a:xfrm>
            <a:custGeom>
              <a:avLst/>
              <a:gdLst>
                <a:gd name="T0" fmla="*/ 30 w 37"/>
                <a:gd name="T1" fmla="*/ 0 h 90"/>
                <a:gd name="T2" fmla="*/ 29 w 37"/>
                <a:gd name="T3" fmla="*/ 29 h 90"/>
                <a:gd name="T4" fmla="*/ 7 w 37"/>
                <a:gd name="T5" fmla="*/ 71 h 90"/>
                <a:gd name="T6" fmla="*/ 1 w 37"/>
                <a:gd name="T7" fmla="*/ 57 h 90"/>
                <a:gd name="T8" fmla="*/ 9 w 37"/>
                <a:gd name="T9" fmla="*/ 37 h 90"/>
                <a:gd name="T10" fmla="*/ 17 w 37"/>
                <a:gd name="T11" fmla="*/ 0 h 90"/>
                <a:gd name="T12" fmla="*/ 28 w 37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0">
                  <a:moveTo>
                    <a:pt x="36" y="0"/>
                  </a:moveTo>
                  <a:cubicBezTo>
                    <a:pt x="34" y="1"/>
                    <a:pt x="37" y="31"/>
                    <a:pt x="35" y="37"/>
                  </a:cubicBezTo>
                  <a:cubicBezTo>
                    <a:pt x="30" y="56"/>
                    <a:pt x="19" y="76"/>
                    <a:pt x="7" y="90"/>
                  </a:cubicBezTo>
                  <a:cubicBezTo>
                    <a:pt x="6" y="84"/>
                    <a:pt x="0" y="78"/>
                    <a:pt x="1" y="73"/>
                  </a:cubicBezTo>
                  <a:cubicBezTo>
                    <a:pt x="1" y="66"/>
                    <a:pt x="9" y="54"/>
                    <a:pt x="12" y="47"/>
                  </a:cubicBezTo>
                  <a:cubicBezTo>
                    <a:pt x="16" y="34"/>
                    <a:pt x="24" y="13"/>
                    <a:pt x="20" y="0"/>
                  </a:cubicBezTo>
                  <a:cubicBezTo>
                    <a:pt x="24" y="0"/>
                    <a:pt x="29" y="0"/>
                    <a:pt x="34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630">
              <a:extLst>
                <a:ext uri="{FF2B5EF4-FFF2-40B4-BE49-F238E27FC236}">
                  <a16:creationId xmlns:a16="http://schemas.microsoft.com/office/drawing/2014/main" id="{66DCAD5C-6016-4E19-BC92-2C28FB00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168"/>
              <a:ext cx="94" cy="87"/>
            </a:xfrm>
            <a:custGeom>
              <a:avLst/>
              <a:gdLst>
                <a:gd name="T0" fmla="*/ 2 w 101"/>
                <a:gd name="T1" fmla="*/ 0 h 94"/>
                <a:gd name="T2" fmla="*/ 11 w 101"/>
                <a:gd name="T3" fmla="*/ 16 h 94"/>
                <a:gd name="T4" fmla="*/ 30 w 101"/>
                <a:gd name="T5" fmla="*/ 37 h 94"/>
                <a:gd name="T6" fmla="*/ 52 w 101"/>
                <a:gd name="T7" fmla="*/ 62 h 94"/>
                <a:gd name="T8" fmla="*/ 75 w 101"/>
                <a:gd name="T9" fmla="*/ 75 h 94"/>
                <a:gd name="T10" fmla="*/ 81 w 101"/>
                <a:gd name="T11" fmla="*/ 57 h 94"/>
                <a:gd name="T12" fmla="*/ 72 w 101"/>
                <a:gd name="T13" fmla="*/ 47 h 94"/>
                <a:gd name="T14" fmla="*/ 60 w 101"/>
                <a:gd name="T15" fmla="*/ 30 h 94"/>
                <a:gd name="T16" fmla="*/ 48 w 101"/>
                <a:gd name="T17" fmla="*/ 26 h 94"/>
                <a:gd name="T18" fmla="*/ 32 w 101"/>
                <a:gd name="T19" fmla="*/ 17 h 94"/>
                <a:gd name="T20" fmla="*/ 7 w 101"/>
                <a:gd name="T21" fmla="*/ 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94">
                  <a:moveTo>
                    <a:pt x="2" y="0"/>
                  </a:moveTo>
                  <a:cubicBezTo>
                    <a:pt x="0" y="10"/>
                    <a:pt x="7" y="12"/>
                    <a:pt x="14" y="19"/>
                  </a:cubicBezTo>
                  <a:cubicBezTo>
                    <a:pt x="22" y="28"/>
                    <a:pt x="28" y="38"/>
                    <a:pt x="37" y="46"/>
                  </a:cubicBezTo>
                  <a:cubicBezTo>
                    <a:pt x="47" y="56"/>
                    <a:pt x="55" y="69"/>
                    <a:pt x="65" y="78"/>
                  </a:cubicBezTo>
                  <a:cubicBezTo>
                    <a:pt x="72" y="84"/>
                    <a:pt x="84" y="93"/>
                    <a:pt x="93" y="94"/>
                  </a:cubicBezTo>
                  <a:cubicBezTo>
                    <a:pt x="87" y="85"/>
                    <a:pt x="101" y="81"/>
                    <a:pt x="100" y="72"/>
                  </a:cubicBezTo>
                  <a:cubicBezTo>
                    <a:pt x="100" y="69"/>
                    <a:pt x="92" y="62"/>
                    <a:pt x="89" y="59"/>
                  </a:cubicBezTo>
                  <a:cubicBezTo>
                    <a:pt x="85" y="52"/>
                    <a:pt x="81" y="43"/>
                    <a:pt x="75" y="38"/>
                  </a:cubicBezTo>
                  <a:cubicBezTo>
                    <a:pt x="71" y="34"/>
                    <a:pt x="64" y="34"/>
                    <a:pt x="60" y="32"/>
                  </a:cubicBezTo>
                  <a:cubicBezTo>
                    <a:pt x="52" y="28"/>
                    <a:pt x="46" y="25"/>
                    <a:pt x="39" y="21"/>
                  </a:cubicBezTo>
                  <a:cubicBezTo>
                    <a:pt x="28" y="17"/>
                    <a:pt x="13" y="11"/>
                    <a:pt x="7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3" name="Freeform 631">
              <a:extLst>
                <a:ext uri="{FF2B5EF4-FFF2-40B4-BE49-F238E27FC236}">
                  <a16:creationId xmlns:a16="http://schemas.microsoft.com/office/drawing/2014/main" id="{6876A5BC-AC4E-4C86-8525-642B9B69F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269"/>
              <a:ext cx="67" cy="91"/>
            </a:xfrm>
            <a:custGeom>
              <a:avLst/>
              <a:gdLst>
                <a:gd name="T0" fmla="*/ 0 w 72"/>
                <a:gd name="T1" fmla="*/ 16 h 98"/>
                <a:gd name="T2" fmla="*/ 31 w 72"/>
                <a:gd name="T3" fmla="*/ 52 h 98"/>
                <a:gd name="T4" fmla="*/ 54 w 72"/>
                <a:gd name="T5" fmla="*/ 79 h 98"/>
                <a:gd name="T6" fmla="*/ 58 w 72"/>
                <a:gd name="T7" fmla="*/ 60 h 98"/>
                <a:gd name="T8" fmla="*/ 21 w 72"/>
                <a:gd name="T9" fmla="*/ 20 h 98"/>
                <a:gd name="T10" fmla="*/ 3 w 72"/>
                <a:gd name="T11" fmla="*/ 9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8">
                  <a:moveTo>
                    <a:pt x="0" y="19"/>
                  </a:moveTo>
                  <a:cubicBezTo>
                    <a:pt x="13" y="20"/>
                    <a:pt x="29" y="54"/>
                    <a:pt x="38" y="65"/>
                  </a:cubicBezTo>
                  <a:cubicBezTo>
                    <a:pt x="47" y="77"/>
                    <a:pt x="60" y="84"/>
                    <a:pt x="67" y="98"/>
                  </a:cubicBezTo>
                  <a:cubicBezTo>
                    <a:pt x="68" y="90"/>
                    <a:pt x="67" y="81"/>
                    <a:pt x="72" y="75"/>
                  </a:cubicBezTo>
                  <a:cubicBezTo>
                    <a:pt x="60" y="57"/>
                    <a:pt x="41" y="43"/>
                    <a:pt x="27" y="26"/>
                  </a:cubicBezTo>
                  <a:cubicBezTo>
                    <a:pt x="22" y="20"/>
                    <a:pt x="9" y="0"/>
                    <a:pt x="3" y="1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4" name="Freeform 632">
              <a:extLst>
                <a:ext uri="{FF2B5EF4-FFF2-40B4-BE49-F238E27FC236}">
                  <a16:creationId xmlns:a16="http://schemas.microsoft.com/office/drawing/2014/main" id="{8A01B30E-0B41-4D37-A16D-9C1E110EA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290"/>
              <a:ext cx="49" cy="64"/>
            </a:xfrm>
            <a:custGeom>
              <a:avLst/>
              <a:gdLst>
                <a:gd name="T0" fmla="*/ 0 w 52"/>
                <a:gd name="T1" fmla="*/ 9 h 68"/>
                <a:gd name="T2" fmla="*/ 12 w 52"/>
                <a:gd name="T3" fmla="*/ 22 h 68"/>
                <a:gd name="T4" fmla="*/ 25 w 52"/>
                <a:gd name="T5" fmla="*/ 39 h 68"/>
                <a:gd name="T6" fmla="*/ 43 w 52"/>
                <a:gd name="T7" fmla="*/ 56 h 68"/>
                <a:gd name="T8" fmla="*/ 42 w 52"/>
                <a:gd name="T9" fmla="*/ 49 h 68"/>
                <a:gd name="T10" fmla="*/ 35 w 52"/>
                <a:gd name="T11" fmla="*/ 38 h 68"/>
                <a:gd name="T12" fmla="*/ 9 w 52"/>
                <a:gd name="T13" fmla="*/ 0 h 68"/>
                <a:gd name="T14" fmla="*/ 2 w 52"/>
                <a:gd name="T15" fmla="*/ 8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68">
                  <a:moveTo>
                    <a:pt x="0" y="12"/>
                  </a:moveTo>
                  <a:cubicBezTo>
                    <a:pt x="3" y="17"/>
                    <a:pt x="10" y="21"/>
                    <a:pt x="15" y="26"/>
                  </a:cubicBezTo>
                  <a:cubicBezTo>
                    <a:pt x="20" y="33"/>
                    <a:pt x="26" y="40"/>
                    <a:pt x="31" y="47"/>
                  </a:cubicBezTo>
                  <a:cubicBezTo>
                    <a:pt x="37" y="55"/>
                    <a:pt x="44" y="62"/>
                    <a:pt x="52" y="68"/>
                  </a:cubicBezTo>
                  <a:cubicBezTo>
                    <a:pt x="51" y="66"/>
                    <a:pt x="52" y="61"/>
                    <a:pt x="51" y="58"/>
                  </a:cubicBezTo>
                  <a:cubicBezTo>
                    <a:pt x="50" y="54"/>
                    <a:pt x="44" y="50"/>
                    <a:pt x="41" y="46"/>
                  </a:cubicBezTo>
                  <a:cubicBezTo>
                    <a:pt x="32" y="31"/>
                    <a:pt x="24" y="13"/>
                    <a:pt x="12" y="0"/>
                  </a:cubicBezTo>
                  <a:cubicBezTo>
                    <a:pt x="9" y="3"/>
                    <a:pt x="5" y="7"/>
                    <a:pt x="2" y="1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5" name="Freeform 633">
              <a:extLst>
                <a:ext uri="{FF2B5EF4-FFF2-40B4-BE49-F238E27FC236}">
                  <a16:creationId xmlns:a16="http://schemas.microsoft.com/office/drawing/2014/main" id="{12122A4C-CB88-4E02-9CA1-8A9D78FE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71"/>
              <a:ext cx="68" cy="40"/>
            </a:xfrm>
            <a:custGeom>
              <a:avLst/>
              <a:gdLst>
                <a:gd name="T0" fmla="*/ 5 w 73"/>
                <a:gd name="T1" fmla="*/ 0 h 44"/>
                <a:gd name="T2" fmla="*/ 59 w 73"/>
                <a:gd name="T3" fmla="*/ 26 h 44"/>
                <a:gd name="T4" fmla="*/ 49 w 73"/>
                <a:gd name="T5" fmla="*/ 33 h 44"/>
                <a:gd name="T6" fmla="*/ 0 w 73"/>
                <a:gd name="T7" fmla="*/ 4 h 44"/>
                <a:gd name="T8" fmla="*/ 3 w 73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4">
                  <a:moveTo>
                    <a:pt x="5" y="0"/>
                  </a:moveTo>
                  <a:cubicBezTo>
                    <a:pt x="25" y="11"/>
                    <a:pt x="58" y="16"/>
                    <a:pt x="73" y="35"/>
                  </a:cubicBezTo>
                  <a:cubicBezTo>
                    <a:pt x="68" y="35"/>
                    <a:pt x="63" y="40"/>
                    <a:pt x="61" y="44"/>
                  </a:cubicBezTo>
                  <a:cubicBezTo>
                    <a:pt x="40" y="31"/>
                    <a:pt x="20" y="17"/>
                    <a:pt x="0" y="4"/>
                  </a:cubicBezTo>
                  <a:cubicBezTo>
                    <a:pt x="1" y="3"/>
                    <a:pt x="1" y="1"/>
                    <a:pt x="3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6" name="Freeform 634">
              <a:extLst>
                <a:ext uri="{FF2B5EF4-FFF2-40B4-BE49-F238E27FC236}">
                  <a16:creationId xmlns:a16="http://schemas.microsoft.com/office/drawing/2014/main" id="{DFD1F444-AD8B-40FE-8AB6-FBB7A9629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37"/>
              <a:ext cx="38" cy="89"/>
            </a:xfrm>
            <a:custGeom>
              <a:avLst/>
              <a:gdLst>
                <a:gd name="T0" fmla="*/ 3 w 41"/>
                <a:gd name="T1" fmla="*/ 4 h 95"/>
                <a:gd name="T2" fmla="*/ 18 w 41"/>
                <a:gd name="T3" fmla="*/ 2 h 95"/>
                <a:gd name="T4" fmla="*/ 25 w 41"/>
                <a:gd name="T5" fmla="*/ 25 h 95"/>
                <a:gd name="T6" fmla="*/ 32 w 41"/>
                <a:gd name="T7" fmla="*/ 57 h 95"/>
                <a:gd name="T8" fmla="*/ 30 w 41"/>
                <a:gd name="T9" fmla="*/ 71 h 95"/>
                <a:gd name="T10" fmla="*/ 17 w 41"/>
                <a:gd name="T11" fmla="*/ 77 h 95"/>
                <a:gd name="T12" fmla="*/ 6 w 41"/>
                <a:gd name="T13" fmla="*/ 45 h 95"/>
                <a:gd name="T14" fmla="*/ 0 w 41"/>
                <a:gd name="T15" fmla="*/ 2 h 95"/>
                <a:gd name="T16" fmla="*/ 0 w 41"/>
                <a:gd name="T17" fmla="*/ 4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5">
                  <a:moveTo>
                    <a:pt x="3" y="4"/>
                  </a:moveTo>
                  <a:cubicBezTo>
                    <a:pt x="9" y="4"/>
                    <a:pt x="17" y="1"/>
                    <a:pt x="23" y="2"/>
                  </a:cubicBezTo>
                  <a:cubicBezTo>
                    <a:pt x="23" y="11"/>
                    <a:pt x="28" y="23"/>
                    <a:pt x="31" y="31"/>
                  </a:cubicBezTo>
                  <a:cubicBezTo>
                    <a:pt x="36" y="44"/>
                    <a:pt x="40" y="55"/>
                    <a:pt x="40" y="69"/>
                  </a:cubicBezTo>
                  <a:cubicBezTo>
                    <a:pt x="40" y="75"/>
                    <a:pt x="41" y="80"/>
                    <a:pt x="38" y="86"/>
                  </a:cubicBezTo>
                  <a:cubicBezTo>
                    <a:pt x="33" y="95"/>
                    <a:pt x="29" y="90"/>
                    <a:pt x="21" y="94"/>
                  </a:cubicBezTo>
                  <a:cubicBezTo>
                    <a:pt x="17" y="80"/>
                    <a:pt x="11" y="69"/>
                    <a:pt x="9" y="54"/>
                  </a:cubicBezTo>
                  <a:cubicBezTo>
                    <a:pt x="6" y="37"/>
                    <a:pt x="4" y="18"/>
                    <a:pt x="0" y="2"/>
                  </a:cubicBezTo>
                  <a:cubicBezTo>
                    <a:pt x="0" y="0"/>
                    <a:pt x="0" y="4"/>
                    <a:pt x="0" y="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7" name="Freeform 635">
              <a:extLst>
                <a:ext uri="{FF2B5EF4-FFF2-40B4-BE49-F238E27FC236}">
                  <a16:creationId xmlns:a16="http://schemas.microsoft.com/office/drawing/2014/main" id="{62D9D137-D330-4DC4-B90F-E1889835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2264"/>
              <a:ext cx="71" cy="107"/>
            </a:xfrm>
            <a:custGeom>
              <a:avLst/>
              <a:gdLst>
                <a:gd name="T0" fmla="*/ 49 w 77"/>
                <a:gd name="T1" fmla="*/ 2 h 114"/>
                <a:gd name="T2" fmla="*/ 24 w 77"/>
                <a:gd name="T3" fmla="*/ 52 h 114"/>
                <a:gd name="T4" fmla="*/ 0 w 77"/>
                <a:gd name="T5" fmla="*/ 87 h 114"/>
                <a:gd name="T6" fmla="*/ 6 w 77"/>
                <a:gd name="T7" fmla="*/ 94 h 114"/>
                <a:gd name="T8" fmla="*/ 51 w 77"/>
                <a:gd name="T9" fmla="*/ 48 h 114"/>
                <a:gd name="T10" fmla="*/ 60 w 77"/>
                <a:gd name="T11" fmla="*/ 33 h 114"/>
                <a:gd name="T12" fmla="*/ 45 w 77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14">
                  <a:moveTo>
                    <a:pt x="63" y="2"/>
                  </a:moveTo>
                  <a:cubicBezTo>
                    <a:pt x="47" y="18"/>
                    <a:pt x="42" y="44"/>
                    <a:pt x="30" y="63"/>
                  </a:cubicBezTo>
                  <a:cubicBezTo>
                    <a:pt x="21" y="77"/>
                    <a:pt x="8" y="91"/>
                    <a:pt x="0" y="106"/>
                  </a:cubicBezTo>
                  <a:cubicBezTo>
                    <a:pt x="2" y="109"/>
                    <a:pt x="5" y="112"/>
                    <a:pt x="8" y="114"/>
                  </a:cubicBezTo>
                  <a:cubicBezTo>
                    <a:pt x="23" y="91"/>
                    <a:pt x="47" y="76"/>
                    <a:pt x="65" y="57"/>
                  </a:cubicBezTo>
                  <a:cubicBezTo>
                    <a:pt x="70" y="52"/>
                    <a:pt x="77" y="47"/>
                    <a:pt x="76" y="39"/>
                  </a:cubicBezTo>
                  <a:cubicBezTo>
                    <a:pt x="75" y="26"/>
                    <a:pt x="60" y="14"/>
                    <a:pt x="58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8" name="Freeform 636">
              <a:extLst>
                <a:ext uri="{FF2B5EF4-FFF2-40B4-BE49-F238E27FC236}">
                  <a16:creationId xmlns:a16="http://schemas.microsoft.com/office/drawing/2014/main" id="{AEAB13F3-B30D-4F37-AE67-094CE8ED2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403"/>
              <a:ext cx="121" cy="23"/>
            </a:xfrm>
            <a:custGeom>
              <a:avLst/>
              <a:gdLst>
                <a:gd name="T0" fmla="*/ 103 w 130"/>
                <a:gd name="T1" fmla="*/ 11 h 25"/>
                <a:gd name="T2" fmla="*/ 87 w 130"/>
                <a:gd name="T3" fmla="*/ 7 h 25"/>
                <a:gd name="T4" fmla="*/ 48 w 130"/>
                <a:gd name="T5" fmla="*/ 6 h 25"/>
                <a:gd name="T6" fmla="*/ 22 w 130"/>
                <a:gd name="T7" fmla="*/ 3 h 25"/>
                <a:gd name="T8" fmla="*/ 0 w 130"/>
                <a:gd name="T9" fmla="*/ 0 h 25"/>
                <a:gd name="T10" fmla="*/ 7 w 130"/>
                <a:gd name="T11" fmla="*/ 12 h 25"/>
                <a:gd name="T12" fmla="*/ 19 w 130"/>
                <a:gd name="T13" fmla="*/ 12 h 25"/>
                <a:gd name="T14" fmla="*/ 53 w 130"/>
                <a:gd name="T15" fmla="*/ 15 h 25"/>
                <a:gd name="T16" fmla="*/ 105 w 130"/>
                <a:gd name="T17" fmla="*/ 19 h 25"/>
                <a:gd name="T18" fmla="*/ 101 w 130"/>
                <a:gd name="T19" fmla="*/ 1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25">
                  <a:moveTo>
                    <a:pt x="128" y="14"/>
                  </a:moveTo>
                  <a:cubicBezTo>
                    <a:pt x="121" y="13"/>
                    <a:pt x="114" y="11"/>
                    <a:pt x="107" y="10"/>
                  </a:cubicBezTo>
                  <a:cubicBezTo>
                    <a:pt x="91" y="9"/>
                    <a:pt x="76" y="12"/>
                    <a:pt x="60" y="9"/>
                  </a:cubicBezTo>
                  <a:cubicBezTo>
                    <a:pt x="49" y="7"/>
                    <a:pt x="40" y="2"/>
                    <a:pt x="28" y="3"/>
                  </a:cubicBezTo>
                  <a:cubicBezTo>
                    <a:pt x="18" y="3"/>
                    <a:pt x="10" y="3"/>
                    <a:pt x="0" y="0"/>
                  </a:cubicBezTo>
                  <a:cubicBezTo>
                    <a:pt x="3" y="2"/>
                    <a:pt x="6" y="13"/>
                    <a:pt x="10" y="15"/>
                  </a:cubicBezTo>
                  <a:cubicBezTo>
                    <a:pt x="13" y="17"/>
                    <a:pt x="21" y="15"/>
                    <a:pt x="24" y="15"/>
                  </a:cubicBezTo>
                  <a:cubicBezTo>
                    <a:pt x="38" y="17"/>
                    <a:pt x="51" y="18"/>
                    <a:pt x="65" y="19"/>
                  </a:cubicBezTo>
                  <a:cubicBezTo>
                    <a:pt x="87" y="20"/>
                    <a:pt x="109" y="24"/>
                    <a:pt x="130" y="25"/>
                  </a:cubicBezTo>
                  <a:cubicBezTo>
                    <a:pt x="129" y="21"/>
                    <a:pt x="128" y="18"/>
                    <a:pt x="126" y="1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9" name="Freeform 637">
              <a:extLst>
                <a:ext uri="{FF2B5EF4-FFF2-40B4-BE49-F238E27FC236}">
                  <a16:creationId xmlns:a16="http://schemas.microsoft.com/office/drawing/2014/main" id="{D66588B2-911A-46DC-9493-EEC5E5652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438"/>
              <a:ext cx="32" cy="68"/>
            </a:xfrm>
            <a:custGeom>
              <a:avLst/>
              <a:gdLst>
                <a:gd name="T0" fmla="*/ 15 w 35"/>
                <a:gd name="T1" fmla="*/ 1 h 73"/>
                <a:gd name="T2" fmla="*/ 22 w 35"/>
                <a:gd name="T3" fmla="*/ 34 h 73"/>
                <a:gd name="T4" fmla="*/ 26 w 35"/>
                <a:gd name="T5" fmla="*/ 59 h 73"/>
                <a:gd name="T6" fmla="*/ 0 w 35"/>
                <a:gd name="T7" fmla="*/ 34 h 73"/>
                <a:gd name="T8" fmla="*/ 13 w 35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3">
                  <a:moveTo>
                    <a:pt x="19" y="1"/>
                  </a:moveTo>
                  <a:cubicBezTo>
                    <a:pt x="26" y="13"/>
                    <a:pt x="26" y="30"/>
                    <a:pt x="28" y="43"/>
                  </a:cubicBezTo>
                  <a:cubicBezTo>
                    <a:pt x="29" y="52"/>
                    <a:pt x="35" y="64"/>
                    <a:pt x="34" y="73"/>
                  </a:cubicBezTo>
                  <a:cubicBezTo>
                    <a:pt x="25" y="65"/>
                    <a:pt x="14" y="43"/>
                    <a:pt x="0" y="43"/>
                  </a:cubicBezTo>
                  <a:cubicBezTo>
                    <a:pt x="4" y="31"/>
                    <a:pt x="5" y="9"/>
                    <a:pt x="16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0" name="Freeform 638">
              <a:extLst>
                <a:ext uri="{FF2B5EF4-FFF2-40B4-BE49-F238E27FC236}">
                  <a16:creationId xmlns:a16="http://schemas.microsoft.com/office/drawing/2014/main" id="{DA8AB297-9A47-458B-83D5-D3189DE5A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2503"/>
              <a:ext cx="97" cy="62"/>
            </a:xfrm>
            <a:custGeom>
              <a:avLst/>
              <a:gdLst>
                <a:gd name="T0" fmla="*/ 51 w 105"/>
                <a:gd name="T1" fmla="*/ 49 h 67"/>
                <a:gd name="T2" fmla="*/ 72 w 105"/>
                <a:gd name="T3" fmla="*/ 52 h 67"/>
                <a:gd name="T4" fmla="*/ 83 w 105"/>
                <a:gd name="T5" fmla="*/ 44 h 67"/>
                <a:gd name="T6" fmla="*/ 77 w 105"/>
                <a:gd name="T7" fmla="*/ 39 h 67"/>
                <a:gd name="T8" fmla="*/ 49 w 105"/>
                <a:gd name="T9" fmla="*/ 27 h 67"/>
                <a:gd name="T10" fmla="*/ 20 w 105"/>
                <a:gd name="T11" fmla="*/ 10 h 67"/>
                <a:gd name="T12" fmla="*/ 0 w 105"/>
                <a:gd name="T13" fmla="*/ 0 h 67"/>
                <a:gd name="T14" fmla="*/ 27 w 105"/>
                <a:gd name="T15" fmla="*/ 26 h 67"/>
                <a:gd name="T16" fmla="*/ 55 w 105"/>
                <a:gd name="T17" fmla="*/ 52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67">
                  <a:moveTo>
                    <a:pt x="65" y="62"/>
                  </a:moveTo>
                  <a:cubicBezTo>
                    <a:pt x="74" y="61"/>
                    <a:pt x="83" y="67"/>
                    <a:pt x="91" y="66"/>
                  </a:cubicBezTo>
                  <a:cubicBezTo>
                    <a:pt x="97" y="65"/>
                    <a:pt x="99" y="59"/>
                    <a:pt x="105" y="56"/>
                  </a:cubicBezTo>
                  <a:cubicBezTo>
                    <a:pt x="105" y="52"/>
                    <a:pt x="101" y="51"/>
                    <a:pt x="97" y="49"/>
                  </a:cubicBezTo>
                  <a:cubicBezTo>
                    <a:pt x="85" y="43"/>
                    <a:pt x="74" y="40"/>
                    <a:pt x="62" y="33"/>
                  </a:cubicBezTo>
                  <a:cubicBezTo>
                    <a:pt x="50" y="25"/>
                    <a:pt x="38" y="21"/>
                    <a:pt x="26" y="13"/>
                  </a:cubicBezTo>
                  <a:cubicBezTo>
                    <a:pt x="18" y="7"/>
                    <a:pt x="10" y="2"/>
                    <a:pt x="0" y="0"/>
                  </a:cubicBezTo>
                  <a:cubicBezTo>
                    <a:pt x="8" y="13"/>
                    <a:pt x="23" y="21"/>
                    <a:pt x="34" y="32"/>
                  </a:cubicBezTo>
                  <a:cubicBezTo>
                    <a:pt x="45" y="43"/>
                    <a:pt x="57" y="56"/>
                    <a:pt x="70" y="6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1" name="Freeform 639">
              <a:extLst>
                <a:ext uri="{FF2B5EF4-FFF2-40B4-BE49-F238E27FC236}">
                  <a16:creationId xmlns:a16="http://schemas.microsoft.com/office/drawing/2014/main" id="{F3D34517-B93A-4793-A864-D77C3D9BE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2579"/>
              <a:ext cx="50" cy="42"/>
            </a:xfrm>
            <a:custGeom>
              <a:avLst/>
              <a:gdLst>
                <a:gd name="T0" fmla="*/ 35 w 54"/>
                <a:gd name="T1" fmla="*/ 0 h 45"/>
                <a:gd name="T2" fmla="*/ 35 w 54"/>
                <a:gd name="T3" fmla="*/ 23 h 45"/>
                <a:gd name="T4" fmla="*/ 18 w 54"/>
                <a:gd name="T5" fmla="*/ 35 h 45"/>
                <a:gd name="T6" fmla="*/ 31 w 54"/>
                <a:gd name="T7" fmla="*/ 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5">
                  <a:moveTo>
                    <a:pt x="44" y="0"/>
                  </a:moveTo>
                  <a:cubicBezTo>
                    <a:pt x="47" y="13"/>
                    <a:pt x="54" y="18"/>
                    <a:pt x="44" y="29"/>
                  </a:cubicBezTo>
                  <a:cubicBezTo>
                    <a:pt x="39" y="35"/>
                    <a:pt x="31" y="45"/>
                    <a:pt x="23" y="43"/>
                  </a:cubicBezTo>
                  <a:cubicBezTo>
                    <a:pt x="0" y="36"/>
                    <a:pt x="34" y="8"/>
                    <a:pt x="40" y="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2" name="Freeform 640">
              <a:extLst>
                <a:ext uri="{FF2B5EF4-FFF2-40B4-BE49-F238E27FC236}">
                  <a16:creationId xmlns:a16="http://schemas.microsoft.com/office/drawing/2014/main" id="{220B80E7-AF6A-486F-842A-63E66D48F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705"/>
              <a:ext cx="106" cy="37"/>
            </a:xfrm>
            <a:custGeom>
              <a:avLst/>
              <a:gdLst>
                <a:gd name="T0" fmla="*/ 89 w 115"/>
                <a:gd name="T1" fmla="*/ 6 h 40"/>
                <a:gd name="T2" fmla="*/ 75 w 115"/>
                <a:gd name="T3" fmla="*/ 6 h 40"/>
                <a:gd name="T4" fmla="*/ 49 w 115"/>
                <a:gd name="T5" fmla="*/ 15 h 40"/>
                <a:gd name="T6" fmla="*/ 6 w 115"/>
                <a:gd name="T7" fmla="*/ 31 h 40"/>
                <a:gd name="T8" fmla="*/ 2 w 115"/>
                <a:gd name="T9" fmla="*/ 15 h 40"/>
                <a:gd name="T10" fmla="*/ 26 w 115"/>
                <a:gd name="T11" fmla="*/ 6 h 40"/>
                <a:gd name="T12" fmla="*/ 90 w 115"/>
                <a:gd name="T13" fmla="*/ 1 h 40"/>
                <a:gd name="T14" fmla="*/ 89 w 115"/>
                <a:gd name="T15" fmla="*/ 6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40">
                  <a:moveTo>
                    <a:pt x="114" y="6"/>
                  </a:moveTo>
                  <a:cubicBezTo>
                    <a:pt x="108" y="9"/>
                    <a:pt x="101" y="8"/>
                    <a:pt x="95" y="9"/>
                  </a:cubicBezTo>
                  <a:cubicBezTo>
                    <a:pt x="84" y="10"/>
                    <a:pt x="73" y="14"/>
                    <a:pt x="62" y="18"/>
                  </a:cubicBezTo>
                  <a:cubicBezTo>
                    <a:pt x="46" y="24"/>
                    <a:pt x="26" y="38"/>
                    <a:pt x="9" y="40"/>
                  </a:cubicBezTo>
                  <a:cubicBezTo>
                    <a:pt x="7" y="35"/>
                    <a:pt x="0" y="23"/>
                    <a:pt x="2" y="18"/>
                  </a:cubicBezTo>
                  <a:cubicBezTo>
                    <a:pt x="5" y="10"/>
                    <a:pt x="26" y="10"/>
                    <a:pt x="33" y="9"/>
                  </a:cubicBezTo>
                  <a:cubicBezTo>
                    <a:pt x="59" y="3"/>
                    <a:pt x="88" y="0"/>
                    <a:pt x="115" y="1"/>
                  </a:cubicBezTo>
                  <a:cubicBezTo>
                    <a:pt x="115" y="2"/>
                    <a:pt x="115" y="5"/>
                    <a:pt x="114" y="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3" name="Freeform 641">
              <a:extLst>
                <a:ext uri="{FF2B5EF4-FFF2-40B4-BE49-F238E27FC236}">
                  <a16:creationId xmlns:a16="http://schemas.microsoft.com/office/drawing/2014/main" id="{9AE3FBB9-810A-49D9-AA18-F1605F6E8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682"/>
              <a:ext cx="26" cy="65"/>
            </a:xfrm>
            <a:custGeom>
              <a:avLst/>
              <a:gdLst>
                <a:gd name="T0" fmla="*/ 2 w 28"/>
                <a:gd name="T1" fmla="*/ 0 h 69"/>
                <a:gd name="T2" fmla="*/ 7 w 28"/>
                <a:gd name="T3" fmla="*/ 26 h 69"/>
                <a:gd name="T4" fmla="*/ 13 w 28"/>
                <a:gd name="T5" fmla="*/ 54 h 69"/>
                <a:gd name="T6" fmla="*/ 22 w 28"/>
                <a:gd name="T7" fmla="*/ 44 h 69"/>
                <a:gd name="T8" fmla="*/ 20 w 28"/>
                <a:gd name="T9" fmla="*/ 26 h 69"/>
                <a:gd name="T10" fmla="*/ 19 w 28"/>
                <a:gd name="T11" fmla="*/ 8 h 69"/>
                <a:gd name="T12" fmla="*/ 0 w 28"/>
                <a:gd name="T13" fmla="*/ 5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9">
                  <a:moveTo>
                    <a:pt x="2" y="0"/>
                  </a:moveTo>
                  <a:cubicBezTo>
                    <a:pt x="1" y="10"/>
                    <a:pt x="5" y="22"/>
                    <a:pt x="7" y="32"/>
                  </a:cubicBezTo>
                  <a:cubicBezTo>
                    <a:pt x="8" y="39"/>
                    <a:pt x="9" y="60"/>
                    <a:pt x="16" y="64"/>
                  </a:cubicBezTo>
                  <a:cubicBezTo>
                    <a:pt x="25" y="69"/>
                    <a:pt x="28" y="59"/>
                    <a:pt x="28" y="53"/>
                  </a:cubicBezTo>
                  <a:cubicBezTo>
                    <a:pt x="28" y="46"/>
                    <a:pt x="27" y="39"/>
                    <a:pt x="26" y="32"/>
                  </a:cubicBezTo>
                  <a:cubicBezTo>
                    <a:pt x="25" y="26"/>
                    <a:pt x="25" y="15"/>
                    <a:pt x="23" y="10"/>
                  </a:cubicBezTo>
                  <a:cubicBezTo>
                    <a:pt x="19" y="3"/>
                    <a:pt x="6" y="1"/>
                    <a:pt x="0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4" name="Freeform 642">
              <a:extLst>
                <a:ext uri="{FF2B5EF4-FFF2-40B4-BE49-F238E27FC236}">
                  <a16:creationId xmlns:a16="http://schemas.microsoft.com/office/drawing/2014/main" id="{52C83DCB-9FA8-4B24-8003-E7208EC44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801"/>
              <a:ext cx="69" cy="79"/>
            </a:xfrm>
            <a:custGeom>
              <a:avLst/>
              <a:gdLst>
                <a:gd name="T0" fmla="*/ 58 w 75"/>
                <a:gd name="T1" fmla="*/ 0 h 85"/>
                <a:gd name="T2" fmla="*/ 38 w 75"/>
                <a:gd name="T3" fmla="*/ 13 h 85"/>
                <a:gd name="T4" fmla="*/ 0 w 75"/>
                <a:gd name="T5" fmla="*/ 56 h 85"/>
                <a:gd name="T6" fmla="*/ 29 w 75"/>
                <a:gd name="T7" fmla="*/ 38 h 85"/>
                <a:gd name="T8" fmla="*/ 58 w 75"/>
                <a:gd name="T9" fmla="*/ 6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5">
                  <a:moveTo>
                    <a:pt x="75" y="0"/>
                  </a:moveTo>
                  <a:cubicBezTo>
                    <a:pt x="59" y="0"/>
                    <a:pt x="59" y="2"/>
                    <a:pt x="49" y="16"/>
                  </a:cubicBezTo>
                  <a:cubicBezTo>
                    <a:pt x="34" y="34"/>
                    <a:pt x="17" y="52"/>
                    <a:pt x="0" y="70"/>
                  </a:cubicBezTo>
                  <a:cubicBezTo>
                    <a:pt x="11" y="85"/>
                    <a:pt x="30" y="56"/>
                    <a:pt x="37" y="47"/>
                  </a:cubicBezTo>
                  <a:cubicBezTo>
                    <a:pt x="47" y="34"/>
                    <a:pt x="61" y="14"/>
                    <a:pt x="75" y="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5" name="Freeform 643">
              <a:extLst>
                <a:ext uri="{FF2B5EF4-FFF2-40B4-BE49-F238E27FC236}">
                  <a16:creationId xmlns:a16="http://schemas.microsoft.com/office/drawing/2014/main" id="{B3F3E761-B5EE-4155-B7A2-3079324DE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2939"/>
              <a:ext cx="65" cy="50"/>
            </a:xfrm>
            <a:custGeom>
              <a:avLst/>
              <a:gdLst>
                <a:gd name="T0" fmla="*/ 0 w 70"/>
                <a:gd name="T1" fmla="*/ 24 h 53"/>
                <a:gd name="T2" fmla="*/ 16 w 70"/>
                <a:gd name="T3" fmla="*/ 44 h 53"/>
                <a:gd name="T4" fmla="*/ 48 w 70"/>
                <a:gd name="T5" fmla="*/ 22 h 53"/>
                <a:gd name="T6" fmla="*/ 53 w 70"/>
                <a:gd name="T7" fmla="*/ 0 h 53"/>
                <a:gd name="T8" fmla="*/ 31 w 70"/>
                <a:gd name="T9" fmla="*/ 10 h 53"/>
                <a:gd name="T10" fmla="*/ 15 w 70"/>
                <a:gd name="T11" fmla="*/ 23 h 53"/>
                <a:gd name="T12" fmla="*/ 0 w 70"/>
                <a:gd name="T13" fmla="*/ 2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3">
                  <a:moveTo>
                    <a:pt x="0" y="28"/>
                  </a:moveTo>
                  <a:cubicBezTo>
                    <a:pt x="7" y="36"/>
                    <a:pt x="14" y="43"/>
                    <a:pt x="19" y="53"/>
                  </a:cubicBezTo>
                  <a:cubicBezTo>
                    <a:pt x="32" y="49"/>
                    <a:pt x="49" y="34"/>
                    <a:pt x="60" y="25"/>
                  </a:cubicBezTo>
                  <a:cubicBezTo>
                    <a:pt x="68" y="18"/>
                    <a:pt x="70" y="11"/>
                    <a:pt x="66" y="0"/>
                  </a:cubicBezTo>
                  <a:cubicBezTo>
                    <a:pt x="57" y="1"/>
                    <a:pt x="45" y="9"/>
                    <a:pt x="38" y="13"/>
                  </a:cubicBezTo>
                  <a:cubicBezTo>
                    <a:pt x="31" y="17"/>
                    <a:pt x="25" y="22"/>
                    <a:pt x="18" y="26"/>
                  </a:cubicBezTo>
                  <a:cubicBezTo>
                    <a:pt x="12" y="28"/>
                    <a:pt x="5" y="29"/>
                    <a:pt x="0" y="3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6" name="Freeform 644">
              <a:extLst>
                <a:ext uri="{FF2B5EF4-FFF2-40B4-BE49-F238E27FC236}">
                  <a16:creationId xmlns:a16="http://schemas.microsoft.com/office/drawing/2014/main" id="{B5B4BF29-4A7E-49DC-9F4A-F163C7A2E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895"/>
              <a:ext cx="92" cy="71"/>
            </a:xfrm>
            <a:custGeom>
              <a:avLst/>
              <a:gdLst>
                <a:gd name="T0" fmla="*/ 79 w 99"/>
                <a:gd name="T1" fmla="*/ 6 h 77"/>
                <a:gd name="T2" fmla="*/ 45 w 99"/>
                <a:gd name="T3" fmla="*/ 35 h 77"/>
                <a:gd name="T4" fmla="*/ 10 w 99"/>
                <a:gd name="T5" fmla="*/ 60 h 77"/>
                <a:gd name="T6" fmla="*/ 0 w 99"/>
                <a:gd name="T7" fmla="*/ 45 h 77"/>
                <a:gd name="T8" fmla="*/ 76 w 99"/>
                <a:gd name="T9" fmla="*/ 0 h 77"/>
                <a:gd name="T10" fmla="*/ 77 w 99"/>
                <a:gd name="T11" fmla="*/ 6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77">
                  <a:moveTo>
                    <a:pt x="99" y="8"/>
                  </a:moveTo>
                  <a:cubicBezTo>
                    <a:pt x="84" y="19"/>
                    <a:pt x="71" y="32"/>
                    <a:pt x="56" y="44"/>
                  </a:cubicBezTo>
                  <a:cubicBezTo>
                    <a:pt x="46" y="53"/>
                    <a:pt x="28" y="76"/>
                    <a:pt x="13" y="77"/>
                  </a:cubicBezTo>
                  <a:cubicBezTo>
                    <a:pt x="10" y="70"/>
                    <a:pt x="4" y="64"/>
                    <a:pt x="0" y="57"/>
                  </a:cubicBezTo>
                  <a:cubicBezTo>
                    <a:pt x="30" y="35"/>
                    <a:pt x="64" y="20"/>
                    <a:pt x="95" y="0"/>
                  </a:cubicBezTo>
                  <a:cubicBezTo>
                    <a:pt x="95" y="3"/>
                    <a:pt x="96" y="6"/>
                    <a:pt x="96" y="9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7" name="Freeform 645">
              <a:extLst>
                <a:ext uri="{FF2B5EF4-FFF2-40B4-BE49-F238E27FC236}">
                  <a16:creationId xmlns:a16="http://schemas.microsoft.com/office/drawing/2014/main" id="{737CD557-A3D0-4D4B-9F96-13AB5F33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628"/>
              <a:ext cx="81" cy="108"/>
            </a:xfrm>
            <a:custGeom>
              <a:avLst/>
              <a:gdLst>
                <a:gd name="T0" fmla="*/ 70 w 87"/>
                <a:gd name="T1" fmla="*/ 0 h 116"/>
                <a:gd name="T2" fmla="*/ 30 w 87"/>
                <a:gd name="T3" fmla="*/ 33 h 116"/>
                <a:gd name="T4" fmla="*/ 34 w 87"/>
                <a:gd name="T5" fmla="*/ 64 h 116"/>
                <a:gd name="T6" fmla="*/ 40 w 87"/>
                <a:gd name="T7" fmla="*/ 91 h 116"/>
                <a:gd name="T8" fmla="*/ 18 w 87"/>
                <a:gd name="T9" fmla="*/ 90 h 116"/>
                <a:gd name="T10" fmla="*/ 7 w 87"/>
                <a:gd name="T11" fmla="*/ 61 h 116"/>
                <a:gd name="T12" fmla="*/ 55 w 87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16">
                  <a:moveTo>
                    <a:pt x="87" y="0"/>
                  </a:moveTo>
                  <a:cubicBezTo>
                    <a:pt x="67" y="9"/>
                    <a:pt x="39" y="14"/>
                    <a:pt x="36" y="41"/>
                  </a:cubicBezTo>
                  <a:cubicBezTo>
                    <a:pt x="35" y="54"/>
                    <a:pt x="39" y="67"/>
                    <a:pt x="42" y="79"/>
                  </a:cubicBezTo>
                  <a:cubicBezTo>
                    <a:pt x="45" y="89"/>
                    <a:pt x="52" y="103"/>
                    <a:pt x="49" y="113"/>
                  </a:cubicBezTo>
                  <a:cubicBezTo>
                    <a:pt x="43" y="115"/>
                    <a:pt x="28" y="116"/>
                    <a:pt x="22" y="112"/>
                  </a:cubicBezTo>
                  <a:cubicBezTo>
                    <a:pt x="15" y="107"/>
                    <a:pt x="9" y="83"/>
                    <a:pt x="7" y="75"/>
                  </a:cubicBezTo>
                  <a:cubicBezTo>
                    <a:pt x="0" y="34"/>
                    <a:pt x="27" y="3"/>
                    <a:pt x="68" y="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8" name="Freeform 646">
              <a:extLst>
                <a:ext uri="{FF2B5EF4-FFF2-40B4-BE49-F238E27FC236}">
                  <a16:creationId xmlns:a16="http://schemas.microsoft.com/office/drawing/2014/main" id="{15B9D750-E45C-4766-BA47-D852E89E8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767"/>
              <a:ext cx="100" cy="57"/>
            </a:xfrm>
            <a:custGeom>
              <a:avLst/>
              <a:gdLst>
                <a:gd name="T0" fmla="*/ 0 w 107"/>
                <a:gd name="T1" fmla="*/ 0 h 61"/>
                <a:gd name="T2" fmla="*/ 29 w 107"/>
                <a:gd name="T3" fmla="*/ 7 h 61"/>
                <a:gd name="T4" fmla="*/ 61 w 107"/>
                <a:gd name="T5" fmla="*/ 20 h 61"/>
                <a:gd name="T6" fmla="*/ 75 w 107"/>
                <a:gd name="T7" fmla="*/ 32 h 61"/>
                <a:gd name="T8" fmla="*/ 84 w 107"/>
                <a:gd name="T9" fmla="*/ 38 h 61"/>
                <a:gd name="T10" fmla="*/ 87 w 107"/>
                <a:gd name="T11" fmla="*/ 50 h 61"/>
                <a:gd name="T12" fmla="*/ 66 w 107"/>
                <a:gd name="T13" fmla="*/ 39 h 61"/>
                <a:gd name="T14" fmla="*/ 41 w 107"/>
                <a:gd name="T15" fmla="*/ 21 h 61"/>
                <a:gd name="T16" fmla="*/ 3 w 107"/>
                <a:gd name="T17" fmla="*/ 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61">
                  <a:moveTo>
                    <a:pt x="0" y="0"/>
                  </a:moveTo>
                  <a:cubicBezTo>
                    <a:pt x="6" y="7"/>
                    <a:pt x="26" y="7"/>
                    <a:pt x="35" y="9"/>
                  </a:cubicBezTo>
                  <a:cubicBezTo>
                    <a:pt x="47" y="13"/>
                    <a:pt x="63" y="17"/>
                    <a:pt x="75" y="24"/>
                  </a:cubicBezTo>
                  <a:cubicBezTo>
                    <a:pt x="81" y="28"/>
                    <a:pt x="86" y="34"/>
                    <a:pt x="92" y="38"/>
                  </a:cubicBezTo>
                  <a:cubicBezTo>
                    <a:pt x="95" y="41"/>
                    <a:pt x="101" y="43"/>
                    <a:pt x="103" y="47"/>
                  </a:cubicBezTo>
                  <a:cubicBezTo>
                    <a:pt x="106" y="50"/>
                    <a:pt x="107" y="56"/>
                    <a:pt x="107" y="61"/>
                  </a:cubicBezTo>
                  <a:cubicBezTo>
                    <a:pt x="98" y="58"/>
                    <a:pt x="90" y="53"/>
                    <a:pt x="81" y="48"/>
                  </a:cubicBezTo>
                  <a:cubicBezTo>
                    <a:pt x="70" y="42"/>
                    <a:pt x="61" y="33"/>
                    <a:pt x="50" y="26"/>
                  </a:cubicBezTo>
                  <a:cubicBezTo>
                    <a:pt x="35" y="18"/>
                    <a:pt x="15" y="18"/>
                    <a:pt x="3" y="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9" name="Freeform 647">
              <a:extLst>
                <a:ext uri="{FF2B5EF4-FFF2-40B4-BE49-F238E27FC236}">
                  <a16:creationId xmlns:a16="http://schemas.microsoft.com/office/drawing/2014/main" id="{6F89A3D3-3F5A-405D-BAA2-0D54F7C0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676"/>
              <a:ext cx="112" cy="79"/>
            </a:xfrm>
            <a:custGeom>
              <a:avLst/>
              <a:gdLst>
                <a:gd name="T0" fmla="*/ 90 w 121"/>
                <a:gd name="T1" fmla="*/ 2 h 85"/>
                <a:gd name="T2" fmla="*/ 68 w 121"/>
                <a:gd name="T3" fmla="*/ 19 h 85"/>
                <a:gd name="T4" fmla="*/ 33 w 121"/>
                <a:gd name="T5" fmla="*/ 37 h 85"/>
                <a:gd name="T6" fmla="*/ 5 w 121"/>
                <a:gd name="T7" fmla="*/ 54 h 85"/>
                <a:gd name="T8" fmla="*/ 1 w 121"/>
                <a:gd name="T9" fmla="*/ 59 h 85"/>
                <a:gd name="T10" fmla="*/ 10 w 121"/>
                <a:gd name="T11" fmla="*/ 68 h 85"/>
                <a:gd name="T12" fmla="*/ 31 w 121"/>
                <a:gd name="T13" fmla="*/ 54 h 85"/>
                <a:gd name="T14" fmla="*/ 71 w 121"/>
                <a:gd name="T15" fmla="*/ 29 h 85"/>
                <a:gd name="T16" fmla="*/ 93 w 121"/>
                <a:gd name="T17" fmla="*/ 17 h 85"/>
                <a:gd name="T18" fmla="*/ 89 w 121"/>
                <a:gd name="T19" fmla="*/ 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85">
                  <a:moveTo>
                    <a:pt x="113" y="2"/>
                  </a:moveTo>
                  <a:cubicBezTo>
                    <a:pt x="108" y="11"/>
                    <a:pt x="93" y="18"/>
                    <a:pt x="86" y="23"/>
                  </a:cubicBezTo>
                  <a:cubicBezTo>
                    <a:pt x="72" y="33"/>
                    <a:pt x="57" y="38"/>
                    <a:pt x="42" y="46"/>
                  </a:cubicBezTo>
                  <a:cubicBezTo>
                    <a:pt x="31" y="53"/>
                    <a:pt x="14" y="58"/>
                    <a:pt x="5" y="67"/>
                  </a:cubicBezTo>
                  <a:cubicBezTo>
                    <a:pt x="2" y="71"/>
                    <a:pt x="0" y="69"/>
                    <a:pt x="1" y="73"/>
                  </a:cubicBezTo>
                  <a:cubicBezTo>
                    <a:pt x="1" y="76"/>
                    <a:pt x="11" y="83"/>
                    <a:pt x="13" y="85"/>
                  </a:cubicBezTo>
                  <a:cubicBezTo>
                    <a:pt x="22" y="81"/>
                    <a:pt x="30" y="72"/>
                    <a:pt x="39" y="67"/>
                  </a:cubicBezTo>
                  <a:cubicBezTo>
                    <a:pt x="57" y="57"/>
                    <a:pt x="72" y="45"/>
                    <a:pt x="90" y="35"/>
                  </a:cubicBezTo>
                  <a:cubicBezTo>
                    <a:pt x="96" y="32"/>
                    <a:pt x="115" y="26"/>
                    <a:pt x="118" y="20"/>
                  </a:cubicBezTo>
                  <a:cubicBezTo>
                    <a:pt x="121" y="14"/>
                    <a:pt x="114" y="6"/>
                    <a:pt x="112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0" name="Freeform 648">
              <a:extLst>
                <a:ext uri="{FF2B5EF4-FFF2-40B4-BE49-F238E27FC236}">
                  <a16:creationId xmlns:a16="http://schemas.microsoft.com/office/drawing/2014/main" id="{8BE8EA3F-D938-4692-B4F4-E4681021D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779"/>
              <a:ext cx="45" cy="47"/>
            </a:xfrm>
            <a:custGeom>
              <a:avLst/>
              <a:gdLst>
                <a:gd name="T0" fmla="*/ 15 w 49"/>
                <a:gd name="T1" fmla="*/ 0 h 50"/>
                <a:gd name="T2" fmla="*/ 36 w 49"/>
                <a:gd name="T3" fmla="*/ 15 h 50"/>
                <a:gd name="T4" fmla="*/ 10 w 49"/>
                <a:gd name="T5" fmla="*/ 39 h 50"/>
                <a:gd name="T6" fmla="*/ 5 w 49"/>
                <a:gd name="T7" fmla="*/ 39 h 50"/>
                <a:gd name="T8" fmla="*/ 1 w 49"/>
                <a:gd name="T9" fmla="*/ 32 h 50"/>
                <a:gd name="T10" fmla="*/ 18 w 49"/>
                <a:gd name="T11" fmla="*/ 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0">
                  <a:moveTo>
                    <a:pt x="18" y="0"/>
                  </a:moveTo>
                  <a:cubicBezTo>
                    <a:pt x="29" y="3"/>
                    <a:pt x="49" y="2"/>
                    <a:pt x="46" y="18"/>
                  </a:cubicBezTo>
                  <a:cubicBezTo>
                    <a:pt x="44" y="30"/>
                    <a:pt x="24" y="45"/>
                    <a:pt x="13" y="47"/>
                  </a:cubicBezTo>
                  <a:cubicBezTo>
                    <a:pt x="9" y="48"/>
                    <a:pt x="8" y="50"/>
                    <a:pt x="5" y="47"/>
                  </a:cubicBezTo>
                  <a:cubicBezTo>
                    <a:pt x="6" y="48"/>
                    <a:pt x="1" y="36"/>
                    <a:pt x="1" y="38"/>
                  </a:cubicBezTo>
                  <a:cubicBezTo>
                    <a:pt x="0" y="27"/>
                    <a:pt x="17" y="13"/>
                    <a:pt x="24" y="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1" name="Freeform 649">
              <a:extLst>
                <a:ext uri="{FF2B5EF4-FFF2-40B4-BE49-F238E27FC236}">
                  <a16:creationId xmlns:a16="http://schemas.microsoft.com/office/drawing/2014/main" id="{36D952CC-7994-49F3-8F4E-E82B21B2E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798"/>
              <a:ext cx="103" cy="87"/>
            </a:xfrm>
            <a:custGeom>
              <a:avLst/>
              <a:gdLst>
                <a:gd name="T0" fmla="*/ 86 w 111"/>
                <a:gd name="T1" fmla="*/ 0 h 94"/>
                <a:gd name="T2" fmla="*/ 39 w 111"/>
                <a:gd name="T3" fmla="*/ 32 h 94"/>
                <a:gd name="T4" fmla="*/ 0 w 111"/>
                <a:gd name="T5" fmla="*/ 73 h 94"/>
                <a:gd name="T6" fmla="*/ 19 w 111"/>
                <a:gd name="T7" fmla="*/ 74 h 94"/>
                <a:gd name="T8" fmla="*/ 45 w 111"/>
                <a:gd name="T9" fmla="*/ 56 h 94"/>
                <a:gd name="T10" fmla="*/ 75 w 111"/>
                <a:gd name="T11" fmla="*/ 24 h 94"/>
                <a:gd name="T12" fmla="*/ 89 w 111"/>
                <a:gd name="T13" fmla="*/ 5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94">
                  <a:moveTo>
                    <a:pt x="108" y="0"/>
                  </a:moveTo>
                  <a:cubicBezTo>
                    <a:pt x="87" y="10"/>
                    <a:pt x="67" y="27"/>
                    <a:pt x="48" y="41"/>
                  </a:cubicBezTo>
                  <a:cubicBezTo>
                    <a:pt x="29" y="56"/>
                    <a:pt x="10" y="70"/>
                    <a:pt x="0" y="92"/>
                  </a:cubicBezTo>
                  <a:cubicBezTo>
                    <a:pt x="7" y="91"/>
                    <a:pt x="16" y="94"/>
                    <a:pt x="25" y="93"/>
                  </a:cubicBezTo>
                  <a:cubicBezTo>
                    <a:pt x="37" y="91"/>
                    <a:pt x="47" y="79"/>
                    <a:pt x="56" y="71"/>
                  </a:cubicBezTo>
                  <a:cubicBezTo>
                    <a:pt x="71" y="59"/>
                    <a:pt x="82" y="45"/>
                    <a:pt x="94" y="30"/>
                  </a:cubicBezTo>
                  <a:cubicBezTo>
                    <a:pt x="100" y="23"/>
                    <a:pt x="110" y="14"/>
                    <a:pt x="111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2" name="Freeform 650">
              <a:extLst>
                <a:ext uri="{FF2B5EF4-FFF2-40B4-BE49-F238E27FC236}">
                  <a16:creationId xmlns:a16="http://schemas.microsoft.com/office/drawing/2014/main" id="{B4775D49-F912-4768-AD27-C435C7773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893"/>
              <a:ext cx="90" cy="57"/>
            </a:xfrm>
            <a:custGeom>
              <a:avLst/>
              <a:gdLst>
                <a:gd name="T0" fmla="*/ 2 w 97"/>
                <a:gd name="T1" fmla="*/ 0 h 62"/>
                <a:gd name="T2" fmla="*/ 17 w 97"/>
                <a:gd name="T3" fmla="*/ 15 h 62"/>
                <a:gd name="T4" fmla="*/ 41 w 97"/>
                <a:gd name="T5" fmla="*/ 39 h 62"/>
                <a:gd name="T6" fmla="*/ 78 w 97"/>
                <a:gd name="T7" fmla="*/ 48 h 62"/>
                <a:gd name="T8" fmla="*/ 62 w 97"/>
                <a:gd name="T9" fmla="*/ 36 h 62"/>
                <a:gd name="T10" fmla="*/ 40 w 97"/>
                <a:gd name="T11" fmla="*/ 16 h 62"/>
                <a:gd name="T12" fmla="*/ 0 w 97"/>
                <a:gd name="T13" fmla="*/ 2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2">
                  <a:moveTo>
                    <a:pt x="2" y="0"/>
                  </a:moveTo>
                  <a:cubicBezTo>
                    <a:pt x="7" y="7"/>
                    <a:pt x="15" y="12"/>
                    <a:pt x="21" y="19"/>
                  </a:cubicBezTo>
                  <a:cubicBezTo>
                    <a:pt x="30" y="30"/>
                    <a:pt x="39" y="42"/>
                    <a:pt x="51" y="50"/>
                  </a:cubicBezTo>
                  <a:cubicBezTo>
                    <a:pt x="62" y="59"/>
                    <a:pt x="83" y="62"/>
                    <a:pt x="97" y="62"/>
                  </a:cubicBezTo>
                  <a:cubicBezTo>
                    <a:pt x="96" y="57"/>
                    <a:pt x="83" y="50"/>
                    <a:pt x="78" y="46"/>
                  </a:cubicBezTo>
                  <a:cubicBezTo>
                    <a:pt x="69" y="38"/>
                    <a:pt x="60" y="27"/>
                    <a:pt x="50" y="21"/>
                  </a:cubicBezTo>
                  <a:cubicBezTo>
                    <a:pt x="34" y="13"/>
                    <a:pt x="13" y="9"/>
                    <a:pt x="0" y="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3" name="Freeform 651">
              <a:extLst>
                <a:ext uri="{FF2B5EF4-FFF2-40B4-BE49-F238E27FC236}">
                  <a16:creationId xmlns:a16="http://schemas.microsoft.com/office/drawing/2014/main" id="{168DF2CC-B286-4DAB-9B9D-163A1F7A7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964"/>
              <a:ext cx="26" cy="48"/>
            </a:xfrm>
            <a:custGeom>
              <a:avLst/>
              <a:gdLst>
                <a:gd name="T0" fmla="*/ 9 w 28"/>
                <a:gd name="T1" fmla="*/ 1 h 52"/>
                <a:gd name="T2" fmla="*/ 7 w 28"/>
                <a:gd name="T3" fmla="*/ 18 h 52"/>
                <a:gd name="T4" fmla="*/ 1 w 28"/>
                <a:gd name="T5" fmla="*/ 33 h 52"/>
                <a:gd name="T6" fmla="*/ 14 w 28"/>
                <a:gd name="T7" fmla="*/ 38 h 52"/>
                <a:gd name="T8" fmla="*/ 20 w 28"/>
                <a:gd name="T9" fmla="*/ 16 h 52"/>
                <a:gd name="T10" fmla="*/ 9 w 28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2">
                  <a:moveTo>
                    <a:pt x="12" y="1"/>
                  </a:moveTo>
                  <a:cubicBezTo>
                    <a:pt x="11" y="9"/>
                    <a:pt x="10" y="15"/>
                    <a:pt x="7" y="23"/>
                  </a:cubicBezTo>
                  <a:cubicBezTo>
                    <a:pt x="5" y="27"/>
                    <a:pt x="0" y="37"/>
                    <a:pt x="1" y="42"/>
                  </a:cubicBezTo>
                  <a:cubicBezTo>
                    <a:pt x="3" y="48"/>
                    <a:pt x="12" y="52"/>
                    <a:pt x="17" y="48"/>
                  </a:cubicBezTo>
                  <a:cubicBezTo>
                    <a:pt x="24" y="44"/>
                    <a:pt x="28" y="27"/>
                    <a:pt x="25" y="19"/>
                  </a:cubicBezTo>
                  <a:cubicBezTo>
                    <a:pt x="23" y="13"/>
                    <a:pt x="16" y="5"/>
                    <a:pt x="12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4" name="Freeform 652">
              <a:extLst>
                <a:ext uri="{FF2B5EF4-FFF2-40B4-BE49-F238E27FC236}">
                  <a16:creationId xmlns:a16="http://schemas.microsoft.com/office/drawing/2014/main" id="{A98C1EDC-AF90-49B2-9D2C-5FA5DBCC9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971"/>
              <a:ext cx="82" cy="44"/>
            </a:xfrm>
            <a:custGeom>
              <a:avLst/>
              <a:gdLst>
                <a:gd name="T0" fmla="*/ 9 w 88"/>
                <a:gd name="T1" fmla="*/ 0 h 47"/>
                <a:gd name="T2" fmla="*/ 41 w 88"/>
                <a:gd name="T3" fmla="*/ 20 h 47"/>
                <a:gd name="T4" fmla="*/ 61 w 88"/>
                <a:gd name="T5" fmla="*/ 28 h 47"/>
                <a:gd name="T6" fmla="*/ 71 w 88"/>
                <a:gd name="T7" fmla="*/ 29 h 47"/>
                <a:gd name="T8" fmla="*/ 62 w 88"/>
                <a:gd name="T9" fmla="*/ 37 h 47"/>
                <a:gd name="T10" fmla="*/ 48 w 88"/>
                <a:gd name="T11" fmla="*/ 33 h 47"/>
                <a:gd name="T12" fmla="*/ 17 w 88"/>
                <a:gd name="T13" fmla="*/ 15 h 47"/>
                <a:gd name="T14" fmla="*/ 10 w 88"/>
                <a:gd name="T15" fmla="*/ 4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47">
                  <a:moveTo>
                    <a:pt x="12" y="0"/>
                  </a:moveTo>
                  <a:cubicBezTo>
                    <a:pt x="24" y="9"/>
                    <a:pt x="38" y="15"/>
                    <a:pt x="50" y="23"/>
                  </a:cubicBezTo>
                  <a:cubicBezTo>
                    <a:pt x="58" y="29"/>
                    <a:pt x="65" y="32"/>
                    <a:pt x="75" y="34"/>
                  </a:cubicBezTo>
                  <a:cubicBezTo>
                    <a:pt x="79" y="34"/>
                    <a:pt x="84" y="34"/>
                    <a:pt x="88" y="35"/>
                  </a:cubicBezTo>
                  <a:cubicBezTo>
                    <a:pt x="85" y="37"/>
                    <a:pt x="80" y="45"/>
                    <a:pt x="77" y="46"/>
                  </a:cubicBezTo>
                  <a:cubicBezTo>
                    <a:pt x="72" y="47"/>
                    <a:pt x="64" y="41"/>
                    <a:pt x="60" y="39"/>
                  </a:cubicBezTo>
                  <a:cubicBezTo>
                    <a:pt x="46" y="33"/>
                    <a:pt x="33" y="27"/>
                    <a:pt x="20" y="18"/>
                  </a:cubicBezTo>
                  <a:cubicBezTo>
                    <a:pt x="16" y="16"/>
                    <a:pt x="0" y="7"/>
                    <a:pt x="13" y="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5" name="Freeform 653">
              <a:extLst>
                <a:ext uri="{FF2B5EF4-FFF2-40B4-BE49-F238E27FC236}">
                  <a16:creationId xmlns:a16="http://schemas.microsoft.com/office/drawing/2014/main" id="{D5B3DD90-6B6D-4136-BB7E-E787BD2F0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98"/>
              <a:ext cx="70" cy="109"/>
            </a:xfrm>
            <a:custGeom>
              <a:avLst/>
              <a:gdLst>
                <a:gd name="T0" fmla="*/ 61 w 75"/>
                <a:gd name="T1" fmla="*/ 0 h 117"/>
                <a:gd name="T2" fmla="*/ 0 w 75"/>
                <a:gd name="T3" fmla="*/ 95 h 117"/>
                <a:gd name="T4" fmla="*/ 11 w 75"/>
                <a:gd name="T5" fmla="*/ 89 h 117"/>
                <a:gd name="T6" fmla="*/ 19 w 75"/>
                <a:gd name="T7" fmla="*/ 68 h 117"/>
                <a:gd name="T8" fmla="*/ 49 w 75"/>
                <a:gd name="T9" fmla="*/ 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17">
                  <a:moveTo>
                    <a:pt x="75" y="0"/>
                  </a:moveTo>
                  <a:cubicBezTo>
                    <a:pt x="33" y="14"/>
                    <a:pt x="0" y="75"/>
                    <a:pt x="0" y="117"/>
                  </a:cubicBezTo>
                  <a:cubicBezTo>
                    <a:pt x="3" y="115"/>
                    <a:pt x="11" y="113"/>
                    <a:pt x="14" y="109"/>
                  </a:cubicBezTo>
                  <a:cubicBezTo>
                    <a:pt x="18" y="104"/>
                    <a:pt x="19" y="91"/>
                    <a:pt x="23" y="84"/>
                  </a:cubicBezTo>
                  <a:cubicBezTo>
                    <a:pt x="33" y="61"/>
                    <a:pt x="43" y="28"/>
                    <a:pt x="60" y="1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6" name="Freeform 654">
              <a:extLst>
                <a:ext uri="{FF2B5EF4-FFF2-40B4-BE49-F238E27FC236}">
                  <a16:creationId xmlns:a16="http://schemas.microsoft.com/office/drawing/2014/main" id="{E0749C43-B319-4080-9779-180AD1EC2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549"/>
              <a:ext cx="32" cy="87"/>
            </a:xfrm>
            <a:custGeom>
              <a:avLst/>
              <a:gdLst>
                <a:gd name="T0" fmla="*/ 27 w 35"/>
                <a:gd name="T1" fmla="*/ 0 h 93"/>
                <a:gd name="T2" fmla="*/ 5 w 35"/>
                <a:gd name="T3" fmla="*/ 76 h 93"/>
                <a:gd name="T4" fmla="*/ 15 w 35"/>
                <a:gd name="T5" fmla="*/ 54 h 93"/>
                <a:gd name="T6" fmla="*/ 24 w 35"/>
                <a:gd name="T7" fmla="*/ 7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3">
                  <a:moveTo>
                    <a:pt x="35" y="0"/>
                  </a:moveTo>
                  <a:cubicBezTo>
                    <a:pt x="2" y="19"/>
                    <a:pt x="0" y="58"/>
                    <a:pt x="5" y="93"/>
                  </a:cubicBezTo>
                  <a:cubicBezTo>
                    <a:pt x="12" y="80"/>
                    <a:pt x="18" y="82"/>
                    <a:pt x="19" y="66"/>
                  </a:cubicBezTo>
                  <a:cubicBezTo>
                    <a:pt x="20" y="48"/>
                    <a:pt x="15" y="19"/>
                    <a:pt x="31" y="7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7" name="Freeform 655">
              <a:extLst>
                <a:ext uri="{FF2B5EF4-FFF2-40B4-BE49-F238E27FC236}">
                  <a16:creationId xmlns:a16="http://schemas.microsoft.com/office/drawing/2014/main" id="{E16E8B1A-5C02-4353-ABBA-9FA651BEB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253"/>
              <a:ext cx="131" cy="43"/>
            </a:xfrm>
            <a:custGeom>
              <a:avLst/>
              <a:gdLst>
                <a:gd name="T0" fmla="*/ 0 w 141"/>
                <a:gd name="T1" fmla="*/ 14 h 46"/>
                <a:gd name="T2" fmla="*/ 113 w 141"/>
                <a:gd name="T3" fmla="*/ 35 h 46"/>
                <a:gd name="T4" fmla="*/ 113 w 141"/>
                <a:gd name="T5" fmla="*/ 25 h 46"/>
                <a:gd name="T6" fmla="*/ 51 w 141"/>
                <a:gd name="T7" fmla="*/ 7 h 46"/>
                <a:gd name="T8" fmla="*/ 2 w 141"/>
                <a:gd name="T9" fmla="*/ 1 h 46"/>
                <a:gd name="T10" fmla="*/ 2 w 141"/>
                <a:gd name="T11" fmla="*/ 1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46">
                  <a:moveTo>
                    <a:pt x="0" y="17"/>
                  </a:moveTo>
                  <a:cubicBezTo>
                    <a:pt x="49" y="16"/>
                    <a:pt x="92" y="46"/>
                    <a:pt x="141" y="43"/>
                  </a:cubicBezTo>
                  <a:cubicBezTo>
                    <a:pt x="141" y="40"/>
                    <a:pt x="141" y="34"/>
                    <a:pt x="141" y="31"/>
                  </a:cubicBezTo>
                  <a:cubicBezTo>
                    <a:pt x="116" y="31"/>
                    <a:pt x="88" y="15"/>
                    <a:pt x="64" y="9"/>
                  </a:cubicBezTo>
                  <a:cubicBezTo>
                    <a:pt x="45" y="5"/>
                    <a:pt x="22" y="0"/>
                    <a:pt x="2" y="1"/>
                  </a:cubicBezTo>
                  <a:cubicBezTo>
                    <a:pt x="2" y="6"/>
                    <a:pt x="1" y="12"/>
                    <a:pt x="2" y="17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8" name="Freeform 656">
              <a:extLst>
                <a:ext uri="{FF2B5EF4-FFF2-40B4-BE49-F238E27FC236}">
                  <a16:creationId xmlns:a16="http://schemas.microsoft.com/office/drawing/2014/main" id="{DA88BAEE-591F-4E92-94E8-B7130169E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295"/>
              <a:ext cx="109" cy="127"/>
            </a:xfrm>
            <a:custGeom>
              <a:avLst/>
              <a:gdLst>
                <a:gd name="T0" fmla="*/ 19 w 117"/>
                <a:gd name="T1" fmla="*/ 0 h 136"/>
                <a:gd name="T2" fmla="*/ 79 w 117"/>
                <a:gd name="T3" fmla="*/ 44 h 136"/>
                <a:gd name="T4" fmla="*/ 79 w 117"/>
                <a:gd name="T5" fmla="*/ 111 h 136"/>
                <a:gd name="T6" fmla="*/ 66 w 117"/>
                <a:gd name="T7" fmla="*/ 94 h 136"/>
                <a:gd name="T8" fmla="*/ 60 w 117"/>
                <a:gd name="T9" fmla="*/ 52 h 136"/>
                <a:gd name="T10" fmla="*/ 0 w 117"/>
                <a:gd name="T11" fmla="*/ 17 h 136"/>
                <a:gd name="T12" fmla="*/ 12 w 117"/>
                <a:gd name="T13" fmla="*/ 7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36">
                  <a:moveTo>
                    <a:pt x="23" y="0"/>
                  </a:moveTo>
                  <a:cubicBezTo>
                    <a:pt x="51" y="8"/>
                    <a:pt x="83" y="27"/>
                    <a:pt x="98" y="54"/>
                  </a:cubicBezTo>
                  <a:cubicBezTo>
                    <a:pt x="107" y="70"/>
                    <a:pt x="117" y="124"/>
                    <a:pt x="98" y="136"/>
                  </a:cubicBezTo>
                  <a:cubicBezTo>
                    <a:pt x="95" y="125"/>
                    <a:pt x="85" y="127"/>
                    <a:pt x="82" y="116"/>
                  </a:cubicBezTo>
                  <a:cubicBezTo>
                    <a:pt x="76" y="99"/>
                    <a:pt x="86" y="83"/>
                    <a:pt x="74" y="64"/>
                  </a:cubicBezTo>
                  <a:cubicBezTo>
                    <a:pt x="55" y="36"/>
                    <a:pt x="25" y="37"/>
                    <a:pt x="0" y="20"/>
                  </a:cubicBezTo>
                  <a:cubicBezTo>
                    <a:pt x="5" y="15"/>
                    <a:pt x="9" y="10"/>
                    <a:pt x="15" y="7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9" name="Freeform 657">
              <a:extLst>
                <a:ext uri="{FF2B5EF4-FFF2-40B4-BE49-F238E27FC236}">
                  <a16:creationId xmlns:a16="http://schemas.microsoft.com/office/drawing/2014/main" id="{F230DF7A-0E9D-4F5A-BE3E-E3E86F95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303"/>
              <a:ext cx="80" cy="114"/>
            </a:xfrm>
            <a:custGeom>
              <a:avLst/>
              <a:gdLst>
                <a:gd name="T0" fmla="*/ 0 w 86"/>
                <a:gd name="T1" fmla="*/ 0 h 123"/>
                <a:gd name="T2" fmla="*/ 42 w 86"/>
                <a:gd name="T3" fmla="*/ 50 h 123"/>
                <a:gd name="T4" fmla="*/ 39 w 86"/>
                <a:gd name="T5" fmla="*/ 98 h 123"/>
                <a:gd name="T6" fmla="*/ 60 w 86"/>
                <a:gd name="T7" fmla="*/ 43 h 123"/>
                <a:gd name="T8" fmla="*/ 0 w 86"/>
                <a:gd name="T9" fmla="*/ 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23">
                  <a:moveTo>
                    <a:pt x="0" y="0"/>
                  </a:moveTo>
                  <a:cubicBezTo>
                    <a:pt x="25" y="12"/>
                    <a:pt x="47" y="35"/>
                    <a:pt x="52" y="63"/>
                  </a:cubicBezTo>
                  <a:cubicBezTo>
                    <a:pt x="56" y="83"/>
                    <a:pt x="48" y="102"/>
                    <a:pt x="48" y="123"/>
                  </a:cubicBezTo>
                  <a:cubicBezTo>
                    <a:pt x="86" y="119"/>
                    <a:pt x="82" y="84"/>
                    <a:pt x="75" y="54"/>
                  </a:cubicBezTo>
                  <a:cubicBezTo>
                    <a:pt x="67" y="21"/>
                    <a:pt x="31" y="10"/>
                    <a:pt x="0" y="1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0" name="Freeform 658">
              <a:extLst>
                <a:ext uri="{FF2B5EF4-FFF2-40B4-BE49-F238E27FC236}">
                  <a16:creationId xmlns:a16="http://schemas.microsoft.com/office/drawing/2014/main" id="{0C8AB9C3-D385-4128-A349-C8A841E19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312"/>
              <a:ext cx="119" cy="77"/>
            </a:xfrm>
            <a:custGeom>
              <a:avLst/>
              <a:gdLst>
                <a:gd name="T0" fmla="*/ 6 w 128"/>
                <a:gd name="T1" fmla="*/ 15 h 83"/>
                <a:gd name="T2" fmla="*/ 56 w 128"/>
                <a:gd name="T3" fmla="*/ 45 h 83"/>
                <a:gd name="T4" fmla="*/ 92 w 128"/>
                <a:gd name="T5" fmla="*/ 66 h 83"/>
                <a:gd name="T6" fmla="*/ 99 w 128"/>
                <a:gd name="T7" fmla="*/ 37 h 83"/>
                <a:gd name="T8" fmla="*/ 55 w 128"/>
                <a:gd name="T9" fmla="*/ 22 h 83"/>
                <a:gd name="T10" fmla="*/ 1 w 128"/>
                <a:gd name="T11" fmla="*/ 0 h 83"/>
                <a:gd name="T12" fmla="*/ 1 w 128"/>
                <a:gd name="T13" fmla="*/ 7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83">
                  <a:moveTo>
                    <a:pt x="6" y="18"/>
                  </a:moveTo>
                  <a:cubicBezTo>
                    <a:pt x="22" y="30"/>
                    <a:pt x="49" y="44"/>
                    <a:pt x="69" y="57"/>
                  </a:cubicBezTo>
                  <a:cubicBezTo>
                    <a:pt x="80" y="64"/>
                    <a:pt x="102" y="83"/>
                    <a:pt x="115" y="82"/>
                  </a:cubicBezTo>
                  <a:cubicBezTo>
                    <a:pt x="117" y="74"/>
                    <a:pt x="128" y="54"/>
                    <a:pt x="123" y="46"/>
                  </a:cubicBezTo>
                  <a:cubicBezTo>
                    <a:pt x="119" y="37"/>
                    <a:pt x="78" y="32"/>
                    <a:pt x="68" y="28"/>
                  </a:cubicBezTo>
                  <a:cubicBezTo>
                    <a:pt x="45" y="20"/>
                    <a:pt x="22" y="8"/>
                    <a:pt x="1" y="0"/>
                  </a:cubicBezTo>
                  <a:cubicBezTo>
                    <a:pt x="1" y="3"/>
                    <a:pt x="0" y="7"/>
                    <a:pt x="1" y="1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1" name="Freeform 659">
              <a:extLst>
                <a:ext uri="{FF2B5EF4-FFF2-40B4-BE49-F238E27FC236}">
                  <a16:creationId xmlns:a16="http://schemas.microsoft.com/office/drawing/2014/main" id="{ACA7E825-093D-460A-8321-E23B42A1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129"/>
              <a:ext cx="62" cy="106"/>
            </a:xfrm>
            <a:custGeom>
              <a:avLst/>
              <a:gdLst>
                <a:gd name="T0" fmla="*/ 53 w 67"/>
                <a:gd name="T1" fmla="*/ 0 h 113"/>
                <a:gd name="T2" fmla="*/ 16 w 67"/>
                <a:gd name="T3" fmla="*/ 53 h 113"/>
                <a:gd name="T4" fmla="*/ 0 w 67"/>
                <a:gd name="T5" fmla="*/ 83 h 113"/>
                <a:gd name="T6" fmla="*/ 21 w 67"/>
                <a:gd name="T7" fmla="*/ 93 h 113"/>
                <a:gd name="T8" fmla="*/ 39 w 67"/>
                <a:gd name="T9" fmla="*/ 49 h 113"/>
                <a:gd name="T10" fmla="*/ 53 w 67"/>
                <a:gd name="T11" fmla="*/ 8 h 113"/>
                <a:gd name="T12" fmla="*/ 48 w 67"/>
                <a:gd name="T13" fmla="*/ 5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13">
                  <a:moveTo>
                    <a:pt x="67" y="0"/>
                  </a:moveTo>
                  <a:cubicBezTo>
                    <a:pt x="50" y="21"/>
                    <a:pt x="34" y="43"/>
                    <a:pt x="19" y="65"/>
                  </a:cubicBezTo>
                  <a:cubicBezTo>
                    <a:pt x="12" y="76"/>
                    <a:pt x="3" y="88"/>
                    <a:pt x="0" y="101"/>
                  </a:cubicBezTo>
                  <a:cubicBezTo>
                    <a:pt x="7" y="107"/>
                    <a:pt x="17" y="113"/>
                    <a:pt x="27" y="113"/>
                  </a:cubicBezTo>
                  <a:cubicBezTo>
                    <a:pt x="32" y="95"/>
                    <a:pt x="42" y="76"/>
                    <a:pt x="49" y="59"/>
                  </a:cubicBezTo>
                  <a:cubicBezTo>
                    <a:pt x="55" y="44"/>
                    <a:pt x="56" y="21"/>
                    <a:pt x="67" y="10"/>
                  </a:cubicBezTo>
                  <a:cubicBezTo>
                    <a:pt x="65" y="7"/>
                    <a:pt x="63" y="6"/>
                    <a:pt x="60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2" name="Freeform 660">
              <a:extLst>
                <a:ext uri="{FF2B5EF4-FFF2-40B4-BE49-F238E27FC236}">
                  <a16:creationId xmlns:a16="http://schemas.microsoft.com/office/drawing/2014/main" id="{43A3E305-E198-4FDF-9233-E2D1EE5F7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151"/>
              <a:ext cx="41" cy="124"/>
            </a:xfrm>
            <a:custGeom>
              <a:avLst/>
              <a:gdLst>
                <a:gd name="T0" fmla="*/ 8 w 44"/>
                <a:gd name="T1" fmla="*/ 0 h 133"/>
                <a:gd name="T2" fmla="*/ 7 w 44"/>
                <a:gd name="T3" fmla="*/ 52 h 133"/>
                <a:gd name="T4" fmla="*/ 3 w 44"/>
                <a:gd name="T5" fmla="*/ 105 h 133"/>
                <a:gd name="T6" fmla="*/ 16 w 44"/>
                <a:gd name="T7" fmla="*/ 107 h 133"/>
                <a:gd name="T8" fmla="*/ 32 w 44"/>
                <a:gd name="T9" fmla="*/ 57 h 133"/>
                <a:gd name="T10" fmla="*/ 35 w 44"/>
                <a:gd name="T11" fmla="*/ 7 h 133"/>
                <a:gd name="T12" fmla="*/ 7 w 44"/>
                <a:gd name="T13" fmla="*/ 5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33">
                  <a:moveTo>
                    <a:pt x="11" y="0"/>
                  </a:moveTo>
                  <a:cubicBezTo>
                    <a:pt x="9" y="20"/>
                    <a:pt x="8" y="43"/>
                    <a:pt x="8" y="64"/>
                  </a:cubicBezTo>
                  <a:cubicBezTo>
                    <a:pt x="8" y="86"/>
                    <a:pt x="0" y="109"/>
                    <a:pt x="3" y="130"/>
                  </a:cubicBezTo>
                  <a:cubicBezTo>
                    <a:pt x="8" y="132"/>
                    <a:pt x="13" y="133"/>
                    <a:pt x="19" y="132"/>
                  </a:cubicBezTo>
                  <a:cubicBezTo>
                    <a:pt x="27" y="112"/>
                    <a:pt x="36" y="93"/>
                    <a:pt x="39" y="70"/>
                  </a:cubicBezTo>
                  <a:cubicBezTo>
                    <a:pt x="41" y="50"/>
                    <a:pt x="38" y="26"/>
                    <a:pt x="44" y="7"/>
                  </a:cubicBezTo>
                  <a:cubicBezTo>
                    <a:pt x="32" y="6"/>
                    <a:pt x="16" y="4"/>
                    <a:pt x="8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3" name="Freeform 661">
              <a:extLst>
                <a:ext uri="{FF2B5EF4-FFF2-40B4-BE49-F238E27FC236}">
                  <a16:creationId xmlns:a16="http://schemas.microsoft.com/office/drawing/2014/main" id="{06E04AC2-78E2-4CFE-B2BA-9956D730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156"/>
              <a:ext cx="61" cy="108"/>
            </a:xfrm>
            <a:custGeom>
              <a:avLst/>
              <a:gdLst>
                <a:gd name="T0" fmla="*/ 6 w 66"/>
                <a:gd name="T1" fmla="*/ 0 h 116"/>
                <a:gd name="T2" fmla="*/ 41 w 66"/>
                <a:gd name="T3" fmla="*/ 51 h 116"/>
                <a:gd name="T4" fmla="*/ 31 w 66"/>
                <a:gd name="T5" fmla="*/ 88 h 116"/>
                <a:gd name="T6" fmla="*/ 0 w 66"/>
                <a:gd name="T7" fmla="*/ 7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16">
                  <a:moveTo>
                    <a:pt x="6" y="0"/>
                  </a:moveTo>
                  <a:cubicBezTo>
                    <a:pt x="15" y="16"/>
                    <a:pt x="38" y="43"/>
                    <a:pt x="52" y="63"/>
                  </a:cubicBezTo>
                  <a:cubicBezTo>
                    <a:pt x="66" y="83"/>
                    <a:pt x="47" y="86"/>
                    <a:pt x="40" y="108"/>
                  </a:cubicBezTo>
                  <a:cubicBezTo>
                    <a:pt x="10" y="116"/>
                    <a:pt x="6" y="24"/>
                    <a:pt x="0" y="9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4" name="Freeform 662">
              <a:extLst>
                <a:ext uri="{FF2B5EF4-FFF2-40B4-BE49-F238E27FC236}">
                  <a16:creationId xmlns:a16="http://schemas.microsoft.com/office/drawing/2014/main" id="{39EAED54-8202-4375-8359-3E995D9C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155"/>
              <a:ext cx="72" cy="83"/>
            </a:xfrm>
            <a:custGeom>
              <a:avLst/>
              <a:gdLst>
                <a:gd name="T0" fmla="*/ 61 w 78"/>
                <a:gd name="T1" fmla="*/ 0 h 89"/>
                <a:gd name="T2" fmla="*/ 0 w 78"/>
                <a:gd name="T3" fmla="*/ 61 h 89"/>
                <a:gd name="T4" fmla="*/ 15 w 78"/>
                <a:gd name="T5" fmla="*/ 71 h 89"/>
                <a:gd name="T6" fmla="*/ 30 w 78"/>
                <a:gd name="T7" fmla="*/ 48 h 89"/>
                <a:gd name="T8" fmla="*/ 56 w 78"/>
                <a:gd name="T9" fmla="*/ 7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9">
                  <a:moveTo>
                    <a:pt x="78" y="0"/>
                  </a:moveTo>
                  <a:cubicBezTo>
                    <a:pt x="64" y="31"/>
                    <a:pt x="14" y="44"/>
                    <a:pt x="0" y="75"/>
                  </a:cubicBezTo>
                  <a:cubicBezTo>
                    <a:pt x="5" y="79"/>
                    <a:pt x="10" y="89"/>
                    <a:pt x="18" y="88"/>
                  </a:cubicBezTo>
                  <a:cubicBezTo>
                    <a:pt x="25" y="87"/>
                    <a:pt x="34" y="66"/>
                    <a:pt x="38" y="60"/>
                  </a:cubicBezTo>
                  <a:cubicBezTo>
                    <a:pt x="49" y="44"/>
                    <a:pt x="66" y="26"/>
                    <a:pt x="72" y="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5" name="Freeform 663">
              <a:extLst>
                <a:ext uri="{FF2B5EF4-FFF2-40B4-BE49-F238E27FC236}">
                  <a16:creationId xmlns:a16="http://schemas.microsoft.com/office/drawing/2014/main" id="{000CF421-9F5B-4F56-8E85-23E5C3B90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101"/>
              <a:ext cx="97" cy="135"/>
            </a:xfrm>
            <a:custGeom>
              <a:avLst/>
              <a:gdLst>
                <a:gd name="T0" fmla="*/ 3 w 104"/>
                <a:gd name="T1" fmla="*/ 2 h 145"/>
                <a:gd name="T2" fmla="*/ 5 w 104"/>
                <a:gd name="T3" fmla="*/ 30 h 145"/>
                <a:gd name="T4" fmla="*/ 35 w 104"/>
                <a:gd name="T5" fmla="*/ 62 h 145"/>
                <a:gd name="T6" fmla="*/ 84 w 104"/>
                <a:gd name="T7" fmla="*/ 117 h 145"/>
                <a:gd name="T8" fmla="*/ 71 w 104"/>
                <a:gd name="T9" fmla="*/ 87 h 145"/>
                <a:gd name="T10" fmla="*/ 46 w 104"/>
                <a:gd name="T11" fmla="*/ 51 h 145"/>
                <a:gd name="T12" fmla="*/ 1 w 104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45">
                  <a:moveTo>
                    <a:pt x="3" y="2"/>
                  </a:moveTo>
                  <a:cubicBezTo>
                    <a:pt x="3" y="14"/>
                    <a:pt x="0" y="27"/>
                    <a:pt x="5" y="37"/>
                  </a:cubicBezTo>
                  <a:cubicBezTo>
                    <a:pt x="12" y="53"/>
                    <a:pt x="32" y="65"/>
                    <a:pt x="44" y="77"/>
                  </a:cubicBezTo>
                  <a:cubicBezTo>
                    <a:pt x="62" y="96"/>
                    <a:pt x="92" y="122"/>
                    <a:pt x="104" y="145"/>
                  </a:cubicBezTo>
                  <a:cubicBezTo>
                    <a:pt x="98" y="133"/>
                    <a:pt x="96" y="119"/>
                    <a:pt x="88" y="107"/>
                  </a:cubicBezTo>
                  <a:cubicBezTo>
                    <a:pt x="79" y="92"/>
                    <a:pt x="68" y="77"/>
                    <a:pt x="57" y="63"/>
                  </a:cubicBezTo>
                  <a:cubicBezTo>
                    <a:pt x="41" y="40"/>
                    <a:pt x="18" y="23"/>
                    <a:pt x="1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6" name="Freeform 664">
              <a:extLst>
                <a:ext uri="{FF2B5EF4-FFF2-40B4-BE49-F238E27FC236}">
                  <a16:creationId xmlns:a16="http://schemas.microsoft.com/office/drawing/2014/main" id="{5A1D8DEF-5B32-45E4-BBA1-F806FC4D2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098"/>
              <a:ext cx="53" cy="103"/>
            </a:xfrm>
            <a:custGeom>
              <a:avLst/>
              <a:gdLst>
                <a:gd name="T0" fmla="*/ 3 w 57"/>
                <a:gd name="T1" fmla="*/ 1 h 111"/>
                <a:gd name="T2" fmla="*/ 7 w 57"/>
                <a:gd name="T3" fmla="*/ 0 h 111"/>
                <a:gd name="T4" fmla="*/ 28 w 57"/>
                <a:gd name="T5" fmla="*/ 36 h 111"/>
                <a:gd name="T6" fmla="*/ 45 w 57"/>
                <a:gd name="T7" fmla="*/ 71 h 111"/>
                <a:gd name="T8" fmla="*/ 29 w 57"/>
                <a:gd name="T9" fmla="*/ 60 h 111"/>
                <a:gd name="T10" fmla="*/ 0 w 57"/>
                <a:gd name="T11" fmla="*/ 1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11">
                  <a:moveTo>
                    <a:pt x="3" y="1"/>
                  </a:moveTo>
                  <a:cubicBezTo>
                    <a:pt x="5" y="0"/>
                    <a:pt x="7" y="1"/>
                    <a:pt x="9" y="0"/>
                  </a:cubicBezTo>
                  <a:cubicBezTo>
                    <a:pt x="19" y="13"/>
                    <a:pt x="26" y="31"/>
                    <a:pt x="34" y="45"/>
                  </a:cubicBezTo>
                  <a:cubicBezTo>
                    <a:pt x="40" y="55"/>
                    <a:pt x="57" y="77"/>
                    <a:pt x="56" y="88"/>
                  </a:cubicBezTo>
                  <a:cubicBezTo>
                    <a:pt x="54" y="111"/>
                    <a:pt x="40" y="83"/>
                    <a:pt x="36" y="75"/>
                  </a:cubicBezTo>
                  <a:cubicBezTo>
                    <a:pt x="25" y="54"/>
                    <a:pt x="10" y="34"/>
                    <a:pt x="0" y="1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7" name="Freeform 665">
              <a:extLst>
                <a:ext uri="{FF2B5EF4-FFF2-40B4-BE49-F238E27FC236}">
                  <a16:creationId xmlns:a16="http://schemas.microsoft.com/office/drawing/2014/main" id="{788DBFCF-DCDB-4DEE-AB3F-755F5515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199"/>
              <a:ext cx="113" cy="38"/>
            </a:xfrm>
            <a:custGeom>
              <a:avLst/>
              <a:gdLst>
                <a:gd name="T0" fmla="*/ 7 w 121"/>
                <a:gd name="T1" fmla="*/ 2 h 41"/>
                <a:gd name="T2" fmla="*/ 2 w 121"/>
                <a:gd name="T3" fmla="*/ 12 h 41"/>
                <a:gd name="T4" fmla="*/ 32 w 121"/>
                <a:gd name="T5" fmla="*/ 22 h 41"/>
                <a:gd name="T6" fmla="*/ 99 w 121"/>
                <a:gd name="T7" fmla="*/ 32 h 41"/>
                <a:gd name="T8" fmla="*/ 49 w 121"/>
                <a:gd name="T9" fmla="*/ 7 h 41"/>
                <a:gd name="T10" fmla="*/ 7 w 12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41">
                  <a:moveTo>
                    <a:pt x="7" y="2"/>
                  </a:moveTo>
                  <a:cubicBezTo>
                    <a:pt x="4" y="1"/>
                    <a:pt x="0" y="9"/>
                    <a:pt x="2" y="15"/>
                  </a:cubicBezTo>
                  <a:cubicBezTo>
                    <a:pt x="8" y="27"/>
                    <a:pt x="28" y="27"/>
                    <a:pt x="39" y="28"/>
                  </a:cubicBezTo>
                  <a:cubicBezTo>
                    <a:pt x="65" y="32"/>
                    <a:pt x="97" y="32"/>
                    <a:pt x="121" y="41"/>
                  </a:cubicBezTo>
                  <a:cubicBezTo>
                    <a:pt x="102" y="26"/>
                    <a:pt x="84" y="16"/>
                    <a:pt x="60" y="10"/>
                  </a:cubicBezTo>
                  <a:cubicBezTo>
                    <a:pt x="43" y="7"/>
                    <a:pt x="21" y="8"/>
                    <a:pt x="7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8" name="Freeform 666">
              <a:extLst>
                <a:ext uri="{FF2B5EF4-FFF2-40B4-BE49-F238E27FC236}">
                  <a16:creationId xmlns:a16="http://schemas.microsoft.com/office/drawing/2014/main" id="{F027471B-5A2F-4CFA-93D1-6D211CBBA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137"/>
              <a:ext cx="19" cy="34"/>
            </a:xfrm>
            <a:custGeom>
              <a:avLst/>
              <a:gdLst>
                <a:gd name="T0" fmla="*/ 2 w 21"/>
                <a:gd name="T1" fmla="*/ 5 h 37"/>
                <a:gd name="T2" fmla="*/ 12 w 21"/>
                <a:gd name="T3" fmla="*/ 28 h 37"/>
                <a:gd name="T4" fmla="*/ 0 w 21"/>
                <a:gd name="T5" fmla="*/ 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7">
                  <a:moveTo>
                    <a:pt x="2" y="5"/>
                  </a:moveTo>
                  <a:cubicBezTo>
                    <a:pt x="21" y="0"/>
                    <a:pt x="11" y="28"/>
                    <a:pt x="15" y="37"/>
                  </a:cubicBezTo>
                  <a:cubicBezTo>
                    <a:pt x="6" y="29"/>
                    <a:pt x="4" y="16"/>
                    <a:pt x="0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9" name="Freeform 667">
              <a:extLst>
                <a:ext uri="{FF2B5EF4-FFF2-40B4-BE49-F238E27FC236}">
                  <a16:creationId xmlns:a16="http://schemas.microsoft.com/office/drawing/2014/main" id="{D81E68FB-C20B-4EF9-9337-0143ECF6B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242"/>
              <a:ext cx="103" cy="76"/>
            </a:xfrm>
            <a:custGeom>
              <a:avLst/>
              <a:gdLst>
                <a:gd name="T0" fmla="*/ 0 w 111"/>
                <a:gd name="T1" fmla="*/ 0 h 82"/>
                <a:gd name="T2" fmla="*/ 64 w 111"/>
                <a:gd name="T3" fmla="*/ 53 h 82"/>
                <a:gd name="T4" fmla="*/ 87 w 111"/>
                <a:gd name="T5" fmla="*/ 51 h 82"/>
                <a:gd name="T6" fmla="*/ 69 w 111"/>
                <a:gd name="T7" fmla="*/ 37 h 82"/>
                <a:gd name="T8" fmla="*/ 37 w 111"/>
                <a:gd name="T9" fmla="*/ 15 h 82"/>
                <a:gd name="T10" fmla="*/ 3 w 111"/>
                <a:gd name="T11" fmla="*/ 5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82">
                  <a:moveTo>
                    <a:pt x="0" y="0"/>
                  </a:moveTo>
                  <a:cubicBezTo>
                    <a:pt x="26" y="22"/>
                    <a:pt x="52" y="47"/>
                    <a:pt x="80" y="66"/>
                  </a:cubicBezTo>
                  <a:cubicBezTo>
                    <a:pt x="86" y="70"/>
                    <a:pt x="111" y="82"/>
                    <a:pt x="109" y="64"/>
                  </a:cubicBezTo>
                  <a:cubicBezTo>
                    <a:pt x="109" y="58"/>
                    <a:pt x="90" y="49"/>
                    <a:pt x="86" y="46"/>
                  </a:cubicBezTo>
                  <a:cubicBezTo>
                    <a:pt x="73" y="36"/>
                    <a:pt x="61" y="26"/>
                    <a:pt x="46" y="18"/>
                  </a:cubicBezTo>
                  <a:cubicBezTo>
                    <a:pt x="33" y="11"/>
                    <a:pt x="13" y="3"/>
                    <a:pt x="3" y="5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0" name="Freeform 668">
              <a:extLst>
                <a:ext uri="{FF2B5EF4-FFF2-40B4-BE49-F238E27FC236}">
                  <a16:creationId xmlns:a16="http://schemas.microsoft.com/office/drawing/2014/main" id="{C7E00C16-0A72-4103-8E98-7B1418AAB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386"/>
              <a:ext cx="73" cy="86"/>
            </a:xfrm>
            <a:custGeom>
              <a:avLst/>
              <a:gdLst>
                <a:gd name="T0" fmla="*/ 0 w 78"/>
                <a:gd name="T1" fmla="*/ 7 h 92"/>
                <a:gd name="T2" fmla="*/ 20 w 78"/>
                <a:gd name="T3" fmla="*/ 47 h 92"/>
                <a:gd name="T4" fmla="*/ 62 w 78"/>
                <a:gd name="T5" fmla="*/ 75 h 92"/>
                <a:gd name="T6" fmla="*/ 51 w 78"/>
                <a:gd name="T7" fmla="*/ 37 h 92"/>
                <a:gd name="T8" fmla="*/ 0 w 7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92">
                  <a:moveTo>
                    <a:pt x="0" y="10"/>
                  </a:moveTo>
                  <a:cubicBezTo>
                    <a:pt x="10" y="22"/>
                    <a:pt x="13" y="44"/>
                    <a:pt x="24" y="58"/>
                  </a:cubicBezTo>
                  <a:cubicBezTo>
                    <a:pt x="35" y="71"/>
                    <a:pt x="57" y="91"/>
                    <a:pt x="75" y="92"/>
                  </a:cubicBezTo>
                  <a:cubicBezTo>
                    <a:pt x="76" y="71"/>
                    <a:pt x="78" y="60"/>
                    <a:pt x="62" y="46"/>
                  </a:cubicBezTo>
                  <a:cubicBezTo>
                    <a:pt x="46" y="33"/>
                    <a:pt x="20" y="4"/>
                    <a:pt x="0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1" name="Freeform 669">
              <a:extLst>
                <a:ext uri="{FF2B5EF4-FFF2-40B4-BE49-F238E27FC236}">
                  <a16:creationId xmlns:a16="http://schemas.microsoft.com/office/drawing/2014/main" id="{013565C4-9448-4DE5-9B74-AAD18106C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533"/>
              <a:ext cx="58" cy="107"/>
            </a:xfrm>
            <a:custGeom>
              <a:avLst/>
              <a:gdLst>
                <a:gd name="T0" fmla="*/ 0 w 62"/>
                <a:gd name="T1" fmla="*/ 0 h 115"/>
                <a:gd name="T2" fmla="*/ 39 w 62"/>
                <a:gd name="T3" fmla="*/ 36 h 115"/>
                <a:gd name="T4" fmla="*/ 51 w 62"/>
                <a:gd name="T5" fmla="*/ 93 h 115"/>
                <a:gd name="T6" fmla="*/ 21 w 62"/>
                <a:gd name="T7" fmla="*/ 47 h 115"/>
                <a:gd name="T8" fmla="*/ 3 w 62"/>
                <a:gd name="T9" fmla="*/ 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15">
                  <a:moveTo>
                    <a:pt x="0" y="0"/>
                  </a:moveTo>
                  <a:cubicBezTo>
                    <a:pt x="30" y="4"/>
                    <a:pt x="46" y="17"/>
                    <a:pt x="48" y="45"/>
                  </a:cubicBezTo>
                  <a:cubicBezTo>
                    <a:pt x="49" y="69"/>
                    <a:pt x="55" y="91"/>
                    <a:pt x="62" y="115"/>
                  </a:cubicBezTo>
                  <a:cubicBezTo>
                    <a:pt x="44" y="101"/>
                    <a:pt x="34" y="79"/>
                    <a:pt x="25" y="59"/>
                  </a:cubicBezTo>
                  <a:cubicBezTo>
                    <a:pt x="17" y="42"/>
                    <a:pt x="7" y="26"/>
                    <a:pt x="3" y="7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2" name="Freeform 670">
              <a:extLst>
                <a:ext uri="{FF2B5EF4-FFF2-40B4-BE49-F238E27FC236}">
                  <a16:creationId xmlns:a16="http://schemas.microsoft.com/office/drawing/2014/main" id="{146DCC88-A19A-4013-B8D4-69A3882EB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675"/>
              <a:ext cx="55" cy="92"/>
            </a:xfrm>
            <a:custGeom>
              <a:avLst/>
              <a:gdLst>
                <a:gd name="T0" fmla="*/ 7 w 59"/>
                <a:gd name="T1" fmla="*/ 73 h 99"/>
                <a:gd name="T2" fmla="*/ 39 w 59"/>
                <a:gd name="T3" fmla="*/ 0 h 99"/>
                <a:gd name="T4" fmla="*/ 37 w 59"/>
                <a:gd name="T5" fmla="*/ 31 h 99"/>
                <a:gd name="T6" fmla="*/ 12 w 59"/>
                <a:gd name="T7" fmla="*/ 79 h 99"/>
                <a:gd name="T8" fmla="*/ 7 w 59"/>
                <a:gd name="T9" fmla="*/ 7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9">
                  <a:moveTo>
                    <a:pt x="7" y="91"/>
                  </a:moveTo>
                  <a:cubicBezTo>
                    <a:pt x="0" y="70"/>
                    <a:pt x="41" y="24"/>
                    <a:pt x="48" y="0"/>
                  </a:cubicBezTo>
                  <a:cubicBezTo>
                    <a:pt x="59" y="16"/>
                    <a:pt x="56" y="20"/>
                    <a:pt x="46" y="39"/>
                  </a:cubicBezTo>
                  <a:cubicBezTo>
                    <a:pt x="35" y="59"/>
                    <a:pt x="23" y="78"/>
                    <a:pt x="15" y="99"/>
                  </a:cubicBezTo>
                  <a:cubicBezTo>
                    <a:pt x="13" y="98"/>
                    <a:pt x="10" y="96"/>
                    <a:pt x="9" y="9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3" name="Freeform 671">
              <a:extLst>
                <a:ext uri="{FF2B5EF4-FFF2-40B4-BE49-F238E27FC236}">
                  <a16:creationId xmlns:a16="http://schemas.microsoft.com/office/drawing/2014/main" id="{81D6FA06-4704-4BA8-BDB7-01988AEF0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499"/>
              <a:ext cx="76" cy="60"/>
            </a:xfrm>
            <a:custGeom>
              <a:avLst/>
              <a:gdLst>
                <a:gd name="T0" fmla="*/ 6 w 82"/>
                <a:gd name="T1" fmla="*/ 0 h 64"/>
                <a:gd name="T2" fmla="*/ 0 w 82"/>
                <a:gd name="T3" fmla="*/ 15 h 64"/>
                <a:gd name="T4" fmla="*/ 19 w 82"/>
                <a:gd name="T5" fmla="*/ 28 h 64"/>
                <a:gd name="T6" fmla="*/ 65 w 82"/>
                <a:gd name="T7" fmla="*/ 53 h 64"/>
                <a:gd name="T8" fmla="*/ 44 w 82"/>
                <a:gd name="T9" fmla="*/ 32 h 64"/>
                <a:gd name="T10" fmla="*/ 7 w 82"/>
                <a:gd name="T11" fmla="*/ 8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4">
                  <a:moveTo>
                    <a:pt x="9" y="0"/>
                  </a:moveTo>
                  <a:cubicBezTo>
                    <a:pt x="8" y="4"/>
                    <a:pt x="0" y="15"/>
                    <a:pt x="0" y="18"/>
                  </a:cubicBezTo>
                  <a:cubicBezTo>
                    <a:pt x="2" y="26"/>
                    <a:pt x="19" y="32"/>
                    <a:pt x="25" y="34"/>
                  </a:cubicBezTo>
                  <a:cubicBezTo>
                    <a:pt x="44" y="43"/>
                    <a:pt x="62" y="56"/>
                    <a:pt x="82" y="64"/>
                  </a:cubicBezTo>
                  <a:cubicBezTo>
                    <a:pt x="76" y="47"/>
                    <a:pt x="74" y="46"/>
                    <a:pt x="56" y="38"/>
                  </a:cubicBezTo>
                  <a:cubicBezTo>
                    <a:pt x="44" y="32"/>
                    <a:pt x="11" y="22"/>
                    <a:pt x="10" y="1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4" name="Freeform 672">
              <a:extLst>
                <a:ext uri="{FF2B5EF4-FFF2-40B4-BE49-F238E27FC236}">
                  <a16:creationId xmlns:a16="http://schemas.microsoft.com/office/drawing/2014/main" id="{81E4CD22-85DB-4E24-AB63-8587603B7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534"/>
              <a:ext cx="68" cy="126"/>
            </a:xfrm>
            <a:custGeom>
              <a:avLst/>
              <a:gdLst>
                <a:gd name="T0" fmla="*/ 5 w 73"/>
                <a:gd name="T1" fmla="*/ 0 h 135"/>
                <a:gd name="T2" fmla="*/ 53 w 73"/>
                <a:gd name="T3" fmla="*/ 110 h 135"/>
                <a:gd name="T4" fmla="*/ 41 w 73"/>
                <a:gd name="T5" fmla="*/ 91 h 135"/>
                <a:gd name="T6" fmla="*/ 34 w 73"/>
                <a:gd name="T7" fmla="*/ 55 h 135"/>
                <a:gd name="T8" fmla="*/ 2 w 73"/>
                <a:gd name="T9" fmla="*/ 7 h 135"/>
                <a:gd name="T10" fmla="*/ 3 w 73"/>
                <a:gd name="T11" fmla="*/ 3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35">
                  <a:moveTo>
                    <a:pt x="5" y="0"/>
                  </a:moveTo>
                  <a:cubicBezTo>
                    <a:pt x="73" y="13"/>
                    <a:pt x="65" y="82"/>
                    <a:pt x="65" y="135"/>
                  </a:cubicBezTo>
                  <a:cubicBezTo>
                    <a:pt x="65" y="123"/>
                    <a:pt x="54" y="119"/>
                    <a:pt x="50" y="111"/>
                  </a:cubicBezTo>
                  <a:cubicBezTo>
                    <a:pt x="44" y="99"/>
                    <a:pt x="46" y="81"/>
                    <a:pt x="43" y="67"/>
                  </a:cubicBezTo>
                  <a:cubicBezTo>
                    <a:pt x="37" y="45"/>
                    <a:pt x="23" y="18"/>
                    <a:pt x="2" y="10"/>
                  </a:cubicBezTo>
                  <a:cubicBezTo>
                    <a:pt x="0" y="6"/>
                    <a:pt x="2" y="5"/>
                    <a:pt x="3" y="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5" name="Freeform 673">
              <a:extLst>
                <a:ext uri="{FF2B5EF4-FFF2-40B4-BE49-F238E27FC236}">
                  <a16:creationId xmlns:a16="http://schemas.microsoft.com/office/drawing/2014/main" id="{33A8DE80-D651-4275-AF13-0A7D88426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661"/>
              <a:ext cx="117" cy="65"/>
            </a:xfrm>
            <a:custGeom>
              <a:avLst/>
              <a:gdLst>
                <a:gd name="T0" fmla="*/ 101 w 126"/>
                <a:gd name="T1" fmla="*/ 3 h 70"/>
                <a:gd name="T2" fmla="*/ 47 w 126"/>
                <a:gd name="T3" fmla="*/ 20 h 70"/>
                <a:gd name="T4" fmla="*/ 0 w 126"/>
                <a:gd name="T5" fmla="*/ 46 h 70"/>
                <a:gd name="T6" fmla="*/ 9 w 126"/>
                <a:gd name="T7" fmla="*/ 56 h 70"/>
                <a:gd name="T8" fmla="*/ 87 w 126"/>
                <a:gd name="T9" fmla="*/ 15 h 70"/>
                <a:gd name="T10" fmla="*/ 95 w 126"/>
                <a:gd name="T11" fmla="*/ 6 h 70"/>
                <a:gd name="T12" fmla="*/ 91 w 12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70">
                  <a:moveTo>
                    <a:pt x="126" y="3"/>
                  </a:moveTo>
                  <a:cubicBezTo>
                    <a:pt x="102" y="1"/>
                    <a:pt x="79" y="12"/>
                    <a:pt x="59" y="25"/>
                  </a:cubicBezTo>
                  <a:cubicBezTo>
                    <a:pt x="41" y="36"/>
                    <a:pt x="13" y="42"/>
                    <a:pt x="0" y="58"/>
                  </a:cubicBezTo>
                  <a:cubicBezTo>
                    <a:pt x="5" y="61"/>
                    <a:pt x="9" y="65"/>
                    <a:pt x="12" y="70"/>
                  </a:cubicBezTo>
                  <a:cubicBezTo>
                    <a:pt x="39" y="52"/>
                    <a:pt x="77" y="25"/>
                    <a:pt x="109" y="18"/>
                  </a:cubicBezTo>
                  <a:cubicBezTo>
                    <a:pt x="112" y="13"/>
                    <a:pt x="113" y="10"/>
                    <a:pt x="118" y="6"/>
                  </a:cubicBezTo>
                  <a:cubicBezTo>
                    <a:pt x="116" y="4"/>
                    <a:pt x="113" y="0"/>
                    <a:pt x="113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6" name="Freeform 674">
              <a:extLst>
                <a:ext uri="{FF2B5EF4-FFF2-40B4-BE49-F238E27FC236}">
                  <a16:creationId xmlns:a16="http://schemas.microsoft.com/office/drawing/2014/main" id="{30288C76-306C-4B75-AA47-699B2644F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706"/>
              <a:ext cx="160" cy="86"/>
            </a:xfrm>
            <a:custGeom>
              <a:avLst/>
              <a:gdLst>
                <a:gd name="T0" fmla="*/ 3 w 172"/>
                <a:gd name="T1" fmla="*/ 68 h 93"/>
                <a:gd name="T2" fmla="*/ 50 w 172"/>
                <a:gd name="T3" fmla="*/ 47 h 93"/>
                <a:gd name="T4" fmla="*/ 94 w 172"/>
                <a:gd name="T5" fmla="*/ 31 h 93"/>
                <a:gd name="T6" fmla="*/ 123 w 172"/>
                <a:gd name="T7" fmla="*/ 0 h 93"/>
                <a:gd name="T8" fmla="*/ 50 w 172"/>
                <a:gd name="T9" fmla="*/ 36 h 93"/>
                <a:gd name="T10" fmla="*/ 7 w 172"/>
                <a:gd name="T11" fmla="*/ 69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93">
                  <a:moveTo>
                    <a:pt x="3" y="86"/>
                  </a:moveTo>
                  <a:cubicBezTo>
                    <a:pt x="17" y="93"/>
                    <a:pt x="48" y="65"/>
                    <a:pt x="62" y="60"/>
                  </a:cubicBezTo>
                  <a:cubicBezTo>
                    <a:pt x="81" y="53"/>
                    <a:pt x="98" y="44"/>
                    <a:pt x="117" y="40"/>
                  </a:cubicBezTo>
                  <a:cubicBezTo>
                    <a:pt x="141" y="35"/>
                    <a:pt x="172" y="27"/>
                    <a:pt x="153" y="0"/>
                  </a:cubicBezTo>
                  <a:cubicBezTo>
                    <a:pt x="132" y="17"/>
                    <a:pt x="89" y="35"/>
                    <a:pt x="62" y="45"/>
                  </a:cubicBezTo>
                  <a:cubicBezTo>
                    <a:pt x="46" y="51"/>
                    <a:pt x="0" y="68"/>
                    <a:pt x="8" y="8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7" name="Freeform 675">
              <a:extLst>
                <a:ext uri="{FF2B5EF4-FFF2-40B4-BE49-F238E27FC236}">
                  <a16:creationId xmlns:a16="http://schemas.microsoft.com/office/drawing/2014/main" id="{C2EEBE8F-EAE4-4460-BDCC-7E7A92840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804"/>
              <a:ext cx="54" cy="124"/>
            </a:xfrm>
            <a:custGeom>
              <a:avLst/>
              <a:gdLst>
                <a:gd name="T0" fmla="*/ 47 w 58"/>
                <a:gd name="T1" fmla="*/ 0 h 133"/>
                <a:gd name="T2" fmla="*/ 13 w 58"/>
                <a:gd name="T3" fmla="*/ 46 h 133"/>
                <a:gd name="T4" fmla="*/ 0 w 58"/>
                <a:gd name="T5" fmla="*/ 108 h 133"/>
                <a:gd name="T6" fmla="*/ 11 w 58"/>
                <a:gd name="T7" fmla="*/ 105 h 133"/>
                <a:gd name="T8" fmla="*/ 47 w 58"/>
                <a:gd name="T9" fmla="*/ 3 h 133"/>
                <a:gd name="T10" fmla="*/ 42 w 58"/>
                <a:gd name="T11" fmla="*/ 3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33">
                  <a:moveTo>
                    <a:pt x="58" y="0"/>
                  </a:moveTo>
                  <a:cubicBezTo>
                    <a:pt x="41" y="5"/>
                    <a:pt x="23" y="41"/>
                    <a:pt x="16" y="57"/>
                  </a:cubicBezTo>
                  <a:cubicBezTo>
                    <a:pt x="4" y="82"/>
                    <a:pt x="9" y="109"/>
                    <a:pt x="0" y="133"/>
                  </a:cubicBezTo>
                  <a:cubicBezTo>
                    <a:pt x="4" y="133"/>
                    <a:pt x="10" y="132"/>
                    <a:pt x="14" y="130"/>
                  </a:cubicBezTo>
                  <a:cubicBezTo>
                    <a:pt x="25" y="90"/>
                    <a:pt x="33" y="38"/>
                    <a:pt x="58" y="3"/>
                  </a:cubicBezTo>
                  <a:cubicBezTo>
                    <a:pt x="56" y="3"/>
                    <a:pt x="54" y="3"/>
                    <a:pt x="52" y="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8" name="Freeform 676">
              <a:extLst>
                <a:ext uri="{FF2B5EF4-FFF2-40B4-BE49-F238E27FC236}">
                  <a16:creationId xmlns:a16="http://schemas.microsoft.com/office/drawing/2014/main" id="{ACA1AA23-66EC-4F09-9D46-A69FA3570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967"/>
              <a:ext cx="55" cy="161"/>
            </a:xfrm>
            <a:custGeom>
              <a:avLst/>
              <a:gdLst>
                <a:gd name="T0" fmla="*/ 6 w 59"/>
                <a:gd name="T1" fmla="*/ 0 h 173"/>
                <a:gd name="T2" fmla="*/ 15 w 59"/>
                <a:gd name="T3" fmla="*/ 40 h 173"/>
                <a:gd name="T4" fmla="*/ 14 w 59"/>
                <a:gd name="T5" fmla="*/ 84 h 173"/>
                <a:gd name="T6" fmla="*/ 21 w 59"/>
                <a:gd name="T7" fmla="*/ 126 h 173"/>
                <a:gd name="T8" fmla="*/ 48 w 59"/>
                <a:gd name="T9" fmla="*/ 130 h 173"/>
                <a:gd name="T10" fmla="*/ 38 w 59"/>
                <a:gd name="T11" fmla="*/ 100 h 173"/>
                <a:gd name="T12" fmla="*/ 28 w 59"/>
                <a:gd name="T13" fmla="*/ 56 h 173"/>
                <a:gd name="T14" fmla="*/ 0 w 59"/>
                <a:gd name="T15" fmla="*/ 6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73">
                  <a:moveTo>
                    <a:pt x="6" y="0"/>
                  </a:moveTo>
                  <a:cubicBezTo>
                    <a:pt x="12" y="15"/>
                    <a:pt x="18" y="32"/>
                    <a:pt x="18" y="49"/>
                  </a:cubicBezTo>
                  <a:cubicBezTo>
                    <a:pt x="18" y="67"/>
                    <a:pt x="15" y="85"/>
                    <a:pt x="17" y="104"/>
                  </a:cubicBezTo>
                  <a:cubicBezTo>
                    <a:pt x="20" y="120"/>
                    <a:pt x="21" y="141"/>
                    <a:pt x="27" y="156"/>
                  </a:cubicBezTo>
                  <a:cubicBezTo>
                    <a:pt x="34" y="173"/>
                    <a:pt x="40" y="166"/>
                    <a:pt x="59" y="161"/>
                  </a:cubicBezTo>
                  <a:cubicBezTo>
                    <a:pt x="49" y="152"/>
                    <a:pt x="50" y="137"/>
                    <a:pt x="47" y="124"/>
                  </a:cubicBezTo>
                  <a:cubicBezTo>
                    <a:pt x="44" y="106"/>
                    <a:pt x="38" y="88"/>
                    <a:pt x="34" y="70"/>
                  </a:cubicBezTo>
                  <a:cubicBezTo>
                    <a:pt x="28" y="48"/>
                    <a:pt x="22" y="18"/>
                    <a:pt x="0" y="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9" name="Freeform 677">
              <a:extLst>
                <a:ext uri="{FF2B5EF4-FFF2-40B4-BE49-F238E27FC236}">
                  <a16:creationId xmlns:a16="http://schemas.microsoft.com/office/drawing/2014/main" id="{B3CFE9B3-BD93-43DE-ACDB-BD4BC8BF6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961"/>
              <a:ext cx="44" cy="143"/>
            </a:xfrm>
            <a:custGeom>
              <a:avLst/>
              <a:gdLst>
                <a:gd name="T0" fmla="*/ 25 w 47"/>
                <a:gd name="T1" fmla="*/ 0 h 154"/>
                <a:gd name="T2" fmla="*/ 27 w 47"/>
                <a:gd name="T3" fmla="*/ 71 h 154"/>
                <a:gd name="T4" fmla="*/ 26 w 47"/>
                <a:gd name="T5" fmla="*/ 124 h 154"/>
                <a:gd name="T6" fmla="*/ 7 w 47"/>
                <a:gd name="T7" fmla="*/ 74 h 154"/>
                <a:gd name="T8" fmla="*/ 20 w 47"/>
                <a:gd name="T9" fmla="*/ 0 h 154"/>
                <a:gd name="T10" fmla="*/ 28 w 47"/>
                <a:gd name="T11" fmla="*/ 3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54">
                  <a:moveTo>
                    <a:pt x="31" y="0"/>
                  </a:moveTo>
                  <a:cubicBezTo>
                    <a:pt x="47" y="20"/>
                    <a:pt x="33" y="65"/>
                    <a:pt x="33" y="88"/>
                  </a:cubicBezTo>
                  <a:cubicBezTo>
                    <a:pt x="32" y="110"/>
                    <a:pt x="34" y="132"/>
                    <a:pt x="32" y="154"/>
                  </a:cubicBezTo>
                  <a:cubicBezTo>
                    <a:pt x="0" y="151"/>
                    <a:pt x="10" y="116"/>
                    <a:pt x="10" y="93"/>
                  </a:cubicBezTo>
                  <a:cubicBezTo>
                    <a:pt x="10" y="66"/>
                    <a:pt x="9" y="25"/>
                    <a:pt x="23" y="0"/>
                  </a:cubicBezTo>
                  <a:cubicBezTo>
                    <a:pt x="26" y="2"/>
                    <a:pt x="31" y="2"/>
                    <a:pt x="34" y="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" name="Freeform 678">
              <a:extLst>
                <a:ext uri="{FF2B5EF4-FFF2-40B4-BE49-F238E27FC236}">
                  <a16:creationId xmlns:a16="http://schemas.microsoft.com/office/drawing/2014/main" id="{769D5370-9D2F-4D83-9506-B7E0F894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850"/>
              <a:ext cx="155" cy="77"/>
            </a:xfrm>
            <a:custGeom>
              <a:avLst/>
              <a:gdLst>
                <a:gd name="T0" fmla="*/ 4 w 167"/>
                <a:gd name="T1" fmla="*/ 15 h 83"/>
                <a:gd name="T2" fmla="*/ 70 w 167"/>
                <a:gd name="T3" fmla="*/ 6 h 83"/>
                <a:gd name="T4" fmla="*/ 134 w 167"/>
                <a:gd name="T5" fmla="*/ 52 h 83"/>
                <a:gd name="T6" fmla="*/ 107 w 167"/>
                <a:gd name="T7" fmla="*/ 66 h 83"/>
                <a:gd name="T8" fmla="*/ 47 w 167"/>
                <a:gd name="T9" fmla="*/ 28 h 83"/>
                <a:gd name="T10" fmla="*/ 0 w 167"/>
                <a:gd name="T11" fmla="*/ 17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83">
                  <a:moveTo>
                    <a:pt x="4" y="18"/>
                  </a:moveTo>
                  <a:cubicBezTo>
                    <a:pt x="16" y="0"/>
                    <a:pt x="68" y="1"/>
                    <a:pt x="87" y="8"/>
                  </a:cubicBezTo>
                  <a:cubicBezTo>
                    <a:pt x="115" y="18"/>
                    <a:pt x="146" y="47"/>
                    <a:pt x="167" y="65"/>
                  </a:cubicBezTo>
                  <a:cubicBezTo>
                    <a:pt x="163" y="74"/>
                    <a:pt x="144" y="79"/>
                    <a:pt x="134" y="83"/>
                  </a:cubicBezTo>
                  <a:cubicBezTo>
                    <a:pt x="116" y="62"/>
                    <a:pt x="86" y="41"/>
                    <a:pt x="59" y="34"/>
                  </a:cubicBezTo>
                  <a:cubicBezTo>
                    <a:pt x="45" y="31"/>
                    <a:pt x="4" y="38"/>
                    <a:pt x="0" y="2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" name="Freeform 679">
              <a:extLst>
                <a:ext uri="{FF2B5EF4-FFF2-40B4-BE49-F238E27FC236}">
                  <a16:creationId xmlns:a16="http://schemas.microsoft.com/office/drawing/2014/main" id="{F48BD533-6DBF-47E4-A972-C0C150C7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888"/>
              <a:ext cx="115" cy="119"/>
            </a:xfrm>
            <a:custGeom>
              <a:avLst/>
              <a:gdLst>
                <a:gd name="T0" fmla="*/ 94 w 124"/>
                <a:gd name="T1" fmla="*/ 18 h 128"/>
                <a:gd name="T2" fmla="*/ 31 w 124"/>
                <a:gd name="T3" fmla="*/ 48 h 128"/>
                <a:gd name="T4" fmla="*/ 6 w 124"/>
                <a:gd name="T5" fmla="*/ 81 h 128"/>
                <a:gd name="T6" fmla="*/ 12 w 124"/>
                <a:gd name="T7" fmla="*/ 98 h 128"/>
                <a:gd name="T8" fmla="*/ 57 w 124"/>
                <a:gd name="T9" fmla="*/ 55 h 128"/>
                <a:gd name="T10" fmla="*/ 99 w 124"/>
                <a:gd name="T11" fmla="*/ 23 h 128"/>
                <a:gd name="T12" fmla="*/ 94 w 124"/>
                <a:gd name="T13" fmla="*/ 18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28">
                  <a:moveTo>
                    <a:pt x="117" y="21"/>
                  </a:moveTo>
                  <a:cubicBezTo>
                    <a:pt x="101" y="0"/>
                    <a:pt x="49" y="45"/>
                    <a:pt x="39" y="60"/>
                  </a:cubicBezTo>
                  <a:cubicBezTo>
                    <a:pt x="30" y="72"/>
                    <a:pt x="15" y="88"/>
                    <a:pt x="8" y="101"/>
                  </a:cubicBezTo>
                  <a:cubicBezTo>
                    <a:pt x="4" y="110"/>
                    <a:pt x="0" y="118"/>
                    <a:pt x="15" y="122"/>
                  </a:cubicBezTo>
                  <a:cubicBezTo>
                    <a:pt x="35" y="128"/>
                    <a:pt x="58" y="83"/>
                    <a:pt x="71" y="68"/>
                  </a:cubicBezTo>
                  <a:cubicBezTo>
                    <a:pt x="87" y="50"/>
                    <a:pt x="103" y="37"/>
                    <a:pt x="124" y="29"/>
                  </a:cubicBezTo>
                  <a:cubicBezTo>
                    <a:pt x="122" y="27"/>
                    <a:pt x="119" y="24"/>
                    <a:pt x="117" y="2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" name="Freeform 680">
              <a:extLst>
                <a:ext uri="{FF2B5EF4-FFF2-40B4-BE49-F238E27FC236}">
                  <a16:creationId xmlns:a16="http://schemas.microsoft.com/office/drawing/2014/main" id="{F27F1622-3690-4593-92B0-A23E8313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883"/>
              <a:ext cx="116" cy="112"/>
            </a:xfrm>
            <a:custGeom>
              <a:avLst/>
              <a:gdLst>
                <a:gd name="T0" fmla="*/ 97 w 124"/>
                <a:gd name="T1" fmla="*/ 0 h 120"/>
                <a:gd name="T2" fmla="*/ 45 w 124"/>
                <a:gd name="T3" fmla="*/ 46 h 120"/>
                <a:gd name="T4" fmla="*/ 0 w 124"/>
                <a:gd name="T5" fmla="*/ 81 h 120"/>
                <a:gd name="T6" fmla="*/ 17 w 124"/>
                <a:gd name="T7" fmla="*/ 98 h 120"/>
                <a:gd name="T8" fmla="*/ 68 w 124"/>
                <a:gd name="T9" fmla="*/ 61 h 120"/>
                <a:gd name="T10" fmla="*/ 83 w 124"/>
                <a:gd name="T11" fmla="*/ 7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20">
                  <a:moveTo>
                    <a:pt x="119" y="0"/>
                  </a:moveTo>
                  <a:cubicBezTo>
                    <a:pt x="94" y="12"/>
                    <a:pt x="78" y="42"/>
                    <a:pt x="55" y="57"/>
                  </a:cubicBezTo>
                  <a:cubicBezTo>
                    <a:pt x="39" y="68"/>
                    <a:pt x="6" y="81"/>
                    <a:pt x="0" y="100"/>
                  </a:cubicBezTo>
                  <a:cubicBezTo>
                    <a:pt x="6" y="106"/>
                    <a:pt x="11" y="120"/>
                    <a:pt x="20" y="120"/>
                  </a:cubicBezTo>
                  <a:cubicBezTo>
                    <a:pt x="35" y="119"/>
                    <a:pt x="72" y="85"/>
                    <a:pt x="83" y="75"/>
                  </a:cubicBezTo>
                  <a:cubicBezTo>
                    <a:pt x="104" y="55"/>
                    <a:pt x="124" y="31"/>
                    <a:pt x="102" y="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" name="Freeform 681">
              <a:extLst>
                <a:ext uri="{FF2B5EF4-FFF2-40B4-BE49-F238E27FC236}">
                  <a16:creationId xmlns:a16="http://schemas.microsoft.com/office/drawing/2014/main" id="{3553882F-8DD2-459C-84A3-8546160B1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983"/>
              <a:ext cx="50" cy="157"/>
            </a:xfrm>
            <a:custGeom>
              <a:avLst/>
              <a:gdLst>
                <a:gd name="T0" fmla="*/ 44 w 53"/>
                <a:gd name="T1" fmla="*/ 18 h 169"/>
                <a:gd name="T2" fmla="*/ 12 w 53"/>
                <a:gd name="T3" fmla="*/ 49 h 169"/>
                <a:gd name="T4" fmla="*/ 4 w 53"/>
                <a:gd name="T5" fmla="*/ 133 h 169"/>
                <a:gd name="T6" fmla="*/ 29 w 53"/>
                <a:gd name="T7" fmla="*/ 133 h 169"/>
                <a:gd name="T8" fmla="*/ 29 w 53"/>
                <a:gd name="T9" fmla="*/ 107 h 169"/>
                <a:gd name="T10" fmla="*/ 42 w 53"/>
                <a:gd name="T11" fmla="*/ 22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69">
                  <a:moveTo>
                    <a:pt x="53" y="22"/>
                  </a:moveTo>
                  <a:cubicBezTo>
                    <a:pt x="25" y="0"/>
                    <a:pt x="17" y="46"/>
                    <a:pt x="15" y="61"/>
                  </a:cubicBezTo>
                  <a:cubicBezTo>
                    <a:pt x="10" y="94"/>
                    <a:pt x="0" y="133"/>
                    <a:pt x="4" y="166"/>
                  </a:cubicBezTo>
                  <a:cubicBezTo>
                    <a:pt x="10" y="166"/>
                    <a:pt x="31" y="169"/>
                    <a:pt x="35" y="166"/>
                  </a:cubicBezTo>
                  <a:cubicBezTo>
                    <a:pt x="41" y="161"/>
                    <a:pt x="35" y="141"/>
                    <a:pt x="35" y="133"/>
                  </a:cubicBezTo>
                  <a:cubicBezTo>
                    <a:pt x="36" y="100"/>
                    <a:pt x="38" y="58"/>
                    <a:pt x="50" y="2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" name="Freeform 682">
              <a:extLst>
                <a:ext uri="{FF2B5EF4-FFF2-40B4-BE49-F238E27FC236}">
                  <a16:creationId xmlns:a16="http://schemas.microsoft.com/office/drawing/2014/main" id="{D8204C3A-85EF-4155-A79E-DF9072042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043"/>
              <a:ext cx="84" cy="112"/>
            </a:xfrm>
            <a:custGeom>
              <a:avLst/>
              <a:gdLst>
                <a:gd name="T0" fmla="*/ 0 w 90"/>
                <a:gd name="T1" fmla="*/ 6 h 121"/>
                <a:gd name="T2" fmla="*/ 57 w 90"/>
                <a:gd name="T3" fmla="*/ 96 h 121"/>
                <a:gd name="T4" fmla="*/ 73 w 90"/>
                <a:gd name="T5" fmla="*/ 73 h 121"/>
                <a:gd name="T6" fmla="*/ 32 w 90"/>
                <a:gd name="T7" fmla="*/ 24 h 121"/>
                <a:gd name="T8" fmla="*/ 19 w 90"/>
                <a:gd name="T9" fmla="*/ 3 h 121"/>
                <a:gd name="T10" fmla="*/ 2 w 90"/>
                <a:gd name="T11" fmla="*/ 10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21">
                  <a:moveTo>
                    <a:pt x="0" y="7"/>
                  </a:moveTo>
                  <a:cubicBezTo>
                    <a:pt x="27" y="44"/>
                    <a:pt x="47" y="82"/>
                    <a:pt x="70" y="121"/>
                  </a:cubicBezTo>
                  <a:cubicBezTo>
                    <a:pt x="75" y="110"/>
                    <a:pt x="88" y="102"/>
                    <a:pt x="90" y="92"/>
                  </a:cubicBezTo>
                  <a:cubicBezTo>
                    <a:pt x="70" y="85"/>
                    <a:pt x="51" y="47"/>
                    <a:pt x="39" y="30"/>
                  </a:cubicBezTo>
                  <a:cubicBezTo>
                    <a:pt x="36" y="25"/>
                    <a:pt x="26" y="5"/>
                    <a:pt x="22" y="3"/>
                  </a:cubicBezTo>
                  <a:cubicBezTo>
                    <a:pt x="13" y="0"/>
                    <a:pt x="11" y="12"/>
                    <a:pt x="2" y="1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" name="Freeform 683">
              <a:extLst>
                <a:ext uri="{FF2B5EF4-FFF2-40B4-BE49-F238E27FC236}">
                  <a16:creationId xmlns:a16="http://schemas.microsoft.com/office/drawing/2014/main" id="{5EA7BC4B-A451-412D-AD79-43DAE860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599"/>
              <a:ext cx="206" cy="39"/>
            </a:xfrm>
            <a:custGeom>
              <a:avLst/>
              <a:gdLst>
                <a:gd name="T0" fmla="*/ 17 w 222"/>
                <a:gd name="T1" fmla="*/ 33 h 42"/>
                <a:gd name="T2" fmla="*/ 57 w 222"/>
                <a:gd name="T3" fmla="*/ 25 h 42"/>
                <a:gd name="T4" fmla="*/ 101 w 222"/>
                <a:gd name="T5" fmla="*/ 19 h 42"/>
                <a:gd name="T6" fmla="*/ 177 w 222"/>
                <a:gd name="T7" fmla="*/ 18 h 42"/>
                <a:gd name="T8" fmla="*/ 170 w 222"/>
                <a:gd name="T9" fmla="*/ 2 h 42"/>
                <a:gd name="T10" fmla="*/ 131 w 222"/>
                <a:gd name="T11" fmla="*/ 7 h 42"/>
                <a:gd name="T12" fmla="*/ 64 w 222"/>
                <a:gd name="T13" fmla="*/ 7 h 42"/>
                <a:gd name="T14" fmla="*/ 14 w 222"/>
                <a:gd name="T15" fmla="*/ 3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2" h="42">
                  <a:moveTo>
                    <a:pt x="21" y="41"/>
                  </a:moveTo>
                  <a:cubicBezTo>
                    <a:pt x="35" y="42"/>
                    <a:pt x="56" y="35"/>
                    <a:pt x="71" y="31"/>
                  </a:cubicBezTo>
                  <a:cubicBezTo>
                    <a:pt x="89" y="26"/>
                    <a:pt x="107" y="24"/>
                    <a:pt x="127" y="23"/>
                  </a:cubicBezTo>
                  <a:cubicBezTo>
                    <a:pt x="158" y="22"/>
                    <a:pt x="191" y="20"/>
                    <a:pt x="222" y="21"/>
                  </a:cubicBezTo>
                  <a:cubicBezTo>
                    <a:pt x="218" y="15"/>
                    <a:pt x="214" y="9"/>
                    <a:pt x="212" y="2"/>
                  </a:cubicBezTo>
                  <a:cubicBezTo>
                    <a:pt x="197" y="0"/>
                    <a:pt x="180" y="8"/>
                    <a:pt x="164" y="9"/>
                  </a:cubicBezTo>
                  <a:cubicBezTo>
                    <a:pt x="136" y="11"/>
                    <a:pt x="108" y="11"/>
                    <a:pt x="80" y="10"/>
                  </a:cubicBezTo>
                  <a:cubicBezTo>
                    <a:pt x="61" y="9"/>
                    <a:pt x="0" y="3"/>
                    <a:pt x="17" y="37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" name="Freeform 684">
              <a:extLst>
                <a:ext uri="{FF2B5EF4-FFF2-40B4-BE49-F238E27FC236}">
                  <a16:creationId xmlns:a16="http://schemas.microsoft.com/office/drawing/2014/main" id="{CC650B69-D9A8-46A4-9703-BD85A4EBC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484"/>
              <a:ext cx="152" cy="91"/>
            </a:xfrm>
            <a:custGeom>
              <a:avLst/>
              <a:gdLst>
                <a:gd name="T0" fmla="*/ 0 w 164"/>
                <a:gd name="T1" fmla="*/ 58 h 98"/>
                <a:gd name="T2" fmla="*/ 76 w 164"/>
                <a:gd name="T3" fmla="*/ 19 h 98"/>
                <a:gd name="T4" fmla="*/ 123 w 164"/>
                <a:gd name="T5" fmla="*/ 0 h 98"/>
                <a:gd name="T6" fmla="*/ 131 w 164"/>
                <a:gd name="T7" fmla="*/ 19 h 98"/>
                <a:gd name="T8" fmla="*/ 101 w 164"/>
                <a:gd name="T9" fmla="*/ 31 h 98"/>
                <a:gd name="T10" fmla="*/ 53 w 164"/>
                <a:gd name="T11" fmla="*/ 55 h 98"/>
                <a:gd name="T12" fmla="*/ 0 w 164"/>
                <a:gd name="T13" fmla="*/ 61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98">
                  <a:moveTo>
                    <a:pt x="0" y="72"/>
                  </a:moveTo>
                  <a:cubicBezTo>
                    <a:pt x="20" y="49"/>
                    <a:pt x="69" y="34"/>
                    <a:pt x="96" y="23"/>
                  </a:cubicBezTo>
                  <a:cubicBezTo>
                    <a:pt x="115" y="15"/>
                    <a:pt x="134" y="6"/>
                    <a:pt x="154" y="0"/>
                  </a:cubicBezTo>
                  <a:cubicBezTo>
                    <a:pt x="157" y="7"/>
                    <a:pt x="161" y="15"/>
                    <a:pt x="164" y="23"/>
                  </a:cubicBezTo>
                  <a:cubicBezTo>
                    <a:pt x="154" y="32"/>
                    <a:pt x="139" y="33"/>
                    <a:pt x="127" y="39"/>
                  </a:cubicBezTo>
                  <a:cubicBezTo>
                    <a:pt x="106" y="50"/>
                    <a:pt x="88" y="60"/>
                    <a:pt x="66" y="68"/>
                  </a:cubicBezTo>
                  <a:cubicBezTo>
                    <a:pt x="43" y="76"/>
                    <a:pt x="19" y="98"/>
                    <a:pt x="0" y="7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" name="Freeform 685">
              <a:extLst>
                <a:ext uri="{FF2B5EF4-FFF2-40B4-BE49-F238E27FC236}">
                  <a16:creationId xmlns:a16="http://schemas.microsoft.com/office/drawing/2014/main" id="{9088A160-5284-40F7-AC16-B18E2148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588"/>
              <a:ext cx="129" cy="52"/>
            </a:xfrm>
            <a:custGeom>
              <a:avLst/>
              <a:gdLst>
                <a:gd name="T0" fmla="*/ 2 w 139"/>
                <a:gd name="T1" fmla="*/ 1 h 55"/>
                <a:gd name="T2" fmla="*/ 111 w 139"/>
                <a:gd name="T3" fmla="*/ 18 h 55"/>
                <a:gd name="T4" fmla="*/ 101 w 139"/>
                <a:gd name="T5" fmla="*/ 46 h 55"/>
                <a:gd name="T6" fmla="*/ 38 w 139"/>
                <a:gd name="T7" fmla="*/ 29 h 55"/>
                <a:gd name="T8" fmla="*/ 6 w 139"/>
                <a:gd name="T9" fmla="*/ 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55">
                  <a:moveTo>
                    <a:pt x="2" y="1"/>
                  </a:moveTo>
                  <a:cubicBezTo>
                    <a:pt x="47" y="0"/>
                    <a:pt x="94" y="17"/>
                    <a:pt x="139" y="21"/>
                  </a:cubicBezTo>
                  <a:cubicBezTo>
                    <a:pt x="137" y="33"/>
                    <a:pt x="130" y="44"/>
                    <a:pt x="126" y="55"/>
                  </a:cubicBezTo>
                  <a:cubicBezTo>
                    <a:pt x="102" y="43"/>
                    <a:pt x="73" y="39"/>
                    <a:pt x="47" y="35"/>
                  </a:cubicBezTo>
                  <a:cubicBezTo>
                    <a:pt x="33" y="32"/>
                    <a:pt x="0" y="33"/>
                    <a:pt x="6" y="1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" name="Freeform 686">
              <a:extLst>
                <a:ext uri="{FF2B5EF4-FFF2-40B4-BE49-F238E27FC236}">
                  <a16:creationId xmlns:a16="http://schemas.microsoft.com/office/drawing/2014/main" id="{6E8C59A0-02C8-4D92-A19B-4D816CDA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2547"/>
              <a:ext cx="125" cy="38"/>
            </a:xfrm>
            <a:custGeom>
              <a:avLst/>
              <a:gdLst>
                <a:gd name="T0" fmla="*/ 0 w 135"/>
                <a:gd name="T1" fmla="*/ 8 h 40"/>
                <a:gd name="T2" fmla="*/ 63 w 135"/>
                <a:gd name="T3" fmla="*/ 15 h 40"/>
                <a:gd name="T4" fmla="*/ 106 w 135"/>
                <a:gd name="T5" fmla="*/ 0 h 40"/>
                <a:gd name="T6" fmla="*/ 2 w 135"/>
                <a:gd name="T7" fmla="*/ 1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40">
                  <a:moveTo>
                    <a:pt x="0" y="8"/>
                  </a:moveTo>
                  <a:cubicBezTo>
                    <a:pt x="26" y="8"/>
                    <a:pt x="53" y="21"/>
                    <a:pt x="79" y="18"/>
                  </a:cubicBezTo>
                  <a:cubicBezTo>
                    <a:pt x="98" y="15"/>
                    <a:pt x="117" y="6"/>
                    <a:pt x="134" y="0"/>
                  </a:cubicBezTo>
                  <a:cubicBezTo>
                    <a:pt x="135" y="40"/>
                    <a:pt x="18" y="34"/>
                    <a:pt x="2" y="1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" name="Freeform 687">
              <a:extLst>
                <a:ext uri="{FF2B5EF4-FFF2-40B4-BE49-F238E27FC236}">
                  <a16:creationId xmlns:a16="http://schemas.microsoft.com/office/drawing/2014/main" id="{8BDF0EEC-13D7-4A0B-BBB4-CC6E07DAA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429"/>
              <a:ext cx="69" cy="119"/>
            </a:xfrm>
            <a:custGeom>
              <a:avLst/>
              <a:gdLst>
                <a:gd name="T0" fmla="*/ 0 w 74"/>
                <a:gd name="T1" fmla="*/ 0 h 128"/>
                <a:gd name="T2" fmla="*/ 50 w 74"/>
                <a:gd name="T3" fmla="*/ 103 h 128"/>
                <a:gd name="T4" fmla="*/ 60 w 74"/>
                <a:gd name="T5" fmla="*/ 96 h 128"/>
                <a:gd name="T6" fmla="*/ 32 w 74"/>
                <a:gd name="T7" fmla="*/ 41 h 128"/>
                <a:gd name="T8" fmla="*/ 7 w 74"/>
                <a:gd name="T9" fmla="*/ 4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28">
                  <a:moveTo>
                    <a:pt x="0" y="0"/>
                  </a:moveTo>
                  <a:cubicBezTo>
                    <a:pt x="33" y="26"/>
                    <a:pt x="48" y="90"/>
                    <a:pt x="62" y="128"/>
                  </a:cubicBezTo>
                  <a:cubicBezTo>
                    <a:pt x="65" y="127"/>
                    <a:pt x="71" y="122"/>
                    <a:pt x="74" y="119"/>
                  </a:cubicBezTo>
                  <a:cubicBezTo>
                    <a:pt x="66" y="95"/>
                    <a:pt x="50" y="74"/>
                    <a:pt x="39" y="51"/>
                  </a:cubicBezTo>
                  <a:cubicBezTo>
                    <a:pt x="31" y="35"/>
                    <a:pt x="28" y="9"/>
                    <a:pt x="8" y="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0" name="Freeform 688">
              <a:extLst>
                <a:ext uri="{FF2B5EF4-FFF2-40B4-BE49-F238E27FC236}">
                  <a16:creationId xmlns:a16="http://schemas.microsoft.com/office/drawing/2014/main" id="{8D4EEE15-825C-401C-B01E-0160ABC8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478"/>
              <a:ext cx="132" cy="160"/>
            </a:xfrm>
            <a:custGeom>
              <a:avLst/>
              <a:gdLst>
                <a:gd name="T0" fmla="*/ 114 w 142"/>
                <a:gd name="T1" fmla="*/ 17 h 172"/>
                <a:gd name="T2" fmla="*/ 55 w 142"/>
                <a:gd name="T3" fmla="*/ 87 h 172"/>
                <a:gd name="T4" fmla="*/ 23 w 142"/>
                <a:gd name="T5" fmla="*/ 139 h 172"/>
                <a:gd name="T6" fmla="*/ 0 w 142"/>
                <a:gd name="T7" fmla="*/ 125 h 172"/>
                <a:gd name="T8" fmla="*/ 104 w 142"/>
                <a:gd name="T9" fmla="*/ 26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72">
                  <a:moveTo>
                    <a:pt x="142" y="20"/>
                  </a:moveTo>
                  <a:cubicBezTo>
                    <a:pt x="112" y="43"/>
                    <a:pt x="87" y="74"/>
                    <a:pt x="68" y="107"/>
                  </a:cubicBezTo>
                  <a:cubicBezTo>
                    <a:pt x="56" y="127"/>
                    <a:pt x="49" y="160"/>
                    <a:pt x="29" y="172"/>
                  </a:cubicBezTo>
                  <a:cubicBezTo>
                    <a:pt x="21" y="164"/>
                    <a:pt x="10" y="161"/>
                    <a:pt x="0" y="155"/>
                  </a:cubicBezTo>
                  <a:cubicBezTo>
                    <a:pt x="16" y="139"/>
                    <a:pt x="103" y="0"/>
                    <a:pt x="130" y="3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1" name="Freeform 689">
              <a:extLst>
                <a:ext uri="{FF2B5EF4-FFF2-40B4-BE49-F238E27FC236}">
                  <a16:creationId xmlns:a16="http://schemas.microsoft.com/office/drawing/2014/main" id="{622AC54A-89BF-4017-A7D1-2EAEE511D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2382"/>
              <a:ext cx="152" cy="114"/>
            </a:xfrm>
            <a:custGeom>
              <a:avLst/>
              <a:gdLst>
                <a:gd name="T0" fmla="*/ 0 w 164"/>
                <a:gd name="T1" fmla="*/ 6 h 123"/>
                <a:gd name="T2" fmla="*/ 24 w 164"/>
                <a:gd name="T3" fmla="*/ 18 h 123"/>
                <a:gd name="T4" fmla="*/ 70 w 164"/>
                <a:gd name="T5" fmla="*/ 49 h 123"/>
                <a:gd name="T6" fmla="*/ 123 w 164"/>
                <a:gd name="T7" fmla="*/ 98 h 123"/>
                <a:gd name="T8" fmla="*/ 131 w 164"/>
                <a:gd name="T9" fmla="*/ 70 h 123"/>
                <a:gd name="T10" fmla="*/ 11 w 164"/>
                <a:gd name="T11" fmla="*/ 0 h 123"/>
                <a:gd name="T12" fmla="*/ 6 w 164"/>
                <a:gd name="T13" fmla="*/ 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123">
                  <a:moveTo>
                    <a:pt x="0" y="8"/>
                  </a:moveTo>
                  <a:cubicBezTo>
                    <a:pt x="7" y="17"/>
                    <a:pt x="20" y="17"/>
                    <a:pt x="30" y="22"/>
                  </a:cubicBezTo>
                  <a:cubicBezTo>
                    <a:pt x="50" y="32"/>
                    <a:pt x="70" y="48"/>
                    <a:pt x="88" y="61"/>
                  </a:cubicBezTo>
                  <a:cubicBezTo>
                    <a:pt x="113" y="79"/>
                    <a:pt x="130" y="105"/>
                    <a:pt x="155" y="123"/>
                  </a:cubicBezTo>
                  <a:cubicBezTo>
                    <a:pt x="155" y="110"/>
                    <a:pt x="159" y="98"/>
                    <a:pt x="164" y="87"/>
                  </a:cubicBezTo>
                  <a:cubicBezTo>
                    <a:pt x="111" y="67"/>
                    <a:pt x="69" y="16"/>
                    <a:pt x="14" y="0"/>
                  </a:cubicBezTo>
                  <a:cubicBezTo>
                    <a:pt x="12" y="3"/>
                    <a:pt x="9" y="8"/>
                    <a:pt x="8" y="1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2" name="Freeform 690">
              <a:extLst>
                <a:ext uri="{FF2B5EF4-FFF2-40B4-BE49-F238E27FC236}">
                  <a16:creationId xmlns:a16="http://schemas.microsoft.com/office/drawing/2014/main" id="{217A75F2-4450-4471-B87B-BC7E4DB3F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032"/>
              <a:ext cx="115" cy="66"/>
            </a:xfrm>
            <a:custGeom>
              <a:avLst/>
              <a:gdLst>
                <a:gd name="T0" fmla="*/ 9 w 124"/>
                <a:gd name="T1" fmla="*/ 0 h 70"/>
                <a:gd name="T2" fmla="*/ 77 w 124"/>
                <a:gd name="T3" fmla="*/ 26 h 70"/>
                <a:gd name="T4" fmla="*/ 81 w 124"/>
                <a:gd name="T5" fmla="*/ 58 h 70"/>
                <a:gd name="T6" fmla="*/ 52 w 124"/>
                <a:gd name="T7" fmla="*/ 35 h 70"/>
                <a:gd name="T8" fmla="*/ 0 w 124"/>
                <a:gd name="T9" fmla="*/ 6 h 70"/>
                <a:gd name="T10" fmla="*/ 4 w 124"/>
                <a:gd name="T11" fmla="*/ 6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70">
                  <a:moveTo>
                    <a:pt x="12" y="0"/>
                  </a:moveTo>
                  <a:cubicBezTo>
                    <a:pt x="40" y="10"/>
                    <a:pt x="69" y="18"/>
                    <a:pt x="96" y="32"/>
                  </a:cubicBezTo>
                  <a:cubicBezTo>
                    <a:pt x="124" y="46"/>
                    <a:pt x="103" y="46"/>
                    <a:pt x="101" y="70"/>
                  </a:cubicBezTo>
                  <a:cubicBezTo>
                    <a:pt x="95" y="59"/>
                    <a:pt x="76" y="50"/>
                    <a:pt x="65" y="41"/>
                  </a:cubicBezTo>
                  <a:cubicBezTo>
                    <a:pt x="45" y="27"/>
                    <a:pt x="16" y="23"/>
                    <a:pt x="0" y="6"/>
                  </a:cubicBezTo>
                  <a:cubicBezTo>
                    <a:pt x="1" y="2"/>
                    <a:pt x="2" y="6"/>
                    <a:pt x="4" y="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3" name="Freeform 691">
              <a:extLst>
                <a:ext uri="{FF2B5EF4-FFF2-40B4-BE49-F238E27FC236}">
                  <a16:creationId xmlns:a16="http://schemas.microsoft.com/office/drawing/2014/main" id="{FEE3D758-8FB0-463B-B70A-0CF9ED117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092"/>
              <a:ext cx="48" cy="153"/>
            </a:xfrm>
            <a:custGeom>
              <a:avLst/>
              <a:gdLst>
                <a:gd name="T0" fmla="*/ 33 w 52"/>
                <a:gd name="T1" fmla="*/ 1 h 164"/>
                <a:gd name="T2" fmla="*/ 6 w 52"/>
                <a:gd name="T3" fmla="*/ 85 h 164"/>
                <a:gd name="T4" fmla="*/ 0 w 52"/>
                <a:gd name="T5" fmla="*/ 131 h 164"/>
                <a:gd name="T6" fmla="*/ 31 w 52"/>
                <a:gd name="T7" fmla="*/ 133 h 164"/>
                <a:gd name="T8" fmla="*/ 41 w 52"/>
                <a:gd name="T9" fmla="*/ 3 h 164"/>
                <a:gd name="T10" fmla="*/ 26 w 52"/>
                <a:gd name="T11" fmla="*/ 1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64">
                  <a:moveTo>
                    <a:pt x="42" y="1"/>
                  </a:moveTo>
                  <a:cubicBezTo>
                    <a:pt x="21" y="27"/>
                    <a:pt x="16" y="72"/>
                    <a:pt x="9" y="105"/>
                  </a:cubicBezTo>
                  <a:cubicBezTo>
                    <a:pt x="5" y="121"/>
                    <a:pt x="11" y="148"/>
                    <a:pt x="0" y="161"/>
                  </a:cubicBezTo>
                  <a:cubicBezTo>
                    <a:pt x="14" y="161"/>
                    <a:pt x="27" y="160"/>
                    <a:pt x="40" y="164"/>
                  </a:cubicBezTo>
                  <a:cubicBezTo>
                    <a:pt x="31" y="111"/>
                    <a:pt x="43" y="55"/>
                    <a:pt x="52" y="3"/>
                  </a:cubicBezTo>
                  <a:cubicBezTo>
                    <a:pt x="45" y="1"/>
                    <a:pt x="39" y="0"/>
                    <a:pt x="32" y="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4" name="Freeform 692">
              <a:extLst>
                <a:ext uri="{FF2B5EF4-FFF2-40B4-BE49-F238E27FC236}">
                  <a16:creationId xmlns:a16="http://schemas.microsoft.com/office/drawing/2014/main" id="{4E303F4D-AD96-41B5-ADC6-AECFDDA9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838"/>
              <a:ext cx="41" cy="57"/>
            </a:xfrm>
            <a:custGeom>
              <a:avLst/>
              <a:gdLst>
                <a:gd name="T0" fmla="*/ 34 w 45"/>
                <a:gd name="T1" fmla="*/ 0 h 61"/>
                <a:gd name="T2" fmla="*/ 11 w 45"/>
                <a:gd name="T3" fmla="*/ 34 h 61"/>
                <a:gd name="T4" fmla="*/ 28 w 45"/>
                <a:gd name="T5" fmla="*/ 7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1">
                  <a:moveTo>
                    <a:pt x="45" y="0"/>
                  </a:moveTo>
                  <a:cubicBezTo>
                    <a:pt x="37" y="8"/>
                    <a:pt x="0" y="26"/>
                    <a:pt x="14" y="41"/>
                  </a:cubicBezTo>
                  <a:cubicBezTo>
                    <a:pt x="31" y="61"/>
                    <a:pt x="37" y="18"/>
                    <a:pt x="37" y="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5" name="Freeform 693">
              <a:extLst>
                <a:ext uri="{FF2B5EF4-FFF2-40B4-BE49-F238E27FC236}">
                  <a16:creationId xmlns:a16="http://schemas.microsoft.com/office/drawing/2014/main" id="{C310383C-2EFF-4365-8552-E37E06517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455"/>
              <a:ext cx="155" cy="145"/>
            </a:xfrm>
            <a:custGeom>
              <a:avLst/>
              <a:gdLst>
                <a:gd name="T0" fmla="*/ 0 w 166"/>
                <a:gd name="T1" fmla="*/ 0 h 156"/>
                <a:gd name="T2" fmla="*/ 63 w 166"/>
                <a:gd name="T3" fmla="*/ 45 h 156"/>
                <a:gd name="T4" fmla="*/ 126 w 166"/>
                <a:gd name="T5" fmla="*/ 98 h 156"/>
                <a:gd name="T6" fmla="*/ 118 w 166"/>
                <a:gd name="T7" fmla="*/ 125 h 156"/>
                <a:gd name="T8" fmla="*/ 59 w 166"/>
                <a:gd name="T9" fmla="*/ 68 h 156"/>
                <a:gd name="T10" fmla="*/ 7 w 166"/>
                <a:gd name="T11" fmla="*/ 1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56">
                  <a:moveTo>
                    <a:pt x="0" y="0"/>
                  </a:moveTo>
                  <a:cubicBezTo>
                    <a:pt x="26" y="19"/>
                    <a:pt x="52" y="36"/>
                    <a:pt x="77" y="56"/>
                  </a:cubicBezTo>
                  <a:cubicBezTo>
                    <a:pt x="100" y="75"/>
                    <a:pt x="137" y="98"/>
                    <a:pt x="155" y="122"/>
                  </a:cubicBezTo>
                  <a:cubicBezTo>
                    <a:pt x="166" y="137"/>
                    <a:pt x="160" y="142"/>
                    <a:pt x="145" y="156"/>
                  </a:cubicBezTo>
                  <a:cubicBezTo>
                    <a:pt x="118" y="142"/>
                    <a:pt x="94" y="107"/>
                    <a:pt x="73" y="84"/>
                  </a:cubicBezTo>
                  <a:cubicBezTo>
                    <a:pt x="51" y="61"/>
                    <a:pt x="21" y="42"/>
                    <a:pt x="8" y="1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6" name="Freeform 694">
              <a:extLst>
                <a:ext uri="{FF2B5EF4-FFF2-40B4-BE49-F238E27FC236}">
                  <a16:creationId xmlns:a16="http://schemas.microsoft.com/office/drawing/2014/main" id="{8646E2EA-4B7B-4F33-9311-05748566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563"/>
              <a:ext cx="56" cy="154"/>
            </a:xfrm>
            <a:custGeom>
              <a:avLst/>
              <a:gdLst>
                <a:gd name="T0" fmla="*/ 44 w 60"/>
                <a:gd name="T1" fmla="*/ 0 h 165"/>
                <a:gd name="T2" fmla="*/ 27 w 60"/>
                <a:gd name="T3" fmla="*/ 61 h 165"/>
                <a:gd name="T4" fmla="*/ 0 w 60"/>
                <a:gd name="T5" fmla="*/ 131 h 165"/>
                <a:gd name="T6" fmla="*/ 13 w 60"/>
                <a:gd name="T7" fmla="*/ 133 h 165"/>
                <a:gd name="T8" fmla="*/ 35 w 60"/>
                <a:gd name="T9" fmla="*/ 67 h 165"/>
                <a:gd name="T10" fmla="*/ 49 w 60"/>
                <a:gd name="T11" fmla="*/ 4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65">
                  <a:moveTo>
                    <a:pt x="54" y="0"/>
                  </a:moveTo>
                  <a:cubicBezTo>
                    <a:pt x="44" y="20"/>
                    <a:pt x="41" y="52"/>
                    <a:pt x="33" y="75"/>
                  </a:cubicBezTo>
                  <a:cubicBezTo>
                    <a:pt x="23" y="104"/>
                    <a:pt x="12" y="133"/>
                    <a:pt x="0" y="161"/>
                  </a:cubicBezTo>
                  <a:cubicBezTo>
                    <a:pt x="5" y="164"/>
                    <a:pt x="11" y="165"/>
                    <a:pt x="16" y="163"/>
                  </a:cubicBezTo>
                  <a:cubicBezTo>
                    <a:pt x="17" y="137"/>
                    <a:pt x="35" y="109"/>
                    <a:pt x="43" y="83"/>
                  </a:cubicBezTo>
                  <a:cubicBezTo>
                    <a:pt x="51" y="57"/>
                    <a:pt x="58" y="31"/>
                    <a:pt x="60" y="4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7" name="Freeform 695">
              <a:extLst>
                <a:ext uri="{FF2B5EF4-FFF2-40B4-BE49-F238E27FC236}">
                  <a16:creationId xmlns:a16="http://schemas.microsoft.com/office/drawing/2014/main" id="{BEDD0ED6-02A0-42A2-B0B3-00ED6B2E7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589"/>
              <a:ext cx="31" cy="125"/>
            </a:xfrm>
            <a:custGeom>
              <a:avLst/>
              <a:gdLst>
                <a:gd name="T0" fmla="*/ 15 w 33"/>
                <a:gd name="T1" fmla="*/ 0 h 134"/>
                <a:gd name="T2" fmla="*/ 23 w 33"/>
                <a:gd name="T3" fmla="*/ 109 h 134"/>
                <a:gd name="T4" fmla="*/ 8 w 33"/>
                <a:gd name="T5" fmla="*/ 76 h 134"/>
                <a:gd name="T6" fmla="*/ 7 w 33"/>
                <a:gd name="T7" fmla="*/ 2 h 134"/>
                <a:gd name="T8" fmla="*/ 15 w 33"/>
                <a:gd name="T9" fmla="*/ 2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4">
                  <a:moveTo>
                    <a:pt x="18" y="0"/>
                  </a:moveTo>
                  <a:cubicBezTo>
                    <a:pt x="16" y="43"/>
                    <a:pt x="33" y="89"/>
                    <a:pt x="29" y="134"/>
                  </a:cubicBezTo>
                  <a:cubicBezTo>
                    <a:pt x="7" y="134"/>
                    <a:pt x="9" y="111"/>
                    <a:pt x="9" y="93"/>
                  </a:cubicBezTo>
                  <a:cubicBezTo>
                    <a:pt x="9" y="63"/>
                    <a:pt x="0" y="32"/>
                    <a:pt x="7" y="2"/>
                  </a:cubicBezTo>
                  <a:cubicBezTo>
                    <a:pt x="11" y="2"/>
                    <a:pt x="15" y="1"/>
                    <a:pt x="18" y="2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8" name="Freeform 696">
              <a:extLst>
                <a:ext uri="{FF2B5EF4-FFF2-40B4-BE49-F238E27FC236}">
                  <a16:creationId xmlns:a16="http://schemas.microsoft.com/office/drawing/2014/main" id="{49455D6D-C995-44EE-A64F-C34CFAA19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682"/>
              <a:ext cx="125" cy="76"/>
            </a:xfrm>
            <a:custGeom>
              <a:avLst/>
              <a:gdLst>
                <a:gd name="T0" fmla="*/ 107 w 135"/>
                <a:gd name="T1" fmla="*/ 6 h 81"/>
                <a:gd name="T2" fmla="*/ 55 w 135"/>
                <a:gd name="T3" fmla="*/ 38 h 81"/>
                <a:gd name="T4" fmla="*/ 12 w 135"/>
                <a:gd name="T5" fmla="*/ 65 h 81"/>
                <a:gd name="T6" fmla="*/ 38 w 135"/>
                <a:gd name="T7" fmla="*/ 27 h 81"/>
                <a:gd name="T8" fmla="*/ 95 w 135"/>
                <a:gd name="T9" fmla="*/ 0 h 81"/>
                <a:gd name="T10" fmla="*/ 100 w 135"/>
                <a:gd name="T11" fmla="*/ 8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81">
                  <a:moveTo>
                    <a:pt x="135" y="6"/>
                  </a:moveTo>
                  <a:cubicBezTo>
                    <a:pt x="117" y="23"/>
                    <a:pt x="89" y="32"/>
                    <a:pt x="69" y="46"/>
                  </a:cubicBezTo>
                  <a:cubicBezTo>
                    <a:pt x="56" y="56"/>
                    <a:pt x="33" y="81"/>
                    <a:pt x="15" y="79"/>
                  </a:cubicBezTo>
                  <a:cubicBezTo>
                    <a:pt x="0" y="54"/>
                    <a:pt x="29" y="42"/>
                    <a:pt x="48" y="33"/>
                  </a:cubicBezTo>
                  <a:cubicBezTo>
                    <a:pt x="72" y="23"/>
                    <a:pt x="96" y="7"/>
                    <a:pt x="120" y="0"/>
                  </a:cubicBezTo>
                  <a:cubicBezTo>
                    <a:pt x="121" y="4"/>
                    <a:pt x="125" y="8"/>
                    <a:pt x="126" y="11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9" name="Freeform 697">
              <a:extLst>
                <a:ext uri="{FF2B5EF4-FFF2-40B4-BE49-F238E27FC236}">
                  <a16:creationId xmlns:a16="http://schemas.microsoft.com/office/drawing/2014/main" id="{601E796A-4A49-4879-97C9-77391650F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438"/>
              <a:ext cx="129" cy="84"/>
            </a:xfrm>
            <a:custGeom>
              <a:avLst/>
              <a:gdLst>
                <a:gd name="T0" fmla="*/ 0 w 139"/>
                <a:gd name="T1" fmla="*/ 2 h 91"/>
                <a:gd name="T2" fmla="*/ 75 w 139"/>
                <a:gd name="T3" fmla="*/ 62 h 91"/>
                <a:gd name="T4" fmla="*/ 111 w 139"/>
                <a:gd name="T5" fmla="*/ 71 h 91"/>
                <a:gd name="T6" fmla="*/ 5 w 139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91">
                  <a:moveTo>
                    <a:pt x="0" y="2"/>
                  </a:moveTo>
                  <a:cubicBezTo>
                    <a:pt x="33" y="25"/>
                    <a:pt x="63" y="52"/>
                    <a:pt x="94" y="79"/>
                  </a:cubicBezTo>
                  <a:cubicBezTo>
                    <a:pt x="108" y="91"/>
                    <a:pt x="119" y="91"/>
                    <a:pt x="139" y="90"/>
                  </a:cubicBezTo>
                  <a:cubicBezTo>
                    <a:pt x="112" y="50"/>
                    <a:pt x="47" y="10"/>
                    <a:pt x="5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0" name="Freeform 698">
              <a:extLst>
                <a:ext uri="{FF2B5EF4-FFF2-40B4-BE49-F238E27FC236}">
                  <a16:creationId xmlns:a16="http://schemas.microsoft.com/office/drawing/2014/main" id="{A886527C-FBCA-4A1E-A6FF-4A6278C90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71"/>
              <a:ext cx="34" cy="113"/>
            </a:xfrm>
            <a:custGeom>
              <a:avLst/>
              <a:gdLst>
                <a:gd name="T0" fmla="*/ 22 w 37"/>
                <a:gd name="T1" fmla="*/ 0 h 122"/>
                <a:gd name="T2" fmla="*/ 0 w 37"/>
                <a:gd name="T3" fmla="*/ 94 h 122"/>
                <a:gd name="T4" fmla="*/ 17 w 37"/>
                <a:gd name="T5" fmla="*/ 1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22">
                  <a:moveTo>
                    <a:pt x="28" y="0"/>
                  </a:moveTo>
                  <a:cubicBezTo>
                    <a:pt x="21" y="39"/>
                    <a:pt x="5" y="78"/>
                    <a:pt x="0" y="118"/>
                  </a:cubicBezTo>
                  <a:cubicBezTo>
                    <a:pt x="37" y="122"/>
                    <a:pt x="23" y="35"/>
                    <a:pt x="23" y="1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1" name="Freeform 699">
              <a:extLst>
                <a:ext uri="{FF2B5EF4-FFF2-40B4-BE49-F238E27FC236}">
                  <a16:creationId xmlns:a16="http://schemas.microsoft.com/office/drawing/2014/main" id="{CF0B33D2-570D-4CAF-B8EE-43370D78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719"/>
              <a:ext cx="79" cy="105"/>
            </a:xfrm>
            <a:custGeom>
              <a:avLst/>
              <a:gdLst>
                <a:gd name="T0" fmla="*/ 0 w 85"/>
                <a:gd name="T1" fmla="*/ 0 h 113"/>
                <a:gd name="T2" fmla="*/ 68 w 85"/>
                <a:gd name="T3" fmla="*/ 91 h 113"/>
                <a:gd name="T4" fmla="*/ 54 w 85"/>
                <a:gd name="T5" fmla="*/ 78 h 113"/>
                <a:gd name="T6" fmla="*/ 41 w 85"/>
                <a:gd name="T7" fmla="*/ 49 h 113"/>
                <a:gd name="T8" fmla="*/ 19 w 85"/>
                <a:gd name="T9" fmla="*/ 24 h 113"/>
                <a:gd name="T10" fmla="*/ 0 w 85"/>
                <a:gd name="T11" fmla="*/ 7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13">
                  <a:moveTo>
                    <a:pt x="0" y="0"/>
                  </a:moveTo>
                  <a:cubicBezTo>
                    <a:pt x="56" y="2"/>
                    <a:pt x="84" y="67"/>
                    <a:pt x="85" y="113"/>
                  </a:cubicBezTo>
                  <a:cubicBezTo>
                    <a:pt x="80" y="106"/>
                    <a:pt x="72" y="103"/>
                    <a:pt x="67" y="97"/>
                  </a:cubicBezTo>
                  <a:cubicBezTo>
                    <a:pt x="59" y="86"/>
                    <a:pt x="58" y="72"/>
                    <a:pt x="51" y="61"/>
                  </a:cubicBezTo>
                  <a:cubicBezTo>
                    <a:pt x="44" y="50"/>
                    <a:pt x="34" y="38"/>
                    <a:pt x="24" y="30"/>
                  </a:cubicBezTo>
                  <a:cubicBezTo>
                    <a:pt x="15" y="22"/>
                    <a:pt x="1" y="21"/>
                    <a:pt x="0" y="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2" name="Freeform 700">
              <a:extLst>
                <a:ext uri="{FF2B5EF4-FFF2-40B4-BE49-F238E27FC236}">
                  <a16:creationId xmlns:a16="http://schemas.microsoft.com/office/drawing/2014/main" id="{8306E178-C1D6-4920-A4A5-3F1613A4A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222"/>
              <a:ext cx="72" cy="157"/>
            </a:xfrm>
            <a:custGeom>
              <a:avLst/>
              <a:gdLst>
                <a:gd name="T0" fmla="*/ 29 w 78"/>
                <a:gd name="T1" fmla="*/ 0 h 168"/>
                <a:gd name="T2" fmla="*/ 10 w 78"/>
                <a:gd name="T3" fmla="*/ 137 h 168"/>
                <a:gd name="T4" fmla="*/ 0 w 78"/>
                <a:gd name="T5" fmla="*/ 128 h 168"/>
                <a:gd name="T6" fmla="*/ 23 w 78"/>
                <a:gd name="T7" fmla="*/ 7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68">
                  <a:moveTo>
                    <a:pt x="37" y="0"/>
                  </a:moveTo>
                  <a:cubicBezTo>
                    <a:pt x="78" y="48"/>
                    <a:pt x="53" y="128"/>
                    <a:pt x="13" y="168"/>
                  </a:cubicBezTo>
                  <a:cubicBezTo>
                    <a:pt x="9" y="167"/>
                    <a:pt x="2" y="161"/>
                    <a:pt x="0" y="157"/>
                  </a:cubicBezTo>
                  <a:cubicBezTo>
                    <a:pt x="11" y="107"/>
                    <a:pt x="36" y="61"/>
                    <a:pt x="29" y="8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3" name="Freeform 701">
              <a:extLst>
                <a:ext uri="{FF2B5EF4-FFF2-40B4-BE49-F238E27FC236}">
                  <a16:creationId xmlns:a16="http://schemas.microsoft.com/office/drawing/2014/main" id="{2B8E15EA-078C-43B3-8D34-13B813BEA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654"/>
              <a:ext cx="70" cy="166"/>
            </a:xfrm>
            <a:custGeom>
              <a:avLst/>
              <a:gdLst>
                <a:gd name="T0" fmla="*/ 5 w 76"/>
                <a:gd name="T1" fmla="*/ 0 h 178"/>
                <a:gd name="T2" fmla="*/ 33 w 76"/>
                <a:gd name="T3" fmla="*/ 145 h 178"/>
                <a:gd name="T4" fmla="*/ 27 w 76"/>
                <a:gd name="T5" fmla="*/ 67 h 178"/>
                <a:gd name="T6" fmla="*/ 0 w 76"/>
                <a:gd name="T7" fmla="*/ 10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78">
                  <a:moveTo>
                    <a:pt x="5" y="0"/>
                  </a:moveTo>
                  <a:cubicBezTo>
                    <a:pt x="0" y="55"/>
                    <a:pt x="18" y="129"/>
                    <a:pt x="42" y="178"/>
                  </a:cubicBezTo>
                  <a:cubicBezTo>
                    <a:pt x="76" y="177"/>
                    <a:pt x="37" y="101"/>
                    <a:pt x="34" y="83"/>
                  </a:cubicBezTo>
                  <a:cubicBezTo>
                    <a:pt x="29" y="58"/>
                    <a:pt x="33" y="18"/>
                    <a:pt x="0" y="1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4" name="Freeform 702">
              <a:extLst>
                <a:ext uri="{FF2B5EF4-FFF2-40B4-BE49-F238E27FC236}">
                  <a16:creationId xmlns:a16="http://schemas.microsoft.com/office/drawing/2014/main" id="{91D563AF-E045-4D55-8016-B146815A5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772"/>
              <a:ext cx="91" cy="120"/>
            </a:xfrm>
            <a:custGeom>
              <a:avLst/>
              <a:gdLst>
                <a:gd name="T0" fmla="*/ 5 w 98"/>
                <a:gd name="T1" fmla="*/ 15 h 129"/>
                <a:gd name="T2" fmla="*/ 40 w 98"/>
                <a:gd name="T3" fmla="*/ 64 h 129"/>
                <a:gd name="T4" fmla="*/ 62 w 98"/>
                <a:gd name="T5" fmla="*/ 104 h 129"/>
                <a:gd name="T6" fmla="*/ 60 w 98"/>
                <a:gd name="T7" fmla="*/ 61 h 129"/>
                <a:gd name="T8" fmla="*/ 18 w 98"/>
                <a:gd name="T9" fmla="*/ 2 h 129"/>
                <a:gd name="T10" fmla="*/ 13 w 98"/>
                <a:gd name="T11" fmla="*/ 0 h 129"/>
                <a:gd name="T12" fmla="*/ 0 w 98"/>
                <a:gd name="T13" fmla="*/ 1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29">
                  <a:moveTo>
                    <a:pt x="5" y="18"/>
                  </a:moveTo>
                  <a:cubicBezTo>
                    <a:pt x="13" y="26"/>
                    <a:pt x="39" y="61"/>
                    <a:pt x="50" y="80"/>
                  </a:cubicBezTo>
                  <a:cubicBezTo>
                    <a:pt x="59" y="96"/>
                    <a:pt x="63" y="117"/>
                    <a:pt x="77" y="129"/>
                  </a:cubicBezTo>
                  <a:cubicBezTo>
                    <a:pt x="85" y="99"/>
                    <a:pt x="98" y="105"/>
                    <a:pt x="75" y="76"/>
                  </a:cubicBezTo>
                  <a:cubicBezTo>
                    <a:pt x="57" y="54"/>
                    <a:pt x="28" y="29"/>
                    <a:pt x="21" y="2"/>
                  </a:cubicBezTo>
                  <a:cubicBezTo>
                    <a:pt x="19" y="2"/>
                    <a:pt x="17" y="2"/>
                    <a:pt x="16" y="0"/>
                  </a:cubicBezTo>
                  <a:cubicBezTo>
                    <a:pt x="11" y="4"/>
                    <a:pt x="3" y="8"/>
                    <a:pt x="0" y="1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5" name="Freeform 703">
              <a:extLst>
                <a:ext uri="{FF2B5EF4-FFF2-40B4-BE49-F238E27FC236}">
                  <a16:creationId xmlns:a16="http://schemas.microsoft.com/office/drawing/2014/main" id="{782998EA-8B85-4B40-A882-855B3D5BA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637"/>
              <a:ext cx="121" cy="109"/>
            </a:xfrm>
            <a:custGeom>
              <a:avLst/>
              <a:gdLst>
                <a:gd name="T0" fmla="*/ 91 w 131"/>
                <a:gd name="T1" fmla="*/ 0 h 117"/>
                <a:gd name="T2" fmla="*/ 0 w 131"/>
                <a:gd name="T3" fmla="*/ 81 h 117"/>
                <a:gd name="T4" fmla="*/ 10 w 131"/>
                <a:gd name="T5" fmla="*/ 95 h 117"/>
                <a:gd name="T6" fmla="*/ 103 w 131"/>
                <a:gd name="T7" fmla="*/ 13 h 117"/>
                <a:gd name="T8" fmla="*/ 93 w 131"/>
                <a:gd name="T9" fmla="*/ 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17">
                  <a:moveTo>
                    <a:pt x="115" y="0"/>
                  </a:moveTo>
                  <a:cubicBezTo>
                    <a:pt x="95" y="44"/>
                    <a:pt x="38" y="73"/>
                    <a:pt x="0" y="100"/>
                  </a:cubicBezTo>
                  <a:cubicBezTo>
                    <a:pt x="2" y="104"/>
                    <a:pt x="9" y="113"/>
                    <a:pt x="13" y="117"/>
                  </a:cubicBezTo>
                  <a:cubicBezTo>
                    <a:pt x="52" y="82"/>
                    <a:pt x="96" y="52"/>
                    <a:pt x="131" y="16"/>
                  </a:cubicBezTo>
                  <a:cubicBezTo>
                    <a:pt x="129" y="9"/>
                    <a:pt x="124" y="5"/>
                    <a:pt x="118" y="3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6" name="Freeform 704">
              <a:extLst>
                <a:ext uri="{FF2B5EF4-FFF2-40B4-BE49-F238E27FC236}">
                  <a16:creationId xmlns:a16="http://schemas.microsoft.com/office/drawing/2014/main" id="{6DD026F3-80F8-4CBC-91A5-CB3BA686D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741"/>
              <a:ext cx="74" cy="145"/>
            </a:xfrm>
            <a:custGeom>
              <a:avLst/>
              <a:gdLst>
                <a:gd name="T0" fmla="*/ 21 w 80"/>
                <a:gd name="T1" fmla="*/ 0 h 156"/>
                <a:gd name="T2" fmla="*/ 63 w 80"/>
                <a:gd name="T3" fmla="*/ 122 h 156"/>
                <a:gd name="T4" fmla="*/ 16 w 80"/>
                <a:gd name="T5" fmla="*/ 77 h 156"/>
                <a:gd name="T6" fmla="*/ 19 w 80"/>
                <a:gd name="T7" fmla="*/ 13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56">
                  <a:moveTo>
                    <a:pt x="27" y="0"/>
                  </a:moveTo>
                  <a:cubicBezTo>
                    <a:pt x="23" y="52"/>
                    <a:pt x="55" y="109"/>
                    <a:pt x="80" y="152"/>
                  </a:cubicBezTo>
                  <a:cubicBezTo>
                    <a:pt x="50" y="156"/>
                    <a:pt x="31" y="118"/>
                    <a:pt x="19" y="96"/>
                  </a:cubicBezTo>
                  <a:cubicBezTo>
                    <a:pt x="0" y="61"/>
                    <a:pt x="10" y="45"/>
                    <a:pt x="24" y="16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7" name="Freeform 705">
              <a:extLst>
                <a:ext uri="{FF2B5EF4-FFF2-40B4-BE49-F238E27FC236}">
                  <a16:creationId xmlns:a16="http://schemas.microsoft.com/office/drawing/2014/main" id="{E4F718DC-0C98-45E6-82DC-10A817162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037"/>
              <a:ext cx="105" cy="114"/>
            </a:xfrm>
            <a:custGeom>
              <a:avLst/>
              <a:gdLst>
                <a:gd name="T0" fmla="*/ 0 w 113"/>
                <a:gd name="T1" fmla="*/ 2 h 122"/>
                <a:gd name="T2" fmla="*/ 31 w 113"/>
                <a:gd name="T3" fmla="*/ 15 h 122"/>
                <a:gd name="T4" fmla="*/ 60 w 113"/>
                <a:gd name="T5" fmla="*/ 48 h 122"/>
                <a:gd name="T6" fmla="*/ 56 w 113"/>
                <a:gd name="T7" fmla="*/ 93 h 122"/>
                <a:gd name="T8" fmla="*/ 0 w 113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22">
                  <a:moveTo>
                    <a:pt x="0" y="2"/>
                  </a:moveTo>
                  <a:cubicBezTo>
                    <a:pt x="14" y="9"/>
                    <a:pt x="25" y="10"/>
                    <a:pt x="38" y="18"/>
                  </a:cubicBezTo>
                  <a:cubicBezTo>
                    <a:pt x="51" y="28"/>
                    <a:pt x="66" y="45"/>
                    <a:pt x="75" y="59"/>
                  </a:cubicBezTo>
                  <a:cubicBezTo>
                    <a:pt x="87" y="77"/>
                    <a:pt x="113" y="122"/>
                    <a:pt x="70" y="114"/>
                  </a:cubicBezTo>
                  <a:cubicBezTo>
                    <a:pt x="74" y="75"/>
                    <a:pt x="28" y="22"/>
                    <a:pt x="0" y="0"/>
                  </a:cubicBezTo>
                </a:path>
              </a:pathLst>
            </a:custGeom>
            <a:solidFill>
              <a:srgbClr val="F9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8" name="Freeform 706">
              <a:extLst>
                <a:ext uri="{FF2B5EF4-FFF2-40B4-BE49-F238E27FC236}">
                  <a16:creationId xmlns:a16="http://schemas.microsoft.com/office/drawing/2014/main" id="{B93F3D72-73A3-4303-B520-344968B3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448"/>
              <a:ext cx="16" cy="78"/>
            </a:xfrm>
            <a:custGeom>
              <a:avLst/>
              <a:gdLst>
                <a:gd name="T0" fmla="*/ 8 w 17"/>
                <a:gd name="T1" fmla="*/ 0 h 84"/>
                <a:gd name="T2" fmla="*/ 0 w 17"/>
                <a:gd name="T3" fmla="*/ 67 h 84"/>
                <a:gd name="T4" fmla="*/ 8 w 17"/>
                <a:gd name="T5" fmla="*/ 6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4">
                  <a:moveTo>
                    <a:pt x="10" y="0"/>
                  </a:moveTo>
                  <a:cubicBezTo>
                    <a:pt x="0" y="23"/>
                    <a:pt x="17" y="64"/>
                    <a:pt x="0" y="84"/>
                  </a:cubicBezTo>
                  <a:cubicBezTo>
                    <a:pt x="3" y="58"/>
                    <a:pt x="10" y="33"/>
                    <a:pt x="1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9" name="Freeform 707">
              <a:extLst>
                <a:ext uri="{FF2B5EF4-FFF2-40B4-BE49-F238E27FC236}">
                  <a16:creationId xmlns:a16="http://schemas.microsoft.com/office/drawing/2014/main" id="{942AEEEE-AC0D-4301-B399-F7053C63F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573"/>
              <a:ext cx="76" cy="54"/>
            </a:xfrm>
            <a:custGeom>
              <a:avLst/>
              <a:gdLst>
                <a:gd name="T0" fmla="*/ 2 w 82"/>
                <a:gd name="T1" fmla="*/ 45 h 59"/>
                <a:gd name="T2" fmla="*/ 65 w 82"/>
                <a:gd name="T3" fmla="*/ 0 h 59"/>
                <a:gd name="T4" fmla="*/ 0 w 82"/>
                <a:gd name="T5" fmla="*/ 4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9">
                  <a:moveTo>
                    <a:pt x="2" y="59"/>
                  </a:moveTo>
                  <a:cubicBezTo>
                    <a:pt x="8" y="29"/>
                    <a:pt x="59" y="9"/>
                    <a:pt x="82" y="0"/>
                  </a:cubicBezTo>
                  <a:cubicBezTo>
                    <a:pt x="53" y="17"/>
                    <a:pt x="23" y="30"/>
                    <a:pt x="0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0" name="Freeform 708">
              <a:extLst>
                <a:ext uri="{FF2B5EF4-FFF2-40B4-BE49-F238E27FC236}">
                  <a16:creationId xmlns:a16="http://schemas.microsoft.com/office/drawing/2014/main" id="{FE6D1752-0E45-46B8-9AAD-BE654763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441"/>
              <a:ext cx="39" cy="84"/>
            </a:xfrm>
            <a:custGeom>
              <a:avLst/>
              <a:gdLst>
                <a:gd name="T0" fmla="*/ 0 w 42"/>
                <a:gd name="T1" fmla="*/ 0 h 90"/>
                <a:gd name="T2" fmla="*/ 33 w 42"/>
                <a:gd name="T3" fmla="*/ 73 h 90"/>
                <a:gd name="T4" fmla="*/ 5 w 42"/>
                <a:gd name="T5" fmla="*/ 7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0">
                  <a:moveTo>
                    <a:pt x="0" y="0"/>
                  </a:moveTo>
                  <a:cubicBezTo>
                    <a:pt x="23" y="21"/>
                    <a:pt x="19" y="68"/>
                    <a:pt x="42" y="90"/>
                  </a:cubicBezTo>
                  <a:cubicBezTo>
                    <a:pt x="29" y="65"/>
                    <a:pt x="21" y="32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1" name="Freeform 709">
              <a:extLst>
                <a:ext uri="{FF2B5EF4-FFF2-40B4-BE49-F238E27FC236}">
                  <a16:creationId xmlns:a16="http://schemas.microsoft.com/office/drawing/2014/main" id="{D9F9D589-45C7-450F-B131-63DC12069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404"/>
              <a:ext cx="40" cy="64"/>
            </a:xfrm>
            <a:custGeom>
              <a:avLst/>
              <a:gdLst>
                <a:gd name="T0" fmla="*/ 0 w 44"/>
                <a:gd name="T1" fmla="*/ 0 h 69"/>
                <a:gd name="T2" fmla="*/ 33 w 44"/>
                <a:gd name="T3" fmla="*/ 55 h 69"/>
                <a:gd name="T4" fmla="*/ 2 w 44"/>
                <a:gd name="T5" fmla="*/ 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9">
                  <a:moveTo>
                    <a:pt x="0" y="0"/>
                  </a:moveTo>
                  <a:cubicBezTo>
                    <a:pt x="8" y="19"/>
                    <a:pt x="27" y="59"/>
                    <a:pt x="44" y="69"/>
                  </a:cubicBezTo>
                  <a:cubicBezTo>
                    <a:pt x="35" y="45"/>
                    <a:pt x="13" y="25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2" name="Freeform 710">
              <a:extLst>
                <a:ext uri="{FF2B5EF4-FFF2-40B4-BE49-F238E27FC236}">
                  <a16:creationId xmlns:a16="http://schemas.microsoft.com/office/drawing/2014/main" id="{7B2DA6ED-161B-4CFB-B433-75C11C30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689"/>
              <a:ext cx="25" cy="93"/>
            </a:xfrm>
            <a:custGeom>
              <a:avLst/>
              <a:gdLst>
                <a:gd name="T0" fmla="*/ 2 w 26"/>
                <a:gd name="T1" fmla="*/ 0 h 100"/>
                <a:gd name="T2" fmla="*/ 23 w 26"/>
                <a:gd name="T3" fmla="*/ 80 h 100"/>
                <a:gd name="T4" fmla="*/ 0 w 26"/>
                <a:gd name="T5" fmla="*/ 5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0">
                  <a:moveTo>
                    <a:pt x="2" y="0"/>
                  </a:moveTo>
                  <a:cubicBezTo>
                    <a:pt x="13" y="32"/>
                    <a:pt x="16" y="68"/>
                    <a:pt x="26" y="100"/>
                  </a:cubicBezTo>
                  <a:cubicBezTo>
                    <a:pt x="8" y="79"/>
                    <a:pt x="7" y="3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3" name="Freeform 711">
              <a:extLst>
                <a:ext uri="{FF2B5EF4-FFF2-40B4-BE49-F238E27FC236}">
                  <a16:creationId xmlns:a16="http://schemas.microsoft.com/office/drawing/2014/main" id="{91198634-D3F8-4ED6-905B-DBCA9EC6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67"/>
              <a:ext cx="31" cy="63"/>
            </a:xfrm>
            <a:custGeom>
              <a:avLst/>
              <a:gdLst>
                <a:gd name="T0" fmla="*/ 26 w 34"/>
                <a:gd name="T1" fmla="*/ 0 h 68"/>
                <a:gd name="T2" fmla="*/ 5 w 34"/>
                <a:gd name="T3" fmla="*/ 37 h 68"/>
                <a:gd name="T4" fmla="*/ 0 w 34"/>
                <a:gd name="T5" fmla="*/ 54 h 68"/>
                <a:gd name="T6" fmla="*/ 22 w 34"/>
                <a:gd name="T7" fmla="*/ 6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8">
                  <a:moveTo>
                    <a:pt x="34" y="0"/>
                  </a:moveTo>
                  <a:cubicBezTo>
                    <a:pt x="25" y="15"/>
                    <a:pt x="15" y="30"/>
                    <a:pt x="8" y="46"/>
                  </a:cubicBezTo>
                  <a:cubicBezTo>
                    <a:pt x="5" y="54"/>
                    <a:pt x="5" y="62"/>
                    <a:pt x="0" y="68"/>
                  </a:cubicBezTo>
                  <a:cubicBezTo>
                    <a:pt x="4" y="48"/>
                    <a:pt x="16" y="22"/>
                    <a:pt x="2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4" name="Freeform 712">
              <a:extLst>
                <a:ext uri="{FF2B5EF4-FFF2-40B4-BE49-F238E27FC236}">
                  <a16:creationId xmlns:a16="http://schemas.microsoft.com/office/drawing/2014/main" id="{11E85C9A-77C5-4C70-B5F2-3BF067738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789"/>
              <a:ext cx="57" cy="84"/>
            </a:xfrm>
            <a:custGeom>
              <a:avLst/>
              <a:gdLst>
                <a:gd name="T0" fmla="*/ 0 w 61"/>
                <a:gd name="T1" fmla="*/ 0 h 90"/>
                <a:gd name="T2" fmla="*/ 50 w 61"/>
                <a:gd name="T3" fmla="*/ 73 h 90"/>
                <a:gd name="T4" fmla="*/ 25 w 61"/>
                <a:gd name="T5" fmla="*/ 37 h 90"/>
                <a:gd name="T6" fmla="*/ 1 w 61"/>
                <a:gd name="T7" fmla="*/ 5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90">
                  <a:moveTo>
                    <a:pt x="0" y="0"/>
                  </a:moveTo>
                  <a:cubicBezTo>
                    <a:pt x="18" y="31"/>
                    <a:pt x="45" y="57"/>
                    <a:pt x="61" y="90"/>
                  </a:cubicBezTo>
                  <a:cubicBezTo>
                    <a:pt x="49" y="78"/>
                    <a:pt x="42" y="59"/>
                    <a:pt x="31" y="46"/>
                  </a:cubicBezTo>
                  <a:cubicBezTo>
                    <a:pt x="22" y="32"/>
                    <a:pt x="10" y="18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5" name="Freeform 713">
              <a:extLst>
                <a:ext uri="{FF2B5EF4-FFF2-40B4-BE49-F238E27FC236}">
                  <a16:creationId xmlns:a16="http://schemas.microsoft.com/office/drawing/2014/main" id="{2661A44C-8890-4153-A724-2274F24C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853"/>
              <a:ext cx="48" cy="39"/>
            </a:xfrm>
            <a:custGeom>
              <a:avLst/>
              <a:gdLst>
                <a:gd name="T0" fmla="*/ 39 w 52"/>
                <a:gd name="T1" fmla="*/ 0 h 42"/>
                <a:gd name="T2" fmla="*/ 0 w 52"/>
                <a:gd name="T3" fmla="*/ 25 h 42"/>
                <a:gd name="T4" fmla="*/ 41 w 52"/>
                <a:gd name="T5" fmla="*/ 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50" y="0"/>
                  </a:moveTo>
                  <a:cubicBezTo>
                    <a:pt x="50" y="12"/>
                    <a:pt x="12" y="42"/>
                    <a:pt x="0" y="31"/>
                  </a:cubicBezTo>
                  <a:cubicBezTo>
                    <a:pt x="19" y="22"/>
                    <a:pt x="39" y="18"/>
                    <a:pt x="5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6" name="Freeform 714">
              <a:extLst>
                <a:ext uri="{FF2B5EF4-FFF2-40B4-BE49-F238E27FC236}">
                  <a16:creationId xmlns:a16="http://schemas.microsoft.com/office/drawing/2014/main" id="{07849243-886F-40CE-8400-8F7344528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029"/>
              <a:ext cx="23" cy="74"/>
            </a:xfrm>
            <a:custGeom>
              <a:avLst/>
              <a:gdLst>
                <a:gd name="T0" fmla="*/ 0 w 25"/>
                <a:gd name="T1" fmla="*/ 0 h 80"/>
                <a:gd name="T2" fmla="*/ 19 w 25"/>
                <a:gd name="T3" fmla="*/ 63 h 80"/>
                <a:gd name="T4" fmla="*/ 2 w 25"/>
                <a:gd name="T5" fmla="*/ 6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0">
                  <a:moveTo>
                    <a:pt x="0" y="0"/>
                  </a:moveTo>
                  <a:cubicBezTo>
                    <a:pt x="10" y="26"/>
                    <a:pt x="15" y="53"/>
                    <a:pt x="25" y="80"/>
                  </a:cubicBezTo>
                  <a:cubicBezTo>
                    <a:pt x="22" y="56"/>
                    <a:pt x="2" y="34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7" name="Freeform 715">
              <a:extLst>
                <a:ext uri="{FF2B5EF4-FFF2-40B4-BE49-F238E27FC236}">
                  <a16:creationId xmlns:a16="http://schemas.microsoft.com/office/drawing/2014/main" id="{843080C8-85C3-4BC1-8B70-93E8FD209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948"/>
              <a:ext cx="62" cy="68"/>
            </a:xfrm>
            <a:custGeom>
              <a:avLst/>
              <a:gdLst>
                <a:gd name="T0" fmla="*/ 54 w 66"/>
                <a:gd name="T1" fmla="*/ 0 h 73"/>
                <a:gd name="T2" fmla="*/ 27 w 66"/>
                <a:gd name="T3" fmla="*/ 29 h 73"/>
                <a:gd name="T4" fmla="*/ 0 w 66"/>
                <a:gd name="T5" fmla="*/ 59 h 73"/>
                <a:gd name="T6" fmla="*/ 51 w 66"/>
                <a:gd name="T7" fmla="*/ 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73">
                  <a:moveTo>
                    <a:pt x="66" y="0"/>
                  </a:moveTo>
                  <a:cubicBezTo>
                    <a:pt x="52" y="8"/>
                    <a:pt x="44" y="24"/>
                    <a:pt x="33" y="35"/>
                  </a:cubicBezTo>
                  <a:cubicBezTo>
                    <a:pt x="22" y="46"/>
                    <a:pt x="6" y="59"/>
                    <a:pt x="0" y="73"/>
                  </a:cubicBezTo>
                  <a:cubicBezTo>
                    <a:pt x="24" y="56"/>
                    <a:pt x="44" y="26"/>
                    <a:pt x="6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8" name="Freeform 716">
              <a:extLst>
                <a:ext uri="{FF2B5EF4-FFF2-40B4-BE49-F238E27FC236}">
                  <a16:creationId xmlns:a16="http://schemas.microsoft.com/office/drawing/2014/main" id="{204ABD98-6F09-4470-B708-3E4732139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769"/>
              <a:ext cx="48" cy="91"/>
            </a:xfrm>
            <a:custGeom>
              <a:avLst/>
              <a:gdLst>
                <a:gd name="T0" fmla="*/ 25 w 52"/>
                <a:gd name="T1" fmla="*/ 0 h 98"/>
                <a:gd name="T2" fmla="*/ 41 w 52"/>
                <a:gd name="T3" fmla="*/ 79 h 98"/>
                <a:gd name="T4" fmla="*/ 20 w 52"/>
                <a:gd name="T5" fmla="*/ 1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98">
                  <a:moveTo>
                    <a:pt x="31" y="0"/>
                  </a:moveTo>
                  <a:cubicBezTo>
                    <a:pt x="0" y="22"/>
                    <a:pt x="36" y="77"/>
                    <a:pt x="52" y="98"/>
                  </a:cubicBezTo>
                  <a:cubicBezTo>
                    <a:pt x="36" y="80"/>
                    <a:pt x="12" y="36"/>
                    <a:pt x="2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9" name="Freeform 717">
              <a:extLst>
                <a:ext uri="{FF2B5EF4-FFF2-40B4-BE49-F238E27FC236}">
                  <a16:creationId xmlns:a16="http://schemas.microsoft.com/office/drawing/2014/main" id="{26490061-0DF6-423C-9029-974CC0944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713"/>
              <a:ext cx="112" cy="50"/>
            </a:xfrm>
            <a:custGeom>
              <a:avLst/>
              <a:gdLst>
                <a:gd name="T0" fmla="*/ 90 w 120"/>
                <a:gd name="T1" fmla="*/ 0 h 54"/>
                <a:gd name="T2" fmla="*/ 50 w 120"/>
                <a:gd name="T3" fmla="*/ 18 h 54"/>
                <a:gd name="T4" fmla="*/ 0 w 120"/>
                <a:gd name="T5" fmla="*/ 41 h 54"/>
                <a:gd name="T6" fmla="*/ 46 w 120"/>
                <a:gd name="T7" fmla="*/ 19 h 54"/>
                <a:gd name="T8" fmla="*/ 98 w 12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54">
                  <a:moveTo>
                    <a:pt x="110" y="0"/>
                  </a:moveTo>
                  <a:cubicBezTo>
                    <a:pt x="103" y="13"/>
                    <a:pt x="75" y="18"/>
                    <a:pt x="62" y="23"/>
                  </a:cubicBezTo>
                  <a:cubicBezTo>
                    <a:pt x="40" y="31"/>
                    <a:pt x="21" y="42"/>
                    <a:pt x="0" y="52"/>
                  </a:cubicBezTo>
                  <a:cubicBezTo>
                    <a:pt x="17" y="54"/>
                    <a:pt x="39" y="32"/>
                    <a:pt x="56" y="25"/>
                  </a:cubicBezTo>
                  <a:cubicBezTo>
                    <a:pt x="73" y="16"/>
                    <a:pt x="108" y="18"/>
                    <a:pt x="1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0" name="Freeform 718">
              <a:extLst>
                <a:ext uri="{FF2B5EF4-FFF2-40B4-BE49-F238E27FC236}">
                  <a16:creationId xmlns:a16="http://schemas.microsoft.com/office/drawing/2014/main" id="{BCFF2222-070A-477A-87EF-ED3A50687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532"/>
              <a:ext cx="27" cy="75"/>
            </a:xfrm>
            <a:custGeom>
              <a:avLst/>
              <a:gdLst>
                <a:gd name="T0" fmla="*/ 0 w 29"/>
                <a:gd name="T1" fmla="*/ 0 h 81"/>
                <a:gd name="T2" fmla="*/ 23 w 29"/>
                <a:gd name="T3" fmla="*/ 64 h 81"/>
                <a:gd name="T4" fmla="*/ 3 w 29"/>
                <a:gd name="T5" fmla="*/ 12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1">
                  <a:moveTo>
                    <a:pt x="0" y="0"/>
                  </a:moveTo>
                  <a:cubicBezTo>
                    <a:pt x="8" y="26"/>
                    <a:pt x="16" y="57"/>
                    <a:pt x="29" y="81"/>
                  </a:cubicBezTo>
                  <a:cubicBezTo>
                    <a:pt x="18" y="60"/>
                    <a:pt x="6" y="38"/>
                    <a:pt x="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1" name="Freeform 719">
              <a:extLst>
                <a:ext uri="{FF2B5EF4-FFF2-40B4-BE49-F238E27FC236}">
                  <a16:creationId xmlns:a16="http://schemas.microsoft.com/office/drawing/2014/main" id="{C57261E0-CD59-4752-B07E-DBA66F166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963"/>
              <a:ext cx="85" cy="68"/>
            </a:xfrm>
            <a:custGeom>
              <a:avLst/>
              <a:gdLst>
                <a:gd name="T0" fmla="*/ 72 w 91"/>
                <a:gd name="T1" fmla="*/ 0 h 73"/>
                <a:gd name="T2" fmla="*/ 50 w 91"/>
                <a:gd name="T3" fmla="*/ 34 h 73"/>
                <a:gd name="T4" fmla="*/ 0 w 91"/>
                <a:gd name="T5" fmla="*/ 58 h 73"/>
                <a:gd name="T6" fmla="*/ 59 w 91"/>
                <a:gd name="T7" fmla="*/ 18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73">
                  <a:moveTo>
                    <a:pt x="88" y="0"/>
                  </a:moveTo>
                  <a:cubicBezTo>
                    <a:pt x="91" y="13"/>
                    <a:pt x="72" y="35"/>
                    <a:pt x="62" y="43"/>
                  </a:cubicBezTo>
                  <a:cubicBezTo>
                    <a:pt x="45" y="58"/>
                    <a:pt x="20" y="66"/>
                    <a:pt x="0" y="72"/>
                  </a:cubicBezTo>
                  <a:cubicBezTo>
                    <a:pt x="37" y="73"/>
                    <a:pt x="54" y="52"/>
                    <a:pt x="7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2" name="Freeform 720">
              <a:extLst>
                <a:ext uri="{FF2B5EF4-FFF2-40B4-BE49-F238E27FC236}">
                  <a16:creationId xmlns:a16="http://schemas.microsoft.com/office/drawing/2014/main" id="{CDA4F85D-9422-4A8B-95B0-E385A9134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924"/>
              <a:ext cx="42" cy="91"/>
            </a:xfrm>
            <a:custGeom>
              <a:avLst/>
              <a:gdLst>
                <a:gd name="T0" fmla="*/ 0 w 46"/>
                <a:gd name="T1" fmla="*/ 0 h 97"/>
                <a:gd name="T2" fmla="*/ 35 w 46"/>
                <a:gd name="T3" fmla="*/ 80 h 97"/>
                <a:gd name="T4" fmla="*/ 14 w 46"/>
                <a:gd name="T5" fmla="*/ 40 h 97"/>
                <a:gd name="T6" fmla="*/ 5 w 46"/>
                <a:gd name="T7" fmla="*/ 1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7">
                  <a:moveTo>
                    <a:pt x="0" y="0"/>
                  </a:moveTo>
                  <a:cubicBezTo>
                    <a:pt x="3" y="37"/>
                    <a:pt x="30" y="66"/>
                    <a:pt x="46" y="97"/>
                  </a:cubicBezTo>
                  <a:cubicBezTo>
                    <a:pt x="33" y="84"/>
                    <a:pt x="24" y="68"/>
                    <a:pt x="18" y="49"/>
                  </a:cubicBezTo>
                  <a:cubicBezTo>
                    <a:pt x="15" y="40"/>
                    <a:pt x="12" y="16"/>
                    <a:pt x="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3" name="Freeform 721">
              <a:extLst>
                <a:ext uri="{FF2B5EF4-FFF2-40B4-BE49-F238E27FC236}">
                  <a16:creationId xmlns:a16="http://schemas.microsoft.com/office/drawing/2014/main" id="{4A454E02-7187-402C-94FB-26730A529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999"/>
              <a:ext cx="71" cy="62"/>
            </a:xfrm>
            <a:custGeom>
              <a:avLst/>
              <a:gdLst>
                <a:gd name="T0" fmla="*/ 5 w 76"/>
                <a:gd name="T1" fmla="*/ 47 h 67"/>
                <a:gd name="T2" fmla="*/ 62 w 76"/>
                <a:gd name="T3" fmla="*/ 0 h 67"/>
                <a:gd name="T4" fmla="*/ 0 w 76"/>
                <a:gd name="T5" fmla="*/ 5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67">
                  <a:moveTo>
                    <a:pt x="5" y="59"/>
                  </a:moveTo>
                  <a:cubicBezTo>
                    <a:pt x="26" y="39"/>
                    <a:pt x="59" y="23"/>
                    <a:pt x="76" y="0"/>
                  </a:cubicBezTo>
                  <a:cubicBezTo>
                    <a:pt x="51" y="21"/>
                    <a:pt x="21" y="45"/>
                    <a:pt x="0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4" name="Freeform 722">
              <a:extLst>
                <a:ext uri="{FF2B5EF4-FFF2-40B4-BE49-F238E27FC236}">
                  <a16:creationId xmlns:a16="http://schemas.microsoft.com/office/drawing/2014/main" id="{DA8747F0-EDDC-4DEB-A262-FC64730E5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160"/>
              <a:ext cx="78" cy="60"/>
            </a:xfrm>
            <a:custGeom>
              <a:avLst/>
              <a:gdLst>
                <a:gd name="T0" fmla="*/ 0 w 84"/>
                <a:gd name="T1" fmla="*/ 4 h 65"/>
                <a:gd name="T2" fmla="*/ 36 w 84"/>
                <a:gd name="T3" fmla="*/ 28 h 65"/>
                <a:gd name="T4" fmla="*/ 67 w 84"/>
                <a:gd name="T5" fmla="*/ 51 h 65"/>
                <a:gd name="T6" fmla="*/ 10 w 84"/>
                <a:gd name="T7" fmla="*/ 2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65">
                  <a:moveTo>
                    <a:pt x="0" y="4"/>
                  </a:moveTo>
                  <a:cubicBezTo>
                    <a:pt x="11" y="0"/>
                    <a:pt x="35" y="27"/>
                    <a:pt x="45" y="35"/>
                  </a:cubicBezTo>
                  <a:cubicBezTo>
                    <a:pt x="56" y="42"/>
                    <a:pt x="80" y="51"/>
                    <a:pt x="84" y="65"/>
                  </a:cubicBezTo>
                  <a:cubicBezTo>
                    <a:pt x="71" y="40"/>
                    <a:pt x="32" y="20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5" name="Freeform 723">
              <a:extLst>
                <a:ext uri="{FF2B5EF4-FFF2-40B4-BE49-F238E27FC236}">
                  <a16:creationId xmlns:a16="http://schemas.microsoft.com/office/drawing/2014/main" id="{96F8C7CC-2A6A-45F7-8E67-41E5B80AA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3197"/>
              <a:ext cx="88" cy="69"/>
            </a:xfrm>
            <a:custGeom>
              <a:avLst/>
              <a:gdLst>
                <a:gd name="T0" fmla="*/ 0 w 95"/>
                <a:gd name="T1" fmla="*/ 4 h 74"/>
                <a:gd name="T2" fmla="*/ 76 w 95"/>
                <a:gd name="T3" fmla="*/ 60 h 74"/>
                <a:gd name="T4" fmla="*/ 38 w 95"/>
                <a:gd name="T5" fmla="*/ 26 h 74"/>
                <a:gd name="T6" fmla="*/ 6 w 95"/>
                <a:gd name="T7" fmla="*/ 0 h 74"/>
                <a:gd name="T8" fmla="*/ 10 w 95"/>
                <a:gd name="T9" fmla="*/ 6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74">
                  <a:moveTo>
                    <a:pt x="0" y="4"/>
                  </a:moveTo>
                  <a:cubicBezTo>
                    <a:pt x="33" y="22"/>
                    <a:pt x="65" y="51"/>
                    <a:pt x="95" y="74"/>
                  </a:cubicBezTo>
                  <a:cubicBezTo>
                    <a:pt x="79" y="59"/>
                    <a:pt x="65" y="45"/>
                    <a:pt x="47" y="32"/>
                  </a:cubicBezTo>
                  <a:cubicBezTo>
                    <a:pt x="34" y="22"/>
                    <a:pt x="18" y="13"/>
                    <a:pt x="9" y="0"/>
                  </a:cubicBezTo>
                  <a:cubicBezTo>
                    <a:pt x="11" y="1"/>
                    <a:pt x="12" y="4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6" name="Freeform 724">
              <a:extLst>
                <a:ext uri="{FF2B5EF4-FFF2-40B4-BE49-F238E27FC236}">
                  <a16:creationId xmlns:a16="http://schemas.microsoft.com/office/drawing/2014/main" id="{0C1891D6-87B8-4C13-8ED0-49ACB6F8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913"/>
              <a:ext cx="80" cy="77"/>
            </a:xfrm>
            <a:custGeom>
              <a:avLst/>
              <a:gdLst>
                <a:gd name="T0" fmla="*/ 69 w 86"/>
                <a:gd name="T1" fmla="*/ 1 h 82"/>
                <a:gd name="T2" fmla="*/ 33 w 86"/>
                <a:gd name="T3" fmla="*/ 24 h 82"/>
                <a:gd name="T4" fmla="*/ 0 w 86"/>
                <a:gd name="T5" fmla="*/ 68 h 82"/>
                <a:gd name="T6" fmla="*/ 64 w 86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82">
                  <a:moveTo>
                    <a:pt x="86" y="1"/>
                  </a:moveTo>
                  <a:cubicBezTo>
                    <a:pt x="72" y="11"/>
                    <a:pt x="56" y="18"/>
                    <a:pt x="42" y="30"/>
                  </a:cubicBezTo>
                  <a:cubicBezTo>
                    <a:pt x="26" y="46"/>
                    <a:pt x="15" y="66"/>
                    <a:pt x="0" y="82"/>
                  </a:cubicBezTo>
                  <a:cubicBezTo>
                    <a:pt x="21" y="50"/>
                    <a:pt x="51" y="24"/>
                    <a:pt x="8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7" name="Freeform 725">
              <a:extLst>
                <a:ext uri="{FF2B5EF4-FFF2-40B4-BE49-F238E27FC236}">
                  <a16:creationId xmlns:a16="http://schemas.microsoft.com/office/drawing/2014/main" id="{DDADD37A-B399-4D2E-854F-CF95758C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820"/>
              <a:ext cx="80" cy="36"/>
            </a:xfrm>
            <a:custGeom>
              <a:avLst/>
              <a:gdLst>
                <a:gd name="T0" fmla="*/ 0 w 86"/>
                <a:gd name="T1" fmla="*/ 0 h 38"/>
                <a:gd name="T2" fmla="*/ 24 w 86"/>
                <a:gd name="T3" fmla="*/ 11 h 38"/>
                <a:gd name="T4" fmla="*/ 69 w 86"/>
                <a:gd name="T5" fmla="*/ 30 h 38"/>
                <a:gd name="T6" fmla="*/ 7 w 86"/>
                <a:gd name="T7" fmla="*/ 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38">
                  <a:moveTo>
                    <a:pt x="0" y="0"/>
                  </a:moveTo>
                  <a:cubicBezTo>
                    <a:pt x="7" y="8"/>
                    <a:pt x="20" y="10"/>
                    <a:pt x="30" y="14"/>
                  </a:cubicBezTo>
                  <a:cubicBezTo>
                    <a:pt x="46" y="21"/>
                    <a:pt x="69" y="38"/>
                    <a:pt x="86" y="36"/>
                  </a:cubicBezTo>
                  <a:cubicBezTo>
                    <a:pt x="72" y="18"/>
                    <a:pt x="27" y="1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8" name="Freeform 726">
              <a:extLst>
                <a:ext uri="{FF2B5EF4-FFF2-40B4-BE49-F238E27FC236}">
                  <a16:creationId xmlns:a16="http://schemas.microsoft.com/office/drawing/2014/main" id="{366C4C4D-5FB6-408A-A41D-79DD0F5C4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53"/>
              <a:ext cx="108" cy="38"/>
            </a:xfrm>
            <a:custGeom>
              <a:avLst/>
              <a:gdLst>
                <a:gd name="T0" fmla="*/ 0 w 117"/>
                <a:gd name="T1" fmla="*/ 3 h 41"/>
                <a:gd name="T2" fmla="*/ 91 w 117"/>
                <a:gd name="T3" fmla="*/ 32 h 41"/>
                <a:gd name="T4" fmla="*/ 56 w 117"/>
                <a:gd name="T5" fmla="*/ 6 h 41"/>
                <a:gd name="T6" fmla="*/ 14 w 11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41">
                  <a:moveTo>
                    <a:pt x="0" y="3"/>
                  </a:moveTo>
                  <a:cubicBezTo>
                    <a:pt x="46" y="3"/>
                    <a:pt x="89" y="0"/>
                    <a:pt x="116" y="41"/>
                  </a:cubicBezTo>
                  <a:cubicBezTo>
                    <a:pt x="117" y="25"/>
                    <a:pt x="84" y="10"/>
                    <a:pt x="72" y="6"/>
                  </a:cubicBezTo>
                  <a:cubicBezTo>
                    <a:pt x="56" y="1"/>
                    <a:pt x="29" y="1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9" name="Freeform 727">
              <a:extLst>
                <a:ext uri="{FF2B5EF4-FFF2-40B4-BE49-F238E27FC236}">
                  <a16:creationId xmlns:a16="http://schemas.microsoft.com/office/drawing/2014/main" id="{6FEBD888-6F31-4208-9916-8E7D23741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685"/>
              <a:ext cx="84" cy="46"/>
            </a:xfrm>
            <a:custGeom>
              <a:avLst/>
              <a:gdLst>
                <a:gd name="T0" fmla="*/ 72 w 91"/>
                <a:gd name="T1" fmla="*/ 3 h 49"/>
                <a:gd name="T2" fmla="*/ 28 w 91"/>
                <a:gd name="T3" fmla="*/ 23 h 49"/>
                <a:gd name="T4" fmla="*/ 0 w 91"/>
                <a:gd name="T5" fmla="*/ 40 h 49"/>
                <a:gd name="T6" fmla="*/ 42 w 91"/>
                <a:gd name="T7" fmla="*/ 15 h 49"/>
                <a:gd name="T8" fmla="*/ 72 w 91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49">
                  <a:moveTo>
                    <a:pt x="91" y="3"/>
                  </a:moveTo>
                  <a:cubicBezTo>
                    <a:pt x="79" y="0"/>
                    <a:pt x="48" y="21"/>
                    <a:pt x="36" y="29"/>
                  </a:cubicBezTo>
                  <a:cubicBezTo>
                    <a:pt x="26" y="35"/>
                    <a:pt x="5" y="41"/>
                    <a:pt x="0" y="49"/>
                  </a:cubicBezTo>
                  <a:cubicBezTo>
                    <a:pt x="17" y="37"/>
                    <a:pt x="35" y="27"/>
                    <a:pt x="54" y="18"/>
                  </a:cubicBezTo>
                  <a:cubicBezTo>
                    <a:pt x="66" y="12"/>
                    <a:pt x="82" y="10"/>
                    <a:pt x="9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0" name="Freeform 728">
              <a:extLst>
                <a:ext uri="{FF2B5EF4-FFF2-40B4-BE49-F238E27FC236}">
                  <a16:creationId xmlns:a16="http://schemas.microsoft.com/office/drawing/2014/main" id="{AA2BB7A1-49CD-4C76-80D3-D35F85883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642"/>
              <a:ext cx="23" cy="75"/>
            </a:xfrm>
            <a:custGeom>
              <a:avLst/>
              <a:gdLst>
                <a:gd name="T0" fmla="*/ 0 w 25"/>
                <a:gd name="T1" fmla="*/ 0 h 80"/>
                <a:gd name="T2" fmla="*/ 18 w 25"/>
                <a:gd name="T3" fmla="*/ 66 h 80"/>
                <a:gd name="T4" fmla="*/ 2 w 25"/>
                <a:gd name="T5" fmla="*/ 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0">
                  <a:moveTo>
                    <a:pt x="0" y="0"/>
                  </a:moveTo>
                  <a:cubicBezTo>
                    <a:pt x="21" y="26"/>
                    <a:pt x="16" y="51"/>
                    <a:pt x="24" y="80"/>
                  </a:cubicBezTo>
                  <a:cubicBezTo>
                    <a:pt x="25" y="56"/>
                    <a:pt x="17" y="31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1" name="Freeform 729">
              <a:extLst>
                <a:ext uri="{FF2B5EF4-FFF2-40B4-BE49-F238E27FC236}">
                  <a16:creationId xmlns:a16="http://schemas.microsoft.com/office/drawing/2014/main" id="{E5E32B9C-4464-4CBA-A66E-AF6AC1D9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838"/>
              <a:ext cx="50" cy="76"/>
            </a:xfrm>
            <a:custGeom>
              <a:avLst/>
              <a:gdLst>
                <a:gd name="T0" fmla="*/ 0 w 53"/>
                <a:gd name="T1" fmla="*/ 65 h 82"/>
                <a:gd name="T2" fmla="*/ 44 w 53"/>
                <a:gd name="T3" fmla="*/ 0 h 82"/>
                <a:gd name="T4" fmla="*/ 3 w 53"/>
                <a:gd name="T5" fmla="*/ 57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82">
                  <a:moveTo>
                    <a:pt x="0" y="82"/>
                  </a:moveTo>
                  <a:cubicBezTo>
                    <a:pt x="3" y="52"/>
                    <a:pt x="27" y="15"/>
                    <a:pt x="53" y="0"/>
                  </a:cubicBezTo>
                  <a:cubicBezTo>
                    <a:pt x="27" y="16"/>
                    <a:pt x="7" y="41"/>
                    <a:pt x="3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2" name="Freeform 730">
              <a:extLst>
                <a:ext uri="{FF2B5EF4-FFF2-40B4-BE49-F238E27FC236}">
                  <a16:creationId xmlns:a16="http://schemas.microsoft.com/office/drawing/2014/main" id="{6E003A98-1308-4AA3-80B6-F863802A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907"/>
              <a:ext cx="35" cy="51"/>
            </a:xfrm>
            <a:custGeom>
              <a:avLst/>
              <a:gdLst>
                <a:gd name="T0" fmla="*/ 0 w 37"/>
                <a:gd name="T1" fmla="*/ 0 h 55"/>
                <a:gd name="T2" fmla="*/ 31 w 37"/>
                <a:gd name="T3" fmla="*/ 44 h 55"/>
                <a:gd name="T4" fmla="*/ 6 w 37"/>
                <a:gd name="T5" fmla="*/ 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5">
                  <a:moveTo>
                    <a:pt x="0" y="0"/>
                  </a:moveTo>
                  <a:cubicBezTo>
                    <a:pt x="22" y="3"/>
                    <a:pt x="34" y="36"/>
                    <a:pt x="37" y="55"/>
                  </a:cubicBezTo>
                  <a:cubicBezTo>
                    <a:pt x="30" y="35"/>
                    <a:pt x="14" y="20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3" name="Freeform 731">
              <a:extLst>
                <a:ext uri="{FF2B5EF4-FFF2-40B4-BE49-F238E27FC236}">
                  <a16:creationId xmlns:a16="http://schemas.microsoft.com/office/drawing/2014/main" id="{7A505969-4BAF-4363-9072-BC231709D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945"/>
              <a:ext cx="125" cy="59"/>
            </a:xfrm>
            <a:custGeom>
              <a:avLst/>
              <a:gdLst>
                <a:gd name="T0" fmla="*/ 0 w 134"/>
                <a:gd name="T1" fmla="*/ 0 h 64"/>
                <a:gd name="T2" fmla="*/ 64 w 134"/>
                <a:gd name="T3" fmla="*/ 28 h 64"/>
                <a:gd name="T4" fmla="*/ 109 w 134"/>
                <a:gd name="T5" fmla="*/ 50 h 64"/>
                <a:gd name="T6" fmla="*/ 74 w 134"/>
                <a:gd name="T7" fmla="*/ 32 h 64"/>
                <a:gd name="T8" fmla="*/ 14 w 134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64">
                  <a:moveTo>
                    <a:pt x="0" y="0"/>
                  </a:moveTo>
                  <a:cubicBezTo>
                    <a:pt x="19" y="16"/>
                    <a:pt x="56" y="26"/>
                    <a:pt x="79" y="36"/>
                  </a:cubicBezTo>
                  <a:cubicBezTo>
                    <a:pt x="95" y="43"/>
                    <a:pt x="125" y="49"/>
                    <a:pt x="134" y="64"/>
                  </a:cubicBezTo>
                  <a:cubicBezTo>
                    <a:pt x="121" y="55"/>
                    <a:pt x="106" y="49"/>
                    <a:pt x="91" y="41"/>
                  </a:cubicBezTo>
                  <a:cubicBezTo>
                    <a:pt x="71" y="32"/>
                    <a:pt x="30" y="19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4" name="Freeform 732">
              <a:extLst>
                <a:ext uri="{FF2B5EF4-FFF2-40B4-BE49-F238E27FC236}">
                  <a16:creationId xmlns:a16="http://schemas.microsoft.com/office/drawing/2014/main" id="{8653B361-D189-4BDF-AFCC-013A271AA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903"/>
              <a:ext cx="65" cy="51"/>
            </a:xfrm>
            <a:custGeom>
              <a:avLst/>
              <a:gdLst>
                <a:gd name="T0" fmla="*/ 0 w 70"/>
                <a:gd name="T1" fmla="*/ 0 h 55"/>
                <a:gd name="T2" fmla="*/ 56 w 70"/>
                <a:gd name="T3" fmla="*/ 44 h 55"/>
                <a:gd name="T4" fmla="*/ 7 w 70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5">
                  <a:moveTo>
                    <a:pt x="0" y="0"/>
                  </a:moveTo>
                  <a:cubicBezTo>
                    <a:pt x="22" y="19"/>
                    <a:pt x="43" y="45"/>
                    <a:pt x="70" y="55"/>
                  </a:cubicBezTo>
                  <a:cubicBezTo>
                    <a:pt x="57" y="33"/>
                    <a:pt x="11" y="29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5" name="Freeform 733">
              <a:extLst>
                <a:ext uri="{FF2B5EF4-FFF2-40B4-BE49-F238E27FC236}">
                  <a16:creationId xmlns:a16="http://schemas.microsoft.com/office/drawing/2014/main" id="{DD52F3DE-9258-4088-87FA-FE1AC6CBD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974"/>
              <a:ext cx="55" cy="27"/>
            </a:xfrm>
            <a:custGeom>
              <a:avLst/>
              <a:gdLst>
                <a:gd name="T0" fmla="*/ 0 w 59"/>
                <a:gd name="T1" fmla="*/ 0 h 29"/>
                <a:gd name="T2" fmla="*/ 48 w 59"/>
                <a:gd name="T3" fmla="*/ 23 h 29"/>
                <a:gd name="T4" fmla="*/ 7 w 59"/>
                <a:gd name="T5" fmla="*/ 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9">
                  <a:moveTo>
                    <a:pt x="0" y="0"/>
                  </a:moveTo>
                  <a:cubicBezTo>
                    <a:pt x="18" y="12"/>
                    <a:pt x="41" y="16"/>
                    <a:pt x="59" y="29"/>
                  </a:cubicBezTo>
                  <a:cubicBezTo>
                    <a:pt x="42" y="21"/>
                    <a:pt x="26" y="7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6" name="Freeform 734">
              <a:extLst>
                <a:ext uri="{FF2B5EF4-FFF2-40B4-BE49-F238E27FC236}">
                  <a16:creationId xmlns:a16="http://schemas.microsoft.com/office/drawing/2014/main" id="{FD821A94-6E4C-478C-A2B6-ECF66AC26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3091"/>
              <a:ext cx="104" cy="40"/>
            </a:xfrm>
            <a:custGeom>
              <a:avLst/>
              <a:gdLst>
                <a:gd name="T0" fmla="*/ 2 w 112"/>
                <a:gd name="T1" fmla="*/ 31 h 43"/>
                <a:gd name="T2" fmla="*/ 0 w 112"/>
                <a:gd name="T3" fmla="*/ 29 h 43"/>
                <a:gd name="T4" fmla="*/ 38 w 112"/>
                <a:gd name="T5" fmla="*/ 17 h 43"/>
                <a:gd name="T6" fmla="*/ 90 w 112"/>
                <a:gd name="T7" fmla="*/ 2 h 43"/>
                <a:gd name="T8" fmla="*/ 7 w 112"/>
                <a:gd name="T9" fmla="*/ 3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3">
                  <a:moveTo>
                    <a:pt x="2" y="38"/>
                  </a:moveTo>
                  <a:cubicBezTo>
                    <a:pt x="1" y="37"/>
                    <a:pt x="0" y="36"/>
                    <a:pt x="0" y="35"/>
                  </a:cubicBezTo>
                  <a:cubicBezTo>
                    <a:pt x="16" y="36"/>
                    <a:pt x="31" y="26"/>
                    <a:pt x="47" y="20"/>
                  </a:cubicBezTo>
                  <a:cubicBezTo>
                    <a:pt x="65" y="13"/>
                    <a:pt x="97" y="14"/>
                    <a:pt x="112" y="2"/>
                  </a:cubicBezTo>
                  <a:cubicBezTo>
                    <a:pt x="94" y="0"/>
                    <a:pt x="9" y="43"/>
                    <a:pt x="7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7" name="Freeform 735">
              <a:extLst>
                <a:ext uri="{FF2B5EF4-FFF2-40B4-BE49-F238E27FC236}">
                  <a16:creationId xmlns:a16="http://schemas.microsoft.com/office/drawing/2014/main" id="{F7C3FB0D-4A42-4A54-8DD5-4C228373A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3046"/>
              <a:ext cx="51" cy="70"/>
            </a:xfrm>
            <a:custGeom>
              <a:avLst/>
              <a:gdLst>
                <a:gd name="T0" fmla="*/ 2 w 55"/>
                <a:gd name="T1" fmla="*/ 5 h 75"/>
                <a:gd name="T2" fmla="*/ 0 w 55"/>
                <a:gd name="T3" fmla="*/ 0 h 75"/>
                <a:gd name="T4" fmla="*/ 44 w 55"/>
                <a:gd name="T5" fmla="*/ 61 h 75"/>
                <a:gd name="T6" fmla="*/ 2 w 55"/>
                <a:gd name="T7" fmla="*/ 4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5">
                  <a:moveTo>
                    <a:pt x="2" y="5"/>
                  </a:moveTo>
                  <a:cubicBezTo>
                    <a:pt x="1" y="4"/>
                    <a:pt x="0" y="2"/>
                    <a:pt x="0" y="0"/>
                  </a:cubicBezTo>
                  <a:cubicBezTo>
                    <a:pt x="20" y="23"/>
                    <a:pt x="36" y="51"/>
                    <a:pt x="55" y="75"/>
                  </a:cubicBezTo>
                  <a:cubicBezTo>
                    <a:pt x="32" y="58"/>
                    <a:pt x="16" y="28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8" name="Freeform 736">
              <a:extLst>
                <a:ext uri="{FF2B5EF4-FFF2-40B4-BE49-F238E27FC236}">
                  <a16:creationId xmlns:a16="http://schemas.microsoft.com/office/drawing/2014/main" id="{129C25DC-AF6E-4A9B-BEC7-3CF7EE741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104"/>
              <a:ext cx="51" cy="114"/>
            </a:xfrm>
            <a:custGeom>
              <a:avLst/>
              <a:gdLst>
                <a:gd name="T0" fmla="*/ 0 w 55"/>
                <a:gd name="T1" fmla="*/ 0 h 122"/>
                <a:gd name="T2" fmla="*/ 44 w 55"/>
                <a:gd name="T3" fmla="*/ 100 h 122"/>
                <a:gd name="T4" fmla="*/ 0 w 55"/>
                <a:gd name="T5" fmla="*/ 6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22">
                  <a:moveTo>
                    <a:pt x="0" y="0"/>
                  </a:moveTo>
                  <a:cubicBezTo>
                    <a:pt x="8" y="40"/>
                    <a:pt x="33" y="87"/>
                    <a:pt x="55" y="122"/>
                  </a:cubicBezTo>
                  <a:cubicBezTo>
                    <a:pt x="26" y="92"/>
                    <a:pt x="15" y="4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9" name="Freeform 737">
              <a:extLst>
                <a:ext uri="{FF2B5EF4-FFF2-40B4-BE49-F238E27FC236}">
                  <a16:creationId xmlns:a16="http://schemas.microsoft.com/office/drawing/2014/main" id="{E2DFB2D9-3A65-4FF7-B6EB-B10DCEE00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253"/>
              <a:ext cx="132" cy="46"/>
            </a:xfrm>
            <a:custGeom>
              <a:avLst/>
              <a:gdLst>
                <a:gd name="T0" fmla="*/ 0 w 142"/>
                <a:gd name="T1" fmla="*/ 0 h 49"/>
                <a:gd name="T2" fmla="*/ 61 w 142"/>
                <a:gd name="T3" fmla="*/ 23 h 49"/>
                <a:gd name="T4" fmla="*/ 114 w 142"/>
                <a:gd name="T5" fmla="*/ 40 h 49"/>
                <a:gd name="T6" fmla="*/ 15 w 142"/>
                <a:gd name="T7" fmla="*/ 8 h 49"/>
                <a:gd name="T8" fmla="*/ 17 w 142"/>
                <a:gd name="T9" fmla="*/ 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9">
                  <a:moveTo>
                    <a:pt x="0" y="0"/>
                  </a:moveTo>
                  <a:cubicBezTo>
                    <a:pt x="5" y="8"/>
                    <a:pt x="62" y="23"/>
                    <a:pt x="76" y="29"/>
                  </a:cubicBezTo>
                  <a:cubicBezTo>
                    <a:pt x="97" y="37"/>
                    <a:pt x="123" y="38"/>
                    <a:pt x="142" y="49"/>
                  </a:cubicBezTo>
                  <a:cubicBezTo>
                    <a:pt x="104" y="29"/>
                    <a:pt x="57" y="22"/>
                    <a:pt x="18" y="8"/>
                  </a:cubicBezTo>
                  <a:cubicBezTo>
                    <a:pt x="17" y="5"/>
                    <a:pt x="20" y="6"/>
                    <a:pt x="2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0" name="Freeform 738">
              <a:extLst>
                <a:ext uri="{FF2B5EF4-FFF2-40B4-BE49-F238E27FC236}">
                  <a16:creationId xmlns:a16="http://schemas.microsoft.com/office/drawing/2014/main" id="{59974E4F-B68A-41A7-ABE8-F8E0A80D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202"/>
              <a:ext cx="90" cy="36"/>
            </a:xfrm>
            <a:custGeom>
              <a:avLst/>
              <a:gdLst>
                <a:gd name="T0" fmla="*/ 0 w 96"/>
                <a:gd name="T1" fmla="*/ 0 h 39"/>
                <a:gd name="T2" fmla="*/ 34 w 96"/>
                <a:gd name="T3" fmla="*/ 21 h 39"/>
                <a:gd name="T4" fmla="*/ 79 w 96"/>
                <a:gd name="T5" fmla="*/ 30 h 39"/>
                <a:gd name="T6" fmla="*/ 51 w 96"/>
                <a:gd name="T7" fmla="*/ 24 h 39"/>
                <a:gd name="T8" fmla="*/ 8 w 96"/>
                <a:gd name="T9" fmla="*/ 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9">
                  <a:moveTo>
                    <a:pt x="0" y="0"/>
                  </a:moveTo>
                  <a:cubicBezTo>
                    <a:pt x="14" y="9"/>
                    <a:pt x="25" y="20"/>
                    <a:pt x="40" y="27"/>
                  </a:cubicBezTo>
                  <a:cubicBezTo>
                    <a:pt x="58" y="35"/>
                    <a:pt x="77" y="36"/>
                    <a:pt x="96" y="39"/>
                  </a:cubicBezTo>
                  <a:cubicBezTo>
                    <a:pt x="86" y="35"/>
                    <a:pt x="73" y="34"/>
                    <a:pt x="62" y="30"/>
                  </a:cubicBezTo>
                  <a:cubicBezTo>
                    <a:pt x="42" y="24"/>
                    <a:pt x="25" y="1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1" name="Freeform 739">
              <a:extLst>
                <a:ext uri="{FF2B5EF4-FFF2-40B4-BE49-F238E27FC236}">
                  <a16:creationId xmlns:a16="http://schemas.microsoft.com/office/drawing/2014/main" id="{B9EAC9F2-B2A0-4C0B-A4ED-0A7ECA1DF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025"/>
              <a:ext cx="73" cy="36"/>
            </a:xfrm>
            <a:custGeom>
              <a:avLst/>
              <a:gdLst>
                <a:gd name="T0" fmla="*/ 0 w 79"/>
                <a:gd name="T1" fmla="*/ 2 h 39"/>
                <a:gd name="T2" fmla="*/ 24 w 79"/>
                <a:gd name="T3" fmla="*/ 12 h 39"/>
                <a:gd name="T4" fmla="*/ 62 w 79"/>
                <a:gd name="T5" fmla="*/ 30 h 39"/>
                <a:gd name="T6" fmla="*/ 33 w 79"/>
                <a:gd name="T7" fmla="*/ 12 h 39"/>
                <a:gd name="T8" fmla="*/ 4 w 79"/>
                <a:gd name="T9" fmla="*/ 2 h 39"/>
                <a:gd name="T10" fmla="*/ 6 w 79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9">
                  <a:moveTo>
                    <a:pt x="0" y="2"/>
                  </a:moveTo>
                  <a:cubicBezTo>
                    <a:pt x="4" y="7"/>
                    <a:pt x="22" y="12"/>
                    <a:pt x="30" y="15"/>
                  </a:cubicBezTo>
                  <a:cubicBezTo>
                    <a:pt x="48" y="21"/>
                    <a:pt x="63" y="30"/>
                    <a:pt x="79" y="39"/>
                  </a:cubicBezTo>
                  <a:cubicBezTo>
                    <a:pt x="66" y="31"/>
                    <a:pt x="55" y="22"/>
                    <a:pt x="42" y="15"/>
                  </a:cubicBezTo>
                  <a:cubicBezTo>
                    <a:pt x="30" y="10"/>
                    <a:pt x="15" y="8"/>
                    <a:pt x="4" y="2"/>
                  </a:cubicBezTo>
                  <a:cubicBezTo>
                    <a:pt x="5" y="0"/>
                    <a:pt x="6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2" name="Freeform 740">
              <a:extLst>
                <a:ext uri="{FF2B5EF4-FFF2-40B4-BE49-F238E27FC236}">
                  <a16:creationId xmlns:a16="http://schemas.microsoft.com/office/drawing/2014/main" id="{82C08618-A8DD-4FD5-B876-5886CE9CE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795"/>
              <a:ext cx="68" cy="64"/>
            </a:xfrm>
            <a:custGeom>
              <a:avLst/>
              <a:gdLst>
                <a:gd name="T0" fmla="*/ 59 w 73"/>
                <a:gd name="T1" fmla="*/ 0 h 69"/>
                <a:gd name="T2" fmla="*/ 30 w 73"/>
                <a:gd name="T3" fmla="*/ 19 h 69"/>
                <a:gd name="T4" fmla="*/ 0 w 73"/>
                <a:gd name="T5" fmla="*/ 55 h 69"/>
                <a:gd name="T6" fmla="*/ 29 w 73"/>
                <a:gd name="T7" fmla="*/ 30 h 69"/>
                <a:gd name="T8" fmla="*/ 59 w 73"/>
                <a:gd name="T9" fmla="*/ 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9">
                  <a:moveTo>
                    <a:pt x="73" y="0"/>
                  </a:moveTo>
                  <a:cubicBezTo>
                    <a:pt x="62" y="10"/>
                    <a:pt x="49" y="16"/>
                    <a:pt x="37" y="24"/>
                  </a:cubicBezTo>
                  <a:cubicBezTo>
                    <a:pt x="22" y="36"/>
                    <a:pt x="11" y="53"/>
                    <a:pt x="0" y="69"/>
                  </a:cubicBezTo>
                  <a:cubicBezTo>
                    <a:pt x="8" y="55"/>
                    <a:pt x="23" y="46"/>
                    <a:pt x="35" y="37"/>
                  </a:cubicBezTo>
                  <a:cubicBezTo>
                    <a:pt x="46" y="28"/>
                    <a:pt x="63" y="8"/>
                    <a:pt x="7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3" name="Freeform 741">
              <a:extLst>
                <a:ext uri="{FF2B5EF4-FFF2-40B4-BE49-F238E27FC236}">
                  <a16:creationId xmlns:a16="http://schemas.microsoft.com/office/drawing/2014/main" id="{E659BC19-42F3-43AA-8A17-25A9962B7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712"/>
              <a:ext cx="64" cy="67"/>
            </a:xfrm>
            <a:custGeom>
              <a:avLst/>
              <a:gdLst>
                <a:gd name="T0" fmla="*/ 2 w 69"/>
                <a:gd name="T1" fmla="*/ 7 h 72"/>
                <a:gd name="T2" fmla="*/ 0 w 69"/>
                <a:gd name="T3" fmla="*/ 3 h 72"/>
                <a:gd name="T4" fmla="*/ 33 w 69"/>
                <a:gd name="T5" fmla="*/ 24 h 72"/>
                <a:gd name="T6" fmla="*/ 55 w 69"/>
                <a:gd name="T7" fmla="*/ 58 h 72"/>
                <a:gd name="T8" fmla="*/ 32 w 69"/>
                <a:gd name="T9" fmla="*/ 27 h 72"/>
                <a:gd name="T10" fmla="*/ 5 w 69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72">
                  <a:moveTo>
                    <a:pt x="2" y="8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14" y="10"/>
                    <a:pt x="31" y="19"/>
                    <a:pt x="42" y="30"/>
                  </a:cubicBezTo>
                  <a:cubicBezTo>
                    <a:pt x="54" y="42"/>
                    <a:pt x="59" y="59"/>
                    <a:pt x="69" y="72"/>
                  </a:cubicBezTo>
                  <a:cubicBezTo>
                    <a:pt x="58" y="62"/>
                    <a:pt x="51" y="45"/>
                    <a:pt x="41" y="33"/>
                  </a:cubicBezTo>
                  <a:cubicBezTo>
                    <a:pt x="30" y="22"/>
                    <a:pt x="17" y="9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4" name="Freeform 742">
              <a:extLst>
                <a:ext uri="{FF2B5EF4-FFF2-40B4-BE49-F238E27FC236}">
                  <a16:creationId xmlns:a16="http://schemas.microsoft.com/office/drawing/2014/main" id="{958816E6-1383-434A-87A3-4CC78B69F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605"/>
              <a:ext cx="14" cy="99"/>
            </a:xfrm>
            <a:custGeom>
              <a:avLst/>
              <a:gdLst>
                <a:gd name="T0" fmla="*/ 7 w 15"/>
                <a:gd name="T1" fmla="*/ 7 h 106"/>
                <a:gd name="T2" fmla="*/ 10 w 15"/>
                <a:gd name="T3" fmla="*/ 0 h 106"/>
                <a:gd name="T4" fmla="*/ 12 w 15"/>
                <a:gd name="T5" fmla="*/ 86 h 106"/>
                <a:gd name="T6" fmla="*/ 7 w 15"/>
                <a:gd name="T7" fmla="*/ 8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6">
                  <a:moveTo>
                    <a:pt x="10" y="8"/>
                  </a:moveTo>
                  <a:cubicBezTo>
                    <a:pt x="12" y="5"/>
                    <a:pt x="14" y="4"/>
                    <a:pt x="13" y="0"/>
                  </a:cubicBezTo>
                  <a:cubicBezTo>
                    <a:pt x="2" y="33"/>
                    <a:pt x="12" y="73"/>
                    <a:pt x="15" y="106"/>
                  </a:cubicBezTo>
                  <a:cubicBezTo>
                    <a:pt x="4" y="86"/>
                    <a:pt x="0" y="28"/>
                    <a:pt x="1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5" name="Freeform 743">
              <a:extLst>
                <a:ext uri="{FF2B5EF4-FFF2-40B4-BE49-F238E27FC236}">
                  <a16:creationId xmlns:a16="http://schemas.microsoft.com/office/drawing/2014/main" id="{7D03B93F-B5E2-4E3F-A4D0-56137671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095"/>
              <a:ext cx="44" cy="122"/>
            </a:xfrm>
            <a:custGeom>
              <a:avLst/>
              <a:gdLst>
                <a:gd name="T0" fmla="*/ 38 w 47"/>
                <a:gd name="T1" fmla="*/ 1 h 131"/>
                <a:gd name="T2" fmla="*/ 21 w 47"/>
                <a:gd name="T3" fmla="*/ 37 h 131"/>
                <a:gd name="T4" fmla="*/ 7 w 47"/>
                <a:gd name="T5" fmla="*/ 106 h 131"/>
                <a:gd name="T6" fmla="*/ 20 w 47"/>
                <a:gd name="T7" fmla="*/ 44 h 131"/>
                <a:gd name="T8" fmla="*/ 32 w 47"/>
                <a:gd name="T9" fmla="*/ 9 h 131"/>
                <a:gd name="T10" fmla="*/ 33 w 47"/>
                <a:gd name="T11" fmla="*/ 7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1">
                  <a:moveTo>
                    <a:pt x="47" y="1"/>
                  </a:moveTo>
                  <a:cubicBezTo>
                    <a:pt x="37" y="13"/>
                    <a:pt x="32" y="31"/>
                    <a:pt x="26" y="46"/>
                  </a:cubicBezTo>
                  <a:cubicBezTo>
                    <a:pt x="16" y="71"/>
                    <a:pt x="0" y="103"/>
                    <a:pt x="7" y="131"/>
                  </a:cubicBezTo>
                  <a:cubicBezTo>
                    <a:pt x="10" y="105"/>
                    <a:pt x="17" y="79"/>
                    <a:pt x="24" y="55"/>
                  </a:cubicBezTo>
                  <a:cubicBezTo>
                    <a:pt x="29" y="40"/>
                    <a:pt x="34" y="26"/>
                    <a:pt x="38" y="12"/>
                  </a:cubicBezTo>
                  <a:cubicBezTo>
                    <a:pt x="39" y="11"/>
                    <a:pt x="41" y="0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6" name="Freeform 744">
              <a:extLst>
                <a:ext uri="{FF2B5EF4-FFF2-40B4-BE49-F238E27FC236}">
                  <a16:creationId xmlns:a16="http://schemas.microsoft.com/office/drawing/2014/main" id="{02FB024C-C6F5-4529-86E8-FCDD99856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3165"/>
              <a:ext cx="19" cy="54"/>
            </a:xfrm>
            <a:custGeom>
              <a:avLst/>
              <a:gdLst>
                <a:gd name="T0" fmla="*/ 10 w 20"/>
                <a:gd name="T1" fmla="*/ 0 h 58"/>
                <a:gd name="T2" fmla="*/ 0 w 20"/>
                <a:gd name="T3" fmla="*/ 47 h 58"/>
                <a:gd name="T4" fmla="*/ 10 w 20"/>
                <a:gd name="T5" fmla="*/ 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8">
                  <a:moveTo>
                    <a:pt x="10" y="0"/>
                  </a:moveTo>
                  <a:cubicBezTo>
                    <a:pt x="17" y="19"/>
                    <a:pt x="20" y="46"/>
                    <a:pt x="0" y="58"/>
                  </a:cubicBezTo>
                  <a:cubicBezTo>
                    <a:pt x="16" y="44"/>
                    <a:pt x="15" y="22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7" name="Freeform 745">
              <a:extLst>
                <a:ext uri="{FF2B5EF4-FFF2-40B4-BE49-F238E27FC236}">
                  <a16:creationId xmlns:a16="http://schemas.microsoft.com/office/drawing/2014/main" id="{191D1B88-F13F-4101-9637-4D1A7B99B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216"/>
              <a:ext cx="64" cy="48"/>
            </a:xfrm>
            <a:custGeom>
              <a:avLst/>
              <a:gdLst>
                <a:gd name="T0" fmla="*/ 1 w 69"/>
                <a:gd name="T1" fmla="*/ 0 h 52"/>
                <a:gd name="T2" fmla="*/ 23 w 69"/>
                <a:gd name="T3" fmla="*/ 11 h 52"/>
                <a:gd name="T4" fmla="*/ 55 w 69"/>
                <a:gd name="T5" fmla="*/ 41 h 52"/>
                <a:gd name="T6" fmla="*/ 37 w 69"/>
                <a:gd name="T7" fmla="*/ 17 h 52"/>
                <a:gd name="T8" fmla="*/ 0 w 69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2">
                  <a:moveTo>
                    <a:pt x="1" y="0"/>
                  </a:moveTo>
                  <a:cubicBezTo>
                    <a:pt x="2" y="3"/>
                    <a:pt x="22" y="10"/>
                    <a:pt x="29" y="14"/>
                  </a:cubicBezTo>
                  <a:cubicBezTo>
                    <a:pt x="43" y="22"/>
                    <a:pt x="67" y="34"/>
                    <a:pt x="69" y="52"/>
                  </a:cubicBezTo>
                  <a:cubicBezTo>
                    <a:pt x="61" y="42"/>
                    <a:pt x="56" y="29"/>
                    <a:pt x="46" y="21"/>
                  </a:cubicBezTo>
                  <a:cubicBezTo>
                    <a:pt x="35" y="11"/>
                    <a:pt x="6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8" name="Freeform 746">
              <a:extLst>
                <a:ext uri="{FF2B5EF4-FFF2-40B4-BE49-F238E27FC236}">
                  <a16:creationId xmlns:a16="http://schemas.microsoft.com/office/drawing/2014/main" id="{2D677C98-F6AA-42A4-8118-E10018B0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3280"/>
              <a:ext cx="27" cy="122"/>
            </a:xfrm>
            <a:custGeom>
              <a:avLst/>
              <a:gdLst>
                <a:gd name="T0" fmla="*/ 23 w 29"/>
                <a:gd name="T1" fmla="*/ 0 h 131"/>
                <a:gd name="T2" fmla="*/ 4 w 29"/>
                <a:gd name="T3" fmla="*/ 106 h 131"/>
                <a:gd name="T4" fmla="*/ 5 w 29"/>
                <a:gd name="T5" fmla="*/ 61 h 131"/>
                <a:gd name="T6" fmla="*/ 18 w 29"/>
                <a:gd name="T7" fmla="*/ 4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31">
                  <a:moveTo>
                    <a:pt x="29" y="0"/>
                  </a:moveTo>
                  <a:cubicBezTo>
                    <a:pt x="0" y="30"/>
                    <a:pt x="1" y="93"/>
                    <a:pt x="4" y="131"/>
                  </a:cubicBezTo>
                  <a:cubicBezTo>
                    <a:pt x="11" y="115"/>
                    <a:pt x="4" y="93"/>
                    <a:pt x="5" y="75"/>
                  </a:cubicBezTo>
                  <a:cubicBezTo>
                    <a:pt x="5" y="62"/>
                    <a:pt x="5" y="9"/>
                    <a:pt x="2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9" name="Freeform 747">
              <a:extLst>
                <a:ext uri="{FF2B5EF4-FFF2-40B4-BE49-F238E27FC236}">
                  <a16:creationId xmlns:a16="http://schemas.microsoft.com/office/drawing/2014/main" id="{6EF44D9F-78CF-4A52-AFBD-363FC756E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836"/>
              <a:ext cx="25" cy="113"/>
            </a:xfrm>
            <a:custGeom>
              <a:avLst/>
              <a:gdLst>
                <a:gd name="T0" fmla="*/ 21 w 27"/>
                <a:gd name="T1" fmla="*/ 0 h 121"/>
                <a:gd name="T2" fmla="*/ 8 w 27"/>
                <a:gd name="T3" fmla="*/ 43 h 121"/>
                <a:gd name="T4" fmla="*/ 1 w 27"/>
                <a:gd name="T5" fmla="*/ 99 h 121"/>
                <a:gd name="T6" fmla="*/ 17 w 27"/>
                <a:gd name="T7" fmla="*/ 13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21">
                  <a:moveTo>
                    <a:pt x="27" y="0"/>
                  </a:moveTo>
                  <a:cubicBezTo>
                    <a:pt x="18" y="13"/>
                    <a:pt x="15" y="37"/>
                    <a:pt x="11" y="53"/>
                  </a:cubicBezTo>
                  <a:cubicBezTo>
                    <a:pt x="5" y="75"/>
                    <a:pt x="3" y="98"/>
                    <a:pt x="1" y="121"/>
                  </a:cubicBezTo>
                  <a:cubicBezTo>
                    <a:pt x="0" y="90"/>
                    <a:pt x="4" y="43"/>
                    <a:pt x="2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0" name="Freeform 748">
              <a:extLst>
                <a:ext uri="{FF2B5EF4-FFF2-40B4-BE49-F238E27FC236}">
                  <a16:creationId xmlns:a16="http://schemas.microsoft.com/office/drawing/2014/main" id="{8BC7CFDF-EB01-4FE7-82EA-87A05009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2805"/>
              <a:ext cx="55" cy="68"/>
            </a:xfrm>
            <a:custGeom>
              <a:avLst/>
              <a:gdLst>
                <a:gd name="T0" fmla="*/ 48 w 59"/>
                <a:gd name="T1" fmla="*/ 0 h 73"/>
                <a:gd name="T2" fmla="*/ 0 w 59"/>
                <a:gd name="T3" fmla="*/ 59 h 73"/>
                <a:gd name="T4" fmla="*/ 44 w 59"/>
                <a:gd name="T5" fmla="*/ 1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73">
                  <a:moveTo>
                    <a:pt x="59" y="0"/>
                  </a:moveTo>
                  <a:cubicBezTo>
                    <a:pt x="38" y="22"/>
                    <a:pt x="19" y="49"/>
                    <a:pt x="0" y="73"/>
                  </a:cubicBezTo>
                  <a:cubicBezTo>
                    <a:pt x="13" y="50"/>
                    <a:pt x="41" y="39"/>
                    <a:pt x="5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1" name="Freeform 749">
              <a:extLst>
                <a:ext uri="{FF2B5EF4-FFF2-40B4-BE49-F238E27FC236}">
                  <a16:creationId xmlns:a16="http://schemas.microsoft.com/office/drawing/2014/main" id="{E05E6E84-1511-46E4-81EA-3C5AA1D9F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897"/>
              <a:ext cx="70" cy="39"/>
            </a:xfrm>
            <a:custGeom>
              <a:avLst/>
              <a:gdLst>
                <a:gd name="T0" fmla="*/ 61 w 75"/>
                <a:gd name="T1" fmla="*/ 0 h 42"/>
                <a:gd name="T2" fmla="*/ 0 w 75"/>
                <a:gd name="T3" fmla="*/ 33 h 42"/>
                <a:gd name="T4" fmla="*/ 60 w 75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2">
                  <a:moveTo>
                    <a:pt x="75" y="0"/>
                  </a:moveTo>
                  <a:cubicBezTo>
                    <a:pt x="56" y="15"/>
                    <a:pt x="25" y="29"/>
                    <a:pt x="0" y="42"/>
                  </a:cubicBezTo>
                  <a:cubicBezTo>
                    <a:pt x="27" y="36"/>
                    <a:pt x="48" y="11"/>
                    <a:pt x="7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2" name="Freeform 750">
              <a:extLst>
                <a:ext uri="{FF2B5EF4-FFF2-40B4-BE49-F238E27FC236}">
                  <a16:creationId xmlns:a16="http://schemas.microsoft.com/office/drawing/2014/main" id="{5220BFFA-199E-4975-A0A1-17F9A34C7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942"/>
              <a:ext cx="60" cy="28"/>
            </a:xfrm>
            <a:custGeom>
              <a:avLst/>
              <a:gdLst>
                <a:gd name="T0" fmla="*/ 51 w 65"/>
                <a:gd name="T1" fmla="*/ 2 h 30"/>
                <a:gd name="T2" fmla="*/ 36 w 65"/>
                <a:gd name="T3" fmla="*/ 7 h 30"/>
                <a:gd name="T4" fmla="*/ 0 w 65"/>
                <a:gd name="T5" fmla="*/ 24 h 30"/>
                <a:gd name="T6" fmla="*/ 18 w 65"/>
                <a:gd name="T7" fmla="*/ 13 h 30"/>
                <a:gd name="T8" fmla="*/ 44 w 65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0">
                  <a:moveTo>
                    <a:pt x="65" y="2"/>
                  </a:moveTo>
                  <a:cubicBezTo>
                    <a:pt x="59" y="0"/>
                    <a:pt x="52" y="7"/>
                    <a:pt x="45" y="10"/>
                  </a:cubicBezTo>
                  <a:cubicBezTo>
                    <a:pt x="30" y="17"/>
                    <a:pt x="14" y="21"/>
                    <a:pt x="0" y="30"/>
                  </a:cubicBezTo>
                  <a:cubicBezTo>
                    <a:pt x="8" y="26"/>
                    <a:pt x="16" y="20"/>
                    <a:pt x="24" y="16"/>
                  </a:cubicBezTo>
                  <a:cubicBezTo>
                    <a:pt x="34" y="11"/>
                    <a:pt x="48" y="11"/>
                    <a:pt x="5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3" name="Freeform 751">
              <a:extLst>
                <a:ext uri="{FF2B5EF4-FFF2-40B4-BE49-F238E27FC236}">
                  <a16:creationId xmlns:a16="http://schemas.microsoft.com/office/drawing/2014/main" id="{6B51B956-CB25-47FF-A054-C566CBE3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008"/>
              <a:ext cx="43" cy="58"/>
            </a:xfrm>
            <a:custGeom>
              <a:avLst/>
              <a:gdLst>
                <a:gd name="T0" fmla="*/ 0 w 47"/>
                <a:gd name="T1" fmla="*/ 6 h 62"/>
                <a:gd name="T2" fmla="*/ 36 w 47"/>
                <a:gd name="T3" fmla="*/ 51 h 62"/>
                <a:gd name="T4" fmla="*/ 2 w 47"/>
                <a:gd name="T5" fmla="*/ 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2">
                  <a:moveTo>
                    <a:pt x="0" y="6"/>
                  </a:moveTo>
                  <a:cubicBezTo>
                    <a:pt x="9" y="0"/>
                    <a:pt x="39" y="53"/>
                    <a:pt x="47" y="62"/>
                  </a:cubicBezTo>
                  <a:cubicBezTo>
                    <a:pt x="35" y="42"/>
                    <a:pt x="12" y="27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4" name="Freeform 752">
              <a:extLst>
                <a:ext uri="{FF2B5EF4-FFF2-40B4-BE49-F238E27FC236}">
                  <a16:creationId xmlns:a16="http://schemas.microsoft.com/office/drawing/2014/main" id="{5029CD51-06DA-4D0C-92DF-F2E6801CE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3130"/>
              <a:ext cx="99" cy="28"/>
            </a:xfrm>
            <a:custGeom>
              <a:avLst/>
              <a:gdLst>
                <a:gd name="T0" fmla="*/ 0 w 107"/>
                <a:gd name="T1" fmla="*/ 24 h 30"/>
                <a:gd name="T2" fmla="*/ 36 w 107"/>
                <a:gd name="T3" fmla="*/ 12 h 30"/>
                <a:gd name="T4" fmla="*/ 85 w 107"/>
                <a:gd name="T5" fmla="*/ 3 h 30"/>
                <a:gd name="T6" fmla="*/ 56 w 107"/>
                <a:gd name="T7" fmla="*/ 4 h 30"/>
                <a:gd name="T8" fmla="*/ 9 w 107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30">
                  <a:moveTo>
                    <a:pt x="0" y="30"/>
                  </a:moveTo>
                  <a:cubicBezTo>
                    <a:pt x="8" y="25"/>
                    <a:pt x="33" y="18"/>
                    <a:pt x="45" y="15"/>
                  </a:cubicBezTo>
                  <a:cubicBezTo>
                    <a:pt x="62" y="11"/>
                    <a:pt x="91" y="0"/>
                    <a:pt x="107" y="3"/>
                  </a:cubicBezTo>
                  <a:cubicBezTo>
                    <a:pt x="95" y="4"/>
                    <a:pt x="83" y="3"/>
                    <a:pt x="70" y="4"/>
                  </a:cubicBezTo>
                  <a:cubicBezTo>
                    <a:pt x="51" y="6"/>
                    <a:pt x="31" y="12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5" name="Freeform 753">
              <a:extLst>
                <a:ext uri="{FF2B5EF4-FFF2-40B4-BE49-F238E27FC236}">
                  <a16:creationId xmlns:a16="http://schemas.microsoft.com/office/drawing/2014/main" id="{00BF5E59-C5FD-4F54-B232-F72BEDADA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779"/>
              <a:ext cx="88" cy="49"/>
            </a:xfrm>
            <a:custGeom>
              <a:avLst/>
              <a:gdLst>
                <a:gd name="T0" fmla="*/ 0 w 95"/>
                <a:gd name="T1" fmla="*/ 0 h 52"/>
                <a:gd name="T2" fmla="*/ 31 w 95"/>
                <a:gd name="T3" fmla="*/ 19 h 52"/>
                <a:gd name="T4" fmla="*/ 76 w 95"/>
                <a:gd name="T5" fmla="*/ 43 h 52"/>
                <a:gd name="T6" fmla="*/ 51 w 95"/>
                <a:gd name="T7" fmla="*/ 29 h 52"/>
                <a:gd name="T8" fmla="*/ 10 w 95"/>
                <a:gd name="T9" fmla="*/ 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2">
                  <a:moveTo>
                    <a:pt x="0" y="0"/>
                  </a:moveTo>
                  <a:cubicBezTo>
                    <a:pt x="14" y="3"/>
                    <a:pt x="28" y="14"/>
                    <a:pt x="40" y="22"/>
                  </a:cubicBezTo>
                  <a:cubicBezTo>
                    <a:pt x="58" y="32"/>
                    <a:pt x="79" y="39"/>
                    <a:pt x="95" y="52"/>
                  </a:cubicBezTo>
                  <a:cubicBezTo>
                    <a:pt x="84" y="50"/>
                    <a:pt x="73" y="41"/>
                    <a:pt x="64" y="35"/>
                  </a:cubicBezTo>
                  <a:cubicBezTo>
                    <a:pt x="47" y="25"/>
                    <a:pt x="28" y="16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6" name="Freeform 754">
              <a:extLst>
                <a:ext uri="{FF2B5EF4-FFF2-40B4-BE49-F238E27FC236}">
                  <a16:creationId xmlns:a16="http://schemas.microsoft.com/office/drawing/2014/main" id="{74F0EE05-5EFF-496A-99D0-4ACBAFD4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624"/>
              <a:ext cx="51" cy="107"/>
            </a:xfrm>
            <a:custGeom>
              <a:avLst/>
              <a:gdLst>
                <a:gd name="T0" fmla="*/ 45 w 54"/>
                <a:gd name="T1" fmla="*/ 0 h 115"/>
                <a:gd name="T2" fmla="*/ 15 w 54"/>
                <a:gd name="T3" fmla="*/ 25 h 115"/>
                <a:gd name="T4" fmla="*/ 11 w 54"/>
                <a:gd name="T5" fmla="*/ 93 h 115"/>
                <a:gd name="T6" fmla="*/ 26 w 54"/>
                <a:gd name="T7" fmla="*/ 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15">
                  <a:moveTo>
                    <a:pt x="54" y="0"/>
                  </a:moveTo>
                  <a:cubicBezTo>
                    <a:pt x="46" y="11"/>
                    <a:pt x="27" y="18"/>
                    <a:pt x="18" y="31"/>
                  </a:cubicBezTo>
                  <a:cubicBezTo>
                    <a:pt x="0" y="57"/>
                    <a:pt x="10" y="87"/>
                    <a:pt x="14" y="115"/>
                  </a:cubicBezTo>
                  <a:cubicBezTo>
                    <a:pt x="4" y="76"/>
                    <a:pt x="8" y="40"/>
                    <a:pt x="3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7" name="Freeform 755">
              <a:extLst>
                <a:ext uri="{FF2B5EF4-FFF2-40B4-BE49-F238E27FC236}">
                  <a16:creationId xmlns:a16="http://schemas.microsoft.com/office/drawing/2014/main" id="{0F4E77E8-EAB8-4267-9E11-915A5C21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582"/>
              <a:ext cx="101" cy="28"/>
            </a:xfrm>
            <a:custGeom>
              <a:avLst/>
              <a:gdLst>
                <a:gd name="T0" fmla="*/ 4 w 109"/>
                <a:gd name="T1" fmla="*/ 4 h 30"/>
                <a:gd name="T2" fmla="*/ 0 w 109"/>
                <a:gd name="T3" fmla="*/ 0 h 30"/>
                <a:gd name="T4" fmla="*/ 42 w 109"/>
                <a:gd name="T5" fmla="*/ 7 h 30"/>
                <a:gd name="T6" fmla="*/ 87 w 109"/>
                <a:gd name="T7" fmla="*/ 23 h 30"/>
                <a:gd name="T8" fmla="*/ 49 w 109"/>
                <a:gd name="T9" fmla="*/ 12 h 30"/>
                <a:gd name="T10" fmla="*/ 7 w 109"/>
                <a:gd name="T11" fmla="*/ 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30">
                  <a:moveTo>
                    <a:pt x="4" y="4"/>
                  </a:moveTo>
                  <a:cubicBezTo>
                    <a:pt x="3" y="3"/>
                    <a:pt x="1" y="2"/>
                    <a:pt x="0" y="0"/>
                  </a:cubicBezTo>
                  <a:cubicBezTo>
                    <a:pt x="16" y="7"/>
                    <a:pt x="36" y="4"/>
                    <a:pt x="53" y="10"/>
                  </a:cubicBezTo>
                  <a:cubicBezTo>
                    <a:pt x="72" y="16"/>
                    <a:pt x="90" y="25"/>
                    <a:pt x="109" y="29"/>
                  </a:cubicBezTo>
                  <a:cubicBezTo>
                    <a:pt x="93" y="30"/>
                    <a:pt x="77" y="22"/>
                    <a:pt x="62" y="15"/>
                  </a:cubicBezTo>
                  <a:cubicBezTo>
                    <a:pt x="51" y="10"/>
                    <a:pt x="14" y="8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8" name="Freeform 756">
              <a:extLst>
                <a:ext uri="{FF2B5EF4-FFF2-40B4-BE49-F238E27FC236}">
                  <a16:creationId xmlns:a16="http://schemas.microsoft.com/office/drawing/2014/main" id="{FB3E98CC-515A-4814-A53C-11100EA06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576"/>
              <a:ext cx="37" cy="39"/>
            </a:xfrm>
            <a:custGeom>
              <a:avLst/>
              <a:gdLst>
                <a:gd name="T0" fmla="*/ 31 w 40"/>
                <a:gd name="T1" fmla="*/ 1 h 42"/>
                <a:gd name="T2" fmla="*/ 0 w 40"/>
                <a:gd name="T3" fmla="*/ 33 h 42"/>
                <a:gd name="T4" fmla="*/ 25 w 40"/>
                <a:gd name="T5" fmla="*/ 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2">
                  <a:moveTo>
                    <a:pt x="40" y="1"/>
                  </a:moveTo>
                  <a:cubicBezTo>
                    <a:pt x="37" y="0"/>
                    <a:pt x="5" y="34"/>
                    <a:pt x="0" y="42"/>
                  </a:cubicBezTo>
                  <a:cubicBezTo>
                    <a:pt x="11" y="33"/>
                    <a:pt x="20" y="13"/>
                    <a:pt x="3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9" name="Freeform 757">
              <a:extLst>
                <a:ext uri="{FF2B5EF4-FFF2-40B4-BE49-F238E27FC236}">
                  <a16:creationId xmlns:a16="http://schemas.microsoft.com/office/drawing/2014/main" id="{807DB5B2-24AA-4314-A565-2ED77B75D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697"/>
              <a:ext cx="116" cy="24"/>
            </a:xfrm>
            <a:custGeom>
              <a:avLst/>
              <a:gdLst>
                <a:gd name="T0" fmla="*/ 100 w 125"/>
                <a:gd name="T1" fmla="*/ 1 h 25"/>
                <a:gd name="T2" fmla="*/ 63 w 125"/>
                <a:gd name="T3" fmla="*/ 12 h 25"/>
                <a:gd name="T4" fmla="*/ 0 w 125"/>
                <a:gd name="T5" fmla="*/ 22 h 25"/>
                <a:gd name="T6" fmla="*/ 83 w 125"/>
                <a:gd name="T7" fmla="*/ 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25">
                  <a:moveTo>
                    <a:pt x="125" y="1"/>
                  </a:moveTo>
                  <a:cubicBezTo>
                    <a:pt x="109" y="0"/>
                    <a:pt x="94" y="10"/>
                    <a:pt x="79" y="13"/>
                  </a:cubicBezTo>
                  <a:cubicBezTo>
                    <a:pt x="53" y="18"/>
                    <a:pt x="26" y="17"/>
                    <a:pt x="0" y="25"/>
                  </a:cubicBezTo>
                  <a:cubicBezTo>
                    <a:pt x="34" y="19"/>
                    <a:pt x="69" y="9"/>
                    <a:pt x="10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0" name="Freeform 758">
              <a:extLst>
                <a:ext uri="{FF2B5EF4-FFF2-40B4-BE49-F238E27FC236}">
                  <a16:creationId xmlns:a16="http://schemas.microsoft.com/office/drawing/2014/main" id="{69BCCD46-43A6-42B3-BEA0-D271EDDA4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2644"/>
              <a:ext cx="49" cy="34"/>
            </a:xfrm>
            <a:custGeom>
              <a:avLst/>
              <a:gdLst>
                <a:gd name="T0" fmla="*/ 41 w 52"/>
                <a:gd name="T1" fmla="*/ 3 h 36"/>
                <a:gd name="T2" fmla="*/ 0 w 52"/>
                <a:gd name="T3" fmla="*/ 30 h 36"/>
                <a:gd name="T4" fmla="*/ 43 w 5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6">
                  <a:moveTo>
                    <a:pt x="49" y="3"/>
                  </a:moveTo>
                  <a:cubicBezTo>
                    <a:pt x="33" y="15"/>
                    <a:pt x="15" y="24"/>
                    <a:pt x="0" y="36"/>
                  </a:cubicBezTo>
                  <a:cubicBezTo>
                    <a:pt x="23" y="30"/>
                    <a:pt x="34" y="13"/>
                    <a:pt x="5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1" name="Freeform 759">
              <a:extLst>
                <a:ext uri="{FF2B5EF4-FFF2-40B4-BE49-F238E27FC236}">
                  <a16:creationId xmlns:a16="http://schemas.microsoft.com/office/drawing/2014/main" id="{B1BB1C92-7D67-4C05-A5F1-C5F94848D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2688"/>
              <a:ext cx="17" cy="63"/>
            </a:xfrm>
            <a:custGeom>
              <a:avLst/>
              <a:gdLst>
                <a:gd name="T0" fmla="*/ 9 w 18"/>
                <a:gd name="T1" fmla="*/ 6 h 68"/>
                <a:gd name="T2" fmla="*/ 7 w 18"/>
                <a:gd name="T3" fmla="*/ 0 h 68"/>
                <a:gd name="T4" fmla="*/ 15 w 18"/>
                <a:gd name="T5" fmla="*/ 54 h 68"/>
                <a:gd name="T6" fmla="*/ 3 w 18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8">
                  <a:moveTo>
                    <a:pt x="9" y="7"/>
                  </a:moveTo>
                  <a:cubicBezTo>
                    <a:pt x="8" y="4"/>
                    <a:pt x="9" y="2"/>
                    <a:pt x="7" y="0"/>
                  </a:cubicBezTo>
                  <a:cubicBezTo>
                    <a:pt x="0" y="19"/>
                    <a:pt x="18" y="47"/>
                    <a:pt x="18" y="68"/>
                  </a:cubicBezTo>
                  <a:cubicBezTo>
                    <a:pt x="17" y="46"/>
                    <a:pt x="8" y="2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2" name="Freeform 760">
              <a:extLst>
                <a:ext uri="{FF2B5EF4-FFF2-40B4-BE49-F238E27FC236}">
                  <a16:creationId xmlns:a16="http://schemas.microsoft.com/office/drawing/2014/main" id="{7B045A78-57C2-472E-9071-FC2541D0B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734"/>
              <a:ext cx="85" cy="48"/>
            </a:xfrm>
            <a:custGeom>
              <a:avLst/>
              <a:gdLst>
                <a:gd name="T0" fmla="*/ 74 w 91"/>
                <a:gd name="T1" fmla="*/ 3 h 52"/>
                <a:gd name="T2" fmla="*/ 0 w 91"/>
                <a:gd name="T3" fmla="*/ 41 h 52"/>
                <a:gd name="T4" fmla="*/ 59 w 9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91" y="3"/>
                  </a:moveTo>
                  <a:cubicBezTo>
                    <a:pt x="53" y="1"/>
                    <a:pt x="30" y="33"/>
                    <a:pt x="0" y="52"/>
                  </a:cubicBezTo>
                  <a:cubicBezTo>
                    <a:pt x="24" y="35"/>
                    <a:pt x="50" y="18"/>
                    <a:pt x="7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3" name="Freeform 761">
              <a:extLst>
                <a:ext uri="{FF2B5EF4-FFF2-40B4-BE49-F238E27FC236}">
                  <a16:creationId xmlns:a16="http://schemas.microsoft.com/office/drawing/2014/main" id="{B9E29A77-67BC-471B-8975-3AAF43DB5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490"/>
              <a:ext cx="124" cy="59"/>
            </a:xfrm>
            <a:custGeom>
              <a:avLst/>
              <a:gdLst>
                <a:gd name="T0" fmla="*/ 0 w 133"/>
                <a:gd name="T1" fmla="*/ 50 h 64"/>
                <a:gd name="T2" fmla="*/ 108 w 133"/>
                <a:gd name="T3" fmla="*/ 0 h 64"/>
                <a:gd name="T4" fmla="*/ 20 w 133"/>
                <a:gd name="T5" fmla="*/ 4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64">
                  <a:moveTo>
                    <a:pt x="0" y="64"/>
                  </a:moveTo>
                  <a:cubicBezTo>
                    <a:pt x="45" y="45"/>
                    <a:pt x="87" y="18"/>
                    <a:pt x="133" y="0"/>
                  </a:cubicBezTo>
                  <a:cubicBezTo>
                    <a:pt x="97" y="15"/>
                    <a:pt x="60" y="34"/>
                    <a:pt x="2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4" name="Freeform 762">
              <a:extLst>
                <a:ext uri="{FF2B5EF4-FFF2-40B4-BE49-F238E27FC236}">
                  <a16:creationId xmlns:a16="http://schemas.microsoft.com/office/drawing/2014/main" id="{5F549993-6175-421F-AD7F-1FCACDBC4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510"/>
              <a:ext cx="74" cy="98"/>
            </a:xfrm>
            <a:custGeom>
              <a:avLst/>
              <a:gdLst>
                <a:gd name="T0" fmla="*/ 65 w 79"/>
                <a:gd name="T1" fmla="*/ 0 h 105"/>
                <a:gd name="T2" fmla="*/ 35 w 79"/>
                <a:gd name="T3" fmla="*/ 36 h 105"/>
                <a:gd name="T4" fmla="*/ 0 w 79"/>
                <a:gd name="T5" fmla="*/ 85 h 105"/>
                <a:gd name="T6" fmla="*/ 59 w 79"/>
                <a:gd name="T7" fmla="*/ 11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05">
                  <a:moveTo>
                    <a:pt x="79" y="0"/>
                  </a:moveTo>
                  <a:cubicBezTo>
                    <a:pt x="73" y="17"/>
                    <a:pt x="54" y="31"/>
                    <a:pt x="42" y="45"/>
                  </a:cubicBezTo>
                  <a:cubicBezTo>
                    <a:pt x="26" y="64"/>
                    <a:pt x="12" y="84"/>
                    <a:pt x="0" y="105"/>
                  </a:cubicBezTo>
                  <a:cubicBezTo>
                    <a:pt x="19" y="72"/>
                    <a:pt x="48" y="43"/>
                    <a:pt x="7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5" name="Freeform 763">
              <a:extLst>
                <a:ext uri="{FF2B5EF4-FFF2-40B4-BE49-F238E27FC236}">
                  <a16:creationId xmlns:a16="http://schemas.microsoft.com/office/drawing/2014/main" id="{F161ADA7-5C33-4E73-8D62-15FC09972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518"/>
              <a:ext cx="43" cy="73"/>
            </a:xfrm>
            <a:custGeom>
              <a:avLst/>
              <a:gdLst>
                <a:gd name="T0" fmla="*/ 37 w 46"/>
                <a:gd name="T1" fmla="*/ 3 h 79"/>
                <a:gd name="T2" fmla="*/ 2 w 46"/>
                <a:gd name="T3" fmla="*/ 62 h 79"/>
                <a:gd name="T4" fmla="*/ 33 w 46"/>
                <a:gd name="T5" fmla="*/ 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9">
                  <a:moveTo>
                    <a:pt x="46" y="3"/>
                  </a:moveTo>
                  <a:cubicBezTo>
                    <a:pt x="23" y="0"/>
                    <a:pt x="1" y="60"/>
                    <a:pt x="2" y="79"/>
                  </a:cubicBezTo>
                  <a:cubicBezTo>
                    <a:pt x="0" y="53"/>
                    <a:pt x="24" y="23"/>
                    <a:pt x="4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6" name="Freeform 764">
              <a:extLst>
                <a:ext uri="{FF2B5EF4-FFF2-40B4-BE49-F238E27FC236}">
                  <a16:creationId xmlns:a16="http://schemas.microsoft.com/office/drawing/2014/main" id="{0BB58DE3-F2E6-4E94-9CCB-5FCDAF3EC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549"/>
              <a:ext cx="36" cy="73"/>
            </a:xfrm>
            <a:custGeom>
              <a:avLst/>
              <a:gdLst>
                <a:gd name="T0" fmla="*/ 30 w 39"/>
                <a:gd name="T1" fmla="*/ 0 h 78"/>
                <a:gd name="T2" fmla="*/ 9 w 39"/>
                <a:gd name="T3" fmla="*/ 64 h 78"/>
                <a:gd name="T4" fmla="*/ 25 w 39"/>
                <a:gd name="T5" fmla="*/ 3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8">
                  <a:moveTo>
                    <a:pt x="39" y="0"/>
                  </a:moveTo>
                  <a:cubicBezTo>
                    <a:pt x="19" y="12"/>
                    <a:pt x="0" y="56"/>
                    <a:pt x="12" y="78"/>
                  </a:cubicBezTo>
                  <a:cubicBezTo>
                    <a:pt x="9" y="49"/>
                    <a:pt x="16" y="27"/>
                    <a:pt x="3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7" name="Freeform 765">
              <a:extLst>
                <a:ext uri="{FF2B5EF4-FFF2-40B4-BE49-F238E27FC236}">
                  <a16:creationId xmlns:a16="http://schemas.microsoft.com/office/drawing/2014/main" id="{9B660659-6A65-4FC5-954B-3170EAD2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568"/>
              <a:ext cx="23" cy="91"/>
            </a:xfrm>
            <a:custGeom>
              <a:avLst/>
              <a:gdLst>
                <a:gd name="T0" fmla="*/ 19 w 25"/>
                <a:gd name="T1" fmla="*/ 5 h 98"/>
                <a:gd name="T2" fmla="*/ 17 w 25"/>
                <a:gd name="T3" fmla="*/ 0 h 98"/>
                <a:gd name="T4" fmla="*/ 1 w 25"/>
                <a:gd name="T5" fmla="*/ 79 h 98"/>
                <a:gd name="T6" fmla="*/ 16 w 25"/>
                <a:gd name="T7" fmla="*/ 14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8">
                  <a:moveTo>
                    <a:pt x="25" y="5"/>
                  </a:moveTo>
                  <a:cubicBezTo>
                    <a:pt x="24" y="3"/>
                    <a:pt x="24" y="2"/>
                    <a:pt x="23" y="0"/>
                  </a:cubicBezTo>
                  <a:cubicBezTo>
                    <a:pt x="20" y="31"/>
                    <a:pt x="13" y="69"/>
                    <a:pt x="1" y="98"/>
                  </a:cubicBezTo>
                  <a:cubicBezTo>
                    <a:pt x="0" y="72"/>
                    <a:pt x="13" y="42"/>
                    <a:pt x="2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8" name="Freeform 766">
              <a:extLst>
                <a:ext uri="{FF2B5EF4-FFF2-40B4-BE49-F238E27FC236}">
                  <a16:creationId xmlns:a16="http://schemas.microsoft.com/office/drawing/2014/main" id="{BC7031F5-3B5F-44CF-8247-65FF080D3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461"/>
              <a:ext cx="73" cy="64"/>
            </a:xfrm>
            <a:custGeom>
              <a:avLst/>
              <a:gdLst>
                <a:gd name="T0" fmla="*/ 5 w 78"/>
                <a:gd name="T1" fmla="*/ 6 h 69"/>
                <a:gd name="T2" fmla="*/ 0 w 78"/>
                <a:gd name="T3" fmla="*/ 0 h 69"/>
                <a:gd name="T4" fmla="*/ 64 w 78"/>
                <a:gd name="T5" fmla="*/ 55 h 69"/>
                <a:gd name="T6" fmla="*/ 7 w 78"/>
                <a:gd name="T7" fmla="*/ 9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69">
                  <a:moveTo>
                    <a:pt x="5" y="9"/>
                  </a:moveTo>
                  <a:cubicBezTo>
                    <a:pt x="3" y="5"/>
                    <a:pt x="1" y="4"/>
                    <a:pt x="0" y="0"/>
                  </a:cubicBezTo>
                  <a:cubicBezTo>
                    <a:pt x="24" y="25"/>
                    <a:pt x="53" y="45"/>
                    <a:pt x="78" y="69"/>
                  </a:cubicBezTo>
                  <a:cubicBezTo>
                    <a:pt x="58" y="47"/>
                    <a:pt x="31" y="33"/>
                    <a:pt x="1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9" name="Freeform 767">
              <a:extLst>
                <a:ext uri="{FF2B5EF4-FFF2-40B4-BE49-F238E27FC236}">
                  <a16:creationId xmlns:a16="http://schemas.microsoft.com/office/drawing/2014/main" id="{002CD435-3B7A-4043-9B9A-4F7F6C18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397"/>
              <a:ext cx="112" cy="22"/>
            </a:xfrm>
            <a:custGeom>
              <a:avLst/>
              <a:gdLst>
                <a:gd name="T0" fmla="*/ 0 w 121"/>
                <a:gd name="T1" fmla="*/ 0 h 24"/>
                <a:gd name="T2" fmla="*/ 46 w 121"/>
                <a:gd name="T3" fmla="*/ 9 h 24"/>
                <a:gd name="T4" fmla="*/ 96 w 121"/>
                <a:gd name="T5" fmla="*/ 18 h 24"/>
                <a:gd name="T6" fmla="*/ 56 w 121"/>
                <a:gd name="T7" fmla="*/ 6 h 24"/>
                <a:gd name="T8" fmla="*/ 18 w 121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4">
                  <a:moveTo>
                    <a:pt x="0" y="0"/>
                  </a:moveTo>
                  <a:cubicBezTo>
                    <a:pt x="14" y="10"/>
                    <a:pt x="41" y="10"/>
                    <a:pt x="58" y="12"/>
                  </a:cubicBezTo>
                  <a:cubicBezTo>
                    <a:pt x="80" y="15"/>
                    <a:pt x="101" y="17"/>
                    <a:pt x="121" y="24"/>
                  </a:cubicBezTo>
                  <a:cubicBezTo>
                    <a:pt x="106" y="17"/>
                    <a:pt x="88" y="12"/>
                    <a:pt x="71" y="9"/>
                  </a:cubicBezTo>
                  <a:cubicBezTo>
                    <a:pt x="56" y="7"/>
                    <a:pt x="36" y="11"/>
                    <a:pt x="2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0" name="Freeform 768">
              <a:extLst>
                <a:ext uri="{FF2B5EF4-FFF2-40B4-BE49-F238E27FC236}">
                  <a16:creationId xmlns:a16="http://schemas.microsoft.com/office/drawing/2014/main" id="{A886AD30-0CBF-4599-B22A-8056FB640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303"/>
              <a:ext cx="41" cy="46"/>
            </a:xfrm>
            <a:custGeom>
              <a:avLst/>
              <a:gdLst>
                <a:gd name="T0" fmla="*/ 4 w 44"/>
                <a:gd name="T1" fmla="*/ 6 h 50"/>
                <a:gd name="T2" fmla="*/ 0 w 44"/>
                <a:gd name="T3" fmla="*/ 0 h 50"/>
                <a:gd name="T4" fmla="*/ 35 w 44"/>
                <a:gd name="T5" fmla="*/ 39 h 50"/>
                <a:gd name="T6" fmla="*/ 7 w 44"/>
                <a:gd name="T7" fmla="*/ 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0">
                  <a:moveTo>
                    <a:pt x="4" y="6"/>
                  </a:moveTo>
                  <a:cubicBezTo>
                    <a:pt x="3" y="4"/>
                    <a:pt x="2" y="2"/>
                    <a:pt x="0" y="0"/>
                  </a:cubicBezTo>
                  <a:cubicBezTo>
                    <a:pt x="14" y="17"/>
                    <a:pt x="29" y="35"/>
                    <a:pt x="44" y="50"/>
                  </a:cubicBezTo>
                  <a:cubicBezTo>
                    <a:pt x="36" y="35"/>
                    <a:pt x="20" y="26"/>
                    <a:pt x="1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1" name="Freeform 769">
              <a:extLst>
                <a:ext uri="{FF2B5EF4-FFF2-40B4-BE49-F238E27FC236}">
                  <a16:creationId xmlns:a16="http://schemas.microsoft.com/office/drawing/2014/main" id="{4A1DB784-DFD1-411C-8F06-DEF98E48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61"/>
              <a:ext cx="61" cy="30"/>
            </a:xfrm>
            <a:custGeom>
              <a:avLst/>
              <a:gdLst>
                <a:gd name="T0" fmla="*/ 6 w 65"/>
                <a:gd name="T1" fmla="*/ 7 h 32"/>
                <a:gd name="T2" fmla="*/ 0 w 65"/>
                <a:gd name="T3" fmla="*/ 4 h 32"/>
                <a:gd name="T4" fmla="*/ 53 w 65"/>
                <a:gd name="T5" fmla="*/ 26 h 32"/>
                <a:gd name="T6" fmla="*/ 0 w 6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2">
                  <a:moveTo>
                    <a:pt x="6" y="7"/>
                  </a:moveTo>
                  <a:cubicBezTo>
                    <a:pt x="4" y="6"/>
                    <a:pt x="2" y="6"/>
                    <a:pt x="0" y="4"/>
                  </a:cubicBezTo>
                  <a:cubicBezTo>
                    <a:pt x="21" y="3"/>
                    <a:pt x="46" y="24"/>
                    <a:pt x="65" y="32"/>
                  </a:cubicBezTo>
                  <a:cubicBezTo>
                    <a:pt x="41" y="28"/>
                    <a:pt x="26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2" name="Freeform 770">
              <a:extLst>
                <a:ext uri="{FF2B5EF4-FFF2-40B4-BE49-F238E27FC236}">
                  <a16:creationId xmlns:a16="http://schemas.microsoft.com/office/drawing/2014/main" id="{4EF6A628-4F47-48E7-BE45-78940FF0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310"/>
              <a:ext cx="111" cy="35"/>
            </a:xfrm>
            <a:custGeom>
              <a:avLst/>
              <a:gdLst>
                <a:gd name="T0" fmla="*/ 0 w 119"/>
                <a:gd name="T1" fmla="*/ 0 h 38"/>
                <a:gd name="T2" fmla="*/ 46 w 119"/>
                <a:gd name="T3" fmla="*/ 16 h 38"/>
                <a:gd name="T4" fmla="*/ 97 w 119"/>
                <a:gd name="T5" fmla="*/ 29 h 38"/>
                <a:gd name="T6" fmla="*/ 11 w 119"/>
                <a:gd name="T7" fmla="*/ 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38">
                  <a:moveTo>
                    <a:pt x="0" y="0"/>
                  </a:moveTo>
                  <a:cubicBezTo>
                    <a:pt x="19" y="0"/>
                    <a:pt x="39" y="14"/>
                    <a:pt x="57" y="19"/>
                  </a:cubicBezTo>
                  <a:cubicBezTo>
                    <a:pt x="78" y="26"/>
                    <a:pt x="100" y="29"/>
                    <a:pt x="119" y="38"/>
                  </a:cubicBezTo>
                  <a:cubicBezTo>
                    <a:pt x="86" y="20"/>
                    <a:pt x="51" y="11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3" name="Freeform 771">
              <a:extLst>
                <a:ext uri="{FF2B5EF4-FFF2-40B4-BE49-F238E27FC236}">
                  <a16:creationId xmlns:a16="http://schemas.microsoft.com/office/drawing/2014/main" id="{CB79ECCB-D0CE-4212-AFF3-5639F449C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290"/>
              <a:ext cx="71" cy="90"/>
            </a:xfrm>
            <a:custGeom>
              <a:avLst/>
              <a:gdLst>
                <a:gd name="T0" fmla="*/ 5 w 76"/>
                <a:gd name="T1" fmla="*/ 6 h 96"/>
                <a:gd name="T2" fmla="*/ 0 w 76"/>
                <a:gd name="T3" fmla="*/ 0 h 96"/>
                <a:gd name="T4" fmla="*/ 40 w 76"/>
                <a:gd name="T5" fmla="*/ 36 h 96"/>
                <a:gd name="T6" fmla="*/ 62 w 76"/>
                <a:gd name="T7" fmla="*/ 79 h 96"/>
                <a:gd name="T8" fmla="*/ 6 w 76"/>
                <a:gd name="T9" fmla="*/ 15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96">
                  <a:moveTo>
                    <a:pt x="5" y="6"/>
                  </a:moveTo>
                  <a:cubicBezTo>
                    <a:pt x="3" y="4"/>
                    <a:pt x="1" y="3"/>
                    <a:pt x="0" y="0"/>
                  </a:cubicBezTo>
                  <a:cubicBezTo>
                    <a:pt x="17" y="14"/>
                    <a:pt x="36" y="26"/>
                    <a:pt x="49" y="44"/>
                  </a:cubicBezTo>
                  <a:cubicBezTo>
                    <a:pt x="61" y="59"/>
                    <a:pt x="67" y="79"/>
                    <a:pt x="76" y="96"/>
                  </a:cubicBezTo>
                  <a:cubicBezTo>
                    <a:pt x="68" y="61"/>
                    <a:pt x="37" y="34"/>
                    <a:pt x="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4" name="Freeform 772">
              <a:extLst>
                <a:ext uri="{FF2B5EF4-FFF2-40B4-BE49-F238E27FC236}">
                  <a16:creationId xmlns:a16="http://schemas.microsoft.com/office/drawing/2014/main" id="{1FB049B9-F07E-467A-9393-47B6C6576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240"/>
              <a:ext cx="82" cy="28"/>
            </a:xfrm>
            <a:custGeom>
              <a:avLst/>
              <a:gdLst>
                <a:gd name="T0" fmla="*/ 6 w 88"/>
                <a:gd name="T1" fmla="*/ 3 h 30"/>
                <a:gd name="T2" fmla="*/ 0 w 88"/>
                <a:gd name="T3" fmla="*/ 0 h 30"/>
                <a:gd name="T4" fmla="*/ 71 w 88"/>
                <a:gd name="T5" fmla="*/ 2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0">
                  <a:moveTo>
                    <a:pt x="6" y="3"/>
                  </a:moveTo>
                  <a:cubicBezTo>
                    <a:pt x="4" y="3"/>
                    <a:pt x="2" y="2"/>
                    <a:pt x="0" y="0"/>
                  </a:cubicBezTo>
                  <a:cubicBezTo>
                    <a:pt x="26" y="9"/>
                    <a:pt x="67" y="30"/>
                    <a:pt x="88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5" name="Freeform 773">
              <a:extLst>
                <a:ext uri="{FF2B5EF4-FFF2-40B4-BE49-F238E27FC236}">
                  <a16:creationId xmlns:a16="http://schemas.microsoft.com/office/drawing/2014/main" id="{7629B796-D211-40B6-B41D-835493F2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155"/>
              <a:ext cx="53" cy="70"/>
            </a:xfrm>
            <a:custGeom>
              <a:avLst/>
              <a:gdLst>
                <a:gd name="T0" fmla="*/ 0 w 57"/>
                <a:gd name="T1" fmla="*/ 0 h 76"/>
                <a:gd name="T2" fmla="*/ 46 w 57"/>
                <a:gd name="T3" fmla="*/ 59 h 76"/>
                <a:gd name="T4" fmla="*/ 44 w 57"/>
                <a:gd name="T5" fmla="*/ 56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76">
                  <a:moveTo>
                    <a:pt x="0" y="0"/>
                  </a:moveTo>
                  <a:cubicBezTo>
                    <a:pt x="13" y="2"/>
                    <a:pt x="45" y="58"/>
                    <a:pt x="57" y="76"/>
                  </a:cubicBezTo>
                  <a:cubicBezTo>
                    <a:pt x="57" y="74"/>
                    <a:pt x="56" y="73"/>
                    <a:pt x="55" y="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6" name="Freeform 774">
              <a:extLst>
                <a:ext uri="{FF2B5EF4-FFF2-40B4-BE49-F238E27FC236}">
                  <a16:creationId xmlns:a16="http://schemas.microsoft.com/office/drawing/2014/main" id="{4A7EB5B7-153D-4001-A802-FAD125C9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100"/>
              <a:ext cx="56" cy="62"/>
            </a:xfrm>
            <a:custGeom>
              <a:avLst/>
              <a:gdLst>
                <a:gd name="T0" fmla="*/ 49 w 60"/>
                <a:gd name="T1" fmla="*/ 0 h 67"/>
                <a:gd name="T2" fmla="*/ 27 w 60"/>
                <a:gd name="T3" fmla="*/ 27 h 67"/>
                <a:gd name="T4" fmla="*/ 7 w 60"/>
                <a:gd name="T5" fmla="*/ 49 h 67"/>
                <a:gd name="T6" fmla="*/ 5 w 60"/>
                <a:gd name="T7" fmla="*/ 53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7">
                  <a:moveTo>
                    <a:pt x="60" y="0"/>
                  </a:moveTo>
                  <a:cubicBezTo>
                    <a:pt x="53" y="13"/>
                    <a:pt x="43" y="23"/>
                    <a:pt x="33" y="34"/>
                  </a:cubicBezTo>
                  <a:cubicBezTo>
                    <a:pt x="24" y="43"/>
                    <a:pt x="14" y="52"/>
                    <a:pt x="7" y="62"/>
                  </a:cubicBezTo>
                  <a:cubicBezTo>
                    <a:pt x="4" y="67"/>
                    <a:pt x="0" y="67"/>
                    <a:pt x="5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7" name="Freeform 775">
              <a:extLst>
                <a:ext uri="{FF2B5EF4-FFF2-40B4-BE49-F238E27FC236}">
                  <a16:creationId xmlns:a16="http://schemas.microsoft.com/office/drawing/2014/main" id="{DBC782A5-A739-4B03-AA3C-74FD61EAA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140"/>
              <a:ext cx="83" cy="69"/>
            </a:xfrm>
            <a:custGeom>
              <a:avLst/>
              <a:gdLst>
                <a:gd name="T0" fmla="*/ 72 w 89"/>
                <a:gd name="T1" fmla="*/ 0 h 74"/>
                <a:gd name="T2" fmla="*/ 45 w 89"/>
                <a:gd name="T3" fmla="*/ 22 h 74"/>
                <a:gd name="T4" fmla="*/ 0 w 89"/>
                <a:gd name="T5" fmla="*/ 6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74">
                  <a:moveTo>
                    <a:pt x="89" y="0"/>
                  </a:moveTo>
                  <a:cubicBezTo>
                    <a:pt x="79" y="5"/>
                    <a:pt x="67" y="20"/>
                    <a:pt x="56" y="28"/>
                  </a:cubicBezTo>
                  <a:cubicBezTo>
                    <a:pt x="41" y="39"/>
                    <a:pt x="7" y="57"/>
                    <a:pt x="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8" name="Freeform 776">
              <a:extLst>
                <a:ext uri="{FF2B5EF4-FFF2-40B4-BE49-F238E27FC236}">
                  <a16:creationId xmlns:a16="http://schemas.microsoft.com/office/drawing/2014/main" id="{5918B5EE-471E-4F28-B1EB-54D49DFC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123"/>
              <a:ext cx="46" cy="68"/>
            </a:xfrm>
            <a:custGeom>
              <a:avLst/>
              <a:gdLst>
                <a:gd name="T0" fmla="*/ 0 w 49"/>
                <a:gd name="T1" fmla="*/ 0 h 73"/>
                <a:gd name="T2" fmla="*/ 40 w 49"/>
                <a:gd name="T3" fmla="*/ 59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73">
                  <a:moveTo>
                    <a:pt x="0" y="0"/>
                  </a:moveTo>
                  <a:cubicBezTo>
                    <a:pt x="20" y="17"/>
                    <a:pt x="33" y="51"/>
                    <a:pt x="49" y="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9" name="Freeform 777">
              <a:extLst>
                <a:ext uri="{FF2B5EF4-FFF2-40B4-BE49-F238E27FC236}">
                  <a16:creationId xmlns:a16="http://schemas.microsoft.com/office/drawing/2014/main" id="{51619B26-4B4C-4AD7-BF49-186B3BCA7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99"/>
              <a:ext cx="70" cy="66"/>
            </a:xfrm>
            <a:custGeom>
              <a:avLst/>
              <a:gdLst>
                <a:gd name="T0" fmla="*/ 0 w 75"/>
                <a:gd name="T1" fmla="*/ 0 h 71"/>
                <a:gd name="T2" fmla="*/ 61 w 75"/>
                <a:gd name="T3" fmla="*/ 57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71">
                  <a:moveTo>
                    <a:pt x="0" y="0"/>
                  </a:moveTo>
                  <a:cubicBezTo>
                    <a:pt x="24" y="18"/>
                    <a:pt x="59" y="49"/>
                    <a:pt x="75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0" name="Freeform 778">
              <a:extLst>
                <a:ext uri="{FF2B5EF4-FFF2-40B4-BE49-F238E27FC236}">
                  <a16:creationId xmlns:a16="http://schemas.microsoft.com/office/drawing/2014/main" id="{43AFDCF5-DE06-46FF-9F48-25B0B4CBC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208"/>
              <a:ext cx="28" cy="63"/>
            </a:xfrm>
            <a:custGeom>
              <a:avLst/>
              <a:gdLst>
                <a:gd name="T0" fmla="*/ 22 w 30"/>
                <a:gd name="T1" fmla="*/ 0 h 68"/>
                <a:gd name="T2" fmla="*/ 0 w 30"/>
                <a:gd name="T3" fmla="*/ 5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8">
                  <a:moveTo>
                    <a:pt x="28" y="0"/>
                  </a:moveTo>
                  <a:cubicBezTo>
                    <a:pt x="30" y="25"/>
                    <a:pt x="7" y="45"/>
                    <a:pt x="0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1" name="Freeform 779">
              <a:extLst>
                <a:ext uri="{FF2B5EF4-FFF2-40B4-BE49-F238E27FC236}">
                  <a16:creationId xmlns:a16="http://schemas.microsoft.com/office/drawing/2014/main" id="{6E944227-191B-4DBD-85E2-49F2B718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119"/>
              <a:ext cx="43" cy="70"/>
            </a:xfrm>
            <a:custGeom>
              <a:avLst/>
              <a:gdLst>
                <a:gd name="T0" fmla="*/ 0 w 46"/>
                <a:gd name="T1" fmla="*/ 0 h 75"/>
                <a:gd name="T2" fmla="*/ 37 w 46"/>
                <a:gd name="T3" fmla="*/ 6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5">
                  <a:moveTo>
                    <a:pt x="0" y="0"/>
                  </a:moveTo>
                  <a:cubicBezTo>
                    <a:pt x="19" y="19"/>
                    <a:pt x="37" y="51"/>
                    <a:pt x="46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" name="Freeform 780">
              <a:extLst>
                <a:ext uri="{FF2B5EF4-FFF2-40B4-BE49-F238E27FC236}">
                  <a16:creationId xmlns:a16="http://schemas.microsoft.com/office/drawing/2014/main" id="{7E63A59F-3355-4374-B2E6-189BB315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249"/>
              <a:ext cx="67" cy="64"/>
            </a:xfrm>
            <a:custGeom>
              <a:avLst/>
              <a:gdLst>
                <a:gd name="T0" fmla="*/ 0 w 72"/>
                <a:gd name="T1" fmla="*/ 0 h 69"/>
                <a:gd name="T2" fmla="*/ 58 w 72"/>
                <a:gd name="T3" fmla="*/ 5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0" y="0"/>
                  </a:moveTo>
                  <a:cubicBezTo>
                    <a:pt x="24" y="20"/>
                    <a:pt x="57" y="42"/>
                    <a:pt x="72" y="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" name="Freeform 781">
              <a:extLst>
                <a:ext uri="{FF2B5EF4-FFF2-40B4-BE49-F238E27FC236}">
                  <a16:creationId xmlns:a16="http://schemas.microsoft.com/office/drawing/2014/main" id="{D442F681-0365-4218-8CF4-083A20AF1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240"/>
              <a:ext cx="65" cy="10"/>
            </a:xfrm>
            <a:custGeom>
              <a:avLst/>
              <a:gdLst>
                <a:gd name="T0" fmla="*/ 0 w 70"/>
                <a:gd name="T1" fmla="*/ 2 h 11"/>
                <a:gd name="T2" fmla="*/ 56 w 7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1">
                  <a:moveTo>
                    <a:pt x="0" y="2"/>
                  </a:moveTo>
                  <a:cubicBezTo>
                    <a:pt x="23" y="8"/>
                    <a:pt x="47" y="0"/>
                    <a:pt x="7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4" name="Freeform 782">
              <a:extLst>
                <a:ext uri="{FF2B5EF4-FFF2-40B4-BE49-F238E27FC236}">
                  <a16:creationId xmlns:a16="http://schemas.microsoft.com/office/drawing/2014/main" id="{2207D43C-1C88-488C-A949-AAB762A8F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199"/>
              <a:ext cx="68" cy="30"/>
            </a:xfrm>
            <a:custGeom>
              <a:avLst/>
              <a:gdLst>
                <a:gd name="T0" fmla="*/ 0 w 74"/>
                <a:gd name="T1" fmla="*/ 0 h 32"/>
                <a:gd name="T2" fmla="*/ 57 w 74"/>
                <a:gd name="T3" fmla="*/ 24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2">
                  <a:moveTo>
                    <a:pt x="0" y="0"/>
                  </a:moveTo>
                  <a:cubicBezTo>
                    <a:pt x="4" y="8"/>
                    <a:pt x="69" y="32"/>
                    <a:pt x="7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" name="Freeform 783">
              <a:extLst>
                <a:ext uri="{FF2B5EF4-FFF2-40B4-BE49-F238E27FC236}">
                  <a16:creationId xmlns:a16="http://schemas.microsoft.com/office/drawing/2014/main" id="{4A59CDE2-14FE-4E80-B890-D6E210F48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056"/>
              <a:ext cx="1798" cy="1504"/>
            </a:xfrm>
            <a:custGeom>
              <a:avLst/>
              <a:gdLst>
                <a:gd name="T0" fmla="*/ 153 w 1936"/>
                <a:gd name="T1" fmla="*/ 925 h 1616"/>
                <a:gd name="T2" fmla="*/ 253 w 1936"/>
                <a:gd name="T3" fmla="*/ 893 h 1616"/>
                <a:gd name="T4" fmla="*/ 362 w 1936"/>
                <a:gd name="T5" fmla="*/ 839 h 1616"/>
                <a:gd name="T6" fmla="*/ 417 w 1936"/>
                <a:gd name="T7" fmla="*/ 929 h 1616"/>
                <a:gd name="T8" fmla="*/ 420 w 1936"/>
                <a:gd name="T9" fmla="*/ 1003 h 1616"/>
                <a:gd name="T10" fmla="*/ 480 w 1936"/>
                <a:gd name="T11" fmla="*/ 1161 h 1616"/>
                <a:gd name="T12" fmla="*/ 561 w 1936"/>
                <a:gd name="T13" fmla="*/ 1190 h 1616"/>
                <a:gd name="T14" fmla="*/ 685 w 1936"/>
                <a:gd name="T15" fmla="*/ 1229 h 1616"/>
                <a:gd name="T16" fmla="*/ 749 w 1936"/>
                <a:gd name="T17" fmla="*/ 1209 h 1616"/>
                <a:gd name="T18" fmla="*/ 837 w 1936"/>
                <a:gd name="T19" fmla="*/ 1196 h 1616"/>
                <a:gd name="T20" fmla="*/ 901 w 1936"/>
                <a:gd name="T21" fmla="*/ 1218 h 1616"/>
                <a:gd name="T22" fmla="*/ 1023 w 1936"/>
                <a:gd name="T23" fmla="*/ 1251 h 1616"/>
                <a:gd name="T24" fmla="*/ 1023 w 1936"/>
                <a:gd name="T25" fmla="*/ 1132 h 1616"/>
                <a:gd name="T26" fmla="*/ 1143 w 1936"/>
                <a:gd name="T27" fmla="*/ 1087 h 1616"/>
                <a:gd name="T28" fmla="*/ 1143 w 1936"/>
                <a:gd name="T29" fmla="*/ 1161 h 1616"/>
                <a:gd name="T30" fmla="*/ 1240 w 1936"/>
                <a:gd name="T31" fmla="*/ 1200 h 1616"/>
                <a:gd name="T32" fmla="*/ 1272 w 1936"/>
                <a:gd name="T33" fmla="*/ 1119 h 1616"/>
                <a:gd name="T34" fmla="*/ 1265 w 1936"/>
                <a:gd name="T35" fmla="*/ 1052 h 1616"/>
                <a:gd name="T36" fmla="*/ 1355 w 1936"/>
                <a:gd name="T37" fmla="*/ 1048 h 1616"/>
                <a:gd name="T38" fmla="*/ 1547 w 1936"/>
                <a:gd name="T39" fmla="*/ 945 h 1616"/>
                <a:gd name="T40" fmla="*/ 1480 w 1936"/>
                <a:gd name="T41" fmla="*/ 839 h 1616"/>
                <a:gd name="T42" fmla="*/ 1542 w 1936"/>
                <a:gd name="T43" fmla="*/ 755 h 1616"/>
                <a:gd name="T44" fmla="*/ 1518 w 1936"/>
                <a:gd name="T45" fmla="*/ 704 h 1616"/>
                <a:gd name="T46" fmla="*/ 1516 w 1936"/>
                <a:gd name="T47" fmla="*/ 625 h 1616"/>
                <a:gd name="T48" fmla="*/ 1483 w 1936"/>
                <a:gd name="T49" fmla="*/ 493 h 1616"/>
                <a:gd name="T50" fmla="*/ 1534 w 1936"/>
                <a:gd name="T51" fmla="*/ 425 h 1616"/>
                <a:gd name="T52" fmla="*/ 1388 w 1936"/>
                <a:gd name="T53" fmla="*/ 245 h 1616"/>
                <a:gd name="T54" fmla="*/ 1339 w 1936"/>
                <a:gd name="T55" fmla="*/ 157 h 1616"/>
                <a:gd name="T56" fmla="*/ 1215 w 1936"/>
                <a:gd name="T57" fmla="*/ 84 h 1616"/>
                <a:gd name="T58" fmla="*/ 1182 w 1936"/>
                <a:gd name="T59" fmla="*/ 17 h 1616"/>
                <a:gd name="T60" fmla="*/ 1041 w 1936"/>
                <a:gd name="T61" fmla="*/ 48 h 1616"/>
                <a:gd name="T62" fmla="*/ 951 w 1936"/>
                <a:gd name="T63" fmla="*/ 58 h 1616"/>
                <a:gd name="T64" fmla="*/ 897 w 1936"/>
                <a:gd name="T65" fmla="*/ 48 h 1616"/>
                <a:gd name="T66" fmla="*/ 759 w 1936"/>
                <a:gd name="T67" fmla="*/ 0 h 1616"/>
                <a:gd name="T68" fmla="*/ 711 w 1936"/>
                <a:gd name="T69" fmla="*/ 17 h 1616"/>
                <a:gd name="T70" fmla="*/ 606 w 1936"/>
                <a:gd name="T71" fmla="*/ 22 h 1616"/>
                <a:gd name="T72" fmla="*/ 528 w 1936"/>
                <a:gd name="T73" fmla="*/ 74 h 1616"/>
                <a:gd name="T74" fmla="*/ 381 w 1936"/>
                <a:gd name="T75" fmla="*/ 106 h 1616"/>
                <a:gd name="T76" fmla="*/ 323 w 1936"/>
                <a:gd name="T77" fmla="*/ 32 h 1616"/>
                <a:gd name="T78" fmla="*/ 308 w 1936"/>
                <a:gd name="T79" fmla="*/ 106 h 1616"/>
                <a:gd name="T80" fmla="*/ 202 w 1936"/>
                <a:gd name="T81" fmla="*/ 155 h 1616"/>
                <a:gd name="T82" fmla="*/ 196 w 1936"/>
                <a:gd name="T83" fmla="*/ 242 h 1616"/>
                <a:gd name="T84" fmla="*/ 189 w 1936"/>
                <a:gd name="T85" fmla="*/ 309 h 1616"/>
                <a:gd name="T86" fmla="*/ 67 w 1936"/>
                <a:gd name="T87" fmla="*/ 313 h 1616"/>
                <a:gd name="T88" fmla="*/ 26 w 1936"/>
                <a:gd name="T89" fmla="*/ 423 h 1616"/>
                <a:gd name="T90" fmla="*/ 39 w 1936"/>
                <a:gd name="T91" fmla="*/ 544 h 1616"/>
                <a:gd name="T92" fmla="*/ 96 w 1936"/>
                <a:gd name="T93" fmla="*/ 622 h 1616"/>
                <a:gd name="T94" fmla="*/ 183 w 1936"/>
                <a:gd name="T95" fmla="*/ 748 h 16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936" h="1616">
                  <a:moveTo>
                    <a:pt x="228" y="928"/>
                  </a:moveTo>
                  <a:cubicBezTo>
                    <a:pt x="152" y="1012"/>
                    <a:pt x="152" y="1012"/>
                    <a:pt x="152" y="1012"/>
                  </a:cubicBezTo>
                  <a:cubicBezTo>
                    <a:pt x="184" y="1076"/>
                    <a:pt x="184" y="1076"/>
                    <a:pt x="184" y="1076"/>
                  </a:cubicBezTo>
                  <a:cubicBezTo>
                    <a:pt x="192" y="1148"/>
                    <a:pt x="192" y="1148"/>
                    <a:pt x="192" y="1148"/>
                  </a:cubicBezTo>
                  <a:cubicBezTo>
                    <a:pt x="264" y="1112"/>
                    <a:pt x="264" y="1112"/>
                    <a:pt x="264" y="1112"/>
                  </a:cubicBezTo>
                  <a:cubicBezTo>
                    <a:pt x="260" y="1160"/>
                    <a:pt x="260" y="1160"/>
                    <a:pt x="260" y="1160"/>
                  </a:cubicBezTo>
                  <a:cubicBezTo>
                    <a:pt x="292" y="1152"/>
                    <a:pt x="292" y="1152"/>
                    <a:pt x="292" y="1152"/>
                  </a:cubicBezTo>
                  <a:cubicBezTo>
                    <a:pt x="316" y="1108"/>
                    <a:pt x="316" y="1108"/>
                    <a:pt x="316" y="1108"/>
                  </a:cubicBezTo>
                  <a:cubicBezTo>
                    <a:pt x="360" y="1076"/>
                    <a:pt x="360" y="1076"/>
                    <a:pt x="360" y="1076"/>
                  </a:cubicBezTo>
                  <a:cubicBezTo>
                    <a:pt x="388" y="1084"/>
                    <a:pt x="388" y="1084"/>
                    <a:pt x="388" y="1084"/>
                  </a:cubicBezTo>
                  <a:cubicBezTo>
                    <a:pt x="416" y="1060"/>
                    <a:pt x="416" y="1060"/>
                    <a:pt x="416" y="1060"/>
                  </a:cubicBezTo>
                  <a:cubicBezTo>
                    <a:pt x="452" y="1040"/>
                    <a:pt x="452" y="1040"/>
                    <a:pt x="452" y="1040"/>
                  </a:cubicBezTo>
                  <a:cubicBezTo>
                    <a:pt x="484" y="1100"/>
                    <a:pt x="484" y="1100"/>
                    <a:pt x="484" y="1100"/>
                  </a:cubicBezTo>
                  <a:cubicBezTo>
                    <a:pt x="472" y="1148"/>
                    <a:pt x="472" y="1148"/>
                    <a:pt x="472" y="1148"/>
                  </a:cubicBezTo>
                  <a:cubicBezTo>
                    <a:pt x="496" y="1180"/>
                    <a:pt x="496" y="1180"/>
                    <a:pt x="496" y="1180"/>
                  </a:cubicBezTo>
                  <a:cubicBezTo>
                    <a:pt x="520" y="1152"/>
                    <a:pt x="520" y="1152"/>
                    <a:pt x="520" y="1152"/>
                  </a:cubicBezTo>
                  <a:cubicBezTo>
                    <a:pt x="540" y="1192"/>
                    <a:pt x="540" y="1192"/>
                    <a:pt x="540" y="1192"/>
                  </a:cubicBezTo>
                  <a:cubicBezTo>
                    <a:pt x="596" y="1172"/>
                    <a:pt x="596" y="1172"/>
                    <a:pt x="596" y="1172"/>
                  </a:cubicBezTo>
                  <a:cubicBezTo>
                    <a:pt x="624" y="1208"/>
                    <a:pt x="624" y="1208"/>
                    <a:pt x="624" y="1208"/>
                  </a:cubicBezTo>
                  <a:cubicBezTo>
                    <a:pt x="524" y="1244"/>
                    <a:pt x="524" y="1244"/>
                    <a:pt x="524" y="1244"/>
                  </a:cubicBezTo>
                  <a:cubicBezTo>
                    <a:pt x="524" y="1244"/>
                    <a:pt x="464" y="1288"/>
                    <a:pt x="496" y="1312"/>
                  </a:cubicBezTo>
                  <a:cubicBezTo>
                    <a:pt x="528" y="1336"/>
                    <a:pt x="556" y="1380"/>
                    <a:pt x="556" y="1380"/>
                  </a:cubicBezTo>
                  <a:cubicBezTo>
                    <a:pt x="564" y="1428"/>
                    <a:pt x="564" y="1428"/>
                    <a:pt x="564" y="1428"/>
                  </a:cubicBezTo>
                  <a:cubicBezTo>
                    <a:pt x="600" y="1440"/>
                    <a:pt x="600" y="1440"/>
                    <a:pt x="600" y="1440"/>
                  </a:cubicBezTo>
                  <a:cubicBezTo>
                    <a:pt x="608" y="1404"/>
                    <a:pt x="608" y="1404"/>
                    <a:pt x="608" y="1404"/>
                  </a:cubicBezTo>
                  <a:cubicBezTo>
                    <a:pt x="680" y="1404"/>
                    <a:pt x="680" y="1404"/>
                    <a:pt x="680" y="1404"/>
                  </a:cubicBezTo>
                  <a:cubicBezTo>
                    <a:pt x="728" y="1452"/>
                    <a:pt x="728" y="1452"/>
                    <a:pt x="728" y="1452"/>
                  </a:cubicBezTo>
                  <a:cubicBezTo>
                    <a:pt x="700" y="1476"/>
                    <a:pt x="700" y="1476"/>
                    <a:pt x="700" y="1476"/>
                  </a:cubicBezTo>
                  <a:cubicBezTo>
                    <a:pt x="716" y="1488"/>
                    <a:pt x="716" y="1488"/>
                    <a:pt x="716" y="1488"/>
                  </a:cubicBezTo>
                  <a:cubicBezTo>
                    <a:pt x="740" y="1472"/>
                    <a:pt x="740" y="1472"/>
                    <a:pt x="740" y="1472"/>
                  </a:cubicBezTo>
                  <a:cubicBezTo>
                    <a:pt x="836" y="1544"/>
                    <a:pt x="836" y="1544"/>
                    <a:pt x="836" y="1544"/>
                  </a:cubicBezTo>
                  <a:cubicBezTo>
                    <a:pt x="856" y="1524"/>
                    <a:pt x="856" y="1524"/>
                    <a:pt x="856" y="1524"/>
                  </a:cubicBezTo>
                  <a:cubicBezTo>
                    <a:pt x="820" y="1504"/>
                    <a:pt x="820" y="1504"/>
                    <a:pt x="820" y="1504"/>
                  </a:cubicBezTo>
                  <a:cubicBezTo>
                    <a:pt x="864" y="1488"/>
                    <a:pt x="864" y="1488"/>
                    <a:pt x="864" y="1488"/>
                  </a:cubicBezTo>
                  <a:cubicBezTo>
                    <a:pt x="860" y="1452"/>
                    <a:pt x="860" y="1452"/>
                    <a:pt x="860" y="1452"/>
                  </a:cubicBezTo>
                  <a:cubicBezTo>
                    <a:pt x="936" y="1500"/>
                    <a:pt x="936" y="1500"/>
                    <a:pt x="936" y="1500"/>
                  </a:cubicBezTo>
                  <a:cubicBezTo>
                    <a:pt x="980" y="1520"/>
                    <a:pt x="980" y="1520"/>
                    <a:pt x="980" y="1520"/>
                  </a:cubicBezTo>
                  <a:cubicBezTo>
                    <a:pt x="976" y="1568"/>
                    <a:pt x="976" y="1568"/>
                    <a:pt x="976" y="1568"/>
                  </a:cubicBezTo>
                  <a:cubicBezTo>
                    <a:pt x="1020" y="1548"/>
                    <a:pt x="1020" y="1548"/>
                    <a:pt x="1020" y="1548"/>
                  </a:cubicBezTo>
                  <a:cubicBezTo>
                    <a:pt x="1044" y="1484"/>
                    <a:pt x="1044" y="1484"/>
                    <a:pt x="1044" y="1484"/>
                  </a:cubicBezTo>
                  <a:cubicBezTo>
                    <a:pt x="1044" y="1484"/>
                    <a:pt x="1076" y="1544"/>
                    <a:pt x="1064" y="1564"/>
                  </a:cubicBezTo>
                  <a:cubicBezTo>
                    <a:pt x="1052" y="1584"/>
                    <a:pt x="1068" y="1616"/>
                    <a:pt x="1068" y="1616"/>
                  </a:cubicBezTo>
                  <a:cubicBezTo>
                    <a:pt x="1068" y="1616"/>
                    <a:pt x="1104" y="1560"/>
                    <a:pt x="1092" y="1536"/>
                  </a:cubicBezTo>
                  <a:cubicBezTo>
                    <a:pt x="1080" y="1512"/>
                    <a:pt x="1124" y="1512"/>
                    <a:pt x="1124" y="1512"/>
                  </a:cubicBezTo>
                  <a:cubicBezTo>
                    <a:pt x="1156" y="1500"/>
                    <a:pt x="1156" y="1500"/>
                    <a:pt x="1156" y="1500"/>
                  </a:cubicBezTo>
                  <a:cubicBezTo>
                    <a:pt x="1180" y="1528"/>
                    <a:pt x="1180" y="1528"/>
                    <a:pt x="1180" y="1528"/>
                  </a:cubicBezTo>
                  <a:cubicBezTo>
                    <a:pt x="1252" y="1568"/>
                    <a:pt x="1252" y="1568"/>
                    <a:pt x="1252" y="1568"/>
                  </a:cubicBezTo>
                  <a:cubicBezTo>
                    <a:pt x="1276" y="1552"/>
                    <a:pt x="1276" y="1552"/>
                    <a:pt x="1276" y="1552"/>
                  </a:cubicBezTo>
                  <a:cubicBezTo>
                    <a:pt x="1248" y="1512"/>
                    <a:pt x="1248" y="1512"/>
                    <a:pt x="1248" y="1512"/>
                  </a:cubicBezTo>
                  <a:cubicBezTo>
                    <a:pt x="1268" y="1480"/>
                    <a:pt x="1268" y="1480"/>
                    <a:pt x="1268" y="1480"/>
                  </a:cubicBezTo>
                  <a:cubicBezTo>
                    <a:pt x="1256" y="1448"/>
                    <a:pt x="1256" y="1448"/>
                    <a:pt x="1256" y="1448"/>
                  </a:cubicBezTo>
                  <a:cubicBezTo>
                    <a:pt x="1276" y="1404"/>
                    <a:pt x="1276" y="1404"/>
                    <a:pt x="1276" y="1404"/>
                  </a:cubicBezTo>
                  <a:cubicBezTo>
                    <a:pt x="1304" y="1352"/>
                    <a:pt x="1304" y="1352"/>
                    <a:pt x="1304" y="1352"/>
                  </a:cubicBezTo>
                  <a:cubicBezTo>
                    <a:pt x="1348" y="1308"/>
                    <a:pt x="1348" y="1308"/>
                    <a:pt x="1348" y="1308"/>
                  </a:cubicBezTo>
                  <a:cubicBezTo>
                    <a:pt x="1396" y="1312"/>
                    <a:pt x="1396" y="1312"/>
                    <a:pt x="1396" y="1312"/>
                  </a:cubicBezTo>
                  <a:cubicBezTo>
                    <a:pt x="1428" y="1348"/>
                    <a:pt x="1428" y="1348"/>
                    <a:pt x="1428" y="1348"/>
                  </a:cubicBezTo>
                  <a:cubicBezTo>
                    <a:pt x="1416" y="1400"/>
                    <a:pt x="1416" y="1400"/>
                    <a:pt x="1416" y="1400"/>
                  </a:cubicBezTo>
                  <a:cubicBezTo>
                    <a:pt x="1380" y="1416"/>
                    <a:pt x="1380" y="1416"/>
                    <a:pt x="1380" y="1416"/>
                  </a:cubicBezTo>
                  <a:cubicBezTo>
                    <a:pt x="1392" y="1440"/>
                    <a:pt x="1392" y="1440"/>
                    <a:pt x="1392" y="1440"/>
                  </a:cubicBezTo>
                  <a:cubicBezTo>
                    <a:pt x="1428" y="1440"/>
                    <a:pt x="1428" y="1440"/>
                    <a:pt x="1428" y="1440"/>
                  </a:cubicBezTo>
                  <a:cubicBezTo>
                    <a:pt x="1460" y="1488"/>
                    <a:pt x="1460" y="1488"/>
                    <a:pt x="1460" y="1488"/>
                  </a:cubicBezTo>
                  <a:cubicBezTo>
                    <a:pt x="1488" y="1488"/>
                    <a:pt x="1488" y="1488"/>
                    <a:pt x="1488" y="1488"/>
                  </a:cubicBezTo>
                  <a:cubicBezTo>
                    <a:pt x="1472" y="1440"/>
                    <a:pt x="1472" y="1440"/>
                    <a:pt x="1472" y="1440"/>
                  </a:cubicBezTo>
                  <a:cubicBezTo>
                    <a:pt x="1548" y="1488"/>
                    <a:pt x="1548" y="1488"/>
                    <a:pt x="1548" y="1488"/>
                  </a:cubicBezTo>
                  <a:cubicBezTo>
                    <a:pt x="1592" y="1484"/>
                    <a:pt x="1592" y="1484"/>
                    <a:pt x="1592" y="1484"/>
                  </a:cubicBezTo>
                  <a:cubicBezTo>
                    <a:pt x="1504" y="1436"/>
                    <a:pt x="1504" y="1436"/>
                    <a:pt x="1504" y="1436"/>
                  </a:cubicBezTo>
                  <a:cubicBezTo>
                    <a:pt x="1576" y="1420"/>
                    <a:pt x="1576" y="1420"/>
                    <a:pt x="1576" y="1420"/>
                  </a:cubicBezTo>
                  <a:cubicBezTo>
                    <a:pt x="1588" y="1388"/>
                    <a:pt x="1588" y="1388"/>
                    <a:pt x="1588" y="1388"/>
                  </a:cubicBezTo>
                  <a:cubicBezTo>
                    <a:pt x="1520" y="1388"/>
                    <a:pt x="1520" y="1388"/>
                    <a:pt x="1520" y="1388"/>
                  </a:cubicBezTo>
                  <a:cubicBezTo>
                    <a:pt x="1568" y="1348"/>
                    <a:pt x="1568" y="1348"/>
                    <a:pt x="1568" y="1348"/>
                  </a:cubicBezTo>
                  <a:cubicBezTo>
                    <a:pt x="1544" y="1312"/>
                    <a:pt x="1544" y="1312"/>
                    <a:pt x="1544" y="1312"/>
                  </a:cubicBezTo>
                  <a:cubicBezTo>
                    <a:pt x="1580" y="1304"/>
                    <a:pt x="1580" y="1304"/>
                    <a:pt x="1580" y="1304"/>
                  </a:cubicBezTo>
                  <a:cubicBezTo>
                    <a:pt x="1576" y="1276"/>
                    <a:pt x="1576" y="1276"/>
                    <a:pt x="1576" y="1276"/>
                  </a:cubicBezTo>
                  <a:cubicBezTo>
                    <a:pt x="1632" y="1284"/>
                    <a:pt x="1632" y="1284"/>
                    <a:pt x="1632" y="1284"/>
                  </a:cubicBezTo>
                  <a:cubicBezTo>
                    <a:pt x="1660" y="1336"/>
                    <a:pt x="1660" y="1336"/>
                    <a:pt x="1660" y="1336"/>
                  </a:cubicBezTo>
                  <a:cubicBezTo>
                    <a:pt x="1660" y="1336"/>
                    <a:pt x="1692" y="1328"/>
                    <a:pt x="1692" y="1300"/>
                  </a:cubicBezTo>
                  <a:cubicBezTo>
                    <a:pt x="1692" y="1272"/>
                    <a:pt x="1728" y="1284"/>
                    <a:pt x="1728" y="1284"/>
                  </a:cubicBezTo>
                  <a:cubicBezTo>
                    <a:pt x="1764" y="1256"/>
                    <a:pt x="1764" y="1256"/>
                    <a:pt x="1764" y="1256"/>
                  </a:cubicBezTo>
                  <a:cubicBezTo>
                    <a:pt x="1796" y="1220"/>
                    <a:pt x="1796" y="1220"/>
                    <a:pt x="1796" y="1220"/>
                  </a:cubicBezTo>
                  <a:cubicBezTo>
                    <a:pt x="1932" y="1172"/>
                    <a:pt x="1932" y="1172"/>
                    <a:pt x="1932" y="1172"/>
                  </a:cubicBezTo>
                  <a:cubicBezTo>
                    <a:pt x="1928" y="1144"/>
                    <a:pt x="1928" y="1144"/>
                    <a:pt x="1928" y="1144"/>
                  </a:cubicBezTo>
                  <a:cubicBezTo>
                    <a:pt x="1864" y="1156"/>
                    <a:pt x="1864" y="1156"/>
                    <a:pt x="1864" y="1156"/>
                  </a:cubicBezTo>
                  <a:cubicBezTo>
                    <a:pt x="1904" y="1112"/>
                    <a:pt x="1904" y="1112"/>
                    <a:pt x="1904" y="1112"/>
                  </a:cubicBezTo>
                  <a:cubicBezTo>
                    <a:pt x="1848" y="1040"/>
                    <a:pt x="1848" y="1040"/>
                    <a:pt x="1848" y="1040"/>
                  </a:cubicBezTo>
                  <a:cubicBezTo>
                    <a:pt x="1848" y="996"/>
                    <a:pt x="1848" y="996"/>
                    <a:pt x="1848" y="996"/>
                  </a:cubicBezTo>
                  <a:cubicBezTo>
                    <a:pt x="1872" y="1016"/>
                    <a:pt x="1872" y="1016"/>
                    <a:pt x="1872" y="1016"/>
                  </a:cubicBezTo>
                  <a:cubicBezTo>
                    <a:pt x="1924" y="976"/>
                    <a:pt x="1924" y="976"/>
                    <a:pt x="1924" y="976"/>
                  </a:cubicBezTo>
                  <a:cubicBezTo>
                    <a:pt x="1924" y="936"/>
                    <a:pt x="1924" y="936"/>
                    <a:pt x="1924" y="936"/>
                  </a:cubicBezTo>
                  <a:cubicBezTo>
                    <a:pt x="1872" y="964"/>
                    <a:pt x="1872" y="964"/>
                    <a:pt x="1872" y="964"/>
                  </a:cubicBezTo>
                  <a:cubicBezTo>
                    <a:pt x="1872" y="928"/>
                    <a:pt x="1872" y="928"/>
                    <a:pt x="1872" y="928"/>
                  </a:cubicBezTo>
                  <a:cubicBezTo>
                    <a:pt x="1896" y="912"/>
                    <a:pt x="1896" y="912"/>
                    <a:pt x="1896" y="912"/>
                  </a:cubicBezTo>
                  <a:cubicBezTo>
                    <a:pt x="1896" y="872"/>
                    <a:pt x="1896" y="872"/>
                    <a:pt x="1896" y="872"/>
                  </a:cubicBezTo>
                  <a:cubicBezTo>
                    <a:pt x="1872" y="872"/>
                    <a:pt x="1872" y="872"/>
                    <a:pt x="1872" y="872"/>
                  </a:cubicBezTo>
                  <a:cubicBezTo>
                    <a:pt x="1936" y="804"/>
                    <a:pt x="1936" y="804"/>
                    <a:pt x="1936" y="804"/>
                  </a:cubicBezTo>
                  <a:cubicBezTo>
                    <a:pt x="1932" y="776"/>
                    <a:pt x="1932" y="776"/>
                    <a:pt x="1932" y="776"/>
                  </a:cubicBezTo>
                  <a:cubicBezTo>
                    <a:pt x="1892" y="776"/>
                    <a:pt x="1892" y="776"/>
                    <a:pt x="1892" y="776"/>
                  </a:cubicBezTo>
                  <a:cubicBezTo>
                    <a:pt x="1928" y="728"/>
                    <a:pt x="1928" y="728"/>
                    <a:pt x="1928" y="728"/>
                  </a:cubicBezTo>
                  <a:cubicBezTo>
                    <a:pt x="1920" y="672"/>
                    <a:pt x="1920" y="672"/>
                    <a:pt x="1920" y="672"/>
                  </a:cubicBezTo>
                  <a:cubicBezTo>
                    <a:pt x="1868" y="660"/>
                    <a:pt x="1868" y="660"/>
                    <a:pt x="1868" y="660"/>
                  </a:cubicBezTo>
                  <a:cubicBezTo>
                    <a:pt x="1852" y="612"/>
                    <a:pt x="1852" y="612"/>
                    <a:pt x="1852" y="612"/>
                  </a:cubicBezTo>
                  <a:cubicBezTo>
                    <a:pt x="1880" y="588"/>
                    <a:pt x="1880" y="588"/>
                    <a:pt x="1880" y="588"/>
                  </a:cubicBezTo>
                  <a:cubicBezTo>
                    <a:pt x="1868" y="556"/>
                    <a:pt x="1868" y="556"/>
                    <a:pt x="1868" y="556"/>
                  </a:cubicBezTo>
                  <a:cubicBezTo>
                    <a:pt x="1900" y="556"/>
                    <a:pt x="1900" y="556"/>
                    <a:pt x="1900" y="556"/>
                  </a:cubicBezTo>
                  <a:cubicBezTo>
                    <a:pt x="1916" y="528"/>
                    <a:pt x="1916" y="528"/>
                    <a:pt x="1916" y="528"/>
                  </a:cubicBezTo>
                  <a:cubicBezTo>
                    <a:pt x="1880" y="504"/>
                    <a:pt x="1880" y="504"/>
                    <a:pt x="1880" y="504"/>
                  </a:cubicBezTo>
                  <a:cubicBezTo>
                    <a:pt x="1856" y="376"/>
                    <a:pt x="1856" y="376"/>
                    <a:pt x="1856" y="376"/>
                  </a:cubicBezTo>
                  <a:cubicBezTo>
                    <a:pt x="1792" y="364"/>
                    <a:pt x="1792" y="364"/>
                    <a:pt x="1792" y="364"/>
                  </a:cubicBezTo>
                  <a:cubicBezTo>
                    <a:pt x="1732" y="304"/>
                    <a:pt x="1732" y="304"/>
                    <a:pt x="1732" y="304"/>
                  </a:cubicBezTo>
                  <a:cubicBezTo>
                    <a:pt x="1760" y="268"/>
                    <a:pt x="1760" y="268"/>
                    <a:pt x="1760" y="268"/>
                  </a:cubicBezTo>
                  <a:cubicBezTo>
                    <a:pt x="1736" y="208"/>
                    <a:pt x="1736" y="208"/>
                    <a:pt x="1736" y="208"/>
                  </a:cubicBezTo>
                  <a:cubicBezTo>
                    <a:pt x="1700" y="276"/>
                    <a:pt x="1700" y="276"/>
                    <a:pt x="1700" y="276"/>
                  </a:cubicBezTo>
                  <a:cubicBezTo>
                    <a:pt x="1672" y="196"/>
                    <a:pt x="1672" y="196"/>
                    <a:pt x="1672" y="196"/>
                  </a:cubicBezTo>
                  <a:cubicBezTo>
                    <a:pt x="1636" y="192"/>
                    <a:pt x="1636" y="192"/>
                    <a:pt x="1636" y="192"/>
                  </a:cubicBezTo>
                  <a:cubicBezTo>
                    <a:pt x="1596" y="156"/>
                    <a:pt x="1596" y="156"/>
                    <a:pt x="1596" y="156"/>
                  </a:cubicBezTo>
                  <a:cubicBezTo>
                    <a:pt x="1544" y="132"/>
                    <a:pt x="1544" y="132"/>
                    <a:pt x="1544" y="132"/>
                  </a:cubicBezTo>
                  <a:cubicBezTo>
                    <a:pt x="1516" y="104"/>
                    <a:pt x="1516" y="104"/>
                    <a:pt x="1516" y="104"/>
                  </a:cubicBezTo>
                  <a:cubicBezTo>
                    <a:pt x="1516" y="64"/>
                    <a:pt x="1516" y="64"/>
                    <a:pt x="1516" y="64"/>
                  </a:cubicBezTo>
                  <a:cubicBezTo>
                    <a:pt x="1564" y="88"/>
                    <a:pt x="1564" y="88"/>
                    <a:pt x="1564" y="88"/>
                  </a:cubicBezTo>
                  <a:cubicBezTo>
                    <a:pt x="1564" y="88"/>
                    <a:pt x="1568" y="40"/>
                    <a:pt x="1504" y="48"/>
                  </a:cubicBezTo>
                  <a:cubicBezTo>
                    <a:pt x="1476" y="20"/>
                    <a:pt x="1476" y="20"/>
                    <a:pt x="1476" y="20"/>
                  </a:cubicBezTo>
                  <a:cubicBezTo>
                    <a:pt x="1452" y="32"/>
                    <a:pt x="1452" y="32"/>
                    <a:pt x="1452" y="32"/>
                  </a:cubicBezTo>
                  <a:cubicBezTo>
                    <a:pt x="1424" y="96"/>
                    <a:pt x="1424" y="96"/>
                    <a:pt x="1424" y="96"/>
                  </a:cubicBezTo>
                  <a:cubicBezTo>
                    <a:pt x="1336" y="88"/>
                    <a:pt x="1336" y="88"/>
                    <a:pt x="1336" y="88"/>
                  </a:cubicBezTo>
                  <a:cubicBezTo>
                    <a:pt x="1300" y="60"/>
                    <a:pt x="1300" y="60"/>
                    <a:pt x="1300" y="60"/>
                  </a:cubicBezTo>
                  <a:cubicBezTo>
                    <a:pt x="1336" y="24"/>
                    <a:pt x="1336" y="24"/>
                    <a:pt x="1336" y="24"/>
                  </a:cubicBezTo>
                  <a:cubicBezTo>
                    <a:pt x="1288" y="20"/>
                    <a:pt x="1288" y="20"/>
                    <a:pt x="1288" y="20"/>
                  </a:cubicBezTo>
                  <a:cubicBezTo>
                    <a:pt x="1248" y="60"/>
                    <a:pt x="1248" y="60"/>
                    <a:pt x="1248" y="60"/>
                  </a:cubicBezTo>
                  <a:cubicBezTo>
                    <a:pt x="1188" y="72"/>
                    <a:pt x="1188" y="72"/>
                    <a:pt x="1188" y="72"/>
                  </a:cubicBezTo>
                  <a:cubicBezTo>
                    <a:pt x="1232" y="20"/>
                    <a:pt x="1232" y="20"/>
                    <a:pt x="1232" y="20"/>
                  </a:cubicBezTo>
                  <a:cubicBezTo>
                    <a:pt x="1184" y="20"/>
                    <a:pt x="1184" y="20"/>
                    <a:pt x="1184" y="20"/>
                  </a:cubicBezTo>
                  <a:cubicBezTo>
                    <a:pt x="1160" y="68"/>
                    <a:pt x="1160" y="68"/>
                    <a:pt x="1160" y="68"/>
                  </a:cubicBezTo>
                  <a:cubicBezTo>
                    <a:pt x="1120" y="60"/>
                    <a:pt x="1120" y="60"/>
                    <a:pt x="1120" y="60"/>
                  </a:cubicBezTo>
                  <a:cubicBezTo>
                    <a:pt x="1040" y="16"/>
                    <a:pt x="1040" y="16"/>
                    <a:pt x="1040" y="16"/>
                  </a:cubicBezTo>
                  <a:cubicBezTo>
                    <a:pt x="1016" y="48"/>
                    <a:pt x="1016" y="48"/>
                    <a:pt x="1016" y="48"/>
                  </a:cubicBezTo>
                  <a:cubicBezTo>
                    <a:pt x="980" y="24"/>
                    <a:pt x="980" y="24"/>
                    <a:pt x="980" y="24"/>
                  </a:cubicBezTo>
                  <a:cubicBezTo>
                    <a:pt x="948" y="0"/>
                    <a:pt x="948" y="0"/>
                    <a:pt x="948" y="0"/>
                  </a:cubicBezTo>
                  <a:cubicBezTo>
                    <a:pt x="928" y="28"/>
                    <a:pt x="928" y="28"/>
                    <a:pt x="928" y="28"/>
                  </a:cubicBezTo>
                  <a:cubicBezTo>
                    <a:pt x="952" y="48"/>
                    <a:pt x="952" y="48"/>
                    <a:pt x="952" y="48"/>
                  </a:cubicBezTo>
                  <a:cubicBezTo>
                    <a:pt x="908" y="60"/>
                    <a:pt x="908" y="60"/>
                    <a:pt x="908" y="60"/>
                  </a:cubicBezTo>
                  <a:cubicBezTo>
                    <a:pt x="888" y="20"/>
                    <a:pt x="888" y="20"/>
                    <a:pt x="888" y="20"/>
                  </a:cubicBezTo>
                  <a:cubicBezTo>
                    <a:pt x="836" y="20"/>
                    <a:pt x="836" y="20"/>
                    <a:pt x="836" y="20"/>
                  </a:cubicBezTo>
                  <a:cubicBezTo>
                    <a:pt x="872" y="56"/>
                    <a:pt x="872" y="56"/>
                    <a:pt x="872" y="56"/>
                  </a:cubicBezTo>
                  <a:cubicBezTo>
                    <a:pt x="872" y="56"/>
                    <a:pt x="856" y="40"/>
                    <a:pt x="820" y="56"/>
                  </a:cubicBezTo>
                  <a:cubicBezTo>
                    <a:pt x="784" y="72"/>
                    <a:pt x="756" y="28"/>
                    <a:pt x="756" y="28"/>
                  </a:cubicBezTo>
                  <a:cubicBezTo>
                    <a:pt x="756" y="92"/>
                    <a:pt x="756" y="92"/>
                    <a:pt x="756" y="92"/>
                  </a:cubicBezTo>
                  <a:cubicBezTo>
                    <a:pt x="780" y="120"/>
                    <a:pt x="780" y="120"/>
                    <a:pt x="780" y="120"/>
                  </a:cubicBezTo>
                  <a:cubicBezTo>
                    <a:pt x="724" y="108"/>
                    <a:pt x="724" y="108"/>
                    <a:pt x="724" y="108"/>
                  </a:cubicBezTo>
                  <a:cubicBezTo>
                    <a:pt x="660" y="92"/>
                    <a:pt x="660" y="92"/>
                    <a:pt x="660" y="92"/>
                  </a:cubicBezTo>
                  <a:cubicBezTo>
                    <a:pt x="600" y="120"/>
                    <a:pt x="600" y="120"/>
                    <a:pt x="600" y="120"/>
                  </a:cubicBezTo>
                  <a:cubicBezTo>
                    <a:pt x="600" y="120"/>
                    <a:pt x="520" y="88"/>
                    <a:pt x="528" y="108"/>
                  </a:cubicBezTo>
                  <a:cubicBezTo>
                    <a:pt x="536" y="128"/>
                    <a:pt x="484" y="172"/>
                    <a:pt x="484" y="172"/>
                  </a:cubicBezTo>
                  <a:cubicBezTo>
                    <a:pt x="476" y="132"/>
                    <a:pt x="476" y="132"/>
                    <a:pt x="476" y="132"/>
                  </a:cubicBezTo>
                  <a:cubicBezTo>
                    <a:pt x="472" y="84"/>
                    <a:pt x="472" y="84"/>
                    <a:pt x="472" y="84"/>
                  </a:cubicBezTo>
                  <a:cubicBezTo>
                    <a:pt x="452" y="88"/>
                    <a:pt x="452" y="88"/>
                    <a:pt x="452" y="88"/>
                  </a:cubicBezTo>
                  <a:cubicBezTo>
                    <a:pt x="420" y="36"/>
                    <a:pt x="420" y="36"/>
                    <a:pt x="420" y="36"/>
                  </a:cubicBezTo>
                  <a:cubicBezTo>
                    <a:pt x="404" y="40"/>
                    <a:pt x="404" y="40"/>
                    <a:pt x="404" y="40"/>
                  </a:cubicBezTo>
                  <a:cubicBezTo>
                    <a:pt x="400" y="72"/>
                    <a:pt x="400" y="72"/>
                    <a:pt x="400" y="72"/>
                  </a:cubicBezTo>
                  <a:cubicBezTo>
                    <a:pt x="384" y="84"/>
                    <a:pt x="384" y="84"/>
                    <a:pt x="384" y="84"/>
                  </a:cubicBezTo>
                  <a:cubicBezTo>
                    <a:pt x="416" y="124"/>
                    <a:pt x="416" y="124"/>
                    <a:pt x="416" y="124"/>
                  </a:cubicBezTo>
                  <a:cubicBezTo>
                    <a:pt x="384" y="132"/>
                    <a:pt x="384" y="132"/>
                    <a:pt x="384" y="132"/>
                  </a:cubicBezTo>
                  <a:cubicBezTo>
                    <a:pt x="384" y="132"/>
                    <a:pt x="320" y="124"/>
                    <a:pt x="304" y="144"/>
                  </a:cubicBezTo>
                  <a:cubicBezTo>
                    <a:pt x="288" y="164"/>
                    <a:pt x="268" y="140"/>
                    <a:pt x="268" y="140"/>
                  </a:cubicBezTo>
                  <a:cubicBezTo>
                    <a:pt x="248" y="168"/>
                    <a:pt x="248" y="168"/>
                    <a:pt x="248" y="168"/>
                  </a:cubicBezTo>
                  <a:cubicBezTo>
                    <a:pt x="252" y="192"/>
                    <a:pt x="252" y="192"/>
                    <a:pt x="252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8" y="192"/>
                    <a:pt x="156" y="156"/>
                    <a:pt x="184" y="208"/>
                  </a:cubicBezTo>
                  <a:cubicBezTo>
                    <a:pt x="212" y="260"/>
                    <a:pt x="252" y="276"/>
                    <a:pt x="252" y="276"/>
                  </a:cubicBezTo>
                  <a:cubicBezTo>
                    <a:pt x="244" y="300"/>
                    <a:pt x="244" y="300"/>
                    <a:pt x="244" y="300"/>
                  </a:cubicBezTo>
                  <a:cubicBezTo>
                    <a:pt x="292" y="316"/>
                    <a:pt x="292" y="316"/>
                    <a:pt x="292" y="316"/>
                  </a:cubicBezTo>
                  <a:cubicBezTo>
                    <a:pt x="320" y="304"/>
                    <a:pt x="320" y="304"/>
                    <a:pt x="320" y="304"/>
                  </a:cubicBezTo>
                  <a:cubicBezTo>
                    <a:pt x="320" y="304"/>
                    <a:pt x="296" y="340"/>
                    <a:pt x="264" y="344"/>
                  </a:cubicBezTo>
                  <a:cubicBezTo>
                    <a:pt x="232" y="348"/>
                    <a:pt x="236" y="384"/>
                    <a:pt x="236" y="384"/>
                  </a:cubicBezTo>
                  <a:cubicBezTo>
                    <a:pt x="184" y="344"/>
                    <a:pt x="184" y="344"/>
                    <a:pt x="184" y="344"/>
                  </a:cubicBezTo>
                  <a:cubicBezTo>
                    <a:pt x="184" y="344"/>
                    <a:pt x="160" y="344"/>
                    <a:pt x="176" y="384"/>
                  </a:cubicBezTo>
                  <a:cubicBezTo>
                    <a:pt x="192" y="424"/>
                    <a:pt x="128" y="384"/>
                    <a:pt x="128" y="384"/>
                  </a:cubicBezTo>
                  <a:cubicBezTo>
                    <a:pt x="84" y="388"/>
                    <a:pt x="84" y="388"/>
                    <a:pt x="84" y="388"/>
                  </a:cubicBezTo>
                  <a:cubicBezTo>
                    <a:pt x="92" y="440"/>
                    <a:pt x="92" y="440"/>
                    <a:pt x="92" y="440"/>
                  </a:cubicBezTo>
                  <a:cubicBezTo>
                    <a:pt x="80" y="484"/>
                    <a:pt x="80" y="484"/>
                    <a:pt x="80" y="484"/>
                  </a:cubicBezTo>
                  <a:cubicBezTo>
                    <a:pt x="52" y="464"/>
                    <a:pt x="52" y="464"/>
                    <a:pt x="52" y="464"/>
                  </a:cubicBezTo>
                  <a:cubicBezTo>
                    <a:pt x="32" y="524"/>
                    <a:pt x="32" y="524"/>
                    <a:pt x="32" y="524"/>
                  </a:cubicBezTo>
                  <a:cubicBezTo>
                    <a:pt x="40" y="576"/>
                    <a:pt x="40" y="576"/>
                    <a:pt x="40" y="576"/>
                  </a:cubicBezTo>
                  <a:cubicBezTo>
                    <a:pt x="0" y="604"/>
                    <a:pt x="0" y="604"/>
                    <a:pt x="0" y="604"/>
                  </a:cubicBezTo>
                  <a:cubicBezTo>
                    <a:pt x="8" y="676"/>
                    <a:pt x="8" y="676"/>
                    <a:pt x="8" y="676"/>
                  </a:cubicBezTo>
                  <a:cubicBezTo>
                    <a:pt x="48" y="676"/>
                    <a:pt x="48" y="676"/>
                    <a:pt x="48" y="676"/>
                  </a:cubicBezTo>
                  <a:cubicBezTo>
                    <a:pt x="60" y="708"/>
                    <a:pt x="60" y="708"/>
                    <a:pt x="60" y="708"/>
                  </a:cubicBezTo>
                  <a:cubicBezTo>
                    <a:pt x="48" y="736"/>
                    <a:pt x="48" y="736"/>
                    <a:pt x="48" y="736"/>
                  </a:cubicBezTo>
                  <a:cubicBezTo>
                    <a:pt x="76" y="776"/>
                    <a:pt x="76" y="776"/>
                    <a:pt x="76" y="776"/>
                  </a:cubicBezTo>
                  <a:cubicBezTo>
                    <a:pt x="120" y="772"/>
                    <a:pt x="120" y="772"/>
                    <a:pt x="120" y="772"/>
                  </a:cubicBezTo>
                  <a:cubicBezTo>
                    <a:pt x="144" y="840"/>
                    <a:pt x="144" y="840"/>
                    <a:pt x="144" y="840"/>
                  </a:cubicBezTo>
                  <a:cubicBezTo>
                    <a:pt x="132" y="876"/>
                    <a:pt x="132" y="876"/>
                    <a:pt x="132" y="876"/>
                  </a:cubicBezTo>
                  <a:cubicBezTo>
                    <a:pt x="132" y="876"/>
                    <a:pt x="164" y="944"/>
                    <a:pt x="192" y="924"/>
                  </a:cubicBezTo>
                  <a:cubicBezTo>
                    <a:pt x="220" y="904"/>
                    <a:pt x="228" y="928"/>
                    <a:pt x="228" y="9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" name="Freeform 784">
              <a:extLst>
                <a:ext uri="{FF2B5EF4-FFF2-40B4-BE49-F238E27FC236}">
                  <a16:creationId xmlns:a16="http://schemas.microsoft.com/office/drawing/2014/main" id="{D668B2EB-A6F2-4FAC-89CC-ED16ADBD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900"/>
              <a:ext cx="30" cy="23"/>
            </a:xfrm>
            <a:custGeom>
              <a:avLst/>
              <a:gdLst>
                <a:gd name="T0" fmla="*/ 0 w 32"/>
                <a:gd name="T1" fmla="*/ 18 h 24"/>
                <a:gd name="T2" fmla="*/ 26 w 3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4">
                  <a:moveTo>
                    <a:pt x="0" y="21"/>
                  </a:moveTo>
                  <a:cubicBezTo>
                    <a:pt x="9" y="24"/>
                    <a:pt x="26" y="6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" name="Freeform 785">
              <a:extLst>
                <a:ext uri="{FF2B5EF4-FFF2-40B4-BE49-F238E27FC236}">
                  <a16:creationId xmlns:a16="http://schemas.microsoft.com/office/drawing/2014/main" id="{6BDAFFB9-C8A9-4C70-97D0-E34D817A2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744"/>
              <a:ext cx="14" cy="33"/>
            </a:xfrm>
            <a:custGeom>
              <a:avLst/>
              <a:gdLst>
                <a:gd name="T0" fmla="*/ 11 w 16"/>
                <a:gd name="T1" fmla="*/ 28 h 36"/>
                <a:gd name="T2" fmla="*/ 0 w 16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3" y="25"/>
                    <a:pt x="5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8" name="Freeform 786">
              <a:extLst>
                <a:ext uri="{FF2B5EF4-FFF2-40B4-BE49-F238E27FC236}">
                  <a16:creationId xmlns:a16="http://schemas.microsoft.com/office/drawing/2014/main" id="{211B2A51-0939-41CC-AD35-88575298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650"/>
              <a:ext cx="47" cy="34"/>
            </a:xfrm>
            <a:custGeom>
              <a:avLst/>
              <a:gdLst>
                <a:gd name="T0" fmla="*/ 0 w 51"/>
                <a:gd name="T1" fmla="*/ 28 h 37"/>
                <a:gd name="T2" fmla="*/ 18 w 51"/>
                <a:gd name="T3" fmla="*/ 17 h 37"/>
                <a:gd name="T4" fmla="*/ 40 w 5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8" y="37"/>
                    <a:pt x="17" y="27"/>
                    <a:pt x="23" y="22"/>
                  </a:cubicBezTo>
                  <a:cubicBezTo>
                    <a:pt x="31" y="15"/>
                    <a:pt x="45" y="9"/>
                    <a:pt x="5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9" name="Freeform 787">
              <a:extLst>
                <a:ext uri="{FF2B5EF4-FFF2-40B4-BE49-F238E27FC236}">
                  <a16:creationId xmlns:a16="http://schemas.microsoft.com/office/drawing/2014/main" id="{302DDB2F-B582-4F92-9665-29DEADB95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506"/>
              <a:ext cx="44" cy="37"/>
            </a:xfrm>
            <a:custGeom>
              <a:avLst/>
              <a:gdLst>
                <a:gd name="T0" fmla="*/ 0 w 48"/>
                <a:gd name="T1" fmla="*/ 0 h 40"/>
                <a:gd name="T2" fmla="*/ 37 w 48"/>
                <a:gd name="T3" fmla="*/ 3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0">
                  <a:moveTo>
                    <a:pt x="0" y="0"/>
                  </a:moveTo>
                  <a:cubicBezTo>
                    <a:pt x="11" y="7"/>
                    <a:pt x="39" y="40"/>
                    <a:pt x="48" y="3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0" name="Freeform 788">
              <a:extLst>
                <a:ext uri="{FF2B5EF4-FFF2-40B4-BE49-F238E27FC236}">
                  <a16:creationId xmlns:a16="http://schemas.microsoft.com/office/drawing/2014/main" id="{1BA3CE52-AA07-4C41-A849-72AE39E1B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410"/>
              <a:ext cx="30" cy="55"/>
            </a:xfrm>
            <a:custGeom>
              <a:avLst/>
              <a:gdLst>
                <a:gd name="T0" fmla="*/ 0 w 33"/>
                <a:gd name="T1" fmla="*/ 0 h 59"/>
                <a:gd name="T2" fmla="*/ 15 w 33"/>
                <a:gd name="T3" fmla="*/ 24 h 59"/>
                <a:gd name="T4" fmla="*/ 25 w 33"/>
                <a:gd name="T5" fmla="*/ 4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9">
                  <a:moveTo>
                    <a:pt x="0" y="0"/>
                  </a:moveTo>
                  <a:cubicBezTo>
                    <a:pt x="8" y="6"/>
                    <a:pt x="15" y="22"/>
                    <a:pt x="20" y="30"/>
                  </a:cubicBezTo>
                  <a:cubicBezTo>
                    <a:pt x="25" y="39"/>
                    <a:pt x="29" y="50"/>
                    <a:pt x="33" y="5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1" name="Freeform 789">
              <a:extLst>
                <a:ext uri="{FF2B5EF4-FFF2-40B4-BE49-F238E27FC236}">
                  <a16:creationId xmlns:a16="http://schemas.microsoft.com/office/drawing/2014/main" id="{8BADA242-6E3C-4DC4-8E41-3E9848F55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570"/>
              <a:ext cx="94" cy="67"/>
            </a:xfrm>
            <a:custGeom>
              <a:avLst/>
              <a:gdLst>
                <a:gd name="T0" fmla="*/ 81 w 101"/>
                <a:gd name="T1" fmla="*/ 0 h 72"/>
                <a:gd name="T2" fmla="*/ 74 w 101"/>
                <a:gd name="T3" fmla="*/ 23 h 72"/>
                <a:gd name="T4" fmla="*/ 48 w 101"/>
                <a:gd name="T5" fmla="*/ 33 h 72"/>
                <a:gd name="T6" fmla="*/ 18 w 101"/>
                <a:gd name="T7" fmla="*/ 52 h 72"/>
                <a:gd name="T8" fmla="*/ 0 w 101"/>
                <a:gd name="T9" fmla="*/ 5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72">
                  <a:moveTo>
                    <a:pt x="101" y="0"/>
                  </a:moveTo>
                  <a:cubicBezTo>
                    <a:pt x="100" y="10"/>
                    <a:pt x="95" y="19"/>
                    <a:pt x="92" y="29"/>
                  </a:cubicBezTo>
                  <a:cubicBezTo>
                    <a:pt x="80" y="24"/>
                    <a:pt x="69" y="36"/>
                    <a:pt x="60" y="41"/>
                  </a:cubicBezTo>
                  <a:cubicBezTo>
                    <a:pt x="47" y="49"/>
                    <a:pt x="35" y="57"/>
                    <a:pt x="21" y="64"/>
                  </a:cubicBezTo>
                  <a:cubicBezTo>
                    <a:pt x="14" y="66"/>
                    <a:pt x="5" y="68"/>
                    <a:pt x="0" y="7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2" name="Freeform 790">
              <a:extLst>
                <a:ext uri="{FF2B5EF4-FFF2-40B4-BE49-F238E27FC236}">
                  <a16:creationId xmlns:a16="http://schemas.microsoft.com/office/drawing/2014/main" id="{9B5525B2-EBD9-4A7E-BF4D-24FDF2B9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14"/>
              <a:ext cx="70" cy="44"/>
            </a:xfrm>
            <a:custGeom>
              <a:avLst/>
              <a:gdLst>
                <a:gd name="T0" fmla="*/ 0 w 76"/>
                <a:gd name="T1" fmla="*/ 37 h 48"/>
                <a:gd name="T2" fmla="*/ 20 w 76"/>
                <a:gd name="T3" fmla="*/ 23 h 48"/>
                <a:gd name="T4" fmla="*/ 59 w 7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8">
                  <a:moveTo>
                    <a:pt x="0" y="48"/>
                  </a:moveTo>
                  <a:cubicBezTo>
                    <a:pt x="9" y="47"/>
                    <a:pt x="19" y="34"/>
                    <a:pt x="26" y="29"/>
                  </a:cubicBezTo>
                  <a:cubicBezTo>
                    <a:pt x="42" y="18"/>
                    <a:pt x="59" y="8"/>
                    <a:pt x="7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3" name="Freeform 791">
              <a:extLst>
                <a:ext uri="{FF2B5EF4-FFF2-40B4-BE49-F238E27FC236}">
                  <a16:creationId xmlns:a16="http://schemas.microsoft.com/office/drawing/2014/main" id="{65F2E599-4D2B-423D-830C-C47617838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079"/>
              <a:ext cx="16" cy="51"/>
            </a:xfrm>
            <a:custGeom>
              <a:avLst/>
              <a:gdLst>
                <a:gd name="T0" fmla="*/ 14 w 17"/>
                <a:gd name="T1" fmla="*/ 44 h 55"/>
                <a:gd name="T2" fmla="*/ 0 w 17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5">
                  <a:moveTo>
                    <a:pt x="17" y="55"/>
                  </a:moveTo>
                  <a:cubicBezTo>
                    <a:pt x="10" y="39"/>
                    <a:pt x="1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4" name="Freeform 792">
              <a:extLst>
                <a:ext uri="{FF2B5EF4-FFF2-40B4-BE49-F238E27FC236}">
                  <a16:creationId xmlns:a16="http://schemas.microsoft.com/office/drawing/2014/main" id="{E103D101-E679-4FEC-92E2-0F3CD59E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034"/>
              <a:ext cx="21" cy="61"/>
            </a:xfrm>
            <a:custGeom>
              <a:avLst/>
              <a:gdLst>
                <a:gd name="T0" fmla="*/ 0 w 23"/>
                <a:gd name="T1" fmla="*/ 53 h 65"/>
                <a:gd name="T2" fmla="*/ 6 w 23"/>
                <a:gd name="T3" fmla="*/ 30 h 65"/>
                <a:gd name="T4" fmla="*/ 17 w 23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5">
                  <a:moveTo>
                    <a:pt x="0" y="65"/>
                  </a:moveTo>
                  <a:cubicBezTo>
                    <a:pt x="4" y="57"/>
                    <a:pt x="6" y="46"/>
                    <a:pt x="9" y="36"/>
                  </a:cubicBezTo>
                  <a:cubicBezTo>
                    <a:pt x="12" y="24"/>
                    <a:pt x="19" y="13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5" name="Freeform 793">
              <a:extLst>
                <a:ext uri="{FF2B5EF4-FFF2-40B4-BE49-F238E27FC236}">
                  <a16:creationId xmlns:a16="http://schemas.microsoft.com/office/drawing/2014/main" id="{84DFCA26-E6EA-4B42-9E93-505D87E8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301"/>
              <a:ext cx="14" cy="68"/>
            </a:xfrm>
            <a:custGeom>
              <a:avLst/>
              <a:gdLst>
                <a:gd name="T0" fmla="*/ 0 w 15"/>
                <a:gd name="T1" fmla="*/ 59 h 73"/>
                <a:gd name="T2" fmla="*/ 12 w 15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3">
                  <a:moveTo>
                    <a:pt x="0" y="73"/>
                  </a:moveTo>
                  <a:cubicBezTo>
                    <a:pt x="3" y="48"/>
                    <a:pt x="12" y="25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6" name="Freeform 794">
              <a:extLst>
                <a:ext uri="{FF2B5EF4-FFF2-40B4-BE49-F238E27FC236}">
                  <a16:creationId xmlns:a16="http://schemas.microsoft.com/office/drawing/2014/main" id="{F41FF31F-712D-4A04-877D-BC826E1E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3373"/>
              <a:ext cx="38" cy="36"/>
            </a:xfrm>
            <a:custGeom>
              <a:avLst/>
              <a:gdLst>
                <a:gd name="T0" fmla="*/ 0 w 41"/>
                <a:gd name="T1" fmla="*/ 30 h 39"/>
                <a:gd name="T2" fmla="*/ 32 w 4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9">
                  <a:moveTo>
                    <a:pt x="0" y="39"/>
                  </a:moveTo>
                  <a:cubicBezTo>
                    <a:pt x="13" y="26"/>
                    <a:pt x="32" y="16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7" name="Freeform 795">
              <a:extLst>
                <a:ext uri="{FF2B5EF4-FFF2-40B4-BE49-F238E27FC236}">
                  <a16:creationId xmlns:a16="http://schemas.microsoft.com/office/drawing/2014/main" id="{CF22A685-A693-45C2-9B6E-BBE86258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436"/>
              <a:ext cx="27" cy="20"/>
            </a:xfrm>
            <a:custGeom>
              <a:avLst/>
              <a:gdLst>
                <a:gd name="T0" fmla="*/ 23 w 29"/>
                <a:gd name="T1" fmla="*/ 16 h 22"/>
                <a:gd name="T2" fmla="*/ 0 w 2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2">
                  <a:moveTo>
                    <a:pt x="29" y="22"/>
                  </a:moveTo>
                  <a:cubicBezTo>
                    <a:pt x="20" y="14"/>
                    <a:pt x="8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8" name="Freeform 796">
              <a:extLst>
                <a:ext uri="{FF2B5EF4-FFF2-40B4-BE49-F238E27FC236}">
                  <a16:creationId xmlns:a16="http://schemas.microsoft.com/office/drawing/2014/main" id="{A9C57384-038B-406E-B32D-A6EA47B73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272"/>
              <a:ext cx="103" cy="40"/>
            </a:xfrm>
            <a:custGeom>
              <a:avLst/>
              <a:gdLst>
                <a:gd name="T0" fmla="*/ 0 w 111"/>
                <a:gd name="T1" fmla="*/ 0 h 43"/>
                <a:gd name="T2" fmla="*/ 50 w 111"/>
                <a:gd name="T3" fmla="*/ 21 h 43"/>
                <a:gd name="T4" fmla="*/ 89 w 111"/>
                <a:gd name="T5" fmla="*/ 33 h 43"/>
                <a:gd name="T6" fmla="*/ 87 w 111"/>
                <a:gd name="T7" fmla="*/ 33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43">
                  <a:moveTo>
                    <a:pt x="0" y="0"/>
                  </a:moveTo>
                  <a:cubicBezTo>
                    <a:pt x="20" y="0"/>
                    <a:pt x="44" y="20"/>
                    <a:pt x="63" y="27"/>
                  </a:cubicBezTo>
                  <a:cubicBezTo>
                    <a:pt x="78" y="33"/>
                    <a:pt x="96" y="37"/>
                    <a:pt x="111" y="41"/>
                  </a:cubicBezTo>
                  <a:cubicBezTo>
                    <a:pt x="111" y="43"/>
                    <a:pt x="110" y="41"/>
                    <a:pt x="109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9" name="Freeform 797">
              <a:extLst>
                <a:ext uri="{FF2B5EF4-FFF2-40B4-BE49-F238E27FC236}">
                  <a16:creationId xmlns:a16="http://schemas.microsoft.com/office/drawing/2014/main" id="{A0E82F36-FAE6-440C-81F3-109BC091E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3362"/>
              <a:ext cx="39" cy="33"/>
            </a:xfrm>
            <a:custGeom>
              <a:avLst/>
              <a:gdLst>
                <a:gd name="T0" fmla="*/ 33 w 42"/>
                <a:gd name="T1" fmla="*/ 28 h 36"/>
                <a:gd name="T2" fmla="*/ 19 w 42"/>
                <a:gd name="T3" fmla="*/ 15 h 36"/>
                <a:gd name="T4" fmla="*/ 0 w 4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42" y="36"/>
                  </a:moveTo>
                  <a:cubicBezTo>
                    <a:pt x="35" y="31"/>
                    <a:pt x="30" y="24"/>
                    <a:pt x="23" y="18"/>
                  </a:cubicBezTo>
                  <a:cubicBezTo>
                    <a:pt x="16" y="12"/>
                    <a:pt x="5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0" name="Freeform 798">
              <a:extLst>
                <a:ext uri="{FF2B5EF4-FFF2-40B4-BE49-F238E27FC236}">
                  <a16:creationId xmlns:a16="http://schemas.microsoft.com/office/drawing/2014/main" id="{61D796A5-167D-418E-9D17-4B2F8F0CA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3185"/>
              <a:ext cx="11" cy="75"/>
            </a:xfrm>
            <a:custGeom>
              <a:avLst/>
              <a:gdLst>
                <a:gd name="T0" fmla="*/ 11 w 11"/>
                <a:gd name="T1" fmla="*/ 66 h 80"/>
                <a:gd name="T2" fmla="*/ 0 w 11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0">
                  <a:moveTo>
                    <a:pt x="11" y="80"/>
                  </a:moveTo>
                  <a:cubicBezTo>
                    <a:pt x="5" y="54"/>
                    <a:pt x="7" y="2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1" name="Freeform 799">
              <a:extLst>
                <a:ext uri="{FF2B5EF4-FFF2-40B4-BE49-F238E27FC236}">
                  <a16:creationId xmlns:a16="http://schemas.microsoft.com/office/drawing/2014/main" id="{EE3E0CB0-758F-4479-AD68-B6319473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129"/>
              <a:ext cx="68" cy="13"/>
            </a:xfrm>
            <a:custGeom>
              <a:avLst/>
              <a:gdLst>
                <a:gd name="T0" fmla="*/ 59 w 73"/>
                <a:gd name="T1" fmla="*/ 0 h 14"/>
                <a:gd name="T2" fmla="*/ 36 w 73"/>
                <a:gd name="T3" fmla="*/ 7 h 14"/>
                <a:gd name="T4" fmla="*/ 0 w 73"/>
                <a:gd name="T5" fmla="*/ 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4">
                  <a:moveTo>
                    <a:pt x="73" y="0"/>
                  </a:moveTo>
                  <a:cubicBezTo>
                    <a:pt x="67" y="5"/>
                    <a:pt x="53" y="5"/>
                    <a:pt x="45" y="7"/>
                  </a:cubicBezTo>
                  <a:cubicBezTo>
                    <a:pt x="31" y="10"/>
                    <a:pt x="15" y="14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2" name="Freeform 800">
              <a:extLst>
                <a:ext uri="{FF2B5EF4-FFF2-40B4-BE49-F238E27FC236}">
                  <a16:creationId xmlns:a16="http://schemas.microsoft.com/office/drawing/2014/main" id="{3C03F138-A66F-4470-BBC0-CD70BFD44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917"/>
              <a:ext cx="52" cy="33"/>
            </a:xfrm>
            <a:custGeom>
              <a:avLst/>
              <a:gdLst>
                <a:gd name="T0" fmla="*/ 45 w 56"/>
                <a:gd name="T1" fmla="*/ 0 h 35"/>
                <a:gd name="T2" fmla="*/ 0 w 56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35">
                  <a:moveTo>
                    <a:pt x="56" y="0"/>
                  </a:moveTo>
                  <a:cubicBezTo>
                    <a:pt x="38" y="12"/>
                    <a:pt x="18" y="23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3" name="Freeform 801">
              <a:extLst>
                <a:ext uri="{FF2B5EF4-FFF2-40B4-BE49-F238E27FC236}">
                  <a16:creationId xmlns:a16="http://schemas.microsoft.com/office/drawing/2014/main" id="{F124E26F-80BD-4CB9-A2F7-472B6EE7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775"/>
              <a:ext cx="56" cy="4"/>
            </a:xfrm>
            <a:custGeom>
              <a:avLst/>
              <a:gdLst>
                <a:gd name="T0" fmla="*/ 47 w 61"/>
                <a:gd name="T1" fmla="*/ 2 h 5"/>
                <a:gd name="T2" fmla="*/ 0 w 61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">
                  <a:moveTo>
                    <a:pt x="61" y="5"/>
                  </a:moveTo>
                  <a:cubicBezTo>
                    <a:pt x="40" y="5"/>
                    <a:pt x="20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4" name="Freeform 802">
              <a:extLst>
                <a:ext uri="{FF2B5EF4-FFF2-40B4-BE49-F238E27FC236}">
                  <a16:creationId xmlns:a16="http://schemas.microsoft.com/office/drawing/2014/main" id="{286D2C70-F876-4E72-BBBC-24B71B8E1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533"/>
              <a:ext cx="46" cy="38"/>
            </a:xfrm>
            <a:custGeom>
              <a:avLst/>
              <a:gdLst>
                <a:gd name="T0" fmla="*/ 39 w 50"/>
                <a:gd name="T1" fmla="*/ 32 h 41"/>
                <a:gd name="T2" fmla="*/ 0 w 5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1">
                  <a:moveTo>
                    <a:pt x="50" y="41"/>
                  </a:moveTo>
                  <a:cubicBezTo>
                    <a:pt x="34" y="27"/>
                    <a:pt x="15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5" name="Freeform 803">
              <a:extLst>
                <a:ext uri="{FF2B5EF4-FFF2-40B4-BE49-F238E27FC236}">
                  <a16:creationId xmlns:a16="http://schemas.microsoft.com/office/drawing/2014/main" id="{60CAA79B-0350-4A05-A3DE-2EBC10C04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374"/>
              <a:ext cx="66" cy="20"/>
            </a:xfrm>
            <a:custGeom>
              <a:avLst/>
              <a:gdLst>
                <a:gd name="T0" fmla="*/ 57 w 71"/>
                <a:gd name="T1" fmla="*/ 18 h 21"/>
                <a:gd name="T2" fmla="*/ 34 w 71"/>
                <a:gd name="T3" fmla="*/ 10 h 21"/>
                <a:gd name="T4" fmla="*/ 0 w 71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21">
                  <a:moveTo>
                    <a:pt x="71" y="21"/>
                  </a:moveTo>
                  <a:cubicBezTo>
                    <a:pt x="62" y="16"/>
                    <a:pt x="52" y="15"/>
                    <a:pt x="43" y="12"/>
                  </a:cubicBezTo>
                  <a:cubicBezTo>
                    <a:pt x="29" y="9"/>
                    <a:pt x="15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6" name="Freeform 804">
              <a:extLst>
                <a:ext uri="{FF2B5EF4-FFF2-40B4-BE49-F238E27FC236}">
                  <a16:creationId xmlns:a16="http://schemas.microsoft.com/office/drawing/2014/main" id="{E0646304-48A8-40EB-8505-3C9DE4326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415"/>
              <a:ext cx="95" cy="10"/>
            </a:xfrm>
            <a:custGeom>
              <a:avLst/>
              <a:gdLst>
                <a:gd name="T0" fmla="*/ 0 w 102"/>
                <a:gd name="T1" fmla="*/ 1 h 11"/>
                <a:gd name="T2" fmla="*/ 42 w 102"/>
                <a:gd name="T3" fmla="*/ 2 h 11"/>
                <a:gd name="T4" fmla="*/ 82 w 102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1">
                  <a:moveTo>
                    <a:pt x="0" y="1"/>
                  </a:moveTo>
                  <a:cubicBezTo>
                    <a:pt x="7" y="11"/>
                    <a:pt x="42" y="3"/>
                    <a:pt x="52" y="2"/>
                  </a:cubicBezTo>
                  <a:cubicBezTo>
                    <a:pt x="70" y="0"/>
                    <a:pt x="85" y="4"/>
                    <a:pt x="102" y="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7" name="Freeform 805">
              <a:extLst>
                <a:ext uri="{FF2B5EF4-FFF2-40B4-BE49-F238E27FC236}">
                  <a16:creationId xmlns:a16="http://schemas.microsoft.com/office/drawing/2014/main" id="{0F77DC87-14D3-47FC-AD96-008D00E6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306"/>
              <a:ext cx="35" cy="58"/>
            </a:xfrm>
            <a:custGeom>
              <a:avLst/>
              <a:gdLst>
                <a:gd name="T0" fmla="*/ 31 w 37"/>
                <a:gd name="T1" fmla="*/ 0 h 62"/>
                <a:gd name="T2" fmla="*/ 21 w 37"/>
                <a:gd name="T3" fmla="*/ 19 h 62"/>
                <a:gd name="T4" fmla="*/ 0 w 37"/>
                <a:gd name="T5" fmla="*/ 51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2">
                  <a:moveTo>
                    <a:pt x="37" y="0"/>
                  </a:moveTo>
                  <a:cubicBezTo>
                    <a:pt x="31" y="5"/>
                    <a:pt x="27" y="15"/>
                    <a:pt x="24" y="22"/>
                  </a:cubicBezTo>
                  <a:cubicBezTo>
                    <a:pt x="16" y="35"/>
                    <a:pt x="7" y="48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8" name="Freeform 806">
              <a:extLst>
                <a:ext uri="{FF2B5EF4-FFF2-40B4-BE49-F238E27FC236}">
                  <a16:creationId xmlns:a16="http://schemas.microsoft.com/office/drawing/2014/main" id="{A5813B4F-4304-41DF-AB69-8A79C1FE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142"/>
              <a:ext cx="12" cy="84"/>
            </a:xfrm>
            <a:custGeom>
              <a:avLst/>
              <a:gdLst>
                <a:gd name="T0" fmla="*/ 0 w 13"/>
                <a:gd name="T1" fmla="*/ 0 h 90"/>
                <a:gd name="T2" fmla="*/ 6 w 13"/>
                <a:gd name="T3" fmla="*/ 73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0">
                  <a:moveTo>
                    <a:pt x="0" y="0"/>
                  </a:moveTo>
                  <a:cubicBezTo>
                    <a:pt x="0" y="30"/>
                    <a:pt x="13" y="59"/>
                    <a:pt x="8" y="9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9" name="Freeform 807">
              <a:extLst>
                <a:ext uri="{FF2B5EF4-FFF2-40B4-BE49-F238E27FC236}">
                  <a16:creationId xmlns:a16="http://schemas.microsoft.com/office/drawing/2014/main" id="{B7BD2DF6-3D69-462D-8C9E-6C7F012DA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109"/>
              <a:ext cx="53" cy="42"/>
            </a:xfrm>
            <a:custGeom>
              <a:avLst/>
              <a:gdLst>
                <a:gd name="T0" fmla="*/ 46 w 57"/>
                <a:gd name="T1" fmla="*/ 0 h 45"/>
                <a:gd name="T2" fmla="*/ 0 w 57"/>
                <a:gd name="T3" fmla="*/ 36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45">
                  <a:moveTo>
                    <a:pt x="57" y="0"/>
                  </a:moveTo>
                  <a:cubicBezTo>
                    <a:pt x="40" y="17"/>
                    <a:pt x="20" y="32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0" name="Freeform 808">
              <a:extLst>
                <a:ext uri="{FF2B5EF4-FFF2-40B4-BE49-F238E27FC236}">
                  <a16:creationId xmlns:a16="http://schemas.microsoft.com/office/drawing/2014/main" id="{D203C597-D365-4FFF-839C-1A6016138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116"/>
              <a:ext cx="39" cy="85"/>
            </a:xfrm>
            <a:custGeom>
              <a:avLst/>
              <a:gdLst>
                <a:gd name="T0" fmla="*/ 33 w 42"/>
                <a:gd name="T1" fmla="*/ 0 h 91"/>
                <a:gd name="T2" fmla="*/ 19 w 42"/>
                <a:gd name="T3" fmla="*/ 31 h 91"/>
                <a:gd name="T4" fmla="*/ 7 w 42"/>
                <a:gd name="T5" fmla="*/ 56 h 91"/>
                <a:gd name="T6" fmla="*/ 0 w 42"/>
                <a:gd name="T7" fmla="*/ 74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91">
                  <a:moveTo>
                    <a:pt x="42" y="0"/>
                  </a:moveTo>
                  <a:cubicBezTo>
                    <a:pt x="35" y="11"/>
                    <a:pt x="29" y="25"/>
                    <a:pt x="23" y="37"/>
                  </a:cubicBezTo>
                  <a:cubicBezTo>
                    <a:pt x="18" y="48"/>
                    <a:pt x="14" y="58"/>
                    <a:pt x="10" y="68"/>
                  </a:cubicBezTo>
                  <a:cubicBezTo>
                    <a:pt x="6" y="76"/>
                    <a:pt x="1" y="83"/>
                    <a:pt x="0" y="9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1" name="Freeform 809">
              <a:extLst>
                <a:ext uri="{FF2B5EF4-FFF2-40B4-BE49-F238E27FC236}">
                  <a16:creationId xmlns:a16="http://schemas.microsoft.com/office/drawing/2014/main" id="{0D658642-C627-4579-910D-F95A93FE8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123"/>
              <a:ext cx="23" cy="25"/>
            </a:xfrm>
            <a:custGeom>
              <a:avLst/>
              <a:gdLst>
                <a:gd name="T0" fmla="*/ 19 w 25"/>
                <a:gd name="T1" fmla="*/ 0 h 27"/>
                <a:gd name="T2" fmla="*/ 0 w 25"/>
                <a:gd name="T3" fmla="*/ 2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15" y="2"/>
                    <a:pt x="9" y="21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2" name="Freeform 810">
              <a:extLst>
                <a:ext uri="{FF2B5EF4-FFF2-40B4-BE49-F238E27FC236}">
                  <a16:creationId xmlns:a16="http://schemas.microsoft.com/office/drawing/2014/main" id="{700D41FE-A2E9-4BBC-AE7A-56F3EA951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098"/>
              <a:ext cx="54" cy="40"/>
            </a:xfrm>
            <a:custGeom>
              <a:avLst/>
              <a:gdLst>
                <a:gd name="T0" fmla="*/ 0 w 58"/>
                <a:gd name="T1" fmla="*/ 0 h 43"/>
                <a:gd name="T2" fmla="*/ 22 w 58"/>
                <a:gd name="T3" fmla="*/ 18 h 43"/>
                <a:gd name="T4" fmla="*/ 47 w 58"/>
                <a:gd name="T5" fmla="*/ 3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3">
                  <a:moveTo>
                    <a:pt x="0" y="0"/>
                  </a:moveTo>
                  <a:cubicBezTo>
                    <a:pt x="10" y="7"/>
                    <a:pt x="19" y="14"/>
                    <a:pt x="28" y="21"/>
                  </a:cubicBezTo>
                  <a:cubicBezTo>
                    <a:pt x="34" y="25"/>
                    <a:pt x="58" y="41"/>
                    <a:pt x="58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3" name="Freeform 811">
              <a:extLst>
                <a:ext uri="{FF2B5EF4-FFF2-40B4-BE49-F238E27FC236}">
                  <a16:creationId xmlns:a16="http://schemas.microsoft.com/office/drawing/2014/main" id="{0B56DE7B-8793-47B3-BF9F-461F921C9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103"/>
              <a:ext cx="26" cy="52"/>
            </a:xfrm>
            <a:custGeom>
              <a:avLst/>
              <a:gdLst>
                <a:gd name="T0" fmla="*/ 0 w 28"/>
                <a:gd name="T1" fmla="*/ 0 h 56"/>
                <a:gd name="T2" fmla="*/ 22 w 28"/>
                <a:gd name="T3" fmla="*/ 4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6">
                  <a:moveTo>
                    <a:pt x="0" y="0"/>
                  </a:moveTo>
                  <a:cubicBezTo>
                    <a:pt x="6" y="19"/>
                    <a:pt x="24" y="38"/>
                    <a:pt x="28" y="5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4" name="Freeform 812">
              <a:extLst>
                <a:ext uri="{FF2B5EF4-FFF2-40B4-BE49-F238E27FC236}">
                  <a16:creationId xmlns:a16="http://schemas.microsoft.com/office/drawing/2014/main" id="{05757C95-B485-49FF-85AF-E981D25BE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164"/>
              <a:ext cx="46" cy="39"/>
            </a:xfrm>
            <a:custGeom>
              <a:avLst/>
              <a:gdLst>
                <a:gd name="T0" fmla="*/ 0 w 50"/>
                <a:gd name="T1" fmla="*/ 0 h 42"/>
                <a:gd name="T2" fmla="*/ 39 w 50"/>
                <a:gd name="T3" fmla="*/ 3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2">
                  <a:moveTo>
                    <a:pt x="0" y="0"/>
                  </a:moveTo>
                  <a:cubicBezTo>
                    <a:pt x="19" y="12"/>
                    <a:pt x="34" y="29"/>
                    <a:pt x="50" y="4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5" name="Freeform 813">
              <a:extLst>
                <a:ext uri="{FF2B5EF4-FFF2-40B4-BE49-F238E27FC236}">
                  <a16:creationId xmlns:a16="http://schemas.microsoft.com/office/drawing/2014/main" id="{9AEF2BC4-F31A-4310-AB0E-05AA8058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66"/>
              <a:ext cx="69" cy="41"/>
            </a:xfrm>
            <a:custGeom>
              <a:avLst/>
              <a:gdLst>
                <a:gd name="T0" fmla="*/ 0 w 75"/>
                <a:gd name="T1" fmla="*/ 0 h 44"/>
                <a:gd name="T2" fmla="*/ 25 w 75"/>
                <a:gd name="T3" fmla="*/ 15 h 44"/>
                <a:gd name="T4" fmla="*/ 58 w 75"/>
                <a:gd name="T5" fmla="*/ 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4">
                  <a:moveTo>
                    <a:pt x="0" y="0"/>
                  </a:moveTo>
                  <a:cubicBezTo>
                    <a:pt x="10" y="3"/>
                    <a:pt x="22" y="12"/>
                    <a:pt x="31" y="18"/>
                  </a:cubicBezTo>
                  <a:cubicBezTo>
                    <a:pt x="45" y="26"/>
                    <a:pt x="63" y="33"/>
                    <a:pt x="75" y="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6" name="Freeform 814">
              <a:extLst>
                <a:ext uri="{FF2B5EF4-FFF2-40B4-BE49-F238E27FC236}">
                  <a16:creationId xmlns:a16="http://schemas.microsoft.com/office/drawing/2014/main" id="{165438DE-BD78-4132-A329-D8CCAB83C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122"/>
              <a:ext cx="29" cy="36"/>
            </a:xfrm>
            <a:custGeom>
              <a:avLst/>
              <a:gdLst>
                <a:gd name="T0" fmla="*/ 0 w 31"/>
                <a:gd name="T1" fmla="*/ 0 h 39"/>
                <a:gd name="T2" fmla="*/ 25 w 31"/>
                <a:gd name="T3" fmla="*/ 3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cubicBezTo>
                    <a:pt x="9" y="13"/>
                    <a:pt x="21" y="26"/>
                    <a:pt x="31" y="3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7" name="Freeform 815">
              <a:extLst>
                <a:ext uri="{FF2B5EF4-FFF2-40B4-BE49-F238E27FC236}">
                  <a16:creationId xmlns:a16="http://schemas.microsoft.com/office/drawing/2014/main" id="{5C0DA520-A5A1-495D-A087-94A842CA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234"/>
              <a:ext cx="71" cy="8"/>
            </a:xfrm>
            <a:custGeom>
              <a:avLst/>
              <a:gdLst>
                <a:gd name="T0" fmla="*/ 0 w 76"/>
                <a:gd name="T1" fmla="*/ 1 h 9"/>
                <a:gd name="T2" fmla="*/ 62 w 76"/>
                <a:gd name="T3" fmla="*/ 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9">
                  <a:moveTo>
                    <a:pt x="0" y="1"/>
                  </a:moveTo>
                  <a:cubicBezTo>
                    <a:pt x="25" y="0"/>
                    <a:pt x="50" y="9"/>
                    <a:pt x="76" y="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8" name="Freeform 816">
              <a:extLst>
                <a:ext uri="{FF2B5EF4-FFF2-40B4-BE49-F238E27FC236}">
                  <a16:creationId xmlns:a16="http://schemas.microsoft.com/office/drawing/2014/main" id="{74A8F6A1-207D-4B09-9C56-1554DAB0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12"/>
              <a:ext cx="71" cy="12"/>
            </a:xfrm>
            <a:custGeom>
              <a:avLst/>
              <a:gdLst>
                <a:gd name="T0" fmla="*/ 0 w 76"/>
                <a:gd name="T1" fmla="*/ 0 h 13"/>
                <a:gd name="T2" fmla="*/ 26 w 76"/>
                <a:gd name="T3" fmla="*/ 7 h 13"/>
                <a:gd name="T4" fmla="*/ 62 w 76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3">
                  <a:moveTo>
                    <a:pt x="0" y="0"/>
                  </a:moveTo>
                  <a:cubicBezTo>
                    <a:pt x="10" y="4"/>
                    <a:pt x="21" y="9"/>
                    <a:pt x="32" y="10"/>
                  </a:cubicBezTo>
                  <a:cubicBezTo>
                    <a:pt x="47" y="13"/>
                    <a:pt x="61" y="6"/>
                    <a:pt x="76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9" name="Freeform 817">
              <a:extLst>
                <a:ext uri="{FF2B5EF4-FFF2-40B4-BE49-F238E27FC236}">
                  <a16:creationId xmlns:a16="http://schemas.microsoft.com/office/drawing/2014/main" id="{5679B6C0-4058-4868-A2B6-5BA669DFE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235"/>
              <a:ext cx="61" cy="55"/>
            </a:xfrm>
            <a:custGeom>
              <a:avLst/>
              <a:gdLst>
                <a:gd name="T0" fmla="*/ 0 w 65"/>
                <a:gd name="T1" fmla="*/ 0 h 60"/>
                <a:gd name="T2" fmla="*/ 53 w 65"/>
                <a:gd name="T3" fmla="*/ 4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60">
                  <a:moveTo>
                    <a:pt x="0" y="0"/>
                  </a:moveTo>
                  <a:cubicBezTo>
                    <a:pt x="17" y="22"/>
                    <a:pt x="49" y="38"/>
                    <a:pt x="65" y="6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0" name="Freeform 818">
              <a:extLst>
                <a:ext uri="{FF2B5EF4-FFF2-40B4-BE49-F238E27FC236}">
                  <a16:creationId xmlns:a16="http://schemas.microsoft.com/office/drawing/2014/main" id="{2B259C2C-1631-4A2A-B676-1EEC9BF47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198"/>
              <a:ext cx="37" cy="92"/>
            </a:xfrm>
            <a:custGeom>
              <a:avLst/>
              <a:gdLst>
                <a:gd name="T0" fmla="*/ 31 w 40"/>
                <a:gd name="T1" fmla="*/ 0 h 98"/>
                <a:gd name="T2" fmla="*/ 18 w 40"/>
                <a:gd name="T3" fmla="*/ 35 h 98"/>
                <a:gd name="T4" fmla="*/ 0 w 40"/>
                <a:gd name="T5" fmla="*/ 8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40" y="0"/>
                  </a:moveTo>
                  <a:cubicBezTo>
                    <a:pt x="34" y="14"/>
                    <a:pt x="28" y="28"/>
                    <a:pt x="22" y="42"/>
                  </a:cubicBezTo>
                  <a:cubicBezTo>
                    <a:pt x="15" y="59"/>
                    <a:pt x="0" y="79"/>
                    <a:pt x="0" y="9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1" name="Freeform 819">
              <a:extLst>
                <a:ext uri="{FF2B5EF4-FFF2-40B4-BE49-F238E27FC236}">
                  <a16:creationId xmlns:a16="http://schemas.microsoft.com/office/drawing/2014/main" id="{2C7D0BA6-85A2-4704-BF27-470AF26B2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3170"/>
              <a:ext cx="95" cy="71"/>
            </a:xfrm>
            <a:custGeom>
              <a:avLst/>
              <a:gdLst>
                <a:gd name="T0" fmla="*/ 0 w 102"/>
                <a:gd name="T1" fmla="*/ 0 h 76"/>
                <a:gd name="T2" fmla="*/ 79 w 102"/>
                <a:gd name="T3" fmla="*/ 60 h 76"/>
                <a:gd name="T4" fmla="*/ 77 w 102"/>
                <a:gd name="T5" fmla="*/ 59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76">
                  <a:moveTo>
                    <a:pt x="0" y="0"/>
                  </a:moveTo>
                  <a:cubicBezTo>
                    <a:pt x="38" y="14"/>
                    <a:pt x="63" y="54"/>
                    <a:pt x="98" y="74"/>
                  </a:cubicBezTo>
                  <a:cubicBezTo>
                    <a:pt x="102" y="76"/>
                    <a:pt x="95" y="71"/>
                    <a:pt x="96" y="7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2" name="Freeform 820">
              <a:extLst>
                <a:ext uri="{FF2B5EF4-FFF2-40B4-BE49-F238E27FC236}">
                  <a16:creationId xmlns:a16="http://schemas.microsoft.com/office/drawing/2014/main" id="{5530015C-74C7-41EA-A8CC-2B052E0B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085"/>
              <a:ext cx="20" cy="117"/>
            </a:xfrm>
            <a:custGeom>
              <a:avLst/>
              <a:gdLst>
                <a:gd name="T0" fmla="*/ 16 w 22"/>
                <a:gd name="T1" fmla="*/ 0 h 126"/>
                <a:gd name="T2" fmla="*/ 5 w 22"/>
                <a:gd name="T3" fmla="*/ 51 h 126"/>
                <a:gd name="T4" fmla="*/ 0 w 22"/>
                <a:gd name="T5" fmla="*/ 101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6">
                  <a:moveTo>
                    <a:pt x="22" y="0"/>
                  </a:moveTo>
                  <a:cubicBezTo>
                    <a:pt x="10" y="13"/>
                    <a:pt x="10" y="47"/>
                    <a:pt x="8" y="64"/>
                  </a:cubicBezTo>
                  <a:cubicBezTo>
                    <a:pt x="5" y="83"/>
                    <a:pt x="8" y="110"/>
                    <a:pt x="0" y="12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3" name="Freeform 821">
              <a:extLst>
                <a:ext uri="{FF2B5EF4-FFF2-40B4-BE49-F238E27FC236}">
                  <a16:creationId xmlns:a16="http://schemas.microsoft.com/office/drawing/2014/main" id="{48C861FE-0E6B-4248-A7B3-4F48E6D95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2545"/>
              <a:ext cx="124" cy="26"/>
            </a:xfrm>
            <a:custGeom>
              <a:avLst/>
              <a:gdLst>
                <a:gd name="T0" fmla="*/ 0 w 134"/>
                <a:gd name="T1" fmla="*/ 0 h 28"/>
                <a:gd name="T2" fmla="*/ 106 w 134"/>
                <a:gd name="T3" fmla="*/ 7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28">
                  <a:moveTo>
                    <a:pt x="0" y="0"/>
                  </a:moveTo>
                  <a:cubicBezTo>
                    <a:pt x="34" y="8"/>
                    <a:pt x="103" y="28"/>
                    <a:pt x="134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4" name="Freeform 822">
              <a:extLst>
                <a:ext uri="{FF2B5EF4-FFF2-40B4-BE49-F238E27FC236}">
                  <a16:creationId xmlns:a16="http://schemas.microsoft.com/office/drawing/2014/main" id="{B892096F-E29F-4458-AD25-DEA878B0A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276"/>
              <a:ext cx="88" cy="94"/>
            </a:xfrm>
            <a:custGeom>
              <a:avLst/>
              <a:gdLst>
                <a:gd name="T0" fmla="*/ 0 w 94"/>
                <a:gd name="T1" fmla="*/ 0 h 100"/>
                <a:gd name="T2" fmla="*/ 77 w 94"/>
                <a:gd name="T3" fmla="*/ 83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00">
                  <a:moveTo>
                    <a:pt x="0" y="0"/>
                  </a:moveTo>
                  <a:cubicBezTo>
                    <a:pt x="32" y="26"/>
                    <a:pt x="81" y="67"/>
                    <a:pt x="94" y="10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5" name="Freeform 823">
              <a:extLst>
                <a:ext uri="{FF2B5EF4-FFF2-40B4-BE49-F238E27FC236}">
                  <a16:creationId xmlns:a16="http://schemas.microsoft.com/office/drawing/2014/main" id="{A6529CFE-C10A-4070-B181-05D48E548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148"/>
              <a:ext cx="35" cy="95"/>
            </a:xfrm>
            <a:custGeom>
              <a:avLst/>
              <a:gdLst>
                <a:gd name="T0" fmla="*/ 29 w 38"/>
                <a:gd name="T1" fmla="*/ 0 h 102"/>
                <a:gd name="T2" fmla="*/ 0 w 38"/>
                <a:gd name="T3" fmla="*/ 82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2">
                  <a:moveTo>
                    <a:pt x="38" y="0"/>
                  </a:moveTo>
                  <a:cubicBezTo>
                    <a:pt x="27" y="35"/>
                    <a:pt x="13" y="68"/>
                    <a:pt x="0" y="10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6" name="Freeform 824">
              <a:extLst>
                <a:ext uri="{FF2B5EF4-FFF2-40B4-BE49-F238E27FC236}">
                  <a16:creationId xmlns:a16="http://schemas.microsoft.com/office/drawing/2014/main" id="{33877C47-6B10-4C6F-9A93-000C622F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180"/>
              <a:ext cx="132" cy="106"/>
            </a:xfrm>
            <a:custGeom>
              <a:avLst/>
              <a:gdLst>
                <a:gd name="T0" fmla="*/ 0 w 142"/>
                <a:gd name="T1" fmla="*/ 0 h 114"/>
                <a:gd name="T2" fmla="*/ 114 w 142"/>
                <a:gd name="T3" fmla="*/ 92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114">
                  <a:moveTo>
                    <a:pt x="0" y="0"/>
                  </a:moveTo>
                  <a:cubicBezTo>
                    <a:pt x="36" y="48"/>
                    <a:pt x="98" y="74"/>
                    <a:pt x="142" y="1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F114232B-097B-4DD7-A27C-F2F8CE8427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Milk products (1)</a:t>
            </a:r>
          </a:p>
        </p:txBody>
      </p:sp>
      <p:grpSp>
        <p:nvGrpSpPr>
          <p:cNvPr id="19458" name="glass-of-milk-illustration">
            <a:extLst>
              <a:ext uri="{FF2B5EF4-FFF2-40B4-BE49-F238E27FC236}">
                <a16:creationId xmlns:a16="http://schemas.microsoft.com/office/drawing/2014/main" id="{2F8DCE62-AF93-477D-8D68-65F9274B1948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3748088"/>
            <a:ext cx="806450" cy="1617662"/>
            <a:chOff x="2459" y="974"/>
            <a:chExt cx="508" cy="1019"/>
          </a:xfrm>
        </p:grpSpPr>
        <p:sp>
          <p:nvSpPr>
            <p:cNvPr id="19511" name="Freeform 4">
              <a:extLst>
                <a:ext uri="{FF2B5EF4-FFF2-40B4-BE49-F238E27FC236}">
                  <a16:creationId xmlns:a16="http://schemas.microsoft.com/office/drawing/2014/main" id="{E152BDCC-DEC1-4EBC-A510-C6CACB1C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211"/>
              <a:ext cx="491" cy="782"/>
            </a:xfrm>
            <a:custGeom>
              <a:avLst/>
              <a:gdLst>
                <a:gd name="T0" fmla="*/ 1413 w 196"/>
                <a:gd name="T1" fmla="*/ 1409 h 293"/>
                <a:gd name="T2" fmla="*/ 208 w 196"/>
                <a:gd name="T3" fmla="*/ 777 h 293"/>
                <a:gd name="T4" fmla="*/ 0 w 196"/>
                <a:gd name="T5" fmla="*/ 171 h 293"/>
                <a:gd name="T6" fmla="*/ 333 w 196"/>
                <a:gd name="T7" fmla="*/ 4452 h 293"/>
                <a:gd name="T8" fmla="*/ 333 w 196"/>
                <a:gd name="T9" fmla="*/ 4452 h 293"/>
                <a:gd name="T10" fmla="*/ 521 w 196"/>
                <a:gd name="T11" fmla="*/ 5092 h 293"/>
                <a:gd name="T12" fmla="*/ 1443 w 196"/>
                <a:gd name="T13" fmla="*/ 5570 h 293"/>
                <a:gd name="T14" fmla="*/ 2736 w 196"/>
                <a:gd name="T15" fmla="*/ 4465 h 293"/>
                <a:gd name="T16" fmla="*/ 2748 w 196"/>
                <a:gd name="T17" fmla="*/ 4260 h 293"/>
                <a:gd name="T18" fmla="*/ 3081 w 196"/>
                <a:gd name="T19" fmla="*/ 0 h 293"/>
                <a:gd name="T20" fmla="*/ 3081 w 196"/>
                <a:gd name="T21" fmla="*/ 0 h 293"/>
                <a:gd name="T22" fmla="*/ 1413 w 196"/>
                <a:gd name="T23" fmla="*/ 1409 h 2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293">
                  <a:moveTo>
                    <a:pt x="90" y="74"/>
                  </a:moveTo>
                  <a:cubicBezTo>
                    <a:pt x="59" y="74"/>
                    <a:pt x="30" y="62"/>
                    <a:pt x="13" y="41"/>
                  </a:cubicBezTo>
                  <a:cubicBezTo>
                    <a:pt x="6" y="33"/>
                    <a:pt x="2" y="21"/>
                    <a:pt x="0" y="9"/>
                  </a:cubicBezTo>
                  <a:cubicBezTo>
                    <a:pt x="21" y="234"/>
                    <a:pt x="21" y="234"/>
                    <a:pt x="21" y="234"/>
                  </a:cubicBezTo>
                  <a:cubicBezTo>
                    <a:pt x="21" y="234"/>
                    <a:pt x="21" y="234"/>
                    <a:pt x="21" y="234"/>
                  </a:cubicBezTo>
                  <a:cubicBezTo>
                    <a:pt x="21" y="246"/>
                    <a:pt x="25" y="259"/>
                    <a:pt x="33" y="268"/>
                  </a:cubicBezTo>
                  <a:cubicBezTo>
                    <a:pt x="46" y="284"/>
                    <a:pt x="68" y="293"/>
                    <a:pt x="92" y="293"/>
                  </a:cubicBezTo>
                  <a:cubicBezTo>
                    <a:pt x="133" y="293"/>
                    <a:pt x="166" y="270"/>
                    <a:pt x="174" y="235"/>
                  </a:cubicBezTo>
                  <a:cubicBezTo>
                    <a:pt x="174" y="231"/>
                    <a:pt x="175" y="227"/>
                    <a:pt x="175" y="224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86" y="44"/>
                    <a:pt x="143" y="74"/>
                    <a:pt x="90" y="74"/>
                  </a:cubicBezTo>
                  <a:close/>
                </a:path>
              </a:pathLst>
            </a:custGeom>
            <a:solidFill>
              <a:srgbClr val="C0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5">
              <a:extLst>
                <a:ext uri="{FF2B5EF4-FFF2-40B4-BE49-F238E27FC236}">
                  <a16:creationId xmlns:a16="http://schemas.microsoft.com/office/drawing/2014/main" id="{AEE4AD3B-73C3-42F8-A218-D67A5256C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974"/>
              <a:ext cx="508" cy="435"/>
            </a:xfrm>
            <a:custGeom>
              <a:avLst/>
              <a:gdLst>
                <a:gd name="T0" fmla="*/ 50 w 203"/>
                <a:gd name="T1" fmla="*/ 1388 h 163"/>
                <a:gd name="T2" fmla="*/ 250 w 203"/>
                <a:gd name="T3" fmla="*/ 2471 h 163"/>
                <a:gd name="T4" fmla="*/ 1459 w 203"/>
                <a:gd name="T5" fmla="*/ 3098 h 163"/>
                <a:gd name="T6" fmla="*/ 3118 w 203"/>
                <a:gd name="T7" fmla="*/ 1673 h 163"/>
                <a:gd name="T8" fmla="*/ 2900 w 203"/>
                <a:gd name="T9" fmla="*/ 648 h 163"/>
                <a:gd name="T10" fmla="*/ 1722 w 203"/>
                <a:gd name="T11" fmla="*/ 0 h 163"/>
                <a:gd name="T12" fmla="*/ 50 w 203"/>
                <a:gd name="T13" fmla="*/ 1388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3">
                  <a:moveTo>
                    <a:pt x="3" y="73"/>
                  </a:moveTo>
                  <a:cubicBezTo>
                    <a:pt x="0" y="91"/>
                    <a:pt x="4" y="116"/>
                    <a:pt x="16" y="130"/>
                  </a:cubicBezTo>
                  <a:cubicBezTo>
                    <a:pt x="33" y="151"/>
                    <a:pt x="62" y="163"/>
                    <a:pt x="93" y="163"/>
                  </a:cubicBezTo>
                  <a:cubicBezTo>
                    <a:pt x="147" y="163"/>
                    <a:pt x="189" y="133"/>
                    <a:pt x="199" y="88"/>
                  </a:cubicBezTo>
                  <a:cubicBezTo>
                    <a:pt x="203" y="69"/>
                    <a:pt x="198" y="50"/>
                    <a:pt x="185" y="34"/>
                  </a:cubicBezTo>
                  <a:cubicBezTo>
                    <a:pt x="168" y="13"/>
                    <a:pt x="140" y="0"/>
                    <a:pt x="110" y="0"/>
                  </a:cubicBezTo>
                  <a:cubicBezTo>
                    <a:pt x="56" y="0"/>
                    <a:pt x="12" y="26"/>
                    <a:pt x="3" y="73"/>
                  </a:cubicBezTo>
                  <a:close/>
                </a:path>
              </a:pathLst>
            </a:custGeom>
            <a:solidFill>
              <a:srgbClr val="F0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6">
              <a:extLst>
                <a:ext uri="{FF2B5EF4-FFF2-40B4-BE49-F238E27FC236}">
                  <a16:creationId xmlns:a16="http://schemas.microsoft.com/office/drawing/2014/main" id="{03C76671-FC2E-414C-BC48-FCC73B5E7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995"/>
              <a:ext cx="463" cy="392"/>
            </a:xfrm>
            <a:custGeom>
              <a:avLst/>
              <a:gdLst>
                <a:gd name="T0" fmla="*/ 1567 w 185"/>
                <a:gd name="T1" fmla="*/ 0 h 147"/>
                <a:gd name="T2" fmla="*/ 2650 w 185"/>
                <a:gd name="T3" fmla="*/ 589 h 147"/>
                <a:gd name="T4" fmla="*/ 2838 w 185"/>
                <a:gd name="T5" fmla="*/ 1480 h 147"/>
                <a:gd name="T6" fmla="*/ 1304 w 185"/>
                <a:gd name="T7" fmla="*/ 2787 h 147"/>
                <a:gd name="T8" fmla="*/ 188 w 185"/>
                <a:gd name="T9" fmla="*/ 2219 h 147"/>
                <a:gd name="T10" fmla="*/ 0 w 185"/>
                <a:gd name="T11" fmla="*/ 1459 h 147"/>
                <a:gd name="T12" fmla="*/ 0 w 185"/>
                <a:gd name="T13" fmla="*/ 1272 h 147"/>
                <a:gd name="T14" fmla="*/ 1567 w 185"/>
                <a:gd name="T15" fmla="*/ 0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47">
                  <a:moveTo>
                    <a:pt x="100" y="0"/>
                  </a:moveTo>
                  <a:cubicBezTo>
                    <a:pt x="128" y="0"/>
                    <a:pt x="154" y="12"/>
                    <a:pt x="169" y="31"/>
                  </a:cubicBezTo>
                  <a:cubicBezTo>
                    <a:pt x="181" y="45"/>
                    <a:pt x="185" y="62"/>
                    <a:pt x="181" y="78"/>
                  </a:cubicBezTo>
                  <a:cubicBezTo>
                    <a:pt x="173" y="119"/>
                    <a:pt x="133" y="147"/>
                    <a:pt x="83" y="147"/>
                  </a:cubicBezTo>
                  <a:cubicBezTo>
                    <a:pt x="54" y="147"/>
                    <a:pt x="28" y="136"/>
                    <a:pt x="12" y="117"/>
                  </a:cubicBezTo>
                  <a:cubicBezTo>
                    <a:pt x="4" y="107"/>
                    <a:pt x="0" y="91"/>
                    <a:pt x="0" y="77"/>
                  </a:cubicBezTo>
                  <a:cubicBezTo>
                    <a:pt x="0" y="73"/>
                    <a:pt x="0" y="70"/>
                    <a:pt x="0" y="67"/>
                  </a:cubicBezTo>
                  <a:cubicBezTo>
                    <a:pt x="8" y="26"/>
                    <a:pt x="46" y="0"/>
                    <a:pt x="100" y="0"/>
                  </a:cubicBezTo>
                  <a:close/>
                </a:path>
              </a:pathLst>
            </a:custGeom>
            <a:solidFill>
              <a:srgbClr val="E7F4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7">
              <a:extLst>
                <a:ext uri="{FF2B5EF4-FFF2-40B4-BE49-F238E27FC236}">
                  <a16:creationId xmlns:a16="http://schemas.microsoft.com/office/drawing/2014/main" id="{F336C9D3-C54F-486B-A9EA-C8A1FEFEC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201"/>
              <a:ext cx="463" cy="394"/>
            </a:xfrm>
            <a:custGeom>
              <a:avLst/>
              <a:gdLst>
                <a:gd name="T0" fmla="*/ 50 w 185"/>
                <a:gd name="T1" fmla="*/ 1262 h 148"/>
                <a:gd name="T2" fmla="*/ 238 w 185"/>
                <a:gd name="T3" fmla="*/ 2247 h 148"/>
                <a:gd name="T4" fmla="*/ 1334 w 185"/>
                <a:gd name="T5" fmla="*/ 2793 h 148"/>
                <a:gd name="T6" fmla="*/ 2838 w 185"/>
                <a:gd name="T7" fmla="*/ 1509 h 148"/>
                <a:gd name="T8" fmla="*/ 2650 w 185"/>
                <a:gd name="T9" fmla="*/ 588 h 148"/>
                <a:gd name="T10" fmla="*/ 1567 w 185"/>
                <a:gd name="T11" fmla="*/ 0 h 148"/>
                <a:gd name="T12" fmla="*/ 50 w 185"/>
                <a:gd name="T13" fmla="*/ 1262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148">
                  <a:moveTo>
                    <a:pt x="3" y="67"/>
                  </a:moveTo>
                  <a:cubicBezTo>
                    <a:pt x="0" y="83"/>
                    <a:pt x="4" y="105"/>
                    <a:pt x="15" y="119"/>
                  </a:cubicBezTo>
                  <a:cubicBezTo>
                    <a:pt x="30" y="137"/>
                    <a:pt x="56" y="148"/>
                    <a:pt x="85" y="148"/>
                  </a:cubicBezTo>
                  <a:cubicBezTo>
                    <a:pt x="134" y="148"/>
                    <a:pt x="172" y="121"/>
                    <a:pt x="181" y="80"/>
                  </a:cubicBezTo>
                  <a:cubicBezTo>
                    <a:pt x="185" y="63"/>
                    <a:pt x="181" y="45"/>
                    <a:pt x="169" y="31"/>
                  </a:cubicBezTo>
                  <a:cubicBezTo>
                    <a:pt x="153" y="12"/>
                    <a:pt x="128" y="0"/>
                    <a:pt x="100" y="0"/>
                  </a:cubicBezTo>
                  <a:cubicBezTo>
                    <a:pt x="51" y="0"/>
                    <a:pt x="11" y="23"/>
                    <a:pt x="3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8">
              <a:extLst>
                <a:ext uri="{FF2B5EF4-FFF2-40B4-BE49-F238E27FC236}">
                  <a16:creationId xmlns:a16="http://schemas.microsoft.com/office/drawing/2014/main" id="{467EBF58-8D8B-4F41-BB5A-B00BEF19E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302"/>
              <a:ext cx="460" cy="293"/>
            </a:xfrm>
            <a:custGeom>
              <a:avLst/>
              <a:gdLst>
                <a:gd name="T0" fmla="*/ 1333 w 184"/>
                <a:gd name="T1" fmla="*/ 2078 h 110"/>
                <a:gd name="T2" fmla="*/ 2833 w 184"/>
                <a:gd name="T3" fmla="*/ 794 h 110"/>
                <a:gd name="T4" fmla="*/ 2720 w 184"/>
                <a:gd name="T5" fmla="*/ 0 h 110"/>
                <a:gd name="T6" fmla="*/ 1313 w 184"/>
                <a:gd name="T7" fmla="*/ 759 h 110"/>
                <a:gd name="T8" fmla="*/ 145 w 184"/>
                <a:gd name="T9" fmla="*/ 170 h 110"/>
                <a:gd name="T10" fmla="*/ 50 w 184"/>
                <a:gd name="T11" fmla="*/ 546 h 110"/>
                <a:gd name="T12" fmla="*/ 238 w 184"/>
                <a:gd name="T13" fmla="*/ 1532 h 110"/>
                <a:gd name="T14" fmla="*/ 1333 w 184"/>
                <a:gd name="T15" fmla="*/ 207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110">
                  <a:moveTo>
                    <a:pt x="85" y="110"/>
                  </a:moveTo>
                  <a:cubicBezTo>
                    <a:pt x="134" y="110"/>
                    <a:pt x="172" y="83"/>
                    <a:pt x="181" y="42"/>
                  </a:cubicBezTo>
                  <a:cubicBezTo>
                    <a:pt x="184" y="27"/>
                    <a:pt x="182" y="13"/>
                    <a:pt x="174" y="0"/>
                  </a:cubicBezTo>
                  <a:cubicBezTo>
                    <a:pt x="155" y="25"/>
                    <a:pt x="122" y="40"/>
                    <a:pt x="84" y="40"/>
                  </a:cubicBezTo>
                  <a:cubicBezTo>
                    <a:pt x="54" y="40"/>
                    <a:pt x="26" y="28"/>
                    <a:pt x="9" y="9"/>
                  </a:cubicBezTo>
                  <a:cubicBezTo>
                    <a:pt x="6" y="15"/>
                    <a:pt x="4" y="22"/>
                    <a:pt x="3" y="29"/>
                  </a:cubicBezTo>
                  <a:cubicBezTo>
                    <a:pt x="0" y="45"/>
                    <a:pt x="4" y="67"/>
                    <a:pt x="15" y="81"/>
                  </a:cubicBezTo>
                  <a:cubicBezTo>
                    <a:pt x="30" y="99"/>
                    <a:pt x="56" y="110"/>
                    <a:pt x="85" y="110"/>
                  </a:cubicBezTo>
                  <a:close/>
                </a:path>
              </a:pathLst>
            </a:custGeom>
            <a:solidFill>
              <a:srgbClr val="F4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9">
              <a:extLst>
                <a:ext uri="{FF2B5EF4-FFF2-40B4-BE49-F238E27FC236}">
                  <a16:creationId xmlns:a16="http://schemas.microsoft.com/office/drawing/2014/main" id="{A715DB05-0C92-44B9-A51F-CADEDF76E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414"/>
              <a:ext cx="458" cy="579"/>
            </a:xfrm>
            <a:custGeom>
              <a:avLst/>
              <a:gdLst>
                <a:gd name="T0" fmla="*/ 2788 w 183"/>
                <a:gd name="T1" fmla="*/ 0 h 217"/>
                <a:gd name="T2" fmla="*/ 1334 w 183"/>
                <a:gd name="T3" fmla="*/ 1254 h 217"/>
                <a:gd name="T4" fmla="*/ 270 w 183"/>
                <a:gd name="T5" fmla="*/ 704 h 217"/>
                <a:gd name="T6" fmla="*/ 83 w 183"/>
                <a:gd name="T7" fmla="*/ 0 h 217"/>
                <a:gd name="T8" fmla="*/ 0 w 183"/>
                <a:gd name="T9" fmla="*/ 0 h 217"/>
                <a:gd name="T10" fmla="*/ 238 w 183"/>
                <a:gd name="T11" fmla="*/ 3004 h 217"/>
                <a:gd name="T12" fmla="*/ 238 w 183"/>
                <a:gd name="T13" fmla="*/ 3004 h 217"/>
                <a:gd name="T14" fmla="*/ 425 w 183"/>
                <a:gd name="T15" fmla="*/ 3645 h 217"/>
                <a:gd name="T16" fmla="*/ 1346 w 183"/>
                <a:gd name="T17" fmla="*/ 4122 h 217"/>
                <a:gd name="T18" fmla="*/ 2630 w 183"/>
                <a:gd name="T19" fmla="*/ 3018 h 217"/>
                <a:gd name="T20" fmla="*/ 2650 w 183"/>
                <a:gd name="T21" fmla="*/ 2812 h 217"/>
                <a:gd name="T22" fmla="*/ 2868 w 183"/>
                <a:gd name="T23" fmla="*/ 0 h 217"/>
                <a:gd name="T24" fmla="*/ 2788 w 183"/>
                <a:gd name="T25" fmla="*/ 0 h 2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3" h="217">
                  <a:moveTo>
                    <a:pt x="178" y="0"/>
                  </a:moveTo>
                  <a:cubicBezTo>
                    <a:pt x="169" y="39"/>
                    <a:pt x="132" y="66"/>
                    <a:pt x="85" y="66"/>
                  </a:cubicBezTo>
                  <a:cubicBezTo>
                    <a:pt x="58" y="66"/>
                    <a:pt x="32" y="55"/>
                    <a:pt x="17" y="37"/>
                  </a:cubicBezTo>
                  <a:cubicBezTo>
                    <a:pt x="10" y="28"/>
                    <a:pt x="5" y="13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70"/>
                    <a:pt x="19" y="183"/>
                    <a:pt x="27" y="192"/>
                  </a:cubicBezTo>
                  <a:cubicBezTo>
                    <a:pt x="40" y="208"/>
                    <a:pt x="62" y="217"/>
                    <a:pt x="86" y="217"/>
                  </a:cubicBezTo>
                  <a:cubicBezTo>
                    <a:pt x="127" y="217"/>
                    <a:pt x="160" y="194"/>
                    <a:pt x="168" y="159"/>
                  </a:cubicBezTo>
                  <a:cubicBezTo>
                    <a:pt x="168" y="155"/>
                    <a:pt x="169" y="151"/>
                    <a:pt x="169" y="148"/>
                  </a:cubicBezTo>
                  <a:cubicBezTo>
                    <a:pt x="183" y="0"/>
                    <a:pt x="183" y="0"/>
                    <a:pt x="183" y="0"/>
                  </a:cubicBezTo>
                  <a:lnTo>
                    <a:pt x="178" y="0"/>
                  </a:lnTo>
                  <a:close/>
                </a:path>
              </a:pathLst>
            </a:custGeom>
            <a:solidFill>
              <a:srgbClr val="F0F8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10">
              <a:extLst>
                <a:ext uri="{FF2B5EF4-FFF2-40B4-BE49-F238E27FC236}">
                  <a16:creationId xmlns:a16="http://schemas.microsoft.com/office/drawing/2014/main" id="{38DB1ADD-BD54-440D-A663-14F492E78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659"/>
              <a:ext cx="393" cy="334"/>
            </a:xfrm>
            <a:custGeom>
              <a:avLst/>
              <a:gdLst>
                <a:gd name="T0" fmla="*/ 33 w 157"/>
                <a:gd name="T1" fmla="*/ 1106 h 125"/>
                <a:gd name="T2" fmla="*/ 208 w 157"/>
                <a:gd name="T3" fmla="*/ 1905 h 125"/>
                <a:gd name="T4" fmla="*/ 1129 w 157"/>
                <a:gd name="T5" fmla="*/ 2383 h 125"/>
                <a:gd name="T6" fmla="*/ 2413 w 157"/>
                <a:gd name="T7" fmla="*/ 1277 h 125"/>
                <a:gd name="T8" fmla="*/ 2243 w 157"/>
                <a:gd name="T9" fmla="*/ 492 h 125"/>
                <a:gd name="T10" fmla="*/ 1334 w 157"/>
                <a:gd name="T11" fmla="*/ 0 h 125"/>
                <a:gd name="T12" fmla="*/ 33 w 157"/>
                <a:gd name="T13" fmla="*/ 1106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25">
                  <a:moveTo>
                    <a:pt x="2" y="58"/>
                  </a:moveTo>
                  <a:cubicBezTo>
                    <a:pt x="0" y="71"/>
                    <a:pt x="3" y="89"/>
                    <a:pt x="13" y="100"/>
                  </a:cubicBezTo>
                  <a:cubicBezTo>
                    <a:pt x="26" y="116"/>
                    <a:pt x="48" y="125"/>
                    <a:pt x="72" y="125"/>
                  </a:cubicBezTo>
                  <a:cubicBezTo>
                    <a:pt x="113" y="125"/>
                    <a:pt x="146" y="102"/>
                    <a:pt x="154" y="67"/>
                  </a:cubicBezTo>
                  <a:cubicBezTo>
                    <a:pt x="157" y="53"/>
                    <a:pt x="153" y="38"/>
                    <a:pt x="143" y="26"/>
                  </a:cubicBezTo>
                  <a:cubicBezTo>
                    <a:pt x="130" y="9"/>
                    <a:pt x="108" y="0"/>
                    <a:pt x="85" y="0"/>
                  </a:cubicBezTo>
                  <a:cubicBezTo>
                    <a:pt x="43" y="0"/>
                    <a:pt x="9" y="21"/>
                    <a:pt x="2" y="58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11">
              <a:extLst>
                <a:ext uri="{FF2B5EF4-FFF2-40B4-BE49-F238E27FC236}">
                  <a16:creationId xmlns:a16="http://schemas.microsoft.com/office/drawing/2014/main" id="{9801049A-36F9-4CD0-9445-F33B46600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118"/>
              <a:ext cx="238" cy="149"/>
            </a:xfrm>
            <a:custGeom>
              <a:avLst/>
              <a:gdLst>
                <a:gd name="T0" fmla="*/ 0 w 95"/>
                <a:gd name="T1" fmla="*/ 490 h 56"/>
                <a:gd name="T2" fmla="*/ 1180 w 95"/>
                <a:gd name="T3" fmla="*/ 1054 h 56"/>
                <a:gd name="T4" fmla="*/ 1275 w 95"/>
                <a:gd name="T5" fmla="*/ 0 h 56"/>
                <a:gd name="T6" fmla="*/ 1005 w 95"/>
                <a:gd name="T7" fmla="*/ 545 h 56"/>
                <a:gd name="T8" fmla="*/ 0 w 95"/>
                <a:gd name="T9" fmla="*/ 4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6">
                  <a:moveTo>
                    <a:pt x="0" y="26"/>
                  </a:moveTo>
                  <a:cubicBezTo>
                    <a:pt x="18" y="26"/>
                    <a:pt x="57" y="30"/>
                    <a:pt x="75" y="56"/>
                  </a:cubicBezTo>
                  <a:cubicBezTo>
                    <a:pt x="80" y="44"/>
                    <a:pt x="95" y="23"/>
                    <a:pt x="81" y="0"/>
                  </a:cubicBezTo>
                  <a:cubicBezTo>
                    <a:pt x="82" y="12"/>
                    <a:pt x="80" y="28"/>
                    <a:pt x="64" y="29"/>
                  </a:cubicBezTo>
                  <a:cubicBezTo>
                    <a:pt x="48" y="29"/>
                    <a:pt x="24" y="22"/>
                    <a:pt x="0" y="26"/>
                  </a:cubicBezTo>
                  <a:close/>
                </a:path>
              </a:pathLst>
            </a:custGeom>
            <a:solidFill>
              <a:srgbClr val="D8EE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12">
              <a:extLst>
                <a:ext uri="{FF2B5EF4-FFF2-40B4-BE49-F238E27FC236}">
                  <a16:creationId xmlns:a16="http://schemas.microsoft.com/office/drawing/2014/main" id="{587BA1E9-9375-4AF7-A78F-F7164A52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201"/>
              <a:ext cx="463" cy="394"/>
            </a:xfrm>
            <a:custGeom>
              <a:avLst/>
              <a:gdLst>
                <a:gd name="T0" fmla="*/ 50 w 185"/>
                <a:gd name="T1" fmla="*/ 1262 h 148"/>
                <a:gd name="T2" fmla="*/ 238 w 185"/>
                <a:gd name="T3" fmla="*/ 2247 h 148"/>
                <a:gd name="T4" fmla="*/ 1334 w 185"/>
                <a:gd name="T5" fmla="*/ 2793 h 148"/>
                <a:gd name="T6" fmla="*/ 2838 w 185"/>
                <a:gd name="T7" fmla="*/ 1509 h 148"/>
                <a:gd name="T8" fmla="*/ 2650 w 185"/>
                <a:gd name="T9" fmla="*/ 588 h 148"/>
                <a:gd name="T10" fmla="*/ 1567 w 185"/>
                <a:gd name="T11" fmla="*/ 0 h 148"/>
                <a:gd name="T12" fmla="*/ 50 w 185"/>
                <a:gd name="T13" fmla="*/ 1262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148">
                  <a:moveTo>
                    <a:pt x="3" y="67"/>
                  </a:moveTo>
                  <a:cubicBezTo>
                    <a:pt x="0" y="83"/>
                    <a:pt x="4" y="105"/>
                    <a:pt x="15" y="119"/>
                  </a:cubicBezTo>
                  <a:cubicBezTo>
                    <a:pt x="30" y="137"/>
                    <a:pt x="56" y="148"/>
                    <a:pt x="85" y="148"/>
                  </a:cubicBezTo>
                  <a:cubicBezTo>
                    <a:pt x="134" y="148"/>
                    <a:pt x="172" y="121"/>
                    <a:pt x="181" y="80"/>
                  </a:cubicBezTo>
                  <a:cubicBezTo>
                    <a:pt x="185" y="63"/>
                    <a:pt x="181" y="45"/>
                    <a:pt x="169" y="31"/>
                  </a:cubicBezTo>
                  <a:cubicBezTo>
                    <a:pt x="153" y="12"/>
                    <a:pt x="128" y="0"/>
                    <a:pt x="100" y="0"/>
                  </a:cubicBezTo>
                  <a:cubicBezTo>
                    <a:pt x="51" y="0"/>
                    <a:pt x="11" y="23"/>
                    <a:pt x="3" y="67"/>
                  </a:cubicBezTo>
                  <a:close/>
                </a:path>
              </a:pathLst>
            </a:custGeom>
            <a:noFill/>
            <a:ln w="7938" cap="rnd">
              <a:solidFill>
                <a:srgbClr val="B4B5B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13">
              <a:extLst>
                <a:ext uri="{FF2B5EF4-FFF2-40B4-BE49-F238E27FC236}">
                  <a16:creationId xmlns:a16="http://schemas.microsoft.com/office/drawing/2014/main" id="{7142B66B-F204-4DBD-AD02-C5AD9F405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974"/>
              <a:ext cx="508" cy="435"/>
            </a:xfrm>
            <a:custGeom>
              <a:avLst/>
              <a:gdLst>
                <a:gd name="T0" fmla="*/ 50 w 203"/>
                <a:gd name="T1" fmla="*/ 1388 h 163"/>
                <a:gd name="T2" fmla="*/ 250 w 203"/>
                <a:gd name="T3" fmla="*/ 2471 h 163"/>
                <a:gd name="T4" fmla="*/ 1459 w 203"/>
                <a:gd name="T5" fmla="*/ 3098 h 163"/>
                <a:gd name="T6" fmla="*/ 3118 w 203"/>
                <a:gd name="T7" fmla="*/ 1673 h 163"/>
                <a:gd name="T8" fmla="*/ 2900 w 203"/>
                <a:gd name="T9" fmla="*/ 648 h 163"/>
                <a:gd name="T10" fmla="*/ 1722 w 203"/>
                <a:gd name="T11" fmla="*/ 0 h 163"/>
                <a:gd name="T12" fmla="*/ 50 w 203"/>
                <a:gd name="T13" fmla="*/ 1388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3">
                  <a:moveTo>
                    <a:pt x="3" y="73"/>
                  </a:moveTo>
                  <a:cubicBezTo>
                    <a:pt x="0" y="91"/>
                    <a:pt x="4" y="116"/>
                    <a:pt x="16" y="130"/>
                  </a:cubicBezTo>
                  <a:cubicBezTo>
                    <a:pt x="33" y="151"/>
                    <a:pt x="62" y="163"/>
                    <a:pt x="93" y="163"/>
                  </a:cubicBezTo>
                  <a:cubicBezTo>
                    <a:pt x="147" y="163"/>
                    <a:pt x="189" y="133"/>
                    <a:pt x="199" y="88"/>
                  </a:cubicBezTo>
                  <a:cubicBezTo>
                    <a:pt x="203" y="69"/>
                    <a:pt x="198" y="50"/>
                    <a:pt x="185" y="34"/>
                  </a:cubicBezTo>
                  <a:cubicBezTo>
                    <a:pt x="168" y="13"/>
                    <a:pt x="140" y="0"/>
                    <a:pt x="110" y="0"/>
                  </a:cubicBezTo>
                  <a:cubicBezTo>
                    <a:pt x="56" y="0"/>
                    <a:pt x="12" y="26"/>
                    <a:pt x="3" y="7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14">
              <a:extLst>
                <a:ext uri="{FF2B5EF4-FFF2-40B4-BE49-F238E27FC236}">
                  <a16:creationId xmlns:a16="http://schemas.microsoft.com/office/drawing/2014/main" id="{41024FDC-369F-4EA9-8158-F663B5A1A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995"/>
              <a:ext cx="463" cy="392"/>
            </a:xfrm>
            <a:custGeom>
              <a:avLst/>
              <a:gdLst>
                <a:gd name="T0" fmla="*/ 1567 w 185"/>
                <a:gd name="T1" fmla="*/ 0 h 147"/>
                <a:gd name="T2" fmla="*/ 2650 w 185"/>
                <a:gd name="T3" fmla="*/ 589 h 147"/>
                <a:gd name="T4" fmla="*/ 2838 w 185"/>
                <a:gd name="T5" fmla="*/ 1480 h 147"/>
                <a:gd name="T6" fmla="*/ 1304 w 185"/>
                <a:gd name="T7" fmla="*/ 2787 h 147"/>
                <a:gd name="T8" fmla="*/ 188 w 185"/>
                <a:gd name="T9" fmla="*/ 2219 h 147"/>
                <a:gd name="T10" fmla="*/ 0 w 185"/>
                <a:gd name="T11" fmla="*/ 1459 h 147"/>
                <a:gd name="T12" fmla="*/ 0 w 185"/>
                <a:gd name="T13" fmla="*/ 1272 h 147"/>
                <a:gd name="T14" fmla="*/ 1567 w 185"/>
                <a:gd name="T15" fmla="*/ 0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47">
                  <a:moveTo>
                    <a:pt x="100" y="0"/>
                  </a:moveTo>
                  <a:cubicBezTo>
                    <a:pt x="128" y="0"/>
                    <a:pt x="154" y="12"/>
                    <a:pt x="169" y="31"/>
                  </a:cubicBezTo>
                  <a:cubicBezTo>
                    <a:pt x="181" y="45"/>
                    <a:pt x="185" y="62"/>
                    <a:pt x="181" y="78"/>
                  </a:cubicBezTo>
                  <a:cubicBezTo>
                    <a:pt x="173" y="119"/>
                    <a:pt x="133" y="147"/>
                    <a:pt x="83" y="147"/>
                  </a:cubicBezTo>
                  <a:cubicBezTo>
                    <a:pt x="54" y="147"/>
                    <a:pt x="28" y="136"/>
                    <a:pt x="12" y="117"/>
                  </a:cubicBezTo>
                  <a:cubicBezTo>
                    <a:pt x="4" y="107"/>
                    <a:pt x="0" y="91"/>
                    <a:pt x="0" y="77"/>
                  </a:cubicBezTo>
                  <a:cubicBezTo>
                    <a:pt x="0" y="73"/>
                    <a:pt x="0" y="70"/>
                    <a:pt x="0" y="67"/>
                  </a:cubicBezTo>
                  <a:cubicBezTo>
                    <a:pt x="8" y="26"/>
                    <a:pt x="46" y="0"/>
                    <a:pt x="10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15">
              <a:extLst>
                <a:ext uri="{FF2B5EF4-FFF2-40B4-BE49-F238E27FC236}">
                  <a16:creationId xmlns:a16="http://schemas.microsoft.com/office/drawing/2014/main" id="{83DACD37-0626-4887-A2E4-5204A20E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211"/>
              <a:ext cx="491" cy="782"/>
            </a:xfrm>
            <a:custGeom>
              <a:avLst/>
              <a:gdLst>
                <a:gd name="T0" fmla="*/ 1413 w 196"/>
                <a:gd name="T1" fmla="*/ 1409 h 293"/>
                <a:gd name="T2" fmla="*/ 208 w 196"/>
                <a:gd name="T3" fmla="*/ 777 h 293"/>
                <a:gd name="T4" fmla="*/ 0 w 196"/>
                <a:gd name="T5" fmla="*/ 171 h 293"/>
                <a:gd name="T6" fmla="*/ 333 w 196"/>
                <a:gd name="T7" fmla="*/ 4452 h 293"/>
                <a:gd name="T8" fmla="*/ 333 w 196"/>
                <a:gd name="T9" fmla="*/ 4452 h 293"/>
                <a:gd name="T10" fmla="*/ 521 w 196"/>
                <a:gd name="T11" fmla="*/ 5092 h 293"/>
                <a:gd name="T12" fmla="*/ 1443 w 196"/>
                <a:gd name="T13" fmla="*/ 5570 h 293"/>
                <a:gd name="T14" fmla="*/ 2736 w 196"/>
                <a:gd name="T15" fmla="*/ 4465 h 293"/>
                <a:gd name="T16" fmla="*/ 2748 w 196"/>
                <a:gd name="T17" fmla="*/ 4260 h 293"/>
                <a:gd name="T18" fmla="*/ 3081 w 196"/>
                <a:gd name="T19" fmla="*/ 0 h 293"/>
                <a:gd name="T20" fmla="*/ 3081 w 196"/>
                <a:gd name="T21" fmla="*/ 0 h 293"/>
                <a:gd name="T22" fmla="*/ 1413 w 196"/>
                <a:gd name="T23" fmla="*/ 1409 h 2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293">
                  <a:moveTo>
                    <a:pt x="90" y="74"/>
                  </a:moveTo>
                  <a:cubicBezTo>
                    <a:pt x="59" y="74"/>
                    <a:pt x="30" y="62"/>
                    <a:pt x="13" y="41"/>
                  </a:cubicBezTo>
                  <a:cubicBezTo>
                    <a:pt x="6" y="33"/>
                    <a:pt x="2" y="21"/>
                    <a:pt x="0" y="9"/>
                  </a:cubicBezTo>
                  <a:cubicBezTo>
                    <a:pt x="21" y="234"/>
                    <a:pt x="21" y="234"/>
                    <a:pt x="21" y="234"/>
                  </a:cubicBezTo>
                  <a:cubicBezTo>
                    <a:pt x="21" y="234"/>
                    <a:pt x="21" y="234"/>
                    <a:pt x="21" y="234"/>
                  </a:cubicBezTo>
                  <a:cubicBezTo>
                    <a:pt x="21" y="246"/>
                    <a:pt x="25" y="259"/>
                    <a:pt x="33" y="268"/>
                  </a:cubicBezTo>
                  <a:cubicBezTo>
                    <a:pt x="46" y="284"/>
                    <a:pt x="68" y="293"/>
                    <a:pt x="92" y="293"/>
                  </a:cubicBezTo>
                  <a:cubicBezTo>
                    <a:pt x="133" y="293"/>
                    <a:pt x="166" y="270"/>
                    <a:pt x="174" y="235"/>
                  </a:cubicBezTo>
                  <a:cubicBezTo>
                    <a:pt x="174" y="231"/>
                    <a:pt x="175" y="227"/>
                    <a:pt x="175" y="224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86" y="44"/>
                    <a:pt x="143" y="74"/>
                    <a:pt x="90" y="7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Oval 16">
              <a:extLst>
                <a:ext uri="{FF2B5EF4-FFF2-40B4-BE49-F238E27FC236}">
                  <a16:creationId xmlns:a16="http://schemas.microsoft.com/office/drawing/2014/main" id="{384362AC-0A61-4E52-AC4E-03AB53677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539"/>
              <a:ext cx="42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24" name="Oval 17">
              <a:extLst>
                <a:ext uri="{FF2B5EF4-FFF2-40B4-BE49-F238E27FC236}">
                  <a16:creationId xmlns:a16="http://schemas.microsoft.com/office/drawing/2014/main" id="{0D53B798-CAEC-425B-8AB6-934177888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569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25" name="Oval 18">
              <a:extLst>
                <a:ext uri="{FF2B5EF4-FFF2-40B4-BE49-F238E27FC236}">
                  <a16:creationId xmlns:a16="http://schemas.microsoft.com/office/drawing/2014/main" id="{689E3986-4EBF-42F8-A747-881726382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6" y="1523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9459" name="blue-milk-carton-illustration">
            <a:extLst>
              <a:ext uri="{FF2B5EF4-FFF2-40B4-BE49-F238E27FC236}">
                <a16:creationId xmlns:a16="http://schemas.microsoft.com/office/drawing/2014/main" id="{9688D832-55DB-48D9-A171-B2283006477E}"/>
              </a:ext>
            </a:extLst>
          </p:cNvPr>
          <p:cNvGrpSpPr>
            <a:grpSpLocks/>
          </p:cNvGrpSpPr>
          <p:nvPr/>
        </p:nvGrpSpPr>
        <p:grpSpPr bwMode="auto">
          <a:xfrm>
            <a:off x="2928938" y="2343150"/>
            <a:ext cx="2130425" cy="3101975"/>
            <a:chOff x="885" y="1275"/>
            <a:chExt cx="1342" cy="1954"/>
          </a:xfrm>
        </p:grpSpPr>
        <p:grpSp>
          <p:nvGrpSpPr>
            <p:cNvPr id="19491" name="Group 76">
              <a:extLst>
                <a:ext uri="{FF2B5EF4-FFF2-40B4-BE49-F238E27FC236}">
                  <a16:creationId xmlns:a16="http://schemas.microsoft.com/office/drawing/2014/main" id="{C11964F9-0AAE-49E0-AAFB-443D2C6C1D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5" y="1275"/>
              <a:ext cx="1342" cy="1954"/>
              <a:chOff x="783" y="997"/>
              <a:chExt cx="983" cy="1432"/>
            </a:xfrm>
          </p:grpSpPr>
          <p:sp>
            <p:nvSpPr>
              <p:cNvPr id="19493" name="Freeform 77">
                <a:extLst>
                  <a:ext uri="{FF2B5EF4-FFF2-40B4-BE49-F238E27FC236}">
                    <a16:creationId xmlns:a16="http://schemas.microsoft.com/office/drawing/2014/main" id="{B65EF919-AD21-4412-9CC1-B2DAF350F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024"/>
                <a:ext cx="57" cy="1381"/>
              </a:xfrm>
              <a:custGeom>
                <a:avLst/>
                <a:gdLst>
                  <a:gd name="T0" fmla="*/ 307 w 23"/>
                  <a:gd name="T1" fmla="*/ 149 h 518"/>
                  <a:gd name="T2" fmla="*/ 104 w 23"/>
                  <a:gd name="T3" fmla="*/ 1400 h 518"/>
                  <a:gd name="T4" fmla="*/ 0 w 23"/>
                  <a:gd name="T5" fmla="*/ 1592 h 518"/>
                  <a:gd name="T6" fmla="*/ 0 w 23"/>
                  <a:gd name="T7" fmla="*/ 1592 h 518"/>
                  <a:gd name="T8" fmla="*/ 0 w 23"/>
                  <a:gd name="T9" fmla="*/ 9816 h 518"/>
                  <a:gd name="T10" fmla="*/ 12 w 23"/>
                  <a:gd name="T11" fmla="*/ 9816 h 518"/>
                  <a:gd name="T12" fmla="*/ 104 w 23"/>
                  <a:gd name="T13" fmla="*/ 9646 h 518"/>
                  <a:gd name="T14" fmla="*/ 337 w 23"/>
                  <a:gd name="T15" fmla="*/ 8131 h 518"/>
                  <a:gd name="T16" fmla="*/ 337 w 23"/>
                  <a:gd name="T17" fmla="*/ 8075 h 518"/>
                  <a:gd name="T18" fmla="*/ 349 w 23"/>
                  <a:gd name="T19" fmla="*/ 8075 h 518"/>
                  <a:gd name="T20" fmla="*/ 349 w 23"/>
                  <a:gd name="T21" fmla="*/ 1330 h 518"/>
                  <a:gd name="T22" fmla="*/ 307 w 23"/>
                  <a:gd name="T23" fmla="*/ 149 h 5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518">
                    <a:moveTo>
                      <a:pt x="20" y="8"/>
                    </a:moveTo>
                    <a:cubicBezTo>
                      <a:pt x="16" y="30"/>
                      <a:pt x="8" y="72"/>
                      <a:pt x="7" y="74"/>
                    </a:cubicBezTo>
                    <a:cubicBezTo>
                      <a:pt x="6" y="78"/>
                      <a:pt x="3" y="81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518"/>
                      <a:pt x="0" y="518"/>
                      <a:pt x="0" y="518"/>
                    </a:cubicBezTo>
                    <a:cubicBezTo>
                      <a:pt x="1" y="518"/>
                      <a:pt x="1" y="518"/>
                      <a:pt x="1" y="518"/>
                    </a:cubicBezTo>
                    <a:cubicBezTo>
                      <a:pt x="3" y="515"/>
                      <a:pt x="6" y="512"/>
                      <a:pt x="7" y="509"/>
                    </a:cubicBezTo>
                    <a:cubicBezTo>
                      <a:pt x="8" y="505"/>
                      <a:pt x="22" y="429"/>
                      <a:pt x="22" y="429"/>
                    </a:cubicBezTo>
                    <a:cubicBezTo>
                      <a:pt x="22" y="428"/>
                      <a:pt x="22" y="427"/>
                      <a:pt x="22" y="426"/>
                    </a:cubicBezTo>
                    <a:cubicBezTo>
                      <a:pt x="23" y="426"/>
                      <a:pt x="23" y="426"/>
                      <a:pt x="23" y="426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3" y="70"/>
                      <a:pt x="21" y="0"/>
                      <a:pt x="20" y="8"/>
                    </a:cubicBezTo>
                    <a:close/>
                  </a:path>
                </a:pathLst>
              </a:custGeom>
              <a:solidFill>
                <a:srgbClr val="8AD1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4" name="Freeform 78">
                <a:extLst>
                  <a:ext uri="{FF2B5EF4-FFF2-40B4-BE49-F238E27FC236}">
                    <a16:creationId xmlns:a16="http://schemas.microsoft.com/office/drawing/2014/main" id="{7B8906D5-BB68-4E27-B501-F365D3DA5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997"/>
                <a:ext cx="948" cy="288"/>
              </a:xfrm>
              <a:custGeom>
                <a:avLst/>
                <a:gdLst>
                  <a:gd name="T0" fmla="*/ 5726 w 379"/>
                  <a:gd name="T1" fmla="*/ 1592 h 108"/>
                  <a:gd name="T2" fmla="*/ 5338 w 379"/>
                  <a:gd name="T3" fmla="*/ 1912 h 108"/>
                  <a:gd name="T4" fmla="*/ 2804 w 379"/>
                  <a:gd name="T5" fmla="*/ 2048 h 108"/>
                  <a:gd name="T6" fmla="*/ 395 w 379"/>
                  <a:gd name="T7" fmla="*/ 1912 h 108"/>
                  <a:gd name="T8" fmla="*/ 158 w 379"/>
                  <a:gd name="T9" fmla="*/ 1400 h 108"/>
                  <a:gd name="T10" fmla="*/ 520 w 379"/>
                  <a:gd name="T11" fmla="*/ 227 h 108"/>
                  <a:gd name="T12" fmla="*/ 783 w 379"/>
                  <a:gd name="T13" fmla="*/ 21 h 108"/>
                  <a:gd name="T14" fmla="*/ 3192 w 379"/>
                  <a:gd name="T15" fmla="*/ 93 h 108"/>
                  <a:gd name="T16" fmla="*/ 5568 w 379"/>
                  <a:gd name="T17" fmla="*/ 21 h 108"/>
                  <a:gd name="T18" fmla="*/ 5881 w 379"/>
                  <a:gd name="T19" fmla="*/ 136 h 108"/>
                  <a:gd name="T20" fmla="*/ 5913 w 379"/>
                  <a:gd name="T21" fmla="*/ 435 h 108"/>
                  <a:gd name="T22" fmla="*/ 5726 w 379"/>
                  <a:gd name="T23" fmla="*/ 1592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9" h="108">
                    <a:moveTo>
                      <a:pt x="366" y="84"/>
                    </a:moveTo>
                    <a:cubicBezTo>
                      <a:pt x="362" y="94"/>
                      <a:pt x="352" y="101"/>
                      <a:pt x="341" y="101"/>
                    </a:cubicBezTo>
                    <a:cubicBezTo>
                      <a:pt x="341" y="101"/>
                      <a:pt x="285" y="108"/>
                      <a:pt x="179" y="108"/>
                    </a:cubicBezTo>
                    <a:cubicBezTo>
                      <a:pt x="74" y="108"/>
                      <a:pt x="25" y="101"/>
                      <a:pt x="25" y="101"/>
                    </a:cubicBezTo>
                    <a:cubicBezTo>
                      <a:pt x="0" y="99"/>
                      <a:pt x="8" y="88"/>
                      <a:pt x="10" y="74"/>
                    </a:cubicBezTo>
                    <a:cubicBezTo>
                      <a:pt x="10" y="74"/>
                      <a:pt x="24" y="36"/>
                      <a:pt x="33" y="12"/>
                    </a:cubicBezTo>
                    <a:cubicBezTo>
                      <a:pt x="35" y="6"/>
                      <a:pt x="42" y="1"/>
                      <a:pt x="50" y="1"/>
                    </a:cubicBezTo>
                    <a:cubicBezTo>
                      <a:pt x="76" y="2"/>
                      <a:pt x="140" y="5"/>
                      <a:pt x="204" y="5"/>
                    </a:cubicBezTo>
                    <a:cubicBezTo>
                      <a:pt x="266" y="5"/>
                      <a:pt x="327" y="2"/>
                      <a:pt x="356" y="1"/>
                    </a:cubicBezTo>
                    <a:cubicBezTo>
                      <a:pt x="370" y="0"/>
                      <a:pt x="375" y="5"/>
                      <a:pt x="376" y="7"/>
                    </a:cubicBezTo>
                    <a:cubicBezTo>
                      <a:pt x="378" y="11"/>
                      <a:pt x="379" y="16"/>
                      <a:pt x="378" y="23"/>
                    </a:cubicBezTo>
                    <a:cubicBezTo>
                      <a:pt x="378" y="23"/>
                      <a:pt x="367" y="81"/>
                      <a:pt x="366" y="84"/>
                    </a:cubicBezTo>
                    <a:close/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5" name="Freeform 79">
                <a:extLst>
                  <a:ext uri="{FF2B5EF4-FFF2-40B4-BE49-F238E27FC236}">
                    <a16:creationId xmlns:a16="http://schemas.microsoft.com/office/drawing/2014/main" id="{B2EF4DDD-99BF-4D0D-B8A4-5BCD33D9F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307"/>
                <a:ext cx="57" cy="626"/>
              </a:xfrm>
              <a:custGeom>
                <a:avLst/>
                <a:gdLst>
                  <a:gd name="T0" fmla="*/ 57 w 57"/>
                  <a:gd name="T1" fmla="*/ 0 h 626"/>
                  <a:gd name="T2" fmla="*/ 0 w 57"/>
                  <a:gd name="T3" fmla="*/ 226 h 626"/>
                  <a:gd name="T4" fmla="*/ 0 w 57"/>
                  <a:gd name="T5" fmla="*/ 626 h 626"/>
                  <a:gd name="T6" fmla="*/ 57 w 57"/>
                  <a:gd name="T7" fmla="*/ 381 h 626"/>
                  <a:gd name="T8" fmla="*/ 57 w 57"/>
                  <a:gd name="T9" fmla="*/ 0 h 6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26">
                    <a:moveTo>
                      <a:pt x="57" y="0"/>
                    </a:moveTo>
                    <a:lnTo>
                      <a:pt x="0" y="226"/>
                    </a:lnTo>
                    <a:lnTo>
                      <a:pt x="0" y="626"/>
                    </a:lnTo>
                    <a:lnTo>
                      <a:pt x="57" y="38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E8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6" name="Freeform 80">
                <a:extLst>
                  <a:ext uri="{FF2B5EF4-FFF2-40B4-BE49-F238E27FC236}">
                    <a16:creationId xmlns:a16="http://schemas.microsoft.com/office/drawing/2014/main" id="{DC83F0D7-A529-42B9-97E6-BC0D3BF02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245"/>
                <a:ext cx="888" cy="1184"/>
              </a:xfrm>
              <a:custGeom>
                <a:avLst/>
                <a:gdLst>
                  <a:gd name="T0" fmla="*/ 5493 w 355"/>
                  <a:gd name="T1" fmla="*/ 8248 h 444"/>
                  <a:gd name="T2" fmla="*/ 5493 w 355"/>
                  <a:gd name="T3" fmla="*/ 21 h 444"/>
                  <a:gd name="T4" fmla="*/ 5493 w 355"/>
                  <a:gd name="T5" fmla="*/ 21 h 444"/>
                  <a:gd name="T6" fmla="*/ 5213 w 355"/>
                  <a:gd name="T7" fmla="*/ 149 h 444"/>
                  <a:gd name="T8" fmla="*/ 2679 w 355"/>
                  <a:gd name="T9" fmla="*/ 285 h 444"/>
                  <a:gd name="T10" fmla="*/ 270 w 355"/>
                  <a:gd name="T11" fmla="*/ 149 h 444"/>
                  <a:gd name="T12" fmla="*/ 0 w 355"/>
                  <a:gd name="T13" fmla="*/ 0 h 444"/>
                  <a:gd name="T14" fmla="*/ 0 w 355"/>
                  <a:gd name="T15" fmla="*/ 7928 h 444"/>
                  <a:gd name="T16" fmla="*/ 270 w 355"/>
                  <a:gd name="T17" fmla="*/ 8285 h 444"/>
                  <a:gd name="T18" fmla="*/ 2679 w 355"/>
                  <a:gd name="T19" fmla="*/ 8419 h 444"/>
                  <a:gd name="T20" fmla="*/ 5381 w 355"/>
                  <a:gd name="T21" fmla="*/ 8307 h 444"/>
                  <a:gd name="T22" fmla="*/ 5556 w 355"/>
                  <a:gd name="T23" fmla="*/ 8171 h 444"/>
                  <a:gd name="T24" fmla="*/ 5506 w 355"/>
                  <a:gd name="T25" fmla="*/ 8248 h 444"/>
                  <a:gd name="T26" fmla="*/ 5493 w 355"/>
                  <a:gd name="T27" fmla="*/ 8248 h 4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5" h="444">
                    <a:moveTo>
                      <a:pt x="351" y="435"/>
                    </a:moveTo>
                    <a:cubicBezTo>
                      <a:pt x="351" y="1"/>
                      <a:pt x="351" y="1"/>
                      <a:pt x="351" y="1"/>
                    </a:cubicBezTo>
                    <a:cubicBezTo>
                      <a:pt x="351" y="1"/>
                      <a:pt x="351" y="1"/>
                      <a:pt x="351" y="1"/>
                    </a:cubicBezTo>
                    <a:cubicBezTo>
                      <a:pt x="347" y="5"/>
                      <a:pt x="340" y="8"/>
                      <a:pt x="333" y="8"/>
                    </a:cubicBezTo>
                    <a:cubicBezTo>
                      <a:pt x="333" y="8"/>
                      <a:pt x="277" y="15"/>
                      <a:pt x="171" y="15"/>
                    </a:cubicBezTo>
                    <a:cubicBezTo>
                      <a:pt x="66" y="15"/>
                      <a:pt x="17" y="8"/>
                      <a:pt x="17" y="8"/>
                    </a:cubicBezTo>
                    <a:cubicBezTo>
                      <a:pt x="5" y="7"/>
                      <a:pt x="1" y="4"/>
                      <a:pt x="0" y="0"/>
                    </a:cubicBezTo>
                    <a:cubicBezTo>
                      <a:pt x="0" y="418"/>
                      <a:pt x="0" y="418"/>
                      <a:pt x="0" y="418"/>
                    </a:cubicBezTo>
                    <a:cubicBezTo>
                      <a:pt x="0" y="428"/>
                      <a:pt x="6" y="436"/>
                      <a:pt x="17" y="437"/>
                    </a:cubicBezTo>
                    <a:cubicBezTo>
                      <a:pt x="17" y="437"/>
                      <a:pt x="66" y="444"/>
                      <a:pt x="171" y="444"/>
                    </a:cubicBezTo>
                    <a:cubicBezTo>
                      <a:pt x="277" y="444"/>
                      <a:pt x="344" y="438"/>
                      <a:pt x="344" y="438"/>
                    </a:cubicBezTo>
                    <a:cubicBezTo>
                      <a:pt x="350" y="437"/>
                      <a:pt x="353" y="434"/>
                      <a:pt x="355" y="431"/>
                    </a:cubicBezTo>
                    <a:cubicBezTo>
                      <a:pt x="354" y="432"/>
                      <a:pt x="353" y="434"/>
                      <a:pt x="352" y="435"/>
                    </a:cubicBezTo>
                    <a:cubicBezTo>
                      <a:pt x="352" y="435"/>
                      <a:pt x="352" y="435"/>
                      <a:pt x="351" y="435"/>
                    </a:cubicBezTo>
                    <a:close/>
                  </a:path>
                </a:pathLst>
              </a:custGeom>
              <a:solidFill>
                <a:srgbClr val="CA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7" name="Freeform 81">
                <a:extLst>
                  <a:ext uri="{FF2B5EF4-FFF2-40B4-BE49-F238E27FC236}">
                    <a16:creationId xmlns:a16="http://schemas.microsoft.com/office/drawing/2014/main" id="{C8FA2516-3936-4B93-A905-D6863B83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533"/>
                <a:ext cx="878" cy="435"/>
              </a:xfrm>
              <a:custGeom>
                <a:avLst/>
                <a:gdLst>
                  <a:gd name="T0" fmla="*/ 5493 w 351"/>
                  <a:gd name="T1" fmla="*/ 2848 h 163"/>
                  <a:gd name="T2" fmla="*/ 5493 w 351"/>
                  <a:gd name="T3" fmla="*/ 0 h 163"/>
                  <a:gd name="T4" fmla="*/ 5213 w 351"/>
                  <a:gd name="T5" fmla="*/ 136 h 163"/>
                  <a:gd name="T6" fmla="*/ 2692 w 351"/>
                  <a:gd name="T7" fmla="*/ 205 h 163"/>
                  <a:gd name="T8" fmla="*/ 458 w 351"/>
                  <a:gd name="T9" fmla="*/ 136 h 163"/>
                  <a:gd name="T10" fmla="*/ 0 w 351"/>
                  <a:gd name="T11" fmla="*/ 0 h 163"/>
                  <a:gd name="T12" fmla="*/ 0 w 351"/>
                  <a:gd name="T13" fmla="*/ 2869 h 163"/>
                  <a:gd name="T14" fmla="*/ 458 w 351"/>
                  <a:gd name="T15" fmla="*/ 2984 h 163"/>
                  <a:gd name="T16" fmla="*/ 2742 w 351"/>
                  <a:gd name="T17" fmla="*/ 3098 h 163"/>
                  <a:gd name="T18" fmla="*/ 5213 w 351"/>
                  <a:gd name="T19" fmla="*/ 2984 h 163"/>
                  <a:gd name="T20" fmla="*/ 5493 w 351"/>
                  <a:gd name="T21" fmla="*/ 2848 h 1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1" h="163">
                    <a:moveTo>
                      <a:pt x="351" y="150"/>
                    </a:moveTo>
                    <a:cubicBezTo>
                      <a:pt x="351" y="0"/>
                      <a:pt x="351" y="0"/>
                      <a:pt x="351" y="0"/>
                    </a:cubicBezTo>
                    <a:cubicBezTo>
                      <a:pt x="348" y="5"/>
                      <a:pt x="340" y="7"/>
                      <a:pt x="333" y="7"/>
                    </a:cubicBezTo>
                    <a:cubicBezTo>
                      <a:pt x="333" y="7"/>
                      <a:pt x="211" y="11"/>
                      <a:pt x="172" y="11"/>
                    </a:cubicBezTo>
                    <a:cubicBezTo>
                      <a:pt x="133" y="11"/>
                      <a:pt x="29" y="7"/>
                      <a:pt x="29" y="7"/>
                    </a:cubicBezTo>
                    <a:cubicBezTo>
                      <a:pt x="19" y="7"/>
                      <a:pt x="6" y="6"/>
                      <a:pt x="0" y="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6" y="157"/>
                      <a:pt x="19" y="157"/>
                      <a:pt x="29" y="157"/>
                    </a:cubicBezTo>
                    <a:cubicBezTo>
                      <a:pt x="29" y="157"/>
                      <a:pt x="128" y="163"/>
                      <a:pt x="175" y="163"/>
                    </a:cubicBezTo>
                    <a:cubicBezTo>
                      <a:pt x="222" y="163"/>
                      <a:pt x="333" y="157"/>
                      <a:pt x="333" y="157"/>
                    </a:cubicBezTo>
                    <a:cubicBezTo>
                      <a:pt x="340" y="157"/>
                      <a:pt x="348" y="156"/>
                      <a:pt x="351" y="1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8" name="Freeform 82">
                <a:extLst>
                  <a:ext uri="{FF2B5EF4-FFF2-40B4-BE49-F238E27FC236}">
                    <a16:creationId xmlns:a16="http://schemas.microsoft.com/office/drawing/2014/main" id="{02FFB6F9-927A-4CC3-8760-1D7B42731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019"/>
                <a:ext cx="667" cy="186"/>
              </a:xfrm>
              <a:custGeom>
                <a:avLst/>
                <a:gdLst>
                  <a:gd name="T0" fmla="*/ 0 w 267"/>
                  <a:gd name="T1" fmla="*/ 1313 h 70"/>
                  <a:gd name="T2" fmla="*/ 342 w 267"/>
                  <a:gd name="T3" fmla="*/ 191 h 70"/>
                  <a:gd name="T4" fmla="*/ 874 w 267"/>
                  <a:gd name="T5" fmla="*/ 35 h 70"/>
                  <a:gd name="T6" fmla="*/ 4162 w 267"/>
                  <a:gd name="T7" fmla="*/ 56 h 70"/>
                  <a:gd name="T8" fmla="*/ 949 w 267"/>
                  <a:gd name="T9" fmla="*/ 340 h 70"/>
                  <a:gd name="T10" fmla="*/ 0 w 267"/>
                  <a:gd name="T11" fmla="*/ 1313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7" h="70">
                    <a:moveTo>
                      <a:pt x="0" y="70"/>
                    </a:moveTo>
                    <a:cubicBezTo>
                      <a:pt x="9" y="37"/>
                      <a:pt x="18" y="18"/>
                      <a:pt x="22" y="10"/>
                    </a:cubicBezTo>
                    <a:cubicBezTo>
                      <a:pt x="26" y="1"/>
                      <a:pt x="36" y="0"/>
                      <a:pt x="56" y="2"/>
                    </a:cubicBezTo>
                    <a:cubicBezTo>
                      <a:pt x="77" y="4"/>
                      <a:pt x="190" y="9"/>
                      <a:pt x="267" y="3"/>
                    </a:cubicBezTo>
                    <a:cubicBezTo>
                      <a:pt x="224" y="10"/>
                      <a:pt x="93" y="17"/>
                      <a:pt x="61" y="18"/>
                    </a:cubicBezTo>
                    <a:cubicBezTo>
                      <a:pt x="29" y="20"/>
                      <a:pt x="17" y="37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9" name="Freeform 83">
                <a:extLst>
                  <a:ext uri="{FF2B5EF4-FFF2-40B4-BE49-F238E27FC236}">
                    <a16:creationId xmlns:a16="http://schemas.microsoft.com/office/drawing/2014/main" id="{2847A738-A223-457A-986F-6DEE0270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981"/>
                <a:ext cx="452" cy="430"/>
              </a:xfrm>
              <a:custGeom>
                <a:avLst/>
                <a:gdLst>
                  <a:gd name="T0" fmla="*/ 0 w 181"/>
                  <a:gd name="T1" fmla="*/ 0 h 161"/>
                  <a:gd name="T2" fmla="*/ 0 w 181"/>
                  <a:gd name="T3" fmla="*/ 2476 h 161"/>
                  <a:gd name="T4" fmla="*/ 512 w 181"/>
                  <a:gd name="T5" fmla="*/ 2954 h 161"/>
                  <a:gd name="T6" fmla="*/ 2819 w 181"/>
                  <a:gd name="T7" fmla="*/ 3066 h 161"/>
                  <a:gd name="T8" fmla="*/ 450 w 181"/>
                  <a:gd name="T9" fmla="*/ 2190 h 161"/>
                  <a:gd name="T10" fmla="*/ 0 w 181"/>
                  <a:gd name="T11" fmla="*/ 0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161">
                    <a:moveTo>
                      <a:pt x="0" y="0"/>
                    </a:moveTo>
                    <a:cubicBezTo>
                      <a:pt x="0" y="33"/>
                      <a:pt x="0" y="110"/>
                      <a:pt x="0" y="130"/>
                    </a:cubicBezTo>
                    <a:cubicBezTo>
                      <a:pt x="0" y="151"/>
                      <a:pt x="5" y="152"/>
                      <a:pt x="33" y="155"/>
                    </a:cubicBezTo>
                    <a:cubicBezTo>
                      <a:pt x="60" y="158"/>
                      <a:pt x="143" y="161"/>
                      <a:pt x="181" y="161"/>
                    </a:cubicBezTo>
                    <a:cubicBezTo>
                      <a:pt x="147" y="158"/>
                      <a:pt x="55" y="142"/>
                      <a:pt x="29" y="115"/>
                    </a:cubicBezTo>
                    <a:cubicBezTo>
                      <a:pt x="3" y="87"/>
                      <a:pt x="0" y="13"/>
                      <a:pt x="0" y="0"/>
                    </a:cubicBezTo>
                    <a:close/>
                  </a:path>
                </a:pathLst>
              </a:custGeom>
              <a:solidFill>
                <a:srgbClr val="ACD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0" name="Freeform 84">
                <a:extLst>
                  <a:ext uri="{FF2B5EF4-FFF2-40B4-BE49-F238E27FC236}">
                    <a16:creationId xmlns:a16="http://schemas.microsoft.com/office/drawing/2014/main" id="{50B010E7-B91E-4A8C-88B7-BB94EE075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971"/>
                <a:ext cx="391" cy="416"/>
              </a:xfrm>
              <a:custGeom>
                <a:avLst/>
                <a:gdLst>
                  <a:gd name="T0" fmla="*/ 2123 w 156"/>
                  <a:gd name="T1" fmla="*/ 533 h 156"/>
                  <a:gd name="T2" fmla="*/ 2436 w 156"/>
                  <a:gd name="T3" fmla="*/ 2957 h 156"/>
                  <a:gd name="T4" fmla="*/ 2436 w 156"/>
                  <a:gd name="T5" fmla="*/ 819 h 156"/>
                  <a:gd name="T6" fmla="*/ 2048 w 156"/>
                  <a:gd name="T7" fmla="*/ 93 h 156"/>
                  <a:gd name="T8" fmla="*/ 0 w 156"/>
                  <a:gd name="T9" fmla="*/ 149 h 156"/>
                  <a:gd name="T10" fmla="*/ 2123 w 156"/>
                  <a:gd name="T11" fmla="*/ 533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156">
                    <a:moveTo>
                      <a:pt x="135" y="28"/>
                    </a:moveTo>
                    <a:cubicBezTo>
                      <a:pt x="150" y="38"/>
                      <a:pt x="147" y="119"/>
                      <a:pt x="155" y="156"/>
                    </a:cubicBezTo>
                    <a:cubicBezTo>
                      <a:pt x="155" y="156"/>
                      <a:pt x="156" y="86"/>
                      <a:pt x="155" y="43"/>
                    </a:cubicBezTo>
                    <a:cubicBezTo>
                      <a:pt x="154" y="0"/>
                      <a:pt x="150" y="3"/>
                      <a:pt x="130" y="5"/>
                    </a:cubicBezTo>
                    <a:cubicBezTo>
                      <a:pt x="109" y="7"/>
                      <a:pt x="31" y="9"/>
                      <a:pt x="0" y="8"/>
                    </a:cubicBezTo>
                    <a:cubicBezTo>
                      <a:pt x="31" y="13"/>
                      <a:pt x="115" y="13"/>
                      <a:pt x="135" y="28"/>
                    </a:cubicBezTo>
                    <a:close/>
                  </a:path>
                </a:pathLst>
              </a:custGeom>
              <a:solidFill>
                <a:srgbClr val="92D4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1" name="Freeform 85">
                <a:extLst>
                  <a:ext uri="{FF2B5EF4-FFF2-40B4-BE49-F238E27FC236}">
                    <a16:creationId xmlns:a16="http://schemas.microsoft.com/office/drawing/2014/main" id="{EC654A89-B0DC-4606-886A-9B4B5457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301"/>
                <a:ext cx="662" cy="88"/>
              </a:xfrm>
              <a:custGeom>
                <a:avLst/>
                <a:gdLst>
                  <a:gd name="T0" fmla="*/ 0 w 265"/>
                  <a:gd name="T1" fmla="*/ 0 h 33"/>
                  <a:gd name="T2" fmla="*/ 4132 w 265"/>
                  <a:gd name="T3" fmla="*/ 93 h 33"/>
                  <a:gd name="T4" fmla="*/ 0 w 26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5" h="33">
                    <a:moveTo>
                      <a:pt x="0" y="0"/>
                    </a:moveTo>
                    <a:cubicBezTo>
                      <a:pt x="24" y="11"/>
                      <a:pt x="181" y="33"/>
                      <a:pt x="265" y="5"/>
                    </a:cubicBezTo>
                    <a:cubicBezTo>
                      <a:pt x="229" y="9"/>
                      <a:pt x="35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2" name="Freeform 86">
                <a:extLst>
                  <a:ext uri="{FF2B5EF4-FFF2-40B4-BE49-F238E27FC236}">
                    <a16:creationId xmlns:a16="http://schemas.microsoft.com/office/drawing/2014/main" id="{3650BA6E-ED01-4764-B5A5-0811AD5B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320"/>
                <a:ext cx="483" cy="221"/>
              </a:xfrm>
              <a:custGeom>
                <a:avLst/>
                <a:gdLst>
                  <a:gd name="T0" fmla="*/ 2931 w 193"/>
                  <a:gd name="T1" fmla="*/ 0 h 83"/>
                  <a:gd name="T2" fmla="*/ 2680 w 193"/>
                  <a:gd name="T3" fmla="*/ 1419 h 83"/>
                  <a:gd name="T4" fmla="*/ 0 w 193"/>
                  <a:gd name="T5" fmla="*/ 1510 h 83"/>
                  <a:gd name="T6" fmla="*/ 2380 w 193"/>
                  <a:gd name="T7" fmla="*/ 1134 h 83"/>
                  <a:gd name="T8" fmla="*/ 2931 w 193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3" h="83">
                    <a:moveTo>
                      <a:pt x="187" y="0"/>
                    </a:moveTo>
                    <a:cubicBezTo>
                      <a:pt x="187" y="21"/>
                      <a:pt x="193" y="73"/>
                      <a:pt x="171" y="75"/>
                    </a:cubicBezTo>
                    <a:cubicBezTo>
                      <a:pt x="149" y="75"/>
                      <a:pt x="28" y="83"/>
                      <a:pt x="0" y="80"/>
                    </a:cubicBezTo>
                    <a:cubicBezTo>
                      <a:pt x="41" y="76"/>
                      <a:pt x="128" y="70"/>
                      <a:pt x="152" y="60"/>
                    </a:cubicBezTo>
                    <a:cubicBezTo>
                      <a:pt x="175" y="49"/>
                      <a:pt x="185" y="24"/>
                      <a:pt x="187" y="0"/>
                    </a:cubicBezTo>
                    <a:close/>
                  </a:path>
                </a:pathLst>
              </a:custGeom>
              <a:solidFill>
                <a:srgbClr val="92D4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3" name="Freeform 87">
                <a:extLst>
                  <a:ext uri="{FF2B5EF4-FFF2-40B4-BE49-F238E27FC236}">
                    <a16:creationId xmlns:a16="http://schemas.microsoft.com/office/drawing/2014/main" id="{EDD80893-71E0-4A34-88ED-E385421F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997"/>
                <a:ext cx="948" cy="288"/>
              </a:xfrm>
              <a:custGeom>
                <a:avLst/>
                <a:gdLst>
                  <a:gd name="T0" fmla="*/ 5726 w 379"/>
                  <a:gd name="T1" fmla="*/ 1592 h 108"/>
                  <a:gd name="T2" fmla="*/ 5338 w 379"/>
                  <a:gd name="T3" fmla="*/ 1912 h 108"/>
                  <a:gd name="T4" fmla="*/ 2804 w 379"/>
                  <a:gd name="T5" fmla="*/ 2048 h 108"/>
                  <a:gd name="T6" fmla="*/ 395 w 379"/>
                  <a:gd name="T7" fmla="*/ 1912 h 108"/>
                  <a:gd name="T8" fmla="*/ 158 w 379"/>
                  <a:gd name="T9" fmla="*/ 1400 h 108"/>
                  <a:gd name="T10" fmla="*/ 520 w 379"/>
                  <a:gd name="T11" fmla="*/ 227 h 108"/>
                  <a:gd name="T12" fmla="*/ 783 w 379"/>
                  <a:gd name="T13" fmla="*/ 21 h 108"/>
                  <a:gd name="T14" fmla="*/ 3192 w 379"/>
                  <a:gd name="T15" fmla="*/ 93 h 108"/>
                  <a:gd name="T16" fmla="*/ 5568 w 379"/>
                  <a:gd name="T17" fmla="*/ 21 h 108"/>
                  <a:gd name="T18" fmla="*/ 5881 w 379"/>
                  <a:gd name="T19" fmla="*/ 136 h 108"/>
                  <a:gd name="T20" fmla="*/ 5913 w 379"/>
                  <a:gd name="T21" fmla="*/ 435 h 108"/>
                  <a:gd name="T22" fmla="*/ 5726 w 379"/>
                  <a:gd name="T23" fmla="*/ 1592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9" h="108">
                    <a:moveTo>
                      <a:pt x="366" y="84"/>
                    </a:moveTo>
                    <a:cubicBezTo>
                      <a:pt x="362" y="94"/>
                      <a:pt x="352" y="101"/>
                      <a:pt x="341" y="101"/>
                    </a:cubicBezTo>
                    <a:cubicBezTo>
                      <a:pt x="341" y="101"/>
                      <a:pt x="285" y="108"/>
                      <a:pt x="179" y="108"/>
                    </a:cubicBezTo>
                    <a:cubicBezTo>
                      <a:pt x="74" y="108"/>
                      <a:pt x="25" y="101"/>
                      <a:pt x="25" y="101"/>
                    </a:cubicBezTo>
                    <a:cubicBezTo>
                      <a:pt x="0" y="99"/>
                      <a:pt x="8" y="88"/>
                      <a:pt x="10" y="74"/>
                    </a:cubicBezTo>
                    <a:cubicBezTo>
                      <a:pt x="10" y="74"/>
                      <a:pt x="24" y="36"/>
                      <a:pt x="33" y="12"/>
                    </a:cubicBezTo>
                    <a:cubicBezTo>
                      <a:pt x="35" y="6"/>
                      <a:pt x="42" y="1"/>
                      <a:pt x="50" y="1"/>
                    </a:cubicBezTo>
                    <a:cubicBezTo>
                      <a:pt x="76" y="2"/>
                      <a:pt x="140" y="5"/>
                      <a:pt x="204" y="5"/>
                    </a:cubicBezTo>
                    <a:cubicBezTo>
                      <a:pt x="266" y="5"/>
                      <a:pt x="327" y="2"/>
                      <a:pt x="356" y="1"/>
                    </a:cubicBezTo>
                    <a:cubicBezTo>
                      <a:pt x="370" y="0"/>
                      <a:pt x="375" y="5"/>
                      <a:pt x="376" y="7"/>
                    </a:cubicBezTo>
                    <a:cubicBezTo>
                      <a:pt x="378" y="11"/>
                      <a:pt x="379" y="16"/>
                      <a:pt x="378" y="23"/>
                    </a:cubicBezTo>
                    <a:cubicBezTo>
                      <a:pt x="378" y="23"/>
                      <a:pt x="367" y="81"/>
                      <a:pt x="366" y="8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4" name="Line 88">
                <a:extLst>
                  <a:ext uri="{FF2B5EF4-FFF2-40B4-BE49-F238E27FC236}">
                    <a16:creationId xmlns:a16="http://schemas.microsoft.com/office/drawing/2014/main" id="{F4CE7151-C591-48AC-926D-28E9D430D1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96" y="1133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5" name="Freeform 89">
                <a:extLst>
                  <a:ext uri="{FF2B5EF4-FFF2-40B4-BE49-F238E27FC236}">
                    <a16:creationId xmlns:a16="http://schemas.microsoft.com/office/drawing/2014/main" id="{36F58581-3F28-40E0-B325-EB7D010D4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307"/>
                <a:ext cx="57" cy="626"/>
              </a:xfrm>
              <a:custGeom>
                <a:avLst/>
                <a:gdLst>
                  <a:gd name="T0" fmla="*/ 57 w 57"/>
                  <a:gd name="T1" fmla="*/ 0 h 626"/>
                  <a:gd name="T2" fmla="*/ 0 w 57"/>
                  <a:gd name="T3" fmla="*/ 226 h 626"/>
                  <a:gd name="T4" fmla="*/ 0 w 57"/>
                  <a:gd name="T5" fmla="*/ 626 h 626"/>
                  <a:gd name="T6" fmla="*/ 57 w 57"/>
                  <a:gd name="T7" fmla="*/ 381 h 626"/>
                  <a:gd name="T8" fmla="*/ 57 w 57"/>
                  <a:gd name="T9" fmla="*/ 0 h 6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26">
                    <a:moveTo>
                      <a:pt x="57" y="0"/>
                    </a:moveTo>
                    <a:lnTo>
                      <a:pt x="0" y="226"/>
                    </a:lnTo>
                    <a:lnTo>
                      <a:pt x="0" y="626"/>
                    </a:lnTo>
                    <a:lnTo>
                      <a:pt x="57" y="381"/>
                    </a:lnTo>
                    <a:lnTo>
                      <a:pt x="5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6" name="Freeform 90">
                <a:extLst>
                  <a:ext uri="{FF2B5EF4-FFF2-40B4-BE49-F238E27FC236}">
                    <a16:creationId xmlns:a16="http://schemas.microsoft.com/office/drawing/2014/main" id="{22E9B6F4-268D-40A1-812C-4283CF822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024"/>
                <a:ext cx="57" cy="1381"/>
              </a:xfrm>
              <a:custGeom>
                <a:avLst/>
                <a:gdLst>
                  <a:gd name="T0" fmla="*/ 307 w 23"/>
                  <a:gd name="T1" fmla="*/ 149 h 518"/>
                  <a:gd name="T2" fmla="*/ 104 w 23"/>
                  <a:gd name="T3" fmla="*/ 1400 h 518"/>
                  <a:gd name="T4" fmla="*/ 0 w 23"/>
                  <a:gd name="T5" fmla="*/ 1592 h 518"/>
                  <a:gd name="T6" fmla="*/ 0 w 23"/>
                  <a:gd name="T7" fmla="*/ 1592 h 518"/>
                  <a:gd name="T8" fmla="*/ 0 w 23"/>
                  <a:gd name="T9" fmla="*/ 9816 h 518"/>
                  <a:gd name="T10" fmla="*/ 12 w 23"/>
                  <a:gd name="T11" fmla="*/ 9816 h 518"/>
                  <a:gd name="T12" fmla="*/ 104 w 23"/>
                  <a:gd name="T13" fmla="*/ 9646 h 518"/>
                  <a:gd name="T14" fmla="*/ 337 w 23"/>
                  <a:gd name="T15" fmla="*/ 8131 h 518"/>
                  <a:gd name="T16" fmla="*/ 337 w 23"/>
                  <a:gd name="T17" fmla="*/ 8075 h 518"/>
                  <a:gd name="T18" fmla="*/ 349 w 23"/>
                  <a:gd name="T19" fmla="*/ 8075 h 518"/>
                  <a:gd name="T20" fmla="*/ 349 w 23"/>
                  <a:gd name="T21" fmla="*/ 1330 h 518"/>
                  <a:gd name="T22" fmla="*/ 307 w 23"/>
                  <a:gd name="T23" fmla="*/ 149 h 5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518">
                    <a:moveTo>
                      <a:pt x="20" y="8"/>
                    </a:moveTo>
                    <a:cubicBezTo>
                      <a:pt x="16" y="30"/>
                      <a:pt x="8" y="72"/>
                      <a:pt x="7" y="74"/>
                    </a:cubicBezTo>
                    <a:cubicBezTo>
                      <a:pt x="6" y="78"/>
                      <a:pt x="3" y="81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518"/>
                      <a:pt x="0" y="518"/>
                      <a:pt x="0" y="518"/>
                    </a:cubicBezTo>
                    <a:cubicBezTo>
                      <a:pt x="1" y="518"/>
                      <a:pt x="1" y="518"/>
                      <a:pt x="1" y="518"/>
                    </a:cubicBezTo>
                    <a:cubicBezTo>
                      <a:pt x="3" y="515"/>
                      <a:pt x="6" y="512"/>
                      <a:pt x="7" y="509"/>
                    </a:cubicBezTo>
                    <a:cubicBezTo>
                      <a:pt x="8" y="505"/>
                      <a:pt x="22" y="429"/>
                      <a:pt x="22" y="429"/>
                    </a:cubicBezTo>
                    <a:cubicBezTo>
                      <a:pt x="22" y="428"/>
                      <a:pt x="22" y="427"/>
                      <a:pt x="22" y="426"/>
                    </a:cubicBezTo>
                    <a:cubicBezTo>
                      <a:pt x="23" y="426"/>
                      <a:pt x="23" y="426"/>
                      <a:pt x="23" y="426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3" y="70"/>
                      <a:pt x="21" y="0"/>
                      <a:pt x="20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7" name="Freeform 91">
                <a:extLst>
                  <a:ext uri="{FF2B5EF4-FFF2-40B4-BE49-F238E27FC236}">
                    <a16:creationId xmlns:a16="http://schemas.microsoft.com/office/drawing/2014/main" id="{FC296E3C-A291-4033-AC09-3A902DF65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245"/>
                <a:ext cx="888" cy="1184"/>
              </a:xfrm>
              <a:custGeom>
                <a:avLst/>
                <a:gdLst>
                  <a:gd name="T0" fmla="*/ 5493 w 355"/>
                  <a:gd name="T1" fmla="*/ 8248 h 444"/>
                  <a:gd name="T2" fmla="*/ 5493 w 355"/>
                  <a:gd name="T3" fmla="*/ 21 h 444"/>
                  <a:gd name="T4" fmla="*/ 5493 w 355"/>
                  <a:gd name="T5" fmla="*/ 21 h 444"/>
                  <a:gd name="T6" fmla="*/ 5213 w 355"/>
                  <a:gd name="T7" fmla="*/ 149 h 444"/>
                  <a:gd name="T8" fmla="*/ 2679 w 355"/>
                  <a:gd name="T9" fmla="*/ 285 h 444"/>
                  <a:gd name="T10" fmla="*/ 270 w 355"/>
                  <a:gd name="T11" fmla="*/ 149 h 444"/>
                  <a:gd name="T12" fmla="*/ 0 w 355"/>
                  <a:gd name="T13" fmla="*/ 0 h 444"/>
                  <a:gd name="T14" fmla="*/ 0 w 355"/>
                  <a:gd name="T15" fmla="*/ 7928 h 444"/>
                  <a:gd name="T16" fmla="*/ 270 w 355"/>
                  <a:gd name="T17" fmla="*/ 8285 h 444"/>
                  <a:gd name="T18" fmla="*/ 2679 w 355"/>
                  <a:gd name="T19" fmla="*/ 8419 h 444"/>
                  <a:gd name="T20" fmla="*/ 5381 w 355"/>
                  <a:gd name="T21" fmla="*/ 8307 h 444"/>
                  <a:gd name="T22" fmla="*/ 5556 w 355"/>
                  <a:gd name="T23" fmla="*/ 8171 h 444"/>
                  <a:gd name="T24" fmla="*/ 5506 w 355"/>
                  <a:gd name="T25" fmla="*/ 8248 h 444"/>
                  <a:gd name="T26" fmla="*/ 5493 w 355"/>
                  <a:gd name="T27" fmla="*/ 8248 h 4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5" h="444">
                    <a:moveTo>
                      <a:pt x="351" y="435"/>
                    </a:moveTo>
                    <a:cubicBezTo>
                      <a:pt x="351" y="1"/>
                      <a:pt x="351" y="1"/>
                      <a:pt x="351" y="1"/>
                    </a:cubicBezTo>
                    <a:cubicBezTo>
                      <a:pt x="351" y="1"/>
                      <a:pt x="351" y="1"/>
                      <a:pt x="351" y="1"/>
                    </a:cubicBezTo>
                    <a:cubicBezTo>
                      <a:pt x="347" y="5"/>
                      <a:pt x="340" y="8"/>
                      <a:pt x="333" y="8"/>
                    </a:cubicBezTo>
                    <a:cubicBezTo>
                      <a:pt x="333" y="8"/>
                      <a:pt x="277" y="15"/>
                      <a:pt x="171" y="15"/>
                    </a:cubicBezTo>
                    <a:cubicBezTo>
                      <a:pt x="66" y="15"/>
                      <a:pt x="17" y="8"/>
                      <a:pt x="17" y="8"/>
                    </a:cubicBezTo>
                    <a:cubicBezTo>
                      <a:pt x="5" y="7"/>
                      <a:pt x="1" y="4"/>
                      <a:pt x="0" y="0"/>
                    </a:cubicBezTo>
                    <a:cubicBezTo>
                      <a:pt x="0" y="418"/>
                      <a:pt x="0" y="418"/>
                      <a:pt x="0" y="418"/>
                    </a:cubicBezTo>
                    <a:cubicBezTo>
                      <a:pt x="0" y="428"/>
                      <a:pt x="6" y="436"/>
                      <a:pt x="17" y="437"/>
                    </a:cubicBezTo>
                    <a:cubicBezTo>
                      <a:pt x="17" y="437"/>
                      <a:pt x="66" y="444"/>
                      <a:pt x="171" y="444"/>
                    </a:cubicBezTo>
                    <a:cubicBezTo>
                      <a:pt x="277" y="444"/>
                      <a:pt x="344" y="438"/>
                      <a:pt x="344" y="438"/>
                    </a:cubicBezTo>
                    <a:cubicBezTo>
                      <a:pt x="350" y="437"/>
                      <a:pt x="353" y="434"/>
                      <a:pt x="355" y="431"/>
                    </a:cubicBezTo>
                    <a:cubicBezTo>
                      <a:pt x="354" y="432"/>
                      <a:pt x="353" y="434"/>
                      <a:pt x="352" y="435"/>
                    </a:cubicBezTo>
                    <a:cubicBezTo>
                      <a:pt x="352" y="435"/>
                      <a:pt x="352" y="435"/>
                      <a:pt x="351" y="4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8" name="Freeform 92">
                <a:extLst>
                  <a:ext uri="{FF2B5EF4-FFF2-40B4-BE49-F238E27FC236}">
                    <a16:creationId xmlns:a16="http://schemas.microsoft.com/office/drawing/2014/main" id="{2D9E80B8-3EE5-4A12-9BC0-33271EEEE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533"/>
                <a:ext cx="878" cy="435"/>
              </a:xfrm>
              <a:custGeom>
                <a:avLst/>
                <a:gdLst>
                  <a:gd name="T0" fmla="*/ 5493 w 351"/>
                  <a:gd name="T1" fmla="*/ 2848 h 163"/>
                  <a:gd name="T2" fmla="*/ 5493 w 351"/>
                  <a:gd name="T3" fmla="*/ 0 h 163"/>
                  <a:gd name="T4" fmla="*/ 5213 w 351"/>
                  <a:gd name="T5" fmla="*/ 136 h 163"/>
                  <a:gd name="T6" fmla="*/ 2692 w 351"/>
                  <a:gd name="T7" fmla="*/ 205 h 163"/>
                  <a:gd name="T8" fmla="*/ 458 w 351"/>
                  <a:gd name="T9" fmla="*/ 136 h 163"/>
                  <a:gd name="T10" fmla="*/ 0 w 351"/>
                  <a:gd name="T11" fmla="*/ 0 h 163"/>
                  <a:gd name="T12" fmla="*/ 0 w 351"/>
                  <a:gd name="T13" fmla="*/ 2869 h 163"/>
                  <a:gd name="T14" fmla="*/ 458 w 351"/>
                  <a:gd name="T15" fmla="*/ 2984 h 163"/>
                  <a:gd name="T16" fmla="*/ 2742 w 351"/>
                  <a:gd name="T17" fmla="*/ 3098 h 163"/>
                  <a:gd name="T18" fmla="*/ 5213 w 351"/>
                  <a:gd name="T19" fmla="*/ 2984 h 163"/>
                  <a:gd name="T20" fmla="*/ 5493 w 351"/>
                  <a:gd name="T21" fmla="*/ 2848 h 1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1" h="163">
                    <a:moveTo>
                      <a:pt x="351" y="150"/>
                    </a:moveTo>
                    <a:cubicBezTo>
                      <a:pt x="351" y="0"/>
                      <a:pt x="351" y="0"/>
                      <a:pt x="351" y="0"/>
                    </a:cubicBezTo>
                    <a:cubicBezTo>
                      <a:pt x="348" y="5"/>
                      <a:pt x="340" y="7"/>
                      <a:pt x="333" y="7"/>
                    </a:cubicBezTo>
                    <a:cubicBezTo>
                      <a:pt x="333" y="7"/>
                      <a:pt x="211" y="11"/>
                      <a:pt x="172" y="11"/>
                    </a:cubicBezTo>
                    <a:cubicBezTo>
                      <a:pt x="133" y="11"/>
                      <a:pt x="29" y="7"/>
                      <a:pt x="29" y="7"/>
                    </a:cubicBezTo>
                    <a:cubicBezTo>
                      <a:pt x="19" y="7"/>
                      <a:pt x="6" y="6"/>
                      <a:pt x="0" y="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6" y="157"/>
                      <a:pt x="19" y="157"/>
                      <a:pt x="29" y="157"/>
                    </a:cubicBezTo>
                    <a:cubicBezTo>
                      <a:pt x="29" y="157"/>
                      <a:pt x="128" y="163"/>
                      <a:pt x="175" y="163"/>
                    </a:cubicBezTo>
                    <a:cubicBezTo>
                      <a:pt x="222" y="163"/>
                      <a:pt x="333" y="157"/>
                      <a:pt x="333" y="157"/>
                    </a:cubicBezTo>
                    <a:cubicBezTo>
                      <a:pt x="340" y="157"/>
                      <a:pt x="348" y="156"/>
                      <a:pt x="351" y="1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9" name="Freeform 93">
                <a:extLst>
                  <a:ext uri="{FF2B5EF4-FFF2-40B4-BE49-F238E27FC236}">
                    <a16:creationId xmlns:a16="http://schemas.microsoft.com/office/drawing/2014/main" id="{E7D068AE-6B37-477E-9EC2-2BBCFC8D3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053"/>
                <a:ext cx="85" cy="256"/>
              </a:xfrm>
              <a:custGeom>
                <a:avLst/>
                <a:gdLst>
                  <a:gd name="T0" fmla="*/ 300 w 34"/>
                  <a:gd name="T1" fmla="*/ 0 h 96"/>
                  <a:gd name="T2" fmla="*/ 300 w 34"/>
                  <a:gd name="T3" fmla="*/ 35 h 96"/>
                  <a:gd name="T4" fmla="*/ 113 w 34"/>
                  <a:gd name="T5" fmla="*/ 1195 h 96"/>
                  <a:gd name="T6" fmla="*/ 0 w 34"/>
                  <a:gd name="T7" fmla="*/ 1387 h 96"/>
                  <a:gd name="T8" fmla="*/ 270 w 34"/>
                  <a:gd name="T9" fmla="*/ 1557 h 96"/>
                  <a:gd name="T10" fmla="*/ 533 w 34"/>
                  <a:gd name="T11" fmla="*/ 1821 h 96"/>
                  <a:gd name="T12" fmla="*/ 300 w 34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96">
                    <a:moveTo>
                      <a:pt x="19" y="0"/>
                    </a:moveTo>
                    <a:cubicBezTo>
                      <a:pt x="19" y="1"/>
                      <a:pt x="19" y="1"/>
                      <a:pt x="19" y="2"/>
                    </a:cubicBezTo>
                    <a:cubicBezTo>
                      <a:pt x="19" y="2"/>
                      <a:pt x="8" y="60"/>
                      <a:pt x="7" y="63"/>
                    </a:cubicBezTo>
                    <a:cubicBezTo>
                      <a:pt x="6" y="67"/>
                      <a:pt x="3" y="70"/>
                      <a:pt x="0" y="73"/>
                    </a:cubicBezTo>
                    <a:cubicBezTo>
                      <a:pt x="0" y="73"/>
                      <a:pt x="6" y="76"/>
                      <a:pt x="17" y="82"/>
                    </a:cubicBezTo>
                    <a:cubicBezTo>
                      <a:pt x="28" y="89"/>
                      <a:pt x="34" y="96"/>
                      <a:pt x="34" y="96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CA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0" name="Freeform 94">
                <a:extLst>
                  <a:ext uri="{FF2B5EF4-FFF2-40B4-BE49-F238E27FC236}">
                    <a16:creationId xmlns:a16="http://schemas.microsoft.com/office/drawing/2014/main" id="{57941D8D-9FA9-4DBC-A1F8-005C6E060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053"/>
                <a:ext cx="85" cy="256"/>
              </a:xfrm>
              <a:custGeom>
                <a:avLst/>
                <a:gdLst>
                  <a:gd name="T0" fmla="*/ 300 w 34"/>
                  <a:gd name="T1" fmla="*/ 0 h 96"/>
                  <a:gd name="T2" fmla="*/ 300 w 34"/>
                  <a:gd name="T3" fmla="*/ 35 h 96"/>
                  <a:gd name="T4" fmla="*/ 113 w 34"/>
                  <a:gd name="T5" fmla="*/ 1195 h 96"/>
                  <a:gd name="T6" fmla="*/ 0 w 34"/>
                  <a:gd name="T7" fmla="*/ 1387 h 96"/>
                  <a:gd name="T8" fmla="*/ 270 w 34"/>
                  <a:gd name="T9" fmla="*/ 1557 h 96"/>
                  <a:gd name="T10" fmla="*/ 533 w 34"/>
                  <a:gd name="T11" fmla="*/ 1821 h 96"/>
                  <a:gd name="T12" fmla="*/ 300 w 34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96">
                    <a:moveTo>
                      <a:pt x="19" y="0"/>
                    </a:moveTo>
                    <a:cubicBezTo>
                      <a:pt x="19" y="1"/>
                      <a:pt x="19" y="1"/>
                      <a:pt x="19" y="2"/>
                    </a:cubicBezTo>
                    <a:cubicBezTo>
                      <a:pt x="19" y="2"/>
                      <a:pt x="8" y="60"/>
                      <a:pt x="7" y="63"/>
                    </a:cubicBezTo>
                    <a:cubicBezTo>
                      <a:pt x="6" y="67"/>
                      <a:pt x="3" y="70"/>
                      <a:pt x="0" y="73"/>
                    </a:cubicBezTo>
                    <a:cubicBezTo>
                      <a:pt x="0" y="73"/>
                      <a:pt x="6" y="76"/>
                      <a:pt x="17" y="82"/>
                    </a:cubicBezTo>
                    <a:cubicBezTo>
                      <a:pt x="28" y="89"/>
                      <a:pt x="34" y="96"/>
                      <a:pt x="34" y="96"/>
                    </a:cubicBezTo>
                    <a:lnTo>
                      <a:pt x="19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41" name="Text Box 95">
              <a:extLst>
                <a:ext uri="{FF2B5EF4-FFF2-40B4-BE49-F238E27FC236}">
                  <a16:creationId xmlns:a16="http://schemas.microsoft.com/office/drawing/2014/main" id="{9519AEAB-366D-4995-ACF5-F53ED67A3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1" y="2124"/>
              <a:ext cx="628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3600">
                  <a:latin typeface="Arial Unicode MS" charset="0"/>
                </a:rPr>
                <a:t>Milk</a:t>
              </a:r>
            </a:p>
          </p:txBody>
        </p:sp>
      </p:grpSp>
      <p:grpSp>
        <p:nvGrpSpPr>
          <p:cNvPr id="19460" name="plastic-milk-bottle-illustration">
            <a:extLst>
              <a:ext uri="{FF2B5EF4-FFF2-40B4-BE49-F238E27FC236}">
                <a16:creationId xmlns:a16="http://schemas.microsoft.com/office/drawing/2014/main" id="{138BEE19-052C-4565-83E2-33C2B2695841}"/>
              </a:ext>
            </a:extLst>
          </p:cNvPr>
          <p:cNvGrpSpPr>
            <a:grpSpLocks/>
          </p:cNvGrpSpPr>
          <p:nvPr/>
        </p:nvGrpSpPr>
        <p:grpSpPr bwMode="auto">
          <a:xfrm>
            <a:off x="7720013" y="1947863"/>
            <a:ext cx="1312862" cy="3475037"/>
            <a:chOff x="3903" y="1026"/>
            <a:chExt cx="827" cy="2189"/>
          </a:xfrm>
        </p:grpSpPr>
        <p:grpSp>
          <p:nvGrpSpPr>
            <p:cNvPr id="19461" name="Group 230">
              <a:extLst>
                <a:ext uri="{FF2B5EF4-FFF2-40B4-BE49-F238E27FC236}">
                  <a16:creationId xmlns:a16="http://schemas.microsoft.com/office/drawing/2014/main" id="{1FD62654-5B68-425B-B175-BCD35ABD08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3" y="1026"/>
              <a:ext cx="804" cy="2189"/>
              <a:chOff x="4122" y="1494"/>
              <a:chExt cx="573" cy="1560"/>
            </a:xfrm>
          </p:grpSpPr>
          <p:sp>
            <p:nvSpPr>
              <p:cNvPr id="19463" name="Freeform 202">
                <a:extLst>
                  <a:ext uri="{FF2B5EF4-FFF2-40B4-BE49-F238E27FC236}">
                    <a16:creationId xmlns:a16="http://schemas.microsoft.com/office/drawing/2014/main" id="{1754FAA3-4B90-483D-9B7E-E3E4532E5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691"/>
                <a:ext cx="310" cy="181"/>
              </a:xfrm>
              <a:custGeom>
                <a:avLst/>
                <a:gdLst>
                  <a:gd name="T0" fmla="*/ 1875 w 124"/>
                  <a:gd name="T1" fmla="*/ 0 h 68"/>
                  <a:gd name="T2" fmla="*/ 1875 w 124"/>
                  <a:gd name="T3" fmla="*/ 136 h 68"/>
                  <a:gd name="T4" fmla="*/ 1875 w 124"/>
                  <a:gd name="T5" fmla="*/ 136 h 68"/>
                  <a:gd name="T6" fmla="*/ 1875 w 124"/>
                  <a:gd name="T7" fmla="*/ 261 h 68"/>
                  <a:gd name="T8" fmla="*/ 863 w 124"/>
                  <a:gd name="T9" fmla="*/ 1113 h 68"/>
                  <a:gd name="T10" fmla="*/ 220 w 124"/>
                  <a:gd name="T11" fmla="*/ 751 h 68"/>
                  <a:gd name="T12" fmla="*/ 63 w 124"/>
                  <a:gd name="T13" fmla="*/ 261 h 68"/>
                  <a:gd name="T14" fmla="*/ 63 w 124"/>
                  <a:gd name="T15" fmla="*/ 136 h 68"/>
                  <a:gd name="T16" fmla="*/ 63 w 124"/>
                  <a:gd name="T17" fmla="*/ 93 h 68"/>
                  <a:gd name="T18" fmla="*/ 33 w 124"/>
                  <a:gd name="T19" fmla="*/ 261 h 68"/>
                  <a:gd name="T20" fmla="*/ 188 w 124"/>
                  <a:gd name="T21" fmla="*/ 865 h 68"/>
                  <a:gd name="T22" fmla="*/ 863 w 124"/>
                  <a:gd name="T23" fmla="*/ 1246 h 68"/>
                  <a:gd name="T24" fmla="*/ 1925 w 124"/>
                  <a:gd name="T25" fmla="*/ 375 h 68"/>
                  <a:gd name="T26" fmla="*/ 1875 w 124"/>
                  <a:gd name="T27" fmla="*/ 0 h 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4" h="68">
                    <a:moveTo>
                      <a:pt x="120" y="0"/>
                    </a:moveTo>
                    <a:cubicBezTo>
                      <a:pt x="120" y="7"/>
                      <a:pt x="120" y="7"/>
                      <a:pt x="120" y="7"/>
                    </a:cubicBezTo>
                    <a:cubicBezTo>
                      <a:pt x="120" y="7"/>
                      <a:pt x="120" y="7"/>
                      <a:pt x="120" y="7"/>
                    </a:cubicBezTo>
                    <a:cubicBezTo>
                      <a:pt x="120" y="9"/>
                      <a:pt x="120" y="11"/>
                      <a:pt x="120" y="14"/>
                    </a:cubicBezTo>
                    <a:cubicBezTo>
                      <a:pt x="116" y="41"/>
                      <a:pt x="87" y="61"/>
                      <a:pt x="55" y="59"/>
                    </a:cubicBezTo>
                    <a:cubicBezTo>
                      <a:pt x="39" y="59"/>
                      <a:pt x="23" y="51"/>
                      <a:pt x="14" y="40"/>
                    </a:cubicBezTo>
                    <a:cubicBezTo>
                      <a:pt x="7" y="32"/>
                      <a:pt x="4" y="23"/>
                      <a:pt x="4" y="14"/>
                    </a:cubicBezTo>
                    <a:cubicBezTo>
                      <a:pt x="4" y="11"/>
                      <a:pt x="4" y="7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8"/>
                      <a:pt x="2" y="11"/>
                      <a:pt x="2" y="14"/>
                    </a:cubicBezTo>
                    <a:cubicBezTo>
                      <a:pt x="0" y="26"/>
                      <a:pt x="4" y="37"/>
                      <a:pt x="12" y="46"/>
                    </a:cubicBezTo>
                    <a:cubicBezTo>
                      <a:pt x="21" y="58"/>
                      <a:pt x="37" y="65"/>
                      <a:pt x="55" y="66"/>
                    </a:cubicBezTo>
                    <a:cubicBezTo>
                      <a:pt x="89" y="68"/>
                      <a:pt x="119" y="47"/>
                      <a:pt x="123" y="20"/>
                    </a:cubicBezTo>
                    <a:cubicBezTo>
                      <a:pt x="124" y="13"/>
                      <a:pt x="123" y="7"/>
                      <a:pt x="120" y="0"/>
                    </a:cubicBezTo>
                    <a:close/>
                  </a:path>
                </a:pathLst>
              </a:custGeom>
              <a:solidFill>
                <a:srgbClr val="E4E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4" name="Freeform 203">
                <a:extLst>
                  <a:ext uri="{FF2B5EF4-FFF2-40B4-BE49-F238E27FC236}">
                    <a16:creationId xmlns:a16="http://schemas.microsoft.com/office/drawing/2014/main" id="{B45929AC-A442-4F47-AFB9-84F36CDF6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731"/>
                <a:ext cx="305" cy="149"/>
              </a:xfrm>
              <a:custGeom>
                <a:avLst/>
                <a:gdLst>
                  <a:gd name="T0" fmla="*/ 0 w 122"/>
                  <a:gd name="T1" fmla="*/ 77 h 56"/>
                  <a:gd name="T2" fmla="*/ 0 w 122"/>
                  <a:gd name="T3" fmla="*/ 226 h 56"/>
                  <a:gd name="T4" fmla="*/ 158 w 122"/>
                  <a:gd name="T5" fmla="*/ 657 h 56"/>
                  <a:gd name="T6" fmla="*/ 845 w 122"/>
                  <a:gd name="T7" fmla="*/ 1019 h 56"/>
                  <a:gd name="T8" fmla="*/ 1908 w 122"/>
                  <a:gd name="T9" fmla="*/ 247 h 56"/>
                  <a:gd name="T10" fmla="*/ 1908 w 122"/>
                  <a:gd name="T11" fmla="*/ 21 h 56"/>
                  <a:gd name="T12" fmla="*/ 1908 w 122"/>
                  <a:gd name="T13" fmla="*/ 0 h 56"/>
                  <a:gd name="T14" fmla="*/ 1908 w 122"/>
                  <a:gd name="T15" fmla="*/ 0 h 56"/>
                  <a:gd name="T16" fmla="*/ 1908 w 122"/>
                  <a:gd name="T17" fmla="*/ 93 h 56"/>
                  <a:gd name="T18" fmla="*/ 845 w 122"/>
                  <a:gd name="T19" fmla="*/ 963 h 56"/>
                  <a:gd name="T20" fmla="*/ 175 w 122"/>
                  <a:gd name="T21" fmla="*/ 580 h 56"/>
                  <a:gd name="T22" fmla="*/ 0 w 122"/>
                  <a:gd name="T23" fmla="*/ 77 h 56"/>
                  <a:gd name="T24" fmla="*/ 0 w 122"/>
                  <a:gd name="T25" fmla="*/ 77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2" h="56">
                    <a:moveTo>
                      <a:pt x="0" y="4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22"/>
                      <a:pt x="3" y="27"/>
                      <a:pt x="10" y="35"/>
                    </a:cubicBezTo>
                    <a:cubicBezTo>
                      <a:pt x="20" y="47"/>
                      <a:pt x="36" y="53"/>
                      <a:pt x="54" y="54"/>
                    </a:cubicBezTo>
                    <a:cubicBezTo>
                      <a:pt x="88" y="56"/>
                      <a:pt x="118" y="34"/>
                      <a:pt x="122" y="13"/>
                    </a:cubicBezTo>
                    <a:cubicBezTo>
                      <a:pt x="122" y="11"/>
                      <a:pt x="122" y="2"/>
                      <a:pt x="122" y="1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2" y="2"/>
                      <a:pt x="122" y="4"/>
                      <a:pt x="122" y="5"/>
                    </a:cubicBezTo>
                    <a:cubicBezTo>
                      <a:pt x="118" y="32"/>
                      <a:pt x="88" y="53"/>
                      <a:pt x="54" y="51"/>
                    </a:cubicBezTo>
                    <a:cubicBezTo>
                      <a:pt x="36" y="50"/>
                      <a:pt x="20" y="43"/>
                      <a:pt x="11" y="31"/>
                    </a:cubicBezTo>
                    <a:cubicBezTo>
                      <a:pt x="4" y="23"/>
                      <a:pt x="0" y="1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5" name="Freeform 204">
                <a:extLst>
                  <a:ext uri="{FF2B5EF4-FFF2-40B4-BE49-F238E27FC236}">
                    <a16:creationId xmlns:a16="http://schemas.microsoft.com/office/drawing/2014/main" id="{BD1610D8-EA0A-451A-84BA-29A4F3F0D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494"/>
                <a:ext cx="295" cy="269"/>
              </a:xfrm>
              <a:custGeom>
                <a:avLst/>
                <a:gdLst>
                  <a:gd name="T0" fmla="*/ 813 w 118"/>
                  <a:gd name="T1" fmla="*/ 1872 h 101"/>
                  <a:gd name="T2" fmla="*/ 175 w 118"/>
                  <a:gd name="T3" fmla="*/ 1489 h 101"/>
                  <a:gd name="T4" fmla="*/ 20 w 118"/>
                  <a:gd name="T5" fmla="*/ 887 h 101"/>
                  <a:gd name="T6" fmla="*/ 20 w 118"/>
                  <a:gd name="T7" fmla="*/ 887 h 101"/>
                  <a:gd name="T8" fmla="*/ 1033 w 118"/>
                  <a:gd name="T9" fmla="*/ 35 h 101"/>
                  <a:gd name="T10" fmla="*/ 1675 w 118"/>
                  <a:gd name="T11" fmla="*/ 397 h 101"/>
                  <a:gd name="T12" fmla="*/ 1833 w 118"/>
                  <a:gd name="T13" fmla="*/ 1001 h 101"/>
                  <a:gd name="T14" fmla="*/ 813 w 118"/>
                  <a:gd name="T15" fmla="*/ 1872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8" h="101">
                    <a:moveTo>
                      <a:pt x="52" y="99"/>
                    </a:moveTo>
                    <a:cubicBezTo>
                      <a:pt x="36" y="98"/>
                      <a:pt x="20" y="91"/>
                      <a:pt x="11" y="79"/>
                    </a:cubicBezTo>
                    <a:cubicBezTo>
                      <a:pt x="3" y="70"/>
                      <a:pt x="0" y="59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5" y="20"/>
                      <a:pt x="34" y="0"/>
                      <a:pt x="66" y="2"/>
                    </a:cubicBezTo>
                    <a:cubicBezTo>
                      <a:pt x="83" y="2"/>
                      <a:pt x="98" y="10"/>
                      <a:pt x="107" y="21"/>
                    </a:cubicBezTo>
                    <a:cubicBezTo>
                      <a:pt x="115" y="30"/>
                      <a:pt x="118" y="42"/>
                      <a:pt x="117" y="53"/>
                    </a:cubicBezTo>
                    <a:cubicBezTo>
                      <a:pt x="113" y="80"/>
                      <a:pt x="84" y="101"/>
                      <a:pt x="52" y="99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6" name="Freeform 205">
                <a:extLst>
                  <a:ext uri="{FF2B5EF4-FFF2-40B4-BE49-F238E27FC236}">
                    <a16:creationId xmlns:a16="http://schemas.microsoft.com/office/drawing/2014/main" id="{B6D85F04-496F-4BC1-A337-4C15A4878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520"/>
                <a:ext cx="217" cy="230"/>
              </a:xfrm>
              <a:custGeom>
                <a:avLst/>
                <a:gdLst>
                  <a:gd name="T0" fmla="*/ 1195 w 87"/>
                  <a:gd name="T1" fmla="*/ 265 h 86"/>
                  <a:gd name="T2" fmla="*/ 883 w 87"/>
                  <a:gd name="T3" fmla="*/ 0 h 86"/>
                  <a:gd name="T4" fmla="*/ 1058 w 87"/>
                  <a:gd name="T5" fmla="*/ 171 h 86"/>
                  <a:gd name="T6" fmla="*/ 1182 w 87"/>
                  <a:gd name="T7" fmla="*/ 730 h 86"/>
                  <a:gd name="T8" fmla="*/ 279 w 87"/>
                  <a:gd name="T9" fmla="*/ 1530 h 86"/>
                  <a:gd name="T10" fmla="*/ 0 w 87"/>
                  <a:gd name="T11" fmla="*/ 1452 h 86"/>
                  <a:gd name="T12" fmla="*/ 417 w 87"/>
                  <a:gd name="T13" fmla="*/ 1623 h 86"/>
                  <a:gd name="T14" fmla="*/ 1337 w 87"/>
                  <a:gd name="T15" fmla="*/ 824 h 86"/>
                  <a:gd name="T16" fmla="*/ 1195 w 87"/>
                  <a:gd name="T17" fmla="*/ 265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86">
                    <a:moveTo>
                      <a:pt x="77" y="14"/>
                    </a:moveTo>
                    <a:cubicBezTo>
                      <a:pt x="72" y="8"/>
                      <a:pt x="65" y="3"/>
                      <a:pt x="57" y="0"/>
                    </a:cubicBezTo>
                    <a:cubicBezTo>
                      <a:pt x="61" y="3"/>
                      <a:pt x="65" y="6"/>
                      <a:pt x="68" y="9"/>
                    </a:cubicBezTo>
                    <a:cubicBezTo>
                      <a:pt x="75" y="18"/>
                      <a:pt x="78" y="28"/>
                      <a:pt x="76" y="38"/>
                    </a:cubicBezTo>
                    <a:cubicBezTo>
                      <a:pt x="73" y="63"/>
                      <a:pt x="47" y="82"/>
                      <a:pt x="18" y="80"/>
                    </a:cubicBezTo>
                    <a:cubicBezTo>
                      <a:pt x="11" y="80"/>
                      <a:pt x="5" y="78"/>
                      <a:pt x="0" y="76"/>
                    </a:cubicBezTo>
                    <a:cubicBezTo>
                      <a:pt x="8" y="81"/>
                      <a:pt x="17" y="84"/>
                      <a:pt x="27" y="85"/>
                    </a:cubicBezTo>
                    <a:cubicBezTo>
                      <a:pt x="56" y="86"/>
                      <a:pt x="82" y="68"/>
                      <a:pt x="86" y="43"/>
                    </a:cubicBezTo>
                    <a:cubicBezTo>
                      <a:pt x="87" y="33"/>
                      <a:pt x="84" y="22"/>
                      <a:pt x="77" y="14"/>
                    </a:cubicBez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7" name="Freeform 206">
                <a:extLst>
                  <a:ext uri="{FF2B5EF4-FFF2-40B4-BE49-F238E27FC236}">
                    <a16:creationId xmlns:a16="http://schemas.microsoft.com/office/drawing/2014/main" id="{C4C5A652-20D6-48F4-B9EA-D45965547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624"/>
                <a:ext cx="290" cy="230"/>
              </a:xfrm>
              <a:custGeom>
                <a:avLst/>
                <a:gdLst>
                  <a:gd name="T0" fmla="*/ 1813 w 116"/>
                  <a:gd name="T1" fmla="*/ 0 h 86"/>
                  <a:gd name="T2" fmla="*/ 1813 w 116"/>
                  <a:gd name="T3" fmla="*/ 78 h 86"/>
                  <a:gd name="T4" fmla="*/ 800 w 116"/>
                  <a:gd name="T5" fmla="*/ 957 h 86"/>
                  <a:gd name="T6" fmla="*/ 158 w 116"/>
                  <a:gd name="T7" fmla="*/ 572 h 86"/>
                  <a:gd name="T8" fmla="*/ 0 w 116"/>
                  <a:gd name="T9" fmla="*/ 56 h 86"/>
                  <a:gd name="T10" fmla="*/ 0 w 116"/>
                  <a:gd name="T11" fmla="*/ 56 h 86"/>
                  <a:gd name="T12" fmla="*/ 0 w 116"/>
                  <a:gd name="T13" fmla="*/ 615 h 86"/>
                  <a:gd name="T14" fmla="*/ 0 w 116"/>
                  <a:gd name="T15" fmla="*/ 743 h 86"/>
                  <a:gd name="T16" fmla="*/ 158 w 116"/>
                  <a:gd name="T17" fmla="*/ 1244 h 86"/>
                  <a:gd name="T18" fmla="*/ 800 w 116"/>
                  <a:gd name="T19" fmla="*/ 1610 h 86"/>
                  <a:gd name="T20" fmla="*/ 1813 w 116"/>
                  <a:gd name="T21" fmla="*/ 743 h 86"/>
                  <a:gd name="T22" fmla="*/ 1813 w 116"/>
                  <a:gd name="T23" fmla="*/ 615 h 86"/>
                  <a:gd name="T24" fmla="*/ 1813 w 116"/>
                  <a:gd name="T25" fmla="*/ 615 h 86"/>
                  <a:gd name="T26" fmla="*/ 1813 w 116"/>
                  <a:gd name="T27" fmla="*/ 0 h 8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6" h="86">
                    <a:moveTo>
                      <a:pt x="116" y="0"/>
                    </a:moveTo>
                    <a:cubicBezTo>
                      <a:pt x="116" y="1"/>
                      <a:pt x="116" y="3"/>
                      <a:pt x="116" y="4"/>
                    </a:cubicBezTo>
                    <a:cubicBezTo>
                      <a:pt x="112" y="31"/>
                      <a:pt x="83" y="52"/>
                      <a:pt x="51" y="50"/>
                    </a:cubicBezTo>
                    <a:cubicBezTo>
                      <a:pt x="35" y="49"/>
                      <a:pt x="19" y="42"/>
                      <a:pt x="10" y="30"/>
                    </a:cubicBezTo>
                    <a:cubicBezTo>
                      <a:pt x="3" y="23"/>
                      <a:pt x="0" y="1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6"/>
                      <a:pt x="0" y="39"/>
                    </a:cubicBezTo>
                    <a:cubicBezTo>
                      <a:pt x="0" y="48"/>
                      <a:pt x="3" y="57"/>
                      <a:pt x="10" y="65"/>
                    </a:cubicBezTo>
                    <a:cubicBezTo>
                      <a:pt x="19" y="76"/>
                      <a:pt x="35" y="84"/>
                      <a:pt x="51" y="84"/>
                    </a:cubicBezTo>
                    <a:cubicBezTo>
                      <a:pt x="83" y="86"/>
                      <a:pt x="112" y="66"/>
                      <a:pt x="116" y="39"/>
                    </a:cubicBezTo>
                    <a:cubicBezTo>
                      <a:pt x="116" y="36"/>
                      <a:pt x="116" y="34"/>
                      <a:pt x="116" y="32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0"/>
                      <a:pt x="116" y="0"/>
                      <a:pt x="116" y="0"/>
                    </a:cubicBezTo>
                    <a:close/>
                  </a:path>
                </a:pathLst>
              </a:custGeom>
              <a:solidFill>
                <a:srgbClr val="E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8" name="Freeform 207">
                <a:extLst>
                  <a:ext uri="{FF2B5EF4-FFF2-40B4-BE49-F238E27FC236}">
                    <a16:creationId xmlns:a16="http://schemas.microsoft.com/office/drawing/2014/main" id="{9C9C2A75-E563-41CB-8D57-8801EE4B0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059"/>
                <a:ext cx="573" cy="795"/>
              </a:xfrm>
              <a:custGeom>
                <a:avLst/>
                <a:gdLst>
                  <a:gd name="T0" fmla="*/ 3568 w 229"/>
                  <a:gd name="T1" fmla="*/ 4199 h 298"/>
                  <a:gd name="T2" fmla="*/ 3588 w 229"/>
                  <a:gd name="T3" fmla="*/ 4178 h 298"/>
                  <a:gd name="T4" fmla="*/ 3588 w 229"/>
                  <a:gd name="T5" fmla="*/ 0 h 298"/>
                  <a:gd name="T6" fmla="*/ 1691 w 229"/>
                  <a:gd name="T7" fmla="*/ 1083 h 298"/>
                  <a:gd name="T8" fmla="*/ 0 w 229"/>
                  <a:gd name="T9" fmla="*/ 171 h 298"/>
                  <a:gd name="T10" fmla="*/ 0 w 229"/>
                  <a:gd name="T11" fmla="*/ 4199 h 298"/>
                  <a:gd name="T12" fmla="*/ 0 w 229"/>
                  <a:gd name="T13" fmla="*/ 4199 h 298"/>
                  <a:gd name="T14" fmla="*/ 1679 w 229"/>
                  <a:gd name="T15" fmla="*/ 5658 h 298"/>
                  <a:gd name="T16" fmla="*/ 3568 w 229"/>
                  <a:gd name="T17" fmla="*/ 4199 h 2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9" h="298">
                    <a:moveTo>
                      <a:pt x="228" y="221"/>
                    </a:moveTo>
                    <a:cubicBezTo>
                      <a:pt x="229" y="220"/>
                      <a:pt x="229" y="220"/>
                      <a:pt x="229" y="220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2" y="27"/>
                      <a:pt x="162" y="57"/>
                      <a:pt x="108" y="57"/>
                    </a:cubicBezTo>
                    <a:cubicBezTo>
                      <a:pt x="54" y="57"/>
                      <a:pt x="10" y="23"/>
                      <a:pt x="0" y="9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64"/>
                      <a:pt x="78" y="298"/>
                      <a:pt x="107" y="298"/>
                    </a:cubicBezTo>
                    <a:cubicBezTo>
                      <a:pt x="147" y="298"/>
                      <a:pt x="222" y="269"/>
                      <a:pt x="228" y="221"/>
                    </a:cubicBezTo>
                    <a:close/>
                  </a:path>
                </a:pathLst>
              </a:custGeom>
              <a:solidFill>
                <a:srgbClr val="DB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9" name="Freeform 208">
                <a:extLst>
                  <a:ext uri="{FF2B5EF4-FFF2-40B4-BE49-F238E27FC236}">
                    <a16:creationId xmlns:a16="http://schemas.microsoft.com/office/drawing/2014/main" id="{CAA7F4E2-036F-486F-985F-FC09FFE69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059"/>
                <a:ext cx="300" cy="795"/>
              </a:xfrm>
              <a:custGeom>
                <a:avLst/>
                <a:gdLst>
                  <a:gd name="T0" fmla="*/ 0 w 120"/>
                  <a:gd name="T1" fmla="*/ 1083 h 298"/>
                  <a:gd name="T2" fmla="*/ 0 w 120"/>
                  <a:gd name="T3" fmla="*/ 5658 h 298"/>
                  <a:gd name="T4" fmla="*/ 1863 w 120"/>
                  <a:gd name="T5" fmla="*/ 4199 h 298"/>
                  <a:gd name="T6" fmla="*/ 1875 w 120"/>
                  <a:gd name="T7" fmla="*/ 4178 h 298"/>
                  <a:gd name="T8" fmla="*/ 1875 w 120"/>
                  <a:gd name="T9" fmla="*/ 0 h 298"/>
                  <a:gd name="T10" fmla="*/ 0 w 120"/>
                  <a:gd name="T11" fmla="*/ 1083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298">
                    <a:moveTo>
                      <a:pt x="0" y="57"/>
                    </a:moveTo>
                    <a:cubicBezTo>
                      <a:pt x="0" y="298"/>
                      <a:pt x="0" y="298"/>
                      <a:pt x="0" y="298"/>
                    </a:cubicBezTo>
                    <a:cubicBezTo>
                      <a:pt x="41" y="297"/>
                      <a:pt x="113" y="268"/>
                      <a:pt x="119" y="221"/>
                    </a:cubicBezTo>
                    <a:cubicBezTo>
                      <a:pt x="120" y="220"/>
                      <a:pt x="120" y="220"/>
                      <a:pt x="120" y="22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3" y="26"/>
                      <a:pt x="54" y="56"/>
                      <a:pt x="0" y="57"/>
                    </a:cubicBezTo>
                    <a:close/>
                  </a:path>
                </a:pathLst>
              </a:custGeom>
              <a:solidFill>
                <a:srgbClr val="C1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0" name="Freeform 209">
                <a:extLst>
                  <a:ext uri="{FF2B5EF4-FFF2-40B4-BE49-F238E27FC236}">
                    <a16:creationId xmlns:a16="http://schemas.microsoft.com/office/drawing/2014/main" id="{56591A2B-1E11-4BA3-8030-B0E9EA465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742"/>
                <a:ext cx="573" cy="469"/>
              </a:xfrm>
              <a:custGeom>
                <a:avLst/>
                <a:gdLst>
                  <a:gd name="T0" fmla="*/ 3588 w 229"/>
                  <a:gd name="T1" fmla="*/ 2273 h 176"/>
                  <a:gd name="T2" fmla="*/ 2755 w 229"/>
                  <a:gd name="T3" fmla="*/ 0 h 176"/>
                  <a:gd name="T4" fmla="*/ 2755 w 229"/>
                  <a:gd name="T5" fmla="*/ 171 h 176"/>
                  <a:gd name="T6" fmla="*/ 1691 w 229"/>
                  <a:gd name="T7" fmla="*/ 943 h 176"/>
                  <a:gd name="T8" fmla="*/ 1001 w 229"/>
                  <a:gd name="T9" fmla="*/ 589 h 176"/>
                  <a:gd name="T10" fmla="*/ 846 w 229"/>
                  <a:gd name="T11" fmla="*/ 149 h 176"/>
                  <a:gd name="T12" fmla="*/ 846 w 229"/>
                  <a:gd name="T13" fmla="*/ 0 h 176"/>
                  <a:gd name="T14" fmla="*/ 846 w 229"/>
                  <a:gd name="T15" fmla="*/ 0 h 176"/>
                  <a:gd name="T16" fmla="*/ 0 w 229"/>
                  <a:gd name="T17" fmla="*/ 2422 h 176"/>
                  <a:gd name="T18" fmla="*/ 1691 w 229"/>
                  <a:gd name="T19" fmla="*/ 3331 h 176"/>
                  <a:gd name="T20" fmla="*/ 3588 w 229"/>
                  <a:gd name="T21" fmla="*/ 2252 h 176"/>
                  <a:gd name="T22" fmla="*/ 3588 w 229"/>
                  <a:gd name="T23" fmla="*/ 2273 h 1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9" h="176">
                    <a:moveTo>
                      <a:pt x="229" y="120"/>
                    </a:moveTo>
                    <a:cubicBezTo>
                      <a:pt x="228" y="38"/>
                      <a:pt x="198" y="24"/>
                      <a:pt x="176" y="0"/>
                    </a:cubicBezTo>
                    <a:cubicBezTo>
                      <a:pt x="176" y="4"/>
                      <a:pt x="176" y="8"/>
                      <a:pt x="176" y="9"/>
                    </a:cubicBezTo>
                    <a:cubicBezTo>
                      <a:pt x="172" y="30"/>
                      <a:pt x="142" y="52"/>
                      <a:pt x="108" y="50"/>
                    </a:cubicBezTo>
                    <a:cubicBezTo>
                      <a:pt x="90" y="49"/>
                      <a:pt x="74" y="43"/>
                      <a:pt x="64" y="31"/>
                    </a:cubicBezTo>
                    <a:cubicBezTo>
                      <a:pt x="57" y="23"/>
                      <a:pt x="54" y="18"/>
                      <a:pt x="54" y="8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31" y="25"/>
                      <a:pt x="0" y="39"/>
                      <a:pt x="0" y="128"/>
                    </a:cubicBezTo>
                    <a:cubicBezTo>
                      <a:pt x="10" y="143"/>
                      <a:pt x="54" y="176"/>
                      <a:pt x="108" y="176"/>
                    </a:cubicBezTo>
                    <a:cubicBezTo>
                      <a:pt x="162" y="176"/>
                      <a:pt x="222" y="146"/>
                      <a:pt x="229" y="119"/>
                    </a:cubicBezTo>
                    <a:cubicBezTo>
                      <a:pt x="229" y="120"/>
                      <a:pt x="229" y="120"/>
                      <a:pt x="229" y="120"/>
                    </a:cubicBez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1" name="Freeform 210">
                <a:extLst>
                  <a:ext uri="{FF2B5EF4-FFF2-40B4-BE49-F238E27FC236}">
                    <a16:creationId xmlns:a16="http://schemas.microsoft.com/office/drawing/2014/main" id="{2DBCBDF5-C76B-4E65-8E8B-2CEC71F4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646"/>
                <a:ext cx="573" cy="408"/>
              </a:xfrm>
              <a:custGeom>
                <a:avLst/>
                <a:gdLst>
                  <a:gd name="T0" fmla="*/ 1679 w 229"/>
                  <a:gd name="T1" fmla="*/ 1480 h 153"/>
                  <a:gd name="T2" fmla="*/ 0 w 229"/>
                  <a:gd name="T3" fmla="*/ 21 h 153"/>
                  <a:gd name="T4" fmla="*/ 0 w 229"/>
                  <a:gd name="T5" fmla="*/ 21 h 153"/>
                  <a:gd name="T6" fmla="*/ 0 w 229"/>
                  <a:gd name="T7" fmla="*/ 1443 h 153"/>
                  <a:gd name="T8" fmla="*/ 0 w 229"/>
                  <a:gd name="T9" fmla="*/ 1443 h 153"/>
                  <a:gd name="T10" fmla="*/ 1679 w 229"/>
                  <a:gd name="T11" fmla="*/ 2901 h 153"/>
                  <a:gd name="T12" fmla="*/ 3568 w 229"/>
                  <a:gd name="T13" fmla="*/ 1443 h 153"/>
                  <a:gd name="T14" fmla="*/ 3588 w 229"/>
                  <a:gd name="T15" fmla="*/ 1272 h 153"/>
                  <a:gd name="T16" fmla="*/ 3588 w 229"/>
                  <a:gd name="T17" fmla="*/ 1272 h 153"/>
                  <a:gd name="T18" fmla="*/ 3588 w 229"/>
                  <a:gd name="T19" fmla="*/ 0 h 153"/>
                  <a:gd name="T20" fmla="*/ 3568 w 229"/>
                  <a:gd name="T21" fmla="*/ 21 h 153"/>
                  <a:gd name="T22" fmla="*/ 1679 w 229"/>
                  <a:gd name="T23" fmla="*/ 1480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9" h="153">
                    <a:moveTo>
                      <a:pt x="107" y="78"/>
                    </a:moveTo>
                    <a:cubicBezTo>
                      <a:pt x="78" y="78"/>
                      <a:pt x="0" y="4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119"/>
                      <a:pt x="66" y="153"/>
                      <a:pt x="107" y="153"/>
                    </a:cubicBezTo>
                    <a:cubicBezTo>
                      <a:pt x="147" y="153"/>
                      <a:pt x="222" y="124"/>
                      <a:pt x="228" y="76"/>
                    </a:cubicBezTo>
                    <a:cubicBezTo>
                      <a:pt x="229" y="73"/>
                      <a:pt x="229" y="70"/>
                      <a:pt x="229" y="67"/>
                    </a:cubicBezTo>
                    <a:cubicBezTo>
                      <a:pt x="229" y="67"/>
                      <a:pt x="229" y="67"/>
                      <a:pt x="229" y="67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22" y="49"/>
                      <a:pt x="147" y="78"/>
                      <a:pt x="107" y="78"/>
                    </a:cubicBez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2" name="Freeform 211">
                <a:extLst>
                  <a:ext uri="{FF2B5EF4-FFF2-40B4-BE49-F238E27FC236}">
                    <a16:creationId xmlns:a16="http://schemas.microsoft.com/office/drawing/2014/main" id="{39E1B282-D6FA-43BD-A87C-41079D89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742"/>
                <a:ext cx="305" cy="469"/>
              </a:xfrm>
              <a:custGeom>
                <a:avLst/>
                <a:gdLst>
                  <a:gd name="T0" fmla="*/ 1908 w 122"/>
                  <a:gd name="T1" fmla="*/ 2273 h 176"/>
                  <a:gd name="T2" fmla="*/ 1083 w 122"/>
                  <a:gd name="T3" fmla="*/ 0 h 176"/>
                  <a:gd name="T4" fmla="*/ 1083 w 122"/>
                  <a:gd name="T5" fmla="*/ 171 h 176"/>
                  <a:gd name="T6" fmla="*/ 95 w 122"/>
                  <a:gd name="T7" fmla="*/ 943 h 176"/>
                  <a:gd name="T8" fmla="*/ 20 w 122"/>
                  <a:gd name="T9" fmla="*/ 3331 h 176"/>
                  <a:gd name="T10" fmla="*/ 20 w 122"/>
                  <a:gd name="T11" fmla="*/ 3331 h 176"/>
                  <a:gd name="T12" fmla="*/ 1908 w 122"/>
                  <a:gd name="T13" fmla="*/ 2252 h 176"/>
                  <a:gd name="T14" fmla="*/ 1908 w 122"/>
                  <a:gd name="T15" fmla="*/ 2273 h 1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176">
                    <a:moveTo>
                      <a:pt x="122" y="120"/>
                    </a:moveTo>
                    <a:cubicBezTo>
                      <a:pt x="121" y="38"/>
                      <a:pt x="91" y="24"/>
                      <a:pt x="69" y="0"/>
                    </a:cubicBezTo>
                    <a:cubicBezTo>
                      <a:pt x="69" y="4"/>
                      <a:pt x="69" y="8"/>
                      <a:pt x="69" y="9"/>
                    </a:cubicBezTo>
                    <a:cubicBezTo>
                      <a:pt x="65" y="29"/>
                      <a:pt x="38" y="49"/>
                      <a:pt x="6" y="50"/>
                    </a:cubicBezTo>
                    <a:cubicBezTo>
                      <a:pt x="1" y="80"/>
                      <a:pt x="0" y="142"/>
                      <a:pt x="1" y="176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55" y="176"/>
                      <a:pt x="115" y="146"/>
                      <a:pt x="122" y="119"/>
                    </a:cubicBezTo>
                    <a:cubicBezTo>
                      <a:pt x="122" y="120"/>
                      <a:pt x="122" y="120"/>
                      <a:pt x="122" y="120"/>
                    </a:cubicBezTo>
                    <a:close/>
                  </a:path>
                </a:pathLst>
              </a:custGeom>
              <a:solidFill>
                <a:srgbClr val="E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3" name="Freeform 212">
                <a:extLst>
                  <a:ext uri="{FF2B5EF4-FFF2-40B4-BE49-F238E27FC236}">
                    <a16:creationId xmlns:a16="http://schemas.microsoft.com/office/drawing/2014/main" id="{16B13C9A-E9F9-4502-AC40-9C9FD110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646"/>
                <a:ext cx="303" cy="408"/>
              </a:xfrm>
              <a:custGeom>
                <a:avLst/>
                <a:gdLst>
                  <a:gd name="T0" fmla="*/ 0 w 121"/>
                  <a:gd name="T1" fmla="*/ 1480 h 153"/>
                  <a:gd name="T2" fmla="*/ 0 w 121"/>
                  <a:gd name="T3" fmla="*/ 2901 h 153"/>
                  <a:gd name="T4" fmla="*/ 1881 w 121"/>
                  <a:gd name="T5" fmla="*/ 1443 h 153"/>
                  <a:gd name="T6" fmla="*/ 1901 w 121"/>
                  <a:gd name="T7" fmla="*/ 1272 h 153"/>
                  <a:gd name="T8" fmla="*/ 1901 w 121"/>
                  <a:gd name="T9" fmla="*/ 1272 h 153"/>
                  <a:gd name="T10" fmla="*/ 1901 w 121"/>
                  <a:gd name="T11" fmla="*/ 0 h 153"/>
                  <a:gd name="T12" fmla="*/ 1881 w 121"/>
                  <a:gd name="T13" fmla="*/ 21 h 153"/>
                  <a:gd name="T14" fmla="*/ 0 w 121"/>
                  <a:gd name="T15" fmla="*/ 1480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153">
                    <a:moveTo>
                      <a:pt x="0" y="78"/>
                    </a:moveTo>
                    <a:cubicBezTo>
                      <a:pt x="0" y="153"/>
                      <a:pt x="0" y="153"/>
                      <a:pt x="0" y="153"/>
                    </a:cubicBezTo>
                    <a:cubicBezTo>
                      <a:pt x="41" y="153"/>
                      <a:pt x="114" y="123"/>
                      <a:pt x="120" y="76"/>
                    </a:cubicBezTo>
                    <a:cubicBezTo>
                      <a:pt x="121" y="73"/>
                      <a:pt x="121" y="70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14" y="48"/>
                      <a:pt x="41" y="78"/>
                      <a:pt x="0" y="78"/>
                    </a:cubicBezTo>
                    <a:close/>
                  </a:path>
                </a:pathLst>
              </a:custGeom>
              <a:solidFill>
                <a:srgbClr val="E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4" name="Freeform 213">
                <a:extLst>
                  <a:ext uri="{FF2B5EF4-FFF2-40B4-BE49-F238E27FC236}">
                    <a16:creationId xmlns:a16="http://schemas.microsoft.com/office/drawing/2014/main" id="{025581F3-1D0D-4BE2-96CA-AA438069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782"/>
                <a:ext cx="225" cy="280"/>
              </a:xfrm>
              <a:custGeom>
                <a:avLst/>
                <a:gdLst>
                  <a:gd name="T0" fmla="*/ 0 w 90"/>
                  <a:gd name="T1" fmla="*/ 1992 h 105"/>
                  <a:gd name="T2" fmla="*/ 300 w 90"/>
                  <a:gd name="T3" fmla="*/ 533 h 105"/>
                  <a:gd name="T4" fmla="*/ 595 w 90"/>
                  <a:gd name="T5" fmla="*/ 93 h 105"/>
                  <a:gd name="T6" fmla="*/ 675 w 90"/>
                  <a:gd name="T7" fmla="*/ 115 h 105"/>
                  <a:gd name="T8" fmla="*/ 1408 w 90"/>
                  <a:gd name="T9" fmla="*/ 760 h 105"/>
                  <a:gd name="T10" fmla="*/ 595 w 90"/>
                  <a:gd name="T11" fmla="*/ 435 h 105"/>
                  <a:gd name="T12" fmla="*/ 0 w 90"/>
                  <a:gd name="T13" fmla="*/ 1992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05">
                    <a:moveTo>
                      <a:pt x="0" y="105"/>
                    </a:moveTo>
                    <a:cubicBezTo>
                      <a:pt x="0" y="77"/>
                      <a:pt x="9" y="42"/>
                      <a:pt x="19" y="28"/>
                    </a:cubicBezTo>
                    <a:cubicBezTo>
                      <a:pt x="25" y="19"/>
                      <a:pt x="33" y="10"/>
                      <a:pt x="38" y="5"/>
                    </a:cubicBezTo>
                    <a:cubicBezTo>
                      <a:pt x="40" y="2"/>
                      <a:pt x="42" y="0"/>
                      <a:pt x="43" y="6"/>
                    </a:cubicBezTo>
                    <a:cubicBezTo>
                      <a:pt x="47" y="18"/>
                      <a:pt x="63" y="37"/>
                      <a:pt x="90" y="40"/>
                    </a:cubicBezTo>
                    <a:cubicBezTo>
                      <a:pt x="73" y="43"/>
                      <a:pt x="48" y="23"/>
                      <a:pt x="38" y="23"/>
                    </a:cubicBezTo>
                    <a:cubicBezTo>
                      <a:pt x="27" y="23"/>
                      <a:pt x="5" y="57"/>
                      <a:pt x="0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5" name="Freeform 214">
                <a:extLst>
                  <a:ext uri="{FF2B5EF4-FFF2-40B4-BE49-F238E27FC236}">
                    <a16:creationId xmlns:a16="http://schemas.microsoft.com/office/drawing/2014/main" id="{52DECA23-FB0C-49ED-B77C-35EEF843C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696"/>
                <a:ext cx="105" cy="78"/>
              </a:xfrm>
              <a:custGeom>
                <a:avLst/>
                <a:gdLst>
                  <a:gd name="T0" fmla="*/ 658 w 42"/>
                  <a:gd name="T1" fmla="*/ 484 h 29"/>
                  <a:gd name="T2" fmla="*/ 33 w 42"/>
                  <a:gd name="T3" fmla="*/ 81 h 29"/>
                  <a:gd name="T4" fmla="*/ 20 w 42"/>
                  <a:gd name="T5" fmla="*/ 347 h 29"/>
                  <a:gd name="T6" fmla="*/ 658 w 42"/>
                  <a:gd name="T7" fmla="*/ 48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42" y="25"/>
                    </a:moveTo>
                    <a:cubicBezTo>
                      <a:pt x="14" y="22"/>
                      <a:pt x="7" y="11"/>
                      <a:pt x="2" y="4"/>
                    </a:cubicBezTo>
                    <a:cubicBezTo>
                      <a:pt x="0" y="0"/>
                      <a:pt x="0" y="11"/>
                      <a:pt x="1" y="18"/>
                    </a:cubicBezTo>
                    <a:cubicBezTo>
                      <a:pt x="3" y="15"/>
                      <a:pt x="22" y="29"/>
                      <a:pt x="42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6" name="Freeform 215">
                <a:extLst>
                  <a:ext uri="{FF2B5EF4-FFF2-40B4-BE49-F238E27FC236}">
                    <a16:creationId xmlns:a16="http://schemas.microsoft.com/office/drawing/2014/main" id="{E49FE349-0E27-43F6-9B04-CAB73A6DF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683"/>
                <a:ext cx="157" cy="157"/>
              </a:xfrm>
              <a:custGeom>
                <a:avLst/>
                <a:gdLst>
                  <a:gd name="T0" fmla="*/ 974 w 63"/>
                  <a:gd name="T1" fmla="*/ 0 h 59"/>
                  <a:gd name="T2" fmla="*/ 974 w 63"/>
                  <a:gd name="T3" fmla="*/ 319 h 59"/>
                  <a:gd name="T4" fmla="*/ 0 w 63"/>
                  <a:gd name="T5" fmla="*/ 1112 h 59"/>
                  <a:gd name="T6" fmla="*/ 633 w 63"/>
                  <a:gd name="T7" fmla="*/ 679 h 59"/>
                  <a:gd name="T8" fmla="*/ 354 w 63"/>
                  <a:gd name="T9" fmla="*/ 580 h 59"/>
                  <a:gd name="T10" fmla="*/ 974 w 63"/>
                  <a:gd name="T11" fmla="*/ 0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9">
                    <a:moveTo>
                      <a:pt x="63" y="0"/>
                    </a:moveTo>
                    <a:cubicBezTo>
                      <a:pt x="63" y="0"/>
                      <a:pt x="63" y="11"/>
                      <a:pt x="63" y="17"/>
                    </a:cubicBezTo>
                    <a:cubicBezTo>
                      <a:pt x="63" y="22"/>
                      <a:pt x="52" y="59"/>
                      <a:pt x="0" y="59"/>
                    </a:cubicBezTo>
                    <a:cubicBezTo>
                      <a:pt x="20" y="55"/>
                      <a:pt x="41" y="46"/>
                      <a:pt x="41" y="36"/>
                    </a:cubicBezTo>
                    <a:cubicBezTo>
                      <a:pt x="41" y="26"/>
                      <a:pt x="23" y="31"/>
                      <a:pt x="23" y="31"/>
                    </a:cubicBezTo>
                    <a:cubicBezTo>
                      <a:pt x="39" y="25"/>
                      <a:pt x="56" y="14"/>
                      <a:pt x="63" y="0"/>
                    </a:cubicBezTo>
                    <a:close/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7" name="Freeform 216">
                <a:extLst>
                  <a:ext uri="{FF2B5EF4-FFF2-40B4-BE49-F238E27FC236}">
                    <a16:creationId xmlns:a16="http://schemas.microsoft.com/office/drawing/2014/main" id="{186E317D-B0D7-48A2-ACAE-8CC4F148B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1771"/>
                <a:ext cx="253" cy="419"/>
              </a:xfrm>
              <a:custGeom>
                <a:avLst/>
                <a:gdLst>
                  <a:gd name="T0" fmla="*/ 909 w 101"/>
                  <a:gd name="T1" fmla="*/ 56 h 157"/>
                  <a:gd name="T2" fmla="*/ 1400 w 101"/>
                  <a:gd name="T3" fmla="*/ 934 h 157"/>
                  <a:gd name="T4" fmla="*/ 1568 w 101"/>
                  <a:gd name="T5" fmla="*/ 1994 h 157"/>
                  <a:gd name="T6" fmla="*/ 188 w 101"/>
                  <a:gd name="T7" fmla="*/ 2984 h 157"/>
                  <a:gd name="T8" fmla="*/ 1305 w 101"/>
                  <a:gd name="T9" fmla="*/ 1938 h 157"/>
                  <a:gd name="T10" fmla="*/ 741 w 101"/>
                  <a:gd name="T11" fmla="*/ 649 h 157"/>
                  <a:gd name="T12" fmla="*/ 0 w 101"/>
                  <a:gd name="T13" fmla="*/ 798 h 157"/>
                  <a:gd name="T14" fmla="*/ 709 w 101"/>
                  <a:gd name="T15" fmla="*/ 307 h 157"/>
                  <a:gd name="T16" fmla="*/ 909 w 101"/>
                  <a:gd name="T17" fmla="*/ 56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57">
                    <a:moveTo>
                      <a:pt x="58" y="3"/>
                    </a:moveTo>
                    <a:cubicBezTo>
                      <a:pt x="71" y="13"/>
                      <a:pt x="82" y="28"/>
                      <a:pt x="89" y="49"/>
                    </a:cubicBezTo>
                    <a:cubicBezTo>
                      <a:pt x="97" y="69"/>
                      <a:pt x="99" y="96"/>
                      <a:pt x="100" y="105"/>
                    </a:cubicBezTo>
                    <a:cubicBezTo>
                      <a:pt x="101" y="111"/>
                      <a:pt x="72" y="145"/>
                      <a:pt x="12" y="157"/>
                    </a:cubicBezTo>
                    <a:cubicBezTo>
                      <a:pt x="32" y="150"/>
                      <a:pt x="75" y="134"/>
                      <a:pt x="83" y="102"/>
                    </a:cubicBezTo>
                    <a:cubicBezTo>
                      <a:pt x="91" y="70"/>
                      <a:pt x="73" y="35"/>
                      <a:pt x="47" y="34"/>
                    </a:cubicBezTo>
                    <a:cubicBezTo>
                      <a:pt x="20" y="34"/>
                      <a:pt x="12" y="42"/>
                      <a:pt x="0" y="42"/>
                    </a:cubicBezTo>
                    <a:cubicBezTo>
                      <a:pt x="24" y="34"/>
                      <a:pt x="38" y="26"/>
                      <a:pt x="45" y="16"/>
                    </a:cubicBezTo>
                    <a:cubicBezTo>
                      <a:pt x="52" y="6"/>
                      <a:pt x="54" y="0"/>
                      <a:pt x="58" y="3"/>
                    </a:cubicBezTo>
                    <a:close/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8" name="Freeform 217">
                <a:extLst>
                  <a:ext uri="{FF2B5EF4-FFF2-40B4-BE49-F238E27FC236}">
                    <a16:creationId xmlns:a16="http://schemas.microsoft.com/office/drawing/2014/main" id="{7682686C-6919-4175-80DE-14081F547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720"/>
                <a:ext cx="255" cy="315"/>
              </a:xfrm>
              <a:custGeom>
                <a:avLst/>
                <a:gdLst>
                  <a:gd name="T0" fmla="*/ 1550 w 102"/>
                  <a:gd name="T1" fmla="*/ 0 h 118"/>
                  <a:gd name="T2" fmla="*/ 1520 w 102"/>
                  <a:gd name="T3" fmla="*/ 1105 h 118"/>
                  <a:gd name="T4" fmla="*/ 0 w 102"/>
                  <a:gd name="T5" fmla="*/ 2245 h 118"/>
                  <a:gd name="T6" fmla="*/ 1363 w 102"/>
                  <a:gd name="T7" fmla="*/ 1062 h 118"/>
                  <a:gd name="T8" fmla="*/ 1550 w 102"/>
                  <a:gd name="T9" fmla="*/ 0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18">
                    <a:moveTo>
                      <a:pt x="99" y="0"/>
                    </a:moveTo>
                    <a:cubicBezTo>
                      <a:pt x="102" y="21"/>
                      <a:pt x="101" y="47"/>
                      <a:pt x="97" y="58"/>
                    </a:cubicBezTo>
                    <a:cubicBezTo>
                      <a:pt x="93" y="68"/>
                      <a:pt x="65" y="107"/>
                      <a:pt x="0" y="118"/>
                    </a:cubicBezTo>
                    <a:cubicBezTo>
                      <a:pt x="33" y="107"/>
                      <a:pt x="76" y="79"/>
                      <a:pt x="87" y="56"/>
                    </a:cubicBezTo>
                    <a:cubicBezTo>
                      <a:pt x="98" y="34"/>
                      <a:pt x="99" y="0"/>
                      <a:pt x="99" y="0"/>
                    </a:cubicBezTo>
                    <a:close/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9" name="Freeform 218">
                <a:extLst>
                  <a:ext uri="{FF2B5EF4-FFF2-40B4-BE49-F238E27FC236}">
                    <a16:creationId xmlns:a16="http://schemas.microsoft.com/office/drawing/2014/main" id="{DAE65156-D64F-4BFF-9224-C4D0F24C6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144"/>
                <a:ext cx="255" cy="691"/>
              </a:xfrm>
              <a:custGeom>
                <a:avLst/>
                <a:gdLst>
                  <a:gd name="T0" fmla="*/ 1458 w 102"/>
                  <a:gd name="T1" fmla="*/ 3303 h 259"/>
                  <a:gd name="T2" fmla="*/ 1550 w 102"/>
                  <a:gd name="T3" fmla="*/ 0 h 259"/>
                  <a:gd name="T4" fmla="*/ 1550 w 102"/>
                  <a:gd name="T5" fmla="*/ 3666 h 259"/>
                  <a:gd name="T6" fmla="*/ 0 w 102"/>
                  <a:gd name="T7" fmla="*/ 4920 h 259"/>
                  <a:gd name="T8" fmla="*/ 1458 w 102"/>
                  <a:gd name="T9" fmla="*/ 3303 h 2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259">
                    <a:moveTo>
                      <a:pt x="93" y="174"/>
                    </a:moveTo>
                    <a:cubicBezTo>
                      <a:pt x="95" y="146"/>
                      <a:pt x="97" y="40"/>
                      <a:pt x="99" y="0"/>
                    </a:cubicBezTo>
                    <a:cubicBezTo>
                      <a:pt x="99" y="0"/>
                      <a:pt x="102" y="187"/>
                      <a:pt x="99" y="193"/>
                    </a:cubicBezTo>
                    <a:cubicBezTo>
                      <a:pt x="83" y="233"/>
                      <a:pt x="24" y="256"/>
                      <a:pt x="0" y="259"/>
                    </a:cubicBezTo>
                    <a:cubicBezTo>
                      <a:pt x="19" y="252"/>
                      <a:pt x="89" y="223"/>
                      <a:pt x="93" y="174"/>
                    </a:cubicBezTo>
                    <a:close/>
                  </a:path>
                </a:pathLst>
              </a:custGeom>
              <a:solidFill>
                <a:srgbClr val="A2C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0" name="Freeform 219">
                <a:extLst>
                  <a:ext uri="{FF2B5EF4-FFF2-40B4-BE49-F238E27FC236}">
                    <a16:creationId xmlns:a16="http://schemas.microsoft.com/office/drawing/2014/main" id="{87D9F5B0-237C-4C69-BEE5-958B3ED3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128"/>
                <a:ext cx="248" cy="507"/>
              </a:xfrm>
              <a:custGeom>
                <a:avLst/>
                <a:gdLst>
                  <a:gd name="T0" fmla="*/ 20 w 99"/>
                  <a:gd name="T1" fmla="*/ 149 h 190"/>
                  <a:gd name="T2" fmla="*/ 125 w 99"/>
                  <a:gd name="T3" fmla="*/ 93 h 190"/>
                  <a:gd name="T4" fmla="*/ 1556 w 99"/>
                  <a:gd name="T5" fmla="*/ 704 h 190"/>
                  <a:gd name="T6" fmla="*/ 271 w 99"/>
                  <a:gd name="T7" fmla="*/ 398 h 190"/>
                  <a:gd name="T8" fmla="*/ 95 w 99"/>
                  <a:gd name="T9" fmla="*/ 1332 h 190"/>
                  <a:gd name="T10" fmla="*/ 50 w 99"/>
                  <a:gd name="T11" fmla="*/ 3610 h 190"/>
                  <a:gd name="T12" fmla="*/ 20 w 99"/>
                  <a:gd name="T13" fmla="*/ 478 h 190"/>
                  <a:gd name="T14" fmla="*/ 20 w 99"/>
                  <a:gd name="T15" fmla="*/ 149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90">
                    <a:moveTo>
                      <a:pt x="1" y="8"/>
                    </a:moveTo>
                    <a:cubicBezTo>
                      <a:pt x="0" y="0"/>
                      <a:pt x="5" y="2"/>
                      <a:pt x="8" y="5"/>
                    </a:cubicBezTo>
                    <a:cubicBezTo>
                      <a:pt x="27" y="19"/>
                      <a:pt x="67" y="40"/>
                      <a:pt x="99" y="37"/>
                    </a:cubicBezTo>
                    <a:cubicBezTo>
                      <a:pt x="75" y="43"/>
                      <a:pt x="29" y="24"/>
                      <a:pt x="17" y="21"/>
                    </a:cubicBezTo>
                    <a:cubicBezTo>
                      <a:pt x="4" y="18"/>
                      <a:pt x="7" y="28"/>
                      <a:pt x="6" y="70"/>
                    </a:cubicBezTo>
                    <a:cubicBezTo>
                      <a:pt x="5" y="112"/>
                      <a:pt x="3" y="190"/>
                      <a:pt x="3" y="190"/>
                    </a:cubicBezTo>
                    <a:cubicBezTo>
                      <a:pt x="0" y="175"/>
                      <a:pt x="2" y="44"/>
                      <a:pt x="1" y="25"/>
                    </a:cubicBezTo>
                    <a:cubicBezTo>
                      <a:pt x="0" y="18"/>
                      <a:pt x="1" y="13"/>
                      <a:pt x="1" y="8"/>
                    </a:cubicBezTo>
                    <a:close/>
                  </a:path>
                </a:pathLst>
              </a:custGeom>
              <a:solidFill>
                <a:srgbClr val="F3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1" name="Freeform 220">
                <a:extLst>
                  <a:ext uri="{FF2B5EF4-FFF2-40B4-BE49-F238E27FC236}">
                    <a16:creationId xmlns:a16="http://schemas.microsoft.com/office/drawing/2014/main" id="{2FF44789-C80E-4DD5-BBEE-0FD329DCC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10"/>
                <a:ext cx="137" cy="144"/>
              </a:xfrm>
              <a:custGeom>
                <a:avLst/>
                <a:gdLst>
                  <a:gd name="T0" fmla="*/ 12 w 55"/>
                  <a:gd name="T1" fmla="*/ 1024 h 54"/>
                  <a:gd name="T2" fmla="*/ 12 w 55"/>
                  <a:gd name="T3" fmla="*/ 192 h 54"/>
                  <a:gd name="T4" fmla="*/ 849 w 55"/>
                  <a:gd name="T5" fmla="*/ 832 h 54"/>
                  <a:gd name="T6" fmla="*/ 187 w 55"/>
                  <a:gd name="T7" fmla="*/ 477 h 54"/>
                  <a:gd name="T8" fmla="*/ 12 w 55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1" y="54"/>
                    </a:moveTo>
                    <a:cubicBezTo>
                      <a:pt x="0" y="32"/>
                      <a:pt x="1" y="19"/>
                      <a:pt x="1" y="10"/>
                    </a:cubicBezTo>
                    <a:cubicBezTo>
                      <a:pt x="1" y="0"/>
                      <a:pt x="11" y="26"/>
                      <a:pt x="55" y="44"/>
                    </a:cubicBezTo>
                    <a:cubicBezTo>
                      <a:pt x="34" y="40"/>
                      <a:pt x="18" y="28"/>
                      <a:pt x="12" y="25"/>
                    </a:cubicBezTo>
                    <a:cubicBezTo>
                      <a:pt x="6" y="22"/>
                      <a:pt x="1" y="42"/>
                      <a:pt x="1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2" name="Freeform 221">
                <a:extLst>
                  <a:ext uri="{FF2B5EF4-FFF2-40B4-BE49-F238E27FC236}">
                    <a16:creationId xmlns:a16="http://schemas.microsoft.com/office/drawing/2014/main" id="{2031FC31-93D9-4BE1-BCE7-46902F3BE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848"/>
                <a:ext cx="95" cy="171"/>
              </a:xfrm>
              <a:custGeom>
                <a:avLst/>
                <a:gdLst>
                  <a:gd name="T0" fmla="*/ 0 w 38"/>
                  <a:gd name="T1" fmla="*/ 1221 h 64"/>
                  <a:gd name="T2" fmla="*/ 0 w 38"/>
                  <a:gd name="T3" fmla="*/ 206 h 64"/>
                  <a:gd name="T4" fmla="*/ 595 w 38"/>
                  <a:gd name="T5" fmla="*/ 0 h 64"/>
                  <a:gd name="T6" fmla="*/ 95 w 38"/>
                  <a:gd name="T7" fmla="*/ 307 h 64"/>
                  <a:gd name="T8" fmla="*/ 0 w 38"/>
                  <a:gd name="T9" fmla="*/ 122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64">
                    <a:moveTo>
                      <a:pt x="0" y="64"/>
                    </a:moveTo>
                    <a:cubicBezTo>
                      <a:pt x="0" y="35"/>
                      <a:pt x="0" y="19"/>
                      <a:pt x="0" y="11"/>
                    </a:cubicBezTo>
                    <a:cubicBezTo>
                      <a:pt x="0" y="3"/>
                      <a:pt x="16" y="6"/>
                      <a:pt x="38" y="0"/>
                    </a:cubicBezTo>
                    <a:cubicBezTo>
                      <a:pt x="28" y="7"/>
                      <a:pt x="8" y="7"/>
                      <a:pt x="6" y="16"/>
                    </a:cubicBezTo>
                    <a:cubicBezTo>
                      <a:pt x="4" y="26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3" name="Freeform 222">
                <a:extLst>
                  <a:ext uri="{FF2B5EF4-FFF2-40B4-BE49-F238E27FC236}">
                    <a16:creationId xmlns:a16="http://schemas.microsoft.com/office/drawing/2014/main" id="{12A36F76-B630-497A-BBE5-CB9C3F1E7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192"/>
                <a:ext cx="153" cy="326"/>
              </a:xfrm>
              <a:custGeom>
                <a:avLst/>
                <a:gdLst>
                  <a:gd name="T0" fmla="*/ 963 w 61"/>
                  <a:gd name="T1" fmla="*/ 0 h 122"/>
                  <a:gd name="T2" fmla="*/ 83 w 61"/>
                  <a:gd name="T3" fmla="*/ 206 h 122"/>
                  <a:gd name="T4" fmla="*/ 20 w 61"/>
                  <a:gd name="T5" fmla="*/ 628 h 122"/>
                  <a:gd name="T6" fmla="*/ 20 w 61"/>
                  <a:gd name="T7" fmla="*/ 2327 h 122"/>
                  <a:gd name="T8" fmla="*/ 113 w 61"/>
                  <a:gd name="T9" fmla="*/ 572 h 122"/>
                  <a:gd name="T10" fmla="*/ 283 w 61"/>
                  <a:gd name="T11" fmla="*/ 251 h 122"/>
                  <a:gd name="T12" fmla="*/ 963 w 61"/>
                  <a:gd name="T13" fmla="*/ 0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22">
                    <a:moveTo>
                      <a:pt x="61" y="0"/>
                    </a:moveTo>
                    <a:cubicBezTo>
                      <a:pt x="43" y="7"/>
                      <a:pt x="17" y="10"/>
                      <a:pt x="5" y="11"/>
                    </a:cubicBezTo>
                    <a:cubicBezTo>
                      <a:pt x="0" y="12"/>
                      <a:pt x="1" y="15"/>
                      <a:pt x="1" y="33"/>
                    </a:cubicBezTo>
                    <a:cubicBezTo>
                      <a:pt x="1" y="51"/>
                      <a:pt x="1" y="122"/>
                      <a:pt x="1" y="122"/>
                    </a:cubicBezTo>
                    <a:cubicBezTo>
                      <a:pt x="2" y="99"/>
                      <a:pt x="4" y="45"/>
                      <a:pt x="7" y="30"/>
                    </a:cubicBezTo>
                    <a:cubicBezTo>
                      <a:pt x="10" y="16"/>
                      <a:pt x="9" y="15"/>
                      <a:pt x="18" y="13"/>
                    </a:cubicBezTo>
                    <a:cubicBezTo>
                      <a:pt x="28" y="12"/>
                      <a:pt x="52" y="5"/>
                      <a:pt x="61" y="0"/>
                    </a:cubicBezTo>
                    <a:close/>
                  </a:path>
                </a:pathLst>
              </a:custGeom>
              <a:solidFill>
                <a:srgbClr val="A2C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4" name="Freeform 223">
                <a:extLst>
                  <a:ext uri="{FF2B5EF4-FFF2-40B4-BE49-F238E27FC236}">
                    <a16:creationId xmlns:a16="http://schemas.microsoft.com/office/drawing/2014/main" id="{8751A3C3-B8C9-4091-9F0B-8042A714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691"/>
                <a:ext cx="310" cy="181"/>
              </a:xfrm>
              <a:custGeom>
                <a:avLst/>
                <a:gdLst>
                  <a:gd name="T0" fmla="*/ 1875 w 124"/>
                  <a:gd name="T1" fmla="*/ 0 h 68"/>
                  <a:gd name="T2" fmla="*/ 1875 w 124"/>
                  <a:gd name="T3" fmla="*/ 136 h 68"/>
                  <a:gd name="T4" fmla="*/ 1875 w 124"/>
                  <a:gd name="T5" fmla="*/ 136 h 68"/>
                  <a:gd name="T6" fmla="*/ 1875 w 124"/>
                  <a:gd name="T7" fmla="*/ 261 h 68"/>
                  <a:gd name="T8" fmla="*/ 863 w 124"/>
                  <a:gd name="T9" fmla="*/ 1113 h 68"/>
                  <a:gd name="T10" fmla="*/ 220 w 124"/>
                  <a:gd name="T11" fmla="*/ 751 h 68"/>
                  <a:gd name="T12" fmla="*/ 63 w 124"/>
                  <a:gd name="T13" fmla="*/ 261 h 68"/>
                  <a:gd name="T14" fmla="*/ 63 w 124"/>
                  <a:gd name="T15" fmla="*/ 136 h 68"/>
                  <a:gd name="T16" fmla="*/ 63 w 124"/>
                  <a:gd name="T17" fmla="*/ 93 h 68"/>
                  <a:gd name="T18" fmla="*/ 33 w 124"/>
                  <a:gd name="T19" fmla="*/ 261 h 68"/>
                  <a:gd name="T20" fmla="*/ 188 w 124"/>
                  <a:gd name="T21" fmla="*/ 865 h 68"/>
                  <a:gd name="T22" fmla="*/ 863 w 124"/>
                  <a:gd name="T23" fmla="*/ 1246 h 68"/>
                  <a:gd name="T24" fmla="*/ 1925 w 124"/>
                  <a:gd name="T25" fmla="*/ 375 h 68"/>
                  <a:gd name="T26" fmla="*/ 1875 w 124"/>
                  <a:gd name="T27" fmla="*/ 0 h 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4" h="68">
                    <a:moveTo>
                      <a:pt x="120" y="0"/>
                    </a:moveTo>
                    <a:cubicBezTo>
                      <a:pt x="120" y="7"/>
                      <a:pt x="120" y="7"/>
                      <a:pt x="120" y="7"/>
                    </a:cubicBezTo>
                    <a:cubicBezTo>
                      <a:pt x="120" y="7"/>
                      <a:pt x="120" y="7"/>
                      <a:pt x="120" y="7"/>
                    </a:cubicBezTo>
                    <a:cubicBezTo>
                      <a:pt x="120" y="9"/>
                      <a:pt x="120" y="11"/>
                      <a:pt x="120" y="14"/>
                    </a:cubicBezTo>
                    <a:cubicBezTo>
                      <a:pt x="116" y="41"/>
                      <a:pt x="87" y="61"/>
                      <a:pt x="55" y="59"/>
                    </a:cubicBezTo>
                    <a:cubicBezTo>
                      <a:pt x="39" y="59"/>
                      <a:pt x="23" y="51"/>
                      <a:pt x="14" y="40"/>
                    </a:cubicBezTo>
                    <a:cubicBezTo>
                      <a:pt x="7" y="32"/>
                      <a:pt x="4" y="23"/>
                      <a:pt x="4" y="14"/>
                    </a:cubicBezTo>
                    <a:cubicBezTo>
                      <a:pt x="4" y="11"/>
                      <a:pt x="4" y="7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8"/>
                      <a:pt x="2" y="11"/>
                      <a:pt x="2" y="14"/>
                    </a:cubicBezTo>
                    <a:cubicBezTo>
                      <a:pt x="0" y="26"/>
                      <a:pt x="4" y="37"/>
                      <a:pt x="12" y="46"/>
                    </a:cubicBezTo>
                    <a:cubicBezTo>
                      <a:pt x="21" y="58"/>
                      <a:pt x="37" y="65"/>
                      <a:pt x="55" y="66"/>
                    </a:cubicBezTo>
                    <a:cubicBezTo>
                      <a:pt x="89" y="68"/>
                      <a:pt x="119" y="47"/>
                      <a:pt x="123" y="20"/>
                    </a:cubicBezTo>
                    <a:cubicBezTo>
                      <a:pt x="124" y="13"/>
                      <a:pt x="123" y="7"/>
                      <a:pt x="12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5" name="Freeform 224">
                <a:extLst>
                  <a:ext uri="{FF2B5EF4-FFF2-40B4-BE49-F238E27FC236}">
                    <a16:creationId xmlns:a16="http://schemas.microsoft.com/office/drawing/2014/main" id="{93FDC268-CF1E-4DA6-84DA-618DF85C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731"/>
                <a:ext cx="305" cy="149"/>
              </a:xfrm>
              <a:custGeom>
                <a:avLst/>
                <a:gdLst>
                  <a:gd name="T0" fmla="*/ 0 w 122"/>
                  <a:gd name="T1" fmla="*/ 77 h 56"/>
                  <a:gd name="T2" fmla="*/ 0 w 122"/>
                  <a:gd name="T3" fmla="*/ 226 h 56"/>
                  <a:gd name="T4" fmla="*/ 158 w 122"/>
                  <a:gd name="T5" fmla="*/ 657 h 56"/>
                  <a:gd name="T6" fmla="*/ 845 w 122"/>
                  <a:gd name="T7" fmla="*/ 1019 h 56"/>
                  <a:gd name="T8" fmla="*/ 1908 w 122"/>
                  <a:gd name="T9" fmla="*/ 247 h 56"/>
                  <a:gd name="T10" fmla="*/ 1908 w 122"/>
                  <a:gd name="T11" fmla="*/ 21 h 56"/>
                  <a:gd name="T12" fmla="*/ 1908 w 122"/>
                  <a:gd name="T13" fmla="*/ 0 h 56"/>
                  <a:gd name="T14" fmla="*/ 1908 w 122"/>
                  <a:gd name="T15" fmla="*/ 0 h 56"/>
                  <a:gd name="T16" fmla="*/ 1908 w 122"/>
                  <a:gd name="T17" fmla="*/ 93 h 56"/>
                  <a:gd name="T18" fmla="*/ 845 w 122"/>
                  <a:gd name="T19" fmla="*/ 963 h 56"/>
                  <a:gd name="T20" fmla="*/ 175 w 122"/>
                  <a:gd name="T21" fmla="*/ 580 h 56"/>
                  <a:gd name="T22" fmla="*/ 0 w 122"/>
                  <a:gd name="T23" fmla="*/ 77 h 56"/>
                  <a:gd name="T24" fmla="*/ 0 w 122"/>
                  <a:gd name="T25" fmla="*/ 77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2" h="56">
                    <a:moveTo>
                      <a:pt x="0" y="4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22"/>
                      <a:pt x="3" y="27"/>
                      <a:pt x="10" y="35"/>
                    </a:cubicBezTo>
                    <a:cubicBezTo>
                      <a:pt x="20" y="47"/>
                      <a:pt x="36" y="53"/>
                      <a:pt x="54" y="54"/>
                    </a:cubicBezTo>
                    <a:cubicBezTo>
                      <a:pt x="88" y="56"/>
                      <a:pt x="118" y="34"/>
                      <a:pt x="122" y="13"/>
                    </a:cubicBezTo>
                    <a:cubicBezTo>
                      <a:pt x="122" y="11"/>
                      <a:pt x="122" y="2"/>
                      <a:pt x="122" y="1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2" y="2"/>
                      <a:pt x="122" y="4"/>
                      <a:pt x="122" y="5"/>
                    </a:cubicBezTo>
                    <a:cubicBezTo>
                      <a:pt x="118" y="32"/>
                      <a:pt x="88" y="53"/>
                      <a:pt x="54" y="51"/>
                    </a:cubicBezTo>
                    <a:cubicBezTo>
                      <a:pt x="36" y="50"/>
                      <a:pt x="20" y="43"/>
                      <a:pt x="11" y="31"/>
                    </a:cubicBezTo>
                    <a:cubicBezTo>
                      <a:pt x="4" y="23"/>
                      <a:pt x="0" y="1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6" name="Freeform 225">
                <a:extLst>
                  <a:ext uri="{FF2B5EF4-FFF2-40B4-BE49-F238E27FC236}">
                    <a16:creationId xmlns:a16="http://schemas.microsoft.com/office/drawing/2014/main" id="{6E391AFE-AB69-4796-9EEF-0B848EF77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494"/>
                <a:ext cx="295" cy="269"/>
              </a:xfrm>
              <a:custGeom>
                <a:avLst/>
                <a:gdLst>
                  <a:gd name="T0" fmla="*/ 813 w 118"/>
                  <a:gd name="T1" fmla="*/ 1872 h 101"/>
                  <a:gd name="T2" fmla="*/ 175 w 118"/>
                  <a:gd name="T3" fmla="*/ 1489 h 101"/>
                  <a:gd name="T4" fmla="*/ 20 w 118"/>
                  <a:gd name="T5" fmla="*/ 887 h 101"/>
                  <a:gd name="T6" fmla="*/ 20 w 118"/>
                  <a:gd name="T7" fmla="*/ 887 h 101"/>
                  <a:gd name="T8" fmla="*/ 1033 w 118"/>
                  <a:gd name="T9" fmla="*/ 35 h 101"/>
                  <a:gd name="T10" fmla="*/ 1675 w 118"/>
                  <a:gd name="T11" fmla="*/ 397 h 101"/>
                  <a:gd name="T12" fmla="*/ 1833 w 118"/>
                  <a:gd name="T13" fmla="*/ 1001 h 101"/>
                  <a:gd name="T14" fmla="*/ 813 w 118"/>
                  <a:gd name="T15" fmla="*/ 1872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8" h="101">
                    <a:moveTo>
                      <a:pt x="52" y="99"/>
                    </a:moveTo>
                    <a:cubicBezTo>
                      <a:pt x="36" y="98"/>
                      <a:pt x="20" y="91"/>
                      <a:pt x="11" y="79"/>
                    </a:cubicBezTo>
                    <a:cubicBezTo>
                      <a:pt x="3" y="70"/>
                      <a:pt x="0" y="59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5" y="20"/>
                      <a:pt x="34" y="0"/>
                      <a:pt x="66" y="2"/>
                    </a:cubicBezTo>
                    <a:cubicBezTo>
                      <a:pt x="83" y="2"/>
                      <a:pt x="98" y="10"/>
                      <a:pt x="107" y="21"/>
                    </a:cubicBezTo>
                    <a:cubicBezTo>
                      <a:pt x="115" y="30"/>
                      <a:pt x="118" y="42"/>
                      <a:pt x="117" y="53"/>
                    </a:cubicBezTo>
                    <a:cubicBezTo>
                      <a:pt x="113" y="80"/>
                      <a:pt x="84" y="101"/>
                      <a:pt x="52" y="9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7" name="Freeform 226">
                <a:extLst>
                  <a:ext uri="{FF2B5EF4-FFF2-40B4-BE49-F238E27FC236}">
                    <a16:creationId xmlns:a16="http://schemas.microsoft.com/office/drawing/2014/main" id="{411CEC6A-4735-4D36-AAC1-C20392411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624"/>
                <a:ext cx="290" cy="230"/>
              </a:xfrm>
              <a:custGeom>
                <a:avLst/>
                <a:gdLst>
                  <a:gd name="T0" fmla="*/ 1813 w 116"/>
                  <a:gd name="T1" fmla="*/ 0 h 86"/>
                  <a:gd name="T2" fmla="*/ 1813 w 116"/>
                  <a:gd name="T3" fmla="*/ 78 h 86"/>
                  <a:gd name="T4" fmla="*/ 800 w 116"/>
                  <a:gd name="T5" fmla="*/ 957 h 86"/>
                  <a:gd name="T6" fmla="*/ 158 w 116"/>
                  <a:gd name="T7" fmla="*/ 572 h 86"/>
                  <a:gd name="T8" fmla="*/ 0 w 116"/>
                  <a:gd name="T9" fmla="*/ 56 h 86"/>
                  <a:gd name="T10" fmla="*/ 0 w 116"/>
                  <a:gd name="T11" fmla="*/ 56 h 86"/>
                  <a:gd name="T12" fmla="*/ 0 w 116"/>
                  <a:gd name="T13" fmla="*/ 615 h 86"/>
                  <a:gd name="T14" fmla="*/ 0 w 116"/>
                  <a:gd name="T15" fmla="*/ 743 h 86"/>
                  <a:gd name="T16" fmla="*/ 158 w 116"/>
                  <a:gd name="T17" fmla="*/ 1244 h 86"/>
                  <a:gd name="T18" fmla="*/ 800 w 116"/>
                  <a:gd name="T19" fmla="*/ 1610 h 86"/>
                  <a:gd name="T20" fmla="*/ 1813 w 116"/>
                  <a:gd name="T21" fmla="*/ 743 h 86"/>
                  <a:gd name="T22" fmla="*/ 1813 w 116"/>
                  <a:gd name="T23" fmla="*/ 615 h 86"/>
                  <a:gd name="T24" fmla="*/ 1813 w 116"/>
                  <a:gd name="T25" fmla="*/ 615 h 86"/>
                  <a:gd name="T26" fmla="*/ 1813 w 116"/>
                  <a:gd name="T27" fmla="*/ 0 h 8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6" h="86">
                    <a:moveTo>
                      <a:pt x="116" y="0"/>
                    </a:moveTo>
                    <a:cubicBezTo>
                      <a:pt x="116" y="1"/>
                      <a:pt x="116" y="3"/>
                      <a:pt x="116" y="4"/>
                    </a:cubicBezTo>
                    <a:cubicBezTo>
                      <a:pt x="112" y="31"/>
                      <a:pt x="83" y="52"/>
                      <a:pt x="51" y="50"/>
                    </a:cubicBezTo>
                    <a:cubicBezTo>
                      <a:pt x="35" y="49"/>
                      <a:pt x="19" y="42"/>
                      <a:pt x="10" y="30"/>
                    </a:cubicBezTo>
                    <a:cubicBezTo>
                      <a:pt x="3" y="23"/>
                      <a:pt x="0" y="1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6"/>
                      <a:pt x="0" y="39"/>
                    </a:cubicBezTo>
                    <a:cubicBezTo>
                      <a:pt x="0" y="48"/>
                      <a:pt x="3" y="57"/>
                      <a:pt x="10" y="65"/>
                    </a:cubicBezTo>
                    <a:cubicBezTo>
                      <a:pt x="19" y="76"/>
                      <a:pt x="35" y="84"/>
                      <a:pt x="51" y="84"/>
                    </a:cubicBezTo>
                    <a:cubicBezTo>
                      <a:pt x="83" y="86"/>
                      <a:pt x="112" y="66"/>
                      <a:pt x="116" y="39"/>
                    </a:cubicBezTo>
                    <a:cubicBezTo>
                      <a:pt x="116" y="36"/>
                      <a:pt x="116" y="34"/>
                      <a:pt x="116" y="32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0"/>
                      <a:pt x="116" y="0"/>
                      <a:pt x="11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8" name="Freeform 227">
                <a:extLst>
                  <a:ext uri="{FF2B5EF4-FFF2-40B4-BE49-F238E27FC236}">
                    <a16:creationId xmlns:a16="http://schemas.microsoft.com/office/drawing/2014/main" id="{4B233EDD-B760-47CF-BF9D-4BA60CAB9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059"/>
                <a:ext cx="573" cy="795"/>
              </a:xfrm>
              <a:custGeom>
                <a:avLst/>
                <a:gdLst>
                  <a:gd name="T0" fmla="*/ 3568 w 229"/>
                  <a:gd name="T1" fmla="*/ 4199 h 298"/>
                  <a:gd name="T2" fmla="*/ 3588 w 229"/>
                  <a:gd name="T3" fmla="*/ 4178 h 298"/>
                  <a:gd name="T4" fmla="*/ 3588 w 229"/>
                  <a:gd name="T5" fmla="*/ 0 h 298"/>
                  <a:gd name="T6" fmla="*/ 1691 w 229"/>
                  <a:gd name="T7" fmla="*/ 1083 h 298"/>
                  <a:gd name="T8" fmla="*/ 0 w 229"/>
                  <a:gd name="T9" fmla="*/ 171 h 298"/>
                  <a:gd name="T10" fmla="*/ 0 w 229"/>
                  <a:gd name="T11" fmla="*/ 4199 h 298"/>
                  <a:gd name="T12" fmla="*/ 0 w 229"/>
                  <a:gd name="T13" fmla="*/ 4199 h 298"/>
                  <a:gd name="T14" fmla="*/ 1679 w 229"/>
                  <a:gd name="T15" fmla="*/ 5658 h 298"/>
                  <a:gd name="T16" fmla="*/ 3568 w 229"/>
                  <a:gd name="T17" fmla="*/ 4199 h 2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9" h="298">
                    <a:moveTo>
                      <a:pt x="228" y="221"/>
                    </a:moveTo>
                    <a:cubicBezTo>
                      <a:pt x="229" y="220"/>
                      <a:pt x="229" y="220"/>
                      <a:pt x="229" y="220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2" y="27"/>
                      <a:pt x="162" y="57"/>
                      <a:pt x="108" y="57"/>
                    </a:cubicBezTo>
                    <a:cubicBezTo>
                      <a:pt x="54" y="57"/>
                      <a:pt x="10" y="23"/>
                      <a:pt x="0" y="9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64"/>
                      <a:pt x="78" y="298"/>
                      <a:pt x="107" y="298"/>
                    </a:cubicBezTo>
                    <a:cubicBezTo>
                      <a:pt x="147" y="298"/>
                      <a:pt x="222" y="269"/>
                      <a:pt x="228" y="2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9" name="Freeform 228">
                <a:extLst>
                  <a:ext uri="{FF2B5EF4-FFF2-40B4-BE49-F238E27FC236}">
                    <a16:creationId xmlns:a16="http://schemas.microsoft.com/office/drawing/2014/main" id="{8EEAB3DB-DD00-4778-871A-CC540872A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742"/>
                <a:ext cx="573" cy="469"/>
              </a:xfrm>
              <a:custGeom>
                <a:avLst/>
                <a:gdLst>
                  <a:gd name="T0" fmla="*/ 3588 w 229"/>
                  <a:gd name="T1" fmla="*/ 2273 h 176"/>
                  <a:gd name="T2" fmla="*/ 2755 w 229"/>
                  <a:gd name="T3" fmla="*/ 0 h 176"/>
                  <a:gd name="T4" fmla="*/ 2755 w 229"/>
                  <a:gd name="T5" fmla="*/ 171 h 176"/>
                  <a:gd name="T6" fmla="*/ 1691 w 229"/>
                  <a:gd name="T7" fmla="*/ 943 h 176"/>
                  <a:gd name="T8" fmla="*/ 1001 w 229"/>
                  <a:gd name="T9" fmla="*/ 589 h 176"/>
                  <a:gd name="T10" fmla="*/ 846 w 229"/>
                  <a:gd name="T11" fmla="*/ 149 h 176"/>
                  <a:gd name="T12" fmla="*/ 846 w 229"/>
                  <a:gd name="T13" fmla="*/ 0 h 176"/>
                  <a:gd name="T14" fmla="*/ 846 w 229"/>
                  <a:gd name="T15" fmla="*/ 0 h 176"/>
                  <a:gd name="T16" fmla="*/ 0 w 229"/>
                  <a:gd name="T17" fmla="*/ 2422 h 176"/>
                  <a:gd name="T18" fmla="*/ 1691 w 229"/>
                  <a:gd name="T19" fmla="*/ 3331 h 176"/>
                  <a:gd name="T20" fmla="*/ 3588 w 229"/>
                  <a:gd name="T21" fmla="*/ 2252 h 176"/>
                  <a:gd name="T22" fmla="*/ 3588 w 229"/>
                  <a:gd name="T23" fmla="*/ 2273 h 1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9" h="176">
                    <a:moveTo>
                      <a:pt x="229" y="120"/>
                    </a:moveTo>
                    <a:cubicBezTo>
                      <a:pt x="228" y="38"/>
                      <a:pt x="198" y="24"/>
                      <a:pt x="176" y="0"/>
                    </a:cubicBezTo>
                    <a:cubicBezTo>
                      <a:pt x="176" y="4"/>
                      <a:pt x="176" y="8"/>
                      <a:pt x="176" y="9"/>
                    </a:cubicBezTo>
                    <a:cubicBezTo>
                      <a:pt x="172" y="30"/>
                      <a:pt x="142" y="52"/>
                      <a:pt x="108" y="50"/>
                    </a:cubicBezTo>
                    <a:cubicBezTo>
                      <a:pt x="90" y="49"/>
                      <a:pt x="74" y="43"/>
                      <a:pt x="64" y="31"/>
                    </a:cubicBezTo>
                    <a:cubicBezTo>
                      <a:pt x="57" y="23"/>
                      <a:pt x="54" y="18"/>
                      <a:pt x="54" y="8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31" y="25"/>
                      <a:pt x="0" y="39"/>
                      <a:pt x="0" y="128"/>
                    </a:cubicBezTo>
                    <a:cubicBezTo>
                      <a:pt x="10" y="143"/>
                      <a:pt x="54" y="176"/>
                      <a:pt x="108" y="176"/>
                    </a:cubicBezTo>
                    <a:cubicBezTo>
                      <a:pt x="162" y="176"/>
                      <a:pt x="222" y="146"/>
                      <a:pt x="229" y="119"/>
                    </a:cubicBezTo>
                    <a:cubicBezTo>
                      <a:pt x="229" y="120"/>
                      <a:pt x="229" y="120"/>
                      <a:pt x="229" y="1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0" name="Freeform 229">
                <a:extLst>
                  <a:ext uri="{FF2B5EF4-FFF2-40B4-BE49-F238E27FC236}">
                    <a16:creationId xmlns:a16="http://schemas.microsoft.com/office/drawing/2014/main" id="{402C4F86-37BB-4250-9543-4DC7A96C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646"/>
                <a:ext cx="573" cy="408"/>
              </a:xfrm>
              <a:custGeom>
                <a:avLst/>
                <a:gdLst>
                  <a:gd name="T0" fmla="*/ 1679 w 229"/>
                  <a:gd name="T1" fmla="*/ 1480 h 153"/>
                  <a:gd name="T2" fmla="*/ 0 w 229"/>
                  <a:gd name="T3" fmla="*/ 21 h 153"/>
                  <a:gd name="T4" fmla="*/ 0 w 229"/>
                  <a:gd name="T5" fmla="*/ 21 h 153"/>
                  <a:gd name="T6" fmla="*/ 0 w 229"/>
                  <a:gd name="T7" fmla="*/ 1443 h 153"/>
                  <a:gd name="T8" fmla="*/ 0 w 229"/>
                  <a:gd name="T9" fmla="*/ 1443 h 153"/>
                  <a:gd name="T10" fmla="*/ 1679 w 229"/>
                  <a:gd name="T11" fmla="*/ 2901 h 153"/>
                  <a:gd name="T12" fmla="*/ 3568 w 229"/>
                  <a:gd name="T13" fmla="*/ 1443 h 153"/>
                  <a:gd name="T14" fmla="*/ 3588 w 229"/>
                  <a:gd name="T15" fmla="*/ 1272 h 153"/>
                  <a:gd name="T16" fmla="*/ 3588 w 229"/>
                  <a:gd name="T17" fmla="*/ 1272 h 153"/>
                  <a:gd name="T18" fmla="*/ 3588 w 229"/>
                  <a:gd name="T19" fmla="*/ 0 h 153"/>
                  <a:gd name="T20" fmla="*/ 3568 w 229"/>
                  <a:gd name="T21" fmla="*/ 21 h 153"/>
                  <a:gd name="T22" fmla="*/ 1679 w 229"/>
                  <a:gd name="T23" fmla="*/ 1480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9" h="153">
                    <a:moveTo>
                      <a:pt x="107" y="78"/>
                    </a:moveTo>
                    <a:cubicBezTo>
                      <a:pt x="78" y="78"/>
                      <a:pt x="0" y="4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119"/>
                      <a:pt x="66" y="153"/>
                      <a:pt x="107" y="153"/>
                    </a:cubicBezTo>
                    <a:cubicBezTo>
                      <a:pt x="147" y="153"/>
                      <a:pt x="222" y="124"/>
                      <a:pt x="228" y="76"/>
                    </a:cubicBezTo>
                    <a:cubicBezTo>
                      <a:pt x="229" y="73"/>
                      <a:pt x="229" y="70"/>
                      <a:pt x="229" y="67"/>
                    </a:cubicBezTo>
                    <a:cubicBezTo>
                      <a:pt x="229" y="67"/>
                      <a:pt x="229" y="67"/>
                      <a:pt x="229" y="67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22" y="49"/>
                      <a:pt x="147" y="78"/>
                      <a:pt x="107" y="7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11" name="Text Box 232">
              <a:extLst>
                <a:ext uri="{FF2B5EF4-FFF2-40B4-BE49-F238E27FC236}">
                  <a16:creationId xmlns:a16="http://schemas.microsoft.com/office/drawing/2014/main" id="{7E782218-C595-4DB4-B7D0-AA87FEE56C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276006">
              <a:off x="4272" y="2256"/>
              <a:ext cx="45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2400"/>
                <a:t>Milk</a:t>
              </a: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FE6D9B86-1D2F-49DF-B68C-4A31C1F4F2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Milk products (2)</a:t>
            </a:r>
          </a:p>
        </p:txBody>
      </p:sp>
      <p:grpSp>
        <p:nvGrpSpPr>
          <p:cNvPr id="20482" name="Cheese-wheel-with-cut-slice">
            <a:extLst>
              <a:ext uri="{FF2B5EF4-FFF2-40B4-BE49-F238E27FC236}">
                <a16:creationId xmlns:a16="http://schemas.microsoft.com/office/drawing/2014/main" id="{7684B157-517A-4820-A322-B5352F861A53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086225"/>
            <a:ext cx="2386012" cy="1863725"/>
            <a:chOff x="1792" y="1075"/>
            <a:chExt cx="1503" cy="1174"/>
          </a:xfrm>
        </p:grpSpPr>
        <p:sp>
          <p:nvSpPr>
            <p:cNvPr id="20588" name="Freeform 4">
              <a:extLst>
                <a:ext uri="{FF2B5EF4-FFF2-40B4-BE49-F238E27FC236}">
                  <a16:creationId xmlns:a16="http://schemas.microsoft.com/office/drawing/2014/main" id="{9BA5B4DB-D06F-4DA7-B4E0-9CCFA47F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531"/>
              <a:ext cx="55" cy="440"/>
            </a:xfrm>
            <a:custGeom>
              <a:avLst/>
              <a:gdLst>
                <a:gd name="T0" fmla="*/ 333 w 22"/>
                <a:gd name="T1" fmla="*/ 760 h 165"/>
                <a:gd name="T2" fmla="*/ 333 w 22"/>
                <a:gd name="T3" fmla="*/ 0 h 165"/>
                <a:gd name="T4" fmla="*/ 333 w 22"/>
                <a:gd name="T5" fmla="*/ 115 h 165"/>
                <a:gd name="T6" fmla="*/ 50 w 22"/>
                <a:gd name="T7" fmla="*/ 1101 h 165"/>
                <a:gd name="T8" fmla="*/ 63 w 22"/>
                <a:gd name="T9" fmla="*/ 1101 h 165"/>
                <a:gd name="T10" fmla="*/ 0 w 22"/>
                <a:gd name="T11" fmla="*/ 3128 h 165"/>
                <a:gd name="T12" fmla="*/ 333 w 22"/>
                <a:gd name="T13" fmla="*/ 2048 h 165"/>
                <a:gd name="T14" fmla="*/ 345 w 22"/>
                <a:gd name="T15" fmla="*/ 1741 h 165"/>
                <a:gd name="T16" fmla="*/ 345 w 22"/>
                <a:gd name="T17" fmla="*/ 1741 h 165"/>
                <a:gd name="T18" fmla="*/ 333 w 22"/>
                <a:gd name="T19" fmla="*/ 760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65">
                  <a:moveTo>
                    <a:pt x="21" y="40"/>
                  </a:moveTo>
                  <a:cubicBezTo>
                    <a:pt x="21" y="27"/>
                    <a:pt x="21" y="11"/>
                    <a:pt x="21" y="0"/>
                  </a:cubicBezTo>
                  <a:cubicBezTo>
                    <a:pt x="21" y="2"/>
                    <a:pt x="21" y="4"/>
                    <a:pt x="21" y="6"/>
                  </a:cubicBezTo>
                  <a:cubicBezTo>
                    <a:pt x="18" y="24"/>
                    <a:pt x="12" y="42"/>
                    <a:pt x="3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7" y="132"/>
                    <a:pt x="0" y="165"/>
                  </a:cubicBezTo>
                  <a:cubicBezTo>
                    <a:pt x="11" y="148"/>
                    <a:pt x="18" y="128"/>
                    <a:pt x="21" y="108"/>
                  </a:cubicBezTo>
                  <a:cubicBezTo>
                    <a:pt x="21" y="102"/>
                    <a:pt x="22" y="97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2" y="92"/>
                    <a:pt x="21" y="62"/>
                    <a:pt x="21" y="40"/>
                  </a:cubicBezTo>
                  <a:close/>
                </a:path>
              </a:pathLst>
            </a:custGeom>
            <a:solidFill>
              <a:srgbClr val="EEC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9" name="Freeform 5">
              <a:extLst>
                <a:ext uri="{FF2B5EF4-FFF2-40B4-BE49-F238E27FC236}">
                  <a16:creationId xmlns:a16="http://schemas.microsoft.com/office/drawing/2014/main" id="{E7403846-0452-440A-A01A-C47A7B9AE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531"/>
              <a:ext cx="55" cy="440"/>
            </a:xfrm>
            <a:custGeom>
              <a:avLst/>
              <a:gdLst>
                <a:gd name="T0" fmla="*/ 333 w 22"/>
                <a:gd name="T1" fmla="*/ 760 h 165"/>
                <a:gd name="T2" fmla="*/ 333 w 22"/>
                <a:gd name="T3" fmla="*/ 0 h 165"/>
                <a:gd name="T4" fmla="*/ 333 w 22"/>
                <a:gd name="T5" fmla="*/ 115 h 165"/>
                <a:gd name="T6" fmla="*/ 50 w 22"/>
                <a:gd name="T7" fmla="*/ 1101 h 165"/>
                <a:gd name="T8" fmla="*/ 63 w 22"/>
                <a:gd name="T9" fmla="*/ 1101 h 165"/>
                <a:gd name="T10" fmla="*/ 0 w 22"/>
                <a:gd name="T11" fmla="*/ 3128 h 165"/>
                <a:gd name="T12" fmla="*/ 333 w 22"/>
                <a:gd name="T13" fmla="*/ 2048 h 165"/>
                <a:gd name="T14" fmla="*/ 345 w 22"/>
                <a:gd name="T15" fmla="*/ 1741 h 165"/>
                <a:gd name="T16" fmla="*/ 345 w 22"/>
                <a:gd name="T17" fmla="*/ 1741 h 165"/>
                <a:gd name="T18" fmla="*/ 333 w 22"/>
                <a:gd name="T19" fmla="*/ 760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65">
                  <a:moveTo>
                    <a:pt x="21" y="40"/>
                  </a:moveTo>
                  <a:cubicBezTo>
                    <a:pt x="21" y="27"/>
                    <a:pt x="21" y="11"/>
                    <a:pt x="21" y="0"/>
                  </a:cubicBezTo>
                  <a:cubicBezTo>
                    <a:pt x="21" y="2"/>
                    <a:pt x="21" y="4"/>
                    <a:pt x="21" y="6"/>
                  </a:cubicBezTo>
                  <a:cubicBezTo>
                    <a:pt x="18" y="24"/>
                    <a:pt x="12" y="42"/>
                    <a:pt x="3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7" y="132"/>
                    <a:pt x="0" y="165"/>
                  </a:cubicBezTo>
                  <a:cubicBezTo>
                    <a:pt x="11" y="148"/>
                    <a:pt x="18" y="128"/>
                    <a:pt x="21" y="108"/>
                  </a:cubicBezTo>
                  <a:cubicBezTo>
                    <a:pt x="21" y="102"/>
                    <a:pt x="22" y="97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2" y="92"/>
                    <a:pt x="21" y="62"/>
                    <a:pt x="21" y="40"/>
                  </a:cubicBezTo>
                  <a:close/>
                </a:path>
              </a:pathLst>
            </a:custGeom>
            <a:solidFill>
              <a:srgbClr val="EEC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6">
              <a:extLst>
                <a:ext uri="{FF2B5EF4-FFF2-40B4-BE49-F238E27FC236}">
                  <a16:creationId xmlns:a16="http://schemas.microsoft.com/office/drawing/2014/main" id="{39168798-3AB7-4E32-9D15-241C7B92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075"/>
              <a:ext cx="1005" cy="880"/>
            </a:xfrm>
            <a:custGeom>
              <a:avLst/>
              <a:gdLst>
                <a:gd name="T0" fmla="*/ 3488 w 402"/>
                <a:gd name="T1" fmla="*/ 115 h 330"/>
                <a:gd name="T2" fmla="*/ 188 w 402"/>
                <a:gd name="T3" fmla="*/ 2979 h 330"/>
                <a:gd name="T4" fmla="*/ 2813 w 402"/>
                <a:gd name="T5" fmla="*/ 6221 h 330"/>
                <a:gd name="T6" fmla="*/ 4375 w 402"/>
                <a:gd name="T7" fmla="*/ 5880 h 330"/>
                <a:gd name="T8" fmla="*/ 3250 w 402"/>
                <a:gd name="T9" fmla="*/ 3277 h 330"/>
                <a:gd name="T10" fmla="*/ 5833 w 402"/>
                <a:gd name="T11" fmla="*/ 4344 h 330"/>
                <a:gd name="T12" fmla="*/ 6113 w 402"/>
                <a:gd name="T13" fmla="*/ 3357 h 330"/>
                <a:gd name="T14" fmla="*/ 3488 w 402"/>
                <a:gd name="T15" fmla="*/ 115 h 3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2" h="330">
                  <a:moveTo>
                    <a:pt x="223" y="6"/>
                  </a:moveTo>
                  <a:cubicBezTo>
                    <a:pt x="118" y="0"/>
                    <a:pt x="23" y="68"/>
                    <a:pt x="12" y="157"/>
                  </a:cubicBezTo>
                  <a:cubicBezTo>
                    <a:pt x="0" y="246"/>
                    <a:pt x="75" y="322"/>
                    <a:pt x="180" y="328"/>
                  </a:cubicBezTo>
                  <a:cubicBezTo>
                    <a:pt x="215" y="330"/>
                    <a:pt x="250" y="323"/>
                    <a:pt x="280" y="310"/>
                  </a:cubicBezTo>
                  <a:cubicBezTo>
                    <a:pt x="278" y="283"/>
                    <a:pt x="212" y="197"/>
                    <a:pt x="208" y="173"/>
                  </a:cubicBezTo>
                  <a:cubicBezTo>
                    <a:pt x="228" y="190"/>
                    <a:pt x="357" y="211"/>
                    <a:pt x="373" y="229"/>
                  </a:cubicBezTo>
                  <a:cubicBezTo>
                    <a:pt x="382" y="213"/>
                    <a:pt x="388" y="195"/>
                    <a:pt x="391" y="177"/>
                  </a:cubicBezTo>
                  <a:cubicBezTo>
                    <a:pt x="402" y="88"/>
                    <a:pt x="327" y="12"/>
                    <a:pt x="223" y="6"/>
                  </a:cubicBezTo>
                  <a:close/>
                </a:path>
              </a:pathLst>
            </a:custGeom>
            <a:solidFill>
              <a:srgbClr val="FDE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7">
              <a:extLst>
                <a:ext uri="{FF2B5EF4-FFF2-40B4-BE49-F238E27FC236}">
                  <a16:creationId xmlns:a16="http://schemas.microsoft.com/office/drawing/2014/main" id="{4528E79F-EE66-4CFD-8A80-B7E30350D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099"/>
              <a:ext cx="640" cy="822"/>
            </a:xfrm>
            <a:custGeom>
              <a:avLst/>
              <a:gdLst>
                <a:gd name="T0" fmla="*/ 375 w 256"/>
                <a:gd name="T1" fmla="*/ 2850 h 308"/>
                <a:gd name="T2" fmla="*/ 3625 w 256"/>
                <a:gd name="T3" fmla="*/ 192 h 308"/>
                <a:gd name="T4" fmla="*/ 4000 w 256"/>
                <a:gd name="T5" fmla="*/ 248 h 308"/>
                <a:gd name="T6" fmla="*/ 3283 w 256"/>
                <a:gd name="T7" fmla="*/ 93 h 308"/>
                <a:gd name="T8" fmla="*/ 158 w 256"/>
                <a:gd name="T9" fmla="*/ 2813 h 308"/>
                <a:gd name="T10" fmla="*/ 2270 w 256"/>
                <a:gd name="T11" fmla="*/ 5855 h 308"/>
                <a:gd name="T12" fmla="*/ 375 w 256"/>
                <a:gd name="T13" fmla="*/ 2850 h 3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308">
                  <a:moveTo>
                    <a:pt x="24" y="150"/>
                  </a:moveTo>
                  <a:cubicBezTo>
                    <a:pt x="36" y="66"/>
                    <a:pt x="132" y="5"/>
                    <a:pt x="232" y="10"/>
                  </a:cubicBezTo>
                  <a:cubicBezTo>
                    <a:pt x="240" y="11"/>
                    <a:pt x="248" y="11"/>
                    <a:pt x="256" y="13"/>
                  </a:cubicBezTo>
                  <a:cubicBezTo>
                    <a:pt x="241" y="9"/>
                    <a:pt x="226" y="6"/>
                    <a:pt x="210" y="5"/>
                  </a:cubicBezTo>
                  <a:cubicBezTo>
                    <a:pt x="111" y="0"/>
                    <a:pt x="21" y="64"/>
                    <a:pt x="10" y="148"/>
                  </a:cubicBezTo>
                  <a:cubicBezTo>
                    <a:pt x="0" y="225"/>
                    <a:pt x="59" y="293"/>
                    <a:pt x="145" y="308"/>
                  </a:cubicBezTo>
                  <a:cubicBezTo>
                    <a:pt x="71" y="286"/>
                    <a:pt x="13" y="233"/>
                    <a:pt x="24" y="1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8">
              <a:extLst>
                <a:ext uri="{FF2B5EF4-FFF2-40B4-BE49-F238E27FC236}">
                  <a16:creationId xmlns:a16="http://schemas.microsoft.com/office/drawing/2014/main" id="{FB75EBC7-1687-43C6-A064-D642D883B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761"/>
              <a:ext cx="245" cy="488"/>
            </a:xfrm>
            <a:custGeom>
              <a:avLst/>
              <a:gdLst>
                <a:gd name="T0" fmla="*/ 0 w 98"/>
                <a:gd name="T1" fmla="*/ 1557 h 183"/>
                <a:gd name="T2" fmla="*/ 0 w 98"/>
                <a:gd name="T3" fmla="*/ 1557 h 183"/>
                <a:gd name="T4" fmla="*/ 0 w 98"/>
                <a:gd name="T5" fmla="*/ 3469 h 183"/>
                <a:gd name="T6" fmla="*/ 0 w 98"/>
                <a:gd name="T7" fmla="*/ 3469 h 183"/>
                <a:gd name="T8" fmla="*/ 1408 w 98"/>
                <a:gd name="T9" fmla="*/ 2048 h 183"/>
                <a:gd name="T10" fmla="*/ 1470 w 98"/>
                <a:gd name="T11" fmla="*/ 21 h 183"/>
                <a:gd name="T12" fmla="*/ 1470 w 98"/>
                <a:gd name="T13" fmla="*/ 0 h 183"/>
                <a:gd name="T14" fmla="*/ 0 w 98"/>
                <a:gd name="T15" fmla="*/ 1557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83">
                  <a:moveTo>
                    <a:pt x="0" y="82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2" y="101"/>
                    <a:pt x="0" y="183"/>
                    <a:pt x="0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39" y="167"/>
                    <a:pt x="70" y="140"/>
                    <a:pt x="90" y="108"/>
                  </a:cubicBezTo>
                  <a:cubicBezTo>
                    <a:pt x="98" y="75"/>
                    <a:pt x="94" y="1"/>
                    <a:pt x="94" y="1"/>
                  </a:cubicBezTo>
                  <a:cubicBezTo>
                    <a:pt x="94" y="1"/>
                    <a:pt x="94" y="0"/>
                    <a:pt x="94" y="0"/>
                  </a:cubicBezTo>
                  <a:cubicBezTo>
                    <a:pt x="74" y="36"/>
                    <a:pt x="41" y="65"/>
                    <a:pt x="0" y="82"/>
                  </a:cubicBezTo>
                  <a:close/>
                </a:path>
              </a:pathLst>
            </a:custGeom>
            <a:solidFill>
              <a:srgbClr val="F4D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9">
              <a:extLst>
                <a:ext uri="{FF2B5EF4-FFF2-40B4-BE49-F238E27FC236}">
                  <a16:creationId xmlns:a16="http://schemas.microsoft.com/office/drawing/2014/main" id="{8BC924BB-F84D-42DC-B638-D88CB1D21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14"/>
              <a:ext cx="413" cy="365"/>
            </a:xfrm>
            <a:custGeom>
              <a:avLst/>
              <a:gdLst>
                <a:gd name="T0" fmla="*/ 2588 w 165"/>
                <a:gd name="T1" fmla="*/ 1044 h 137"/>
                <a:gd name="T2" fmla="*/ 0 w 165"/>
                <a:gd name="T3" fmla="*/ 0 h 137"/>
                <a:gd name="T4" fmla="*/ 1116 w 165"/>
                <a:gd name="T5" fmla="*/ 2590 h 137"/>
                <a:gd name="T6" fmla="*/ 2588 w 165"/>
                <a:gd name="T7" fmla="*/ 1044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137">
                  <a:moveTo>
                    <a:pt x="165" y="55"/>
                  </a:moveTo>
                  <a:cubicBezTo>
                    <a:pt x="149" y="38"/>
                    <a:pt x="19" y="17"/>
                    <a:pt x="0" y="0"/>
                  </a:cubicBezTo>
                  <a:cubicBezTo>
                    <a:pt x="3" y="23"/>
                    <a:pt x="69" y="109"/>
                    <a:pt x="71" y="137"/>
                  </a:cubicBezTo>
                  <a:cubicBezTo>
                    <a:pt x="112" y="120"/>
                    <a:pt x="145" y="91"/>
                    <a:pt x="165" y="55"/>
                  </a:cubicBezTo>
                  <a:close/>
                </a:path>
              </a:pathLst>
            </a:custGeom>
            <a:solidFill>
              <a:srgbClr val="FDE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10">
              <a:extLst>
                <a:ext uri="{FF2B5EF4-FFF2-40B4-BE49-F238E27FC236}">
                  <a16:creationId xmlns:a16="http://schemas.microsoft.com/office/drawing/2014/main" id="{E73E35F2-6A65-4D55-8752-B2FFFA31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609"/>
              <a:ext cx="687" cy="616"/>
            </a:xfrm>
            <a:custGeom>
              <a:avLst/>
              <a:gdLst>
                <a:gd name="T0" fmla="*/ 4257 w 275"/>
                <a:gd name="T1" fmla="*/ 2104 h 231"/>
                <a:gd name="T2" fmla="*/ 4257 w 275"/>
                <a:gd name="T3" fmla="*/ 2083 h 231"/>
                <a:gd name="T4" fmla="*/ 2696 w 275"/>
                <a:gd name="T5" fmla="*/ 2424 h 231"/>
                <a:gd name="T6" fmla="*/ 92 w 275"/>
                <a:gd name="T7" fmla="*/ 0 h 231"/>
                <a:gd name="T8" fmla="*/ 62 w 275"/>
                <a:gd name="T9" fmla="*/ 1344 h 231"/>
                <a:gd name="T10" fmla="*/ 42 w 275"/>
                <a:gd name="T11" fmla="*/ 1344 h 231"/>
                <a:gd name="T12" fmla="*/ 2696 w 275"/>
                <a:gd name="T13" fmla="*/ 4344 h 231"/>
                <a:gd name="T14" fmla="*/ 4257 w 275"/>
                <a:gd name="T15" fmla="*/ 4019 h 231"/>
                <a:gd name="T16" fmla="*/ 4257 w 275"/>
                <a:gd name="T17" fmla="*/ 4003 h 231"/>
                <a:gd name="T18" fmla="*/ 4257 w 275"/>
                <a:gd name="T19" fmla="*/ 2104 h 2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5" h="231">
                  <a:moveTo>
                    <a:pt x="273" y="111"/>
                  </a:moveTo>
                  <a:cubicBezTo>
                    <a:pt x="273" y="111"/>
                    <a:pt x="273" y="110"/>
                    <a:pt x="273" y="110"/>
                  </a:cubicBezTo>
                  <a:cubicBezTo>
                    <a:pt x="243" y="123"/>
                    <a:pt x="208" y="130"/>
                    <a:pt x="173" y="128"/>
                  </a:cubicBezTo>
                  <a:cubicBezTo>
                    <a:pt x="86" y="123"/>
                    <a:pt x="19" y="69"/>
                    <a:pt x="6" y="0"/>
                  </a:cubicBezTo>
                  <a:cubicBezTo>
                    <a:pt x="8" y="20"/>
                    <a:pt x="7" y="35"/>
                    <a:pt x="4" y="71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154"/>
                    <a:pt x="73" y="224"/>
                    <a:pt x="173" y="229"/>
                  </a:cubicBezTo>
                  <a:cubicBezTo>
                    <a:pt x="208" y="231"/>
                    <a:pt x="243" y="225"/>
                    <a:pt x="273" y="212"/>
                  </a:cubicBezTo>
                  <a:cubicBezTo>
                    <a:pt x="273" y="211"/>
                    <a:pt x="273" y="211"/>
                    <a:pt x="273" y="211"/>
                  </a:cubicBezTo>
                  <a:cubicBezTo>
                    <a:pt x="273" y="211"/>
                    <a:pt x="275" y="129"/>
                    <a:pt x="273" y="111"/>
                  </a:cubicBezTo>
                  <a:close/>
                </a:path>
              </a:pathLst>
            </a:custGeom>
            <a:solidFill>
              <a:srgbClr val="F4D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11">
              <a:extLst>
                <a:ext uri="{FF2B5EF4-FFF2-40B4-BE49-F238E27FC236}">
                  <a16:creationId xmlns:a16="http://schemas.microsoft.com/office/drawing/2014/main" id="{EE315704-AE13-4758-8E54-018CC290A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42"/>
              <a:ext cx="423" cy="437"/>
            </a:xfrm>
            <a:custGeom>
              <a:avLst/>
              <a:gdLst>
                <a:gd name="T0" fmla="*/ 2538 w 169"/>
                <a:gd name="T1" fmla="*/ 3080 h 164"/>
                <a:gd name="T2" fmla="*/ 2601 w 169"/>
                <a:gd name="T3" fmla="*/ 1058 h 164"/>
                <a:gd name="T4" fmla="*/ 2588 w 169"/>
                <a:gd name="T5" fmla="*/ 1058 h 164"/>
                <a:gd name="T6" fmla="*/ 0 w 169"/>
                <a:gd name="T7" fmla="*/ 0 h 164"/>
                <a:gd name="T8" fmla="*/ 1034 w 169"/>
                <a:gd name="T9" fmla="*/ 2273 h 164"/>
                <a:gd name="T10" fmla="*/ 2525 w 169"/>
                <a:gd name="T11" fmla="*/ 3080 h 164"/>
                <a:gd name="T12" fmla="*/ 2538 w 169"/>
                <a:gd name="T13" fmla="*/ 308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164">
                  <a:moveTo>
                    <a:pt x="162" y="163"/>
                  </a:moveTo>
                  <a:cubicBezTo>
                    <a:pt x="169" y="130"/>
                    <a:pt x="166" y="56"/>
                    <a:pt x="166" y="56"/>
                  </a:cubicBezTo>
                  <a:cubicBezTo>
                    <a:pt x="166" y="56"/>
                    <a:pt x="166" y="56"/>
                    <a:pt x="165" y="56"/>
                  </a:cubicBezTo>
                  <a:cubicBezTo>
                    <a:pt x="149" y="38"/>
                    <a:pt x="19" y="17"/>
                    <a:pt x="0" y="0"/>
                  </a:cubicBezTo>
                  <a:cubicBezTo>
                    <a:pt x="3" y="20"/>
                    <a:pt x="50" y="84"/>
                    <a:pt x="66" y="120"/>
                  </a:cubicBezTo>
                  <a:cubicBezTo>
                    <a:pt x="87" y="123"/>
                    <a:pt x="147" y="155"/>
                    <a:pt x="161" y="163"/>
                  </a:cubicBezTo>
                  <a:cubicBezTo>
                    <a:pt x="161" y="164"/>
                    <a:pt x="161" y="163"/>
                    <a:pt x="162" y="163"/>
                  </a:cubicBezTo>
                  <a:close/>
                </a:path>
              </a:pathLst>
            </a:custGeom>
            <a:solidFill>
              <a:srgbClr val="FFF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12">
              <a:extLst>
                <a:ext uri="{FF2B5EF4-FFF2-40B4-BE49-F238E27FC236}">
                  <a16:creationId xmlns:a16="http://schemas.microsoft.com/office/drawing/2014/main" id="{067ED0D6-5AB4-4402-83B4-066BEF91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617"/>
              <a:ext cx="198" cy="632"/>
            </a:xfrm>
            <a:custGeom>
              <a:avLst/>
              <a:gdLst>
                <a:gd name="T0" fmla="*/ 1213 w 79"/>
                <a:gd name="T1" fmla="*/ 2581 h 237"/>
                <a:gd name="T2" fmla="*/ 1213 w 79"/>
                <a:gd name="T3" fmla="*/ 2581 h 237"/>
                <a:gd name="T4" fmla="*/ 95 w 79"/>
                <a:gd name="T5" fmla="*/ 0 h 237"/>
                <a:gd name="T6" fmla="*/ 83 w 79"/>
                <a:gd name="T7" fmla="*/ 1856 h 237"/>
                <a:gd name="T8" fmla="*/ 1213 w 79"/>
                <a:gd name="T9" fmla="*/ 4493 h 237"/>
                <a:gd name="T10" fmla="*/ 1213 w 79"/>
                <a:gd name="T11" fmla="*/ 2581 h 2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37">
                  <a:moveTo>
                    <a:pt x="77" y="136"/>
                  </a:moveTo>
                  <a:cubicBezTo>
                    <a:pt x="77" y="136"/>
                    <a:pt x="77" y="136"/>
                    <a:pt x="77" y="136"/>
                  </a:cubicBezTo>
                  <a:cubicBezTo>
                    <a:pt x="75" y="109"/>
                    <a:pt x="11" y="24"/>
                    <a:pt x="6" y="0"/>
                  </a:cubicBezTo>
                  <a:cubicBezTo>
                    <a:pt x="4" y="14"/>
                    <a:pt x="10" y="63"/>
                    <a:pt x="5" y="98"/>
                  </a:cubicBezTo>
                  <a:cubicBezTo>
                    <a:pt x="0" y="125"/>
                    <a:pt x="62" y="189"/>
                    <a:pt x="77" y="237"/>
                  </a:cubicBezTo>
                  <a:cubicBezTo>
                    <a:pt x="77" y="237"/>
                    <a:pt x="79" y="155"/>
                    <a:pt x="77" y="136"/>
                  </a:cubicBezTo>
                  <a:close/>
                </a:path>
              </a:pathLst>
            </a:custGeom>
            <a:solidFill>
              <a:srgbClr val="FFF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7" name="Freeform 13">
              <a:extLst>
                <a:ext uri="{FF2B5EF4-FFF2-40B4-BE49-F238E27FC236}">
                  <a16:creationId xmlns:a16="http://schemas.microsoft.com/office/drawing/2014/main" id="{EC978541-E751-4F13-844B-139097FF0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561"/>
              <a:ext cx="168" cy="357"/>
            </a:xfrm>
            <a:custGeom>
              <a:avLst/>
              <a:gdLst>
                <a:gd name="T0" fmla="*/ 0 w 67"/>
                <a:gd name="T1" fmla="*/ 0 h 134"/>
                <a:gd name="T2" fmla="*/ 1038 w 67"/>
                <a:gd name="T3" fmla="*/ 2286 h 134"/>
                <a:gd name="T4" fmla="*/ 522 w 67"/>
                <a:gd name="T5" fmla="*/ 2534 h 134"/>
                <a:gd name="T6" fmla="*/ 772 w 67"/>
                <a:gd name="T7" fmla="*/ 2137 h 134"/>
                <a:gd name="T8" fmla="*/ 0 w 67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34">
                  <a:moveTo>
                    <a:pt x="0" y="0"/>
                  </a:moveTo>
                  <a:cubicBezTo>
                    <a:pt x="7" y="23"/>
                    <a:pt x="58" y="93"/>
                    <a:pt x="66" y="121"/>
                  </a:cubicBezTo>
                  <a:cubicBezTo>
                    <a:pt x="67" y="127"/>
                    <a:pt x="41" y="134"/>
                    <a:pt x="33" y="134"/>
                  </a:cubicBezTo>
                  <a:cubicBezTo>
                    <a:pt x="45" y="130"/>
                    <a:pt x="54" y="127"/>
                    <a:pt x="49" y="113"/>
                  </a:cubicBezTo>
                  <a:cubicBezTo>
                    <a:pt x="44" y="99"/>
                    <a:pt x="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14">
              <a:extLst>
                <a:ext uri="{FF2B5EF4-FFF2-40B4-BE49-F238E27FC236}">
                  <a16:creationId xmlns:a16="http://schemas.microsoft.com/office/drawing/2014/main" id="{B94DCF18-40AC-413A-8F5C-AF4A017AA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657"/>
              <a:ext cx="275" cy="301"/>
            </a:xfrm>
            <a:custGeom>
              <a:avLst/>
              <a:gdLst>
                <a:gd name="T0" fmla="*/ 1095 w 110"/>
                <a:gd name="T1" fmla="*/ 1739 h 113"/>
                <a:gd name="T2" fmla="*/ 1720 w 110"/>
                <a:gd name="T3" fmla="*/ 1489 h 113"/>
                <a:gd name="T4" fmla="*/ 1000 w 110"/>
                <a:gd name="T5" fmla="*/ 2043 h 113"/>
                <a:gd name="T6" fmla="*/ 783 w 110"/>
                <a:gd name="T7" fmla="*/ 1489 h 113"/>
                <a:gd name="T8" fmla="*/ 0 w 110"/>
                <a:gd name="T9" fmla="*/ 0 h 113"/>
                <a:gd name="T10" fmla="*/ 1095 w 110"/>
                <a:gd name="T11" fmla="*/ 173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13">
                  <a:moveTo>
                    <a:pt x="70" y="92"/>
                  </a:moveTo>
                  <a:cubicBezTo>
                    <a:pt x="81" y="98"/>
                    <a:pt x="100" y="88"/>
                    <a:pt x="110" y="79"/>
                  </a:cubicBezTo>
                  <a:cubicBezTo>
                    <a:pt x="98" y="94"/>
                    <a:pt x="64" y="113"/>
                    <a:pt x="64" y="108"/>
                  </a:cubicBezTo>
                  <a:cubicBezTo>
                    <a:pt x="64" y="103"/>
                    <a:pt x="56" y="89"/>
                    <a:pt x="50" y="79"/>
                  </a:cubicBezTo>
                  <a:cubicBezTo>
                    <a:pt x="38" y="60"/>
                    <a:pt x="13" y="19"/>
                    <a:pt x="0" y="0"/>
                  </a:cubicBezTo>
                  <a:cubicBezTo>
                    <a:pt x="16" y="16"/>
                    <a:pt x="53" y="79"/>
                    <a:pt x="7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15">
              <a:extLst>
                <a:ext uri="{FF2B5EF4-FFF2-40B4-BE49-F238E27FC236}">
                  <a16:creationId xmlns:a16="http://schemas.microsoft.com/office/drawing/2014/main" id="{A5DC9A98-E642-4CD2-BD7C-BC77050B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737"/>
              <a:ext cx="88" cy="325"/>
            </a:xfrm>
            <a:custGeom>
              <a:avLst/>
              <a:gdLst>
                <a:gd name="T0" fmla="*/ 50 w 35"/>
                <a:gd name="T1" fmla="*/ 0 h 122"/>
                <a:gd name="T2" fmla="*/ 20 w 35"/>
                <a:gd name="T3" fmla="*/ 964 h 122"/>
                <a:gd name="T4" fmla="*/ 176 w 35"/>
                <a:gd name="T5" fmla="*/ 1569 h 122"/>
                <a:gd name="T6" fmla="*/ 556 w 35"/>
                <a:gd name="T7" fmla="*/ 2307 h 122"/>
                <a:gd name="T8" fmla="*/ 158 w 35"/>
                <a:gd name="T9" fmla="*/ 1305 h 122"/>
                <a:gd name="T10" fmla="*/ 50 w 35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2">
                  <a:moveTo>
                    <a:pt x="3" y="0"/>
                  </a:moveTo>
                  <a:cubicBezTo>
                    <a:pt x="5" y="22"/>
                    <a:pt x="2" y="44"/>
                    <a:pt x="1" y="51"/>
                  </a:cubicBezTo>
                  <a:cubicBezTo>
                    <a:pt x="0" y="59"/>
                    <a:pt x="1" y="68"/>
                    <a:pt x="11" y="83"/>
                  </a:cubicBezTo>
                  <a:cubicBezTo>
                    <a:pt x="21" y="98"/>
                    <a:pt x="35" y="122"/>
                    <a:pt x="35" y="122"/>
                  </a:cubicBezTo>
                  <a:cubicBezTo>
                    <a:pt x="25" y="98"/>
                    <a:pt x="13" y="81"/>
                    <a:pt x="10" y="69"/>
                  </a:cubicBezTo>
                  <a:cubicBezTo>
                    <a:pt x="8" y="57"/>
                    <a:pt x="11" y="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16">
              <a:extLst>
                <a:ext uri="{FF2B5EF4-FFF2-40B4-BE49-F238E27FC236}">
                  <a16:creationId xmlns:a16="http://schemas.microsoft.com/office/drawing/2014/main" id="{B3F5E722-4ABD-4910-9F81-A5649F04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731"/>
              <a:ext cx="85" cy="302"/>
            </a:xfrm>
            <a:custGeom>
              <a:avLst/>
              <a:gdLst>
                <a:gd name="T0" fmla="*/ 83 w 34"/>
                <a:gd name="T1" fmla="*/ 0 h 113"/>
                <a:gd name="T2" fmla="*/ 63 w 34"/>
                <a:gd name="T3" fmla="*/ 1016 h 113"/>
                <a:gd name="T4" fmla="*/ 533 w 34"/>
                <a:gd name="T5" fmla="*/ 2157 h 113"/>
                <a:gd name="T6" fmla="*/ 83 w 34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13">
                  <a:moveTo>
                    <a:pt x="5" y="0"/>
                  </a:moveTo>
                  <a:cubicBezTo>
                    <a:pt x="4" y="16"/>
                    <a:pt x="0" y="31"/>
                    <a:pt x="4" y="53"/>
                  </a:cubicBezTo>
                  <a:cubicBezTo>
                    <a:pt x="9" y="76"/>
                    <a:pt x="23" y="100"/>
                    <a:pt x="34" y="113"/>
                  </a:cubicBezTo>
                  <a:cubicBezTo>
                    <a:pt x="26" y="100"/>
                    <a:pt x="3" y="50"/>
                    <a:pt x="5" y="0"/>
                  </a:cubicBezTo>
                  <a:close/>
                </a:path>
              </a:pathLst>
            </a:custGeom>
            <a:solidFill>
              <a:srgbClr val="FAE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17">
              <a:extLst>
                <a:ext uri="{FF2B5EF4-FFF2-40B4-BE49-F238E27FC236}">
                  <a16:creationId xmlns:a16="http://schemas.microsoft.com/office/drawing/2014/main" id="{531F708E-95CF-4A66-A9AD-7CA6306F6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931"/>
              <a:ext cx="405" cy="283"/>
            </a:xfrm>
            <a:custGeom>
              <a:avLst/>
              <a:gdLst>
                <a:gd name="T0" fmla="*/ 0 w 162"/>
                <a:gd name="T1" fmla="*/ 1639 h 106"/>
                <a:gd name="T2" fmla="*/ 1770 w 162"/>
                <a:gd name="T3" fmla="*/ 1882 h 106"/>
                <a:gd name="T4" fmla="*/ 2520 w 162"/>
                <a:gd name="T5" fmla="*/ 1524 h 106"/>
                <a:gd name="T6" fmla="*/ 2520 w 162"/>
                <a:gd name="T7" fmla="*/ 150 h 106"/>
                <a:gd name="T8" fmla="*/ 2220 w 162"/>
                <a:gd name="T9" fmla="*/ 93 h 106"/>
                <a:gd name="T10" fmla="*/ 1283 w 162"/>
                <a:gd name="T11" fmla="*/ 264 h 106"/>
                <a:gd name="T12" fmla="*/ 2175 w 162"/>
                <a:gd name="T13" fmla="*/ 422 h 106"/>
                <a:gd name="T14" fmla="*/ 1208 w 162"/>
                <a:gd name="T15" fmla="*/ 1733 h 106"/>
                <a:gd name="T16" fmla="*/ 0 w 162"/>
                <a:gd name="T17" fmla="*/ 1639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2" h="106">
                  <a:moveTo>
                    <a:pt x="0" y="86"/>
                  </a:moveTo>
                  <a:cubicBezTo>
                    <a:pt x="12" y="94"/>
                    <a:pt x="75" y="106"/>
                    <a:pt x="113" y="99"/>
                  </a:cubicBezTo>
                  <a:cubicBezTo>
                    <a:pt x="151" y="91"/>
                    <a:pt x="161" y="89"/>
                    <a:pt x="161" y="80"/>
                  </a:cubicBezTo>
                  <a:cubicBezTo>
                    <a:pt x="162" y="72"/>
                    <a:pt x="161" y="17"/>
                    <a:pt x="161" y="8"/>
                  </a:cubicBezTo>
                  <a:cubicBezTo>
                    <a:pt x="160" y="0"/>
                    <a:pt x="153" y="2"/>
                    <a:pt x="142" y="5"/>
                  </a:cubicBezTo>
                  <a:cubicBezTo>
                    <a:pt x="131" y="8"/>
                    <a:pt x="104" y="16"/>
                    <a:pt x="82" y="14"/>
                  </a:cubicBezTo>
                  <a:cubicBezTo>
                    <a:pt x="104" y="19"/>
                    <a:pt x="123" y="12"/>
                    <a:pt x="139" y="22"/>
                  </a:cubicBezTo>
                  <a:cubicBezTo>
                    <a:pt x="155" y="32"/>
                    <a:pt x="131" y="90"/>
                    <a:pt x="77" y="91"/>
                  </a:cubicBezTo>
                  <a:cubicBezTo>
                    <a:pt x="48" y="92"/>
                    <a:pt x="9" y="92"/>
                    <a:pt x="0" y="86"/>
                  </a:cubicBezTo>
                  <a:close/>
                </a:path>
              </a:pathLst>
            </a:custGeom>
            <a:solidFill>
              <a:srgbClr val="EEC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18">
              <a:extLst>
                <a:ext uri="{FF2B5EF4-FFF2-40B4-BE49-F238E27FC236}">
                  <a16:creationId xmlns:a16="http://schemas.microsoft.com/office/drawing/2014/main" id="{BC445938-2104-4059-BB63-86D0C6A50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33"/>
              <a:ext cx="200" cy="386"/>
            </a:xfrm>
            <a:custGeom>
              <a:avLst/>
              <a:gdLst>
                <a:gd name="T0" fmla="*/ 1175 w 80"/>
                <a:gd name="T1" fmla="*/ 56 h 145"/>
                <a:gd name="T2" fmla="*/ 1250 w 80"/>
                <a:gd name="T3" fmla="*/ 77 h 145"/>
                <a:gd name="T4" fmla="*/ 1208 w 80"/>
                <a:gd name="T5" fmla="*/ 1395 h 145"/>
                <a:gd name="T6" fmla="*/ 0 w 80"/>
                <a:gd name="T7" fmla="*/ 2737 h 145"/>
                <a:gd name="T8" fmla="*/ 938 w 80"/>
                <a:gd name="T9" fmla="*/ 1587 h 145"/>
                <a:gd name="T10" fmla="*/ 300 w 80"/>
                <a:gd name="T11" fmla="*/ 921 h 145"/>
                <a:gd name="T12" fmla="*/ 1175 w 80"/>
                <a:gd name="T13" fmla="*/ 56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45">
                  <a:moveTo>
                    <a:pt x="75" y="3"/>
                  </a:moveTo>
                  <a:cubicBezTo>
                    <a:pt x="77" y="0"/>
                    <a:pt x="80" y="1"/>
                    <a:pt x="80" y="4"/>
                  </a:cubicBezTo>
                  <a:cubicBezTo>
                    <a:pt x="80" y="25"/>
                    <a:pt x="78" y="64"/>
                    <a:pt x="77" y="74"/>
                  </a:cubicBezTo>
                  <a:cubicBezTo>
                    <a:pt x="76" y="85"/>
                    <a:pt x="49" y="121"/>
                    <a:pt x="0" y="145"/>
                  </a:cubicBezTo>
                  <a:cubicBezTo>
                    <a:pt x="21" y="136"/>
                    <a:pt x="51" y="108"/>
                    <a:pt x="60" y="84"/>
                  </a:cubicBezTo>
                  <a:cubicBezTo>
                    <a:pt x="68" y="60"/>
                    <a:pt x="52" y="35"/>
                    <a:pt x="19" y="49"/>
                  </a:cubicBezTo>
                  <a:cubicBezTo>
                    <a:pt x="38" y="41"/>
                    <a:pt x="62" y="20"/>
                    <a:pt x="75" y="3"/>
                  </a:cubicBezTo>
                  <a:close/>
                </a:path>
              </a:pathLst>
            </a:custGeom>
            <a:solidFill>
              <a:srgbClr val="EEC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19">
              <a:extLst>
                <a:ext uri="{FF2B5EF4-FFF2-40B4-BE49-F238E27FC236}">
                  <a16:creationId xmlns:a16="http://schemas.microsoft.com/office/drawing/2014/main" id="{72376FC6-05FF-4CE2-8D48-6FCEB13F8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249"/>
              <a:ext cx="465" cy="413"/>
            </a:xfrm>
            <a:custGeom>
              <a:avLst/>
              <a:gdLst>
                <a:gd name="T0" fmla="*/ 0 w 186"/>
                <a:gd name="T1" fmla="*/ 1932 h 155"/>
                <a:gd name="T2" fmla="*/ 1125 w 186"/>
                <a:gd name="T3" fmla="*/ 2385 h 155"/>
                <a:gd name="T4" fmla="*/ 2283 w 186"/>
                <a:gd name="T5" fmla="*/ 2819 h 155"/>
                <a:gd name="T6" fmla="*/ 1958 w 186"/>
                <a:gd name="T7" fmla="*/ 0 h 155"/>
                <a:gd name="T8" fmla="*/ 2145 w 186"/>
                <a:gd name="T9" fmla="*/ 2230 h 155"/>
                <a:gd name="T10" fmla="*/ 970 w 186"/>
                <a:gd name="T11" fmla="*/ 2172 h 155"/>
                <a:gd name="T12" fmla="*/ 0 w 186"/>
                <a:gd name="T13" fmla="*/ 193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155">
                  <a:moveTo>
                    <a:pt x="0" y="102"/>
                  </a:moveTo>
                  <a:cubicBezTo>
                    <a:pt x="17" y="113"/>
                    <a:pt x="43" y="118"/>
                    <a:pt x="72" y="126"/>
                  </a:cubicBezTo>
                  <a:cubicBezTo>
                    <a:pt x="101" y="134"/>
                    <a:pt x="131" y="142"/>
                    <a:pt x="146" y="149"/>
                  </a:cubicBezTo>
                  <a:cubicBezTo>
                    <a:pt x="162" y="155"/>
                    <a:pt x="186" y="61"/>
                    <a:pt x="125" y="0"/>
                  </a:cubicBezTo>
                  <a:cubicBezTo>
                    <a:pt x="153" y="34"/>
                    <a:pt x="168" y="104"/>
                    <a:pt x="137" y="118"/>
                  </a:cubicBezTo>
                  <a:cubicBezTo>
                    <a:pt x="106" y="132"/>
                    <a:pt x="86" y="120"/>
                    <a:pt x="62" y="115"/>
                  </a:cubicBezTo>
                  <a:cubicBezTo>
                    <a:pt x="37" y="111"/>
                    <a:pt x="11" y="110"/>
                    <a:pt x="0" y="102"/>
                  </a:cubicBezTo>
                  <a:close/>
                </a:path>
              </a:pathLst>
            </a:custGeom>
            <a:solidFill>
              <a:srgbClr val="FCD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20">
              <a:extLst>
                <a:ext uri="{FF2B5EF4-FFF2-40B4-BE49-F238E27FC236}">
                  <a16:creationId xmlns:a16="http://schemas.microsoft.com/office/drawing/2014/main" id="{B2EA8459-9C90-4B98-A044-876A4FCEE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94"/>
              <a:ext cx="225" cy="160"/>
            </a:xfrm>
            <a:custGeom>
              <a:avLst/>
              <a:gdLst>
                <a:gd name="T0" fmla="*/ 0 w 90"/>
                <a:gd name="T1" fmla="*/ 0 h 60"/>
                <a:gd name="T2" fmla="*/ 988 w 90"/>
                <a:gd name="T3" fmla="*/ 307 h 60"/>
                <a:gd name="T4" fmla="*/ 1345 w 90"/>
                <a:gd name="T5" fmla="*/ 589 h 60"/>
                <a:gd name="T6" fmla="*/ 988 w 90"/>
                <a:gd name="T7" fmla="*/ 1139 h 60"/>
                <a:gd name="T8" fmla="*/ 938 w 90"/>
                <a:gd name="T9" fmla="*/ 397 h 60"/>
                <a:gd name="T10" fmla="*/ 0 w 90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60">
                  <a:moveTo>
                    <a:pt x="0" y="0"/>
                  </a:moveTo>
                  <a:cubicBezTo>
                    <a:pt x="21" y="8"/>
                    <a:pt x="36" y="8"/>
                    <a:pt x="63" y="16"/>
                  </a:cubicBezTo>
                  <a:cubicBezTo>
                    <a:pt x="90" y="25"/>
                    <a:pt x="88" y="25"/>
                    <a:pt x="86" y="31"/>
                  </a:cubicBezTo>
                  <a:cubicBezTo>
                    <a:pt x="83" y="38"/>
                    <a:pt x="69" y="55"/>
                    <a:pt x="63" y="60"/>
                  </a:cubicBezTo>
                  <a:cubicBezTo>
                    <a:pt x="69" y="45"/>
                    <a:pt x="78" y="30"/>
                    <a:pt x="60" y="21"/>
                  </a:cubicBezTo>
                  <a:cubicBezTo>
                    <a:pt x="44" y="13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FCD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21">
              <a:extLst>
                <a:ext uri="{FF2B5EF4-FFF2-40B4-BE49-F238E27FC236}">
                  <a16:creationId xmlns:a16="http://schemas.microsoft.com/office/drawing/2014/main" id="{26119DBB-B96D-461E-A09B-9206C0846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42"/>
              <a:ext cx="405" cy="435"/>
            </a:xfrm>
            <a:custGeom>
              <a:avLst/>
              <a:gdLst>
                <a:gd name="T0" fmla="*/ 2238 w 162"/>
                <a:gd name="T1" fmla="*/ 2735 h 163"/>
                <a:gd name="T2" fmla="*/ 1908 w 162"/>
                <a:gd name="T3" fmla="*/ 2437 h 163"/>
                <a:gd name="T4" fmla="*/ 1533 w 162"/>
                <a:gd name="T5" fmla="*/ 2151 h 163"/>
                <a:gd name="T6" fmla="*/ 1125 w 162"/>
                <a:gd name="T7" fmla="*/ 1823 h 163"/>
                <a:gd name="T8" fmla="*/ 970 w 162"/>
                <a:gd name="T9" fmla="*/ 934 h 163"/>
                <a:gd name="T10" fmla="*/ 1863 w 162"/>
                <a:gd name="T11" fmla="*/ 721 h 163"/>
                <a:gd name="T12" fmla="*/ 1863 w 162"/>
                <a:gd name="T13" fmla="*/ 705 h 163"/>
                <a:gd name="T14" fmla="*/ 0 w 162"/>
                <a:gd name="T15" fmla="*/ 0 h 163"/>
                <a:gd name="T16" fmla="*/ 1033 w 162"/>
                <a:gd name="T17" fmla="*/ 2279 h 163"/>
                <a:gd name="T18" fmla="*/ 2500 w 162"/>
                <a:gd name="T19" fmla="*/ 3098 h 163"/>
                <a:gd name="T20" fmla="*/ 2533 w 162"/>
                <a:gd name="T21" fmla="*/ 3098 h 163"/>
                <a:gd name="T22" fmla="*/ 2533 w 162"/>
                <a:gd name="T23" fmla="*/ 3098 h 163"/>
                <a:gd name="T24" fmla="*/ 2533 w 162"/>
                <a:gd name="T25" fmla="*/ 3064 h 163"/>
                <a:gd name="T26" fmla="*/ 2238 w 162"/>
                <a:gd name="T27" fmla="*/ 2735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2" h="163">
                  <a:moveTo>
                    <a:pt x="143" y="144"/>
                  </a:moveTo>
                  <a:cubicBezTo>
                    <a:pt x="136" y="138"/>
                    <a:pt x="129" y="133"/>
                    <a:pt x="122" y="128"/>
                  </a:cubicBezTo>
                  <a:cubicBezTo>
                    <a:pt x="114" y="123"/>
                    <a:pt x="106" y="118"/>
                    <a:pt x="98" y="113"/>
                  </a:cubicBezTo>
                  <a:cubicBezTo>
                    <a:pt x="92" y="109"/>
                    <a:pt x="78" y="102"/>
                    <a:pt x="72" y="96"/>
                  </a:cubicBezTo>
                  <a:cubicBezTo>
                    <a:pt x="55" y="78"/>
                    <a:pt x="54" y="65"/>
                    <a:pt x="62" y="49"/>
                  </a:cubicBezTo>
                  <a:cubicBezTo>
                    <a:pt x="73" y="28"/>
                    <a:pt x="96" y="33"/>
                    <a:pt x="119" y="38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74" y="24"/>
                    <a:pt x="13" y="11"/>
                    <a:pt x="0" y="0"/>
                  </a:cubicBezTo>
                  <a:cubicBezTo>
                    <a:pt x="3" y="20"/>
                    <a:pt x="50" y="84"/>
                    <a:pt x="66" y="120"/>
                  </a:cubicBezTo>
                  <a:cubicBezTo>
                    <a:pt x="87" y="123"/>
                    <a:pt x="145" y="154"/>
                    <a:pt x="160" y="163"/>
                  </a:cubicBezTo>
                  <a:cubicBezTo>
                    <a:pt x="161" y="163"/>
                    <a:pt x="161" y="163"/>
                    <a:pt x="162" y="163"/>
                  </a:cubicBezTo>
                  <a:cubicBezTo>
                    <a:pt x="162" y="163"/>
                    <a:pt x="162" y="163"/>
                    <a:pt x="162" y="163"/>
                  </a:cubicBezTo>
                  <a:cubicBezTo>
                    <a:pt x="162" y="163"/>
                    <a:pt x="162" y="162"/>
                    <a:pt x="162" y="161"/>
                  </a:cubicBezTo>
                  <a:cubicBezTo>
                    <a:pt x="158" y="155"/>
                    <a:pt x="149" y="148"/>
                    <a:pt x="143" y="144"/>
                  </a:cubicBezTo>
                  <a:close/>
                </a:path>
              </a:pathLst>
            </a:custGeom>
            <a:solidFill>
              <a:srgbClr val="FFF0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Freeform 22">
              <a:extLst>
                <a:ext uri="{FF2B5EF4-FFF2-40B4-BE49-F238E27FC236}">
                  <a16:creationId xmlns:a16="http://schemas.microsoft.com/office/drawing/2014/main" id="{126A2EA0-C883-40D4-B3E8-C6CD9EAB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819"/>
              <a:ext cx="82" cy="355"/>
            </a:xfrm>
            <a:custGeom>
              <a:avLst/>
              <a:gdLst>
                <a:gd name="T0" fmla="*/ 462 w 33"/>
                <a:gd name="T1" fmla="*/ 2530 h 133"/>
                <a:gd name="T2" fmla="*/ 494 w 33"/>
                <a:gd name="T3" fmla="*/ 1810 h 133"/>
                <a:gd name="T4" fmla="*/ 383 w 33"/>
                <a:gd name="T5" fmla="*/ 892 h 133"/>
                <a:gd name="T6" fmla="*/ 0 w 33"/>
                <a:gd name="T7" fmla="*/ 0 h 133"/>
                <a:gd name="T8" fmla="*/ 353 w 33"/>
                <a:gd name="T9" fmla="*/ 1233 h 133"/>
                <a:gd name="T10" fmla="*/ 462 w 33"/>
                <a:gd name="T11" fmla="*/ 253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33">
                  <a:moveTo>
                    <a:pt x="30" y="133"/>
                  </a:moveTo>
                  <a:cubicBezTo>
                    <a:pt x="30" y="133"/>
                    <a:pt x="30" y="118"/>
                    <a:pt x="32" y="95"/>
                  </a:cubicBezTo>
                  <a:cubicBezTo>
                    <a:pt x="33" y="71"/>
                    <a:pt x="29" y="56"/>
                    <a:pt x="25" y="47"/>
                  </a:cubicBezTo>
                  <a:cubicBezTo>
                    <a:pt x="18" y="32"/>
                    <a:pt x="0" y="0"/>
                    <a:pt x="0" y="0"/>
                  </a:cubicBezTo>
                  <a:cubicBezTo>
                    <a:pt x="5" y="17"/>
                    <a:pt x="19" y="44"/>
                    <a:pt x="23" y="65"/>
                  </a:cubicBezTo>
                  <a:cubicBezTo>
                    <a:pt x="27" y="86"/>
                    <a:pt x="31" y="126"/>
                    <a:pt x="30" y="133"/>
                  </a:cubicBezTo>
                  <a:close/>
                </a:path>
              </a:pathLst>
            </a:custGeom>
            <a:solidFill>
              <a:srgbClr val="FFF0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7" name="Freeform 23">
              <a:extLst>
                <a:ext uri="{FF2B5EF4-FFF2-40B4-BE49-F238E27FC236}">
                  <a16:creationId xmlns:a16="http://schemas.microsoft.com/office/drawing/2014/main" id="{A13F9E89-0180-4511-B1E5-E38882ACC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075"/>
              <a:ext cx="1005" cy="880"/>
            </a:xfrm>
            <a:custGeom>
              <a:avLst/>
              <a:gdLst>
                <a:gd name="T0" fmla="*/ 3488 w 402"/>
                <a:gd name="T1" fmla="*/ 115 h 330"/>
                <a:gd name="T2" fmla="*/ 188 w 402"/>
                <a:gd name="T3" fmla="*/ 2979 h 330"/>
                <a:gd name="T4" fmla="*/ 2813 w 402"/>
                <a:gd name="T5" fmla="*/ 6221 h 330"/>
                <a:gd name="T6" fmla="*/ 4375 w 402"/>
                <a:gd name="T7" fmla="*/ 5880 h 330"/>
                <a:gd name="T8" fmla="*/ 3250 w 402"/>
                <a:gd name="T9" fmla="*/ 3277 h 330"/>
                <a:gd name="T10" fmla="*/ 5833 w 402"/>
                <a:gd name="T11" fmla="*/ 4344 h 330"/>
                <a:gd name="T12" fmla="*/ 6113 w 402"/>
                <a:gd name="T13" fmla="*/ 3357 h 330"/>
                <a:gd name="T14" fmla="*/ 3488 w 402"/>
                <a:gd name="T15" fmla="*/ 115 h 3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2" h="330">
                  <a:moveTo>
                    <a:pt x="223" y="6"/>
                  </a:moveTo>
                  <a:cubicBezTo>
                    <a:pt x="118" y="0"/>
                    <a:pt x="23" y="68"/>
                    <a:pt x="12" y="157"/>
                  </a:cubicBezTo>
                  <a:cubicBezTo>
                    <a:pt x="0" y="246"/>
                    <a:pt x="75" y="322"/>
                    <a:pt x="180" y="328"/>
                  </a:cubicBezTo>
                  <a:cubicBezTo>
                    <a:pt x="215" y="330"/>
                    <a:pt x="250" y="323"/>
                    <a:pt x="280" y="310"/>
                  </a:cubicBezTo>
                  <a:cubicBezTo>
                    <a:pt x="278" y="283"/>
                    <a:pt x="212" y="197"/>
                    <a:pt x="208" y="173"/>
                  </a:cubicBezTo>
                  <a:cubicBezTo>
                    <a:pt x="228" y="190"/>
                    <a:pt x="357" y="211"/>
                    <a:pt x="373" y="229"/>
                  </a:cubicBezTo>
                  <a:cubicBezTo>
                    <a:pt x="382" y="213"/>
                    <a:pt x="388" y="195"/>
                    <a:pt x="391" y="177"/>
                  </a:cubicBezTo>
                  <a:cubicBezTo>
                    <a:pt x="402" y="88"/>
                    <a:pt x="327" y="12"/>
                    <a:pt x="223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Freeform 24">
              <a:extLst>
                <a:ext uri="{FF2B5EF4-FFF2-40B4-BE49-F238E27FC236}">
                  <a16:creationId xmlns:a16="http://schemas.microsoft.com/office/drawing/2014/main" id="{A3130A7E-FC9E-4384-9F09-702B57942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761"/>
              <a:ext cx="245" cy="488"/>
            </a:xfrm>
            <a:custGeom>
              <a:avLst/>
              <a:gdLst>
                <a:gd name="T0" fmla="*/ 0 w 98"/>
                <a:gd name="T1" fmla="*/ 1557 h 183"/>
                <a:gd name="T2" fmla="*/ 0 w 98"/>
                <a:gd name="T3" fmla="*/ 1557 h 183"/>
                <a:gd name="T4" fmla="*/ 0 w 98"/>
                <a:gd name="T5" fmla="*/ 3469 h 183"/>
                <a:gd name="T6" fmla="*/ 0 w 98"/>
                <a:gd name="T7" fmla="*/ 3469 h 183"/>
                <a:gd name="T8" fmla="*/ 1408 w 98"/>
                <a:gd name="T9" fmla="*/ 2048 h 183"/>
                <a:gd name="T10" fmla="*/ 1470 w 98"/>
                <a:gd name="T11" fmla="*/ 21 h 183"/>
                <a:gd name="T12" fmla="*/ 1470 w 98"/>
                <a:gd name="T13" fmla="*/ 0 h 183"/>
                <a:gd name="T14" fmla="*/ 0 w 98"/>
                <a:gd name="T15" fmla="*/ 1557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83">
                  <a:moveTo>
                    <a:pt x="0" y="82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2" y="101"/>
                    <a:pt x="0" y="183"/>
                    <a:pt x="0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39" y="167"/>
                    <a:pt x="70" y="140"/>
                    <a:pt x="90" y="108"/>
                  </a:cubicBezTo>
                  <a:cubicBezTo>
                    <a:pt x="98" y="75"/>
                    <a:pt x="94" y="1"/>
                    <a:pt x="94" y="1"/>
                  </a:cubicBezTo>
                  <a:cubicBezTo>
                    <a:pt x="94" y="1"/>
                    <a:pt x="94" y="0"/>
                    <a:pt x="94" y="0"/>
                  </a:cubicBezTo>
                  <a:cubicBezTo>
                    <a:pt x="74" y="36"/>
                    <a:pt x="41" y="65"/>
                    <a:pt x="0" y="8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9" name="Freeform 25">
              <a:extLst>
                <a:ext uri="{FF2B5EF4-FFF2-40B4-BE49-F238E27FC236}">
                  <a16:creationId xmlns:a16="http://schemas.microsoft.com/office/drawing/2014/main" id="{9B88A0C9-E77C-4931-B0F9-7A117B2E5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14"/>
              <a:ext cx="413" cy="365"/>
            </a:xfrm>
            <a:custGeom>
              <a:avLst/>
              <a:gdLst>
                <a:gd name="T0" fmla="*/ 2588 w 165"/>
                <a:gd name="T1" fmla="*/ 1044 h 137"/>
                <a:gd name="T2" fmla="*/ 0 w 165"/>
                <a:gd name="T3" fmla="*/ 0 h 137"/>
                <a:gd name="T4" fmla="*/ 1116 w 165"/>
                <a:gd name="T5" fmla="*/ 2590 h 137"/>
                <a:gd name="T6" fmla="*/ 2588 w 165"/>
                <a:gd name="T7" fmla="*/ 1044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137">
                  <a:moveTo>
                    <a:pt x="165" y="55"/>
                  </a:moveTo>
                  <a:cubicBezTo>
                    <a:pt x="149" y="38"/>
                    <a:pt x="19" y="17"/>
                    <a:pt x="0" y="0"/>
                  </a:cubicBezTo>
                  <a:cubicBezTo>
                    <a:pt x="3" y="23"/>
                    <a:pt x="69" y="109"/>
                    <a:pt x="71" y="137"/>
                  </a:cubicBezTo>
                  <a:cubicBezTo>
                    <a:pt x="112" y="120"/>
                    <a:pt x="145" y="91"/>
                    <a:pt x="165" y="5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26">
              <a:extLst>
                <a:ext uri="{FF2B5EF4-FFF2-40B4-BE49-F238E27FC236}">
                  <a16:creationId xmlns:a16="http://schemas.microsoft.com/office/drawing/2014/main" id="{0A58CD64-4903-49AC-9B6F-A5A5B53F36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0" y="1531"/>
              <a:ext cx="962" cy="694"/>
            </a:xfrm>
            <a:custGeom>
              <a:avLst/>
              <a:gdLst>
                <a:gd name="T0" fmla="*/ 5994 w 385"/>
                <a:gd name="T1" fmla="*/ 763 h 260"/>
                <a:gd name="T2" fmla="*/ 5994 w 385"/>
                <a:gd name="T3" fmla="*/ 0 h 260"/>
                <a:gd name="T4" fmla="*/ 5994 w 385"/>
                <a:gd name="T5" fmla="*/ 115 h 260"/>
                <a:gd name="T6" fmla="*/ 5712 w 385"/>
                <a:gd name="T7" fmla="*/ 1105 h 260"/>
                <a:gd name="T8" fmla="*/ 5725 w 385"/>
                <a:gd name="T9" fmla="*/ 1105 h 260"/>
                <a:gd name="T10" fmla="*/ 5662 w 385"/>
                <a:gd name="T11" fmla="*/ 3134 h 260"/>
                <a:gd name="T12" fmla="*/ 5994 w 385"/>
                <a:gd name="T13" fmla="*/ 2053 h 260"/>
                <a:gd name="T14" fmla="*/ 6007 w 385"/>
                <a:gd name="T15" fmla="*/ 1754 h 260"/>
                <a:gd name="T16" fmla="*/ 6007 w 385"/>
                <a:gd name="T17" fmla="*/ 1754 h 260"/>
                <a:gd name="T18" fmla="*/ 5994 w 385"/>
                <a:gd name="T19" fmla="*/ 763 h 260"/>
                <a:gd name="T20" fmla="*/ 5994 w 385"/>
                <a:gd name="T21" fmla="*/ 763 h 260"/>
                <a:gd name="T22" fmla="*/ 5994 w 385"/>
                <a:gd name="T23" fmla="*/ 0 h 260"/>
                <a:gd name="T24" fmla="*/ 5994 w 385"/>
                <a:gd name="T25" fmla="*/ 115 h 260"/>
                <a:gd name="T26" fmla="*/ 5712 w 385"/>
                <a:gd name="T27" fmla="*/ 1105 h 260"/>
                <a:gd name="T28" fmla="*/ 5725 w 385"/>
                <a:gd name="T29" fmla="*/ 1105 h 260"/>
                <a:gd name="T30" fmla="*/ 5662 w 385"/>
                <a:gd name="T31" fmla="*/ 3134 h 260"/>
                <a:gd name="T32" fmla="*/ 5994 w 385"/>
                <a:gd name="T33" fmla="*/ 2053 h 260"/>
                <a:gd name="T34" fmla="*/ 6007 w 385"/>
                <a:gd name="T35" fmla="*/ 1754 h 260"/>
                <a:gd name="T36" fmla="*/ 6007 w 385"/>
                <a:gd name="T37" fmla="*/ 1754 h 260"/>
                <a:gd name="T38" fmla="*/ 5994 w 385"/>
                <a:gd name="T39" fmla="*/ 763 h 260"/>
                <a:gd name="T40" fmla="*/ 4258 w 385"/>
                <a:gd name="T41" fmla="*/ 2664 h 260"/>
                <a:gd name="T42" fmla="*/ 4258 w 385"/>
                <a:gd name="T43" fmla="*/ 2643 h 260"/>
                <a:gd name="T44" fmla="*/ 2696 w 385"/>
                <a:gd name="T45" fmla="*/ 2984 h 260"/>
                <a:gd name="T46" fmla="*/ 92 w 385"/>
                <a:gd name="T47" fmla="*/ 550 h 260"/>
                <a:gd name="T48" fmla="*/ 62 w 385"/>
                <a:gd name="T49" fmla="*/ 1903 h 260"/>
                <a:gd name="T50" fmla="*/ 42 w 385"/>
                <a:gd name="T51" fmla="*/ 1903 h 260"/>
                <a:gd name="T52" fmla="*/ 2696 w 385"/>
                <a:gd name="T53" fmla="*/ 4909 h 260"/>
                <a:gd name="T54" fmla="*/ 4258 w 385"/>
                <a:gd name="T55" fmla="*/ 4580 h 260"/>
                <a:gd name="T56" fmla="*/ 4258 w 385"/>
                <a:gd name="T57" fmla="*/ 4567 h 260"/>
                <a:gd name="T58" fmla="*/ 4258 w 385"/>
                <a:gd name="T59" fmla="*/ 2664 h 26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85" h="260">
                  <a:moveTo>
                    <a:pt x="384" y="40"/>
                  </a:moveTo>
                  <a:cubicBezTo>
                    <a:pt x="384" y="27"/>
                    <a:pt x="384" y="11"/>
                    <a:pt x="384" y="0"/>
                  </a:cubicBezTo>
                  <a:cubicBezTo>
                    <a:pt x="384" y="2"/>
                    <a:pt x="384" y="4"/>
                    <a:pt x="384" y="6"/>
                  </a:cubicBezTo>
                  <a:cubicBezTo>
                    <a:pt x="381" y="24"/>
                    <a:pt x="375" y="42"/>
                    <a:pt x="366" y="58"/>
                  </a:cubicBezTo>
                  <a:cubicBezTo>
                    <a:pt x="367" y="58"/>
                    <a:pt x="367" y="58"/>
                    <a:pt x="367" y="58"/>
                  </a:cubicBezTo>
                  <a:cubicBezTo>
                    <a:pt x="367" y="58"/>
                    <a:pt x="370" y="132"/>
                    <a:pt x="363" y="165"/>
                  </a:cubicBezTo>
                  <a:cubicBezTo>
                    <a:pt x="374" y="148"/>
                    <a:pt x="381" y="128"/>
                    <a:pt x="384" y="108"/>
                  </a:cubicBezTo>
                  <a:cubicBezTo>
                    <a:pt x="384" y="102"/>
                    <a:pt x="385" y="97"/>
                    <a:pt x="385" y="92"/>
                  </a:cubicBezTo>
                  <a:cubicBezTo>
                    <a:pt x="385" y="92"/>
                    <a:pt x="385" y="92"/>
                    <a:pt x="385" y="92"/>
                  </a:cubicBezTo>
                  <a:cubicBezTo>
                    <a:pt x="385" y="92"/>
                    <a:pt x="384" y="62"/>
                    <a:pt x="384" y="40"/>
                  </a:cubicBezTo>
                  <a:close/>
                  <a:moveTo>
                    <a:pt x="384" y="40"/>
                  </a:moveTo>
                  <a:cubicBezTo>
                    <a:pt x="384" y="27"/>
                    <a:pt x="384" y="11"/>
                    <a:pt x="384" y="0"/>
                  </a:cubicBezTo>
                  <a:cubicBezTo>
                    <a:pt x="384" y="2"/>
                    <a:pt x="384" y="4"/>
                    <a:pt x="384" y="6"/>
                  </a:cubicBezTo>
                  <a:cubicBezTo>
                    <a:pt x="381" y="24"/>
                    <a:pt x="375" y="42"/>
                    <a:pt x="366" y="58"/>
                  </a:cubicBezTo>
                  <a:cubicBezTo>
                    <a:pt x="367" y="58"/>
                    <a:pt x="367" y="58"/>
                    <a:pt x="367" y="58"/>
                  </a:cubicBezTo>
                  <a:cubicBezTo>
                    <a:pt x="367" y="58"/>
                    <a:pt x="370" y="132"/>
                    <a:pt x="363" y="165"/>
                  </a:cubicBezTo>
                  <a:cubicBezTo>
                    <a:pt x="374" y="148"/>
                    <a:pt x="381" y="128"/>
                    <a:pt x="384" y="108"/>
                  </a:cubicBezTo>
                  <a:cubicBezTo>
                    <a:pt x="384" y="102"/>
                    <a:pt x="385" y="97"/>
                    <a:pt x="385" y="92"/>
                  </a:cubicBezTo>
                  <a:cubicBezTo>
                    <a:pt x="385" y="92"/>
                    <a:pt x="385" y="92"/>
                    <a:pt x="385" y="92"/>
                  </a:cubicBezTo>
                  <a:cubicBezTo>
                    <a:pt x="385" y="92"/>
                    <a:pt x="384" y="62"/>
                    <a:pt x="384" y="40"/>
                  </a:cubicBezTo>
                  <a:close/>
                  <a:moveTo>
                    <a:pt x="273" y="140"/>
                  </a:moveTo>
                  <a:cubicBezTo>
                    <a:pt x="273" y="140"/>
                    <a:pt x="273" y="139"/>
                    <a:pt x="273" y="139"/>
                  </a:cubicBezTo>
                  <a:cubicBezTo>
                    <a:pt x="243" y="152"/>
                    <a:pt x="208" y="159"/>
                    <a:pt x="173" y="157"/>
                  </a:cubicBezTo>
                  <a:cubicBezTo>
                    <a:pt x="86" y="152"/>
                    <a:pt x="19" y="98"/>
                    <a:pt x="6" y="29"/>
                  </a:cubicBezTo>
                  <a:cubicBezTo>
                    <a:pt x="8" y="49"/>
                    <a:pt x="7" y="64"/>
                    <a:pt x="4" y="100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0" y="183"/>
                    <a:pt x="73" y="253"/>
                    <a:pt x="173" y="258"/>
                  </a:cubicBezTo>
                  <a:cubicBezTo>
                    <a:pt x="208" y="260"/>
                    <a:pt x="243" y="254"/>
                    <a:pt x="273" y="241"/>
                  </a:cubicBezTo>
                  <a:cubicBezTo>
                    <a:pt x="273" y="240"/>
                    <a:pt x="273" y="240"/>
                    <a:pt x="273" y="240"/>
                  </a:cubicBezTo>
                  <a:cubicBezTo>
                    <a:pt x="273" y="240"/>
                    <a:pt x="275" y="158"/>
                    <a:pt x="273" y="1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27">
              <a:extLst>
                <a:ext uri="{FF2B5EF4-FFF2-40B4-BE49-F238E27FC236}">
                  <a16:creationId xmlns:a16="http://schemas.microsoft.com/office/drawing/2014/main" id="{8DC894E9-6F74-4A5E-BAF7-09EC0A72C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537"/>
              <a:ext cx="423" cy="437"/>
            </a:xfrm>
            <a:custGeom>
              <a:avLst/>
              <a:gdLst>
                <a:gd name="T0" fmla="*/ 2538 w 169"/>
                <a:gd name="T1" fmla="*/ 3080 h 164"/>
                <a:gd name="T2" fmla="*/ 2601 w 169"/>
                <a:gd name="T3" fmla="*/ 1058 h 164"/>
                <a:gd name="T4" fmla="*/ 2588 w 169"/>
                <a:gd name="T5" fmla="*/ 1058 h 164"/>
                <a:gd name="T6" fmla="*/ 0 w 169"/>
                <a:gd name="T7" fmla="*/ 0 h 164"/>
                <a:gd name="T8" fmla="*/ 1051 w 169"/>
                <a:gd name="T9" fmla="*/ 2273 h 164"/>
                <a:gd name="T10" fmla="*/ 2525 w 169"/>
                <a:gd name="T11" fmla="*/ 3080 h 164"/>
                <a:gd name="T12" fmla="*/ 2538 w 169"/>
                <a:gd name="T13" fmla="*/ 308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164">
                  <a:moveTo>
                    <a:pt x="162" y="163"/>
                  </a:moveTo>
                  <a:cubicBezTo>
                    <a:pt x="169" y="130"/>
                    <a:pt x="166" y="56"/>
                    <a:pt x="166" y="56"/>
                  </a:cubicBezTo>
                  <a:cubicBezTo>
                    <a:pt x="166" y="56"/>
                    <a:pt x="166" y="56"/>
                    <a:pt x="165" y="56"/>
                  </a:cubicBezTo>
                  <a:cubicBezTo>
                    <a:pt x="149" y="38"/>
                    <a:pt x="20" y="17"/>
                    <a:pt x="0" y="0"/>
                  </a:cubicBezTo>
                  <a:cubicBezTo>
                    <a:pt x="4" y="20"/>
                    <a:pt x="50" y="84"/>
                    <a:pt x="67" y="120"/>
                  </a:cubicBezTo>
                  <a:cubicBezTo>
                    <a:pt x="87" y="123"/>
                    <a:pt x="147" y="155"/>
                    <a:pt x="161" y="163"/>
                  </a:cubicBezTo>
                  <a:cubicBezTo>
                    <a:pt x="161" y="164"/>
                    <a:pt x="162" y="164"/>
                    <a:pt x="162" y="16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28">
              <a:extLst>
                <a:ext uri="{FF2B5EF4-FFF2-40B4-BE49-F238E27FC236}">
                  <a16:creationId xmlns:a16="http://schemas.microsoft.com/office/drawing/2014/main" id="{35CEA373-4CD6-413B-B066-EE12002B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617"/>
              <a:ext cx="198" cy="632"/>
            </a:xfrm>
            <a:custGeom>
              <a:avLst/>
              <a:gdLst>
                <a:gd name="T0" fmla="*/ 1213 w 79"/>
                <a:gd name="T1" fmla="*/ 2581 h 237"/>
                <a:gd name="T2" fmla="*/ 1213 w 79"/>
                <a:gd name="T3" fmla="*/ 2581 h 237"/>
                <a:gd name="T4" fmla="*/ 95 w 79"/>
                <a:gd name="T5" fmla="*/ 0 h 237"/>
                <a:gd name="T6" fmla="*/ 83 w 79"/>
                <a:gd name="T7" fmla="*/ 1856 h 237"/>
                <a:gd name="T8" fmla="*/ 1213 w 79"/>
                <a:gd name="T9" fmla="*/ 4493 h 237"/>
                <a:gd name="T10" fmla="*/ 1213 w 79"/>
                <a:gd name="T11" fmla="*/ 2581 h 2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37">
                  <a:moveTo>
                    <a:pt x="77" y="136"/>
                  </a:moveTo>
                  <a:cubicBezTo>
                    <a:pt x="77" y="136"/>
                    <a:pt x="77" y="136"/>
                    <a:pt x="77" y="136"/>
                  </a:cubicBezTo>
                  <a:cubicBezTo>
                    <a:pt x="75" y="109"/>
                    <a:pt x="11" y="24"/>
                    <a:pt x="6" y="0"/>
                  </a:cubicBezTo>
                  <a:cubicBezTo>
                    <a:pt x="4" y="14"/>
                    <a:pt x="10" y="63"/>
                    <a:pt x="5" y="98"/>
                  </a:cubicBezTo>
                  <a:cubicBezTo>
                    <a:pt x="0" y="125"/>
                    <a:pt x="62" y="189"/>
                    <a:pt x="77" y="237"/>
                  </a:cubicBezTo>
                  <a:cubicBezTo>
                    <a:pt x="77" y="237"/>
                    <a:pt x="79" y="155"/>
                    <a:pt x="77" y="1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strawberry-yoghurt-cup-illustration">
            <a:extLst>
              <a:ext uri="{FF2B5EF4-FFF2-40B4-BE49-F238E27FC236}">
                <a16:creationId xmlns:a16="http://schemas.microsoft.com/office/drawing/2014/main" id="{74A8CF7F-7245-4769-9FEF-5422CE63FCEB}"/>
              </a:ext>
            </a:extLst>
          </p:cNvPr>
          <p:cNvGrpSpPr>
            <a:grpSpLocks/>
          </p:cNvGrpSpPr>
          <p:nvPr/>
        </p:nvGrpSpPr>
        <p:grpSpPr bwMode="auto">
          <a:xfrm>
            <a:off x="6713538" y="1770063"/>
            <a:ext cx="1144587" cy="1728787"/>
            <a:chOff x="3269" y="995"/>
            <a:chExt cx="721" cy="1089"/>
          </a:xfrm>
        </p:grpSpPr>
        <p:grpSp>
          <p:nvGrpSpPr>
            <p:cNvPr id="20529" name="Group 153">
              <a:extLst>
                <a:ext uri="{FF2B5EF4-FFF2-40B4-BE49-F238E27FC236}">
                  <a16:creationId xmlns:a16="http://schemas.microsoft.com/office/drawing/2014/main" id="{4EF58F63-A844-4A1D-A3AE-66C9C65094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9" y="995"/>
              <a:ext cx="721" cy="1089"/>
              <a:chOff x="925" y="2693"/>
              <a:chExt cx="565" cy="853"/>
            </a:xfrm>
          </p:grpSpPr>
          <p:sp>
            <p:nvSpPr>
              <p:cNvPr id="20531" name="Freeform 154">
                <a:extLst>
                  <a:ext uri="{FF2B5EF4-FFF2-40B4-BE49-F238E27FC236}">
                    <a16:creationId xmlns:a16="http://schemas.microsoft.com/office/drawing/2014/main" id="{AF98022B-DC44-4E25-994B-E1DDD5CFA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954"/>
                <a:ext cx="465" cy="592"/>
              </a:xfrm>
              <a:custGeom>
                <a:avLst/>
                <a:gdLst>
                  <a:gd name="T0" fmla="*/ 2783 w 186"/>
                  <a:gd name="T1" fmla="*/ 717 h 222"/>
                  <a:gd name="T2" fmla="*/ 2708 w 186"/>
                  <a:gd name="T3" fmla="*/ 819 h 222"/>
                  <a:gd name="T4" fmla="*/ 0 w 186"/>
                  <a:gd name="T5" fmla="*/ 819 h 222"/>
                  <a:gd name="T6" fmla="*/ 0 w 186"/>
                  <a:gd name="T7" fmla="*/ 4019 h 222"/>
                  <a:gd name="T8" fmla="*/ 0 w 186"/>
                  <a:gd name="T9" fmla="*/ 4040 h 222"/>
                  <a:gd name="T10" fmla="*/ 0 w 186"/>
                  <a:gd name="T11" fmla="*/ 4061 h 222"/>
                  <a:gd name="T12" fmla="*/ 0 w 186"/>
                  <a:gd name="T13" fmla="*/ 4061 h 222"/>
                  <a:gd name="T14" fmla="*/ 145 w 186"/>
                  <a:gd name="T15" fmla="*/ 4211 h 222"/>
                  <a:gd name="T16" fmla="*/ 2408 w 186"/>
                  <a:gd name="T17" fmla="*/ 4211 h 222"/>
                  <a:gd name="T18" fmla="*/ 2595 w 186"/>
                  <a:gd name="T19" fmla="*/ 4061 h 222"/>
                  <a:gd name="T20" fmla="*/ 2908 w 186"/>
                  <a:gd name="T21" fmla="*/ 2240 h 222"/>
                  <a:gd name="T22" fmla="*/ 2908 w 186"/>
                  <a:gd name="T23" fmla="*/ 2197 h 222"/>
                  <a:gd name="T24" fmla="*/ 2908 w 186"/>
                  <a:gd name="T25" fmla="*/ 2197 h 222"/>
                  <a:gd name="T26" fmla="*/ 2908 w 186"/>
                  <a:gd name="T27" fmla="*/ 0 h 222"/>
                  <a:gd name="T28" fmla="*/ 2783 w 186"/>
                  <a:gd name="T29" fmla="*/ 717 h 2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6" h="222">
                    <a:moveTo>
                      <a:pt x="178" y="38"/>
                    </a:moveTo>
                    <a:cubicBezTo>
                      <a:pt x="173" y="43"/>
                      <a:pt x="173" y="43"/>
                      <a:pt x="173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3"/>
                      <a:pt x="0" y="213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1" y="219"/>
                      <a:pt x="3" y="222"/>
                      <a:pt x="9" y="222"/>
                    </a:cubicBezTo>
                    <a:cubicBezTo>
                      <a:pt x="154" y="222"/>
                      <a:pt x="154" y="222"/>
                      <a:pt x="154" y="222"/>
                    </a:cubicBezTo>
                    <a:cubicBezTo>
                      <a:pt x="160" y="222"/>
                      <a:pt x="164" y="219"/>
                      <a:pt x="166" y="214"/>
                    </a:cubicBezTo>
                    <a:cubicBezTo>
                      <a:pt x="167" y="213"/>
                      <a:pt x="186" y="118"/>
                      <a:pt x="186" y="118"/>
                    </a:cubicBezTo>
                    <a:cubicBezTo>
                      <a:pt x="186" y="117"/>
                      <a:pt x="186" y="117"/>
                      <a:pt x="186" y="116"/>
                    </a:cubicBezTo>
                    <a:cubicBezTo>
                      <a:pt x="186" y="116"/>
                      <a:pt x="186" y="116"/>
                      <a:pt x="186" y="116"/>
                    </a:cubicBezTo>
                    <a:cubicBezTo>
                      <a:pt x="186" y="0"/>
                      <a:pt x="186" y="0"/>
                      <a:pt x="186" y="0"/>
                    </a:cubicBezTo>
                    <a:lnTo>
                      <a:pt x="178" y="38"/>
                    </a:lnTo>
                    <a:close/>
                  </a:path>
                </a:pathLst>
              </a:custGeom>
              <a:solidFill>
                <a:srgbClr val="F6B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2" name="Freeform 155">
                <a:extLst>
                  <a:ext uri="{FF2B5EF4-FFF2-40B4-BE49-F238E27FC236}">
                    <a16:creationId xmlns:a16="http://schemas.microsoft.com/office/drawing/2014/main" id="{DB7C3664-E8F5-4D57-B8E9-5934B0BBF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074"/>
                <a:ext cx="403" cy="19"/>
              </a:xfrm>
              <a:custGeom>
                <a:avLst/>
                <a:gdLst>
                  <a:gd name="T0" fmla="*/ 0 w 403"/>
                  <a:gd name="T1" fmla="*/ 3 h 19"/>
                  <a:gd name="T2" fmla="*/ 403 w 403"/>
                  <a:gd name="T3" fmla="*/ 19 h 19"/>
                  <a:gd name="T4" fmla="*/ 403 w 403"/>
                  <a:gd name="T5" fmla="*/ 0 h 19"/>
                  <a:gd name="T6" fmla="*/ 0 w 403"/>
                  <a:gd name="T7" fmla="*/ 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3" h="19">
                    <a:moveTo>
                      <a:pt x="0" y="3"/>
                    </a:moveTo>
                    <a:lnTo>
                      <a:pt x="403" y="19"/>
                    </a:lnTo>
                    <a:lnTo>
                      <a:pt x="40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968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3" name="Freeform 156">
                <a:extLst>
                  <a:ext uri="{FF2B5EF4-FFF2-40B4-BE49-F238E27FC236}">
                    <a16:creationId xmlns:a16="http://schemas.microsoft.com/office/drawing/2014/main" id="{230B1F71-CEDB-472A-AA70-27BD18F20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074"/>
                <a:ext cx="403" cy="19"/>
              </a:xfrm>
              <a:custGeom>
                <a:avLst/>
                <a:gdLst>
                  <a:gd name="T0" fmla="*/ 0 w 403"/>
                  <a:gd name="T1" fmla="*/ 3 h 19"/>
                  <a:gd name="T2" fmla="*/ 403 w 403"/>
                  <a:gd name="T3" fmla="*/ 19 h 19"/>
                  <a:gd name="T4" fmla="*/ 403 w 40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3" h="19">
                    <a:moveTo>
                      <a:pt x="0" y="3"/>
                    </a:moveTo>
                    <a:lnTo>
                      <a:pt x="403" y="19"/>
                    </a:lnTo>
                    <a:lnTo>
                      <a:pt x="40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4" name="Freeform 157">
                <a:extLst>
                  <a:ext uri="{FF2B5EF4-FFF2-40B4-BE49-F238E27FC236}">
                    <a16:creationId xmlns:a16="http://schemas.microsoft.com/office/drawing/2014/main" id="{AFAB7FA5-1FC6-4EEE-B996-734D56ECD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54"/>
                <a:ext cx="55" cy="582"/>
              </a:xfrm>
              <a:custGeom>
                <a:avLst/>
                <a:gdLst>
                  <a:gd name="T0" fmla="*/ 0 w 22"/>
                  <a:gd name="T1" fmla="*/ 4149 h 218"/>
                  <a:gd name="T2" fmla="*/ 33 w 22"/>
                  <a:gd name="T3" fmla="*/ 4069 h 218"/>
                  <a:gd name="T4" fmla="*/ 345 w 22"/>
                  <a:gd name="T5" fmla="*/ 2245 h 218"/>
                  <a:gd name="T6" fmla="*/ 345 w 22"/>
                  <a:gd name="T7" fmla="*/ 2211 h 218"/>
                  <a:gd name="T8" fmla="*/ 345 w 22"/>
                  <a:gd name="T9" fmla="*/ 2211 h 218"/>
                  <a:gd name="T10" fmla="*/ 345 w 22"/>
                  <a:gd name="T11" fmla="*/ 0 h 218"/>
                  <a:gd name="T12" fmla="*/ 220 w 22"/>
                  <a:gd name="T13" fmla="*/ 721 h 218"/>
                  <a:gd name="T14" fmla="*/ 145 w 22"/>
                  <a:gd name="T15" fmla="*/ 820 h 218"/>
                  <a:gd name="T16" fmla="*/ 0 w 22"/>
                  <a:gd name="T17" fmla="*/ 820 h 218"/>
                  <a:gd name="T18" fmla="*/ 0 w 22"/>
                  <a:gd name="T19" fmla="*/ 4149 h 2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218">
                    <a:moveTo>
                      <a:pt x="0" y="218"/>
                    </a:moveTo>
                    <a:cubicBezTo>
                      <a:pt x="1" y="217"/>
                      <a:pt x="1" y="216"/>
                      <a:pt x="2" y="214"/>
                    </a:cubicBezTo>
                    <a:cubicBezTo>
                      <a:pt x="3" y="213"/>
                      <a:pt x="22" y="118"/>
                      <a:pt x="22" y="118"/>
                    </a:cubicBezTo>
                    <a:cubicBezTo>
                      <a:pt x="22" y="117"/>
                      <a:pt x="22" y="117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F19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5" name="Freeform 158">
                <a:extLst>
                  <a:ext uri="{FF2B5EF4-FFF2-40B4-BE49-F238E27FC236}">
                    <a16:creationId xmlns:a16="http://schemas.microsoft.com/office/drawing/2014/main" id="{84D5A92F-E9A3-49A4-BF30-21453106C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693"/>
                <a:ext cx="565" cy="376"/>
              </a:xfrm>
              <a:custGeom>
                <a:avLst/>
                <a:gdLst>
                  <a:gd name="T0" fmla="*/ 483 w 565"/>
                  <a:gd name="T1" fmla="*/ 376 h 376"/>
                  <a:gd name="T2" fmla="*/ 495 w 565"/>
                  <a:gd name="T3" fmla="*/ 363 h 376"/>
                  <a:gd name="T4" fmla="*/ 565 w 565"/>
                  <a:gd name="T5" fmla="*/ 13 h 376"/>
                  <a:gd name="T6" fmla="*/ 550 w 565"/>
                  <a:gd name="T7" fmla="*/ 0 h 376"/>
                  <a:gd name="T8" fmla="*/ 93 w 565"/>
                  <a:gd name="T9" fmla="*/ 0 h 376"/>
                  <a:gd name="T10" fmla="*/ 73 w 565"/>
                  <a:gd name="T11" fmla="*/ 16 h 376"/>
                  <a:gd name="T12" fmla="*/ 0 w 565"/>
                  <a:gd name="T13" fmla="*/ 363 h 376"/>
                  <a:gd name="T14" fmla="*/ 13 w 565"/>
                  <a:gd name="T15" fmla="*/ 376 h 376"/>
                  <a:gd name="T16" fmla="*/ 483 w 565"/>
                  <a:gd name="T17" fmla="*/ 376 h 3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5" h="376">
                    <a:moveTo>
                      <a:pt x="483" y="376"/>
                    </a:moveTo>
                    <a:lnTo>
                      <a:pt x="495" y="363"/>
                    </a:lnTo>
                    <a:lnTo>
                      <a:pt x="565" y="13"/>
                    </a:lnTo>
                    <a:lnTo>
                      <a:pt x="550" y="0"/>
                    </a:lnTo>
                    <a:lnTo>
                      <a:pt x="93" y="0"/>
                    </a:lnTo>
                    <a:lnTo>
                      <a:pt x="73" y="16"/>
                    </a:lnTo>
                    <a:lnTo>
                      <a:pt x="0" y="363"/>
                    </a:lnTo>
                    <a:lnTo>
                      <a:pt x="13" y="376"/>
                    </a:lnTo>
                    <a:lnTo>
                      <a:pt x="483" y="376"/>
                    </a:lnTo>
                    <a:close/>
                  </a:path>
                </a:pathLst>
              </a:custGeom>
              <a:solidFill>
                <a:srgbClr val="E9EC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6" name="Freeform 159">
                <a:extLst>
                  <a:ext uri="{FF2B5EF4-FFF2-40B4-BE49-F238E27FC236}">
                    <a16:creationId xmlns:a16="http://schemas.microsoft.com/office/drawing/2014/main" id="{470FD2DC-2DE8-487C-9E17-5C5C12B2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725"/>
                <a:ext cx="470" cy="309"/>
              </a:xfrm>
              <a:custGeom>
                <a:avLst/>
                <a:gdLst>
                  <a:gd name="T0" fmla="*/ 2613 w 188"/>
                  <a:gd name="T1" fmla="*/ 2043 h 116"/>
                  <a:gd name="T2" fmla="*/ 2425 w 188"/>
                  <a:gd name="T3" fmla="*/ 2192 h 116"/>
                  <a:gd name="T4" fmla="*/ 158 w 188"/>
                  <a:gd name="T5" fmla="*/ 2192 h 116"/>
                  <a:gd name="T6" fmla="*/ 20 w 188"/>
                  <a:gd name="T7" fmla="*/ 1966 h 116"/>
                  <a:gd name="T8" fmla="*/ 345 w 188"/>
                  <a:gd name="T9" fmla="*/ 149 h 116"/>
                  <a:gd name="T10" fmla="*/ 520 w 188"/>
                  <a:gd name="T11" fmla="*/ 0 h 116"/>
                  <a:gd name="T12" fmla="*/ 2720 w 188"/>
                  <a:gd name="T13" fmla="*/ 0 h 116"/>
                  <a:gd name="T14" fmla="*/ 2925 w 188"/>
                  <a:gd name="T15" fmla="*/ 226 h 116"/>
                  <a:gd name="T16" fmla="*/ 2613 w 188"/>
                  <a:gd name="T17" fmla="*/ 2043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8" h="116">
                    <a:moveTo>
                      <a:pt x="167" y="108"/>
                    </a:moveTo>
                    <a:cubicBezTo>
                      <a:pt x="165" y="113"/>
                      <a:pt x="161" y="116"/>
                      <a:pt x="155" y="116"/>
                    </a:cubicBezTo>
                    <a:cubicBezTo>
                      <a:pt x="10" y="116"/>
                      <a:pt x="10" y="116"/>
                      <a:pt x="10" y="116"/>
                    </a:cubicBezTo>
                    <a:cubicBezTo>
                      <a:pt x="3" y="116"/>
                      <a:pt x="0" y="110"/>
                      <a:pt x="1" y="104"/>
                    </a:cubicBezTo>
                    <a:cubicBezTo>
                      <a:pt x="1" y="104"/>
                      <a:pt x="21" y="9"/>
                      <a:pt x="22" y="8"/>
                    </a:cubicBezTo>
                    <a:cubicBezTo>
                      <a:pt x="23" y="3"/>
                      <a:pt x="28" y="0"/>
                      <a:pt x="33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81" y="0"/>
                      <a:pt x="188" y="2"/>
                      <a:pt x="187" y="12"/>
                    </a:cubicBezTo>
                    <a:cubicBezTo>
                      <a:pt x="187" y="12"/>
                      <a:pt x="168" y="107"/>
                      <a:pt x="167" y="108"/>
                    </a:cubicBezTo>
                    <a:close/>
                  </a:path>
                </a:pathLst>
              </a:custGeom>
              <a:solidFill>
                <a:srgbClr val="FDF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7" name="Freeform 160">
                <a:extLst>
                  <a:ext uri="{FF2B5EF4-FFF2-40B4-BE49-F238E27FC236}">
                    <a16:creationId xmlns:a16="http://schemas.microsoft.com/office/drawing/2014/main" id="{9FDE076C-B1EE-4613-8DE1-6FD54A7E7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786"/>
                <a:ext cx="190" cy="190"/>
              </a:xfrm>
              <a:custGeom>
                <a:avLst/>
                <a:gdLst>
                  <a:gd name="T0" fmla="*/ 833 w 76"/>
                  <a:gd name="T1" fmla="*/ 1017 h 71"/>
                  <a:gd name="T2" fmla="*/ 645 w 76"/>
                  <a:gd name="T3" fmla="*/ 136 h 71"/>
                  <a:gd name="T4" fmla="*/ 20 w 76"/>
                  <a:gd name="T5" fmla="*/ 688 h 71"/>
                  <a:gd name="T6" fmla="*/ 313 w 76"/>
                  <a:gd name="T7" fmla="*/ 1338 h 71"/>
                  <a:gd name="T8" fmla="*/ 833 w 76"/>
                  <a:gd name="T9" fmla="*/ 101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1">
                    <a:moveTo>
                      <a:pt x="53" y="53"/>
                    </a:moveTo>
                    <a:cubicBezTo>
                      <a:pt x="68" y="35"/>
                      <a:pt x="76" y="12"/>
                      <a:pt x="41" y="7"/>
                    </a:cubicBezTo>
                    <a:cubicBezTo>
                      <a:pt x="21" y="0"/>
                      <a:pt x="0" y="13"/>
                      <a:pt x="1" y="36"/>
                    </a:cubicBezTo>
                    <a:cubicBezTo>
                      <a:pt x="2" y="54"/>
                      <a:pt x="12" y="68"/>
                      <a:pt x="20" y="70"/>
                    </a:cubicBezTo>
                    <a:cubicBezTo>
                      <a:pt x="27" y="71"/>
                      <a:pt x="43" y="65"/>
                      <a:pt x="53" y="53"/>
                    </a:cubicBezTo>
                    <a:close/>
                  </a:path>
                </a:pathLst>
              </a:custGeom>
              <a:solidFill>
                <a:srgbClr val="EB7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8" name="Freeform 161">
                <a:extLst>
                  <a:ext uri="{FF2B5EF4-FFF2-40B4-BE49-F238E27FC236}">
                    <a16:creationId xmlns:a16="http://schemas.microsoft.com/office/drawing/2014/main" id="{37E3073A-0F86-40A9-92E1-91CDDD0BE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765"/>
                <a:ext cx="70" cy="45"/>
              </a:xfrm>
              <a:custGeom>
                <a:avLst/>
                <a:gdLst>
                  <a:gd name="T0" fmla="*/ 50 w 28"/>
                  <a:gd name="T1" fmla="*/ 259 h 17"/>
                  <a:gd name="T2" fmla="*/ 125 w 28"/>
                  <a:gd name="T3" fmla="*/ 281 h 17"/>
                  <a:gd name="T4" fmla="*/ 283 w 28"/>
                  <a:gd name="T5" fmla="*/ 315 h 17"/>
                  <a:gd name="T6" fmla="*/ 300 w 28"/>
                  <a:gd name="T7" fmla="*/ 294 h 17"/>
                  <a:gd name="T8" fmla="*/ 438 w 28"/>
                  <a:gd name="T9" fmla="*/ 111 h 17"/>
                  <a:gd name="T10" fmla="*/ 175 w 28"/>
                  <a:gd name="T11" fmla="*/ 148 h 17"/>
                  <a:gd name="T12" fmla="*/ 0 w 28"/>
                  <a:gd name="T13" fmla="*/ 0 h 17"/>
                  <a:gd name="T14" fmla="*/ 50 w 28"/>
                  <a:gd name="T15" fmla="*/ 183 h 17"/>
                  <a:gd name="T16" fmla="*/ 50 w 28"/>
                  <a:gd name="T17" fmla="*/ 259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3" y="14"/>
                    </a:moveTo>
                    <a:cubicBezTo>
                      <a:pt x="5" y="14"/>
                      <a:pt x="6" y="14"/>
                      <a:pt x="8" y="15"/>
                    </a:cubicBezTo>
                    <a:cubicBezTo>
                      <a:pt x="12" y="15"/>
                      <a:pt x="15" y="16"/>
                      <a:pt x="18" y="17"/>
                    </a:cubicBezTo>
                    <a:cubicBezTo>
                      <a:pt x="18" y="17"/>
                      <a:pt x="18" y="16"/>
                      <a:pt x="19" y="16"/>
                    </a:cubicBezTo>
                    <a:cubicBezTo>
                      <a:pt x="21" y="13"/>
                      <a:pt x="25" y="9"/>
                      <a:pt x="28" y="6"/>
                    </a:cubicBezTo>
                    <a:cubicBezTo>
                      <a:pt x="21" y="10"/>
                      <a:pt x="17" y="9"/>
                      <a:pt x="11" y="8"/>
                    </a:cubicBezTo>
                    <a:cubicBezTo>
                      <a:pt x="7" y="7"/>
                      <a:pt x="2" y="4"/>
                      <a:pt x="0" y="0"/>
                    </a:cubicBezTo>
                    <a:cubicBezTo>
                      <a:pt x="1" y="4"/>
                      <a:pt x="3" y="7"/>
                      <a:pt x="3" y="10"/>
                    </a:cubicBezTo>
                    <a:cubicBezTo>
                      <a:pt x="4" y="11"/>
                      <a:pt x="3" y="12"/>
                      <a:pt x="3" y="14"/>
                    </a:cubicBezTo>
                    <a:close/>
                  </a:path>
                </a:pathLst>
              </a:custGeom>
              <a:solidFill>
                <a:srgbClr val="7AB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9" name="Freeform 162">
                <a:extLst>
                  <a:ext uri="{FF2B5EF4-FFF2-40B4-BE49-F238E27FC236}">
                    <a16:creationId xmlns:a16="http://schemas.microsoft.com/office/drawing/2014/main" id="{AE5D4B9E-7BAD-4825-844E-3DA57EFF0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784"/>
                <a:ext cx="360" cy="240"/>
              </a:xfrm>
              <a:custGeom>
                <a:avLst/>
                <a:gdLst>
                  <a:gd name="T0" fmla="*/ 2250 w 144"/>
                  <a:gd name="T1" fmla="*/ 0 h 90"/>
                  <a:gd name="T2" fmla="*/ 2000 w 144"/>
                  <a:gd name="T3" fmla="*/ 1557 h 90"/>
                  <a:gd name="T4" fmla="*/ 1813 w 144"/>
                  <a:gd name="T5" fmla="*/ 1707 h 90"/>
                  <a:gd name="T6" fmla="*/ 0 w 144"/>
                  <a:gd name="T7" fmla="*/ 1707 h 90"/>
                  <a:gd name="T8" fmla="*/ 1738 w 144"/>
                  <a:gd name="T9" fmla="*/ 1629 h 90"/>
                  <a:gd name="T10" fmla="*/ 1970 w 144"/>
                  <a:gd name="T11" fmla="*/ 1387 h 90"/>
                  <a:gd name="T12" fmla="*/ 2250 w 144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4" h="90">
                    <a:moveTo>
                      <a:pt x="144" y="0"/>
                    </a:moveTo>
                    <a:cubicBezTo>
                      <a:pt x="139" y="27"/>
                      <a:pt x="128" y="81"/>
                      <a:pt x="128" y="82"/>
                    </a:cubicBezTo>
                    <a:cubicBezTo>
                      <a:pt x="126" y="87"/>
                      <a:pt x="121" y="90"/>
                      <a:pt x="116" y="90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18" y="89"/>
                      <a:pt x="105" y="87"/>
                      <a:pt x="111" y="86"/>
                    </a:cubicBezTo>
                    <a:cubicBezTo>
                      <a:pt x="118" y="84"/>
                      <a:pt x="124" y="80"/>
                      <a:pt x="126" y="73"/>
                    </a:cubicBezTo>
                    <a:cubicBezTo>
                      <a:pt x="128" y="65"/>
                      <a:pt x="144" y="0"/>
                      <a:pt x="144" y="0"/>
                    </a:cubicBezTo>
                    <a:close/>
                  </a:path>
                </a:pathLst>
              </a:custGeom>
              <a:solidFill>
                <a:srgbClr val="FCE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0" name="Freeform 163">
                <a:extLst>
                  <a:ext uri="{FF2B5EF4-FFF2-40B4-BE49-F238E27FC236}">
                    <a16:creationId xmlns:a16="http://schemas.microsoft.com/office/drawing/2014/main" id="{5890C2F1-F723-41AE-B8AD-385360A2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733"/>
                <a:ext cx="440" cy="291"/>
              </a:xfrm>
              <a:custGeom>
                <a:avLst/>
                <a:gdLst>
                  <a:gd name="T0" fmla="*/ 63 w 176"/>
                  <a:gd name="T1" fmla="*/ 1960 h 109"/>
                  <a:gd name="T2" fmla="*/ 408 w 176"/>
                  <a:gd name="T3" fmla="*/ 264 h 109"/>
                  <a:gd name="T4" fmla="*/ 583 w 176"/>
                  <a:gd name="T5" fmla="*/ 115 h 109"/>
                  <a:gd name="T6" fmla="*/ 2583 w 176"/>
                  <a:gd name="T7" fmla="*/ 35 h 109"/>
                  <a:gd name="T8" fmla="*/ 2750 w 176"/>
                  <a:gd name="T9" fmla="*/ 115 h 109"/>
                  <a:gd name="T10" fmla="*/ 2550 w 176"/>
                  <a:gd name="T11" fmla="*/ 0 h 109"/>
                  <a:gd name="T12" fmla="*/ 488 w 176"/>
                  <a:gd name="T13" fmla="*/ 0 h 109"/>
                  <a:gd name="T14" fmla="*/ 313 w 176"/>
                  <a:gd name="T15" fmla="*/ 150 h 109"/>
                  <a:gd name="T16" fmla="*/ 20 w 176"/>
                  <a:gd name="T17" fmla="*/ 1866 h 109"/>
                  <a:gd name="T18" fmla="*/ 113 w 176"/>
                  <a:gd name="T19" fmla="*/ 2074 h 109"/>
                  <a:gd name="T20" fmla="*/ 63 w 176"/>
                  <a:gd name="T21" fmla="*/ 1960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6" h="109">
                    <a:moveTo>
                      <a:pt x="4" y="103"/>
                    </a:moveTo>
                    <a:cubicBezTo>
                      <a:pt x="3" y="98"/>
                      <a:pt x="26" y="15"/>
                      <a:pt x="26" y="14"/>
                    </a:cubicBezTo>
                    <a:cubicBezTo>
                      <a:pt x="27" y="9"/>
                      <a:pt x="32" y="6"/>
                      <a:pt x="37" y="6"/>
                    </a:cubicBezTo>
                    <a:cubicBezTo>
                      <a:pt x="37" y="6"/>
                      <a:pt x="158" y="2"/>
                      <a:pt x="165" y="2"/>
                    </a:cubicBezTo>
                    <a:cubicBezTo>
                      <a:pt x="172" y="3"/>
                      <a:pt x="174" y="6"/>
                      <a:pt x="176" y="6"/>
                    </a:cubicBezTo>
                    <a:cubicBezTo>
                      <a:pt x="175" y="1"/>
                      <a:pt x="168" y="0"/>
                      <a:pt x="163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6" y="0"/>
                      <a:pt x="21" y="3"/>
                      <a:pt x="20" y="8"/>
                    </a:cubicBezTo>
                    <a:cubicBezTo>
                      <a:pt x="19" y="9"/>
                      <a:pt x="1" y="98"/>
                      <a:pt x="1" y="98"/>
                    </a:cubicBezTo>
                    <a:cubicBezTo>
                      <a:pt x="0" y="104"/>
                      <a:pt x="0" y="109"/>
                      <a:pt x="7" y="109"/>
                    </a:cubicBezTo>
                    <a:cubicBezTo>
                      <a:pt x="7" y="108"/>
                      <a:pt x="4" y="109"/>
                      <a:pt x="4" y="1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1" name="Freeform 164">
                <a:extLst>
                  <a:ext uri="{FF2B5EF4-FFF2-40B4-BE49-F238E27FC236}">
                    <a16:creationId xmlns:a16="http://schemas.microsoft.com/office/drawing/2014/main" id="{43D4A717-FB04-46C1-AE83-81B5EDDD6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069"/>
                <a:ext cx="25" cy="477"/>
              </a:xfrm>
              <a:custGeom>
                <a:avLst/>
                <a:gdLst>
                  <a:gd name="T0" fmla="*/ 33 w 10"/>
                  <a:gd name="T1" fmla="*/ 0 h 179"/>
                  <a:gd name="T2" fmla="*/ 20 w 10"/>
                  <a:gd name="T3" fmla="*/ 0 h 179"/>
                  <a:gd name="T4" fmla="*/ 20 w 10"/>
                  <a:gd name="T5" fmla="*/ 3366 h 179"/>
                  <a:gd name="T6" fmla="*/ 0 w 10"/>
                  <a:gd name="T7" fmla="*/ 3387 h 179"/>
                  <a:gd name="T8" fmla="*/ 145 w 10"/>
                  <a:gd name="T9" fmla="*/ 3238 h 179"/>
                  <a:gd name="T10" fmla="*/ 158 w 10"/>
                  <a:gd name="T11" fmla="*/ 3195 h 179"/>
                  <a:gd name="T12" fmla="*/ 158 w 10"/>
                  <a:gd name="T13" fmla="*/ 21 h 179"/>
                  <a:gd name="T14" fmla="*/ 33 w 10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9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78"/>
                      <a:pt x="1" y="178"/>
                      <a:pt x="1" y="178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" y="178"/>
                      <a:pt x="8" y="175"/>
                      <a:pt x="9" y="171"/>
                    </a:cubicBezTo>
                    <a:cubicBezTo>
                      <a:pt x="9" y="171"/>
                      <a:pt x="9" y="171"/>
                      <a:pt x="10" y="169"/>
                    </a:cubicBezTo>
                    <a:cubicBezTo>
                      <a:pt x="10" y="1"/>
                      <a:pt x="10" y="1"/>
                      <a:pt x="1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68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2" name="Freeform 165">
                <a:extLst>
                  <a:ext uri="{FF2B5EF4-FFF2-40B4-BE49-F238E27FC236}">
                    <a16:creationId xmlns:a16="http://schemas.microsoft.com/office/drawing/2014/main" id="{F17FF8F8-7AC1-4515-852A-B7FE9CE9C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962"/>
                <a:ext cx="465" cy="416"/>
              </a:xfrm>
              <a:custGeom>
                <a:avLst/>
                <a:gdLst>
                  <a:gd name="T0" fmla="*/ 2595 w 186"/>
                  <a:gd name="T1" fmla="*/ 1843 h 156"/>
                  <a:gd name="T2" fmla="*/ 2408 w 186"/>
                  <a:gd name="T3" fmla="*/ 1971 h 156"/>
                  <a:gd name="T4" fmla="*/ 145 w 186"/>
                  <a:gd name="T5" fmla="*/ 1971 h 156"/>
                  <a:gd name="T6" fmla="*/ 0 w 186"/>
                  <a:gd name="T7" fmla="*/ 1843 h 156"/>
                  <a:gd name="T8" fmla="*/ 0 w 186"/>
                  <a:gd name="T9" fmla="*/ 2731 h 156"/>
                  <a:gd name="T10" fmla="*/ 0 w 186"/>
                  <a:gd name="T11" fmla="*/ 2752 h 156"/>
                  <a:gd name="T12" fmla="*/ 0 w 186"/>
                  <a:gd name="T13" fmla="*/ 2787 h 156"/>
                  <a:gd name="T14" fmla="*/ 145 w 186"/>
                  <a:gd name="T15" fmla="*/ 2957 h 156"/>
                  <a:gd name="T16" fmla="*/ 2408 w 186"/>
                  <a:gd name="T17" fmla="*/ 2957 h 156"/>
                  <a:gd name="T18" fmla="*/ 2595 w 186"/>
                  <a:gd name="T19" fmla="*/ 2808 h 156"/>
                  <a:gd name="T20" fmla="*/ 2908 w 186"/>
                  <a:gd name="T21" fmla="*/ 989 h 156"/>
                  <a:gd name="T22" fmla="*/ 2908 w 186"/>
                  <a:gd name="T23" fmla="*/ 0 h 156"/>
                  <a:gd name="T24" fmla="*/ 2595 w 186"/>
                  <a:gd name="T25" fmla="*/ 1843 h 1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6" h="156">
                    <a:moveTo>
                      <a:pt x="166" y="97"/>
                    </a:moveTo>
                    <a:cubicBezTo>
                      <a:pt x="164" y="101"/>
                      <a:pt x="160" y="104"/>
                      <a:pt x="154" y="104"/>
                    </a:cubicBezTo>
                    <a:cubicBezTo>
                      <a:pt x="9" y="104"/>
                      <a:pt x="9" y="104"/>
                      <a:pt x="9" y="104"/>
                    </a:cubicBezTo>
                    <a:cubicBezTo>
                      <a:pt x="4" y="104"/>
                      <a:pt x="1" y="101"/>
                      <a:pt x="0" y="97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0" y="144"/>
                      <a:pt x="0" y="145"/>
                      <a:pt x="0" y="145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52"/>
                      <a:pt x="3" y="156"/>
                      <a:pt x="9" y="156"/>
                    </a:cubicBezTo>
                    <a:cubicBezTo>
                      <a:pt x="154" y="156"/>
                      <a:pt x="154" y="156"/>
                      <a:pt x="154" y="156"/>
                    </a:cubicBezTo>
                    <a:cubicBezTo>
                      <a:pt x="160" y="156"/>
                      <a:pt x="164" y="153"/>
                      <a:pt x="166" y="148"/>
                    </a:cubicBezTo>
                    <a:cubicBezTo>
                      <a:pt x="167" y="147"/>
                      <a:pt x="186" y="52"/>
                      <a:pt x="186" y="52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0"/>
                      <a:pt x="167" y="95"/>
                      <a:pt x="166" y="97"/>
                    </a:cubicBezTo>
                    <a:close/>
                  </a:path>
                </a:pathLst>
              </a:custGeom>
              <a:solidFill>
                <a:srgbClr val="FDF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3" name="Freeform 166">
                <a:extLst>
                  <a:ext uri="{FF2B5EF4-FFF2-40B4-BE49-F238E27FC236}">
                    <a16:creationId xmlns:a16="http://schemas.microsoft.com/office/drawing/2014/main" id="{5340ED2E-DD41-497E-B7EA-70EA636F1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978"/>
                <a:ext cx="62" cy="395"/>
              </a:xfrm>
              <a:custGeom>
                <a:avLst/>
                <a:gdLst>
                  <a:gd name="T0" fmla="*/ 0 w 25"/>
                  <a:gd name="T1" fmla="*/ 2813 h 148"/>
                  <a:gd name="T2" fmla="*/ 74 w 25"/>
                  <a:gd name="T3" fmla="*/ 2701 h 148"/>
                  <a:gd name="T4" fmla="*/ 382 w 25"/>
                  <a:gd name="T5" fmla="*/ 875 h 148"/>
                  <a:gd name="T6" fmla="*/ 382 w 25"/>
                  <a:gd name="T7" fmla="*/ 0 h 148"/>
                  <a:gd name="T8" fmla="*/ 320 w 25"/>
                  <a:gd name="T9" fmla="*/ 206 h 148"/>
                  <a:gd name="T10" fmla="*/ 74 w 25"/>
                  <a:gd name="T11" fmla="*/ 1732 h 148"/>
                  <a:gd name="T12" fmla="*/ 0 w 25"/>
                  <a:gd name="T13" fmla="*/ 1823 h 148"/>
                  <a:gd name="T14" fmla="*/ 0 w 25"/>
                  <a:gd name="T15" fmla="*/ 2813 h 1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48">
                    <a:moveTo>
                      <a:pt x="0" y="148"/>
                    </a:moveTo>
                    <a:cubicBezTo>
                      <a:pt x="2" y="147"/>
                      <a:pt x="4" y="145"/>
                      <a:pt x="5" y="142"/>
                    </a:cubicBezTo>
                    <a:cubicBezTo>
                      <a:pt x="6" y="141"/>
                      <a:pt x="25" y="46"/>
                      <a:pt x="25" y="46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6" y="39"/>
                      <a:pt x="6" y="90"/>
                      <a:pt x="5" y="91"/>
                    </a:cubicBezTo>
                    <a:cubicBezTo>
                      <a:pt x="4" y="93"/>
                      <a:pt x="2" y="95"/>
                      <a:pt x="0" y="96"/>
                    </a:cubicBez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FCE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4" name="Freeform 167">
                <a:extLst>
                  <a:ext uri="{FF2B5EF4-FFF2-40B4-BE49-F238E27FC236}">
                    <a16:creationId xmlns:a16="http://schemas.microsoft.com/office/drawing/2014/main" id="{915ABA1E-18C6-454E-BE69-94093570F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216"/>
                <a:ext cx="23" cy="162"/>
              </a:xfrm>
              <a:custGeom>
                <a:avLst/>
                <a:gdLst>
                  <a:gd name="T0" fmla="*/ 0 w 9"/>
                  <a:gd name="T1" fmla="*/ 1142 h 61"/>
                  <a:gd name="T2" fmla="*/ 130 w 9"/>
                  <a:gd name="T3" fmla="*/ 993 h 61"/>
                  <a:gd name="T4" fmla="*/ 151 w 9"/>
                  <a:gd name="T5" fmla="*/ 953 h 61"/>
                  <a:gd name="T6" fmla="*/ 151 w 9"/>
                  <a:gd name="T7" fmla="*/ 0 h 61"/>
                  <a:gd name="T8" fmla="*/ 130 w 9"/>
                  <a:gd name="T9" fmla="*/ 35 h 61"/>
                  <a:gd name="T10" fmla="*/ 0 w 9"/>
                  <a:gd name="T11" fmla="*/ 170 h 61"/>
                  <a:gd name="T12" fmla="*/ 0 w 9"/>
                  <a:gd name="T13" fmla="*/ 1142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1">
                    <a:moveTo>
                      <a:pt x="0" y="61"/>
                    </a:moveTo>
                    <a:cubicBezTo>
                      <a:pt x="3" y="60"/>
                      <a:pt x="7" y="57"/>
                      <a:pt x="8" y="53"/>
                    </a:cubicBezTo>
                    <a:cubicBezTo>
                      <a:pt x="8" y="53"/>
                      <a:pt x="8" y="52"/>
                      <a:pt x="9" y="5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7" y="5"/>
                      <a:pt x="3" y="8"/>
                      <a:pt x="0" y="9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BD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5" name="Freeform 168">
                <a:extLst>
                  <a:ext uri="{FF2B5EF4-FFF2-40B4-BE49-F238E27FC236}">
                    <a16:creationId xmlns:a16="http://schemas.microsoft.com/office/drawing/2014/main" id="{0DDD07D7-EDF5-4D51-8FCF-307BFD85C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069"/>
                <a:ext cx="15" cy="477"/>
              </a:xfrm>
              <a:custGeom>
                <a:avLst/>
                <a:gdLst>
                  <a:gd name="T0" fmla="*/ 95 w 6"/>
                  <a:gd name="T1" fmla="*/ 3387 h 179"/>
                  <a:gd name="T2" fmla="*/ 95 w 6"/>
                  <a:gd name="T3" fmla="*/ 0 h 179"/>
                  <a:gd name="T4" fmla="*/ 0 w 6"/>
                  <a:gd name="T5" fmla="*/ 0 h 179"/>
                  <a:gd name="T6" fmla="*/ 0 w 6"/>
                  <a:gd name="T7" fmla="*/ 3195 h 179"/>
                  <a:gd name="T8" fmla="*/ 0 w 6"/>
                  <a:gd name="T9" fmla="*/ 3216 h 179"/>
                  <a:gd name="T10" fmla="*/ 0 w 6"/>
                  <a:gd name="T11" fmla="*/ 3238 h 179"/>
                  <a:gd name="T12" fmla="*/ 0 w 6"/>
                  <a:gd name="T13" fmla="*/ 3238 h 179"/>
                  <a:gd name="T14" fmla="*/ 95 w 6"/>
                  <a:gd name="T15" fmla="*/ 3387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79">
                    <a:moveTo>
                      <a:pt x="6" y="179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69"/>
                      <a:pt x="0" y="170"/>
                      <a:pt x="0" y="170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5"/>
                      <a:pt x="2" y="178"/>
                      <a:pt x="6" y="1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6" name="Freeform 169">
                <a:extLst>
                  <a:ext uri="{FF2B5EF4-FFF2-40B4-BE49-F238E27FC236}">
                    <a16:creationId xmlns:a16="http://schemas.microsoft.com/office/drawing/2014/main" id="{1A5DE351-00AE-4A70-A1E1-3C368C22F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085"/>
                <a:ext cx="18" cy="443"/>
              </a:xfrm>
              <a:custGeom>
                <a:avLst/>
                <a:gdLst>
                  <a:gd name="T0" fmla="*/ 0 w 7"/>
                  <a:gd name="T1" fmla="*/ 0 h 166"/>
                  <a:gd name="T2" fmla="*/ 0 w 7"/>
                  <a:gd name="T3" fmla="*/ 3154 h 166"/>
                  <a:gd name="T4" fmla="*/ 0 w 7"/>
                  <a:gd name="T5" fmla="*/ 0 h 1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6">
                    <a:moveTo>
                      <a:pt x="0" y="0"/>
                    </a:moveTo>
                    <a:cubicBezTo>
                      <a:pt x="0" y="166"/>
                      <a:pt x="0" y="166"/>
                      <a:pt x="0" y="166"/>
                    </a:cubicBezTo>
                    <a:cubicBezTo>
                      <a:pt x="2" y="136"/>
                      <a:pt x="7" y="5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7" name="Freeform 170">
                <a:extLst>
                  <a:ext uri="{FF2B5EF4-FFF2-40B4-BE49-F238E27FC236}">
                    <a16:creationId xmlns:a16="http://schemas.microsoft.com/office/drawing/2014/main" id="{9277BF18-0554-43A3-9E68-00078A2AD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208"/>
                <a:ext cx="355" cy="21"/>
              </a:xfrm>
              <a:custGeom>
                <a:avLst/>
                <a:gdLst>
                  <a:gd name="T0" fmla="*/ 0 w 355"/>
                  <a:gd name="T1" fmla="*/ 21 h 21"/>
                  <a:gd name="T2" fmla="*/ 355 w 355"/>
                  <a:gd name="T3" fmla="*/ 21 h 21"/>
                  <a:gd name="T4" fmla="*/ 355 w 355"/>
                  <a:gd name="T5" fmla="*/ 0 h 21"/>
                  <a:gd name="T6" fmla="*/ 0 w 355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5" h="21">
                    <a:moveTo>
                      <a:pt x="0" y="21"/>
                    </a:moveTo>
                    <a:lnTo>
                      <a:pt x="355" y="21"/>
                    </a:lnTo>
                    <a:lnTo>
                      <a:pt x="355" y="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F19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8" name="Freeform 171">
                <a:extLst>
                  <a:ext uri="{FF2B5EF4-FFF2-40B4-BE49-F238E27FC236}">
                    <a16:creationId xmlns:a16="http://schemas.microsoft.com/office/drawing/2014/main" id="{1B71265E-547C-4D8C-8EFF-DDE07D757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208"/>
                <a:ext cx="355" cy="21"/>
              </a:xfrm>
              <a:custGeom>
                <a:avLst/>
                <a:gdLst>
                  <a:gd name="T0" fmla="*/ 0 w 355"/>
                  <a:gd name="T1" fmla="*/ 21 h 21"/>
                  <a:gd name="T2" fmla="*/ 355 w 355"/>
                  <a:gd name="T3" fmla="*/ 21 h 21"/>
                  <a:gd name="T4" fmla="*/ 355 w 35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5" h="21">
                    <a:moveTo>
                      <a:pt x="0" y="21"/>
                    </a:moveTo>
                    <a:lnTo>
                      <a:pt x="355" y="21"/>
                    </a:lnTo>
                    <a:lnTo>
                      <a:pt x="3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9" name="Freeform 172">
                <a:extLst>
                  <a:ext uri="{FF2B5EF4-FFF2-40B4-BE49-F238E27FC236}">
                    <a16:creationId xmlns:a16="http://schemas.microsoft.com/office/drawing/2014/main" id="{7B962881-1E0C-41E6-9366-69A85D740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386"/>
                <a:ext cx="353" cy="147"/>
              </a:xfrm>
              <a:custGeom>
                <a:avLst/>
                <a:gdLst>
                  <a:gd name="T0" fmla="*/ 1034 w 141"/>
                  <a:gd name="T1" fmla="*/ 0 h 55"/>
                  <a:gd name="T2" fmla="*/ 2213 w 141"/>
                  <a:gd name="T3" fmla="*/ 0 h 55"/>
                  <a:gd name="T4" fmla="*/ 2213 w 141"/>
                  <a:gd name="T5" fmla="*/ 994 h 55"/>
                  <a:gd name="T6" fmla="*/ 1838 w 141"/>
                  <a:gd name="T7" fmla="*/ 1050 h 55"/>
                  <a:gd name="T8" fmla="*/ 0 w 141"/>
                  <a:gd name="T9" fmla="*/ 1050 h 55"/>
                  <a:gd name="T10" fmla="*/ 1775 w 141"/>
                  <a:gd name="T11" fmla="*/ 914 h 55"/>
                  <a:gd name="T12" fmla="*/ 2005 w 141"/>
                  <a:gd name="T13" fmla="*/ 513 h 55"/>
                  <a:gd name="T14" fmla="*/ 1647 w 141"/>
                  <a:gd name="T15" fmla="*/ 78 h 55"/>
                  <a:gd name="T16" fmla="*/ 1034 w 141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1" h="55">
                    <a:moveTo>
                      <a:pt x="66" y="0"/>
                    </a:move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46"/>
                      <a:pt x="141" y="52"/>
                    </a:cubicBezTo>
                    <a:cubicBezTo>
                      <a:pt x="141" y="55"/>
                      <a:pt x="132" y="55"/>
                      <a:pt x="117" y="55"/>
                    </a:cubicBezTo>
                    <a:cubicBezTo>
                      <a:pt x="102" y="55"/>
                      <a:pt x="8" y="55"/>
                      <a:pt x="0" y="55"/>
                    </a:cubicBezTo>
                    <a:cubicBezTo>
                      <a:pt x="17" y="54"/>
                      <a:pt x="99" y="50"/>
                      <a:pt x="113" y="48"/>
                    </a:cubicBezTo>
                    <a:cubicBezTo>
                      <a:pt x="126" y="47"/>
                      <a:pt x="128" y="41"/>
                      <a:pt x="128" y="27"/>
                    </a:cubicBezTo>
                    <a:cubicBezTo>
                      <a:pt x="128" y="14"/>
                      <a:pt x="123" y="7"/>
                      <a:pt x="105" y="4"/>
                    </a:cubicBezTo>
                    <a:cubicBezTo>
                      <a:pt x="88" y="1"/>
                      <a:pt x="66" y="0"/>
                      <a:pt x="66" y="0"/>
                    </a:cubicBezTo>
                    <a:close/>
                  </a:path>
                </a:pathLst>
              </a:custGeom>
              <a:solidFill>
                <a:srgbClr val="F19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0" name="Freeform 173">
                <a:extLst>
                  <a:ext uri="{FF2B5EF4-FFF2-40B4-BE49-F238E27FC236}">
                    <a16:creationId xmlns:a16="http://schemas.microsoft.com/office/drawing/2014/main" id="{692DB9B4-1A2A-4BA8-9F82-EFF2C65E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706"/>
                <a:ext cx="320" cy="270"/>
              </a:xfrm>
              <a:custGeom>
                <a:avLst/>
                <a:gdLst>
                  <a:gd name="T0" fmla="*/ 0 w 128"/>
                  <a:gd name="T1" fmla="*/ 1930 h 101"/>
                  <a:gd name="T2" fmla="*/ 313 w 128"/>
                  <a:gd name="T3" fmla="*/ 150 h 101"/>
                  <a:gd name="T4" fmla="*/ 470 w 128"/>
                  <a:gd name="T5" fmla="*/ 0 h 101"/>
                  <a:gd name="T6" fmla="*/ 2000 w 128"/>
                  <a:gd name="T7" fmla="*/ 0 h 101"/>
                  <a:gd name="T8" fmla="*/ 488 w 128"/>
                  <a:gd name="T9" fmla="*/ 56 h 101"/>
                  <a:gd name="T10" fmla="*/ 300 w 128"/>
                  <a:gd name="T11" fmla="*/ 436 h 101"/>
                  <a:gd name="T12" fmla="*/ 0 w 128"/>
                  <a:gd name="T13" fmla="*/ 193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01">
                    <a:moveTo>
                      <a:pt x="0" y="101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2" y="3"/>
                      <a:pt x="23" y="0"/>
                      <a:pt x="30" y="0"/>
                    </a:cubicBezTo>
                    <a:cubicBezTo>
                      <a:pt x="36" y="0"/>
                      <a:pt x="128" y="0"/>
                      <a:pt x="128" y="0"/>
                    </a:cubicBezTo>
                    <a:cubicBezTo>
                      <a:pt x="107" y="0"/>
                      <a:pt x="39" y="0"/>
                      <a:pt x="31" y="3"/>
                    </a:cubicBezTo>
                    <a:cubicBezTo>
                      <a:pt x="23" y="6"/>
                      <a:pt x="22" y="12"/>
                      <a:pt x="19" y="23"/>
                    </a:cubicBezTo>
                    <a:cubicBezTo>
                      <a:pt x="17" y="33"/>
                      <a:pt x="0" y="101"/>
                      <a:pt x="0" y="1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1" name="Freeform 174">
                <a:extLst>
                  <a:ext uri="{FF2B5EF4-FFF2-40B4-BE49-F238E27FC236}">
                    <a16:creationId xmlns:a16="http://schemas.microsoft.com/office/drawing/2014/main" id="{256D20DC-E6CA-4251-86E7-7BEB16655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802"/>
                <a:ext cx="102" cy="131"/>
              </a:xfrm>
              <a:custGeom>
                <a:avLst/>
                <a:gdLst>
                  <a:gd name="T0" fmla="*/ 632 w 41"/>
                  <a:gd name="T1" fmla="*/ 94 h 49"/>
                  <a:gd name="T2" fmla="*/ 124 w 41"/>
                  <a:gd name="T3" fmla="*/ 265 h 49"/>
                  <a:gd name="T4" fmla="*/ 154 w 41"/>
                  <a:gd name="T5" fmla="*/ 936 h 49"/>
                  <a:gd name="T6" fmla="*/ 199 w 41"/>
                  <a:gd name="T7" fmla="*/ 230 h 49"/>
                  <a:gd name="T8" fmla="*/ 632 w 41"/>
                  <a:gd name="T9" fmla="*/ 9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9">
                    <a:moveTo>
                      <a:pt x="41" y="5"/>
                    </a:moveTo>
                    <a:cubicBezTo>
                      <a:pt x="30" y="3"/>
                      <a:pt x="16" y="0"/>
                      <a:pt x="8" y="14"/>
                    </a:cubicBezTo>
                    <a:cubicBezTo>
                      <a:pt x="0" y="29"/>
                      <a:pt x="5" y="40"/>
                      <a:pt x="10" y="49"/>
                    </a:cubicBezTo>
                    <a:cubicBezTo>
                      <a:pt x="6" y="31"/>
                      <a:pt x="4" y="23"/>
                      <a:pt x="13" y="12"/>
                    </a:cubicBezTo>
                    <a:cubicBezTo>
                      <a:pt x="23" y="2"/>
                      <a:pt x="37" y="4"/>
                      <a:pt x="4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2" name="Freeform 175">
                <a:extLst>
                  <a:ext uri="{FF2B5EF4-FFF2-40B4-BE49-F238E27FC236}">
                    <a16:creationId xmlns:a16="http://schemas.microsoft.com/office/drawing/2014/main" id="{3FE51EF9-E4F1-4B44-B25E-B9A7E4C5E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869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55 w 5"/>
                  <a:gd name="T3" fmla="*/ 0 h 5"/>
                  <a:gd name="T4" fmla="*/ 0 w 5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3"/>
                      <a:pt x="3" y="2"/>
                      <a:pt x="3" y="0"/>
                    </a:cubicBezTo>
                    <a:cubicBezTo>
                      <a:pt x="5" y="2"/>
                      <a:pt x="2" y="5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3" name="Freeform 176">
                <a:extLst>
                  <a:ext uri="{FF2B5EF4-FFF2-40B4-BE49-F238E27FC236}">
                    <a16:creationId xmlns:a16="http://schemas.microsoft.com/office/drawing/2014/main" id="{6B823F51-77E1-4415-845F-EF51721FE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845"/>
                <a:ext cx="12" cy="13"/>
              </a:xfrm>
              <a:custGeom>
                <a:avLst/>
                <a:gdLst>
                  <a:gd name="T0" fmla="*/ 0 w 5"/>
                  <a:gd name="T1" fmla="*/ 55 h 5"/>
                  <a:gd name="T2" fmla="*/ 58 w 5"/>
                  <a:gd name="T3" fmla="*/ 0 h 5"/>
                  <a:gd name="T4" fmla="*/ 12 w 5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3"/>
                      <a:pt x="3" y="2"/>
                      <a:pt x="4" y="0"/>
                    </a:cubicBezTo>
                    <a:cubicBezTo>
                      <a:pt x="5" y="2"/>
                      <a:pt x="2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4" name="Freeform 177">
                <a:extLst>
                  <a:ext uri="{FF2B5EF4-FFF2-40B4-BE49-F238E27FC236}">
                    <a16:creationId xmlns:a16="http://schemas.microsoft.com/office/drawing/2014/main" id="{40E4E5C1-8CE8-4CE4-93E7-58125B2C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2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68 w 5"/>
                  <a:gd name="T3" fmla="*/ 0 h 5"/>
                  <a:gd name="T4" fmla="*/ 0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4"/>
                      <a:pt x="3" y="3"/>
                      <a:pt x="4" y="0"/>
                    </a:cubicBezTo>
                    <a:cubicBezTo>
                      <a:pt x="5" y="3"/>
                      <a:pt x="2" y="5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5" name="Freeform 178">
                <a:extLst>
                  <a:ext uri="{FF2B5EF4-FFF2-40B4-BE49-F238E27FC236}">
                    <a16:creationId xmlns:a16="http://schemas.microsoft.com/office/drawing/2014/main" id="{29749FFB-DB21-4BCC-BF8F-DC26E948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850"/>
                <a:ext cx="13" cy="14"/>
              </a:xfrm>
              <a:custGeom>
                <a:avLst/>
                <a:gdLst>
                  <a:gd name="T0" fmla="*/ 0 w 5"/>
                  <a:gd name="T1" fmla="*/ 62 h 5"/>
                  <a:gd name="T2" fmla="*/ 55 w 5"/>
                  <a:gd name="T3" fmla="*/ 0 h 5"/>
                  <a:gd name="T4" fmla="*/ 0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4"/>
                      <a:pt x="3" y="3"/>
                      <a:pt x="3" y="0"/>
                    </a:cubicBezTo>
                    <a:cubicBezTo>
                      <a:pt x="5" y="3"/>
                      <a:pt x="2" y="5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6" name="Freeform 179">
                <a:extLst>
                  <a:ext uri="{FF2B5EF4-FFF2-40B4-BE49-F238E27FC236}">
                    <a16:creationId xmlns:a16="http://schemas.microsoft.com/office/drawing/2014/main" id="{FDC8DEE9-7800-4AC4-A4B8-1CFEF6B74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840"/>
                <a:ext cx="12" cy="10"/>
              </a:xfrm>
              <a:custGeom>
                <a:avLst/>
                <a:gdLst>
                  <a:gd name="T0" fmla="*/ 0 w 5"/>
                  <a:gd name="T1" fmla="*/ 50 h 4"/>
                  <a:gd name="T2" fmla="*/ 58 w 5"/>
                  <a:gd name="T3" fmla="*/ 0 h 4"/>
                  <a:gd name="T4" fmla="*/ 0 w 5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3"/>
                      <a:pt x="3" y="2"/>
                      <a:pt x="4" y="0"/>
                    </a:cubicBezTo>
                    <a:cubicBezTo>
                      <a:pt x="5" y="2"/>
                      <a:pt x="2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7" name="Freeform 180">
                <a:extLst>
                  <a:ext uri="{FF2B5EF4-FFF2-40B4-BE49-F238E27FC236}">
                    <a16:creationId xmlns:a16="http://schemas.microsoft.com/office/drawing/2014/main" id="{FEBCAB9B-7CF6-46A6-8EE9-C95FAA10E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874"/>
                <a:ext cx="12" cy="11"/>
              </a:xfrm>
              <a:custGeom>
                <a:avLst/>
                <a:gdLst>
                  <a:gd name="T0" fmla="*/ 0 w 5"/>
                  <a:gd name="T1" fmla="*/ 61 h 4"/>
                  <a:gd name="T2" fmla="*/ 58 w 5"/>
                  <a:gd name="T3" fmla="*/ 0 h 4"/>
                  <a:gd name="T4" fmla="*/ 12 w 5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3"/>
                      <a:pt x="3" y="2"/>
                      <a:pt x="4" y="0"/>
                    </a:cubicBezTo>
                    <a:cubicBezTo>
                      <a:pt x="5" y="2"/>
                      <a:pt x="2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8" name="Freeform 181">
                <a:extLst>
                  <a:ext uri="{FF2B5EF4-FFF2-40B4-BE49-F238E27FC236}">
                    <a16:creationId xmlns:a16="http://schemas.microsoft.com/office/drawing/2014/main" id="{85C8D8B2-B3E2-44CF-8FE9-1C75B0089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888"/>
                <a:ext cx="13" cy="10"/>
              </a:xfrm>
              <a:custGeom>
                <a:avLst/>
                <a:gdLst>
                  <a:gd name="T0" fmla="*/ 0 w 5"/>
                  <a:gd name="T1" fmla="*/ 33 h 4"/>
                  <a:gd name="T2" fmla="*/ 55 w 5"/>
                  <a:gd name="T3" fmla="*/ 0 h 4"/>
                  <a:gd name="T4" fmla="*/ 0 w 5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  <a:cubicBezTo>
                      <a:pt x="5" y="2"/>
                      <a:pt x="2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9" name="Freeform 182">
                <a:extLst>
                  <a:ext uri="{FF2B5EF4-FFF2-40B4-BE49-F238E27FC236}">
                    <a16:creationId xmlns:a16="http://schemas.microsoft.com/office/drawing/2014/main" id="{F4752E7F-18E1-4469-B30A-4B9446CDF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901"/>
                <a:ext cx="12" cy="13"/>
              </a:xfrm>
              <a:custGeom>
                <a:avLst/>
                <a:gdLst>
                  <a:gd name="T0" fmla="*/ 0 w 5"/>
                  <a:gd name="T1" fmla="*/ 55 h 5"/>
                  <a:gd name="T2" fmla="*/ 41 w 5"/>
                  <a:gd name="T3" fmla="*/ 0 h 5"/>
                  <a:gd name="T4" fmla="*/ 0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4"/>
                      <a:pt x="3" y="2"/>
                      <a:pt x="3" y="0"/>
                    </a:cubicBezTo>
                    <a:cubicBezTo>
                      <a:pt x="5" y="3"/>
                      <a:pt x="2" y="5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0" name="Freeform 183">
                <a:extLst>
                  <a:ext uri="{FF2B5EF4-FFF2-40B4-BE49-F238E27FC236}">
                    <a16:creationId xmlns:a16="http://schemas.microsoft.com/office/drawing/2014/main" id="{A4D27E5B-6261-4652-9393-14C118FCF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909"/>
                <a:ext cx="12" cy="11"/>
              </a:xfrm>
              <a:custGeom>
                <a:avLst/>
                <a:gdLst>
                  <a:gd name="T0" fmla="*/ 0 w 5"/>
                  <a:gd name="T1" fmla="*/ 61 h 4"/>
                  <a:gd name="T2" fmla="*/ 58 w 5"/>
                  <a:gd name="T3" fmla="*/ 0 h 4"/>
                  <a:gd name="T4" fmla="*/ 0 w 5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3"/>
                      <a:pt x="3" y="2"/>
                      <a:pt x="4" y="0"/>
                    </a:cubicBezTo>
                    <a:cubicBezTo>
                      <a:pt x="5" y="2"/>
                      <a:pt x="2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1" name="Freeform 184">
                <a:extLst>
                  <a:ext uri="{FF2B5EF4-FFF2-40B4-BE49-F238E27FC236}">
                    <a16:creationId xmlns:a16="http://schemas.microsoft.com/office/drawing/2014/main" id="{5CD90453-5B24-4470-9C8D-4EEFF97A7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938"/>
                <a:ext cx="12" cy="11"/>
              </a:xfrm>
              <a:custGeom>
                <a:avLst/>
                <a:gdLst>
                  <a:gd name="T0" fmla="*/ 0 w 5"/>
                  <a:gd name="T1" fmla="*/ 61 h 4"/>
                  <a:gd name="T2" fmla="*/ 41 w 5"/>
                  <a:gd name="T3" fmla="*/ 0 h 4"/>
                  <a:gd name="T4" fmla="*/ 0 w 5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3"/>
                      <a:pt x="3" y="2"/>
                      <a:pt x="3" y="0"/>
                    </a:cubicBezTo>
                    <a:cubicBezTo>
                      <a:pt x="5" y="2"/>
                      <a:pt x="2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2" name="Freeform 185">
                <a:extLst>
                  <a:ext uri="{FF2B5EF4-FFF2-40B4-BE49-F238E27FC236}">
                    <a16:creationId xmlns:a16="http://schemas.microsoft.com/office/drawing/2014/main" id="{0E78C4A3-5CF1-43C9-AC5D-D5048D83D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938"/>
                <a:ext cx="13" cy="11"/>
              </a:xfrm>
              <a:custGeom>
                <a:avLst/>
                <a:gdLst>
                  <a:gd name="T0" fmla="*/ 0 w 5"/>
                  <a:gd name="T1" fmla="*/ 61 h 4"/>
                  <a:gd name="T2" fmla="*/ 68 w 5"/>
                  <a:gd name="T3" fmla="*/ 0 h 4"/>
                  <a:gd name="T4" fmla="*/ 0 w 5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3"/>
                      <a:pt x="3" y="2"/>
                      <a:pt x="4" y="0"/>
                    </a:cubicBezTo>
                    <a:cubicBezTo>
                      <a:pt x="5" y="2"/>
                      <a:pt x="2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3" name="Freeform 186">
                <a:extLst>
                  <a:ext uri="{FF2B5EF4-FFF2-40B4-BE49-F238E27FC236}">
                    <a16:creationId xmlns:a16="http://schemas.microsoft.com/office/drawing/2014/main" id="{84AA340A-C53B-4C46-8B87-A39686365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914"/>
                <a:ext cx="12" cy="14"/>
              </a:xfrm>
              <a:custGeom>
                <a:avLst/>
                <a:gdLst>
                  <a:gd name="T0" fmla="*/ 0 w 5"/>
                  <a:gd name="T1" fmla="*/ 62 h 5"/>
                  <a:gd name="T2" fmla="*/ 58 w 5"/>
                  <a:gd name="T3" fmla="*/ 0 h 5"/>
                  <a:gd name="T4" fmla="*/ 12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4"/>
                      <a:pt x="3" y="2"/>
                      <a:pt x="4" y="0"/>
                    </a:cubicBezTo>
                    <a:cubicBezTo>
                      <a:pt x="5" y="3"/>
                      <a:pt x="2" y="5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4" name="Freeform 187">
                <a:extLst>
                  <a:ext uri="{FF2B5EF4-FFF2-40B4-BE49-F238E27FC236}">
                    <a16:creationId xmlns:a16="http://schemas.microsoft.com/office/drawing/2014/main" id="{030B3494-3563-4F8A-8BE7-9FB38AD29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909"/>
                <a:ext cx="12" cy="13"/>
              </a:xfrm>
              <a:custGeom>
                <a:avLst/>
                <a:gdLst>
                  <a:gd name="T0" fmla="*/ 0 w 5"/>
                  <a:gd name="T1" fmla="*/ 55 h 5"/>
                  <a:gd name="T2" fmla="*/ 58 w 5"/>
                  <a:gd name="T3" fmla="*/ 0 h 5"/>
                  <a:gd name="T4" fmla="*/ 12 w 5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3"/>
                      <a:pt x="3" y="2"/>
                      <a:pt x="4" y="0"/>
                    </a:cubicBezTo>
                    <a:cubicBezTo>
                      <a:pt x="5" y="2"/>
                      <a:pt x="2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5" name="Freeform 188">
                <a:extLst>
                  <a:ext uri="{FF2B5EF4-FFF2-40B4-BE49-F238E27FC236}">
                    <a16:creationId xmlns:a16="http://schemas.microsoft.com/office/drawing/2014/main" id="{F3AB4871-1CBA-43EA-B9DF-AB7E937F2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872"/>
                <a:ext cx="12" cy="10"/>
              </a:xfrm>
              <a:custGeom>
                <a:avLst/>
                <a:gdLst>
                  <a:gd name="T0" fmla="*/ 0 w 5"/>
                  <a:gd name="T1" fmla="*/ 50 h 4"/>
                  <a:gd name="T2" fmla="*/ 58 w 5"/>
                  <a:gd name="T3" fmla="*/ 0 h 4"/>
                  <a:gd name="T4" fmla="*/ 0 w 5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3"/>
                      <a:pt x="3" y="2"/>
                      <a:pt x="4" y="0"/>
                    </a:cubicBezTo>
                    <a:cubicBezTo>
                      <a:pt x="5" y="2"/>
                      <a:pt x="2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6" name="Freeform 189">
                <a:extLst>
                  <a:ext uri="{FF2B5EF4-FFF2-40B4-BE49-F238E27FC236}">
                    <a16:creationId xmlns:a16="http://schemas.microsoft.com/office/drawing/2014/main" id="{5703277A-51A9-4CEE-AE37-B2FA803DD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834"/>
                <a:ext cx="98" cy="128"/>
              </a:xfrm>
              <a:custGeom>
                <a:avLst/>
                <a:gdLst>
                  <a:gd name="T0" fmla="*/ 555 w 39"/>
                  <a:gd name="T1" fmla="*/ 0 h 48"/>
                  <a:gd name="T2" fmla="*/ 472 w 39"/>
                  <a:gd name="T3" fmla="*/ 533 h 48"/>
                  <a:gd name="T4" fmla="*/ 0 w 39"/>
                  <a:gd name="T5" fmla="*/ 909 h 48"/>
                  <a:gd name="T6" fmla="*/ 493 w 39"/>
                  <a:gd name="T7" fmla="*/ 397 h 48"/>
                  <a:gd name="T8" fmla="*/ 555 w 39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35" y="0"/>
                    </a:moveTo>
                    <a:cubicBezTo>
                      <a:pt x="38" y="4"/>
                      <a:pt x="39" y="14"/>
                      <a:pt x="30" y="28"/>
                    </a:cubicBezTo>
                    <a:cubicBezTo>
                      <a:pt x="21" y="42"/>
                      <a:pt x="0" y="48"/>
                      <a:pt x="0" y="48"/>
                    </a:cubicBezTo>
                    <a:cubicBezTo>
                      <a:pt x="4" y="46"/>
                      <a:pt x="25" y="36"/>
                      <a:pt x="31" y="21"/>
                    </a:cubicBezTo>
                    <a:cubicBezTo>
                      <a:pt x="34" y="11"/>
                      <a:pt x="38" y="4"/>
                      <a:pt x="35" y="0"/>
                    </a:cubicBezTo>
                    <a:close/>
                  </a:path>
                </a:pathLst>
              </a:custGeom>
              <a:solidFill>
                <a:srgbClr val="D45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7" name="Freeform 190">
                <a:extLst>
                  <a:ext uri="{FF2B5EF4-FFF2-40B4-BE49-F238E27FC236}">
                    <a16:creationId xmlns:a16="http://schemas.microsoft.com/office/drawing/2014/main" id="{6A976E24-F0E5-4D3B-83E5-1A589DB15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808"/>
                <a:ext cx="112" cy="173"/>
              </a:xfrm>
              <a:custGeom>
                <a:avLst/>
                <a:gdLst>
                  <a:gd name="T0" fmla="*/ 383 w 45"/>
                  <a:gd name="T1" fmla="*/ 0 h 65"/>
                  <a:gd name="T2" fmla="*/ 540 w 45"/>
                  <a:gd name="T3" fmla="*/ 490 h 65"/>
                  <a:gd name="T4" fmla="*/ 0 w 45"/>
                  <a:gd name="T5" fmla="*/ 1224 h 65"/>
                  <a:gd name="T6" fmla="*/ 600 w 45"/>
                  <a:gd name="T7" fmla="*/ 567 h 65"/>
                  <a:gd name="T8" fmla="*/ 383 w 45"/>
                  <a:gd name="T9" fmla="*/ 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65">
                    <a:moveTo>
                      <a:pt x="25" y="0"/>
                    </a:moveTo>
                    <a:cubicBezTo>
                      <a:pt x="33" y="2"/>
                      <a:pt x="38" y="16"/>
                      <a:pt x="35" y="26"/>
                    </a:cubicBezTo>
                    <a:cubicBezTo>
                      <a:pt x="32" y="36"/>
                      <a:pt x="26" y="53"/>
                      <a:pt x="0" y="65"/>
                    </a:cubicBezTo>
                    <a:cubicBezTo>
                      <a:pt x="22" y="59"/>
                      <a:pt x="35" y="46"/>
                      <a:pt x="39" y="30"/>
                    </a:cubicBezTo>
                    <a:cubicBezTo>
                      <a:pt x="45" y="4"/>
                      <a:pt x="30" y="0"/>
                      <a:pt x="25" y="0"/>
                    </a:cubicBezTo>
                    <a:close/>
                  </a:path>
                </a:pathLst>
              </a:custGeom>
              <a:solidFill>
                <a:srgbClr val="FCE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8" name="Line 191">
                <a:extLst>
                  <a:ext uri="{FF2B5EF4-FFF2-40B4-BE49-F238E27FC236}">
                    <a16:creationId xmlns:a16="http://schemas.microsoft.com/office/drawing/2014/main" id="{7983D73D-F038-4F2C-ACB0-92530BDE87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0" y="2973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9" name="Freeform 192">
                <a:extLst>
                  <a:ext uri="{FF2B5EF4-FFF2-40B4-BE49-F238E27FC236}">
                    <a16:creationId xmlns:a16="http://schemas.microsoft.com/office/drawing/2014/main" id="{7C36C80A-B6B9-4AAB-AE2F-2BFBBC280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954"/>
                <a:ext cx="465" cy="592"/>
              </a:xfrm>
              <a:custGeom>
                <a:avLst/>
                <a:gdLst>
                  <a:gd name="T0" fmla="*/ 2783 w 186"/>
                  <a:gd name="T1" fmla="*/ 717 h 222"/>
                  <a:gd name="T2" fmla="*/ 2708 w 186"/>
                  <a:gd name="T3" fmla="*/ 819 h 222"/>
                  <a:gd name="T4" fmla="*/ 0 w 186"/>
                  <a:gd name="T5" fmla="*/ 819 h 222"/>
                  <a:gd name="T6" fmla="*/ 0 w 186"/>
                  <a:gd name="T7" fmla="*/ 4019 h 222"/>
                  <a:gd name="T8" fmla="*/ 0 w 186"/>
                  <a:gd name="T9" fmla="*/ 4040 h 222"/>
                  <a:gd name="T10" fmla="*/ 0 w 186"/>
                  <a:gd name="T11" fmla="*/ 4061 h 222"/>
                  <a:gd name="T12" fmla="*/ 0 w 186"/>
                  <a:gd name="T13" fmla="*/ 4061 h 222"/>
                  <a:gd name="T14" fmla="*/ 145 w 186"/>
                  <a:gd name="T15" fmla="*/ 4211 h 222"/>
                  <a:gd name="T16" fmla="*/ 2408 w 186"/>
                  <a:gd name="T17" fmla="*/ 4211 h 222"/>
                  <a:gd name="T18" fmla="*/ 2595 w 186"/>
                  <a:gd name="T19" fmla="*/ 4061 h 222"/>
                  <a:gd name="T20" fmla="*/ 2908 w 186"/>
                  <a:gd name="T21" fmla="*/ 2240 h 222"/>
                  <a:gd name="T22" fmla="*/ 2908 w 186"/>
                  <a:gd name="T23" fmla="*/ 2197 h 222"/>
                  <a:gd name="T24" fmla="*/ 2908 w 186"/>
                  <a:gd name="T25" fmla="*/ 2197 h 222"/>
                  <a:gd name="T26" fmla="*/ 2908 w 186"/>
                  <a:gd name="T27" fmla="*/ 0 h 222"/>
                  <a:gd name="T28" fmla="*/ 2783 w 186"/>
                  <a:gd name="T29" fmla="*/ 717 h 2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6" h="222">
                    <a:moveTo>
                      <a:pt x="178" y="38"/>
                    </a:moveTo>
                    <a:cubicBezTo>
                      <a:pt x="173" y="43"/>
                      <a:pt x="173" y="43"/>
                      <a:pt x="173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3"/>
                      <a:pt x="0" y="213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1" y="219"/>
                      <a:pt x="3" y="222"/>
                      <a:pt x="9" y="222"/>
                    </a:cubicBezTo>
                    <a:cubicBezTo>
                      <a:pt x="154" y="222"/>
                      <a:pt x="154" y="222"/>
                      <a:pt x="154" y="222"/>
                    </a:cubicBezTo>
                    <a:cubicBezTo>
                      <a:pt x="160" y="222"/>
                      <a:pt x="164" y="219"/>
                      <a:pt x="166" y="214"/>
                    </a:cubicBezTo>
                    <a:cubicBezTo>
                      <a:pt x="167" y="213"/>
                      <a:pt x="186" y="118"/>
                      <a:pt x="186" y="118"/>
                    </a:cubicBezTo>
                    <a:cubicBezTo>
                      <a:pt x="186" y="117"/>
                      <a:pt x="186" y="117"/>
                      <a:pt x="186" y="116"/>
                    </a:cubicBezTo>
                    <a:cubicBezTo>
                      <a:pt x="186" y="116"/>
                      <a:pt x="186" y="116"/>
                      <a:pt x="186" y="116"/>
                    </a:cubicBezTo>
                    <a:cubicBezTo>
                      <a:pt x="186" y="0"/>
                      <a:pt x="186" y="0"/>
                      <a:pt x="186" y="0"/>
                    </a:cubicBezTo>
                    <a:lnTo>
                      <a:pt x="178" y="3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0" name="Freeform 193">
                <a:extLst>
                  <a:ext uri="{FF2B5EF4-FFF2-40B4-BE49-F238E27FC236}">
                    <a16:creationId xmlns:a16="http://schemas.microsoft.com/office/drawing/2014/main" id="{F9A89DF3-8E6E-4EBB-8A5E-15B1F824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693"/>
                <a:ext cx="565" cy="376"/>
              </a:xfrm>
              <a:custGeom>
                <a:avLst/>
                <a:gdLst>
                  <a:gd name="T0" fmla="*/ 483 w 565"/>
                  <a:gd name="T1" fmla="*/ 376 h 376"/>
                  <a:gd name="T2" fmla="*/ 495 w 565"/>
                  <a:gd name="T3" fmla="*/ 363 h 376"/>
                  <a:gd name="T4" fmla="*/ 565 w 565"/>
                  <a:gd name="T5" fmla="*/ 13 h 376"/>
                  <a:gd name="T6" fmla="*/ 550 w 565"/>
                  <a:gd name="T7" fmla="*/ 0 h 376"/>
                  <a:gd name="T8" fmla="*/ 93 w 565"/>
                  <a:gd name="T9" fmla="*/ 0 h 376"/>
                  <a:gd name="T10" fmla="*/ 73 w 565"/>
                  <a:gd name="T11" fmla="*/ 16 h 376"/>
                  <a:gd name="T12" fmla="*/ 0 w 565"/>
                  <a:gd name="T13" fmla="*/ 363 h 376"/>
                  <a:gd name="T14" fmla="*/ 13 w 565"/>
                  <a:gd name="T15" fmla="*/ 376 h 376"/>
                  <a:gd name="T16" fmla="*/ 483 w 565"/>
                  <a:gd name="T17" fmla="*/ 376 h 3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5" h="376">
                    <a:moveTo>
                      <a:pt x="483" y="376"/>
                    </a:moveTo>
                    <a:lnTo>
                      <a:pt x="495" y="363"/>
                    </a:lnTo>
                    <a:lnTo>
                      <a:pt x="565" y="13"/>
                    </a:lnTo>
                    <a:lnTo>
                      <a:pt x="550" y="0"/>
                    </a:lnTo>
                    <a:lnTo>
                      <a:pt x="93" y="0"/>
                    </a:lnTo>
                    <a:lnTo>
                      <a:pt x="73" y="16"/>
                    </a:lnTo>
                    <a:lnTo>
                      <a:pt x="0" y="363"/>
                    </a:lnTo>
                    <a:lnTo>
                      <a:pt x="13" y="376"/>
                    </a:lnTo>
                    <a:lnTo>
                      <a:pt x="483" y="37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1" name="Freeform 194">
                <a:extLst>
                  <a:ext uri="{FF2B5EF4-FFF2-40B4-BE49-F238E27FC236}">
                    <a16:creationId xmlns:a16="http://schemas.microsoft.com/office/drawing/2014/main" id="{D71A1752-8397-4D96-8F13-EED7EAFD6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84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2" name="Freeform 195">
                <a:extLst>
                  <a:ext uri="{FF2B5EF4-FFF2-40B4-BE49-F238E27FC236}">
                    <a16:creationId xmlns:a16="http://schemas.microsoft.com/office/drawing/2014/main" id="{2A32C90E-8B02-4A64-990C-D581F22C5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866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3" name="Freeform 196">
                <a:extLst>
                  <a:ext uri="{FF2B5EF4-FFF2-40B4-BE49-F238E27FC236}">
                    <a16:creationId xmlns:a16="http://schemas.microsoft.com/office/drawing/2014/main" id="{92C7F180-165D-4100-92F6-D802A7285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874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4" name="Freeform 197">
                <a:extLst>
                  <a:ext uri="{FF2B5EF4-FFF2-40B4-BE49-F238E27FC236}">
                    <a16:creationId xmlns:a16="http://schemas.microsoft.com/office/drawing/2014/main" id="{BC6030B8-A6AF-4A24-B14F-CC1AD960D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848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5" name="Freeform 198">
                <a:extLst>
                  <a:ext uri="{FF2B5EF4-FFF2-40B4-BE49-F238E27FC236}">
                    <a16:creationId xmlns:a16="http://schemas.microsoft.com/office/drawing/2014/main" id="{A14AC7BA-9126-4260-A992-89A94A4B7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821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6" name="Freeform 199">
                <a:extLst>
                  <a:ext uri="{FF2B5EF4-FFF2-40B4-BE49-F238E27FC236}">
                    <a16:creationId xmlns:a16="http://schemas.microsoft.com/office/drawing/2014/main" id="{0F477030-D86C-4320-A64F-43EDF4DDE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837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7" name="Freeform 200">
                <a:extLst>
                  <a:ext uri="{FF2B5EF4-FFF2-40B4-BE49-F238E27FC236}">
                    <a16:creationId xmlns:a16="http://schemas.microsoft.com/office/drawing/2014/main" id="{745A94DF-5AC3-4188-B35F-D36B52452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87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8" name="Freeform 201">
                <a:extLst>
                  <a:ext uri="{FF2B5EF4-FFF2-40B4-BE49-F238E27FC236}">
                    <a16:creationId xmlns:a16="http://schemas.microsoft.com/office/drawing/2014/main" id="{15EA8233-26EE-495E-BF38-F1A4F3074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882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22 h 4"/>
                  <a:gd name="T6" fmla="*/ 50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9" name="Freeform 202">
                <a:extLst>
                  <a:ext uri="{FF2B5EF4-FFF2-40B4-BE49-F238E27FC236}">
                    <a16:creationId xmlns:a16="http://schemas.microsoft.com/office/drawing/2014/main" id="{C6706DCC-14C2-41FA-9114-6569FCD7F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91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0" name="Freeform 203">
                <a:extLst>
                  <a:ext uri="{FF2B5EF4-FFF2-40B4-BE49-F238E27FC236}">
                    <a16:creationId xmlns:a16="http://schemas.microsoft.com/office/drawing/2014/main" id="{F44223A8-E2D0-4FEC-941C-4F788006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898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22 h 4"/>
                  <a:gd name="T4" fmla="*/ 35 w 3"/>
                  <a:gd name="T5" fmla="*/ 0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1" name="Freeform 204">
                <a:extLst>
                  <a:ext uri="{FF2B5EF4-FFF2-40B4-BE49-F238E27FC236}">
                    <a16:creationId xmlns:a16="http://schemas.microsoft.com/office/drawing/2014/main" id="{39848CB5-15A3-4784-9A41-A11A28C40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90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20 w 4"/>
                  <a:gd name="T3" fmla="*/ 33 h 4"/>
                  <a:gd name="T4" fmla="*/ 50 w 4"/>
                  <a:gd name="T5" fmla="*/ 2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2" name="Freeform 205">
                <a:extLst>
                  <a:ext uri="{FF2B5EF4-FFF2-40B4-BE49-F238E27FC236}">
                    <a16:creationId xmlns:a16="http://schemas.microsoft.com/office/drawing/2014/main" id="{B53B3189-74D5-4E3F-8F87-259554B1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93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22 h 4"/>
                  <a:gd name="T6" fmla="*/ 50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3" name="Freeform 206">
                <a:extLst>
                  <a:ext uri="{FF2B5EF4-FFF2-40B4-BE49-F238E27FC236}">
                    <a16:creationId xmlns:a16="http://schemas.microsoft.com/office/drawing/2014/main" id="{D2D27F26-3AAC-4941-AEDB-4404AB8BA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936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4" name="Freeform 207">
                <a:extLst>
                  <a:ext uri="{FF2B5EF4-FFF2-40B4-BE49-F238E27FC236}">
                    <a16:creationId xmlns:a16="http://schemas.microsoft.com/office/drawing/2014/main" id="{3B8CA77C-347D-4785-B38B-97EAD6B29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90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" name="Freeform 208">
                <a:extLst>
                  <a:ext uri="{FF2B5EF4-FFF2-40B4-BE49-F238E27FC236}">
                    <a16:creationId xmlns:a16="http://schemas.microsoft.com/office/drawing/2014/main" id="{D2B79F07-DD83-459D-AD43-F301CC949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86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" name="Freeform 209">
                <a:extLst>
                  <a:ext uri="{FF2B5EF4-FFF2-40B4-BE49-F238E27FC236}">
                    <a16:creationId xmlns:a16="http://schemas.microsoft.com/office/drawing/2014/main" id="{6432FD06-38B7-4283-A447-3ACA9988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765"/>
                <a:ext cx="70" cy="45"/>
              </a:xfrm>
              <a:custGeom>
                <a:avLst/>
                <a:gdLst>
                  <a:gd name="T0" fmla="*/ 50 w 28"/>
                  <a:gd name="T1" fmla="*/ 259 h 17"/>
                  <a:gd name="T2" fmla="*/ 125 w 28"/>
                  <a:gd name="T3" fmla="*/ 281 h 17"/>
                  <a:gd name="T4" fmla="*/ 283 w 28"/>
                  <a:gd name="T5" fmla="*/ 315 h 17"/>
                  <a:gd name="T6" fmla="*/ 300 w 28"/>
                  <a:gd name="T7" fmla="*/ 294 h 17"/>
                  <a:gd name="T8" fmla="*/ 438 w 28"/>
                  <a:gd name="T9" fmla="*/ 111 h 17"/>
                  <a:gd name="T10" fmla="*/ 175 w 28"/>
                  <a:gd name="T11" fmla="*/ 148 h 17"/>
                  <a:gd name="T12" fmla="*/ 0 w 28"/>
                  <a:gd name="T13" fmla="*/ 0 h 17"/>
                  <a:gd name="T14" fmla="*/ 50 w 28"/>
                  <a:gd name="T15" fmla="*/ 183 h 17"/>
                  <a:gd name="T16" fmla="*/ 50 w 28"/>
                  <a:gd name="T17" fmla="*/ 259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3" y="14"/>
                    </a:moveTo>
                    <a:cubicBezTo>
                      <a:pt x="5" y="14"/>
                      <a:pt x="6" y="14"/>
                      <a:pt x="8" y="15"/>
                    </a:cubicBezTo>
                    <a:cubicBezTo>
                      <a:pt x="12" y="15"/>
                      <a:pt x="15" y="16"/>
                      <a:pt x="18" y="17"/>
                    </a:cubicBezTo>
                    <a:cubicBezTo>
                      <a:pt x="18" y="17"/>
                      <a:pt x="18" y="16"/>
                      <a:pt x="19" y="16"/>
                    </a:cubicBezTo>
                    <a:cubicBezTo>
                      <a:pt x="21" y="13"/>
                      <a:pt x="25" y="9"/>
                      <a:pt x="28" y="6"/>
                    </a:cubicBezTo>
                    <a:cubicBezTo>
                      <a:pt x="21" y="10"/>
                      <a:pt x="17" y="9"/>
                      <a:pt x="11" y="8"/>
                    </a:cubicBezTo>
                    <a:cubicBezTo>
                      <a:pt x="7" y="7"/>
                      <a:pt x="2" y="4"/>
                      <a:pt x="0" y="0"/>
                    </a:cubicBezTo>
                    <a:cubicBezTo>
                      <a:pt x="1" y="4"/>
                      <a:pt x="3" y="7"/>
                      <a:pt x="3" y="10"/>
                    </a:cubicBezTo>
                    <a:cubicBezTo>
                      <a:pt x="4" y="11"/>
                      <a:pt x="3" y="12"/>
                      <a:pt x="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" name="Freeform 210">
                <a:extLst>
                  <a:ext uri="{FF2B5EF4-FFF2-40B4-BE49-F238E27FC236}">
                    <a16:creationId xmlns:a16="http://schemas.microsoft.com/office/drawing/2014/main" id="{2DC48C49-7B63-4225-AF37-323CD88F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786"/>
                <a:ext cx="190" cy="190"/>
              </a:xfrm>
              <a:custGeom>
                <a:avLst/>
                <a:gdLst>
                  <a:gd name="T0" fmla="*/ 833 w 76"/>
                  <a:gd name="T1" fmla="*/ 1017 h 71"/>
                  <a:gd name="T2" fmla="*/ 645 w 76"/>
                  <a:gd name="T3" fmla="*/ 136 h 71"/>
                  <a:gd name="T4" fmla="*/ 20 w 76"/>
                  <a:gd name="T5" fmla="*/ 688 h 71"/>
                  <a:gd name="T6" fmla="*/ 313 w 76"/>
                  <a:gd name="T7" fmla="*/ 1338 h 71"/>
                  <a:gd name="T8" fmla="*/ 833 w 76"/>
                  <a:gd name="T9" fmla="*/ 101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1">
                    <a:moveTo>
                      <a:pt x="53" y="53"/>
                    </a:moveTo>
                    <a:cubicBezTo>
                      <a:pt x="68" y="35"/>
                      <a:pt x="76" y="12"/>
                      <a:pt x="41" y="7"/>
                    </a:cubicBezTo>
                    <a:cubicBezTo>
                      <a:pt x="21" y="0"/>
                      <a:pt x="0" y="13"/>
                      <a:pt x="1" y="36"/>
                    </a:cubicBezTo>
                    <a:cubicBezTo>
                      <a:pt x="2" y="54"/>
                      <a:pt x="12" y="68"/>
                      <a:pt x="20" y="70"/>
                    </a:cubicBezTo>
                    <a:cubicBezTo>
                      <a:pt x="27" y="71"/>
                      <a:pt x="43" y="65"/>
                      <a:pt x="53" y="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579" name="Text Box 211">
              <a:extLst>
                <a:ext uri="{FF2B5EF4-FFF2-40B4-BE49-F238E27FC236}">
                  <a16:creationId xmlns:a16="http://schemas.microsoft.com/office/drawing/2014/main" id="{57C8FAF8-EA68-4F9E-BFD0-9B790D861D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5" y="1686"/>
              <a:ext cx="45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latin typeface="Arial Unicode MS" charset="0"/>
                </a:rPr>
                <a:t>Yoghurt</a:t>
              </a:r>
            </a:p>
          </p:txBody>
        </p:sp>
      </p:grpSp>
      <p:grpSp>
        <p:nvGrpSpPr>
          <p:cNvPr id="20484" name="opened-plastic-yoghurt-container">
            <a:extLst>
              <a:ext uri="{FF2B5EF4-FFF2-40B4-BE49-F238E27FC236}">
                <a16:creationId xmlns:a16="http://schemas.microsoft.com/office/drawing/2014/main" id="{116391FF-0B5A-476F-96E2-E9C83C59FCE7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1744663"/>
            <a:ext cx="1171575" cy="1770062"/>
            <a:chOff x="4224" y="979"/>
            <a:chExt cx="738" cy="1115"/>
          </a:xfrm>
        </p:grpSpPr>
        <p:grpSp>
          <p:nvGrpSpPr>
            <p:cNvPr id="20506" name="Group 213">
              <a:extLst>
                <a:ext uri="{FF2B5EF4-FFF2-40B4-BE49-F238E27FC236}">
                  <a16:creationId xmlns:a16="http://schemas.microsoft.com/office/drawing/2014/main" id="{F365950C-2288-403A-8C09-3C080EF0FA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24" y="979"/>
              <a:ext cx="738" cy="1115"/>
              <a:chOff x="1552" y="2666"/>
              <a:chExt cx="565" cy="854"/>
            </a:xfrm>
          </p:grpSpPr>
          <p:sp>
            <p:nvSpPr>
              <p:cNvPr id="20508" name="Freeform 214">
                <a:extLst>
                  <a:ext uri="{FF2B5EF4-FFF2-40B4-BE49-F238E27FC236}">
                    <a16:creationId xmlns:a16="http://schemas.microsoft.com/office/drawing/2014/main" id="{A274D7CC-D92C-4692-B0C2-FA5809D78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928"/>
                <a:ext cx="465" cy="592"/>
              </a:xfrm>
              <a:custGeom>
                <a:avLst/>
                <a:gdLst>
                  <a:gd name="T0" fmla="*/ 2770 w 186"/>
                  <a:gd name="T1" fmla="*/ 717 h 222"/>
                  <a:gd name="T2" fmla="*/ 2688 w 186"/>
                  <a:gd name="T3" fmla="*/ 819 h 222"/>
                  <a:gd name="T4" fmla="*/ 0 w 186"/>
                  <a:gd name="T5" fmla="*/ 819 h 222"/>
                  <a:gd name="T6" fmla="*/ 0 w 186"/>
                  <a:gd name="T7" fmla="*/ 4019 h 222"/>
                  <a:gd name="T8" fmla="*/ 0 w 186"/>
                  <a:gd name="T9" fmla="*/ 4040 h 222"/>
                  <a:gd name="T10" fmla="*/ 0 w 186"/>
                  <a:gd name="T11" fmla="*/ 4061 h 222"/>
                  <a:gd name="T12" fmla="*/ 0 w 186"/>
                  <a:gd name="T13" fmla="*/ 4061 h 222"/>
                  <a:gd name="T14" fmla="*/ 145 w 186"/>
                  <a:gd name="T15" fmla="*/ 4211 h 222"/>
                  <a:gd name="T16" fmla="*/ 2408 w 186"/>
                  <a:gd name="T17" fmla="*/ 4211 h 222"/>
                  <a:gd name="T18" fmla="*/ 2595 w 186"/>
                  <a:gd name="T19" fmla="*/ 4061 h 222"/>
                  <a:gd name="T20" fmla="*/ 2895 w 186"/>
                  <a:gd name="T21" fmla="*/ 2240 h 222"/>
                  <a:gd name="T22" fmla="*/ 2908 w 186"/>
                  <a:gd name="T23" fmla="*/ 2197 h 222"/>
                  <a:gd name="T24" fmla="*/ 2908 w 186"/>
                  <a:gd name="T25" fmla="*/ 2197 h 222"/>
                  <a:gd name="T26" fmla="*/ 2908 w 186"/>
                  <a:gd name="T27" fmla="*/ 0 h 222"/>
                  <a:gd name="T28" fmla="*/ 2770 w 186"/>
                  <a:gd name="T29" fmla="*/ 717 h 2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6" h="222">
                    <a:moveTo>
                      <a:pt x="177" y="38"/>
                    </a:moveTo>
                    <a:cubicBezTo>
                      <a:pt x="172" y="43"/>
                      <a:pt x="172" y="43"/>
                      <a:pt x="172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3"/>
                      <a:pt x="0" y="213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9"/>
                      <a:pt x="3" y="222"/>
                      <a:pt x="9" y="222"/>
                    </a:cubicBezTo>
                    <a:cubicBezTo>
                      <a:pt x="154" y="222"/>
                      <a:pt x="154" y="222"/>
                      <a:pt x="154" y="222"/>
                    </a:cubicBezTo>
                    <a:cubicBezTo>
                      <a:pt x="159" y="222"/>
                      <a:pt x="164" y="219"/>
                      <a:pt x="166" y="214"/>
                    </a:cubicBezTo>
                    <a:cubicBezTo>
                      <a:pt x="166" y="213"/>
                      <a:pt x="185" y="118"/>
                      <a:pt x="185" y="118"/>
                    </a:cubicBezTo>
                    <a:cubicBezTo>
                      <a:pt x="186" y="117"/>
                      <a:pt x="186" y="117"/>
                      <a:pt x="186" y="116"/>
                    </a:cubicBezTo>
                    <a:cubicBezTo>
                      <a:pt x="186" y="116"/>
                      <a:pt x="186" y="116"/>
                      <a:pt x="186" y="116"/>
                    </a:cubicBezTo>
                    <a:cubicBezTo>
                      <a:pt x="186" y="0"/>
                      <a:pt x="186" y="0"/>
                      <a:pt x="186" y="0"/>
                    </a:cubicBezTo>
                    <a:lnTo>
                      <a:pt x="177" y="38"/>
                    </a:lnTo>
                    <a:close/>
                  </a:path>
                </a:pathLst>
              </a:custGeom>
              <a:solidFill>
                <a:srgbClr val="F2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9" name="Freeform 215">
                <a:extLst>
                  <a:ext uri="{FF2B5EF4-FFF2-40B4-BE49-F238E27FC236}">
                    <a16:creationId xmlns:a16="http://schemas.microsoft.com/office/drawing/2014/main" id="{28C6D3A4-65F1-4361-A13D-B266B8080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928"/>
                <a:ext cx="57" cy="581"/>
              </a:xfrm>
              <a:custGeom>
                <a:avLst/>
                <a:gdLst>
                  <a:gd name="T0" fmla="*/ 0 w 23"/>
                  <a:gd name="T1" fmla="*/ 4126 h 218"/>
                  <a:gd name="T2" fmla="*/ 42 w 23"/>
                  <a:gd name="T3" fmla="*/ 4048 h 218"/>
                  <a:gd name="T4" fmla="*/ 337 w 23"/>
                  <a:gd name="T5" fmla="*/ 2231 h 218"/>
                  <a:gd name="T6" fmla="*/ 349 w 23"/>
                  <a:gd name="T7" fmla="*/ 2196 h 218"/>
                  <a:gd name="T8" fmla="*/ 349 w 23"/>
                  <a:gd name="T9" fmla="*/ 2196 h 218"/>
                  <a:gd name="T10" fmla="*/ 349 w 23"/>
                  <a:gd name="T11" fmla="*/ 0 h 218"/>
                  <a:gd name="T12" fmla="*/ 216 w 23"/>
                  <a:gd name="T13" fmla="*/ 717 h 218"/>
                  <a:gd name="T14" fmla="*/ 136 w 23"/>
                  <a:gd name="T15" fmla="*/ 816 h 218"/>
                  <a:gd name="T16" fmla="*/ 0 w 23"/>
                  <a:gd name="T17" fmla="*/ 816 h 218"/>
                  <a:gd name="T18" fmla="*/ 0 w 23"/>
                  <a:gd name="T19" fmla="*/ 4126 h 2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218">
                    <a:moveTo>
                      <a:pt x="0" y="218"/>
                    </a:moveTo>
                    <a:cubicBezTo>
                      <a:pt x="1" y="217"/>
                      <a:pt x="2" y="216"/>
                      <a:pt x="3" y="214"/>
                    </a:cubicBezTo>
                    <a:cubicBezTo>
                      <a:pt x="3" y="213"/>
                      <a:pt x="22" y="118"/>
                      <a:pt x="22" y="118"/>
                    </a:cubicBezTo>
                    <a:cubicBezTo>
                      <a:pt x="23" y="117"/>
                      <a:pt x="23" y="117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E9F5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0" name="Freeform 216">
                <a:extLst>
                  <a:ext uri="{FF2B5EF4-FFF2-40B4-BE49-F238E27FC236}">
                    <a16:creationId xmlns:a16="http://schemas.microsoft.com/office/drawing/2014/main" id="{F0ABB3F6-CCB0-4CCD-BB73-8C02679C5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666"/>
                <a:ext cx="565" cy="376"/>
              </a:xfrm>
              <a:custGeom>
                <a:avLst/>
                <a:gdLst>
                  <a:gd name="T0" fmla="*/ 480 w 565"/>
                  <a:gd name="T1" fmla="*/ 376 h 376"/>
                  <a:gd name="T2" fmla="*/ 493 w 565"/>
                  <a:gd name="T3" fmla="*/ 363 h 376"/>
                  <a:gd name="T4" fmla="*/ 565 w 565"/>
                  <a:gd name="T5" fmla="*/ 14 h 376"/>
                  <a:gd name="T6" fmla="*/ 550 w 565"/>
                  <a:gd name="T7" fmla="*/ 0 h 376"/>
                  <a:gd name="T8" fmla="*/ 90 w 565"/>
                  <a:gd name="T9" fmla="*/ 0 h 376"/>
                  <a:gd name="T10" fmla="*/ 73 w 565"/>
                  <a:gd name="T11" fmla="*/ 16 h 376"/>
                  <a:gd name="T12" fmla="*/ 0 w 565"/>
                  <a:gd name="T13" fmla="*/ 363 h 376"/>
                  <a:gd name="T14" fmla="*/ 10 w 565"/>
                  <a:gd name="T15" fmla="*/ 376 h 376"/>
                  <a:gd name="T16" fmla="*/ 480 w 565"/>
                  <a:gd name="T17" fmla="*/ 376 h 3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5" h="376">
                    <a:moveTo>
                      <a:pt x="480" y="376"/>
                    </a:moveTo>
                    <a:lnTo>
                      <a:pt x="493" y="363"/>
                    </a:lnTo>
                    <a:lnTo>
                      <a:pt x="565" y="14"/>
                    </a:lnTo>
                    <a:lnTo>
                      <a:pt x="550" y="0"/>
                    </a:lnTo>
                    <a:lnTo>
                      <a:pt x="90" y="0"/>
                    </a:lnTo>
                    <a:lnTo>
                      <a:pt x="73" y="16"/>
                    </a:lnTo>
                    <a:lnTo>
                      <a:pt x="0" y="363"/>
                    </a:lnTo>
                    <a:lnTo>
                      <a:pt x="10" y="376"/>
                    </a:lnTo>
                    <a:lnTo>
                      <a:pt x="480" y="376"/>
                    </a:lnTo>
                    <a:close/>
                  </a:path>
                </a:pathLst>
              </a:custGeom>
              <a:solidFill>
                <a:srgbClr val="E9EC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1" name="Freeform 217">
                <a:extLst>
                  <a:ext uri="{FF2B5EF4-FFF2-40B4-BE49-F238E27FC236}">
                    <a16:creationId xmlns:a16="http://schemas.microsoft.com/office/drawing/2014/main" id="{D631DB1C-9B01-46B6-A333-C65A49EE9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698"/>
                <a:ext cx="470" cy="310"/>
              </a:xfrm>
              <a:custGeom>
                <a:avLst/>
                <a:gdLst>
                  <a:gd name="T0" fmla="*/ 2613 w 188"/>
                  <a:gd name="T1" fmla="*/ 2063 h 116"/>
                  <a:gd name="T2" fmla="*/ 2425 w 188"/>
                  <a:gd name="T3" fmla="*/ 2213 h 116"/>
                  <a:gd name="T4" fmla="*/ 158 w 188"/>
                  <a:gd name="T5" fmla="*/ 2213 h 116"/>
                  <a:gd name="T6" fmla="*/ 20 w 188"/>
                  <a:gd name="T7" fmla="*/ 1986 h 116"/>
                  <a:gd name="T8" fmla="*/ 333 w 188"/>
                  <a:gd name="T9" fmla="*/ 150 h 116"/>
                  <a:gd name="T10" fmla="*/ 520 w 188"/>
                  <a:gd name="T11" fmla="*/ 0 h 116"/>
                  <a:gd name="T12" fmla="*/ 2720 w 188"/>
                  <a:gd name="T13" fmla="*/ 0 h 116"/>
                  <a:gd name="T14" fmla="*/ 2908 w 188"/>
                  <a:gd name="T15" fmla="*/ 230 h 116"/>
                  <a:gd name="T16" fmla="*/ 2613 w 188"/>
                  <a:gd name="T17" fmla="*/ 2063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8" h="116">
                    <a:moveTo>
                      <a:pt x="167" y="108"/>
                    </a:moveTo>
                    <a:cubicBezTo>
                      <a:pt x="165" y="113"/>
                      <a:pt x="160" y="116"/>
                      <a:pt x="155" y="116"/>
                    </a:cubicBezTo>
                    <a:cubicBezTo>
                      <a:pt x="10" y="116"/>
                      <a:pt x="10" y="116"/>
                      <a:pt x="10" y="116"/>
                    </a:cubicBezTo>
                    <a:cubicBezTo>
                      <a:pt x="3" y="116"/>
                      <a:pt x="0" y="110"/>
                      <a:pt x="1" y="104"/>
                    </a:cubicBezTo>
                    <a:cubicBezTo>
                      <a:pt x="1" y="104"/>
                      <a:pt x="21" y="9"/>
                      <a:pt x="21" y="8"/>
                    </a:cubicBezTo>
                    <a:cubicBezTo>
                      <a:pt x="23" y="3"/>
                      <a:pt x="28" y="0"/>
                      <a:pt x="33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81" y="0"/>
                      <a:pt x="188" y="2"/>
                      <a:pt x="186" y="12"/>
                    </a:cubicBezTo>
                    <a:cubicBezTo>
                      <a:pt x="186" y="12"/>
                      <a:pt x="167" y="107"/>
                      <a:pt x="167" y="108"/>
                    </a:cubicBezTo>
                    <a:close/>
                  </a:path>
                </a:pathLst>
              </a:custGeom>
              <a:solidFill>
                <a:srgbClr val="FFF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2" name="Freeform 218">
                <a:extLst>
                  <a:ext uri="{FF2B5EF4-FFF2-40B4-BE49-F238E27FC236}">
                    <a16:creationId xmlns:a16="http://schemas.microsoft.com/office/drawing/2014/main" id="{4BC47A2C-38EB-4D3A-AB51-1EEB1996F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757"/>
                <a:ext cx="360" cy="240"/>
              </a:xfrm>
              <a:custGeom>
                <a:avLst/>
                <a:gdLst>
                  <a:gd name="T0" fmla="*/ 2250 w 144"/>
                  <a:gd name="T1" fmla="*/ 0 h 90"/>
                  <a:gd name="T2" fmla="*/ 1988 w 144"/>
                  <a:gd name="T3" fmla="*/ 1557 h 90"/>
                  <a:gd name="T4" fmla="*/ 1813 w 144"/>
                  <a:gd name="T5" fmla="*/ 1707 h 90"/>
                  <a:gd name="T6" fmla="*/ 0 w 144"/>
                  <a:gd name="T7" fmla="*/ 1707 h 90"/>
                  <a:gd name="T8" fmla="*/ 1738 w 144"/>
                  <a:gd name="T9" fmla="*/ 1629 h 90"/>
                  <a:gd name="T10" fmla="*/ 1958 w 144"/>
                  <a:gd name="T11" fmla="*/ 1387 h 90"/>
                  <a:gd name="T12" fmla="*/ 2250 w 144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4" h="90">
                    <a:moveTo>
                      <a:pt x="144" y="0"/>
                    </a:moveTo>
                    <a:cubicBezTo>
                      <a:pt x="139" y="27"/>
                      <a:pt x="128" y="81"/>
                      <a:pt x="127" y="82"/>
                    </a:cubicBezTo>
                    <a:cubicBezTo>
                      <a:pt x="125" y="87"/>
                      <a:pt x="121" y="90"/>
                      <a:pt x="116" y="90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18" y="89"/>
                      <a:pt x="104" y="87"/>
                      <a:pt x="111" y="86"/>
                    </a:cubicBezTo>
                    <a:cubicBezTo>
                      <a:pt x="117" y="84"/>
                      <a:pt x="123" y="80"/>
                      <a:pt x="125" y="73"/>
                    </a:cubicBezTo>
                    <a:cubicBezTo>
                      <a:pt x="128" y="65"/>
                      <a:pt x="144" y="0"/>
                      <a:pt x="144" y="0"/>
                    </a:cubicBezTo>
                    <a:close/>
                  </a:path>
                </a:pathLst>
              </a:custGeom>
              <a:solidFill>
                <a:srgbClr val="FFE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3" name="Freeform 219">
                <a:extLst>
                  <a:ext uri="{FF2B5EF4-FFF2-40B4-BE49-F238E27FC236}">
                    <a16:creationId xmlns:a16="http://schemas.microsoft.com/office/drawing/2014/main" id="{BD830166-3AD4-400B-8BFD-3827C2092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706"/>
                <a:ext cx="443" cy="291"/>
              </a:xfrm>
              <a:custGeom>
                <a:avLst/>
                <a:gdLst>
                  <a:gd name="T0" fmla="*/ 83 w 177"/>
                  <a:gd name="T1" fmla="*/ 1960 h 109"/>
                  <a:gd name="T2" fmla="*/ 425 w 177"/>
                  <a:gd name="T3" fmla="*/ 264 h 109"/>
                  <a:gd name="T4" fmla="*/ 596 w 177"/>
                  <a:gd name="T5" fmla="*/ 115 h 109"/>
                  <a:gd name="T6" fmla="*/ 2600 w 177"/>
                  <a:gd name="T7" fmla="*/ 35 h 109"/>
                  <a:gd name="T8" fmla="*/ 2776 w 177"/>
                  <a:gd name="T9" fmla="*/ 115 h 109"/>
                  <a:gd name="T10" fmla="*/ 2568 w 177"/>
                  <a:gd name="T11" fmla="*/ 0 h 109"/>
                  <a:gd name="T12" fmla="*/ 501 w 177"/>
                  <a:gd name="T13" fmla="*/ 0 h 109"/>
                  <a:gd name="T14" fmla="*/ 333 w 177"/>
                  <a:gd name="T15" fmla="*/ 150 h 109"/>
                  <a:gd name="T16" fmla="*/ 20 w 177"/>
                  <a:gd name="T17" fmla="*/ 1866 h 109"/>
                  <a:gd name="T18" fmla="*/ 125 w 177"/>
                  <a:gd name="T19" fmla="*/ 2074 h 109"/>
                  <a:gd name="T20" fmla="*/ 83 w 177"/>
                  <a:gd name="T21" fmla="*/ 1960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7" h="109">
                    <a:moveTo>
                      <a:pt x="5" y="103"/>
                    </a:moveTo>
                    <a:cubicBezTo>
                      <a:pt x="4" y="98"/>
                      <a:pt x="26" y="15"/>
                      <a:pt x="27" y="14"/>
                    </a:cubicBezTo>
                    <a:cubicBezTo>
                      <a:pt x="28" y="9"/>
                      <a:pt x="33" y="6"/>
                      <a:pt x="38" y="6"/>
                    </a:cubicBezTo>
                    <a:cubicBezTo>
                      <a:pt x="38" y="6"/>
                      <a:pt x="159" y="2"/>
                      <a:pt x="166" y="2"/>
                    </a:cubicBezTo>
                    <a:cubicBezTo>
                      <a:pt x="173" y="3"/>
                      <a:pt x="175" y="6"/>
                      <a:pt x="177" y="6"/>
                    </a:cubicBezTo>
                    <a:cubicBezTo>
                      <a:pt x="175" y="1"/>
                      <a:pt x="169" y="0"/>
                      <a:pt x="164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6" y="0"/>
                      <a:pt x="22" y="3"/>
                      <a:pt x="21" y="8"/>
                    </a:cubicBezTo>
                    <a:cubicBezTo>
                      <a:pt x="20" y="9"/>
                      <a:pt x="1" y="98"/>
                      <a:pt x="1" y="98"/>
                    </a:cubicBezTo>
                    <a:cubicBezTo>
                      <a:pt x="0" y="104"/>
                      <a:pt x="0" y="109"/>
                      <a:pt x="8" y="109"/>
                    </a:cubicBezTo>
                    <a:cubicBezTo>
                      <a:pt x="7" y="108"/>
                      <a:pt x="5" y="109"/>
                      <a:pt x="5" y="1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4" name="Freeform 220">
                <a:extLst>
                  <a:ext uri="{FF2B5EF4-FFF2-40B4-BE49-F238E27FC236}">
                    <a16:creationId xmlns:a16="http://schemas.microsoft.com/office/drawing/2014/main" id="{4E110B20-7C84-45DA-98E5-7DA225866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042"/>
                <a:ext cx="22" cy="478"/>
              </a:xfrm>
              <a:custGeom>
                <a:avLst/>
                <a:gdLst>
                  <a:gd name="T0" fmla="*/ 12 w 9"/>
                  <a:gd name="T1" fmla="*/ 0 h 179"/>
                  <a:gd name="T2" fmla="*/ 0 w 9"/>
                  <a:gd name="T3" fmla="*/ 0 h 179"/>
                  <a:gd name="T4" fmla="*/ 0 w 9"/>
                  <a:gd name="T5" fmla="*/ 3386 h 179"/>
                  <a:gd name="T6" fmla="*/ 0 w 9"/>
                  <a:gd name="T7" fmla="*/ 3407 h 179"/>
                  <a:gd name="T8" fmla="*/ 132 w 9"/>
                  <a:gd name="T9" fmla="*/ 3258 h 179"/>
                  <a:gd name="T10" fmla="*/ 132 w 9"/>
                  <a:gd name="T11" fmla="*/ 3215 h 179"/>
                  <a:gd name="T12" fmla="*/ 132 w 9"/>
                  <a:gd name="T13" fmla="*/ 21 h 179"/>
                  <a:gd name="T14" fmla="*/ 12 w 9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79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4" y="178"/>
                      <a:pt x="7" y="175"/>
                      <a:pt x="9" y="171"/>
                    </a:cubicBezTo>
                    <a:cubicBezTo>
                      <a:pt x="9" y="171"/>
                      <a:pt x="9" y="171"/>
                      <a:pt x="9" y="169"/>
                    </a:cubicBezTo>
                    <a:cubicBezTo>
                      <a:pt x="9" y="1"/>
                      <a:pt x="9" y="1"/>
                      <a:pt x="9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6F4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5" name="Freeform 221">
                <a:extLst>
                  <a:ext uri="{FF2B5EF4-FFF2-40B4-BE49-F238E27FC236}">
                    <a16:creationId xmlns:a16="http://schemas.microsoft.com/office/drawing/2014/main" id="{6E50D664-F831-4442-A62A-247977567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936"/>
                <a:ext cx="463" cy="416"/>
              </a:xfrm>
              <a:custGeom>
                <a:avLst/>
                <a:gdLst>
                  <a:gd name="T0" fmla="*/ 2600 w 185"/>
                  <a:gd name="T1" fmla="*/ 1843 h 156"/>
                  <a:gd name="T2" fmla="*/ 2413 w 185"/>
                  <a:gd name="T3" fmla="*/ 1971 h 156"/>
                  <a:gd name="T4" fmla="*/ 145 w 185"/>
                  <a:gd name="T5" fmla="*/ 1971 h 156"/>
                  <a:gd name="T6" fmla="*/ 0 w 185"/>
                  <a:gd name="T7" fmla="*/ 1843 h 156"/>
                  <a:gd name="T8" fmla="*/ 0 w 185"/>
                  <a:gd name="T9" fmla="*/ 2731 h 156"/>
                  <a:gd name="T10" fmla="*/ 0 w 185"/>
                  <a:gd name="T11" fmla="*/ 2752 h 156"/>
                  <a:gd name="T12" fmla="*/ 0 w 185"/>
                  <a:gd name="T13" fmla="*/ 2787 h 156"/>
                  <a:gd name="T14" fmla="*/ 145 w 185"/>
                  <a:gd name="T15" fmla="*/ 2957 h 156"/>
                  <a:gd name="T16" fmla="*/ 2413 w 185"/>
                  <a:gd name="T17" fmla="*/ 2957 h 156"/>
                  <a:gd name="T18" fmla="*/ 2600 w 185"/>
                  <a:gd name="T19" fmla="*/ 2808 h 156"/>
                  <a:gd name="T20" fmla="*/ 2901 w 185"/>
                  <a:gd name="T21" fmla="*/ 989 h 156"/>
                  <a:gd name="T22" fmla="*/ 2901 w 185"/>
                  <a:gd name="T23" fmla="*/ 0 h 156"/>
                  <a:gd name="T24" fmla="*/ 2600 w 185"/>
                  <a:gd name="T25" fmla="*/ 1843 h 1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5" h="156">
                    <a:moveTo>
                      <a:pt x="166" y="97"/>
                    </a:moveTo>
                    <a:cubicBezTo>
                      <a:pt x="164" y="101"/>
                      <a:pt x="159" y="104"/>
                      <a:pt x="154" y="104"/>
                    </a:cubicBezTo>
                    <a:cubicBezTo>
                      <a:pt x="9" y="104"/>
                      <a:pt x="9" y="104"/>
                      <a:pt x="9" y="104"/>
                    </a:cubicBezTo>
                    <a:cubicBezTo>
                      <a:pt x="4" y="104"/>
                      <a:pt x="1" y="101"/>
                      <a:pt x="0" y="97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0" y="144"/>
                      <a:pt x="0" y="145"/>
                      <a:pt x="0" y="145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52"/>
                      <a:pt x="3" y="156"/>
                      <a:pt x="9" y="156"/>
                    </a:cubicBezTo>
                    <a:cubicBezTo>
                      <a:pt x="154" y="156"/>
                      <a:pt x="154" y="156"/>
                      <a:pt x="154" y="156"/>
                    </a:cubicBezTo>
                    <a:cubicBezTo>
                      <a:pt x="159" y="156"/>
                      <a:pt x="164" y="153"/>
                      <a:pt x="166" y="148"/>
                    </a:cubicBezTo>
                    <a:cubicBezTo>
                      <a:pt x="166" y="147"/>
                      <a:pt x="185" y="52"/>
                      <a:pt x="185" y="52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66" y="95"/>
                      <a:pt x="166" y="97"/>
                    </a:cubicBezTo>
                    <a:close/>
                  </a:path>
                </a:pathLst>
              </a:custGeom>
              <a:solidFill>
                <a:srgbClr val="E9EC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6" name="Freeform 222">
                <a:extLst>
                  <a:ext uri="{FF2B5EF4-FFF2-40B4-BE49-F238E27FC236}">
                    <a16:creationId xmlns:a16="http://schemas.microsoft.com/office/drawing/2014/main" id="{586A7FC4-9356-4664-9657-FDFDF1EC4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952"/>
                <a:ext cx="60" cy="394"/>
              </a:xfrm>
              <a:custGeom>
                <a:avLst/>
                <a:gdLst>
                  <a:gd name="T0" fmla="*/ 0 w 24"/>
                  <a:gd name="T1" fmla="*/ 2793 h 148"/>
                  <a:gd name="T2" fmla="*/ 83 w 24"/>
                  <a:gd name="T3" fmla="*/ 2678 h 148"/>
                  <a:gd name="T4" fmla="*/ 375 w 24"/>
                  <a:gd name="T5" fmla="*/ 865 h 148"/>
                  <a:gd name="T6" fmla="*/ 375 w 24"/>
                  <a:gd name="T7" fmla="*/ 0 h 148"/>
                  <a:gd name="T8" fmla="*/ 333 w 24"/>
                  <a:gd name="T9" fmla="*/ 205 h 148"/>
                  <a:gd name="T10" fmla="*/ 83 w 24"/>
                  <a:gd name="T11" fmla="*/ 1714 h 148"/>
                  <a:gd name="T12" fmla="*/ 0 w 24"/>
                  <a:gd name="T13" fmla="*/ 1816 h 148"/>
                  <a:gd name="T14" fmla="*/ 0 w 24"/>
                  <a:gd name="T15" fmla="*/ 2793 h 1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48">
                    <a:moveTo>
                      <a:pt x="0" y="148"/>
                    </a:moveTo>
                    <a:cubicBezTo>
                      <a:pt x="2" y="147"/>
                      <a:pt x="4" y="145"/>
                      <a:pt x="5" y="142"/>
                    </a:cubicBezTo>
                    <a:cubicBezTo>
                      <a:pt x="5" y="141"/>
                      <a:pt x="24" y="46"/>
                      <a:pt x="24" y="46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6" y="39"/>
                      <a:pt x="5" y="90"/>
                      <a:pt x="5" y="91"/>
                    </a:cubicBezTo>
                    <a:cubicBezTo>
                      <a:pt x="4" y="93"/>
                      <a:pt x="2" y="95"/>
                      <a:pt x="0" y="96"/>
                    </a:cubicBez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0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7" name="Freeform 223">
                <a:extLst>
                  <a:ext uri="{FF2B5EF4-FFF2-40B4-BE49-F238E27FC236}">
                    <a16:creationId xmlns:a16="http://schemas.microsoft.com/office/drawing/2014/main" id="{3E95558B-87DF-415B-9642-6F67AEB15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189"/>
                <a:ext cx="22" cy="163"/>
              </a:xfrm>
              <a:custGeom>
                <a:avLst/>
                <a:gdLst>
                  <a:gd name="T0" fmla="*/ 0 w 9"/>
                  <a:gd name="T1" fmla="*/ 1165 h 61"/>
                  <a:gd name="T2" fmla="*/ 132 w 9"/>
                  <a:gd name="T3" fmla="*/ 1013 h 61"/>
                  <a:gd name="T4" fmla="*/ 132 w 9"/>
                  <a:gd name="T5" fmla="*/ 970 h 61"/>
                  <a:gd name="T6" fmla="*/ 132 w 9"/>
                  <a:gd name="T7" fmla="*/ 0 h 61"/>
                  <a:gd name="T8" fmla="*/ 132 w 9"/>
                  <a:gd name="T9" fmla="*/ 35 h 61"/>
                  <a:gd name="T10" fmla="*/ 0 w 9"/>
                  <a:gd name="T11" fmla="*/ 171 h 61"/>
                  <a:gd name="T12" fmla="*/ 0 w 9"/>
                  <a:gd name="T13" fmla="*/ 1165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1">
                    <a:moveTo>
                      <a:pt x="0" y="61"/>
                    </a:moveTo>
                    <a:cubicBezTo>
                      <a:pt x="4" y="60"/>
                      <a:pt x="7" y="57"/>
                      <a:pt x="9" y="53"/>
                    </a:cubicBezTo>
                    <a:cubicBezTo>
                      <a:pt x="9" y="53"/>
                      <a:pt x="9" y="52"/>
                      <a:pt x="9" y="5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7" y="5"/>
                      <a:pt x="4" y="8"/>
                      <a:pt x="0" y="9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8D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8" name="Freeform 224">
                <a:extLst>
                  <a:ext uri="{FF2B5EF4-FFF2-40B4-BE49-F238E27FC236}">
                    <a16:creationId xmlns:a16="http://schemas.microsoft.com/office/drawing/2014/main" id="{CAFB5607-06DF-4FA0-8703-A997629D7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042"/>
                <a:ext cx="13" cy="478"/>
              </a:xfrm>
              <a:custGeom>
                <a:avLst/>
                <a:gdLst>
                  <a:gd name="T0" fmla="*/ 88 w 5"/>
                  <a:gd name="T1" fmla="*/ 3407 h 179"/>
                  <a:gd name="T2" fmla="*/ 88 w 5"/>
                  <a:gd name="T3" fmla="*/ 0 h 179"/>
                  <a:gd name="T4" fmla="*/ 0 w 5"/>
                  <a:gd name="T5" fmla="*/ 0 h 179"/>
                  <a:gd name="T6" fmla="*/ 0 w 5"/>
                  <a:gd name="T7" fmla="*/ 3215 h 179"/>
                  <a:gd name="T8" fmla="*/ 0 w 5"/>
                  <a:gd name="T9" fmla="*/ 3237 h 179"/>
                  <a:gd name="T10" fmla="*/ 0 w 5"/>
                  <a:gd name="T11" fmla="*/ 3258 h 179"/>
                  <a:gd name="T12" fmla="*/ 0 w 5"/>
                  <a:gd name="T13" fmla="*/ 3258 h 179"/>
                  <a:gd name="T14" fmla="*/ 88 w 5"/>
                  <a:gd name="T15" fmla="*/ 3407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179">
                    <a:moveTo>
                      <a:pt x="5" y="179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69"/>
                      <a:pt x="0" y="170"/>
                      <a:pt x="0" y="170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5"/>
                      <a:pt x="2" y="178"/>
                      <a:pt x="5" y="1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9" name="Freeform 225">
                <a:extLst>
                  <a:ext uri="{FF2B5EF4-FFF2-40B4-BE49-F238E27FC236}">
                    <a16:creationId xmlns:a16="http://schemas.microsoft.com/office/drawing/2014/main" id="{68B91BDA-0A1F-4DB0-AAD9-0E33251D4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058"/>
                <a:ext cx="17" cy="443"/>
              </a:xfrm>
              <a:custGeom>
                <a:avLst/>
                <a:gdLst>
                  <a:gd name="T0" fmla="*/ 0 w 7"/>
                  <a:gd name="T1" fmla="*/ 0 h 166"/>
                  <a:gd name="T2" fmla="*/ 0 w 7"/>
                  <a:gd name="T3" fmla="*/ 3154 h 166"/>
                  <a:gd name="T4" fmla="*/ 0 w 7"/>
                  <a:gd name="T5" fmla="*/ 0 h 1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6">
                    <a:moveTo>
                      <a:pt x="0" y="0"/>
                    </a:moveTo>
                    <a:cubicBezTo>
                      <a:pt x="0" y="166"/>
                      <a:pt x="0" y="166"/>
                      <a:pt x="0" y="166"/>
                    </a:cubicBezTo>
                    <a:cubicBezTo>
                      <a:pt x="2" y="136"/>
                      <a:pt x="7" y="5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0" name="Freeform 226">
                <a:extLst>
                  <a:ext uri="{FF2B5EF4-FFF2-40B4-BE49-F238E27FC236}">
                    <a16:creationId xmlns:a16="http://schemas.microsoft.com/office/drawing/2014/main" id="{8C80565A-A6CB-43EB-A429-529072D1A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048"/>
                <a:ext cx="400" cy="18"/>
              </a:xfrm>
              <a:custGeom>
                <a:avLst/>
                <a:gdLst>
                  <a:gd name="T0" fmla="*/ 0 w 400"/>
                  <a:gd name="T1" fmla="*/ 2 h 18"/>
                  <a:gd name="T2" fmla="*/ 400 w 400"/>
                  <a:gd name="T3" fmla="*/ 18 h 18"/>
                  <a:gd name="T4" fmla="*/ 400 w 400"/>
                  <a:gd name="T5" fmla="*/ 0 h 18"/>
                  <a:gd name="T6" fmla="*/ 0 w 400"/>
                  <a:gd name="T7" fmla="*/ 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0" h="18">
                    <a:moveTo>
                      <a:pt x="0" y="2"/>
                    </a:moveTo>
                    <a:lnTo>
                      <a:pt x="400" y="18"/>
                    </a:lnTo>
                    <a:lnTo>
                      <a:pt x="40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6F4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1" name="Freeform 227">
                <a:extLst>
                  <a:ext uri="{FF2B5EF4-FFF2-40B4-BE49-F238E27FC236}">
                    <a16:creationId xmlns:a16="http://schemas.microsoft.com/office/drawing/2014/main" id="{99D42395-483B-47D5-8C96-CD003D81C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048"/>
                <a:ext cx="400" cy="18"/>
              </a:xfrm>
              <a:custGeom>
                <a:avLst/>
                <a:gdLst>
                  <a:gd name="T0" fmla="*/ 0 w 400"/>
                  <a:gd name="T1" fmla="*/ 2 h 18"/>
                  <a:gd name="T2" fmla="*/ 400 w 400"/>
                  <a:gd name="T3" fmla="*/ 18 h 18"/>
                  <a:gd name="T4" fmla="*/ 400 w 40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8">
                    <a:moveTo>
                      <a:pt x="0" y="2"/>
                    </a:moveTo>
                    <a:lnTo>
                      <a:pt x="400" y="18"/>
                    </a:lnTo>
                    <a:lnTo>
                      <a:pt x="40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2" name="Freeform 228">
                <a:extLst>
                  <a:ext uri="{FF2B5EF4-FFF2-40B4-BE49-F238E27FC236}">
                    <a16:creationId xmlns:a16="http://schemas.microsoft.com/office/drawing/2014/main" id="{DD107F5B-A83E-42E9-B3FF-4AAEF7AE6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3181"/>
                <a:ext cx="353" cy="21"/>
              </a:xfrm>
              <a:custGeom>
                <a:avLst/>
                <a:gdLst>
                  <a:gd name="T0" fmla="*/ 0 w 353"/>
                  <a:gd name="T1" fmla="*/ 21 h 21"/>
                  <a:gd name="T2" fmla="*/ 353 w 353"/>
                  <a:gd name="T3" fmla="*/ 21 h 21"/>
                  <a:gd name="T4" fmla="*/ 353 w 353"/>
                  <a:gd name="T5" fmla="*/ 0 h 21"/>
                  <a:gd name="T6" fmla="*/ 0 w 353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3" h="21">
                    <a:moveTo>
                      <a:pt x="0" y="21"/>
                    </a:moveTo>
                    <a:lnTo>
                      <a:pt x="353" y="21"/>
                    </a:lnTo>
                    <a:lnTo>
                      <a:pt x="353" y="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3" name="Freeform 229">
                <a:extLst>
                  <a:ext uri="{FF2B5EF4-FFF2-40B4-BE49-F238E27FC236}">
                    <a16:creationId xmlns:a16="http://schemas.microsoft.com/office/drawing/2014/main" id="{0FD591DB-6036-40E4-A492-657D08E76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3181"/>
                <a:ext cx="353" cy="21"/>
              </a:xfrm>
              <a:custGeom>
                <a:avLst/>
                <a:gdLst>
                  <a:gd name="T0" fmla="*/ 0 w 353"/>
                  <a:gd name="T1" fmla="*/ 21 h 21"/>
                  <a:gd name="T2" fmla="*/ 353 w 353"/>
                  <a:gd name="T3" fmla="*/ 21 h 21"/>
                  <a:gd name="T4" fmla="*/ 353 w 353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3" h="21">
                    <a:moveTo>
                      <a:pt x="0" y="21"/>
                    </a:moveTo>
                    <a:lnTo>
                      <a:pt x="353" y="21"/>
                    </a:lnTo>
                    <a:lnTo>
                      <a:pt x="3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4" name="Freeform 230">
                <a:extLst>
                  <a:ext uri="{FF2B5EF4-FFF2-40B4-BE49-F238E27FC236}">
                    <a16:creationId xmlns:a16="http://schemas.microsoft.com/office/drawing/2014/main" id="{5EB68CC7-2805-4148-9AFF-8A22C3843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360"/>
                <a:ext cx="353" cy="146"/>
              </a:xfrm>
              <a:custGeom>
                <a:avLst/>
                <a:gdLst>
                  <a:gd name="T0" fmla="*/ 1021 w 141"/>
                  <a:gd name="T1" fmla="*/ 0 h 55"/>
                  <a:gd name="T2" fmla="*/ 2213 w 141"/>
                  <a:gd name="T3" fmla="*/ 0 h 55"/>
                  <a:gd name="T4" fmla="*/ 2213 w 141"/>
                  <a:gd name="T5" fmla="*/ 972 h 55"/>
                  <a:gd name="T6" fmla="*/ 1838 w 141"/>
                  <a:gd name="T7" fmla="*/ 1030 h 55"/>
                  <a:gd name="T8" fmla="*/ 0 w 141"/>
                  <a:gd name="T9" fmla="*/ 1030 h 55"/>
                  <a:gd name="T10" fmla="*/ 1755 w 141"/>
                  <a:gd name="T11" fmla="*/ 895 h 55"/>
                  <a:gd name="T12" fmla="*/ 1993 w 141"/>
                  <a:gd name="T13" fmla="*/ 507 h 55"/>
                  <a:gd name="T14" fmla="*/ 1647 w 141"/>
                  <a:gd name="T15" fmla="*/ 77 h 55"/>
                  <a:gd name="T16" fmla="*/ 1021 w 141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1" h="55">
                    <a:moveTo>
                      <a:pt x="65" y="0"/>
                    </a:move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46"/>
                      <a:pt x="141" y="52"/>
                    </a:cubicBezTo>
                    <a:cubicBezTo>
                      <a:pt x="141" y="55"/>
                      <a:pt x="132" y="55"/>
                      <a:pt x="117" y="55"/>
                    </a:cubicBezTo>
                    <a:cubicBezTo>
                      <a:pt x="102" y="55"/>
                      <a:pt x="7" y="55"/>
                      <a:pt x="0" y="55"/>
                    </a:cubicBezTo>
                    <a:cubicBezTo>
                      <a:pt x="17" y="54"/>
                      <a:pt x="99" y="50"/>
                      <a:pt x="112" y="48"/>
                    </a:cubicBezTo>
                    <a:cubicBezTo>
                      <a:pt x="125" y="47"/>
                      <a:pt x="127" y="41"/>
                      <a:pt x="127" y="27"/>
                    </a:cubicBezTo>
                    <a:cubicBezTo>
                      <a:pt x="127" y="14"/>
                      <a:pt x="122" y="7"/>
                      <a:pt x="105" y="4"/>
                    </a:cubicBezTo>
                    <a:cubicBezTo>
                      <a:pt x="88" y="1"/>
                      <a:pt x="65" y="0"/>
                      <a:pt x="65" y="0"/>
                    </a:cubicBezTo>
                    <a:close/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5" name="Freeform 231">
                <a:extLst>
                  <a:ext uri="{FF2B5EF4-FFF2-40B4-BE49-F238E27FC236}">
                    <a16:creationId xmlns:a16="http://schemas.microsoft.com/office/drawing/2014/main" id="{7D0E1DD2-1AB5-45E2-8BC9-EA7DB7D18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680"/>
                <a:ext cx="320" cy="269"/>
              </a:xfrm>
              <a:custGeom>
                <a:avLst/>
                <a:gdLst>
                  <a:gd name="T0" fmla="*/ 0 w 128"/>
                  <a:gd name="T1" fmla="*/ 1907 h 101"/>
                  <a:gd name="T2" fmla="*/ 313 w 128"/>
                  <a:gd name="T3" fmla="*/ 149 h 101"/>
                  <a:gd name="T4" fmla="*/ 458 w 128"/>
                  <a:gd name="T5" fmla="*/ 0 h 101"/>
                  <a:gd name="T6" fmla="*/ 2000 w 128"/>
                  <a:gd name="T7" fmla="*/ 0 h 101"/>
                  <a:gd name="T8" fmla="*/ 470 w 128"/>
                  <a:gd name="T9" fmla="*/ 56 h 101"/>
                  <a:gd name="T10" fmla="*/ 300 w 128"/>
                  <a:gd name="T11" fmla="*/ 431 h 101"/>
                  <a:gd name="T12" fmla="*/ 0 w 128"/>
                  <a:gd name="T13" fmla="*/ 1907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01">
                    <a:moveTo>
                      <a:pt x="0" y="101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2" y="3"/>
                      <a:pt x="23" y="0"/>
                      <a:pt x="29" y="0"/>
                    </a:cubicBezTo>
                    <a:cubicBezTo>
                      <a:pt x="36" y="0"/>
                      <a:pt x="128" y="0"/>
                      <a:pt x="128" y="0"/>
                    </a:cubicBezTo>
                    <a:cubicBezTo>
                      <a:pt x="107" y="0"/>
                      <a:pt x="38" y="0"/>
                      <a:pt x="30" y="3"/>
                    </a:cubicBezTo>
                    <a:cubicBezTo>
                      <a:pt x="23" y="6"/>
                      <a:pt x="22" y="12"/>
                      <a:pt x="19" y="23"/>
                    </a:cubicBezTo>
                    <a:cubicBezTo>
                      <a:pt x="16" y="33"/>
                      <a:pt x="0" y="101"/>
                      <a:pt x="0" y="1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6" name="Line 232">
                <a:extLst>
                  <a:ext uri="{FF2B5EF4-FFF2-40B4-BE49-F238E27FC236}">
                    <a16:creationId xmlns:a16="http://schemas.microsoft.com/office/drawing/2014/main" id="{A0F21F6B-0467-4355-B457-9D58685294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7" y="2946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7" name="Freeform 233">
                <a:extLst>
                  <a:ext uri="{FF2B5EF4-FFF2-40B4-BE49-F238E27FC236}">
                    <a16:creationId xmlns:a16="http://schemas.microsoft.com/office/drawing/2014/main" id="{2D4C1DAE-7340-409E-8EBA-F97BAE23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928"/>
                <a:ext cx="465" cy="592"/>
              </a:xfrm>
              <a:custGeom>
                <a:avLst/>
                <a:gdLst>
                  <a:gd name="T0" fmla="*/ 2770 w 186"/>
                  <a:gd name="T1" fmla="*/ 717 h 222"/>
                  <a:gd name="T2" fmla="*/ 2688 w 186"/>
                  <a:gd name="T3" fmla="*/ 819 h 222"/>
                  <a:gd name="T4" fmla="*/ 0 w 186"/>
                  <a:gd name="T5" fmla="*/ 819 h 222"/>
                  <a:gd name="T6" fmla="*/ 0 w 186"/>
                  <a:gd name="T7" fmla="*/ 4019 h 222"/>
                  <a:gd name="T8" fmla="*/ 0 w 186"/>
                  <a:gd name="T9" fmla="*/ 4040 h 222"/>
                  <a:gd name="T10" fmla="*/ 0 w 186"/>
                  <a:gd name="T11" fmla="*/ 4061 h 222"/>
                  <a:gd name="T12" fmla="*/ 0 w 186"/>
                  <a:gd name="T13" fmla="*/ 4061 h 222"/>
                  <a:gd name="T14" fmla="*/ 145 w 186"/>
                  <a:gd name="T15" fmla="*/ 4211 h 222"/>
                  <a:gd name="T16" fmla="*/ 2408 w 186"/>
                  <a:gd name="T17" fmla="*/ 4211 h 222"/>
                  <a:gd name="T18" fmla="*/ 2595 w 186"/>
                  <a:gd name="T19" fmla="*/ 4061 h 222"/>
                  <a:gd name="T20" fmla="*/ 2895 w 186"/>
                  <a:gd name="T21" fmla="*/ 2240 h 222"/>
                  <a:gd name="T22" fmla="*/ 2908 w 186"/>
                  <a:gd name="T23" fmla="*/ 2197 h 222"/>
                  <a:gd name="T24" fmla="*/ 2908 w 186"/>
                  <a:gd name="T25" fmla="*/ 2197 h 222"/>
                  <a:gd name="T26" fmla="*/ 2908 w 186"/>
                  <a:gd name="T27" fmla="*/ 0 h 222"/>
                  <a:gd name="T28" fmla="*/ 2770 w 186"/>
                  <a:gd name="T29" fmla="*/ 717 h 2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6" h="222">
                    <a:moveTo>
                      <a:pt x="177" y="38"/>
                    </a:moveTo>
                    <a:cubicBezTo>
                      <a:pt x="172" y="43"/>
                      <a:pt x="172" y="43"/>
                      <a:pt x="172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3"/>
                      <a:pt x="0" y="213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9"/>
                      <a:pt x="3" y="222"/>
                      <a:pt x="9" y="222"/>
                    </a:cubicBezTo>
                    <a:cubicBezTo>
                      <a:pt x="154" y="222"/>
                      <a:pt x="154" y="222"/>
                      <a:pt x="154" y="222"/>
                    </a:cubicBezTo>
                    <a:cubicBezTo>
                      <a:pt x="159" y="222"/>
                      <a:pt x="164" y="219"/>
                      <a:pt x="166" y="214"/>
                    </a:cubicBezTo>
                    <a:cubicBezTo>
                      <a:pt x="166" y="213"/>
                      <a:pt x="185" y="118"/>
                      <a:pt x="185" y="118"/>
                    </a:cubicBezTo>
                    <a:cubicBezTo>
                      <a:pt x="186" y="117"/>
                      <a:pt x="186" y="117"/>
                      <a:pt x="186" y="116"/>
                    </a:cubicBezTo>
                    <a:cubicBezTo>
                      <a:pt x="186" y="116"/>
                      <a:pt x="186" y="116"/>
                      <a:pt x="186" y="116"/>
                    </a:cubicBezTo>
                    <a:cubicBezTo>
                      <a:pt x="186" y="0"/>
                      <a:pt x="186" y="0"/>
                      <a:pt x="186" y="0"/>
                    </a:cubicBezTo>
                    <a:lnTo>
                      <a:pt x="177" y="3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8" name="Freeform 234">
                <a:extLst>
                  <a:ext uri="{FF2B5EF4-FFF2-40B4-BE49-F238E27FC236}">
                    <a16:creationId xmlns:a16="http://schemas.microsoft.com/office/drawing/2014/main" id="{68C21F04-687F-4541-8304-05528F3EB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666"/>
                <a:ext cx="565" cy="376"/>
              </a:xfrm>
              <a:custGeom>
                <a:avLst/>
                <a:gdLst>
                  <a:gd name="T0" fmla="*/ 480 w 565"/>
                  <a:gd name="T1" fmla="*/ 376 h 376"/>
                  <a:gd name="T2" fmla="*/ 493 w 565"/>
                  <a:gd name="T3" fmla="*/ 363 h 376"/>
                  <a:gd name="T4" fmla="*/ 565 w 565"/>
                  <a:gd name="T5" fmla="*/ 14 h 376"/>
                  <a:gd name="T6" fmla="*/ 550 w 565"/>
                  <a:gd name="T7" fmla="*/ 0 h 376"/>
                  <a:gd name="T8" fmla="*/ 90 w 565"/>
                  <a:gd name="T9" fmla="*/ 0 h 376"/>
                  <a:gd name="T10" fmla="*/ 73 w 565"/>
                  <a:gd name="T11" fmla="*/ 16 h 376"/>
                  <a:gd name="T12" fmla="*/ 0 w 565"/>
                  <a:gd name="T13" fmla="*/ 363 h 376"/>
                  <a:gd name="T14" fmla="*/ 10 w 565"/>
                  <a:gd name="T15" fmla="*/ 376 h 376"/>
                  <a:gd name="T16" fmla="*/ 480 w 565"/>
                  <a:gd name="T17" fmla="*/ 376 h 3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5" h="376">
                    <a:moveTo>
                      <a:pt x="480" y="376"/>
                    </a:moveTo>
                    <a:lnTo>
                      <a:pt x="493" y="363"/>
                    </a:lnTo>
                    <a:lnTo>
                      <a:pt x="565" y="14"/>
                    </a:lnTo>
                    <a:lnTo>
                      <a:pt x="550" y="0"/>
                    </a:lnTo>
                    <a:lnTo>
                      <a:pt x="90" y="0"/>
                    </a:lnTo>
                    <a:lnTo>
                      <a:pt x="73" y="16"/>
                    </a:lnTo>
                    <a:lnTo>
                      <a:pt x="0" y="363"/>
                    </a:lnTo>
                    <a:lnTo>
                      <a:pt x="10" y="376"/>
                    </a:lnTo>
                    <a:lnTo>
                      <a:pt x="480" y="37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556" name="Text Box 235">
              <a:extLst>
                <a:ext uri="{FF2B5EF4-FFF2-40B4-BE49-F238E27FC236}">
                  <a16:creationId xmlns:a16="http://schemas.microsoft.com/office/drawing/2014/main" id="{AC3E343D-4A4E-43EC-9D26-3DD8AF31C2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4" y="1695"/>
              <a:ext cx="451" cy="1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latin typeface="Arial Unicode MS" charset="0"/>
                </a:rPr>
                <a:t>Yoghurt</a:t>
              </a:r>
            </a:p>
          </p:txBody>
        </p:sp>
      </p:grpSp>
      <p:grpSp>
        <p:nvGrpSpPr>
          <p:cNvPr id="20485" name="Quark-dairy-product-container">
            <a:extLst>
              <a:ext uri="{FF2B5EF4-FFF2-40B4-BE49-F238E27FC236}">
                <a16:creationId xmlns:a16="http://schemas.microsoft.com/office/drawing/2014/main" id="{2583C8BB-DF25-40B5-9A1C-0FCBE8068F08}"/>
              </a:ext>
            </a:extLst>
          </p:cNvPr>
          <p:cNvGrpSpPr>
            <a:grpSpLocks/>
          </p:cNvGrpSpPr>
          <p:nvPr/>
        </p:nvGrpSpPr>
        <p:grpSpPr bwMode="auto">
          <a:xfrm>
            <a:off x="2809875" y="2171700"/>
            <a:ext cx="2357438" cy="3216275"/>
            <a:chOff x="810" y="1248"/>
            <a:chExt cx="1485" cy="2026"/>
          </a:xfrm>
        </p:grpSpPr>
        <p:grpSp>
          <p:nvGrpSpPr>
            <p:cNvPr id="20486" name="Group 237">
              <a:extLst>
                <a:ext uri="{FF2B5EF4-FFF2-40B4-BE49-F238E27FC236}">
                  <a16:creationId xmlns:a16="http://schemas.microsoft.com/office/drawing/2014/main" id="{AB3C87F5-A8C7-4187-833B-28FE603A94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0" y="1248"/>
              <a:ext cx="1485" cy="2026"/>
              <a:chOff x="4000" y="1073"/>
              <a:chExt cx="1008" cy="1376"/>
            </a:xfrm>
          </p:grpSpPr>
          <p:sp>
            <p:nvSpPr>
              <p:cNvPr id="20488" name="Freeform 238">
                <a:extLst>
                  <a:ext uri="{FF2B5EF4-FFF2-40B4-BE49-F238E27FC236}">
                    <a16:creationId xmlns:a16="http://schemas.microsoft.com/office/drawing/2014/main" id="{ABA4F108-60CB-43D5-8032-FACAE9823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710"/>
                <a:ext cx="830" cy="709"/>
              </a:xfrm>
              <a:custGeom>
                <a:avLst/>
                <a:gdLst>
                  <a:gd name="T0" fmla="*/ 2270 w 332"/>
                  <a:gd name="T1" fmla="*/ 1669 h 266"/>
                  <a:gd name="T2" fmla="*/ 0 w 332"/>
                  <a:gd name="T3" fmla="*/ 248 h 266"/>
                  <a:gd name="T4" fmla="*/ 0 w 332"/>
                  <a:gd name="T5" fmla="*/ 2500 h 266"/>
                  <a:gd name="T6" fmla="*/ 0 w 332"/>
                  <a:gd name="T7" fmla="*/ 2521 h 266"/>
                  <a:gd name="T8" fmla="*/ 0 w 332"/>
                  <a:gd name="T9" fmla="*/ 2572 h 266"/>
                  <a:gd name="T10" fmla="*/ 0 w 332"/>
                  <a:gd name="T11" fmla="*/ 2572 h 266"/>
                  <a:gd name="T12" fmla="*/ 2395 w 332"/>
                  <a:gd name="T13" fmla="*/ 4944 h 266"/>
                  <a:gd name="T14" fmla="*/ 5175 w 332"/>
                  <a:gd name="T15" fmla="*/ 2572 h 266"/>
                  <a:gd name="T16" fmla="*/ 5188 w 332"/>
                  <a:gd name="T17" fmla="*/ 2295 h 266"/>
                  <a:gd name="T18" fmla="*/ 5188 w 332"/>
                  <a:gd name="T19" fmla="*/ 2295 h 266"/>
                  <a:gd name="T20" fmla="*/ 5188 w 332"/>
                  <a:gd name="T21" fmla="*/ 0 h 266"/>
                  <a:gd name="T22" fmla="*/ 2270 w 332"/>
                  <a:gd name="T23" fmla="*/ 1669 h 2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2" h="266">
                    <a:moveTo>
                      <a:pt x="145" y="88"/>
                    </a:moveTo>
                    <a:cubicBezTo>
                      <a:pt x="82" y="85"/>
                      <a:pt x="29" y="56"/>
                      <a:pt x="0" y="13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3"/>
                      <a:pt x="0" y="133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1" y="205"/>
                      <a:pt x="69" y="257"/>
                      <a:pt x="153" y="261"/>
                    </a:cubicBezTo>
                    <a:cubicBezTo>
                      <a:pt x="244" y="266"/>
                      <a:pt x="321" y="213"/>
                      <a:pt x="331" y="136"/>
                    </a:cubicBezTo>
                    <a:cubicBezTo>
                      <a:pt x="332" y="131"/>
                      <a:pt x="332" y="126"/>
                      <a:pt x="332" y="121"/>
                    </a:cubicBezTo>
                    <a:cubicBezTo>
                      <a:pt x="332" y="121"/>
                      <a:pt x="332" y="121"/>
                      <a:pt x="332" y="121"/>
                    </a:cubicBezTo>
                    <a:cubicBezTo>
                      <a:pt x="332" y="0"/>
                      <a:pt x="332" y="0"/>
                      <a:pt x="332" y="0"/>
                    </a:cubicBezTo>
                    <a:cubicBezTo>
                      <a:pt x="296" y="56"/>
                      <a:pt x="223" y="93"/>
                      <a:pt x="145" y="88"/>
                    </a:cubicBezTo>
                    <a:close/>
                  </a:path>
                </a:pathLst>
              </a:custGeom>
              <a:solidFill>
                <a:srgbClr val="CA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9" name="Freeform 239">
                <a:extLst>
                  <a:ext uri="{FF2B5EF4-FFF2-40B4-BE49-F238E27FC236}">
                    <a16:creationId xmlns:a16="http://schemas.microsoft.com/office/drawing/2014/main" id="{BBFB0DCF-F450-4E56-B04E-65953A181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841"/>
                <a:ext cx="185" cy="152"/>
              </a:xfrm>
              <a:custGeom>
                <a:avLst/>
                <a:gdLst>
                  <a:gd name="T0" fmla="*/ 50 w 74"/>
                  <a:gd name="T1" fmla="*/ 0 h 57"/>
                  <a:gd name="T2" fmla="*/ 33 w 74"/>
                  <a:gd name="T3" fmla="*/ 605 h 57"/>
                  <a:gd name="T4" fmla="*/ 783 w 74"/>
                  <a:gd name="T5" fmla="*/ 1059 h 57"/>
                  <a:gd name="T6" fmla="*/ 1158 w 74"/>
                  <a:gd name="T7" fmla="*/ 648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57">
                    <a:moveTo>
                      <a:pt x="3" y="0"/>
                    </a:moveTo>
                    <a:cubicBezTo>
                      <a:pt x="9" y="11"/>
                      <a:pt x="4" y="28"/>
                      <a:pt x="2" y="32"/>
                    </a:cubicBezTo>
                    <a:cubicBezTo>
                      <a:pt x="0" y="36"/>
                      <a:pt x="34" y="56"/>
                      <a:pt x="50" y="56"/>
                    </a:cubicBezTo>
                    <a:cubicBezTo>
                      <a:pt x="56" y="57"/>
                      <a:pt x="57" y="33"/>
                      <a:pt x="74" y="34"/>
                    </a:cubicBezTo>
                  </a:path>
                </a:pathLst>
              </a:custGeom>
              <a:solidFill>
                <a:srgbClr val="FA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0" name="Freeform 240">
                <a:extLst>
                  <a:ext uri="{FF2B5EF4-FFF2-40B4-BE49-F238E27FC236}">
                    <a16:creationId xmlns:a16="http://schemas.microsoft.com/office/drawing/2014/main" id="{94E95CF1-94D6-4CB9-A398-241D567A0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785"/>
                <a:ext cx="832" cy="520"/>
              </a:xfrm>
              <a:custGeom>
                <a:avLst/>
                <a:gdLst>
                  <a:gd name="T0" fmla="*/ 0 w 333"/>
                  <a:gd name="T1" fmla="*/ 21 h 195"/>
                  <a:gd name="T2" fmla="*/ 2309 w 333"/>
                  <a:gd name="T3" fmla="*/ 2240 h 195"/>
                  <a:gd name="T4" fmla="*/ 5194 w 333"/>
                  <a:gd name="T5" fmla="*/ 0 h 195"/>
                  <a:gd name="T6" fmla="*/ 5194 w 333"/>
                  <a:gd name="T7" fmla="*/ 1387 h 195"/>
                  <a:gd name="T8" fmla="*/ 2309 w 333"/>
                  <a:gd name="T9" fmla="*/ 3605 h 195"/>
                  <a:gd name="T10" fmla="*/ 0 w 333"/>
                  <a:gd name="T11" fmla="*/ 1421 h 1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3" h="195">
                    <a:moveTo>
                      <a:pt x="0" y="1"/>
                    </a:moveTo>
                    <a:cubicBezTo>
                      <a:pt x="1" y="71"/>
                      <a:pt x="64" y="113"/>
                      <a:pt x="148" y="118"/>
                    </a:cubicBezTo>
                    <a:cubicBezTo>
                      <a:pt x="239" y="123"/>
                      <a:pt x="322" y="78"/>
                      <a:pt x="333" y="0"/>
                    </a:cubicBezTo>
                    <a:cubicBezTo>
                      <a:pt x="333" y="73"/>
                      <a:pt x="333" y="73"/>
                      <a:pt x="333" y="73"/>
                    </a:cubicBezTo>
                    <a:cubicBezTo>
                      <a:pt x="322" y="151"/>
                      <a:pt x="239" y="195"/>
                      <a:pt x="148" y="190"/>
                    </a:cubicBezTo>
                    <a:cubicBezTo>
                      <a:pt x="64" y="185"/>
                      <a:pt x="1" y="144"/>
                      <a:pt x="0" y="75"/>
                    </a:cubicBezTo>
                  </a:path>
                </a:pathLst>
              </a:custGeom>
              <a:solidFill>
                <a:srgbClr val="FA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1" name="Freeform 241">
                <a:extLst>
                  <a:ext uri="{FF2B5EF4-FFF2-40B4-BE49-F238E27FC236}">
                    <a16:creationId xmlns:a16="http://schemas.microsoft.com/office/drawing/2014/main" id="{EB6C1CF5-DE5C-4FEC-BD6E-C5688A6C1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073"/>
                <a:ext cx="1008" cy="888"/>
              </a:xfrm>
              <a:custGeom>
                <a:avLst/>
                <a:gdLst>
                  <a:gd name="T0" fmla="*/ 188 w 403"/>
                  <a:gd name="T1" fmla="*/ 2957 h 333"/>
                  <a:gd name="T2" fmla="*/ 3492 w 403"/>
                  <a:gd name="T3" fmla="*/ 93 h 333"/>
                  <a:gd name="T4" fmla="*/ 6118 w 403"/>
                  <a:gd name="T5" fmla="*/ 3357 h 333"/>
                  <a:gd name="T6" fmla="*/ 2816 w 403"/>
                  <a:gd name="T7" fmla="*/ 6200 h 333"/>
                  <a:gd name="T8" fmla="*/ 188 w 403"/>
                  <a:gd name="T9" fmla="*/ 2957 h 3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3" h="333">
                    <a:moveTo>
                      <a:pt x="12" y="156"/>
                    </a:moveTo>
                    <a:cubicBezTo>
                      <a:pt x="24" y="67"/>
                      <a:pt x="118" y="0"/>
                      <a:pt x="223" y="5"/>
                    </a:cubicBezTo>
                    <a:cubicBezTo>
                      <a:pt x="327" y="11"/>
                      <a:pt x="403" y="88"/>
                      <a:pt x="391" y="177"/>
                    </a:cubicBezTo>
                    <a:cubicBezTo>
                      <a:pt x="379" y="266"/>
                      <a:pt x="284" y="333"/>
                      <a:pt x="180" y="327"/>
                    </a:cubicBezTo>
                    <a:cubicBezTo>
                      <a:pt x="75" y="322"/>
                      <a:pt x="0" y="245"/>
                      <a:pt x="12" y="156"/>
                    </a:cubicBezTo>
                    <a:close/>
                  </a:path>
                </a:pathLst>
              </a:custGeom>
              <a:solidFill>
                <a:srgbClr val="CA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2" name="Freeform 242">
                <a:extLst>
                  <a:ext uri="{FF2B5EF4-FFF2-40B4-BE49-F238E27FC236}">
                    <a16:creationId xmlns:a16="http://schemas.microsoft.com/office/drawing/2014/main" id="{57C919E6-5C29-4CB0-AF71-7F15EBB36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094"/>
                <a:ext cx="932" cy="845"/>
              </a:xfrm>
              <a:custGeom>
                <a:avLst/>
                <a:gdLst>
                  <a:gd name="T0" fmla="*/ 2571 w 373"/>
                  <a:gd name="T1" fmla="*/ 5912 h 317"/>
                  <a:gd name="T2" fmla="*/ 530 w 373"/>
                  <a:gd name="T3" fmla="*/ 4731 h 317"/>
                  <a:gd name="T4" fmla="*/ 75 w 373"/>
                  <a:gd name="T5" fmla="*/ 2820 h 317"/>
                  <a:gd name="T6" fmla="*/ 75 w 373"/>
                  <a:gd name="T7" fmla="*/ 2820 h 317"/>
                  <a:gd name="T8" fmla="*/ 3228 w 373"/>
                  <a:gd name="T9" fmla="*/ 93 h 317"/>
                  <a:gd name="T10" fmla="*/ 5275 w 373"/>
                  <a:gd name="T11" fmla="*/ 1271 h 317"/>
                  <a:gd name="T12" fmla="*/ 5744 w 373"/>
                  <a:gd name="T13" fmla="*/ 3183 h 317"/>
                  <a:gd name="T14" fmla="*/ 2571 w 373"/>
                  <a:gd name="T15" fmla="*/ 5912 h 3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3" h="317">
                    <a:moveTo>
                      <a:pt x="165" y="312"/>
                    </a:moveTo>
                    <a:cubicBezTo>
                      <a:pt x="112" y="309"/>
                      <a:pt x="64" y="286"/>
                      <a:pt x="34" y="250"/>
                    </a:cubicBezTo>
                    <a:cubicBezTo>
                      <a:pt x="10" y="221"/>
                      <a:pt x="0" y="185"/>
                      <a:pt x="5" y="149"/>
                    </a:cubicBezTo>
                    <a:cubicBezTo>
                      <a:pt x="5" y="149"/>
                      <a:pt x="5" y="149"/>
                      <a:pt x="5" y="149"/>
                    </a:cubicBezTo>
                    <a:cubicBezTo>
                      <a:pt x="16" y="64"/>
                      <a:pt x="107" y="0"/>
                      <a:pt x="207" y="5"/>
                    </a:cubicBezTo>
                    <a:cubicBezTo>
                      <a:pt x="261" y="8"/>
                      <a:pt x="308" y="30"/>
                      <a:pt x="338" y="67"/>
                    </a:cubicBezTo>
                    <a:cubicBezTo>
                      <a:pt x="362" y="95"/>
                      <a:pt x="373" y="131"/>
                      <a:pt x="368" y="168"/>
                    </a:cubicBezTo>
                    <a:cubicBezTo>
                      <a:pt x="357" y="252"/>
                      <a:pt x="266" y="317"/>
                      <a:pt x="165" y="312"/>
                    </a:cubicBezTo>
                    <a:close/>
                  </a:path>
                </a:pathLst>
              </a:custGeom>
              <a:solidFill>
                <a:srgbClr val="DFF1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3" name="Freeform 243">
                <a:extLst>
                  <a:ext uri="{FF2B5EF4-FFF2-40B4-BE49-F238E27FC236}">
                    <a16:creationId xmlns:a16="http://schemas.microsoft.com/office/drawing/2014/main" id="{70B18D94-1B1A-4FEC-A564-BA4C86C1D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131"/>
                <a:ext cx="848" cy="771"/>
              </a:xfrm>
              <a:custGeom>
                <a:avLst/>
                <a:gdLst>
                  <a:gd name="T0" fmla="*/ 2346 w 339"/>
                  <a:gd name="T1" fmla="*/ 5394 h 289"/>
                  <a:gd name="T2" fmla="*/ 488 w 339"/>
                  <a:gd name="T3" fmla="*/ 4327 h 289"/>
                  <a:gd name="T4" fmla="*/ 63 w 339"/>
                  <a:gd name="T5" fmla="*/ 2582 h 289"/>
                  <a:gd name="T6" fmla="*/ 63 w 339"/>
                  <a:gd name="T7" fmla="*/ 2582 h 289"/>
                  <a:gd name="T8" fmla="*/ 2942 w 339"/>
                  <a:gd name="T9" fmla="*/ 93 h 289"/>
                  <a:gd name="T10" fmla="*/ 4818 w 339"/>
                  <a:gd name="T11" fmla="*/ 1161 h 289"/>
                  <a:gd name="T12" fmla="*/ 5243 w 339"/>
                  <a:gd name="T13" fmla="*/ 2903 h 289"/>
                  <a:gd name="T14" fmla="*/ 2346 w 339"/>
                  <a:gd name="T15" fmla="*/ 5394 h 2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9" h="289">
                    <a:moveTo>
                      <a:pt x="150" y="284"/>
                    </a:moveTo>
                    <a:cubicBezTo>
                      <a:pt x="102" y="281"/>
                      <a:pt x="58" y="261"/>
                      <a:pt x="31" y="228"/>
                    </a:cubicBezTo>
                    <a:cubicBezTo>
                      <a:pt x="9" y="202"/>
                      <a:pt x="0" y="169"/>
                      <a:pt x="4" y="136"/>
                    </a:cubicBezTo>
                    <a:cubicBezTo>
                      <a:pt x="4" y="136"/>
                      <a:pt x="4" y="136"/>
                      <a:pt x="4" y="136"/>
                    </a:cubicBezTo>
                    <a:cubicBezTo>
                      <a:pt x="14" y="59"/>
                      <a:pt x="97" y="0"/>
                      <a:pt x="188" y="5"/>
                    </a:cubicBezTo>
                    <a:cubicBezTo>
                      <a:pt x="237" y="8"/>
                      <a:pt x="280" y="28"/>
                      <a:pt x="308" y="61"/>
                    </a:cubicBezTo>
                    <a:cubicBezTo>
                      <a:pt x="329" y="87"/>
                      <a:pt x="339" y="120"/>
                      <a:pt x="335" y="153"/>
                    </a:cubicBezTo>
                    <a:cubicBezTo>
                      <a:pt x="324" y="230"/>
                      <a:pt x="242" y="289"/>
                      <a:pt x="150" y="284"/>
                    </a:cubicBezTo>
                    <a:close/>
                  </a:path>
                </a:pathLst>
              </a:custGeom>
              <a:solidFill>
                <a:srgbClr val="F4FA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4" name="Freeform 244">
                <a:extLst>
                  <a:ext uri="{FF2B5EF4-FFF2-40B4-BE49-F238E27FC236}">
                    <a16:creationId xmlns:a16="http://schemas.microsoft.com/office/drawing/2014/main" id="{AABE7007-EB37-47C1-AA20-502864AE8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486"/>
                <a:ext cx="445" cy="381"/>
              </a:xfrm>
              <a:custGeom>
                <a:avLst/>
                <a:gdLst>
                  <a:gd name="T0" fmla="*/ 0 w 178"/>
                  <a:gd name="T1" fmla="*/ 2704 h 143"/>
                  <a:gd name="T2" fmla="*/ 2783 w 178"/>
                  <a:gd name="T3" fmla="*/ 0 h 143"/>
                  <a:gd name="T4" fmla="*/ 0 w 178"/>
                  <a:gd name="T5" fmla="*/ 2704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143">
                    <a:moveTo>
                      <a:pt x="0" y="143"/>
                    </a:moveTo>
                    <a:cubicBezTo>
                      <a:pt x="36" y="143"/>
                      <a:pt x="158" y="129"/>
                      <a:pt x="178" y="0"/>
                    </a:cubicBezTo>
                    <a:cubicBezTo>
                      <a:pt x="177" y="20"/>
                      <a:pt x="135" y="127"/>
                      <a:pt x="0" y="143"/>
                    </a:cubicBezTo>
                    <a:close/>
                  </a:path>
                </a:pathLst>
              </a:custGeom>
              <a:solidFill>
                <a:srgbClr val="FA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5" name="Freeform 245">
                <a:extLst>
                  <a:ext uri="{FF2B5EF4-FFF2-40B4-BE49-F238E27FC236}">
                    <a16:creationId xmlns:a16="http://schemas.microsoft.com/office/drawing/2014/main" id="{D6FC1F11-544B-4750-BB5C-74E4E7F61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086"/>
                <a:ext cx="650" cy="363"/>
              </a:xfrm>
              <a:custGeom>
                <a:avLst/>
                <a:gdLst>
                  <a:gd name="T0" fmla="*/ 0 w 260"/>
                  <a:gd name="T1" fmla="*/ 1652 h 136"/>
                  <a:gd name="T2" fmla="*/ 3220 w 260"/>
                  <a:gd name="T3" fmla="*/ 1524 h 136"/>
                  <a:gd name="T4" fmla="*/ 4063 w 260"/>
                  <a:gd name="T5" fmla="*/ 0 h 136"/>
                  <a:gd name="T6" fmla="*/ 0 w 260"/>
                  <a:gd name="T7" fmla="*/ 1652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136">
                    <a:moveTo>
                      <a:pt x="0" y="87"/>
                    </a:moveTo>
                    <a:cubicBezTo>
                      <a:pt x="29" y="105"/>
                      <a:pt x="119" y="136"/>
                      <a:pt x="206" y="80"/>
                    </a:cubicBezTo>
                    <a:cubicBezTo>
                      <a:pt x="242" y="54"/>
                      <a:pt x="258" y="16"/>
                      <a:pt x="260" y="0"/>
                    </a:cubicBezTo>
                    <a:cubicBezTo>
                      <a:pt x="254" y="11"/>
                      <a:pt x="187" y="134"/>
                      <a:pt x="0" y="87"/>
                    </a:cubicBezTo>
                    <a:close/>
                  </a:path>
                </a:pathLst>
              </a:custGeom>
              <a:solidFill>
                <a:srgbClr val="A7D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6" name="Freeform 246">
                <a:extLst>
                  <a:ext uri="{FF2B5EF4-FFF2-40B4-BE49-F238E27FC236}">
                    <a16:creationId xmlns:a16="http://schemas.microsoft.com/office/drawing/2014/main" id="{97718DB4-16CF-4F4B-ACFF-325BB21E3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726"/>
                <a:ext cx="543" cy="339"/>
              </a:xfrm>
              <a:custGeom>
                <a:avLst/>
                <a:gdLst>
                  <a:gd name="T0" fmla="*/ 533 w 217"/>
                  <a:gd name="T1" fmla="*/ 1562 h 127"/>
                  <a:gd name="T2" fmla="*/ 33 w 217"/>
                  <a:gd name="T3" fmla="*/ 1481 h 127"/>
                  <a:gd name="T4" fmla="*/ 0 w 217"/>
                  <a:gd name="T5" fmla="*/ 1503 h 127"/>
                  <a:gd name="T6" fmla="*/ 1879 w 217"/>
                  <a:gd name="T7" fmla="*/ 1618 h 127"/>
                  <a:gd name="T8" fmla="*/ 2775 w 217"/>
                  <a:gd name="T9" fmla="*/ 1369 h 127"/>
                  <a:gd name="T10" fmla="*/ 1804 w 217"/>
                  <a:gd name="T11" fmla="*/ 2416 h 127"/>
                  <a:gd name="T12" fmla="*/ 3401 w 217"/>
                  <a:gd name="T13" fmla="*/ 593 h 127"/>
                  <a:gd name="T14" fmla="*/ 3401 w 217"/>
                  <a:gd name="T15" fmla="*/ 0 h 127"/>
                  <a:gd name="T16" fmla="*/ 533 w 217"/>
                  <a:gd name="T17" fmla="*/ 1562 h 1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7" h="127">
                    <a:moveTo>
                      <a:pt x="34" y="82"/>
                    </a:moveTo>
                    <a:cubicBezTo>
                      <a:pt x="23" y="82"/>
                      <a:pt x="12" y="80"/>
                      <a:pt x="2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6" y="91"/>
                      <a:pt x="79" y="94"/>
                      <a:pt x="120" y="85"/>
                    </a:cubicBezTo>
                    <a:cubicBezTo>
                      <a:pt x="161" y="76"/>
                      <a:pt x="171" y="65"/>
                      <a:pt x="177" y="72"/>
                    </a:cubicBezTo>
                    <a:cubicBezTo>
                      <a:pt x="183" y="79"/>
                      <a:pt x="138" y="116"/>
                      <a:pt x="115" y="127"/>
                    </a:cubicBezTo>
                    <a:cubicBezTo>
                      <a:pt x="157" y="111"/>
                      <a:pt x="201" y="84"/>
                      <a:pt x="217" y="31"/>
                    </a:cubicBezTo>
                    <a:cubicBezTo>
                      <a:pt x="217" y="0"/>
                      <a:pt x="217" y="0"/>
                      <a:pt x="217" y="0"/>
                    </a:cubicBezTo>
                    <a:cubicBezTo>
                      <a:pt x="179" y="53"/>
                      <a:pt x="109" y="86"/>
                      <a:pt x="34" y="82"/>
                    </a:cubicBezTo>
                    <a:close/>
                  </a:path>
                </a:pathLst>
              </a:custGeom>
              <a:solidFill>
                <a:srgbClr val="A7D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7" name="Freeform 247">
                <a:extLst>
                  <a:ext uri="{FF2B5EF4-FFF2-40B4-BE49-F238E27FC236}">
                    <a16:creationId xmlns:a16="http://schemas.microsoft.com/office/drawing/2014/main" id="{F0168BC1-CBF3-46A4-93D2-E31C75AB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915"/>
                <a:ext cx="320" cy="118"/>
              </a:xfrm>
              <a:custGeom>
                <a:avLst/>
                <a:gdLst>
                  <a:gd name="T0" fmla="*/ 0 w 128"/>
                  <a:gd name="T1" fmla="*/ 231 h 44"/>
                  <a:gd name="T2" fmla="*/ 675 w 128"/>
                  <a:gd name="T3" fmla="*/ 539 h 44"/>
                  <a:gd name="T4" fmla="*/ 1375 w 128"/>
                  <a:gd name="T5" fmla="*/ 193 h 44"/>
                  <a:gd name="T6" fmla="*/ 1363 w 128"/>
                  <a:gd name="T7" fmla="*/ 193 h 44"/>
                  <a:gd name="T8" fmla="*/ 1520 w 128"/>
                  <a:gd name="T9" fmla="*/ 287 h 44"/>
                  <a:gd name="T10" fmla="*/ 1175 w 128"/>
                  <a:gd name="T11" fmla="*/ 308 h 44"/>
                  <a:gd name="T12" fmla="*/ 988 w 128"/>
                  <a:gd name="T13" fmla="*/ 620 h 44"/>
                  <a:gd name="T14" fmla="*/ 20 w 128"/>
                  <a:gd name="T15" fmla="*/ 231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44">
                    <a:moveTo>
                      <a:pt x="0" y="12"/>
                    </a:moveTo>
                    <a:cubicBezTo>
                      <a:pt x="9" y="18"/>
                      <a:pt x="33" y="31"/>
                      <a:pt x="43" y="28"/>
                    </a:cubicBezTo>
                    <a:cubicBezTo>
                      <a:pt x="52" y="25"/>
                      <a:pt x="48" y="0"/>
                      <a:pt x="88" y="10"/>
                    </a:cubicBezTo>
                    <a:cubicBezTo>
                      <a:pt x="128" y="19"/>
                      <a:pt x="95" y="10"/>
                      <a:pt x="87" y="10"/>
                    </a:cubicBezTo>
                    <a:cubicBezTo>
                      <a:pt x="87" y="10"/>
                      <a:pt x="98" y="14"/>
                      <a:pt x="97" y="15"/>
                    </a:cubicBezTo>
                    <a:cubicBezTo>
                      <a:pt x="94" y="16"/>
                      <a:pt x="77" y="14"/>
                      <a:pt x="75" y="16"/>
                    </a:cubicBezTo>
                    <a:cubicBezTo>
                      <a:pt x="68" y="19"/>
                      <a:pt x="65" y="24"/>
                      <a:pt x="63" y="32"/>
                    </a:cubicBezTo>
                    <a:cubicBezTo>
                      <a:pt x="60" y="44"/>
                      <a:pt x="17" y="31"/>
                      <a:pt x="1" y="12"/>
                    </a:cubicBezTo>
                  </a:path>
                </a:pathLst>
              </a:custGeom>
              <a:solidFill>
                <a:srgbClr val="A7D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8" name="Freeform 248">
                <a:extLst>
                  <a:ext uri="{FF2B5EF4-FFF2-40B4-BE49-F238E27FC236}">
                    <a16:creationId xmlns:a16="http://schemas.microsoft.com/office/drawing/2014/main" id="{145248F2-CE3D-4EF7-AE31-3D94CA335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801"/>
                <a:ext cx="28" cy="325"/>
              </a:xfrm>
              <a:custGeom>
                <a:avLst/>
                <a:gdLst>
                  <a:gd name="T0" fmla="*/ 0 w 11"/>
                  <a:gd name="T1" fmla="*/ 0 h 122"/>
                  <a:gd name="T2" fmla="*/ 0 w 11"/>
                  <a:gd name="T3" fmla="*/ 2307 h 122"/>
                  <a:gd name="T4" fmla="*/ 0 w 11"/>
                  <a:gd name="T5" fmla="*/ 0 h 1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2">
                    <a:moveTo>
                      <a:pt x="0" y="0"/>
                    </a:moveTo>
                    <a:cubicBezTo>
                      <a:pt x="0" y="122"/>
                      <a:pt x="0" y="122"/>
                      <a:pt x="0" y="122"/>
                    </a:cubicBezTo>
                    <a:cubicBezTo>
                      <a:pt x="7" y="101"/>
                      <a:pt x="11" y="35"/>
                      <a:pt x="0" y="0"/>
                    </a:cubicBezTo>
                    <a:close/>
                  </a:path>
                </a:pathLst>
              </a:custGeom>
              <a:solidFill>
                <a:srgbClr val="FA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9" name="Freeform 249">
                <a:extLst>
                  <a:ext uri="{FF2B5EF4-FFF2-40B4-BE49-F238E27FC236}">
                    <a16:creationId xmlns:a16="http://schemas.microsoft.com/office/drawing/2014/main" id="{EC38AC9E-AA22-4F2D-9DF0-5A0040ED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118"/>
                <a:ext cx="695" cy="525"/>
              </a:xfrm>
              <a:custGeom>
                <a:avLst/>
                <a:gdLst>
                  <a:gd name="T0" fmla="*/ 238 w 278"/>
                  <a:gd name="T1" fmla="*/ 3728 h 197"/>
                  <a:gd name="T2" fmla="*/ 1238 w 278"/>
                  <a:gd name="T3" fmla="*/ 887 h 197"/>
                  <a:gd name="T4" fmla="*/ 4345 w 278"/>
                  <a:gd name="T5" fmla="*/ 986 h 197"/>
                  <a:gd name="T6" fmla="*/ 1363 w 278"/>
                  <a:gd name="T7" fmla="*/ 1135 h 197"/>
                  <a:gd name="T8" fmla="*/ 238 w 278"/>
                  <a:gd name="T9" fmla="*/ 3728 h 1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" h="197">
                    <a:moveTo>
                      <a:pt x="15" y="197"/>
                    </a:moveTo>
                    <a:cubicBezTo>
                      <a:pt x="0" y="153"/>
                      <a:pt x="7" y="94"/>
                      <a:pt x="79" y="47"/>
                    </a:cubicBezTo>
                    <a:cubicBezTo>
                      <a:pt x="152" y="0"/>
                      <a:pt x="245" y="25"/>
                      <a:pt x="278" y="52"/>
                    </a:cubicBezTo>
                    <a:cubicBezTo>
                      <a:pt x="246" y="38"/>
                      <a:pt x="154" y="16"/>
                      <a:pt x="87" y="60"/>
                    </a:cubicBezTo>
                    <a:cubicBezTo>
                      <a:pt x="22" y="103"/>
                      <a:pt x="10" y="147"/>
                      <a:pt x="15" y="197"/>
                    </a:cubicBezTo>
                    <a:close/>
                  </a:path>
                </a:pathLst>
              </a:custGeom>
              <a:solidFill>
                <a:srgbClr val="E7F4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0" name="Freeform 250">
                <a:extLst>
                  <a:ext uri="{FF2B5EF4-FFF2-40B4-BE49-F238E27FC236}">
                    <a16:creationId xmlns:a16="http://schemas.microsoft.com/office/drawing/2014/main" id="{951AFBAD-3C67-4154-8F8C-86888C13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403"/>
                <a:ext cx="357" cy="472"/>
              </a:xfrm>
              <a:custGeom>
                <a:avLst/>
                <a:gdLst>
                  <a:gd name="T0" fmla="*/ 1758 w 143"/>
                  <a:gd name="T1" fmla="*/ 0 h 177"/>
                  <a:gd name="T2" fmla="*/ 0 w 143"/>
                  <a:gd name="T3" fmla="*/ 3357 h 177"/>
                  <a:gd name="T4" fmla="*/ 1758 w 143"/>
                  <a:gd name="T5" fmla="*/ 0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77">
                    <a:moveTo>
                      <a:pt x="113" y="0"/>
                    </a:moveTo>
                    <a:cubicBezTo>
                      <a:pt x="122" y="22"/>
                      <a:pt x="130" y="133"/>
                      <a:pt x="0" y="177"/>
                    </a:cubicBezTo>
                    <a:cubicBezTo>
                      <a:pt x="54" y="168"/>
                      <a:pt x="143" y="107"/>
                      <a:pt x="113" y="0"/>
                    </a:cubicBezTo>
                    <a:close/>
                  </a:path>
                </a:pathLst>
              </a:custGeom>
              <a:solidFill>
                <a:srgbClr val="C1E5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1" name="Freeform 251">
                <a:extLst>
                  <a:ext uri="{FF2B5EF4-FFF2-40B4-BE49-F238E27FC236}">
                    <a16:creationId xmlns:a16="http://schemas.microsoft.com/office/drawing/2014/main" id="{4D4312DE-85C5-4C35-BE03-BA68BDD9F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073"/>
                <a:ext cx="1008" cy="888"/>
              </a:xfrm>
              <a:custGeom>
                <a:avLst/>
                <a:gdLst>
                  <a:gd name="T0" fmla="*/ 188 w 403"/>
                  <a:gd name="T1" fmla="*/ 2957 h 333"/>
                  <a:gd name="T2" fmla="*/ 3492 w 403"/>
                  <a:gd name="T3" fmla="*/ 93 h 333"/>
                  <a:gd name="T4" fmla="*/ 6118 w 403"/>
                  <a:gd name="T5" fmla="*/ 3357 h 333"/>
                  <a:gd name="T6" fmla="*/ 2816 w 403"/>
                  <a:gd name="T7" fmla="*/ 6200 h 333"/>
                  <a:gd name="T8" fmla="*/ 188 w 403"/>
                  <a:gd name="T9" fmla="*/ 2957 h 3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3" h="333">
                    <a:moveTo>
                      <a:pt x="12" y="156"/>
                    </a:moveTo>
                    <a:cubicBezTo>
                      <a:pt x="24" y="67"/>
                      <a:pt x="118" y="0"/>
                      <a:pt x="223" y="5"/>
                    </a:cubicBezTo>
                    <a:cubicBezTo>
                      <a:pt x="327" y="11"/>
                      <a:pt x="403" y="88"/>
                      <a:pt x="391" y="177"/>
                    </a:cubicBezTo>
                    <a:cubicBezTo>
                      <a:pt x="379" y="266"/>
                      <a:pt x="284" y="333"/>
                      <a:pt x="180" y="327"/>
                    </a:cubicBezTo>
                    <a:cubicBezTo>
                      <a:pt x="75" y="322"/>
                      <a:pt x="0" y="245"/>
                      <a:pt x="12" y="1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2" name="Freeform 252">
                <a:extLst>
                  <a:ext uri="{FF2B5EF4-FFF2-40B4-BE49-F238E27FC236}">
                    <a16:creationId xmlns:a16="http://schemas.microsoft.com/office/drawing/2014/main" id="{F30C7BB2-6021-496C-AB44-D749DB7B2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094"/>
                <a:ext cx="932" cy="845"/>
              </a:xfrm>
              <a:custGeom>
                <a:avLst/>
                <a:gdLst>
                  <a:gd name="T0" fmla="*/ 2571 w 373"/>
                  <a:gd name="T1" fmla="*/ 5912 h 317"/>
                  <a:gd name="T2" fmla="*/ 530 w 373"/>
                  <a:gd name="T3" fmla="*/ 4731 h 317"/>
                  <a:gd name="T4" fmla="*/ 75 w 373"/>
                  <a:gd name="T5" fmla="*/ 2820 h 317"/>
                  <a:gd name="T6" fmla="*/ 75 w 373"/>
                  <a:gd name="T7" fmla="*/ 2820 h 317"/>
                  <a:gd name="T8" fmla="*/ 3228 w 373"/>
                  <a:gd name="T9" fmla="*/ 93 h 317"/>
                  <a:gd name="T10" fmla="*/ 5275 w 373"/>
                  <a:gd name="T11" fmla="*/ 1271 h 317"/>
                  <a:gd name="T12" fmla="*/ 5744 w 373"/>
                  <a:gd name="T13" fmla="*/ 3183 h 317"/>
                  <a:gd name="T14" fmla="*/ 2571 w 373"/>
                  <a:gd name="T15" fmla="*/ 5912 h 3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3" h="317">
                    <a:moveTo>
                      <a:pt x="165" y="312"/>
                    </a:moveTo>
                    <a:cubicBezTo>
                      <a:pt x="112" y="309"/>
                      <a:pt x="64" y="286"/>
                      <a:pt x="34" y="250"/>
                    </a:cubicBezTo>
                    <a:cubicBezTo>
                      <a:pt x="10" y="221"/>
                      <a:pt x="0" y="185"/>
                      <a:pt x="5" y="149"/>
                    </a:cubicBezTo>
                    <a:cubicBezTo>
                      <a:pt x="5" y="149"/>
                      <a:pt x="5" y="149"/>
                      <a:pt x="5" y="149"/>
                    </a:cubicBezTo>
                    <a:cubicBezTo>
                      <a:pt x="16" y="64"/>
                      <a:pt x="107" y="0"/>
                      <a:pt x="207" y="5"/>
                    </a:cubicBezTo>
                    <a:cubicBezTo>
                      <a:pt x="261" y="8"/>
                      <a:pt x="308" y="30"/>
                      <a:pt x="338" y="67"/>
                    </a:cubicBezTo>
                    <a:cubicBezTo>
                      <a:pt x="362" y="95"/>
                      <a:pt x="373" y="131"/>
                      <a:pt x="368" y="168"/>
                    </a:cubicBezTo>
                    <a:cubicBezTo>
                      <a:pt x="357" y="252"/>
                      <a:pt x="266" y="317"/>
                      <a:pt x="165" y="3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3" name="Freeform 253">
                <a:extLst>
                  <a:ext uri="{FF2B5EF4-FFF2-40B4-BE49-F238E27FC236}">
                    <a16:creationId xmlns:a16="http://schemas.microsoft.com/office/drawing/2014/main" id="{2B214C89-E52D-445A-88DF-F6102F069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131"/>
                <a:ext cx="848" cy="771"/>
              </a:xfrm>
              <a:custGeom>
                <a:avLst/>
                <a:gdLst>
                  <a:gd name="T0" fmla="*/ 2346 w 339"/>
                  <a:gd name="T1" fmla="*/ 5394 h 289"/>
                  <a:gd name="T2" fmla="*/ 488 w 339"/>
                  <a:gd name="T3" fmla="*/ 4327 h 289"/>
                  <a:gd name="T4" fmla="*/ 63 w 339"/>
                  <a:gd name="T5" fmla="*/ 2582 h 289"/>
                  <a:gd name="T6" fmla="*/ 63 w 339"/>
                  <a:gd name="T7" fmla="*/ 2582 h 289"/>
                  <a:gd name="T8" fmla="*/ 2942 w 339"/>
                  <a:gd name="T9" fmla="*/ 93 h 289"/>
                  <a:gd name="T10" fmla="*/ 4818 w 339"/>
                  <a:gd name="T11" fmla="*/ 1161 h 289"/>
                  <a:gd name="T12" fmla="*/ 5243 w 339"/>
                  <a:gd name="T13" fmla="*/ 2903 h 289"/>
                  <a:gd name="T14" fmla="*/ 2346 w 339"/>
                  <a:gd name="T15" fmla="*/ 5394 h 2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9" h="289">
                    <a:moveTo>
                      <a:pt x="150" y="284"/>
                    </a:moveTo>
                    <a:cubicBezTo>
                      <a:pt x="102" y="281"/>
                      <a:pt x="58" y="261"/>
                      <a:pt x="31" y="228"/>
                    </a:cubicBezTo>
                    <a:cubicBezTo>
                      <a:pt x="9" y="202"/>
                      <a:pt x="0" y="169"/>
                      <a:pt x="4" y="136"/>
                    </a:cubicBezTo>
                    <a:cubicBezTo>
                      <a:pt x="4" y="136"/>
                      <a:pt x="4" y="136"/>
                      <a:pt x="4" y="136"/>
                    </a:cubicBezTo>
                    <a:cubicBezTo>
                      <a:pt x="14" y="59"/>
                      <a:pt x="97" y="0"/>
                      <a:pt x="188" y="5"/>
                    </a:cubicBezTo>
                    <a:cubicBezTo>
                      <a:pt x="237" y="8"/>
                      <a:pt x="280" y="28"/>
                      <a:pt x="308" y="61"/>
                    </a:cubicBezTo>
                    <a:cubicBezTo>
                      <a:pt x="329" y="87"/>
                      <a:pt x="339" y="120"/>
                      <a:pt x="335" y="153"/>
                    </a:cubicBezTo>
                    <a:cubicBezTo>
                      <a:pt x="324" y="230"/>
                      <a:pt x="242" y="289"/>
                      <a:pt x="150" y="28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4" name="Freeform 254">
                <a:extLst>
                  <a:ext uri="{FF2B5EF4-FFF2-40B4-BE49-F238E27FC236}">
                    <a16:creationId xmlns:a16="http://schemas.microsoft.com/office/drawing/2014/main" id="{256AC2CB-7B57-447A-879E-C58A6361E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710"/>
                <a:ext cx="830" cy="709"/>
              </a:xfrm>
              <a:custGeom>
                <a:avLst/>
                <a:gdLst>
                  <a:gd name="T0" fmla="*/ 2270 w 332"/>
                  <a:gd name="T1" fmla="*/ 1669 h 266"/>
                  <a:gd name="T2" fmla="*/ 0 w 332"/>
                  <a:gd name="T3" fmla="*/ 248 h 266"/>
                  <a:gd name="T4" fmla="*/ 0 w 332"/>
                  <a:gd name="T5" fmla="*/ 2500 h 266"/>
                  <a:gd name="T6" fmla="*/ 0 w 332"/>
                  <a:gd name="T7" fmla="*/ 2521 h 266"/>
                  <a:gd name="T8" fmla="*/ 0 w 332"/>
                  <a:gd name="T9" fmla="*/ 2572 h 266"/>
                  <a:gd name="T10" fmla="*/ 0 w 332"/>
                  <a:gd name="T11" fmla="*/ 2572 h 266"/>
                  <a:gd name="T12" fmla="*/ 2395 w 332"/>
                  <a:gd name="T13" fmla="*/ 4944 h 266"/>
                  <a:gd name="T14" fmla="*/ 5175 w 332"/>
                  <a:gd name="T15" fmla="*/ 2572 h 266"/>
                  <a:gd name="T16" fmla="*/ 5188 w 332"/>
                  <a:gd name="T17" fmla="*/ 2295 h 266"/>
                  <a:gd name="T18" fmla="*/ 5188 w 332"/>
                  <a:gd name="T19" fmla="*/ 2295 h 266"/>
                  <a:gd name="T20" fmla="*/ 5188 w 332"/>
                  <a:gd name="T21" fmla="*/ 0 h 266"/>
                  <a:gd name="T22" fmla="*/ 2270 w 332"/>
                  <a:gd name="T23" fmla="*/ 1669 h 2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2" h="266">
                    <a:moveTo>
                      <a:pt x="145" y="88"/>
                    </a:moveTo>
                    <a:cubicBezTo>
                      <a:pt x="82" y="85"/>
                      <a:pt x="29" y="56"/>
                      <a:pt x="0" y="13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3"/>
                      <a:pt x="0" y="133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1" y="205"/>
                      <a:pt x="69" y="257"/>
                      <a:pt x="153" y="261"/>
                    </a:cubicBezTo>
                    <a:cubicBezTo>
                      <a:pt x="244" y="266"/>
                      <a:pt x="321" y="213"/>
                      <a:pt x="331" y="136"/>
                    </a:cubicBezTo>
                    <a:cubicBezTo>
                      <a:pt x="332" y="131"/>
                      <a:pt x="332" y="126"/>
                      <a:pt x="332" y="121"/>
                    </a:cubicBezTo>
                    <a:cubicBezTo>
                      <a:pt x="332" y="121"/>
                      <a:pt x="332" y="121"/>
                      <a:pt x="332" y="121"/>
                    </a:cubicBezTo>
                    <a:cubicBezTo>
                      <a:pt x="332" y="0"/>
                      <a:pt x="332" y="0"/>
                      <a:pt x="332" y="0"/>
                    </a:cubicBezTo>
                    <a:cubicBezTo>
                      <a:pt x="296" y="56"/>
                      <a:pt x="223" y="93"/>
                      <a:pt x="145" y="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5" name="Freeform 255">
                <a:extLst>
                  <a:ext uri="{FF2B5EF4-FFF2-40B4-BE49-F238E27FC236}">
                    <a16:creationId xmlns:a16="http://schemas.microsoft.com/office/drawing/2014/main" id="{C89EB45D-119C-4AA7-B245-A0BF2E96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841"/>
                <a:ext cx="185" cy="152"/>
              </a:xfrm>
              <a:custGeom>
                <a:avLst/>
                <a:gdLst>
                  <a:gd name="T0" fmla="*/ 50 w 74"/>
                  <a:gd name="T1" fmla="*/ 0 h 57"/>
                  <a:gd name="T2" fmla="*/ 33 w 74"/>
                  <a:gd name="T3" fmla="*/ 605 h 57"/>
                  <a:gd name="T4" fmla="*/ 783 w 74"/>
                  <a:gd name="T5" fmla="*/ 1059 h 57"/>
                  <a:gd name="T6" fmla="*/ 1158 w 74"/>
                  <a:gd name="T7" fmla="*/ 648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57">
                    <a:moveTo>
                      <a:pt x="3" y="0"/>
                    </a:moveTo>
                    <a:cubicBezTo>
                      <a:pt x="9" y="11"/>
                      <a:pt x="4" y="28"/>
                      <a:pt x="2" y="32"/>
                    </a:cubicBezTo>
                    <a:cubicBezTo>
                      <a:pt x="0" y="36"/>
                      <a:pt x="34" y="56"/>
                      <a:pt x="50" y="56"/>
                    </a:cubicBezTo>
                    <a:cubicBezTo>
                      <a:pt x="56" y="57"/>
                      <a:pt x="57" y="33"/>
                      <a:pt x="74" y="3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536" name="Text Box 256">
              <a:extLst>
                <a:ext uri="{FF2B5EF4-FFF2-40B4-BE49-F238E27FC236}">
                  <a16:creationId xmlns:a16="http://schemas.microsoft.com/office/drawing/2014/main" id="{ACB1DC0F-6C04-48E9-AB8B-4BC119D9A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5" y="1736"/>
              <a:ext cx="770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3000">
                  <a:latin typeface="Arial Unicode MS" charset="0"/>
                </a:rPr>
                <a:t>Quark</a:t>
              </a: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38EFFB5E-AB70-44BF-A2EA-F3CD18654FE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Starchy food (1)</a:t>
            </a:r>
          </a:p>
        </p:txBody>
      </p:sp>
      <p:grpSp>
        <p:nvGrpSpPr>
          <p:cNvPr id="21506" name="Plate-of-assorted-pasta-shapes">
            <a:extLst>
              <a:ext uri="{FF2B5EF4-FFF2-40B4-BE49-F238E27FC236}">
                <a16:creationId xmlns:a16="http://schemas.microsoft.com/office/drawing/2014/main" id="{4593E81A-FED5-4FDD-89FB-6D7E10527F92}"/>
              </a:ext>
            </a:extLst>
          </p:cNvPr>
          <p:cNvGrpSpPr>
            <a:grpSpLocks/>
          </p:cNvGrpSpPr>
          <p:nvPr/>
        </p:nvGrpSpPr>
        <p:grpSpPr bwMode="auto">
          <a:xfrm>
            <a:off x="2371725" y="2047875"/>
            <a:ext cx="2243138" cy="1905000"/>
            <a:chOff x="2175" y="1560"/>
            <a:chExt cx="1413" cy="1200"/>
          </a:xfrm>
        </p:grpSpPr>
        <p:grpSp>
          <p:nvGrpSpPr>
            <p:cNvPr id="64908" name="Group 4">
              <a:extLst>
                <a:ext uri="{FF2B5EF4-FFF2-40B4-BE49-F238E27FC236}">
                  <a16:creationId xmlns:a16="http://schemas.microsoft.com/office/drawing/2014/main" id="{E077259B-96C1-4099-A271-5E1683F978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75" y="1560"/>
              <a:ext cx="1413" cy="1200"/>
              <a:chOff x="2175" y="1560"/>
              <a:chExt cx="1413" cy="1200"/>
            </a:xfrm>
          </p:grpSpPr>
          <p:sp>
            <p:nvSpPr>
              <p:cNvPr id="65133" name="Freeform 5">
                <a:extLst>
                  <a:ext uri="{FF2B5EF4-FFF2-40B4-BE49-F238E27FC236}">
                    <a16:creationId xmlns:a16="http://schemas.microsoft.com/office/drawing/2014/main" id="{6BCFB088-931D-4705-B645-33C312DF5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560"/>
                <a:ext cx="1413" cy="1200"/>
              </a:xfrm>
              <a:custGeom>
                <a:avLst/>
                <a:gdLst>
                  <a:gd name="T0" fmla="*/ 145 w 565"/>
                  <a:gd name="T1" fmla="*/ 4232 h 450"/>
                  <a:gd name="T2" fmla="*/ 738 w 565"/>
                  <a:gd name="T3" fmla="*/ 6827 h 450"/>
                  <a:gd name="T4" fmla="*/ 4066 w 565"/>
                  <a:gd name="T5" fmla="*/ 8533 h 450"/>
                  <a:gd name="T6" fmla="*/ 8651 w 565"/>
                  <a:gd name="T7" fmla="*/ 4608 h 450"/>
                  <a:gd name="T8" fmla="*/ 8068 w 565"/>
                  <a:gd name="T9" fmla="*/ 1763 h 450"/>
                  <a:gd name="T10" fmla="*/ 4772 w 565"/>
                  <a:gd name="T11" fmla="*/ 0 h 450"/>
                  <a:gd name="T12" fmla="*/ 145 w 565"/>
                  <a:gd name="T13" fmla="*/ 4232 h 4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5" h="450">
                    <a:moveTo>
                      <a:pt x="9" y="223"/>
                    </a:moveTo>
                    <a:cubicBezTo>
                      <a:pt x="0" y="272"/>
                      <a:pt x="13" y="320"/>
                      <a:pt x="47" y="360"/>
                    </a:cubicBezTo>
                    <a:cubicBezTo>
                      <a:pt x="93" y="416"/>
                      <a:pt x="173" y="450"/>
                      <a:pt x="260" y="450"/>
                    </a:cubicBezTo>
                    <a:cubicBezTo>
                      <a:pt x="408" y="450"/>
                      <a:pt x="526" y="367"/>
                      <a:pt x="553" y="243"/>
                    </a:cubicBezTo>
                    <a:cubicBezTo>
                      <a:pt x="565" y="191"/>
                      <a:pt x="551" y="138"/>
                      <a:pt x="516" y="93"/>
                    </a:cubicBezTo>
                    <a:cubicBezTo>
                      <a:pt x="468" y="35"/>
                      <a:pt x="390" y="0"/>
                      <a:pt x="305" y="0"/>
                    </a:cubicBezTo>
                    <a:cubicBezTo>
                      <a:pt x="156" y="0"/>
                      <a:pt x="34" y="92"/>
                      <a:pt x="9" y="223"/>
                    </a:cubicBezTo>
                    <a:close/>
                  </a:path>
                </a:pathLst>
              </a:custGeom>
              <a:solidFill>
                <a:srgbClr val="44A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34" name="Freeform 6">
                <a:extLst>
                  <a:ext uri="{FF2B5EF4-FFF2-40B4-BE49-F238E27FC236}">
                    <a16:creationId xmlns:a16="http://schemas.microsoft.com/office/drawing/2014/main" id="{D8881942-5423-4090-9E20-217010B68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597"/>
                <a:ext cx="1398" cy="1123"/>
              </a:xfrm>
              <a:custGeom>
                <a:avLst/>
                <a:gdLst>
                  <a:gd name="T0" fmla="*/ 333 w 559"/>
                  <a:gd name="T1" fmla="*/ 4007 h 421"/>
                  <a:gd name="T2" fmla="*/ 4709 w 559"/>
                  <a:gd name="T3" fmla="*/ 0 h 421"/>
                  <a:gd name="T4" fmla="*/ 8338 w 559"/>
                  <a:gd name="T5" fmla="*/ 4289 h 421"/>
                  <a:gd name="T6" fmla="*/ 4004 w 559"/>
                  <a:gd name="T7" fmla="*/ 7992 h 421"/>
                  <a:gd name="T8" fmla="*/ 333 w 559"/>
                  <a:gd name="T9" fmla="*/ 4007 h 4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9" h="421">
                    <a:moveTo>
                      <a:pt x="21" y="211"/>
                    </a:moveTo>
                    <a:cubicBezTo>
                      <a:pt x="44" y="86"/>
                      <a:pt x="158" y="0"/>
                      <a:pt x="301" y="0"/>
                    </a:cubicBezTo>
                    <a:cubicBezTo>
                      <a:pt x="443" y="0"/>
                      <a:pt x="559" y="107"/>
                      <a:pt x="533" y="226"/>
                    </a:cubicBezTo>
                    <a:cubicBezTo>
                      <a:pt x="509" y="340"/>
                      <a:pt x="399" y="421"/>
                      <a:pt x="256" y="421"/>
                    </a:cubicBezTo>
                    <a:cubicBezTo>
                      <a:pt x="114" y="421"/>
                      <a:pt x="0" y="325"/>
                      <a:pt x="21" y="211"/>
                    </a:cubicBezTo>
                    <a:close/>
                  </a:path>
                </a:pathLst>
              </a:custGeom>
              <a:solidFill>
                <a:srgbClr val="DCE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35" name="Freeform 7">
                <a:extLst>
                  <a:ext uri="{FF2B5EF4-FFF2-40B4-BE49-F238E27FC236}">
                    <a16:creationId xmlns:a16="http://schemas.microsoft.com/office/drawing/2014/main" id="{B5C513BB-8B11-45B6-A873-5DD437858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680"/>
                <a:ext cx="1098" cy="1040"/>
              </a:xfrm>
              <a:custGeom>
                <a:avLst/>
                <a:gdLst>
                  <a:gd name="T0" fmla="*/ 4910 w 439"/>
                  <a:gd name="T1" fmla="*/ 0 h 390"/>
                  <a:gd name="T2" fmla="*/ 6413 w 439"/>
                  <a:gd name="T3" fmla="*/ 3584 h 390"/>
                  <a:gd name="T4" fmla="*/ 2083 w 439"/>
                  <a:gd name="T5" fmla="*/ 7283 h 390"/>
                  <a:gd name="T6" fmla="*/ 0 w 439"/>
                  <a:gd name="T7" fmla="*/ 6691 h 390"/>
                  <a:gd name="T8" fmla="*/ 2251 w 439"/>
                  <a:gd name="T9" fmla="*/ 7395 h 390"/>
                  <a:gd name="T10" fmla="*/ 6588 w 439"/>
                  <a:gd name="T11" fmla="*/ 3699 h 390"/>
                  <a:gd name="T12" fmla="*/ 4910 w 439"/>
                  <a:gd name="T13" fmla="*/ 0 h 3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9" h="390">
                    <a:moveTo>
                      <a:pt x="314" y="0"/>
                    </a:moveTo>
                    <a:cubicBezTo>
                      <a:pt x="384" y="41"/>
                      <a:pt x="426" y="112"/>
                      <a:pt x="410" y="189"/>
                    </a:cubicBezTo>
                    <a:cubicBezTo>
                      <a:pt x="385" y="303"/>
                      <a:pt x="275" y="384"/>
                      <a:pt x="133" y="384"/>
                    </a:cubicBezTo>
                    <a:cubicBezTo>
                      <a:pt x="84" y="384"/>
                      <a:pt x="38" y="373"/>
                      <a:pt x="0" y="353"/>
                    </a:cubicBezTo>
                    <a:cubicBezTo>
                      <a:pt x="40" y="376"/>
                      <a:pt x="90" y="390"/>
                      <a:pt x="144" y="390"/>
                    </a:cubicBezTo>
                    <a:cubicBezTo>
                      <a:pt x="287" y="390"/>
                      <a:pt x="397" y="309"/>
                      <a:pt x="421" y="195"/>
                    </a:cubicBezTo>
                    <a:cubicBezTo>
                      <a:pt x="439" y="115"/>
                      <a:pt x="391" y="40"/>
                      <a:pt x="314" y="0"/>
                    </a:cubicBezTo>
                    <a:close/>
                  </a:path>
                </a:pathLst>
              </a:custGeom>
              <a:solidFill>
                <a:srgbClr val="96C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36" name="Freeform 8">
                <a:extLst>
                  <a:ext uri="{FF2B5EF4-FFF2-40B4-BE49-F238E27FC236}">
                    <a16:creationId xmlns:a16="http://schemas.microsoft.com/office/drawing/2014/main" id="{F4996786-3280-4445-B55D-40AA4453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597"/>
                <a:ext cx="1185" cy="960"/>
              </a:xfrm>
              <a:custGeom>
                <a:avLst/>
                <a:gdLst>
                  <a:gd name="T0" fmla="*/ 345 w 474"/>
                  <a:gd name="T1" fmla="*/ 4189 h 360"/>
                  <a:gd name="T2" fmla="*/ 4720 w 474"/>
                  <a:gd name="T3" fmla="*/ 205 h 360"/>
                  <a:gd name="T4" fmla="*/ 7408 w 474"/>
                  <a:gd name="T5" fmla="*/ 1387 h 360"/>
                  <a:gd name="T6" fmla="*/ 4550 w 474"/>
                  <a:gd name="T7" fmla="*/ 0 h 360"/>
                  <a:gd name="T8" fmla="*/ 175 w 474"/>
                  <a:gd name="T9" fmla="*/ 4003 h 360"/>
                  <a:gd name="T10" fmla="*/ 1063 w 474"/>
                  <a:gd name="T11" fmla="*/ 6827 h 360"/>
                  <a:gd name="T12" fmla="*/ 345 w 474"/>
                  <a:gd name="T13" fmla="*/ 4189 h 3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4" h="360">
                    <a:moveTo>
                      <a:pt x="22" y="221"/>
                    </a:moveTo>
                    <a:cubicBezTo>
                      <a:pt x="46" y="96"/>
                      <a:pt x="160" y="11"/>
                      <a:pt x="302" y="11"/>
                    </a:cubicBezTo>
                    <a:cubicBezTo>
                      <a:pt x="369" y="11"/>
                      <a:pt x="431" y="35"/>
                      <a:pt x="474" y="73"/>
                    </a:cubicBezTo>
                    <a:cubicBezTo>
                      <a:pt x="430" y="29"/>
                      <a:pt x="364" y="0"/>
                      <a:pt x="291" y="0"/>
                    </a:cubicBezTo>
                    <a:cubicBezTo>
                      <a:pt x="148" y="0"/>
                      <a:pt x="34" y="86"/>
                      <a:pt x="11" y="211"/>
                    </a:cubicBezTo>
                    <a:cubicBezTo>
                      <a:pt x="0" y="268"/>
                      <a:pt x="24" y="321"/>
                      <a:pt x="68" y="360"/>
                    </a:cubicBezTo>
                    <a:cubicBezTo>
                      <a:pt x="31" y="322"/>
                      <a:pt x="12" y="274"/>
                      <a:pt x="22" y="221"/>
                    </a:cubicBezTo>
                    <a:close/>
                  </a:path>
                </a:pathLst>
              </a:custGeom>
              <a:solidFill>
                <a:srgbClr val="96C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37" name="Freeform 9">
                <a:extLst>
                  <a:ext uri="{FF2B5EF4-FFF2-40B4-BE49-F238E27FC236}">
                    <a16:creationId xmlns:a16="http://schemas.microsoft.com/office/drawing/2014/main" id="{80C59C5A-EE8D-480C-9590-361472FCA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85"/>
                <a:ext cx="1130" cy="950"/>
              </a:xfrm>
              <a:custGeom>
                <a:avLst/>
                <a:gdLst>
                  <a:gd name="T0" fmla="*/ 563 w 452"/>
                  <a:gd name="T1" fmla="*/ 5398 h 356"/>
                  <a:gd name="T2" fmla="*/ 113 w 452"/>
                  <a:gd name="T3" fmla="*/ 3405 h 356"/>
                  <a:gd name="T4" fmla="*/ 3845 w 452"/>
                  <a:gd name="T5" fmla="*/ 0 h 356"/>
                  <a:gd name="T6" fmla="*/ 6470 w 452"/>
                  <a:gd name="T7" fmla="*/ 1425 h 356"/>
                  <a:gd name="T8" fmla="*/ 6938 w 452"/>
                  <a:gd name="T9" fmla="*/ 3611 h 356"/>
                  <a:gd name="T10" fmla="*/ 3238 w 452"/>
                  <a:gd name="T11" fmla="*/ 6765 h 356"/>
                  <a:gd name="T12" fmla="*/ 563 w 452"/>
                  <a:gd name="T13" fmla="*/ 5398 h 3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2" h="356">
                    <a:moveTo>
                      <a:pt x="36" y="284"/>
                    </a:moveTo>
                    <a:cubicBezTo>
                      <a:pt x="10" y="253"/>
                      <a:pt x="0" y="217"/>
                      <a:pt x="7" y="179"/>
                    </a:cubicBezTo>
                    <a:cubicBezTo>
                      <a:pt x="27" y="73"/>
                      <a:pt x="125" y="0"/>
                      <a:pt x="246" y="0"/>
                    </a:cubicBezTo>
                    <a:cubicBezTo>
                      <a:pt x="314" y="0"/>
                      <a:pt x="377" y="28"/>
                      <a:pt x="414" y="75"/>
                    </a:cubicBezTo>
                    <a:cubicBezTo>
                      <a:pt x="442" y="109"/>
                      <a:pt x="452" y="150"/>
                      <a:pt x="444" y="190"/>
                    </a:cubicBezTo>
                    <a:cubicBezTo>
                      <a:pt x="422" y="289"/>
                      <a:pt x="327" y="356"/>
                      <a:pt x="207" y="356"/>
                    </a:cubicBezTo>
                    <a:cubicBezTo>
                      <a:pt x="137" y="356"/>
                      <a:pt x="73" y="329"/>
                      <a:pt x="36" y="284"/>
                    </a:cubicBezTo>
                    <a:close/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38" name="Freeform 10">
                <a:extLst>
                  <a:ext uri="{FF2B5EF4-FFF2-40B4-BE49-F238E27FC236}">
                    <a16:creationId xmlns:a16="http://schemas.microsoft.com/office/drawing/2014/main" id="{D0492B4A-6175-401D-A82A-67C28EACB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699"/>
                <a:ext cx="1095" cy="922"/>
              </a:xfrm>
              <a:custGeom>
                <a:avLst/>
                <a:gdLst>
                  <a:gd name="T0" fmla="*/ 6270 w 438"/>
                  <a:gd name="T1" fmla="*/ 1399 h 346"/>
                  <a:gd name="T2" fmla="*/ 5625 w 438"/>
                  <a:gd name="T3" fmla="*/ 703 h 346"/>
                  <a:gd name="T4" fmla="*/ 5583 w 438"/>
                  <a:gd name="T5" fmla="*/ 661 h 346"/>
                  <a:gd name="T6" fmla="*/ 5550 w 438"/>
                  <a:gd name="T7" fmla="*/ 645 h 346"/>
                  <a:gd name="T8" fmla="*/ 5563 w 438"/>
                  <a:gd name="T9" fmla="*/ 645 h 346"/>
                  <a:gd name="T10" fmla="*/ 3708 w 438"/>
                  <a:gd name="T11" fmla="*/ 0 h 346"/>
                  <a:gd name="T12" fmla="*/ 95 w 438"/>
                  <a:gd name="T13" fmla="*/ 3272 h 346"/>
                  <a:gd name="T14" fmla="*/ 533 w 438"/>
                  <a:gd name="T15" fmla="*/ 5183 h 346"/>
                  <a:gd name="T16" fmla="*/ 770 w 438"/>
                  <a:gd name="T17" fmla="*/ 5489 h 346"/>
                  <a:gd name="T18" fmla="*/ 375 w 438"/>
                  <a:gd name="T19" fmla="*/ 3635 h 346"/>
                  <a:gd name="T20" fmla="*/ 3970 w 438"/>
                  <a:gd name="T21" fmla="*/ 362 h 346"/>
                  <a:gd name="T22" fmla="*/ 5395 w 438"/>
                  <a:gd name="T23" fmla="*/ 717 h 346"/>
                  <a:gd name="T24" fmla="*/ 6438 w 438"/>
                  <a:gd name="T25" fmla="*/ 1945 h 346"/>
                  <a:gd name="T26" fmla="*/ 6550 w 438"/>
                  <a:gd name="T27" fmla="*/ 3366 h 346"/>
                  <a:gd name="T28" fmla="*/ 2970 w 438"/>
                  <a:gd name="T29" fmla="*/ 6411 h 346"/>
                  <a:gd name="T30" fmla="*/ 1033 w 438"/>
                  <a:gd name="T31" fmla="*/ 5772 h 346"/>
                  <a:gd name="T32" fmla="*/ 3145 w 438"/>
                  <a:gd name="T33" fmla="*/ 6547 h 346"/>
                  <a:gd name="T34" fmla="*/ 6708 w 438"/>
                  <a:gd name="T35" fmla="*/ 3501 h 346"/>
                  <a:gd name="T36" fmla="*/ 6270 w 438"/>
                  <a:gd name="T37" fmla="*/ 1399 h 3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38" h="346">
                    <a:moveTo>
                      <a:pt x="401" y="74"/>
                    </a:moveTo>
                    <a:cubicBezTo>
                      <a:pt x="390" y="59"/>
                      <a:pt x="376" y="47"/>
                      <a:pt x="360" y="37"/>
                    </a:cubicBezTo>
                    <a:cubicBezTo>
                      <a:pt x="359" y="36"/>
                      <a:pt x="358" y="36"/>
                      <a:pt x="357" y="35"/>
                    </a:cubicBezTo>
                    <a:cubicBezTo>
                      <a:pt x="356" y="34"/>
                      <a:pt x="356" y="34"/>
                      <a:pt x="355" y="34"/>
                    </a:cubicBezTo>
                    <a:cubicBezTo>
                      <a:pt x="355" y="34"/>
                      <a:pt x="356" y="34"/>
                      <a:pt x="356" y="34"/>
                    </a:cubicBezTo>
                    <a:cubicBezTo>
                      <a:pt x="322" y="12"/>
                      <a:pt x="280" y="0"/>
                      <a:pt x="237" y="0"/>
                    </a:cubicBezTo>
                    <a:cubicBezTo>
                      <a:pt x="120" y="0"/>
                      <a:pt x="25" y="71"/>
                      <a:pt x="6" y="173"/>
                    </a:cubicBezTo>
                    <a:cubicBezTo>
                      <a:pt x="0" y="209"/>
                      <a:pt x="9" y="244"/>
                      <a:pt x="34" y="274"/>
                    </a:cubicBezTo>
                    <a:cubicBezTo>
                      <a:pt x="39" y="280"/>
                      <a:pt x="44" y="285"/>
                      <a:pt x="49" y="290"/>
                    </a:cubicBezTo>
                    <a:cubicBezTo>
                      <a:pt x="26" y="260"/>
                      <a:pt x="17" y="227"/>
                      <a:pt x="24" y="192"/>
                    </a:cubicBezTo>
                    <a:cubicBezTo>
                      <a:pt x="43" y="90"/>
                      <a:pt x="137" y="19"/>
                      <a:pt x="254" y="19"/>
                    </a:cubicBezTo>
                    <a:cubicBezTo>
                      <a:pt x="286" y="19"/>
                      <a:pt x="318" y="26"/>
                      <a:pt x="345" y="38"/>
                    </a:cubicBezTo>
                    <a:cubicBezTo>
                      <a:pt x="361" y="45"/>
                      <a:pt x="396" y="62"/>
                      <a:pt x="412" y="103"/>
                    </a:cubicBezTo>
                    <a:cubicBezTo>
                      <a:pt x="422" y="127"/>
                      <a:pt x="424" y="153"/>
                      <a:pt x="419" y="178"/>
                    </a:cubicBezTo>
                    <a:cubicBezTo>
                      <a:pt x="398" y="274"/>
                      <a:pt x="306" y="339"/>
                      <a:pt x="190" y="339"/>
                    </a:cubicBezTo>
                    <a:cubicBezTo>
                      <a:pt x="144" y="339"/>
                      <a:pt x="101" y="327"/>
                      <a:pt x="66" y="305"/>
                    </a:cubicBezTo>
                    <a:cubicBezTo>
                      <a:pt x="102" y="331"/>
                      <a:pt x="150" y="346"/>
                      <a:pt x="201" y="346"/>
                    </a:cubicBezTo>
                    <a:cubicBezTo>
                      <a:pt x="317" y="346"/>
                      <a:pt x="409" y="281"/>
                      <a:pt x="429" y="185"/>
                    </a:cubicBezTo>
                    <a:cubicBezTo>
                      <a:pt x="438" y="146"/>
                      <a:pt x="428" y="107"/>
                      <a:pt x="401" y="74"/>
                    </a:cubicBezTo>
                    <a:close/>
                  </a:path>
                </a:pathLst>
              </a:custGeom>
              <a:solidFill>
                <a:srgbClr val="E5F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39" name="Freeform 11">
                <a:extLst>
                  <a:ext uri="{FF2B5EF4-FFF2-40B4-BE49-F238E27FC236}">
                    <a16:creationId xmlns:a16="http://schemas.microsoft.com/office/drawing/2014/main" id="{CBC5D7DD-390F-4187-8CDE-FBD56B5A9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749"/>
                <a:ext cx="600" cy="600"/>
              </a:xfrm>
              <a:custGeom>
                <a:avLst/>
                <a:gdLst>
                  <a:gd name="T0" fmla="*/ 3750 w 240"/>
                  <a:gd name="T1" fmla="*/ 0 h 225"/>
                  <a:gd name="T2" fmla="*/ 158 w 240"/>
                  <a:gd name="T3" fmla="*/ 3277 h 225"/>
                  <a:gd name="T4" fmla="*/ 175 w 240"/>
                  <a:gd name="T5" fmla="*/ 4267 h 225"/>
                  <a:gd name="T6" fmla="*/ 3750 w 240"/>
                  <a:gd name="T7" fmla="*/ 0 h 2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25">
                    <a:moveTo>
                      <a:pt x="240" y="0"/>
                    </a:moveTo>
                    <a:cubicBezTo>
                      <a:pt x="123" y="0"/>
                      <a:pt x="29" y="71"/>
                      <a:pt x="10" y="173"/>
                    </a:cubicBezTo>
                    <a:cubicBezTo>
                      <a:pt x="6" y="191"/>
                      <a:pt x="7" y="208"/>
                      <a:pt x="11" y="225"/>
                    </a:cubicBezTo>
                    <a:cubicBezTo>
                      <a:pt x="0" y="173"/>
                      <a:pt x="54" y="10"/>
                      <a:pt x="2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0" name="Freeform 12">
                <a:extLst>
                  <a:ext uri="{FF2B5EF4-FFF2-40B4-BE49-F238E27FC236}">
                    <a16:creationId xmlns:a16="http://schemas.microsoft.com/office/drawing/2014/main" id="{B66590F0-592A-4F8C-A494-A53E3601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85"/>
                <a:ext cx="1130" cy="950"/>
              </a:xfrm>
              <a:custGeom>
                <a:avLst/>
                <a:gdLst>
                  <a:gd name="T0" fmla="*/ 563 w 452"/>
                  <a:gd name="T1" fmla="*/ 5398 h 356"/>
                  <a:gd name="T2" fmla="*/ 113 w 452"/>
                  <a:gd name="T3" fmla="*/ 3405 h 356"/>
                  <a:gd name="T4" fmla="*/ 3845 w 452"/>
                  <a:gd name="T5" fmla="*/ 0 h 356"/>
                  <a:gd name="T6" fmla="*/ 6470 w 452"/>
                  <a:gd name="T7" fmla="*/ 1425 h 356"/>
                  <a:gd name="T8" fmla="*/ 6938 w 452"/>
                  <a:gd name="T9" fmla="*/ 3611 h 356"/>
                  <a:gd name="T10" fmla="*/ 3238 w 452"/>
                  <a:gd name="T11" fmla="*/ 6765 h 356"/>
                  <a:gd name="T12" fmla="*/ 563 w 452"/>
                  <a:gd name="T13" fmla="*/ 5398 h 3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2" h="356">
                    <a:moveTo>
                      <a:pt x="36" y="284"/>
                    </a:moveTo>
                    <a:cubicBezTo>
                      <a:pt x="10" y="253"/>
                      <a:pt x="0" y="217"/>
                      <a:pt x="7" y="179"/>
                    </a:cubicBezTo>
                    <a:cubicBezTo>
                      <a:pt x="27" y="73"/>
                      <a:pt x="125" y="0"/>
                      <a:pt x="246" y="0"/>
                    </a:cubicBezTo>
                    <a:cubicBezTo>
                      <a:pt x="314" y="0"/>
                      <a:pt x="377" y="28"/>
                      <a:pt x="414" y="75"/>
                    </a:cubicBezTo>
                    <a:cubicBezTo>
                      <a:pt x="442" y="109"/>
                      <a:pt x="452" y="150"/>
                      <a:pt x="444" y="190"/>
                    </a:cubicBezTo>
                    <a:cubicBezTo>
                      <a:pt x="422" y="289"/>
                      <a:pt x="327" y="356"/>
                      <a:pt x="207" y="356"/>
                    </a:cubicBezTo>
                    <a:cubicBezTo>
                      <a:pt x="137" y="356"/>
                      <a:pt x="73" y="329"/>
                      <a:pt x="36" y="28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4A84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1" name="Freeform 13">
                <a:extLst>
                  <a:ext uri="{FF2B5EF4-FFF2-40B4-BE49-F238E27FC236}">
                    <a16:creationId xmlns:a16="http://schemas.microsoft.com/office/drawing/2014/main" id="{4BFA56E4-C75F-4A1D-A74A-4C5E3CBD9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699"/>
                <a:ext cx="1100" cy="904"/>
              </a:xfrm>
              <a:custGeom>
                <a:avLst/>
                <a:gdLst>
                  <a:gd name="T0" fmla="*/ 6395 w 440"/>
                  <a:gd name="T1" fmla="*/ 2731 h 339"/>
                  <a:gd name="T2" fmla="*/ 5863 w 440"/>
                  <a:gd name="T3" fmla="*/ 2525 h 339"/>
                  <a:gd name="T4" fmla="*/ 5250 w 440"/>
                  <a:gd name="T5" fmla="*/ 2275 h 339"/>
                  <a:gd name="T6" fmla="*/ 5520 w 440"/>
                  <a:gd name="T7" fmla="*/ 2083 h 339"/>
                  <a:gd name="T8" fmla="*/ 6363 w 440"/>
                  <a:gd name="T9" fmla="*/ 2048 h 339"/>
                  <a:gd name="T10" fmla="*/ 6375 w 440"/>
                  <a:gd name="T11" fmla="*/ 1365 h 339"/>
                  <a:gd name="T12" fmla="*/ 5970 w 440"/>
                  <a:gd name="T13" fmla="*/ 832 h 339"/>
                  <a:gd name="T14" fmla="*/ 4938 w 440"/>
                  <a:gd name="T15" fmla="*/ 21 h 339"/>
                  <a:gd name="T16" fmla="*/ 4000 w 440"/>
                  <a:gd name="T17" fmla="*/ 627 h 339"/>
                  <a:gd name="T18" fmla="*/ 3833 w 440"/>
                  <a:gd name="T19" fmla="*/ 1024 h 339"/>
                  <a:gd name="T20" fmla="*/ 4533 w 440"/>
                  <a:gd name="T21" fmla="*/ 1059 h 339"/>
                  <a:gd name="T22" fmla="*/ 4438 w 440"/>
                  <a:gd name="T23" fmla="*/ 1515 h 339"/>
                  <a:gd name="T24" fmla="*/ 5063 w 440"/>
                  <a:gd name="T25" fmla="*/ 1955 h 339"/>
                  <a:gd name="T26" fmla="*/ 3863 w 440"/>
                  <a:gd name="T27" fmla="*/ 1557 h 339"/>
                  <a:gd name="T28" fmla="*/ 3595 w 440"/>
                  <a:gd name="T29" fmla="*/ 1365 h 339"/>
                  <a:gd name="T30" fmla="*/ 3533 w 440"/>
                  <a:gd name="T31" fmla="*/ 1229 h 339"/>
                  <a:gd name="T32" fmla="*/ 2970 w 440"/>
                  <a:gd name="T33" fmla="*/ 888 h 339"/>
                  <a:gd name="T34" fmla="*/ 2095 w 440"/>
                  <a:gd name="T35" fmla="*/ 797 h 339"/>
                  <a:gd name="T36" fmla="*/ 1783 w 440"/>
                  <a:gd name="T37" fmla="*/ 1045 h 339"/>
                  <a:gd name="T38" fmla="*/ 1375 w 440"/>
                  <a:gd name="T39" fmla="*/ 888 h 339"/>
                  <a:gd name="T40" fmla="*/ 1050 w 440"/>
                  <a:gd name="T41" fmla="*/ 909 h 339"/>
                  <a:gd name="T42" fmla="*/ 938 w 440"/>
                  <a:gd name="T43" fmla="*/ 1160 h 339"/>
                  <a:gd name="T44" fmla="*/ 1208 w 440"/>
                  <a:gd name="T45" fmla="*/ 1459 h 339"/>
                  <a:gd name="T46" fmla="*/ 1083 w 440"/>
                  <a:gd name="T47" fmla="*/ 1400 h 339"/>
                  <a:gd name="T48" fmla="*/ 1033 w 440"/>
                  <a:gd name="T49" fmla="*/ 1933 h 339"/>
                  <a:gd name="T50" fmla="*/ 645 w 440"/>
                  <a:gd name="T51" fmla="*/ 2333 h 339"/>
                  <a:gd name="T52" fmla="*/ 208 w 440"/>
                  <a:gd name="T53" fmla="*/ 2696 h 339"/>
                  <a:gd name="T54" fmla="*/ 283 w 440"/>
                  <a:gd name="T55" fmla="*/ 3336 h 339"/>
                  <a:gd name="T56" fmla="*/ 408 w 440"/>
                  <a:gd name="T57" fmla="*/ 3789 h 339"/>
                  <a:gd name="T58" fmla="*/ 125 w 440"/>
                  <a:gd name="T59" fmla="*/ 4643 h 339"/>
                  <a:gd name="T60" fmla="*/ 550 w 440"/>
                  <a:gd name="T61" fmla="*/ 4664 h 339"/>
                  <a:gd name="T62" fmla="*/ 800 w 440"/>
                  <a:gd name="T63" fmla="*/ 4629 h 339"/>
                  <a:gd name="T64" fmla="*/ 1145 w 440"/>
                  <a:gd name="T65" fmla="*/ 4893 h 339"/>
                  <a:gd name="T66" fmla="*/ 1145 w 440"/>
                  <a:gd name="T67" fmla="*/ 4949 h 339"/>
                  <a:gd name="T68" fmla="*/ 1208 w 440"/>
                  <a:gd name="T69" fmla="*/ 5213 h 339"/>
                  <a:gd name="T70" fmla="*/ 1333 w 440"/>
                  <a:gd name="T71" fmla="*/ 5312 h 339"/>
                  <a:gd name="T72" fmla="*/ 1250 w 440"/>
                  <a:gd name="T73" fmla="*/ 5368 h 339"/>
                  <a:gd name="T74" fmla="*/ 875 w 440"/>
                  <a:gd name="T75" fmla="*/ 5384 h 339"/>
                  <a:gd name="T76" fmla="*/ 1688 w 440"/>
                  <a:gd name="T77" fmla="*/ 5427 h 339"/>
                  <a:gd name="T78" fmla="*/ 1813 w 440"/>
                  <a:gd name="T79" fmla="*/ 5027 h 339"/>
                  <a:gd name="T80" fmla="*/ 2020 w 440"/>
                  <a:gd name="T81" fmla="*/ 5325 h 339"/>
                  <a:gd name="T82" fmla="*/ 1783 w 440"/>
                  <a:gd name="T83" fmla="*/ 5405 h 339"/>
                  <a:gd name="T84" fmla="*/ 1708 w 440"/>
                  <a:gd name="T85" fmla="*/ 5667 h 339"/>
                  <a:gd name="T86" fmla="*/ 2425 w 440"/>
                  <a:gd name="T87" fmla="*/ 5896 h 339"/>
                  <a:gd name="T88" fmla="*/ 2363 w 440"/>
                  <a:gd name="T89" fmla="*/ 6144 h 339"/>
                  <a:gd name="T90" fmla="*/ 3020 w 440"/>
                  <a:gd name="T91" fmla="*/ 6349 h 339"/>
                  <a:gd name="T92" fmla="*/ 3908 w 440"/>
                  <a:gd name="T93" fmla="*/ 6179 h 339"/>
                  <a:gd name="T94" fmla="*/ 4270 w 440"/>
                  <a:gd name="T95" fmla="*/ 5896 h 339"/>
                  <a:gd name="T96" fmla="*/ 4550 w 440"/>
                  <a:gd name="T97" fmla="*/ 5896 h 339"/>
                  <a:gd name="T98" fmla="*/ 4770 w 440"/>
                  <a:gd name="T99" fmla="*/ 5667 h 339"/>
                  <a:gd name="T100" fmla="*/ 4833 w 440"/>
                  <a:gd name="T101" fmla="*/ 5461 h 339"/>
                  <a:gd name="T102" fmla="*/ 5720 w 440"/>
                  <a:gd name="T103" fmla="*/ 5597 h 339"/>
                  <a:gd name="T104" fmla="*/ 6145 w 440"/>
                  <a:gd name="T105" fmla="*/ 5405 h 339"/>
                  <a:gd name="T106" fmla="*/ 6595 w 440"/>
                  <a:gd name="T107" fmla="*/ 4685 h 33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440" h="339">
                    <a:moveTo>
                      <a:pt x="440" y="202"/>
                    </a:moveTo>
                    <a:cubicBezTo>
                      <a:pt x="440" y="187"/>
                      <a:pt x="435" y="179"/>
                      <a:pt x="431" y="172"/>
                    </a:cubicBezTo>
                    <a:cubicBezTo>
                      <a:pt x="427" y="166"/>
                      <a:pt x="427" y="166"/>
                      <a:pt x="427" y="166"/>
                    </a:cubicBezTo>
                    <a:cubicBezTo>
                      <a:pt x="423" y="157"/>
                      <a:pt x="416" y="151"/>
                      <a:pt x="409" y="144"/>
                    </a:cubicBezTo>
                    <a:cubicBezTo>
                      <a:pt x="407" y="142"/>
                      <a:pt x="407" y="142"/>
                      <a:pt x="407" y="142"/>
                    </a:cubicBezTo>
                    <a:cubicBezTo>
                      <a:pt x="401" y="137"/>
                      <a:pt x="393" y="136"/>
                      <a:pt x="386" y="134"/>
                    </a:cubicBezTo>
                    <a:cubicBezTo>
                      <a:pt x="376" y="133"/>
                      <a:pt x="376" y="133"/>
                      <a:pt x="376" y="133"/>
                    </a:cubicBezTo>
                    <a:cubicBezTo>
                      <a:pt x="376" y="133"/>
                      <a:pt x="375" y="133"/>
                      <a:pt x="375" y="133"/>
                    </a:cubicBezTo>
                    <a:cubicBezTo>
                      <a:pt x="370" y="132"/>
                      <a:pt x="370" y="132"/>
                      <a:pt x="370" y="132"/>
                    </a:cubicBezTo>
                    <a:cubicBezTo>
                      <a:pt x="354" y="132"/>
                      <a:pt x="354" y="132"/>
                      <a:pt x="354" y="132"/>
                    </a:cubicBezTo>
                    <a:cubicBezTo>
                      <a:pt x="350" y="132"/>
                      <a:pt x="346" y="133"/>
                      <a:pt x="342" y="134"/>
                    </a:cubicBezTo>
                    <a:cubicBezTo>
                      <a:pt x="340" y="129"/>
                      <a:pt x="339" y="124"/>
                      <a:pt x="336" y="120"/>
                    </a:cubicBezTo>
                    <a:cubicBezTo>
                      <a:pt x="338" y="121"/>
                      <a:pt x="339" y="122"/>
                      <a:pt x="339" y="122"/>
                    </a:cubicBezTo>
                    <a:cubicBezTo>
                      <a:pt x="340" y="123"/>
                      <a:pt x="341" y="124"/>
                      <a:pt x="342" y="123"/>
                    </a:cubicBezTo>
                    <a:cubicBezTo>
                      <a:pt x="343" y="123"/>
                      <a:pt x="344" y="123"/>
                      <a:pt x="345" y="122"/>
                    </a:cubicBezTo>
                    <a:cubicBezTo>
                      <a:pt x="345" y="121"/>
                      <a:pt x="348" y="116"/>
                      <a:pt x="353" y="110"/>
                    </a:cubicBezTo>
                    <a:cubicBezTo>
                      <a:pt x="357" y="109"/>
                      <a:pt x="360" y="109"/>
                      <a:pt x="364" y="109"/>
                    </a:cubicBezTo>
                    <a:cubicBezTo>
                      <a:pt x="370" y="113"/>
                      <a:pt x="381" y="120"/>
                      <a:pt x="387" y="120"/>
                    </a:cubicBezTo>
                    <a:cubicBezTo>
                      <a:pt x="394" y="120"/>
                      <a:pt x="404" y="116"/>
                      <a:pt x="406" y="112"/>
                    </a:cubicBezTo>
                    <a:cubicBezTo>
                      <a:pt x="408" y="110"/>
                      <a:pt x="408" y="108"/>
                      <a:pt x="407" y="108"/>
                    </a:cubicBezTo>
                    <a:cubicBezTo>
                      <a:pt x="407" y="106"/>
                      <a:pt x="405" y="103"/>
                      <a:pt x="403" y="100"/>
                    </a:cubicBezTo>
                    <a:cubicBezTo>
                      <a:pt x="408" y="97"/>
                      <a:pt x="413" y="91"/>
                      <a:pt x="414" y="86"/>
                    </a:cubicBezTo>
                    <a:cubicBezTo>
                      <a:pt x="416" y="81"/>
                      <a:pt x="415" y="76"/>
                      <a:pt x="411" y="73"/>
                    </a:cubicBezTo>
                    <a:cubicBezTo>
                      <a:pt x="410" y="72"/>
                      <a:pt x="409" y="72"/>
                      <a:pt x="408" y="72"/>
                    </a:cubicBezTo>
                    <a:cubicBezTo>
                      <a:pt x="400" y="74"/>
                      <a:pt x="390" y="75"/>
                      <a:pt x="381" y="76"/>
                    </a:cubicBezTo>
                    <a:cubicBezTo>
                      <a:pt x="379" y="76"/>
                      <a:pt x="377" y="76"/>
                      <a:pt x="375" y="77"/>
                    </a:cubicBezTo>
                    <a:cubicBezTo>
                      <a:pt x="377" y="73"/>
                      <a:pt x="379" y="71"/>
                      <a:pt x="379" y="69"/>
                    </a:cubicBezTo>
                    <a:cubicBezTo>
                      <a:pt x="382" y="63"/>
                      <a:pt x="384" y="51"/>
                      <a:pt x="382" y="44"/>
                    </a:cubicBezTo>
                    <a:cubicBezTo>
                      <a:pt x="380" y="41"/>
                      <a:pt x="378" y="39"/>
                      <a:pt x="376" y="39"/>
                    </a:cubicBezTo>
                    <a:cubicBezTo>
                      <a:pt x="376" y="39"/>
                      <a:pt x="376" y="39"/>
                      <a:pt x="376" y="39"/>
                    </a:cubicBezTo>
                    <a:cubicBezTo>
                      <a:pt x="374" y="38"/>
                      <a:pt x="373" y="39"/>
                      <a:pt x="371" y="40"/>
                    </a:cubicBezTo>
                    <a:cubicBezTo>
                      <a:pt x="357" y="26"/>
                      <a:pt x="330" y="0"/>
                      <a:pt x="316" y="1"/>
                    </a:cubicBezTo>
                    <a:cubicBezTo>
                      <a:pt x="316" y="1"/>
                      <a:pt x="316" y="1"/>
                      <a:pt x="316" y="1"/>
                    </a:cubicBezTo>
                    <a:cubicBezTo>
                      <a:pt x="306" y="3"/>
                      <a:pt x="291" y="13"/>
                      <a:pt x="292" y="20"/>
                    </a:cubicBezTo>
                    <a:cubicBezTo>
                      <a:pt x="293" y="22"/>
                      <a:pt x="294" y="24"/>
                      <a:pt x="297" y="26"/>
                    </a:cubicBezTo>
                    <a:cubicBezTo>
                      <a:pt x="279" y="26"/>
                      <a:pt x="260" y="28"/>
                      <a:pt x="256" y="33"/>
                    </a:cubicBezTo>
                    <a:cubicBezTo>
                      <a:pt x="256" y="33"/>
                      <a:pt x="256" y="33"/>
                      <a:pt x="256" y="33"/>
                    </a:cubicBezTo>
                    <a:cubicBezTo>
                      <a:pt x="253" y="35"/>
                      <a:pt x="253" y="35"/>
                      <a:pt x="253" y="35"/>
                    </a:cubicBezTo>
                    <a:cubicBezTo>
                      <a:pt x="249" y="40"/>
                      <a:pt x="245" y="44"/>
                      <a:pt x="244" y="49"/>
                    </a:cubicBezTo>
                    <a:cubicBezTo>
                      <a:pt x="243" y="51"/>
                      <a:pt x="243" y="53"/>
                      <a:pt x="245" y="54"/>
                    </a:cubicBezTo>
                    <a:cubicBezTo>
                      <a:pt x="247" y="58"/>
                      <a:pt x="253" y="57"/>
                      <a:pt x="266" y="56"/>
                    </a:cubicBezTo>
                    <a:cubicBezTo>
                      <a:pt x="272" y="56"/>
                      <a:pt x="279" y="55"/>
                      <a:pt x="285" y="55"/>
                    </a:cubicBezTo>
                    <a:cubicBezTo>
                      <a:pt x="291" y="56"/>
                      <a:pt x="291" y="56"/>
                      <a:pt x="291" y="56"/>
                    </a:cubicBezTo>
                    <a:cubicBezTo>
                      <a:pt x="290" y="56"/>
                      <a:pt x="290" y="56"/>
                      <a:pt x="290" y="56"/>
                    </a:cubicBezTo>
                    <a:cubicBezTo>
                      <a:pt x="290" y="56"/>
                      <a:pt x="290" y="56"/>
                      <a:pt x="290" y="56"/>
                    </a:cubicBezTo>
                    <a:cubicBezTo>
                      <a:pt x="289" y="56"/>
                      <a:pt x="289" y="56"/>
                      <a:pt x="289" y="56"/>
                    </a:cubicBezTo>
                    <a:cubicBezTo>
                      <a:pt x="280" y="60"/>
                      <a:pt x="271" y="63"/>
                      <a:pt x="270" y="69"/>
                    </a:cubicBezTo>
                    <a:cubicBezTo>
                      <a:pt x="269" y="75"/>
                      <a:pt x="275" y="77"/>
                      <a:pt x="284" y="80"/>
                    </a:cubicBezTo>
                    <a:cubicBezTo>
                      <a:pt x="291" y="81"/>
                      <a:pt x="300" y="84"/>
                      <a:pt x="306" y="88"/>
                    </a:cubicBezTo>
                    <a:cubicBezTo>
                      <a:pt x="313" y="92"/>
                      <a:pt x="318" y="96"/>
                      <a:pt x="321" y="99"/>
                    </a:cubicBezTo>
                    <a:cubicBezTo>
                      <a:pt x="322" y="100"/>
                      <a:pt x="323" y="101"/>
                      <a:pt x="324" y="102"/>
                    </a:cubicBezTo>
                    <a:cubicBezTo>
                      <a:pt x="324" y="102"/>
                      <a:pt x="324" y="103"/>
                      <a:pt x="324" y="103"/>
                    </a:cubicBezTo>
                    <a:cubicBezTo>
                      <a:pt x="313" y="94"/>
                      <a:pt x="303" y="91"/>
                      <a:pt x="294" y="88"/>
                    </a:cubicBezTo>
                    <a:cubicBezTo>
                      <a:pt x="286" y="86"/>
                      <a:pt x="286" y="86"/>
                      <a:pt x="286" y="86"/>
                    </a:cubicBezTo>
                    <a:cubicBezTo>
                      <a:pt x="276" y="81"/>
                      <a:pt x="263" y="81"/>
                      <a:pt x="252" y="82"/>
                    </a:cubicBezTo>
                    <a:cubicBezTo>
                      <a:pt x="247" y="82"/>
                      <a:pt x="247" y="82"/>
                      <a:pt x="247" y="82"/>
                    </a:cubicBezTo>
                    <a:cubicBezTo>
                      <a:pt x="242" y="82"/>
                      <a:pt x="238" y="83"/>
                      <a:pt x="233" y="85"/>
                    </a:cubicBezTo>
                    <a:cubicBezTo>
                      <a:pt x="233" y="84"/>
                      <a:pt x="233" y="83"/>
                      <a:pt x="232" y="83"/>
                    </a:cubicBezTo>
                    <a:cubicBezTo>
                      <a:pt x="232" y="83"/>
                      <a:pt x="231" y="81"/>
                      <a:pt x="229" y="80"/>
                    </a:cubicBezTo>
                    <a:cubicBezTo>
                      <a:pt x="230" y="77"/>
                      <a:pt x="230" y="72"/>
                      <a:pt x="230" y="72"/>
                    </a:cubicBezTo>
                    <a:cubicBezTo>
                      <a:pt x="230" y="72"/>
                      <a:pt x="230" y="72"/>
                      <a:pt x="230" y="72"/>
                    </a:cubicBezTo>
                    <a:cubicBezTo>
                      <a:pt x="230" y="71"/>
                      <a:pt x="230" y="70"/>
                      <a:pt x="230" y="70"/>
                    </a:cubicBezTo>
                    <a:cubicBezTo>
                      <a:pt x="229" y="69"/>
                      <a:pt x="228" y="67"/>
                      <a:pt x="225" y="66"/>
                    </a:cubicBezTo>
                    <a:cubicBezTo>
                      <a:pt x="225" y="66"/>
                      <a:pt x="226" y="66"/>
                      <a:pt x="226" y="65"/>
                    </a:cubicBezTo>
                    <a:cubicBezTo>
                      <a:pt x="226" y="65"/>
                      <a:pt x="226" y="64"/>
                      <a:pt x="226" y="63"/>
                    </a:cubicBezTo>
                    <a:cubicBezTo>
                      <a:pt x="226" y="62"/>
                      <a:pt x="226" y="61"/>
                      <a:pt x="225" y="59"/>
                    </a:cubicBezTo>
                    <a:cubicBezTo>
                      <a:pt x="222" y="56"/>
                      <a:pt x="214" y="53"/>
                      <a:pt x="208" y="53"/>
                    </a:cubicBezTo>
                    <a:cubicBezTo>
                      <a:pt x="205" y="49"/>
                      <a:pt x="200" y="46"/>
                      <a:pt x="190" y="47"/>
                    </a:cubicBezTo>
                    <a:cubicBezTo>
                      <a:pt x="184" y="42"/>
                      <a:pt x="178" y="42"/>
                      <a:pt x="173" y="43"/>
                    </a:cubicBezTo>
                    <a:cubicBezTo>
                      <a:pt x="164" y="38"/>
                      <a:pt x="158" y="41"/>
                      <a:pt x="154" y="43"/>
                    </a:cubicBezTo>
                    <a:cubicBezTo>
                      <a:pt x="147" y="40"/>
                      <a:pt x="141" y="42"/>
                      <a:pt x="138" y="43"/>
                    </a:cubicBezTo>
                    <a:cubicBezTo>
                      <a:pt x="136" y="43"/>
                      <a:pt x="134" y="42"/>
                      <a:pt x="134" y="42"/>
                    </a:cubicBezTo>
                    <a:cubicBezTo>
                      <a:pt x="129" y="39"/>
                      <a:pt x="121" y="42"/>
                      <a:pt x="117" y="45"/>
                    </a:cubicBezTo>
                    <a:cubicBezTo>
                      <a:pt x="114" y="48"/>
                      <a:pt x="115" y="50"/>
                      <a:pt x="115" y="52"/>
                    </a:cubicBezTo>
                    <a:cubicBezTo>
                      <a:pt x="115" y="51"/>
                      <a:pt x="115" y="54"/>
                      <a:pt x="115" y="54"/>
                    </a:cubicBezTo>
                    <a:cubicBezTo>
                      <a:pt x="115" y="55"/>
                      <a:pt x="114" y="55"/>
                      <a:pt x="114" y="55"/>
                    </a:cubicBezTo>
                    <a:cubicBezTo>
                      <a:pt x="111" y="54"/>
                      <a:pt x="108" y="54"/>
                      <a:pt x="105" y="54"/>
                    </a:cubicBezTo>
                    <a:cubicBezTo>
                      <a:pt x="105" y="54"/>
                      <a:pt x="104" y="54"/>
                      <a:pt x="102" y="54"/>
                    </a:cubicBezTo>
                    <a:cubicBezTo>
                      <a:pt x="100" y="50"/>
                      <a:pt x="96" y="47"/>
                      <a:pt x="92" y="48"/>
                    </a:cubicBezTo>
                    <a:cubicBezTo>
                      <a:pt x="90" y="48"/>
                      <a:pt x="88" y="48"/>
                      <a:pt x="88" y="47"/>
                    </a:cubicBezTo>
                    <a:cubicBezTo>
                      <a:pt x="86" y="44"/>
                      <a:pt x="81" y="42"/>
                      <a:pt x="72" y="39"/>
                    </a:cubicBezTo>
                    <a:cubicBezTo>
                      <a:pt x="71" y="39"/>
                      <a:pt x="69" y="39"/>
                      <a:pt x="68" y="40"/>
                    </a:cubicBezTo>
                    <a:cubicBezTo>
                      <a:pt x="68" y="41"/>
                      <a:pt x="67" y="42"/>
                      <a:pt x="67" y="43"/>
                    </a:cubicBezTo>
                    <a:cubicBezTo>
                      <a:pt x="67" y="43"/>
                      <a:pt x="67" y="46"/>
                      <a:pt x="67" y="48"/>
                    </a:cubicBezTo>
                    <a:cubicBezTo>
                      <a:pt x="65" y="50"/>
                      <a:pt x="60" y="54"/>
                      <a:pt x="60" y="54"/>
                    </a:cubicBezTo>
                    <a:cubicBezTo>
                      <a:pt x="59" y="54"/>
                      <a:pt x="59" y="55"/>
                      <a:pt x="59" y="55"/>
                    </a:cubicBezTo>
                    <a:cubicBezTo>
                      <a:pt x="59" y="56"/>
                      <a:pt x="58" y="57"/>
                      <a:pt x="58" y="57"/>
                    </a:cubicBezTo>
                    <a:cubicBezTo>
                      <a:pt x="58" y="59"/>
                      <a:pt x="59" y="60"/>
                      <a:pt x="60" y="61"/>
                    </a:cubicBezTo>
                    <a:cubicBezTo>
                      <a:pt x="63" y="66"/>
                      <a:pt x="71" y="69"/>
                      <a:pt x="78" y="70"/>
                    </a:cubicBezTo>
                    <a:cubicBezTo>
                      <a:pt x="78" y="71"/>
                      <a:pt x="79" y="72"/>
                      <a:pt x="80" y="72"/>
                    </a:cubicBezTo>
                    <a:cubicBezTo>
                      <a:pt x="79" y="73"/>
                      <a:pt x="78" y="74"/>
                      <a:pt x="78" y="75"/>
                    </a:cubicBezTo>
                    <a:cubicBezTo>
                      <a:pt x="77" y="75"/>
                      <a:pt x="77" y="76"/>
                      <a:pt x="77" y="77"/>
                    </a:cubicBezTo>
                    <a:cubicBezTo>
                      <a:pt x="77" y="78"/>
                      <a:pt x="77" y="79"/>
                      <a:pt x="76" y="79"/>
                    </a:cubicBezTo>
                    <a:cubicBezTo>
                      <a:pt x="75" y="80"/>
                      <a:pt x="73" y="81"/>
                      <a:pt x="72" y="79"/>
                    </a:cubicBezTo>
                    <a:cubicBezTo>
                      <a:pt x="71" y="79"/>
                      <a:pt x="71" y="78"/>
                      <a:pt x="70" y="77"/>
                    </a:cubicBezTo>
                    <a:cubicBezTo>
                      <a:pt x="70" y="76"/>
                      <a:pt x="70" y="75"/>
                      <a:pt x="69" y="74"/>
                    </a:cubicBezTo>
                    <a:cubicBezTo>
                      <a:pt x="64" y="71"/>
                      <a:pt x="52" y="72"/>
                      <a:pt x="48" y="78"/>
                    </a:cubicBezTo>
                    <a:cubicBezTo>
                      <a:pt x="48" y="79"/>
                      <a:pt x="47" y="80"/>
                      <a:pt x="47" y="81"/>
                    </a:cubicBezTo>
                    <a:cubicBezTo>
                      <a:pt x="48" y="87"/>
                      <a:pt x="51" y="92"/>
                      <a:pt x="56" y="96"/>
                    </a:cubicBezTo>
                    <a:cubicBezTo>
                      <a:pt x="59" y="99"/>
                      <a:pt x="62" y="101"/>
                      <a:pt x="66" y="102"/>
                    </a:cubicBezTo>
                    <a:cubicBezTo>
                      <a:pt x="63" y="104"/>
                      <a:pt x="61" y="106"/>
                      <a:pt x="60" y="107"/>
                    </a:cubicBezTo>
                    <a:cubicBezTo>
                      <a:pt x="58" y="107"/>
                      <a:pt x="55" y="107"/>
                      <a:pt x="55" y="107"/>
                    </a:cubicBezTo>
                    <a:cubicBezTo>
                      <a:pt x="49" y="107"/>
                      <a:pt x="43" y="112"/>
                      <a:pt x="41" y="117"/>
                    </a:cubicBezTo>
                    <a:cubicBezTo>
                      <a:pt x="39" y="120"/>
                      <a:pt x="40" y="122"/>
                      <a:pt x="41" y="123"/>
                    </a:cubicBezTo>
                    <a:cubicBezTo>
                      <a:pt x="41" y="123"/>
                      <a:pt x="42" y="126"/>
                      <a:pt x="42" y="126"/>
                    </a:cubicBezTo>
                    <a:cubicBezTo>
                      <a:pt x="42" y="128"/>
                      <a:pt x="42" y="129"/>
                      <a:pt x="43" y="131"/>
                    </a:cubicBezTo>
                    <a:cubicBezTo>
                      <a:pt x="39" y="130"/>
                      <a:pt x="34" y="130"/>
                      <a:pt x="30" y="131"/>
                    </a:cubicBezTo>
                    <a:cubicBezTo>
                      <a:pt x="23" y="132"/>
                      <a:pt x="17" y="136"/>
                      <a:pt x="13" y="142"/>
                    </a:cubicBezTo>
                    <a:cubicBezTo>
                      <a:pt x="9" y="148"/>
                      <a:pt x="8" y="156"/>
                      <a:pt x="10" y="162"/>
                    </a:cubicBezTo>
                    <a:cubicBezTo>
                      <a:pt x="11" y="167"/>
                      <a:pt x="13" y="171"/>
                      <a:pt x="16" y="174"/>
                    </a:cubicBezTo>
                    <a:cubicBezTo>
                      <a:pt x="17" y="175"/>
                      <a:pt x="17" y="175"/>
                      <a:pt x="18" y="176"/>
                    </a:cubicBezTo>
                    <a:cubicBezTo>
                      <a:pt x="18" y="176"/>
                      <a:pt x="18" y="176"/>
                      <a:pt x="18" y="176"/>
                    </a:cubicBezTo>
                    <a:cubicBezTo>
                      <a:pt x="17" y="183"/>
                      <a:pt x="19" y="190"/>
                      <a:pt x="24" y="196"/>
                    </a:cubicBezTo>
                    <a:cubicBezTo>
                      <a:pt x="26" y="199"/>
                      <a:pt x="29" y="201"/>
                      <a:pt x="31" y="202"/>
                    </a:cubicBezTo>
                    <a:cubicBezTo>
                      <a:pt x="31" y="204"/>
                      <a:pt x="31" y="206"/>
                      <a:pt x="30" y="207"/>
                    </a:cubicBezTo>
                    <a:cubicBezTo>
                      <a:pt x="30" y="204"/>
                      <a:pt x="28" y="202"/>
                      <a:pt x="26" y="200"/>
                    </a:cubicBezTo>
                    <a:cubicBezTo>
                      <a:pt x="25" y="200"/>
                      <a:pt x="24" y="200"/>
                      <a:pt x="23" y="200"/>
                    </a:cubicBezTo>
                    <a:cubicBezTo>
                      <a:pt x="17" y="200"/>
                      <a:pt x="11" y="203"/>
                      <a:pt x="7" y="208"/>
                    </a:cubicBezTo>
                    <a:cubicBezTo>
                      <a:pt x="2" y="213"/>
                      <a:pt x="0" y="220"/>
                      <a:pt x="0" y="227"/>
                    </a:cubicBezTo>
                    <a:cubicBezTo>
                      <a:pt x="0" y="234"/>
                      <a:pt x="3" y="240"/>
                      <a:pt x="8" y="245"/>
                    </a:cubicBezTo>
                    <a:cubicBezTo>
                      <a:pt x="12" y="248"/>
                      <a:pt x="16" y="251"/>
                      <a:pt x="20" y="252"/>
                    </a:cubicBezTo>
                    <a:cubicBezTo>
                      <a:pt x="21" y="252"/>
                      <a:pt x="22" y="252"/>
                      <a:pt x="22" y="252"/>
                    </a:cubicBezTo>
                    <a:cubicBezTo>
                      <a:pt x="27" y="250"/>
                      <a:pt x="30" y="246"/>
                      <a:pt x="31" y="242"/>
                    </a:cubicBezTo>
                    <a:cubicBezTo>
                      <a:pt x="32" y="244"/>
                      <a:pt x="34" y="245"/>
                      <a:pt x="35" y="246"/>
                    </a:cubicBezTo>
                    <a:cubicBezTo>
                      <a:pt x="39" y="248"/>
                      <a:pt x="42" y="249"/>
                      <a:pt x="45" y="247"/>
                    </a:cubicBezTo>
                    <a:cubicBezTo>
                      <a:pt x="45" y="247"/>
                      <a:pt x="46" y="246"/>
                      <a:pt x="46" y="245"/>
                    </a:cubicBezTo>
                    <a:cubicBezTo>
                      <a:pt x="47" y="245"/>
                      <a:pt x="47" y="244"/>
                      <a:pt x="48" y="244"/>
                    </a:cubicBezTo>
                    <a:cubicBezTo>
                      <a:pt x="49" y="243"/>
                      <a:pt x="50" y="243"/>
                      <a:pt x="51" y="244"/>
                    </a:cubicBezTo>
                    <a:cubicBezTo>
                      <a:pt x="51" y="244"/>
                      <a:pt x="52" y="245"/>
                      <a:pt x="52" y="246"/>
                    </a:cubicBezTo>
                    <a:cubicBezTo>
                      <a:pt x="53" y="246"/>
                      <a:pt x="53" y="247"/>
                      <a:pt x="52" y="248"/>
                    </a:cubicBezTo>
                    <a:cubicBezTo>
                      <a:pt x="52" y="249"/>
                      <a:pt x="52" y="251"/>
                      <a:pt x="53" y="252"/>
                    </a:cubicBezTo>
                    <a:cubicBezTo>
                      <a:pt x="56" y="257"/>
                      <a:pt x="67" y="261"/>
                      <a:pt x="73" y="258"/>
                    </a:cubicBezTo>
                    <a:cubicBezTo>
                      <a:pt x="73" y="257"/>
                      <a:pt x="74" y="256"/>
                      <a:pt x="74" y="256"/>
                    </a:cubicBezTo>
                    <a:cubicBezTo>
                      <a:pt x="75" y="256"/>
                      <a:pt x="76" y="256"/>
                      <a:pt x="77" y="257"/>
                    </a:cubicBezTo>
                    <a:cubicBezTo>
                      <a:pt x="77" y="257"/>
                      <a:pt x="76" y="257"/>
                      <a:pt x="75" y="258"/>
                    </a:cubicBezTo>
                    <a:cubicBezTo>
                      <a:pt x="74" y="259"/>
                      <a:pt x="73" y="260"/>
                      <a:pt x="73" y="261"/>
                    </a:cubicBezTo>
                    <a:cubicBezTo>
                      <a:pt x="73" y="261"/>
                      <a:pt x="73" y="261"/>
                      <a:pt x="73" y="261"/>
                    </a:cubicBezTo>
                    <a:cubicBezTo>
                      <a:pt x="73" y="262"/>
                      <a:pt x="74" y="263"/>
                      <a:pt x="75" y="264"/>
                    </a:cubicBezTo>
                    <a:cubicBezTo>
                      <a:pt x="75" y="264"/>
                      <a:pt x="76" y="266"/>
                      <a:pt x="78" y="267"/>
                    </a:cubicBezTo>
                    <a:cubicBezTo>
                      <a:pt x="77" y="269"/>
                      <a:pt x="77" y="275"/>
                      <a:pt x="77" y="275"/>
                    </a:cubicBezTo>
                    <a:cubicBezTo>
                      <a:pt x="77" y="275"/>
                      <a:pt x="77" y="275"/>
                      <a:pt x="77" y="275"/>
                    </a:cubicBezTo>
                    <a:cubicBezTo>
                      <a:pt x="77" y="276"/>
                      <a:pt x="77" y="276"/>
                      <a:pt x="77" y="277"/>
                    </a:cubicBezTo>
                    <a:cubicBezTo>
                      <a:pt x="78" y="278"/>
                      <a:pt x="79" y="280"/>
                      <a:pt x="82" y="280"/>
                    </a:cubicBezTo>
                    <a:cubicBezTo>
                      <a:pt x="83" y="280"/>
                      <a:pt x="84" y="280"/>
                      <a:pt x="85" y="280"/>
                    </a:cubicBezTo>
                    <a:cubicBezTo>
                      <a:pt x="85" y="280"/>
                      <a:pt x="85" y="280"/>
                      <a:pt x="85" y="280"/>
                    </a:cubicBezTo>
                    <a:cubicBezTo>
                      <a:pt x="85" y="281"/>
                      <a:pt x="85" y="282"/>
                      <a:pt x="84" y="283"/>
                    </a:cubicBezTo>
                    <a:cubicBezTo>
                      <a:pt x="84" y="283"/>
                      <a:pt x="83" y="284"/>
                      <a:pt x="82" y="284"/>
                    </a:cubicBezTo>
                    <a:cubicBezTo>
                      <a:pt x="81" y="284"/>
                      <a:pt x="80" y="283"/>
                      <a:pt x="80" y="283"/>
                    </a:cubicBezTo>
                    <a:cubicBezTo>
                      <a:pt x="79" y="282"/>
                      <a:pt x="79" y="281"/>
                      <a:pt x="79" y="281"/>
                    </a:cubicBezTo>
                    <a:cubicBezTo>
                      <a:pt x="79" y="279"/>
                      <a:pt x="78" y="278"/>
                      <a:pt x="77" y="277"/>
                    </a:cubicBezTo>
                    <a:cubicBezTo>
                      <a:pt x="72" y="275"/>
                      <a:pt x="60" y="276"/>
                      <a:pt x="56" y="281"/>
                    </a:cubicBezTo>
                    <a:cubicBezTo>
                      <a:pt x="56" y="282"/>
                      <a:pt x="56" y="283"/>
                      <a:pt x="56" y="284"/>
                    </a:cubicBezTo>
                    <a:cubicBezTo>
                      <a:pt x="57" y="290"/>
                      <a:pt x="60" y="296"/>
                      <a:pt x="64" y="300"/>
                    </a:cubicBezTo>
                    <a:cubicBezTo>
                      <a:pt x="69" y="305"/>
                      <a:pt x="76" y="307"/>
                      <a:pt x="83" y="307"/>
                    </a:cubicBezTo>
                    <a:cubicBezTo>
                      <a:pt x="90" y="307"/>
                      <a:pt x="97" y="304"/>
                      <a:pt x="102" y="298"/>
                    </a:cubicBezTo>
                    <a:cubicBezTo>
                      <a:pt x="105" y="295"/>
                      <a:pt x="107" y="291"/>
                      <a:pt x="108" y="286"/>
                    </a:cubicBezTo>
                    <a:cubicBezTo>
                      <a:pt x="108" y="286"/>
                      <a:pt x="108" y="285"/>
                      <a:pt x="108" y="284"/>
                    </a:cubicBezTo>
                    <a:cubicBezTo>
                      <a:pt x="106" y="280"/>
                      <a:pt x="102" y="276"/>
                      <a:pt x="97" y="275"/>
                    </a:cubicBezTo>
                    <a:cubicBezTo>
                      <a:pt x="98" y="275"/>
                      <a:pt x="99" y="274"/>
                      <a:pt x="99" y="273"/>
                    </a:cubicBezTo>
                    <a:cubicBezTo>
                      <a:pt x="104" y="274"/>
                      <a:pt x="110" y="273"/>
                      <a:pt x="116" y="265"/>
                    </a:cubicBezTo>
                    <a:cubicBezTo>
                      <a:pt x="122" y="264"/>
                      <a:pt x="126" y="262"/>
                      <a:pt x="129" y="259"/>
                    </a:cubicBezTo>
                    <a:cubicBezTo>
                      <a:pt x="130" y="259"/>
                      <a:pt x="131" y="259"/>
                      <a:pt x="132" y="259"/>
                    </a:cubicBezTo>
                    <a:cubicBezTo>
                      <a:pt x="129" y="264"/>
                      <a:pt x="127" y="270"/>
                      <a:pt x="128" y="276"/>
                    </a:cubicBezTo>
                    <a:cubicBezTo>
                      <a:pt x="128" y="278"/>
                      <a:pt x="128" y="279"/>
                      <a:pt x="129" y="281"/>
                    </a:cubicBezTo>
                    <a:cubicBezTo>
                      <a:pt x="126" y="280"/>
                      <a:pt x="122" y="280"/>
                      <a:pt x="118" y="280"/>
                    </a:cubicBezTo>
                    <a:cubicBezTo>
                      <a:pt x="116" y="280"/>
                      <a:pt x="115" y="281"/>
                      <a:pt x="114" y="282"/>
                    </a:cubicBezTo>
                    <a:cubicBezTo>
                      <a:pt x="114" y="282"/>
                      <a:pt x="114" y="283"/>
                      <a:pt x="114" y="284"/>
                    </a:cubicBezTo>
                    <a:cubicBezTo>
                      <a:pt x="114" y="284"/>
                      <a:pt x="114" y="285"/>
                      <a:pt x="114" y="285"/>
                    </a:cubicBezTo>
                    <a:cubicBezTo>
                      <a:pt x="114" y="285"/>
                      <a:pt x="115" y="288"/>
                      <a:pt x="115" y="290"/>
                    </a:cubicBezTo>
                    <a:cubicBezTo>
                      <a:pt x="114" y="292"/>
                      <a:pt x="110" y="297"/>
                      <a:pt x="110" y="297"/>
                    </a:cubicBezTo>
                    <a:cubicBezTo>
                      <a:pt x="110" y="297"/>
                      <a:pt x="109" y="298"/>
                      <a:pt x="109" y="299"/>
                    </a:cubicBezTo>
                    <a:cubicBezTo>
                      <a:pt x="109" y="299"/>
                      <a:pt x="109" y="299"/>
                      <a:pt x="109" y="299"/>
                    </a:cubicBezTo>
                    <a:cubicBezTo>
                      <a:pt x="109" y="301"/>
                      <a:pt x="110" y="303"/>
                      <a:pt x="112" y="305"/>
                    </a:cubicBezTo>
                    <a:cubicBezTo>
                      <a:pt x="116" y="308"/>
                      <a:pt x="124" y="309"/>
                      <a:pt x="131" y="307"/>
                    </a:cubicBezTo>
                    <a:cubicBezTo>
                      <a:pt x="135" y="311"/>
                      <a:pt x="141" y="314"/>
                      <a:pt x="152" y="309"/>
                    </a:cubicBezTo>
                    <a:cubicBezTo>
                      <a:pt x="153" y="310"/>
                      <a:pt x="154" y="310"/>
                      <a:pt x="155" y="311"/>
                    </a:cubicBezTo>
                    <a:cubicBezTo>
                      <a:pt x="155" y="311"/>
                      <a:pt x="155" y="311"/>
                      <a:pt x="155" y="311"/>
                    </a:cubicBezTo>
                    <a:cubicBezTo>
                      <a:pt x="155" y="311"/>
                      <a:pt x="156" y="313"/>
                      <a:pt x="156" y="315"/>
                    </a:cubicBezTo>
                    <a:cubicBezTo>
                      <a:pt x="155" y="317"/>
                      <a:pt x="151" y="323"/>
                      <a:pt x="151" y="323"/>
                    </a:cubicBezTo>
                    <a:cubicBezTo>
                      <a:pt x="151" y="323"/>
                      <a:pt x="151" y="324"/>
                      <a:pt x="151" y="324"/>
                    </a:cubicBezTo>
                    <a:cubicBezTo>
                      <a:pt x="151" y="325"/>
                      <a:pt x="150" y="325"/>
                      <a:pt x="150" y="325"/>
                    </a:cubicBezTo>
                    <a:cubicBezTo>
                      <a:pt x="150" y="326"/>
                      <a:pt x="151" y="328"/>
                      <a:pt x="153" y="330"/>
                    </a:cubicBezTo>
                    <a:cubicBezTo>
                      <a:pt x="157" y="333"/>
                      <a:pt x="166" y="334"/>
                      <a:pt x="173" y="333"/>
                    </a:cubicBezTo>
                    <a:cubicBezTo>
                      <a:pt x="176" y="336"/>
                      <a:pt x="183" y="339"/>
                      <a:pt x="193" y="335"/>
                    </a:cubicBezTo>
                    <a:cubicBezTo>
                      <a:pt x="202" y="339"/>
                      <a:pt x="208" y="338"/>
                      <a:pt x="213" y="335"/>
                    </a:cubicBezTo>
                    <a:cubicBezTo>
                      <a:pt x="223" y="338"/>
                      <a:pt x="229" y="334"/>
                      <a:pt x="233" y="331"/>
                    </a:cubicBezTo>
                    <a:cubicBezTo>
                      <a:pt x="233" y="331"/>
                      <a:pt x="233" y="331"/>
                      <a:pt x="233" y="331"/>
                    </a:cubicBezTo>
                    <a:cubicBezTo>
                      <a:pt x="241" y="332"/>
                      <a:pt x="248" y="329"/>
                      <a:pt x="250" y="326"/>
                    </a:cubicBezTo>
                    <a:cubicBezTo>
                      <a:pt x="252" y="327"/>
                      <a:pt x="255" y="327"/>
                      <a:pt x="255" y="327"/>
                    </a:cubicBezTo>
                    <a:cubicBezTo>
                      <a:pt x="262" y="329"/>
                      <a:pt x="269" y="324"/>
                      <a:pt x="272" y="320"/>
                    </a:cubicBezTo>
                    <a:cubicBezTo>
                      <a:pt x="275" y="316"/>
                      <a:pt x="274" y="314"/>
                      <a:pt x="273" y="313"/>
                    </a:cubicBezTo>
                    <a:cubicBezTo>
                      <a:pt x="273" y="313"/>
                      <a:pt x="273" y="312"/>
                      <a:pt x="273" y="311"/>
                    </a:cubicBezTo>
                    <a:cubicBezTo>
                      <a:pt x="276" y="310"/>
                      <a:pt x="279" y="309"/>
                      <a:pt x="281" y="307"/>
                    </a:cubicBezTo>
                    <a:cubicBezTo>
                      <a:pt x="281" y="307"/>
                      <a:pt x="282" y="307"/>
                      <a:pt x="282" y="307"/>
                    </a:cubicBezTo>
                    <a:cubicBezTo>
                      <a:pt x="284" y="308"/>
                      <a:pt x="286" y="309"/>
                      <a:pt x="288" y="311"/>
                    </a:cubicBezTo>
                    <a:cubicBezTo>
                      <a:pt x="289" y="311"/>
                      <a:pt x="290" y="311"/>
                      <a:pt x="291" y="311"/>
                    </a:cubicBezTo>
                    <a:cubicBezTo>
                      <a:pt x="293" y="310"/>
                      <a:pt x="293" y="309"/>
                      <a:pt x="294" y="308"/>
                    </a:cubicBezTo>
                    <a:cubicBezTo>
                      <a:pt x="294" y="308"/>
                      <a:pt x="295" y="306"/>
                      <a:pt x="295" y="304"/>
                    </a:cubicBezTo>
                    <a:cubicBezTo>
                      <a:pt x="297" y="303"/>
                      <a:pt x="303" y="300"/>
                      <a:pt x="303" y="300"/>
                    </a:cubicBezTo>
                    <a:cubicBezTo>
                      <a:pt x="304" y="300"/>
                      <a:pt x="304" y="299"/>
                      <a:pt x="305" y="299"/>
                    </a:cubicBezTo>
                    <a:cubicBezTo>
                      <a:pt x="305" y="298"/>
                      <a:pt x="306" y="297"/>
                      <a:pt x="306" y="295"/>
                    </a:cubicBezTo>
                    <a:cubicBezTo>
                      <a:pt x="306" y="294"/>
                      <a:pt x="306" y="294"/>
                      <a:pt x="306" y="293"/>
                    </a:cubicBezTo>
                    <a:cubicBezTo>
                      <a:pt x="305" y="291"/>
                      <a:pt x="304" y="289"/>
                      <a:pt x="302" y="288"/>
                    </a:cubicBezTo>
                    <a:cubicBezTo>
                      <a:pt x="304" y="288"/>
                      <a:pt x="306" y="288"/>
                      <a:pt x="309" y="288"/>
                    </a:cubicBezTo>
                    <a:cubicBezTo>
                      <a:pt x="316" y="294"/>
                      <a:pt x="322" y="294"/>
                      <a:pt x="328" y="293"/>
                    </a:cubicBezTo>
                    <a:cubicBezTo>
                      <a:pt x="337" y="299"/>
                      <a:pt x="343" y="297"/>
                      <a:pt x="348" y="295"/>
                    </a:cubicBezTo>
                    <a:cubicBezTo>
                      <a:pt x="348" y="295"/>
                      <a:pt x="349" y="295"/>
                      <a:pt x="349" y="295"/>
                    </a:cubicBezTo>
                    <a:cubicBezTo>
                      <a:pt x="356" y="298"/>
                      <a:pt x="363" y="297"/>
                      <a:pt x="366" y="295"/>
                    </a:cubicBezTo>
                    <a:cubicBezTo>
                      <a:pt x="368" y="296"/>
                      <a:pt x="371" y="298"/>
                      <a:pt x="371" y="298"/>
                    </a:cubicBezTo>
                    <a:cubicBezTo>
                      <a:pt x="377" y="301"/>
                      <a:pt x="385" y="298"/>
                      <a:pt x="389" y="295"/>
                    </a:cubicBezTo>
                    <a:cubicBezTo>
                      <a:pt x="392" y="292"/>
                      <a:pt x="392" y="290"/>
                      <a:pt x="392" y="288"/>
                    </a:cubicBezTo>
                    <a:cubicBezTo>
                      <a:pt x="392" y="289"/>
                      <a:pt x="393" y="285"/>
                      <a:pt x="393" y="285"/>
                    </a:cubicBezTo>
                    <a:cubicBezTo>
                      <a:pt x="394" y="282"/>
                      <a:pt x="395" y="278"/>
                      <a:pt x="393" y="274"/>
                    </a:cubicBezTo>
                    <a:cubicBezTo>
                      <a:pt x="393" y="273"/>
                      <a:pt x="392" y="272"/>
                      <a:pt x="392" y="271"/>
                    </a:cubicBezTo>
                    <a:cubicBezTo>
                      <a:pt x="405" y="266"/>
                      <a:pt x="417" y="259"/>
                      <a:pt x="419" y="254"/>
                    </a:cubicBezTo>
                    <a:cubicBezTo>
                      <a:pt x="420" y="253"/>
                      <a:pt x="422" y="250"/>
                      <a:pt x="422" y="247"/>
                    </a:cubicBezTo>
                    <a:cubicBezTo>
                      <a:pt x="422" y="247"/>
                      <a:pt x="421" y="246"/>
                      <a:pt x="421" y="245"/>
                    </a:cubicBezTo>
                    <a:cubicBezTo>
                      <a:pt x="427" y="237"/>
                      <a:pt x="440" y="218"/>
                      <a:pt x="440" y="202"/>
                    </a:cubicBezTo>
                    <a:close/>
                  </a:path>
                </a:pathLst>
              </a:custGeom>
              <a:solidFill>
                <a:srgbClr val="A5C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2" name="Freeform 14">
                <a:extLst>
                  <a:ext uri="{FF2B5EF4-FFF2-40B4-BE49-F238E27FC236}">
                    <a16:creationId xmlns:a16="http://schemas.microsoft.com/office/drawing/2014/main" id="{4C9FF03D-9EFA-4532-9131-72D55A58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597"/>
                <a:ext cx="1398" cy="1123"/>
              </a:xfrm>
              <a:custGeom>
                <a:avLst/>
                <a:gdLst>
                  <a:gd name="T0" fmla="*/ 333 w 559"/>
                  <a:gd name="T1" fmla="*/ 4007 h 421"/>
                  <a:gd name="T2" fmla="*/ 4709 w 559"/>
                  <a:gd name="T3" fmla="*/ 0 h 421"/>
                  <a:gd name="T4" fmla="*/ 8338 w 559"/>
                  <a:gd name="T5" fmla="*/ 4289 h 421"/>
                  <a:gd name="T6" fmla="*/ 4004 w 559"/>
                  <a:gd name="T7" fmla="*/ 7992 h 421"/>
                  <a:gd name="T8" fmla="*/ 333 w 559"/>
                  <a:gd name="T9" fmla="*/ 4007 h 4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9" h="421">
                    <a:moveTo>
                      <a:pt x="21" y="211"/>
                    </a:moveTo>
                    <a:cubicBezTo>
                      <a:pt x="44" y="86"/>
                      <a:pt x="158" y="0"/>
                      <a:pt x="301" y="0"/>
                    </a:cubicBezTo>
                    <a:cubicBezTo>
                      <a:pt x="443" y="0"/>
                      <a:pt x="559" y="107"/>
                      <a:pt x="533" y="226"/>
                    </a:cubicBezTo>
                    <a:cubicBezTo>
                      <a:pt x="509" y="340"/>
                      <a:pt x="399" y="421"/>
                      <a:pt x="256" y="421"/>
                    </a:cubicBezTo>
                    <a:cubicBezTo>
                      <a:pt x="114" y="421"/>
                      <a:pt x="0" y="325"/>
                      <a:pt x="21" y="2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3" name="Freeform 15">
                <a:extLst>
                  <a:ext uri="{FF2B5EF4-FFF2-40B4-BE49-F238E27FC236}">
                    <a16:creationId xmlns:a16="http://schemas.microsoft.com/office/drawing/2014/main" id="{624A5CB7-150F-4134-B3E0-B2546D798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560"/>
                <a:ext cx="1413" cy="1200"/>
              </a:xfrm>
              <a:custGeom>
                <a:avLst/>
                <a:gdLst>
                  <a:gd name="T0" fmla="*/ 145 w 565"/>
                  <a:gd name="T1" fmla="*/ 4232 h 450"/>
                  <a:gd name="T2" fmla="*/ 738 w 565"/>
                  <a:gd name="T3" fmla="*/ 6827 h 450"/>
                  <a:gd name="T4" fmla="*/ 4066 w 565"/>
                  <a:gd name="T5" fmla="*/ 8533 h 450"/>
                  <a:gd name="T6" fmla="*/ 8651 w 565"/>
                  <a:gd name="T7" fmla="*/ 4608 h 450"/>
                  <a:gd name="T8" fmla="*/ 8068 w 565"/>
                  <a:gd name="T9" fmla="*/ 1763 h 450"/>
                  <a:gd name="T10" fmla="*/ 4772 w 565"/>
                  <a:gd name="T11" fmla="*/ 0 h 450"/>
                  <a:gd name="T12" fmla="*/ 145 w 565"/>
                  <a:gd name="T13" fmla="*/ 4232 h 4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5" h="450">
                    <a:moveTo>
                      <a:pt x="9" y="223"/>
                    </a:moveTo>
                    <a:cubicBezTo>
                      <a:pt x="0" y="272"/>
                      <a:pt x="13" y="320"/>
                      <a:pt x="47" y="360"/>
                    </a:cubicBezTo>
                    <a:cubicBezTo>
                      <a:pt x="93" y="416"/>
                      <a:pt x="173" y="450"/>
                      <a:pt x="260" y="450"/>
                    </a:cubicBezTo>
                    <a:cubicBezTo>
                      <a:pt x="408" y="450"/>
                      <a:pt x="526" y="367"/>
                      <a:pt x="553" y="243"/>
                    </a:cubicBezTo>
                    <a:cubicBezTo>
                      <a:pt x="565" y="191"/>
                      <a:pt x="551" y="138"/>
                      <a:pt x="516" y="93"/>
                    </a:cubicBezTo>
                    <a:cubicBezTo>
                      <a:pt x="468" y="35"/>
                      <a:pt x="390" y="0"/>
                      <a:pt x="305" y="0"/>
                    </a:cubicBezTo>
                    <a:cubicBezTo>
                      <a:pt x="156" y="0"/>
                      <a:pt x="34" y="92"/>
                      <a:pt x="9" y="2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4" name="Freeform 16">
                <a:extLst>
                  <a:ext uri="{FF2B5EF4-FFF2-40B4-BE49-F238E27FC236}">
                    <a16:creationId xmlns:a16="http://schemas.microsoft.com/office/drawing/2014/main" id="{56647D42-88CD-418A-A9C8-AA97321E62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8" y="1883"/>
                <a:ext cx="660" cy="648"/>
              </a:xfrm>
              <a:custGeom>
                <a:avLst/>
                <a:gdLst>
                  <a:gd name="T0" fmla="*/ 3645 w 264"/>
                  <a:gd name="T1" fmla="*/ 3507 h 243"/>
                  <a:gd name="T2" fmla="*/ 3688 w 264"/>
                  <a:gd name="T3" fmla="*/ 3507 h 243"/>
                  <a:gd name="T4" fmla="*/ 3583 w 264"/>
                  <a:gd name="T5" fmla="*/ 3699 h 243"/>
                  <a:gd name="T6" fmla="*/ 3533 w 264"/>
                  <a:gd name="T7" fmla="*/ 3661 h 243"/>
                  <a:gd name="T8" fmla="*/ 2645 w 264"/>
                  <a:gd name="T9" fmla="*/ 3869 h 243"/>
                  <a:gd name="T10" fmla="*/ 2425 w 264"/>
                  <a:gd name="T11" fmla="*/ 3832 h 243"/>
                  <a:gd name="T12" fmla="*/ 2470 w 264"/>
                  <a:gd name="T13" fmla="*/ 3733 h 243"/>
                  <a:gd name="T14" fmla="*/ 2520 w 264"/>
                  <a:gd name="T15" fmla="*/ 3776 h 243"/>
                  <a:gd name="T16" fmla="*/ 2720 w 264"/>
                  <a:gd name="T17" fmla="*/ 3848 h 243"/>
                  <a:gd name="T18" fmla="*/ 2708 w 264"/>
                  <a:gd name="T19" fmla="*/ 3891 h 243"/>
                  <a:gd name="T20" fmla="*/ 2675 w 264"/>
                  <a:gd name="T21" fmla="*/ 4493 h 243"/>
                  <a:gd name="T22" fmla="*/ 2375 w 264"/>
                  <a:gd name="T23" fmla="*/ 4587 h 243"/>
                  <a:gd name="T24" fmla="*/ 2250 w 264"/>
                  <a:gd name="T25" fmla="*/ 4531 h 243"/>
                  <a:gd name="T26" fmla="*/ 2333 w 264"/>
                  <a:gd name="T27" fmla="*/ 4472 h 243"/>
                  <a:gd name="T28" fmla="*/ 2675 w 264"/>
                  <a:gd name="T29" fmla="*/ 4493 h 243"/>
                  <a:gd name="T30" fmla="*/ 783 w 264"/>
                  <a:gd name="T31" fmla="*/ 1331 h 243"/>
                  <a:gd name="T32" fmla="*/ 283 w 264"/>
                  <a:gd name="T33" fmla="*/ 1309 h 243"/>
                  <a:gd name="T34" fmla="*/ 95 w 264"/>
                  <a:gd name="T35" fmla="*/ 1515 h 243"/>
                  <a:gd name="T36" fmla="*/ 63 w 264"/>
                  <a:gd name="T37" fmla="*/ 1557 h 243"/>
                  <a:gd name="T38" fmla="*/ 0 w 264"/>
                  <a:gd name="T39" fmla="*/ 1592 h 243"/>
                  <a:gd name="T40" fmla="*/ 125 w 264"/>
                  <a:gd name="T41" fmla="*/ 1309 h 243"/>
                  <a:gd name="T42" fmla="*/ 283 w 264"/>
                  <a:gd name="T43" fmla="*/ 1216 h 243"/>
                  <a:gd name="T44" fmla="*/ 520 w 264"/>
                  <a:gd name="T45" fmla="*/ 1117 h 243"/>
                  <a:gd name="T46" fmla="*/ 688 w 264"/>
                  <a:gd name="T47" fmla="*/ 1024 h 243"/>
                  <a:gd name="T48" fmla="*/ 1083 w 264"/>
                  <a:gd name="T49" fmla="*/ 853 h 243"/>
                  <a:gd name="T50" fmla="*/ 1208 w 264"/>
                  <a:gd name="T51" fmla="*/ 875 h 243"/>
                  <a:gd name="T52" fmla="*/ 1595 w 264"/>
                  <a:gd name="T53" fmla="*/ 853 h 243"/>
                  <a:gd name="T54" fmla="*/ 1438 w 264"/>
                  <a:gd name="T55" fmla="*/ 989 h 243"/>
                  <a:gd name="T56" fmla="*/ 1250 w 264"/>
                  <a:gd name="T57" fmla="*/ 875 h 243"/>
                  <a:gd name="T58" fmla="*/ 1345 w 264"/>
                  <a:gd name="T59" fmla="*/ 832 h 243"/>
                  <a:gd name="T60" fmla="*/ 1645 w 264"/>
                  <a:gd name="T61" fmla="*/ 797 h 243"/>
                  <a:gd name="T62" fmla="*/ 1645 w 264"/>
                  <a:gd name="T63" fmla="*/ 739 h 243"/>
                  <a:gd name="T64" fmla="*/ 1675 w 264"/>
                  <a:gd name="T65" fmla="*/ 533 h 243"/>
                  <a:gd name="T66" fmla="*/ 1675 w 264"/>
                  <a:gd name="T67" fmla="*/ 491 h 243"/>
                  <a:gd name="T68" fmla="*/ 1333 w 264"/>
                  <a:gd name="T69" fmla="*/ 397 h 243"/>
                  <a:gd name="T70" fmla="*/ 833 w 264"/>
                  <a:gd name="T71" fmla="*/ 435 h 243"/>
                  <a:gd name="T72" fmla="*/ 895 w 264"/>
                  <a:gd name="T73" fmla="*/ 227 h 243"/>
                  <a:gd name="T74" fmla="*/ 1145 w 264"/>
                  <a:gd name="T75" fmla="*/ 248 h 243"/>
                  <a:gd name="T76" fmla="*/ 1470 w 264"/>
                  <a:gd name="T77" fmla="*/ 285 h 243"/>
                  <a:gd name="T78" fmla="*/ 1800 w 264"/>
                  <a:gd name="T79" fmla="*/ 341 h 243"/>
                  <a:gd name="T80" fmla="*/ 2145 w 264"/>
                  <a:gd name="T81" fmla="*/ 171 h 243"/>
                  <a:gd name="T82" fmla="*/ 2175 w 264"/>
                  <a:gd name="T83" fmla="*/ 0 h 243"/>
                  <a:gd name="T84" fmla="*/ 2238 w 264"/>
                  <a:gd name="T85" fmla="*/ 0 h 243"/>
                  <a:gd name="T86" fmla="*/ 2438 w 264"/>
                  <a:gd name="T87" fmla="*/ 93 h 243"/>
                  <a:gd name="T88" fmla="*/ 2063 w 264"/>
                  <a:gd name="T89" fmla="*/ 397 h 243"/>
                  <a:gd name="T90" fmla="*/ 1658 w 264"/>
                  <a:gd name="T91" fmla="*/ 832 h 243"/>
                  <a:gd name="T92" fmla="*/ 1720 w 264"/>
                  <a:gd name="T93" fmla="*/ 4096 h 243"/>
                  <a:gd name="T94" fmla="*/ 1688 w 264"/>
                  <a:gd name="T95" fmla="*/ 4117 h 243"/>
                  <a:gd name="T96" fmla="*/ 1708 w 264"/>
                  <a:gd name="T97" fmla="*/ 3925 h 243"/>
                  <a:gd name="T98" fmla="*/ 1708 w 264"/>
                  <a:gd name="T99" fmla="*/ 3832 h 243"/>
                  <a:gd name="T100" fmla="*/ 1770 w 264"/>
                  <a:gd name="T101" fmla="*/ 3832 h 243"/>
                  <a:gd name="T102" fmla="*/ 1938 w 264"/>
                  <a:gd name="T103" fmla="*/ 3733 h 243"/>
                  <a:gd name="T104" fmla="*/ 1970 w 264"/>
                  <a:gd name="T105" fmla="*/ 3699 h 243"/>
                  <a:gd name="T106" fmla="*/ 2050 w 264"/>
                  <a:gd name="T107" fmla="*/ 3677 h 243"/>
                  <a:gd name="T108" fmla="*/ 2000 w 264"/>
                  <a:gd name="T109" fmla="*/ 3733 h 243"/>
                  <a:gd name="T110" fmla="*/ 1895 w 264"/>
                  <a:gd name="T111" fmla="*/ 3947 h 243"/>
                  <a:gd name="T112" fmla="*/ 1875 w 264"/>
                  <a:gd name="T113" fmla="*/ 4003 h 243"/>
                  <a:gd name="T114" fmla="*/ 1720 w 264"/>
                  <a:gd name="T115" fmla="*/ 4096 h 243"/>
                  <a:gd name="T116" fmla="*/ 4125 w 264"/>
                  <a:gd name="T117" fmla="*/ 3584 h 243"/>
                  <a:gd name="T118" fmla="*/ 4020 w 264"/>
                  <a:gd name="T119" fmla="*/ 3584 h 243"/>
                  <a:gd name="T120" fmla="*/ 4000 w 264"/>
                  <a:gd name="T121" fmla="*/ 3435 h 243"/>
                  <a:gd name="T122" fmla="*/ 4125 w 264"/>
                  <a:gd name="T123" fmla="*/ 3563 h 243"/>
                  <a:gd name="T124" fmla="*/ 4125 w 264"/>
                  <a:gd name="T125" fmla="*/ 3563 h 24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64" h="243">
                    <a:moveTo>
                      <a:pt x="232" y="187"/>
                    </a:moveTo>
                    <a:cubicBezTo>
                      <a:pt x="233" y="185"/>
                      <a:pt x="233" y="185"/>
                      <a:pt x="233" y="185"/>
                    </a:cubicBezTo>
                    <a:cubicBezTo>
                      <a:pt x="233" y="184"/>
                      <a:pt x="235" y="183"/>
                      <a:pt x="237" y="183"/>
                    </a:cubicBezTo>
                    <a:cubicBezTo>
                      <a:pt x="236" y="183"/>
                      <a:pt x="236" y="184"/>
                      <a:pt x="236" y="185"/>
                    </a:cubicBezTo>
                    <a:cubicBezTo>
                      <a:pt x="236" y="185"/>
                      <a:pt x="236" y="188"/>
                      <a:pt x="236" y="190"/>
                    </a:cubicBezTo>
                    <a:cubicBezTo>
                      <a:pt x="234" y="191"/>
                      <a:pt x="229" y="195"/>
                      <a:pt x="229" y="195"/>
                    </a:cubicBezTo>
                    <a:cubicBezTo>
                      <a:pt x="229" y="195"/>
                      <a:pt x="229" y="196"/>
                      <a:pt x="228" y="196"/>
                    </a:cubicBezTo>
                    <a:cubicBezTo>
                      <a:pt x="228" y="195"/>
                      <a:pt x="227" y="194"/>
                      <a:pt x="226" y="193"/>
                    </a:cubicBezTo>
                    <a:cubicBezTo>
                      <a:pt x="229" y="192"/>
                      <a:pt x="231" y="189"/>
                      <a:pt x="232" y="187"/>
                    </a:cubicBezTo>
                    <a:close/>
                    <a:moveTo>
                      <a:pt x="169" y="204"/>
                    </a:moveTo>
                    <a:cubicBezTo>
                      <a:pt x="167" y="204"/>
                      <a:pt x="164" y="205"/>
                      <a:pt x="162" y="206"/>
                    </a:cubicBezTo>
                    <a:cubicBezTo>
                      <a:pt x="160" y="204"/>
                      <a:pt x="157" y="202"/>
                      <a:pt x="155" y="202"/>
                    </a:cubicBezTo>
                    <a:cubicBezTo>
                      <a:pt x="155" y="200"/>
                      <a:pt x="155" y="198"/>
                      <a:pt x="155" y="197"/>
                    </a:cubicBezTo>
                    <a:cubicBezTo>
                      <a:pt x="156" y="197"/>
                      <a:pt x="157" y="197"/>
                      <a:pt x="158" y="197"/>
                    </a:cubicBezTo>
                    <a:cubicBezTo>
                      <a:pt x="158" y="197"/>
                      <a:pt x="158" y="197"/>
                      <a:pt x="158" y="197"/>
                    </a:cubicBezTo>
                    <a:cubicBezTo>
                      <a:pt x="159" y="197"/>
                      <a:pt x="159" y="198"/>
                      <a:pt x="161" y="199"/>
                    </a:cubicBezTo>
                    <a:cubicBezTo>
                      <a:pt x="164" y="200"/>
                      <a:pt x="169" y="201"/>
                      <a:pt x="173" y="201"/>
                    </a:cubicBezTo>
                    <a:cubicBezTo>
                      <a:pt x="173" y="202"/>
                      <a:pt x="174" y="202"/>
                      <a:pt x="174" y="203"/>
                    </a:cubicBezTo>
                    <a:cubicBezTo>
                      <a:pt x="174" y="203"/>
                      <a:pt x="173" y="204"/>
                      <a:pt x="173" y="204"/>
                    </a:cubicBezTo>
                    <a:cubicBezTo>
                      <a:pt x="173" y="205"/>
                      <a:pt x="173" y="205"/>
                      <a:pt x="173" y="205"/>
                    </a:cubicBezTo>
                    <a:cubicBezTo>
                      <a:pt x="172" y="204"/>
                      <a:pt x="171" y="204"/>
                      <a:pt x="169" y="204"/>
                    </a:cubicBezTo>
                    <a:close/>
                    <a:moveTo>
                      <a:pt x="171" y="237"/>
                    </a:moveTo>
                    <a:cubicBezTo>
                      <a:pt x="168" y="238"/>
                      <a:pt x="166" y="239"/>
                      <a:pt x="164" y="241"/>
                    </a:cubicBezTo>
                    <a:cubicBezTo>
                      <a:pt x="160" y="239"/>
                      <a:pt x="155" y="241"/>
                      <a:pt x="152" y="242"/>
                    </a:cubicBezTo>
                    <a:cubicBezTo>
                      <a:pt x="152" y="242"/>
                      <a:pt x="150" y="242"/>
                      <a:pt x="149" y="243"/>
                    </a:cubicBezTo>
                    <a:cubicBezTo>
                      <a:pt x="148" y="241"/>
                      <a:pt x="146" y="240"/>
                      <a:pt x="144" y="239"/>
                    </a:cubicBezTo>
                    <a:cubicBezTo>
                      <a:pt x="146" y="238"/>
                      <a:pt x="148" y="237"/>
                      <a:pt x="149" y="236"/>
                    </a:cubicBezTo>
                    <a:cubicBezTo>
                      <a:pt x="149" y="236"/>
                      <a:pt x="149" y="236"/>
                      <a:pt x="149" y="236"/>
                    </a:cubicBezTo>
                    <a:cubicBezTo>
                      <a:pt x="154" y="237"/>
                      <a:pt x="159" y="236"/>
                      <a:pt x="162" y="234"/>
                    </a:cubicBezTo>
                    <a:cubicBezTo>
                      <a:pt x="165" y="236"/>
                      <a:pt x="168" y="237"/>
                      <a:pt x="171" y="237"/>
                    </a:cubicBezTo>
                    <a:close/>
                    <a:moveTo>
                      <a:pt x="73" y="46"/>
                    </a:moveTo>
                    <a:cubicBezTo>
                      <a:pt x="61" y="48"/>
                      <a:pt x="51" y="58"/>
                      <a:pt x="50" y="70"/>
                    </a:cubicBezTo>
                    <a:cubicBezTo>
                      <a:pt x="48" y="70"/>
                      <a:pt x="46" y="70"/>
                      <a:pt x="44" y="71"/>
                    </a:cubicBezTo>
                    <a:cubicBezTo>
                      <a:pt x="36" y="66"/>
                      <a:pt x="26" y="65"/>
                      <a:pt x="18" y="69"/>
                    </a:cubicBezTo>
                    <a:cubicBezTo>
                      <a:pt x="13" y="71"/>
                      <a:pt x="10" y="74"/>
                      <a:pt x="7" y="78"/>
                    </a:cubicBezTo>
                    <a:cubicBezTo>
                      <a:pt x="7" y="78"/>
                      <a:pt x="7" y="79"/>
                      <a:pt x="6" y="80"/>
                    </a:cubicBezTo>
                    <a:cubicBezTo>
                      <a:pt x="6" y="80"/>
                      <a:pt x="6" y="81"/>
                      <a:pt x="6" y="81"/>
                    </a:cubicBezTo>
                    <a:cubicBezTo>
                      <a:pt x="5" y="81"/>
                      <a:pt x="5" y="82"/>
                      <a:pt x="4" y="82"/>
                    </a:cubicBezTo>
                    <a:cubicBezTo>
                      <a:pt x="2" y="83"/>
                      <a:pt x="1" y="83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3" y="81"/>
                      <a:pt x="7" y="74"/>
                      <a:pt x="7" y="69"/>
                    </a:cubicBezTo>
                    <a:cubicBezTo>
                      <a:pt x="7" y="69"/>
                      <a:pt x="7" y="69"/>
                      <a:pt x="8" y="69"/>
                    </a:cubicBezTo>
                    <a:cubicBezTo>
                      <a:pt x="11" y="69"/>
                      <a:pt x="13" y="67"/>
                      <a:pt x="15" y="64"/>
                    </a:cubicBezTo>
                    <a:cubicBezTo>
                      <a:pt x="16" y="64"/>
                      <a:pt x="17" y="64"/>
                      <a:pt x="18" y="64"/>
                    </a:cubicBezTo>
                    <a:cubicBezTo>
                      <a:pt x="22" y="63"/>
                      <a:pt x="25" y="61"/>
                      <a:pt x="28" y="58"/>
                    </a:cubicBezTo>
                    <a:cubicBezTo>
                      <a:pt x="30" y="59"/>
                      <a:pt x="31" y="59"/>
                      <a:pt x="33" y="59"/>
                    </a:cubicBezTo>
                    <a:cubicBezTo>
                      <a:pt x="37" y="59"/>
                      <a:pt x="40" y="57"/>
                      <a:pt x="42" y="54"/>
                    </a:cubicBezTo>
                    <a:cubicBezTo>
                      <a:pt x="43" y="54"/>
                      <a:pt x="44" y="54"/>
                      <a:pt x="44" y="54"/>
                    </a:cubicBezTo>
                    <a:cubicBezTo>
                      <a:pt x="49" y="54"/>
                      <a:pt x="55" y="51"/>
                      <a:pt x="59" y="47"/>
                    </a:cubicBezTo>
                    <a:cubicBezTo>
                      <a:pt x="63" y="48"/>
                      <a:pt x="67" y="46"/>
                      <a:pt x="69" y="45"/>
                    </a:cubicBezTo>
                    <a:cubicBezTo>
                      <a:pt x="69" y="45"/>
                      <a:pt x="70" y="44"/>
                      <a:pt x="71" y="44"/>
                    </a:cubicBezTo>
                    <a:cubicBezTo>
                      <a:pt x="73" y="45"/>
                      <a:pt x="75" y="46"/>
                      <a:pt x="77" y="46"/>
                    </a:cubicBezTo>
                    <a:cubicBezTo>
                      <a:pt x="76" y="46"/>
                      <a:pt x="74" y="46"/>
                      <a:pt x="73" y="46"/>
                    </a:cubicBezTo>
                    <a:close/>
                    <a:moveTo>
                      <a:pt x="102" y="45"/>
                    </a:moveTo>
                    <a:cubicBezTo>
                      <a:pt x="98" y="47"/>
                      <a:pt x="94" y="51"/>
                      <a:pt x="93" y="55"/>
                    </a:cubicBezTo>
                    <a:cubicBezTo>
                      <a:pt x="93" y="54"/>
                      <a:pt x="93" y="53"/>
                      <a:pt x="92" y="52"/>
                    </a:cubicBezTo>
                    <a:cubicBezTo>
                      <a:pt x="92" y="52"/>
                      <a:pt x="92" y="51"/>
                      <a:pt x="91" y="50"/>
                    </a:cubicBezTo>
                    <a:cubicBezTo>
                      <a:pt x="88" y="48"/>
                      <a:pt x="84" y="47"/>
                      <a:pt x="80" y="46"/>
                    </a:cubicBezTo>
                    <a:cubicBezTo>
                      <a:pt x="81" y="46"/>
                      <a:pt x="82" y="46"/>
                      <a:pt x="83" y="45"/>
                    </a:cubicBezTo>
                    <a:cubicBezTo>
                      <a:pt x="84" y="44"/>
                      <a:pt x="86" y="44"/>
                      <a:pt x="86" y="44"/>
                    </a:cubicBezTo>
                    <a:cubicBezTo>
                      <a:pt x="88" y="46"/>
                      <a:pt x="94" y="46"/>
                      <a:pt x="102" y="44"/>
                    </a:cubicBezTo>
                    <a:cubicBezTo>
                      <a:pt x="103" y="44"/>
                      <a:pt x="104" y="43"/>
                      <a:pt x="105" y="42"/>
                    </a:cubicBezTo>
                    <a:cubicBezTo>
                      <a:pt x="105" y="42"/>
                      <a:pt x="105" y="41"/>
                      <a:pt x="105" y="40"/>
                    </a:cubicBezTo>
                    <a:cubicBezTo>
                      <a:pt x="105" y="40"/>
                      <a:pt x="105" y="39"/>
                      <a:pt x="105" y="39"/>
                    </a:cubicBezTo>
                    <a:cubicBezTo>
                      <a:pt x="105" y="39"/>
                      <a:pt x="104" y="37"/>
                      <a:pt x="103" y="35"/>
                    </a:cubicBezTo>
                    <a:cubicBezTo>
                      <a:pt x="104" y="33"/>
                      <a:pt x="107" y="28"/>
                      <a:pt x="107" y="28"/>
                    </a:cubicBezTo>
                    <a:cubicBezTo>
                      <a:pt x="107" y="27"/>
                      <a:pt x="107" y="27"/>
                      <a:pt x="107" y="26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07" y="25"/>
                      <a:pt x="107" y="22"/>
                      <a:pt x="104" y="21"/>
                    </a:cubicBezTo>
                    <a:cubicBezTo>
                      <a:pt x="100" y="18"/>
                      <a:pt x="92" y="19"/>
                      <a:pt x="85" y="21"/>
                    </a:cubicBezTo>
                    <a:cubicBezTo>
                      <a:pt x="82" y="19"/>
                      <a:pt x="76" y="17"/>
                      <a:pt x="67" y="22"/>
                    </a:cubicBezTo>
                    <a:cubicBezTo>
                      <a:pt x="61" y="20"/>
                      <a:pt x="56" y="21"/>
                      <a:pt x="53" y="23"/>
                    </a:cubicBezTo>
                    <a:cubicBezTo>
                      <a:pt x="54" y="20"/>
                      <a:pt x="56" y="17"/>
                      <a:pt x="57" y="14"/>
                    </a:cubicBezTo>
                    <a:cubicBezTo>
                      <a:pt x="57" y="13"/>
                      <a:pt x="57" y="12"/>
                      <a:pt x="57" y="12"/>
                    </a:cubicBezTo>
                    <a:cubicBezTo>
                      <a:pt x="56" y="11"/>
                      <a:pt x="56" y="10"/>
                      <a:pt x="56" y="10"/>
                    </a:cubicBezTo>
                    <a:cubicBezTo>
                      <a:pt x="62" y="14"/>
                      <a:pt x="68" y="15"/>
                      <a:pt x="73" y="13"/>
                    </a:cubicBezTo>
                    <a:cubicBezTo>
                      <a:pt x="81" y="20"/>
                      <a:pt x="88" y="17"/>
                      <a:pt x="93" y="15"/>
                    </a:cubicBezTo>
                    <a:cubicBezTo>
                      <a:pt x="93" y="15"/>
                      <a:pt x="94" y="15"/>
                      <a:pt x="94" y="15"/>
                    </a:cubicBezTo>
                    <a:cubicBezTo>
                      <a:pt x="101" y="19"/>
                      <a:pt x="108" y="17"/>
                      <a:pt x="111" y="16"/>
                    </a:cubicBezTo>
                    <a:cubicBezTo>
                      <a:pt x="113" y="17"/>
                      <a:pt x="115" y="18"/>
                      <a:pt x="115" y="18"/>
                    </a:cubicBezTo>
                    <a:cubicBezTo>
                      <a:pt x="122" y="21"/>
                      <a:pt x="130" y="18"/>
                      <a:pt x="134" y="15"/>
                    </a:cubicBezTo>
                    <a:cubicBezTo>
                      <a:pt x="137" y="13"/>
                      <a:pt x="137" y="10"/>
                      <a:pt x="137" y="9"/>
                    </a:cubicBezTo>
                    <a:cubicBezTo>
                      <a:pt x="137" y="9"/>
                      <a:pt x="138" y="5"/>
                      <a:pt x="138" y="5"/>
                    </a:cubicBezTo>
                    <a:cubicBezTo>
                      <a:pt x="138" y="4"/>
                      <a:pt x="139" y="2"/>
                      <a:pt x="139" y="0"/>
                    </a:cubicBezTo>
                    <a:cubicBezTo>
                      <a:pt x="140" y="0"/>
                      <a:pt x="140" y="0"/>
                      <a:pt x="141" y="0"/>
                    </a:cubicBezTo>
                    <a:cubicBezTo>
                      <a:pt x="141" y="0"/>
                      <a:pt x="142" y="0"/>
                      <a:pt x="143" y="0"/>
                    </a:cubicBezTo>
                    <a:cubicBezTo>
                      <a:pt x="146" y="3"/>
                      <a:pt x="149" y="6"/>
                      <a:pt x="153" y="5"/>
                    </a:cubicBezTo>
                    <a:cubicBezTo>
                      <a:pt x="154" y="5"/>
                      <a:pt x="155" y="5"/>
                      <a:pt x="156" y="5"/>
                    </a:cubicBezTo>
                    <a:cubicBezTo>
                      <a:pt x="153" y="6"/>
                      <a:pt x="151" y="8"/>
                      <a:pt x="148" y="11"/>
                    </a:cubicBezTo>
                    <a:cubicBezTo>
                      <a:pt x="139" y="12"/>
                      <a:pt x="135" y="16"/>
                      <a:pt x="132" y="21"/>
                    </a:cubicBezTo>
                    <a:cubicBezTo>
                      <a:pt x="123" y="22"/>
                      <a:pt x="120" y="28"/>
                      <a:pt x="118" y="33"/>
                    </a:cubicBezTo>
                    <a:cubicBezTo>
                      <a:pt x="111" y="35"/>
                      <a:pt x="107" y="41"/>
                      <a:pt x="106" y="44"/>
                    </a:cubicBezTo>
                    <a:cubicBezTo>
                      <a:pt x="104" y="44"/>
                      <a:pt x="102" y="45"/>
                      <a:pt x="102" y="45"/>
                    </a:cubicBezTo>
                    <a:close/>
                    <a:moveTo>
                      <a:pt x="110" y="216"/>
                    </a:moveTo>
                    <a:cubicBezTo>
                      <a:pt x="110" y="216"/>
                      <a:pt x="109" y="217"/>
                      <a:pt x="108" y="217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10" y="214"/>
                      <a:pt x="111" y="211"/>
                      <a:pt x="110" y="209"/>
                    </a:cubicBezTo>
                    <a:cubicBezTo>
                      <a:pt x="110" y="208"/>
                      <a:pt x="110" y="207"/>
                      <a:pt x="109" y="207"/>
                    </a:cubicBezTo>
                    <a:cubicBezTo>
                      <a:pt x="108" y="206"/>
                      <a:pt x="108" y="206"/>
                      <a:pt x="108" y="205"/>
                    </a:cubicBezTo>
                    <a:cubicBezTo>
                      <a:pt x="108" y="204"/>
                      <a:pt x="108" y="203"/>
                      <a:pt x="109" y="202"/>
                    </a:cubicBezTo>
                    <a:cubicBezTo>
                      <a:pt x="109" y="202"/>
                      <a:pt x="110" y="201"/>
                      <a:pt x="111" y="201"/>
                    </a:cubicBezTo>
                    <a:cubicBezTo>
                      <a:pt x="112" y="201"/>
                      <a:pt x="112" y="201"/>
                      <a:pt x="113" y="202"/>
                    </a:cubicBezTo>
                    <a:cubicBezTo>
                      <a:pt x="114" y="203"/>
                      <a:pt x="116" y="203"/>
                      <a:pt x="117" y="203"/>
                    </a:cubicBezTo>
                    <a:cubicBezTo>
                      <a:pt x="119" y="202"/>
                      <a:pt x="122" y="200"/>
                      <a:pt x="124" y="197"/>
                    </a:cubicBezTo>
                    <a:cubicBezTo>
                      <a:pt x="124" y="197"/>
                      <a:pt x="124" y="197"/>
                      <a:pt x="124" y="197"/>
                    </a:cubicBezTo>
                    <a:cubicBezTo>
                      <a:pt x="125" y="196"/>
                      <a:pt x="125" y="196"/>
                      <a:pt x="126" y="195"/>
                    </a:cubicBezTo>
                    <a:cubicBezTo>
                      <a:pt x="126" y="194"/>
                      <a:pt x="127" y="194"/>
                      <a:pt x="128" y="193"/>
                    </a:cubicBezTo>
                    <a:cubicBezTo>
                      <a:pt x="129" y="193"/>
                      <a:pt x="130" y="193"/>
                      <a:pt x="131" y="194"/>
                    </a:cubicBezTo>
                    <a:cubicBezTo>
                      <a:pt x="130" y="194"/>
                      <a:pt x="130" y="194"/>
                      <a:pt x="130" y="194"/>
                    </a:cubicBezTo>
                    <a:cubicBezTo>
                      <a:pt x="129" y="195"/>
                      <a:pt x="128" y="196"/>
                      <a:pt x="128" y="197"/>
                    </a:cubicBezTo>
                    <a:cubicBezTo>
                      <a:pt x="128" y="197"/>
                      <a:pt x="128" y="200"/>
                      <a:pt x="128" y="202"/>
                    </a:cubicBezTo>
                    <a:cubicBezTo>
                      <a:pt x="126" y="204"/>
                      <a:pt x="121" y="208"/>
                      <a:pt x="121" y="208"/>
                    </a:cubicBezTo>
                    <a:cubicBezTo>
                      <a:pt x="121" y="208"/>
                      <a:pt x="120" y="209"/>
                      <a:pt x="120" y="209"/>
                    </a:cubicBezTo>
                    <a:cubicBezTo>
                      <a:pt x="120" y="210"/>
                      <a:pt x="120" y="211"/>
                      <a:pt x="120" y="211"/>
                    </a:cubicBezTo>
                    <a:cubicBezTo>
                      <a:pt x="120" y="212"/>
                      <a:pt x="120" y="213"/>
                      <a:pt x="120" y="215"/>
                    </a:cubicBezTo>
                    <a:cubicBezTo>
                      <a:pt x="117" y="214"/>
                      <a:pt x="113" y="215"/>
                      <a:pt x="110" y="216"/>
                    </a:cubicBezTo>
                    <a:close/>
                    <a:moveTo>
                      <a:pt x="264" y="189"/>
                    </a:moveTo>
                    <a:cubicBezTo>
                      <a:pt x="264" y="189"/>
                      <a:pt x="264" y="189"/>
                      <a:pt x="264" y="189"/>
                    </a:cubicBezTo>
                    <a:cubicBezTo>
                      <a:pt x="263" y="189"/>
                      <a:pt x="262" y="189"/>
                      <a:pt x="261" y="189"/>
                    </a:cubicBezTo>
                    <a:cubicBezTo>
                      <a:pt x="259" y="190"/>
                      <a:pt x="257" y="189"/>
                      <a:pt x="257" y="189"/>
                    </a:cubicBezTo>
                    <a:cubicBezTo>
                      <a:pt x="256" y="187"/>
                      <a:pt x="252" y="185"/>
                      <a:pt x="246" y="183"/>
                    </a:cubicBezTo>
                    <a:cubicBezTo>
                      <a:pt x="249" y="183"/>
                      <a:pt x="252" y="183"/>
                      <a:pt x="256" y="181"/>
                    </a:cubicBezTo>
                    <a:cubicBezTo>
                      <a:pt x="261" y="185"/>
                      <a:pt x="263" y="187"/>
                      <a:pt x="264" y="187"/>
                    </a:cubicBezTo>
                    <a:cubicBezTo>
                      <a:pt x="264" y="187"/>
                      <a:pt x="264" y="187"/>
                      <a:pt x="264" y="188"/>
                    </a:cubicBezTo>
                    <a:cubicBezTo>
                      <a:pt x="264" y="188"/>
                      <a:pt x="264" y="188"/>
                      <a:pt x="264" y="188"/>
                    </a:cubicBezTo>
                    <a:cubicBezTo>
                      <a:pt x="264" y="188"/>
                      <a:pt x="264" y="188"/>
                      <a:pt x="264" y="188"/>
                    </a:cubicBezTo>
                    <a:cubicBezTo>
                      <a:pt x="264" y="188"/>
                      <a:pt x="264" y="188"/>
                      <a:pt x="264" y="189"/>
                    </a:cubicBezTo>
                    <a:close/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5" name="Freeform 17">
                <a:extLst>
                  <a:ext uri="{FF2B5EF4-FFF2-40B4-BE49-F238E27FC236}">
                    <a16:creationId xmlns:a16="http://schemas.microsoft.com/office/drawing/2014/main" id="{4A9C78CC-4A8A-4F86-BB54-2400FBD2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65"/>
                <a:ext cx="87" cy="83"/>
              </a:xfrm>
              <a:custGeom>
                <a:avLst/>
                <a:gdLst>
                  <a:gd name="T0" fmla="*/ 0 w 35"/>
                  <a:gd name="T1" fmla="*/ 538 h 31"/>
                  <a:gd name="T2" fmla="*/ 137 w 35"/>
                  <a:gd name="T3" fmla="*/ 458 h 31"/>
                  <a:gd name="T4" fmla="*/ 186 w 35"/>
                  <a:gd name="T5" fmla="*/ 388 h 31"/>
                  <a:gd name="T6" fmla="*/ 199 w 35"/>
                  <a:gd name="T7" fmla="*/ 367 h 31"/>
                  <a:gd name="T8" fmla="*/ 370 w 35"/>
                  <a:gd name="T9" fmla="*/ 137 h 31"/>
                  <a:gd name="T10" fmla="*/ 537 w 35"/>
                  <a:gd name="T11" fmla="*/ 0 h 31"/>
                  <a:gd name="T12" fmla="*/ 445 w 35"/>
                  <a:gd name="T13" fmla="*/ 171 h 31"/>
                  <a:gd name="T14" fmla="*/ 321 w 35"/>
                  <a:gd name="T15" fmla="*/ 308 h 31"/>
                  <a:gd name="T16" fmla="*/ 137 w 35"/>
                  <a:gd name="T17" fmla="*/ 594 h 31"/>
                  <a:gd name="T18" fmla="*/ 0 w 35"/>
                  <a:gd name="T19" fmla="*/ 538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1">
                    <a:moveTo>
                      <a:pt x="0" y="28"/>
                    </a:moveTo>
                    <a:cubicBezTo>
                      <a:pt x="3" y="28"/>
                      <a:pt x="7" y="26"/>
                      <a:pt x="9" y="24"/>
                    </a:cubicBezTo>
                    <a:cubicBezTo>
                      <a:pt x="10" y="23"/>
                      <a:pt x="11" y="20"/>
                      <a:pt x="12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8" y="18"/>
                      <a:pt x="23" y="12"/>
                      <a:pt x="24" y="7"/>
                    </a:cubicBezTo>
                    <a:cubicBezTo>
                      <a:pt x="28" y="8"/>
                      <a:pt x="33" y="3"/>
                      <a:pt x="35" y="0"/>
                    </a:cubicBezTo>
                    <a:cubicBezTo>
                      <a:pt x="34" y="3"/>
                      <a:pt x="31" y="8"/>
                      <a:pt x="29" y="9"/>
                    </a:cubicBezTo>
                    <a:cubicBezTo>
                      <a:pt x="26" y="12"/>
                      <a:pt x="23" y="14"/>
                      <a:pt x="21" y="16"/>
                    </a:cubicBezTo>
                    <a:cubicBezTo>
                      <a:pt x="16" y="20"/>
                      <a:pt x="12" y="25"/>
                      <a:pt x="9" y="31"/>
                    </a:cubicBezTo>
                    <a:cubicBezTo>
                      <a:pt x="8" y="29"/>
                      <a:pt x="2" y="27"/>
                      <a:pt x="0" y="28"/>
                    </a:cubicBezTo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6" name="Freeform 18">
                <a:extLst>
                  <a:ext uri="{FF2B5EF4-FFF2-40B4-BE49-F238E27FC236}">
                    <a16:creationId xmlns:a16="http://schemas.microsoft.com/office/drawing/2014/main" id="{F06E07A8-0D7C-4AA2-87A4-A94272ED1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832"/>
                <a:ext cx="102" cy="35"/>
              </a:xfrm>
              <a:custGeom>
                <a:avLst/>
                <a:gdLst>
                  <a:gd name="T0" fmla="*/ 0 w 41"/>
                  <a:gd name="T1" fmla="*/ 94 h 13"/>
                  <a:gd name="T2" fmla="*/ 187 w 41"/>
                  <a:gd name="T3" fmla="*/ 116 h 13"/>
                  <a:gd name="T4" fmla="*/ 465 w 41"/>
                  <a:gd name="T5" fmla="*/ 0 h 13"/>
                  <a:gd name="T6" fmla="*/ 632 w 41"/>
                  <a:gd name="T7" fmla="*/ 253 h 13"/>
                  <a:gd name="T8" fmla="*/ 383 w 41"/>
                  <a:gd name="T9" fmla="*/ 137 h 13"/>
                  <a:gd name="T10" fmla="*/ 259 w 41"/>
                  <a:gd name="T11" fmla="*/ 159 h 13"/>
                  <a:gd name="T12" fmla="*/ 199 w 41"/>
                  <a:gd name="T13" fmla="*/ 175 h 13"/>
                  <a:gd name="T14" fmla="*/ 167 w 41"/>
                  <a:gd name="T15" fmla="*/ 197 h 13"/>
                  <a:gd name="T16" fmla="*/ 75 w 41"/>
                  <a:gd name="T17" fmla="*/ 116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3">
                    <a:moveTo>
                      <a:pt x="0" y="5"/>
                    </a:moveTo>
                    <a:cubicBezTo>
                      <a:pt x="4" y="5"/>
                      <a:pt x="7" y="6"/>
                      <a:pt x="12" y="6"/>
                    </a:cubicBezTo>
                    <a:cubicBezTo>
                      <a:pt x="17" y="5"/>
                      <a:pt x="26" y="4"/>
                      <a:pt x="30" y="0"/>
                    </a:cubicBezTo>
                    <a:cubicBezTo>
                      <a:pt x="32" y="4"/>
                      <a:pt x="39" y="8"/>
                      <a:pt x="41" y="13"/>
                    </a:cubicBezTo>
                    <a:cubicBezTo>
                      <a:pt x="38" y="8"/>
                      <a:pt x="31" y="8"/>
                      <a:pt x="25" y="7"/>
                    </a:cubicBezTo>
                    <a:cubicBezTo>
                      <a:pt x="23" y="7"/>
                      <a:pt x="19" y="7"/>
                      <a:pt x="17" y="8"/>
                    </a:cubicBezTo>
                    <a:cubicBezTo>
                      <a:pt x="16" y="8"/>
                      <a:pt x="14" y="8"/>
                      <a:pt x="13" y="9"/>
                    </a:cubicBezTo>
                    <a:cubicBezTo>
                      <a:pt x="12" y="9"/>
                      <a:pt x="12" y="9"/>
                      <a:pt x="11" y="10"/>
                    </a:cubicBezTo>
                    <a:cubicBezTo>
                      <a:pt x="10" y="8"/>
                      <a:pt x="7" y="7"/>
                      <a:pt x="5" y="6"/>
                    </a:cubicBezTo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7" name="Freeform 19">
                <a:extLst>
                  <a:ext uri="{FF2B5EF4-FFF2-40B4-BE49-F238E27FC236}">
                    <a16:creationId xmlns:a16="http://schemas.microsoft.com/office/drawing/2014/main" id="{1DFC4395-A389-4BBD-8FB2-B30C27C05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288"/>
                <a:ext cx="23" cy="24"/>
              </a:xfrm>
              <a:custGeom>
                <a:avLst/>
                <a:gdLst>
                  <a:gd name="T0" fmla="*/ 97 w 9"/>
                  <a:gd name="T1" fmla="*/ 21 h 9"/>
                  <a:gd name="T2" fmla="*/ 66 w 9"/>
                  <a:gd name="T3" fmla="*/ 171 h 9"/>
                  <a:gd name="T4" fmla="*/ 151 w 9"/>
                  <a:gd name="T5" fmla="*/ 77 h 9"/>
                  <a:gd name="T6" fmla="*/ 130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1"/>
                    </a:moveTo>
                    <a:cubicBezTo>
                      <a:pt x="0" y="0"/>
                      <a:pt x="1" y="6"/>
                      <a:pt x="4" y="9"/>
                    </a:cubicBezTo>
                    <a:cubicBezTo>
                      <a:pt x="4" y="7"/>
                      <a:pt x="7" y="5"/>
                      <a:pt x="9" y="4"/>
                    </a:cubicBezTo>
                    <a:cubicBezTo>
                      <a:pt x="9" y="4"/>
                      <a:pt x="8" y="3"/>
                      <a:pt x="8" y="2"/>
                    </a:cubicBezTo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8" name="Freeform 20">
                <a:extLst>
                  <a:ext uri="{FF2B5EF4-FFF2-40B4-BE49-F238E27FC236}">
                    <a16:creationId xmlns:a16="http://schemas.microsoft.com/office/drawing/2014/main" id="{211C4C9C-DFB1-47C7-B597-6A3ECC739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707"/>
                <a:ext cx="198" cy="178"/>
              </a:xfrm>
              <a:custGeom>
                <a:avLst/>
                <a:gdLst>
                  <a:gd name="T0" fmla="*/ 333 w 79"/>
                  <a:gd name="T1" fmla="*/ 35 h 67"/>
                  <a:gd name="T2" fmla="*/ 0 w 79"/>
                  <a:gd name="T3" fmla="*/ 303 h 67"/>
                  <a:gd name="T4" fmla="*/ 659 w 79"/>
                  <a:gd name="T5" fmla="*/ 861 h 67"/>
                  <a:gd name="T6" fmla="*/ 1100 w 79"/>
                  <a:gd name="T7" fmla="*/ 1164 h 67"/>
                  <a:gd name="T8" fmla="*/ 1243 w 79"/>
                  <a:gd name="T9" fmla="*/ 882 h 67"/>
                  <a:gd name="T10" fmla="*/ 333 w 79"/>
                  <a:gd name="T11" fmla="*/ 35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67">
                    <a:moveTo>
                      <a:pt x="21" y="2"/>
                    </a:moveTo>
                    <a:cubicBezTo>
                      <a:pt x="10" y="4"/>
                      <a:pt x="0" y="13"/>
                      <a:pt x="0" y="16"/>
                    </a:cubicBezTo>
                    <a:cubicBezTo>
                      <a:pt x="1" y="20"/>
                      <a:pt x="30" y="32"/>
                      <a:pt x="42" y="46"/>
                    </a:cubicBezTo>
                    <a:cubicBezTo>
                      <a:pt x="54" y="59"/>
                      <a:pt x="61" y="67"/>
                      <a:pt x="70" y="62"/>
                    </a:cubicBezTo>
                    <a:cubicBezTo>
                      <a:pt x="78" y="57"/>
                      <a:pt x="79" y="47"/>
                      <a:pt x="79" y="47"/>
                    </a:cubicBezTo>
                    <a:cubicBezTo>
                      <a:pt x="79" y="47"/>
                      <a:pt x="36" y="0"/>
                      <a:pt x="21" y="2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49" name="Freeform 21">
                <a:extLst>
                  <a:ext uri="{FF2B5EF4-FFF2-40B4-BE49-F238E27FC236}">
                    <a16:creationId xmlns:a16="http://schemas.microsoft.com/office/drawing/2014/main" id="{E9392627-1ED9-4849-BA42-5ABFEA188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707"/>
                <a:ext cx="198" cy="178"/>
              </a:xfrm>
              <a:custGeom>
                <a:avLst/>
                <a:gdLst>
                  <a:gd name="T0" fmla="*/ 333 w 79"/>
                  <a:gd name="T1" fmla="*/ 35 h 67"/>
                  <a:gd name="T2" fmla="*/ 0 w 79"/>
                  <a:gd name="T3" fmla="*/ 303 h 67"/>
                  <a:gd name="T4" fmla="*/ 659 w 79"/>
                  <a:gd name="T5" fmla="*/ 861 h 67"/>
                  <a:gd name="T6" fmla="*/ 1100 w 79"/>
                  <a:gd name="T7" fmla="*/ 1164 h 67"/>
                  <a:gd name="T8" fmla="*/ 1243 w 79"/>
                  <a:gd name="T9" fmla="*/ 882 h 67"/>
                  <a:gd name="T10" fmla="*/ 333 w 79"/>
                  <a:gd name="T11" fmla="*/ 35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67">
                    <a:moveTo>
                      <a:pt x="21" y="2"/>
                    </a:moveTo>
                    <a:cubicBezTo>
                      <a:pt x="10" y="4"/>
                      <a:pt x="0" y="13"/>
                      <a:pt x="0" y="16"/>
                    </a:cubicBezTo>
                    <a:cubicBezTo>
                      <a:pt x="1" y="20"/>
                      <a:pt x="30" y="32"/>
                      <a:pt x="42" y="46"/>
                    </a:cubicBezTo>
                    <a:cubicBezTo>
                      <a:pt x="54" y="59"/>
                      <a:pt x="61" y="67"/>
                      <a:pt x="70" y="62"/>
                    </a:cubicBezTo>
                    <a:cubicBezTo>
                      <a:pt x="78" y="57"/>
                      <a:pt x="79" y="47"/>
                      <a:pt x="79" y="47"/>
                    </a:cubicBezTo>
                    <a:cubicBezTo>
                      <a:pt x="79" y="47"/>
                      <a:pt x="36" y="0"/>
                      <a:pt x="2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0" name="Freeform 22">
                <a:extLst>
                  <a:ext uri="{FF2B5EF4-FFF2-40B4-BE49-F238E27FC236}">
                    <a16:creationId xmlns:a16="http://schemas.microsoft.com/office/drawing/2014/main" id="{1BB267FF-20C2-419A-BB45-189717D8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845"/>
                <a:ext cx="167" cy="126"/>
              </a:xfrm>
              <a:custGeom>
                <a:avLst/>
                <a:gdLst>
                  <a:gd name="T0" fmla="*/ 279 w 67"/>
                  <a:gd name="T1" fmla="*/ 94 h 47"/>
                  <a:gd name="T2" fmla="*/ 12 w 67"/>
                  <a:gd name="T3" fmla="*/ 287 h 47"/>
                  <a:gd name="T4" fmla="*/ 558 w 67"/>
                  <a:gd name="T5" fmla="*/ 574 h 47"/>
                  <a:gd name="T6" fmla="*/ 900 w 67"/>
                  <a:gd name="T7" fmla="*/ 885 h 47"/>
                  <a:gd name="T8" fmla="*/ 945 w 67"/>
                  <a:gd name="T9" fmla="*/ 402 h 47"/>
                  <a:gd name="T10" fmla="*/ 279 w 67"/>
                  <a:gd name="T11" fmla="*/ 9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7">
                    <a:moveTo>
                      <a:pt x="18" y="5"/>
                    </a:moveTo>
                    <a:cubicBezTo>
                      <a:pt x="10" y="8"/>
                      <a:pt x="2" y="11"/>
                      <a:pt x="1" y="15"/>
                    </a:cubicBezTo>
                    <a:cubicBezTo>
                      <a:pt x="0" y="19"/>
                      <a:pt x="21" y="21"/>
                      <a:pt x="36" y="30"/>
                    </a:cubicBezTo>
                    <a:cubicBezTo>
                      <a:pt x="50" y="38"/>
                      <a:pt x="54" y="47"/>
                      <a:pt x="58" y="46"/>
                    </a:cubicBezTo>
                    <a:cubicBezTo>
                      <a:pt x="63" y="46"/>
                      <a:pt x="67" y="30"/>
                      <a:pt x="61" y="21"/>
                    </a:cubicBezTo>
                    <a:cubicBezTo>
                      <a:pt x="55" y="12"/>
                      <a:pt x="29" y="0"/>
                      <a:pt x="18" y="5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1" name="Freeform 23">
                <a:extLst>
                  <a:ext uri="{FF2B5EF4-FFF2-40B4-BE49-F238E27FC236}">
                    <a16:creationId xmlns:a16="http://schemas.microsoft.com/office/drawing/2014/main" id="{343605A8-F925-4EB0-B2D1-7F11A5DC6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845"/>
                <a:ext cx="167" cy="126"/>
              </a:xfrm>
              <a:custGeom>
                <a:avLst/>
                <a:gdLst>
                  <a:gd name="T0" fmla="*/ 279 w 67"/>
                  <a:gd name="T1" fmla="*/ 94 h 47"/>
                  <a:gd name="T2" fmla="*/ 12 w 67"/>
                  <a:gd name="T3" fmla="*/ 287 h 47"/>
                  <a:gd name="T4" fmla="*/ 558 w 67"/>
                  <a:gd name="T5" fmla="*/ 574 h 47"/>
                  <a:gd name="T6" fmla="*/ 900 w 67"/>
                  <a:gd name="T7" fmla="*/ 885 h 47"/>
                  <a:gd name="T8" fmla="*/ 945 w 67"/>
                  <a:gd name="T9" fmla="*/ 402 h 47"/>
                  <a:gd name="T10" fmla="*/ 279 w 67"/>
                  <a:gd name="T11" fmla="*/ 9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7">
                    <a:moveTo>
                      <a:pt x="18" y="5"/>
                    </a:moveTo>
                    <a:cubicBezTo>
                      <a:pt x="10" y="8"/>
                      <a:pt x="2" y="11"/>
                      <a:pt x="1" y="15"/>
                    </a:cubicBezTo>
                    <a:cubicBezTo>
                      <a:pt x="0" y="19"/>
                      <a:pt x="21" y="21"/>
                      <a:pt x="36" y="30"/>
                    </a:cubicBezTo>
                    <a:cubicBezTo>
                      <a:pt x="50" y="38"/>
                      <a:pt x="54" y="47"/>
                      <a:pt x="58" y="46"/>
                    </a:cubicBezTo>
                    <a:cubicBezTo>
                      <a:pt x="63" y="46"/>
                      <a:pt x="67" y="30"/>
                      <a:pt x="61" y="21"/>
                    </a:cubicBezTo>
                    <a:cubicBezTo>
                      <a:pt x="55" y="12"/>
                      <a:pt x="29" y="0"/>
                      <a:pt x="18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2" name="Freeform 24">
                <a:extLst>
                  <a:ext uri="{FF2B5EF4-FFF2-40B4-BE49-F238E27FC236}">
                    <a16:creationId xmlns:a16="http://schemas.microsoft.com/office/drawing/2014/main" id="{872CE9B4-409C-4FE5-B7DB-EFD256CF0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200"/>
                <a:ext cx="155" cy="101"/>
              </a:xfrm>
              <a:custGeom>
                <a:avLst/>
                <a:gdLst>
                  <a:gd name="T0" fmla="*/ 113 w 62"/>
                  <a:gd name="T1" fmla="*/ 0 h 38"/>
                  <a:gd name="T2" fmla="*/ 438 w 62"/>
                  <a:gd name="T3" fmla="*/ 77 h 38"/>
                  <a:gd name="T4" fmla="*/ 833 w 62"/>
                  <a:gd name="T5" fmla="*/ 114 h 38"/>
                  <a:gd name="T6" fmla="*/ 925 w 62"/>
                  <a:gd name="T7" fmla="*/ 303 h 38"/>
                  <a:gd name="T8" fmla="*/ 458 w 62"/>
                  <a:gd name="T9" fmla="*/ 545 h 38"/>
                  <a:gd name="T10" fmla="*/ 113 w 62"/>
                  <a:gd name="T11" fmla="*/ 678 h 38"/>
                  <a:gd name="T12" fmla="*/ 113 w 62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38">
                    <a:moveTo>
                      <a:pt x="7" y="0"/>
                    </a:moveTo>
                    <a:cubicBezTo>
                      <a:pt x="11" y="4"/>
                      <a:pt x="20" y="6"/>
                      <a:pt x="28" y="4"/>
                    </a:cubicBezTo>
                    <a:cubicBezTo>
                      <a:pt x="36" y="1"/>
                      <a:pt x="46" y="1"/>
                      <a:pt x="53" y="6"/>
                    </a:cubicBezTo>
                    <a:cubicBezTo>
                      <a:pt x="60" y="11"/>
                      <a:pt x="62" y="13"/>
                      <a:pt x="59" y="16"/>
                    </a:cubicBezTo>
                    <a:cubicBezTo>
                      <a:pt x="53" y="20"/>
                      <a:pt x="36" y="28"/>
                      <a:pt x="29" y="29"/>
                    </a:cubicBezTo>
                    <a:cubicBezTo>
                      <a:pt x="22" y="31"/>
                      <a:pt x="13" y="38"/>
                      <a:pt x="7" y="36"/>
                    </a:cubicBezTo>
                    <a:cubicBezTo>
                      <a:pt x="2" y="35"/>
                      <a:pt x="0" y="12"/>
                      <a:pt x="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3" name="Freeform 25">
                <a:extLst>
                  <a:ext uri="{FF2B5EF4-FFF2-40B4-BE49-F238E27FC236}">
                    <a16:creationId xmlns:a16="http://schemas.microsoft.com/office/drawing/2014/main" id="{2EB0B5DC-FAE6-4F61-94CA-34FDDECE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061"/>
                <a:ext cx="377" cy="384"/>
              </a:xfrm>
              <a:custGeom>
                <a:avLst/>
                <a:gdLst>
                  <a:gd name="T0" fmla="*/ 1403 w 151"/>
                  <a:gd name="T1" fmla="*/ 21 h 144"/>
                  <a:gd name="T2" fmla="*/ 1071 w 151"/>
                  <a:gd name="T3" fmla="*/ 0 h 144"/>
                  <a:gd name="T4" fmla="*/ 574 w 151"/>
                  <a:gd name="T5" fmla="*/ 227 h 144"/>
                  <a:gd name="T6" fmla="*/ 280 w 151"/>
                  <a:gd name="T7" fmla="*/ 683 h 144"/>
                  <a:gd name="T8" fmla="*/ 187 w 151"/>
                  <a:gd name="T9" fmla="*/ 888 h 144"/>
                  <a:gd name="T10" fmla="*/ 75 w 151"/>
                  <a:gd name="T11" fmla="*/ 1059 h 144"/>
                  <a:gd name="T12" fmla="*/ 42 w 151"/>
                  <a:gd name="T13" fmla="*/ 1400 h 144"/>
                  <a:gd name="T14" fmla="*/ 217 w 151"/>
                  <a:gd name="T15" fmla="*/ 2048 h 144"/>
                  <a:gd name="T16" fmla="*/ 404 w 151"/>
                  <a:gd name="T17" fmla="*/ 2275 h 144"/>
                  <a:gd name="T18" fmla="*/ 417 w 151"/>
                  <a:gd name="T19" fmla="*/ 2445 h 144"/>
                  <a:gd name="T20" fmla="*/ 562 w 151"/>
                  <a:gd name="T21" fmla="*/ 2467 h 144"/>
                  <a:gd name="T22" fmla="*/ 717 w 151"/>
                  <a:gd name="T23" fmla="*/ 2539 h 144"/>
                  <a:gd name="T24" fmla="*/ 1121 w 151"/>
                  <a:gd name="T25" fmla="*/ 2696 h 144"/>
                  <a:gd name="T26" fmla="*/ 2037 w 151"/>
                  <a:gd name="T27" fmla="*/ 2197 h 144"/>
                  <a:gd name="T28" fmla="*/ 2025 w 151"/>
                  <a:gd name="T29" fmla="*/ 2083 h 144"/>
                  <a:gd name="T30" fmla="*/ 2349 w 151"/>
                  <a:gd name="T31" fmla="*/ 1251 h 144"/>
                  <a:gd name="T32" fmla="*/ 2150 w 151"/>
                  <a:gd name="T33" fmla="*/ 589 h 144"/>
                  <a:gd name="T34" fmla="*/ 1853 w 151"/>
                  <a:gd name="T35" fmla="*/ 171 h 144"/>
                  <a:gd name="T36" fmla="*/ 1403 w 151"/>
                  <a:gd name="T37" fmla="*/ 21 h 14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1" h="144">
                    <a:moveTo>
                      <a:pt x="90" y="1"/>
                    </a:moveTo>
                    <a:cubicBezTo>
                      <a:pt x="84" y="0"/>
                      <a:pt x="80" y="0"/>
                      <a:pt x="69" y="0"/>
                    </a:cubicBezTo>
                    <a:cubicBezTo>
                      <a:pt x="58" y="0"/>
                      <a:pt x="44" y="6"/>
                      <a:pt x="37" y="12"/>
                    </a:cubicBezTo>
                    <a:cubicBezTo>
                      <a:pt x="30" y="18"/>
                      <a:pt x="22" y="31"/>
                      <a:pt x="18" y="36"/>
                    </a:cubicBezTo>
                    <a:cubicBezTo>
                      <a:pt x="14" y="41"/>
                      <a:pt x="14" y="44"/>
                      <a:pt x="12" y="47"/>
                    </a:cubicBezTo>
                    <a:cubicBezTo>
                      <a:pt x="10" y="49"/>
                      <a:pt x="0" y="52"/>
                      <a:pt x="5" y="56"/>
                    </a:cubicBezTo>
                    <a:cubicBezTo>
                      <a:pt x="7" y="63"/>
                      <a:pt x="3" y="64"/>
                      <a:pt x="3" y="74"/>
                    </a:cubicBezTo>
                    <a:cubicBezTo>
                      <a:pt x="2" y="83"/>
                      <a:pt x="1" y="97"/>
                      <a:pt x="14" y="108"/>
                    </a:cubicBezTo>
                    <a:cubicBezTo>
                      <a:pt x="26" y="120"/>
                      <a:pt x="26" y="116"/>
                      <a:pt x="26" y="120"/>
                    </a:cubicBezTo>
                    <a:cubicBezTo>
                      <a:pt x="27" y="124"/>
                      <a:pt x="23" y="125"/>
                      <a:pt x="27" y="129"/>
                    </a:cubicBezTo>
                    <a:cubicBezTo>
                      <a:pt x="31" y="134"/>
                      <a:pt x="33" y="131"/>
                      <a:pt x="36" y="130"/>
                    </a:cubicBezTo>
                    <a:cubicBezTo>
                      <a:pt x="39" y="129"/>
                      <a:pt x="43" y="130"/>
                      <a:pt x="46" y="134"/>
                    </a:cubicBezTo>
                    <a:cubicBezTo>
                      <a:pt x="49" y="137"/>
                      <a:pt x="54" y="144"/>
                      <a:pt x="72" y="142"/>
                    </a:cubicBezTo>
                    <a:cubicBezTo>
                      <a:pt x="89" y="140"/>
                      <a:pt x="127" y="124"/>
                      <a:pt x="131" y="116"/>
                    </a:cubicBezTo>
                    <a:cubicBezTo>
                      <a:pt x="135" y="108"/>
                      <a:pt x="130" y="110"/>
                      <a:pt x="130" y="110"/>
                    </a:cubicBezTo>
                    <a:cubicBezTo>
                      <a:pt x="130" y="110"/>
                      <a:pt x="151" y="84"/>
                      <a:pt x="151" y="66"/>
                    </a:cubicBezTo>
                    <a:cubicBezTo>
                      <a:pt x="151" y="47"/>
                      <a:pt x="142" y="40"/>
                      <a:pt x="138" y="31"/>
                    </a:cubicBezTo>
                    <a:cubicBezTo>
                      <a:pt x="135" y="23"/>
                      <a:pt x="126" y="16"/>
                      <a:pt x="119" y="9"/>
                    </a:cubicBezTo>
                    <a:cubicBezTo>
                      <a:pt x="111" y="2"/>
                      <a:pt x="100" y="3"/>
                      <a:pt x="90" y="1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4" name="Freeform 26">
                <a:extLst>
                  <a:ext uri="{FF2B5EF4-FFF2-40B4-BE49-F238E27FC236}">
                    <a16:creationId xmlns:a16="http://schemas.microsoft.com/office/drawing/2014/main" id="{53F63217-9766-4C2C-90EF-811FC8FDB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235"/>
                <a:ext cx="98" cy="146"/>
              </a:xfrm>
              <a:custGeom>
                <a:avLst/>
                <a:gdLst>
                  <a:gd name="T0" fmla="*/ 0 w 39"/>
                  <a:gd name="T1" fmla="*/ 839 h 55"/>
                  <a:gd name="T2" fmla="*/ 188 w 39"/>
                  <a:gd name="T3" fmla="*/ 1030 h 55"/>
                  <a:gd name="T4" fmla="*/ 271 w 39"/>
                  <a:gd name="T5" fmla="*/ 916 h 55"/>
                  <a:gd name="T6" fmla="*/ 271 w 39"/>
                  <a:gd name="T7" fmla="*/ 804 h 55"/>
                  <a:gd name="T8" fmla="*/ 347 w 39"/>
                  <a:gd name="T9" fmla="*/ 804 h 55"/>
                  <a:gd name="T10" fmla="*/ 367 w 39"/>
                  <a:gd name="T11" fmla="*/ 711 h 55"/>
                  <a:gd name="T12" fmla="*/ 430 w 39"/>
                  <a:gd name="T13" fmla="*/ 542 h 55"/>
                  <a:gd name="T14" fmla="*/ 588 w 39"/>
                  <a:gd name="T15" fmla="*/ 226 h 55"/>
                  <a:gd name="T16" fmla="*/ 555 w 39"/>
                  <a:gd name="T17" fmla="*/ 0 h 55"/>
                  <a:gd name="T18" fmla="*/ 410 w 39"/>
                  <a:gd name="T19" fmla="*/ 353 h 55"/>
                  <a:gd name="T20" fmla="*/ 209 w 39"/>
                  <a:gd name="T21" fmla="*/ 656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55">
                    <a:moveTo>
                      <a:pt x="0" y="45"/>
                    </a:moveTo>
                    <a:cubicBezTo>
                      <a:pt x="3" y="50"/>
                      <a:pt x="7" y="52"/>
                      <a:pt x="12" y="55"/>
                    </a:cubicBezTo>
                    <a:cubicBezTo>
                      <a:pt x="8" y="50"/>
                      <a:pt x="14" y="49"/>
                      <a:pt x="17" y="49"/>
                    </a:cubicBezTo>
                    <a:cubicBezTo>
                      <a:pt x="16" y="48"/>
                      <a:pt x="15" y="45"/>
                      <a:pt x="17" y="43"/>
                    </a:cubicBezTo>
                    <a:cubicBezTo>
                      <a:pt x="18" y="42"/>
                      <a:pt x="20" y="43"/>
                      <a:pt x="22" y="43"/>
                    </a:cubicBezTo>
                    <a:cubicBezTo>
                      <a:pt x="24" y="42"/>
                      <a:pt x="23" y="41"/>
                      <a:pt x="23" y="38"/>
                    </a:cubicBezTo>
                    <a:cubicBezTo>
                      <a:pt x="24" y="35"/>
                      <a:pt x="26" y="32"/>
                      <a:pt x="27" y="29"/>
                    </a:cubicBezTo>
                    <a:cubicBezTo>
                      <a:pt x="30" y="23"/>
                      <a:pt x="34" y="18"/>
                      <a:pt x="37" y="12"/>
                    </a:cubicBezTo>
                    <a:cubicBezTo>
                      <a:pt x="39" y="7"/>
                      <a:pt x="36" y="5"/>
                      <a:pt x="35" y="0"/>
                    </a:cubicBezTo>
                    <a:cubicBezTo>
                      <a:pt x="34" y="6"/>
                      <a:pt x="29" y="14"/>
                      <a:pt x="26" y="19"/>
                    </a:cubicBezTo>
                    <a:cubicBezTo>
                      <a:pt x="22" y="25"/>
                      <a:pt x="18" y="31"/>
                      <a:pt x="13" y="35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5" name="Freeform 27">
                <a:extLst>
                  <a:ext uri="{FF2B5EF4-FFF2-40B4-BE49-F238E27FC236}">
                    <a16:creationId xmlns:a16="http://schemas.microsoft.com/office/drawing/2014/main" id="{E6A31062-EF83-4C46-A0B9-6450DFF6F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229"/>
                <a:ext cx="122" cy="120"/>
              </a:xfrm>
              <a:custGeom>
                <a:avLst/>
                <a:gdLst>
                  <a:gd name="T0" fmla="*/ 0 w 49"/>
                  <a:gd name="T1" fmla="*/ 512 h 45"/>
                  <a:gd name="T2" fmla="*/ 199 w 49"/>
                  <a:gd name="T3" fmla="*/ 760 h 45"/>
                  <a:gd name="T4" fmla="*/ 478 w 49"/>
                  <a:gd name="T5" fmla="*/ 797 h 45"/>
                  <a:gd name="T6" fmla="*/ 757 w 49"/>
                  <a:gd name="T7" fmla="*/ 320 h 45"/>
                  <a:gd name="T8" fmla="*/ 682 w 49"/>
                  <a:gd name="T9" fmla="*/ 397 h 45"/>
                  <a:gd name="T10" fmla="*/ 695 w 49"/>
                  <a:gd name="T11" fmla="*/ 341 h 45"/>
                  <a:gd name="T12" fmla="*/ 682 w 49"/>
                  <a:gd name="T13" fmla="*/ 227 h 45"/>
                  <a:gd name="T14" fmla="*/ 632 w 49"/>
                  <a:gd name="T15" fmla="*/ 77 h 45"/>
                  <a:gd name="T16" fmla="*/ 570 w 49"/>
                  <a:gd name="T17" fmla="*/ 21 h 45"/>
                  <a:gd name="T18" fmla="*/ 403 w 49"/>
                  <a:gd name="T19" fmla="*/ 0 h 45"/>
                  <a:gd name="T20" fmla="*/ 187 w 49"/>
                  <a:gd name="T21" fmla="*/ 21 h 45"/>
                  <a:gd name="T22" fmla="*/ 124 w 49"/>
                  <a:gd name="T23" fmla="*/ 35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45">
                    <a:moveTo>
                      <a:pt x="0" y="27"/>
                    </a:moveTo>
                    <a:cubicBezTo>
                      <a:pt x="1" y="32"/>
                      <a:pt x="9" y="38"/>
                      <a:pt x="13" y="40"/>
                    </a:cubicBezTo>
                    <a:cubicBezTo>
                      <a:pt x="18" y="42"/>
                      <a:pt x="26" y="45"/>
                      <a:pt x="31" y="42"/>
                    </a:cubicBezTo>
                    <a:cubicBezTo>
                      <a:pt x="40" y="37"/>
                      <a:pt x="46" y="26"/>
                      <a:pt x="49" y="17"/>
                    </a:cubicBezTo>
                    <a:cubicBezTo>
                      <a:pt x="48" y="18"/>
                      <a:pt x="47" y="21"/>
                      <a:pt x="44" y="21"/>
                    </a:cubicBezTo>
                    <a:cubicBezTo>
                      <a:pt x="44" y="20"/>
                      <a:pt x="44" y="19"/>
                      <a:pt x="45" y="18"/>
                    </a:cubicBezTo>
                    <a:cubicBezTo>
                      <a:pt x="45" y="16"/>
                      <a:pt x="45" y="14"/>
                      <a:pt x="44" y="12"/>
                    </a:cubicBezTo>
                    <a:cubicBezTo>
                      <a:pt x="44" y="9"/>
                      <a:pt x="43" y="7"/>
                      <a:pt x="41" y="4"/>
                    </a:cubicBezTo>
                    <a:cubicBezTo>
                      <a:pt x="40" y="3"/>
                      <a:pt x="38" y="2"/>
                      <a:pt x="37" y="1"/>
                    </a:cubicBezTo>
                    <a:cubicBezTo>
                      <a:pt x="34" y="0"/>
                      <a:pt x="29" y="0"/>
                      <a:pt x="26" y="0"/>
                    </a:cubicBezTo>
                    <a:cubicBezTo>
                      <a:pt x="21" y="0"/>
                      <a:pt x="17" y="1"/>
                      <a:pt x="12" y="1"/>
                    </a:cubicBezTo>
                    <a:cubicBezTo>
                      <a:pt x="11" y="1"/>
                      <a:pt x="9" y="1"/>
                      <a:pt x="8" y="2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6" name="Freeform 28">
                <a:extLst>
                  <a:ext uri="{FF2B5EF4-FFF2-40B4-BE49-F238E27FC236}">
                    <a16:creationId xmlns:a16="http://schemas.microsoft.com/office/drawing/2014/main" id="{3CAB73D2-6DF4-4BF7-A088-4FEE07D08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069"/>
                <a:ext cx="100" cy="144"/>
              </a:xfrm>
              <a:custGeom>
                <a:avLst/>
                <a:gdLst>
                  <a:gd name="T0" fmla="*/ 0 w 40"/>
                  <a:gd name="T1" fmla="*/ 21 h 54"/>
                  <a:gd name="T2" fmla="*/ 33 w 40"/>
                  <a:gd name="T3" fmla="*/ 115 h 54"/>
                  <a:gd name="T4" fmla="*/ 33 w 40"/>
                  <a:gd name="T5" fmla="*/ 248 h 54"/>
                  <a:gd name="T6" fmla="*/ 63 w 40"/>
                  <a:gd name="T7" fmla="*/ 397 h 54"/>
                  <a:gd name="T8" fmla="*/ 145 w 40"/>
                  <a:gd name="T9" fmla="*/ 491 h 54"/>
                  <a:gd name="T10" fmla="*/ 145 w 40"/>
                  <a:gd name="T11" fmla="*/ 661 h 54"/>
                  <a:gd name="T12" fmla="*/ 113 w 40"/>
                  <a:gd name="T13" fmla="*/ 832 h 54"/>
                  <a:gd name="T14" fmla="*/ 113 w 40"/>
                  <a:gd name="T15" fmla="*/ 931 h 54"/>
                  <a:gd name="T16" fmla="*/ 438 w 40"/>
                  <a:gd name="T17" fmla="*/ 947 h 54"/>
                  <a:gd name="T18" fmla="*/ 270 w 40"/>
                  <a:gd name="T19" fmla="*/ 832 h 54"/>
                  <a:gd name="T20" fmla="*/ 345 w 40"/>
                  <a:gd name="T21" fmla="*/ 760 h 54"/>
                  <a:gd name="T22" fmla="*/ 345 w 40"/>
                  <a:gd name="T23" fmla="*/ 648 h 54"/>
                  <a:gd name="T24" fmla="*/ 488 w 40"/>
                  <a:gd name="T25" fmla="*/ 627 h 54"/>
                  <a:gd name="T26" fmla="*/ 625 w 40"/>
                  <a:gd name="T27" fmla="*/ 627 h 54"/>
                  <a:gd name="T28" fmla="*/ 470 w 40"/>
                  <a:gd name="T29" fmla="*/ 547 h 54"/>
                  <a:gd name="T30" fmla="*/ 470 w 40"/>
                  <a:gd name="T31" fmla="*/ 397 h 54"/>
                  <a:gd name="T32" fmla="*/ 238 w 40"/>
                  <a:gd name="T33" fmla="*/ 307 h 54"/>
                  <a:gd name="T34" fmla="*/ 83 w 40"/>
                  <a:gd name="T35" fmla="*/ 205 h 54"/>
                  <a:gd name="T36" fmla="*/ 20 w 40"/>
                  <a:gd name="T37" fmla="*/ 0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" h="54">
                    <a:moveTo>
                      <a:pt x="0" y="1"/>
                    </a:moveTo>
                    <a:cubicBezTo>
                      <a:pt x="0" y="3"/>
                      <a:pt x="1" y="4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6"/>
                      <a:pt x="2" y="19"/>
                      <a:pt x="4" y="21"/>
                    </a:cubicBezTo>
                    <a:cubicBezTo>
                      <a:pt x="5" y="23"/>
                      <a:pt x="7" y="23"/>
                      <a:pt x="9" y="26"/>
                    </a:cubicBezTo>
                    <a:cubicBezTo>
                      <a:pt x="10" y="29"/>
                      <a:pt x="9" y="32"/>
                      <a:pt x="9" y="35"/>
                    </a:cubicBezTo>
                    <a:cubicBezTo>
                      <a:pt x="8" y="38"/>
                      <a:pt x="8" y="41"/>
                      <a:pt x="7" y="44"/>
                    </a:cubicBezTo>
                    <a:cubicBezTo>
                      <a:pt x="6" y="46"/>
                      <a:pt x="5" y="48"/>
                      <a:pt x="7" y="49"/>
                    </a:cubicBezTo>
                    <a:cubicBezTo>
                      <a:pt x="13" y="54"/>
                      <a:pt x="21" y="51"/>
                      <a:pt x="28" y="50"/>
                    </a:cubicBezTo>
                    <a:cubicBezTo>
                      <a:pt x="23" y="51"/>
                      <a:pt x="17" y="50"/>
                      <a:pt x="17" y="44"/>
                    </a:cubicBezTo>
                    <a:cubicBezTo>
                      <a:pt x="18" y="42"/>
                      <a:pt x="19" y="41"/>
                      <a:pt x="22" y="40"/>
                    </a:cubicBezTo>
                    <a:cubicBezTo>
                      <a:pt x="21" y="38"/>
                      <a:pt x="20" y="36"/>
                      <a:pt x="22" y="34"/>
                    </a:cubicBezTo>
                    <a:cubicBezTo>
                      <a:pt x="24" y="31"/>
                      <a:pt x="28" y="33"/>
                      <a:pt x="31" y="33"/>
                    </a:cubicBezTo>
                    <a:cubicBezTo>
                      <a:pt x="34" y="33"/>
                      <a:pt x="37" y="32"/>
                      <a:pt x="40" y="33"/>
                    </a:cubicBezTo>
                    <a:cubicBezTo>
                      <a:pt x="37" y="32"/>
                      <a:pt x="33" y="32"/>
                      <a:pt x="30" y="29"/>
                    </a:cubicBezTo>
                    <a:cubicBezTo>
                      <a:pt x="26" y="27"/>
                      <a:pt x="26" y="23"/>
                      <a:pt x="30" y="21"/>
                    </a:cubicBezTo>
                    <a:cubicBezTo>
                      <a:pt x="26" y="20"/>
                      <a:pt x="15" y="21"/>
                      <a:pt x="15" y="16"/>
                    </a:cubicBezTo>
                    <a:cubicBezTo>
                      <a:pt x="11" y="19"/>
                      <a:pt x="5" y="17"/>
                      <a:pt x="5" y="11"/>
                    </a:cubicBezTo>
                    <a:cubicBezTo>
                      <a:pt x="2" y="11"/>
                      <a:pt x="4" y="0"/>
                      <a:pt x="1" y="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7" name="Freeform 29">
                <a:extLst>
                  <a:ext uri="{FF2B5EF4-FFF2-40B4-BE49-F238E27FC236}">
                    <a16:creationId xmlns:a16="http://schemas.microsoft.com/office/drawing/2014/main" id="{9606D2D5-C5CC-47F5-B7DD-D2A51BA9D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061"/>
                <a:ext cx="377" cy="384"/>
              </a:xfrm>
              <a:custGeom>
                <a:avLst/>
                <a:gdLst>
                  <a:gd name="T0" fmla="*/ 1403 w 151"/>
                  <a:gd name="T1" fmla="*/ 21 h 144"/>
                  <a:gd name="T2" fmla="*/ 1071 w 151"/>
                  <a:gd name="T3" fmla="*/ 0 h 144"/>
                  <a:gd name="T4" fmla="*/ 574 w 151"/>
                  <a:gd name="T5" fmla="*/ 227 h 144"/>
                  <a:gd name="T6" fmla="*/ 280 w 151"/>
                  <a:gd name="T7" fmla="*/ 683 h 144"/>
                  <a:gd name="T8" fmla="*/ 187 w 151"/>
                  <a:gd name="T9" fmla="*/ 888 h 144"/>
                  <a:gd name="T10" fmla="*/ 75 w 151"/>
                  <a:gd name="T11" fmla="*/ 1059 h 144"/>
                  <a:gd name="T12" fmla="*/ 42 w 151"/>
                  <a:gd name="T13" fmla="*/ 1400 h 144"/>
                  <a:gd name="T14" fmla="*/ 217 w 151"/>
                  <a:gd name="T15" fmla="*/ 2048 h 144"/>
                  <a:gd name="T16" fmla="*/ 404 w 151"/>
                  <a:gd name="T17" fmla="*/ 2275 h 144"/>
                  <a:gd name="T18" fmla="*/ 417 w 151"/>
                  <a:gd name="T19" fmla="*/ 2445 h 144"/>
                  <a:gd name="T20" fmla="*/ 562 w 151"/>
                  <a:gd name="T21" fmla="*/ 2467 h 144"/>
                  <a:gd name="T22" fmla="*/ 717 w 151"/>
                  <a:gd name="T23" fmla="*/ 2539 h 144"/>
                  <a:gd name="T24" fmla="*/ 1121 w 151"/>
                  <a:gd name="T25" fmla="*/ 2696 h 144"/>
                  <a:gd name="T26" fmla="*/ 2037 w 151"/>
                  <a:gd name="T27" fmla="*/ 2197 h 144"/>
                  <a:gd name="T28" fmla="*/ 2025 w 151"/>
                  <a:gd name="T29" fmla="*/ 2083 h 144"/>
                  <a:gd name="T30" fmla="*/ 2349 w 151"/>
                  <a:gd name="T31" fmla="*/ 1251 h 144"/>
                  <a:gd name="T32" fmla="*/ 2150 w 151"/>
                  <a:gd name="T33" fmla="*/ 589 h 144"/>
                  <a:gd name="T34" fmla="*/ 1853 w 151"/>
                  <a:gd name="T35" fmla="*/ 171 h 144"/>
                  <a:gd name="T36" fmla="*/ 1403 w 151"/>
                  <a:gd name="T37" fmla="*/ 21 h 14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1" h="144">
                    <a:moveTo>
                      <a:pt x="90" y="1"/>
                    </a:moveTo>
                    <a:cubicBezTo>
                      <a:pt x="84" y="0"/>
                      <a:pt x="80" y="0"/>
                      <a:pt x="69" y="0"/>
                    </a:cubicBezTo>
                    <a:cubicBezTo>
                      <a:pt x="58" y="0"/>
                      <a:pt x="44" y="6"/>
                      <a:pt x="37" y="12"/>
                    </a:cubicBezTo>
                    <a:cubicBezTo>
                      <a:pt x="30" y="18"/>
                      <a:pt x="22" y="31"/>
                      <a:pt x="18" y="36"/>
                    </a:cubicBezTo>
                    <a:cubicBezTo>
                      <a:pt x="14" y="41"/>
                      <a:pt x="14" y="44"/>
                      <a:pt x="12" y="47"/>
                    </a:cubicBezTo>
                    <a:cubicBezTo>
                      <a:pt x="10" y="49"/>
                      <a:pt x="0" y="52"/>
                      <a:pt x="5" y="56"/>
                    </a:cubicBezTo>
                    <a:cubicBezTo>
                      <a:pt x="7" y="63"/>
                      <a:pt x="3" y="64"/>
                      <a:pt x="3" y="74"/>
                    </a:cubicBezTo>
                    <a:cubicBezTo>
                      <a:pt x="2" y="83"/>
                      <a:pt x="1" y="97"/>
                      <a:pt x="14" y="108"/>
                    </a:cubicBezTo>
                    <a:cubicBezTo>
                      <a:pt x="26" y="120"/>
                      <a:pt x="26" y="116"/>
                      <a:pt x="26" y="120"/>
                    </a:cubicBezTo>
                    <a:cubicBezTo>
                      <a:pt x="27" y="124"/>
                      <a:pt x="23" y="125"/>
                      <a:pt x="27" y="129"/>
                    </a:cubicBezTo>
                    <a:cubicBezTo>
                      <a:pt x="31" y="134"/>
                      <a:pt x="33" y="131"/>
                      <a:pt x="36" y="130"/>
                    </a:cubicBezTo>
                    <a:cubicBezTo>
                      <a:pt x="39" y="129"/>
                      <a:pt x="43" y="130"/>
                      <a:pt x="46" y="134"/>
                    </a:cubicBezTo>
                    <a:cubicBezTo>
                      <a:pt x="49" y="137"/>
                      <a:pt x="54" y="144"/>
                      <a:pt x="72" y="142"/>
                    </a:cubicBezTo>
                    <a:cubicBezTo>
                      <a:pt x="89" y="140"/>
                      <a:pt x="127" y="124"/>
                      <a:pt x="131" y="116"/>
                    </a:cubicBezTo>
                    <a:cubicBezTo>
                      <a:pt x="135" y="108"/>
                      <a:pt x="130" y="110"/>
                      <a:pt x="130" y="110"/>
                    </a:cubicBezTo>
                    <a:cubicBezTo>
                      <a:pt x="130" y="110"/>
                      <a:pt x="151" y="84"/>
                      <a:pt x="151" y="66"/>
                    </a:cubicBezTo>
                    <a:cubicBezTo>
                      <a:pt x="151" y="47"/>
                      <a:pt x="142" y="40"/>
                      <a:pt x="138" y="31"/>
                    </a:cubicBezTo>
                    <a:cubicBezTo>
                      <a:pt x="135" y="23"/>
                      <a:pt x="126" y="16"/>
                      <a:pt x="119" y="9"/>
                    </a:cubicBezTo>
                    <a:cubicBezTo>
                      <a:pt x="111" y="2"/>
                      <a:pt x="100" y="3"/>
                      <a:pt x="9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8" name="Freeform 30">
                <a:extLst>
                  <a:ext uri="{FF2B5EF4-FFF2-40B4-BE49-F238E27FC236}">
                    <a16:creationId xmlns:a16="http://schemas.microsoft.com/office/drawing/2014/main" id="{5FD6851F-B216-40E4-B3A1-4F391ED43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147"/>
                <a:ext cx="120" cy="200"/>
              </a:xfrm>
              <a:custGeom>
                <a:avLst/>
                <a:gdLst>
                  <a:gd name="T0" fmla="*/ 595 w 48"/>
                  <a:gd name="T1" fmla="*/ 0 h 75"/>
                  <a:gd name="T2" fmla="*/ 488 w 48"/>
                  <a:gd name="T3" fmla="*/ 1059 h 75"/>
                  <a:gd name="T4" fmla="*/ 0 w 48"/>
                  <a:gd name="T5" fmla="*/ 140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75">
                    <a:moveTo>
                      <a:pt x="38" y="0"/>
                    </a:moveTo>
                    <a:cubicBezTo>
                      <a:pt x="48" y="15"/>
                      <a:pt x="48" y="39"/>
                      <a:pt x="31" y="56"/>
                    </a:cubicBezTo>
                    <a:cubicBezTo>
                      <a:pt x="13" y="74"/>
                      <a:pt x="7" y="75"/>
                      <a:pt x="0" y="7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59" name="Freeform 31">
                <a:extLst>
                  <a:ext uri="{FF2B5EF4-FFF2-40B4-BE49-F238E27FC236}">
                    <a16:creationId xmlns:a16="http://schemas.microsoft.com/office/drawing/2014/main" id="{CE871F92-1FE2-478A-854E-04C1B0E14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067"/>
                <a:ext cx="295" cy="290"/>
              </a:xfrm>
              <a:custGeom>
                <a:avLst/>
                <a:gdLst>
                  <a:gd name="T0" fmla="*/ 563 w 118"/>
                  <a:gd name="T1" fmla="*/ 1564 h 109"/>
                  <a:gd name="T2" fmla="*/ 1208 w 118"/>
                  <a:gd name="T3" fmla="*/ 2017 h 109"/>
                  <a:gd name="T4" fmla="*/ 1770 w 118"/>
                  <a:gd name="T5" fmla="*/ 793 h 109"/>
                  <a:gd name="T6" fmla="*/ 1145 w 118"/>
                  <a:gd name="T7" fmla="*/ 93 h 109"/>
                  <a:gd name="T8" fmla="*/ 625 w 118"/>
                  <a:gd name="T9" fmla="*/ 136 h 109"/>
                  <a:gd name="T10" fmla="*/ 0 w 118"/>
                  <a:gd name="T11" fmla="*/ 694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109">
                    <a:moveTo>
                      <a:pt x="36" y="83"/>
                    </a:moveTo>
                    <a:cubicBezTo>
                      <a:pt x="41" y="94"/>
                      <a:pt x="49" y="104"/>
                      <a:pt x="77" y="107"/>
                    </a:cubicBezTo>
                    <a:cubicBezTo>
                      <a:pt x="106" y="109"/>
                      <a:pt x="118" y="66"/>
                      <a:pt x="113" y="42"/>
                    </a:cubicBezTo>
                    <a:cubicBezTo>
                      <a:pt x="108" y="19"/>
                      <a:pt x="80" y="9"/>
                      <a:pt x="73" y="5"/>
                    </a:cubicBezTo>
                    <a:cubicBezTo>
                      <a:pt x="65" y="2"/>
                      <a:pt x="55" y="0"/>
                      <a:pt x="40" y="7"/>
                    </a:cubicBezTo>
                    <a:cubicBezTo>
                      <a:pt x="25" y="15"/>
                      <a:pt x="3" y="28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0" name="Freeform 32">
                <a:extLst>
                  <a:ext uri="{FF2B5EF4-FFF2-40B4-BE49-F238E27FC236}">
                    <a16:creationId xmlns:a16="http://schemas.microsoft.com/office/drawing/2014/main" id="{55B0944E-BC42-4E9C-B26A-F7B0AEC9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077"/>
                <a:ext cx="207" cy="110"/>
              </a:xfrm>
              <a:custGeom>
                <a:avLst/>
                <a:gdLst>
                  <a:gd name="T0" fmla="*/ 1287 w 83"/>
                  <a:gd name="T1" fmla="*/ 21 h 41"/>
                  <a:gd name="T2" fmla="*/ 716 w 83"/>
                  <a:gd name="T3" fmla="*/ 193 h 41"/>
                  <a:gd name="T4" fmla="*/ 0 w 83"/>
                  <a:gd name="T5" fmla="*/ 79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41">
                    <a:moveTo>
                      <a:pt x="83" y="1"/>
                    </a:moveTo>
                    <a:cubicBezTo>
                      <a:pt x="73" y="0"/>
                      <a:pt x="59" y="2"/>
                      <a:pt x="46" y="10"/>
                    </a:cubicBezTo>
                    <a:cubicBezTo>
                      <a:pt x="33" y="17"/>
                      <a:pt x="6" y="36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1" name="Freeform 33">
                <a:extLst>
                  <a:ext uri="{FF2B5EF4-FFF2-40B4-BE49-F238E27FC236}">
                    <a16:creationId xmlns:a16="http://schemas.microsoft.com/office/drawing/2014/main" id="{91837DB1-2CBE-4B2B-8895-7DC33929E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093"/>
                <a:ext cx="290" cy="131"/>
              </a:xfrm>
              <a:custGeom>
                <a:avLst/>
                <a:gdLst>
                  <a:gd name="T0" fmla="*/ 0 w 116"/>
                  <a:gd name="T1" fmla="*/ 842 h 49"/>
                  <a:gd name="T2" fmla="*/ 95 w 116"/>
                  <a:gd name="T3" fmla="*/ 936 h 49"/>
                  <a:gd name="T4" fmla="*/ 833 w 116"/>
                  <a:gd name="T5" fmla="*/ 286 h 49"/>
                  <a:gd name="T6" fmla="*/ 1363 w 116"/>
                  <a:gd name="T7" fmla="*/ 35 h 49"/>
                  <a:gd name="T8" fmla="*/ 1813 w 116"/>
                  <a:gd name="T9" fmla="*/ 38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49">
                    <a:moveTo>
                      <a:pt x="0" y="44"/>
                    </a:move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42" y="22"/>
                      <a:pt x="53" y="15"/>
                    </a:cubicBezTo>
                    <a:cubicBezTo>
                      <a:pt x="64" y="9"/>
                      <a:pt x="74" y="0"/>
                      <a:pt x="87" y="2"/>
                    </a:cubicBezTo>
                    <a:cubicBezTo>
                      <a:pt x="99" y="3"/>
                      <a:pt x="112" y="11"/>
                      <a:pt x="116" y="2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2" name="Freeform 34">
                <a:extLst>
                  <a:ext uri="{FF2B5EF4-FFF2-40B4-BE49-F238E27FC236}">
                    <a16:creationId xmlns:a16="http://schemas.microsoft.com/office/drawing/2014/main" id="{A47383B1-C6C9-4E4D-8243-8824795AB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120"/>
                <a:ext cx="225" cy="200"/>
              </a:xfrm>
              <a:custGeom>
                <a:avLst/>
                <a:gdLst>
                  <a:gd name="T0" fmla="*/ 20 w 90"/>
                  <a:gd name="T1" fmla="*/ 1421 h 75"/>
                  <a:gd name="T2" fmla="*/ 188 w 90"/>
                  <a:gd name="T3" fmla="*/ 704 h 75"/>
                  <a:gd name="T4" fmla="*/ 550 w 90"/>
                  <a:gd name="T5" fmla="*/ 376 h 75"/>
                  <a:gd name="T6" fmla="*/ 988 w 90"/>
                  <a:gd name="T7" fmla="*/ 456 h 75"/>
                  <a:gd name="T8" fmla="*/ 1238 w 90"/>
                  <a:gd name="T9" fmla="*/ 533 h 75"/>
                  <a:gd name="T10" fmla="*/ 1300 w 90"/>
                  <a:gd name="T11" fmla="*/ 819 h 75"/>
                  <a:gd name="T12" fmla="*/ 1283 w 90"/>
                  <a:gd name="T13" fmla="*/ 1080 h 75"/>
                  <a:gd name="T14" fmla="*/ 1395 w 90"/>
                  <a:gd name="T15" fmla="*/ 568 h 75"/>
                  <a:gd name="T16" fmla="*/ 1083 w 90"/>
                  <a:gd name="T17" fmla="*/ 77 h 75"/>
                  <a:gd name="T18" fmla="*/ 563 w 90"/>
                  <a:gd name="T19" fmla="*/ 56 h 75"/>
                  <a:gd name="T20" fmla="*/ 313 w 90"/>
                  <a:gd name="T21" fmla="*/ 192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5">
                    <a:moveTo>
                      <a:pt x="1" y="75"/>
                    </a:moveTo>
                    <a:cubicBezTo>
                      <a:pt x="0" y="70"/>
                      <a:pt x="4" y="48"/>
                      <a:pt x="12" y="37"/>
                    </a:cubicBezTo>
                    <a:cubicBezTo>
                      <a:pt x="20" y="26"/>
                      <a:pt x="29" y="17"/>
                      <a:pt x="35" y="20"/>
                    </a:cubicBezTo>
                    <a:cubicBezTo>
                      <a:pt x="45" y="23"/>
                      <a:pt x="52" y="24"/>
                      <a:pt x="63" y="24"/>
                    </a:cubicBezTo>
                    <a:cubicBezTo>
                      <a:pt x="73" y="23"/>
                      <a:pt x="76" y="23"/>
                      <a:pt x="79" y="28"/>
                    </a:cubicBezTo>
                    <a:cubicBezTo>
                      <a:pt x="82" y="34"/>
                      <a:pt x="83" y="43"/>
                      <a:pt x="83" y="43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6" y="47"/>
                      <a:pt x="90" y="44"/>
                      <a:pt x="89" y="30"/>
                    </a:cubicBezTo>
                    <a:cubicBezTo>
                      <a:pt x="87" y="15"/>
                      <a:pt x="77" y="8"/>
                      <a:pt x="69" y="4"/>
                    </a:cubicBezTo>
                    <a:cubicBezTo>
                      <a:pt x="60" y="0"/>
                      <a:pt x="50" y="0"/>
                      <a:pt x="36" y="3"/>
                    </a:cubicBezTo>
                    <a:cubicBezTo>
                      <a:pt x="31" y="4"/>
                      <a:pt x="20" y="10"/>
                      <a:pt x="20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3" name="Freeform 35">
                <a:extLst>
                  <a:ext uri="{FF2B5EF4-FFF2-40B4-BE49-F238E27FC236}">
                    <a16:creationId xmlns:a16="http://schemas.microsoft.com/office/drawing/2014/main" id="{337C59A1-DB9A-4350-92D4-7DEAF0095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195"/>
                <a:ext cx="62" cy="157"/>
              </a:xfrm>
              <a:custGeom>
                <a:avLst/>
                <a:gdLst>
                  <a:gd name="T0" fmla="*/ 320 w 25"/>
                  <a:gd name="T1" fmla="*/ 56 h 59"/>
                  <a:gd name="T2" fmla="*/ 154 w 25"/>
                  <a:gd name="T3" fmla="*/ 511 h 59"/>
                  <a:gd name="T4" fmla="*/ 30 w 25"/>
                  <a:gd name="T5" fmla="*/ 942 h 59"/>
                  <a:gd name="T6" fmla="*/ 154 w 25"/>
                  <a:gd name="T7" fmla="*/ 1112 h 59"/>
                  <a:gd name="T8" fmla="*/ 196 w 25"/>
                  <a:gd name="T9" fmla="*/ 865 h 59"/>
                  <a:gd name="T10" fmla="*/ 370 w 25"/>
                  <a:gd name="T11" fmla="*/ 375 h 59"/>
                  <a:gd name="T12" fmla="*/ 308 w 25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9">
                    <a:moveTo>
                      <a:pt x="21" y="3"/>
                    </a:moveTo>
                    <a:cubicBezTo>
                      <a:pt x="22" y="13"/>
                      <a:pt x="14" y="23"/>
                      <a:pt x="10" y="27"/>
                    </a:cubicBezTo>
                    <a:cubicBezTo>
                      <a:pt x="7" y="31"/>
                      <a:pt x="0" y="43"/>
                      <a:pt x="2" y="50"/>
                    </a:cubicBezTo>
                    <a:cubicBezTo>
                      <a:pt x="5" y="57"/>
                      <a:pt x="10" y="59"/>
                      <a:pt x="10" y="59"/>
                    </a:cubicBezTo>
                    <a:cubicBezTo>
                      <a:pt x="10" y="59"/>
                      <a:pt x="10" y="54"/>
                      <a:pt x="13" y="46"/>
                    </a:cubicBezTo>
                    <a:cubicBezTo>
                      <a:pt x="17" y="38"/>
                      <a:pt x="25" y="27"/>
                      <a:pt x="24" y="20"/>
                    </a:cubicBezTo>
                    <a:cubicBezTo>
                      <a:pt x="23" y="13"/>
                      <a:pt x="20" y="0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4" name="Freeform 36">
                <a:extLst>
                  <a:ext uri="{FF2B5EF4-FFF2-40B4-BE49-F238E27FC236}">
                    <a16:creationId xmlns:a16="http://schemas.microsoft.com/office/drawing/2014/main" id="{9C86E374-68A5-4DCF-A8E0-985C6EEE8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149"/>
                <a:ext cx="280" cy="262"/>
              </a:xfrm>
              <a:custGeom>
                <a:avLst/>
                <a:gdLst>
                  <a:gd name="T0" fmla="*/ 1750 w 112"/>
                  <a:gd name="T1" fmla="*/ 1473 h 98"/>
                  <a:gd name="T2" fmla="*/ 1063 w 112"/>
                  <a:gd name="T3" fmla="*/ 1850 h 98"/>
                  <a:gd name="T4" fmla="*/ 750 w 112"/>
                  <a:gd name="T5" fmla="*/ 1722 h 98"/>
                  <a:gd name="T6" fmla="*/ 438 w 112"/>
                  <a:gd name="T7" fmla="*/ 1588 h 98"/>
                  <a:gd name="T8" fmla="*/ 158 w 112"/>
                  <a:gd name="T9" fmla="*/ 1494 h 98"/>
                  <a:gd name="T10" fmla="*/ 20 w 112"/>
                  <a:gd name="T11" fmla="*/ 1085 h 98"/>
                  <a:gd name="T12" fmla="*/ 125 w 112"/>
                  <a:gd name="T13" fmla="*/ 594 h 98"/>
                  <a:gd name="T14" fmla="*/ 688 w 112"/>
                  <a:gd name="T15" fmla="*/ 56 h 98"/>
                  <a:gd name="T16" fmla="*/ 1083 w 112"/>
                  <a:gd name="T17" fmla="*/ 21 h 98"/>
                  <a:gd name="T18" fmla="*/ 1438 w 112"/>
                  <a:gd name="T19" fmla="*/ 307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98">
                    <a:moveTo>
                      <a:pt x="112" y="77"/>
                    </a:moveTo>
                    <a:cubicBezTo>
                      <a:pt x="105" y="83"/>
                      <a:pt x="78" y="98"/>
                      <a:pt x="68" y="97"/>
                    </a:cubicBezTo>
                    <a:cubicBezTo>
                      <a:pt x="58" y="97"/>
                      <a:pt x="55" y="93"/>
                      <a:pt x="48" y="90"/>
                    </a:cubicBezTo>
                    <a:cubicBezTo>
                      <a:pt x="40" y="87"/>
                      <a:pt x="37" y="85"/>
                      <a:pt x="28" y="83"/>
                    </a:cubicBezTo>
                    <a:cubicBezTo>
                      <a:pt x="26" y="82"/>
                      <a:pt x="16" y="82"/>
                      <a:pt x="10" y="78"/>
                    </a:cubicBezTo>
                    <a:cubicBezTo>
                      <a:pt x="4" y="74"/>
                      <a:pt x="0" y="65"/>
                      <a:pt x="1" y="57"/>
                    </a:cubicBezTo>
                    <a:cubicBezTo>
                      <a:pt x="1" y="48"/>
                      <a:pt x="0" y="46"/>
                      <a:pt x="8" y="31"/>
                    </a:cubicBezTo>
                    <a:cubicBezTo>
                      <a:pt x="15" y="17"/>
                      <a:pt x="36" y="7"/>
                      <a:pt x="44" y="3"/>
                    </a:cubicBezTo>
                    <a:cubicBezTo>
                      <a:pt x="52" y="0"/>
                      <a:pt x="54" y="0"/>
                      <a:pt x="69" y="1"/>
                    </a:cubicBezTo>
                    <a:cubicBezTo>
                      <a:pt x="83" y="2"/>
                      <a:pt x="85" y="8"/>
                      <a:pt x="92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5" name="Freeform 37">
                <a:extLst>
                  <a:ext uri="{FF2B5EF4-FFF2-40B4-BE49-F238E27FC236}">
                    <a16:creationId xmlns:a16="http://schemas.microsoft.com/office/drawing/2014/main" id="{27E68844-22AC-4FAC-8776-ED0102C05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76"/>
                <a:ext cx="172" cy="53"/>
              </a:xfrm>
              <a:custGeom>
                <a:avLst/>
                <a:gdLst>
                  <a:gd name="T0" fmla="*/ 1069 w 69"/>
                  <a:gd name="T1" fmla="*/ 204 h 20"/>
                  <a:gd name="T2" fmla="*/ 853 w 69"/>
                  <a:gd name="T3" fmla="*/ 315 h 20"/>
                  <a:gd name="T4" fmla="*/ 558 w 69"/>
                  <a:gd name="T5" fmla="*/ 260 h 20"/>
                  <a:gd name="T6" fmla="*/ 217 w 69"/>
                  <a:gd name="T7" fmla="*/ 204 h 20"/>
                  <a:gd name="T8" fmla="*/ 0 w 6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20">
                    <a:moveTo>
                      <a:pt x="69" y="11"/>
                    </a:moveTo>
                    <a:cubicBezTo>
                      <a:pt x="69" y="11"/>
                      <a:pt x="62" y="14"/>
                      <a:pt x="55" y="17"/>
                    </a:cubicBezTo>
                    <a:cubicBezTo>
                      <a:pt x="47" y="20"/>
                      <a:pt x="46" y="15"/>
                      <a:pt x="36" y="14"/>
                    </a:cubicBezTo>
                    <a:cubicBezTo>
                      <a:pt x="26" y="12"/>
                      <a:pt x="25" y="12"/>
                      <a:pt x="14" y="11"/>
                    </a:cubicBezTo>
                    <a:cubicBezTo>
                      <a:pt x="8" y="8"/>
                      <a:pt x="4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6" name="Freeform 38">
                <a:extLst>
                  <a:ext uri="{FF2B5EF4-FFF2-40B4-BE49-F238E27FC236}">
                    <a16:creationId xmlns:a16="http://schemas.microsoft.com/office/drawing/2014/main" id="{F8D1A41F-AC9C-4421-A427-1262B318E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288"/>
                <a:ext cx="138" cy="117"/>
              </a:xfrm>
              <a:custGeom>
                <a:avLst/>
                <a:gdLst>
                  <a:gd name="T0" fmla="*/ 0 w 55"/>
                  <a:gd name="T1" fmla="*/ 0 h 44"/>
                  <a:gd name="T2" fmla="*/ 284 w 55"/>
                  <a:gd name="T3" fmla="*/ 524 h 44"/>
                  <a:gd name="T4" fmla="*/ 868 w 55"/>
                  <a:gd name="T5" fmla="*/ 75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44">
                    <a:moveTo>
                      <a:pt x="0" y="0"/>
                    </a:moveTo>
                    <a:cubicBezTo>
                      <a:pt x="0" y="8"/>
                      <a:pt x="10" y="19"/>
                      <a:pt x="18" y="28"/>
                    </a:cubicBezTo>
                    <a:cubicBezTo>
                      <a:pt x="27" y="36"/>
                      <a:pt x="42" y="44"/>
                      <a:pt x="55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7" name="Freeform 39">
                <a:extLst>
                  <a:ext uri="{FF2B5EF4-FFF2-40B4-BE49-F238E27FC236}">
                    <a16:creationId xmlns:a16="http://schemas.microsoft.com/office/drawing/2014/main" id="{829B4325-0A3A-48B9-B3BE-A79D3EA7A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163"/>
                <a:ext cx="200" cy="224"/>
              </a:xfrm>
              <a:custGeom>
                <a:avLst/>
                <a:gdLst>
                  <a:gd name="T0" fmla="*/ 1158 w 80"/>
                  <a:gd name="T1" fmla="*/ 0 h 84"/>
                  <a:gd name="T2" fmla="*/ 1063 w 80"/>
                  <a:gd name="T3" fmla="*/ 1045 h 84"/>
                  <a:gd name="T4" fmla="*/ 550 w 80"/>
                  <a:gd name="T5" fmla="*/ 1515 h 84"/>
                  <a:gd name="T6" fmla="*/ 0 w 80"/>
                  <a:gd name="T7" fmla="*/ 1421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84">
                    <a:moveTo>
                      <a:pt x="74" y="0"/>
                    </a:moveTo>
                    <a:cubicBezTo>
                      <a:pt x="80" y="12"/>
                      <a:pt x="80" y="38"/>
                      <a:pt x="68" y="55"/>
                    </a:cubicBezTo>
                    <a:cubicBezTo>
                      <a:pt x="56" y="73"/>
                      <a:pt x="46" y="80"/>
                      <a:pt x="35" y="80"/>
                    </a:cubicBezTo>
                    <a:cubicBezTo>
                      <a:pt x="24" y="79"/>
                      <a:pt x="9" y="84"/>
                      <a:pt x="0" y="7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8" name="Freeform 40">
                <a:extLst>
                  <a:ext uri="{FF2B5EF4-FFF2-40B4-BE49-F238E27FC236}">
                    <a16:creationId xmlns:a16="http://schemas.microsoft.com/office/drawing/2014/main" id="{72B72811-1427-4A7C-B4E6-0EA23025C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352"/>
                <a:ext cx="22" cy="19"/>
              </a:xfrm>
              <a:custGeom>
                <a:avLst/>
                <a:gdLst>
                  <a:gd name="T0" fmla="*/ 0 w 9"/>
                  <a:gd name="T1" fmla="*/ 0 h 7"/>
                  <a:gd name="T2" fmla="*/ 132 w 9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4"/>
                      <a:pt x="6" y="6"/>
                      <a:pt x="9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69" name="Freeform 41">
                <a:extLst>
                  <a:ext uri="{FF2B5EF4-FFF2-40B4-BE49-F238E27FC236}">
                    <a16:creationId xmlns:a16="http://schemas.microsoft.com/office/drawing/2014/main" id="{5E510162-A974-4A80-9237-3486F6E2C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187"/>
                <a:ext cx="15" cy="13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3"/>
                      <a:pt x="1" y="1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0" name="Freeform 42">
                <a:extLst>
                  <a:ext uri="{FF2B5EF4-FFF2-40B4-BE49-F238E27FC236}">
                    <a16:creationId xmlns:a16="http://schemas.microsoft.com/office/drawing/2014/main" id="{6A8CFCC8-D97E-44F3-B2B3-541CDDC73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200"/>
                <a:ext cx="125" cy="101"/>
              </a:xfrm>
              <a:custGeom>
                <a:avLst/>
                <a:gdLst>
                  <a:gd name="T0" fmla="*/ 113 w 50"/>
                  <a:gd name="T1" fmla="*/ 0 h 38"/>
                  <a:gd name="T2" fmla="*/ 438 w 50"/>
                  <a:gd name="T3" fmla="*/ 77 h 38"/>
                  <a:gd name="T4" fmla="*/ 625 w 50"/>
                  <a:gd name="T5" fmla="*/ 136 h 38"/>
                  <a:gd name="T6" fmla="*/ 720 w 50"/>
                  <a:gd name="T7" fmla="*/ 319 h 38"/>
                  <a:gd name="T8" fmla="*/ 458 w 50"/>
                  <a:gd name="T9" fmla="*/ 545 h 38"/>
                  <a:gd name="T10" fmla="*/ 113 w 50"/>
                  <a:gd name="T11" fmla="*/ 678 h 38"/>
                  <a:gd name="T12" fmla="*/ 113 w 50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8">
                    <a:moveTo>
                      <a:pt x="7" y="0"/>
                    </a:moveTo>
                    <a:cubicBezTo>
                      <a:pt x="11" y="4"/>
                      <a:pt x="20" y="6"/>
                      <a:pt x="28" y="4"/>
                    </a:cubicBezTo>
                    <a:cubicBezTo>
                      <a:pt x="36" y="1"/>
                      <a:pt x="33" y="2"/>
                      <a:pt x="40" y="7"/>
                    </a:cubicBezTo>
                    <a:cubicBezTo>
                      <a:pt x="48" y="12"/>
                      <a:pt x="50" y="14"/>
                      <a:pt x="46" y="17"/>
                    </a:cubicBezTo>
                    <a:cubicBezTo>
                      <a:pt x="41" y="21"/>
                      <a:pt x="36" y="28"/>
                      <a:pt x="29" y="29"/>
                    </a:cubicBezTo>
                    <a:cubicBezTo>
                      <a:pt x="22" y="31"/>
                      <a:pt x="13" y="38"/>
                      <a:pt x="7" y="36"/>
                    </a:cubicBezTo>
                    <a:cubicBezTo>
                      <a:pt x="2" y="35"/>
                      <a:pt x="0" y="12"/>
                      <a:pt x="7" y="0"/>
                    </a:cubicBezTo>
                    <a:close/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1" name="Freeform 43">
                <a:extLst>
                  <a:ext uri="{FF2B5EF4-FFF2-40B4-BE49-F238E27FC236}">
                    <a16:creationId xmlns:a16="http://schemas.microsoft.com/office/drawing/2014/main" id="{1138B7AB-7D76-4701-B885-3AEE01198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200"/>
                <a:ext cx="125" cy="101"/>
              </a:xfrm>
              <a:custGeom>
                <a:avLst/>
                <a:gdLst>
                  <a:gd name="T0" fmla="*/ 113 w 50"/>
                  <a:gd name="T1" fmla="*/ 0 h 38"/>
                  <a:gd name="T2" fmla="*/ 438 w 50"/>
                  <a:gd name="T3" fmla="*/ 77 h 38"/>
                  <a:gd name="T4" fmla="*/ 625 w 50"/>
                  <a:gd name="T5" fmla="*/ 136 h 38"/>
                  <a:gd name="T6" fmla="*/ 720 w 50"/>
                  <a:gd name="T7" fmla="*/ 319 h 38"/>
                  <a:gd name="T8" fmla="*/ 458 w 50"/>
                  <a:gd name="T9" fmla="*/ 545 h 38"/>
                  <a:gd name="T10" fmla="*/ 113 w 50"/>
                  <a:gd name="T11" fmla="*/ 678 h 38"/>
                  <a:gd name="T12" fmla="*/ 113 w 50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8">
                    <a:moveTo>
                      <a:pt x="7" y="0"/>
                    </a:moveTo>
                    <a:cubicBezTo>
                      <a:pt x="11" y="4"/>
                      <a:pt x="20" y="6"/>
                      <a:pt x="28" y="4"/>
                    </a:cubicBezTo>
                    <a:cubicBezTo>
                      <a:pt x="36" y="1"/>
                      <a:pt x="33" y="2"/>
                      <a:pt x="40" y="7"/>
                    </a:cubicBezTo>
                    <a:cubicBezTo>
                      <a:pt x="48" y="12"/>
                      <a:pt x="50" y="14"/>
                      <a:pt x="46" y="17"/>
                    </a:cubicBezTo>
                    <a:cubicBezTo>
                      <a:pt x="41" y="21"/>
                      <a:pt x="36" y="28"/>
                      <a:pt x="29" y="29"/>
                    </a:cubicBezTo>
                    <a:cubicBezTo>
                      <a:pt x="22" y="31"/>
                      <a:pt x="13" y="38"/>
                      <a:pt x="7" y="36"/>
                    </a:cubicBezTo>
                    <a:cubicBezTo>
                      <a:pt x="2" y="35"/>
                      <a:pt x="0" y="12"/>
                      <a:pt x="7" y="0"/>
                    </a:cubicBezTo>
                    <a:close/>
                  </a:path>
                </a:pathLst>
              </a:custGeom>
              <a:solidFill>
                <a:srgbClr val="A5C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2" name="Freeform 44">
                <a:extLst>
                  <a:ext uri="{FF2B5EF4-FFF2-40B4-BE49-F238E27FC236}">
                    <a16:creationId xmlns:a16="http://schemas.microsoft.com/office/drawing/2014/main" id="{0C163ED9-AECC-42D5-A8E7-032ACE53B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200"/>
                <a:ext cx="125" cy="101"/>
              </a:xfrm>
              <a:custGeom>
                <a:avLst/>
                <a:gdLst>
                  <a:gd name="T0" fmla="*/ 113 w 50"/>
                  <a:gd name="T1" fmla="*/ 0 h 38"/>
                  <a:gd name="T2" fmla="*/ 438 w 50"/>
                  <a:gd name="T3" fmla="*/ 77 h 38"/>
                  <a:gd name="T4" fmla="*/ 625 w 50"/>
                  <a:gd name="T5" fmla="*/ 136 h 38"/>
                  <a:gd name="T6" fmla="*/ 720 w 50"/>
                  <a:gd name="T7" fmla="*/ 319 h 38"/>
                  <a:gd name="T8" fmla="*/ 458 w 50"/>
                  <a:gd name="T9" fmla="*/ 545 h 38"/>
                  <a:gd name="T10" fmla="*/ 113 w 50"/>
                  <a:gd name="T11" fmla="*/ 678 h 38"/>
                  <a:gd name="T12" fmla="*/ 113 w 50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8">
                    <a:moveTo>
                      <a:pt x="7" y="0"/>
                    </a:moveTo>
                    <a:cubicBezTo>
                      <a:pt x="11" y="4"/>
                      <a:pt x="20" y="6"/>
                      <a:pt x="28" y="4"/>
                    </a:cubicBezTo>
                    <a:cubicBezTo>
                      <a:pt x="36" y="1"/>
                      <a:pt x="33" y="2"/>
                      <a:pt x="40" y="7"/>
                    </a:cubicBezTo>
                    <a:cubicBezTo>
                      <a:pt x="48" y="12"/>
                      <a:pt x="50" y="14"/>
                      <a:pt x="46" y="17"/>
                    </a:cubicBezTo>
                    <a:cubicBezTo>
                      <a:pt x="41" y="21"/>
                      <a:pt x="36" y="28"/>
                      <a:pt x="29" y="29"/>
                    </a:cubicBezTo>
                    <a:cubicBezTo>
                      <a:pt x="22" y="31"/>
                      <a:pt x="13" y="38"/>
                      <a:pt x="7" y="36"/>
                    </a:cubicBezTo>
                    <a:cubicBezTo>
                      <a:pt x="2" y="35"/>
                      <a:pt x="0" y="12"/>
                      <a:pt x="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3" name="Freeform 45">
                <a:extLst>
                  <a:ext uri="{FF2B5EF4-FFF2-40B4-BE49-F238E27FC236}">
                    <a16:creationId xmlns:a16="http://schemas.microsoft.com/office/drawing/2014/main" id="{528B66D8-5B57-45EE-8937-99DE0AEB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272"/>
                <a:ext cx="107" cy="75"/>
              </a:xfrm>
              <a:custGeom>
                <a:avLst/>
                <a:gdLst>
                  <a:gd name="T0" fmla="*/ 662 w 43"/>
                  <a:gd name="T1" fmla="*/ 0 h 28"/>
                  <a:gd name="T2" fmla="*/ 0 w 43"/>
                  <a:gd name="T3" fmla="*/ 402 h 28"/>
                  <a:gd name="T4" fmla="*/ 662 w 4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8">
                    <a:moveTo>
                      <a:pt x="43" y="0"/>
                    </a:moveTo>
                    <a:cubicBezTo>
                      <a:pt x="37" y="4"/>
                      <a:pt x="9" y="21"/>
                      <a:pt x="0" y="21"/>
                    </a:cubicBezTo>
                    <a:cubicBezTo>
                      <a:pt x="9" y="27"/>
                      <a:pt x="35" y="28"/>
                      <a:pt x="4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4" name="Freeform 46">
                <a:extLst>
                  <a:ext uri="{FF2B5EF4-FFF2-40B4-BE49-F238E27FC236}">
                    <a16:creationId xmlns:a16="http://schemas.microsoft.com/office/drawing/2014/main" id="{BDE50912-D5FE-493E-A801-4FF371CE7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808"/>
                <a:ext cx="133" cy="208"/>
              </a:xfrm>
              <a:custGeom>
                <a:avLst/>
                <a:gdLst>
                  <a:gd name="T0" fmla="*/ 743 w 53"/>
                  <a:gd name="T1" fmla="*/ 35 h 78"/>
                  <a:gd name="T2" fmla="*/ 755 w 53"/>
                  <a:gd name="T3" fmla="*/ 491 h 78"/>
                  <a:gd name="T4" fmla="*/ 208 w 53"/>
                  <a:gd name="T5" fmla="*/ 1480 h 78"/>
                  <a:gd name="T6" fmla="*/ 33 w 53"/>
                  <a:gd name="T7" fmla="*/ 1003 h 78"/>
                  <a:gd name="T8" fmla="*/ 743 w 53"/>
                  <a:gd name="T9" fmla="*/ 35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78">
                    <a:moveTo>
                      <a:pt x="47" y="2"/>
                    </a:moveTo>
                    <a:cubicBezTo>
                      <a:pt x="53" y="4"/>
                      <a:pt x="51" y="19"/>
                      <a:pt x="48" y="26"/>
                    </a:cubicBezTo>
                    <a:cubicBezTo>
                      <a:pt x="44" y="34"/>
                      <a:pt x="13" y="78"/>
                      <a:pt x="13" y="78"/>
                    </a:cubicBezTo>
                    <a:cubicBezTo>
                      <a:pt x="13" y="78"/>
                      <a:pt x="0" y="65"/>
                      <a:pt x="2" y="53"/>
                    </a:cubicBezTo>
                    <a:cubicBezTo>
                      <a:pt x="4" y="41"/>
                      <a:pt x="41" y="0"/>
                      <a:pt x="47" y="2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5" name="Freeform 47">
                <a:extLst>
                  <a:ext uri="{FF2B5EF4-FFF2-40B4-BE49-F238E27FC236}">
                    <a16:creationId xmlns:a16="http://schemas.microsoft.com/office/drawing/2014/main" id="{72415E58-B4DD-4738-9F91-CCF8DAEFF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808"/>
                <a:ext cx="133" cy="208"/>
              </a:xfrm>
              <a:custGeom>
                <a:avLst/>
                <a:gdLst>
                  <a:gd name="T0" fmla="*/ 743 w 53"/>
                  <a:gd name="T1" fmla="*/ 35 h 78"/>
                  <a:gd name="T2" fmla="*/ 755 w 53"/>
                  <a:gd name="T3" fmla="*/ 491 h 78"/>
                  <a:gd name="T4" fmla="*/ 208 w 53"/>
                  <a:gd name="T5" fmla="*/ 1480 h 78"/>
                  <a:gd name="T6" fmla="*/ 33 w 53"/>
                  <a:gd name="T7" fmla="*/ 1003 h 78"/>
                  <a:gd name="T8" fmla="*/ 743 w 53"/>
                  <a:gd name="T9" fmla="*/ 35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78">
                    <a:moveTo>
                      <a:pt x="47" y="2"/>
                    </a:moveTo>
                    <a:cubicBezTo>
                      <a:pt x="53" y="4"/>
                      <a:pt x="51" y="19"/>
                      <a:pt x="48" y="26"/>
                    </a:cubicBezTo>
                    <a:cubicBezTo>
                      <a:pt x="44" y="34"/>
                      <a:pt x="13" y="78"/>
                      <a:pt x="13" y="78"/>
                    </a:cubicBezTo>
                    <a:cubicBezTo>
                      <a:pt x="13" y="78"/>
                      <a:pt x="0" y="65"/>
                      <a:pt x="2" y="53"/>
                    </a:cubicBezTo>
                    <a:cubicBezTo>
                      <a:pt x="4" y="41"/>
                      <a:pt x="41" y="0"/>
                      <a:pt x="47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6" name="Freeform 48">
                <a:extLst>
                  <a:ext uri="{FF2B5EF4-FFF2-40B4-BE49-F238E27FC236}">
                    <a16:creationId xmlns:a16="http://schemas.microsoft.com/office/drawing/2014/main" id="{DF0463FB-D251-46D3-AC06-1A48B30C6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856"/>
                <a:ext cx="220" cy="152"/>
              </a:xfrm>
              <a:custGeom>
                <a:avLst/>
                <a:gdLst>
                  <a:gd name="T0" fmla="*/ 1250 w 88"/>
                  <a:gd name="T1" fmla="*/ 797 h 57"/>
                  <a:gd name="T2" fmla="*/ 1363 w 88"/>
                  <a:gd name="T3" fmla="*/ 947 h 57"/>
                  <a:gd name="T4" fmla="*/ 1113 w 88"/>
                  <a:gd name="T5" fmla="*/ 1080 h 57"/>
                  <a:gd name="T6" fmla="*/ 750 w 88"/>
                  <a:gd name="T7" fmla="*/ 832 h 57"/>
                  <a:gd name="T8" fmla="*/ 250 w 88"/>
                  <a:gd name="T9" fmla="*/ 397 h 57"/>
                  <a:gd name="T10" fmla="*/ 50 w 88"/>
                  <a:gd name="T11" fmla="*/ 56 h 57"/>
                  <a:gd name="T12" fmla="*/ 363 w 88"/>
                  <a:gd name="T13" fmla="*/ 77 h 57"/>
                  <a:gd name="T14" fmla="*/ 500 w 88"/>
                  <a:gd name="T15" fmla="*/ 149 h 57"/>
                  <a:gd name="T16" fmla="*/ 875 w 88"/>
                  <a:gd name="T17" fmla="*/ 435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57">
                    <a:moveTo>
                      <a:pt x="80" y="42"/>
                    </a:moveTo>
                    <a:cubicBezTo>
                      <a:pt x="84" y="43"/>
                      <a:pt x="87" y="48"/>
                      <a:pt x="87" y="50"/>
                    </a:cubicBezTo>
                    <a:cubicBezTo>
                      <a:pt x="88" y="52"/>
                      <a:pt x="78" y="57"/>
                      <a:pt x="71" y="57"/>
                    </a:cubicBezTo>
                    <a:cubicBezTo>
                      <a:pt x="64" y="57"/>
                      <a:pt x="48" y="44"/>
                      <a:pt x="48" y="44"/>
                    </a:cubicBezTo>
                    <a:cubicBezTo>
                      <a:pt x="48" y="44"/>
                      <a:pt x="22" y="24"/>
                      <a:pt x="16" y="21"/>
                    </a:cubicBezTo>
                    <a:cubicBezTo>
                      <a:pt x="11" y="18"/>
                      <a:pt x="0" y="6"/>
                      <a:pt x="3" y="3"/>
                    </a:cubicBezTo>
                    <a:cubicBezTo>
                      <a:pt x="7" y="0"/>
                      <a:pt x="18" y="3"/>
                      <a:pt x="23" y="4"/>
                    </a:cubicBezTo>
                    <a:cubicBezTo>
                      <a:pt x="28" y="6"/>
                      <a:pt x="32" y="8"/>
                      <a:pt x="32" y="8"/>
                    </a:cubicBezTo>
                    <a:cubicBezTo>
                      <a:pt x="56" y="23"/>
                      <a:pt x="56" y="23"/>
                      <a:pt x="56" y="23"/>
                    </a:cubicBezTo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7" name="Freeform 49">
                <a:extLst>
                  <a:ext uri="{FF2B5EF4-FFF2-40B4-BE49-F238E27FC236}">
                    <a16:creationId xmlns:a16="http://schemas.microsoft.com/office/drawing/2014/main" id="{0BC5ED14-16CA-4C36-8022-9A89CCEB5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856"/>
                <a:ext cx="220" cy="152"/>
              </a:xfrm>
              <a:custGeom>
                <a:avLst/>
                <a:gdLst>
                  <a:gd name="T0" fmla="*/ 1250 w 88"/>
                  <a:gd name="T1" fmla="*/ 797 h 57"/>
                  <a:gd name="T2" fmla="*/ 1363 w 88"/>
                  <a:gd name="T3" fmla="*/ 947 h 57"/>
                  <a:gd name="T4" fmla="*/ 1113 w 88"/>
                  <a:gd name="T5" fmla="*/ 1080 h 57"/>
                  <a:gd name="T6" fmla="*/ 750 w 88"/>
                  <a:gd name="T7" fmla="*/ 832 h 57"/>
                  <a:gd name="T8" fmla="*/ 250 w 88"/>
                  <a:gd name="T9" fmla="*/ 397 h 57"/>
                  <a:gd name="T10" fmla="*/ 50 w 88"/>
                  <a:gd name="T11" fmla="*/ 56 h 57"/>
                  <a:gd name="T12" fmla="*/ 363 w 88"/>
                  <a:gd name="T13" fmla="*/ 77 h 57"/>
                  <a:gd name="T14" fmla="*/ 500 w 88"/>
                  <a:gd name="T15" fmla="*/ 149 h 57"/>
                  <a:gd name="T16" fmla="*/ 875 w 88"/>
                  <a:gd name="T17" fmla="*/ 435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57">
                    <a:moveTo>
                      <a:pt x="80" y="42"/>
                    </a:moveTo>
                    <a:cubicBezTo>
                      <a:pt x="84" y="43"/>
                      <a:pt x="87" y="48"/>
                      <a:pt x="87" y="50"/>
                    </a:cubicBezTo>
                    <a:cubicBezTo>
                      <a:pt x="88" y="52"/>
                      <a:pt x="78" y="57"/>
                      <a:pt x="71" y="57"/>
                    </a:cubicBezTo>
                    <a:cubicBezTo>
                      <a:pt x="64" y="57"/>
                      <a:pt x="48" y="44"/>
                      <a:pt x="48" y="44"/>
                    </a:cubicBezTo>
                    <a:cubicBezTo>
                      <a:pt x="48" y="44"/>
                      <a:pt x="22" y="24"/>
                      <a:pt x="16" y="21"/>
                    </a:cubicBezTo>
                    <a:cubicBezTo>
                      <a:pt x="11" y="18"/>
                      <a:pt x="0" y="6"/>
                      <a:pt x="3" y="3"/>
                    </a:cubicBezTo>
                    <a:cubicBezTo>
                      <a:pt x="7" y="0"/>
                      <a:pt x="18" y="3"/>
                      <a:pt x="23" y="4"/>
                    </a:cubicBezTo>
                    <a:cubicBezTo>
                      <a:pt x="28" y="6"/>
                      <a:pt x="32" y="8"/>
                      <a:pt x="32" y="8"/>
                    </a:cubicBezTo>
                    <a:cubicBezTo>
                      <a:pt x="56" y="23"/>
                      <a:pt x="56" y="23"/>
                      <a:pt x="56" y="2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8" name="Freeform 50">
                <a:extLst>
                  <a:ext uri="{FF2B5EF4-FFF2-40B4-BE49-F238E27FC236}">
                    <a16:creationId xmlns:a16="http://schemas.microsoft.com/office/drawing/2014/main" id="{2716D9FC-2344-4B53-B8B1-60E80717B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176"/>
                <a:ext cx="90" cy="109"/>
              </a:xfrm>
              <a:custGeom>
                <a:avLst/>
                <a:gdLst>
                  <a:gd name="T0" fmla="*/ 113 w 36"/>
                  <a:gd name="T1" fmla="*/ 734 h 41"/>
                  <a:gd name="T2" fmla="*/ 33 w 36"/>
                  <a:gd name="T3" fmla="*/ 524 h 41"/>
                  <a:gd name="T4" fmla="*/ 313 w 36"/>
                  <a:gd name="T5" fmla="*/ 35 h 41"/>
                  <a:gd name="T6" fmla="*/ 550 w 36"/>
                  <a:gd name="T7" fmla="*/ 77 h 41"/>
                  <a:gd name="T8" fmla="*/ 438 w 36"/>
                  <a:gd name="T9" fmla="*/ 319 h 41"/>
                  <a:gd name="T10" fmla="*/ 363 w 36"/>
                  <a:gd name="T11" fmla="*/ 303 h 41"/>
                  <a:gd name="T12" fmla="*/ 270 w 36"/>
                  <a:gd name="T13" fmla="*/ 465 h 41"/>
                  <a:gd name="T14" fmla="*/ 313 w 36"/>
                  <a:gd name="T15" fmla="*/ 566 h 41"/>
                  <a:gd name="T16" fmla="*/ 113 w 36"/>
                  <a:gd name="T17" fmla="*/ 734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1">
                    <a:moveTo>
                      <a:pt x="7" y="39"/>
                    </a:moveTo>
                    <a:cubicBezTo>
                      <a:pt x="5" y="36"/>
                      <a:pt x="3" y="32"/>
                      <a:pt x="2" y="28"/>
                    </a:cubicBezTo>
                    <a:cubicBezTo>
                      <a:pt x="0" y="16"/>
                      <a:pt x="7" y="4"/>
                      <a:pt x="20" y="2"/>
                    </a:cubicBezTo>
                    <a:cubicBezTo>
                      <a:pt x="25" y="0"/>
                      <a:pt x="30" y="1"/>
                      <a:pt x="35" y="4"/>
                    </a:cubicBezTo>
                    <a:cubicBezTo>
                      <a:pt x="36" y="8"/>
                      <a:pt x="32" y="16"/>
                      <a:pt x="28" y="17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7"/>
                      <a:pt x="16" y="21"/>
                      <a:pt x="17" y="25"/>
                    </a:cubicBezTo>
                    <a:cubicBezTo>
                      <a:pt x="18" y="27"/>
                      <a:pt x="19" y="29"/>
                      <a:pt x="20" y="30"/>
                    </a:cubicBezTo>
                    <a:cubicBezTo>
                      <a:pt x="22" y="33"/>
                      <a:pt x="13" y="41"/>
                      <a:pt x="7" y="39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79" name="Freeform 51">
                <a:extLst>
                  <a:ext uri="{FF2B5EF4-FFF2-40B4-BE49-F238E27FC236}">
                    <a16:creationId xmlns:a16="http://schemas.microsoft.com/office/drawing/2014/main" id="{39699109-2B42-4A85-8584-3CE81E398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176"/>
                <a:ext cx="90" cy="109"/>
              </a:xfrm>
              <a:custGeom>
                <a:avLst/>
                <a:gdLst>
                  <a:gd name="T0" fmla="*/ 113 w 36"/>
                  <a:gd name="T1" fmla="*/ 734 h 41"/>
                  <a:gd name="T2" fmla="*/ 33 w 36"/>
                  <a:gd name="T3" fmla="*/ 524 h 41"/>
                  <a:gd name="T4" fmla="*/ 313 w 36"/>
                  <a:gd name="T5" fmla="*/ 35 h 41"/>
                  <a:gd name="T6" fmla="*/ 550 w 36"/>
                  <a:gd name="T7" fmla="*/ 77 h 41"/>
                  <a:gd name="T8" fmla="*/ 438 w 36"/>
                  <a:gd name="T9" fmla="*/ 319 h 41"/>
                  <a:gd name="T10" fmla="*/ 363 w 36"/>
                  <a:gd name="T11" fmla="*/ 303 h 41"/>
                  <a:gd name="T12" fmla="*/ 270 w 36"/>
                  <a:gd name="T13" fmla="*/ 465 h 41"/>
                  <a:gd name="T14" fmla="*/ 313 w 36"/>
                  <a:gd name="T15" fmla="*/ 566 h 41"/>
                  <a:gd name="T16" fmla="*/ 113 w 36"/>
                  <a:gd name="T17" fmla="*/ 734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1">
                    <a:moveTo>
                      <a:pt x="7" y="39"/>
                    </a:moveTo>
                    <a:cubicBezTo>
                      <a:pt x="5" y="36"/>
                      <a:pt x="3" y="32"/>
                      <a:pt x="2" y="28"/>
                    </a:cubicBezTo>
                    <a:cubicBezTo>
                      <a:pt x="0" y="16"/>
                      <a:pt x="7" y="4"/>
                      <a:pt x="20" y="2"/>
                    </a:cubicBezTo>
                    <a:cubicBezTo>
                      <a:pt x="25" y="0"/>
                      <a:pt x="30" y="1"/>
                      <a:pt x="35" y="4"/>
                    </a:cubicBezTo>
                    <a:cubicBezTo>
                      <a:pt x="36" y="8"/>
                      <a:pt x="32" y="16"/>
                      <a:pt x="28" y="17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7"/>
                      <a:pt x="16" y="21"/>
                      <a:pt x="17" y="25"/>
                    </a:cubicBezTo>
                    <a:cubicBezTo>
                      <a:pt x="18" y="27"/>
                      <a:pt x="19" y="29"/>
                      <a:pt x="20" y="30"/>
                    </a:cubicBezTo>
                    <a:cubicBezTo>
                      <a:pt x="22" y="33"/>
                      <a:pt x="13" y="41"/>
                      <a:pt x="7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0" name="Freeform 52">
                <a:extLst>
                  <a:ext uri="{FF2B5EF4-FFF2-40B4-BE49-F238E27FC236}">
                    <a16:creationId xmlns:a16="http://schemas.microsoft.com/office/drawing/2014/main" id="{44511BA8-D1F5-4115-B9D8-DEB86C352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59"/>
                <a:ext cx="70" cy="117"/>
              </a:xfrm>
              <a:custGeom>
                <a:avLst/>
                <a:gdLst>
                  <a:gd name="T0" fmla="*/ 283 w 28"/>
                  <a:gd name="T1" fmla="*/ 827 h 44"/>
                  <a:gd name="T2" fmla="*/ 145 w 28"/>
                  <a:gd name="T3" fmla="*/ 694 h 44"/>
                  <a:gd name="T4" fmla="*/ 175 w 28"/>
                  <a:gd name="T5" fmla="*/ 93 h 44"/>
                  <a:gd name="T6" fmla="*/ 395 w 28"/>
                  <a:gd name="T7" fmla="*/ 0 h 44"/>
                  <a:gd name="T8" fmla="*/ 408 w 28"/>
                  <a:gd name="T9" fmla="*/ 282 h 44"/>
                  <a:gd name="T10" fmla="*/ 333 w 28"/>
                  <a:gd name="T11" fmla="*/ 319 h 44"/>
                  <a:gd name="T12" fmla="*/ 313 w 28"/>
                  <a:gd name="T13" fmla="*/ 508 h 44"/>
                  <a:gd name="T14" fmla="*/ 395 w 28"/>
                  <a:gd name="T15" fmla="*/ 545 h 44"/>
                  <a:gd name="T16" fmla="*/ 283 w 28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4">
                    <a:moveTo>
                      <a:pt x="18" y="44"/>
                    </a:moveTo>
                    <a:cubicBezTo>
                      <a:pt x="15" y="42"/>
                      <a:pt x="11" y="40"/>
                      <a:pt x="9" y="37"/>
                    </a:cubicBezTo>
                    <a:cubicBezTo>
                      <a:pt x="0" y="28"/>
                      <a:pt x="1" y="14"/>
                      <a:pt x="11" y="5"/>
                    </a:cubicBezTo>
                    <a:cubicBezTo>
                      <a:pt x="15" y="2"/>
                      <a:pt x="20" y="0"/>
                      <a:pt x="25" y="0"/>
                    </a:cubicBezTo>
                    <a:cubicBezTo>
                      <a:pt x="28" y="2"/>
                      <a:pt x="28" y="12"/>
                      <a:pt x="26" y="15"/>
                    </a:cubicBezTo>
                    <a:cubicBezTo>
                      <a:pt x="24" y="15"/>
                      <a:pt x="22" y="15"/>
                      <a:pt x="21" y="17"/>
                    </a:cubicBezTo>
                    <a:cubicBezTo>
                      <a:pt x="18" y="19"/>
                      <a:pt x="17" y="24"/>
                      <a:pt x="20" y="27"/>
                    </a:cubicBezTo>
                    <a:cubicBezTo>
                      <a:pt x="21" y="29"/>
                      <a:pt x="23" y="29"/>
                      <a:pt x="25" y="29"/>
                    </a:cubicBezTo>
                    <a:cubicBezTo>
                      <a:pt x="28" y="32"/>
                      <a:pt x="24" y="42"/>
                      <a:pt x="18" y="4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1" name="Freeform 53">
                <a:extLst>
                  <a:ext uri="{FF2B5EF4-FFF2-40B4-BE49-F238E27FC236}">
                    <a16:creationId xmlns:a16="http://schemas.microsoft.com/office/drawing/2014/main" id="{AD10F4C6-4134-49BB-BDCB-FA6870389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59"/>
                <a:ext cx="70" cy="117"/>
              </a:xfrm>
              <a:custGeom>
                <a:avLst/>
                <a:gdLst>
                  <a:gd name="T0" fmla="*/ 283 w 28"/>
                  <a:gd name="T1" fmla="*/ 827 h 44"/>
                  <a:gd name="T2" fmla="*/ 145 w 28"/>
                  <a:gd name="T3" fmla="*/ 694 h 44"/>
                  <a:gd name="T4" fmla="*/ 175 w 28"/>
                  <a:gd name="T5" fmla="*/ 93 h 44"/>
                  <a:gd name="T6" fmla="*/ 395 w 28"/>
                  <a:gd name="T7" fmla="*/ 0 h 44"/>
                  <a:gd name="T8" fmla="*/ 408 w 28"/>
                  <a:gd name="T9" fmla="*/ 282 h 44"/>
                  <a:gd name="T10" fmla="*/ 333 w 28"/>
                  <a:gd name="T11" fmla="*/ 319 h 44"/>
                  <a:gd name="T12" fmla="*/ 313 w 28"/>
                  <a:gd name="T13" fmla="*/ 508 h 44"/>
                  <a:gd name="T14" fmla="*/ 395 w 28"/>
                  <a:gd name="T15" fmla="*/ 545 h 44"/>
                  <a:gd name="T16" fmla="*/ 283 w 28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4">
                    <a:moveTo>
                      <a:pt x="18" y="44"/>
                    </a:moveTo>
                    <a:cubicBezTo>
                      <a:pt x="15" y="42"/>
                      <a:pt x="11" y="40"/>
                      <a:pt x="9" y="37"/>
                    </a:cubicBezTo>
                    <a:cubicBezTo>
                      <a:pt x="0" y="28"/>
                      <a:pt x="1" y="14"/>
                      <a:pt x="11" y="5"/>
                    </a:cubicBezTo>
                    <a:cubicBezTo>
                      <a:pt x="15" y="2"/>
                      <a:pt x="20" y="0"/>
                      <a:pt x="25" y="0"/>
                    </a:cubicBezTo>
                    <a:cubicBezTo>
                      <a:pt x="28" y="2"/>
                      <a:pt x="28" y="12"/>
                      <a:pt x="26" y="15"/>
                    </a:cubicBezTo>
                    <a:cubicBezTo>
                      <a:pt x="24" y="15"/>
                      <a:pt x="22" y="15"/>
                      <a:pt x="21" y="17"/>
                    </a:cubicBezTo>
                    <a:cubicBezTo>
                      <a:pt x="18" y="19"/>
                      <a:pt x="17" y="24"/>
                      <a:pt x="20" y="27"/>
                    </a:cubicBezTo>
                    <a:cubicBezTo>
                      <a:pt x="21" y="29"/>
                      <a:pt x="23" y="29"/>
                      <a:pt x="25" y="29"/>
                    </a:cubicBezTo>
                    <a:cubicBezTo>
                      <a:pt x="28" y="32"/>
                      <a:pt x="24" y="42"/>
                      <a:pt x="18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2" name="Freeform 54">
                <a:extLst>
                  <a:ext uri="{FF2B5EF4-FFF2-40B4-BE49-F238E27FC236}">
                    <a16:creationId xmlns:a16="http://schemas.microsoft.com/office/drawing/2014/main" id="{CDB290A9-798F-45A3-B10F-9AB5A9CD1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243"/>
                <a:ext cx="70" cy="117"/>
              </a:xfrm>
              <a:custGeom>
                <a:avLst/>
                <a:gdLst>
                  <a:gd name="T0" fmla="*/ 283 w 28"/>
                  <a:gd name="T1" fmla="*/ 827 h 44"/>
                  <a:gd name="T2" fmla="*/ 125 w 28"/>
                  <a:gd name="T3" fmla="*/ 694 h 44"/>
                  <a:gd name="T4" fmla="*/ 158 w 28"/>
                  <a:gd name="T5" fmla="*/ 114 h 44"/>
                  <a:gd name="T6" fmla="*/ 375 w 28"/>
                  <a:gd name="T7" fmla="*/ 0 h 44"/>
                  <a:gd name="T8" fmla="*/ 408 w 28"/>
                  <a:gd name="T9" fmla="*/ 282 h 44"/>
                  <a:gd name="T10" fmla="*/ 313 w 28"/>
                  <a:gd name="T11" fmla="*/ 319 h 44"/>
                  <a:gd name="T12" fmla="*/ 313 w 28"/>
                  <a:gd name="T13" fmla="*/ 508 h 44"/>
                  <a:gd name="T14" fmla="*/ 395 w 28"/>
                  <a:gd name="T15" fmla="*/ 566 h 44"/>
                  <a:gd name="T16" fmla="*/ 283 w 28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4">
                    <a:moveTo>
                      <a:pt x="18" y="44"/>
                    </a:moveTo>
                    <a:cubicBezTo>
                      <a:pt x="14" y="43"/>
                      <a:pt x="11" y="41"/>
                      <a:pt x="8" y="37"/>
                    </a:cubicBezTo>
                    <a:cubicBezTo>
                      <a:pt x="0" y="28"/>
                      <a:pt x="1" y="14"/>
                      <a:pt x="10" y="6"/>
                    </a:cubicBezTo>
                    <a:cubicBezTo>
                      <a:pt x="14" y="2"/>
                      <a:pt x="19" y="0"/>
                      <a:pt x="24" y="0"/>
                    </a:cubicBezTo>
                    <a:cubicBezTo>
                      <a:pt x="28" y="3"/>
                      <a:pt x="28" y="12"/>
                      <a:pt x="26" y="15"/>
                    </a:cubicBezTo>
                    <a:cubicBezTo>
                      <a:pt x="24" y="15"/>
                      <a:pt x="22" y="16"/>
                      <a:pt x="20" y="17"/>
                    </a:cubicBezTo>
                    <a:cubicBezTo>
                      <a:pt x="17" y="20"/>
                      <a:pt x="17" y="24"/>
                      <a:pt x="20" y="27"/>
                    </a:cubicBezTo>
                    <a:cubicBezTo>
                      <a:pt x="21" y="29"/>
                      <a:pt x="23" y="30"/>
                      <a:pt x="25" y="30"/>
                    </a:cubicBezTo>
                    <a:cubicBezTo>
                      <a:pt x="28" y="32"/>
                      <a:pt x="24" y="43"/>
                      <a:pt x="18" y="4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3" name="Freeform 55">
                <a:extLst>
                  <a:ext uri="{FF2B5EF4-FFF2-40B4-BE49-F238E27FC236}">
                    <a16:creationId xmlns:a16="http://schemas.microsoft.com/office/drawing/2014/main" id="{7F330779-8DA1-4DC1-BE4D-29D68B7E7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243"/>
                <a:ext cx="70" cy="117"/>
              </a:xfrm>
              <a:custGeom>
                <a:avLst/>
                <a:gdLst>
                  <a:gd name="T0" fmla="*/ 283 w 28"/>
                  <a:gd name="T1" fmla="*/ 827 h 44"/>
                  <a:gd name="T2" fmla="*/ 125 w 28"/>
                  <a:gd name="T3" fmla="*/ 694 h 44"/>
                  <a:gd name="T4" fmla="*/ 158 w 28"/>
                  <a:gd name="T5" fmla="*/ 114 h 44"/>
                  <a:gd name="T6" fmla="*/ 375 w 28"/>
                  <a:gd name="T7" fmla="*/ 0 h 44"/>
                  <a:gd name="T8" fmla="*/ 408 w 28"/>
                  <a:gd name="T9" fmla="*/ 282 h 44"/>
                  <a:gd name="T10" fmla="*/ 313 w 28"/>
                  <a:gd name="T11" fmla="*/ 319 h 44"/>
                  <a:gd name="T12" fmla="*/ 313 w 28"/>
                  <a:gd name="T13" fmla="*/ 508 h 44"/>
                  <a:gd name="T14" fmla="*/ 395 w 28"/>
                  <a:gd name="T15" fmla="*/ 566 h 44"/>
                  <a:gd name="T16" fmla="*/ 283 w 28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4">
                    <a:moveTo>
                      <a:pt x="18" y="44"/>
                    </a:moveTo>
                    <a:cubicBezTo>
                      <a:pt x="14" y="43"/>
                      <a:pt x="11" y="41"/>
                      <a:pt x="8" y="37"/>
                    </a:cubicBezTo>
                    <a:cubicBezTo>
                      <a:pt x="0" y="28"/>
                      <a:pt x="1" y="14"/>
                      <a:pt x="10" y="6"/>
                    </a:cubicBezTo>
                    <a:cubicBezTo>
                      <a:pt x="14" y="2"/>
                      <a:pt x="19" y="0"/>
                      <a:pt x="24" y="0"/>
                    </a:cubicBezTo>
                    <a:cubicBezTo>
                      <a:pt x="28" y="3"/>
                      <a:pt x="28" y="12"/>
                      <a:pt x="26" y="15"/>
                    </a:cubicBezTo>
                    <a:cubicBezTo>
                      <a:pt x="24" y="15"/>
                      <a:pt x="22" y="16"/>
                      <a:pt x="20" y="17"/>
                    </a:cubicBezTo>
                    <a:cubicBezTo>
                      <a:pt x="17" y="20"/>
                      <a:pt x="17" y="24"/>
                      <a:pt x="20" y="27"/>
                    </a:cubicBezTo>
                    <a:cubicBezTo>
                      <a:pt x="21" y="29"/>
                      <a:pt x="23" y="30"/>
                      <a:pt x="25" y="30"/>
                    </a:cubicBezTo>
                    <a:cubicBezTo>
                      <a:pt x="28" y="32"/>
                      <a:pt x="24" y="43"/>
                      <a:pt x="18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4" name="Freeform 56">
                <a:extLst>
                  <a:ext uri="{FF2B5EF4-FFF2-40B4-BE49-F238E27FC236}">
                    <a16:creationId xmlns:a16="http://schemas.microsoft.com/office/drawing/2014/main" id="{50B7768D-E109-4D3D-87FB-B4D14919B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299"/>
                <a:ext cx="100" cy="98"/>
              </a:xfrm>
              <a:custGeom>
                <a:avLst/>
                <a:gdLst>
                  <a:gd name="T0" fmla="*/ 33 w 40"/>
                  <a:gd name="T1" fmla="*/ 132 h 37"/>
                  <a:gd name="T2" fmla="*/ 208 w 40"/>
                  <a:gd name="T3" fmla="*/ 34 h 37"/>
                  <a:gd name="T4" fmla="*/ 613 w 40"/>
                  <a:gd name="T5" fmla="*/ 371 h 37"/>
                  <a:gd name="T6" fmla="*/ 563 w 40"/>
                  <a:gd name="T7" fmla="*/ 652 h 37"/>
                  <a:gd name="T8" fmla="*/ 363 w 40"/>
                  <a:gd name="T9" fmla="*/ 519 h 37"/>
                  <a:gd name="T10" fmla="*/ 375 w 40"/>
                  <a:gd name="T11" fmla="*/ 429 h 37"/>
                  <a:gd name="T12" fmla="*/ 238 w 40"/>
                  <a:gd name="T13" fmla="*/ 315 h 37"/>
                  <a:gd name="T14" fmla="*/ 175 w 40"/>
                  <a:gd name="T15" fmla="*/ 371 h 37"/>
                  <a:gd name="T16" fmla="*/ 33 w 40"/>
                  <a:gd name="T17" fmla="*/ 13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7">
                    <a:moveTo>
                      <a:pt x="2" y="7"/>
                    </a:moveTo>
                    <a:cubicBezTo>
                      <a:pt x="5" y="5"/>
                      <a:pt x="9" y="3"/>
                      <a:pt x="13" y="2"/>
                    </a:cubicBezTo>
                    <a:cubicBezTo>
                      <a:pt x="25" y="0"/>
                      <a:pt x="37" y="8"/>
                      <a:pt x="39" y="20"/>
                    </a:cubicBezTo>
                    <a:cubicBezTo>
                      <a:pt x="40" y="26"/>
                      <a:pt x="39" y="31"/>
                      <a:pt x="36" y="35"/>
                    </a:cubicBezTo>
                    <a:cubicBezTo>
                      <a:pt x="32" y="37"/>
                      <a:pt x="24" y="32"/>
                      <a:pt x="23" y="28"/>
                    </a:cubicBezTo>
                    <a:cubicBezTo>
                      <a:pt x="24" y="27"/>
                      <a:pt x="24" y="25"/>
                      <a:pt x="24" y="23"/>
                    </a:cubicBezTo>
                    <a:cubicBezTo>
                      <a:pt x="23" y="19"/>
                      <a:pt x="19" y="16"/>
                      <a:pt x="15" y="17"/>
                    </a:cubicBezTo>
                    <a:cubicBezTo>
                      <a:pt x="13" y="17"/>
                      <a:pt x="12" y="19"/>
                      <a:pt x="11" y="20"/>
                    </a:cubicBezTo>
                    <a:cubicBezTo>
                      <a:pt x="7" y="21"/>
                      <a:pt x="0" y="13"/>
                      <a:pt x="2" y="7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5" name="Freeform 57">
                <a:extLst>
                  <a:ext uri="{FF2B5EF4-FFF2-40B4-BE49-F238E27FC236}">
                    <a16:creationId xmlns:a16="http://schemas.microsoft.com/office/drawing/2014/main" id="{245A7EDB-1DEA-417A-8EA4-9C3C9C0DA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299"/>
                <a:ext cx="100" cy="98"/>
              </a:xfrm>
              <a:custGeom>
                <a:avLst/>
                <a:gdLst>
                  <a:gd name="T0" fmla="*/ 33 w 40"/>
                  <a:gd name="T1" fmla="*/ 132 h 37"/>
                  <a:gd name="T2" fmla="*/ 208 w 40"/>
                  <a:gd name="T3" fmla="*/ 34 h 37"/>
                  <a:gd name="T4" fmla="*/ 613 w 40"/>
                  <a:gd name="T5" fmla="*/ 371 h 37"/>
                  <a:gd name="T6" fmla="*/ 563 w 40"/>
                  <a:gd name="T7" fmla="*/ 652 h 37"/>
                  <a:gd name="T8" fmla="*/ 363 w 40"/>
                  <a:gd name="T9" fmla="*/ 519 h 37"/>
                  <a:gd name="T10" fmla="*/ 375 w 40"/>
                  <a:gd name="T11" fmla="*/ 429 h 37"/>
                  <a:gd name="T12" fmla="*/ 238 w 40"/>
                  <a:gd name="T13" fmla="*/ 315 h 37"/>
                  <a:gd name="T14" fmla="*/ 175 w 40"/>
                  <a:gd name="T15" fmla="*/ 371 h 37"/>
                  <a:gd name="T16" fmla="*/ 33 w 40"/>
                  <a:gd name="T17" fmla="*/ 13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7">
                    <a:moveTo>
                      <a:pt x="2" y="7"/>
                    </a:moveTo>
                    <a:cubicBezTo>
                      <a:pt x="5" y="5"/>
                      <a:pt x="9" y="3"/>
                      <a:pt x="13" y="2"/>
                    </a:cubicBezTo>
                    <a:cubicBezTo>
                      <a:pt x="25" y="0"/>
                      <a:pt x="37" y="8"/>
                      <a:pt x="39" y="20"/>
                    </a:cubicBezTo>
                    <a:cubicBezTo>
                      <a:pt x="40" y="26"/>
                      <a:pt x="39" y="31"/>
                      <a:pt x="36" y="35"/>
                    </a:cubicBezTo>
                    <a:cubicBezTo>
                      <a:pt x="32" y="37"/>
                      <a:pt x="24" y="32"/>
                      <a:pt x="23" y="28"/>
                    </a:cubicBezTo>
                    <a:cubicBezTo>
                      <a:pt x="24" y="27"/>
                      <a:pt x="24" y="25"/>
                      <a:pt x="24" y="23"/>
                    </a:cubicBezTo>
                    <a:cubicBezTo>
                      <a:pt x="23" y="19"/>
                      <a:pt x="19" y="16"/>
                      <a:pt x="15" y="17"/>
                    </a:cubicBezTo>
                    <a:cubicBezTo>
                      <a:pt x="13" y="17"/>
                      <a:pt x="12" y="19"/>
                      <a:pt x="11" y="20"/>
                    </a:cubicBezTo>
                    <a:cubicBezTo>
                      <a:pt x="7" y="21"/>
                      <a:pt x="0" y="13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6" name="Freeform 58">
                <a:extLst>
                  <a:ext uri="{FF2B5EF4-FFF2-40B4-BE49-F238E27FC236}">
                    <a16:creationId xmlns:a16="http://schemas.microsoft.com/office/drawing/2014/main" id="{DCE867A8-27CE-4B8E-B516-3BAC2D80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211"/>
                <a:ext cx="83" cy="112"/>
              </a:xfrm>
              <a:custGeom>
                <a:avLst/>
                <a:gdLst>
                  <a:gd name="T0" fmla="*/ 317 w 33"/>
                  <a:gd name="T1" fmla="*/ 0 h 42"/>
                  <a:gd name="T2" fmla="*/ 443 w 33"/>
                  <a:gd name="T3" fmla="*/ 171 h 42"/>
                  <a:gd name="T4" fmla="*/ 284 w 33"/>
                  <a:gd name="T5" fmla="*/ 739 h 42"/>
                  <a:gd name="T6" fmla="*/ 50 w 33"/>
                  <a:gd name="T7" fmla="*/ 776 h 42"/>
                  <a:gd name="T8" fmla="*/ 83 w 33"/>
                  <a:gd name="T9" fmla="*/ 491 h 42"/>
                  <a:gd name="T10" fmla="*/ 176 w 33"/>
                  <a:gd name="T11" fmla="*/ 477 h 42"/>
                  <a:gd name="T12" fmla="*/ 221 w 33"/>
                  <a:gd name="T13" fmla="*/ 307 h 42"/>
                  <a:gd name="T14" fmla="*/ 158 w 33"/>
                  <a:gd name="T15" fmla="*/ 227 h 42"/>
                  <a:gd name="T16" fmla="*/ 317 w 33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2">
                    <a:moveTo>
                      <a:pt x="20" y="0"/>
                    </a:moveTo>
                    <a:cubicBezTo>
                      <a:pt x="23" y="2"/>
                      <a:pt x="26" y="5"/>
                      <a:pt x="28" y="9"/>
                    </a:cubicBezTo>
                    <a:cubicBezTo>
                      <a:pt x="33" y="20"/>
                      <a:pt x="29" y="33"/>
                      <a:pt x="18" y="39"/>
                    </a:cubicBezTo>
                    <a:cubicBezTo>
                      <a:pt x="13" y="41"/>
                      <a:pt x="8" y="42"/>
                      <a:pt x="3" y="41"/>
                    </a:cubicBezTo>
                    <a:cubicBezTo>
                      <a:pt x="0" y="37"/>
                      <a:pt x="2" y="28"/>
                      <a:pt x="5" y="26"/>
                    </a:cubicBezTo>
                    <a:cubicBezTo>
                      <a:pt x="7" y="26"/>
                      <a:pt x="9" y="26"/>
                      <a:pt x="11" y="25"/>
                    </a:cubicBezTo>
                    <a:cubicBezTo>
                      <a:pt x="15" y="24"/>
                      <a:pt x="16" y="19"/>
                      <a:pt x="14" y="16"/>
                    </a:cubicBezTo>
                    <a:cubicBezTo>
                      <a:pt x="13" y="14"/>
                      <a:pt x="12" y="13"/>
                      <a:pt x="10" y="12"/>
                    </a:cubicBezTo>
                    <a:cubicBezTo>
                      <a:pt x="8" y="9"/>
                      <a:pt x="14" y="0"/>
                      <a:pt x="20" y="0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7" name="Freeform 59">
                <a:extLst>
                  <a:ext uri="{FF2B5EF4-FFF2-40B4-BE49-F238E27FC236}">
                    <a16:creationId xmlns:a16="http://schemas.microsoft.com/office/drawing/2014/main" id="{4D751337-D43A-438C-BB29-8D48D27FA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211"/>
                <a:ext cx="83" cy="112"/>
              </a:xfrm>
              <a:custGeom>
                <a:avLst/>
                <a:gdLst>
                  <a:gd name="T0" fmla="*/ 317 w 33"/>
                  <a:gd name="T1" fmla="*/ 0 h 42"/>
                  <a:gd name="T2" fmla="*/ 443 w 33"/>
                  <a:gd name="T3" fmla="*/ 171 h 42"/>
                  <a:gd name="T4" fmla="*/ 284 w 33"/>
                  <a:gd name="T5" fmla="*/ 739 h 42"/>
                  <a:gd name="T6" fmla="*/ 50 w 33"/>
                  <a:gd name="T7" fmla="*/ 776 h 42"/>
                  <a:gd name="T8" fmla="*/ 83 w 33"/>
                  <a:gd name="T9" fmla="*/ 491 h 42"/>
                  <a:gd name="T10" fmla="*/ 176 w 33"/>
                  <a:gd name="T11" fmla="*/ 477 h 42"/>
                  <a:gd name="T12" fmla="*/ 221 w 33"/>
                  <a:gd name="T13" fmla="*/ 307 h 42"/>
                  <a:gd name="T14" fmla="*/ 158 w 33"/>
                  <a:gd name="T15" fmla="*/ 227 h 42"/>
                  <a:gd name="T16" fmla="*/ 317 w 33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2">
                    <a:moveTo>
                      <a:pt x="20" y="0"/>
                    </a:moveTo>
                    <a:cubicBezTo>
                      <a:pt x="23" y="2"/>
                      <a:pt x="26" y="5"/>
                      <a:pt x="28" y="9"/>
                    </a:cubicBezTo>
                    <a:cubicBezTo>
                      <a:pt x="33" y="20"/>
                      <a:pt x="29" y="33"/>
                      <a:pt x="18" y="39"/>
                    </a:cubicBezTo>
                    <a:cubicBezTo>
                      <a:pt x="13" y="41"/>
                      <a:pt x="8" y="42"/>
                      <a:pt x="3" y="41"/>
                    </a:cubicBezTo>
                    <a:cubicBezTo>
                      <a:pt x="0" y="37"/>
                      <a:pt x="2" y="28"/>
                      <a:pt x="5" y="26"/>
                    </a:cubicBezTo>
                    <a:cubicBezTo>
                      <a:pt x="7" y="26"/>
                      <a:pt x="9" y="26"/>
                      <a:pt x="11" y="25"/>
                    </a:cubicBezTo>
                    <a:cubicBezTo>
                      <a:pt x="15" y="24"/>
                      <a:pt x="16" y="19"/>
                      <a:pt x="14" y="16"/>
                    </a:cubicBezTo>
                    <a:cubicBezTo>
                      <a:pt x="13" y="14"/>
                      <a:pt x="12" y="13"/>
                      <a:pt x="10" y="12"/>
                    </a:cubicBezTo>
                    <a:cubicBezTo>
                      <a:pt x="8" y="9"/>
                      <a:pt x="14" y="0"/>
                      <a:pt x="2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8" name="Freeform 60">
                <a:extLst>
                  <a:ext uri="{FF2B5EF4-FFF2-40B4-BE49-F238E27FC236}">
                    <a16:creationId xmlns:a16="http://schemas.microsoft.com/office/drawing/2014/main" id="{5F2C4C3C-EB96-4872-9171-151534B8B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104"/>
                <a:ext cx="82" cy="112"/>
              </a:xfrm>
              <a:custGeom>
                <a:avLst/>
                <a:gdLst>
                  <a:gd name="T0" fmla="*/ 308 w 33"/>
                  <a:gd name="T1" fmla="*/ 0 h 42"/>
                  <a:gd name="T2" fmla="*/ 432 w 33"/>
                  <a:gd name="T3" fmla="*/ 171 h 42"/>
                  <a:gd name="T4" fmla="*/ 278 w 33"/>
                  <a:gd name="T5" fmla="*/ 739 h 42"/>
                  <a:gd name="T6" fmla="*/ 42 w 33"/>
                  <a:gd name="T7" fmla="*/ 776 h 42"/>
                  <a:gd name="T8" fmla="*/ 75 w 33"/>
                  <a:gd name="T9" fmla="*/ 491 h 42"/>
                  <a:gd name="T10" fmla="*/ 166 w 33"/>
                  <a:gd name="T11" fmla="*/ 491 h 42"/>
                  <a:gd name="T12" fmla="*/ 216 w 33"/>
                  <a:gd name="T13" fmla="*/ 307 h 42"/>
                  <a:gd name="T14" fmla="*/ 154 w 33"/>
                  <a:gd name="T15" fmla="*/ 227 h 42"/>
                  <a:gd name="T16" fmla="*/ 308 w 33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2">
                    <a:moveTo>
                      <a:pt x="20" y="0"/>
                    </a:moveTo>
                    <a:cubicBezTo>
                      <a:pt x="23" y="2"/>
                      <a:pt x="26" y="5"/>
                      <a:pt x="28" y="9"/>
                    </a:cubicBezTo>
                    <a:cubicBezTo>
                      <a:pt x="33" y="20"/>
                      <a:pt x="29" y="34"/>
                      <a:pt x="18" y="39"/>
                    </a:cubicBezTo>
                    <a:cubicBezTo>
                      <a:pt x="13" y="42"/>
                      <a:pt x="8" y="42"/>
                      <a:pt x="3" y="41"/>
                    </a:cubicBezTo>
                    <a:cubicBezTo>
                      <a:pt x="0" y="38"/>
                      <a:pt x="2" y="28"/>
                      <a:pt x="5" y="26"/>
                    </a:cubicBezTo>
                    <a:cubicBezTo>
                      <a:pt x="7" y="27"/>
                      <a:pt x="9" y="27"/>
                      <a:pt x="11" y="26"/>
                    </a:cubicBezTo>
                    <a:cubicBezTo>
                      <a:pt x="15" y="24"/>
                      <a:pt x="16" y="19"/>
                      <a:pt x="14" y="16"/>
                    </a:cubicBezTo>
                    <a:cubicBezTo>
                      <a:pt x="13" y="14"/>
                      <a:pt x="12" y="13"/>
                      <a:pt x="10" y="12"/>
                    </a:cubicBezTo>
                    <a:cubicBezTo>
                      <a:pt x="8" y="9"/>
                      <a:pt x="14" y="0"/>
                      <a:pt x="20" y="0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89" name="Freeform 61">
                <a:extLst>
                  <a:ext uri="{FF2B5EF4-FFF2-40B4-BE49-F238E27FC236}">
                    <a16:creationId xmlns:a16="http://schemas.microsoft.com/office/drawing/2014/main" id="{686E108A-ADCA-42A7-A48B-291E89D35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104"/>
                <a:ext cx="82" cy="112"/>
              </a:xfrm>
              <a:custGeom>
                <a:avLst/>
                <a:gdLst>
                  <a:gd name="T0" fmla="*/ 308 w 33"/>
                  <a:gd name="T1" fmla="*/ 0 h 42"/>
                  <a:gd name="T2" fmla="*/ 432 w 33"/>
                  <a:gd name="T3" fmla="*/ 171 h 42"/>
                  <a:gd name="T4" fmla="*/ 278 w 33"/>
                  <a:gd name="T5" fmla="*/ 739 h 42"/>
                  <a:gd name="T6" fmla="*/ 42 w 33"/>
                  <a:gd name="T7" fmla="*/ 776 h 42"/>
                  <a:gd name="T8" fmla="*/ 75 w 33"/>
                  <a:gd name="T9" fmla="*/ 491 h 42"/>
                  <a:gd name="T10" fmla="*/ 166 w 33"/>
                  <a:gd name="T11" fmla="*/ 491 h 42"/>
                  <a:gd name="T12" fmla="*/ 216 w 33"/>
                  <a:gd name="T13" fmla="*/ 307 h 42"/>
                  <a:gd name="T14" fmla="*/ 154 w 33"/>
                  <a:gd name="T15" fmla="*/ 227 h 42"/>
                  <a:gd name="T16" fmla="*/ 308 w 33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2">
                    <a:moveTo>
                      <a:pt x="20" y="0"/>
                    </a:moveTo>
                    <a:cubicBezTo>
                      <a:pt x="23" y="2"/>
                      <a:pt x="26" y="5"/>
                      <a:pt x="28" y="9"/>
                    </a:cubicBezTo>
                    <a:cubicBezTo>
                      <a:pt x="33" y="20"/>
                      <a:pt x="29" y="34"/>
                      <a:pt x="18" y="39"/>
                    </a:cubicBezTo>
                    <a:cubicBezTo>
                      <a:pt x="13" y="42"/>
                      <a:pt x="8" y="42"/>
                      <a:pt x="3" y="41"/>
                    </a:cubicBezTo>
                    <a:cubicBezTo>
                      <a:pt x="0" y="38"/>
                      <a:pt x="2" y="28"/>
                      <a:pt x="5" y="26"/>
                    </a:cubicBezTo>
                    <a:cubicBezTo>
                      <a:pt x="7" y="27"/>
                      <a:pt x="9" y="27"/>
                      <a:pt x="11" y="26"/>
                    </a:cubicBezTo>
                    <a:cubicBezTo>
                      <a:pt x="15" y="24"/>
                      <a:pt x="16" y="19"/>
                      <a:pt x="14" y="16"/>
                    </a:cubicBezTo>
                    <a:cubicBezTo>
                      <a:pt x="13" y="14"/>
                      <a:pt x="12" y="13"/>
                      <a:pt x="10" y="12"/>
                    </a:cubicBezTo>
                    <a:cubicBezTo>
                      <a:pt x="8" y="9"/>
                      <a:pt x="14" y="0"/>
                      <a:pt x="2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0" name="Freeform 62">
                <a:extLst>
                  <a:ext uri="{FF2B5EF4-FFF2-40B4-BE49-F238E27FC236}">
                    <a16:creationId xmlns:a16="http://schemas.microsoft.com/office/drawing/2014/main" id="{8E7F234E-B78C-4DD3-902F-371614FAF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195"/>
                <a:ext cx="110" cy="77"/>
              </a:xfrm>
              <a:custGeom>
                <a:avLst/>
                <a:gdLst>
                  <a:gd name="T0" fmla="*/ 688 w 44"/>
                  <a:gd name="T1" fmla="*/ 170 h 29"/>
                  <a:gd name="T2" fmla="*/ 613 w 44"/>
                  <a:gd name="T3" fmla="*/ 353 h 29"/>
                  <a:gd name="T4" fmla="*/ 113 w 44"/>
                  <a:gd name="T5" fmla="*/ 374 h 29"/>
                  <a:gd name="T6" fmla="*/ 0 w 44"/>
                  <a:gd name="T7" fmla="*/ 133 h 29"/>
                  <a:gd name="T8" fmla="*/ 238 w 44"/>
                  <a:gd name="T9" fmla="*/ 77 h 29"/>
                  <a:gd name="T10" fmla="*/ 283 w 44"/>
                  <a:gd name="T11" fmla="*/ 170 h 29"/>
                  <a:gd name="T12" fmla="*/ 438 w 44"/>
                  <a:gd name="T13" fmla="*/ 170 h 29"/>
                  <a:gd name="T14" fmla="*/ 470 w 44"/>
                  <a:gd name="T15" fmla="*/ 56 h 29"/>
                  <a:gd name="T16" fmla="*/ 688 w 44"/>
                  <a:gd name="T17" fmla="*/ 17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9">
                    <a:moveTo>
                      <a:pt x="44" y="9"/>
                    </a:moveTo>
                    <a:cubicBezTo>
                      <a:pt x="44" y="12"/>
                      <a:pt x="42" y="16"/>
                      <a:pt x="39" y="19"/>
                    </a:cubicBezTo>
                    <a:cubicBezTo>
                      <a:pt x="31" y="28"/>
                      <a:pt x="16" y="29"/>
                      <a:pt x="7" y="20"/>
                    </a:cubicBezTo>
                    <a:cubicBezTo>
                      <a:pt x="3" y="17"/>
                      <a:pt x="1" y="12"/>
                      <a:pt x="0" y="7"/>
                    </a:cubicBezTo>
                    <a:cubicBezTo>
                      <a:pt x="2" y="3"/>
                      <a:pt x="12" y="2"/>
                      <a:pt x="15" y="4"/>
                    </a:cubicBezTo>
                    <a:cubicBezTo>
                      <a:pt x="15" y="6"/>
                      <a:pt x="16" y="8"/>
                      <a:pt x="18" y="9"/>
                    </a:cubicBezTo>
                    <a:cubicBezTo>
                      <a:pt x="21" y="12"/>
                      <a:pt x="25" y="12"/>
                      <a:pt x="28" y="9"/>
                    </a:cubicBezTo>
                    <a:cubicBezTo>
                      <a:pt x="29" y="7"/>
                      <a:pt x="30" y="5"/>
                      <a:pt x="30" y="3"/>
                    </a:cubicBezTo>
                    <a:cubicBezTo>
                      <a:pt x="32" y="0"/>
                      <a:pt x="43" y="3"/>
                      <a:pt x="44" y="9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1" name="Freeform 63">
                <a:extLst>
                  <a:ext uri="{FF2B5EF4-FFF2-40B4-BE49-F238E27FC236}">
                    <a16:creationId xmlns:a16="http://schemas.microsoft.com/office/drawing/2014/main" id="{87C8C25E-9618-42FB-BB46-20E85AB1F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195"/>
                <a:ext cx="110" cy="77"/>
              </a:xfrm>
              <a:custGeom>
                <a:avLst/>
                <a:gdLst>
                  <a:gd name="T0" fmla="*/ 688 w 44"/>
                  <a:gd name="T1" fmla="*/ 170 h 29"/>
                  <a:gd name="T2" fmla="*/ 613 w 44"/>
                  <a:gd name="T3" fmla="*/ 353 h 29"/>
                  <a:gd name="T4" fmla="*/ 113 w 44"/>
                  <a:gd name="T5" fmla="*/ 374 h 29"/>
                  <a:gd name="T6" fmla="*/ 0 w 44"/>
                  <a:gd name="T7" fmla="*/ 133 h 29"/>
                  <a:gd name="T8" fmla="*/ 238 w 44"/>
                  <a:gd name="T9" fmla="*/ 77 h 29"/>
                  <a:gd name="T10" fmla="*/ 283 w 44"/>
                  <a:gd name="T11" fmla="*/ 170 h 29"/>
                  <a:gd name="T12" fmla="*/ 438 w 44"/>
                  <a:gd name="T13" fmla="*/ 170 h 29"/>
                  <a:gd name="T14" fmla="*/ 470 w 44"/>
                  <a:gd name="T15" fmla="*/ 56 h 29"/>
                  <a:gd name="T16" fmla="*/ 688 w 44"/>
                  <a:gd name="T17" fmla="*/ 17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9">
                    <a:moveTo>
                      <a:pt x="44" y="9"/>
                    </a:moveTo>
                    <a:cubicBezTo>
                      <a:pt x="44" y="12"/>
                      <a:pt x="42" y="16"/>
                      <a:pt x="39" y="19"/>
                    </a:cubicBezTo>
                    <a:cubicBezTo>
                      <a:pt x="31" y="28"/>
                      <a:pt x="16" y="29"/>
                      <a:pt x="7" y="20"/>
                    </a:cubicBezTo>
                    <a:cubicBezTo>
                      <a:pt x="3" y="17"/>
                      <a:pt x="1" y="12"/>
                      <a:pt x="0" y="7"/>
                    </a:cubicBezTo>
                    <a:cubicBezTo>
                      <a:pt x="2" y="3"/>
                      <a:pt x="12" y="2"/>
                      <a:pt x="15" y="4"/>
                    </a:cubicBezTo>
                    <a:cubicBezTo>
                      <a:pt x="15" y="6"/>
                      <a:pt x="16" y="8"/>
                      <a:pt x="18" y="9"/>
                    </a:cubicBezTo>
                    <a:cubicBezTo>
                      <a:pt x="21" y="12"/>
                      <a:pt x="25" y="12"/>
                      <a:pt x="28" y="9"/>
                    </a:cubicBezTo>
                    <a:cubicBezTo>
                      <a:pt x="29" y="7"/>
                      <a:pt x="30" y="5"/>
                      <a:pt x="30" y="3"/>
                    </a:cubicBezTo>
                    <a:cubicBezTo>
                      <a:pt x="32" y="0"/>
                      <a:pt x="43" y="3"/>
                      <a:pt x="44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2" name="Freeform 64">
                <a:extLst>
                  <a:ext uri="{FF2B5EF4-FFF2-40B4-BE49-F238E27FC236}">
                    <a16:creationId xmlns:a16="http://schemas.microsoft.com/office/drawing/2014/main" id="{EBCD0F37-30C3-4DFC-B158-D6A5F2CEF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259"/>
                <a:ext cx="110" cy="77"/>
              </a:xfrm>
              <a:custGeom>
                <a:avLst/>
                <a:gdLst>
                  <a:gd name="T0" fmla="*/ 688 w 44"/>
                  <a:gd name="T1" fmla="*/ 170 h 29"/>
                  <a:gd name="T2" fmla="*/ 613 w 44"/>
                  <a:gd name="T3" fmla="*/ 353 h 29"/>
                  <a:gd name="T4" fmla="*/ 113 w 44"/>
                  <a:gd name="T5" fmla="*/ 374 h 29"/>
                  <a:gd name="T6" fmla="*/ 0 w 44"/>
                  <a:gd name="T7" fmla="*/ 133 h 29"/>
                  <a:gd name="T8" fmla="*/ 238 w 44"/>
                  <a:gd name="T9" fmla="*/ 77 h 29"/>
                  <a:gd name="T10" fmla="*/ 270 w 44"/>
                  <a:gd name="T11" fmla="*/ 170 h 29"/>
                  <a:gd name="T12" fmla="*/ 438 w 44"/>
                  <a:gd name="T13" fmla="*/ 170 h 29"/>
                  <a:gd name="T14" fmla="*/ 470 w 44"/>
                  <a:gd name="T15" fmla="*/ 77 h 29"/>
                  <a:gd name="T16" fmla="*/ 688 w 44"/>
                  <a:gd name="T17" fmla="*/ 17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9">
                    <a:moveTo>
                      <a:pt x="44" y="9"/>
                    </a:moveTo>
                    <a:cubicBezTo>
                      <a:pt x="43" y="12"/>
                      <a:pt x="42" y="16"/>
                      <a:pt x="39" y="19"/>
                    </a:cubicBezTo>
                    <a:cubicBezTo>
                      <a:pt x="31" y="28"/>
                      <a:pt x="16" y="29"/>
                      <a:pt x="7" y="20"/>
                    </a:cubicBezTo>
                    <a:cubicBezTo>
                      <a:pt x="3" y="17"/>
                      <a:pt x="1" y="12"/>
                      <a:pt x="0" y="7"/>
                    </a:cubicBezTo>
                    <a:cubicBezTo>
                      <a:pt x="2" y="3"/>
                      <a:pt x="12" y="2"/>
                      <a:pt x="15" y="4"/>
                    </a:cubicBezTo>
                    <a:cubicBezTo>
                      <a:pt x="15" y="6"/>
                      <a:pt x="16" y="8"/>
                      <a:pt x="17" y="9"/>
                    </a:cubicBezTo>
                    <a:cubicBezTo>
                      <a:pt x="20" y="12"/>
                      <a:pt x="25" y="12"/>
                      <a:pt x="28" y="9"/>
                    </a:cubicBezTo>
                    <a:cubicBezTo>
                      <a:pt x="29" y="7"/>
                      <a:pt x="30" y="5"/>
                      <a:pt x="30" y="4"/>
                    </a:cubicBezTo>
                    <a:cubicBezTo>
                      <a:pt x="31" y="0"/>
                      <a:pt x="43" y="3"/>
                      <a:pt x="44" y="9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3" name="Freeform 65">
                <a:extLst>
                  <a:ext uri="{FF2B5EF4-FFF2-40B4-BE49-F238E27FC236}">
                    <a16:creationId xmlns:a16="http://schemas.microsoft.com/office/drawing/2014/main" id="{16E5C855-3D30-4D8B-BA41-41D114C21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259"/>
                <a:ext cx="110" cy="77"/>
              </a:xfrm>
              <a:custGeom>
                <a:avLst/>
                <a:gdLst>
                  <a:gd name="T0" fmla="*/ 688 w 44"/>
                  <a:gd name="T1" fmla="*/ 170 h 29"/>
                  <a:gd name="T2" fmla="*/ 613 w 44"/>
                  <a:gd name="T3" fmla="*/ 353 h 29"/>
                  <a:gd name="T4" fmla="*/ 113 w 44"/>
                  <a:gd name="T5" fmla="*/ 374 h 29"/>
                  <a:gd name="T6" fmla="*/ 0 w 44"/>
                  <a:gd name="T7" fmla="*/ 133 h 29"/>
                  <a:gd name="T8" fmla="*/ 238 w 44"/>
                  <a:gd name="T9" fmla="*/ 77 h 29"/>
                  <a:gd name="T10" fmla="*/ 270 w 44"/>
                  <a:gd name="T11" fmla="*/ 170 h 29"/>
                  <a:gd name="T12" fmla="*/ 438 w 44"/>
                  <a:gd name="T13" fmla="*/ 170 h 29"/>
                  <a:gd name="T14" fmla="*/ 470 w 44"/>
                  <a:gd name="T15" fmla="*/ 77 h 29"/>
                  <a:gd name="T16" fmla="*/ 688 w 44"/>
                  <a:gd name="T17" fmla="*/ 17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9">
                    <a:moveTo>
                      <a:pt x="44" y="9"/>
                    </a:moveTo>
                    <a:cubicBezTo>
                      <a:pt x="43" y="12"/>
                      <a:pt x="42" y="16"/>
                      <a:pt x="39" y="19"/>
                    </a:cubicBezTo>
                    <a:cubicBezTo>
                      <a:pt x="31" y="28"/>
                      <a:pt x="16" y="29"/>
                      <a:pt x="7" y="20"/>
                    </a:cubicBezTo>
                    <a:cubicBezTo>
                      <a:pt x="3" y="17"/>
                      <a:pt x="1" y="12"/>
                      <a:pt x="0" y="7"/>
                    </a:cubicBezTo>
                    <a:cubicBezTo>
                      <a:pt x="2" y="3"/>
                      <a:pt x="12" y="2"/>
                      <a:pt x="15" y="4"/>
                    </a:cubicBezTo>
                    <a:cubicBezTo>
                      <a:pt x="15" y="6"/>
                      <a:pt x="16" y="8"/>
                      <a:pt x="17" y="9"/>
                    </a:cubicBezTo>
                    <a:cubicBezTo>
                      <a:pt x="20" y="12"/>
                      <a:pt x="25" y="12"/>
                      <a:pt x="28" y="9"/>
                    </a:cubicBezTo>
                    <a:cubicBezTo>
                      <a:pt x="29" y="7"/>
                      <a:pt x="30" y="5"/>
                      <a:pt x="30" y="4"/>
                    </a:cubicBezTo>
                    <a:cubicBezTo>
                      <a:pt x="31" y="0"/>
                      <a:pt x="43" y="3"/>
                      <a:pt x="44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4" name="Freeform 66">
                <a:extLst>
                  <a:ext uri="{FF2B5EF4-FFF2-40B4-BE49-F238E27FC236}">
                    <a16:creationId xmlns:a16="http://schemas.microsoft.com/office/drawing/2014/main" id="{C26FCAE4-6999-4106-985A-827442B0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437"/>
                <a:ext cx="110" cy="75"/>
              </a:xfrm>
              <a:custGeom>
                <a:avLst/>
                <a:gdLst>
                  <a:gd name="T0" fmla="*/ 688 w 44"/>
                  <a:gd name="T1" fmla="*/ 150 h 28"/>
                  <a:gd name="T2" fmla="*/ 613 w 44"/>
                  <a:gd name="T3" fmla="*/ 367 h 28"/>
                  <a:gd name="T4" fmla="*/ 113 w 44"/>
                  <a:gd name="T5" fmla="*/ 388 h 28"/>
                  <a:gd name="T6" fmla="*/ 0 w 44"/>
                  <a:gd name="T7" fmla="*/ 137 h 28"/>
                  <a:gd name="T8" fmla="*/ 238 w 44"/>
                  <a:gd name="T9" fmla="*/ 78 h 28"/>
                  <a:gd name="T10" fmla="*/ 270 w 44"/>
                  <a:gd name="T11" fmla="*/ 171 h 28"/>
                  <a:gd name="T12" fmla="*/ 425 w 44"/>
                  <a:gd name="T13" fmla="*/ 150 h 28"/>
                  <a:gd name="T14" fmla="*/ 458 w 44"/>
                  <a:gd name="T15" fmla="*/ 56 h 28"/>
                  <a:gd name="T16" fmla="*/ 688 w 44"/>
                  <a:gd name="T17" fmla="*/ 15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8">
                    <a:moveTo>
                      <a:pt x="44" y="8"/>
                    </a:moveTo>
                    <a:cubicBezTo>
                      <a:pt x="43" y="12"/>
                      <a:pt x="41" y="16"/>
                      <a:pt x="39" y="19"/>
                    </a:cubicBezTo>
                    <a:cubicBezTo>
                      <a:pt x="30" y="28"/>
                      <a:pt x="16" y="28"/>
                      <a:pt x="7" y="20"/>
                    </a:cubicBezTo>
                    <a:cubicBezTo>
                      <a:pt x="3" y="16"/>
                      <a:pt x="0" y="12"/>
                      <a:pt x="0" y="7"/>
                    </a:cubicBezTo>
                    <a:cubicBezTo>
                      <a:pt x="2" y="3"/>
                      <a:pt x="12" y="2"/>
                      <a:pt x="15" y="4"/>
                    </a:cubicBezTo>
                    <a:cubicBezTo>
                      <a:pt x="15" y="6"/>
                      <a:pt x="16" y="7"/>
                      <a:pt x="17" y="9"/>
                    </a:cubicBezTo>
                    <a:cubicBezTo>
                      <a:pt x="20" y="12"/>
                      <a:pt x="25" y="11"/>
                      <a:pt x="27" y="8"/>
                    </a:cubicBezTo>
                    <a:cubicBezTo>
                      <a:pt x="29" y="7"/>
                      <a:pt x="29" y="5"/>
                      <a:pt x="29" y="3"/>
                    </a:cubicBezTo>
                    <a:cubicBezTo>
                      <a:pt x="31" y="0"/>
                      <a:pt x="42" y="3"/>
                      <a:pt x="44" y="8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5" name="Freeform 67">
                <a:extLst>
                  <a:ext uri="{FF2B5EF4-FFF2-40B4-BE49-F238E27FC236}">
                    <a16:creationId xmlns:a16="http://schemas.microsoft.com/office/drawing/2014/main" id="{3AD46B77-C155-4419-BB7C-35BF0086C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437"/>
                <a:ext cx="110" cy="75"/>
              </a:xfrm>
              <a:custGeom>
                <a:avLst/>
                <a:gdLst>
                  <a:gd name="T0" fmla="*/ 688 w 44"/>
                  <a:gd name="T1" fmla="*/ 150 h 28"/>
                  <a:gd name="T2" fmla="*/ 613 w 44"/>
                  <a:gd name="T3" fmla="*/ 367 h 28"/>
                  <a:gd name="T4" fmla="*/ 113 w 44"/>
                  <a:gd name="T5" fmla="*/ 388 h 28"/>
                  <a:gd name="T6" fmla="*/ 0 w 44"/>
                  <a:gd name="T7" fmla="*/ 137 h 28"/>
                  <a:gd name="T8" fmla="*/ 238 w 44"/>
                  <a:gd name="T9" fmla="*/ 78 h 28"/>
                  <a:gd name="T10" fmla="*/ 270 w 44"/>
                  <a:gd name="T11" fmla="*/ 171 h 28"/>
                  <a:gd name="T12" fmla="*/ 425 w 44"/>
                  <a:gd name="T13" fmla="*/ 150 h 28"/>
                  <a:gd name="T14" fmla="*/ 458 w 44"/>
                  <a:gd name="T15" fmla="*/ 56 h 28"/>
                  <a:gd name="T16" fmla="*/ 688 w 44"/>
                  <a:gd name="T17" fmla="*/ 15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8">
                    <a:moveTo>
                      <a:pt x="44" y="8"/>
                    </a:moveTo>
                    <a:cubicBezTo>
                      <a:pt x="43" y="12"/>
                      <a:pt x="41" y="16"/>
                      <a:pt x="39" y="19"/>
                    </a:cubicBezTo>
                    <a:cubicBezTo>
                      <a:pt x="30" y="28"/>
                      <a:pt x="16" y="28"/>
                      <a:pt x="7" y="20"/>
                    </a:cubicBezTo>
                    <a:cubicBezTo>
                      <a:pt x="3" y="16"/>
                      <a:pt x="0" y="12"/>
                      <a:pt x="0" y="7"/>
                    </a:cubicBezTo>
                    <a:cubicBezTo>
                      <a:pt x="2" y="3"/>
                      <a:pt x="12" y="2"/>
                      <a:pt x="15" y="4"/>
                    </a:cubicBezTo>
                    <a:cubicBezTo>
                      <a:pt x="15" y="6"/>
                      <a:pt x="16" y="7"/>
                      <a:pt x="17" y="9"/>
                    </a:cubicBezTo>
                    <a:cubicBezTo>
                      <a:pt x="20" y="12"/>
                      <a:pt x="25" y="11"/>
                      <a:pt x="27" y="8"/>
                    </a:cubicBezTo>
                    <a:cubicBezTo>
                      <a:pt x="29" y="7"/>
                      <a:pt x="29" y="5"/>
                      <a:pt x="29" y="3"/>
                    </a:cubicBezTo>
                    <a:cubicBezTo>
                      <a:pt x="31" y="0"/>
                      <a:pt x="42" y="3"/>
                      <a:pt x="44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6" name="Freeform 68">
                <a:extLst>
                  <a:ext uri="{FF2B5EF4-FFF2-40B4-BE49-F238E27FC236}">
                    <a16:creationId xmlns:a16="http://schemas.microsoft.com/office/drawing/2014/main" id="{8CF35783-66D4-4F60-B5F0-E5AB7F896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893"/>
                <a:ext cx="112" cy="78"/>
              </a:xfrm>
              <a:custGeom>
                <a:avLst/>
                <a:gdLst>
                  <a:gd name="T0" fmla="*/ 694 w 45"/>
                  <a:gd name="T1" fmla="*/ 175 h 29"/>
                  <a:gd name="T2" fmla="*/ 600 w 45"/>
                  <a:gd name="T3" fmla="*/ 368 h 29"/>
                  <a:gd name="T4" fmla="*/ 124 w 45"/>
                  <a:gd name="T5" fmla="*/ 406 h 29"/>
                  <a:gd name="T6" fmla="*/ 0 w 45"/>
                  <a:gd name="T7" fmla="*/ 137 h 29"/>
                  <a:gd name="T8" fmla="*/ 229 w 45"/>
                  <a:gd name="T9" fmla="*/ 81 h 29"/>
                  <a:gd name="T10" fmla="*/ 279 w 45"/>
                  <a:gd name="T11" fmla="*/ 175 h 29"/>
                  <a:gd name="T12" fmla="*/ 433 w 45"/>
                  <a:gd name="T13" fmla="*/ 175 h 29"/>
                  <a:gd name="T14" fmla="*/ 465 w 45"/>
                  <a:gd name="T15" fmla="*/ 81 h 29"/>
                  <a:gd name="T16" fmla="*/ 694 w 45"/>
                  <a:gd name="T17" fmla="*/ 17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9">
                    <a:moveTo>
                      <a:pt x="45" y="9"/>
                    </a:moveTo>
                    <a:cubicBezTo>
                      <a:pt x="44" y="13"/>
                      <a:pt x="42" y="16"/>
                      <a:pt x="39" y="19"/>
                    </a:cubicBezTo>
                    <a:cubicBezTo>
                      <a:pt x="31" y="28"/>
                      <a:pt x="17" y="29"/>
                      <a:pt x="8" y="21"/>
                    </a:cubicBezTo>
                    <a:cubicBezTo>
                      <a:pt x="4" y="17"/>
                      <a:pt x="1" y="12"/>
                      <a:pt x="0" y="7"/>
                    </a:cubicBezTo>
                    <a:cubicBezTo>
                      <a:pt x="3" y="3"/>
                      <a:pt x="12" y="2"/>
                      <a:pt x="15" y="4"/>
                    </a:cubicBezTo>
                    <a:cubicBezTo>
                      <a:pt x="16" y="6"/>
                      <a:pt x="16" y="8"/>
                      <a:pt x="18" y="9"/>
                    </a:cubicBezTo>
                    <a:cubicBezTo>
                      <a:pt x="21" y="12"/>
                      <a:pt x="25" y="12"/>
                      <a:pt x="28" y="9"/>
                    </a:cubicBezTo>
                    <a:cubicBezTo>
                      <a:pt x="29" y="7"/>
                      <a:pt x="30" y="5"/>
                      <a:pt x="30" y="4"/>
                    </a:cubicBezTo>
                    <a:cubicBezTo>
                      <a:pt x="32" y="0"/>
                      <a:pt x="43" y="3"/>
                      <a:pt x="45" y="9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7" name="Freeform 69">
                <a:extLst>
                  <a:ext uri="{FF2B5EF4-FFF2-40B4-BE49-F238E27FC236}">
                    <a16:creationId xmlns:a16="http://schemas.microsoft.com/office/drawing/2014/main" id="{22067D25-CFAA-4327-AD96-EC2EFB2F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893"/>
                <a:ext cx="112" cy="78"/>
              </a:xfrm>
              <a:custGeom>
                <a:avLst/>
                <a:gdLst>
                  <a:gd name="T0" fmla="*/ 694 w 45"/>
                  <a:gd name="T1" fmla="*/ 175 h 29"/>
                  <a:gd name="T2" fmla="*/ 600 w 45"/>
                  <a:gd name="T3" fmla="*/ 368 h 29"/>
                  <a:gd name="T4" fmla="*/ 124 w 45"/>
                  <a:gd name="T5" fmla="*/ 406 h 29"/>
                  <a:gd name="T6" fmla="*/ 0 w 45"/>
                  <a:gd name="T7" fmla="*/ 137 h 29"/>
                  <a:gd name="T8" fmla="*/ 229 w 45"/>
                  <a:gd name="T9" fmla="*/ 81 h 29"/>
                  <a:gd name="T10" fmla="*/ 279 w 45"/>
                  <a:gd name="T11" fmla="*/ 175 h 29"/>
                  <a:gd name="T12" fmla="*/ 433 w 45"/>
                  <a:gd name="T13" fmla="*/ 175 h 29"/>
                  <a:gd name="T14" fmla="*/ 465 w 45"/>
                  <a:gd name="T15" fmla="*/ 81 h 29"/>
                  <a:gd name="T16" fmla="*/ 694 w 45"/>
                  <a:gd name="T17" fmla="*/ 17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9">
                    <a:moveTo>
                      <a:pt x="45" y="9"/>
                    </a:moveTo>
                    <a:cubicBezTo>
                      <a:pt x="44" y="13"/>
                      <a:pt x="42" y="16"/>
                      <a:pt x="39" y="19"/>
                    </a:cubicBezTo>
                    <a:cubicBezTo>
                      <a:pt x="31" y="28"/>
                      <a:pt x="17" y="29"/>
                      <a:pt x="8" y="21"/>
                    </a:cubicBezTo>
                    <a:cubicBezTo>
                      <a:pt x="4" y="17"/>
                      <a:pt x="1" y="12"/>
                      <a:pt x="0" y="7"/>
                    </a:cubicBezTo>
                    <a:cubicBezTo>
                      <a:pt x="3" y="3"/>
                      <a:pt x="12" y="2"/>
                      <a:pt x="15" y="4"/>
                    </a:cubicBezTo>
                    <a:cubicBezTo>
                      <a:pt x="16" y="6"/>
                      <a:pt x="16" y="8"/>
                      <a:pt x="18" y="9"/>
                    </a:cubicBezTo>
                    <a:cubicBezTo>
                      <a:pt x="21" y="12"/>
                      <a:pt x="25" y="12"/>
                      <a:pt x="28" y="9"/>
                    </a:cubicBezTo>
                    <a:cubicBezTo>
                      <a:pt x="29" y="7"/>
                      <a:pt x="30" y="5"/>
                      <a:pt x="30" y="4"/>
                    </a:cubicBezTo>
                    <a:cubicBezTo>
                      <a:pt x="32" y="0"/>
                      <a:pt x="43" y="3"/>
                      <a:pt x="45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8" name="Freeform 70">
                <a:extLst>
                  <a:ext uri="{FF2B5EF4-FFF2-40B4-BE49-F238E27FC236}">
                    <a16:creationId xmlns:a16="http://schemas.microsoft.com/office/drawing/2014/main" id="{9C651AEF-FB86-4A35-99B6-2FE824E54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053"/>
                <a:ext cx="92" cy="110"/>
              </a:xfrm>
              <a:custGeom>
                <a:avLst/>
                <a:gdLst>
                  <a:gd name="T0" fmla="*/ 124 w 37"/>
                  <a:gd name="T1" fmla="*/ 757 h 41"/>
                  <a:gd name="T2" fmla="*/ 42 w 37"/>
                  <a:gd name="T3" fmla="*/ 561 h 41"/>
                  <a:gd name="T4" fmla="*/ 308 w 37"/>
                  <a:gd name="T5" fmla="*/ 35 h 41"/>
                  <a:gd name="T6" fmla="*/ 537 w 37"/>
                  <a:gd name="T7" fmla="*/ 56 h 41"/>
                  <a:gd name="T8" fmla="*/ 433 w 37"/>
                  <a:gd name="T9" fmla="*/ 330 h 41"/>
                  <a:gd name="T10" fmla="*/ 353 w 37"/>
                  <a:gd name="T11" fmla="*/ 309 h 41"/>
                  <a:gd name="T12" fmla="*/ 278 w 37"/>
                  <a:gd name="T13" fmla="*/ 483 h 41"/>
                  <a:gd name="T14" fmla="*/ 321 w 37"/>
                  <a:gd name="T15" fmla="*/ 577 h 41"/>
                  <a:gd name="T16" fmla="*/ 124 w 37"/>
                  <a:gd name="T17" fmla="*/ 757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1">
                    <a:moveTo>
                      <a:pt x="8" y="39"/>
                    </a:moveTo>
                    <a:cubicBezTo>
                      <a:pt x="6" y="36"/>
                      <a:pt x="4" y="33"/>
                      <a:pt x="3" y="29"/>
                    </a:cubicBezTo>
                    <a:cubicBezTo>
                      <a:pt x="0" y="16"/>
                      <a:pt x="7" y="4"/>
                      <a:pt x="20" y="2"/>
                    </a:cubicBezTo>
                    <a:cubicBezTo>
                      <a:pt x="25" y="0"/>
                      <a:pt x="30" y="1"/>
                      <a:pt x="35" y="3"/>
                    </a:cubicBezTo>
                    <a:cubicBezTo>
                      <a:pt x="37" y="7"/>
                      <a:pt x="32" y="16"/>
                      <a:pt x="28" y="17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7"/>
                      <a:pt x="17" y="21"/>
                      <a:pt x="18" y="25"/>
                    </a:cubicBezTo>
                    <a:cubicBezTo>
                      <a:pt x="18" y="27"/>
                      <a:pt x="19" y="29"/>
                      <a:pt x="21" y="30"/>
                    </a:cubicBezTo>
                    <a:cubicBezTo>
                      <a:pt x="22" y="33"/>
                      <a:pt x="14" y="41"/>
                      <a:pt x="8" y="39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99" name="Freeform 71">
                <a:extLst>
                  <a:ext uri="{FF2B5EF4-FFF2-40B4-BE49-F238E27FC236}">
                    <a16:creationId xmlns:a16="http://schemas.microsoft.com/office/drawing/2014/main" id="{8985B753-B859-438A-959C-A67A2E7A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053"/>
                <a:ext cx="92" cy="110"/>
              </a:xfrm>
              <a:custGeom>
                <a:avLst/>
                <a:gdLst>
                  <a:gd name="T0" fmla="*/ 124 w 37"/>
                  <a:gd name="T1" fmla="*/ 757 h 41"/>
                  <a:gd name="T2" fmla="*/ 42 w 37"/>
                  <a:gd name="T3" fmla="*/ 561 h 41"/>
                  <a:gd name="T4" fmla="*/ 308 w 37"/>
                  <a:gd name="T5" fmla="*/ 35 h 41"/>
                  <a:gd name="T6" fmla="*/ 537 w 37"/>
                  <a:gd name="T7" fmla="*/ 56 h 41"/>
                  <a:gd name="T8" fmla="*/ 433 w 37"/>
                  <a:gd name="T9" fmla="*/ 330 h 41"/>
                  <a:gd name="T10" fmla="*/ 353 w 37"/>
                  <a:gd name="T11" fmla="*/ 309 h 41"/>
                  <a:gd name="T12" fmla="*/ 278 w 37"/>
                  <a:gd name="T13" fmla="*/ 483 h 41"/>
                  <a:gd name="T14" fmla="*/ 321 w 37"/>
                  <a:gd name="T15" fmla="*/ 577 h 41"/>
                  <a:gd name="T16" fmla="*/ 124 w 37"/>
                  <a:gd name="T17" fmla="*/ 757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1">
                    <a:moveTo>
                      <a:pt x="8" y="39"/>
                    </a:moveTo>
                    <a:cubicBezTo>
                      <a:pt x="6" y="36"/>
                      <a:pt x="4" y="33"/>
                      <a:pt x="3" y="29"/>
                    </a:cubicBezTo>
                    <a:cubicBezTo>
                      <a:pt x="0" y="16"/>
                      <a:pt x="7" y="4"/>
                      <a:pt x="20" y="2"/>
                    </a:cubicBezTo>
                    <a:cubicBezTo>
                      <a:pt x="25" y="0"/>
                      <a:pt x="30" y="1"/>
                      <a:pt x="35" y="3"/>
                    </a:cubicBezTo>
                    <a:cubicBezTo>
                      <a:pt x="37" y="7"/>
                      <a:pt x="32" y="16"/>
                      <a:pt x="28" y="17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7"/>
                      <a:pt x="17" y="21"/>
                      <a:pt x="18" y="25"/>
                    </a:cubicBezTo>
                    <a:cubicBezTo>
                      <a:pt x="18" y="27"/>
                      <a:pt x="19" y="29"/>
                      <a:pt x="21" y="30"/>
                    </a:cubicBezTo>
                    <a:cubicBezTo>
                      <a:pt x="22" y="33"/>
                      <a:pt x="14" y="41"/>
                      <a:pt x="8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0" name="Freeform 72">
                <a:extLst>
                  <a:ext uri="{FF2B5EF4-FFF2-40B4-BE49-F238E27FC236}">
                    <a16:creationId xmlns:a16="http://schemas.microsoft.com/office/drawing/2014/main" id="{E0403B4C-F637-4EDC-9FFA-796D3EB2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243"/>
                <a:ext cx="70" cy="117"/>
              </a:xfrm>
              <a:custGeom>
                <a:avLst/>
                <a:gdLst>
                  <a:gd name="T0" fmla="*/ 300 w 28"/>
                  <a:gd name="T1" fmla="*/ 827 h 44"/>
                  <a:gd name="T2" fmla="*/ 145 w 28"/>
                  <a:gd name="T3" fmla="*/ 715 h 44"/>
                  <a:gd name="T4" fmla="*/ 125 w 28"/>
                  <a:gd name="T5" fmla="*/ 136 h 44"/>
                  <a:gd name="T6" fmla="*/ 345 w 28"/>
                  <a:gd name="T7" fmla="*/ 0 h 44"/>
                  <a:gd name="T8" fmla="*/ 375 w 28"/>
                  <a:gd name="T9" fmla="*/ 282 h 44"/>
                  <a:gd name="T10" fmla="*/ 300 w 28"/>
                  <a:gd name="T11" fmla="*/ 319 h 44"/>
                  <a:gd name="T12" fmla="*/ 300 w 28"/>
                  <a:gd name="T13" fmla="*/ 508 h 44"/>
                  <a:gd name="T14" fmla="*/ 395 w 28"/>
                  <a:gd name="T15" fmla="*/ 545 h 44"/>
                  <a:gd name="T16" fmla="*/ 300 w 28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4">
                    <a:moveTo>
                      <a:pt x="19" y="44"/>
                    </a:moveTo>
                    <a:cubicBezTo>
                      <a:pt x="16" y="43"/>
                      <a:pt x="12" y="41"/>
                      <a:pt x="9" y="38"/>
                    </a:cubicBezTo>
                    <a:cubicBezTo>
                      <a:pt x="0" y="30"/>
                      <a:pt x="0" y="16"/>
                      <a:pt x="8" y="7"/>
                    </a:cubicBezTo>
                    <a:cubicBezTo>
                      <a:pt x="12" y="3"/>
                      <a:pt x="17" y="0"/>
                      <a:pt x="22" y="0"/>
                    </a:cubicBezTo>
                    <a:cubicBezTo>
                      <a:pt x="25" y="2"/>
                      <a:pt x="26" y="11"/>
                      <a:pt x="24" y="15"/>
                    </a:cubicBezTo>
                    <a:cubicBezTo>
                      <a:pt x="22" y="15"/>
                      <a:pt x="21" y="15"/>
                      <a:pt x="19" y="17"/>
                    </a:cubicBezTo>
                    <a:cubicBezTo>
                      <a:pt x="16" y="20"/>
                      <a:pt x="17" y="24"/>
                      <a:pt x="19" y="27"/>
                    </a:cubicBezTo>
                    <a:cubicBezTo>
                      <a:pt x="21" y="29"/>
                      <a:pt x="23" y="29"/>
                      <a:pt x="25" y="29"/>
                    </a:cubicBezTo>
                    <a:cubicBezTo>
                      <a:pt x="28" y="31"/>
                      <a:pt x="25" y="42"/>
                      <a:pt x="19" y="4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1" name="Freeform 73">
                <a:extLst>
                  <a:ext uri="{FF2B5EF4-FFF2-40B4-BE49-F238E27FC236}">
                    <a16:creationId xmlns:a16="http://schemas.microsoft.com/office/drawing/2014/main" id="{3B620645-E6AF-4A88-BB75-997CE4AF1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243"/>
                <a:ext cx="70" cy="117"/>
              </a:xfrm>
              <a:custGeom>
                <a:avLst/>
                <a:gdLst>
                  <a:gd name="T0" fmla="*/ 300 w 28"/>
                  <a:gd name="T1" fmla="*/ 827 h 44"/>
                  <a:gd name="T2" fmla="*/ 145 w 28"/>
                  <a:gd name="T3" fmla="*/ 715 h 44"/>
                  <a:gd name="T4" fmla="*/ 125 w 28"/>
                  <a:gd name="T5" fmla="*/ 136 h 44"/>
                  <a:gd name="T6" fmla="*/ 345 w 28"/>
                  <a:gd name="T7" fmla="*/ 0 h 44"/>
                  <a:gd name="T8" fmla="*/ 375 w 28"/>
                  <a:gd name="T9" fmla="*/ 282 h 44"/>
                  <a:gd name="T10" fmla="*/ 300 w 28"/>
                  <a:gd name="T11" fmla="*/ 319 h 44"/>
                  <a:gd name="T12" fmla="*/ 300 w 28"/>
                  <a:gd name="T13" fmla="*/ 508 h 44"/>
                  <a:gd name="T14" fmla="*/ 395 w 28"/>
                  <a:gd name="T15" fmla="*/ 545 h 44"/>
                  <a:gd name="T16" fmla="*/ 300 w 28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4">
                    <a:moveTo>
                      <a:pt x="19" y="44"/>
                    </a:moveTo>
                    <a:cubicBezTo>
                      <a:pt x="16" y="43"/>
                      <a:pt x="12" y="41"/>
                      <a:pt x="9" y="38"/>
                    </a:cubicBezTo>
                    <a:cubicBezTo>
                      <a:pt x="0" y="30"/>
                      <a:pt x="0" y="16"/>
                      <a:pt x="8" y="7"/>
                    </a:cubicBezTo>
                    <a:cubicBezTo>
                      <a:pt x="12" y="3"/>
                      <a:pt x="17" y="0"/>
                      <a:pt x="22" y="0"/>
                    </a:cubicBezTo>
                    <a:cubicBezTo>
                      <a:pt x="25" y="2"/>
                      <a:pt x="26" y="11"/>
                      <a:pt x="24" y="15"/>
                    </a:cubicBezTo>
                    <a:cubicBezTo>
                      <a:pt x="22" y="15"/>
                      <a:pt x="21" y="15"/>
                      <a:pt x="19" y="17"/>
                    </a:cubicBezTo>
                    <a:cubicBezTo>
                      <a:pt x="16" y="20"/>
                      <a:pt x="17" y="24"/>
                      <a:pt x="19" y="27"/>
                    </a:cubicBezTo>
                    <a:cubicBezTo>
                      <a:pt x="21" y="29"/>
                      <a:pt x="23" y="29"/>
                      <a:pt x="25" y="29"/>
                    </a:cubicBezTo>
                    <a:cubicBezTo>
                      <a:pt x="28" y="31"/>
                      <a:pt x="25" y="42"/>
                      <a:pt x="19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2" name="Freeform 74">
                <a:extLst>
                  <a:ext uri="{FF2B5EF4-FFF2-40B4-BE49-F238E27FC236}">
                    <a16:creationId xmlns:a16="http://schemas.microsoft.com/office/drawing/2014/main" id="{A9F4FB2D-EBD4-483A-B7FB-DDAA79C1A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925"/>
                <a:ext cx="445" cy="464"/>
              </a:xfrm>
              <a:custGeom>
                <a:avLst/>
                <a:gdLst>
                  <a:gd name="T0" fmla="*/ 645 w 178"/>
                  <a:gd name="T1" fmla="*/ 285 h 174"/>
                  <a:gd name="T2" fmla="*/ 333 w 178"/>
                  <a:gd name="T3" fmla="*/ 589 h 174"/>
                  <a:gd name="T4" fmla="*/ 33 w 178"/>
                  <a:gd name="T5" fmla="*/ 1251 h 174"/>
                  <a:gd name="T6" fmla="*/ 63 w 178"/>
                  <a:gd name="T7" fmla="*/ 1912 h 174"/>
                  <a:gd name="T8" fmla="*/ 113 w 178"/>
                  <a:gd name="T9" fmla="*/ 2184 h 174"/>
                  <a:gd name="T10" fmla="*/ 145 w 178"/>
                  <a:gd name="T11" fmla="*/ 2445 h 174"/>
                  <a:gd name="T12" fmla="*/ 345 w 178"/>
                  <a:gd name="T13" fmla="*/ 2752 h 174"/>
                  <a:gd name="T14" fmla="*/ 958 w 178"/>
                  <a:gd name="T15" fmla="*/ 3149 h 174"/>
                  <a:gd name="T16" fmla="*/ 1283 w 178"/>
                  <a:gd name="T17" fmla="*/ 3149 h 174"/>
                  <a:gd name="T18" fmla="*/ 1425 w 178"/>
                  <a:gd name="T19" fmla="*/ 3277 h 174"/>
                  <a:gd name="T20" fmla="*/ 1550 w 178"/>
                  <a:gd name="T21" fmla="*/ 3165 h 174"/>
                  <a:gd name="T22" fmla="*/ 1750 w 178"/>
                  <a:gd name="T23" fmla="*/ 3072 h 174"/>
                  <a:gd name="T24" fmla="*/ 2220 w 178"/>
                  <a:gd name="T25" fmla="*/ 2845 h 174"/>
                  <a:gd name="T26" fmla="*/ 2738 w 178"/>
                  <a:gd name="T27" fmla="*/ 1557 h 174"/>
                  <a:gd name="T28" fmla="*/ 2658 w 178"/>
                  <a:gd name="T29" fmla="*/ 1480 h 174"/>
                  <a:gd name="T30" fmla="*/ 2375 w 178"/>
                  <a:gd name="T31" fmla="*/ 456 h 174"/>
                  <a:gd name="T32" fmla="*/ 1738 w 178"/>
                  <a:gd name="T33" fmla="*/ 77 h 174"/>
                  <a:gd name="T34" fmla="*/ 1158 w 178"/>
                  <a:gd name="T35" fmla="*/ 21 h 174"/>
                  <a:gd name="T36" fmla="*/ 645 w 178"/>
                  <a:gd name="T37" fmla="*/ 285 h 17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8" h="174">
                    <a:moveTo>
                      <a:pt x="41" y="15"/>
                    </a:moveTo>
                    <a:cubicBezTo>
                      <a:pt x="35" y="20"/>
                      <a:pt x="31" y="22"/>
                      <a:pt x="21" y="31"/>
                    </a:cubicBezTo>
                    <a:cubicBezTo>
                      <a:pt x="11" y="40"/>
                      <a:pt x="4" y="56"/>
                      <a:pt x="2" y="66"/>
                    </a:cubicBezTo>
                    <a:cubicBezTo>
                      <a:pt x="0" y="77"/>
                      <a:pt x="4" y="93"/>
                      <a:pt x="4" y="101"/>
                    </a:cubicBezTo>
                    <a:cubicBezTo>
                      <a:pt x="5" y="108"/>
                      <a:pt x="7" y="111"/>
                      <a:pt x="7" y="115"/>
                    </a:cubicBezTo>
                    <a:cubicBezTo>
                      <a:pt x="8" y="119"/>
                      <a:pt x="1" y="128"/>
                      <a:pt x="9" y="129"/>
                    </a:cubicBezTo>
                    <a:cubicBezTo>
                      <a:pt x="17" y="132"/>
                      <a:pt x="14" y="136"/>
                      <a:pt x="22" y="145"/>
                    </a:cubicBezTo>
                    <a:cubicBezTo>
                      <a:pt x="29" y="154"/>
                      <a:pt x="40" y="166"/>
                      <a:pt x="61" y="166"/>
                    </a:cubicBezTo>
                    <a:cubicBezTo>
                      <a:pt x="82" y="166"/>
                      <a:pt x="78" y="164"/>
                      <a:pt x="82" y="166"/>
                    </a:cubicBezTo>
                    <a:cubicBezTo>
                      <a:pt x="86" y="168"/>
                      <a:pt x="83" y="173"/>
                      <a:pt x="91" y="173"/>
                    </a:cubicBezTo>
                    <a:cubicBezTo>
                      <a:pt x="98" y="174"/>
                      <a:pt x="97" y="170"/>
                      <a:pt x="99" y="167"/>
                    </a:cubicBezTo>
                    <a:cubicBezTo>
                      <a:pt x="101" y="164"/>
                      <a:pt x="106" y="162"/>
                      <a:pt x="112" y="162"/>
                    </a:cubicBezTo>
                    <a:cubicBezTo>
                      <a:pt x="117" y="163"/>
                      <a:pt x="128" y="165"/>
                      <a:pt x="142" y="150"/>
                    </a:cubicBezTo>
                    <a:cubicBezTo>
                      <a:pt x="157" y="135"/>
                      <a:pt x="178" y="92"/>
                      <a:pt x="175" y="82"/>
                    </a:cubicBezTo>
                    <a:cubicBezTo>
                      <a:pt x="173" y="72"/>
                      <a:pt x="170" y="78"/>
                      <a:pt x="170" y="78"/>
                    </a:cubicBezTo>
                    <a:cubicBezTo>
                      <a:pt x="170" y="78"/>
                      <a:pt x="167" y="40"/>
                      <a:pt x="152" y="24"/>
                    </a:cubicBezTo>
                    <a:cubicBezTo>
                      <a:pt x="136" y="9"/>
                      <a:pt x="122" y="9"/>
                      <a:pt x="111" y="4"/>
                    </a:cubicBezTo>
                    <a:cubicBezTo>
                      <a:pt x="101" y="0"/>
                      <a:pt x="87" y="1"/>
                      <a:pt x="74" y="1"/>
                    </a:cubicBezTo>
                    <a:cubicBezTo>
                      <a:pt x="62" y="1"/>
                      <a:pt x="53" y="10"/>
                      <a:pt x="41" y="15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3" name="Freeform 75">
                <a:extLst>
                  <a:ext uri="{FF2B5EF4-FFF2-40B4-BE49-F238E27FC236}">
                    <a16:creationId xmlns:a16="http://schemas.microsoft.com/office/drawing/2014/main" id="{7433A83B-251F-4673-BF52-9AD574D19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901"/>
                <a:ext cx="238" cy="88"/>
              </a:xfrm>
              <a:custGeom>
                <a:avLst/>
                <a:gdLst>
                  <a:gd name="T0" fmla="*/ 1350 w 95"/>
                  <a:gd name="T1" fmla="*/ 0 h 33"/>
                  <a:gd name="T2" fmla="*/ 584 w 95"/>
                  <a:gd name="T3" fmla="*/ 136 h 33"/>
                  <a:gd name="T4" fmla="*/ 271 w 95"/>
                  <a:gd name="T5" fmla="*/ 227 h 33"/>
                  <a:gd name="T6" fmla="*/ 125 w 95"/>
                  <a:gd name="T7" fmla="*/ 605 h 33"/>
                  <a:gd name="T8" fmla="*/ 1130 w 95"/>
                  <a:gd name="T9" fmla="*/ 477 h 33"/>
                  <a:gd name="T10" fmla="*/ 1350 w 95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33">
                    <a:moveTo>
                      <a:pt x="86" y="0"/>
                    </a:moveTo>
                    <a:cubicBezTo>
                      <a:pt x="72" y="3"/>
                      <a:pt x="47" y="5"/>
                      <a:pt x="37" y="7"/>
                    </a:cubicBezTo>
                    <a:cubicBezTo>
                      <a:pt x="27" y="9"/>
                      <a:pt x="21" y="10"/>
                      <a:pt x="17" y="12"/>
                    </a:cubicBezTo>
                    <a:cubicBezTo>
                      <a:pt x="12" y="14"/>
                      <a:pt x="0" y="33"/>
                      <a:pt x="8" y="32"/>
                    </a:cubicBezTo>
                    <a:cubicBezTo>
                      <a:pt x="17" y="31"/>
                      <a:pt x="65" y="26"/>
                      <a:pt x="72" y="25"/>
                    </a:cubicBezTo>
                    <a:cubicBezTo>
                      <a:pt x="78" y="24"/>
                      <a:pt x="95" y="9"/>
                      <a:pt x="86" y="0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4" name="Freeform 76">
                <a:extLst>
                  <a:ext uri="{FF2B5EF4-FFF2-40B4-BE49-F238E27FC236}">
                    <a16:creationId xmlns:a16="http://schemas.microsoft.com/office/drawing/2014/main" id="{FBF279B9-2FA9-433D-A131-023B5B197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901"/>
                <a:ext cx="238" cy="88"/>
              </a:xfrm>
              <a:custGeom>
                <a:avLst/>
                <a:gdLst>
                  <a:gd name="T0" fmla="*/ 1350 w 95"/>
                  <a:gd name="T1" fmla="*/ 0 h 33"/>
                  <a:gd name="T2" fmla="*/ 584 w 95"/>
                  <a:gd name="T3" fmla="*/ 136 h 33"/>
                  <a:gd name="T4" fmla="*/ 271 w 95"/>
                  <a:gd name="T5" fmla="*/ 227 h 33"/>
                  <a:gd name="T6" fmla="*/ 125 w 95"/>
                  <a:gd name="T7" fmla="*/ 605 h 33"/>
                  <a:gd name="T8" fmla="*/ 1130 w 95"/>
                  <a:gd name="T9" fmla="*/ 477 h 33"/>
                  <a:gd name="T10" fmla="*/ 1350 w 95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33">
                    <a:moveTo>
                      <a:pt x="86" y="0"/>
                    </a:moveTo>
                    <a:cubicBezTo>
                      <a:pt x="72" y="3"/>
                      <a:pt x="47" y="5"/>
                      <a:pt x="37" y="7"/>
                    </a:cubicBezTo>
                    <a:cubicBezTo>
                      <a:pt x="27" y="9"/>
                      <a:pt x="21" y="10"/>
                      <a:pt x="17" y="12"/>
                    </a:cubicBezTo>
                    <a:cubicBezTo>
                      <a:pt x="12" y="14"/>
                      <a:pt x="0" y="33"/>
                      <a:pt x="8" y="32"/>
                    </a:cubicBezTo>
                    <a:cubicBezTo>
                      <a:pt x="17" y="31"/>
                      <a:pt x="65" y="26"/>
                      <a:pt x="72" y="25"/>
                    </a:cubicBezTo>
                    <a:cubicBezTo>
                      <a:pt x="78" y="24"/>
                      <a:pt x="95" y="9"/>
                      <a:pt x="8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5" name="Freeform 77">
                <a:extLst>
                  <a:ext uri="{FF2B5EF4-FFF2-40B4-BE49-F238E27FC236}">
                    <a16:creationId xmlns:a16="http://schemas.microsoft.com/office/drawing/2014/main" id="{99E4F234-4BF5-493B-9419-9FC1B44A2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1771"/>
                <a:ext cx="238" cy="77"/>
              </a:xfrm>
              <a:custGeom>
                <a:avLst/>
                <a:gdLst>
                  <a:gd name="T0" fmla="*/ 208 w 95"/>
                  <a:gd name="T1" fmla="*/ 149 h 29"/>
                  <a:gd name="T2" fmla="*/ 20 w 95"/>
                  <a:gd name="T3" fmla="*/ 430 h 29"/>
                  <a:gd name="T4" fmla="*/ 616 w 95"/>
                  <a:gd name="T5" fmla="*/ 451 h 29"/>
                  <a:gd name="T6" fmla="*/ 1255 w 95"/>
                  <a:gd name="T7" fmla="*/ 451 h 29"/>
                  <a:gd name="T8" fmla="*/ 1476 w 95"/>
                  <a:gd name="T9" fmla="*/ 170 h 29"/>
                  <a:gd name="T10" fmla="*/ 208 w 95"/>
                  <a:gd name="T11" fmla="*/ 14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29">
                    <a:moveTo>
                      <a:pt x="13" y="8"/>
                    </a:moveTo>
                    <a:cubicBezTo>
                      <a:pt x="8" y="13"/>
                      <a:pt x="3" y="18"/>
                      <a:pt x="1" y="23"/>
                    </a:cubicBezTo>
                    <a:cubicBezTo>
                      <a:pt x="0" y="29"/>
                      <a:pt x="22" y="24"/>
                      <a:pt x="39" y="24"/>
                    </a:cubicBezTo>
                    <a:cubicBezTo>
                      <a:pt x="56" y="25"/>
                      <a:pt x="74" y="27"/>
                      <a:pt x="80" y="24"/>
                    </a:cubicBezTo>
                    <a:cubicBezTo>
                      <a:pt x="85" y="21"/>
                      <a:pt x="92" y="17"/>
                      <a:pt x="94" y="9"/>
                    </a:cubicBezTo>
                    <a:cubicBezTo>
                      <a:pt x="95" y="2"/>
                      <a:pt x="19" y="0"/>
                      <a:pt x="13" y="8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6" name="Freeform 78">
                <a:extLst>
                  <a:ext uri="{FF2B5EF4-FFF2-40B4-BE49-F238E27FC236}">
                    <a16:creationId xmlns:a16="http://schemas.microsoft.com/office/drawing/2014/main" id="{B8129704-3435-43FD-9296-D5ADFDBE1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1771"/>
                <a:ext cx="238" cy="77"/>
              </a:xfrm>
              <a:custGeom>
                <a:avLst/>
                <a:gdLst>
                  <a:gd name="T0" fmla="*/ 208 w 95"/>
                  <a:gd name="T1" fmla="*/ 149 h 29"/>
                  <a:gd name="T2" fmla="*/ 20 w 95"/>
                  <a:gd name="T3" fmla="*/ 430 h 29"/>
                  <a:gd name="T4" fmla="*/ 616 w 95"/>
                  <a:gd name="T5" fmla="*/ 451 h 29"/>
                  <a:gd name="T6" fmla="*/ 1255 w 95"/>
                  <a:gd name="T7" fmla="*/ 451 h 29"/>
                  <a:gd name="T8" fmla="*/ 1476 w 95"/>
                  <a:gd name="T9" fmla="*/ 170 h 29"/>
                  <a:gd name="T10" fmla="*/ 208 w 95"/>
                  <a:gd name="T11" fmla="*/ 14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29">
                    <a:moveTo>
                      <a:pt x="13" y="8"/>
                    </a:moveTo>
                    <a:cubicBezTo>
                      <a:pt x="8" y="13"/>
                      <a:pt x="3" y="18"/>
                      <a:pt x="1" y="23"/>
                    </a:cubicBezTo>
                    <a:cubicBezTo>
                      <a:pt x="0" y="29"/>
                      <a:pt x="22" y="24"/>
                      <a:pt x="39" y="24"/>
                    </a:cubicBezTo>
                    <a:cubicBezTo>
                      <a:pt x="56" y="25"/>
                      <a:pt x="74" y="27"/>
                      <a:pt x="80" y="24"/>
                    </a:cubicBezTo>
                    <a:cubicBezTo>
                      <a:pt x="85" y="21"/>
                      <a:pt x="92" y="17"/>
                      <a:pt x="94" y="9"/>
                    </a:cubicBezTo>
                    <a:cubicBezTo>
                      <a:pt x="95" y="2"/>
                      <a:pt x="19" y="0"/>
                      <a:pt x="1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7" name="Freeform 79">
                <a:extLst>
                  <a:ext uri="{FF2B5EF4-FFF2-40B4-BE49-F238E27FC236}">
                    <a16:creationId xmlns:a16="http://schemas.microsoft.com/office/drawing/2014/main" id="{01DF14D3-90B0-4ED4-8EA3-612BB462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237"/>
                <a:ext cx="23" cy="48"/>
              </a:xfrm>
              <a:custGeom>
                <a:avLst/>
                <a:gdLst>
                  <a:gd name="T0" fmla="*/ 0 w 9"/>
                  <a:gd name="T1" fmla="*/ 0 h 18"/>
                  <a:gd name="T2" fmla="*/ 84 w 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4" y="4"/>
                      <a:pt x="9" y="12"/>
                      <a:pt x="5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8" name="Freeform 80">
                <a:extLst>
                  <a:ext uri="{FF2B5EF4-FFF2-40B4-BE49-F238E27FC236}">
                    <a16:creationId xmlns:a16="http://schemas.microsoft.com/office/drawing/2014/main" id="{924AD0B6-F38B-4C2E-91DF-C134D5978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181"/>
                <a:ext cx="20" cy="27"/>
              </a:xfrm>
              <a:custGeom>
                <a:avLst/>
                <a:gdLst>
                  <a:gd name="T0" fmla="*/ 0 w 8"/>
                  <a:gd name="T1" fmla="*/ 0 h 10"/>
                  <a:gd name="T2" fmla="*/ 125 w 8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1" y="3"/>
                      <a:pt x="5" y="7"/>
                      <a:pt x="8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09" name="Freeform 81">
                <a:extLst>
                  <a:ext uri="{FF2B5EF4-FFF2-40B4-BE49-F238E27FC236}">
                    <a16:creationId xmlns:a16="http://schemas.microsoft.com/office/drawing/2014/main" id="{9E90606A-729B-4BD0-8FBE-310C47D4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024"/>
                <a:ext cx="210" cy="328"/>
              </a:xfrm>
              <a:custGeom>
                <a:avLst/>
                <a:gdLst>
                  <a:gd name="T0" fmla="*/ 1283 w 84"/>
                  <a:gd name="T1" fmla="*/ 248 h 123"/>
                  <a:gd name="T2" fmla="*/ 563 w 84"/>
                  <a:gd name="T3" fmla="*/ 136 h 123"/>
                  <a:gd name="T4" fmla="*/ 175 w 84"/>
                  <a:gd name="T5" fmla="*/ 627 h 123"/>
                  <a:gd name="T6" fmla="*/ 95 w 84"/>
                  <a:gd name="T7" fmla="*/ 832 h 123"/>
                  <a:gd name="T8" fmla="*/ 50 w 84"/>
                  <a:gd name="T9" fmla="*/ 1059 h 123"/>
                  <a:gd name="T10" fmla="*/ 20 w 84"/>
                  <a:gd name="T11" fmla="*/ 1400 h 123"/>
                  <a:gd name="T12" fmla="*/ 125 w 84"/>
                  <a:gd name="T13" fmla="*/ 1728 h 123"/>
                  <a:gd name="T14" fmla="*/ 270 w 84"/>
                  <a:gd name="T15" fmla="*/ 1912 h 123"/>
                  <a:gd name="T16" fmla="*/ 458 w 84"/>
                  <a:gd name="T17" fmla="*/ 2141 h 123"/>
                  <a:gd name="T18" fmla="*/ 675 w 84"/>
                  <a:gd name="T19" fmla="*/ 2253 h 123"/>
                  <a:gd name="T20" fmla="*/ 908 w 84"/>
                  <a:gd name="T21" fmla="*/ 2163 h 123"/>
                  <a:gd name="T22" fmla="*/ 438 w 84"/>
                  <a:gd name="T23" fmla="*/ 1821 h 123"/>
                  <a:gd name="T24" fmla="*/ 375 w 84"/>
                  <a:gd name="T25" fmla="*/ 1443 h 123"/>
                  <a:gd name="T26" fmla="*/ 333 w 84"/>
                  <a:gd name="T27" fmla="*/ 1229 h 123"/>
                  <a:gd name="T28" fmla="*/ 300 w 84"/>
                  <a:gd name="T29" fmla="*/ 1139 h 123"/>
                  <a:gd name="T30" fmla="*/ 458 w 84"/>
                  <a:gd name="T31" fmla="*/ 1139 h 123"/>
                  <a:gd name="T32" fmla="*/ 613 w 84"/>
                  <a:gd name="T33" fmla="*/ 1216 h 123"/>
                  <a:gd name="T34" fmla="*/ 783 w 84"/>
                  <a:gd name="T35" fmla="*/ 909 h 123"/>
                  <a:gd name="T36" fmla="*/ 925 w 84"/>
                  <a:gd name="T37" fmla="*/ 717 h 123"/>
                  <a:gd name="T38" fmla="*/ 1083 w 84"/>
                  <a:gd name="T39" fmla="*/ 627 h 123"/>
                  <a:gd name="T40" fmla="*/ 1175 w 84"/>
                  <a:gd name="T41" fmla="*/ 491 h 123"/>
                  <a:gd name="T42" fmla="*/ 1313 w 84"/>
                  <a:gd name="T43" fmla="*/ 397 h 1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4" h="123">
                    <a:moveTo>
                      <a:pt x="82" y="13"/>
                    </a:moveTo>
                    <a:cubicBezTo>
                      <a:pt x="70" y="1"/>
                      <a:pt x="50" y="0"/>
                      <a:pt x="36" y="7"/>
                    </a:cubicBezTo>
                    <a:cubicBezTo>
                      <a:pt x="24" y="12"/>
                      <a:pt x="16" y="22"/>
                      <a:pt x="11" y="33"/>
                    </a:cubicBezTo>
                    <a:cubicBezTo>
                      <a:pt x="9" y="37"/>
                      <a:pt x="7" y="41"/>
                      <a:pt x="6" y="44"/>
                    </a:cubicBezTo>
                    <a:cubicBezTo>
                      <a:pt x="5" y="48"/>
                      <a:pt x="4" y="52"/>
                      <a:pt x="3" y="56"/>
                    </a:cubicBezTo>
                    <a:cubicBezTo>
                      <a:pt x="1" y="62"/>
                      <a:pt x="0" y="68"/>
                      <a:pt x="1" y="74"/>
                    </a:cubicBezTo>
                    <a:cubicBezTo>
                      <a:pt x="2" y="79"/>
                      <a:pt x="5" y="87"/>
                      <a:pt x="8" y="91"/>
                    </a:cubicBezTo>
                    <a:cubicBezTo>
                      <a:pt x="11" y="94"/>
                      <a:pt x="14" y="98"/>
                      <a:pt x="17" y="101"/>
                    </a:cubicBezTo>
                    <a:cubicBezTo>
                      <a:pt x="20" y="104"/>
                      <a:pt x="25" y="111"/>
                      <a:pt x="29" y="113"/>
                    </a:cubicBezTo>
                    <a:cubicBezTo>
                      <a:pt x="32" y="115"/>
                      <a:pt x="40" y="116"/>
                      <a:pt x="43" y="119"/>
                    </a:cubicBezTo>
                    <a:cubicBezTo>
                      <a:pt x="49" y="123"/>
                      <a:pt x="51" y="115"/>
                      <a:pt x="58" y="114"/>
                    </a:cubicBezTo>
                    <a:cubicBezTo>
                      <a:pt x="49" y="110"/>
                      <a:pt x="32" y="107"/>
                      <a:pt x="28" y="96"/>
                    </a:cubicBezTo>
                    <a:cubicBezTo>
                      <a:pt x="26" y="90"/>
                      <a:pt x="25" y="82"/>
                      <a:pt x="24" y="76"/>
                    </a:cubicBezTo>
                    <a:cubicBezTo>
                      <a:pt x="23" y="72"/>
                      <a:pt x="22" y="69"/>
                      <a:pt x="21" y="65"/>
                    </a:cubicBezTo>
                    <a:cubicBezTo>
                      <a:pt x="21" y="64"/>
                      <a:pt x="19" y="62"/>
                      <a:pt x="19" y="60"/>
                    </a:cubicBezTo>
                    <a:cubicBezTo>
                      <a:pt x="20" y="55"/>
                      <a:pt x="26" y="59"/>
                      <a:pt x="29" y="60"/>
                    </a:cubicBezTo>
                    <a:cubicBezTo>
                      <a:pt x="32" y="62"/>
                      <a:pt x="36" y="64"/>
                      <a:pt x="39" y="64"/>
                    </a:cubicBezTo>
                    <a:cubicBezTo>
                      <a:pt x="48" y="63"/>
                      <a:pt x="47" y="55"/>
                      <a:pt x="50" y="48"/>
                    </a:cubicBezTo>
                    <a:cubicBezTo>
                      <a:pt x="52" y="44"/>
                      <a:pt x="55" y="41"/>
                      <a:pt x="59" y="38"/>
                    </a:cubicBezTo>
                    <a:cubicBezTo>
                      <a:pt x="62" y="36"/>
                      <a:pt x="66" y="35"/>
                      <a:pt x="69" y="33"/>
                    </a:cubicBezTo>
                    <a:cubicBezTo>
                      <a:pt x="72" y="31"/>
                      <a:pt x="72" y="28"/>
                      <a:pt x="75" y="26"/>
                    </a:cubicBezTo>
                    <a:cubicBezTo>
                      <a:pt x="77" y="24"/>
                      <a:pt x="84" y="25"/>
                      <a:pt x="84" y="2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0" name="Freeform 82">
                <a:extLst>
                  <a:ext uri="{FF2B5EF4-FFF2-40B4-BE49-F238E27FC236}">
                    <a16:creationId xmlns:a16="http://schemas.microsoft.com/office/drawing/2014/main" id="{72D6793C-028B-49E6-BB0E-EAC841231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061"/>
                <a:ext cx="155" cy="174"/>
              </a:xfrm>
              <a:custGeom>
                <a:avLst/>
                <a:gdLst>
                  <a:gd name="T0" fmla="*/ 958 w 62"/>
                  <a:gd name="T1" fmla="*/ 94 h 65"/>
                  <a:gd name="T2" fmla="*/ 708 w 62"/>
                  <a:gd name="T3" fmla="*/ 744 h 65"/>
                  <a:gd name="T4" fmla="*/ 488 w 62"/>
                  <a:gd name="T5" fmla="*/ 1189 h 65"/>
                  <a:gd name="T6" fmla="*/ 0 w 62"/>
                  <a:gd name="T7" fmla="*/ 594 h 65"/>
                  <a:gd name="T8" fmla="*/ 345 w 62"/>
                  <a:gd name="T9" fmla="*/ 367 h 65"/>
                  <a:gd name="T10" fmla="*/ 750 w 62"/>
                  <a:gd name="T11" fmla="*/ 21 h 65"/>
                  <a:gd name="T12" fmla="*/ 958 w 62"/>
                  <a:gd name="T13" fmla="*/ 94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65">
                    <a:moveTo>
                      <a:pt x="61" y="5"/>
                    </a:moveTo>
                    <a:cubicBezTo>
                      <a:pt x="60" y="13"/>
                      <a:pt x="50" y="32"/>
                      <a:pt x="45" y="39"/>
                    </a:cubicBezTo>
                    <a:cubicBezTo>
                      <a:pt x="40" y="46"/>
                      <a:pt x="37" y="59"/>
                      <a:pt x="31" y="62"/>
                    </a:cubicBezTo>
                    <a:cubicBezTo>
                      <a:pt x="25" y="65"/>
                      <a:pt x="4" y="47"/>
                      <a:pt x="0" y="31"/>
                    </a:cubicBezTo>
                    <a:cubicBezTo>
                      <a:pt x="7" y="31"/>
                      <a:pt x="17" y="27"/>
                      <a:pt x="22" y="19"/>
                    </a:cubicBezTo>
                    <a:cubicBezTo>
                      <a:pt x="28" y="11"/>
                      <a:pt x="37" y="2"/>
                      <a:pt x="48" y="1"/>
                    </a:cubicBezTo>
                    <a:cubicBezTo>
                      <a:pt x="58" y="0"/>
                      <a:pt x="62" y="0"/>
                      <a:pt x="61" y="5"/>
                    </a:cubicBezTo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1" name="Freeform 83">
                <a:extLst>
                  <a:ext uri="{FF2B5EF4-FFF2-40B4-BE49-F238E27FC236}">
                    <a16:creationId xmlns:a16="http://schemas.microsoft.com/office/drawing/2014/main" id="{F7754FA4-B92F-4BB1-BAD4-B73DBB75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075"/>
                <a:ext cx="65" cy="157"/>
              </a:xfrm>
              <a:custGeom>
                <a:avLst/>
                <a:gdLst>
                  <a:gd name="T0" fmla="*/ 145 w 26"/>
                  <a:gd name="T1" fmla="*/ 0 h 59"/>
                  <a:gd name="T2" fmla="*/ 208 w 26"/>
                  <a:gd name="T3" fmla="*/ 205 h 59"/>
                  <a:gd name="T4" fmla="*/ 188 w 26"/>
                  <a:gd name="T5" fmla="*/ 532 h 59"/>
                  <a:gd name="T6" fmla="*/ 83 w 26"/>
                  <a:gd name="T7" fmla="*/ 886 h 59"/>
                  <a:gd name="T8" fmla="*/ 0 w 26"/>
                  <a:gd name="T9" fmla="*/ 1091 h 59"/>
                  <a:gd name="T10" fmla="*/ 238 w 26"/>
                  <a:gd name="T11" fmla="*/ 977 h 59"/>
                  <a:gd name="T12" fmla="*/ 333 w 26"/>
                  <a:gd name="T13" fmla="*/ 907 h 59"/>
                  <a:gd name="T14" fmla="*/ 375 w 26"/>
                  <a:gd name="T15" fmla="*/ 716 h 59"/>
                  <a:gd name="T16" fmla="*/ 395 w 26"/>
                  <a:gd name="T17" fmla="*/ 396 h 59"/>
                  <a:gd name="T18" fmla="*/ 250 w 26"/>
                  <a:gd name="T19" fmla="*/ 77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59">
                    <a:moveTo>
                      <a:pt x="9" y="0"/>
                    </a:moveTo>
                    <a:cubicBezTo>
                      <a:pt x="11" y="3"/>
                      <a:pt x="12" y="8"/>
                      <a:pt x="13" y="11"/>
                    </a:cubicBezTo>
                    <a:cubicBezTo>
                      <a:pt x="14" y="17"/>
                      <a:pt x="13" y="22"/>
                      <a:pt x="12" y="28"/>
                    </a:cubicBezTo>
                    <a:cubicBezTo>
                      <a:pt x="10" y="35"/>
                      <a:pt x="8" y="41"/>
                      <a:pt x="5" y="47"/>
                    </a:cubicBezTo>
                    <a:cubicBezTo>
                      <a:pt x="4" y="51"/>
                      <a:pt x="3" y="55"/>
                      <a:pt x="0" y="58"/>
                    </a:cubicBezTo>
                    <a:cubicBezTo>
                      <a:pt x="5" y="59"/>
                      <a:pt x="11" y="55"/>
                      <a:pt x="15" y="52"/>
                    </a:cubicBezTo>
                    <a:cubicBezTo>
                      <a:pt x="18" y="51"/>
                      <a:pt x="19" y="50"/>
                      <a:pt x="21" y="48"/>
                    </a:cubicBezTo>
                    <a:cubicBezTo>
                      <a:pt x="22" y="45"/>
                      <a:pt x="23" y="41"/>
                      <a:pt x="24" y="38"/>
                    </a:cubicBezTo>
                    <a:cubicBezTo>
                      <a:pt x="25" y="32"/>
                      <a:pt x="26" y="26"/>
                      <a:pt x="25" y="21"/>
                    </a:cubicBezTo>
                    <a:cubicBezTo>
                      <a:pt x="24" y="15"/>
                      <a:pt x="20" y="9"/>
                      <a:pt x="16" y="4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2" name="Freeform 84">
                <a:extLst>
                  <a:ext uri="{FF2B5EF4-FFF2-40B4-BE49-F238E27FC236}">
                    <a16:creationId xmlns:a16="http://schemas.microsoft.com/office/drawing/2014/main" id="{95A639A8-8208-489A-B39D-E588691E2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971"/>
                <a:ext cx="235" cy="221"/>
              </a:xfrm>
              <a:custGeom>
                <a:avLst/>
                <a:gdLst>
                  <a:gd name="T0" fmla="*/ 83 w 94"/>
                  <a:gd name="T1" fmla="*/ 1092 h 83"/>
                  <a:gd name="T2" fmla="*/ 113 w 94"/>
                  <a:gd name="T3" fmla="*/ 943 h 83"/>
                  <a:gd name="T4" fmla="*/ 145 w 94"/>
                  <a:gd name="T5" fmla="*/ 759 h 83"/>
                  <a:gd name="T6" fmla="*/ 238 w 94"/>
                  <a:gd name="T7" fmla="*/ 431 h 83"/>
                  <a:gd name="T8" fmla="*/ 363 w 94"/>
                  <a:gd name="T9" fmla="*/ 205 h 83"/>
                  <a:gd name="T10" fmla="*/ 563 w 94"/>
                  <a:gd name="T11" fmla="*/ 56 h 83"/>
                  <a:gd name="T12" fmla="*/ 783 w 94"/>
                  <a:gd name="T13" fmla="*/ 21 h 83"/>
                  <a:gd name="T14" fmla="*/ 1033 w 94"/>
                  <a:gd name="T15" fmla="*/ 21 h 83"/>
                  <a:gd name="T16" fmla="*/ 1470 w 94"/>
                  <a:gd name="T17" fmla="*/ 285 h 83"/>
                  <a:gd name="T18" fmla="*/ 770 w 94"/>
                  <a:gd name="T19" fmla="*/ 114 h 83"/>
                  <a:gd name="T20" fmla="*/ 533 w 94"/>
                  <a:gd name="T21" fmla="*/ 304 h 83"/>
                  <a:gd name="T22" fmla="*/ 458 w 94"/>
                  <a:gd name="T23" fmla="*/ 418 h 83"/>
                  <a:gd name="T24" fmla="*/ 438 w 94"/>
                  <a:gd name="T25" fmla="*/ 546 h 83"/>
                  <a:gd name="T26" fmla="*/ 283 w 94"/>
                  <a:gd name="T27" fmla="*/ 809 h 83"/>
                  <a:gd name="T28" fmla="*/ 175 w 94"/>
                  <a:gd name="T29" fmla="*/ 1134 h 83"/>
                  <a:gd name="T30" fmla="*/ 50 w 94"/>
                  <a:gd name="T31" fmla="*/ 1433 h 83"/>
                  <a:gd name="T32" fmla="*/ 0 w 94"/>
                  <a:gd name="T33" fmla="*/ 1566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83">
                    <a:moveTo>
                      <a:pt x="5" y="58"/>
                    </a:moveTo>
                    <a:cubicBezTo>
                      <a:pt x="5" y="55"/>
                      <a:pt x="6" y="53"/>
                      <a:pt x="7" y="50"/>
                    </a:cubicBezTo>
                    <a:cubicBezTo>
                      <a:pt x="8" y="47"/>
                      <a:pt x="9" y="43"/>
                      <a:pt x="9" y="40"/>
                    </a:cubicBezTo>
                    <a:cubicBezTo>
                      <a:pt x="10" y="34"/>
                      <a:pt x="13" y="29"/>
                      <a:pt x="15" y="23"/>
                    </a:cubicBezTo>
                    <a:cubicBezTo>
                      <a:pt x="17" y="19"/>
                      <a:pt x="20" y="15"/>
                      <a:pt x="23" y="11"/>
                    </a:cubicBezTo>
                    <a:cubicBezTo>
                      <a:pt x="26" y="7"/>
                      <a:pt x="32" y="4"/>
                      <a:pt x="36" y="3"/>
                    </a:cubicBezTo>
                    <a:cubicBezTo>
                      <a:pt x="41" y="1"/>
                      <a:pt x="45" y="1"/>
                      <a:pt x="50" y="1"/>
                    </a:cubicBezTo>
                    <a:cubicBezTo>
                      <a:pt x="56" y="0"/>
                      <a:pt x="61" y="0"/>
                      <a:pt x="66" y="1"/>
                    </a:cubicBezTo>
                    <a:cubicBezTo>
                      <a:pt x="76" y="3"/>
                      <a:pt x="88" y="7"/>
                      <a:pt x="94" y="15"/>
                    </a:cubicBezTo>
                    <a:cubicBezTo>
                      <a:pt x="84" y="3"/>
                      <a:pt x="63" y="0"/>
                      <a:pt x="49" y="6"/>
                    </a:cubicBezTo>
                    <a:cubicBezTo>
                      <a:pt x="43" y="8"/>
                      <a:pt x="38" y="11"/>
                      <a:pt x="34" y="16"/>
                    </a:cubicBezTo>
                    <a:cubicBezTo>
                      <a:pt x="32" y="18"/>
                      <a:pt x="30" y="20"/>
                      <a:pt x="29" y="22"/>
                    </a:cubicBezTo>
                    <a:cubicBezTo>
                      <a:pt x="29" y="25"/>
                      <a:pt x="29" y="27"/>
                      <a:pt x="28" y="29"/>
                    </a:cubicBezTo>
                    <a:cubicBezTo>
                      <a:pt x="25" y="34"/>
                      <a:pt x="21" y="38"/>
                      <a:pt x="18" y="43"/>
                    </a:cubicBezTo>
                    <a:cubicBezTo>
                      <a:pt x="15" y="48"/>
                      <a:pt x="14" y="54"/>
                      <a:pt x="11" y="60"/>
                    </a:cubicBezTo>
                    <a:cubicBezTo>
                      <a:pt x="9" y="66"/>
                      <a:pt x="5" y="70"/>
                      <a:pt x="3" y="76"/>
                    </a:cubicBezTo>
                    <a:cubicBezTo>
                      <a:pt x="2" y="79"/>
                      <a:pt x="1" y="81"/>
                      <a:pt x="0" y="83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3" name="Freeform 85">
                <a:extLst>
                  <a:ext uri="{FF2B5EF4-FFF2-40B4-BE49-F238E27FC236}">
                    <a16:creationId xmlns:a16="http://schemas.microsoft.com/office/drawing/2014/main" id="{F85CB1EA-170C-40F6-B1CF-F827944D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192"/>
                <a:ext cx="42" cy="112"/>
              </a:xfrm>
              <a:custGeom>
                <a:avLst/>
                <a:gdLst>
                  <a:gd name="T0" fmla="*/ 0 w 17"/>
                  <a:gd name="T1" fmla="*/ 533 h 42"/>
                  <a:gd name="T2" fmla="*/ 104 w 17"/>
                  <a:gd name="T3" fmla="*/ 797 h 42"/>
                  <a:gd name="T4" fmla="*/ 183 w 17"/>
                  <a:gd name="T5" fmla="*/ 627 h 42"/>
                  <a:gd name="T6" fmla="*/ 225 w 17"/>
                  <a:gd name="T7" fmla="*/ 376 h 42"/>
                  <a:gd name="T8" fmla="*/ 195 w 17"/>
                  <a:gd name="T9" fmla="*/ 0 h 42"/>
                  <a:gd name="T10" fmla="*/ 153 w 17"/>
                  <a:gd name="T11" fmla="*/ 307 h 42"/>
                  <a:gd name="T12" fmla="*/ 121 w 17"/>
                  <a:gd name="T13" fmla="*/ 533 h 42"/>
                  <a:gd name="T14" fmla="*/ 91 w 17"/>
                  <a:gd name="T15" fmla="*/ 533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42">
                    <a:moveTo>
                      <a:pt x="0" y="28"/>
                    </a:moveTo>
                    <a:cubicBezTo>
                      <a:pt x="4" y="32"/>
                      <a:pt x="3" y="38"/>
                      <a:pt x="7" y="42"/>
                    </a:cubicBezTo>
                    <a:cubicBezTo>
                      <a:pt x="8" y="38"/>
                      <a:pt x="8" y="36"/>
                      <a:pt x="12" y="33"/>
                    </a:cubicBezTo>
                    <a:cubicBezTo>
                      <a:pt x="16" y="30"/>
                      <a:pt x="14" y="26"/>
                      <a:pt x="15" y="20"/>
                    </a:cubicBezTo>
                    <a:cubicBezTo>
                      <a:pt x="16" y="14"/>
                      <a:pt x="17" y="6"/>
                      <a:pt x="13" y="0"/>
                    </a:cubicBezTo>
                    <a:cubicBezTo>
                      <a:pt x="11" y="5"/>
                      <a:pt x="11" y="11"/>
                      <a:pt x="10" y="16"/>
                    </a:cubicBezTo>
                    <a:cubicBezTo>
                      <a:pt x="9" y="20"/>
                      <a:pt x="8" y="24"/>
                      <a:pt x="8" y="28"/>
                    </a:cubicBezTo>
                    <a:cubicBezTo>
                      <a:pt x="7" y="28"/>
                      <a:pt x="7" y="29"/>
                      <a:pt x="6" y="28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4" name="Freeform 86">
                <a:extLst>
                  <a:ext uri="{FF2B5EF4-FFF2-40B4-BE49-F238E27FC236}">
                    <a16:creationId xmlns:a16="http://schemas.microsoft.com/office/drawing/2014/main" id="{2D3ADBEB-EBBC-42EC-99B4-6D568A4AA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40"/>
                <a:ext cx="173" cy="144"/>
              </a:xfrm>
              <a:custGeom>
                <a:avLst/>
                <a:gdLst>
                  <a:gd name="T0" fmla="*/ 0 w 69"/>
                  <a:gd name="T1" fmla="*/ 888 h 54"/>
                  <a:gd name="T2" fmla="*/ 95 w 69"/>
                  <a:gd name="T3" fmla="*/ 947 h 54"/>
                  <a:gd name="T4" fmla="*/ 271 w 69"/>
                  <a:gd name="T5" fmla="*/ 797 h 54"/>
                  <a:gd name="T6" fmla="*/ 491 w 69"/>
                  <a:gd name="T7" fmla="*/ 760 h 54"/>
                  <a:gd name="T8" fmla="*/ 692 w 69"/>
                  <a:gd name="T9" fmla="*/ 661 h 54"/>
                  <a:gd name="T10" fmla="*/ 943 w 69"/>
                  <a:gd name="T11" fmla="*/ 397 h 54"/>
                  <a:gd name="T12" fmla="*/ 1005 w 69"/>
                  <a:gd name="T13" fmla="*/ 227 h 54"/>
                  <a:gd name="T14" fmla="*/ 1056 w 69"/>
                  <a:gd name="T15" fmla="*/ 115 h 54"/>
                  <a:gd name="T16" fmla="*/ 1088 w 69"/>
                  <a:gd name="T17" fmla="*/ 0 h 54"/>
                  <a:gd name="T18" fmla="*/ 847 w 69"/>
                  <a:gd name="T19" fmla="*/ 307 h 54"/>
                  <a:gd name="T20" fmla="*/ 785 w 69"/>
                  <a:gd name="T21" fmla="*/ 363 h 54"/>
                  <a:gd name="T22" fmla="*/ 629 w 69"/>
                  <a:gd name="T23" fmla="*/ 456 h 54"/>
                  <a:gd name="T24" fmla="*/ 346 w 69"/>
                  <a:gd name="T25" fmla="*/ 683 h 54"/>
                  <a:gd name="T26" fmla="*/ 188 w 69"/>
                  <a:gd name="T27" fmla="*/ 776 h 54"/>
                  <a:gd name="T28" fmla="*/ 83 w 69"/>
                  <a:gd name="T29" fmla="*/ 776 h 54"/>
                  <a:gd name="T30" fmla="*/ 20 w 69"/>
                  <a:gd name="T31" fmla="*/ 797 h 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9" h="54">
                    <a:moveTo>
                      <a:pt x="0" y="47"/>
                    </a:moveTo>
                    <a:cubicBezTo>
                      <a:pt x="3" y="49"/>
                      <a:pt x="2" y="54"/>
                      <a:pt x="6" y="50"/>
                    </a:cubicBezTo>
                    <a:cubicBezTo>
                      <a:pt x="10" y="47"/>
                      <a:pt x="12" y="43"/>
                      <a:pt x="17" y="42"/>
                    </a:cubicBezTo>
                    <a:cubicBezTo>
                      <a:pt x="22" y="40"/>
                      <a:pt x="26" y="41"/>
                      <a:pt x="31" y="40"/>
                    </a:cubicBezTo>
                    <a:cubicBezTo>
                      <a:pt x="36" y="39"/>
                      <a:pt x="40" y="37"/>
                      <a:pt x="44" y="35"/>
                    </a:cubicBezTo>
                    <a:cubicBezTo>
                      <a:pt x="51" y="31"/>
                      <a:pt x="56" y="27"/>
                      <a:pt x="60" y="21"/>
                    </a:cubicBezTo>
                    <a:cubicBezTo>
                      <a:pt x="62" y="18"/>
                      <a:pt x="62" y="15"/>
                      <a:pt x="64" y="12"/>
                    </a:cubicBezTo>
                    <a:cubicBezTo>
                      <a:pt x="65" y="10"/>
                      <a:pt x="66" y="8"/>
                      <a:pt x="67" y="6"/>
                    </a:cubicBezTo>
                    <a:cubicBezTo>
                      <a:pt x="68" y="4"/>
                      <a:pt x="69" y="2"/>
                      <a:pt x="69" y="0"/>
                    </a:cubicBezTo>
                    <a:cubicBezTo>
                      <a:pt x="66" y="6"/>
                      <a:pt x="61" y="14"/>
                      <a:pt x="54" y="16"/>
                    </a:cubicBezTo>
                    <a:cubicBezTo>
                      <a:pt x="51" y="17"/>
                      <a:pt x="52" y="17"/>
                      <a:pt x="50" y="19"/>
                    </a:cubicBezTo>
                    <a:cubicBezTo>
                      <a:pt x="48" y="22"/>
                      <a:pt x="43" y="23"/>
                      <a:pt x="40" y="24"/>
                    </a:cubicBezTo>
                    <a:cubicBezTo>
                      <a:pt x="33" y="26"/>
                      <a:pt x="28" y="32"/>
                      <a:pt x="22" y="36"/>
                    </a:cubicBezTo>
                    <a:cubicBezTo>
                      <a:pt x="19" y="38"/>
                      <a:pt x="15" y="40"/>
                      <a:pt x="12" y="41"/>
                    </a:cubicBezTo>
                    <a:cubicBezTo>
                      <a:pt x="10" y="42"/>
                      <a:pt x="7" y="42"/>
                      <a:pt x="5" y="41"/>
                    </a:cubicBezTo>
                    <a:cubicBezTo>
                      <a:pt x="3" y="41"/>
                      <a:pt x="2" y="40"/>
                      <a:pt x="1" y="42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5" name="Freeform 87">
                <a:extLst>
                  <a:ext uri="{FF2B5EF4-FFF2-40B4-BE49-F238E27FC236}">
                    <a16:creationId xmlns:a16="http://schemas.microsoft.com/office/drawing/2014/main" id="{F7AE92EE-67F9-40B5-AA32-4E5A578FD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20"/>
                <a:ext cx="105" cy="48"/>
              </a:xfrm>
              <a:custGeom>
                <a:avLst/>
                <a:gdLst>
                  <a:gd name="T0" fmla="*/ 50 w 42"/>
                  <a:gd name="T1" fmla="*/ 341 h 18"/>
                  <a:gd name="T2" fmla="*/ 425 w 42"/>
                  <a:gd name="T3" fmla="*/ 285 h 18"/>
                  <a:gd name="T4" fmla="*/ 533 w 42"/>
                  <a:gd name="T5" fmla="*/ 227 h 18"/>
                  <a:gd name="T6" fmla="*/ 658 w 42"/>
                  <a:gd name="T7" fmla="*/ 0 h 18"/>
                  <a:gd name="T8" fmla="*/ 375 w 42"/>
                  <a:gd name="T9" fmla="*/ 227 h 18"/>
                  <a:gd name="T10" fmla="*/ 175 w 42"/>
                  <a:gd name="T11" fmla="*/ 248 h 18"/>
                  <a:gd name="T12" fmla="*/ 0 w 42"/>
                  <a:gd name="T13" fmla="*/ 34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8">
                    <a:moveTo>
                      <a:pt x="3" y="18"/>
                    </a:moveTo>
                    <a:cubicBezTo>
                      <a:pt x="11" y="18"/>
                      <a:pt x="19" y="17"/>
                      <a:pt x="27" y="15"/>
                    </a:cubicBezTo>
                    <a:cubicBezTo>
                      <a:pt x="30" y="14"/>
                      <a:pt x="32" y="14"/>
                      <a:pt x="34" y="12"/>
                    </a:cubicBezTo>
                    <a:cubicBezTo>
                      <a:pt x="37" y="9"/>
                      <a:pt x="42" y="5"/>
                      <a:pt x="42" y="0"/>
                    </a:cubicBezTo>
                    <a:cubicBezTo>
                      <a:pt x="39" y="6"/>
                      <a:pt x="31" y="10"/>
                      <a:pt x="24" y="12"/>
                    </a:cubicBezTo>
                    <a:cubicBezTo>
                      <a:pt x="20" y="13"/>
                      <a:pt x="16" y="13"/>
                      <a:pt x="11" y="13"/>
                    </a:cubicBezTo>
                    <a:cubicBezTo>
                      <a:pt x="8" y="14"/>
                      <a:pt x="4" y="18"/>
                      <a:pt x="0" y="18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6" name="Freeform 88">
                <a:extLst>
                  <a:ext uri="{FF2B5EF4-FFF2-40B4-BE49-F238E27FC236}">
                    <a16:creationId xmlns:a16="http://schemas.microsoft.com/office/drawing/2014/main" id="{81737D78-961C-456B-9ABF-8BBDE401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973"/>
                <a:ext cx="70" cy="30"/>
              </a:xfrm>
              <a:custGeom>
                <a:avLst/>
                <a:gdLst>
                  <a:gd name="T0" fmla="*/ 0 w 28"/>
                  <a:gd name="T1" fmla="*/ 60 h 11"/>
                  <a:gd name="T2" fmla="*/ 238 w 28"/>
                  <a:gd name="T3" fmla="*/ 38 h 11"/>
                  <a:gd name="T4" fmla="*/ 375 w 28"/>
                  <a:gd name="T5" fmla="*/ 60 h 11"/>
                  <a:gd name="T6" fmla="*/ 250 w 28"/>
                  <a:gd name="T7" fmla="*/ 202 h 11"/>
                  <a:gd name="T8" fmla="*/ 63 w 28"/>
                  <a:gd name="T9" fmla="*/ 10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1">
                    <a:moveTo>
                      <a:pt x="0" y="3"/>
                    </a:moveTo>
                    <a:cubicBezTo>
                      <a:pt x="5" y="3"/>
                      <a:pt x="10" y="2"/>
                      <a:pt x="15" y="2"/>
                    </a:cubicBezTo>
                    <a:cubicBezTo>
                      <a:pt x="18" y="2"/>
                      <a:pt x="21" y="0"/>
                      <a:pt x="24" y="3"/>
                    </a:cubicBezTo>
                    <a:cubicBezTo>
                      <a:pt x="28" y="7"/>
                      <a:pt x="19" y="9"/>
                      <a:pt x="16" y="10"/>
                    </a:cubicBezTo>
                    <a:cubicBezTo>
                      <a:pt x="12" y="11"/>
                      <a:pt x="6" y="9"/>
                      <a:pt x="4" y="5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7" name="Freeform 89">
                <a:extLst>
                  <a:ext uri="{FF2B5EF4-FFF2-40B4-BE49-F238E27FC236}">
                    <a16:creationId xmlns:a16="http://schemas.microsoft.com/office/drawing/2014/main" id="{C6F16A7A-671A-4ECE-985C-FF0818DC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864"/>
                <a:ext cx="55" cy="37"/>
              </a:xfrm>
              <a:custGeom>
                <a:avLst/>
                <a:gdLst>
                  <a:gd name="T0" fmla="*/ 0 w 22"/>
                  <a:gd name="T1" fmla="*/ 90 h 14"/>
                  <a:gd name="T2" fmla="*/ 220 w 22"/>
                  <a:gd name="T3" fmla="*/ 238 h 14"/>
                  <a:gd name="T4" fmla="*/ 283 w 22"/>
                  <a:gd name="T5" fmla="*/ 225 h 14"/>
                  <a:gd name="T6" fmla="*/ 345 w 22"/>
                  <a:gd name="T7" fmla="*/ 0 h 14"/>
                  <a:gd name="T8" fmla="*/ 33 w 22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0" y="5"/>
                    </a:moveTo>
                    <a:cubicBezTo>
                      <a:pt x="5" y="6"/>
                      <a:pt x="9" y="11"/>
                      <a:pt x="14" y="13"/>
                    </a:cubicBezTo>
                    <a:cubicBezTo>
                      <a:pt x="16" y="13"/>
                      <a:pt x="16" y="14"/>
                      <a:pt x="18" y="12"/>
                    </a:cubicBezTo>
                    <a:cubicBezTo>
                      <a:pt x="20" y="9"/>
                      <a:pt x="22" y="3"/>
                      <a:pt x="22" y="0"/>
                    </a:cubicBezTo>
                    <a:cubicBezTo>
                      <a:pt x="18" y="7"/>
                      <a:pt x="9" y="5"/>
                      <a:pt x="2" y="5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8" name="Freeform 90">
                <a:extLst>
                  <a:ext uri="{FF2B5EF4-FFF2-40B4-BE49-F238E27FC236}">
                    <a16:creationId xmlns:a16="http://schemas.microsoft.com/office/drawing/2014/main" id="{27F5CF7C-BE82-4626-9401-1A90353AE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784"/>
                <a:ext cx="57" cy="72"/>
              </a:xfrm>
              <a:custGeom>
                <a:avLst/>
                <a:gdLst>
                  <a:gd name="T0" fmla="*/ 0 w 23"/>
                  <a:gd name="T1" fmla="*/ 285 h 27"/>
                  <a:gd name="T2" fmla="*/ 124 w 23"/>
                  <a:gd name="T3" fmla="*/ 435 h 27"/>
                  <a:gd name="T4" fmla="*/ 216 w 23"/>
                  <a:gd name="T5" fmla="*/ 397 h 27"/>
                  <a:gd name="T6" fmla="*/ 287 w 23"/>
                  <a:gd name="T7" fmla="*/ 285 h 27"/>
                  <a:gd name="T8" fmla="*/ 349 w 23"/>
                  <a:gd name="T9" fmla="*/ 205 h 27"/>
                  <a:gd name="T10" fmla="*/ 278 w 23"/>
                  <a:gd name="T11" fmla="*/ 115 h 27"/>
                  <a:gd name="T12" fmla="*/ 196 w 23"/>
                  <a:gd name="T13" fmla="*/ 56 h 27"/>
                  <a:gd name="T14" fmla="*/ 154 w 23"/>
                  <a:gd name="T15" fmla="*/ 0 h 27"/>
                  <a:gd name="T16" fmla="*/ 136 w 23"/>
                  <a:gd name="T17" fmla="*/ 285 h 27"/>
                  <a:gd name="T18" fmla="*/ 12 w 23"/>
                  <a:gd name="T19" fmla="*/ 227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27">
                    <a:moveTo>
                      <a:pt x="0" y="15"/>
                    </a:moveTo>
                    <a:cubicBezTo>
                      <a:pt x="3" y="17"/>
                      <a:pt x="5" y="21"/>
                      <a:pt x="8" y="23"/>
                    </a:cubicBezTo>
                    <a:cubicBezTo>
                      <a:pt x="12" y="27"/>
                      <a:pt x="12" y="24"/>
                      <a:pt x="14" y="21"/>
                    </a:cubicBezTo>
                    <a:cubicBezTo>
                      <a:pt x="16" y="19"/>
                      <a:pt x="17" y="17"/>
                      <a:pt x="19" y="15"/>
                    </a:cubicBezTo>
                    <a:cubicBezTo>
                      <a:pt x="20" y="14"/>
                      <a:pt x="23" y="13"/>
                      <a:pt x="23" y="11"/>
                    </a:cubicBezTo>
                    <a:cubicBezTo>
                      <a:pt x="23" y="9"/>
                      <a:pt x="19" y="7"/>
                      <a:pt x="18" y="6"/>
                    </a:cubicBezTo>
                    <a:cubicBezTo>
                      <a:pt x="16" y="5"/>
                      <a:pt x="14" y="4"/>
                      <a:pt x="13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4" y="3"/>
                      <a:pt x="15" y="14"/>
                      <a:pt x="9" y="15"/>
                    </a:cubicBezTo>
                    <a:cubicBezTo>
                      <a:pt x="6" y="15"/>
                      <a:pt x="3" y="12"/>
                      <a:pt x="1" y="12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19" name="Freeform 91">
                <a:extLst>
                  <a:ext uri="{FF2B5EF4-FFF2-40B4-BE49-F238E27FC236}">
                    <a16:creationId xmlns:a16="http://schemas.microsoft.com/office/drawing/2014/main" id="{983105E3-81C6-4A67-829C-BEE16605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800"/>
                <a:ext cx="165" cy="32"/>
              </a:xfrm>
              <a:custGeom>
                <a:avLst/>
                <a:gdLst>
                  <a:gd name="T0" fmla="*/ 250 w 66"/>
                  <a:gd name="T1" fmla="*/ 192 h 12"/>
                  <a:gd name="T2" fmla="*/ 738 w 66"/>
                  <a:gd name="T3" fmla="*/ 205 h 12"/>
                  <a:gd name="T4" fmla="*/ 895 w 66"/>
                  <a:gd name="T5" fmla="*/ 192 h 12"/>
                  <a:gd name="T6" fmla="*/ 1033 w 66"/>
                  <a:gd name="T7" fmla="*/ 0 h 12"/>
                  <a:gd name="T8" fmla="*/ 958 w 66"/>
                  <a:gd name="T9" fmla="*/ 93 h 12"/>
                  <a:gd name="T10" fmla="*/ 833 w 66"/>
                  <a:gd name="T11" fmla="*/ 136 h 12"/>
                  <a:gd name="T12" fmla="*/ 583 w 66"/>
                  <a:gd name="T13" fmla="*/ 93 h 12"/>
                  <a:gd name="T14" fmla="*/ 238 w 66"/>
                  <a:gd name="T15" fmla="*/ 149 h 12"/>
                  <a:gd name="T16" fmla="*/ 0 w 66"/>
                  <a:gd name="T17" fmla="*/ 2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2">
                    <a:moveTo>
                      <a:pt x="16" y="10"/>
                    </a:moveTo>
                    <a:cubicBezTo>
                      <a:pt x="26" y="8"/>
                      <a:pt x="36" y="11"/>
                      <a:pt x="47" y="11"/>
                    </a:cubicBezTo>
                    <a:cubicBezTo>
                      <a:pt x="50" y="11"/>
                      <a:pt x="54" y="11"/>
                      <a:pt x="57" y="10"/>
                    </a:cubicBezTo>
                    <a:cubicBezTo>
                      <a:pt x="62" y="8"/>
                      <a:pt x="63" y="5"/>
                      <a:pt x="66" y="0"/>
                    </a:cubicBezTo>
                    <a:cubicBezTo>
                      <a:pt x="64" y="1"/>
                      <a:pt x="63" y="4"/>
                      <a:pt x="61" y="5"/>
                    </a:cubicBezTo>
                    <a:cubicBezTo>
                      <a:pt x="58" y="7"/>
                      <a:pt x="56" y="7"/>
                      <a:pt x="53" y="7"/>
                    </a:cubicBezTo>
                    <a:cubicBezTo>
                      <a:pt x="47" y="6"/>
                      <a:pt x="43" y="5"/>
                      <a:pt x="37" y="5"/>
                    </a:cubicBezTo>
                    <a:cubicBezTo>
                      <a:pt x="30" y="4"/>
                      <a:pt x="22" y="5"/>
                      <a:pt x="15" y="8"/>
                    </a:cubicBezTo>
                    <a:cubicBezTo>
                      <a:pt x="10" y="10"/>
                      <a:pt x="5" y="11"/>
                      <a:pt x="0" y="12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0" name="Freeform 92">
                <a:extLst>
                  <a:ext uri="{FF2B5EF4-FFF2-40B4-BE49-F238E27FC236}">
                    <a16:creationId xmlns:a16="http://schemas.microsoft.com/office/drawing/2014/main" id="{38165759-5D47-4BC0-B8D4-31565401B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891"/>
                <a:ext cx="63" cy="58"/>
              </a:xfrm>
              <a:custGeom>
                <a:avLst/>
                <a:gdLst>
                  <a:gd name="T0" fmla="*/ 0 w 25"/>
                  <a:gd name="T1" fmla="*/ 145 h 22"/>
                  <a:gd name="T2" fmla="*/ 318 w 25"/>
                  <a:gd name="T3" fmla="*/ 403 h 22"/>
                  <a:gd name="T4" fmla="*/ 350 w 25"/>
                  <a:gd name="T5" fmla="*/ 277 h 22"/>
                  <a:gd name="T6" fmla="*/ 401 w 25"/>
                  <a:gd name="T7" fmla="*/ 182 h 22"/>
                  <a:gd name="T8" fmla="*/ 222 w 25"/>
                  <a:gd name="T9" fmla="*/ 0 h 22"/>
                  <a:gd name="T10" fmla="*/ 209 w 25"/>
                  <a:gd name="T11" fmla="*/ 20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2">
                    <a:moveTo>
                      <a:pt x="0" y="8"/>
                    </a:moveTo>
                    <a:cubicBezTo>
                      <a:pt x="7" y="10"/>
                      <a:pt x="15" y="16"/>
                      <a:pt x="20" y="22"/>
                    </a:cubicBezTo>
                    <a:cubicBezTo>
                      <a:pt x="21" y="20"/>
                      <a:pt x="21" y="18"/>
                      <a:pt x="22" y="15"/>
                    </a:cubicBezTo>
                    <a:cubicBezTo>
                      <a:pt x="23" y="13"/>
                      <a:pt x="24" y="12"/>
                      <a:pt x="25" y="10"/>
                    </a:cubicBezTo>
                    <a:cubicBezTo>
                      <a:pt x="21" y="8"/>
                      <a:pt x="17" y="4"/>
                      <a:pt x="14" y="0"/>
                    </a:cubicBezTo>
                    <a:cubicBezTo>
                      <a:pt x="16" y="4"/>
                      <a:pt x="18" y="9"/>
                      <a:pt x="13" y="1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1" name="Freeform 93">
                <a:extLst>
                  <a:ext uri="{FF2B5EF4-FFF2-40B4-BE49-F238E27FC236}">
                    <a16:creationId xmlns:a16="http://schemas.microsoft.com/office/drawing/2014/main" id="{09719B4F-28ED-415F-9784-44714E402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987"/>
                <a:ext cx="20" cy="21"/>
              </a:xfrm>
              <a:custGeom>
                <a:avLst/>
                <a:gdLst>
                  <a:gd name="T0" fmla="*/ 0 w 8"/>
                  <a:gd name="T1" fmla="*/ 34 h 8"/>
                  <a:gd name="T2" fmla="*/ 50 w 8"/>
                  <a:gd name="T3" fmla="*/ 144 h 8"/>
                  <a:gd name="T4" fmla="*/ 83 w 8"/>
                  <a:gd name="T5" fmla="*/ 55 h 8"/>
                  <a:gd name="T6" fmla="*/ 125 w 8"/>
                  <a:gd name="T7" fmla="*/ 0 h 8"/>
                  <a:gd name="T8" fmla="*/ 20 w 8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4"/>
                      <a:pt x="2" y="6"/>
                      <a:pt x="3" y="8"/>
                    </a:cubicBezTo>
                    <a:cubicBezTo>
                      <a:pt x="4" y="7"/>
                      <a:pt x="4" y="4"/>
                      <a:pt x="5" y="3"/>
                    </a:cubicBezTo>
                    <a:cubicBezTo>
                      <a:pt x="6" y="2"/>
                      <a:pt x="7" y="1"/>
                      <a:pt x="8" y="0"/>
                    </a:cubicBezTo>
                    <a:cubicBezTo>
                      <a:pt x="6" y="0"/>
                      <a:pt x="2" y="0"/>
                      <a:pt x="1" y="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2" name="Freeform 94">
                <a:extLst>
                  <a:ext uri="{FF2B5EF4-FFF2-40B4-BE49-F238E27FC236}">
                    <a16:creationId xmlns:a16="http://schemas.microsoft.com/office/drawing/2014/main" id="{F7003B00-D186-440F-AC01-79C4DE0B4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923"/>
                <a:ext cx="18" cy="26"/>
              </a:xfrm>
              <a:custGeom>
                <a:avLst/>
                <a:gdLst>
                  <a:gd name="T0" fmla="*/ 67 w 7"/>
                  <a:gd name="T1" fmla="*/ 0 h 10"/>
                  <a:gd name="T2" fmla="*/ 0 w 7"/>
                  <a:gd name="T3" fmla="*/ 177 h 10"/>
                  <a:gd name="T4" fmla="*/ 54 w 7"/>
                  <a:gd name="T5" fmla="*/ 68 h 10"/>
                  <a:gd name="T6" fmla="*/ 118 w 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2" y="2"/>
                      <a:pt x="0" y="7"/>
                      <a:pt x="0" y="10"/>
                    </a:cubicBezTo>
                    <a:cubicBezTo>
                      <a:pt x="1" y="8"/>
                      <a:pt x="1" y="6"/>
                      <a:pt x="3" y="4"/>
                    </a:cubicBezTo>
                    <a:cubicBezTo>
                      <a:pt x="4" y="3"/>
                      <a:pt x="7" y="3"/>
                      <a:pt x="7" y="2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3" name="Freeform 95">
                <a:extLst>
                  <a:ext uri="{FF2B5EF4-FFF2-40B4-BE49-F238E27FC236}">
                    <a16:creationId xmlns:a16="http://schemas.microsoft.com/office/drawing/2014/main" id="{25194A17-DF45-49FF-A141-9CBEBA2D3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907"/>
                <a:ext cx="68" cy="18"/>
              </a:xfrm>
              <a:custGeom>
                <a:avLst/>
                <a:gdLst>
                  <a:gd name="T0" fmla="*/ 20 w 27"/>
                  <a:gd name="T1" fmla="*/ 67 h 7"/>
                  <a:gd name="T2" fmla="*/ 63 w 27"/>
                  <a:gd name="T3" fmla="*/ 118 h 7"/>
                  <a:gd name="T4" fmla="*/ 159 w 27"/>
                  <a:gd name="T5" fmla="*/ 85 h 7"/>
                  <a:gd name="T6" fmla="*/ 431 w 27"/>
                  <a:gd name="T7" fmla="*/ 33 h 7"/>
                  <a:gd name="T8" fmla="*/ 242 w 27"/>
                  <a:gd name="T9" fmla="*/ 0 h 7"/>
                  <a:gd name="T10" fmla="*/ 96 w 27"/>
                  <a:gd name="T11" fmla="*/ 33 h 7"/>
                  <a:gd name="T12" fmla="*/ 0 w 27"/>
                  <a:gd name="T13" fmla="*/ 54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7">
                    <a:moveTo>
                      <a:pt x="1" y="4"/>
                    </a:moveTo>
                    <a:cubicBezTo>
                      <a:pt x="2" y="5"/>
                      <a:pt x="2" y="7"/>
                      <a:pt x="4" y="7"/>
                    </a:cubicBezTo>
                    <a:cubicBezTo>
                      <a:pt x="5" y="7"/>
                      <a:pt x="9" y="5"/>
                      <a:pt x="10" y="5"/>
                    </a:cubicBezTo>
                    <a:cubicBezTo>
                      <a:pt x="16" y="4"/>
                      <a:pt x="21" y="2"/>
                      <a:pt x="27" y="2"/>
                    </a:cubicBezTo>
                    <a:cubicBezTo>
                      <a:pt x="23" y="2"/>
                      <a:pt x="19" y="0"/>
                      <a:pt x="15" y="0"/>
                    </a:cubicBezTo>
                    <a:cubicBezTo>
                      <a:pt x="12" y="1"/>
                      <a:pt x="9" y="2"/>
                      <a:pt x="6" y="2"/>
                    </a:cubicBezTo>
                    <a:cubicBezTo>
                      <a:pt x="3" y="3"/>
                      <a:pt x="3" y="2"/>
                      <a:pt x="0" y="3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4" name="Freeform 96">
                <a:extLst>
                  <a:ext uri="{FF2B5EF4-FFF2-40B4-BE49-F238E27FC236}">
                    <a16:creationId xmlns:a16="http://schemas.microsoft.com/office/drawing/2014/main" id="{BCF32C46-E835-4015-B9AB-D2B25AA39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061"/>
                <a:ext cx="155" cy="174"/>
              </a:xfrm>
              <a:custGeom>
                <a:avLst/>
                <a:gdLst>
                  <a:gd name="T0" fmla="*/ 958 w 62"/>
                  <a:gd name="T1" fmla="*/ 94 h 65"/>
                  <a:gd name="T2" fmla="*/ 708 w 62"/>
                  <a:gd name="T3" fmla="*/ 744 h 65"/>
                  <a:gd name="T4" fmla="*/ 488 w 62"/>
                  <a:gd name="T5" fmla="*/ 1189 h 65"/>
                  <a:gd name="T6" fmla="*/ 0 w 62"/>
                  <a:gd name="T7" fmla="*/ 594 h 65"/>
                  <a:gd name="T8" fmla="*/ 345 w 62"/>
                  <a:gd name="T9" fmla="*/ 367 h 65"/>
                  <a:gd name="T10" fmla="*/ 750 w 62"/>
                  <a:gd name="T11" fmla="*/ 21 h 65"/>
                  <a:gd name="T12" fmla="*/ 958 w 62"/>
                  <a:gd name="T13" fmla="*/ 94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65">
                    <a:moveTo>
                      <a:pt x="61" y="5"/>
                    </a:moveTo>
                    <a:cubicBezTo>
                      <a:pt x="60" y="13"/>
                      <a:pt x="50" y="32"/>
                      <a:pt x="45" y="39"/>
                    </a:cubicBezTo>
                    <a:cubicBezTo>
                      <a:pt x="40" y="46"/>
                      <a:pt x="37" y="59"/>
                      <a:pt x="31" y="62"/>
                    </a:cubicBezTo>
                    <a:cubicBezTo>
                      <a:pt x="25" y="65"/>
                      <a:pt x="4" y="47"/>
                      <a:pt x="0" y="31"/>
                    </a:cubicBezTo>
                    <a:cubicBezTo>
                      <a:pt x="7" y="31"/>
                      <a:pt x="17" y="27"/>
                      <a:pt x="22" y="19"/>
                    </a:cubicBezTo>
                    <a:cubicBezTo>
                      <a:pt x="28" y="11"/>
                      <a:pt x="37" y="2"/>
                      <a:pt x="48" y="1"/>
                    </a:cubicBezTo>
                    <a:cubicBezTo>
                      <a:pt x="58" y="0"/>
                      <a:pt x="62" y="0"/>
                      <a:pt x="61" y="5"/>
                    </a:cubicBezTo>
                  </a:path>
                </a:pathLst>
              </a:custGeom>
              <a:solidFill>
                <a:srgbClr val="A5C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5" name="Freeform 97">
                <a:extLst>
                  <a:ext uri="{FF2B5EF4-FFF2-40B4-BE49-F238E27FC236}">
                    <a16:creationId xmlns:a16="http://schemas.microsoft.com/office/drawing/2014/main" id="{1D8879DE-CE6C-490A-91C0-510927372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069"/>
                <a:ext cx="123" cy="150"/>
              </a:xfrm>
              <a:custGeom>
                <a:avLst/>
                <a:gdLst>
                  <a:gd name="T0" fmla="*/ 20 w 49"/>
                  <a:gd name="T1" fmla="*/ 632 h 56"/>
                  <a:gd name="T2" fmla="*/ 176 w 49"/>
                  <a:gd name="T3" fmla="*/ 538 h 56"/>
                  <a:gd name="T4" fmla="*/ 346 w 49"/>
                  <a:gd name="T5" fmla="*/ 346 h 56"/>
                  <a:gd name="T6" fmla="*/ 535 w 49"/>
                  <a:gd name="T7" fmla="*/ 115 h 56"/>
                  <a:gd name="T8" fmla="*/ 776 w 49"/>
                  <a:gd name="T9" fmla="*/ 56 h 56"/>
                  <a:gd name="T10" fmla="*/ 650 w 49"/>
                  <a:gd name="T11" fmla="*/ 367 h 56"/>
                  <a:gd name="T12" fmla="*/ 535 w 49"/>
                  <a:gd name="T13" fmla="*/ 595 h 56"/>
                  <a:gd name="T14" fmla="*/ 429 w 49"/>
                  <a:gd name="T15" fmla="*/ 790 h 56"/>
                  <a:gd name="T16" fmla="*/ 346 w 49"/>
                  <a:gd name="T17" fmla="*/ 996 h 56"/>
                  <a:gd name="T18" fmla="*/ 158 w 49"/>
                  <a:gd name="T19" fmla="*/ 881 h 56"/>
                  <a:gd name="T20" fmla="*/ 63 w 49"/>
                  <a:gd name="T21" fmla="*/ 747 h 56"/>
                  <a:gd name="T22" fmla="*/ 0 w 49"/>
                  <a:gd name="T23" fmla="*/ 632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56">
                    <a:moveTo>
                      <a:pt x="1" y="33"/>
                    </a:moveTo>
                    <a:cubicBezTo>
                      <a:pt x="5" y="31"/>
                      <a:pt x="7" y="31"/>
                      <a:pt x="11" y="28"/>
                    </a:cubicBezTo>
                    <a:cubicBezTo>
                      <a:pt x="16" y="26"/>
                      <a:pt x="18" y="22"/>
                      <a:pt x="22" y="18"/>
                    </a:cubicBezTo>
                    <a:cubicBezTo>
                      <a:pt x="25" y="14"/>
                      <a:pt x="30" y="8"/>
                      <a:pt x="34" y="6"/>
                    </a:cubicBezTo>
                    <a:cubicBezTo>
                      <a:pt x="38" y="4"/>
                      <a:pt x="49" y="0"/>
                      <a:pt x="49" y="3"/>
                    </a:cubicBezTo>
                    <a:cubicBezTo>
                      <a:pt x="49" y="6"/>
                      <a:pt x="43" y="15"/>
                      <a:pt x="41" y="19"/>
                    </a:cubicBezTo>
                    <a:cubicBezTo>
                      <a:pt x="39" y="22"/>
                      <a:pt x="36" y="28"/>
                      <a:pt x="34" y="31"/>
                    </a:cubicBezTo>
                    <a:cubicBezTo>
                      <a:pt x="31" y="35"/>
                      <a:pt x="29" y="38"/>
                      <a:pt x="27" y="41"/>
                    </a:cubicBezTo>
                    <a:cubicBezTo>
                      <a:pt x="26" y="44"/>
                      <a:pt x="25" y="49"/>
                      <a:pt x="22" y="52"/>
                    </a:cubicBezTo>
                    <a:cubicBezTo>
                      <a:pt x="18" y="56"/>
                      <a:pt x="13" y="49"/>
                      <a:pt x="10" y="46"/>
                    </a:cubicBezTo>
                    <a:cubicBezTo>
                      <a:pt x="8" y="43"/>
                      <a:pt x="6" y="42"/>
                      <a:pt x="4" y="39"/>
                    </a:cubicBezTo>
                    <a:cubicBezTo>
                      <a:pt x="3" y="37"/>
                      <a:pt x="2" y="35"/>
                      <a:pt x="0" y="33"/>
                    </a:cubicBezTo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6" name="Freeform 98">
                <a:extLst>
                  <a:ext uri="{FF2B5EF4-FFF2-40B4-BE49-F238E27FC236}">
                    <a16:creationId xmlns:a16="http://schemas.microsoft.com/office/drawing/2014/main" id="{1B4F092A-0B22-4F1B-AF88-BB9DA8183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213"/>
                <a:ext cx="92" cy="75"/>
              </a:xfrm>
              <a:custGeom>
                <a:avLst/>
                <a:gdLst>
                  <a:gd name="T0" fmla="*/ 42 w 37"/>
                  <a:gd name="T1" fmla="*/ 21 h 28"/>
                  <a:gd name="T2" fmla="*/ 12 w 37"/>
                  <a:gd name="T3" fmla="*/ 329 h 28"/>
                  <a:gd name="T4" fmla="*/ 75 w 37"/>
                  <a:gd name="T5" fmla="*/ 517 h 28"/>
                  <a:gd name="T6" fmla="*/ 308 w 37"/>
                  <a:gd name="T7" fmla="*/ 423 h 28"/>
                  <a:gd name="T8" fmla="*/ 475 w 37"/>
                  <a:gd name="T9" fmla="*/ 308 h 28"/>
                  <a:gd name="T10" fmla="*/ 569 w 37"/>
                  <a:gd name="T11" fmla="*/ 171 h 28"/>
                  <a:gd name="T12" fmla="*/ 445 w 37"/>
                  <a:gd name="T13" fmla="*/ 35 h 28"/>
                  <a:gd name="T14" fmla="*/ 278 w 37"/>
                  <a:gd name="T15" fmla="*/ 56 h 28"/>
                  <a:gd name="T16" fmla="*/ 104 w 37"/>
                  <a:gd name="T17" fmla="*/ 35 h 28"/>
                  <a:gd name="T18" fmla="*/ 42 w 37"/>
                  <a:gd name="T19" fmla="*/ 21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8">
                    <a:moveTo>
                      <a:pt x="3" y="1"/>
                    </a:moveTo>
                    <a:cubicBezTo>
                      <a:pt x="1" y="4"/>
                      <a:pt x="0" y="12"/>
                      <a:pt x="1" y="17"/>
                    </a:cubicBezTo>
                    <a:cubicBezTo>
                      <a:pt x="1" y="22"/>
                      <a:pt x="1" y="28"/>
                      <a:pt x="5" y="27"/>
                    </a:cubicBezTo>
                    <a:cubicBezTo>
                      <a:pt x="10" y="26"/>
                      <a:pt x="15" y="24"/>
                      <a:pt x="20" y="22"/>
                    </a:cubicBezTo>
                    <a:cubicBezTo>
                      <a:pt x="25" y="19"/>
                      <a:pt x="27" y="19"/>
                      <a:pt x="31" y="16"/>
                    </a:cubicBezTo>
                    <a:cubicBezTo>
                      <a:pt x="35" y="13"/>
                      <a:pt x="37" y="12"/>
                      <a:pt x="37" y="9"/>
                    </a:cubicBezTo>
                    <a:cubicBezTo>
                      <a:pt x="37" y="7"/>
                      <a:pt x="30" y="2"/>
                      <a:pt x="29" y="2"/>
                    </a:cubicBezTo>
                    <a:cubicBezTo>
                      <a:pt x="27" y="1"/>
                      <a:pt x="22" y="3"/>
                      <a:pt x="18" y="3"/>
                    </a:cubicBezTo>
                    <a:cubicBezTo>
                      <a:pt x="13" y="3"/>
                      <a:pt x="9" y="3"/>
                      <a:pt x="7" y="2"/>
                    </a:cubicBezTo>
                    <a:cubicBezTo>
                      <a:pt x="5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7" name="Freeform 99">
                <a:extLst>
                  <a:ext uri="{FF2B5EF4-FFF2-40B4-BE49-F238E27FC236}">
                    <a16:creationId xmlns:a16="http://schemas.microsoft.com/office/drawing/2014/main" id="{244113F1-1A27-4911-98FB-841DA6CD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408"/>
                <a:ext cx="295" cy="115"/>
              </a:xfrm>
              <a:custGeom>
                <a:avLst/>
                <a:gdLst>
                  <a:gd name="T0" fmla="*/ 33 w 118"/>
                  <a:gd name="T1" fmla="*/ 265 h 43"/>
                  <a:gd name="T2" fmla="*/ 158 w 118"/>
                  <a:gd name="T3" fmla="*/ 136 h 43"/>
                  <a:gd name="T4" fmla="*/ 158 w 118"/>
                  <a:gd name="T5" fmla="*/ 0 h 43"/>
                  <a:gd name="T6" fmla="*/ 363 w 118"/>
                  <a:gd name="T7" fmla="*/ 115 h 43"/>
                  <a:gd name="T8" fmla="*/ 500 w 118"/>
                  <a:gd name="T9" fmla="*/ 171 h 43"/>
                  <a:gd name="T10" fmla="*/ 625 w 118"/>
                  <a:gd name="T11" fmla="*/ 286 h 43"/>
                  <a:gd name="T12" fmla="*/ 863 w 118"/>
                  <a:gd name="T13" fmla="*/ 364 h 43"/>
                  <a:gd name="T14" fmla="*/ 1158 w 118"/>
                  <a:gd name="T15" fmla="*/ 380 h 43"/>
                  <a:gd name="T16" fmla="*/ 1408 w 118"/>
                  <a:gd name="T17" fmla="*/ 423 h 43"/>
                  <a:gd name="T18" fmla="*/ 1675 w 118"/>
                  <a:gd name="T19" fmla="*/ 423 h 43"/>
                  <a:gd name="T20" fmla="*/ 1833 w 118"/>
                  <a:gd name="T21" fmla="*/ 423 h 43"/>
                  <a:gd name="T22" fmla="*/ 1800 w 118"/>
                  <a:gd name="T23" fmla="*/ 687 h 43"/>
                  <a:gd name="T24" fmla="*/ 1563 w 118"/>
                  <a:gd name="T25" fmla="*/ 765 h 43"/>
                  <a:gd name="T26" fmla="*/ 1470 w 118"/>
                  <a:gd name="T27" fmla="*/ 709 h 43"/>
                  <a:gd name="T28" fmla="*/ 1188 w 118"/>
                  <a:gd name="T29" fmla="*/ 709 h 43"/>
                  <a:gd name="T30" fmla="*/ 875 w 118"/>
                  <a:gd name="T31" fmla="*/ 671 h 43"/>
                  <a:gd name="T32" fmla="*/ 583 w 118"/>
                  <a:gd name="T33" fmla="*/ 572 h 43"/>
                  <a:gd name="T34" fmla="*/ 313 w 118"/>
                  <a:gd name="T35" fmla="*/ 444 h 43"/>
                  <a:gd name="T36" fmla="*/ 33 w 118"/>
                  <a:gd name="T37" fmla="*/ 265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8" h="43">
                    <a:moveTo>
                      <a:pt x="2" y="14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2" y="3"/>
                      <a:pt x="23" y="6"/>
                    </a:cubicBezTo>
                    <a:cubicBezTo>
                      <a:pt x="25" y="9"/>
                      <a:pt x="29" y="9"/>
                      <a:pt x="32" y="9"/>
                    </a:cubicBezTo>
                    <a:cubicBezTo>
                      <a:pt x="35" y="8"/>
                      <a:pt x="40" y="15"/>
                      <a:pt x="40" y="15"/>
                    </a:cubicBezTo>
                    <a:cubicBezTo>
                      <a:pt x="45" y="16"/>
                      <a:pt x="52" y="13"/>
                      <a:pt x="55" y="19"/>
                    </a:cubicBezTo>
                    <a:cubicBezTo>
                      <a:pt x="61" y="15"/>
                      <a:pt x="73" y="15"/>
                      <a:pt x="74" y="20"/>
                    </a:cubicBezTo>
                    <a:cubicBezTo>
                      <a:pt x="80" y="16"/>
                      <a:pt x="88" y="16"/>
                      <a:pt x="90" y="22"/>
                    </a:cubicBezTo>
                    <a:cubicBezTo>
                      <a:pt x="95" y="18"/>
                      <a:pt x="105" y="19"/>
                      <a:pt x="107" y="22"/>
                    </a:cubicBezTo>
                    <a:cubicBezTo>
                      <a:pt x="111" y="20"/>
                      <a:pt x="115" y="17"/>
                      <a:pt x="117" y="22"/>
                    </a:cubicBezTo>
                    <a:cubicBezTo>
                      <a:pt x="118" y="26"/>
                      <a:pt x="115" y="33"/>
                      <a:pt x="115" y="36"/>
                    </a:cubicBezTo>
                    <a:cubicBezTo>
                      <a:pt x="116" y="39"/>
                      <a:pt x="105" y="43"/>
                      <a:pt x="100" y="40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4" y="37"/>
                      <a:pt x="84" y="42"/>
                      <a:pt x="76" y="37"/>
                    </a:cubicBezTo>
                    <a:cubicBezTo>
                      <a:pt x="70" y="39"/>
                      <a:pt x="65" y="42"/>
                      <a:pt x="56" y="35"/>
                    </a:cubicBezTo>
                    <a:cubicBezTo>
                      <a:pt x="49" y="37"/>
                      <a:pt x="44" y="37"/>
                      <a:pt x="37" y="30"/>
                    </a:cubicBezTo>
                    <a:cubicBezTo>
                      <a:pt x="27" y="32"/>
                      <a:pt x="22" y="28"/>
                      <a:pt x="20" y="23"/>
                    </a:cubicBezTo>
                    <a:cubicBezTo>
                      <a:pt x="11" y="23"/>
                      <a:pt x="0" y="17"/>
                      <a:pt x="2" y="1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8" name="Freeform 100">
                <a:extLst>
                  <a:ext uri="{FF2B5EF4-FFF2-40B4-BE49-F238E27FC236}">
                    <a16:creationId xmlns:a16="http://schemas.microsoft.com/office/drawing/2014/main" id="{7861FE1D-1183-47AC-B061-ED50FB274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408"/>
                <a:ext cx="295" cy="115"/>
              </a:xfrm>
              <a:custGeom>
                <a:avLst/>
                <a:gdLst>
                  <a:gd name="T0" fmla="*/ 33 w 118"/>
                  <a:gd name="T1" fmla="*/ 265 h 43"/>
                  <a:gd name="T2" fmla="*/ 158 w 118"/>
                  <a:gd name="T3" fmla="*/ 136 h 43"/>
                  <a:gd name="T4" fmla="*/ 158 w 118"/>
                  <a:gd name="T5" fmla="*/ 0 h 43"/>
                  <a:gd name="T6" fmla="*/ 363 w 118"/>
                  <a:gd name="T7" fmla="*/ 115 h 43"/>
                  <a:gd name="T8" fmla="*/ 500 w 118"/>
                  <a:gd name="T9" fmla="*/ 171 h 43"/>
                  <a:gd name="T10" fmla="*/ 625 w 118"/>
                  <a:gd name="T11" fmla="*/ 286 h 43"/>
                  <a:gd name="T12" fmla="*/ 863 w 118"/>
                  <a:gd name="T13" fmla="*/ 364 h 43"/>
                  <a:gd name="T14" fmla="*/ 1158 w 118"/>
                  <a:gd name="T15" fmla="*/ 380 h 43"/>
                  <a:gd name="T16" fmla="*/ 1408 w 118"/>
                  <a:gd name="T17" fmla="*/ 423 h 43"/>
                  <a:gd name="T18" fmla="*/ 1675 w 118"/>
                  <a:gd name="T19" fmla="*/ 423 h 43"/>
                  <a:gd name="T20" fmla="*/ 1833 w 118"/>
                  <a:gd name="T21" fmla="*/ 423 h 43"/>
                  <a:gd name="T22" fmla="*/ 1800 w 118"/>
                  <a:gd name="T23" fmla="*/ 687 h 43"/>
                  <a:gd name="T24" fmla="*/ 1563 w 118"/>
                  <a:gd name="T25" fmla="*/ 765 h 43"/>
                  <a:gd name="T26" fmla="*/ 1470 w 118"/>
                  <a:gd name="T27" fmla="*/ 709 h 43"/>
                  <a:gd name="T28" fmla="*/ 1188 w 118"/>
                  <a:gd name="T29" fmla="*/ 709 h 43"/>
                  <a:gd name="T30" fmla="*/ 875 w 118"/>
                  <a:gd name="T31" fmla="*/ 671 h 43"/>
                  <a:gd name="T32" fmla="*/ 583 w 118"/>
                  <a:gd name="T33" fmla="*/ 572 h 43"/>
                  <a:gd name="T34" fmla="*/ 313 w 118"/>
                  <a:gd name="T35" fmla="*/ 444 h 43"/>
                  <a:gd name="T36" fmla="*/ 33 w 118"/>
                  <a:gd name="T37" fmla="*/ 265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8" h="43">
                    <a:moveTo>
                      <a:pt x="2" y="14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2" y="3"/>
                      <a:pt x="23" y="6"/>
                    </a:cubicBezTo>
                    <a:cubicBezTo>
                      <a:pt x="25" y="9"/>
                      <a:pt x="29" y="9"/>
                      <a:pt x="32" y="9"/>
                    </a:cubicBezTo>
                    <a:cubicBezTo>
                      <a:pt x="35" y="8"/>
                      <a:pt x="40" y="15"/>
                      <a:pt x="40" y="15"/>
                    </a:cubicBezTo>
                    <a:cubicBezTo>
                      <a:pt x="45" y="16"/>
                      <a:pt x="52" y="13"/>
                      <a:pt x="55" y="19"/>
                    </a:cubicBezTo>
                    <a:cubicBezTo>
                      <a:pt x="61" y="15"/>
                      <a:pt x="73" y="15"/>
                      <a:pt x="74" y="20"/>
                    </a:cubicBezTo>
                    <a:cubicBezTo>
                      <a:pt x="80" y="16"/>
                      <a:pt x="88" y="16"/>
                      <a:pt x="90" y="22"/>
                    </a:cubicBezTo>
                    <a:cubicBezTo>
                      <a:pt x="95" y="18"/>
                      <a:pt x="105" y="19"/>
                      <a:pt x="107" y="22"/>
                    </a:cubicBezTo>
                    <a:cubicBezTo>
                      <a:pt x="111" y="20"/>
                      <a:pt x="115" y="17"/>
                      <a:pt x="117" y="22"/>
                    </a:cubicBezTo>
                    <a:cubicBezTo>
                      <a:pt x="118" y="26"/>
                      <a:pt x="115" y="33"/>
                      <a:pt x="115" y="36"/>
                    </a:cubicBezTo>
                    <a:cubicBezTo>
                      <a:pt x="116" y="39"/>
                      <a:pt x="105" y="43"/>
                      <a:pt x="100" y="40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4" y="37"/>
                      <a:pt x="84" y="42"/>
                      <a:pt x="76" y="37"/>
                    </a:cubicBezTo>
                    <a:cubicBezTo>
                      <a:pt x="70" y="39"/>
                      <a:pt x="65" y="42"/>
                      <a:pt x="56" y="35"/>
                    </a:cubicBezTo>
                    <a:cubicBezTo>
                      <a:pt x="49" y="37"/>
                      <a:pt x="44" y="37"/>
                      <a:pt x="37" y="30"/>
                    </a:cubicBezTo>
                    <a:cubicBezTo>
                      <a:pt x="27" y="32"/>
                      <a:pt x="22" y="28"/>
                      <a:pt x="20" y="23"/>
                    </a:cubicBezTo>
                    <a:cubicBezTo>
                      <a:pt x="11" y="23"/>
                      <a:pt x="0" y="17"/>
                      <a:pt x="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29" name="Freeform 101">
                <a:extLst>
                  <a:ext uri="{FF2B5EF4-FFF2-40B4-BE49-F238E27FC236}">
                    <a16:creationId xmlns:a16="http://schemas.microsoft.com/office/drawing/2014/main" id="{76D9F8BC-E887-4AD0-806E-BDCE586D3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448"/>
                <a:ext cx="42" cy="21"/>
              </a:xfrm>
              <a:custGeom>
                <a:avLst/>
                <a:gdLst>
                  <a:gd name="T0" fmla="*/ 0 w 17"/>
                  <a:gd name="T1" fmla="*/ 144 h 8"/>
                  <a:gd name="T2" fmla="*/ 257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5" y="6"/>
                      <a:pt x="14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0" name="Freeform 102">
                <a:extLst>
                  <a:ext uri="{FF2B5EF4-FFF2-40B4-BE49-F238E27FC236}">
                    <a16:creationId xmlns:a16="http://schemas.microsoft.com/office/drawing/2014/main" id="{5388DBC6-64CB-44CF-8E9A-8443DFF7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432"/>
                <a:ext cx="43" cy="11"/>
              </a:xfrm>
              <a:custGeom>
                <a:avLst/>
                <a:gdLst>
                  <a:gd name="T0" fmla="*/ 0 w 17"/>
                  <a:gd name="T1" fmla="*/ 0 h 4"/>
                  <a:gd name="T2" fmla="*/ 276 w 17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7" y="3"/>
                      <a:pt x="12" y="4"/>
                      <a:pt x="1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1" name="Freeform 103">
                <a:extLst>
                  <a:ext uri="{FF2B5EF4-FFF2-40B4-BE49-F238E27FC236}">
                    <a16:creationId xmlns:a16="http://schemas.microsoft.com/office/drawing/2014/main" id="{94B20DB4-B401-4154-8402-4F91F2D6D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59"/>
                <a:ext cx="50" cy="29"/>
              </a:xfrm>
              <a:custGeom>
                <a:avLst/>
                <a:gdLst>
                  <a:gd name="T0" fmla="*/ 0 w 20"/>
                  <a:gd name="T1" fmla="*/ 200 h 11"/>
                  <a:gd name="T2" fmla="*/ 313 w 2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1">
                    <a:moveTo>
                      <a:pt x="0" y="11"/>
                    </a:moveTo>
                    <a:cubicBezTo>
                      <a:pt x="9" y="9"/>
                      <a:pt x="17" y="3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2" name="Freeform 104">
                <a:extLst>
                  <a:ext uri="{FF2B5EF4-FFF2-40B4-BE49-F238E27FC236}">
                    <a16:creationId xmlns:a16="http://schemas.microsoft.com/office/drawing/2014/main" id="{7A5843F4-7D48-4C5C-9592-84733D366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461"/>
                <a:ext cx="53" cy="40"/>
              </a:xfrm>
              <a:custGeom>
                <a:avLst/>
                <a:gdLst>
                  <a:gd name="T0" fmla="*/ 0 w 21"/>
                  <a:gd name="T1" fmla="*/ 285 h 15"/>
                  <a:gd name="T2" fmla="*/ 338 w 2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5" y="11"/>
                      <a:pt x="17" y="6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3" name="Freeform 105">
                <a:extLst>
                  <a:ext uri="{FF2B5EF4-FFF2-40B4-BE49-F238E27FC236}">
                    <a16:creationId xmlns:a16="http://schemas.microsoft.com/office/drawing/2014/main" id="{A5A2E6B3-8C9B-4814-B1B0-4B0E1498D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467"/>
                <a:ext cx="35" cy="40"/>
              </a:xfrm>
              <a:custGeom>
                <a:avLst/>
                <a:gdLst>
                  <a:gd name="T0" fmla="*/ 0 w 14"/>
                  <a:gd name="T1" fmla="*/ 285 h 15"/>
                  <a:gd name="T2" fmla="*/ 220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15"/>
                    </a:moveTo>
                    <a:cubicBezTo>
                      <a:pt x="6" y="10"/>
                      <a:pt x="10" y="6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4" name="Freeform 106">
                <a:extLst>
                  <a:ext uri="{FF2B5EF4-FFF2-40B4-BE49-F238E27FC236}">
                    <a16:creationId xmlns:a16="http://schemas.microsoft.com/office/drawing/2014/main" id="{D7286B61-4F76-4E85-AFB6-E04269A7A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467"/>
                <a:ext cx="32" cy="40"/>
              </a:xfrm>
              <a:custGeom>
                <a:avLst/>
                <a:gdLst>
                  <a:gd name="T0" fmla="*/ 0 w 13"/>
                  <a:gd name="T1" fmla="*/ 285 h 15"/>
                  <a:gd name="T2" fmla="*/ 194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5" y="10"/>
                      <a:pt x="10" y="5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5" name="Freeform 107">
                <a:extLst>
                  <a:ext uri="{FF2B5EF4-FFF2-40B4-BE49-F238E27FC236}">
                    <a16:creationId xmlns:a16="http://schemas.microsoft.com/office/drawing/2014/main" id="{21C6AD9B-2F55-4799-A7F6-18F394DE9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811"/>
                <a:ext cx="265" cy="90"/>
              </a:xfrm>
              <a:custGeom>
                <a:avLst/>
                <a:gdLst>
                  <a:gd name="T0" fmla="*/ 1645 w 106"/>
                  <a:gd name="T1" fmla="*/ 408 h 34"/>
                  <a:gd name="T2" fmla="*/ 1533 w 106"/>
                  <a:gd name="T3" fmla="*/ 540 h 34"/>
                  <a:gd name="T4" fmla="*/ 1533 w 106"/>
                  <a:gd name="T5" fmla="*/ 630 h 34"/>
                  <a:gd name="T6" fmla="*/ 1345 w 106"/>
                  <a:gd name="T7" fmla="*/ 553 h 34"/>
                  <a:gd name="T8" fmla="*/ 1220 w 106"/>
                  <a:gd name="T9" fmla="*/ 519 h 34"/>
                  <a:gd name="T10" fmla="*/ 1113 w 106"/>
                  <a:gd name="T11" fmla="*/ 408 h 34"/>
                  <a:gd name="T12" fmla="*/ 895 w 106"/>
                  <a:gd name="T13" fmla="*/ 392 h 34"/>
                  <a:gd name="T14" fmla="*/ 625 w 106"/>
                  <a:gd name="T15" fmla="*/ 392 h 34"/>
                  <a:gd name="T16" fmla="*/ 395 w 106"/>
                  <a:gd name="T17" fmla="*/ 349 h 34"/>
                  <a:gd name="T18" fmla="*/ 158 w 106"/>
                  <a:gd name="T19" fmla="*/ 371 h 34"/>
                  <a:gd name="T20" fmla="*/ 20 w 106"/>
                  <a:gd name="T21" fmla="*/ 392 h 34"/>
                  <a:gd name="T22" fmla="*/ 33 w 106"/>
                  <a:gd name="T23" fmla="*/ 148 h 34"/>
                  <a:gd name="T24" fmla="*/ 250 w 106"/>
                  <a:gd name="T25" fmla="*/ 56 h 34"/>
                  <a:gd name="T26" fmla="*/ 333 w 106"/>
                  <a:gd name="T27" fmla="*/ 111 h 34"/>
                  <a:gd name="T28" fmla="*/ 583 w 106"/>
                  <a:gd name="T29" fmla="*/ 90 h 34"/>
                  <a:gd name="T30" fmla="*/ 863 w 106"/>
                  <a:gd name="T31" fmla="*/ 111 h 34"/>
                  <a:gd name="T32" fmla="*/ 1125 w 106"/>
                  <a:gd name="T33" fmla="*/ 169 h 34"/>
                  <a:gd name="T34" fmla="*/ 1375 w 106"/>
                  <a:gd name="T35" fmla="*/ 281 h 34"/>
                  <a:gd name="T36" fmla="*/ 1645 w 106"/>
                  <a:gd name="T37" fmla="*/ 408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6" h="34">
                    <a:moveTo>
                      <a:pt x="105" y="22"/>
                    </a:moveTo>
                    <a:cubicBezTo>
                      <a:pt x="98" y="29"/>
                      <a:pt x="98" y="29"/>
                      <a:pt x="98" y="29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8" y="34"/>
                      <a:pt x="87" y="32"/>
                      <a:pt x="86" y="30"/>
                    </a:cubicBezTo>
                    <a:cubicBezTo>
                      <a:pt x="85" y="27"/>
                      <a:pt x="81" y="27"/>
                      <a:pt x="78" y="28"/>
                    </a:cubicBezTo>
                    <a:cubicBezTo>
                      <a:pt x="75" y="29"/>
                      <a:pt x="71" y="22"/>
                      <a:pt x="71" y="22"/>
                    </a:cubicBezTo>
                    <a:cubicBezTo>
                      <a:pt x="66" y="22"/>
                      <a:pt x="60" y="25"/>
                      <a:pt x="57" y="21"/>
                    </a:cubicBezTo>
                    <a:cubicBezTo>
                      <a:pt x="51" y="24"/>
                      <a:pt x="41" y="25"/>
                      <a:pt x="40" y="21"/>
                    </a:cubicBezTo>
                    <a:cubicBezTo>
                      <a:pt x="35" y="24"/>
                      <a:pt x="27" y="24"/>
                      <a:pt x="25" y="19"/>
                    </a:cubicBezTo>
                    <a:cubicBezTo>
                      <a:pt x="21" y="23"/>
                      <a:pt x="12" y="23"/>
                      <a:pt x="10" y="20"/>
                    </a:cubicBezTo>
                    <a:cubicBezTo>
                      <a:pt x="6" y="22"/>
                      <a:pt x="3" y="25"/>
                      <a:pt x="1" y="21"/>
                    </a:cubicBezTo>
                    <a:cubicBezTo>
                      <a:pt x="0" y="17"/>
                      <a:pt x="3" y="11"/>
                      <a:pt x="2" y="8"/>
                    </a:cubicBezTo>
                    <a:cubicBezTo>
                      <a:pt x="1" y="6"/>
                      <a:pt x="10" y="1"/>
                      <a:pt x="16" y="3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9" y="1"/>
                      <a:pt x="37" y="5"/>
                    </a:cubicBezTo>
                    <a:cubicBezTo>
                      <a:pt x="42" y="3"/>
                      <a:pt x="47" y="0"/>
                      <a:pt x="55" y="6"/>
                    </a:cubicBezTo>
                    <a:cubicBezTo>
                      <a:pt x="61" y="4"/>
                      <a:pt x="66" y="4"/>
                      <a:pt x="72" y="9"/>
                    </a:cubicBezTo>
                    <a:cubicBezTo>
                      <a:pt x="82" y="7"/>
                      <a:pt x="86" y="10"/>
                      <a:pt x="88" y="15"/>
                    </a:cubicBezTo>
                    <a:cubicBezTo>
                      <a:pt x="96" y="14"/>
                      <a:pt x="106" y="19"/>
                      <a:pt x="105" y="22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6" name="Freeform 108">
                <a:extLst>
                  <a:ext uri="{FF2B5EF4-FFF2-40B4-BE49-F238E27FC236}">
                    <a16:creationId xmlns:a16="http://schemas.microsoft.com/office/drawing/2014/main" id="{548F2D2D-2DF3-4777-A3D8-DD5D95A3E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811"/>
                <a:ext cx="265" cy="90"/>
              </a:xfrm>
              <a:custGeom>
                <a:avLst/>
                <a:gdLst>
                  <a:gd name="T0" fmla="*/ 1645 w 106"/>
                  <a:gd name="T1" fmla="*/ 408 h 34"/>
                  <a:gd name="T2" fmla="*/ 1533 w 106"/>
                  <a:gd name="T3" fmla="*/ 540 h 34"/>
                  <a:gd name="T4" fmla="*/ 1533 w 106"/>
                  <a:gd name="T5" fmla="*/ 630 h 34"/>
                  <a:gd name="T6" fmla="*/ 1345 w 106"/>
                  <a:gd name="T7" fmla="*/ 553 h 34"/>
                  <a:gd name="T8" fmla="*/ 1220 w 106"/>
                  <a:gd name="T9" fmla="*/ 519 h 34"/>
                  <a:gd name="T10" fmla="*/ 1113 w 106"/>
                  <a:gd name="T11" fmla="*/ 408 h 34"/>
                  <a:gd name="T12" fmla="*/ 895 w 106"/>
                  <a:gd name="T13" fmla="*/ 392 h 34"/>
                  <a:gd name="T14" fmla="*/ 625 w 106"/>
                  <a:gd name="T15" fmla="*/ 392 h 34"/>
                  <a:gd name="T16" fmla="*/ 395 w 106"/>
                  <a:gd name="T17" fmla="*/ 349 h 34"/>
                  <a:gd name="T18" fmla="*/ 158 w 106"/>
                  <a:gd name="T19" fmla="*/ 371 h 34"/>
                  <a:gd name="T20" fmla="*/ 20 w 106"/>
                  <a:gd name="T21" fmla="*/ 392 h 34"/>
                  <a:gd name="T22" fmla="*/ 33 w 106"/>
                  <a:gd name="T23" fmla="*/ 148 h 34"/>
                  <a:gd name="T24" fmla="*/ 250 w 106"/>
                  <a:gd name="T25" fmla="*/ 56 h 34"/>
                  <a:gd name="T26" fmla="*/ 333 w 106"/>
                  <a:gd name="T27" fmla="*/ 111 h 34"/>
                  <a:gd name="T28" fmla="*/ 583 w 106"/>
                  <a:gd name="T29" fmla="*/ 90 h 34"/>
                  <a:gd name="T30" fmla="*/ 863 w 106"/>
                  <a:gd name="T31" fmla="*/ 111 h 34"/>
                  <a:gd name="T32" fmla="*/ 1125 w 106"/>
                  <a:gd name="T33" fmla="*/ 169 h 34"/>
                  <a:gd name="T34" fmla="*/ 1375 w 106"/>
                  <a:gd name="T35" fmla="*/ 281 h 34"/>
                  <a:gd name="T36" fmla="*/ 1645 w 106"/>
                  <a:gd name="T37" fmla="*/ 408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6" h="34">
                    <a:moveTo>
                      <a:pt x="105" y="22"/>
                    </a:moveTo>
                    <a:cubicBezTo>
                      <a:pt x="98" y="29"/>
                      <a:pt x="98" y="29"/>
                      <a:pt x="98" y="29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8" y="34"/>
                      <a:pt x="87" y="32"/>
                      <a:pt x="86" y="30"/>
                    </a:cubicBezTo>
                    <a:cubicBezTo>
                      <a:pt x="85" y="27"/>
                      <a:pt x="81" y="27"/>
                      <a:pt x="78" y="28"/>
                    </a:cubicBezTo>
                    <a:cubicBezTo>
                      <a:pt x="75" y="29"/>
                      <a:pt x="71" y="22"/>
                      <a:pt x="71" y="22"/>
                    </a:cubicBezTo>
                    <a:cubicBezTo>
                      <a:pt x="66" y="22"/>
                      <a:pt x="60" y="25"/>
                      <a:pt x="57" y="21"/>
                    </a:cubicBezTo>
                    <a:cubicBezTo>
                      <a:pt x="51" y="24"/>
                      <a:pt x="41" y="25"/>
                      <a:pt x="40" y="21"/>
                    </a:cubicBezTo>
                    <a:cubicBezTo>
                      <a:pt x="35" y="24"/>
                      <a:pt x="27" y="24"/>
                      <a:pt x="25" y="19"/>
                    </a:cubicBezTo>
                    <a:cubicBezTo>
                      <a:pt x="21" y="23"/>
                      <a:pt x="12" y="23"/>
                      <a:pt x="10" y="20"/>
                    </a:cubicBezTo>
                    <a:cubicBezTo>
                      <a:pt x="6" y="22"/>
                      <a:pt x="3" y="25"/>
                      <a:pt x="1" y="21"/>
                    </a:cubicBezTo>
                    <a:cubicBezTo>
                      <a:pt x="0" y="17"/>
                      <a:pt x="3" y="11"/>
                      <a:pt x="2" y="8"/>
                    </a:cubicBezTo>
                    <a:cubicBezTo>
                      <a:pt x="1" y="6"/>
                      <a:pt x="10" y="1"/>
                      <a:pt x="16" y="3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9" y="1"/>
                      <a:pt x="37" y="5"/>
                    </a:cubicBezTo>
                    <a:cubicBezTo>
                      <a:pt x="42" y="3"/>
                      <a:pt x="47" y="0"/>
                      <a:pt x="55" y="6"/>
                    </a:cubicBezTo>
                    <a:cubicBezTo>
                      <a:pt x="61" y="4"/>
                      <a:pt x="66" y="4"/>
                      <a:pt x="72" y="9"/>
                    </a:cubicBezTo>
                    <a:cubicBezTo>
                      <a:pt x="82" y="7"/>
                      <a:pt x="86" y="10"/>
                      <a:pt x="88" y="15"/>
                    </a:cubicBezTo>
                    <a:cubicBezTo>
                      <a:pt x="96" y="14"/>
                      <a:pt x="106" y="19"/>
                      <a:pt x="105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7" name="Freeform 109">
                <a:extLst>
                  <a:ext uri="{FF2B5EF4-FFF2-40B4-BE49-F238E27FC236}">
                    <a16:creationId xmlns:a16="http://schemas.microsoft.com/office/drawing/2014/main" id="{7F3C02D5-CAB2-4C01-B61A-AB1801238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851"/>
                <a:ext cx="38" cy="21"/>
              </a:xfrm>
              <a:custGeom>
                <a:avLst/>
                <a:gdLst>
                  <a:gd name="T0" fmla="*/ 243 w 15"/>
                  <a:gd name="T1" fmla="*/ 0 h 8"/>
                  <a:gd name="T2" fmla="*/ 0 w 1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cubicBezTo>
                      <a:pt x="10" y="2"/>
                      <a:pt x="2" y="3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8" name="Freeform 110">
                <a:extLst>
                  <a:ext uri="{FF2B5EF4-FFF2-40B4-BE49-F238E27FC236}">
                    <a16:creationId xmlns:a16="http://schemas.microsoft.com/office/drawing/2014/main" id="{C6E0F696-C226-40DB-8BE9-939A63CDB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875"/>
                <a:ext cx="40" cy="8"/>
              </a:xfrm>
              <a:custGeom>
                <a:avLst/>
                <a:gdLst>
                  <a:gd name="T0" fmla="*/ 250 w 16"/>
                  <a:gd name="T1" fmla="*/ 56 h 3"/>
                  <a:gd name="T2" fmla="*/ 0 w 1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cubicBezTo>
                      <a:pt x="9" y="1"/>
                      <a:pt x="5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39" name="Freeform 111">
                <a:extLst>
                  <a:ext uri="{FF2B5EF4-FFF2-40B4-BE49-F238E27FC236}">
                    <a16:creationId xmlns:a16="http://schemas.microsoft.com/office/drawing/2014/main" id="{5E79304C-B93D-4678-8ECD-1B0472986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835"/>
                <a:ext cx="43" cy="32"/>
              </a:xfrm>
              <a:custGeom>
                <a:avLst/>
                <a:gdLst>
                  <a:gd name="T0" fmla="*/ 276 w 17"/>
                  <a:gd name="T1" fmla="*/ 0 h 12"/>
                  <a:gd name="T2" fmla="*/ 0 w 17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17" y="0"/>
                    </a:moveTo>
                    <a:cubicBezTo>
                      <a:pt x="10" y="3"/>
                      <a:pt x="2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0" name="Freeform 112">
                <a:extLst>
                  <a:ext uri="{FF2B5EF4-FFF2-40B4-BE49-F238E27FC236}">
                    <a16:creationId xmlns:a16="http://schemas.microsoft.com/office/drawing/2014/main" id="{59F316E2-57F5-420D-B97F-872C7D4AE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824"/>
                <a:ext cx="42" cy="43"/>
              </a:xfrm>
              <a:custGeom>
                <a:avLst/>
                <a:gdLst>
                  <a:gd name="T0" fmla="*/ 257 w 17"/>
                  <a:gd name="T1" fmla="*/ 0 h 16"/>
                  <a:gd name="T2" fmla="*/ 0 w 1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13" y="4"/>
                      <a:pt x="3" y="9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1" name="Freeform 113">
                <a:extLst>
                  <a:ext uri="{FF2B5EF4-FFF2-40B4-BE49-F238E27FC236}">
                    <a16:creationId xmlns:a16="http://schemas.microsoft.com/office/drawing/2014/main" id="{7D64FD29-1143-4FEE-AA33-477EB873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824"/>
                <a:ext cx="30" cy="37"/>
              </a:xfrm>
              <a:custGeom>
                <a:avLst/>
                <a:gdLst>
                  <a:gd name="T0" fmla="*/ 188 w 12"/>
                  <a:gd name="T1" fmla="*/ 0 h 14"/>
                  <a:gd name="T2" fmla="*/ 0 w 1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7" y="5"/>
                      <a:pt x="4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2" name="Freeform 114">
                <a:extLst>
                  <a:ext uri="{FF2B5EF4-FFF2-40B4-BE49-F238E27FC236}">
                    <a16:creationId xmlns:a16="http://schemas.microsoft.com/office/drawing/2014/main" id="{95CBCED7-2D2A-4D60-B96F-6F2D37DAD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827"/>
                <a:ext cx="27" cy="37"/>
              </a:xfrm>
              <a:custGeom>
                <a:avLst/>
                <a:gdLst>
                  <a:gd name="T0" fmla="*/ 0 w 11"/>
                  <a:gd name="T1" fmla="*/ 259 h 14"/>
                  <a:gd name="T2" fmla="*/ 162 w 11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14"/>
                    </a:moveTo>
                    <a:cubicBezTo>
                      <a:pt x="2" y="9"/>
                      <a:pt x="7" y="5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3" name="Freeform 115">
                <a:extLst>
                  <a:ext uri="{FF2B5EF4-FFF2-40B4-BE49-F238E27FC236}">
                    <a16:creationId xmlns:a16="http://schemas.microsoft.com/office/drawing/2014/main" id="{03AB3C1A-8468-41A5-BB40-8B4EDFD6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043"/>
                <a:ext cx="102" cy="96"/>
              </a:xfrm>
              <a:custGeom>
                <a:avLst/>
                <a:gdLst>
                  <a:gd name="T0" fmla="*/ 30 w 41"/>
                  <a:gd name="T1" fmla="*/ 605 h 36"/>
                  <a:gd name="T2" fmla="*/ 12 w 41"/>
                  <a:gd name="T3" fmla="*/ 376 h 36"/>
                  <a:gd name="T4" fmla="*/ 415 w 41"/>
                  <a:gd name="T5" fmla="*/ 35 h 36"/>
                  <a:gd name="T6" fmla="*/ 619 w 41"/>
                  <a:gd name="T7" fmla="*/ 192 h 36"/>
                  <a:gd name="T8" fmla="*/ 445 w 41"/>
                  <a:gd name="T9" fmla="*/ 376 h 36"/>
                  <a:gd name="T10" fmla="*/ 383 w 41"/>
                  <a:gd name="T11" fmla="*/ 320 h 36"/>
                  <a:gd name="T12" fmla="*/ 249 w 41"/>
                  <a:gd name="T13" fmla="*/ 435 h 36"/>
                  <a:gd name="T14" fmla="*/ 259 w 41"/>
                  <a:gd name="T15" fmla="*/ 547 h 36"/>
                  <a:gd name="T16" fmla="*/ 30 w 41"/>
                  <a:gd name="T17" fmla="*/ 605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6">
                    <a:moveTo>
                      <a:pt x="2" y="32"/>
                    </a:moveTo>
                    <a:cubicBezTo>
                      <a:pt x="1" y="28"/>
                      <a:pt x="0" y="24"/>
                      <a:pt x="1" y="20"/>
                    </a:cubicBezTo>
                    <a:cubicBezTo>
                      <a:pt x="3" y="8"/>
                      <a:pt x="15" y="0"/>
                      <a:pt x="27" y="2"/>
                    </a:cubicBezTo>
                    <a:cubicBezTo>
                      <a:pt x="33" y="3"/>
                      <a:pt x="37" y="6"/>
                      <a:pt x="40" y="10"/>
                    </a:cubicBezTo>
                    <a:cubicBezTo>
                      <a:pt x="41" y="14"/>
                      <a:pt x="33" y="20"/>
                      <a:pt x="29" y="20"/>
                    </a:cubicBezTo>
                    <a:cubicBezTo>
                      <a:pt x="28" y="19"/>
                      <a:pt x="27" y="18"/>
                      <a:pt x="25" y="17"/>
                    </a:cubicBezTo>
                    <a:cubicBezTo>
                      <a:pt x="21" y="17"/>
                      <a:pt x="17" y="19"/>
                      <a:pt x="16" y="23"/>
                    </a:cubicBezTo>
                    <a:cubicBezTo>
                      <a:pt x="16" y="25"/>
                      <a:pt x="16" y="27"/>
                      <a:pt x="17" y="29"/>
                    </a:cubicBezTo>
                    <a:cubicBezTo>
                      <a:pt x="17" y="32"/>
                      <a:pt x="7" y="36"/>
                      <a:pt x="2" y="32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4" name="Freeform 116">
                <a:extLst>
                  <a:ext uri="{FF2B5EF4-FFF2-40B4-BE49-F238E27FC236}">
                    <a16:creationId xmlns:a16="http://schemas.microsoft.com/office/drawing/2014/main" id="{01FF42BD-E2A7-4A2F-87E4-027FB3B6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043"/>
                <a:ext cx="102" cy="96"/>
              </a:xfrm>
              <a:custGeom>
                <a:avLst/>
                <a:gdLst>
                  <a:gd name="T0" fmla="*/ 30 w 41"/>
                  <a:gd name="T1" fmla="*/ 605 h 36"/>
                  <a:gd name="T2" fmla="*/ 12 w 41"/>
                  <a:gd name="T3" fmla="*/ 376 h 36"/>
                  <a:gd name="T4" fmla="*/ 415 w 41"/>
                  <a:gd name="T5" fmla="*/ 35 h 36"/>
                  <a:gd name="T6" fmla="*/ 619 w 41"/>
                  <a:gd name="T7" fmla="*/ 192 h 36"/>
                  <a:gd name="T8" fmla="*/ 445 w 41"/>
                  <a:gd name="T9" fmla="*/ 376 h 36"/>
                  <a:gd name="T10" fmla="*/ 383 w 41"/>
                  <a:gd name="T11" fmla="*/ 320 h 36"/>
                  <a:gd name="T12" fmla="*/ 249 w 41"/>
                  <a:gd name="T13" fmla="*/ 435 h 36"/>
                  <a:gd name="T14" fmla="*/ 259 w 41"/>
                  <a:gd name="T15" fmla="*/ 547 h 36"/>
                  <a:gd name="T16" fmla="*/ 30 w 41"/>
                  <a:gd name="T17" fmla="*/ 605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6">
                    <a:moveTo>
                      <a:pt x="2" y="32"/>
                    </a:moveTo>
                    <a:cubicBezTo>
                      <a:pt x="1" y="28"/>
                      <a:pt x="0" y="24"/>
                      <a:pt x="1" y="20"/>
                    </a:cubicBezTo>
                    <a:cubicBezTo>
                      <a:pt x="3" y="8"/>
                      <a:pt x="15" y="0"/>
                      <a:pt x="27" y="2"/>
                    </a:cubicBezTo>
                    <a:cubicBezTo>
                      <a:pt x="33" y="3"/>
                      <a:pt x="37" y="6"/>
                      <a:pt x="40" y="10"/>
                    </a:cubicBezTo>
                    <a:cubicBezTo>
                      <a:pt x="41" y="14"/>
                      <a:pt x="33" y="20"/>
                      <a:pt x="29" y="20"/>
                    </a:cubicBezTo>
                    <a:cubicBezTo>
                      <a:pt x="28" y="19"/>
                      <a:pt x="27" y="18"/>
                      <a:pt x="25" y="17"/>
                    </a:cubicBezTo>
                    <a:cubicBezTo>
                      <a:pt x="21" y="17"/>
                      <a:pt x="17" y="19"/>
                      <a:pt x="16" y="23"/>
                    </a:cubicBezTo>
                    <a:cubicBezTo>
                      <a:pt x="16" y="25"/>
                      <a:pt x="16" y="27"/>
                      <a:pt x="17" y="29"/>
                    </a:cubicBezTo>
                    <a:cubicBezTo>
                      <a:pt x="17" y="32"/>
                      <a:pt x="7" y="36"/>
                      <a:pt x="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5" name="Freeform 117">
                <a:extLst>
                  <a:ext uri="{FF2B5EF4-FFF2-40B4-BE49-F238E27FC236}">
                    <a16:creationId xmlns:a16="http://schemas.microsoft.com/office/drawing/2014/main" id="{5C975CEC-6F72-4072-A8B7-8896FECC2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080"/>
                <a:ext cx="108" cy="88"/>
              </a:xfrm>
              <a:custGeom>
                <a:avLst/>
                <a:gdLst>
                  <a:gd name="T0" fmla="*/ 20 w 43"/>
                  <a:gd name="T1" fmla="*/ 227 h 33"/>
                  <a:gd name="T2" fmla="*/ 158 w 43"/>
                  <a:gd name="T3" fmla="*/ 93 h 33"/>
                  <a:gd name="T4" fmla="*/ 630 w 43"/>
                  <a:gd name="T5" fmla="*/ 307 h 33"/>
                  <a:gd name="T6" fmla="*/ 651 w 43"/>
                  <a:gd name="T7" fmla="*/ 589 h 33"/>
                  <a:gd name="T8" fmla="*/ 409 w 43"/>
                  <a:gd name="T9" fmla="*/ 533 h 33"/>
                  <a:gd name="T10" fmla="*/ 409 w 43"/>
                  <a:gd name="T11" fmla="*/ 419 h 33"/>
                  <a:gd name="T12" fmla="*/ 251 w 43"/>
                  <a:gd name="T13" fmla="*/ 363 h 33"/>
                  <a:gd name="T14" fmla="*/ 208 w 43"/>
                  <a:gd name="T15" fmla="*/ 435 h 33"/>
                  <a:gd name="T16" fmla="*/ 20 w 43"/>
                  <a:gd name="T17" fmla="*/ 227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3">
                    <a:moveTo>
                      <a:pt x="1" y="12"/>
                    </a:moveTo>
                    <a:cubicBezTo>
                      <a:pt x="3" y="9"/>
                      <a:pt x="6" y="7"/>
                      <a:pt x="10" y="5"/>
                    </a:cubicBezTo>
                    <a:cubicBezTo>
                      <a:pt x="21" y="0"/>
                      <a:pt x="35" y="4"/>
                      <a:pt x="40" y="16"/>
                    </a:cubicBezTo>
                    <a:cubicBezTo>
                      <a:pt x="42" y="21"/>
                      <a:pt x="43" y="26"/>
                      <a:pt x="41" y="31"/>
                    </a:cubicBezTo>
                    <a:cubicBezTo>
                      <a:pt x="38" y="33"/>
                      <a:pt x="29" y="31"/>
                      <a:pt x="26" y="28"/>
                    </a:cubicBezTo>
                    <a:cubicBezTo>
                      <a:pt x="27" y="26"/>
                      <a:pt x="27" y="24"/>
                      <a:pt x="26" y="22"/>
                    </a:cubicBezTo>
                    <a:cubicBezTo>
                      <a:pt x="24" y="18"/>
                      <a:pt x="20" y="17"/>
                      <a:pt x="16" y="19"/>
                    </a:cubicBezTo>
                    <a:cubicBezTo>
                      <a:pt x="15" y="19"/>
                      <a:pt x="13" y="21"/>
                      <a:pt x="13" y="23"/>
                    </a:cubicBezTo>
                    <a:cubicBezTo>
                      <a:pt x="10" y="25"/>
                      <a:pt x="0" y="18"/>
                      <a:pt x="1" y="12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6" name="Freeform 118">
                <a:extLst>
                  <a:ext uri="{FF2B5EF4-FFF2-40B4-BE49-F238E27FC236}">
                    <a16:creationId xmlns:a16="http://schemas.microsoft.com/office/drawing/2014/main" id="{FF6C408B-7AB8-48CB-A423-29F6D1A9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080"/>
                <a:ext cx="108" cy="88"/>
              </a:xfrm>
              <a:custGeom>
                <a:avLst/>
                <a:gdLst>
                  <a:gd name="T0" fmla="*/ 20 w 43"/>
                  <a:gd name="T1" fmla="*/ 227 h 33"/>
                  <a:gd name="T2" fmla="*/ 158 w 43"/>
                  <a:gd name="T3" fmla="*/ 93 h 33"/>
                  <a:gd name="T4" fmla="*/ 630 w 43"/>
                  <a:gd name="T5" fmla="*/ 307 h 33"/>
                  <a:gd name="T6" fmla="*/ 651 w 43"/>
                  <a:gd name="T7" fmla="*/ 589 h 33"/>
                  <a:gd name="T8" fmla="*/ 409 w 43"/>
                  <a:gd name="T9" fmla="*/ 533 h 33"/>
                  <a:gd name="T10" fmla="*/ 409 w 43"/>
                  <a:gd name="T11" fmla="*/ 419 h 33"/>
                  <a:gd name="T12" fmla="*/ 251 w 43"/>
                  <a:gd name="T13" fmla="*/ 363 h 33"/>
                  <a:gd name="T14" fmla="*/ 208 w 43"/>
                  <a:gd name="T15" fmla="*/ 435 h 33"/>
                  <a:gd name="T16" fmla="*/ 20 w 43"/>
                  <a:gd name="T17" fmla="*/ 227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3">
                    <a:moveTo>
                      <a:pt x="1" y="12"/>
                    </a:moveTo>
                    <a:cubicBezTo>
                      <a:pt x="3" y="9"/>
                      <a:pt x="6" y="7"/>
                      <a:pt x="10" y="5"/>
                    </a:cubicBezTo>
                    <a:cubicBezTo>
                      <a:pt x="21" y="0"/>
                      <a:pt x="35" y="4"/>
                      <a:pt x="40" y="16"/>
                    </a:cubicBezTo>
                    <a:cubicBezTo>
                      <a:pt x="42" y="21"/>
                      <a:pt x="43" y="26"/>
                      <a:pt x="41" y="31"/>
                    </a:cubicBezTo>
                    <a:cubicBezTo>
                      <a:pt x="38" y="33"/>
                      <a:pt x="29" y="31"/>
                      <a:pt x="26" y="28"/>
                    </a:cubicBezTo>
                    <a:cubicBezTo>
                      <a:pt x="27" y="26"/>
                      <a:pt x="27" y="24"/>
                      <a:pt x="26" y="22"/>
                    </a:cubicBezTo>
                    <a:cubicBezTo>
                      <a:pt x="24" y="18"/>
                      <a:pt x="20" y="17"/>
                      <a:pt x="16" y="19"/>
                    </a:cubicBezTo>
                    <a:cubicBezTo>
                      <a:pt x="15" y="19"/>
                      <a:pt x="13" y="21"/>
                      <a:pt x="13" y="23"/>
                    </a:cubicBezTo>
                    <a:cubicBezTo>
                      <a:pt x="10" y="25"/>
                      <a:pt x="0" y="18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7" name="Freeform 119">
                <a:extLst>
                  <a:ext uri="{FF2B5EF4-FFF2-40B4-BE49-F238E27FC236}">
                    <a16:creationId xmlns:a16="http://schemas.microsoft.com/office/drawing/2014/main" id="{28EC541B-66C0-4EBE-9125-45F7C97A0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232"/>
                <a:ext cx="88" cy="112"/>
              </a:xfrm>
              <a:custGeom>
                <a:avLst/>
                <a:gdLst>
                  <a:gd name="T0" fmla="*/ 176 w 35"/>
                  <a:gd name="T1" fmla="*/ 776 h 42"/>
                  <a:gd name="T2" fmla="*/ 63 w 35"/>
                  <a:gd name="T3" fmla="*/ 589 h 42"/>
                  <a:gd name="T4" fmla="*/ 284 w 35"/>
                  <a:gd name="T5" fmla="*/ 35 h 42"/>
                  <a:gd name="T6" fmla="*/ 525 w 35"/>
                  <a:gd name="T7" fmla="*/ 35 h 42"/>
                  <a:gd name="T8" fmla="*/ 463 w 35"/>
                  <a:gd name="T9" fmla="*/ 320 h 42"/>
                  <a:gd name="T10" fmla="*/ 367 w 35"/>
                  <a:gd name="T11" fmla="*/ 307 h 42"/>
                  <a:gd name="T12" fmla="*/ 304 w 35"/>
                  <a:gd name="T13" fmla="*/ 491 h 42"/>
                  <a:gd name="T14" fmla="*/ 367 w 35"/>
                  <a:gd name="T15" fmla="*/ 568 h 42"/>
                  <a:gd name="T16" fmla="*/ 176 w 35"/>
                  <a:gd name="T17" fmla="*/ 776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42">
                    <a:moveTo>
                      <a:pt x="11" y="41"/>
                    </a:moveTo>
                    <a:cubicBezTo>
                      <a:pt x="8" y="38"/>
                      <a:pt x="6" y="35"/>
                      <a:pt x="4" y="31"/>
                    </a:cubicBezTo>
                    <a:cubicBezTo>
                      <a:pt x="0" y="20"/>
                      <a:pt x="6" y="7"/>
                      <a:pt x="18" y="2"/>
                    </a:cubicBezTo>
                    <a:cubicBezTo>
                      <a:pt x="23" y="0"/>
                      <a:pt x="28" y="0"/>
                      <a:pt x="33" y="2"/>
                    </a:cubicBezTo>
                    <a:cubicBezTo>
                      <a:pt x="35" y="6"/>
                      <a:pt x="32" y="15"/>
                      <a:pt x="29" y="17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8"/>
                      <a:pt x="17" y="22"/>
                      <a:pt x="19" y="26"/>
                    </a:cubicBezTo>
                    <a:cubicBezTo>
                      <a:pt x="19" y="28"/>
                      <a:pt x="21" y="29"/>
                      <a:pt x="23" y="30"/>
                    </a:cubicBezTo>
                    <a:cubicBezTo>
                      <a:pt x="24" y="33"/>
                      <a:pt x="17" y="42"/>
                      <a:pt x="11" y="41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8" name="Freeform 120">
                <a:extLst>
                  <a:ext uri="{FF2B5EF4-FFF2-40B4-BE49-F238E27FC236}">
                    <a16:creationId xmlns:a16="http://schemas.microsoft.com/office/drawing/2014/main" id="{E7D1E058-F3D7-470F-8034-9AA1F5A6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232"/>
                <a:ext cx="88" cy="112"/>
              </a:xfrm>
              <a:custGeom>
                <a:avLst/>
                <a:gdLst>
                  <a:gd name="T0" fmla="*/ 176 w 35"/>
                  <a:gd name="T1" fmla="*/ 776 h 42"/>
                  <a:gd name="T2" fmla="*/ 63 w 35"/>
                  <a:gd name="T3" fmla="*/ 589 h 42"/>
                  <a:gd name="T4" fmla="*/ 284 w 35"/>
                  <a:gd name="T5" fmla="*/ 35 h 42"/>
                  <a:gd name="T6" fmla="*/ 525 w 35"/>
                  <a:gd name="T7" fmla="*/ 35 h 42"/>
                  <a:gd name="T8" fmla="*/ 463 w 35"/>
                  <a:gd name="T9" fmla="*/ 320 h 42"/>
                  <a:gd name="T10" fmla="*/ 367 w 35"/>
                  <a:gd name="T11" fmla="*/ 307 h 42"/>
                  <a:gd name="T12" fmla="*/ 304 w 35"/>
                  <a:gd name="T13" fmla="*/ 491 h 42"/>
                  <a:gd name="T14" fmla="*/ 367 w 35"/>
                  <a:gd name="T15" fmla="*/ 568 h 42"/>
                  <a:gd name="T16" fmla="*/ 176 w 35"/>
                  <a:gd name="T17" fmla="*/ 776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42">
                    <a:moveTo>
                      <a:pt x="11" y="41"/>
                    </a:moveTo>
                    <a:cubicBezTo>
                      <a:pt x="8" y="38"/>
                      <a:pt x="6" y="35"/>
                      <a:pt x="4" y="31"/>
                    </a:cubicBezTo>
                    <a:cubicBezTo>
                      <a:pt x="0" y="20"/>
                      <a:pt x="6" y="7"/>
                      <a:pt x="18" y="2"/>
                    </a:cubicBezTo>
                    <a:cubicBezTo>
                      <a:pt x="23" y="0"/>
                      <a:pt x="28" y="0"/>
                      <a:pt x="33" y="2"/>
                    </a:cubicBezTo>
                    <a:cubicBezTo>
                      <a:pt x="35" y="6"/>
                      <a:pt x="32" y="15"/>
                      <a:pt x="29" y="17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8"/>
                      <a:pt x="17" y="22"/>
                      <a:pt x="19" y="26"/>
                    </a:cubicBezTo>
                    <a:cubicBezTo>
                      <a:pt x="19" y="28"/>
                      <a:pt x="21" y="29"/>
                      <a:pt x="23" y="30"/>
                    </a:cubicBezTo>
                    <a:cubicBezTo>
                      <a:pt x="24" y="33"/>
                      <a:pt x="17" y="42"/>
                      <a:pt x="11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49" name="Freeform 121">
                <a:extLst>
                  <a:ext uri="{FF2B5EF4-FFF2-40B4-BE49-F238E27FC236}">
                    <a16:creationId xmlns:a16="http://schemas.microsoft.com/office/drawing/2014/main" id="{67B96B5F-AD07-4BDE-8085-1E56A2445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171"/>
                <a:ext cx="105" cy="93"/>
              </a:xfrm>
              <a:custGeom>
                <a:avLst/>
                <a:gdLst>
                  <a:gd name="T0" fmla="*/ 20 w 42"/>
                  <a:gd name="T1" fmla="*/ 205 h 35"/>
                  <a:gd name="T2" fmla="*/ 175 w 42"/>
                  <a:gd name="T3" fmla="*/ 77 h 35"/>
                  <a:gd name="T4" fmla="*/ 625 w 42"/>
                  <a:gd name="T5" fmla="*/ 319 h 35"/>
                  <a:gd name="T6" fmla="*/ 625 w 42"/>
                  <a:gd name="T7" fmla="*/ 622 h 35"/>
                  <a:gd name="T8" fmla="*/ 395 w 42"/>
                  <a:gd name="T9" fmla="*/ 523 h 35"/>
                  <a:gd name="T10" fmla="*/ 395 w 42"/>
                  <a:gd name="T11" fmla="*/ 430 h 35"/>
                  <a:gd name="T12" fmla="*/ 250 w 42"/>
                  <a:gd name="T13" fmla="*/ 353 h 35"/>
                  <a:gd name="T14" fmla="*/ 188 w 42"/>
                  <a:gd name="T15" fmla="*/ 409 h 35"/>
                  <a:gd name="T16" fmla="*/ 20 w 42"/>
                  <a:gd name="T17" fmla="*/ 2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5">
                    <a:moveTo>
                      <a:pt x="1" y="11"/>
                    </a:moveTo>
                    <a:cubicBezTo>
                      <a:pt x="4" y="8"/>
                      <a:pt x="7" y="6"/>
                      <a:pt x="11" y="4"/>
                    </a:cubicBezTo>
                    <a:cubicBezTo>
                      <a:pt x="22" y="0"/>
                      <a:pt x="35" y="6"/>
                      <a:pt x="40" y="17"/>
                    </a:cubicBezTo>
                    <a:cubicBezTo>
                      <a:pt x="42" y="23"/>
                      <a:pt x="42" y="28"/>
                      <a:pt x="40" y="33"/>
                    </a:cubicBezTo>
                    <a:cubicBezTo>
                      <a:pt x="36" y="35"/>
                      <a:pt x="27" y="32"/>
                      <a:pt x="25" y="28"/>
                    </a:cubicBezTo>
                    <a:cubicBezTo>
                      <a:pt x="26" y="27"/>
                      <a:pt x="26" y="25"/>
                      <a:pt x="25" y="23"/>
                    </a:cubicBezTo>
                    <a:cubicBezTo>
                      <a:pt x="24" y="19"/>
                      <a:pt x="20" y="17"/>
                      <a:pt x="16" y="19"/>
                    </a:cubicBezTo>
                    <a:cubicBezTo>
                      <a:pt x="14" y="19"/>
                      <a:pt x="13" y="21"/>
                      <a:pt x="12" y="22"/>
                    </a:cubicBezTo>
                    <a:cubicBezTo>
                      <a:pt x="9" y="24"/>
                      <a:pt x="0" y="17"/>
                      <a:pt x="1" y="11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0" name="Freeform 122">
                <a:extLst>
                  <a:ext uri="{FF2B5EF4-FFF2-40B4-BE49-F238E27FC236}">
                    <a16:creationId xmlns:a16="http://schemas.microsoft.com/office/drawing/2014/main" id="{FF4CEAD2-53C8-4F23-9BAE-CEAD1C39D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171"/>
                <a:ext cx="105" cy="93"/>
              </a:xfrm>
              <a:custGeom>
                <a:avLst/>
                <a:gdLst>
                  <a:gd name="T0" fmla="*/ 20 w 42"/>
                  <a:gd name="T1" fmla="*/ 205 h 35"/>
                  <a:gd name="T2" fmla="*/ 175 w 42"/>
                  <a:gd name="T3" fmla="*/ 77 h 35"/>
                  <a:gd name="T4" fmla="*/ 625 w 42"/>
                  <a:gd name="T5" fmla="*/ 319 h 35"/>
                  <a:gd name="T6" fmla="*/ 625 w 42"/>
                  <a:gd name="T7" fmla="*/ 622 h 35"/>
                  <a:gd name="T8" fmla="*/ 395 w 42"/>
                  <a:gd name="T9" fmla="*/ 523 h 35"/>
                  <a:gd name="T10" fmla="*/ 395 w 42"/>
                  <a:gd name="T11" fmla="*/ 430 h 35"/>
                  <a:gd name="T12" fmla="*/ 250 w 42"/>
                  <a:gd name="T13" fmla="*/ 353 h 35"/>
                  <a:gd name="T14" fmla="*/ 188 w 42"/>
                  <a:gd name="T15" fmla="*/ 409 h 35"/>
                  <a:gd name="T16" fmla="*/ 20 w 42"/>
                  <a:gd name="T17" fmla="*/ 2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5">
                    <a:moveTo>
                      <a:pt x="1" y="11"/>
                    </a:moveTo>
                    <a:cubicBezTo>
                      <a:pt x="4" y="8"/>
                      <a:pt x="7" y="6"/>
                      <a:pt x="11" y="4"/>
                    </a:cubicBezTo>
                    <a:cubicBezTo>
                      <a:pt x="22" y="0"/>
                      <a:pt x="35" y="6"/>
                      <a:pt x="40" y="17"/>
                    </a:cubicBezTo>
                    <a:cubicBezTo>
                      <a:pt x="42" y="23"/>
                      <a:pt x="42" y="28"/>
                      <a:pt x="40" y="33"/>
                    </a:cubicBezTo>
                    <a:cubicBezTo>
                      <a:pt x="36" y="35"/>
                      <a:pt x="27" y="32"/>
                      <a:pt x="25" y="28"/>
                    </a:cubicBezTo>
                    <a:cubicBezTo>
                      <a:pt x="26" y="27"/>
                      <a:pt x="26" y="25"/>
                      <a:pt x="25" y="23"/>
                    </a:cubicBezTo>
                    <a:cubicBezTo>
                      <a:pt x="24" y="19"/>
                      <a:pt x="20" y="17"/>
                      <a:pt x="16" y="19"/>
                    </a:cubicBezTo>
                    <a:cubicBezTo>
                      <a:pt x="14" y="19"/>
                      <a:pt x="13" y="21"/>
                      <a:pt x="12" y="22"/>
                    </a:cubicBezTo>
                    <a:cubicBezTo>
                      <a:pt x="9" y="24"/>
                      <a:pt x="0" y="17"/>
                      <a:pt x="1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1" name="Freeform 123">
                <a:extLst>
                  <a:ext uri="{FF2B5EF4-FFF2-40B4-BE49-F238E27FC236}">
                    <a16:creationId xmlns:a16="http://schemas.microsoft.com/office/drawing/2014/main" id="{A2ADA305-80BB-4C73-9824-C753853C8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261"/>
                <a:ext cx="100" cy="96"/>
              </a:xfrm>
              <a:custGeom>
                <a:avLst/>
                <a:gdLst>
                  <a:gd name="T0" fmla="*/ 33 w 40"/>
                  <a:gd name="T1" fmla="*/ 605 h 36"/>
                  <a:gd name="T2" fmla="*/ 20 w 40"/>
                  <a:gd name="T3" fmla="*/ 376 h 36"/>
                  <a:gd name="T4" fmla="*/ 425 w 40"/>
                  <a:gd name="T5" fmla="*/ 35 h 36"/>
                  <a:gd name="T6" fmla="*/ 625 w 40"/>
                  <a:gd name="T7" fmla="*/ 192 h 36"/>
                  <a:gd name="T8" fmla="*/ 458 w 40"/>
                  <a:gd name="T9" fmla="*/ 376 h 36"/>
                  <a:gd name="T10" fmla="*/ 375 w 40"/>
                  <a:gd name="T11" fmla="*/ 320 h 36"/>
                  <a:gd name="T12" fmla="*/ 250 w 40"/>
                  <a:gd name="T13" fmla="*/ 435 h 36"/>
                  <a:gd name="T14" fmla="*/ 270 w 40"/>
                  <a:gd name="T15" fmla="*/ 533 h 36"/>
                  <a:gd name="T16" fmla="*/ 33 w 40"/>
                  <a:gd name="T17" fmla="*/ 605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6">
                    <a:moveTo>
                      <a:pt x="2" y="32"/>
                    </a:moveTo>
                    <a:cubicBezTo>
                      <a:pt x="0" y="28"/>
                      <a:pt x="0" y="24"/>
                      <a:pt x="1" y="20"/>
                    </a:cubicBezTo>
                    <a:cubicBezTo>
                      <a:pt x="3" y="8"/>
                      <a:pt x="15" y="0"/>
                      <a:pt x="27" y="2"/>
                    </a:cubicBezTo>
                    <a:cubicBezTo>
                      <a:pt x="32" y="3"/>
                      <a:pt x="37" y="6"/>
                      <a:pt x="40" y="10"/>
                    </a:cubicBezTo>
                    <a:cubicBezTo>
                      <a:pt x="40" y="14"/>
                      <a:pt x="32" y="20"/>
                      <a:pt x="29" y="20"/>
                    </a:cubicBezTo>
                    <a:cubicBezTo>
                      <a:pt x="28" y="18"/>
                      <a:pt x="26" y="17"/>
                      <a:pt x="24" y="17"/>
                    </a:cubicBezTo>
                    <a:cubicBezTo>
                      <a:pt x="20" y="16"/>
                      <a:pt x="16" y="19"/>
                      <a:pt x="16" y="23"/>
                    </a:cubicBezTo>
                    <a:cubicBezTo>
                      <a:pt x="15" y="25"/>
                      <a:pt x="16" y="27"/>
                      <a:pt x="17" y="28"/>
                    </a:cubicBezTo>
                    <a:cubicBezTo>
                      <a:pt x="17" y="32"/>
                      <a:pt x="6" y="36"/>
                      <a:pt x="2" y="32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2" name="Freeform 124">
                <a:extLst>
                  <a:ext uri="{FF2B5EF4-FFF2-40B4-BE49-F238E27FC236}">
                    <a16:creationId xmlns:a16="http://schemas.microsoft.com/office/drawing/2014/main" id="{D3CDCC65-4ED3-4427-9A4E-7E299074C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261"/>
                <a:ext cx="100" cy="96"/>
              </a:xfrm>
              <a:custGeom>
                <a:avLst/>
                <a:gdLst>
                  <a:gd name="T0" fmla="*/ 33 w 40"/>
                  <a:gd name="T1" fmla="*/ 605 h 36"/>
                  <a:gd name="T2" fmla="*/ 20 w 40"/>
                  <a:gd name="T3" fmla="*/ 376 h 36"/>
                  <a:gd name="T4" fmla="*/ 425 w 40"/>
                  <a:gd name="T5" fmla="*/ 35 h 36"/>
                  <a:gd name="T6" fmla="*/ 625 w 40"/>
                  <a:gd name="T7" fmla="*/ 192 h 36"/>
                  <a:gd name="T8" fmla="*/ 458 w 40"/>
                  <a:gd name="T9" fmla="*/ 376 h 36"/>
                  <a:gd name="T10" fmla="*/ 375 w 40"/>
                  <a:gd name="T11" fmla="*/ 320 h 36"/>
                  <a:gd name="T12" fmla="*/ 250 w 40"/>
                  <a:gd name="T13" fmla="*/ 435 h 36"/>
                  <a:gd name="T14" fmla="*/ 270 w 40"/>
                  <a:gd name="T15" fmla="*/ 533 h 36"/>
                  <a:gd name="T16" fmla="*/ 33 w 40"/>
                  <a:gd name="T17" fmla="*/ 605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6">
                    <a:moveTo>
                      <a:pt x="2" y="32"/>
                    </a:moveTo>
                    <a:cubicBezTo>
                      <a:pt x="0" y="28"/>
                      <a:pt x="0" y="24"/>
                      <a:pt x="1" y="20"/>
                    </a:cubicBezTo>
                    <a:cubicBezTo>
                      <a:pt x="3" y="8"/>
                      <a:pt x="15" y="0"/>
                      <a:pt x="27" y="2"/>
                    </a:cubicBezTo>
                    <a:cubicBezTo>
                      <a:pt x="32" y="3"/>
                      <a:pt x="37" y="6"/>
                      <a:pt x="40" y="10"/>
                    </a:cubicBezTo>
                    <a:cubicBezTo>
                      <a:pt x="40" y="14"/>
                      <a:pt x="32" y="20"/>
                      <a:pt x="29" y="20"/>
                    </a:cubicBezTo>
                    <a:cubicBezTo>
                      <a:pt x="28" y="18"/>
                      <a:pt x="26" y="17"/>
                      <a:pt x="24" y="17"/>
                    </a:cubicBezTo>
                    <a:cubicBezTo>
                      <a:pt x="20" y="16"/>
                      <a:pt x="16" y="19"/>
                      <a:pt x="16" y="23"/>
                    </a:cubicBezTo>
                    <a:cubicBezTo>
                      <a:pt x="15" y="25"/>
                      <a:pt x="16" y="27"/>
                      <a:pt x="17" y="28"/>
                    </a:cubicBezTo>
                    <a:cubicBezTo>
                      <a:pt x="17" y="32"/>
                      <a:pt x="6" y="36"/>
                      <a:pt x="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3" name="Freeform 125">
                <a:extLst>
                  <a:ext uri="{FF2B5EF4-FFF2-40B4-BE49-F238E27FC236}">
                    <a16:creationId xmlns:a16="http://schemas.microsoft.com/office/drawing/2014/main" id="{BF3F9B6B-B450-4FA4-BBAE-9648F28ED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147"/>
                <a:ext cx="100" cy="96"/>
              </a:xfrm>
              <a:custGeom>
                <a:avLst/>
                <a:gdLst>
                  <a:gd name="T0" fmla="*/ 33 w 40"/>
                  <a:gd name="T1" fmla="*/ 605 h 36"/>
                  <a:gd name="T2" fmla="*/ 20 w 40"/>
                  <a:gd name="T3" fmla="*/ 376 h 36"/>
                  <a:gd name="T4" fmla="*/ 425 w 40"/>
                  <a:gd name="T5" fmla="*/ 35 h 36"/>
                  <a:gd name="T6" fmla="*/ 625 w 40"/>
                  <a:gd name="T7" fmla="*/ 192 h 36"/>
                  <a:gd name="T8" fmla="*/ 458 w 40"/>
                  <a:gd name="T9" fmla="*/ 376 h 36"/>
                  <a:gd name="T10" fmla="*/ 375 w 40"/>
                  <a:gd name="T11" fmla="*/ 320 h 36"/>
                  <a:gd name="T12" fmla="*/ 250 w 40"/>
                  <a:gd name="T13" fmla="*/ 435 h 36"/>
                  <a:gd name="T14" fmla="*/ 270 w 40"/>
                  <a:gd name="T15" fmla="*/ 533 h 36"/>
                  <a:gd name="T16" fmla="*/ 33 w 40"/>
                  <a:gd name="T17" fmla="*/ 605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6">
                    <a:moveTo>
                      <a:pt x="2" y="32"/>
                    </a:moveTo>
                    <a:cubicBezTo>
                      <a:pt x="1" y="28"/>
                      <a:pt x="0" y="24"/>
                      <a:pt x="1" y="20"/>
                    </a:cubicBezTo>
                    <a:cubicBezTo>
                      <a:pt x="3" y="8"/>
                      <a:pt x="15" y="0"/>
                      <a:pt x="27" y="2"/>
                    </a:cubicBezTo>
                    <a:cubicBezTo>
                      <a:pt x="33" y="3"/>
                      <a:pt x="37" y="6"/>
                      <a:pt x="40" y="10"/>
                    </a:cubicBezTo>
                    <a:cubicBezTo>
                      <a:pt x="40" y="14"/>
                      <a:pt x="33" y="20"/>
                      <a:pt x="29" y="20"/>
                    </a:cubicBezTo>
                    <a:cubicBezTo>
                      <a:pt x="28" y="18"/>
                      <a:pt x="26" y="17"/>
                      <a:pt x="24" y="17"/>
                    </a:cubicBezTo>
                    <a:cubicBezTo>
                      <a:pt x="20" y="16"/>
                      <a:pt x="17" y="19"/>
                      <a:pt x="16" y="23"/>
                    </a:cubicBezTo>
                    <a:cubicBezTo>
                      <a:pt x="16" y="25"/>
                      <a:pt x="16" y="27"/>
                      <a:pt x="17" y="28"/>
                    </a:cubicBezTo>
                    <a:cubicBezTo>
                      <a:pt x="17" y="32"/>
                      <a:pt x="6" y="36"/>
                      <a:pt x="2" y="32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4" name="Freeform 126">
                <a:extLst>
                  <a:ext uri="{FF2B5EF4-FFF2-40B4-BE49-F238E27FC236}">
                    <a16:creationId xmlns:a16="http://schemas.microsoft.com/office/drawing/2014/main" id="{B4F62677-2F76-4FC1-86AB-482E69AA6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147"/>
                <a:ext cx="100" cy="96"/>
              </a:xfrm>
              <a:custGeom>
                <a:avLst/>
                <a:gdLst>
                  <a:gd name="T0" fmla="*/ 33 w 40"/>
                  <a:gd name="T1" fmla="*/ 605 h 36"/>
                  <a:gd name="T2" fmla="*/ 20 w 40"/>
                  <a:gd name="T3" fmla="*/ 376 h 36"/>
                  <a:gd name="T4" fmla="*/ 425 w 40"/>
                  <a:gd name="T5" fmla="*/ 35 h 36"/>
                  <a:gd name="T6" fmla="*/ 625 w 40"/>
                  <a:gd name="T7" fmla="*/ 192 h 36"/>
                  <a:gd name="T8" fmla="*/ 458 w 40"/>
                  <a:gd name="T9" fmla="*/ 376 h 36"/>
                  <a:gd name="T10" fmla="*/ 375 w 40"/>
                  <a:gd name="T11" fmla="*/ 320 h 36"/>
                  <a:gd name="T12" fmla="*/ 250 w 40"/>
                  <a:gd name="T13" fmla="*/ 435 h 36"/>
                  <a:gd name="T14" fmla="*/ 270 w 40"/>
                  <a:gd name="T15" fmla="*/ 533 h 36"/>
                  <a:gd name="T16" fmla="*/ 33 w 40"/>
                  <a:gd name="T17" fmla="*/ 605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6">
                    <a:moveTo>
                      <a:pt x="2" y="32"/>
                    </a:moveTo>
                    <a:cubicBezTo>
                      <a:pt x="1" y="28"/>
                      <a:pt x="0" y="24"/>
                      <a:pt x="1" y="20"/>
                    </a:cubicBezTo>
                    <a:cubicBezTo>
                      <a:pt x="3" y="8"/>
                      <a:pt x="15" y="0"/>
                      <a:pt x="27" y="2"/>
                    </a:cubicBezTo>
                    <a:cubicBezTo>
                      <a:pt x="33" y="3"/>
                      <a:pt x="37" y="6"/>
                      <a:pt x="40" y="10"/>
                    </a:cubicBezTo>
                    <a:cubicBezTo>
                      <a:pt x="40" y="14"/>
                      <a:pt x="33" y="20"/>
                      <a:pt x="29" y="20"/>
                    </a:cubicBezTo>
                    <a:cubicBezTo>
                      <a:pt x="28" y="18"/>
                      <a:pt x="26" y="17"/>
                      <a:pt x="24" y="17"/>
                    </a:cubicBezTo>
                    <a:cubicBezTo>
                      <a:pt x="20" y="16"/>
                      <a:pt x="17" y="19"/>
                      <a:pt x="16" y="23"/>
                    </a:cubicBezTo>
                    <a:cubicBezTo>
                      <a:pt x="16" y="25"/>
                      <a:pt x="16" y="27"/>
                      <a:pt x="17" y="28"/>
                    </a:cubicBezTo>
                    <a:cubicBezTo>
                      <a:pt x="17" y="32"/>
                      <a:pt x="6" y="36"/>
                      <a:pt x="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5" name="Freeform 127">
                <a:extLst>
                  <a:ext uri="{FF2B5EF4-FFF2-40B4-BE49-F238E27FC236}">
                    <a16:creationId xmlns:a16="http://schemas.microsoft.com/office/drawing/2014/main" id="{167537A2-ECB8-419E-B7CF-7AACDBDD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77"/>
                <a:ext cx="93" cy="99"/>
              </a:xfrm>
              <a:custGeom>
                <a:avLst/>
                <a:gdLst>
                  <a:gd name="T0" fmla="*/ 538 w 37"/>
                  <a:gd name="T1" fmla="*/ 650 h 37"/>
                  <a:gd name="T2" fmla="*/ 367 w 37"/>
                  <a:gd name="T3" fmla="*/ 709 h 37"/>
                  <a:gd name="T4" fmla="*/ 0 w 37"/>
                  <a:gd name="T5" fmla="*/ 286 h 37"/>
                  <a:gd name="T6" fmla="*/ 96 w 37"/>
                  <a:gd name="T7" fmla="*/ 0 h 37"/>
                  <a:gd name="T8" fmla="*/ 284 w 37"/>
                  <a:gd name="T9" fmla="*/ 193 h 37"/>
                  <a:gd name="T10" fmla="*/ 254 w 37"/>
                  <a:gd name="T11" fmla="*/ 286 h 37"/>
                  <a:gd name="T12" fmla="*/ 367 w 37"/>
                  <a:gd name="T13" fmla="*/ 423 h 37"/>
                  <a:gd name="T14" fmla="*/ 442 w 37"/>
                  <a:gd name="T15" fmla="*/ 385 h 37"/>
                  <a:gd name="T16" fmla="*/ 538 w 37"/>
                  <a:gd name="T17" fmla="*/ 65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7">
                    <a:moveTo>
                      <a:pt x="34" y="34"/>
                    </a:moveTo>
                    <a:cubicBezTo>
                      <a:pt x="31" y="36"/>
                      <a:pt x="27" y="37"/>
                      <a:pt x="23" y="37"/>
                    </a:cubicBezTo>
                    <a:cubicBezTo>
                      <a:pt x="10" y="37"/>
                      <a:pt x="0" y="27"/>
                      <a:pt x="0" y="15"/>
                    </a:cubicBezTo>
                    <a:cubicBezTo>
                      <a:pt x="0" y="9"/>
                      <a:pt x="2" y="4"/>
                      <a:pt x="6" y="0"/>
                    </a:cubicBezTo>
                    <a:cubicBezTo>
                      <a:pt x="10" y="0"/>
                      <a:pt x="17" y="6"/>
                      <a:pt x="18" y="10"/>
                    </a:cubicBezTo>
                    <a:cubicBezTo>
                      <a:pt x="16" y="11"/>
                      <a:pt x="16" y="13"/>
                      <a:pt x="16" y="15"/>
                    </a:cubicBezTo>
                    <a:cubicBezTo>
                      <a:pt x="16" y="19"/>
                      <a:pt x="19" y="22"/>
                      <a:pt x="23" y="22"/>
                    </a:cubicBezTo>
                    <a:cubicBezTo>
                      <a:pt x="25" y="22"/>
                      <a:pt x="27" y="21"/>
                      <a:pt x="28" y="20"/>
                    </a:cubicBezTo>
                    <a:cubicBezTo>
                      <a:pt x="32" y="19"/>
                      <a:pt x="37" y="29"/>
                      <a:pt x="34" y="3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6" name="Freeform 128">
                <a:extLst>
                  <a:ext uri="{FF2B5EF4-FFF2-40B4-BE49-F238E27FC236}">
                    <a16:creationId xmlns:a16="http://schemas.microsoft.com/office/drawing/2014/main" id="{2562878A-28B3-4367-8498-3A17661E7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77"/>
                <a:ext cx="93" cy="99"/>
              </a:xfrm>
              <a:custGeom>
                <a:avLst/>
                <a:gdLst>
                  <a:gd name="T0" fmla="*/ 538 w 37"/>
                  <a:gd name="T1" fmla="*/ 650 h 37"/>
                  <a:gd name="T2" fmla="*/ 367 w 37"/>
                  <a:gd name="T3" fmla="*/ 709 h 37"/>
                  <a:gd name="T4" fmla="*/ 0 w 37"/>
                  <a:gd name="T5" fmla="*/ 286 h 37"/>
                  <a:gd name="T6" fmla="*/ 96 w 37"/>
                  <a:gd name="T7" fmla="*/ 0 h 37"/>
                  <a:gd name="T8" fmla="*/ 284 w 37"/>
                  <a:gd name="T9" fmla="*/ 193 h 37"/>
                  <a:gd name="T10" fmla="*/ 254 w 37"/>
                  <a:gd name="T11" fmla="*/ 286 h 37"/>
                  <a:gd name="T12" fmla="*/ 367 w 37"/>
                  <a:gd name="T13" fmla="*/ 423 h 37"/>
                  <a:gd name="T14" fmla="*/ 442 w 37"/>
                  <a:gd name="T15" fmla="*/ 385 h 37"/>
                  <a:gd name="T16" fmla="*/ 538 w 37"/>
                  <a:gd name="T17" fmla="*/ 65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7">
                    <a:moveTo>
                      <a:pt x="34" y="34"/>
                    </a:moveTo>
                    <a:cubicBezTo>
                      <a:pt x="31" y="36"/>
                      <a:pt x="27" y="37"/>
                      <a:pt x="23" y="37"/>
                    </a:cubicBezTo>
                    <a:cubicBezTo>
                      <a:pt x="10" y="37"/>
                      <a:pt x="0" y="27"/>
                      <a:pt x="0" y="15"/>
                    </a:cubicBezTo>
                    <a:cubicBezTo>
                      <a:pt x="0" y="9"/>
                      <a:pt x="2" y="4"/>
                      <a:pt x="6" y="0"/>
                    </a:cubicBezTo>
                    <a:cubicBezTo>
                      <a:pt x="10" y="0"/>
                      <a:pt x="17" y="6"/>
                      <a:pt x="18" y="10"/>
                    </a:cubicBezTo>
                    <a:cubicBezTo>
                      <a:pt x="16" y="11"/>
                      <a:pt x="16" y="13"/>
                      <a:pt x="16" y="15"/>
                    </a:cubicBezTo>
                    <a:cubicBezTo>
                      <a:pt x="16" y="19"/>
                      <a:pt x="19" y="22"/>
                      <a:pt x="23" y="22"/>
                    </a:cubicBezTo>
                    <a:cubicBezTo>
                      <a:pt x="25" y="22"/>
                      <a:pt x="27" y="21"/>
                      <a:pt x="28" y="20"/>
                    </a:cubicBezTo>
                    <a:cubicBezTo>
                      <a:pt x="32" y="19"/>
                      <a:pt x="37" y="29"/>
                      <a:pt x="34" y="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7" name="Freeform 129">
                <a:extLst>
                  <a:ext uri="{FF2B5EF4-FFF2-40B4-BE49-F238E27FC236}">
                    <a16:creationId xmlns:a16="http://schemas.microsoft.com/office/drawing/2014/main" id="{06B8CD62-BB27-45AB-999F-4728740BD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08"/>
                <a:ext cx="92" cy="107"/>
              </a:xfrm>
              <a:custGeom>
                <a:avLst/>
                <a:gdLst>
                  <a:gd name="T0" fmla="*/ 124 w 37"/>
                  <a:gd name="T1" fmla="*/ 730 h 40"/>
                  <a:gd name="T2" fmla="*/ 42 w 37"/>
                  <a:gd name="T3" fmla="*/ 538 h 40"/>
                  <a:gd name="T4" fmla="*/ 308 w 37"/>
                  <a:gd name="T5" fmla="*/ 21 h 40"/>
                  <a:gd name="T6" fmla="*/ 537 w 37"/>
                  <a:gd name="T7" fmla="*/ 56 h 40"/>
                  <a:gd name="T8" fmla="*/ 445 w 37"/>
                  <a:gd name="T9" fmla="*/ 321 h 40"/>
                  <a:gd name="T10" fmla="*/ 353 w 37"/>
                  <a:gd name="T11" fmla="*/ 308 h 40"/>
                  <a:gd name="T12" fmla="*/ 278 w 37"/>
                  <a:gd name="T13" fmla="*/ 479 h 40"/>
                  <a:gd name="T14" fmla="*/ 321 w 37"/>
                  <a:gd name="T15" fmla="*/ 559 h 40"/>
                  <a:gd name="T16" fmla="*/ 124 w 37"/>
                  <a:gd name="T17" fmla="*/ 73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0">
                    <a:moveTo>
                      <a:pt x="8" y="38"/>
                    </a:moveTo>
                    <a:cubicBezTo>
                      <a:pt x="6" y="36"/>
                      <a:pt x="4" y="32"/>
                      <a:pt x="3" y="28"/>
                    </a:cubicBezTo>
                    <a:cubicBezTo>
                      <a:pt x="0" y="16"/>
                      <a:pt x="8" y="4"/>
                      <a:pt x="20" y="1"/>
                    </a:cubicBezTo>
                    <a:cubicBezTo>
                      <a:pt x="25" y="0"/>
                      <a:pt x="31" y="1"/>
                      <a:pt x="35" y="3"/>
                    </a:cubicBezTo>
                    <a:cubicBezTo>
                      <a:pt x="37" y="7"/>
                      <a:pt x="32" y="16"/>
                      <a:pt x="29" y="17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7"/>
                      <a:pt x="17" y="21"/>
                      <a:pt x="18" y="25"/>
                    </a:cubicBezTo>
                    <a:cubicBezTo>
                      <a:pt x="18" y="27"/>
                      <a:pt x="19" y="28"/>
                      <a:pt x="21" y="29"/>
                    </a:cubicBezTo>
                    <a:cubicBezTo>
                      <a:pt x="22" y="33"/>
                      <a:pt x="14" y="40"/>
                      <a:pt x="8" y="38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8" name="Freeform 130">
                <a:extLst>
                  <a:ext uri="{FF2B5EF4-FFF2-40B4-BE49-F238E27FC236}">
                    <a16:creationId xmlns:a16="http://schemas.microsoft.com/office/drawing/2014/main" id="{96E76729-CB7D-4F34-9CA4-FE4C6D3AF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08"/>
                <a:ext cx="92" cy="107"/>
              </a:xfrm>
              <a:custGeom>
                <a:avLst/>
                <a:gdLst>
                  <a:gd name="T0" fmla="*/ 124 w 37"/>
                  <a:gd name="T1" fmla="*/ 730 h 40"/>
                  <a:gd name="T2" fmla="*/ 42 w 37"/>
                  <a:gd name="T3" fmla="*/ 538 h 40"/>
                  <a:gd name="T4" fmla="*/ 308 w 37"/>
                  <a:gd name="T5" fmla="*/ 21 h 40"/>
                  <a:gd name="T6" fmla="*/ 537 w 37"/>
                  <a:gd name="T7" fmla="*/ 56 h 40"/>
                  <a:gd name="T8" fmla="*/ 445 w 37"/>
                  <a:gd name="T9" fmla="*/ 321 h 40"/>
                  <a:gd name="T10" fmla="*/ 353 w 37"/>
                  <a:gd name="T11" fmla="*/ 308 h 40"/>
                  <a:gd name="T12" fmla="*/ 278 w 37"/>
                  <a:gd name="T13" fmla="*/ 479 h 40"/>
                  <a:gd name="T14" fmla="*/ 321 w 37"/>
                  <a:gd name="T15" fmla="*/ 559 h 40"/>
                  <a:gd name="T16" fmla="*/ 124 w 37"/>
                  <a:gd name="T17" fmla="*/ 73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0">
                    <a:moveTo>
                      <a:pt x="8" y="38"/>
                    </a:moveTo>
                    <a:cubicBezTo>
                      <a:pt x="6" y="36"/>
                      <a:pt x="4" y="32"/>
                      <a:pt x="3" y="28"/>
                    </a:cubicBezTo>
                    <a:cubicBezTo>
                      <a:pt x="0" y="16"/>
                      <a:pt x="8" y="4"/>
                      <a:pt x="20" y="1"/>
                    </a:cubicBezTo>
                    <a:cubicBezTo>
                      <a:pt x="25" y="0"/>
                      <a:pt x="31" y="1"/>
                      <a:pt x="35" y="3"/>
                    </a:cubicBezTo>
                    <a:cubicBezTo>
                      <a:pt x="37" y="7"/>
                      <a:pt x="32" y="16"/>
                      <a:pt x="29" y="17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7"/>
                      <a:pt x="17" y="21"/>
                      <a:pt x="18" y="25"/>
                    </a:cubicBezTo>
                    <a:cubicBezTo>
                      <a:pt x="18" y="27"/>
                      <a:pt x="19" y="28"/>
                      <a:pt x="21" y="29"/>
                    </a:cubicBezTo>
                    <a:cubicBezTo>
                      <a:pt x="22" y="33"/>
                      <a:pt x="14" y="40"/>
                      <a:pt x="8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59" name="Freeform 131">
                <a:extLst>
                  <a:ext uri="{FF2B5EF4-FFF2-40B4-BE49-F238E27FC236}">
                    <a16:creationId xmlns:a16="http://schemas.microsoft.com/office/drawing/2014/main" id="{6073DA62-1C9F-41DF-B25D-92275660B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13"/>
                <a:ext cx="102" cy="94"/>
              </a:xfrm>
              <a:custGeom>
                <a:avLst/>
                <a:gdLst>
                  <a:gd name="T0" fmla="*/ 12 w 41"/>
                  <a:gd name="T1" fmla="*/ 218 h 35"/>
                  <a:gd name="T2" fmla="*/ 154 w 41"/>
                  <a:gd name="T3" fmla="*/ 81 h 35"/>
                  <a:gd name="T4" fmla="*/ 600 w 41"/>
                  <a:gd name="T5" fmla="*/ 333 h 35"/>
                  <a:gd name="T6" fmla="*/ 600 w 41"/>
                  <a:gd name="T7" fmla="*/ 642 h 35"/>
                  <a:gd name="T8" fmla="*/ 383 w 41"/>
                  <a:gd name="T9" fmla="*/ 540 h 35"/>
                  <a:gd name="T10" fmla="*/ 383 w 41"/>
                  <a:gd name="T11" fmla="*/ 449 h 35"/>
                  <a:gd name="T12" fmla="*/ 249 w 41"/>
                  <a:gd name="T13" fmla="*/ 368 h 35"/>
                  <a:gd name="T14" fmla="*/ 167 w 41"/>
                  <a:gd name="T15" fmla="*/ 424 h 35"/>
                  <a:gd name="T16" fmla="*/ 12 w 41"/>
                  <a:gd name="T17" fmla="*/ 218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5">
                    <a:moveTo>
                      <a:pt x="1" y="11"/>
                    </a:moveTo>
                    <a:cubicBezTo>
                      <a:pt x="3" y="8"/>
                      <a:pt x="6" y="6"/>
                      <a:pt x="10" y="4"/>
                    </a:cubicBezTo>
                    <a:cubicBezTo>
                      <a:pt x="22" y="0"/>
                      <a:pt x="35" y="6"/>
                      <a:pt x="39" y="17"/>
                    </a:cubicBezTo>
                    <a:cubicBezTo>
                      <a:pt x="41" y="22"/>
                      <a:pt x="41" y="28"/>
                      <a:pt x="39" y="33"/>
                    </a:cubicBezTo>
                    <a:cubicBezTo>
                      <a:pt x="36" y="35"/>
                      <a:pt x="27" y="31"/>
                      <a:pt x="25" y="28"/>
                    </a:cubicBezTo>
                    <a:cubicBezTo>
                      <a:pt x="25" y="27"/>
                      <a:pt x="26" y="25"/>
                      <a:pt x="25" y="23"/>
                    </a:cubicBezTo>
                    <a:cubicBezTo>
                      <a:pt x="23" y="19"/>
                      <a:pt x="19" y="17"/>
                      <a:pt x="16" y="19"/>
                    </a:cubicBezTo>
                    <a:cubicBezTo>
                      <a:pt x="14" y="19"/>
                      <a:pt x="12" y="21"/>
                      <a:pt x="11" y="22"/>
                    </a:cubicBezTo>
                    <a:cubicBezTo>
                      <a:pt x="8" y="24"/>
                      <a:pt x="0" y="17"/>
                      <a:pt x="1" y="11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0" name="Freeform 132">
                <a:extLst>
                  <a:ext uri="{FF2B5EF4-FFF2-40B4-BE49-F238E27FC236}">
                    <a16:creationId xmlns:a16="http://schemas.microsoft.com/office/drawing/2014/main" id="{FD310731-D000-4302-9B7E-E8BDF2EE6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13"/>
                <a:ext cx="102" cy="94"/>
              </a:xfrm>
              <a:custGeom>
                <a:avLst/>
                <a:gdLst>
                  <a:gd name="T0" fmla="*/ 12 w 41"/>
                  <a:gd name="T1" fmla="*/ 218 h 35"/>
                  <a:gd name="T2" fmla="*/ 154 w 41"/>
                  <a:gd name="T3" fmla="*/ 81 h 35"/>
                  <a:gd name="T4" fmla="*/ 600 w 41"/>
                  <a:gd name="T5" fmla="*/ 333 h 35"/>
                  <a:gd name="T6" fmla="*/ 600 w 41"/>
                  <a:gd name="T7" fmla="*/ 642 h 35"/>
                  <a:gd name="T8" fmla="*/ 383 w 41"/>
                  <a:gd name="T9" fmla="*/ 540 h 35"/>
                  <a:gd name="T10" fmla="*/ 383 w 41"/>
                  <a:gd name="T11" fmla="*/ 449 h 35"/>
                  <a:gd name="T12" fmla="*/ 249 w 41"/>
                  <a:gd name="T13" fmla="*/ 368 h 35"/>
                  <a:gd name="T14" fmla="*/ 167 w 41"/>
                  <a:gd name="T15" fmla="*/ 424 h 35"/>
                  <a:gd name="T16" fmla="*/ 12 w 41"/>
                  <a:gd name="T17" fmla="*/ 218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5">
                    <a:moveTo>
                      <a:pt x="1" y="11"/>
                    </a:moveTo>
                    <a:cubicBezTo>
                      <a:pt x="3" y="8"/>
                      <a:pt x="6" y="6"/>
                      <a:pt x="10" y="4"/>
                    </a:cubicBezTo>
                    <a:cubicBezTo>
                      <a:pt x="22" y="0"/>
                      <a:pt x="35" y="6"/>
                      <a:pt x="39" y="17"/>
                    </a:cubicBezTo>
                    <a:cubicBezTo>
                      <a:pt x="41" y="22"/>
                      <a:pt x="41" y="28"/>
                      <a:pt x="39" y="33"/>
                    </a:cubicBezTo>
                    <a:cubicBezTo>
                      <a:pt x="36" y="35"/>
                      <a:pt x="27" y="31"/>
                      <a:pt x="25" y="28"/>
                    </a:cubicBezTo>
                    <a:cubicBezTo>
                      <a:pt x="25" y="27"/>
                      <a:pt x="26" y="25"/>
                      <a:pt x="25" y="23"/>
                    </a:cubicBezTo>
                    <a:cubicBezTo>
                      <a:pt x="23" y="19"/>
                      <a:pt x="19" y="17"/>
                      <a:pt x="16" y="19"/>
                    </a:cubicBezTo>
                    <a:cubicBezTo>
                      <a:pt x="14" y="19"/>
                      <a:pt x="12" y="21"/>
                      <a:pt x="11" y="22"/>
                    </a:cubicBezTo>
                    <a:cubicBezTo>
                      <a:pt x="8" y="24"/>
                      <a:pt x="0" y="17"/>
                      <a:pt x="1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1" name="Freeform 133">
                <a:extLst>
                  <a:ext uri="{FF2B5EF4-FFF2-40B4-BE49-F238E27FC236}">
                    <a16:creationId xmlns:a16="http://schemas.microsoft.com/office/drawing/2014/main" id="{B8F11671-D470-46DE-A68A-50F651A2B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187"/>
                <a:ext cx="103" cy="93"/>
              </a:xfrm>
              <a:custGeom>
                <a:avLst/>
                <a:gdLst>
                  <a:gd name="T0" fmla="*/ 20 w 41"/>
                  <a:gd name="T1" fmla="*/ 205 h 35"/>
                  <a:gd name="T2" fmla="*/ 176 w 41"/>
                  <a:gd name="T3" fmla="*/ 93 h 35"/>
                  <a:gd name="T4" fmla="*/ 631 w 41"/>
                  <a:gd name="T5" fmla="*/ 340 h 35"/>
                  <a:gd name="T6" fmla="*/ 631 w 41"/>
                  <a:gd name="T7" fmla="*/ 622 h 35"/>
                  <a:gd name="T8" fmla="*/ 397 w 41"/>
                  <a:gd name="T9" fmla="*/ 545 h 35"/>
                  <a:gd name="T10" fmla="*/ 397 w 41"/>
                  <a:gd name="T11" fmla="*/ 430 h 35"/>
                  <a:gd name="T12" fmla="*/ 251 w 41"/>
                  <a:gd name="T13" fmla="*/ 353 h 35"/>
                  <a:gd name="T14" fmla="*/ 188 w 41"/>
                  <a:gd name="T15" fmla="*/ 430 h 35"/>
                  <a:gd name="T16" fmla="*/ 20 w 41"/>
                  <a:gd name="T17" fmla="*/ 2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5">
                    <a:moveTo>
                      <a:pt x="1" y="11"/>
                    </a:moveTo>
                    <a:cubicBezTo>
                      <a:pt x="4" y="8"/>
                      <a:pt x="7" y="6"/>
                      <a:pt x="11" y="5"/>
                    </a:cubicBezTo>
                    <a:cubicBezTo>
                      <a:pt x="22" y="0"/>
                      <a:pt x="35" y="6"/>
                      <a:pt x="40" y="18"/>
                    </a:cubicBezTo>
                    <a:cubicBezTo>
                      <a:pt x="41" y="23"/>
                      <a:pt x="41" y="28"/>
                      <a:pt x="40" y="33"/>
                    </a:cubicBezTo>
                    <a:cubicBezTo>
                      <a:pt x="36" y="35"/>
                      <a:pt x="27" y="32"/>
                      <a:pt x="25" y="29"/>
                    </a:cubicBezTo>
                    <a:cubicBezTo>
                      <a:pt x="26" y="27"/>
                      <a:pt x="26" y="25"/>
                      <a:pt x="25" y="23"/>
                    </a:cubicBezTo>
                    <a:cubicBezTo>
                      <a:pt x="24" y="19"/>
                      <a:pt x="20" y="17"/>
                      <a:pt x="16" y="19"/>
                    </a:cubicBezTo>
                    <a:cubicBezTo>
                      <a:pt x="14" y="19"/>
                      <a:pt x="13" y="21"/>
                      <a:pt x="12" y="23"/>
                    </a:cubicBezTo>
                    <a:cubicBezTo>
                      <a:pt x="9" y="25"/>
                      <a:pt x="0" y="17"/>
                      <a:pt x="1" y="11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2" name="Freeform 134">
                <a:extLst>
                  <a:ext uri="{FF2B5EF4-FFF2-40B4-BE49-F238E27FC236}">
                    <a16:creationId xmlns:a16="http://schemas.microsoft.com/office/drawing/2014/main" id="{49BF26C8-71E2-497B-B8B3-6C0DAACA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187"/>
                <a:ext cx="103" cy="93"/>
              </a:xfrm>
              <a:custGeom>
                <a:avLst/>
                <a:gdLst>
                  <a:gd name="T0" fmla="*/ 20 w 41"/>
                  <a:gd name="T1" fmla="*/ 205 h 35"/>
                  <a:gd name="T2" fmla="*/ 176 w 41"/>
                  <a:gd name="T3" fmla="*/ 93 h 35"/>
                  <a:gd name="T4" fmla="*/ 631 w 41"/>
                  <a:gd name="T5" fmla="*/ 340 h 35"/>
                  <a:gd name="T6" fmla="*/ 631 w 41"/>
                  <a:gd name="T7" fmla="*/ 622 h 35"/>
                  <a:gd name="T8" fmla="*/ 397 w 41"/>
                  <a:gd name="T9" fmla="*/ 545 h 35"/>
                  <a:gd name="T10" fmla="*/ 397 w 41"/>
                  <a:gd name="T11" fmla="*/ 430 h 35"/>
                  <a:gd name="T12" fmla="*/ 251 w 41"/>
                  <a:gd name="T13" fmla="*/ 353 h 35"/>
                  <a:gd name="T14" fmla="*/ 188 w 41"/>
                  <a:gd name="T15" fmla="*/ 430 h 35"/>
                  <a:gd name="T16" fmla="*/ 20 w 41"/>
                  <a:gd name="T17" fmla="*/ 2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5">
                    <a:moveTo>
                      <a:pt x="1" y="11"/>
                    </a:moveTo>
                    <a:cubicBezTo>
                      <a:pt x="4" y="8"/>
                      <a:pt x="7" y="6"/>
                      <a:pt x="11" y="5"/>
                    </a:cubicBezTo>
                    <a:cubicBezTo>
                      <a:pt x="22" y="0"/>
                      <a:pt x="35" y="6"/>
                      <a:pt x="40" y="18"/>
                    </a:cubicBezTo>
                    <a:cubicBezTo>
                      <a:pt x="41" y="23"/>
                      <a:pt x="41" y="28"/>
                      <a:pt x="40" y="33"/>
                    </a:cubicBezTo>
                    <a:cubicBezTo>
                      <a:pt x="36" y="35"/>
                      <a:pt x="27" y="32"/>
                      <a:pt x="25" y="29"/>
                    </a:cubicBezTo>
                    <a:cubicBezTo>
                      <a:pt x="26" y="27"/>
                      <a:pt x="26" y="25"/>
                      <a:pt x="25" y="23"/>
                    </a:cubicBezTo>
                    <a:cubicBezTo>
                      <a:pt x="24" y="19"/>
                      <a:pt x="20" y="17"/>
                      <a:pt x="16" y="19"/>
                    </a:cubicBezTo>
                    <a:cubicBezTo>
                      <a:pt x="14" y="19"/>
                      <a:pt x="13" y="21"/>
                      <a:pt x="12" y="23"/>
                    </a:cubicBezTo>
                    <a:cubicBezTo>
                      <a:pt x="9" y="25"/>
                      <a:pt x="0" y="17"/>
                      <a:pt x="1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3" name="Freeform 135">
                <a:extLst>
                  <a:ext uri="{FF2B5EF4-FFF2-40B4-BE49-F238E27FC236}">
                    <a16:creationId xmlns:a16="http://schemas.microsoft.com/office/drawing/2014/main" id="{CB5DE79E-14DD-4F97-B536-987E72C56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39"/>
                <a:ext cx="105" cy="93"/>
              </a:xfrm>
              <a:custGeom>
                <a:avLst/>
                <a:gdLst>
                  <a:gd name="T0" fmla="*/ 20 w 42"/>
                  <a:gd name="T1" fmla="*/ 205 h 35"/>
                  <a:gd name="T2" fmla="*/ 175 w 42"/>
                  <a:gd name="T3" fmla="*/ 77 h 35"/>
                  <a:gd name="T4" fmla="*/ 625 w 42"/>
                  <a:gd name="T5" fmla="*/ 319 h 35"/>
                  <a:gd name="T6" fmla="*/ 625 w 42"/>
                  <a:gd name="T7" fmla="*/ 622 h 35"/>
                  <a:gd name="T8" fmla="*/ 395 w 42"/>
                  <a:gd name="T9" fmla="*/ 523 h 35"/>
                  <a:gd name="T10" fmla="*/ 408 w 42"/>
                  <a:gd name="T11" fmla="*/ 430 h 35"/>
                  <a:gd name="T12" fmla="*/ 250 w 42"/>
                  <a:gd name="T13" fmla="*/ 353 h 35"/>
                  <a:gd name="T14" fmla="*/ 188 w 42"/>
                  <a:gd name="T15" fmla="*/ 409 h 35"/>
                  <a:gd name="T16" fmla="*/ 20 w 42"/>
                  <a:gd name="T17" fmla="*/ 2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5">
                    <a:moveTo>
                      <a:pt x="1" y="11"/>
                    </a:moveTo>
                    <a:cubicBezTo>
                      <a:pt x="4" y="8"/>
                      <a:pt x="7" y="6"/>
                      <a:pt x="11" y="4"/>
                    </a:cubicBezTo>
                    <a:cubicBezTo>
                      <a:pt x="22" y="0"/>
                      <a:pt x="35" y="6"/>
                      <a:pt x="40" y="17"/>
                    </a:cubicBezTo>
                    <a:cubicBezTo>
                      <a:pt x="42" y="23"/>
                      <a:pt x="42" y="28"/>
                      <a:pt x="40" y="33"/>
                    </a:cubicBezTo>
                    <a:cubicBezTo>
                      <a:pt x="36" y="35"/>
                      <a:pt x="27" y="32"/>
                      <a:pt x="25" y="28"/>
                    </a:cubicBezTo>
                    <a:cubicBezTo>
                      <a:pt x="26" y="27"/>
                      <a:pt x="26" y="25"/>
                      <a:pt x="26" y="23"/>
                    </a:cubicBezTo>
                    <a:cubicBezTo>
                      <a:pt x="24" y="19"/>
                      <a:pt x="20" y="17"/>
                      <a:pt x="16" y="19"/>
                    </a:cubicBezTo>
                    <a:cubicBezTo>
                      <a:pt x="14" y="19"/>
                      <a:pt x="13" y="21"/>
                      <a:pt x="12" y="22"/>
                    </a:cubicBezTo>
                    <a:cubicBezTo>
                      <a:pt x="9" y="24"/>
                      <a:pt x="0" y="17"/>
                      <a:pt x="1" y="11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4" name="Freeform 136">
                <a:extLst>
                  <a:ext uri="{FF2B5EF4-FFF2-40B4-BE49-F238E27FC236}">
                    <a16:creationId xmlns:a16="http://schemas.microsoft.com/office/drawing/2014/main" id="{7BD1320F-C73C-44E2-8AA1-4C0016148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39"/>
                <a:ext cx="105" cy="93"/>
              </a:xfrm>
              <a:custGeom>
                <a:avLst/>
                <a:gdLst>
                  <a:gd name="T0" fmla="*/ 20 w 42"/>
                  <a:gd name="T1" fmla="*/ 205 h 35"/>
                  <a:gd name="T2" fmla="*/ 175 w 42"/>
                  <a:gd name="T3" fmla="*/ 77 h 35"/>
                  <a:gd name="T4" fmla="*/ 625 w 42"/>
                  <a:gd name="T5" fmla="*/ 319 h 35"/>
                  <a:gd name="T6" fmla="*/ 625 w 42"/>
                  <a:gd name="T7" fmla="*/ 622 h 35"/>
                  <a:gd name="T8" fmla="*/ 395 w 42"/>
                  <a:gd name="T9" fmla="*/ 523 h 35"/>
                  <a:gd name="T10" fmla="*/ 408 w 42"/>
                  <a:gd name="T11" fmla="*/ 430 h 35"/>
                  <a:gd name="T12" fmla="*/ 250 w 42"/>
                  <a:gd name="T13" fmla="*/ 353 h 35"/>
                  <a:gd name="T14" fmla="*/ 188 w 42"/>
                  <a:gd name="T15" fmla="*/ 409 h 35"/>
                  <a:gd name="T16" fmla="*/ 20 w 42"/>
                  <a:gd name="T17" fmla="*/ 2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5">
                    <a:moveTo>
                      <a:pt x="1" y="11"/>
                    </a:moveTo>
                    <a:cubicBezTo>
                      <a:pt x="4" y="8"/>
                      <a:pt x="7" y="6"/>
                      <a:pt x="11" y="4"/>
                    </a:cubicBezTo>
                    <a:cubicBezTo>
                      <a:pt x="22" y="0"/>
                      <a:pt x="35" y="6"/>
                      <a:pt x="40" y="17"/>
                    </a:cubicBezTo>
                    <a:cubicBezTo>
                      <a:pt x="42" y="23"/>
                      <a:pt x="42" y="28"/>
                      <a:pt x="40" y="33"/>
                    </a:cubicBezTo>
                    <a:cubicBezTo>
                      <a:pt x="36" y="35"/>
                      <a:pt x="27" y="32"/>
                      <a:pt x="25" y="28"/>
                    </a:cubicBezTo>
                    <a:cubicBezTo>
                      <a:pt x="26" y="27"/>
                      <a:pt x="26" y="25"/>
                      <a:pt x="26" y="23"/>
                    </a:cubicBezTo>
                    <a:cubicBezTo>
                      <a:pt x="24" y="19"/>
                      <a:pt x="20" y="17"/>
                      <a:pt x="16" y="19"/>
                    </a:cubicBezTo>
                    <a:cubicBezTo>
                      <a:pt x="14" y="19"/>
                      <a:pt x="13" y="21"/>
                      <a:pt x="12" y="22"/>
                    </a:cubicBezTo>
                    <a:cubicBezTo>
                      <a:pt x="9" y="24"/>
                      <a:pt x="0" y="17"/>
                      <a:pt x="1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5" name="Freeform 137">
                <a:extLst>
                  <a:ext uri="{FF2B5EF4-FFF2-40B4-BE49-F238E27FC236}">
                    <a16:creationId xmlns:a16="http://schemas.microsoft.com/office/drawing/2014/main" id="{5784C827-3D64-4EE6-9D4A-650E65E86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365"/>
                <a:ext cx="95" cy="104"/>
              </a:xfrm>
              <a:custGeom>
                <a:avLst/>
                <a:gdLst>
                  <a:gd name="T0" fmla="*/ 95 w 38"/>
                  <a:gd name="T1" fmla="*/ 704 h 39"/>
                  <a:gd name="T2" fmla="*/ 33 w 38"/>
                  <a:gd name="T3" fmla="*/ 491 h 39"/>
                  <a:gd name="T4" fmla="*/ 345 w 38"/>
                  <a:gd name="T5" fmla="*/ 21 h 39"/>
                  <a:gd name="T6" fmla="*/ 563 w 38"/>
                  <a:gd name="T7" fmla="*/ 93 h 39"/>
                  <a:gd name="T8" fmla="*/ 458 w 38"/>
                  <a:gd name="T9" fmla="*/ 341 h 39"/>
                  <a:gd name="T10" fmla="*/ 363 w 38"/>
                  <a:gd name="T11" fmla="*/ 307 h 39"/>
                  <a:gd name="T12" fmla="*/ 270 w 38"/>
                  <a:gd name="T13" fmla="*/ 456 h 39"/>
                  <a:gd name="T14" fmla="*/ 313 w 38"/>
                  <a:gd name="T15" fmla="*/ 547 h 39"/>
                  <a:gd name="T16" fmla="*/ 95 w 38"/>
                  <a:gd name="T17" fmla="*/ 704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9">
                    <a:moveTo>
                      <a:pt x="6" y="37"/>
                    </a:moveTo>
                    <a:cubicBezTo>
                      <a:pt x="4" y="34"/>
                      <a:pt x="2" y="30"/>
                      <a:pt x="2" y="26"/>
                    </a:cubicBezTo>
                    <a:cubicBezTo>
                      <a:pt x="0" y="14"/>
                      <a:pt x="9" y="3"/>
                      <a:pt x="22" y="1"/>
                    </a:cubicBezTo>
                    <a:cubicBezTo>
                      <a:pt x="27" y="0"/>
                      <a:pt x="32" y="2"/>
                      <a:pt x="36" y="5"/>
                    </a:cubicBezTo>
                    <a:cubicBezTo>
                      <a:pt x="38" y="9"/>
                      <a:pt x="32" y="17"/>
                      <a:pt x="29" y="18"/>
                    </a:cubicBezTo>
                    <a:cubicBezTo>
                      <a:pt x="27" y="17"/>
                      <a:pt x="25" y="16"/>
                      <a:pt x="23" y="16"/>
                    </a:cubicBezTo>
                    <a:cubicBezTo>
                      <a:pt x="19" y="17"/>
                      <a:pt x="16" y="20"/>
                      <a:pt x="17" y="24"/>
                    </a:cubicBezTo>
                    <a:cubicBezTo>
                      <a:pt x="17" y="26"/>
                      <a:pt x="18" y="28"/>
                      <a:pt x="20" y="29"/>
                    </a:cubicBezTo>
                    <a:cubicBezTo>
                      <a:pt x="21" y="33"/>
                      <a:pt x="11" y="39"/>
                      <a:pt x="6" y="37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6" name="Freeform 138">
                <a:extLst>
                  <a:ext uri="{FF2B5EF4-FFF2-40B4-BE49-F238E27FC236}">
                    <a16:creationId xmlns:a16="http://schemas.microsoft.com/office/drawing/2014/main" id="{3D11B804-7B8B-4AA5-892D-2E382E2F0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365"/>
                <a:ext cx="95" cy="104"/>
              </a:xfrm>
              <a:custGeom>
                <a:avLst/>
                <a:gdLst>
                  <a:gd name="T0" fmla="*/ 95 w 38"/>
                  <a:gd name="T1" fmla="*/ 704 h 39"/>
                  <a:gd name="T2" fmla="*/ 33 w 38"/>
                  <a:gd name="T3" fmla="*/ 491 h 39"/>
                  <a:gd name="T4" fmla="*/ 345 w 38"/>
                  <a:gd name="T5" fmla="*/ 21 h 39"/>
                  <a:gd name="T6" fmla="*/ 563 w 38"/>
                  <a:gd name="T7" fmla="*/ 93 h 39"/>
                  <a:gd name="T8" fmla="*/ 458 w 38"/>
                  <a:gd name="T9" fmla="*/ 341 h 39"/>
                  <a:gd name="T10" fmla="*/ 363 w 38"/>
                  <a:gd name="T11" fmla="*/ 307 h 39"/>
                  <a:gd name="T12" fmla="*/ 270 w 38"/>
                  <a:gd name="T13" fmla="*/ 456 h 39"/>
                  <a:gd name="T14" fmla="*/ 313 w 38"/>
                  <a:gd name="T15" fmla="*/ 547 h 39"/>
                  <a:gd name="T16" fmla="*/ 95 w 38"/>
                  <a:gd name="T17" fmla="*/ 704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9">
                    <a:moveTo>
                      <a:pt x="6" y="37"/>
                    </a:moveTo>
                    <a:cubicBezTo>
                      <a:pt x="4" y="34"/>
                      <a:pt x="2" y="30"/>
                      <a:pt x="2" y="26"/>
                    </a:cubicBezTo>
                    <a:cubicBezTo>
                      <a:pt x="0" y="14"/>
                      <a:pt x="9" y="3"/>
                      <a:pt x="22" y="1"/>
                    </a:cubicBezTo>
                    <a:cubicBezTo>
                      <a:pt x="27" y="0"/>
                      <a:pt x="32" y="2"/>
                      <a:pt x="36" y="5"/>
                    </a:cubicBezTo>
                    <a:cubicBezTo>
                      <a:pt x="38" y="9"/>
                      <a:pt x="32" y="17"/>
                      <a:pt x="29" y="18"/>
                    </a:cubicBezTo>
                    <a:cubicBezTo>
                      <a:pt x="27" y="17"/>
                      <a:pt x="25" y="16"/>
                      <a:pt x="23" y="16"/>
                    </a:cubicBezTo>
                    <a:cubicBezTo>
                      <a:pt x="19" y="17"/>
                      <a:pt x="16" y="20"/>
                      <a:pt x="17" y="24"/>
                    </a:cubicBezTo>
                    <a:cubicBezTo>
                      <a:pt x="17" y="26"/>
                      <a:pt x="18" y="28"/>
                      <a:pt x="20" y="29"/>
                    </a:cubicBezTo>
                    <a:cubicBezTo>
                      <a:pt x="21" y="33"/>
                      <a:pt x="11" y="39"/>
                      <a:pt x="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7" name="Freeform 139">
                <a:extLst>
                  <a:ext uri="{FF2B5EF4-FFF2-40B4-BE49-F238E27FC236}">
                    <a16:creationId xmlns:a16="http://schemas.microsoft.com/office/drawing/2014/main" id="{48CA63AF-32D7-467D-8334-578461035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016"/>
                <a:ext cx="93" cy="101"/>
              </a:xfrm>
              <a:custGeom>
                <a:avLst/>
                <a:gdLst>
                  <a:gd name="T0" fmla="*/ 83 w 37"/>
                  <a:gd name="T1" fmla="*/ 678 h 38"/>
                  <a:gd name="T2" fmla="*/ 20 w 37"/>
                  <a:gd name="T3" fmla="*/ 465 h 38"/>
                  <a:gd name="T4" fmla="*/ 334 w 37"/>
                  <a:gd name="T5" fmla="*/ 0 h 38"/>
                  <a:gd name="T6" fmla="*/ 568 w 37"/>
                  <a:gd name="T7" fmla="*/ 77 h 38"/>
                  <a:gd name="T8" fmla="*/ 442 w 37"/>
                  <a:gd name="T9" fmla="*/ 319 h 38"/>
                  <a:gd name="T10" fmla="*/ 367 w 37"/>
                  <a:gd name="T11" fmla="*/ 282 h 38"/>
                  <a:gd name="T12" fmla="*/ 254 w 37"/>
                  <a:gd name="T13" fmla="*/ 431 h 38"/>
                  <a:gd name="T14" fmla="*/ 304 w 37"/>
                  <a:gd name="T15" fmla="*/ 524 h 38"/>
                  <a:gd name="T16" fmla="*/ 83 w 37"/>
                  <a:gd name="T17" fmla="*/ 67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5" y="36"/>
                    </a:moveTo>
                    <a:cubicBezTo>
                      <a:pt x="3" y="33"/>
                      <a:pt x="1" y="29"/>
                      <a:pt x="1" y="25"/>
                    </a:cubicBezTo>
                    <a:cubicBezTo>
                      <a:pt x="0" y="13"/>
                      <a:pt x="8" y="2"/>
                      <a:pt x="21" y="0"/>
                    </a:cubicBezTo>
                    <a:cubicBezTo>
                      <a:pt x="26" y="0"/>
                      <a:pt x="31" y="1"/>
                      <a:pt x="36" y="4"/>
                    </a:cubicBezTo>
                    <a:cubicBezTo>
                      <a:pt x="37" y="8"/>
                      <a:pt x="31" y="16"/>
                      <a:pt x="28" y="17"/>
                    </a:cubicBezTo>
                    <a:cubicBezTo>
                      <a:pt x="26" y="16"/>
                      <a:pt x="24" y="15"/>
                      <a:pt x="23" y="15"/>
                    </a:cubicBezTo>
                    <a:cubicBezTo>
                      <a:pt x="19" y="16"/>
                      <a:pt x="16" y="19"/>
                      <a:pt x="16" y="23"/>
                    </a:cubicBezTo>
                    <a:cubicBezTo>
                      <a:pt x="16" y="25"/>
                      <a:pt x="17" y="27"/>
                      <a:pt x="19" y="28"/>
                    </a:cubicBezTo>
                    <a:cubicBezTo>
                      <a:pt x="20" y="32"/>
                      <a:pt x="11" y="38"/>
                      <a:pt x="5" y="36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8" name="Freeform 140">
                <a:extLst>
                  <a:ext uri="{FF2B5EF4-FFF2-40B4-BE49-F238E27FC236}">
                    <a16:creationId xmlns:a16="http://schemas.microsoft.com/office/drawing/2014/main" id="{A1BB5B70-6972-4CFC-B3B6-C673BF738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016"/>
                <a:ext cx="93" cy="101"/>
              </a:xfrm>
              <a:custGeom>
                <a:avLst/>
                <a:gdLst>
                  <a:gd name="T0" fmla="*/ 83 w 37"/>
                  <a:gd name="T1" fmla="*/ 678 h 38"/>
                  <a:gd name="T2" fmla="*/ 20 w 37"/>
                  <a:gd name="T3" fmla="*/ 465 h 38"/>
                  <a:gd name="T4" fmla="*/ 334 w 37"/>
                  <a:gd name="T5" fmla="*/ 0 h 38"/>
                  <a:gd name="T6" fmla="*/ 568 w 37"/>
                  <a:gd name="T7" fmla="*/ 77 h 38"/>
                  <a:gd name="T8" fmla="*/ 442 w 37"/>
                  <a:gd name="T9" fmla="*/ 319 h 38"/>
                  <a:gd name="T10" fmla="*/ 367 w 37"/>
                  <a:gd name="T11" fmla="*/ 282 h 38"/>
                  <a:gd name="T12" fmla="*/ 254 w 37"/>
                  <a:gd name="T13" fmla="*/ 431 h 38"/>
                  <a:gd name="T14" fmla="*/ 304 w 37"/>
                  <a:gd name="T15" fmla="*/ 524 h 38"/>
                  <a:gd name="T16" fmla="*/ 83 w 37"/>
                  <a:gd name="T17" fmla="*/ 67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5" y="36"/>
                    </a:moveTo>
                    <a:cubicBezTo>
                      <a:pt x="3" y="33"/>
                      <a:pt x="1" y="29"/>
                      <a:pt x="1" y="25"/>
                    </a:cubicBezTo>
                    <a:cubicBezTo>
                      <a:pt x="0" y="13"/>
                      <a:pt x="8" y="2"/>
                      <a:pt x="21" y="0"/>
                    </a:cubicBezTo>
                    <a:cubicBezTo>
                      <a:pt x="26" y="0"/>
                      <a:pt x="31" y="1"/>
                      <a:pt x="36" y="4"/>
                    </a:cubicBezTo>
                    <a:cubicBezTo>
                      <a:pt x="37" y="8"/>
                      <a:pt x="31" y="16"/>
                      <a:pt x="28" y="17"/>
                    </a:cubicBezTo>
                    <a:cubicBezTo>
                      <a:pt x="26" y="16"/>
                      <a:pt x="24" y="15"/>
                      <a:pt x="23" y="15"/>
                    </a:cubicBezTo>
                    <a:cubicBezTo>
                      <a:pt x="19" y="16"/>
                      <a:pt x="16" y="19"/>
                      <a:pt x="16" y="23"/>
                    </a:cubicBezTo>
                    <a:cubicBezTo>
                      <a:pt x="16" y="25"/>
                      <a:pt x="17" y="27"/>
                      <a:pt x="19" y="28"/>
                    </a:cubicBezTo>
                    <a:cubicBezTo>
                      <a:pt x="20" y="32"/>
                      <a:pt x="11" y="38"/>
                      <a:pt x="5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69" name="Freeform 141">
                <a:extLst>
                  <a:ext uri="{FF2B5EF4-FFF2-40B4-BE49-F238E27FC236}">
                    <a16:creationId xmlns:a16="http://schemas.microsoft.com/office/drawing/2014/main" id="{9013B27A-A609-487A-B187-87B812FAA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117"/>
                <a:ext cx="72" cy="115"/>
              </a:xfrm>
              <a:custGeom>
                <a:avLst/>
                <a:gdLst>
                  <a:gd name="T0" fmla="*/ 278 w 29"/>
                  <a:gd name="T1" fmla="*/ 824 h 43"/>
                  <a:gd name="T2" fmla="*/ 124 w 29"/>
                  <a:gd name="T3" fmla="*/ 709 h 43"/>
                  <a:gd name="T4" fmla="*/ 166 w 29"/>
                  <a:gd name="T5" fmla="*/ 94 h 43"/>
                  <a:gd name="T6" fmla="*/ 400 w 29"/>
                  <a:gd name="T7" fmla="*/ 0 h 43"/>
                  <a:gd name="T8" fmla="*/ 400 w 29"/>
                  <a:gd name="T9" fmla="*/ 286 h 43"/>
                  <a:gd name="T10" fmla="*/ 320 w 29"/>
                  <a:gd name="T11" fmla="*/ 321 h 43"/>
                  <a:gd name="T12" fmla="*/ 308 w 29"/>
                  <a:gd name="T13" fmla="*/ 516 h 43"/>
                  <a:gd name="T14" fmla="*/ 382 w 29"/>
                  <a:gd name="T15" fmla="*/ 572 h 43"/>
                  <a:gd name="T16" fmla="*/ 278 w 29"/>
                  <a:gd name="T17" fmla="*/ 82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3">
                    <a:moveTo>
                      <a:pt x="18" y="43"/>
                    </a:moveTo>
                    <a:cubicBezTo>
                      <a:pt x="14" y="42"/>
                      <a:pt x="11" y="40"/>
                      <a:pt x="8" y="37"/>
                    </a:cubicBezTo>
                    <a:cubicBezTo>
                      <a:pt x="0" y="27"/>
                      <a:pt x="2" y="13"/>
                      <a:pt x="11" y="5"/>
                    </a:cubicBezTo>
                    <a:cubicBezTo>
                      <a:pt x="16" y="2"/>
                      <a:pt x="21" y="0"/>
                      <a:pt x="26" y="0"/>
                    </a:cubicBezTo>
                    <a:cubicBezTo>
                      <a:pt x="29" y="3"/>
                      <a:pt x="29" y="12"/>
                      <a:pt x="26" y="15"/>
                    </a:cubicBezTo>
                    <a:cubicBezTo>
                      <a:pt x="25" y="15"/>
                      <a:pt x="23" y="16"/>
                      <a:pt x="21" y="17"/>
                    </a:cubicBezTo>
                    <a:cubicBezTo>
                      <a:pt x="18" y="19"/>
                      <a:pt x="18" y="24"/>
                      <a:pt x="20" y="27"/>
                    </a:cubicBezTo>
                    <a:cubicBezTo>
                      <a:pt x="21" y="29"/>
                      <a:pt x="23" y="29"/>
                      <a:pt x="25" y="30"/>
                    </a:cubicBezTo>
                    <a:cubicBezTo>
                      <a:pt x="28" y="32"/>
                      <a:pt x="24" y="43"/>
                      <a:pt x="18" y="43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0" name="Freeform 142">
                <a:extLst>
                  <a:ext uri="{FF2B5EF4-FFF2-40B4-BE49-F238E27FC236}">
                    <a16:creationId xmlns:a16="http://schemas.microsoft.com/office/drawing/2014/main" id="{69189C0C-A9F8-4027-A951-71039F6EA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117"/>
                <a:ext cx="72" cy="115"/>
              </a:xfrm>
              <a:custGeom>
                <a:avLst/>
                <a:gdLst>
                  <a:gd name="T0" fmla="*/ 278 w 29"/>
                  <a:gd name="T1" fmla="*/ 824 h 43"/>
                  <a:gd name="T2" fmla="*/ 124 w 29"/>
                  <a:gd name="T3" fmla="*/ 709 h 43"/>
                  <a:gd name="T4" fmla="*/ 166 w 29"/>
                  <a:gd name="T5" fmla="*/ 94 h 43"/>
                  <a:gd name="T6" fmla="*/ 400 w 29"/>
                  <a:gd name="T7" fmla="*/ 0 h 43"/>
                  <a:gd name="T8" fmla="*/ 400 w 29"/>
                  <a:gd name="T9" fmla="*/ 286 h 43"/>
                  <a:gd name="T10" fmla="*/ 320 w 29"/>
                  <a:gd name="T11" fmla="*/ 321 h 43"/>
                  <a:gd name="T12" fmla="*/ 308 w 29"/>
                  <a:gd name="T13" fmla="*/ 516 h 43"/>
                  <a:gd name="T14" fmla="*/ 382 w 29"/>
                  <a:gd name="T15" fmla="*/ 572 h 43"/>
                  <a:gd name="T16" fmla="*/ 278 w 29"/>
                  <a:gd name="T17" fmla="*/ 82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3">
                    <a:moveTo>
                      <a:pt x="18" y="43"/>
                    </a:moveTo>
                    <a:cubicBezTo>
                      <a:pt x="14" y="42"/>
                      <a:pt x="11" y="40"/>
                      <a:pt x="8" y="37"/>
                    </a:cubicBezTo>
                    <a:cubicBezTo>
                      <a:pt x="0" y="27"/>
                      <a:pt x="2" y="13"/>
                      <a:pt x="11" y="5"/>
                    </a:cubicBezTo>
                    <a:cubicBezTo>
                      <a:pt x="16" y="2"/>
                      <a:pt x="21" y="0"/>
                      <a:pt x="26" y="0"/>
                    </a:cubicBezTo>
                    <a:cubicBezTo>
                      <a:pt x="29" y="3"/>
                      <a:pt x="29" y="12"/>
                      <a:pt x="26" y="15"/>
                    </a:cubicBezTo>
                    <a:cubicBezTo>
                      <a:pt x="25" y="15"/>
                      <a:pt x="23" y="16"/>
                      <a:pt x="21" y="17"/>
                    </a:cubicBezTo>
                    <a:cubicBezTo>
                      <a:pt x="18" y="19"/>
                      <a:pt x="18" y="24"/>
                      <a:pt x="20" y="27"/>
                    </a:cubicBezTo>
                    <a:cubicBezTo>
                      <a:pt x="21" y="29"/>
                      <a:pt x="23" y="29"/>
                      <a:pt x="25" y="30"/>
                    </a:cubicBezTo>
                    <a:cubicBezTo>
                      <a:pt x="28" y="32"/>
                      <a:pt x="24" y="43"/>
                      <a:pt x="18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1" name="Freeform 143">
                <a:extLst>
                  <a:ext uri="{FF2B5EF4-FFF2-40B4-BE49-F238E27FC236}">
                    <a16:creationId xmlns:a16="http://schemas.microsoft.com/office/drawing/2014/main" id="{5AD12A2D-504E-4600-927C-EFF720BC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061"/>
                <a:ext cx="105" cy="91"/>
              </a:xfrm>
              <a:custGeom>
                <a:avLst/>
                <a:gdLst>
                  <a:gd name="T0" fmla="*/ 0 w 42"/>
                  <a:gd name="T1" fmla="*/ 252 h 34"/>
                  <a:gd name="T2" fmla="*/ 145 w 42"/>
                  <a:gd name="T3" fmla="*/ 94 h 34"/>
                  <a:gd name="T4" fmla="*/ 613 w 42"/>
                  <a:gd name="T5" fmla="*/ 308 h 34"/>
                  <a:gd name="T6" fmla="*/ 645 w 42"/>
                  <a:gd name="T7" fmla="*/ 594 h 34"/>
                  <a:gd name="T8" fmla="*/ 408 w 42"/>
                  <a:gd name="T9" fmla="*/ 538 h 34"/>
                  <a:gd name="T10" fmla="*/ 395 w 42"/>
                  <a:gd name="T11" fmla="*/ 444 h 34"/>
                  <a:gd name="T12" fmla="*/ 250 w 42"/>
                  <a:gd name="T13" fmla="*/ 367 h 34"/>
                  <a:gd name="T14" fmla="*/ 188 w 42"/>
                  <a:gd name="T15" fmla="*/ 444 h 34"/>
                  <a:gd name="T16" fmla="*/ 0 w 42"/>
                  <a:gd name="T17" fmla="*/ 252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4">
                    <a:moveTo>
                      <a:pt x="0" y="13"/>
                    </a:moveTo>
                    <a:cubicBezTo>
                      <a:pt x="3" y="10"/>
                      <a:pt x="6" y="7"/>
                      <a:pt x="9" y="5"/>
                    </a:cubicBezTo>
                    <a:cubicBezTo>
                      <a:pt x="20" y="0"/>
                      <a:pt x="34" y="5"/>
                      <a:pt x="39" y="16"/>
                    </a:cubicBezTo>
                    <a:cubicBezTo>
                      <a:pt x="42" y="21"/>
                      <a:pt x="42" y="26"/>
                      <a:pt x="41" y="31"/>
                    </a:cubicBezTo>
                    <a:cubicBezTo>
                      <a:pt x="37" y="34"/>
                      <a:pt x="28" y="31"/>
                      <a:pt x="26" y="28"/>
                    </a:cubicBezTo>
                    <a:cubicBezTo>
                      <a:pt x="26" y="26"/>
                      <a:pt x="26" y="24"/>
                      <a:pt x="25" y="23"/>
                    </a:cubicBezTo>
                    <a:cubicBezTo>
                      <a:pt x="24" y="19"/>
                      <a:pt x="19" y="18"/>
                      <a:pt x="16" y="19"/>
                    </a:cubicBezTo>
                    <a:cubicBezTo>
                      <a:pt x="14" y="20"/>
                      <a:pt x="13" y="22"/>
                      <a:pt x="12" y="23"/>
                    </a:cubicBezTo>
                    <a:cubicBezTo>
                      <a:pt x="9" y="26"/>
                      <a:pt x="0" y="19"/>
                      <a:pt x="0" y="13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2" name="Freeform 144">
                <a:extLst>
                  <a:ext uri="{FF2B5EF4-FFF2-40B4-BE49-F238E27FC236}">
                    <a16:creationId xmlns:a16="http://schemas.microsoft.com/office/drawing/2014/main" id="{062A63CB-BD33-4D31-A3E1-E7A4D4CFB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061"/>
                <a:ext cx="105" cy="91"/>
              </a:xfrm>
              <a:custGeom>
                <a:avLst/>
                <a:gdLst>
                  <a:gd name="T0" fmla="*/ 0 w 42"/>
                  <a:gd name="T1" fmla="*/ 252 h 34"/>
                  <a:gd name="T2" fmla="*/ 145 w 42"/>
                  <a:gd name="T3" fmla="*/ 94 h 34"/>
                  <a:gd name="T4" fmla="*/ 613 w 42"/>
                  <a:gd name="T5" fmla="*/ 308 h 34"/>
                  <a:gd name="T6" fmla="*/ 645 w 42"/>
                  <a:gd name="T7" fmla="*/ 594 h 34"/>
                  <a:gd name="T8" fmla="*/ 408 w 42"/>
                  <a:gd name="T9" fmla="*/ 538 h 34"/>
                  <a:gd name="T10" fmla="*/ 395 w 42"/>
                  <a:gd name="T11" fmla="*/ 444 h 34"/>
                  <a:gd name="T12" fmla="*/ 250 w 42"/>
                  <a:gd name="T13" fmla="*/ 367 h 34"/>
                  <a:gd name="T14" fmla="*/ 188 w 42"/>
                  <a:gd name="T15" fmla="*/ 444 h 34"/>
                  <a:gd name="T16" fmla="*/ 0 w 42"/>
                  <a:gd name="T17" fmla="*/ 252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4">
                    <a:moveTo>
                      <a:pt x="0" y="13"/>
                    </a:moveTo>
                    <a:cubicBezTo>
                      <a:pt x="3" y="10"/>
                      <a:pt x="6" y="7"/>
                      <a:pt x="9" y="5"/>
                    </a:cubicBezTo>
                    <a:cubicBezTo>
                      <a:pt x="20" y="0"/>
                      <a:pt x="34" y="5"/>
                      <a:pt x="39" y="16"/>
                    </a:cubicBezTo>
                    <a:cubicBezTo>
                      <a:pt x="42" y="21"/>
                      <a:pt x="42" y="26"/>
                      <a:pt x="41" y="31"/>
                    </a:cubicBezTo>
                    <a:cubicBezTo>
                      <a:pt x="37" y="34"/>
                      <a:pt x="28" y="31"/>
                      <a:pt x="26" y="28"/>
                    </a:cubicBezTo>
                    <a:cubicBezTo>
                      <a:pt x="26" y="26"/>
                      <a:pt x="26" y="24"/>
                      <a:pt x="25" y="23"/>
                    </a:cubicBezTo>
                    <a:cubicBezTo>
                      <a:pt x="24" y="19"/>
                      <a:pt x="19" y="18"/>
                      <a:pt x="16" y="19"/>
                    </a:cubicBezTo>
                    <a:cubicBezTo>
                      <a:pt x="14" y="20"/>
                      <a:pt x="13" y="22"/>
                      <a:pt x="12" y="23"/>
                    </a:cubicBezTo>
                    <a:cubicBezTo>
                      <a:pt x="9" y="26"/>
                      <a:pt x="0" y="19"/>
                      <a:pt x="0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3" name="Freeform 145">
                <a:extLst>
                  <a:ext uri="{FF2B5EF4-FFF2-40B4-BE49-F238E27FC236}">
                    <a16:creationId xmlns:a16="http://schemas.microsoft.com/office/drawing/2014/main" id="{A8E11259-AA13-481B-AD00-C2F4D864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099"/>
                <a:ext cx="105" cy="88"/>
              </a:xfrm>
              <a:custGeom>
                <a:avLst/>
                <a:gdLst>
                  <a:gd name="T0" fmla="*/ 0 w 42"/>
                  <a:gd name="T1" fmla="*/ 227 h 33"/>
                  <a:gd name="T2" fmla="*/ 145 w 42"/>
                  <a:gd name="T3" fmla="*/ 93 h 33"/>
                  <a:gd name="T4" fmla="*/ 613 w 42"/>
                  <a:gd name="T5" fmla="*/ 307 h 33"/>
                  <a:gd name="T6" fmla="*/ 645 w 42"/>
                  <a:gd name="T7" fmla="*/ 589 h 33"/>
                  <a:gd name="T8" fmla="*/ 408 w 42"/>
                  <a:gd name="T9" fmla="*/ 533 h 33"/>
                  <a:gd name="T10" fmla="*/ 408 w 42"/>
                  <a:gd name="T11" fmla="*/ 419 h 33"/>
                  <a:gd name="T12" fmla="*/ 250 w 42"/>
                  <a:gd name="T13" fmla="*/ 363 h 33"/>
                  <a:gd name="T14" fmla="*/ 188 w 42"/>
                  <a:gd name="T15" fmla="*/ 435 h 33"/>
                  <a:gd name="T16" fmla="*/ 0 w 42"/>
                  <a:gd name="T17" fmla="*/ 227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3">
                    <a:moveTo>
                      <a:pt x="0" y="12"/>
                    </a:moveTo>
                    <a:cubicBezTo>
                      <a:pt x="3" y="9"/>
                      <a:pt x="6" y="7"/>
                      <a:pt x="9" y="5"/>
                    </a:cubicBezTo>
                    <a:cubicBezTo>
                      <a:pt x="21" y="0"/>
                      <a:pt x="34" y="4"/>
                      <a:pt x="39" y="16"/>
                    </a:cubicBezTo>
                    <a:cubicBezTo>
                      <a:pt x="42" y="20"/>
                      <a:pt x="42" y="26"/>
                      <a:pt x="41" y="31"/>
                    </a:cubicBezTo>
                    <a:cubicBezTo>
                      <a:pt x="37" y="33"/>
                      <a:pt x="28" y="31"/>
                      <a:pt x="26" y="28"/>
                    </a:cubicBezTo>
                    <a:cubicBezTo>
                      <a:pt x="26" y="26"/>
                      <a:pt x="26" y="24"/>
                      <a:pt x="26" y="22"/>
                    </a:cubicBezTo>
                    <a:cubicBezTo>
                      <a:pt x="24" y="18"/>
                      <a:pt x="19" y="17"/>
                      <a:pt x="16" y="19"/>
                    </a:cubicBezTo>
                    <a:cubicBezTo>
                      <a:pt x="14" y="20"/>
                      <a:pt x="13" y="21"/>
                      <a:pt x="12" y="23"/>
                    </a:cubicBezTo>
                    <a:cubicBezTo>
                      <a:pt x="9" y="25"/>
                      <a:pt x="0" y="18"/>
                      <a:pt x="0" y="12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4" name="Freeform 146">
                <a:extLst>
                  <a:ext uri="{FF2B5EF4-FFF2-40B4-BE49-F238E27FC236}">
                    <a16:creationId xmlns:a16="http://schemas.microsoft.com/office/drawing/2014/main" id="{64AB8047-A3CD-492F-BB54-613FFD45A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099"/>
                <a:ext cx="105" cy="88"/>
              </a:xfrm>
              <a:custGeom>
                <a:avLst/>
                <a:gdLst>
                  <a:gd name="T0" fmla="*/ 0 w 42"/>
                  <a:gd name="T1" fmla="*/ 227 h 33"/>
                  <a:gd name="T2" fmla="*/ 145 w 42"/>
                  <a:gd name="T3" fmla="*/ 93 h 33"/>
                  <a:gd name="T4" fmla="*/ 613 w 42"/>
                  <a:gd name="T5" fmla="*/ 307 h 33"/>
                  <a:gd name="T6" fmla="*/ 645 w 42"/>
                  <a:gd name="T7" fmla="*/ 589 h 33"/>
                  <a:gd name="T8" fmla="*/ 408 w 42"/>
                  <a:gd name="T9" fmla="*/ 533 h 33"/>
                  <a:gd name="T10" fmla="*/ 408 w 42"/>
                  <a:gd name="T11" fmla="*/ 419 h 33"/>
                  <a:gd name="T12" fmla="*/ 250 w 42"/>
                  <a:gd name="T13" fmla="*/ 363 h 33"/>
                  <a:gd name="T14" fmla="*/ 188 w 42"/>
                  <a:gd name="T15" fmla="*/ 435 h 33"/>
                  <a:gd name="T16" fmla="*/ 0 w 42"/>
                  <a:gd name="T17" fmla="*/ 227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3">
                    <a:moveTo>
                      <a:pt x="0" y="12"/>
                    </a:moveTo>
                    <a:cubicBezTo>
                      <a:pt x="3" y="9"/>
                      <a:pt x="6" y="7"/>
                      <a:pt x="9" y="5"/>
                    </a:cubicBezTo>
                    <a:cubicBezTo>
                      <a:pt x="21" y="0"/>
                      <a:pt x="34" y="4"/>
                      <a:pt x="39" y="16"/>
                    </a:cubicBezTo>
                    <a:cubicBezTo>
                      <a:pt x="42" y="20"/>
                      <a:pt x="42" y="26"/>
                      <a:pt x="41" y="31"/>
                    </a:cubicBezTo>
                    <a:cubicBezTo>
                      <a:pt x="37" y="33"/>
                      <a:pt x="28" y="31"/>
                      <a:pt x="26" y="28"/>
                    </a:cubicBezTo>
                    <a:cubicBezTo>
                      <a:pt x="26" y="26"/>
                      <a:pt x="26" y="24"/>
                      <a:pt x="26" y="22"/>
                    </a:cubicBezTo>
                    <a:cubicBezTo>
                      <a:pt x="24" y="18"/>
                      <a:pt x="19" y="17"/>
                      <a:pt x="16" y="19"/>
                    </a:cubicBezTo>
                    <a:cubicBezTo>
                      <a:pt x="14" y="20"/>
                      <a:pt x="13" y="21"/>
                      <a:pt x="12" y="23"/>
                    </a:cubicBezTo>
                    <a:cubicBezTo>
                      <a:pt x="9" y="25"/>
                      <a:pt x="0" y="18"/>
                      <a:pt x="0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5" name="Freeform 147">
                <a:extLst>
                  <a:ext uri="{FF2B5EF4-FFF2-40B4-BE49-F238E27FC236}">
                    <a16:creationId xmlns:a16="http://schemas.microsoft.com/office/drawing/2014/main" id="{E8285370-8AC2-4BC2-9189-22A5A48B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200"/>
                <a:ext cx="68" cy="117"/>
              </a:xfrm>
              <a:custGeom>
                <a:avLst/>
                <a:gdLst>
                  <a:gd name="T0" fmla="*/ 272 w 27"/>
                  <a:gd name="T1" fmla="*/ 827 h 44"/>
                  <a:gd name="T2" fmla="*/ 126 w 27"/>
                  <a:gd name="T3" fmla="*/ 694 h 44"/>
                  <a:gd name="T4" fmla="*/ 159 w 27"/>
                  <a:gd name="T5" fmla="*/ 114 h 44"/>
                  <a:gd name="T6" fmla="*/ 380 w 27"/>
                  <a:gd name="T7" fmla="*/ 0 h 44"/>
                  <a:gd name="T8" fmla="*/ 400 w 27"/>
                  <a:gd name="T9" fmla="*/ 282 h 44"/>
                  <a:gd name="T10" fmla="*/ 317 w 27"/>
                  <a:gd name="T11" fmla="*/ 319 h 44"/>
                  <a:gd name="T12" fmla="*/ 305 w 27"/>
                  <a:gd name="T13" fmla="*/ 508 h 44"/>
                  <a:gd name="T14" fmla="*/ 380 w 27"/>
                  <a:gd name="T15" fmla="*/ 566 h 44"/>
                  <a:gd name="T16" fmla="*/ 272 w 27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4">
                    <a:moveTo>
                      <a:pt x="17" y="44"/>
                    </a:moveTo>
                    <a:cubicBezTo>
                      <a:pt x="14" y="43"/>
                      <a:pt x="10" y="40"/>
                      <a:pt x="8" y="37"/>
                    </a:cubicBezTo>
                    <a:cubicBezTo>
                      <a:pt x="0" y="28"/>
                      <a:pt x="0" y="14"/>
                      <a:pt x="10" y="6"/>
                    </a:cubicBezTo>
                    <a:cubicBezTo>
                      <a:pt x="14" y="2"/>
                      <a:pt x="19" y="0"/>
                      <a:pt x="24" y="0"/>
                    </a:cubicBezTo>
                    <a:cubicBezTo>
                      <a:pt x="27" y="3"/>
                      <a:pt x="27" y="12"/>
                      <a:pt x="25" y="15"/>
                    </a:cubicBezTo>
                    <a:cubicBezTo>
                      <a:pt x="23" y="15"/>
                      <a:pt x="21" y="16"/>
                      <a:pt x="20" y="17"/>
                    </a:cubicBezTo>
                    <a:cubicBezTo>
                      <a:pt x="17" y="20"/>
                      <a:pt x="17" y="24"/>
                      <a:pt x="19" y="27"/>
                    </a:cubicBezTo>
                    <a:cubicBezTo>
                      <a:pt x="20" y="29"/>
                      <a:pt x="22" y="30"/>
                      <a:pt x="24" y="30"/>
                    </a:cubicBezTo>
                    <a:cubicBezTo>
                      <a:pt x="27" y="32"/>
                      <a:pt x="23" y="43"/>
                      <a:pt x="17" y="4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6" name="Freeform 148">
                <a:extLst>
                  <a:ext uri="{FF2B5EF4-FFF2-40B4-BE49-F238E27FC236}">
                    <a16:creationId xmlns:a16="http://schemas.microsoft.com/office/drawing/2014/main" id="{F6663B05-D4FD-4EFF-8189-660DD1795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200"/>
                <a:ext cx="68" cy="117"/>
              </a:xfrm>
              <a:custGeom>
                <a:avLst/>
                <a:gdLst>
                  <a:gd name="T0" fmla="*/ 272 w 27"/>
                  <a:gd name="T1" fmla="*/ 827 h 44"/>
                  <a:gd name="T2" fmla="*/ 126 w 27"/>
                  <a:gd name="T3" fmla="*/ 694 h 44"/>
                  <a:gd name="T4" fmla="*/ 159 w 27"/>
                  <a:gd name="T5" fmla="*/ 114 h 44"/>
                  <a:gd name="T6" fmla="*/ 380 w 27"/>
                  <a:gd name="T7" fmla="*/ 0 h 44"/>
                  <a:gd name="T8" fmla="*/ 400 w 27"/>
                  <a:gd name="T9" fmla="*/ 282 h 44"/>
                  <a:gd name="T10" fmla="*/ 317 w 27"/>
                  <a:gd name="T11" fmla="*/ 319 h 44"/>
                  <a:gd name="T12" fmla="*/ 305 w 27"/>
                  <a:gd name="T13" fmla="*/ 508 h 44"/>
                  <a:gd name="T14" fmla="*/ 380 w 27"/>
                  <a:gd name="T15" fmla="*/ 566 h 44"/>
                  <a:gd name="T16" fmla="*/ 272 w 27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4">
                    <a:moveTo>
                      <a:pt x="17" y="44"/>
                    </a:moveTo>
                    <a:cubicBezTo>
                      <a:pt x="14" y="43"/>
                      <a:pt x="10" y="40"/>
                      <a:pt x="8" y="37"/>
                    </a:cubicBezTo>
                    <a:cubicBezTo>
                      <a:pt x="0" y="28"/>
                      <a:pt x="0" y="14"/>
                      <a:pt x="10" y="6"/>
                    </a:cubicBezTo>
                    <a:cubicBezTo>
                      <a:pt x="14" y="2"/>
                      <a:pt x="19" y="0"/>
                      <a:pt x="24" y="0"/>
                    </a:cubicBezTo>
                    <a:cubicBezTo>
                      <a:pt x="27" y="3"/>
                      <a:pt x="27" y="12"/>
                      <a:pt x="25" y="15"/>
                    </a:cubicBezTo>
                    <a:cubicBezTo>
                      <a:pt x="23" y="15"/>
                      <a:pt x="21" y="16"/>
                      <a:pt x="20" y="17"/>
                    </a:cubicBezTo>
                    <a:cubicBezTo>
                      <a:pt x="17" y="20"/>
                      <a:pt x="17" y="24"/>
                      <a:pt x="19" y="27"/>
                    </a:cubicBezTo>
                    <a:cubicBezTo>
                      <a:pt x="20" y="29"/>
                      <a:pt x="22" y="30"/>
                      <a:pt x="24" y="30"/>
                    </a:cubicBezTo>
                    <a:cubicBezTo>
                      <a:pt x="27" y="32"/>
                      <a:pt x="23" y="43"/>
                      <a:pt x="17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7" name="Freeform 149">
                <a:extLst>
                  <a:ext uri="{FF2B5EF4-FFF2-40B4-BE49-F238E27FC236}">
                    <a16:creationId xmlns:a16="http://schemas.microsoft.com/office/drawing/2014/main" id="{6DE8EB6A-8D8F-469B-B8E6-2D69A690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248"/>
                <a:ext cx="70" cy="117"/>
              </a:xfrm>
              <a:custGeom>
                <a:avLst/>
                <a:gdLst>
                  <a:gd name="T0" fmla="*/ 283 w 28"/>
                  <a:gd name="T1" fmla="*/ 827 h 44"/>
                  <a:gd name="T2" fmla="*/ 145 w 28"/>
                  <a:gd name="T3" fmla="*/ 715 h 44"/>
                  <a:gd name="T4" fmla="*/ 158 w 28"/>
                  <a:gd name="T5" fmla="*/ 114 h 44"/>
                  <a:gd name="T6" fmla="*/ 395 w 28"/>
                  <a:gd name="T7" fmla="*/ 0 h 44"/>
                  <a:gd name="T8" fmla="*/ 408 w 28"/>
                  <a:gd name="T9" fmla="*/ 303 h 44"/>
                  <a:gd name="T10" fmla="*/ 333 w 28"/>
                  <a:gd name="T11" fmla="*/ 319 h 44"/>
                  <a:gd name="T12" fmla="*/ 313 w 28"/>
                  <a:gd name="T13" fmla="*/ 524 h 44"/>
                  <a:gd name="T14" fmla="*/ 395 w 28"/>
                  <a:gd name="T15" fmla="*/ 566 h 44"/>
                  <a:gd name="T16" fmla="*/ 283 w 28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4">
                    <a:moveTo>
                      <a:pt x="18" y="44"/>
                    </a:moveTo>
                    <a:cubicBezTo>
                      <a:pt x="15" y="43"/>
                      <a:pt x="11" y="41"/>
                      <a:pt x="9" y="38"/>
                    </a:cubicBezTo>
                    <a:cubicBezTo>
                      <a:pt x="0" y="28"/>
                      <a:pt x="1" y="14"/>
                      <a:pt x="10" y="6"/>
                    </a:cubicBezTo>
                    <a:cubicBezTo>
                      <a:pt x="15" y="2"/>
                      <a:pt x="20" y="0"/>
                      <a:pt x="25" y="0"/>
                    </a:cubicBezTo>
                    <a:cubicBezTo>
                      <a:pt x="28" y="3"/>
                      <a:pt x="28" y="13"/>
                      <a:pt x="26" y="16"/>
                    </a:cubicBezTo>
                    <a:cubicBezTo>
                      <a:pt x="24" y="15"/>
                      <a:pt x="22" y="16"/>
                      <a:pt x="21" y="17"/>
                    </a:cubicBezTo>
                    <a:cubicBezTo>
                      <a:pt x="18" y="20"/>
                      <a:pt x="17" y="25"/>
                      <a:pt x="20" y="28"/>
                    </a:cubicBezTo>
                    <a:cubicBezTo>
                      <a:pt x="21" y="29"/>
                      <a:pt x="23" y="30"/>
                      <a:pt x="25" y="30"/>
                    </a:cubicBezTo>
                    <a:cubicBezTo>
                      <a:pt x="28" y="32"/>
                      <a:pt x="24" y="43"/>
                      <a:pt x="18" y="4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8" name="Freeform 150">
                <a:extLst>
                  <a:ext uri="{FF2B5EF4-FFF2-40B4-BE49-F238E27FC236}">
                    <a16:creationId xmlns:a16="http://schemas.microsoft.com/office/drawing/2014/main" id="{B29D5C57-5190-4227-BBA8-EDA78D9B1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248"/>
                <a:ext cx="70" cy="117"/>
              </a:xfrm>
              <a:custGeom>
                <a:avLst/>
                <a:gdLst>
                  <a:gd name="T0" fmla="*/ 283 w 28"/>
                  <a:gd name="T1" fmla="*/ 827 h 44"/>
                  <a:gd name="T2" fmla="*/ 145 w 28"/>
                  <a:gd name="T3" fmla="*/ 715 h 44"/>
                  <a:gd name="T4" fmla="*/ 158 w 28"/>
                  <a:gd name="T5" fmla="*/ 114 h 44"/>
                  <a:gd name="T6" fmla="*/ 395 w 28"/>
                  <a:gd name="T7" fmla="*/ 0 h 44"/>
                  <a:gd name="T8" fmla="*/ 408 w 28"/>
                  <a:gd name="T9" fmla="*/ 303 h 44"/>
                  <a:gd name="T10" fmla="*/ 333 w 28"/>
                  <a:gd name="T11" fmla="*/ 319 h 44"/>
                  <a:gd name="T12" fmla="*/ 313 w 28"/>
                  <a:gd name="T13" fmla="*/ 524 h 44"/>
                  <a:gd name="T14" fmla="*/ 395 w 28"/>
                  <a:gd name="T15" fmla="*/ 566 h 44"/>
                  <a:gd name="T16" fmla="*/ 283 w 28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4">
                    <a:moveTo>
                      <a:pt x="18" y="44"/>
                    </a:moveTo>
                    <a:cubicBezTo>
                      <a:pt x="15" y="43"/>
                      <a:pt x="11" y="41"/>
                      <a:pt x="9" y="38"/>
                    </a:cubicBezTo>
                    <a:cubicBezTo>
                      <a:pt x="0" y="28"/>
                      <a:pt x="1" y="14"/>
                      <a:pt x="10" y="6"/>
                    </a:cubicBezTo>
                    <a:cubicBezTo>
                      <a:pt x="15" y="2"/>
                      <a:pt x="20" y="0"/>
                      <a:pt x="25" y="0"/>
                    </a:cubicBezTo>
                    <a:cubicBezTo>
                      <a:pt x="28" y="3"/>
                      <a:pt x="28" y="13"/>
                      <a:pt x="26" y="16"/>
                    </a:cubicBezTo>
                    <a:cubicBezTo>
                      <a:pt x="24" y="15"/>
                      <a:pt x="22" y="16"/>
                      <a:pt x="21" y="17"/>
                    </a:cubicBezTo>
                    <a:cubicBezTo>
                      <a:pt x="18" y="20"/>
                      <a:pt x="17" y="25"/>
                      <a:pt x="20" y="28"/>
                    </a:cubicBezTo>
                    <a:cubicBezTo>
                      <a:pt x="21" y="29"/>
                      <a:pt x="23" y="30"/>
                      <a:pt x="25" y="30"/>
                    </a:cubicBezTo>
                    <a:cubicBezTo>
                      <a:pt x="28" y="32"/>
                      <a:pt x="24" y="43"/>
                      <a:pt x="18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79" name="Freeform 151">
                <a:extLst>
                  <a:ext uri="{FF2B5EF4-FFF2-40B4-BE49-F238E27FC236}">
                    <a16:creationId xmlns:a16="http://schemas.microsoft.com/office/drawing/2014/main" id="{A4FA378F-C63B-4C3C-8F60-DDE6BC21F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31"/>
                <a:ext cx="70" cy="114"/>
              </a:xfrm>
              <a:custGeom>
                <a:avLst/>
                <a:gdLst>
                  <a:gd name="T0" fmla="*/ 283 w 28"/>
                  <a:gd name="T1" fmla="*/ 801 h 43"/>
                  <a:gd name="T2" fmla="*/ 125 w 28"/>
                  <a:gd name="T3" fmla="*/ 689 h 43"/>
                  <a:gd name="T4" fmla="*/ 158 w 28"/>
                  <a:gd name="T5" fmla="*/ 90 h 43"/>
                  <a:gd name="T6" fmla="*/ 375 w 28"/>
                  <a:gd name="T7" fmla="*/ 0 h 43"/>
                  <a:gd name="T8" fmla="*/ 395 w 28"/>
                  <a:gd name="T9" fmla="*/ 281 h 43"/>
                  <a:gd name="T10" fmla="*/ 313 w 28"/>
                  <a:gd name="T11" fmla="*/ 315 h 43"/>
                  <a:gd name="T12" fmla="*/ 300 w 28"/>
                  <a:gd name="T13" fmla="*/ 506 h 43"/>
                  <a:gd name="T14" fmla="*/ 375 w 28"/>
                  <a:gd name="T15" fmla="*/ 541 h 43"/>
                  <a:gd name="T16" fmla="*/ 283 w 28"/>
                  <a:gd name="T17" fmla="*/ 80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3">
                    <a:moveTo>
                      <a:pt x="18" y="43"/>
                    </a:moveTo>
                    <a:cubicBezTo>
                      <a:pt x="14" y="42"/>
                      <a:pt x="11" y="40"/>
                      <a:pt x="8" y="37"/>
                    </a:cubicBezTo>
                    <a:cubicBezTo>
                      <a:pt x="0" y="28"/>
                      <a:pt x="1" y="14"/>
                      <a:pt x="10" y="5"/>
                    </a:cubicBezTo>
                    <a:cubicBezTo>
                      <a:pt x="14" y="2"/>
                      <a:pt x="19" y="0"/>
                      <a:pt x="24" y="0"/>
                    </a:cubicBezTo>
                    <a:cubicBezTo>
                      <a:pt x="28" y="2"/>
                      <a:pt x="28" y="12"/>
                      <a:pt x="25" y="15"/>
                    </a:cubicBezTo>
                    <a:cubicBezTo>
                      <a:pt x="23" y="15"/>
                      <a:pt x="22" y="15"/>
                      <a:pt x="20" y="17"/>
                    </a:cubicBezTo>
                    <a:cubicBezTo>
                      <a:pt x="17" y="19"/>
                      <a:pt x="17" y="24"/>
                      <a:pt x="19" y="27"/>
                    </a:cubicBezTo>
                    <a:cubicBezTo>
                      <a:pt x="21" y="28"/>
                      <a:pt x="23" y="29"/>
                      <a:pt x="24" y="29"/>
                    </a:cubicBezTo>
                    <a:cubicBezTo>
                      <a:pt x="27" y="32"/>
                      <a:pt x="24" y="42"/>
                      <a:pt x="18" y="43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0" name="Freeform 152">
                <a:extLst>
                  <a:ext uri="{FF2B5EF4-FFF2-40B4-BE49-F238E27FC236}">
                    <a16:creationId xmlns:a16="http://schemas.microsoft.com/office/drawing/2014/main" id="{7E9DBE60-81EF-4DE7-82FB-386314CD0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3"/>
                <a:ext cx="53" cy="64"/>
              </a:xfrm>
              <a:custGeom>
                <a:avLst/>
                <a:gdLst>
                  <a:gd name="T0" fmla="*/ 275 w 21"/>
                  <a:gd name="T1" fmla="*/ 21 h 24"/>
                  <a:gd name="T2" fmla="*/ 33 w 21"/>
                  <a:gd name="T3" fmla="*/ 456 h 24"/>
                  <a:gd name="T4" fmla="*/ 242 w 21"/>
                  <a:gd name="T5" fmla="*/ 93 h 24"/>
                  <a:gd name="T6" fmla="*/ 305 w 21"/>
                  <a:gd name="T7" fmla="*/ 171 h 24"/>
                  <a:gd name="T8" fmla="*/ 275 w 21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4">
                    <a:moveTo>
                      <a:pt x="17" y="1"/>
                    </a:moveTo>
                    <a:cubicBezTo>
                      <a:pt x="5" y="3"/>
                      <a:pt x="0" y="13"/>
                      <a:pt x="2" y="24"/>
                    </a:cubicBezTo>
                    <a:cubicBezTo>
                      <a:pt x="1" y="15"/>
                      <a:pt x="11" y="6"/>
                      <a:pt x="15" y="5"/>
                    </a:cubicBezTo>
                    <a:cubicBezTo>
                      <a:pt x="19" y="5"/>
                      <a:pt x="18" y="11"/>
                      <a:pt x="19" y="9"/>
                    </a:cubicBezTo>
                    <a:cubicBezTo>
                      <a:pt x="21" y="6"/>
                      <a:pt x="20" y="0"/>
                      <a:pt x="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1" name="Freeform 153">
                <a:extLst>
                  <a:ext uri="{FF2B5EF4-FFF2-40B4-BE49-F238E27FC236}">
                    <a16:creationId xmlns:a16="http://schemas.microsoft.com/office/drawing/2014/main" id="{1A9653E2-127A-4245-99A6-5039CBB8F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365"/>
                <a:ext cx="70" cy="40"/>
              </a:xfrm>
              <a:custGeom>
                <a:avLst/>
                <a:gdLst>
                  <a:gd name="T0" fmla="*/ 408 w 28"/>
                  <a:gd name="T1" fmla="*/ 93 h 15"/>
                  <a:gd name="T2" fmla="*/ 0 w 28"/>
                  <a:gd name="T3" fmla="*/ 285 h 15"/>
                  <a:gd name="T4" fmla="*/ 333 w 28"/>
                  <a:gd name="T5" fmla="*/ 136 h 15"/>
                  <a:gd name="T6" fmla="*/ 363 w 28"/>
                  <a:gd name="T7" fmla="*/ 227 h 15"/>
                  <a:gd name="T8" fmla="*/ 408 w 28"/>
                  <a:gd name="T9" fmla="*/ 9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5">
                    <a:moveTo>
                      <a:pt x="26" y="5"/>
                    </a:moveTo>
                    <a:cubicBezTo>
                      <a:pt x="15" y="0"/>
                      <a:pt x="5" y="5"/>
                      <a:pt x="0" y="15"/>
                    </a:cubicBezTo>
                    <a:cubicBezTo>
                      <a:pt x="5" y="7"/>
                      <a:pt x="18" y="5"/>
                      <a:pt x="21" y="7"/>
                    </a:cubicBezTo>
                    <a:cubicBezTo>
                      <a:pt x="25" y="9"/>
                      <a:pt x="21" y="14"/>
                      <a:pt x="23" y="12"/>
                    </a:cubicBezTo>
                    <a:cubicBezTo>
                      <a:pt x="26" y="11"/>
                      <a:pt x="28" y="6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2" name="Freeform 154">
                <a:extLst>
                  <a:ext uri="{FF2B5EF4-FFF2-40B4-BE49-F238E27FC236}">
                    <a16:creationId xmlns:a16="http://schemas.microsoft.com/office/drawing/2014/main" id="{CECA218F-DB0C-44CB-9535-3D91CAE8C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31"/>
                <a:ext cx="70" cy="114"/>
              </a:xfrm>
              <a:custGeom>
                <a:avLst/>
                <a:gdLst>
                  <a:gd name="T0" fmla="*/ 283 w 28"/>
                  <a:gd name="T1" fmla="*/ 801 h 43"/>
                  <a:gd name="T2" fmla="*/ 125 w 28"/>
                  <a:gd name="T3" fmla="*/ 689 h 43"/>
                  <a:gd name="T4" fmla="*/ 158 w 28"/>
                  <a:gd name="T5" fmla="*/ 90 h 43"/>
                  <a:gd name="T6" fmla="*/ 375 w 28"/>
                  <a:gd name="T7" fmla="*/ 0 h 43"/>
                  <a:gd name="T8" fmla="*/ 395 w 28"/>
                  <a:gd name="T9" fmla="*/ 281 h 43"/>
                  <a:gd name="T10" fmla="*/ 313 w 28"/>
                  <a:gd name="T11" fmla="*/ 315 h 43"/>
                  <a:gd name="T12" fmla="*/ 300 w 28"/>
                  <a:gd name="T13" fmla="*/ 506 h 43"/>
                  <a:gd name="T14" fmla="*/ 375 w 28"/>
                  <a:gd name="T15" fmla="*/ 541 h 43"/>
                  <a:gd name="T16" fmla="*/ 283 w 28"/>
                  <a:gd name="T17" fmla="*/ 80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3">
                    <a:moveTo>
                      <a:pt x="18" y="43"/>
                    </a:moveTo>
                    <a:cubicBezTo>
                      <a:pt x="14" y="42"/>
                      <a:pt x="11" y="40"/>
                      <a:pt x="8" y="37"/>
                    </a:cubicBezTo>
                    <a:cubicBezTo>
                      <a:pt x="0" y="28"/>
                      <a:pt x="1" y="14"/>
                      <a:pt x="10" y="5"/>
                    </a:cubicBezTo>
                    <a:cubicBezTo>
                      <a:pt x="14" y="2"/>
                      <a:pt x="19" y="0"/>
                      <a:pt x="24" y="0"/>
                    </a:cubicBezTo>
                    <a:cubicBezTo>
                      <a:pt x="28" y="2"/>
                      <a:pt x="28" y="12"/>
                      <a:pt x="25" y="15"/>
                    </a:cubicBezTo>
                    <a:cubicBezTo>
                      <a:pt x="23" y="15"/>
                      <a:pt x="22" y="15"/>
                      <a:pt x="20" y="17"/>
                    </a:cubicBezTo>
                    <a:cubicBezTo>
                      <a:pt x="17" y="19"/>
                      <a:pt x="17" y="24"/>
                      <a:pt x="19" y="27"/>
                    </a:cubicBezTo>
                    <a:cubicBezTo>
                      <a:pt x="21" y="28"/>
                      <a:pt x="23" y="29"/>
                      <a:pt x="24" y="29"/>
                    </a:cubicBezTo>
                    <a:cubicBezTo>
                      <a:pt x="27" y="32"/>
                      <a:pt x="24" y="42"/>
                      <a:pt x="18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3" name="Freeform 155">
                <a:extLst>
                  <a:ext uri="{FF2B5EF4-FFF2-40B4-BE49-F238E27FC236}">
                    <a16:creationId xmlns:a16="http://schemas.microsoft.com/office/drawing/2014/main" id="{BD578C30-CE2B-4305-A338-0F09F165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120"/>
                <a:ext cx="110" cy="80"/>
              </a:xfrm>
              <a:custGeom>
                <a:avLst/>
                <a:gdLst>
                  <a:gd name="T0" fmla="*/ 0 w 44"/>
                  <a:gd name="T1" fmla="*/ 435 h 30"/>
                  <a:gd name="T2" fmla="*/ 83 w 44"/>
                  <a:gd name="T3" fmla="*/ 227 h 30"/>
                  <a:gd name="T4" fmla="*/ 563 w 44"/>
                  <a:gd name="T5" fmla="*/ 149 h 30"/>
                  <a:gd name="T6" fmla="*/ 688 w 44"/>
                  <a:gd name="T7" fmla="*/ 376 h 30"/>
                  <a:gd name="T8" fmla="*/ 470 w 44"/>
                  <a:gd name="T9" fmla="*/ 477 h 30"/>
                  <a:gd name="T10" fmla="*/ 425 w 44"/>
                  <a:gd name="T11" fmla="*/ 376 h 30"/>
                  <a:gd name="T12" fmla="*/ 270 w 44"/>
                  <a:gd name="T13" fmla="*/ 397 h 30"/>
                  <a:gd name="T14" fmla="*/ 238 w 44"/>
                  <a:gd name="T15" fmla="*/ 512 h 30"/>
                  <a:gd name="T16" fmla="*/ 0 w 44"/>
                  <a:gd name="T17" fmla="*/ 435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0">
                    <a:moveTo>
                      <a:pt x="0" y="23"/>
                    </a:moveTo>
                    <a:cubicBezTo>
                      <a:pt x="1" y="19"/>
                      <a:pt x="2" y="15"/>
                      <a:pt x="5" y="12"/>
                    </a:cubicBezTo>
                    <a:cubicBezTo>
                      <a:pt x="12" y="2"/>
                      <a:pt x="26" y="0"/>
                      <a:pt x="36" y="8"/>
                    </a:cubicBezTo>
                    <a:cubicBezTo>
                      <a:pt x="40" y="11"/>
                      <a:pt x="43" y="15"/>
                      <a:pt x="44" y="20"/>
                    </a:cubicBezTo>
                    <a:cubicBezTo>
                      <a:pt x="43" y="24"/>
                      <a:pt x="33" y="26"/>
                      <a:pt x="30" y="25"/>
                    </a:cubicBezTo>
                    <a:cubicBezTo>
                      <a:pt x="29" y="23"/>
                      <a:pt x="28" y="21"/>
                      <a:pt x="27" y="20"/>
                    </a:cubicBezTo>
                    <a:cubicBezTo>
                      <a:pt x="24" y="17"/>
                      <a:pt x="19" y="18"/>
                      <a:pt x="17" y="21"/>
                    </a:cubicBezTo>
                    <a:cubicBezTo>
                      <a:pt x="16" y="23"/>
                      <a:pt x="15" y="25"/>
                      <a:pt x="15" y="27"/>
                    </a:cubicBezTo>
                    <a:cubicBezTo>
                      <a:pt x="14" y="30"/>
                      <a:pt x="2" y="29"/>
                      <a:pt x="0" y="23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4" name="Freeform 156">
                <a:extLst>
                  <a:ext uri="{FF2B5EF4-FFF2-40B4-BE49-F238E27FC236}">
                    <a16:creationId xmlns:a16="http://schemas.microsoft.com/office/drawing/2014/main" id="{9C99C732-E2C6-4648-9AC0-C442075B1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120"/>
                <a:ext cx="110" cy="80"/>
              </a:xfrm>
              <a:custGeom>
                <a:avLst/>
                <a:gdLst>
                  <a:gd name="T0" fmla="*/ 0 w 44"/>
                  <a:gd name="T1" fmla="*/ 435 h 30"/>
                  <a:gd name="T2" fmla="*/ 83 w 44"/>
                  <a:gd name="T3" fmla="*/ 227 h 30"/>
                  <a:gd name="T4" fmla="*/ 563 w 44"/>
                  <a:gd name="T5" fmla="*/ 149 h 30"/>
                  <a:gd name="T6" fmla="*/ 688 w 44"/>
                  <a:gd name="T7" fmla="*/ 376 h 30"/>
                  <a:gd name="T8" fmla="*/ 470 w 44"/>
                  <a:gd name="T9" fmla="*/ 477 h 30"/>
                  <a:gd name="T10" fmla="*/ 425 w 44"/>
                  <a:gd name="T11" fmla="*/ 376 h 30"/>
                  <a:gd name="T12" fmla="*/ 270 w 44"/>
                  <a:gd name="T13" fmla="*/ 397 h 30"/>
                  <a:gd name="T14" fmla="*/ 238 w 44"/>
                  <a:gd name="T15" fmla="*/ 512 h 30"/>
                  <a:gd name="T16" fmla="*/ 0 w 44"/>
                  <a:gd name="T17" fmla="*/ 435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0">
                    <a:moveTo>
                      <a:pt x="0" y="23"/>
                    </a:moveTo>
                    <a:cubicBezTo>
                      <a:pt x="1" y="19"/>
                      <a:pt x="2" y="15"/>
                      <a:pt x="5" y="12"/>
                    </a:cubicBezTo>
                    <a:cubicBezTo>
                      <a:pt x="12" y="2"/>
                      <a:pt x="26" y="0"/>
                      <a:pt x="36" y="8"/>
                    </a:cubicBezTo>
                    <a:cubicBezTo>
                      <a:pt x="40" y="11"/>
                      <a:pt x="43" y="15"/>
                      <a:pt x="44" y="20"/>
                    </a:cubicBezTo>
                    <a:cubicBezTo>
                      <a:pt x="43" y="24"/>
                      <a:pt x="33" y="26"/>
                      <a:pt x="30" y="25"/>
                    </a:cubicBezTo>
                    <a:cubicBezTo>
                      <a:pt x="29" y="23"/>
                      <a:pt x="28" y="21"/>
                      <a:pt x="27" y="20"/>
                    </a:cubicBezTo>
                    <a:cubicBezTo>
                      <a:pt x="24" y="17"/>
                      <a:pt x="19" y="18"/>
                      <a:pt x="17" y="21"/>
                    </a:cubicBezTo>
                    <a:cubicBezTo>
                      <a:pt x="16" y="23"/>
                      <a:pt x="15" y="25"/>
                      <a:pt x="15" y="27"/>
                    </a:cubicBezTo>
                    <a:cubicBezTo>
                      <a:pt x="14" y="30"/>
                      <a:pt x="2" y="29"/>
                      <a:pt x="0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5" name="Freeform 157">
                <a:extLst>
                  <a:ext uri="{FF2B5EF4-FFF2-40B4-BE49-F238E27FC236}">
                    <a16:creationId xmlns:a16="http://schemas.microsoft.com/office/drawing/2014/main" id="{F61AC6A8-F767-4F41-A644-D7A26ACA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064"/>
                <a:ext cx="110" cy="80"/>
              </a:xfrm>
              <a:custGeom>
                <a:avLst/>
                <a:gdLst>
                  <a:gd name="T0" fmla="*/ 688 w 44"/>
                  <a:gd name="T1" fmla="*/ 115 h 30"/>
                  <a:gd name="T2" fmla="*/ 625 w 44"/>
                  <a:gd name="T3" fmla="*/ 320 h 30"/>
                  <a:gd name="T4" fmla="*/ 145 w 44"/>
                  <a:gd name="T5" fmla="*/ 456 h 30"/>
                  <a:gd name="T6" fmla="*/ 0 w 44"/>
                  <a:gd name="T7" fmla="*/ 205 h 30"/>
                  <a:gd name="T8" fmla="*/ 220 w 44"/>
                  <a:gd name="T9" fmla="*/ 115 h 30"/>
                  <a:gd name="T10" fmla="*/ 283 w 44"/>
                  <a:gd name="T11" fmla="*/ 205 h 30"/>
                  <a:gd name="T12" fmla="*/ 438 w 44"/>
                  <a:gd name="T13" fmla="*/ 171 h 30"/>
                  <a:gd name="T14" fmla="*/ 458 w 44"/>
                  <a:gd name="T15" fmla="*/ 56 h 30"/>
                  <a:gd name="T16" fmla="*/ 688 w 44"/>
                  <a:gd name="T17" fmla="*/ 115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0">
                    <a:moveTo>
                      <a:pt x="44" y="6"/>
                    </a:moveTo>
                    <a:cubicBezTo>
                      <a:pt x="44" y="10"/>
                      <a:pt x="43" y="14"/>
                      <a:pt x="40" y="17"/>
                    </a:cubicBezTo>
                    <a:cubicBezTo>
                      <a:pt x="34" y="28"/>
                      <a:pt x="20" y="30"/>
                      <a:pt x="9" y="24"/>
                    </a:cubicBezTo>
                    <a:cubicBezTo>
                      <a:pt x="5" y="21"/>
                      <a:pt x="2" y="16"/>
                      <a:pt x="0" y="11"/>
                    </a:cubicBezTo>
                    <a:cubicBezTo>
                      <a:pt x="2" y="7"/>
                      <a:pt x="11" y="5"/>
                      <a:pt x="14" y="6"/>
                    </a:cubicBezTo>
                    <a:cubicBezTo>
                      <a:pt x="15" y="8"/>
                      <a:pt x="16" y="10"/>
                      <a:pt x="18" y="11"/>
                    </a:cubicBezTo>
                    <a:cubicBezTo>
                      <a:pt x="21" y="13"/>
                      <a:pt x="25" y="12"/>
                      <a:pt x="28" y="9"/>
                    </a:cubicBezTo>
                    <a:cubicBezTo>
                      <a:pt x="29" y="7"/>
                      <a:pt x="29" y="5"/>
                      <a:pt x="29" y="3"/>
                    </a:cubicBezTo>
                    <a:cubicBezTo>
                      <a:pt x="30" y="0"/>
                      <a:pt x="41" y="1"/>
                      <a:pt x="44" y="6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6" name="Freeform 158">
                <a:extLst>
                  <a:ext uri="{FF2B5EF4-FFF2-40B4-BE49-F238E27FC236}">
                    <a16:creationId xmlns:a16="http://schemas.microsoft.com/office/drawing/2014/main" id="{1B176CDA-D9FC-4B9D-A91D-EEB02BB62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085"/>
                <a:ext cx="50" cy="40"/>
              </a:xfrm>
              <a:custGeom>
                <a:avLst/>
                <a:gdLst>
                  <a:gd name="T0" fmla="*/ 313 w 20"/>
                  <a:gd name="T1" fmla="*/ 0 h 15"/>
                  <a:gd name="T2" fmla="*/ 20 w 20"/>
                  <a:gd name="T3" fmla="*/ 21 h 15"/>
                  <a:gd name="T4" fmla="*/ 313 w 2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20" y="0"/>
                    </a:moveTo>
                    <a:cubicBezTo>
                      <a:pt x="19" y="10"/>
                      <a:pt x="2" y="8"/>
                      <a:pt x="1" y="1"/>
                    </a:cubicBezTo>
                    <a:cubicBezTo>
                      <a:pt x="0" y="13"/>
                      <a:pt x="19" y="15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7" name="Freeform 159">
                <a:extLst>
                  <a:ext uri="{FF2B5EF4-FFF2-40B4-BE49-F238E27FC236}">
                    <a16:creationId xmlns:a16="http://schemas.microsoft.com/office/drawing/2014/main" id="{75E06F5E-469D-4844-A480-69700D786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456"/>
                <a:ext cx="50" cy="40"/>
              </a:xfrm>
              <a:custGeom>
                <a:avLst/>
                <a:gdLst>
                  <a:gd name="T0" fmla="*/ 313 w 20"/>
                  <a:gd name="T1" fmla="*/ 0 h 15"/>
                  <a:gd name="T2" fmla="*/ 20 w 20"/>
                  <a:gd name="T3" fmla="*/ 21 h 15"/>
                  <a:gd name="T4" fmla="*/ 313 w 2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20" y="0"/>
                    </a:moveTo>
                    <a:cubicBezTo>
                      <a:pt x="19" y="10"/>
                      <a:pt x="2" y="8"/>
                      <a:pt x="1" y="1"/>
                    </a:cubicBezTo>
                    <a:cubicBezTo>
                      <a:pt x="0" y="13"/>
                      <a:pt x="19" y="15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8" name="Freeform 160">
                <a:extLst>
                  <a:ext uri="{FF2B5EF4-FFF2-40B4-BE49-F238E27FC236}">
                    <a16:creationId xmlns:a16="http://schemas.microsoft.com/office/drawing/2014/main" id="{690E74A1-7EA6-4B7E-A2C2-C100E4BC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912"/>
                <a:ext cx="52" cy="40"/>
              </a:xfrm>
              <a:custGeom>
                <a:avLst/>
                <a:gdLst>
                  <a:gd name="T0" fmla="*/ 319 w 21"/>
                  <a:gd name="T1" fmla="*/ 0 h 15"/>
                  <a:gd name="T2" fmla="*/ 12 w 21"/>
                  <a:gd name="T3" fmla="*/ 21 h 15"/>
                  <a:gd name="T4" fmla="*/ 319 w 2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9" y="10"/>
                      <a:pt x="2" y="8"/>
                      <a:pt x="1" y="1"/>
                    </a:cubicBezTo>
                    <a:cubicBezTo>
                      <a:pt x="0" y="13"/>
                      <a:pt x="20" y="15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89" name="Freeform 161">
                <a:extLst>
                  <a:ext uri="{FF2B5EF4-FFF2-40B4-BE49-F238E27FC236}">
                    <a16:creationId xmlns:a16="http://schemas.microsoft.com/office/drawing/2014/main" id="{AF583474-7012-4299-9AB0-160D13765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064"/>
                <a:ext cx="110" cy="80"/>
              </a:xfrm>
              <a:custGeom>
                <a:avLst/>
                <a:gdLst>
                  <a:gd name="T0" fmla="*/ 688 w 44"/>
                  <a:gd name="T1" fmla="*/ 115 h 30"/>
                  <a:gd name="T2" fmla="*/ 625 w 44"/>
                  <a:gd name="T3" fmla="*/ 320 h 30"/>
                  <a:gd name="T4" fmla="*/ 145 w 44"/>
                  <a:gd name="T5" fmla="*/ 456 h 30"/>
                  <a:gd name="T6" fmla="*/ 0 w 44"/>
                  <a:gd name="T7" fmla="*/ 205 h 30"/>
                  <a:gd name="T8" fmla="*/ 220 w 44"/>
                  <a:gd name="T9" fmla="*/ 115 h 30"/>
                  <a:gd name="T10" fmla="*/ 283 w 44"/>
                  <a:gd name="T11" fmla="*/ 205 h 30"/>
                  <a:gd name="T12" fmla="*/ 438 w 44"/>
                  <a:gd name="T13" fmla="*/ 171 h 30"/>
                  <a:gd name="T14" fmla="*/ 458 w 44"/>
                  <a:gd name="T15" fmla="*/ 56 h 30"/>
                  <a:gd name="T16" fmla="*/ 688 w 44"/>
                  <a:gd name="T17" fmla="*/ 115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0">
                    <a:moveTo>
                      <a:pt x="44" y="6"/>
                    </a:moveTo>
                    <a:cubicBezTo>
                      <a:pt x="44" y="10"/>
                      <a:pt x="43" y="14"/>
                      <a:pt x="40" y="17"/>
                    </a:cubicBezTo>
                    <a:cubicBezTo>
                      <a:pt x="34" y="28"/>
                      <a:pt x="20" y="30"/>
                      <a:pt x="9" y="24"/>
                    </a:cubicBezTo>
                    <a:cubicBezTo>
                      <a:pt x="5" y="21"/>
                      <a:pt x="2" y="16"/>
                      <a:pt x="0" y="11"/>
                    </a:cubicBezTo>
                    <a:cubicBezTo>
                      <a:pt x="2" y="7"/>
                      <a:pt x="11" y="5"/>
                      <a:pt x="14" y="6"/>
                    </a:cubicBezTo>
                    <a:cubicBezTo>
                      <a:pt x="15" y="8"/>
                      <a:pt x="16" y="10"/>
                      <a:pt x="18" y="11"/>
                    </a:cubicBezTo>
                    <a:cubicBezTo>
                      <a:pt x="21" y="13"/>
                      <a:pt x="25" y="12"/>
                      <a:pt x="28" y="9"/>
                    </a:cubicBezTo>
                    <a:cubicBezTo>
                      <a:pt x="29" y="7"/>
                      <a:pt x="29" y="5"/>
                      <a:pt x="29" y="3"/>
                    </a:cubicBezTo>
                    <a:cubicBezTo>
                      <a:pt x="30" y="0"/>
                      <a:pt x="41" y="1"/>
                      <a:pt x="44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0" name="Freeform 162">
                <a:extLst>
                  <a:ext uri="{FF2B5EF4-FFF2-40B4-BE49-F238E27FC236}">
                    <a16:creationId xmlns:a16="http://schemas.microsoft.com/office/drawing/2014/main" id="{F5EA7382-7418-418B-8C3B-55AE6A33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048"/>
                <a:ext cx="95" cy="104"/>
              </a:xfrm>
              <a:custGeom>
                <a:avLst/>
                <a:gdLst>
                  <a:gd name="T0" fmla="*/ 95 w 38"/>
                  <a:gd name="T1" fmla="*/ 704 h 39"/>
                  <a:gd name="T2" fmla="*/ 33 w 38"/>
                  <a:gd name="T3" fmla="*/ 491 h 39"/>
                  <a:gd name="T4" fmla="*/ 345 w 38"/>
                  <a:gd name="T5" fmla="*/ 21 h 39"/>
                  <a:gd name="T6" fmla="*/ 583 w 38"/>
                  <a:gd name="T7" fmla="*/ 77 h 39"/>
                  <a:gd name="T8" fmla="*/ 458 w 38"/>
                  <a:gd name="T9" fmla="*/ 341 h 39"/>
                  <a:gd name="T10" fmla="*/ 363 w 38"/>
                  <a:gd name="T11" fmla="*/ 307 h 39"/>
                  <a:gd name="T12" fmla="*/ 270 w 38"/>
                  <a:gd name="T13" fmla="*/ 456 h 39"/>
                  <a:gd name="T14" fmla="*/ 313 w 38"/>
                  <a:gd name="T15" fmla="*/ 547 h 39"/>
                  <a:gd name="T16" fmla="*/ 95 w 38"/>
                  <a:gd name="T17" fmla="*/ 704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9">
                    <a:moveTo>
                      <a:pt x="6" y="37"/>
                    </a:moveTo>
                    <a:cubicBezTo>
                      <a:pt x="4" y="34"/>
                      <a:pt x="2" y="30"/>
                      <a:pt x="2" y="26"/>
                    </a:cubicBezTo>
                    <a:cubicBezTo>
                      <a:pt x="0" y="13"/>
                      <a:pt x="9" y="2"/>
                      <a:pt x="22" y="1"/>
                    </a:cubicBezTo>
                    <a:cubicBezTo>
                      <a:pt x="27" y="0"/>
                      <a:pt x="32" y="2"/>
                      <a:pt x="37" y="4"/>
                    </a:cubicBezTo>
                    <a:cubicBezTo>
                      <a:pt x="38" y="9"/>
                      <a:pt x="32" y="16"/>
                      <a:pt x="29" y="18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6"/>
                      <a:pt x="17" y="20"/>
                      <a:pt x="17" y="24"/>
                    </a:cubicBezTo>
                    <a:cubicBezTo>
                      <a:pt x="17" y="26"/>
                      <a:pt x="18" y="28"/>
                      <a:pt x="20" y="29"/>
                    </a:cubicBezTo>
                    <a:cubicBezTo>
                      <a:pt x="21" y="32"/>
                      <a:pt x="12" y="39"/>
                      <a:pt x="6" y="37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1" name="Freeform 163">
                <a:extLst>
                  <a:ext uri="{FF2B5EF4-FFF2-40B4-BE49-F238E27FC236}">
                    <a16:creationId xmlns:a16="http://schemas.microsoft.com/office/drawing/2014/main" id="{7D247B5D-BFC4-47DD-9C3A-860BDB44A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048"/>
                <a:ext cx="95" cy="104"/>
              </a:xfrm>
              <a:custGeom>
                <a:avLst/>
                <a:gdLst>
                  <a:gd name="T0" fmla="*/ 95 w 38"/>
                  <a:gd name="T1" fmla="*/ 704 h 39"/>
                  <a:gd name="T2" fmla="*/ 33 w 38"/>
                  <a:gd name="T3" fmla="*/ 491 h 39"/>
                  <a:gd name="T4" fmla="*/ 345 w 38"/>
                  <a:gd name="T5" fmla="*/ 21 h 39"/>
                  <a:gd name="T6" fmla="*/ 583 w 38"/>
                  <a:gd name="T7" fmla="*/ 77 h 39"/>
                  <a:gd name="T8" fmla="*/ 458 w 38"/>
                  <a:gd name="T9" fmla="*/ 341 h 39"/>
                  <a:gd name="T10" fmla="*/ 363 w 38"/>
                  <a:gd name="T11" fmla="*/ 307 h 39"/>
                  <a:gd name="T12" fmla="*/ 270 w 38"/>
                  <a:gd name="T13" fmla="*/ 456 h 39"/>
                  <a:gd name="T14" fmla="*/ 313 w 38"/>
                  <a:gd name="T15" fmla="*/ 547 h 39"/>
                  <a:gd name="T16" fmla="*/ 95 w 38"/>
                  <a:gd name="T17" fmla="*/ 704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9">
                    <a:moveTo>
                      <a:pt x="6" y="37"/>
                    </a:moveTo>
                    <a:cubicBezTo>
                      <a:pt x="4" y="34"/>
                      <a:pt x="2" y="30"/>
                      <a:pt x="2" y="26"/>
                    </a:cubicBezTo>
                    <a:cubicBezTo>
                      <a:pt x="0" y="13"/>
                      <a:pt x="9" y="2"/>
                      <a:pt x="22" y="1"/>
                    </a:cubicBezTo>
                    <a:cubicBezTo>
                      <a:pt x="27" y="0"/>
                      <a:pt x="32" y="2"/>
                      <a:pt x="37" y="4"/>
                    </a:cubicBezTo>
                    <a:cubicBezTo>
                      <a:pt x="38" y="9"/>
                      <a:pt x="32" y="16"/>
                      <a:pt x="29" y="18"/>
                    </a:cubicBezTo>
                    <a:cubicBezTo>
                      <a:pt x="27" y="16"/>
                      <a:pt x="25" y="16"/>
                      <a:pt x="23" y="16"/>
                    </a:cubicBezTo>
                    <a:cubicBezTo>
                      <a:pt x="19" y="16"/>
                      <a:pt x="17" y="20"/>
                      <a:pt x="17" y="24"/>
                    </a:cubicBezTo>
                    <a:cubicBezTo>
                      <a:pt x="17" y="26"/>
                      <a:pt x="18" y="28"/>
                      <a:pt x="20" y="29"/>
                    </a:cubicBezTo>
                    <a:cubicBezTo>
                      <a:pt x="21" y="32"/>
                      <a:pt x="12" y="39"/>
                      <a:pt x="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2" name="Freeform 164">
                <a:extLst>
                  <a:ext uri="{FF2B5EF4-FFF2-40B4-BE49-F238E27FC236}">
                    <a16:creationId xmlns:a16="http://schemas.microsoft.com/office/drawing/2014/main" id="{8845D4B3-6285-426D-9E7C-FE8925DB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235"/>
                <a:ext cx="227" cy="205"/>
              </a:xfrm>
              <a:custGeom>
                <a:avLst/>
                <a:gdLst>
                  <a:gd name="T0" fmla="*/ 62 w 91"/>
                  <a:gd name="T1" fmla="*/ 1395 h 77"/>
                  <a:gd name="T2" fmla="*/ 75 w 91"/>
                  <a:gd name="T3" fmla="*/ 1206 h 77"/>
                  <a:gd name="T4" fmla="*/ 0 w 91"/>
                  <a:gd name="T5" fmla="*/ 1134 h 77"/>
                  <a:gd name="T6" fmla="*/ 187 w 91"/>
                  <a:gd name="T7" fmla="*/ 1036 h 77"/>
                  <a:gd name="T8" fmla="*/ 292 w 91"/>
                  <a:gd name="T9" fmla="*/ 964 h 77"/>
                  <a:gd name="T10" fmla="*/ 437 w 91"/>
                  <a:gd name="T11" fmla="*/ 942 h 77"/>
                  <a:gd name="T12" fmla="*/ 621 w 91"/>
                  <a:gd name="T13" fmla="*/ 793 h 77"/>
                  <a:gd name="T14" fmla="*/ 821 w 91"/>
                  <a:gd name="T15" fmla="*/ 546 h 77"/>
                  <a:gd name="T16" fmla="*/ 995 w 91"/>
                  <a:gd name="T17" fmla="*/ 397 h 77"/>
                  <a:gd name="T18" fmla="*/ 1150 w 91"/>
                  <a:gd name="T19" fmla="*/ 170 h 77"/>
                  <a:gd name="T20" fmla="*/ 1245 w 91"/>
                  <a:gd name="T21" fmla="*/ 35 h 77"/>
                  <a:gd name="T22" fmla="*/ 1382 w 91"/>
                  <a:gd name="T23" fmla="*/ 226 h 77"/>
                  <a:gd name="T24" fmla="*/ 1275 w 91"/>
                  <a:gd name="T25" fmla="*/ 474 h 77"/>
                  <a:gd name="T26" fmla="*/ 1182 w 91"/>
                  <a:gd name="T27" fmla="*/ 511 h 77"/>
                  <a:gd name="T28" fmla="*/ 1008 w 91"/>
                  <a:gd name="T29" fmla="*/ 737 h 77"/>
                  <a:gd name="T30" fmla="*/ 808 w 91"/>
                  <a:gd name="T31" fmla="*/ 964 h 77"/>
                  <a:gd name="T32" fmla="*/ 571 w 91"/>
                  <a:gd name="T33" fmla="*/ 1134 h 77"/>
                  <a:gd name="T34" fmla="*/ 324 w 91"/>
                  <a:gd name="T35" fmla="*/ 1283 h 77"/>
                  <a:gd name="T36" fmla="*/ 62 w 91"/>
                  <a:gd name="T37" fmla="*/ 1395 h 7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1" h="77">
                    <a:moveTo>
                      <a:pt x="4" y="74"/>
                    </a:moveTo>
                    <a:cubicBezTo>
                      <a:pt x="5" y="64"/>
                      <a:pt x="5" y="64"/>
                      <a:pt x="5" y="6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9" y="54"/>
                      <a:pt x="12" y="55"/>
                    </a:cubicBezTo>
                    <a:cubicBezTo>
                      <a:pt x="15" y="56"/>
                      <a:pt x="18" y="53"/>
                      <a:pt x="19" y="51"/>
                    </a:cubicBezTo>
                    <a:cubicBezTo>
                      <a:pt x="20" y="48"/>
                      <a:pt x="28" y="50"/>
                      <a:pt x="28" y="50"/>
                    </a:cubicBezTo>
                    <a:cubicBezTo>
                      <a:pt x="32" y="46"/>
                      <a:pt x="35" y="40"/>
                      <a:pt x="40" y="42"/>
                    </a:cubicBezTo>
                    <a:cubicBezTo>
                      <a:pt x="42" y="35"/>
                      <a:pt x="49" y="27"/>
                      <a:pt x="53" y="29"/>
                    </a:cubicBezTo>
                    <a:cubicBezTo>
                      <a:pt x="53" y="23"/>
                      <a:pt x="59" y="18"/>
                      <a:pt x="64" y="21"/>
                    </a:cubicBezTo>
                    <a:cubicBezTo>
                      <a:pt x="64" y="15"/>
                      <a:pt x="71" y="8"/>
                      <a:pt x="74" y="9"/>
                    </a:cubicBezTo>
                    <a:cubicBezTo>
                      <a:pt x="76" y="5"/>
                      <a:pt x="76" y="0"/>
                      <a:pt x="80" y="2"/>
                    </a:cubicBezTo>
                    <a:cubicBezTo>
                      <a:pt x="84" y="4"/>
                      <a:pt x="86" y="10"/>
                      <a:pt x="89" y="12"/>
                    </a:cubicBezTo>
                    <a:cubicBezTo>
                      <a:pt x="91" y="13"/>
                      <a:pt x="88" y="23"/>
                      <a:pt x="82" y="25"/>
                    </a:cubicBezTo>
                    <a:cubicBezTo>
                      <a:pt x="76" y="27"/>
                      <a:pt x="76" y="27"/>
                      <a:pt x="76" y="27"/>
                    </a:cubicBezTo>
                    <a:cubicBezTo>
                      <a:pt x="76" y="27"/>
                      <a:pt x="74" y="37"/>
                      <a:pt x="65" y="39"/>
                    </a:cubicBezTo>
                    <a:cubicBezTo>
                      <a:pt x="63" y="44"/>
                      <a:pt x="62" y="50"/>
                      <a:pt x="52" y="51"/>
                    </a:cubicBezTo>
                    <a:cubicBezTo>
                      <a:pt x="49" y="57"/>
                      <a:pt x="45" y="60"/>
                      <a:pt x="37" y="60"/>
                    </a:cubicBezTo>
                    <a:cubicBezTo>
                      <a:pt x="31" y="69"/>
                      <a:pt x="26" y="70"/>
                      <a:pt x="21" y="68"/>
                    </a:cubicBezTo>
                    <a:cubicBezTo>
                      <a:pt x="16" y="74"/>
                      <a:pt x="6" y="77"/>
                      <a:pt x="4" y="7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3" name="Freeform 165">
                <a:extLst>
                  <a:ext uri="{FF2B5EF4-FFF2-40B4-BE49-F238E27FC236}">
                    <a16:creationId xmlns:a16="http://schemas.microsoft.com/office/drawing/2014/main" id="{E9DB7BCE-B38F-4326-B2D3-ADD872897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235"/>
                <a:ext cx="227" cy="205"/>
              </a:xfrm>
              <a:custGeom>
                <a:avLst/>
                <a:gdLst>
                  <a:gd name="T0" fmla="*/ 62 w 91"/>
                  <a:gd name="T1" fmla="*/ 1395 h 77"/>
                  <a:gd name="T2" fmla="*/ 75 w 91"/>
                  <a:gd name="T3" fmla="*/ 1206 h 77"/>
                  <a:gd name="T4" fmla="*/ 0 w 91"/>
                  <a:gd name="T5" fmla="*/ 1134 h 77"/>
                  <a:gd name="T6" fmla="*/ 187 w 91"/>
                  <a:gd name="T7" fmla="*/ 1036 h 77"/>
                  <a:gd name="T8" fmla="*/ 292 w 91"/>
                  <a:gd name="T9" fmla="*/ 964 h 77"/>
                  <a:gd name="T10" fmla="*/ 437 w 91"/>
                  <a:gd name="T11" fmla="*/ 942 h 77"/>
                  <a:gd name="T12" fmla="*/ 621 w 91"/>
                  <a:gd name="T13" fmla="*/ 793 h 77"/>
                  <a:gd name="T14" fmla="*/ 821 w 91"/>
                  <a:gd name="T15" fmla="*/ 546 h 77"/>
                  <a:gd name="T16" fmla="*/ 995 w 91"/>
                  <a:gd name="T17" fmla="*/ 397 h 77"/>
                  <a:gd name="T18" fmla="*/ 1150 w 91"/>
                  <a:gd name="T19" fmla="*/ 170 h 77"/>
                  <a:gd name="T20" fmla="*/ 1245 w 91"/>
                  <a:gd name="T21" fmla="*/ 35 h 77"/>
                  <a:gd name="T22" fmla="*/ 1382 w 91"/>
                  <a:gd name="T23" fmla="*/ 226 h 77"/>
                  <a:gd name="T24" fmla="*/ 1275 w 91"/>
                  <a:gd name="T25" fmla="*/ 474 h 77"/>
                  <a:gd name="T26" fmla="*/ 1182 w 91"/>
                  <a:gd name="T27" fmla="*/ 511 h 77"/>
                  <a:gd name="T28" fmla="*/ 1008 w 91"/>
                  <a:gd name="T29" fmla="*/ 737 h 77"/>
                  <a:gd name="T30" fmla="*/ 808 w 91"/>
                  <a:gd name="T31" fmla="*/ 964 h 77"/>
                  <a:gd name="T32" fmla="*/ 571 w 91"/>
                  <a:gd name="T33" fmla="*/ 1134 h 77"/>
                  <a:gd name="T34" fmla="*/ 324 w 91"/>
                  <a:gd name="T35" fmla="*/ 1283 h 77"/>
                  <a:gd name="T36" fmla="*/ 62 w 91"/>
                  <a:gd name="T37" fmla="*/ 1395 h 7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1" h="77">
                    <a:moveTo>
                      <a:pt x="4" y="74"/>
                    </a:moveTo>
                    <a:cubicBezTo>
                      <a:pt x="5" y="64"/>
                      <a:pt x="5" y="64"/>
                      <a:pt x="5" y="6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9" y="54"/>
                      <a:pt x="12" y="55"/>
                    </a:cubicBezTo>
                    <a:cubicBezTo>
                      <a:pt x="15" y="56"/>
                      <a:pt x="18" y="53"/>
                      <a:pt x="19" y="51"/>
                    </a:cubicBezTo>
                    <a:cubicBezTo>
                      <a:pt x="20" y="48"/>
                      <a:pt x="28" y="50"/>
                      <a:pt x="28" y="50"/>
                    </a:cubicBezTo>
                    <a:cubicBezTo>
                      <a:pt x="32" y="46"/>
                      <a:pt x="35" y="40"/>
                      <a:pt x="40" y="42"/>
                    </a:cubicBezTo>
                    <a:cubicBezTo>
                      <a:pt x="42" y="35"/>
                      <a:pt x="49" y="27"/>
                      <a:pt x="53" y="29"/>
                    </a:cubicBezTo>
                    <a:cubicBezTo>
                      <a:pt x="53" y="23"/>
                      <a:pt x="59" y="18"/>
                      <a:pt x="64" y="21"/>
                    </a:cubicBezTo>
                    <a:cubicBezTo>
                      <a:pt x="64" y="15"/>
                      <a:pt x="71" y="8"/>
                      <a:pt x="74" y="9"/>
                    </a:cubicBezTo>
                    <a:cubicBezTo>
                      <a:pt x="76" y="5"/>
                      <a:pt x="76" y="0"/>
                      <a:pt x="80" y="2"/>
                    </a:cubicBezTo>
                    <a:cubicBezTo>
                      <a:pt x="84" y="4"/>
                      <a:pt x="86" y="10"/>
                      <a:pt x="89" y="12"/>
                    </a:cubicBezTo>
                    <a:cubicBezTo>
                      <a:pt x="91" y="13"/>
                      <a:pt x="88" y="23"/>
                      <a:pt x="82" y="25"/>
                    </a:cubicBezTo>
                    <a:cubicBezTo>
                      <a:pt x="76" y="27"/>
                      <a:pt x="76" y="27"/>
                      <a:pt x="76" y="27"/>
                    </a:cubicBezTo>
                    <a:cubicBezTo>
                      <a:pt x="76" y="27"/>
                      <a:pt x="74" y="37"/>
                      <a:pt x="65" y="39"/>
                    </a:cubicBezTo>
                    <a:cubicBezTo>
                      <a:pt x="63" y="44"/>
                      <a:pt x="62" y="50"/>
                      <a:pt x="52" y="51"/>
                    </a:cubicBezTo>
                    <a:cubicBezTo>
                      <a:pt x="49" y="57"/>
                      <a:pt x="45" y="60"/>
                      <a:pt x="37" y="60"/>
                    </a:cubicBezTo>
                    <a:cubicBezTo>
                      <a:pt x="31" y="69"/>
                      <a:pt x="26" y="70"/>
                      <a:pt x="21" y="68"/>
                    </a:cubicBezTo>
                    <a:cubicBezTo>
                      <a:pt x="16" y="74"/>
                      <a:pt x="6" y="77"/>
                      <a:pt x="4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4" name="Freeform 166">
                <a:extLst>
                  <a:ext uri="{FF2B5EF4-FFF2-40B4-BE49-F238E27FC236}">
                    <a16:creationId xmlns:a16="http://schemas.microsoft.com/office/drawing/2014/main" id="{913D5BA0-624D-4037-9815-BE5A1C10B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371"/>
                <a:ext cx="18" cy="45"/>
              </a:xfrm>
              <a:custGeom>
                <a:avLst/>
                <a:gdLst>
                  <a:gd name="T0" fmla="*/ 0 w 7"/>
                  <a:gd name="T1" fmla="*/ 315 h 17"/>
                  <a:gd name="T2" fmla="*/ 10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17"/>
                    </a:moveTo>
                    <a:cubicBezTo>
                      <a:pt x="2" y="12"/>
                      <a:pt x="7" y="5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5" name="Freeform 167">
                <a:extLst>
                  <a:ext uri="{FF2B5EF4-FFF2-40B4-BE49-F238E27FC236}">
                    <a16:creationId xmlns:a16="http://schemas.microsoft.com/office/drawing/2014/main" id="{35D9BA64-112A-4DE5-A8D2-B71B16DB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381"/>
                <a:ext cx="28" cy="30"/>
              </a:xfrm>
              <a:custGeom>
                <a:avLst/>
                <a:gdLst>
                  <a:gd name="T0" fmla="*/ 0 w 11"/>
                  <a:gd name="T1" fmla="*/ 224 h 11"/>
                  <a:gd name="T2" fmla="*/ 181 w 1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7" y="8"/>
                      <a:pt x="10" y="6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6" name="Freeform 168">
                <a:extLst>
                  <a:ext uri="{FF2B5EF4-FFF2-40B4-BE49-F238E27FC236}">
                    <a16:creationId xmlns:a16="http://schemas.microsoft.com/office/drawing/2014/main" id="{BCF9F29E-36AA-4872-8DDD-7947CDE29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347"/>
                <a:ext cx="15" cy="53"/>
              </a:xfrm>
              <a:custGeom>
                <a:avLst/>
                <a:gdLst>
                  <a:gd name="T0" fmla="*/ 0 w 6"/>
                  <a:gd name="T1" fmla="*/ 371 h 20"/>
                  <a:gd name="T2" fmla="*/ 83 w 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0" y="20"/>
                    </a:moveTo>
                    <a:cubicBezTo>
                      <a:pt x="4" y="13"/>
                      <a:pt x="6" y="4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7" name="Freeform 169">
                <a:extLst>
                  <a:ext uri="{FF2B5EF4-FFF2-40B4-BE49-F238E27FC236}">
                    <a16:creationId xmlns:a16="http://schemas.microsoft.com/office/drawing/2014/main" id="{A9ED2CBA-D40D-4A39-9C30-06B1C843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312"/>
                <a:ext cx="10" cy="64"/>
              </a:xfrm>
              <a:custGeom>
                <a:avLst/>
                <a:gdLst>
                  <a:gd name="T0" fmla="*/ 0 w 4"/>
                  <a:gd name="T1" fmla="*/ 456 h 24"/>
                  <a:gd name="T2" fmla="*/ 50 w 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24"/>
                    </a:moveTo>
                    <a:cubicBezTo>
                      <a:pt x="0" y="18"/>
                      <a:pt x="4" y="7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8" name="Freeform 170">
                <a:extLst>
                  <a:ext uri="{FF2B5EF4-FFF2-40B4-BE49-F238E27FC236}">
                    <a16:creationId xmlns:a16="http://schemas.microsoft.com/office/drawing/2014/main" id="{1B50A38F-AFCB-4BB7-988F-3D9B63CAD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291"/>
                <a:ext cx="5" cy="48"/>
              </a:xfrm>
              <a:custGeom>
                <a:avLst/>
                <a:gdLst>
                  <a:gd name="T0" fmla="*/ 20 w 2"/>
                  <a:gd name="T1" fmla="*/ 341 h 18"/>
                  <a:gd name="T2" fmla="*/ 0 w 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1" y="18"/>
                    </a:moveTo>
                    <a:cubicBezTo>
                      <a:pt x="2" y="11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99" name="Freeform 171">
                <a:extLst>
                  <a:ext uri="{FF2B5EF4-FFF2-40B4-BE49-F238E27FC236}">
                    <a16:creationId xmlns:a16="http://schemas.microsoft.com/office/drawing/2014/main" id="{07C44747-891C-428D-97AB-C3A71BB41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259"/>
                <a:ext cx="5" cy="48"/>
              </a:xfrm>
              <a:custGeom>
                <a:avLst/>
                <a:gdLst>
                  <a:gd name="T0" fmla="*/ 33 w 2"/>
                  <a:gd name="T1" fmla="*/ 341 h 18"/>
                  <a:gd name="T2" fmla="*/ 0 w 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2" y="18"/>
                    </a:moveTo>
                    <a:cubicBezTo>
                      <a:pt x="2" y="11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0" name="Freeform 172">
                <a:extLst>
                  <a:ext uri="{FF2B5EF4-FFF2-40B4-BE49-F238E27FC236}">
                    <a16:creationId xmlns:a16="http://schemas.microsoft.com/office/drawing/2014/main" id="{60431B7D-9A9D-4306-BC12-72D227E30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21"/>
                <a:ext cx="292" cy="104"/>
              </a:xfrm>
              <a:custGeom>
                <a:avLst/>
                <a:gdLst>
                  <a:gd name="T0" fmla="*/ 0 w 117"/>
                  <a:gd name="T1" fmla="*/ 533 h 39"/>
                  <a:gd name="T2" fmla="*/ 92 w 117"/>
                  <a:gd name="T3" fmla="*/ 363 h 39"/>
                  <a:gd name="T4" fmla="*/ 75 w 117"/>
                  <a:gd name="T5" fmla="*/ 248 h 39"/>
                  <a:gd name="T6" fmla="*/ 292 w 117"/>
                  <a:gd name="T7" fmla="*/ 285 h 39"/>
                  <a:gd name="T8" fmla="*/ 437 w 117"/>
                  <a:gd name="T9" fmla="*/ 285 h 39"/>
                  <a:gd name="T10" fmla="*/ 574 w 117"/>
                  <a:gd name="T11" fmla="*/ 363 h 39"/>
                  <a:gd name="T12" fmla="*/ 821 w 117"/>
                  <a:gd name="T13" fmla="*/ 341 h 39"/>
                  <a:gd name="T14" fmla="*/ 1121 w 117"/>
                  <a:gd name="T15" fmla="*/ 264 h 39"/>
                  <a:gd name="T16" fmla="*/ 1353 w 117"/>
                  <a:gd name="T17" fmla="*/ 227 h 39"/>
                  <a:gd name="T18" fmla="*/ 1600 w 117"/>
                  <a:gd name="T19" fmla="*/ 136 h 39"/>
                  <a:gd name="T20" fmla="*/ 1757 w 117"/>
                  <a:gd name="T21" fmla="*/ 77 h 39"/>
                  <a:gd name="T22" fmla="*/ 1787 w 117"/>
                  <a:gd name="T23" fmla="*/ 341 h 39"/>
                  <a:gd name="T24" fmla="*/ 1587 w 117"/>
                  <a:gd name="T25" fmla="*/ 512 h 39"/>
                  <a:gd name="T26" fmla="*/ 1475 w 117"/>
                  <a:gd name="T27" fmla="*/ 491 h 39"/>
                  <a:gd name="T28" fmla="*/ 1215 w 117"/>
                  <a:gd name="T29" fmla="*/ 568 h 39"/>
                  <a:gd name="T30" fmla="*/ 916 w 117"/>
                  <a:gd name="T31" fmla="*/ 648 h 39"/>
                  <a:gd name="T32" fmla="*/ 604 w 117"/>
                  <a:gd name="T33" fmla="*/ 648 h 39"/>
                  <a:gd name="T34" fmla="*/ 312 w 117"/>
                  <a:gd name="T35" fmla="*/ 605 h 39"/>
                  <a:gd name="T36" fmla="*/ 0 w 117"/>
                  <a:gd name="T37" fmla="*/ 533 h 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7" h="39">
                    <a:moveTo>
                      <a:pt x="0" y="28"/>
                    </a:moveTo>
                    <a:cubicBezTo>
                      <a:pt x="6" y="19"/>
                      <a:pt x="6" y="19"/>
                      <a:pt x="6" y="1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17" y="13"/>
                      <a:pt x="19" y="15"/>
                    </a:cubicBezTo>
                    <a:cubicBezTo>
                      <a:pt x="21" y="17"/>
                      <a:pt x="25" y="16"/>
                      <a:pt x="28" y="15"/>
                    </a:cubicBezTo>
                    <a:cubicBezTo>
                      <a:pt x="31" y="13"/>
                      <a:pt x="37" y="19"/>
                      <a:pt x="37" y="19"/>
                    </a:cubicBezTo>
                    <a:cubicBezTo>
                      <a:pt x="43" y="18"/>
                      <a:pt x="48" y="14"/>
                      <a:pt x="53" y="18"/>
                    </a:cubicBezTo>
                    <a:cubicBezTo>
                      <a:pt x="58" y="13"/>
                      <a:pt x="69" y="10"/>
                      <a:pt x="72" y="14"/>
                    </a:cubicBezTo>
                    <a:cubicBezTo>
                      <a:pt x="76" y="9"/>
                      <a:pt x="84" y="7"/>
                      <a:pt x="87" y="12"/>
                    </a:cubicBezTo>
                    <a:cubicBezTo>
                      <a:pt x="91" y="7"/>
                      <a:pt x="101" y="5"/>
                      <a:pt x="103" y="7"/>
                    </a:cubicBezTo>
                    <a:cubicBezTo>
                      <a:pt x="107" y="4"/>
                      <a:pt x="111" y="0"/>
                      <a:pt x="113" y="4"/>
                    </a:cubicBezTo>
                    <a:cubicBezTo>
                      <a:pt x="116" y="8"/>
                      <a:pt x="114" y="15"/>
                      <a:pt x="115" y="18"/>
                    </a:cubicBezTo>
                    <a:cubicBezTo>
                      <a:pt x="117" y="21"/>
                      <a:pt x="108" y="28"/>
                      <a:pt x="102" y="27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87" y="33"/>
                      <a:pt x="78" y="30"/>
                    </a:cubicBezTo>
                    <a:cubicBezTo>
                      <a:pt x="73" y="34"/>
                      <a:pt x="69" y="38"/>
                      <a:pt x="59" y="34"/>
                    </a:cubicBezTo>
                    <a:cubicBezTo>
                      <a:pt x="52" y="37"/>
                      <a:pt x="47" y="39"/>
                      <a:pt x="39" y="34"/>
                    </a:cubicBezTo>
                    <a:cubicBezTo>
                      <a:pt x="29" y="39"/>
                      <a:pt x="23" y="36"/>
                      <a:pt x="20" y="32"/>
                    </a:cubicBezTo>
                    <a:cubicBezTo>
                      <a:pt x="12" y="35"/>
                      <a:pt x="0" y="32"/>
                      <a:pt x="0" y="28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1" name="Freeform 173">
                <a:extLst>
                  <a:ext uri="{FF2B5EF4-FFF2-40B4-BE49-F238E27FC236}">
                    <a16:creationId xmlns:a16="http://schemas.microsoft.com/office/drawing/2014/main" id="{B09507CF-B63D-4E1E-82CC-87CB77F33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21"/>
                <a:ext cx="292" cy="104"/>
              </a:xfrm>
              <a:custGeom>
                <a:avLst/>
                <a:gdLst>
                  <a:gd name="T0" fmla="*/ 0 w 117"/>
                  <a:gd name="T1" fmla="*/ 533 h 39"/>
                  <a:gd name="T2" fmla="*/ 92 w 117"/>
                  <a:gd name="T3" fmla="*/ 363 h 39"/>
                  <a:gd name="T4" fmla="*/ 75 w 117"/>
                  <a:gd name="T5" fmla="*/ 248 h 39"/>
                  <a:gd name="T6" fmla="*/ 292 w 117"/>
                  <a:gd name="T7" fmla="*/ 285 h 39"/>
                  <a:gd name="T8" fmla="*/ 437 w 117"/>
                  <a:gd name="T9" fmla="*/ 285 h 39"/>
                  <a:gd name="T10" fmla="*/ 574 w 117"/>
                  <a:gd name="T11" fmla="*/ 363 h 39"/>
                  <a:gd name="T12" fmla="*/ 821 w 117"/>
                  <a:gd name="T13" fmla="*/ 341 h 39"/>
                  <a:gd name="T14" fmla="*/ 1121 w 117"/>
                  <a:gd name="T15" fmla="*/ 264 h 39"/>
                  <a:gd name="T16" fmla="*/ 1353 w 117"/>
                  <a:gd name="T17" fmla="*/ 227 h 39"/>
                  <a:gd name="T18" fmla="*/ 1600 w 117"/>
                  <a:gd name="T19" fmla="*/ 136 h 39"/>
                  <a:gd name="T20" fmla="*/ 1757 w 117"/>
                  <a:gd name="T21" fmla="*/ 77 h 39"/>
                  <a:gd name="T22" fmla="*/ 1787 w 117"/>
                  <a:gd name="T23" fmla="*/ 341 h 39"/>
                  <a:gd name="T24" fmla="*/ 1587 w 117"/>
                  <a:gd name="T25" fmla="*/ 512 h 39"/>
                  <a:gd name="T26" fmla="*/ 1475 w 117"/>
                  <a:gd name="T27" fmla="*/ 491 h 39"/>
                  <a:gd name="T28" fmla="*/ 1215 w 117"/>
                  <a:gd name="T29" fmla="*/ 568 h 39"/>
                  <a:gd name="T30" fmla="*/ 916 w 117"/>
                  <a:gd name="T31" fmla="*/ 648 h 39"/>
                  <a:gd name="T32" fmla="*/ 604 w 117"/>
                  <a:gd name="T33" fmla="*/ 648 h 39"/>
                  <a:gd name="T34" fmla="*/ 312 w 117"/>
                  <a:gd name="T35" fmla="*/ 605 h 39"/>
                  <a:gd name="T36" fmla="*/ 0 w 117"/>
                  <a:gd name="T37" fmla="*/ 533 h 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7" h="39">
                    <a:moveTo>
                      <a:pt x="0" y="28"/>
                    </a:moveTo>
                    <a:cubicBezTo>
                      <a:pt x="6" y="19"/>
                      <a:pt x="6" y="19"/>
                      <a:pt x="6" y="1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17" y="13"/>
                      <a:pt x="19" y="15"/>
                    </a:cubicBezTo>
                    <a:cubicBezTo>
                      <a:pt x="21" y="17"/>
                      <a:pt x="25" y="16"/>
                      <a:pt x="28" y="15"/>
                    </a:cubicBezTo>
                    <a:cubicBezTo>
                      <a:pt x="31" y="13"/>
                      <a:pt x="37" y="19"/>
                      <a:pt x="37" y="19"/>
                    </a:cubicBezTo>
                    <a:cubicBezTo>
                      <a:pt x="43" y="18"/>
                      <a:pt x="48" y="14"/>
                      <a:pt x="53" y="18"/>
                    </a:cubicBezTo>
                    <a:cubicBezTo>
                      <a:pt x="58" y="13"/>
                      <a:pt x="69" y="10"/>
                      <a:pt x="72" y="14"/>
                    </a:cubicBezTo>
                    <a:cubicBezTo>
                      <a:pt x="76" y="9"/>
                      <a:pt x="84" y="7"/>
                      <a:pt x="87" y="12"/>
                    </a:cubicBezTo>
                    <a:cubicBezTo>
                      <a:pt x="91" y="7"/>
                      <a:pt x="101" y="5"/>
                      <a:pt x="103" y="7"/>
                    </a:cubicBezTo>
                    <a:cubicBezTo>
                      <a:pt x="107" y="4"/>
                      <a:pt x="111" y="0"/>
                      <a:pt x="113" y="4"/>
                    </a:cubicBezTo>
                    <a:cubicBezTo>
                      <a:pt x="116" y="8"/>
                      <a:pt x="114" y="15"/>
                      <a:pt x="115" y="18"/>
                    </a:cubicBezTo>
                    <a:cubicBezTo>
                      <a:pt x="117" y="21"/>
                      <a:pt x="108" y="28"/>
                      <a:pt x="102" y="27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87" y="33"/>
                      <a:pt x="78" y="30"/>
                    </a:cubicBezTo>
                    <a:cubicBezTo>
                      <a:pt x="73" y="34"/>
                      <a:pt x="69" y="38"/>
                      <a:pt x="59" y="34"/>
                    </a:cubicBezTo>
                    <a:cubicBezTo>
                      <a:pt x="52" y="37"/>
                      <a:pt x="47" y="39"/>
                      <a:pt x="39" y="34"/>
                    </a:cubicBezTo>
                    <a:cubicBezTo>
                      <a:pt x="29" y="39"/>
                      <a:pt x="23" y="36"/>
                      <a:pt x="20" y="32"/>
                    </a:cubicBezTo>
                    <a:cubicBezTo>
                      <a:pt x="12" y="35"/>
                      <a:pt x="0" y="32"/>
                      <a:pt x="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2" name="Freeform 174">
                <a:extLst>
                  <a:ext uri="{FF2B5EF4-FFF2-40B4-BE49-F238E27FC236}">
                    <a16:creationId xmlns:a16="http://schemas.microsoft.com/office/drawing/2014/main" id="{907240CC-3327-4653-904C-F03D30E78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472"/>
                <a:ext cx="37" cy="35"/>
              </a:xfrm>
              <a:custGeom>
                <a:avLst/>
                <a:gdLst>
                  <a:gd name="T0" fmla="*/ 0 w 15"/>
                  <a:gd name="T1" fmla="*/ 253 h 13"/>
                  <a:gd name="T2" fmla="*/ 224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13"/>
                    </a:moveTo>
                    <a:cubicBezTo>
                      <a:pt x="5" y="9"/>
                      <a:pt x="13" y="6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3" name="Freeform 175">
                <a:extLst>
                  <a:ext uri="{FF2B5EF4-FFF2-40B4-BE49-F238E27FC236}">
                    <a16:creationId xmlns:a16="http://schemas.microsoft.com/office/drawing/2014/main" id="{7638DF0C-AFB8-4EA8-8941-37617CB31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69"/>
                <a:ext cx="42" cy="11"/>
              </a:xfrm>
              <a:custGeom>
                <a:avLst/>
                <a:gdLst>
                  <a:gd name="T0" fmla="*/ 0 w 17"/>
                  <a:gd name="T1" fmla="*/ 61 h 4"/>
                  <a:gd name="T2" fmla="*/ 257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3"/>
                    </a:moveTo>
                    <a:cubicBezTo>
                      <a:pt x="8" y="4"/>
                      <a:pt x="13" y="4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4" name="Freeform 176">
                <a:extLst>
                  <a:ext uri="{FF2B5EF4-FFF2-40B4-BE49-F238E27FC236}">
                    <a16:creationId xmlns:a16="http://schemas.microsoft.com/office/drawing/2014/main" id="{ABD3A16F-E3BF-472E-96A2-197BA109E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469"/>
                <a:ext cx="40" cy="46"/>
              </a:xfrm>
              <a:custGeom>
                <a:avLst/>
                <a:gdLst>
                  <a:gd name="T0" fmla="*/ 0 w 16"/>
                  <a:gd name="T1" fmla="*/ 336 h 17"/>
                  <a:gd name="T2" fmla="*/ 250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7" y="12"/>
                      <a:pt x="14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5" name="Freeform 177">
                <a:extLst>
                  <a:ext uri="{FF2B5EF4-FFF2-40B4-BE49-F238E27FC236}">
                    <a16:creationId xmlns:a16="http://schemas.microsoft.com/office/drawing/2014/main" id="{F429C27C-DEA8-4EA0-A2BD-E1701DB36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59"/>
                <a:ext cx="40" cy="56"/>
              </a:xfrm>
              <a:custGeom>
                <a:avLst/>
                <a:gdLst>
                  <a:gd name="T0" fmla="*/ 0 w 16"/>
                  <a:gd name="T1" fmla="*/ 397 h 21"/>
                  <a:gd name="T2" fmla="*/ 250 w 1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0" y="21"/>
                    </a:moveTo>
                    <a:cubicBezTo>
                      <a:pt x="3" y="15"/>
                      <a:pt x="13" y="7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6" name="Freeform 178">
                <a:extLst>
                  <a:ext uri="{FF2B5EF4-FFF2-40B4-BE49-F238E27FC236}">
                    <a16:creationId xmlns:a16="http://schemas.microsoft.com/office/drawing/2014/main" id="{64A4FC56-F807-4F44-AD0A-B50A67B4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453"/>
                <a:ext cx="22" cy="48"/>
              </a:xfrm>
              <a:custGeom>
                <a:avLst/>
                <a:gdLst>
                  <a:gd name="T0" fmla="*/ 0 w 9"/>
                  <a:gd name="T1" fmla="*/ 341 h 18"/>
                  <a:gd name="T2" fmla="*/ 132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18"/>
                    </a:moveTo>
                    <a:cubicBezTo>
                      <a:pt x="5" y="12"/>
                      <a:pt x="7" y="7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7" name="Freeform 179">
                <a:extLst>
                  <a:ext uri="{FF2B5EF4-FFF2-40B4-BE49-F238E27FC236}">
                    <a16:creationId xmlns:a16="http://schemas.microsoft.com/office/drawing/2014/main" id="{16014E24-FD18-42EA-9DCD-FF8BF8879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440"/>
                <a:ext cx="20" cy="51"/>
              </a:xfrm>
              <a:custGeom>
                <a:avLst/>
                <a:gdLst>
                  <a:gd name="T0" fmla="*/ 0 w 8"/>
                  <a:gd name="T1" fmla="*/ 368 h 19"/>
                  <a:gd name="T2" fmla="*/ 125 w 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4" y="12"/>
                      <a:pt x="7" y="6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8" name="Freeform 180">
                <a:extLst>
                  <a:ext uri="{FF2B5EF4-FFF2-40B4-BE49-F238E27FC236}">
                    <a16:creationId xmlns:a16="http://schemas.microsoft.com/office/drawing/2014/main" id="{F9FA625E-0309-458C-921F-F9EF4A0FE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491"/>
                <a:ext cx="293" cy="101"/>
              </a:xfrm>
              <a:custGeom>
                <a:avLst/>
                <a:gdLst>
                  <a:gd name="T0" fmla="*/ 20 w 117"/>
                  <a:gd name="T1" fmla="*/ 524 h 38"/>
                  <a:gd name="T2" fmla="*/ 113 w 117"/>
                  <a:gd name="T3" fmla="*/ 361 h 38"/>
                  <a:gd name="T4" fmla="*/ 83 w 117"/>
                  <a:gd name="T5" fmla="*/ 247 h 38"/>
                  <a:gd name="T6" fmla="*/ 301 w 117"/>
                  <a:gd name="T7" fmla="*/ 282 h 38"/>
                  <a:gd name="T8" fmla="*/ 438 w 117"/>
                  <a:gd name="T9" fmla="*/ 260 h 38"/>
                  <a:gd name="T10" fmla="*/ 583 w 117"/>
                  <a:gd name="T11" fmla="*/ 361 h 38"/>
                  <a:gd name="T12" fmla="*/ 834 w 117"/>
                  <a:gd name="T13" fmla="*/ 340 h 38"/>
                  <a:gd name="T14" fmla="*/ 1129 w 117"/>
                  <a:gd name="T15" fmla="*/ 260 h 38"/>
                  <a:gd name="T16" fmla="*/ 1380 w 117"/>
                  <a:gd name="T17" fmla="*/ 226 h 38"/>
                  <a:gd name="T18" fmla="*/ 1630 w 117"/>
                  <a:gd name="T19" fmla="*/ 136 h 38"/>
                  <a:gd name="T20" fmla="*/ 1776 w 117"/>
                  <a:gd name="T21" fmla="*/ 77 h 38"/>
                  <a:gd name="T22" fmla="*/ 1818 w 117"/>
                  <a:gd name="T23" fmla="*/ 340 h 38"/>
                  <a:gd name="T24" fmla="*/ 1600 w 117"/>
                  <a:gd name="T25" fmla="*/ 486 h 38"/>
                  <a:gd name="T26" fmla="*/ 1493 w 117"/>
                  <a:gd name="T27" fmla="*/ 465 h 38"/>
                  <a:gd name="T28" fmla="*/ 1222 w 117"/>
                  <a:gd name="T29" fmla="*/ 566 h 38"/>
                  <a:gd name="T30" fmla="*/ 929 w 117"/>
                  <a:gd name="T31" fmla="*/ 622 h 38"/>
                  <a:gd name="T32" fmla="*/ 614 w 117"/>
                  <a:gd name="T33" fmla="*/ 635 h 38"/>
                  <a:gd name="T34" fmla="*/ 313 w 117"/>
                  <a:gd name="T35" fmla="*/ 601 h 38"/>
                  <a:gd name="T36" fmla="*/ 20 w 117"/>
                  <a:gd name="T37" fmla="*/ 524 h 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7" h="38">
                    <a:moveTo>
                      <a:pt x="1" y="28"/>
                    </a:moveTo>
                    <a:cubicBezTo>
                      <a:pt x="7" y="19"/>
                      <a:pt x="7" y="19"/>
                      <a:pt x="7" y="1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17" y="12"/>
                      <a:pt x="19" y="15"/>
                    </a:cubicBezTo>
                    <a:cubicBezTo>
                      <a:pt x="21" y="17"/>
                      <a:pt x="26" y="16"/>
                      <a:pt x="28" y="14"/>
                    </a:cubicBezTo>
                    <a:cubicBezTo>
                      <a:pt x="31" y="13"/>
                      <a:pt x="37" y="19"/>
                      <a:pt x="37" y="19"/>
                    </a:cubicBezTo>
                    <a:cubicBezTo>
                      <a:pt x="43" y="18"/>
                      <a:pt x="49" y="14"/>
                      <a:pt x="53" y="18"/>
                    </a:cubicBezTo>
                    <a:cubicBezTo>
                      <a:pt x="58" y="12"/>
                      <a:pt x="69" y="9"/>
                      <a:pt x="72" y="14"/>
                    </a:cubicBezTo>
                    <a:cubicBezTo>
                      <a:pt x="76" y="8"/>
                      <a:pt x="84" y="6"/>
                      <a:pt x="88" y="12"/>
                    </a:cubicBezTo>
                    <a:cubicBezTo>
                      <a:pt x="91" y="7"/>
                      <a:pt x="101" y="4"/>
                      <a:pt x="104" y="7"/>
                    </a:cubicBezTo>
                    <a:cubicBezTo>
                      <a:pt x="108" y="4"/>
                      <a:pt x="111" y="0"/>
                      <a:pt x="113" y="4"/>
                    </a:cubicBezTo>
                    <a:cubicBezTo>
                      <a:pt x="116" y="8"/>
                      <a:pt x="114" y="15"/>
                      <a:pt x="116" y="18"/>
                    </a:cubicBezTo>
                    <a:cubicBezTo>
                      <a:pt x="117" y="20"/>
                      <a:pt x="108" y="28"/>
                      <a:pt x="102" y="26"/>
                    </a:cubicBezTo>
                    <a:cubicBezTo>
                      <a:pt x="95" y="25"/>
                      <a:pt x="95" y="25"/>
                      <a:pt x="95" y="25"/>
                    </a:cubicBezTo>
                    <a:cubicBezTo>
                      <a:pt x="95" y="25"/>
                      <a:pt x="88" y="33"/>
                      <a:pt x="78" y="30"/>
                    </a:cubicBezTo>
                    <a:cubicBezTo>
                      <a:pt x="73" y="33"/>
                      <a:pt x="69" y="38"/>
                      <a:pt x="59" y="33"/>
                    </a:cubicBezTo>
                    <a:cubicBezTo>
                      <a:pt x="53" y="37"/>
                      <a:pt x="47" y="38"/>
                      <a:pt x="39" y="34"/>
                    </a:cubicBezTo>
                    <a:cubicBezTo>
                      <a:pt x="30" y="38"/>
                      <a:pt x="24" y="36"/>
                      <a:pt x="20" y="32"/>
                    </a:cubicBezTo>
                    <a:cubicBezTo>
                      <a:pt x="12" y="34"/>
                      <a:pt x="0" y="32"/>
                      <a:pt x="1" y="28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09" name="Freeform 181">
                <a:extLst>
                  <a:ext uri="{FF2B5EF4-FFF2-40B4-BE49-F238E27FC236}">
                    <a16:creationId xmlns:a16="http://schemas.microsoft.com/office/drawing/2014/main" id="{9DA7C815-D0D1-4869-8C3B-2876951F9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491"/>
                <a:ext cx="293" cy="101"/>
              </a:xfrm>
              <a:custGeom>
                <a:avLst/>
                <a:gdLst>
                  <a:gd name="T0" fmla="*/ 20 w 117"/>
                  <a:gd name="T1" fmla="*/ 524 h 38"/>
                  <a:gd name="T2" fmla="*/ 113 w 117"/>
                  <a:gd name="T3" fmla="*/ 361 h 38"/>
                  <a:gd name="T4" fmla="*/ 83 w 117"/>
                  <a:gd name="T5" fmla="*/ 247 h 38"/>
                  <a:gd name="T6" fmla="*/ 301 w 117"/>
                  <a:gd name="T7" fmla="*/ 282 h 38"/>
                  <a:gd name="T8" fmla="*/ 438 w 117"/>
                  <a:gd name="T9" fmla="*/ 260 h 38"/>
                  <a:gd name="T10" fmla="*/ 583 w 117"/>
                  <a:gd name="T11" fmla="*/ 361 h 38"/>
                  <a:gd name="T12" fmla="*/ 834 w 117"/>
                  <a:gd name="T13" fmla="*/ 340 h 38"/>
                  <a:gd name="T14" fmla="*/ 1129 w 117"/>
                  <a:gd name="T15" fmla="*/ 260 h 38"/>
                  <a:gd name="T16" fmla="*/ 1380 w 117"/>
                  <a:gd name="T17" fmla="*/ 226 h 38"/>
                  <a:gd name="T18" fmla="*/ 1630 w 117"/>
                  <a:gd name="T19" fmla="*/ 136 h 38"/>
                  <a:gd name="T20" fmla="*/ 1776 w 117"/>
                  <a:gd name="T21" fmla="*/ 77 h 38"/>
                  <a:gd name="T22" fmla="*/ 1818 w 117"/>
                  <a:gd name="T23" fmla="*/ 340 h 38"/>
                  <a:gd name="T24" fmla="*/ 1600 w 117"/>
                  <a:gd name="T25" fmla="*/ 486 h 38"/>
                  <a:gd name="T26" fmla="*/ 1493 w 117"/>
                  <a:gd name="T27" fmla="*/ 465 h 38"/>
                  <a:gd name="T28" fmla="*/ 1222 w 117"/>
                  <a:gd name="T29" fmla="*/ 566 h 38"/>
                  <a:gd name="T30" fmla="*/ 929 w 117"/>
                  <a:gd name="T31" fmla="*/ 622 h 38"/>
                  <a:gd name="T32" fmla="*/ 614 w 117"/>
                  <a:gd name="T33" fmla="*/ 635 h 38"/>
                  <a:gd name="T34" fmla="*/ 313 w 117"/>
                  <a:gd name="T35" fmla="*/ 601 h 38"/>
                  <a:gd name="T36" fmla="*/ 20 w 117"/>
                  <a:gd name="T37" fmla="*/ 524 h 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7" h="38">
                    <a:moveTo>
                      <a:pt x="1" y="28"/>
                    </a:moveTo>
                    <a:cubicBezTo>
                      <a:pt x="7" y="19"/>
                      <a:pt x="7" y="19"/>
                      <a:pt x="7" y="1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17" y="12"/>
                      <a:pt x="19" y="15"/>
                    </a:cubicBezTo>
                    <a:cubicBezTo>
                      <a:pt x="21" y="17"/>
                      <a:pt x="26" y="16"/>
                      <a:pt x="28" y="14"/>
                    </a:cubicBezTo>
                    <a:cubicBezTo>
                      <a:pt x="31" y="13"/>
                      <a:pt x="37" y="19"/>
                      <a:pt x="37" y="19"/>
                    </a:cubicBezTo>
                    <a:cubicBezTo>
                      <a:pt x="43" y="18"/>
                      <a:pt x="49" y="14"/>
                      <a:pt x="53" y="18"/>
                    </a:cubicBezTo>
                    <a:cubicBezTo>
                      <a:pt x="58" y="12"/>
                      <a:pt x="69" y="9"/>
                      <a:pt x="72" y="14"/>
                    </a:cubicBezTo>
                    <a:cubicBezTo>
                      <a:pt x="76" y="8"/>
                      <a:pt x="84" y="6"/>
                      <a:pt x="88" y="12"/>
                    </a:cubicBezTo>
                    <a:cubicBezTo>
                      <a:pt x="91" y="7"/>
                      <a:pt x="101" y="4"/>
                      <a:pt x="104" y="7"/>
                    </a:cubicBezTo>
                    <a:cubicBezTo>
                      <a:pt x="108" y="4"/>
                      <a:pt x="111" y="0"/>
                      <a:pt x="113" y="4"/>
                    </a:cubicBezTo>
                    <a:cubicBezTo>
                      <a:pt x="116" y="8"/>
                      <a:pt x="114" y="15"/>
                      <a:pt x="116" y="18"/>
                    </a:cubicBezTo>
                    <a:cubicBezTo>
                      <a:pt x="117" y="20"/>
                      <a:pt x="108" y="28"/>
                      <a:pt x="102" y="26"/>
                    </a:cubicBezTo>
                    <a:cubicBezTo>
                      <a:pt x="95" y="25"/>
                      <a:pt x="95" y="25"/>
                      <a:pt x="95" y="25"/>
                    </a:cubicBezTo>
                    <a:cubicBezTo>
                      <a:pt x="95" y="25"/>
                      <a:pt x="88" y="33"/>
                      <a:pt x="78" y="30"/>
                    </a:cubicBezTo>
                    <a:cubicBezTo>
                      <a:pt x="73" y="33"/>
                      <a:pt x="69" y="38"/>
                      <a:pt x="59" y="33"/>
                    </a:cubicBezTo>
                    <a:cubicBezTo>
                      <a:pt x="53" y="37"/>
                      <a:pt x="47" y="38"/>
                      <a:pt x="39" y="34"/>
                    </a:cubicBezTo>
                    <a:cubicBezTo>
                      <a:pt x="30" y="38"/>
                      <a:pt x="24" y="36"/>
                      <a:pt x="20" y="32"/>
                    </a:cubicBezTo>
                    <a:cubicBezTo>
                      <a:pt x="12" y="34"/>
                      <a:pt x="0" y="32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0" name="Freeform 182">
                <a:extLst>
                  <a:ext uri="{FF2B5EF4-FFF2-40B4-BE49-F238E27FC236}">
                    <a16:creationId xmlns:a16="http://schemas.microsoft.com/office/drawing/2014/main" id="{0359B7A2-73F8-4A68-91C8-33239FEA3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541"/>
                <a:ext cx="38" cy="35"/>
              </a:xfrm>
              <a:custGeom>
                <a:avLst/>
                <a:gdLst>
                  <a:gd name="T0" fmla="*/ 0 w 15"/>
                  <a:gd name="T1" fmla="*/ 253 h 13"/>
                  <a:gd name="T2" fmla="*/ 243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13"/>
                    </a:moveTo>
                    <a:cubicBezTo>
                      <a:pt x="5" y="9"/>
                      <a:pt x="14" y="6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1" name="Freeform 183">
                <a:extLst>
                  <a:ext uri="{FF2B5EF4-FFF2-40B4-BE49-F238E27FC236}">
                    <a16:creationId xmlns:a16="http://schemas.microsoft.com/office/drawing/2014/main" id="{AAC282FE-9090-41A0-B4E0-2A450E213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36"/>
                <a:ext cx="43" cy="13"/>
              </a:xfrm>
              <a:custGeom>
                <a:avLst/>
                <a:gdLst>
                  <a:gd name="T0" fmla="*/ 0 w 17"/>
                  <a:gd name="T1" fmla="*/ 68 h 5"/>
                  <a:gd name="T2" fmla="*/ 276 w 1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4"/>
                    </a:moveTo>
                    <a:cubicBezTo>
                      <a:pt x="8" y="5"/>
                      <a:pt x="13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2" name="Freeform 184">
                <a:extLst>
                  <a:ext uri="{FF2B5EF4-FFF2-40B4-BE49-F238E27FC236}">
                    <a16:creationId xmlns:a16="http://schemas.microsoft.com/office/drawing/2014/main" id="{16528F0A-248E-4C9D-9B6A-F852749D6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39"/>
                <a:ext cx="40" cy="45"/>
              </a:xfrm>
              <a:custGeom>
                <a:avLst/>
                <a:gdLst>
                  <a:gd name="T0" fmla="*/ 0 w 16"/>
                  <a:gd name="T1" fmla="*/ 315 h 17"/>
                  <a:gd name="T2" fmla="*/ 250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7" y="12"/>
                      <a:pt x="15" y="4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3" name="Freeform 185">
                <a:extLst>
                  <a:ext uri="{FF2B5EF4-FFF2-40B4-BE49-F238E27FC236}">
                    <a16:creationId xmlns:a16="http://schemas.microsoft.com/office/drawing/2014/main" id="{26951066-532F-4997-8F1E-DBEEE36FC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528"/>
                <a:ext cx="40" cy="53"/>
              </a:xfrm>
              <a:custGeom>
                <a:avLst/>
                <a:gdLst>
                  <a:gd name="T0" fmla="*/ 0 w 16"/>
                  <a:gd name="T1" fmla="*/ 371 h 20"/>
                  <a:gd name="T2" fmla="*/ 250 w 1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20"/>
                    </a:moveTo>
                    <a:cubicBezTo>
                      <a:pt x="4" y="15"/>
                      <a:pt x="13" y="7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4" name="Freeform 186">
                <a:extLst>
                  <a:ext uri="{FF2B5EF4-FFF2-40B4-BE49-F238E27FC236}">
                    <a16:creationId xmlns:a16="http://schemas.microsoft.com/office/drawing/2014/main" id="{98AACB69-5E92-4C29-8536-4CB2C660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523"/>
                <a:ext cx="25" cy="48"/>
              </a:xfrm>
              <a:custGeom>
                <a:avLst/>
                <a:gdLst>
                  <a:gd name="T0" fmla="*/ 0 w 10"/>
                  <a:gd name="T1" fmla="*/ 341 h 18"/>
                  <a:gd name="T2" fmla="*/ 158 w 1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0" y="18"/>
                    </a:moveTo>
                    <a:cubicBezTo>
                      <a:pt x="5" y="11"/>
                      <a:pt x="7" y="6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5" name="Freeform 187">
                <a:extLst>
                  <a:ext uri="{FF2B5EF4-FFF2-40B4-BE49-F238E27FC236}">
                    <a16:creationId xmlns:a16="http://schemas.microsoft.com/office/drawing/2014/main" id="{1B990F58-B3FB-4ED8-B36D-287C31D8C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509"/>
                <a:ext cx="22" cy="48"/>
              </a:xfrm>
              <a:custGeom>
                <a:avLst/>
                <a:gdLst>
                  <a:gd name="T0" fmla="*/ 0 w 9"/>
                  <a:gd name="T1" fmla="*/ 341 h 18"/>
                  <a:gd name="T2" fmla="*/ 132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18"/>
                    </a:moveTo>
                    <a:cubicBezTo>
                      <a:pt x="4" y="11"/>
                      <a:pt x="8" y="6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6" name="Freeform 188">
                <a:extLst>
                  <a:ext uri="{FF2B5EF4-FFF2-40B4-BE49-F238E27FC236}">
                    <a16:creationId xmlns:a16="http://schemas.microsoft.com/office/drawing/2014/main" id="{F3172F7F-A6D7-4D84-B5A0-9363FDE3B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296"/>
                <a:ext cx="268" cy="91"/>
              </a:xfrm>
              <a:custGeom>
                <a:avLst/>
                <a:gdLst>
                  <a:gd name="T0" fmla="*/ 20 w 107"/>
                  <a:gd name="T1" fmla="*/ 479 h 34"/>
                  <a:gd name="T2" fmla="*/ 95 w 107"/>
                  <a:gd name="T3" fmla="*/ 329 h 34"/>
                  <a:gd name="T4" fmla="*/ 83 w 107"/>
                  <a:gd name="T5" fmla="*/ 209 h 34"/>
                  <a:gd name="T6" fmla="*/ 271 w 107"/>
                  <a:gd name="T7" fmla="*/ 252 h 34"/>
                  <a:gd name="T8" fmla="*/ 408 w 107"/>
                  <a:gd name="T9" fmla="*/ 252 h 34"/>
                  <a:gd name="T10" fmla="*/ 533 w 107"/>
                  <a:gd name="T11" fmla="*/ 329 h 34"/>
                  <a:gd name="T12" fmla="*/ 754 w 107"/>
                  <a:gd name="T13" fmla="*/ 308 h 34"/>
                  <a:gd name="T14" fmla="*/ 1022 w 107"/>
                  <a:gd name="T15" fmla="*/ 230 h 34"/>
                  <a:gd name="T16" fmla="*/ 1255 w 107"/>
                  <a:gd name="T17" fmla="*/ 193 h 34"/>
                  <a:gd name="T18" fmla="*/ 1475 w 107"/>
                  <a:gd name="T19" fmla="*/ 115 h 34"/>
                  <a:gd name="T20" fmla="*/ 1618 w 107"/>
                  <a:gd name="T21" fmla="*/ 56 h 34"/>
                  <a:gd name="T22" fmla="*/ 1651 w 107"/>
                  <a:gd name="T23" fmla="*/ 308 h 34"/>
                  <a:gd name="T24" fmla="*/ 1463 w 107"/>
                  <a:gd name="T25" fmla="*/ 458 h 34"/>
                  <a:gd name="T26" fmla="*/ 1368 w 107"/>
                  <a:gd name="T27" fmla="*/ 423 h 34"/>
                  <a:gd name="T28" fmla="*/ 1117 w 107"/>
                  <a:gd name="T29" fmla="*/ 500 h 34"/>
                  <a:gd name="T30" fmla="*/ 847 w 107"/>
                  <a:gd name="T31" fmla="*/ 573 h 34"/>
                  <a:gd name="T32" fmla="*/ 564 w 107"/>
                  <a:gd name="T33" fmla="*/ 573 h 34"/>
                  <a:gd name="T34" fmla="*/ 283 w 107"/>
                  <a:gd name="T35" fmla="*/ 538 h 34"/>
                  <a:gd name="T36" fmla="*/ 20 w 107"/>
                  <a:gd name="T37" fmla="*/ 479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7" h="34">
                    <a:moveTo>
                      <a:pt x="1" y="25"/>
                    </a:moveTo>
                    <a:cubicBezTo>
                      <a:pt x="6" y="17"/>
                      <a:pt x="6" y="17"/>
                      <a:pt x="6" y="1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15" y="11"/>
                      <a:pt x="17" y="13"/>
                    </a:cubicBezTo>
                    <a:cubicBezTo>
                      <a:pt x="19" y="15"/>
                      <a:pt x="23" y="14"/>
                      <a:pt x="26" y="13"/>
                    </a:cubicBezTo>
                    <a:cubicBezTo>
                      <a:pt x="28" y="11"/>
                      <a:pt x="34" y="17"/>
                      <a:pt x="34" y="17"/>
                    </a:cubicBezTo>
                    <a:cubicBezTo>
                      <a:pt x="39" y="16"/>
                      <a:pt x="44" y="12"/>
                      <a:pt x="48" y="16"/>
                    </a:cubicBezTo>
                    <a:cubicBezTo>
                      <a:pt x="53" y="11"/>
                      <a:pt x="63" y="8"/>
                      <a:pt x="65" y="12"/>
                    </a:cubicBezTo>
                    <a:cubicBezTo>
                      <a:pt x="69" y="7"/>
                      <a:pt x="77" y="5"/>
                      <a:pt x="80" y="10"/>
                    </a:cubicBezTo>
                    <a:cubicBezTo>
                      <a:pt x="83" y="6"/>
                      <a:pt x="92" y="3"/>
                      <a:pt x="94" y="6"/>
                    </a:cubicBezTo>
                    <a:cubicBezTo>
                      <a:pt x="98" y="3"/>
                      <a:pt x="101" y="0"/>
                      <a:pt x="103" y="3"/>
                    </a:cubicBezTo>
                    <a:cubicBezTo>
                      <a:pt x="105" y="7"/>
                      <a:pt x="104" y="13"/>
                      <a:pt x="105" y="16"/>
                    </a:cubicBezTo>
                    <a:cubicBezTo>
                      <a:pt x="107" y="18"/>
                      <a:pt x="98" y="25"/>
                      <a:pt x="93" y="24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0" y="29"/>
                      <a:pt x="71" y="26"/>
                    </a:cubicBezTo>
                    <a:cubicBezTo>
                      <a:pt x="67" y="30"/>
                      <a:pt x="63" y="34"/>
                      <a:pt x="54" y="30"/>
                    </a:cubicBezTo>
                    <a:cubicBezTo>
                      <a:pt x="48" y="33"/>
                      <a:pt x="43" y="34"/>
                      <a:pt x="36" y="30"/>
                    </a:cubicBezTo>
                    <a:cubicBezTo>
                      <a:pt x="27" y="34"/>
                      <a:pt x="22" y="32"/>
                      <a:pt x="18" y="28"/>
                    </a:cubicBezTo>
                    <a:cubicBezTo>
                      <a:pt x="11" y="31"/>
                      <a:pt x="0" y="28"/>
                      <a:pt x="1" y="25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7" name="Freeform 189">
                <a:extLst>
                  <a:ext uri="{FF2B5EF4-FFF2-40B4-BE49-F238E27FC236}">
                    <a16:creationId xmlns:a16="http://schemas.microsoft.com/office/drawing/2014/main" id="{83EC3F1D-2293-4221-B792-8E589B699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296"/>
                <a:ext cx="268" cy="91"/>
              </a:xfrm>
              <a:custGeom>
                <a:avLst/>
                <a:gdLst>
                  <a:gd name="T0" fmla="*/ 20 w 107"/>
                  <a:gd name="T1" fmla="*/ 479 h 34"/>
                  <a:gd name="T2" fmla="*/ 95 w 107"/>
                  <a:gd name="T3" fmla="*/ 329 h 34"/>
                  <a:gd name="T4" fmla="*/ 83 w 107"/>
                  <a:gd name="T5" fmla="*/ 209 h 34"/>
                  <a:gd name="T6" fmla="*/ 271 w 107"/>
                  <a:gd name="T7" fmla="*/ 252 h 34"/>
                  <a:gd name="T8" fmla="*/ 408 w 107"/>
                  <a:gd name="T9" fmla="*/ 252 h 34"/>
                  <a:gd name="T10" fmla="*/ 533 w 107"/>
                  <a:gd name="T11" fmla="*/ 329 h 34"/>
                  <a:gd name="T12" fmla="*/ 754 w 107"/>
                  <a:gd name="T13" fmla="*/ 308 h 34"/>
                  <a:gd name="T14" fmla="*/ 1022 w 107"/>
                  <a:gd name="T15" fmla="*/ 230 h 34"/>
                  <a:gd name="T16" fmla="*/ 1255 w 107"/>
                  <a:gd name="T17" fmla="*/ 193 h 34"/>
                  <a:gd name="T18" fmla="*/ 1475 w 107"/>
                  <a:gd name="T19" fmla="*/ 115 h 34"/>
                  <a:gd name="T20" fmla="*/ 1618 w 107"/>
                  <a:gd name="T21" fmla="*/ 56 h 34"/>
                  <a:gd name="T22" fmla="*/ 1651 w 107"/>
                  <a:gd name="T23" fmla="*/ 308 h 34"/>
                  <a:gd name="T24" fmla="*/ 1463 w 107"/>
                  <a:gd name="T25" fmla="*/ 458 h 34"/>
                  <a:gd name="T26" fmla="*/ 1368 w 107"/>
                  <a:gd name="T27" fmla="*/ 423 h 34"/>
                  <a:gd name="T28" fmla="*/ 1117 w 107"/>
                  <a:gd name="T29" fmla="*/ 500 h 34"/>
                  <a:gd name="T30" fmla="*/ 847 w 107"/>
                  <a:gd name="T31" fmla="*/ 573 h 34"/>
                  <a:gd name="T32" fmla="*/ 564 w 107"/>
                  <a:gd name="T33" fmla="*/ 573 h 34"/>
                  <a:gd name="T34" fmla="*/ 283 w 107"/>
                  <a:gd name="T35" fmla="*/ 538 h 34"/>
                  <a:gd name="T36" fmla="*/ 20 w 107"/>
                  <a:gd name="T37" fmla="*/ 479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7" h="34">
                    <a:moveTo>
                      <a:pt x="1" y="25"/>
                    </a:moveTo>
                    <a:cubicBezTo>
                      <a:pt x="6" y="17"/>
                      <a:pt x="6" y="17"/>
                      <a:pt x="6" y="1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15" y="11"/>
                      <a:pt x="17" y="13"/>
                    </a:cubicBezTo>
                    <a:cubicBezTo>
                      <a:pt x="19" y="15"/>
                      <a:pt x="23" y="14"/>
                      <a:pt x="26" y="13"/>
                    </a:cubicBezTo>
                    <a:cubicBezTo>
                      <a:pt x="28" y="11"/>
                      <a:pt x="34" y="17"/>
                      <a:pt x="34" y="17"/>
                    </a:cubicBezTo>
                    <a:cubicBezTo>
                      <a:pt x="39" y="16"/>
                      <a:pt x="44" y="12"/>
                      <a:pt x="48" y="16"/>
                    </a:cubicBezTo>
                    <a:cubicBezTo>
                      <a:pt x="53" y="11"/>
                      <a:pt x="63" y="8"/>
                      <a:pt x="65" y="12"/>
                    </a:cubicBezTo>
                    <a:cubicBezTo>
                      <a:pt x="69" y="7"/>
                      <a:pt x="77" y="5"/>
                      <a:pt x="80" y="10"/>
                    </a:cubicBezTo>
                    <a:cubicBezTo>
                      <a:pt x="83" y="6"/>
                      <a:pt x="92" y="3"/>
                      <a:pt x="94" y="6"/>
                    </a:cubicBezTo>
                    <a:cubicBezTo>
                      <a:pt x="98" y="3"/>
                      <a:pt x="101" y="0"/>
                      <a:pt x="103" y="3"/>
                    </a:cubicBezTo>
                    <a:cubicBezTo>
                      <a:pt x="105" y="7"/>
                      <a:pt x="104" y="13"/>
                      <a:pt x="105" y="16"/>
                    </a:cubicBezTo>
                    <a:cubicBezTo>
                      <a:pt x="107" y="18"/>
                      <a:pt x="98" y="25"/>
                      <a:pt x="93" y="24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0" y="29"/>
                      <a:pt x="71" y="26"/>
                    </a:cubicBezTo>
                    <a:cubicBezTo>
                      <a:pt x="67" y="30"/>
                      <a:pt x="63" y="34"/>
                      <a:pt x="54" y="30"/>
                    </a:cubicBezTo>
                    <a:cubicBezTo>
                      <a:pt x="48" y="33"/>
                      <a:pt x="43" y="34"/>
                      <a:pt x="36" y="30"/>
                    </a:cubicBezTo>
                    <a:cubicBezTo>
                      <a:pt x="27" y="34"/>
                      <a:pt x="22" y="32"/>
                      <a:pt x="18" y="28"/>
                    </a:cubicBezTo>
                    <a:cubicBezTo>
                      <a:pt x="11" y="31"/>
                      <a:pt x="0" y="28"/>
                      <a:pt x="1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8" name="Freeform 190">
                <a:extLst>
                  <a:ext uri="{FF2B5EF4-FFF2-40B4-BE49-F238E27FC236}">
                    <a16:creationId xmlns:a16="http://schemas.microsoft.com/office/drawing/2014/main" id="{1CB6A7ED-9675-4C1C-B659-B72456E8E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341"/>
                <a:ext cx="35" cy="30"/>
              </a:xfrm>
              <a:custGeom>
                <a:avLst/>
                <a:gdLst>
                  <a:gd name="T0" fmla="*/ 0 w 14"/>
                  <a:gd name="T1" fmla="*/ 224 h 11"/>
                  <a:gd name="T2" fmla="*/ 220 w 1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11"/>
                    </a:moveTo>
                    <a:cubicBezTo>
                      <a:pt x="5" y="8"/>
                      <a:pt x="13" y="5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19" name="Freeform 191">
                <a:extLst>
                  <a:ext uri="{FF2B5EF4-FFF2-40B4-BE49-F238E27FC236}">
                    <a16:creationId xmlns:a16="http://schemas.microsoft.com/office/drawing/2014/main" id="{E8C4AFD9-2E1D-4535-9B14-7C8202415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336"/>
                <a:ext cx="38" cy="11"/>
              </a:xfrm>
              <a:custGeom>
                <a:avLst/>
                <a:gdLst>
                  <a:gd name="T0" fmla="*/ 0 w 15"/>
                  <a:gd name="T1" fmla="*/ 83 h 4"/>
                  <a:gd name="T2" fmla="*/ 243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7" y="4"/>
                      <a:pt x="11" y="4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0" name="Freeform 192">
                <a:extLst>
                  <a:ext uri="{FF2B5EF4-FFF2-40B4-BE49-F238E27FC236}">
                    <a16:creationId xmlns:a16="http://schemas.microsoft.com/office/drawing/2014/main" id="{B98CCEFC-CFC6-4CE2-B7AF-249FF8F9D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339"/>
                <a:ext cx="35" cy="40"/>
              </a:xfrm>
              <a:custGeom>
                <a:avLst/>
                <a:gdLst>
                  <a:gd name="T0" fmla="*/ 0 w 14"/>
                  <a:gd name="T1" fmla="*/ 285 h 15"/>
                  <a:gd name="T2" fmla="*/ 220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15"/>
                    </a:moveTo>
                    <a:cubicBezTo>
                      <a:pt x="6" y="10"/>
                      <a:pt x="13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1" name="Freeform 193">
                <a:extLst>
                  <a:ext uri="{FF2B5EF4-FFF2-40B4-BE49-F238E27FC236}">
                    <a16:creationId xmlns:a16="http://schemas.microsoft.com/office/drawing/2014/main" id="{D6457EBD-BA48-4B72-A4D7-2E3D71E6E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328"/>
                <a:ext cx="35" cy="51"/>
              </a:xfrm>
              <a:custGeom>
                <a:avLst/>
                <a:gdLst>
                  <a:gd name="T0" fmla="*/ 0 w 14"/>
                  <a:gd name="T1" fmla="*/ 368 h 19"/>
                  <a:gd name="T2" fmla="*/ 220 w 1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0" y="19"/>
                    </a:moveTo>
                    <a:cubicBezTo>
                      <a:pt x="3" y="14"/>
                      <a:pt x="12" y="7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2" name="Freeform 194">
                <a:extLst>
                  <a:ext uri="{FF2B5EF4-FFF2-40B4-BE49-F238E27FC236}">
                    <a16:creationId xmlns:a16="http://schemas.microsoft.com/office/drawing/2014/main" id="{33D1C576-7B90-4165-B9C3-3F6B81DE0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323"/>
                <a:ext cx="22" cy="42"/>
              </a:xfrm>
              <a:custGeom>
                <a:avLst/>
                <a:gdLst>
                  <a:gd name="T0" fmla="*/ 0 w 9"/>
                  <a:gd name="T1" fmla="*/ 289 h 16"/>
                  <a:gd name="T2" fmla="*/ 132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6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3" name="Freeform 195">
                <a:extLst>
                  <a:ext uri="{FF2B5EF4-FFF2-40B4-BE49-F238E27FC236}">
                    <a16:creationId xmlns:a16="http://schemas.microsoft.com/office/drawing/2014/main" id="{D53125F4-AC62-4BBA-95D9-5573F392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312"/>
                <a:ext cx="17" cy="43"/>
              </a:xfrm>
              <a:custGeom>
                <a:avLst/>
                <a:gdLst>
                  <a:gd name="T0" fmla="*/ 0 w 7"/>
                  <a:gd name="T1" fmla="*/ 312 h 16"/>
                  <a:gd name="T2" fmla="*/ 100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3" y="10"/>
                      <a:pt x="6" y="5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4" name="Freeform 196">
                <a:extLst>
                  <a:ext uri="{FF2B5EF4-FFF2-40B4-BE49-F238E27FC236}">
                    <a16:creationId xmlns:a16="http://schemas.microsoft.com/office/drawing/2014/main" id="{8AF521FD-9209-4FF5-99C1-FA8778D2F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341"/>
                <a:ext cx="280" cy="176"/>
              </a:xfrm>
              <a:custGeom>
                <a:avLst/>
                <a:gdLst>
                  <a:gd name="T0" fmla="*/ 1720 w 112"/>
                  <a:gd name="T1" fmla="*/ 1045 h 66"/>
                  <a:gd name="T2" fmla="*/ 1563 w 112"/>
                  <a:gd name="T3" fmla="*/ 1139 h 66"/>
                  <a:gd name="T4" fmla="*/ 1533 w 112"/>
                  <a:gd name="T5" fmla="*/ 1251 h 66"/>
                  <a:gd name="T6" fmla="*/ 1363 w 112"/>
                  <a:gd name="T7" fmla="*/ 1080 h 66"/>
                  <a:gd name="T8" fmla="*/ 1238 w 112"/>
                  <a:gd name="T9" fmla="*/ 1003 h 66"/>
                  <a:gd name="T10" fmla="*/ 1158 w 112"/>
                  <a:gd name="T11" fmla="*/ 832 h 66"/>
                  <a:gd name="T12" fmla="*/ 938 w 112"/>
                  <a:gd name="T13" fmla="*/ 704 h 66"/>
                  <a:gd name="T14" fmla="*/ 645 w 112"/>
                  <a:gd name="T15" fmla="*/ 589 h 66"/>
                  <a:gd name="T16" fmla="*/ 425 w 112"/>
                  <a:gd name="T17" fmla="*/ 456 h 66"/>
                  <a:gd name="T18" fmla="*/ 175 w 112"/>
                  <a:gd name="T19" fmla="*/ 376 h 66"/>
                  <a:gd name="T20" fmla="*/ 20 w 112"/>
                  <a:gd name="T21" fmla="*/ 341 h 66"/>
                  <a:gd name="T22" fmla="*/ 95 w 112"/>
                  <a:gd name="T23" fmla="*/ 93 h 66"/>
                  <a:gd name="T24" fmla="*/ 345 w 112"/>
                  <a:gd name="T25" fmla="*/ 77 h 66"/>
                  <a:gd name="T26" fmla="*/ 425 w 112"/>
                  <a:gd name="T27" fmla="*/ 171 h 66"/>
                  <a:gd name="T28" fmla="*/ 688 w 112"/>
                  <a:gd name="T29" fmla="*/ 264 h 66"/>
                  <a:gd name="T30" fmla="*/ 988 w 112"/>
                  <a:gd name="T31" fmla="*/ 376 h 66"/>
                  <a:gd name="T32" fmla="*/ 1250 w 112"/>
                  <a:gd name="T33" fmla="*/ 568 h 66"/>
                  <a:gd name="T34" fmla="*/ 1488 w 112"/>
                  <a:gd name="T35" fmla="*/ 797 h 66"/>
                  <a:gd name="T36" fmla="*/ 1720 w 112"/>
                  <a:gd name="T37" fmla="*/ 1045 h 6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2" h="66">
                    <a:moveTo>
                      <a:pt x="110" y="55"/>
                    </a:move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66"/>
                      <a:pt x="98" y="66"/>
                      <a:pt x="98" y="66"/>
                    </a:cubicBezTo>
                    <a:cubicBezTo>
                      <a:pt x="98" y="66"/>
                      <a:pt x="88" y="60"/>
                      <a:pt x="87" y="57"/>
                    </a:cubicBezTo>
                    <a:cubicBezTo>
                      <a:pt x="86" y="54"/>
                      <a:pt x="82" y="53"/>
                      <a:pt x="79" y="53"/>
                    </a:cubicBezTo>
                    <a:cubicBezTo>
                      <a:pt x="76" y="53"/>
                      <a:pt x="74" y="44"/>
                      <a:pt x="74" y="44"/>
                    </a:cubicBezTo>
                    <a:cubicBezTo>
                      <a:pt x="68" y="42"/>
                      <a:pt x="61" y="43"/>
                      <a:pt x="60" y="37"/>
                    </a:cubicBezTo>
                    <a:cubicBezTo>
                      <a:pt x="52" y="39"/>
                      <a:pt x="41" y="36"/>
                      <a:pt x="41" y="31"/>
                    </a:cubicBezTo>
                    <a:cubicBezTo>
                      <a:pt x="35" y="33"/>
                      <a:pt x="27" y="31"/>
                      <a:pt x="27" y="24"/>
                    </a:cubicBezTo>
                    <a:cubicBezTo>
                      <a:pt x="21" y="27"/>
                      <a:pt x="11" y="24"/>
                      <a:pt x="11" y="20"/>
                    </a:cubicBezTo>
                    <a:cubicBezTo>
                      <a:pt x="5" y="21"/>
                      <a:pt x="1" y="22"/>
                      <a:pt x="1" y="18"/>
                    </a:cubicBezTo>
                    <a:cubicBezTo>
                      <a:pt x="0" y="13"/>
                      <a:pt x="6" y="8"/>
                      <a:pt x="6" y="5"/>
                    </a:cubicBezTo>
                    <a:cubicBezTo>
                      <a:pt x="6" y="2"/>
                      <a:pt x="17" y="0"/>
                      <a:pt x="22" y="4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37" y="6"/>
                      <a:pt x="44" y="14"/>
                    </a:cubicBezTo>
                    <a:cubicBezTo>
                      <a:pt x="50" y="13"/>
                      <a:pt x="56" y="12"/>
                      <a:pt x="63" y="20"/>
                    </a:cubicBezTo>
                    <a:cubicBezTo>
                      <a:pt x="70" y="21"/>
                      <a:pt x="75" y="22"/>
                      <a:pt x="80" y="30"/>
                    </a:cubicBezTo>
                    <a:cubicBezTo>
                      <a:pt x="90" y="32"/>
                      <a:pt x="94" y="36"/>
                      <a:pt x="95" y="42"/>
                    </a:cubicBezTo>
                    <a:cubicBezTo>
                      <a:pt x="103" y="44"/>
                      <a:pt x="112" y="52"/>
                      <a:pt x="110" y="55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5" name="Freeform 197">
                <a:extLst>
                  <a:ext uri="{FF2B5EF4-FFF2-40B4-BE49-F238E27FC236}">
                    <a16:creationId xmlns:a16="http://schemas.microsoft.com/office/drawing/2014/main" id="{58566370-836D-4E06-B73E-18F8EF896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341"/>
                <a:ext cx="280" cy="176"/>
              </a:xfrm>
              <a:custGeom>
                <a:avLst/>
                <a:gdLst>
                  <a:gd name="T0" fmla="*/ 1720 w 112"/>
                  <a:gd name="T1" fmla="*/ 1045 h 66"/>
                  <a:gd name="T2" fmla="*/ 1563 w 112"/>
                  <a:gd name="T3" fmla="*/ 1139 h 66"/>
                  <a:gd name="T4" fmla="*/ 1533 w 112"/>
                  <a:gd name="T5" fmla="*/ 1251 h 66"/>
                  <a:gd name="T6" fmla="*/ 1363 w 112"/>
                  <a:gd name="T7" fmla="*/ 1080 h 66"/>
                  <a:gd name="T8" fmla="*/ 1238 w 112"/>
                  <a:gd name="T9" fmla="*/ 1003 h 66"/>
                  <a:gd name="T10" fmla="*/ 1158 w 112"/>
                  <a:gd name="T11" fmla="*/ 832 h 66"/>
                  <a:gd name="T12" fmla="*/ 938 w 112"/>
                  <a:gd name="T13" fmla="*/ 704 h 66"/>
                  <a:gd name="T14" fmla="*/ 645 w 112"/>
                  <a:gd name="T15" fmla="*/ 589 h 66"/>
                  <a:gd name="T16" fmla="*/ 425 w 112"/>
                  <a:gd name="T17" fmla="*/ 456 h 66"/>
                  <a:gd name="T18" fmla="*/ 175 w 112"/>
                  <a:gd name="T19" fmla="*/ 376 h 66"/>
                  <a:gd name="T20" fmla="*/ 20 w 112"/>
                  <a:gd name="T21" fmla="*/ 341 h 66"/>
                  <a:gd name="T22" fmla="*/ 95 w 112"/>
                  <a:gd name="T23" fmla="*/ 93 h 66"/>
                  <a:gd name="T24" fmla="*/ 345 w 112"/>
                  <a:gd name="T25" fmla="*/ 77 h 66"/>
                  <a:gd name="T26" fmla="*/ 425 w 112"/>
                  <a:gd name="T27" fmla="*/ 171 h 66"/>
                  <a:gd name="T28" fmla="*/ 688 w 112"/>
                  <a:gd name="T29" fmla="*/ 264 h 66"/>
                  <a:gd name="T30" fmla="*/ 988 w 112"/>
                  <a:gd name="T31" fmla="*/ 376 h 66"/>
                  <a:gd name="T32" fmla="*/ 1250 w 112"/>
                  <a:gd name="T33" fmla="*/ 568 h 66"/>
                  <a:gd name="T34" fmla="*/ 1488 w 112"/>
                  <a:gd name="T35" fmla="*/ 797 h 66"/>
                  <a:gd name="T36" fmla="*/ 1720 w 112"/>
                  <a:gd name="T37" fmla="*/ 1045 h 6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2" h="66">
                    <a:moveTo>
                      <a:pt x="110" y="55"/>
                    </a:move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66"/>
                      <a:pt x="98" y="66"/>
                      <a:pt x="98" y="66"/>
                    </a:cubicBezTo>
                    <a:cubicBezTo>
                      <a:pt x="98" y="66"/>
                      <a:pt x="88" y="60"/>
                      <a:pt x="87" y="57"/>
                    </a:cubicBezTo>
                    <a:cubicBezTo>
                      <a:pt x="86" y="54"/>
                      <a:pt x="82" y="53"/>
                      <a:pt x="79" y="53"/>
                    </a:cubicBezTo>
                    <a:cubicBezTo>
                      <a:pt x="76" y="53"/>
                      <a:pt x="74" y="44"/>
                      <a:pt x="74" y="44"/>
                    </a:cubicBezTo>
                    <a:cubicBezTo>
                      <a:pt x="68" y="42"/>
                      <a:pt x="61" y="43"/>
                      <a:pt x="60" y="37"/>
                    </a:cubicBezTo>
                    <a:cubicBezTo>
                      <a:pt x="52" y="39"/>
                      <a:pt x="41" y="36"/>
                      <a:pt x="41" y="31"/>
                    </a:cubicBezTo>
                    <a:cubicBezTo>
                      <a:pt x="35" y="33"/>
                      <a:pt x="27" y="31"/>
                      <a:pt x="27" y="24"/>
                    </a:cubicBezTo>
                    <a:cubicBezTo>
                      <a:pt x="21" y="27"/>
                      <a:pt x="11" y="24"/>
                      <a:pt x="11" y="20"/>
                    </a:cubicBezTo>
                    <a:cubicBezTo>
                      <a:pt x="5" y="21"/>
                      <a:pt x="1" y="22"/>
                      <a:pt x="1" y="18"/>
                    </a:cubicBezTo>
                    <a:cubicBezTo>
                      <a:pt x="0" y="13"/>
                      <a:pt x="6" y="8"/>
                      <a:pt x="6" y="5"/>
                    </a:cubicBezTo>
                    <a:cubicBezTo>
                      <a:pt x="6" y="2"/>
                      <a:pt x="17" y="0"/>
                      <a:pt x="22" y="4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37" y="6"/>
                      <a:pt x="44" y="14"/>
                    </a:cubicBezTo>
                    <a:cubicBezTo>
                      <a:pt x="50" y="13"/>
                      <a:pt x="56" y="12"/>
                      <a:pt x="63" y="20"/>
                    </a:cubicBezTo>
                    <a:cubicBezTo>
                      <a:pt x="70" y="21"/>
                      <a:pt x="75" y="22"/>
                      <a:pt x="80" y="30"/>
                    </a:cubicBezTo>
                    <a:cubicBezTo>
                      <a:pt x="90" y="32"/>
                      <a:pt x="94" y="36"/>
                      <a:pt x="95" y="42"/>
                    </a:cubicBezTo>
                    <a:cubicBezTo>
                      <a:pt x="103" y="44"/>
                      <a:pt x="112" y="52"/>
                      <a:pt x="110" y="5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6" name="Freeform 198">
                <a:extLst>
                  <a:ext uri="{FF2B5EF4-FFF2-40B4-BE49-F238E27FC236}">
                    <a16:creationId xmlns:a16="http://schemas.microsoft.com/office/drawing/2014/main" id="{63C5516F-029D-4514-8F52-773363A47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451"/>
                <a:ext cx="50" cy="10"/>
              </a:xfrm>
              <a:custGeom>
                <a:avLst/>
                <a:gdLst>
                  <a:gd name="T0" fmla="*/ 313 w 20"/>
                  <a:gd name="T1" fmla="*/ 20 h 4"/>
                  <a:gd name="T2" fmla="*/ 0 w 20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1"/>
                    </a:moveTo>
                    <a:cubicBezTo>
                      <a:pt x="14" y="1"/>
                      <a:pt x="5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7" name="Freeform 199">
                <a:extLst>
                  <a:ext uri="{FF2B5EF4-FFF2-40B4-BE49-F238E27FC236}">
                    <a16:creationId xmlns:a16="http://schemas.microsoft.com/office/drawing/2014/main" id="{BE0B799A-8E17-4F81-9EE8-174772F3A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477"/>
                <a:ext cx="40" cy="19"/>
              </a:xfrm>
              <a:custGeom>
                <a:avLst/>
                <a:gdLst>
                  <a:gd name="T0" fmla="*/ 250 w 16"/>
                  <a:gd name="T1" fmla="*/ 141 h 7"/>
                  <a:gd name="T2" fmla="*/ 0 w 16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16" y="7"/>
                    </a:moveTo>
                    <a:cubicBezTo>
                      <a:pt x="10" y="3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8" name="Freeform 200">
                <a:extLst>
                  <a:ext uri="{FF2B5EF4-FFF2-40B4-BE49-F238E27FC236}">
                    <a16:creationId xmlns:a16="http://schemas.microsoft.com/office/drawing/2014/main" id="{CC722EA9-2141-4418-80F6-4D659D4D9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424"/>
                <a:ext cx="55" cy="16"/>
              </a:xfrm>
              <a:custGeom>
                <a:avLst/>
                <a:gdLst>
                  <a:gd name="T0" fmla="*/ 345 w 22"/>
                  <a:gd name="T1" fmla="*/ 0 h 6"/>
                  <a:gd name="T2" fmla="*/ 0 w 2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22" y="0"/>
                    </a:moveTo>
                    <a:cubicBezTo>
                      <a:pt x="13" y="0"/>
                      <a:pt x="3" y="3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29" name="Freeform 201">
                <a:extLst>
                  <a:ext uri="{FF2B5EF4-FFF2-40B4-BE49-F238E27FC236}">
                    <a16:creationId xmlns:a16="http://schemas.microsoft.com/office/drawing/2014/main" id="{FE954203-96A5-487B-A7F5-A9E2BB7A6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397"/>
                <a:ext cx="60" cy="27"/>
              </a:xfrm>
              <a:custGeom>
                <a:avLst/>
                <a:gdLst>
                  <a:gd name="T0" fmla="*/ 375 w 24"/>
                  <a:gd name="T1" fmla="*/ 0 h 10"/>
                  <a:gd name="T2" fmla="*/ 0 w 2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24" y="0"/>
                    </a:moveTo>
                    <a:cubicBezTo>
                      <a:pt x="19" y="3"/>
                      <a:pt x="6" y="5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30" name="Freeform 202">
                <a:extLst>
                  <a:ext uri="{FF2B5EF4-FFF2-40B4-BE49-F238E27FC236}">
                    <a16:creationId xmlns:a16="http://schemas.microsoft.com/office/drawing/2014/main" id="{AF8DBB83-9118-426B-B180-B4991584C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379"/>
                <a:ext cx="42" cy="26"/>
              </a:xfrm>
              <a:custGeom>
                <a:avLst/>
                <a:gdLst>
                  <a:gd name="T0" fmla="*/ 257 w 17"/>
                  <a:gd name="T1" fmla="*/ 0 h 10"/>
                  <a:gd name="T2" fmla="*/ 0 w 17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0" y="3"/>
                      <a:pt x="5" y="6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31" name="Freeform 203">
                <a:extLst>
                  <a:ext uri="{FF2B5EF4-FFF2-40B4-BE49-F238E27FC236}">
                    <a16:creationId xmlns:a16="http://schemas.microsoft.com/office/drawing/2014/main" id="{FFDC905E-5933-470C-A6B7-264BB32B6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365"/>
                <a:ext cx="40" cy="30"/>
              </a:xfrm>
              <a:custGeom>
                <a:avLst/>
                <a:gdLst>
                  <a:gd name="T0" fmla="*/ 250 w 16"/>
                  <a:gd name="T1" fmla="*/ 0 h 11"/>
                  <a:gd name="T2" fmla="*/ 0 w 16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cubicBezTo>
                      <a:pt x="10" y="4"/>
                      <a:pt x="3" y="7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32" name="Freeform 204">
                <a:extLst>
                  <a:ext uri="{FF2B5EF4-FFF2-40B4-BE49-F238E27FC236}">
                    <a16:creationId xmlns:a16="http://schemas.microsoft.com/office/drawing/2014/main" id="{074CD91A-8617-4056-BB31-A2BB18F97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376"/>
                <a:ext cx="295" cy="115"/>
              </a:xfrm>
              <a:custGeom>
                <a:avLst/>
                <a:gdLst>
                  <a:gd name="T0" fmla="*/ 33 w 118"/>
                  <a:gd name="T1" fmla="*/ 251 h 43"/>
                  <a:gd name="T2" fmla="*/ 158 w 118"/>
                  <a:gd name="T3" fmla="*/ 136 h 43"/>
                  <a:gd name="T4" fmla="*/ 158 w 118"/>
                  <a:gd name="T5" fmla="*/ 0 h 43"/>
                  <a:gd name="T6" fmla="*/ 363 w 118"/>
                  <a:gd name="T7" fmla="*/ 115 h 43"/>
                  <a:gd name="T8" fmla="*/ 500 w 118"/>
                  <a:gd name="T9" fmla="*/ 150 h 43"/>
                  <a:gd name="T10" fmla="*/ 613 w 118"/>
                  <a:gd name="T11" fmla="*/ 286 h 43"/>
                  <a:gd name="T12" fmla="*/ 863 w 118"/>
                  <a:gd name="T13" fmla="*/ 342 h 43"/>
                  <a:gd name="T14" fmla="*/ 1158 w 118"/>
                  <a:gd name="T15" fmla="*/ 364 h 43"/>
                  <a:gd name="T16" fmla="*/ 1408 w 118"/>
                  <a:gd name="T17" fmla="*/ 423 h 43"/>
                  <a:gd name="T18" fmla="*/ 1658 w 118"/>
                  <a:gd name="T19" fmla="*/ 401 h 43"/>
                  <a:gd name="T20" fmla="*/ 1833 w 118"/>
                  <a:gd name="T21" fmla="*/ 401 h 43"/>
                  <a:gd name="T22" fmla="*/ 1800 w 118"/>
                  <a:gd name="T23" fmla="*/ 671 h 43"/>
                  <a:gd name="T24" fmla="*/ 1550 w 118"/>
                  <a:gd name="T25" fmla="*/ 765 h 43"/>
                  <a:gd name="T26" fmla="*/ 1470 w 118"/>
                  <a:gd name="T27" fmla="*/ 709 h 43"/>
                  <a:gd name="T28" fmla="*/ 1188 w 118"/>
                  <a:gd name="T29" fmla="*/ 709 h 43"/>
                  <a:gd name="T30" fmla="*/ 875 w 118"/>
                  <a:gd name="T31" fmla="*/ 671 h 43"/>
                  <a:gd name="T32" fmla="*/ 583 w 118"/>
                  <a:gd name="T33" fmla="*/ 572 h 43"/>
                  <a:gd name="T34" fmla="*/ 300 w 118"/>
                  <a:gd name="T35" fmla="*/ 444 h 43"/>
                  <a:gd name="T36" fmla="*/ 33 w 118"/>
                  <a:gd name="T37" fmla="*/ 251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8" h="43">
                    <a:moveTo>
                      <a:pt x="2" y="13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2" y="3"/>
                      <a:pt x="23" y="6"/>
                    </a:cubicBezTo>
                    <a:cubicBezTo>
                      <a:pt x="25" y="9"/>
                      <a:pt x="29" y="9"/>
                      <a:pt x="32" y="8"/>
                    </a:cubicBezTo>
                    <a:cubicBezTo>
                      <a:pt x="35" y="7"/>
                      <a:pt x="39" y="15"/>
                      <a:pt x="39" y="15"/>
                    </a:cubicBezTo>
                    <a:cubicBezTo>
                      <a:pt x="45" y="16"/>
                      <a:pt x="52" y="13"/>
                      <a:pt x="55" y="18"/>
                    </a:cubicBezTo>
                    <a:cubicBezTo>
                      <a:pt x="61" y="15"/>
                      <a:pt x="73" y="15"/>
                      <a:pt x="74" y="19"/>
                    </a:cubicBezTo>
                    <a:cubicBezTo>
                      <a:pt x="79" y="15"/>
                      <a:pt x="88" y="16"/>
                      <a:pt x="90" y="22"/>
                    </a:cubicBezTo>
                    <a:cubicBezTo>
                      <a:pt x="94" y="18"/>
                      <a:pt x="105" y="19"/>
                      <a:pt x="106" y="21"/>
                    </a:cubicBezTo>
                    <a:cubicBezTo>
                      <a:pt x="111" y="20"/>
                      <a:pt x="115" y="17"/>
                      <a:pt x="117" y="21"/>
                    </a:cubicBezTo>
                    <a:cubicBezTo>
                      <a:pt x="118" y="26"/>
                      <a:pt x="114" y="32"/>
                      <a:pt x="115" y="35"/>
                    </a:cubicBezTo>
                    <a:cubicBezTo>
                      <a:pt x="116" y="38"/>
                      <a:pt x="105" y="43"/>
                      <a:pt x="99" y="40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4" y="37"/>
                      <a:pt x="84" y="42"/>
                      <a:pt x="76" y="37"/>
                    </a:cubicBezTo>
                    <a:cubicBezTo>
                      <a:pt x="70" y="39"/>
                      <a:pt x="64" y="42"/>
                      <a:pt x="56" y="35"/>
                    </a:cubicBezTo>
                    <a:cubicBezTo>
                      <a:pt x="49" y="37"/>
                      <a:pt x="44" y="36"/>
                      <a:pt x="37" y="30"/>
                    </a:cubicBezTo>
                    <a:cubicBezTo>
                      <a:pt x="27" y="31"/>
                      <a:pt x="21" y="28"/>
                      <a:pt x="19" y="23"/>
                    </a:cubicBezTo>
                    <a:cubicBezTo>
                      <a:pt x="11" y="23"/>
                      <a:pt x="0" y="17"/>
                      <a:pt x="2" y="13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4909" name="Group 205">
              <a:extLst>
                <a:ext uri="{FF2B5EF4-FFF2-40B4-BE49-F238E27FC236}">
                  <a16:creationId xmlns:a16="http://schemas.microsoft.com/office/drawing/2014/main" id="{ECBA5319-4586-42ED-B0E1-E2B8319140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5" y="1720"/>
              <a:ext cx="1073" cy="853"/>
              <a:chOff x="2335" y="1720"/>
              <a:chExt cx="1073" cy="853"/>
            </a:xfrm>
          </p:grpSpPr>
          <p:sp>
            <p:nvSpPr>
              <p:cNvPr id="64933" name="Freeform 206">
                <a:extLst>
                  <a:ext uri="{FF2B5EF4-FFF2-40B4-BE49-F238E27FC236}">
                    <a16:creationId xmlns:a16="http://schemas.microsoft.com/office/drawing/2014/main" id="{F9B31F26-B234-4FB6-9B59-855E2833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376"/>
                <a:ext cx="295" cy="115"/>
              </a:xfrm>
              <a:custGeom>
                <a:avLst/>
                <a:gdLst>
                  <a:gd name="T0" fmla="*/ 33 w 118"/>
                  <a:gd name="T1" fmla="*/ 251 h 43"/>
                  <a:gd name="T2" fmla="*/ 158 w 118"/>
                  <a:gd name="T3" fmla="*/ 136 h 43"/>
                  <a:gd name="T4" fmla="*/ 158 w 118"/>
                  <a:gd name="T5" fmla="*/ 0 h 43"/>
                  <a:gd name="T6" fmla="*/ 363 w 118"/>
                  <a:gd name="T7" fmla="*/ 115 h 43"/>
                  <a:gd name="T8" fmla="*/ 500 w 118"/>
                  <a:gd name="T9" fmla="*/ 150 h 43"/>
                  <a:gd name="T10" fmla="*/ 613 w 118"/>
                  <a:gd name="T11" fmla="*/ 286 h 43"/>
                  <a:gd name="T12" fmla="*/ 863 w 118"/>
                  <a:gd name="T13" fmla="*/ 342 h 43"/>
                  <a:gd name="T14" fmla="*/ 1158 w 118"/>
                  <a:gd name="T15" fmla="*/ 364 h 43"/>
                  <a:gd name="T16" fmla="*/ 1408 w 118"/>
                  <a:gd name="T17" fmla="*/ 423 h 43"/>
                  <a:gd name="T18" fmla="*/ 1658 w 118"/>
                  <a:gd name="T19" fmla="*/ 401 h 43"/>
                  <a:gd name="T20" fmla="*/ 1833 w 118"/>
                  <a:gd name="T21" fmla="*/ 401 h 43"/>
                  <a:gd name="T22" fmla="*/ 1800 w 118"/>
                  <a:gd name="T23" fmla="*/ 671 h 43"/>
                  <a:gd name="T24" fmla="*/ 1550 w 118"/>
                  <a:gd name="T25" fmla="*/ 765 h 43"/>
                  <a:gd name="T26" fmla="*/ 1470 w 118"/>
                  <a:gd name="T27" fmla="*/ 709 h 43"/>
                  <a:gd name="T28" fmla="*/ 1188 w 118"/>
                  <a:gd name="T29" fmla="*/ 709 h 43"/>
                  <a:gd name="T30" fmla="*/ 875 w 118"/>
                  <a:gd name="T31" fmla="*/ 671 h 43"/>
                  <a:gd name="T32" fmla="*/ 583 w 118"/>
                  <a:gd name="T33" fmla="*/ 572 h 43"/>
                  <a:gd name="T34" fmla="*/ 300 w 118"/>
                  <a:gd name="T35" fmla="*/ 444 h 43"/>
                  <a:gd name="T36" fmla="*/ 33 w 118"/>
                  <a:gd name="T37" fmla="*/ 251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8" h="43">
                    <a:moveTo>
                      <a:pt x="2" y="13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2" y="3"/>
                      <a:pt x="23" y="6"/>
                    </a:cubicBezTo>
                    <a:cubicBezTo>
                      <a:pt x="25" y="9"/>
                      <a:pt x="29" y="9"/>
                      <a:pt x="32" y="8"/>
                    </a:cubicBezTo>
                    <a:cubicBezTo>
                      <a:pt x="35" y="7"/>
                      <a:pt x="39" y="15"/>
                      <a:pt x="39" y="15"/>
                    </a:cubicBezTo>
                    <a:cubicBezTo>
                      <a:pt x="45" y="16"/>
                      <a:pt x="52" y="13"/>
                      <a:pt x="55" y="18"/>
                    </a:cubicBezTo>
                    <a:cubicBezTo>
                      <a:pt x="61" y="15"/>
                      <a:pt x="73" y="15"/>
                      <a:pt x="74" y="19"/>
                    </a:cubicBezTo>
                    <a:cubicBezTo>
                      <a:pt x="79" y="15"/>
                      <a:pt x="88" y="16"/>
                      <a:pt x="90" y="22"/>
                    </a:cubicBezTo>
                    <a:cubicBezTo>
                      <a:pt x="94" y="18"/>
                      <a:pt x="105" y="19"/>
                      <a:pt x="106" y="21"/>
                    </a:cubicBezTo>
                    <a:cubicBezTo>
                      <a:pt x="111" y="20"/>
                      <a:pt x="115" y="17"/>
                      <a:pt x="117" y="21"/>
                    </a:cubicBezTo>
                    <a:cubicBezTo>
                      <a:pt x="118" y="26"/>
                      <a:pt x="114" y="32"/>
                      <a:pt x="115" y="35"/>
                    </a:cubicBezTo>
                    <a:cubicBezTo>
                      <a:pt x="116" y="38"/>
                      <a:pt x="105" y="43"/>
                      <a:pt x="99" y="40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4" y="37"/>
                      <a:pt x="84" y="42"/>
                      <a:pt x="76" y="37"/>
                    </a:cubicBezTo>
                    <a:cubicBezTo>
                      <a:pt x="70" y="39"/>
                      <a:pt x="64" y="42"/>
                      <a:pt x="56" y="35"/>
                    </a:cubicBezTo>
                    <a:cubicBezTo>
                      <a:pt x="49" y="37"/>
                      <a:pt x="44" y="36"/>
                      <a:pt x="37" y="30"/>
                    </a:cubicBezTo>
                    <a:cubicBezTo>
                      <a:pt x="27" y="31"/>
                      <a:pt x="21" y="28"/>
                      <a:pt x="19" y="23"/>
                    </a:cubicBezTo>
                    <a:cubicBezTo>
                      <a:pt x="11" y="23"/>
                      <a:pt x="0" y="17"/>
                      <a:pt x="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34" name="Freeform 207">
                <a:extLst>
                  <a:ext uri="{FF2B5EF4-FFF2-40B4-BE49-F238E27FC236}">
                    <a16:creationId xmlns:a16="http://schemas.microsoft.com/office/drawing/2014/main" id="{14855808-FE2E-40C3-8B4A-B90339724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413"/>
                <a:ext cx="45" cy="24"/>
              </a:xfrm>
              <a:custGeom>
                <a:avLst/>
                <a:gdLst>
                  <a:gd name="T0" fmla="*/ 0 w 18"/>
                  <a:gd name="T1" fmla="*/ 171 h 9"/>
                  <a:gd name="T2" fmla="*/ 283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9"/>
                    </a:moveTo>
                    <a:cubicBezTo>
                      <a:pt x="6" y="6"/>
                      <a:pt x="15" y="5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35" name="Freeform 208">
                <a:extLst>
                  <a:ext uri="{FF2B5EF4-FFF2-40B4-BE49-F238E27FC236}">
                    <a16:creationId xmlns:a16="http://schemas.microsoft.com/office/drawing/2014/main" id="{A33B46B9-BE4C-4ECD-AC82-24C438EB1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397"/>
                <a:ext cx="43" cy="11"/>
              </a:xfrm>
              <a:custGeom>
                <a:avLst/>
                <a:gdLst>
                  <a:gd name="T0" fmla="*/ 0 w 17"/>
                  <a:gd name="T1" fmla="*/ 0 h 4"/>
                  <a:gd name="T2" fmla="*/ 276 w 17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7" y="3"/>
                      <a:pt x="12" y="4"/>
                      <a:pt x="17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36" name="Freeform 209">
                <a:extLst>
                  <a:ext uri="{FF2B5EF4-FFF2-40B4-BE49-F238E27FC236}">
                    <a16:creationId xmlns:a16="http://schemas.microsoft.com/office/drawing/2014/main" id="{48BBCDB1-A6B2-4CA0-ADFF-31D7CB9A8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424"/>
                <a:ext cx="50" cy="32"/>
              </a:xfrm>
              <a:custGeom>
                <a:avLst/>
                <a:gdLst>
                  <a:gd name="T0" fmla="*/ 0 w 20"/>
                  <a:gd name="T1" fmla="*/ 227 h 12"/>
                  <a:gd name="T2" fmla="*/ 313 w 2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12"/>
                    </a:moveTo>
                    <a:cubicBezTo>
                      <a:pt x="8" y="9"/>
                      <a:pt x="17" y="4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37" name="Freeform 210">
                <a:extLst>
                  <a:ext uri="{FF2B5EF4-FFF2-40B4-BE49-F238E27FC236}">
                    <a16:creationId xmlns:a16="http://schemas.microsoft.com/office/drawing/2014/main" id="{DAD39D94-CA1D-4FF7-8670-2FBB6E4E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427"/>
                <a:ext cx="53" cy="42"/>
              </a:xfrm>
              <a:custGeom>
                <a:avLst/>
                <a:gdLst>
                  <a:gd name="T0" fmla="*/ 0 w 21"/>
                  <a:gd name="T1" fmla="*/ 289 h 16"/>
                  <a:gd name="T2" fmla="*/ 338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12"/>
                      <a:pt x="17" y="7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38" name="Freeform 211">
                <a:extLst>
                  <a:ext uri="{FF2B5EF4-FFF2-40B4-BE49-F238E27FC236}">
                    <a16:creationId xmlns:a16="http://schemas.microsoft.com/office/drawing/2014/main" id="{0AD015DD-3BF3-40A0-8822-2CFFD501E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435"/>
                <a:ext cx="35" cy="40"/>
              </a:xfrm>
              <a:custGeom>
                <a:avLst/>
                <a:gdLst>
                  <a:gd name="T0" fmla="*/ 0 w 14"/>
                  <a:gd name="T1" fmla="*/ 285 h 15"/>
                  <a:gd name="T2" fmla="*/ 220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15"/>
                    </a:moveTo>
                    <a:cubicBezTo>
                      <a:pt x="6" y="10"/>
                      <a:pt x="10" y="5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39" name="Freeform 212">
                <a:extLst>
                  <a:ext uri="{FF2B5EF4-FFF2-40B4-BE49-F238E27FC236}">
                    <a16:creationId xmlns:a16="http://schemas.microsoft.com/office/drawing/2014/main" id="{C2F09321-24CD-4C12-BCC9-F7C020C5D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432"/>
                <a:ext cx="30" cy="43"/>
              </a:xfrm>
              <a:custGeom>
                <a:avLst/>
                <a:gdLst>
                  <a:gd name="T0" fmla="*/ 0 w 12"/>
                  <a:gd name="T1" fmla="*/ 312 h 16"/>
                  <a:gd name="T2" fmla="*/ 188 w 12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16"/>
                    </a:moveTo>
                    <a:cubicBezTo>
                      <a:pt x="5" y="10"/>
                      <a:pt x="10" y="6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0" name="Freeform 213">
                <a:extLst>
                  <a:ext uri="{FF2B5EF4-FFF2-40B4-BE49-F238E27FC236}">
                    <a16:creationId xmlns:a16="http://schemas.microsoft.com/office/drawing/2014/main" id="{80170635-6834-4488-B40E-7F0E446CC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813"/>
                <a:ext cx="295" cy="115"/>
              </a:xfrm>
              <a:custGeom>
                <a:avLst/>
                <a:gdLst>
                  <a:gd name="T0" fmla="*/ 20 w 118"/>
                  <a:gd name="T1" fmla="*/ 265 h 43"/>
                  <a:gd name="T2" fmla="*/ 158 w 118"/>
                  <a:gd name="T3" fmla="*/ 136 h 43"/>
                  <a:gd name="T4" fmla="*/ 158 w 118"/>
                  <a:gd name="T5" fmla="*/ 0 h 43"/>
                  <a:gd name="T6" fmla="*/ 363 w 118"/>
                  <a:gd name="T7" fmla="*/ 115 h 43"/>
                  <a:gd name="T8" fmla="*/ 500 w 118"/>
                  <a:gd name="T9" fmla="*/ 150 h 43"/>
                  <a:gd name="T10" fmla="*/ 613 w 118"/>
                  <a:gd name="T11" fmla="*/ 286 h 43"/>
                  <a:gd name="T12" fmla="*/ 863 w 118"/>
                  <a:gd name="T13" fmla="*/ 342 h 43"/>
                  <a:gd name="T14" fmla="*/ 1158 w 118"/>
                  <a:gd name="T15" fmla="*/ 380 h 43"/>
                  <a:gd name="T16" fmla="*/ 1408 w 118"/>
                  <a:gd name="T17" fmla="*/ 423 h 43"/>
                  <a:gd name="T18" fmla="*/ 1658 w 118"/>
                  <a:gd name="T19" fmla="*/ 423 h 43"/>
                  <a:gd name="T20" fmla="*/ 1833 w 118"/>
                  <a:gd name="T21" fmla="*/ 423 h 43"/>
                  <a:gd name="T22" fmla="*/ 1800 w 118"/>
                  <a:gd name="T23" fmla="*/ 687 h 43"/>
                  <a:gd name="T24" fmla="*/ 1550 w 118"/>
                  <a:gd name="T25" fmla="*/ 765 h 43"/>
                  <a:gd name="T26" fmla="*/ 1458 w 118"/>
                  <a:gd name="T27" fmla="*/ 709 h 43"/>
                  <a:gd name="T28" fmla="*/ 1188 w 118"/>
                  <a:gd name="T29" fmla="*/ 709 h 43"/>
                  <a:gd name="T30" fmla="*/ 875 w 118"/>
                  <a:gd name="T31" fmla="*/ 671 h 43"/>
                  <a:gd name="T32" fmla="*/ 583 w 118"/>
                  <a:gd name="T33" fmla="*/ 572 h 43"/>
                  <a:gd name="T34" fmla="*/ 300 w 118"/>
                  <a:gd name="T35" fmla="*/ 444 h 43"/>
                  <a:gd name="T36" fmla="*/ 20 w 118"/>
                  <a:gd name="T37" fmla="*/ 265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8" h="43">
                    <a:moveTo>
                      <a:pt x="1" y="14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2" y="3"/>
                      <a:pt x="23" y="6"/>
                    </a:cubicBezTo>
                    <a:cubicBezTo>
                      <a:pt x="24" y="9"/>
                      <a:pt x="29" y="9"/>
                      <a:pt x="32" y="8"/>
                    </a:cubicBezTo>
                    <a:cubicBezTo>
                      <a:pt x="35" y="8"/>
                      <a:pt x="39" y="15"/>
                      <a:pt x="39" y="15"/>
                    </a:cubicBezTo>
                    <a:cubicBezTo>
                      <a:pt x="45" y="16"/>
                      <a:pt x="52" y="13"/>
                      <a:pt x="55" y="18"/>
                    </a:cubicBezTo>
                    <a:cubicBezTo>
                      <a:pt x="61" y="15"/>
                      <a:pt x="73" y="15"/>
                      <a:pt x="74" y="20"/>
                    </a:cubicBezTo>
                    <a:cubicBezTo>
                      <a:pt x="79" y="16"/>
                      <a:pt x="88" y="16"/>
                      <a:pt x="90" y="22"/>
                    </a:cubicBezTo>
                    <a:cubicBezTo>
                      <a:pt x="94" y="18"/>
                      <a:pt x="105" y="19"/>
                      <a:pt x="106" y="22"/>
                    </a:cubicBezTo>
                    <a:cubicBezTo>
                      <a:pt x="111" y="20"/>
                      <a:pt x="115" y="17"/>
                      <a:pt x="117" y="22"/>
                    </a:cubicBezTo>
                    <a:cubicBezTo>
                      <a:pt x="118" y="26"/>
                      <a:pt x="114" y="33"/>
                      <a:pt x="115" y="36"/>
                    </a:cubicBezTo>
                    <a:cubicBezTo>
                      <a:pt x="116" y="39"/>
                      <a:pt x="105" y="43"/>
                      <a:pt x="99" y="40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3" y="37"/>
                      <a:pt x="84" y="42"/>
                      <a:pt x="76" y="37"/>
                    </a:cubicBezTo>
                    <a:cubicBezTo>
                      <a:pt x="70" y="39"/>
                      <a:pt x="64" y="42"/>
                      <a:pt x="56" y="35"/>
                    </a:cubicBezTo>
                    <a:cubicBezTo>
                      <a:pt x="49" y="37"/>
                      <a:pt x="44" y="37"/>
                      <a:pt x="37" y="30"/>
                    </a:cubicBezTo>
                    <a:cubicBezTo>
                      <a:pt x="26" y="32"/>
                      <a:pt x="21" y="28"/>
                      <a:pt x="19" y="23"/>
                    </a:cubicBezTo>
                    <a:cubicBezTo>
                      <a:pt x="11" y="23"/>
                      <a:pt x="0" y="17"/>
                      <a:pt x="1" y="1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1" name="Freeform 214">
                <a:extLst>
                  <a:ext uri="{FF2B5EF4-FFF2-40B4-BE49-F238E27FC236}">
                    <a16:creationId xmlns:a16="http://schemas.microsoft.com/office/drawing/2014/main" id="{45681400-C044-4700-BF4E-73D7D9EAC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813"/>
                <a:ext cx="295" cy="115"/>
              </a:xfrm>
              <a:custGeom>
                <a:avLst/>
                <a:gdLst>
                  <a:gd name="T0" fmla="*/ 20 w 118"/>
                  <a:gd name="T1" fmla="*/ 265 h 43"/>
                  <a:gd name="T2" fmla="*/ 158 w 118"/>
                  <a:gd name="T3" fmla="*/ 136 h 43"/>
                  <a:gd name="T4" fmla="*/ 158 w 118"/>
                  <a:gd name="T5" fmla="*/ 0 h 43"/>
                  <a:gd name="T6" fmla="*/ 363 w 118"/>
                  <a:gd name="T7" fmla="*/ 115 h 43"/>
                  <a:gd name="T8" fmla="*/ 500 w 118"/>
                  <a:gd name="T9" fmla="*/ 150 h 43"/>
                  <a:gd name="T10" fmla="*/ 613 w 118"/>
                  <a:gd name="T11" fmla="*/ 286 h 43"/>
                  <a:gd name="T12" fmla="*/ 863 w 118"/>
                  <a:gd name="T13" fmla="*/ 342 h 43"/>
                  <a:gd name="T14" fmla="*/ 1158 w 118"/>
                  <a:gd name="T15" fmla="*/ 380 h 43"/>
                  <a:gd name="T16" fmla="*/ 1408 w 118"/>
                  <a:gd name="T17" fmla="*/ 423 h 43"/>
                  <a:gd name="T18" fmla="*/ 1658 w 118"/>
                  <a:gd name="T19" fmla="*/ 423 h 43"/>
                  <a:gd name="T20" fmla="*/ 1833 w 118"/>
                  <a:gd name="T21" fmla="*/ 423 h 43"/>
                  <a:gd name="T22" fmla="*/ 1800 w 118"/>
                  <a:gd name="T23" fmla="*/ 687 h 43"/>
                  <a:gd name="T24" fmla="*/ 1550 w 118"/>
                  <a:gd name="T25" fmla="*/ 765 h 43"/>
                  <a:gd name="T26" fmla="*/ 1458 w 118"/>
                  <a:gd name="T27" fmla="*/ 709 h 43"/>
                  <a:gd name="T28" fmla="*/ 1188 w 118"/>
                  <a:gd name="T29" fmla="*/ 709 h 43"/>
                  <a:gd name="T30" fmla="*/ 875 w 118"/>
                  <a:gd name="T31" fmla="*/ 671 h 43"/>
                  <a:gd name="T32" fmla="*/ 583 w 118"/>
                  <a:gd name="T33" fmla="*/ 572 h 43"/>
                  <a:gd name="T34" fmla="*/ 300 w 118"/>
                  <a:gd name="T35" fmla="*/ 444 h 43"/>
                  <a:gd name="T36" fmla="*/ 20 w 118"/>
                  <a:gd name="T37" fmla="*/ 265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8" h="43">
                    <a:moveTo>
                      <a:pt x="1" y="14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2" y="3"/>
                      <a:pt x="23" y="6"/>
                    </a:cubicBezTo>
                    <a:cubicBezTo>
                      <a:pt x="24" y="9"/>
                      <a:pt x="29" y="9"/>
                      <a:pt x="32" y="8"/>
                    </a:cubicBezTo>
                    <a:cubicBezTo>
                      <a:pt x="35" y="8"/>
                      <a:pt x="39" y="15"/>
                      <a:pt x="39" y="15"/>
                    </a:cubicBezTo>
                    <a:cubicBezTo>
                      <a:pt x="45" y="16"/>
                      <a:pt x="52" y="13"/>
                      <a:pt x="55" y="18"/>
                    </a:cubicBezTo>
                    <a:cubicBezTo>
                      <a:pt x="61" y="15"/>
                      <a:pt x="73" y="15"/>
                      <a:pt x="74" y="20"/>
                    </a:cubicBezTo>
                    <a:cubicBezTo>
                      <a:pt x="79" y="16"/>
                      <a:pt x="88" y="16"/>
                      <a:pt x="90" y="22"/>
                    </a:cubicBezTo>
                    <a:cubicBezTo>
                      <a:pt x="94" y="18"/>
                      <a:pt x="105" y="19"/>
                      <a:pt x="106" y="22"/>
                    </a:cubicBezTo>
                    <a:cubicBezTo>
                      <a:pt x="111" y="20"/>
                      <a:pt x="115" y="17"/>
                      <a:pt x="117" y="22"/>
                    </a:cubicBezTo>
                    <a:cubicBezTo>
                      <a:pt x="118" y="26"/>
                      <a:pt x="114" y="33"/>
                      <a:pt x="115" y="36"/>
                    </a:cubicBezTo>
                    <a:cubicBezTo>
                      <a:pt x="116" y="39"/>
                      <a:pt x="105" y="43"/>
                      <a:pt x="99" y="40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3" y="37"/>
                      <a:pt x="84" y="42"/>
                      <a:pt x="76" y="37"/>
                    </a:cubicBezTo>
                    <a:cubicBezTo>
                      <a:pt x="70" y="39"/>
                      <a:pt x="64" y="42"/>
                      <a:pt x="56" y="35"/>
                    </a:cubicBezTo>
                    <a:cubicBezTo>
                      <a:pt x="49" y="37"/>
                      <a:pt x="44" y="37"/>
                      <a:pt x="37" y="30"/>
                    </a:cubicBezTo>
                    <a:cubicBezTo>
                      <a:pt x="26" y="32"/>
                      <a:pt x="21" y="28"/>
                      <a:pt x="19" y="23"/>
                    </a:cubicBezTo>
                    <a:cubicBezTo>
                      <a:pt x="11" y="23"/>
                      <a:pt x="0" y="17"/>
                      <a:pt x="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2" name="Freeform 215">
                <a:extLst>
                  <a:ext uri="{FF2B5EF4-FFF2-40B4-BE49-F238E27FC236}">
                    <a16:creationId xmlns:a16="http://schemas.microsoft.com/office/drawing/2014/main" id="{D4AE8EC3-8F0D-4283-928E-A4A0A30C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853"/>
                <a:ext cx="45" cy="22"/>
              </a:xfrm>
              <a:custGeom>
                <a:avLst/>
                <a:gdLst>
                  <a:gd name="T0" fmla="*/ 0 w 18"/>
                  <a:gd name="T1" fmla="*/ 168 h 8"/>
                  <a:gd name="T2" fmla="*/ 283 w 1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cubicBezTo>
                      <a:pt x="6" y="6"/>
                      <a:pt x="15" y="5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3" name="Freeform 216">
                <a:extLst>
                  <a:ext uri="{FF2B5EF4-FFF2-40B4-BE49-F238E27FC236}">
                    <a16:creationId xmlns:a16="http://schemas.microsoft.com/office/drawing/2014/main" id="{0E3F2D4A-ACCE-4D10-946B-7F2E3E256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837"/>
                <a:ext cx="43" cy="11"/>
              </a:xfrm>
              <a:custGeom>
                <a:avLst/>
                <a:gdLst>
                  <a:gd name="T0" fmla="*/ 0 w 17"/>
                  <a:gd name="T1" fmla="*/ 0 h 4"/>
                  <a:gd name="T2" fmla="*/ 276 w 17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7" y="3"/>
                      <a:pt x="12" y="4"/>
                      <a:pt x="1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4" name="Freeform 217">
                <a:extLst>
                  <a:ext uri="{FF2B5EF4-FFF2-40B4-BE49-F238E27FC236}">
                    <a16:creationId xmlns:a16="http://schemas.microsoft.com/office/drawing/2014/main" id="{0EA30BFF-CC4D-4045-B5C4-61E4CE452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861"/>
                <a:ext cx="52" cy="32"/>
              </a:xfrm>
              <a:custGeom>
                <a:avLst/>
                <a:gdLst>
                  <a:gd name="T0" fmla="*/ 0 w 21"/>
                  <a:gd name="T1" fmla="*/ 227 h 12"/>
                  <a:gd name="T2" fmla="*/ 319 w 2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cubicBezTo>
                      <a:pt x="9" y="10"/>
                      <a:pt x="18" y="4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5" name="Freeform 218">
                <a:extLst>
                  <a:ext uri="{FF2B5EF4-FFF2-40B4-BE49-F238E27FC236}">
                    <a16:creationId xmlns:a16="http://schemas.microsoft.com/office/drawing/2014/main" id="{63BCDA41-59A7-4E4A-9211-CA153F8DA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867"/>
                <a:ext cx="53" cy="40"/>
              </a:xfrm>
              <a:custGeom>
                <a:avLst/>
                <a:gdLst>
                  <a:gd name="T0" fmla="*/ 0 w 21"/>
                  <a:gd name="T1" fmla="*/ 285 h 15"/>
                  <a:gd name="T2" fmla="*/ 338 w 2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5" y="11"/>
                      <a:pt x="16" y="6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6" name="Freeform 219">
                <a:extLst>
                  <a:ext uri="{FF2B5EF4-FFF2-40B4-BE49-F238E27FC236}">
                    <a16:creationId xmlns:a16="http://schemas.microsoft.com/office/drawing/2014/main" id="{7F39E39B-58CD-4F22-9C81-C85BD8F4B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872"/>
                <a:ext cx="35" cy="40"/>
              </a:xfrm>
              <a:custGeom>
                <a:avLst/>
                <a:gdLst>
                  <a:gd name="T0" fmla="*/ 0 w 14"/>
                  <a:gd name="T1" fmla="*/ 285 h 15"/>
                  <a:gd name="T2" fmla="*/ 220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15"/>
                    </a:moveTo>
                    <a:cubicBezTo>
                      <a:pt x="6" y="10"/>
                      <a:pt x="10" y="6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7" name="Freeform 220">
                <a:extLst>
                  <a:ext uri="{FF2B5EF4-FFF2-40B4-BE49-F238E27FC236}">
                    <a16:creationId xmlns:a16="http://schemas.microsoft.com/office/drawing/2014/main" id="{CEA4B35D-37F9-47E9-AEB6-5C8D157C6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72"/>
                <a:ext cx="33" cy="40"/>
              </a:xfrm>
              <a:custGeom>
                <a:avLst/>
                <a:gdLst>
                  <a:gd name="T0" fmla="*/ 0 w 13"/>
                  <a:gd name="T1" fmla="*/ 285 h 15"/>
                  <a:gd name="T2" fmla="*/ 213 w 1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6" y="10"/>
                      <a:pt x="11" y="5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8" name="Freeform 221">
                <a:extLst>
                  <a:ext uri="{FF2B5EF4-FFF2-40B4-BE49-F238E27FC236}">
                    <a16:creationId xmlns:a16="http://schemas.microsoft.com/office/drawing/2014/main" id="{B8784811-A28C-41FB-AD43-D944EF83B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061"/>
                <a:ext cx="155" cy="174"/>
              </a:xfrm>
              <a:custGeom>
                <a:avLst/>
                <a:gdLst>
                  <a:gd name="T0" fmla="*/ 0 w 62"/>
                  <a:gd name="T1" fmla="*/ 594 h 65"/>
                  <a:gd name="T2" fmla="*/ 345 w 62"/>
                  <a:gd name="T3" fmla="*/ 367 h 65"/>
                  <a:gd name="T4" fmla="*/ 750 w 62"/>
                  <a:gd name="T5" fmla="*/ 21 h 65"/>
                  <a:gd name="T6" fmla="*/ 958 w 62"/>
                  <a:gd name="T7" fmla="*/ 94 h 65"/>
                  <a:gd name="T8" fmla="*/ 708 w 62"/>
                  <a:gd name="T9" fmla="*/ 744 h 65"/>
                  <a:gd name="T10" fmla="*/ 488 w 62"/>
                  <a:gd name="T11" fmla="*/ 1189 h 65"/>
                  <a:gd name="T12" fmla="*/ 0 w 62"/>
                  <a:gd name="T13" fmla="*/ 594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65">
                    <a:moveTo>
                      <a:pt x="0" y="31"/>
                    </a:moveTo>
                    <a:cubicBezTo>
                      <a:pt x="7" y="31"/>
                      <a:pt x="17" y="27"/>
                      <a:pt x="22" y="19"/>
                    </a:cubicBezTo>
                    <a:cubicBezTo>
                      <a:pt x="28" y="11"/>
                      <a:pt x="37" y="2"/>
                      <a:pt x="48" y="1"/>
                    </a:cubicBezTo>
                    <a:cubicBezTo>
                      <a:pt x="58" y="0"/>
                      <a:pt x="62" y="0"/>
                      <a:pt x="61" y="5"/>
                    </a:cubicBezTo>
                    <a:cubicBezTo>
                      <a:pt x="60" y="13"/>
                      <a:pt x="50" y="32"/>
                      <a:pt x="45" y="39"/>
                    </a:cubicBezTo>
                    <a:cubicBezTo>
                      <a:pt x="40" y="46"/>
                      <a:pt x="37" y="59"/>
                      <a:pt x="31" y="62"/>
                    </a:cubicBezTo>
                    <a:cubicBezTo>
                      <a:pt x="25" y="65"/>
                      <a:pt x="4" y="47"/>
                      <a:pt x="0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49" name="Freeform 222">
                <a:extLst>
                  <a:ext uri="{FF2B5EF4-FFF2-40B4-BE49-F238E27FC236}">
                    <a16:creationId xmlns:a16="http://schemas.microsoft.com/office/drawing/2014/main" id="{8A47EBE4-073B-496B-B230-F3403B1DD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099"/>
                <a:ext cx="95" cy="136"/>
              </a:xfrm>
              <a:custGeom>
                <a:avLst/>
                <a:gdLst>
                  <a:gd name="T0" fmla="*/ 345 w 38"/>
                  <a:gd name="T1" fmla="*/ 0 h 51"/>
                  <a:gd name="T2" fmla="*/ 0 w 38"/>
                  <a:gd name="T3" fmla="*/ 968 h 51"/>
                  <a:gd name="T4" fmla="*/ 345 w 38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1">
                    <a:moveTo>
                      <a:pt x="22" y="0"/>
                    </a:moveTo>
                    <a:cubicBezTo>
                      <a:pt x="21" y="8"/>
                      <a:pt x="9" y="43"/>
                      <a:pt x="0" y="51"/>
                    </a:cubicBezTo>
                    <a:cubicBezTo>
                      <a:pt x="14" y="48"/>
                      <a:pt x="38" y="29"/>
                      <a:pt x="2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0" name="Freeform 223">
                <a:extLst>
                  <a:ext uri="{FF2B5EF4-FFF2-40B4-BE49-F238E27FC236}">
                    <a16:creationId xmlns:a16="http://schemas.microsoft.com/office/drawing/2014/main" id="{1C78131E-0C73-490B-A528-15530307B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925"/>
                <a:ext cx="445" cy="464"/>
              </a:xfrm>
              <a:custGeom>
                <a:avLst/>
                <a:gdLst>
                  <a:gd name="T0" fmla="*/ 925 w 178"/>
                  <a:gd name="T1" fmla="*/ 3149 h 174"/>
                  <a:gd name="T2" fmla="*/ 958 w 178"/>
                  <a:gd name="T3" fmla="*/ 3149 h 174"/>
                  <a:gd name="T4" fmla="*/ 1283 w 178"/>
                  <a:gd name="T5" fmla="*/ 3149 h 174"/>
                  <a:gd name="T6" fmla="*/ 1425 w 178"/>
                  <a:gd name="T7" fmla="*/ 3277 h 174"/>
                  <a:gd name="T8" fmla="*/ 1550 w 178"/>
                  <a:gd name="T9" fmla="*/ 3165 h 174"/>
                  <a:gd name="T10" fmla="*/ 1750 w 178"/>
                  <a:gd name="T11" fmla="*/ 3072 h 174"/>
                  <a:gd name="T12" fmla="*/ 2220 w 178"/>
                  <a:gd name="T13" fmla="*/ 2845 h 174"/>
                  <a:gd name="T14" fmla="*/ 2738 w 178"/>
                  <a:gd name="T15" fmla="*/ 1557 h 174"/>
                  <a:gd name="T16" fmla="*/ 2658 w 178"/>
                  <a:gd name="T17" fmla="*/ 1480 h 174"/>
                  <a:gd name="T18" fmla="*/ 2375 w 178"/>
                  <a:gd name="T19" fmla="*/ 456 h 174"/>
                  <a:gd name="T20" fmla="*/ 1738 w 178"/>
                  <a:gd name="T21" fmla="*/ 77 h 174"/>
                  <a:gd name="T22" fmla="*/ 1158 w 178"/>
                  <a:gd name="T23" fmla="*/ 21 h 174"/>
                  <a:gd name="T24" fmla="*/ 645 w 178"/>
                  <a:gd name="T25" fmla="*/ 285 h 174"/>
                  <a:gd name="T26" fmla="*/ 333 w 178"/>
                  <a:gd name="T27" fmla="*/ 589 h 174"/>
                  <a:gd name="T28" fmla="*/ 33 w 178"/>
                  <a:gd name="T29" fmla="*/ 1251 h 174"/>
                  <a:gd name="T30" fmla="*/ 63 w 178"/>
                  <a:gd name="T31" fmla="*/ 1912 h 174"/>
                  <a:gd name="T32" fmla="*/ 113 w 178"/>
                  <a:gd name="T33" fmla="*/ 2184 h 174"/>
                  <a:gd name="T34" fmla="*/ 145 w 178"/>
                  <a:gd name="T35" fmla="*/ 2445 h 174"/>
                  <a:gd name="T36" fmla="*/ 345 w 178"/>
                  <a:gd name="T37" fmla="*/ 2752 h 174"/>
                  <a:gd name="T38" fmla="*/ 550 w 178"/>
                  <a:gd name="T39" fmla="*/ 2995 h 1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78" h="174">
                    <a:moveTo>
                      <a:pt x="59" y="166"/>
                    </a:moveTo>
                    <a:cubicBezTo>
                      <a:pt x="60" y="166"/>
                      <a:pt x="60" y="166"/>
                      <a:pt x="61" y="166"/>
                    </a:cubicBezTo>
                    <a:cubicBezTo>
                      <a:pt x="82" y="166"/>
                      <a:pt x="78" y="164"/>
                      <a:pt x="82" y="166"/>
                    </a:cubicBezTo>
                    <a:cubicBezTo>
                      <a:pt x="86" y="168"/>
                      <a:pt x="83" y="173"/>
                      <a:pt x="91" y="173"/>
                    </a:cubicBezTo>
                    <a:cubicBezTo>
                      <a:pt x="98" y="174"/>
                      <a:pt x="97" y="170"/>
                      <a:pt x="99" y="167"/>
                    </a:cubicBezTo>
                    <a:cubicBezTo>
                      <a:pt x="101" y="164"/>
                      <a:pt x="106" y="162"/>
                      <a:pt x="112" y="162"/>
                    </a:cubicBezTo>
                    <a:cubicBezTo>
                      <a:pt x="117" y="163"/>
                      <a:pt x="128" y="165"/>
                      <a:pt x="142" y="150"/>
                    </a:cubicBezTo>
                    <a:cubicBezTo>
                      <a:pt x="157" y="135"/>
                      <a:pt x="178" y="92"/>
                      <a:pt x="175" y="82"/>
                    </a:cubicBezTo>
                    <a:cubicBezTo>
                      <a:pt x="173" y="72"/>
                      <a:pt x="170" y="78"/>
                      <a:pt x="170" y="78"/>
                    </a:cubicBezTo>
                    <a:cubicBezTo>
                      <a:pt x="170" y="78"/>
                      <a:pt x="167" y="40"/>
                      <a:pt x="152" y="24"/>
                    </a:cubicBezTo>
                    <a:cubicBezTo>
                      <a:pt x="136" y="9"/>
                      <a:pt x="122" y="9"/>
                      <a:pt x="111" y="4"/>
                    </a:cubicBezTo>
                    <a:cubicBezTo>
                      <a:pt x="101" y="0"/>
                      <a:pt x="87" y="1"/>
                      <a:pt x="74" y="1"/>
                    </a:cubicBezTo>
                    <a:cubicBezTo>
                      <a:pt x="62" y="1"/>
                      <a:pt x="53" y="10"/>
                      <a:pt x="41" y="15"/>
                    </a:cubicBezTo>
                    <a:cubicBezTo>
                      <a:pt x="35" y="20"/>
                      <a:pt x="31" y="22"/>
                      <a:pt x="21" y="31"/>
                    </a:cubicBezTo>
                    <a:cubicBezTo>
                      <a:pt x="11" y="40"/>
                      <a:pt x="4" y="56"/>
                      <a:pt x="2" y="66"/>
                    </a:cubicBezTo>
                    <a:cubicBezTo>
                      <a:pt x="0" y="77"/>
                      <a:pt x="4" y="93"/>
                      <a:pt x="4" y="101"/>
                    </a:cubicBezTo>
                    <a:cubicBezTo>
                      <a:pt x="5" y="108"/>
                      <a:pt x="7" y="111"/>
                      <a:pt x="7" y="115"/>
                    </a:cubicBezTo>
                    <a:cubicBezTo>
                      <a:pt x="8" y="119"/>
                      <a:pt x="1" y="128"/>
                      <a:pt x="9" y="129"/>
                    </a:cubicBezTo>
                    <a:cubicBezTo>
                      <a:pt x="17" y="132"/>
                      <a:pt x="14" y="136"/>
                      <a:pt x="22" y="145"/>
                    </a:cubicBezTo>
                    <a:cubicBezTo>
                      <a:pt x="25" y="149"/>
                      <a:pt x="29" y="154"/>
                      <a:pt x="35" y="1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1" name="Freeform 224">
                <a:extLst>
                  <a:ext uri="{FF2B5EF4-FFF2-40B4-BE49-F238E27FC236}">
                    <a16:creationId xmlns:a16="http://schemas.microsoft.com/office/drawing/2014/main" id="{8EDCB155-B694-485C-ABBB-5215EEE5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973"/>
                <a:ext cx="102" cy="246"/>
              </a:xfrm>
              <a:custGeom>
                <a:avLst/>
                <a:gdLst>
                  <a:gd name="T0" fmla="*/ 0 w 41"/>
                  <a:gd name="T1" fmla="*/ 0 h 92"/>
                  <a:gd name="T2" fmla="*/ 619 w 41"/>
                  <a:gd name="T3" fmla="*/ 1029 h 92"/>
                  <a:gd name="T4" fmla="*/ 403 w 41"/>
                  <a:gd name="T5" fmla="*/ 175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2">
                    <a:moveTo>
                      <a:pt x="0" y="0"/>
                    </a:moveTo>
                    <a:cubicBezTo>
                      <a:pt x="21" y="5"/>
                      <a:pt x="41" y="26"/>
                      <a:pt x="40" y="54"/>
                    </a:cubicBezTo>
                    <a:cubicBezTo>
                      <a:pt x="39" y="82"/>
                      <a:pt x="34" y="88"/>
                      <a:pt x="26" y="9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2" name="Freeform 225">
                <a:extLst>
                  <a:ext uri="{FF2B5EF4-FFF2-40B4-BE49-F238E27FC236}">
                    <a16:creationId xmlns:a16="http://schemas.microsoft.com/office/drawing/2014/main" id="{96D66E73-C09E-4299-BFBE-924EF2BC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931"/>
                <a:ext cx="405" cy="314"/>
              </a:xfrm>
              <a:custGeom>
                <a:avLst/>
                <a:gdLst>
                  <a:gd name="T0" fmla="*/ 1188 w 162"/>
                  <a:gd name="T1" fmla="*/ 2089 h 118"/>
                  <a:gd name="T2" fmla="*/ 2095 w 162"/>
                  <a:gd name="T3" fmla="*/ 1849 h 118"/>
                  <a:gd name="T4" fmla="*/ 1770 w 162"/>
                  <a:gd name="T5" fmla="*/ 303 h 118"/>
                  <a:gd name="T6" fmla="*/ 708 w 162"/>
                  <a:gd name="T7" fmla="*/ 303 h 118"/>
                  <a:gd name="T8" fmla="*/ 250 w 162"/>
                  <a:gd name="T9" fmla="*/ 806 h 118"/>
                  <a:gd name="T10" fmla="*/ 63 w 162"/>
                  <a:gd name="T11" fmla="*/ 1863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118">
                    <a:moveTo>
                      <a:pt x="76" y="111"/>
                    </a:moveTo>
                    <a:cubicBezTo>
                      <a:pt x="90" y="115"/>
                      <a:pt x="106" y="118"/>
                      <a:pt x="134" y="98"/>
                    </a:cubicBezTo>
                    <a:cubicBezTo>
                      <a:pt x="162" y="78"/>
                      <a:pt x="137" y="32"/>
                      <a:pt x="113" y="16"/>
                    </a:cubicBezTo>
                    <a:cubicBezTo>
                      <a:pt x="88" y="0"/>
                      <a:pt x="55" y="13"/>
                      <a:pt x="45" y="16"/>
                    </a:cubicBezTo>
                    <a:cubicBezTo>
                      <a:pt x="35" y="18"/>
                      <a:pt x="24" y="25"/>
                      <a:pt x="16" y="43"/>
                    </a:cubicBezTo>
                    <a:cubicBezTo>
                      <a:pt x="9" y="61"/>
                      <a:pt x="0" y="89"/>
                      <a:pt x="4" y="9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3" name="Freeform 226">
                <a:extLst>
                  <a:ext uri="{FF2B5EF4-FFF2-40B4-BE49-F238E27FC236}">
                    <a16:creationId xmlns:a16="http://schemas.microsoft.com/office/drawing/2014/main" id="{7516257F-4E68-4DF8-92B8-E7F101348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973"/>
                <a:ext cx="110" cy="259"/>
              </a:xfrm>
              <a:custGeom>
                <a:avLst/>
                <a:gdLst>
                  <a:gd name="T0" fmla="*/ 688 w 44"/>
                  <a:gd name="T1" fmla="*/ 0 h 97"/>
                  <a:gd name="T2" fmla="*/ 270 w 44"/>
                  <a:gd name="T3" fmla="*/ 662 h 97"/>
                  <a:gd name="T4" fmla="*/ 0 w 44"/>
                  <a:gd name="T5" fmla="*/ 1848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97">
                    <a:moveTo>
                      <a:pt x="44" y="0"/>
                    </a:moveTo>
                    <a:cubicBezTo>
                      <a:pt x="34" y="6"/>
                      <a:pt x="23" y="19"/>
                      <a:pt x="17" y="35"/>
                    </a:cubicBezTo>
                    <a:cubicBezTo>
                      <a:pt x="11" y="51"/>
                      <a:pt x="2" y="89"/>
                      <a:pt x="0" y="9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4" name="Freeform 227">
                <a:extLst>
                  <a:ext uri="{FF2B5EF4-FFF2-40B4-BE49-F238E27FC236}">
                    <a16:creationId xmlns:a16="http://schemas.microsoft.com/office/drawing/2014/main" id="{0B6A2AA3-6338-4E7F-9C46-FA6D814A5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963"/>
                <a:ext cx="218" cy="306"/>
              </a:xfrm>
              <a:custGeom>
                <a:avLst/>
                <a:gdLst>
                  <a:gd name="T0" fmla="*/ 0 w 87"/>
                  <a:gd name="T1" fmla="*/ 2166 h 115"/>
                  <a:gd name="T2" fmla="*/ 158 w 87"/>
                  <a:gd name="T3" fmla="*/ 2145 h 115"/>
                  <a:gd name="T4" fmla="*/ 376 w 87"/>
                  <a:gd name="T5" fmla="*/ 921 h 115"/>
                  <a:gd name="T6" fmla="*/ 692 w 87"/>
                  <a:gd name="T7" fmla="*/ 205 h 115"/>
                  <a:gd name="T8" fmla="*/ 1368 w 87"/>
                  <a:gd name="T9" fmla="*/ 7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15">
                    <a:moveTo>
                      <a:pt x="0" y="115"/>
                    </a:move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20" y="64"/>
                      <a:pt x="24" y="49"/>
                    </a:cubicBezTo>
                    <a:cubicBezTo>
                      <a:pt x="29" y="35"/>
                      <a:pt x="31" y="20"/>
                      <a:pt x="44" y="11"/>
                    </a:cubicBezTo>
                    <a:cubicBezTo>
                      <a:pt x="57" y="3"/>
                      <a:pt x="76" y="0"/>
                      <a:pt x="8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5" name="Freeform 228">
                <a:extLst>
                  <a:ext uri="{FF2B5EF4-FFF2-40B4-BE49-F238E27FC236}">
                    <a16:creationId xmlns:a16="http://schemas.microsoft.com/office/drawing/2014/main" id="{E35F181B-D1DD-4C6E-904F-0B6FB468D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992"/>
                <a:ext cx="240" cy="312"/>
              </a:xfrm>
              <a:custGeom>
                <a:avLst/>
                <a:gdLst>
                  <a:gd name="T0" fmla="*/ 583 w 96"/>
                  <a:gd name="T1" fmla="*/ 2219 h 117"/>
                  <a:gd name="T2" fmla="*/ 238 w 96"/>
                  <a:gd name="T3" fmla="*/ 1443 h 117"/>
                  <a:gd name="T4" fmla="*/ 345 w 96"/>
                  <a:gd name="T5" fmla="*/ 853 h 117"/>
                  <a:gd name="T6" fmla="*/ 800 w 96"/>
                  <a:gd name="T7" fmla="*/ 491 h 117"/>
                  <a:gd name="T8" fmla="*/ 1095 w 96"/>
                  <a:gd name="T9" fmla="*/ 320 h 117"/>
                  <a:gd name="T10" fmla="*/ 1345 w 96"/>
                  <a:gd name="T11" fmla="*/ 512 h 117"/>
                  <a:gd name="T12" fmla="*/ 1500 w 96"/>
                  <a:gd name="T13" fmla="*/ 760 h 117"/>
                  <a:gd name="T14" fmla="*/ 1250 w 96"/>
                  <a:gd name="T15" fmla="*/ 205 h 117"/>
                  <a:gd name="T16" fmla="*/ 625 w 96"/>
                  <a:gd name="T17" fmla="*/ 93 h 117"/>
                  <a:gd name="T18" fmla="*/ 158 w 96"/>
                  <a:gd name="T19" fmla="*/ 547 h 117"/>
                  <a:gd name="T20" fmla="*/ 0 w 96"/>
                  <a:gd name="T21" fmla="*/ 909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117">
                    <a:moveTo>
                      <a:pt x="37" y="117"/>
                    </a:moveTo>
                    <a:cubicBezTo>
                      <a:pt x="32" y="114"/>
                      <a:pt x="17" y="92"/>
                      <a:pt x="15" y="76"/>
                    </a:cubicBezTo>
                    <a:cubicBezTo>
                      <a:pt x="14" y="61"/>
                      <a:pt x="14" y="46"/>
                      <a:pt x="22" y="45"/>
                    </a:cubicBezTo>
                    <a:cubicBezTo>
                      <a:pt x="35" y="39"/>
                      <a:pt x="42" y="35"/>
                      <a:pt x="51" y="26"/>
                    </a:cubicBezTo>
                    <a:cubicBezTo>
                      <a:pt x="60" y="17"/>
                      <a:pt x="63" y="15"/>
                      <a:pt x="70" y="17"/>
                    </a:cubicBezTo>
                    <a:cubicBezTo>
                      <a:pt x="78" y="20"/>
                      <a:pt x="86" y="27"/>
                      <a:pt x="86" y="27"/>
                    </a:cubicBezTo>
                    <a:cubicBezTo>
                      <a:pt x="96" y="40"/>
                      <a:pt x="96" y="40"/>
                      <a:pt x="96" y="40"/>
                    </a:cubicBezTo>
                    <a:cubicBezTo>
                      <a:pt x="93" y="28"/>
                      <a:pt x="94" y="22"/>
                      <a:pt x="80" y="11"/>
                    </a:cubicBezTo>
                    <a:cubicBezTo>
                      <a:pt x="66" y="0"/>
                      <a:pt x="52" y="2"/>
                      <a:pt x="40" y="5"/>
                    </a:cubicBezTo>
                    <a:cubicBezTo>
                      <a:pt x="29" y="8"/>
                      <a:pt x="19" y="16"/>
                      <a:pt x="10" y="29"/>
                    </a:cubicBezTo>
                    <a:cubicBezTo>
                      <a:pt x="6" y="34"/>
                      <a:pt x="0" y="48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6" name="Freeform 229">
                <a:extLst>
                  <a:ext uri="{FF2B5EF4-FFF2-40B4-BE49-F238E27FC236}">
                    <a16:creationId xmlns:a16="http://schemas.microsoft.com/office/drawing/2014/main" id="{AF7242A5-57D3-4602-B2F0-3F95B9CFD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160"/>
                <a:ext cx="100" cy="163"/>
              </a:xfrm>
              <a:custGeom>
                <a:avLst/>
                <a:gdLst>
                  <a:gd name="T0" fmla="*/ 50 w 40"/>
                  <a:gd name="T1" fmla="*/ 56 h 61"/>
                  <a:gd name="T2" fmla="*/ 208 w 40"/>
                  <a:gd name="T3" fmla="*/ 593 h 61"/>
                  <a:gd name="T4" fmla="*/ 395 w 40"/>
                  <a:gd name="T5" fmla="*/ 1072 h 61"/>
                  <a:gd name="T6" fmla="*/ 625 w 40"/>
                  <a:gd name="T7" fmla="*/ 1106 h 61"/>
                  <a:gd name="T8" fmla="*/ 500 w 40"/>
                  <a:gd name="T9" fmla="*/ 842 h 61"/>
                  <a:gd name="T10" fmla="*/ 313 w 40"/>
                  <a:gd name="T11" fmla="*/ 286 h 61"/>
                  <a:gd name="T12" fmla="*/ 0 w 40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1">
                    <a:moveTo>
                      <a:pt x="3" y="3"/>
                    </a:moveTo>
                    <a:cubicBezTo>
                      <a:pt x="11" y="10"/>
                      <a:pt x="13" y="25"/>
                      <a:pt x="13" y="31"/>
                    </a:cubicBezTo>
                    <a:cubicBezTo>
                      <a:pt x="13" y="37"/>
                      <a:pt x="17" y="52"/>
                      <a:pt x="25" y="56"/>
                    </a:cubicBezTo>
                    <a:cubicBezTo>
                      <a:pt x="33" y="61"/>
                      <a:pt x="40" y="58"/>
                      <a:pt x="40" y="58"/>
                    </a:cubicBezTo>
                    <a:cubicBezTo>
                      <a:pt x="40" y="58"/>
                      <a:pt x="35" y="54"/>
                      <a:pt x="32" y="44"/>
                    </a:cubicBezTo>
                    <a:cubicBezTo>
                      <a:pt x="28" y="35"/>
                      <a:pt x="27" y="20"/>
                      <a:pt x="20" y="15"/>
                    </a:cubicBezTo>
                    <a:cubicBezTo>
                      <a:pt x="13" y="1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7" name="Freeform 230">
                <a:extLst>
                  <a:ext uri="{FF2B5EF4-FFF2-40B4-BE49-F238E27FC236}">
                    <a16:creationId xmlns:a16="http://schemas.microsoft.com/office/drawing/2014/main" id="{523195E3-DFA1-420C-84C0-01C26B108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024"/>
                <a:ext cx="350" cy="325"/>
              </a:xfrm>
              <a:custGeom>
                <a:avLst/>
                <a:gdLst>
                  <a:gd name="T0" fmla="*/ 2188 w 140"/>
                  <a:gd name="T1" fmla="*/ 773 h 122"/>
                  <a:gd name="T2" fmla="*/ 1813 w 140"/>
                  <a:gd name="T3" fmla="*/ 1740 h 122"/>
                  <a:gd name="T4" fmla="*/ 1425 w 140"/>
                  <a:gd name="T5" fmla="*/ 1931 h 122"/>
                  <a:gd name="T6" fmla="*/ 1050 w 140"/>
                  <a:gd name="T7" fmla="*/ 2081 h 122"/>
                  <a:gd name="T8" fmla="*/ 720 w 140"/>
                  <a:gd name="T9" fmla="*/ 2270 h 122"/>
                  <a:gd name="T10" fmla="*/ 313 w 140"/>
                  <a:gd name="T11" fmla="*/ 2059 h 122"/>
                  <a:gd name="T12" fmla="*/ 83 w 140"/>
                  <a:gd name="T13" fmla="*/ 1548 h 122"/>
                  <a:gd name="T14" fmla="*/ 238 w 140"/>
                  <a:gd name="T15" fmla="*/ 589 h 122"/>
                  <a:gd name="T16" fmla="*/ 563 w 140"/>
                  <a:gd name="T17" fmla="*/ 192 h 122"/>
                  <a:gd name="T18" fmla="*/ 1083 w 140"/>
                  <a:gd name="T19" fmla="*/ 93 h 1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122">
                    <a:moveTo>
                      <a:pt x="140" y="41"/>
                    </a:moveTo>
                    <a:cubicBezTo>
                      <a:pt x="138" y="51"/>
                      <a:pt x="125" y="84"/>
                      <a:pt x="116" y="92"/>
                    </a:cubicBezTo>
                    <a:cubicBezTo>
                      <a:pt x="107" y="99"/>
                      <a:pt x="100" y="99"/>
                      <a:pt x="91" y="102"/>
                    </a:cubicBezTo>
                    <a:cubicBezTo>
                      <a:pt x="82" y="105"/>
                      <a:pt x="76" y="105"/>
                      <a:pt x="67" y="110"/>
                    </a:cubicBezTo>
                    <a:cubicBezTo>
                      <a:pt x="64" y="111"/>
                      <a:pt x="56" y="119"/>
                      <a:pt x="46" y="120"/>
                    </a:cubicBezTo>
                    <a:cubicBezTo>
                      <a:pt x="37" y="122"/>
                      <a:pt x="26" y="117"/>
                      <a:pt x="20" y="109"/>
                    </a:cubicBezTo>
                    <a:cubicBezTo>
                      <a:pt x="13" y="101"/>
                      <a:pt x="10" y="101"/>
                      <a:pt x="5" y="82"/>
                    </a:cubicBezTo>
                    <a:cubicBezTo>
                      <a:pt x="0" y="64"/>
                      <a:pt x="10" y="40"/>
                      <a:pt x="15" y="31"/>
                    </a:cubicBezTo>
                    <a:cubicBezTo>
                      <a:pt x="19" y="21"/>
                      <a:pt x="21" y="20"/>
                      <a:pt x="36" y="10"/>
                    </a:cubicBezTo>
                    <a:cubicBezTo>
                      <a:pt x="50" y="0"/>
                      <a:pt x="56" y="3"/>
                      <a:pt x="69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8" name="Freeform 231">
                <a:extLst>
                  <a:ext uri="{FF2B5EF4-FFF2-40B4-BE49-F238E27FC236}">
                    <a16:creationId xmlns:a16="http://schemas.microsoft.com/office/drawing/2014/main" id="{C8A7A2B1-C1A1-4A8F-B2CA-112CF04FD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283"/>
                <a:ext cx="140" cy="72"/>
              </a:xfrm>
              <a:custGeom>
                <a:avLst/>
                <a:gdLst>
                  <a:gd name="T0" fmla="*/ 875 w 56"/>
                  <a:gd name="T1" fmla="*/ 0 h 27"/>
                  <a:gd name="T2" fmla="*/ 595 w 56"/>
                  <a:gd name="T3" fmla="*/ 192 h 27"/>
                  <a:gd name="T4" fmla="*/ 283 w 56"/>
                  <a:gd name="T5" fmla="*/ 435 h 27"/>
                  <a:gd name="T6" fmla="*/ 0 w 56"/>
                  <a:gd name="T7" fmla="*/ 45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27">
                    <a:moveTo>
                      <a:pt x="56" y="0"/>
                    </a:moveTo>
                    <a:cubicBezTo>
                      <a:pt x="52" y="8"/>
                      <a:pt x="47" y="5"/>
                      <a:pt x="38" y="10"/>
                    </a:cubicBezTo>
                    <a:cubicBezTo>
                      <a:pt x="30" y="16"/>
                      <a:pt x="28" y="17"/>
                      <a:pt x="18" y="23"/>
                    </a:cubicBezTo>
                    <a:cubicBezTo>
                      <a:pt x="8" y="27"/>
                      <a:pt x="5" y="24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59" name="Freeform 232">
                <a:extLst>
                  <a:ext uri="{FF2B5EF4-FFF2-40B4-BE49-F238E27FC236}">
                    <a16:creationId xmlns:a16="http://schemas.microsoft.com/office/drawing/2014/main" id="{DFA83094-EDCD-4FE0-8CDD-59E7E50C5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19"/>
                <a:ext cx="210" cy="50"/>
              </a:xfrm>
              <a:custGeom>
                <a:avLst/>
                <a:gdLst>
                  <a:gd name="T0" fmla="*/ 0 w 84"/>
                  <a:gd name="T1" fmla="*/ 166 h 19"/>
                  <a:gd name="T2" fmla="*/ 625 w 84"/>
                  <a:gd name="T3" fmla="*/ 347 h 19"/>
                  <a:gd name="T4" fmla="*/ 1313 w 8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9">
                    <a:moveTo>
                      <a:pt x="0" y="9"/>
                    </a:moveTo>
                    <a:cubicBezTo>
                      <a:pt x="6" y="16"/>
                      <a:pt x="25" y="18"/>
                      <a:pt x="40" y="19"/>
                    </a:cubicBezTo>
                    <a:cubicBezTo>
                      <a:pt x="55" y="19"/>
                      <a:pt x="75" y="14"/>
                      <a:pt x="8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0" name="Freeform 233">
                <a:extLst>
                  <a:ext uri="{FF2B5EF4-FFF2-40B4-BE49-F238E27FC236}">
                    <a16:creationId xmlns:a16="http://schemas.microsoft.com/office/drawing/2014/main" id="{838A7DF4-F43F-43A2-8C85-276DBF40B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944"/>
                <a:ext cx="122" cy="325"/>
              </a:xfrm>
              <a:custGeom>
                <a:avLst/>
                <a:gdLst>
                  <a:gd name="T0" fmla="*/ 75 w 49"/>
                  <a:gd name="T1" fmla="*/ 0 h 122"/>
                  <a:gd name="T2" fmla="*/ 712 w 49"/>
                  <a:gd name="T3" fmla="*/ 1002 h 122"/>
                  <a:gd name="T4" fmla="*/ 558 w 49"/>
                  <a:gd name="T5" fmla="*/ 1873 h 122"/>
                  <a:gd name="T6" fmla="*/ 0 w 49"/>
                  <a:gd name="T7" fmla="*/ 2307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22">
                    <a:moveTo>
                      <a:pt x="5" y="0"/>
                    </a:moveTo>
                    <a:cubicBezTo>
                      <a:pt x="20" y="7"/>
                      <a:pt x="43" y="28"/>
                      <a:pt x="46" y="53"/>
                    </a:cubicBezTo>
                    <a:cubicBezTo>
                      <a:pt x="49" y="77"/>
                      <a:pt x="46" y="91"/>
                      <a:pt x="36" y="99"/>
                    </a:cubicBezTo>
                    <a:cubicBezTo>
                      <a:pt x="25" y="107"/>
                      <a:pt x="16" y="122"/>
                      <a:pt x="0" y="1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1" name="Freeform 234">
                <a:extLst>
                  <a:ext uri="{FF2B5EF4-FFF2-40B4-BE49-F238E27FC236}">
                    <a16:creationId xmlns:a16="http://schemas.microsoft.com/office/drawing/2014/main" id="{216A4175-BF81-43C0-91AA-8BB679CB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07"/>
                <a:ext cx="32" cy="2"/>
              </a:xfrm>
              <a:custGeom>
                <a:avLst/>
                <a:gdLst>
                  <a:gd name="T0" fmla="*/ 0 w 13"/>
                  <a:gd name="T1" fmla="*/ 0 h 1"/>
                  <a:gd name="T2" fmla="*/ 194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0"/>
                    </a:moveTo>
                    <a:cubicBezTo>
                      <a:pt x="5" y="1"/>
                      <a:pt x="9" y="1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2" name="Freeform 235">
                <a:extLst>
                  <a:ext uri="{FF2B5EF4-FFF2-40B4-BE49-F238E27FC236}">
                    <a16:creationId xmlns:a16="http://schemas.microsoft.com/office/drawing/2014/main" id="{39F9180A-8F66-434D-BC05-C0B068C41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187"/>
                <a:ext cx="92" cy="162"/>
              </a:xfrm>
              <a:custGeom>
                <a:avLst/>
                <a:gdLst>
                  <a:gd name="T0" fmla="*/ 569 w 37"/>
                  <a:gd name="T1" fmla="*/ 1142 h 61"/>
                  <a:gd name="T2" fmla="*/ 42 w 37"/>
                  <a:gd name="T3" fmla="*/ 353 h 61"/>
                  <a:gd name="T4" fmla="*/ 0 w 37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1">
                    <a:moveTo>
                      <a:pt x="37" y="61"/>
                    </a:moveTo>
                    <a:cubicBezTo>
                      <a:pt x="14" y="56"/>
                      <a:pt x="5" y="35"/>
                      <a:pt x="3" y="19"/>
                    </a:cubicBezTo>
                    <a:cubicBezTo>
                      <a:pt x="2" y="1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3" name="Freeform 236">
                <a:extLst>
                  <a:ext uri="{FF2B5EF4-FFF2-40B4-BE49-F238E27FC236}">
                    <a16:creationId xmlns:a16="http://schemas.microsoft.com/office/drawing/2014/main" id="{4BA1166F-D32D-4A1E-BB7C-5F30FEDA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232"/>
                <a:ext cx="113" cy="112"/>
              </a:xfrm>
              <a:custGeom>
                <a:avLst/>
                <a:gdLst>
                  <a:gd name="T0" fmla="*/ 0 w 45"/>
                  <a:gd name="T1" fmla="*/ 0 h 42"/>
                  <a:gd name="T2" fmla="*/ 713 w 45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2">
                    <a:moveTo>
                      <a:pt x="0" y="0"/>
                    </a:moveTo>
                    <a:cubicBezTo>
                      <a:pt x="7" y="13"/>
                      <a:pt x="24" y="37"/>
                      <a:pt x="45" y="4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4" name="Freeform 237">
                <a:extLst>
                  <a:ext uri="{FF2B5EF4-FFF2-40B4-BE49-F238E27FC236}">
                    <a16:creationId xmlns:a16="http://schemas.microsoft.com/office/drawing/2014/main" id="{AB6DBE57-FC5A-4320-9CCD-73CA187AB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144"/>
                <a:ext cx="25" cy="3"/>
              </a:xfrm>
              <a:custGeom>
                <a:avLst/>
                <a:gdLst>
                  <a:gd name="T0" fmla="*/ 0 w 10"/>
                  <a:gd name="T1" fmla="*/ 27 h 1"/>
                  <a:gd name="T2" fmla="*/ 158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1"/>
                    </a:moveTo>
                    <a:cubicBezTo>
                      <a:pt x="5" y="1"/>
                      <a:pt x="2" y="1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5" name="Freeform 238">
                <a:extLst>
                  <a:ext uri="{FF2B5EF4-FFF2-40B4-BE49-F238E27FC236}">
                    <a16:creationId xmlns:a16="http://schemas.microsoft.com/office/drawing/2014/main" id="{CD88B211-88AD-43B1-A3EA-7DE910953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880"/>
                <a:ext cx="230" cy="200"/>
              </a:xfrm>
              <a:custGeom>
                <a:avLst/>
                <a:gdLst>
                  <a:gd name="T0" fmla="*/ 1395 w 92"/>
                  <a:gd name="T1" fmla="*/ 77 h 75"/>
                  <a:gd name="T2" fmla="*/ 1375 w 92"/>
                  <a:gd name="T3" fmla="*/ 248 h 75"/>
                  <a:gd name="T4" fmla="*/ 1438 w 92"/>
                  <a:gd name="T5" fmla="*/ 341 h 75"/>
                  <a:gd name="T6" fmla="*/ 1250 w 92"/>
                  <a:gd name="T7" fmla="*/ 419 h 75"/>
                  <a:gd name="T8" fmla="*/ 1145 w 92"/>
                  <a:gd name="T9" fmla="*/ 491 h 75"/>
                  <a:gd name="T10" fmla="*/ 1000 w 92"/>
                  <a:gd name="T11" fmla="*/ 512 h 75"/>
                  <a:gd name="T12" fmla="*/ 813 w 92"/>
                  <a:gd name="T13" fmla="*/ 661 h 75"/>
                  <a:gd name="T14" fmla="*/ 613 w 92"/>
                  <a:gd name="T15" fmla="*/ 888 h 75"/>
                  <a:gd name="T16" fmla="*/ 425 w 92"/>
                  <a:gd name="T17" fmla="*/ 1045 h 75"/>
                  <a:gd name="T18" fmla="*/ 270 w 92"/>
                  <a:gd name="T19" fmla="*/ 1251 h 75"/>
                  <a:gd name="T20" fmla="*/ 158 w 92"/>
                  <a:gd name="T21" fmla="*/ 1387 h 75"/>
                  <a:gd name="T22" fmla="*/ 33 w 92"/>
                  <a:gd name="T23" fmla="*/ 1195 h 75"/>
                  <a:gd name="T24" fmla="*/ 158 w 92"/>
                  <a:gd name="T25" fmla="*/ 947 h 75"/>
                  <a:gd name="T26" fmla="*/ 238 w 92"/>
                  <a:gd name="T27" fmla="*/ 909 h 75"/>
                  <a:gd name="T28" fmla="*/ 425 w 92"/>
                  <a:gd name="T29" fmla="*/ 704 h 75"/>
                  <a:gd name="T30" fmla="*/ 625 w 92"/>
                  <a:gd name="T31" fmla="*/ 477 h 75"/>
                  <a:gd name="T32" fmla="*/ 875 w 92"/>
                  <a:gd name="T33" fmla="*/ 307 h 75"/>
                  <a:gd name="T34" fmla="*/ 1125 w 92"/>
                  <a:gd name="T35" fmla="*/ 171 h 75"/>
                  <a:gd name="T36" fmla="*/ 1395 w 92"/>
                  <a:gd name="T37" fmla="*/ 77 h 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2" h="75">
                    <a:moveTo>
                      <a:pt x="89" y="4"/>
                    </a:moveTo>
                    <a:cubicBezTo>
                      <a:pt x="88" y="13"/>
                      <a:pt x="88" y="13"/>
                      <a:pt x="88" y="13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92" y="18"/>
                      <a:pt x="83" y="23"/>
                      <a:pt x="80" y="22"/>
                    </a:cubicBezTo>
                    <a:cubicBezTo>
                      <a:pt x="77" y="21"/>
                      <a:pt x="75" y="24"/>
                      <a:pt x="73" y="26"/>
                    </a:cubicBezTo>
                    <a:cubicBezTo>
                      <a:pt x="72" y="29"/>
                      <a:pt x="64" y="27"/>
                      <a:pt x="64" y="27"/>
                    </a:cubicBezTo>
                    <a:cubicBezTo>
                      <a:pt x="60" y="30"/>
                      <a:pt x="57" y="36"/>
                      <a:pt x="52" y="35"/>
                    </a:cubicBezTo>
                    <a:cubicBezTo>
                      <a:pt x="50" y="41"/>
                      <a:pt x="43" y="49"/>
                      <a:pt x="39" y="47"/>
                    </a:cubicBezTo>
                    <a:cubicBezTo>
                      <a:pt x="38" y="53"/>
                      <a:pt x="32" y="58"/>
                      <a:pt x="27" y="55"/>
                    </a:cubicBezTo>
                    <a:cubicBezTo>
                      <a:pt x="27" y="61"/>
                      <a:pt x="20" y="67"/>
                      <a:pt x="17" y="66"/>
                    </a:cubicBezTo>
                    <a:cubicBezTo>
                      <a:pt x="15" y="70"/>
                      <a:pt x="14" y="75"/>
                      <a:pt x="10" y="73"/>
                    </a:cubicBezTo>
                    <a:cubicBezTo>
                      <a:pt x="7" y="71"/>
                      <a:pt x="5" y="64"/>
                      <a:pt x="2" y="63"/>
                    </a:cubicBezTo>
                    <a:cubicBezTo>
                      <a:pt x="0" y="62"/>
                      <a:pt x="4" y="52"/>
                      <a:pt x="10" y="50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8"/>
                      <a:pt x="18" y="39"/>
                      <a:pt x="27" y="37"/>
                    </a:cubicBezTo>
                    <a:cubicBezTo>
                      <a:pt x="29" y="32"/>
                      <a:pt x="31" y="26"/>
                      <a:pt x="40" y="25"/>
                    </a:cubicBezTo>
                    <a:cubicBezTo>
                      <a:pt x="44" y="19"/>
                      <a:pt x="47" y="16"/>
                      <a:pt x="56" y="16"/>
                    </a:cubicBezTo>
                    <a:cubicBezTo>
                      <a:pt x="61" y="8"/>
                      <a:pt x="67" y="7"/>
                      <a:pt x="72" y="9"/>
                    </a:cubicBezTo>
                    <a:cubicBezTo>
                      <a:pt x="77" y="4"/>
                      <a:pt x="88" y="0"/>
                      <a:pt x="89" y="4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6" name="Freeform 239">
                <a:extLst>
                  <a:ext uri="{FF2B5EF4-FFF2-40B4-BE49-F238E27FC236}">
                    <a16:creationId xmlns:a16="http://schemas.microsoft.com/office/drawing/2014/main" id="{9F0F5458-3167-4016-BDC5-31821E1FC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011"/>
                <a:ext cx="15" cy="37"/>
              </a:xfrm>
              <a:custGeom>
                <a:avLst/>
                <a:gdLst>
                  <a:gd name="T0" fmla="*/ 63 w 6"/>
                  <a:gd name="T1" fmla="*/ 0 h 14"/>
                  <a:gd name="T2" fmla="*/ 0 w 6"/>
                  <a:gd name="T3" fmla="*/ 238 h 14"/>
                  <a:gd name="T4" fmla="*/ 33 w 6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4" y="0"/>
                    </a:moveTo>
                    <a:cubicBezTo>
                      <a:pt x="4" y="3"/>
                      <a:pt x="6" y="14"/>
                      <a:pt x="0" y="13"/>
                    </a:cubicBezTo>
                    <a:cubicBezTo>
                      <a:pt x="2" y="9"/>
                      <a:pt x="1" y="5"/>
                      <a:pt x="2" y="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7" name="Freeform 240">
                <a:extLst>
                  <a:ext uri="{FF2B5EF4-FFF2-40B4-BE49-F238E27FC236}">
                    <a16:creationId xmlns:a16="http://schemas.microsoft.com/office/drawing/2014/main" id="{CD12F770-CBA8-489C-B8D7-318010D07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880"/>
                <a:ext cx="230" cy="200"/>
              </a:xfrm>
              <a:custGeom>
                <a:avLst/>
                <a:gdLst>
                  <a:gd name="T0" fmla="*/ 1395 w 92"/>
                  <a:gd name="T1" fmla="*/ 77 h 75"/>
                  <a:gd name="T2" fmla="*/ 1375 w 92"/>
                  <a:gd name="T3" fmla="*/ 248 h 75"/>
                  <a:gd name="T4" fmla="*/ 1438 w 92"/>
                  <a:gd name="T5" fmla="*/ 341 h 75"/>
                  <a:gd name="T6" fmla="*/ 1250 w 92"/>
                  <a:gd name="T7" fmla="*/ 419 h 75"/>
                  <a:gd name="T8" fmla="*/ 1145 w 92"/>
                  <a:gd name="T9" fmla="*/ 491 h 75"/>
                  <a:gd name="T10" fmla="*/ 1000 w 92"/>
                  <a:gd name="T11" fmla="*/ 512 h 75"/>
                  <a:gd name="T12" fmla="*/ 813 w 92"/>
                  <a:gd name="T13" fmla="*/ 661 h 75"/>
                  <a:gd name="T14" fmla="*/ 613 w 92"/>
                  <a:gd name="T15" fmla="*/ 888 h 75"/>
                  <a:gd name="T16" fmla="*/ 425 w 92"/>
                  <a:gd name="T17" fmla="*/ 1045 h 75"/>
                  <a:gd name="T18" fmla="*/ 270 w 92"/>
                  <a:gd name="T19" fmla="*/ 1251 h 75"/>
                  <a:gd name="T20" fmla="*/ 158 w 92"/>
                  <a:gd name="T21" fmla="*/ 1387 h 75"/>
                  <a:gd name="T22" fmla="*/ 33 w 92"/>
                  <a:gd name="T23" fmla="*/ 1195 h 75"/>
                  <a:gd name="T24" fmla="*/ 158 w 92"/>
                  <a:gd name="T25" fmla="*/ 947 h 75"/>
                  <a:gd name="T26" fmla="*/ 238 w 92"/>
                  <a:gd name="T27" fmla="*/ 909 h 75"/>
                  <a:gd name="T28" fmla="*/ 425 w 92"/>
                  <a:gd name="T29" fmla="*/ 704 h 75"/>
                  <a:gd name="T30" fmla="*/ 625 w 92"/>
                  <a:gd name="T31" fmla="*/ 477 h 75"/>
                  <a:gd name="T32" fmla="*/ 875 w 92"/>
                  <a:gd name="T33" fmla="*/ 307 h 75"/>
                  <a:gd name="T34" fmla="*/ 1125 w 92"/>
                  <a:gd name="T35" fmla="*/ 171 h 75"/>
                  <a:gd name="T36" fmla="*/ 1395 w 92"/>
                  <a:gd name="T37" fmla="*/ 77 h 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2" h="75">
                    <a:moveTo>
                      <a:pt x="89" y="4"/>
                    </a:moveTo>
                    <a:cubicBezTo>
                      <a:pt x="88" y="13"/>
                      <a:pt x="88" y="13"/>
                      <a:pt x="88" y="13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92" y="18"/>
                      <a:pt x="83" y="23"/>
                      <a:pt x="80" y="22"/>
                    </a:cubicBezTo>
                    <a:cubicBezTo>
                      <a:pt x="77" y="21"/>
                      <a:pt x="75" y="24"/>
                      <a:pt x="73" y="26"/>
                    </a:cubicBezTo>
                    <a:cubicBezTo>
                      <a:pt x="72" y="29"/>
                      <a:pt x="64" y="27"/>
                      <a:pt x="64" y="27"/>
                    </a:cubicBezTo>
                    <a:cubicBezTo>
                      <a:pt x="60" y="30"/>
                      <a:pt x="57" y="36"/>
                      <a:pt x="52" y="35"/>
                    </a:cubicBezTo>
                    <a:cubicBezTo>
                      <a:pt x="50" y="41"/>
                      <a:pt x="43" y="49"/>
                      <a:pt x="39" y="47"/>
                    </a:cubicBezTo>
                    <a:cubicBezTo>
                      <a:pt x="38" y="53"/>
                      <a:pt x="32" y="58"/>
                      <a:pt x="27" y="55"/>
                    </a:cubicBezTo>
                    <a:cubicBezTo>
                      <a:pt x="27" y="61"/>
                      <a:pt x="20" y="67"/>
                      <a:pt x="17" y="66"/>
                    </a:cubicBezTo>
                    <a:cubicBezTo>
                      <a:pt x="15" y="70"/>
                      <a:pt x="14" y="75"/>
                      <a:pt x="10" y="73"/>
                    </a:cubicBezTo>
                    <a:cubicBezTo>
                      <a:pt x="7" y="71"/>
                      <a:pt x="5" y="64"/>
                      <a:pt x="2" y="63"/>
                    </a:cubicBezTo>
                    <a:cubicBezTo>
                      <a:pt x="0" y="62"/>
                      <a:pt x="4" y="52"/>
                      <a:pt x="10" y="50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8"/>
                      <a:pt x="18" y="39"/>
                      <a:pt x="27" y="37"/>
                    </a:cubicBezTo>
                    <a:cubicBezTo>
                      <a:pt x="29" y="32"/>
                      <a:pt x="31" y="26"/>
                      <a:pt x="40" y="25"/>
                    </a:cubicBezTo>
                    <a:cubicBezTo>
                      <a:pt x="44" y="19"/>
                      <a:pt x="47" y="16"/>
                      <a:pt x="56" y="16"/>
                    </a:cubicBezTo>
                    <a:cubicBezTo>
                      <a:pt x="61" y="8"/>
                      <a:pt x="67" y="7"/>
                      <a:pt x="72" y="9"/>
                    </a:cubicBezTo>
                    <a:cubicBezTo>
                      <a:pt x="77" y="4"/>
                      <a:pt x="88" y="0"/>
                      <a:pt x="89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8" name="Freeform 241">
                <a:extLst>
                  <a:ext uri="{FF2B5EF4-FFF2-40B4-BE49-F238E27FC236}">
                    <a16:creationId xmlns:a16="http://schemas.microsoft.com/office/drawing/2014/main" id="{CA489B52-55EE-464A-8726-86813B0FC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904"/>
                <a:ext cx="20" cy="45"/>
              </a:xfrm>
              <a:custGeom>
                <a:avLst/>
                <a:gdLst>
                  <a:gd name="T0" fmla="*/ 125 w 8"/>
                  <a:gd name="T1" fmla="*/ 0 h 17"/>
                  <a:gd name="T2" fmla="*/ 33 w 8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cubicBezTo>
                      <a:pt x="5" y="5"/>
                      <a:pt x="0" y="12"/>
                      <a:pt x="2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69" name="Freeform 242">
                <a:extLst>
                  <a:ext uri="{FF2B5EF4-FFF2-40B4-BE49-F238E27FC236}">
                    <a16:creationId xmlns:a16="http://schemas.microsoft.com/office/drawing/2014/main" id="{F6B359BB-D185-4E4C-9F3F-2F5C36F7A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17"/>
                <a:ext cx="15" cy="56"/>
              </a:xfrm>
              <a:custGeom>
                <a:avLst/>
                <a:gdLst>
                  <a:gd name="T0" fmla="*/ 95 w 6"/>
                  <a:gd name="T1" fmla="*/ 0 h 21"/>
                  <a:gd name="T2" fmla="*/ 20 w 6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cubicBezTo>
                      <a:pt x="3" y="8"/>
                      <a:pt x="0" y="17"/>
                      <a:pt x="1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0" name="Freeform 243">
                <a:extLst>
                  <a:ext uri="{FF2B5EF4-FFF2-40B4-BE49-F238E27FC236}">
                    <a16:creationId xmlns:a16="http://schemas.microsoft.com/office/drawing/2014/main" id="{D9E6889D-6713-447A-B923-580371744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941"/>
                <a:ext cx="10" cy="64"/>
              </a:xfrm>
              <a:custGeom>
                <a:avLst/>
                <a:gdLst>
                  <a:gd name="T0" fmla="*/ 63 w 4"/>
                  <a:gd name="T1" fmla="*/ 0 h 24"/>
                  <a:gd name="T2" fmla="*/ 20 w 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4" y="0"/>
                    </a:moveTo>
                    <a:cubicBezTo>
                      <a:pt x="4" y="6"/>
                      <a:pt x="0" y="17"/>
                      <a:pt x="1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1" name="Freeform 244">
                <a:extLst>
                  <a:ext uri="{FF2B5EF4-FFF2-40B4-BE49-F238E27FC236}">
                    <a16:creationId xmlns:a16="http://schemas.microsoft.com/office/drawing/2014/main" id="{A05874DC-A422-4261-8873-12EE456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979"/>
                <a:ext cx="2" cy="48"/>
              </a:xfrm>
              <a:custGeom>
                <a:avLst/>
                <a:gdLst>
                  <a:gd name="T0" fmla="*/ 8 w 1"/>
                  <a:gd name="T1" fmla="*/ 0 h 18"/>
                  <a:gd name="T2" fmla="*/ 8 w 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8">
                    <a:moveTo>
                      <a:pt x="1" y="0"/>
                    </a:moveTo>
                    <a:cubicBezTo>
                      <a:pt x="0" y="7"/>
                      <a:pt x="0" y="12"/>
                      <a:pt x="1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2" name="Freeform 245">
                <a:extLst>
                  <a:ext uri="{FF2B5EF4-FFF2-40B4-BE49-F238E27FC236}">
                    <a16:creationId xmlns:a16="http://schemas.microsoft.com/office/drawing/2014/main" id="{DF47A0C8-5DEE-4EB4-8911-666106C50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08"/>
                <a:ext cx="5" cy="48"/>
              </a:xfrm>
              <a:custGeom>
                <a:avLst/>
                <a:gdLst>
                  <a:gd name="T0" fmla="*/ 0 w 2"/>
                  <a:gd name="T1" fmla="*/ 0 h 18"/>
                  <a:gd name="T2" fmla="*/ 33 w 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cubicBezTo>
                      <a:pt x="1" y="7"/>
                      <a:pt x="0" y="13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3" name="Freeform 246">
                <a:extLst>
                  <a:ext uri="{FF2B5EF4-FFF2-40B4-BE49-F238E27FC236}">
                    <a16:creationId xmlns:a16="http://schemas.microsoft.com/office/drawing/2014/main" id="{AFD6DD4D-CB18-4CE7-BD5D-8DEE07EED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885"/>
                <a:ext cx="25" cy="54"/>
              </a:xfrm>
              <a:custGeom>
                <a:avLst/>
                <a:gdLst>
                  <a:gd name="T0" fmla="*/ 158 w 10"/>
                  <a:gd name="T1" fmla="*/ 0 h 20"/>
                  <a:gd name="T2" fmla="*/ 0 w 10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6" y="3"/>
                      <a:pt x="1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4" name="Freeform 247">
                <a:extLst>
                  <a:ext uri="{FF2B5EF4-FFF2-40B4-BE49-F238E27FC236}">
                    <a16:creationId xmlns:a16="http://schemas.microsoft.com/office/drawing/2014/main" id="{93656EDD-CC8D-4CBA-9C34-BAB76E4CB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939"/>
                <a:ext cx="260" cy="122"/>
              </a:xfrm>
              <a:custGeom>
                <a:avLst/>
                <a:gdLst>
                  <a:gd name="T0" fmla="*/ 1625 w 104"/>
                  <a:gd name="T1" fmla="*/ 90 h 46"/>
                  <a:gd name="T2" fmla="*/ 1563 w 104"/>
                  <a:gd name="T3" fmla="*/ 260 h 46"/>
                  <a:gd name="T4" fmla="*/ 1595 w 104"/>
                  <a:gd name="T5" fmla="*/ 353 h 46"/>
                  <a:gd name="T6" fmla="*/ 1395 w 104"/>
                  <a:gd name="T7" fmla="*/ 374 h 46"/>
                  <a:gd name="T8" fmla="*/ 1270 w 104"/>
                  <a:gd name="T9" fmla="*/ 395 h 46"/>
                  <a:gd name="T10" fmla="*/ 1125 w 104"/>
                  <a:gd name="T11" fmla="*/ 337 h 46"/>
                  <a:gd name="T12" fmla="*/ 925 w 104"/>
                  <a:gd name="T13" fmla="*/ 408 h 46"/>
                  <a:gd name="T14" fmla="*/ 658 w 104"/>
                  <a:gd name="T15" fmla="*/ 520 h 46"/>
                  <a:gd name="T16" fmla="*/ 438 w 104"/>
                  <a:gd name="T17" fmla="*/ 597 h 46"/>
                  <a:gd name="T18" fmla="*/ 238 w 104"/>
                  <a:gd name="T19" fmla="*/ 724 h 46"/>
                  <a:gd name="T20" fmla="*/ 95 w 104"/>
                  <a:gd name="T21" fmla="*/ 801 h 46"/>
                  <a:gd name="T22" fmla="*/ 33 w 104"/>
                  <a:gd name="T23" fmla="*/ 576 h 46"/>
                  <a:gd name="T24" fmla="*/ 208 w 104"/>
                  <a:gd name="T25" fmla="*/ 395 h 46"/>
                  <a:gd name="T26" fmla="*/ 300 w 104"/>
                  <a:gd name="T27" fmla="*/ 395 h 46"/>
                  <a:gd name="T28" fmla="*/ 533 w 104"/>
                  <a:gd name="T29" fmla="*/ 281 h 46"/>
                  <a:gd name="T30" fmla="*/ 800 w 104"/>
                  <a:gd name="T31" fmla="*/ 149 h 46"/>
                  <a:gd name="T32" fmla="*/ 1083 w 104"/>
                  <a:gd name="T33" fmla="*/ 90 h 46"/>
                  <a:gd name="T34" fmla="*/ 1345 w 104"/>
                  <a:gd name="T35" fmla="*/ 77 h 46"/>
                  <a:gd name="T36" fmla="*/ 1625 w 104"/>
                  <a:gd name="T37" fmla="*/ 90 h 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4" h="46">
                    <a:moveTo>
                      <a:pt x="104" y="5"/>
                    </a:moveTo>
                    <a:cubicBezTo>
                      <a:pt x="100" y="14"/>
                      <a:pt x="100" y="14"/>
                      <a:pt x="100" y="14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92" y="21"/>
                      <a:pt x="89" y="20"/>
                    </a:cubicBezTo>
                    <a:cubicBezTo>
                      <a:pt x="87" y="18"/>
                      <a:pt x="83" y="19"/>
                      <a:pt x="81" y="21"/>
                    </a:cubicBezTo>
                    <a:cubicBezTo>
                      <a:pt x="79" y="23"/>
                      <a:pt x="72" y="18"/>
                      <a:pt x="72" y="18"/>
                    </a:cubicBezTo>
                    <a:cubicBezTo>
                      <a:pt x="68" y="20"/>
                      <a:pt x="63" y="25"/>
                      <a:pt x="59" y="22"/>
                    </a:cubicBezTo>
                    <a:cubicBezTo>
                      <a:pt x="54" y="27"/>
                      <a:pt x="45" y="32"/>
                      <a:pt x="42" y="28"/>
                    </a:cubicBezTo>
                    <a:cubicBezTo>
                      <a:pt x="39" y="34"/>
                      <a:pt x="32" y="36"/>
                      <a:pt x="28" y="32"/>
                    </a:cubicBezTo>
                    <a:cubicBezTo>
                      <a:pt x="26" y="37"/>
                      <a:pt x="17" y="41"/>
                      <a:pt x="15" y="39"/>
                    </a:cubicBezTo>
                    <a:cubicBezTo>
                      <a:pt x="11" y="42"/>
                      <a:pt x="9" y="46"/>
                      <a:pt x="6" y="43"/>
                    </a:cubicBezTo>
                    <a:cubicBezTo>
                      <a:pt x="3" y="40"/>
                      <a:pt x="4" y="33"/>
                      <a:pt x="2" y="31"/>
                    </a:cubicBezTo>
                    <a:cubicBezTo>
                      <a:pt x="0" y="29"/>
                      <a:pt x="7" y="21"/>
                      <a:pt x="13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25" y="13"/>
                      <a:pt x="34" y="15"/>
                    </a:cubicBezTo>
                    <a:cubicBezTo>
                      <a:pt x="38" y="11"/>
                      <a:pt x="41" y="6"/>
                      <a:pt x="51" y="8"/>
                    </a:cubicBezTo>
                    <a:cubicBezTo>
                      <a:pt x="56" y="4"/>
                      <a:pt x="61" y="2"/>
                      <a:pt x="69" y="5"/>
                    </a:cubicBezTo>
                    <a:cubicBezTo>
                      <a:pt x="77" y="0"/>
                      <a:pt x="82" y="1"/>
                      <a:pt x="86" y="4"/>
                    </a:cubicBezTo>
                    <a:cubicBezTo>
                      <a:pt x="93" y="1"/>
                      <a:pt x="104" y="1"/>
                      <a:pt x="104" y="5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5" name="Freeform 248">
                <a:extLst>
                  <a:ext uri="{FF2B5EF4-FFF2-40B4-BE49-F238E27FC236}">
                    <a16:creationId xmlns:a16="http://schemas.microsoft.com/office/drawing/2014/main" id="{41EF453F-C654-42D9-A501-AB936B5C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939"/>
                <a:ext cx="260" cy="122"/>
              </a:xfrm>
              <a:custGeom>
                <a:avLst/>
                <a:gdLst>
                  <a:gd name="T0" fmla="*/ 1625 w 104"/>
                  <a:gd name="T1" fmla="*/ 90 h 46"/>
                  <a:gd name="T2" fmla="*/ 1563 w 104"/>
                  <a:gd name="T3" fmla="*/ 260 h 46"/>
                  <a:gd name="T4" fmla="*/ 1595 w 104"/>
                  <a:gd name="T5" fmla="*/ 353 h 46"/>
                  <a:gd name="T6" fmla="*/ 1395 w 104"/>
                  <a:gd name="T7" fmla="*/ 374 h 46"/>
                  <a:gd name="T8" fmla="*/ 1270 w 104"/>
                  <a:gd name="T9" fmla="*/ 395 h 46"/>
                  <a:gd name="T10" fmla="*/ 1125 w 104"/>
                  <a:gd name="T11" fmla="*/ 337 h 46"/>
                  <a:gd name="T12" fmla="*/ 925 w 104"/>
                  <a:gd name="T13" fmla="*/ 408 h 46"/>
                  <a:gd name="T14" fmla="*/ 658 w 104"/>
                  <a:gd name="T15" fmla="*/ 520 h 46"/>
                  <a:gd name="T16" fmla="*/ 438 w 104"/>
                  <a:gd name="T17" fmla="*/ 597 h 46"/>
                  <a:gd name="T18" fmla="*/ 238 w 104"/>
                  <a:gd name="T19" fmla="*/ 724 h 46"/>
                  <a:gd name="T20" fmla="*/ 95 w 104"/>
                  <a:gd name="T21" fmla="*/ 801 h 46"/>
                  <a:gd name="T22" fmla="*/ 33 w 104"/>
                  <a:gd name="T23" fmla="*/ 576 h 46"/>
                  <a:gd name="T24" fmla="*/ 208 w 104"/>
                  <a:gd name="T25" fmla="*/ 395 h 46"/>
                  <a:gd name="T26" fmla="*/ 300 w 104"/>
                  <a:gd name="T27" fmla="*/ 395 h 46"/>
                  <a:gd name="T28" fmla="*/ 533 w 104"/>
                  <a:gd name="T29" fmla="*/ 281 h 46"/>
                  <a:gd name="T30" fmla="*/ 800 w 104"/>
                  <a:gd name="T31" fmla="*/ 149 h 46"/>
                  <a:gd name="T32" fmla="*/ 1083 w 104"/>
                  <a:gd name="T33" fmla="*/ 90 h 46"/>
                  <a:gd name="T34" fmla="*/ 1345 w 104"/>
                  <a:gd name="T35" fmla="*/ 77 h 46"/>
                  <a:gd name="T36" fmla="*/ 1625 w 104"/>
                  <a:gd name="T37" fmla="*/ 90 h 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4" h="46">
                    <a:moveTo>
                      <a:pt x="104" y="5"/>
                    </a:moveTo>
                    <a:cubicBezTo>
                      <a:pt x="100" y="14"/>
                      <a:pt x="100" y="14"/>
                      <a:pt x="100" y="14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92" y="21"/>
                      <a:pt x="89" y="20"/>
                    </a:cubicBezTo>
                    <a:cubicBezTo>
                      <a:pt x="87" y="18"/>
                      <a:pt x="83" y="19"/>
                      <a:pt x="81" y="21"/>
                    </a:cubicBezTo>
                    <a:cubicBezTo>
                      <a:pt x="79" y="23"/>
                      <a:pt x="72" y="18"/>
                      <a:pt x="72" y="18"/>
                    </a:cubicBezTo>
                    <a:cubicBezTo>
                      <a:pt x="68" y="20"/>
                      <a:pt x="63" y="25"/>
                      <a:pt x="59" y="22"/>
                    </a:cubicBezTo>
                    <a:cubicBezTo>
                      <a:pt x="54" y="27"/>
                      <a:pt x="45" y="32"/>
                      <a:pt x="42" y="28"/>
                    </a:cubicBezTo>
                    <a:cubicBezTo>
                      <a:pt x="39" y="34"/>
                      <a:pt x="32" y="36"/>
                      <a:pt x="28" y="32"/>
                    </a:cubicBezTo>
                    <a:cubicBezTo>
                      <a:pt x="26" y="37"/>
                      <a:pt x="17" y="41"/>
                      <a:pt x="15" y="39"/>
                    </a:cubicBezTo>
                    <a:cubicBezTo>
                      <a:pt x="11" y="42"/>
                      <a:pt x="9" y="46"/>
                      <a:pt x="6" y="43"/>
                    </a:cubicBezTo>
                    <a:cubicBezTo>
                      <a:pt x="3" y="40"/>
                      <a:pt x="4" y="33"/>
                      <a:pt x="2" y="31"/>
                    </a:cubicBezTo>
                    <a:cubicBezTo>
                      <a:pt x="0" y="29"/>
                      <a:pt x="7" y="21"/>
                      <a:pt x="13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25" y="13"/>
                      <a:pt x="34" y="15"/>
                    </a:cubicBezTo>
                    <a:cubicBezTo>
                      <a:pt x="38" y="11"/>
                      <a:pt x="41" y="6"/>
                      <a:pt x="51" y="8"/>
                    </a:cubicBezTo>
                    <a:cubicBezTo>
                      <a:pt x="56" y="4"/>
                      <a:pt x="61" y="2"/>
                      <a:pt x="69" y="5"/>
                    </a:cubicBezTo>
                    <a:cubicBezTo>
                      <a:pt x="77" y="0"/>
                      <a:pt x="82" y="1"/>
                      <a:pt x="86" y="4"/>
                    </a:cubicBezTo>
                    <a:cubicBezTo>
                      <a:pt x="93" y="1"/>
                      <a:pt x="104" y="1"/>
                      <a:pt x="104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6" name="Freeform 249">
                <a:extLst>
                  <a:ext uri="{FF2B5EF4-FFF2-40B4-BE49-F238E27FC236}">
                    <a16:creationId xmlns:a16="http://schemas.microsoft.com/office/drawing/2014/main" id="{763E6DEC-A974-4108-B603-1FCE65257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49"/>
                <a:ext cx="30" cy="38"/>
              </a:xfrm>
              <a:custGeom>
                <a:avLst/>
                <a:gdLst>
                  <a:gd name="T0" fmla="*/ 188 w 12"/>
                  <a:gd name="T1" fmla="*/ 0 h 14"/>
                  <a:gd name="T2" fmla="*/ 0 w 12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8" y="4"/>
                      <a:pt x="1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7" name="Freeform 250">
                <a:extLst>
                  <a:ext uri="{FF2B5EF4-FFF2-40B4-BE49-F238E27FC236}">
                    <a16:creationId xmlns:a16="http://schemas.microsoft.com/office/drawing/2014/main" id="{7DD24883-30C2-493E-83DC-7D8C8DC31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49"/>
                <a:ext cx="27" cy="48"/>
              </a:xfrm>
              <a:custGeom>
                <a:avLst/>
                <a:gdLst>
                  <a:gd name="T0" fmla="*/ 162 w 11"/>
                  <a:gd name="T1" fmla="*/ 0 h 18"/>
                  <a:gd name="T2" fmla="*/ 0 w 1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5" y="6"/>
                      <a:pt x="0" y="1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8" name="Freeform 251">
                <a:extLst>
                  <a:ext uri="{FF2B5EF4-FFF2-40B4-BE49-F238E27FC236}">
                    <a16:creationId xmlns:a16="http://schemas.microsoft.com/office/drawing/2014/main" id="{D5786BBB-8949-4805-8E24-841C4BC9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957"/>
                <a:ext cx="28" cy="56"/>
              </a:xfrm>
              <a:custGeom>
                <a:avLst/>
                <a:gdLst>
                  <a:gd name="T0" fmla="*/ 181 w 11"/>
                  <a:gd name="T1" fmla="*/ 0 h 21"/>
                  <a:gd name="T2" fmla="*/ 0 w 11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11" y="0"/>
                    </a:moveTo>
                    <a:cubicBezTo>
                      <a:pt x="9" y="5"/>
                      <a:pt x="1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79" name="Freeform 252">
                <a:extLst>
                  <a:ext uri="{FF2B5EF4-FFF2-40B4-BE49-F238E27FC236}">
                    <a16:creationId xmlns:a16="http://schemas.microsoft.com/office/drawing/2014/main" id="{80855DB0-A08B-42AE-B1A1-534722EDA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979"/>
                <a:ext cx="15" cy="45"/>
              </a:xfrm>
              <a:custGeom>
                <a:avLst/>
                <a:gdLst>
                  <a:gd name="T0" fmla="*/ 95 w 6"/>
                  <a:gd name="T1" fmla="*/ 0 h 17"/>
                  <a:gd name="T2" fmla="*/ 0 w 6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6" y="0"/>
                    </a:moveTo>
                    <a:cubicBezTo>
                      <a:pt x="3" y="6"/>
                      <a:pt x="1" y="11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0" name="Freeform 253">
                <a:extLst>
                  <a:ext uri="{FF2B5EF4-FFF2-40B4-BE49-F238E27FC236}">
                    <a16:creationId xmlns:a16="http://schemas.microsoft.com/office/drawing/2014/main" id="{692069CF-9CA1-4991-9ABA-5688A138E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995"/>
                <a:ext cx="10" cy="48"/>
              </a:xfrm>
              <a:custGeom>
                <a:avLst/>
                <a:gdLst>
                  <a:gd name="T0" fmla="*/ 63 w 4"/>
                  <a:gd name="T1" fmla="*/ 0 h 18"/>
                  <a:gd name="T2" fmla="*/ 0 w 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cubicBezTo>
                      <a:pt x="2" y="7"/>
                      <a:pt x="0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1" name="Freeform 254">
                <a:extLst>
                  <a:ext uri="{FF2B5EF4-FFF2-40B4-BE49-F238E27FC236}">
                    <a16:creationId xmlns:a16="http://schemas.microsoft.com/office/drawing/2014/main" id="{75A60A11-808E-4789-BA2D-4704EB8E8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947"/>
                <a:ext cx="40" cy="40"/>
              </a:xfrm>
              <a:custGeom>
                <a:avLst/>
                <a:gdLst>
                  <a:gd name="T0" fmla="*/ 250 w 16"/>
                  <a:gd name="T1" fmla="*/ 0 h 15"/>
                  <a:gd name="T2" fmla="*/ 0 w 1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16" y="0"/>
                    </a:moveTo>
                    <a:cubicBezTo>
                      <a:pt x="11" y="1"/>
                      <a:pt x="1" y="12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2" name="Freeform 255">
                <a:extLst>
                  <a:ext uri="{FF2B5EF4-FFF2-40B4-BE49-F238E27FC236}">
                    <a16:creationId xmlns:a16="http://schemas.microsoft.com/office/drawing/2014/main" id="{41E2A717-5160-4042-B401-6302F689C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36"/>
                <a:ext cx="102" cy="93"/>
              </a:xfrm>
              <a:custGeom>
                <a:avLst/>
                <a:gdLst>
                  <a:gd name="T0" fmla="*/ 12 w 41"/>
                  <a:gd name="T1" fmla="*/ 205 h 35"/>
                  <a:gd name="T2" fmla="*/ 154 w 41"/>
                  <a:gd name="T3" fmla="*/ 77 h 35"/>
                  <a:gd name="T4" fmla="*/ 600 w 41"/>
                  <a:gd name="T5" fmla="*/ 319 h 35"/>
                  <a:gd name="T6" fmla="*/ 600 w 41"/>
                  <a:gd name="T7" fmla="*/ 622 h 35"/>
                  <a:gd name="T8" fmla="*/ 383 w 41"/>
                  <a:gd name="T9" fmla="*/ 523 h 35"/>
                  <a:gd name="T10" fmla="*/ 383 w 41"/>
                  <a:gd name="T11" fmla="*/ 430 h 35"/>
                  <a:gd name="T12" fmla="*/ 249 w 41"/>
                  <a:gd name="T13" fmla="*/ 353 h 35"/>
                  <a:gd name="T14" fmla="*/ 187 w 41"/>
                  <a:gd name="T15" fmla="*/ 409 h 35"/>
                  <a:gd name="T16" fmla="*/ 12 w 41"/>
                  <a:gd name="T17" fmla="*/ 2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5">
                    <a:moveTo>
                      <a:pt x="1" y="11"/>
                    </a:moveTo>
                    <a:cubicBezTo>
                      <a:pt x="3" y="8"/>
                      <a:pt x="6" y="6"/>
                      <a:pt x="10" y="4"/>
                    </a:cubicBezTo>
                    <a:cubicBezTo>
                      <a:pt x="22" y="0"/>
                      <a:pt x="35" y="6"/>
                      <a:pt x="39" y="17"/>
                    </a:cubicBezTo>
                    <a:cubicBezTo>
                      <a:pt x="41" y="22"/>
                      <a:pt x="41" y="28"/>
                      <a:pt x="39" y="33"/>
                    </a:cubicBezTo>
                    <a:cubicBezTo>
                      <a:pt x="36" y="35"/>
                      <a:pt x="27" y="31"/>
                      <a:pt x="25" y="28"/>
                    </a:cubicBezTo>
                    <a:cubicBezTo>
                      <a:pt x="25" y="27"/>
                      <a:pt x="26" y="25"/>
                      <a:pt x="25" y="23"/>
                    </a:cubicBezTo>
                    <a:cubicBezTo>
                      <a:pt x="23" y="19"/>
                      <a:pt x="19" y="17"/>
                      <a:pt x="16" y="19"/>
                    </a:cubicBezTo>
                    <a:cubicBezTo>
                      <a:pt x="14" y="19"/>
                      <a:pt x="12" y="21"/>
                      <a:pt x="12" y="22"/>
                    </a:cubicBezTo>
                    <a:cubicBezTo>
                      <a:pt x="8" y="24"/>
                      <a:pt x="0" y="17"/>
                      <a:pt x="1" y="11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3" name="Freeform 256">
                <a:extLst>
                  <a:ext uri="{FF2B5EF4-FFF2-40B4-BE49-F238E27FC236}">
                    <a16:creationId xmlns:a16="http://schemas.microsoft.com/office/drawing/2014/main" id="{CB41E565-EA68-4BB1-86C5-94A26872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36"/>
                <a:ext cx="102" cy="93"/>
              </a:xfrm>
              <a:custGeom>
                <a:avLst/>
                <a:gdLst>
                  <a:gd name="T0" fmla="*/ 12 w 41"/>
                  <a:gd name="T1" fmla="*/ 205 h 35"/>
                  <a:gd name="T2" fmla="*/ 154 w 41"/>
                  <a:gd name="T3" fmla="*/ 77 h 35"/>
                  <a:gd name="T4" fmla="*/ 600 w 41"/>
                  <a:gd name="T5" fmla="*/ 319 h 35"/>
                  <a:gd name="T6" fmla="*/ 600 w 41"/>
                  <a:gd name="T7" fmla="*/ 622 h 35"/>
                  <a:gd name="T8" fmla="*/ 383 w 41"/>
                  <a:gd name="T9" fmla="*/ 523 h 35"/>
                  <a:gd name="T10" fmla="*/ 383 w 41"/>
                  <a:gd name="T11" fmla="*/ 430 h 35"/>
                  <a:gd name="T12" fmla="*/ 249 w 41"/>
                  <a:gd name="T13" fmla="*/ 353 h 35"/>
                  <a:gd name="T14" fmla="*/ 187 w 41"/>
                  <a:gd name="T15" fmla="*/ 409 h 35"/>
                  <a:gd name="T16" fmla="*/ 12 w 41"/>
                  <a:gd name="T17" fmla="*/ 2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5">
                    <a:moveTo>
                      <a:pt x="1" y="11"/>
                    </a:moveTo>
                    <a:cubicBezTo>
                      <a:pt x="3" y="8"/>
                      <a:pt x="6" y="6"/>
                      <a:pt x="10" y="4"/>
                    </a:cubicBezTo>
                    <a:cubicBezTo>
                      <a:pt x="22" y="0"/>
                      <a:pt x="35" y="6"/>
                      <a:pt x="39" y="17"/>
                    </a:cubicBezTo>
                    <a:cubicBezTo>
                      <a:pt x="41" y="22"/>
                      <a:pt x="41" y="28"/>
                      <a:pt x="39" y="33"/>
                    </a:cubicBezTo>
                    <a:cubicBezTo>
                      <a:pt x="36" y="35"/>
                      <a:pt x="27" y="31"/>
                      <a:pt x="25" y="28"/>
                    </a:cubicBezTo>
                    <a:cubicBezTo>
                      <a:pt x="25" y="27"/>
                      <a:pt x="26" y="25"/>
                      <a:pt x="25" y="23"/>
                    </a:cubicBezTo>
                    <a:cubicBezTo>
                      <a:pt x="23" y="19"/>
                      <a:pt x="19" y="17"/>
                      <a:pt x="16" y="19"/>
                    </a:cubicBezTo>
                    <a:cubicBezTo>
                      <a:pt x="14" y="19"/>
                      <a:pt x="12" y="21"/>
                      <a:pt x="12" y="22"/>
                    </a:cubicBezTo>
                    <a:cubicBezTo>
                      <a:pt x="8" y="24"/>
                      <a:pt x="0" y="17"/>
                      <a:pt x="1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4" name="Freeform 257">
                <a:extLst>
                  <a:ext uri="{FF2B5EF4-FFF2-40B4-BE49-F238E27FC236}">
                    <a16:creationId xmlns:a16="http://schemas.microsoft.com/office/drawing/2014/main" id="{FEDF8E21-5295-4871-9A0A-107CF6D62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288"/>
                <a:ext cx="102" cy="93"/>
              </a:xfrm>
              <a:custGeom>
                <a:avLst/>
                <a:gdLst>
                  <a:gd name="T0" fmla="*/ 12 w 41"/>
                  <a:gd name="T1" fmla="*/ 226 h 35"/>
                  <a:gd name="T2" fmla="*/ 154 w 41"/>
                  <a:gd name="T3" fmla="*/ 93 h 35"/>
                  <a:gd name="T4" fmla="*/ 600 w 41"/>
                  <a:gd name="T5" fmla="*/ 340 h 35"/>
                  <a:gd name="T6" fmla="*/ 619 w 41"/>
                  <a:gd name="T7" fmla="*/ 622 h 35"/>
                  <a:gd name="T8" fmla="*/ 383 w 41"/>
                  <a:gd name="T9" fmla="*/ 545 h 35"/>
                  <a:gd name="T10" fmla="*/ 383 w 41"/>
                  <a:gd name="T11" fmla="*/ 430 h 35"/>
                  <a:gd name="T12" fmla="*/ 249 w 41"/>
                  <a:gd name="T13" fmla="*/ 353 h 35"/>
                  <a:gd name="T14" fmla="*/ 187 w 41"/>
                  <a:gd name="T15" fmla="*/ 430 h 35"/>
                  <a:gd name="T16" fmla="*/ 12 w 41"/>
                  <a:gd name="T17" fmla="*/ 22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5">
                    <a:moveTo>
                      <a:pt x="1" y="12"/>
                    </a:moveTo>
                    <a:cubicBezTo>
                      <a:pt x="3" y="9"/>
                      <a:pt x="6" y="6"/>
                      <a:pt x="10" y="5"/>
                    </a:cubicBezTo>
                    <a:cubicBezTo>
                      <a:pt x="22" y="0"/>
                      <a:pt x="35" y="6"/>
                      <a:pt x="39" y="18"/>
                    </a:cubicBezTo>
                    <a:cubicBezTo>
                      <a:pt x="41" y="23"/>
                      <a:pt x="41" y="28"/>
                      <a:pt x="40" y="33"/>
                    </a:cubicBezTo>
                    <a:cubicBezTo>
                      <a:pt x="36" y="35"/>
                      <a:pt x="27" y="32"/>
                      <a:pt x="25" y="29"/>
                    </a:cubicBezTo>
                    <a:cubicBezTo>
                      <a:pt x="26" y="27"/>
                      <a:pt x="26" y="25"/>
                      <a:pt x="25" y="23"/>
                    </a:cubicBezTo>
                    <a:cubicBezTo>
                      <a:pt x="24" y="20"/>
                      <a:pt x="19" y="18"/>
                      <a:pt x="16" y="19"/>
                    </a:cubicBezTo>
                    <a:cubicBezTo>
                      <a:pt x="14" y="20"/>
                      <a:pt x="12" y="21"/>
                      <a:pt x="12" y="23"/>
                    </a:cubicBezTo>
                    <a:cubicBezTo>
                      <a:pt x="9" y="25"/>
                      <a:pt x="0" y="17"/>
                      <a:pt x="1" y="12"/>
                    </a:cubicBezTo>
                    <a:close/>
                  </a:path>
                </a:pathLst>
              </a:custGeom>
              <a:solidFill>
                <a:srgbClr val="FDD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5" name="Freeform 258">
                <a:extLst>
                  <a:ext uri="{FF2B5EF4-FFF2-40B4-BE49-F238E27FC236}">
                    <a16:creationId xmlns:a16="http://schemas.microsoft.com/office/drawing/2014/main" id="{3B0F9F7D-2D6A-4AD9-B9FF-0AB8DDA7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288"/>
                <a:ext cx="102" cy="93"/>
              </a:xfrm>
              <a:custGeom>
                <a:avLst/>
                <a:gdLst>
                  <a:gd name="T0" fmla="*/ 12 w 41"/>
                  <a:gd name="T1" fmla="*/ 226 h 35"/>
                  <a:gd name="T2" fmla="*/ 154 w 41"/>
                  <a:gd name="T3" fmla="*/ 93 h 35"/>
                  <a:gd name="T4" fmla="*/ 600 w 41"/>
                  <a:gd name="T5" fmla="*/ 340 h 35"/>
                  <a:gd name="T6" fmla="*/ 619 w 41"/>
                  <a:gd name="T7" fmla="*/ 622 h 35"/>
                  <a:gd name="T8" fmla="*/ 383 w 41"/>
                  <a:gd name="T9" fmla="*/ 545 h 35"/>
                  <a:gd name="T10" fmla="*/ 383 w 41"/>
                  <a:gd name="T11" fmla="*/ 430 h 35"/>
                  <a:gd name="T12" fmla="*/ 249 w 41"/>
                  <a:gd name="T13" fmla="*/ 353 h 35"/>
                  <a:gd name="T14" fmla="*/ 187 w 41"/>
                  <a:gd name="T15" fmla="*/ 430 h 35"/>
                  <a:gd name="T16" fmla="*/ 12 w 41"/>
                  <a:gd name="T17" fmla="*/ 22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5">
                    <a:moveTo>
                      <a:pt x="1" y="12"/>
                    </a:moveTo>
                    <a:cubicBezTo>
                      <a:pt x="3" y="9"/>
                      <a:pt x="6" y="6"/>
                      <a:pt x="10" y="5"/>
                    </a:cubicBezTo>
                    <a:cubicBezTo>
                      <a:pt x="22" y="0"/>
                      <a:pt x="35" y="6"/>
                      <a:pt x="39" y="18"/>
                    </a:cubicBezTo>
                    <a:cubicBezTo>
                      <a:pt x="41" y="23"/>
                      <a:pt x="41" y="28"/>
                      <a:pt x="40" y="33"/>
                    </a:cubicBezTo>
                    <a:cubicBezTo>
                      <a:pt x="36" y="35"/>
                      <a:pt x="27" y="32"/>
                      <a:pt x="25" y="29"/>
                    </a:cubicBezTo>
                    <a:cubicBezTo>
                      <a:pt x="26" y="27"/>
                      <a:pt x="26" y="25"/>
                      <a:pt x="25" y="23"/>
                    </a:cubicBezTo>
                    <a:cubicBezTo>
                      <a:pt x="24" y="20"/>
                      <a:pt x="19" y="18"/>
                      <a:pt x="16" y="19"/>
                    </a:cubicBezTo>
                    <a:cubicBezTo>
                      <a:pt x="14" y="20"/>
                      <a:pt x="12" y="21"/>
                      <a:pt x="12" y="23"/>
                    </a:cubicBezTo>
                    <a:cubicBezTo>
                      <a:pt x="9" y="25"/>
                      <a:pt x="0" y="17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6" name="Freeform 259">
                <a:extLst>
                  <a:ext uri="{FF2B5EF4-FFF2-40B4-BE49-F238E27FC236}">
                    <a16:creationId xmlns:a16="http://schemas.microsoft.com/office/drawing/2014/main" id="{20353B27-057C-4744-BC21-B21A9DCAF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253"/>
                <a:ext cx="53" cy="62"/>
              </a:xfrm>
              <a:custGeom>
                <a:avLst/>
                <a:gdLst>
                  <a:gd name="T0" fmla="*/ 288 w 21"/>
                  <a:gd name="T1" fmla="*/ 22 h 23"/>
                  <a:gd name="T2" fmla="*/ 20 w 21"/>
                  <a:gd name="T3" fmla="*/ 450 h 23"/>
                  <a:gd name="T4" fmla="*/ 242 w 21"/>
                  <a:gd name="T5" fmla="*/ 94 h 23"/>
                  <a:gd name="T6" fmla="*/ 305 w 21"/>
                  <a:gd name="T7" fmla="*/ 175 h 23"/>
                  <a:gd name="T8" fmla="*/ 288 w 21"/>
                  <a:gd name="T9" fmla="*/ 2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18" y="1"/>
                    </a:moveTo>
                    <a:cubicBezTo>
                      <a:pt x="5" y="3"/>
                      <a:pt x="0" y="12"/>
                      <a:pt x="1" y="23"/>
                    </a:cubicBezTo>
                    <a:cubicBezTo>
                      <a:pt x="0" y="14"/>
                      <a:pt x="11" y="6"/>
                      <a:pt x="15" y="5"/>
                    </a:cubicBezTo>
                    <a:cubicBezTo>
                      <a:pt x="19" y="5"/>
                      <a:pt x="18" y="11"/>
                      <a:pt x="19" y="9"/>
                    </a:cubicBezTo>
                    <a:cubicBezTo>
                      <a:pt x="21" y="6"/>
                      <a:pt x="20" y="0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7" name="Freeform 260">
                <a:extLst>
                  <a:ext uri="{FF2B5EF4-FFF2-40B4-BE49-F238E27FC236}">
                    <a16:creationId xmlns:a16="http://schemas.microsoft.com/office/drawing/2014/main" id="{A68476A9-5125-46D2-9FC2-AFD77E4B0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053"/>
                <a:ext cx="68" cy="43"/>
              </a:xfrm>
              <a:custGeom>
                <a:avLst/>
                <a:gdLst>
                  <a:gd name="T0" fmla="*/ 400 w 27"/>
                  <a:gd name="T1" fmla="*/ 81 h 16"/>
                  <a:gd name="T2" fmla="*/ 0 w 27"/>
                  <a:gd name="T3" fmla="*/ 312 h 16"/>
                  <a:gd name="T4" fmla="*/ 317 w 27"/>
                  <a:gd name="T5" fmla="*/ 137 h 16"/>
                  <a:gd name="T6" fmla="*/ 368 w 27"/>
                  <a:gd name="T7" fmla="*/ 231 h 16"/>
                  <a:gd name="T8" fmla="*/ 400 w 27"/>
                  <a:gd name="T9" fmla="*/ 8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25" y="4"/>
                    </a:moveTo>
                    <a:cubicBezTo>
                      <a:pt x="13" y="0"/>
                      <a:pt x="4" y="6"/>
                      <a:pt x="0" y="16"/>
                    </a:cubicBezTo>
                    <a:cubicBezTo>
                      <a:pt x="4" y="8"/>
                      <a:pt x="16" y="5"/>
                      <a:pt x="20" y="7"/>
                    </a:cubicBezTo>
                    <a:cubicBezTo>
                      <a:pt x="24" y="8"/>
                      <a:pt x="21" y="13"/>
                      <a:pt x="23" y="12"/>
                    </a:cubicBezTo>
                    <a:cubicBezTo>
                      <a:pt x="25" y="10"/>
                      <a:pt x="27" y="5"/>
                      <a:pt x="2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8" name="Freeform 261">
                <a:extLst>
                  <a:ext uri="{FF2B5EF4-FFF2-40B4-BE49-F238E27FC236}">
                    <a16:creationId xmlns:a16="http://schemas.microsoft.com/office/drawing/2014/main" id="{2B3F57AA-57F2-4FBF-902B-FD45C9160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245"/>
                <a:ext cx="48" cy="67"/>
              </a:xfrm>
              <a:custGeom>
                <a:avLst/>
                <a:gdLst>
                  <a:gd name="T0" fmla="*/ 255 w 19"/>
                  <a:gd name="T1" fmla="*/ 21 h 25"/>
                  <a:gd name="T2" fmla="*/ 33 w 19"/>
                  <a:gd name="T3" fmla="*/ 482 h 25"/>
                  <a:gd name="T4" fmla="*/ 210 w 19"/>
                  <a:gd name="T5" fmla="*/ 115 h 25"/>
                  <a:gd name="T6" fmla="*/ 288 w 19"/>
                  <a:gd name="T7" fmla="*/ 172 h 25"/>
                  <a:gd name="T8" fmla="*/ 255 w 19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16" y="1"/>
                    </a:moveTo>
                    <a:cubicBezTo>
                      <a:pt x="4" y="5"/>
                      <a:pt x="0" y="15"/>
                      <a:pt x="2" y="25"/>
                    </a:cubicBezTo>
                    <a:cubicBezTo>
                      <a:pt x="0" y="16"/>
                      <a:pt x="9" y="7"/>
                      <a:pt x="13" y="6"/>
                    </a:cubicBezTo>
                    <a:cubicBezTo>
                      <a:pt x="17" y="5"/>
                      <a:pt x="17" y="12"/>
                      <a:pt x="18" y="9"/>
                    </a:cubicBezTo>
                    <a:cubicBezTo>
                      <a:pt x="19" y="6"/>
                      <a:pt x="18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89" name="Freeform 262">
                <a:extLst>
                  <a:ext uri="{FF2B5EF4-FFF2-40B4-BE49-F238E27FC236}">
                    <a16:creationId xmlns:a16="http://schemas.microsoft.com/office/drawing/2014/main" id="{0561BDA6-03DD-4BD8-8B64-E7E5EA027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205"/>
                <a:ext cx="50" cy="64"/>
              </a:xfrm>
              <a:custGeom>
                <a:avLst/>
                <a:gdLst>
                  <a:gd name="T0" fmla="*/ 250 w 20"/>
                  <a:gd name="T1" fmla="*/ 21 h 24"/>
                  <a:gd name="T2" fmla="*/ 33 w 20"/>
                  <a:gd name="T3" fmla="*/ 456 h 24"/>
                  <a:gd name="T4" fmla="*/ 208 w 20"/>
                  <a:gd name="T5" fmla="*/ 93 h 24"/>
                  <a:gd name="T6" fmla="*/ 300 w 20"/>
                  <a:gd name="T7" fmla="*/ 149 h 24"/>
                  <a:gd name="T8" fmla="*/ 250 w 20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16" y="1"/>
                    </a:moveTo>
                    <a:cubicBezTo>
                      <a:pt x="4" y="4"/>
                      <a:pt x="0" y="13"/>
                      <a:pt x="2" y="24"/>
                    </a:cubicBezTo>
                    <a:cubicBezTo>
                      <a:pt x="0" y="15"/>
                      <a:pt x="10" y="6"/>
                      <a:pt x="13" y="5"/>
                    </a:cubicBezTo>
                    <a:cubicBezTo>
                      <a:pt x="17" y="4"/>
                      <a:pt x="18" y="11"/>
                      <a:pt x="19" y="8"/>
                    </a:cubicBezTo>
                    <a:cubicBezTo>
                      <a:pt x="20" y="6"/>
                      <a:pt x="18" y="0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0" name="Freeform 263">
                <a:extLst>
                  <a:ext uri="{FF2B5EF4-FFF2-40B4-BE49-F238E27FC236}">
                    <a16:creationId xmlns:a16="http://schemas.microsoft.com/office/drawing/2014/main" id="{0F77488D-A80D-4119-90E5-2073310AE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131"/>
                <a:ext cx="33" cy="74"/>
              </a:xfrm>
              <a:custGeom>
                <a:avLst/>
                <a:gdLst>
                  <a:gd name="T0" fmla="*/ 193 w 13"/>
                  <a:gd name="T1" fmla="*/ 21 h 28"/>
                  <a:gd name="T2" fmla="*/ 96 w 13"/>
                  <a:gd name="T3" fmla="*/ 518 h 28"/>
                  <a:gd name="T4" fmla="*/ 160 w 13"/>
                  <a:gd name="T5" fmla="*/ 90 h 28"/>
                  <a:gd name="T6" fmla="*/ 193 w 13"/>
                  <a:gd name="T7" fmla="*/ 2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12" y="1"/>
                    </a:moveTo>
                    <a:cubicBezTo>
                      <a:pt x="1" y="8"/>
                      <a:pt x="0" y="19"/>
                      <a:pt x="6" y="28"/>
                    </a:cubicBezTo>
                    <a:cubicBezTo>
                      <a:pt x="1" y="20"/>
                      <a:pt x="5" y="11"/>
                      <a:pt x="10" y="5"/>
                    </a:cubicBezTo>
                    <a:cubicBezTo>
                      <a:pt x="13" y="1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1" name="Freeform 264">
                <a:extLst>
                  <a:ext uri="{FF2B5EF4-FFF2-40B4-BE49-F238E27FC236}">
                    <a16:creationId xmlns:a16="http://schemas.microsoft.com/office/drawing/2014/main" id="{1A5F7E6B-128F-4D8B-9EB2-4A4DA7235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13"/>
                <a:ext cx="70" cy="40"/>
              </a:xfrm>
              <a:custGeom>
                <a:avLst/>
                <a:gdLst>
                  <a:gd name="T0" fmla="*/ 408 w 28"/>
                  <a:gd name="T1" fmla="*/ 93 h 15"/>
                  <a:gd name="T2" fmla="*/ 0 w 28"/>
                  <a:gd name="T3" fmla="*/ 285 h 15"/>
                  <a:gd name="T4" fmla="*/ 333 w 28"/>
                  <a:gd name="T5" fmla="*/ 136 h 15"/>
                  <a:gd name="T6" fmla="*/ 363 w 28"/>
                  <a:gd name="T7" fmla="*/ 248 h 15"/>
                  <a:gd name="T8" fmla="*/ 408 w 28"/>
                  <a:gd name="T9" fmla="*/ 9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5">
                    <a:moveTo>
                      <a:pt x="26" y="5"/>
                    </a:moveTo>
                    <a:cubicBezTo>
                      <a:pt x="15" y="0"/>
                      <a:pt x="5" y="5"/>
                      <a:pt x="0" y="15"/>
                    </a:cubicBezTo>
                    <a:cubicBezTo>
                      <a:pt x="4" y="7"/>
                      <a:pt x="18" y="5"/>
                      <a:pt x="21" y="7"/>
                    </a:cubicBezTo>
                    <a:cubicBezTo>
                      <a:pt x="25" y="9"/>
                      <a:pt x="21" y="14"/>
                      <a:pt x="23" y="13"/>
                    </a:cubicBezTo>
                    <a:cubicBezTo>
                      <a:pt x="26" y="11"/>
                      <a:pt x="28" y="6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2" name="Freeform 265">
                <a:extLst>
                  <a:ext uri="{FF2B5EF4-FFF2-40B4-BE49-F238E27FC236}">
                    <a16:creationId xmlns:a16="http://schemas.microsoft.com/office/drawing/2014/main" id="{ABC610B4-8720-481E-B265-90FF13244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048"/>
                <a:ext cx="73" cy="37"/>
              </a:xfrm>
              <a:custGeom>
                <a:avLst/>
                <a:gdLst>
                  <a:gd name="T0" fmla="*/ 413 w 29"/>
                  <a:gd name="T1" fmla="*/ 90 h 14"/>
                  <a:gd name="T2" fmla="*/ 0 w 29"/>
                  <a:gd name="T3" fmla="*/ 259 h 14"/>
                  <a:gd name="T4" fmla="*/ 335 w 29"/>
                  <a:gd name="T5" fmla="*/ 132 h 14"/>
                  <a:gd name="T6" fmla="*/ 368 w 29"/>
                  <a:gd name="T7" fmla="*/ 225 h 14"/>
                  <a:gd name="T8" fmla="*/ 413 w 29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4">
                    <a:moveTo>
                      <a:pt x="26" y="5"/>
                    </a:moveTo>
                    <a:cubicBezTo>
                      <a:pt x="15" y="0"/>
                      <a:pt x="6" y="5"/>
                      <a:pt x="0" y="14"/>
                    </a:cubicBezTo>
                    <a:cubicBezTo>
                      <a:pt x="5" y="6"/>
                      <a:pt x="18" y="5"/>
                      <a:pt x="21" y="7"/>
                    </a:cubicBezTo>
                    <a:cubicBezTo>
                      <a:pt x="25" y="9"/>
                      <a:pt x="21" y="14"/>
                      <a:pt x="23" y="12"/>
                    </a:cubicBezTo>
                    <a:cubicBezTo>
                      <a:pt x="26" y="11"/>
                      <a:pt x="29" y="6"/>
                      <a:pt x="2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3" name="Freeform 266">
                <a:extLst>
                  <a:ext uri="{FF2B5EF4-FFF2-40B4-BE49-F238E27FC236}">
                    <a16:creationId xmlns:a16="http://schemas.microsoft.com/office/drawing/2014/main" id="{1C9ECFA3-4487-4F34-9D0A-BD1F65E18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139"/>
                <a:ext cx="67" cy="48"/>
              </a:xfrm>
              <a:custGeom>
                <a:avLst/>
                <a:gdLst>
                  <a:gd name="T0" fmla="*/ 104 w 27"/>
                  <a:gd name="T1" fmla="*/ 341 h 18"/>
                  <a:gd name="T2" fmla="*/ 12 w 27"/>
                  <a:gd name="T3" fmla="*/ 205 h 18"/>
                  <a:gd name="T4" fmla="*/ 412 w 27"/>
                  <a:gd name="T5" fmla="*/ 149 h 18"/>
                  <a:gd name="T6" fmla="*/ 92 w 27"/>
                  <a:gd name="T7" fmla="*/ 205 h 18"/>
                  <a:gd name="T8" fmla="*/ 104 w 27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7" y="18"/>
                    </a:moveTo>
                    <a:cubicBezTo>
                      <a:pt x="3" y="17"/>
                      <a:pt x="0" y="12"/>
                      <a:pt x="1" y="11"/>
                    </a:cubicBezTo>
                    <a:cubicBezTo>
                      <a:pt x="2" y="9"/>
                      <a:pt x="13" y="0"/>
                      <a:pt x="27" y="8"/>
                    </a:cubicBezTo>
                    <a:cubicBezTo>
                      <a:pt x="19" y="5"/>
                      <a:pt x="8" y="8"/>
                      <a:pt x="6" y="11"/>
                    </a:cubicBezTo>
                    <a:cubicBezTo>
                      <a:pt x="4" y="14"/>
                      <a:pt x="6" y="17"/>
                      <a:pt x="7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4" name="Freeform 267">
                <a:extLst>
                  <a:ext uri="{FF2B5EF4-FFF2-40B4-BE49-F238E27FC236}">
                    <a16:creationId xmlns:a16="http://schemas.microsoft.com/office/drawing/2014/main" id="{37941299-B2C9-44A9-BB12-2BC3F40C3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189"/>
                <a:ext cx="67" cy="48"/>
              </a:xfrm>
              <a:custGeom>
                <a:avLst/>
                <a:gdLst>
                  <a:gd name="T0" fmla="*/ 104 w 27"/>
                  <a:gd name="T1" fmla="*/ 341 h 18"/>
                  <a:gd name="T2" fmla="*/ 12 w 27"/>
                  <a:gd name="T3" fmla="*/ 205 h 18"/>
                  <a:gd name="T4" fmla="*/ 412 w 27"/>
                  <a:gd name="T5" fmla="*/ 149 h 18"/>
                  <a:gd name="T6" fmla="*/ 92 w 27"/>
                  <a:gd name="T7" fmla="*/ 205 h 18"/>
                  <a:gd name="T8" fmla="*/ 104 w 27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7" y="18"/>
                    </a:moveTo>
                    <a:cubicBezTo>
                      <a:pt x="2" y="17"/>
                      <a:pt x="0" y="12"/>
                      <a:pt x="1" y="11"/>
                    </a:cubicBezTo>
                    <a:cubicBezTo>
                      <a:pt x="2" y="9"/>
                      <a:pt x="13" y="0"/>
                      <a:pt x="27" y="8"/>
                    </a:cubicBezTo>
                    <a:cubicBezTo>
                      <a:pt x="18" y="5"/>
                      <a:pt x="8" y="8"/>
                      <a:pt x="6" y="11"/>
                    </a:cubicBezTo>
                    <a:cubicBezTo>
                      <a:pt x="4" y="14"/>
                      <a:pt x="5" y="17"/>
                      <a:pt x="7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5" name="Freeform 268">
                <a:extLst>
                  <a:ext uri="{FF2B5EF4-FFF2-40B4-BE49-F238E27FC236}">
                    <a16:creationId xmlns:a16="http://schemas.microsoft.com/office/drawing/2014/main" id="{C219210F-A93E-4A86-882C-BD08AD3BB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133"/>
                <a:ext cx="50" cy="59"/>
              </a:xfrm>
              <a:custGeom>
                <a:avLst/>
                <a:gdLst>
                  <a:gd name="T0" fmla="*/ 145 w 20"/>
                  <a:gd name="T1" fmla="*/ 389 h 22"/>
                  <a:gd name="T2" fmla="*/ 0 w 20"/>
                  <a:gd name="T3" fmla="*/ 330 h 22"/>
                  <a:gd name="T4" fmla="*/ 313 w 20"/>
                  <a:gd name="T5" fmla="*/ 0 h 22"/>
                  <a:gd name="T6" fmla="*/ 63 w 20"/>
                  <a:gd name="T7" fmla="*/ 287 h 22"/>
                  <a:gd name="T8" fmla="*/ 145 w 20"/>
                  <a:gd name="T9" fmla="*/ 38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9" y="20"/>
                    </a:moveTo>
                    <a:cubicBezTo>
                      <a:pt x="5" y="22"/>
                      <a:pt x="0" y="19"/>
                      <a:pt x="0" y="17"/>
                    </a:cubicBezTo>
                    <a:cubicBezTo>
                      <a:pt x="0" y="15"/>
                      <a:pt x="4" y="2"/>
                      <a:pt x="20" y="0"/>
                    </a:cubicBezTo>
                    <a:cubicBezTo>
                      <a:pt x="12" y="3"/>
                      <a:pt x="4" y="11"/>
                      <a:pt x="4" y="15"/>
                    </a:cubicBezTo>
                    <a:cubicBezTo>
                      <a:pt x="4" y="19"/>
                      <a:pt x="7" y="20"/>
                      <a:pt x="9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6" name="Freeform 269">
                <a:extLst>
                  <a:ext uri="{FF2B5EF4-FFF2-40B4-BE49-F238E27FC236}">
                    <a16:creationId xmlns:a16="http://schemas.microsoft.com/office/drawing/2014/main" id="{4C8AF5A3-6215-4A41-91F8-71428EF24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01"/>
                <a:ext cx="65" cy="51"/>
              </a:xfrm>
              <a:custGeom>
                <a:avLst/>
                <a:gdLst>
                  <a:gd name="T0" fmla="*/ 113 w 26"/>
                  <a:gd name="T1" fmla="*/ 368 h 19"/>
                  <a:gd name="T2" fmla="*/ 0 w 26"/>
                  <a:gd name="T3" fmla="*/ 217 h 19"/>
                  <a:gd name="T4" fmla="*/ 408 w 26"/>
                  <a:gd name="T5" fmla="*/ 137 h 19"/>
                  <a:gd name="T6" fmla="*/ 83 w 26"/>
                  <a:gd name="T7" fmla="*/ 217 h 19"/>
                  <a:gd name="T8" fmla="*/ 113 w 26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7" y="19"/>
                    </a:moveTo>
                    <a:cubicBezTo>
                      <a:pt x="2" y="18"/>
                      <a:pt x="0" y="13"/>
                      <a:pt x="0" y="11"/>
                    </a:cubicBezTo>
                    <a:cubicBezTo>
                      <a:pt x="1" y="10"/>
                      <a:pt x="12" y="0"/>
                      <a:pt x="26" y="7"/>
                    </a:cubicBezTo>
                    <a:cubicBezTo>
                      <a:pt x="18" y="5"/>
                      <a:pt x="7" y="8"/>
                      <a:pt x="5" y="11"/>
                    </a:cubicBezTo>
                    <a:cubicBezTo>
                      <a:pt x="3" y="15"/>
                      <a:pt x="5" y="17"/>
                      <a:pt x="7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7" name="Freeform 270">
                <a:extLst>
                  <a:ext uri="{FF2B5EF4-FFF2-40B4-BE49-F238E27FC236}">
                    <a16:creationId xmlns:a16="http://schemas.microsoft.com/office/drawing/2014/main" id="{01DA1AAD-E7D3-4BCE-95DD-B37E7A96C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291"/>
                <a:ext cx="65" cy="50"/>
              </a:xfrm>
              <a:custGeom>
                <a:avLst/>
                <a:gdLst>
                  <a:gd name="T0" fmla="*/ 113 w 26"/>
                  <a:gd name="T1" fmla="*/ 347 h 19"/>
                  <a:gd name="T2" fmla="*/ 0 w 26"/>
                  <a:gd name="T3" fmla="*/ 221 h 19"/>
                  <a:gd name="T4" fmla="*/ 408 w 26"/>
                  <a:gd name="T5" fmla="*/ 124 h 19"/>
                  <a:gd name="T6" fmla="*/ 83 w 26"/>
                  <a:gd name="T7" fmla="*/ 221 h 19"/>
                  <a:gd name="T8" fmla="*/ 113 w 26"/>
                  <a:gd name="T9" fmla="*/ 34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7" y="19"/>
                    </a:moveTo>
                    <a:cubicBezTo>
                      <a:pt x="2" y="18"/>
                      <a:pt x="0" y="13"/>
                      <a:pt x="0" y="12"/>
                    </a:cubicBezTo>
                    <a:cubicBezTo>
                      <a:pt x="1" y="10"/>
                      <a:pt x="12" y="0"/>
                      <a:pt x="26" y="7"/>
                    </a:cubicBezTo>
                    <a:cubicBezTo>
                      <a:pt x="18" y="6"/>
                      <a:pt x="7" y="8"/>
                      <a:pt x="5" y="12"/>
                    </a:cubicBezTo>
                    <a:cubicBezTo>
                      <a:pt x="3" y="15"/>
                      <a:pt x="5" y="18"/>
                      <a:pt x="7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8" name="Freeform 271">
                <a:extLst>
                  <a:ext uri="{FF2B5EF4-FFF2-40B4-BE49-F238E27FC236}">
                    <a16:creationId xmlns:a16="http://schemas.microsoft.com/office/drawing/2014/main" id="{95788EFE-4FA0-4D4E-BC2C-855BD6757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37"/>
                <a:ext cx="45" cy="72"/>
              </a:xfrm>
              <a:custGeom>
                <a:avLst/>
                <a:gdLst>
                  <a:gd name="T0" fmla="*/ 283 w 18"/>
                  <a:gd name="T1" fmla="*/ 397 h 27"/>
                  <a:gd name="T2" fmla="*/ 145 w 18"/>
                  <a:gd name="T3" fmla="*/ 491 h 27"/>
                  <a:gd name="T4" fmla="*/ 125 w 18"/>
                  <a:gd name="T5" fmla="*/ 0 h 27"/>
                  <a:gd name="T6" fmla="*/ 158 w 18"/>
                  <a:gd name="T7" fmla="*/ 397 h 27"/>
                  <a:gd name="T8" fmla="*/ 283 w 18"/>
                  <a:gd name="T9" fmla="*/ 39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7">
                    <a:moveTo>
                      <a:pt x="18" y="21"/>
                    </a:moveTo>
                    <a:cubicBezTo>
                      <a:pt x="16" y="25"/>
                      <a:pt x="11" y="27"/>
                      <a:pt x="9" y="26"/>
                    </a:cubicBezTo>
                    <a:cubicBezTo>
                      <a:pt x="8" y="25"/>
                      <a:pt x="0" y="13"/>
                      <a:pt x="8" y="0"/>
                    </a:cubicBezTo>
                    <a:cubicBezTo>
                      <a:pt x="6" y="8"/>
                      <a:pt x="7" y="19"/>
                      <a:pt x="10" y="21"/>
                    </a:cubicBezTo>
                    <a:cubicBezTo>
                      <a:pt x="13" y="23"/>
                      <a:pt x="16" y="22"/>
                      <a:pt x="1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99" name="Freeform 272">
                <a:extLst>
                  <a:ext uri="{FF2B5EF4-FFF2-40B4-BE49-F238E27FC236}">
                    <a16:creationId xmlns:a16="http://schemas.microsoft.com/office/drawing/2014/main" id="{DF40BFA0-1168-4C34-98FB-2CAA7A34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072"/>
                <a:ext cx="55" cy="19"/>
              </a:xfrm>
              <a:custGeom>
                <a:avLst/>
                <a:gdLst>
                  <a:gd name="T0" fmla="*/ 0 w 22"/>
                  <a:gd name="T1" fmla="*/ 141 h 7"/>
                  <a:gd name="T2" fmla="*/ 345 w 22"/>
                  <a:gd name="T3" fmla="*/ 81 h 7"/>
                  <a:gd name="T4" fmla="*/ 0 w 22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">
                    <a:moveTo>
                      <a:pt x="0" y="7"/>
                    </a:moveTo>
                    <a:cubicBezTo>
                      <a:pt x="7" y="1"/>
                      <a:pt x="14" y="0"/>
                      <a:pt x="22" y="4"/>
                    </a:cubicBezTo>
                    <a:cubicBezTo>
                      <a:pt x="16" y="2"/>
                      <a:pt x="3" y="5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0" name="Freeform 273">
                <a:extLst>
                  <a:ext uri="{FF2B5EF4-FFF2-40B4-BE49-F238E27FC236}">
                    <a16:creationId xmlns:a16="http://schemas.microsoft.com/office/drawing/2014/main" id="{78D373B0-7331-4865-A466-21E4F9FB0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79"/>
                <a:ext cx="22" cy="34"/>
              </a:xfrm>
              <a:custGeom>
                <a:avLst/>
                <a:gdLst>
                  <a:gd name="T0" fmla="*/ 0 w 9"/>
                  <a:gd name="T1" fmla="*/ 21 h 13"/>
                  <a:gd name="T2" fmla="*/ 90 w 9"/>
                  <a:gd name="T3" fmla="*/ 233 h 13"/>
                  <a:gd name="T4" fmla="*/ 0 w 9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1"/>
                    </a:moveTo>
                    <a:cubicBezTo>
                      <a:pt x="5" y="2"/>
                      <a:pt x="8" y="8"/>
                      <a:pt x="6" y="13"/>
                    </a:cubicBezTo>
                    <a:cubicBezTo>
                      <a:pt x="9" y="9"/>
                      <a:pt x="8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1" name="Freeform 274">
                <a:extLst>
                  <a:ext uri="{FF2B5EF4-FFF2-40B4-BE49-F238E27FC236}">
                    <a16:creationId xmlns:a16="http://schemas.microsoft.com/office/drawing/2014/main" id="{D0E1613E-C0CE-4447-AA99-D38BACAE1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309"/>
                <a:ext cx="25" cy="8"/>
              </a:xfrm>
              <a:custGeom>
                <a:avLst/>
                <a:gdLst>
                  <a:gd name="T0" fmla="*/ 0 w 10"/>
                  <a:gd name="T1" fmla="*/ 56 h 3"/>
                  <a:gd name="T2" fmla="*/ 158 w 10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4" y="0"/>
                      <a:pt x="8" y="0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2" name="Freeform 275">
                <a:extLst>
                  <a:ext uri="{FF2B5EF4-FFF2-40B4-BE49-F238E27FC236}">
                    <a16:creationId xmlns:a16="http://schemas.microsoft.com/office/drawing/2014/main" id="{D7F45C03-FDAE-48CC-A9AB-F4F6E786B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987"/>
                <a:ext cx="27" cy="37"/>
              </a:xfrm>
              <a:custGeom>
                <a:avLst/>
                <a:gdLst>
                  <a:gd name="T0" fmla="*/ 0 w 11"/>
                  <a:gd name="T1" fmla="*/ 259 h 14"/>
                  <a:gd name="T2" fmla="*/ 42 w 11"/>
                  <a:gd name="T3" fmla="*/ 77 h 14"/>
                  <a:gd name="T4" fmla="*/ 162 w 11"/>
                  <a:gd name="T5" fmla="*/ 0 h 14"/>
                  <a:gd name="T6" fmla="*/ 29 w 11"/>
                  <a:gd name="T7" fmla="*/ 16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14"/>
                    </a:moveTo>
                    <a:cubicBezTo>
                      <a:pt x="0" y="11"/>
                      <a:pt x="1" y="7"/>
                      <a:pt x="3" y="4"/>
                    </a:cubicBezTo>
                    <a:cubicBezTo>
                      <a:pt x="5" y="1"/>
                      <a:pt x="7" y="0"/>
                      <a:pt x="11" y="0"/>
                    </a:cubicBezTo>
                    <a:cubicBezTo>
                      <a:pt x="7" y="1"/>
                      <a:pt x="3" y="5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3" name="Freeform 276">
                <a:extLst>
                  <a:ext uri="{FF2B5EF4-FFF2-40B4-BE49-F238E27FC236}">
                    <a16:creationId xmlns:a16="http://schemas.microsoft.com/office/drawing/2014/main" id="{EA1AF646-D207-4319-8EBD-BA0FBEEC2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968"/>
                <a:ext cx="38" cy="43"/>
              </a:xfrm>
              <a:custGeom>
                <a:avLst/>
                <a:gdLst>
                  <a:gd name="T0" fmla="*/ 0 w 15"/>
                  <a:gd name="T1" fmla="*/ 312 h 16"/>
                  <a:gd name="T2" fmla="*/ 84 w 15"/>
                  <a:gd name="T3" fmla="*/ 81 h 16"/>
                  <a:gd name="T4" fmla="*/ 243 w 15"/>
                  <a:gd name="T5" fmla="*/ 0 h 16"/>
                  <a:gd name="T6" fmla="*/ 20 w 15"/>
                  <a:gd name="T7" fmla="*/ 27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16"/>
                    </a:moveTo>
                    <a:cubicBezTo>
                      <a:pt x="0" y="12"/>
                      <a:pt x="3" y="8"/>
                      <a:pt x="5" y="4"/>
                    </a:cubicBezTo>
                    <a:cubicBezTo>
                      <a:pt x="8" y="0"/>
                      <a:pt x="11" y="1"/>
                      <a:pt x="15" y="0"/>
                    </a:cubicBezTo>
                    <a:cubicBezTo>
                      <a:pt x="10" y="1"/>
                      <a:pt x="2" y="9"/>
                      <a:pt x="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4" name="Freeform 277">
                <a:extLst>
                  <a:ext uri="{FF2B5EF4-FFF2-40B4-BE49-F238E27FC236}">
                    <a16:creationId xmlns:a16="http://schemas.microsoft.com/office/drawing/2014/main" id="{88953E92-A3D7-44A6-8CA1-B6529F3F9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49"/>
                <a:ext cx="35" cy="46"/>
              </a:xfrm>
              <a:custGeom>
                <a:avLst/>
                <a:gdLst>
                  <a:gd name="T0" fmla="*/ 0 w 14"/>
                  <a:gd name="T1" fmla="*/ 336 h 17"/>
                  <a:gd name="T2" fmla="*/ 220 w 14"/>
                  <a:gd name="T3" fmla="*/ 81 h 17"/>
                  <a:gd name="T4" fmla="*/ 145 w 14"/>
                  <a:gd name="T5" fmla="*/ 116 h 17"/>
                  <a:gd name="T6" fmla="*/ 83 w 14"/>
                  <a:gd name="T7" fmla="*/ 17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0" y="17"/>
                    </a:moveTo>
                    <a:cubicBezTo>
                      <a:pt x="2" y="14"/>
                      <a:pt x="8" y="0"/>
                      <a:pt x="14" y="4"/>
                    </a:cubicBezTo>
                    <a:cubicBezTo>
                      <a:pt x="12" y="4"/>
                      <a:pt x="11" y="5"/>
                      <a:pt x="9" y="6"/>
                    </a:cubicBezTo>
                    <a:cubicBezTo>
                      <a:pt x="8" y="7"/>
                      <a:pt x="7" y="8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5" name="Freeform 278">
                <a:extLst>
                  <a:ext uri="{FF2B5EF4-FFF2-40B4-BE49-F238E27FC236}">
                    <a16:creationId xmlns:a16="http://schemas.microsoft.com/office/drawing/2014/main" id="{E0F207B8-F648-469B-9E91-2F00F0AB4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947"/>
                <a:ext cx="38" cy="34"/>
              </a:xfrm>
              <a:custGeom>
                <a:avLst/>
                <a:gdLst>
                  <a:gd name="T0" fmla="*/ 0 w 15"/>
                  <a:gd name="T1" fmla="*/ 233 h 13"/>
                  <a:gd name="T2" fmla="*/ 243 w 15"/>
                  <a:gd name="T3" fmla="*/ 34 h 13"/>
                  <a:gd name="T4" fmla="*/ 84 w 15"/>
                  <a:gd name="T5" fmla="*/ 1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13"/>
                    </a:moveTo>
                    <a:cubicBezTo>
                      <a:pt x="2" y="7"/>
                      <a:pt x="9" y="0"/>
                      <a:pt x="15" y="2"/>
                    </a:cubicBezTo>
                    <a:cubicBezTo>
                      <a:pt x="12" y="4"/>
                      <a:pt x="8" y="4"/>
                      <a:pt x="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6" name="Freeform 279">
                <a:extLst>
                  <a:ext uri="{FF2B5EF4-FFF2-40B4-BE49-F238E27FC236}">
                    <a16:creationId xmlns:a16="http://schemas.microsoft.com/office/drawing/2014/main" id="{E145B68D-BC7A-409A-B1FB-56D1BDAA9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955"/>
                <a:ext cx="30" cy="21"/>
              </a:xfrm>
              <a:custGeom>
                <a:avLst/>
                <a:gdLst>
                  <a:gd name="T0" fmla="*/ 0 w 12"/>
                  <a:gd name="T1" fmla="*/ 144 h 8"/>
                  <a:gd name="T2" fmla="*/ 188 w 12"/>
                  <a:gd name="T3" fmla="*/ 0 h 8"/>
                  <a:gd name="T4" fmla="*/ 158 w 12"/>
                  <a:gd name="T5" fmla="*/ 21 h 8"/>
                  <a:gd name="T6" fmla="*/ 95 w 12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1" y="4"/>
                      <a:pt x="7" y="0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2"/>
                      <a:pt x="7" y="2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7" name="Freeform 280">
                <a:extLst>
                  <a:ext uri="{FF2B5EF4-FFF2-40B4-BE49-F238E27FC236}">
                    <a16:creationId xmlns:a16="http://schemas.microsoft.com/office/drawing/2014/main" id="{C0C7180C-9914-4CC3-8F1C-07C9B64F0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003"/>
                <a:ext cx="20" cy="34"/>
              </a:xfrm>
              <a:custGeom>
                <a:avLst/>
                <a:gdLst>
                  <a:gd name="T0" fmla="*/ 125 w 8"/>
                  <a:gd name="T1" fmla="*/ 0 h 13"/>
                  <a:gd name="T2" fmla="*/ 33 w 8"/>
                  <a:gd name="T3" fmla="*/ 68 h 13"/>
                  <a:gd name="T4" fmla="*/ 50 w 8"/>
                  <a:gd name="T5" fmla="*/ 233 h 13"/>
                  <a:gd name="T6" fmla="*/ 113 w 8"/>
                  <a:gd name="T7" fmla="*/ 2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6" y="1"/>
                      <a:pt x="3" y="2"/>
                      <a:pt x="2" y="4"/>
                    </a:cubicBezTo>
                    <a:cubicBezTo>
                      <a:pt x="0" y="7"/>
                      <a:pt x="3" y="10"/>
                      <a:pt x="3" y="13"/>
                    </a:cubicBezTo>
                    <a:cubicBezTo>
                      <a:pt x="3" y="8"/>
                      <a:pt x="2" y="4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8" name="Freeform 281">
                <a:extLst>
                  <a:ext uri="{FF2B5EF4-FFF2-40B4-BE49-F238E27FC236}">
                    <a16:creationId xmlns:a16="http://schemas.microsoft.com/office/drawing/2014/main" id="{92F544AE-F5F3-4BBF-A151-282FC117A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824"/>
                <a:ext cx="40" cy="27"/>
              </a:xfrm>
              <a:custGeom>
                <a:avLst/>
                <a:gdLst>
                  <a:gd name="T0" fmla="*/ 0 w 16"/>
                  <a:gd name="T1" fmla="*/ 197 h 10"/>
                  <a:gd name="T2" fmla="*/ 113 w 16"/>
                  <a:gd name="T3" fmla="*/ 38 h 10"/>
                  <a:gd name="T4" fmla="*/ 250 w 16"/>
                  <a:gd name="T5" fmla="*/ 22 h 10"/>
                  <a:gd name="T6" fmla="*/ 63 w 16"/>
                  <a:gd name="T7" fmla="*/ 11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2" y="7"/>
                      <a:pt x="4" y="4"/>
                      <a:pt x="7" y="2"/>
                    </a:cubicBezTo>
                    <a:cubicBezTo>
                      <a:pt x="10" y="0"/>
                      <a:pt x="12" y="0"/>
                      <a:pt x="16" y="1"/>
                    </a:cubicBezTo>
                    <a:cubicBezTo>
                      <a:pt x="12" y="0"/>
                      <a:pt x="7" y="3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09" name="Freeform 282">
                <a:extLst>
                  <a:ext uri="{FF2B5EF4-FFF2-40B4-BE49-F238E27FC236}">
                    <a16:creationId xmlns:a16="http://schemas.microsoft.com/office/drawing/2014/main" id="{9FF01945-C855-45C9-BC56-F15526E32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821"/>
                <a:ext cx="50" cy="32"/>
              </a:xfrm>
              <a:custGeom>
                <a:avLst/>
                <a:gdLst>
                  <a:gd name="T0" fmla="*/ 0 w 20"/>
                  <a:gd name="T1" fmla="*/ 227 h 12"/>
                  <a:gd name="T2" fmla="*/ 145 w 20"/>
                  <a:gd name="T3" fmla="*/ 35 h 12"/>
                  <a:gd name="T4" fmla="*/ 313 w 20"/>
                  <a:gd name="T5" fmla="*/ 35 h 12"/>
                  <a:gd name="T6" fmla="*/ 20 w 20"/>
                  <a:gd name="T7" fmla="*/ 19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0" y="12"/>
                    </a:moveTo>
                    <a:cubicBezTo>
                      <a:pt x="1" y="7"/>
                      <a:pt x="5" y="4"/>
                      <a:pt x="9" y="2"/>
                    </a:cubicBezTo>
                    <a:cubicBezTo>
                      <a:pt x="13" y="0"/>
                      <a:pt x="15" y="1"/>
                      <a:pt x="20" y="2"/>
                    </a:cubicBezTo>
                    <a:cubicBezTo>
                      <a:pt x="14" y="1"/>
                      <a:pt x="4" y="5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0" name="Freeform 283">
                <a:extLst>
                  <a:ext uri="{FF2B5EF4-FFF2-40B4-BE49-F238E27FC236}">
                    <a16:creationId xmlns:a16="http://schemas.microsoft.com/office/drawing/2014/main" id="{1076DC6B-6C88-49BE-8F8E-057EE9541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819"/>
                <a:ext cx="42" cy="34"/>
              </a:xfrm>
              <a:custGeom>
                <a:avLst/>
                <a:gdLst>
                  <a:gd name="T0" fmla="*/ 0 w 17"/>
                  <a:gd name="T1" fmla="*/ 233 h 13"/>
                  <a:gd name="T2" fmla="*/ 257 w 17"/>
                  <a:gd name="T3" fmla="*/ 89 h 13"/>
                  <a:gd name="T4" fmla="*/ 183 w 17"/>
                  <a:gd name="T5" fmla="*/ 110 h 13"/>
                  <a:gd name="T6" fmla="*/ 104 w 17"/>
                  <a:gd name="T7" fmla="*/ 12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2" y="11"/>
                      <a:pt x="13" y="0"/>
                      <a:pt x="17" y="5"/>
                    </a:cubicBezTo>
                    <a:cubicBezTo>
                      <a:pt x="16" y="5"/>
                      <a:pt x="14" y="5"/>
                      <a:pt x="12" y="6"/>
                    </a:cubicBezTo>
                    <a:cubicBezTo>
                      <a:pt x="11" y="6"/>
                      <a:pt x="9" y="7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1" name="Freeform 284">
                <a:extLst>
                  <a:ext uri="{FF2B5EF4-FFF2-40B4-BE49-F238E27FC236}">
                    <a16:creationId xmlns:a16="http://schemas.microsoft.com/office/drawing/2014/main" id="{82E90E72-642F-45CC-AEDF-AA4660D9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832"/>
                <a:ext cx="45" cy="24"/>
              </a:xfrm>
              <a:custGeom>
                <a:avLst/>
                <a:gdLst>
                  <a:gd name="T0" fmla="*/ 0 w 18"/>
                  <a:gd name="T1" fmla="*/ 171 h 9"/>
                  <a:gd name="T2" fmla="*/ 283 w 18"/>
                  <a:gd name="T3" fmla="*/ 77 h 9"/>
                  <a:gd name="T4" fmla="*/ 95 w 18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">
                    <a:moveTo>
                      <a:pt x="0" y="9"/>
                    </a:moveTo>
                    <a:cubicBezTo>
                      <a:pt x="3" y="4"/>
                      <a:pt x="12" y="0"/>
                      <a:pt x="18" y="4"/>
                    </a:cubicBezTo>
                    <a:cubicBezTo>
                      <a:pt x="14" y="5"/>
                      <a:pt x="10" y="3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2" name="Freeform 285">
                <a:extLst>
                  <a:ext uri="{FF2B5EF4-FFF2-40B4-BE49-F238E27FC236}">
                    <a16:creationId xmlns:a16="http://schemas.microsoft.com/office/drawing/2014/main" id="{19E31C50-2F7B-495B-ACA4-D51465BB7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853"/>
                <a:ext cx="35" cy="14"/>
              </a:xfrm>
              <a:custGeom>
                <a:avLst/>
                <a:gdLst>
                  <a:gd name="T0" fmla="*/ 0 w 14"/>
                  <a:gd name="T1" fmla="*/ 109 h 5"/>
                  <a:gd name="T2" fmla="*/ 220 w 14"/>
                  <a:gd name="T3" fmla="*/ 22 h 5"/>
                  <a:gd name="T4" fmla="*/ 188 w 14"/>
                  <a:gd name="T5" fmla="*/ 48 h 5"/>
                  <a:gd name="T6" fmla="*/ 113 w 14"/>
                  <a:gd name="T7" fmla="*/ 4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0" y="5"/>
                    </a:moveTo>
                    <a:cubicBezTo>
                      <a:pt x="3" y="2"/>
                      <a:pt x="10" y="0"/>
                      <a:pt x="14" y="1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0" y="3"/>
                      <a:pt x="9" y="2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3" name="Freeform 286">
                <a:extLst>
                  <a:ext uri="{FF2B5EF4-FFF2-40B4-BE49-F238E27FC236}">
                    <a16:creationId xmlns:a16="http://schemas.microsoft.com/office/drawing/2014/main" id="{1432B250-4BC1-4E06-984A-4FC305671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824"/>
                <a:ext cx="25" cy="29"/>
              </a:xfrm>
              <a:custGeom>
                <a:avLst/>
                <a:gdLst>
                  <a:gd name="T0" fmla="*/ 158 w 10"/>
                  <a:gd name="T1" fmla="*/ 0 h 11"/>
                  <a:gd name="T2" fmla="*/ 50 w 10"/>
                  <a:gd name="T3" fmla="*/ 21 h 11"/>
                  <a:gd name="T4" fmla="*/ 20 w 10"/>
                  <a:gd name="T5" fmla="*/ 200 h 11"/>
                  <a:gd name="T6" fmla="*/ 125 w 10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8" y="0"/>
                      <a:pt x="5" y="0"/>
                      <a:pt x="3" y="1"/>
                    </a:cubicBezTo>
                    <a:cubicBezTo>
                      <a:pt x="0" y="3"/>
                      <a:pt x="2" y="8"/>
                      <a:pt x="1" y="11"/>
                    </a:cubicBezTo>
                    <a:cubicBezTo>
                      <a:pt x="3" y="6"/>
                      <a:pt x="3" y="2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4" name="Freeform 287">
                <a:extLst>
                  <a:ext uri="{FF2B5EF4-FFF2-40B4-BE49-F238E27FC236}">
                    <a16:creationId xmlns:a16="http://schemas.microsoft.com/office/drawing/2014/main" id="{24F163A9-811D-4988-B105-E961B9732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368"/>
                <a:ext cx="47" cy="19"/>
              </a:xfrm>
              <a:custGeom>
                <a:avLst/>
                <a:gdLst>
                  <a:gd name="T0" fmla="*/ 0 w 19"/>
                  <a:gd name="T1" fmla="*/ 141 h 7"/>
                  <a:gd name="T2" fmla="*/ 153 w 19"/>
                  <a:gd name="T3" fmla="*/ 22 h 7"/>
                  <a:gd name="T4" fmla="*/ 287 w 19"/>
                  <a:gd name="T5" fmla="*/ 60 h 7"/>
                  <a:gd name="T6" fmla="*/ 74 w 19"/>
                  <a:gd name="T7" fmla="*/ 8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3" y="5"/>
                      <a:pt x="6" y="2"/>
                      <a:pt x="10" y="1"/>
                    </a:cubicBezTo>
                    <a:cubicBezTo>
                      <a:pt x="14" y="0"/>
                      <a:pt x="16" y="1"/>
                      <a:pt x="19" y="3"/>
                    </a:cubicBezTo>
                    <a:cubicBezTo>
                      <a:pt x="15" y="1"/>
                      <a:pt x="9" y="2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5" name="Freeform 288">
                <a:extLst>
                  <a:ext uri="{FF2B5EF4-FFF2-40B4-BE49-F238E27FC236}">
                    <a16:creationId xmlns:a16="http://schemas.microsoft.com/office/drawing/2014/main" id="{8E6DB1E6-46C0-4B41-895B-7C07D5DCF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381"/>
                <a:ext cx="60" cy="19"/>
              </a:xfrm>
              <a:custGeom>
                <a:avLst/>
                <a:gdLst>
                  <a:gd name="T0" fmla="*/ 0 w 24"/>
                  <a:gd name="T1" fmla="*/ 141 h 7"/>
                  <a:gd name="T2" fmla="*/ 208 w 24"/>
                  <a:gd name="T3" fmla="*/ 22 h 7"/>
                  <a:gd name="T4" fmla="*/ 375 w 24"/>
                  <a:gd name="T5" fmla="*/ 103 h 7"/>
                  <a:gd name="T6" fmla="*/ 50 w 24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4" y="4"/>
                      <a:pt x="8" y="2"/>
                      <a:pt x="13" y="1"/>
                    </a:cubicBezTo>
                    <a:cubicBezTo>
                      <a:pt x="18" y="0"/>
                      <a:pt x="20" y="2"/>
                      <a:pt x="24" y="5"/>
                    </a:cubicBezTo>
                    <a:cubicBezTo>
                      <a:pt x="19" y="2"/>
                      <a:pt x="7" y="2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6" name="Freeform 289">
                <a:extLst>
                  <a:ext uri="{FF2B5EF4-FFF2-40B4-BE49-F238E27FC236}">
                    <a16:creationId xmlns:a16="http://schemas.microsoft.com/office/drawing/2014/main" id="{1BD1FAA1-AF96-4356-9273-A996156DC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395"/>
                <a:ext cx="53" cy="24"/>
              </a:xfrm>
              <a:custGeom>
                <a:avLst/>
                <a:gdLst>
                  <a:gd name="T0" fmla="*/ 0 w 21"/>
                  <a:gd name="T1" fmla="*/ 171 h 9"/>
                  <a:gd name="T2" fmla="*/ 338 w 21"/>
                  <a:gd name="T3" fmla="*/ 136 h 9"/>
                  <a:gd name="T4" fmla="*/ 255 w 21"/>
                  <a:gd name="T5" fmla="*/ 115 h 9"/>
                  <a:gd name="T6" fmla="*/ 159 w 21"/>
                  <a:gd name="T7" fmla="*/ 1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4" y="8"/>
                      <a:pt x="19" y="0"/>
                      <a:pt x="21" y="7"/>
                    </a:cubicBezTo>
                    <a:cubicBezTo>
                      <a:pt x="19" y="7"/>
                      <a:pt x="18" y="6"/>
                      <a:pt x="16" y="6"/>
                    </a:cubicBezTo>
                    <a:cubicBezTo>
                      <a:pt x="14" y="6"/>
                      <a:pt x="12" y="6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7" name="Freeform 290">
                <a:extLst>
                  <a:ext uri="{FF2B5EF4-FFF2-40B4-BE49-F238E27FC236}">
                    <a16:creationId xmlns:a16="http://schemas.microsoft.com/office/drawing/2014/main" id="{82943F46-121D-466C-943C-085388337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427"/>
                <a:ext cx="50" cy="18"/>
              </a:xfrm>
              <a:custGeom>
                <a:avLst/>
                <a:gdLst>
                  <a:gd name="T0" fmla="*/ 0 w 20"/>
                  <a:gd name="T1" fmla="*/ 67 h 7"/>
                  <a:gd name="T2" fmla="*/ 313 w 20"/>
                  <a:gd name="T3" fmla="*/ 118 h 7"/>
                  <a:gd name="T4" fmla="*/ 125 w 20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4"/>
                    </a:moveTo>
                    <a:cubicBezTo>
                      <a:pt x="6" y="1"/>
                      <a:pt x="17" y="0"/>
                      <a:pt x="20" y="7"/>
                    </a:cubicBezTo>
                    <a:cubicBezTo>
                      <a:pt x="16" y="5"/>
                      <a:pt x="13" y="2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8" name="Freeform 291">
                <a:extLst>
                  <a:ext uri="{FF2B5EF4-FFF2-40B4-BE49-F238E27FC236}">
                    <a16:creationId xmlns:a16="http://schemas.microsoft.com/office/drawing/2014/main" id="{225EF123-4648-416E-B88C-52076B564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456"/>
                <a:ext cx="37" cy="11"/>
              </a:xfrm>
              <a:custGeom>
                <a:avLst/>
                <a:gdLst>
                  <a:gd name="T0" fmla="*/ 0 w 15"/>
                  <a:gd name="T1" fmla="*/ 47 h 4"/>
                  <a:gd name="T2" fmla="*/ 224 w 15"/>
                  <a:gd name="T3" fmla="*/ 83 h 4"/>
                  <a:gd name="T4" fmla="*/ 195 w 15"/>
                  <a:gd name="T5" fmla="*/ 83 h 4"/>
                  <a:gd name="T6" fmla="*/ 121 w 15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">
                    <a:moveTo>
                      <a:pt x="0" y="2"/>
                    </a:moveTo>
                    <a:cubicBezTo>
                      <a:pt x="4" y="0"/>
                      <a:pt x="12" y="1"/>
                      <a:pt x="15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1" y="4"/>
                      <a:pt x="10" y="2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19" name="Freeform 292">
                <a:extLst>
                  <a:ext uri="{FF2B5EF4-FFF2-40B4-BE49-F238E27FC236}">
                    <a16:creationId xmlns:a16="http://schemas.microsoft.com/office/drawing/2014/main" id="{DDA97A09-973B-487A-B227-52DED5E7A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349"/>
                <a:ext cx="33" cy="24"/>
              </a:xfrm>
              <a:custGeom>
                <a:avLst/>
                <a:gdLst>
                  <a:gd name="T0" fmla="*/ 213 w 13"/>
                  <a:gd name="T1" fmla="*/ 35 h 9"/>
                  <a:gd name="T2" fmla="*/ 84 w 13"/>
                  <a:gd name="T3" fmla="*/ 21 h 9"/>
                  <a:gd name="T4" fmla="*/ 0 w 13"/>
                  <a:gd name="T5" fmla="*/ 171 h 9"/>
                  <a:gd name="T6" fmla="*/ 180 w 13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3" y="2"/>
                    </a:moveTo>
                    <a:cubicBezTo>
                      <a:pt x="11" y="1"/>
                      <a:pt x="7" y="0"/>
                      <a:pt x="5" y="1"/>
                    </a:cubicBezTo>
                    <a:cubicBezTo>
                      <a:pt x="2" y="1"/>
                      <a:pt x="2" y="7"/>
                      <a:pt x="0" y="9"/>
                    </a:cubicBezTo>
                    <a:cubicBezTo>
                      <a:pt x="3" y="6"/>
                      <a:pt x="5" y="1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0" name="Freeform 293">
                <a:extLst>
                  <a:ext uri="{FF2B5EF4-FFF2-40B4-BE49-F238E27FC236}">
                    <a16:creationId xmlns:a16="http://schemas.microsoft.com/office/drawing/2014/main" id="{7F72622F-D25F-400A-A8B6-030B2426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989"/>
                <a:ext cx="18" cy="48"/>
              </a:xfrm>
              <a:custGeom>
                <a:avLst/>
                <a:gdLst>
                  <a:gd name="T0" fmla="*/ 21 w 7"/>
                  <a:gd name="T1" fmla="*/ 341 h 18"/>
                  <a:gd name="T2" fmla="*/ 21 w 7"/>
                  <a:gd name="T3" fmla="*/ 136 h 18"/>
                  <a:gd name="T4" fmla="*/ 118 w 7"/>
                  <a:gd name="T5" fmla="*/ 0 h 18"/>
                  <a:gd name="T6" fmla="*/ 21 w 7"/>
                  <a:gd name="T7" fmla="*/ 22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8">
                    <a:moveTo>
                      <a:pt x="1" y="18"/>
                    </a:moveTo>
                    <a:cubicBezTo>
                      <a:pt x="0" y="15"/>
                      <a:pt x="0" y="11"/>
                      <a:pt x="1" y="7"/>
                    </a:cubicBezTo>
                    <a:cubicBezTo>
                      <a:pt x="1" y="3"/>
                      <a:pt x="3" y="2"/>
                      <a:pt x="7" y="0"/>
                    </a:cubicBezTo>
                    <a:cubicBezTo>
                      <a:pt x="3" y="2"/>
                      <a:pt x="1" y="8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1" name="Freeform 294">
                <a:extLst>
                  <a:ext uri="{FF2B5EF4-FFF2-40B4-BE49-F238E27FC236}">
                    <a16:creationId xmlns:a16="http://schemas.microsoft.com/office/drawing/2014/main" id="{8D7A7138-D602-4959-9EBA-F27FA318C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949"/>
                <a:ext cx="27" cy="59"/>
              </a:xfrm>
              <a:custGeom>
                <a:avLst/>
                <a:gdLst>
                  <a:gd name="T0" fmla="*/ 29 w 11"/>
                  <a:gd name="T1" fmla="*/ 424 h 22"/>
                  <a:gd name="T2" fmla="*/ 29 w 11"/>
                  <a:gd name="T3" fmla="*/ 150 h 22"/>
                  <a:gd name="T4" fmla="*/ 162 w 11"/>
                  <a:gd name="T5" fmla="*/ 0 h 22"/>
                  <a:gd name="T6" fmla="*/ 12 w 11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2" y="22"/>
                    </a:moveTo>
                    <a:cubicBezTo>
                      <a:pt x="0" y="18"/>
                      <a:pt x="1" y="13"/>
                      <a:pt x="2" y="8"/>
                    </a:cubicBezTo>
                    <a:cubicBezTo>
                      <a:pt x="4" y="3"/>
                      <a:pt x="7" y="2"/>
                      <a:pt x="11" y="0"/>
                    </a:cubicBezTo>
                    <a:cubicBezTo>
                      <a:pt x="7" y="3"/>
                      <a:pt x="1" y="14"/>
                      <a:pt x="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2" name="Freeform 295">
                <a:extLst>
                  <a:ext uri="{FF2B5EF4-FFF2-40B4-BE49-F238E27FC236}">
                    <a16:creationId xmlns:a16="http://schemas.microsoft.com/office/drawing/2014/main" id="{5FDD9658-DB64-4691-8EDF-A0FD310C6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925"/>
                <a:ext cx="22" cy="54"/>
              </a:xfrm>
              <a:custGeom>
                <a:avLst/>
                <a:gdLst>
                  <a:gd name="T0" fmla="*/ 0 w 9"/>
                  <a:gd name="T1" fmla="*/ 394 h 20"/>
                  <a:gd name="T2" fmla="*/ 132 w 9"/>
                  <a:gd name="T3" fmla="*/ 38 h 20"/>
                  <a:gd name="T4" fmla="*/ 71 w 9"/>
                  <a:gd name="T5" fmla="*/ 116 h 20"/>
                  <a:gd name="T6" fmla="*/ 42 w 9"/>
                  <a:gd name="T7" fmla="*/ 2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0">
                    <a:moveTo>
                      <a:pt x="0" y="20"/>
                    </a:moveTo>
                    <a:cubicBezTo>
                      <a:pt x="1" y="17"/>
                      <a:pt x="2" y="0"/>
                      <a:pt x="9" y="2"/>
                    </a:cubicBezTo>
                    <a:cubicBezTo>
                      <a:pt x="8" y="3"/>
                      <a:pt x="7" y="4"/>
                      <a:pt x="5" y="6"/>
                    </a:cubicBezTo>
                    <a:cubicBezTo>
                      <a:pt x="4" y="7"/>
                      <a:pt x="4" y="9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3" name="Freeform 296">
                <a:extLst>
                  <a:ext uri="{FF2B5EF4-FFF2-40B4-BE49-F238E27FC236}">
                    <a16:creationId xmlns:a16="http://schemas.microsoft.com/office/drawing/2014/main" id="{4C454051-38E7-4114-ABF1-E2426306F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907"/>
                <a:ext cx="30" cy="45"/>
              </a:xfrm>
              <a:custGeom>
                <a:avLst/>
                <a:gdLst>
                  <a:gd name="T0" fmla="*/ 0 w 12"/>
                  <a:gd name="T1" fmla="*/ 315 h 17"/>
                  <a:gd name="T2" fmla="*/ 188 w 12"/>
                  <a:gd name="T3" fmla="*/ 0 h 17"/>
                  <a:gd name="T4" fmla="*/ 50 w 12"/>
                  <a:gd name="T5" fmla="*/ 1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0" y="17"/>
                    </a:moveTo>
                    <a:cubicBezTo>
                      <a:pt x="0" y="10"/>
                      <a:pt x="4" y="0"/>
                      <a:pt x="12" y="0"/>
                    </a:cubicBezTo>
                    <a:cubicBezTo>
                      <a:pt x="9" y="3"/>
                      <a:pt x="4" y="5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4" name="Freeform 297">
                <a:extLst>
                  <a:ext uri="{FF2B5EF4-FFF2-40B4-BE49-F238E27FC236}">
                    <a16:creationId xmlns:a16="http://schemas.microsoft.com/office/drawing/2014/main" id="{4D027869-58AB-43F2-8C33-8CF528D0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896"/>
                <a:ext cx="22" cy="35"/>
              </a:xfrm>
              <a:custGeom>
                <a:avLst/>
                <a:gdLst>
                  <a:gd name="T0" fmla="*/ 0 w 9"/>
                  <a:gd name="T1" fmla="*/ 253 h 13"/>
                  <a:gd name="T2" fmla="*/ 132 w 9"/>
                  <a:gd name="T3" fmla="*/ 0 h 13"/>
                  <a:gd name="T4" fmla="*/ 120 w 9"/>
                  <a:gd name="T5" fmla="*/ 35 h 13"/>
                  <a:gd name="T6" fmla="*/ 59 w 9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13"/>
                    </a:moveTo>
                    <a:cubicBezTo>
                      <a:pt x="0" y="8"/>
                      <a:pt x="5" y="2"/>
                      <a:pt x="9" y="0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7" y="4"/>
                      <a:pt x="6" y="4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5" name="Freeform 298">
                <a:extLst>
                  <a:ext uri="{FF2B5EF4-FFF2-40B4-BE49-F238E27FC236}">
                    <a16:creationId xmlns:a16="http://schemas.microsoft.com/office/drawing/2014/main" id="{B967E53A-3CFC-4D90-BA08-AAC229622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021"/>
                <a:ext cx="18" cy="40"/>
              </a:xfrm>
              <a:custGeom>
                <a:avLst/>
                <a:gdLst>
                  <a:gd name="T0" fmla="*/ 118 w 7"/>
                  <a:gd name="T1" fmla="*/ 0 h 15"/>
                  <a:gd name="T2" fmla="*/ 21 w 7"/>
                  <a:gd name="T3" fmla="*/ 115 h 15"/>
                  <a:gd name="T4" fmla="*/ 100 w 7"/>
                  <a:gd name="T5" fmla="*/ 285 h 15"/>
                  <a:gd name="T6" fmla="*/ 100 w 7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4" y="1"/>
                      <a:pt x="2" y="4"/>
                      <a:pt x="1" y="6"/>
                    </a:cubicBezTo>
                    <a:cubicBezTo>
                      <a:pt x="0" y="9"/>
                      <a:pt x="5" y="12"/>
                      <a:pt x="6" y="15"/>
                    </a:cubicBezTo>
                    <a:cubicBezTo>
                      <a:pt x="5" y="10"/>
                      <a:pt x="2" y="6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6" name="Freeform 299">
                <a:extLst>
                  <a:ext uri="{FF2B5EF4-FFF2-40B4-BE49-F238E27FC236}">
                    <a16:creationId xmlns:a16="http://schemas.microsoft.com/office/drawing/2014/main" id="{9244AB39-0989-4F5F-993F-462B067DE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43"/>
                <a:ext cx="45" cy="21"/>
              </a:xfrm>
              <a:custGeom>
                <a:avLst/>
                <a:gdLst>
                  <a:gd name="T0" fmla="*/ 0 w 18"/>
                  <a:gd name="T1" fmla="*/ 21 h 8"/>
                  <a:gd name="T2" fmla="*/ 283 w 18"/>
                  <a:gd name="T3" fmla="*/ 0 h 8"/>
                  <a:gd name="T4" fmla="*/ 0 w 1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1"/>
                    </a:moveTo>
                    <a:cubicBezTo>
                      <a:pt x="7" y="5"/>
                      <a:pt x="14" y="4"/>
                      <a:pt x="18" y="0"/>
                    </a:cubicBezTo>
                    <a:cubicBezTo>
                      <a:pt x="18" y="4"/>
                      <a:pt x="7" y="8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7" name="Freeform 300">
                <a:extLst>
                  <a:ext uri="{FF2B5EF4-FFF2-40B4-BE49-F238E27FC236}">
                    <a16:creationId xmlns:a16="http://schemas.microsoft.com/office/drawing/2014/main" id="{16882031-617E-4CE7-8C67-EEA546EEB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861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w 13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5" y="6"/>
                      <a:pt x="13" y="4"/>
                      <a:pt x="13" y="0"/>
                    </a:cubicBezTo>
                    <a:cubicBezTo>
                      <a:pt x="10" y="2"/>
                      <a:pt x="3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8" name="Freeform 301">
                <a:extLst>
                  <a:ext uri="{FF2B5EF4-FFF2-40B4-BE49-F238E27FC236}">
                    <a16:creationId xmlns:a16="http://schemas.microsoft.com/office/drawing/2014/main" id="{4B57AA53-A5EF-41B9-8694-C8049088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861"/>
                <a:ext cx="50" cy="32"/>
              </a:xfrm>
              <a:custGeom>
                <a:avLst/>
                <a:gdLst>
                  <a:gd name="T0" fmla="*/ 0 w 20"/>
                  <a:gd name="T1" fmla="*/ 227 h 12"/>
                  <a:gd name="T2" fmla="*/ 208 w 20"/>
                  <a:gd name="T3" fmla="*/ 77 h 12"/>
                  <a:gd name="T4" fmla="*/ 313 w 20"/>
                  <a:gd name="T5" fmla="*/ 35 h 12"/>
                  <a:gd name="T6" fmla="*/ 175 w 20"/>
                  <a:gd name="T7" fmla="*/ 77 h 12"/>
                  <a:gd name="T8" fmla="*/ 0 w 20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0" y="12"/>
                    </a:moveTo>
                    <a:cubicBezTo>
                      <a:pt x="7" y="10"/>
                      <a:pt x="11" y="7"/>
                      <a:pt x="13" y="4"/>
                    </a:cubicBezTo>
                    <a:cubicBezTo>
                      <a:pt x="15" y="1"/>
                      <a:pt x="19" y="2"/>
                      <a:pt x="20" y="2"/>
                    </a:cubicBezTo>
                    <a:cubicBezTo>
                      <a:pt x="15" y="0"/>
                      <a:pt x="13" y="1"/>
                      <a:pt x="11" y="4"/>
                    </a:cubicBezTo>
                    <a:cubicBezTo>
                      <a:pt x="9" y="6"/>
                      <a:pt x="4" y="12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29" name="Freeform 302">
                <a:extLst>
                  <a:ext uri="{FF2B5EF4-FFF2-40B4-BE49-F238E27FC236}">
                    <a16:creationId xmlns:a16="http://schemas.microsoft.com/office/drawing/2014/main" id="{A0D3B7D2-8A97-4399-9AEA-8CDFFAA40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869"/>
                <a:ext cx="35" cy="32"/>
              </a:xfrm>
              <a:custGeom>
                <a:avLst/>
                <a:gdLst>
                  <a:gd name="T0" fmla="*/ 0 w 14"/>
                  <a:gd name="T1" fmla="*/ 227 h 12"/>
                  <a:gd name="T2" fmla="*/ 22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cubicBezTo>
                      <a:pt x="7" y="9"/>
                      <a:pt x="12" y="4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0" name="Freeform 303">
                <a:extLst>
                  <a:ext uri="{FF2B5EF4-FFF2-40B4-BE49-F238E27FC236}">
                    <a16:creationId xmlns:a16="http://schemas.microsoft.com/office/drawing/2014/main" id="{62858EA2-EFEE-4E9D-8751-4393CF053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869"/>
                <a:ext cx="40" cy="38"/>
              </a:xfrm>
              <a:custGeom>
                <a:avLst/>
                <a:gdLst>
                  <a:gd name="T0" fmla="*/ 0 w 16"/>
                  <a:gd name="T1" fmla="*/ 280 h 14"/>
                  <a:gd name="T2" fmla="*/ 145 w 16"/>
                  <a:gd name="T3" fmla="*/ 81 h 14"/>
                  <a:gd name="T4" fmla="*/ 250 w 16"/>
                  <a:gd name="T5" fmla="*/ 38 h 14"/>
                  <a:gd name="T6" fmla="*/ 113 w 16"/>
                  <a:gd name="T7" fmla="*/ 81 h 14"/>
                  <a:gd name="T8" fmla="*/ 0 w 16"/>
                  <a:gd name="T9" fmla="*/ 2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0" y="14"/>
                    </a:moveTo>
                    <a:cubicBezTo>
                      <a:pt x="5" y="11"/>
                      <a:pt x="8" y="7"/>
                      <a:pt x="9" y="4"/>
                    </a:cubicBezTo>
                    <a:cubicBezTo>
                      <a:pt x="10" y="2"/>
                      <a:pt x="15" y="1"/>
                      <a:pt x="16" y="2"/>
                    </a:cubicBezTo>
                    <a:cubicBezTo>
                      <a:pt x="11" y="0"/>
                      <a:pt x="8" y="1"/>
                      <a:pt x="7" y="4"/>
                    </a:cubicBezTo>
                    <a:cubicBezTo>
                      <a:pt x="5" y="7"/>
                      <a:pt x="2" y="12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1" name="Freeform 304">
                <a:extLst>
                  <a:ext uri="{FF2B5EF4-FFF2-40B4-BE49-F238E27FC236}">
                    <a16:creationId xmlns:a16="http://schemas.microsoft.com/office/drawing/2014/main" id="{C3DE82FD-55E5-452F-8F4C-5F08143D4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872"/>
                <a:ext cx="32" cy="35"/>
              </a:xfrm>
              <a:custGeom>
                <a:avLst/>
                <a:gdLst>
                  <a:gd name="T0" fmla="*/ 194 w 13"/>
                  <a:gd name="T1" fmla="*/ 0 h 13"/>
                  <a:gd name="T2" fmla="*/ 103 w 13"/>
                  <a:gd name="T3" fmla="*/ 81 h 13"/>
                  <a:gd name="T4" fmla="*/ 0 w 13"/>
                  <a:gd name="T5" fmla="*/ 253 h 13"/>
                  <a:gd name="T6" fmla="*/ 133 w 13"/>
                  <a:gd name="T7" fmla="*/ 116 h 13"/>
                  <a:gd name="T8" fmla="*/ 194 w 1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cubicBezTo>
                      <a:pt x="11" y="0"/>
                      <a:pt x="8" y="2"/>
                      <a:pt x="7" y="4"/>
                    </a:cubicBezTo>
                    <a:cubicBezTo>
                      <a:pt x="5" y="7"/>
                      <a:pt x="2" y="11"/>
                      <a:pt x="0" y="13"/>
                    </a:cubicBezTo>
                    <a:cubicBezTo>
                      <a:pt x="5" y="12"/>
                      <a:pt x="7" y="9"/>
                      <a:pt x="9" y="6"/>
                    </a:cubicBezTo>
                    <a:cubicBezTo>
                      <a:pt x="10" y="3"/>
                      <a:pt x="10" y="2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2" name="Freeform 305">
                <a:extLst>
                  <a:ext uri="{FF2B5EF4-FFF2-40B4-BE49-F238E27FC236}">
                    <a16:creationId xmlns:a16="http://schemas.microsoft.com/office/drawing/2014/main" id="{0AECD911-D018-4102-B034-770A1A14B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69"/>
                <a:ext cx="45" cy="30"/>
              </a:xfrm>
              <a:custGeom>
                <a:avLst/>
                <a:gdLst>
                  <a:gd name="T0" fmla="*/ 0 w 18"/>
                  <a:gd name="T1" fmla="*/ 120 h 11"/>
                  <a:gd name="T2" fmla="*/ 270 w 18"/>
                  <a:gd name="T3" fmla="*/ 0 h 11"/>
                  <a:gd name="T4" fmla="*/ 0 w 18"/>
                  <a:gd name="T5" fmla="*/ 1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6"/>
                    </a:moveTo>
                    <a:cubicBezTo>
                      <a:pt x="8" y="8"/>
                      <a:pt x="15" y="5"/>
                      <a:pt x="17" y="0"/>
                    </a:cubicBezTo>
                    <a:cubicBezTo>
                      <a:pt x="18" y="4"/>
                      <a:pt x="9" y="11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3" name="Freeform 306">
                <a:extLst>
                  <a:ext uri="{FF2B5EF4-FFF2-40B4-BE49-F238E27FC236}">
                    <a16:creationId xmlns:a16="http://schemas.microsoft.com/office/drawing/2014/main" id="{7CAAA493-878A-43A9-A4F2-B95186299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77"/>
                <a:ext cx="27" cy="27"/>
              </a:xfrm>
              <a:custGeom>
                <a:avLst/>
                <a:gdLst>
                  <a:gd name="T0" fmla="*/ 0 w 11"/>
                  <a:gd name="T1" fmla="*/ 197 h 10"/>
                  <a:gd name="T2" fmla="*/ 162 w 11"/>
                  <a:gd name="T3" fmla="*/ 0 h 10"/>
                  <a:gd name="T4" fmla="*/ 0 w 11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5" y="9"/>
                      <a:pt x="11" y="5"/>
                      <a:pt x="11" y="0"/>
                    </a:cubicBezTo>
                    <a:cubicBezTo>
                      <a:pt x="9" y="3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4" name="Freeform 307">
                <a:extLst>
                  <a:ext uri="{FF2B5EF4-FFF2-40B4-BE49-F238E27FC236}">
                    <a16:creationId xmlns:a16="http://schemas.microsoft.com/office/drawing/2014/main" id="{D24AB6C5-05E8-4FFC-BF2A-6DDF5475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64"/>
                <a:ext cx="40" cy="43"/>
              </a:xfrm>
              <a:custGeom>
                <a:avLst/>
                <a:gdLst>
                  <a:gd name="T0" fmla="*/ 0 w 16"/>
                  <a:gd name="T1" fmla="*/ 312 h 16"/>
                  <a:gd name="T2" fmla="*/ 158 w 16"/>
                  <a:gd name="T3" fmla="*/ 81 h 16"/>
                  <a:gd name="T4" fmla="*/ 250 w 16"/>
                  <a:gd name="T5" fmla="*/ 0 h 16"/>
                  <a:gd name="T6" fmla="*/ 125 w 16"/>
                  <a:gd name="T7" fmla="*/ 81 h 16"/>
                  <a:gd name="T8" fmla="*/ 0 w 16"/>
                  <a:gd name="T9" fmla="*/ 3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cubicBezTo>
                      <a:pt x="6" y="12"/>
                      <a:pt x="9" y="8"/>
                      <a:pt x="10" y="4"/>
                    </a:cubicBezTo>
                    <a:cubicBezTo>
                      <a:pt x="11" y="1"/>
                      <a:pt x="15" y="0"/>
                      <a:pt x="16" y="0"/>
                    </a:cubicBezTo>
                    <a:cubicBezTo>
                      <a:pt x="11" y="0"/>
                      <a:pt x="9" y="1"/>
                      <a:pt x="8" y="4"/>
                    </a:cubicBezTo>
                    <a:cubicBezTo>
                      <a:pt x="7" y="7"/>
                      <a:pt x="3" y="14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5" name="Freeform 308">
                <a:extLst>
                  <a:ext uri="{FF2B5EF4-FFF2-40B4-BE49-F238E27FC236}">
                    <a16:creationId xmlns:a16="http://schemas.microsoft.com/office/drawing/2014/main" id="{AEA3DFCB-E5B7-443C-9039-B8C193DB2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456"/>
                <a:ext cx="25" cy="40"/>
              </a:xfrm>
              <a:custGeom>
                <a:avLst/>
                <a:gdLst>
                  <a:gd name="T0" fmla="*/ 0 w 10"/>
                  <a:gd name="T1" fmla="*/ 285 h 15"/>
                  <a:gd name="T2" fmla="*/ 158 w 1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cubicBezTo>
                      <a:pt x="6" y="10"/>
                      <a:pt x="10" y="4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6" name="Freeform 309">
                <a:extLst>
                  <a:ext uri="{FF2B5EF4-FFF2-40B4-BE49-F238E27FC236}">
                    <a16:creationId xmlns:a16="http://schemas.microsoft.com/office/drawing/2014/main" id="{62F13BC9-FCF7-4AE6-B1CA-EE6867A55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443"/>
                <a:ext cx="30" cy="42"/>
              </a:xfrm>
              <a:custGeom>
                <a:avLst/>
                <a:gdLst>
                  <a:gd name="T0" fmla="*/ 0 w 12"/>
                  <a:gd name="T1" fmla="*/ 289 h 16"/>
                  <a:gd name="T2" fmla="*/ 95 w 12"/>
                  <a:gd name="T3" fmla="*/ 89 h 16"/>
                  <a:gd name="T4" fmla="*/ 188 w 12"/>
                  <a:gd name="T5" fmla="*/ 0 h 16"/>
                  <a:gd name="T6" fmla="*/ 63 w 12"/>
                  <a:gd name="T7" fmla="*/ 110 h 16"/>
                  <a:gd name="T8" fmla="*/ 0 w 12"/>
                  <a:gd name="T9" fmla="*/ 28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16"/>
                    </a:moveTo>
                    <a:cubicBezTo>
                      <a:pt x="4" y="13"/>
                      <a:pt x="6" y="8"/>
                      <a:pt x="6" y="5"/>
                    </a:cubicBezTo>
                    <a:cubicBezTo>
                      <a:pt x="7" y="2"/>
                      <a:pt x="11" y="1"/>
                      <a:pt x="12" y="0"/>
                    </a:cubicBezTo>
                    <a:cubicBezTo>
                      <a:pt x="8" y="1"/>
                      <a:pt x="5" y="2"/>
                      <a:pt x="4" y="6"/>
                    </a:cubicBezTo>
                    <a:cubicBezTo>
                      <a:pt x="3" y="9"/>
                      <a:pt x="2" y="15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7" name="Freeform 310">
                <a:extLst>
                  <a:ext uri="{FF2B5EF4-FFF2-40B4-BE49-F238E27FC236}">
                    <a16:creationId xmlns:a16="http://schemas.microsoft.com/office/drawing/2014/main" id="{607B2561-0124-43E1-86D5-A3B9C80F4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432"/>
                <a:ext cx="23" cy="43"/>
              </a:xfrm>
              <a:custGeom>
                <a:avLst/>
                <a:gdLst>
                  <a:gd name="T0" fmla="*/ 151 w 9"/>
                  <a:gd name="T1" fmla="*/ 0 h 16"/>
                  <a:gd name="T2" fmla="*/ 66 w 9"/>
                  <a:gd name="T3" fmla="*/ 116 h 16"/>
                  <a:gd name="T4" fmla="*/ 0 w 9"/>
                  <a:gd name="T5" fmla="*/ 312 h 16"/>
                  <a:gd name="T6" fmla="*/ 97 w 9"/>
                  <a:gd name="T7" fmla="*/ 137 h 16"/>
                  <a:gd name="T8" fmla="*/ 151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cubicBezTo>
                      <a:pt x="6" y="1"/>
                      <a:pt x="4" y="3"/>
                      <a:pt x="4" y="6"/>
                    </a:cubicBezTo>
                    <a:cubicBezTo>
                      <a:pt x="3" y="9"/>
                      <a:pt x="1" y="14"/>
                      <a:pt x="0" y="16"/>
                    </a:cubicBezTo>
                    <a:cubicBezTo>
                      <a:pt x="4" y="14"/>
                      <a:pt x="5" y="10"/>
                      <a:pt x="6" y="7"/>
                    </a:cubicBezTo>
                    <a:cubicBezTo>
                      <a:pt x="7" y="4"/>
                      <a:pt x="7" y="3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8" name="Freeform 311">
                <a:extLst>
                  <a:ext uri="{FF2B5EF4-FFF2-40B4-BE49-F238E27FC236}">
                    <a16:creationId xmlns:a16="http://schemas.microsoft.com/office/drawing/2014/main" id="{AB7DD2C7-17BD-46BB-9D92-AF009ABC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39"/>
                <a:ext cx="45" cy="29"/>
              </a:xfrm>
              <a:custGeom>
                <a:avLst/>
                <a:gdLst>
                  <a:gd name="T0" fmla="*/ 0 w 18"/>
                  <a:gd name="T1" fmla="*/ 111 h 11"/>
                  <a:gd name="T2" fmla="*/ 270 w 18"/>
                  <a:gd name="T3" fmla="*/ 0 h 11"/>
                  <a:gd name="T4" fmla="*/ 0 w 18"/>
                  <a:gd name="T5" fmla="*/ 1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6"/>
                    </a:moveTo>
                    <a:cubicBezTo>
                      <a:pt x="8" y="7"/>
                      <a:pt x="15" y="5"/>
                      <a:pt x="17" y="0"/>
                    </a:cubicBezTo>
                    <a:cubicBezTo>
                      <a:pt x="18" y="3"/>
                      <a:pt x="9" y="11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39" name="Freeform 312">
                <a:extLst>
                  <a:ext uri="{FF2B5EF4-FFF2-40B4-BE49-F238E27FC236}">
                    <a16:creationId xmlns:a16="http://schemas.microsoft.com/office/drawing/2014/main" id="{656AA7FC-CC4E-4F2C-88CA-90FF4DECE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547"/>
                <a:ext cx="30" cy="24"/>
              </a:xfrm>
              <a:custGeom>
                <a:avLst/>
                <a:gdLst>
                  <a:gd name="T0" fmla="*/ 0 w 12"/>
                  <a:gd name="T1" fmla="*/ 171 h 9"/>
                  <a:gd name="T2" fmla="*/ 175 w 12"/>
                  <a:gd name="T3" fmla="*/ 0 h 9"/>
                  <a:gd name="T4" fmla="*/ 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cubicBezTo>
                      <a:pt x="5" y="8"/>
                      <a:pt x="12" y="5"/>
                      <a:pt x="11" y="0"/>
                    </a:cubicBezTo>
                    <a:cubicBezTo>
                      <a:pt x="9" y="3"/>
                      <a:pt x="3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0" name="Freeform 313">
                <a:extLst>
                  <a:ext uri="{FF2B5EF4-FFF2-40B4-BE49-F238E27FC236}">
                    <a16:creationId xmlns:a16="http://schemas.microsoft.com/office/drawing/2014/main" id="{762C8874-7D0F-4547-873D-0D19CE24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31"/>
                <a:ext cx="40" cy="42"/>
              </a:xfrm>
              <a:custGeom>
                <a:avLst/>
                <a:gdLst>
                  <a:gd name="T0" fmla="*/ 0 w 16"/>
                  <a:gd name="T1" fmla="*/ 289 h 16"/>
                  <a:gd name="T2" fmla="*/ 158 w 16"/>
                  <a:gd name="T3" fmla="*/ 89 h 16"/>
                  <a:gd name="T4" fmla="*/ 250 w 16"/>
                  <a:gd name="T5" fmla="*/ 21 h 16"/>
                  <a:gd name="T6" fmla="*/ 125 w 16"/>
                  <a:gd name="T7" fmla="*/ 89 h 16"/>
                  <a:gd name="T8" fmla="*/ 0 w 16"/>
                  <a:gd name="T9" fmla="*/ 28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cubicBezTo>
                      <a:pt x="7" y="12"/>
                      <a:pt x="9" y="8"/>
                      <a:pt x="10" y="5"/>
                    </a:cubicBezTo>
                    <a:cubicBezTo>
                      <a:pt x="12" y="1"/>
                      <a:pt x="15" y="1"/>
                      <a:pt x="16" y="1"/>
                    </a:cubicBezTo>
                    <a:cubicBezTo>
                      <a:pt x="11" y="0"/>
                      <a:pt x="9" y="2"/>
                      <a:pt x="8" y="5"/>
                    </a:cubicBezTo>
                    <a:cubicBezTo>
                      <a:pt x="7" y="8"/>
                      <a:pt x="3" y="15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1" name="Freeform 314">
                <a:extLst>
                  <a:ext uri="{FF2B5EF4-FFF2-40B4-BE49-F238E27FC236}">
                    <a16:creationId xmlns:a16="http://schemas.microsoft.com/office/drawing/2014/main" id="{A72524CB-C2A7-4AC5-B534-5907BFE1B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525"/>
                <a:ext cx="25" cy="40"/>
              </a:xfrm>
              <a:custGeom>
                <a:avLst/>
                <a:gdLst>
                  <a:gd name="T0" fmla="*/ 0 w 10"/>
                  <a:gd name="T1" fmla="*/ 285 h 15"/>
                  <a:gd name="T2" fmla="*/ 158 w 1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cubicBezTo>
                      <a:pt x="6" y="10"/>
                      <a:pt x="10" y="4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2" name="Freeform 315">
                <a:extLst>
                  <a:ext uri="{FF2B5EF4-FFF2-40B4-BE49-F238E27FC236}">
                    <a16:creationId xmlns:a16="http://schemas.microsoft.com/office/drawing/2014/main" id="{69F8EA63-3925-49E6-8F1F-935F4E871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12"/>
                <a:ext cx="30" cy="43"/>
              </a:xfrm>
              <a:custGeom>
                <a:avLst/>
                <a:gdLst>
                  <a:gd name="T0" fmla="*/ 0 w 12"/>
                  <a:gd name="T1" fmla="*/ 312 h 16"/>
                  <a:gd name="T2" fmla="*/ 95 w 12"/>
                  <a:gd name="T3" fmla="*/ 94 h 16"/>
                  <a:gd name="T4" fmla="*/ 188 w 12"/>
                  <a:gd name="T5" fmla="*/ 0 h 16"/>
                  <a:gd name="T6" fmla="*/ 50 w 12"/>
                  <a:gd name="T7" fmla="*/ 94 h 16"/>
                  <a:gd name="T8" fmla="*/ 0 w 12"/>
                  <a:gd name="T9" fmla="*/ 3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16"/>
                    </a:moveTo>
                    <a:cubicBezTo>
                      <a:pt x="3" y="12"/>
                      <a:pt x="5" y="7"/>
                      <a:pt x="6" y="5"/>
                    </a:cubicBezTo>
                    <a:cubicBezTo>
                      <a:pt x="6" y="2"/>
                      <a:pt x="10" y="0"/>
                      <a:pt x="12" y="0"/>
                    </a:cubicBezTo>
                    <a:cubicBezTo>
                      <a:pt x="7" y="0"/>
                      <a:pt x="4" y="2"/>
                      <a:pt x="3" y="5"/>
                    </a:cubicBezTo>
                    <a:cubicBezTo>
                      <a:pt x="3" y="9"/>
                      <a:pt x="2" y="14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3" name="Freeform 316">
                <a:extLst>
                  <a:ext uri="{FF2B5EF4-FFF2-40B4-BE49-F238E27FC236}">
                    <a16:creationId xmlns:a16="http://schemas.microsoft.com/office/drawing/2014/main" id="{EFCA112B-82C3-4A48-BC15-1564B82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501"/>
                <a:ext cx="23" cy="43"/>
              </a:xfrm>
              <a:custGeom>
                <a:avLst/>
                <a:gdLst>
                  <a:gd name="T0" fmla="*/ 151 w 9"/>
                  <a:gd name="T1" fmla="*/ 0 h 16"/>
                  <a:gd name="T2" fmla="*/ 66 w 9"/>
                  <a:gd name="T3" fmla="*/ 116 h 16"/>
                  <a:gd name="T4" fmla="*/ 0 w 9"/>
                  <a:gd name="T5" fmla="*/ 312 h 16"/>
                  <a:gd name="T6" fmla="*/ 97 w 9"/>
                  <a:gd name="T7" fmla="*/ 137 h 16"/>
                  <a:gd name="T8" fmla="*/ 151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cubicBezTo>
                      <a:pt x="7" y="1"/>
                      <a:pt x="5" y="3"/>
                      <a:pt x="4" y="6"/>
                    </a:cubicBezTo>
                    <a:cubicBezTo>
                      <a:pt x="4" y="9"/>
                      <a:pt x="2" y="14"/>
                      <a:pt x="0" y="16"/>
                    </a:cubicBezTo>
                    <a:cubicBezTo>
                      <a:pt x="4" y="14"/>
                      <a:pt x="6" y="10"/>
                      <a:pt x="6" y="7"/>
                    </a:cubicBezTo>
                    <a:cubicBezTo>
                      <a:pt x="7" y="4"/>
                      <a:pt x="7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4" name="Freeform 317">
                <a:extLst>
                  <a:ext uri="{FF2B5EF4-FFF2-40B4-BE49-F238E27FC236}">
                    <a16:creationId xmlns:a16="http://schemas.microsoft.com/office/drawing/2014/main" id="{7C03ABA0-9575-4A3E-A4D9-7C762D9F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405"/>
                <a:ext cx="45" cy="22"/>
              </a:xfrm>
              <a:custGeom>
                <a:avLst/>
                <a:gdLst>
                  <a:gd name="T0" fmla="*/ 0 w 18"/>
                  <a:gd name="T1" fmla="*/ 0 h 8"/>
                  <a:gd name="T2" fmla="*/ 283 w 18"/>
                  <a:gd name="T3" fmla="*/ 0 h 8"/>
                  <a:gd name="T4" fmla="*/ 0 w 1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8" y="4"/>
                      <a:pt x="15" y="4"/>
                      <a:pt x="18" y="0"/>
                    </a:cubicBezTo>
                    <a:cubicBezTo>
                      <a:pt x="18" y="4"/>
                      <a:pt x="8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5" name="Freeform 318">
                <a:extLst>
                  <a:ext uri="{FF2B5EF4-FFF2-40B4-BE49-F238E27FC236}">
                    <a16:creationId xmlns:a16="http://schemas.microsoft.com/office/drawing/2014/main" id="{574ACBAF-4259-4094-9555-297B1F707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21"/>
                <a:ext cx="32" cy="19"/>
              </a:xfrm>
              <a:custGeom>
                <a:avLst/>
                <a:gdLst>
                  <a:gd name="T0" fmla="*/ 0 w 13"/>
                  <a:gd name="T1" fmla="*/ 117 h 7"/>
                  <a:gd name="T2" fmla="*/ 194 w 13"/>
                  <a:gd name="T3" fmla="*/ 0 h 7"/>
                  <a:gd name="T4" fmla="*/ 0 w 13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6"/>
                    </a:moveTo>
                    <a:cubicBezTo>
                      <a:pt x="5" y="7"/>
                      <a:pt x="12" y="5"/>
                      <a:pt x="13" y="0"/>
                    </a:cubicBezTo>
                    <a:cubicBezTo>
                      <a:pt x="10" y="3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6" name="Freeform 319">
                <a:extLst>
                  <a:ext uri="{FF2B5EF4-FFF2-40B4-BE49-F238E27FC236}">
                    <a16:creationId xmlns:a16="http://schemas.microsoft.com/office/drawing/2014/main" id="{191254E6-AC6D-46A1-A322-90769F159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21"/>
                <a:ext cx="50" cy="35"/>
              </a:xfrm>
              <a:custGeom>
                <a:avLst/>
                <a:gdLst>
                  <a:gd name="T0" fmla="*/ 0 w 20"/>
                  <a:gd name="T1" fmla="*/ 253 h 13"/>
                  <a:gd name="T2" fmla="*/ 208 w 20"/>
                  <a:gd name="T3" fmla="*/ 81 h 13"/>
                  <a:gd name="T4" fmla="*/ 313 w 20"/>
                  <a:gd name="T5" fmla="*/ 35 h 13"/>
                  <a:gd name="T6" fmla="*/ 175 w 20"/>
                  <a:gd name="T7" fmla="*/ 81 h 13"/>
                  <a:gd name="T8" fmla="*/ 0 w 20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7" y="11"/>
                      <a:pt x="11" y="7"/>
                      <a:pt x="13" y="4"/>
                    </a:cubicBezTo>
                    <a:cubicBezTo>
                      <a:pt x="15" y="1"/>
                      <a:pt x="19" y="2"/>
                      <a:pt x="20" y="2"/>
                    </a:cubicBezTo>
                    <a:cubicBezTo>
                      <a:pt x="15" y="0"/>
                      <a:pt x="13" y="1"/>
                      <a:pt x="11" y="4"/>
                    </a:cubicBezTo>
                    <a:cubicBezTo>
                      <a:pt x="9" y="6"/>
                      <a:pt x="3" y="12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7" name="Freeform 320">
                <a:extLst>
                  <a:ext uri="{FF2B5EF4-FFF2-40B4-BE49-F238E27FC236}">
                    <a16:creationId xmlns:a16="http://schemas.microsoft.com/office/drawing/2014/main" id="{4D119C15-AE4B-43C0-8B99-D5D4747C6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432"/>
                <a:ext cx="35" cy="32"/>
              </a:xfrm>
              <a:custGeom>
                <a:avLst/>
                <a:gdLst>
                  <a:gd name="T0" fmla="*/ 0 w 14"/>
                  <a:gd name="T1" fmla="*/ 227 h 12"/>
                  <a:gd name="T2" fmla="*/ 22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cubicBezTo>
                      <a:pt x="7" y="9"/>
                      <a:pt x="12" y="4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8" name="Freeform 321">
                <a:extLst>
                  <a:ext uri="{FF2B5EF4-FFF2-40B4-BE49-F238E27FC236}">
                    <a16:creationId xmlns:a16="http://schemas.microsoft.com/office/drawing/2014/main" id="{061ECB7A-DDC6-42D8-8EBB-61DC2A845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32"/>
                <a:ext cx="43" cy="35"/>
              </a:xfrm>
              <a:custGeom>
                <a:avLst/>
                <a:gdLst>
                  <a:gd name="T0" fmla="*/ 0 w 17"/>
                  <a:gd name="T1" fmla="*/ 253 h 13"/>
                  <a:gd name="T2" fmla="*/ 159 w 17"/>
                  <a:gd name="T3" fmla="*/ 81 h 13"/>
                  <a:gd name="T4" fmla="*/ 276 w 17"/>
                  <a:gd name="T5" fmla="*/ 22 h 13"/>
                  <a:gd name="T6" fmla="*/ 116 w 17"/>
                  <a:gd name="T7" fmla="*/ 81 h 13"/>
                  <a:gd name="T8" fmla="*/ 0 w 17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11"/>
                      <a:pt x="8" y="7"/>
                      <a:pt x="10" y="4"/>
                    </a:cubicBezTo>
                    <a:cubicBezTo>
                      <a:pt x="11" y="2"/>
                      <a:pt x="15" y="1"/>
                      <a:pt x="17" y="1"/>
                    </a:cubicBezTo>
                    <a:cubicBezTo>
                      <a:pt x="12" y="0"/>
                      <a:pt x="9" y="1"/>
                      <a:pt x="7" y="4"/>
                    </a:cubicBezTo>
                    <a:cubicBezTo>
                      <a:pt x="6" y="7"/>
                      <a:pt x="3" y="12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49" name="Freeform 322">
                <a:extLst>
                  <a:ext uri="{FF2B5EF4-FFF2-40B4-BE49-F238E27FC236}">
                    <a16:creationId xmlns:a16="http://schemas.microsoft.com/office/drawing/2014/main" id="{F31E3508-D763-4211-965A-9A4B68041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435"/>
                <a:ext cx="35" cy="34"/>
              </a:xfrm>
              <a:custGeom>
                <a:avLst/>
                <a:gdLst>
                  <a:gd name="T0" fmla="*/ 220 w 14"/>
                  <a:gd name="T1" fmla="*/ 0 h 13"/>
                  <a:gd name="T2" fmla="*/ 113 w 14"/>
                  <a:gd name="T3" fmla="*/ 68 h 13"/>
                  <a:gd name="T4" fmla="*/ 0 w 14"/>
                  <a:gd name="T5" fmla="*/ 233 h 13"/>
                  <a:gd name="T6" fmla="*/ 145 w 14"/>
                  <a:gd name="T7" fmla="*/ 110 h 13"/>
                  <a:gd name="T8" fmla="*/ 220 w 1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0"/>
                    </a:moveTo>
                    <a:cubicBezTo>
                      <a:pt x="11" y="0"/>
                      <a:pt x="9" y="2"/>
                      <a:pt x="7" y="4"/>
                    </a:cubicBezTo>
                    <a:cubicBezTo>
                      <a:pt x="6" y="7"/>
                      <a:pt x="3" y="11"/>
                      <a:pt x="0" y="13"/>
                    </a:cubicBezTo>
                    <a:cubicBezTo>
                      <a:pt x="5" y="12"/>
                      <a:pt x="8" y="8"/>
                      <a:pt x="9" y="6"/>
                    </a:cubicBezTo>
                    <a:cubicBezTo>
                      <a:pt x="11" y="3"/>
                      <a:pt x="11" y="2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0" name="Freeform 323">
                <a:extLst>
                  <a:ext uri="{FF2B5EF4-FFF2-40B4-BE49-F238E27FC236}">
                    <a16:creationId xmlns:a16="http://schemas.microsoft.com/office/drawing/2014/main" id="{7E99DC67-C0DC-4D4F-BB34-85900BA99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461"/>
                <a:ext cx="53" cy="32"/>
              </a:xfrm>
              <a:custGeom>
                <a:avLst/>
                <a:gdLst>
                  <a:gd name="T0" fmla="*/ 0 w 21"/>
                  <a:gd name="T1" fmla="*/ 227 h 12"/>
                  <a:gd name="T2" fmla="*/ 159 w 21"/>
                  <a:gd name="T3" fmla="*/ 115 h 12"/>
                  <a:gd name="T4" fmla="*/ 338 w 21"/>
                  <a:gd name="T5" fmla="*/ 35 h 12"/>
                  <a:gd name="T6" fmla="*/ 192 w 21"/>
                  <a:gd name="T7" fmla="*/ 21 h 12"/>
                  <a:gd name="T8" fmla="*/ 126 w 21"/>
                  <a:gd name="T9" fmla="*/ 77 h 12"/>
                  <a:gd name="T10" fmla="*/ 0 w 21"/>
                  <a:gd name="T11" fmla="*/ 22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cubicBezTo>
                      <a:pt x="3" y="11"/>
                      <a:pt x="7" y="9"/>
                      <a:pt x="10" y="6"/>
                    </a:cubicBezTo>
                    <a:cubicBezTo>
                      <a:pt x="14" y="4"/>
                      <a:pt x="16" y="1"/>
                      <a:pt x="21" y="2"/>
                    </a:cubicBezTo>
                    <a:cubicBezTo>
                      <a:pt x="19" y="0"/>
                      <a:pt x="14" y="0"/>
                      <a:pt x="12" y="1"/>
                    </a:cubicBezTo>
                    <a:cubicBezTo>
                      <a:pt x="10" y="2"/>
                      <a:pt x="10" y="3"/>
                      <a:pt x="8" y="4"/>
                    </a:cubicBezTo>
                    <a:cubicBezTo>
                      <a:pt x="7" y="6"/>
                      <a:pt x="4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1" name="Freeform 324">
                <a:extLst>
                  <a:ext uri="{FF2B5EF4-FFF2-40B4-BE49-F238E27FC236}">
                    <a16:creationId xmlns:a16="http://schemas.microsoft.com/office/drawing/2014/main" id="{6D25FE8B-6234-4D25-BDCD-6D2B4B4DC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464"/>
                <a:ext cx="38" cy="35"/>
              </a:xfrm>
              <a:custGeom>
                <a:avLst/>
                <a:gdLst>
                  <a:gd name="T0" fmla="*/ 0 w 15"/>
                  <a:gd name="T1" fmla="*/ 253 h 13"/>
                  <a:gd name="T2" fmla="*/ 243 w 15"/>
                  <a:gd name="T3" fmla="*/ 59 h 13"/>
                  <a:gd name="T4" fmla="*/ 129 w 15"/>
                  <a:gd name="T5" fmla="*/ 94 h 13"/>
                  <a:gd name="T6" fmla="*/ 63 w 15"/>
                  <a:gd name="T7" fmla="*/ 17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13"/>
                    </a:moveTo>
                    <a:cubicBezTo>
                      <a:pt x="3" y="7"/>
                      <a:pt x="7" y="0"/>
                      <a:pt x="15" y="3"/>
                    </a:cubicBezTo>
                    <a:cubicBezTo>
                      <a:pt x="12" y="3"/>
                      <a:pt x="10" y="3"/>
                      <a:pt x="8" y="5"/>
                    </a:cubicBezTo>
                    <a:cubicBezTo>
                      <a:pt x="7" y="6"/>
                      <a:pt x="6" y="8"/>
                      <a:pt x="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2" name="Freeform 325">
                <a:extLst>
                  <a:ext uri="{FF2B5EF4-FFF2-40B4-BE49-F238E27FC236}">
                    <a16:creationId xmlns:a16="http://schemas.microsoft.com/office/drawing/2014/main" id="{99C6E1E2-B1EB-464B-8B72-D7A81F09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269"/>
                <a:ext cx="12" cy="40"/>
              </a:xfrm>
              <a:custGeom>
                <a:avLst/>
                <a:gdLst>
                  <a:gd name="T0" fmla="*/ 12 w 5"/>
                  <a:gd name="T1" fmla="*/ 285 h 15"/>
                  <a:gd name="T2" fmla="*/ 12 w 5"/>
                  <a:gd name="T3" fmla="*/ 115 h 15"/>
                  <a:gd name="T4" fmla="*/ 70 w 5"/>
                  <a:gd name="T5" fmla="*/ 0 h 15"/>
                  <a:gd name="T6" fmla="*/ 29 w 5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2" y="12"/>
                      <a:pt x="0" y="9"/>
                      <a:pt x="1" y="6"/>
                    </a:cubicBezTo>
                    <a:cubicBezTo>
                      <a:pt x="1" y="3"/>
                      <a:pt x="3" y="0"/>
                      <a:pt x="5" y="0"/>
                    </a:cubicBezTo>
                    <a:cubicBezTo>
                      <a:pt x="4" y="4"/>
                      <a:pt x="2" y="9"/>
                      <a:pt x="2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3" name="Freeform 326">
                <a:extLst>
                  <a:ext uri="{FF2B5EF4-FFF2-40B4-BE49-F238E27FC236}">
                    <a16:creationId xmlns:a16="http://schemas.microsoft.com/office/drawing/2014/main" id="{467A5420-6CF7-4380-9B7E-5287D1D9B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248"/>
                <a:ext cx="17" cy="40"/>
              </a:xfrm>
              <a:custGeom>
                <a:avLst/>
                <a:gdLst>
                  <a:gd name="T0" fmla="*/ 87 w 7"/>
                  <a:gd name="T1" fmla="*/ 0 h 15"/>
                  <a:gd name="T2" fmla="*/ 70 w 7"/>
                  <a:gd name="T3" fmla="*/ 285 h 15"/>
                  <a:gd name="T4" fmla="*/ 100 w 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0"/>
                    </a:moveTo>
                    <a:cubicBezTo>
                      <a:pt x="0" y="3"/>
                      <a:pt x="4" y="11"/>
                      <a:pt x="5" y="15"/>
                    </a:cubicBezTo>
                    <a:cubicBezTo>
                      <a:pt x="4" y="11"/>
                      <a:pt x="3" y="5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4" name="Freeform 327">
                <a:extLst>
                  <a:ext uri="{FF2B5EF4-FFF2-40B4-BE49-F238E27FC236}">
                    <a16:creationId xmlns:a16="http://schemas.microsoft.com/office/drawing/2014/main" id="{D27A6F17-D5D5-407C-A10A-22D605CE1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296"/>
                <a:ext cx="15" cy="21"/>
              </a:xfrm>
              <a:custGeom>
                <a:avLst/>
                <a:gdLst>
                  <a:gd name="T0" fmla="*/ 83 w 6"/>
                  <a:gd name="T1" fmla="*/ 0 h 8"/>
                  <a:gd name="T2" fmla="*/ 33 w 6"/>
                  <a:gd name="T3" fmla="*/ 144 h 8"/>
                  <a:gd name="T4" fmla="*/ 95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cubicBezTo>
                      <a:pt x="2" y="1"/>
                      <a:pt x="0" y="5"/>
                      <a:pt x="2" y="8"/>
                    </a:cubicBezTo>
                    <a:cubicBezTo>
                      <a:pt x="2" y="5"/>
                      <a:pt x="3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5" name="Freeform 328">
                <a:extLst>
                  <a:ext uri="{FF2B5EF4-FFF2-40B4-BE49-F238E27FC236}">
                    <a16:creationId xmlns:a16="http://schemas.microsoft.com/office/drawing/2014/main" id="{4EE2E0F2-F4F8-4821-9C65-AA14BF1D6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328"/>
                <a:ext cx="43" cy="40"/>
              </a:xfrm>
              <a:custGeom>
                <a:avLst/>
                <a:gdLst>
                  <a:gd name="T0" fmla="*/ 0 w 17"/>
                  <a:gd name="T1" fmla="*/ 285 h 15"/>
                  <a:gd name="T2" fmla="*/ 116 w 17"/>
                  <a:gd name="T3" fmla="*/ 93 h 15"/>
                  <a:gd name="T4" fmla="*/ 276 w 17"/>
                  <a:gd name="T5" fmla="*/ 35 h 15"/>
                  <a:gd name="T6" fmla="*/ 147 w 17"/>
                  <a:gd name="T7" fmla="*/ 115 h 15"/>
                  <a:gd name="T8" fmla="*/ 116 w 17"/>
                  <a:gd name="T9" fmla="*/ 171 h 15"/>
                  <a:gd name="T10" fmla="*/ 51 w 17"/>
                  <a:gd name="T11" fmla="*/ 20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0" y="15"/>
                    </a:moveTo>
                    <a:cubicBezTo>
                      <a:pt x="4" y="13"/>
                      <a:pt x="4" y="8"/>
                      <a:pt x="7" y="5"/>
                    </a:cubicBezTo>
                    <a:cubicBezTo>
                      <a:pt x="9" y="3"/>
                      <a:pt x="14" y="0"/>
                      <a:pt x="17" y="2"/>
                    </a:cubicBezTo>
                    <a:cubicBezTo>
                      <a:pt x="14" y="2"/>
                      <a:pt x="11" y="4"/>
                      <a:pt x="9" y="6"/>
                    </a:cubicBezTo>
                    <a:cubicBezTo>
                      <a:pt x="8" y="7"/>
                      <a:pt x="8" y="8"/>
                      <a:pt x="7" y="9"/>
                    </a:cubicBezTo>
                    <a:cubicBezTo>
                      <a:pt x="6" y="10"/>
                      <a:pt x="4" y="10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6" name="Freeform 329">
                <a:extLst>
                  <a:ext uri="{FF2B5EF4-FFF2-40B4-BE49-F238E27FC236}">
                    <a16:creationId xmlns:a16="http://schemas.microsoft.com/office/drawing/2014/main" id="{369583F7-0458-424D-AA4E-C7D56AB87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317"/>
                <a:ext cx="43" cy="46"/>
              </a:xfrm>
              <a:custGeom>
                <a:avLst/>
                <a:gdLst>
                  <a:gd name="T0" fmla="*/ 0 w 17"/>
                  <a:gd name="T1" fmla="*/ 336 h 17"/>
                  <a:gd name="T2" fmla="*/ 276 w 17"/>
                  <a:gd name="T3" fmla="*/ 60 h 17"/>
                  <a:gd name="T4" fmla="*/ 159 w 17"/>
                  <a:gd name="T5" fmla="*/ 138 h 17"/>
                  <a:gd name="T6" fmla="*/ 129 w 17"/>
                  <a:gd name="T7" fmla="*/ 219 h 17"/>
                  <a:gd name="T8" fmla="*/ 0 w 17"/>
                  <a:gd name="T9" fmla="*/ 33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0" y="17"/>
                    </a:moveTo>
                    <a:cubicBezTo>
                      <a:pt x="5" y="12"/>
                      <a:pt x="7" y="0"/>
                      <a:pt x="17" y="3"/>
                    </a:cubicBezTo>
                    <a:cubicBezTo>
                      <a:pt x="14" y="3"/>
                      <a:pt x="11" y="4"/>
                      <a:pt x="10" y="7"/>
                    </a:cubicBezTo>
                    <a:cubicBezTo>
                      <a:pt x="9" y="9"/>
                      <a:pt x="9" y="10"/>
                      <a:pt x="8" y="11"/>
                    </a:cubicBezTo>
                    <a:cubicBezTo>
                      <a:pt x="6" y="13"/>
                      <a:pt x="0" y="14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7" name="Freeform 330">
                <a:extLst>
                  <a:ext uri="{FF2B5EF4-FFF2-40B4-BE49-F238E27FC236}">
                    <a16:creationId xmlns:a16="http://schemas.microsoft.com/office/drawing/2014/main" id="{D61874A3-5883-4580-89A4-3F5F9EBC0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315"/>
                <a:ext cx="32" cy="40"/>
              </a:xfrm>
              <a:custGeom>
                <a:avLst/>
                <a:gdLst>
                  <a:gd name="T0" fmla="*/ 0 w 13"/>
                  <a:gd name="T1" fmla="*/ 285 h 15"/>
                  <a:gd name="T2" fmla="*/ 194 w 13"/>
                  <a:gd name="T3" fmla="*/ 21 h 15"/>
                  <a:gd name="T4" fmla="*/ 103 w 13"/>
                  <a:gd name="T5" fmla="*/ 115 h 15"/>
                  <a:gd name="T6" fmla="*/ 42 w 13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5" y="10"/>
                      <a:pt x="3" y="0"/>
                      <a:pt x="13" y="1"/>
                    </a:cubicBezTo>
                    <a:cubicBezTo>
                      <a:pt x="11" y="3"/>
                      <a:pt x="9" y="3"/>
                      <a:pt x="7" y="6"/>
                    </a:cubicBezTo>
                    <a:cubicBezTo>
                      <a:pt x="6" y="8"/>
                      <a:pt x="5" y="11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8" name="Freeform 331">
                <a:extLst>
                  <a:ext uri="{FF2B5EF4-FFF2-40B4-BE49-F238E27FC236}">
                    <a16:creationId xmlns:a16="http://schemas.microsoft.com/office/drawing/2014/main" id="{8956C499-6DF3-4844-9E98-CFE5F10DC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309"/>
                <a:ext cx="20" cy="32"/>
              </a:xfrm>
              <a:custGeom>
                <a:avLst/>
                <a:gdLst>
                  <a:gd name="T0" fmla="*/ 113 w 8"/>
                  <a:gd name="T1" fmla="*/ 21 h 12"/>
                  <a:gd name="T2" fmla="*/ 0 w 8"/>
                  <a:gd name="T3" fmla="*/ 227 h 12"/>
                  <a:gd name="T4" fmla="*/ 83 w 8"/>
                  <a:gd name="T5" fmla="*/ 115 h 12"/>
                  <a:gd name="T6" fmla="*/ 125 w 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7" y="1"/>
                    </a:moveTo>
                    <a:cubicBezTo>
                      <a:pt x="3" y="3"/>
                      <a:pt x="1" y="9"/>
                      <a:pt x="0" y="12"/>
                    </a:cubicBezTo>
                    <a:cubicBezTo>
                      <a:pt x="1" y="10"/>
                      <a:pt x="3" y="8"/>
                      <a:pt x="5" y="6"/>
                    </a:cubicBezTo>
                    <a:cubicBezTo>
                      <a:pt x="6" y="4"/>
                      <a:pt x="6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59" name="Freeform 332">
                <a:extLst>
                  <a:ext uri="{FF2B5EF4-FFF2-40B4-BE49-F238E27FC236}">
                    <a16:creationId xmlns:a16="http://schemas.microsoft.com/office/drawing/2014/main" id="{67AE678B-7313-4E82-9CCD-696B0755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341"/>
                <a:ext cx="48" cy="30"/>
              </a:xfrm>
              <a:custGeom>
                <a:avLst/>
                <a:gdLst>
                  <a:gd name="T0" fmla="*/ 306 w 19"/>
                  <a:gd name="T1" fmla="*/ 0 h 11"/>
                  <a:gd name="T2" fmla="*/ 159 w 19"/>
                  <a:gd name="T3" fmla="*/ 60 h 11"/>
                  <a:gd name="T4" fmla="*/ 0 w 19"/>
                  <a:gd name="T5" fmla="*/ 224 h 11"/>
                  <a:gd name="T6" fmla="*/ 83 w 19"/>
                  <a:gd name="T7" fmla="*/ 185 h 11"/>
                  <a:gd name="T8" fmla="*/ 159 w 19"/>
                  <a:gd name="T9" fmla="*/ 82 h 11"/>
                  <a:gd name="T10" fmla="*/ 288 w 19"/>
                  <a:gd name="T11" fmla="*/ 2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cubicBezTo>
                      <a:pt x="16" y="1"/>
                      <a:pt x="12" y="1"/>
                      <a:pt x="10" y="3"/>
                    </a:cubicBezTo>
                    <a:cubicBezTo>
                      <a:pt x="6" y="5"/>
                      <a:pt x="4" y="9"/>
                      <a:pt x="0" y="11"/>
                    </a:cubicBezTo>
                    <a:cubicBezTo>
                      <a:pt x="1" y="10"/>
                      <a:pt x="3" y="10"/>
                      <a:pt x="5" y="9"/>
                    </a:cubicBezTo>
                    <a:cubicBezTo>
                      <a:pt x="7" y="8"/>
                      <a:pt x="8" y="5"/>
                      <a:pt x="10" y="4"/>
                    </a:cubicBezTo>
                    <a:cubicBezTo>
                      <a:pt x="12" y="3"/>
                      <a:pt x="15" y="2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0" name="Freeform 333">
                <a:extLst>
                  <a:ext uri="{FF2B5EF4-FFF2-40B4-BE49-F238E27FC236}">
                    <a16:creationId xmlns:a16="http://schemas.microsoft.com/office/drawing/2014/main" id="{B51B0C72-3354-48FD-BC50-12764A0E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341"/>
                <a:ext cx="38" cy="16"/>
              </a:xfrm>
              <a:custGeom>
                <a:avLst/>
                <a:gdLst>
                  <a:gd name="T0" fmla="*/ 0 w 15"/>
                  <a:gd name="T1" fmla="*/ 115 h 6"/>
                  <a:gd name="T2" fmla="*/ 147 w 15"/>
                  <a:gd name="T3" fmla="*/ 93 h 6"/>
                  <a:gd name="T4" fmla="*/ 243 w 15"/>
                  <a:gd name="T5" fmla="*/ 0 h 6"/>
                  <a:gd name="T6" fmla="*/ 0 w 1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0" y="6"/>
                    </a:moveTo>
                    <a:cubicBezTo>
                      <a:pt x="3" y="6"/>
                      <a:pt x="6" y="6"/>
                      <a:pt x="9" y="5"/>
                    </a:cubicBezTo>
                    <a:cubicBezTo>
                      <a:pt x="12" y="4"/>
                      <a:pt x="13" y="2"/>
                      <a:pt x="15" y="0"/>
                    </a:cubicBezTo>
                    <a:cubicBezTo>
                      <a:pt x="11" y="4"/>
                      <a:pt x="5" y="5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1" name="Freeform 334">
                <a:extLst>
                  <a:ext uri="{FF2B5EF4-FFF2-40B4-BE49-F238E27FC236}">
                    <a16:creationId xmlns:a16="http://schemas.microsoft.com/office/drawing/2014/main" id="{936636BB-42C4-4E4C-A923-04E06727E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256"/>
                <a:ext cx="32" cy="37"/>
              </a:xfrm>
              <a:custGeom>
                <a:avLst/>
                <a:gdLst>
                  <a:gd name="T0" fmla="*/ 0 w 13"/>
                  <a:gd name="T1" fmla="*/ 34 h 14"/>
                  <a:gd name="T2" fmla="*/ 62 w 13"/>
                  <a:gd name="T3" fmla="*/ 204 h 14"/>
                  <a:gd name="T4" fmla="*/ 194 w 13"/>
                  <a:gd name="T5" fmla="*/ 225 h 14"/>
                  <a:gd name="T6" fmla="*/ 0 w 13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2"/>
                    </a:moveTo>
                    <a:cubicBezTo>
                      <a:pt x="4" y="4"/>
                      <a:pt x="2" y="8"/>
                      <a:pt x="4" y="11"/>
                    </a:cubicBezTo>
                    <a:cubicBezTo>
                      <a:pt x="6" y="13"/>
                      <a:pt x="11" y="14"/>
                      <a:pt x="13" y="12"/>
                    </a:cubicBezTo>
                    <a:cubicBezTo>
                      <a:pt x="5" y="13"/>
                      <a:pt x="7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2" name="Freeform 335">
                <a:extLst>
                  <a:ext uri="{FF2B5EF4-FFF2-40B4-BE49-F238E27FC236}">
                    <a16:creationId xmlns:a16="http://schemas.microsoft.com/office/drawing/2014/main" id="{F539FDF8-8E64-4D26-907D-DE420F9D7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205"/>
                <a:ext cx="40" cy="43"/>
              </a:xfrm>
              <a:custGeom>
                <a:avLst/>
                <a:gdLst>
                  <a:gd name="T0" fmla="*/ 20 w 16"/>
                  <a:gd name="T1" fmla="*/ 59 h 16"/>
                  <a:gd name="T2" fmla="*/ 188 w 16"/>
                  <a:gd name="T3" fmla="*/ 159 h 16"/>
                  <a:gd name="T4" fmla="*/ 250 w 16"/>
                  <a:gd name="T5" fmla="*/ 312 h 16"/>
                  <a:gd name="T6" fmla="*/ 188 w 16"/>
                  <a:gd name="T7" fmla="*/ 59 h 16"/>
                  <a:gd name="T8" fmla="*/ 0 w 16"/>
                  <a:gd name="T9" fmla="*/ 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" y="3"/>
                    </a:moveTo>
                    <a:cubicBezTo>
                      <a:pt x="6" y="2"/>
                      <a:pt x="11" y="3"/>
                      <a:pt x="12" y="8"/>
                    </a:cubicBezTo>
                    <a:cubicBezTo>
                      <a:pt x="13" y="12"/>
                      <a:pt x="12" y="14"/>
                      <a:pt x="16" y="16"/>
                    </a:cubicBezTo>
                    <a:cubicBezTo>
                      <a:pt x="13" y="12"/>
                      <a:pt x="15" y="7"/>
                      <a:pt x="12" y="3"/>
                    </a:cubicBezTo>
                    <a:cubicBezTo>
                      <a:pt x="9" y="0"/>
                      <a:pt x="3" y="1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3" name="Freeform 336">
                <a:extLst>
                  <a:ext uri="{FF2B5EF4-FFF2-40B4-BE49-F238E27FC236}">
                    <a16:creationId xmlns:a16="http://schemas.microsoft.com/office/drawing/2014/main" id="{6B0A8F4A-29FA-4C1C-B4E6-886D991C1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235"/>
                <a:ext cx="28" cy="29"/>
              </a:xfrm>
              <a:custGeom>
                <a:avLst/>
                <a:gdLst>
                  <a:gd name="T0" fmla="*/ 0 w 11"/>
                  <a:gd name="T1" fmla="*/ 55 h 11"/>
                  <a:gd name="T2" fmla="*/ 163 w 11"/>
                  <a:gd name="T3" fmla="*/ 55 h 11"/>
                  <a:gd name="T4" fmla="*/ 150 w 11"/>
                  <a:gd name="T5" fmla="*/ 200 h 11"/>
                  <a:gd name="T6" fmla="*/ 64 w 11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0" y="3"/>
                    </a:moveTo>
                    <a:cubicBezTo>
                      <a:pt x="3" y="3"/>
                      <a:pt x="7" y="0"/>
                      <a:pt x="10" y="3"/>
                    </a:cubicBezTo>
                    <a:cubicBezTo>
                      <a:pt x="11" y="5"/>
                      <a:pt x="10" y="8"/>
                      <a:pt x="9" y="11"/>
                    </a:cubicBezTo>
                    <a:cubicBezTo>
                      <a:pt x="9" y="8"/>
                      <a:pt x="8" y="3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4" name="Freeform 337">
                <a:extLst>
                  <a:ext uri="{FF2B5EF4-FFF2-40B4-BE49-F238E27FC236}">
                    <a16:creationId xmlns:a16="http://schemas.microsoft.com/office/drawing/2014/main" id="{650D7322-F230-452F-81A4-F607C2306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056"/>
                <a:ext cx="25" cy="16"/>
              </a:xfrm>
              <a:custGeom>
                <a:avLst/>
                <a:gdLst>
                  <a:gd name="T0" fmla="*/ 0 w 10"/>
                  <a:gd name="T1" fmla="*/ 115 h 6"/>
                  <a:gd name="T2" fmla="*/ 158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2" y="3"/>
                      <a:pt x="6" y="1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5" name="Freeform 338">
                <a:extLst>
                  <a:ext uri="{FF2B5EF4-FFF2-40B4-BE49-F238E27FC236}">
                    <a16:creationId xmlns:a16="http://schemas.microsoft.com/office/drawing/2014/main" id="{C5F8F6F4-4670-42E4-84ED-F3453E83C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139"/>
                <a:ext cx="42" cy="24"/>
              </a:xfrm>
              <a:custGeom>
                <a:avLst/>
                <a:gdLst>
                  <a:gd name="T0" fmla="*/ 0 w 17"/>
                  <a:gd name="T1" fmla="*/ 0 h 9"/>
                  <a:gd name="T2" fmla="*/ 183 w 17"/>
                  <a:gd name="T3" fmla="*/ 21 h 9"/>
                  <a:gd name="T4" fmla="*/ 225 w 17"/>
                  <a:gd name="T5" fmla="*/ 35 h 9"/>
                  <a:gd name="T6" fmla="*/ 245 w 17"/>
                  <a:gd name="T7" fmla="*/ 171 h 9"/>
                  <a:gd name="T8" fmla="*/ 195 w 17"/>
                  <a:gd name="T9" fmla="*/ 77 h 9"/>
                  <a:gd name="T10" fmla="*/ 133 w 17"/>
                  <a:gd name="T11" fmla="*/ 93 h 9"/>
                  <a:gd name="T12" fmla="*/ 0 w 17"/>
                  <a:gd name="T13" fmla="*/ 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4" y="3"/>
                      <a:pt x="7" y="3"/>
                      <a:pt x="12" y="1"/>
                    </a:cubicBezTo>
                    <a:cubicBezTo>
                      <a:pt x="14" y="1"/>
                      <a:pt x="13" y="0"/>
                      <a:pt x="15" y="2"/>
                    </a:cubicBezTo>
                    <a:cubicBezTo>
                      <a:pt x="16" y="3"/>
                      <a:pt x="17" y="7"/>
                      <a:pt x="16" y="9"/>
                    </a:cubicBezTo>
                    <a:cubicBezTo>
                      <a:pt x="16" y="7"/>
                      <a:pt x="16" y="4"/>
                      <a:pt x="13" y="4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6" y="5"/>
                      <a:pt x="1" y="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6" name="Freeform 339">
                <a:extLst>
                  <a:ext uri="{FF2B5EF4-FFF2-40B4-BE49-F238E27FC236}">
                    <a16:creationId xmlns:a16="http://schemas.microsoft.com/office/drawing/2014/main" id="{8AD125D3-B9D8-46D2-828D-9CDE5950D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776"/>
                <a:ext cx="195" cy="45"/>
              </a:xfrm>
              <a:custGeom>
                <a:avLst/>
                <a:gdLst>
                  <a:gd name="T0" fmla="*/ 0 w 78"/>
                  <a:gd name="T1" fmla="*/ 315 h 17"/>
                  <a:gd name="T2" fmla="*/ 175 w 78"/>
                  <a:gd name="T3" fmla="*/ 132 h 17"/>
                  <a:gd name="T4" fmla="*/ 1220 w 78"/>
                  <a:gd name="T5" fmla="*/ 132 h 17"/>
                  <a:gd name="T6" fmla="*/ 208 w 78"/>
                  <a:gd name="T7" fmla="*/ 169 h 17"/>
                  <a:gd name="T8" fmla="*/ 0 w 78"/>
                  <a:gd name="T9" fmla="*/ 31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7">
                    <a:moveTo>
                      <a:pt x="0" y="17"/>
                    </a:moveTo>
                    <a:cubicBezTo>
                      <a:pt x="4" y="12"/>
                      <a:pt x="7" y="8"/>
                      <a:pt x="11" y="7"/>
                    </a:cubicBezTo>
                    <a:cubicBezTo>
                      <a:pt x="15" y="6"/>
                      <a:pt x="53" y="0"/>
                      <a:pt x="78" y="7"/>
                    </a:cubicBezTo>
                    <a:cubicBezTo>
                      <a:pt x="68" y="6"/>
                      <a:pt x="20" y="6"/>
                      <a:pt x="13" y="9"/>
                    </a:cubicBezTo>
                    <a:cubicBezTo>
                      <a:pt x="6" y="11"/>
                      <a:pt x="2" y="15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7" name="Freeform 340">
                <a:extLst>
                  <a:ext uri="{FF2B5EF4-FFF2-40B4-BE49-F238E27FC236}">
                    <a16:creationId xmlns:a16="http://schemas.microsoft.com/office/drawing/2014/main" id="{DD5458E6-5492-4CB1-A970-7DD87900C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720"/>
                <a:ext cx="45" cy="53"/>
              </a:xfrm>
              <a:custGeom>
                <a:avLst/>
                <a:gdLst>
                  <a:gd name="T0" fmla="*/ 283 w 18"/>
                  <a:gd name="T1" fmla="*/ 0 h 20"/>
                  <a:gd name="T2" fmla="*/ 33 w 18"/>
                  <a:gd name="T3" fmla="*/ 191 h 20"/>
                  <a:gd name="T4" fmla="*/ 270 w 18"/>
                  <a:gd name="T5" fmla="*/ 371 h 20"/>
                  <a:gd name="T6" fmla="*/ 283 w 1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18" y="0"/>
                    </a:moveTo>
                    <a:cubicBezTo>
                      <a:pt x="9" y="3"/>
                      <a:pt x="3" y="8"/>
                      <a:pt x="2" y="10"/>
                    </a:cubicBezTo>
                    <a:cubicBezTo>
                      <a:pt x="0" y="13"/>
                      <a:pt x="14" y="18"/>
                      <a:pt x="17" y="20"/>
                    </a:cubicBezTo>
                    <a:cubicBezTo>
                      <a:pt x="10" y="16"/>
                      <a:pt x="1" y="7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8" name="Freeform 341">
                <a:extLst>
                  <a:ext uri="{FF2B5EF4-FFF2-40B4-BE49-F238E27FC236}">
                    <a16:creationId xmlns:a16="http://schemas.microsoft.com/office/drawing/2014/main" id="{6416459A-67D1-4769-AFAB-20FC7578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819"/>
                <a:ext cx="60" cy="56"/>
              </a:xfrm>
              <a:custGeom>
                <a:avLst/>
                <a:gdLst>
                  <a:gd name="T0" fmla="*/ 0 w 24"/>
                  <a:gd name="T1" fmla="*/ 397 h 21"/>
                  <a:gd name="T2" fmla="*/ 345 w 24"/>
                  <a:gd name="T3" fmla="*/ 0 h 21"/>
                  <a:gd name="T4" fmla="*/ 375 w 24"/>
                  <a:gd name="T5" fmla="*/ 248 h 21"/>
                  <a:gd name="T6" fmla="*/ 270 w 24"/>
                  <a:gd name="T7" fmla="*/ 115 h 21"/>
                  <a:gd name="T8" fmla="*/ 0 w 24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0" y="21"/>
                    </a:moveTo>
                    <a:cubicBezTo>
                      <a:pt x="8" y="9"/>
                      <a:pt x="21" y="0"/>
                      <a:pt x="22" y="0"/>
                    </a:cubicBezTo>
                    <a:cubicBezTo>
                      <a:pt x="24" y="1"/>
                      <a:pt x="24" y="10"/>
                      <a:pt x="24" y="13"/>
                    </a:cubicBezTo>
                    <a:cubicBezTo>
                      <a:pt x="23" y="8"/>
                      <a:pt x="21" y="4"/>
                      <a:pt x="17" y="6"/>
                    </a:cubicBezTo>
                    <a:cubicBezTo>
                      <a:pt x="12" y="9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69" name="Freeform 342">
                <a:extLst>
                  <a:ext uri="{FF2B5EF4-FFF2-40B4-BE49-F238E27FC236}">
                    <a16:creationId xmlns:a16="http://schemas.microsoft.com/office/drawing/2014/main" id="{76FA397A-15B9-44D2-AD2B-A1DFD7BCF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867"/>
                <a:ext cx="105" cy="45"/>
              </a:xfrm>
              <a:custGeom>
                <a:avLst/>
                <a:gdLst>
                  <a:gd name="T0" fmla="*/ 33 w 42"/>
                  <a:gd name="T1" fmla="*/ 0 h 17"/>
                  <a:gd name="T2" fmla="*/ 345 w 42"/>
                  <a:gd name="T3" fmla="*/ 90 h 17"/>
                  <a:gd name="T4" fmla="*/ 658 w 42"/>
                  <a:gd name="T5" fmla="*/ 315 h 17"/>
                  <a:gd name="T6" fmla="*/ 270 w 42"/>
                  <a:gd name="T7" fmla="*/ 111 h 17"/>
                  <a:gd name="T8" fmla="*/ 50 w 42"/>
                  <a:gd name="T9" fmla="*/ 111 h 17"/>
                  <a:gd name="T10" fmla="*/ 33 w 42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7">
                    <a:moveTo>
                      <a:pt x="2" y="0"/>
                    </a:moveTo>
                    <a:cubicBezTo>
                      <a:pt x="4" y="0"/>
                      <a:pt x="17" y="2"/>
                      <a:pt x="22" y="5"/>
                    </a:cubicBezTo>
                    <a:cubicBezTo>
                      <a:pt x="28" y="7"/>
                      <a:pt x="42" y="17"/>
                      <a:pt x="42" y="17"/>
                    </a:cubicBezTo>
                    <a:cubicBezTo>
                      <a:pt x="36" y="14"/>
                      <a:pt x="22" y="7"/>
                      <a:pt x="17" y="6"/>
                    </a:cubicBezTo>
                    <a:cubicBezTo>
                      <a:pt x="13" y="5"/>
                      <a:pt x="2" y="3"/>
                      <a:pt x="3" y="6"/>
                    </a:cubicBezTo>
                    <a:cubicBezTo>
                      <a:pt x="0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0" name="Freeform 343">
                <a:extLst>
                  <a:ext uri="{FF2B5EF4-FFF2-40B4-BE49-F238E27FC236}">
                    <a16:creationId xmlns:a16="http://schemas.microsoft.com/office/drawing/2014/main" id="{E07E21A8-899B-4C5A-A0D2-F5424028D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912"/>
                <a:ext cx="185" cy="59"/>
              </a:xfrm>
              <a:custGeom>
                <a:avLst/>
                <a:gdLst>
                  <a:gd name="T0" fmla="*/ 0 w 74"/>
                  <a:gd name="T1" fmla="*/ 424 h 22"/>
                  <a:gd name="T2" fmla="*/ 188 w 74"/>
                  <a:gd name="T3" fmla="*/ 193 h 22"/>
                  <a:gd name="T4" fmla="*/ 688 w 74"/>
                  <a:gd name="T5" fmla="*/ 80 h 22"/>
                  <a:gd name="T6" fmla="*/ 1158 w 74"/>
                  <a:gd name="T7" fmla="*/ 0 h 22"/>
                  <a:gd name="T8" fmla="*/ 688 w 74"/>
                  <a:gd name="T9" fmla="*/ 115 h 22"/>
                  <a:gd name="T10" fmla="*/ 188 w 74"/>
                  <a:gd name="T11" fmla="*/ 252 h 22"/>
                  <a:gd name="T12" fmla="*/ 0 w 74"/>
                  <a:gd name="T13" fmla="*/ 424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2">
                    <a:moveTo>
                      <a:pt x="0" y="22"/>
                    </a:moveTo>
                    <a:cubicBezTo>
                      <a:pt x="3" y="14"/>
                      <a:pt x="8" y="12"/>
                      <a:pt x="12" y="10"/>
                    </a:cubicBezTo>
                    <a:cubicBezTo>
                      <a:pt x="15" y="8"/>
                      <a:pt x="36" y="5"/>
                      <a:pt x="44" y="4"/>
                    </a:cubicBezTo>
                    <a:cubicBezTo>
                      <a:pt x="51" y="3"/>
                      <a:pt x="71" y="1"/>
                      <a:pt x="74" y="0"/>
                    </a:cubicBezTo>
                    <a:cubicBezTo>
                      <a:pt x="70" y="2"/>
                      <a:pt x="54" y="5"/>
                      <a:pt x="44" y="6"/>
                    </a:cubicBezTo>
                    <a:cubicBezTo>
                      <a:pt x="34" y="8"/>
                      <a:pt x="15" y="11"/>
                      <a:pt x="12" y="13"/>
                    </a:cubicBezTo>
                    <a:cubicBezTo>
                      <a:pt x="8" y="16"/>
                      <a:pt x="1" y="19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1" name="Freeform 344">
                <a:extLst>
                  <a:ext uri="{FF2B5EF4-FFF2-40B4-BE49-F238E27FC236}">
                    <a16:creationId xmlns:a16="http://schemas.microsoft.com/office/drawing/2014/main" id="{1BF405E9-851A-4C7C-9ABB-8C49A4AD9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861"/>
                <a:ext cx="92" cy="22"/>
              </a:xfrm>
              <a:custGeom>
                <a:avLst/>
                <a:gdLst>
                  <a:gd name="T0" fmla="*/ 0 w 37"/>
                  <a:gd name="T1" fmla="*/ 168 h 8"/>
                  <a:gd name="T2" fmla="*/ 216 w 37"/>
                  <a:gd name="T3" fmla="*/ 22 h 8"/>
                  <a:gd name="T4" fmla="*/ 569 w 37"/>
                  <a:gd name="T5" fmla="*/ 129 h 8"/>
                  <a:gd name="T6" fmla="*/ 216 w 37"/>
                  <a:gd name="T7" fmla="*/ 83 h 8"/>
                  <a:gd name="T8" fmla="*/ 0 w 37"/>
                  <a:gd name="T9" fmla="*/ 16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3" y="5"/>
                      <a:pt x="11" y="3"/>
                      <a:pt x="14" y="1"/>
                    </a:cubicBezTo>
                    <a:cubicBezTo>
                      <a:pt x="18" y="0"/>
                      <a:pt x="26" y="1"/>
                      <a:pt x="37" y="6"/>
                    </a:cubicBezTo>
                    <a:cubicBezTo>
                      <a:pt x="32" y="3"/>
                      <a:pt x="20" y="2"/>
                      <a:pt x="14" y="4"/>
                    </a:cubicBezTo>
                    <a:cubicBezTo>
                      <a:pt x="9" y="5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2" name="Freeform 345">
                <a:extLst>
                  <a:ext uri="{FF2B5EF4-FFF2-40B4-BE49-F238E27FC236}">
                    <a16:creationId xmlns:a16="http://schemas.microsoft.com/office/drawing/2014/main" id="{D2B7184A-D992-4379-81AF-ACC3753A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349"/>
                <a:ext cx="22" cy="14"/>
              </a:xfrm>
              <a:custGeom>
                <a:avLst/>
                <a:gdLst>
                  <a:gd name="T0" fmla="*/ 0 w 9"/>
                  <a:gd name="T1" fmla="*/ 109 h 5"/>
                  <a:gd name="T2" fmla="*/ 132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5"/>
                      <a:pt x="9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3" name="Freeform 346">
                <a:extLst>
                  <a:ext uri="{FF2B5EF4-FFF2-40B4-BE49-F238E27FC236}">
                    <a16:creationId xmlns:a16="http://schemas.microsoft.com/office/drawing/2014/main" id="{33120305-EFED-425B-8BD2-1A8C2C64B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008"/>
                <a:ext cx="60" cy="125"/>
              </a:xfrm>
              <a:custGeom>
                <a:avLst/>
                <a:gdLst>
                  <a:gd name="T0" fmla="*/ 375 w 24"/>
                  <a:gd name="T1" fmla="*/ 0 h 47"/>
                  <a:gd name="T2" fmla="*/ 20 w 24"/>
                  <a:gd name="T3" fmla="*/ 883 h 47"/>
                  <a:gd name="T4" fmla="*/ 375 w 24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4" y="0"/>
                    </a:moveTo>
                    <a:cubicBezTo>
                      <a:pt x="18" y="3"/>
                      <a:pt x="0" y="22"/>
                      <a:pt x="1" y="47"/>
                    </a:cubicBezTo>
                    <a:cubicBezTo>
                      <a:pt x="2" y="40"/>
                      <a:pt x="11" y="14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4" name="Freeform 347">
                <a:extLst>
                  <a:ext uri="{FF2B5EF4-FFF2-40B4-BE49-F238E27FC236}">
                    <a16:creationId xmlns:a16="http://schemas.microsoft.com/office/drawing/2014/main" id="{DA1E3859-318A-4C19-9F70-3B168770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048"/>
                <a:ext cx="32" cy="115"/>
              </a:xfrm>
              <a:custGeom>
                <a:avLst/>
                <a:gdLst>
                  <a:gd name="T0" fmla="*/ 194 w 13"/>
                  <a:gd name="T1" fmla="*/ 0 h 43"/>
                  <a:gd name="T2" fmla="*/ 0 w 13"/>
                  <a:gd name="T3" fmla="*/ 824 h 43"/>
                  <a:gd name="T4" fmla="*/ 194 w 1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3">
                    <a:moveTo>
                      <a:pt x="13" y="0"/>
                    </a:moveTo>
                    <a:cubicBezTo>
                      <a:pt x="8" y="11"/>
                      <a:pt x="2" y="37"/>
                      <a:pt x="0" y="43"/>
                    </a:cubicBezTo>
                    <a:cubicBezTo>
                      <a:pt x="6" y="35"/>
                      <a:pt x="12" y="6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5" name="Freeform 348">
                <a:extLst>
                  <a:ext uri="{FF2B5EF4-FFF2-40B4-BE49-F238E27FC236}">
                    <a16:creationId xmlns:a16="http://schemas.microsoft.com/office/drawing/2014/main" id="{3B774595-BD19-454D-B9C0-27ED597F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995"/>
                <a:ext cx="60" cy="194"/>
              </a:xfrm>
              <a:custGeom>
                <a:avLst/>
                <a:gdLst>
                  <a:gd name="T0" fmla="*/ 0 w 24"/>
                  <a:gd name="T1" fmla="*/ 0 h 73"/>
                  <a:gd name="T2" fmla="*/ 313 w 24"/>
                  <a:gd name="T3" fmla="*/ 712 h 73"/>
                  <a:gd name="T4" fmla="*/ 250 w 24"/>
                  <a:gd name="T5" fmla="*/ 1371 h 73"/>
                  <a:gd name="T6" fmla="*/ 345 w 24"/>
                  <a:gd name="T7" fmla="*/ 635 h 73"/>
                  <a:gd name="T8" fmla="*/ 0 w 24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73">
                    <a:moveTo>
                      <a:pt x="0" y="0"/>
                    </a:moveTo>
                    <a:cubicBezTo>
                      <a:pt x="10" y="8"/>
                      <a:pt x="20" y="22"/>
                      <a:pt x="20" y="38"/>
                    </a:cubicBezTo>
                    <a:cubicBezTo>
                      <a:pt x="20" y="54"/>
                      <a:pt x="18" y="68"/>
                      <a:pt x="16" y="73"/>
                    </a:cubicBezTo>
                    <a:cubicBezTo>
                      <a:pt x="21" y="59"/>
                      <a:pt x="24" y="44"/>
                      <a:pt x="22" y="34"/>
                    </a:cubicBezTo>
                    <a:cubicBezTo>
                      <a:pt x="21" y="20"/>
                      <a:pt x="10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6" name="Freeform 349">
                <a:extLst>
                  <a:ext uri="{FF2B5EF4-FFF2-40B4-BE49-F238E27FC236}">
                    <a16:creationId xmlns:a16="http://schemas.microsoft.com/office/drawing/2014/main" id="{966BBB58-C55C-46F9-B092-C1DBC5D1C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077"/>
                <a:ext cx="110" cy="155"/>
              </a:xfrm>
              <a:custGeom>
                <a:avLst/>
                <a:gdLst>
                  <a:gd name="T0" fmla="*/ 533 w 44"/>
                  <a:gd name="T1" fmla="*/ 0 h 58"/>
                  <a:gd name="T2" fmla="*/ 520 w 44"/>
                  <a:gd name="T3" fmla="*/ 708 h 58"/>
                  <a:gd name="T4" fmla="*/ 0 w 44"/>
                  <a:gd name="T5" fmla="*/ 1106 h 58"/>
                  <a:gd name="T6" fmla="*/ 563 w 44"/>
                  <a:gd name="T7" fmla="*/ 730 h 58"/>
                  <a:gd name="T8" fmla="*/ 533 w 44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8">
                    <a:moveTo>
                      <a:pt x="34" y="0"/>
                    </a:moveTo>
                    <a:cubicBezTo>
                      <a:pt x="39" y="10"/>
                      <a:pt x="41" y="28"/>
                      <a:pt x="33" y="37"/>
                    </a:cubicBezTo>
                    <a:cubicBezTo>
                      <a:pt x="25" y="46"/>
                      <a:pt x="11" y="55"/>
                      <a:pt x="0" y="58"/>
                    </a:cubicBezTo>
                    <a:cubicBezTo>
                      <a:pt x="23" y="51"/>
                      <a:pt x="30" y="44"/>
                      <a:pt x="36" y="38"/>
                    </a:cubicBezTo>
                    <a:cubicBezTo>
                      <a:pt x="41" y="32"/>
                      <a:pt x="44" y="13"/>
                      <a:pt x="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7" name="Freeform 350">
                <a:extLst>
                  <a:ext uri="{FF2B5EF4-FFF2-40B4-BE49-F238E27FC236}">
                    <a16:creationId xmlns:a16="http://schemas.microsoft.com/office/drawing/2014/main" id="{0072B7C6-04D6-49D7-8AF8-F94E09B1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89"/>
                <a:ext cx="37" cy="118"/>
              </a:xfrm>
              <a:custGeom>
                <a:avLst/>
                <a:gdLst>
                  <a:gd name="T0" fmla="*/ 12 w 15"/>
                  <a:gd name="T1" fmla="*/ 80 h 44"/>
                  <a:gd name="T2" fmla="*/ 62 w 15"/>
                  <a:gd name="T3" fmla="*/ 402 h 44"/>
                  <a:gd name="T4" fmla="*/ 224 w 15"/>
                  <a:gd name="T5" fmla="*/ 847 h 44"/>
                  <a:gd name="T6" fmla="*/ 91 w 15"/>
                  <a:gd name="T7" fmla="*/ 402 h 44"/>
                  <a:gd name="T8" fmla="*/ 133 w 15"/>
                  <a:gd name="T9" fmla="*/ 150 h 44"/>
                  <a:gd name="T10" fmla="*/ 12 w 15"/>
                  <a:gd name="T11" fmla="*/ 8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4">
                    <a:moveTo>
                      <a:pt x="1" y="4"/>
                    </a:moveTo>
                    <a:cubicBezTo>
                      <a:pt x="4" y="10"/>
                      <a:pt x="3" y="14"/>
                      <a:pt x="4" y="21"/>
                    </a:cubicBezTo>
                    <a:cubicBezTo>
                      <a:pt x="5" y="28"/>
                      <a:pt x="8" y="39"/>
                      <a:pt x="15" y="44"/>
                    </a:cubicBezTo>
                    <a:cubicBezTo>
                      <a:pt x="10" y="40"/>
                      <a:pt x="7" y="31"/>
                      <a:pt x="6" y="21"/>
                    </a:cubicBezTo>
                    <a:cubicBezTo>
                      <a:pt x="6" y="11"/>
                      <a:pt x="6" y="9"/>
                      <a:pt x="9" y="8"/>
                    </a:cubicBezTo>
                    <a:cubicBezTo>
                      <a:pt x="10" y="8"/>
                      <a:pt x="0" y="0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8" name="Freeform 351">
                <a:extLst>
                  <a:ext uri="{FF2B5EF4-FFF2-40B4-BE49-F238E27FC236}">
                    <a16:creationId xmlns:a16="http://schemas.microsoft.com/office/drawing/2014/main" id="{DEB7A09A-2F3E-453F-9761-C570703FE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67"/>
                <a:ext cx="115" cy="21"/>
              </a:xfrm>
              <a:custGeom>
                <a:avLst/>
                <a:gdLst>
                  <a:gd name="T0" fmla="*/ 0 w 46"/>
                  <a:gd name="T1" fmla="*/ 21 h 8"/>
                  <a:gd name="T2" fmla="*/ 720 w 46"/>
                  <a:gd name="T3" fmla="*/ 0 h 8"/>
                  <a:gd name="T4" fmla="*/ 0 w 4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">
                    <a:moveTo>
                      <a:pt x="0" y="1"/>
                    </a:moveTo>
                    <a:cubicBezTo>
                      <a:pt x="8" y="3"/>
                      <a:pt x="32" y="6"/>
                      <a:pt x="46" y="0"/>
                    </a:cubicBezTo>
                    <a:cubicBezTo>
                      <a:pt x="38" y="5"/>
                      <a:pt x="12" y="8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79" name="Freeform 352">
                <a:extLst>
                  <a:ext uri="{FF2B5EF4-FFF2-40B4-BE49-F238E27FC236}">
                    <a16:creationId xmlns:a16="http://schemas.microsoft.com/office/drawing/2014/main" id="{9A69AB16-0635-41F9-8513-FDAF7D4B8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81"/>
                <a:ext cx="90" cy="150"/>
              </a:xfrm>
              <a:custGeom>
                <a:avLst/>
                <a:gdLst>
                  <a:gd name="T0" fmla="*/ 395 w 36"/>
                  <a:gd name="T1" fmla="*/ 0 h 56"/>
                  <a:gd name="T2" fmla="*/ 0 w 36"/>
                  <a:gd name="T3" fmla="*/ 1077 h 56"/>
                  <a:gd name="T4" fmla="*/ 395 w 3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6">
                    <a:moveTo>
                      <a:pt x="25" y="0"/>
                    </a:moveTo>
                    <a:cubicBezTo>
                      <a:pt x="28" y="10"/>
                      <a:pt x="29" y="36"/>
                      <a:pt x="0" y="56"/>
                    </a:cubicBezTo>
                    <a:cubicBezTo>
                      <a:pt x="16" y="49"/>
                      <a:pt x="36" y="29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0" name="Freeform 353">
                <a:extLst>
                  <a:ext uri="{FF2B5EF4-FFF2-40B4-BE49-F238E27FC236}">
                    <a16:creationId xmlns:a16="http://schemas.microsoft.com/office/drawing/2014/main" id="{747FA3AC-D131-4E59-A414-65C2B45F8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139"/>
                <a:ext cx="58" cy="181"/>
              </a:xfrm>
              <a:custGeom>
                <a:avLst/>
                <a:gdLst>
                  <a:gd name="T0" fmla="*/ 0 w 23"/>
                  <a:gd name="T1" fmla="*/ 1283 h 68"/>
                  <a:gd name="T2" fmla="*/ 63 w 23"/>
                  <a:gd name="T3" fmla="*/ 0 h 68"/>
                  <a:gd name="T4" fmla="*/ 0 w 23"/>
                  <a:gd name="T5" fmla="*/ 128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8">
                    <a:moveTo>
                      <a:pt x="0" y="68"/>
                    </a:moveTo>
                    <a:cubicBezTo>
                      <a:pt x="20" y="35"/>
                      <a:pt x="11" y="9"/>
                      <a:pt x="4" y="0"/>
                    </a:cubicBezTo>
                    <a:cubicBezTo>
                      <a:pt x="13" y="12"/>
                      <a:pt x="23" y="34"/>
                      <a:pt x="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1" name="Freeform 354">
                <a:extLst>
                  <a:ext uri="{FF2B5EF4-FFF2-40B4-BE49-F238E27FC236}">
                    <a16:creationId xmlns:a16="http://schemas.microsoft.com/office/drawing/2014/main" id="{FEE952D1-BBA5-4D1B-B6C8-411C8431E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309"/>
                <a:ext cx="72" cy="86"/>
              </a:xfrm>
              <a:custGeom>
                <a:avLst/>
                <a:gdLst>
                  <a:gd name="T0" fmla="*/ 0 w 29"/>
                  <a:gd name="T1" fmla="*/ 0 h 32"/>
                  <a:gd name="T2" fmla="*/ 444 w 29"/>
                  <a:gd name="T3" fmla="*/ 621 h 32"/>
                  <a:gd name="T4" fmla="*/ 137 w 29"/>
                  <a:gd name="T5" fmla="*/ 274 h 32"/>
                  <a:gd name="T6" fmla="*/ 0 w 29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2">
                    <a:moveTo>
                      <a:pt x="0" y="0"/>
                    </a:moveTo>
                    <a:cubicBezTo>
                      <a:pt x="1" y="13"/>
                      <a:pt x="19" y="28"/>
                      <a:pt x="29" y="32"/>
                    </a:cubicBezTo>
                    <a:cubicBezTo>
                      <a:pt x="22" y="29"/>
                      <a:pt x="13" y="19"/>
                      <a:pt x="9" y="14"/>
                    </a:cubicBezTo>
                    <a:cubicBezTo>
                      <a:pt x="5" y="9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2" name="Freeform 355">
                <a:extLst>
                  <a:ext uri="{FF2B5EF4-FFF2-40B4-BE49-F238E27FC236}">
                    <a16:creationId xmlns:a16="http://schemas.microsoft.com/office/drawing/2014/main" id="{42EA61EF-5929-4B88-8AF5-318E65C4E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099"/>
                <a:ext cx="120" cy="104"/>
              </a:xfrm>
              <a:custGeom>
                <a:avLst/>
                <a:gdLst>
                  <a:gd name="T0" fmla="*/ 0 w 48"/>
                  <a:gd name="T1" fmla="*/ 93 h 39"/>
                  <a:gd name="T2" fmla="*/ 438 w 48"/>
                  <a:gd name="T3" fmla="*/ 136 h 39"/>
                  <a:gd name="T4" fmla="*/ 750 w 48"/>
                  <a:gd name="T5" fmla="*/ 739 h 39"/>
                  <a:gd name="T6" fmla="*/ 375 w 48"/>
                  <a:gd name="T7" fmla="*/ 149 h 39"/>
                  <a:gd name="T8" fmla="*/ 0 w 48"/>
                  <a:gd name="T9" fmla="*/ 9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9">
                    <a:moveTo>
                      <a:pt x="0" y="5"/>
                    </a:moveTo>
                    <a:cubicBezTo>
                      <a:pt x="10" y="0"/>
                      <a:pt x="19" y="1"/>
                      <a:pt x="28" y="7"/>
                    </a:cubicBezTo>
                    <a:cubicBezTo>
                      <a:pt x="38" y="12"/>
                      <a:pt x="47" y="24"/>
                      <a:pt x="48" y="39"/>
                    </a:cubicBezTo>
                    <a:cubicBezTo>
                      <a:pt x="45" y="28"/>
                      <a:pt x="38" y="14"/>
                      <a:pt x="24" y="8"/>
                    </a:cubicBezTo>
                    <a:cubicBezTo>
                      <a:pt x="10" y="1"/>
                      <a:pt x="4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3" name="Freeform 356">
                <a:extLst>
                  <a:ext uri="{FF2B5EF4-FFF2-40B4-BE49-F238E27FC236}">
                    <a16:creationId xmlns:a16="http://schemas.microsoft.com/office/drawing/2014/main" id="{CFE9A270-B775-4A07-A04F-C7B9D2B10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931"/>
                <a:ext cx="188" cy="48"/>
              </a:xfrm>
              <a:custGeom>
                <a:avLst/>
                <a:gdLst>
                  <a:gd name="T0" fmla="*/ 0 w 75"/>
                  <a:gd name="T1" fmla="*/ 136 h 18"/>
                  <a:gd name="T2" fmla="*/ 376 w 75"/>
                  <a:gd name="T3" fmla="*/ 21 h 18"/>
                  <a:gd name="T4" fmla="*/ 772 w 75"/>
                  <a:gd name="T5" fmla="*/ 56 h 18"/>
                  <a:gd name="T6" fmla="*/ 1181 w 75"/>
                  <a:gd name="T7" fmla="*/ 341 h 18"/>
                  <a:gd name="T8" fmla="*/ 679 w 75"/>
                  <a:gd name="T9" fmla="*/ 93 h 18"/>
                  <a:gd name="T10" fmla="*/ 0 w 75"/>
                  <a:gd name="T11" fmla="*/ 136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8">
                    <a:moveTo>
                      <a:pt x="0" y="7"/>
                    </a:moveTo>
                    <a:cubicBezTo>
                      <a:pt x="9" y="1"/>
                      <a:pt x="14" y="1"/>
                      <a:pt x="24" y="1"/>
                    </a:cubicBezTo>
                    <a:cubicBezTo>
                      <a:pt x="34" y="1"/>
                      <a:pt x="36" y="0"/>
                      <a:pt x="49" y="3"/>
                    </a:cubicBezTo>
                    <a:cubicBezTo>
                      <a:pt x="61" y="7"/>
                      <a:pt x="70" y="12"/>
                      <a:pt x="75" y="18"/>
                    </a:cubicBezTo>
                    <a:cubicBezTo>
                      <a:pt x="68" y="11"/>
                      <a:pt x="51" y="6"/>
                      <a:pt x="43" y="5"/>
                    </a:cubicBezTo>
                    <a:cubicBezTo>
                      <a:pt x="36" y="3"/>
                      <a:pt x="15" y="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4" name="Freeform 357">
                <a:extLst>
                  <a:ext uri="{FF2B5EF4-FFF2-40B4-BE49-F238E27FC236}">
                    <a16:creationId xmlns:a16="http://schemas.microsoft.com/office/drawing/2014/main" id="{B9AEC206-4DB8-4860-A838-8037EF3FA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96"/>
                <a:ext cx="12" cy="16"/>
              </a:xfrm>
              <a:custGeom>
                <a:avLst/>
                <a:gdLst>
                  <a:gd name="T0" fmla="*/ 58 w 5"/>
                  <a:gd name="T1" fmla="*/ 115 h 6"/>
                  <a:gd name="T2" fmla="*/ 0 w 5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4" y="6"/>
                    </a:moveTo>
                    <a:cubicBezTo>
                      <a:pt x="5" y="0"/>
                      <a:pt x="0" y="1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FDD1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5" name="Freeform 358">
                <a:extLst>
                  <a:ext uri="{FF2B5EF4-FFF2-40B4-BE49-F238E27FC236}">
                    <a16:creationId xmlns:a16="http://schemas.microsoft.com/office/drawing/2014/main" id="{CD643CB0-A5CE-4BCE-9DBA-FE9A47366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341"/>
                <a:ext cx="15" cy="19"/>
              </a:xfrm>
              <a:custGeom>
                <a:avLst/>
                <a:gdLst>
                  <a:gd name="T0" fmla="*/ 95 w 6"/>
                  <a:gd name="T1" fmla="*/ 38 h 7"/>
                  <a:gd name="T2" fmla="*/ 33 w 6"/>
                  <a:gd name="T3" fmla="*/ 117 h 7"/>
                  <a:gd name="T4" fmla="*/ 2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5" y="4"/>
                      <a:pt x="5" y="7"/>
                      <a:pt x="2" y="6"/>
                    </a:cubicBez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7938" cap="flat">
                <a:solidFill>
                  <a:srgbClr val="FDD1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6" name="Freeform 359">
                <a:extLst>
                  <a:ext uri="{FF2B5EF4-FFF2-40B4-BE49-F238E27FC236}">
                    <a16:creationId xmlns:a16="http://schemas.microsoft.com/office/drawing/2014/main" id="{147BF16B-0BAC-4665-BFA7-9B3BCD404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344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DD1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7" name="Freeform 360">
                <a:extLst>
                  <a:ext uri="{FF2B5EF4-FFF2-40B4-BE49-F238E27FC236}">
                    <a16:creationId xmlns:a16="http://schemas.microsoft.com/office/drawing/2014/main" id="{A4D48BA1-0DEB-4334-800D-1954982E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84"/>
                <a:ext cx="17" cy="43"/>
              </a:xfrm>
              <a:custGeom>
                <a:avLst/>
                <a:gdLst>
                  <a:gd name="T0" fmla="*/ 87 w 7"/>
                  <a:gd name="T1" fmla="*/ 0 h 16"/>
                  <a:gd name="T2" fmla="*/ 12 w 7"/>
                  <a:gd name="T3" fmla="*/ 253 h 16"/>
                  <a:gd name="T4" fmla="*/ 58 w 7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6" y="0"/>
                    </a:moveTo>
                    <a:cubicBezTo>
                      <a:pt x="5" y="3"/>
                      <a:pt x="7" y="16"/>
                      <a:pt x="1" y="13"/>
                    </a:cubicBezTo>
                    <a:cubicBezTo>
                      <a:pt x="0" y="9"/>
                      <a:pt x="2" y="5"/>
                      <a:pt x="4" y="2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8" name="Freeform 361">
                <a:extLst>
                  <a:ext uri="{FF2B5EF4-FFF2-40B4-BE49-F238E27FC236}">
                    <a16:creationId xmlns:a16="http://schemas.microsoft.com/office/drawing/2014/main" id="{6C3D7DB1-2FDC-49A7-815E-ECA163E6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957"/>
                <a:ext cx="17" cy="38"/>
              </a:xfrm>
              <a:custGeom>
                <a:avLst/>
                <a:gdLst>
                  <a:gd name="T0" fmla="*/ 100 w 7"/>
                  <a:gd name="T1" fmla="*/ 0 h 14"/>
                  <a:gd name="T2" fmla="*/ 87 w 7"/>
                  <a:gd name="T3" fmla="*/ 163 h 14"/>
                  <a:gd name="T4" fmla="*/ 0 w 7"/>
                  <a:gd name="T5" fmla="*/ 280 h 14"/>
                  <a:gd name="T6" fmla="*/ 100 w 7"/>
                  <a:gd name="T7" fmla="*/ 2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6" y="2"/>
                      <a:pt x="7" y="5"/>
                      <a:pt x="6" y="8"/>
                    </a:cubicBezTo>
                    <a:cubicBezTo>
                      <a:pt x="6" y="10"/>
                      <a:pt x="3" y="14"/>
                      <a:pt x="0" y="14"/>
                    </a:cubicBezTo>
                    <a:cubicBezTo>
                      <a:pt x="1" y="10"/>
                      <a:pt x="4" y="5"/>
                      <a:pt x="7" y="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89" name="Freeform 362">
                <a:extLst>
                  <a:ext uri="{FF2B5EF4-FFF2-40B4-BE49-F238E27FC236}">
                    <a16:creationId xmlns:a16="http://schemas.microsoft.com/office/drawing/2014/main" id="{92B7B7B6-7EC1-4B65-A729-3B5011D98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931"/>
                <a:ext cx="17" cy="29"/>
              </a:xfrm>
              <a:custGeom>
                <a:avLst/>
                <a:gdLst>
                  <a:gd name="T0" fmla="*/ 100 w 7"/>
                  <a:gd name="T1" fmla="*/ 0 h 11"/>
                  <a:gd name="T2" fmla="*/ 70 w 7"/>
                  <a:gd name="T3" fmla="*/ 111 h 11"/>
                  <a:gd name="T4" fmla="*/ 0 w 7"/>
                  <a:gd name="T5" fmla="*/ 200 h 11"/>
                  <a:gd name="T6" fmla="*/ 87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2"/>
                      <a:pt x="6" y="5"/>
                      <a:pt x="5" y="6"/>
                    </a:cubicBezTo>
                    <a:cubicBezTo>
                      <a:pt x="4" y="9"/>
                      <a:pt x="1" y="10"/>
                      <a:pt x="0" y="11"/>
                    </a:cubicBezTo>
                    <a:cubicBezTo>
                      <a:pt x="0" y="7"/>
                      <a:pt x="4" y="4"/>
                      <a:pt x="6" y="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0" name="Freeform 363">
                <a:extLst>
                  <a:ext uri="{FF2B5EF4-FFF2-40B4-BE49-F238E27FC236}">
                    <a16:creationId xmlns:a16="http://schemas.microsoft.com/office/drawing/2014/main" id="{686207D3-2E89-4EDC-85EE-E31D29D6A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923"/>
                <a:ext cx="18" cy="26"/>
              </a:xfrm>
              <a:custGeom>
                <a:avLst/>
                <a:gdLst>
                  <a:gd name="T0" fmla="*/ 118 w 7"/>
                  <a:gd name="T1" fmla="*/ 0 h 10"/>
                  <a:gd name="T2" fmla="*/ 0 w 7"/>
                  <a:gd name="T3" fmla="*/ 156 h 10"/>
                  <a:gd name="T4" fmla="*/ 100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10"/>
                      <a:pt x="0" y="9"/>
                    </a:cubicBezTo>
                    <a:cubicBezTo>
                      <a:pt x="0" y="6"/>
                      <a:pt x="4" y="2"/>
                      <a:pt x="6" y="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1" name="Freeform 364">
                <a:extLst>
                  <a:ext uri="{FF2B5EF4-FFF2-40B4-BE49-F238E27FC236}">
                    <a16:creationId xmlns:a16="http://schemas.microsoft.com/office/drawing/2014/main" id="{56B79CA8-611E-4D9F-8B85-A4280B3F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904"/>
                <a:ext cx="22" cy="27"/>
              </a:xfrm>
              <a:custGeom>
                <a:avLst/>
                <a:gdLst>
                  <a:gd name="T0" fmla="*/ 0 w 9"/>
                  <a:gd name="T1" fmla="*/ 197 h 10"/>
                  <a:gd name="T2" fmla="*/ 132 w 9"/>
                  <a:gd name="T3" fmla="*/ 116 h 10"/>
                  <a:gd name="T4" fmla="*/ 71 w 9"/>
                  <a:gd name="T5" fmla="*/ 0 h 10"/>
                  <a:gd name="T6" fmla="*/ 29 w 9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3" y="10"/>
                      <a:pt x="7" y="9"/>
                      <a:pt x="9" y="6"/>
                    </a:cubicBezTo>
                    <a:cubicBezTo>
                      <a:pt x="5" y="9"/>
                      <a:pt x="5" y="3"/>
                      <a:pt x="5" y="0"/>
                    </a:cubicBezTo>
                    <a:cubicBezTo>
                      <a:pt x="4" y="3"/>
                      <a:pt x="3" y="6"/>
                      <a:pt x="2" y="8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2" name="Freeform 365">
                <a:extLst>
                  <a:ext uri="{FF2B5EF4-FFF2-40B4-BE49-F238E27FC236}">
                    <a16:creationId xmlns:a16="http://schemas.microsoft.com/office/drawing/2014/main" id="{9CDA4E37-7CF9-4ADE-AA83-394092246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888"/>
                <a:ext cx="20" cy="24"/>
              </a:xfrm>
              <a:custGeom>
                <a:avLst/>
                <a:gdLst>
                  <a:gd name="T0" fmla="*/ 0 w 8"/>
                  <a:gd name="T1" fmla="*/ 171 h 9"/>
                  <a:gd name="T2" fmla="*/ 113 w 8"/>
                  <a:gd name="T3" fmla="*/ 0 h 9"/>
                  <a:gd name="T4" fmla="*/ 20 w 8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6" y="9"/>
                      <a:pt x="8" y="7"/>
                      <a:pt x="7" y="0"/>
                    </a:cubicBezTo>
                    <a:cubicBezTo>
                      <a:pt x="6" y="3"/>
                      <a:pt x="5" y="7"/>
                      <a:pt x="1" y="8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3" name="Freeform 366">
                <a:extLst>
                  <a:ext uri="{FF2B5EF4-FFF2-40B4-BE49-F238E27FC236}">
                    <a16:creationId xmlns:a16="http://schemas.microsoft.com/office/drawing/2014/main" id="{624D1228-8AF0-4DBE-8887-5EF45787C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859"/>
                <a:ext cx="45" cy="21"/>
              </a:xfrm>
              <a:custGeom>
                <a:avLst/>
                <a:gdLst>
                  <a:gd name="T0" fmla="*/ 0 w 18"/>
                  <a:gd name="T1" fmla="*/ 89 h 8"/>
                  <a:gd name="T2" fmla="*/ 83 w 18"/>
                  <a:gd name="T3" fmla="*/ 89 h 8"/>
                  <a:gd name="T4" fmla="*/ 283 w 18"/>
                  <a:gd name="T5" fmla="*/ 89 h 8"/>
                  <a:gd name="T6" fmla="*/ 63 w 18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0" y="5"/>
                    </a:moveTo>
                    <a:cubicBezTo>
                      <a:pt x="1" y="8"/>
                      <a:pt x="4" y="6"/>
                      <a:pt x="5" y="5"/>
                    </a:cubicBezTo>
                    <a:cubicBezTo>
                      <a:pt x="10" y="3"/>
                      <a:pt x="14" y="3"/>
                      <a:pt x="18" y="5"/>
                    </a:cubicBezTo>
                    <a:cubicBezTo>
                      <a:pt x="17" y="0"/>
                      <a:pt x="7" y="3"/>
                      <a:pt x="4" y="3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4" name="Freeform 367">
                <a:extLst>
                  <a:ext uri="{FF2B5EF4-FFF2-40B4-BE49-F238E27FC236}">
                    <a16:creationId xmlns:a16="http://schemas.microsoft.com/office/drawing/2014/main" id="{CAE58DFA-0052-46A0-B3DB-37FB9349F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880"/>
                <a:ext cx="20" cy="21"/>
              </a:xfrm>
              <a:custGeom>
                <a:avLst/>
                <a:gdLst>
                  <a:gd name="T0" fmla="*/ 0 w 8"/>
                  <a:gd name="T1" fmla="*/ 34 h 8"/>
                  <a:gd name="T2" fmla="*/ 125 w 8"/>
                  <a:gd name="T3" fmla="*/ 21 h 8"/>
                  <a:gd name="T4" fmla="*/ 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2" y="2"/>
                      <a:pt x="7" y="8"/>
                      <a:pt x="8" y="1"/>
                    </a:cubicBezTo>
                    <a:cubicBezTo>
                      <a:pt x="5" y="1"/>
                      <a:pt x="3" y="0"/>
                      <a:pt x="0" y="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5" name="Freeform 368">
                <a:extLst>
                  <a:ext uri="{FF2B5EF4-FFF2-40B4-BE49-F238E27FC236}">
                    <a16:creationId xmlns:a16="http://schemas.microsoft.com/office/drawing/2014/main" id="{99561612-4A15-4E07-8668-18A09857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851"/>
                <a:ext cx="43" cy="13"/>
              </a:xfrm>
              <a:custGeom>
                <a:avLst/>
                <a:gdLst>
                  <a:gd name="T0" fmla="*/ 0 w 17"/>
                  <a:gd name="T1" fmla="*/ 68 h 5"/>
                  <a:gd name="T2" fmla="*/ 129 w 17"/>
                  <a:gd name="T3" fmla="*/ 68 h 5"/>
                  <a:gd name="T4" fmla="*/ 276 w 17"/>
                  <a:gd name="T5" fmla="*/ 0 h 5"/>
                  <a:gd name="T6" fmla="*/ 33 w 17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">
                    <a:moveTo>
                      <a:pt x="0" y="4"/>
                    </a:moveTo>
                    <a:cubicBezTo>
                      <a:pt x="2" y="5"/>
                      <a:pt x="5" y="5"/>
                      <a:pt x="8" y="4"/>
                    </a:cubicBezTo>
                    <a:cubicBezTo>
                      <a:pt x="11" y="3"/>
                      <a:pt x="15" y="2"/>
                      <a:pt x="17" y="0"/>
                    </a:cubicBezTo>
                    <a:cubicBezTo>
                      <a:pt x="12" y="0"/>
                      <a:pt x="7" y="3"/>
                      <a:pt x="2" y="3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6" name="Freeform 369">
                <a:extLst>
                  <a:ext uri="{FF2B5EF4-FFF2-40B4-BE49-F238E27FC236}">
                    <a16:creationId xmlns:a16="http://schemas.microsoft.com/office/drawing/2014/main" id="{CD4B67A4-6242-48F5-B8B1-56568FC6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840"/>
                <a:ext cx="40" cy="24"/>
              </a:xfrm>
              <a:custGeom>
                <a:avLst/>
                <a:gdLst>
                  <a:gd name="T0" fmla="*/ 0 w 16"/>
                  <a:gd name="T1" fmla="*/ 149 h 9"/>
                  <a:gd name="T2" fmla="*/ 125 w 16"/>
                  <a:gd name="T3" fmla="*/ 149 h 9"/>
                  <a:gd name="T4" fmla="*/ 250 w 16"/>
                  <a:gd name="T5" fmla="*/ 0 h 9"/>
                  <a:gd name="T6" fmla="*/ 175 w 16"/>
                  <a:gd name="T7" fmla="*/ 77 h 9"/>
                  <a:gd name="T8" fmla="*/ 0 w 16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0" y="8"/>
                    </a:moveTo>
                    <a:cubicBezTo>
                      <a:pt x="3" y="8"/>
                      <a:pt x="6" y="9"/>
                      <a:pt x="8" y="8"/>
                    </a:cubicBezTo>
                    <a:cubicBezTo>
                      <a:pt x="10" y="8"/>
                      <a:pt x="16" y="3"/>
                      <a:pt x="16" y="0"/>
                    </a:cubicBezTo>
                    <a:cubicBezTo>
                      <a:pt x="14" y="1"/>
                      <a:pt x="13" y="3"/>
                      <a:pt x="11" y="4"/>
                    </a:cubicBezTo>
                    <a:cubicBezTo>
                      <a:pt x="7" y="6"/>
                      <a:pt x="3" y="4"/>
                      <a:pt x="0" y="6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7" name="Freeform 370">
                <a:extLst>
                  <a:ext uri="{FF2B5EF4-FFF2-40B4-BE49-F238E27FC236}">
                    <a16:creationId xmlns:a16="http://schemas.microsoft.com/office/drawing/2014/main" id="{5924DBC4-4BC1-40CB-AA50-C14D1E4EC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837"/>
                <a:ext cx="35" cy="24"/>
              </a:xfrm>
              <a:custGeom>
                <a:avLst/>
                <a:gdLst>
                  <a:gd name="T0" fmla="*/ 0 w 14"/>
                  <a:gd name="T1" fmla="*/ 136 h 9"/>
                  <a:gd name="T2" fmla="*/ 63 w 14"/>
                  <a:gd name="T3" fmla="*/ 171 h 9"/>
                  <a:gd name="T4" fmla="*/ 125 w 14"/>
                  <a:gd name="T5" fmla="*/ 149 h 9"/>
                  <a:gd name="T6" fmla="*/ 158 w 14"/>
                  <a:gd name="T7" fmla="*/ 77 h 9"/>
                  <a:gd name="T8" fmla="*/ 220 w 14"/>
                  <a:gd name="T9" fmla="*/ 0 h 9"/>
                  <a:gd name="T10" fmla="*/ 20 w 14"/>
                  <a:gd name="T11" fmla="*/ 11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7"/>
                    </a:moveTo>
                    <a:cubicBezTo>
                      <a:pt x="2" y="8"/>
                      <a:pt x="3" y="8"/>
                      <a:pt x="4" y="9"/>
                    </a:cubicBezTo>
                    <a:cubicBezTo>
                      <a:pt x="5" y="8"/>
                      <a:pt x="6" y="9"/>
                      <a:pt x="8" y="8"/>
                    </a:cubicBezTo>
                    <a:cubicBezTo>
                      <a:pt x="8" y="7"/>
                      <a:pt x="9" y="5"/>
                      <a:pt x="10" y="4"/>
                    </a:cubicBezTo>
                    <a:cubicBezTo>
                      <a:pt x="11" y="3"/>
                      <a:pt x="13" y="1"/>
                      <a:pt x="14" y="0"/>
                    </a:cubicBezTo>
                    <a:cubicBezTo>
                      <a:pt x="10" y="2"/>
                      <a:pt x="6" y="6"/>
                      <a:pt x="1" y="6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8" name="Freeform 371">
                <a:extLst>
                  <a:ext uri="{FF2B5EF4-FFF2-40B4-BE49-F238E27FC236}">
                    <a16:creationId xmlns:a16="http://schemas.microsoft.com/office/drawing/2014/main" id="{EC4FBFB4-C3C2-48CA-850B-FE811A38C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37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59 w 9"/>
                  <a:gd name="T3" fmla="*/ 115 h 6"/>
                  <a:gd name="T4" fmla="*/ 120 w 9"/>
                  <a:gd name="T5" fmla="*/ 93 h 6"/>
                  <a:gd name="T6" fmla="*/ 132 w 9"/>
                  <a:gd name="T7" fmla="*/ 0 h 6"/>
                  <a:gd name="T8" fmla="*/ 12 w 9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3" y="6"/>
                      <a:pt x="4" y="6"/>
                    </a:cubicBezTo>
                    <a:cubicBezTo>
                      <a:pt x="5" y="6"/>
                      <a:pt x="6" y="5"/>
                      <a:pt x="8" y="5"/>
                    </a:cubicBezTo>
                    <a:cubicBezTo>
                      <a:pt x="9" y="3"/>
                      <a:pt x="9" y="1"/>
                      <a:pt x="9" y="0"/>
                    </a:cubicBezTo>
                    <a:cubicBezTo>
                      <a:pt x="6" y="1"/>
                      <a:pt x="4" y="3"/>
                      <a:pt x="1" y="4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99" name="Freeform 372">
                <a:extLst>
                  <a:ext uri="{FF2B5EF4-FFF2-40B4-BE49-F238E27FC236}">
                    <a16:creationId xmlns:a16="http://schemas.microsoft.com/office/drawing/2014/main" id="{E6202416-2294-438D-A12D-ACB1D8A14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29"/>
                <a:ext cx="22" cy="22"/>
              </a:xfrm>
              <a:custGeom>
                <a:avLst/>
                <a:gdLst>
                  <a:gd name="T0" fmla="*/ 0 w 9"/>
                  <a:gd name="T1" fmla="*/ 168 h 8"/>
                  <a:gd name="T2" fmla="*/ 90 w 9"/>
                  <a:gd name="T3" fmla="*/ 143 h 8"/>
                  <a:gd name="T4" fmla="*/ 132 w 9"/>
                  <a:gd name="T5" fmla="*/ 0 h 8"/>
                  <a:gd name="T6" fmla="*/ 0 w 9"/>
                  <a:gd name="T7" fmla="*/ 1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2" y="7"/>
                      <a:pt x="4" y="7"/>
                      <a:pt x="6" y="7"/>
                    </a:cubicBezTo>
                    <a:cubicBezTo>
                      <a:pt x="7" y="5"/>
                      <a:pt x="9" y="3"/>
                      <a:pt x="9" y="0"/>
                    </a:cubicBezTo>
                    <a:cubicBezTo>
                      <a:pt x="7" y="3"/>
                      <a:pt x="4" y="4"/>
                      <a:pt x="0" y="6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0" name="Freeform 373">
                <a:extLst>
                  <a:ext uri="{FF2B5EF4-FFF2-40B4-BE49-F238E27FC236}">
                    <a16:creationId xmlns:a16="http://schemas.microsoft.com/office/drawing/2014/main" id="{26E6DED3-78AC-4CD9-BE3E-8487B1B36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965"/>
                <a:ext cx="23" cy="22"/>
              </a:xfrm>
              <a:custGeom>
                <a:avLst/>
                <a:gdLst>
                  <a:gd name="T0" fmla="*/ 0 w 9"/>
                  <a:gd name="T1" fmla="*/ 168 h 8"/>
                  <a:gd name="T2" fmla="*/ 97 w 9"/>
                  <a:gd name="T3" fmla="*/ 129 h 8"/>
                  <a:gd name="T4" fmla="*/ 151 w 9"/>
                  <a:gd name="T5" fmla="*/ 0 h 8"/>
                  <a:gd name="T6" fmla="*/ 33 w 9"/>
                  <a:gd name="T7" fmla="*/ 10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2" y="7"/>
                      <a:pt x="4" y="5"/>
                      <a:pt x="6" y="6"/>
                    </a:cubicBezTo>
                    <a:cubicBezTo>
                      <a:pt x="7" y="4"/>
                      <a:pt x="8" y="2"/>
                      <a:pt x="9" y="0"/>
                    </a:cubicBezTo>
                    <a:cubicBezTo>
                      <a:pt x="7" y="1"/>
                      <a:pt x="5" y="4"/>
                      <a:pt x="2" y="5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1" name="Freeform 374">
                <a:extLst>
                  <a:ext uri="{FF2B5EF4-FFF2-40B4-BE49-F238E27FC236}">
                    <a16:creationId xmlns:a16="http://schemas.microsoft.com/office/drawing/2014/main" id="{FAD335E7-ABEA-4753-8FC5-842D34B59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963"/>
                <a:ext cx="25" cy="26"/>
              </a:xfrm>
              <a:custGeom>
                <a:avLst/>
                <a:gdLst>
                  <a:gd name="T0" fmla="*/ 0 w 10"/>
                  <a:gd name="T1" fmla="*/ 156 h 10"/>
                  <a:gd name="T2" fmla="*/ 83 w 10"/>
                  <a:gd name="T3" fmla="*/ 109 h 10"/>
                  <a:gd name="T4" fmla="*/ 125 w 10"/>
                  <a:gd name="T5" fmla="*/ 88 h 10"/>
                  <a:gd name="T6" fmla="*/ 158 w 10"/>
                  <a:gd name="T7" fmla="*/ 0 h 10"/>
                  <a:gd name="T8" fmla="*/ 20 w 10"/>
                  <a:gd name="T9" fmla="*/ 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9"/>
                    </a:moveTo>
                    <a:cubicBezTo>
                      <a:pt x="2" y="10"/>
                      <a:pt x="4" y="7"/>
                      <a:pt x="5" y="6"/>
                    </a:cubicBezTo>
                    <a:cubicBezTo>
                      <a:pt x="6" y="6"/>
                      <a:pt x="7" y="6"/>
                      <a:pt x="8" y="5"/>
                    </a:cubicBezTo>
                    <a:cubicBezTo>
                      <a:pt x="9" y="4"/>
                      <a:pt x="9" y="2"/>
                      <a:pt x="10" y="0"/>
                    </a:cubicBezTo>
                    <a:cubicBezTo>
                      <a:pt x="8" y="3"/>
                      <a:pt x="4" y="4"/>
                      <a:pt x="1" y="5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2" name="Freeform 375">
                <a:extLst>
                  <a:ext uri="{FF2B5EF4-FFF2-40B4-BE49-F238E27FC236}">
                    <a16:creationId xmlns:a16="http://schemas.microsoft.com/office/drawing/2014/main" id="{FA7336A5-87C8-49E9-8542-71229904B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965"/>
                <a:ext cx="18" cy="24"/>
              </a:xfrm>
              <a:custGeom>
                <a:avLst/>
                <a:gdLst>
                  <a:gd name="T0" fmla="*/ 0 w 7"/>
                  <a:gd name="T1" fmla="*/ 149 h 9"/>
                  <a:gd name="T2" fmla="*/ 118 w 7"/>
                  <a:gd name="T3" fmla="*/ 136 h 9"/>
                  <a:gd name="T4" fmla="*/ 100 w 7"/>
                  <a:gd name="T5" fmla="*/ 0 h 9"/>
                  <a:gd name="T6" fmla="*/ 0 w 7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8"/>
                    </a:moveTo>
                    <a:cubicBezTo>
                      <a:pt x="2" y="9"/>
                      <a:pt x="5" y="8"/>
                      <a:pt x="7" y="7"/>
                    </a:cubicBezTo>
                    <a:cubicBezTo>
                      <a:pt x="5" y="5"/>
                      <a:pt x="4" y="3"/>
                      <a:pt x="6" y="0"/>
                    </a:cubicBezTo>
                    <a:cubicBezTo>
                      <a:pt x="4" y="1"/>
                      <a:pt x="2" y="4"/>
                      <a:pt x="0" y="5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3" name="Freeform 376">
                <a:extLst>
                  <a:ext uri="{FF2B5EF4-FFF2-40B4-BE49-F238E27FC236}">
                    <a16:creationId xmlns:a16="http://schemas.microsoft.com/office/drawing/2014/main" id="{C59ED7CC-83E2-4395-A89F-7DD849DC6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976"/>
                <a:ext cx="27" cy="29"/>
              </a:xfrm>
              <a:custGeom>
                <a:avLst/>
                <a:gdLst>
                  <a:gd name="T0" fmla="*/ 0 w 11"/>
                  <a:gd name="T1" fmla="*/ 200 h 11"/>
                  <a:gd name="T2" fmla="*/ 162 w 11"/>
                  <a:gd name="T3" fmla="*/ 0 h 11"/>
                  <a:gd name="T4" fmla="*/ 42 w 11"/>
                  <a:gd name="T5" fmla="*/ 14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6" y="11"/>
                      <a:pt x="10" y="5"/>
                      <a:pt x="11" y="0"/>
                    </a:cubicBezTo>
                    <a:cubicBezTo>
                      <a:pt x="8" y="2"/>
                      <a:pt x="6" y="6"/>
                      <a:pt x="3" y="8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4" name="Freeform 377">
                <a:extLst>
                  <a:ext uri="{FF2B5EF4-FFF2-40B4-BE49-F238E27FC236}">
                    <a16:creationId xmlns:a16="http://schemas.microsoft.com/office/drawing/2014/main" id="{FEADFF8B-7991-42D7-90FA-8B9D1EF67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987"/>
                <a:ext cx="25" cy="34"/>
              </a:xfrm>
              <a:custGeom>
                <a:avLst/>
                <a:gdLst>
                  <a:gd name="T0" fmla="*/ 0 w 10"/>
                  <a:gd name="T1" fmla="*/ 212 h 13"/>
                  <a:gd name="T2" fmla="*/ 95 w 10"/>
                  <a:gd name="T3" fmla="*/ 178 h 13"/>
                  <a:gd name="T4" fmla="*/ 158 w 10"/>
                  <a:gd name="T5" fmla="*/ 0 h 13"/>
                  <a:gd name="T6" fmla="*/ 33 w 10"/>
                  <a:gd name="T7" fmla="*/ 17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0" y="12"/>
                    </a:moveTo>
                    <a:cubicBezTo>
                      <a:pt x="2" y="12"/>
                      <a:pt x="4" y="13"/>
                      <a:pt x="6" y="10"/>
                    </a:cubicBezTo>
                    <a:cubicBezTo>
                      <a:pt x="7" y="7"/>
                      <a:pt x="7" y="3"/>
                      <a:pt x="10" y="0"/>
                    </a:cubicBezTo>
                    <a:cubicBezTo>
                      <a:pt x="7" y="3"/>
                      <a:pt x="5" y="8"/>
                      <a:pt x="2" y="1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5" name="Freeform 378">
                <a:extLst>
                  <a:ext uri="{FF2B5EF4-FFF2-40B4-BE49-F238E27FC236}">
                    <a16:creationId xmlns:a16="http://schemas.microsoft.com/office/drawing/2014/main" id="{E2632590-8E44-4B01-B3D2-5B7FD3C5E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003"/>
                <a:ext cx="20" cy="29"/>
              </a:xfrm>
              <a:custGeom>
                <a:avLst/>
                <a:gdLst>
                  <a:gd name="T0" fmla="*/ 0 w 8"/>
                  <a:gd name="T1" fmla="*/ 200 h 11"/>
                  <a:gd name="T2" fmla="*/ 95 w 8"/>
                  <a:gd name="T3" fmla="*/ 145 h 11"/>
                  <a:gd name="T4" fmla="*/ 125 w 8"/>
                  <a:gd name="T5" fmla="*/ 0 h 11"/>
                  <a:gd name="T6" fmla="*/ 33 w 8"/>
                  <a:gd name="T7" fmla="*/ 1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11"/>
                      <a:pt x="5" y="10"/>
                      <a:pt x="6" y="8"/>
                    </a:cubicBezTo>
                    <a:cubicBezTo>
                      <a:pt x="8" y="6"/>
                      <a:pt x="7" y="2"/>
                      <a:pt x="8" y="0"/>
                    </a:cubicBezTo>
                    <a:cubicBezTo>
                      <a:pt x="7" y="4"/>
                      <a:pt x="4" y="7"/>
                      <a:pt x="2" y="1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6" name="Freeform 379">
                <a:extLst>
                  <a:ext uri="{FF2B5EF4-FFF2-40B4-BE49-F238E27FC236}">
                    <a16:creationId xmlns:a16="http://schemas.microsoft.com/office/drawing/2014/main" id="{9C2ECC07-489B-44F0-BA4B-05A33CDF9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013"/>
                <a:ext cx="13" cy="35"/>
              </a:xfrm>
              <a:custGeom>
                <a:avLst/>
                <a:gdLst>
                  <a:gd name="T0" fmla="*/ 0 w 5"/>
                  <a:gd name="T1" fmla="*/ 253 h 13"/>
                  <a:gd name="T2" fmla="*/ 88 w 5"/>
                  <a:gd name="T3" fmla="*/ 0 h 13"/>
                  <a:gd name="T4" fmla="*/ 21 w 5"/>
                  <a:gd name="T5" fmla="*/ 19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5" y="11"/>
                      <a:pt x="4" y="4"/>
                      <a:pt x="5" y="0"/>
                    </a:cubicBezTo>
                    <a:cubicBezTo>
                      <a:pt x="1" y="2"/>
                      <a:pt x="5" y="8"/>
                      <a:pt x="1" y="1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7" name="Freeform 380">
                <a:extLst>
                  <a:ext uri="{FF2B5EF4-FFF2-40B4-BE49-F238E27FC236}">
                    <a16:creationId xmlns:a16="http://schemas.microsoft.com/office/drawing/2014/main" id="{1D90E17C-5770-4EED-905D-BC7B37C81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875"/>
                <a:ext cx="42" cy="18"/>
              </a:xfrm>
              <a:custGeom>
                <a:avLst/>
                <a:gdLst>
                  <a:gd name="T0" fmla="*/ 0 w 17"/>
                  <a:gd name="T1" fmla="*/ 67 h 7"/>
                  <a:gd name="T2" fmla="*/ 257 w 17"/>
                  <a:gd name="T3" fmla="*/ 0 h 7"/>
                  <a:gd name="T4" fmla="*/ 153 w 17"/>
                  <a:gd name="T5" fmla="*/ 33 h 7"/>
                  <a:gd name="T6" fmla="*/ 12 w 17"/>
                  <a:gd name="T7" fmla="*/ 6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0" y="4"/>
                    </a:moveTo>
                    <a:cubicBezTo>
                      <a:pt x="3" y="7"/>
                      <a:pt x="15" y="3"/>
                      <a:pt x="17" y="0"/>
                    </a:cubicBezTo>
                    <a:cubicBezTo>
                      <a:pt x="14" y="0"/>
                      <a:pt x="12" y="1"/>
                      <a:pt x="10" y="2"/>
                    </a:cubicBezTo>
                    <a:cubicBezTo>
                      <a:pt x="7" y="3"/>
                      <a:pt x="3" y="2"/>
                      <a:pt x="1" y="4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8" name="Freeform 381">
                <a:extLst>
                  <a:ext uri="{FF2B5EF4-FFF2-40B4-BE49-F238E27FC236}">
                    <a16:creationId xmlns:a16="http://schemas.microsoft.com/office/drawing/2014/main" id="{6CBCF3AE-8B2A-44F7-810C-006B11962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883"/>
                <a:ext cx="30" cy="24"/>
              </a:xfrm>
              <a:custGeom>
                <a:avLst/>
                <a:gdLst>
                  <a:gd name="T0" fmla="*/ 0 w 12"/>
                  <a:gd name="T1" fmla="*/ 115 h 9"/>
                  <a:gd name="T2" fmla="*/ 95 w 12"/>
                  <a:gd name="T3" fmla="*/ 115 h 9"/>
                  <a:gd name="T4" fmla="*/ 125 w 12"/>
                  <a:gd name="T5" fmla="*/ 56 h 9"/>
                  <a:gd name="T6" fmla="*/ 188 w 12"/>
                  <a:gd name="T7" fmla="*/ 35 h 9"/>
                  <a:gd name="T8" fmla="*/ 0 w 12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6"/>
                    </a:moveTo>
                    <a:cubicBezTo>
                      <a:pt x="2" y="7"/>
                      <a:pt x="3" y="9"/>
                      <a:pt x="6" y="6"/>
                    </a:cubicBezTo>
                    <a:cubicBezTo>
                      <a:pt x="7" y="5"/>
                      <a:pt x="6" y="4"/>
                      <a:pt x="8" y="3"/>
                    </a:cubicBezTo>
                    <a:cubicBezTo>
                      <a:pt x="9" y="3"/>
                      <a:pt x="11" y="3"/>
                      <a:pt x="12" y="2"/>
                    </a:cubicBezTo>
                    <a:cubicBezTo>
                      <a:pt x="9" y="0"/>
                      <a:pt x="3" y="4"/>
                      <a:pt x="0" y="6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09" name="Freeform 382">
                <a:extLst>
                  <a:ext uri="{FF2B5EF4-FFF2-40B4-BE49-F238E27FC236}">
                    <a16:creationId xmlns:a16="http://schemas.microsoft.com/office/drawing/2014/main" id="{21BAB5A7-94D8-49E9-A23F-8B217E978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893"/>
                <a:ext cx="40" cy="24"/>
              </a:xfrm>
              <a:custGeom>
                <a:avLst/>
                <a:gdLst>
                  <a:gd name="T0" fmla="*/ 0 w 16"/>
                  <a:gd name="T1" fmla="*/ 93 h 9"/>
                  <a:gd name="T2" fmla="*/ 250 w 16"/>
                  <a:gd name="T3" fmla="*/ 0 h 9"/>
                  <a:gd name="T4" fmla="*/ 20 w 16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5"/>
                    </a:moveTo>
                    <a:cubicBezTo>
                      <a:pt x="4" y="9"/>
                      <a:pt x="15" y="6"/>
                      <a:pt x="16" y="0"/>
                    </a:cubicBezTo>
                    <a:cubicBezTo>
                      <a:pt x="12" y="3"/>
                      <a:pt x="5" y="5"/>
                      <a:pt x="1" y="5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0" name="Freeform 383">
                <a:extLst>
                  <a:ext uri="{FF2B5EF4-FFF2-40B4-BE49-F238E27FC236}">
                    <a16:creationId xmlns:a16="http://schemas.microsoft.com/office/drawing/2014/main" id="{38720879-EC6D-422C-A36F-CEA89BA68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888"/>
                <a:ext cx="27" cy="21"/>
              </a:xfrm>
              <a:custGeom>
                <a:avLst/>
                <a:gdLst>
                  <a:gd name="T0" fmla="*/ 29 w 11"/>
                  <a:gd name="T1" fmla="*/ 144 h 8"/>
                  <a:gd name="T2" fmla="*/ 162 w 11"/>
                  <a:gd name="T3" fmla="*/ 0 h 8"/>
                  <a:gd name="T4" fmla="*/ 0 w 11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2" y="8"/>
                    </a:moveTo>
                    <a:cubicBezTo>
                      <a:pt x="7" y="8"/>
                      <a:pt x="9" y="5"/>
                      <a:pt x="11" y="0"/>
                    </a:cubicBezTo>
                    <a:cubicBezTo>
                      <a:pt x="9" y="4"/>
                      <a:pt x="3" y="5"/>
                      <a:pt x="0" y="7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1" name="Freeform 384">
                <a:extLst>
                  <a:ext uri="{FF2B5EF4-FFF2-40B4-BE49-F238E27FC236}">
                    <a16:creationId xmlns:a16="http://schemas.microsoft.com/office/drawing/2014/main" id="{AB7BA81F-1DDF-4298-831C-E1FECD96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821"/>
                <a:ext cx="27" cy="22"/>
              </a:xfrm>
              <a:custGeom>
                <a:avLst/>
                <a:gdLst>
                  <a:gd name="T0" fmla="*/ 0 w 11"/>
                  <a:gd name="T1" fmla="*/ 83 h 8"/>
                  <a:gd name="T2" fmla="*/ 150 w 11"/>
                  <a:gd name="T3" fmla="*/ 107 h 8"/>
                  <a:gd name="T4" fmla="*/ 0 w 11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1" y="6"/>
                      <a:pt x="10" y="8"/>
                      <a:pt x="10" y="5"/>
                    </a:cubicBezTo>
                    <a:cubicBezTo>
                      <a:pt x="11" y="2"/>
                      <a:pt x="2" y="0"/>
                      <a:pt x="0" y="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2" name="Freeform 385">
                <a:extLst>
                  <a:ext uri="{FF2B5EF4-FFF2-40B4-BE49-F238E27FC236}">
                    <a16:creationId xmlns:a16="http://schemas.microsoft.com/office/drawing/2014/main" id="{D05AFAC6-30AB-4AA0-A2F7-E252006B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405"/>
                <a:ext cx="37" cy="24"/>
              </a:xfrm>
              <a:custGeom>
                <a:avLst/>
                <a:gdLst>
                  <a:gd name="T0" fmla="*/ 0 w 15"/>
                  <a:gd name="T1" fmla="*/ 35 h 9"/>
                  <a:gd name="T2" fmla="*/ 224 w 15"/>
                  <a:gd name="T3" fmla="*/ 21 h 9"/>
                  <a:gd name="T4" fmla="*/ 133 w 15"/>
                  <a:gd name="T5" fmla="*/ 35 h 9"/>
                  <a:gd name="T6" fmla="*/ 12 w 15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2"/>
                    </a:moveTo>
                    <a:cubicBezTo>
                      <a:pt x="1" y="9"/>
                      <a:pt x="11" y="2"/>
                      <a:pt x="15" y="1"/>
                    </a:cubicBezTo>
                    <a:cubicBezTo>
                      <a:pt x="13" y="0"/>
                      <a:pt x="11" y="1"/>
                      <a:pt x="9" y="2"/>
                    </a:cubicBezTo>
                    <a:cubicBezTo>
                      <a:pt x="6" y="2"/>
                      <a:pt x="4" y="1"/>
                      <a:pt x="1" y="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3" name="Freeform 386">
                <a:extLst>
                  <a:ext uri="{FF2B5EF4-FFF2-40B4-BE49-F238E27FC236}">
                    <a16:creationId xmlns:a16="http://schemas.microsoft.com/office/drawing/2014/main" id="{8298F2BF-2A91-47B5-823E-D9121D2EF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424"/>
                <a:ext cx="45" cy="11"/>
              </a:xfrm>
              <a:custGeom>
                <a:avLst/>
                <a:gdLst>
                  <a:gd name="T0" fmla="*/ 0 w 18"/>
                  <a:gd name="T1" fmla="*/ 22 h 4"/>
                  <a:gd name="T2" fmla="*/ 125 w 18"/>
                  <a:gd name="T3" fmla="*/ 83 h 4"/>
                  <a:gd name="T4" fmla="*/ 283 w 18"/>
                  <a:gd name="T5" fmla="*/ 22 h 4"/>
                  <a:gd name="T6" fmla="*/ 0 w 1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">
                    <a:moveTo>
                      <a:pt x="0" y="1"/>
                    </a:moveTo>
                    <a:cubicBezTo>
                      <a:pt x="1" y="3"/>
                      <a:pt x="6" y="4"/>
                      <a:pt x="8" y="4"/>
                    </a:cubicBezTo>
                    <a:cubicBezTo>
                      <a:pt x="12" y="4"/>
                      <a:pt x="15" y="2"/>
                      <a:pt x="18" y="1"/>
                    </a:cubicBezTo>
                    <a:cubicBezTo>
                      <a:pt x="12" y="0"/>
                      <a:pt x="6" y="0"/>
                      <a:pt x="0" y="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4" name="Freeform 387">
                <a:extLst>
                  <a:ext uri="{FF2B5EF4-FFF2-40B4-BE49-F238E27FC236}">
                    <a16:creationId xmlns:a16="http://schemas.microsoft.com/office/drawing/2014/main" id="{98B61A80-F10C-4DD5-81B9-51A6C800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0"/>
                <a:ext cx="43" cy="16"/>
              </a:xfrm>
              <a:custGeom>
                <a:avLst/>
                <a:gdLst>
                  <a:gd name="T0" fmla="*/ 20 w 17"/>
                  <a:gd name="T1" fmla="*/ 0 h 6"/>
                  <a:gd name="T2" fmla="*/ 116 w 17"/>
                  <a:gd name="T3" fmla="*/ 77 h 6"/>
                  <a:gd name="T4" fmla="*/ 192 w 17"/>
                  <a:gd name="T5" fmla="*/ 115 h 6"/>
                  <a:gd name="T6" fmla="*/ 276 w 17"/>
                  <a:gd name="T7" fmla="*/ 56 h 6"/>
                  <a:gd name="T8" fmla="*/ 0 w 1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">
                    <a:moveTo>
                      <a:pt x="1" y="0"/>
                    </a:moveTo>
                    <a:cubicBezTo>
                      <a:pt x="2" y="3"/>
                      <a:pt x="5" y="4"/>
                      <a:pt x="7" y="4"/>
                    </a:cubicBezTo>
                    <a:cubicBezTo>
                      <a:pt x="10" y="4"/>
                      <a:pt x="10" y="5"/>
                      <a:pt x="12" y="6"/>
                    </a:cubicBezTo>
                    <a:cubicBezTo>
                      <a:pt x="13" y="4"/>
                      <a:pt x="15" y="3"/>
                      <a:pt x="17" y="3"/>
                    </a:cubicBezTo>
                    <a:cubicBezTo>
                      <a:pt x="12" y="0"/>
                      <a:pt x="5" y="3"/>
                      <a:pt x="0" y="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5" name="Freeform 388">
                <a:extLst>
                  <a:ext uri="{FF2B5EF4-FFF2-40B4-BE49-F238E27FC236}">
                    <a16:creationId xmlns:a16="http://schemas.microsoft.com/office/drawing/2014/main" id="{A660EAD9-D668-40D0-892F-3DF01668C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464"/>
                <a:ext cx="33" cy="13"/>
              </a:xfrm>
              <a:custGeom>
                <a:avLst/>
                <a:gdLst>
                  <a:gd name="T0" fmla="*/ 0 w 13"/>
                  <a:gd name="T1" fmla="*/ 21 h 5"/>
                  <a:gd name="T2" fmla="*/ 63 w 13"/>
                  <a:gd name="T3" fmla="*/ 68 h 5"/>
                  <a:gd name="T4" fmla="*/ 213 w 13"/>
                  <a:gd name="T5" fmla="*/ 88 h 5"/>
                  <a:gd name="T6" fmla="*/ 33 w 1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0" y="1"/>
                    </a:moveTo>
                    <a:cubicBezTo>
                      <a:pt x="0" y="4"/>
                      <a:pt x="2" y="4"/>
                      <a:pt x="4" y="4"/>
                    </a:cubicBezTo>
                    <a:cubicBezTo>
                      <a:pt x="7" y="3"/>
                      <a:pt x="10" y="4"/>
                      <a:pt x="13" y="5"/>
                    </a:cubicBezTo>
                    <a:cubicBezTo>
                      <a:pt x="10" y="1"/>
                      <a:pt x="6" y="0"/>
                      <a:pt x="2" y="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6" name="Freeform 389">
                <a:extLst>
                  <a:ext uri="{FF2B5EF4-FFF2-40B4-BE49-F238E27FC236}">
                    <a16:creationId xmlns:a16="http://schemas.microsoft.com/office/drawing/2014/main" id="{06F57E79-056B-49DD-A0D5-4E4D6E949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488"/>
                <a:ext cx="20" cy="19"/>
              </a:xfrm>
              <a:custGeom>
                <a:avLst/>
                <a:gdLst>
                  <a:gd name="T0" fmla="*/ 0 w 8"/>
                  <a:gd name="T1" fmla="*/ 0 h 7"/>
                  <a:gd name="T2" fmla="*/ 50 w 8"/>
                  <a:gd name="T3" fmla="*/ 103 h 7"/>
                  <a:gd name="T4" fmla="*/ 95 w 8"/>
                  <a:gd name="T5" fmla="*/ 141 h 7"/>
                  <a:gd name="T6" fmla="*/ 125 w 8"/>
                  <a:gd name="T7" fmla="*/ 81 h 7"/>
                  <a:gd name="T8" fmla="*/ 50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0" y="2"/>
                      <a:pt x="1" y="3"/>
                      <a:pt x="3" y="5"/>
                    </a:cubicBezTo>
                    <a:cubicBezTo>
                      <a:pt x="3" y="5"/>
                      <a:pt x="6" y="7"/>
                      <a:pt x="6" y="7"/>
                    </a:cubicBezTo>
                    <a:cubicBezTo>
                      <a:pt x="8" y="7"/>
                      <a:pt x="8" y="5"/>
                      <a:pt x="8" y="4"/>
                    </a:cubicBezTo>
                    <a:cubicBezTo>
                      <a:pt x="8" y="1"/>
                      <a:pt x="5" y="1"/>
                      <a:pt x="3" y="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7" name="Freeform 390">
                <a:extLst>
                  <a:ext uri="{FF2B5EF4-FFF2-40B4-BE49-F238E27FC236}">
                    <a16:creationId xmlns:a16="http://schemas.microsoft.com/office/drawing/2014/main" id="{038C7446-D9F2-4F6F-9376-2BCACD5EC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387"/>
                <a:ext cx="38" cy="18"/>
              </a:xfrm>
              <a:custGeom>
                <a:avLst/>
                <a:gdLst>
                  <a:gd name="T0" fmla="*/ 0 w 15"/>
                  <a:gd name="T1" fmla="*/ 67 h 7"/>
                  <a:gd name="T2" fmla="*/ 129 w 15"/>
                  <a:gd name="T3" fmla="*/ 85 h 7"/>
                  <a:gd name="T4" fmla="*/ 180 w 15"/>
                  <a:gd name="T5" fmla="*/ 54 h 7"/>
                  <a:gd name="T6" fmla="*/ 243 w 15"/>
                  <a:gd name="T7" fmla="*/ 0 h 7"/>
                  <a:gd name="T8" fmla="*/ 33 w 15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4"/>
                    </a:moveTo>
                    <a:cubicBezTo>
                      <a:pt x="3" y="5"/>
                      <a:pt x="5" y="7"/>
                      <a:pt x="8" y="5"/>
                    </a:cubicBezTo>
                    <a:cubicBezTo>
                      <a:pt x="10" y="5"/>
                      <a:pt x="10" y="4"/>
                      <a:pt x="11" y="3"/>
                    </a:cubicBezTo>
                    <a:cubicBezTo>
                      <a:pt x="13" y="2"/>
                      <a:pt x="15" y="1"/>
                      <a:pt x="15" y="0"/>
                    </a:cubicBezTo>
                    <a:cubicBezTo>
                      <a:pt x="11" y="1"/>
                      <a:pt x="6" y="2"/>
                      <a:pt x="2" y="3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8" name="Freeform 391">
                <a:extLst>
                  <a:ext uri="{FF2B5EF4-FFF2-40B4-BE49-F238E27FC236}">
                    <a16:creationId xmlns:a16="http://schemas.microsoft.com/office/drawing/2014/main" id="{A7A75BDC-EDE8-4458-8EF9-8D997A86A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363"/>
                <a:ext cx="40" cy="29"/>
              </a:xfrm>
              <a:custGeom>
                <a:avLst/>
                <a:gdLst>
                  <a:gd name="T0" fmla="*/ 0 w 16"/>
                  <a:gd name="T1" fmla="*/ 182 h 11"/>
                  <a:gd name="T2" fmla="*/ 83 w 16"/>
                  <a:gd name="T3" fmla="*/ 166 h 11"/>
                  <a:gd name="T4" fmla="*/ 158 w 16"/>
                  <a:gd name="T5" fmla="*/ 76 h 11"/>
                  <a:gd name="T6" fmla="*/ 250 w 16"/>
                  <a:gd name="T7" fmla="*/ 0 h 11"/>
                  <a:gd name="T8" fmla="*/ 238 w 16"/>
                  <a:gd name="T9" fmla="*/ 0 h 11"/>
                  <a:gd name="T10" fmla="*/ 33 w 16"/>
                  <a:gd name="T11" fmla="*/ 12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0" y="10"/>
                    </a:moveTo>
                    <a:cubicBezTo>
                      <a:pt x="2" y="11"/>
                      <a:pt x="3" y="10"/>
                      <a:pt x="5" y="9"/>
                    </a:cubicBezTo>
                    <a:cubicBezTo>
                      <a:pt x="7" y="7"/>
                      <a:pt x="8" y="6"/>
                      <a:pt x="10" y="4"/>
                    </a:cubicBezTo>
                    <a:cubicBezTo>
                      <a:pt x="12" y="3"/>
                      <a:pt x="14" y="2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0" y="0"/>
                      <a:pt x="6" y="6"/>
                      <a:pt x="2" y="7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19" name="Freeform 392">
                <a:extLst>
                  <a:ext uri="{FF2B5EF4-FFF2-40B4-BE49-F238E27FC236}">
                    <a16:creationId xmlns:a16="http://schemas.microsoft.com/office/drawing/2014/main" id="{8C23C6F6-08AE-4BD1-A763-77F58A08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384"/>
                <a:ext cx="25" cy="19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81 h 7"/>
                  <a:gd name="T4" fmla="*/ 158 w 10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2" y="5"/>
                      <a:pt x="9" y="7"/>
                      <a:pt x="10" y="6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0" name="Freeform 393">
                <a:extLst>
                  <a:ext uri="{FF2B5EF4-FFF2-40B4-BE49-F238E27FC236}">
                    <a16:creationId xmlns:a16="http://schemas.microsoft.com/office/drawing/2014/main" id="{6F622989-C7A8-455E-B6CE-AE86F107E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440"/>
                <a:ext cx="28" cy="40"/>
              </a:xfrm>
              <a:custGeom>
                <a:avLst/>
                <a:gdLst>
                  <a:gd name="T0" fmla="*/ 0 w 11"/>
                  <a:gd name="T1" fmla="*/ 264 h 15"/>
                  <a:gd name="T2" fmla="*/ 150 w 11"/>
                  <a:gd name="T3" fmla="*/ 205 h 15"/>
                  <a:gd name="T4" fmla="*/ 150 w 11"/>
                  <a:gd name="T5" fmla="*/ 115 h 15"/>
                  <a:gd name="T6" fmla="*/ 181 w 11"/>
                  <a:gd name="T7" fmla="*/ 0 h 15"/>
                  <a:gd name="T8" fmla="*/ 130 w 11"/>
                  <a:gd name="T9" fmla="*/ 93 h 15"/>
                  <a:gd name="T10" fmla="*/ 33 w 11"/>
                  <a:gd name="T11" fmla="*/ 20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0" y="14"/>
                    </a:moveTo>
                    <a:cubicBezTo>
                      <a:pt x="3" y="15"/>
                      <a:pt x="8" y="14"/>
                      <a:pt x="9" y="11"/>
                    </a:cubicBezTo>
                    <a:cubicBezTo>
                      <a:pt x="9" y="10"/>
                      <a:pt x="9" y="8"/>
                      <a:pt x="9" y="6"/>
                    </a:cubicBezTo>
                    <a:cubicBezTo>
                      <a:pt x="10" y="4"/>
                      <a:pt x="10" y="2"/>
                      <a:pt x="11" y="0"/>
                    </a:cubicBezTo>
                    <a:cubicBezTo>
                      <a:pt x="9" y="1"/>
                      <a:pt x="9" y="4"/>
                      <a:pt x="8" y="5"/>
                    </a:cubicBezTo>
                    <a:cubicBezTo>
                      <a:pt x="6" y="8"/>
                      <a:pt x="3" y="9"/>
                      <a:pt x="2" y="1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1" name="Freeform 394">
                <a:extLst>
                  <a:ext uri="{FF2B5EF4-FFF2-40B4-BE49-F238E27FC236}">
                    <a16:creationId xmlns:a16="http://schemas.microsoft.com/office/drawing/2014/main" id="{DDB82A2E-8010-4FCC-B266-EB2EFD3D4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453"/>
                <a:ext cx="30" cy="22"/>
              </a:xfrm>
              <a:custGeom>
                <a:avLst/>
                <a:gdLst>
                  <a:gd name="T0" fmla="*/ 0 w 12"/>
                  <a:gd name="T1" fmla="*/ 143 h 8"/>
                  <a:gd name="T2" fmla="*/ 175 w 12"/>
                  <a:gd name="T3" fmla="*/ 0 h 8"/>
                  <a:gd name="T4" fmla="*/ 145 w 12"/>
                  <a:gd name="T5" fmla="*/ 22 h 8"/>
                  <a:gd name="T6" fmla="*/ 33 w 12"/>
                  <a:gd name="T7" fmla="*/ 10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7"/>
                    </a:moveTo>
                    <a:cubicBezTo>
                      <a:pt x="3" y="8"/>
                      <a:pt x="12" y="4"/>
                      <a:pt x="11" y="0"/>
                    </a:cubicBezTo>
                    <a:cubicBezTo>
                      <a:pt x="10" y="0"/>
                      <a:pt x="10" y="1"/>
                      <a:pt x="9" y="1"/>
                    </a:cubicBezTo>
                    <a:cubicBezTo>
                      <a:pt x="7" y="3"/>
                      <a:pt x="4" y="4"/>
                      <a:pt x="2" y="5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2" name="Freeform 395">
                <a:extLst>
                  <a:ext uri="{FF2B5EF4-FFF2-40B4-BE49-F238E27FC236}">
                    <a16:creationId xmlns:a16="http://schemas.microsoft.com/office/drawing/2014/main" id="{C3A63465-97DE-470A-A5EE-DA81551E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485"/>
                <a:ext cx="30" cy="24"/>
              </a:xfrm>
              <a:custGeom>
                <a:avLst/>
                <a:gdLst>
                  <a:gd name="T0" fmla="*/ 0 w 12"/>
                  <a:gd name="T1" fmla="*/ 56 h 9"/>
                  <a:gd name="T2" fmla="*/ 50 w 12"/>
                  <a:gd name="T3" fmla="*/ 171 h 9"/>
                  <a:gd name="T4" fmla="*/ 175 w 12"/>
                  <a:gd name="T5" fmla="*/ 93 h 9"/>
                  <a:gd name="T6" fmla="*/ 50 w 12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0" y="3"/>
                    </a:moveTo>
                    <a:cubicBezTo>
                      <a:pt x="2" y="3"/>
                      <a:pt x="3" y="7"/>
                      <a:pt x="3" y="9"/>
                    </a:cubicBezTo>
                    <a:cubicBezTo>
                      <a:pt x="6" y="9"/>
                      <a:pt x="10" y="8"/>
                      <a:pt x="11" y="5"/>
                    </a:cubicBezTo>
                    <a:cubicBezTo>
                      <a:pt x="12" y="0"/>
                      <a:pt x="6" y="0"/>
                      <a:pt x="3" y="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3" name="Freeform 396">
                <a:extLst>
                  <a:ext uri="{FF2B5EF4-FFF2-40B4-BE49-F238E27FC236}">
                    <a16:creationId xmlns:a16="http://schemas.microsoft.com/office/drawing/2014/main" id="{CE3FA427-97A2-4B8C-B4B0-CFD7F509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459"/>
                <a:ext cx="13" cy="13"/>
              </a:xfrm>
              <a:custGeom>
                <a:avLst/>
                <a:gdLst>
                  <a:gd name="T0" fmla="*/ 0 w 5"/>
                  <a:gd name="T1" fmla="*/ 0 h 5"/>
                  <a:gd name="T2" fmla="*/ 21 w 5"/>
                  <a:gd name="T3" fmla="*/ 88 h 5"/>
                  <a:gd name="T4" fmla="*/ 88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1"/>
                      <a:pt x="0" y="4"/>
                      <a:pt x="1" y="5"/>
                    </a:cubicBezTo>
                    <a:cubicBezTo>
                      <a:pt x="2" y="4"/>
                      <a:pt x="4" y="3"/>
                      <a:pt x="5" y="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4" name="Freeform 397">
                <a:extLst>
                  <a:ext uri="{FF2B5EF4-FFF2-40B4-BE49-F238E27FC236}">
                    <a16:creationId xmlns:a16="http://schemas.microsoft.com/office/drawing/2014/main" id="{34780704-B571-41DE-B0BE-CB20A7445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493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0" y="2"/>
                      <a:pt x="5" y="3"/>
                      <a:pt x="7" y="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5" name="Freeform 398">
                <a:extLst>
                  <a:ext uri="{FF2B5EF4-FFF2-40B4-BE49-F238E27FC236}">
                    <a16:creationId xmlns:a16="http://schemas.microsoft.com/office/drawing/2014/main" id="{0E2D757B-CBBB-4A34-9CB7-075BD9F60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445"/>
                <a:ext cx="17" cy="38"/>
              </a:xfrm>
              <a:custGeom>
                <a:avLst/>
                <a:gdLst>
                  <a:gd name="T0" fmla="*/ 12 w 7"/>
                  <a:gd name="T1" fmla="*/ 280 h 14"/>
                  <a:gd name="T2" fmla="*/ 87 w 7"/>
                  <a:gd name="T3" fmla="*/ 176 h 14"/>
                  <a:gd name="T4" fmla="*/ 87 w 7"/>
                  <a:gd name="T5" fmla="*/ 0 h 14"/>
                  <a:gd name="T6" fmla="*/ 0 w 7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3" y="12"/>
                      <a:pt x="6" y="12"/>
                      <a:pt x="6" y="9"/>
                    </a:cubicBezTo>
                    <a:cubicBezTo>
                      <a:pt x="7" y="7"/>
                      <a:pt x="6" y="2"/>
                      <a:pt x="6" y="0"/>
                    </a:cubicBezTo>
                    <a:cubicBezTo>
                      <a:pt x="4" y="4"/>
                      <a:pt x="4" y="10"/>
                      <a:pt x="0" y="11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6" name="Freeform 399">
                <a:extLst>
                  <a:ext uri="{FF2B5EF4-FFF2-40B4-BE49-F238E27FC236}">
                    <a16:creationId xmlns:a16="http://schemas.microsoft.com/office/drawing/2014/main" id="{138E3C59-094D-47EB-8C3A-03A7547C5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53"/>
                <a:ext cx="25" cy="38"/>
              </a:xfrm>
              <a:custGeom>
                <a:avLst/>
                <a:gdLst>
                  <a:gd name="T0" fmla="*/ 0 w 10"/>
                  <a:gd name="T1" fmla="*/ 280 h 14"/>
                  <a:gd name="T2" fmla="*/ 158 w 10"/>
                  <a:gd name="T3" fmla="*/ 0 h 14"/>
                  <a:gd name="T4" fmla="*/ 20 w 10"/>
                  <a:gd name="T5" fmla="*/ 2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cubicBezTo>
                      <a:pt x="6" y="13"/>
                      <a:pt x="10" y="7"/>
                      <a:pt x="10" y="0"/>
                    </a:cubicBezTo>
                    <a:cubicBezTo>
                      <a:pt x="7" y="4"/>
                      <a:pt x="5" y="10"/>
                      <a:pt x="1" y="13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7" name="Freeform 400">
                <a:extLst>
                  <a:ext uri="{FF2B5EF4-FFF2-40B4-BE49-F238E27FC236}">
                    <a16:creationId xmlns:a16="http://schemas.microsoft.com/office/drawing/2014/main" id="{AF00E6C9-726B-48AF-A7AD-3B41567C7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461"/>
                <a:ext cx="45" cy="48"/>
              </a:xfrm>
              <a:custGeom>
                <a:avLst/>
                <a:gdLst>
                  <a:gd name="T0" fmla="*/ 0 w 18"/>
                  <a:gd name="T1" fmla="*/ 341 h 18"/>
                  <a:gd name="T2" fmla="*/ 175 w 18"/>
                  <a:gd name="T3" fmla="*/ 264 h 18"/>
                  <a:gd name="T4" fmla="*/ 270 w 18"/>
                  <a:gd name="T5" fmla="*/ 0 h 18"/>
                  <a:gd name="T6" fmla="*/ 188 w 18"/>
                  <a:gd name="T7" fmla="*/ 149 h 18"/>
                  <a:gd name="T8" fmla="*/ 50 w 18"/>
                  <a:gd name="T9" fmla="*/ 28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0" y="18"/>
                    </a:moveTo>
                    <a:cubicBezTo>
                      <a:pt x="5" y="17"/>
                      <a:pt x="7" y="17"/>
                      <a:pt x="11" y="14"/>
                    </a:cubicBezTo>
                    <a:cubicBezTo>
                      <a:pt x="14" y="10"/>
                      <a:pt x="18" y="5"/>
                      <a:pt x="17" y="0"/>
                    </a:cubicBezTo>
                    <a:cubicBezTo>
                      <a:pt x="15" y="2"/>
                      <a:pt x="14" y="6"/>
                      <a:pt x="12" y="8"/>
                    </a:cubicBezTo>
                    <a:cubicBezTo>
                      <a:pt x="9" y="11"/>
                      <a:pt x="6" y="13"/>
                      <a:pt x="3" y="15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8" name="Freeform 401">
                <a:extLst>
                  <a:ext uri="{FF2B5EF4-FFF2-40B4-BE49-F238E27FC236}">
                    <a16:creationId xmlns:a16="http://schemas.microsoft.com/office/drawing/2014/main" id="{5F5064F5-0B9D-43AA-8890-20E7FE8A6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31"/>
                <a:ext cx="22" cy="8"/>
              </a:xfrm>
              <a:custGeom>
                <a:avLst/>
                <a:gdLst>
                  <a:gd name="T0" fmla="*/ 0 w 9"/>
                  <a:gd name="T1" fmla="*/ 0 h 3"/>
                  <a:gd name="T2" fmla="*/ 42 w 9"/>
                  <a:gd name="T3" fmla="*/ 56 h 3"/>
                  <a:gd name="T4" fmla="*/ 132 w 9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1" y="2"/>
                      <a:pt x="1" y="3"/>
                      <a:pt x="3" y="3"/>
                    </a:cubicBezTo>
                    <a:cubicBezTo>
                      <a:pt x="4" y="3"/>
                      <a:pt x="8" y="2"/>
                      <a:pt x="9" y="2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29" name="Freeform 402">
                <a:extLst>
                  <a:ext uri="{FF2B5EF4-FFF2-40B4-BE49-F238E27FC236}">
                    <a16:creationId xmlns:a16="http://schemas.microsoft.com/office/drawing/2014/main" id="{DD8132B1-A174-4B5F-B1B7-01DDFB15B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17"/>
                <a:ext cx="27" cy="38"/>
              </a:xfrm>
              <a:custGeom>
                <a:avLst/>
                <a:gdLst>
                  <a:gd name="T0" fmla="*/ 0 w 11"/>
                  <a:gd name="T1" fmla="*/ 280 h 14"/>
                  <a:gd name="T2" fmla="*/ 133 w 11"/>
                  <a:gd name="T3" fmla="*/ 176 h 14"/>
                  <a:gd name="T4" fmla="*/ 133 w 11"/>
                  <a:gd name="T5" fmla="*/ 0 h 14"/>
                  <a:gd name="T6" fmla="*/ 29 w 11"/>
                  <a:gd name="T7" fmla="*/ 19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14"/>
                    </a:moveTo>
                    <a:cubicBezTo>
                      <a:pt x="3" y="14"/>
                      <a:pt x="7" y="11"/>
                      <a:pt x="9" y="9"/>
                    </a:cubicBezTo>
                    <a:cubicBezTo>
                      <a:pt x="11" y="7"/>
                      <a:pt x="10" y="3"/>
                      <a:pt x="9" y="0"/>
                    </a:cubicBezTo>
                    <a:cubicBezTo>
                      <a:pt x="7" y="3"/>
                      <a:pt x="6" y="8"/>
                      <a:pt x="2" y="1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30" name="Freeform 403">
                <a:extLst>
                  <a:ext uri="{FF2B5EF4-FFF2-40B4-BE49-F238E27FC236}">
                    <a16:creationId xmlns:a16="http://schemas.microsoft.com/office/drawing/2014/main" id="{7760E8E4-EB4A-4E5E-AC8B-78B533ED7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461"/>
                <a:ext cx="28" cy="11"/>
              </a:xfrm>
              <a:custGeom>
                <a:avLst/>
                <a:gdLst>
                  <a:gd name="T0" fmla="*/ 0 w 11"/>
                  <a:gd name="T1" fmla="*/ 0 h 4"/>
                  <a:gd name="T2" fmla="*/ 64 w 11"/>
                  <a:gd name="T3" fmla="*/ 83 h 4"/>
                  <a:gd name="T4" fmla="*/ 181 w 11"/>
                  <a:gd name="T5" fmla="*/ 61 h 4"/>
                  <a:gd name="T6" fmla="*/ 51 w 1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2" y="2"/>
                      <a:pt x="2" y="3"/>
                      <a:pt x="4" y="4"/>
                    </a:cubicBezTo>
                    <a:cubicBezTo>
                      <a:pt x="6" y="4"/>
                      <a:pt x="9" y="3"/>
                      <a:pt x="11" y="3"/>
                    </a:cubicBezTo>
                    <a:cubicBezTo>
                      <a:pt x="9" y="1"/>
                      <a:pt x="5" y="0"/>
                      <a:pt x="3" y="0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31" name="Freeform 404">
                <a:extLst>
                  <a:ext uri="{FF2B5EF4-FFF2-40B4-BE49-F238E27FC236}">
                    <a16:creationId xmlns:a16="http://schemas.microsoft.com/office/drawing/2014/main" id="{27794123-5C69-4DD0-9C09-C60608104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416"/>
                <a:ext cx="25" cy="16"/>
              </a:xfrm>
              <a:custGeom>
                <a:avLst/>
                <a:gdLst>
                  <a:gd name="T0" fmla="*/ 20 w 10"/>
                  <a:gd name="T1" fmla="*/ 0 h 6"/>
                  <a:gd name="T2" fmla="*/ 20 w 10"/>
                  <a:gd name="T3" fmla="*/ 93 h 6"/>
                  <a:gd name="T4" fmla="*/ 158 w 10"/>
                  <a:gd name="T5" fmla="*/ 115 h 6"/>
                  <a:gd name="T6" fmla="*/ 63 w 10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1" y="0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3" y="6"/>
                      <a:pt x="8" y="6"/>
                      <a:pt x="10" y="6"/>
                    </a:cubicBezTo>
                    <a:cubicBezTo>
                      <a:pt x="8" y="5"/>
                      <a:pt x="6" y="4"/>
                      <a:pt x="4" y="3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32" name="Freeform 405">
                <a:extLst>
                  <a:ext uri="{FF2B5EF4-FFF2-40B4-BE49-F238E27FC236}">
                    <a16:creationId xmlns:a16="http://schemas.microsoft.com/office/drawing/2014/main" id="{390ABE4E-78CE-46C8-B665-F169D9F9F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20"/>
                <a:ext cx="23" cy="29"/>
              </a:xfrm>
              <a:custGeom>
                <a:avLst/>
                <a:gdLst>
                  <a:gd name="T0" fmla="*/ 0 w 9"/>
                  <a:gd name="T1" fmla="*/ 182 h 11"/>
                  <a:gd name="T2" fmla="*/ 118 w 9"/>
                  <a:gd name="T3" fmla="*/ 145 h 11"/>
                  <a:gd name="T4" fmla="*/ 130 w 9"/>
                  <a:gd name="T5" fmla="*/ 0 h 11"/>
                  <a:gd name="T6" fmla="*/ 51 w 9"/>
                  <a:gd name="T7" fmla="*/ 14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0" y="10"/>
                    </a:moveTo>
                    <a:cubicBezTo>
                      <a:pt x="2" y="11"/>
                      <a:pt x="6" y="10"/>
                      <a:pt x="7" y="8"/>
                    </a:cubicBezTo>
                    <a:cubicBezTo>
                      <a:pt x="9" y="6"/>
                      <a:pt x="8" y="3"/>
                      <a:pt x="8" y="0"/>
                    </a:cubicBezTo>
                    <a:cubicBezTo>
                      <a:pt x="6" y="2"/>
                      <a:pt x="5" y="6"/>
                      <a:pt x="3" y="8"/>
                    </a:cubicBezTo>
                  </a:path>
                </a:pathLst>
              </a:custGeom>
              <a:solidFill>
                <a:srgbClr val="FB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4910" name="Freeform 406">
              <a:extLst>
                <a:ext uri="{FF2B5EF4-FFF2-40B4-BE49-F238E27FC236}">
                  <a16:creationId xmlns:a16="http://schemas.microsoft.com/office/drawing/2014/main" id="{B09FB2F5-41C0-4996-BACC-4382337A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33"/>
              <a:ext cx="20" cy="27"/>
            </a:xfrm>
            <a:custGeom>
              <a:avLst/>
              <a:gdLst>
                <a:gd name="T0" fmla="*/ 0 w 8"/>
                <a:gd name="T1" fmla="*/ 197 h 10"/>
                <a:gd name="T2" fmla="*/ 125 w 8"/>
                <a:gd name="T3" fmla="*/ 0 h 10"/>
                <a:gd name="T4" fmla="*/ 83 w 8"/>
                <a:gd name="T5" fmla="*/ 59 h 10"/>
                <a:gd name="T6" fmla="*/ 20 w 8"/>
                <a:gd name="T7" fmla="*/ 1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5" y="8"/>
                    <a:pt x="8" y="5"/>
                    <a:pt x="8" y="0"/>
                  </a:cubicBezTo>
                  <a:cubicBezTo>
                    <a:pt x="7" y="0"/>
                    <a:pt x="6" y="2"/>
                    <a:pt x="5" y="3"/>
                  </a:cubicBezTo>
                  <a:cubicBezTo>
                    <a:pt x="4" y="5"/>
                    <a:pt x="2" y="7"/>
                    <a:pt x="1" y="9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1" name="Freeform 407">
              <a:extLst>
                <a:ext uri="{FF2B5EF4-FFF2-40B4-BE49-F238E27FC236}">
                  <a16:creationId xmlns:a16="http://schemas.microsoft.com/office/drawing/2014/main" id="{432E4D8F-AEF5-408A-8B4F-AAF07B942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355"/>
              <a:ext cx="27" cy="24"/>
            </a:xfrm>
            <a:custGeom>
              <a:avLst/>
              <a:gdLst>
                <a:gd name="T0" fmla="*/ 0 w 11"/>
                <a:gd name="T1" fmla="*/ 115 h 9"/>
                <a:gd name="T2" fmla="*/ 162 w 11"/>
                <a:gd name="T3" fmla="*/ 0 h 9"/>
                <a:gd name="T4" fmla="*/ 29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6"/>
                  </a:moveTo>
                  <a:cubicBezTo>
                    <a:pt x="5" y="9"/>
                    <a:pt x="9" y="4"/>
                    <a:pt x="11" y="0"/>
                  </a:cubicBezTo>
                  <a:cubicBezTo>
                    <a:pt x="9" y="3"/>
                    <a:pt x="5" y="4"/>
                    <a:pt x="2" y="5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2" name="Freeform 408">
              <a:extLst>
                <a:ext uri="{FF2B5EF4-FFF2-40B4-BE49-F238E27FC236}">
                  <a16:creationId xmlns:a16="http://schemas.microsoft.com/office/drawing/2014/main" id="{D3AE5B1A-16AF-41EE-83CE-0EB13D0AC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360"/>
              <a:ext cx="25" cy="24"/>
            </a:xfrm>
            <a:custGeom>
              <a:avLst/>
              <a:gdLst>
                <a:gd name="T0" fmla="*/ 20 w 10"/>
                <a:gd name="T1" fmla="*/ 93 h 9"/>
                <a:gd name="T2" fmla="*/ 158 w 10"/>
                <a:gd name="T3" fmla="*/ 0 h 9"/>
                <a:gd name="T4" fmla="*/ 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" y="5"/>
                  </a:moveTo>
                  <a:cubicBezTo>
                    <a:pt x="4" y="9"/>
                    <a:pt x="8" y="2"/>
                    <a:pt x="10" y="0"/>
                  </a:cubicBezTo>
                  <a:cubicBezTo>
                    <a:pt x="7" y="1"/>
                    <a:pt x="3" y="4"/>
                    <a:pt x="0" y="5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3" name="Freeform 409">
              <a:extLst>
                <a:ext uri="{FF2B5EF4-FFF2-40B4-BE49-F238E27FC236}">
                  <a16:creationId xmlns:a16="http://schemas.microsoft.com/office/drawing/2014/main" id="{EF1E63CE-8037-4FCD-8FE6-7F3B0AAED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387"/>
              <a:ext cx="22" cy="29"/>
            </a:xfrm>
            <a:custGeom>
              <a:avLst/>
              <a:gdLst>
                <a:gd name="T0" fmla="*/ 0 w 9"/>
                <a:gd name="T1" fmla="*/ 145 h 11"/>
                <a:gd name="T2" fmla="*/ 71 w 9"/>
                <a:gd name="T3" fmla="*/ 0 h 11"/>
                <a:gd name="T4" fmla="*/ 132 w 9"/>
                <a:gd name="T5" fmla="*/ 0 h 11"/>
                <a:gd name="T6" fmla="*/ 103 w 9"/>
                <a:gd name="T7" fmla="*/ 76 h 11"/>
                <a:gd name="T8" fmla="*/ 71 w 9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8"/>
                  </a:moveTo>
                  <a:cubicBezTo>
                    <a:pt x="3" y="7"/>
                    <a:pt x="4" y="3"/>
                    <a:pt x="5" y="0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1"/>
                    <a:pt x="8" y="3"/>
                    <a:pt x="7" y="4"/>
                  </a:cubicBezTo>
                  <a:cubicBezTo>
                    <a:pt x="7" y="7"/>
                    <a:pt x="6" y="10"/>
                    <a:pt x="5" y="11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4" name="Freeform 410">
              <a:extLst>
                <a:ext uri="{FF2B5EF4-FFF2-40B4-BE49-F238E27FC236}">
                  <a16:creationId xmlns:a16="http://schemas.microsoft.com/office/drawing/2014/main" id="{88882483-669A-4954-A232-08FFFAC8A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381"/>
              <a:ext cx="25" cy="27"/>
            </a:xfrm>
            <a:custGeom>
              <a:avLst/>
              <a:gdLst>
                <a:gd name="T0" fmla="*/ 0 w 10"/>
                <a:gd name="T1" fmla="*/ 197 h 10"/>
                <a:gd name="T2" fmla="*/ 83 w 10"/>
                <a:gd name="T3" fmla="*/ 22 h 10"/>
                <a:gd name="T4" fmla="*/ 145 w 10"/>
                <a:gd name="T5" fmla="*/ 22 h 10"/>
                <a:gd name="T6" fmla="*/ 125 w 10"/>
                <a:gd name="T7" fmla="*/ 1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2" y="8"/>
                    <a:pt x="4" y="4"/>
                    <a:pt x="5" y="1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10" y="2"/>
                    <a:pt x="8" y="6"/>
                    <a:pt x="8" y="7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5" name="Freeform 411">
              <a:extLst>
                <a:ext uri="{FF2B5EF4-FFF2-40B4-BE49-F238E27FC236}">
                  <a16:creationId xmlns:a16="http://schemas.microsoft.com/office/drawing/2014/main" id="{E0F74D4D-6350-4B00-96F2-E22BC01A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392"/>
              <a:ext cx="20" cy="13"/>
            </a:xfrm>
            <a:custGeom>
              <a:avLst/>
              <a:gdLst>
                <a:gd name="T0" fmla="*/ 0 w 8"/>
                <a:gd name="T1" fmla="*/ 34 h 5"/>
                <a:gd name="T2" fmla="*/ 63 w 8"/>
                <a:gd name="T3" fmla="*/ 55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2"/>
                  </a:moveTo>
                  <a:cubicBezTo>
                    <a:pt x="2" y="3"/>
                    <a:pt x="1" y="5"/>
                    <a:pt x="4" y="3"/>
                  </a:cubicBezTo>
                  <a:cubicBezTo>
                    <a:pt x="5" y="2"/>
                    <a:pt x="6" y="0"/>
                    <a:pt x="8" y="0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6" name="Freeform 412">
              <a:extLst>
                <a:ext uri="{FF2B5EF4-FFF2-40B4-BE49-F238E27FC236}">
                  <a16:creationId xmlns:a16="http://schemas.microsoft.com/office/drawing/2014/main" id="{A57B7498-8FA1-4792-AE47-59EBF080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272"/>
              <a:ext cx="58" cy="48"/>
            </a:xfrm>
            <a:custGeom>
              <a:avLst/>
              <a:gdLst>
                <a:gd name="T0" fmla="*/ 33 w 23"/>
                <a:gd name="T1" fmla="*/ 192 h 18"/>
                <a:gd name="T2" fmla="*/ 50 w 23"/>
                <a:gd name="T3" fmla="*/ 341 h 18"/>
                <a:gd name="T4" fmla="*/ 96 w 23"/>
                <a:gd name="T5" fmla="*/ 248 h 18"/>
                <a:gd name="T6" fmla="*/ 209 w 23"/>
                <a:gd name="T7" fmla="*/ 205 h 18"/>
                <a:gd name="T8" fmla="*/ 351 w 23"/>
                <a:gd name="T9" fmla="*/ 248 h 18"/>
                <a:gd name="T10" fmla="*/ 351 w 23"/>
                <a:gd name="T11" fmla="*/ 227 h 18"/>
                <a:gd name="T12" fmla="*/ 255 w 23"/>
                <a:gd name="T13" fmla="*/ 136 h 18"/>
                <a:gd name="T14" fmla="*/ 222 w 23"/>
                <a:gd name="T15" fmla="*/ 0 h 18"/>
                <a:gd name="T16" fmla="*/ 209 w 23"/>
                <a:gd name="T17" fmla="*/ 35 h 18"/>
                <a:gd name="T18" fmla="*/ 159 w 23"/>
                <a:gd name="T19" fmla="*/ 35 h 18"/>
                <a:gd name="T20" fmla="*/ 146 w 23"/>
                <a:gd name="T21" fmla="*/ 77 h 18"/>
                <a:gd name="T22" fmla="*/ 83 w 23"/>
                <a:gd name="T23" fmla="*/ 149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8">
                  <a:moveTo>
                    <a:pt x="2" y="10"/>
                  </a:moveTo>
                  <a:cubicBezTo>
                    <a:pt x="0" y="12"/>
                    <a:pt x="0" y="17"/>
                    <a:pt x="3" y="18"/>
                  </a:cubicBezTo>
                  <a:cubicBezTo>
                    <a:pt x="4" y="17"/>
                    <a:pt x="5" y="15"/>
                    <a:pt x="6" y="13"/>
                  </a:cubicBezTo>
                  <a:cubicBezTo>
                    <a:pt x="8" y="11"/>
                    <a:pt x="10" y="11"/>
                    <a:pt x="13" y="11"/>
                  </a:cubicBezTo>
                  <a:cubicBezTo>
                    <a:pt x="17" y="10"/>
                    <a:pt x="19" y="13"/>
                    <a:pt x="22" y="13"/>
                  </a:cubicBezTo>
                  <a:cubicBezTo>
                    <a:pt x="22" y="13"/>
                    <a:pt x="23" y="12"/>
                    <a:pt x="22" y="12"/>
                  </a:cubicBezTo>
                  <a:cubicBezTo>
                    <a:pt x="20" y="11"/>
                    <a:pt x="17" y="10"/>
                    <a:pt x="16" y="7"/>
                  </a:cubicBezTo>
                  <a:cubicBezTo>
                    <a:pt x="15" y="6"/>
                    <a:pt x="17" y="0"/>
                    <a:pt x="14" y="0"/>
                  </a:cubicBezTo>
                  <a:cubicBezTo>
                    <a:pt x="13" y="0"/>
                    <a:pt x="13" y="2"/>
                    <a:pt x="13" y="2"/>
                  </a:cubicBezTo>
                  <a:cubicBezTo>
                    <a:pt x="12" y="2"/>
                    <a:pt x="10" y="2"/>
                    <a:pt x="10" y="2"/>
                  </a:cubicBezTo>
                  <a:cubicBezTo>
                    <a:pt x="9" y="3"/>
                    <a:pt x="10" y="3"/>
                    <a:pt x="9" y="4"/>
                  </a:cubicBezTo>
                  <a:cubicBezTo>
                    <a:pt x="8" y="6"/>
                    <a:pt x="8" y="7"/>
                    <a:pt x="5" y="8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7" name="Freeform 413">
              <a:extLst>
                <a:ext uri="{FF2B5EF4-FFF2-40B4-BE49-F238E27FC236}">
                  <a16:creationId xmlns:a16="http://schemas.microsoft.com/office/drawing/2014/main" id="{E95E0DC2-46F6-46CE-921B-B0F0F0A0B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224"/>
              <a:ext cx="30" cy="59"/>
            </a:xfrm>
            <a:custGeom>
              <a:avLst/>
              <a:gdLst>
                <a:gd name="T0" fmla="*/ 33 w 12"/>
                <a:gd name="T1" fmla="*/ 35 h 22"/>
                <a:gd name="T2" fmla="*/ 0 w 12"/>
                <a:gd name="T3" fmla="*/ 94 h 22"/>
                <a:gd name="T4" fmla="*/ 33 w 12"/>
                <a:gd name="T5" fmla="*/ 115 h 22"/>
                <a:gd name="T6" fmla="*/ 83 w 12"/>
                <a:gd name="T7" fmla="*/ 231 h 22"/>
                <a:gd name="T8" fmla="*/ 83 w 12"/>
                <a:gd name="T9" fmla="*/ 424 h 22"/>
                <a:gd name="T10" fmla="*/ 188 w 12"/>
                <a:gd name="T11" fmla="*/ 231 h 22"/>
                <a:gd name="T12" fmla="*/ 145 w 12"/>
                <a:gd name="T13" fmla="*/ 115 h 22"/>
                <a:gd name="T14" fmla="*/ 145 w 12"/>
                <a:gd name="T15" fmla="*/ 35 h 22"/>
                <a:gd name="T16" fmla="*/ 95 w 12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2">
                  <a:moveTo>
                    <a:pt x="2" y="2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3" y="8"/>
                    <a:pt x="5" y="10"/>
                    <a:pt x="5" y="12"/>
                  </a:cubicBezTo>
                  <a:cubicBezTo>
                    <a:pt x="6" y="15"/>
                    <a:pt x="2" y="21"/>
                    <a:pt x="5" y="22"/>
                  </a:cubicBezTo>
                  <a:cubicBezTo>
                    <a:pt x="6" y="18"/>
                    <a:pt x="8" y="14"/>
                    <a:pt x="12" y="12"/>
                  </a:cubicBezTo>
                  <a:cubicBezTo>
                    <a:pt x="10" y="12"/>
                    <a:pt x="9" y="8"/>
                    <a:pt x="9" y="6"/>
                  </a:cubicBezTo>
                  <a:cubicBezTo>
                    <a:pt x="9" y="4"/>
                    <a:pt x="10" y="4"/>
                    <a:pt x="9" y="2"/>
                  </a:cubicBezTo>
                  <a:cubicBezTo>
                    <a:pt x="8" y="1"/>
                    <a:pt x="7" y="1"/>
                    <a:pt x="6" y="0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8" name="Freeform 414">
              <a:extLst>
                <a:ext uri="{FF2B5EF4-FFF2-40B4-BE49-F238E27FC236}">
                  <a16:creationId xmlns:a16="http://schemas.microsoft.com/office/drawing/2014/main" id="{EC6C1F83-A1C3-42CB-888B-43792636B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189"/>
              <a:ext cx="38" cy="43"/>
            </a:xfrm>
            <a:custGeom>
              <a:avLst/>
              <a:gdLst>
                <a:gd name="T0" fmla="*/ 0 w 15"/>
                <a:gd name="T1" fmla="*/ 116 h 16"/>
                <a:gd name="T2" fmla="*/ 51 w 15"/>
                <a:gd name="T3" fmla="*/ 81 h 16"/>
                <a:gd name="T4" fmla="*/ 147 w 15"/>
                <a:gd name="T5" fmla="*/ 22 h 16"/>
                <a:gd name="T6" fmla="*/ 243 w 15"/>
                <a:gd name="T7" fmla="*/ 137 h 16"/>
                <a:gd name="T8" fmla="*/ 147 w 15"/>
                <a:gd name="T9" fmla="*/ 218 h 16"/>
                <a:gd name="T10" fmla="*/ 84 w 15"/>
                <a:gd name="T11" fmla="*/ 312 h 16"/>
                <a:gd name="T12" fmla="*/ 33 w 15"/>
                <a:gd name="T13" fmla="*/ 13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">
                  <a:moveTo>
                    <a:pt x="0" y="6"/>
                  </a:moveTo>
                  <a:cubicBezTo>
                    <a:pt x="2" y="6"/>
                    <a:pt x="2" y="5"/>
                    <a:pt x="3" y="4"/>
                  </a:cubicBezTo>
                  <a:cubicBezTo>
                    <a:pt x="5" y="2"/>
                    <a:pt x="6" y="1"/>
                    <a:pt x="9" y="1"/>
                  </a:cubicBezTo>
                  <a:cubicBezTo>
                    <a:pt x="13" y="0"/>
                    <a:pt x="15" y="3"/>
                    <a:pt x="15" y="7"/>
                  </a:cubicBezTo>
                  <a:cubicBezTo>
                    <a:pt x="13" y="8"/>
                    <a:pt x="10" y="9"/>
                    <a:pt x="9" y="11"/>
                  </a:cubicBezTo>
                  <a:cubicBezTo>
                    <a:pt x="7" y="13"/>
                    <a:pt x="7" y="16"/>
                    <a:pt x="5" y="16"/>
                  </a:cubicBezTo>
                  <a:cubicBezTo>
                    <a:pt x="4" y="13"/>
                    <a:pt x="4" y="9"/>
                    <a:pt x="2" y="7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9" name="Freeform 415">
              <a:extLst>
                <a:ext uri="{FF2B5EF4-FFF2-40B4-BE49-F238E27FC236}">
                  <a16:creationId xmlns:a16="http://schemas.microsoft.com/office/drawing/2014/main" id="{2E90AB7E-80C0-4EBE-ABF0-C7AC8313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76"/>
              <a:ext cx="63" cy="24"/>
            </a:xfrm>
            <a:custGeom>
              <a:avLst/>
              <a:gdLst>
                <a:gd name="T0" fmla="*/ 63 w 25"/>
                <a:gd name="T1" fmla="*/ 21 h 9"/>
                <a:gd name="T2" fmla="*/ 20 w 25"/>
                <a:gd name="T3" fmla="*/ 77 h 9"/>
                <a:gd name="T4" fmla="*/ 63 w 25"/>
                <a:gd name="T5" fmla="*/ 171 h 9"/>
                <a:gd name="T6" fmla="*/ 255 w 25"/>
                <a:gd name="T7" fmla="*/ 77 h 9"/>
                <a:gd name="T8" fmla="*/ 318 w 25"/>
                <a:gd name="T9" fmla="*/ 136 h 9"/>
                <a:gd name="T10" fmla="*/ 401 w 25"/>
                <a:gd name="T11" fmla="*/ 21 h 9"/>
                <a:gd name="T12" fmla="*/ 113 w 25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9">
                  <a:moveTo>
                    <a:pt x="4" y="1"/>
                  </a:moveTo>
                  <a:cubicBezTo>
                    <a:pt x="3" y="2"/>
                    <a:pt x="1" y="2"/>
                    <a:pt x="1" y="4"/>
                  </a:cubicBezTo>
                  <a:cubicBezTo>
                    <a:pt x="0" y="7"/>
                    <a:pt x="2" y="7"/>
                    <a:pt x="4" y="9"/>
                  </a:cubicBezTo>
                  <a:cubicBezTo>
                    <a:pt x="4" y="3"/>
                    <a:pt x="12" y="2"/>
                    <a:pt x="16" y="4"/>
                  </a:cubicBezTo>
                  <a:cubicBezTo>
                    <a:pt x="17" y="5"/>
                    <a:pt x="18" y="7"/>
                    <a:pt x="20" y="7"/>
                  </a:cubicBezTo>
                  <a:cubicBezTo>
                    <a:pt x="22" y="6"/>
                    <a:pt x="25" y="2"/>
                    <a:pt x="25" y="1"/>
                  </a:cubicBezTo>
                  <a:cubicBezTo>
                    <a:pt x="19" y="5"/>
                    <a:pt x="13" y="0"/>
                    <a:pt x="7" y="1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0" name="Freeform 416">
              <a:extLst>
                <a:ext uri="{FF2B5EF4-FFF2-40B4-BE49-F238E27FC236}">
                  <a16:creationId xmlns:a16="http://schemas.microsoft.com/office/drawing/2014/main" id="{703EFBAA-F540-442C-BB4D-7B66A2C5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091"/>
              <a:ext cx="30" cy="34"/>
            </a:xfrm>
            <a:custGeom>
              <a:avLst/>
              <a:gdLst>
                <a:gd name="T0" fmla="*/ 50 w 12"/>
                <a:gd name="T1" fmla="*/ 21 h 13"/>
                <a:gd name="T2" fmla="*/ 50 w 12"/>
                <a:gd name="T3" fmla="*/ 233 h 13"/>
                <a:gd name="T4" fmla="*/ 188 w 12"/>
                <a:gd name="T5" fmla="*/ 212 h 13"/>
                <a:gd name="T6" fmla="*/ 188 w 12"/>
                <a:gd name="T7" fmla="*/ 21 h 13"/>
                <a:gd name="T8" fmla="*/ 95 w 12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3" y="1"/>
                  </a:moveTo>
                  <a:cubicBezTo>
                    <a:pt x="7" y="5"/>
                    <a:pt x="0" y="9"/>
                    <a:pt x="3" y="13"/>
                  </a:cubicBezTo>
                  <a:cubicBezTo>
                    <a:pt x="4" y="10"/>
                    <a:pt x="10" y="11"/>
                    <a:pt x="12" y="12"/>
                  </a:cubicBezTo>
                  <a:cubicBezTo>
                    <a:pt x="10" y="9"/>
                    <a:pt x="11" y="4"/>
                    <a:pt x="12" y="1"/>
                  </a:cubicBezTo>
                  <a:cubicBezTo>
                    <a:pt x="11" y="0"/>
                    <a:pt x="8" y="1"/>
                    <a:pt x="6" y="1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1" name="Freeform 417">
              <a:extLst>
                <a:ext uri="{FF2B5EF4-FFF2-40B4-BE49-F238E27FC236}">
                  <a16:creationId xmlns:a16="http://schemas.microsoft.com/office/drawing/2014/main" id="{BAB151EE-2DFF-41C3-9485-F1E9F13DF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96"/>
              <a:ext cx="25" cy="45"/>
            </a:xfrm>
            <a:custGeom>
              <a:avLst/>
              <a:gdLst>
                <a:gd name="T0" fmla="*/ 95 w 10"/>
                <a:gd name="T1" fmla="*/ 21 h 17"/>
                <a:gd name="T2" fmla="*/ 0 w 10"/>
                <a:gd name="T3" fmla="*/ 77 h 17"/>
                <a:gd name="T4" fmla="*/ 33 w 10"/>
                <a:gd name="T5" fmla="*/ 183 h 17"/>
                <a:gd name="T6" fmla="*/ 50 w 10"/>
                <a:gd name="T7" fmla="*/ 238 h 17"/>
                <a:gd name="T8" fmla="*/ 33 w 10"/>
                <a:gd name="T9" fmla="*/ 294 h 17"/>
                <a:gd name="T10" fmla="*/ 158 w 10"/>
                <a:gd name="T11" fmla="*/ 294 h 17"/>
                <a:gd name="T12" fmla="*/ 125 w 10"/>
                <a:gd name="T13" fmla="*/ 2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6" y="1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0" y="7"/>
                    <a:pt x="2" y="8"/>
                    <a:pt x="2" y="10"/>
                  </a:cubicBezTo>
                  <a:cubicBezTo>
                    <a:pt x="3" y="11"/>
                    <a:pt x="4" y="12"/>
                    <a:pt x="3" y="13"/>
                  </a:cubicBezTo>
                  <a:cubicBezTo>
                    <a:pt x="3" y="14"/>
                    <a:pt x="2" y="16"/>
                    <a:pt x="2" y="16"/>
                  </a:cubicBezTo>
                  <a:cubicBezTo>
                    <a:pt x="3" y="17"/>
                    <a:pt x="9" y="16"/>
                    <a:pt x="10" y="16"/>
                  </a:cubicBezTo>
                  <a:cubicBezTo>
                    <a:pt x="5" y="14"/>
                    <a:pt x="2" y="3"/>
                    <a:pt x="8" y="1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2" name="Freeform 418">
              <a:extLst>
                <a:ext uri="{FF2B5EF4-FFF2-40B4-BE49-F238E27FC236}">
                  <a16:creationId xmlns:a16="http://schemas.microsoft.com/office/drawing/2014/main" id="{B3E2692C-4F96-4D1B-AD8E-600A49901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088"/>
              <a:ext cx="48" cy="37"/>
            </a:xfrm>
            <a:custGeom>
              <a:avLst/>
              <a:gdLst>
                <a:gd name="T0" fmla="*/ 0 w 19"/>
                <a:gd name="T1" fmla="*/ 90 h 14"/>
                <a:gd name="T2" fmla="*/ 63 w 19"/>
                <a:gd name="T3" fmla="*/ 132 h 14"/>
                <a:gd name="T4" fmla="*/ 179 w 19"/>
                <a:gd name="T5" fmla="*/ 132 h 14"/>
                <a:gd name="T6" fmla="*/ 243 w 19"/>
                <a:gd name="T7" fmla="*/ 259 h 14"/>
                <a:gd name="T8" fmla="*/ 306 w 19"/>
                <a:gd name="T9" fmla="*/ 225 h 14"/>
                <a:gd name="T10" fmla="*/ 222 w 19"/>
                <a:gd name="T11" fmla="*/ 132 h 14"/>
                <a:gd name="T12" fmla="*/ 210 w 19"/>
                <a:gd name="T13" fmla="*/ 0 h 14"/>
                <a:gd name="T14" fmla="*/ 20 w 19"/>
                <a:gd name="T15" fmla="*/ 56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4">
                  <a:moveTo>
                    <a:pt x="0" y="5"/>
                  </a:moveTo>
                  <a:cubicBezTo>
                    <a:pt x="1" y="5"/>
                    <a:pt x="2" y="6"/>
                    <a:pt x="4" y="7"/>
                  </a:cubicBezTo>
                  <a:cubicBezTo>
                    <a:pt x="5" y="5"/>
                    <a:pt x="10" y="6"/>
                    <a:pt x="11" y="7"/>
                  </a:cubicBezTo>
                  <a:cubicBezTo>
                    <a:pt x="13" y="9"/>
                    <a:pt x="14" y="12"/>
                    <a:pt x="15" y="14"/>
                  </a:cubicBezTo>
                  <a:cubicBezTo>
                    <a:pt x="16" y="13"/>
                    <a:pt x="18" y="13"/>
                    <a:pt x="19" y="12"/>
                  </a:cubicBezTo>
                  <a:cubicBezTo>
                    <a:pt x="17" y="12"/>
                    <a:pt x="15" y="9"/>
                    <a:pt x="14" y="7"/>
                  </a:cubicBezTo>
                  <a:cubicBezTo>
                    <a:pt x="12" y="4"/>
                    <a:pt x="13" y="3"/>
                    <a:pt x="13" y="0"/>
                  </a:cubicBezTo>
                  <a:cubicBezTo>
                    <a:pt x="10" y="3"/>
                    <a:pt x="4" y="3"/>
                    <a:pt x="1" y="3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3" name="Freeform 419">
              <a:extLst>
                <a:ext uri="{FF2B5EF4-FFF2-40B4-BE49-F238E27FC236}">
                  <a16:creationId xmlns:a16="http://schemas.microsoft.com/office/drawing/2014/main" id="{7DE4B836-7DF3-4BD0-8312-455C785C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061"/>
              <a:ext cx="32" cy="27"/>
            </a:xfrm>
            <a:custGeom>
              <a:avLst/>
              <a:gdLst>
                <a:gd name="T0" fmla="*/ 12 w 13"/>
                <a:gd name="T1" fmla="*/ 22 h 10"/>
                <a:gd name="T2" fmla="*/ 12 w 13"/>
                <a:gd name="T3" fmla="*/ 176 h 10"/>
                <a:gd name="T4" fmla="*/ 91 w 13"/>
                <a:gd name="T5" fmla="*/ 176 h 10"/>
                <a:gd name="T6" fmla="*/ 121 w 13"/>
                <a:gd name="T7" fmla="*/ 103 h 10"/>
                <a:gd name="T8" fmla="*/ 194 w 13"/>
                <a:gd name="T9" fmla="*/ 0 h 10"/>
                <a:gd name="T10" fmla="*/ 30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1" y="1"/>
                  </a:moveTo>
                  <a:cubicBezTo>
                    <a:pt x="0" y="3"/>
                    <a:pt x="0" y="8"/>
                    <a:pt x="1" y="9"/>
                  </a:cubicBezTo>
                  <a:cubicBezTo>
                    <a:pt x="2" y="10"/>
                    <a:pt x="4" y="10"/>
                    <a:pt x="6" y="9"/>
                  </a:cubicBezTo>
                  <a:cubicBezTo>
                    <a:pt x="8" y="8"/>
                    <a:pt x="7" y="7"/>
                    <a:pt x="8" y="5"/>
                  </a:cubicBezTo>
                  <a:cubicBezTo>
                    <a:pt x="8" y="2"/>
                    <a:pt x="10" y="1"/>
                    <a:pt x="13" y="0"/>
                  </a:cubicBezTo>
                  <a:cubicBezTo>
                    <a:pt x="10" y="0"/>
                    <a:pt x="3" y="3"/>
                    <a:pt x="2" y="0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4" name="Freeform 420">
              <a:extLst>
                <a:ext uri="{FF2B5EF4-FFF2-40B4-BE49-F238E27FC236}">
                  <a16:creationId xmlns:a16="http://schemas.microsoft.com/office/drawing/2014/main" id="{1898B8E2-F261-443F-ABD4-17ADEA539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093"/>
              <a:ext cx="25" cy="43"/>
            </a:xfrm>
            <a:custGeom>
              <a:avLst/>
              <a:gdLst>
                <a:gd name="T0" fmla="*/ 0 w 10"/>
                <a:gd name="T1" fmla="*/ 218 h 16"/>
                <a:gd name="T2" fmla="*/ 95 w 10"/>
                <a:gd name="T3" fmla="*/ 0 h 16"/>
                <a:gd name="T4" fmla="*/ 158 w 10"/>
                <a:gd name="T5" fmla="*/ 81 h 16"/>
                <a:gd name="T6" fmla="*/ 125 w 10"/>
                <a:gd name="T7" fmla="*/ 312 h 16"/>
                <a:gd name="T8" fmla="*/ 20 w 10"/>
                <a:gd name="T9" fmla="*/ 2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1"/>
                  </a:moveTo>
                  <a:cubicBezTo>
                    <a:pt x="4" y="8"/>
                    <a:pt x="6" y="4"/>
                    <a:pt x="6" y="0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5" y="5"/>
                    <a:pt x="7" y="14"/>
                    <a:pt x="8" y="16"/>
                  </a:cubicBezTo>
                  <a:cubicBezTo>
                    <a:pt x="7" y="12"/>
                    <a:pt x="4" y="12"/>
                    <a:pt x="1" y="12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5" name="Freeform 421">
              <a:extLst>
                <a:ext uri="{FF2B5EF4-FFF2-40B4-BE49-F238E27FC236}">
                  <a16:creationId xmlns:a16="http://schemas.microsoft.com/office/drawing/2014/main" id="{32F20F5B-6514-474F-B5A1-2FC8D1CAB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21"/>
              <a:ext cx="55" cy="46"/>
            </a:xfrm>
            <a:custGeom>
              <a:avLst/>
              <a:gdLst>
                <a:gd name="T0" fmla="*/ 0 w 22"/>
                <a:gd name="T1" fmla="*/ 60 h 17"/>
                <a:gd name="T2" fmla="*/ 158 w 22"/>
                <a:gd name="T3" fmla="*/ 162 h 17"/>
                <a:gd name="T4" fmla="*/ 313 w 22"/>
                <a:gd name="T5" fmla="*/ 336 h 17"/>
                <a:gd name="T6" fmla="*/ 345 w 22"/>
                <a:gd name="T7" fmla="*/ 300 h 17"/>
                <a:gd name="T8" fmla="*/ 333 w 22"/>
                <a:gd name="T9" fmla="*/ 162 h 17"/>
                <a:gd name="T10" fmla="*/ 220 w 22"/>
                <a:gd name="T11" fmla="*/ 0 h 17"/>
                <a:gd name="T12" fmla="*/ 158 w 22"/>
                <a:gd name="T13" fmla="*/ 8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7">
                  <a:moveTo>
                    <a:pt x="0" y="3"/>
                  </a:moveTo>
                  <a:cubicBezTo>
                    <a:pt x="4" y="2"/>
                    <a:pt x="8" y="4"/>
                    <a:pt x="10" y="8"/>
                  </a:cubicBezTo>
                  <a:cubicBezTo>
                    <a:pt x="18" y="5"/>
                    <a:pt x="16" y="13"/>
                    <a:pt x="20" y="17"/>
                  </a:cubicBezTo>
                  <a:cubicBezTo>
                    <a:pt x="20" y="16"/>
                    <a:pt x="21" y="16"/>
                    <a:pt x="22" y="15"/>
                  </a:cubicBezTo>
                  <a:cubicBezTo>
                    <a:pt x="20" y="13"/>
                    <a:pt x="22" y="10"/>
                    <a:pt x="21" y="8"/>
                  </a:cubicBezTo>
                  <a:cubicBezTo>
                    <a:pt x="19" y="6"/>
                    <a:pt x="17" y="2"/>
                    <a:pt x="14" y="0"/>
                  </a:cubicBezTo>
                  <a:cubicBezTo>
                    <a:pt x="16" y="4"/>
                    <a:pt x="13" y="4"/>
                    <a:pt x="10" y="4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6" name="Freeform 422">
              <a:extLst>
                <a:ext uri="{FF2B5EF4-FFF2-40B4-BE49-F238E27FC236}">
                  <a16:creationId xmlns:a16="http://schemas.microsoft.com/office/drawing/2014/main" id="{5C3E7750-0963-4AB3-AC12-A0D25FE8B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293"/>
              <a:ext cx="25" cy="35"/>
            </a:xfrm>
            <a:custGeom>
              <a:avLst/>
              <a:gdLst>
                <a:gd name="T0" fmla="*/ 20 w 10"/>
                <a:gd name="T1" fmla="*/ 197 h 13"/>
                <a:gd name="T2" fmla="*/ 83 w 10"/>
                <a:gd name="T3" fmla="*/ 253 h 13"/>
                <a:gd name="T4" fmla="*/ 158 w 10"/>
                <a:gd name="T5" fmla="*/ 218 h 13"/>
                <a:gd name="T6" fmla="*/ 145 w 10"/>
                <a:gd name="T7" fmla="*/ 0 h 13"/>
                <a:gd name="T8" fmla="*/ 0 w 10"/>
                <a:gd name="T9" fmla="*/ 17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1" y="10"/>
                  </a:moveTo>
                  <a:cubicBezTo>
                    <a:pt x="1" y="11"/>
                    <a:pt x="4" y="13"/>
                    <a:pt x="5" y="13"/>
                  </a:cubicBezTo>
                  <a:cubicBezTo>
                    <a:pt x="6" y="13"/>
                    <a:pt x="10" y="12"/>
                    <a:pt x="10" y="11"/>
                  </a:cubicBezTo>
                  <a:cubicBezTo>
                    <a:pt x="7" y="9"/>
                    <a:pt x="6" y="3"/>
                    <a:pt x="9" y="0"/>
                  </a:cubicBezTo>
                  <a:cubicBezTo>
                    <a:pt x="7" y="3"/>
                    <a:pt x="4" y="9"/>
                    <a:pt x="0" y="9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7" name="Freeform 423">
              <a:extLst>
                <a:ext uri="{FF2B5EF4-FFF2-40B4-BE49-F238E27FC236}">
                  <a16:creationId xmlns:a16="http://schemas.microsoft.com/office/drawing/2014/main" id="{DF95F900-1E8C-41EB-AC41-D9707428F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232"/>
              <a:ext cx="20" cy="43"/>
            </a:xfrm>
            <a:custGeom>
              <a:avLst/>
              <a:gdLst>
                <a:gd name="T0" fmla="*/ 63 w 8"/>
                <a:gd name="T1" fmla="*/ 0 h 16"/>
                <a:gd name="T2" fmla="*/ 125 w 8"/>
                <a:gd name="T3" fmla="*/ 116 h 16"/>
                <a:gd name="T4" fmla="*/ 83 w 8"/>
                <a:gd name="T5" fmla="*/ 312 h 16"/>
                <a:gd name="T6" fmla="*/ 63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4" y="2"/>
                    <a:pt x="6" y="6"/>
                    <a:pt x="8" y="6"/>
                  </a:cubicBezTo>
                  <a:cubicBezTo>
                    <a:pt x="7" y="9"/>
                    <a:pt x="5" y="13"/>
                    <a:pt x="5" y="16"/>
                  </a:cubicBezTo>
                  <a:cubicBezTo>
                    <a:pt x="5" y="11"/>
                    <a:pt x="0" y="4"/>
                    <a:pt x="4" y="0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8" name="Freeform 424">
              <a:extLst>
                <a:ext uri="{FF2B5EF4-FFF2-40B4-BE49-F238E27FC236}">
                  <a16:creationId xmlns:a16="http://schemas.microsoft.com/office/drawing/2014/main" id="{287705AC-4CE1-4221-B261-1E3E0DBB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152"/>
              <a:ext cx="20" cy="43"/>
            </a:xfrm>
            <a:custGeom>
              <a:avLst/>
              <a:gdLst>
                <a:gd name="T0" fmla="*/ 50 w 8"/>
                <a:gd name="T1" fmla="*/ 0 h 16"/>
                <a:gd name="T2" fmla="*/ 0 w 8"/>
                <a:gd name="T3" fmla="*/ 218 h 16"/>
                <a:gd name="T4" fmla="*/ 63 w 8"/>
                <a:gd name="T5" fmla="*/ 312 h 16"/>
                <a:gd name="T6" fmla="*/ 125 w 8"/>
                <a:gd name="T7" fmla="*/ 253 h 16"/>
                <a:gd name="T8" fmla="*/ 83 w 8"/>
                <a:gd name="T9" fmla="*/ 159 h 16"/>
                <a:gd name="T10" fmla="*/ 50 w 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3" y="4"/>
                    <a:pt x="3" y="9"/>
                    <a:pt x="0" y="11"/>
                  </a:cubicBezTo>
                  <a:cubicBezTo>
                    <a:pt x="3" y="11"/>
                    <a:pt x="3" y="14"/>
                    <a:pt x="4" y="16"/>
                  </a:cubicBezTo>
                  <a:cubicBezTo>
                    <a:pt x="5" y="16"/>
                    <a:pt x="7" y="14"/>
                    <a:pt x="8" y="13"/>
                  </a:cubicBezTo>
                  <a:cubicBezTo>
                    <a:pt x="7" y="11"/>
                    <a:pt x="6" y="10"/>
                    <a:pt x="5" y="8"/>
                  </a:cubicBezTo>
                  <a:cubicBezTo>
                    <a:pt x="5" y="6"/>
                    <a:pt x="6" y="1"/>
                    <a:pt x="3" y="0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9" name="Freeform 425">
              <a:extLst>
                <a:ext uri="{FF2B5EF4-FFF2-40B4-BE49-F238E27FC236}">
                  <a16:creationId xmlns:a16="http://schemas.microsoft.com/office/drawing/2014/main" id="{8E76E980-FE5B-4FB1-8378-9BA33D582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184"/>
              <a:ext cx="33" cy="40"/>
            </a:xfrm>
            <a:custGeom>
              <a:avLst/>
              <a:gdLst>
                <a:gd name="T0" fmla="*/ 0 w 13"/>
                <a:gd name="T1" fmla="*/ 192 h 15"/>
                <a:gd name="T2" fmla="*/ 117 w 13"/>
                <a:gd name="T3" fmla="*/ 264 h 15"/>
                <a:gd name="T4" fmla="*/ 147 w 13"/>
                <a:gd name="T5" fmla="*/ 192 h 15"/>
                <a:gd name="T6" fmla="*/ 213 w 13"/>
                <a:gd name="T7" fmla="*/ 149 h 15"/>
                <a:gd name="T8" fmla="*/ 63 w 13"/>
                <a:gd name="T9" fmla="*/ 0 h 15"/>
                <a:gd name="T10" fmla="*/ 51 w 13"/>
                <a:gd name="T11" fmla="*/ 17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5">
                  <a:moveTo>
                    <a:pt x="0" y="10"/>
                  </a:moveTo>
                  <a:cubicBezTo>
                    <a:pt x="1" y="11"/>
                    <a:pt x="4" y="15"/>
                    <a:pt x="7" y="14"/>
                  </a:cubicBezTo>
                  <a:cubicBezTo>
                    <a:pt x="7" y="13"/>
                    <a:pt x="8" y="11"/>
                    <a:pt x="9" y="10"/>
                  </a:cubicBezTo>
                  <a:cubicBezTo>
                    <a:pt x="10" y="9"/>
                    <a:pt x="11" y="8"/>
                    <a:pt x="13" y="8"/>
                  </a:cubicBezTo>
                  <a:cubicBezTo>
                    <a:pt x="10" y="5"/>
                    <a:pt x="4" y="5"/>
                    <a:pt x="4" y="0"/>
                  </a:cubicBezTo>
                  <a:cubicBezTo>
                    <a:pt x="4" y="3"/>
                    <a:pt x="7" y="7"/>
                    <a:pt x="3" y="9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0" name="Freeform 426">
              <a:extLst>
                <a:ext uri="{FF2B5EF4-FFF2-40B4-BE49-F238E27FC236}">
                  <a16:creationId xmlns:a16="http://schemas.microsoft.com/office/drawing/2014/main" id="{80379330-209D-4D2A-9F20-2FD01EC0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267"/>
              <a:ext cx="32" cy="29"/>
            </a:xfrm>
            <a:custGeom>
              <a:avLst/>
              <a:gdLst>
                <a:gd name="T0" fmla="*/ 12 w 13"/>
                <a:gd name="T1" fmla="*/ 145 h 11"/>
                <a:gd name="T2" fmla="*/ 133 w 13"/>
                <a:gd name="T3" fmla="*/ 111 h 11"/>
                <a:gd name="T4" fmla="*/ 30 w 13"/>
                <a:gd name="T5" fmla="*/ 0 h 11"/>
                <a:gd name="T6" fmla="*/ 0 w 13"/>
                <a:gd name="T7" fmla="*/ 1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" y="8"/>
                  </a:moveTo>
                  <a:cubicBezTo>
                    <a:pt x="2" y="8"/>
                    <a:pt x="13" y="11"/>
                    <a:pt x="9" y="6"/>
                  </a:cubicBezTo>
                  <a:cubicBezTo>
                    <a:pt x="6" y="8"/>
                    <a:pt x="2" y="3"/>
                    <a:pt x="2" y="0"/>
                  </a:cubicBezTo>
                  <a:cubicBezTo>
                    <a:pt x="1" y="3"/>
                    <a:pt x="2" y="5"/>
                    <a:pt x="0" y="7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1" name="Freeform 427">
              <a:extLst>
                <a:ext uri="{FF2B5EF4-FFF2-40B4-BE49-F238E27FC236}">
                  <a16:creationId xmlns:a16="http://schemas.microsoft.com/office/drawing/2014/main" id="{84E21FB5-9890-40F4-BEC6-46E22AFFE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15"/>
              <a:ext cx="17" cy="37"/>
            </a:xfrm>
            <a:custGeom>
              <a:avLst/>
              <a:gdLst>
                <a:gd name="T0" fmla="*/ 12 w 7"/>
                <a:gd name="T1" fmla="*/ 0 h 14"/>
                <a:gd name="T2" fmla="*/ 87 w 7"/>
                <a:gd name="T3" fmla="*/ 90 h 14"/>
                <a:gd name="T4" fmla="*/ 41 w 7"/>
                <a:gd name="T5" fmla="*/ 259 h 14"/>
                <a:gd name="T6" fmla="*/ 29 w 7"/>
                <a:gd name="T7" fmla="*/ 167 h 14"/>
                <a:gd name="T8" fmla="*/ 12 w 7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2" y="3"/>
                    <a:pt x="5" y="3"/>
                    <a:pt x="6" y="5"/>
                  </a:cubicBezTo>
                  <a:cubicBezTo>
                    <a:pt x="7" y="8"/>
                    <a:pt x="5" y="13"/>
                    <a:pt x="3" y="14"/>
                  </a:cubicBezTo>
                  <a:cubicBezTo>
                    <a:pt x="3" y="12"/>
                    <a:pt x="3" y="11"/>
                    <a:pt x="2" y="9"/>
                  </a:cubicBezTo>
                  <a:cubicBezTo>
                    <a:pt x="2" y="7"/>
                    <a:pt x="0" y="4"/>
                    <a:pt x="1" y="2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2" name="Freeform 428">
              <a:extLst>
                <a:ext uri="{FF2B5EF4-FFF2-40B4-BE49-F238E27FC236}">
                  <a16:creationId xmlns:a16="http://schemas.microsoft.com/office/drawing/2014/main" id="{893072AA-52BF-4719-A0C4-BD23197EB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109"/>
              <a:ext cx="13" cy="40"/>
            </a:xfrm>
            <a:custGeom>
              <a:avLst/>
              <a:gdLst>
                <a:gd name="T0" fmla="*/ 0 w 5"/>
                <a:gd name="T1" fmla="*/ 285 h 15"/>
                <a:gd name="T2" fmla="*/ 88 w 5"/>
                <a:gd name="T3" fmla="*/ 136 h 15"/>
                <a:gd name="T4" fmla="*/ 68 w 5"/>
                <a:gd name="T5" fmla="*/ 0 h 15"/>
                <a:gd name="T6" fmla="*/ 21 w 5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5">
                  <a:moveTo>
                    <a:pt x="0" y="15"/>
                  </a:moveTo>
                  <a:cubicBezTo>
                    <a:pt x="0" y="12"/>
                    <a:pt x="2" y="9"/>
                    <a:pt x="5" y="7"/>
                  </a:cubicBezTo>
                  <a:cubicBezTo>
                    <a:pt x="3" y="5"/>
                    <a:pt x="4" y="2"/>
                    <a:pt x="4" y="0"/>
                  </a:cubicBezTo>
                  <a:cubicBezTo>
                    <a:pt x="0" y="2"/>
                    <a:pt x="0" y="7"/>
                    <a:pt x="1" y="11"/>
                  </a:cubicBezTo>
                </a:path>
              </a:pathLst>
            </a:custGeom>
            <a:solidFill>
              <a:srgbClr val="FB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7" name="Bowl-of-rice-with-chopsticks">
            <a:extLst>
              <a:ext uri="{FF2B5EF4-FFF2-40B4-BE49-F238E27FC236}">
                <a16:creationId xmlns:a16="http://schemas.microsoft.com/office/drawing/2014/main" id="{9702494A-AA3F-40F6-8AF5-2492F079DD3B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4124325"/>
            <a:ext cx="1973263" cy="1968500"/>
            <a:chOff x="2251" y="1539"/>
            <a:chExt cx="1243" cy="1240"/>
          </a:xfrm>
        </p:grpSpPr>
        <p:grpSp>
          <p:nvGrpSpPr>
            <p:cNvPr id="63420" name="Group 430">
              <a:extLst>
                <a:ext uri="{FF2B5EF4-FFF2-40B4-BE49-F238E27FC236}">
                  <a16:creationId xmlns:a16="http://schemas.microsoft.com/office/drawing/2014/main" id="{EE9B0FEA-9292-4094-BDE3-D164CFBD10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" y="1539"/>
              <a:ext cx="1243" cy="1240"/>
              <a:chOff x="2251" y="1539"/>
              <a:chExt cx="1243" cy="1240"/>
            </a:xfrm>
          </p:grpSpPr>
          <p:sp>
            <p:nvSpPr>
              <p:cNvPr id="64708" name="Freeform 431">
                <a:extLst>
                  <a:ext uri="{FF2B5EF4-FFF2-40B4-BE49-F238E27FC236}">
                    <a16:creationId xmlns:a16="http://schemas.microsoft.com/office/drawing/2014/main" id="{3AD09436-9692-43DA-BB97-D91B1AFC4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539"/>
                <a:ext cx="253" cy="1186"/>
              </a:xfrm>
              <a:custGeom>
                <a:avLst/>
                <a:gdLst>
                  <a:gd name="T0" fmla="*/ 253 w 253"/>
                  <a:gd name="T1" fmla="*/ 2 h 1186"/>
                  <a:gd name="T2" fmla="*/ 243 w 253"/>
                  <a:gd name="T3" fmla="*/ 0 h 1186"/>
                  <a:gd name="T4" fmla="*/ 83 w 253"/>
                  <a:gd name="T5" fmla="*/ 794 h 1186"/>
                  <a:gd name="T6" fmla="*/ 75 w 253"/>
                  <a:gd name="T7" fmla="*/ 792 h 1186"/>
                  <a:gd name="T8" fmla="*/ 0 w 253"/>
                  <a:gd name="T9" fmla="*/ 1181 h 1186"/>
                  <a:gd name="T10" fmla="*/ 5 w 253"/>
                  <a:gd name="T11" fmla="*/ 1181 h 1186"/>
                  <a:gd name="T12" fmla="*/ 5 w 253"/>
                  <a:gd name="T13" fmla="*/ 1181 h 1186"/>
                  <a:gd name="T14" fmla="*/ 15 w 253"/>
                  <a:gd name="T15" fmla="*/ 1184 h 1186"/>
                  <a:gd name="T16" fmla="*/ 28 w 253"/>
                  <a:gd name="T17" fmla="*/ 1186 h 1186"/>
                  <a:gd name="T18" fmla="*/ 105 w 253"/>
                  <a:gd name="T19" fmla="*/ 800 h 1186"/>
                  <a:gd name="T20" fmla="*/ 100 w 253"/>
                  <a:gd name="T21" fmla="*/ 797 h 1186"/>
                  <a:gd name="T22" fmla="*/ 253 w 253"/>
                  <a:gd name="T23" fmla="*/ 2 h 11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3" h="1186">
                    <a:moveTo>
                      <a:pt x="253" y="2"/>
                    </a:moveTo>
                    <a:lnTo>
                      <a:pt x="243" y="0"/>
                    </a:lnTo>
                    <a:lnTo>
                      <a:pt x="83" y="794"/>
                    </a:lnTo>
                    <a:lnTo>
                      <a:pt x="75" y="792"/>
                    </a:lnTo>
                    <a:lnTo>
                      <a:pt x="0" y="1181"/>
                    </a:lnTo>
                    <a:lnTo>
                      <a:pt x="5" y="1181"/>
                    </a:lnTo>
                    <a:lnTo>
                      <a:pt x="15" y="1184"/>
                    </a:lnTo>
                    <a:lnTo>
                      <a:pt x="28" y="1186"/>
                    </a:lnTo>
                    <a:lnTo>
                      <a:pt x="105" y="800"/>
                    </a:lnTo>
                    <a:lnTo>
                      <a:pt x="100" y="797"/>
                    </a:lnTo>
                    <a:lnTo>
                      <a:pt x="253" y="2"/>
                    </a:lnTo>
                    <a:close/>
                  </a:path>
                </a:pathLst>
              </a:custGeom>
              <a:solidFill>
                <a:srgbClr val="FFF0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09" name="Freeform 432">
                <a:extLst>
                  <a:ext uri="{FF2B5EF4-FFF2-40B4-BE49-F238E27FC236}">
                    <a16:creationId xmlns:a16="http://schemas.microsoft.com/office/drawing/2014/main" id="{B7C19F66-B3D0-41C6-9809-11FD61D5B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600"/>
                <a:ext cx="308" cy="1173"/>
              </a:xfrm>
              <a:custGeom>
                <a:avLst/>
                <a:gdLst>
                  <a:gd name="T0" fmla="*/ 308 w 308"/>
                  <a:gd name="T1" fmla="*/ 3 h 1173"/>
                  <a:gd name="T2" fmla="*/ 298 w 308"/>
                  <a:gd name="T3" fmla="*/ 0 h 1173"/>
                  <a:gd name="T4" fmla="*/ 105 w 308"/>
                  <a:gd name="T5" fmla="*/ 760 h 1173"/>
                  <a:gd name="T6" fmla="*/ 100 w 308"/>
                  <a:gd name="T7" fmla="*/ 757 h 1173"/>
                  <a:gd name="T8" fmla="*/ 0 w 308"/>
                  <a:gd name="T9" fmla="*/ 1165 h 1173"/>
                  <a:gd name="T10" fmla="*/ 15 w 308"/>
                  <a:gd name="T11" fmla="*/ 1171 h 1173"/>
                  <a:gd name="T12" fmla="*/ 23 w 308"/>
                  <a:gd name="T13" fmla="*/ 1171 h 1173"/>
                  <a:gd name="T14" fmla="*/ 23 w 308"/>
                  <a:gd name="T15" fmla="*/ 1171 h 1173"/>
                  <a:gd name="T16" fmla="*/ 28 w 308"/>
                  <a:gd name="T17" fmla="*/ 1173 h 1173"/>
                  <a:gd name="T18" fmla="*/ 130 w 308"/>
                  <a:gd name="T19" fmla="*/ 765 h 1173"/>
                  <a:gd name="T20" fmla="*/ 123 w 308"/>
                  <a:gd name="T21" fmla="*/ 763 h 1173"/>
                  <a:gd name="T22" fmla="*/ 308 w 308"/>
                  <a:gd name="T23" fmla="*/ 3 h 11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8" h="1173">
                    <a:moveTo>
                      <a:pt x="308" y="3"/>
                    </a:moveTo>
                    <a:lnTo>
                      <a:pt x="298" y="0"/>
                    </a:lnTo>
                    <a:lnTo>
                      <a:pt x="105" y="760"/>
                    </a:lnTo>
                    <a:lnTo>
                      <a:pt x="100" y="757"/>
                    </a:lnTo>
                    <a:lnTo>
                      <a:pt x="0" y="1165"/>
                    </a:lnTo>
                    <a:lnTo>
                      <a:pt x="15" y="1171"/>
                    </a:lnTo>
                    <a:lnTo>
                      <a:pt x="23" y="1171"/>
                    </a:lnTo>
                    <a:lnTo>
                      <a:pt x="28" y="1173"/>
                    </a:lnTo>
                    <a:lnTo>
                      <a:pt x="130" y="765"/>
                    </a:lnTo>
                    <a:lnTo>
                      <a:pt x="123" y="763"/>
                    </a:lnTo>
                    <a:lnTo>
                      <a:pt x="308" y="3"/>
                    </a:lnTo>
                    <a:close/>
                  </a:path>
                </a:pathLst>
              </a:custGeom>
              <a:solidFill>
                <a:srgbClr val="FFF0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0" name="Freeform 433">
                <a:extLst>
                  <a:ext uri="{FF2B5EF4-FFF2-40B4-BE49-F238E27FC236}">
                    <a16:creationId xmlns:a16="http://schemas.microsoft.com/office/drawing/2014/main" id="{953637ED-3EB8-47C8-AED3-E26D732D7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720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0 h 1"/>
                  <a:gd name="T4" fmla="*/ 0 w 5"/>
                  <a:gd name="T5" fmla="*/ 0 h 1"/>
                  <a:gd name="T6" fmla="*/ 5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0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1" name="Freeform 434">
                <a:extLst>
                  <a:ext uri="{FF2B5EF4-FFF2-40B4-BE49-F238E27FC236}">
                    <a16:creationId xmlns:a16="http://schemas.microsoft.com/office/drawing/2014/main" id="{2B982E64-54FB-4252-8892-6CF42A25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720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0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2" name="Freeform 435">
                <a:extLst>
                  <a:ext uri="{FF2B5EF4-FFF2-40B4-BE49-F238E27FC236}">
                    <a16:creationId xmlns:a16="http://schemas.microsoft.com/office/drawing/2014/main" id="{51693053-C8CB-4320-B96B-ED9B5D5AB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720"/>
                <a:ext cx="28" cy="11"/>
              </a:xfrm>
              <a:custGeom>
                <a:avLst/>
                <a:gdLst>
                  <a:gd name="T0" fmla="*/ 0 w 28"/>
                  <a:gd name="T1" fmla="*/ 0 h 11"/>
                  <a:gd name="T2" fmla="*/ 5 w 28"/>
                  <a:gd name="T3" fmla="*/ 0 h 11"/>
                  <a:gd name="T4" fmla="*/ 5 w 28"/>
                  <a:gd name="T5" fmla="*/ 0 h 11"/>
                  <a:gd name="T6" fmla="*/ 15 w 28"/>
                  <a:gd name="T7" fmla="*/ 3 h 11"/>
                  <a:gd name="T8" fmla="*/ 28 w 28"/>
                  <a:gd name="T9" fmla="*/ 5 h 11"/>
                  <a:gd name="T10" fmla="*/ 23 w 28"/>
                  <a:gd name="T11" fmla="*/ 11 h 11"/>
                  <a:gd name="T12" fmla="*/ 0 w 28"/>
                  <a:gd name="T13" fmla="*/ 5 h 11"/>
                  <a:gd name="T14" fmla="*/ 0 w 28"/>
                  <a:gd name="T15" fmla="*/ 0 h 11"/>
                  <a:gd name="T16" fmla="*/ 5 w 28"/>
                  <a:gd name="T17" fmla="*/ 0 h 11"/>
                  <a:gd name="T18" fmla="*/ 5 w 28"/>
                  <a:gd name="T19" fmla="*/ 0 h 11"/>
                  <a:gd name="T20" fmla="*/ 0 w 28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1">
                    <a:moveTo>
                      <a:pt x="0" y="0"/>
                    </a:moveTo>
                    <a:lnTo>
                      <a:pt x="5" y="0"/>
                    </a:lnTo>
                    <a:lnTo>
                      <a:pt x="15" y="3"/>
                    </a:lnTo>
                    <a:lnTo>
                      <a:pt x="28" y="5"/>
                    </a:lnTo>
                    <a:lnTo>
                      <a:pt x="23" y="11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E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3" name="Freeform 436">
                <a:extLst>
                  <a:ext uri="{FF2B5EF4-FFF2-40B4-BE49-F238E27FC236}">
                    <a16:creationId xmlns:a16="http://schemas.microsoft.com/office/drawing/2014/main" id="{914C6ECD-F480-4AF7-BC05-0085FBDD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720"/>
                <a:ext cx="28" cy="11"/>
              </a:xfrm>
              <a:custGeom>
                <a:avLst/>
                <a:gdLst>
                  <a:gd name="T0" fmla="*/ 0 w 28"/>
                  <a:gd name="T1" fmla="*/ 0 h 11"/>
                  <a:gd name="T2" fmla="*/ 5 w 28"/>
                  <a:gd name="T3" fmla="*/ 0 h 11"/>
                  <a:gd name="T4" fmla="*/ 5 w 28"/>
                  <a:gd name="T5" fmla="*/ 0 h 11"/>
                  <a:gd name="T6" fmla="*/ 15 w 28"/>
                  <a:gd name="T7" fmla="*/ 3 h 11"/>
                  <a:gd name="T8" fmla="*/ 28 w 28"/>
                  <a:gd name="T9" fmla="*/ 5 h 11"/>
                  <a:gd name="T10" fmla="*/ 23 w 28"/>
                  <a:gd name="T11" fmla="*/ 11 h 11"/>
                  <a:gd name="T12" fmla="*/ 0 w 28"/>
                  <a:gd name="T13" fmla="*/ 5 h 11"/>
                  <a:gd name="T14" fmla="*/ 0 w 28"/>
                  <a:gd name="T15" fmla="*/ 0 h 11"/>
                  <a:gd name="T16" fmla="*/ 5 w 28"/>
                  <a:gd name="T17" fmla="*/ 0 h 11"/>
                  <a:gd name="T18" fmla="*/ 5 w 28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1">
                    <a:moveTo>
                      <a:pt x="0" y="0"/>
                    </a:moveTo>
                    <a:lnTo>
                      <a:pt x="5" y="0"/>
                    </a:lnTo>
                    <a:lnTo>
                      <a:pt x="15" y="3"/>
                    </a:lnTo>
                    <a:lnTo>
                      <a:pt x="28" y="5"/>
                    </a:lnTo>
                    <a:lnTo>
                      <a:pt x="23" y="11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4" name="Freeform 437">
                <a:extLst>
                  <a:ext uri="{FF2B5EF4-FFF2-40B4-BE49-F238E27FC236}">
                    <a16:creationId xmlns:a16="http://schemas.microsoft.com/office/drawing/2014/main" id="{3B054E7A-DEA2-444F-BC82-195DE7D66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765"/>
                <a:ext cx="28" cy="14"/>
              </a:xfrm>
              <a:custGeom>
                <a:avLst/>
                <a:gdLst>
                  <a:gd name="T0" fmla="*/ 0 w 28"/>
                  <a:gd name="T1" fmla="*/ 0 h 14"/>
                  <a:gd name="T2" fmla="*/ 5 w 28"/>
                  <a:gd name="T3" fmla="*/ 3 h 14"/>
                  <a:gd name="T4" fmla="*/ 5 w 28"/>
                  <a:gd name="T5" fmla="*/ 3 h 14"/>
                  <a:gd name="T6" fmla="*/ 15 w 28"/>
                  <a:gd name="T7" fmla="*/ 6 h 14"/>
                  <a:gd name="T8" fmla="*/ 28 w 28"/>
                  <a:gd name="T9" fmla="*/ 8 h 14"/>
                  <a:gd name="T10" fmla="*/ 23 w 28"/>
                  <a:gd name="T11" fmla="*/ 14 h 14"/>
                  <a:gd name="T12" fmla="*/ 3 w 28"/>
                  <a:gd name="T13" fmla="*/ 8 h 14"/>
                  <a:gd name="T14" fmla="*/ 0 w 28"/>
                  <a:gd name="T15" fmla="*/ 0 h 14"/>
                  <a:gd name="T16" fmla="*/ 5 w 28"/>
                  <a:gd name="T17" fmla="*/ 3 h 14"/>
                  <a:gd name="T18" fmla="*/ 5 w 28"/>
                  <a:gd name="T19" fmla="*/ 3 h 14"/>
                  <a:gd name="T20" fmla="*/ 0 w 28"/>
                  <a:gd name="T21" fmla="*/ 0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4">
                    <a:moveTo>
                      <a:pt x="0" y="0"/>
                    </a:moveTo>
                    <a:lnTo>
                      <a:pt x="5" y="3"/>
                    </a:lnTo>
                    <a:lnTo>
                      <a:pt x="15" y="6"/>
                    </a:lnTo>
                    <a:lnTo>
                      <a:pt x="28" y="8"/>
                    </a:lnTo>
                    <a:lnTo>
                      <a:pt x="23" y="14"/>
                    </a:lnTo>
                    <a:lnTo>
                      <a:pt x="3" y="8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E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5" name="Freeform 438">
                <a:extLst>
                  <a:ext uri="{FF2B5EF4-FFF2-40B4-BE49-F238E27FC236}">
                    <a16:creationId xmlns:a16="http://schemas.microsoft.com/office/drawing/2014/main" id="{042F5C48-EFF2-47A8-A36A-9624C8CDD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765"/>
                <a:ext cx="28" cy="14"/>
              </a:xfrm>
              <a:custGeom>
                <a:avLst/>
                <a:gdLst>
                  <a:gd name="T0" fmla="*/ 0 w 28"/>
                  <a:gd name="T1" fmla="*/ 0 h 14"/>
                  <a:gd name="T2" fmla="*/ 5 w 28"/>
                  <a:gd name="T3" fmla="*/ 3 h 14"/>
                  <a:gd name="T4" fmla="*/ 5 w 28"/>
                  <a:gd name="T5" fmla="*/ 3 h 14"/>
                  <a:gd name="T6" fmla="*/ 15 w 28"/>
                  <a:gd name="T7" fmla="*/ 6 h 14"/>
                  <a:gd name="T8" fmla="*/ 28 w 28"/>
                  <a:gd name="T9" fmla="*/ 8 h 14"/>
                  <a:gd name="T10" fmla="*/ 23 w 28"/>
                  <a:gd name="T11" fmla="*/ 14 h 14"/>
                  <a:gd name="T12" fmla="*/ 3 w 28"/>
                  <a:gd name="T13" fmla="*/ 8 h 14"/>
                  <a:gd name="T14" fmla="*/ 0 w 28"/>
                  <a:gd name="T15" fmla="*/ 0 h 14"/>
                  <a:gd name="T16" fmla="*/ 5 w 28"/>
                  <a:gd name="T17" fmla="*/ 3 h 14"/>
                  <a:gd name="T18" fmla="*/ 5 w 28"/>
                  <a:gd name="T19" fmla="*/ 3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4">
                    <a:moveTo>
                      <a:pt x="0" y="0"/>
                    </a:moveTo>
                    <a:lnTo>
                      <a:pt x="5" y="3"/>
                    </a:lnTo>
                    <a:lnTo>
                      <a:pt x="15" y="6"/>
                    </a:lnTo>
                    <a:lnTo>
                      <a:pt x="28" y="8"/>
                    </a:lnTo>
                    <a:lnTo>
                      <a:pt x="23" y="14"/>
                    </a:lnTo>
                    <a:lnTo>
                      <a:pt x="3" y="8"/>
                    </a:lnTo>
                    <a:lnTo>
                      <a:pt x="0" y="0"/>
                    </a:lnTo>
                    <a:lnTo>
                      <a:pt x="5" y="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6" name="Freeform 439">
                <a:extLst>
                  <a:ext uri="{FF2B5EF4-FFF2-40B4-BE49-F238E27FC236}">
                    <a16:creationId xmlns:a16="http://schemas.microsoft.com/office/drawing/2014/main" id="{4CE8B9C6-DA4E-468D-9A7D-60689B575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20"/>
                <a:ext cx="948" cy="528"/>
              </a:xfrm>
              <a:custGeom>
                <a:avLst/>
                <a:gdLst>
                  <a:gd name="T0" fmla="*/ 2754 w 379"/>
                  <a:gd name="T1" fmla="*/ 2333 h 198"/>
                  <a:gd name="T2" fmla="*/ 363 w 379"/>
                  <a:gd name="T3" fmla="*/ 1117 h 198"/>
                  <a:gd name="T4" fmla="*/ 0 w 379"/>
                  <a:gd name="T5" fmla="*/ 341 h 198"/>
                  <a:gd name="T6" fmla="*/ 2021 w 379"/>
                  <a:gd name="T7" fmla="*/ 3584 h 198"/>
                  <a:gd name="T8" fmla="*/ 2879 w 379"/>
                  <a:gd name="T9" fmla="*/ 3755 h 198"/>
                  <a:gd name="T10" fmla="*/ 3805 w 379"/>
                  <a:gd name="T11" fmla="*/ 3584 h 198"/>
                  <a:gd name="T12" fmla="*/ 5931 w 379"/>
                  <a:gd name="T13" fmla="*/ 0 h 198"/>
                  <a:gd name="T14" fmla="*/ 5913 w 379"/>
                  <a:gd name="T15" fmla="*/ 0 h 198"/>
                  <a:gd name="T16" fmla="*/ 2754 w 379"/>
                  <a:gd name="T17" fmla="*/ 2333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9" h="198">
                    <a:moveTo>
                      <a:pt x="176" y="123"/>
                    </a:moveTo>
                    <a:cubicBezTo>
                      <a:pt x="114" y="123"/>
                      <a:pt x="57" y="99"/>
                      <a:pt x="23" y="59"/>
                    </a:cubicBezTo>
                    <a:cubicBezTo>
                      <a:pt x="13" y="46"/>
                      <a:pt x="5" y="32"/>
                      <a:pt x="0" y="18"/>
                    </a:cubicBezTo>
                    <a:cubicBezTo>
                      <a:pt x="11" y="53"/>
                      <a:pt x="49" y="154"/>
                      <a:pt x="129" y="189"/>
                    </a:cubicBezTo>
                    <a:cubicBezTo>
                      <a:pt x="146" y="196"/>
                      <a:pt x="165" y="198"/>
                      <a:pt x="184" y="198"/>
                    </a:cubicBezTo>
                    <a:cubicBezTo>
                      <a:pt x="205" y="198"/>
                      <a:pt x="225" y="197"/>
                      <a:pt x="243" y="189"/>
                    </a:cubicBezTo>
                    <a:cubicBezTo>
                      <a:pt x="342" y="147"/>
                      <a:pt x="379" y="0"/>
                      <a:pt x="379" y="0"/>
                    </a:cubicBezTo>
                    <a:cubicBezTo>
                      <a:pt x="378" y="0"/>
                      <a:pt x="378" y="0"/>
                      <a:pt x="378" y="0"/>
                    </a:cubicBezTo>
                    <a:cubicBezTo>
                      <a:pt x="350" y="74"/>
                      <a:pt x="272" y="123"/>
                      <a:pt x="176" y="123"/>
                    </a:cubicBezTo>
                    <a:close/>
                  </a:path>
                </a:pathLst>
              </a:custGeom>
              <a:solidFill>
                <a:srgbClr val="E9EF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7" name="Freeform 440">
                <a:extLst>
                  <a:ext uri="{FF2B5EF4-FFF2-40B4-BE49-F238E27FC236}">
                    <a16:creationId xmlns:a16="http://schemas.microsoft.com/office/drawing/2014/main" id="{45A66901-7963-4611-9E95-9461FF7DA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589"/>
                <a:ext cx="1010" cy="859"/>
              </a:xfrm>
              <a:custGeom>
                <a:avLst/>
                <a:gdLst>
                  <a:gd name="T0" fmla="*/ 95 w 404"/>
                  <a:gd name="T1" fmla="*/ 3039 h 322"/>
                  <a:gd name="T2" fmla="*/ 520 w 404"/>
                  <a:gd name="T3" fmla="*/ 4895 h 322"/>
                  <a:gd name="T4" fmla="*/ 2908 w 404"/>
                  <a:gd name="T5" fmla="*/ 6114 h 322"/>
                  <a:gd name="T6" fmla="*/ 6188 w 404"/>
                  <a:gd name="T7" fmla="*/ 3303 h 322"/>
                  <a:gd name="T8" fmla="*/ 5770 w 404"/>
                  <a:gd name="T9" fmla="*/ 1275 h 322"/>
                  <a:gd name="T10" fmla="*/ 3425 w 404"/>
                  <a:gd name="T11" fmla="*/ 0 h 322"/>
                  <a:gd name="T12" fmla="*/ 95 w 404"/>
                  <a:gd name="T13" fmla="*/ 3039 h 3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4" h="322">
                    <a:moveTo>
                      <a:pt x="6" y="160"/>
                    </a:moveTo>
                    <a:cubicBezTo>
                      <a:pt x="0" y="194"/>
                      <a:pt x="9" y="229"/>
                      <a:pt x="33" y="258"/>
                    </a:cubicBezTo>
                    <a:cubicBezTo>
                      <a:pt x="67" y="298"/>
                      <a:pt x="124" y="322"/>
                      <a:pt x="186" y="322"/>
                    </a:cubicBezTo>
                    <a:cubicBezTo>
                      <a:pt x="292" y="322"/>
                      <a:pt x="377" y="262"/>
                      <a:pt x="396" y="174"/>
                    </a:cubicBezTo>
                    <a:cubicBezTo>
                      <a:pt x="404" y="136"/>
                      <a:pt x="395" y="98"/>
                      <a:pt x="369" y="67"/>
                    </a:cubicBezTo>
                    <a:cubicBezTo>
                      <a:pt x="335" y="25"/>
                      <a:pt x="279" y="0"/>
                      <a:pt x="219" y="0"/>
                    </a:cubicBezTo>
                    <a:cubicBezTo>
                      <a:pt x="111" y="0"/>
                      <a:pt x="24" y="66"/>
                      <a:pt x="6" y="160"/>
                    </a:cubicBezTo>
                    <a:close/>
                  </a:path>
                </a:pathLst>
              </a:custGeom>
              <a:solidFill>
                <a:srgbClr val="B9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8" name="Freeform 441">
                <a:extLst>
                  <a:ext uri="{FF2B5EF4-FFF2-40B4-BE49-F238E27FC236}">
                    <a16:creationId xmlns:a16="http://schemas.microsoft.com/office/drawing/2014/main" id="{290AB8A3-8673-4A2C-B1B7-8EB5EB2AB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16"/>
                <a:ext cx="1000" cy="805"/>
              </a:xfrm>
              <a:custGeom>
                <a:avLst/>
                <a:gdLst>
                  <a:gd name="T0" fmla="*/ 238 w 400"/>
                  <a:gd name="T1" fmla="*/ 2863 h 302"/>
                  <a:gd name="T2" fmla="*/ 3363 w 400"/>
                  <a:gd name="T3" fmla="*/ 0 h 302"/>
                  <a:gd name="T4" fmla="*/ 5970 w 400"/>
                  <a:gd name="T5" fmla="*/ 3071 h 302"/>
                  <a:gd name="T6" fmla="*/ 2863 w 400"/>
                  <a:gd name="T7" fmla="*/ 5720 h 302"/>
                  <a:gd name="T8" fmla="*/ 238 w 400"/>
                  <a:gd name="T9" fmla="*/ 2863 h 3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0" h="302">
                    <a:moveTo>
                      <a:pt x="15" y="151"/>
                    </a:moveTo>
                    <a:cubicBezTo>
                      <a:pt x="32" y="62"/>
                      <a:pt x="113" y="0"/>
                      <a:pt x="215" y="0"/>
                    </a:cubicBezTo>
                    <a:cubicBezTo>
                      <a:pt x="317" y="0"/>
                      <a:pt x="400" y="76"/>
                      <a:pt x="382" y="162"/>
                    </a:cubicBezTo>
                    <a:cubicBezTo>
                      <a:pt x="364" y="243"/>
                      <a:pt x="285" y="302"/>
                      <a:pt x="183" y="302"/>
                    </a:cubicBezTo>
                    <a:cubicBezTo>
                      <a:pt x="82" y="302"/>
                      <a:pt x="0" y="233"/>
                      <a:pt x="15" y="151"/>
                    </a:cubicBezTo>
                    <a:close/>
                  </a:path>
                </a:pathLst>
              </a:custGeom>
              <a:solidFill>
                <a:srgbClr val="85A3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19" name="Freeform 442">
                <a:extLst>
                  <a:ext uri="{FF2B5EF4-FFF2-40B4-BE49-F238E27FC236}">
                    <a16:creationId xmlns:a16="http://schemas.microsoft.com/office/drawing/2014/main" id="{2C730CF5-D5F3-4F41-AF98-C41C6C598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675"/>
                <a:ext cx="785" cy="746"/>
              </a:xfrm>
              <a:custGeom>
                <a:avLst/>
                <a:gdLst>
                  <a:gd name="T0" fmla="*/ 3520 w 314"/>
                  <a:gd name="T1" fmla="*/ 0 h 280"/>
                  <a:gd name="T2" fmla="*/ 4583 w 314"/>
                  <a:gd name="T3" fmla="*/ 2555 h 280"/>
                  <a:gd name="T4" fmla="*/ 1488 w 314"/>
                  <a:gd name="T5" fmla="*/ 5203 h 280"/>
                  <a:gd name="T6" fmla="*/ 0 w 314"/>
                  <a:gd name="T7" fmla="*/ 4785 h 280"/>
                  <a:gd name="T8" fmla="*/ 1613 w 314"/>
                  <a:gd name="T9" fmla="*/ 5297 h 280"/>
                  <a:gd name="T10" fmla="*/ 4720 w 314"/>
                  <a:gd name="T11" fmla="*/ 2648 h 280"/>
                  <a:gd name="T12" fmla="*/ 3520 w 314"/>
                  <a:gd name="T13" fmla="*/ 0 h 2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4" h="280">
                    <a:moveTo>
                      <a:pt x="225" y="0"/>
                    </a:moveTo>
                    <a:cubicBezTo>
                      <a:pt x="275" y="29"/>
                      <a:pt x="305" y="80"/>
                      <a:pt x="293" y="135"/>
                    </a:cubicBezTo>
                    <a:cubicBezTo>
                      <a:pt x="276" y="217"/>
                      <a:pt x="197" y="275"/>
                      <a:pt x="95" y="275"/>
                    </a:cubicBezTo>
                    <a:cubicBezTo>
                      <a:pt x="60" y="275"/>
                      <a:pt x="27" y="267"/>
                      <a:pt x="0" y="253"/>
                    </a:cubicBezTo>
                    <a:cubicBezTo>
                      <a:pt x="29" y="270"/>
                      <a:pt x="65" y="280"/>
                      <a:pt x="103" y="280"/>
                    </a:cubicBezTo>
                    <a:cubicBezTo>
                      <a:pt x="205" y="280"/>
                      <a:pt x="284" y="221"/>
                      <a:pt x="302" y="140"/>
                    </a:cubicBezTo>
                    <a:cubicBezTo>
                      <a:pt x="314" y="82"/>
                      <a:pt x="280" y="28"/>
                      <a:pt x="225" y="0"/>
                    </a:cubicBezTo>
                    <a:close/>
                  </a:path>
                </a:pathLst>
              </a:custGeom>
              <a:solidFill>
                <a:srgbClr val="006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0" name="Freeform 443">
                <a:extLst>
                  <a:ext uri="{FF2B5EF4-FFF2-40B4-BE49-F238E27FC236}">
                    <a16:creationId xmlns:a16="http://schemas.microsoft.com/office/drawing/2014/main" id="{E4F4F246-C9F1-48C9-A251-B542F2CA3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616"/>
                <a:ext cx="848" cy="685"/>
              </a:xfrm>
              <a:custGeom>
                <a:avLst/>
                <a:gdLst>
                  <a:gd name="T0" fmla="*/ 250 w 339"/>
                  <a:gd name="T1" fmla="*/ 2991 h 257"/>
                  <a:gd name="T2" fmla="*/ 3379 w 339"/>
                  <a:gd name="T3" fmla="*/ 149 h 257"/>
                  <a:gd name="T4" fmla="*/ 5306 w 339"/>
                  <a:gd name="T5" fmla="*/ 986 h 257"/>
                  <a:gd name="T6" fmla="*/ 3254 w 339"/>
                  <a:gd name="T7" fmla="*/ 0 h 257"/>
                  <a:gd name="T8" fmla="*/ 125 w 339"/>
                  <a:gd name="T9" fmla="*/ 2855 h 257"/>
                  <a:gd name="T10" fmla="*/ 770 w 339"/>
                  <a:gd name="T11" fmla="*/ 4867 h 257"/>
                  <a:gd name="T12" fmla="*/ 250 w 339"/>
                  <a:gd name="T13" fmla="*/ 2991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9" h="257">
                    <a:moveTo>
                      <a:pt x="16" y="158"/>
                    </a:moveTo>
                    <a:cubicBezTo>
                      <a:pt x="33" y="69"/>
                      <a:pt x="114" y="8"/>
                      <a:pt x="216" y="8"/>
                    </a:cubicBezTo>
                    <a:cubicBezTo>
                      <a:pt x="264" y="8"/>
                      <a:pt x="308" y="25"/>
                      <a:pt x="339" y="52"/>
                    </a:cubicBezTo>
                    <a:cubicBezTo>
                      <a:pt x="308" y="20"/>
                      <a:pt x="261" y="0"/>
                      <a:pt x="208" y="0"/>
                    </a:cubicBezTo>
                    <a:cubicBezTo>
                      <a:pt x="106" y="0"/>
                      <a:pt x="25" y="62"/>
                      <a:pt x="8" y="151"/>
                    </a:cubicBezTo>
                    <a:cubicBezTo>
                      <a:pt x="0" y="192"/>
                      <a:pt x="17" y="230"/>
                      <a:pt x="49" y="257"/>
                    </a:cubicBezTo>
                    <a:cubicBezTo>
                      <a:pt x="22" y="231"/>
                      <a:pt x="9" y="196"/>
                      <a:pt x="16" y="158"/>
                    </a:cubicBezTo>
                    <a:close/>
                  </a:path>
                </a:pathLst>
              </a:custGeom>
              <a:solidFill>
                <a:srgbClr val="006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1" name="Freeform 444">
                <a:extLst>
                  <a:ext uri="{FF2B5EF4-FFF2-40B4-BE49-F238E27FC236}">
                    <a16:creationId xmlns:a16="http://schemas.microsoft.com/office/drawing/2014/main" id="{9A1DB7F0-EB79-42DF-9CF8-747380AE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280"/>
                <a:ext cx="495" cy="368"/>
              </a:xfrm>
              <a:custGeom>
                <a:avLst/>
                <a:gdLst>
                  <a:gd name="T0" fmla="*/ 520 w 198"/>
                  <a:gd name="T1" fmla="*/ 1387 h 138"/>
                  <a:gd name="T2" fmla="*/ 3095 w 198"/>
                  <a:gd name="T3" fmla="*/ 0 h 138"/>
                  <a:gd name="T4" fmla="*/ 1500 w 198"/>
                  <a:gd name="T5" fmla="*/ 2296 h 138"/>
                  <a:gd name="T6" fmla="*/ 0 w 198"/>
                  <a:gd name="T7" fmla="*/ 2467 h 138"/>
                  <a:gd name="T8" fmla="*/ 1563 w 198"/>
                  <a:gd name="T9" fmla="*/ 1821 h 138"/>
                  <a:gd name="T10" fmla="*/ 520 w 198"/>
                  <a:gd name="T11" fmla="*/ 1387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8" h="138">
                    <a:moveTo>
                      <a:pt x="33" y="73"/>
                    </a:moveTo>
                    <a:cubicBezTo>
                      <a:pt x="68" y="76"/>
                      <a:pt x="149" y="62"/>
                      <a:pt x="198" y="0"/>
                    </a:cubicBezTo>
                    <a:cubicBezTo>
                      <a:pt x="193" y="20"/>
                      <a:pt x="151" y="89"/>
                      <a:pt x="96" y="121"/>
                    </a:cubicBezTo>
                    <a:cubicBezTo>
                      <a:pt x="75" y="131"/>
                      <a:pt x="21" y="138"/>
                      <a:pt x="0" y="130"/>
                    </a:cubicBezTo>
                    <a:cubicBezTo>
                      <a:pt x="30" y="130"/>
                      <a:pt x="94" y="119"/>
                      <a:pt x="100" y="96"/>
                    </a:cubicBezTo>
                    <a:cubicBezTo>
                      <a:pt x="105" y="73"/>
                      <a:pt x="42" y="83"/>
                      <a:pt x="33" y="73"/>
                    </a:cubicBezTo>
                    <a:close/>
                  </a:path>
                </a:pathLst>
              </a:custGeom>
              <a:solidFill>
                <a:srgbClr val="C9DF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2" name="Freeform 445">
                <a:extLst>
                  <a:ext uri="{FF2B5EF4-FFF2-40B4-BE49-F238E27FC236}">
                    <a16:creationId xmlns:a16="http://schemas.microsoft.com/office/drawing/2014/main" id="{D2D8EB00-646C-40A8-8602-D0DF59CBF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60"/>
                <a:ext cx="248" cy="251"/>
              </a:xfrm>
              <a:custGeom>
                <a:avLst/>
                <a:gdLst>
                  <a:gd name="T0" fmla="*/ 1556 w 99"/>
                  <a:gd name="T1" fmla="*/ 1789 h 94"/>
                  <a:gd name="T2" fmla="*/ 0 w 99"/>
                  <a:gd name="T3" fmla="*/ 0 h 94"/>
                  <a:gd name="T4" fmla="*/ 1556 w 99"/>
                  <a:gd name="T5" fmla="*/ 178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94">
                    <a:moveTo>
                      <a:pt x="99" y="94"/>
                    </a:moveTo>
                    <a:cubicBezTo>
                      <a:pt x="51" y="76"/>
                      <a:pt x="6" y="16"/>
                      <a:pt x="0" y="0"/>
                    </a:cubicBezTo>
                    <a:cubicBezTo>
                      <a:pt x="9" y="15"/>
                      <a:pt x="68" y="79"/>
                      <a:pt x="99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3" name="Freeform 446">
                <a:extLst>
                  <a:ext uri="{FF2B5EF4-FFF2-40B4-BE49-F238E27FC236}">
                    <a16:creationId xmlns:a16="http://schemas.microsoft.com/office/drawing/2014/main" id="{B14B0A56-1B54-4042-BF01-105BF933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808"/>
                <a:ext cx="68" cy="253"/>
              </a:xfrm>
              <a:custGeom>
                <a:avLst/>
                <a:gdLst>
                  <a:gd name="T0" fmla="*/ 254 w 27"/>
                  <a:gd name="T1" fmla="*/ 1795 h 95"/>
                  <a:gd name="T2" fmla="*/ 0 w 27"/>
                  <a:gd name="T3" fmla="*/ 0 h 95"/>
                  <a:gd name="T4" fmla="*/ 254 w 27"/>
                  <a:gd name="T5" fmla="*/ 179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5">
                    <a:moveTo>
                      <a:pt x="16" y="95"/>
                    </a:moveTo>
                    <a:cubicBezTo>
                      <a:pt x="27" y="68"/>
                      <a:pt x="19" y="16"/>
                      <a:pt x="0" y="0"/>
                    </a:cubicBezTo>
                    <a:cubicBezTo>
                      <a:pt x="10" y="16"/>
                      <a:pt x="21" y="64"/>
                      <a:pt x="16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4" name="Freeform 447">
                <a:extLst>
                  <a:ext uri="{FF2B5EF4-FFF2-40B4-BE49-F238E27FC236}">
                    <a16:creationId xmlns:a16="http://schemas.microsoft.com/office/drawing/2014/main" id="{7E1DAEEC-E5C6-442B-BA89-ED857057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339"/>
                <a:ext cx="65" cy="250"/>
              </a:xfrm>
              <a:custGeom>
                <a:avLst/>
                <a:gdLst>
                  <a:gd name="T0" fmla="*/ 0 w 26"/>
                  <a:gd name="T1" fmla="*/ 1769 h 94"/>
                  <a:gd name="T2" fmla="*/ 300 w 26"/>
                  <a:gd name="T3" fmla="*/ 0 h 94"/>
                  <a:gd name="T4" fmla="*/ 408 w 26"/>
                  <a:gd name="T5" fmla="*/ 21 h 94"/>
                  <a:gd name="T6" fmla="*/ 300 w 26"/>
                  <a:gd name="T7" fmla="*/ 226 h 94"/>
                  <a:gd name="T8" fmla="*/ 0 w 26"/>
                  <a:gd name="T9" fmla="*/ 1769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94">
                    <a:moveTo>
                      <a:pt x="0" y="94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3" y="1"/>
                      <a:pt x="21" y="5"/>
                      <a:pt x="19" y="12"/>
                    </a:cubicBezTo>
                    <a:cubicBezTo>
                      <a:pt x="18" y="19"/>
                      <a:pt x="0" y="9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5" name="Freeform 448">
                <a:extLst>
                  <a:ext uri="{FF2B5EF4-FFF2-40B4-BE49-F238E27FC236}">
                    <a16:creationId xmlns:a16="http://schemas.microsoft.com/office/drawing/2014/main" id="{5FFC7CF1-6CFA-49F4-8FC8-815E02558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65"/>
                <a:ext cx="78" cy="248"/>
              </a:xfrm>
              <a:custGeom>
                <a:avLst/>
                <a:gdLst>
                  <a:gd name="T0" fmla="*/ 0 w 31"/>
                  <a:gd name="T1" fmla="*/ 1763 h 93"/>
                  <a:gd name="T2" fmla="*/ 380 w 31"/>
                  <a:gd name="T3" fmla="*/ 0 h 93"/>
                  <a:gd name="T4" fmla="*/ 493 w 31"/>
                  <a:gd name="T5" fmla="*/ 35 h 93"/>
                  <a:gd name="T6" fmla="*/ 367 w 31"/>
                  <a:gd name="T7" fmla="*/ 227 h 93"/>
                  <a:gd name="T8" fmla="*/ 0 w 31"/>
                  <a:gd name="T9" fmla="*/ 1763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93">
                    <a:moveTo>
                      <a:pt x="0" y="93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8" y="1"/>
                      <a:pt x="25" y="5"/>
                      <a:pt x="23" y="12"/>
                    </a:cubicBezTo>
                    <a:cubicBezTo>
                      <a:pt x="21" y="19"/>
                      <a:pt x="0" y="93"/>
                      <a:pt x="0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6" name="Freeform 449">
                <a:extLst>
                  <a:ext uri="{FF2B5EF4-FFF2-40B4-BE49-F238E27FC236}">
                    <a16:creationId xmlns:a16="http://schemas.microsoft.com/office/drawing/2014/main" id="{F01C1E4A-E3F5-431D-B33A-4F6BFDC8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589"/>
                <a:ext cx="1010" cy="859"/>
              </a:xfrm>
              <a:custGeom>
                <a:avLst/>
                <a:gdLst>
                  <a:gd name="T0" fmla="*/ 95 w 404"/>
                  <a:gd name="T1" fmla="*/ 3039 h 322"/>
                  <a:gd name="T2" fmla="*/ 520 w 404"/>
                  <a:gd name="T3" fmla="*/ 4895 h 322"/>
                  <a:gd name="T4" fmla="*/ 2908 w 404"/>
                  <a:gd name="T5" fmla="*/ 6114 h 322"/>
                  <a:gd name="T6" fmla="*/ 6188 w 404"/>
                  <a:gd name="T7" fmla="*/ 3303 h 322"/>
                  <a:gd name="T8" fmla="*/ 5770 w 404"/>
                  <a:gd name="T9" fmla="*/ 1275 h 322"/>
                  <a:gd name="T10" fmla="*/ 3425 w 404"/>
                  <a:gd name="T11" fmla="*/ 0 h 322"/>
                  <a:gd name="T12" fmla="*/ 95 w 404"/>
                  <a:gd name="T13" fmla="*/ 3039 h 3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4" h="322">
                    <a:moveTo>
                      <a:pt x="6" y="160"/>
                    </a:moveTo>
                    <a:cubicBezTo>
                      <a:pt x="0" y="194"/>
                      <a:pt x="9" y="229"/>
                      <a:pt x="33" y="258"/>
                    </a:cubicBezTo>
                    <a:cubicBezTo>
                      <a:pt x="67" y="298"/>
                      <a:pt x="124" y="322"/>
                      <a:pt x="186" y="322"/>
                    </a:cubicBezTo>
                    <a:cubicBezTo>
                      <a:pt x="292" y="322"/>
                      <a:pt x="377" y="262"/>
                      <a:pt x="396" y="174"/>
                    </a:cubicBezTo>
                    <a:cubicBezTo>
                      <a:pt x="404" y="136"/>
                      <a:pt x="395" y="98"/>
                      <a:pt x="369" y="67"/>
                    </a:cubicBezTo>
                    <a:cubicBezTo>
                      <a:pt x="335" y="25"/>
                      <a:pt x="279" y="0"/>
                      <a:pt x="219" y="0"/>
                    </a:cubicBezTo>
                    <a:cubicBezTo>
                      <a:pt x="111" y="0"/>
                      <a:pt x="24" y="66"/>
                      <a:pt x="6" y="16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7" name="Freeform 450">
                <a:extLst>
                  <a:ext uri="{FF2B5EF4-FFF2-40B4-BE49-F238E27FC236}">
                    <a16:creationId xmlns:a16="http://schemas.microsoft.com/office/drawing/2014/main" id="{3EB4CBDF-E472-400F-ACD4-5F29648C9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20"/>
                <a:ext cx="948" cy="528"/>
              </a:xfrm>
              <a:custGeom>
                <a:avLst/>
                <a:gdLst>
                  <a:gd name="T0" fmla="*/ 2754 w 379"/>
                  <a:gd name="T1" fmla="*/ 2333 h 198"/>
                  <a:gd name="T2" fmla="*/ 363 w 379"/>
                  <a:gd name="T3" fmla="*/ 1117 h 198"/>
                  <a:gd name="T4" fmla="*/ 0 w 379"/>
                  <a:gd name="T5" fmla="*/ 341 h 198"/>
                  <a:gd name="T6" fmla="*/ 2021 w 379"/>
                  <a:gd name="T7" fmla="*/ 3584 h 198"/>
                  <a:gd name="T8" fmla="*/ 2879 w 379"/>
                  <a:gd name="T9" fmla="*/ 3755 h 198"/>
                  <a:gd name="T10" fmla="*/ 3805 w 379"/>
                  <a:gd name="T11" fmla="*/ 3584 h 198"/>
                  <a:gd name="T12" fmla="*/ 5931 w 379"/>
                  <a:gd name="T13" fmla="*/ 0 h 198"/>
                  <a:gd name="T14" fmla="*/ 5913 w 379"/>
                  <a:gd name="T15" fmla="*/ 0 h 198"/>
                  <a:gd name="T16" fmla="*/ 2754 w 379"/>
                  <a:gd name="T17" fmla="*/ 2333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9" h="198">
                    <a:moveTo>
                      <a:pt x="176" y="123"/>
                    </a:moveTo>
                    <a:cubicBezTo>
                      <a:pt x="114" y="123"/>
                      <a:pt x="57" y="99"/>
                      <a:pt x="23" y="59"/>
                    </a:cubicBezTo>
                    <a:cubicBezTo>
                      <a:pt x="13" y="46"/>
                      <a:pt x="5" y="32"/>
                      <a:pt x="0" y="18"/>
                    </a:cubicBezTo>
                    <a:cubicBezTo>
                      <a:pt x="11" y="53"/>
                      <a:pt x="49" y="154"/>
                      <a:pt x="129" y="189"/>
                    </a:cubicBezTo>
                    <a:cubicBezTo>
                      <a:pt x="146" y="196"/>
                      <a:pt x="165" y="198"/>
                      <a:pt x="184" y="198"/>
                    </a:cubicBezTo>
                    <a:cubicBezTo>
                      <a:pt x="205" y="198"/>
                      <a:pt x="225" y="197"/>
                      <a:pt x="243" y="189"/>
                    </a:cubicBezTo>
                    <a:cubicBezTo>
                      <a:pt x="342" y="147"/>
                      <a:pt x="379" y="0"/>
                      <a:pt x="379" y="0"/>
                    </a:cubicBezTo>
                    <a:cubicBezTo>
                      <a:pt x="378" y="0"/>
                      <a:pt x="378" y="0"/>
                      <a:pt x="378" y="0"/>
                    </a:cubicBezTo>
                    <a:cubicBezTo>
                      <a:pt x="350" y="74"/>
                      <a:pt x="272" y="123"/>
                      <a:pt x="176" y="1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8" name="Freeform 451">
                <a:extLst>
                  <a:ext uri="{FF2B5EF4-FFF2-40B4-BE49-F238E27FC236}">
                    <a16:creationId xmlns:a16="http://schemas.microsoft.com/office/drawing/2014/main" id="{DD4A51F6-3F57-427C-A69C-E8CDB061F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579"/>
                <a:ext cx="948" cy="842"/>
              </a:xfrm>
              <a:custGeom>
                <a:avLst/>
                <a:gdLst>
                  <a:gd name="T0" fmla="*/ 4993 w 379"/>
                  <a:gd name="T1" fmla="*/ 5033 h 316"/>
                  <a:gd name="T2" fmla="*/ 2721 w 379"/>
                  <a:gd name="T3" fmla="*/ 5979 h 316"/>
                  <a:gd name="T4" fmla="*/ 208 w 379"/>
                  <a:gd name="T5" fmla="*/ 4274 h 316"/>
                  <a:gd name="T6" fmla="*/ 158 w 379"/>
                  <a:gd name="T7" fmla="*/ 4031 h 316"/>
                  <a:gd name="T8" fmla="*/ 50 w 379"/>
                  <a:gd name="T9" fmla="*/ 3728 h 316"/>
                  <a:gd name="T10" fmla="*/ 50 w 379"/>
                  <a:gd name="T11" fmla="*/ 3523 h 316"/>
                  <a:gd name="T12" fmla="*/ 145 w 379"/>
                  <a:gd name="T13" fmla="*/ 2705 h 316"/>
                  <a:gd name="T14" fmla="*/ 300 w 379"/>
                  <a:gd name="T15" fmla="*/ 2286 h 316"/>
                  <a:gd name="T16" fmla="*/ 520 w 379"/>
                  <a:gd name="T17" fmla="*/ 1684 h 316"/>
                  <a:gd name="T18" fmla="*/ 658 w 379"/>
                  <a:gd name="T19" fmla="*/ 1420 h 316"/>
                  <a:gd name="T20" fmla="*/ 783 w 379"/>
                  <a:gd name="T21" fmla="*/ 1284 h 316"/>
                  <a:gd name="T22" fmla="*/ 895 w 379"/>
                  <a:gd name="T23" fmla="*/ 1135 h 316"/>
                  <a:gd name="T24" fmla="*/ 1096 w 379"/>
                  <a:gd name="T25" fmla="*/ 815 h 316"/>
                  <a:gd name="T26" fmla="*/ 1301 w 379"/>
                  <a:gd name="T27" fmla="*/ 682 h 316"/>
                  <a:gd name="T28" fmla="*/ 1438 w 379"/>
                  <a:gd name="T29" fmla="*/ 624 h 316"/>
                  <a:gd name="T30" fmla="*/ 1626 w 379"/>
                  <a:gd name="T31" fmla="*/ 397 h 316"/>
                  <a:gd name="T32" fmla="*/ 1676 w 379"/>
                  <a:gd name="T33" fmla="*/ 320 h 316"/>
                  <a:gd name="T34" fmla="*/ 1783 w 379"/>
                  <a:gd name="T35" fmla="*/ 285 h 316"/>
                  <a:gd name="T36" fmla="*/ 1959 w 379"/>
                  <a:gd name="T37" fmla="*/ 192 h 316"/>
                  <a:gd name="T38" fmla="*/ 2021 w 379"/>
                  <a:gd name="T39" fmla="*/ 136 h 316"/>
                  <a:gd name="T40" fmla="*/ 2126 w 379"/>
                  <a:gd name="T41" fmla="*/ 171 h 316"/>
                  <a:gd name="T42" fmla="*/ 2471 w 379"/>
                  <a:gd name="T43" fmla="*/ 171 h 316"/>
                  <a:gd name="T44" fmla="*/ 3034 w 379"/>
                  <a:gd name="T45" fmla="*/ 35 h 316"/>
                  <a:gd name="T46" fmla="*/ 3379 w 379"/>
                  <a:gd name="T47" fmla="*/ 0 h 316"/>
                  <a:gd name="T48" fmla="*/ 3692 w 379"/>
                  <a:gd name="T49" fmla="*/ 77 h 316"/>
                  <a:gd name="T50" fmla="*/ 4005 w 379"/>
                  <a:gd name="T51" fmla="*/ 149 h 316"/>
                  <a:gd name="T52" fmla="*/ 4272 w 379"/>
                  <a:gd name="T53" fmla="*/ 306 h 316"/>
                  <a:gd name="T54" fmla="*/ 4535 w 379"/>
                  <a:gd name="T55" fmla="*/ 434 h 316"/>
                  <a:gd name="T56" fmla="*/ 4880 w 379"/>
                  <a:gd name="T57" fmla="*/ 602 h 316"/>
                  <a:gd name="T58" fmla="*/ 5150 w 379"/>
                  <a:gd name="T59" fmla="*/ 930 h 316"/>
                  <a:gd name="T60" fmla="*/ 5380 w 379"/>
                  <a:gd name="T61" fmla="*/ 1194 h 316"/>
                  <a:gd name="T62" fmla="*/ 5538 w 379"/>
                  <a:gd name="T63" fmla="*/ 1455 h 316"/>
                  <a:gd name="T64" fmla="*/ 5713 w 379"/>
                  <a:gd name="T65" fmla="*/ 1831 h 316"/>
                  <a:gd name="T66" fmla="*/ 5838 w 379"/>
                  <a:gd name="T67" fmla="*/ 2158 h 316"/>
                  <a:gd name="T68" fmla="*/ 5838 w 379"/>
                  <a:gd name="T69" fmla="*/ 2478 h 316"/>
                  <a:gd name="T70" fmla="*/ 5881 w 379"/>
                  <a:gd name="T71" fmla="*/ 2670 h 316"/>
                  <a:gd name="T72" fmla="*/ 5901 w 379"/>
                  <a:gd name="T73" fmla="*/ 2910 h 316"/>
                  <a:gd name="T74" fmla="*/ 5913 w 379"/>
                  <a:gd name="T75" fmla="*/ 3216 h 316"/>
                  <a:gd name="T76" fmla="*/ 5913 w 379"/>
                  <a:gd name="T77" fmla="*/ 3309 h 316"/>
                  <a:gd name="T78" fmla="*/ 5818 w 379"/>
                  <a:gd name="T79" fmla="*/ 3805 h 316"/>
                  <a:gd name="T80" fmla="*/ 5713 w 379"/>
                  <a:gd name="T81" fmla="*/ 3976 h 316"/>
                  <a:gd name="T82" fmla="*/ 5618 w 379"/>
                  <a:gd name="T83" fmla="*/ 4218 h 316"/>
                  <a:gd name="T84" fmla="*/ 5463 w 379"/>
                  <a:gd name="T85" fmla="*/ 4431 h 316"/>
                  <a:gd name="T86" fmla="*/ 5338 w 379"/>
                  <a:gd name="T87" fmla="*/ 4636 h 316"/>
                  <a:gd name="T88" fmla="*/ 4993 w 379"/>
                  <a:gd name="T89" fmla="*/ 5033 h 31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79" h="316">
                    <a:moveTo>
                      <a:pt x="319" y="266"/>
                    </a:moveTo>
                    <a:cubicBezTo>
                      <a:pt x="283" y="297"/>
                      <a:pt x="232" y="316"/>
                      <a:pt x="174" y="316"/>
                    </a:cubicBezTo>
                    <a:cubicBezTo>
                      <a:pt x="100" y="316"/>
                      <a:pt x="36" y="278"/>
                      <a:pt x="13" y="226"/>
                    </a:cubicBezTo>
                    <a:cubicBezTo>
                      <a:pt x="13" y="226"/>
                      <a:pt x="10" y="217"/>
                      <a:pt x="10" y="213"/>
                    </a:cubicBezTo>
                    <a:cubicBezTo>
                      <a:pt x="10" y="209"/>
                      <a:pt x="5" y="202"/>
                      <a:pt x="3" y="197"/>
                    </a:cubicBezTo>
                    <a:cubicBezTo>
                      <a:pt x="0" y="191"/>
                      <a:pt x="1" y="190"/>
                      <a:pt x="3" y="186"/>
                    </a:cubicBezTo>
                    <a:cubicBezTo>
                      <a:pt x="7" y="172"/>
                      <a:pt x="3" y="155"/>
                      <a:pt x="9" y="143"/>
                    </a:cubicBezTo>
                    <a:cubicBezTo>
                      <a:pt x="12" y="135"/>
                      <a:pt x="16" y="129"/>
                      <a:pt x="19" y="121"/>
                    </a:cubicBezTo>
                    <a:cubicBezTo>
                      <a:pt x="23" y="108"/>
                      <a:pt x="24" y="100"/>
                      <a:pt x="33" y="89"/>
                    </a:cubicBezTo>
                    <a:cubicBezTo>
                      <a:pt x="36" y="85"/>
                      <a:pt x="38" y="79"/>
                      <a:pt x="42" y="75"/>
                    </a:cubicBezTo>
                    <a:cubicBezTo>
                      <a:pt x="44" y="72"/>
                      <a:pt x="48" y="71"/>
                      <a:pt x="50" y="68"/>
                    </a:cubicBezTo>
                    <a:cubicBezTo>
                      <a:pt x="52" y="65"/>
                      <a:pt x="54" y="63"/>
                      <a:pt x="57" y="60"/>
                    </a:cubicBezTo>
                    <a:cubicBezTo>
                      <a:pt x="61" y="54"/>
                      <a:pt x="64" y="47"/>
                      <a:pt x="70" y="43"/>
                    </a:cubicBezTo>
                    <a:cubicBezTo>
                      <a:pt x="74" y="40"/>
                      <a:pt x="80" y="39"/>
                      <a:pt x="83" y="36"/>
                    </a:cubicBezTo>
                    <a:cubicBezTo>
                      <a:pt x="86" y="34"/>
                      <a:pt x="89" y="35"/>
                      <a:pt x="92" y="33"/>
                    </a:cubicBezTo>
                    <a:cubicBezTo>
                      <a:pt x="96" y="28"/>
                      <a:pt x="100" y="25"/>
                      <a:pt x="104" y="21"/>
                    </a:cubicBezTo>
                    <a:cubicBezTo>
                      <a:pt x="105" y="20"/>
                      <a:pt x="106" y="18"/>
                      <a:pt x="107" y="17"/>
                    </a:cubicBezTo>
                    <a:cubicBezTo>
                      <a:pt x="109" y="16"/>
                      <a:pt x="112" y="16"/>
                      <a:pt x="114" y="15"/>
                    </a:cubicBezTo>
                    <a:cubicBezTo>
                      <a:pt x="117" y="13"/>
                      <a:pt x="121" y="11"/>
                      <a:pt x="125" y="10"/>
                    </a:cubicBezTo>
                    <a:cubicBezTo>
                      <a:pt x="126" y="10"/>
                      <a:pt x="127" y="7"/>
                      <a:pt x="129" y="7"/>
                    </a:cubicBezTo>
                    <a:cubicBezTo>
                      <a:pt x="131" y="7"/>
                      <a:pt x="134" y="9"/>
                      <a:pt x="136" y="9"/>
                    </a:cubicBezTo>
                    <a:cubicBezTo>
                      <a:pt x="144" y="8"/>
                      <a:pt x="151" y="10"/>
                      <a:pt x="158" y="9"/>
                    </a:cubicBezTo>
                    <a:cubicBezTo>
                      <a:pt x="171" y="7"/>
                      <a:pt x="181" y="1"/>
                      <a:pt x="194" y="2"/>
                    </a:cubicBezTo>
                    <a:cubicBezTo>
                      <a:pt x="200" y="2"/>
                      <a:pt x="208" y="0"/>
                      <a:pt x="216" y="0"/>
                    </a:cubicBezTo>
                    <a:cubicBezTo>
                      <a:pt x="222" y="0"/>
                      <a:pt x="229" y="3"/>
                      <a:pt x="236" y="4"/>
                    </a:cubicBezTo>
                    <a:cubicBezTo>
                      <a:pt x="243" y="5"/>
                      <a:pt x="250" y="6"/>
                      <a:pt x="256" y="8"/>
                    </a:cubicBezTo>
                    <a:cubicBezTo>
                      <a:pt x="262" y="10"/>
                      <a:pt x="267" y="13"/>
                      <a:pt x="273" y="16"/>
                    </a:cubicBezTo>
                    <a:cubicBezTo>
                      <a:pt x="279" y="20"/>
                      <a:pt x="284" y="20"/>
                      <a:pt x="290" y="23"/>
                    </a:cubicBezTo>
                    <a:cubicBezTo>
                      <a:pt x="296" y="25"/>
                      <a:pt x="305" y="28"/>
                      <a:pt x="312" y="32"/>
                    </a:cubicBezTo>
                    <a:cubicBezTo>
                      <a:pt x="318" y="37"/>
                      <a:pt x="323" y="44"/>
                      <a:pt x="329" y="49"/>
                    </a:cubicBezTo>
                    <a:cubicBezTo>
                      <a:pt x="334" y="53"/>
                      <a:pt x="340" y="57"/>
                      <a:pt x="344" y="63"/>
                    </a:cubicBezTo>
                    <a:cubicBezTo>
                      <a:pt x="348" y="67"/>
                      <a:pt x="351" y="72"/>
                      <a:pt x="354" y="77"/>
                    </a:cubicBezTo>
                    <a:cubicBezTo>
                      <a:pt x="357" y="83"/>
                      <a:pt x="361" y="90"/>
                      <a:pt x="365" y="97"/>
                    </a:cubicBezTo>
                    <a:cubicBezTo>
                      <a:pt x="369" y="103"/>
                      <a:pt x="372" y="106"/>
                      <a:pt x="373" y="114"/>
                    </a:cubicBezTo>
                    <a:cubicBezTo>
                      <a:pt x="373" y="119"/>
                      <a:pt x="373" y="125"/>
                      <a:pt x="373" y="131"/>
                    </a:cubicBezTo>
                    <a:cubicBezTo>
                      <a:pt x="373" y="134"/>
                      <a:pt x="376" y="137"/>
                      <a:pt x="376" y="141"/>
                    </a:cubicBezTo>
                    <a:cubicBezTo>
                      <a:pt x="377" y="145"/>
                      <a:pt x="376" y="150"/>
                      <a:pt x="377" y="154"/>
                    </a:cubicBezTo>
                    <a:cubicBezTo>
                      <a:pt x="377" y="159"/>
                      <a:pt x="378" y="164"/>
                      <a:pt x="378" y="170"/>
                    </a:cubicBezTo>
                    <a:cubicBezTo>
                      <a:pt x="378" y="171"/>
                      <a:pt x="378" y="173"/>
                      <a:pt x="378" y="175"/>
                    </a:cubicBezTo>
                    <a:cubicBezTo>
                      <a:pt x="379" y="182"/>
                      <a:pt x="374" y="197"/>
                      <a:pt x="372" y="201"/>
                    </a:cubicBezTo>
                    <a:cubicBezTo>
                      <a:pt x="369" y="204"/>
                      <a:pt x="367" y="207"/>
                      <a:pt x="365" y="210"/>
                    </a:cubicBezTo>
                    <a:cubicBezTo>
                      <a:pt x="362" y="213"/>
                      <a:pt x="361" y="218"/>
                      <a:pt x="359" y="223"/>
                    </a:cubicBezTo>
                    <a:cubicBezTo>
                      <a:pt x="356" y="228"/>
                      <a:pt x="352" y="231"/>
                      <a:pt x="349" y="234"/>
                    </a:cubicBezTo>
                    <a:cubicBezTo>
                      <a:pt x="346" y="237"/>
                      <a:pt x="344" y="242"/>
                      <a:pt x="341" y="245"/>
                    </a:cubicBezTo>
                    <a:cubicBezTo>
                      <a:pt x="338" y="247"/>
                      <a:pt x="325" y="260"/>
                      <a:pt x="319" y="266"/>
                    </a:cubicBez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29" name="Freeform 452">
                <a:extLst>
                  <a:ext uri="{FF2B5EF4-FFF2-40B4-BE49-F238E27FC236}">
                    <a16:creationId xmlns:a16="http://schemas.microsoft.com/office/drawing/2014/main" id="{EDD87C72-31E3-4B1E-916D-9EA6397F7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859"/>
                <a:ext cx="260" cy="184"/>
              </a:xfrm>
              <a:custGeom>
                <a:avLst/>
                <a:gdLst>
                  <a:gd name="T0" fmla="*/ 83 w 104"/>
                  <a:gd name="T1" fmla="*/ 115 h 69"/>
                  <a:gd name="T2" fmla="*/ 688 w 104"/>
                  <a:gd name="T3" fmla="*/ 512 h 69"/>
                  <a:gd name="T4" fmla="*/ 800 w 104"/>
                  <a:gd name="T5" fmla="*/ 875 h 69"/>
                  <a:gd name="T6" fmla="*/ 988 w 104"/>
                  <a:gd name="T7" fmla="*/ 909 h 69"/>
                  <a:gd name="T8" fmla="*/ 1083 w 104"/>
                  <a:gd name="T9" fmla="*/ 1024 h 69"/>
                  <a:gd name="T10" fmla="*/ 1425 w 104"/>
                  <a:gd name="T11" fmla="*/ 1045 h 69"/>
                  <a:gd name="T12" fmla="*/ 1595 w 104"/>
                  <a:gd name="T13" fmla="*/ 1059 h 69"/>
                  <a:gd name="T14" fmla="*/ 1363 w 104"/>
                  <a:gd name="T15" fmla="*/ 797 h 69"/>
                  <a:gd name="T16" fmla="*/ 1033 w 104"/>
                  <a:gd name="T17" fmla="*/ 888 h 69"/>
                  <a:gd name="T18" fmla="*/ 1033 w 104"/>
                  <a:gd name="T19" fmla="*/ 661 h 69"/>
                  <a:gd name="T20" fmla="*/ 863 w 104"/>
                  <a:gd name="T21" fmla="*/ 739 h 69"/>
                  <a:gd name="T22" fmla="*/ 625 w 104"/>
                  <a:gd name="T23" fmla="*/ 205 h 69"/>
                  <a:gd name="T24" fmla="*/ 500 w 104"/>
                  <a:gd name="T25" fmla="*/ 227 h 69"/>
                  <a:gd name="T26" fmla="*/ 363 w 104"/>
                  <a:gd name="T27" fmla="*/ 115 h 69"/>
                  <a:gd name="T28" fmla="*/ 145 w 104"/>
                  <a:gd name="T29" fmla="*/ 0 h 6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4" h="69">
                    <a:moveTo>
                      <a:pt x="5" y="6"/>
                    </a:moveTo>
                    <a:cubicBezTo>
                      <a:pt x="0" y="26"/>
                      <a:pt x="39" y="3"/>
                      <a:pt x="44" y="27"/>
                    </a:cubicBezTo>
                    <a:cubicBezTo>
                      <a:pt x="46" y="39"/>
                      <a:pt x="41" y="41"/>
                      <a:pt x="51" y="46"/>
                    </a:cubicBezTo>
                    <a:cubicBezTo>
                      <a:pt x="54" y="47"/>
                      <a:pt x="60" y="46"/>
                      <a:pt x="63" y="48"/>
                    </a:cubicBezTo>
                    <a:cubicBezTo>
                      <a:pt x="65" y="49"/>
                      <a:pt x="67" y="53"/>
                      <a:pt x="69" y="54"/>
                    </a:cubicBezTo>
                    <a:cubicBezTo>
                      <a:pt x="77" y="58"/>
                      <a:pt x="83" y="52"/>
                      <a:pt x="91" y="55"/>
                    </a:cubicBezTo>
                    <a:cubicBezTo>
                      <a:pt x="95" y="57"/>
                      <a:pt x="99" y="69"/>
                      <a:pt x="102" y="56"/>
                    </a:cubicBezTo>
                    <a:cubicBezTo>
                      <a:pt x="104" y="48"/>
                      <a:pt x="94" y="39"/>
                      <a:pt x="87" y="42"/>
                    </a:cubicBezTo>
                    <a:cubicBezTo>
                      <a:pt x="82" y="44"/>
                      <a:pt x="73" y="63"/>
                      <a:pt x="66" y="47"/>
                    </a:cubicBezTo>
                    <a:cubicBezTo>
                      <a:pt x="63" y="41"/>
                      <a:pt x="72" y="39"/>
                      <a:pt x="66" y="35"/>
                    </a:cubicBezTo>
                    <a:cubicBezTo>
                      <a:pt x="62" y="33"/>
                      <a:pt x="57" y="37"/>
                      <a:pt x="55" y="39"/>
                    </a:cubicBezTo>
                    <a:cubicBezTo>
                      <a:pt x="49" y="30"/>
                      <a:pt x="50" y="14"/>
                      <a:pt x="40" y="11"/>
                    </a:cubicBezTo>
                    <a:cubicBezTo>
                      <a:pt x="37" y="10"/>
                      <a:pt x="34" y="12"/>
                      <a:pt x="32" y="12"/>
                    </a:cubicBezTo>
                    <a:cubicBezTo>
                      <a:pt x="27" y="11"/>
                      <a:pt x="26" y="7"/>
                      <a:pt x="23" y="6"/>
                    </a:cubicBezTo>
                    <a:cubicBezTo>
                      <a:pt x="19" y="5"/>
                      <a:pt x="4" y="6"/>
                      <a:pt x="9" y="0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0" name="Freeform 453">
                <a:extLst>
                  <a:ext uri="{FF2B5EF4-FFF2-40B4-BE49-F238E27FC236}">
                    <a16:creationId xmlns:a16="http://schemas.microsoft.com/office/drawing/2014/main" id="{210AEC83-3490-4B2C-A103-1199F7831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000"/>
                <a:ext cx="193" cy="181"/>
              </a:xfrm>
              <a:custGeom>
                <a:avLst/>
                <a:gdLst>
                  <a:gd name="T0" fmla="*/ 0 w 77"/>
                  <a:gd name="T1" fmla="*/ 93 h 68"/>
                  <a:gd name="T2" fmla="*/ 125 w 77"/>
                  <a:gd name="T3" fmla="*/ 418 h 68"/>
                  <a:gd name="T4" fmla="*/ 521 w 77"/>
                  <a:gd name="T5" fmla="*/ 453 h 68"/>
                  <a:gd name="T6" fmla="*/ 617 w 77"/>
                  <a:gd name="T7" fmla="*/ 602 h 68"/>
                  <a:gd name="T8" fmla="*/ 647 w 77"/>
                  <a:gd name="T9" fmla="*/ 772 h 68"/>
                  <a:gd name="T10" fmla="*/ 459 w 77"/>
                  <a:gd name="T11" fmla="*/ 1091 h 68"/>
                  <a:gd name="T12" fmla="*/ 251 w 77"/>
                  <a:gd name="T13" fmla="*/ 1078 h 68"/>
                  <a:gd name="T14" fmla="*/ 125 w 77"/>
                  <a:gd name="T15" fmla="*/ 1147 h 68"/>
                  <a:gd name="T16" fmla="*/ 283 w 77"/>
                  <a:gd name="T17" fmla="*/ 1206 h 68"/>
                  <a:gd name="T18" fmla="*/ 491 w 77"/>
                  <a:gd name="T19" fmla="*/ 1206 h 68"/>
                  <a:gd name="T20" fmla="*/ 692 w 77"/>
                  <a:gd name="T21" fmla="*/ 942 h 68"/>
                  <a:gd name="T22" fmla="*/ 754 w 77"/>
                  <a:gd name="T23" fmla="*/ 681 h 68"/>
                  <a:gd name="T24" fmla="*/ 1088 w 77"/>
                  <a:gd name="T25" fmla="*/ 772 h 68"/>
                  <a:gd name="T26" fmla="*/ 1130 w 77"/>
                  <a:gd name="T27" fmla="*/ 453 h 68"/>
                  <a:gd name="T28" fmla="*/ 847 w 77"/>
                  <a:gd name="T29" fmla="*/ 490 h 68"/>
                  <a:gd name="T30" fmla="*/ 709 w 77"/>
                  <a:gd name="T31" fmla="*/ 418 h 68"/>
                  <a:gd name="T32" fmla="*/ 659 w 77"/>
                  <a:gd name="T33" fmla="*/ 226 h 68"/>
                  <a:gd name="T34" fmla="*/ 426 w 77"/>
                  <a:gd name="T35" fmla="*/ 226 h 68"/>
                  <a:gd name="T36" fmla="*/ 346 w 77"/>
                  <a:gd name="T37" fmla="*/ 0 h 68"/>
                  <a:gd name="T38" fmla="*/ 175 w 77"/>
                  <a:gd name="T39" fmla="*/ 56 h 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68">
                    <a:moveTo>
                      <a:pt x="0" y="5"/>
                    </a:moveTo>
                    <a:cubicBezTo>
                      <a:pt x="8" y="9"/>
                      <a:pt x="8" y="14"/>
                      <a:pt x="8" y="22"/>
                    </a:cubicBezTo>
                    <a:cubicBezTo>
                      <a:pt x="18" y="24"/>
                      <a:pt x="23" y="16"/>
                      <a:pt x="33" y="24"/>
                    </a:cubicBezTo>
                    <a:cubicBezTo>
                      <a:pt x="37" y="27"/>
                      <a:pt x="37" y="27"/>
                      <a:pt x="39" y="32"/>
                    </a:cubicBezTo>
                    <a:cubicBezTo>
                      <a:pt x="38" y="31"/>
                      <a:pt x="41" y="44"/>
                      <a:pt x="41" y="41"/>
                    </a:cubicBezTo>
                    <a:cubicBezTo>
                      <a:pt x="41" y="47"/>
                      <a:pt x="38" y="55"/>
                      <a:pt x="29" y="58"/>
                    </a:cubicBezTo>
                    <a:cubicBezTo>
                      <a:pt x="25" y="59"/>
                      <a:pt x="20" y="56"/>
                      <a:pt x="16" y="57"/>
                    </a:cubicBezTo>
                    <a:cubicBezTo>
                      <a:pt x="11" y="58"/>
                      <a:pt x="14" y="63"/>
                      <a:pt x="8" y="61"/>
                    </a:cubicBezTo>
                    <a:cubicBezTo>
                      <a:pt x="9" y="68"/>
                      <a:pt x="14" y="63"/>
                      <a:pt x="18" y="64"/>
                    </a:cubicBezTo>
                    <a:cubicBezTo>
                      <a:pt x="21" y="64"/>
                      <a:pt x="28" y="65"/>
                      <a:pt x="31" y="64"/>
                    </a:cubicBezTo>
                    <a:cubicBezTo>
                      <a:pt x="37" y="63"/>
                      <a:pt x="41" y="55"/>
                      <a:pt x="44" y="50"/>
                    </a:cubicBezTo>
                    <a:cubicBezTo>
                      <a:pt x="45" y="47"/>
                      <a:pt x="47" y="37"/>
                      <a:pt x="48" y="36"/>
                    </a:cubicBezTo>
                    <a:cubicBezTo>
                      <a:pt x="57" y="27"/>
                      <a:pt x="62" y="41"/>
                      <a:pt x="69" y="41"/>
                    </a:cubicBezTo>
                    <a:cubicBezTo>
                      <a:pt x="77" y="40"/>
                      <a:pt x="76" y="28"/>
                      <a:pt x="72" y="24"/>
                    </a:cubicBezTo>
                    <a:cubicBezTo>
                      <a:pt x="64" y="27"/>
                      <a:pt x="63" y="29"/>
                      <a:pt x="54" y="26"/>
                    </a:cubicBezTo>
                    <a:cubicBezTo>
                      <a:pt x="51" y="25"/>
                      <a:pt x="47" y="24"/>
                      <a:pt x="45" y="22"/>
                    </a:cubicBezTo>
                    <a:cubicBezTo>
                      <a:pt x="42" y="18"/>
                      <a:pt x="44" y="14"/>
                      <a:pt x="42" y="12"/>
                    </a:cubicBezTo>
                    <a:cubicBezTo>
                      <a:pt x="36" y="2"/>
                      <a:pt x="35" y="9"/>
                      <a:pt x="27" y="12"/>
                    </a:cubicBezTo>
                    <a:cubicBezTo>
                      <a:pt x="18" y="14"/>
                      <a:pt x="19" y="9"/>
                      <a:pt x="22" y="0"/>
                    </a:cubicBezTo>
                    <a:cubicBezTo>
                      <a:pt x="18" y="0"/>
                      <a:pt x="11" y="3"/>
                      <a:pt x="11" y="3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1" name="Freeform 454">
                <a:extLst>
                  <a:ext uri="{FF2B5EF4-FFF2-40B4-BE49-F238E27FC236}">
                    <a16:creationId xmlns:a16="http://schemas.microsoft.com/office/drawing/2014/main" id="{54E093E9-BAC1-401B-811C-7F695F90B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987"/>
                <a:ext cx="100" cy="104"/>
              </a:xfrm>
              <a:custGeom>
                <a:avLst/>
                <a:gdLst>
                  <a:gd name="T0" fmla="*/ 500 w 40"/>
                  <a:gd name="T1" fmla="*/ 115 h 39"/>
                  <a:gd name="T2" fmla="*/ 125 w 40"/>
                  <a:gd name="T3" fmla="*/ 739 h 39"/>
                  <a:gd name="T4" fmla="*/ 300 w 40"/>
                  <a:gd name="T5" fmla="*/ 605 h 39"/>
                  <a:gd name="T6" fmla="*/ 520 w 40"/>
                  <a:gd name="T7" fmla="*/ 491 h 39"/>
                  <a:gd name="T8" fmla="*/ 625 w 40"/>
                  <a:gd name="T9" fmla="*/ 264 h 39"/>
                  <a:gd name="T10" fmla="*/ 583 w 40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9">
                    <a:moveTo>
                      <a:pt x="32" y="6"/>
                    </a:moveTo>
                    <a:cubicBezTo>
                      <a:pt x="39" y="26"/>
                      <a:pt x="0" y="25"/>
                      <a:pt x="8" y="39"/>
                    </a:cubicBezTo>
                    <a:cubicBezTo>
                      <a:pt x="14" y="34"/>
                      <a:pt x="13" y="34"/>
                      <a:pt x="19" y="32"/>
                    </a:cubicBezTo>
                    <a:cubicBezTo>
                      <a:pt x="26" y="30"/>
                      <a:pt x="27" y="32"/>
                      <a:pt x="33" y="26"/>
                    </a:cubicBezTo>
                    <a:cubicBezTo>
                      <a:pt x="37" y="22"/>
                      <a:pt x="40" y="20"/>
                      <a:pt x="40" y="14"/>
                    </a:cubicBezTo>
                    <a:cubicBezTo>
                      <a:pt x="40" y="8"/>
                      <a:pt x="34" y="6"/>
                      <a:pt x="37" y="0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2" name="Freeform 455">
                <a:extLst>
                  <a:ext uri="{FF2B5EF4-FFF2-40B4-BE49-F238E27FC236}">
                    <a16:creationId xmlns:a16="http://schemas.microsoft.com/office/drawing/2014/main" id="{4315AA14-068A-40D1-8AB8-8B267E1B9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312"/>
                <a:ext cx="230" cy="104"/>
              </a:xfrm>
              <a:custGeom>
                <a:avLst/>
                <a:gdLst>
                  <a:gd name="T0" fmla="*/ 0 w 92"/>
                  <a:gd name="T1" fmla="*/ 704 h 39"/>
                  <a:gd name="T2" fmla="*/ 363 w 92"/>
                  <a:gd name="T3" fmla="*/ 0 h 39"/>
                  <a:gd name="T4" fmla="*/ 488 w 92"/>
                  <a:gd name="T5" fmla="*/ 341 h 39"/>
                  <a:gd name="T6" fmla="*/ 738 w 92"/>
                  <a:gd name="T7" fmla="*/ 363 h 39"/>
                  <a:gd name="T8" fmla="*/ 1438 w 92"/>
                  <a:gd name="T9" fmla="*/ 21 h 39"/>
                  <a:gd name="T10" fmla="*/ 925 w 92"/>
                  <a:gd name="T11" fmla="*/ 435 h 39"/>
                  <a:gd name="T12" fmla="*/ 113 w 92"/>
                  <a:gd name="T13" fmla="*/ 71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39">
                    <a:moveTo>
                      <a:pt x="0" y="37"/>
                    </a:moveTo>
                    <a:cubicBezTo>
                      <a:pt x="24" y="35"/>
                      <a:pt x="4" y="4"/>
                      <a:pt x="23" y="0"/>
                    </a:cubicBezTo>
                    <a:cubicBezTo>
                      <a:pt x="24" y="7"/>
                      <a:pt x="21" y="15"/>
                      <a:pt x="31" y="18"/>
                    </a:cubicBezTo>
                    <a:cubicBezTo>
                      <a:pt x="37" y="20"/>
                      <a:pt x="44" y="11"/>
                      <a:pt x="47" y="19"/>
                    </a:cubicBezTo>
                    <a:cubicBezTo>
                      <a:pt x="62" y="15"/>
                      <a:pt x="78" y="14"/>
                      <a:pt x="92" y="1"/>
                    </a:cubicBezTo>
                    <a:cubicBezTo>
                      <a:pt x="92" y="18"/>
                      <a:pt x="72" y="18"/>
                      <a:pt x="59" y="23"/>
                    </a:cubicBezTo>
                    <a:cubicBezTo>
                      <a:pt x="43" y="30"/>
                      <a:pt x="24" y="39"/>
                      <a:pt x="7" y="38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3" name="Freeform 456">
                <a:extLst>
                  <a:ext uri="{FF2B5EF4-FFF2-40B4-BE49-F238E27FC236}">
                    <a16:creationId xmlns:a16="http://schemas.microsoft.com/office/drawing/2014/main" id="{366EA2F1-A856-40B3-B319-3A07B73FB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093"/>
                <a:ext cx="208" cy="142"/>
              </a:xfrm>
              <a:custGeom>
                <a:avLst/>
                <a:gdLst>
                  <a:gd name="T0" fmla="*/ 313 w 83"/>
                  <a:gd name="T1" fmla="*/ 616 h 53"/>
                  <a:gd name="T2" fmla="*/ 459 w 83"/>
                  <a:gd name="T3" fmla="*/ 997 h 53"/>
                  <a:gd name="T4" fmla="*/ 596 w 83"/>
                  <a:gd name="T5" fmla="*/ 906 h 53"/>
                  <a:gd name="T6" fmla="*/ 722 w 83"/>
                  <a:gd name="T7" fmla="*/ 906 h 53"/>
                  <a:gd name="T8" fmla="*/ 880 w 83"/>
                  <a:gd name="T9" fmla="*/ 847 h 53"/>
                  <a:gd name="T10" fmla="*/ 1088 w 83"/>
                  <a:gd name="T11" fmla="*/ 790 h 53"/>
                  <a:gd name="T12" fmla="*/ 1306 w 83"/>
                  <a:gd name="T13" fmla="*/ 423 h 53"/>
                  <a:gd name="T14" fmla="*/ 972 w 83"/>
                  <a:gd name="T15" fmla="*/ 689 h 53"/>
                  <a:gd name="T16" fmla="*/ 772 w 83"/>
                  <a:gd name="T17" fmla="*/ 731 h 53"/>
                  <a:gd name="T18" fmla="*/ 534 w 83"/>
                  <a:gd name="T19" fmla="*/ 769 h 53"/>
                  <a:gd name="T20" fmla="*/ 534 w 83"/>
                  <a:gd name="T21" fmla="*/ 346 h 53"/>
                  <a:gd name="T22" fmla="*/ 313 w 83"/>
                  <a:gd name="T23" fmla="*/ 346 h 53"/>
                  <a:gd name="T24" fmla="*/ 238 w 83"/>
                  <a:gd name="T25" fmla="*/ 94 h 53"/>
                  <a:gd name="T26" fmla="*/ 95 w 83"/>
                  <a:gd name="T27" fmla="*/ 0 h 53"/>
                  <a:gd name="T28" fmla="*/ 333 w 83"/>
                  <a:gd name="T29" fmla="*/ 539 h 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53">
                    <a:moveTo>
                      <a:pt x="20" y="32"/>
                    </a:moveTo>
                    <a:cubicBezTo>
                      <a:pt x="21" y="40"/>
                      <a:pt x="16" y="53"/>
                      <a:pt x="29" y="52"/>
                    </a:cubicBezTo>
                    <a:cubicBezTo>
                      <a:pt x="32" y="52"/>
                      <a:pt x="34" y="47"/>
                      <a:pt x="38" y="47"/>
                    </a:cubicBezTo>
                    <a:cubicBezTo>
                      <a:pt x="41" y="46"/>
                      <a:pt x="43" y="48"/>
                      <a:pt x="46" y="47"/>
                    </a:cubicBezTo>
                    <a:cubicBezTo>
                      <a:pt x="49" y="47"/>
                      <a:pt x="53" y="45"/>
                      <a:pt x="56" y="44"/>
                    </a:cubicBezTo>
                    <a:cubicBezTo>
                      <a:pt x="60" y="43"/>
                      <a:pt x="64" y="44"/>
                      <a:pt x="69" y="41"/>
                    </a:cubicBezTo>
                    <a:cubicBezTo>
                      <a:pt x="77" y="37"/>
                      <a:pt x="83" y="31"/>
                      <a:pt x="83" y="22"/>
                    </a:cubicBezTo>
                    <a:cubicBezTo>
                      <a:pt x="80" y="29"/>
                      <a:pt x="70" y="35"/>
                      <a:pt x="62" y="36"/>
                    </a:cubicBezTo>
                    <a:cubicBezTo>
                      <a:pt x="57" y="37"/>
                      <a:pt x="55" y="35"/>
                      <a:pt x="49" y="38"/>
                    </a:cubicBezTo>
                    <a:cubicBezTo>
                      <a:pt x="42" y="41"/>
                      <a:pt x="41" y="45"/>
                      <a:pt x="34" y="40"/>
                    </a:cubicBezTo>
                    <a:cubicBezTo>
                      <a:pt x="22" y="31"/>
                      <a:pt x="39" y="25"/>
                      <a:pt x="34" y="18"/>
                    </a:cubicBezTo>
                    <a:cubicBezTo>
                      <a:pt x="30" y="12"/>
                      <a:pt x="24" y="19"/>
                      <a:pt x="20" y="18"/>
                    </a:cubicBezTo>
                    <a:cubicBezTo>
                      <a:pt x="15" y="16"/>
                      <a:pt x="13" y="10"/>
                      <a:pt x="15" y="5"/>
                    </a:cubicBezTo>
                    <a:cubicBezTo>
                      <a:pt x="12" y="3"/>
                      <a:pt x="9" y="2"/>
                      <a:pt x="6" y="0"/>
                    </a:cubicBezTo>
                    <a:cubicBezTo>
                      <a:pt x="0" y="5"/>
                      <a:pt x="19" y="23"/>
                      <a:pt x="21" y="28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4" name="Freeform 457">
                <a:extLst>
                  <a:ext uri="{FF2B5EF4-FFF2-40B4-BE49-F238E27FC236}">
                    <a16:creationId xmlns:a16="http://schemas.microsoft.com/office/drawing/2014/main" id="{739763FB-2763-4B26-A2B5-70B240A46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069"/>
                <a:ext cx="83" cy="70"/>
              </a:xfrm>
              <a:custGeom>
                <a:avLst/>
                <a:gdLst>
                  <a:gd name="T0" fmla="*/ 463 w 33"/>
                  <a:gd name="T1" fmla="*/ 22 h 26"/>
                  <a:gd name="T2" fmla="*/ 284 w 33"/>
                  <a:gd name="T3" fmla="*/ 175 h 26"/>
                  <a:gd name="T4" fmla="*/ 221 w 33"/>
                  <a:gd name="T5" fmla="*/ 506 h 26"/>
                  <a:gd name="T6" fmla="*/ 430 w 33"/>
                  <a:gd name="T7" fmla="*/ 347 h 26"/>
                  <a:gd name="T8" fmla="*/ 526 w 3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29" y="1"/>
                    </a:moveTo>
                    <a:cubicBezTo>
                      <a:pt x="26" y="5"/>
                      <a:pt x="22" y="8"/>
                      <a:pt x="18" y="9"/>
                    </a:cubicBezTo>
                    <a:cubicBezTo>
                      <a:pt x="22" y="19"/>
                      <a:pt x="0" y="20"/>
                      <a:pt x="14" y="26"/>
                    </a:cubicBezTo>
                    <a:cubicBezTo>
                      <a:pt x="17" y="20"/>
                      <a:pt x="25" y="21"/>
                      <a:pt x="27" y="18"/>
                    </a:cubicBezTo>
                    <a:cubicBezTo>
                      <a:pt x="32" y="11"/>
                      <a:pt x="24" y="6"/>
                      <a:pt x="33" y="0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5" name="Freeform 458">
                <a:extLst>
                  <a:ext uri="{FF2B5EF4-FFF2-40B4-BE49-F238E27FC236}">
                    <a16:creationId xmlns:a16="http://schemas.microsoft.com/office/drawing/2014/main" id="{A122D408-5174-41CE-92D8-E3E013C59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021"/>
                <a:ext cx="107" cy="107"/>
              </a:xfrm>
              <a:custGeom>
                <a:avLst/>
                <a:gdLst>
                  <a:gd name="T0" fmla="*/ 229 w 43"/>
                  <a:gd name="T1" fmla="*/ 765 h 40"/>
                  <a:gd name="T2" fmla="*/ 403 w 43"/>
                  <a:gd name="T3" fmla="*/ 385 h 40"/>
                  <a:gd name="T4" fmla="*/ 662 w 43"/>
                  <a:gd name="T5" fmla="*/ 193 h 40"/>
                  <a:gd name="T6" fmla="*/ 508 w 43"/>
                  <a:gd name="T7" fmla="*/ 457 h 40"/>
                  <a:gd name="T8" fmla="*/ 279 w 43"/>
                  <a:gd name="T9" fmla="*/ 57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0">
                    <a:moveTo>
                      <a:pt x="15" y="40"/>
                    </a:moveTo>
                    <a:cubicBezTo>
                      <a:pt x="0" y="31"/>
                      <a:pt x="22" y="22"/>
                      <a:pt x="26" y="20"/>
                    </a:cubicBezTo>
                    <a:cubicBezTo>
                      <a:pt x="31" y="17"/>
                      <a:pt x="39" y="0"/>
                      <a:pt x="43" y="10"/>
                    </a:cubicBezTo>
                    <a:cubicBezTo>
                      <a:pt x="32" y="12"/>
                      <a:pt x="38" y="20"/>
                      <a:pt x="33" y="24"/>
                    </a:cubicBezTo>
                    <a:cubicBezTo>
                      <a:pt x="30" y="28"/>
                      <a:pt x="22" y="27"/>
                      <a:pt x="18" y="30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6" name="Freeform 459">
                <a:extLst>
                  <a:ext uri="{FF2B5EF4-FFF2-40B4-BE49-F238E27FC236}">
                    <a16:creationId xmlns:a16="http://schemas.microsoft.com/office/drawing/2014/main" id="{172A0979-91CA-47EE-BE87-078523B7F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779"/>
                <a:ext cx="125" cy="477"/>
              </a:xfrm>
              <a:custGeom>
                <a:avLst/>
                <a:gdLst>
                  <a:gd name="T0" fmla="*/ 250 w 50"/>
                  <a:gd name="T1" fmla="*/ 0 h 179"/>
                  <a:gd name="T2" fmla="*/ 425 w 50"/>
                  <a:gd name="T3" fmla="*/ 264 h 179"/>
                  <a:gd name="T4" fmla="*/ 395 w 50"/>
                  <a:gd name="T5" fmla="*/ 397 h 179"/>
                  <a:gd name="T6" fmla="*/ 470 w 50"/>
                  <a:gd name="T7" fmla="*/ 512 h 179"/>
                  <a:gd name="T8" fmla="*/ 625 w 50"/>
                  <a:gd name="T9" fmla="*/ 887 h 179"/>
                  <a:gd name="T10" fmla="*/ 658 w 50"/>
                  <a:gd name="T11" fmla="*/ 1399 h 179"/>
                  <a:gd name="T12" fmla="*/ 750 w 50"/>
                  <a:gd name="T13" fmla="*/ 1705 h 179"/>
                  <a:gd name="T14" fmla="*/ 720 w 50"/>
                  <a:gd name="T15" fmla="*/ 2023 h 179"/>
                  <a:gd name="T16" fmla="*/ 750 w 50"/>
                  <a:gd name="T17" fmla="*/ 2273 h 179"/>
                  <a:gd name="T18" fmla="*/ 613 w 50"/>
                  <a:gd name="T19" fmla="*/ 2385 h 179"/>
                  <a:gd name="T20" fmla="*/ 458 w 50"/>
                  <a:gd name="T21" fmla="*/ 2683 h 179"/>
                  <a:gd name="T22" fmla="*/ 313 w 50"/>
                  <a:gd name="T23" fmla="*/ 2990 h 179"/>
                  <a:gd name="T24" fmla="*/ 50 w 50"/>
                  <a:gd name="T25" fmla="*/ 3387 h 179"/>
                  <a:gd name="T26" fmla="*/ 158 w 50"/>
                  <a:gd name="T27" fmla="*/ 2670 h 179"/>
                  <a:gd name="T28" fmla="*/ 20 w 50"/>
                  <a:gd name="T29" fmla="*/ 2422 h 179"/>
                  <a:gd name="T30" fmla="*/ 145 w 50"/>
                  <a:gd name="T31" fmla="*/ 2364 h 179"/>
                  <a:gd name="T32" fmla="*/ 270 w 50"/>
                  <a:gd name="T33" fmla="*/ 2500 h 179"/>
                  <a:gd name="T34" fmla="*/ 408 w 50"/>
                  <a:gd name="T35" fmla="*/ 2401 h 179"/>
                  <a:gd name="T36" fmla="*/ 583 w 50"/>
                  <a:gd name="T37" fmla="*/ 1855 h 179"/>
                  <a:gd name="T38" fmla="*/ 408 w 50"/>
                  <a:gd name="T39" fmla="*/ 1740 h 179"/>
                  <a:gd name="T40" fmla="*/ 500 w 50"/>
                  <a:gd name="T41" fmla="*/ 1612 h 179"/>
                  <a:gd name="T42" fmla="*/ 595 w 50"/>
                  <a:gd name="T43" fmla="*/ 1157 h 179"/>
                  <a:gd name="T44" fmla="*/ 595 w 50"/>
                  <a:gd name="T45" fmla="*/ 930 h 179"/>
                  <a:gd name="T46" fmla="*/ 458 w 50"/>
                  <a:gd name="T47" fmla="*/ 773 h 179"/>
                  <a:gd name="T48" fmla="*/ 363 w 50"/>
                  <a:gd name="T49" fmla="*/ 533 h 179"/>
                  <a:gd name="T50" fmla="*/ 345 w 50"/>
                  <a:gd name="T51" fmla="*/ 149 h 17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0" h="179">
                    <a:moveTo>
                      <a:pt x="16" y="0"/>
                    </a:moveTo>
                    <a:cubicBezTo>
                      <a:pt x="22" y="5"/>
                      <a:pt x="24" y="7"/>
                      <a:pt x="27" y="14"/>
                    </a:cubicBezTo>
                    <a:cubicBezTo>
                      <a:pt x="27" y="16"/>
                      <a:pt x="25" y="18"/>
                      <a:pt x="25" y="21"/>
                    </a:cubicBezTo>
                    <a:cubicBezTo>
                      <a:pt x="26" y="23"/>
                      <a:pt x="28" y="25"/>
                      <a:pt x="30" y="27"/>
                    </a:cubicBezTo>
                    <a:cubicBezTo>
                      <a:pt x="35" y="35"/>
                      <a:pt x="38" y="38"/>
                      <a:pt x="40" y="47"/>
                    </a:cubicBezTo>
                    <a:cubicBezTo>
                      <a:pt x="41" y="56"/>
                      <a:pt x="40" y="65"/>
                      <a:pt x="42" y="74"/>
                    </a:cubicBezTo>
                    <a:cubicBezTo>
                      <a:pt x="44" y="80"/>
                      <a:pt x="47" y="84"/>
                      <a:pt x="48" y="90"/>
                    </a:cubicBezTo>
                    <a:cubicBezTo>
                      <a:pt x="48" y="96"/>
                      <a:pt x="45" y="102"/>
                      <a:pt x="46" y="107"/>
                    </a:cubicBezTo>
                    <a:cubicBezTo>
                      <a:pt x="46" y="113"/>
                      <a:pt x="50" y="115"/>
                      <a:pt x="48" y="120"/>
                    </a:cubicBezTo>
                    <a:cubicBezTo>
                      <a:pt x="47" y="122"/>
                      <a:pt x="41" y="124"/>
                      <a:pt x="39" y="126"/>
                    </a:cubicBezTo>
                    <a:cubicBezTo>
                      <a:pt x="35" y="130"/>
                      <a:pt x="32" y="137"/>
                      <a:pt x="29" y="142"/>
                    </a:cubicBezTo>
                    <a:cubicBezTo>
                      <a:pt x="26" y="149"/>
                      <a:pt x="25" y="152"/>
                      <a:pt x="20" y="158"/>
                    </a:cubicBezTo>
                    <a:cubicBezTo>
                      <a:pt x="14" y="163"/>
                      <a:pt x="10" y="176"/>
                      <a:pt x="3" y="179"/>
                    </a:cubicBezTo>
                    <a:cubicBezTo>
                      <a:pt x="4" y="169"/>
                      <a:pt x="16" y="151"/>
                      <a:pt x="10" y="141"/>
                    </a:cubicBezTo>
                    <a:cubicBezTo>
                      <a:pt x="6" y="132"/>
                      <a:pt x="0" y="139"/>
                      <a:pt x="1" y="128"/>
                    </a:cubicBezTo>
                    <a:cubicBezTo>
                      <a:pt x="3" y="116"/>
                      <a:pt x="5" y="122"/>
                      <a:pt x="9" y="125"/>
                    </a:cubicBezTo>
                    <a:cubicBezTo>
                      <a:pt x="12" y="128"/>
                      <a:pt x="9" y="133"/>
                      <a:pt x="17" y="132"/>
                    </a:cubicBezTo>
                    <a:cubicBezTo>
                      <a:pt x="19" y="132"/>
                      <a:pt x="24" y="128"/>
                      <a:pt x="26" y="127"/>
                    </a:cubicBezTo>
                    <a:cubicBezTo>
                      <a:pt x="31" y="121"/>
                      <a:pt x="44" y="106"/>
                      <a:pt x="37" y="98"/>
                    </a:cubicBezTo>
                    <a:cubicBezTo>
                      <a:pt x="34" y="93"/>
                      <a:pt x="29" y="98"/>
                      <a:pt x="26" y="92"/>
                    </a:cubicBezTo>
                    <a:cubicBezTo>
                      <a:pt x="23" y="85"/>
                      <a:pt x="29" y="88"/>
                      <a:pt x="32" y="85"/>
                    </a:cubicBezTo>
                    <a:cubicBezTo>
                      <a:pt x="35" y="79"/>
                      <a:pt x="36" y="68"/>
                      <a:pt x="38" y="61"/>
                    </a:cubicBezTo>
                    <a:cubicBezTo>
                      <a:pt x="38" y="59"/>
                      <a:pt x="39" y="49"/>
                      <a:pt x="38" y="49"/>
                    </a:cubicBezTo>
                    <a:cubicBezTo>
                      <a:pt x="36" y="43"/>
                      <a:pt x="33" y="45"/>
                      <a:pt x="29" y="41"/>
                    </a:cubicBezTo>
                    <a:cubicBezTo>
                      <a:pt x="24" y="36"/>
                      <a:pt x="24" y="33"/>
                      <a:pt x="23" y="28"/>
                    </a:cubicBezTo>
                    <a:cubicBezTo>
                      <a:pt x="21" y="21"/>
                      <a:pt x="24" y="13"/>
                      <a:pt x="22" y="8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7" name="Freeform 460">
                <a:extLst>
                  <a:ext uri="{FF2B5EF4-FFF2-40B4-BE49-F238E27FC236}">
                    <a16:creationId xmlns:a16="http://schemas.microsoft.com/office/drawing/2014/main" id="{FCE6DC5B-04C5-48DE-8C87-B3D6F0BD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176"/>
                <a:ext cx="168" cy="160"/>
              </a:xfrm>
              <a:custGeom>
                <a:avLst/>
                <a:gdLst>
                  <a:gd name="T0" fmla="*/ 0 w 67"/>
                  <a:gd name="T1" fmla="*/ 968 h 60"/>
                  <a:gd name="T2" fmla="*/ 95 w 67"/>
                  <a:gd name="T3" fmla="*/ 1139 h 60"/>
                  <a:gd name="T4" fmla="*/ 364 w 67"/>
                  <a:gd name="T5" fmla="*/ 968 h 60"/>
                  <a:gd name="T6" fmla="*/ 629 w 67"/>
                  <a:gd name="T7" fmla="*/ 739 h 60"/>
                  <a:gd name="T8" fmla="*/ 868 w 67"/>
                  <a:gd name="T9" fmla="*/ 0 h 60"/>
                  <a:gd name="T10" fmla="*/ 597 w 67"/>
                  <a:gd name="T11" fmla="*/ 512 h 60"/>
                  <a:gd name="T12" fmla="*/ 429 w 67"/>
                  <a:gd name="T13" fmla="*/ 192 h 60"/>
                  <a:gd name="T14" fmla="*/ 459 w 67"/>
                  <a:gd name="T15" fmla="*/ 512 h 60"/>
                  <a:gd name="T16" fmla="*/ 188 w 67"/>
                  <a:gd name="T17" fmla="*/ 683 h 60"/>
                  <a:gd name="T18" fmla="*/ 83 w 67"/>
                  <a:gd name="T19" fmla="*/ 947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60">
                    <a:moveTo>
                      <a:pt x="0" y="51"/>
                    </a:moveTo>
                    <a:cubicBezTo>
                      <a:pt x="2" y="53"/>
                      <a:pt x="4" y="57"/>
                      <a:pt x="6" y="60"/>
                    </a:cubicBezTo>
                    <a:cubicBezTo>
                      <a:pt x="9" y="60"/>
                      <a:pt x="19" y="53"/>
                      <a:pt x="23" y="51"/>
                    </a:cubicBezTo>
                    <a:cubicBezTo>
                      <a:pt x="28" y="47"/>
                      <a:pt x="35" y="43"/>
                      <a:pt x="40" y="39"/>
                    </a:cubicBezTo>
                    <a:cubicBezTo>
                      <a:pt x="50" y="32"/>
                      <a:pt x="67" y="12"/>
                      <a:pt x="55" y="0"/>
                    </a:cubicBezTo>
                    <a:cubicBezTo>
                      <a:pt x="50" y="5"/>
                      <a:pt x="52" y="33"/>
                      <a:pt x="38" y="27"/>
                    </a:cubicBezTo>
                    <a:cubicBezTo>
                      <a:pt x="30" y="24"/>
                      <a:pt x="37" y="13"/>
                      <a:pt x="27" y="10"/>
                    </a:cubicBezTo>
                    <a:cubicBezTo>
                      <a:pt x="17" y="18"/>
                      <a:pt x="28" y="20"/>
                      <a:pt x="29" y="27"/>
                    </a:cubicBezTo>
                    <a:cubicBezTo>
                      <a:pt x="29" y="36"/>
                      <a:pt x="18" y="37"/>
                      <a:pt x="12" y="36"/>
                    </a:cubicBezTo>
                    <a:cubicBezTo>
                      <a:pt x="15" y="43"/>
                      <a:pt x="10" y="55"/>
                      <a:pt x="5" y="50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8" name="Freeform 461">
                <a:extLst>
                  <a:ext uri="{FF2B5EF4-FFF2-40B4-BE49-F238E27FC236}">
                    <a16:creationId xmlns:a16="http://schemas.microsoft.com/office/drawing/2014/main" id="{6FD5710F-585E-4A1A-8CA7-75EDBBF7F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611"/>
                <a:ext cx="90" cy="130"/>
              </a:xfrm>
              <a:custGeom>
                <a:avLst/>
                <a:gdLst>
                  <a:gd name="T0" fmla="*/ 188 w 36"/>
                  <a:gd name="T1" fmla="*/ 56 h 49"/>
                  <a:gd name="T2" fmla="*/ 208 w 36"/>
                  <a:gd name="T3" fmla="*/ 409 h 49"/>
                  <a:gd name="T4" fmla="*/ 300 w 36"/>
                  <a:gd name="T5" fmla="*/ 746 h 49"/>
                  <a:gd name="T6" fmla="*/ 300 w 36"/>
                  <a:gd name="T7" fmla="*/ 316 h 49"/>
                  <a:gd name="T8" fmla="*/ 520 w 36"/>
                  <a:gd name="T9" fmla="*/ 111 h 49"/>
                  <a:gd name="T10" fmla="*/ 300 w 36"/>
                  <a:gd name="T11" fmla="*/ 11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9">
                    <a:moveTo>
                      <a:pt x="12" y="3"/>
                    </a:moveTo>
                    <a:cubicBezTo>
                      <a:pt x="15" y="9"/>
                      <a:pt x="0" y="23"/>
                      <a:pt x="13" y="22"/>
                    </a:cubicBezTo>
                    <a:cubicBezTo>
                      <a:pt x="14" y="25"/>
                      <a:pt x="9" y="49"/>
                      <a:pt x="19" y="40"/>
                    </a:cubicBezTo>
                    <a:cubicBezTo>
                      <a:pt x="20" y="38"/>
                      <a:pt x="20" y="19"/>
                      <a:pt x="19" y="17"/>
                    </a:cubicBezTo>
                    <a:cubicBezTo>
                      <a:pt x="20" y="14"/>
                      <a:pt x="36" y="10"/>
                      <a:pt x="33" y="6"/>
                    </a:cubicBezTo>
                    <a:cubicBezTo>
                      <a:pt x="30" y="0"/>
                      <a:pt x="24" y="15"/>
                      <a:pt x="19" y="6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39" name="Freeform 462">
                <a:extLst>
                  <a:ext uri="{FF2B5EF4-FFF2-40B4-BE49-F238E27FC236}">
                    <a16:creationId xmlns:a16="http://schemas.microsoft.com/office/drawing/2014/main" id="{4CA950B9-3C9A-4305-AD94-29DDC3BF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595"/>
                <a:ext cx="58" cy="42"/>
              </a:xfrm>
              <a:custGeom>
                <a:avLst/>
                <a:gdLst>
                  <a:gd name="T0" fmla="*/ 96 w 23"/>
                  <a:gd name="T1" fmla="*/ 89 h 16"/>
                  <a:gd name="T2" fmla="*/ 305 w 23"/>
                  <a:gd name="T3" fmla="*/ 179 h 16"/>
                  <a:gd name="T4" fmla="*/ 192 w 23"/>
                  <a:gd name="T5" fmla="*/ 268 h 16"/>
                  <a:gd name="T6" fmla="*/ 222 w 23"/>
                  <a:gd name="T7" fmla="*/ 289 h 16"/>
                  <a:gd name="T8" fmla="*/ 20 w 23"/>
                  <a:gd name="T9" fmla="*/ 268 h 16"/>
                  <a:gd name="T10" fmla="*/ 0 w 23"/>
                  <a:gd name="T11" fmla="*/ 34 h 16"/>
                  <a:gd name="T12" fmla="*/ 63 w 23"/>
                  <a:gd name="T13" fmla="*/ 11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6" y="5"/>
                    </a:moveTo>
                    <a:cubicBezTo>
                      <a:pt x="10" y="4"/>
                      <a:pt x="23" y="0"/>
                      <a:pt x="19" y="10"/>
                    </a:cubicBezTo>
                    <a:cubicBezTo>
                      <a:pt x="15" y="9"/>
                      <a:pt x="12" y="10"/>
                      <a:pt x="12" y="15"/>
                    </a:cubicBezTo>
                    <a:cubicBezTo>
                      <a:pt x="13" y="15"/>
                      <a:pt x="13" y="16"/>
                      <a:pt x="14" y="16"/>
                    </a:cubicBezTo>
                    <a:cubicBezTo>
                      <a:pt x="10" y="16"/>
                      <a:pt x="5" y="16"/>
                      <a:pt x="1" y="15"/>
                    </a:cubicBezTo>
                    <a:cubicBezTo>
                      <a:pt x="1" y="11"/>
                      <a:pt x="2" y="6"/>
                      <a:pt x="0" y="2"/>
                    </a:cubicBezTo>
                    <a:cubicBezTo>
                      <a:pt x="1" y="5"/>
                      <a:pt x="2" y="4"/>
                      <a:pt x="4" y="6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0" name="Freeform 463">
                <a:extLst>
                  <a:ext uri="{FF2B5EF4-FFF2-40B4-BE49-F238E27FC236}">
                    <a16:creationId xmlns:a16="http://schemas.microsoft.com/office/drawing/2014/main" id="{B2C44B10-C8A8-4DBC-90B7-95D47F29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632"/>
                <a:ext cx="92" cy="80"/>
              </a:xfrm>
              <a:custGeom>
                <a:avLst/>
                <a:gdLst>
                  <a:gd name="T0" fmla="*/ 0 w 37"/>
                  <a:gd name="T1" fmla="*/ 0 h 30"/>
                  <a:gd name="T2" fmla="*/ 154 w 37"/>
                  <a:gd name="T3" fmla="*/ 35 h 30"/>
                  <a:gd name="T4" fmla="*/ 353 w 37"/>
                  <a:gd name="T5" fmla="*/ 171 h 30"/>
                  <a:gd name="T6" fmla="*/ 569 w 37"/>
                  <a:gd name="T7" fmla="*/ 285 h 30"/>
                  <a:gd name="T8" fmla="*/ 308 w 37"/>
                  <a:gd name="T9" fmla="*/ 307 h 30"/>
                  <a:gd name="T10" fmla="*/ 124 w 37"/>
                  <a:gd name="T11" fmla="*/ 512 h 30"/>
                  <a:gd name="T12" fmla="*/ 199 w 37"/>
                  <a:gd name="T13" fmla="*/ 264 h 30"/>
                  <a:gd name="T14" fmla="*/ 167 w 37"/>
                  <a:gd name="T15" fmla="*/ 56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0">
                    <a:moveTo>
                      <a:pt x="0" y="0"/>
                    </a:moveTo>
                    <a:cubicBezTo>
                      <a:pt x="3" y="0"/>
                      <a:pt x="6" y="1"/>
                      <a:pt x="10" y="2"/>
                    </a:cubicBezTo>
                    <a:cubicBezTo>
                      <a:pt x="9" y="10"/>
                      <a:pt x="17" y="8"/>
                      <a:pt x="23" y="9"/>
                    </a:cubicBezTo>
                    <a:cubicBezTo>
                      <a:pt x="28" y="10"/>
                      <a:pt x="32" y="12"/>
                      <a:pt x="37" y="15"/>
                    </a:cubicBezTo>
                    <a:cubicBezTo>
                      <a:pt x="34" y="25"/>
                      <a:pt x="27" y="13"/>
                      <a:pt x="20" y="16"/>
                    </a:cubicBezTo>
                    <a:cubicBezTo>
                      <a:pt x="13" y="19"/>
                      <a:pt x="15" y="30"/>
                      <a:pt x="8" y="27"/>
                    </a:cubicBezTo>
                    <a:cubicBezTo>
                      <a:pt x="9" y="22"/>
                      <a:pt x="12" y="18"/>
                      <a:pt x="13" y="14"/>
                    </a:cubicBezTo>
                    <a:cubicBezTo>
                      <a:pt x="9" y="11"/>
                      <a:pt x="4" y="6"/>
                      <a:pt x="11" y="3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1" name="Freeform 464">
                <a:extLst>
                  <a:ext uri="{FF2B5EF4-FFF2-40B4-BE49-F238E27FC236}">
                    <a16:creationId xmlns:a16="http://schemas.microsoft.com/office/drawing/2014/main" id="{456842B3-A3CD-4B68-8A64-B4042B2F5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819"/>
                <a:ext cx="140" cy="125"/>
              </a:xfrm>
              <a:custGeom>
                <a:avLst/>
                <a:gdLst>
                  <a:gd name="T0" fmla="*/ 408 w 56"/>
                  <a:gd name="T1" fmla="*/ 524 h 47"/>
                  <a:gd name="T2" fmla="*/ 708 w 56"/>
                  <a:gd name="T3" fmla="*/ 678 h 47"/>
                  <a:gd name="T4" fmla="*/ 800 w 56"/>
                  <a:gd name="T5" fmla="*/ 848 h 47"/>
                  <a:gd name="T6" fmla="*/ 875 w 56"/>
                  <a:gd name="T7" fmla="*/ 622 h 47"/>
                  <a:gd name="T8" fmla="*/ 708 w 56"/>
                  <a:gd name="T9" fmla="*/ 566 h 47"/>
                  <a:gd name="T10" fmla="*/ 563 w 56"/>
                  <a:gd name="T11" fmla="*/ 489 h 47"/>
                  <a:gd name="T12" fmla="*/ 550 w 56"/>
                  <a:gd name="T13" fmla="*/ 340 h 47"/>
                  <a:gd name="T14" fmla="*/ 470 w 56"/>
                  <a:gd name="T15" fmla="*/ 282 h 47"/>
                  <a:gd name="T16" fmla="*/ 313 w 56"/>
                  <a:gd name="T17" fmla="*/ 93 h 47"/>
                  <a:gd name="T18" fmla="*/ 395 w 56"/>
                  <a:gd name="T19" fmla="*/ 396 h 47"/>
                  <a:gd name="T20" fmla="*/ 158 w 56"/>
                  <a:gd name="T21" fmla="*/ 694 h 47"/>
                  <a:gd name="T22" fmla="*/ 375 w 56"/>
                  <a:gd name="T23" fmla="*/ 566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47">
                    <a:moveTo>
                      <a:pt x="26" y="28"/>
                    </a:moveTo>
                    <a:cubicBezTo>
                      <a:pt x="23" y="42"/>
                      <a:pt x="40" y="32"/>
                      <a:pt x="45" y="36"/>
                    </a:cubicBezTo>
                    <a:cubicBezTo>
                      <a:pt x="48" y="37"/>
                      <a:pt x="43" y="47"/>
                      <a:pt x="51" y="45"/>
                    </a:cubicBezTo>
                    <a:cubicBezTo>
                      <a:pt x="56" y="43"/>
                      <a:pt x="52" y="36"/>
                      <a:pt x="56" y="33"/>
                    </a:cubicBezTo>
                    <a:cubicBezTo>
                      <a:pt x="52" y="33"/>
                      <a:pt x="48" y="31"/>
                      <a:pt x="45" y="30"/>
                    </a:cubicBezTo>
                    <a:cubicBezTo>
                      <a:pt x="38" y="29"/>
                      <a:pt x="39" y="32"/>
                      <a:pt x="36" y="26"/>
                    </a:cubicBezTo>
                    <a:cubicBezTo>
                      <a:pt x="34" y="24"/>
                      <a:pt x="37" y="20"/>
                      <a:pt x="35" y="18"/>
                    </a:cubicBezTo>
                    <a:cubicBezTo>
                      <a:pt x="34" y="16"/>
                      <a:pt x="31" y="17"/>
                      <a:pt x="30" y="15"/>
                    </a:cubicBezTo>
                    <a:cubicBezTo>
                      <a:pt x="26" y="11"/>
                      <a:pt x="26" y="7"/>
                      <a:pt x="20" y="5"/>
                    </a:cubicBezTo>
                    <a:cubicBezTo>
                      <a:pt x="4" y="0"/>
                      <a:pt x="28" y="16"/>
                      <a:pt x="25" y="21"/>
                    </a:cubicBezTo>
                    <a:cubicBezTo>
                      <a:pt x="23" y="26"/>
                      <a:pt x="0" y="24"/>
                      <a:pt x="10" y="37"/>
                    </a:cubicBezTo>
                    <a:cubicBezTo>
                      <a:pt x="12" y="31"/>
                      <a:pt x="18" y="29"/>
                      <a:pt x="24" y="30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2" name="Freeform 465">
                <a:extLst>
                  <a:ext uri="{FF2B5EF4-FFF2-40B4-BE49-F238E27FC236}">
                    <a16:creationId xmlns:a16="http://schemas.microsoft.com/office/drawing/2014/main" id="{FF09234E-81B6-403E-993F-596C4E6A5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893"/>
                <a:ext cx="153" cy="110"/>
              </a:xfrm>
              <a:custGeom>
                <a:avLst/>
                <a:gdLst>
                  <a:gd name="T0" fmla="*/ 238 w 61"/>
                  <a:gd name="T1" fmla="*/ 330 h 41"/>
                  <a:gd name="T2" fmla="*/ 125 w 61"/>
                  <a:gd name="T3" fmla="*/ 598 h 41"/>
                  <a:gd name="T4" fmla="*/ 145 w 61"/>
                  <a:gd name="T5" fmla="*/ 735 h 41"/>
                  <a:gd name="T6" fmla="*/ 283 w 61"/>
                  <a:gd name="T7" fmla="*/ 577 h 41"/>
                  <a:gd name="T8" fmla="*/ 429 w 61"/>
                  <a:gd name="T9" fmla="*/ 641 h 41"/>
                  <a:gd name="T10" fmla="*/ 459 w 61"/>
                  <a:gd name="T11" fmla="*/ 791 h 41"/>
                  <a:gd name="T12" fmla="*/ 504 w 61"/>
                  <a:gd name="T13" fmla="*/ 577 h 41"/>
                  <a:gd name="T14" fmla="*/ 584 w 61"/>
                  <a:gd name="T15" fmla="*/ 641 h 41"/>
                  <a:gd name="T16" fmla="*/ 680 w 61"/>
                  <a:gd name="T17" fmla="*/ 445 h 41"/>
                  <a:gd name="T18" fmla="*/ 868 w 61"/>
                  <a:gd name="T19" fmla="*/ 0 h 41"/>
                  <a:gd name="T20" fmla="*/ 805 w 61"/>
                  <a:gd name="T21" fmla="*/ 137 h 41"/>
                  <a:gd name="T22" fmla="*/ 692 w 61"/>
                  <a:gd name="T23" fmla="*/ 231 h 41"/>
                  <a:gd name="T24" fmla="*/ 567 w 61"/>
                  <a:gd name="T25" fmla="*/ 445 h 41"/>
                  <a:gd name="T26" fmla="*/ 346 w 61"/>
                  <a:gd name="T27" fmla="*/ 252 h 41"/>
                  <a:gd name="T28" fmla="*/ 376 w 61"/>
                  <a:gd name="T29" fmla="*/ 504 h 41"/>
                  <a:gd name="T30" fmla="*/ 346 w 61"/>
                  <a:gd name="T31" fmla="*/ 504 h 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41">
                    <a:moveTo>
                      <a:pt x="15" y="17"/>
                    </a:moveTo>
                    <a:cubicBezTo>
                      <a:pt x="21" y="28"/>
                      <a:pt x="12" y="26"/>
                      <a:pt x="8" y="31"/>
                    </a:cubicBezTo>
                    <a:cubicBezTo>
                      <a:pt x="5" y="34"/>
                      <a:pt x="0" y="41"/>
                      <a:pt x="9" y="38"/>
                    </a:cubicBezTo>
                    <a:cubicBezTo>
                      <a:pt x="13" y="37"/>
                      <a:pt x="13" y="31"/>
                      <a:pt x="18" y="30"/>
                    </a:cubicBezTo>
                    <a:cubicBezTo>
                      <a:pt x="20" y="29"/>
                      <a:pt x="25" y="32"/>
                      <a:pt x="27" y="33"/>
                    </a:cubicBezTo>
                    <a:cubicBezTo>
                      <a:pt x="27" y="36"/>
                      <a:pt x="29" y="38"/>
                      <a:pt x="29" y="41"/>
                    </a:cubicBezTo>
                    <a:cubicBezTo>
                      <a:pt x="33" y="39"/>
                      <a:pt x="33" y="34"/>
                      <a:pt x="32" y="30"/>
                    </a:cubicBezTo>
                    <a:cubicBezTo>
                      <a:pt x="34" y="31"/>
                      <a:pt x="35" y="30"/>
                      <a:pt x="37" y="33"/>
                    </a:cubicBezTo>
                    <a:cubicBezTo>
                      <a:pt x="43" y="34"/>
                      <a:pt x="45" y="28"/>
                      <a:pt x="43" y="23"/>
                    </a:cubicBezTo>
                    <a:cubicBezTo>
                      <a:pt x="49" y="19"/>
                      <a:pt x="61" y="6"/>
                      <a:pt x="55" y="0"/>
                    </a:cubicBezTo>
                    <a:cubicBezTo>
                      <a:pt x="51" y="1"/>
                      <a:pt x="53" y="5"/>
                      <a:pt x="51" y="7"/>
                    </a:cubicBezTo>
                    <a:cubicBezTo>
                      <a:pt x="49" y="8"/>
                      <a:pt x="46" y="11"/>
                      <a:pt x="44" y="12"/>
                    </a:cubicBezTo>
                    <a:cubicBezTo>
                      <a:pt x="40" y="16"/>
                      <a:pt x="36" y="16"/>
                      <a:pt x="36" y="23"/>
                    </a:cubicBezTo>
                    <a:cubicBezTo>
                      <a:pt x="29" y="23"/>
                      <a:pt x="29" y="11"/>
                      <a:pt x="22" y="13"/>
                    </a:cubicBezTo>
                    <a:cubicBezTo>
                      <a:pt x="24" y="18"/>
                      <a:pt x="27" y="22"/>
                      <a:pt x="24" y="26"/>
                    </a:cubicBezTo>
                    <a:cubicBezTo>
                      <a:pt x="23" y="27"/>
                      <a:pt x="23" y="26"/>
                      <a:pt x="22" y="26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3" name="Freeform 466">
                <a:extLst>
                  <a:ext uri="{FF2B5EF4-FFF2-40B4-BE49-F238E27FC236}">
                    <a16:creationId xmlns:a16="http://schemas.microsoft.com/office/drawing/2014/main" id="{ED5314A8-0CF9-4094-9B99-24D2DB1A5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36"/>
                <a:ext cx="118" cy="141"/>
              </a:xfrm>
              <a:custGeom>
                <a:avLst/>
                <a:gdLst>
                  <a:gd name="T0" fmla="*/ 429 w 47"/>
                  <a:gd name="T1" fmla="*/ 261 h 53"/>
                  <a:gd name="T2" fmla="*/ 492 w 47"/>
                  <a:gd name="T3" fmla="*/ 623 h 53"/>
                  <a:gd name="T4" fmla="*/ 379 w 47"/>
                  <a:gd name="T5" fmla="*/ 865 h 53"/>
                  <a:gd name="T6" fmla="*/ 535 w 47"/>
                  <a:gd name="T7" fmla="*/ 998 h 53"/>
                  <a:gd name="T8" fmla="*/ 492 w 47"/>
                  <a:gd name="T9" fmla="*/ 750 h 53"/>
                  <a:gd name="T10" fmla="*/ 618 w 47"/>
                  <a:gd name="T11" fmla="*/ 636 h 53"/>
                  <a:gd name="T12" fmla="*/ 618 w 47"/>
                  <a:gd name="T13" fmla="*/ 474 h 53"/>
                  <a:gd name="T14" fmla="*/ 693 w 47"/>
                  <a:gd name="T15" fmla="*/ 319 h 53"/>
                  <a:gd name="T16" fmla="*/ 713 w 47"/>
                  <a:gd name="T17" fmla="*/ 170 h 53"/>
                  <a:gd name="T18" fmla="*/ 535 w 47"/>
                  <a:gd name="T19" fmla="*/ 226 h 53"/>
                  <a:gd name="T20" fmla="*/ 158 w 47"/>
                  <a:gd name="T21" fmla="*/ 114 h 53"/>
                  <a:gd name="T22" fmla="*/ 316 w 47"/>
                  <a:gd name="T23" fmla="*/ 303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53">
                    <a:moveTo>
                      <a:pt x="27" y="14"/>
                    </a:moveTo>
                    <a:cubicBezTo>
                      <a:pt x="40" y="20"/>
                      <a:pt x="35" y="24"/>
                      <a:pt x="31" y="33"/>
                    </a:cubicBezTo>
                    <a:cubicBezTo>
                      <a:pt x="29" y="37"/>
                      <a:pt x="29" y="44"/>
                      <a:pt x="24" y="46"/>
                    </a:cubicBezTo>
                    <a:cubicBezTo>
                      <a:pt x="25" y="50"/>
                      <a:pt x="30" y="53"/>
                      <a:pt x="34" y="53"/>
                    </a:cubicBezTo>
                    <a:cubicBezTo>
                      <a:pt x="34" y="49"/>
                      <a:pt x="30" y="45"/>
                      <a:pt x="31" y="40"/>
                    </a:cubicBezTo>
                    <a:cubicBezTo>
                      <a:pt x="32" y="39"/>
                      <a:pt x="37" y="37"/>
                      <a:pt x="39" y="34"/>
                    </a:cubicBezTo>
                    <a:cubicBezTo>
                      <a:pt x="40" y="31"/>
                      <a:pt x="38" y="28"/>
                      <a:pt x="39" y="25"/>
                    </a:cubicBezTo>
                    <a:cubicBezTo>
                      <a:pt x="40" y="22"/>
                      <a:pt x="43" y="19"/>
                      <a:pt x="44" y="17"/>
                    </a:cubicBezTo>
                    <a:cubicBezTo>
                      <a:pt x="45" y="15"/>
                      <a:pt x="47" y="12"/>
                      <a:pt x="45" y="9"/>
                    </a:cubicBezTo>
                    <a:cubicBezTo>
                      <a:pt x="41" y="0"/>
                      <a:pt x="37" y="10"/>
                      <a:pt x="34" y="12"/>
                    </a:cubicBezTo>
                    <a:cubicBezTo>
                      <a:pt x="24" y="16"/>
                      <a:pt x="19" y="8"/>
                      <a:pt x="10" y="6"/>
                    </a:cubicBezTo>
                    <a:cubicBezTo>
                      <a:pt x="0" y="14"/>
                      <a:pt x="15" y="14"/>
                      <a:pt x="20" y="16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4" name="Freeform 467">
                <a:extLst>
                  <a:ext uri="{FF2B5EF4-FFF2-40B4-BE49-F238E27FC236}">
                    <a16:creationId xmlns:a16="http://schemas.microsoft.com/office/drawing/2014/main" id="{7632EB9E-D639-48C1-8663-99B0BAFA0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227"/>
                <a:ext cx="125" cy="109"/>
              </a:xfrm>
              <a:custGeom>
                <a:avLst/>
                <a:gdLst>
                  <a:gd name="T0" fmla="*/ 0 w 50"/>
                  <a:gd name="T1" fmla="*/ 226 h 41"/>
                  <a:gd name="T2" fmla="*/ 250 w 50"/>
                  <a:gd name="T3" fmla="*/ 396 h 41"/>
                  <a:gd name="T4" fmla="*/ 363 w 50"/>
                  <a:gd name="T5" fmla="*/ 694 h 41"/>
                  <a:gd name="T6" fmla="*/ 563 w 50"/>
                  <a:gd name="T7" fmla="*/ 771 h 41"/>
                  <a:gd name="T8" fmla="*/ 750 w 50"/>
                  <a:gd name="T9" fmla="*/ 580 h 41"/>
                  <a:gd name="T10" fmla="*/ 563 w 50"/>
                  <a:gd name="T11" fmla="*/ 678 h 41"/>
                  <a:gd name="T12" fmla="*/ 470 w 50"/>
                  <a:gd name="T13" fmla="*/ 465 h 41"/>
                  <a:gd name="T14" fmla="*/ 208 w 50"/>
                  <a:gd name="T15" fmla="*/ 319 h 41"/>
                  <a:gd name="T16" fmla="*/ 438 w 50"/>
                  <a:gd name="T17" fmla="*/ 0 h 41"/>
                  <a:gd name="T18" fmla="*/ 158 w 50"/>
                  <a:gd name="T19" fmla="*/ 191 h 41"/>
                  <a:gd name="T20" fmla="*/ 0 w 50"/>
                  <a:gd name="T21" fmla="*/ 136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41">
                    <a:moveTo>
                      <a:pt x="0" y="12"/>
                    </a:moveTo>
                    <a:cubicBezTo>
                      <a:pt x="2" y="24"/>
                      <a:pt x="9" y="16"/>
                      <a:pt x="16" y="21"/>
                    </a:cubicBezTo>
                    <a:cubicBezTo>
                      <a:pt x="22" y="25"/>
                      <a:pt x="18" y="34"/>
                      <a:pt x="23" y="37"/>
                    </a:cubicBezTo>
                    <a:cubicBezTo>
                      <a:pt x="23" y="37"/>
                      <a:pt x="36" y="41"/>
                      <a:pt x="36" y="41"/>
                    </a:cubicBezTo>
                    <a:cubicBezTo>
                      <a:pt x="42" y="41"/>
                      <a:pt x="50" y="40"/>
                      <a:pt x="48" y="31"/>
                    </a:cubicBezTo>
                    <a:cubicBezTo>
                      <a:pt x="44" y="33"/>
                      <a:pt x="40" y="37"/>
                      <a:pt x="36" y="36"/>
                    </a:cubicBezTo>
                    <a:cubicBezTo>
                      <a:pt x="28" y="34"/>
                      <a:pt x="33" y="29"/>
                      <a:pt x="30" y="25"/>
                    </a:cubicBezTo>
                    <a:cubicBezTo>
                      <a:pt x="23" y="15"/>
                      <a:pt x="19" y="25"/>
                      <a:pt x="13" y="17"/>
                    </a:cubicBezTo>
                    <a:cubicBezTo>
                      <a:pt x="15" y="13"/>
                      <a:pt x="46" y="2"/>
                      <a:pt x="28" y="0"/>
                    </a:cubicBezTo>
                    <a:cubicBezTo>
                      <a:pt x="27" y="11"/>
                      <a:pt x="12" y="1"/>
                      <a:pt x="10" y="10"/>
                    </a:cubicBezTo>
                    <a:cubicBezTo>
                      <a:pt x="7" y="9"/>
                      <a:pt x="3" y="7"/>
                      <a:pt x="0" y="7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5" name="Freeform 468">
                <a:extLst>
                  <a:ext uri="{FF2B5EF4-FFF2-40B4-BE49-F238E27FC236}">
                    <a16:creationId xmlns:a16="http://schemas.microsoft.com/office/drawing/2014/main" id="{A80A6DD3-9305-4C87-A6E9-F116971A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01"/>
                <a:ext cx="365" cy="118"/>
              </a:xfrm>
              <a:custGeom>
                <a:avLst/>
                <a:gdLst>
                  <a:gd name="T0" fmla="*/ 0 w 146"/>
                  <a:gd name="T1" fmla="*/ 80 h 44"/>
                  <a:gd name="T2" fmla="*/ 708 w 146"/>
                  <a:gd name="T3" fmla="*/ 215 h 44"/>
                  <a:gd name="T4" fmla="*/ 783 w 146"/>
                  <a:gd name="T5" fmla="*/ 115 h 44"/>
                  <a:gd name="T6" fmla="*/ 750 w 146"/>
                  <a:gd name="T7" fmla="*/ 308 h 44"/>
                  <a:gd name="T8" fmla="*/ 925 w 146"/>
                  <a:gd name="T9" fmla="*/ 483 h 44"/>
                  <a:gd name="T10" fmla="*/ 1208 w 146"/>
                  <a:gd name="T11" fmla="*/ 461 h 44"/>
                  <a:gd name="T12" fmla="*/ 1470 w 146"/>
                  <a:gd name="T13" fmla="*/ 483 h 44"/>
                  <a:gd name="T14" fmla="*/ 1550 w 146"/>
                  <a:gd name="T15" fmla="*/ 330 h 44"/>
                  <a:gd name="T16" fmla="*/ 1645 w 146"/>
                  <a:gd name="T17" fmla="*/ 402 h 44"/>
                  <a:gd name="T18" fmla="*/ 1875 w 146"/>
                  <a:gd name="T19" fmla="*/ 561 h 44"/>
                  <a:gd name="T20" fmla="*/ 2145 w 146"/>
                  <a:gd name="T21" fmla="*/ 598 h 44"/>
                  <a:gd name="T22" fmla="*/ 2283 w 146"/>
                  <a:gd name="T23" fmla="*/ 756 h 44"/>
                  <a:gd name="T24" fmla="*/ 1875 w 146"/>
                  <a:gd name="T25" fmla="*/ 826 h 44"/>
                  <a:gd name="T26" fmla="*/ 1458 w 146"/>
                  <a:gd name="T27" fmla="*/ 756 h 44"/>
                  <a:gd name="T28" fmla="*/ 1020 w 146"/>
                  <a:gd name="T29" fmla="*/ 713 h 44"/>
                  <a:gd name="T30" fmla="*/ 563 w 146"/>
                  <a:gd name="T31" fmla="*/ 461 h 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44">
                    <a:moveTo>
                      <a:pt x="0" y="4"/>
                    </a:moveTo>
                    <a:cubicBezTo>
                      <a:pt x="7" y="16"/>
                      <a:pt x="35" y="18"/>
                      <a:pt x="45" y="11"/>
                    </a:cubicBezTo>
                    <a:cubicBezTo>
                      <a:pt x="45" y="12"/>
                      <a:pt x="47" y="0"/>
                      <a:pt x="50" y="6"/>
                    </a:cubicBezTo>
                    <a:cubicBezTo>
                      <a:pt x="52" y="10"/>
                      <a:pt x="47" y="14"/>
                      <a:pt x="48" y="16"/>
                    </a:cubicBezTo>
                    <a:cubicBezTo>
                      <a:pt x="49" y="21"/>
                      <a:pt x="53" y="24"/>
                      <a:pt x="59" y="25"/>
                    </a:cubicBezTo>
                    <a:cubicBezTo>
                      <a:pt x="64" y="26"/>
                      <a:pt x="71" y="23"/>
                      <a:pt x="77" y="24"/>
                    </a:cubicBezTo>
                    <a:cubicBezTo>
                      <a:pt x="82" y="24"/>
                      <a:pt x="89" y="28"/>
                      <a:pt x="94" y="25"/>
                    </a:cubicBezTo>
                    <a:cubicBezTo>
                      <a:pt x="96" y="24"/>
                      <a:pt x="93" y="18"/>
                      <a:pt x="99" y="17"/>
                    </a:cubicBezTo>
                    <a:cubicBezTo>
                      <a:pt x="103" y="16"/>
                      <a:pt x="103" y="20"/>
                      <a:pt x="105" y="21"/>
                    </a:cubicBezTo>
                    <a:cubicBezTo>
                      <a:pt x="110" y="25"/>
                      <a:pt x="111" y="29"/>
                      <a:pt x="120" y="29"/>
                    </a:cubicBezTo>
                    <a:cubicBezTo>
                      <a:pt x="123" y="39"/>
                      <a:pt x="131" y="30"/>
                      <a:pt x="137" y="31"/>
                    </a:cubicBezTo>
                    <a:cubicBezTo>
                      <a:pt x="142" y="32"/>
                      <a:pt x="142" y="36"/>
                      <a:pt x="146" y="39"/>
                    </a:cubicBezTo>
                    <a:cubicBezTo>
                      <a:pt x="138" y="39"/>
                      <a:pt x="129" y="42"/>
                      <a:pt x="120" y="43"/>
                    </a:cubicBezTo>
                    <a:cubicBezTo>
                      <a:pt x="110" y="44"/>
                      <a:pt x="103" y="41"/>
                      <a:pt x="93" y="39"/>
                    </a:cubicBezTo>
                    <a:cubicBezTo>
                      <a:pt x="84" y="36"/>
                      <a:pt x="75" y="38"/>
                      <a:pt x="65" y="37"/>
                    </a:cubicBezTo>
                    <a:cubicBezTo>
                      <a:pt x="54" y="35"/>
                      <a:pt x="46" y="26"/>
                      <a:pt x="36" y="24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6" name="Freeform 469">
                <a:extLst>
                  <a:ext uri="{FF2B5EF4-FFF2-40B4-BE49-F238E27FC236}">
                    <a16:creationId xmlns:a16="http://schemas.microsoft.com/office/drawing/2014/main" id="{04B656B3-1110-4025-9CD8-2B9CEAD23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203"/>
                <a:ext cx="215" cy="176"/>
              </a:xfrm>
              <a:custGeom>
                <a:avLst/>
                <a:gdLst>
                  <a:gd name="T0" fmla="*/ 583 w 86"/>
                  <a:gd name="T1" fmla="*/ 21 h 66"/>
                  <a:gd name="T2" fmla="*/ 500 w 86"/>
                  <a:gd name="T3" fmla="*/ 320 h 66"/>
                  <a:gd name="T4" fmla="*/ 333 w 86"/>
                  <a:gd name="T5" fmla="*/ 477 h 66"/>
                  <a:gd name="T6" fmla="*/ 220 w 86"/>
                  <a:gd name="T7" fmla="*/ 661 h 66"/>
                  <a:gd name="T8" fmla="*/ 0 w 86"/>
                  <a:gd name="T9" fmla="*/ 704 h 66"/>
                  <a:gd name="T10" fmla="*/ 283 w 86"/>
                  <a:gd name="T11" fmla="*/ 760 h 66"/>
                  <a:gd name="T12" fmla="*/ 500 w 86"/>
                  <a:gd name="T13" fmla="*/ 797 h 66"/>
                  <a:gd name="T14" fmla="*/ 550 w 86"/>
                  <a:gd name="T15" fmla="*/ 605 h 66"/>
                  <a:gd name="T16" fmla="*/ 720 w 86"/>
                  <a:gd name="T17" fmla="*/ 717 h 66"/>
                  <a:gd name="T18" fmla="*/ 708 w 86"/>
                  <a:gd name="T19" fmla="*/ 1024 h 66"/>
                  <a:gd name="T20" fmla="*/ 1000 w 86"/>
                  <a:gd name="T21" fmla="*/ 1251 h 66"/>
                  <a:gd name="T22" fmla="*/ 1063 w 86"/>
                  <a:gd name="T23" fmla="*/ 797 h 66"/>
                  <a:gd name="T24" fmla="*/ 1345 w 86"/>
                  <a:gd name="T25" fmla="*/ 704 h 66"/>
                  <a:gd name="T26" fmla="*/ 958 w 86"/>
                  <a:gd name="T27" fmla="*/ 627 h 66"/>
                  <a:gd name="T28" fmla="*/ 875 w 86"/>
                  <a:gd name="T29" fmla="*/ 456 h 66"/>
                  <a:gd name="T30" fmla="*/ 958 w 86"/>
                  <a:gd name="T31" fmla="*/ 227 h 66"/>
                  <a:gd name="T32" fmla="*/ 938 w 86"/>
                  <a:gd name="T33" fmla="*/ 77 h 66"/>
                  <a:gd name="T34" fmla="*/ 770 w 86"/>
                  <a:gd name="T35" fmla="*/ 205 h 66"/>
                  <a:gd name="T36" fmla="*/ 595 w 86"/>
                  <a:gd name="T37" fmla="*/ 0 h 6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6" h="66">
                    <a:moveTo>
                      <a:pt x="37" y="1"/>
                    </a:moveTo>
                    <a:cubicBezTo>
                      <a:pt x="38" y="10"/>
                      <a:pt x="40" y="11"/>
                      <a:pt x="32" y="17"/>
                    </a:cubicBezTo>
                    <a:cubicBezTo>
                      <a:pt x="28" y="20"/>
                      <a:pt x="23" y="19"/>
                      <a:pt x="21" y="25"/>
                    </a:cubicBezTo>
                    <a:cubicBezTo>
                      <a:pt x="26" y="31"/>
                      <a:pt x="20" y="34"/>
                      <a:pt x="14" y="35"/>
                    </a:cubicBezTo>
                    <a:cubicBezTo>
                      <a:pt x="8" y="35"/>
                      <a:pt x="2" y="28"/>
                      <a:pt x="0" y="37"/>
                    </a:cubicBezTo>
                    <a:cubicBezTo>
                      <a:pt x="7" y="36"/>
                      <a:pt x="10" y="43"/>
                      <a:pt x="18" y="40"/>
                    </a:cubicBezTo>
                    <a:cubicBezTo>
                      <a:pt x="18" y="53"/>
                      <a:pt x="30" y="56"/>
                      <a:pt x="32" y="42"/>
                    </a:cubicBezTo>
                    <a:cubicBezTo>
                      <a:pt x="33" y="37"/>
                      <a:pt x="25" y="32"/>
                      <a:pt x="35" y="32"/>
                    </a:cubicBezTo>
                    <a:cubicBezTo>
                      <a:pt x="40" y="32"/>
                      <a:pt x="40" y="39"/>
                      <a:pt x="46" y="38"/>
                    </a:cubicBezTo>
                    <a:cubicBezTo>
                      <a:pt x="47" y="41"/>
                      <a:pt x="44" y="51"/>
                      <a:pt x="45" y="54"/>
                    </a:cubicBezTo>
                    <a:cubicBezTo>
                      <a:pt x="46" y="57"/>
                      <a:pt x="61" y="65"/>
                      <a:pt x="64" y="66"/>
                    </a:cubicBezTo>
                    <a:cubicBezTo>
                      <a:pt x="64" y="58"/>
                      <a:pt x="56" y="44"/>
                      <a:pt x="68" y="42"/>
                    </a:cubicBezTo>
                    <a:cubicBezTo>
                      <a:pt x="74" y="40"/>
                      <a:pt x="83" y="50"/>
                      <a:pt x="86" y="37"/>
                    </a:cubicBezTo>
                    <a:cubicBezTo>
                      <a:pt x="75" y="33"/>
                      <a:pt x="70" y="44"/>
                      <a:pt x="61" y="33"/>
                    </a:cubicBezTo>
                    <a:cubicBezTo>
                      <a:pt x="59" y="31"/>
                      <a:pt x="57" y="27"/>
                      <a:pt x="56" y="24"/>
                    </a:cubicBezTo>
                    <a:cubicBezTo>
                      <a:pt x="55" y="17"/>
                      <a:pt x="60" y="17"/>
                      <a:pt x="61" y="12"/>
                    </a:cubicBezTo>
                    <a:cubicBezTo>
                      <a:pt x="62" y="8"/>
                      <a:pt x="66" y="6"/>
                      <a:pt x="60" y="4"/>
                    </a:cubicBezTo>
                    <a:cubicBezTo>
                      <a:pt x="53" y="1"/>
                      <a:pt x="53" y="10"/>
                      <a:pt x="49" y="11"/>
                    </a:cubicBezTo>
                    <a:cubicBezTo>
                      <a:pt x="36" y="13"/>
                      <a:pt x="46" y="0"/>
                      <a:pt x="38" y="0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7" name="Freeform 470">
                <a:extLst>
                  <a:ext uri="{FF2B5EF4-FFF2-40B4-BE49-F238E27FC236}">
                    <a16:creationId xmlns:a16="http://schemas.microsoft.com/office/drawing/2014/main" id="{43A0119C-F4B8-4EA4-B408-7BBC0D6AE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024"/>
                <a:ext cx="95" cy="141"/>
              </a:xfrm>
              <a:custGeom>
                <a:avLst/>
                <a:gdLst>
                  <a:gd name="T0" fmla="*/ 550 w 38"/>
                  <a:gd name="T1" fmla="*/ 21 h 53"/>
                  <a:gd name="T2" fmla="*/ 375 w 38"/>
                  <a:gd name="T3" fmla="*/ 418 h 53"/>
                  <a:gd name="T4" fmla="*/ 145 w 38"/>
                  <a:gd name="T5" fmla="*/ 716 h 53"/>
                  <a:gd name="T6" fmla="*/ 363 w 38"/>
                  <a:gd name="T7" fmla="*/ 793 h 53"/>
                  <a:gd name="T8" fmla="*/ 250 w 38"/>
                  <a:gd name="T9" fmla="*/ 636 h 53"/>
                  <a:gd name="T10" fmla="*/ 375 w 38"/>
                  <a:gd name="T11" fmla="*/ 580 h 53"/>
                  <a:gd name="T12" fmla="*/ 550 w 38"/>
                  <a:gd name="T13" fmla="*/ 524 h 53"/>
                  <a:gd name="T14" fmla="*/ 595 w 38"/>
                  <a:gd name="T15" fmla="*/ 341 h 53"/>
                  <a:gd name="T16" fmla="*/ 595 w 38"/>
                  <a:gd name="T17" fmla="*/ 136 h 53"/>
                  <a:gd name="T18" fmla="*/ 595 w 38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53">
                    <a:moveTo>
                      <a:pt x="35" y="1"/>
                    </a:moveTo>
                    <a:cubicBezTo>
                      <a:pt x="15" y="2"/>
                      <a:pt x="31" y="13"/>
                      <a:pt x="24" y="22"/>
                    </a:cubicBezTo>
                    <a:cubicBezTo>
                      <a:pt x="18" y="30"/>
                      <a:pt x="0" y="23"/>
                      <a:pt x="9" y="38"/>
                    </a:cubicBezTo>
                    <a:cubicBezTo>
                      <a:pt x="12" y="44"/>
                      <a:pt x="27" y="53"/>
                      <a:pt x="23" y="42"/>
                    </a:cubicBezTo>
                    <a:cubicBezTo>
                      <a:pt x="22" y="37"/>
                      <a:pt x="14" y="41"/>
                      <a:pt x="16" y="34"/>
                    </a:cubicBezTo>
                    <a:cubicBezTo>
                      <a:pt x="17" y="29"/>
                      <a:pt x="21" y="29"/>
                      <a:pt x="24" y="31"/>
                    </a:cubicBezTo>
                    <a:cubicBezTo>
                      <a:pt x="27" y="29"/>
                      <a:pt x="31" y="30"/>
                      <a:pt x="35" y="28"/>
                    </a:cubicBezTo>
                    <a:cubicBezTo>
                      <a:pt x="30" y="25"/>
                      <a:pt x="30" y="18"/>
                      <a:pt x="38" y="18"/>
                    </a:cubicBezTo>
                    <a:cubicBezTo>
                      <a:pt x="33" y="15"/>
                      <a:pt x="31" y="9"/>
                      <a:pt x="38" y="7"/>
                    </a:cubicBezTo>
                    <a:cubicBezTo>
                      <a:pt x="36" y="5"/>
                      <a:pt x="35" y="2"/>
                      <a:pt x="38" y="0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8" name="Freeform 471">
                <a:extLst>
                  <a:ext uri="{FF2B5EF4-FFF2-40B4-BE49-F238E27FC236}">
                    <a16:creationId xmlns:a16="http://schemas.microsoft.com/office/drawing/2014/main" id="{7281481C-E70A-4852-9EFE-2B07863CC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141"/>
                <a:ext cx="205" cy="216"/>
              </a:xfrm>
              <a:custGeom>
                <a:avLst/>
                <a:gdLst>
                  <a:gd name="T0" fmla="*/ 1188 w 82"/>
                  <a:gd name="T1" fmla="*/ 93 h 81"/>
                  <a:gd name="T2" fmla="*/ 1000 w 82"/>
                  <a:gd name="T3" fmla="*/ 171 h 81"/>
                  <a:gd name="T4" fmla="*/ 583 w 82"/>
                  <a:gd name="T5" fmla="*/ 77 h 81"/>
                  <a:gd name="T6" fmla="*/ 550 w 82"/>
                  <a:gd name="T7" fmla="*/ 320 h 81"/>
                  <a:gd name="T8" fmla="*/ 208 w 82"/>
                  <a:gd name="T9" fmla="*/ 533 h 81"/>
                  <a:gd name="T10" fmla="*/ 583 w 82"/>
                  <a:gd name="T11" fmla="*/ 1117 h 81"/>
                  <a:gd name="T12" fmla="*/ 875 w 82"/>
                  <a:gd name="T13" fmla="*/ 1331 h 81"/>
                  <a:gd name="T14" fmla="*/ 1283 w 82"/>
                  <a:gd name="T15" fmla="*/ 1421 h 81"/>
                  <a:gd name="T16" fmla="*/ 845 w 82"/>
                  <a:gd name="T17" fmla="*/ 1045 h 81"/>
                  <a:gd name="T18" fmla="*/ 533 w 82"/>
                  <a:gd name="T19" fmla="*/ 491 h 81"/>
                  <a:gd name="T20" fmla="*/ 675 w 82"/>
                  <a:gd name="T21" fmla="*/ 456 h 81"/>
                  <a:gd name="T22" fmla="*/ 720 w 82"/>
                  <a:gd name="T23" fmla="*/ 717 h 81"/>
                  <a:gd name="T24" fmla="*/ 783 w 82"/>
                  <a:gd name="T25" fmla="*/ 589 h 81"/>
                  <a:gd name="T26" fmla="*/ 813 w 82"/>
                  <a:gd name="T27" fmla="*/ 547 h 81"/>
                  <a:gd name="T28" fmla="*/ 688 w 82"/>
                  <a:gd name="T29" fmla="*/ 285 h 81"/>
                  <a:gd name="T30" fmla="*/ 1000 w 82"/>
                  <a:gd name="T31" fmla="*/ 363 h 81"/>
                  <a:gd name="T32" fmla="*/ 1175 w 82"/>
                  <a:gd name="T33" fmla="*/ 56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2" h="81">
                    <a:moveTo>
                      <a:pt x="76" y="5"/>
                    </a:moveTo>
                    <a:cubicBezTo>
                      <a:pt x="71" y="0"/>
                      <a:pt x="61" y="1"/>
                      <a:pt x="64" y="9"/>
                    </a:cubicBezTo>
                    <a:cubicBezTo>
                      <a:pt x="55" y="13"/>
                      <a:pt x="47" y="2"/>
                      <a:pt x="37" y="4"/>
                    </a:cubicBezTo>
                    <a:cubicBezTo>
                      <a:pt x="21" y="6"/>
                      <a:pt x="36" y="10"/>
                      <a:pt x="35" y="17"/>
                    </a:cubicBezTo>
                    <a:cubicBezTo>
                      <a:pt x="31" y="30"/>
                      <a:pt x="0" y="1"/>
                      <a:pt x="13" y="28"/>
                    </a:cubicBezTo>
                    <a:cubicBezTo>
                      <a:pt x="18" y="38"/>
                      <a:pt x="29" y="54"/>
                      <a:pt x="37" y="59"/>
                    </a:cubicBezTo>
                    <a:cubicBezTo>
                      <a:pt x="43" y="63"/>
                      <a:pt x="50" y="66"/>
                      <a:pt x="56" y="70"/>
                    </a:cubicBezTo>
                    <a:cubicBezTo>
                      <a:pt x="63" y="74"/>
                      <a:pt x="74" y="81"/>
                      <a:pt x="82" y="75"/>
                    </a:cubicBezTo>
                    <a:cubicBezTo>
                      <a:pt x="67" y="80"/>
                      <a:pt x="64" y="63"/>
                      <a:pt x="54" y="55"/>
                    </a:cubicBezTo>
                    <a:cubicBezTo>
                      <a:pt x="46" y="48"/>
                      <a:pt x="21" y="37"/>
                      <a:pt x="34" y="26"/>
                    </a:cubicBezTo>
                    <a:cubicBezTo>
                      <a:pt x="37" y="32"/>
                      <a:pt x="41" y="29"/>
                      <a:pt x="43" y="24"/>
                    </a:cubicBezTo>
                    <a:cubicBezTo>
                      <a:pt x="50" y="27"/>
                      <a:pt x="43" y="34"/>
                      <a:pt x="46" y="38"/>
                    </a:cubicBezTo>
                    <a:cubicBezTo>
                      <a:pt x="51" y="43"/>
                      <a:pt x="56" y="36"/>
                      <a:pt x="50" y="31"/>
                    </a:cubicBezTo>
                    <a:cubicBezTo>
                      <a:pt x="51" y="31"/>
                      <a:pt x="52" y="30"/>
                      <a:pt x="52" y="29"/>
                    </a:cubicBezTo>
                    <a:cubicBezTo>
                      <a:pt x="50" y="25"/>
                      <a:pt x="49" y="16"/>
                      <a:pt x="44" y="15"/>
                    </a:cubicBezTo>
                    <a:cubicBezTo>
                      <a:pt x="49" y="7"/>
                      <a:pt x="54" y="26"/>
                      <a:pt x="64" y="19"/>
                    </a:cubicBezTo>
                    <a:cubicBezTo>
                      <a:pt x="69" y="16"/>
                      <a:pt x="65" y="4"/>
                      <a:pt x="75" y="3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49" name="Freeform 472">
                <a:extLst>
                  <a:ext uri="{FF2B5EF4-FFF2-40B4-BE49-F238E27FC236}">
                    <a16:creationId xmlns:a16="http://schemas.microsoft.com/office/drawing/2014/main" id="{130FFE02-2AC0-4244-9596-D4440A685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755"/>
                <a:ext cx="78" cy="181"/>
              </a:xfrm>
              <a:custGeom>
                <a:avLst/>
                <a:gdLst>
                  <a:gd name="T0" fmla="*/ 413 w 31"/>
                  <a:gd name="T1" fmla="*/ 77 h 68"/>
                  <a:gd name="T2" fmla="*/ 221 w 31"/>
                  <a:gd name="T3" fmla="*/ 341 h 68"/>
                  <a:gd name="T4" fmla="*/ 176 w 31"/>
                  <a:gd name="T5" fmla="*/ 511 h 68"/>
                  <a:gd name="T6" fmla="*/ 146 w 31"/>
                  <a:gd name="T7" fmla="*/ 793 h 68"/>
                  <a:gd name="T8" fmla="*/ 50 w 31"/>
                  <a:gd name="T9" fmla="*/ 1035 h 68"/>
                  <a:gd name="T10" fmla="*/ 176 w 31"/>
                  <a:gd name="T11" fmla="*/ 772 h 68"/>
                  <a:gd name="T12" fmla="*/ 347 w 31"/>
                  <a:gd name="T13" fmla="*/ 490 h 68"/>
                  <a:gd name="T14" fmla="*/ 463 w 31"/>
                  <a:gd name="T15" fmla="*/ 546 h 68"/>
                  <a:gd name="T16" fmla="*/ 430 w 31"/>
                  <a:gd name="T17" fmla="*/ 282 h 68"/>
                  <a:gd name="T18" fmla="*/ 476 w 31"/>
                  <a:gd name="T19" fmla="*/ 136 h 68"/>
                  <a:gd name="T20" fmla="*/ 493 w 31"/>
                  <a:gd name="T21" fmla="*/ 0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68">
                    <a:moveTo>
                      <a:pt x="26" y="4"/>
                    </a:moveTo>
                    <a:cubicBezTo>
                      <a:pt x="22" y="8"/>
                      <a:pt x="17" y="14"/>
                      <a:pt x="14" y="18"/>
                    </a:cubicBezTo>
                    <a:cubicBezTo>
                      <a:pt x="10" y="24"/>
                      <a:pt x="11" y="20"/>
                      <a:pt x="11" y="27"/>
                    </a:cubicBezTo>
                    <a:cubicBezTo>
                      <a:pt x="10" y="33"/>
                      <a:pt x="11" y="36"/>
                      <a:pt x="9" y="42"/>
                    </a:cubicBezTo>
                    <a:cubicBezTo>
                      <a:pt x="7" y="46"/>
                      <a:pt x="0" y="50"/>
                      <a:pt x="3" y="55"/>
                    </a:cubicBezTo>
                    <a:cubicBezTo>
                      <a:pt x="11" y="68"/>
                      <a:pt x="11" y="43"/>
                      <a:pt x="11" y="41"/>
                    </a:cubicBezTo>
                    <a:cubicBezTo>
                      <a:pt x="12" y="35"/>
                      <a:pt x="13" y="21"/>
                      <a:pt x="22" y="26"/>
                    </a:cubicBezTo>
                    <a:cubicBezTo>
                      <a:pt x="21" y="31"/>
                      <a:pt x="25" y="32"/>
                      <a:pt x="29" y="29"/>
                    </a:cubicBezTo>
                    <a:cubicBezTo>
                      <a:pt x="23" y="19"/>
                      <a:pt x="21" y="25"/>
                      <a:pt x="27" y="15"/>
                    </a:cubicBezTo>
                    <a:cubicBezTo>
                      <a:pt x="28" y="11"/>
                      <a:pt x="29" y="11"/>
                      <a:pt x="30" y="7"/>
                    </a:cubicBezTo>
                    <a:cubicBezTo>
                      <a:pt x="31" y="3"/>
                      <a:pt x="27" y="3"/>
                      <a:pt x="31" y="0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0" name="Freeform 473">
                <a:extLst>
                  <a:ext uri="{FF2B5EF4-FFF2-40B4-BE49-F238E27FC236}">
                    <a16:creationId xmlns:a16="http://schemas.microsoft.com/office/drawing/2014/main" id="{4F4D7CB2-B5AF-4A1E-8C06-0B1C7EB0F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741"/>
                <a:ext cx="60" cy="83"/>
              </a:xfrm>
              <a:custGeom>
                <a:avLst/>
                <a:gdLst>
                  <a:gd name="T0" fmla="*/ 33 w 24"/>
                  <a:gd name="T1" fmla="*/ 171 h 31"/>
                  <a:gd name="T2" fmla="*/ 50 w 24"/>
                  <a:gd name="T3" fmla="*/ 0 h 31"/>
                  <a:gd name="T4" fmla="*/ 220 w 24"/>
                  <a:gd name="T5" fmla="*/ 21 h 31"/>
                  <a:gd name="T6" fmla="*/ 363 w 24"/>
                  <a:gd name="T7" fmla="*/ 252 h 31"/>
                  <a:gd name="T8" fmla="*/ 270 w 24"/>
                  <a:gd name="T9" fmla="*/ 594 h 31"/>
                  <a:gd name="T10" fmla="*/ 270 w 24"/>
                  <a:gd name="T11" fmla="*/ 209 h 31"/>
                  <a:gd name="T12" fmla="*/ 83 w 24"/>
                  <a:gd name="T13" fmla="*/ 1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1">
                    <a:moveTo>
                      <a:pt x="2" y="9"/>
                    </a:moveTo>
                    <a:cubicBezTo>
                      <a:pt x="0" y="5"/>
                      <a:pt x="0" y="3"/>
                      <a:pt x="3" y="0"/>
                    </a:cubicBezTo>
                    <a:cubicBezTo>
                      <a:pt x="5" y="5"/>
                      <a:pt x="10" y="6"/>
                      <a:pt x="14" y="1"/>
                    </a:cubicBezTo>
                    <a:cubicBezTo>
                      <a:pt x="19" y="4"/>
                      <a:pt x="23" y="7"/>
                      <a:pt x="23" y="13"/>
                    </a:cubicBezTo>
                    <a:cubicBezTo>
                      <a:pt x="11" y="16"/>
                      <a:pt x="24" y="31"/>
                      <a:pt x="17" y="31"/>
                    </a:cubicBezTo>
                    <a:cubicBezTo>
                      <a:pt x="8" y="31"/>
                      <a:pt x="9" y="14"/>
                      <a:pt x="17" y="11"/>
                    </a:cubicBezTo>
                    <a:cubicBezTo>
                      <a:pt x="13" y="4"/>
                      <a:pt x="9" y="16"/>
                      <a:pt x="5" y="8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1" name="Freeform 474">
                <a:extLst>
                  <a:ext uri="{FF2B5EF4-FFF2-40B4-BE49-F238E27FC236}">
                    <a16:creationId xmlns:a16="http://schemas.microsoft.com/office/drawing/2014/main" id="{07E1A44F-8D29-46A0-8157-81D1777B5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867"/>
                <a:ext cx="130" cy="146"/>
              </a:xfrm>
              <a:custGeom>
                <a:avLst/>
                <a:gdLst>
                  <a:gd name="T0" fmla="*/ 333 w 52"/>
                  <a:gd name="T1" fmla="*/ 77 h 55"/>
                  <a:gd name="T2" fmla="*/ 158 w 52"/>
                  <a:gd name="T3" fmla="*/ 563 h 55"/>
                  <a:gd name="T4" fmla="*/ 333 w 52"/>
                  <a:gd name="T5" fmla="*/ 396 h 55"/>
                  <a:gd name="T6" fmla="*/ 408 w 52"/>
                  <a:gd name="T7" fmla="*/ 733 h 55"/>
                  <a:gd name="T8" fmla="*/ 550 w 52"/>
                  <a:gd name="T9" fmla="*/ 839 h 55"/>
                  <a:gd name="T10" fmla="*/ 675 w 52"/>
                  <a:gd name="T11" fmla="*/ 542 h 55"/>
                  <a:gd name="T12" fmla="*/ 800 w 52"/>
                  <a:gd name="T13" fmla="*/ 337 h 55"/>
                  <a:gd name="T14" fmla="*/ 563 w 52"/>
                  <a:gd name="T15" fmla="*/ 563 h 55"/>
                  <a:gd name="T16" fmla="*/ 488 w 52"/>
                  <a:gd name="T17" fmla="*/ 316 h 55"/>
                  <a:gd name="T18" fmla="*/ 250 w 52"/>
                  <a:gd name="T19" fmla="*/ 396 h 55"/>
                  <a:gd name="T20" fmla="*/ 250 w 52"/>
                  <a:gd name="T21" fmla="*/ 19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55">
                    <a:moveTo>
                      <a:pt x="21" y="4"/>
                    </a:moveTo>
                    <a:cubicBezTo>
                      <a:pt x="6" y="0"/>
                      <a:pt x="0" y="22"/>
                      <a:pt x="10" y="30"/>
                    </a:cubicBezTo>
                    <a:cubicBezTo>
                      <a:pt x="13" y="27"/>
                      <a:pt x="18" y="20"/>
                      <a:pt x="21" y="21"/>
                    </a:cubicBezTo>
                    <a:cubicBezTo>
                      <a:pt x="25" y="22"/>
                      <a:pt x="26" y="35"/>
                      <a:pt x="26" y="39"/>
                    </a:cubicBezTo>
                    <a:cubicBezTo>
                      <a:pt x="27" y="43"/>
                      <a:pt x="27" y="55"/>
                      <a:pt x="35" y="45"/>
                    </a:cubicBezTo>
                    <a:cubicBezTo>
                      <a:pt x="39" y="39"/>
                      <a:pt x="32" y="30"/>
                      <a:pt x="43" y="29"/>
                    </a:cubicBezTo>
                    <a:cubicBezTo>
                      <a:pt x="48" y="39"/>
                      <a:pt x="52" y="23"/>
                      <a:pt x="51" y="18"/>
                    </a:cubicBezTo>
                    <a:cubicBezTo>
                      <a:pt x="47" y="24"/>
                      <a:pt x="35" y="21"/>
                      <a:pt x="36" y="30"/>
                    </a:cubicBezTo>
                    <a:cubicBezTo>
                      <a:pt x="32" y="27"/>
                      <a:pt x="34" y="20"/>
                      <a:pt x="31" y="17"/>
                    </a:cubicBezTo>
                    <a:cubicBezTo>
                      <a:pt x="26" y="14"/>
                      <a:pt x="19" y="17"/>
                      <a:pt x="16" y="21"/>
                    </a:cubicBezTo>
                    <a:cubicBezTo>
                      <a:pt x="11" y="18"/>
                      <a:pt x="11" y="13"/>
                      <a:pt x="16" y="10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2" name="Freeform 475">
                <a:extLst>
                  <a:ext uri="{FF2B5EF4-FFF2-40B4-BE49-F238E27FC236}">
                    <a16:creationId xmlns:a16="http://schemas.microsoft.com/office/drawing/2014/main" id="{4907C532-09A3-4DA7-B9B7-5FD4F8B01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963"/>
                <a:ext cx="45" cy="178"/>
              </a:xfrm>
              <a:custGeom>
                <a:avLst/>
                <a:gdLst>
                  <a:gd name="T0" fmla="*/ 208 w 18"/>
                  <a:gd name="T1" fmla="*/ 0 h 67"/>
                  <a:gd name="T2" fmla="*/ 113 w 18"/>
                  <a:gd name="T3" fmla="*/ 340 h 67"/>
                  <a:gd name="T4" fmla="*/ 83 w 18"/>
                  <a:gd name="T5" fmla="*/ 452 h 67"/>
                  <a:gd name="T6" fmla="*/ 113 w 18"/>
                  <a:gd name="T7" fmla="*/ 635 h 67"/>
                  <a:gd name="T8" fmla="*/ 63 w 18"/>
                  <a:gd name="T9" fmla="*/ 938 h 67"/>
                  <a:gd name="T10" fmla="*/ 188 w 18"/>
                  <a:gd name="T11" fmla="*/ 1257 h 67"/>
                  <a:gd name="T12" fmla="*/ 283 w 18"/>
                  <a:gd name="T13" fmla="*/ 1108 h 67"/>
                  <a:gd name="T14" fmla="*/ 145 w 18"/>
                  <a:gd name="T15" fmla="*/ 975 h 67"/>
                  <a:gd name="T16" fmla="*/ 220 w 18"/>
                  <a:gd name="T17" fmla="*/ 622 h 67"/>
                  <a:gd name="T18" fmla="*/ 208 w 18"/>
                  <a:gd name="T19" fmla="*/ 409 h 67"/>
                  <a:gd name="T20" fmla="*/ 270 w 18"/>
                  <a:gd name="T21" fmla="*/ 247 h 67"/>
                  <a:gd name="T22" fmla="*/ 188 w 18"/>
                  <a:gd name="T23" fmla="*/ 93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67">
                    <a:moveTo>
                      <a:pt x="13" y="0"/>
                    </a:moveTo>
                    <a:cubicBezTo>
                      <a:pt x="10" y="4"/>
                      <a:pt x="9" y="12"/>
                      <a:pt x="7" y="18"/>
                    </a:cubicBezTo>
                    <a:cubicBezTo>
                      <a:pt x="7" y="21"/>
                      <a:pt x="5" y="20"/>
                      <a:pt x="5" y="24"/>
                    </a:cubicBezTo>
                    <a:cubicBezTo>
                      <a:pt x="5" y="27"/>
                      <a:pt x="8" y="30"/>
                      <a:pt x="7" y="34"/>
                    </a:cubicBezTo>
                    <a:cubicBezTo>
                      <a:pt x="7" y="41"/>
                      <a:pt x="0" y="41"/>
                      <a:pt x="4" y="50"/>
                    </a:cubicBezTo>
                    <a:cubicBezTo>
                      <a:pt x="7" y="57"/>
                      <a:pt x="11" y="58"/>
                      <a:pt x="12" y="67"/>
                    </a:cubicBezTo>
                    <a:cubicBezTo>
                      <a:pt x="15" y="67"/>
                      <a:pt x="18" y="63"/>
                      <a:pt x="18" y="59"/>
                    </a:cubicBezTo>
                    <a:cubicBezTo>
                      <a:pt x="17" y="52"/>
                      <a:pt x="12" y="56"/>
                      <a:pt x="9" y="52"/>
                    </a:cubicBezTo>
                    <a:cubicBezTo>
                      <a:pt x="6" y="46"/>
                      <a:pt x="13" y="39"/>
                      <a:pt x="14" y="33"/>
                    </a:cubicBezTo>
                    <a:cubicBezTo>
                      <a:pt x="14" y="28"/>
                      <a:pt x="12" y="26"/>
                      <a:pt x="13" y="22"/>
                    </a:cubicBezTo>
                    <a:cubicBezTo>
                      <a:pt x="13" y="17"/>
                      <a:pt x="17" y="19"/>
                      <a:pt x="17" y="13"/>
                    </a:cubicBezTo>
                    <a:cubicBezTo>
                      <a:pt x="16" y="10"/>
                      <a:pt x="13" y="6"/>
                      <a:pt x="12" y="5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3" name="Freeform 476">
                <a:extLst>
                  <a:ext uri="{FF2B5EF4-FFF2-40B4-BE49-F238E27FC236}">
                    <a16:creationId xmlns:a16="http://schemas.microsoft.com/office/drawing/2014/main" id="{072D840F-FCD6-47D8-9F24-D26B99256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995"/>
                <a:ext cx="58" cy="80"/>
              </a:xfrm>
              <a:custGeom>
                <a:avLst/>
                <a:gdLst>
                  <a:gd name="T0" fmla="*/ 126 w 23"/>
                  <a:gd name="T1" fmla="*/ 35 h 30"/>
                  <a:gd name="T2" fmla="*/ 368 w 23"/>
                  <a:gd name="T3" fmla="*/ 205 h 30"/>
                  <a:gd name="T4" fmla="*/ 159 w 23"/>
                  <a:gd name="T5" fmla="*/ 264 h 30"/>
                  <a:gd name="T6" fmla="*/ 0 w 23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0">
                    <a:moveTo>
                      <a:pt x="8" y="2"/>
                    </a:moveTo>
                    <a:cubicBezTo>
                      <a:pt x="11" y="9"/>
                      <a:pt x="22" y="0"/>
                      <a:pt x="23" y="11"/>
                    </a:cubicBezTo>
                    <a:cubicBezTo>
                      <a:pt x="23" y="19"/>
                      <a:pt x="14" y="19"/>
                      <a:pt x="10" y="14"/>
                    </a:cubicBezTo>
                    <a:cubicBezTo>
                      <a:pt x="5" y="19"/>
                      <a:pt x="9" y="30"/>
                      <a:pt x="0" y="30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4" name="Freeform 477">
                <a:extLst>
                  <a:ext uri="{FF2B5EF4-FFF2-40B4-BE49-F238E27FC236}">
                    <a16:creationId xmlns:a16="http://schemas.microsoft.com/office/drawing/2014/main" id="{7A80EF9C-C1CB-4BD6-BD09-0DA2D4F3E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963"/>
                <a:ext cx="110" cy="157"/>
              </a:xfrm>
              <a:custGeom>
                <a:avLst/>
                <a:gdLst>
                  <a:gd name="T0" fmla="*/ 425 w 44"/>
                  <a:gd name="T1" fmla="*/ 0 h 59"/>
                  <a:gd name="T2" fmla="*/ 408 w 44"/>
                  <a:gd name="T3" fmla="*/ 362 h 59"/>
                  <a:gd name="T4" fmla="*/ 208 w 44"/>
                  <a:gd name="T5" fmla="*/ 490 h 59"/>
                  <a:gd name="T6" fmla="*/ 208 w 44"/>
                  <a:gd name="T7" fmla="*/ 679 h 59"/>
                  <a:gd name="T8" fmla="*/ 125 w 44"/>
                  <a:gd name="T9" fmla="*/ 793 h 59"/>
                  <a:gd name="T10" fmla="*/ 0 w 44"/>
                  <a:gd name="T11" fmla="*/ 921 h 59"/>
                  <a:gd name="T12" fmla="*/ 125 w 44"/>
                  <a:gd name="T13" fmla="*/ 977 h 59"/>
                  <a:gd name="T14" fmla="*/ 270 w 44"/>
                  <a:gd name="T15" fmla="*/ 580 h 59"/>
                  <a:gd name="T16" fmla="*/ 458 w 44"/>
                  <a:gd name="T17" fmla="*/ 828 h 59"/>
                  <a:gd name="T18" fmla="*/ 688 w 44"/>
                  <a:gd name="T19" fmla="*/ 1019 h 59"/>
                  <a:gd name="T20" fmla="*/ 550 w 44"/>
                  <a:gd name="T21" fmla="*/ 998 h 59"/>
                  <a:gd name="T22" fmla="*/ 550 w 44"/>
                  <a:gd name="T23" fmla="*/ 490 h 59"/>
                  <a:gd name="T24" fmla="*/ 658 w 44"/>
                  <a:gd name="T25" fmla="*/ 418 h 59"/>
                  <a:gd name="T26" fmla="*/ 563 w 44"/>
                  <a:gd name="T27" fmla="*/ 418 h 59"/>
                  <a:gd name="T28" fmla="*/ 550 w 44"/>
                  <a:gd name="T29" fmla="*/ 205 h 59"/>
                  <a:gd name="T30" fmla="*/ 458 w 44"/>
                  <a:gd name="T31" fmla="*/ 0 h 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59">
                    <a:moveTo>
                      <a:pt x="27" y="0"/>
                    </a:moveTo>
                    <a:cubicBezTo>
                      <a:pt x="26" y="5"/>
                      <a:pt x="30" y="13"/>
                      <a:pt x="26" y="19"/>
                    </a:cubicBezTo>
                    <a:cubicBezTo>
                      <a:pt x="23" y="22"/>
                      <a:pt x="16" y="23"/>
                      <a:pt x="13" y="26"/>
                    </a:cubicBezTo>
                    <a:cubicBezTo>
                      <a:pt x="10" y="31"/>
                      <a:pt x="14" y="31"/>
                      <a:pt x="13" y="36"/>
                    </a:cubicBezTo>
                    <a:cubicBezTo>
                      <a:pt x="11" y="41"/>
                      <a:pt x="12" y="38"/>
                      <a:pt x="8" y="42"/>
                    </a:cubicBezTo>
                    <a:cubicBezTo>
                      <a:pt x="5" y="44"/>
                      <a:pt x="1" y="43"/>
                      <a:pt x="0" y="49"/>
                    </a:cubicBezTo>
                    <a:cubicBezTo>
                      <a:pt x="0" y="55"/>
                      <a:pt x="5" y="53"/>
                      <a:pt x="8" y="52"/>
                    </a:cubicBezTo>
                    <a:cubicBezTo>
                      <a:pt x="17" y="48"/>
                      <a:pt x="18" y="38"/>
                      <a:pt x="17" y="31"/>
                    </a:cubicBezTo>
                    <a:cubicBezTo>
                      <a:pt x="30" y="24"/>
                      <a:pt x="26" y="35"/>
                      <a:pt x="29" y="44"/>
                    </a:cubicBezTo>
                    <a:cubicBezTo>
                      <a:pt x="30" y="49"/>
                      <a:pt x="37" y="59"/>
                      <a:pt x="44" y="54"/>
                    </a:cubicBezTo>
                    <a:cubicBezTo>
                      <a:pt x="41" y="54"/>
                      <a:pt x="37" y="53"/>
                      <a:pt x="35" y="53"/>
                    </a:cubicBezTo>
                    <a:cubicBezTo>
                      <a:pt x="33" y="47"/>
                      <a:pt x="29" y="30"/>
                      <a:pt x="35" y="26"/>
                    </a:cubicBezTo>
                    <a:cubicBezTo>
                      <a:pt x="39" y="30"/>
                      <a:pt x="44" y="28"/>
                      <a:pt x="42" y="22"/>
                    </a:cubicBezTo>
                    <a:cubicBezTo>
                      <a:pt x="40" y="22"/>
                      <a:pt x="38" y="21"/>
                      <a:pt x="36" y="22"/>
                    </a:cubicBezTo>
                    <a:cubicBezTo>
                      <a:pt x="34" y="19"/>
                      <a:pt x="37" y="13"/>
                      <a:pt x="35" y="11"/>
                    </a:cubicBezTo>
                    <a:cubicBezTo>
                      <a:pt x="33" y="5"/>
                      <a:pt x="22" y="8"/>
                      <a:pt x="29" y="0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5" name="Freeform 478">
                <a:extLst>
                  <a:ext uri="{FF2B5EF4-FFF2-40B4-BE49-F238E27FC236}">
                    <a16:creationId xmlns:a16="http://schemas.microsoft.com/office/drawing/2014/main" id="{7C85B1C6-6C25-4197-9756-94B013DDE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701"/>
                <a:ext cx="90" cy="86"/>
              </a:xfrm>
              <a:custGeom>
                <a:avLst/>
                <a:gdLst>
                  <a:gd name="T0" fmla="*/ 33 w 36"/>
                  <a:gd name="T1" fmla="*/ 505 h 32"/>
                  <a:gd name="T2" fmla="*/ 238 w 36"/>
                  <a:gd name="T3" fmla="*/ 290 h 32"/>
                  <a:gd name="T4" fmla="*/ 458 w 36"/>
                  <a:gd name="T5" fmla="*/ 35 h 32"/>
                  <a:gd name="T6" fmla="*/ 458 w 36"/>
                  <a:gd name="T7" fmla="*/ 274 h 32"/>
                  <a:gd name="T8" fmla="*/ 500 w 36"/>
                  <a:gd name="T9" fmla="*/ 599 h 32"/>
                  <a:gd name="T10" fmla="*/ 375 w 36"/>
                  <a:gd name="T11" fmla="*/ 231 h 32"/>
                  <a:gd name="T12" fmla="*/ 220 w 36"/>
                  <a:gd name="T13" fmla="*/ 449 h 32"/>
                  <a:gd name="T14" fmla="*/ 0 w 36"/>
                  <a:gd name="T15" fmla="*/ 621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2">
                    <a:moveTo>
                      <a:pt x="2" y="26"/>
                    </a:moveTo>
                    <a:cubicBezTo>
                      <a:pt x="5" y="14"/>
                      <a:pt x="8" y="20"/>
                      <a:pt x="15" y="15"/>
                    </a:cubicBezTo>
                    <a:cubicBezTo>
                      <a:pt x="20" y="12"/>
                      <a:pt x="20" y="0"/>
                      <a:pt x="29" y="2"/>
                    </a:cubicBezTo>
                    <a:cubicBezTo>
                      <a:pt x="36" y="3"/>
                      <a:pt x="30" y="8"/>
                      <a:pt x="29" y="14"/>
                    </a:cubicBezTo>
                    <a:cubicBezTo>
                      <a:pt x="29" y="19"/>
                      <a:pt x="33" y="25"/>
                      <a:pt x="32" y="31"/>
                    </a:cubicBezTo>
                    <a:cubicBezTo>
                      <a:pt x="23" y="27"/>
                      <a:pt x="32" y="11"/>
                      <a:pt x="24" y="12"/>
                    </a:cubicBezTo>
                    <a:cubicBezTo>
                      <a:pt x="21" y="17"/>
                      <a:pt x="17" y="20"/>
                      <a:pt x="14" y="23"/>
                    </a:cubicBezTo>
                    <a:cubicBezTo>
                      <a:pt x="11" y="26"/>
                      <a:pt x="6" y="31"/>
                      <a:pt x="0" y="32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6" name="Freeform 479">
                <a:extLst>
                  <a:ext uri="{FF2B5EF4-FFF2-40B4-BE49-F238E27FC236}">
                    <a16:creationId xmlns:a16="http://schemas.microsoft.com/office/drawing/2014/main" id="{05B3BA6F-0EF4-4923-95EC-E2195041C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16"/>
                <a:ext cx="115" cy="104"/>
              </a:xfrm>
              <a:custGeom>
                <a:avLst/>
                <a:gdLst>
                  <a:gd name="T0" fmla="*/ 113 w 46"/>
                  <a:gd name="T1" fmla="*/ 77 h 39"/>
                  <a:gd name="T2" fmla="*/ 113 w 46"/>
                  <a:gd name="T3" fmla="*/ 341 h 39"/>
                  <a:gd name="T4" fmla="*/ 95 w 46"/>
                  <a:gd name="T5" fmla="*/ 477 h 39"/>
                  <a:gd name="T6" fmla="*/ 270 w 46"/>
                  <a:gd name="T7" fmla="*/ 661 h 39"/>
                  <a:gd name="T8" fmla="*/ 313 w 46"/>
                  <a:gd name="T9" fmla="*/ 171 h 39"/>
                  <a:gd name="T10" fmla="*/ 658 w 46"/>
                  <a:gd name="T11" fmla="*/ 149 h 39"/>
                  <a:gd name="T12" fmla="*/ 333 w 46"/>
                  <a:gd name="T13" fmla="*/ 56 h 39"/>
                  <a:gd name="T14" fmla="*/ 83 w 46"/>
                  <a:gd name="T15" fmla="*/ 3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9">
                    <a:moveTo>
                      <a:pt x="7" y="4"/>
                    </a:moveTo>
                    <a:cubicBezTo>
                      <a:pt x="11" y="11"/>
                      <a:pt x="8" y="11"/>
                      <a:pt x="7" y="18"/>
                    </a:cubicBezTo>
                    <a:cubicBezTo>
                      <a:pt x="7" y="21"/>
                      <a:pt x="0" y="20"/>
                      <a:pt x="6" y="25"/>
                    </a:cubicBezTo>
                    <a:cubicBezTo>
                      <a:pt x="11" y="30"/>
                      <a:pt x="18" y="20"/>
                      <a:pt x="17" y="35"/>
                    </a:cubicBezTo>
                    <a:cubicBezTo>
                      <a:pt x="34" y="39"/>
                      <a:pt x="11" y="12"/>
                      <a:pt x="20" y="9"/>
                    </a:cubicBezTo>
                    <a:cubicBezTo>
                      <a:pt x="24" y="7"/>
                      <a:pt x="46" y="31"/>
                      <a:pt x="42" y="8"/>
                    </a:cubicBezTo>
                    <a:cubicBezTo>
                      <a:pt x="27" y="17"/>
                      <a:pt x="32" y="6"/>
                      <a:pt x="21" y="3"/>
                    </a:cubicBezTo>
                    <a:cubicBezTo>
                      <a:pt x="13" y="0"/>
                      <a:pt x="14" y="10"/>
                      <a:pt x="5" y="2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7" name="Freeform 480">
                <a:extLst>
                  <a:ext uri="{FF2B5EF4-FFF2-40B4-BE49-F238E27FC236}">
                    <a16:creationId xmlns:a16="http://schemas.microsoft.com/office/drawing/2014/main" id="{8DB60BE6-4A21-4122-8BA3-73C2A7D6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984"/>
                <a:ext cx="55" cy="120"/>
              </a:xfrm>
              <a:custGeom>
                <a:avLst/>
                <a:gdLst>
                  <a:gd name="T0" fmla="*/ 33 w 22"/>
                  <a:gd name="T1" fmla="*/ 115 h 45"/>
                  <a:gd name="T2" fmla="*/ 63 w 22"/>
                  <a:gd name="T3" fmla="*/ 341 h 45"/>
                  <a:gd name="T4" fmla="*/ 0 w 22"/>
                  <a:gd name="T5" fmla="*/ 435 h 45"/>
                  <a:gd name="T6" fmla="*/ 145 w 22"/>
                  <a:gd name="T7" fmla="*/ 605 h 45"/>
                  <a:gd name="T8" fmla="*/ 208 w 22"/>
                  <a:gd name="T9" fmla="*/ 819 h 45"/>
                  <a:gd name="T10" fmla="*/ 313 w 22"/>
                  <a:gd name="T11" fmla="*/ 661 h 45"/>
                  <a:gd name="T12" fmla="*/ 113 w 22"/>
                  <a:gd name="T13" fmla="*/ 397 h 45"/>
                  <a:gd name="T14" fmla="*/ 208 w 22"/>
                  <a:gd name="T15" fmla="*/ 149 h 45"/>
                  <a:gd name="T16" fmla="*/ 20 w 22"/>
                  <a:gd name="T17" fmla="*/ 9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5">
                    <a:moveTo>
                      <a:pt x="2" y="6"/>
                    </a:moveTo>
                    <a:cubicBezTo>
                      <a:pt x="2" y="9"/>
                      <a:pt x="4" y="14"/>
                      <a:pt x="4" y="18"/>
                    </a:cubicBezTo>
                    <a:cubicBezTo>
                      <a:pt x="3" y="19"/>
                      <a:pt x="0" y="24"/>
                      <a:pt x="0" y="23"/>
                    </a:cubicBezTo>
                    <a:cubicBezTo>
                      <a:pt x="1" y="31"/>
                      <a:pt x="5" y="26"/>
                      <a:pt x="9" y="32"/>
                    </a:cubicBezTo>
                    <a:cubicBezTo>
                      <a:pt x="12" y="37"/>
                      <a:pt x="5" y="42"/>
                      <a:pt x="13" y="43"/>
                    </a:cubicBezTo>
                    <a:cubicBezTo>
                      <a:pt x="19" y="45"/>
                      <a:pt x="22" y="40"/>
                      <a:pt x="20" y="35"/>
                    </a:cubicBezTo>
                    <a:cubicBezTo>
                      <a:pt x="12" y="38"/>
                      <a:pt x="6" y="30"/>
                      <a:pt x="7" y="21"/>
                    </a:cubicBezTo>
                    <a:cubicBezTo>
                      <a:pt x="7" y="16"/>
                      <a:pt x="13" y="12"/>
                      <a:pt x="13" y="8"/>
                    </a:cubicBezTo>
                    <a:cubicBezTo>
                      <a:pt x="12" y="2"/>
                      <a:pt x="4" y="0"/>
                      <a:pt x="1" y="5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8" name="Freeform 481">
                <a:extLst>
                  <a:ext uri="{FF2B5EF4-FFF2-40B4-BE49-F238E27FC236}">
                    <a16:creationId xmlns:a16="http://schemas.microsoft.com/office/drawing/2014/main" id="{FC615F5B-A2C6-4471-9F65-7131FD458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960"/>
                <a:ext cx="70" cy="96"/>
              </a:xfrm>
              <a:custGeom>
                <a:avLst/>
                <a:gdLst>
                  <a:gd name="T0" fmla="*/ 408 w 28"/>
                  <a:gd name="T1" fmla="*/ 0 h 36"/>
                  <a:gd name="T2" fmla="*/ 270 w 28"/>
                  <a:gd name="T3" fmla="*/ 363 h 36"/>
                  <a:gd name="T4" fmla="*/ 0 w 28"/>
                  <a:gd name="T5" fmla="*/ 248 h 36"/>
                  <a:gd name="T6" fmla="*/ 95 w 28"/>
                  <a:gd name="T7" fmla="*/ 376 h 36"/>
                  <a:gd name="T8" fmla="*/ 145 w 28"/>
                  <a:gd name="T9" fmla="*/ 683 h 36"/>
                  <a:gd name="T10" fmla="*/ 438 w 28"/>
                  <a:gd name="T11" fmla="*/ 533 h 36"/>
                  <a:gd name="T12" fmla="*/ 313 w 28"/>
                  <a:gd name="T13" fmla="*/ 227 h 36"/>
                  <a:gd name="T14" fmla="*/ 375 w 28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6">
                    <a:moveTo>
                      <a:pt x="26" y="0"/>
                    </a:moveTo>
                    <a:cubicBezTo>
                      <a:pt x="10" y="3"/>
                      <a:pt x="22" y="13"/>
                      <a:pt x="17" y="19"/>
                    </a:cubicBezTo>
                    <a:cubicBezTo>
                      <a:pt x="10" y="25"/>
                      <a:pt x="6" y="9"/>
                      <a:pt x="0" y="13"/>
                    </a:cubicBezTo>
                    <a:cubicBezTo>
                      <a:pt x="0" y="17"/>
                      <a:pt x="4" y="17"/>
                      <a:pt x="6" y="20"/>
                    </a:cubicBezTo>
                    <a:cubicBezTo>
                      <a:pt x="8" y="25"/>
                      <a:pt x="9" y="31"/>
                      <a:pt x="9" y="36"/>
                    </a:cubicBezTo>
                    <a:cubicBezTo>
                      <a:pt x="16" y="35"/>
                      <a:pt x="20" y="27"/>
                      <a:pt x="28" y="28"/>
                    </a:cubicBezTo>
                    <a:cubicBezTo>
                      <a:pt x="26" y="24"/>
                      <a:pt x="20" y="17"/>
                      <a:pt x="20" y="12"/>
                    </a:cubicBezTo>
                    <a:cubicBezTo>
                      <a:pt x="20" y="6"/>
                      <a:pt x="26" y="2"/>
                      <a:pt x="24" y="0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59" name="Freeform 482">
                <a:extLst>
                  <a:ext uri="{FF2B5EF4-FFF2-40B4-BE49-F238E27FC236}">
                    <a16:creationId xmlns:a16="http://schemas.microsoft.com/office/drawing/2014/main" id="{B401B111-86D6-448E-B05F-D1C21F1EA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691"/>
                <a:ext cx="147" cy="117"/>
              </a:xfrm>
              <a:custGeom>
                <a:avLst/>
                <a:gdLst>
                  <a:gd name="T0" fmla="*/ 745 w 59"/>
                  <a:gd name="T1" fmla="*/ 21 h 44"/>
                  <a:gd name="T2" fmla="*/ 590 w 59"/>
                  <a:gd name="T3" fmla="*/ 303 h 44"/>
                  <a:gd name="T4" fmla="*/ 311 w 59"/>
                  <a:gd name="T5" fmla="*/ 452 h 44"/>
                  <a:gd name="T6" fmla="*/ 199 w 59"/>
                  <a:gd name="T7" fmla="*/ 601 h 44"/>
                  <a:gd name="T8" fmla="*/ 478 w 59"/>
                  <a:gd name="T9" fmla="*/ 524 h 44"/>
                  <a:gd name="T10" fmla="*/ 384 w 59"/>
                  <a:gd name="T11" fmla="*/ 792 h 44"/>
                  <a:gd name="T12" fmla="*/ 541 w 59"/>
                  <a:gd name="T13" fmla="*/ 566 h 44"/>
                  <a:gd name="T14" fmla="*/ 665 w 59"/>
                  <a:gd name="T15" fmla="*/ 362 h 44"/>
                  <a:gd name="T16" fmla="*/ 683 w 59"/>
                  <a:gd name="T17" fmla="*/ 247 h 44"/>
                  <a:gd name="T18" fmla="*/ 695 w 59"/>
                  <a:gd name="T19" fmla="*/ 114 h 44"/>
                  <a:gd name="T20" fmla="*/ 912 w 59"/>
                  <a:gd name="T21" fmla="*/ 77 h 44"/>
                  <a:gd name="T22" fmla="*/ 787 w 59"/>
                  <a:gd name="T23" fmla="*/ 21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44">
                    <a:moveTo>
                      <a:pt x="48" y="1"/>
                    </a:moveTo>
                    <a:cubicBezTo>
                      <a:pt x="29" y="2"/>
                      <a:pt x="41" y="6"/>
                      <a:pt x="38" y="16"/>
                    </a:cubicBezTo>
                    <a:cubicBezTo>
                      <a:pt x="36" y="22"/>
                      <a:pt x="25" y="22"/>
                      <a:pt x="20" y="24"/>
                    </a:cubicBezTo>
                    <a:cubicBezTo>
                      <a:pt x="16" y="24"/>
                      <a:pt x="0" y="28"/>
                      <a:pt x="13" y="32"/>
                    </a:cubicBezTo>
                    <a:cubicBezTo>
                      <a:pt x="18" y="34"/>
                      <a:pt x="25" y="27"/>
                      <a:pt x="31" y="28"/>
                    </a:cubicBezTo>
                    <a:cubicBezTo>
                      <a:pt x="33" y="35"/>
                      <a:pt x="26" y="36"/>
                      <a:pt x="25" y="42"/>
                    </a:cubicBezTo>
                    <a:cubicBezTo>
                      <a:pt x="33" y="44"/>
                      <a:pt x="32" y="35"/>
                      <a:pt x="35" y="30"/>
                    </a:cubicBezTo>
                    <a:cubicBezTo>
                      <a:pt x="36" y="26"/>
                      <a:pt x="41" y="23"/>
                      <a:pt x="43" y="19"/>
                    </a:cubicBezTo>
                    <a:cubicBezTo>
                      <a:pt x="43" y="18"/>
                      <a:pt x="44" y="12"/>
                      <a:pt x="44" y="13"/>
                    </a:cubicBezTo>
                    <a:cubicBezTo>
                      <a:pt x="45" y="11"/>
                      <a:pt x="41" y="9"/>
                      <a:pt x="45" y="6"/>
                    </a:cubicBezTo>
                    <a:cubicBezTo>
                      <a:pt x="49" y="2"/>
                      <a:pt x="55" y="9"/>
                      <a:pt x="59" y="4"/>
                    </a:cubicBezTo>
                    <a:cubicBezTo>
                      <a:pt x="58" y="2"/>
                      <a:pt x="54" y="0"/>
                      <a:pt x="51" y="1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0" name="Freeform 483">
                <a:extLst>
                  <a:ext uri="{FF2B5EF4-FFF2-40B4-BE49-F238E27FC236}">
                    <a16:creationId xmlns:a16="http://schemas.microsoft.com/office/drawing/2014/main" id="{D837C533-7277-4C54-9A15-4CED35DC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739"/>
                <a:ext cx="65" cy="48"/>
              </a:xfrm>
              <a:custGeom>
                <a:avLst/>
                <a:gdLst>
                  <a:gd name="T0" fmla="*/ 220 w 26"/>
                  <a:gd name="T1" fmla="*/ 21 h 18"/>
                  <a:gd name="T2" fmla="*/ 238 w 26"/>
                  <a:gd name="T3" fmla="*/ 285 h 18"/>
                  <a:gd name="T4" fmla="*/ 270 w 26"/>
                  <a:gd name="T5" fmla="*/ 171 h 18"/>
                  <a:gd name="T6" fmla="*/ 250 w 2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14" y="1"/>
                    </a:moveTo>
                    <a:cubicBezTo>
                      <a:pt x="0" y="3"/>
                      <a:pt x="16" y="9"/>
                      <a:pt x="15" y="15"/>
                    </a:cubicBezTo>
                    <a:cubicBezTo>
                      <a:pt x="26" y="18"/>
                      <a:pt x="17" y="10"/>
                      <a:pt x="17" y="9"/>
                    </a:cubicBezTo>
                    <a:cubicBezTo>
                      <a:pt x="16" y="5"/>
                      <a:pt x="12" y="4"/>
                      <a:pt x="16" y="0"/>
                    </a:cubicBezTo>
                  </a:path>
                </a:pathLst>
              </a:custGeom>
              <a:solidFill>
                <a:srgbClr val="E7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1" name="Freeform 484">
                <a:extLst>
                  <a:ext uri="{FF2B5EF4-FFF2-40B4-BE49-F238E27FC236}">
                    <a16:creationId xmlns:a16="http://schemas.microsoft.com/office/drawing/2014/main" id="{4A019B6E-4BB0-4607-B363-EEDF735D9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21"/>
                <a:ext cx="58" cy="200"/>
              </a:xfrm>
              <a:custGeom>
                <a:avLst/>
                <a:gdLst>
                  <a:gd name="T0" fmla="*/ 63 w 23"/>
                  <a:gd name="T1" fmla="*/ 1195 h 75"/>
                  <a:gd name="T2" fmla="*/ 159 w 23"/>
                  <a:gd name="T3" fmla="*/ 533 h 75"/>
                  <a:gd name="T4" fmla="*/ 368 w 23"/>
                  <a:gd name="T5" fmla="*/ 56 h 75"/>
                  <a:gd name="T6" fmla="*/ 272 w 23"/>
                  <a:gd name="T7" fmla="*/ 875 h 75"/>
                  <a:gd name="T8" fmla="*/ 83 w 23"/>
                  <a:gd name="T9" fmla="*/ 1421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5">
                    <a:moveTo>
                      <a:pt x="4" y="63"/>
                    </a:moveTo>
                    <a:cubicBezTo>
                      <a:pt x="2" y="47"/>
                      <a:pt x="6" y="42"/>
                      <a:pt x="10" y="28"/>
                    </a:cubicBezTo>
                    <a:cubicBezTo>
                      <a:pt x="11" y="21"/>
                      <a:pt x="11" y="0"/>
                      <a:pt x="23" y="3"/>
                    </a:cubicBezTo>
                    <a:cubicBezTo>
                      <a:pt x="20" y="10"/>
                      <a:pt x="0" y="47"/>
                      <a:pt x="17" y="46"/>
                    </a:cubicBezTo>
                    <a:cubicBezTo>
                      <a:pt x="19" y="56"/>
                      <a:pt x="11" y="69"/>
                      <a:pt x="5" y="75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2" name="Freeform 485">
                <a:extLst>
                  <a:ext uri="{FF2B5EF4-FFF2-40B4-BE49-F238E27FC236}">
                    <a16:creationId xmlns:a16="http://schemas.microsoft.com/office/drawing/2014/main" id="{64828C48-B670-45E7-A359-9650C58D2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653"/>
                <a:ext cx="117" cy="123"/>
              </a:xfrm>
              <a:custGeom>
                <a:avLst/>
                <a:gdLst>
                  <a:gd name="T0" fmla="*/ 0 w 47"/>
                  <a:gd name="T1" fmla="*/ 845 h 46"/>
                  <a:gd name="T2" fmla="*/ 309 w 47"/>
                  <a:gd name="T3" fmla="*/ 265 h 46"/>
                  <a:gd name="T4" fmla="*/ 528 w 47"/>
                  <a:gd name="T5" fmla="*/ 193 h 46"/>
                  <a:gd name="T6" fmla="*/ 724 w 47"/>
                  <a:gd name="T7" fmla="*/ 0 h 46"/>
                  <a:gd name="T8" fmla="*/ 570 w 47"/>
                  <a:gd name="T9" fmla="*/ 251 h 46"/>
                  <a:gd name="T10" fmla="*/ 383 w 47"/>
                  <a:gd name="T11" fmla="*/ 364 h 46"/>
                  <a:gd name="T12" fmla="*/ 229 w 47"/>
                  <a:gd name="T13" fmla="*/ 537 h 46"/>
                  <a:gd name="T14" fmla="*/ 0 w 47"/>
                  <a:gd name="T15" fmla="*/ 88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6">
                    <a:moveTo>
                      <a:pt x="0" y="44"/>
                    </a:moveTo>
                    <a:cubicBezTo>
                      <a:pt x="9" y="34"/>
                      <a:pt x="5" y="20"/>
                      <a:pt x="20" y="14"/>
                    </a:cubicBezTo>
                    <a:cubicBezTo>
                      <a:pt x="24" y="12"/>
                      <a:pt x="29" y="12"/>
                      <a:pt x="34" y="10"/>
                    </a:cubicBezTo>
                    <a:cubicBezTo>
                      <a:pt x="39" y="7"/>
                      <a:pt x="42" y="1"/>
                      <a:pt x="47" y="0"/>
                    </a:cubicBezTo>
                    <a:cubicBezTo>
                      <a:pt x="45" y="4"/>
                      <a:pt x="41" y="9"/>
                      <a:pt x="37" y="13"/>
                    </a:cubicBezTo>
                    <a:cubicBezTo>
                      <a:pt x="31" y="19"/>
                      <a:pt x="34" y="16"/>
                      <a:pt x="25" y="19"/>
                    </a:cubicBezTo>
                    <a:cubicBezTo>
                      <a:pt x="19" y="20"/>
                      <a:pt x="18" y="23"/>
                      <a:pt x="15" y="28"/>
                    </a:cubicBezTo>
                    <a:cubicBezTo>
                      <a:pt x="10" y="33"/>
                      <a:pt x="1" y="38"/>
                      <a:pt x="0" y="46"/>
                    </a:cubicBezTo>
                  </a:path>
                </a:pathLst>
              </a:custGeom>
              <a:solidFill>
                <a:srgbClr val="EF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3" name="Freeform 486">
                <a:extLst>
                  <a:ext uri="{FF2B5EF4-FFF2-40B4-BE49-F238E27FC236}">
                    <a16:creationId xmlns:a16="http://schemas.microsoft.com/office/drawing/2014/main" id="{8AD10384-A8A2-422F-8DC6-F4B4508E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336"/>
                <a:ext cx="88" cy="67"/>
              </a:xfrm>
              <a:custGeom>
                <a:avLst/>
                <a:gdLst>
                  <a:gd name="T0" fmla="*/ 126 w 35"/>
                  <a:gd name="T1" fmla="*/ 482 h 25"/>
                  <a:gd name="T2" fmla="*/ 538 w 35"/>
                  <a:gd name="T3" fmla="*/ 230 h 25"/>
                  <a:gd name="T4" fmla="*/ 221 w 35"/>
                  <a:gd name="T5" fmla="*/ 308 h 25"/>
                  <a:gd name="T6" fmla="*/ 146 w 35"/>
                  <a:gd name="T7" fmla="*/ 150 h 25"/>
                  <a:gd name="T8" fmla="*/ 20 w 35"/>
                  <a:gd name="T9" fmla="*/ 0 h 25"/>
                  <a:gd name="T10" fmla="*/ 126 w 35"/>
                  <a:gd name="T11" fmla="*/ 287 h 25"/>
                  <a:gd name="T12" fmla="*/ 33 w 35"/>
                  <a:gd name="T13" fmla="*/ 461 h 25"/>
                  <a:gd name="T14" fmla="*/ 63 w 3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5">
                    <a:moveTo>
                      <a:pt x="8" y="25"/>
                    </a:moveTo>
                    <a:cubicBezTo>
                      <a:pt x="13" y="24"/>
                      <a:pt x="35" y="18"/>
                      <a:pt x="34" y="12"/>
                    </a:cubicBezTo>
                    <a:cubicBezTo>
                      <a:pt x="27" y="15"/>
                      <a:pt x="22" y="19"/>
                      <a:pt x="14" y="16"/>
                    </a:cubicBezTo>
                    <a:cubicBezTo>
                      <a:pt x="16" y="9"/>
                      <a:pt x="12" y="11"/>
                      <a:pt x="9" y="8"/>
                    </a:cubicBezTo>
                    <a:cubicBezTo>
                      <a:pt x="6" y="5"/>
                      <a:pt x="4" y="0"/>
                      <a:pt x="1" y="0"/>
                    </a:cubicBezTo>
                    <a:cubicBezTo>
                      <a:pt x="0" y="5"/>
                      <a:pt x="8" y="9"/>
                      <a:pt x="8" y="15"/>
                    </a:cubicBezTo>
                    <a:cubicBezTo>
                      <a:pt x="9" y="19"/>
                      <a:pt x="5" y="20"/>
                      <a:pt x="2" y="24"/>
                    </a:cubicBezTo>
                    <a:cubicBezTo>
                      <a:pt x="3" y="25"/>
                      <a:pt x="3" y="24"/>
                      <a:pt x="4" y="25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4" name="Freeform 487">
                <a:extLst>
                  <a:ext uri="{FF2B5EF4-FFF2-40B4-BE49-F238E27FC236}">
                    <a16:creationId xmlns:a16="http://schemas.microsoft.com/office/drawing/2014/main" id="{889B58E6-8539-41D8-B678-AEADC77F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077"/>
                <a:ext cx="230" cy="259"/>
              </a:xfrm>
              <a:custGeom>
                <a:avLst/>
                <a:gdLst>
                  <a:gd name="T0" fmla="*/ 0 w 92"/>
                  <a:gd name="T1" fmla="*/ 1848 h 97"/>
                  <a:gd name="T2" fmla="*/ 470 w 92"/>
                  <a:gd name="T3" fmla="*/ 1370 h 97"/>
                  <a:gd name="T4" fmla="*/ 658 w 92"/>
                  <a:gd name="T5" fmla="*/ 1140 h 97"/>
                  <a:gd name="T6" fmla="*/ 845 w 92"/>
                  <a:gd name="T7" fmla="*/ 1012 h 97"/>
                  <a:gd name="T8" fmla="*/ 988 w 92"/>
                  <a:gd name="T9" fmla="*/ 742 h 97"/>
                  <a:gd name="T10" fmla="*/ 1095 w 92"/>
                  <a:gd name="T11" fmla="*/ 457 h 97"/>
                  <a:gd name="T12" fmla="*/ 1270 w 92"/>
                  <a:gd name="T13" fmla="*/ 0 h 97"/>
                  <a:gd name="T14" fmla="*/ 1020 w 92"/>
                  <a:gd name="T15" fmla="*/ 435 h 97"/>
                  <a:gd name="T16" fmla="*/ 783 w 92"/>
                  <a:gd name="T17" fmla="*/ 422 h 97"/>
                  <a:gd name="T18" fmla="*/ 875 w 92"/>
                  <a:gd name="T19" fmla="*/ 764 h 97"/>
                  <a:gd name="T20" fmla="*/ 750 w 92"/>
                  <a:gd name="T21" fmla="*/ 1049 h 97"/>
                  <a:gd name="T22" fmla="*/ 688 w 92"/>
                  <a:gd name="T23" fmla="*/ 991 h 97"/>
                  <a:gd name="T24" fmla="*/ 595 w 92"/>
                  <a:gd name="T25" fmla="*/ 1183 h 97"/>
                  <a:gd name="T26" fmla="*/ 345 w 92"/>
                  <a:gd name="T27" fmla="*/ 1220 h 97"/>
                  <a:gd name="T28" fmla="*/ 250 w 92"/>
                  <a:gd name="T29" fmla="*/ 1469 h 97"/>
                  <a:gd name="T30" fmla="*/ 145 w 92"/>
                  <a:gd name="T31" fmla="*/ 1541 h 97"/>
                  <a:gd name="T32" fmla="*/ 83 w 92"/>
                  <a:gd name="T33" fmla="*/ 1674 h 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2" h="97">
                    <a:moveTo>
                      <a:pt x="0" y="97"/>
                    </a:moveTo>
                    <a:cubicBezTo>
                      <a:pt x="6" y="84"/>
                      <a:pt x="18" y="79"/>
                      <a:pt x="30" y="72"/>
                    </a:cubicBezTo>
                    <a:cubicBezTo>
                      <a:pt x="36" y="69"/>
                      <a:pt x="37" y="63"/>
                      <a:pt x="42" y="60"/>
                    </a:cubicBezTo>
                    <a:cubicBezTo>
                      <a:pt x="46" y="56"/>
                      <a:pt x="50" y="59"/>
                      <a:pt x="54" y="53"/>
                    </a:cubicBezTo>
                    <a:cubicBezTo>
                      <a:pt x="56" y="48"/>
                      <a:pt x="61" y="44"/>
                      <a:pt x="63" y="39"/>
                    </a:cubicBezTo>
                    <a:cubicBezTo>
                      <a:pt x="66" y="34"/>
                      <a:pt x="66" y="29"/>
                      <a:pt x="70" y="24"/>
                    </a:cubicBezTo>
                    <a:cubicBezTo>
                      <a:pt x="72" y="20"/>
                      <a:pt x="92" y="2"/>
                      <a:pt x="81" y="0"/>
                    </a:cubicBezTo>
                    <a:cubicBezTo>
                      <a:pt x="80" y="11"/>
                      <a:pt x="72" y="16"/>
                      <a:pt x="65" y="23"/>
                    </a:cubicBezTo>
                    <a:cubicBezTo>
                      <a:pt x="56" y="31"/>
                      <a:pt x="59" y="23"/>
                      <a:pt x="50" y="22"/>
                    </a:cubicBezTo>
                    <a:cubicBezTo>
                      <a:pt x="50" y="30"/>
                      <a:pt x="59" y="31"/>
                      <a:pt x="56" y="40"/>
                    </a:cubicBezTo>
                    <a:cubicBezTo>
                      <a:pt x="55" y="46"/>
                      <a:pt x="50" y="49"/>
                      <a:pt x="48" y="55"/>
                    </a:cubicBezTo>
                    <a:cubicBezTo>
                      <a:pt x="47" y="54"/>
                      <a:pt x="45" y="53"/>
                      <a:pt x="44" y="52"/>
                    </a:cubicBezTo>
                    <a:cubicBezTo>
                      <a:pt x="43" y="57"/>
                      <a:pt x="41" y="59"/>
                      <a:pt x="38" y="62"/>
                    </a:cubicBezTo>
                    <a:cubicBezTo>
                      <a:pt x="30" y="70"/>
                      <a:pt x="31" y="69"/>
                      <a:pt x="22" y="64"/>
                    </a:cubicBezTo>
                    <a:cubicBezTo>
                      <a:pt x="26" y="73"/>
                      <a:pt x="23" y="74"/>
                      <a:pt x="16" y="77"/>
                    </a:cubicBezTo>
                    <a:cubicBezTo>
                      <a:pt x="14" y="78"/>
                      <a:pt x="10" y="79"/>
                      <a:pt x="9" y="81"/>
                    </a:cubicBezTo>
                    <a:cubicBezTo>
                      <a:pt x="7" y="84"/>
                      <a:pt x="9" y="87"/>
                      <a:pt x="5" y="88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5" name="Freeform 488">
                <a:extLst>
                  <a:ext uri="{FF2B5EF4-FFF2-40B4-BE49-F238E27FC236}">
                    <a16:creationId xmlns:a16="http://schemas.microsoft.com/office/drawing/2014/main" id="{C3E49BF6-1840-4DA7-A5FE-F135637DF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968"/>
                <a:ext cx="43" cy="93"/>
              </a:xfrm>
              <a:custGeom>
                <a:avLst/>
                <a:gdLst>
                  <a:gd name="T0" fmla="*/ 116 w 17"/>
                  <a:gd name="T1" fmla="*/ 0 h 35"/>
                  <a:gd name="T2" fmla="*/ 159 w 17"/>
                  <a:gd name="T3" fmla="*/ 656 h 35"/>
                  <a:gd name="T4" fmla="*/ 20 w 17"/>
                  <a:gd name="T5" fmla="*/ 375 h 35"/>
                  <a:gd name="T6" fmla="*/ 116 w 17"/>
                  <a:gd name="T7" fmla="*/ 5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5">
                    <a:moveTo>
                      <a:pt x="7" y="0"/>
                    </a:moveTo>
                    <a:cubicBezTo>
                      <a:pt x="7" y="10"/>
                      <a:pt x="17" y="26"/>
                      <a:pt x="10" y="35"/>
                    </a:cubicBezTo>
                    <a:cubicBezTo>
                      <a:pt x="5" y="32"/>
                      <a:pt x="14" y="19"/>
                      <a:pt x="1" y="20"/>
                    </a:cubicBezTo>
                    <a:cubicBezTo>
                      <a:pt x="0" y="15"/>
                      <a:pt x="7" y="9"/>
                      <a:pt x="7" y="3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6" name="Freeform 489">
                <a:extLst>
                  <a:ext uri="{FF2B5EF4-FFF2-40B4-BE49-F238E27FC236}">
                    <a16:creationId xmlns:a16="http://schemas.microsoft.com/office/drawing/2014/main" id="{D6AAFE78-AB6D-4E61-8BCE-4AC67FE4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141"/>
                <a:ext cx="37" cy="80"/>
              </a:xfrm>
              <a:custGeom>
                <a:avLst/>
                <a:gdLst>
                  <a:gd name="T0" fmla="*/ 62 w 15"/>
                  <a:gd name="T1" fmla="*/ 192 h 30"/>
                  <a:gd name="T2" fmla="*/ 153 w 15"/>
                  <a:gd name="T3" fmla="*/ 568 h 30"/>
                  <a:gd name="T4" fmla="*/ 224 w 15"/>
                  <a:gd name="T5" fmla="*/ 512 h 30"/>
                  <a:gd name="T6" fmla="*/ 153 w 15"/>
                  <a:gd name="T7" fmla="*/ 248 h 30"/>
                  <a:gd name="T8" fmla="*/ 0 w 15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4" y="10"/>
                    </a:moveTo>
                    <a:cubicBezTo>
                      <a:pt x="11" y="15"/>
                      <a:pt x="1" y="25"/>
                      <a:pt x="10" y="30"/>
                    </a:cubicBezTo>
                    <a:cubicBezTo>
                      <a:pt x="12" y="28"/>
                      <a:pt x="13" y="28"/>
                      <a:pt x="15" y="27"/>
                    </a:cubicBezTo>
                    <a:cubicBezTo>
                      <a:pt x="5" y="29"/>
                      <a:pt x="10" y="18"/>
                      <a:pt x="10" y="13"/>
                    </a:cubicBezTo>
                    <a:cubicBezTo>
                      <a:pt x="10" y="5"/>
                      <a:pt x="4" y="5"/>
                      <a:pt x="0" y="0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7" name="Freeform 490">
                <a:extLst>
                  <a:ext uri="{FF2B5EF4-FFF2-40B4-BE49-F238E27FC236}">
                    <a16:creationId xmlns:a16="http://schemas.microsoft.com/office/drawing/2014/main" id="{A6259618-B33E-449A-AEBA-3B63EA47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237"/>
                <a:ext cx="75" cy="70"/>
              </a:xfrm>
              <a:custGeom>
                <a:avLst/>
                <a:gdLst>
                  <a:gd name="T0" fmla="*/ 50 w 30"/>
                  <a:gd name="T1" fmla="*/ 253 h 26"/>
                  <a:gd name="T2" fmla="*/ 250 w 30"/>
                  <a:gd name="T3" fmla="*/ 369 h 26"/>
                  <a:gd name="T4" fmla="*/ 345 w 30"/>
                  <a:gd name="T5" fmla="*/ 506 h 26"/>
                  <a:gd name="T6" fmla="*/ 313 w 30"/>
                  <a:gd name="T7" fmla="*/ 334 h 26"/>
                  <a:gd name="T8" fmla="*/ 375 w 30"/>
                  <a:gd name="T9" fmla="*/ 0 h 26"/>
                  <a:gd name="T10" fmla="*/ 158 w 30"/>
                  <a:gd name="T11" fmla="*/ 35 h 26"/>
                  <a:gd name="T12" fmla="*/ 175 w 30"/>
                  <a:gd name="T13" fmla="*/ 159 h 26"/>
                  <a:gd name="T14" fmla="*/ 0 w 30"/>
                  <a:gd name="T15" fmla="*/ 232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6">
                    <a:moveTo>
                      <a:pt x="3" y="13"/>
                    </a:moveTo>
                    <a:cubicBezTo>
                      <a:pt x="12" y="13"/>
                      <a:pt x="12" y="13"/>
                      <a:pt x="16" y="19"/>
                    </a:cubicBezTo>
                    <a:cubicBezTo>
                      <a:pt x="18" y="22"/>
                      <a:pt x="21" y="23"/>
                      <a:pt x="22" y="26"/>
                    </a:cubicBezTo>
                    <a:cubicBezTo>
                      <a:pt x="30" y="25"/>
                      <a:pt x="20" y="18"/>
                      <a:pt x="20" y="17"/>
                    </a:cubicBezTo>
                    <a:cubicBezTo>
                      <a:pt x="18" y="12"/>
                      <a:pt x="22" y="5"/>
                      <a:pt x="24" y="0"/>
                    </a:cubicBezTo>
                    <a:cubicBezTo>
                      <a:pt x="19" y="4"/>
                      <a:pt x="14" y="12"/>
                      <a:pt x="10" y="2"/>
                    </a:cubicBezTo>
                    <a:cubicBezTo>
                      <a:pt x="9" y="4"/>
                      <a:pt x="9" y="6"/>
                      <a:pt x="11" y="8"/>
                    </a:cubicBezTo>
                    <a:cubicBezTo>
                      <a:pt x="7" y="10"/>
                      <a:pt x="3" y="9"/>
                      <a:pt x="0" y="12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8" name="Freeform 491">
                <a:extLst>
                  <a:ext uri="{FF2B5EF4-FFF2-40B4-BE49-F238E27FC236}">
                    <a16:creationId xmlns:a16="http://schemas.microsoft.com/office/drawing/2014/main" id="{72814A24-FAD4-4863-B0FB-B716B3729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373"/>
                <a:ext cx="218" cy="46"/>
              </a:xfrm>
              <a:custGeom>
                <a:avLst/>
                <a:gdLst>
                  <a:gd name="T0" fmla="*/ 20 w 87"/>
                  <a:gd name="T1" fmla="*/ 81 h 17"/>
                  <a:gd name="T2" fmla="*/ 679 w 87"/>
                  <a:gd name="T3" fmla="*/ 279 h 17"/>
                  <a:gd name="T4" fmla="*/ 1055 w 87"/>
                  <a:gd name="T5" fmla="*/ 279 h 17"/>
                  <a:gd name="T6" fmla="*/ 1368 w 87"/>
                  <a:gd name="T7" fmla="*/ 235 h 17"/>
                  <a:gd name="T8" fmla="*/ 930 w 87"/>
                  <a:gd name="T9" fmla="*/ 219 h 17"/>
                  <a:gd name="T10" fmla="*/ 804 w 87"/>
                  <a:gd name="T11" fmla="*/ 60 h 17"/>
                  <a:gd name="T12" fmla="*/ 521 w 87"/>
                  <a:gd name="T13" fmla="*/ 138 h 17"/>
                  <a:gd name="T14" fmla="*/ 0 w 87"/>
                  <a:gd name="T15" fmla="*/ 103 h 17"/>
                  <a:gd name="T16" fmla="*/ 0 w 87"/>
                  <a:gd name="T17" fmla="*/ 6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7">
                    <a:moveTo>
                      <a:pt x="1" y="4"/>
                    </a:moveTo>
                    <a:cubicBezTo>
                      <a:pt x="11" y="13"/>
                      <a:pt x="30" y="13"/>
                      <a:pt x="43" y="14"/>
                    </a:cubicBezTo>
                    <a:cubicBezTo>
                      <a:pt x="51" y="15"/>
                      <a:pt x="59" y="14"/>
                      <a:pt x="67" y="14"/>
                    </a:cubicBezTo>
                    <a:cubicBezTo>
                      <a:pt x="73" y="14"/>
                      <a:pt x="82" y="16"/>
                      <a:pt x="87" y="12"/>
                    </a:cubicBezTo>
                    <a:cubicBezTo>
                      <a:pt x="79" y="9"/>
                      <a:pt x="67" y="17"/>
                      <a:pt x="59" y="11"/>
                    </a:cubicBezTo>
                    <a:cubicBezTo>
                      <a:pt x="55" y="9"/>
                      <a:pt x="56" y="0"/>
                      <a:pt x="51" y="3"/>
                    </a:cubicBezTo>
                    <a:cubicBezTo>
                      <a:pt x="58" y="14"/>
                      <a:pt x="39" y="9"/>
                      <a:pt x="33" y="7"/>
                    </a:cubicBezTo>
                    <a:cubicBezTo>
                      <a:pt x="22" y="5"/>
                      <a:pt x="11" y="9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69" name="Freeform 492">
                <a:extLst>
                  <a:ext uri="{FF2B5EF4-FFF2-40B4-BE49-F238E27FC236}">
                    <a16:creationId xmlns:a16="http://schemas.microsoft.com/office/drawing/2014/main" id="{83AD09D9-D321-41BA-8DEE-21C05BD4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280"/>
                <a:ext cx="170" cy="112"/>
              </a:xfrm>
              <a:custGeom>
                <a:avLst/>
                <a:gdLst>
                  <a:gd name="T0" fmla="*/ 0 w 68"/>
                  <a:gd name="T1" fmla="*/ 0 h 42"/>
                  <a:gd name="T2" fmla="*/ 520 w 68"/>
                  <a:gd name="T3" fmla="*/ 491 h 42"/>
                  <a:gd name="T4" fmla="*/ 1063 w 68"/>
                  <a:gd name="T5" fmla="*/ 797 h 42"/>
                  <a:gd name="T6" fmla="*/ 875 w 68"/>
                  <a:gd name="T7" fmla="*/ 477 h 42"/>
                  <a:gd name="T8" fmla="*/ 720 w 68"/>
                  <a:gd name="T9" fmla="*/ 589 h 42"/>
                  <a:gd name="T10" fmla="*/ 520 w 68"/>
                  <a:gd name="T11" fmla="*/ 435 h 42"/>
                  <a:gd name="T12" fmla="*/ 33 w 68"/>
                  <a:gd name="T13" fmla="*/ 2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9" y="12"/>
                      <a:pt x="21" y="19"/>
                      <a:pt x="33" y="26"/>
                    </a:cubicBezTo>
                    <a:cubicBezTo>
                      <a:pt x="45" y="33"/>
                      <a:pt x="56" y="38"/>
                      <a:pt x="68" y="42"/>
                    </a:cubicBezTo>
                    <a:cubicBezTo>
                      <a:pt x="61" y="42"/>
                      <a:pt x="53" y="32"/>
                      <a:pt x="56" y="25"/>
                    </a:cubicBezTo>
                    <a:cubicBezTo>
                      <a:pt x="52" y="27"/>
                      <a:pt x="51" y="31"/>
                      <a:pt x="46" y="31"/>
                    </a:cubicBezTo>
                    <a:cubicBezTo>
                      <a:pt x="43" y="31"/>
                      <a:pt x="36" y="25"/>
                      <a:pt x="33" y="23"/>
                    </a:cubicBezTo>
                    <a:cubicBezTo>
                      <a:pt x="28" y="20"/>
                      <a:pt x="2" y="6"/>
                      <a:pt x="2" y="1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0" name="Freeform 493">
                <a:extLst>
                  <a:ext uri="{FF2B5EF4-FFF2-40B4-BE49-F238E27FC236}">
                    <a16:creationId xmlns:a16="http://schemas.microsoft.com/office/drawing/2014/main" id="{33B6DC59-1D29-4A66-94F6-EB1D20AF9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168"/>
                <a:ext cx="82" cy="83"/>
              </a:xfrm>
              <a:custGeom>
                <a:avLst/>
                <a:gdLst>
                  <a:gd name="T0" fmla="*/ 308 w 33"/>
                  <a:gd name="T1" fmla="*/ 0 h 31"/>
                  <a:gd name="T2" fmla="*/ 0 w 33"/>
                  <a:gd name="T3" fmla="*/ 265 h 31"/>
                  <a:gd name="T4" fmla="*/ 104 w 33"/>
                  <a:gd name="T5" fmla="*/ 594 h 31"/>
                  <a:gd name="T6" fmla="*/ 229 w 33"/>
                  <a:gd name="T7" fmla="*/ 308 h 31"/>
                  <a:gd name="T8" fmla="*/ 445 w 33"/>
                  <a:gd name="T9" fmla="*/ 265 h 31"/>
                  <a:gd name="T10" fmla="*/ 340 w 33"/>
                  <a:gd name="T11" fmla="*/ 193 h 31"/>
                  <a:gd name="T12" fmla="*/ 321 w 33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20" y="0"/>
                    </a:moveTo>
                    <a:cubicBezTo>
                      <a:pt x="33" y="9"/>
                      <a:pt x="6" y="16"/>
                      <a:pt x="0" y="14"/>
                    </a:cubicBezTo>
                    <a:cubicBezTo>
                      <a:pt x="1" y="20"/>
                      <a:pt x="5" y="26"/>
                      <a:pt x="7" y="31"/>
                    </a:cubicBezTo>
                    <a:cubicBezTo>
                      <a:pt x="10" y="22"/>
                      <a:pt x="5" y="19"/>
                      <a:pt x="15" y="16"/>
                    </a:cubicBezTo>
                    <a:cubicBezTo>
                      <a:pt x="20" y="15"/>
                      <a:pt x="23" y="14"/>
                      <a:pt x="29" y="14"/>
                    </a:cubicBezTo>
                    <a:cubicBezTo>
                      <a:pt x="27" y="12"/>
                      <a:pt x="24" y="12"/>
                      <a:pt x="22" y="10"/>
                    </a:cubicBezTo>
                    <a:cubicBezTo>
                      <a:pt x="21" y="7"/>
                      <a:pt x="23" y="5"/>
                      <a:pt x="21" y="3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1" name="Freeform 494">
                <a:extLst>
                  <a:ext uri="{FF2B5EF4-FFF2-40B4-BE49-F238E27FC236}">
                    <a16:creationId xmlns:a16="http://schemas.microsoft.com/office/drawing/2014/main" id="{F71578DF-4A2A-48C4-A3AC-8B360C26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16"/>
                <a:ext cx="42" cy="35"/>
              </a:xfrm>
              <a:custGeom>
                <a:avLst/>
                <a:gdLst>
                  <a:gd name="T0" fmla="*/ 0 w 17"/>
                  <a:gd name="T1" fmla="*/ 22 h 13"/>
                  <a:gd name="T2" fmla="*/ 30 w 17"/>
                  <a:gd name="T3" fmla="*/ 218 h 13"/>
                  <a:gd name="T4" fmla="*/ 257 w 17"/>
                  <a:gd name="T5" fmla="*/ 253 h 13"/>
                  <a:gd name="T6" fmla="*/ 153 w 17"/>
                  <a:gd name="T7" fmla="*/ 197 h 13"/>
                  <a:gd name="T8" fmla="*/ 30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1"/>
                    </a:moveTo>
                    <a:cubicBezTo>
                      <a:pt x="1" y="4"/>
                      <a:pt x="2" y="7"/>
                      <a:pt x="2" y="11"/>
                    </a:cubicBezTo>
                    <a:cubicBezTo>
                      <a:pt x="8" y="10"/>
                      <a:pt x="12" y="10"/>
                      <a:pt x="17" y="13"/>
                    </a:cubicBezTo>
                    <a:cubicBezTo>
                      <a:pt x="16" y="6"/>
                      <a:pt x="13" y="11"/>
                      <a:pt x="10" y="10"/>
                    </a:cubicBezTo>
                    <a:cubicBezTo>
                      <a:pt x="6" y="8"/>
                      <a:pt x="5" y="3"/>
                      <a:pt x="2" y="0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2" name="Freeform 495">
                <a:extLst>
                  <a:ext uri="{FF2B5EF4-FFF2-40B4-BE49-F238E27FC236}">
                    <a16:creationId xmlns:a16="http://schemas.microsoft.com/office/drawing/2014/main" id="{88047BC1-0164-452C-AB07-0E428CDFA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075"/>
                <a:ext cx="50" cy="26"/>
              </a:xfrm>
              <a:custGeom>
                <a:avLst/>
                <a:gdLst>
                  <a:gd name="T0" fmla="*/ 0 w 20"/>
                  <a:gd name="T1" fmla="*/ 21 h 10"/>
                  <a:gd name="T2" fmla="*/ 208 w 20"/>
                  <a:gd name="T3" fmla="*/ 88 h 10"/>
                  <a:gd name="T4" fmla="*/ 313 w 20"/>
                  <a:gd name="T5" fmla="*/ 177 h 10"/>
                  <a:gd name="T6" fmla="*/ 283 w 20"/>
                  <a:gd name="T7" fmla="*/ 0 h 10"/>
                  <a:gd name="T8" fmla="*/ 145 w 20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0" y="1"/>
                    </a:moveTo>
                    <a:cubicBezTo>
                      <a:pt x="5" y="3"/>
                      <a:pt x="8" y="2"/>
                      <a:pt x="13" y="5"/>
                    </a:cubicBezTo>
                    <a:cubicBezTo>
                      <a:pt x="16" y="7"/>
                      <a:pt x="17" y="10"/>
                      <a:pt x="20" y="10"/>
                    </a:cubicBezTo>
                    <a:cubicBezTo>
                      <a:pt x="19" y="7"/>
                      <a:pt x="16" y="4"/>
                      <a:pt x="18" y="0"/>
                    </a:cubicBezTo>
                    <a:cubicBezTo>
                      <a:pt x="15" y="1"/>
                      <a:pt x="12" y="2"/>
                      <a:pt x="9" y="2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3" name="Freeform 496">
                <a:extLst>
                  <a:ext uri="{FF2B5EF4-FFF2-40B4-BE49-F238E27FC236}">
                    <a16:creationId xmlns:a16="http://schemas.microsoft.com/office/drawing/2014/main" id="{F55ECEA3-5EE0-45FB-8C2C-4DF59EFF9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968"/>
                <a:ext cx="42" cy="80"/>
              </a:xfrm>
              <a:custGeom>
                <a:avLst/>
                <a:gdLst>
                  <a:gd name="T0" fmla="*/ 30 w 17"/>
                  <a:gd name="T1" fmla="*/ 171 h 30"/>
                  <a:gd name="T2" fmla="*/ 183 w 17"/>
                  <a:gd name="T3" fmla="*/ 568 h 30"/>
                  <a:gd name="T4" fmla="*/ 245 w 17"/>
                  <a:gd name="T5" fmla="*/ 341 h 30"/>
                  <a:gd name="T6" fmla="*/ 183 w 17"/>
                  <a:gd name="T7" fmla="*/ 192 h 30"/>
                  <a:gd name="T8" fmla="*/ 121 w 17"/>
                  <a:gd name="T9" fmla="*/ 136 h 30"/>
                  <a:gd name="T10" fmla="*/ 121 w 17"/>
                  <a:gd name="T11" fmla="*/ 35 h 30"/>
                  <a:gd name="T12" fmla="*/ 0 w 17"/>
                  <a:gd name="T13" fmla="*/ 13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0">
                    <a:moveTo>
                      <a:pt x="2" y="9"/>
                    </a:moveTo>
                    <a:cubicBezTo>
                      <a:pt x="14" y="11"/>
                      <a:pt x="15" y="21"/>
                      <a:pt x="12" y="30"/>
                    </a:cubicBezTo>
                    <a:cubicBezTo>
                      <a:pt x="15" y="25"/>
                      <a:pt x="17" y="24"/>
                      <a:pt x="16" y="18"/>
                    </a:cubicBezTo>
                    <a:cubicBezTo>
                      <a:pt x="16" y="14"/>
                      <a:pt x="13" y="13"/>
                      <a:pt x="12" y="10"/>
                    </a:cubicBezTo>
                    <a:cubicBezTo>
                      <a:pt x="11" y="10"/>
                      <a:pt x="9" y="7"/>
                      <a:pt x="8" y="7"/>
                    </a:cubicBezTo>
                    <a:cubicBezTo>
                      <a:pt x="7" y="5"/>
                      <a:pt x="10" y="3"/>
                      <a:pt x="8" y="2"/>
                    </a:cubicBezTo>
                    <a:cubicBezTo>
                      <a:pt x="6" y="0"/>
                      <a:pt x="1" y="5"/>
                      <a:pt x="0" y="7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4" name="Freeform 497">
                <a:extLst>
                  <a:ext uri="{FF2B5EF4-FFF2-40B4-BE49-F238E27FC236}">
                    <a16:creationId xmlns:a16="http://schemas.microsoft.com/office/drawing/2014/main" id="{129F8951-22A8-43E5-8A0B-F7F95EBE8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824"/>
                <a:ext cx="35" cy="80"/>
              </a:xfrm>
              <a:custGeom>
                <a:avLst/>
                <a:gdLst>
                  <a:gd name="T0" fmla="*/ 63 w 14"/>
                  <a:gd name="T1" fmla="*/ 93 h 30"/>
                  <a:gd name="T2" fmla="*/ 20 w 14"/>
                  <a:gd name="T3" fmla="*/ 363 h 30"/>
                  <a:gd name="T4" fmla="*/ 158 w 14"/>
                  <a:gd name="T5" fmla="*/ 568 h 30"/>
                  <a:gd name="T6" fmla="*/ 220 w 14"/>
                  <a:gd name="T7" fmla="*/ 35 h 30"/>
                  <a:gd name="T8" fmla="*/ 95 w 14"/>
                  <a:gd name="T9" fmla="*/ 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4" y="5"/>
                    </a:moveTo>
                    <a:cubicBezTo>
                      <a:pt x="6" y="10"/>
                      <a:pt x="4" y="15"/>
                      <a:pt x="1" y="19"/>
                    </a:cubicBezTo>
                    <a:cubicBezTo>
                      <a:pt x="8" y="21"/>
                      <a:pt x="10" y="22"/>
                      <a:pt x="10" y="30"/>
                    </a:cubicBezTo>
                    <a:cubicBezTo>
                      <a:pt x="11" y="25"/>
                      <a:pt x="0" y="0"/>
                      <a:pt x="14" y="2"/>
                    </a:cubicBezTo>
                    <a:cubicBezTo>
                      <a:pt x="11" y="1"/>
                      <a:pt x="8" y="1"/>
                      <a:pt x="6" y="2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5" name="Freeform 498">
                <a:extLst>
                  <a:ext uri="{FF2B5EF4-FFF2-40B4-BE49-F238E27FC236}">
                    <a16:creationId xmlns:a16="http://schemas.microsoft.com/office/drawing/2014/main" id="{2C16FD2E-C925-4410-899D-C61702EC4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837"/>
                <a:ext cx="25" cy="40"/>
              </a:xfrm>
              <a:custGeom>
                <a:avLst/>
                <a:gdLst>
                  <a:gd name="T0" fmla="*/ 33 w 10"/>
                  <a:gd name="T1" fmla="*/ 0 h 15"/>
                  <a:gd name="T2" fmla="*/ 0 w 10"/>
                  <a:gd name="T3" fmla="*/ 136 h 15"/>
                  <a:gd name="T4" fmla="*/ 95 w 10"/>
                  <a:gd name="T5" fmla="*/ 285 h 15"/>
                  <a:gd name="T6" fmla="*/ 158 w 10"/>
                  <a:gd name="T7" fmla="*/ 227 h 15"/>
                  <a:gd name="T8" fmla="*/ 50 w 10"/>
                  <a:gd name="T9" fmla="*/ 3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2" y="0"/>
                    </a:moveTo>
                    <a:cubicBezTo>
                      <a:pt x="3" y="3"/>
                      <a:pt x="2" y="5"/>
                      <a:pt x="0" y="7"/>
                    </a:cubicBezTo>
                    <a:cubicBezTo>
                      <a:pt x="4" y="7"/>
                      <a:pt x="7" y="11"/>
                      <a:pt x="6" y="15"/>
                    </a:cubicBezTo>
                    <a:cubicBezTo>
                      <a:pt x="9" y="14"/>
                      <a:pt x="8" y="14"/>
                      <a:pt x="10" y="12"/>
                    </a:cubicBezTo>
                    <a:cubicBezTo>
                      <a:pt x="5" y="10"/>
                      <a:pt x="4" y="6"/>
                      <a:pt x="3" y="2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6" name="Freeform 499">
                <a:extLst>
                  <a:ext uri="{FF2B5EF4-FFF2-40B4-BE49-F238E27FC236}">
                    <a16:creationId xmlns:a16="http://schemas.microsoft.com/office/drawing/2014/main" id="{E4FF05EF-F6F1-40A7-9479-3C814F39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755"/>
                <a:ext cx="42" cy="42"/>
              </a:xfrm>
              <a:custGeom>
                <a:avLst/>
                <a:gdLst>
                  <a:gd name="T0" fmla="*/ 183 w 17"/>
                  <a:gd name="T1" fmla="*/ 0 h 16"/>
                  <a:gd name="T2" fmla="*/ 0 w 17"/>
                  <a:gd name="T3" fmla="*/ 123 h 16"/>
                  <a:gd name="T4" fmla="*/ 30 w 17"/>
                  <a:gd name="T5" fmla="*/ 289 h 16"/>
                  <a:gd name="T6" fmla="*/ 121 w 17"/>
                  <a:gd name="T7" fmla="*/ 89 h 16"/>
                  <a:gd name="T8" fmla="*/ 257 w 1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2" y="0"/>
                    </a:moveTo>
                    <a:cubicBezTo>
                      <a:pt x="8" y="5"/>
                      <a:pt x="4" y="4"/>
                      <a:pt x="0" y="7"/>
                    </a:cubicBezTo>
                    <a:cubicBezTo>
                      <a:pt x="4" y="10"/>
                      <a:pt x="4" y="13"/>
                      <a:pt x="2" y="16"/>
                    </a:cubicBezTo>
                    <a:cubicBezTo>
                      <a:pt x="5" y="12"/>
                      <a:pt x="5" y="8"/>
                      <a:pt x="8" y="5"/>
                    </a:cubicBezTo>
                    <a:cubicBezTo>
                      <a:pt x="11" y="3"/>
                      <a:pt x="14" y="2"/>
                      <a:pt x="17" y="0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7" name="Freeform 500">
                <a:extLst>
                  <a:ext uri="{FF2B5EF4-FFF2-40B4-BE49-F238E27FC236}">
                    <a16:creationId xmlns:a16="http://schemas.microsoft.com/office/drawing/2014/main" id="{BD85948F-1760-4DBF-87AC-01A39B71F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861"/>
                <a:ext cx="32" cy="46"/>
              </a:xfrm>
              <a:custGeom>
                <a:avLst/>
                <a:gdLst>
                  <a:gd name="T0" fmla="*/ 30 w 13"/>
                  <a:gd name="T1" fmla="*/ 0 h 17"/>
                  <a:gd name="T2" fmla="*/ 0 w 13"/>
                  <a:gd name="T3" fmla="*/ 198 h 17"/>
                  <a:gd name="T4" fmla="*/ 121 w 13"/>
                  <a:gd name="T5" fmla="*/ 314 h 17"/>
                  <a:gd name="T6" fmla="*/ 194 w 13"/>
                  <a:gd name="T7" fmla="*/ 279 h 17"/>
                  <a:gd name="T8" fmla="*/ 74 w 13"/>
                  <a:gd name="T9" fmla="*/ 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2" y="0"/>
                    </a:moveTo>
                    <a:cubicBezTo>
                      <a:pt x="7" y="4"/>
                      <a:pt x="5" y="8"/>
                      <a:pt x="0" y="10"/>
                    </a:cubicBezTo>
                    <a:cubicBezTo>
                      <a:pt x="5" y="9"/>
                      <a:pt x="7" y="12"/>
                      <a:pt x="8" y="16"/>
                    </a:cubicBezTo>
                    <a:cubicBezTo>
                      <a:pt x="10" y="15"/>
                      <a:pt x="12" y="15"/>
                      <a:pt x="13" y="14"/>
                    </a:cubicBezTo>
                    <a:cubicBezTo>
                      <a:pt x="5" y="17"/>
                      <a:pt x="12" y="3"/>
                      <a:pt x="5" y="2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8" name="Freeform 501">
                <a:extLst>
                  <a:ext uri="{FF2B5EF4-FFF2-40B4-BE49-F238E27FC236}">
                    <a16:creationId xmlns:a16="http://schemas.microsoft.com/office/drawing/2014/main" id="{23BA5CBC-E1B2-41E2-AA20-A7C819F5E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019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20 w 9"/>
                  <a:gd name="T3" fmla="*/ 171 h 9"/>
                  <a:gd name="T4" fmla="*/ 151 w 9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2" y="2"/>
                      <a:pt x="2" y="6"/>
                      <a:pt x="1" y="9"/>
                    </a:cubicBezTo>
                    <a:cubicBezTo>
                      <a:pt x="4" y="6"/>
                      <a:pt x="5" y="3"/>
                      <a:pt x="9" y="4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79" name="Freeform 502">
                <a:extLst>
                  <a:ext uri="{FF2B5EF4-FFF2-40B4-BE49-F238E27FC236}">
                    <a16:creationId xmlns:a16="http://schemas.microsoft.com/office/drawing/2014/main" id="{D680D95E-293C-445D-9A7D-644ECF675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048"/>
                <a:ext cx="30" cy="51"/>
              </a:xfrm>
              <a:custGeom>
                <a:avLst/>
                <a:gdLst>
                  <a:gd name="T0" fmla="*/ 50 w 12"/>
                  <a:gd name="T1" fmla="*/ 346 h 19"/>
                  <a:gd name="T2" fmla="*/ 145 w 12"/>
                  <a:gd name="T3" fmla="*/ 330 h 19"/>
                  <a:gd name="T4" fmla="*/ 188 w 12"/>
                  <a:gd name="T5" fmla="*/ 0 h 19"/>
                  <a:gd name="T6" fmla="*/ 125 w 12"/>
                  <a:gd name="T7" fmla="*/ 115 h 19"/>
                  <a:gd name="T8" fmla="*/ 0 w 12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3" y="18"/>
                    </a:moveTo>
                    <a:cubicBezTo>
                      <a:pt x="5" y="18"/>
                      <a:pt x="7" y="17"/>
                      <a:pt x="9" y="17"/>
                    </a:cubicBezTo>
                    <a:cubicBezTo>
                      <a:pt x="7" y="11"/>
                      <a:pt x="10" y="6"/>
                      <a:pt x="12" y="0"/>
                    </a:cubicBezTo>
                    <a:cubicBezTo>
                      <a:pt x="7" y="1"/>
                      <a:pt x="9" y="3"/>
                      <a:pt x="8" y="6"/>
                    </a:cubicBezTo>
                    <a:cubicBezTo>
                      <a:pt x="5" y="11"/>
                      <a:pt x="4" y="14"/>
                      <a:pt x="0" y="19"/>
                    </a:cubicBezTo>
                  </a:path>
                </a:pathLst>
              </a:custGeom>
              <a:solidFill>
                <a:srgbClr val="D7D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0" name="Freeform 503">
                <a:extLst>
                  <a:ext uri="{FF2B5EF4-FFF2-40B4-BE49-F238E27FC236}">
                    <a16:creationId xmlns:a16="http://schemas.microsoft.com/office/drawing/2014/main" id="{28080E09-B993-4B71-B43F-60327BF16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717"/>
                <a:ext cx="50" cy="110"/>
              </a:xfrm>
              <a:custGeom>
                <a:avLst/>
                <a:gdLst>
                  <a:gd name="T0" fmla="*/ 250 w 20"/>
                  <a:gd name="T1" fmla="*/ 0 h 41"/>
                  <a:gd name="T2" fmla="*/ 158 w 20"/>
                  <a:gd name="T3" fmla="*/ 346 h 41"/>
                  <a:gd name="T4" fmla="*/ 113 w 20"/>
                  <a:gd name="T5" fmla="*/ 791 h 41"/>
                  <a:gd name="T6" fmla="*/ 158 w 20"/>
                  <a:gd name="T7" fmla="*/ 483 h 41"/>
                  <a:gd name="T8" fmla="*/ 270 w 20"/>
                  <a:gd name="T9" fmla="*/ 461 h 41"/>
                  <a:gd name="T10" fmla="*/ 313 w 20"/>
                  <a:gd name="T11" fmla="*/ 231 h 41"/>
                  <a:gd name="T12" fmla="*/ 313 w 20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16" y="0"/>
                    </a:moveTo>
                    <a:cubicBezTo>
                      <a:pt x="17" y="7"/>
                      <a:pt x="13" y="12"/>
                      <a:pt x="10" y="18"/>
                    </a:cubicBezTo>
                    <a:cubicBezTo>
                      <a:pt x="7" y="24"/>
                      <a:pt x="0" y="35"/>
                      <a:pt x="7" y="41"/>
                    </a:cubicBezTo>
                    <a:cubicBezTo>
                      <a:pt x="7" y="35"/>
                      <a:pt x="5" y="29"/>
                      <a:pt x="10" y="25"/>
                    </a:cubicBezTo>
                    <a:cubicBezTo>
                      <a:pt x="12" y="23"/>
                      <a:pt x="14" y="22"/>
                      <a:pt x="17" y="24"/>
                    </a:cubicBezTo>
                    <a:cubicBezTo>
                      <a:pt x="10" y="21"/>
                      <a:pt x="16" y="14"/>
                      <a:pt x="20" y="12"/>
                    </a:cubicBezTo>
                    <a:cubicBezTo>
                      <a:pt x="18" y="9"/>
                      <a:pt x="17" y="4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1" name="Freeform 504">
                <a:extLst>
                  <a:ext uri="{FF2B5EF4-FFF2-40B4-BE49-F238E27FC236}">
                    <a16:creationId xmlns:a16="http://schemas.microsoft.com/office/drawing/2014/main" id="{A83336D9-17E8-4E4C-BDDE-AD896781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731"/>
                <a:ext cx="43" cy="93"/>
              </a:xfrm>
              <a:custGeom>
                <a:avLst/>
                <a:gdLst>
                  <a:gd name="T0" fmla="*/ 210 w 17"/>
                  <a:gd name="T1" fmla="*/ 0 h 35"/>
                  <a:gd name="T2" fmla="*/ 192 w 17"/>
                  <a:gd name="T3" fmla="*/ 319 h 35"/>
                  <a:gd name="T4" fmla="*/ 225 w 17"/>
                  <a:gd name="T5" fmla="*/ 656 h 35"/>
                  <a:gd name="T6" fmla="*/ 276 w 17"/>
                  <a:gd name="T7" fmla="*/ 409 h 35"/>
                  <a:gd name="T8" fmla="*/ 225 w 17"/>
                  <a:gd name="T9" fmla="*/ 226 h 35"/>
                  <a:gd name="T10" fmla="*/ 225 w 17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5">
                    <a:moveTo>
                      <a:pt x="13" y="0"/>
                    </a:moveTo>
                    <a:cubicBezTo>
                      <a:pt x="0" y="5"/>
                      <a:pt x="9" y="9"/>
                      <a:pt x="12" y="17"/>
                    </a:cubicBezTo>
                    <a:cubicBezTo>
                      <a:pt x="14" y="23"/>
                      <a:pt x="8" y="30"/>
                      <a:pt x="14" y="35"/>
                    </a:cubicBezTo>
                    <a:cubicBezTo>
                      <a:pt x="10" y="31"/>
                      <a:pt x="14" y="25"/>
                      <a:pt x="17" y="22"/>
                    </a:cubicBezTo>
                    <a:cubicBezTo>
                      <a:pt x="14" y="20"/>
                      <a:pt x="12" y="16"/>
                      <a:pt x="14" y="12"/>
                    </a:cubicBezTo>
                    <a:cubicBezTo>
                      <a:pt x="8" y="9"/>
                      <a:pt x="13" y="4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2" name="Freeform 505">
                <a:extLst>
                  <a:ext uri="{FF2B5EF4-FFF2-40B4-BE49-F238E27FC236}">
                    <a16:creationId xmlns:a16="http://schemas.microsoft.com/office/drawing/2014/main" id="{F4DBA41C-9209-4A22-BA94-CA35D07F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755"/>
                <a:ext cx="67" cy="120"/>
              </a:xfrm>
              <a:custGeom>
                <a:avLst/>
                <a:gdLst>
                  <a:gd name="T0" fmla="*/ 412 w 27"/>
                  <a:gd name="T1" fmla="*/ 0 h 45"/>
                  <a:gd name="T2" fmla="*/ 136 w 27"/>
                  <a:gd name="T3" fmla="*/ 477 h 45"/>
                  <a:gd name="T4" fmla="*/ 124 w 27"/>
                  <a:gd name="T5" fmla="*/ 589 h 45"/>
                  <a:gd name="T6" fmla="*/ 42 w 27"/>
                  <a:gd name="T7" fmla="*/ 627 h 45"/>
                  <a:gd name="T8" fmla="*/ 62 w 27"/>
                  <a:gd name="T9" fmla="*/ 853 h 45"/>
                  <a:gd name="T10" fmla="*/ 184 w 27"/>
                  <a:gd name="T11" fmla="*/ 661 h 45"/>
                  <a:gd name="T12" fmla="*/ 228 w 27"/>
                  <a:gd name="T13" fmla="*/ 456 h 45"/>
                  <a:gd name="T14" fmla="*/ 337 w 27"/>
                  <a:gd name="T15" fmla="*/ 248 h 45"/>
                  <a:gd name="T16" fmla="*/ 412 w 27"/>
                  <a:gd name="T17" fmla="*/ 77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27" y="0"/>
                    </a:moveTo>
                    <a:cubicBezTo>
                      <a:pt x="19" y="7"/>
                      <a:pt x="10" y="14"/>
                      <a:pt x="9" y="25"/>
                    </a:cubicBezTo>
                    <a:cubicBezTo>
                      <a:pt x="9" y="27"/>
                      <a:pt x="9" y="29"/>
                      <a:pt x="8" y="31"/>
                    </a:cubicBezTo>
                    <a:cubicBezTo>
                      <a:pt x="6" y="33"/>
                      <a:pt x="4" y="31"/>
                      <a:pt x="3" y="33"/>
                    </a:cubicBezTo>
                    <a:cubicBezTo>
                      <a:pt x="0" y="36"/>
                      <a:pt x="1" y="42"/>
                      <a:pt x="4" y="45"/>
                    </a:cubicBezTo>
                    <a:cubicBezTo>
                      <a:pt x="4" y="42"/>
                      <a:pt x="8" y="30"/>
                      <a:pt x="12" y="35"/>
                    </a:cubicBezTo>
                    <a:cubicBezTo>
                      <a:pt x="9" y="33"/>
                      <a:pt x="11" y="24"/>
                      <a:pt x="15" y="24"/>
                    </a:cubicBezTo>
                    <a:cubicBezTo>
                      <a:pt x="12" y="17"/>
                      <a:pt x="16" y="14"/>
                      <a:pt x="22" y="13"/>
                    </a:cubicBezTo>
                    <a:cubicBezTo>
                      <a:pt x="20" y="9"/>
                      <a:pt x="23" y="6"/>
                      <a:pt x="2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3" name="Freeform 506">
                <a:extLst>
                  <a:ext uri="{FF2B5EF4-FFF2-40B4-BE49-F238E27FC236}">
                    <a16:creationId xmlns:a16="http://schemas.microsoft.com/office/drawing/2014/main" id="{08FF142C-DC68-4DB0-A63C-D330240A9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6"/>
                <a:ext cx="55" cy="136"/>
              </a:xfrm>
              <a:custGeom>
                <a:avLst/>
                <a:gdLst>
                  <a:gd name="T0" fmla="*/ 220 w 22"/>
                  <a:gd name="T1" fmla="*/ 21 h 51"/>
                  <a:gd name="T2" fmla="*/ 188 w 22"/>
                  <a:gd name="T3" fmla="*/ 21 h 51"/>
                  <a:gd name="T4" fmla="*/ 250 w 22"/>
                  <a:gd name="T5" fmla="*/ 341 h 51"/>
                  <a:gd name="T6" fmla="*/ 175 w 22"/>
                  <a:gd name="T7" fmla="*/ 547 h 51"/>
                  <a:gd name="T8" fmla="*/ 63 w 22"/>
                  <a:gd name="T9" fmla="*/ 968 h 51"/>
                  <a:gd name="T10" fmla="*/ 208 w 22"/>
                  <a:gd name="T11" fmla="*/ 704 h 51"/>
                  <a:gd name="T12" fmla="*/ 345 w 22"/>
                  <a:gd name="T13" fmla="*/ 376 h 51"/>
                  <a:gd name="T14" fmla="*/ 313 w 22"/>
                  <a:gd name="T15" fmla="*/ 307 h 51"/>
                  <a:gd name="T16" fmla="*/ 333 w 22"/>
                  <a:gd name="T17" fmla="*/ 192 h 51"/>
                  <a:gd name="T18" fmla="*/ 300 w 22"/>
                  <a:gd name="T19" fmla="*/ 0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51">
                    <a:moveTo>
                      <a:pt x="14" y="1"/>
                    </a:moveTo>
                    <a:cubicBezTo>
                      <a:pt x="13" y="1"/>
                      <a:pt x="12" y="1"/>
                      <a:pt x="12" y="1"/>
                    </a:cubicBezTo>
                    <a:cubicBezTo>
                      <a:pt x="12" y="7"/>
                      <a:pt x="17" y="12"/>
                      <a:pt x="16" y="18"/>
                    </a:cubicBezTo>
                    <a:cubicBezTo>
                      <a:pt x="16" y="22"/>
                      <a:pt x="13" y="26"/>
                      <a:pt x="11" y="29"/>
                    </a:cubicBezTo>
                    <a:cubicBezTo>
                      <a:pt x="7" y="35"/>
                      <a:pt x="0" y="42"/>
                      <a:pt x="4" y="51"/>
                    </a:cubicBezTo>
                    <a:cubicBezTo>
                      <a:pt x="5" y="42"/>
                      <a:pt x="3" y="37"/>
                      <a:pt x="13" y="37"/>
                    </a:cubicBezTo>
                    <a:cubicBezTo>
                      <a:pt x="6" y="26"/>
                      <a:pt x="22" y="26"/>
                      <a:pt x="22" y="20"/>
                    </a:cubicBezTo>
                    <a:cubicBezTo>
                      <a:pt x="22" y="19"/>
                      <a:pt x="20" y="17"/>
                      <a:pt x="20" y="16"/>
                    </a:cubicBezTo>
                    <a:cubicBezTo>
                      <a:pt x="20" y="13"/>
                      <a:pt x="21" y="12"/>
                      <a:pt x="21" y="10"/>
                    </a:cubicBezTo>
                    <a:cubicBezTo>
                      <a:pt x="22" y="6"/>
                      <a:pt x="16" y="3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4" name="Freeform 507">
                <a:extLst>
                  <a:ext uri="{FF2B5EF4-FFF2-40B4-BE49-F238E27FC236}">
                    <a16:creationId xmlns:a16="http://schemas.microsoft.com/office/drawing/2014/main" id="{B69DE811-B1EA-4AAD-88BC-6909C36E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907"/>
                <a:ext cx="73" cy="66"/>
              </a:xfrm>
              <a:custGeom>
                <a:avLst/>
                <a:gdLst>
                  <a:gd name="T0" fmla="*/ 0 w 29"/>
                  <a:gd name="T1" fmla="*/ 0 h 25"/>
                  <a:gd name="T2" fmla="*/ 176 w 29"/>
                  <a:gd name="T3" fmla="*/ 0 h 25"/>
                  <a:gd name="T4" fmla="*/ 347 w 29"/>
                  <a:gd name="T5" fmla="*/ 55 h 25"/>
                  <a:gd name="T6" fmla="*/ 430 w 29"/>
                  <a:gd name="T7" fmla="*/ 459 h 25"/>
                  <a:gd name="T8" fmla="*/ 368 w 29"/>
                  <a:gd name="T9" fmla="*/ 238 h 25"/>
                  <a:gd name="T10" fmla="*/ 335 w 29"/>
                  <a:gd name="T11" fmla="*/ 280 h 25"/>
                  <a:gd name="T12" fmla="*/ 305 w 29"/>
                  <a:gd name="T13" fmla="*/ 127 h 25"/>
                  <a:gd name="T14" fmla="*/ 146 w 29"/>
                  <a:gd name="T15" fmla="*/ 2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3" y="1"/>
                      <a:pt x="8" y="0"/>
                      <a:pt x="11" y="0"/>
                    </a:cubicBezTo>
                    <a:cubicBezTo>
                      <a:pt x="15" y="0"/>
                      <a:pt x="19" y="1"/>
                      <a:pt x="22" y="3"/>
                    </a:cubicBezTo>
                    <a:cubicBezTo>
                      <a:pt x="29" y="8"/>
                      <a:pt x="27" y="18"/>
                      <a:pt x="27" y="25"/>
                    </a:cubicBezTo>
                    <a:cubicBezTo>
                      <a:pt x="29" y="21"/>
                      <a:pt x="26" y="15"/>
                      <a:pt x="23" y="13"/>
                    </a:cubicBezTo>
                    <a:cubicBezTo>
                      <a:pt x="22" y="13"/>
                      <a:pt x="22" y="14"/>
                      <a:pt x="21" y="15"/>
                    </a:cubicBezTo>
                    <a:cubicBezTo>
                      <a:pt x="22" y="13"/>
                      <a:pt x="23" y="5"/>
                      <a:pt x="19" y="7"/>
                    </a:cubicBezTo>
                    <a:cubicBezTo>
                      <a:pt x="18" y="2"/>
                      <a:pt x="12" y="2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5" name="Freeform 508">
                <a:extLst>
                  <a:ext uri="{FF2B5EF4-FFF2-40B4-BE49-F238E27FC236}">
                    <a16:creationId xmlns:a16="http://schemas.microsoft.com/office/drawing/2014/main" id="{3903CA1B-639C-4924-A3C7-6A211CA53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995"/>
                <a:ext cx="75" cy="48"/>
              </a:xfrm>
              <a:custGeom>
                <a:avLst/>
                <a:gdLst>
                  <a:gd name="T0" fmla="*/ 0 w 30"/>
                  <a:gd name="T1" fmla="*/ 0 h 18"/>
                  <a:gd name="T2" fmla="*/ 125 w 30"/>
                  <a:gd name="T3" fmla="*/ 56 h 18"/>
                  <a:gd name="T4" fmla="*/ 250 w 30"/>
                  <a:gd name="T5" fmla="*/ 149 h 18"/>
                  <a:gd name="T6" fmla="*/ 470 w 30"/>
                  <a:gd name="T7" fmla="*/ 227 h 18"/>
                  <a:gd name="T8" fmla="*/ 345 w 30"/>
                  <a:gd name="T9" fmla="*/ 341 h 18"/>
                  <a:gd name="T10" fmla="*/ 313 w 30"/>
                  <a:gd name="T11" fmla="*/ 227 h 18"/>
                  <a:gd name="T12" fmla="*/ 270 w 30"/>
                  <a:gd name="T13" fmla="*/ 227 h 18"/>
                  <a:gd name="T14" fmla="*/ 238 w 30"/>
                  <a:gd name="T15" fmla="*/ 205 h 18"/>
                  <a:gd name="T16" fmla="*/ 208 w 30"/>
                  <a:gd name="T17" fmla="*/ 205 h 18"/>
                  <a:gd name="T18" fmla="*/ 145 w 30"/>
                  <a:gd name="T19" fmla="*/ 136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3" y="1"/>
                      <a:pt x="5" y="0"/>
                      <a:pt x="8" y="3"/>
                    </a:cubicBezTo>
                    <a:cubicBezTo>
                      <a:pt x="11" y="6"/>
                      <a:pt x="11" y="7"/>
                      <a:pt x="16" y="8"/>
                    </a:cubicBezTo>
                    <a:cubicBezTo>
                      <a:pt x="20" y="8"/>
                      <a:pt x="30" y="7"/>
                      <a:pt x="30" y="12"/>
                    </a:cubicBezTo>
                    <a:cubicBezTo>
                      <a:pt x="26" y="8"/>
                      <a:pt x="21" y="14"/>
                      <a:pt x="22" y="18"/>
                    </a:cubicBezTo>
                    <a:cubicBezTo>
                      <a:pt x="22" y="16"/>
                      <a:pt x="22" y="12"/>
                      <a:pt x="20" y="12"/>
                    </a:cubicBezTo>
                    <a:cubicBezTo>
                      <a:pt x="19" y="11"/>
                      <a:pt x="18" y="13"/>
                      <a:pt x="17" y="12"/>
                    </a:cubicBezTo>
                    <a:cubicBezTo>
                      <a:pt x="16" y="12"/>
                      <a:pt x="16" y="11"/>
                      <a:pt x="15" y="11"/>
                    </a:cubicBezTo>
                    <a:cubicBezTo>
                      <a:pt x="14" y="11"/>
                      <a:pt x="13" y="11"/>
                      <a:pt x="13" y="11"/>
                    </a:cubicBezTo>
                    <a:cubicBezTo>
                      <a:pt x="10" y="10"/>
                      <a:pt x="10" y="10"/>
                      <a:pt x="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6" name="Freeform 509">
                <a:extLst>
                  <a:ext uri="{FF2B5EF4-FFF2-40B4-BE49-F238E27FC236}">
                    <a16:creationId xmlns:a16="http://schemas.microsoft.com/office/drawing/2014/main" id="{DBFBE965-5E5B-4006-B868-FA83846FD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979"/>
                <a:ext cx="45" cy="26"/>
              </a:xfrm>
              <a:custGeom>
                <a:avLst/>
                <a:gdLst>
                  <a:gd name="T0" fmla="*/ 0 w 18"/>
                  <a:gd name="T1" fmla="*/ 177 h 10"/>
                  <a:gd name="T2" fmla="*/ 145 w 18"/>
                  <a:gd name="T3" fmla="*/ 21 h 10"/>
                  <a:gd name="T4" fmla="*/ 283 w 18"/>
                  <a:gd name="T5" fmla="*/ 177 h 10"/>
                  <a:gd name="T6" fmla="*/ 175 w 18"/>
                  <a:gd name="T7" fmla="*/ 88 h 10"/>
                  <a:gd name="T8" fmla="*/ 158 w 18"/>
                  <a:gd name="T9" fmla="*/ 68 h 10"/>
                  <a:gd name="T10" fmla="*/ 145 w 18"/>
                  <a:gd name="T11" fmla="*/ 122 h 10"/>
                  <a:gd name="T12" fmla="*/ 95 w 18"/>
                  <a:gd name="T13" fmla="*/ 88 h 10"/>
                  <a:gd name="T14" fmla="*/ 83 w 18"/>
                  <a:gd name="T15" fmla="*/ 143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cubicBezTo>
                      <a:pt x="3" y="7"/>
                      <a:pt x="4" y="2"/>
                      <a:pt x="9" y="1"/>
                    </a:cubicBezTo>
                    <a:cubicBezTo>
                      <a:pt x="13" y="0"/>
                      <a:pt x="18" y="5"/>
                      <a:pt x="18" y="10"/>
                    </a:cubicBezTo>
                    <a:cubicBezTo>
                      <a:pt x="16" y="8"/>
                      <a:pt x="13" y="1"/>
                      <a:pt x="11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6"/>
                      <a:pt x="7" y="5"/>
                      <a:pt x="6" y="5"/>
                    </a:cubicBezTo>
                    <a:cubicBezTo>
                      <a:pt x="5" y="5"/>
                      <a:pt x="5" y="7"/>
                      <a:pt x="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7" name="Freeform 510">
                <a:extLst>
                  <a:ext uri="{FF2B5EF4-FFF2-40B4-BE49-F238E27FC236}">
                    <a16:creationId xmlns:a16="http://schemas.microsoft.com/office/drawing/2014/main" id="{B9F5B6EE-6FF7-49EC-A0AC-518EB455B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048"/>
                <a:ext cx="73" cy="83"/>
              </a:xfrm>
              <a:custGeom>
                <a:avLst/>
                <a:gdLst>
                  <a:gd name="T0" fmla="*/ 50 w 29"/>
                  <a:gd name="T1" fmla="*/ 594 h 31"/>
                  <a:gd name="T2" fmla="*/ 254 w 29"/>
                  <a:gd name="T3" fmla="*/ 345 h 31"/>
                  <a:gd name="T4" fmla="*/ 347 w 29"/>
                  <a:gd name="T5" fmla="*/ 137 h 31"/>
                  <a:gd name="T6" fmla="*/ 463 w 29"/>
                  <a:gd name="T7" fmla="*/ 35 h 31"/>
                  <a:gd name="T8" fmla="*/ 413 w 29"/>
                  <a:gd name="T9" fmla="*/ 193 h 31"/>
                  <a:gd name="T10" fmla="*/ 380 w 29"/>
                  <a:gd name="T11" fmla="*/ 286 h 31"/>
                  <a:gd name="T12" fmla="*/ 347 w 29"/>
                  <a:gd name="T13" fmla="*/ 388 h 31"/>
                  <a:gd name="T14" fmla="*/ 272 w 29"/>
                  <a:gd name="T15" fmla="*/ 501 h 31"/>
                  <a:gd name="T16" fmla="*/ 191 w 29"/>
                  <a:gd name="T17" fmla="*/ 501 h 31"/>
                  <a:gd name="T18" fmla="*/ 126 w 29"/>
                  <a:gd name="T19" fmla="*/ 501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1">
                    <a:moveTo>
                      <a:pt x="3" y="31"/>
                    </a:moveTo>
                    <a:cubicBezTo>
                      <a:pt x="0" y="19"/>
                      <a:pt x="10" y="22"/>
                      <a:pt x="16" y="18"/>
                    </a:cubicBezTo>
                    <a:cubicBezTo>
                      <a:pt x="21" y="15"/>
                      <a:pt x="20" y="11"/>
                      <a:pt x="22" y="7"/>
                    </a:cubicBezTo>
                    <a:cubicBezTo>
                      <a:pt x="23" y="4"/>
                      <a:pt x="26" y="0"/>
                      <a:pt x="29" y="2"/>
                    </a:cubicBezTo>
                    <a:cubicBezTo>
                      <a:pt x="26" y="1"/>
                      <a:pt x="24" y="7"/>
                      <a:pt x="26" y="10"/>
                    </a:cubicBezTo>
                    <a:cubicBezTo>
                      <a:pt x="23" y="7"/>
                      <a:pt x="22" y="13"/>
                      <a:pt x="24" y="15"/>
                    </a:cubicBezTo>
                    <a:cubicBezTo>
                      <a:pt x="22" y="13"/>
                      <a:pt x="21" y="18"/>
                      <a:pt x="22" y="20"/>
                    </a:cubicBezTo>
                    <a:cubicBezTo>
                      <a:pt x="17" y="16"/>
                      <a:pt x="17" y="23"/>
                      <a:pt x="17" y="26"/>
                    </a:cubicBezTo>
                    <a:cubicBezTo>
                      <a:pt x="16" y="24"/>
                      <a:pt x="12" y="23"/>
                      <a:pt x="12" y="26"/>
                    </a:cubicBezTo>
                    <a:cubicBezTo>
                      <a:pt x="11" y="25"/>
                      <a:pt x="9" y="25"/>
                      <a:pt x="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8" name="Freeform 511">
                <a:extLst>
                  <a:ext uri="{FF2B5EF4-FFF2-40B4-BE49-F238E27FC236}">
                    <a16:creationId xmlns:a16="http://schemas.microsoft.com/office/drawing/2014/main" id="{B7382F4D-87FC-4B68-AD9C-02ADDADA1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008"/>
                <a:ext cx="30" cy="56"/>
              </a:xfrm>
              <a:custGeom>
                <a:avLst/>
                <a:gdLst>
                  <a:gd name="T0" fmla="*/ 175 w 12"/>
                  <a:gd name="T1" fmla="*/ 0 h 21"/>
                  <a:gd name="T2" fmla="*/ 188 w 12"/>
                  <a:gd name="T3" fmla="*/ 397 h 21"/>
                  <a:gd name="T4" fmla="*/ 158 w 12"/>
                  <a:gd name="T5" fmla="*/ 264 h 21"/>
                  <a:gd name="T6" fmla="*/ 158 w 12"/>
                  <a:gd name="T7" fmla="*/ 171 h 21"/>
                  <a:gd name="T8" fmla="*/ 188 w 12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11" y="0"/>
                    </a:moveTo>
                    <a:cubicBezTo>
                      <a:pt x="8" y="5"/>
                      <a:pt x="0" y="21"/>
                      <a:pt x="12" y="21"/>
                    </a:cubicBezTo>
                    <a:cubicBezTo>
                      <a:pt x="8" y="21"/>
                      <a:pt x="5" y="14"/>
                      <a:pt x="10" y="14"/>
                    </a:cubicBezTo>
                    <a:cubicBezTo>
                      <a:pt x="6" y="13"/>
                      <a:pt x="7" y="10"/>
                      <a:pt x="10" y="9"/>
                    </a:cubicBezTo>
                    <a:cubicBezTo>
                      <a:pt x="7" y="6"/>
                      <a:pt x="11" y="2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89" name="Freeform 512">
                <a:extLst>
                  <a:ext uri="{FF2B5EF4-FFF2-40B4-BE49-F238E27FC236}">
                    <a16:creationId xmlns:a16="http://schemas.microsoft.com/office/drawing/2014/main" id="{E0D80EA4-EF87-480E-B8DA-176A5D324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675"/>
                <a:ext cx="60" cy="45"/>
              </a:xfrm>
              <a:custGeom>
                <a:avLst/>
                <a:gdLst>
                  <a:gd name="T0" fmla="*/ 375 w 24"/>
                  <a:gd name="T1" fmla="*/ 77 h 17"/>
                  <a:gd name="T2" fmla="*/ 158 w 24"/>
                  <a:gd name="T3" fmla="*/ 56 h 17"/>
                  <a:gd name="T4" fmla="*/ 0 w 24"/>
                  <a:gd name="T5" fmla="*/ 281 h 17"/>
                  <a:gd name="T6" fmla="*/ 125 w 24"/>
                  <a:gd name="T7" fmla="*/ 169 h 17"/>
                  <a:gd name="T8" fmla="*/ 158 w 24"/>
                  <a:gd name="T9" fmla="*/ 204 h 17"/>
                  <a:gd name="T10" fmla="*/ 220 w 24"/>
                  <a:gd name="T11" fmla="*/ 132 h 17"/>
                  <a:gd name="T12" fmla="*/ 313 w 24"/>
                  <a:gd name="T13" fmla="*/ 11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7">
                    <a:moveTo>
                      <a:pt x="24" y="4"/>
                    </a:moveTo>
                    <a:cubicBezTo>
                      <a:pt x="19" y="4"/>
                      <a:pt x="15" y="0"/>
                      <a:pt x="10" y="3"/>
                    </a:cubicBezTo>
                    <a:cubicBezTo>
                      <a:pt x="5" y="6"/>
                      <a:pt x="6" y="14"/>
                      <a:pt x="0" y="15"/>
                    </a:cubicBezTo>
                    <a:cubicBezTo>
                      <a:pt x="4" y="17"/>
                      <a:pt x="7" y="13"/>
                      <a:pt x="8" y="9"/>
                    </a:cubicBezTo>
                    <a:cubicBezTo>
                      <a:pt x="8" y="9"/>
                      <a:pt x="9" y="10"/>
                      <a:pt x="10" y="11"/>
                    </a:cubicBezTo>
                    <a:cubicBezTo>
                      <a:pt x="10" y="9"/>
                      <a:pt x="12" y="2"/>
                      <a:pt x="14" y="7"/>
                    </a:cubicBezTo>
                    <a:cubicBezTo>
                      <a:pt x="15" y="4"/>
                      <a:pt x="18" y="4"/>
                      <a:pt x="2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0" name="Freeform 513">
                <a:extLst>
                  <a:ext uri="{FF2B5EF4-FFF2-40B4-BE49-F238E27FC236}">
                    <a16:creationId xmlns:a16="http://schemas.microsoft.com/office/drawing/2014/main" id="{FED043E3-DE1C-4968-A96D-28298FE6B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053"/>
                <a:ext cx="45" cy="24"/>
              </a:xfrm>
              <a:custGeom>
                <a:avLst/>
                <a:gdLst>
                  <a:gd name="T0" fmla="*/ 145 w 18"/>
                  <a:gd name="T1" fmla="*/ 0 h 9"/>
                  <a:gd name="T2" fmla="*/ 50 w 18"/>
                  <a:gd name="T3" fmla="*/ 35 h 9"/>
                  <a:gd name="T4" fmla="*/ 145 w 18"/>
                  <a:gd name="T5" fmla="*/ 93 h 9"/>
                  <a:gd name="T6" fmla="*/ 238 w 18"/>
                  <a:gd name="T7" fmla="*/ 149 h 9"/>
                  <a:gd name="T8" fmla="*/ 220 w 18"/>
                  <a:gd name="T9" fmla="*/ 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9" y="0"/>
                    </a:moveTo>
                    <a:cubicBezTo>
                      <a:pt x="8" y="0"/>
                      <a:pt x="4" y="0"/>
                      <a:pt x="3" y="2"/>
                    </a:cubicBezTo>
                    <a:cubicBezTo>
                      <a:pt x="0" y="6"/>
                      <a:pt x="7" y="5"/>
                      <a:pt x="9" y="5"/>
                    </a:cubicBezTo>
                    <a:cubicBezTo>
                      <a:pt x="11" y="6"/>
                      <a:pt x="14" y="9"/>
                      <a:pt x="15" y="8"/>
                    </a:cubicBezTo>
                    <a:cubicBezTo>
                      <a:pt x="18" y="7"/>
                      <a:pt x="15" y="4"/>
                      <a:pt x="14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1" name="Freeform 514">
                <a:extLst>
                  <a:ext uri="{FF2B5EF4-FFF2-40B4-BE49-F238E27FC236}">
                    <a16:creationId xmlns:a16="http://schemas.microsoft.com/office/drawing/2014/main" id="{508FE1B5-B4F5-42B1-A6D8-7D2389645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080"/>
                <a:ext cx="25" cy="37"/>
              </a:xfrm>
              <a:custGeom>
                <a:avLst/>
                <a:gdLst>
                  <a:gd name="T0" fmla="*/ 63 w 10"/>
                  <a:gd name="T1" fmla="*/ 34 h 14"/>
                  <a:gd name="T2" fmla="*/ 20 w 10"/>
                  <a:gd name="T3" fmla="*/ 167 h 14"/>
                  <a:gd name="T4" fmla="*/ 95 w 10"/>
                  <a:gd name="T5" fmla="*/ 259 h 14"/>
                  <a:gd name="T6" fmla="*/ 83 w 10"/>
                  <a:gd name="T7" fmla="*/ 111 h 14"/>
                  <a:gd name="T8" fmla="*/ 63 w 10"/>
                  <a:gd name="T9" fmla="*/ 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4" y="2"/>
                    </a:moveTo>
                    <a:cubicBezTo>
                      <a:pt x="1" y="0"/>
                      <a:pt x="0" y="6"/>
                      <a:pt x="1" y="9"/>
                    </a:cubicBezTo>
                    <a:cubicBezTo>
                      <a:pt x="1" y="10"/>
                      <a:pt x="4" y="14"/>
                      <a:pt x="6" y="14"/>
                    </a:cubicBezTo>
                    <a:cubicBezTo>
                      <a:pt x="10" y="13"/>
                      <a:pt x="5" y="7"/>
                      <a:pt x="5" y="6"/>
                    </a:cubicBezTo>
                    <a:cubicBezTo>
                      <a:pt x="4" y="4"/>
                      <a:pt x="6" y="2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2" name="Freeform 515">
                <a:extLst>
                  <a:ext uri="{FF2B5EF4-FFF2-40B4-BE49-F238E27FC236}">
                    <a16:creationId xmlns:a16="http://schemas.microsoft.com/office/drawing/2014/main" id="{D96515FF-CA26-4AA9-8CB0-E7036098D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112"/>
                <a:ext cx="25" cy="24"/>
              </a:xfrm>
              <a:custGeom>
                <a:avLst/>
                <a:gdLst>
                  <a:gd name="T0" fmla="*/ 113 w 10"/>
                  <a:gd name="T1" fmla="*/ 0 h 9"/>
                  <a:gd name="T2" fmla="*/ 33 w 10"/>
                  <a:gd name="T3" fmla="*/ 93 h 9"/>
                  <a:gd name="T4" fmla="*/ 83 w 10"/>
                  <a:gd name="T5" fmla="*/ 149 h 9"/>
                  <a:gd name="T6" fmla="*/ 113 w 10"/>
                  <a:gd name="T7" fmla="*/ 93 h 9"/>
                  <a:gd name="T8" fmla="*/ 145 w 10"/>
                  <a:gd name="T9" fmla="*/ 77 h 9"/>
                  <a:gd name="T10" fmla="*/ 125 w 1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7" y="0"/>
                    </a:moveTo>
                    <a:cubicBezTo>
                      <a:pt x="6" y="1"/>
                      <a:pt x="2" y="4"/>
                      <a:pt x="2" y="5"/>
                    </a:cubicBezTo>
                    <a:cubicBezTo>
                      <a:pt x="0" y="8"/>
                      <a:pt x="2" y="9"/>
                      <a:pt x="5" y="8"/>
                    </a:cubicBezTo>
                    <a:cubicBezTo>
                      <a:pt x="6" y="7"/>
                      <a:pt x="6" y="5"/>
                      <a:pt x="7" y="5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2"/>
                      <a:pt x="10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3" name="Freeform 516">
                <a:extLst>
                  <a:ext uri="{FF2B5EF4-FFF2-40B4-BE49-F238E27FC236}">
                    <a16:creationId xmlns:a16="http://schemas.microsoft.com/office/drawing/2014/main" id="{ACE5D00C-0B44-4B65-9764-7F1FE7D1E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131"/>
                <a:ext cx="32" cy="29"/>
              </a:xfrm>
              <a:custGeom>
                <a:avLst/>
                <a:gdLst>
                  <a:gd name="T0" fmla="*/ 103 w 13"/>
                  <a:gd name="T1" fmla="*/ 76 h 11"/>
                  <a:gd name="T2" fmla="*/ 30 w 13"/>
                  <a:gd name="T3" fmla="*/ 166 h 11"/>
                  <a:gd name="T4" fmla="*/ 162 w 13"/>
                  <a:gd name="T5" fmla="*/ 124 h 11"/>
                  <a:gd name="T6" fmla="*/ 194 w 13"/>
                  <a:gd name="T7" fmla="*/ 76 h 11"/>
                  <a:gd name="T8" fmla="*/ 133 w 13"/>
                  <a:gd name="T9" fmla="*/ 3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7" y="4"/>
                    </a:moveTo>
                    <a:cubicBezTo>
                      <a:pt x="5" y="4"/>
                      <a:pt x="0" y="6"/>
                      <a:pt x="2" y="9"/>
                    </a:cubicBezTo>
                    <a:cubicBezTo>
                      <a:pt x="4" y="11"/>
                      <a:pt x="9" y="8"/>
                      <a:pt x="11" y="7"/>
                    </a:cubicBezTo>
                    <a:cubicBezTo>
                      <a:pt x="11" y="6"/>
                      <a:pt x="13" y="4"/>
                      <a:pt x="13" y="4"/>
                    </a:cubicBezTo>
                    <a:cubicBezTo>
                      <a:pt x="13" y="2"/>
                      <a:pt x="10" y="0"/>
                      <a:pt x="9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4" name="Freeform 517">
                <a:extLst>
                  <a:ext uri="{FF2B5EF4-FFF2-40B4-BE49-F238E27FC236}">
                    <a16:creationId xmlns:a16="http://schemas.microsoft.com/office/drawing/2014/main" id="{92BF9072-0CDF-4618-8A33-3CEDED1F6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139"/>
                <a:ext cx="28" cy="29"/>
              </a:xfrm>
              <a:custGeom>
                <a:avLst/>
                <a:gdLst>
                  <a:gd name="T0" fmla="*/ 117 w 11"/>
                  <a:gd name="T1" fmla="*/ 0 h 11"/>
                  <a:gd name="T2" fmla="*/ 51 w 11"/>
                  <a:gd name="T3" fmla="*/ 182 h 11"/>
                  <a:gd name="T4" fmla="*/ 150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4" y="0"/>
                      <a:pt x="0" y="8"/>
                      <a:pt x="3" y="10"/>
                    </a:cubicBezTo>
                    <a:cubicBezTo>
                      <a:pt x="7" y="11"/>
                      <a:pt x="11" y="3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5" name="Freeform 518">
                <a:extLst>
                  <a:ext uri="{FF2B5EF4-FFF2-40B4-BE49-F238E27FC236}">
                    <a16:creationId xmlns:a16="http://schemas.microsoft.com/office/drawing/2014/main" id="{3B250048-96E4-4777-BA23-88C8D18AF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117"/>
                <a:ext cx="18" cy="24"/>
              </a:xfrm>
              <a:custGeom>
                <a:avLst/>
                <a:gdLst>
                  <a:gd name="T0" fmla="*/ 33 w 7"/>
                  <a:gd name="T1" fmla="*/ 21 h 9"/>
                  <a:gd name="T2" fmla="*/ 33 w 7"/>
                  <a:gd name="T3" fmla="*/ 171 h 9"/>
                  <a:gd name="T4" fmla="*/ 67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2" y="1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7"/>
                      <a:pt x="7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6" name="Freeform 519">
                <a:extLst>
                  <a:ext uri="{FF2B5EF4-FFF2-40B4-BE49-F238E27FC236}">
                    <a16:creationId xmlns:a16="http://schemas.microsoft.com/office/drawing/2014/main" id="{60748BA9-C13C-4861-A011-2F04A3CB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077"/>
                <a:ext cx="20" cy="54"/>
              </a:xfrm>
              <a:custGeom>
                <a:avLst/>
                <a:gdLst>
                  <a:gd name="T0" fmla="*/ 0 w 8"/>
                  <a:gd name="T1" fmla="*/ 116 h 20"/>
                  <a:gd name="T2" fmla="*/ 63 w 8"/>
                  <a:gd name="T3" fmla="*/ 37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6"/>
                    </a:moveTo>
                    <a:cubicBezTo>
                      <a:pt x="8" y="0"/>
                      <a:pt x="8" y="20"/>
                      <a:pt x="4" y="1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7" name="Freeform 520">
                <a:extLst>
                  <a:ext uri="{FF2B5EF4-FFF2-40B4-BE49-F238E27FC236}">
                    <a16:creationId xmlns:a16="http://schemas.microsoft.com/office/drawing/2014/main" id="{233713E8-D43E-49B8-8D32-6002AE8A3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067"/>
                <a:ext cx="17" cy="37"/>
              </a:xfrm>
              <a:custGeom>
                <a:avLst/>
                <a:gdLst>
                  <a:gd name="T0" fmla="*/ 29 w 7"/>
                  <a:gd name="T1" fmla="*/ 148 h 14"/>
                  <a:gd name="T2" fmla="*/ 70 w 7"/>
                  <a:gd name="T3" fmla="*/ 77 h 14"/>
                  <a:gd name="T4" fmla="*/ 70 w 7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2" y="8"/>
                    </a:moveTo>
                    <a:cubicBezTo>
                      <a:pt x="0" y="6"/>
                      <a:pt x="2" y="0"/>
                      <a:pt x="5" y="4"/>
                    </a:cubicBezTo>
                    <a:cubicBezTo>
                      <a:pt x="7" y="6"/>
                      <a:pt x="4" y="11"/>
                      <a:pt x="5" y="1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8" name="Freeform 521">
                <a:extLst>
                  <a:ext uri="{FF2B5EF4-FFF2-40B4-BE49-F238E27FC236}">
                    <a16:creationId xmlns:a16="http://schemas.microsoft.com/office/drawing/2014/main" id="{5D1C6ED9-1837-46EE-98DB-A2BAA6357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064"/>
                <a:ext cx="25" cy="40"/>
              </a:xfrm>
              <a:custGeom>
                <a:avLst/>
                <a:gdLst>
                  <a:gd name="T0" fmla="*/ 83 w 10"/>
                  <a:gd name="T1" fmla="*/ 35 h 15"/>
                  <a:gd name="T2" fmla="*/ 33 w 10"/>
                  <a:gd name="T3" fmla="*/ 93 h 15"/>
                  <a:gd name="T4" fmla="*/ 50 w 10"/>
                  <a:gd name="T5" fmla="*/ 192 h 15"/>
                  <a:gd name="T6" fmla="*/ 63 w 10"/>
                  <a:gd name="T7" fmla="*/ 227 h 15"/>
                  <a:gd name="T8" fmla="*/ 125 w 10"/>
                  <a:gd name="T9" fmla="*/ 227 h 15"/>
                  <a:gd name="T10" fmla="*/ 113 w 10"/>
                  <a:gd name="T11" fmla="*/ 3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5" y="2"/>
                    </a:moveTo>
                    <a:cubicBezTo>
                      <a:pt x="1" y="0"/>
                      <a:pt x="0" y="2"/>
                      <a:pt x="2" y="5"/>
                    </a:cubicBezTo>
                    <a:cubicBezTo>
                      <a:pt x="3" y="7"/>
                      <a:pt x="3" y="8"/>
                      <a:pt x="3" y="10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5" y="15"/>
                      <a:pt x="7" y="14"/>
                      <a:pt x="8" y="12"/>
                    </a:cubicBezTo>
                    <a:cubicBezTo>
                      <a:pt x="8" y="9"/>
                      <a:pt x="10" y="4"/>
                      <a:pt x="7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99" name="Freeform 522">
                <a:extLst>
                  <a:ext uri="{FF2B5EF4-FFF2-40B4-BE49-F238E27FC236}">
                    <a16:creationId xmlns:a16="http://schemas.microsoft.com/office/drawing/2014/main" id="{F4DA93C1-ED5B-4EAE-B15A-C2073126E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067"/>
                <a:ext cx="15" cy="24"/>
              </a:xfrm>
              <a:custGeom>
                <a:avLst/>
                <a:gdLst>
                  <a:gd name="T0" fmla="*/ 0 w 6"/>
                  <a:gd name="T1" fmla="*/ 0 h 9"/>
                  <a:gd name="T2" fmla="*/ 95 w 6"/>
                  <a:gd name="T3" fmla="*/ 56 h 9"/>
                  <a:gd name="T4" fmla="*/ 33 w 6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2" y="0"/>
                      <a:pt x="5" y="0"/>
                      <a:pt x="6" y="3"/>
                    </a:cubicBezTo>
                    <a:cubicBezTo>
                      <a:pt x="6" y="5"/>
                      <a:pt x="5" y="9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0" name="Freeform 523">
                <a:extLst>
                  <a:ext uri="{FF2B5EF4-FFF2-40B4-BE49-F238E27FC236}">
                    <a16:creationId xmlns:a16="http://schemas.microsoft.com/office/drawing/2014/main" id="{12068820-CC60-4CBF-97B0-7CCEE781F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104"/>
                <a:ext cx="10" cy="21"/>
              </a:xfrm>
              <a:custGeom>
                <a:avLst/>
                <a:gdLst>
                  <a:gd name="T0" fmla="*/ 63 w 4"/>
                  <a:gd name="T1" fmla="*/ 0 h 8"/>
                  <a:gd name="T2" fmla="*/ 33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1" y="1"/>
                      <a:pt x="0" y="5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1" name="Freeform 524">
                <a:extLst>
                  <a:ext uri="{FF2B5EF4-FFF2-40B4-BE49-F238E27FC236}">
                    <a16:creationId xmlns:a16="http://schemas.microsoft.com/office/drawing/2014/main" id="{CB4ECB63-4471-4374-8F9D-6B8CB0B47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088"/>
                <a:ext cx="18" cy="37"/>
              </a:xfrm>
              <a:custGeom>
                <a:avLst/>
                <a:gdLst>
                  <a:gd name="T0" fmla="*/ 54 w 7"/>
                  <a:gd name="T1" fmla="*/ 34 h 14"/>
                  <a:gd name="T2" fmla="*/ 0 w 7"/>
                  <a:gd name="T3" fmla="*/ 182 h 14"/>
                  <a:gd name="T4" fmla="*/ 85 w 7"/>
                  <a:gd name="T5" fmla="*/ 182 h 14"/>
                  <a:gd name="T6" fmla="*/ 85 w 7"/>
                  <a:gd name="T7" fmla="*/ 132 h 14"/>
                  <a:gd name="T8" fmla="*/ 118 w 7"/>
                  <a:gd name="T9" fmla="*/ 77 h 14"/>
                  <a:gd name="T10" fmla="*/ 54 w 7"/>
                  <a:gd name="T11" fmla="*/ 3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4">
                    <a:moveTo>
                      <a:pt x="3" y="2"/>
                    </a:moveTo>
                    <a:cubicBezTo>
                      <a:pt x="1" y="3"/>
                      <a:pt x="0" y="8"/>
                      <a:pt x="0" y="10"/>
                    </a:cubicBezTo>
                    <a:cubicBezTo>
                      <a:pt x="0" y="14"/>
                      <a:pt x="4" y="14"/>
                      <a:pt x="5" y="10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7" y="2"/>
                      <a:pt x="5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2" name="Freeform 525">
                <a:extLst>
                  <a:ext uri="{FF2B5EF4-FFF2-40B4-BE49-F238E27FC236}">
                    <a16:creationId xmlns:a16="http://schemas.microsoft.com/office/drawing/2014/main" id="{C55952E1-0639-4C4A-81F5-0DDBA18FC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064"/>
                <a:ext cx="25" cy="32"/>
              </a:xfrm>
              <a:custGeom>
                <a:avLst/>
                <a:gdLst>
                  <a:gd name="T0" fmla="*/ 83 w 10"/>
                  <a:gd name="T1" fmla="*/ 192 h 12"/>
                  <a:gd name="T2" fmla="*/ 83 w 10"/>
                  <a:gd name="T3" fmla="*/ 0 h 12"/>
                  <a:gd name="T4" fmla="*/ 113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5" y="10"/>
                    </a:moveTo>
                    <a:cubicBezTo>
                      <a:pt x="3" y="8"/>
                      <a:pt x="0" y="0"/>
                      <a:pt x="5" y="0"/>
                    </a:cubicBezTo>
                    <a:cubicBezTo>
                      <a:pt x="10" y="1"/>
                      <a:pt x="10" y="9"/>
                      <a:pt x="7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3" name="Freeform 526">
                <a:extLst>
                  <a:ext uri="{FF2B5EF4-FFF2-40B4-BE49-F238E27FC236}">
                    <a16:creationId xmlns:a16="http://schemas.microsoft.com/office/drawing/2014/main" id="{66F7B8DB-E3B5-4AAE-B3AC-B947B21D1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096"/>
                <a:ext cx="15" cy="16"/>
              </a:xfrm>
              <a:custGeom>
                <a:avLst/>
                <a:gdLst>
                  <a:gd name="T0" fmla="*/ 0 w 6"/>
                  <a:gd name="T1" fmla="*/ 77 h 6"/>
                  <a:gd name="T2" fmla="*/ 63 w 6"/>
                  <a:gd name="T3" fmla="*/ 93 h 6"/>
                  <a:gd name="T4" fmla="*/ 95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1" y="6"/>
                      <a:pt x="3" y="6"/>
                      <a:pt x="4" y="5"/>
                    </a:cubicBezTo>
                    <a:cubicBezTo>
                      <a:pt x="6" y="4"/>
                      <a:pt x="6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4" name="Freeform 527">
                <a:extLst>
                  <a:ext uri="{FF2B5EF4-FFF2-40B4-BE49-F238E27FC236}">
                    <a16:creationId xmlns:a16="http://schemas.microsoft.com/office/drawing/2014/main" id="{FAFD3EFE-DF1C-40E7-A7EF-C9024236B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117"/>
                <a:ext cx="25" cy="27"/>
              </a:xfrm>
              <a:custGeom>
                <a:avLst/>
                <a:gdLst>
                  <a:gd name="T0" fmla="*/ 63 w 10"/>
                  <a:gd name="T1" fmla="*/ 22 h 10"/>
                  <a:gd name="T2" fmla="*/ 50 w 10"/>
                  <a:gd name="T3" fmla="*/ 176 h 10"/>
                  <a:gd name="T4" fmla="*/ 158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4" y="1"/>
                    </a:moveTo>
                    <a:cubicBezTo>
                      <a:pt x="4" y="3"/>
                      <a:pt x="0" y="8"/>
                      <a:pt x="3" y="9"/>
                    </a:cubicBezTo>
                    <a:cubicBezTo>
                      <a:pt x="7" y="10"/>
                      <a:pt x="9" y="3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5" name="Freeform 528">
                <a:extLst>
                  <a:ext uri="{FF2B5EF4-FFF2-40B4-BE49-F238E27FC236}">
                    <a16:creationId xmlns:a16="http://schemas.microsoft.com/office/drawing/2014/main" id="{17C0AB4E-45B4-4AE9-A95C-6FBEBC117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136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3"/>
                      <a:pt x="2" y="4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6" name="Freeform 529">
                <a:extLst>
                  <a:ext uri="{FF2B5EF4-FFF2-40B4-BE49-F238E27FC236}">
                    <a16:creationId xmlns:a16="http://schemas.microsoft.com/office/drawing/2014/main" id="{4960F38A-969E-4352-8C39-44E084871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141"/>
                <a:ext cx="35" cy="40"/>
              </a:xfrm>
              <a:custGeom>
                <a:avLst/>
                <a:gdLst>
                  <a:gd name="T0" fmla="*/ 125 w 14"/>
                  <a:gd name="T1" fmla="*/ 21 h 15"/>
                  <a:gd name="T2" fmla="*/ 95 w 14"/>
                  <a:gd name="T3" fmla="*/ 227 h 15"/>
                  <a:gd name="T4" fmla="*/ 145 w 14"/>
                  <a:gd name="T5" fmla="*/ 136 h 15"/>
                  <a:gd name="T6" fmla="*/ 220 w 14"/>
                  <a:gd name="T7" fmla="*/ 1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8" y="1"/>
                    </a:moveTo>
                    <a:cubicBezTo>
                      <a:pt x="4" y="0"/>
                      <a:pt x="0" y="15"/>
                      <a:pt x="6" y="12"/>
                    </a:cubicBezTo>
                    <a:cubicBezTo>
                      <a:pt x="9" y="11"/>
                      <a:pt x="8" y="8"/>
                      <a:pt x="9" y="7"/>
                    </a:cubicBezTo>
                    <a:cubicBezTo>
                      <a:pt x="10" y="6"/>
                      <a:pt x="12" y="6"/>
                      <a:pt x="14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7" name="Freeform 530">
                <a:extLst>
                  <a:ext uri="{FF2B5EF4-FFF2-40B4-BE49-F238E27FC236}">
                    <a16:creationId xmlns:a16="http://schemas.microsoft.com/office/drawing/2014/main" id="{3121B34F-B571-43FA-A5D9-C44F4C90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075"/>
                <a:ext cx="25" cy="18"/>
              </a:xfrm>
              <a:custGeom>
                <a:avLst/>
                <a:gdLst>
                  <a:gd name="T0" fmla="*/ 125 w 10"/>
                  <a:gd name="T1" fmla="*/ 0 h 7"/>
                  <a:gd name="T2" fmla="*/ 33 w 10"/>
                  <a:gd name="T3" fmla="*/ 67 h 7"/>
                  <a:gd name="T4" fmla="*/ 95 w 10"/>
                  <a:gd name="T5" fmla="*/ 100 h 7"/>
                  <a:gd name="T6" fmla="*/ 158 w 10"/>
                  <a:gd name="T7" fmla="*/ 33 h 7"/>
                  <a:gd name="T8" fmla="*/ 125 w 1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6" y="0"/>
                      <a:pt x="3" y="2"/>
                      <a:pt x="2" y="4"/>
                    </a:cubicBezTo>
                    <a:cubicBezTo>
                      <a:pt x="0" y="7"/>
                      <a:pt x="4" y="7"/>
                      <a:pt x="6" y="6"/>
                    </a:cubicBezTo>
                    <a:cubicBezTo>
                      <a:pt x="7" y="5"/>
                      <a:pt x="10" y="4"/>
                      <a:pt x="10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8" name="Freeform 531">
                <a:extLst>
                  <a:ext uri="{FF2B5EF4-FFF2-40B4-BE49-F238E27FC236}">
                    <a16:creationId xmlns:a16="http://schemas.microsoft.com/office/drawing/2014/main" id="{D1F87647-1D07-4101-BF44-770EB65F4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075"/>
                <a:ext cx="32" cy="26"/>
              </a:xfrm>
              <a:custGeom>
                <a:avLst/>
                <a:gdLst>
                  <a:gd name="T0" fmla="*/ 42 w 13"/>
                  <a:gd name="T1" fmla="*/ 88 h 10"/>
                  <a:gd name="T2" fmla="*/ 74 w 13"/>
                  <a:gd name="T3" fmla="*/ 156 h 10"/>
                  <a:gd name="T4" fmla="*/ 153 w 13"/>
                  <a:gd name="T5" fmla="*/ 109 h 10"/>
                  <a:gd name="T6" fmla="*/ 74 w 13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3" y="5"/>
                    </a:moveTo>
                    <a:cubicBezTo>
                      <a:pt x="0" y="8"/>
                      <a:pt x="2" y="10"/>
                      <a:pt x="5" y="9"/>
                    </a:cubicBezTo>
                    <a:cubicBezTo>
                      <a:pt x="6" y="9"/>
                      <a:pt x="10" y="7"/>
                      <a:pt x="10" y="6"/>
                    </a:cubicBezTo>
                    <a:cubicBezTo>
                      <a:pt x="13" y="3"/>
                      <a:pt x="7" y="0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09" name="Freeform 532">
                <a:extLst>
                  <a:ext uri="{FF2B5EF4-FFF2-40B4-BE49-F238E27FC236}">
                    <a16:creationId xmlns:a16="http://schemas.microsoft.com/office/drawing/2014/main" id="{1A5E960A-46D8-4562-98AA-920133DCD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056"/>
                <a:ext cx="28" cy="24"/>
              </a:xfrm>
              <a:custGeom>
                <a:avLst/>
                <a:gdLst>
                  <a:gd name="T0" fmla="*/ 84 w 11"/>
                  <a:gd name="T1" fmla="*/ 171 h 9"/>
                  <a:gd name="T2" fmla="*/ 117 w 11"/>
                  <a:gd name="T3" fmla="*/ 77 h 9"/>
                  <a:gd name="T4" fmla="*/ 97 w 11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5" y="9"/>
                    </a:moveTo>
                    <a:cubicBezTo>
                      <a:pt x="0" y="8"/>
                      <a:pt x="2" y="0"/>
                      <a:pt x="7" y="4"/>
                    </a:cubicBezTo>
                    <a:cubicBezTo>
                      <a:pt x="11" y="7"/>
                      <a:pt x="10" y="9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0" name="Freeform 533">
                <a:extLst>
                  <a:ext uri="{FF2B5EF4-FFF2-40B4-BE49-F238E27FC236}">
                    <a16:creationId xmlns:a16="http://schemas.microsoft.com/office/drawing/2014/main" id="{9B14EAE2-CC87-4F99-8084-3B3F32D03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085"/>
                <a:ext cx="18" cy="22"/>
              </a:xfrm>
              <a:custGeom>
                <a:avLst/>
                <a:gdLst>
                  <a:gd name="T0" fmla="*/ 54 w 7"/>
                  <a:gd name="T1" fmla="*/ 0 h 8"/>
                  <a:gd name="T2" fmla="*/ 54 w 7"/>
                  <a:gd name="T3" fmla="*/ 143 h 8"/>
                  <a:gd name="T4" fmla="*/ 100 w 7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1" y="2"/>
                      <a:pt x="0" y="6"/>
                      <a:pt x="3" y="7"/>
                    </a:cubicBezTo>
                    <a:cubicBezTo>
                      <a:pt x="6" y="8"/>
                      <a:pt x="7" y="3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1" name="Freeform 534">
                <a:extLst>
                  <a:ext uri="{FF2B5EF4-FFF2-40B4-BE49-F238E27FC236}">
                    <a16:creationId xmlns:a16="http://schemas.microsoft.com/office/drawing/2014/main" id="{765D61B7-451B-4B3E-B0E2-85EFE4BA4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099"/>
                <a:ext cx="25" cy="32"/>
              </a:xfrm>
              <a:custGeom>
                <a:avLst/>
                <a:gdLst>
                  <a:gd name="T0" fmla="*/ 63 w 10"/>
                  <a:gd name="T1" fmla="*/ 0 h 12"/>
                  <a:gd name="T2" fmla="*/ 95 w 10"/>
                  <a:gd name="T3" fmla="*/ 192 h 12"/>
                  <a:gd name="T4" fmla="*/ 125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0" y="2"/>
                      <a:pt x="0" y="12"/>
                      <a:pt x="6" y="10"/>
                    </a:cubicBezTo>
                    <a:cubicBezTo>
                      <a:pt x="10" y="9"/>
                      <a:pt x="9" y="2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2" name="Freeform 535">
                <a:extLst>
                  <a:ext uri="{FF2B5EF4-FFF2-40B4-BE49-F238E27FC236}">
                    <a16:creationId xmlns:a16="http://schemas.microsoft.com/office/drawing/2014/main" id="{27E6B4B0-50DA-45AD-A149-B9AEEB4D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104"/>
                <a:ext cx="20" cy="35"/>
              </a:xfrm>
              <a:custGeom>
                <a:avLst/>
                <a:gdLst>
                  <a:gd name="T0" fmla="*/ 20 w 8"/>
                  <a:gd name="T1" fmla="*/ 137 h 13"/>
                  <a:gd name="T2" fmla="*/ 63 w 8"/>
                  <a:gd name="T3" fmla="*/ 218 h 13"/>
                  <a:gd name="T4" fmla="*/ 113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1" y="7"/>
                    </a:moveTo>
                    <a:cubicBezTo>
                      <a:pt x="2" y="9"/>
                      <a:pt x="0" y="13"/>
                      <a:pt x="4" y="11"/>
                    </a:cubicBezTo>
                    <a:cubicBezTo>
                      <a:pt x="8" y="9"/>
                      <a:pt x="6" y="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3" name="Freeform 536">
                <a:extLst>
                  <a:ext uri="{FF2B5EF4-FFF2-40B4-BE49-F238E27FC236}">
                    <a16:creationId xmlns:a16="http://schemas.microsoft.com/office/drawing/2014/main" id="{1B02722F-7749-4E1B-B208-8A2295708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128"/>
                <a:ext cx="17" cy="21"/>
              </a:xfrm>
              <a:custGeom>
                <a:avLst/>
                <a:gdLst>
                  <a:gd name="T0" fmla="*/ 87 w 7"/>
                  <a:gd name="T1" fmla="*/ 0 h 8"/>
                  <a:gd name="T2" fmla="*/ 12 w 7"/>
                  <a:gd name="T3" fmla="*/ 110 h 8"/>
                  <a:gd name="T4" fmla="*/ 100 w 7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3" y="0"/>
                      <a:pt x="0" y="4"/>
                      <a:pt x="1" y="6"/>
                    </a:cubicBezTo>
                    <a:cubicBezTo>
                      <a:pt x="2" y="8"/>
                      <a:pt x="6" y="6"/>
                      <a:pt x="7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4" name="Freeform 537">
                <a:extLst>
                  <a:ext uri="{FF2B5EF4-FFF2-40B4-BE49-F238E27FC236}">
                    <a16:creationId xmlns:a16="http://schemas.microsoft.com/office/drawing/2014/main" id="{4F762F41-BAF5-4D39-B69A-1B6A94739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989"/>
                <a:ext cx="22" cy="46"/>
              </a:xfrm>
              <a:custGeom>
                <a:avLst/>
                <a:gdLst>
                  <a:gd name="T0" fmla="*/ 132 w 9"/>
                  <a:gd name="T1" fmla="*/ 116 h 17"/>
                  <a:gd name="T2" fmla="*/ 71 w 9"/>
                  <a:gd name="T3" fmla="*/ 22 h 17"/>
                  <a:gd name="T4" fmla="*/ 59 w 9"/>
                  <a:gd name="T5" fmla="*/ 162 h 17"/>
                  <a:gd name="T6" fmla="*/ 42 w 9"/>
                  <a:gd name="T7" fmla="*/ 300 h 17"/>
                  <a:gd name="T8" fmla="*/ 103 w 9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7">
                    <a:moveTo>
                      <a:pt x="9" y="6"/>
                    </a:moveTo>
                    <a:cubicBezTo>
                      <a:pt x="8" y="5"/>
                      <a:pt x="7" y="1"/>
                      <a:pt x="5" y="1"/>
                    </a:cubicBezTo>
                    <a:cubicBezTo>
                      <a:pt x="0" y="0"/>
                      <a:pt x="3" y="6"/>
                      <a:pt x="4" y="8"/>
                    </a:cubicBezTo>
                    <a:cubicBezTo>
                      <a:pt x="4" y="9"/>
                      <a:pt x="2" y="13"/>
                      <a:pt x="3" y="15"/>
                    </a:cubicBezTo>
                    <a:cubicBezTo>
                      <a:pt x="5" y="17"/>
                      <a:pt x="7" y="13"/>
                      <a:pt x="7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5" name="Freeform 538">
                <a:extLst>
                  <a:ext uri="{FF2B5EF4-FFF2-40B4-BE49-F238E27FC236}">
                    <a16:creationId xmlns:a16="http://schemas.microsoft.com/office/drawing/2014/main" id="{5418F6C4-385E-416B-8A38-34EB23C30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029"/>
                <a:ext cx="30" cy="35"/>
              </a:xfrm>
              <a:custGeom>
                <a:avLst/>
                <a:gdLst>
                  <a:gd name="T0" fmla="*/ 175 w 12"/>
                  <a:gd name="T1" fmla="*/ 81 h 13"/>
                  <a:gd name="T2" fmla="*/ 63 w 12"/>
                  <a:gd name="T3" fmla="*/ 59 h 13"/>
                  <a:gd name="T4" fmla="*/ 20 w 12"/>
                  <a:gd name="T5" fmla="*/ 175 h 13"/>
                  <a:gd name="T6" fmla="*/ 125 w 12"/>
                  <a:gd name="T7" fmla="*/ 94 h 13"/>
                  <a:gd name="T8" fmla="*/ 188 w 12"/>
                  <a:gd name="T9" fmla="*/ 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1" y="4"/>
                    </a:moveTo>
                    <a:cubicBezTo>
                      <a:pt x="12" y="0"/>
                      <a:pt x="6" y="1"/>
                      <a:pt x="4" y="3"/>
                    </a:cubicBezTo>
                    <a:cubicBezTo>
                      <a:pt x="3" y="4"/>
                      <a:pt x="0" y="8"/>
                      <a:pt x="1" y="9"/>
                    </a:cubicBezTo>
                    <a:cubicBezTo>
                      <a:pt x="3" y="13"/>
                      <a:pt x="7" y="6"/>
                      <a:pt x="8" y="5"/>
                    </a:cubicBezTo>
                    <a:cubicBezTo>
                      <a:pt x="9" y="5"/>
                      <a:pt x="12" y="6"/>
                      <a:pt x="1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6" name="Freeform 539">
                <a:extLst>
                  <a:ext uri="{FF2B5EF4-FFF2-40B4-BE49-F238E27FC236}">
                    <a16:creationId xmlns:a16="http://schemas.microsoft.com/office/drawing/2014/main" id="{3656B582-7851-4803-81A2-658ACC7CF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029"/>
                <a:ext cx="28" cy="19"/>
              </a:xfrm>
              <a:custGeom>
                <a:avLst/>
                <a:gdLst>
                  <a:gd name="T0" fmla="*/ 181 w 11"/>
                  <a:gd name="T1" fmla="*/ 81 h 7"/>
                  <a:gd name="T2" fmla="*/ 64 w 11"/>
                  <a:gd name="T3" fmla="*/ 22 h 7"/>
                  <a:gd name="T4" fmla="*/ 51 w 11"/>
                  <a:gd name="T5" fmla="*/ 81 h 7"/>
                  <a:gd name="T6" fmla="*/ 97 w 11"/>
                  <a:gd name="T7" fmla="*/ 103 h 7"/>
                  <a:gd name="T8" fmla="*/ 130 w 11"/>
                  <a:gd name="T9" fmla="*/ 141 h 7"/>
                  <a:gd name="T10" fmla="*/ 181 w 11"/>
                  <a:gd name="T11" fmla="*/ 10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1" y="4"/>
                    </a:moveTo>
                    <a:cubicBezTo>
                      <a:pt x="9" y="3"/>
                      <a:pt x="6" y="1"/>
                      <a:pt x="4" y="1"/>
                    </a:cubicBezTo>
                    <a:cubicBezTo>
                      <a:pt x="1" y="0"/>
                      <a:pt x="0" y="3"/>
                      <a:pt x="3" y="4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9" y="7"/>
                      <a:pt x="11" y="7"/>
                      <a:pt x="1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7" name="Freeform 540">
                <a:extLst>
                  <a:ext uri="{FF2B5EF4-FFF2-40B4-BE49-F238E27FC236}">
                    <a16:creationId xmlns:a16="http://schemas.microsoft.com/office/drawing/2014/main" id="{1EF56D6B-DA5E-4A80-ADE6-7B57B65D1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027"/>
                <a:ext cx="32" cy="29"/>
              </a:xfrm>
              <a:custGeom>
                <a:avLst/>
                <a:gdLst>
                  <a:gd name="T0" fmla="*/ 121 w 13"/>
                  <a:gd name="T1" fmla="*/ 90 h 11"/>
                  <a:gd name="T2" fmla="*/ 30 w 13"/>
                  <a:gd name="T3" fmla="*/ 34 h 11"/>
                  <a:gd name="T4" fmla="*/ 103 w 13"/>
                  <a:gd name="T5" fmla="*/ 166 h 11"/>
                  <a:gd name="T6" fmla="*/ 153 w 13"/>
                  <a:gd name="T7" fmla="*/ 200 h 11"/>
                  <a:gd name="T8" fmla="*/ 153 w 13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8" y="5"/>
                    </a:moveTo>
                    <a:cubicBezTo>
                      <a:pt x="7" y="3"/>
                      <a:pt x="4" y="0"/>
                      <a:pt x="2" y="2"/>
                    </a:cubicBezTo>
                    <a:cubicBezTo>
                      <a:pt x="0" y="4"/>
                      <a:pt x="5" y="8"/>
                      <a:pt x="7" y="9"/>
                    </a:cubicBezTo>
                    <a:cubicBezTo>
                      <a:pt x="7" y="10"/>
                      <a:pt x="10" y="11"/>
                      <a:pt x="10" y="11"/>
                    </a:cubicBezTo>
                    <a:cubicBezTo>
                      <a:pt x="12" y="10"/>
                      <a:pt x="13" y="7"/>
                      <a:pt x="1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8" name="Freeform 541">
                <a:extLst>
                  <a:ext uri="{FF2B5EF4-FFF2-40B4-BE49-F238E27FC236}">
                    <a16:creationId xmlns:a16="http://schemas.microsoft.com/office/drawing/2014/main" id="{EDEB7EFA-843B-4483-A06B-078742DA4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053"/>
                <a:ext cx="28" cy="22"/>
              </a:xfrm>
              <a:custGeom>
                <a:avLst/>
                <a:gdLst>
                  <a:gd name="T0" fmla="*/ 181 w 11"/>
                  <a:gd name="T1" fmla="*/ 61 h 8"/>
                  <a:gd name="T2" fmla="*/ 20 w 11"/>
                  <a:gd name="T3" fmla="*/ 61 h 8"/>
                  <a:gd name="T4" fmla="*/ 181 w 11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3"/>
                    </a:moveTo>
                    <a:cubicBezTo>
                      <a:pt x="10" y="0"/>
                      <a:pt x="1" y="0"/>
                      <a:pt x="1" y="3"/>
                    </a:cubicBezTo>
                    <a:cubicBezTo>
                      <a:pt x="0" y="7"/>
                      <a:pt x="9" y="8"/>
                      <a:pt x="1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19" name="Freeform 542">
                <a:extLst>
                  <a:ext uri="{FF2B5EF4-FFF2-40B4-BE49-F238E27FC236}">
                    <a16:creationId xmlns:a16="http://schemas.microsoft.com/office/drawing/2014/main" id="{D2BEC2F0-A913-4D0A-A667-CE9321FBA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51"/>
                <a:ext cx="23" cy="16"/>
              </a:xfrm>
              <a:custGeom>
                <a:avLst/>
                <a:gdLst>
                  <a:gd name="T0" fmla="*/ 130 w 9"/>
                  <a:gd name="T1" fmla="*/ 21 h 6"/>
                  <a:gd name="T2" fmla="*/ 0 w 9"/>
                  <a:gd name="T3" fmla="*/ 56 h 6"/>
                  <a:gd name="T4" fmla="*/ 151 w 9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5" y="0"/>
                      <a:pt x="1" y="1"/>
                      <a:pt x="0" y="3"/>
                    </a:cubicBezTo>
                    <a:cubicBezTo>
                      <a:pt x="2" y="6"/>
                      <a:pt x="8" y="6"/>
                      <a:pt x="9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0" name="Freeform 543">
                <a:extLst>
                  <a:ext uri="{FF2B5EF4-FFF2-40B4-BE49-F238E27FC236}">
                    <a16:creationId xmlns:a16="http://schemas.microsoft.com/office/drawing/2014/main" id="{8E0D4EB4-E31A-453B-AFEC-C48B1DD7B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043"/>
                <a:ext cx="48" cy="34"/>
              </a:xfrm>
              <a:custGeom>
                <a:avLst/>
                <a:gdLst>
                  <a:gd name="T0" fmla="*/ 179 w 19"/>
                  <a:gd name="T1" fmla="*/ 0 h 13"/>
                  <a:gd name="T2" fmla="*/ 0 w 19"/>
                  <a:gd name="T3" fmla="*/ 14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11" y="0"/>
                    </a:moveTo>
                    <a:cubicBezTo>
                      <a:pt x="19" y="6"/>
                      <a:pt x="0" y="13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1" name="Freeform 544">
                <a:extLst>
                  <a:ext uri="{FF2B5EF4-FFF2-40B4-BE49-F238E27FC236}">
                    <a16:creationId xmlns:a16="http://schemas.microsoft.com/office/drawing/2014/main" id="{D99A6715-F74B-4C3B-9F4A-506B9E00E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048"/>
                <a:ext cx="28" cy="21"/>
              </a:xfrm>
              <a:custGeom>
                <a:avLst/>
                <a:gdLst>
                  <a:gd name="T0" fmla="*/ 64 w 11"/>
                  <a:gd name="T1" fmla="*/ 55 h 8"/>
                  <a:gd name="T2" fmla="*/ 150 w 11"/>
                  <a:gd name="T3" fmla="*/ 76 h 8"/>
                  <a:gd name="T4" fmla="*/ 0 w 11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4" y="3"/>
                    </a:moveTo>
                    <a:cubicBezTo>
                      <a:pt x="6" y="0"/>
                      <a:pt x="11" y="0"/>
                      <a:pt x="9" y="4"/>
                    </a:cubicBezTo>
                    <a:cubicBezTo>
                      <a:pt x="8" y="7"/>
                      <a:pt x="2" y="5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2" name="Freeform 545">
                <a:extLst>
                  <a:ext uri="{FF2B5EF4-FFF2-40B4-BE49-F238E27FC236}">
                    <a16:creationId xmlns:a16="http://schemas.microsoft.com/office/drawing/2014/main" id="{E673575B-4E9B-4149-8B0F-0339DD4E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000"/>
                <a:ext cx="33" cy="29"/>
              </a:xfrm>
              <a:custGeom>
                <a:avLst/>
                <a:gdLst>
                  <a:gd name="T0" fmla="*/ 193 w 13"/>
                  <a:gd name="T1" fmla="*/ 90 h 11"/>
                  <a:gd name="T2" fmla="*/ 129 w 13"/>
                  <a:gd name="T3" fmla="*/ 55 h 11"/>
                  <a:gd name="T4" fmla="*/ 63 w 13"/>
                  <a:gd name="T5" fmla="*/ 111 h 11"/>
                  <a:gd name="T6" fmla="*/ 33 w 13"/>
                  <a:gd name="T7" fmla="*/ 124 h 11"/>
                  <a:gd name="T8" fmla="*/ 63 w 13"/>
                  <a:gd name="T9" fmla="*/ 200 h 11"/>
                  <a:gd name="T10" fmla="*/ 193 w 13"/>
                  <a:gd name="T11" fmla="*/ 12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12" y="5"/>
                    </a:moveTo>
                    <a:cubicBezTo>
                      <a:pt x="13" y="1"/>
                      <a:pt x="10" y="0"/>
                      <a:pt x="8" y="3"/>
                    </a:cubicBezTo>
                    <a:cubicBezTo>
                      <a:pt x="6" y="5"/>
                      <a:pt x="6" y="5"/>
                      <a:pt x="4" y="6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0" y="10"/>
                      <a:pt x="1" y="11"/>
                      <a:pt x="4" y="11"/>
                    </a:cubicBezTo>
                    <a:cubicBezTo>
                      <a:pt x="7" y="11"/>
                      <a:pt x="12" y="10"/>
                      <a:pt x="1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3" name="Freeform 546">
                <a:extLst>
                  <a:ext uri="{FF2B5EF4-FFF2-40B4-BE49-F238E27FC236}">
                    <a16:creationId xmlns:a16="http://schemas.microsoft.com/office/drawing/2014/main" id="{67A7A961-F3AF-47F6-AEF1-2A2D63A4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029"/>
                <a:ext cx="20" cy="22"/>
              </a:xfrm>
              <a:custGeom>
                <a:avLst/>
                <a:gdLst>
                  <a:gd name="T0" fmla="*/ 95 w 8"/>
                  <a:gd name="T1" fmla="*/ 0 h 8"/>
                  <a:gd name="T2" fmla="*/ 83 w 8"/>
                  <a:gd name="T3" fmla="*/ 143 h 8"/>
                  <a:gd name="T4" fmla="*/ 0 w 8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7" y="2"/>
                      <a:pt x="8" y="5"/>
                      <a:pt x="5" y="7"/>
                    </a:cubicBezTo>
                    <a:cubicBezTo>
                      <a:pt x="3" y="8"/>
                      <a:pt x="0" y="8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4" name="Freeform 547">
                <a:extLst>
                  <a:ext uri="{FF2B5EF4-FFF2-40B4-BE49-F238E27FC236}">
                    <a16:creationId xmlns:a16="http://schemas.microsoft.com/office/drawing/2014/main" id="{FD7AFFD9-E983-43F5-AE38-2186CA5D8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019"/>
                <a:ext cx="23" cy="10"/>
              </a:xfrm>
              <a:custGeom>
                <a:avLst/>
                <a:gdLst>
                  <a:gd name="T0" fmla="*/ 151 w 9"/>
                  <a:gd name="T1" fmla="*/ 50 h 4"/>
                  <a:gd name="T2" fmla="*/ 0 w 9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3"/>
                    </a:moveTo>
                    <a:cubicBezTo>
                      <a:pt x="6" y="0"/>
                      <a:pt x="2" y="1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5" name="Freeform 548">
                <a:extLst>
                  <a:ext uri="{FF2B5EF4-FFF2-40B4-BE49-F238E27FC236}">
                    <a16:creationId xmlns:a16="http://schemas.microsoft.com/office/drawing/2014/main" id="{476BA596-503C-4C2D-AF3B-299B176D6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992"/>
                <a:ext cx="38" cy="19"/>
              </a:xfrm>
              <a:custGeom>
                <a:avLst/>
                <a:gdLst>
                  <a:gd name="T0" fmla="*/ 193 w 15"/>
                  <a:gd name="T1" fmla="*/ 38 h 7"/>
                  <a:gd name="T2" fmla="*/ 63 w 15"/>
                  <a:gd name="T3" fmla="*/ 22 h 7"/>
                  <a:gd name="T4" fmla="*/ 84 w 15"/>
                  <a:gd name="T5" fmla="*/ 141 h 7"/>
                  <a:gd name="T6" fmla="*/ 147 w 15"/>
                  <a:gd name="T7" fmla="*/ 103 h 7"/>
                  <a:gd name="T8" fmla="*/ 180 w 15"/>
                  <a:gd name="T9" fmla="*/ 117 h 7"/>
                  <a:gd name="T10" fmla="*/ 193 w 15"/>
                  <a:gd name="T11" fmla="*/ 38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12" y="2"/>
                    </a:moveTo>
                    <a:cubicBezTo>
                      <a:pt x="11" y="0"/>
                      <a:pt x="5" y="0"/>
                      <a:pt x="4" y="1"/>
                    </a:cubicBezTo>
                    <a:cubicBezTo>
                      <a:pt x="0" y="3"/>
                      <a:pt x="2" y="7"/>
                      <a:pt x="5" y="7"/>
                    </a:cubicBezTo>
                    <a:cubicBezTo>
                      <a:pt x="7" y="7"/>
                      <a:pt x="7" y="5"/>
                      <a:pt x="9" y="5"/>
                    </a:cubicBezTo>
                    <a:cubicBezTo>
                      <a:pt x="10" y="5"/>
                      <a:pt x="10" y="6"/>
                      <a:pt x="11" y="6"/>
                    </a:cubicBezTo>
                    <a:cubicBezTo>
                      <a:pt x="13" y="6"/>
                      <a:pt x="15" y="3"/>
                      <a:pt x="12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6" name="Freeform 549">
                <a:extLst>
                  <a:ext uri="{FF2B5EF4-FFF2-40B4-BE49-F238E27FC236}">
                    <a16:creationId xmlns:a16="http://schemas.microsoft.com/office/drawing/2014/main" id="{5B0BB442-9CC3-40FB-B8E2-AA144A777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976"/>
                <a:ext cx="27" cy="35"/>
              </a:xfrm>
              <a:custGeom>
                <a:avLst/>
                <a:gdLst>
                  <a:gd name="T0" fmla="*/ 12 w 11"/>
                  <a:gd name="T1" fmla="*/ 159 h 13"/>
                  <a:gd name="T2" fmla="*/ 150 w 11"/>
                  <a:gd name="T3" fmla="*/ 94 h 13"/>
                  <a:gd name="T4" fmla="*/ 0 w 11"/>
                  <a:gd name="T5" fmla="*/ 2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" y="8"/>
                    </a:moveTo>
                    <a:cubicBezTo>
                      <a:pt x="2" y="5"/>
                      <a:pt x="9" y="0"/>
                      <a:pt x="10" y="5"/>
                    </a:cubicBezTo>
                    <a:cubicBezTo>
                      <a:pt x="11" y="10"/>
                      <a:pt x="3" y="13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7" name="Freeform 550">
                <a:extLst>
                  <a:ext uri="{FF2B5EF4-FFF2-40B4-BE49-F238E27FC236}">
                    <a16:creationId xmlns:a16="http://schemas.microsoft.com/office/drawing/2014/main" id="{BB6B1CDE-2A7D-4319-8814-BEABBA78E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05"/>
                <a:ext cx="20" cy="16"/>
              </a:xfrm>
              <a:custGeom>
                <a:avLst/>
                <a:gdLst>
                  <a:gd name="T0" fmla="*/ 33 w 8"/>
                  <a:gd name="T1" fmla="*/ 0 h 6"/>
                  <a:gd name="T2" fmla="*/ 50 w 8"/>
                  <a:gd name="T3" fmla="*/ 93 h 6"/>
                  <a:gd name="T4" fmla="*/ 125 w 8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0" y="1"/>
                      <a:pt x="1" y="4"/>
                      <a:pt x="3" y="5"/>
                    </a:cubicBezTo>
                    <a:cubicBezTo>
                      <a:pt x="5" y="6"/>
                      <a:pt x="7" y="5"/>
                      <a:pt x="8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8" name="Freeform 551">
                <a:extLst>
                  <a:ext uri="{FF2B5EF4-FFF2-40B4-BE49-F238E27FC236}">
                    <a16:creationId xmlns:a16="http://schemas.microsoft.com/office/drawing/2014/main" id="{07C50A42-5B9C-4BF0-B122-689149137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005"/>
                <a:ext cx="27" cy="19"/>
              </a:xfrm>
              <a:custGeom>
                <a:avLst/>
                <a:gdLst>
                  <a:gd name="T0" fmla="*/ 133 w 11"/>
                  <a:gd name="T1" fmla="*/ 22 h 7"/>
                  <a:gd name="T2" fmla="*/ 0 w 11"/>
                  <a:gd name="T3" fmla="*/ 60 h 7"/>
                  <a:gd name="T4" fmla="*/ 162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6" y="2"/>
                      <a:pt x="0" y="0"/>
                      <a:pt x="0" y="3"/>
                    </a:cubicBezTo>
                    <a:cubicBezTo>
                      <a:pt x="1" y="7"/>
                      <a:pt x="8" y="7"/>
                      <a:pt x="1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29" name="Freeform 552">
                <a:extLst>
                  <a:ext uri="{FF2B5EF4-FFF2-40B4-BE49-F238E27FC236}">
                    <a16:creationId xmlns:a16="http://schemas.microsoft.com/office/drawing/2014/main" id="{6432ACEB-5819-46E2-82FE-061769897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021"/>
                <a:ext cx="8" cy="14"/>
              </a:xfrm>
              <a:custGeom>
                <a:avLst/>
                <a:gdLst>
                  <a:gd name="T0" fmla="*/ 56 w 3"/>
                  <a:gd name="T1" fmla="*/ 0 h 5"/>
                  <a:gd name="T2" fmla="*/ 35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0" y="1"/>
                      <a:pt x="0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0" name="Freeform 553">
                <a:extLst>
                  <a:ext uri="{FF2B5EF4-FFF2-40B4-BE49-F238E27FC236}">
                    <a16:creationId xmlns:a16="http://schemas.microsoft.com/office/drawing/2014/main" id="{6A1403E3-501E-4BCC-B2EB-C4AFA87A8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005"/>
                <a:ext cx="43" cy="30"/>
              </a:xfrm>
              <a:custGeom>
                <a:avLst/>
                <a:gdLst>
                  <a:gd name="T0" fmla="*/ 276 w 17"/>
                  <a:gd name="T1" fmla="*/ 82 h 11"/>
                  <a:gd name="T2" fmla="*/ 83 w 17"/>
                  <a:gd name="T3" fmla="*/ 120 h 11"/>
                  <a:gd name="T4" fmla="*/ 192 w 17"/>
                  <a:gd name="T5" fmla="*/ 142 h 11"/>
                  <a:gd name="T6" fmla="*/ 225 w 17"/>
                  <a:gd name="T7" fmla="*/ 2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17" y="4"/>
                    </a:moveTo>
                    <a:cubicBezTo>
                      <a:pt x="16" y="0"/>
                      <a:pt x="0" y="1"/>
                      <a:pt x="5" y="6"/>
                    </a:cubicBezTo>
                    <a:cubicBezTo>
                      <a:pt x="7" y="8"/>
                      <a:pt x="10" y="6"/>
                      <a:pt x="12" y="7"/>
                    </a:cubicBezTo>
                    <a:cubicBezTo>
                      <a:pt x="13" y="8"/>
                      <a:pt x="14" y="10"/>
                      <a:pt x="1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1" name="Freeform 554">
                <a:extLst>
                  <a:ext uri="{FF2B5EF4-FFF2-40B4-BE49-F238E27FC236}">
                    <a16:creationId xmlns:a16="http://schemas.microsoft.com/office/drawing/2014/main" id="{F7C9480B-FDC7-4001-B0C4-C5AED62C6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944"/>
                <a:ext cx="25" cy="21"/>
              </a:xfrm>
              <a:custGeom>
                <a:avLst/>
                <a:gdLst>
                  <a:gd name="T0" fmla="*/ 158 w 10"/>
                  <a:gd name="T1" fmla="*/ 89 h 8"/>
                  <a:gd name="T2" fmla="*/ 63 w 10"/>
                  <a:gd name="T3" fmla="*/ 21 h 8"/>
                  <a:gd name="T4" fmla="*/ 50 w 10"/>
                  <a:gd name="T5" fmla="*/ 89 h 8"/>
                  <a:gd name="T6" fmla="*/ 125 w 10"/>
                  <a:gd name="T7" fmla="*/ 144 h 8"/>
                  <a:gd name="T8" fmla="*/ 145 w 10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0" y="5"/>
                    </a:moveTo>
                    <a:cubicBezTo>
                      <a:pt x="9" y="3"/>
                      <a:pt x="6" y="1"/>
                      <a:pt x="4" y="1"/>
                    </a:cubicBezTo>
                    <a:cubicBezTo>
                      <a:pt x="0" y="0"/>
                      <a:pt x="1" y="3"/>
                      <a:pt x="3" y="5"/>
                    </a:cubicBezTo>
                    <a:cubicBezTo>
                      <a:pt x="4" y="6"/>
                      <a:pt x="6" y="8"/>
                      <a:pt x="8" y="8"/>
                    </a:cubicBezTo>
                    <a:cubicBezTo>
                      <a:pt x="9" y="7"/>
                      <a:pt x="10" y="6"/>
                      <a:pt x="9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2" name="Freeform 555">
                <a:extLst>
                  <a:ext uri="{FF2B5EF4-FFF2-40B4-BE49-F238E27FC236}">
                    <a16:creationId xmlns:a16="http://schemas.microsoft.com/office/drawing/2014/main" id="{59E3C903-D99C-4F88-82AC-9ABB610FC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957"/>
                <a:ext cx="25" cy="27"/>
              </a:xfrm>
              <a:custGeom>
                <a:avLst/>
                <a:gdLst>
                  <a:gd name="T0" fmla="*/ 63 w 10"/>
                  <a:gd name="T1" fmla="*/ 22 h 10"/>
                  <a:gd name="T2" fmla="*/ 33 w 10"/>
                  <a:gd name="T3" fmla="*/ 103 h 10"/>
                  <a:gd name="T4" fmla="*/ 95 w 10"/>
                  <a:gd name="T5" fmla="*/ 176 h 10"/>
                  <a:gd name="T6" fmla="*/ 125 w 10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4" y="1"/>
                    </a:moveTo>
                    <a:cubicBezTo>
                      <a:pt x="1" y="0"/>
                      <a:pt x="0" y="3"/>
                      <a:pt x="2" y="5"/>
                    </a:cubicBezTo>
                    <a:cubicBezTo>
                      <a:pt x="2" y="6"/>
                      <a:pt x="6" y="9"/>
                      <a:pt x="6" y="9"/>
                    </a:cubicBezTo>
                    <a:cubicBezTo>
                      <a:pt x="10" y="10"/>
                      <a:pt x="10" y="4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3" name="Freeform 556">
                <a:extLst>
                  <a:ext uri="{FF2B5EF4-FFF2-40B4-BE49-F238E27FC236}">
                    <a16:creationId xmlns:a16="http://schemas.microsoft.com/office/drawing/2014/main" id="{9CB09021-881B-4FBB-9696-A09754EBF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55"/>
                <a:ext cx="18" cy="29"/>
              </a:xfrm>
              <a:custGeom>
                <a:avLst/>
                <a:gdLst>
                  <a:gd name="T0" fmla="*/ 0 w 7"/>
                  <a:gd name="T1" fmla="*/ 111 h 11"/>
                  <a:gd name="T2" fmla="*/ 100 w 7"/>
                  <a:gd name="T3" fmla="*/ 124 h 11"/>
                  <a:gd name="T4" fmla="*/ 0 w 7"/>
                  <a:gd name="T5" fmla="*/ 14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6"/>
                    </a:moveTo>
                    <a:cubicBezTo>
                      <a:pt x="0" y="1"/>
                      <a:pt x="7" y="0"/>
                      <a:pt x="6" y="7"/>
                    </a:cubicBezTo>
                    <a:cubicBezTo>
                      <a:pt x="4" y="11"/>
                      <a:pt x="2" y="11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4" name="Freeform 557">
                <a:extLst>
                  <a:ext uri="{FF2B5EF4-FFF2-40B4-BE49-F238E27FC236}">
                    <a16:creationId xmlns:a16="http://schemas.microsoft.com/office/drawing/2014/main" id="{0219A059-5522-4092-8218-9B616B9E0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981"/>
                <a:ext cx="17" cy="16"/>
              </a:xfrm>
              <a:custGeom>
                <a:avLst/>
                <a:gdLst>
                  <a:gd name="T0" fmla="*/ 87 w 7"/>
                  <a:gd name="T1" fmla="*/ 0 h 6"/>
                  <a:gd name="T2" fmla="*/ 0 w 7"/>
                  <a:gd name="T3" fmla="*/ 56 h 6"/>
                  <a:gd name="T4" fmla="*/ 100 w 7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6"/>
                      <a:pt x="5" y="5"/>
                      <a:pt x="7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5" name="Freeform 558">
                <a:extLst>
                  <a:ext uri="{FF2B5EF4-FFF2-40B4-BE49-F238E27FC236}">
                    <a16:creationId xmlns:a16="http://schemas.microsoft.com/office/drawing/2014/main" id="{281C47E4-A3F8-4593-8D1B-229FB062F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955"/>
                <a:ext cx="35" cy="32"/>
              </a:xfrm>
              <a:custGeom>
                <a:avLst/>
                <a:gdLst>
                  <a:gd name="T0" fmla="*/ 208 w 14"/>
                  <a:gd name="T1" fmla="*/ 56 h 12"/>
                  <a:gd name="T2" fmla="*/ 63 w 14"/>
                  <a:gd name="T3" fmla="*/ 171 h 12"/>
                  <a:gd name="T4" fmla="*/ 220 w 14"/>
                  <a:gd name="T5" fmla="*/ 13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3" y="3"/>
                    </a:moveTo>
                    <a:cubicBezTo>
                      <a:pt x="9" y="0"/>
                      <a:pt x="0" y="3"/>
                      <a:pt x="4" y="9"/>
                    </a:cubicBezTo>
                    <a:cubicBezTo>
                      <a:pt x="6" y="12"/>
                      <a:pt x="12" y="9"/>
                      <a:pt x="1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6" name="Freeform 559">
                <a:extLst>
                  <a:ext uri="{FF2B5EF4-FFF2-40B4-BE49-F238E27FC236}">
                    <a16:creationId xmlns:a16="http://schemas.microsoft.com/office/drawing/2014/main" id="{BB62C499-C8D6-4396-85ED-435A3B36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981"/>
                <a:ext cx="38" cy="19"/>
              </a:xfrm>
              <a:custGeom>
                <a:avLst/>
                <a:gdLst>
                  <a:gd name="T0" fmla="*/ 117 w 15"/>
                  <a:gd name="T1" fmla="*/ 0 h 7"/>
                  <a:gd name="T2" fmla="*/ 63 w 15"/>
                  <a:gd name="T3" fmla="*/ 81 h 7"/>
                  <a:gd name="T4" fmla="*/ 243 w 15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7" y="0"/>
                    </a:moveTo>
                    <a:cubicBezTo>
                      <a:pt x="5" y="1"/>
                      <a:pt x="0" y="1"/>
                      <a:pt x="4" y="4"/>
                    </a:cubicBezTo>
                    <a:cubicBezTo>
                      <a:pt x="7" y="7"/>
                      <a:pt x="11" y="4"/>
                      <a:pt x="15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7" name="Freeform 560">
                <a:extLst>
                  <a:ext uri="{FF2B5EF4-FFF2-40B4-BE49-F238E27FC236}">
                    <a16:creationId xmlns:a16="http://schemas.microsoft.com/office/drawing/2014/main" id="{819A6EAD-778E-435B-B9AA-A7803CC77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989"/>
                <a:ext cx="23" cy="22"/>
              </a:xfrm>
              <a:custGeom>
                <a:avLst/>
                <a:gdLst>
                  <a:gd name="T0" fmla="*/ 151 w 9"/>
                  <a:gd name="T1" fmla="*/ 107 h 8"/>
                  <a:gd name="T2" fmla="*/ 33 w 9"/>
                  <a:gd name="T3" fmla="*/ 47 h 8"/>
                  <a:gd name="T4" fmla="*/ 97 w 9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3"/>
                      <a:pt x="4" y="0"/>
                      <a:pt x="2" y="2"/>
                    </a:cubicBezTo>
                    <a:cubicBezTo>
                      <a:pt x="0" y="4"/>
                      <a:pt x="4" y="7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8" name="Freeform 561">
                <a:extLst>
                  <a:ext uri="{FF2B5EF4-FFF2-40B4-BE49-F238E27FC236}">
                    <a16:creationId xmlns:a16="http://schemas.microsoft.com/office/drawing/2014/main" id="{A8BAEA5F-81F6-4A46-B815-70F3755BF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176"/>
                <a:ext cx="30" cy="43"/>
              </a:xfrm>
              <a:custGeom>
                <a:avLst/>
                <a:gdLst>
                  <a:gd name="T0" fmla="*/ 33 w 12"/>
                  <a:gd name="T1" fmla="*/ 94 h 16"/>
                  <a:gd name="T2" fmla="*/ 20 w 12"/>
                  <a:gd name="T3" fmla="*/ 231 h 16"/>
                  <a:gd name="T4" fmla="*/ 113 w 12"/>
                  <a:gd name="T5" fmla="*/ 137 h 16"/>
                  <a:gd name="T6" fmla="*/ 188 w 12"/>
                  <a:gd name="T7" fmla="*/ 59 h 16"/>
                  <a:gd name="T8" fmla="*/ 113 w 12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2" y="5"/>
                    </a:moveTo>
                    <a:cubicBezTo>
                      <a:pt x="2" y="7"/>
                      <a:pt x="0" y="10"/>
                      <a:pt x="1" y="12"/>
                    </a:cubicBezTo>
                    <a:cubicBezTo>
                      <a:pt x="4" y="16"/>
                      <a:pt x="6" y="9"/>
                      <a:pt x="7" y="7"/>
                    </a:cubicBezTo>
                    <a:cubicBezTo>
                      <a:pt x="8" y="6"/>
                      <a:pt x="12" y="4"/>
                      <a:pt x="12" y="3"/>
                    </a:cubicBezTo>
                    <a:cubicBezTo>
                      <a:pt x="12" y="0"/>
                      <a:pt x="8" y="1"/>
                      <a:pt x="7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39" name="Freeform 562">
                <a:extLst>
                  <a:ext uri="{FF2B5EF4-FFF2-40B4-BE49-F238E27FC236}">
                    <a16:creationId xmlns:a16="http://schemas.microsoft.com/office/drawing/2014/main" id="{D679E8F6-8C3E-4D55-A453-D35CFDD8B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173"/>
                <a:ext cx="38" cy="22"/>
              </a:xfrm>
              <a:custGeom>
                <a:avLst/>
                <a:gdLst>
                  <a:gd name="T0" fmla="*/ 51 w 15"/>
                  <a:gd name="T1" fmla="*/ 61 h 8"/>
                  <a:gd name="T2" fmla="*/ 129 w 15"/>
                  <a:gd name="T3" fmla="*/ 168 h 8"/>
                  <a:gd name="T4" fmla="*/ 225 w 15"/>
                  <a:gd name="T5" fmla="*/ 107 h 8"/>
                  <a:gd name="T6" fmla="*/ 117 w 15"/>
                  <a:gd name="T7" fmla="*/ 83 h 8"/>
                  <a:gd name="T8" fmla="*/ 33 w 15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0" y="5"/>
                      <a:pt x="5" y="8"/>
                      <a:pt x="8" y="8"/>
                    </a:cubicBezTo>
                    <a:cubicBezTo>
                      <a:pt x="9" y="8"/>
                      <a:pt x="14" y="7"/>
                      <a:pt x="14" y="5"/>
                    </a:cubicBezTo>
                    <a:cubicBezTo>
                      <a:pt x="15" y="2"/>
                      <a:pt x="8" y="4"/>
                      <a:pt x="7" y="4"/>
                    </a:cubicBezTo>
                    <a:cubicBezTo>
                      <a:pt x="5" y="3"/>
                      <a:pt x="4" y="0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0" name="Freeform 563">
                <a:extLst>
                  <a:ext uri="{FF2B5EF4-FFF2-40B4-BE49-F238E27FC236}">
                    <a16:creationId xmlns:a16="http://schemas.microsoft.com/office/drawing/2014/main" id="{A065513D-19B0-424E-AAD7-69E71625D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192"/>
                <a:ext cx="15" cy="32"/>
              </a:xfrm>
              <a:custGeom>
                <a:avLst/>
                <a:gdLst>
                  <a:gd name="T0" fmla="*/ 0 w 6"/>
                  <a:gd name="T1" fmla="*/ 35 h 12"/>
                  <a:gd name="T2" fmla="*/ 33 w 6"/>
                  <a:gd name="T3" fmla="*/ 171 h 12"/>
                  <a:gd name="T4" fmla="*/ 95 w 6"/>
                  <a:gd name="T5" fmla="*/ 149 h 12"/>
                  <a:gd name="T6" fmla="*/ 63 w 6"/>
                  <a:gd name="T7" fmla="*/ 93 h 12"/>
                  <a:gd name="T8" fmla="*/ 63 w 6"/>
                  <a:gd name="T9" fmla="*/ 35 h 12"/>
                  <a:gd name="T10" fmla="*/ 0 w 6"/>
                  <a:gd name="T11" fmla="*/ 3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0" y="2"/>
                    </a:moveTo>
                    <a:cubicBezTo>
                      <a:pt x="0" y="4"/>
                      <a:pt x="1" y="8"/>
                      <a:pt x="2" y="9"/>
                    </a:cubicBezTo>
                    <a:cubicBezTo>
                      <a:pt x="4" y="12"/>
                      <a:pt x="6" y="11"/>
                      <a:pt x="6" y="8"/>
                    </a:cubicBezTo>
                    <a:cubicBezTo>
                      <a:pt x="6" y="6"/>
                      <a:pt x="4" y="6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3" y="1"/>
                      <a:pt x="2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1" name="Freeform 564">
                <a:extLst>
                  <a:ext uri="{FF2B5EF4-FFF2-40B4-BE49-F238E27FC236}">
                    <a16:creationId xmlns:a16="http://schemas.microsoft.com/office/drawing/2014/main" id="{3325CC75-2515-4919-81A1-DC2156632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203"/>
                <a:ext cx="20" cy="34"/>
              </a:xfrm>
              <a:custGeom>
                <a:avLst/>
                <a:gdLst>
                  <a:gd name="T0" fmla="*/ 33 w 8"/>
                  <a:gd name="T1" fmla="*/ 123 h 13"/>
                  <a:gd name="T2" fmla="*/ 83 w 8"/>
                  <a:gd name="T3" fmla="*/ 233 h 13"/>
                  <a:gd name="T4" fmla="*/ 95 w 8"/>
                  <a:gd name="T5" fmla="*/ 68 h 13"/>
                  <a:gd name="T6" fmla="*/ 83 w 8"/>
                  <a:gd name="T7" fmla="*/ 21 h 13"/>
                  <a:gd name="T8" fmla="*/ 20 w 8"/>
                  <a:gd name="T9" fmla="*/ 6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2" y="7"/>
                    </a:moveTo>
                    <a:cubicBezTo>
                      <a:pt x="2" y="8"/>
                      <a:pt x="2" y="13"/>
                      <a:pt x="5" y="13"/>
                    </a:cubicBezTo>
                    <a:cubicBezTo>
                      <a:pt x="8" y="12"/>
                      <a:pt x="7" y="6"/>
                      <a:pt x="6" y="4"/>
                    </a:cubicBezTo>
                    <a:cubicBezTo>
                      <a:pt x="6" y="4"/>
                      <a:pt x="5" y="1"/>
                      <a:pt x="5" y="1"/>
                    </a:cubicBezTo>
                    <a:cubicBezTo>
                      <a:pt x="3" y="0"/>
                      <a:pt x="0" y="2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2" name="Freeform 565">
                <a:extLst>
                  <a:ext uri="{FF2B5EF4-FFF2-40B4-BE49-F238E27FC236}">
                    <a16:creationId xmlns:a16="http://schemas.microsoft.com/office/drawing/2014/main" id="{BABB447A-233F-419B-A593-EA1B9B91C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192"/>
                <a:ext cx="27" cy="29"/>
              </a:xfrm>
              <a:custGeom>
                <a:avLst/>
                <a:gdLst>
                  <a:gd name="T0" fmla="*/ 12 w 11"/>
                  <a:gd name="T1" fmla="*/ 34 h 11"/>
                  <a:gd name="T2" fmla="*/ 120 w 11"/>
                  <a:gd name="T3" fmla="*/ 166 h 11"/>
                  <a:gd name="T4" fmla="*/ 29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2"/>
                    </a:moveTo>
                    <a:cubicBezTo>
                      <a:pt x="0" y="4"/>
                      <a:pt x="6" y="11"/>
                      <a:pt x="8" y="9"/>
                    </a:cubicBezTo>
                    <a:cubicBezTo>
                      <a:pt x="11" y="7"/>
                      <a:pt x="5" y="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3" name="Freeform 566">
                <a:extLst>
                  <a:ext uri="{FF2B5EF4-FFF2-40B4-BE49-F238E27FC236}">
                    <a16:creationId xmlns:a16="http://schemas.microsoft.com/office/drawing/2014/main" id="{87DDC26D-E122-4111-8F7A-F966B4D6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181"/>
                <a:ext cx="17" cy="22"/>
              </a:xfrm>
              <a:custGeom>
                <a:avLst/>
                <a:gdLst>
                  <a:gd name="T0" fmla="*/ 0 w 7"/>
                  <a:gd name="T1" fmla="*/ 83 h 8"/>
                  <a:gd name="T2" fmla="*/ 100 w 7"/>
                  <a:gd name="T3" fmla="*/ 143 h 8"/>
                  <a:gd name="T4" fmla="*/ 0 w 7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cubicBezTo>
                      <a:pt x="1" y="6"/>
                      <a:pt x="5" y="8"/>
                      <a:pt x="7" y="7"/>
                    </a:cubicBezTo>
                    <a:cubicBezTo>
                      <a:pt x="7" y="3"/>
                      <a:pt x="3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4" name="Freeform 567">
                <a:extLst>
                  <a:ext uri="{FF2B5EF4-FFF2-40B4-BE49-F238E27FC236}">
                    <a16:creationId xmlns:a16="http://schemas.microsoft.com/office/drawing/2014/main" id="{A9FCF60B-46E2-44C7-844A-DB5F18C2E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155"/>
                <a:ext cx="45" cy="32"/>
              </a:xfrm>
              <a:custGeom>
                <a:avLst/>
                <a:gdLst>
                  <a:gd name="T0" fmla="*/ 33 w 18"/>
                  <a:gd name="T1" fmla="*/ 192 h 12"/>
                  <a:gd name="T2" fmla="*/ 238 w 18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2" y="10"/>
                    </a:moveTo>
                    <a:cubicBezTo>
                      <a:pt x="0" y="0"/>
                      <a:pt x="18" y="8"/>
                      <a:pt x="1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5" name="Freeform 568">
                <a:extLst>
                  <a:ext uri="{FF2B5EF4-FFF2-40B4-BE49-F238E27FC236}">
                    <a16:creationId xmlns:a16="http://schemas.microsoft.com/office/drawing/2014/main" id="{22BB4ECF-73EF-49E3-A000-84305813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152"/>
                <a:ext cx="35" cy="16"/>
              </a:xfrm>
              <a:custGeom>
                <a:avLst/>
                <a:gdLst>
                  <a:gd name="T0" fmla="*/ 113 w 14"/>
                  <a:gd name="T1" fmla="*/ 115 h 6"/>
                  <a:gd name="T2" fmla="*/ 63 w 14"/>
                  <a:gd name="T3" fmla="*/ 21 h 6"/>
                  <a:gd name="T4" fmla="*/ 220 w 14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7" y="6"/>
                    </a:moveTo>
                    <a:cubicBezTo>
                      <a:pt x="4" y="6"/>
                      <a:pt x="0" y="2"/>
                      <a:pt x="4" y="1"/>
                    </a:cubicBezTo>
                    <a:cubicBezTo>
                      <a:pt x="7" y="0"/>
                      <a:pt x="11" y="5"/>
                      <a:pt x="14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6" name="Freeform 569">
                <a:extLst>
                  <a:ext uri="{FF2B5EF4-FFF2-40B4-BE49-F238E27FC236}">
                    <a16:creationId xmlns:a16="http://schemas.microsoft.com/office/drawing/2014/main" id="{E55DE332-F55D-46E8-832A-793BBFA87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184"/>
                <a:ext cx="40" cy="24"/>
              </a:xfrm>
              <a:custGeom>
                <a:avLst/>
                <a:gdLst>
                  <a:gd name="T0" fmla="*/ 63 w 16"/>
                  <a:gd name="T1" fmla="*/ 77 h 9"/>
                  <a:gd name="T2" fmla="*/ 95 w 16"/>
                  <a:gd name="T3" fmla="*/ 149 h 9"/>
                  <a:gd name="T4" fmla="*/ 175 w 16"/>
                  <a:gd name="T5" fmla="*/ 149 h 9"/>
                  <a:gd name="T6" fmla="*/ 208 w 16"/>
                  <a:gd name="T7" fmla="*/ 171 h 9"/>
                  <a:gd name="T8" fmla="*/ 220 w 16"/>
                  <a:gd name="T9" fmla="*/ 93 h 9"/>
                  <a:gd name="T10" fmla="*/ 83 w 16"/>
                  <a:gd name="T11" fmla="*/ 3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4" y="4"/>
                    </a:moveTo>
                    <a:cubicBezTo>
                      <a:pt x="0" y="6"/>
                      <a:pt x="2" y="9"/>
                      <a:pt x="6" y="8"/>
                    </a:cubicBezTo>
                    <a:cubicBezTo>
                      <a:pt x="8" y="8"/>
                      <a:pt x="9" y="8"/>
                      <a:pt x="11" y="8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6" y="8"/>
                      <a:pt x="16" y="6"/>
                      <a:pt x="14" y="5"/>
                    </a:cubicBezTo>
                    <a:cubicBezTo>
                      <a:pt x="12" y="3"/>
                      <a:pt x="8" y="0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7" name="Freeform 570">
                <a:extLst>
                  <a:ext uri="{FF2B5EF4-FFF2-40B4-BE49-F238E27FC236}">
                    <a16:creationId xmlns:a16="http://schemas.microsoft.com/office/drawing/2014/main" id="{29D8B0E9-3AAC-4260-93BB-75FB7EBA2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163"/>
                <a:ext cx="25" cy="16"/>
              </a:xfrm>
              <a:custGeom>
                <a:avLst/>
                <a:gdLst>
                  <a:gd name="T0" fmla="*/ 0 w 10"/>
                  <a:gd name="T1" fmla="*/ 93 h 6"/>
                  <a:gd name="T2" fmla="*/ 83 w 10"/>
                  <a:gd name="T3" fmla="*/ 21 h 6"/>
                  <a:gd name="T4" fmla="*/ 125 w 10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5"/>
                    </a:moveTo>
                    <a:cubicBezTo>
                      <a:pt x="1" y="3"/>
                      <a:pt x="2" y="0"/>
                      <a:pt x="5" y="1"/>
                    </a:cubicBezTo>
                    <a:cubicBezTo>
                      <a:pt x="7" y="1"/>
                      <a:pt x="10" y="4"/>
                      <a:pt x="8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8" name="Freeform 571">
                <a:extLst>
                  <a:ext uri="{FF2B5EF4-FFF2-40B4-BE49-F238E27FC236}">
                    <a16:creationId xmlns:a16="http://schemas.microsoft.com/office/drawing/2014/main" id="{B2A15767-6EB9-4EE0-8423-D82317080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205"/>
                <a:ext cx="18" cy="16"/>
              </a:xfrm>
              <a:custGeom>
                <a:avLst/>
                <a:gdLst>
                  <a:gd name="T0" fmla="*/ 0 w 7"/>
                  <a:gd name="T1" fmla="*/ 0 h 6"/>
                  <a:gd name="T2" fmla="*/ 118 w 7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4" y="6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49" name="Freeform 572">
                <a:extLst>
                  <a:ext uri="{FF2B5EF4-FFF2-40B4-BE49-F238E27FC236}">
                    <a16:creationId xmlns:a16="http://schemas.microsoft.com/office/drawing/2014/main" id="{C0F1B810-B8F5-4BE2-8A2E-E96E92970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219"/>
                <a:ext cx="30" cy="26"/>
              </a:xfrm>
              <a:custGeom>
                <a:avLst/>
                <a:gdLst>
                  <a:gd name="T0" fmla="*/ 20 w 12"/>
                  <a:gd name="T1" fmla="*/ 55 h 10"/>
                  <a:gd name="T2" fmla="*/ 113 w 12"/>
                  <a:gd name="T3" fmla="*/ 177 h 10"/>
                  <a:gd name="T4" fmla="*/ 145 w 12"/>
                  <a:gd name="T5" fmla="*/ 88 h 10"/>
                  <a:gd name="T6" fmla="*/ 83 w 12"/>
                  <a:gd name="T7" fmla="*/ 68 h 10"/>
                  <a:gd name="T8" fmla="*/ 63 w 12"/>
                  <a:gd name="T9" fmla="*/ 21 h 10"/>
                  <a:gd name="T10" fmla="*/ 20 w 12"/>
                  <a:gd name="T11" fmla="*/ 5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3"/>
                    </a:moveTo>
                    <a:cubicBezTo>
                      <a:pt x="1" y="6"/>
                      <a:pt x="5" y="9"/>
                      <a:pt x="7" y="10"/>
                    </a:cubicBezTo>
                    <a:cubicBezTo>
                      <a:pt x="10" y="10"/>
                      <a:pt x="12" y="7"/>
                      <a:pt x="9" y="5"/>
                    </a:cubicBezTo>
                    <a:cubicBezTo>
                      <a:pt x="8" y="4"/>
                      <a:pt x="6" y="4"/>
                      <a:pt x="5" y="4"/>
                    </a:cubicBezTo>
                    <a:cubicBezTo>
                      <a:pt x="5" y="3"/>
                      <a:pt x="5" y="2"/>
                      <a:pt x="4" y="1"/>
                    </a:cubicBezTo>
                    <a:cubicBezTo>
                      <a:pt x="2" y="0"/>
                      <a:pt x="0" y="1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0" name="Freeform 573">
                <a:extLst>
                  <a:ext uri="{FF2B5EF4-FFF2-40B4-BE49-F238E27FC236}">
                    <a16:creationId xmlns:a16="http://schemas.microsoft.com/office/drawing/2014/main" id="{5BFE39CF-E862-423A-9A56-87E60EDD3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203"/>
                <a:ext cx="35" cy="24"/>
              </a:xfrm>
              <a:custGeom>
                <a:avLst/>
                <a:gdLst>
                  <a:gd name="T0" fmla="*/ 188 w 14"/>
                  <a:gd name="T1" fmla="*/ 171 h 9"/>
                  <a:gd name="T2" fmla="*/ 50 w 14"/>
                  <a:gd name="T3" fmla="*/ 77 h 9"/>
                  <a:gd name="T4" fmla="*/ 220 w 14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2" y="9"/>
                    </a:moveTo>
                    <a:cubicBezTo>
                      <a:pt x="9" y="9"/>
                      <a:pt x="0" y="9"/>
                      <a:pt x="3" y="4"/>
                    </a:cubicBezTo>
                    <a:cubicBezTo>
                      <a:pt x="6" y="0"/>
                      <a:pt x="13" y="3"/>
                      <a:pt x="1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1" name="Freeform 574">
                <a:extLst>
                  <a:ext uri="{FF2B5EF4-FFF2-40B4-BE49-F238E27FC236}">
                    <a16:creationId xmlns:a16="http://schemas.microsoft.com/office/drawing/2014/main" id="{88431184-125C-4ABA-B173-8C5E60CEF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211"/>
                <a:ext cx="13" cy="18"/>
              </a:xfrm>
              <a:custGeom>
                <a:avLst/>
                <a:gdLst>
                  <a:gd name="T0" fmla="*/ 34 w 5"/>
                  <a:gd name="T1" fmla="*/ 118 h 7"/>
                  <a:gd name="T2" fmla="*/ 68 w 5"/>
                  <a:gd name="T3" fmla="*/ 54 h 7"/>
                  <a:gd name="T4" fmla="*/ 0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4" y="7"/>
                      <a:pt x="5" y="5"/>
                      <a:pt x="4" y="3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2" name="Freeform 575">
                <a:extLst>
                  <a:ext uri="{FF2B5EF4-FFF2-40B4-BE49-F238E27FC236}">
                    <a16:creationId xmlns:a16="http://schemas.microsoft.com/office/drawing/2014/main" id="{05893FFB-0AB7-41B6-8D76-BEDB48115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219"/>
                <a:ext cx="25" cy="34"/>
              </a:xfrm>
              <a:custGeom>
                <a:avLst/>
                <a:gdLst>
                  <a:gd name="T0" fmla="*/ 0 w 10"/>
                  <a:gd name="T1" fmla="*/ 110 h 13"/>
                  <a:gd name="T2" fmla="*/ 113 w 10"/>
                  <a:gd name="T3" fmla="*/ 178 h 13"/>
                  <a:gd name="T4" fmla="*/ 33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6"/>
                    </a:moveTo>
                    <a:cubicBezTo>
                      <a:pt x="2" y="7"/>
                      <a:pt x="5" y="13"/>
                      <a:pt x="7" y="10"/>
                    </a:cubicBezTo>
                    <a:cubicBezTo>
                      <a:pt x="10" y="7"/>
                      <a:pt x="4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3" name="Freeform 576">
                <a:extLst>
                  <a:ext uri="{FF2B5EF4-FFF2-40B4-BE49-F238E27FC236}">
                    <a16:creationId xmlns:a16="http://schemas.microsoft.com/office/drawing/2014/main" id="{BE499A7A-196B-438F-89C4-7D66D6EF5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224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5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3" y="5"/>
                      <a:pt x="4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4" name="Freeform 577">
                <a:extLst>
                  <a:ext uri="{FF2B5EF4-FFF2-40B4-BE49-F238E27FC236}">
                    <a16:creationId xmlns:a16="http://schemas.microsoft.com/office/drawing/2014/main" id="{E3A3716A-E106-40FD-8574-B1BDAF177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237"/>
                <a:ext cx="30" cy="43"/>
              </a:xfrm>
              <a:custGeom>
                <a:avLst/>
                <a:gdLst>
                  <a:gd name="T0" fmla="*/ 33 w 12"/>
                  <a:gd name="T1" fmla="*/ 59 h 16"/>
                  <a:gd name="T2" fmla="*/ 188 w 12"/>
                  <a:gd name="T3" fmla="*/ 175 h 16"/>
                  <a:gd name="T4" fmla="*/ 125 w 12"/>
                  <a:gd name="T5" fmla="*/ 81 h 16"/>
                  <a:gd name="T6" fmla="*/ 145 w 1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2" y="3"/>
                    </a:moveTo>
                    <a:cubicBezTo>
                      <a:pt x="0" y="7"/>
                      <a:pt x="12" y="16"/>
                      <a:pt x="12" y="9"/>
                    </a:cubicBezTo>
                    <a:cubicBezTo>
                      <a:pt x="12" y="6"/>
                      <a:pt x="9" y="6"/>
                      <a:pt x="8" y="4"/>
                    </a:cubicBezTo>
                    <a:cubicBezTo>
                      <a:pt x="8" y="3"/>
                      <a:pt x="8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5" name="Freeform 578">
                <a:extLst>
                  <a:ext uri="{FF2B5EF4-FFF2-40B4-BE49-F238E27FC236}">
                    <a16:creationId xmlns:a16="http://schemas.microsoft.com/office/drawing/2014/main" id="{FEF1BF20-612B-490B-ABA9-D79E64C4B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248"/>
                <a:ext cx="15" cy="32"/>
              </a:xfrm>
              <a:custGeom>
                <a:avLst/>
                <a:gdLst>
                  <a:gd name="T0" fmla="*/ 20 w 6"/>
                  <a:gd name="T1" fmla="*/ 21 h 12"/>
                  <a:gd name="T2" fmla="*/ 33 w 6"/>
                  <a:gd name="T3" fmla="*/ 171 h 12"/>
                  <a:gd name="T4" fmla="*/ 95 w 6"/>
                  <a:gd name="T5" fmla="*/ 115 h 12"/>
                  <a:gd name="T6" fmla="*/ 63 w 6"/>
                  <a:gd name="T7" fmla="*/ 21 h 12"/>
                  <a:gd name="T8" fmla="*/ 20 w 6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1" y="1"/>
                    </a:moveTo>
                    <a:cubicBezTo>
                      <a:pt x="0" y="3"/>
                      <a:pt x="1" y="7"/>
                      <a:pt x="2" y="9"/>
                    </a:cubicBezTo>
                    <a:cubicBezTo>
                      <a:pt x="4" y="12"/>
                      <a:pt x="6" y="8"/>
                      <a:pt x="6" y="6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6" name="Freeform 579">
                <a:extLst>
                  <a:ext uri="{FF2B5EF4-FFF2-40B4-BE49-F238E27FC236}">
                    <a16:creationId xmlns:a16="http://schemas.microsoft.com/office/drawing/2014/main" id="{74A8345D-3EF9-4E27-84C9-159344326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232"/>
                <a:ext cx="17" cy="37"/>
              </a:xfrm>
              <a:custGeom>
                <a:avLst/>
                <a:gdLst>
                  <a:gd name="T0" fmla="*/ 41 w 7"/>
                  <a:gd name="T1" fmla="*/ 182 h 14"/>
                  <a:gd name="T2" fmla="*/ 100 w 7"/>
                  <a:gd name="T3" fmla="*/ 167 h 14"/>
                  <a:gd name="T4" fmla="*/ 87 w 7"/>
                  <a:gd name="T5" fmla="*/ 56 h 14"/>
                  <a:gd name="T6" fmla="*/ 12 w 7"/>
                  <a:gd name="T7" fmla="*/ 1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3" y="10"/>
                    </a:moveTo>
                    <a:cubicBezTo>
                      <a:pt x="4" y="14"/>
                      <a:pt x="7" y="12"/>
                      <a:pt x="7" y="9"/>
                    </a:cubicBezTo>
                    <a:cubicBezTo>
                      <a:pt x="7" y="9"/>
                      <a:pt x="7" y="4"/>
                      <a:pt x="6" y="3"/>
                    </a:cubicBezTo>
                    <a:cubicBezTo>
                      <a:pt x="4" y="0"/>
                      <a:pt x="0" y="4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7" name="Freeform 580">
                <a:extLst>
                  <a:ext uri="{FF2B5EF4-FFF2-40B4-BE49-F238E27FC236}">
                    <a16:creationId xmlns:a16="http://schemas.microsoft.com/office/drawing/2014/main" id="{322EB3C6-31B4-43E7-BC8B-F77172293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227"/>
                <a:ext cx="30" cy="26"/>
              </a:xfrm>
              <a:custGeom>
                <a:avLst/>
                <a:gdLst>
                  <a:gd name="T0" fmla="*/ 145 w 12"/>
                  <a:gd name="T1" fmla="*/ 109 h 10"/>
                  <a:gd name="T2" fmla="*/ 95 w 12"/>
                  <a:gd name="T3" fmla="*/ 34 h 10"/>
                  <a:gd name="T4" fmla="*/ 158 w 12"/>
                  <a:gd name="T5" fmla="*/ 8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9" y="6"/>
                    </a:moveTo>
                    <a:cubicBezTo>
                      <a:pt x="7" y="10"/>
                      <a:pt x="0" y="6"/>
                      <a:pt x="6" y="2"/>
                    </a:cubicBezTo>
                    <a:cubicBezTo>
                      <a:pt x="10" y="0"/>
                      <a:pt x="12" y="1"/>
                      <a:pt x="1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8" name="Freeform 581">
                <a:extLst>
                  <a:ext uri="{FF2B5EF4-FFF2-40B4-BE49-F238E27FC236}">
                    <a16:creationId xmlns:a16="http://schemas.microsoft.com/office/drawing/2014/main" id="{8405BD9C-5399-467C-B1FB-7F8EEA911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227"/>
                <a:ext cx="20" cy="24"/>
              </a:xfrm>
              <a:custGeom>
                <a:avLst/>
                <a:gdLst>
                  <a:gd name="T0" fmla="*/ 0 w 8"/>
                  <a:gd name="T1" fmla="*/ 56 h 9"/>
                  <a:gd name="T2" fmla="*/ 95 w 8"/>
                  <a:gd name="T3" fmla="*/ 115 h 9"/>
                  <a:gd name="T4" fmla="*/ 33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3"/>
                    </a:moveTo>
                    <a:cubicBezTo>
                      <a:pt x="1" y="5"/>
                      <a:pt x="5" y="9"/>
                      <a:pt x="6" y="6"/>
                    </a:cubicBezTo>
                    <a:cubicBezTo>
                      <a:pt x="8" y="4"/>
                      <a:pt x="4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59" name="Freeform 582">
                <a:extLst>
                  <a:ext uri="{FF2B5EF4-FFF2-40B4-BE49-F238E27FC236}">
                    <a16:creationId xmlns:a16="http://schemas.microsoft.com/office/drawing/2014/main" id="{890F4B85-A762-46F6-B9B6-D8F8284FB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53"/>
                <a:ext cx="25" cy="35"/>
              </a:xfrm>
              <a:custGeom>
                <a:avLst/>
                <a:gdLst>
                  <a:gd name="T0" fmla="*/ 0 w 10"/>
                  <a:gd name="T1" fmla="*/ 81 h 13"/>
                  <a:gd name="T2" fmla="*/ 158 w 10"/>
                  <a:gd name="T3" fmla="*/ 116 h 13"/>
                  <a:gd name="T4" fmla="*/ 20 w 10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4"/>
                    </a:moveTo>
                    <a:cubicBezTo>
                      <a:pt x="0" y="9"/>
                      <a:pt x="9" y="13"/>
                      <a:pt x="10" y="6"/>
                    </a:cubicBezTo>
                    <a:cubicBezTo>
                      <a:pt x="10" y="2"/>
                      <a:pt x="4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0" name="Freeform 583">
                <a:extLst>
                  <a:ext uri="{FF2B5EF4-FFF2-40B4-BE49-F238E27FC236}">
                    <a16:creationId xmlns:a16="http://schemas.microsoft.com/office/drawing/2014/main" id="{2A41E691-7C42-4041-8CB8-954FAA64A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243"/>
                <a:ext cx="22" cy="29"/>
              </a:xfrm>
              <a:custGeom>
                <a:avLst/>
                <a:gdLst>
                  <a:gd name="T0" fmla="*/ 42 w 9"/>
                  <a:gd name="T1" fmla="*/ 145 h 11"/>
                  <a:gd name="T2" fmla="*/ 132 w 9"/>
                  <a:gd name="T3" fmla="*/ 124 h 11"/>
                  <a:gd name="T4" fmla="*/ 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8"/>
                    </a:moveTo>
                    <a:cubicBezTo>
                      <a:pt x="6" y="8"/>
                      <a:pt x="9" y="11"/>
                      <a:pt x="9" y="7"/>
                    </a:cubicBezTo>
                    <a:cubicBezTo>
                      <a:pt x="8" y="2"/>
                      <a:pt x="3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1" name="Freeform 584">
                <a:extLst>
                  <a:ext uri="{FF2B5EF4-FFF2-40B4-BE49-F238E27FC236}">
                    <a16:creationId xmlns:a16="http://schemas.microsoft.com/office/drawing/2014/main" id="{7353C181-9DAD-4B32-91FB-6CB64C14A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248"/>
                <a:ext cx="20" cy="19"/>
              </a:xfrm>
              <a:custGeom>
                <a:avLst/>
                <a:gdLst>
                  <a:gd name="T0" fmla="*/ 20 w 8"/>
                  <a:gd name="T1" fmla="*/ 0 h 7"/>
                  <a:gd name="T2" fmla="*/ 83 w 8"/>
                  <a:gd name="T3" fmla="*/ 117 h 7"/>
                  <a:gd name="T4" fmla="*/ 95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0" y="2"/>
                      <a:pt x="2" y="7"/>
                      <a:pt x="5" y="6"/>
                    </a:cubicBezTo>
                    <a:cubicBezTo>
                      <a:pt x="8" y="6"/>
                      <a:pt x="7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2" name="Freeform 585">
                <a:extLst>
                  <a:ext uri="{FF2B5EF4-FFF2-40B4-BE49-F238E27FC236}">
                    <a16:creationId xmlns:a16="http://schemas.microsoft.com/office/drawing/2014/main" id="{B3F5FC8F-1CEB-4411-A7EC-E1B068E72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371"/>
                <a:ext cx="42" cy="26"/>
              </a:xfrm>
              <a:custGeom>
                <a:avLst/>
                <a:gdLst>
                  <a:gd name="T0" fmla="*/ 104 w 17"/>
                  <a:gd name="T1" fmla="*/ 177 h 10"/>
                  <a:gd name="T2" fmla="*/ 212 w 17"/>
                  <a:gd name="T3" fmla="*/ 156 h 10"/>
                  <a:gd name="T4" fmla="*/ 121 w 17"/>
                  <a:gd name="T5" fmla="*/ 68 h 10"/>
                  <a:gd name="T6" fmla="*/ 42 w 17"/>
                  <a:gd name="T7" fmla="*/ 21 h 10"/>
                  <a:gd name="T8" fmla="*/ 42 w 17"/>
                  <a:gd name="T9" fmla="*/ 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7" y="10"/>
                    </a:moveTo>
                    <a:cubicBezTo>
                      <a:pt x="9" y="10"/>
                      <a:pt x="12" y="10"/>
                      <a:pt x="14" y="9"/>
                    </a:cubicBezTo>
                    <a:cubicBezTo>
                      <a:pt x="17" y="5"/>
                      <a:pt x="10" y="5"/>
                      <a:pt x="8" y="4"/>
                    </a:cubicBezTo>
                    <a:cubicBezTo>
                      <a:pt x="7" y="4"/>
                      <a:pt x="4" y="0"/>
                      <a:pt x="3" y="1"/>
                    </a:cubicBezTo>
                    <a:cubicBezTo>
                      <a:pt x="0" y="1"/>
                      <a:pt x="2" y="4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3" name="Freeform 586">
                <a:extLst>
                  <a:ext uri="{FF2B5EF4-FFF2-40B4-BE49-F238E27FC236}">
                    <a16:creationId xmlns:a16="http://schemas.microsoft.com/office/drawing/2014/main" id="{B26F5176-7C5B-4E8C-A564-E5B2F5361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28"/>
                <a:ext cx="20" cy="37"/>
              </a:xfrm>
              <a:custGeom>
                <a:avLst/>
                <a:gdLst>
                  <a:gd name="T0" fmla="*/ 50 w 8"/>
                  <a:gd name="T1" fmla="*/ 225 h 14"/>
                  <a:gd name="T2" fmla="*/ 125 w 8"/>
                  <a:gd name="T3" fmla="*/ 111 h 14"/>
                  <a:gd name="T4" fmla="*/ 63 w 8"/>
                  <a:gd name="T5" fmla="*/ 0 h 14"/>
                  <a:gd name="T6" fmla="*/ 63 w 8"/>
                  <a:gd name="T7" fmla="*/ 148 h 14"/>
                  <a:gd name="T8" fmla="*/ 63 w 8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3" y="12"/>
                    </a:moveTo>
                    <a:cubicBezTo>
                      <a:pt x="7" y="14"/>
                      <a:pt x="8" y="8"/>
                      <a:pt x="8" y="6"/>
                    </a:cubicBezTo>
                    <a:cubicBezTo>
                      <a:pt x="8" y="5"/>
                      <a:pt x="5" y="0"/>
                      <a:pt x="4" y="0"/>
                    </a:cubicBezTo>
                    <a:cubicBezTo>
                      <a:pt x="0" y="1"/>
                      <a:pt x="4" y="7"/>
                      <a:pt x="4" y="8"/>
                    </a:cubicBezTo>
                    <a:cubicBezTo>
                      <a:pt x="4" y="10"/>
                      <a:pt x="1" y="12"/>
                      <a:pt x="4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4" name="Freeform 587">
                <a:extLst>
                  <a:ext uri="{FF2B5EF4-FFF2-40B4-BE49-F238E27FC236}">
                    <a16:creationId xmlns:a16="http://schemas.microsoft.com/office/drawing/2014/main" id="{0CEC559C-E40C-4F22-8E64-5DEEEB2BD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315"/>
                <a:ext cx="27" cy="21"/>
              </a:xfrm>
              <a:custGeom>
                <a:avLst/>
                <a:gdLst>
                  <a:gd name="T0" fmla="*/ 42 w 11"/>
                  <a:gd name="T1" fmla="*/ 144 h 8"/>
                  <a:gd name="T2" fmla="*/ 150 w 11"/>
                  <a:gd name="T3" fmla="*/ 76 h 8"/>
                  <a:gd name="T4" fmla="*/ 103 w 11"/>
                  <a:gd name="T5" fmla="*/ 21 h 8"/>
                  <a:gd name="T6" fmla="*/ 61 w 11"/>
                  <a:gd name="T7" fmla="*/ 55 h 8"/>
                  <a:gd name="T8" fmla="*/ 29 w 11"/>
                  <a:gd name="T9" fmla="*/ 76 h 8"/>
                  <a:gd name="T10" fmla="*/ 29 w 11"/>
                  <a:gd name="T11" fmla="*/ 14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cubicBezTo>
                      <a:pt x="5" y="7"/>
                      <a:pt x="9" y="5"/>
                      <a:pt x="10" y="4"/>
                    </a:cubicBezTo>
                    <a:cubicBezTo>
                      <a:pt x="11" y="2"/>
                      <a:pt x="10" y="0"/>
                      <a:pt x="7" y="1"/>
                    </a:cubicBezTo>
                    <a:cubicBezTo>
                      <a:pt x="6" y="1"/>
                      <a:pt x="5" y="3"/>
                      <a:pt x="4" y="3"/>
                    </a:cubicBezTo>
                    <a:cubicBezTo>
                      <a:pt x="4" y="4"/>
                      <a:pt x="3" y="3"/>
                      <a:pt x="2" y="4"/>
                    </a:cubicBezTo>
                    <a:cubicBezTo>
                      <a:pt x="1" y="5"/>
                      <a:pt x="0" y="6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5" name="Freeform 588">
                <a:extLst>
                  <a:ext uri="{FF2B5EF4-FFF2-40B4-BE49-F238E27FC236}">
                    <a16:creationId xmlns:a16="http://schemas.microsoft.com/office/drawing/2014/main" id="{92009FC4-0A1A-4303-863D-BE1AC017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291"/>
                <a:ext cx="33" cy="26"/>
              </a:xfrm>
              <a:custGeom>
                <a:avLst/>
                <a:gdLst>
                  <a:gd name="T0" fmla="*/ 117 w 13"/>
                  <a:gd name="T1" fmla="*/ 122 h 10"/>
                  <a:gd name="T2" fmla="*/ 193 w 13"/>
                  <a:gd name="T3" fmla="*/ 55 h 10"/>
                  <a:gd name="T4" fmla="*/ 51 w 13"/>
                  <a:gd name="T5" fmla="*/ 55 h 10"/>
                  <a:gd name="T6" fmla="*/ 0 w 13"/>
                  <a:gd name="T7" fmla="*/ 109 h 10"/>
                  <a:gd name="T8" fmla="*/ 63 w 13"/>
                  <a:gd name="T9" fmla="*/ 14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8" y="7"/>
                      <a:pt x="13" y="6"/>
                      <a:pt x="12" y="3"/>
                    </a:cubicBezTo>
                    <a:cubicBezTo>
                      <a:pt x="11" y="0"/>
                      <a:pt x="5" y="2"/>
                      <a:pt x="3" y="3"/>
                    </a:cubicBezTo>
                    <a:cubicBezTo>
                      <a:pt x="3" y="4"/>
                      <a:pt x="0" y="5"/>
                      <a:pt x="0" y="6"/>
                    </a:cubicBezTo>
                    <a:cubicBezTo>
                      <a:pt x="0" y="8"/>
                      <a:pt x="2" y="10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6" name="Freeform 589">
                <a:extLst>
                  <a:ext uri="{FF2B5EF4-FFF2-40B4-BE49-F238E27FC236}">
                    <a16:creationId xmlns:a16="http://schemas.microsoft.com/office/drawing/2014/main" id="{1294A16B-6FA4-47EB-B1D4-8AD4AB46A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277"/>
                <a:ext cx="28" cy="32"/>
              </a:xfrm>
              <a:custGeom>
                <a:avLst/>
                <a:gdLst>
                  <a:gd name="T0" fmla="*/ 51 w 11"/>
                  <a:gd name="T1" fmla="*/ 205 h 12"/>
                  <a:gd name="T2" fmla="*/ 150 w 11"/>
                  <a:gd name="T3" fmla="*/ 35 h 12"/>
                  <a:gd name="T4" fmla="*/ 20 w 11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11"/>
                    </a:moveTo>
                    <a:cubicBezTo>
                      <a:pt x="6" y="12"/>
                      <a:pt x="11" y="4"/>
                      <a:pt x="9" y="2"/>
                    </a:cubicBezTo>
                    <a:cubicBezTo>
                      <a:pt x="5" y="0"/>
                      <a:pt x="0" y="7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7" name="Freeform 590">
                <a:extLst>
                  <a:ext uri="{FF2B5EF4-FFF2-40B4-BE49-F238E27FC236}">
                    <a16:creationId xmlns:a16="http://schemas.microsoft.com/office/drawing/2014/main" id="{C1A830DA-2D22-4827-A464-84F6DA736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07"/>
                <a:ext cx="20" cy="21"/>
              </a:xfrm>
              <a:custGeom>
                <a:avLst/>
                <a:gdLst>
                  <a:gd name="T0" fmla="*/ 83 w 8"/>
                  <a:gd name="T1" fmla="*/ 144 h 8"/>
                  <a:gd name="T2" fmla="*/ 95 w 8"/>
                  <a:gd name="T3" fmla="*/ 0 h 8"/>
                  <a:gd name="T4" fmla="*/ 50 w 8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8"/>
                    </a:moveTo>
                    <a:cubicBezTo>
                      <a:pt x="7" y="6"/>
                      <a:pt x="8" y="2"/>
                      <a:pt x="6" y="0"/>
                    </a:cubicBezTo>
                    <a:cubicBezTo>
                      <a:pt x="3" y="0"/>
                      <a:pt x="0" y="5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8" name="Freeform 591">
                <a:extLst>
                  <a:ext uri="{FF2B5EF4-FFF2-40B4-BE49-F238E27FC236}">
                    <a16:creationId xmlns:a16="http://schemas.microsoft.com/office/drawing/2014/main" id="{AC351494-7B93-4D29-BEDB-9437E6C03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309"/>
                <a:ext cx="25" cy="56"/>
              </a:xfrm>
              <a:custGeom>
                <a:avLst/>
                <a:gdLst>
                  <a:gd name="T0" fmla="*/ 158 w 10"/>
                  <a:gd name="T1" fmla="*/ 307 h 21"/>
                  <a:gd name="T2" fmla="*/ 125 w 10"/>
                  <a:gd name="T3" fmla="*/ 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10" y="16"/>
                    </a:moveTo>
                    <a:cubicBezTo>
                      <a:pt x="0" y="21"/>
                      <a:pt x="4" y="0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69" name="Freeform 592">
                <a:extLst>
                  <a:ext uri="{FF2B5EF4-FFF2-40B4-BE49-F238E27FC236}">
                    <a16:creationId xmlns:a16="http://schemas.microsoft.com/office/drawing/2014/main" id="{4AA58A2F-5681-4B09-93BE-C29650C2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339"/>
                <a:ext cx="15" cy="34"/>
              </a:xfrm>
              <a:custGeom>
                <a:avLst/>
                <a:gdLst>
                  <a:gd name="T0" fmla="*/ 83 w 6"/>
                  <a:gd name="T1" fmla="*/ 110 h 13"/>
                  <a:gd name="T2" fmla="*/ 20 w 6"/>
                  <a:gd name="T3" fmla="*/ 178 h 13"/>
                  <a:gd name="T4" fmla="*/ 50 w 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5" y="6"/>
                    </a:moveTo>
                    <a:cubicBezTo>
                      <a:pt x="6" y="9"/>
                      <a:pt x="3" y="13"/>
                      <a:pt x="1" y="10"/>
                    </a:cubicBezTo>
                    <a:cubicBezTo>
                      <a:pt x="0" y="7"/>
                      <a:pt x="3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0" name="Freeform 593">
                <a:extLst>
                  <a:ext uri="{FF2B5EF4-FFF2-40B4-BE49-F238E27FC236}">
                    <a16:creationId xmlns:a16="http://schemas.microsoft.com/office/drawing/2014/main" id="{3BE603AA-C091-4E9C-9A5C-26FD5BE19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347"/>
                <a:ext cx="25" cy="40"/>
              </a:xfrm>
              <a:custGeom>
                <a:avLst/>
                <a:gdLst>
                  <a:gd name="T0" fmla="*/ 63 w 10"/>
                  <a:gd name="T1" fmla="*/ 248 h 15"/>
                  <a:gd name="T2" fmla="*/ 125 w 10"/>
                  <a:gd name="T3" fmla="*/ 192 h 15"/>
                  <a:gd name="T4" fmla="*/ 113 w 10"/>
                  <a:gd name="T5" fmla="*/ 93 h 15"/>
                  <a:gd name="T6" fmla="*/ 113 w 10"/>
                  <a:gd name="T7" fmla="*/ 56 h 15"/>
                  <a:gd name="T8" fmla="*/ 50 w 10"/>
                  <a:gd name="T9" fmla="*/ 35 h 15"/>
                  <a:gd name="T10" fmla="*/ 50 w 10"/>
                  <a:gd name="T11" fmla="*/ 227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4" y="13"/>
                    </a:moveTo>
                    <a:cubicBezTo>
                      <a:pt x="8" y="15"/>
                      <a:pt x="10" y="13"/>
                      <a:pt x="8" y="10"/>
                    </a:cubicBezTo>
                    <a:cubicBezTo>
                      <a:pt x="8" y="8"/>
                      <a:pt x="8" y="7"/>
                      <a:pt x="7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6" y="0"/>
                      <a:pt x="4" y="0"/>
                      <a:pt x="3" y="2"/>
                    </a:cubicBezTo>
                    <a:cubicBezTo>
                      <a:pt x="2" y="5"/>
                      <a:pt x="0" y="10"/>
                      <a:pt x="3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1" name="Freeform 594">
                <a:extLst>
                  <a:ext uri="{FF2B5EF4-FFF2-40B4-BE49-F238E27FC236}">
                    <a16:creationId xmlns:a16="http://schemas.microsoft.com/office/drawing/2014/main" id="{5184E415-433D-48C3-B7EB-9E64A0C0C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352"/>
                <a:ext cx="15" cy="27"/>
              </a:xfrm>
              <a:custGeom>
                <a:avLst/>
                <a:gdLst>
                  <a:gd name="T0" fmla="*/ 95 w 6"/>
                  <a:gd name="T1" fmla="*/ 197 h 10"/>
                  <a:gd name="T2" fmla="*/ 0 w 6"/>
                  <a:gd name="T3" fmla="*/ 116 h 10"/>
                  <a:gd name="T4" fmla="*/ 63 w 6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3" y="9"/>
                      <a:pt x="0" y="9"/>
                      <a:pt x="0" y="6"/>
                    </a:cubicBezTo>
                    <a:cubicBezTo>
                      <a:pt x="0" y="4"/>
                      <a:pt x="2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2" name="Freeform 595">
                <a:extLst>
                  <a:ext uri="{FF2B5EF4-FFF2-40B4-BE49-F238E27FC236}">
                    <a16:creationId xmlns:a16="http://schemas.microsoft.com/office/drawing/2014/main" id="{89984E9A-31C0-4252-805A-6C0C0FF5A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325"/>
                <a:ext cx="13" cy="22"/>
              </a:xfrm>
              <a:custGeom>
                <a:avLst/>
                <a:gdLst>
                  <a:gd name="T0" fmla="*/ 0 w 5"/>
                  <a:gd name="T1" fmla="*/ 168 h 8"/>
                  <a:gd name="T2" fmla="*/ 55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3" y="7"/>
                      <a:pt x="5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3" name="Freeform 596">
                <a:extLst>
                  <a:ext uri="{FF2B5EF4-FFF2-40B4-BE49-F238E27FC236}">
                    <a16:creationId xmlns:a16="http://schemas.microsoft.com/office/drawing/2014/main" id="{83DF955C-A85F-4B7B-8126-07492C897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331"/>
                <a:ext cx="20" cy="34"/>
              </a:xfrm>
              <a:custGeom>
                <a:avLst/>
                <a:gdLst>
                  <a:gd name="T0" fmla="*/ 63 w 8"/>
                  <a:gd name="T1" fmla="*/ 199 h 13"/>
                  <a:gd name="T2" fmla="*/ 125 w 8"/>
                  <a:gd name="T3" fmla="*/ 68 h 13"/>
                  <a:gd name="T4" fmla="*/ 50 w 8"/>
                  <a:gd name="T5" fmla="*/ 55 h 13"/>
                  <a:gd name="T6" fmla="*/ 50 w 8"/>
                  <a:gd name="T7" fmla="*/ 110 h 13"/>
                  <a:gd name="T8" fmla="*/ 20 w 8"/>
                  <a:gd name="T9" fmla="*/ 144 h 13"/>
                  <a:gd name="T10" fmla="*/ 63 w 8"/>
                  <a:gd name="T11" fmla="*/ 19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4" y="11"/>
                    </a:moveTo>
                    <a:cubicBezTo>
                      <a:pt x="6" y="10"/>
                      <a:pt x="8" y="6"/>
                      <a:pt x="8" y="4"/>
                    </a:cubicBezTo>
                    <a:cubicBezTo>
                      <a:pt x="8" y="0"/>
                      <a:pt x="5" y="0"/>
                      <a:pt x="3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0" y="10"/>
                      <a:pt x="1" y="13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4" name="Freeform 597">
                <a:extLst>
                  <a:ext uri="{FF2B5EF4-FFF2-40B4-BE49-F238E27FC236}">
                    <a16:creationId xmlns:a16="http://schemas.microsoft.com/office/drawing/2014/main" id="{A9837DB6-C997-4AE2-8D52-8D60B8A77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57"/>
                <a:ext cx="25" cy="35"/>
              </a:xfrm>
              <a:custGeom>
                <a:avLst/>
                <a:gdLst>
                  <a:gd name="T0" fmla="*/ 113 w 10"/>
                  <a:gd name="T1" fmla="*/ 35 h 13"/>
                  <a:gd name="T2" fmla="*/ 83 w 10"/>
                  <a:gd name="T3" fmla="*/ 218 h 13"/>
                  <a:gd name="T4" fmla="*/ 83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2"/>
                    </a:moveTo>
                    <a:cubicBezTo>
                      <a:pt x="8" y="5"/>
                      <a:pt x="10" y="13"/>
                      <a:pt x="5" y="11"/>
                    </a:cubicBezTo>
                    <a:cubicBezTo>
                      <a:pt x="0" y="10"/>
                      <a:pt x="2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5" name="Freeform 598">
                <a:extLst>
                  <a:ext uri="{FF2B5EF4-FFF2-40B4-BE49-F238E27FC236}">
                    <a16:creationId xmlns:a16="http://schemas.microsoft.com/office/drawing/2014/main" id="{B6EAD0DB-6CBE-4554-916D-932386CC9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41"/>
                <a:ext cx="18" cy="14"/>
              </a:xfrm>
              <a:custGeom>
                <a:avLst/>
                <a:gdLst>
                  <a:gd name="T0" fmla="*/ 118 w 7"/>
                  <a:gd name="T1" fmla="*/ 48 h 5"/>
                  <a:gd name="T2" fmla="*/ 54 w 7"/>
                  <a:gd name="T3" fmla="*/ 0 h 5"/>
                  <a:gd name="T4" fmla="*/ 0 w 7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2"/>
                    </a:moveTo>
                    <a:cubicBezTo>
                      <a:pt x="7" y="0"/>
                      <a:pt x="4" y="0"/>
                      <a:pt x="3" y="0"/>
                    </a:cubicBezTo>
                    <a:cubicBezTo>
                      <a:pt x="1" y="1"/>
                      <a:pt x="1" y="4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6" name="Freeform 599">
                <a:extLst>
                  <a:ext uri="{FF2B5EF4-FFF2-40B4-BE49-F238E27FC236}">
                    <a16:creationId xmlns:a16="http://schemas.microsoft.com/office/drawing/2014/main" id="{76FC7CC3-7B41-49F7-A92C-7E74D48A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09"/>
                <a:ext cx="30" cy="27"/>
              </a:xfrm>
              <a:custGeom>
                <a:avLst/>
                <a:gdLst>
                  <a:gd name="T0" fmla="*/ 95 w 12"/>
                  <a:gd name="T1" fmla="*/ 197 h 10"/>
                  <a:gd name="T2" fmla="*/ 145 w 12"/>
                  <a:gd name="T3" fmla="*/ 22 h 10"/>
                  <a:gd name="T4" fmla="*/ 0 w 12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10"/>
                    </a:moveTo>
                    <a:cubicBezTo>
                      <a:pt x="7" y="7"/>
                      <a:pt x="12" y="3"/>
                      <a:pt x="9" y="1"/>
                    </a:cubicBezTo>
                    <a:cubicBezTo>
                      <a:pt x="5" y="0"/>
                      <a:pt x="2" y="6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7" name="Freeform 600">
                <a:extLst>
                  <a:ext uri="{FF2B5EF4-FFF2-40B4-BE49-F238E27FC236}">
                    <a16:creationId xmlns:a16="http://schemas.microsoft.com/office/drawing/2014/main" id="{2CB42833-B809-4909-91FC-30E8ADE4F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07"/>
                <a:ext cx="13" cy="10"/>
              </a:xfrm>
              <a:custGeom>
                <a:avLst/>
                <a:gdLst>
                  <a:gd name="T0" fmla="*/ 68 w 5"/>
                  <a:gd name="T1" fmla="*/ 63 h 4"/>
                  <a:gd name="T2" fmla="*/ 0 w 5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5" y="1"/>
                      <a:pt x="3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8" name="Freeform 601">
                <a:extLst>
                  <a:ext uri="{FF2B5EF4-FFF2-40B4-BE49-F238E27FC236}">
                    <a16:creationId xmlns:a16="http://schemas.microsoft.com/office/drawing/2014/main" id="{ACD68D98-9B88-41B6-BA5A-4669AF46C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277"/>
                <a:ext cx="40" cy="38"/>
              </a:xfrm>
              <a:custGeom>
                <a:avLst/>
                <a:gdLst>
                  <a:gd name="T0" fmla="*/ 83 w 16"/>
                  <a:gd name="T1" fmla="*/ 258 h 14"/>
                  <a:gd name="T2" fmla="*/ 145 w 16"/>
                  <a:gd name="T3" fmla="*/ 22 h 14"/>
                  <a:gd name="T4" fmla="*/ 83 w 16"/>
                  <a:gd name="T5" fmla="*/ 141 h 14"/>
                  <a:gd name="T6" fmla="*/ 0 w 16"/>
                  <a:gd name="T7" fmla="*/ 14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5" y="13"/>
                    </a:moveTo>
                    <a:cubicBezTo>
                      <a:pt x="9" y="14"/>
                      <a:pt x="16" y="0"/>
                      <a:pt x="9" y="1"/>
                    </a:cubicBezTo>
                    <a:cubicBezTo>
                      <a:pt x="6" y="2"/>
                      <a:pt x="6" y="5"/>
                      <a:pt x="5" y="7"/>
                    </a:cubicBezTo>
                    <a:cubicBezTo>
                      <a:pt x="4" y="7"/>
                      <a:pt x="2" y="7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79" name="Freeform 602">
                <a:extLst>
                  <a:ext uri="{FF2B5EF4-FFF2-40B4-BE49-F238E27FC236}">
                    <a16:creationId xmlns:a16="http://schemas.microsoft.com/office/drawing/2014/main" id="{FA105244-2B52-4A7B-84C2-0ACD6967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368"/>
                <a:ext cx="28" cy="19"/>
              </a:xfrm>
              <a:custGeom>
                <a:avLst/>
                <a:gdLst>
                  <a:gd name="T0" fmla="*/ 20 w 11"/>
                  <a:gd name="T1" fmla="*/ 141 h 7"/>
                  <a:gd name="T2" fmla="*/ 130 w 11"/>
                  <a:gd name="T3" fmla="*/ 81 h 7"/>
                  <a:gd name="T4" fmla="*/ 64 w 11"/>
                  <a:gd name="T5" fmla="*/ 22 h 7"/>
                  <a:gd name="T6" fmla="*/ 0 w 11"/>
                  <a:gd name="T7" fmla="*/ 81 h 7"/>
                  <a:gd name="T8" fmla="*/ 33 w 11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" y="7"/>
                    </a:moveTo>
                    <a:cubicBezTo>
                      <a:pt x="3" y="6"/>
                      <a:pt x="7" y="5"/>
                      <a:pt x="8" y="4"/>
                    </a:cubicBezTo>
                    <a:cubicBezTo>
                      <a:pt x="11" y="1"/>
                      <a:pt x="7" y="0"/>
                      <a:pt x="4" y="1"/>
                    </a:cubicBezTo>
                    <a:cubicBezTo>
                      <a:pt x="3" y="1"/>
                      <a:pt x="0" y="2"/>
                      <a:pt x="0" y="4"/>
                    </a:cubicBezTo>
                    <a:cubicBezTo>
                      <a:pt x="0" y="5"/>
                      <a:pt x="0" y="7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0" name="Freeform 603">
                <a:extLst>
                  <a:ext uri="{FF2B5EF4-FFF2-40B4-BE49-F238E27FC236}">
                    <a16:creationId xmlns:a16="http://schemas.microsoft.com/office/drawing/2014/main" id="{CDA1526B-C863-4902-AF6A-D527FD859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360"/>
                <a:ext cx="35" cy="21"/>
              </a:xfrm>
              <a:custGeom>
                <a:avLst/>
                <a:gdLst>
                  <a:gd name="T0" fmla="*/ 175 w 14"/>
                  <a:gd name="T1" fmla="*/ 76 h 8"/>
                  <a:gd name="T2" fmla="*/ 145 w 14"/>
                  <a:gd name="T3" fmla="*/ 0 h 8"/>
                  <a:gd name="T4" fmla="*/ 50 w 14"/>
                  <a:gd name="T5" fmla="*/ 34 h 8"/>
                  <a:gd name="T6" fmla="*/ 125 w 14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1" y="4"/>
                    </a:moveTo>
                    <a:cubicBezTo>
                      <a:pt x="14" y="3"/>
                      <a:pt x="12" y="0"/>
                      <a:pt x="9" y="0"/>
                    </a:cubicBezTo>
                    <a:cubicBezTo>
                      <a:pt x="8" y="0"/>
                      <a:pt x="4" y="2"/>
                      <a:pt x="3" y="2"/>
                    </a:cubicBezTo>
                    <a:cubicBezTo>
                      <a:pt x="0" y="5"/>
                      <a:pt x="6" y="8"/>
                      <a:pt x="8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1" name="Freeform 604">
                <a:extLst>
                  <a:ext uri="{FF2B5EF4-FFF2-40B4-BE49-F238E27FC236}">
                    <a16:creationId xmlns:a16="http://schemas.microsoft.com/office/drawing/2014/main" id="{22EB3B5C-AFFA-4F8A-88F8-A26FBAA4B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376"/>
                <a:ext cx="27" cy="27"/>
              </a:xfrm>
              <a:custGeom>
                <a:avLst/>
                <a:gdLst>
                  <a:gd name="T0" fmla="*/ 91 w 11"/>
                  <a:gd name="T1" fmla="*/ 22 h 10"/>
                  <a:gd name="T2" fmla="*/ 42 w 11"/>
                  <a:gd name="T3" fmla="*/ 103 h 10"/>
                  <a:gd name="T4" fmla="*/ 71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6" y="1"/>
                    </a:moveTo>
                    <a:cubicBezTo>
                      <a:pt x="11" y="3"/>
                      <a:pt x="8" y="10"/>
                      <a:pt x="3" y="5"/>
                    </a:cubicBezTo>
                    <a:cubicBezTo>
                      <a:pt x="0" y="2"/>
                      <a:pt x="1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2" name="Freeform 605">
                <a:extLst>
                  <a:ext uri="{FF2B5EF4-FFF2-40B4-BE49-F238E27FC236}">
                    <a16:creationId xmlns:a16="http://schemas.microsoft.com/office/drawing/2014/main" id="{BA15A791-397A-4121-9804-3E48A14CF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349"/>
                <a:ext cx="20" cy="22"/>
              </a:xfrm>
              <a:custGeom>
                <a:avLst/>
                <a:gdLst>
                  <a:gd name="T0" fmla="*/ 63 w 8"/>
                  <a:gd name="T1" fmla="*/ 168 h 8"/>
                  <a:gd name="T2" fmla="*/ 83 w 8"/>
                  <a:gd name="T3" fmla="*/ 22 h 8"/>
                  <a:gd name="T4" fmla="*/ 0 w 8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5" y="7"/>
                      <a:pt x="8" y="2"/>
                      <a:pt x="5" y="1"/>
                    </a:cubicBezTo>
                    <a:cubicBezTo>
                      <a:pt x="2" y="0"/>
                      <a:pt x="0" y="4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3" name="Freeform 606">
                <a:extLst>
                  <a:ext uri="{FF2B5EF4-FFF2-40B4-BE49-F238E27FC236}">
                    <a16:creationId xmlns:a16="http://schemas.microsoft.com/office/drawing/2014/main" id="{43A5E6CC-DBB0-4948-9167-A7C8C4CD0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333"/>
                <a:ext cx="27" cy="30"/>
              </a:xfrm>
              <a:custGeom>
                <a:avLst/>
                <a:gdLst>
                  <a:gd name="T0" fmla="*/ 71 w 11"/>
                  <a:gd name="T1" fmla="*/ 224 h 11"/>
                  <a:gd name="T2" fmla="*/ 61 w 11"/>
                  <a:gd name="T3" fmla="*/ 22 h 11"/>
                  <a:gd name="T4" fmla="*/ 12 w 11"/>
                  <a:gd name="T5" fmla="*/ 2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9" y="9"/>
                      <a:pt x="11" y="0"/>
                      <a:pt x="4" y="1"/>
                    </a:cubicBezTo>
                    <a:cubicBezTo>
                      <a:pt x="1" y="1"/>
                      <a:pt x="0" y="7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4" name="Freeform 607">
                <a:extLst>
                  <a:ext uri="{FF2B5EF4-FFF2-40B4-BE49-F238E27FC236}">
                    <a16:creationId xmlns:a16="http://schemas.microsoft.com/office/drawing/2014/main" id="{E6AE30DB-88A5-49EC-A064-AF7471B06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320"/>
                <a:ext cx="23" cy="32"/>
              </a:xfrm>
              <a:custGeom>
                <a:avLst/>
                <a:gdLst>
                  <a:gd name="T0" fmla="*/ 130 w 9"/>
                  <a:gd name="T1" fmla="*/ 115 h 12"/>
                  <a:gd name="T2" fmla="*/ 84 w 9"/>
                  <a:gd name="T3" fmla="*/ 35 h 12"/>
                  <a:gd name="T4" fmla="*/ 0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8" y="6"/>
                    </a:moveTo>
                    <a:cubicBezTo>
                      <a:pt x="7" y="4"/>
                      <a:pt x="9" y="0"/>
                      <a:pt x="5" y="2"/>
                    </a:cubicBezTo>
                    <a:cubicBezTo>
                      <a:pt x="1" y="3"/>
                      <a:pt x="2" y="8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5" name="Freeform 608">
                <a:extLst>
                  <a:ext uri="{FF2B5EF4-FFF2-40B4-BE49-F238E27FC236}">
                    <a16:creationId xmlns:a16="http://schemas.microsoft.com/office/drawing/2014/main" id="{39D04B1D-C541-4B6B-A204-9E518DAAA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307"/>
                <a:ext cx="18" cy="21"/>
              </a:xfrm>
              <a:custGeom>
                <a:avLst/>
                <a:gdLst>
                  <a:gd name="T0" fmla="*/ 0 w 7"/>
                  <a:gd name="T1" fmla="*/ 144 h 8"/>
                  <a:gd name="T2" fmla="*/ 100 w 7"/>
                  <a:gd name="T3" fmla="*/ 55 h 8"/>
                  <a:gd name="T4" fmla="*/ 0 w 7"/>
                  <a:gd name="T5" fmla="*/ 5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3" y="8"/>
                      <a:pt x="7" y="5"/>
                      <a:pt x="6" y="3"/>
                    </a:cubicBezTo>
                    <a:cubicBezTo>
                      <a:pt x="5" y="0"/>
                      <a:pt x="1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6" name="Freeform 609">
                <a:extLst>
                  <a:ext uri="{FF2B5EF4-FFF2-40B4-BE49-F238E27FC236}">
                    <a16:creationId xmlns:a16="http://schemas.microsoft.com/office/drawing/2014/main" id="{66F57CF6-2B44-4938-91D9-0A23B4085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216"/>
                <a:ext cx="13" cy="24"/>
              </a:xfrm>
              <a:custGeom>
                <a:avLst/>
                <a:gdLst>
                  <a:gd name="T0" fmla="*/ 88 w 5"/>
                  <a:gd name="T1" fmla="*/ 0 h 9"/>
                  <a:gd name="T2" fmla="*/ 0 w 5"/>
                  <a:gd name="T3" fmla="*/ 149 h 9"/>
                  <a:gd name="T4" fmla="*/ 0 w 5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4"/>
                      <a:pt x="5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7" name="Freeform 610">
                <a:extLst>
                  <a:ext uri="{FF2B5EF4-FFF2-40B4-BE49-F238E27FC236}">
                    <a16:creationId xmlns:a16="http://schemas.microsoft.com/office/drawing/2014/main" id="{5B8CEE3C-385B-4ADC-A3CE-B5BD31BBA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227"/>
                <a:ext cx="25" cy="40"/>
              </a:xfrm>
              <a:custGeom>
                <a:avLst/>
                <a:gdLst>
                  <a:gd name="T0" fmla="*/ 50 w 10"/>
                  <a:gd name="T1" fmla="*/ 77 h 15"/>
                  <a:gd name="T2" fmla="*/ 83 w 10"/>
                  <a:gd name="T3" fmla="*/ 192 h 15"/>
                  <a:gd name="T4" fmla="*/ 125 w 10"/>
                  <a:gd name="T5" fmla="*/ 21 h 15"/>
                  <a:gd name="T6" fmla="*/ 63 w 10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3" y="4"/>
                    </a:moveTo>
                    <a:cubicBezTo>
                      <a:pt x="1" y="7"/>
                      <a:pt x="0" y="15"/>
                      <a:pt x="5" y="10"/>
                    </a:cubicBezTo>
                    <a:cubicBezTo>
                      <a:pt x="7" y="8"/>
                      <a:pt x="10" y="3"/>
                      <a:pt x="8" y="1"/>
                    </a:cubicBezTo>
                    <a:cubicBezTo>
                      <a:pt x="7" y="0"/>
                      <a:pt x="5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8" name="Freeform 611">
                <a:extLst>
                  <a:ext uri="{FF2B5EF4-FFF2-40B4-BE49-F238E27FC236}">
                    <a16:creationId xmlns:a16="http://schemas.microsoft.com/office/drawing/2014/main" id="{76D2ED53-6F1B-4F03-BB57-B1F8888D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211"/>
                <a:ext cx="22" cy="37"/>
              </a:xfrm>
              <a:custGeom>
                <a:avLst/>
                <a:gdLst>
                  <a:gd name="T0" fmla="*/ 12 w 9"/>
                  <a:gd name="T1" fmla="*/ 34 h 14"/>
                  <a:gd name="T2" fmla="*/ 90 w 9"/>
                  <a:gd name="T3" fmla="*/ 225 h 14"/>
                  <a:gd name="T4" fmla="*/ 29 w 9"/>
                  <a:gd name="T5" fmla="*/ 0 h 14"/>
                  <a:gd name="T6" fmla="*/ 12 w 9"/>
                  <a:gd name="T7" fmla="*/ 3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1" y="2"/>
                    </a:moveTo>
                    <a:cubicBezTo>
                      <a:pt x="0" y="4"/>
                      <a:pt x="3" y="14"/>
                      <a:pt x="6" y="12"/>
                    </a:cubicBezTo>
                    <a:cubicBezTo>
                      <a:pt x="9" y="11"/>
                      <a:pt x="5" y="1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89" name="Freeform 612">
                <a:extLst>
                  <a:ext uri="{FF2B5EF4-FFF2-40B4-BE49-F238E27FC236}">
                    <a16:creationId xmlns:a16="http://schemas.microsoft.com/office/drawing/2014/main" id="{0935CEC9-3C3C-4F40-BA93-0E3454A41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184"/>
                <a:ext cx="27" cy="29"/>
              </a:xfrm>
              <a:custGeom>
                <a:avLst/>
                <a:gdLst>
                  <a:gd name="T0" fmla="*/ 12 w 11"/>
                  <a:gd name="T1" fmla="*/ 90 h 11"/>
                  <a:gd name="T2" fmla="*/ 120 w 11"/>
                  <a:gd name="T3" fmla="*/ 90 h 11"/>
                  <a:gd name="T4" fmla="*/ 120 w 11"/>
                  <a:gd name="T5" fmla="*/ 1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5"/>
                    </a:moveTo>
                    <a:cubicBezTo>
                      <a:pt x="0" y="0"/>
                      <a:pt x="6" y="3"/>
                      <a:pt x="8" y="5"/>
                    </a:cubicBezTo>
                    <a:cubicBezTo>
                      <a:pt x="9" y="6"/>
                      <a:pt x="11" y="11"/>
                      <a:pt x="8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0" name="Freeform 613">
                <a:extLst>
                  <a:ext uri="{FF2B5EF4-FFF2-40B4-BE49-F238E27FC236}">
                    <a16:creationId xmlns:a16="http://schemas.microsoft.com/office/drawing/2014/main" id="{ADFE1889-DEAD-4DFF-BFB2-C8EF1D343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163"/>
                <a:ext cx="32" cy="37"/>
              </a:xfrm>
              <a:custGeom>
                <a:avLst/>
                <a:gdLst>
                  <a:gd name="T0" fmla="*/ 182 w 13"/>
                  <a:gd name="T1" fmla="*/ 148 h 14"/>
                  <a:gd name="T2" fmla="*/ 30 w 13"/>
                  <a:gd name="T3" fmla="*/ 132 h 14"/>
                  <a:gd name="T4" fmla="*/ 182 w 13"/>
                  <a:gd name="T5" fmla="*/ 14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2" y="8"/>
                    </a:moveTo>
                    <a:cubicBezTo>
                      <a:pt x="11" y="5"/>
                      <a:pt x="0" y="0"/>
                      <a:pt x="2" y="7"/>
                    </a:cubicBezTo>
                    <a:cubicBezTo>
                      <a:pt x="3" y="11"/>
                      <a:pt x="13" y="14"/>
                      <a:pt x="1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1" name="Freeform 614">
                <a:extLst>
                  <a:ext uri="{FF2B5EF4-FFF2-40B4-BE49-F238E27FC236}">
                    <a16:creationId xmlns:a16="http://schemas.microsoft.com/office/drawing/2014/main" id="{D03D095F-A58D-4A74-BB31-5F228E62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163"/>
                <a:ext cx="28" cy="34"/>
              </a:xfrm>
              <a:custGeom>
                <a:avLst/>
                <a:gdLst>
                  <a:gd name="T0" fmla="*/ 51 w 11"/>
                  <a:gd name="T1" fmla="*/ 123 h 13"/>
                  <a:gd name="T2" fmla="*/ 97 w 11"/>
                  <a:gd name="T3" fmla="*/ 199 h 13"/>
                  <a:gd name="T4" fmla="*/ 181 w 11"/>
                  <a:gd name="T5" fmla="*/ 144 h 13"/>
                  <a:gd name="T6" fmla="*/ 51 w 11"/>
                  <a:gd name="T7" fmla="*/ 8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3" y="7"/>
                    </a:moveTo>
                    <a:cubicBezTo>
                      <a:pt x="4" y="8"/>
                      <a:pt x="5" y="10"/>
                      <a:pt x="6" y="11"/>
                    </a:cubicBezTo>
                    <a:cubicBezTo>
                      <a:pt x="9" y="13"/>
                      <a:pt x="11" y="10"/>
                      <a:pt x="11" y="8"/>
                    </a:cubicBezTo>
                    <a:cubicBezTo>
                      <a:pt x="11" y="0"/>
                      <a:pt x="0" y="1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2" name="Freeform 615">
                <a:extLst>
                  <a:ext uri="{FF2B5EF4-FFF2-40B4-BE49-F238E27FC236}">
                    <a16:creationId xmlns:a16="http://schemas.microsoft.com/office/drawing/2014/main" id="{80257899-1638-4641-87EB-0281E3AE0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181"/>
                <a:ext cx="18" cy="35"/>
              </a:xfrm>
              <a:custGeom>
                <a:avLst/>
                <a:gdLst>
                  <a:gd name="T0" fmla="*/ 0 w 7"/>
                  <a:gd name="T1" fmla="*/ 81 h 13"/>
                  <a:gd name="T2" fmla="*/ 67 w 7"/>
                  <a:gd name="T3" fmla="*/ 218 h 13"/>
                  <a:gd name="T4" fmla="*/ 33 w 7"/>
                  <a:gd name="T5" fmla="*/ 3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0" y="4"/>
                    </a:moveTo>
                    <a:cubicBezTo>
                      <a:pt x="0" y="7"/>
                      <a:pt x="0" y="13"/>
                      <a:pt x="4" y="11"/>
                    </a:cubicBezTo>
                    <a:cubicBezTo>
                      <a:pt x="7" y="10"/>
                      <a:pt x="5" y="0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3" name="Freeform 616">
                <a:extLst>
                  <a:ext uri="{FF2B5EF4-FFF2-40B4-BE49-F238E27FC236}">
                    <a16:creationId xmlns:a16="http://schemas.microsoft.com/office/drawing/2014/main" id="{7CFDCFB0-9F19-4693-A0D5-CA6FDC983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08"/>
                <a:ext cx="23" cy="32"/>
              </a:xfrm>
              <a:custGeom>
                <a:avLst/>
                <a:gdLst>
                  <a:gd name="T0" fmla="*/ 0 w 9"/>
                  <a:gd name="T1" fmla="*/ 115 h 12"/>
                  <a:gd name="T2" fmla="*/ 118 w 9"/>
                  <a:gd name="T3" fmla="*/ 35 h 12"/>
                  <a:gd name="T4" fmla="*/ 0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0" y="3"/>
                      <a:pt x="5" y="0"/>
                      <a:pt x="7" y="2"/>
                    </a:cubicBezTo>
                    <a:cubicBezTo>
                      <a:pt x="9" y="5"/>
                      <a:pt x="1" y="10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4" name="Freeform 617">
                <a:extLst>
                  <a:ext uri="{FF2B5EF4-FFF2-40B4-BE49-F238E27FC236}">
                    <a16:creationId xmlns:a16="http://schemas.microsoft.com/office/drawing/2014/main" id="{B3B27DC6-DA5F-44DF-9516-0B13576EA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176"/>
                <a:ext cx="20" cy="37"/>
              </a:xfrm>
              <a:custGeom>
                <a:avLst/>
                <a:gdLst>
                  <a:gd name="T0" fmla="*/ 20 w 8"/>
                  <a:gd name="T1" fmla="*/ 111 h 14"/>
                  <a:gd name="T2" fmla="*/ 33 w 8"/>
                  <a:gd name="T3" fmla="*/ 204 h 14"/>
                  <a:gd name="T4" fmla="*/ 113 w 8"/>
                  <a:gd name="T5" fmla="*/ 182 h 14"/>
                  <a:gd name="T6" fmla="*/ 83 w 8"/>
                  <a:gd name="T7" fmla="*/ 21 h 14"/>
                  <a:gd name="T8" fmla="*/ 20 w 8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1" y="6"/>
                    </a:moveTo>
                    <a:cubicBezTo>
                      <a:pt x="1" y="8"/>
                      <a:pt x="1" y="10"/>
                      <a:pt x="2" y="11"/>
                    </a:cubicBezTo>
                    <a:cubicBezTo>
                      <a:pt x="3" y="14"/>
                      <a:pt x="6" y="13"/>
                      <a:pt x="7" y="10"/>
                    </a:cubicBezTo>
                    <a:cubicBezTo>
                      <a:pt x="8" y="8"/>
                      <a:pt x="8" y="2"/>
                      <a:pt x="5" y="1"/>
                    </a:cubicBezTo>
                    <a:cubicBezTo>
                      <a:pt x="3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5" name="Freeform 618">
                <a:extLst>
                  <a:ext uri="{FF2B5EF4-FFF2-40B4-BE49-F238E27FC236}">
                    <a16:creationId xmlns:a16="http://schemas.microsoft.com/office/drawing/2014/main" id="{89FCFA24-0A74-423F-B7CB-666B7579F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317"/>
                <a:ext cx="30" cy="32"/>
              </a:xfrm>
              <a:custGeom>
                <a:avLst/>
                <a:gdLst>
                  <a:gd name="T0" fmla="*/ 33 w 12"/>
                  <a:gd name="T1" fmla="*/ 35 h 12"/>
                  <a:gd name="T2" fmla="*/ 145 w 12"/>
                  <a:gd name="T3" fmla="*/ 192 h 12"/>
                  <a:gd name="T4" fmla="*/ 50 w 12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2" y="2"/>
                    </a:moveTo>
                    <a:cubicBezTo>
                      <a:pt x="0" y="5"/>
                      <a:pt x="7" y="12"/>
                      <a:pt x="9" y="10"/>
                    </a:cubicBezTo>
                    <a:cubicBezTo>
                      <a:pt x="12" y="7"/>
                      <a:pt x="6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6" name="Freeform 619">
                <a:extLst>
                  <a:ext uri="{FF2B5EF4-FFF2-40B4-BE49-F238E27FC236}">
                    <a16:creationId xmlns:a16="http://schemas.microsoft.com/office/drawing/2014/main" id="{9C3B482C-9202-4BC3-8512-3AB326E51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344"/>
                <a:ext cx="15" cy="24"/>
              </a:xfrm>
              <a:custGeom>
                <a:avLst/>
                <a:gdLst>
                  <a:gd name="T0" fmla="*/ 83 w 6"/>
                  <a:gd name="T1" fmla="*/ 0 h 9"/>
                  <a:gd name="T2" fmla="*/ 0 w 6"/>
                  <a:gd name="T3" fmla="*/ 149 h 9"/>
                  <a:gd name="T4" fmla="*/ 0 w 6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5" y="4"/>
                      <a:pt x="6" y="9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7" name="Freeform 620">
                <a:extLst>
                  <a:ext uri="{FF2B5EF4-FFF2-40B4-BE49-F238E27FC236}">
                    <a16:creationId xmlns:a16="http://schemas.microsoft.com/office/drawing/2014/main" id="{959E49BE-FECB-461E-A326-F0028DE28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355"/>
                <a:ext cx="25" cy="40"/>
              </a:xfrm>
              <a:custGeom>
                <a:avLst/>
                <a:gdLst>
                  <a:gd name="T0" fmla="*/ 63 w 10"/>
                  <a:gd name="T1" fmla="*/ 56 h 15"/>
                  <a:gd name="T2" fmla="*/ 95 w 10"/>
                  <a:gd name="T3" fmla="*/ 192 h 15"/>
                  <a:gd name="T4" fmla="*/ 125 w 10"/>
                  <a:gd name="T5" fmla="*/ 21 h 15"/>
                  <a:gd name="T6" fmla="*/ 83 w 10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4" y="3"/>
                    </a:moveTo>
                    <a:cubicBezTo>
                      <a:pt x="2" y="6"/>
                      <a:pt x="0" y="15"/>
                      <a:pt x="6" y="10"/>
                    </a:cubicBezTo>
                    <a:cubicBezTo>
                      <a:pt x="8" y="8"/>
                      <a:pt x="10" y="3"/>
                      <a:pt x="8" y="1"/>
                    </a:cubicBezTo>
                    <a:cubicBezTo>
                      <a:pt x="7" y="0"/>
                      <a:pt x="6" y="0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8" name="Freeform 621">
                <a:extLst>
                  <a:ext uri="{FF2B5EF4-FFF2-40B4-BE49-F238E27FC236}">
                    <a16:creationId xmlns:a16="http://schemas.microsoft.com/office/drawing/2014/main" id="{A3CF1D57-F1FD-46EC-A104-095F2434C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339"/>
                <a:ext cx="22" cy="37"/>
              </a:xfrm>
              <a:custGeom>
                <a:avLst/>
                <a:gdLst>
                  <a:gd name="T0" fmla="*/ 0 w 9"/>
                  <a:gd name="T1" fmla="*/ 34 h 14"/>
                  <a:gd name="T2" fmla="*/ 90 w 9"/>
                  <a:gd name="T3" fmla="*/ 225 h 14"/>
                  <a:gd name="T4" fmla="*/ 29 w 9"/>
                  <a:gd name="T5" fmla="*/ 0 h 14"/>
                  <a:gd name="T6" fmla="*/ 0 w 9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2"/>
                    </a:moveTo>
                    <a:cubicBezTo>
                      <a:pt x="0" y="4"/>
                      <a:pt x="2" y="14"/>
                      <a:pt x="6" y="12"/>
                    </a:cubicBezTo>
                    <a:cubicBezTo>
                      <a:pt x="9" y="11"/>
                      <a:pt x="5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99" name="Freeform 622">
                <a:extLst>
                  <a:ext uri="{FF2B5EF4-FFF2-40B4-BE49-F238E27FC236}">
                    <a16:creationId xmlns:a16="http://schemas.microsoft.com/office/drawing/2014/main" id="{B859D7B5-1C5C-4602-8451-2641EBE3B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312"/>
                <a:ext cx="30" cy="27"/>
              </a:xfrm>
              <a:custGeom>
                <a:avLst/>
                <a:gdLst>
                  <a:gd name="T0" fmla="*/ 20 w 12"/>
                  <a:gd name="T1" fmla="*/ 81 h 10"/>
                  <a:gd name="T2" fmla="*/ 145 w 12"/>
                  <a:gd name="T3" fmla="*/ 81 h 10"/>
                  <a:gd name="T4" fmla="*/ 125 w 12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" y="4"/>
                    </a:moveTo>
                    <a:cubicBezTo>
                      <a:pt x="0" y="0"/>
                      <a:pt x="7" y="2"/>
                      <a:pt x="9" y="4"/>
                    </a:cubicBezTo>
                    <a:cubicBezTo>
                      <a:pt x="10" y="5"/>
                      <a:pt x="12" y="10"/>
                      <a:pt x="8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00" name="Freeform 623">
                <a:extLst>
                  <a:ext uri="{FF2B5EF4-FFF2-40B4-BE49-F238E27FC236}">
                    <a16:creationId xmlns:a16="http://schemas.microsoft.com/office/drawing/2014/main" id="{F5CC55ED-E3D3-4853-B562-F59DA8A3B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291"/>
                <a:ext cx="32" cy="34"/>
              </a:xfrm>
              <a:custGeom>
                <a:avLst/>
                <a:gdLst>
                  <a:gd name="T0" fmla="*/ 182 w 13"/>
                  <a:gd name="T1" fmla="*/ 123 h 13"/>
                  <a:gd name="T2" fmla="*/ 12 w 13"/>
                  <a:gd name="T3" fmla="*/ 110 h 13"/>
                  <a:gd name="T4" fmla="*/ 182 w 13"/>
                  <a:gd name="T5" fmla="*/ 1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2" y="7"/>
                    </a:moveTo>
                    <a:cubicBezTo>
                      <a:pt x="10" y="5"/>
                      <a:pt x="0" y="0"/>
                      <a:pt x="1" y="6"/>
                    </a:cubicBezTo>
                    <a:cubicBezTo>
                      <a:pt x="2" y="10"/>
                      <a:pt x="13" y="13"/>
                      <a:pt x="1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01" name="Freeform 624">
                <a:extLst>
                  <a:ext uri="{FF2B5EF4-FFF2-40B4-BE49-F238E27FC236}">
                    <a16:creationId xmlns:a16="http://schemas.microsoft.com/office/drawing/2014/main" id="{6C13CCA8-B28C-4871-B105-9F1D83F32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291"/>
                <a:ext cx="28" cy="34"/>
              </a:xfrm>
              <a:custGeom>
                <a:avLst/>
                <a:gdLst>
                  <a:gd name="T0" fmla="*/ 51 w 11"/>
                  <a:gd name="T1" fmla="*/ 110 h 13"/>
                  <a:gd name="T2" fmla="*/ 97 w 11"/>
                  <a:gd name="T3" fmla="*/ 178 h 13"/>
                  <a:gd name="T4" fmla="*/ 181 w 11"/>
                  <a:gd name="T5" fmla="*/ 123 h 13"/>
                  <a:gd name="T6" fmla="*/ 33 w 11"/>
                  <a:gd name="T7" fmla="*/ 8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3" y="6"/>
                    </a:moveTo>
                    <a:cubicBezTo>
                      <a:pt x="4" y="8"/>
                      <a:pt x="5" y="10"/>
                      <a:pt x="6" y="10"/>
                    </a:cubicBezTo>
                    <a:cubicBezTo>
                      <a:pt x="8" y="13"/>
                      <a:pt x="11" y="10"/>
                      <a:pt x="11" y="7"/>
                    </a:cubicBezTo>
                    <a:cubicBezTo>
                      <a:pt x="11" y="0"/>
                      <a:pt x="0" y="0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02" name="Freeform 625">
                <a:extLst>
                  <a:ext uri="{FF2B5EF4-FFF2-40B4-BE49-F238E27FC236}">
                    <a16:creationId xmlns:a16="http://schemas.microsoft.com/office/drawing/2014/main" id="{8720A72B-824B-4312-9B72-71A6AB534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09"/>
                <a:ext cx="18" cy="35"/>
              </a:xfrm>
              <a:custGeom>
                <a:avLst/>
                <a:gdLst>
                  <a:gd name="T0" fmla="*/ 0 w 7"/>
                  <a:gd name="T1" fmla="*/ 81 h 13"/>
                  <a:gd name="T2" fmla="*/ 67 w 7"/>
                  <a:gd name="T3" fmla="*/ 218 h 13"/>
                  <a:gd name="T4" fmla="*/ 21 w 7"/>
                  <a:gd name="T5" fmla="*/ 3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0" y="4"/>
                    </a:moveTo>
                    <a:cubicBezTo>
                      <a:pt x="0" y="6"/>
                      <a:pt x="0" y="13"/>
                      <a:pt x="4" y="11"/>
                    </a:cubicBezTo>
                    <a:cubicBezTo>
                      <a:pt x="7" y="10"/>
                      <a:pt x="5" y="0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03" name="Freeform 626">
                <a:extLst>
                  <a:ext uri="{FF2B5EF4-FFF2-40B4-BE49-F238E27FC236}">
                    <a16:creationId xmlns:a16="http://schemas.microsoft.com/office/drawing/2014/main" id="{0E6EE0BD-BE59-49B6-AD5D-AC9174CC8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336"/>
                <a:ext cx="25" cy="29"/>
              </a:xfrm>
              <a:custGeom>
                <a:avLst/>
                <a:gdLst>
                  <a:gd name="T0" fmla="*/ 0 w 10"/>
                  <a:gd name="T1" fmla="*/ 90 h 11"/>
                  <a:gd name="T2" fmla="*/ 113 w 10"/>
                  <a:gd name="T3" fmla="*/ 34 h 11"/>
                  <a:gd name="T4" fmla="*/ 0 w 10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5"/>
                    </a:moveTo>
                    <a:cubicBezTo>
                      <a:pt x="0" y="3"/>
                      <a:pt x="6" y="0"/>
                      <a:pt x="7" y="2"/>
                    </a:cubicBezTo>
                    <a:cubicBezTo>
                      <a:pt x="10" y="5"/>
                      <a:pt x="2" y="10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04" name="Freeform 627">
                <a:extLst>
                  <a:ext uri="{FF2B5EF4-FFF2-40B4-BE49-F238E27FC236}">
                    <a16:creationId xmlns:a16="http://schemas.microsoft.com/office/drawing/2014/main" id="{439A68C3-3711-482E-90AA-CB093E177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304"/>
                <a:ext cx="23" cy="37"/>
              </a:xfrm>
              <a:custGeom>
                <a:avLst/>
                <a:gdLst>
                  <a:gd name="T0" fmla="*/ 20 w 9"/>
                  <a:gd name="T1" fmla="*/ 111 h 14"/>
                  <a:gd name="T2" fmla="*/ 33 w 9"/>
                  <a:gd name="T3" fmla="*/ 204 h 14"/>
                  <a:gd name="T4" fmla="*/ 130 w 9"/>
                  <a:gd name="T5" fmla="*/ 182 h 14"/>
                  <a:gd name="T6" fmla="*/ 97 w 9"/>
                  <a:gd name="T7" fmla="*/ 0 h 14"/>
                  <a:gd name="T8" fmla="*/ 20 w 9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6"/>
                    </a:moveTo>
                    <a:cubicBezTo>
                      <a:pt x="2" y="8"/>
                      <a:pt x="1" y="10"/>
                      <a:pt x="2" y="11"/>
                    </a:cubicBezTo>
                    <a:cubicBezTo>
                      <a:pt x="4" y="14"/>
                      <a:pt x="6" y="13"/>
                      <a:pt x="8" y="10"/>
                    </a:cubicBezTo>
                    <a:cubicBezTo>
                      <a:pt x="9" y="8"/>
                      <a:pt x="9" y="2"/>
                      <a:pt x="6" y="0"/>
                    </a:cubicBezTo>
                    <a:cubicBezTo>
                      <a:pt x="4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05" name="Freeform 628">
                <a:extLst>
                  <a:ext uri="{FF2B5EF4-FFF2-40B4-BE49-F238E27FC236}">
                    <a16:creationId xmlns:a16="http://schemas.microsoft.com/office/drawing/2014/main" id="{E3828AC4-6836-4376-A4C4-83B69A901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112"/>
                <a:ext cx="28" cy="32"/>
              </a:xfrm>
              <a:custGeom>
                <a:avLst/>
                <a:gdLst>
                  <a:gd name="T0" fmla="*/ 130 w 11"/>
                  <a:gd name="T1" fmla="*/ 0 h 12"/>
                  <a:gd name="T2" fmla="*/ 33 w 11"/>
                  <a:gd name="T3" fmla="*/ 192 h 12"/>
                  <a:gd name="T4" fmla="*/ 150 w 11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4" y="0"/>
                      <a:pt x="0" y="8"/>
                      <a:pt x="2" y="10"/>
                    </a:cubicBezTo>
                    <a:cubicBezTo>
                      <a:pt x="6" y="12"/>
                      <a:pt x="11" y="4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06" name="Freeform 629">
                <a:extLst>
                  <a:ext uri="{FF2B5EF4-FFF2-40B4-BE49-F238E27FC236}">
                    <a16:creationId xmlns:a16="http://schemas.microsoft.com/office/drawing/2014/main" id="{D16834AC-3F5D-40BC-9C16-4B0DA964A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128"/>
                <a:ext cx="22" cy="16"/>
              </a:xfrm>
              <a:custGeom>
                <a:avLst/>
                <a:gdLst>
                  <a:gd name="T0" fmla="*/ 132 w 9"/>
                  <a:gd name="T1" fmla="*/ 56 h 6"/>
                  <a:gd name="T2" fmla="*/ 0 w 9"/>
                  <a:gd name="T3" fmla="*/ 21 h 6"/>
                  <a:gd name="T4" fmla="*/ 12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9" y="3"/>
                    </a:moveTo>
                    <a:cubicBezTo>
                      <a:pt x="6" y="4"/>
                      <a:pt x="1" y="6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07" name="Freeform 630">
                <a:extLst>
                  <a:ext uri="{FF2B5EF4-FFF2-40B4-BE49-F238E27FC236}">
                    <a16:creationId xmlns:a16="http://schemas.microsoft.com/office/drawing/2014/main" id="{5FA7C2B4-E8DE-4FD0-A874-59097570D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136"/>
                <a:ext cx="40" cy="19"/>
              </a:xfrm>
              <a:custGeom>
                <a:avLst/>
                <a:gdLst>
                  <a:gd name="T0" fmla="*/ 188 w 16"/>
                  <a:gd name="T1" fmla="*/ 22 h 7"/>
                  <a:gd name="T2" fmla="*/ 95 w 16"/>
                  <a:gd name="T3" fmla="*/ 103 h 7"/>
                  <a:gd name="T4" fmla="*/ 238 w 16"/>
                  <a:gd name="T5" fmla="*/ 81 h 7"/>
                  <a:gd name="T6" fmla="*/ 208 w 16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2" y="1"/>
                    </a:moveTo>
                    <a:cubicBezTo>
                      <a:pt x="8" y="0"/>
                      <a:pt x="0" y="1"/>
                      <a:pt x="6" y="5"/>
                    </a:cubicBezTo>
                    <a:cubicBezTo>
                      <a:pt x="8" y="6"/>
                      <a:pt x="14" y="7"/>
                      <a:pt x="15" y="4"/>
                    </a:cubicBezTo>
                    <a:cubicBezTo>
                      <a:pt x="16" y="3"/>
                      <a:pt x="15" y="2"/>
                      <a:pt x="1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3421" name="Group 631">
              <a:extLst>
                <a:ext uri="{FF2B5EF4-FFF2-40B4-BE49-F238E27FC236}">
                  <a16:creationId xmlns:a16="http://schemas.microsoft.com/office/drawing/2014/main" id="{E332D705-3E09-4AD4-ACC8-670BFD8360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91" y="1909"/>
              <a:ext cx="565" cy="451"/>
              <a:chOff x="2291" y="1909"/>
              <a:chExt cx="565" cy="451"/>
            </a:xfrm>
          </p:grpSpPr>
          <p:sp>
            <p:nvSpPr>
              <p:cNvPr id="64508" name="Freeform 632">
                <a:extLst>
                  <a:ext uri="{FF2B5EF4-FFF2-40B4-BE49-F238E27FC236}">
                    <a16:creationId xmlns:a16="http://schemas.microsoft.com/office/drawing/2014/main" id="{C766D779-DF50-449C-9E2F-46463890C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144"/>
                <a:ext cx="32" cy="29"/>
              </a:xfrm>
              <a:custGeom>
                <a:avLst/>
                <a:gdLst>
                  <a:gd name="T0" fmla="*/ 153 w 13"/>
                  <a:gd name="T1" fmla="*/ 0 h 11"/>
                  <a:gd name="T2" fmla="*/ 30 w 13"/>
                  <a:gd name="T3" fmla="*/ 145 h 11"/>
                  <a:gd name="T4" fmla="*/ 194 w 13"/>
                  <a:gd name="T5" fmla="*/ 21 h 11"/>
                  <a:gd name="T6" fmla="*/ 162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0" y="0"/>
                    </a:moveTo>
                    <a:cubicBezTo>
                      <a:pt x="8" y="0"/>
                      <a:pt x="0" y="5"/>
                      <a:pt x="2" y="8"/>
                    </a:cubicBezTo>
                    <a:cubicBezTo>
                      <a:pt x="4" y="11"/>
                      <a:pt x="13" y="4"/>
                      <a:pt x="13" y="1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09" name="Freeform 633">
                <a:extLst>
                  <a:ext uri="{FF2B5EF4-FFF2-40B4-BE49-F238E27FC236}">
                    <a16:creationId xmlns:a16="http://schemas.microsoft.com/office/drawing/2014/main" id="{7EEE0630-585F-4F46-A160-00D31E1C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123"/>
                <a:ext cx="18" cy="37"/>
              </a:xfrm>
              <a:custGeom>
                <a:avLst/>
                <a:gdLst>
                  <a:gd name="T0" fmla="*/ 54 w 7"/>
                  <a:gd name="T1" fmla="*/ 34 h 14"/>
                  <a:gd name="T2" fmla="*/ 85 w 7"/>
                  <a:gd name="T3" fmla="*/ 167 h 14"/>
                  <a:gd name="T4" fmla="*/ 0 w 7"/>
                  <a:gd name="T5" fmla="*/ 18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3" y="2"/>
                    </a:moveTo>
                    <a:cubicBezTo>
                      <a:pt x="7" y="0"/>
                      <a:pt x="7" y="7"/>
                      <a:pt x="5" y="9"/>
                    </a:cubicBezTo>
                    <a:cubicBezTo>
                      <a:pt x="4" y="10"/>
                      <a:pt x="0" y="14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0" name="Freeform 634">
                <a:extLst>
                  <a:ext uri="{FF2B5EF4-FFF2-40B4-BE49-F238E27FC236}">
                    <a16:creationId xmlns:a16="http://schemas.microsoft.com/office/drawing/2014/main" id="{FF8C90FA-6531-4858-88BD-4FD292CCA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115"/>
                <a:ext cx="32" cy="34"/>
              </a:xfrm>
              <a:custGeom>
                <a:avLst/>
                <a:gdLst>
                  <a:gd name="T0" fmla="*/ 62 w 13"/>
                  <a:gd name="T1" fmla="*/ 89 h 13"/>
                  <a:gd name="T2" fmla="*/ 12 w 13"/>
                  <a:gd name="T3" fmla="*/ 144 h 13"/>
                  <a:gd name="T4" fmla="*/ 91 w 13"/>
                  <a:gd name="T5" fmla="*/ 212 h 13"/>
                  <a:gd name="T6" fmla="*/ 74 w 13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4" y="5"/>
                    </a:moveTo>
                    <a:cubicBezTo>
                      <a:pt x="3" y="6"/>
                      <a:pt x="2" y="7"/>
                      <a:pt x="1" y="8"/>
                    </a:cubicBezTo>
                    <a:cubicBezTo>
                      <a:pt x="0" y="12"/>
                      <a:pt x="3" y="13"/>
                      <a:pt x="6" y="12"/>
                    </a:cubicBezTo>
                    <a:cubicBezTo>
                      <a:pt x="13" y="10"/>
                      <a:pt x="9" y="0"/>
                      <a:pt x="5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1" name="Freeform 635">
                <a:extLst>
                  <a:ext uri="{FF2B5EF4-FFF2-40B4-BE49-F238E27FC236}">
                    <a16:creationId xmlns:a16="http://schemas.microsoft.com/office/drawing/2014/main" id="{161BFEA3-2D1B-4085-9E2A-5DF89F92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149"/>
                <a:ext cx="32" cy="22"/>
              </a:xfrm>
              <a:custGeom>
                <a:avLst/>
                <a:gdLst>
                  <a:gd name="T0" fmla="*/ 121 w 13"/>
                  <a:gd name="T1" fmla="*/ 0 h 8"/>
                  <a:gd name="T2" fmla="*/ 30 w 13"/>
                  <a:gd name="T3" fmla="*/ 107 h 8"/>
                  <a:gd name="T4" fmla="*/ 153 w 1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8" y="0"/>
                    </a:moveTo>
                    <a:cubicBezTo>
                      <a:pt x="6" y="0"/>
                      <a:pt x="0" y="2"/>
                      <a:pt x="2" y="5"/>
                    </a:cubicBezTo>
                    <a:cubicBezTo>
                      <a:pt x="5" y="8"/>
                      <a:pt x="13" y="3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2" name="Freeform 636">
                <a:extLst>
                  <a:ext uri="{FF2B5EF4-FFF2-40B4-BE49-F238E27FC236}">
                    <a16:creationId xmlns:a16="http://schemas.microsoft.com/office/drawing/2014/main" id="{DAF61F70-5320-4BBE-AD79-90ED22C5E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160"/>
                <a:ext cx="30" cy="24"/>
              </a:xfrm>
              <a:custGeom>
                <a:avLst/>
                <a:gdLst>
                  <a:gd name="T0" fmla="*/ 83 w 12"/>
                  <a:gd name="T1" fmla="*/ 0 h 9"/>
                  <a:gd name="T2" fmla="*/ 175 w 12"/>
                  <a:gd name="T3" fmla="*/ 115 h 9"/>
                  <a:gd name="T4" fmla="*/ 0 w 12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5" y="0"/>
                    </a:moveTo>
                    <a:cubicBezTo>
                      <a:pt x="8" y="0"/>
                      <a:pt x="12" y="4"/>
                      <a:pt x="11" y="6"/>
                    </a:cubicBezTo>
                    <a:cubicBezTo>
                      <a:pt x="9" y="9"/>
                      <a:pt x="1" y="3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3" name="Freeform 637">
                <a:extLst>
                  <a:ext uri="{FF2B5EF4-FFF2-40B4-BE49-F238E27FC236}">
                    <a16:creationId xmlns:a16="http://schemas.microsoft.com/office/drawing/2014/main" id="{ABE75487-3EA1-42C6-9FC5-718B83BD5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157"/>
                <a:ext cx="33" cy="27"/>
              </a:xfrm>
              <a:custGeom>
                <a:avLst/>
                <a:gdLst>
                  <a:gd name="T0" fmla="*/ 96 w 13"/>
                  <a:gd name="T1" fmla="*/ 38 h 10"/>
                  <a:gd name="T2" fmla="*/ 33 w 13"/>
                  <a:gd name="T3" fmla="*/ 81 h 10"/>
                  <a:gd name="T4" fmla="*/ 84 w 13"/>
                  <a:gd name="T5" fmla="*/ 176 h 10"/>
                  <a:gd name="T6" fmla="*/ 213 w 13"/>
                  <a:gd name="T7" fmla="*/ 81 h 10"/>
                  <a:gd name="T8" fmla="*/ 117 w 13"/>
                  <a:gd name="T9" fmla="*/ 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3"/>
                      <a:pt x="3" y="3"/>
                      <a:pt x="2" y="4"/>
                    </a:cubicBezTo>
                    <a:cubicBezTo>
                      <a:pt x="0" y="7"/>
                      <a:pt x="2" y="9"/>
                      <a:pt x="5" y="9"/>
                    </a:cubicBezTo>
                    <a:cubicBezTo>
                      <a:pt x="7" y="10"/>
                      <a:pt x="13" y="8"/>
                      <a:pt x="13" y="4"/>
                    </a:cubicBezTo>
                    <a:cubicBezTo>
                      <a:pt x="13" y="2"/>
                      <a:pt x="9" y="0"/>
                      <a:pt x="7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4" name="Freeform 638">
                <a:extLst>
                  <a:ext uri="{FF2B5EF4-FFF2-40B4-BE49-F238E27FC236}">
                    <a16:creationId xmlns:a16="http://schemas.microsoft.com/office/drawing/2014/main" id="{FD886ED7-60C6-4788-9996-F8AD0FDF2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47"/>
                <a:ext cx="28" cy="32"/>
              </a:xfrm>
              <a:custGeom>
                <a:avLst/>
                <a:gdLst>
                  <a:gd name="T0" fmla="*/ 130 w 11"/>
                  <a:gd name="T1" fmla="*/ 21 h 12"/>
                  <a:gd name="T2" fmla="*/ 51 w 11"/>
                  <a:gd name="T3" fmla="*/ 192 h 12"/>
                  <a:gd name="T4" fmla="*/ 163 w 11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8" y="1"/>
                    </a:moveTo>
                    <a:cubicBezTo>
                      <a:pt x="5" y="0"/>
                      <a:pt x="0" y="8"/>
                      <a:pt x="3" y="10"/>
                    </a:cubicBezTo>
                    <a:cubicBezTo>
                      <a:pt x="6" y="12"/>
                      <a:pt x="11" y="4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5" name="Freeform 639">
                <a:extLst>
                  <a:ext uri="{FF2B5EF4-FFF2-40B4-BE49-F238E27FC236}">
                    <a16:creationId xmlns:a16="http://schemas.microsoft.com/office/drawing/2014/main" id="{C5CDD78C-763F-4AB9-BE42-B4E546EB6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965"/>
                <a:ext cx="23" cy="14"/>
              </a:xfrm>
              <a:custGeom>
                <a:avLst/>
                <a:gdLst>
                  <a:gd name="T0" fmla="*/ 151 w 9"/>
                  <a:gd name="T1" fmla="*/ 62 h 5"/>
                  <a:gd name="T2" fmla="*/ 0 w 9"/>
                  <a:gd name="T3" fmla="*/ 0 h 5"/>
                  <a:gd name="T4" fmla="*/ 0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5" y="3"/>
                      <a:pt x="0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6" name="Freeform 640">
                <a:extLst>
                  <a:ext uri="{FF2B5EF4-FFF2-40B4-BE49-F238E27FC236}">
                    <a16:creationId xmlns:a16="http://schemas.microsoft.com/office/drawing/2014/main" id="{EDBA554E-1D6B-4D59-B839-41EDBD50E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971"/>
                <a:ext cx="42" cy="18"/>
              </a:xfrm>
              <a:custGeom>
                <a:avLst/>
                <a:gdLst>
                  <a:gd name="T0" fmla="*/ 183 w 17"/>
                  <a:gd name="T1" fmla="*/ 21 h 7"/>
                  <a:gd name="T2" fmla="*/ 104 w 17"/>
                  <a:gd name="T3" fmla="*/ 85 h 7"/>
                  <a:gd name="T4" fmla="*/ 245 w 17"/>
                  <a:gd name="T5" fmla="*/ 85 h 7"/>
                  <a:gd name="T6" fmla="*/ 212 w 17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2" y="1"/>
                    </a:moveTo>
                    <a:cubicBezTo>
                      <a:pt x="9" y="0"/>
                      <a:pt x="0" y="1"/>
                      <a:pt x="7" y="5"/>
                    </a:cubicBezTo>
                    <a:cubicBezTo>
                      <a:pt x="9" y="6"/>
                      <a:pt x="15" y="7"/>
                      <a:pt x="16" y="5"/>
                    </a:cubicBezTo>
                    <a:cubicBezTo>
                      <a:pt x="17" y="3"/>
                      <a:pt x="16" y="2"/>
                      <a:pt x="1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7" name="Freeform 641">
                <a:extLst>
                  <a:ext uri="{FF2B5EF4-FFF2-40B4-BE49-F238E27FC236}">
                    <a16:creationId xmlns:a16="http://schemas.microsoft.com/office/drawing/2014/main" id="{858B85A4-11F2-406A-9EBF-56A986D50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979"/>
                <a:ext cx="32" cy="29"/>
              </a:xfrm>
              <a:custGeom>
                <a:avLst/>
                <a:gdLst>
                  <a:gd name="T0" fmla="*/ 162 w 13"/>
                  <a:gd name="T1" fmla="*/ 0 h 11"/>
                  <a:gd name="T2" fmla="*/ 42 w 13"/>
                  <a:gd name="T3" fmla="*/ 145 h 11"/>
                  <a:gd name="T4" fmla="*/ 194 w 13"/>
                  <a:gd name="T5" fmla="*/ 21 h 11"/>
                  <a:gd name="T6" fmla="*/ 162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1" y="0"/>
                    </a:moveTo>
                    <a:cubicBezTo>
                      <a:pt x="9" y="1"/>
                      <a:pt x="0" y="6"/>
                      <a:pt x="3" y="8"/>
                    </a:cubicBezTo>
                    <a:cubicBezTo>
                      <a:pt x="5" y="11"/>
                      <a:pt x="13" y="4"/>
                      <a:pt x="13" y="1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8" name="Freeform 642">
                <a:extLst>
                  <a:ext uri="{FF2B5EF4-FFF2-40B4-BE49-F238E27FC236}">
                    <a16:creationId xmlns:a16="http://schemas.microsoft.com/office/drawing/2014/main" id="{D08EE14E-19C8-45D7-B84A-542912E1A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957"/>
                <a:ext cx="17" cy="38"/>
              </a:xfrm>
              <a:custGeom>
                <a:avLst/>
                <a:gdLst>
                  <a:gd name="T0" fmla="*/ 41 w 7"/>
                  <a:gd name="T1" fmla="*/ 38 h 14"/>
                  <a:gd name="T2" fmla="*/ 70 w 7"/>
                  <a:gd name="T3" fmla="*/ 176 h 14"/>
                  <a:gd name="T4" fmla="*/ 0 w 7"/>
                  <a:gd name="T5" fmla="*/ 19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3" y="2"/>
                    </a:moveTo>
                    <a:cubicBezTo>
                      <a:pt x="7" y="0"/>
                      <a:pt x="7" y="7"/>
                      <a:pt x="5" y="9"/>
                    </a:cubicBezTo>
                    <a:cubicBezTo>
                      <a:pt x="4" y="10"/>
                      <a:pt x="0" y="14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9" name="Freeform 643">
                <a:extLst>
                  <a:ext uri="{FF2B5EF4-FFF2-40B4-BE49-F238E27FC236}">
                    <a16:creationId xmlns:a16="http://schemas.microsoft.com/office/drawing/2014/main" id="{2984241E-FFC5-4A58-A876-DAC7ACC61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928"/>
                <a:ext cx="25" cy="43"/>
              </a:xfrm>
              <a:custGeom>
                <a:avLst/>
                <a:gdLst>
                  <a:gd name="T0" fmla="*/ 95 w 10"/>
                  <a:gd name="T1" fmla="*/ 253 h 16"/>
                  <a:gd name="T2" fmla="*/ 63 w 10"/>
                  <a:gd name="T3" fmla="*/ 59 h 16"/>
                  <a:gd name="T4" fmla="*/ 83 w 10"/>
                  <a:gd name="T5" fmla="*/ 27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6" y="13"/>
                    </a:moveTo>
                    <a:cubicBezTo>
                      <a:pt x="8" y="11"/>
                      <a:pt x="10" y="0"/>
                      <a:pt x="4" y="3"/>
                    </a:cubicBezTo>
                    <a:cubicBezTo>
                      <a:pt x="0" y="5"/>
                      <a:pt x="1" y="16"/>
                      <a:pt x="5" y="1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0" name="Freeform 644">
                <a:extLst>
                  <a:ext uri="{FF2B5EF4-FFF2-40B4-BE49-F238E27FC236}">
                    <a16:creationId xmlns:a16="http://schemas.microsoft.com/office/drawing/2014/main" id="{5CEBBDE2-4389-47E5-900D-8E2707050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949"/>
                <a:ext cx="30" cy="38"/>
              </a:xfrm>
              <a:custGeom>
                <a:avLst/>
                <a:gdLst>
                  <a:gd name="T0" fmla="*/ 63 w 12"/>
                  <a:gd name="T1" fmla="*/ 103 h 14"/>
                  <a:gd name="T2" fmla="*/ 20 w 12"/>
                  <a:gd name="T3" fmla="*/ 176 h 14"/>
                  <a:gd name="T4" fmla="*/ 83 w 12"/>
                  <a:gd name="T5" fmla="*/ 258 h 14"/>
                  <a:gd name="T6" fmla="*/ 83 w 12"/>
                  <a:gd name="T7" fmla="*/ 8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4" y="5"/>
                    </a:moveTo>
                    <a:cubicBezTo>
                      <a:pt x="3" y="6"/>
                      <a:pt x="1" y="7"/>
                      <a:pt x="1" y="9"/>
                    </a:cubicBezTo>
                    <a:cubicBezTo>
                      <a:pt x="0" y="12"/>
                      <a:pt x="3" y="14"/>
                      <a:pt x="5" y="13"/>
                    </a:cubicBezTo>
                    <a:cubicBezTo>
                      <a:pt x="12" y="11"/>
                      <a:pt x="9" y="0"/>
                      <a:pt x="5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1" name="Freeform 645">
                <a:extLst>
                  <a:ext uri="{FF2B5EF4-FFF2-40B4-BE49-F238E27FC236}">
                    <a16:creationId xmlns:a16="http://schemas.microsoft.com/office/drawing/2014/main" id="{BDAA4997-B07A-42EA-9B77-E114F1031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984"/>
                <a:ext cx="35" cy="21"/>
              </a:xfrm>
              <a:custGeom>
                <a:avLst/>
                <a:gdLst>
                  <a:gd name="T0" fmla="*/ 145 w 14"/>
                  <a:gd name="T1" fmla="*/ 0 h 8"/>
                  <a:gd name="T2" fmla="*/ 50 w 14"/>
                  <a:gd name="T3" fmla="*/ 110 h 8"/>
                  <a:gd name="T4" fmla="*/ 175 w 14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9" y="0"/>
                    </a:moveTo>
                    <a:cubicBezTo>
                      <a:pt x="6" y="1"/>
                      <a:pt x="0" y="3"/>
                      <a:pt x="3" y="6"/>
                    </a:cubicBezTo>
                    <a:cubicBezTo>
                      <a:pt x="5" y="8"/>
                      <a:pt x="14" y="3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2" name="Freeform 646">
                <a:extLst>
                  <a:ext uri="{FF2B5EF4-FFF2-40B4-BE49-F238E27FC236}">
                    <a16:creationId xmlns:a16="http://schemas.microsoft.com/office/drawing/2014/main" id="{20317046-4E89-4CEC-BC93-3882BB7DC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95"/>
                <a:ext cx="30" cy="24"/>
              </a:xfrm>
              <a:custGeom>
                <a:avLst/>
                <a:gdLst>
                  <a:gd name="T0" fmla="*/ 83 w 12"/>
                  <a:gd name="T1" fmla="*/ 21 h 9"/>
                  <a:gd name="T2" fmla="*/ 158 w 12"/>
                  <a:gd name="T3" fmla="*/ 115 h 9"/>
                  <a:gd name="T4" fmla="*/ 0 w 12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5" y="1"/>
                    </a:moveTo>
                    <a:cubicBezTo>
                      <a:pt x="7" y="0"/>
                      <a:pt x="12" y="4"/>
                      <a:pt x="10" y="6"/>
                    </a:cubicBezTo>
                    <a:cubicBezTo>
                      <a:pt x="8" y="9"/>
                      <a:pt x="1" y="4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3" name="Freeform 647">
                <a:extLst>
                  <a:ext uri="{FF2B5EF4-FFF2-40B4-BE49-F238E27FC236}">
                    <a16:creationId xmlns:a16="http://schemas.microsoft.com/office/drawing/2014/main" id="{4084FE75-1AC5-457C-8EEE-4DD0B182E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995"/>
                <a:ext cx="35" cy="24"/>
              </a:xfrm>
              <a:custGeom>
                <a:avLst/>
                <a:gdLst>
                  <a:gd name="T0" fmla="*/ 113 w 14"/>
                  <a:gd name="T1" fmla="*/ 21 h 9"/>
                  <a:gd name="T2" fmla="*/ 50 w 14"/>
                  <a:gd name="T3" fmla="*/ 77 h 9"/>
                  <a:gd name="T4" fmla="*/ 83 w 14"/>
                  <a:gd name="T5" fmla="*/ 149 h 9"/>
                  <a:gd name="T6" fmla="*/ 220 w 14"/>
                  <a:gd name="T7" fmla="*/ 77 h 9"/>
                  <a:gd name="T8" fmla="*/ 125 w 14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7" y="1"/>
                    </a:moveTo>
                    <a:cubicBezTo>
                      <a:pt x="6" y="2"/>
                      <a:pt x="4" y="2"/>
                      <a:pt x="3" y="4"/>
                    </a:cubicBezTo>
                    <a:cubicBezTo>
                      <a:pt x="0" y="6"/>
                      <a:pt x="2" y="8"/>
                      <a:pt x="5" y="8"/>
                    </a:cubicBezTo>
                    <a:cubicBezTo>
                      <a:pt x="8" y="9"/>
                      <a:pt x="14" y="7"/>
                      <a:pt x="14" y="4"/>
                    </a:cubicBezTo>
                    <a:cubicBezTo>
                      <a:pt x="14" y="2"/>
                      <a:pt x="9" y="0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4" name="Freeform 648">
                <a:extLst>
                  <a:ext uri="{FF2B5EF4-FFF2-40B4-BE49-F238E27FC236}">
                    <a16:creationId xmlns:a16="http://schemas.microsoft.com/office/drawing/2014/main" id="{8FCA3FED-7176-4D5E-A224-FAD25CED9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000"/>
                <a:ext cx="25" cy="32"/>
              </a:xfrm>
              <a:custGeom>
                <a:avLst/>
                <a:gdLst>
                  <a:gd name="T0" fmla="*/ 113 w 10"/>
                  <a:gd name="T1" fmla="*/ 205 h 12"/>
                  <a:gd name="T2" fmla="*/ 63 w 10"/>
                  <a:gd name="T3" fmla="*/ 21 h 12"/>
                  <a:gd name="T4" fmla="*/ 95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7" y="11"/>
                    </a:moveTo>
                    <a:cubicBezTo>
                      <a:pt x="10" y="8"/>
                      <a:pt x="6" y="0"/>
                      <a:pt x="4" y="1"/>
                    </a:cubicBezTo>
                    <a:cubicBezTo>
                      <a:pt x="0" y="2"/>
                      <a:pt x="3" y="11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5" name="Freeform 649">
                <a:extLst>
                  <a:ext uri="{FF2B5EF4-FFF2-40B4-BE49-F238E27FC236}">
                    <a16:creationId xmlns:a16="http://schemas.microsoft.com/office/drawing/2014/main" id="{FDDE3E81-A8BD-4D7F-AB94-E2653C8FE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979"/>
                <a:ext cx="20" cy="24"/>
              </a:xfrm>
              <a:custGeom>
                <a:avLst/>
                <a:gdLst>
                  <a:gd name="T0" fmla="*/ 0 w 8"/>
                  <a:gd name="T1" fmla="*/ 171 h 9"/>
                  <a:gd name="T2" fmla="*/ 125 w 8"/>
                  <a:gd name="T3" fmla="*/ 56 h 9"/>
                  <a:gd name="T4" fmla="*/ 125 w 8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1" y="6"/>
                      <a:pt x="3" y="0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6" name="Freeform 650">
                <a:extLst>
                  <a:ext uri="{FF2B5EF4-FFF2-40B4-BE49-F238E27FC236}">
                    <a16:creationId xmlns:a16="http://schemas.microsoft.com/office/drawing/2014/main" id="{094D8003-07CE-45FC-BC5C-C63E10A44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960"/>
                <a:ext cx="35" cy="32"/>
              </a:xfrm>
              <a:custGeom>
                <a:avLst/>
                <a:gdLst>
                  <a:gd name="T0" fmla="*/ 95 w 14"/>
                  <a:gd name="T1" fmla="*/ 192 h 12"/>
                  <a:gd name="T2" fmla="*/ 95 w 14"/>
                  <a:gd name="T3" fmla="*/ 56 h 12"/>
                  <a:gd name="T4" fmla="*/ 20 w 14"/>
                  <a:gd name="T5" fmla="*/ 192 h 12"/>
                  <a:gd name="T6" fmla="*/ 83 w 14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6" y="10"/>
                    </a:moveTo>
                    <a:cubicBezTo>
                      <a:pt x="9" y="8"/>
                      <a:pt x="14" y="0"/>
                      <a:pt x="6" y="3"/>
                    </a:cubicBezTo>
                    <a:cubicBezTo>
                      <a:pt x="5" y="4"/>
                      <a:pt x="0" y="7"/>
                      <a:pt x="1" y="10"/>
                    </a:cubicBezTo>
                    <a:cubicBezTo>
                      <a:pt x="2" y="12"/>
                      <a:pt x="4" y="12"/>
                      <a:pt x="5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7" name="Freeform 651">
                <a:extLst>
                  <a:ext uri="{FF2B5EF4-FFF2-40B4-BE49-F238E27FC236}">
                    <a16:creationId xmlns:a16="http://schemas.microsoft.com/office/drawing/2014/main" id="{9981214F-CC85-4E8A-8859-AC7B9F2E7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968"/>
                <a:ext cx="20" cy="35"/>
              </a:xfrm>
              <a:custGeom>
                <a:avLst/>
                <a:gdLst>
                  <a:gd name="T0" fmla="*/ 83 w 8"/>
                  <a:gd name="T1" fmla="*/ 232 h 13"/>
                  <a:gd name="T2" fmla="*/ 63 w 8"/>
                  <a:gd name="T3" fmla="*/ 0 h 13"/>
                  <a:gd name="T4" fmla="*/ 50 w 8"/>
                  <a:gd name="T5" fmla="*/ 253 h 13"/>
                  <a:gd name="T6" fmla="*/ 83 w 8"/>
                  <a:gd name="T7" fmla="*/ 23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5" y="12"/>
                    </a:moveTo>
                    <a:cubicBezTo>
                      <a:pt x="6" y="10"/>
                      <a:pt x="8" y="0"/>
                      <a:pt x="4" y="0"/>
                    </a:cubicBezTo>
                    <a:cubicBezTo>
                      <a:pt x="0" y="1"/>
                      <a:pt x="1" y="11"/>
                      <a:pt x="3" y="13"/>
                    </a:cubicBezTo>
                    <a:cubicBezTo>
                      <a:pt x="4" y="13"/>
                      <a:pt x="5" y="13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8" name="Freeform 652">
                <a:extLst>
                  <a:ext uri="{FF2B5EF4-FFF2-40B4-BE49-F238E27FC236}">
                    <a16:creationId xmlns:a16="http://schemas.microsoft.com/office/drawing/2014/main" id="{50C37250-25CD-41F2-AA41-438BFCDBC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97"/>
                <a:ext cx="17" cy="38"/>
              </a:xfrm>
              <a:custGeom>
                <a:avLst/>
                <a:gdLst>
                  <a:gd name="T0" fmla="*/ 100 w 7"/>
                  <a:gd name="T1" fmla="*/ 176 h 14"/>
                  <a:gd name="T2" fmla="*/ 0 w 7"/>
                  <a:gd name="T3" fmla="*/ 141 h 14"/>
                  <a:gd name="T4" fmla="*/ 41 w 7"/>
                  <a:gd name="T5" fmla="*/ 3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9"/>
                    </a:moveTo>
                    <a:cubicBezTo>
                      <a:pt x="6" y="14"/>
                      <a:pt x="1" y="9"/>
                      <a:pt x="0" y="7"/>
                    </a:cubicBezTo>
                    <a:cubicBezTo>
                      <a:pt x="0" y="5"/>
                      <a:pt x="0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9" name="Freeform 653">
                <a:extLst>
                  <a:ext uri="{FF2B5EF4-FFF2-40B4-BE49-F238E27FC236}">
                    <a16:creationId xmlns:a16="http://schemas.microsoft.com/office/drawing/2014/main" id="{BE4EA4D6-A804-4C43-9D91-A176AA959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016"/>
                <a:ext cx="25" cy="48"/>
              </a:xfrm>
              <a:custGeom>
                <a:avLst/>
                <a:gdLst>
                  <a:gd name="T0" fmla="*/ 0 w 10"/>
                  <a:gd name="T1" fmla="*/ 115 h 18"/>
                  <a:gd name="T2" fmla="*/ 145 w 10"/>
                  <a:gd name="T3" fmla="*/ 205 h 18"/>
                  <a:gd name="T4" fmla="*/ 0 w 10"/>
                  <a:gd name="T5" fmla="*/ 1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6"/>
                    </a:moveTo>
                    <a:cubicBezTo>
                      <a:pt x="0" y="9"/>
                      <a:pt x="8" y="18"/>
                      <a:pt x="9" y="11"/>
                    </a:cubicBezTo>
                    <a:cubicBezTo>
                      <a:pt x="10" y="7"/>
                      <a:pt x="1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0" name="Freeform 654">
                <a:extLst>
                  <a:ext uri="{FF2B5EF4-FFF2-40B4-BE49-F238E27FC236}">
                    <a16:creationId xmlns:a16="http://schemas.microsoft.com/office/drawing/2014/main" id="{DD862268-A65D-4D20-A3B4-3EE3A0510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013"/>
                <a:ext cx="25" cy="40"/>
              </a:xfrm>
              <a:custGeom>
                <a:avLst/>
                <a:gdLst>
                  <a:gd name="T0" fmla="*/ 145 w 10"/>
                  <a:gd name="T1" fmla="*/ 149 h 15"/>
                  <a:gd name="T2" fmla="*/ 125 w 10"/>
                  <a:gd name="T3" fmla="*/ 56 h 15"/>
                  <a:gd name="T4" fmla="*/ 50 w 10"/>
                  <a:gd name="T5" fmla="*/ 77 h 15"/>
                  <a:gd name="T6" fmla="*/ 158 w 10"/>
                  <a:gd name="T7" fmla="*/ 19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9" y="8"/>
                    </a:moveTo>
                    <a:cubicBezTo>
                      <a:pt x="9" y="7"/>
                      <a:pt x="9" y="5"/>
                      <a:pt x="8" y="3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0" y="11"/>
                      <a:pt x="10" y="15"/>
                      <a:pt x="1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1" name="Freeform 655">
                <a:extLst>
                  <a:ext uri="{FF2B5EF4-FFF2-40B4-BE49-F238E27FC236}">
                    <a16:creationId xmlns:a16="http://schemas.microsoft.com/office/drawing/2014/main" id="{93122622-0F21-4F9C-92E5-F8AA23B1F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95"/>
                <a:ext cx="23" cy="26"/>
              </a:xfrm>
              <a:custGeom>
                <a:avLst/>
                <a:gdLst>
                  <a:gd name="T0" fmla="*/ 97 w 9"/>
                  <a:gd name="T1" fmla="*/ 143 h 10"/>
                  <a:gd name="T2" fmla="*/ 84 w 9"/>
                  <a:gd name="T3" fmla="*/ 0 h 10"/>
                  <a:gd name="T4" fmla="*/ 66 w 9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8"/>
                    </a:moveTo>
                    <a:cubicBezTo>
                      <a:pt x="7" y="6"/>
                      <a:pt x="9" y="0"/>
                      <a:pt x="5" y="0"/>
                    </a:cubicBezTo>
                    <a:cubicBezTo>
                      <a:pt x="1" y="1"/>
                      <a:pt x="0" y="10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2" name="Freeform 656">
                <a:extLst>
                  <a:ext uri="{FF2B5EF4-FFF2-40B4-BE49-F238E27FC236}">
                    <a16:creationId xmlns:a16="http://schemas.microsoft.com/office/drawing/2014/main" id="{3728429C-E955-4885-BECE-E0C94DCAF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73"/>
                <a:ext cx="28" cy="22"/>
              </a:xfrm>
              <a:custGeom>
                <a:avLst/>
                <a:gdLst>
                  <a:gd name="T0" fmla="*/ 150 w 11"/>
                  <a:gd name="T1" fmla="*/ 107 h 8"/>
                  <a:gd name="T2" fmla="*/ 20 w 11"/>
                  <a:gd name="T3" fmla="*/ 129 h 8"/>
                  <a:gd name="T4" fmla="*/ 181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9" y="5"/>
                    </a:moveTo>
                    <a:cubicBezTo>
                      <a:pt x="8" y="7"/>
                      <a:pt x="2" y="8"/>
                      <a:pt x="1" y="6"/>
                    </a:cubicBezTo>
                    <a:cubicBezTo>
                      <a:pt x="0" y="3"/>
                      <a:pt x="9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3" name="Freeform 657">
                <a:extLst>
                  <a:ext uri="{FF2B5EF4-FFF2-40B4-BE49-F238E27FC236}">
                    <a16:creationId xmlns:a16="http://schemas.microsoft.com/office/drawing/2014/main" id="{588C99C2-012A-47A5-AEBD-910F6101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1989"/>
                <a:ext cx="25" cy="35"/>
              </a:xfrm>
              <a:custGeom>
                <a:avLst/>
                <a:gdLst>
                  <a:gd name="T0" fmla="*/ 145 w 10"/>
                  <a:gd name="T1" fmla="*/ 159 h 13"/>
                  <a:gd name="T2" fmla="*/ 158 w 10"/>
                  <a:gd name="T3" fmla="*/ 59 h 13"/>
                  <a:gd name="T4" fmla="*/ 63 w 10"/>
                  <a:gd name="T5" fmla="*/ 35 h 13"/>
                  <a:gd name="T6" fmla="*/ 50 w 10"/>
                  <a:gd name="T7" fmla="*/ 232 h 13"/>
                  <a:gd name="T8" fmla="*/ 125 w 10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9" y="8"/>
                    </a:moveTo>
                    <a:cubicBezTo>
                      <a:pt x="9" y="7"/>
                      <a:pt x="10" y="5"/>
                      <a:pt x="10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4"/>
                      <a:pt x="0" y="10"/>
                      <a:pt x="3" y="12"/>
                    </a:cubicBezTo>
                    <a:cubicBezTo>
                      <a:pt x="4" y="13"/>
                      <a:pt x="9" y="11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4" name="Freeform 658">
                <a:extLst>
                  <a:ext uri="{FF2B5EF4-FFF2-40B4-BE49-F238E27FC236}">
                    <a16:creationId xmlns:a16="http://schemas.microsoft.com/office/drawing/2014/main" id="{75116A00-7558-426E-BDF1-9462D5644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125"/>
                <a:ext cx="25" cy="32"/>
              </a:xfrm>
              <a:custGeom>
                <a:avLst/>
                <a:gdLst>
                  <a:gd name="T0" fmla="*/ 113 w 10"/>
                  <a:gd name="T1" fmla="*/ 205 h 12"/>
                  <a:gd name="T2" fmla="*/ 63 w 10"/>
                  <a:gd name="T3" fmla="*/ 21 h 12"/>
                  <a:gd name="T4" fmla="*/ 95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7" y="11"/>
                    </a:moveTo>
                    <a:cubicBezTo>
                      <a:pt x="10" y="8"/>
                      <a:pt x="6" y="0"/>
                      <a:pt x="4" y="1"/>
                    </a:cubicBezTo>
                    <a:cubicBezTo>
                      <a:pt x="0" y="2"/>
                      <a:pt x="3" y="11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5" name="Freeform 659">
                <a:extLst>
                  <a:ext uri="{FF2B5EF4-FFF2-40B4-BE49-F238E27FC236}">
                    <a16:creationId xmlns:a16="http://schemas.microsoft.com/office/drawing/2014/main" id="{ADD20B1F-BFDC-4579-9835-BA11DCE1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104"/>
                <a:ext cx="20" cy="24"/>
              </a:xfrm>
              <a:custGeom>
                <a:avLst/>
                <a:gdLst>
                  <a:gd name="T0" fmla="*/ 0 w 8"/>
                  <a:gd name="T1" fmla="*/ 171 h 9"/>
                  <a:gd name="T2" fmla="*/ 125 w 8"/>
                  <a:gd name="T3" fmla="*/ 56 h 9"/>
                  <a:gd name="T4" fmla="*/ 125 w 8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1" y="6"/>
                      <a:pt x="3" y="0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6" name="Freeform 660">
                <a:extLst>
                  <a:ext uri="{FF2B5EF4-FFF2-40B4-BE49-F238E27FC236}">
                    <a16:creationId xmlns:a16="http://schemas.microsoft.com/office/drawing/2014/main" id="{8BDD8BD6-E57D-4C6B-8538-663623C9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085"/>
                <a:ext cx="35" cy="32"/>
              </a:xfrm>
              <a:custGeom>
                <a:avLst/>
                <a:gdLst>
                  <a:gd name="T0" fmla="*/ 95 w 14"/>
                  <a:gd name="T1" fmla="*/ 192 h 12"/>
                  <a:gd name="T2" fmla="*/ 95 w 14"/>
                  <a:gd name="T3" fmla="*/ 56 h 12"/>
                  <a:gd name="T4" fmla="*/ 20 w 14"/>
                  <a:gd name="T5" fmla="*/ 192 h 12"/>
                  <a:gd name="T6" fmla="*/ 83 w 14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6" y="10"/>
                    </a:moveTo>
                    <a:cubicBezTo>
                      <a:pt x="9" y="8"/>
                      <a:pt x="14" y="0"/>
                      <a:pt x="6" y="3"/>
                    </a:cubicBezTo>
                    <a:cubicBezTo>
                      <a:pt x="5" y="4"/>
                      <a:pt x="0" y="7"/>
                      <a:pt x="1" y="10"/>
                    </a:cubicBezTo>
                    <a:cubicBezTo>
                      <a:pt x="2" y="12"/>
                      <a:pt x="4" y="12"/>
                      <a:pt x="5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7" name="Freeform 661">
                <a:extLst>
                  <a:ext uri="{FF2B5EF4-FFF2-40B4-BE49-F238E27FC236}">
                    <a16:creationId xmlns:a16="http://schemas.microsoft.com/office/drawing/2014/main" id="{B91B343F-D658-406F-B04F-276720D9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093"/>
                <a:ext cx="20" cy="35"/>
              </a:xfrm>
              <a:custGeom>
                <a:avLst/>
                <a:gdLst>
                  <a:gd name="T0" fmla="*/ 83 w 8"/>
                  <a:gd name="T1" fmla="*/ 232 h 13"/>
                  <a:gd name="T2" fmla="*/ 63 w 8"/>
                  <a:gd name="T3" fmla="*/ 0 h 13"/>
                  <a:gd name="T4" fmla="*/ 50 w 8"/>
                  <a:gd name="T5" fmla="*/ 253 h 13"/>
                  <a:gd name="T6" fmla="*/ 83 w 8"/>
                  <a:gd name="T7" fmla="*/ 23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5" y="12"/>
                    </a:moveTo>
                    <a:cubicBezTo>
                      <a:pt x="6" y="10"/>
                      <a:pt x="8" y="0"/>
                      <a:pt x="4" y="0"/>
                    </a:cubicBezTo>
                    <a:cubicBezTo>
                      <a:pt x="0" y="1"/>
                      <a:pt x="1" y="11"/>
                      <a:pt x="3" y="13"/>
                    </a:cubicBezTo>
                    <a:cubicBezTo>
                      <a:pt x="4" y="13"/>
                      <a:pt x="5" y="13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8" name="Freeform 662">
                <a:extLst>
                  <a:ext uri="{FF2B5EF4-FFF2-40B4-BE49-F238E27FC236}">
                    <a16:creationId xmlns:a16="http://schemas.microsoft.com/office/drawing/2014/main" id="{2FC1B5D3-70FA-4871-9604-D8CD4B369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123"/>
                <a:ext cx="18" cy="37"/>
              </a:xfrm>
              <a:custGeom>
                <a:avLst/>
                <a:gdLst>
                  <a:gd name="T0" fmla="*/ 118 w 7"/>
                  <a:gd name="T1" fmla="*/ 167 h 14"/>
                  <a:gd name="T2" fmla="*/ 0 w 7"/>
                  <a:gd name="T3" fmla="*/ 132 h 14"/>
                  <a:gd name="T4" fmla="*/ 54 w 7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9"/>
                    </a:moveTo>
                    <a:cubicBezTo>
                      <a:pt x="6" y="14"/>
                      <a:pt x="1" y="9"/>
                      <a:pt x="0" y="7"/>
                    </a:cubicBezTo>
                    <a:cubicBezTo>
                      <a:pt x="0" y="5"/>
                      <a:pt x="0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9" name="Freeform 663">
                <a:extLst>
                  <a:ext uri="{FF2B5EF4-FFF2-40B4-BE49-F238E27FC236}">
                    <a16:creationId xmlns:a16="http://schemas.microsoft.com/office/drawing/2014/main" id="{E8360218-0462-49EF-9260-57E721981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141"/>
                <a:ext cx="25" cy="48"/>
              </a:xfrm>
              <a:custGeom>
                <a:avLst/>
                <a:gdLst>
                  <a:gd name="T0" fmla="*/ 0 w 10"/>
                  <a:gd name="T1" fmla="*/ 115 h 18"/>
                  <a:gd name="T2" fmla="*/ 145 w 10"/>
                  <a:gd name="T3" fmla="*/ 205 h 18"/>
                  <a:gd name="T4" fmla="*/ 0 w 10"/>
                  <a:gd name="T5" fmla="*/ 1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6"/>
                    </a:moveTo>
                    <a:cubicBezTo>
                      <a:pt x="0" y="9"/>
                      <a:pt x="8" y="18"/>
                      <a:pt x="9" y="11"/>
                    </a:cubicBezTo>
                    <a:cubicBezTo>
                      <a:pt x="10" y="7"/>
                      <a:pt x="1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0" name="Freeform 664">
                <a:extLst>
                  <a:ext uri="{FF2B5EF4-FFF2-40B4-BE49-F238E27FC236}">
                    <a16:creationId xmlns:a16="http://schemas.microsoft.com/office/drawing/2014/main" id="{713F801D-1394-4421-A7F5-F320C6DC7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139"/>
                <a:ext cx="25" cy="40"/>
              </a:xfrm>
              <a:custGeom>
                <a:avLst/>
                <a:gdLst>
                  <a:gd name="T0" fmla="*/ 145 w 10"/>
                  <a:gd name="T1" fmla="*/ 149 h 15"/>
                  <a:gd name="T2" fmla="*/ 125 w 10"/>
                  <a:gd name="T3" fmla="*/ 56 h 15"/>
                  <a:gd name="T4" fmla="*/ 50 w 10"/>
                  <a:gd name="T5" fmla="*/ 77 h 15"/>
                  <a:gd name="T6" fmla="*/ 158 w 10"/>
                  <a:gd name="T7" fmla="*/ 19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9" y="8"/>
                    </a:moveTo>
                    <a:cubicBezTo>
                      <a:pt x="9" y="7"/>
                      <a:pt x="9" y="5"/>
                      <a:pt x="8" y="3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0" y="11"/>
                      <a:pt x="10" y="15"/>
                      <a:pt x="1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1" name="Freeform 665">
                <a:extLst>
                  <a:ext uri="{FF2B5EF4-FFF2-40B4-BE49-F238E27FC236}">
                    <a16:creationId xmlns:a16="http://schemas.microsoft.com/office/drawing/2014/main" id="{657EFF81-A8C1-476F-BFEA-DA82B8FCE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20"/>
                <a:ext cx="22" cy="27"/>
              </a:xfrm>
              <a:custGeom>
                <a:avLst/>
                <a:gdLst>
                  <a:gd name="T0" fmla="*/ 90 w 9"/>
                  <a:gd name="T1" fmla="*/ 159 h 10"/>
                  <a:gd name="T2" fmla="*/ 71 w 9"/>
                  <a:gd name="T3" fmla="*/ 0 h 10"/>
                  <a:gd name="T4" fmla="*/ 59 w 9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8"/>
                    </a:moveTo>
                    <a:cubicBezTo>
                      <a:pt x="7" y="6"/>
                      <a:pt x="9" y="0"/>
                      <a:pt x="5" y="0"/>
                    </a:cubicBezTo>
                    <a:cubicBezTo>
                      <a:pt x="1" y="1"/>
                      <a:pt x="0" y="10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2" name="Freeform 666">
                <a:extLst>
                  <a:ext uri="{FF2B5EF4-FFF2-40B4-BE49-F238E27FC236}">
                    <a16:creationId xmlns:a16="http://schemas.microsoft.com/office/drawing/2014/main" id="{8CB16C1E-8294-4507-A02E-39A770116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099"/>
                <a:ext cx="27" cy="21"/>
              </a:xfrm>
              <a:custGeom>
                <a:avLst/>
                <a:gdLst>
                  <a:gd name="T0" fmla="*/ 133 w 11"/>
                  <a:gd name="T1" fmla="*/ 89 h 8"/>
                  <a:gd name="T2" fmla="*/ 12 w 11"/>
                  <a:gd name="T3" fmla="*/ 110 h 8"/>
                  <a:gd name="T4" fmla="*/ 162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9" y="5"/>
                    </a:moveTo>
                    <a:cubicBezTo>
                      <a:pt x="8" y="7"/>
                      <a:pt x="2" y="8"/>
                      <a:pt x="1" y="6"/>
                    </a:cubicBezTo>
                    <a:cubicBezTo>
                      <a:pt x="0" y="3"/>
                      <a:pt x="9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3" name="Freeform 667">
                <a:extLst>
                  <a:ext uri="{FF2B5EF4-FFF2-40B4-BE49-F238E27FC236}">
                    <a16:creationId xmlns:a16="http://schemas.microsoft.com/office/drawing/2014/main" id="{485EB824-F4E5-4E69-950A-CABC8F2AE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115"/>
                <a:ext cx="25" cy="34"/>
              </a:xfrm>
              <a:custGeom>
                <a:avLst/>
                <a:gdLst>
                  <a:gd name="T0" fmla="*/ 145 w 10"/>
                  <a:gd name="T1" fmla="*/ 144 h 13"/>
                  <a:gd name="T2" fmla="*/ 158 w 10"/>
                  <a:gd name="T3" fmla="*/ 55 h 13"/>
                  <a:gd name="T4" fmla="*/ 63 w 10"/>
                  <a:gd name="T5" fmla="*/ 34 h 13"/>
                  <a:gd name="T6" fmla="*/ 50 w 10"/>
                  <a:gd name="T7" fmla="*/ 212 h 13"/>
                  <a:gd name="T8" fmla="*/ 125 w 10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9" y="8"/>
                    </a:moveTo>
                    <a:cubicBezTo>
                      <a:pt x="9" y="7"/>
                      <a:pt x="10" y="5"/>
                      <a:pt x="10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4"/>
                      <a:pt x="0" y="10"/>
                      <a:pt x="3" y="12"/>
                    </a:cubicBezTo>
                    <a:cubicBezTo>
                      <a:pt x="4" y="13"/>
                      <a:pt x="9" y="11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4" name="Freeform 668">
                <a:extLst>
                  <a:ext uri="{FF2B5EF4-FFF2-40B4-BE49-F238E27FC236}">
                    <a16:creationId xmlns:a16="http://schemas.microsoft.com/office/drawing/2014/main" id="{811E144C-93E5-4358-9682-7AC4745F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203"/>
                <a:ext cx="25" cy="32"/>
              </a:xfrm>
              <a:custGeom>
                <a:avLst/>
                <a:gdLst>
                  <a:gd name="T0" fmla="*/ 125 w 10"/>
                  <a:gd name="T1" fmla="*/ 205 h 12"/>
                  <a:gd name="T2" fmla="*/ 63 w 10"/>
                  <a:gd name="T3" fmla="*/ 21 h 12"/>
                  <a:gd name="T4" fmla="*/ 113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11"/>
                    </a:moveTo>
                    <a:cubicBezTo>
                      <a:pt x="10" y="9"/>
                      <a:pt x="7" y="0"/>
                      <a:pt x="4" y="1"/>
                    </a:cubicBezTo>
                    <a:cubicBezTo>
                      <a:pt x="0" y="3"/>
                      <a:pt x="4" y="11"/>
                      <a:pt x="7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5" name="Freeform 669">
                <a:extLst>
                  <a:ext uri="{FF2B5EF4-FFF2-40B4-BE49-F238E27FC236}">
                    <a16:creationId xmlns:a16="http://schemas.microsoft.com/office/drawing/2014/main" id="{700845D8-9CCF-42DD-8E83-6214401AB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184"/>
                <a:ext cx="18" cy="21"/>
              </a:xfrm>
              <a:custGeom>
                <a:avLst/>
                <a:gdLst>
                  <a:gd name="T0" fmla="*/ 0 w 7"/>
                  <a:gd name="T1" fmla="*/ 144 h 8"/>
                  <a:gd name="T2" fmla="*/ 118 w 7"/>
                  <a:gd name="T3" fmla="*/ 55 h 8"/>
                  <a:gd name="T4" fmla="*/ 118 w 7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3" y="0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6" name="Freeform 670">
                <a:extLst>
                  <a:ext uri="{FF2B5EF4-FFF2-40B4-BE49-F238E27FC236}">
                    <a16:creationId xmlns:a16="http://schemas.microsoft.com/office/drawing/2014/main" id="{427B8C3F-B3E0-4DFA-8C46-925B751BA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65"/>
                <a:ext cx="33" cy="30"/>
              </a:xfrm>
              <a:custGeom>
                <a:avLst/>
                <a:gdLst>
                  <a:gd name="T0" fmla="*/ 96 w 13"/>
                  <a:gd name="T1" fmla="*/ 185 h 11"/>
                  <a:gd name="T2" fmla="*/ 96 w 13"/>
                  <a:gd name="T3" fmla="*/ 60 h 11"/>
                  <a:gd name="T4" fmla="*/ 20 w 13"/>
                  <a:gd name="T5" fmla="*/ 202 h 11"/>
                  <a:gd name="T6" fmla="*/ 63 w 13"/>
                  <a:gd name="T7" fmla="*/ 20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6" y="9"/>
                    </a:moveTo>
                    <a:cubicBezTo>
                      <a:pt x="9" y="7"/>
                      <a:pt x="13" y="0"/>
                      <a:pt x="6" y="3"/>
                    </a:cubicBezTo>
                    <a:cubicBezTo>
                      <a:pt x="4" y="3"/>
                      <a:pt x="0" y="7"/>
                      <a:pt x="1" y="10"/>
                    </a:cubicBezTo>
                    <a:cubicBezTo>
                      <a:pt x="1" y="11"/>
                      <a:pt x="3" y="11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7" name="Freeform 671">
                <a:extLst>
                  <a:ext uri="{FF2B5EF4-FFF2-40B4-BE49-F238E27FC236}">
                    <a16:creationId xmlns:a16="http://schemas.microsoft.com/office/drawing/2014/main" id="{EB20DDB2-0A6C-4070-81B7-24E50750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173"/>
                <a:ext cx="18" cy="35"/>
              </a:xfrm>
              <a:custGeom>
                <a:avLst/>
                <a:gdLst>
                  <a:gd name="T0" fmla="*/ 85 w 7"/>
                  <a:gd name="T1" fmla="*/ 218 h 13"/>
                  <a:gd name="T2" fmla="*/ 67 w 7"/>
                  <a:gd name="T3" fmla="*/ 0 h 13"/>
                  <a:gd name="T4" fmla="*/ 54 w 7"/>
                  <a:gd name="T5" fmla="*/ 253 h 13"/>
                  <a:gd name="T6" fmla="*/ 85 w 7"/>
                  <a:gd name="T7" fmla="*/ 23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5" y="11"/>
                    </a:moveTo>
                    <a:cubicBezTo>
                      <a:pt x="6" y="10"/>
                      <a:pt x="7" y="0"/>
                      <a:pt x="4" y="0"/>
                    </a:cubicBezTo>
                    <a:cubicBezTo>
                      <a:pt x="0" y="0"/>
                      <a:pt x="0" y="11"/>
                      <a:pt x="3" y="13"/>
                    </a:cubicBezTo>
                    <a:cubicBezTo>
                      <a:pt x="3" y="13"/>
                      <a:pt x="4" y="13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8" name="Freeform 672">
                <a:extLst>
                  <a:ext uri="{FF2B5EF4-FFF2-40B4-BE49-F238E27FC236}">
                    <a16:creationId xmlns:a16="http://schemas.microsoft.com/office/drawing/2014/main" id="{8933F173-0DF2-4F64-BED8-53479EDB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200"/>
                <a:ext cx="20" cy="40"/>
              </a:xfrm>
              <a:custGeom>
                <a:avLst/>
                <a:gdLst>
                  <a:gd name="T0" fmla="*/ 125 w 8"/>
                  <a:gd name="T1" fmla="*/ 192 h 15"/>
                  <a:gd name="T2" fmla="*/ 20 w 8"/>
                  <a:gd name="T3" fmla="*/ 136 h 15"/>
                  <a:gd name="T4" fmla="*/ 50 w 8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10"/>
                    </a:moveTo>
                    <a:cubicBezTo>
                      <a:pt x="7" y="15"/>
                      <a:pt x="2" y="10"/>
                      <a:pt x="1" y="7"/>
                    </a:cubicBezTo>
                    <a:cubicBezTo>
                      <a:pt x="1" y="6"/>
                      <a:pt x="0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9" name="Freeform 673">
                <a:extLst>
                  <a:ext uri="{FF2B5EF4-FFF2-40B4-BE49-F238E27FC236}">
                    <a16:creationId xmlns:a16="http://schemas.microsoft.com/office/drawing/2014/main" id="{51B74049-4A5F-4A8B-8333-132B08000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221"/>
                <a:ext cx="22" cy="46"/>
              </a:xfrm>
              <a:custGeom>
                <a:avLst/>
                <a:gdLst>
                  <a:gd name="T0" fmla="*/ 0 w 9"/>
                  <a:gd name="T1" fmla="*/ 116 h 17"/>
                  <a:gd name="T2" fmla="*/ 132 w 9"/>
                  <a:gd name="T3" fmla="*/ 219 h 17"/>
                  <a:gd name="T4" fmla="*/ 0 w 9"/>
                  <a:gd name="T5" fmla="*/ 10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0" y="6"/>
                    </a:moveTo>
                    <a:cubicBezTo>
                      <a:pt x="0" y="9"/>
                      <a:pt x="8" y="17"/>
                      <a:pt x="9" y="11"/>
                    </a:cubicBezTo>
                    <a:cubicBezTo>
                      <a:pt x="9" y="7"/>
                      <a:pt x="1" y="0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0" name="Freeform 674">
                <a:extLst>
                  <a:ext uri="{FF2B5EF4-FFF2-40B4-BE49-F238E27FC236}">
                    <a16:creationId xmlns:a16="http://schemas.microsoft.com/office/drawing/2014/main" id="{3C1DAF0F-4C48-455A-99F7-E907A02EE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19"/>
                <a:ext cx="28" cy="40"/>
              </a:xfrm>
              <a:custGeom>
                <a:avLst/>
                <a:gdLst>
                  <a:gd name="T0" fmla="*/ 163 w 11"/>
                  <a:gd name="T1" fmla="*/ 149 h 15"/>
                  <a:gd name="T2" fmla="*/ 150 w 11"/>
                  <a:gd name="T3" fmla="*/ 56 h 15"/>
                  <a:gd name="T4" fmla="*/ 51 w 11"/>
                  <a:gd name="T5" fmla="*/ 77 h 15"/>
                  <a:gd name="T6" fmla="*/ 163 w 11"/>
                  <a:gd name="T7" fmla="*/ 17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10" y="8"/>
                    </a:moveTo>
                    <a:cubicBezTo>
                      <a:pt x="10" y="7"/>
                      <a:pt x="10" y="4"/>
                      <a:pt x="9" y="3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0" y="11"/>
                      <a:pt x="11" y="15"/>
                      <a:pt x="10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1" name="Freeform 675">
                <a:extLst>
                  <a:ext uri="{FF2B5EF4-FFF2-40B4-BE49-F238E27FC236}">
                    <a16:creationId xmlns:a16="http://schemas.microsoft.com/office/drawing/2014/main" id="{E90E4932-159C-4E39-B71C-754ED77DD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200"/>
                <a:ext cx="25" cy="27"/>
              </a:xfrm>
              <a:custGeom>
                <a:avLst/>
                <a:gdLst>
                  <a:gd name="T0" fmla="*/ 95 w 10"/>
                  <a:gd name="T1" fmla="*/ 159 h 10"/>
                  <a:gd name="T2" fmla="*/ 95 w 10"/>
                  <a:gd name="T3" fmla="*/ 0 h 10"/>
                  <a:gd name="T4" fmla="*/ 63 w 10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8"/>
                    </a:moveTo>
                    <a:cubicBezTo>
                      <a:pt x="7" y="6"/>
                      <a:pt x="10" y="0"/>
                      <a:pt x="6" y="0"/>
                    </a:cubicBezTo>
                    <a:cubicBezTo>
                      <a:pt x="2" y="0"/>
                      <a:pt x="0" y="10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2" name="Freeform 676">
                <a:extLst>
                  <a:ext uri="{FF2B5EF4-FFF2-40B4-BE49-F238E27FC236}">
                    <a16:creationId xmlns:a16="http://schemas.microsoft.com/office/drawing/2014/main" id="{706C18C5-8738-402C-A712-1600EE8C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176"/>
                <a:ext cx="25" cy="24"/>
              </a:xfrm>
              <a:custGeom>
                <a:avLst/>
                <a:gdLst>
                  <a:gd name="T0" fmla="*/ 125 w 10"/>
                  <a:gd name="T1" fmla="*/ 115 h 9"/>
                  <a:gd name="T2" fmla="*/ 20 w 10"/>
                  <a:gd name="T3" fmla="*/ 115 h 9"/>
                  <a:gd name="T4" fmla="*/ 158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8" y="6"/>
                    </a:moveTo>
                    <a:cubicBezTo>
                      <a:pt x="7" y="8"/>
                      <a:pt x="1" y="9"/>
                      <a:pt x="1" y="6"/>
                    </a:cubicBezTo>
                    <a:cubicBezTo>
                      <a:pt x="0" y="3"/>
                      <a:pt x="9" y="1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3" name="Freeform 677">
                <a:extLst>
                  <a:ext uri="{FF2B5EF4-FFF2-40B4-BE49-F238E27FC236}">
                    <a16:creationId xmlns:a16="http://schemas.microsoft.com/office/drawing/2014/main" id="{B51E6816-3708-4BD8-9D44-C317CC8D3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195"/>
                <a:ext cx="25" cy="34"/>
              </a:xfrm>
              <a:custGeom>
                <a:avLst/>
                <a:gdLst>
                  <a:gd name="T0" fmla="*/ 125 w 10"/>
                  <a:gd name="T1" fmla="*/ 144 h 13"/>
                  <a:gd name="T2" fmla="*/ 145 w 10"/>
                  <a:gd name="T3" fmla="*/ 55 h 13"/>
                  <a:gd name="T4" fmla="*/ 63 w 10"/>
                  <a:gd name="T5" fmla="*/ 34 h 13"/>
                  <a:gd name="T6" fmla="*/ 33 w 10"/>
                  <a:gd name="T7" fmla="*/ 212 h 13"/>
                  <a:gd name="T8" fmla="*/ 125 w 10"/>
                  <a:gd name="T9" fmla="*/ 1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8" y="8"/>
                    </a:moveTo>
                    <a:cubicBezTo>
                      <a:pt x="9" y="6"/>
                      <a:pt x="10" y="5"/>
                      <a:pt x="9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4"/>
                      <a:pt x="0" y="9"/>
                      <a:pt x="2" y="12"/>
                    </a:cubicBezTo>
                    <a:cubicBezTo>
                      <a:pt x="4" y="13"/>
                      <a:pt x="8" y="11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4" name="Freeform 678">
                <a:extLst>
                  <a:ext uri="{FF2B5EF4-FFF2-40B4-BE49-F238E27FC236}">
                    <a16:creationId xmlns:a16="http://schemas.microsoft.com/office/drawing/2014/main" id="{96FF4460-17B7-4A92-918F-B311C69FE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149"/>
                <a:ext cx="20" cy="35"/>
              </a:xfrm>
              <a:custGeom>
                <a:avLst/>
                <a:gdLst>
                  <a:gd name="T0" fmla="*/ 113 w 8"/>
                  <a:gd name="T1" fmla="*/ 59 h 13"/>
                  <a:gd name="T2" fmla="*/ 63 w 8"/>
                  <a:gd name="T3" fmla="*/ 253 h 13"/>
                  <a:gd name="T4" fmla="*/ 125 w 8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7" y="3"/>
                    </a:moveTo>
                    <a:cubicBezTo>
                      <a:pt x="2" y="0"/>
                      <a:pt x="0" y="12"/>
                      <a:pt x="4" y="13"/>
                    </a:cubicBezTo>
                    <a:cubicBezTo>
                      <a:pt x="7" y="13"/>
                      <a:pt x="8" y="5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5" name="Freeform 679">
                <a:extLst>
                  <a:ext uri="{FF2B5EF4-FFF2-40B4-BE49-F238E27FC236}">
                    <a16:creationId xmlns:a16="http://schemas.microsoft.com/office/drawing/2014/main" id="{4DCEB4B8-75BD-4C2B-A0BE-7314732E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165"/>
                <a:ext cx="23" cy="32"/>
              </a:xfrm>
              <a:custGeom>
                <a:avLst/>
                <a:gdLst>
                  <a:gd name="T0" fmla="*/ 97 w 9"/>
                  <a:gd name="T1" fmla="*/ 205 h 12"/>
                  <a:gd name="T2" fmla="*/ 51 w 9"/>
                  <a:gd name="T3" fmla="*/ 35 h 12"/>
                  <a:gd name="T4" fmla="*/ 151 w 9"/>
                  <a:gd name="T5" fmla="*/ 227 h 12"/>
                  <a:gd name="T6" fmla="*/ 130 w 9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6" y="11"/>
                    </a:moveTo>
                    <a:cubicBezTo>
                      <a:pt x="2" y="11"/>
                      <a:pt x="0" y="3"/>
                      <a:pt x="3" y="2"/>
                    </a:cubicBezTo>
                    <a:cubicBezTo>
                      <a:pt x="8" y="0"/>
                      <a:pt x="9" y="9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6" name="Freeform 680">
                <a:extLst>
                  <a:ext uri="{FF2B5EF4-FFF2-40B4-BE49-F238E27FC236}">
                    <a16:creationId xmlns:a16="http://schemas.microsoft.com/office/drawing/2014/main" id="{ECA6779D-BAEB-4D47-B559-8B5DF6B51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136"/>
                <a:ext cx="20" cy="35"/>
              </a:xfrm>
              <a:custGeom>
                <a:avLst/>
                <a:gdLst>
                  <a:gd name="T0" fmla="*/ 0 w 8"/>
                  <a:gd name="T1" fmla="*/ 159 h 13"/>
                  <a:gd name="T2" fmla="*/ 50 w 8"/>
                  <a:gd name="T3" fmla="*/ 232 h 13"/>
                  <a:gd name="T4" fmla="*/ 125 w 8"/>
                  <a:gd name="T5" fmla="*/ 137 h 13"/>
                  <a:gd name="T6" fmla="*/ 83 w 8"/>
                  <a:gd name="T7" fmla="*/ 22 h 13"/>
                  <a:gd name="T8" fmla="*/ 20 w 8"/>
                  <a:gd name="T9" fmla="*/ 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8"/>
                    </a:moveTo>
                    <a:cubicBezTo>
                      <a:pt x="0" y="9"/>
                      <a:pt x="1" y="12"/>
                      <a:pt x="3" y="12"/>
                    </a:cubicBezTo>
                    <a:cubicBezTo>
                      <a:pt x="6" y="13"/>
                      <a:pt x="8" y="9"/>
                      <a:pt x="8" y="7"/>
                    </a:cubicBezTo>
                    <a:cubicBezTo>
                      <a:pt x="8" y="4"/>
                      <a:pt x="8" y="0"/>
                      <a:pt x="5" y="1"/>
                    </a:cubicBezTo>
                    <a:cubicBezTo>
                      <a:pt x="3" y="2"/>
                      <a:pt x="2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7" name="Freeform 681">
                <a:extLst>
                  <a:ext uri="{FF2B5EF4-FFF2-40B4-BE49-F238E27FC236}">
                    <a16:creationId xmlns:a16="http://schemas.microsoft.com/office/drawing/2014/main" id="{0D8C72CB-107B-4B90-ACE5-957B8183A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149"/>
                <a:ext cx="17" cy="32"/>
              </a:xfrm>
              <a:custGeom>
                <a:avLst/>
                <a:gdLst>
                  <a:gd name="T0" fmla="*/ 0 w 7"/>
                  <a:gd name="T1" fmla="*/ 77 h 12"/>
                  <a:gd name="T2" fmla="*/ 100 w 7"/>
                  <a:gd name="T3" fmla="*/ 115 h 12"/>
                  <a:gd name="T4" fmla="*/ 12 w 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4"/>
                    </a:moveTo>
                    <a:cubicBezTo>
                      <a:pt x="3" y="0"/>
                      <a:pt x="7" y="1"/>
                      <a:pt x="7" y="6"/>
                    </a:cubicBezTo>
                    <a:cubicBezTo>
                      <a:pt x="6" y="8"/>
                      <a:pt x="2" y="12"/>
                      <a:pt x="1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8" name="Freeform 682">
                <a:extLst>
                  <a:ext uri="{FF2B5EF4-FFF2-40B4-BE49-F238E27FC236}">
                    <a16:creationId xmlns:a16="http://schemas.microsoft.com/office/drawing/2014/main" id="{928221C8-4C9C-4927-8707-6F6976A19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155"/>
                <a:ext cx="28" cy="34"/>
              </a:xfrm>
              <a:custGeom>
                <a:avLst/>
                <a:gdLst>
                  <a:gd name="T0" fmla="*/ 20 w 11"/>
                  <a:gd name="T1" fmla="*/ 68 h 13"/>
                  <a:gd name="T2" fmla="*/ 163 w 11"/>
                  <a:gd name="T3" fmla="*/ 144 h 13"/>
                  <a:gd name="T4" fmla="*/ 84 w 11"/>
                  <a:gd name="T5" fmla="*/ 0 h 13"/>
                  <a:gd name="T6" fmla="*/ 0 w 11"/>
                  <a:gd name="T7" fmla="*/ 2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" y="4"/>
                    </a:moveTo>
                    <a:cubicBezTo>
                      <a:pt x="1" y="7"/>
                      <a:pt x="7" y="13"/>
                      <a:pt x="10" y="8"/>
                    </a:cubicBezTo>
                    <a:cubicBezTo>
                      <a:pt x="11" y="5"/>
                      <a:pt x="8" y="1"/>
                      <a:pt x="5" y="0"/>
                    </a:cubicBezTo>
                    <a:cubicBezTo>
                      <a:pt x="3" y="0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9" name="Freeform 683">
                <a:extLst>
                  <a:ext uri="{FF2B5EF4-FFF2-40B4-BE49-F238E27FC236}">
                    <a16:creationId xmlns:a16="http://schemas.microsoft.com/office/drawing/2014/main" id="{9A063C56-2BA8-47B9-95ED-E01F2F551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184"/>
                <a:ext cx="17" cy="29"/>
              </a:xfrm>
              <a:custGeom>
                <a:avLst/>
                <a:gdLst>
                  <a:gd name="T0" fmla="*/ 41 w 7"/>
                  <a:gd name="T1" fmla="*/ 21 h 11"/>
                  <a:gd name="T2" fmla="*/ 41 w 7"/>
                  <a:gd name="T3" fmla="*/ 182 h 11"/>
                  <a:gd name="T4" fmla="*/ 70 w 7"/>
                  <a:gd name="T5" fmla="*/ 0 h 11"/>
                  <a:gd name="T6" fmla="*/ 58 w 7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3" y="1"/>
                    </a:moveTo>
                    <a:cubicBezTo>
                      <a:pt x="3" y="3"/>
                      <a:pt x="0" y="8"/>
                      <a:pt x="3" y="10"/>
                    </a:cubicBezTo>
                    <a:cubicBezTo>
                      <a:pt x="7" y="11"/>
                      <a:pt x="6" y="1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0" name="Freeform 684">
                <a:extLst>
                  <a:ext uri="{FF2B5EF4-FFF2-40B4-BE49-F238E27FC236}">
                    <a16:creationId xmlns:a16="http://schemas.microsoft.com/office/drawing/2014/main" id="{C95F5A97-8F47-4FD9-9A19-2039C5B3C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155"/>
                <a:ext cx="28" cy="40"/>
              </a:xfrm>
              <a:custGeom>
                <a:avLst/>
                <a:gdLst>
                  <a:gd name="T0" fmla="*/ 0 w 11"/>
                  <a:gd name="T1" fmla="*/ 115 h 15"/>
                  <a:gd name="T2" fmla="*/ 84 w 11"/>
                  <a:gd name="T3" fmla="*/ 285 h 15"/>
                  <a:gd name="T4" fmla="*/ 20 w 11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6"/>
                    </a:moveTo>
                    <a:cubicBezTo>
                      <a:pt x="0" y="8"/>
                      <a:pt x="1" y="15"/>
                      <a:pt x="5" y="15"/>
                    </a:cubicBezTo>
                    <a:cubicBezTo>
                      <a:pt x="11" y="14"/>
                      <a:pt x="7" y="0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1" name="Freeform 685">
                <a:extLst>
                  <a:ext uri="{FF2B5EF4-FFF2-40B4-BE49-F238E27FC236}">
                    <a16:creationId xmlns:a16="http://schemas.microsoft.com/office/drawing/2014/main" id="{8613112F-508C-4D4F-9551-6BB79C859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189"/>
                <a:ext cx="30" cy="32"/>
              </a:xfrm>
              <a:custGeom>
                <a:avLst/>
                <a:gdLst>
                  <a:gd name="T0" fmla="*/ 95 w 12"/>
                  <a:gd name="T1" fmla="*/ 35 h 12"/>
                  <a:gd name="T2" fmla="*/ 95 w 12"/>
                  <a:gd name="T3" fmla="*/ 171 h 12"/>
                  <a:gd name="T4" fmla="*/ 175 w 12"/>
                  <a:gd name="T5" fmla="*/ 21 h 12"/>
                  <a:gd name="T6" fmla="*/ 125 w 12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6" y="2"/>
                    </a:moveTo>
                    <a:cubicBezTo>
                      <a:pt x="3" y="4"/>
                      <a:pt x="0" y="12"/>
                      <a:pt x="6" y="9"/>
                    </a:cubicBezTo>
                    <a:cubicBezTo>
                      <a:pt x="8" y="8"/>
                      <a:pt x="12" y="4"/>
                      <a:pt x="11" y="1"/>
                    </a:cubicBezTo>
                    <a:cubicBezTo>
                      <a:pt x="10" y="0"/>
                      <a:pt x="9" y="1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2" name="Freeform 686">
                <a:extLst>
                  <a:ext uri="{FF2B5EF4-FFF2-40B4-BE49-F238E27FC236}">
                    <a16:creationId xmlns:a16="http://schemas.microsoft.com/office/drawing/2014/main" id="{3BCAC298-99CD-4143-94C4-138BFD1C4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211"/>
                <a:ext cx="38" cy="24"/>
              </a:xfrm>
              <a:custGeom>
                <a:avLst/>
                <a:gdLst>
                  <a:gd name="T0" fmla="*/ 147 w 15"/>
                  <a:gd name="T1" fmla="*/ 0 h 9"/>
                  <a:gd name="T2" fmla="*/ 96 w 15"/>
                  <a:gd name="T3" fmla="*/ 149 h 9"/>
                  <a:gd name="T4" fmla="*/ 193 w 15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9" y="0"/>
                    </a:moveTo>
                    <a:cubicBezTo>
                      <a:pt x="7" y="1"/>
                      <a:pt x="0" y="7"/>
                      <a:pt x="6" y="8"/>
                    </a:cubicBezTo>
                    <a:cubicBezTo>
                      <a:pt x="9" y="9"/>
                      <a:pt x="15" y="3"/>
                      <a:pt x="1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3" name="Freeform 687">
                <a:extLst>
                  <a:ext uri="{FF2B5EF4-FFF2-40B4-BE49-F238E27FC236}">
                    <a16:creationId xmlns:a16="http://schemas.microsoft.com/office/drawing/2014/main" id="{D2408A82-D46E-4594-B932-D7B160F7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211"/>
                <a:ext cx="15" cy="34"/>
              </a:xfrm>
              <a:custGeom>
                <a:avLst/>
                <a:gdLst>
                  <a:gd name="T0" fmla="*/ 20 w 6"/>
                  <a:gd name="T1" fmla="*/ 68 h 13"/>
                  <a:gd name="T2" fmla="*/ 83 w 6"/>
                  <a:gd name="T3" fmla="*/ 165 h 13"/>
                  <a:gd name="T4" fmla="*/ 33 w 6"/>
                  <a:gd name="T5" fmla="*/ 3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1" y="4"/>
                    </a:moveTo>
                    <a:cubicBezTo>
                      <a:pt x="0" y="7"/>
                      <a:pt x="2" y="13"/>
                      <a:pt x="5" y="9"/>
                    </a:cubicBezTo>
                    <a:cubicBezTo>
                      <a:pt x="6" y="6"/>
                      <a:pt x="2" y="0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4" name="Freeform 688">
                <a:extLst>
                  <a:ext uri="{FF2B5EF4-FFF2-40B4-BE49-F238E27FC236}">
                    <a16:creationId xmlns:a16="http://schemas.microsoft.com/office/drawing/2014/main" id="{DEF1D084-7C12-482E-8184-2E1C8E59A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189"/>
                <a:ext cx="22" cy="38"/>
              </a:xfrm>
              <a:custGeom>
                <a:avLst/>
                <a:gdLst>
                  <a:gd name="T0" fmla="*/ 12 w 9"/>
                  <a:gd name="T1" fmla="*/ 103 h 14"/>
                  <a:gd name="T2" fmla="*/ 0 w 9"/>
                  <a:gd name="T3" fmla="*/ 198 h 14"/>
                  <a:gd name="T4" fmla="*/ 71 w 9"/>
                  <a:gd name="T5" fmla="*/ 244 h 14"/>
                  <a:gd name="T6" fmla="*/ 103 w 9"/>
                  <a:gd name="T7" fmla="*/ 38 h 14"/>
                  <a:gd name="T8" fmla="*/ 12 w 9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5"/>
                    </a:moveTo>
                    <a:cubicBezTo>
                      <a:pt x="1" y="7"/>
                      <a:pt x="0" y="9"/>
                      <a:pt x="0" y="10"/>
                    </a:cubicBezTo>
                    <a:cubicBezTo>
                      <a:pt x="0" y="14"/>
                      <a:pt x="3" y="13"/>
                      <a:pt x="5" y="12"/>
                    </a:cubicBezTo>
                    <a:cubicBezTo>
                      <a:pt x="7" y="10"/>
                      <a:pt x="9" y="4"/>
                      <a:pt x="7" y="2"/>
                    </a:cubicBezTo>
                    <a:cubicBezTo>
                      <a:pt x="5" y="0"/>
                      <a:pt x="1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5" name="Freeform 689">
                <a:extLst>
                  <a:ext uri="{FF2B5EF4-FFF2-40B4-BE49-F238E27FC236}">
                    <a16:creationId xmlns:a16="http://schemas.microsoft.com/office/drawing/2014/main" id="{8D6DD6D8-F033-4A3C-ACB6-E58DE14A8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171"/>
                <a:ext cx="25" cy="37"/>
              </a:xfrm>
              <a:custGeom>
                <a:avLst/>
                <a:gdLst>
                  <a:gd name="T0" fmla="*/ 20 w 10"/>
                  <a:gd name="T1" fmla="*/ 56 h 14"/>
                  <a:gd name="T2" fmla="*/ 125 w 10"/>
                  <a:gd name="T3" fmla="*/ 182 h 14"/>
                  <a:gd name="T4" fmla="*/ 95 w 10"/>
                  <a:gd name="T5" fmla="*/ 21 h 14"/>
                  <a:gd name="T6" fmla="*/ 20 w 10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" y="3"/>
                    </a:moveTo>
                    <a:cubicBezTo>
                      <a:pt x="0" y="7"/>
                      <a:pt x="3" y="14"/>
                      <a:pt x="8" y="10"/>
                    </a:cubicBezTo>
                    <a:cubicBezTo>
                      <a:pt x="10" y="8"/>
                      <a:pt x="9" y="3"/>
                      <a:pt x="6" y="1"/>
                    </a:cubicBezTo>
                    <a:cubicBezTo>
                      <a:pt x="5" y="0"/>
                      <a:pt x="2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6" name="Freeform 690">
                <a:extLst>
                  <a:ext uri="{FF2B5EF4-FFF2-40B4-BE49-F238E27FC236}">
                    <a16:creationId xmlns:a16="http://schemas.microsoft.com/office/drawing/2014/main" id="{D484B062-3455-4B5B-A558-95EE230DC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203"/>
                <a:ext cx="22" cy="32"/>
              </a:xfrm>
              <a:custGeom>
                <a:avLst/>
                <a:gdLst>
                  <a:gd name="T0" fmla="*/ 90 w 9"/>
                  <a:gd name="T1" fmla="*/ 21 h 12"/>
                  <a:gd name="T2" fmla="*/ 42 w 9"/>
                  <a:gd name="T3" fmla="*/ 171 h 12"/>
                  <a:gd name="T4" fmla="*/ 120 w 9"/>
                  <a:gd name="T5" fmla="*/ 21 h 12"/>
                  <a:gd name="T6" fmla="*/ 90 w 9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6" y="1"/>
                    </a:moveTo>
                    <a:cubicBezTo>
                      <a:pt x="5" y="3"/>
                      <a:pt x="0" y="7"/>
                      <a:pt x="3" y="9"/>
                    </a:cubicBezTo>
                    <a:cubicBezTo>
                      <a:pt x="5" y="12"/>
                      <a:pt x="9" y="3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7" name="Freeform 691">
                <a:extLst>
                  <a:ext uri="{FF2B5EF4-FFF2-40B4-BE49-F238E27FC236}">
                    <a16:creationId xmlns:a16="http://schemas.microsoft.com/office/drawing/2014/main" id="{76FF6C96-6706-46A2-BE7B-A61918A95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187"/>
                <a:ext cx="28" cy="37"/>
              </a:xfrm>
              <a:custGeom>
                <a:avLst/>
                <a:gdLst>
                  <a:gd name="T0" fmla="*/ 51 w 11"/>
                  <a:gd name="T1" fmla="*/ 34 h 14"/>
                  <a:gd name="T2" fmla="*/ 64 w 11"/>
                  <a:gd name="T3" fmla="*/ 238 h 14"/>
                  <a:gd name="T4" fmla="*/ 64 w 11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3" y="2"/>
                    </a:moveTo>
                    <a:cubicBezTo>
                      <a:pt x="2" y="5"/>
                      <a:pt x="0" y="12"/>
                      <a:pt x="4" y="13"/>
                    </a:cubicBezTo>
                    <a:cubicBezTo>
                      <a:pt x="10" y="14"/>
                      <a:pt x="11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8" name="Freeform 692">
                <a:extLst>
                  <a:ext uri="{FF2B5EF4-FFF2-40B4-BE49-F238E27FC236}">
                    <a16:creationId xmlns:a16="http://schemas.microsoft.com/office/drawing/2014/main" id="{FB1AAF12-8865-46E8-B411-D73A1254E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219"/>
                <a:ext cx="37" cy="21"/>
              </a:xfrm>
              <a:custGeom>
                <a:avLst/>
                <a:gdLst>
                  <a:gd name="T0" fmla="*/ 153 w 15"/>
                  <a:gd name="T1" fmla="*/ 0 h 8"/>
                  <a:gd name="T2" fmla="*/ 121 w 15"/>
                  <a:gd name="T3" fmla="*/ 123 h 8"/>
                  <a:gd name="T4" fmla="*/ 224 w 15"/>
                  <a:gd name="T5" fmla="*/ 34 h 8"/>
                  <a:gd name="T6" fmla="*/ 183 w 1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0" y="0"/>
                    </a:moveTo>
                    <a:cubicBezTo>
                      <a:pt x="7" y="1"/>
                      <a:pt x="0" y="8"/>
                      <a:pt x="8" y="7"/>
                    </a:cubicBezTo>
                    <a:cubicBezTo>
                      <a:pt x="10" y="6"/>
                      <a:pt x="15" y="5"/>
                      <a:pt x="15" y="2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9" name="Freeform 693">
                <a:extLst>
                  <a:ext uri="{FF2B5EF4-FFF2-40B4-BE49-F238E27FC236}">
                    <a16:creationId xmlns:a16="http://schemas.microsoft.com/office/drawing/2014/main" id="{B65FD549-6A1E-4E6F-9674-3898469AB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227"/>
                <a:ext cx="40" cy="24"/>
              </a:xfrm>
              <a:custGeom>
                <a:avLst/>
                <a:gdLst>
                  <a:gd name="T0" fmla="*/ 188 w 16"/>
                  <a:gd name="T1" fmla="*/ 0 h 9"/>
                  <a:gd name="T2" fmla="*/ 83 w 16"/>
                  <a:gd name="T3" fmla="*/ 136 h 9"/>
                  <a:gd name="T4" fmla="*/ 208 w 16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12" y="0"/>
                    </a:moveTo>
                    <a:cubicBezTo>
                      <a:pt x="9" y="1"/>
                      <a:pt x="0" y="3"/>
                      <a:pt x="5" y="7"/>
                    </a:cubicBezTo>
                    <a:cubicBezTo>
                      <a:pt x="8" y="9"/>
                      <a:pt x="16" y="5"/>
                      <a:pt x="1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0" name="Freeform 694">
                <a:extLst>
                  <a:ext uri="{FF2B5EF4-FFF2-40B4-BE49-F238E27FC236}">
                    <a16:creationId xmlns:a16="http://schemas.microsoft.com/office/drawing/2014/main" id="{264837DE-95A5-42DF-9A23-1751E7446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232"/>
                <a:ext cx="17" cy="32"/>
              </a:xfrm>
              <a:custGeom>
                <a:avLst/>
                <a:gdLst>
                  <a:gd name="T0" fmla="*/ 29 w 7"/>
                  <a:gd name="T1" fmla="*/ 56 h 12"/>
                  <a:gd name="T2" fmla="*/ 58 w 7"/>
                  <a:gd name="T3" fmla="*/ 171 h 12"/>
                  <a:gd name="T4" fmla="*/ 58 w 7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3"/>
                    </a:moveTo>
                    <a:cubicBezTo>
                      <a:pt x="1" y="5"/>
                      <a:pt x="0" y="12"/>
                      <a:pt x="4" y="9"/>
                    </a:cubicBezTo>
                    <a:cubicBezTo>
                      <a:pt x="7" y="7"/>
                      <a:pt x="5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1" name="Freeform 695">
                <a:extLst>
                  <a:ext uri="{FF2B5EF4-FFF2-40B4-BE49-F238E27FC236}">
                    <a16:creationId xmlns:a16="http://schemas.microsoft.com/office/drawing/2014/main" id="{7917DF52-EBCB-4A0F-8301-1F22846BA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224"/>
                <a:ext cx="23" cy="37"/>
              </a:xfrm>
              <a:custGeom>
                <a:avLst/>
                <a:gdLst>
                  <a:gd name="T0" fmla="*/ 20 w 9"/>
                  <a:gd name="T1" fmla="*/ 90 h 14"/>
                  <a:gd name="T2" fmla="*/ 0 w 9"/>
                  <a:gd name="T3" fmla="*/ 182 h 14"/>
                  <a:gd name="T4" fmla="*/ 84 w 9"/>
                  <a:gd name="T5" fmla="*/ 204 h 14"/>
                  <a:gd name="T6" fmla="*/ 118 w 9"/>
                  <a:gd name="T7" fmla="*/ 34 h 14"/>
                  <a:gd name="T8" fmla="*/ 20 w 9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5"/>
                    </a:moveTo>
                    <a:cubicBezTo>
                      <a:pt x="1" y="7"/>
                      <a:pt x="0" y="9"/>
                      <a:pt x="0" y="10"/>
                    </a:cubicBezTo>
                    <a:cubicBezTo>
                      <a:pt x="0" y="14"/>
                      <a:pt x="3" y="13"/>
                      <a:pt x="5" y="11"/>
                    </a:cubicBezTo>
                    <a:cubicBezTo>
                      <a:pt x="7" y="10"/>
                      <a:pt x="9" y="4"/>
                      <a:pt x="7" y="2"/>
                    </a:cubicBezTo>
                    <a:cubicBezTo>
                      <a:pt x="5" y="0"/>
                      <a:pt x="1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2" name="Freeform 696">
                <a:extLst>
                  <a:ext uri="{FF2B5EF4-FFF2-40B4-BE49-F238E27FC236}">
                    <a16:creationId xmlns:a16="http://schemas.microsoft.com/office/drawing/2014/main" id="{AB401FEB-39BD-45E6-B27F-68A6844C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205"/>
                <a:ext cx="25" cy="38"/>
              </a:xfrm>
              <a:custGeom>
                <a:avLst/>
                <a:gdLst>
                  <a:gd name="T0" fmla="*/ 20 w 10"/>
                  <a:gd name="T1" fmla="*/ 60 h 14"/>
                  <a:gd name="T2" fmla="*/ 125 w 10"/>
                  <a:gd name="T3" fmla="*/ 198 h 14"/>
                  <a:gd name="T4" fmla="*/ 95 w 10"/>
                  <a:gd name="T5" fmla="*/ 22 h 14"/>
                  <a:gd name="T6" fmla="*/ 20 w 10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" y="3"/>
                    </a:moveTo>
                    <a:cubicBezTo>
                      <a:pt x="0" y="7"/>
                      <a:pt x="3" y="14"/>
                      <a:pt x="8" y="10"/>
                    </a:cubicBezTo>
                    <a:cubicBezTo>
                      <a:pt x="10" y="7"/>
                      <a:pt x="9" y="3"/>
                      <a:pt x="6" y="1"/>
                    </a:cubicBezTo>
                    <a:cubicBezTo>
                      <a:pt x="5" y="0"/>
                      <a:pt x="2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3" name="Freeform 697">
                <a:extLst>
                  <a:ext uri="{FF2B5EF4-FFF2-40B4-BE49-F238E27FC236}">
                    <a16:creationId xmlns:a16="http://schemas.microsoft.com/office/drawing/2014/main" id="{A6EA7098-C3AB-411B-90C8-5202B8D1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237"/>
                <a:ext cx="23" cy="32"/>
              </a:xfrm>
              <a:custGeom>
                <a:avLst/>
                <a:gdLst>
                  <a:gd name="T0" fmla="*/ 97 w 9"/>
                  <a:gd name="T1" fmla="*/ 21 h 12"/>
                  <a:gd name="T2" fmla="*/ 51 w 9"/>
                  <a:gd name="T3" fmla="*/ 171 h 12"/>
                  <a:gd name="T4" fmla="*/ 130 w 9"/>
                  <a:gd name="T5" fmla="*/ 21 h 12"/>
                  <a:gd name="T6" fmla="*/ 97 w 9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6" y="1"/>
                    </a:moveTo>
                    <a:cubicBezTo>
                      <a:pt x="5" y="3"/>
                      <a:pt x="0" y="7"/>
                      <a:pt x="3" y="9"/>
                    </a:cubicBezTo>
                    <a:cubicBezTo>
                      <a:pt x="5" y="12"/>
                      <a:pt x="9" y="3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4" name="Freeform 698">
                <a:extLst>
                  <a:ext uri="{FF2B5EF4-FFF2-40B4-BE49-F238E27FC236}">
                    <a16:creationId xmlns:a16="http://schemas.microsoft.com/office/drawing/2014/main" id="{28415C33-22C7-4473-B8ED-95719A0B9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221"/>
                <a:ext cx="27" cy="38"/>
              </a:xfrm>
              <a:custGeom>
                <a:avLst/>
                <a:gdLst>
                  <a:gd name="T0" fmla="*/ 42 w 11"/>
                  <a:gd name="T1" fmla="*/ 38 h 14"/>
                  <a:gd name="T2" fmla="*/ 61 w 11"/>
                  <a:gd name="T3" fmla="*/ 258 h 14"/>
                  <a:gd name="T4" fmla="*/ 61 w 11"/>
                  <a:gd name="T5" fmla="*/ 2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3" y="2"/>
                    </a:moveTo>
                    <a:cubicBezTo>
                      <a:pt x="2" y="5"/>
                      <a:pt x="0" y="12"/>
                      <a:pt x="4" y="13"/>
                    </a:cubicBezTo>
                    <a:cubicBezTo>
                      <a:pt x="10" y="14"/>
                      <a:pt x="11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5" name="Freeform 699">
                <a:extLst>
                  <a:ext uri="{FF2B5EF4-FFF2-40B4-BE49-F238E27FC236}">
                    <a16:creationId xmlns:a16="http://schemas.microsoft.com/office/drawing/2014/main" id="{EF7403F7-4C0A-4065-8E27-F2621F7AF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253"/>
                <a:ext cx="38" cy="19"/>
              </a:xfrm>
              <a:custGeom>
                <a:avLst/>
                <a:gdLst>
                  <a:gd name="T0" fmla="*/ 160 w 15"/>
                  <a:gd name="T1" fmla="*/ 0 h 7"/>
                  <a:gd name="T2" fmla="*/ 129 w 15"/>
                  <a:gd name="T3" fmla="*/ 141 h 7"/>
                  <a:gd name="T4" fmla="*/ 243 w 15"/>
                  <a:gd name="T5" fmla="*/ 38 h 7"/>
                  <a:gd name="T6" fmla="*/ 193 w 1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0" y="0"/>
                    </a:moveTo>
                    <a:cubicBezTo>
                      <a:pt x="7" y="1"/>
                      <a:pt x="0" y="7"/>
                      <a:pt x="8" y="7"/>
                    </a:cubicBezTo>
                    <a:cubicBezTo>
                      <a:pt x="10" y="6"/>
                      <a:pt x="15" y="5"/>
                      <a:pt x="15" y="2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6" name="Freeform 700">
                <a:extLst>
                  <a:ext uri="{FF2B5EF4-FFF2-40B4-BE49-F238E27FC236}">
                    <a16:creationId xmlns:a16="http://schemas.microsoft.com/office/drawing/2014/main" id="{03C820D1-716A-4E85-938E-C024C3E48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261"/>
                <a:ext cx="40" cy="24"/>
              </a:xfrm>
              <a:custGeom>
                <a:avLst/>
                <a:gdLst>
                  <a:gd name="T0" fmla="*/ 188 w 16"/>
                  <a:gd name="T1" fmla="*/ 0 h 9"/>
                  <a:gd name="T2" fmla="*/ 83 w 16"/>
                  <a:gd name="T3" fmla="*/ 136 h 9"/>
                  <a:gd name="T4" fmla="*/ 208 w 16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12" y="0"/>
                    </a:moveTo>
                    <a:cubicBezTo>
                      <a:pt x="9" y="1"/>
                      <a:pt x="0" y="3"/>
                      <a:pt x="5" y="7"/>
                    </a:cubicBezTo>
                    <a:cubicBezTo>
                      <a:pt x="8" y="9"/>
                      <a:pt x="16" y="5"/>
                      <a:pt x="1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7" name="Freeform 701">
                <a:extLst>
                  <a:ext uri="{FF2B5EF4-FFF2-40B4-BE49-F238E27FC236}">
                    <a16:creationId xmlns:a16="http://schemas.microsoft.com/office/drawing/2014/main" id="{61DCB04B-BF2C-41DA-BFBF-402F77902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267"/>
                <a:ext cx="18" cy="32"/>
              </a:xfrm>
              <a:custGeom>
                <a:avLst/>
                <a:gdLst>
                  <a:gd name="T0" fmla="*/ 33 w 7"/>
                  <a:gd name="T1" fmla="*/ 56 h 12"/>
                  <a:gd name="T2" fmla="*/ 67 w 7"/>
                  <a:gd name="T3" fmla="*/ 171 h 12"/>
                  <a:gd name="T4" fmla="*/ 67 w 7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3"/>
                    </a:moveTo>
                    <a:cubicBezTo>
                      <a:pt x="1" y="5"/>
                      <a:pt x="0" y="12"/>
                      <a:pt x="4" y="9"/>
                    </a:cubicBezTo>
                    <a:cubicBezTo>
                      <a:pt x="7" y="7"/>
                      <a:pt x="5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8" name="Freeform 702">
                <a:extLst>
                  <a:ext uri="{FF2B5EF4-FFF2-40B4-BE49-F238E27FC236}">
                    <a16:creationId xmlns:a16="http://schemas.microsoft.com/office/drawing/2014/main" id="{0BA2C5D5-31F3-4ADA-A1DD-E4859D5E1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32"/>
                <a:ext cx="23" cy="35"/>
              </a:xfrm>
              <a:custGeom>
                <a:avLst/>
                <a:gdLst>
                  <a:gd name="T0" fmla="*/ 20 w 9"/>
                  <a:gd name="T1" fmla="*/ 94 h 13"/>
                  <a:gd name="T2" fmla="*/ 0 w 9"/>
                  <a:gd name="T3" fmla="*/ 197 h 13"/>
                  <a:gd name="T4" fmla="*/ 84 w 9"/>
                  <a:gd name="T5" fmla="*/ 218 h 13"/>
                  <a:gd name="T6" fmla="*/ 118 w 9"/>
                  <a:gd name="T7" fmla="*/ 22 h 13"/>
                  <a:gd name="T8" fmla="*/ 20 w 9"/>
                  <a:gd name="T9" fmla="*/ 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1" y="5"/>
                    </a:moveTo>
                    <a:cubicBezTo>
                      <a:pt x="1" y="7"/>
                      <a:pt x="0" y="8"/>
                      <a:pt x="0" y="10"/>
                    </a:cubicBezTo>
                    <a:cubicBezTo>
                      <a:pt x="0" y="13"/>
                      <a:pt x="3" y="13"/>
                      <a:pt x="5" y="11"/>
                    </a:cubicBezTo>
                    <a:cubicBezTo>
                      <a:pt x="7" y="9"/>
                      <a:pt x="9" y="4"/>
                      <a:pt x="7" y="1"/>
                    </a:cubicBezTo>
                    <a:cubicBezTo>
                      <a:pt x="5" y="0"/>
                      <a:pt x="1" y="2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9" name="Freeform 703">
                <a:extLst>
                  <a:ext uri="{FF2B5EF4-FFF2-40B4-BE49-F238E27FC236}">
                    <a16:creationId xmlns:a16="http://schemas.microsoft.com/office/drawing/2014/main" id="{F1147C5F-57A2-4B24-9983-00D2CD8CC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011"/>
                <a:ext cx="25" cy="40"/>
              </a:xfrm>
              <a:custGeom>
                <a:avLst/>
                <a:gdLst>
                  <a:gd name="T0" fmla="*/ 20 w 10"/>
                  <a:gd name="T1" fmla="*/ 77 h 15"/>
                  <a:gd name="T2" fmla="*/ 125 w 10"/>
                  <a:gd name="T3" fmla="*/ 205 h 15"/>
                  <a:gd name="T4" fmla="*/ 95 w 10"/>
                  <a:gd name="T5" fmla="*/ 35 h 15"/>
                  <a:gd name="T6" fmla="*/ 20 w 10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" y="4"/>
                    </a:moveTo>
                    <a:cubicBezTo>
                      <a:pt x="0" y="7"/>
                      <a:pt x="3" y="15"/>
                      <a:pt x="8" y="11"/>
                    </a:cubicBezTo>
                    <a:cubicBezTo>
                      <a:pt x="10" y="8"/>
                      <a:pt x="9" y="3"/>
                      <a:pt x="6" y="2"/>
                    </a:cubicBezTo>
                    <a:cubicBezTo>
                      <a:pt x="5" y="1"/>
                      <a:pt x="2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0" name="Freeform 704">
                <a:extLst>
                  <a:ext uri="{FF2B5EF4-FFF2-40B4-BE49-F238E27FC236}">
                    <a16:creationId xmlns:a16="http://schemas.microsoft.com/office/drawing/2014/main" id="{C6F9FA74-C7CA-445B-BAC2-9105CFE1F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45"/>
                <a:ext cx="23" cy="30"/>
              </a:xfrm>
              <a:custGeom>
                <a:avLst/>
                <a:gdLst>
                  <a:gd name="T0" fmla="*/ 97 w 9"/>
                  <a:gd name="T1" fmla="*/ 22 h 11"/>
                  <a:gd name="T2" fmla="*/ 51 w 9"/>
                  <a:gd name="T3" fmla="*/ 185 h 11"/>
                  <a:gd name="T4" fmla="*/ 130 w 9"/>
                  <a:gd name="T5" fmla="*/ 0 h 11"/>
                  <a:gd name="T6" fmla="*/ 97 w 9"/>
                  <a:gd name="T7" fmla="*/ 2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6" y="1"/>
                    </a:moveTo>
                    <a:cubicBezTo>
                      <a:pt x="5" y="2"/>
                      <a:pt x="0" y="7"/>
                      <a:pt x="3" y="9"/>
                    </a:cubicBezTo>
                    <a:cubicBezTo>
                      <a:pt x="5" y="11"/>
                      <a:pt x="9" y="2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1" name="Freeform 705">
                <a:extLst>
                  <a:ext uri="{FF2B5EF4-FFF2-40B4-BE49-F238E27FC236}">
                    <a16:creationId xmlns:a16="http://schemas.microsoft.com/office/drawing/2014/main" id="{2E982990-BED2-47B1-B355-E64D52235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027"/>
                <a:ext cx="27" cy="40"/>
              </a:xfrm>
              <a:custGeom>
                <a:avLst/>
                <a:gdLst>
                  <a:gd name="T0" fmla="*/ 42 w 11"/>
                  <a:gd name="T1" fmla="*/ 56 h 15"/>
                  <a:gd name="T2" fmla="*/ 61 w 11"/>
                  <a:gd name="T3" fmla="*/ 248 h 15"/>
                  <a:gd name="T4" fmla="*/ 61 w 11"/>
                  <a:gd name="T5" fmla="*/ 2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3" y="3"/>
                    </a:moveTo>
                    <a:cubicBezTo>
                      <a:pt x="2" y="5"/>
                      <a:pt x="0" y="12"/>
                      <a:pt x="4" y="13"/>
                    </a:cubicBezTo>
                    <a:cubicBezTo>
                      <a:pt x="10" y="15"/>
                      <a:pt x="11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2" name="Freeform 706">
                <a:extLst>
                  <a:ext uri="{FF2B5EF4-FFF2-40B4-BE49-F238E27FC236}">
                    <a16:creationId xmlns:a16="http://schemas.microsoft.com/office/drawing/2014/main" id="{0E25FF27-4107-45AA-8193-8492F0E34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61"/>
                <a:ext cx="38" cy="19"/>
              </a:xfrm>
              <a:custGeom>
                <a:avLst/>
                <a:gdLst>
                  <a:gd name="T0" fmla="*/ 160 w 15"/>
                  <a:gd name="T1" fmla="*/ 0 h 7"/>
                  <a:gd name="T2" fmla="*/ 129 w 15"/>
                  <a:gd name="T3" fmla="*/ 117 h 7"/>
                  <a:gd name="T4" fmla="*/ 243 w 15"/>
                  <a:gd name="T5" fmla="*/ 22 h 7"/>
                  <a:gd name="T6" fmla="*/ 193 w 1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0" y="0"/>
                    </a:moveTo>
                    <a:cubicBezTo>
                      <a:pt x="7" y="0"/>
                      <a:pt x="0" y="7"/>
                      <a:pt x="8" y="6"/>
                    </a:cubicBezTo>
                    <a:cubicBezTo>
                      <a:pt x="10" y="6"/>
                      <a:pt x="15" y="4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3" name="Freeform 707">
                <a:extLst>
                  <a:ext uri="{FF2B5EF4-FFF2-40B4-BE49-F238E27FC236}">
                    <a16:creationId xmlns:a16="http://schemas.microsoft.com/office/drawing/2014/main" id="{F87D09A3-88AC-4224-876C-9D3285D20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69"/>
                <a:ext cx="40" cy="22"/>
              </a:xfrm>
              <a:custGeom>
                <a:avLst/>
                <a:gdLst>
                  <a:gd name="T0" fmla="*/ 188 w 16"/>
                  <a:gd name="T1" fmla="*/ 0 h 8"/>
                  <a:gd name="T2" fmla="*/ 83 w 16"/>
                  <a:gd name="T3" fmla="*/ 129 h 8"/>
                  <a:gd name="T4" fmla="*/ 208 w 16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2" y="0"/>
                    </a:moveTo>
                    <a:cubicBezTo>
                      <a:pt x="9" y="0"/>
                      <a:pt x="0" y="3"/>
                      <a:pt x="5" y="6"/>
                    </a:cubicBezTo>
                    <a:cubicBezTo>
                      <a:pt x="8" y="8"/>
                      <a:pt x="16" y="4"/>
                      <a:pt x="1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4" name="Freeform 708">
                <a:extLst>
                  <a:ext uri="{FF2B5EF4-FFF2-40B4-BE49-F238E27FC236}">
                    <a16:creationId xmlns:a16="http://schemas.microsoft.com/office/drawing/2014/main" id="{08E11FCC-D524-4A07-AFBA-0859F6986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75"/>
                <a:ext cx="18" cy="32"/>
              </a:xfrm>
              <a:custGeom>
                <a:avLst/>
                <a:gdLst>
                  <a:gd name="T0" fmla="*/ 33 w 7"/>
                  <a:gd name="T1" fmla="*/ 56 h 12"/>
                  <a:gd name="T2" fmla="*/ 67 w 7"/>
                  <a:gd name="T3" fmla="*/ 171 h 12"/>
                  <a:gd name="T4" fmla="*/ 67 w 7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3"/>
                    </a:moveTo>
                    <a:cubicBezTo>
                      <a:pt x="1" y="5"/>
                      <a:pt x="0" y="12"/>
                      <a:pt x="4" y="9"/>
                    </a:cubicBezTo>
                    <a:cubicBezTo>
                      <a:pt x="7" y="7"/>
                      <a:pt x="5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5" name="Freeform 709">
                <a:extLst>
                  <a:ext uri="{FF2B5EF4-FFF2-40B4-BE49-F238E27FC236}">
                    <a16:creationId xmlns:a16="http://schemas.microsoft.com/office/drawing/2014/main" id="{9493F34E-64C8-48C4-AED1-D618B4B73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045"/>
                <a:ext cx="25" cy="35"/>
              </a:xfrm>
              <a:custGeom>
                <a:avLst/>
                <a:gdLst>
                  <a:gd name="T0" fmla="*/ 33 w 10"/>
                  <a:gd name="T1" fmla="*/ 94 h 13"/>
                  <a:gd name="T2" fmla="*/ 20 w 10"/>
                  <a:gd name="T3" fmla="*/ 197 h 13"/>
                  <a:gd name="T4" fmla="*/ 95 w 10"/>
                  <a:gd name="T5" fmla="*/ 218 h 13"/>
                  <a:gd name="T6" fmla="*/ 125 w 10"/>
                  <a:gd name="T7" fmla="*/ 22 h 13"/>
                  <a:gd name="T8" fmla="*/ 33 w 10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2" y="5"/>
                    </a:moveTo>
                    <a:cubicBezTo>
                      <a:pt x="1" y="6"/>
                      <a:pt x="0" y="8"/>
                      <a:pt x="1" y="10"/>
                    </a:cubicBezTo>
                    <a:cubicBezTo>
                      <a:pt x="1" y="13"/>
                      <a:pt x="4" y="13"/>
                      <a:pt x="6" y="11"/>
                    </a:cubicBezTo>
                    <a:cubicBezTo>
                      <a:pt x="8" y="9"/>
                      <a:pt x="10" y="3"/>
                      <a:pt x="8" y="1"/>
                    </a:cubicBezTo>
                    <a:cubicBezTo>
                      <a:pt x="6" y="0"/>
                      <a:pt x="2" y="2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6" name="Freeform 710">
                <a:extLst>
                  <a:ext uri="{FF2B5EF4-FFF2-40B4-BE49-F238E27FC236}">
                    <a16:creationId xmlns:a16="http://schemas.microsoft.com/office/drawing/2014/main" id="{A7C10124-EE4B-4D40-9084-72C844BA0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024"/>
                <a:ext cx="25" cy="40"/>
              </a:xfrm>
              <a:custGeom>
                <a:avLst/>
                <a:gdLst>
                  <a:gd name="T0" fmla="*/ 0 w 10"/>
                  <a:gd name="T1" fmla="*/ 56 h 15"/>
                  <a:gd name="T2" fmla="*/ 113 w 10"/>
                  <a:gd name="T3" fmla="*/ 192 h 15"/>
                  <a:gd name="T4" fmla="*/ 95 w 10"/>
                  <a:gd name="T5" fmla="*/ 21 h 15"/>
                  <a:gd name="T6" fmla="*/ 20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3"/>
                    </a:moveTo>
                    <a:cubicBezTo>
                      <a:pt x="0" y="7"/>
                      <a:pt x="3" y="15"/>
                      <a:pt x="7" y="10"/>
                    </a:cubicBezTo>
                    <a:cubicBezTo>
                      <a:pt x="10" y="8"/>
                      <a:pt x="8" y="3"/>
                      <a:pt x="6" y="1"/>
                    </a:cubicBezTo>
                    <a:cubicBezTo>
                      <a:pt x="5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7" name="Freeform 711">
                <a:extLst>
                  <a:ext uri="{FF2B5EF4-FFF2-40B4-BE49-F238E27FC236}">
                    <a16:creationId xmlns:a16="http://schemas.microsoft.com/office/drawing/2014/main" id="{A279222B-94CE-4652-82CB-4E8971D69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059"/>
                <a:ext cx="20" cy="29"/>
              </a:xfrm>
              <a:custGeom>
                <a:avLst/>
                <a:gdLst>
                  <a:gd name="T0" fmla="*/ 95 w 8"/>
                  <a:gd name="T1" fmla="*/ 21 h 11"/>
                  <a:gd name="T2" fmla="*/ 33 w 8"/>
                  <a:gd name="T3" fmla="*/ 166 h 11"/>
                  <a:gd name="T4" fmla="*/ 125 w 8"/>
                  <a:gd name="T5" fmla="*/ 0 h 11"/>
                  <a:gd name="T6" fmla="*/ 95 w 8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6" y="1"/>
                    </a:moveTo>
                    <a:cubicBezTo>
                      <a:pt x="4" y="2"/>
                      <a:pt x="0" y="7"/>
                      <a:pt x="2" y="9"/>
                    </a:cubicBezTo>
                    <a:cubicBezTo>
                      <a:pt x="5" y="11"/>
                      <a:pt x="8" y="2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8" name="Freeform 712">
                <a:extLst>
                  <a:ext uri="{FF2B5EF4-FFF2-40B4-BE49-F238E27FC236}">
                    <a16:creationId xmlns:a16="http://schemas.microsoft.com/office/drawing/2014/main" id="{429FA453-4CA7-4276-866E-73B5C2A86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040"/>
                <a:ext cx="27" cy="37"/>
              </a:xfrm>
              <a:custGeom>
                <a:avLst/>
                <a:gdLst>
                  <a:gd name="T0" fmla="*/ 42 w 11"/>
                  <a:gd name="T1" fmla="*/ 56 h 14"/>
                  <a:gd name="T2" fmla="*/ 61 w 11"/>
                  <a:gd name="T3" fmla="*/ 238 h 14"/>
                  <a:gd name="T4" fmla="*/ 61 w 11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3" y="3"/>
                    </a:moveTo>
                    <a:cubicBezTo>
                      <a:pt x="2" y="5"/>
                      <a:pt x="0" y="12"/>
                      <a:pt x="4" y="13"/>
                    </a:cubicBezTo>
                    <a:cubicBezTo>
                      <a:pt x="9" y="14"/>
                      <a:pt x="11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9" name="Freeform 713">
                <a:extLst>
                  <a:ext uri="{FF2B5EF4-FFF2-40B4-BE49-F238E27FC236}">
                    <a16:creationId xmlns:a16="http://schemas.microsoft.com/office/drawing/2014/main" id="{12AB707C-28DE-4C04-B1BC-9A59BB4D8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072"/>
                <a:ext cx="38" cy="21"/>
              </a:xfrm>
              <a:custGeom>
                <a:avLst/>
                <a:gdLst>
                  <a:gd name="T0" fmla="*/ 160 w 15"/>
                  <a:gd name="T1" fmla="*/ 21 h 8"/>
                  <a:gd name="T2" fmla="*/ 117 w 15"/>
                  <a:gd name="T3" fmla="*/ 123 h 8"/>
                  <a:gd name="T4" fmla="*/ 225 w 15"/>
                  <a:gd name="T5" fmla="*/ 34 h 8"/>
                  <a:gd name="T6" fmla="*/ 180 w 15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0" y="1"/>
                    </a:moveTo>
                    <a:cubicBezTo>
                      <a:pt x="6" y="1"/>
                      <a:pt x="0" y="8"/>
                      <a:pt x="7" y="7"/>
                    </a:cubicBezTo>
                    <a:cubicBezTo>
                      <a:pt x="9" y="7"/>
                      <a:pt x="15" y="5"/>
                      <a:pt x="14" y="2"/>
                    </a:cubicBezTo>
                    <a:cubicBezTo>
                      <a:pt x="14" y="0"/>
                      <a:pt x="13" y="0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0" name="Freeform 714">
                <a:extLst>
                  <a:ext uri="{FF2B5EF4-FFF2-40B4-BE49-F238E27FC236}">
                    <a16:creationId xmlns:a16="http://schemas.microsoft.com/office/drawing/2014/main" id="{02974AA5-8FCE-4E73-B245-C47D212E1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083"/>
                <a:ext cx="38" cy="21"/>
              </a:xfrm>
              <a:custGeom>
                <a:avLst/>
                <a:gdLst>
                  <a:gd name="T0" fmla="*/ 180 w 15"/>
                  <a:gd name="T1" fmla="*/ 0 h 8"/>
                  <a:gd name="T2" fmla="*/ 84 w 15"/>
                  <a:gd name="T3" fmla="*/ 110 h 8"/>
                  <a:gd name="T4" fmla="*/ 213 w 15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11" y="0"/>
                    </a:moveTo>
                    <a:cubicBezTo>
                      <a:pt x="9" y="0"/>
                      <a:pt x="0" y="3"/>
                      <a:pt x="5" y="6"/>
                    </a:cubicBezTo>
                    <a:cubicBezTo>
                      <a:pt x="7" y="8"/>
                      <a:pt x="15" y="4"/>
                      <a:pt x="1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1" name="Freeform 715">
                <a:extLst>
                  <a:ext uri="{FF2B5EF4-FFF2-40B4-BE49-F238E27FC236}">
                    <a16:creationId xmlns:a16="http://schemas.microsoft.com/office/drawing/2014/main" id="{1DAE8123-9C86-4162-8D58-882E0FF29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085"/>
                <a:ext cx="17" cy="32"/>
              </a:xfrm>
              <a:custGeom>
                <a:avLst/>
                <a:gdLst>
                  <a:gd name="T0" fmla="*/ 41 w 7"/>
                  <a:gd name="T1" fmla="*/ 56 h 12"/>
                  <a:gd name="T2" fmla="*/ 70 w 7"/>
                  <a:gd name="T3" fmla="*/ 192 h 12"/>
                  <a:gd name="T4" fmla="*/ 58 w 7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3" y="3"/>
                    </a:moveTo>
                    <a:cubicBezTo>
                      <a:pt x="1" y="6"/>
                      <a:pt x="0" y="12"/>
                      <a:pt x="5" y="10"/>
                    </a:cubicBezTo>
                    <a:cubicBezTo>
                      <a:pt x="7" y="8"/>
                      <a:pt x="6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2" name="Freeform 716">
                <a:extLst>
                  <a:ext uri="{FF2B5EF4-FFF2-40B4-BE49-F238E27FC236}">
                    <a16:creationId xmlns:a16="http://schemas.microsoft.com/office/drawing/2014/main" id="{F82F7846-8235-45DF-9213-3EA748375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939"/>
                <a:ext cx="22" cy="34"/>
              </a:xfrm>
              <a:custGeom>
                <a:avLst/>
                <a:gdLst>
                  <a:gd name="T0" fmla="*/ 12 w 9"/>
                  <a:gd name="T1" fmla="*/ 89 h 13"/>
                  <a:gd name="T2" fmla="*/ 0 w 9"/>
                  <a:gd name="T3" fmla="*/ 178 h 13"/>
                  <a:gd name="T4" fmla="*/ 71 w 9"/>
                  <a:gd name="T5" fmla="*/ 199 h 13"/>
                  <a:gd name="T6" fmla="*/ 103 w 9"/>
                  <a:gd name="T7" fmla="*/ 21 h 13"/>
                  <a:gd name="T8" fmla="*/ 12 w 9"/>
                  <a:gd name="T9" fmla="*/ 6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1" y="5"/>
                    </a:moveTo>
                    <a:cubicBezTo>
                      <a:pt x="1" y="6"/>
                      <a:pt x="0" y="8"/>
                      <a:pt x="0" y="10"/>
                    </a:cubicBezTo>
                    <a:cubicBezTo>
                      <a:pt x="0" y="13"/>
                      <a:pt x="3" y="13"/>
                      <a:pt x="5" y="11"/>
                    </a:cubicBezTo>
                    <a:cubicBezTo>
                      <a:pt x="7" y="9"/>
                      <a:pt x="9" y="3"/>
                      <a:pt x="7" y="1"/>
                    </a:cubicBezTo>
                    <a:cubicBezTo>
                      <a:pt x="5" y="0"/>
                      <a:pt x="1" y="2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3" name="Freeform 717">
                <a:extLst>
                  <a:ext uri="{FF2B5EF4-FFF2-40B4-BE49-F238E27FC236}">
                    <a16:creationId xmlns:a16="http://schemas.microsoft.com/office/drawing/2014/main" id="{C98D6779-59C4-4CDC-8713-648158998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917"/>
                <a:ext cx="25" cy="40"/>
              </a:xfrm>
              <a:custGeom>
                <a:avLst/>
                <a:gdLst>
                  <a:gd name="T0" fmla="*/ 20 w 10"/>
                  <a:gd name="T1" fmla="*/ 56 h 15"/>
                  <a:gd name="T2" fmla="*/ 125 w 10"/>
                  <a:gd name="T3" fmla="*/ 192 h 15"/>
                  <a:gd name="T4" fmla="*/ 95 w 10"/>
                  <a:gd name="T5" fmla="*/ 21 h 15"/>
                  <a:gd name="T6" fmla="*/ 20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" y="3"/>
                    </a:moveTo>
                    <a:cubicBezTo>
                      <a:pt x="0" y="7"/>
                      <a:pt x="3" y="15"/>
                      <a:pt x="8" y="10"/>
                    </a:cubicBezTo>
                    <a:cubicBezTo>
                      <a:pt x="10" y="8"/>
                      <a:pt x="9" y="3"/>
                      <a:pt x="6" y="1"/>
                    </a:cubicBezTo>
                    <a:cubicBezTo>
                      <a:pt x="5" y="1"/>
                      <a:pt x="2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4" name="Freeform 718">
                <a:extLst>
                  <a:ext uri="{FF2B5EF4-FFF2-40B4-BE49-F238E27FC236}">
                    <a16:creationId xmlns:a16="http://schemas.microsoft.com/office/drawing/2014/main" id="{0483CB24-753D-4C3A-ADAE-6F939223C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952"/>
                <a:ext cx="22" cy="29"/>
              </a:xfrm>
              <a:custGeom>
                <a:avLst/>
                <a:gdLst>
                  <a:gd name="T0" fmla="*/ 90 w 9"/>
                  <a:gd name="T1" fmla="*/ 21 h 11"/>
                  <a:gd name="T2" fmla="*/ 42 w 9"/>
                  <a:gd name="T3" fmla="*/ 166 h 11"/>
                  <a:gd name="T4" fmla="*/ 120 w 9"/>
                  <a:gd name="T5" fmla="*/ 0 h 11"/>
                  <a:gd name="T6" fmla="*/ 90 w 9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6" y="1"/>
                    </a:moveTo>
                    <a:cubicBezTo>
                      <a:pt x="5" y="2"/>
                      <a:pt x="0" y="7"/>
                      <a:pt x="3" y="9"/>
                    </a:cubicBezTo>
                    <a:cubicBezTo>
                      <a:pt x="5" y="11"/>
                      <a:pt x="9" y="2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5" name="Freeform 719">
                <a:extLst>
                  <a:ext uri="{FF2B5EF4-FFF2-40B4-BE49-F238E27FC236}">
                    <a16:creationId xmlns:a16="http://schemas.microsoft.com/office/drawing/2014/main" id="{040B288E-A46A-4C0D-8A9F-20AC3D18F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933"/>
                <a:ext cx="28" cy="38"/>
              </a:xfrm>
              <a:custGeom>
                <a:avLst/>
                <a:gdLst>
                  <a:gd name="T0" fmla="*/ 51 w 11"/>
                  <a:gd name="T1" fmla="*/ 60 h 14"/>
                  <a:gd name="T2" fmla="*/ 64 w 11"/>
                  <a:gd name="T3" fmla="*/ 258 h 14"/>
                  <a:gd name="T4" fmla="*/ 64 w 11"/>
                  <a:gd name="T5" fmla="*/ 2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3" y="3"/>
                    </a:moveTo>
                    <a:cubicBezTo>
                      <a:pt x="2" y="5"/>
                      <a:pt x="0" y="12"/>
                      <a:pt x="4" y="13"/>
                    </a:cubicBezTo>
                    <a:cubicBezTo>
                      <a:pt x="10" y="14"/>
                      <a:pt x="11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6" name="Freeform 720">
                <a:extLst>
                  <a:ext uri="{FF2B5EF4-FFF2-40B4-BE49-F238E27FC236}">
                    <a16:creationId xmlns:a16="http://schemas.microsoft.com/office/drawing/2014/main" id="{BF02EC06-53A7-4B1C-81AC-6D8EEF1FF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965"/>
                <a:ext cx="37" cy="22"/>
              </a:xfrm>
              <a:custGeom>
                <a:avLst/>
                <a:gdLst>
                  <a:gd name="T0" fmla="*/ 153 w 15"/>
                  <a:gd name="T1" fmla="*/ 22 h 8"/>
                  <a:gd name="T2" fmla="*/ 121 w 15"/>
                  <a:gd name="T3" fmla="*/ 143 h 8"/>
                  <a:gd name="T4" fmla="*/ 224 w 15"/>
                  <a:gd name="T5" fmla="*/ 47 h 8"/>
                  <a:gd name="T6" fmla="*/ 183 w 15"/>
                  <a:gd name="T7" fmla="*/ 2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0" y="1"/>
                    </a:moveTo>
                    <a:cubicBezTo>
                      <a:pt x="7" y="1"/>
                      <a:pt x="0" y="8"/>
                      <a:pt x="8" y="7"/>
                    </a:cubicBezTo>
                    <a:cubicBezTo>
                      <a:pt x="10" y="7"/>
                      <a:pt x="15" y="5"/>
                      <a:pt x="15" y="2"/>
                    </a:cubicBezTo>
                    <a:cubicBezTo>
                      <a:pt x="14" y="0"/>
                      <a:pt x="13" y="0"/>
                      <a:pt x="1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7" name="Freeform 721">
                <a:extLst>
                  <a:ext uri="{FF2B5EF4-FFF2-40B4-BE49-F238E27FC236}">
                    <a16:creationId xmlns:a16="http://schemas.microsoft.com/office/drawing/2014/main" id="{0925F0A6-5674-4C5D-8BE2-2ECB3F62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976"/>
                <a:ext cx="40" cy="21"/>
              </a:xfrm>
              <a:custGeom>
                <a:avLst/>
                <a:gdLst>
                  <a:gd name="T0" fmla="*/ 188 w 16"/>
                  <a:gd name="T1" fmla="*/ 0 h 8"/>
                  <a:gd name="T2" fmla="*/ 83 w 16"/>
                  <a:gd name="T3" fmla="*/ 110 h 8"/>
                  <a:gd name="T4" fmla="*/ 208 w 1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2" y="0"/>
                    </a:moveTo>
                    <a:cubicBezTo>
                      <a:pt x="9" y="0"/>
                      <a:pt x="0" y="3"/>
                      <a:pt x="5" y="6"/>
                    </a:cubicBezTo>
                    <a:cubicBezTo>
                      <a:pt x="8" y="8"/>
                      <a:pt x="16" y="4"/>
                      <a:pt x="1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8" name="Freeform 722">
                <a:extLst>
                  <a:ext uri="{FF2B5EF4-FFF2-40B4-BE49-F238E27FC236}">
                    <a16:creationId xmlns:a16="http://schemas.microsoft.com/office/drawing/2014/main" id="{E333F8B8-18F1-4FB0-8FC4-E6F2BF6EE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979"/>
                <a:ext cx="17" cy="32"/>
              </a:xfrm>
              <a:custGeom>
                <a:avLst/>
                <a:gdLst>
                  <a:gd name="T0" fmla="*/ 29 w 7"/>
                  <a:gd name="T1" fmla="*/ 56 h 12"/>
                  <a:gd name="T2" fmla="*/ 58 w 7"/>
                  <a:gd name="T3" fmla="*/ 192 h 12"/>
                  <a:gd name="T4" fmla="*/ 58 w 7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3"/>
                    </a:moveTo>
                    <a:cubicBezTo>
                      <a:pt x="1" y="6"/>
                      <a:pt x="0" y="12"/>
                      <a:pt x="4" y="10"/>
                    </a:cubicBezTo>
                    <a:cubicBezTo>
                      <a:pt x="7" y="8"/>
                      <a:pt x="5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9" name="Freeform 723">
                <a:extLst>
                  <a:ext uri="{FF2B5EF4-FFF2-40B4-BE49-F238E27FC236}">
                    <a16:creationId xmlns:a16="http://schemas.microsoft.com/office/drawing/2014/main" id="{172146CE-9BDF-4574-930C-E6FBAAD40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08"/>
                <a:ext cx="15" cy="29"/>
              </a:xfrm>
              <a:custGeom>
                <a:avLst/>
                <a:gdLst>
                  <a:gd name="T0" fmla="*/ 33 w 6"/>
                  <a:gd name="T1" fmla="*/ 0 h 11"/>
                  <a:gd name="T2" fmla="*/ 63 w 6"/>
                  <a:gd name="T3" fmla="*/ 182 h 11"/>
                  <a:gd name="T4" fmla="*/ 83 w 6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0" y="1"/>
                      <a:pt x="0" y="11"/>
                      <a:pt x="4" y="10"/>
                    </a:cubicBezTo>
                    <a:cubicBezTo>
                      <a:pt x="6" y="9"/>
                      <a:pt x="6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0" name="Freeform 724">
                <a:extLst>
                  <a:ext uri="{FF2B5EF4-FFF2-40B4-BE49-F238E27FC236}">
                    <a16:creationId xmlns:a16="http://schemas.microsoft.com/office/drawing/2014/main" id="{E03C93BD-4650-4466-92FC-1D022D3F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016"/>
                <a:ext cx="40" cy="16"/>
              </a:xfrm>
              <a:custGeom>
                <a:avLst/>
                <a:gdLst>
                  <a:gd name="T0" fmla="*/ 113 w 16"/>
                  <a:gd name="T1" fmla="*/ 21 h 6"/>
                  <a:gd name="T2" fmla="*/ 158 w 16"/>
                  <a:gd name="T3" fmla="*/ 115 h 6"/>
                  <a:gd name="T4" fmla="*/ 220 w 16"/>
                  <a:gd name="T5" fmla="*/ 35 h 6"/>
                  <a:gd name="T6" fmla="*/ 145 w 1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7" y="1"/>
                    </a:moveTo>
                    <a:cubicBezTo>
                      <a:pt x="0" y="3"/>
                      <a:pt x="7" y="6"/>
                      <a:pt x="10" y="6"/>
                    </a:cubicBezTo>
                    <a:cubicBezTo>
                      <a:pt x="13" y="6"/>
                      <a:pt x="16" y="5"/>
                      <a:pt x="14" y="2"/>
                    </a:cubicBezTo>
                    <a:cubicBezTo>
                      <a:pt x="13" y="0"/>
                      <a:pt x="10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1" name="Freeform 725">
                <a:extLst>
                  <a:ext uri="{FF2B5EF4-FFF2-40B4-BE49-F238E27FC236}">
                    <a16:creationId xmlns:a16="http://schemas.microsoft.com/office/drawing/2014/main" id="{991C3729-45AE-47A8-B6A7-4F1F2661A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003"/>
                <a:ext cx="15" cy="26"/>
              </a:xfrm>
              <a:custGeom>
                <a:avLst/>
                <a:gdLst>
                  <a:gd name="T0" fmla="*/ 0 w 6"/>
                  <a:gd name="T1" fmla="*/ 55 h 10"/>
                  <a:gd name="T2" fmla="*/ 20 w 6"/>
                  <a:gd name="T3" fmla="*/ 143 h 10"/>
                  <a:gd name="T4" fmla="*/ 83 w 6"/>
                  <a:gd name="T5" fmla="*/ 143 h 10"/>
                  <a:gd name="T6" fmla="*/ 63 w 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3"/>
                    </a:moveTo>
                    <a:cubicBezTo>
                      <a:pt x="0" y="5"/>
                      <a:pt x="0" y="7"/>
                      <a:pt x="1" y="8"/>
                    </a:cubicBezTo>
                    <a:cubicBezTo>
                      <a:pt x="2" y="10"/>
                      <a:pt x="4" y="10"/>
                      <a:pt x="5" y="8"/>
                    </a:cubicBezTo>
                    <a:cubicBezTo>
                      <a:pt x="6" y="6"/>
                      <a:pt x="5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2" name="Freeform 726">
                <a:extLst>
                  <a:ext uri="{FF2B5EF4-FFF2-40B4-BE49-F238E27FC236}">
                    <a16:creationId xmlns:a16="http://schemas.microsoft.com/office/drawing/2014/main" id="{09CCA0C3-3883-49B3-93E8-B98F51E15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027"/>
                <a:ext cx="32" cy="32"/>
              </a:xfrm>
              <a:custGeom>
                <a:avLst/>
                <a:gdLst>
                  <a:gd name="T0" fmla="*/ 103 w 13"/>
                  <a:gd name="T1" fmla="*/ 56 h 12"/>
                  <a:gd name="T2" fmla="*/ 74 w 13"/>
                  <a:gd name="T3" fmla="*/ 227 h 12"/>
                  <a:gd name="T4" fmla="*/ 121 w 13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7" y="3"/>
                    </a:moveTo>
                    <a:cubicBezTo>
                      <a:pt x="5" y="2"/>
                      <a:pt x="0" y="11"/>
                      <a:pt x="5" y="12"/>
                    </a:cubicBezTo>
                    <a:cubicBezTo>
                      <a:pt x="11" y="12"/>
                      <a:pt x="13" y="0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3" name="Freeform 727">
                <a:extLst>
                  <a:ext uri="{FF2B5EF4-FFF2-40B4-BE49-F238E27FC236}">
                    <a16:creationId xmlns:a16="http://schemas.microsoft.com/office/drawing/2014/main" id="{7D214489-EA5D-45DB-BAC9-88351BAEE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059"/>
                <a:ext cx="15" cy="18"/>
              </a:xfrm>
              <a:custGeom>
                <a:avLst/>
                <a:gdLst>
                  <a:gd name="T0" fmla="*/ 63 w 6"/>
                  <a:gd name="T1" fmla="*/ 0 h 7"/>
                  <a:gd name="T2" fmla="*/ 50 w 6"/>
                  <a:gd name="T3" fmla="*/ 118 h 7"/>
                  <a:gd name="T4" fmla="*/ 8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1"/>
                      <a:pt x="0" y="7"/>
                      <a:pt x="3" y="7"/>
                    </a:cubicBezTo>
                    <a:cubicBezTo>
                      <a:pt x="5" y="7"/>
                      <a:pt x="6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4" name="Freeform 728">
                <a:extLst>
                  <a:ext uri="{FF2B5EF4-FFF2-40B4-BE49-F238E27FC236}">
                    <a16:creationId xmlns:a16="http://schemas.microsoft.com/office/drawing/2014/main" id="{2CEC8CFF-CA7E-45B9-BA3F-CBC5B5FAD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067"/>
                <a:ext cx="22" cy="10"/>
              </a:xfrm>
              <a:custGeom>
                <a:avLst/>
                <a:gdLst>
                  <a:gd name="T0" fmla="*/ 29 w 9"/>
                  <a:gd name="T1" fmla="*/ 0 h 4"/>
                  <a:gd name="T2" fmla="*/ 132 w 9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2" y="0"/>
                    </a:moveTo>
                    <a:cubicBezTo>
                      <a:pt x="0" y="4"/>
                      <a:pt x="7" y="3"/>
                      <a:pt x="9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5" name="Freeform 729">
                <a:extLst>
                  <a:ext uri="{FF2B5EF4-FFF2-40B4-BE49-F238E27FC236}">
                    <a16:creationId xmlns:a16="http://schemas.microsoft.com/office/drawing/2014/main" id="{DCB2DCDC-43CF-4529-A0CC-6DD0CD34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075"/>
                <a:ext cx="28" cy="24"/>
              </a:xfrm>
              <a:custGeom>
                <a:avLst/>
                <a:gdLst>
                  <a:gd name="T0" fmla="*/ 150 w 11"/>
                  <a:gd name="T1" fmla="*/ 0 h 9"/>
                  <a:gd name="T2" fmla="*/ 64 w 11"/>
                  <a:gd name="T3" fmla="*/ 136 h 9"/>
                  <a:gd name="T4" fmla="*/ 181 w 11"/>
                  <a:gd name="T5" fmla="*/ 93 h 9"/>
                  <a:gd name="T6" fmla="*/ 181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9" y="0"/>
                    </a:moveTo>
                    <a:cubicBezTo>
                      <a:pt x="6" y="0"/>
                      <a:pt x="0" y="4"/>
                      <a:pt x="4" y="7"/>
                    </a:cubicBezTo>
                    <a:cubicBezTo>
                      <a:pt x="6" y="9"/>
                      <a:pt x="10" y="7"/>
                      <a:pt x="11" y="5"/>
                    </a:cubicBezTo>
                    <a:cubicBezTo>
                      <a:pt x="11" y="4"/>
                      <a:pt x="11" y="2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6" name="Freeform 730">
                <a:extLst>
                  <a:ext uri="{FF2B5EF4-FFF2-40B4-BE49-F238E27FC236}">
                    <a16:creationId xmlns:a16="http://schemas.microsoft.com/office/drawing/2014/main" id="{FC9AA173-459B-4DA5-9011-012ACB9CE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051"/>
                <a:ext cx="32" cy="34"/>
              </a:xfrm>
              <a:custGeom>
                <a:avLst/>
                <a:gdLst>
                  <a:gd name="T0" fmla="*/ 91 w 13"/>
                  <a:gd name="T1" fmla="*/ 21 h 13"/>
                  <a:gd name="T2" fmla="*/ 42 w 13"/>
                  <a:gd name="T3" fmla="*/ 178 h 13"/>
                  <a:gd name="T4" fmla="*/ 103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4" y="2"/>
                      <a:pt x="0" y="8"/>
                      <a:pt x="3" y="10"/>
                    </a:cubicBezTo>
                    <a:cubicBezTo>
                      <a:pt x="7" y="13"/>
                      <a:pt x="13" y="1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7" name="Freeform 731">
                <a:extLst>
                  <a:ext uri="{FF2B5EF4-FFF2-40B4-BE49-F238E27FC236}">
                    <a16:creationId xmlns:a16="http://schemas.microsoft.com/office/drawing/2014/main" id="{AA8DE963-C05B-4115-AC06-DCEA11C36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043"/>
                <a:ext cx="38" cy="21"/>
              </a:xfrm>
              <a:custGeom>
                <a:avLst/>
                <a:gdLst>
                  <a:gd name="T0" fmla="*/ 213 w 15"/>
                  <a:gd name="T1" fmla="*/ 0 h 8"/>
                  <a:gd name="T2" fmla="*/ 117 w 15"/>
                  <a:gd name="T3" fmla="*/ 144 h 8"/>
                  <a:gd name="T4" fmla="*/ 243 w 15"/>
                  <a:gd name="T5" fmla="*/ 55 h 8"/>
                  <a:gd name="T6" fmla="*/ 225 w 15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3" y="0"/>
                    </a:moveTo>
                    <a:cubicBezTo>
                      <a:pt x="9" y="0"/>
                      <a:pt x="0" y="7"/>
                      <a:pt x="7" y="8"/>
                    </a:cubicBezTo>
                    <a:cubicBezTo>
                      <a:pt x="10" y="8"/>
                      <a:pt x="15" y="6"/>
                      <a:pt x="15" y="3"/>
                    </a:cubicBezTo>
                    <a:cubicBezTo>
                      <a:pt x="15" y="2"/>
                      <a:pt x="15" y="1"/>
                      <a:pt x="1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8" name="Freeform 732">
                <a:extLst>
                  <a:ext uri="{FF2B5EF4-FFF2-40B4-BE49-F238E27FC236}">
                    <a16:creationId xmlns:a16="http://schemas.microsoft.com/office/drawing/2014/main" id="{5F8344C8-4261-4C29-A0C4-522271BFA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064"/>
                <a:ext cx="18" cy="27"/>
              </a:xfrm>
              <a:custGeom>
                <a:avLst/>
                <a:gdLst>
                  <a:gd name="T0" fmla="*/ 33 w 7"/>
                  <a:gd name="T1" fmla="*/ 0 h 10"/>
                  <a:gd name="T2" fmla="*/ 67 w 7"/>
                  <a:gd name="T3" fmla="*/ 176 h 10"/>
                  <a:gd name="T4" fmla="*/ 85 w 7"/>
                  <a:gd name="T5" fmla="*/ 0 h 10"/>
                  <a:gd name="T6" fmla="*/ 67 w 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0" y="2"/>
                      <a:pt x="0" y="10"/>
                      <a:pt x="4" y="9"/>
                    </a:cubicBezTo>
                    <a:cubicBezTo>
                      <a:pt x="7" y="8"/>
                      <a:pt x="5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9" name="Freeform 733">
                <a:extLst>
                  <a:ext uri="{FF2B5EF4-FFF2-40B4-BE49-F238E27FC236}">
                    <a16:creationId xmlns:a16="http://schemas.microsoft.com/office/drawing/2014/main" id="{CE4346CF-6BB5-4971-A098-03C44D430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064"/>
                <a:ext cx="22" cy="32"/>
              </a:xfrm>
              <a:custGeom>
                <a:avLst/>
                <a:gdLst>
                  <a:gd name="T0" fmla="*/ 59 w 9"/>
                  <a:gd name="T1" fmla="*/ 0 h 12"/>
                  <a:gd name="T2" fmla="*/ 90 w 9"/>
                  <a:gd name="T3" fmla="*/ 192 h 12"/>
                  <a:gd name="T4" fmla="*/ 90 w 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4" y="0"/>
                    </a:moveTo>
                    <a:cubicBezTo>
                      <a:pt x="0" y="2"/>
                      <a:pt x="1" y="12"/>
                      <a:pt x="6" y="10"/>
                    </a:cubicBezTo>
                    <a:cubicBezTo>
                      <a:pt x="9" y="8"/>
                      <a:pt x="8" y="3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0" name="Freeform 734">
                <a:extLst>
                  <a:ext uri="{FF2B5EF4-FFF2-40B4-BE49-F238E27FC236}">
                    <a16:creationId xmlns:a16="http://schemas.microsoft.com/office/drawing/2014/main" id="{2EC69E75-BE04-4811-BF07-DDCC3C97F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67"/>
                <a:ext cx="38" cy="29"/>
              </a:xfrm>
              <a:custGeom>
                <a:avLst/>
                <a:gdLst>
                  <a:gd name="T0" fmla="*/ 193 w 15"/>
                  <a:gd name="T1" fmla="*/ 21 h 11"/>
                  <a:gd name="T2" fmla="*/ 63 w 15"/>
                  <a:gd name="T3" fmla="*/ 145 h 11"/>
                  <a:gd name="T4" fmla="*/ 193 w 15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2" y="1"/>
                    </a:moveTo>
                    <a:cubicBezTo>
                      <a:pt x="9" y="0"/>
                      <a:pt x="0" y="3"/>
                      <a:pt x="4" y="8"/>
                    </a:cubicBezTo>
                    <a:cubicBezTo>
                      <a:pt x="8" y="11"/>
                      <a:pt x="15" y="5"/>
                      <a:pt x="1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1" name="Freeform 735">
                <a:extLst>
                  <a:ext uri="{FF2B5EF4-FFF2-40B4-BE49-F238E27FC236}">
                    <a16:creationId xmlns:a16="http://schemas.microsoft.com/office/drawing/2014/main" id="{81E768DA-0B2C-413B-860C-2A2E5B247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128"/>
                <a:ext cx="22" cy="40"/>
              </a:xfrm>
              <a:custGeom>
                <a:avLst/>
                <a:gdLst>
                  <a:gd name="T0" fmla="*/ 132 w 9"/>
                  <a:gd name="T1" fmla="*/ 56 h 15"/>
                  <a:gd name="T2" fmla="*/ 59 w 9"/>
                  <a:gd name="T3" fmla="*/ 248 h 15"/>
                  <a:gd name="T4" fmla="*/ 132 w 9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3"/>
                    </a:moveTo>
                    <a:cubicBezTo>
                      <a:pt x="4" y="0"/>
                      <a:pt x="0" y="11"/>
                      <a:pt x="4" y="13"/>
                    </a:cubicBezTo>
                    <a:cubicBezTo>
                      <a:pt x="9" y="15"/>
                      <a:pt x="9" y="6"/>
                      <a:pt x="9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2" name="Freeform 736">
                <a:extLst>
                  <a:ext uri="{FF2B5EF4-FFF2-40B4-BE49-F238E27FC236}">
                    <a16:creationId xmlns:a16="http://schemas.microsoft.com/office/drawing/2014/main" id="{06600563-9FBC-4172-B174-4AA56301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085"/>
                <a:ext cx="15" cy="35"/>
              </a:xfrm>
              <a:custGeom>
                <a:avLst/>
                <a:gdLst>
                  <a:gd name="T0" fmla="*/ 20 w 6"/>
                  <a:gd name="T1" fmla="*/ 116 h 13"/>
                  <a:gd name="T2" fmla="*/ 33 w 6"/>
                  <a:gd name="T3" fmla="*/ 218 h 13"/>
                  <a:gd name="T4" fmla="*/ 95 w 6"/>
                  <a:gd name="T5" fmla="*/ 159 h 13"/>
                  <a:gd name="T6" fmla="*/ 50 w 6"/>
                  <a:gd name="T7" fmla="*/ 22 h 13"/>
                  <a:gd name="T8" fmla="*/ 20 w 6"/>
                  <a:gd name="T9" fmla="*/ 11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1" y="6"/>
                    </a:moveTo>
                    <a:cubicBezTo>
                      <a:pt x="1" y="7"/>
                      <a:pt x="1" y="10"/>
                      <a:pt x="2" y="11"/>
                    </a:cubicBezTo>
                    <a:cubicBezTo>
                      <a:pt x="4" y="13"/>
                      <a:pt x="5" y="11"/>
                      <a:pt x="6" y="8"/>
                    </a:cubicBezTo>
                    <a:cubicBezTo>
                      <a:pt x="6" y="6"/>
                      <a:pt x="6" y="2"/>
                      <a:pt x="3" y="1"/>
                    </a:cubicBez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3" name="Freeform 737">
                <a:extLst>
                  <a:ext uri="{FF2B5EF4-FFF2-40B4-BE49-F238E27FC236}">
                    <a16:creationId xmlns:a16="http://schemas.microsoft.com/office/drawing/2014/main" id="{2A510CDB-4E9A-4A45-AE83-E9D517A5D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077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113 w 10"/>
                  <a:gd name="T3" fmla="*/ 56 h 9"/>
                  <a:gd name="T4" fmla="*/ 20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1" y="2"/>
                      <a:pt x="6" y="0"/>
                      <a:pt x="7" y="3"/>
                    </a:cubicBezTo>
                    <a:cubicBezTo>
                      <a:pt x="10" y="6"/>
                      <a:pt x="3" y="8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4" name="Freeform 738">
                <a:extLst>
                  <a:ext uri="{FF2B5EF4-FFF2-40B4-BE49-F238E27FC236}">
                    <a16:creationId xmlns:a16="http://schemas.microsoft.com/office/drawing/2014/main" id="{BB2BECFF-C12C-4C6B-BDCA-8F7A2FAF5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072"/>
                <a:ext cx="15" cy="13"/>
              </a:xfrm>
              <a:custGeom>
                <a:avLst/>
                <a:gdLst>
                  <a:gd name="T0" fmla="*/ 20 w 6"/>
                  <a:gd name="T1" fmla="*/ 0 h 5"/>
                  <a:gd name="T2" fmla="*/ 95 w 6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3"/>
                      <a:pt x="4" y="5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5" name="Freeform 739">
                <a:extLst>
                  <a:ext uri="{FF2B5EF4-FFF2-40B4-BE49-F238E27FC236}">
                    <a16:creationId xmlns:a16="http://schemas.microsoft.com/office/drawing/2014/main" id="{73C38CFE-E0E6-4EDB-80EA-F82CE15E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024"/>
                <a:ext cx="28" cy="24"/>
              </a:xfrm>
              <a:custGeom>
                <a:avLst/>
                <a:gdLst>
                  <a:gd name="T0" fmla="*/ 97 w 11"/>
                  <a:gd name="T1" fmla="*/ 0 h 9"/>
                  <a:gd name="T2" fmla="*/ 64 w 11"/>
                  <a:gd name="T3" fmla="*/ 171 h 9"/>
                  <a:gd name="T4" fmla="*/ 181 w 11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4" y="2"/>
                      <a:pt x="0" y="8"/>
                      <a:pt x="4" y="9"/>
                    </a:cubicBezTo>
                    <a:cubicBezTo>
                      <a:pt x="7" y="9"/>
                      <a:pt x="11" y="6"/>
                      <a:pt x="1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6" name="Freeform 740">
                <a:extLst>
                  <a:ext uri="{FF2B5EF4-FFF2-40B4-BE49-F238E27FC236}">
                    <a16:creationId xmlns:a16="http://schemas.microsoft.com/office/drawing/2014/main" id="{3B62CEFD-345A-498D-9926-3E08EE0E0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080"/>
                <a:ext cx="25" cy="32"/>
              </a:xfrm>
              <a:custGeom>
                <a:avLst/>
                <a:gdLst>
                  <a:gd name="T0" fmla="*/ 0 w 10"/>
                  <a:gd name="T1" fmla="*/ 56 h 12"/>
                  <a:gd name="T2" fmla="*/ 125 w 10"/>
                  <a:gd name="T3" fmla="*/ 171 h 12"/>
                  <a:gd name="T4" fmla="*/ 20 w 10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3"/>
                    </a:moveTo>
                    <a:cubicBezTo>
                      <a:pt x="0" y="6"/>
                      <a:pt x="7" y="12"/>
                      <a:pt x="8" y="9"/>
                    </a:cubicBezTo>
                    <a:cubicBezTo>
                      <a:pt x="10" y="6"/>
                      <a:pt x="4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7" name="Freeform 741">
                <a:extLst>
                  <a:ext uri="{FF2B5EF4-FFF2-40B4-BE49-F238E27FC236}">
                    <a16:creationId xmlns:a16="http://schemas.microsoft.com/office/drawing/2014/main" id="{A5C51B9B-4D15-4AAD-9809-149E98CEB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077"/>
                <a:ext cx="20" cy="14"/>
              </a:xfrm>
              <a:custGeom>
                <a:avLst/>
                <a:gdLst>
                  <a:gd name="T0" fmla="*/ 33 w 8"/>
                  <a:gd name="T1" fmla="*/ 109 h 5"/>
                  <a:gd name="T2" fmla="*/ 83 w 8"/>
                  <a:gd name="T3" fmla="*/ 0 h 5"/>
                  <a:gd name="T4" fmla="*/ 0 w 8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5"/>
                    </a:moveTo>
                    <a:cubicBezTo>
                      <a:pt x="4" y="5"/>
                      <a:pt x="8" y="1"/>
                      <a:pt x="5" y="0"/>
                    </a:cubicBez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8" name="Freeform 742">
                <a:extLst>
                  <a:ext uri="{FF2B5EF4-FFF2-40B4-BE49-F238E27FC236}">
                    <a16:creationId xmlns:a16="http://schemas.microsoft.com/office/drawing/2014/main" id="{3A76681C-3A87-43B2-A4BB-841831DA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075"/>
                <a:ext cx="30" cy="24"/>
              </a:xfrm>
              <a:custGeom>
                <a:avLst/>
                <a:gdLst>
                  <a:gd name="T0" fmla="*/ 175 w 12"/>
                  <a:gd name="T1" fmla="*/ 0 h 9"/>
                  <a:gd name="T2" fmla="*/ 50 w 12"/>
                  <a:gd name="T3" fmla="*/ 136 h 9"/>
                  <a:gd name="T4" fmla="*/ 188 w 12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1" y="0"/>
                    </a:moveTo>
                    <a:cubicBezTo>
                      <a:pt x="9" y="1"/>
                      <a:pt x="0" y="3"/>
                      <a:pt x="3" y="7"/>
                    </a:cubicBezTo>
                    <a:cubicBezTo>
                      <a:pt x="4" y="9"/>
                      <a:pt x="12" y="7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9" name="Freeform 743">
                <a:extLst>
                  <a:ext uri="{FF2B5EF4-FFF2-40B4-BE49-F238E27FC236}">
                    <a16:creationId xmlns:a16="http://schemas.microsoft.com/office/drawing/2014/main" id="{80055AB1-DB37-4E12-8AC2-F7535ECDB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096"/>
                <a:ext cx="18" cy="27"/>
              </a:xfrm>
              <a:custGeom>
                <a:avLst/>
                <a:gdLst>
                  <a:gd name="T0" fmla="*/ 54 w 7"/>
                  <a:gd name="T1" fmla="*/ 0 h 10"/>
                  <a:gd name="T2" fmla="*/ 85 w 7"/>
                  <a:gd name="T3" fmla="*/ 159 h 10"/>
                  <a:gd name="T4" fmla="*/ 100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1" y="2"/>
                      <a:pt x="0" y="10"/>
                      <a:pt x="5" y="8"/>
                    </a:cubicBezTo>
                    <a:cubicBezTo>
                      <a:pt x="7" y="7"/>
                      <a:pt x="7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0" name="Freeform 744">
                <a:extLst>
                  <a:ext uri="{FF2B5EF4-FFF2-40B4-BE49-F238E27FC236}">
                    <a16:creationId xmlns:a16="http://schemas.microsoft.com/office/drawing/2014/main" id="{8E4AA7BA-C651-491F-A338-69ABE8D18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117"/>
                <a:ext cx="37" cy="24"/>
              </a:xfrm>
              <a:custGeom>
                <a:avLst/>
                <a:gdLst>
                  <a:gd name="T0" fmla="*/ 153 w 15"/>
                  <a:gd name="T1" fmla="*/ 0 h 9"/>
                  <a:gd name="T2" fmla="*/ 74 w 15"/>
                  <a:gd name="T3" fmla="*/ 136 h 9"/>
                  <a:gd name="T4" fmla="*/ 165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0" y="0"/>
                    </a:moveTo>
                    <a:cubicBezTo>
                      <a:pt x="9" y="1"/>
                      <a:pt x="0" y="5"/>
                      <a:pt x="5" y="7"/>
                    </a:cubicBezTo>
                    <a:cubicBezTo>
                      <a:pt x="9" y="9"/>
                      <a:pt x="15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1" name="Freeform 745">
                <a:extLst>
                  <a:ext uri="{FF2B5EF4-FFF2-40B4-BE49-F238E27FC236}">
                    <a16:creationId xmlns:a16="http://schemas.microsoft.com/office/drawing/2014/main" id="{A7526148-828E-45DB-9E77-8C067A59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131"/>
                <a:ext cx="20" cy="34"/>
              </a:xfrm>
              <a:custGeom>
                <a:avLst/>
                <a:gdLst>
                  <a:gd name="T0" fmla="*/ 83 w 8"/>
                  <a:gd name="T1" fmla="*/ 199 h 13"/>
                  <a:gd name="T2" fmla="*/ 63 w 8"/>
                  <a:gd name="T3" fmla="*/ 0 h 13"/>
                  <a:gd name="T4" fmla="*/ 50 w 8"/>
                  <a:gd name="T5" fmla="*/ 233 h 13"/>
                  <a:gd name="T6" fmla="*/ 83 w 8"/>
                  <a:gd name="T7" fmla="*/ 2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5" y="11"/>
                    </a:moveTo>
                    <a:cubicBezTo>
                      <a:pt x="6" y="9"/>
                      <a:pt x="8" y="0"/>
                      <a:pt x="4" y="0"/>
                    </a:cubicBezTo>
                    <a:cubicBezTo>
                      <a:pt x="0" y="0"/>
                      <a:pt x="1" y="11"/>
                      <a:pt x="3" y="13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2" name="Freeform 746">
                <a:extLst>
                  <a:ext uri="{FF2B5EF4-FFF2-40B4-BE49-F238E27FC236}">
                    <a16:creationId xmlns:a16="http://schemas.microsoft.com/office/drawing/2014/main" id="{A4D3DF22-4E02-4D51-8075-0EF4E3711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157"/>
                <a:ext cx="22" cy="27"/>
              </a:xfrm>
              <a:custGeom>
                <a:avLst/>
                <a:gdLst>
                  <a:gd name="T0" fmla="*/ 90 w 9"/>
                  <a:gd name="T1" fmla="*/ 159 h 10"/>
                  <a:gd name="T2" fmla="*/ 71 w 9"/>
                  <a:gd name="T3" fmla="*/ 0 h 10"/>
                  <a:gd name="T4" fmla="*/ 59 w 9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8"/>
                    </a:moveTo>
                    <a:cubicBezTo>
                      <a:pt x="7" y="6"/>
                      <a:pt x="9" y="0"/>
                      <a:pt x="5" y="0"/>
                    </a:cubicBezTo>
                    <a:cubicBezTo>
                      <a:pt x="1" y="0"/>
                      <a:pt x="0" y="10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3" name="Freeform 747">
                <a:extLst>
                  <a:ext uri="{FF2B5EF4-FFF2-40B4-BE49-F238E27FC236}">
                    <a16:creationId xmlns:a16="http://schemas.microsoft.com/office/drawing/2014/main" id="{12DB31E8-39C2-47E1-9CF5-90076DAD3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133"/>
                <a:ext cx="27" cy="24"/>
              </a:xfrm>
              <a:custGeom>
                <a:avLst/>
                <a:gdLst>
                  <a:gd name="T0" fmla="*/ 133 w 11"/>
                  <a:gd name="T1" fmla="*/ 115 h 9"/>
                  <a:gd name="T2" fmla="*/ 12 w 11"/>
                  <a:gd name="T3" fmla="*/ 115 h 9"/>
                  <a:gd name="T4" fmla="*/ 16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9" y="6"/>
                    </a:moveTo>
                    <a:cubicBezTo>
                      <a:pt x="8" y="8"/>
                      <a:pt x="2" y="9"/>
                      <a:pt x="1" y="6"/>
                    </a:cubicBezTo>
                    <a:cubicBezTo>
                      <a:pt x="0" y="3"/>
                      <a:pt x="9" y="1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4" name="Freeform 748">
                <a:extLst>
                  <a:ext uri="{FF2B5EF4-FFF2-40B4-BE49-F238E27FC236}">
                    <a16:creationId xmlns:a16="http://schemas.microsoft.com/office/drawing/2014/main" id="{EA4FBA85-D823-46B9-92DE-826A46C71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152"/>
                <a:ext cx="25" cy="35"/>
              </a:xfrm>
              <a:custGeom>
                <a:avLst/>
                <a:gdLst>
                  <a:gd name="T0" fmla="*/ 145 w 10"/>
                  <a:gd name="T1" fmla="*/ 159 h 13"/>
                  <a:gd name="T2" fmla="*/ 158 w 10"/>
                  <a:gd name="T3" fmla="*/ 59 h 13"/>
                  <a:gd name="T4" fmla="*/ 63 w 10"/>
                  <a:gd name="T5" fmla="*/ 35 h 13"/>
                  <a:gd name="T6" fmla="*/ 50 w 10"/>
                  <a:gd name="T7" fmla="*/ 218 h 13"/>
                  <a:gd name="T8" fmla="*/ 125 w 10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9" y="8"/>
                    </a:moveTo>
                    <a:cubicBezTo>
                      <a:pt x="9" y="6"/>
                      <a:pt x="10" y="4"/>
                      <a:pt x="10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4"/>
                      <a:pt x="0" y="9"/>
                      <a:pt x="3" y="11"/>
                    </a:cubicBezTo>
                    <a:cubicBezTo>
                      <a:pt x="4" y="13"/>
                      <a:pt x="9" y="11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5" name="Line 749">
                <a:extLst>
                  <a:ext uri="{FF2B5EF4-FFF2-40B4-BE49-F238E27FC236}">
                    <a16:creationId xmlns:a16="http://schemas.microsoft.com/office/drawing/2014/main" id="{FBD9AA75-D25F-4667-BAF0-4A535EA54B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1" y="2101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D0D1D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6" name="Freeform 750">
                <a:extLst>
                  <a:ext uri="{FF2B5EF4-FFF2-40B4-BE49-F238E27FC236}">
                    <a16:creationId xmlns:a16="http://schemas.microsoft.com/office/drawing/2014/main" id="{085BF95E-3A83-4424-A4C3-B328D2455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99"/>
                <a:ext cx="18" cy="26"/>
              </a:xfrm>
              <a:custGeom>
                <a:avLst/>
                <a:gdLst>
                  <a:gd name="T0" fmla="*/ 33 w 7"/>
                  <a:gd name="T1" fmla="*/ 0 h 10"/>
                  <a:gd name="T2" fmla="*/ 67 w 7"/>
                  <a:gd name="T3" fmla="*/ 177 h 10"/>
                  <a:gd name="T4" fmla="*/ 85 w 7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0" y="2"/>
                      <a:pt x="0" y="10"/>
                      <a:pt x="4" y="10"/>
                    </a:cubicBezTo>
                    <a:cubicBezTo>
                      <a:pt x="7" y="9"/>
                      <a:pt x="5" y="3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7" name="Freeform 751">
                <a:extLst>
                  <a:ext uri="{FF2B5EF4-FFF2-40B4-BE49-F238E27FC236}">
                    <a16:creationId xmlns:a16="http://schemas.microsoft.com/office/drawing/2014/main" id="{0E4FD875-CEDB-4CD7-B9D9-46F256C3F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123"/>
                <a:ext cx="15" cy="32"/>
              </a:xfrm>
              <a:custGeom>
                <a:avLst/>
                <a:gdLst>
                  <a:gd name="T0" fmla="*/ 20 w 6"/>
                  <a:gd name="T1" fmla="*/ 93 h 12"/>
                  <a:gd name="T2" fmla="*/ 33 w 6"/>
                  <a:gd name="T3" fmla="*/ 192 h 12"/>
                  <a:gd name="T4" fmla="*/ 95 w 6"/>
                  <a:gd name="T5" fmla="*/ 149 h 12"/>
                  <a:gd name="T6" fmla="*/ 50 w 6"/>
                  <a:gd name="T7" fmla="*/ 21 h 12"/>
                  <a:gd name="T8" fmla="*/ 20 w 6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1" y="7"/>
                      <a:pt x="1" y="9"/>
                      <a:pt x="2" y="10"/>
                    </a:cubicBezTo>
                    <a:cubicBezTo>
                      <a:pt x="4" y="12"/>
                      <a:pt x="5" y="10"/>
                      <a:pt x="6" y="8"/>
                    </a:cubicBezTo>
                    <a:cubicBezTo>
                      <a:pt x="6" y="6"/>
                      <a:pt x="6" y="1"/>
                      <a:pt x="3" y="1"/>
                    </a:cubicBezTo>
                    <a:cubicBezTo>
                      <a:pt x="1" y="0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8" name="Freeform 752">
                <a:extLst>
                  <a:ext uri="{FF2B5EF4-FFF2-40B4-BE49-F238E27FC236}">
                    <a16:creationId xmlns:a16="http://schemas.microsoft.com/office/drawing/2014/main" id="{07320693-9F0D-4993-B4E7-E1441B1B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112"/>
                <a:ext cx="25" cy="24"/>
              </a:xfrm>
              <a:custGeom>
                <a:avLst/>
                <a:gdLst>
                  <a:gd name="T0" fmla="*/ 0 w 10"/>
                  <a:gd name="T1" fmla="*/ 93 h 9"/>
                  <a:gd name="T2" fmla="*/ 113 w 10"/>
                  <a:gd name="T3" fmla="*/ 56 h 9"/>
                  <a:gd name="T4" fmla="*/ 20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1" y="2"/>
                      <a:pt x="6" y="0"/>
                      <a:pt x="7" y="3"/>
                    </a:cubicBezTo>
                    <a:cubicBezTo>
                      <a:pt x="10" y="7"/>
                      <a:pt x="3" y="9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9" name="Freeform 753">
                <a:extLst>
                  <a:ext uri="{FF2B5EF4-FFF2-40B4-BE49-F238E27FC236}">
                    <a16:creationId xmlns:a16="http://schemas.microsoft.com/office/drawing/2014/main" id="{9DAC80DB-60EA-449C-AE8C-A6F93649A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107"/>
                <a:ext cx="15" cy="13"/>
              </a:xfrm>
              <a:custGeom>
                <a:avLst/>
                <a:gdLst>
                  <a:gd name="T0" fmla="*/ 20 w 6"/>
                  <a:gd name="T1" fmla="*/ 0 h 5"/>
                  <a:gd name="T2" fmla="*/ 95 w 6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3"/>
                      <a:pt x="4" y="5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0" name="Freeform 754">
                <a:extLst>
                  <a:ext uri="{FF2B5EF4-FFF2-40B4-BE49-F238E27FC236}">
                    <a16:creationId xmlns:a16="http://schemas.microsoft.com/office/drawing/2014/main" id="{B6436B04-787E-4655-893C-221384BED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112"/>
                <a:ext cx="30" cy="24"/>
              </a:xfrm>
              <a:custGeom>
                <a:avLst/>
                <a:gdLst>
                  <a:gd name="T0" fmla="*/ 175 w 12"/>
                  <a:gd name="T1" fmla="*/ 0 h 9"/>
                  <a:gd name="T2" fmla="*/ 50 w 12"/>
                  <a:gd name="T3" fmla="*/ 115 h 9"/>
                  <a:gd name="T4" fmla="*/ 188 w 12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1" y="0"/>
                    </a:moveTo>
                    <a:cubicBezTo>
                      <a:pt x="9" y="0"/>
                      <a:pt x="0" y="2"/>
                      <a:pt x="3" y="6"/>
                    </a:cubicBezTo>
                    <a:cubicBezTo>
                      <a:pt x="4" y="9"/>
                      <a:pt x="12" y="7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1" name="Freeform 755">
                <a:extLst>
                  <a:ext uri="{FF2B5EF4-FFF2-40B4-BE49-F238E27FC236}">
                    <a16:creationId xmlns:a16="http://schemas.microsoft.com/office/drawing/2014/main" id="{8B158094-13AC-4DDA-A01D-8BFA74848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131"/>
                <a:ext cx="18" cy="29"/>
              </a:xfrm>
              <a:custGeom>
                <a:avLst/>
                <a:gdLst>
                  <a:gd name="T0" fmla="*/ 54 w 7"/>
                  <a:gd name="T1" fmla="*/ 0 h 11"/>
                  <a:gd name="T2" fmla="*/ 85 w 7"/>
                  <a:gd name="T3" fmla="*/ 166 h 11"/>
                  <a:gd name="T4" fmla="*/ 100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1" y="2"/>
                      <a:pt x="0" y="11"/>
                      <a:pt x="5" y="9"/>
                    </a:cubicBezTo>
                    <a:cubicBezTo>
                      <a:pt x="7" y="7"/>
                      <a:pt x="7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2" name="Freeform 756">
                <a:extLst>
                  <a:ext uri="{FF2B5EF4-FFF2-40B4-BE49-F238E27FC236}">
                    <a16:creationId xmlns:a16="http://schemas.microsoft.com/office/drawing/2014/main" id="{FD9B5F22-4CD6-4E06-B22C-FF5DE68A1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152"/>
                <a:ext cx="37" cy="27"/>
              </a:xfrm>
              <a:custGeom>
                <a:avLst/>
                <a:gdLst>
                  <a:gd name="T0" fmla="*/ 153 w 15"/>
                  <a:gd name="T1" fmla="*/ 0 h 10"/>
                  <a:gd name="T2" fmla="*/ 74 w 15"/>
                  <a:gd name="T3" fmla="*/ 159 h 10"/>
                  <a:gd name="T4" fmla="*/ 165 w 1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10" y="0"/>
                    </a:moveTo>
                    <a:cubicBezTo>
                      <a:pt x="9" y="2"/>
                      <a:pt x="0" y="6"/>
                      <a:pt x="5" y="8"/>
                    </a:cubicBezTo>
                    <a:cubicBezTo>
                      <a:pt x="9" y="10"/>
                      <a:pt x="15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3" name="Freeform 757">
                <a:extLst>
                  <a:ext uri="{FF2B5EF4-FFF2-40B4-BE49-F238E27FC236}">
                    <a16:creationId xmlns:a16="http://schemas.microsoft.com/office/drawing/2014/main" id="{9C9B9185-994E-402C-A08E-90AAB55E6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288"/>
                <a:ext cx="17" cy="35"/>
              </a:xfrm>
              <a:custGeom>
                <a:avLst/>
                <a:gdLst>
                  <a:gd name="T0" fmla="*/ 70 w 7"/>
                  <a:gd name="T1" fmla="*/ 232 h 13"/>
                  <a:gd name="T2" fmla="*/ 58 w 7"/>
                  <a:gd name="T3" fmla="*/ 22 h 13"/>
                  <a:gd name="T4" fmla="*/ 41 w 7"/>
                  <a:gd name="T5" fmla="*/ 253 h 13"/>
                  <a:gd name="T6" fmla="*/ 70 w 7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5" y="12"/>
                    </a:moveTo>
                    <a:cubicBezTo>
                      <a:pt x="6" y="10"/>
                      <a:pt x="7" y="0"/>
                      <a:pt x="4" y="1"/>
                    </a:cubicBezTo>
                    <a:cubicBezTo>
                      <a:pt x="0" y="1"/>
                      <a:pt x="0" y="12"/>
                      <a:pt x="3" y="13"/>
                    </a:cubicBezTo>
                    <a:cubicBezTo>
                      <a:pt x="3" y="13"/>
                      <a:pt x="4" y="13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4" name="Freeform 758">
                <a:extLst>
                  <a:ext uri="{FF2B5EF4-FFF2-40B4-BE49-F238E27FC236}">
                    <a16:creationId xmlns:a16="http://schemas.microsoft.com/office/drawing/2014/main" id="{910BBD3F-4392-4C92-B7A2-B65526483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315"/>
                <a:ext cx="25" cy="29"/>
              </a:xfrm>
              <a:custGeom>
                <a:avLst/>
                <a:gdLst>
                  <a:gd name="T0" fmla="*/ 95 w 10"/>
                  <a:gd name="T1" fmla="*/ 166 h 11"/>
                  <a:gd name="T2" fmla="*/ 95 w 10"/>
                  <a:gd name="T3" fmla="*/ 21 h 11"/>
                  <a:gd name="T4" fmla="*/ 63 w 10"/>
                  <a:gd name="T5" fmla="*/ 1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9"/>
                    </a:moveTo>
                    <a:cubicBezTo>
                      <a:pt x="7" y="7"/>
                      <a:pt x="10" y="0"/>
                      <a:pt x="6" y="1"/>
                    </a:cubicBezTo>
                    <a:cubicBezTo>
                      <a:pt x="2" y="1"/>
                      <a:pt x="0" y="11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5" name="Freeform 759">
                <a:extLst>
                  <a:ext uri="{FF2B5EF4-FFF2-40B4-BE49-F238E27FC236}">
                    <a16:creationId xmlns:a16="http://schemas.microsoft.com/office/drawing/2014/main" id="{1CA51F47-C8CC-4614-85FD-9C81BB7F8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293"/>
                <a:ext cx="25" cy="24"/>
              </a:xfrm>
              <a:custGeom>
                <a:avLst/>
                <a:gdLst>
                  <a:gd name="T0" fmla="*/ 145 w 10"/>
                  <a:gd name="T1" fmla="*/ 93 h 9"/>
                  <a:gd name="T2" fmla="*/ 20 w 10"/>
                  <a:gd name="T3" fmla="*/ 115 h 9"/>
                  <a:gd name="T4" fmla="*/ 158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cubicBezTo>
                      <a:pt x="8" y="8"/>
                      <a:pt x="1" y="9"/>
                      <a:pt x="1" y="6"/>
                    </a:cubicBezTo>
                    <a:cubicBezTo>
                      <a:pt x="0" y="3"/>
                      <a:pt x="9" y="1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6" name="Freeform 760">
                <a:extLst>
                  <a:ext uri="{FF2B5EF4-FFF2-40B4-BE49-F238E27FC236}">
                    <a16:creationId xmlns:a16="http://schemas.microsoft.com/office/drawing/2014/main" id="{18B8EEFA-7B5E-426C-9407-A1594B75D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309"/>
                <a:ext cx="25" cy="38"/>
              </a:xfrm>
              <a:custGeom>
                <a:avLst/>
                <a:gdLst>
                  <a:gd name="T0" fmla="*/ 145 w 10"/>
                  <a:gd name="T1" fmla="*/ 176 h 14"/>
                  <a:gd name="T2" fmla="*/ 145 w 10"/>
                  <a:gd name="T3" fmla="*/ 81 h 14"/>
                  <a:gd name="T4" fmla="*/ 63 w 10"/>
                  <a:gd name="T5" fmla="*/ 60 h 14"/>
                  <a:gd name="T6" fmla="*/ 33 w 10"/>
                  <a:gd name="T7" fmla="*/ 244 h 14"/>
                  <a:gd name="T8" fmla="*/ 125 w 10"/>
                  <a:gd name="T9" fmla="*/ 17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9" y="9"/>
                    </a:moveTo>
                    <a:cubicBezTo>
                      <a:pt x="9" y="7"/>
                      <a:pt x="10" y="5"/>
                      <a:pt x="9" y="4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4"/>
                      <a:pt x="0" y="10"/>
                      <a:pt x="2" y="12"/>
                    </a:cubicBezTo>
                    <a:cubicBezTo>
                      <a:pt x="4" y="14"/>
                      <a:pt x="8" y="11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7" name="Freeform 761">
                <a:extLst>
                  <a:ext uri="{FF2B5EF4-FFF2-40B4-BE49-F238E27FC236}">
                    <a16:creationId xmlns:a16="http://schemas.microsoft.com/office/drawing/2014/main" id="{C1BF84E4-56AB-4390-AC82-9A7A20D4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283"/>
                <a:ext cx="15" cy="32"/>
              </a:xfrm>
              <a:custGeom>
                <a:avLst/>
                <a:gdLst>
                  <a:gd name="T0" fmla="*/ 20 w 6"/>
                  <a:gd name="T1" fmla="*/ 93 h 12"/>
                  <a:gd name="T2" fmla="*/ 33 w 6"/>
                  <a:gd name="T3" fmla="*/ 192 h 12"/>
                  <a:gd name="T4" fmla="*/ 83 w 6"/>
                  <a:gd name="T5" fmla="*/ 136 h 12"/>
                  <a:gd name="T6" fmla="*/ 50 w 6"/>
                  <a:gd name="T7" fmla="*/ 0 h 12"/>
                  <a:gd name="T8" fmla="*/ 0 w 6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1" y="6"/>
                      <a:pt x="1" y="9"/>
                      <a:pt x="2" y="10"/>
                    </a:cubicBezTo>
                    <a:cubicBezTo>
                      <a:pt x="4" y="12"/>
                      <a:pt x="5" y="10"/>
                      <a:pt x="5" y="7"/>
                    </a:cubicBezTo>
                    <a:cubicBezTo>
                      <a:pt x="6" y="6"/>
                      <a:pt x="5" y="1"/>
                      <a:pt x="3" y="0"/>
                    </a:cubicBezTo>
                    <a:cubicBezTo>
                      <a:pt x="0" y="0"/>
                      <a:pt x="0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8" name="Freeform 762">
                <a:extLst>
                  <a:ext uri="{FF2B5EF4-FFF2-40B4-BE49-F238E27FC236}">
                    <a16:creationId xmlns:a16="http://schemas.microsoft.com/office/drawing/2014/main" id="{ACF31B7F-8726-4FFB-B82E-ADC72944F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272"/>
                <a:ext cx="22" cy="24"/>
              </a:xfrm>
              <a:custGeom>
                <a:avLst/>
                <a:gdLst>
                  <a:gd name="T0" fmla="*/ 0 w 9"/>
                  <a:gd name="T1" fmla="*/ 77 h 9"/>
                  <a:gd name="T2" fmla="*/ 103 w 9"/>
                  <a:gd name="T3" fmla="*/ 56 h 9"/>
                  <a:gd name="T4" fmla="*/ 12 w 9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2"/>
                      <a:pt x="5" y="0"/>
                      <a:pt x="7" y="3"/>
                    </a:cubicBezTo>
                    <a:cubicBezTo>
                      <a:pt x="9" y="7"/>
                      <a:pt x="3" y="8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9" name="Freeform 763">
                <a:extLst>
                  <a:ext uri="{FF2B5EF4-FFF2-40B4-BE49-F238E27FC236}">
                    <a16:creationId xmlns:a16="http://schemas.microsoft.com/office/drawing/2014/main" id="{656F41FC-6921-4D52-B51D-018102E3D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267"/>
                <a:ext cx="12" cy="13"/>
              </a:xfrm>
              <a:custGeom>
                <a:avLst/>
                <a:gdLst>
                  <a:gd name="T0" fmla="*/ 12 w 5"/>
                  <a:gd name="T1" fmla="*/ 0 h 5"/>
                  <a:gd name="T2" fmla="*/ 70 w 5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3"/>
                      <a:pt x="4" y="5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0" name="Freeform 764">
                <a:extLst>
                  <a:ext uri="{FF2B5EF4-FFF2-40B4-BE49-F238E27FC236}">
                    <a16:creationId xmlns:a16="http://schemas.microsoft.com/office/drawing/2014/main" id="{9625DF5A-F9A7-4474-B29B-B0BDDC8F6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269"/>
                <a:ext cx="33" cy="24"/>
              </a:xfrm>
              <a:custGeom>
                <a:avLst/>
                <a:gdLst>
                  <a:gd name="T0" fmla="*/ 193 w 13"/>
                  <a:gd name="T1" fmla="*/ 0 h 9"/>
                  <a:gd name="T2" fmla="*/ 51 w 13"/>
                  <a:gd name="T3" fmla="*/ 136 h 9"/>
                  <a:gd name="T4" fmla="*/ 213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2" y="0"/>
                    </a:moveTo>
                    <a:cubicBezTo>
                      <a:pt x="9" y="1"/>
                      <a:pt x="0" y="3"/>
                      <a:pt x="3" y="7"/>
                    </a:cubicBezTo>
                    <a:cubicBezTo>
                      <a:pt x="5" y="9"/>
                      <a:pt x="13" y="8"/>
                      <a:pt x="1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1" name="Freeform 765">
                <a:extLst>
                  <a:ext uri="{FF2B5EF4-FFF2-40B4-BE49-F238E27FC236}">
                    <a16:creationId xmlns:a16="http://schemas.microsoft.com/office/drawing/2014/main" id="{3079062E-5BB7-49EA-852B-FA78C9041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291"/>
                <a:ext cx="18" cy="29"/>
              </a:xfrm>
              <a:custGeom>
                <a:avLst/>
                <a:gdLst>
                  <a:gd name="T0" fmla="*/ 54 w 7"/>
                  <a:gd name="T1" fmla="*/ 0 h 11"/>
                  <a:gd name="T2" fmla="*/ 67 w 7"/>
                  <a:gd name="T3" fmla="*/ 145 h 11"/>
                  <a:gd name="T4" fmla="*/ 100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1" y="2"/>
                      <a:pt x="0" y="11"/>
                      <a:pt x="4" y="8"/>
                    </a:cubicBezTo>
                    <a:cubicBezTo>
                      <a:pt x="7" y="7"/>
                      <a:pt x="6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2" name="Freeform 766">
                <a:extLst>
                  <a:ext uri="{FF2B5EF4-FFF2-40B4-BE49-F238E27FC236}">
                    <a16:creationId xmlns:a16="http://schemas.microsoft.com/office/drawing/2014/main" id="{5AD2BDA6-8AB2-47BF-9347-16644CD3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312"/>
                <a:ext cx="35" cy="24"/>
              </a:xfrm>
              <a:custGeom>
                <a:avLst/>
                <a:gdLst>
                  <a:gd name="T0" fmla="*/ 158 w 14"/>
                  <a:gd name="T1" fmla="*/ 0 h 9"/>
                  <a:gd name="T2" fmla="*/ 83 w 14"/>
                  <a:gd name="T3" fmla="*/ 149 h 9"/>
                  <a:gd name="T4" fmla="*/ 175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8" y="1"/>
                      <a:pt x="0" y="5"/>
                      <a:pt x="5" y="8"/>
                    </a:cubicBezTo>
                    <a:cubicBezTo>
                      <a:pt x="8" y="9"/>
                      <a:pt x="14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3" name="Freeform 767">
                <a:extLst>
                  <a:ext uri="{FF2B5EF4-FFF2-40B4-BE49-F238E27FC236}">
                    <a16:creationId xmlns:a16="http://schemas.microsoft.com/office/drawing/2014/main" id="{1776112F-CC5A-4D31-8291-5156BE09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304"/>
                <a:ext cx="17" cy="35"/>
              </a:xfrm>
              <a:custGeom>
                <a:avLst/>
                <a:gdLst>
                  <a:gd name="T0" fmla="*/ 70 w 7"/>
                  <a:gd name="T1" fmla="*/ 232 h 13"/>
                  <a:gd name="T2" fmla="*/ 41 w 7"/>
                  <a:gd name="T3" fmla="*/ 0 h 13"/>
                  <a:gd name="T4" fmla="*/ 41 w 7"/>
                  <a:gd name="T5" fmla="*/ 253 h 13"/>
                  <a:gd name="T6" fmla="*/ 58 w 7"/>
                  <a:gd name="T7" fmla="*/ 23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5" y="12"/>
                    </a:moveTo>
                    <a:cubicBezTo>
                      <a:pt x="6" y="10"/>
                      <a:pt x="7" y="0"/>
                      <a:pt x="3" y="0"/>
                    </a:cubicBezTo>
                    <a:cubicBezTo>
                      <a:pt x="0" y="1"/>
                      <a:pt x="0" y="11"/>
                      <a:pt x="3" y="13"/>
                    </a:cubicBezTo>
                    <a:cubicBezTo>
                      <a:pt x="3" y="13"/>
                      <a:pt x="4" y="13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4" name="Freeform 768">
                <a:extLst>
                  <a:ext uri="{FF2B5EF4-FFF2-40B4-BE49-F238E27FC236}">
                    <a16:creationId xmlns:a16="http://schemas.microsoft.com/office/drawing/2014/main" id="{8EDB8244-BD1F-46F3-A298-ECE0618F2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31"/>
                <a:ext cx="23" cy="26"/>
              </a:xfrm>
              <a:custGeom>
                <a:avLst/>
                <a:gdLst>
                  <a:gd name="T0" fmla="*/ 97 w 9"/>
                  <a:gd name="T1" fmla="*/ 143 h 10"/>
                  <a:gd name="T2" fmla="*/ 84 w 9"/>
                  <a:gd name="T3" fmla="*/ 0 h 10"/>
                  <a:gd name="T4" fmla="*/ 66 w 9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8"/>
                    </a:moveTo>
                    <a:cubicBezTo>
                      <a:pt x="7" y="6"/>
                      <a:pt x="9" y="0"/>
                      <a:pt x="5" y="0"/>
                    </a:cubicBezTo>
                    <a:cubicBezTo>
                      <a:pt x="2" y="1"/>
                      <a:pt x="0" y="10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5" name="Freeform 769">
                <a:extLst>
                  <a:ext uri="{FF2B5EF4-FFF2-40B4-BE49-F238E27FC236}">
                    <a16:creationId xmlns:a16="http://schemas.microsoft.com/office/drawing/2014/main" id="{FBB0262B-4510-4021-B8E3-00865C083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09"/>
                <a:ext cx="28" cy="22"/>
              </a:xfrm>
              <a:custGeom>
                <a:avLst/>
                <a:gdLst>
                  <a:gd name="T0" fmla="*/ 150 w 11"/>
                  <a:gd name="T1" fmla="*/ 107 h 8"/>
                  <a:gd name="T2" fmla="*/ 20 w 11"/>
                  <a:gd name="T3" fmla="*/ 129 h 8"/>
                  <a:gd name="T4" fmla="*/ 181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9" y="5"/>
                    </a:moveTo>
                    <a:cubicBezTo>
                      <a:pt x="8" y="7"/>
                      <a:pt x="2" y="8"/>
                      <a:pt x="1" y="6"/>
                    </a:cubicBezTo>
                    <a:cubicBezTo>
                      <a:pt x="0" y="3"/>
                      <a:pt x="9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6" name="Freeform 770">
                <a:extLst>
                  <a:ext uri="{FF2B5EF4-FFF2-40B4-BE49-F238E27FC236}">
                    <a16:creationId xmlns:a16="http://schemas.microsoft.com/office/drawing/2014/main" id="{6861D3E3-9D41-479F-884F-C3A779669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325"/>
                <a:ext cx="22" cy="35"/>
              </a:xfrm>
              <a:custGeom>
                <a:avLst/>
                <a:gdLst>
                  <a:gd name="T0" fmla="*/ 120 w 9"/>
                  <a:gd name="T1" fmla="*/ 159 h 13"/>
                  <a:gd name="T2" fmla="*/ 132 w 9"/>
                  <a:gd name="T3" fmla="*/ 59 h 13"/>
                  <a:gd name="T4" fmla="*/ 59 w 9"/>
                  <a:gd name="T5" fmla="*/ 35 h 13"/>
                  <a:gd name="T6" fmla="*/ 29 w 9"/>
                  <a:gd name="T7" fmla="*/ 232 h 13"/>
                  <a:gd name="T8" fmla="*/ 120 w 9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8" y="8"/>
                    </a:moveTo>
                    <a:cubicBezTo>
                      <a:pt x="8" y="7"/>
                      <a:pt x="9" y="5"/>
                      <a:pt x="9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4"/>
                      <a:pt x="0" y="10"/>
                      <a:pt x="2" y="12"/>
                    </a:cubicBezTo>
                    <a:cubicBezTo>
                      <a:pt x="4" y="13"/>
                      <a:pt x="8" y="11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7" name="Freeform 771">
                <a:extLst>
                  <a:ext uri="{FF2B5EF4-FFF2-40B4-BE49-F238E27FC236}">
                    <a16:creationId xmlns:a16="http://schemas.microsoft.com/office/drawing/2014/main" id="{69D82B08-AD1B-448C-8BEF-A20EB613C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275"/>
                <a:ext cx="17" cy="26"/>
              </a:xfrm>
              <a:custGeom>
                <a:avLst/>
                <a:gdLst>
                  <a:gd name="T0" fmla="*/ 29 w 7"/>
                  <a:gd name="T1" fmla="*/ 0 h 10"/>
                  <a:gd name="T2" fmla="*/ 58 w 7"/>
                  <a:gd name="T3" fmla="*/ 156 h 10"/>
                  <a:gd name="T4" fmla="*/ 87 w 7"/>
                  <a:gd name="T5" fmla="*/ 0 h 10"/>
                  <a:gd name="T6" fmla="*/ 70 w 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1" y="2"/>
                      <a:pt x="0" y="10"/>
                      <a:pt x="4" y="9"/>
                    </a:cubicBezTo>
                    <a:cubicBezTo>
                      <a:pt x="7" y="8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8" name="Freeform 772">
                <a:extLst>
                  <a:ext uri="{FF2B5EF4-FFF2-40B4-BE49-F238E27FC236}">
                    <a16:creationId xmlns:a16="http://schemas.microsoft.com/office/drawing/2014/main" id="{83D96AC8-C003-45AF-9A94-DB3C4B07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296"/>
                <a:ext cx="15" cy="35"/>
              </a:xfrm>
              <a:custGeom>
                <a:avLst/>
                <a:gdLst>
                  <a:gd name="T0" fmla="*/ 20 w 6"/>
                  <a:gd name="T1" fmla="*/ 116 h 13"/>
                  <a:gd name="T2" fmla="*/ 50 w 6"/>
                  <a:gd name="T3" fmla="*/ 218 h 13"/>
                  <a:gd name="T4" fmla="*/ 95 w 6"/>
                  <a:gd name="T5" fmla="*/ 159 h 13"/>
                  <a:gd name="T6" fmla="*/ 63 w 6"/>
                  <a:gd name="T7" fmla="*/ 22 h 13"/>
                  <a:gd name="T8" fmla="*/ 20 w 6"/>
                  <a:gd name="T9" fmla="*/ 11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1" y="6"/>
                    </a:moveTo>
                    <a:cubicBezTo>
                      <a:pt x="1" y="7"/>
                      <a:pt x="1" y="10"/>
                      <a:pt x="3" y="11"/>
                    </a:cubicBezTo>
                    <a:cubicBezTo>
                      <a:pt x="5" y="13"/>
                      <a:pt x="6" y="11"/>
                      <a:pt x="6" y="8"/>
                    </a:cubicBezTo>
                    <a:cubicBezTo>
                      <a:pt x="6" y="6"/>
                      <a:pt x="6" y="2"/>
                      <a:pt x="4" y="1"/>
                    </a:cubicBez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9" name="Freeform 773">
                <a:extLst>
                  <a:ext uri="{FF2B5EF4-FFF2-40B4-BE49-F238E27FC236}">
                    <a16:creationId xmlns:a16="http://schemas.microsoft.com/office/drawing/2014/main" id="{C88953B7-2459-450A-BA56-AB2DEDC6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288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125 w 10"/>
                  <a:gd name="T3" fmla="*/ 56 h 9"/>
                  <a:gd name="T4" fmla="*/ 33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2" y="2"/>
                      <a:pt x="6" y="0"/>
                      <a:pt x="8" y="3"/>
                    </a:cubicBezTo>
                    <a:cubicBezTo>
                      <a:pt x="10" y="6"/>
                      <a:pt x="4" y="8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0" name="Freeform 774">
                <a:extLst>
                  <a:ext uri="{FF2B5EF4-FFF2-40B4-BE49-F238E27FC236}">
                    <a16:creationId xmlns:a16="http://schemas.microsoft.com/office/drawing/2014/main" id="{FA7958E2-9B1B-4C10-975A-AA410666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285"/>
                <a:ext cx="33" cy="24"/>
              </a:xfrm>
              <a:custGeom>
                <a:avLst/>
                <a:gdLst>
                  <a:gd name="T0" fmla="*/ 180 w 13"/>
                  <a:gd name="T1" fmla="*/ 0 h 9"/>
                  <a:gd name="T2" fmla="*/ 51 w 13"/>
                  <a:gd name="T3" fmla="*/ 136 h 9"/>
                  <a:gd name="T4" fmla="*/ 193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1" y="0"/>
                    </a:moveTo>
                    <a:cubicBezTo>
                      <a:pt x="9" y="1"/>
                      <a:pt x="0" y="3"/>
                      <a:pt x="3" y="7"/>
                    </a:cubicBezTo>
                    <a:cubicBezTo>
                      <a:pt x="5" y="9"/>
                      <a:pt x="13" y="7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1" name="Freeform 775">
                <a:extLst>
                  <a:ext uri="{FF2B5EF4-FFF2-40B4-BE49-F238E27FC236}">
                    <a16:creationId xmlns:a16="http://schemas.microsoft.com/office/drawing/2014/main" id="{AB7DAA3D-B6AB-4998-B968-65F2E319A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307"/>
                <a:ext cx="15" cy="26"/>
              </a:xfrm>
              <a:custGeom>
                <a:avLst/>
                <a:gdLst>
                  <a:gd name="T0" fmla="*/ 33 w 6"/>
                  <a:gd name="T1" fmla="*/ 0 h 10"/>
                  <a:gd name="T2" fmla="*/ 63 w 6"/>
                  <a:gd name="T3" fmla="*/ 143 h 10"/>
                  <a:gd name="T4" fmla="*/ 95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2" y="0"/>
                    </a:moveTo>
                    <a:cubicBezTo>
                      <a:pt x="1" y="2"/>
                      <a:pt x="0" y="10"/>
                      <a:pt x="4" y="8"/>
                    </a:cubicBezTo>
                    <a:cubicBezTo>
                      <a:pt x="6" y="7"/>
                      <a:pt x="6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2" name="Freeform 776">
                <a:extLst>
                  <a:ext uri="{FF2B5EF4-FFF2-40B4-BE49-F238E27FC236}">
                    <a16:creationId xmlns:a16="http://schemas.microsoft.com/office/drawing/2014/main" id="{1010377C-D50B-4EEF-BED1-BA0E9174C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328"/>
                <a:ext cx="35" cy="24"/>
              </a:xfrm>
              <a:custGeom>
                <a:avLst/>
                <a:gdLst>
                  <a:gd name="T0" fmla="*/ 158 w 14"/>
                  <a:gd name="T1" fmla="*/ 0 h 9"/>
                  <a:gd name="T2" fmla="*/ 83 w 14"/>
                  <a:gd name="T3" fmla="*/ 136 h 9"/>
                  <a:gd name="T4" fmla="*/ 175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8" y="1"/>
                      <a:pt x="0" y="5"/>
                      <a:pt x="5" y="7"/>
                    </a:cubicBezTo>
                    <a:cubicBezTo>
                      <a:pt x="8" y="9"/>
                      <a:pt x="14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3" name="Freeform 777">
                <a:extLst>
                  <a:ext uri="{FF2B5EF4-FFF2-40B4-BE49-F238E27FC236}">
                    <a16:creationId xmlns:a16="http://schemas.microsoft.com/office/drawing/2014/main" id="{0E3ED9C3-7A90-4C23-AEA1-8EDC5B984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237"/>
                <a:ext cx="25" cy="30"/>
              </a:xfrm>
              <a:custGeom>
                <a:avLst/>
                <a:gdLst>
                  <a:gd name="T0" fmla="*/ 0 w 10"/>
                  <a:gd name="T1" fmla="*/ 120 h 11"/>
                  <a:gd name="T2" fmla="*/ 125 w 10"/>
                  <a:gd name="T3" fmla="*/ 38 h 11"/>
                  <a:gd name="T4" fmla="*/ 20 w 10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cubicBezTo>
                      <a:pt x="1" y="3"/>
                      <a:pt x="6" y="0"/>
                      <a:pt x="8" y="2"/>
                    </a:cubicBezTo>
                    <a:cubicBezTo>
                      <a:pt x="10" y="5"/>
                      <a:pt x="2" y="10"/>
                      <a:pt x="1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4" name="Freeform 778">
                <a:extLst>
                  <a:ext uri="{FF2B5EF4-FFF2-40B4-BE49-F238E27FC236}">
                    <a16:creationId xmlns:a16="http://schemas.microsoft.com/office/drawing/2014/main" id="{460665FC-2A78-4BDF-B43A-289FF1539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205"/>
                <a:ext cx="20" cy="38"/>
              </a:xfrm>
              <a:custGeom>
                <a:avLst/>
                <a:gdLst>
                  <a:gd name="T0" fmla="*/ 0 w 8"/>
                  <a:gd name="T1" fmla="*/ 117 h 14"/>
                  <a:gd name="T2" fmla="*/ 33 w 8"/>
                  <a:gd name="T3" fmla="*/ 220 h 14"/>
                  <a:gd name="T4" fmla="*/ 113 w 8"/>
                  <a:gd name="T5" fmla="*/ 198 h 14"/>
                  <a:gd name="T6" fmla="*/ 83 w 8"/>
                  <a:gd name="T7" fmla="*/ 22 h 14"/>
                  <a:gd name="T8" fmla="*/ 20 w 8"/>
                  <a:gd name="T9" fmla="*/ 1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6"/>
                    </a:moveTo>
                    <a:cubicBezTo>
                      <a:pt x="1" y="8"/>
                      <a:pt x="1" y="10"/>
                      <a:pt x="2" y="11"/>
                    </a:cubicBezTo>
                    <a:cubicBezTo>
                      <a:pt x="3" y="14"/>
                      <a:pt x="6" y="13"/>
                      <a:pt x="7" y="10"/>
                    </a:cubicBezTo>
                    <a:cubicBezTo>
                      <a:pt x="8" y="8"/>
                      <a:pt x="8" y="2"/>
                      <a:pt x="5" y="1"/>
                    </a:cubicBezTo>
                    <a:cubicBezTo>
                      <a:pt x="3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5" name="Freeform 779">
                <a:extLst>
                  <a:ext uri="{FF2B5EF4-FFF2-40B4-BE49-F238E27FC236}">
                    <a16:creationId xmlns:a16="http://schemas.microsoft.com/office/drawing/2014/main" id="{E062AE86-A7C8-4ADA-91E0-BBD3AC9B3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205"/>
                <a:ext cx="18" cy="35"/>
              </a:xfrm>
              <a:custGeom>
                <a:avLst/>
                <a:gdLst>
                  <a:gd name="T0" fmla="*/ 85 w 7"/>
                  <a:gd name="T1" fmla="*/ 232 h 13"/>
                  <a:gd name="T2" fmla="*/ 67 w 7"/>
                  <a:gd name="T3" fmla="*/ 22 h 13"/>
                  <a:gd name="T4" fmla="*/ 54 w 7"/>
                  <a:gd name="T5" fmla="*/ 253 h 13"/>
                  <a:gd name="T6" fmla="*/ 85 w 7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5" y="12"/>
                    </a:moveTo>
                    <a:cubicBezTo>
                      <a:pt x="6" y="10"/>
                      <a:pt x="7" y="0"/>
                      <a:pt x="4" y="1"/>
                    </a:cubicBezTo>
                    <a:cubicBezTo>
                      <a:pt x="0" y="1"/>
                      <a:pt x="0" y="12"/>
                      <a:pt x="3" y="13"/>
                    </a:cubicBezTo>
                    <a:cubicBezTo>
                      <a:pt x="3" y="13"/>
                      <a:pt x="4" y="13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6" name="Freeform 780">
                <a:extLst>
                  <a:ext uri="{FF2B5EF4-FFF2-40B4-BE49-F238E27FC236}">
                    <a16:creationId xmlns:a16="http://schemas.microsoft.com/office/drawing/2014/main" id="{62987113-5BC4-4F7F-B2F0-AA0E05929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232"/>
                <a:ext cx="25" cy="29"/>
              </a:xfrm>
              <a:custGeom>
                <a:avLst/>
                <a:gdLst>
                  <a:gd name="T0" fmla="*/ 95 w 10"/>
                  <a:gd name="T1" fmla="*/ 166 h 11"/>
                  <a:gd name="T2" fmla="*/ 95 w 10"/>
                  <a:gd name="T3" fmla="*/ 21 h 11"/>
                  <a:gd name="T4" fmla="*/ 63 w 10"/>
                  <a:gd name="T5" fmla="*/ 1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9"/>
                    </a:moveTo>
                    <a:cubicBezTo>
                      <a:pt x="7" y="7"/>
                      <a:pt x="10" y="0"/>
                      <a:pt x="6" y="1"/>
                    </a:cubicBezTo>
                    <a:cubicBezTo>
                      <a:pt x="2" y="1"/>
                      <a:pt x="0" y="11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7" name="Freeform 781">
                <a:extLst>
                  <a:ext uri="{FF2B5EF4-FFF2-40B4-BE49-F238E27FC236}">
                    <a16:creationId xmlns:a16="http://schemas.microsoft.com/office/drawing/2014/main" id="{3B70C993-4DF4-4F67-8116-82C04FD11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211"/>
                <a:ext cx="25" cy="24"/>
              </a:xfrm>
              <a:custGeom>
                <a:avLst/>
                <a:gdLst>
                  <a:gd name="T0" fmla="*/ 145 w 10"/>
                  <a:gd name="T1" fmla="*/ 93 h 9"/>
                  <a:gd name="T2" fmla="*/ 20 w 10"/>
                  <a:gd name="T3" fmla="*/ 115 h 9"/>
                  <a:gd name="T4" fmla="*/ 158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cubicBezTo>
                      <a:pt x="8" y="8"/>
                      <a:pt x="1" y="9"/>
                      <a:pt x="1" y="6"/>
                    </a:cubicBezTo>
                    <a:cubicBezTo>
                      <a:pt x="0" y="3"/>
                      <a:pt x="9" y="1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8" name="Freeform 782">
                <a:extLst>
                  <a:ext uri="{FF2B5EF4-FFF2-40B4-BE49-F238E27FC236}">
                    <a16:creationId xmlns:a16="http://schemas.microsoft.com/office/drawing/2014/main" id="{EDC51744-417D-43BF-B368-7E4B35A41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227"/>
                <a:ext cx="25" cy="37"/>
              </a:xfrm>
              <a:custGeom>
                <a:avLst/>
                <a:gdLst>
                  <a:gd name="T0" fmla="*/ 145 w 10"/>
                  <a:gd name="T1" fmla="*/ 167 h 14"/>
                  <a:gd name="T2" fmla="*/ 145 w 10"/>
                  <a:gd name="T3" fmla="*/ 77 h 14"/>
                  <a:gd name="T4" fmla="*/ 63 w 10"/>
                  <a:gd name="T5" fmla="*/ 56 h 14"/>
                  <a:gd name="T6" fmla="*/ 33 w 10"/>
                  <a:gd name="T7" fmla="*/ 225 h 14"/>
                  <a:gd name="T8" fmla="*/ 125 w 10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9" y="9"/>
                    </a:moveTo>
                    <a:cubicBezTo>
                      <a:pt x="9" y="7"/>
                      <a:pt x="10" y="5"/>
                      <a:pt x="9" y="4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4"/>
                      <a:pt x="0" y="10"/>
                      <a:pt x="2" y="12"/>
                    </a:cubicBezTo>
                    <a:cubicBezTo>
                      <a:pt x="4" y="14"/>
                      <a:pt x="8" y="11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9" name="Freeform 783">
                <a:extLst>
                  <a:ext uri="{FF2B5EF4-FFF2-40B4-BE49-F238E27FC236}">
                    <a16:creationId xmlns:a16="http://schemas.microsoft.com/office/drawing/2014/main" id="{9DF650F5-8DC5-4DB7-B691-80E08989D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176"/>
                <a:ext cx="20" cy="27"/>
              </a:xfrm>
              <a:custGeom>
                <a:avLst/>
                <a:gdLst>
                  <a:gd name="T0" fmla="*/ 50 w 8"/>
                  <a:gd name="T1" fmla="*/ 0 h 10"/>
                  <a:gd name="T2" fmla="*/ 63 w 8"/>
                  <a:gd name="T3" fmla="*/ 176 h 10"/>
                  <a:gd name="T4" fmla="*/ 95 w 8"/>
                  <a:gd name="T5" fmla="*/ 0 h 10"/>
                  <a:gd name="T6" fmla="*/ 83 w 8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1" y="2"/>
                      <a:pt x="0" y="10"/>
                      <a:pt x="4" y="9"/>
                    </a:cubicBezTo>
                    <a:cubicBezTo>
                      <a:pt x="8" y="9"/>
                      <a:pt x="6" y="3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0" name="Freeform 784">
                <a:extLst>
                  <a:ext uri="{FF2B5EF4-FFF2-40B4-BE49-F238E27FC236}">
                    <a16:creationId xmlns:a16="http://schemas.microsoft.com/office/drawing/2014/main" id="{6F61A3F6-3D91-41F6-8253-64BAF92B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200"/>
                <a:ext cx="15" cy="32"/>
              </a:xfrm>
              <a:custGeom>
                <a:avLst/>
                <a:gdLst>
                  <a:gd name="T0" fmla="*/ 20 w 6"/>
                  <a:gd name="T1" fmla="*/ 93 h 12"/>
                  <a:gd name="T2" fmla="*/ 33 w 6"/>
                  <a:gd name="T3" fmla="*/ 192 h 12"/>
                  <a:gd name="T4" fmla="*/ 83 w 6"/>
                  <a:gd name="T5" fmla="*/ 136 h 12"/>
                  <a:gd name="T6" fmla="*/ 50 w 6"/>
                  <a:gd name="T7" fmla="*/ 0 h 12"/>
                  <a:gd name="T8" fmla="*/ 0 w 6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1" y="6"/>
                      <a:pt x="1" y="9"/>
                      <a:pt x="2" y="10"/>
                    </a:cubicBezTo>
                    <a:cubicBezTo>
                      <a:pt x="4" y="12"/>
                      <a:pt x="5" y="10"/>
                      <a:pt x="5" y="7"/>
                    </a:cubicBezTo>
                    <a:cubicBezTo>
                      <a:pt x="6" y="6"/>
                      <a:pt x="5" y="1"/>
                      <a:pt x="3" y="0"/>
                    </a:cubicBezTo>
                    <a:cubicBezTo>
                      <a:pt x="0" y="0"/>
                      <a:pt x="0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1" name="Freeform 785">
                <a:extLst>
                  <a:ext uri="{FF2B5EF4-FFF2-40B4-BE49-F238E27FC236}">
                    <a16:creationId xmlns:a16="http://schemas.microsoft.com/office/drawing/2014/main" id="{035B8E3E-DEAD-41D4-A77F-585809929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189"/>
                <a:ext cx="23" cy="24"/>
              </a:xfrm>
              <a:custGeom>
                <a:avLst/>
                <a:gdLst>
                  <a:gd name="T0" fmla="*/ 0 w 9"/>
                  <a:gd name="T1" fmla="*/ 77 h 9"/>
                  <a:gd name="T2" fmla="*/ 118 w 9"/>
                  <a:gd name="T3" fmla="*/ 56 h 9"/>
                  <a:gd name="T4" fmla="*/ 20 w 9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2"/>
                      <a:pt x="5" y="0"/>
                      <a:pt x="7" y="3"/>
                    </a:cubicBezTo>
                    <a:cubicBezTo>
                      <a:pt x="9" y="7"/>
                      <a:pt x="3" y="8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2" name="Freeform 786">
                <a:extLst>
                  <a:ext uri="{FF2B5EF4-FFF2-40B4-BE49-F238E27FC236}">
                    <a16:creationId xmlns:a16="http://schemas.microsoft.com/office/drawing/2014/main" id="{B9745809-7CF5-4152-BD65-189048BA7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187"/>
                <a:ext cx="32" cy="24"/>
              </a:xfrm>
              <a:custGeom>
                <a:avLst/>
                <a:gdLst>
                  <a:gd name="T0" fmla="*/ 182 w 13"/>
                  <a:gd name="T1" fmla="*/ 0 h 9"/>
                  <a:gd name="T2" fmla="*/ 42 w 13"/>
                  <a:gd name="T3" fmla="*/ 136 h 9"/>
                  <a:gd name="T4" fmla="*/ 194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2" y="0"/>
                    </a:moveTo>
                    <a:cubicBezTo>
                      <a:pt x="9" y="1"/>
                      <a:pt x="0" y="3"/>
                      <a:pt x="3" y="7"/>
                    </a:cubicBezTo>
                    <a:cubicBezTo>
                      <a:pt x="5" y="9"/>
                      <a:pt x="13" y="8"/>
                      <a:pt x="1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3" name="Freeform 787">
                <a:extLst>
                  <a:ext uri="{FF2B5EF4-FFF2-40B4-BE49-F238E27FC236}">
                    <a16:creationId xmlns:a16="http://schemas.microsoft.com/office/drawing/2014/main" id="{E7C54EA5-9C7F-41CA-8760-C2F565821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208"/>
                <a:ext cx="17" cy="29"/>
              </a:xfrm>
              <a:custGeom>
                <a:avLst/>
                <a:gdLst>
                  <a:gd name="T0" fmla="*/ 41 w 7"/>
                  <a:gd name="T1" fmla="*/ 0 h 11"/>
                  <a:gd name="T2" fmla="*/ 58 w 7"/>
                  <a:gd name="T3" fmla="*/ 145 h 11"/>
                  <a:gd name="T4" fmla="*/ 87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1" y="2"/>
                      <a:pt x="0" y="11"/>
                      <a:pt x="4" y="8"/>
                    </a:cubicBezTo>
                    <a:cubicBezTo>
                      <a:pt x="7" y="7"/>
                      <a:pt x="6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4" name="Freeform 788">
                <a:extLst>
                  <a:ext uri="{FF2B5EF4-FFF2-40B4-BE49-F238E27FC236}">
                    <a16:creationId xmlns:a16="http://schemas.microsoft.com/office/drawing/2014/main" id="{1F6864BA-D0BF-48E9-8652-0799E6AD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229"/>
                <a:ext cx="35" cy="24"/>
              </a:xfrm>
              <a:custGeom>
                <a:avLst/>
                <a:gdLst>
                  <a:gd name="T0" fmla="*/ 158 w 14"/>
                  <a:gd name="T1" fmla="*/ 0 h 9"/>
                  <a:gd name="T2" fmla="*/ 83 w 14"/>
                  <a:gd name="T3" fmla="*/ 149 h 9"/>
                  <a:gd name="T4" fmla="*/ 175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8" y="1"/>
                      <a:pt x="0" y="5"/>
                      <a:pt x="5" y="8"/>
                    </a:cubicBezTo>
                    <a:cubicBezTo>
                      <a:pt x="8" y="9"/>
                      <a:pt x="14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5" name="Freeform 789">
                <a:extLst>
                  <a:ext uri="{FF2B5EF4-FFF2-40B4-BE49-F238E27FC236}">
                    <a16:creationId xmlns:a16="http://schemas.microsoft.com/office/drawing/2014/main" id="{B7D503E8-91E0-441E-B826-5D91265E1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123"/>
                <a:ext cx="25" cy="32"/>
              </a:xfrm>
              <a:custGeom>
                <a:avLst/>
                <a:gdLst>
                  <a:gd name="T0" fmla="*/ 0 w 10"/>
                  <a:gd name="T1" fmla="*/ 115 h 12"/>
                  <a:gd name="T2" fmla="*/ 113 w 10"/>
                  <a:gd name="T3" fmla="*/ 56 h 12"/>
                  <a:gd name="T4" fmla="*/ 0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cubicBezTo>
                      <a:pt x="0" y="4"/>
                      <a:pt x="6" y="0"/>
                      <a:pt x="7" y="3"/>
                    </a:cubicBezTo>
                    <a:cubicBezTo>
                      <a:pt x="10" y="5"/>
                      <a:pt x="2" y="11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6" name="Freeform 790">
                <a:extLst>
                  <a:ext uri="{FF2B5EF4-FFF2-40B4-BE49-F238E27FC236}">
                    <a16:creationId xmlns:a16="http://schemas.microsoft.com/office/drawing/2014/main" id="{9B9FA35E-7681-4238-A264-20E07604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091"/>
                <a:ext cx="22" cy="37"/>
              </a:xfrm>
              <a:custGeom>
                <a:avLst/>
                <a:gdLst>
                  <a:gd name="T0" fmla="*/ 12 w 9"/>
                  <a:gd name="T1" fmla="*/ 111 h 14"/>
                  <a:gd name="T2" fmla="*/ 29 w 9"/>
                  <a:gd name="T3" fmla="*/ 225 h 14"/>
                  <a:gd name="T4" fmla="*/ 120 w 9"/>
                  <a:gd name="T5" fmla="*/ 182 h 14"/>
                  <a:gd name="T6" fmla="*/ 90 w 9"/>
                  <a:gd name="T7" fmla="*/ 21 h 14"/>
                  <a:gd name="T8" fmla="*/ 12 w 9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6"/>
                    </a:moveTo>
                    <a:cubicBezTo>
                      <a:pt x="2" y="8"/>
                      <a:pt x="1" y="10"/>
                      <a:pt x="2" y="12"/>
                    </a:cubicBezTo>
                    <a:cubicBezTo>
                      <a:pt x="4" y="14"/>
                      <a:pt x="6" y="13"/>
                      <a:pt x="8" y="10"/>
                    </a:cubicBezTo>
                    <a:cubicBezTo>
                      <a:pt x="9" y="8"/>
                      <a:pt x="9" y="2"/>
                      <a:pt x="6" y="1"/>
                    </a:cubicBezTo>
                    <a:cubicBezTo>
                      <a:pt x="4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7" name="Freeform 791">
                <a:extLst>
                  <a:ext uri="{FF2B5EF4-FFF2-40B4-BE49-F238E27FC236}">
                    <a16:creationId xmlns:a16="http://schemas.microsoft.com/office/drawing/2014/main" id="{A2807549-609C-4401-9059-C740D2B9B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093"/>
                <a:ext cx="18" cy="35"/>
              </a:xfrm>
              <a:custGeom>
                <a:avLst/>
                <a:gdLst>
                  <a:gd name="T0" fmla="*/ 85 w 7"/>
                  <a:gd name="T1" fmla="*/ 218 h 13"/>
                  <a:gd name="T2" fmla="*/ 54 w 7"/>
                  <a:gd name="T3" fmla="*/ 0 h 13"/>
                  <a:gd name="T4" fmla="*/ 54 w 7"/>
                  <a:gd name="T5" fmla="*/ 253 h 13"/>
                  <a:gd name="T6" fmla="*/ 67 w 7"/>
                  <a:gd name="T7" fmla="*/ 23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5" y="11"/>
                    </a:moveTo>
                    <a:cubicBezTo>
                      <a:pt x="6" y="9"/>
                      <a:pt x="7" y="0"/>
                      <a:pt x="3" y="0"/>
                    </a:cubicBezTo>
                    <a:cubicBezTo>
                      <a:pt x="0" y="0"/>
                      <a:pt x="0" y="11"/>
                      <a:pt x="3" y="13"/>
                    </a:cubicBezTo>
                    <a:cubicBezTo>
                      <a:pt x="3" y="12"/>
                      <a:pt x="4" y="12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8" name="Freeform 792">
                <a:extLst>
                  <a:ext uri="{FF2B5EF4-FFF2-40B4-BE49-F238E27FC236}">
                    <a16:creationId xmlns:a16="http://schemas.microsoft.com/office/drawing/2014/main" id="{2E51EA08-BB63-492C-AFBC-7013D3E6A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120"/>
                <a:ext cx="22" cy="27"/>
              </a:xfrm>
              <a:custGeom>
                <a:avLst/>
                <a:gdLst>
                  <a:gd name="T0" fmla="*/ 90 w 9"/>
                  <a:gd name="T1" fmla="*/ 159 h 10"/>
                  <a:gd name="T2" fmla="*/ 71 w 9"/>
                  <a:gd name="T3" fmla="*/ 0 h 10"/>
                  <a:gd name="T4" fmla="*/ 59 w 9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8"/>
                    </a:moveTo>
                    <a:cubicBezTo>
                      <a:pt x="7" y="6"/>
                      <a:pt x="9" y="0"/>
                      <a:pt x="5" y="0"/>
                    </a:cubicBezTo>
                    <a:cubicBezTo>
                      <a:pt x="2" y="0"/>
                      <a:pt x="0" y="10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69" name="Freeform 793">
                <a:extLst>
                  <a:ext uri="{FF2B5EF4-FFF2-40B4-BE49-F238E27FC236}">
                    <a16:creationId xmlns:a16="http://schemas.microsoft.com/office/drawing/2014/main" id="{180E1AED-5398-4951-9D74-51B36AB4A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96"/>
                <a:ext cx="27" cy="24"/>
              </a:xfrm>
              <a:custGeom>
                <a:avLst/>
                <a:gdLst>
                  <a:gd name="T0" fmla="*/ 133 w 11"/>
                  <a:gd name="T1" fmla="*/ 115 h 9"/>
                  <a:gd name="T2" fmla="*/ 12 w 11"/>
                  <a:gd name="T3" fmla="*/ 115 h 9"/>
                  <a:gd name="T4" fmla="*/ 16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9" y="6"/>
                    </a:moveTo>
                    <a:cubicBezTo>
                      <a:pt x="8" y="8"/>
                      <a:pt x="2" y="9"/>
                      <a:pt x="1" y="6"/>
                    </a:cubicBezTo>
                    <a:cubicBezTo>
                      <a:pt x="0" y="3"/>
                      <a:pt x="9" y="1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0" name="Freeform 794">
                <a:extLst>
                  <a:ext uri="{FF2B5EF4-FFF2-40B4-BE49-F238E27FC236}">
                    <a16:creationId xmlns:a16="http://schemas.microsoft.com/office/drawing/2014/main" id="{180AF94B-950B-4566-BD13-D87E2DAB8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115"/>
                <a:ext cx="23" cy="34"/>
              </a:xfrm>
              <a:custGeom>
                <a:avLst/>
                <a:gdLst>
                  <a:gd name="T0" fmla="*/ 130 w 9"/>
                  <a:gd name="T1" fmla="*/ 144 h 13"/>
                  <a:gd name="T2" fmla="*/ 151 w 9"/>
                  <a:gd name="T3" fmla="*/ 55 h 13"/>
                  <a:gd name="T4" fmla="*/ 66 w 9"/>
                  <a:gd name="T5" fmla="*/ 34 h 13"/>
                  <a:gd name="T6" fmla="*/ 33 w 9"/>
                  <a:gd name="T7" fmla="*/ 199 h 13"/>
                  <a:gd name="T8" fmla="*/ 130 w 9"/>
                  <a:gd name="T9" fmla="*/ 1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8" y="8"/>
                    </a:moveTo>
                    <a:cubicBezTo>
                      <a:pt x="8" y="6"/>
                      <a:pt x="9" y="4"/>
                      <a:pt x="9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4"/>
                      <a:pt x="0" y="9"/>
                      <a:pt x="2" y="11"/>
                    </a:cubicBezTo>
                    <a:cubicBezTo>
                      <a:pt x="4" y="13"/>
                      <a:pt x="8" y="11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1" name="Freeform 795">
                <a:extLst>
                  <a:ext uri="{FF2B5EF4-FFF2-40B4-BE49-F238E27FC236}">
                    <a16:creationId xmlns:a16="http://schemas.microsoft.com/office/drawing/2014/main" id="{A9B06540-BF0B-4168-861C-960B87995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061"/>
                <a:ext cx="18" cy="27"/>
              </a:xfrm>
              <a:custGeom>
                <a:avLst/>
                <a:gdLst>
                  <a:gd name="T0" fmla="*/ 33 w 7"/>
                  <a:gd name="T1" fmla="*/ 0 h 10"/>
                  <a:gd name="T2" fmla="*/ 67 w 7"/>
                  <a:gd name="T3" fmla="*/ 197 h 10"/>
                  <a:gd name="T4" fmla="*/ 100 w 7"/>
                  <a:gd name="T5" fmla="*/ 22 h 10"/>
                  <a:gd name="T6" fmla="*/ 85 w 7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1" y="2"/>
                      <a:pt x="0" y="10"/>
                      <a:pt x="4" y="10"/>
                    </a:cubicBezTo>
                    <a:cubicBezTo>
                      <a:pt x="7" y="9"/>
                      <a:pt x="6" y="3"/>
                      <a:pt x="6" y="1"/>
                    </a:cubicBezTo>
                    <a:cubicBezTo>
                      <a:pt x="5" y="0"/>
                      <a:pt x="5" y="1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2" name="Freeform 796">
                <a:extLst>
                  <a:ext uri="{FF2B5EF4-FFF2-40B4-BE49-F238E27FC236}">
                    <a16:creationId xmlns:a16="http://schemas.microsoft.com/office/drawing/2014/main" id="{11BBAA2D-BB08-4FF6-BE30-D7BB41C13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085"/>
                <a:ext cx="15" cy="32"/>
              </a:xfrm>
              <a:custGeom>
                <a:avLst/>
                <a:gdLst>
                  <a:gd name="T0" fmla="*/ 20 w 6"/>
                  <a:gd name="T1" fmla="*/ 93 h 12"/>
                  <a:gd name="T2" fmla="*/ 50 w 6"/>
                  <a:gd name="T3" fmla="*/ 192 h 12"/>
                  <a:gd name="T4" fmla="*/ 95 w 6"/>
                  <a:gd name="T5" fmla="*/ 149 h 12"/>
                  <a:gd name="T6" fmla="*/ 63 w 6"/>
                  <a:gd name="T7" fmla="*/ 21 h 12"/>
                  <a:gd name="T8" fmla="*/ 20 w 6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1" y="7"/>
                      <a:pt x="1" y="9"/>
                      <a:pt x="3" y="10"/>
                    </a:cubicBezTo>
                    <a:cubicBezTo>
                      <a:pt x="5" y="12"/>
                      <a:pt x="6" y="10"/>
                      <a:pt x="6" y="8"/>
                    </a:cubicBezTo>
                    <a:cubicBezTo>
                      <a:pt x="6" y="6"/>
                      <a:pt x="6" y="1"/>
                      <a:pt x="4" y="1"/>
                    </a:cubicBezTo>
                    <a:cubicBezTo>
                      <a:pt x="1" y="0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3" name="Freeform 797">
                <a:extLst>
                  <a:ext uri="{FF2B5EF4-FFF2-40B4-BE49-F238E27FC236}">
                    <a16:creationId xmlns:a16="http://schemas.microsoft.com/office/drawing/2014/main" id="{14644DEB-F7CB-478A-A535-0DD3CBE7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75"/>
                <a:ext cx="25" cy="24"/>
              </a:xfrm>
              <a:custGeom>
                <a:avLst/>
                <a:gdLst>
                  <a:gd name="T0" fmla="*/ 0 w 10"/>
                  <a:gd name="T1" fmla="*/ 93 h 9"/>
                  <a:gd name="T2" fmla="*/ 125 w 10"/>
                  <a:gd name="T3" fmla="*/ 56 h 9"/>
                  <a:gd name="T4" fmla="*/ 33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2" y="2"/>
                      <a:pt x="6" y="0"/>
                      <a:pt x="8" y="3"/>
                    </a:cubicBezTo>
                    <a:cubicBezTo>
                      <a:pt x="10" y="7"/>
                      <a:pt x="4" y="9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4" name="Freeform 798">
                <a:extLst>
                  <a:ext uri="{FF2B5EF4-FFF2-40B4-BE49-F238E27FC236}">
                    <a16:creationId xmlns:a16="http://schemas.microsoft.com/office/drawing/2014/main" id="{68BBD7C5-46A1-4587-9F8A-B10AABFEB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075"/>
                <a:ext cx="32" cy="24"/>
              </a:xfrm>
              <a:custGeom>
                <a:avLst/>
                <a:gdLst>
                  <a:gd name="T0" fmla="*/ 162 w 13"/>
                  <a:gd name="T1" fmla="*/ 0 h 9"/>
                  <a:gd name="T2" fmla="*/ 42 w 13"/>
                  <a:gd name="T3" fmla="*/ 115 h 9"/>
                  <a:gd name="T4" fmla="*/ 182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1" y="0"/>
                    </a:moveTo>
                    <a:cubicBezTo>
                      <a:pt x="9" y="0"/>
                      <a:pt x="0" y="2"/>
                      <a:pt x="3" y="6"/>
                    </a:cubicBezTo>
                    <a:cubicBezTo>
                      <a:pt x="5" y="9"/>
                      <a:pt x="13" y="7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5" name="Freeform 799">
                <a:extLst>
                  <a:ext uri="{FF2B5EF4-FFF2-40B4-BE49-F238E27FC236}">
                    <a16:creationId xmlns:a16="http://schemas.microsoft.com/office/drawing/2014/main" id="{1DF0D71D-EAAC-4E67-9480-265EB835C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093"/>
                <a:ext cx="15" cy="30"/>
              </a:xfrm>
              <a:custGeom>
                <a:avLst/>
                <a:gdLst>
                  <a:gd name="T0" fmla="*/ 33 w 6"/>
                  <a:gd name="T1" fmla="*/ 0 h 11"/>
                  <a:gd name="T2" fmla="*/ 63 w 6"/>
                  <a:gd name="T3" fmla="*/ 185 h 11"/>
                  <a:gd name="T4" fmla="*/ 95 w 6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1" y="2"/>
                      <a:pt x="0" y="11"/>
                      <a:pt x="4" y="9"/>
                    </a:cubicBezTo>
                    <a:cubicBezTo>
                      <a:pt x="6" y="7"/>
                      <a:pt x="6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6" name="Freeform 800">
                <a:extLst>
                  <a:ext uri="{FF2B5EF4-FFF2-40B4-BE49-F238E27FC236}">
                    <a16:creationId xmlns:a16="http://schemas.microsoft.com/office/drawing/2014/main" id="{42F5E5DF-3DE8-4145-84A2-3D69EF71D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115"/>
                <a:ext cx="35" cy="26"/>
              </a:xfrm>
              <a:custGeom>
                <a:avLst/>
                <a:gdLst>
                  <a:gd name="T0" fmla="*/ 158 w 14"/>
                  <a:gd name="T1" fmla="*/ 0 h 10"/>
                  <a:gd name="T2" fmla="*/ 83 w 14"/>
                  <a:gd name="T3" fmla="*/ 143 h 10"/>
                  <a:gd name="T4" fmla="*/ 175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0" y="0"/>
                    </a:moveTo>
                    <a:cubicBezTo>
                      <a:pt x="8" y="2"/>
                      <a:pt x="0" y="6"/>
                      <a:pt x="5" y="8"/>
                    </a:cubicBezTo>
                    <a:cubicBezTo>
                      <a:pt x="8" y="10"/>
                      <a:pt x="14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7" name="Freeform 801">
                <a:extLst>
                  <a:ext uri="{FF2B5EF4-FFF2-40B4-BE49-F238E27FC236}">
                    <a16:creationId xmlns:a16="http://schemas.microsoft.com/office/drawing/2014/main" id="{A5DC5552-9849-4C34-B259-499EC8FC4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043"/>
                <a:ext cx="22" cy="32"/>
              </a:xfrm>
              <a:custGeom>
                <a:avLst/>
                <a:gdLst>
                  <a:gd name="T0" fmla="*/ 0 w 9"/>
                  <a:gd name="T1" fmla="*/ 115 h 12"/>
                  <a:gd name="T2" fmla="*/ 103 w 9"/>
                  <a:gd name="T3" fmla="*/ 56 h 12"/>
                  <a:gd name="T4" fmla="*/ 0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0" y="4"/>
                      <a:pt x="5" y="0"/>
                      <a:pt x="7" y="3"/>
                    </a:cubicBezTo>
                    <a:cubicBezTo>
                      <a:pt x="9" y="5"/>
                      <a:pt x="2" y="11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8" name="Freeform 802">
                <a:extLst>
                  <a:ext uri="{FF2B5EF4-FFF2-40B4-BE49-F238E27FC236}">
                    <a16:creationId xmlns:a16="http://schemas.microsoft.com/office/drawing/2014/main" id="{803FCA78-3A39-4886-9EDF-26A0D201A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011"/>
                <a:ext cx="23" cy="37"/>
              </a:xfrm>
              <a:custGeom>
                <a:avLst/>
                <a:gdLst>
                  <a:gd name="T0" fmla="*/ 20 w 9"/>
                  <a:gd name="T1" fmla="*/ 111 h 14"/>
                  <a:gd name="T2" fmla="*/ 33 w 9"/>
                  <a:gd name="T3" fmla="*/ 225 h 14"/>
                  <a:gd name="T4" fmla="*/ 118 w 9"/>
                  <a:gd name="T5" fmla="*/ 182 h 14"/>
                  <a:gd name="T6" fmla="*/ 84 w 9"/>
                  <a:gd name="T7" fmla="*/ 21 h 14"/>
                  <a:gd name="T8" fmla="*/ 20 w 9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6"/>
                    </a:moveTo>
                    <a:cubicBezTo>
                      <a:pt x="1" y="8"/>
                      <a:pt x="1" y="10"/>
                      <a:pt x="2" y="12"/>
                    </a:cubicBezTo>
                    <a:cubicBezTo>
                      <a:pt x="4" y="14"/>
                      <a:pt x="6" y="13"/>
                      <a:pt x="7" y="10"/>
                    </a:cubicBezTo>
                    <a:cubicBezTo>
                      <a:pt x="9" y="8"/>
                      <a:pt x="8" y="2"/>
                      <a:pt x="5" y="1"/>
                    </a:cubicBezTo>
                    <a:cubicBezTo>
                      <a:pt x="4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79" name="Freeform 803">
                <a:extLst>
                  <a:ext uri="{FF2B5EF4-FFF2-40B4-BE49-F238E27FC236}">
                    <a16:creationId xmlns:a16="http://schemas.microsoft.com/office/drawing/2014/main" id="{EB75ACCF-B163-4F38-BD51-763729342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013"/>
                <a:ext cx="17" cy="35"/>
              </a:xfrm>
              <a:custGeom>
                <a:avLst/>
                <a:gdLst>
                  <a:gd name="T0" fmla="*/ 70 w 7"/>
                  <a:gd name="T1" fmla="*/ 218 h 13"/>
                  <a:gd name="T2" fmla="*/ 41 w 7"/>
                  <a:gd name="T3" fmla="*/ 0 h 13"/>
                  <a:gd name="T4" fmla="*/ 29 w 7"/>
                  <a:gd name="T5" fmla="*/ 253 h 13"/>
                  <a:gd name="T6" fmla="*/ 58 w 7"/>
                  <a:gd name="T7" fmla="*/ 23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5" y="11"/>
                    </a:moveTo>
                    <a:cubicBezTo>
                      <a:pt x="6" y="9"/>
                      <a:pt x="7" y="0"/>
                      <a:pt x="3" y="0"/>
                    </a:cubicBezTo>
                    <a:cubicBezTo>
                      <a:pt x="0" y="0"/>
                      <a:pt x="0" y="11"/>
                      <a:pt x="2" y="13"/>
                    </a:cubicBezTo>
                    <a:cubicBezTo>
                      <a:pt x="3" y="12"/>
                      <a:pt x="4" y="12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0" name="Freeform 804">
                <a:extLst>
                  <a:ext uri="{FF2B5EF4-FFF2-40B4-BE49-F238E27FC236}">
                    <a16:creationId xmlns:a16="http://schemas.microsoft.com/office/drawing/2014/main" id="{3844DA9F-9BB4-4DFC-A6A2-0F0D27C5B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040"/>
                <a:ext cx="23" cy="27"/>
              </a:xfrm>
              <a:custGeom>
                <a:avLst/>
                <a:gdLst>
                  <a:gd name="T0" fmla="*/ 97 w 9"/>
                  <a:gd name="T1" fmla="*/ 159 h 10"/>
                  <a:gd name="T2" fmla="*/ 84 w 9"/>
                  <a:gd name="T3" fmla="*/ 0 h 10"/>
                  <a:gd name="T4" fmla="*/ 66 w 9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8"/>
                    </a:moveTo>
                    <a:cubicBezTo>
                      <a:pt x="7" y="6"/>
                      <a:pt x="9" y="0"/>
                      <a:pt x="5" y="0"/>
                    </a:cubicBezTo>
                    <a:cubicBezTo>
                      <a:pt x="2" y="0"/>
                      <a:pt x="0" y="10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1" name="Freeform 805">
                <a:extLst>
                  <a:ext uri="{FF2B5EF4-FFF2-40B4-BE49-F238E27FC236}">
                    <a16:creationId xmlns:a16="http://schemas.microsoft.com/office/drawing/2014/main" id="{853470BE-2E8F-4872-B743-C8389C875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016"/>
                <a:ext cx="28" cy="24"/>
              </a:xfrm>
              <a:custGeom>
                <a:avLst/>
                <a:gdLst>
                  <a:gd name="T0" fmla="*/ 150 w 11"/>
                  <a:gd name="T1" fmla="*/ 115 h 9"/>
                  <a:gd name="T2" fmla="*/ 20 w 11"/>
                  <a:gd name="T3" fmla="*/ 115 h 9"/>
                  <a:gd name="T4" fmla="*/ 181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9" y="6"/>
                    </a:moveTo>
                    <a:cubicBezTo>
                      <a:pt x="8" y="8"/>
                      <a:pt x="2" y="9"/>
                      <a:pt x="1" y="6"/>
                    </a:cubicBezTo>
                    <a:cubicBezTo>
                      <a:pt x="0" y="3"/>
                      <a:pt x="9" y="1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2" name="Freeform 806">
                <a:extLst>
                  <a:ext uri="{FF2B5EF4-FFF2-40B4-BE49-F238E27FC236}">
                    <a16:creationId xmlns:a16="http://schemas.microsoft.com/office/drawing/2014/main" id="{C17E9BD5-DF1E-47A0-8AAC-4C79ABCD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35"/>
                <a:ext cx="25" cy="34"/>
              </a:xfrm>
              <a:custGeom>
                <a:avLst/>
                <a:gdLst>
                  <a:gd name="T0" fmla="*/ 145 w 10"/>
                  <a:gd name="T1" fmla="*/ 144 h 13"/>
                  <a:gd name="T2" fmla="*/ 158 w 10"/>
                  <a:gd name="T3" fmla="*/ 55 h 13"/>
                  <a:gd name="T4" fmla="*/ 63 w 10"/>
                  <a:gd name="T5" fmla="*/ 34 h 13"/>
                  <a:gd name="T6" fmla="*/ 50 w 10"/>
                  <a:gd name="T7" fmla="*/ 199 h 13"/>
                  <a:gd name="T8" fmla="*/ 145 w 10"/>
                  <a:gd name="T9" fmla="*/ 1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9" y="8"/>
                    </a:moveTo>
                    <a:cubicBezTo>
                      <a:pt x="9" y="6"/>
                      <a:pt x="10" y="4"/>
                      <a:pt x="10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3" y="4"/>
                      <a:pt x="0" y="9"/>
                      <a:pt x="3" y="11"/>
                    </a:cubicBezTo>
                    <a:cubicBezTo>
                      <a:pt x="4" y="13"/>
                      <a:pt x="9" y="11"/>
                      <a:pt x="9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3" name="Freeform 807">
                <a:extLst>
                  <a:ext uri="{FF2B5EF4-FFF2-40B4-BE49-F238E27FC236}">
                    <a16:creationId xmlns:a16="http://schemas.microsoft.com/office/drawing/2014/main" id="{86FCCE55-70D6-49D9-917C-7CDFD839B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981"/>
                <a:ext cx="17" cy="27"/>
              </a:xfrm>
              <a:custGeom>
                <a:avLst/>
                <a:gdLst>
                  <a:gd name="T0" fmla="*/ 29 w 7"/>
                  <a:gd name="T1" fmla="*/ 0 h 10"/>
                  <a:gd name="T2" fmla="*/ 58 w 7"/>
                  <a:gd name="T3" fmla="*/ 197 h 10"/>
                  <a:gd name="T4" fmla="*/ 70 w 7"/>
                  <a:gd name="T5" fmla="*/ 22 h 10"/>
                  <a:gd name="T6" fmla="*/ 70 w 7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1" y="2"/>
                      <a:pt x="0" y="10"/>
                      <a:pt x="4" y="10"/>
                    </a:cubicBezTo>
                    <a:cubicBezTo>
                      <a:pt x="7" y="9"/>
                      <a:pt x="5" y="3"/>
                      <a:pt x="5" y="1"/>
                    </a:cubicBezTo>
                    <a:cubicBezTo>
                      <a:pt x="5" y="0"/>
                      <a:pt x="5" y="1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4" name="Freeform 808">
                <a:extLst>
                  <a:ext uri="{FF2B5EF4-FFF2-40B4-BE49-F238E27FC236}">
                    <a16:creationId xmlns:a16="http://schemas.microsoft.com/office/drawing/2014/main" id="{58093EB4-EF3E-43AE-B7E8-914042145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005"/>
                <a:ext cx="15" cy="32"/>
              </a:xfrm>
              <a:custGeom>
                <a:avLst/>
                <a:gdLst>
                  <a:gd name="T0" fmla="*/ 20 w 6"/>
                  <a:gd name="T1" fmla="*/ 93 h 12"/>
                  <a:gd name="T2" fmla="*/ 33 w 6"/>
                  <a:gd name="T3" fmla="*/ 192 h 12"/>
                  <a:gd name="T4" fmla="*/ 95 w 6"/>
                  <a:gd name="T5" fmla="*/ 149 h 12"/>
                  <a:gd name="T6" fmla="*/ 63 w 6"/>
                  <a:gd name="T7" fmla="*/ 21 h 12"/>
                  <a:gd name="T8" fmla="*/ 20 w 6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1" y="7"/>
                      <a:pt x="1" y="9"/>
                      <a:pt x="2" y="10"/>
                    </a:cubicBezTo>
                    <a:cubicBezTo>
                      <a:pt x="5" y="12"/>
                      <a:pt x="6" y="10"/>
                      <a:pt x="6" y="8"/>
                    </a:cubicBezTo>
                    <a:cubicBezTo>
                      <a:pt x="6" y="6"/>
                      <a:pt x="6" y="1"/>
                      <a:pt x="4" y="1"/>
                    </a:cubicBezTo>
                    <a:cubicBezTo>
                      <a:pt x="1" y="0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5" name="Freeform 809">
                <a:extLst>
                  <a:ext uri="{FF2B5EF4-FFF2-40B4-BE49-F238E27FC236}">
                    <a16:creationId xmlns:a16="http://schemas.microsoft.com/office/drawing/2014/main" id="{A38391B8-B840-40FF-A169-ED1DF16B9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995"/>
                <a:ext cx="25" cy="24"/>
              </a:xfrm>
              <a:custGeom>
                <a:avLst/>
                <a:gdLst>
                  <a:gd name="T0" fmla="*/ 0 w 10"/>
                  <a:gd name="T1" fmla="*/ 93 h 9"/>
                  <a:gd name="T2" fmla="*/ 125 w 10"/>
                  <a:gd name="T3" fmla="*/ 56 h 9"/>
                  <a:gd name="T4" fmla="*/ 20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1" y="2"/>
                      <a:pt x="6" y="0"/>
                      <a:pt x="8" y="3"/>
                    </a:cubicBezTo>
                    <a:cubicBezTo>
                      <a:pt x="10" y="7"/>
                      <a:pt x="4" y="9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6" name="Freeform 810">
                <a:extLst>
                  <a:ext uri="{FF2B5EF4-FFF2-40B4-BE49-F238E27FC236}">
                    <a16:creationId xmlns:a16="http://schemas.microsoft.com/office/drawing/2014/main" id="{7A55C7B6-C6EF-4BC6-833F-26A1C38C7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995"/>
                <a:ext cx="33" cy="24"/>
              </a:xfrm>
              <a:custGeom>
                <a:avLst/>
                <a:gdLst>
                  <a:gd name="T0" fmla="*/ 180 w 13"/>
                  <a:gd name="T1" fmla="*/ 0 h 9"/>
                  <a:gd name="T2" fmla="*/ 51 w 13"/>
                  <a:gd name="T3" fmla="*/ 115 h 9"/>
                  <a:gd name="T4" fmla="*/ 193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1" y="0"/>
                    </a:moveTo>
                    <a:cubicBezTo>
                      <a:pt x="9" y="0"/>
                      <a:pt x="0" y="2"/>
                      <a:pt x="3" y="6"/>
                    </a:cubicBezTo>
                    <a:cubicBezTo>
                      <a:pt x="4" y="9"/>
                      <a:pt x="13" y="7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7" name="Freeform 811">
                <a:extLst>
                  <a:ext uri="{FF2B5EF4-FFF2-40B4-BE49-F238E27FC236}">
                    <a16:creationId xmlns:a16="http://schemas.microsoft.com/office/drawing/2014/main" id="{BE673C78-61F6-4FB9-95DB-D6E12A051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013"/>
                <a:ext cx="17" cy="30"/>
              </a:xfrm>
              <a:custGeom>
                <a:avLst/>
                <a:gdLst>
                  <a:gd name="T0" fmla="*/ 41 w 7"/>
                  <a:gd name="T1" fmla="*/ 0 h 11"/>
                  <a:gd name="T2" fmla="*/ 70 w 7"/>
                  <a:gd name="T3" fmla="*/ 185 h 11"/>
                  <a:gd name="T4" fmla="*/ 87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2" y="2"/>
                      <a:pt x="0" y="11"/>
                      <a:pt x="5" y="9"/>
                    </a:cubicBezTo>
                    <a:cubicBezTo>
                      <a:pt x="7" y="7"/>
                      <a:pt x="7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8" name="Freeform 812">
                <a:extLst>
                  <a:ext uri="{FF2B5EF4-FFF2-40B4-BE49-F238E27FC236}">
                    <a16:creationId xmlns:a16="http://schemas.microsoft.com/office/drawing/2014/main" id="{71659185-5C4D-4839-A2CA-8F344D508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035"/>
                <a:ext cx="35" cy="26"/>
              </a:xfrm>
              <a:custGeom>
                <a:avLst/>
                <a:gdLst>
                  <a:gd name="T0" fmla="*/ 158 w 14"/>
                  <a:gd name="T1" fmla="*/ 0 h 10"/>
                  <a:gd name="T2" fmla="*/ 63 w 14"/>
                  <a:gd name="T3" fmla="*/ 143 h 10"/>
                  <a:gd name="T4" fmla="*/ 158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0" y="0"/>
                    </a:moveTo>
                    <a:cubicBezTo>
                      <a:pt x="8" y="2"/>
                      <a:pt x="0" y="6"/>
                      <a:pt x="4" y="8"/>
                    </a:cubicBezTo>
                    <a:cubicBezTo>
                      <a:pt x="8" y="10"/>
                      <a:pt x="14" y="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89" name="Freeform 813">
                <a:extLst>
                  <a:ext uri="{FF2B5EF4-FFF2-40B4-BE49-F238E27FC236}">
                    <a16:creationId xmlns:a16="http://schemas.microsoft.com/office/drawing/2014/main" id="{30D92D49-8EA0-46DF-9849-1BCA5666B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1968"/>
                <a:ext cx="22" cy="32"/>
              </a:xfrm>
              <a:custGeom>
                <a:avLst/>
                <a:gdLst>
                  <a:gd name="T0" fmla="*/ 0 w 9"/>
                  <a:gd name="T1" fmla="*/ 115 h 12"/>
                  <a:gd name="T2" fmla="*/ 103 w 9"/>
                  <a:gd name="T3" fmla="*/ 56 h 12"/>
                  <a:gd name="T4" fmla="*/ 0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0" y="4"/>
                      <a:pt x="5" y="0"/>
                      <a:pt x="7" y="3"/>
                    </a:cubicBezTo>
                    <a:cubicBezTo>
                      <a:pt x="9" y="5"/>
                      <a:pt x="1" y="11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0" name="Freeform 814">
                <a:extLst>
                  <a:ext uri="{FF2B5EF4-FFF2-40B4-BE49-F238E27FC236}">
                    <a16:creationId xmlns:a16="http://schemas.microsoft.com/office/drawing/2014/main" id="{A1FFFDD0-91E2-463D-8917-5C822E409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939"/>
                <a:ext cx="20" cy="37"/>
              </a:xfrm>
              <a:custGeom>
                <a:avLst/>
                <a:gdLst>
                  <a:gd name="T0" fmla="*/ 20 w 8"/>
                  <a:gd name="T1" fmla="*/ 111 h 14"/>
                  <a:gd name="T2" fmla="*/ 33 w 8"/>
                  <a:gd name="T3" fmla="*/ 225 h 14"/>
                  <a:gd name="T4" fmla="*/ 113 w 8"/>
                  <a:gd name="T5" fmla="*/ 182 h 14"/>
                  <a:gd name="T6" fmla="*/ 83 w 8"/>
                  <a:gd name="T7" fmla="*/ 21 h 14"/>
                  <a:gd name="T8" fmla="*/ 20 w 8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1" y="6"/>
                    </a:moveTo>
                    <a:cubicBezTo>
                      <a:pt x="1" y="8"/>
                      <a:pt x="1" y="10"/>
                      <a:pt x="2" y="12"/>
                    </a:cubicBezTo>
                    <a:cubicBezTo>
                      <a:pt x="3" y="14"/>
                      <a:pt x="6" y="13"/>
                      <a:pt x="7" y="10"/>
                    </a:cubicBezTo>
                    <a:cubicBezTo>
                      <a:pt x="8" y="8"/>
                      <a:pt x="8" y="2"/>
                      <a:pt x="5" y="1"/>
                    </a:cubicBezTo>
                    <a:cubicBezTo>
                      <a:pt x="3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1" name="Freeform 815">
                <a:extLst>
                  <a:ext uri="{FF2B5EF4-FFF2-40B4-BE49-F238E27FC236}">
                    <a16:creationId xmlns:a16="http://schemas.microsoft.com/office/drawing/2014/main" id="{5D0E1F15-DD88-414A-8E79-AD34FCF4A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941"/>
                <a:ext cx="20" cy="35"/>
              </a:xfrm>
              <a:custGeom>
                <a:avLst/>
                <a:gdLst>
                  <a:gd name="T0" fmla="*/ 83 w 8"/>
                  <a:gd name="T1" fmla="*/ 218 h 13"/>
                  <a:gd name="T2" fmla="*/ 63 w 8"/>
                  <a:gd name="T3" fmla="*/ 0 h 13"/>
                  <a:gd name="T4" fmla="*/ 50 w 8"/>
                  <a:gd name="T5" fmla="*/ 253 h 13"/>
                  <a:gd name="T6" fmla="*/ 83 w 8"/>
                  <a:gd name="T7" fmla="*/ 23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5" y="11"/>
                    </a:moveTo>
                    <a:cubicBezTo>
                      <a:pt x="6" y="9"/>
                      <a:pt x="8" y="0"/>
                      <a:pt x="4" y="0"/>
                    </a:cubicBezTo>
                    <a:cubicBezTo>
                      <a:pt x="0" y="0"/>
                      <a:pt x="1" y="11"/>
                      <a:pt x="3" y="13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2" name="Freeform 816">
                <a:extLst>
                  <a:ext uri="{FF2B5EF4-FFF2-40B4-BE49-F238E27FC236}">
                    <a16:creationId xmlns:a16="http://schemas.microsoft.com/office/drawing/2014/main" id="{92F63CFB-E6A9-46AF-94B3-A2F03EDD3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968"/>
                <a:ext cx="23" cy="27"/>
              </a:xfrm>
              <a:custGeom>
                <a:avLst/>
                <a:gdLst>
                  <a:gd name="T0" fmla="*/ 97 w 9"/>
                  <a:gd name="T1" fmla="*/ 159 h 10"/>
                  <a:gd name="T2" fmla="*/ 84 w 9"/>
                  <a:gd name="T3" fmla="*/ 0 h 10"/>
                  <a:gd name="T4" fmla="*/ 66 w 9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8"/>
                    </a:moveTo>
                    <a:cubicBezTo>
                      <a:pt x="7" y="6"/>
                      <a:pt x="9" y="0"/>
                      <a:pt x="5" y="0"/>
                    </a:cubicBezTo>
                    <a:cubicBezTo>
                      <a:pt x="1" y="0"/>
                      <a:pt x="0" y="10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3" name="Freeform 817">
                <a:extLst>
                  <a:ext uri="{FF2B5EF4-FFF2-40B4-BE49-F238E27FC236}">
                    <a16:creationId xmlns:a16="http://schemas.microsoft.com/office/drawing/2014/main" id="{DB0D93EF-22FE-4108-9675-A91F87DC3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944"/>
                <a:ext cx="28" cy="24"/>
              </a:xfrm>
              <a:custGeom>
                <a:avLst/>
                <a:gdLst>
                  <a:gd name="T0" fmla="*/ 150 w 11"/>
                  <a:gd name="T1" fmla="*/ 115 h 9"/>
                  <a:gd name="T2" fmla="*/ 20 w 11"/>
                  <a:gd name="T3" fmla="*/ 115 h 9"/>
                  <a:gd name="T4" fmla="*/ 181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9" y="6"/>
                    </a:moveTo>
                    <a:cubicBezTo>
                      <a:pt x="8" y="8"/>
                      <a:pt x="2" y="9"/>
                      <a:pt x="1" y="6"/>
                    </a:cubicBezTo>
                    <a:cubicBezTo>
                      <a:pt x="0" y="3"/>
                      <a:pt x="9" y="1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4" name="Freeform 818">
                <a:extLst>
                  <a:ext uri="{FF2B5EF4-FFF2-40B4-BE49-F238E27FC236}">
                    <a16:creationId xmlns:a16="http://schemas.microsoft.com/office/drawing/2014/main" id="{00D8CCBD-8FFD-4B0F-A1A0-E668F30FB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963"/>
                <a:ext cx="25" cy="34"/>
              </a:xfrm>
              <a:custGeom>
                <a:avLst/>
                <a:gdLst>
                  <a:gd name="T0" fmla="*/ 145 w 10"/>
                  <a:gd name="T1" fmla="*/ 144 h 13"/>
                  <a:gd name="T2" fmla="*/ 158 w 10"/>
                  <a:gd name="T3" fmla="*/ 55 h 13"/>
                  <a:gd name="T4" fmla="*/ 63 w 10"/>
                  <a:gd name="T5" fmla="*/ 34 h 13"/>
                  <a:gd name="T6" fmla="*/ 50 w 10"/>
                  <a:gd name="T7" fmla="*/ 199 h 13"/>
                  <a:gd name="T8" fmla="*/ 125 w 10"/>
                  <a:gd name="T9" fmla="*/ 1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9" y="8"/>
                    </a:moveTo>
                    <a:cubicBezTo>
                      <a:pt x="9" y="6"/>
                      <a:pt x="10" y="4"/>
                      <a:pt x="10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4"/>
                      <a:pt x="0" y="9"/>
                      <a:pt x="3" y="11"/>
                    </a:cubicBezTo>
                    <a:cubicBezTo>
                      <a:pt x="4" y="13"/>
                      <a:pt x="9" y="11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5" name="Freeform 819">
                <a:extLst>
                  <a:ext uri="{FF2B5EF4-FFF2-40B4-BE49-F238E27FC236}">
                    <a16:creationId xmlns:a16="http://schemas.microsoft.com/office/drawing/2014/main" id="{97ECF7BC-6A14-49E7-9969-AE5F2B31A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909"/>
                <a:ext cx="17" cy="27"/>
              </a:xfrm>
              <a:custGeom>
                <a:avLst/>
                <a:gdLst>
                  <a:gd name="T0" fmla="*/ 29 w 7"/>
                  <a:gd name="T1" fmla="*/ 0 h 10"/>
                  <a:gd name="T2" fmla="*/ 58 w 7"/>
                  <a:gd name="T3" fmla="*/ 197 h 10"/>
                  <a:gd name="T4" fmla="*/ 70 w 7"/>
                  <a:gd name="T5" fmla="*/ 22 h 10"/>
                  <a:gd name="T6" fmla="*/ 58 w 7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0" y="2"/>
                      <a:pt x="0" y="10"/>
                      <a:pt x="4" y="10"/>
                    </a:cubicBezTo>
                    <a:cubicBezTo>
                      <a:pt x="7" y="9"/>
                      <a:pt x="5" y="3"/>
                      <a:pt x="5" y="1"/>
                    </a:cubicBezTo>
                    <a:cubicBezTo>
                      <a:pt x="5" y="0"/>
                      <a:pt x="5" y="1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6" name="Freeform 820">
                <a:extLst>
                  <a:ext uri="{FF2B5EF4-FFF2-40B4-BE49-F238E27FC236}">
                    <a16:creationId xmlns:a16="http://schemas.microsoft.com/office/drawing/2014/main" id="{4D0BFF51-C053-46D0-8331-A03FE3D6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933"/>
                <a:ext cx="15" cy="32"/>
              </a:xfrm>
              <a:custGeom>
                <a:avLst/>
                <a:gdLst>
                  <a:gd name="T0" fmla="*/ 20 w 6"/>
                  <a:gd name="T1" fmla="*/ 93 h 12"/>
                  <a:gd name="T2" fmla="*/ 33 w 6"/>
                  <a:gd name="T3" fmla="*/ 192 h 12"/>
                  <a:gd name="T4" fmla="*/ 95 w 6"/>
                  <a:gd name="T5" fmla="*/ 149 h 12"/>
                  <a:gd name="T6" fmla="*/ 50 w 6"/>
                  <a:gd name="T7" fmla="*/ 21 h 12"/>
                  <a:gd name="T8" fmla="*/ 20 w 6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1" y="7"/>
                      <a:pt x="1" y="9"/>
                      <a:pt x="2" y="10"/>
                    </a:cubicBezTo>
                    <a:cubicBezTo>
                      <a:pt x="4" y="12"/>
                      <a:pt x="5" y="10"/>
                      <a:pt x="6" y="8"/>
                    </a:cubicBezTo>
                    <a:cubicBezTo>
                      <a:pt x="6" y="6"/>
                      <a:pt x="6" y="1"/>
                      <a:pt x="3" y="1"/>
                    </a:cubicBezTo>
                    <a:cubicBezTo>
                      <a:pt x="1" y="0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7" name="Freeform 821">
                <a:extLst>
                  <a:ext uri="{FF2B5EF4-FFF2-40B4-BE49-F238E27FC236}">
                    <a16:creationId xmlns:a16="http://schemas.microsoft.com/office/drawing/2014/main" id="{1B926B75-619E-4E47-A60D-9F8E71968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923"/>
                <a:ext cx="25" cy="24"/>
              </a:xfrm>
              <a:custGeom>
                <a:avLst/>
                <a:gdLst>
                  <a:gd name="T0" fmla="*/ 0 w 10"/>
                  <a:gd name="T1" fmla="*/ 93 h 9"/>
                  <a:gd name="T2" fmla="*/ 113 w 10"/>
                  <a:gd name="T3" fmla="*/ 56 h 9"/>
                  <a:gd name="T4" fmla="*/ 20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1" y="2"/>
                      <a:pt x="6" y="0"/>
                      <a:pt x="7" y="3"/>
                    </a:cubicBezTo>
                    <a:cubicBezTo>
                      <a:pt x="10" y="7"/>
                      <a:pt x="3" y="9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8" name="Freeform 822">
                <a:extLst>
                  <a:ext uri="{FF2B5EF4-FFF2-40B4-BE49-F238E27FC236}">
                    <a16:creationId xmlns:a16="http://schemas.microsoft.com/office/drawing/2014/main" id="{6B8F78AE-658E-405A-8F3C-8B696968C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923"/>
                <a:ext cx="30" cy="24"/>
              </a:xfrm>
              <a:custGeom>
                <a:avLst/>
                <a:gdLst>
                  <a:gd name="T0" fmla="*/ 175 w 12"/>
                  <a:gd name="T1" fmla="*/ 0 h 9"/>
                  <a:gd name="T2" fmla="*/ 50 w 12"/>
                  <a:gd name="T3" fmla="*/ 115 h 9"/>
                  <a:gd name="T4" fmla="*/ 188 w 12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1" y="0"/>
                    </a:moveTo>
                    <a:cubicBezTo>
                      <a:pt x="9" y="0"/>
                      <a:pt x="0" y="2"/>
                      <a:pt x="3" y="6"/>
                    </a:cubicBezTo>
                    <a:cubicBezTo>
                      <a:pt x="4" y="9"/>
                      <a:pt x="12" y="7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99" name="Freeform 823">
                <a:extLst>
                  <a:ext uri="{FF2B5EF4-FFF2-40B4-BE49-F238E27FC236}">
                    <a16:creationId xmlns:a16="http://schemas.microsoft.com/office/drawing/2014/main" id="{34D625EE-EFAA-49A8-8766-F8F500143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1941"/>
                <a:ext cx="17" cy="30"/>
              </a:xfrm>
              <a:custGeom>
                <a:avLst/>
                <a:gdLst>
                  <a:gd name="T0" fmla="*/ 41 w 7"/>
                  <a:gd name="T1" fmla="*/ 0 h 11"/>
                  <a:gd name="T2" fmla="*/ 70 w 7"/>
                  <a:gd name="T3" fmla="*/ 185 h 11"/>
                  <a:gd name="T4" fmla="*/ 87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1" y="2"/>
                      <a:pt x="0" y="11"/>
                      <a:pt x="5" y="9"/>
                    </a:cubicBezTo>
                    <a:cubicBezTo>
                      <a:pt x="7" y="7"/>
                      <a:pt x="7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00" name="Freeform 824">
                <a:extLst>
                  <a:ext uri="{FF2B5EF4-FFF2-40B4-BE49-F238E27FC236}">
                    <a16:creationId xmlns:a16="http://schemas.microsoft.com/office/drawing/2014/main" id="{D9671E63-2A30-4E9B-BABA-59C982101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63"/>
                <a:ext cx="38" cy="26"/>
              </a:xfrm>
              <a:custGeom>
                <a:avLst/>
                <a:gdLst>
                  <a:gd name="T0" fmla="*/ 160 w 15"/>
                  <a:gd name="T1" fmla="*/ 0 h 10"/>
                  <a:gd name="T2" fmla="*/ 84 w 15"/>
                  <a:gd name="T3" fmla="*/ 143 h 10"/>
                  <a:gd name="T4" fmla="*/ 180 w 1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10" y="0"/>
                    </a:moveTo>
                    <a:cubicBezTo>
                      <a:pt x="9" y="2"/>
                      <a:pt x="0" y="6"/>
                      <a:pt x="5" y="8"/>
                    </a:cubicBezTo>
                    <a:cubicBezTo>
                      <a:pt x="9" y="10"/>
                      <a:pt x="15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01" name="Freeform 825">
                <a:extLst>
                  <a:ext uri="{FF2B5EF4-FFF2-40B4-BE49-F238E27FC236}">
                    <a16:creationId xmlns:a16="http://schemas.microsoft.com/office/drawing/2014/main" id="{DDD3DCB6-7A56-4C45-AF6D-52FD1DDA5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013"/>
                <a:ext cx="20" cy="38"/>
              </a:xfrm>
              <a:custGeom>
                <a:avLst/>
                <a:gdLst>
                  <a:gd name="T0" fmla="*/ 20 w 8"/>
                  <a:gd name="T1" fmla="*/ 117 h 14"/>
                  <a:gd name="T2" fmla="*/ 33 w 8"/>
                  <a:gd name="T3" fmla="*/ 220 h 14"/>
                  <a:gd name="T4" fmla="*/ 113 w 8"/>
                  <a:gd name="T5" fmla="*/ 198 h 14"/>
                  <a:gd name="T6" fmla="*/ 83 w 8"/>
                  <a:gd name="T7" fmla="*/ 22 h 14"/>
                  <a:gd name="T8" fmla="*/ 20 w 8"/>
                  <a:gd name="T9" fmla="*/ 1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1" y="6"/>
                    </a:moveTo>
                    <a:cubicBezTo>
                      <a:pt x="1" y="8"/>
                      <a:pt x="1" y="10"/>
                      <a:pt x="2" y="11"/>
                    </a:cubicBezTo>
                    <a:cubicBezTo>
                      <a:pt x="3" y="14"/>
                      <a:pt x="6" y="13"/>
                      <a:pt x="7" y="10"/>
                    </a:cubicBezTo>
                    <a:cubicBezTo>
                      <a:pt x="8" y="8"/>
                      <a:pt x="8" y="2"/>
                      <a:pt x="5" y="1"/>
                    </a:cubicBezTo>
                    <a:cubicBezTo>
                      <a:pt x="3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02" name="Freeform 826">
                <a:extLst>
                  <a:ext uri="{FF2B5EF4-FFF2-40B4-BE49-F238E27FC236}">
                    <a16:creationId xmlns:a16="http://schemas.microsoft.com/office/drawing/2014/main" id="{D9DA2767-3FF3-44D9-BC76-3ACA5697A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035"/>
                <a:ext cx="25" cy="34"/>
              </a:xfrm>
              <a:custGeom>
                <a:avLst/>
                <a:gdLst>
                  <a:gd name="T0" fmla="*/ 125 w 10"/>
                  <a:gd name="T1" fmla="*/ 165 h 13"/>
                  <a:gd name="T2" fmla="*/ 145 w 10"/>
                  <a:gd name="T3" fmla="*/ 68 h 13"/>
                  <a:gd name="T4" fmla="*/ 63 w 10"/>
                  <a:gd name="T5" fmla="*/ 34 h 13"/>
                  <a:gd name="T6" fmla="*/ 33 w 10"/>
                  <a:gd name="T7" fmla="*/ 212 h 13"/>
                  <a:gd name="T8" fmla="*/ 125 w 10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8" y="9"/>
                    </a:moveTo>
                    <a:cubicBezTo>
                      <a:pt x="9" y="7"/>
                      <a:pt x="10" y="5"/>
                      <a:pt x="9" y="4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4"/>
                      <a:pt x="0" y="10"/>
                      <a:pt x="2" y="12"/>
                    </a:cubicBezTo>
                    <a:cubicBezTo>
                      <a:pt x="4" y="13"/>
                      <a:pt x="8" y="11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03" name="Freeform 827">
                <a:extLst>
                  <a:ext uri="{FF2B5EF4-FFF2-40B4-BE49-F238E27FC236}">
                    <a16:creationId xmlns:a16="http://schemas.microsoft.com/office/drawing/2014/main" id="{171D329A-C03D-4AF3-ADE9-B2332F95F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984"/>
                <a:ext cx="20" cy="27"/>
              </a:xfrm>
              <a:custGeom>
                <a:avLst/>
                <a:gdLst>
                  <a:gd name="T0" fmla="*/ 33 w 8"/>
                  <a:gd name="T1" fmla="*/ 0 h 10"/>
                  <a:gd name="T2" fmla="*/ 63 w 8"/>
                  <a:gd name="T3" fmla="*/ 176 h 10"/>
                  <a:gd name="T4" fmla="*/ 95 w 8"/>
                  <a:gd name="T5" fmla="*/ 0 h 10"/>
                  <a:gd name="T6" fmla="*/ 83 w 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cubicBezTo>
                      <a:pt x="1" y="2"/>
                      <a:pt x="0" y="10"/>
                      <a:pt x="4" y="9"/>
                    </a:cubicBezTo>
                    <a:cubicBezTo>
                      <a:pt x="8" y="9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04" name="Freeform 828">
                <a:extLst>
                  <a:ext uri="{FF2B5EF4-FFF2-40B4-BE49-F238E27FC236}">
                    <a16:creationId xmlns:a16="http://schemas.microsoft.com/office/drawing/2014/main" id="{A56566E9-8C5A-45B4-8F82-058DC61E9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008"/>
                <a:ext cx="15" cy="32"/>
              </a:xfrm>
              <a:custGeom>
                <a:avLst/>
                <a:gdLst>
                  <a:gd name="T0" fmla="*/ 0 w 6"/>
                  <a:gd name="T1" fmla="*/ 93 h 12"/>
                  <a:gd name="T2" fmla="*/ 33 w 6"/>
                  <a:gd name="T3" fmla="*/ 192 h 12"/>
                  <a:gd name="T4" fmla="*/ 83 w 6"/>
                  <a:gd name="T5" fmla="*/ 136 h 12"/>
                  <a:gd name="T6" fmla="*/ 50 w 6"/>
                  <a:gd name="T7" fmla="*/ 0 h 12"/>
                  <a:gd name="T8" fmla="*/ 0 w 6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0" y="5"/>
                    </a:moveTo>
                    <a:cubicBezTo>
                      <a:pt x="1" y="6"/>
                      <a:pt x="1" y="9"/>
                      <a:pt x="2" y="10"/>
                    </a:cubicBezTo>
                    <a:cubicBezTo>
                      <a:pt x="4" y="12"/>
                      <a:pt x="5" y="10"/>
                      <a:pt x="5" y="7"/>
                    </a:cubicBezTo>
                    <a:cubicBezTo>
                      <a:pt x="6" y="5"/>
                      <a:pt x="5" y="1"/>
                      <a:pt x="3" y="0"/>
                    </a:cubicBezTo>
                    <a:cubicBezTo>
                      <a:pt x="0" y="0"/>
                      <a:pt x="0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05" name="Freeform 829">
                <a:extLst>
                  <a:ext uri="{FF2B5EF4-FFF2-40B4-BE49-F238E27FC236}">
                    <a16:creationId xmlns:a16="http://schemas.microsoft.com/office/drawing/2014/main" id="{3C5218F9-98CF-401C-A09B-EFAA10E5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995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125 w 10"/>
                  <a:gd name="T3" fmla="*/ 56 h 9"/>
                  <a:gd name="T4" fmla="*/ 33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2" y="2"/>
                      <a:pt x="6" y="0"/>
                      <a:pt x="8" y="3"/>
                    </a:cubicBezTo>
                    <a:cubicBezTo>
                      <a:pt x="10" y="7"/>
                      <a:pt x="4" y="8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06" name="Freeform 830">
                <a:extLst>
                  <a:ext uri="{FF2B5EF4-FFF2-40B4-BE49-F238E27FC236}">
                    <a16:creationId xmlns:a16="http://schemas.microsoft.com/office/drawing/2014/main" id="{F6286B10-AE1D-45B5-88E7-7AD7DB9C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995"/>
                <a:ext cx="33" cy="24"/>
              </a:xfrm>
              <a:custGeom>
                <a:avLst/>
                <a:gdLst>
                  <a:gd name="T0" fmla="*/ 180 w 13"/>
                  <a:gd name="T1" fmla="*/ 0 h 9"/>
                  <a:gd name="T2" fmla="*/ 51 w 13"/>
                  <a:gd name="T3" fmla="*/ 136 h 9"/>
                  <a:gd name="T4" fmla="*/ 193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1" y="0"/>
                    </a:moveTo>
                    <a:cubicBezTo>
                      <a:pt x="9" y="1"/>
                      <a:pt x="0" y="3"/>
                      <a:pt x="3" y="7"/>
                    </a:cubicBezTo>
                    <a:cubicBezTo>
                      <a:pt x="5" y="9"/>
                      <a:pt x="13" y="8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07" name="Freeform 831">
                <a:extLst>
                  <a:ext uri="{FF2B5EF4-FFF2-40B4-BE49-F238E27FC236}">
                    <a16:creationId xmlns:a16="http://schemas.microsoft.com/office/drawing/2014/main" id="{E848E9AA-E127-4780-9E47-4DB253954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016"/>
                <a:ext cx="18" cy="29"/>
              </a:xfrm>
              <a:custGeom>
                <a:avLst/>
                <a:gdLst>
                  <a:gd name="T0" fmla="*/ 33 w 7"/>
                  <a:gd name="T1" fmla="*/ 0 h 11"/>
                  <a:gd name="T2" fmla="*/ 67 w 7"/>
                  <a:gd name="T3" fmla="*/ 145 h 11"/>
                  <a:gd name="T4" fmla="*/ 100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cubicBezTo>
                      <a:pt x="1" y="2"/>
                      <a:pt x="0" y="11"/>
                      <a:pt x="4" y="8"/>
                    </a:cubicBezTo>
                    <a:cubicBezTo>
                      <a:pt x="7" y="7"/>
                      <a:pt x="6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3422" name="Group 832">
              <a:extLst>
                <a:ext uri="{FF2B5EF4-FFF2-40B4-BE49-F238E27FC236}">
                  <a16:creationId xmlns:a16="http://schemas.microsoft.com/office/drawing/2014/main" id="{BE464D92-0392-40A0-BA59-D67B5AC20C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1" y="1680"/>
              <a:ext cx="783" cy="733"/>
              <a:chOff x="2281" y="1680"/>
              <a:chExt cx="783" cy="733"/>
            </a:xfrm>
          </p:grpSpPr>
          <p:sp>
            <p:nvSpPr>
              <p:cNvPr id="64308" name="Freeform 833">
                <a:extLst>
                  <a:ext uri="{FF2B5EF4-FFF2-40B4-BE49-F238E27FC236}">
                    <a16:creationId xmlns:a16="http://schemas.microsoft.com/office/drawing/2014/main" id="{2F1AD381-7052-4EC3-B47B-A06284F2E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037"/>
                <a:ext cx="35" cy="24"/>
              </a:xfrm>
              <a:custGeom>
                <a:avLst/>
                <a:gdLst>
                  <a:gd name="T0" fmla="*/ 158 w 14"/>
                  <a:gd name="T1" fmla="*/ 0 h 9"/>
                  <a:gd name="T2" fmla="*/ 83 w 14"/>
                  <a:gd name="T3" fmla="*/ 149 h 9"/>
                  <a:gd name="T4" fmla="*/ 175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8" y="1"/>
                      <a:pt x="0" y="5"/>
                      <a:pt x="5" y="8"/>
                    </a:cubicBezTo>
                    <a:cubicBezTo>
                      <a:pt x="8" y="9"/>
                      <a:pt x="14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09" name="Freeform 834">
                <a:extLst>
                  <a:ext uri="{FF2B5EF4-FFF2-40B4-BE49-F238E27FC236}">
                    <a16:creationId xmlns:a16="http://schemas.microsoft.com/office/drawing/2014/main" id="{DB873A43-F029-4AA7-8B37-C3F09CFD9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347"/>
                <a:ext cx="25" cy="32"/>
              </a:xfrm>
              <a:custGeom>
                <a:avLst/>
                <a:gdLst>
                  <a:gd name="T0" fmla="*/ 20 w 10"/>
                  <a:gd name="T1" fmla="*/ 93 h 12"/>
                  <a:gd name="T2" fmla="*/ 125 w 10"/>
                  <a:gd name="T3" fmla="*/ 35 h 12"/>
                  <a:gd name="T4" fmla="*/ 63 w 10"/>
                  <a:gd name="T5" fmla="*/ 192 h 12"/>
                  <a:gd name="T6" fmla="*/ 20 w 10"/>
                  <a:gd name="T7" fmla="*/ 9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" y="5"/>
                    </a:moveTo>
                    <a:cubicBezTo>
                      <a:pt x="1" y="3"/>
                      <a:pt x="6" y="0"/>
                      <a:pt x="8" y="2"/>
                    </a:cubicBezTo>
                    <a:cubicBezTo>
                      <a:pt x="10" y="5"/>
                      <a:pt x="6" y="8"/>
                      <a:pt x="4" y="10"/>
                    </a:cubicBezTo>
                    <a:cubicBezTo>
                      <a:pt x="2" y="12"/>
                      <a:pt x="0" y="8"/>
                      <a:pt x="1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0" name="Freeform 835">
                <a:extLst>
                  <a:ext uri="{FF2B5EF4-FFF2-40B4-BE49-F238E27FC236}">
                    <a16:creationId xmlns:a16="http://schemas.microsoft.com/office/drawing/2014/main" id="{8CDFC38C-9B13-44EF-8D72-8B8E8B996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315"/>
                <a:ext cx="22" cy="37"/>
              </a:xfrm>
              <a:custGeom>
                <a:avLst/>
                <a:gdLst>
                  <a:gd name="T0" fmla="*/ 12 w 9"/>
                  <a:gd name="T1" fmla="*/ 111 h 14"/>
                  <a:gd name="T2" fmla="*/ 29 w 9"/>
                  <a:gd name="T3" fmla="*/ 204 h 14"/>
                  <a:gd name="T4" fmla="*/ 103 w 9"/>
                  <a:gd name="T5" fmla="*/ 182 h 14"/>
                  <a:gd name="T6" fmla="*/ 71 w 9"/>
                  <a:gd name="T7" fmla="*/ 0 h 14"/>
                  <a:gd name="T8" fmla="*/ 12 w 9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6"/>
                    </a:moveTo>
                    <a:cubicBezTo>
                      <a:pt x="1" y="8"/>
                      <a:pt x="1" y="10"/>
                      <a:pt x="2" y="11"/>
                    </a:cubicBezTo>
                    <a:cubicBezTo>
                      <a:pt x="4" y="14"/>
                      <a:pt x="6" y="13"/>
                      <a:pt x="7" y="10"/>
                    </a:cubicBezTo>
                    <a:cubicBezTo>
                      <a:pt x="9" y="8"/>
                      <a:pt x="8" y="2"/>
                      <a:pt x="5" y="0"/>
                    </a:cubicBezTo>
                    <a:cubicBezTo>
                      <a:pt x="4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1" name="Freeform 836">
                <a:extLst>
                  <a:ext uri="{FF2B5EF4-FFF2-40B4-BE49-F238E27FC236}">
                    <a16:creationId xmlns:a16="http://schemas.microsoft.com/office/drawing/2014/main" id="{4A544508-6C55-4F85-A221-EAA24A3DE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315"/>
                <a:ext cx="18" cy="34"/>
              </a:xfrm>
              <a:custGeom>
                <a:avLst/>
                <a:gdLst>
                  <a:gd name="T0" fmla="*/ 85 w 7"/>
                  <a:gd name="T1" fmla="*/ 212 h 13"/>
                  <a:gd name="T2" fmla="*/ 54 w 7"/>
                  <a:gd name="T3" fmla="*/ 0 h 13"/>
                  <a:gd name="T4" fmla="*/ 33 w 7"/>
                  <a:gd name="T5" fmla="*/ 233 h 13"/>
                  <a:gd name="T6" fmla="*/ 67 w 7"/>
                  <a:gd name="T7" fmla="*/ 2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5" y="12"/>
                    </a:moveTo>
                    <a:cubicBezTo>
                      <a:pt x="6" y="10"/>
                      <a:pt x="7" y="0"/>
                      <a:pt x="3" y="0"/>
                    </a:cubicBezTo>
                    <a:cubicBezTo>
                      <a:pt x="0" y="1"/>
                      <a:pt x="0" y="11"/>
                      <a:pt x="2" y="13"/>
                    </a:cubicBezTo>
                    <a:cubicBezTo>
                      <a:pt x="3" y="13"/>
                      <a:pt x="4" y="13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2" name="Freeform 837">
                <a:extLst>
                  <a:ext uri="{FF2B5EF4-FFF2-40B4-BE49-F238E27FC236}">
                    <a16:creationId xmlns:a16="http://schemas.microsoft.com/office/drawing/2014/main" id="{5603D97C-250C-45C7-8993-6F3388BF0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341"/>
                <a:ext cx="22" cy="27"/>
              </a:xfrm>
              <a:custGeom>
                <a:avLst/>
                <a:gdLst>
                  <a:gd name="T0" fmla="*/ 90 w 9"/>
                  <a:gd name="T1" fmla="*/ 159 h 10"/>
                  <a:gd name="T2" fmla="*/ 71 w 9"/>
                  <a:gd name="T3" fmla="*/ 0 h 10"/>
                  <a:gd name="T4" fmla="*/ 59 w 9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8"/>
                    </a:moveTo>
                    <a:cubicBezTo>
                      <a:pt x="7" y="6"/>
                      <a:pt x="9" y="0"/>
                      <a:pt x="5" y="0"/>
                    </a:cubicBezTo>
                    <a:cubicBezTo>
                      <a:pt x="2" y="1"/>
                      <a:pt x="0" y="10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3" name="Freeform 838">
                <a:extLst>
                  <a:ext uri="{FF2B5EF4-FFF2-40B4-BE49-F238E27FC236}">
                    <a16:creationId xmlns:a16="http://schemas.microsoft.com/office/drawing/2014/main" id="{C2774801-47F8-4317-93AD-B95EF293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320"/>
                <a:ext cx="27" cy="21"/>
              </a:xfrm>
              <a:custGeom>
                <a:avLst/>
                <a:gdLst>
                  <a:gd name="T0" fmla="*/ 133 w 11"/>
                  <a:gd name="T1" fmla="*/ 89 h 8"/>
                  <a:gd name="T2" fmla="*/ 12 w 11"/>
                  <a:gd name="T3" fmla="*/ 110 h 8"/>
                  <a:gd name="T4" fmla="*/ 162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9" y="5"/>
                    </a:moveTo>
                    <a:cubicBezTo>
                      <a:pt x="8" y="7"/>
                      <a:pt x="2" y="8"/>
                      <a:pt x="1" y="6"/>
                    </a:cubicBezTo>
                    <a:cubicBezTo>
                      <a:pt x="0" y="3"/>
                      <a:pt x="9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4" name="Freeform 839">
                <a:extLst>
                  <a:ext uri="{FF2B5EF4-FFF2-40B4-BE49-F238E27FC236}">
                    <a16:creationId xmlns:a16="http://schemas.microsoft.com/office/drawing/2014/main" id="{33B75D92-8093-4AEB-97C2-7F4AD0BA7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336"/>
                <a:ext cx="25" cy="35"/>
              </a:xfrm>
              <a:custGeom>
                <a:avLst/>
                <a:gdLst>
                  <a:gd name="T0" fmla="*/ 145 w 10"/>
                  <a:gd name="T1" fmla="*/ 159 h 13"/>
                  <a:gd name="T2" fmla="*/ 158 w 10"/>
                  <a:gd name="T3" fmla="*/ 59 h 13"/>
                  <a:gd name="T4" fmla="*/ 63 w 10"/>
                  <a:gd name="T5" fmla="*/ 35 h 13"/>
                  <a:gd name="T6" fmla="*/ 50 w 10"/>
                  <a:gd name="T7" fmla="*/ 232 h 13"/>
                  <a:gd name="T8" fmla="*/ 145 w 10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9" y="8"/>
                    </a:moveTo>
                    <a:cubicBezTo>
                      <a:pt x="9" y="7"/>
                      <a:pt x="10" y="5"/>
                      <a:pt x="10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3" y="4"/>
                      <a:pt x="0" y="10"/>
                      <a:pt x="3" y="12"/>
                    </a:cubicBezTo>
                    <a:cubicBezTo>
                      <a:pt x="4" y="13"/>
                      <a:pt x="9" y="11"/>
                      <a:pt x="9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5" name="Freeform 840">
                <a:extLst>
                  <a:ext uri="{FF2B5EF4-FFF2-40B4-BE49-F238E27FC236}">
                    <a16:creationId xmlns:a16="http://schemas.microsoft.com/office/drawing/2014/main" id="{8D812121-F88C-47FC-B948-41FAD7912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285"/>
                <a:ext cx="18" cy="27"/>
              </a:xfrm>
              <a:custGeom>
                <a:avLst/>
                <a:gdLst>
                  <a:gd name="T0" fmla="*/ 33 w 7"/>
                  <a:gd name="T1" fmla="*/ 0 h 10"/>
                  <a:gd name="T2" fmla="*/ 67 w 7"/>
                  <a:gd name="T3" fmla="*/ 176 h 10"/>
                  <a:gd name="T4" fmla="*/ 85 w 7"/>
                  <a:gd name="T5" fmla="*/ 0 h 10"/>
                  <a:gd name="T6" fmla="*/ 85 w 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1" y="2"/>
                      <a:pt x="0" y="10"/>
                      <a:pt x="4" y="9"/>
                    </a:cubicBezTo>
                    <a:cubicBezTo>
                      <a:pt x="7" y="8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6" name="Freeform 841">
                <a:extLst>
                  <a:ext uri="{FF2B5EF4-FFF2-40B4-BE49-F238E27FC236}">
                    <a16:creationId xmlns:a16="http://schemas.microsoft.com/office/drawing/2014/main" id="{200F4A4B-2A73-4C35-AB77-7E43D8ECF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07"/>
                <a:ext cx="15" cy="34"/>
              </a:xfrm>
              <a:custGeom>
                <a:avLst/>
                <a:gdLst>
                  <a:gd name="T0" fmla="*/ 20 w 6"/>
                  <a:gd name="T1" fmla="*/ 110 h 13"/>
                  <a:gd name="T2" fmla="*/ 33 w 6"/>
                  <a:gd name="T3" fmla="*/ 199 h 13"/>
                  <a:gd name="T4" fmla="*/ 95 w 6"/>
                  <a:gd name="T5" fmla="*/ 144 h 13"/>
                  <a:gd name="T6" fmla="*/ 63 w 6"/>
                  <a:gd name="T7" fmla="*/ 21 h 13"/>
                  <a:gd name="T8" fmla="*/ 20 w 6"/>
                  <a:gd name="T9" fmla="*/ 1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1" y="6"/>
                    </a:moveTo>
                    <a:cubicBezTo>
                      <a:pt x="1" y="7"/>
                      <a:pt x="1" y="10"/>
                      <a:pt x="2" y="11"/>
                    </a:cubicBezTo>
                    <a:cubicBezTo>
                      <a:pt x="5" y="13"/>
                      <a:pt x="6" y="11"/>
                      <a:pt x="6" y="8"/>
                    </a:cubicBezTo>
                    <a:cubicBezTo>
                      <a:pt x="6" y="6"/>
                      <a:pt x="6" y="2"/>
                      <a:pt x="4" y="1"/>
                    </a:cubicBez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7" name="Freeform 842">
                <a:extLst>
                  <a:ext uri="{FF2B5EF4-FFF2-40B4-BE49-F238E27FC236}">
                    <a16:creationId xmlns:a16="http://schemas.microsoft.com/office/drawing/2014/main" id="{EFB9508D-3973-4990-9921-C7A48086C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299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125 w 10"/>
                  <a:gd name="T3" fmla="*/ 56 h 9"/>
                  <a:gd name="T4" fmla="*/ 20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1" y="2"/>
                      <a:pt x="6" y="0"/>
                      <a:pt x="8" y="3"/>
                    </a:cubicBezTo>
                    <a:cubicBezTo>
                      <a:pt x="10" y="6"/>
                      <a:pt x="4" y="8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8" name="Freeform 843">
                <a:extLst>
                  <a:ext uri="{FF2B5EF4-FFF2-40B4-BE49-F238E27FC236}">
                    <a16:creationId xmlns:a16="http://schemas.microsoft.com/office/drawing/2014/main" id="{7BCC5CD8-B3DD-46E9-8102-D63B20776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296"/>
                <a:ext cx="32" cy="24"/>
              </a:xfrm>
              <a:custGeom>
                <a:avLst/>
                <a:gdLst>
                  <a:gd name="T0" fmla="*/ 162 w 13"/>
                  <a:gd name="T1" fmla="*/ 0 h 9"/>
                  <a:gd name="T2" fmla="*/ 42 w 13"/>
                  <a:gd name="T3" fmla="*/ 136 h 9"/>
                  <a:gd name="T4" fmla="*/ 182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1" y="0"/>
                    </a:moveTo>
                    <a:cubicBezTo>
                      <a:pt x="9" y="1"/>
                      <a:pt x="0" y="3"/>
                      <a:pt x="3" y="7"/>
                    </a:cubicBezTo>
                    <a:cubicBezTo>
                      <a:pt x="4" y="9"/>
                      <a:pt x="13" y="7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19" name="Freeform 844">
                <a:extLst>
                  <a:ext uri="{FF2B5EF4-FFF2-40B4-BE49-F238E27FC236}">
                    <a16:creationId xmlns:a16="http://schemas.microsoft.com/office/drawing/2014/main" id="{52049EDA-2A6C-40BF-8F54-3038450D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17"/>
                <a:ext cx="18" cy="27"/>
              </a:xfrm>
              <a:custGeom>
                <a:avLst/>
                <a:gdLst>
                  <a:gd name="T0" fmla="*/ 54 w 7"/>
                  <a:gd name="T1" fmla="*/ 0 h 10"/>
                  <a:gd name="T2" fmla="*/ 85 w 7"/>
                  <a:gd name="T3" fmla="*/ 159 h 10"/>
                  <a:gd name="T4" fmla="*/ 100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2" y="2"/>
                      <a:pt x="0" y="10"/>
                      <a:pt x="5" y="8"/>
                    </a:cubicBezTo>
                    <a:cubicBezTo>
                      <a:pt x="7" y="7"/>
                      <a:pt x="7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0" name="Freeform 845">
                <a:extLst>
                  <a:ext uri="{FF2B5EF4-FFF2-40B4-BE49-F238E27FC236}">
                    <a16:creationId xmlns:a16="http://schemas.microsoft.com/office/drawing/2014/main" id="{68273CE9-3A0D-420A-A77C-8C37D8438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339"/>
                <a:ext cx="35" cy="24"/>
              </a:xfrm>
              <a:custGeom>
                <a:avLst/>
                <a:gdLst>
                  <a:gd name="T0" fmla="*/ 158 w 14"/>
                  <a:gd name="T1" fmla="*/ 0 h 9"/>
                  <a:gd name="T2" fmla="*/ 63 w 14"/>
                  <a:gd name="T3" fmla="*/ 136 h 9"/>
                  <a:gd name="T4" fmla="*/ 158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8" y="1"/>
                      <a:pt x="0" y="5"/>
                      <a:pt x="4" y="7"/>
                    </a:cubicBezTo>
                    <a:cubicBezTo>
                      <a:pt x="8" y="9"/>
                      <a:pt x="14" y="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1" name="Freeform 846">
                <a:extLst>
                  <a:ext uri="{FF2B5EF4-FFF2-40B4-BE49-F238E27FC236}">
                    <a16:creationId xmlns:a16="http://schemas.microsoft.com/office/drawing/2014/main" id="{4F4FD3E1-3267-4D78-AD59-6938ED55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248"/>
                <a:ext cx="25" cy="32"/>
              </a:xfrm>
              <a:custGeom>
                <a:avLst/>
                <a:gdLst>
                  <a:gd name="T0" fmla="*/ 95 w 10"/>
                  <a:gd name="T1" fmla="*/ 0 h 12"/>
                  <a:gd name="T2" fmla="*/ 95 w 10"/>
                  <a:gd name="T3" fmla="*/ 192 h 12"/>
                  <a:gd name="T4" fmla="*/ 95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2" y="2"/>
                      <a:pt x="0" y="12"/>
                      <a:pt x="6" y="10"/>
                    </a:cubicBezTo>
                    <a:cubicBezTo>
                      <a:pt x="10" y="9"/>
                      <a:pt x="7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2" name="Freeform 847">
                <a:extLst>
                  <a:ext uri="{FF2B5EF4-FFF2-40B4-BE49-F238E27FC236}">
                    <a16:creationId xmlns:a16="http://schemas.microsoft.com/office/drawing/2014/main" id="{FCF488FE-63DD-46A3-8AF0-8E099CED8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272"/>
                <a:ext cx="30" cy="24"/>
              </a:xfrm>
              <a:custGeom>
                <a:avLst/>
                <a:gdLst>
                  <a:gd name="T0" fmla="*/ 83 w 12"/>
                  <a:gd name="T1" fmla="*/ 21 h 9"/>
                  <a:gd name="T2" fmla="*/ 95 w 12"/>
                  <a:gd name="T3" fmla="*/ 149 h 9"/>
                  <a:gd name="T4" fmla="*/ 175 w 12"/>
                  <a:gd name="T5" fmla="*/ 56 h 9"/>
                  <a:gd name="T6" fmla="*/ 95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5" y="1"/>
                    </a:moveTo>
                    <a:cubicBezTo>
                      <a:pt x="0" y="4"/>
                      <a:pt x="0" y="9"/>
                      <a:pt x="6" y="8"/>
                    </a:cubicBezTo>
                    <a:cubicBezTo>
                      <a:pt x="9" y="8"/>
                      <a:pt x="12" y="6"/>
                      <a:pt x="11" y="3"/>
                    </a:cubicBezTo>
                    <a:cubicBezTo>
                      <a:pt x="11" y="0"/>
                      <a:pt x="8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3" name="Freeform 848">
                <a:extLst>
                  <a:ext uri="{FF2B5EF4-FFF2-40B4-BE49-F238E27FC236}">
                    <a16:creationId xmlns:a16="http://schemas.microsoft.com/office/drawing/2014/main" id="{A83552E1-EB1D-4720-B187-197573748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53"/>
                <a:ext cx="30" cy="22"/>
              </a:xfrm>
              <a:custGeom>
                <a:avLst/>
                <a:gdLst>
                  <a:gd name="T0" fmla="*/ 113 w 12"/>
                  <a:gd name="T1" fmla="*/ 22 h 8"/>
                  <a:gd name="T2" fmla="*/ 63 w 12"/>
                  <a:gd name="T3" fmla="*/ 143 h 8"/>
                  <a:gd name="T4" fmla="*/ 125 w 12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7" y="1"/>
                    </a:moveTo>
                    <a:cubicBezTo>
                      <a:pt x="4" y="0"/>
                      <a:pt x="0" y="5"/>
                      <a:pt x="4" y="7"/>
                    </a:cubicBezTo>
                    <a:cubicBezTo>
                      <a:pt x="7" y="8"/>
                      <a:pt x="12" y="3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4" name="Freeform 849">
                <a:extLst>
                  <a:ext uri="{FF2B5EF4-FFF2-40B4-BE49-F238E27FC236}">
                    <a16:creationId xmlns:a16="http://schemas.microsoft.com/office/drawing/2014/main" id="{AE699B31-C235-4B1E-8F5C-907325C67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251"/>
                <a:ext cx="30" cy="34"/>
              </a:xfrm>
              <a:custGeom>
                <a:avLst/>
                <a:gdLst>
                  <a:gd name="T0" fmla="*/ 95 w 12"/>
                  <a:gd name="T1" fmla="*/ 21 h 13"/>
                  <a:gd name="T2" fmla="*/ 95 w 12"/>
                  <a:gd name="T3" fmla="*/ 165 h 13"/>
                  <a:gd name="T4" fmla="*/ 158 w 12"/>
                  <a:gd name="T5" fmla="*/ 21 h 13"/>
                  <a:gd name="T6" fmla="*/ 95 w 12"/>
                  <a:gd name="T7" fmla="*/ 2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1"/>
                    </a:moveTo>
                    <a:cubicBezTo>
                      <a:pt x="2" y="3"/>
                      <a:pt x="0" y="13"/>
                      <a:pt x="6" y="9"/>
                    </a:cubicBezTo>
                    <a:cubicBezTo>
                      <a:pt x="9" y="8"/>
                      <a:pt x="12" y="3"/>
                      <a:pt x="10" y="1"/>
                    </a:cubicBezTo>
                    <a:cubicBezTo>
                      <a:pt x="9" y="0"/>
                      <a:pt x="7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5" name="Freeform 850">
                <a:extLst>
                  <a:ext uri="{FF2B5EF4-FFF2-40B4-BE49-F238E27FC236}">
                    <a16:creationId xmlns:a16="http://schemas.microsoft.com/office/drawing/2014/main" id="{6B6023D0-50DB-41C1-B872-3DA01FBC4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240"/>
                <a:ext cx="35" cy="16"/>
              </a:xfrm>
              <a:custGeom>
                <a:avLst/>
                <a:gdLst>
                  <a:gd name="T0" fmla="*/ 63 w 14"/>
                  <a:gd name="T1" fmla="*/ 115 h 6"/>
                  <a:gd name="T2" fmla="*/ 125 w 14"/>
                  <a:gd name="T3" fmla="*/ 0 h 6"/>
                  <a:gd name="T4" fmla="*/ 63 w 14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4" y="6"/>
                    </a:moveTo>
                    <a:cubicBezTo>
                      <a:pt x="7" y="6"/>
                      <a:pt x="14" y="1"/>
                      <a:pt x="8" y="0"/>
                    </a:cubicBezTo>
                    <a:cubicBezTo>
                      <a:pt x="5" y="0"/>
                      <a:pt x="0" y="5"/>
                      <a:pt x="4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6" name="Freeform 851">
                <a:extLst>
                  <a:ext uri="{FF2B5EF4-FFF2-40B4-BE49-F238E27FC236}">
                    <a16:creationId xmlns:a16="http://schemas.microsoft.com/office/drawing/2014/main" id="{15DDAA46-FE45-4954-BED2-55228B3E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227"/>
                <a:ext cx="30" cy="29"/>
              </a:xfrm>
              <a:custGeom>
                <a:avLst/>
                <a:gdLst>
                  <a:gd name="T0" fmla="*/ 95 w 12"/>
                  <a:gd name="T1" fmla="*/ 0 h 11"/>
                  <a:gd name="T2" fmla="*/ 63 w 12"/>
                  <a:gd name="T3" fmla="*/ 111 h 11"/>
                  <a:gd name="T4" fmla="*/ 95 w 1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1" y="0"/>
                      <a:pt x="0" y="3"/>
                      <a:pt x="4" y="6"/>
                    </a:cubicBezTo>
                    <a:cubicBezTo>
                      <a:pt x="10" y="11"/>
                      <a:pt x="12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7" name="Freeform 852">
                <a:extLst>
                  <a:ext uri="{FF2B5EF4-FFF2-40B4-BE49-F238E27FC236}">
                    <a16:creationId xmlns:a16="http://schemas.microsoft.com/office/drawing/2014/main" id="{975D23DB-859D-47A0-A551-E8D76B810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125"/>
                <a:ext cx="35" cy="19"/>
              </a:xfrm>
              <a:custGeom>
                <a:avLst/>
                <a:gdLst>
                  <a:gd name="T0" fmla="*/ 158 w 14"/>
                  <a:gd name="T1" fmla="*/ 0 h 7"/>
                  <a:gd name="T2" fmla="*/ 95 w 14"/>
                  <a:gd name="T3" fmla="*/ 22 h 7"/>
                  <a:gd name="T4" fmla="*/ 63 w 14"/>
                  <a:gd name="T5" fmla="*/ 117 h 7"/>
                  <a:gd name="T6" fmla="*/ 208 w 14"/>
                  <a:gd name="T7" fmla="*/ 60 h 7"/>
                  <a:gd name="T8" fmla="*/ 175 w 1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0"/>
                    </a:moveTo>
                    <a:cubicBezTo>
                      <a:pt x="9" y="0"/>
                      <a:pt x="7" y="0"/>
                      <a:pt x="6" y="1"/>
                    </a:cubicBezTo>
                    <a:cubicBezTo>
                      <a:pt x="3" y="2"/>
                      <a:pt x="0" y="4"/>
                      <a:pt x="4" y="6"/>
                    </a:cubicBezTo>
                    <a:cubicBezTo>
                      <a:pt x="7" y="7"/>
                      <a:pt x="13" y="6"/>
                      <a:pt x="13" y="3"/>
                    </a:cubicBezTo>
                    <a:cubicBezTo>
                      <a:pt x="14" y="1"/>
                      <a:pt x="13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8" name="Freeform 853">
                <a:extLst>
                  <a:ext uri="{FF2B5EF4-FFF2-40B4-BE49-F238E27FC236}">
                    <a16:creationId xmlns:a16="http://schemas.microsoft.com/office/drawing/2014/main" id="{83CBC7CF-5143-4C7E-8F34-10F9E4CD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139"/>
                <a:ext cx="37" cy="32"/>
              </a:xfrm>
              <a:custGeom>
                <a:avLst/>
                <a:gdLst>
                  <a:gd name="T0" fmla="*/ 153 w 15"/>
                  <a:gd name="T1" fmla="*/ 0 h 12"/>
                  <a:gd name="T2" fmla="*/ 62 w 15"/>
                  <a:gd name="T3" fmla="*/ 149 h 12"/>
                  <a:gd name="T4" fmla="*/ 165 w 15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0" y="0"/>
                    </a:moveTo>
                    <a:cubicBezTo>
                      <a:pt x="7" y="1"/>
                      <a:pt x="0" y="5"/>
                      <a:pt x="4" y="8"/>
                    </a:cubicBezTo>
                    <a:cubicBezTo>
                      <a:pt x="7" y="12"/>
                      <a:pt x="15" y="3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29" name="Freeform 854">
                <a:extLst>
                  <a:ext uri="{FF2B5EF4-FFF2-40B4-BE49-F238E27FC236}">
                    <a16:creationId xmlns:a16="http://schemas.microsoft.com/office/drawing/2014/main" id="{01C53157-3CD5-4804-BC85-DCE626A5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125"/>
                <a:ext cx="25" cy="32"/>
              </a:xfrm>
              <a:custGeom>
                <a:avLst/>
                <a:gdLst>
                  <a:gd name="T0" fmla="*/ 145 w 10"/>
                  <a:gd name="T1" fmla="*/ 21 h 12"/>
                  <a:gd name="T2" fmla="*/ 50 w 10"/>
                  <a:gd name="T3" fmla="*/ 192 h 12"/>
                  <a:gd name="T4" fmla="*/ 145 w 10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9" y="1"/>
                    </a:moveTo>
                    <a:cubicBezTo>
                      <a:pt x="5" y="0"/>
                      <a:pt x="0" y="7"/>
                      <a:pt x="3" y="10"/>
                    </a:cubicBezTo>
                    <a:cubicBezTo>
                      <a:pt x="8" y="12"/>
                      <a:pt x="10" y="5"/>
                      <a:pt x="9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0" name="Freeform 855">
                <a:extLst>
                  <a:ext uri="{FF2B5EF4-FFF2-40B4-BE49-F238E27FC236}">
                    <a16:creationId xmlns:a16="http://schemas.microsoft.com/office/drawing/2014/main" id="{0E51C461-A3A5-4564-879D-75538BA31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49"/>
                <a:ext cx="35" cy="19"/>
              </a:xfrm>
              <a:custGeom>
                <a:avLst/>
                <a:gdLst>
                  <a:gd name="T0" fmla="*/ 158 w 14"/>
                  <a:gd name="T1" fmla="*/ 22 h 7"/>
                  <a:gd name="T2" fmla="*/ 113 w 14"/>
                  <a:gd name="T3" fmla="*/ 141 h 7"/>
                  <a:gd name="T4" fmla="*/ 158 w 14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0" y="1"/>
                    </a:moveTo>
                    <a:cubicBezTo>
                      <a:pt x="7" y="2"/>
                      <a:pt x="0" y="7"/>
                      <a:pt x="7" y="7"/>
                    </a:cubicBezTo>
                    <a:cubicBezTo>
                      <a:pt x="11" y="7"/>
                      <a:pt x="14" y="0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1" name="Freeform 856">
                <a:extLst>
                  <a:ext uri="{FF2B5EF4-FFF2-40B4-BE49-F238E27FC236}">
                    <a16:creationId xmlns:a16="http://schemas.microsoft.com/office/drawing/2014/main" id="{8ACB5727-2D8B-4C05-A48C-2C8B56812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47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2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1"/>
                      <a:pt x="2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2" name="Freeform 857">
                <a:extLst>
                  <a:ext uri="{FF2B5EF4-FFF2-40B4-BE49-F238E27FC236}">
                    <a16:creationId xmlns:a16="http://schemas.microsoft.com/office/drawing/2014/main" id="{E308048A-F9ED-4FE8-94B4-7FE44A5A6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155"/>
                <a:ext cx="42" cy="18"/>
              </a:xfrm>
              <a:custGeom>
                <a:avLst/>
                <a:gdLst>
                  <a:gd name="T0" fmla="*/ 166 w 17"/>
                  <a:gd name="T1" fmla="*/ 21 h 7"/>
                  <a:gd name="T2" fmla="*/ 91 w 17"/>
                  <a:gd name="T3" fmla="*/ 118 h 7"/>
                  <a:gd name="T4" fmla="*/ 183 w 17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">
                    <a:moveTo>
                      <a:pt x="11" y="1"/>
                    </a:moveTo>
                    <a:cubicBezTo>
                      <a:pt x="8" y="0"/>
                      <a:pt x="0" y="5"/>
                      <a:pt x="6" y="7"/>
                    </a:cubicBezTo>
                    <a:cubicBezTo>
                      <a:pt x="8" y="7"/>
                      <a:pt x="17" y="3"/>
                      <a:pt x="1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3" name="Freeform 858">
                <a:extLst>
                  <a:ext uri="{FF2B5EF4-FFF2-40B4-BE49-F238E27FC236}">
                    <a16:creationId xmlns:a16="http://schemas.microsoft.com/office/drawing/2014/main" id="{D96CCB78-ECDD-42D5-8EEC-092C5FBE1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147"/>
                <a:ext cx="27" cy="37"/>
              </a:xfrm>
              <a:custGeom>
                <a:avLst/>
                <a:gdLst>
                  <a:gd name="T0" fmla="*/ 61 w 11"/>
                  <a:gd name="T1" fmla="*/ 204 h 14"/>
                  <a:gd name="T2" fmla="*/ 103 w 11"/>
                  <a:gd name="T3" fmla="*/ 90 h 14"/>
                  <a:gd name="T4" fmla="*/ 71 w 11"/>
                  <a:gd name="T5" fmla="*/ 20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4" y="11"/>
                    </a:moveTo>
                    <a:cubicBezTo>
                      <a:pt x="5" y="14"/>
                      <a:pt x="11" y="8"/>
                      <a:pt x="7" y="5"/>
                    </a:cubicBezTo>
                    <a:cubicBezTo>
                      <a:pt x="2" y="0"/>
                      <a:pt x="0" y="9"/>
                      <a:pt x="5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4" name="Freeform 859">
                <a:extLst>
                  <a:ext uri="{FF2B5EF4-FFF2-40B4-BE49-F238E27FC236}">
                    <a16:creationId xmlns:a16="http://schemas.microsoft.com/office/drawing/2014/main" id="{82E60DE3-3CEC-4568-9666-CC5ECEC6E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181"/>
                <a:ext cx="28" cy="32"/>
              </a:xfrm>
              <a:custGeom>
                <a:avLst/>
                <a:gdLst>
                  <a:gd name="T0" fmla="*/ 33 w 11"/>
                  <a:gd name="T1" fmla="*/ 56 h 12"/>
                  <a:gd name="T2" fmla="*/ 130 w 11"/>
                  <a:gd name="T3" fmla="*/ 171 h 12"/>
                  <a:gd name="T4" fmla="*/ 33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2" y="3"/>
                    </a:moveTo>
                    <a:cubicBezTo>
                      <a:pt x="0" y="7"/>
                      <a:pt x="5" y="12"/>
                      <a:pt x="8" y="9"/>
                    </a:cubicBezTo>
                    <a:cubicBezTo>
                      <a:pt x="11" y="4"/>
                      <a:pt x="3" y="0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5" name="Freeform 860">
                <a:extLst>
                  <a:ext uri="{FF2B5EF4-FFF2-40B4-BE49-F238E27FC236}">
                    <a16:creationId xmlns:a16="http://schemas.microsoft.com/office/drawing/2014/main" id="{1EFED0A1-F859-45BF-81DB-6C57A59A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152"/>
                <a:ext cx="30" cy="35"/>
              </a:xfrm>
              <a:custGeom>
                <a:avLst/>
                <a:gdLst>
                  <a:gd name="T0" fmla="*/ 83 w 12"/>
                  <a:gd name="T1" fmla="*/ 253 h 13"/>
                  <a:gd name="T2" fmla="*/ 158 w 12"/>
                  <a:gd name="T3" fmla="*/ 94 h 13"/>
                  <a:gd name="T4" fmla="*/ 63 w 12"/>
                  <a:gd name="T5" fmla="*/ 2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5" y="13"/>
                    </a:moveTo>
                    <a:cubicBezTo>
                      <a:pt x="9" y="13"/>
                      <a:pt x="12" y="8"/>
                      <a:pt x="10" y="5"/>
                    </a:cubicBezTo>
                    <a:cubicBezTo>
                      <a:pt x="5" y="0"/>
                      <a:pt x="0" y="12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6" name="Freeform 861">
                <a:extLst>
                  <a:ext uri="{FF2B5EF4-FFF2-40B4-BE49-F238E27FC236}">
                    <a16:creationId xmlns:a16="http://schemas.microsoft.com/office/drawing/2014/main" id="{4FE2B31D-EAAE-4A11-B90B-5936D4D92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165"/>
                <a:ext cx="23" cy="30"/>
              </a:xfrm>
              <a:custGeom>
                <a:avLst/>
                <a:gdLst>
                  <a:gd name="T0" fmla="*/ 0 w 9"/>
                  <a:gd name="T1" fmla="*/ 164 h 11"/>
                  <a:gd name="T2" fmla="*/ 66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8"/>
                    </a:moveTo>
                    <a:cubicBezTo>
                      <a:pt x="3" y="11"/>
                      <a:pt x="9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7" name="Freeform 862">
                <a:extLst>
                  <a:ext uri="{FF2B5EF4-FFF2-40B4-BE49-F238E27FC236}">
                    <a16:creationId xmlns:a16="http://schemas.microsoft.com/office/drawing/2014/main" id="{C705ECD7-CA61-4B4A-AF2D-C6EEB9AA0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043"/>
                <a:ext cx="23" cy="24"/>
              </a:xfrm>
              <a:custGeom>
                <a:avLst/>
                <a:gdLst>
                  <a:gd name="T0" fmla="*/ 0 w 9"/>
                  <a:gd name="T1" fmla="*/ 115 h 9"/>
                  <a:gd name="T2" fmla="*/ 97 w 9"/>
                  <a:gd name="T3" fmla="*/ 136 h 9"/>
                  <a:gd name="T4" fmla="*/ 33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0" y="9"/>
                      <a:pt x="4" y="9"/>
                      <a:pt x="6" y="7"/>
                    </a:cubicBezTo>
                    <a:cubicBezTo>
                      <a:pt x="9" y="4"/>
                      <a:pt x="4" y="0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8" name="Freeform 863">
                <a:extLst>
                  <a:ext uri="{FF2B5EF4-FFF2-40B4-BE49-F238E27FC236}">
                    <a16:creationId xmlns:a16="http://schemas.microsoft.com/office/drawing/2014/main" id="{740534AA-310B-4B9F-AB41-344DE0943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053"/>
                <a:ext cx="25" cy="27"/>
              </a:xfrm>
              <a:custGeom>
                <a:avLst/>
                <a:gdLst>
                  <a:gd name="T0" fmla="*/ 50 w 10"/>
                  <a:gd name="T1" fmla="*/ 22 h 10"/>
                  <a:gd name="T2" fmla="*/ 83 w 10"/>
                  <a:gd name="T3" fmla="*/ 176 h 10"/>
                  <a:gd name="T4" fmla="*/ 95 w 10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3" y="1"/>
                    </a:moveTo>
                    <a:cubicBezTo>
                      <a:pt x="1" y="4"/>
                      <a:pt x="0" y="10"/>
                      <a:pt x="5" y="9"/>
                    </a:cubicBezTo>
                    <a:cubicBezTo>
                      <a:pt x="10" y="8"/>
                      <a:pt x="9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39" name="Freeform 864">
                <a:extLst>
                  <a:ext uri="{FF2B5EF4-FFF2-40B4-BE49-F238E27FC236}">
                    <a16:creationId xmlns:a16="http://schemas.microsoft.com/office/drawing/2014/main" id="{3E3F850B-E374-48CA-BCFA-2F801241A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061"/>
                <a:ext cx="20" cy="35"/>
              </a:xfrm>
              <a:custGeom>
                <a:avLst/>
                <a:gdLst>
                  <a:gd name="T0" fmla="*/ 95 w 8"/>
                  <a:gd name="T1" fmla="*/ 35 h 13"/>
                  <a:gd name="T2" fmla="*/ 33 w 8"/>
                  <a:gd name="T3" fmla="*/ 218 h 13"/>
                  <a:gd name="T4" fmla="*/ 113 w 8"/>
                  <a:gd name="T5" fmla="*/ 218 h 13"/>
                  <a:gd name="T6" fmla="*/ 95 w 8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6" y="2"/>
                    </a:moveTo>
                    <a:cubicBezTo>
                      <a:pt x="1" y="0"/>
                      <a:pt x="0" y="8"/>
                      <a:pt x="2" y="11"/>
                    </a:cubicBezTo>
                    <a:cubicBezTo>
                      <a:pt x="3" y="13"/>
                      <a:pt x="6" y="13"/>
                      <a:pt x="7" y="11"/>
                    </a:cubicBezTo>
                    <a:cubicBezTo>
                      <a:pt x="8" y="9"/>
                      <a:pt x="7" y="4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0" name="Freeform 865">
                <a:extLst>
                  <a:ext uri="{FF2B5EF4-FFF2-40B4-BE49-F238E27FC236}">
                    <a16:creationId xmlns:a16="http://schemas.microsoft.com/office/drawing/2014/main" id="{966936A8-0629-4929-AB32-6C4D84B84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117"/>
                <a:ext cx="7" cy="22"/>
              </a:xfrm>
              <a:custGeom>
                <a:avLst/>
                <a:gdLst>
                  <a:gd name="T0" fmla="*/ 37 w 3"/>
                  <a:gd name="T1" fmla="*/ 0 h 8"/>
                  <a:gd name="T2" fmla="*/ 0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2"/>
                      <a:pt x="3" y="7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1" name="Freeform 866">
                <a:extLst>
                  <a:ext uri="{FF2B5EF4-FFF2-40B4-BE49-F238E27FC236}">
                    <a16:creationId xmlns:a16="http://schemas.microsoft.com/office/drawing/2014/main" id="{6AF55B13-4D26-4A6A-8913-647E5BB79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23"/>
                <a:ext cx="28" cy="26"/>
              </a:xfrm>
              <a:custGeom>
                <a:avLst/>
                <a:gdLst>
                  <a:gd name="T0" fmla="*/ 0 w 11"/>
                  <a:gd name="T1" fmla="*/ 34 h 10"/>
                  <a:gd name="T2" fmla="*/ 130 w 11"/>
                  <a:gd name="T3" fmla="*/ 109 h 10"/>
                  <a:gd name="T4" fmla="*/ 20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2"/>
                    </a:moveTo>
                    <a:cubicBezTo>
                      <a:pt x="1" y="4"/>
                      <a:pt x="5" y="10"/>
                      <a:pt x="8" y="6"/>
                    </a:cubicBezTo>
                    <a:cubicBezTo>
                      <a:pt x="11" y="2"/>
                      <a:pt x="4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2" name="Freeform 867">
                <a:extLst>
                  <a:ext uri="{FF2B5EF4-FFF2-40B4-BE49-F238E27FC236}">
                    <a16:creationId xmlns:a16="http://schemas.microsoft.com/office/drawing/2014/main" id="{40920EA7-DB79-4133-A3EB-9DA90F635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096"/>
                <a:ext cx="28" cy="35"/>
              </a:xfrm>
              <a:custGeom>
                <a:avLst/>
                <a:gdLst>
                  <a:gd name="T0" fmla="*/ 64 w 11"/>
                  <a:gd name="T1" fmla="*/ 22 h 13"/>
                  <a:gd name="T2" fmla="*/ 51 w 11"/>
                  <a:gd name="T3" fmla="*/ 197 h 13"/>
                  <a:gd name="T4" fmla="*/ 84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4" y="1"/>
                    </a:moveTo>
                    <a:cubicBezTo>
                      <a:pt x="0" y="0"/>
                      <a:pt x="1" y="9"/>
                      <a:pt x="3" y="10"/>
                    </a:cubicBezTo>
                    <a:cubicBezTo>
                      <a:pt x="9" y="13"/>
                      <a:pt x="11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3" name="Freeform 868">
                <a:extLst>
                  <a:ext uri="{FF2B5EF4-FFF2-40B4-BE49-F238E27FC236}">
                    <a16:creationId xmlns:a16="http://schemas.microsoft.com/office/drawing/2014/main" id="{7BF63EBC-7889-44A1-BEF4-CA6628521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096"/>
                <a:ext cx="35" cy="24"/>
              </a:xfrm>
              <a:custGeom>
                <a:avLst/>
                <a:gdLst>
                  <a:gd name="T0" fmla="*/ 158 w 14"/>
                  <a:gd name="T1" fmla="*/ 0 h 9"/>
                  <a:gd name="T2" fmla="*/ 50 w 14"/>
                  <a:gd name="T3" fmla="*/ 136 h 9"/>
                  <a:gd name="T4" fmla="*/ 158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8" y="1"/>
                      <a:pt x="0" y="3"/>
                      <a:pt x="3" y="7"/>
                    </a:cubicBezTo>
                    <a:cubicBezTo>
                      <a:pt x="5" y="9"/>
                      <a:pt x="14" y="4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4" name="Freeform 869">
                <a:extLst>
                  <a:ext uri="{FF2B5EF4-FFF2-40B4-BE49-F238E27FC236}">
                    <a16:creationId xmlns:a16="http://schemas.microsoft.com/office/drawing/2014/main" id="{A96F0C0D-55D3-40A2-A094-1FD78312B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136"/>
                <a:ext cx="25" cy="21"/>
              </a:xfrm>
              <a:custGeom>
                <a:avLst/>
                <a:gdLst>
                  <a:gd name="T0" fmla="*/ 125 w 10"/>
                  <a:gd name="T1" fmla="*/ 144 h 8"/>
                  <a:gd name="T2" fmla="*/ 145 w 10"/>
                  <a:gd name="T3" fmla="*/ 34 h 8"/>
                  <a:gd name="T4" fmla="*/ 83 w 10"/>
                  <a:gd name="T5" fmla="*/ 0 h 8"/>
                  <a:gd name="T6" fmla="*/ 20 w 10"/>
                  <a:gd name="T7" fmla="*/ 76 h 8"/>
                  <a:gd name="T8" fmla="*/ 33 w 10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8" y="8"/>
                    </a:moveTo>
                    <a:cubicBezTo>
                      <a:pt x="10" y="7"/>
                      <a:pt x="9" y="4"/>
                      <a:pt x="9" y="2"/>
                    </a:cubicBezTo>
                    <a:cubicBezTo>
                      <a:pt x="8" y="0"/>
                      <a:pt x="7" y="0"/>
                      <a:pt x="5" y="0"/>
                    </a:cubicBezTo>
                    <a:cubicBezTo>
                      <a:pt x="4" y="1"/>
                      <a:pt x="1" y="2"/>
                      <a:pt x="1" y="4"/>
                    </a:cubicBezTo>
                    <a:cubicBezTo>
                      <a:pt x="0" y="5"/>
                      <a:pt x="0" y="8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5" name="Freeform 870">
                <a:extLst>
                  <a:ext uri="{FF2B5EF4-FFF2-40B4-BE49-F238E27FC236}">
                    <a16:creationId xmlns:a16="http://schemas.microsoft.com/office/drawing/2014/main" id="{AE933055-82B3-4ACE-88C0-8A7A15684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115"/>
                <a:ext cx="25" cy="21"/>
              </a:xfrm>
              <a:custGeom>
                <a:avLst/>
                <a:gdLst>
                  <a:gd name="T0" fmla="*/ 83 w 10"/>
                  <a:gd name="T1" fmla="*/ 144 h 8"/>
                  <a:gd name="T2" fmla="*/ 83 w 10"/>
                  <a:gd name="T3" fmla="*/ 21 h 8"/>
                  <a:gd name="T4" fmla="*/ 158 w 10"/>
                  <a:gd name="T5" fmla="*/ 89 h 8"/>
                  <a:gd name="T6" fmla="*/ 95 w 10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5" y="8"/>
                    </a:moveTo>
                    <a:cubicBezTo>
                      <a:pt x="1" y="7"/>
                      <a:pt x="0" y="2"/>
                      <a:pt x="5" y="1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7"/>
                      <a:pt x="8" y="8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6" name="Freeform 871">
                <a:extLst>
                  <a:ext uri="{FF2B5EF4-FFF2-40B4-BE49-F238E27FC236}">
                    <a16:creationId xmlns:a16="http://schemas.microsoft.com/office/drawing/2014/main" id="{721CC87B-DDD6-4466-8F4B-C6CA2F727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133"/>
                <a:ext cx="27" cy="27"/>
              </a:xfrm>
              <a:custGeom>
                <a:avLst/>
                <a:gdLst>
                  <a:gd name="T0" fmla="*/ 120 w 11"/>
                  <a:gd name="T1" fmla="*/ 38 h 10"/>
                  <a:gd name="T2" fmla="*/ 91 w 11"/>
                  <a:gd name="T3" fmla="*/ 197 h 10"/>
                  <a:gd name="T4" fmla="*/ 162 w 11"/>
                  <a:gd name="T5" fmla="*/ 103 h 10"/>
                  <a:gd name="T6" fmla="*/ 133 w 11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8" y="2"/>
                    </a:moveTo>
                    <a:cubicBezTo>
                      <a:pt x="6" y="3"/>
                      <a:pt x="0" y="9"/>
                      <a:pt x="6" y="10"/>
                    </a:cubicBezTo>
                    <a:cubicBezTo>
                      <a:pt x="9" y="10"/>
                      <a:pt x="11" y="7"/>
                      <a:pt x="11" y="5"/>
                    </a:cubicBezTo>
                    <a:cubicBezTo>
                      <a:pt x="11" y="4"/>
                      <a:pt x="11" y="0"/>
                      <a:pt x="9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7" name="Freeform 872">
                <a:extLst>
                  <a:ext uri="{FF2B5EF4-FFF2-40B4-BE49-F238E27FC236}">
                    <a16:creationId xmlns:a16="http://schemas.microsoft.com/office/drawing/2014/main" id="{F9781BE5-DFB3-4C52-9ECC-D95742B7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152"/>
                <a:ext cx="15" cy="35"/>
              </a:xfrm>
              <a:custGeom>
                <a:avLst/>
                <a:gdLst>
                  <a:gd name="T0" fmla="*/ 20 w 6"/>
                  <a:gd name="T1" fmla="*/ 35 h 13"/>
                  <a:gd name="T2" fmla="*/ 83 w 6"/>
                  <a:gd name="T3" fmla="*/ 159 h 13"/>
                  <a:gd name="T4" fmla="*/ 63 w 6"/>
                  <a:gd name="T5" fmla="*/ 0 h 13"/>
                  <a:gd name="T6" fmla="*/ 33 w 6"/>
                  <a:gd name="T7" fmla="*/ 2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1" y="2"/>
                    </a:moveTo>
                    <a:cubicBezTo>
                      <a:pt x="0" y="5"/>
                      <a:pt x="2" y="13"/>
                      <a:pt x="5" y="8"/>
                    </a:cubicBezTo>
                    <a:cubicBezTo>
                      <a:pt x="6" y="7"/>
                      <a:pt x="6" y="1"/>
                      <a:pt x="4" y="0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8" name="Freeform 873">
                <a:extLst>
                  <a:ext uri="{FF2B5EF4-FFF2-40B4-BE49-F238E27FC236}">
                    <a16:creationId xmlns:a16="http://schemas.microsoft.com/office/drawing/2014/main" id="{F7A268D7-8794-491F-ADB1-1E430B534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136"/>
                <a:ext cx="27" cy="29"/>
              </a:xfrm>
              <a:custGeom>
                <a:avLst/>
                <a:gdLst>
                  <a:gd name="T0" fmla="*/ 71 w 11"/>
                  <a:gd name="T1" fmla="*/ 90 h 11"/>
                  <a:gd name="T2" fmla="*/ 71 w 11"/>
                  <a:gd name="T3" fmla="*/ 182 h 11"/>
                  <a:gd name="T4" fmla="*/ 91 w 11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5"/>
                    </a:moveTo>
                    <a:cubicBezTo>
                      <a:pt x="3" y="6"/>
                      <a:pt x="0" y="11"/>
                      <a:pt x="5" y="10"/>
                    </a:cubicBezTo>
                    <a:cubicBezTo>
                      <a:pt x="9" y="8"/>
                      <a:pt x="11" y="0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49" name="Freeform 874">
                <a:extLst>
                  <a:ext uri="{FF2B5EF4-FFF2-40B4-BE49-F238E27FC236}">
                    <a16:creationId xmlns:a16="http://schemas.microsoft.com/office/drawing/2014/main" id="{2EA99F90-5FAC-445A-A82E-9A1A681C1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171"/>
                <a:ext cx="28" cy="21"/>
              </a:xfrm>
              <a:custGeom>
                <a:avLst/>
                <a:gdLst>
                  <a:gd name="T0" fmla="*/ 117 w 11"/>
                  <a:gd name="T1" fmla="*/ 0 h 8"/>
                  <a:gd name="T2" fmla="*/ 51 w 11"/>
                  <a:gd name="T3" fmla="*/ 123 h 8"/>
                  <a:gd name="T4" fmla="*/ 117 w 11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cubicBezTo>
                      <a:pt x="5" y="1"/>
                      <a:pt x="0" y="6"/>
                      <a:pt x="3" y="7"/>
                    </a:cubicBezTo>
                    <a:cubicBezTo>
                      <a:pt x="6" y="8"/>
                      <a:pt x="11" y="2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0" name="Freeform 875">
                <a:extLst>
                  <a:ext uri="{FF2B5EF4-FFF2-40B4-BE49-F238E27FC236}">
                    <a16:creationId xmlns:a16="http://schemas.microsoft.com/office/drawing/2014/main" id="{E1414095-3E19-4DD4-A0C0-3E30F097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144"/>
                <a:ext cx="32" cy="21"/>
              </a:xfrm>
              <a:custGeom>
                <a:avLst/>
                <a:gdLst>
                  <a:gd name="T0" fmla="*/ 133 w 13"/>
                  <a:gd name="T1" fmla="*/ 0 h 8"/>
                  <a:gd name="T2" fmla="*/ 62 w 13"/>
                  <a:gd name="T3" fmla="*/ 123 h 8"/>
                  <a:gd name="T4" fmla="*/ 133 w 13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9" y="0"/>
                    </a:moveTo>
                    <a:cubicBezTo>
                      <a:pt x="6" y="0"/>
                      <a:pt x="0" y="5"/>
                      <a:pt x="4" y="7"/>
                    </a:cubicBezTo>
                    <a:cubicBezTo>
                      <a:pt x="7" y="8"/>
                      <a:pt x="13" y="4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1" name="Freeform 876">
                <a:extLst>
                  <a:ext uri="{FF2B5EF4-FFF2-40B4-BE49-F238E27FC236}">
                    <a16:creationId xmlns:a16="http://schemas.microsoft.com/office/drawing/2014/main" id="{6EA8C32D-F387-49E6-A415-C6DCF35C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000"/>
                <a:ext cx="8" cy="11"/>
              </a:xfrm>
              <a:custGeom>
                <a:avLst/>
                <a:gdLst>
                  <a:gd name="T0" fmla="*/ 0 w 3"/>
                  <a:gd name="T1" fmla="*/ 83 h 4"/>
                  <a:gd name="T2" fmla="*/ 56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2" name="Freeform 877">
                <a:extLst>
                  <a:ext uri="{FF2B5EF4-FFF2-40B4-BE49-F238E27FC236}">
                    <a16:creationId xmlns:a16="http://schemas.microsoft.com/office/drawing/2014/main" id="{535F5DD3-7C59-42E5-8AF5-A26BFF88B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024"/>
                <a:ext cx="25" cy="29"/>
              </a:xfrm>
              <a:custGeom>
                <a:avLst/>
                <a:gdLst>
                  <a:gd name="T0" fmla="*/ 145 w 10"/>
                  <a:gd name="T1" fmla="*/ 0 h 11"/>
                  <a:gd name="T2" fmla="*/ 0 w 10"/>
                  <a:gd name="T3" fmla="*/ 111 h 11"/>
                  <a:gd name="T4" fmla="*/ 158 w 10"/>
                  <a:gd name="T5" fmla="*/ 9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9" y="0"/>
                    </a:moveTo>
                    <a:cubicBezTo>
                      <a:pt x="5" y="0"/>
                      <a:pt x="0" y="2"/>
                      <a:pt x="0" y="6"/>
                    </a:cubicBezTo>
                    <a:cubicBezTo>
                      <a:pt x="0" y="11"/>
                      <a:pt x="9" y="9"/>
                      <a:pt x="1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3" name="Freeform 878">
                <a:extLst>
                  <a:ext uri="{FF2B5EF4-FFF2-40B4-BE49-F238E27FC236}">
                    <a16:creationId xmlns:a16="http://schemas.microsoft.com/office/drawing/2014/main" id="{659EDFB1-777D-406E-BFC3-AF0D55274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981"/>
                <a:ext cx="25" cy="35"/>
              </a:xfrm>
              <a:custGeom>
                <a:avLst/>
                <a:gdLst>
                  <a:gd name="T0" fmla="*/ 83 w 10"/>
                  <a:gd name="T1" fmla="*/ 22 h 13"/>
                  <a:gd name="T2" fmla="*/ 83 w 10"/>
                  <a:gd name="T3" fmla="*/ 218 h 13"/>
                  <a:gd name="T4" fmla="*/ 95 w 10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5" y="1"/>
                    </a:moveTo>
                    <a:cubicBezTo>
                      <a:pt x="0" y="0"/>
                      <a:pt x="2" y="10"/>
                      <a:pt x="5" y="11"/>
                    </a:cubicBezTo>
                    <a:cubicBezTo>
                      <a:pt x="9" y="13"/>
                      <a:pt x="10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4" name="Freeform 879">
                <a:extLst>
                  <a:ext uri="{FF2B5EF4-FFF2-40B4-BE49-F238E27FC236}">
                    <a16:creationId xmlns:a16="http://schemas.microsoft.com/office/drawing/2014/main" id="{4BE99CE2-C1C2-4B2E-9BA1-E7B145AD5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989"/>
                <a:ext cx="7" cy="22"/>
              </a:xfrm>
              <a:custGeom>
                <a:avLst/>
                <a:gdLst>
                  <a:gd name="T0" fmla="*/ 28 w 3"/>
                  <a:gd name="T1" fmla="*/ 0 h 8"/>
                  <a:gd name="T2" fmla="*/ 0 w 3"/>
                  <a:gd name="T3" fmla="*/ 1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3" y="2"/>
                      <a:pt x="3" y="8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5" name="Freeform 880">
                <a:extLst>
                  <a:ext uri="{FF2B5EF4-FFF2-40B4-BE49-F238E27FC236}">
                    <a16:creationId xmlns:a16="http://schemas.microsoft.com/office/drawing/2014/main" id="{F2CC0FC2-EDCD-4D17-9E07-A7C33BB08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965"/>
                <a:ext cx="20" cy="30"/>
              </a:xfrm>
              <a:custGeom>
                <a:avLst/>
                <a:gdLst>
                  <a:gd name="T0" fmla="*/ 0 w 8"/>
                  <a:gd name="T1" fmla="*/ 185 h 11"/>
                  <a:gd name="T2" fmla="*/ 63 w 8"/>
                  <a:gd name="T3" fmla="*/ 224 h 11"/>
                  <a:gd name="T4" fmla="*/ 125 w 8"/>
                  <a:gd name="T5" fmla="*/ 120 h 11"/>
                  <a:gd name="T6" fmla="*/ 20 w 8"/>
                  <a:gd name="T7" fmla="*/ 14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9"/>
                    </a:moveTo>
                    <a:cubicBezTo>
                      <a:pt x="1" y="11"/>
                      <a:pt x="2" y="11"/>
                      <a:pt x="4" y="11"/>
                    </a:cubicBezTo>
                    <a:cubicBezTo>
                      <a:pt x="7" y="11"/>
                      <a:pt x="7" y="8"/>
                      <a:pt x="8" y="6"/>
                    </a:cubicBezTo>
                    <a:cubicBezTo>
                      <a:pt x="8" y="0"/>
                      <a:pt x="1" y="3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6" name="Freeform 881">
                <a:extLst>
                  <a:ext uri="{FF2B5EF4-FFF2-40B4-BE49-F238E27FC236}">
                    <a16:creationId xmlns:a16="http://schemas.microsoft.com/office/drawing/2014/main" id="{B7713E20-D1F5-46FC-80E4-A270673A2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939"/>
                <a:ext cx="32" cy="24"/>
              </a:xfrm>
              <a:custGeom>
                <a:avLst/>
                <a:gdLst>
                  <a:gd name="T0" fmla="*/ 91 w 13"/>
                  <a:gd name="T1" fmla="*/ 149 h 9"/>
                  <a:gd name="T2" fmla="*/ 133 w 13"/>
                  <a:gd name="T3" fmla="*/ 21 h 9"/>
                  <a:gd name="T4" fmla="*/ 30 w 13"/>
                  <a:gd name="T5" fmla="*/ 56 h 9"/>
                  <a:gd name="T6" fmla="*/ 62 w 13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6" y="8"/>
                    </a:moveTo>
                    <a:cubicBezTo>
                      <a:pt x="8" y="7"/>
                      <a:pt x="13" y="2"/>
                      <a:pt x="9" y="1"/>
                    </a:cubicBezTo>
                    <a:cubicBezTo>
                      <a:pt x="7" y="0"/>
                      <a:pt x="3" y="1"/>
                      <a:pt x="2" y="3"/>
                    </a:cubicBezTo>
                    <a:cubicBezTo>
                      <a:pt x="0" y="4"/>
                      <a:pt x="1" y="9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7" name="Freeform 882">
                <a:extLst>
                  <a:ext uri="{FF2B5EF4-FFF2-40B4-BE49-F238E27FC236}">
                    <a16:creationId xmlns:a16="http://schemas.microsoft.com/office/drawing/2014/main" id="{BF0A3EAB-A4ED-4A6E-8E6F-4EA770B7C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008"/>
                <a:ext cx="20" cy="37"/>
              </a:xfrm>
              <a:custGeom>
                <a:avLst/>
                <a:gdLst>
                  <a:gd name="T0" fmla="*/ 95 w 8"/>
                  <a:gd name="T1" fmla="*/ 21 h 14"/>
                  <a:gd name="T2" fmla="*/ 50 w 8"/>
                  <a:gd name="T3" fmla="*/ 204 h 14"/>
                  <a:gd name="T4" fmla="*/ 95 w 8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6" y="1"/>
                    </a:moveTo>
                    <a:cubicBezTo>
                      <a:pt x="2" y="0"/>
                      <a:pt x="0" y="10"/>
                      <a:pt x="3" y="11"/>
                    </a:cubicBezTo>
                    <a:cubicBezTo>
                      <a:pt x="8" y="14"/>
                      <a:pt x="6" y="3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8" name="Freeform 883">
                <a:extLst>
                  <a:ext uri="{FF2B5EF4-FFF2-40B4-BE49-F238E27FC236}">
                    <a16:creationId xmlns:a16="http://schemas.microsoft.com/office/drawing/2014/main" id="{89FD4D20-F437-441C-83A9-0D2CF1DEF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059"/>
                <a:ext cx="38" cy="26"/>
              </a:xfrm>
              <a:custGeom>
                <a:avLst/>
                <a:gdLst>
                  <a:gd name="T0" fmla="*/ 160 w 15"/>
                  <a:gd name="T1" fmla="*/ 0 h 10"/>
                  <a:gd name="T2" fmla="*/ 160 w 15"/>
                  <a:gd name="T3" fmla="*/ 0 h 10"/>
                  <a:gd name="T4" fmla="*/ 84 w 15"/>
                  <a:gd name="T5" fmla="*/ 156 h 10"/>
                  <a:gd name="T6" fmla="*/ 160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0" y="6"/>
                      <a:pt x="5" y="9"/>
                    </a:cubicBezTo>
                    <a:cubicBezTo>
                      <a:pt x="8" y="10"/>
                      <a:pt x="15" y="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59" name="Freeform 884">
                <a:extLst>
                  <a:ext uri="{FF2B5EF4-FFF2-40B4-BE49-F238E27FC236}">
                    <a16:creationId xmlns:a16="http://schemas.microsoft.com/office/drawing/2014/main" id="{5CBD7BA2-4C66-4182-8FB0-4ADE7DDA6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067"/>
                <a:ext cx="25" cy="26"/>
              </a:xfrm>
              <a:custGeom>
                <a:avLst/>
                <a:gdLst>
                  <a:gd name="T0" fmla="*/ 113 w 10"/>
                  <a:gd name="T1" fmla="*/ 0 h 10"/>
                  <a:gd name="T2" fmla="*/ 33 w 10"/>
                  <a:gd name="T3" fmla="*/ 122 h 10"/>
                  <a:gd name="T4" fmla="*/ 113 w 10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cubicBezTo>
                      <a:pt x="5" y="2"/>
                      <a:pt x="0" y="4"/>
                      <a:pt x="2" y="7"/>
                    </a:cubicBezTo>
                    <a:cubicBezTo>
                      <a:pt x="5" y="10"/>
                      <a:pt x="10" y="4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0" name="Freeform 885">
                <a:extLst>
                  <a:ext uri="{FF2B5EF4-FFF2-40B4-BE49-F238E27FC236}">
                    <a16:creationId xmlns:a16="http://schemas.microsoft.com/office/drawing/2014/main" id="{DCAD8160-5061-46D5-8CAD-D4B472B88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061"/>
                <a:ext cx="17" cy="32"/>
              </a:xfrm>
              <a:custGeom>
                <a:avLst/>
                <a:gdLst>
                  <a:gd name="T0" fmla="*/ 29 w 7"/>
                  <a:gd name="T1" fmla="*/ 56 h 12"/>
                  <a:gd name="T2" fmla="*/ 58 w 7"/>
                  <a:gd name="T3" fmla="*/ 171 h 12"/>
                  <a:gd name="T4" fmla="*/ 87 w 7"/>
                  <a:gd name="T5" fmla="*/ 56 h 12"/>
                  <a:gd name="T6" fmla="*/ 29 w 7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2" y="3"/>
                    </a:moveTo>
                    <a:cubicBezTo>
                      <a:pt x="0" y="6"/>
                      <a:pt x="0" y="12"/>
                      <a:pt x="4" y="9"/>
                    </a:cubicBezTo>
                    <a:cubicBezTo>
                      <a:pt x="7" y="8"/>
                      <a:pt x="7" y="5"/>
                      <a:pt x="6" y="3"/>
                    </a:cubicBezTo>
                    <a:cubicBezTo>
                      <a:pt x="5" y="2"/>
                      <a:pt x="2" y="0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1" name="Freeform 886">
                <a:extLst>
                  <a:ext uri="{FF2B5EF4-FFF2-40B4-BE49-F238E27FC236}">
                    <a16:creationId xmlns:a16="http://schemas.microsoft.com/office/drawing/2014/main" id="{1AC69821-CBAB-437C-B056-1B8831B7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099"/>
                <a:ext cx="25" cy="18"/>
              </a:xfrm>
              <a:custGeom>
                <a:avLst/>
                <a:gdLst>
                  <a:gd name="T0" fmla="*/ 83 w 10"/>
                  <a:gd name="T1" fmla="*/ 0 h 7"/>
                  <a:gd name="T2" fmla="*/ 50 w 10"/>
                  <a:gd name="T3" fmla="*/ 100 h 7"/>
                  <a:gd name="T4" fmla="*/ 145 w 10"/>
                  <a:gd name="T5" fmla="*/ 54 h 7"/>
                  <a:gd name="T6" fmla="*/ 158 w 10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cubicBezTo>
                      <a:pt x="2" y="0"/>
                      <a:pt x="0" y="5"/>
                      <a:pt x="3" y="6"/>
                    </a:cubicBezTo>
                    <a:cubicBezTo>
                      <a:pt x="5" y="7"/>
                      <a:pt x="8" y="5"/>
                      <a:pt x="9" y="3"/>
                    </a:cubicBezTo>
                    <a:cubicBezTo>
                      <a:pt x="9" y="3"/>
                      <a:pt x="10" y="1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2" name="Freeform 887">
                <a:extLst>
                  <a:ext uri="{FF2B5EF4-FFF2-40B4-BE49-F238E27FC236}">
                    <a16:creationId xmlns:a16="http://schemas.microsoft.com/office/drawing/2014/main" id="{50E857F1-F92B-448F-A26A-639B6D38C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120"/>
                <a:ext cx="25" cy="27"/>
              </a:xfrm>
              <a:custGeom>
                <a:avLst/>
                <a:gdLst>
                  <a:gd name="T0" fmla="*/ 125 w 10"/>
                  <a:gd name="T1" fmla="*/ 0 h 10"/>
                  <a:gd name="T2" fmla="*/ 33 w 10"/>
                  <a:gd name="T3" fmla="*/ 116 h 10"/>
                  <a:gd name="T4" fmla="*/ 158 w 10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5" y="1"/>
                      <a:pt x="0" y="1"/>
                      <a:pt x="2" y="6"/>
                    </a:cubicBezTo>
                    <a:cubicBezTo>
                      <a:pt x="4" y="10"/>
                      <a:pt x="10" y="8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3" name="Freeform 888">
                <a:extLst>
                  <a:ext uri="{FF2B5EF4-FFF2-40B4-BE49-F238E27FC236}">
                    <a16:creationId xmlns:a16="http://schemas.microsoft.com/office/drawing/2014/main" id="{571E657A-553D-4C18-8597-F30E1BCC1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109"/>
                <a:ext cx="30" cy="43"/>
              </a:xfrm>
              <a:custGeom>
                <a:avLst/>
                <a:gdLst>
                  <a:gd name="T0" fmla="*/ 113 w 12"/>
                  <a:gd name="T1" fmla="*/ 35 h 16"/>
                  <a:gd name="T2" fmla="*/ 83 w 12"/>
                  <a:gd name="T3" fmla="*/ 196 h 16"/>
                  <a:gd name="T4" fmla="*/ 95 w 12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7" y="2"/>
                    </a:moveTo>
                    <a:cubicBezTo>
                      <a:pt x="6" y="0"/>
                      <a:pt x="0" y="6"/>
                      <a:pt x="5" y="10"/>
                    </a:cubicBezTo>
                    <a:cubicBezTo>
                      <a:pt x="12" y="16"/>
                      <a:pt x="12" y="0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4" name="Freeform 889">
                <a:extLst>
                  <a:ext uri="{FF2B5EF4-FFF2-40B4-BE49-F238E27FC236}">
                    <a16:creationId xmlns:a16="http://schemas.microsoft.com/office/drawing/2014/main" id="{E8C9904E-3B4F-4637-B2FB-C5CB950CC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083"/>
                <a:ext cx="25" cy="32"/>
              </a:xfrm>
              <a:custGeom>
                <a:avLst/>
                <a:gdLst>
                  <a:gd name="T0" fmla="*/ 95 w 10"/>
                  <a:gd name="T1" fmla="*/ 21 h 12"/>
                  <a:gd name="T2" fmla="*/ 50 w 10"/>
                  <a:gd name="T3" fmla="*/ 21 h 12"/>
                  <a:gd name="T4" fmla="*/ 50 w 10"/>
                  <a:gd name="T5" fmla="*/ 192 h 12"/>
                  <a:gd name="T6" fmla="*/ 145 w 10"/>
                  <a:gd name="T7" fmla="*/ 171 h 12"/>
                  <a:gd name="T8" fmla="*/ 95 w 10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6" y="1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1" y="8"/>
                      <a:pt x="3" y="10"/>
                    </a:cubicBezTo>
                    <a:cubicBezTo>
                      <a:pt x="5" y="11"/>
                      <a:pt x="8" y="12"/>
                      <a:pt x="9" y="9"/>
                    </a:cubicBezTo>
                    <a:cubicBezTo>
                      <a:pt x="10" y="7"/>
                      <a:pt x="8" y="3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5" name="Freeform 890">
                <a:extLst>
                  <a:ext uri="{FF2B5EF4-FFF2-40B4-BE49-F238E27FC236}">
                    <a16:creationId xmlns:a16="http://schemas.microsoft.com/office/drawing/2014/main" id="{1B93D137-E0D6-478F-945E-A2993DD5B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216"/>
                <a:ext cx="35" cy="24"/>
              </a:xfrm>
              <a:custGeom>
                <a:avLst/>
                <a:gdLst>
                  <a:gd name="T0" fmla="*/ 175 w 14"/>
                  <a:gd name="T1" fmla="*/ 21 h 9"/>
                  <a:gd name="T2" fmla="*/ 83 w 14"/>
                  <a:gd name="T3" fmla="*/ 93 h 9"/>
                  <a:gd name="T4" fmla="*/ 158 w 14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1" y="1"/>
                    </a:moveTo>
                    <a:cubicBezTo>
                      <a:pt x="8" y="0"/>
                      <a:pt x="0" y="1"/>
                      <a:pt x="5" y="5"/>
                    </a:cubicBezTo>
                    <a:cubicBezTo>
                      <a:pt x="9" y="9"/>
                      <a:pt x="14" y="2"/>
                      <a:pt x="1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6" name="Freeform 891">
                <a:extLst>
                  <a:ext uri="{FF2B5EF4-FFF2-40B4-BE49-F238E27FC236}">
                    <a16:creationId xmlns:a16="http://schemas.microsoft.com/office/drawing/2014/main" id="{9569FE20-9F0C-4877-A039-492BF92C9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232"/>
                <a:ext cx="20" cy="24"/>
              </a:xfrm>
              <a:custGeom>
                <a:avLst/>
                <a:gdLst>
                  <a:gd name="T0" fmla="*/ 0 w 8"/>
                  <a:gd name="T1" fmla="*/ 56 h 9"/>
                  <a:gd name="T2" fmla="*/ 83 w 8"/>
                  <a:gd name="T3" fmla="*/ 171 h 9"/>
                  <a:gd name="T4" fmla="*/ 125 w 8"/>
                  <a:gd name="T5" fmla="*/ 115 h 9"/>
                  <a:gd name="T6" fmla="*/ 50 w 8"/>
                  <a:gd name="T7" fmla="*/ 21 h 9"/>
                  <a:gd name="T8" fmla="*/ 33 w 8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3"/>
                    </a:moveTo>
                    <a:cubicBezTo>
                      <a:pt x="1" y="5"/>
                      <a:pt x="2" y="8"/>
                      <a:pt x="5" y="9"/>
                    </a:cubicBezTo>
                    <a:cubicBezTo>
                      <a:pt x="7" y="9"/>
                      <a:pt x="8" y="8"/>
                      <a:pt x="8" y="6"/>
                    </a:cubicBezTo>
                    <a:cubicBezTo>
                      <a:pt x="8" y="3"/>
                      <a:pt x="5" y="0"/>
                      <a:pt x="3" y="1"/>
                    </a:cubicBezTo>
                    <a:cubicBezTo>
                      <a:pt x="1" y="2"/>
                      <a:pt x="0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7" name="Freeform 892">
                <a:extLst>
                  <a:ext uri="{FF2B5EF4-FFF2-40B4-BE49-F238E27FC236}">
                    <a16:creationId xmlns:a16="http://schemas.microsoft.com/office/drawing/2014/main" id="{03D7DE8B-287E-47EF-8962-2E817B98E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232"/>
                <a:ext cx="17" cy="29"/>
              </a:xfrm>
              <a:custGeom>
                <a:avLst/>
                <a:gdLst>
                  <a:gd name="T0" fmla="*/ 12 w 7"/>
                  <a:gd name="T1" fmla="*/ 124 h 11"/>
                  <a:gd name="T2" fmla="*/ 100 w 7"/>
                  <a:gd name="T3" fmla="*/ 111 h 11"/>
                  <a:gd name="T4" fmla="*/ 29 w 7"/>
                  <a:gd name="T5" fmla="*/ 21 h 11"/>
                  <a:gd name="T6" fmla="*/ 12 w 7"/>
                  <a:gd name="T7" fmla="*/ 9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1" y="7"/>
                    </a:moveTo>
                    <a:cubicBezTo>
                      <a:pt x="3" y="11"/>
                      <a:pt x="7" y="10"/>
                      <a:pt x="7" y="6"/>
                    </a:cubicBezTo>
                    <a:cubicBezTo>
                      <a:pt x="7" y="4"/>
                      <a:pt x="5" y="0"/>
                      <a:pt x="2" y="1"/>
                    </a:cubicBezTo>
                    <a:cubicBezTo>
                      <a:pt x="0" y="1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8" name="Freeform 893">
                <a:extLst>
                  <a:ext uri="{FF2B5EF4-FFF2-40B4-BE49-F238E27FC236}">
                    <a16:creationId xmlns:a16="http://schemas.microsoft.com/office/drawing/2014/main" id="{7DC55347-E7AC-4BB9-A34C-7D40D7E57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221"/>
                <a:ext cx="23" cy="30"/>
              </a:xfrm>
              <a:custGeom>
                <a:avLst/>
                <a:gdLst>
                  <a:gd name="T0" fmla="*/ 51 w 9"/>
                  <a:gd name="T1" fmla="*/ 60 h 11"/>
                  <a:gd name="T2" fmla="*/ 84 w 9"/>
                  <a:gd name="T3" fmla="*/ 202 h 11"/>
                  <a:gd name="T4" fmla="*/ 51 w 9"/>
                  <a:gd name="T5" fmla="*/ 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3"/>
                    </a:moveTo>
                    <a:cubicBezTo>
                      <a:pt x="0" y="4"/>
                      <a:pt x="3" y="10"/>
                      <a:pt x="5" y="10"/>
                    </a:cubicBezTo>
                    <a:cubicBezTo>
                      <a:pt x="9" y="11"/>
                      <a:pt x="6" y="0"/>
                      <a:pt x="3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69" name="Freeform 894">
                <a:extLst>
                  <a:ext uri="{FF2B5EF4-FFF2-40B4-BE49-F238E27FC236}">
                    <a16:creationId xmlns:a16="http://schemas.microsoft.com/office/drawing/2014/main" id="{F43EC5EB-2DA9-423D-A3D8-505FA5AE4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187"/>
                <a:ext cx="25" cy="29"/>
              </a:xfrm>
              <a:custGeom>
                <a:avLst/>
                <a:gdLst>
                  <a:gd name="T0" fmla="*/ 95 w 10"/>
                  <a:gd name="T1" fmla="*/ 55 h 11"/>
                  <a:gd name="T2" fmla="*/ 83 w 10"/>
                  <a:gd name="T3" fmla="*/ 200 h 11"/>
                  <a:gd name="T4" fmla="*/ 95 w 10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3"/>
                    </a:moveTo>
                    <a:cubicBezTo>
                      <a:pt x="4" y="4"/>
                      <a:pt x="0" y="11"/>
                      <a:pt x="5" y="11"/>
                    </a:cubicBezTo>
                    <a:cubicBezTo>
                      <a:pt x="10" y="11"/>
                      <a:pt x="9" y="0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0" name="Freeform 895">
                <a:extLst>
                  <a:ext uri="{FF2B5EF4-FFF2-40B4-BE49-F238E27FC236}">
                    <a16:creationId xmlns:a16="http://schemas.microsoft.com/office/drawing/2014/main" id="{7D2FB13A-3EE4-45A3-A7F5-44DC81C46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088"/>
                <a:ext cx="15" cy="27"/>
              </a:xfrm>
              <a:custGeom>
                <a:avLst/>
                <a:gdLst>
                  <a:gd name="T0" fmla="*/ 20 w 6"/>
                  <a:gd name="T1" fmla="*/ 116 h 10"/>
                  <a:gd name="T2" fmla="*/ 95 w 6"/>
                  <a:gd name="T3" fmla="*/ 103 h 10"/>
                  <a:gd name="T4" fmla="*/ 50 w 6"/>
                  <a:gd name="T5" fmla="*/ 0 h 10"/>
                  <a:gd name="T6" fmla="*/ 0 w 6"/>
                  <a:gd name="T7" fmla="*/ 10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1" y="6"/>
                    </a:moveTo>
                    <a:cubicBezTo>
                      <a:pt x="0" y="10"/>
                      <a:pt x="5" y="8"/>
                      <a:pt x="6" y="5"/>
                    </a:cubicBezTo>
                    <a:cubicBezTo>
                      <a:pt x="6" y="4"/>
                      <a:pt x="5" y="0"/>
                      <a:pt x="3" y="0"/>
                    </a:cubicBezTo>
                    <a:cubicBezTo>
                      <a:pt x="1" y="0"/>
                      <a:pt x="0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1" name="Freeform 896">
                <a:extLst>
                  <a:ext uri="{FF2B5EF4-FFF2-40B4-BE49-F238E27FC236}">
                    <a16:creationId xmlns:a16="http://schemas.microsoft.com/office/drawing/2014/main" id="{A1D26FA8-3CCB-401A-A0B7-B43D78497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131"/>
                <a:ext cx="30" cy="29"/>
              </a:xfrm>
              <a:custGeom>
                <a:avLst/>
                <a:gdLst>
                  <a:gd name="T0" fmla="*/ 113 w 12"/>
                  <a:gd name="T1" fmla="*/ 34 h 11"/>
                  <a:gd name="T2" fmla="*/ 63 w 12"/>
                  <a:gd name="T3" fmla="*/ 166 h 11"/>
                  <a:gd name="T4" fmla="*/ 113 w 12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2"/>
                    </a:moveTo>
                    <a:cubicBezTo>
                      <a:pt x="5" y="3"/>
                      <a:pt x="0" y="8"/>
                      <a:pt x="4" y="9"/>
                    </a:cubicBezTo>
                    <a:cubicBezTo>
                      <a:pt x="9" y="11"/>
                      <a:pt x="12" y="0"/>
                      <a:pt x="7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2" name="Freeform 897">
                <a:extLst>
                  <a:ext uri="{FF2B5EF4-FFF2-40B4-BE49-F238E27FC236}">
                    <a16:creationId xmlns:a16="http://schemas.microsoft.com/office/drawing/2014/main" id="{FD5A505B-6E32-4421-961E-E3F4A931C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139"/>
                <a:ext cx="15" cy="29"/>
              </a:xfrm>
              <a:custGeom>
                <a:avLst/>
                <a:gdLst>
                  <a:gd name="T0" fmla="*/ 0 w 6"/>
                  <a:gd name="T1" fmla="*/ 21 h 11"/>
                  <a:gd name="T2" fmla="*/ 63 w 6"/>
                  <a:gd name="T3" fmla="*/ 145 h 11"/>
                  <a:gd name="T4" fmla="*/ 33 w 6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0" y="1"/>
                    </a:moveTo>
                    <a:cubicBezTo>
                      <a:pt x="0" y="3"/>
                      <a:pt x="1" y="11"/>
                      <a:pt x="4" y="8"/>
                    </a:cubicBezTo>
                    <a:cubicBezTo>
                      <a:pt x="6" y="6"/>
                      <a:pt x="4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3" name="Freeform 898">
                <a:extLst>
                  <a:ext uri="{FF2B5EF4-FFF2-40B4-BE49-F238E27FC236}">
                    <a16:creationId xmlns:a16="http://schemas.microsoft.com/office/drawing/2014/main" id="{390544A7-9928-4FC7-8BF8-26C01103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099"/>
                <a:ext cx="20" cy="16"/>
              </a:xfrm>
              <a:custGeom>
                <a:avLst/>
                <a:gdLst>
                  <a:gd name="T0" fmla="*/ 0 w 8"/>
                  <a:gd name="T1" fmla="*/ 77 h 6"/>
                  <a:gd name="T2" fmla="*/ 63 w 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0" y="0"/>
                      <a:pt x="8" y="5"/>
                      <a:pt x="4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4" name="Freeform 899">
                <a:extLst>
                  <a:ext uri="{FF2B5EF4-FFF2-40B4-BE49-F238E27FC236}">
                    <a16:creationId xmlns:a16="http://schemas.microsoft.com/office/drawing/2014/main" id="{6C70FE5A-A455-4D1C-8E99-5A8B75561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109"/>
                <a:ext cx="33" cy="27"/>
              </a:xfrm>
              <a:custGeom>
                <a:avLst/>
                <a:gdLst>
                  <a:gd name="T0" fmla="*/ 160 w 13"/>
                  <a:gd name="T1" fmla="*/ 0 h 10"/>
                  <a:gd name="T2" fmla="*/ 84 w 13"/>
                  <a:gd name="T3" fmla="*/ 159 h 10"/>
                  <a:gd name="T4" fmla="*/ 160 w 13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0" y="0"/>
                    </a:moveTo>
                    <a:cubicBezTo>
                      <a:pt x="7" y="0"/>
                      <a:pt x="0" y="6"/>
                      <a:pt x="5" y="8"/>
                    </a:cubicBezTo>
                    <a:cubicBezTo>
                      <a:pt x="9" y="10"/>
                      <a:pt x="13" y="1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5" name="Freeform 900">
                <a:extLst>
                  <a:ext uri="{FF2B5EF4-FFF2-40B4-BE49-F238E27FC236}">
                    <a16:creationId xmlns:a16="http://schemas.microsoft.com/office/drawing/2014/main" id="{DAFB2ACB-68D1-46A7-9572-F091544B1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093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113 w 8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1" y="3"/>
                      <a:pt x="8" y="3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6" name="Freeform 901">
                <a:extLst>
                  <a:ext uri="{FF2B5EF4-FFF2-40B4-BE49-F238E27FC236}">
                    <a16:creationId xmlns:a16="http://schemas.microsoft.com/office/drawing/2014/main" id="{3F0B73AB-7B06-47AE-9B97-6059E0FC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259"/>
                <a:ext cx="30" cy="29"/>
              </a:xfrm>
              <a:custGeom>
                <a:avLst/>
                <a:gdLst>
                  <a:gd name="T0" fmla="*/ 113 w 12"/>
                  <a:gd name="T1" fmla="*/ 0 h 11"/>
                  <a:gd name="T2" fmla="*/ 20 w 12"/>
                  <a:gd name="T3" fmla="*/ 124 h 11"/>
                  <a:gd name="T4" fmla="*/ 145 w 12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5" y="0"/>
                      <a:pt x="0" y="5"/>
                      <a:pt x="1" y="7"/>
                    </a:cubicBezTo>
                    <a:cubicBezTo>
                      <a:pt x="4" y="11"/>
                      <a:pt x="12" y="6"/>
                      <a:pt x="9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7" name="Freeform 902">
                <a:extLst>
                  <a:ext uri="{FF2B5EF4-FFF2-40B4-BE49-F238E27FC236}">
                    <a16:creationId xmlns:a16="http://schemas.microsoft.com/office/drawing/2014/main" id="{F7F5D609-3C78-4E18-AF34-40B0A0F9B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56"/>
                <a:ext cx="23" cy="29"/>
              </a:xfrm>
              <a:custGeom>
                <a:avLst/>
                <a:gdLst>
                  <a:gd name="T0" fmla="*/ 0 w 9"/>
                  <a:gd name="T1" fmla="*/ 34 h 11"/>
                  <a:gd name="T2" fmla="*/ 20 w 9"/>
                  <a:gd name="T3" fmla="*/ 124 h 11"/>
                  <a:gd name="T4" fmla="*/ 97 w 9"/>
                  <a:gd name="T5" fmla="*/ 182 h 11"/>
                  <a:gd name="T6" fmla="*/ 51 w 9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0" y="2"/>
                    </a:moveTo>
                    <a:cubicBezTo>
                      <a:pt x="0" y="3"/>
                      <a:pt x="0" y="5"/>
                      <a:pt x="1" y="7"/>
                    </a:cubicBezTo>
                    <a:cubicBezTo>
                      <a:pt x="1" y="8"/>
                      <a:pt x="4" y="11"/>
                      <a:pt x="6" y="10"/>
                    </a:cubicBezTo>
                    <a:cubicBezTo>
                      <a:pt x="9" y="9"/>
                      <a:pt x="6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8" name="Freeform 903">
                <a:extLst>
                  <a:ext uri="{FF2B5EF4-FFF2-40B4-BE49-F238E27FC236}">
                    <a16:creationId xmlns:a16="http://schemas.microsoft.com/office/drawing/2014/main" id="{ED1C5936-BE56-40DD-A980-4C25645F8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248"/>
                <a:ext cx="22" cy="24"/>
              </a:xfrm>
              <a:custGeom>
                <a:avLst/>
                <a:gdLst>
                  <a:gd name="T0" fmla="*/ 29 w 9"/>
                  <a:gd name="T1" fmla="*/ 171 h 9"/>
                  <a:gd name="T2" fmla="*/ 103 w 9"/>
                  <a:gd name="T3" fmla="*/ 56 h 9"/>
                  <a:gd name="T4" fmla="*/ 12 w 9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4" y="9"/>
                      <a:pt x="9" y="6"/>
                      <a:pt x="7" y="3"/>
                    </a:cubicBezTo>
                    <a:cubicBezTo>
                      <a:pt x="6" y="0"/>
                      <a:pt x="0" y="3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79" name="Freeform 904">
                <a:extLst>
                  <a:ext uri="{FF2B5EF4-FFF2-40B4-BE49-F238E27FC236}">
                    <a16:creationId xmlns:a16="http://schemas.microsoft.com/office/drawing/2014/main" id="{4959842F-5BB1-4173-AD22-80BD7E9C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232"/>
                <a:ext cx="30" cy="16"/>
              </a:xfrm>
              <a:custGeom>
                <a:avLst/>
                <a:gdLst>
                  <a:gd name="T0" fmla="*/ 145 w 12"/>
                  <a:gd name="T1" fmla="*/ 21 h 6"/>
                  <a:gd name="T2" fmla="*/ 63 w 12"/>
                  <a:gd name="T3" fmla="*/ 115 h 6"/>
                  <a:gd name="T4" fmla="*/ 175 w 12"/>
                  <a:gd name="T5" fmla="*/ 56 h 6"/>
                  <a:gd name="T6" fmla="*/ 125 w 12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9" y="1"/>
                    </a:moveTo>
                    <a:cubicBezTo>
                      <a:pt x="6" y="0"/>
                      <a:pt x="0" y="5"/>
                      <a:pt x="4" y="6"/>
                    </a:cubicBezTo>
                    <a:cubicBezTo>
                      <a:pt x="5" y="6"/>
                      <a:pt x="11" y="5"/>
                      <a:pt x="11" y="3"/>
                    </a:cubicBezTo>
                    <a:cubicBezTo>
                      <a:pt x="12" y="2"/>
                      <a:pt x="9" y="1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0" name="Freeform 905">
                <a:extLst>
                  <a:ext uri="{FF2B5EF4-FFF2-40B4-BE49-F238E27FC236}">
                    <a16:creationId xmlns:a16="http://schemas.microsoft.com/office/drawing/2014/main" id="{88873C45-FDAB-4DA7-9332-6F8EFA834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251"/>
                <a:ext cx="23" cy="26"/>
              </a:xfrm>
              <a:custGeom>
                <a:avLst/>
                <a:gdLst>
                  <a:gd name="T0" fmla="*/ 51 w 9"/>
                  <a:gd name="T1" fmla="*/ 55 h 10"/>
                  <a:gd name="T2" fmla="*/ 84 w 9"/>
                  <a:gd name="T3" fmla="*/ 143 h 10"/>
                  <a:gd name="T4" fmla="*/ 51 w 9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3" y="3"/>
                    </a:moveTo>
                    <a:cubicBezTo>
                      <a:pt x="0" y="5"/>
                      <a:pt x="2" y="10"/>
                      <a:pt x="5" y="8"/>
                    </a:cubicBezTo>
                    <a:cubicBezTo>
                      <a:pt x="9" y="5"/>
                      <a:pt x="5" y="0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1" name="Freeform 906">
                <a:extLst>
                  <a:ext uri="{FF2B5EF4-FFF2-40B4-BE49-F238E27FC236}">
                    <a16:creationId xmlns:a16="http://schemas.microsoft.com/office/drawing/2014/main" id="{7DA7E1EC-9C62-4710-82E9-DAFD38F72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267"/>
                <a:ext cx="22" cy="24"/>
              </a:xfrm>
              <a:custGeom>
                <a:avLst/>
                <a:gdLst>
                  <a:gd name="T0" fmla="*/ 90 w 9"/>
                  <a:gd name="T1" fmla="*/ 0 h 9"/>
                  <a:gd name="T2" fmla="*/ 103 w 9"/>
                  <a:gd name="T3" fmla="*/ 115 h 9"/>
                  <a:gd name="T4" fmla="*/ 12 w 9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9" y="0"/>
                      <a:pt x="9" y="4"/>
                      <a:pt x="7" y="6"/>
                    </a:cubicBezTo>
                    <a:cubicBezTo>
                      <a:pt x="6" y="9"/>
                      <a:pt x="0" y="7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2" name="Freeform 907">
                <a:extLst>
                  <a:ext uri="{FF2B5EF4-FFF2-40B4-BE49-F238E27FC236}">
                    <a16:creationId xmlns:a16="http://schemas.microsoft.com/office/drawing/2014/main" id="{E47F365C-A8F1-410B-A0F8-3C96C65C0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272"/>
                <a:ext cx="17" cy="29"/>
              </a:xfrm>
              <a:custGeom>
                <a:avLst/>
                <a:gdLst>
                  <a:gd name="T0" fmla="*/ 70 w 7"/>
                  <a:gd name="T1" fmla="*/ 34 h 11"/>
                  <a:gd name="T2" fmla="*/ 29 w 7"/>
                  <a:gd name="T3" fmla="*/ 182 h 11"/>
                  <a:gd name="T4" fmla="*/ 100 w 7"/>
                  <a:gd name="T5" fmla="*/ 111 h 11"/>
                  <a:gd name="T6" fmla="*/ 58 w 7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2"/>
                    </a:moveTo>
                    <a:cubicBezTo>
                      <a:pt x="3" y="3"/>
                      <a:pt x="0" y="8"/>
                      <a:pt x="2" y="10"/>
                    </a:cubicBezTo>
                    <a:cubicBezTo>
                      <a:pt x="4" y="11"/>
                      <a:pt x="6" y="7"/>
                      <a:pt x="7" y="6"/>
                    </a:cubicBezTo>
                    <a:cubicBezTo>
                      <a:pt x="7" y="4"/>
                      <a:pt x="5" y="0"/>
                      <a:pt x="4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3" name="Freeform 908">
                <a:extLst>
                  <a:ext uri="{FF2B5EF4-FFF2-40B4-BE49-F238E27FC236}">
                    <a16:creationId xmlns:a16="http://schemas.microsoft.com/office/drawing/2014/main" id="{4844E936-8054-4CC3-BD16-0B26452DE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275"/>
                <a:ext cx="22" cy="34"/>
              </a:xfrm>
              <a:custGeom>
                <a:avLst/>
                <a:gdLst>
                  <a:gd name="T0" fmla="*/ 103 w 9"/>
                  <a:gd name="T1" fmla="*/ 55 h 13"/>
                  <a:gd name="T2" fmla="*/ 29 w 9"/>
                  <a:gd name="T3" fmla="*/ 144 h 13"/>
                  <a:gd name="T4" fmla="*/ 103 w 9"/>
                  <a:gd name="T5" fmla="*/ 6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7" y="3"/>
                    </a:moveTo>
                    <a:cubicBezTo>
                      <a:pt x="4" y="0"/>
                      <a:pt x="0" y="5"/>
                      <a:pt x="2" y="8"/>
                    </a:cubicBezTo>
                    <a:cubicBezTo>
                      <a:pt x="4" y="13"/>
                      <a:pt x="9" y="7"/>
                      <a:pt x="7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4" name="Freeform 909">
                <a:extLst>
                  <a:ext uri="{FF2B5EF4-FFF2-40B4-BE49-F238E27FC236}">
                    <a16:creationId xmlns:a16="http://schemas.microsoft.com/office/drawing/2014/main" id="{F9C5BFE7-CFF2-440C-BC4E-114963E03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301"/>
                <a:ext cx="28" cy="27"/>
              </a:xfrm>
              <a:custGeom>
                <a:avLst/>
                <a:gdLst>
                  <a:gd name="T0" fmla="*/ 130 w 11"/>
                  <a:gd name="T1" fmla="*/ 0 h 10"/>
                  <a:gd name="T2" fmla="*/ 84 w 11"/>
                  <a:gd name="T3" fmla="*/ 176 h 10"/>
                  <a:gd name="T4" fmla="*/ 181 w 11"/>
                  <a:gd name="T5" fmla="*/ 81 h 10"/>
                  <a:gd name="T6" fmla="*/ 150 w 11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8" y="0"/>
                    </a:moveTo>
                    <a:cubicBezTo>
                      <a:pt x="3" y="0"/>
                      <a:pt x="0" y="7"/>
                      <a:pt x="5" y="9"/>
                    </a:cubicBezTo>
                    <a:cubicBezTo>
                      <a:pt x="9" y="10"/>
                      <a:pt x="11" y="7"/>
                      <a:pt x="11" y="4"/>
                    </a:cubicBezTo>
                    <a:cubicBezTo>
                      <a:pt x="11" y="2"/>
                      <a:pt x="10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5" name="Freeform 910">
                <a:extLst>
                  <a:ext uri="{FF2B5EF4-FFF2-40B4-BE49-F238E27FC236}">
                    <a16:creationId xmlns:a16="http://schemas.microsoft.com/office/drawing/2014/main" id="{6EB07712-B8F6-49B5-82EC-A06EF3DD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325"/>
                <a:ext cx="28" cy="24"/>
              </a:xfrm>
              <a:custGeom>
                <a:avLst/>
                <a:gdLst>
                  <a:gd name="T0" fmla="*/ 117 w 11"/>
                  <a:gd name="T1" fmla="*/ 0 h 9"/>
                  <a:gd name="T2" fmla="*/ 84 w 11"/>
                  <a:gd name="T3" fmla="*/ 171 h 9"/>
                  <a:gd name="T4" fmla="*/ 130 w 11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4" y="0"/>
                      <a:pt x="0" y="9"/>
                      <a:pt x="5" y="9"/>
                    </a:cubicBezTo>
                    <a:cubicBezTo>
                      <a:pt x="9" y="9"/>
                      <a:pt x="11" y="0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6" name="Freeform 911">
                <a:extLst>
                  <a:ext uri="{FF2B5EF4-FFF2-40B4-BE49-F238E27FC236}">
                    <a16:creationId xmlns:a16="http://schemas.microsoft.com/office/drawing/2014/main" id="{0ECD5C30-A225-461D-BF49-3C217B86F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347"/>
                <a:ext cx="33" cy="24"/>
              </a:xfrm>
              <a:custGeom>
                <a:avLst/>
                <a:gdLst>
                  <a:gd name="T0" fmla="*/ 147 w 13"/>
                  <a:gd name="T1" fmla="*/ 35 h 9"/>
                  <a:gd name="T2" fmla="*/ 33 w 13"/>
                  <a:gd name="T3" fmla="*/ 93 h 9"/>
                  <a:gd name="T4" fmla="*/ 180 w 13"/>
                  <a:gd name="T5" fmla="*/ 136 h 9"/>
                  <a:gd name="T6" fmla="*/ 129 w 13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9" y="2"/>
                    </a:moveTo>
                    <a:cubicBezTo>
                      <a:pt x="6" y="0"/>
                      <a:pt x="0" y="1"/>
                      <a:pt x="2" y="5"/>
                    </a:cubicBezTo>
                    <a:cubicBezTo>
                      <a:pt x="3" y="7"/>
                      <a:pt x="9" y="9"/>
                      <a:pt x="11" y="7"/>
                    </a:cubicBezTo>
                    <a:cubicBezTo>
                      <a:pt x="13" y="5"/>
                      <a:pt x="10" y="2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7" name="Freeform 912">
                <a:extLst>
                  <a:ext uri="{FF2B5EF4-FFF2-40B4-BE49-F238E27FC236}">
                    <a16:creationId xmlns:a16="http://schemas.microsoft.com/office/drawing/2014/main" id="{DD1309FE-FC35-40AC-BE92-FCDBD726D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323"/>
                <a:ext cx="27" cy="32"/>
              </a:xfrm>
              <a:custGeom>
                <a:avLst/>
                <a:gdLst>
                  <a:gd name="T0" fmla="*/ 91 w 11"/>
                  <a:gd name="T1" fmla="*/ 56 h 12"/>
                  <a:gd name="T2" fmla="*/ 91 w 11"/>
                  <a:gd name="T3" fmla="*/ 171 h 12"/>
                  <a:gd name="T4" fmla="*/ 71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6" y="3"/>
                    </a:moveTo>
                    <a:cubicBezTo>
                      <a:pt x="2" y="2"/>
                      <a:pt x="0" y="12"/>
                      <a:pt x="6" y="9"/>
                    </a:cubicBezTo>
                    <a:cubicBezTo>
                      <a:pt x="10" y="7"/>
                      <a:pt x="11" y="0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8" name="Freeform 913">
                <a:extLst>
                  <a:ext uri="{FF2B5EF4-FFF2-40B4-BE49-F238E27FC236}">
                    <a16:creationId xmlns:a16="http://schemas.microsoft.com/office/drawing/2014/main" id="{502E31A1-91B5-48D4-A3FE-3FBF19544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277"/>
                <a:ext cx="27" cy="32"/>
              </a:xfrm>
              <a:custGeom>
                <a:avLst/>
                <a:gdLst>
                  <a:gd name="T0" fmla="*/ 71 w 11"/>
                  <a:gd name="T1" fmla="*/ 77 h 12"/>
                  <a:gd name="T2" fmla="*/ 103 w 11"/>
                  <a:gd name="T3" fmla="*/ 192 h 12"/>
                  <a:gd name="T4" fmla="*/ 71 w 11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5" y="4"/>
                    </a:moveTo>
                    <a:cubicBezTo>
                      <a:pt x="0" y="5"/>
                      <a:pt x="2" y="12"/>
                      <a:pt x="7" y="10"/>
                    </a:cubicBezTo>
                    <a:cubicBezTo>
                      <a:pt x="11" y="8"/>
                      <a:pt x="9" y="0"/>
                      <a:pt x="5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89" name="Freeform 914">
                <a:extLst>
                  <a:ext uri="{FF2B5EF4-FFF2-40B4-BE49-F238E27FC236}">
                    <a16:creationId xmlns:a16="http://schemas.microsoft.com/office/drawing/2014/main" id="{512A81E6-54F1-47EB-8469-32790A85B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317"/>
                <a:ext cx="22" cy="24"/>
              </a:xfrm>
              <a:custGeom>
                <a:avLst/>
                <a:gdLst>
                  <a:gd name="T0" fmla="*/ 132 w 9"/>
                  <a:gd name="T1" fmla="*/ 0 h 9"/>
                  <a:gd name="T2" fmla="*/ 29 w 9"/>
                  <a:gd name="T3" fmla="*/ 136 h 9"/>
                  <a:gd name="T4" fmla="*/ 132 w 9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7" y="1"/>
                      <a:pt x="0" y="3"/>
                      <a:pt x="2" y="7"/>
                    </a:cubicBezTo>
                    <a:cubicBezTo>
                      <a:pt x="3" y="9"/>
                      <a:pt x="7" y="7"/>
                      <a:pt x="9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0" name="Freeform 915">
                <a:extLst>
                  <a:ext uri="{FF2B5EF4-FFF2-40B4-BE49-F238E27FC236}">
                    <a16:creationId xmlns:a16="http://schemas.microsoft.com/office/drawing/2014/main" id="{8EA51B1F-7105-4D85-815A-71CEE28BD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261"/>
                <a:ext cx="35" cy="22"/>
              </a:xfrm>
              <a:custGeom>
                <a:avLst/>
                <a:gdLst>
                  <a:gd name="T0" fmla="*/ 125 w 14"/>
                  <a:gd name="T1" fmla="*/ 0 h 8"/>
                  <a:gd name="T2" fmla="*/ 63 w 14"/>
                  <a:gd name="T3" fmla="*/ 143 h 8"/>
                  <a:gd name="T4" fmla="*/ 145 w 1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8" y="0"/>
                    </a:moveTo>
                    <a:cubicBezTo>
                      <a:pt x="6" y="1"/>
                      <a:pt x="0" y="5"/>
                      <a:pt x="4" y="7"/>
                    </a:cubicBezTo>
                    <a:cubicBezTo>
                      <a:pt x="8" y="8"/>
                      <a:pt x="14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1" name="Freeform 916">
                <a:extLst>
                  <a:ext uri="{FF2B5EF4-FFF2-40B4-BE49-F238E27FC236}">
                    <a16:creationId xmlns:a16="http://schemas.microsoft.com/office/drawing/2014/main" id="{1CD7BE97-056E-47C6-8701-4E11C1E61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277"/>
                <a:ext cx="22" cy="27"/>
              </a:xfrm>
              <a:custGeom>
                <a:avLst/>
                <a:gdLst>
                  <a:gd name="T0" fmla="*/ 103 w 9"/>
                  <a:gd name="T1" fmla="*/ 0 h 10"/>
                  <a:gd name="T2" fmla="*/ 71 w 9"/>
                  <a:gd name="T3" fmla="*/ 159 h 10"/>
                  <a:gd name="T4" fmla="*/ 120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7" y="0"/>
                    </a:moveTo>
                    <a:cubicBezTo>
                      <a:pt x="4" y="1"/>
                      <a:pt x="0" y="6"/>
                      <a:pt x="5" y="8"/>
                    </a:cubicBezTo>
                    <a:cubicBezTo>
                      <a:pt x="9" y="10"/>
                      <a:pt x="9" y="3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2" name="Freeform 917">
                <a:extLst>
                  <a:ext uri="{FF2B5EF4-FFF2-40B4-BE49-F238E27FC236}">
                    <a16:creationId xmlns:a16="http://schemas.microsoft.com/office/drawing/2014/main" id="{F67636F7-2E6B-48EB-AF97-4D4AD9340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277"/>
                <a:ext cx="40" cy="27"/>
              </a:xfrm>
              <a:custGeom>
                <a:avLst/>
                <a:gdLst>
                  <a:gd name="T0" fmla="*/ 50 w 16"/>
                  <a:gd name="T1" fmla="*/ 116 h 10"/>
                  <a:gd name="T2" fmla="*/ 175 w 16"/>
                  <a:gd name="T3" fmla="*/ 22 h 10"/>
                  <a:gd name="T4" fmla="*/ 50 w 16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3" y="6"/>
                    </a:moveTo>
                    <a:cubicBezTo>
                      <a:pt x="6" y="10"/>
                      <a:pt x="16" y="3"/>
                      <a:pt x="11" y="1"/>
                    </a:cubicBezTo>
                    <a:cubicBezTo>
                      <a:pt x="8" y="0"/>
                      <a:pt x="0" y="3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3" name="Freeform 918">
                <a:extLst>
                  <a:ext uri="{FF2B5EF4-FFF2-40B4-BE49-F238E27FC236}">
                    <a16:creationId xmlns:a16="http://schemas.microsoft.com/office/drawing/2014/main" id="{4D71DB24-189F-4506-B913-57A52475A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280"/>
                <a:ext cx="38" cy="27"/>
              </a:xfrm>
              <a:custGeom>
                <a:avLst/>
                <a:gdLst>
                  <a:gd name="T0" fmla="*/ 63 w 15"/>
                  <a:gd name="T1" fmla="*/ 159 h 10"/>
                  <a:gd name="T2" fmla="*/ 225 w 15"/>
                  <a:gd name="T3" fmla="*/ 116 h 10"/>
                  <a:gd name="T4" fmla="*/ 63 w 15"/>
                  <a:gd name="T5" fmla="*/ 1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4" y="8"/>
                    </a:moveTo>
                    <a:cubicBezTo>
                      <a:pt x="7" y="9"/>
                      <a:pt x="13" y="10"/>
                      <a:pt x="14" y="6"/>
                    </a:cubicBezTo>
                    <a:cubicBezTo>
                      <a:pt x="15" y="0"/>
                      <a:pt x="0" y="2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4" name="Freeform 919">
                <a:extLst>
                  <a:ext uri="{FF2B5EF4-FFF2-40B4-BE49-F238E27FC236}">
                    <a16:creationId xmlns:a16="http://schemas.microsoft.com/office/drawing/2014/main" id="{CEDB1C76-B412-4663-A01A-4405E218E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253"/>
                <a:ext cx="20" cy="30"/>
              </a:xfrm>
              <a:custGeom>
                <a:avLst/>
                <a:gdLst>
                  <a:gd name="T0" fmla="*/ 50 w 8"/>
                  <a:gd name="T1" fmla="*/ 38 h 11"/>
                  <a:gd name="T2" fmla="*/ 95 w 8"/>
                  <a:gd name="T3" fmla="*/ 142 h 11"/>
                  <a:gd name="T4" fmla="*/ 95 w 8"/>
                  <a:gd name="T5" fmla="*/ 0 h 11"/>
                  <a:gd name="T6" fmla="*/ 63 w 8"/>
                  <a:gd name="T7" fmla="*/ 3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3" y="2"/>
                    </a:moveTo>
                    <a:cubicBezTo>
                      <a:pt x="0" y="5"/>
                      <a:pt x="3" y="11"/>
                      <a:pt x="6" y="7"/>
                    </a:cubicBezTo>
                    <a:cubicBezTo>
                      <a:pt x="7" y="6"/>
                      <a:pt x="8" y="1"/>
                      <a:pt x="6" y="0"/>
                    </a:cubicBezTo>
                    <a:cubicBezTo>
                      <a:pt x="5" y="0"/>
                      <a:pt x="4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5" name="Freeform 920">
                <a:extLst>
                  <a:ext uri="{FF2B5EF4-FFF2-40B4-BE49-F238E27FC236}">
                    <a16:creationId xmlns:a16="http://schemas.microsoft.com/office/drawing/2014/main" id="{BE5B3F7E-FA15-4A6B-9978-83C395D89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197"/>
                <a:ext cx="35" cy="24"/>
              </a:xfrm>
              <a:custGeom>
                <a:avLst/>
                <a:gdLst>
                  <a:gd name="T0" fmla="*/ 145 w 14"/>
                  <a:gd name="T1" fmla="*/ 0 h 9"/>
                  <a:gd name="T2" fmla="*/ 50 w 14"/>
                  <a:gd name="T3" fmla="*/ 93 h 9"/>
                  <a:gd name="T4" fmla="*/ 145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9" y="0"/>
                    </a:moveTo>
                    <a:cubicBezTo>
                      <a:pt x="6" y="0"/>
                      <a:pt x="0" y="3"/>
                      <a:pt x="3" y="5"/>
                    </a:cubicBezTo>
                    <a:cubicBezTo>
                      <a:pt x="5" y="9"/>
                      <a:pt x="14" y="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6" name="Freeform 921">
                <a:extLst>
                  <a:ext uri="{FF2B5EF4-FFF2-40B4-BE49-F238E27FC236}">
                    <a16:creationId xmlns:a16="http://schemas.microsoft.com/office/drawing/2014/main" id="{C870600C-CC69-4A6E-AC08-7CE31BBC9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216"/>
                <a:ext cx="20" cy="21"/>
              </a:xfrm>
              <a:custGeom>
                <a:avLst/>
                <a:gdLst>
                  <a:gd name="T0" fmla="*/ 63 w 8"/>
                  <a:gd name="T1" fmla="*/ 0 h 8"/>
                  <a:gd name="T2" fmla="*/ 63 w 8"/>
                  <a:gd name="T3" fmla="*/ 144 h 8"/>
                  <a:gd name="T4" fmla="*/ 63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0" y="0"/>
                      <a:pt x="0" y="8"/>
                      <a:pt x="4" y="8"/>
                    </a:cubicBezTo>
                    <a:cubicBezTo>
                      <a:pt x="8" y="7"/>
                      <a:pt x="7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7" name="Freeform 922">
                <a:extLst>
                  <a:ext uri="{FF2B5EF4-FFF2-40B4-BE49-F238E27FC236}">
                    <a16:creationId xmlns:a16="http://schemas.microsoft.com/office/drawing/2014/main" id="{67CDA8EB-82E6-42D6-A5D3-ED9EBB0C8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267"/>
                <a:ext cx="18" cy="32"/>
              </a:xfrm>
              <a:custGeom>
                <a:avLst/>
                <a:gdLst>
                  <a:gd name="T0" fmla="*/ 21 w 7"/>
                  <a:gd name="T1" fmla="*/ 35 h 12"/>
                  <a:gd name="T2" fmla="*/ 67 w 7"/>
                  <a:gd name="T3" fmla="*/ 171 h 12"/>
                  <a:gd name="T4" fmla="*/ 67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1" y="2"/>
                    </a:moveTo>
                    <a:cubicBezTo>
                      <a:pt x="0" y="4"/>
                      <a:pt x="0" y="12"/>
                      <a:pt x="4" y="9"/>
                    </a:cubicBezTo>
                    <a:cubicBezTo>
                      <a:pt x="7" y="7"/>
                      <a:pt x="5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8" name="Freeform 923">
                <a:extLst>
                  <a:ext uri="{FF2B5EF4-FFF2-40B4-BE49-F238E27FC236}">
                    <a16:creationId xmlns:a16="http://schemas.microsoft.com/office/drawing/2014/main" id="{8A553EAA-233B-44CD-83AC-057AEACD8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77"/>
                <a:ext cx="20" cy="27"/>
              </a:xfrm>
              <a:custGeom>
                <a:avLst/>
                <a:gdLst>
                  <a:gd name="T0" fmla="*/ 0 w 8"/>
                  <a:gd name="T1" fmla="*/ 103 h 10"/>
                  <a:gd name="T2" fmla="*/ 125 w 8"/>
                  <a:gd name="T3" fmla="*/ 116 h 10"/>
                  <a:gd name="T4" fmla="*/ 33 w 8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5"/>
                    </a:moveTo>
                    <a:cubicBezTo>
                      <a:pt x="1" y="8"/>
                      <a:pt x="7" y="10"/>
                      <a:pt x="8" y="6"/>
                    </a:cubicBezTo>
                    <a:cubicBezTo>
                      <a:pt x="8" y="3"/>
                      <a:pt x="4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99" name="Freeform 924">
                <a:extLst>
                  <a:ext uri="{FF2B5EF4-FFF2-40B4-BE49-F238E27FC236}">
                    <a16:creationId xmlns:a16="http://schemas.microsoft.com/office/drawing/2014/main" id="{88DAD12E-3B85-466B-AF85-C2782D3E1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299"/>
                <a:ext cx="22" cy="29"/>
              </a:xfrm>
              <a:custGeom>
                <a:avLst/>
                <a:gdLst>
                  <a:gd name="T0" fmla="*/ 42 w 9"/>
                  <a:gd name="T1" fmla="*/ 21 h 11"/>
                  <a:gd name="T2" fmla="*/ 103 w 9"/>
                  <a:gd name="T3" fmla="*/ 145 h 11"/>
                  <a:gd name="T4" fmla="*/ 59 w 9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"/>
                    </a:moveTo>
                    <a:cubicBezTo>
                      <a:pt x="0" y="1"/>
                      <a:pt x="2" y="11"/>
                      <a:pt x="7" y="8"/>
                    </a:cubicBezTo>
                    <a:cubicBezTo>
                      <a:pt x="9" y="6"/>
                      <a:pt x="7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0" name="Freeform 925">
                <a:extLst>
                  <a:ext uri="{FF2B5EF4-FFF2-40B4-BE49-F238E27FC236}">
                    <a16:creationId xmlns:a16="http://schemas.microsoft.com/office/drawing/2014/main" id="{A2622D72-BAAA-49DF-9E35-ECF8EB98A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264"/>
                <a:ext cx="25" cy="32"/>
              </a:xfrm>
              <a:custGeom>
                <a:avLst/>
                <a:gdLst>
                  <a:gd name="T0" fmla="*/ 113 w 10"/>
                  <a:gd name="T1" fmla="*/ 56 h 12"/>
                  <a:gd name="T2" fmla="*/ 33 w 10"/>
                  <a:gd name="T3" fmla="*/ 136 h 12"/>
                  <a:gd name="T4" fmla="*/ 145 w 10"/>
                  <a:gd name="T5" fmla="*/ 192 h 12"/>
                  <a:gd name="T6" fmla="*/ 95 w 1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7" y="3"/>
                    </a:moveTo>
                    <a:cubicBezTo>
                      <a:pt x="5" y="0"/>
                      <a:pt x="0" y="4"/>
                      <a:pt x="2" y="7"/>
                    </a:cubicBezTo>
                    <a:cubicBezTo>
                      <a:pt x="3" y="9"/>
                      <a:pt x="7" y="12"/>
                      <a:pt x="9" y="10"/>
                    </a:cubicBezTo>
                    <a:cubicBezTo>
                      <a:pt x="10" y="8"/>
                      <a:pt x="8" y="4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1" name="Freeform 926">
                <a:extLst>
                  <a:ext uri="{FF2B5EF4-FFF2-40B4-BE49-F238E27FC236}">
                    <a16:creationId xmlns:a16="http://schemas.microsoft.com/office/drawing/2014/main" id="{82586BA2-F1E5-4D97-B651-0C9F8A28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48"/>
                <a:ext cx="22" cy="32"/>
              </a:xfrm>
              <a:custGeom>
                <a:avLst/>
                <a:gdLst>
                  <a:gd name="T0" fmla="*/ 12 w 9"/>
                  <a:gd name="T1" fmla="*/ 21 h 12"/>
                  <a:gd name="T2" fmla="*/ 90 w 9"/>
                  <a:gd name="T3" fmla="*/ 171 h 12"/>
                  <a:gd name="T4" fmla="*/ 42 w 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1" y="1"/>
                    </a:moveTo>
                    <a:cubicBezTo>
                      <a:pt x="0" y="4"/>
                      <a:pt x="1" y="12"/>
                      <a:pt x="6" y="9"/>
                    </a:cubicBezTo>
                    <a:cubicBezTo>
                      <a:pt x="9" y="7"/>
                      <a:pt x="6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2" name="Freeform 927">
                <a:extLst>
                  <a:ext uri="{FF2B5EF4-FFF2-40B4-BE49-F238E27FC236}">
                    <a16:creationId xmlns:a16="http://schemas.microsoft.com/office/drawing/2014/main" id="{EACE27CC-F7D9-442E-81F7-A06804DDF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256"/>
                <a:ext cx="25" cy="27"/>
              </a:xfrm>
              <a:custGeom>
                <a:avLst/>
                <a:gdLst>
                  <a:gd name="T0" fmla="*/ 83 w 10"/>
                  <a:gd name="T1" fmla="*/ 38 h 10"/>
                  <a:gd name="T2" fmla="*/ 50 w 10"/>
                  <a:gd name="T3" fmla="*/ 138 h 10"/>
                  <a:gd name="T4" fmla="*/ 145 w 10"/>
                  <a:gd name="T5" fmla="*/ 159 h 10"/>
                  <a:gd name="T6" fmla="*/ 95 w 10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5" y="2"/>
                    </a:moveTo>
                    <a:cubicBezTo>
                      <a:pt x="3" y="0"/>
                      <a:pt x="0" y="4"/>
                      <a:pt x="3" y="7"/>
                    </a:cubicBezTo>
                    <a:cubicBezTo>
                      <a:pt x="4" y="8"/>
                      <a:pt x="8" y="10"/>
                      <a:pt x="9" y="8"/>
                    </a:cubicBezTo>
                    <a:cubicBezTo>
                      <a:pt x="10" y="6"/>
                      <a:pt x="7" y="3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3" name="Freeform 928">
                <a:extLst>
                  <a:ext uri="{FF2B5EF4-FFF2-40B4-BE49-F238E27FC236}">
                    <a16:creationId xmlns:a16="http://schemas.microsoft.com/office/drawing/2014/main" id="{C454347D-E9A9-47C2-9E32-9ABCD17B4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288"/>
                <a:ext cx="33" cy="29"/>
              </a:xfrm>
              <a:custGeom>
                <a:avLst/>
                <a:gdLst>
                  <a:gd name="T0" fmla="*/ 63 w 13"/>
                  <a:gd name="T1" fmla="*/ 34 h 11"/>
                  <a:gd name="T2" fmla="*/ 96 w 13"/>
                  <a:gd name="T3" fmla="*/ 182 h 11"/>
                  <a:gd name="T4" fmla="*/ 84 w 13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4" y="2"/>
                    </a:moveTo>
                    <a:cubicBezTo>
                      <a:pt x="0" y="1"/>
                      <a:pt x="2" y="9"/>
                      <a:pt x="6" y="10"/>
                    </a:cubicBezTo>
                    <a:cubicBezTo>
                      <a:pt x="13" y="11"/>
                      <a:pt x="9" y="0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4" name="Freeform 929">
                <a:extLst>
                  <a:ext uri="{FF2B5EF4-FFF2-40B4-BE49-F238E27FC236}">
                    <a16:creationId xmlns:a16="http://schemas.microsoft.com/office/drawing/2014/main" id="{C5CA3A82-AE91-4738-937C-6D7F4A984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192"/>
                <a:ext cx="25" cy="35"/>
              </a:xfrm>
              <a:custGeom>
                <a:avLst/>
                <a:gdLst>
                  <a:gd name="T0" fmla="*/ 63 w 10"/>
                  <a:gd name="T1" fmla="*/ 0 h 13"/>
                  <a:gd name="T2" fmla="*/ 95 w 10"/>
                  <a:gd name="T3" fmla="*/ 232 h 13"/>
                  <a:gd name="T4" fmla="*/ 50 w 10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4" y="0"/>
                    </a:moveTo>
                    <a:cubicBezTo>
                      <a:pt x="0" y="1"/>
                      <a:pt x="1" y="13"/>
                      <a:pt x="6" y="12"/>
                    </a:cubicBezTo>
                    <a:cubicBezTo>
                      <a:pt x="10" y="11"/>
                      <a:pt x="6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5" name="Freeform 930">
                <a:extLst>
                  <a:ext uri="{FF2B5EF4-FFF2-40B4-BE49-F238E27FC236}">
                    <a16:creationId xmlns:a16="http://schemas.microsoft.com/office/drawing/2014/main" id="{BF7A313B-122B-4A73-B024-360782F4B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181"/>
                <a:ext cx="20" cy="24"/>
              </a:xfrm>
              <a:custGeom>
                <a:avLst/>
                <a:gdLst>
                  <a:gd name="T0" fmla="*/ 33 w 8"/>
                  <a:gd name="T1" fmla="*/ 136 h 9"/>
                  <a:gd name="T2" fmla="*/ 113 w 8"/>
                  <a:gd name="T3" fmla="*/ 56 h 9"/>
                  <a:gd name="T4" fmla="*/ 0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2" y="7"/>
                    </a:moveTo>
                    <a:cubicBezTo>
                      <a:pt x="4" y="9"/>
                      <a:pt x="8" y="5"/>
                      <a:pt x="7" y="3"/>
                    </a:cubicBezTo>
                    <a:cubicBezTo>
                      <a:pt x="6" y="0"/>
                      <a:pt x="1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6" name="Freeform 931">
                <a:extLst>
                  <a:ext uri="{FF2B5EF4-FFF2-40B4-BE49-F238E27FC236}">
                    <a16:creationId xmlns:a16="http://schemas.microsoft.com/office/drawing/2014/main" id="{17DD58D6-1E1F-4282-B28B-6A449FA89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173"/>
                <a:ext cx="32" cy="22"/>
              </a:xfrm>
              <a:custGeom>
                <a:avLst/>
                <a:gdLst>
                  <a:gd name="T0" fmla="*/ 121 w 13"/>
                  <a:gd name="T1" fmla="*/ 0 h 8"/>
                  <a:gd name="T2" fmla="*/ 30 w 13"/>
                  <a:gd name="T3" fmla="*/ 61 h 8"/>
                  <a:gd name="T4" fmla="*/ 121 w 13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8" y="0"/>
                    </a:moveTo>
                    <a:cubicBezTo>
                      <a:pt x="6" y="0"/>
                      <a:pt x="0" y="0"/>
                      <a:pt x="2" y="3"/>
                    </a:cubicBezTo>
                    <a:cubicBezTo>
                      <a:pt x="4" y="8"/>
                      <a:pt x="13" y="3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7" name="Freeform 932">
                <a:extLst>
                  <a:ext uri="{FF2B5EF4-FFF2-40B4-BE49-F238E27FC236}">
                    <a16:creationId xmlns:a16="http://schemas.microsoft.com/office/drawing/2014/main" id="{62AEAFA9-8BB5-4CE1-A6F9-57A9B612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176"/>
                <a:ext cx="30" cy="24"/>
              </a:xfrm>
              <a:custGeom>
                <a:avLst/>
                <a:gdLst>
                  <a:gd name="T0" fmla="*/ 145 w 12"/>
                  <a:gd name="T1" fmla="*/ 35 h 9"/>
                  <a:gd name="T2" fmla="*/ 83 w 12"/>
                  <a:gd name="T3" fmla="*/ 136 h 9"/>
                  <a:gd name="T4" fmla="*/ 125 w 12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9" y="2"/>
                    </a:moveTo>
                    <a:cubicBezTo>
                      <a:pt x="7" y="2"/>
                      <a:pt x="0" y="4"/>
                      <a:pt x="5" y="7"/>
                    </a:cubicBezTo>
                    <a:cubicBezTo>
                      <a:pt x="9" y="9"/>
                      <a:pt x="12" y="0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8" name="Freeform 933">
                <a:extLst>
                  <a:ext uri="{FF2B5EF4-FFF2-40B4-BE49-F238E27FC236}">
                    <a16:creationId xmlns:a16="http://schemas.microsoft.com/office/drawing/2014/main" id="{9C00D55A-C065-4FD0-9949-E007E61E7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155"/>
                <a:ext cx="32" cy="21"/>
              </a:xfrm>
              <a:custGeom>
                <a:avLst/>
                <a:gdLst>
                  <a:gd name="T0" fmla="*/ 133 w 13"/>
                  <a:gd name="T1" fmla="*/ 21 h 8"/>
                  <a:gd name="T2" fmla="*/ 91 w 13"/>
                  <a:gd name="T3" fmla="*/ 123 h 8"/>
                  <a:gd name="T4" fmla="*/ 194 w 13"/>
                  <a:gd name="T5" fmla="*/ 76 h 8"/>
                  <a:gd name="T6" fmla="*/ 133 w 13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9" y="1"/>
                    </a:moveTo>
                    <a:cubicBezTo>
                      <a:pt x="6" y="2"/>
                      <a:pt x="0" y="6"/>
                      <a:pt x="6" y="7"/>
                    </a:cubicBezTo>
                    <a:cubicBezTo>
                      <a:pt x="8" y="8"/>
                      <a:pt x="12" y="7"/>
                      <a:pt x="13" y="4"/>
                    </a:cubicBezTo>
                    <a:cubicBezTo>
                      <a:pt x="13" y="2"/>
                      <a:pt x="11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09" name="Freeform 934">
                <a:extLst>
                  <a:ext uri="{FF2B5EF4-FFF2-40B4-BE49-F238E27FC236}">
                    <a16:creationId xmlns:a16="http://schemas.microsoft.com/office/drawing/2014/main" id="{C6178C51-7BA0-4B98-9903-F447EF7E5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160"/>
                <a:ext cx="15" cy="32"/>
              </a:xfrm>
              <a:custGeom>
                <a:avLst/>
                <a:gdLst>
                  <a:gd name="T0" fmla="*/ 63 w 6"/>
                  <a:gd name="T1" fmla="*/ 21 h 12"/>
                  <a:gd name="T2" fmla="*/ 63 w 6"/>
                  <a:gd name="T3" fmla="*/ 171 h 12"/>
                  <a:gd name="T4" fmla="*/ 50 w 6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1"/>
                    </a:moveTo>
                    <a:cubicBezTo>
                      <a:pt x="1" y="3"/>
                      <a:pt x="0" y="12"/>
                      <a:pt x="4" y="9"/>
                    </a:cubicBezTo>
                    <a:cubicBezTo>
                      <a:pt x="6" y="8"/>
                      <a:pt x="6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0" name="Freeform 935">
                <a:extLst>
                  <a:ext uri="{FF2B5EF4-FFF2-40B4-BE49-F238E27FC236}">
                    <a16:creationId xmlns:a16="http://schemas.microsoft.com/office/drawing/2014/main" id="{8B849CB7-D448-435A-9816-9D8A36C93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173"/>
                <a:ext cx="20" cy="30"/>
              </a:xfrm>
              <a:custGeom>
                <a:avLst/>
                <a:gdLst>
                  <a:gd name="T0" fmla="*/ 83 w 8"/>
                  <a:gd name="T1" fmla="*/ 22 h 11"/>
                  <a:gd name="T2" fmla="*/ 63 w 8"/>
                  <a:gd name="T3" fmla="*/ 185 h 11"/>
                  <a:gd name="T4" fmla="*/ 83 w 8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5" y="1"/>
                    </a:moveTo>
                    <a:cubicBezTo>
                      <a:pt x="1" y="0"/>
                      <a:pt x="0" y="8"/>
                      <a:pt x="4" y="9"/>
                    </a:cubicBezTo>
                    <a:cubicBezTo>
                      <a:pt x="8" y="11"/>
                      <a:pt x="8" y="3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1" name="Freeform 936">
                <a:extLst>
                  <a:ext uri="{FF2B5EF4-FFF2-40B4-BE49-F238E27FC236}">
                    <a16:creationId xmlns:a16="http://schemas.microsoft.com/office/drawing/2014/main" id="{B83552D7-63F5-435A-A0C3-C92EF4493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237"/>
                <a:ext cx="15" cy="32"/>
              </a:xfrm>
              <a:custGeom>
                <a:avLst/>
                <a:gdLst>
                  <a:gd name="T0" fmla="*/ 0 w 6"/>
                  <a:gd name="T1" fmla="*/ 93 h 12"/>
                  <a:gd name="T2" fmla="*/ 63 w 6"/>
                  <a:gd name="T3" fmla="*/ 192 h 12"/>
                  <a:gd name="T4" fmla="*/ 33 w 6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0" y="5"/>
                    </a:moveTo>
                    <a:cubicBezTo>
                      <a:pt x="0" y="7"/>
                      <a:pt x="1" y="12"/>
                      <a:pt x="4" y="10"/>
                    </a:cubicBezTo>
                    <a:cubicBezTo>
                      <a:pt x="6" y="8"/>
                      <a:pt x="4" y="0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2" name="Freeform 937">
                <a:extLst>
                  <a:ext uri="{FF2B5EF4-FFF2-40B4-BE49-F238E27FC236}">
                    <a16:creationId xmlns:a16="http://schemas.microsoft.com/office/drawing/2014/main" id="{1BBFFAC0-5C0F-4495-AB4A-B910590A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261"/>
                <a:ext cx="27" cy="22"/>
              </a:xfrm>
              <a:custGeom>
                <a:avLst/>
                <a:gdLst>
                  <a:gd name="T0" fmla="*/ 71 w 11"/>
                  <a:gd name="T1" fmla="*/ 22 h 8"/>
                  <a:gd name="T2" fmla="*/ 71 w 11"/>
                  <a:gd name="T3" fmla="*/ 143 h 8"/>
                  <a:gd name="T4" fmla="*/ 71 w 11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1"/>
                    </a:moveTo>
                    <a:cubicBezTo>
                      <a:pt x="1" y="1"/>
                      <a:pt x="0" y="8"/>
                      <a:pt x="5" y="7"/>
                    </a:cubicBezTo>
                    <a:cubicBezTo>
                      <a:pt x="10" y="6"/>
                      <a:pt x="11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3" name="Freeform 938">
                <a:extLst>
                  <a:ext uri="{FF2B5EF4-FFF2-40B4-BE49-F238E27FC236}">
                    <a16:creationId xmlns:a16="http://schemas.microsoft.com/office/drawing/2014/main" id="{C4D244D2-CE6A-46E5-BD07-CD878A400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243"/>
                <a:ext cx="22" cy="34"/>
              </a:xfrm>
              <a:custGeom>
                <a:avLst/>
                <a:gdLst>
                  <a:gd name="T0" fmla="*/ 0 w 9"/>
                  <a:gd name="T1" fmla="*/ 144 h 13"/>
                  <a:gd name="T2" fmla="*/ 103 w 9"/>
                  <a:gd name="T3" fmla="*/ 165 h 13"/>
                  <a:gd name="T4" fmla="*/ 0 w 9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8"/>
                    </a:moveTo>
                    <a:cubicBezTo>
                      <a:pt x="2" y="10"/>
                      <a:pt x="6" y="13"/>
                      <a:pt x="7" y="9"/>
                    </a:cubicBezTo>
                    <a:cubicBezTo>
                      <a:pt x="9" y="5"/>
                      <a:pt x="4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4" name="Freeform 939">
                <a:extLst>
                  <a:ext uri="{FF2B5EF4-FFF2-40B4-BE49-F238E27FC236}">
                    <a16:creationId xmlns:a16="http://schemas.microsoft.com/office/drawing/2014/main" id="{AD76B6E7-1950-4CD9-9DE2-ABE078B25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251"/>
                <a:ext cx="27" cy="34"/>
              </a:xfrm>
              <a:custGeom>
                <a:avLst/>
                <a:gdLst>
                  <a:gd name="T0" fmla="*/ 12 w 11"/>
                  <a:gd name="T1" fmla="*/ 123 h 13"/>
                  <a:gd name="T2" fmla="*/ 120 w 11"/>
                  <a:gd name="T3" fmla="*/ 178 h 13"/>
                  <a:gd name="T4" fmla="*/ 29 w 11"/>
                  <a:gd name="T5" fmla="*/ 1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" y="7"/>
                    </a:moveTo>
                    <a:cubicBezTo>
                      <a:pt x="1" y="11"/>
                      <a:pt x="7" y="13"/>
                      <a:pt x="8" y="10"/>
                    </a:cubicBezTo>
                    <a:cubicBezTo>
                      <a:pt x="11" y="3"/>
                      <a:pt x="0" y="0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5" name="Freeform 940">
                <a:extLst>
                  <a:ext uri="{FF2B5EF4-FFF2-40B4-BE49-F238E27FC236}">
                    <a16:creationId xmlns:a16="http://schemas.microsoft.com/office/drawing/2014/main" id="{4514FB14-FBCC-4815-B7D1-A492F760D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269"/>
                <a:ext cx="32" cy="22"/>
              </a:xfrm>
              <a:custGeom>
                <a:avLst/>
                <a:gdLst>
                  <a:gd name="T0" fmla="*/ 121 w 13"/>
                  <a:gd name="T1" fmla="*/ 47 h 8"/>
                  <a:gd name="T2" fmla="*/ 30 w 13"/>
                  <a:gd name="T3" fmla="*/ 107 h 8"/>
                  <a:gd name="T4" fmla="*/ 121 w 13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8" y="2"/>
                    </a:moveTo>
                    <a:cubicBezTo>
                      <a:pt x="6" y="0"/>
                      <a:pt x="0" y="3"/>
                      <a:pt x="2" y="5"/>
                    </a:cubicBezTo>
                    <a:cubicBezTo>
                      <a:pt x="4" y="8"/>
                      <a:pt x="13" y="4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6" name="Freeform 941">
                <a:extLst>
                  <a:ext uri="{FF2B5EF4-FFF2-40B4-BE49-F238E27FC236}">
                    <a16:creationId xmlns:a16="http://schemas.microsoft.com/office/drawing/2014/main" id="{68512F78-9AAB-4F05-9DD9-60D761369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87"/>
                <a:ext cx="35" cy="21"/>
              </a:xfrm>
              <a:custGeom>
                <a:avLst/>
                <a:gdLst>
                  <a:gd name="T0" fmla="*/ 145 w 14"/>
                  <a:gd name="T1" fmla="*/ 21 h 8"/>
                  <a:gd name="T2" fmla="*/ 63 w 14"/>
                  <a:gd name="T3" fmla="*/ 89 h 8"/>
                  <a:gd name="T4" fmla="*/ 208 w 14"/>
                  <a:gd name="T5" fmla="*/ 110 h 8"/>
                  <a:gd name="T6" fmla="*/ 158 w 14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9" y="1"/>
                    </a:moveTo>
                    <a:cubicBezTo>
                      <a:pt x="6" y="0"/>
                      <a:pt x="0" y="2"/>
                      <a:pt x="4" y="5"/>
                    </a:cubicBezTo>
                    <a:cubicBezTo>
                      <a:pt x="5" y="7"/>
                      <a:pt x="11" y="8"/>
                      <a:pt x="13" y="6"/>
                    </a:cubicBezTo>
                    <a:cubicBezTo>
                      <a:pt x="14" y="4"/>
                      <a:pt x="12" y="1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7" name="Freeform 942">
                <a:extLst>
                  <a:ext uri="{FF2B5EF4-FFF2-40B4-BE49-F238E27FC236}">
                    <a16:creationId xmlns:a16="http://schemas.microsoft.com/office/drawing/2014/main" id="{6EF30651-B34A-4D7A-BDEB-4265D98C1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381"/>
                <a:ext cx="27" cy="22"/>
              </a:xfrm>
              <a:custGeom>
                <a:avLst/>
                <a:gdLst>
                  <a:gd name="T0" fmla="*/ 91 w 11"/>
                  <a:gd name="T1" fmla="*/ 143 h 8"/>
                  <a:gd name="T2" fmla="*/ 103 w 11"/>
                  <a:gd name="T3" fmla="*/ 22 h 8"/>
                  <a:gd name="T4" fmla="*/ 71 w 11"/>
                  <a:gd name="T5" fmla="*/ 1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6" y="7"/>
                    </a:moveTo>
                    <a:cubicBezTo>
                      <a:pt x="10" y="8"/>
                      <a:pt x="11" y="0"/>
                      <a:pt x="7" y="1"/>
                    </a:cubicBezTo>
                    <a:cubicBezTo>
                      <a:pt x="3" y="1"/>
                      <a:pt x="0" y="6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8" name="Freeform 943">
                <a:extLst>
                  <a:ext uri="{FF2B5EF4-FFF2-40B4-BE49-F238E27FC236}">
                    <a16:creationId xmlns:a16="http://schemas.microsoft.com/office/drawing/2014/main" id="{E3B010E1-6716-479D-B867-DCB6B9330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363"/>
                <a:ext cx="30" cy="21"/>
              </a:xfrm>
              <a:custGeom>
                <a:avLst/>
                <a:gdLst>
                  <a:gd name="T0" fmla="*/ 125 w 12"/>
                  <a:gd name="T1" fmla="*/ 21 h 8"/>
                  <a:gd name="T2" fmla="*/ 83 w 12"/>
                  <a:gd name="T3" fmla="*/ 110 h 8"/>
                  <a:gd name="T4" fmla="*/ 188 w 12"/>
                  <a:gd name="T5" fmla="*/ 89 h 8"/>
                  <a:gd name="T6" fmla="*/ 145 w 12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8" y="1"/>
                    </a:moveTo>
                    <a:cubicBezTo>
                      <a:pt x="3" y="0"/>
                      <a:pt x="0" y="4"/>
                      <a:pt x="5" y="6"/>
                    </a:cubicBezTo>
                    <a:cubicBezTo>
                      <a:pt x="7" y="7"/>
                      <a:pt x="11" y="8"/>
                      <a:pt x="12" y="5"/>
                    </a:cubicBezTo>
                    <a:cubicBezTo>
                      <a:pt x="12" y="3"/>
                      <a:pt x="10" y="2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19" name="Freeform 944">
                <a:extLst>
                  <a:ext uri="{FF2B5EF4-FFF2-40B4-BE49-F238E27FC236}">
                    <a16:creationId xmlns:a16="http://schemas.microsoft.com/office/drawing/2014/main" id="{972876B0-63C3-418A-AFF3-531124D4D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349"/>
                <a:ext cx="35" cy="27"/>
              </a:xfrm>
              <a:custGeom>
                <a:avLst/>
                <a:gdLst>
                  <a:gd name="T0" fmla="*/ 158 w 14"/>
                  <a:gd name="T1" fmla="*/ 22 h 10"/>
                  <a:gd name="T2" fmla="*/ 63 w 14"/>
                  <a:gd name="T3" fmla="*/ 159 h 10"/>
                  <a:gd name="T4" fmla="*/ 220 w 14"/>
                  <a:gd name="T5" fmla="*/ 59 h 10"/>
                  <a:gd name="T6" fmla="*/ 145 w 1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0" y="1"/>
                    </a:moveTo>
                    <a:cubicBezTo>
                      <a:pt x="6" y="0"/>
                      <a:pt x="0" y="6"/>
                      <a:pt x="4" y="8"/>
                    </a:cubicBezTo>
                    <a:cubicBezTo>
                      <a:pt x="6" y="10"/>
                      <a:pt x="13" y="6"/>
                      <a:pt x="14" y="3"/>
                    </a:cubicBezTo>
                    <a:cubicBezTo>
                      <a:pt x="14" y="0"/>
                      <a:pt x="11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0" name="Freeform 945">
                <a:extLst>
                  <a:ext uri="{FF2B5EF4-FFF2-40B4-BE49-F238E27FC236}">
                    <a16:creationId xmlns:a16="http://schemas.microsoft.com/office/drawing/2014/main" id="{7507FE76-FA48-4307-A19A-5A6A47F8D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371"/>
                <a:ext cx="25" cy="21"/>
              </a:xfrm>
              <a:custGeom>
                <a:avLst/>
                <a:gdLst>
                  <a:gd name="T0" fmla="*/ 95 w 10"/>
                  <a:gd name="T1" fmla="*/ 21 h 8"/>
                  <a:gd name="T2" fmla="*/ 83 w 10"/>
                  <a:gd name="T3" fmla="*/ 123 h 8"/>
                  <a:gd name="T4" fmla="*/ 158 w 10"/>
                  <a:gd name="T5" fmla="*/ 55 h 8"/>
                  <a:gd name="T6" fmla="*/ 95 w 10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3" y="2"/>
                      <a:pt x="0" y="8"/>
                      <a:pt x="5" y="7"/>
                    </a:cubicBezTo>
                    <a:cubicBezTo>
                      <a:pt x="6" y="7"/>
                      <a:pt x="10" y="5"/>
                      <a:pt x="10" y="3"/>
                    </a:cubicBezTo>
                    <a:cubicBezTo>
                      <a:pt x="10" y="1"/>
                      <a:pt x="8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1" name="Freeform 946">
                <a:extLst>
                  <a:ext uri="{FF2B5EF4-FFF2-40B4-BE49-F238E27FC236}">
                    <a16:creationId xmlns:a16="http://schemas.microsoft.com/office/drawing/2014/main" id="{47766645-E086-4C5C-9B7E-4A0810B73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371"/>
                <a:ext cx="23" cy="37"/>
              </a:xfrm>
              <a:custGeom>
                <a:avLst/>
                <a:gdLst>
                  <a:gd name="T0" fmla="*/ 33 w 9"/>
                  <a:gd name="T1" fmla="*/ 90 h 14"/>
                  <a:gd name="T2" fmla="*/ 66 w 9"/>
                  <a:gd name="T3" fmla="*/ 204 h 14"/>
                  <a:gd name="T4" fmla="*/ 33 w 9"/>
                  <a:gd name="T5" fmla="*/ 9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2" y="5"/>
                    </a:moveTo>
                    <a:cubicBezTo>
                      <a:pt x="0" y="7"/>
                      <a:pt x="1" y="14"/>
                      <a:pt x="4" y="11"/>
                    </a:cubicBezTo>
                    <a:cubicBezTo>
                      <a:pt x="9" y="7"/>
                      <a:pt x="3" y="0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2" name="Freeform 947">
                <a:extLst>
                  <a:ext uri="{FF2B5EF4-FFF2-40B4-BE49-F238E27FC236}">
                    <a16:creationId xmlns:a16="http://schemas.microsoft.com/office/drawing/2014/main" id="{D144AFF4-AC7D-465F-8C58-F6D4B81E7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389"/>
                <a:ext cx="28" cy="24"/>
              </a:xfrm>
              <a:custGeom>
                <a:avLst/>
                <a:gdLst>
                  <a:gd name="T0" fmla="*/ 150 w 11"/>
                  <a:gd name="T1" fmla="*/ 21 h 9"/>
                  <a:gd name="T2" fmla="*/ 84 w 11"/>
                  <a:gd name="T3" fmla="*/ 149 h 9"/>
                  <a:gd name="T4" fmla="*/ 181 w 11"/>
                  <a:gd name="T5" fmla="*/ 35 h 9"/>
                  <a:gd name="T6" fmla="*/ 150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9" y="1"/>
                    </a:moveTo>
                    <a:cubicBezTo>
                      <a:pt x="4" y="0"/>
                      <a:pt x="0" y="9"/>
                      <a:pt x="5" y="8"/>
                    </a:cubicBezTo>
                    <a:cubicBezTo>
                      <a:pt x="7" y="8"/>
                      <a:pt x="11" y="4"/>
                      <a:pt x="11" y="2"/>
                    </a:cubicBezTo>
                    <a:cubicBezTo>
                      <a:pt x="10" y="1"/>
                      <a:pt x="10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3" name="Freeform 948">
                <a:extLst>
                  <a:ext uri="{FF2B5EF4-FFF2-40B4-BE49-F238E27FC236}">
                    <a16:creationId xmlns:a16="http://schemas.microsoft.com/office/drawing/2014/main" id="{E1D693CB-65CD-4E23-9F3B-9893EAC48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371"/>
                <a:ext cx="35" cy="18"/>
              </a:xfrm>
              <a:custGeom>
                <a:avLst/>
                <a:gdLst>
                  <a:gd name="T0" fmla="*/ 158 w 14"/>
                  <a:gd name="T1" fmla="*/ 0 h 7"/>
                  <a:gd name="T2" fmla="*/ 95 w 14"/>
                  <a:gd name="T3" fmla="*/ 118 h 7"/>
                  <a:gd name="T4" fmla="*/ 208 w 14"/>
                  <a:gd name="T5" fmla="*/ 33 h 7"/>
                  <a:gd name="T6" fmla="*/ 158 w 1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0" y="0"/>
                    </a:moveTo>
                    <a:cubicBezTo>
                      <a:pt x="7" y="1"/>
                      <a:pt x="0" y="6"/>
                      <a:pt x="6" y="7"/>
                    </a:cubicBezTo>
                    <a:cubicBezTo>
                      <a:pt x="8" y="7"/>
                      <a:pt x="14" y="5"/>
                      <a:pt x="13" y="2"/>
                    </a:cubicBezTo>
                    <a:cubicBezTo>
                      <a:pt x="13" y="1"/>
                      <a:pt x="12" y="1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4" name="Freeform 949">
                <a:extLst>
                  <a:ext uri="{FF2B5EF4-FFF2-40B4-BE49-F238E27FC236}">
                    <a16:creationId xmlns:a16="http://schemas.microsoft.com/office/drawing/2014/main" id="{0BF1F621-017D-4EFF-9F8A-C3F66AB10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55"/>
                <a:ext cx="35" cy="21"/>
              </a:xfrm>
              <a:custGeom>
                <a:avLst/>
                <a:gdLst>
                  <a:gd name="T0" fmla="*/ 158 w 14"/>
                  <a:gd name="T1" fmla="*/ 0 h 8"/>
                  <a:gd name="T2" fmla="*/ 63 w 14"/>
                  <a:gd name="T3" fmla="*/ 123 h 8"/>
                  <a:gd name="T4" fmla="*/ 188 w 14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10" y="0"/>
                    </a:moveTo>
                    <a:cubicBezTo>
                      <a:pt x="8" y="0"/>
                      <a:pt x="0" y="5"/>
                      <a:pt x="4" y="7"/>
                    </a:cubicBezTo>
                    <a:cubicBezTo>
                      <a:pt x="6" y="8"/>
                      <a:pt x="14" y="2"/>
                      <a:pt x="1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5" name="Freeform 950">
                <a:extLst>
                  <a:ext uri="{FF2B5EF4-FFF2-40B4-BE49-F238E27FC236}">
                    <a16:creationId xmlns:a16="http://schemas.microsoft.com/office/drawing/2014/main" id="{B3A5B718-B8A0-4BC6-97A4-169B39174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357"/>
                <a:ext cx="32" cy="19"/>
              </a:xfrm>
              <a:custGeom>
                <a:avLst/>
                <a:gdLst>
                  <a:gd name="T0" fmla="*/ 182 w 13"/>
                  <a:gd name="T1" fmla="*/ 38 h 7"/>
                  <a:gd name="T2" fmla="*/ 74 w 13"/>
                  <a:gd name="T3" fmla="*/ 117 h 7"/>
                  <a:gd name="T4" fmla="*/ 182 w 13"/>
                  <a:gd name="T5" fmla="*/ 103 h 7"/>
                  <a:gd name="T6" fmla="*/ 162 w 13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2" y="2"/>
                    </a:moveTo>
                    <a:cubicBezTo>
                      <a:pt x="10" y="0"/>
                      <a:pt x="0" y="3"/>
                      <a:pt x="5" y="6"/>
                    </a:cubicBezTo>
                    <a:cubicBezTo>
                      <a:pt x="6" y="7"/>
                      <a:pt x="11" y="7"/>
                      <a:pt x="12" y="5"/>
                    </a:cubicBezTo>
                    <a:cubicBezTo>
                      <a:pt x="13" y="4"/>
                      <a:pt x="13" y="2"/>
                      <a:pt x="11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6" name="Freeform 951">
                <a:extLst>
                  <a:ext uri="{FF2B5EF4-FFF2-40B4-BE49-F238E27FC236}">
                    <a16:creationId xmlns:a16="http://schemas.microsoft.com/office/drawing/2014/main" id="{FFAED500-B801-4D3F-BC82-892A11B21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389"/>
                <a:ext cx="30" cy="16"/>
              </a:xfrm>
              <a:custGeom>
                <a:avLst/>
                <a:gdLst>
                  <a:gd name="T0" fmla="*/ 113 w 12"/>
                  <a:gd name="T1" fmla="*/ 93 h 6"/>
                  <a:gd name="T2" fmla="*/ 125 w 12"/>
                  <a:gd name="T3" fmla="*/ 0 h 6"/>
                  <a:gd name="T4" fmla="*/ 33 w 12"/>
                  <a:gd name="T5" fmla="*/ 21 h 6"/>
                  <a:gd name="T6" fmla="*/ 83 w 12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7" y="5"/>
                    </a:moveTo>
                    <a:cubicBezTo>
                      <a:pt x="11" y="5"/>
                      <a:pt x="12" y="1"/>
                      <a:pt x="8" y="0"/>
                    </a:cubicBezTo>
                    <a:cubicBezTo>
                      <a:pt x="7" y="0"/>
                      <a:pt x="3" y="0"/>
                      <a:pt x="2" y="1"/>
                    </a:cubicBezTo>
                    <a:cubicBezTo>
                      <a:pt x="0" y="3"/>
                      <a:pt x="2" y="6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7" name="Freeform 952">
                <a:extLst>
                  <a:ext uri="{FF2B5EF4-FFF2-40B4-BE49-F238E27FC236}">
                    <a16:creationId xmlns:a16="http://schemas.microsoft.com/office/drawing/2014/main" id="{80AE38C8-AC84-433D-A116-DEFAB21A5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379"/>
                <a:ext cx="17" cy="32"/>
              </a:xfrm>
              <a:custGeom>
                <a:avLst/>
                <a:gdLst>
                  <a:gd name="T0" fmla="*/ 29 w 7"/>
                  <a:gd name="T1" fmla="*/ 35 h 12"/>
                  <a:gd name="T2" fmla="*/ 87 w 7"/>
                  <a:gd name="T3" fmla="*/ 136 h 12"/>
                  <a:gd name="T4" fmla="*/ 70 w 7"/>
                  <a:gd name="T5" fmla="*/ 0 h 12"/>
                  <a:gd name="T6" fmla="*/ 29 w 7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2" y="2"/>
                    </a:moveTo>
                    <a:cubicBezTo>
                      <a:pt x="0" y="5"/>
                      <a:pt x="3" y="12"/>
                      <a:pt x="6" y="7"/>
                    </a:cubicBezTo>
                    <a:cubicBezTo>
                      <a:pt x="7" y="6"/>
                      <a:pt x="7" y="1"/>
                      <a:pt x="5" y="0"/>
                    </a:cubicBezTo>
                    <a:cubicBezTo>
                      <a:pt x="4" y="0"/>
                      <a:pt x="2" y="1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8" name="Freeform 953">
                <a:extLst>
                  <a:ext uri="{FF2B5EF4-FFF2-40B4-BE49-F238E27FC236}">
                    <a16:creationId xmlns:a16="http://schemas.microsoft.com/office/drawing/2014/main" id="{F300D0A0-97F9-4BD8-A984-A776CD991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71"/>
                <a:ext cx="15" cy="29"/>
              </a:xfrm>
              <a:custGeom>
                <a:avLst/>
                <a:gdLst>
                  <a:gd name="T0" fmla="*/ 20 w 6"/>
                  <a:gd name="T1" fmla="*/ 34 h 11"/>
                  <a:gd name="T2" fmla="*/ 83 w 6"/>
                  <a:gd name="T3" fmla="*/ 124 h 11"/>
                  <a:gd name="T4" fmla="*/ 33 w 6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1" y="2"/>
                    </a:moveTo>
                    <a:cubicBezTo>
                      <a:pt x="0" y="4"/>
                      <a:pt x="1" y="11"/>
                      <a:pt x="5" y="7"/>
                    </a:cubicBezTo>
                    <a:cubicBezTo>
                      <a:pt x="6" y="5"/>
                      <a:pt x="5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29" name="Freeform 954">
                <a:extLst>
                  <a:ext uri="{FF2B5EF4-FFF2-40B4-BE49-F238E27FC236}">
                    <a16:creationId xmlns:a16="http://schemas.microsoft.com/office/drawing/2014/main" id="{E8713C63-9A5E-4C0B-8B30-82E87FC9F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389"/>
                <a:ext cx="32" cy="19"/>
              </a:xfrm>
              <a:custGeom>
                <a:avLst/>
                <a:gdLst>
                  <a:gd name="T0" fmla="*/ 91 w 13"/>
                  <a:gd name="T1" fmla="*/ 22 h 7"/>
                  <a:gd name="T2" fmla="*/ 0 w 13"/>
                  <a:gd name="T3" fmla="*/ 81 h 7"/>
                  <a:gd name="T4" fmla="*/ 133 w 13"/>
                  <a:gd name="T5" fmla="*/ 117 h 7"/>
                  <a:gd name="T6" fmla="*/ 91 w 13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6" y="1"/>
                    </a:moveTo>
                    <a:cubicBezTo>
                      <a:pt x="4" y="2"/>
                      <a:pt x="1" y="2"/>
                      <a:pt x="0" y="4"/>
                    </a:cubicBezTo>
                    <a:cubicBezTo>
                      <a:pt x="0" y="7"/>
                      <a:pt x="8" y="7"/>
                      <a:pt x="9" y="6"/>
                    </a:cubicBezTo>
                    <a:cubicBezTo>
                      <a:pt x="13" y="3"/>
                      <a:pt x="8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0" name="Freeform 955">
                <a:extLst>
                  <a:ext uri="{FF2B5EF4-FFF2-40B4-BE49-F238E27FC236}">
                    <a16:creationId xmlns:a16="http://schemas.microsoft.com/office/drawing/2014/main" id="{34EE34DB-68D0-4622-BAB3-FC1EC9D8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373"/>
                <a:ext cx="20" cy="22"/>
              </a:xfrm>
              <a:custGeom>
                <a:avLst/>
                <a:gdLst>
                  <a:gd name="T0" fmla="*/ 33 w 8"/>
                  <a:gd name="T1" fmla="*/ 168 h 8"/>
                  <a:gd name="T2" fmla="*/ 63 w 8"/>
                  <a:gd name="T3" fmla="*/ 0 h 8"/>
                  <a:gd name="T4" fmla="*/ 50 w 8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8"/>
                    </a:moveTo>
                    <a:cubicBezTo>
                      <a:pt x="1" y="6"/>
                      <a:pt x="0" y="0"/>
                      <a:pt x="4" y="0"/>
                    </a:cubicBezTo>
                    <a:cubicBezTo>
                      <a:pt x="8" y="0"/>
                      <a:pt x="6" y="7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1" name="Freeform 956">
                <a:extLst>
                  <a:ext uri="{FF2B5EF4-FFF2-40B4-BE49-F238E27FC236}">
                    <a16:creationId xmlns:a16="http://schemas.microsoft.com/office/drawing/2014/main" id="{54063B96-2719-4C31-96B8-54D2070F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373"/>
                <a:ext cx="35" cy="24"/>
              </a:xfrm>
              <a:custGeom>
                <a:avLst/>
                <a:gdLst>
                  <a:gd name="T0" fmla="*/ 145 w 14"/>
                  <a:gd name="T1" fmla="*/ 21 h 9"/>
                  <a:gd name="T2" fmla="*/ 95 w 14"/>
                  <a:gd name="T3" fmla="*/ 149 h 9"/>
                  <a:gd name="T4" fmla="*/ 158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9" y="1"/>
                    </a:moveTo>
                    <a:cubicBezTo>
                      <a:pt x="5" y="0"/>
                      <a:pt x="0" y="8"/>
                      <a:pt x="6" y="8"/>
                    </a:cubicBezTo>
                    <a:cubicBezTo>
                      <a:pt x="11" y="9"/>
                      <a:pt x="14" y="4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2" name="Freeform 957">
                <a:extLst>
                  <a:ext uri="{FF2B5EF4-FFF2-40B4-BE49-F238E27FC236}">
                    <a16:creationId xmlns:a16="http://schemas.microsoft.com/office/drawing/2014/main" id="{9B34079A-B27D-4718-AC88-307E3FFF9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251"/>
                <a:ext cx="20" cy="26"/>
              </a:xfrm>
              <a:custGeom>
                <a:avLst/>
                <a:gdLst>
                  <a:gd name="T0" fmla="*/ 50 w 8"/>
                  <a:gd name="T1" fmla="*/ 0 h 10"/>
                  <a:gd name="T2" fmla="*/ 0 w 8"/>
                  <a:gd name="T3" fmla="*/ 109 h 10"/>
                  <a:gd name="T4" fmla="*/ 83 w 8"/>
                  <a:gd name="T5" fmla="*/ 156 h 10"/>
                  <a:gd name="T6" fmla="*/ 63 w 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  <a:cubicBezTo>
                      <a:pt x="0" y="8"/>
                      <a:pt x="2" y="10"/>
                      <a:pt x="5" y="9"/>
                    </a:cubicBezTo>
                    <a:cubicBezTo>
                      <a:pt x="8" y="8"/>
                      <a:pt x="7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3" name="Freeform 958">
                <a:extLst>
                  <a:ext uri="{FF2B5EF4-FFF2-40B4-BE49-F238E27FC236}">
                    <a16:creationId xmlns:a16="http://schemas.microsoft.com/office/drawing/2014/main" id="{F1DD1128-04D5-4069-AE46-8B1BDB545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285"/>
                <a:ext cx="25" cy="24"/>
              </a:xfrm>
              <a:custGeom>
                <a:avLst/>
                <a:gdLst>
                  <a:gd name="T0" fmla="*/ 0 w 10"/>
                  <a:gd name="T1" fmla="*/ 93 h 9"/>
                  <a:gd name="T2" fmla="*/ 145 w 10"/>
                  <a:gd name="T3" fmla="*/ 115 h 9"/>
                  <a:gd name="T4" fmla="*/ 0 w 10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1" y="8"/>
                      <a:pt x="8" y="9"/>
                      <a:pt x="9" y="6"/>
                    </a:cubicBezTo>
                    <a:cubicBezTo>
                      <a:pt x="10" y="1"/>
                      <a:pt x="0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4" name="Freeform 959">
                <a:extLst>
                  <a:ext uri="{FF2B5EF4-FFF2-40B4-BE49-F238E27FC236}">
                    <a16:creationId xmlns:a16="http://schemas.microsoft.com/office/drawing/2014/main" id="{22E0CFE6-D84A-4530-B776-0A21A918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243"/>
                <a:ext cx="28" cy="24"/>
              </a:xfrm>
              <a:custGeom>
                <a:avLst/>
                <a:gdLst>
                  <a:gd name="T0" fmla="*/ 117 w 11"/>
                  <a:gd name="T1" fmla="*/ 0 h 9"/>
                  <a:gd name="T2" fmla="*/ 84 w 11"/>
                  <a:gd name="T3" fmla="*/ 149 h 9"/>
                  <a:gd name="T4" fmla="*/ 117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4" y="1"/>
                      <a:pt x="0" y="9"/>
                      <a:pt x="5" y="8"/>
                    </a:cubicBezTo>
                    <a:cubicBezTo>
                      <a:pt x="8" y="8"/>
                      <a:pt x="11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5" name="Freeform 960">
                <a:extLst>
                  <a:ext uri="{FF2B5EF4-FFF2-40B4-BE49-F238E27FC236}">
                    <a16:creationId xmlns:a16="http://schemas.microsoft.com/office/drawing/2014/main" id="{BFBDE5F9-5FB6-4857-BDAF-96F255817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267"/>
                <a:ext cx="22" cy="24"/>
              </a:xfrm>
              <a:custGeom>
                <a:avLst/>
                <a:gdLst>
                  <a:gd name="T0" fmla="*/ 103 w 9"/>
                  <a:gd name="T1" fmla="*/ 21 h 9"/>
                  <a:gd name="T2" fmla="*/ 29 w 9"/>
                  <a:gd name="T3" fmla="*/ 136 h 9"/>
                  <a:gd name="T4" fmla="*/ 120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4" y="0"/>
                      <a:pt x="0" y="4"/>
                      <a:pt x="2" y="7"/>
                    </a:cubicBezTo>
                    <a:cubicBezTo>
                      <a:pt x="6" y="9"/>
                      <a:pt x="9" y="3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6" name="Freeform 961">
                <a:extLst>
                  <a:ext uri="{FF2B5EF4-FFF2-40B4-BE49-F238E27FC236}">
                    <a16:creationId xmlns:a16="http://schemas.microsoft.com/office/drawing/2014/main" id="{A705F2D5-4F5B-4E33-98DE-0AAE31C8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160"/>
                <a:ext cx="35" cy="24"/>
              </a:xfrm>
              <a:custGeom>
                <a:avLst/>
                <a:gdLst>
                  <a:gd name="T0" fmla="*/ 95 w 14"/>
                  <a:gd name="T1" fmla="*/ 21 h 9"/>
                  <a:gd name="T2" fmla="*/ 125 w 14"/>
                  <a:gd name="T3" fmla="*/ 149 h 9"/>
                  <a:gd name="T4" fmla="*/ 113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6" y="1"/>
                    </a:moveTo>
                    <a:cubicBezTo>
                      <a:pt x="0" y="0"/>
                      <a:pt x="4" y="7"/>
                      <a:pt x="8" y="8"/>
                    </a:cubicBezTo>
                    <a:cubicBezTo>
                      <a:pt x="14" y="9"/>
                      <a:pt x="12" y="1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7" name="Freeform 962">
                <a:extLst>
                  <a:ext uri="{FF2B5EF4-FFF2-40B4-BE49-F238E27FC236}">
                    <a16:creationId xmlns:a16="http://schemas.microsoft.com/office/drawing/2014/main" id="{FB06D349-9014-4E8B-87EB-11BC97FDD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173"/>
                <a:ext cx="23" cy="30"/>
              </a:xfrm>
              <a:custGeom>
                <a:avLst/>
                <a:gdLst>
                  <a:gd name="T0" fmla="*/ 84 w 9"/>
                  <a:gd name="T1" fmla="*/ 22 h 11"/>
                  <a:gd name="T2" fmla="*/ 84 w 9"/>
                  <a:gd name="T3" fmla="*/ 185 h 11"/>
                  <a:gd name="T4" fmla="*/ 97 w 9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5" y="1"/>
                    </a:moveTo>
                    <a:cubicBezTo>
                      <a:pt x="2" y="3"/>
                      <a:pt x="0" y="11"/>
                      <a:pt x="5" y="9"/>
                    </a:cubicBezTo>
                    <a:cubicBezTo>
                      <a:pt x="7" y="8"/>
                      <a:pt x="9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8" name="Freeform 963">
                <a:extLst>
                  <a:ext uri="{FF2B5EF4-FFF2-40B4-BE49-F238E27FC236}">
                    <a16:creationId xmlns:a16="http://schemas.microsoft.com/office/drawing/2014/main" id="{D3388235-8EE2-403A-B853-4192C013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187"/>
                <a:ext cx="22" cy="26"/>
              </a:xfrm>
              <a:custGeom>
                <a:avLst/>
                <a:gdLst>
                  <a:gd name="T0" fmla="*/ 59 w 9"/>
                  <a:gd name="T1" fmla="*/ 0 h 10"/>
                  <a:gd name="T2" fmla="*/ 59 w 9"/>
                  <a:gd name="T3" fmla="*/ 156 h 10"/>
                  <a:gd name="T4" fmla="*/ 71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cubicBezTo>
                      <a:pt x="1" y="1"/>
                      <a:pt x="0" y="8"/>
                      <a:pt x="4" y="9"/>
                    </a:cubicBezTo>
                    <a:cubicBezTo>
                      <a:pt x="9" y="10"/>
                      <a:pt x="8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39" name="Freeform 964">
                <a:extLst>
                  <a:ext uri="{FF2B5EF4-FFF2-40B4-BE49-F238E27FC236}">
                    <a16:creationId xmlns:a16="http://schemas.microsoft.com/office/drawing/2014/main" id="{F14ED603-5538-4C1E-AF5A-9A79CC045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101"/>
                <a:ext cx="30" cy="30"/>
              </a:xfrm>
              <a:custGeom>
                <a:avLst/>
                <a:gdLst>
                  <a:gd name="T0" fmla="*/ 20 w 12"/>
                  <a:gd name="T1" fmla="*/ 142 h 11"/>
                  <a:gd name="T2" fmla="*/ 145 w 12"/>
                  <a:gd name="T3" fmla="*/ 164 h 11"/>
                  <a:gd name="T4" fmla="*/ 20 w 12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" y="7"/>
                    </a:moveTo>
                    <a:cubicBezTo>
                      <a:pt x="0" y="11"/>
                      <a:pt x="8" y="11"/>
                      <a:pt x="9" y="8"/>
                    </a:cubicBezTo>
                    <a:cubicBezTo>
                      <a:pt x="12" y="4"/>
                      <a:pt x="4" y="0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0" name="Freeform 965">
                <a:extLst>
                  <a:ext uri="{FF2B5EF4-FFF2-40B4-BE49-F238E27FC236}">
                    <a16:creationId xmlns:a16="http://schemas.microsoft.com/office/drawing/2014/main" id="{867C109B-ACC5-4CCF-84F5-F4B73D87B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936"/>
                <a:ext cx="45" cy="21"/>
              </a:xfrm>
              <a:custGeom>
                <a:avLst/>
                <a:gdLst>
                  <a:gd name="T0" fmla="*/ 145 w 18"/>
                  <a:gd name="T1" fmla="*/ 144 h 8"/>
                  <a:gd name="T2" fmla="*/ 238 w 18"/>
                  <a:gd name="T3" fmla="*/ 89 h 8"/>
                  <a:gd name="T4" fmla="*/ 145 w 18"/>
                  <a:gd name="T5" fmla="*/ 55 h 8"/>
                  <a:gd name="T6" fmla="*/ 33 w 18"/>
                  <a:gd name="T7" fmla="*/ 21 h 8"/>
                  <a:gd name="T8" fmla="*/ 83 w 18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9" y="8"/>
                    </a:moveTo>
                    <a:cubicBezTo>
                      <a:pt x="11" y="8"/>
                      <a:pt x="15" y="7"/>
                      <a:pt x="15" y="5"/>
                    </a:cubicBezTo>
                    <a:cubicBezTo>
                      <a:pt x="18" y="0"/>
                      <a:pt x="11" y="3"/>
                      <a:pt x="9" y="3"/>
                    </a:cubicBezTo>
                    <a:cubicBezTo>
                      <a:pt x="7" y="2"/>
                      <a:pt x="4" y="0"/>
                      <a:pt x="2" y="1"/>
                    </a:cubicBezTo>
                    <a:cubicBezTo>
                      <a:pt x="0" y="2"/>
                      <a:pt x="3" y="5"/>
                      <a:pt x="5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1" name="Freeform 966">
                <a:extLst>
                  <a:ext uri="{FF2B5EF4-FFF2-40B4-BE49-F238E27FC236}">
                    <a16:creationId xmlns:a16="http://schemas.microsoft.com/office/drawing/2014/main" id="{FE6A857D-B635-4EE4-B75D-E35079B25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896"/>
                <a:ext cx="25" cy="35"/>
              </a:xfrm>
              <a:custGeom>
                <a:avLst/>
                <a:gdLst>
                  <a:gd name="T0" fmla="*/ 113 w 10"/>
                  <a:gd name="T1" fmla="*/ 232 h 13"/>
                  <a:gd name="T2" fmla="*/ 145 w 10"/>
                  <a:gd name="T3" fmla="*/ 94 h 13"/>
                  <a:gd name="T4" fmla="*/ 50 w 10"/>
                  <a:gd name="T5" fmla="*/ 22 h 13"/>
                  <a:gd name="T6" fmla="*/ 95 w 10"/>
                  <a:gd name="T7" fmla="*/ 159 h 13"/>
                  <a:gd name="T8" fmla="*/ 113 w 10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7" y="12"/>
                    </a:moveTo>
                    <a:cubicBezTo>
                      <a:pt x="10" y="13"/>
                      <a:pt x="10" y="7"/>
                      <a:pt x="9" y="5"/>
                    </a:cubicBezTo>
                    <a:cubicBezTo>
                      <a:pt x="8" y="4"/>
                      <a:pt x="5" y="0"/>
                      <a:pt x="3" y="1"/>
                    </a:cubicBezTo>
                    <a:cubicBezTo>
                      <a:pt x="0" y="3"/>
                      <a:pt x="5" y="7"/>
                      <a:pt x="6" y="8"/>
                    </a:cubicBezTo>
                    <a:cubicBezTo>
                      <a:pt x="6" y="10"/>
                      <a:pt x="5" y="13"/>
                      <a:pt x="7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2" name="Freeform 967">
                <a:extLst>
                  <a:ext uri="{FF2B5EF4-FFF2-40B4-BE49-F238E27FC236}">
                    <a16:creationId xmlns:a16="http://schemas.microsoft.com/office/drawing/2014/main" id="{47B4F224-B8C5-43B4-96F1-E4B9BF43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875"/>
                <a:ext cx="23" cy="26"/>
              </a:xfrm>
              <a:custGeom>
                <a:avLst/>
                <a:gdLst>
                  <a:gd name="T0" fmla="*/ 66 w 9"/>
                  <a:gd name="T1" fmla="*/ 177 h 10"/>
                  <a:gd name="T2" fmla="*/ 130 w 9"/>
                  <a:gd name="T3" fmla="*/ 68 h 10"/>
                  <a:gd name="T4" fmla="*/ 84 w 9"/>
                  <a:gd name="T5" fmla="*/ 34 h 10"/>
                  <a:gd name="T6" fmla="*/ 51 w 9"/>
                  <a:gd name="T7" fmla="*/ 88 h 10"/>
                  <a:gd name="T8" fmla="*/ 20 w 9"/>
                  <a:gd name="T9" fmla="*/ 122 h 10"/>
                  <a:gd name="T10" fmla="*/ 51 w 9"/>
                  <a:gd name="T11" fmla="*/ 1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4" y="9"/>
                      <a:pt x="8" y="5"/>
                      <a:pt x="8" y="4"/>
                    </a:cubicBezTo>
                    <a:cubicBezTo>
                      <a:pt x="9" y="1"/>
                      <a:pt x="7" y="0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3" y="6"/>
                      <a:pt x="2" y="6"/>
                      <a:pt x="1" y="7"/>
                    </a:cubicBezTo>
                    <a:cubicBezTo>
                      <a:pt x="1" y="8"/>
                      <a:pt x="0" y="9"/>
                      <a:pt x="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3" name="Freeform 968">
                <a:extLst>
                  <a:ext uri="{FF2B5EF4-FFF2-40B4-BE49-F238E27FC236}">
                    <a16:creationId xmlns:a16="http://schemas.microsoft.com/office/drawing/2014/main" id="{5C3F7694-DD6C-402B-95F6-7B0A987FB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851"/>
                <a:ext cx="30" cy="32"/>
              </a:xfrm>
              <a:custGeom>
                <a:avLst/>
                <a:gdLst>
                  <a:gd name="T0" fmla="*/ 95 w 12"/>
                  <a:gd name="T1" fmla="*/ 136 h 12"/>
                  <a:gd name="T2" fmla="*/ 158 w 12"/>
                  <a:gd name="T3" fmla="*/ 35 h 12"/>
                  <a:gd name="T4" fmla="*/ 33 w 12"/>
                  <a:gd name="T5" fmla="*/ 93 h 12"/>
                  <a:gd name="T6" fmla="*/ 0 w 12"/>
                  <a:gd name="T7" fmla="*/ 149 h 12"/>
                  <a:gd name="T8" fmla="*/ 63 w 12"/>
                  <a:gd name="T9" fmla="*/ 17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7"/>
                    </a:moveTo>
                    <a:cubicBezTo>
                      <a:pt x="8" y="7"/>
                      <a:pt x="12" y="4"/>
                      <a:pt x="10" y="2"/>
                    </a:cubicBezTo>
                    <a:cubicBezTo>
                      <a:pt x="8" y="0"/>
                      <a:pt x="3" y="4"/>
                      <a:pt x="2" y="5"/>
                    </a:cubicBezTo>
                    <a:cubicBezTo>
                      <a:pt x="2" y="6"/>
                      <a:pt x="0" y="8"/>
                      <a:pt x="0" y="8"/>
                    </a:cubicBezTo>
                    <a:cubicBezTo>
                      <a:pt x="0" y="11"/>
                      <a:pt x="3" y="12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4" name="Freeform 969">
                <a:extLst>
                  <a:ext uri="{FF2B5EF4-FFF2-40B4-BE49-F238E27FC236}">
                    <a16:creationId xmlns:a16="http://schemas.microsoft.com/office/drawing/2014/main" id="{F4A1790A-1F5E-4876-9D0F-85F40ADFB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848"/>
                <a:ext cx="25" cy="29"/>
              </a:xfrm>
              <a:custGeom>
                <a:avLst/>
                <a:gdLst>
                  <a:gd name="T0" fmla="*/ 63 w 10"/>
                  <a:gd name="T1" fmla="*/ 200 h 11"/>
                  <a:gd name="T2" fmla="*/ 113 w 10"/>
                  <a:gd name="T3" fmla="*/ 21 h 11"/>
                  <a:gd name="T4" fmla="*/ 33 w 10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4" y="11"/>
                    </a:moveTo>
                    <a:cubicBezTo>
                      <a:pt x="7" y="11"/>
                      <a:pt x="10" y="1"/>
                      <a:pt x="7" y="1"/>
                    </a:cubicBezTo>
                    <a:cubicBezTo>
                      <a:pt x="3" y="0"/>
                      <a:pt x="0" y="8"/>
                      <a:pt x="2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5" name="Freeform 970">
                <a:extLst>
                  <a:ext uri="{FF2B5EF4-FFF2-40B4-BE49-F238E27FC236}">
                    <a16:creationId xmlns:a16="http://schemas.microsoft.com/office/drawing/2014/main" id="{74BE03EE-A875-4893-A510-5BF8EB0D7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875"/>
                <a:ext cx="15" cy="24"/>
              </a:xfrm>
              <a:custGeom>
                <a:avLst/>
                <a:gdLst>
                  <a:gd name="T0" fmla="*/ 83 w 6"/>
                  <a:gd name="T1" fmla="*/ 149 h 9"/>
                  <a:gd name="T2" fmla="*/ 63 w 6"/>
                  <a:gd name="T3" fmla="*/ 0 h 9"/>
                  <a:gd name="T4" fmla="*/ 63 w 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5" y="8"/>
                    </a:moveTo>
                    <a:cubicBezTo>
                      <a:pt x="6" y="6"/>
                      <a:pt x="6" y="2"/>
                      <a:pt x="4" y="0"/>
                    </a:cubicBezTo>
                    <a:cubicBezTo>
                      <a:pt x="1" y="2"/>
                      <a:pt x="0" y="7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6" name="Freeform 971">
                <a:extLst>
                  <a:ext uri="{FF2B5EF4-FFF2-40B4-BE49-F238E27FC236}">
                    <a16:creationId xmlns:a16="http://schemas.microsoft.com/office/drawing/2014/main" id="{8CCC7AA3-A08F-4B60-B212-025D8B44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85"/>
                <a:ext cx="28" cy="56"/>
              </a:xfrm>
              <a:custGeom>
                <a:avLst/>
                <a:gdLst>
                  <a:gd name="T0" fmla="*/ 181 w 11"/>
                  <a:gd name="T1" fmla="*/ 248 h 21"/>
                  <a:gd name="T2" fmla="*/ 84 w 11"/>
                  <a:gd name="T3" fmla="*/ 2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11" y="13"/>
                    </a:moveTo>
                    <a:cubicBezTo>
                      <a:pt x="3" y="21"/>
                      <a:pt x="0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7" name="Freeform 972">
                <a:extLst>
                  <a:ext uri="{FF2B5EF4-FFF2-40B4-BE49-F238E27FC236}">
                    <a16:creationId xmlns:a16="http://schemas.microsoft.com/office/drawing/2014/main" id="{8D19FD89-A4FF-49FB-A5C3-88346F3B4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915"/>
                <a:ext cx="17" cy="34"/>
              </a:xfrm>
              <a:custGeom>
                <a:avLst/>
                <a:gdLst>
                  <a:gd name="T0" fmla="*/ 70 w 7"/>
                  <a:gd name="T1" fmla="*/ 89 h 13"/>
                  <a:gd name="T2" fmla="*/ 41 w 7"/>
                  <a:gd name="T3" fmla="*/ 178 h 13"/>
                  <a:gd name="T4" fmla="*/ 12 w 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5" y="5"/>
                    </a:moveTo>
                    <a:cubicBezTo>
                      <a:pt x="7" y="7"/>
                      <a:pt x="6" y="13"/>
                      <a:pt x="3" y="10"/>
                    </a:cubicBezTo>
                    <a:cubicBezTo>
                      <a:pt x="0" y="8"/>
                      <a:pt x="2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8" name="Freeform 973">
                <a:extLst>
                  <a:ext uri="{FF2B5EF4-FFF2-40B4-BE49-F238E27FC236}">
                    <a16:creationId xmlns:a16="http://schemas.microsoft.com/office/drawing/2014/main" id="{2157128A-6380-4552-81B9-D923D0F5F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907"/>
                <a:ext cx="25" cy="40"/>
              </a:xfrm>
              <a:custGeom>
                <a:avLst/>
                <a:gdLst>
                  <a:gd name="T0" fmla="*/ 83 w 10"/>
                  <a:gd name="T1" fmla="*/ 248 h 15"/>
                  <a:gd name="T2" fmla="*/ 125 w 10"/>
                  <a:gd name="T3" fmla="*/ 171 h 15"/>
                  <a:gd name="T4" fmla="*/ 83 w 10"/>
                  <a:gd name="T5" fmla="*/ 93 h 15"/>
                  <a:gd name="T6" fmla="*/ 63 w 10"/>
                  <a:gd name="T7" fmla="*/ 56 h 15"/>
                  <a:gd name="T8" fmla="*/ 20 w 10"/>
                  <a:gd name="T9" fmla="*/ 77 h 15"/>
                  <a:gd name="T10" fmla="*/ 50 w 10"/>
                  <a:gd name="T11" fmla="*/ 248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5" y="13"/>
                    </a:moveTo>
                    <a:cubicBezTo>
                      <a:pt x="9" y="15"/>
                      <a:pt x="10" y="12"/>
                      <a:pt x="8" y="9"/>
                    </a:cubicBezTo>
                    <a:cubicBezTo>
                      <a:pt x="6" y="7"/>
                      <a:pt x="6" y="7"/>
                      <a:pt x="5" y="5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2" y="0"/>
                      <a:pt x="1" y="1"/>
                      <a:pt x="1" y="4"/>
                    </a:cubicBezTo>
                    <a:cubicBezTo>
                      <a:pt x="0" y="7"/>
                      <a:pt x="0" y="12"/>
                      <a:pt x="3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49" name="Freeform 974">
                <a:extLst>
                  <a:ext uri="{FF2B5EF4-FFF2-40B4-BE49-F238E27FC236}">
                    <a16:creationId xmlns:a16="http://schemas.microsoft.com/office/drawing/2014/main" id="{58C00A83-CCD5-469C-BB4A-51CC0F598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925"/>
                <a:ext cx="17" cy="24"/>
              </a:xfrm>
              <a:custGeom>
                <a:avLst/>
                <a:gdLst>
                  <a:gd name="T0" fmla="*/ 100 w 7"/>
                  <a:gd name="T1" fmla="*/ 149 h 9"/>
                  <a:gd name="T2" fmla="*/ 12 w 7"/>
                  <a:gd name="T3" fmla="*/ 115 h 9"/>
                  <a:gd name="T4" fmla="*/ 58 w 7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8"/>
                    </a:moveTo>
                    <a:cubicBezTo>
                      <a:pt x="5" y="8"/>
                      <a:pt x="2" y="9"/>
                      <a:pt x="1" y="6"/>
                    </a:cubicBezTo>
                    <a:cubicBezTo>
                      <a:pt x="0" y="4"/>
                      <a:pt x="1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0" name="Freeform 975">
                <a:extLst>
                  <a:ext uri="{FF2B5EF4-FFF2-40B4-BE49-F238E27FC236}">
                    <a16:creationId xmlns:a16="http://schemas.microsoft.com/office/drawing/2014/main" id="{B7ADE220-0704-4E0B-8C39-79D6D1BA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885"/>
                <a:ext cx="8" cy="24"/>
              </a:xfrm>
              <a:custGeom>
                <a:avLst/>
                <a:gdLst>
                  <a:gd name="T0" fmla="*/ 0 w 3"/>
                  <a:gd name="T1" fmla="*/ 171 h 9"/>
                  <a:gd name="T2" fmla="*/ 21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3" y="7"/>
                      <a:pt x="3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1" name="Freeform 976">
                <a:extLst>
                  <a:ext uri="{FF2B5EF4-FFF2-40B4-BE49-F238E27FC236}">
                    <a16:creationId xmlns:a16="http://schemas.microsoft.com/office/drawing/2014/main" id="{63981CCB-ED0F-41FD-A2FB-AB1460BC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883"/>
                <a:ext cx="17" cy="37"/>
              </a:xfrm>
              <a:custGeom>
                <a:avLst/>
                <a:gdLst>
                  <a:gd name="T0" fmla="*/ 58 w 7"/>
                  <a:gd name="T1" fmla="*/ 204 h 14"/>
                  <a:gd name="T2" fmla="*/ 87 w 7"/>
                  <a:gd name="T3" fmla="*/ 56 h 14"/>
                  <a:gd name="T4" fmla="*/ 12 w 7"/>
                  <a:gd name="T5" fmla="*/ 77 h 14"/>
                  <a:gd name="T6" fmla="*/ 29 w 7"/>
                  <a:gd name="T7" fmla="*/ 132 h 14"/>
                  <a:gd name="T8" fmla="*/ 0 w 7"/>
                  <a:gd name="T9" fmla="*/ 182 h 14"/>
                  <a:gd name="T10" fmla="*/ 58 w 7"/>
                  <a:gd name="T11" fmla="*/ 20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4">
                    <a:moveTo>
                      <a:pt x="4" y="11"/>
                    </a:moveTo>
                    <a:cubicBezTo>
                      <a:pt x="6" y="10"/>
                      <a:pt x="7" y="5"/>
                      <a:pt x="6" y="3"/>
                    </a:cubicBezTo>
                    <a:cubicBezTo>
                      <a:pt x="5" y="0"/>
                      <a:pt x="1" y="0"/>
                      <a:pt x="1" y="4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2" y="8"/>
                      <a:pt x="0" y="9"/>
                      <a:pt x="0" y="10"/>
                    </a:cubicBezTo>
                    <a:cubicBezTo>
                      <a:pt x="0" y="12"/>
                      <a:pt x="2" y="14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2" name="Freeform 977">
                <a:extLst>
                  <a:ext uri="{FF2B5EF4-FFF2-40B4-BE49-F238E27FC236}">
                    <a16:creationId xmlns:a16="http://schemas.microsoft.com/office/drawing/2014/main" id="{14AE98C9-199A-45FE-9384-6EFB2C004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912"/>
                <a:ext cx="28" cy="29"/>
              </a:xfrm>
              <a:custGeom>
                <a:avLst/>
                <a:gdLst>
                  <a:gd name="T0" fmla="*/ 84 w 11"/>
                  <a:gd name="T1" fmla="*/ 34 h 11"/>
                  <a:gd name="T2" fmla="*/ 97 w 11"/>
                  <a:gd name="T3" fmla="*/ 200 h 11"/>
                  <a:gd name="T4" fmla="*/ 33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2"/>
                    </a:moveTo>
                    <a:cubicBezTo>
                      <a:pt x="7" y="4"/>
                      <a:pt x="11" y="11"/>
                      <a:pt x="6" y="11"/>
                    </a:cubicBezTo>
                    <a:cubicBezTo>
                      <a:pt x="1" y="11"/>
                      <a:pt x="0" y="3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3" name="Freeform 978">
                <a:extLst>
                  <a:ext uri="{FF2B5EF4-FFF2-40B4-BE49-F238E27FC236}">
                    <a16:creationId xmlns:a16="http://schemas.microsoft.com/office/drawing/2014/main" id="{67F4FE65-C6B5-4825-9E82-9CA512DBB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896"/>
                <a:ext cx="12" cy="19"/>
              </a:xfrm>
              <a:custGeom>
                <a:avLst/>
                <a:gdLst>
                  <a:gd name="T0" fmla="*/ 70 w 5"/>
                  <a:gd name="T1" fmla="*/ 38 h 7"/>
                  <a:gd name="T2" fmla="*/ 12 w 5"/>
                  <a:gd name="T3" fmla="*/ 38 h 7"/>
                  <a:gd name="T4" fmla="*/ 0 w 5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2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4" name="Freeform 979">
                <a:extLst>
                  <a:ext uri="{FF2B5EF4-FFF2-40B4-BE49-F238E27FC236}">
                    <a16:creationId xmlns:a16="http://schemas.microsoft.com/office/drawing/2014/main" id="{D91FB873-F47B-42DB-BA85-77D860C9A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864"/>
                <a:ext cx="22" cy="27"/>
              </a:xfrm>
              <a:custGeom>
                <a:avLst/>
                <a:gdLst>
                  <a:gd name="T0" fmla="*/ 90 w 9"/>
                  <a:gd name="T1" fmla="*/ 176 h 10"/>
                  <a:gd name="T2" fmla="*/ 71 w 9"/>
                  <a:gd name="T3" fmla="*/ 22 h 10"/>
                  <a:gd name="T4" fmla="*/ 0 w 9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9"/>
                    </a:moveTo>
                    <a:cubicBezTo>
                      <a:pt x="5" y="7"/>
                      <a:pt x="9" y="1"/>
                      <a:pt x="5" y="1"/>
                    </a:cubicBezTo>
                    <a:cubicBezTo>
                      <a:pt x="1" y="0"/>
                      <a:pt x="0" y="8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5" name="Freeform 980">
                <a:extLst>
                  <a:ext uri="{FF2B5EF4-FFF2-40B4-BE49-F238E27FC236}">
                    <a16:creationId xmlns:a16="http://schemas.microsoft.com/office/drawing/2014/main" id="{3CF9EEDD-D0BA-4C97-95B1-12DC4B12D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864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0"/>
                      <a:pt x="2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6" name="Freeform 981">
                <a:extLst>
                  <a:ext uri="{FF2B5EF4-FFF2-40B4-BE49-F238E27FC236}">
                    <a16:creationId xmlns:a16="http://schemas.microsoft.com/office/drawing/2014/main" id="{F172723E-8A8B-4EEA-815F-400C9FF2B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824"/>
                <a:ext cx="32" cy="40"/>
              </a:xfrm>
              <a:custGeom>
                <a:avLst/>
                <a:gdLst>
                  <a:gd name="T0" fmla="*/ 103 w 13"/>
                  <a:gd name="T1" fmla="*/ 285 h 15"/>
                  <a:gd name="T2" fmla="*/ 91 w 13"/>
                  <a:gd name="T3" fmla="*/ 56 h 15"/>
                  <a:gd name="T4" fmla="*/ 62 w 13"/>
                  <a:gd name="T5" fmla="*/ 192 h 15"/>
                  <a:gd name="T6" fmla="*/ 0 w 13"/>
                  <a:gd name="T7" fmla="*/ 20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7" y="15"/>
                    </a:moveTo>
                    <a:cubicBezTo>
                      <a:pt x="11" y="15"/>
                      <a:pt x="13" y="0"/>
                      <a:pt x="6" y="3"/>
                    </a:cubicBezTo>
                    <a:cubicBezTo>
                      <a:pt x="4" y="5"/>
                      <a:pt x="6" y="8"/>
                      <a:pt x="4" y="10"/>
                    </a:cubicBezTo>
                    <a:cubicBezTo>
                      <a:pt x="3" y="11"/>
                      <a:pt x="1" y="11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7" name="Freeform 982">
                <a:extLst>
                  <a:ext uri="{FF2B5EF4-FFF2-40B4-BE49-F238E27FC236}">
                    <a16:creationId xmlns:a16="http://schemas.microsoft.com/office/drawing/2014/main" id="{2CE1A271-1F5E-4861-AB79-EB948334B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904"/>
                <a:ext cx="22" cy="24"/>
              </a:xfrm>
              <a:custGeom>
                <a:avLst/>
                <a:gdLst>
                  <a:gd name="T0" fmla="*/ 29 w 9"/>
                  <a:gd name="T1" fmla="*/ 171 h 9"/>
                  <a:gd name="T2" fmla="*/ 120 w 9"/>
                  <a:gd name="T3" fmla="*/ 77 h 9"/>
                  <a:gd name="T4" fmla="*/ 42 w 9"/>
                  <a:gd name="T5" fmla="*/ 35 h 9"/>
                  <a:gd name="T6" fmla="*/ 0 w 9"/>
                  <a:gd name="T7" fmla="*/ 136 h 9"/>
                  <a:gd name="T8" fmla="*/ 29 w 9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4" y="8"/>
                      <a:pt x="7" y="5"/>
                      <a:pt x="8" y="4"/>
                    </a:cubicBezTo>
                    <a:cubicBezTo>
                      <a:pt x="9" y="0"/>
                      <a:pt x="5" y="1"/>
                      <a:pt x="3" y="2"/>
                    </a:cubicBezTo>
                    <a:cubicBezTo>
                      <a:pt x="2" y="3"/>
                      <a:pt x="0" y="5"/>
                      <a:pt x="0" y="7"/>
                    </a:cubicBezTo>
                    <a:cubicBezTo>
                      <a:pt x="0" y="8"/>
                      <a:pt x="1" y="9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8" name="Freeform 983">
                <a:extLst>
                  <a:ext uri="{FF2B5EF4-FFF2-40B4-BE49-F238E27FC236}">
                    <a16:creationId xmlns:a16="http://schemas.microsoft.com/office/drawing/2014/main" id="{96B7D746-DB35-42FE-829E-BC7DBCD49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901"/>
                <a:ext cx="30" cy="27"/>
              </a:xfrm>
              <a:custGeom>
                <a:avLst/>
                <a:gdLst>
                  <a:gd name="T0" fmla="*/ 158 w 12"/>
                  <a:gd name="T1" fmla="*/ 81 h 10"/>
                  <a:gd name="T2" fmla="*/ 113 w 12"/>
                  <a:gd name="T3" fmla="*/ 22 h 10"/>
                  <a:gd name="T4" fmla="*/ 33 w 12"/>
                  <a:gd name="T5" fmla="*/ 103 h 10"/>
                  <a:gd name="T6" fmla="*/ 125 w 12"/>
                  <a:gd name="T7" fmla="*/ 1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0" y="4"/>
                    </a:moveTo>
                    <a:cubicBezTo>
                      <a:pt x="12" y="2"/>
                      <a:pt x="9" y="0"/>
                      <a:pt x="7" y="1"/>
                    </a:cubicBezTo>
                    <a:cubicBezTo>
                      <a:pt x="6" y="1"/>
                      <a:pt x="2" y="4"/>
                      <a:pt x="2" y="5"/>
                    </a:cubicBezTo>
                    <a:cubicBezTo>
                      <a:pt x="0" y="8"/>
                      <a:pt x="6" y="10"/>
                      <a:pt x="8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59" name="Freeform 984">
                <a:extLst>
                  <a:ext uri="{FF2B5EF4-FFF2-40B4-BE49-F238E27FC236}">
                    <a16:creationId xmlns:a16="http://schemas.microsoft.com/office/drawing/2014/main" id="{39447B5E-6292-434F-BE4A-300D95A9A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923"/>
                <a:ext cx="25" cy="21"/>
              </a:xfrm>
              <a:custGeom>
                <a:avLst/>
                <a:gdLst>
                  <a:gd name="T0" fmla="*/ 83 w 10"/>
                  <a:gd name="T1" fmla="*/ 21 h 8"/>
                  <a:gd name="T2" fmla="*/ 63 w 10"/>
                  <a:gd name="T3" fmla="*/ 89 h 8"/>
                  <a:gd name="T4" fmla="*/ 63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1"/>
                    </a:moveTo>
                    <a:cubicBezTo>
                      <a:pt x="10" y="1"/>
                      <a:pt x="10" y="8"/>
                      <a:pt x="4" y="5"/>
                    </a:cubicBezTo>
                    <a:cubicBezTo>
                      <a:pt x="0" y="4"/>
                      <a:pt x="0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0" name="Freeform 985">
                <a:extLst>
                  <a:ext uri="{FF2B5EF4-FFF2-40B4-BE49-F238E27FC236}">
                    <a16:creationId xmlns:a16="http://schemas.microsoft.com/office/drawing/2014/main" id="{316C5999-0427-476A-A9EC-6F6D92803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901"/>
                <a:ext cx="17" cy="19"/>
              </a:xfrm>
              <a:custGeom>
                <a:avLst/>
                <a:gdLst>
                  <a:gd name="T0" fmla="*/ 70 w 7"/>
                  <a:gd name="T1" fmla="*/ 141 h 7"/>
                  <a:gd name="T2" fmla="*/ 58 w 7"/>
                  <a:gd name="T3" fmla="*/ 0 h 7"/>
                  <a:gd name="T4" fmla="*/ 12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6" y="5"/>
                      <a:pt x="7" y="0"/>
                      <a:pt x="4" y="0"/>
                    </a:cubicBezTo>
                    <a:cubicBezTo>
                      <a:pt x="1" y="0"/>
                      <a:pt x="0" y="5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1" name="Freeform 986">
                <a:extLst>
                  <a:ext uri="{FF2B5EF4-FFF2-40B4-BE49-F238E27FC236}">
                    <a16:creationId xmlns:a16="http://schemas.microsoft.com/office/drawing/2014/main" id="{368A8B74-6174-4ECA-B0C1-7047086D7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869"/>
                <a:ext cx="25" cy="35"/>
              </a:xfrm>
              <a:custGeom>
                <a:avLst/>
                <a:gdLst>
                  <a:gd name="T0" fmla="*/ 113 w 10"/>
                  <a:gd name="T1" fmla="*/ 232 h 13"/>
                  <a:gd name="T2" fmla="*/ 50 w 10"/>
                  <a:gd name="T3" fmla="*/ 59 h 13"/>
                  <a:gd name="T4" fmla="*/ 50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2"/>
                    </a:moveTo>
                    <a:cubicBezTo>
                      <a:pt x="10" y="10"/>
                      <a:pt x="9" y="0"/>
                      <a:pt x="3" y="3"/>
                    </a:cubicBezTo>
                    <a:cubicBezTo>
                      <a:pt x="0" y="5"/>
                      <a:pt x="1" y="11"/>
                      <a:pt x="3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2" name="Freeform 987">
                <a:extLst>
                  <a:ext uri="{FF2B5EF4-FFF2-40B4-BE49-F238E27FC236}">
                    <a16:creationId xmlns:a16="http://schemas.microsoft.com/office/drawing/2014/main" id="{0A1BCF21-D71C-48F5-AF36-81F681146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864"/>
                <a:ext cx="20" cy="37"/>
              </a:xfrm>
              <a:custGeom>
                <a:avLst/>
                <a:gdLst>
                  <a:gd name="T0" fmla="*/ 125 w 8"/>
                  <a:gd name="T1" fmla="*/ 111 h 14"/>
                  <a:gd name="T2" fmla="*/ 63 w 8"/>
                  <a:gd name="T3" fmla="*/ 56 h 14"/>
                  <a:gd name="T4" fmla="*/ 50 w 8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6"/>
                    </a:moveTo>
                    <a:cubicBezTo>
                      <a:pt x="7" y="4"/>
                      <a:pt x="7" y="0"/>
                      <a:pt x="4" y="3"/>
                    </a:cubicBezTo>
                    <a:cubicBezTo>
                      <a:pt x="0" y="6"/>
                      <a:pt x="3" y="10"/>
                      <a:pt x="3" y="1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3" name="Freeform 988">
                <a:extLst>
                  <a:ext uri="{FF2B5EF4-FFF2-40B4-BE49-F238E27FC236}">
                    <a16:creationId xmlns:a16="http://schemas.microsoft.com/office/drawing/2014/main" id="{67BD47A6-546D-44C1-9080-8705D47C5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856"/>
                <a:ext cx="20" cy="24"/>
              </a:xfrm>
              <a:custGeom>
                <a:avLst/>
                <a:gdLst>
                  <a:gd name="T0" fmla="*/ 50 w 8"/>
                  <a:gd name="T1" fmla="*/ 171 h 9"/>
                  <a:gd name="T2" fmla="*/ 95 w 8"/>
                  <a:gd name="T3" fmla="*/ 35 h 9"/>
                  <a:gd name="T4" fmla="*/ 0 w 8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5" y="8"/>
                      <a:pt x="8" y="4"/>
                      <a:pt x="6" y="2"/>
                    </a:cubicBezTo>
                    <a:cubicBezTo>
                      <a:pt x="5" y="0"/>
                      <a:pt x="2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4" name="Freeform 989">
                <a:extLst>
                  <a:ext uri="{FF2B5EF4-FFF2-40B4-BE49-F238E27FC236}">
                    <a16:creationId xmlns:a16="http://schemas.microsoft.com/office/drawing/2014/main" id="{48BD4C18-9017-4CC0-B312-BF31B5C3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947"/>
                <a:ext cx="25" cy="42"/>
              </a:xfrm>
              <a:custGeom>
                <a:avLst/>
                <a:gdLst>
                  <a:gd name="T0" fmla="*/ 0 w 10"/>
                  <a:gd name="T1" fmla="*/ 179 h 16"/>
                  <a:gd name="T2" fmla="*/ 63 w 10"/>
                  <a:gd name="T3" fmla="*/ 268 h 16"/>
                  <a:gd name="T4" fmla="*/ 83 w 10"/>
                  <a:gd name="T5" fmla="*/ 144 h 16"/>
                  <a:gd name="T6" fmla="*/ 63 w 10"/>
                  <a:gd name="T7" fmla="*/ 21 h 16"/>
                  <a:gd name="T8" fmla="*/ 20 w 10"/>
                  <a:gd name="T9" fmla="*/ 8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10"/>
                    </a:moveTo>
                    <a:cubicBezTo>
                      <a:pt x="1" y="12"/>
                      <a:pt x="3" y="15"/>
                      <a:pt x="4" y="15"/>
                    </a:cubicBezTo>
                    <a:cubicBezTo>
                      <a:pt x="10" y="16"/>
                      <a:pt x="5" y="10"/>
                      <a:pt x="5" y="8"/>
                    </a:cubicBezTo>
                    <a:cubicBezTo>
                      <a:pt x="4" y="7"/>
                      <a:pt x="6" y="2"/>
                      <a:pt x="4" y="1"/>
                    </a:cubicBezTo>
                    <a:cubicBezTo>
                      <a:pt x="2" y="0"/>
                      <a:pt x="1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5" name="Freeform 990">
                <a:extLst>
                  <a:ext uri="{FF2B5EF4-FFF2-40B4-BE49-F238E27FC236}">
                    <a16:creationId xmlns:a16="http://schemas.microsoft.com/office/drawing/2014/main" id="{E0CA2B31-2785-46F4-8FF7-4B5006D24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912"/>
                <a:ext cx="30" cy="37"/>
              </a:xfrm>
              <a:custGeom>
                <a:avLst/>
                <a:gdLst>
                  <a:gd name="T0" fmla="*/ 20 w 12"/>
                  <a:gd name="T1" fmla="*/ 182 h 14"/>
                  <a:gd name="T2" fmla="*/ 145 w 12"/>
                  <a:gd name="T3" fmla="*/ 182 h 14"/>
                  <a:gd name="T4" fmla="*/ 175 w 12"/>
                  <a:gd name="T5" fmla="*/ 56 h 14"/>
                  <a:gd name="T6" fmla="*/ 83 w 12"/>
                  <a:gd name="T7" fmla="*/ 148 h 14"/>
                  <a:gd name="T8" fmla="*/ 20 w 12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1" y="10"/>
                    </a:moveTo>
                    <a:cubicBezTo>
                      <a:pt x="2" y="14"/>
                      <a:pt x="7" y="11"/>
                      <a:pt x="9" y="10"/>
                    </a:cubicBezTo>
                    <a:cubicBezTo>
                      <a:pt x="10" y="9"/>
                      <a:pt x="12" y="4"/>
                      <a:pt x="11" y="3"/>
                    </a:cubicBezTo>
                    <a:cubicBezTo>
                      <a:pt x="8" y="0"/>
                      <a:pt x="5" y="7"/>
                      <a:pt x="5" y="8"/>
                    </a:cubicBezTo>
                    <a:cubicBezTo>
                      <a:pt x="3" y="9"/>
                      <a:pt x="0" y="8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6" name="Freeform 991">
                <a:extLst>
                  <a:ext uri="{FF2B5EF4-FFF2-40B4-BE49-F238E27FC236}">
                    <a16:creationId xmlns:a16="http://schemas.microsoft.com/office/drawing/2014/main" id="{C674A92D-9E1F-4CB7-BD68-6594DB71C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925"/>
                <a:ext cx="27" cy="14"/>
              </a:xfrm>
              <a:custGeom>
                <a:avLst/>
                <a:gdLst>
                  <a:gd name="T0" fmla="*/ 12 w 11"/>
                  <a:gd name="T1" fmla="*/ 62 h 5"/>
                  <a:gd name="T2" fmla="*/ 120 w 11"/>
                  <a:gd name="T3" fmla="*/ 109 h 5"/>
                  <a:gd name="T4" fmla="*/ 120 w 11"/>
                  <a:gd name="T5" fmla="*/ 22 h 5"/>
                  <a:gd name="T6" fmla="*/ 71 w 11"/>
                  <a:gd name="T7" fmla="*/ 22 h 5"/>
                  <a:gd name="T8" fmla="*/ 42 w 11"/>
                  <a:gd name="T9" fmla="*/ 0 h 5"/>
                  <a:gd name="T10" fmla="*/ 0 w 11"/>
                  <a:gd name="T11" fmla="*/ 4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1" y="3"/>
                    </a:moveTo>
                    <a:cubicBezTo>
                      <a:pt x="2" y="3"/>
                      <a:pt x="6" y="5"/>
                      <a:pt x="8" y="5"/>
                    </a:cubicBezTo>
                    <a:cubicBezTo>
                      <a:pt x="10" y="5"/>
                      <a:pt x="11" y="3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7" name="Freeform 992">
                <a:extLst>
                  <a:ext uri="{FF2B5EF4-FFF2-40B4-BE49-F238E27FC236}">
                    <a16:creationId xmlns:a16="http://schemas.microsoft.com/office/drawing/2014/main" id="{8F575DC0-2301-4E06-8E57-51891379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915"/>
                <a:ext cx="33" cy="26"/>
              </a:xfrm>
              <a:custGeom>
                <a:avLst/>
                <a:gdLst>
                  <a:gd name="T0" fmla="*/ 84 w 13"/>
                  <a:gd name="T1" fmla="*/ 109 h 10"/>
                  <a:gd name="T2" fmla="*/ 193 w 13"/>
                  <a:gd name="T3" fmla="*/ 122 h 10"/>
                  <a:gd name="T4" fmla="*/ 96 w 13"/>
                  <a:gd name="T5" fmla="*/ 21 h 10"/>
                  <a:gd name="T6" fmla="*/ 33 w 13"/>
                  <a:gd name="T7" fmla="*/ 0 h 10"/>
                  <a:gd name="T8" fmla="*/ 51 w 13"/>
                  <a:gd name="T9" fmla="*/ 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5" y="6"/>
                    </a:moveTo>
                    <a:cubicBezTo>
                      <a:pt x="6" y="7"/>
                      <a:pt x="10" y="10"/>
                      <a:pt x="12" y="7"/>
                    </a:cubicBezTo>
                    <a:cubicBezTo>
                      <a:pt x="13" y="5"/>
                      <a:pt x="8" y="2"/>
                      <a:pt x="6" y="1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0" y="1"/>
                      <a:pt x="0" y="4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8" name="Freeform 993">
                <a:extLst>
                  <a:ext uri="{FF2B5EF4-FFF2-40B4-BE49-F238E27FC236}">
                    <a16:creationId xmlns:a16="http://schemas.microsoft.com/office/drawing/2014/main" id="{797F9710-604F-4304-AC0C-D23E982C5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896"/>
                <a:ext cx="30" cy="19"/>
              </a:xfrm>
              <a:custGeom>
                <a:avLst/>
                <a:gdLst>
                  <a:gd name="T0" fmla="*/ 20 w 12"/>
                  <a:gd name="T1" fmla="*/ 103 h 7"/>
                  <a:gd name="T2" fmla="*/ 175 w 12"/>
                  <a:gd name="T3" fmla="*/ 81 h 7"/>
                  <a:gd name="T4" fmla="*/ 0 w 12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" y="5"/>
                    </a:moveTo>
                    <a:cubicBezTo>
                      <a:pt x="2" y="7"/>
                      <a:pt x="12" y="7"/>
                      <a:pt x="11" y="4"/>
                    </a:cubicBezTo>
                    <a:cubicBezTo>
                      <a:pt x="11" y="0"/>
                      <a:pt x="2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69" name="Freeform 994">
                <a:extLst>
                  <a:ext uri="{FF2B5EF4-FFF2-40B4-BE49-F238E27FC236}">
                    <a16:creationId xmlns:a16="http://schemas.microsoft.com/office/drawing/2014/main" id="{2ED51983-74D3-43C0-9EBC-A186A21B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904"/>
                <a:ext cx="20" cy="16"/>
              </a:xfrm>
              <a:custGeom>
                <a:avLst/>
                <a:gdLst>
                  <a:gd name="T0" fmla="*/ 20 w 8"/>
                  <a:gd name="T1" fmla="*/ 115 h 6"/>
                  <a:gd name="T2" fmla="*/ 125 w 8"/>
                  <a:gd name="T3" fmla="*/ 35 h 6"/>
                  <a:gd name="T4" fmla="*/ 0 w 8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1" y="6"/>
                    </a:moveTo>
                    <a:cubicBezTo>
                      <a:pt x="4" y="6"/>
                      <a:pt x="7" y="5"/>
                      <a:pt x="8" y="2"/>
                    </a:cubicBezTo>
                    <a:cubicBezTo>
                      <a:pt x="5" y="0"/>
                      <a:pt x="0" y="1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0" name="Freeform 995">
                <a:extLst>
                  <a:ext uri="{FF2B5EF4-FFF2-40B4-BE49-F238E27FC236}">
                    <a16:creationId xmlns:a16="http://schemas.microsoft.com/office/drawing/2014/main" id="{546B6A54-D051-41E9-842D-B16037837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896"/>
                <a:ext cx="48" cy="37"/>
              </a:xfrm>
              <a:custGeom>
                <a:avLst/>
                <a:gdLst>
                  <a:gd name="T0" fmla="*/ 159 w 19"/>
                  <a:gd name="T1" fmla="*/ 259 h 14"/>
                  <a:gd name="T2" fmla="*/ 306 w 19"/>
                  <a:gd name="T3" fmla="*/ 9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10" y="14"/>
                    </a:moveTo>
                    <a:cubicBezTo>
                      <a:pt x="0" y="9"/>
                      <a:pt x="18" y="0"/>
                      <a:pt x="19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1" name="Freeform 996">
                <a:extLst>
                  <a:ext uri="{FF2B5EF4-FFF2-40B4-BE49-F238E27FC236}">
                    <a16:creationId xmlns:a16="http://schemas.microsoft.com/office/drawing/2014/main" id="{8F3CE27E-1770-4306-8CC3-20486809C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909"/>
                <a:ext cx="25" cy="22"/>
              </a:xfrm>
              <a:custGeom>
                <a:avLst/>
                <a:gdLst>
                  <a:gd name="T0" fmla="*/ 113 w 10"/>
                  <a:gd name="T1" fmla="*/ 107 h 8"/>
                  <a:gd name="T2" fmla="*/ 20 w 10"/>
                  <a:gd name="T3" fmla="*/ 107 h 8"/>
                  <a:gd name="T4" fmla="*/ 158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5" y="8"/>
                      <a:pt x="0" y="8"/>
                      <a:pt x="1" y="5"/>
                    </a:cubicBezTo>
                    <a:cubicBezTo>
                      <a:pt x="2" y="2"/>
                      <a:pt x="8" y="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2" name="Freeform 997">
                <a:extLst>
                  <a:ext uri="{FF2B5EF4-FFF2-40B4-BE49-F238E27FC236}">
                    <a16:creationId xmlns:a16="http://schemas.microsoft.com/office/drawing/2014/main" id="{86C79FD6-D3A9-4AEC-8F70-15D9B109F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944"/>
                <a:ext cx="30" cy="32"/>
              </a:xfrm>
              <a:custGeom>
                <a:avLst/>
                <a:gdLst>
                  <a:gd name="T0" fmla="*/ 20 w 12"/>
                  <a:gd name="T1" fmla="*/ 149 h 12"/>
                  <a:gd name="T2" fmla="*/ 95 w 12"/>
                  <a:gd name="T3" fmla="*/ 171 h 12"/>
                  <a:gd name="T4" fmla="*/ 145 w 12"/>
                  <a:gd name="T5" fmla="*/ 115 h 12"/>
                  <a:gd name="T6" fmla="*/ 158 w 12"/>
                  <a:gd name="T7" fmla="*/ 77 h 12"/>
                  <a:gd name="T8" fmla="*/ 125 w 12"/>
                  <a:gd name="T9" fmla="*/ 21 h 12"/>
                  <a:gd name="T10" fmla="*/ 0 w 12"/>
                  <a:gd name="T11" fmla="*/ 11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1" y="8"/>
                    </a:moveTo>
                    <a:cubicBezTo>
                      <a:pt x="1" y="12"/>
                      <a:pt x="4" y="12"/>
                      <a:pt x="6" y="9"/>
                    </a:cubicBezTo>
                    <a:cubicBezTo>
                      <a:pt x="7" y="7"/>
                      <a:pt x="7" y="7"/>
                      <a:pt x="9" y="6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2" y="1"/>
                      <a:pt x="10" y="0"/>
                      <a:pt x="8" y="1"/>
                    </a:cubicBezTo>
                    <a:cubicBezTo>
                      <a:pt x="5" y="2"/>
                      <a:pt x="0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3" name="Freeform 998">
                <a:extLst>
                  <a:ext uri="{FF2B5EF4-FFF2-40B4-BE49-F238E27FC236}">
                    <a16:creationId xmlns:a16="http://schemas.microsoft.com/office/drawing/2014/main" id="{B25C043D-46A2-4197-A9FC-D632B1F2C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928"/>
                <a:ext cx="20" cy="24"/>
              </a:xfrm>
              <a:custGeom>
                <a:avLst/>
                <a:gdLst>
                  <a:gd name="T0" fmla="*/ 50 w 8"/>
                  <a:gd name="T1" fmla="*/ 171 h 9"/>
                  <a:gd name="T2" fmla="*/ 50 w 8"/>
                  <a:gd name="T3" fmla="*/ 21 h 9"/>
                  <a:gd name="T4" fmla="*/ 125 w 8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2" y="6"/>
                      <a:pt x="0" y="4"/>
                      <a:pt x="3" y="1"/>
                    </a:cubicBezTo>
                    <a:cubicBezTo>
                      <a:pt x="4" y="0"/>
                      <a:pt x="8" y="0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4" name="Freeform 999">
                <a:extLst>
                  <a:ext uri="{FF2B5EF4-FFF2-40B4-BE49-F238E27FC236}">
                    <a16:creationId xmlns:a16="http://schemas.microsoft.com/office/drawing/2014/main" id="{928CB5F9-A4FE-4D3D-B672-86354380C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941"/>
                <a:ext cx="17" cy="11"/>
              </a:xfrm>
              <a:custGeom>
                <a:avLst/>
                <a:gdLst>
                  <a:gd name="T0" fmla="*/ 0 w 7"/>
                  <a:gd name="T1" fmla="*/ 47 h 4"/>
                  <a:gd name="T2" fmla="*/ 10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2" y="4"/>
                      <a:pt x="7" y="3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5" name="Freeform 1000">
                <a:extLst>
                  <a:ext uri="{FF2B5EF4-FFF2-40B4-BE49-F238E27FC236}">
                    <a16:creationId xmlns:a16="http://schemas.microsoft.com/office/drawing/2014/main" id="{0311337D-135E-4023-8EF6-C918B9884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960"/>
                <a:ext cx="35" cy="19"/>
              </a:xfrm>
              <a:custGeom>
                <a:avLst/>
                <a:gdLst>
                  <a:gd name="T0" fmla="*/ 50 w 14"/>
                  <a:gd name="T1" fmla="*/ 117 h 7"/>
                  <a:gd name="T2" fmla="*/ 175 w 14"/>
                  <a:gd name="T3" fmla="*/ 103 h 7"/>
                  <a:gd name="T4" fmla="*/ 145 w 14"/>
                  <a:gd name="T5" fmla="*/ 0 h 7"/>
                  <a:gd name="T6" fmla="*/ 95 w 14"/>
                  <a:gd name="T7" fmla="*/ 60 h 7"/>
                  <a:gd name="T8" fmla="*/ 50 w 14"/>
                  <a:gd name="T9" fmla="*/ 38 h 7"/>
                  <a:gd name="T10" fmla="*/ 50 w 14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3" y="6"/>
                    </a:moveTo>
                    <a:cubicBezTo>
                      <a:pt x="4" y="7"/>
                      <a:pt x="9" y="7"/>
                      <a:pt x="11" y="5"/>
                    </a:cubicBezTo>
                    <a:cubicBezTo>
                      <a:pt x="14" y="3"/>
                      <a:pt x="12" y="0"/>
                      <a:pt x="9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1" y="3"/>
                      <a:pt x="0" y="5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6" name="Freeform 1001">
                <a:extLst>
                  <a:ext uri="{FF2B5EF4-FFF2-40B4-BE49-F238E27FC236}">
                    <a16:creationId xmlns:a16="http://schemas.microsoft.com/office/drawing/2014/main" id="{BB5EBA4E-41B7-46CC-BDF3-26C193A24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965"/>
                <a:ext cx="27" cy="35"/>
              </a:xfrm>
              <a:custGeom>
                <a:avLst/>
                <a:gdLst>
                  <a:gd name="T0" fmla="*/ 150 w 11"/>
                  <a:gd name="T1" fmla="*/ 81 h 13"/>
                  <a:gd name="T2" fmla="*/ 29 w 11"/>
                  <a:gd name="T3" fmla="*/ 159 h 13"/>
                  <a:gd name="T4" fmla="*/ 162 w 11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0" y="4"/>
                    </a:moveTo>
                    <a:cubicBezTo>
                      <a:pt x="9" y="7"/>
                      <a:pt x="4" y="13"/>
                      <a:pt x="2" y="8"/>
                    </a:cubicBezTo>
                    <a:cubicBezTo>
                      <a:pt x="0" y="4"/>
                      <a:pt x="7" y="0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7" name="Freeform 1002">
                <a:extLst>
                  <a:ext uri="{FF2B5EF4-FFF2-40B4-BE49-F238E27FC236}">
                    <a16:creationId xmlns:a16="http://schemas.microsoft.com/office/drawing/2014/main" id="{83EF1F58-45BB-4FBD-A819-0A6757C59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952"/>
                <a:ext cx="22" cy="13"/>
              </a:xfrm>
              <a:custGeom>
                <a:avLst/>
                <a:gdLst>
                  <a:gd name="T0" fmla="*/ 103 w 9"/>
                  <a:gd name="T1" fmla="*/ 88 h 5"/>
                  <a:gd name="T2" fmla="*/ 90 w 9"/>
                  <a:gd name="T3" fmla="*/ 21 h 5"/>
                  <a:gd name="T4" fmla="*/ 0 w 9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7" y="5"/>
                    </a:moveTo>
                    <a:cubicBezTo>
                      <a:pt x="9" y="4"/>
                      <a:pt x="7" y="2"/>
                      <a:pt x="6" y="1"/>
                    </a:cubicBez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8" name="Freeform 1003">
                <a:extLst>
                  <a:ext uri="{FF2B5EF4-FFF2-40B4-BE49-F238E27FC236}">
                    <a16:creationId xmlns:a16="http://schemas.microsoft.com/office/drawing/2014/main" id="{23CB54B1-6D4C-49A4-BDBD-4EFBDC80F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941"/>
                <a:ext cx="30" cy="22"/>
              </a:xfrm>
              <a:custGeom>
                <a:avLst/>
                <a:gdLst>
                  <a:gd name="T0" fmla="*/ 50 w 12"/>
                  <a:gd name="T1" fmla="*/ 168 h 8"/>
                  <a:gd name="T2" fmla="*/ 175 w 12"/>
                  <a:gd name="T3" fmla="*/ 83 h 8"/>
                  <a:gd name="T4" fmla="*/ 0 w 12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3" y="8"/>
                    </a:moveTo>
                    <a:cubicBezTo>
                      <a:pt x="5" y="7"/>
                      <a:pt x="12" y="8"/>
                      <a:pt x="11" y="4"/>
                    </a:cubicBezTo>
                    <a:cubicBezTo>
                      <a:pt x="10" y="0"/>
                      <a:pt x="3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79" name="Freeform 1004">
                <a:extLst>
                  <a:ext uri="{FF2B5EF4-FFF2-40B4-BE49-F238E27FC236}">
                    <a16:creationId xmlns:a16="http://schemas.microsoft.com/office/drawing/2014/main" id="{F70B6644-A0F9-40C6-B8CC-4072BC0F1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933"/>
                <a:ext cx="8" cy="14"/>
              </a:xfrm>
              <a:custGeom>
                <a:avLst/>
                <a:gdLst>
                  <a:gd name="T0" fmla="*/ 21 w 3"/>
                  <a:gd name="T1" fmla="*/ 10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3" y="3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0" name="Freeform 1005">
                <a:extLst>
                  <a:ext uri="{FF2B5EF4-FFF2-40B4-BE49-F238E27FC236}">
                    <a16:creationId xmlns:a16="http://schemas.microsoft.com/office/drawing/2014/main" id="{9B73CDFC-D544-40A7-92D6-D1D30999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931"/>
                <a:ext cx="40" cy="32"/>
              </a:xfrm>
              <a:custGeom>
                <a:avLst/>
                <a:gdLst>
                  <a:gd name="T0" fmla="*/ 0 w 16"/>
                  <a:gd name="T1" fmla="*/ 149 h 12"/>
                  <a:gd name="T2" fmla="*/ 175 w 16"/>
                  <a:gd name="T3" fmla="*/ 56 h 12"/>
                  <a:gd name="T4" fmla="*/ 63 w 16"/>
                  <a:gd name="T5" fmla="*/ 77 h 12"/>
                  <a:gd name="T6" fmla="*/ 20 w 1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8"/>
                    </a:moveTo>
                    <a:cubicBezTo>
                      <a:pt x="1" y="12"/>
                      <a:pt x="16" y="8"/>
                      <a:pt x="11" y="3"/>
                    </a:cubicBezTo>
                    <a:cubicBezTo>
                      <a:pt x="9" y="2"/>
                      <a:pt x="6" y="4"/>
                      <a:pt x="4" y="4"/>
                    </a:cubicBezTo>
                    <a:cubicBezTo>
                      <a:pt x="3" y="3"/>
                      <a:pt x="2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1" name="Freeform 1006">
                <a:extLst>
                  <a:ext uri="{FF2B5EF4-FFF2-40B4-BE49-F238E27FC236}">
                    <a16:creationId xmlns:a16="http://schemas.microsoft.com/office/drawing/2014/main" id="{B9049DA9-5269-4666-B21A-396E231A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008"/>
                <a:ext cx="28" cy="19"/>
              </a:xfrm>
              <a:custGeom>
                <a:avLst/>
                <a:gdLst>
                  <a:gd name="T0" fmla="*/ 0 w 11"/>
                  <a:gd name="T1" fmla="*/ 60 h 7"/>
                  <a:gd name="T2" fmla="*/ 117 w 11"/>
                  <a:gd name="T3" fmla="*/ 141 h 7"/>
                  <a:gd name="T4" fmla="*/ 117 w 11"/>
                  <a:gd name="T5" fmla="*/ 38 h 7"/>
                  <a:gd name="T6" fmla="*/ 33 w 11"/>
                  <a:gd name="T7" fmla="*/ 0 h 7"/>
                  <a:gd name="T8" fmla="*/ 20 w 11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3"/>
                    </a:moveTo>
                    <a:cubicBezTo>
                      <a:pt x="2" y="5"/>
                      <a:pt x="5" y="7"/>
                      <a:pt x="7" y="7"/>
                    </a:cubicBezTo>
                    <a:cubicBezTo>
                      <a:pt x="11" y="7"/>
                      <a:pt x="9" y="4"/>
                      <a:pt x="7" y="2"/>
                    </a:cubicBezTo>
                    <a:cubicBezTo>
                      <a:pt x="6" y="1"/>
                      <a:pt x="3" y="0"/>
                      <a:pt x="2" y="0"/>
                    </a:cubicBezTo>
                    <a:cubicBezTo>
                      <a:pt x="0" y="1"/>
                      <a:pt x="0" y="3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2" name="Freeform 1007">
                <a:extLst>
                  <a:ext uri="{FF2B5EF4-FFF2-40B4-BE49-F238E27FC236}">
                    <a16:creationId xmlns:a16="http://schemas.microsoft.com/office/drawing/2014/main" id="{2982EFF7-61FD-46F3-B123-3CB42B5CB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989"/>
                <a:ext cx="27" cy="24"/>
              </a:xfrm>
              <a:custGeom>
                <a:avLst/>
                <a:gdLst>
                  <a:gd name="T0" fmla="*/ 103 w 11"/>
                  <a:gd name="T1" fmla="*/ 149 h 9"/>
                  <a:gd name="T2" fmla="*/ 120 w 11"/>
                  <a:gd name="T3" fmla="*/ 77 h 9"/>
                  <a:gd name="T4" fmla="*/ 42 w 11"/>
                  <a:gd name="T5" fmla="*/ 21 h 9"/>
                  <a:gd name="T6" fmla="*/ 42 w 11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7" y="8"/>
                    </a:moveTo>
                    <a:cubicBezTo>
                      <a:pt x="10" y="9"/>
                      <a:pt x="11" y="6"/>
                      <a:pt x="8" y="4"/>
                    </a:cubicBezTo>
                    <a:cubicBezTo>
                      <a:pt x="8" y="4"/>
                      <a:pt x="4" y="1"/>
                      <a:pt x="3" y="1"/>
                    </a:cubicBezTo>
                    <a:cubicBezTo>
                      <a:pt x="0" y="0"/>
                      <a:pt x="0" y="7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3" name="Freeform 1008">
                <a:extLst>
                  <a:ext uri="{FF2B5EF4-FFF2-40B4-BE49-F238E27FC236}">
                    <a16:creationId xmlns:a16="http://schemas.microsoft.com/office/drawing/2014/main" id="{3BAB474F-AA3D-40D2-A098-B9926E0BB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992"/>
                <a:ext cx="18" cy="29"/>
              </a:xfrm>
              <a:custGeom>
                <a:avLst/>
                <a:gdLst>
                  <a:gd name="T0" fmla="*/ 100 w 7"/>
                  <a:gd name="T1" fmla="*/ 76 h 11"/>
                  <a:gd name="T2" fmla="*/ 21 w 7"/>
                  <a:gd name="T3" fmla="*/ 76 h 11"/>
                  <a:gd name="T4" fmla="*/ 100 w 7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6" y="4"/>
                    </a:moveTo>
                    <a:cubicBezTo>
                      <a:pt x="7" y="9"/>
                      <a:pt x="0" y="11"/>
                      <a:pt x="1" y="4"/>
                    </a:cubicBezTo>
                    <a:cubicBezTo>
                      <a:pt x="1" y="0"/>
                      <a:pt x="4" y="0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4" name="Freeform 1009">
                <a:extLst>
                  <a:ext uri="{FF2B5EF4-FFF2-40B4-BE49-F238E27FC236}">
                    <a16:creationId xmlns:a16="http://schemas.microsoft.com/office/drawing/2014/main" id="{28E478E7-AE03-4E90-88A8-821B45B74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973"/>
                <a:ext cx="20" cy="19"/>
              </a:xfrm>
              <a:custGeom>
                <a:avLst/>
                <a:gdLst>
                  <a:gd name="T0" fmla="*/ 20 w 8"/>
                  <a:gd name="T1" fmla="*/ 141 h 7"/>
                  <a:gd name="T2" fmla="*/ 113 w 8"/>
                  <a:gd name="T3" fmla="*/ 60 h 7"/>
                  <a:gd name="T4" fmla="*/ 0 w 8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7"/>
                    </a:moveTo>
                    <a:cubicBezTo>
                      <a:pt x="3" y="7"/>
                      <a:pt x="8" y="6"/>
                      <a:pt x="7" y="3"/>
                    </a:cubicBezTo>
                    <a:cubicBezTo>
                      <a:pt x="6" y="0"/>
                      <a:pt x="1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5" name="Freeform 1010">
                <a:extLst>
                  <a:ext uri="{FF2B5EF4-FFF2-40B4-BE49-F238E27FC236}">
                    <a16:creationId xmlns:a16="http://schemas.microsoft.com/office/drawing/2014/main" id="{B1D647D7-74F4-4C9D-99D0-D60B43EAE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981"/>
                <a:ext cx="35" cy="32"/>
              </a:xfrm>
              <a:custGeom>
                <a:avLst/>
                <a:gdLst>
                  <a:gd name="T0" fmla="*/ 33 w 14"/>
                  <a:gd name="T1" fmla="*/ 171 h 12"/>
                  <a:gd name="T2" fmla="*/ 158 w 14"/>
                  <a:gd name="T3" fmla="*/ 56 h 12"/>
                  <a:gd name="T4" fmla="*/ 0 w 14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2" y="9"/>
                    </a:moveTo>
                    <a:cubicBezTo>
                      <a:pt x="6" y="12"/>
                      <a:pt x="14" y="8"/>
                      <a:pt x="10" y="3"/>
                    </a:cubicBezTo>
                    <a:cubicBezTo>
                      <a:pt x="7" y="0"/>
                      <a:pt x="1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6" name="Freeform 1011">
                <a:extLst>
                  <a:ext uri="{FF2B5EF4-FFF2-40B4-BE49-F238E27FC236}">
                    <a16:creationId xmlns:a16="http://schemas.microsoft.com/office/drawing/2014/main" id="{C839C77E-D06F-488E-AC47-97B37D6A5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968"/>
                <a:ext cx="38" cy="19"/>
              </a:xfrm>
              <a:custGeom>
                <a:avLst/>
                <a:gdLst>
                  <a:gd name="T0" fmla="*/ 147 w 15"/>
                  <a:gd name="T1" fmla="*/ 141 h 7"/>
                  <a:gd name="T2" fmla="*/ 180 w 15"/>
                  <a:gd name="T3" fmla="*/ 38 h 7"/>
                  <a:gd name="T4" fmla="*/ 0 w 15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9" y="7"/>
                    </a:moveTo>
                    <a:cubicBezTo>
                      <a:pt x="11" y="5"/>
                      <a:pt x="15" y="5"/>
                      <a:pt x="11" y="2"/>
                    </a:cubicBezTo>
                    <a:cubicBezTo>
                      <a:pt x="7" y="0"/>
                      <a:pt x="4" y="4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7" name="Freeform 1012">
                <a:extLst>
                  <a:ext uri="{FF2B5EF4-FFF2-40B4-BE49-F238E27FC236}">
                    <a16:creationId xmlns:a16="http://schemas.microsoft.com/office/drawing/2014/main" id="{30452C28-0B86-418E-8ECC-83923A708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57"/>
                <a:ext cx="22" cy="19"/>
              </a:xfrm>
              <a:custGeom>
                <a:avLst/>
                <a:gdLst>
                  <a:gd name="T0" fmla="*/ 0 w 9"/>
                  <a:gd name="T1" fmla="*/ 81 h 7"/>
                  <a:gd name="T2" fmla="*/ 120 w 9"/>
                  <a:gd name="T3" fmla="*/ 103 h 7"/>
                  <a:gd name="T4" fmla="*/ 42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4"/>
                    </a:moveTo>
                    <a:cubicBezTo>
                      <a:pt x="1" y="5"/>
                      <a:pt x="6" y="7"/>
                      <a:pt x="8" y="5"/>
                    </a:cubicBezTo>
                    <a:cubicBezTo>
                      <a:pt x="9" y="3"/>
                      <a:pt x="5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8" name="Freeform 1013">
                <a:extLst>
                  <a:ext uri="{FF2B5EF4-FFF2-40B4-BE49-F238E27FC236}">
                    <a16:creationId xmlns:a16="http://schemas.microsoft.com/office/drawing/2014/main" id="{C967A8C7-28C8-46C9-90BA-D17E9780C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741"/>
                <a:ext cx="25" cy="48"/>
              </a:xfrm>
              <a:custGeom>
                <a:avLst/>
                <a:gdLst>
                  <a:gd name="T0" fmla="*/ 145 w 10"/>
                  <a:gd name="T1" fmla="*/ 205 h 18"/>
                  <a:gd name="T2" fmla="*/ 145 w 10"/>
                  <a:gd name="T3" fmla="*/ 77 h 18"/>
                  <a:gd name="T4" fmla="*/ 63 w 10"/>
                  <a:gd name="T5" fmla="*/ 171 h 18"/>
                  <a:gd name="T6" fmla="*/ 0 w 10"/>
                  <a:gd name="T7" fmla="*/ 285 h 18"/>
                  <a:gd name="T8" fmla="*/ 83 w 10"/>
                  <a:gd name="T9" fmla="*/ 26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8">
                    <a:moveTo>
                      <a:pt x="9" y="11"/>
                    </a:moveTo>
                    <a:cubicBezTo>
                      <a:pt x="10" y="9"/>
                      <a:pt x="10" y="6"/>
                      <a:pt x="9" y="4"/>
                    </a:cubicBezTo>
                    <a:cubicBezTo>
                      <a:pt x="6" y="0"/>
                      <a:pt x="5" y="8"/>
                      <a:pt x="4" y="9"/>
                    </a:cubicBezTo>
                    <a:cubicBezTo>
                      <a:pt x="3" y="11"/>
                      <a:pt x="0" y="13"/>
                      <a:pt x="0" y="15"/>
                    </a:cubicBezTo>
                    <a:cubicBezTo>
                      <a:pt x="0" y="18"/>
                      <a:pt x="4" y="15"/>
                      <a:pt x="5" y="1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89" name="Freeform 1014">
                <a:extLst>
                  <a:ext uri="{FF2B5EF4-FFF2-40B4-BE49-F238E27FC236}">
                    <a16:creationId xmlns:a16="http://schemas.microsoft.com/office/drawing/2014/main" id="{85F9635C-ED17-41A8-8758-895AB40CC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771"/>
                <a:ext cx="35" cy="21"/>
              </a:xfrm>
              <a:custGeom>
                <a:avLst/>
                <a:gdLst>
                  <a:gd name="T0" fmla="*/ 175 w 14"/>
                  <a:gd name="T1" fmla="*/ 110 h 8"/>
                  <a:gd name="T2" fmla="*/ 95 w 14"/>
                  <a:gd name="T3" fmla="*/ 21 h 8"/>
                  <a:gd name="T4" fmla="*/ 0 w 14"/>
                  <a:gd name="T5" fmla="*/ 76 h 8"/>
                  <a:gd name="T6" fmla="*/ 113 w 14"/>
                  <a:gd name="T7" fmla="*/ 89 h 8"/>
                  <a:gd name="T8" fmla="*/ 188 w 14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1" y="6"/>
                    </a:moveTo>
                    <a:cubicBezTo>
                      <a:pt x="14" y="2"/>
                      <a:pt x="8" y="0"/>
                      <a:pt x="6" y="1"/>
                    </a:cubicBezTo>
                    <a:cubicBezTo>
                      <a:pt x="5" y="1"/>
                      <a:pt x="0" y="3"/>
                      <a:pt x="0" y="4"/>
                    </a:cubicBezTo>
                    <a:cubicBezTo>
                      <a:pt x="0" y="8"/>
                      <a:pt x="6" y="5"/>
                      <a:pt x="7" y="5"/>
                    </a:cubicBezTo>
                    <a:cubicBezTo>
                      <a:pt x="9" y="5"/>
                      <a:pt x="11" y="8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0" name="Freeform 1015">
                <a:extLst>
                  <a:ext uri="{FF2B5EF4-FFF2-40B4-BE49-F238E27FC236}">
                    <a16:creationId xmlns:a16="http://schemas.microsoft.com/office/drawing/2014/main" id="{ED54A888-ECC5-4E79-89BE-9AFFDC7A3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747"/>
                <a:ext cx="20" cy="32"/>
              </a:xfrm>
              <a:custGeom>
                <a:avLst/>
                <a:gdLst>
                  <a:gd name="T0" fmla="*/ 125 w 8"/>
                  <a:gd name="T1" fmla="*/ 171 h 12"/>
                  <a:gd name="T2" fmla="*/ 63 w 8"/>
                  <a:gd name="T3" fmla="*/ 35 h 12"/>
                  <a:gd name="T4" fmla="*/ 20 w 8"/>
                  <a:gd name="T5" fmla="*/ 93 h 12"/>
                  <a:gd name="T6" fmla="*/ 50 w 8"/>
                  <a:gd name="T7" fmla="*/ 136 h 12"/>
                  <a:gd name="T8" fmla="*/ 63 w 8"/>
                  <a:gd name="T9" fmla="*/ 171 h 12"/>
                  <a:gd name="T10" fmla="*/ 113 w 8"/>
                  <a:gd name="T11" fmla="*/ 19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8" y="9"/>
                    </a:moveTo>
                    <a:cubicBezTo>
                      <a:pt x="7" y="7"/>
                      <a:pt x="5" y="3"/>
                      <a:pt x="4" y="2"/>
                    </a:cubicBezTo>
                    <a:cubicBezTo>
                      <a:pt x="2" y="0"/>
                      <a:pt x="0" y="2"/>
                      <a:pt x="1" y="5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3" y="8"/>
                      <a:pt x="3" y="9"/>
                      <a:pt x="4" y="9"/>
                    </a:cubicBezTo>
                    <a:cubicBezTo>
                      <a:pt x="5" y="11"/>
                      <a:pt x="6" y="12"/>
                      <a:pt x="7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1" name="Freeform 1016">
                <a:extLst>
                  <a:ext uri="{FF2B5EF4-FFF2-40B4-BE49-F238E27FC236}">
                    <a16:creationId xmlns:a16="http://schemas.microsoft.com/office/drawing/2014/main" id="{3643D2E0-5D98-41FA-9532-94795E05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733"/>
                <a:ext cx="22" cy="38"/>
              </a:xfrm>
              <a:custGeom>
                <a:avLst/>
                <a:gdLst>
                  <a:gd name="T0" fmla="*/ 90 w 9"/>
                  <a:gd name="T1" fmla="*/ 141 h 14"/>
                  <a:gd name="T2" fmla="*/ 42 w 9"/>
                  <a:gd name="T3" fmla="*/ 22 h 14"/>
                  <a:gd name="T4" fmla="*/ 29 w 9"/>
                  <a:gd name="T5" fmla="*/ 198 h 14"/>
                  <a:gd name="T6" fmla="*/ 59 w 9"/>
                  <a:gd name="T7" fmla="*/ 258 h 14"/>
                  <a:gd name="T8" fmla="*/ 103 w 9"/>
                  <a:gd name="T9" fmla="*/ 17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6" y="7"/>
                    </a:moveTo>
                    <a:cubicBezTo>
                      <a:pt x="6" y="5"/>
                      <a:pt x="5" y="0"/>
                      <a:pt x="3" y="1"/>
                    </a:cubicBezTo>
                    <a:cubicBezTo>
                      <a:pt x="0" y="2"/>
                      <a:pt x="2" y="8"/>
                      <a:pt x="2" y="10"/>
                    </a:cubicBezTo>
                    <a:cubicBezTo>
                      <a:pt x="3" y="10"/>
                      <a:pt x="4" y="13"/>
                      <a:pt x="4" y="13"/>
                    </a:cubicBezTo>
                    <a:cubicBezTo>
                      <a:pt x="7" y="14"/>
                      <a:pt x="9" y="11"/>
                      <a:pt x="7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2" name="Freeform 1017">
                <a:extLst>
                  <a:ext uri="{FF2B5EF4-FFF2-40B4-BE49-F238E27FC236}">
                    <a16:creationId xmlns:a16="http://schemas.microsoft.com/office/drawing/2014/main" id="{6523B137-46A3-443A-B533-28C2AFB7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752"/>
                <a:ext cx="30" cy="32"/>
              </a:xfrm>
              <a:custGeom>
                <a:avLst/>
                <a:gdLst>
                  <a:gd name="T0" fmla="*/ 175 w 12"/>
                  <a:gd name="T1" fmla="*/ 171 h 12"/>
                  <a:gd name="T2" fmla="*/ 33 w 12"/>
                  <a:gd name="T3" fmla="*/ 56 h 12"/>
                  <a:gd name="T4" fmla="*/ 158 w 12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12" y="6"/>
                      <a:pt x="4" y="0"/>
                      <a:pt x="2" y="3"/>
                    </a:cubicBezTo>
                    <a:cubicBezTo>
                      <a:pt x="0" y="6"/>
                      <a:pt x="7" y="12"/>
                      <a:pt x="10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3" name="Freeform 1018">
                <a:extLst>
                  <a:ext uri="{FF2B5EF4-FFF2-40B4-BE49-F238E27FC236}">
                    <a16:creationId xmlns:a16="http://schemas.microsoft.com/office/drawing/2014/main" id="{92E0C11F-909A-4684-B298-98AAF7D57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771"/>
                <a:ext cx="20" cy="18"/>
              </a:xfrm>
              <a:custGeom>
                <a:avLst/>
                <a:gdLst>
                  <a:gd name="T0" fmla="*/ 125 w 8"/>
                  <a:gd name="T1" fmla="*/ 54 h 7"/>
                  <a:gd name="T2" fmla="*/ 0 w 8"/>
                  <a:gd name="T3" fmla="*/ 21 h 7"/>
                  <a:gd name="T4" fmla="*/ 125 w 8"/>
                  <a:gd name="T5" fmla="*/ 8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3"/>
                    </a:moveTo>
                    <a:cubicBezTo>
                      <a:pt x="6" y="1"/>
                      <a:pt x="3" y="0"/>
                      <a:pt x="0" y="1"/>
                    </a:cubicBezTo>
                    <a:cubicBezTo>
                      <a:pt x="0" y="5"/>
                      <a:pt x="6" y="7"/>
                      <a:pt x="8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4" name="Freeform 1019">
                <a:extLst>
                  <a:ext uri="{FF2B5EF4-FFF2-40B4-BE49-F238E27FC236}">
                    <a16:creationId xmlns:a16="http://schemas.microsoft.com/office/drawing/2014/main" id="{CFFBE29E-95CD-478D-9B11-83D7900B0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784"/>
                <a:ext cx="50" cy="27"/>
              </a:xfrm>
              <a:custGeom>
                <a:avLst/>
                <a:gdLst>
                  <a:gd name="T0" fmla="*/ 250 w 20"/>
                  <a:gd name="T1" fmla="*/ 0 h 10"/>
                  <a:gd name="T2" fmla="*/ 50 w 2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">
                    <a:moveTo>
                      <a:pt x="16" y="0"/>
                    </a:moveTo>
                    <a:cubicBezTo>
                      <a:pt x="20" y="10"/>
                      <a:pt x="0" y="5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5" name="Freeform 1020">
                <a:extLst>
                  <a:ext uri="{FF2B5EF4-FFF2-40B4-BE49-F238E27FC236}">
                    <a16:creationId xmlns:a16="http://schemas.microsoft.com/office/drawing/2014/main" id="{E8E369EA-EA70-4098-BA53-7E81B30C3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797"/>
                <a:ext cx="35" cy="16"/>
              </a:xfrm>
              <a:custGeom>
                <a:avLst/>
                <a:gdLst>
                  <a:gd name="T0" fmla="*/ 113 w 14"/>
                  <a:gd name="T1" fmla="*/ 21 h 6"/>
                  <a:gd name="T2" fmla="*/ 158 w 14"/>
                  <a:gd name="T3" fmla="*/ 93 h 6"/>
                  <a:gd name="T4" fmla="*/ 0 w 14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7" y="1"/>
                    </a:moveTo>
                    <a:cubicBezTo>
                      <a:pt x="9" y="0"/>
                      <a:pt x="14" y="3"/>
                      <a:pt x="10" y="5"/>
                    </a:cubicBezTo>
                    <a:cubicBezTo>
                      <a:pt x="7" y="6"/>
                      <a:pt x="4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6" name="Freeform 1021">
                <a:extLst>
                  <a:ext uri="{FF2B5EF4-FFF2-40B4-BE49-F238E27FC236}">
                    <a16:creationId xmlns:a16="http://schemas.microsoft.com/office/drawing/2014/main" id="{5E4D95DB-5DFB-4775-964A-56433A98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755"/>
                <a:ext cx="40" cy="24"/>
              </a:xfrm>
              <a:custGeom>
                <a:avLst/>
                <a:gdLst>
                  <a:gd name="T0" fmla="*/ 208 w 16"/>
                  <a:gd name="T1" fmla="*/ 93 h 9"/>
                  <a:gd name="T2" fmla="*/ 158 w 16"/>
                  <a:gd name="T3" fmla="*/ 21 h 9"/>
                  <a:gd name="T4" fmla="*/ 83 w 16"/>
                  <a:gd name="T5" fmla="*/ 21 h 9"/>
                  <a:gd name="T6" fmla="*/ 50 w 16"/>
                  <a:gd name="T7" fmla="*/ 21 h 9"/>
                  <a:gd name="T8" fmla="*/ 33 w 16"/>
                  <a:gd name="T9" fmla="*/ 93 h 9"/>
                  <a:gd name="T10" fmla="*/ 175 w 16"/>
                  <a:gd name="T11" fmla="*/ 13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3" y="5"/>
                    </a:moveTo>
                    <a:cubicBezTo>
                      <a:pt x="16" y="2"/>
                      <a:pt x="13" y="0"/>
                      <a:pt x="10" y="1"/>
                    </a:cubicBezTo>
                    <a:cubicBezTo>
                      <a:pt x="8" y="2"/>
                      <a:pt x="7" y="2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5" y="7"/>
                      <a:pt x="9" y="9"/>
                      <a:pt x="1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7" name="Freeform 1022">
                <a:extLst>
                  <a:ext uri="{FF2B5EF4-FFF2-40B4-BE49-F238E27FC236}">
                    <a16:creationId xmlns:a16="http://schemas.microsoft.com/office/drawing/2014/main" id="{79C430C1-3E96-4580-A174-8C146F00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787"/>
                <a:ext cx="28" cy="13"/>
              </a:xfrm>
              <a:custGeom>
                <a:avLst/>
                <a:gdLst>
                  <a:gd name="T0" fmla="*/ 181 w 11"/>
                  <a:gd name="T1" fmla="*/ 0 h 5"/>
                  <a:gd name="T2" fmla="*/ 97 w 11"/>
                  <a:gd name="T3" fmla="*/ 88 h 5"/>
                  <a:gd name="T4" fmla="*/ 33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11" y="0"/>
                    </a:moveTo>
                    <a:cubicBezTo>
                      <a:pt x="10" y="2"/>
                      <a:pt x="9" y="5"/>
                      <a:pt x="6" y="5"/>
                    </a:cubicBezTo>
                    <a:cubicBezTo>
                      <a:pt x="4" y="5"/>
                      <a:pt x="0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8" name="Freeform 1023">
                <a:extLst>
                  <a:ext uri="{FF2B5EF4-FFF2-40B4-BE49-F238E27FC236}">
                    <a16:creationId xmlns:a16="http://schemas.microsoft.com/office/drawing/2014/main" id="{7C44A33B-1FCD-42B6-A00E-AAFDC4B7F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747"/>
                <a:ext cx="20" cy="16"/>
              </a:xfrm>
              <a:custGeom>
                <a:avLst/>
                <a:gdLst>
                  <a:gd name="T0" fmla="*/ 125 w 8"/>
                  <a:gd name="T1" fmla="*/ 115 h 6"/>
                  <a:gd name="T2" fmla="*/ 0 w 8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8" y="2"/>
                      <a:pt x="3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99" name="Freeform 1024">
                <a:extLst>
                  <a:ext uri="{FF2B5EF4-FFF2-40B4-BE49-F238E27FC236}">
                    <a16:creationId xmlns:a16="http://schemas.microsoft.com/office/drawing/2014/main" id="{11EBF15A-63BB-4410-BDF4-7E2024396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723"/>
                <a:ext cx="32" cy="24"/>
              </a:xfrm>
              <a:custGeom>
                <a:avLst/>
                <a:gdLst>
                  <a:gd name="T0" fmla="*/ 182 w 13"/>
                  <a:gd name="T1" fmla="*/ 93 h 9"/>
                  <a:gd name="T2" fmla="*/ 74 w 13"/>
                  <a:gd name="T3" fmla="*/ 0 h 9"/>
                  <a:gd name="T4" fmla="*/ 42 w 13"/>
                  <a:gd name="T5" fmla="*/ 93 h 9"/>
                  <a:gd name="T6" fmla="*/ 103 w 13"/>
                  <a:gd name="T7" fmla="*/ 115 h 9"/>
                  <a:gd name="T8" fmla="*/ 133 w 13"/>
                  <a:gd name="T9" fmla="*/ 149 h 9"/>
                  <a:gd name="T10" fmla="*/ 182 w 13"/>
                  <a:gd name="T11" fmla="*/ 9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2" y="5"/>
                    </a:moveTo>
                    <a:cubicBezTo>
                      <a:pt x="11" y="3"/>
                      <a:pt x="7" y="0"/>
                      <a:pt x="5" y="0"/>
                    </a:cubicBezTo>
                    <a:cubicBezTo>
                      <a:pt x="1" y="0"/>
                      <a:pt x="0" y="3"/>
                      <a:pt x="3" y="5"/>
                    </a:cubicBezTo>
                    <a:cubicBezTo>
                      <a:pt x="5" y="6"/>
                      <a:pt x="6" y="5"/>
                      <a:pt x="7" y="6"/>
                    </a:cubicBezTo>
                    <a:cubicBezTo>
                      <a:pt x="8" y="6"/>
                      <a:pt x="8" y="8"/>
                      <a:pt x="9" y="8"/>
                    </a:cubicBezTo>
                    <a:cubicBezTo>
                      <a:pt x="11" y="9"/>
                      <a:pt x="13" y="8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00" name="Freeform 1025">
                <a:extLst>
                  <a:ext uri="{FF2B5EF4-FFF2-40B4-BE49-F238E27FC236}">
                    <a16:creationId xmlns:a16="http://schemas.microsoft.com/office/drawing/2014/main" id="{DA65F863-9B36-4848-BED6-9F11727CF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33"/>
                <a:ext cx="33" cy="24"/>
              </a:xfrm>
              <a:custGeom>
                <a:avLst/>
                <a:gdLst>
                  <a:gd name="T0" fmla="*/ 33 w 13"/>
                  <a:gd name="T1" fmla="*/ 35 h 9"/>
                  <a:gd name="T2" fmla="*/ 180 w 13"/>
                  <a:gd name="T3" fmla="*/ 93 h 9"/>
                  <a:gd name="T4" fmla="*/ 0 w 13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2" y="2"/>
                    </a:moveTo>
                    <a:cubicBezTo>
                      <a:pt x="5" y="1"/>
                      <a:pt x="13" y="0"/>
                      <a:pt x="11" y="5"/>
                    </a:cubicBezTo>
                    <a:cubicBezTo>
                      <a:pt x="9" y="9"/>
                      <a:pt x="1" y="7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01" name="Freeform 1026">
                <a:extLst>
                  <a:ext uri="{FF2B5EF4-FFF2-40B4-BE49-F238E27FC236}">
                    <a16:creationId xmlns:a16="http://schemas.microsoft.com/office/drawing/2014/main" id="{F8917A1D-D920-4421-8422-59A801D2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739"/>
                <a:ext cx="12" cy="18"/>
              </a:xfrm>
              <a:custGeom>
                <a:avLst/>
                <a:gdLst>
                  <a:gd name="T0" fmla="*/ 41 w 5"/>
                  <a:gd name="T1" fmla="*/ 0 h 7"/>
                  <a:gd name="T2" fmla="*/ 12 w 5"/>
                  <a:gd name="T3" fmla="*/ 67 h 7"/>
                  <a:gd name="T4" fmla="*/ 70 w 5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0" y="0"/>
                      <a:pt x="0" y="2"/>
                      <a:pt x="1" y="4"/>
                    </a:cubicBezTo>
                    <a:cubicBezTo>
                      <a:pt x="2" y="6"/>
                      <a:pt x="4" y="6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02" name="Freeform 1027">
                <a:extLst>
                  <a:ext uri="{FF2B5EF4-FFF2-40B4-BE49-F238E27FC236}">
                    <a16:creationId xmlns:a16="http://schemas.microsoft.com/office/drawing/2014/main" id="{7E68D33C-2CD9-4C00-A4D1-68A97CEAB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717"/>
                <a:ext cx="23" cy="32"/>
              </a:xfrm>
              <a:custGeom>
                <a:avLst/>
                <a:gdLst>
                  <a:gd name="T0" fmla="*/ 151 w 9"/>
                  <a:gd name="T1" fmla="*/ 115 h 12"/>
                  <a:gd name="T2" fmla="*/ 20 w 9"/>
                  <a:gd name="T3" fmla="*/ 56 h 12"/>
                  <a:gd name="T4" fmla="*/ 130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6"/>
                    </a:moveTo>
                    <a:cubicBezTo>
                      <a:pt x="7" y="5"/>
                      <a:pt x="3" y="0"/>
                      <a:pt x="1" y="3"/>
                    </a:cubicBezTo>
                    <a:cubicBezTo>
                      <a:pt x="0" y="7"/>
                      <a:pt x="6" y="10"/>
                      <a:pt x="8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03" name="Freeform 1028">
                <a:extLst>
                  <a:ext uri="{FF2B5EF4-FFF2-40B4-BE49-F238E27FC236}">
                    <a16:creationId xmlns:a16="http://schemas.microsoft.com/office/drawing/2014/main" id="{87ED1BB1-EF26-423E-AD18-BCBFBDB74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736"/>
                <a:ext cx="10" cy="11"/>
              </a:xfrm>
              <a:custGeom>
                <a:avLst/>
                <a:gdLst>
                  <a:gd name="T0" fmla="*/ 63 w 4"/>
                  <a:gd name="T1" fmla="*/ 0 h 4"/>
                  <a:gd name="T2" fmla="*/ 33 w 4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1" y="0"/>
                      <a:pt x="0" y="2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04" name="Freeform 1029">
                <a:extLst>
                  <a:ext uri="{FF2B5EF4-FFF2-40B4-BE49-F238E27FC236}">
                    <a16:creationId xmlns:a16="http://schemas.microsoft.com/office/drawing/2014/main" id="{263CD54A-44AA-4471-B5B9-49700452B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696"/>
                <a:ext cx="32" cy="43"/>
              </a:xfrm>
              <a:custGeom>
                <a:avLst/>
                <a:gdLst>
                  <a:gd name="T0" fmla="*/ 182 w 13"/>
                  <a:gd name="T1" fmla="*/ 218 h 16"/>
                  <a:gd name="T2" fmla="*/ 12 w 13"/>
                  <a:gd name="T3" fmla="*/ 137 h 16"/>
                  <a:gd name="T4" fmla="*/ 91 w 13"/>
                  <a:gd name="T5" fmla="*/ 218 h 16"/>
                  <a:gd name="T6" fmla="*/ 74 w 13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2" y="11"/>
                    </a:moveTo>
                    <a:cubicBezTo>
                      <a:pt x="13" y="7"/>
                      <a:pt x="0" y="0"/>
                      <a:pt x="1" y="7"/>
                    </a:cubicBezTo>
                    <a:cubicBezTo>
                      <a:pt x="1" y="9"/>
                      <a:pt x="4" y="9"/>
                      <a:pt x="6" y="11"/>
                    </a:cubicBezTo>
                    <a:cubicBezTo>
                      <a:pt x="6" y="12"/>
                      <a:pt x="6" y="14"/>
                      <a:pt x="5" y="1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05" name="Freeform 1030">
                <a:extLst>
                  <a:ext uri="{FF2B5EF4-FFF2-40B4-BE49-F238E27FC236}">
                    <a16:creationId xmlns:a16="http://schemas.microsoft.com/office/drawing/2014/main" id="{675446A9-FC4E-4052-A4D9-989A6A0C6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680"/>
                <a:ext cx="15" cy="32"/>
              </a:xfrm>
              <a:custGeom>
                <a:avLst/>
                <a:gdLst>
                  <a:gd name="T0" fmla="*/ 95 w 6"/>
                  <a:gd name="T1" fmla="*/ 192 h 12"/>
                  <a:gd name="T2" fmla="*/ 63 w 6"/>
                  <a:gd name="T3" fmla="*/ 56 h 12"/>
                  <a:gd name="T4" fmla="*/ 20 w 6"/>
                  <a:gd name="T5" fmla="*/ 136 h 12"/>
                  <a:gd name="T6" fmla="*/ 50 w 6"/>
                  <a:gd name="T7" fmla="*/ 205 h 12"/>
                  <a:gd name="T8" fmla="*/ 95 w 6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10"/>
                    </a:moveTo>
                    <a:cubicBezTo>
                      <a:pt x="6" y="8"/>
                      <a:pt x="5" y="5"/>
                      <a:pt x="4" y="3"/>
                    </a:cubicBezTo>
                    <a:cubicBezTo>
                      <a:pt x="1" y="0"/>
                      <a:pt x="0" y="4"/>
                      <a:pt x="1" y="7"/>
                    </a:cubicBezTo>
                    <a:cubicBezTo>
                      <a:pt x="1" y="8"/>
                      <a:pt x="2" y="11"/>
                      <a:pt x="3" y="11"/>
                    </a:cubicBezTo>
                    <a:cubicBezTo>
                      <a:pt x="5" y="12"/>
                      <a:pt x="6" y="11"/>
                      <a:pt x="6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06" name="Freeform 1031">
                <a:extLst>
                  <a:ext uri="{FF2B5EF4-FFF2-40B4-BE49-F238E27FC236}">
                    <a16:creationId xmlns:a16="http://schemas.microsoft.com/office/drawing/2014/main" id="{09F258CF-75BB-48C0-9C90-4D85C7687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693"/>
                <a:ext cx="20" cy="38"/>
              </a:xfrm>
              <a:custGeom>
                <a:avLst/>
                <a:gdLst>
                  <a:gd name="T0" fmla="*/ 63 w 8"/>
                  <a:gd name="T1" fmla="*/ 60 h 14"/>
                  <a:gd name="T2" fmla="*/ 0 w 8"/>
                  <a:gd name="T3" fmla="*/ 103 h 14"/>
                  <a:gd name="T4" fmla="*/ 20 w 8"/>
                  <a:gd name="T5" fmla="*/ 220 h 14"/>
                  <a:gd name="T6" fmla="*/ 95 w 8"/>
                  <a:gd name="T7" fmla="*/ 1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4" y="3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6"/>
                      <a:pt x="1" y="10"/>
                      <a:pt x="1" y="11"/>
                    </a:cubicBezTo>
                    <a:cubicBezTo>
                      <a:pt x="4" y="14"/>
                      <a:pt x="8" y="9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07" name="Freeform 1032">
                <a:extLst>
                  <a:ext uri="{FF2B5EF4-FFF2-40B4-BE49-F238E27FC236}">
                    <a16:creationId xmlns:a16="http://schemas.microsoft.com/office/drawing/2014/main" id="{305EBAC5-C1B8-466E-B4C0-A9DE3EDA3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707"/>
                <a:ext cx="25" cy="29"/>
              </a:xfrm>
              <a:custGeom>
                <a:avLst/>
                <a:gdLst>
                  <a:gd name="T0" fmla="*/ 20 w 10"/>
                  <a:gd name="T1" fmla="*/ 76 h 11"/>
                  <a:gd name="T2" fmla="*/ 83 w 10"/>
                  <a:gd name="T3" fmla="*/ 145 h 11"/>
                  <a:gd name="T4" fmla="*/ 0 w 10"/>
                  <a:gd name="T5" fmla="*/ 1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" y="4"/>
                    </a:moveTo>
                    <a:cubicBezTo>
                      <a:pt x="3" y="0"/>
                      <a:pt x="10" y="3"/>
                      <a:pt x="5" y="8"/>
                    </a:cubicBezTo>
                    <a:cubicBezTo>
                      <a:pt x="2" y="11"/>
                      <a:pt x="0" y="9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3423" name="Group 1033">
              <a:extLst>
                <a:ext uri="{FF2B5EF4-FFF2-40B4-BE49-F238E27FC236}">
                  <a16:creationId xmlns:a16="http://schemas.microsoft.com/office/drawing/2014/main" id="{371E4AA3-CBCB-47F4-802A-2F91D0ED8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592"/>
              <a:ext cx="528" cy="483"/>
              <a:chOff x="2611" y="1592"/>
              <a:chExt cx="528" cy="483"/>
            </a:xfrm>
          </p:grpSpPr>
          <p:sp>
            <p:nvSpPr>
              <p:cNvPr id="64108" name="Freeform 1034">
                <a:extLst>
                  <a:ext uri="{FF2B5EF4-FFF2-40B4-BE49-F238E27FC236}">
                    <a16:creationId xmlns:a16="http://schemas.microsoft.com/office/drawing/2014/main" id="{160BF260-1FB6-4E4B-8676-E470B4C86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715"/>
                <a:ext cx="20" cy="21"/>
              </a:xfrm>
              <a:custGeom>
                <a:avLst/>
                <a:gdLst>
                  <a:gd name="T0" fmla="*/ 125 w 8"/>
                  <a:gd name="T1" fmla="*/ 89 h 8"/>
                  <a:gd name="T2" fmla="*/ 20 w 8"/>
                  <a:gd name="T3" fmla="*/ 55 h 8"/>
                  <a:gd name="T4" fmla="*/ 95 w 8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3"/>
                      <a:pt x="3" y="0"/>
                      <a:pt x="1" y="3"/>
                    </a:cubicBezTo>
                    <a:cubicBezTo>
                      <a:pt x="0" y="6"/>
                      <a:pt x="4" y="8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09" name="Freeform 1035">
                <a:extLst>
                  <a:ext uri="{FF2B5EF4-FFF2-40B4-BE49-F238E27FC236}">
                    <a16:creationId xmlns:a16="http://schemas.microsoft.com/office/drawing/2014/main" id="{03084212-5CE8-4583-BA51-2ABA4F1F9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80"/>
                <a:ext cx="25" cy="32"/>
              </a:xfrm>
              <a:custGeom>
                <a:avLst/>
                <a:gdLst>
                  <a:gd name="T0" fmla="*/ 158 w 10"/>
                  <a:gd name="T1" fmla="*/ 136 h 12"/>
                  <a:gd name="T2" fmla="*/ 0 w 10"/>
                  <a:gd name="T3" fmla="*/ 136 h 12"/>
                  <a:gd name="T4" fmla="*/ 158 w 10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7"/>
                    </a:moveTo>
                    <a:cubicBezTo>
                      <a:pt x="9" y="3"/>
                      <a:pt x="0" y="0"/>
                      <a:pt x="0" y="7"/>
                    </a:cubicBezTo>
                    <a:cubicBezTo>
                      <a:pt x="0" y="11"/>
                      <a:pt x="7" y="12"/>
                      <a:pt x="10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0" name="Freeform 1036">
                <a:extLst>
                  <a:ext uri="{FF2B5EF4-FFF2-40B4-BE49-F238E27FC236}">
                    <a16:creationId xmlns:a16="http://schemas.microsoft.com/office/drawing/2014/main" id="{B3FF2EA0-0E7E-4DB1-BCE7-9E3D3C313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696"/>
                <a:ext cx="27" cy="27"/>
              </a:xfrm>
              <a:custGeom>
                <a:avLst/>
                <a:gdLst>
                  <a:gd name="T0" fmla="*/ 91 w 11"/>
                  <a:gd name="T1" fmla="*/ 59 h 10"/>
                  <a:gd name="T2" fmla="*/ 12 w 11"/>
                  <a:gd name="T3" fmla="*/ 103 h 10"/>
                  <a:gd name="T4" fmla="*/ 162 w 11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6" y="3"/>
                    </a:moveTo>
                    <a:cubicBezTo>
                      <a:pt x="4" y="3"/>
                      <a:pt x="0" y="0"/>
                      <a:pt x="1" y="5"/>
                    </a:cubicBezTo>
                    <a:cubicBezTo>
                      <a:pt x="2" y="9"/>
                      <a:pt x="8" y="8"/>
                      <a:pt x="11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1" name="Freeform 1037">
                <a:extLst>
                  <a:ext uri="{FF2B5EF4-FFF2-40B4-BE49-F238E27FC236}">
                    <a16:creationId xmlns:a16="http://schemas.microsoft.com/office/drawing/2014/main" id="{DB80E4F4-AE92-4640-9FA2-D160D416F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704"/>
                <a:ext cx="20" cy="19"/>
              </a:xfrm>
              <a:custGeom>
                <a:avLst/>
                <a:gdLst>
                  <a:gd name="T0" fmla="*/ 113 w 8"/>
                  <a:gd name="T1" fmla="*/ 141 h 7"/>
                  <a:gd name="T2" fmla="*/ 33 w 8"/>
                  <a:gd name="T3" fmla="*/ 22 h 7"/>
                  <a:gd name="T4" fmla="*/ 50 w 8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7" y="7"/>
                    </a:moveTo>
                    <a:cubicBezTo>
                      <a:pt x="8" y="4"/>
                      <a:pt x="5" y="0"/>
                      <a:pt x="2" y="1"/>
                    </a:cubicBezTo>
                    <a:cubicBezTo>
                      <a:pt x="0" y="1"/>
                      <a:pt x="2" y="5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2" name="Freeform 1038">
                <a:extLst>
                  <a:ext uri="{FF2B5EF4-FFF2-40B4-BE49-F238E27FC236}">
                    <a16:creationId xmlns:a16="http://schemas.microsoft.com/office/drawing/2014/main" id="{B3884EA1-BC5C-4D47-9A3F-7B4BCBF46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592"/>
                <a:ext cx="45" cy="24"/>
              </a:xfrm>
              <a:custGeom>
                <a:avLst/>
                <a:gdLst>
                  <a:gd name="T0" fmla="*/ 158 w 18"/>
                  <a:gd name="T1" fmla="*/ 0 h 9"/>
                  <a:gd name="T2" fmla="*/ 50 w 18"/>
                  <a:gd name="T3" fmla="*/ 35 h 9"/>
                  <a:gd name="T4" fmla="*/ 145 w 18"/>
                  <a:gd name="T5" fmla="*/ 115 h 9"/>
                  <a:gd name="T6" fmla="*/ 238 w 18"/>
                  <a:gd name="T7" fmla="*/ 171 h 9"/>
                  <a:gd name="T8" fmla="*/ 220 w 1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10" y="0"/>
                    </a:moveTo>
                    <a:cubicBezTo>
                      <a:pt x="8" y="0"/>
                      <a:pt x="4" y="0"/>
                      <a:pt x="3" y="2"/>
                    </a:cubicBezTo>
                    <a:cubicBezTo>
                      <a:pt x="0" y="6"/>
                      <a:pt x="7" y="5"/>
                      <a:pt x="9" y="6"/>
                    </a:cubicBezTo>
                    <a:cubicBezTo>
                      <a:pt x="11" y="6"/>
                      <a:pt x="14" y="9"/>
                      <a:pt x="15" y="9"/>
                    </a:cubicBezTo>
                    <a:cubicBezTo>
                      <a:pt x="18" y="7"/>
                      <a:pt x="15" y="5"/>
                      <a:pt x="14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3" name="Freeform 1039">
                <a:extLst>
                  <a:ext uri="{FF2B5EF4-FFF2-40B4-BE49-F238E27FC236}">
                    <a16:creationId xmlns:a16="http://schemas.microsoft.com/office/drawing/2014/main" id="{7F4848D4-2DE7-4B99-B3D6-53A739F25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621"/>
                <a:ext cx="22" cy="38"/>
              </a:xfrm>
              <a:custGeom>
                <a:avLst/>
                <a:gdLst>
                  <a:gd name="T0" fmla="*/ 59 w 9"/>
                  <a:gd name="T1" fmla="*/ 38 h 14"/>
                  <a:gd name="T2" fmla="*/ 12 w 9"/>
                  <a:gd name="T3" fmla="*/ 163 h 14"/>
                  <a:gd name="T4" fmla="*/ 90 w 9"/>
                  <a:gd name="T5" fmla="*/ 258 h 14"/>
                  <a:gd name="T6" fmla="*/ 71 w 9"/>
                  <a:gd name="T7" fmla="*/ 117 h 14"/>
                  <a:gd name="T8" fmla="*/ 59 w 9"/>
                  <a:gd name="T9" fmla="*/ 2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4" y="2"/>
                    </a:moveTo>
                    <a:cubicBezTo>
                      <a:pt x="1" y="0"/>
                      <a:pt x="0" y="6"/>
                      <a:pt x="1" y="8"/>
                    </a:cubicBezTo>
                    <a:cubicBezTo>
                      <a:pt x="1" y="9"/>
                      <a:pt x="4" y="14"/>
                      <a:pt x="6" y="13"/>
                    </a:cubicBezTo>
                    <a:cubicBezTo>
                      <a:pt x="9" y="12"/>
                      <a:pt x="5" y="7"/>
                      <a:pt x="5" y="6"/>
                    </a:cubicBezTo>
                    <a:cubicBezTo>
                      <a:pt x="4" y="4"/>
                      <a:pt x="6" y="2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4" name="Freeform 1040">
                <a:extLst>
                  <a:ext uri="{FF2B5EF4-FFF2-40B4-BE49-F238E27FC236}">
                    <a16:creationId xmlns:a16="http://schemas.microsoft.com/office/drawing/2014/main" id="{6F4759E6-DBF5-4F65-8DC3-19D617CB9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653"/>
                <a:ext cx="25" cy="24"/>
              </a:xfrm>
              <a:custGeom>
                <a:avLst/>
                <a:gdLst>
                  <a:gd name="T0" fmla="*/ 113 w 10"/>
                  <a:gd name="T1" fmla="*/ 0 h 9"/>
                  <a:gd name="T2" fmla="*/ 20 w 10"/>
                  <a:gd name="T3" fmla="*/ 77 h 9"/>
                  <a:gd name="T4" fmla="*/ 63 w 10"/>
                  <a:gd name="T5" fmla="*/ 136 h 9"/>
                  <a:gd name="T6" fmla="*/ 95 w 10"/>
                  <a:gd name="T7" fmla="*/ 77 h 9"/>
                  <a:gd name="T8" fmla="*/ 125 w 10"/>
                  <a:gd name="T9" fmla="*/ 56 h 9"/>
                  <a:gd name="T10" fmla="*/ 125 w 10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7" y="0"/>
                    </a:moveTo>
                    <a:cubicBezTo>
                      <a:pt x="6" y="0"/>
                      <a:pt x="2" y="3"/>
                      <a:pt x="1" y="4"/>
                    </a:cubicBezTo>
                    <a:cubicBezTo>
                      <a:pt x="0" y="7"/>
                      <a:pt x="2" y="9"/>
                      <a:pt x="4" y="7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2"/>
                      <a:pt x="10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5" name="Freeform 1041">
                <a:extLst>
                  <a:ext uri="{FF2B5EF4-FFF2-40B4-BE49-F238E27FC236}">
                    <a16:creationId xmlns:a16="http://schemas.microsoft.com/office/drawing/2014/main" id="{5EB5C193-0BDF-45DB-AC37-708AAEC23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672"/>
                <a:ext cx="32" cy="29"/>
              </a:xfrm>
              <a:custGeom>
                <a:avLst/>
                <a:gdLst>
                  <a:gd name="T0" fmla="*/ 91 w 13"/>
                  <a:gd name="T1" fmla="*/ 55 h 11"/>
                  <a:gd name="T2" fmla="*/ 12 w 13"/>
                  <a:gd name="T3" fmla="*/ 145 h 11"/>
                  <a:gd name="T4" fmla="*/ 153 w 13"/>
                  <a:gd name="T5" fmla="*/ 111 h 11"/>
                  <a:gd name="T6" fmla="*/ 194 w 13"/>
                  <a:gd name="T7" fmla="*/ 55 h 11"/>
                  <a:gd name="T8" fmla="*/ 121 w 13"/>
                  <a:gd name="T9" fmla="*/ 3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4"/>
                      <a:pt x="0" y="5"/>
                      <a:pt x="1" y="8"/>
                    </a:cubicBezTo>
                    <a:cubicBezTo>
                      <a:pt x="3" y="11"/>
                      <a:pt x="8" y="7"/>
                      <a:pt x="10" y="6"/>
                    </a:cubicBezTo>
                    <a:cubicBezTo>
                      <a:pt x="10" y="6"/>
                      <a:pt x="12" y="4"/>
                      <a:pt x="13" y="3"/>
                    </a:cubicBezTo>
                    <a:cubicBezTo>
                      <a:pt x="13" y="1"/>
                      <a:pt x="10" y="0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6" name="Freeform 1042">
                <a:extLst>
                  <a:ext uri="{FF2B5EF4-FFF2-40B4-BE49-F238E27FC236}">
                    <a16:creationId xmlns:a16="http://schemas.microsoft.com/office/drawing/2014/main" id="{88C9155E-8D2B-48E4-ADDE-C375F38FA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677"/>
                <a:ext cx="25" cy="32"/>
              </a:xfrm>
              <a:custGeom>
                <a:avLst/>
                <a:gdLst>
                  <a:gd name="T0" fmla="*/ 113 w 10"/>
                  <a:gd name="T1" fmla="*/ 21 h 12"/>
                  <a:gd name="T2" fmla="*/ 33 w 10"/>
                  <a:gd name="T3" fmla="*/ 192 h 12"/>
                  <a:gd name="T4" fmla="*/ 125 w 10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4" y="0"/>
                      <a:pt x="0" y="9"/>
                      <a:pt x="2" y="10"/>
                    </a:cubicBezTo>
                    <a:cubicBezTo>
                      <a:pt x="6" y="12"/>
                      <a:pt x="10" y="4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7" name="Freeform 1043">
                <a:extLst>
                  <a:ext uri="{FF2B5EF4-FFF2-40B4-BE49-F238E27FC236}">
                    <a16:creationId xmlns:a16="http://schemas.microsoft.com/office/drawing/2014/main" id="{32A8E8C4-53E6-431B-AFFC-6C9C971D1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659"/>
                <a:ext cx="15" cy="21"/>
              </a:xfrm>
              <a:custGeom>
                <a:avLst/>
                <a:gdLst>
                  <a:gd name="T0" fmla="*/ 33 w 6"/>
                  <a:gd name="T1" fmla="*/ 0 h 8"/>
                  <a:gd name="T2" fmla="*/ 20 w 6"/>
                  <a:gd name="T3" fmla="*/ 144 h 8"/>
                  <a:gd name="T4" fmla="*/ 50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0" y="2"/>
                      <a:pt x="0" y="6"/>
                      <a:pt x="1" y="8"/>
                    </a:cubicBezTo>
                    <a:cubicBezTo>
                      <a:pt x="5" y="7"/>
                      <a:pt x="6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8" name="Freeform 1044">
                <a:extLst>
                  <a:ext uri="{FF2B5EF4-FFF2-40B4-BE49-F238E27FC236}">
                    <a16:creationId xmlns:a16="http://schemas.microsoft.com/office/drawing/2014/main" id="{6E6C14D0-AA7E-4CCF-9C41-54C4541C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619"/>
                <a:ext cx="20" cy="53"/>
              </a:xfrm>
              <a:custGeom>
                <a:avLst/>
                <a:gdLst>
                  <a:gd name="T0" fmla="*/ 0 w 8"/>
                  <a:gd name="T1" fmla="*/ 111 h 20"/>
                  <a:gd name="T2" fmla="*/ 50 w 8"/>
                  <a:gd name="T3" fmla="*/ 33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6"/>
                    </a:moveTo>
                    <a:cubicBezTo>
                      <a:pt x="8" y="0"/>
                      <a:pt x="8" y="20"/>
                      <a:pt x="3" y="1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19" name="Freeform 1045">
                <a:extLst>
                  <a:ext uri="{FF2B5EF4-FFF2-40B4-BE49-F238E27FC236}">
                    <a16:creationId xmlns:a16="http://schemas.microsoft.com/office/drawing/2014/main" id="{3DB9136D-480C-43F5-BEB0-E8E5A0B42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608"/>
                <a:ext cx="15" cy="37"/>
              </a:xfrm>
              <a:custGeom>
                <a:avLst/>
                <a:gdLst>
                  <a:gd name="T0" fmla="*/ 20 w 6"/>
                  <a:gd name="T1" fmla="*/ 148 h 14"/>
                  <a:gd name="T2" fmla="*/ 63 w 6"/>
                  <a:gd name="T3" fmla="*/ 56 h 14"/>
                  <a:gd name="T4" fmla="*/ 63 w 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1" y="8"/>
                    </a:moveTo>
                    <a:cubicBezTo>
                      <a:pt x="0" y="6"/>
                      <a:pt x="2" y="0"/>
                      <a:pt x="4" y="3"/>
                    </a:cubicBezTo>
                    <a:cubicBezTo>
                      <a:pt x="6" y="6"/>
                      <a:pt x="3" y="11"/>
                      <a:pt x="4" y="1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0" name="Freeform 1046">
                <a:extLst>
                  <a:ext uri="{FF2B5EF4-FFF2-40B4-BE49-F238E27FC236}">
                    <a16:creationId xmlns:a16="http://schemas.microsoft.com/office/drawing/2014/main" id="{2CD2D04A-8565-4B4D-8FE1-5DD6B0BE9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03"/>
                <a:ext cx="25" cy="40"/>
              </a:xfrm>
              <a:custGeom>
                <a:avLst/>
                <a:gdLst>
                  <a:gd name="T0" fmla="*/ 83 w 10"/>
                  <a:gd name="T1" fmla="*/ 35 h 15"/>
                  <a:gd name="T2" fmla="*/ 33 w 10"/>
                  <a:gd name="T3" fmla="*/ 115 h 15"/>
                  <a:gd name="T4" fmla="*/ 50 w 10"/>
                  <a:gd name="T5" fmla="*/ 192 h 15"/>
                  <a:gd name="T6" fmla="*/ 63 w 10"/>
                  <a:gd name="T7" fmla="*/ 248 h 15"/>
                  <a:gd name="T8" fmla="*/ 125 w 10"/>
                  <a:gd name="T9" fmla="*/ 227 h 15"/>
                  <a:gd name="T10" fmla="*/ 113 w 10"/>
                  <a:gd name="T11" fmla="*/ 5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5" y="2"/>
                    </a:moveTo>
                    <a:cubicBezTo>
                      <a:pt x="1" y="0"/>
                      <a:pt x="0" y="3"/>
                      <a:pt x="2" y="6"/>
                    </a:cubicBezTo>
                    <a:cubicBezTo>
                      <a:pt x="3" y="8"/>
                      <a:pt x="3" y="8"/>
                      <a:pt x="3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5" y="15"/>
                      <a:pt x="7" y="15"/>
                      <a:pt x="8" y="12"/>
                    </a:cubicBezTo>
                    <a:cubicBezTo>
                      <a:pt x="8" y="10"/>
                      <a:pt x="10" y="5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1" name="Freeform 1047">
                <a:extLst>
                  <a:ext uri="{FF2B5EF4-FFF2-40B4-BE49-F238E27FC236}">
                    <a16:creationId xmlns:a16="http://schemas.microsoft.com/office/drawing/2014/main" id="{1C577778-1C0F-4662-B83B-0DF262CFD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605"/>
                <a:ext cx="15" cy="27"/>
              </a:xfrm>
              <a:custGeom>
                <a:avLst/>
                <a:gdLst>
                  <a:gd name="T0" fmla="*/ 0 w 6"/>
                  <a:gd name="T1" fmla="*/ 0 h 10"/>
                  <a:gd name="T2" fmla="*/ 95 w 6"/>
                  <a:gd name="T3" fmla="*/ 81 h 10"/>
                  <a:gd name="T4" fmla="*/ 33 w 6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1"/>
                      <a:pt x="5" y="1"/>
                      <a:pt x="6" y="4"/>
                    </a:cubicBezTo>
                    <a:cubicBezTo>
                      <a:pt x="6" y="6"/>
                      <a:pt x="5" y="10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2" name="Freeform 1048">
                <a:extLst>
                  <a:ext uri="{FF2B5EF4-FFF2-40B4-BE49-F238E27FC236}">
                    <a16:creationId xmlns:a16="http://schemas.microsoft.com/office/drawing/2014/main" id="{F7F5CC99-73FD-462F-90C1-B411E458C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643"/>
                <a:ext cx="12" cy="21"/>
              </a:xfrm>
              <a:custGeom>
                <a:avLst/>
                <a:gdLst>
                  <a:gd name="T0" fmla="*/ 70 w 5"/>
                  <a:gd name="T1" fmla="*/ 0 h 8"/>
                  <a:gd name="T2" fmla="*/ 41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1" y="1"/>
                      <a:pt x="0" y="6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3" name="Freeform 1049">
                <a:extLst>
                  <a:ext uri="{FF2B5EF4-FFF2-40B4-BE49-F238E27FC236}">
                    <a16:creationId xmlns:a16="http://schemas.microsoft.com/office/drawing/2014/main" id="{4F160949-52C8-467C-A122-50248A3D6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29"/>
                <a:ext cx="20" cy="35"/>
              </a:xfrm>
              <a:custGeom>
                <a:avLst/>
                <a:gdLst>
                  <a:gd name="T0" fmla="*/ 63 w 8"/>
                  <a:gd name="T1" fmla="*/ 22 h 13"/>
                  <a:gd name="T2" fmla="*/ 20 w 8"/>
                  <a:gd name="T3" fmla="*/ 175 h 13"/>
                  <a:gd name="T4" fmla="*/ 95 w 8"/>
                  <a:gd name="T5" fmla="*/ 197 h 13"/>
                  <a:gd name="T6" fmla="*/ 95 w 8"/>
                  <a:gd name="T7" fmla="*/ 116 h 13"/>
                  <a:gd name="T8" fmla="*/ 113 w 8"/>
                  <a:gd name="T9" fmla="*/ 81 h 13"/>
                  <a:gd name="T10" fmla="*/ 63 w 8"/>
                  <a:gd name="T11" fmla="*/ 2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4" y="1"/>
                    </a:moveTo>
                    <a:cubicBezTo>
                      <a:pt x="2" y="2"/>
                      <a:pt x="0" y="7"/>
                      <a:pt x="1" y="9"/>
                    </a:cubicBezTo>
                    <a:cubicBezTo>
                      <a:pt x="1" y="13"/>
                      <a:pt x="5" y="13"/>
                      <a:pt x="6" y="10"/>
                    </a:cubicBezTo>
                    <a:cubicBezTo>
                      <a:pt x="6" y="8"/>
                      <a:pt x="5" y="7"/>
                      <a:pt x="6" y="6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8" y="2"/>
                      <a:pt x="6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4" name="Freeform 1050">
                <a:extLst>
                  <a:ext uri="{FF2B5EF4-FFF2-40B4-BE49-F238E27FC236}">
                    <a16:creationId xmlns:a16="http://schemas.microsoft.com/office/drawing/2014/main" id="{E7D0E050-3210-4849-8CD8-C0553D81E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03"/>
                <a:ext cx="25" cy="32"/>
              </a:xfrm>
              <a:custGeom>
                <a:avLst/>
                <a:gdLst>
                  <a:gd name="T0" fmla="*/ 83 w 10"/>
                  <a:gd name="T1" fmla="*/ 192 h 12"/>
                  <a:gd name="T2" fmla="*/ 95 w 10"/>
                  <a:gd name="T3" fmla="*/ 21 h 12"/>
                  <a:gd name="T4" fmla="*/ 113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5" y="10"/>
                    </a:moveTo>
                    <a:cubicBezTo>
                      <a:pt x="3" y="8"/>
                      <a:pt x="0" y="0"/>
                      <a:pt x="6" y="1"/>
                    </a:cubicBezTo>
                    <a:cubicBezTo>
                      <a:pt x="10" y="1"/>
                      <a:pt x="10" y="10"/>
                      <a:pt x="7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5" name="Freeform 1051">
                <a:extLst>
                  <a:ext uri="{FF2B5EF4-FFF2-40B4-BE49-F238E27FC236}">
                    <a16:creationId xmlns:a16="http://schemas.microsoft.com/office/drawing/2014/main" id="{FD7CE847-2B03-440B-837B-FD01958CC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635"/>
                <a:ext cx="15" cy="16"/>
              </a:xfrm>
              <a:custGeom>
                <a:avLst/>
                <a:gdLst>
                  <a:gd name="T0" fmla="*/ 0 w 6"/>
                  <a:gd name="T1" fmla="*/ 77 h 6"/>
                  <a:gd name="T2" fmla="*/ 63 w 6"/>
                  <a:gd name="T3" fmla="*/ 93 h 6"/>
                  <a:gd name="T4" fmla="*/ 95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6"/>
                      <a:pt x="3" y="6"/>
                      <a:pt x="4" y="5"/>
                    </a:cubicBezTo>
                    <a:cubicBezTo>
                      <a:pt x="6" y="4"/>
                      <a:pt x="6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6" name="Freeform 1052">
                <a:extLst>
                  <a:ext uri="{FF2B5EF4-FFF2-40B4-BE49-F238E27FC236}">
                    <a16:creationId xmlns:a16="http://schemas.microsoft.com/office/drawing/2014/main" id="{B445A48E-41F6-4464-A7EB-66BCE86F4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659"/>
                <a:ext cx="27" cy="24"/>
              </a:xfrm>
              <a:custGeom>
                <a:avLst/>
                <a:gdLst>
                  <a:gd name="T0" fmla="*/ 71 w 11"/>
                  <a:gd name="T1" fmla="*/ 0 h 9"/>
                  <a:gd name="T2" fmla="*/ 61 w 11"/>
                  <a:gd name="T3" fmla="*/ 149 h 9"/>
                  <a:gd name="T4" fmla="*/ 16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5" y="0"/>
                    </a:moveTo>
                    <a:cubicBezTo>
                      <a:pt x="5" y="2"/>
                      <a:pt x="0" y="8"/>
                      <a:pt x="4" y="8"/>
                    </a:cubicBezTo>
                    <a:cubicBezTo>
                      <a:pt x="8" y="9"/>
                      <a:pt x="10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7" name="Freeform 1053">
                <a:extLst>
                  <a:ext uri="{FF2B5EF4-FFF2-40B4-BE49-F238E27FC236}">
                    <a16:creationId xmlns:a16="http://schemas.microsoft.com/office/drawing/2014/main" id="{DB82B23C-705F-4925-8AB7-1632E977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675"/>
                <a:ext cx="10" cy="10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4"/>
                      <a:pt x="2" y="4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8" name="Freeform 1054">
                <a:extLst>
                  <a:ext uri="{FF2B5EF4-FFF2-40B4-BE49-F238E27FC236}">
                    <a16:creationId xmlns:a16="http://schemas.microsoft.com/office/drawing/2014/main" id="{69323F47-B7F1-454C-89B6-C73753477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80"/>
                <a:ext cx="35" cy="40"/>
              </a:xfrm>
              <a:custGeom>
                <a:avLst/>
                <a:gdLst>
                  <a:gd name="T0" fmla="*/ 125 w 14"/>
                  <a:gd name="T1" fmla="*/ 21 h 15"/>
                  <a:gd name="T2" fmla="*/ 113 w 14"/>
                  <a:gd name="T3" fmla="*/ 248 h 15"/>
                  <a:gd name="T4" fmla="*/ 158 w 14"/>
                  <a:gd name="T5" fmla="*/ 136 h 15"/>
                  <a:gd name="T6" fmla="*/ 220 w 14"/>
                  <a:gd name="T7" fmla="*/ 1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8" y="1"/>
                    </a:moveTo>
                    <a:cubicBezTo>
                      <a:pt x="4" y="0"/>
                      <a:pt x="0" y="15"/>
                      <a:pt x="7" y="13"/>
                    </a:cubicBezTo>
                    <a:cubicBezTo>
                      <a:pt x="9" y="12"/>
                      <a:pt x="8" y="8"/>
                      <a:pt x="10" y="7"/>
                    </a:cubicBezTo>
                    <a:cubicBezTo>
                      <a:pt x="11" y="6"/>
                      <a:pt x="13" y="6"/>
                      <a:pt x="14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29" name="Freeform 1055">
                <a:extLst>
                  <a:ext uri="{FF2B5EF4-FFF2-40B4-BE49-F238E27FC236}">
                    <a16:creationId xmlns:a16="http://schemas.microsoft.com/office/drawing/2014/main" id="{A8483623-19A9-40E3-BD33-1B5831750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613"/>
                <a:ext cx="27" cy="19"/>
              </a:xfrm>
              <a:custGeom>
                <a:avLst/>
                <a:gdLst>
                  <a:gd name="T0" fmla="*/ 133 w 11"/>
                  <a:gd name="T1" fmla="*/ 0 h 7"/>
                  <a:gd name="T2" fmla="*/ 42 w 11"/>
                  <a:gd name="T3" fmla="*/ 81 h 7"/>
                  <a:gd name="T4" fmla="*/ 103 w 11"/>
                  <a:gd name="T5" fmla="*/ 117 h 7"/>
                  <a:gd name="T6" fmla="*/ 162 w 11"/>
                  <a:gd name="T7" fmla="*/ 38 h 7"/>
                  <a:gd name="T8" fmla="*/ 133 w 1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9" y="0"/>
                    </a:moveTo>
                    <a:cubicBezTo>
                      <a:pt x="7" y="0"/>
                      <a:pt x="4" y="2"/>
                      <a:pt x="3" y="4"/>
                    </a:cubicBezTo>
                    <a:cubicBezTo>
                      <a:pt x="0" y="7"/>
                      <a:pt x="5" y="7"/>
                      <a:pt x="7" y="6"/>
                    </a:cubicBezTo>
                    <a:cubicBezTo>
                      <a:pt x="8" y="5"/>
                      <a:pt x="11" y="4"/>
                      <a:pt x="11" y="2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0" name="Freeform 1056">
                <a:extLst>
                  <a:ext uri="{FF2B5EF4-FFF2-40B4-BE49-F238E27FC236}">
                    <a16:creationId xmlns:a16="http://schemas.microsoft.com/office/drawing/2014/main" id="{CE64DA02-D697-41DC-A447-F6AF76D42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613"/>
                <a:ext cx="32" cy="27"/>
              </a:xfrm>
              <a:custGeom>
                <a:avLst/>
                <a:gdLst>
                  <a:gd name="T0" fmla="*/ 42 w 13"/>
                  <a:gd name="T1" fmla="*/ 103 h 10"/>
                  <a:gd name="T2" fmla="*/ 74 w 13"/>
                  <a:gd name="T3" fmla="*/ 176 h 10"/>
                  <a:gd name="T4" fmla="*/ 153 w 13"/>
                  <a:gd name="T5" fmla="*/ 116 h 10"/>
                  <a:gd name="T6" fmla="*/ 74 w 13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3" y="5"/>
                    </a:moveTo>
                    <a:cubicBezTo>
                      <a:pt x="0" y="7"/>
                      <a:pt x="2" y="10"/>
                      <a:pt x="5" y="9"/>
                    </a:cubicBezTo>
                    <a:cubicBezTo>
                      <a:pt x="6" y="9"/>
                      <a:pt x="10" y="7"/>
                      <a:pt x="10" y="6"/>
                    </a:cubicBezTo>
                    <a:cubicBezTo>
                      <a:pt x="13" y="3"/>
                      <a:pt x="7" y="0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1" name="Freeform 1057">
                <a:extLst>
                  <a:ext uri="{FF2B5EF4-FFF2-40B4-BE49-F238E27FC236}">
                    <a16:creationId xmlns:a16="http://schemas.microsoft.com/office/drawing/2014/main" id="{D2012D0F-6487-4171-94C4-67734D307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595"/>
                <a:ext cx="28" cy="24"/>
              </a:xfrm>
              <a:custGeom>
                <a:avLst/>
                <a:gdLst>
                  <a:gd name="T0" fmla="*/ 84 w 11"/>
                  <a:gd name="T1" fmla="*/ 171 h 9"/>
                  <a:gd name="T2" fmla="*/ 117 w 11"/>
                  <a:gd name="T3" fmla="*/ 77 h 9"/>
                  <a:gd name="T4" fmla="*/ 97 w 11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5" y="9"/>
                    </a:moveTo>
                    <a:cubicBezTo>
                      <a:pt x="0" y="8"/>
                      <a:pt x="2" y="0"/>
                      <a:pt x="7" y="4"/>
                    </a:cubicBezTo>
                    <a:cubicBezTo>
                      <a:pt x="11" y="7"/>
                      <a:pt x="10" y="9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2" name="Freeform 1058">
                <a:extLst>
                  <a:ext uri="{FF2B5EF4-FFF2-40B4-BE49-F238E27FC236}">
                    <a16:creationId xmlns:a16="http://schemas.microsoft.com/office/drawing/2014/main" id="{D9BF9648-A258-437D-90C3-A646C31C9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624"/>
                <a:ext cx="18" cy="21"/>
              </a:xfrm>
              <a:custGeom>
                <a:avLst/>
                <a:gdLst>
                  <a:gd name="T0" fmla="*/ 54 w 7"/>
                  <a:gd name="T1" fmla="*/ 0 h 8"/>
                  <a:gd name="T2" fmla="*/ 33 w 7"/>
                  <a:gd name="T3" fmla="*/ 123 h 8"/>
                  <a:gd name="T4" fmla="*/ 100 w 7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1" y="2"/>
                      <a:pt x="0" y="6"/>
                      <a:pt x="2" y="7"/>
                    </a:cubicBezTo>
                    <a:cubicBezTo>
                      <a:pt x="5" y="8"/>
                      <a:pt x="7" y="3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3" name="Freeform 1059">
                <a:extLst>
                  <a:ext uri="{FF2B5EF4-FFF2-40B4-BE49-F238E27FC236}">
                    <a16:creationId xmlns:a16="http://schemas.microsoft.com/office/drawing/2014/main" id="{8A3DBD85-27B4-4F53-A0AA-4488D8305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637"/>
                <a:ext cx="28" cy="30"/>
              </a:xfrm>
              <a:custGeom>
                <a:avLst/>
                <a:gdLst>
                  <a:gd name="T0" fmla="*/ 84 w 11"/>
                  <a:gd name="T1" fmla="*/ 0 h 11"/>
                  <a:gd name="T2" fmla="*/ 117 w 11"/>
                  <a:gd name="T3" fmla="*/ 202 h 11"/>
                  <a:gd name="T4" fmla="*/ 150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1" y="2"/>
                      <a:pt x="0" y="11"/>
                      <a:pt x="7" y="10"/>
                    </a:cubicBezTo>
                    <a:cubicBezTo>
                      <a:pt x="11" y="9"/>
                      <a:pt x="10" y="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4" name="Freeform 1060">
                <a:extLst>
                  <a:ext uri="{FF2B5EF4-FFF2-40B4-BE49-F238E27FC236}">
                    <a16:creationId xmlns:a16="http://schemas.microsoft.com/office/drawing/2014/main" id="{E930B251-F8DB-4FB1-AE6C-3C01C2923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643"/>
                <a:ext cx="20" cy="34"/>
              </a:xfrm>
              <a:custGeom>
                <a:avLst/>
                <a:gdLst>
                  <a:gd name="T0" fmla="*/ 20 w 8"/>
                  <a:gd name="T1" fmla="*/ 123 h 13"/>
                  <a:gd name="T2" fmla="*/ 63 w 8"/>
                  <a:gd name="T3" fmla="*/ 199 h 13"/>
                  <a:gd name="T4" fmla="*/ 113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1" y="7"/>
                    </a:moveTo>
                    <a:cubicBezTo>
                      <a:pt x="1" y="9"/>
                      <a:pt x="0" y="13"/>
                      <a:pt x="4" y="11"/>
                    </a:cubicBezTo>
                    <a:cubicBezTo>
                      <a:pt x="8" y="9"/>
                      <a:pt x="6" y="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5" name="Freeform 1061">
                <a:extLst>
                  <a:ext uri="{FF2B5EF4-FFF2-40B4-BE49-F238E27FC236}">
                    <a16:creationId xmlns:a16="http://schemas.microsoft.com/office/drawing/2014/main" id="{DB025CD6-B0AB-4227-9649-6D25AC5C9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667"/>
                <a:ext cx="20" cy="21"/>
              </a:xfrm>
              <a:custGeom>
                <a:avLst/>
                <a:gdLst>
                  <a:gd name="T0" fmla="*/ 95 w 8"/>
                  <a:gd name="T1" fmla="*/ 0 h 8"/>
                  <a:gd name="T2" fmla="*/ 33 w 8"/>
                  <a:gd name="T3" fmla="*/ 110 h 8"/>
                  <a:gd name="T4" fmla="*/ 125 w 8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4" y="0"/>
                      <a:pt x="0" y="4"/>
                      <a:pt x="2" y="6"/>
                    </a:cubicBezTo>
                    <a:cubicBezTo>
                      <a:pt x="3" y="8"/>
                      <a:pt x="6" y="6"/>
                      <a:pt x="8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6" name="Freeform 1062">
                <a:extLst>
                  <a:ext uri="{FF2B5EF4-FFF2-40B4-BE49-F238E27FC236}">
                    <a16:creationId xmlns:a16="http://schemas.microsoft.com/office/drawing/2014/main" id="{6055DBFD-8BF0-4574-8144-24FD03AE5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736"/>
                <a:ext cx="15" cy="24"/>
              </a:xfrm>
              <a:custGeom>
                <a:avLst/>
                <a:gdLst>
                  <a:gd name="T0" fmla="*/ 33 w 6"/>
                  <a:gd name="T1" fmla="*/ 171 h 9"/>
                  <a:gd name="T2" fmla="*/ 95 w 6"/>
                  <a:gd name="T3" fmla="*/ 0 h 9"/>
                  <a:gd name="T4" fmla="*/ 95 w 6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9"/>
                    </a:moveTo>
                    <a:cubicBezTo>
                      <a:pt x="1" y="5"/>
                      <a:pt x="0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7" name="Freeform 1063">
                <a:extLst>
                  <a:ext uri="{FF2B5EF4-FFF2-40B4-BE49-F238E27FC236}">
                    <a16:creationId xmlns:a16="http://schemas.microsoft.com/office/drawing/2014/main" id="{57130B09-ED11-4BC8-93AE-55E7DDD9F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07"/>
                <a:ext cx="20" cy="42"/>
              </a:xfrm>
              <a:custGeom>
                <a:avLst/>
                <a:gdLst>
                  <a:gd name="T0" fmla="*/ 95 w 8"/>
                  <a:gd name="T1" fmla="*/ 221 h 16"/>
                  <a:gd name="T2" fmla="*/ 50 w 8"/>
                  <a:gd name="T3" fmla="*/ 110 h 16"/>
                  <a:gd name="T4" fmla="*/ 33 w 8"/>
                  <a:gd name="T5" fmla="*/ 268 h 16"/>
                  <a:gd name="T6" fmla="*/ 83 w 8"/>
                  <a:gd name="T7" fmla="*/ 25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6" y="12"/>
                    </a:moveTo>
                    <a:cubicBezTo>
                      <a:pt x="7" y="9"/>
                      <a:pt x="8" y="0"/>
                      <a:pt x="3" y="6"/>
                    </a:cubicBezTo>
                    <a:cubicBezTo>
                      <a:pt x="2" y="8"/>
                      <a:pt x="0" y="14"/>
                      <a:pt x="2" y="15"/>
                    </a:cubicBezTo>
                    <a:cubicBezTo>
                      <a:pt x="3" y="16"/>
                      <a:pt x="5" y="15"/>
                      <a:pt x="5" y="1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8" name="Freeform 1064">
                <a:extLst>
                  <a:ext uri="{FF2B5EF4-FFF2-40B4-BE49-F238E27FC236}">
                    <a16:creationId xmlns:a16="http://schemas.microsoft.com/office/drawing/2014/main" id="{2C84C80E-8CF2-4689-B52A-3EC255DD3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731"/>
                <a:ext cx="25" cy="37"/>
              </a:xfrm>
              <a:custGeom>
                <a:avLst/>
                <a:gdLst>
                  <a:gd name="T0" fmla="*/ 158 w 10"/>
                  <a:gd name="T1" fmla="*/ 204 h 14"/>
                  <a:gd name="T2" fmla="*/ 50 w 10"/>
                  <a:gd name="T3" fmla="*/ 34 h 14"/>
                  <a:gd name="T4" fmla="*/ 145 w 10"/>
                  <a:gd name="T5" fmla="*/ 259 h 14"/>
                  <a:gd name="T6" fmla="*/ 158 w 10"/>
                  <a:gd name="T7" fmla="*/ 22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11"/>
                    </a:moveTo>
                    <a:cubicBezTo>
                      <a:pt x="10" y="9"/>
                      <a:pt x="6" y="0"/>
                      <a:pt x="3" y="2"/>
                    </a:cubicBezTo>
                    <a:cubicBezTo>
                      <a:pt x="0" y="4"/>
                      <a:pt x="6" y="13"/>
                      <a:pt x="9" y="14"/>
                    </a:cubicBezTo>
                    <a:cubicBezTo>
                      <a:pt x="9" y="13"/>
                      <a:pt x="10" y="13"/>
                      <a:pt x="10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39" name="Freeform 1065">
                <a:extLst>
                  <a:ext uri="{FF2B5EF4-FFF2-40B4-BE49-F238E27FC236}">
                    <a16:creationId xmlns:a16="http://schemas.microsoft.com/office/drawing/2014/main" id="{6D338026-F0DC-4918-8AB7-109CCCF0F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768"/>
                <a:ext cx="32" cy="24"/>
              </a:xfrm>
              <a:custGeom>
                <a:avLst/>
                <a:gdLst>
                  <a:gd name="T0" fmla="*/ 162 w 13"/>
                  <a:gd name="T1" fmla="*/ 77 h 9"/>
                  <a:gd name="T2" fmla="*/ 62 w 13"/>
                  <a:gd name="T3" fmla="*/ 93 h 9"/>
                  <a:gd name="T4" fmla="*/ 42 w 1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1" y="4"/>
                    </a:moveTo>
                    <a:cubicBezTo>
                      <a:pt x="13" y="9"/>
                      <a:pt x="6" y="7"/>
                      <a:pt x="4" y="5"/>
                    </a:cubicBezTo>
                    <a:cubicBezTo>
                      <a:pt x="3" y="4"/>
                      <a:pt x="0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0" name="Freeform 1066">
                <a:extLst>
                  <a:ext uri="{FF2B5EF4-FFF2-40B4-BE49-F238E27FC236}">
                    <a16:creationId xmlns:a16="http://schemas.microsoft.com/office/drawing/2014/main" id="{9995A151-6A9E-47D7-9DDF-AE65F84CE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776"/>
                <a:ext cx="37" cy="32"/>
              </a:xfrm>
              <a:custGeom>
                <a:avLst/>
                <a:gdLst>
                  <a:gd name="T0" fmla="*/ 30 w 15"/>
                  <a:gd name="T1" fmla="*/ 115 h 12"/>
                  <a:gd name="T2" fmla="*/ 195 w 15"/>
                  <a:gd name="T3" fmla="*/ 115 h 12"/>
                  <a:gd name="T4" fmla="*/ 30 w 15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2" y="6"/>
                    </a:moveTo>
                    <a:cubicBezTo>
                      <a:pt x="4" y="9"/>
                      <a:pt x="15" y="12"/>
                      <a:pt x="13" y="6"/>
                    </a:cubicBezTo>
                    <a:cubicBezTo>
                      <a:pt x="11" y="2"/>
                      <a:pt x="0" y="0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1" name="Freeform 1067">
                <a:extLst>
                  <a:ext uri="{FF2B5EF4-FFF2-40B4-BE49-F238E27FC236}">
                    <a16:creationId xmlns:a16="http://schemas.microsoft.com/office/drawing/2014/main" id="{1B98E86A-3ACA-445C-B58A-433CEE85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81"/>
                <a:ext cx="30" cy="35"/>
              </a:xfrm>
              <a:custGeom>
                <a:avLst/>
                <a:gdLst>
                  <a:gd name="T0" fmla="*/ 125 w 12"/>
                  <a:gd name="T1" fmla="*/ 94 h 13"/>
                  <a:gd name="T2" fmla="*/ 83 w 12"/>
                  <a:gd name="T3" fmla="*/ 35 h 13"/>
                  <a:gd name="T4" fmla="*/ 0 w 12"/>
                  <a:gd name="T5" fmla="*/ 94 h 13"/>
                  <a:gd name="T6" fmla="*/ 145 w 12"/>
                  <a:gd name="T7" fmla="*/ 1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5"/>
                    </a:moveTo>
                    <a:cubicBezTo>
                      <a:pt x="7" y="4"/>
                      <a:pt x="6" y="2"/>
                      <a:pt x="5" y="2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1" y="13"/>
                      <a:pt x="12" y="11"/>
                      <a:pt x="9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2" name="Freeform 1068">
                <a:extLst>
                  <a:ext uri="{FF2B5EF4-FFF2-40B4-BE49-F238E27FC236}">
                    <a16:creationId xmlns:a16="http://schemas.microsoft.com/office/drawing/2014/main" id="{3613EF73-1A14-4B8B-9F69-5B12B701C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763"/>
                <a:ext cx="20" cy="37"/>
              </a:xfrm>
              <a:custGeom>
                <a:avLst/>
                <a:gdLst>
                  <a:gd name="T0" fmla="*/ 125 w 8"/>
                  <a:gd name="T1" fmla="*/ 167 h 14"/>
                  <a:gd name="T2" fmla="*/ 50 w 8"/>
                  <a:gd name="T3" fmla="*/ 34 h 14"/>
                  <a:gd name="T4" fmla="*/ 113 w 8"/>
                  <a:gd name="T5" fmla="*/ 20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9"/>
                    </a:moveTo>
                    <a:cubicBezTo>
                      <a:pt x="7" y="7"/>
                      <a:pt x="6" y="0"/>
                      <a:pt x="3" y="2"/>
                    </a:cubicBezTo>
                    <a:cubicBezTo>
                      <a:pt x="0" y="4"/>
                      <a:pt x="3" y="14"/>
                      <a:pt x="7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3" name="Freeform 1069">
                <a:extLst>
                  <a:ext uri="{FF2B5EF4-FFF2-40B4-BE49-F238E27FC236}">
                    <a16:creationId xmlns:a16="http://schemas.microsoft.com/office/drawing/2014/main" id="{609B1CD9-48F9-4A69-9DE1-3E7CB0129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741"/>
                <a:ext cx="23" cy="32"/>
              </a:xfrm>
              <a:custGeom>
                <a:avLst/>
                <a:gdLst>
                  <a:gd name="T0" fmla="*/ 151 w 9"/>
                  <a:gd name="T1" fmla="*/ 115 h 12"/>
                  <a:gd name="T2" fmla="*/ 33 w 9"/>
                  <a:gd name="T3" fmla="*/ 192 h 12"/>
                  <a:gd name="T4" fmla="*/ 130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6"/>
                    </a:moveTo>
                    <a:cubicBezTo>
                      <a:pt x="9" y="8"/>
                      <a:pt x="4" y="12"/>
                      <a:pt x="2" y="10"/>
                    </a:cubicBezTo>
                    <a:cubicBezTo>
                      <a:pt x="0" y="8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4" name="Freeform 1070">
                <a:extLst>
                  <a:ext uri="{FF2B5EF4-FFF2-40B4-BE49-F238E27FC236}">
                    <a16:creationId xmlns:a16="http://schemas.microsoft.com/office/drawing/2014/main" id="{AA945AB9-A977-4454-A45F-67C847280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68"/>
                <a:ext cx="22" cy="37"/>
              </a:xfrm>
              <a:custGeom>
                <a:avLst/>
                <a:gdLst>
                  <a:gd name="T0" fmla="*/ 103 w 9"/>
                  <a:gd name="T1" fmla="*/ 148 h 14"/>
                  <a:gd name="T2" fmla="*/ 90 w 9"/>
                  <a:gd name="T3" fmla="*/ 56 h 14"/>
                  <a:gd name="T4" fmla="*/ 0 w 9"/>
                  <a:gd name="T5" fmla="*/ 90 h 14"/>
                  <a:gd name="T6" fmla="*/ 59 w 9"/>
                  <a:gd name="T7" fmla="*/ 259 h 14"/>
                  <a:gd name="T8" fmla="*/ 103 w 9"/>
                  <a:gd name="T9" fmla="*/ 1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7" y="8"/>
                    </a:moveTo>
                    <a:cubicBezTo>
                      <a:pt x="7" y="6"/>
                      <a:pt x="7" y="4"/>
                      <a:pt x="6" y="3"/>
                    </a:cubicBezTo>
                    <a:cubicBezTo>
                      <a:pt x="4" y="0"/>
                      <a:pt x="1" y="2"/>
                      <a:pt x="0" y="5"/>
                    </a:cubicBezTo>
                    <a:cubicBezTo>
                      <a:pt x="0" y="7"/>
                      <a:pt x="1" y="13"/>
                      <a:pt x="4" y="14"/>
                    </a:cubicBezTo>
                    <a:cubicBezTo>
                      <a:pt x="6" y="14"/>
                      <a:pt x="9" y="10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5" name="Freeform 1071">
                <a:extLst>
                  <a:ext uri="{FF2B5EF4-FFF2-40B4-BE49-F238E27FC236}">
                    <a16:creationId xmlns:a16="http://schemas.microsoft.com/office/drawing/2014/main" id="{13D9A76E-938A-4F41-BE0C-A34E69251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653"/>
                <a:ext cx="27" cy="30"/>
              </a:xfrm>
              <a:custGeom>
                <a:avLst/>
                <a:gdLst>
                  <a:gd name="T0" fmla="*/ 150 w 11"/>
                  <a:gd name="T1" fmla="*/ 185 h 11"/>
                  <a:gd name="T2" fmla="*/ 29 w 11"/>
                  <a:gd name="T3" fmla="*/ 38 h 11"/>
                  <a:gd name="T4" fmla="*/ 150 w 11"/>
                  <a:gd name="T5" fmla="*/ 2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11" y="5"/>
                      <a:pt x="4" y="0"/>
                      <a:pt x="2" y="2"/>
                    </a:cubicBezTo>
                    <a:cubicBezTo>
                      <a:pt x="0" y="5"/>
                      <a:pt x="7" y="11"/>
                      <a:pt x="1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6" name="Freeform 1072">
                <a:extLst>
                  <a:ext uri="{FF2B5EF4-FFF2-40B4-BE49-F238E27FC236}">
                    <a16:creationId xmlns:a16="http://schemas.microsoft.com/office/drawing/2014/main" id="{7B62C8A1-A900-4D3E-8558-A19E7FE13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635"/>
                <a:ext cx="15" cy="24"/>
              </a:xfrm>
              <a:custGeom>
                <a:avLst/>
                <a:gdLst>
                  <a:gd name="T0" fmla="*/ 33 w 6"/>
                  <a:gd name="T1" fmla="*/ 171 h 9"/>
                  <a:gd name="T2" fmla="*/ 83 w 6"/>
                  <a:gd name="T3" fmla="*/ 0 h 9"/>
                  <a:gd name="T4" fmla="*/ 95 w 6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9"/>
                    </a:moveTo>
                    <a:cubicBezTo>
                      <a:pt x="1" y="5"/>
                      <a:pt x="0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7" name="Freeform 1073">
                <a:extLst>
                  <a:ext uri="{FF2B5EF4-FFF2-40B4-BE49-F238E27FC236}">
                    <a16:creationId xmlns:a16="http://schemas.microsoft.com/office/drawing/2014/main" id="{9C349910-24D5-4EAB-8545-3C49D90AF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608"/>
                <a:ext cx="20" cy="40"/>
              </a:xfrm>
              <a:custGeom>
                <a:avLst/>
                <a:gdLst>
                  <a:gd name="T0" fmla="*/ 95 w 8"/>
                  <a:gd name="T1" fmla="*/ 205 h 15"/>
                  <a:gd name="T2" fmla="*/ 50 w 8"/>
                  <a:gd name="T3" fmla="*/ 115 h 15"/>
                  <a:gd name="T4" fmla="*/ 33 w 8"/>
                  <a:gd name="T5" fmla="*/ 264 h 15"/>
                  <a:gd name="T6" fmla="*/ 83 w 8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6" y="11"/>
                    </a:moveTo>
                    <a:cubicBezTo>
                      <a:pt x="7" y="8"/>
                      <a:pt x="8" y="0"/>
                      <a:pt x="3" y="6"/>
                    </a:cubicBezTo>
                    <a:cubicBezTo>
                      <a:pt x="2" y="7"/>
                      <a:pt x="0" y="13"/>
                      <a:pt x="2" y="14"/>
                    </a:cubicBezTo>
                    <a:cubicBezTo>
                      <a:pt x="3" y="15"/>
                      <a:pt x="5" y="15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8" name="Freeform 1074">
                <a:extLst>
                  <a:ext uri="{FF2B5EF4-FFF2-40B4-BE49-F238E27FC236}">
                    <a16:creationId xmlns:a16="http://schemas.microsoft.com/office/drawing/2014/main" id="{49B2F748-B52F-44EC-B563-E981E0845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629"/>
                <a:ext cx="25" cy="38"/>
              </a:xfrm>
              <a:custGeom>
                <a:avLst/>
                <a:gdLst>
                  <a:gd name="T0" fmla="*/ 158 w 10"/>
                  <a:gd name="T1" fmla="*/ 220 h 14"/>
                  <a:gd name="T2" fmla="*/ 50 w 10"/>
                  <a:gd name="T3" fmla="*/ 38 h 14"/>
                  <a:gd name="T4" fmla="*/ 125 w 10"/>
                  <a:gd name="T5" fmla="*/ 280 h 14"/>
                  <a:gd name="T6" fmla="*/ 158 w 10"/>
                  <a:gd name="T7" fmla="*/ 2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11"/>
                    </a:moveTo>
                    <a:cubicBezTo>
                      <a:pt x="10" y="9"/>
                      <a:pt x="6" y="0"/>
                      <a:pt x="3" y="2"/>
                    </a:cubicBezTo>
                    <a:cubicBezTo>
                      <a:pt x="0" y="4"/>
                      <a:pt x="6" y="13"/>
                      <a:pt x="8" y="14"/>
                    </a:cubicBezTo>
                    <a:cubicBezTo>
                      <a:pt x="9" y="13"/>
                      <a:pt x="10" y="13"/>
                      <a:pt x="10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49" name="Freeform 1075">
                <a:extLst>
                  <a:ext uri="{FF2B5EF4-FFF2-40B4-BE49-F238E27FC236}">
                    <a16:creationId xmlns:a16="http://schemas.microsoft.com/office/drawing/2014/main" id="{4C37E0EC-DDAB-4990-B3F9-CCEBBC802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667"/>
                <a:ext cx="30" cy="24"/>
              </a:xfrm>
              <a:custGeom>
                <a:avLst/>
                <a:gdLst>
                  <a:gd name="T0" fmla="*/ 175 w 12"/>
                  <a:gd name="T1" fmla="*/ 77 h 9"/>
                  <a:gd name="T2" fmla="*/ 63 w 12"/>
                  <a:gd name="T3" fmla="*/ 93 h 9"/>
                  <a:gd name="T4" fmla="*/ 50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1" y="4"/>
                    </a:moveTo>
                    <a:cubicBezTo>
                      <a:pt x="12" y="9"/>
                      <a:pt x="6" y="7"/>
                      <a:pt x="4" y="5"/>
                    </a:cubicBezTo>
                    <a:cubicBezTo>
                      <a:pt x="3" y="4"/>
                      <a:pt x="0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0" name="Freeform 1076">
                <a:extLst>
                  <a:ext uri="{FF2B5EF4-FFF2-40B4-BE49-F238E27FC236}">
                    <a16:creationId xmlns:a16="http://schemas.microsoft.com/office/drawing/2014/main" id="{778028B9-FC29-40D7-B387-BD8875ACF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677"/>
                <a:ext cx="37" cy="30"/>
              </a:xfrm>
              <a:custGeom>
                <a:avLst/>
                <a:gdLst>
                  <a:gd name="T0" fmla="*/ 30 w 15"/>
                  <a:gd name="T1" fmla="*/ 104 h 11"/>
                  <a:gd name="T2" fmla="*/ 183 w 15"/>
                  <a:gd name="T3" fmla="*/ 104 h 11"/>
                  <a:gd name="T4" fmla="*/ 30 w 15"/>
                  <a:gd name="T5" fmla="*/ 10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2" y="5"/>
                    </a:moveTo>
                    <a:cubicBezTo>
                      <a:pt x="4" y="8"/>
                      <a:pt x="15" y="11"/>
                      <a:pt x="12" y="5"/>
                    </a:cubicBezTo>
                    <a:cubicBezTo>
                      <a:pt x="11" y="1"/>
                      <a:pt x="0" y="0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1" name="Freeform 1077">
                <a:extLst>
                  <a:ext uri="{FF2B5EF4-FFF2-40B4-BE49-F238E27FC236}">
                    <a16:creationId xmlns:a16="http://schemas.microsoft.com/office/drawing/2014/main" id="{D93F9CCB-606D-4511-96B0-8608F6C3D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680"/>
                <a:ext cx="30" cy="35"/>
              </a:xfrm>
              <a:custGeom>
                <a:avLst/>
                <a:gdLst>
                  <a:gd name="T0" fmla="*/ 125 w 12"/>
                  <a:gd name="T1" fmla="*/ 94 h 13"/>
                  <a:gd name="T2" fmla="*/ 83 w 12"/>
                  <a:gd name="T3" fmla="*/ 35 h 13"/>
                  <a:gd name="T4" fmla="*/ 0 w 12"/>
                  <a:gd name="T5" fmla="*/ 116 h 13"/>
                  <a:gd name="T6" fmla="*/ 145 w 12"/>
                  <a:gd name="T7" fmla="*/ 1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5"/>
                    </a:moveTo>
                    <a:cubicBezTo>
                      <a:pt x="7" y="4"/>
                      <a:pt x="6" y="2"/>
                      <a:pt x="5" y="2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13"/>
                      <a:pt x="12" y="11"/>
                      <a:pt x="9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2" name="Freeform 1078">
                <a:extLst>
                  <a:ext uri="{FF2B5EF4-FFF2-40B4-BE49-F238E27FC236}">
                    <a16:creationId xmlns:a16="http://schemas.microsoft.com/office/drawing/2014/main" id="{525A4479-E26C-414B-962A-364BAC77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661"/>
                <a:ext cx="18" cy="38"/>
              </a:xfrm>
              <a:custGeom>
                <a:avLst/>
                <a:gdLst>
                  <a:gd name="T0" fmla="*/ 118 w 7"/>
                  <a:gd name="T1" fmla="*/ 176 h 14"/>
                  <a:gd name="T2" fmla="*/ 54 w 7"/>
                  <a:gd name="T3" fmla="*/ 38 h 14"/>
                  <a:gd name="T4" fmla="*/ 118 w 7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9"/>
                    </a:moveTo>
                    <a:cubicBezTo>
                      <a:pt x="7" y="7"/>
                      <a:pt x="6" y="0"/>
                      <a:pt x="3" y="2"/>
                    </a:cubicBezTo>
                    <a:cubicBezTo>
                      <a:pt x="0" y="4"/>
                      <a:pt x="3" y="14"/>
                      <a:pt x="7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3" name="Freeform 1079">
                <a:extLst>
                  <a:ext uri="{FF2B5EF4-FFF2-40B4-BE49-F238E27FC236}">
                    <a16:creationId xmlns:a16="http://schemas.microsoft.com/office/drawing/2014/main" id="{6B51A0F6-3160-49D3-AAD3-9FEC7A612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640"/>
                <a:ext cx="25" cy="32"/>
              </a:xfrm>
              <a:custGeom>
                <a:avLst/>
                <a:gdLst>
                  <a:gd name="T0" fmla="*/ 158 w 10"/>
                  <a:gd name="T1" fmla="*/ 115 h 12"/>
                  <a:gd name="T2" fmla="*/ 50 w 10"/>
                  <a:gd name="T3" fmla="*/ 192 h 12"/>
                  <a:gd name="T4" fmla="*/ 125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6"/>
                    </a:moveTo>
                    <a:cubicBezTo>
                      <a:pt x="10" y="8"/>
                      <a:pt x="5" y="12"/>
                      <a:pt x="3" y="10"/>
                    </a:cubicBezTo>
                    <a:cubicBezTo>
                      <a:pt x="0" y="8"/>
                      <a:pt x="7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4" name="Freeform 1080">
                <a:extLst>
                  <a:ext uri="{FF2B5EF4-FFF2-40B4-BE49-F238E27FC236}">
                    <a16:creationId xmlns:a16="http://schemas.microsoft.com/office/drawing/2014/main" id="{32BDCEEC-3A23-4F41-B7A5-26FB7843B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667"/>
                <a:ext cx="23" cy="37"/>
              </a:xfrm>
              <a:custGeom>
                <a:avLst/>
                <a:gdLst>
                  <a:gd name="T0" fmla="*/ 130 w 9"/>
                  <a:gd name="T1" fmla="*/ 148 h 14"/>
                  <a:gd name="T2" fmla="*/ 97 w 9"/>
                  <a:gd name="T3" fmla="*/ 56 h 14"/>
                  <a:gd name="T4" fmla="*/ 20 w 9"/>
                  <a:gd name="T5" fmla="*/ 90 h 14"/>
                  <a:gd name="T6" fmla="*/ 84 w 9"/>
                  <a:gd name="T7" fmla="*/ 259 h 14"/>
                  <a:gd name="T8" fmla="*/ 130 w 9"/>
                  <a:gd name="T9" fmla="*/ 1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8" y="8"/>
                    </a:moveTo>
                    <a:cubicBezTo>
                      <a:pt x="8" y="6"/>
                      <a:pt x="7" y="4"/>
                      <a:pt x="6" y="3"/>
                    </a:cubicBezTo>
                    <a:cubicBezTo>
                      <a:pt x="5" y="0"/>
                      <a:pt x="2" y="2"/>
                      <a:pt x="1" y="5"/>
                    </a:cubicBezTo>
                    <a:cubicBezTo>
                      <a:pt x="0" y="7"/>
                      <a:pt x="2" y="13"/>
                      <a:pt x="5" y="14"/>
                    </a:cubicBezTo>
                    <a:cubicBezTo>
                      <a:pt x="7" y="14"/>
                      <a:pt x="9" y="10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5" name="Freeform 1081">
                <a:extLst>
                  <a:ext uri="{FF2B5EF4-FFF2-40B4-BE49-F238E27FC236}">
                    <a16:creationId xmlns:a16="http://schemas.microsoft.com/office/drawing/2014/main" id="{6C01AE32-687E-4FAF-A651-7888390DE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883"/>
                <a:ext cx="25" cy="29"/>
              </a:xfrm>
              <a:custGeom>
                <a:avLst/>
                <a:gdLst>
                  <a:gd name="T0" fmla="*/ 50 w 10"/>
                  <a:gd name="T1" fmla="*/ 200 h 11"/>
                  <a:gd name="T2" fmla="*/ 113 w 10"/>
                  <a:gd name="T3" fmla="*/ 21 h 11"/>
                  <a:gd name="T4" fmla="*/ 20 w 10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3" y="11"/>
                    </a:moveTo>
                    <a:cubicBezTo>
                      <a:pt x="6" y="11"/>
                      <a:pt x="10" y="2"/>
                      <a:pt x="7" y="1"/>
                    </a:cubicBezTo>
                    <a:cubicBezTo>
                      <a:pt x="3" y="0"/>
                      <a:pt x="0" y="8"/>
                      <a:pt x="1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6" name="Freeform 1082">
                <a:extLst>
                  <a:ext uri="{FF2B5EF4-FFF2-40B4-BE49-F238E27FC236}">
                    <a16:creationId xmlns:a16="http://schemas.microsoft.com/office/drawing/2014/main" id="{CDE01D74-C1AE-43FD-861F-0BDD4D3E0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875"/>
                <a:ext cx="25" cy="16"/>
              </a:xfrm>
              <a:custGeom>
                <a:avLst/>
                <a:gdLst>
                  <a:gd name="T0" fmla="*/ 0 w 10"/>
                  <a:gd name="T1" fmla="*/ 77 h 6"/>
                  <a:gd name="T2" fmla="*/ 158 w 10"/>
                  <a:gd name="T3" fmla="*/ 115 h 6"/>
                  <a:gd name="T4" fmla="*/ 145 w 10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4"/>
                    </a:moveTo>
                    <a:cubicBezTo>
                      <a:pt x="3" y="3"/>
                      <a:pt x="8" y="0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7" name="Freeform 1083">
                <a:extLst>
                  <a:ext uri="{FF2B5EF4-FFF2-40B4-BE49-F238E27FC236}">
                    <a16:creationId xmlns:a16="http://schemas.microsoft.com/office/drawing/2014/main" id="{28B5D466-D118-42D2-87A0-3B3E2A449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867"/>
                <a:ext cx="40" cy="16"/>
              </a:xfrm>
              <a:custGeom>
                <a:avLst/>
                <a:gdLst>
                  <a:gd name="T0" fmla="*/ 63 w 16"/>
                  <a:gd name="T1" fmla="*/ 115 h 6"/>
                  <a:gd name="T2" fmla="*/ 145 w 16"/>
                  <a:gd name="T3" fmla="*/ 21 h 6"/>
                  <a:gd name="T4" fmla="*/ 0 w 16"/>
                  <a:gd name="T5" fmla="*/ 56 h 6"/>
                  <a:gd name="T6" fmla="*/ 50 w 16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4" y="6"/>
                    </a:moveTo>
                    <a:cubicBezTo>
                      <a:pt x="8" y="6"/>
                      <a:pt x="16" y="4"/>
                      <a:pt x="9" y="1"/>
                    </a:cubicBezTo>
                    <a:cubicBezTo>
                      <a:pt x="7" y="0"/>
                      <a:pt x="1" y="0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8" name="Freeform 1084">
                <a:extLst>
                  <a:ext uri="{FF2B5EF4-FFF2-40B4-BE49-F238E27FC236}">
                    <a16:creationId xmlns:a16="http://schemas.microsoft.com/office/drawing/2014/main" id="{FBB10770-BBAD-4229-AA17-5C3E9B68F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848"/>
                <a:ext cx="30" cy="32"/>
              </a:xfrm>
              <a:custGeom>
                <a:avLst/>
                <a:gdLst>
                  <a:gd name="T0" fmla="*/ 50 w 12"/>
                  <a:gd name="T1" fmla="*/ 227 h 12"/>
                  <a:gd name="T2" fmla="*/ 158 w 12"/>
                  <a:gd name="T3" fmla="*/ 56 h 12"/>
                  <a:gd name="T4" fmla="*/ 0 w 12"/>
                  <a:gd name="T5" fmla="*/ 205 h 12"/>
                  <a:gd name="T6" fmla="*/ 33 w 12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3" y="12"/>
                    </a:moveTo>
                    <a:cubicBezTo>
                      <a:pt x="5" y="11"/>
                      <a:pt x="12" y="5"/>
                      <a:pt x="10" y="3"/>
                    </a:cubicBezTo>
                    <a:cubicBezTo>
                      <a:pt x="7" y="0"/>
                      <a:pt x="0" y="8"/>
                      <a:pt x="0" y="11"/>
                    </a:cubicBezTo>
                    <a:cubicBezTo>
                      <a:pt x="1" y="12"/>
                      <a:pt x="2" y="12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59" name="Freeform 1085">
                <a:extLst>
                  <a:ext uri="{FF2B5EF4-FFF2-40B4-BE49-F238E27FC236}">
                    <a16:creationId xmlns:a16="http://schemas.microsoft.com/office/drawing/2014/main" id="{53791F33-6469-4E69-9C11-977FFE8B9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867"/>
                <a:ext cx="17" cy="40"/>
              </a:xfrm>
              <a:custGeom>
                <a:avLst/>
                <a:gdLst>
                  <a:gd name="T0" fmla="*/ 70 w 7"/>
                  <a:gd name="T1" fmla="*/ 227 h 15"/>
                  <a:gd name="T2" fmla="*/ 12 w 7"/>
                  <a:gd name="T3" fmla="*/ 93 h 15"/>
                  <a:gd name="T4" fmla="*/ 100 w 7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5" y="12"/>
                    </a:moveTo>
                    <a:cubicBezTo>
                      <a:pt x="1" y="15"/>
                      <a:pt x="0" y="8"/>
                      <a:pt x="1" y="5"/>
                    </a:cubicBezTo>
                    <a:cubicBezTo>
                      <a:pt x="2" y="4"/>
                      <a:pt x="6" y="0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0" name="Freeform 1086">
                <a:extLst>
                  <a:ext uri="{FF2B5EF4-FFF2-40B4-BE49-F238E27FC236}">
                    <a16:creationId xmlns:a16="http://schemas.microsoft.com/office/drawing/2014/main" id="{E032624E-C063-4EFB-BF2A-09D7C3292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891"/>
                <a:ext cx="20" cy="45"/>
              </a:xfrm>
              <a:custGeom>
                <a:avLst/>
                <a:gdLst>
                  <a:gd name="T0" fmla="*/ 33 w 8"/>
                  <a:gd name="T1" fmla="*/ 56 h 17"/>
                  <a:gd name="T2" fmla="*/ 83 w 8"/>
                  <a:gd name="T3" fmla="*/ 238 h 17"/>
                  <a:gd name="T4" fmla="*/ 33 w 8"/>
                  <a:gd name="T5" fmla="*/ 5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2" y="3"/>
                    </a:moveTo>
                    <a:cubicBezTo>
                      <a:pt x="0" y="6"/>
                      <a:pt x="0" y="17"/>
                      <a:pt x="5" y="13"/>
                    </a:cubicBezTo>
                    <a:cubicBezTo>
                      <a:pt x="8" y="11"/>
                      <a:pt x="7" y="0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1" name="Freeform 1087">
                <a:extLst>
                  <a:ext uri="{FF2B5EF4-FFF2-40B4-BE49-F238E27FC236}">
                    <a16:creationId xmlns:a16="http://schemas.microsoft.com/office/drawing/2014/main" id="{4BA39DC8-BCCB-4BF1-AC28-74BAE41F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877"/>
                <a:ext cx="33" cy="38"/>
              </a:xfrm>
              <a:custGeom>
                <a:avLst/>
                <a:gdLst>
                  <a:gd name="T0" fmla="*/ 160 w 13"/>
                  <a:gd name="T1" fmla="*/ 176 h 14"/>
                  <a:gd name="T2" fmla="*/ 193 w 13"/>
                  <a:gd name="T3" fmla="*/ 103 h 14"/>
                  <a:gd name="T4" fmla="*/ 117 w 13"/>
                  <a:gd name="T5" fmla="*/ 22 h 14"/>
                  <a:gd name="T6" fmla="*/ 147 w 13"/>
                  <a:gd name="T7" fmla="*/ 19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0" y="9"/>
                    </a:moveTo>
                    <a:cubicBezTo>
                      <a:pt x="10" y="8"/>
                      <a:pt x="12" y="6"/>
                      <a:pt x="12" y="5"/>
                    </a:cubicBezTo>
                    <a:cubicBezTo>
                      <a:pt x="13" y="1"/>
                      <a:pt x="10" y="0"/>
                      <a:pt x="7" y="1"/>
                    </a:cubicBezTo>
                    <a:cubicBezTo>
                      <a:pt x="0" y="5"/>
                      <a:pt x="6" y="14"/>
                      <a:pt x="9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2" name="Freeform 1088">
                <a:extLst>
                  <a:ext uri="{FF2B5EF4-FFF2-40B4-BE49-F238E27FC236}">
                    <a16:creationId xmlns:a16="http://schemas.microsoft.com/office/drawing/2014/main" id="{E58AB8A5-E7DB-4218-B33B-2ABA85924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56"/>
                <a:ext cx="35" cy="21"/>
              </a:xfrm>
              <a:custGeom>
                <a:avLst/>
                <a:gdLst>
                  <a:gd name="T0" fmla="*/ 95 w 14"/>
                  <a:gd name="T1" fmla="*/ 144 h 8"/>
                  <a:gd name="T2" fmla="*/ 175 w 14"/>
                  <a:gd name="T3" fmla="*/ 34 h 8"/>
                  <a:gd name="T4" fmla="*/ 50 w 14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6" y="8"/>
                    </a:moveTo>
                    <a:cubicBezTo>
                      <a:pt x="8" y="8"/>
                      <a:pt x="14" y="5"/>
                      <a:pt x="11" y="2"/>
                    </a:cubicBezTo>
                    <a:cubicBezTo>
                      <a:pt x="8" y="0"/>
                      <a:pt x="0" y="6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3" name="Freeform 1089">
                <a:extLst>
                  <a:ext uri="{FF2B5EF4-FFF2-40B4-BE49-F238E27FC236}">
                    <a16:creationId xmlns:a16="http://schemas.microsoft.com/office/drawing/2014/main" id="{D788E354-2361-49CA-A39A-DD801E4C8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840"/>
                <a:ext cx="32" cy="24"/>
              </a:xfrm>
              <a:custGeom>
                <a:avLst/>
                <a:gdLst>
                  <a:gd name="T0" fmla="*/ 121 w 13"/>
                  <a:gd name="T1" fmla="*/ 149 h 9"/>
                  <a:gd name="T2" fmla="*/ 12 w 13"/>
                  <a:gd name="T3" fmla="*/ 56 h 9"/>
                  <a:gd name="T4" fmla="*/ 194 w 13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8" y="8"/>
                    </a:moveTo>
                    <a:cubicBezTo>
                      <a:pt x="5" y="9"/>
                      <a:pt x="0" y="6"/>
                      <a:pt x="1" y="3"/>
                    </a:cubicBezTo>
                    <a:cubicBezTo>
                      <a:pt x="3" y="0"/>
                      <a:pt x="11" y="5"/>
                      <a:pt x="13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4" name="Freeform 1090">
                <a:extLst>
                  <a:ext uri="{FF2B5EF4-FFF2-40B4-BE49-F238E27FC236}">
                    <a16:creationId xmlns:a16="http://schemas.microsoft.com/office/drawing/2014/main" id="{EB6D8275-3FA9-40E2-B7E9-96F2F54C7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845"/>
                <a:ext cx="35" cy="27"/>
              </a:xfrm>
              <a:custGeom>
                <a:avLst/>
                <a:gdLst>
                  <a:gd name="T0" fmla="*/ 125 w 14"/>
                  <a:gd name="T1" fmla="*/ 159 h 10"/>
                  <a:gd name="T2" fmla="*/ 188 w 14"/>
                  <a:gd name="T3" fmla="*/ 103 h 10"/>
                  <a:gd name="T4" fmla="*/ 125 w 14"/>
                  <a:gd name="T5" fmla="*/ 0 h 10"/>
                  <a:gd name="T6" fmla="*/ 20 w 14"/>
                  <a:gd name="T7" fmla="*/ 116 h 10"/>
                  <a:gd name="T8" fmla="*/ 113 w 14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8" y="8"/>
                    </a:moveTo>
                    <a:cubicBezTo>
                      <a:pt x="9" y="7"/>
                      <a:pt x="11" y="6"/>
                      <a:pt x="12" y="5"/>
                    </a:cubicBezTo>
                    <a:cubicBezTo>
                      <a:pt x="14" y="2"/>
                      <a:pt x="11" y="0"/>
                      <a:pt x="8" y="0"/>
                    </a:cubicBezTo>
                    <a:cubicBezTo>
                      <a:pt x="6" y="0"/>
                      <a:pt x="0" y="3"/>
                      <a:pt x="1" y="6"/>
                    </a:cubicBezTo>
                    <a:cubicBezTo>
                      <a:pt x="1" y="8"/>
                      <a:pt x="5" y="10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5" name="Freeform 1091">
                <a:extLst>
                  <a:ext uri="{FF2B5EF4-FFF2-40B4-BE49-F238E27FC236}">
                    <a16:creationId xmlns:a16="http://schemas.microsoft.com/office/drawing/2014/main" id="{D58152C9-7C93-4F88-B489-181A166B9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005"/>
                <a:ext cx="25" cy="30"/>
              </a:xfrm>
              <a:custGeom>
                <a:avLst/>
                <a:gdLst>
                  <a:gd name="T0" fmla="*/ 63 w 10"/>
                  <a:gd name="T1" fmla="*/ 224 h 11"/>
                  <a:gd name="T2" fmla="*/ 113 w 10"/>
                  <a:gd name="T3" fmla="*/ 22 h 11"/>
                  <a:gd name="T4" fmla="*/ 33 w 10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4" y="11"/>
                    </a:moveTo>
                    <a:cubicBezTo>
                      <a:pt x="7" y="11"/>
                      <a:pt x="10" y="3"/>
                      <a:pt x="7" y="1"/>
                    </a:cubicBezTo>
                    <a:cubicBezTo>
                      <a:pt x="4" y="0"/>
                      <a:pt x="0" y="8"/>
                      <a:pt x="2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6" name="Freeform 1092">
                <a:extLst>
                  <a:ext uri="{FF2B5EF4-FFF2-40B4-BE49-F238E27FC236}">
                    <a16:creationId xmlns:a16="http://schemas.microsoft.com/office/drawing/2014/main" id="{0384572E-C2FD-41C9-8F3B-98B98C5EF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000"/>
                <a:ext cx="23" cy="13"/>
              </a:xfrm>
              <a:custGeom>
                <a:avLst/>
                <a:gdLst>
                  <a:gd name="T0" fmla="*/ 0 w 9"/>
                  <a:gd name="T1" fmla="*/ 68 h 5"/>
                  <a:gd name="T2" fmla="*/ 151 w 9"/>
                  <a:gd name="T3" fmla="*/ 88 h 5"/>
                  <a:gd name="T4" fmla="*/ 130 w 9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0" y="4"/>
                    </a:moveTo>
                    <a:cubicBezTo>
                      <a:pt x="3" y="2"/>
                      <a:pt x="8" y="0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7" name="Freeform 1093">
                <a:extLst>
                  <a:ext uri="{FF2B5EF4-FFF2-40B4-BE49-F238E27FC236}">
                    <a16:creationId xmlns:a16="http://schemas.microsoft.com/office/drawing/2014/main" id="{EE4C9556-97DD-4EAE-85AA-197029D88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989"/>
                <a:ext cx="43" cy="16"/>
              </a:xfrm>
              <a:custGeom>
                <a:avLst/>
                <a:gdLst>
                  <a:gd name="T0" fmla="*/ 83 w 17"/>
                  <a:gd name="T1" fmla="*/ 115 h 6"/>
                  <a:gd name="T2" fmla="*/ 159 w 17"/>
                  <a:gd name="T3" fmla="*/ 21 h 6"/>
                  <a:gd name="T4" fmla="*/ 20 w 17"/>
                  <a:gd name="T5" fmla="*/ 56 h 6"/>
                  <a:gd name="T6" fmla="*/ 51 w 17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5" y="6"/>
                    </a:moveTo>
                    <a:cubicBezTo>
                      <a:pt x="8" y="6"/>
                      <a:pt x="17" y="4"/>
                      <a:pt x="10" y="1"/>
                    </a:cubicBezTo>
                    <a:cubicBezTo>
                      <a:pt x="8" y="1"/>
                      <a:pt x="2" y="0"/>
                      <a:pt x="1" y="3"/>
                    </a:cubicBezTo>
                    <a:cubicBezTo>
                      <a:pt x="0" y="4"/>
                      <a:pt x="2" y="6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8" name="Freeform 1094">
                <a:extLst>
                  <a:ext uri="{FF2B5EF4-FFF2-40B4-BE49-F238E27FC236}">
                    <a16:creationId xmlns:a16="http://schemas.microsoft.com/office/drawing/2014/main" id="{1042B24A-7A24-4762-84FD-EDAEBD5B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973"/>
                <a:ext cx="32" cy="32"/>
              </a:xfrm>
              <a:custGeom>
                <a:avLst/>
                <a:gdLst>
                  <a:gd name="T0" fmla="*/ 42 w 13"/>
                  <a:gd name="T1" fmla="*/ 205 h 12"/>
                  <a:gd name="T2" fmla="*/ 153 w 13"/>
                  <a:gd name="T3" fmla="*/ 35 h 12"/>
                  <a:gd name="T4" fmla="*/ 12 w 13"/>
                  <a:gd name="T5" fmla="*/ 205 h 12"/>
                  <a:gd name="T6" fmla="*/ 42 w 13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3" y="11"/>
                    </a:moveTo>
                    <a:cubicBezTo>
                      <a:pt x="5" y="11"/>
                      <a:pt x="13" y="4"/>
                      <a:pt x="10" y="2"/>
                    </a:cubicBezTo>
                    <a:cubicBezTo>
                      <a:pt x="7" y="0"/>
                      <a:pt x="0" y="8"/>
                      <a:pt x="1" y="11"/>
                    </a:cubicBezTo>
                    <a:cubicBezTo>
                      <a:pt x="1" y="11"/>
                      <a:pt x="2" y="12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69" name="Freeform 1095">
                <a:extLst>
                  <a:ext uri="{FF2B5EF4-FFF2-40B4-BE49-F238E27FC236}">
                    <a16:creationId xmlns:a16="http://schemas.microsoft.com/office/drawing/2014/main" id="{B77A7B4C-061D-422C-9C11-9DA5DA6B1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989"/>
                <a:ext cx="15" cy="40"/>
              </a:xfrm>
              <a:custGeom>
                <a:avLst/>
                <a:gdLst>
                  <a:gd name="T0" fmla="*/ 63 w 6"/>
                  <a:gd name="T1" fmla="*/ 227 h 15"/>
                  <a:gd name="T2" fmla="*/ 20 w 6"/>
                  <a:gd name="T3" fmla="*/ 115 h 15"/>
                  <a:gd name="T4" fmla="*/ 95 w 6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4" y="12"/>
                    </a:moveTo>
                    <a:cubicBezTo>
                      <a:pt x="0" y="15"/>
                      <a:pt x="0" y="8"/>
                      <a:pt x="1" y="6"/>
                    </a:cubicBezTo>
                    <a:cubicBezTo>
                      <a:pt x="2" y="4"/>
                      <a:pt x="5" y="0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0" name="Freeform 1096">
                <a:extLst>
                  <a:ext uri="{FF2B5EF4-FFF2-40B4-BE49-F238E27FC236}">
                    <a16:creationId xmlns:a16="http://schemas.microsoft.com/office/drawing/2014/main" id="{D1B06D57-E41C-4CF5-A92B-83B8B417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13"/>
                <a:ext cx="23" cy="48"/>
              </a:xfrm>
              <a:custGeom>
                <a:avLst/>
                <a:gdLst>
                  <a:gd name="T0" fmla="*/ 33 w 9"/>
                  <a:gd name="T1" fmla="*/ 77 h 18"/>
                  <a:gd name="T2" fmla="*/ 84 w 9"/>
                  <a:gd name="T3" fmla="*/ 264 h 18"/>
                  <a:gd name="T4" fmla="*/ 51 w 9"/>
                  <a:gd name="T5" fmla="*/ 7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2" y="4"/>
                    </a:moveTo>
                    <a:cubicBezTo>
                      <a:pt x="0" y="6"/>
                      <a:pt x="0" y="18"/>
                      <a:pt x="5" y="14"/>
                    </a:cubicBezTo>
                    <a:cubicBezTo>
                      <a:pt x="9" y="11"/>
                      <a:pt x="7" y="0"/>
                      <a:pt x="3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1" name="Freeform 1097">
                <a:extLst>
                  <a:ext uri="{FF2B5EF4-FFF2-40B4-BE49-F238E27FC236}">
                    <a16:creationId xmlns:a16="http://schemas.microsoft.com/office/drawing/2014/main" id="{E0CB8A90-8728-440C-9BD0-E9CFF1BFD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003"/>
                <a:ext cx="30" cy="34"/>
              </a:xfrm>
              <a:custGeom>
                <a:avLst/>
                <a:gdLst>
                  <a:gd name="T0" fmla="*/ 145 w 12"/>
                  <a:gd name="T1" fmla="*/ 144 h 13"/>
                  <a:gd name="T2" fmla="*/ 188 w 12"/>
                  <a:gd name="T3" fmla="*/ 68 h 13"/>
                  <a:gd name="T4" fmla="*/ 113 w 12"/>
                  <a:gd name="T5" fmla="*/ 21 h 13"/>
                  <a:gd name="T6" fmla="*/ 125 w 12"/>
                  <a:gd name="T7" fmla="*/ 16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9" y="8"/>
                    </a:moveTo>
                    <a:cubicBezTo>
                      <a:pt x="10" y="7"/>
                      <a:pt x="11" y="5"/>
                      <a:pt x="12" y="4"/>
                    </a:cubicBezTo>
                    <a:cubicBezTo>
                      <a:pt x="12" y="1"/>
                      <a:pt x="9" y="0"/>
                      <a:pt x="7" y="1"/>
                    </a:cubicBezTo>
                    <a:cubicBezTo>
                      <a:pt x="0" y="4"/>
                      <a:pt x="5" y="13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2" name="Freeform 1098">
                <a:extLst>
                  <a:ext uri="{FF2B5EF4-FFF2-40B4-BE49-F238E27FC236}">
                    <a16:creationId xmlns:a16="http://schemas.microsoft.com/office/drawing/2014/main" id="{9FE62BC6-952F-4C36-9C7A-B21111DF6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79"/>
                <a:ext cx="35" cy="24"/>
              </a:xfrm>
              <a:custGeom>
                <a:avLst/>
                <a:gdLst>
                  <a:gd name="T0" fmla="*/ 95 w 14"/>
                  <a:gd name="T1" fmla="*/ 171 h 9"/>
                  <a:gd name="T2" fmla="*/ 175 w 14"/>
                  <a:gd name="T3" fmla="*/ 56 h 9"/>
                  <a:gd name="T4" fmla="*/ 63 w 14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6" y="9"/>
                    </a:moveTo>
                    <a:cubicBezTo>
                      <a:pt x="8" y="8"/>
                      <a:pt x="14" y="5"/>
                      <a:pt x="11" y="3"/>
                    </a:cubicBezTo>
                    <a:cubicBezTo>
                      <a:pt x="8" y="0"/>
                      <a:pt x="0" y="6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3" name="Freeform 1099">
                <a:extLst>
                  <a:ext uri="{FF2B5EF4-FFF2-40B4-BE49-F238E27FC236}">
                    <a16:creationId xmlns:a16="http://schemas.microsoft.com/office/drawing/2014/main" id="{B0D5B067-A1C4-425D-82A8-BF5F1D509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965"/>
                <a:ext cx="30" cy="24"/>
              </a:xfrm>
              <a:custGeom>
                <a:avLst/>
                <a:gdLst>
                  <a:gd name="T0" fmla="*/ 113 w 12"/>
                  <a:gd name="T1" fmla="*/ 149 h 9"/>
                  <a:gd name="T2" fmla="*/ 20 w 12"/>
                  <a:gd name="T3" fmla="*/ 56 h 9"/>
                  <a:gd name="T4" fmla="*/ 188 w 12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7" y="8"/>
                    </a:moveTo>
                    <a:cubicBezTo>
                      <a:pt x="5" y="9"/>
                      <a:pt x="0" y="5"/>
                      <a:pt x="1" y="3"/>
                    </a:cubicBezTo>
                    <a:cubicBezTo>
                      <a:pt x="2" y="0"/>
                      <a:pt x="10" y="4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4" name="Freeform 1100">
                <a:extLst>
                  <a:ext uri="{FF2B5EF4-FFF2-40B4-BE49-F238E27FC236}">
                    <a16:creationId xmlns:a16="http://schemas.microsoft.com/office/drawing/2014/main" id="{E16E3273-A7B4-4539-A6E9-2A025DC71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971"/>
                <a:ext cx="32" cy="24"/>
              </a:xfrm>
              <a:custGeom>
                <a:avLst/>
                <a:gdLst>
                  <a:gd name="T0" fmla="*/ 103 w 13"/>
                  <a:gd name="T1" fmla="*/ 136 h 9"/>
                  <a:gd name="T2" fmla="*/ 162 w 13"/>
                  <a:gd name="T3" fmla="*/ 77 h 9"/>
                  <a:gd name="T4" fmla="*/ 121 w 13"/>
                  <a:gd name="T5" fmla="*/ 0 h 9"/>
                  <a:gd name="T6" fmla="*/ 0 w 13"/>
                  <a:gd name="T7" fmla="*/ 93 h 9"/>
                  <a:gd name="T8" fmla="*/ 91 w 13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7" y="7"/>
                    </a:moveTo>
                    <a:cubicBezTo>
                      <a:pt x="8" y="6"/>
                      <a:pt x="10" y="5"/>
                      <a:pt x="11" y="4"/>
                    </a:cubicBezTo>
                    <a:cubicBezTo>
                      <a:pt x="13" y="1"/>
                      <a:pt x="11" y="0"/>
                      <a:pt x="8" y="0"/>
                    </a:cubicBezTo>
                    <a:cubicBezTo>
                      <a:pt x="5" y="0"/>
                      <a:pt x="0" y="2"/>
                      <a:pt x="0" y="5"/>
                    </a:cubicBezTo>
                    <a:cubicBezTo>
                      <a:pt x="0" y="8"/>
                      <a:pt x="5" y="9"/>
                      <a:pt x="6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5" name="Freeform 1101">
                <a:extLst>
                  <a:ext uri="{FF2B5EF4-FFF2-40B4-BE49-F238E27FC236}">
                    <a16:creationId xmlns:a16="http://schemas.microsoft.com/office/drawing/2014/main" id="{85C219EC-78AF-4928-915C-83FD69350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931"/>
                <a:ext cx="27" cy="32"/>
              </a:xfrm>
              <a:custGeom>
                <a:avLst/>
                <a:gdLst>
                  <a:gd name="T0" fmla="*/ 29 w 11"/>
                  <a:gd name="T1" fmla="*/ 21 h 12"/>
                  <a:gd name="T2" fmla="*/ 120 w 11"/>
                  <a:gd name="T3" fmla="*/ 192 h 12"/>
                  <a:gd name="T4" fmla="*/ 61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2" y="1"/>
                    </a:moveTo>
                    <a:cubicBezTo>
                      <a:pt x="0" y="3"/>
                      <a:pt x="5" y="12"/>
                      <a:pt x="8" y="10"/>
                    </a:cubicBezTo>
                    <a:cubicBezTo>
                      <a:pt x="11" y="8"/>
                      <a:pt x="7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6" name="Freeform 1102">
                <a:extLst>
                  <a:ext uri="{FF2B5EF4-FFF2-40B4-BE49-F238E27FC236}">
                    <a16:creationId xmlns:a16="http://schemas.microsoft.com/office/drawing/2014/main" id="{E4803660-7E1E-4079-AD37-62A4F433C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957"/>
                <a:ext cx="17" cy="24"/>
              </a:xfrm>
              <a:custGeom>
                <a:avLst/>
                <a:gdLst>
                  <a:gd name="T0" fmla="*/ 100 w 7"/>
                  <a:gd name="T1" fmla="*/ 0 h 9"/>
                  <a:gd name="T2" fmla="*/ 0 w 7"/>
                  <a:gd name="T3" fmla="*/ 136 h 9"/>
                  <a:gd name="T4" fmla="*/ 0 w 7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6" y="4"/>
                      <a:pt x="5" y="9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7" name="Freeform 1103">
                <a:extLst>
                  <a:ext uri="{FF2B5EF4-FFF2-40B4-BE49-F238E27FC236}">
                    <a16:creationId xmlns:a16="http://schemas.microsoft.com/office/drawing/2014/main" id="{FCB6B21E-0E9D-4F3B-B3B3-39E2E86FB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968"/>
                <a:ext cx="30" cy="35"/>
              </a:xfrm>
              <a:custGeom>
                <a:avLst/>
                <a:gdLst>
                  <a:gd name="T0" fmla="*/ 95 w 12"/>
                  <a:gd name="T1" fmla="*/ 59 h 13"/>
                  <a:gd name="T2" fmla="*/ 113 w 12"/>
                  <a:gd name="T3" fmla="*/ 175 h 13"/>
                  <a:gd name="T4" fmla="*/ 175 w 12"/>
                  <a:gd name="T5" fmla="*/ 35 h 13"/>
                  <a:gd name="T6" fmla="*/ 113 w 12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3"/>
                    </a:moveTo>
                    <a:cubicBezTo>
                      <a:pt x="3" y="5"/>
                      <a:pt x="0" y="13"/>
                      <a:pt x="7" y="9"/>
                    </a:cubicBezTo>
                    <a:cubicBezTo>
                      <a:pt x="8" y="8"/>
                      <a:pt x="12" y="4"/>
                      <a:pt x="11" y="2"/>
                    </a:cubicBezTo>
                    <a:cubicBezTo>
                      <a:pt x="10" y="0"/>
                      <a:pt x="8" y="0"/>
                      <a:pt x="7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8" name="Freeform 1104">
                <a:extLst>
                  <a:ext uri="{FF2B5EF4-FFF2-40B4-BE49-F238E27FC236}">
                    <a16:creationId xmlns:a16="http://schemas.microsoft.com/office/drawing/2014/main" id="{D19DEB15-BFE5-4BD1-B971-351F89036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955"/>
                <a:ext cx="18" cy="37"/>
              </a:xfrm>
              <a:custGeom>
                <a:avLst/>
                <a:gdLst>
                  <a:gd name="T0" fmla="*/ 21 w 7"/>
                  <a:gd name="T1" fmla="*/ 34 h 14"/>
                  <a:gd name="T2" fmla="*/ 67 w 7"/>
                  <a:gd name="T3" fmla="*/ 238 h 14"/>
                  <a:gd name="T4" fmla="*/ 54 w 7"/>
                  <a:gd name="T5" fmla="*/ 0 h 14"/>
                  <a:gd name="T6" fmla="*/ 21 w 7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1" y="2"/>
                    </a:moveTo>
                    <a:cubicBezTo>
                      <a:pt x="0" y="4"/>
                      <a:pt x="0" y="14"/>
                      <a:pt x="4" y="13"/>
                    </a:cubicBezTo>
                    <a:cubicBezTo>
                      <a:pt x="7" y="12"/>
                      <a:pt x="6" y="1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79" name="Freeform 1105">
                <a:extLst>
                  <a:ext uri="{FF2B5EF4-FFF2-40B4-BE49-F238E27FC236}">
                    <a16:creationId xmlns:a16="http://schemas.microsoft.com/office/drawing/2014/main" id="{FA38ECC8-1629-4BCB-9525-6C1DF7A8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925"/>
                <a:ext cx="20" cy="35"/>
              </a:xfrm>
              <a:custGeom>
                <a:avLst/>
                <a:gdLst>
                  <a:gd name="T0" fmla="*/ 0 w 8"/>
                  <a:gd name="T1" fmla="*/ 94 h 13"/>
                  <a:gd name="T2" fmla="*/ 113 w 8"/>
                  <a:gd name="T3" fmla="*/ 116 h 13"/>
                  <a:gd name="T4" fmla="*/ 83 w 8"/>
                  <a:gd name="T5" fmla="*/ 2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5"/>
                    </a:moveTo>
                    <a:cubicBezTo>
                      <a:pt x="0" y="0"/>
                      <a:pt x="6" y="4"/>
                      <a:pt x="7" y="6"/>
                    </a:cubicBezTo>
                    <a:cubicBezTo>
                      <a:pt x="8" y="7"/>
                      <a:pt x="8" y="13"/>
                      <a:pt x="5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0" name="Freeform 1106">
                <a:extLst>
                  <a:ext uri="{FF2B5EF4-FFF2-40B4-BE49-F238E27FC236}">
                    <a16:creationId xmlns:a16="http://schemas.microsoft.com/office/drawing/2014/main" id="{294D6F57-33BD-4654-9BEF-D983402EA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899"/>
                <a:ext cx="23" cy="42"/>
              </a:xfrm>
              <a:custGeom>
                <a:avLst/>
                <a:gdLst>
                  <a:gd name="T0" fmla="*/ 151 w 9"/>
                  <a:gd name="T1" fmla="*/ 179 h 16"/>
                  <a:gd name="T2" fmla="*/ 0 w 9"/>
                  <a:gd name="T3" fmla="*/ 110 h 16"/>
                  <a:gd name="T4" fmla="*/ 151 w 9"/>
                  <a:gd name="T5" fmla="*/ 20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9" y="10"/>
                    </a:moveTo>
                    <a:cubicBezTo>
                      <a:pt x="9" y="7"/>
                      <a:pt x="0" y="0"/>
                      <a:pt x="0" y="6"/>
                    </a:cubicBezTo>
                    <a:cubicBezTo>
                      <a:pt x="0" y="11"/>
                      <a:pt x="9" y="16"/>
                      <a:pt x="9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1" name="Freeform 1107">
                <a:extLst>
                  <a:ext uri="{FF2B5EF4-FFF2-40B4-BE49-F238E27FC236}">
                    <a16:creationId xmlns:a16="http://schemas.microsoft.com/office/drawing/2014/main" id="{205BFEAA-012E-47F0-BD4C-6B4223BCE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907"/>
                <a:ext cx="28" cy="34"/>
              </a:xfrm>
              <a:custGeom>
                <a:avLst/>
                <a:gdLst>
                  <a:gd name="T0" fmla="*/ 33 w 11"/>
                  <a:gd name="T1" fmla="*/ 110 h 13"/>
                  <a:gd name="T2" fmla="*/ 51 w 11"/>
                  <a:gd name="T3" fmla="*/ 199 h 13"/>
                  <a:gd name="T4" fmla="*/ 150 w 11"/>
                  <a:gd name="T5" fmla="*/ 165 h 13"/>
                  <a:gd name="T6" fmla="*/ 20 w 11"/>
                  <a:gd name="T7" fmla="*/ 6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2" y="6"/>
                    </a:moveTo>
                    <a:cubicBezTo>
                      <a:pt x="2" y="7"/>
                      <a:pt x="2" y="10"/>
                      <a:pt x="3" y="11"/>
                    </a:cubicBezTo>
                    <a:cubicBezTo>
                      <a:pt x="6" y="13"/>
                      <a:pt x="8" y="11"/>
                      <a:pt x="9" y="9"/>
                    </a:cubicBezTo>
                    <a:cubicBezTo>
                      <a:pt x="11" y="1"/>
                      <a:pt x="0" y="0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2" name="Freeform 1108">
                <a:extLst>
                  <a:ext uri="{FF2B5EF4-FFF2-40B4-BE49-F238E27FC236}">
                    <a16:creationId xmlns:a16="http://schemas.microsoft.com/office/drawing/2014/main" id="{AD4F9B37-0100-43A8-9DBA-A741D4072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931"/>
                <a:ext cx="18" cy="32"/>
              </a:xfrm>
              <a:custGeom>
                <a:avLst/>
                <a:gdLst>
                  <a:gd name="T0" fmla="*/ 21 w 7"/>
                  <a:gd name="T1" fmla="*/ 56 h 12"/>
                  <a:gd name="T2" fmla="*/ 54 w 7"/>
                  <a:gd name="T3" fmla="*/ 205 h 12"/>
                  <a:gd name="T4" fmla="*/ 54 w 7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1" y="3"/>
                    </a:moveTo>
                    <a:cubicBezTo>
                      <a:pt x="1" y="5"/>
                      <a:pt x="0" y="12"/>
                      <a:pt x="3" y="11"/>
                    </a:cubicBezTo>
                    <a:cubicBezTo>
                      <a:pt x="7" y="10"/>
                      <a:pt x="7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3" name="Freeform 1109">
                <a:extLst>
                  <a:ext uri="{FF2B5EF4-FFF2-40B4-BE49-F238E27FC236}">
                    <a16:creationId xmlns:a16="http://schemas.microsoft.com/office/drawing/2014/main" id="{54B211C3-C987-4378-8128-79A144789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957"/>
                <a:ext cx="25" cy="27"/>
              </a:xfrm>
              <a:custGeom>
                <a:avLst/>
                <a:gdLst>
                  <a:gd name="T0" fmla="*/ 20 w 10"/>
                  <a:gd name="T1" fmla="*/ 103 h 10"/>
                  <a:gd name="T2" fmla="*/ 145 w 10"/>
                  <a:gd name="T3" fmla="*/ 59 h 10"/>
                  <a:gd name="T4" fmla="*/ 0 w 10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" y="5"/>
                    </a:moveTo>
                    <a:cubicBezTo>
                      <a:pt x="2" y="2"/>
                      <a:pt x="8" y="0"/>
                      <a:pt x="9" y="3"/>
                    </a:cubicBezTo>
                    <a:cubicBezTo>
                      <a:pt x="10" y="6"/>
                      <a:pt x="2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4" name="Freeform 1110">
                <a:extLst>
                  <a:ext uri="{FF2B5EF4-FFF2-40B4-BE49-F238E27FC236}">
                    <a16:creationId xmlns:a16="http://schemas.microsoft.com/office/drawing/2014/main" id="{6A43A00F-8562-42A8-8A68-1D69CD9A2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928"/>
                <a:ext cx="23" cy="37"/>
              </a:xfrm>
              <a:custGeom>
                <a:avLst/>
                <a:gdLst>
                  <a:gd name="T0" fmla="*/ 20 w 9"/>
                  <a:gd name="T1" fmla="*/ 90 h 14"/>
                  <a:gd name="T2" fmla="*/ 0 w 9"/>
                  <a:gd name="T3" fmla="*/ 182 h 14"/>
                  <a:gd name="T4" fmla="*/ 97 w 9"/>
                  <a:gd name="T5" fmla="*/ 204 h 14"/>
                  <a:gd name="T6" fmla="*/ 97 w 9"/>
                  <a:gd name="T7" fmla="*/ 21 h 14"/>
                  <a:gd name="T8" fmla="*/ 20 w 9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5"/>
                    </a:moveTo>
                    <a:cubicBezTo>
                      <a:pt x="1" y="7"/>
                      <a:pt x="0" y="9"/>
                      <a:pt x="0" y="10"/>
                    </a:cubicBezTo>
                    <a:cubicBezTo>
                      <a:pt x="1" y="14"/>
                      <a:pt x="4" y="13"/>
                      <a:pt x="6" y="11"/>
                    </a:cubicBezTo>
                    <a:cubicBezTo>
                      <a:pt x="8" y="9"/>
                      <a:pt x="9" y="3"/>
                      <a:pt x="6" y="1"/>
                    </a:cubicBezTo>
                    <a:cubicBezTo>
                      <a:pt x="5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5" name="Freeform 1111">
                <a:extLst>
                  <a:ext uri="{FF2B5EF4-FFF2-40B4-BE49-F238E27FC236}">
                    <a16:creationId xmlns:a16="http://schemas.microsoft.com/office/drawing/2014/main" id="{4175D6E1-E26D-44AD-AFB4-6A8A03BA6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819"/>
                <a:ext cx="27" cy="32"/>
              </a:xfrm>
              <a:custGeom>
                <a:avLst/>
                <a:gdLst>
                  <a:gd name="T0" fmla="*/ 42 w 11"/>
                  <a:gd name="T1" fmla="*/ 21 h 12"/>
                  <a:gd name="T2" fmla="*/ 120 w 11"/>
                  <a:gd name="T3" fmla="*/ 192 h 12"/>
                  <a:gd name="T4" fmla="*/ 61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1"/>
                    </a:moveTo>
                    <a:cubicBezTo>
                      <a:pt x="0" y="4"/>
                      <a:pt x="5" y="12"/>
                      <a:pt x="8" y="10"/>
                    </a:cubicBezTo>
                    <a:cubicBezTo>
                      <a:pt x="11" y="8"/>
                      <a:pt x="7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6" name="Freeform 1112">
                <a:extLst>
                  <a:ext uri="{FF2B5EF4-FFF2-40B4-BE49-F238E27FC236}">
                    <a16:creationId xmlns:a16="http://schemas.microsoft.com/office/drawing/2014/main" id="{4B7832C8-4DE3-43C8-ABA9-6EAAC8E77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845"/>
                <a:ext cx="15" cy="24"/>
              </a:xfrm>
              <a:custGeom>
                <a:avLst/>
                <a:gdLst>
                  <a:gd name="T0" fmla="*/ 95 w 6"/>
                  <a:gd name="T1" fmla="*/ 0 h 9"/>
                  <a:gd name="T2" fmla="*/ 0 w 6"/>
                  <a:gd name="T3" fmla="*/ 136 h 9"/>
                  <a:gd name="T4" fmla="*/ 0 w 6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5" y="4"/>
                      <a:pt x="5" y="9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7" name="Freeform 1113">
                <a:extLst>
                  <a:ext uri="{FF2B5EF4-FFF2-40B4-BE49-F238E27FC236}">
                    <a16:creationId xmlns:a16="http://schemas.microsoft.com/office/drawing/2014/main" id="{A324198D-314A-433D-880B-B31D09EAC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56"/>
                <a:ext cx="32" cy="35"/>
              </a:xfrm>
              <a:custGeom>
                <a:avLst/>
                <a:gdLst>
                  <a:gd name="T0" fmla="*/ 91 w 13"/>
                  <a:gd name="T1" fmla="*/ 59 h 13"/>
                  <a:gd name="T2" fmla="*/ 103 w 13"/>
                  <a:gd name="T3" fmla="*/ 197 h 13"/>
                  <a:gd name="T4" fmla="*/ 162 w 13"/>
                  <a:gd name="T5" fmla="*/ 35 h 13"/>
                  <a:gd name="T6" fmla="*/ 121 w 13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6" y="3"/>
                    </a:moveTo>
                    <a:cubicBezTo>
                      <a:pt x="4" y="5"/>
                      <a:pt x="0" y="13"/>
                      <a:pt x="7" y="10"/>
                    </a:cubicBezTo>
                    <a:cubicBezTo>
                      <a:pt x="9" y="9"/>
                      <a:pt x="13" y="4"/>
                      <a:pt x="11" y="2"/>
                    </a:cubicBezTo>
                    <a:cubicBezTo>
                      <a:pt x="10" y="0"/>
                      <a:pt x="9" y="1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8" name="Freeform 1114">
                <a:extLst>
                  <a:ext uri="{FF2B5EF4-FFF2-40B4-BE49-F238E27FC236}">
                    <a16:creationId xmlns:a16="http://schemas.microsoft.com/office/drawing/2014/main" id="{7D19985E-9154-4A2C-815E-2762A8967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843"/>
                <a:ext cx="20" cy="37"/>
              </a:xfrm>
              <a:custGeom>
                <a:avLst/>
                <a:gdLst>
                  <a:gd name="T0" fmla="*/ 20 w 8"/>
                  <a:gd name="T1" fmla="*/ 34 h 14"/>
                  <a:gd name="T2" fmla="*/ 63 w 8"/>
                  <a:gd name="T3" fmla="*/ 238 h 14"/>
                  <a:gd name="T4" fmla="*/ 50 w 8"/>
                  <a:gd name="T5" fmla="*/ 0 h 14"/>
                  <a:gd name="T6" fmla="*/ 33 w 8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1" y="2"/>
                    </a:moveTo>
                    <a:cubicBezTo>
                      <a:pt x="0" y="4"/>
                      <a:pt x="1" y="14"/>
                      <a:pt x="4" y="13"/>
                    </a:cubicBezTo>
                    <a:cubicBezTo>
                      <a:pt x="8" y="12"/>
                      <a:pt x="6" y="2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89" name="Freeform 1115">
                <a:extLst>
                  <a:ext uri="{FF2B5EF4-FFF2-40B4-BE49-F238E27FC236}">
                    <a16:creationId xmlns:a16="http://schemas.microsoft.com/office/drawing/2014/main" id="{5BE0DDB3-CBF2-4339-8A9F-56A44D01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813"/>
                <a:ext cx="22" cy="35"/>
              </a:xfrm>
              <a:custGeom>
                <a:avLst/>
                <a:gdLst>
                  <a:gd name="T0" fmla="*/ 0 w 9"/>
                  <a:gd name="T1" fmla="*/ 94 h 13"/>
                  <a:gd name="T2" fmla="*/ 103 w 9"/>
                  <a:gd name="T3" fmla="*/ 116 h 13"/>
                  <a:gd name="T4" fmla="*/ 90 w 9"/>
                  <a:gd name="T5" fmla="*/ 2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0" y="0"/>
                      <a:pt x="6" y="4"/>
                      <a:pt x="7" y="6"/>
                    </a:cubicBezTo>
                    <a:cubicBezTo>
                      <a:pt x="8" y="8"/>
                      <a:pt x="9" y="13"/>
                      <a:pt x="6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0" name="Freeform 1116">
                <a:extLst>
                  <a:ext uri="{FF2B5EF4-FFF2-40B4-BE49-F238E27FC236}">
                    <a16:creationId xmlns:a16="http://schemas.microsoft.com/office/drawing/2014/main" id="{C4BC8A87-BE53-4315-AF12-99444A42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787"/>
                <a:ext cx="25" cy="42"/>
              </a:xfrm>
              <a:custGeom>
                <a:avLst/>
                <a:gdLst>
                  <a:gd name="T0" fmla="*/ 158 w 10"/>
                  <a:gd name="T1" fmla="*/ 179 h 16"/>
                  <a:gd name="T2" fmla="*/ 0 w 10"/>
                  <a:gd name="T3" fmla="*/ 123 h 16"/>
                  <a:gd name="T4" fmla="*/ 158 w 10"/>
                  <a:gd name="T5" fmla="*/ 20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10"/>
                    </a:moveTo>
                    <a:cubicBezTo>
                      <a:pt x="9" y="7"/>
                      <a:pt x="0" y="0"/>
                      <a:pt x="0" y="7"/>
                    </a:cubicBezTo>
                    <a:cubicBezTo>
                      <a:pt x="0" y="11"/>
                      <a:pt x="9" y="16"/>
                      <a:pt x="10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1" name="Freeform 1117">
                <a:extLst>
                  <a:ext uri="{FF2B5EF4-FFF2-40B4-BE49-F238E27FC236}">
                    <a16:creationId xmlns:a16="http://schemas.microsoft.com/office/drawing/2014/main" id="{B92CD723-6057-415C-A580-74839058A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795"/>
                <a:ext cx="25" cy="34"/>
              </a:xfrm>
              <a:custGeom>
                <a:avLst/>
                <a:gdLst>
                  <a:gd name="T0" fmla="*/ 20 w 10"/>
                  <a:gd name="T1" fmla="*/ 110 h 13"/>
                  <a:gd name="T2" fmla="*/ 50 w 10"/>
                  <a:gd name="T3" fmla="*/ 199 h 13"/>
                  <a:gd name="T4" fmla="*/ 125 w 10"/>
                  <a:gd name="T5" fmla="*/ 165 h 13"/>
                  <a:gd name="T6" fmla="*/ 20 w 10"/>
                  <a:gd name="T7" fmla="*/ 8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" y="6"/>
                    </a:moveTo>
                    <a:cubicBezTo>
                      <a:pt x="1" y="7"/>
                      <a:pt x="2" y="10"/>
                      <a:pt x="3" y="11"/>
                    </a:cubicBezTo>
                    <a:cubicBezTo>
                      <a:pt x="5" y="13"/>
                      <a:pt x="8" y="12"/>
                      <a:pt x="8" y="9"/>
                    </a:cubicBezTo>
                    <a:cubicBezTo>
                      <a:pt x="10" y="2"/>
                      <a:pt x="0" y="0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2" name="Freeform 1118">
                <a:extLst>
                  <a:ext uri="{FF2B5EF4-FFF2-40B4-BE49-F238E27FC236}">
                    <a16:creationId xmlns:a16="http://schemas.microsoft.com/office/drawing/2014/main" id="{314F83D6-1465-47A0-B51E-A1431C1DC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819"/>
                <a:ext cx="18" cy="32"/>
              </a:xfrm>
              <a:custGeom>
                <a:avLst/>
                <a:gdLst>
                  <a:gd name="T0" fmla="*/ 33 w 7"/>
                  <a:gd name="T1" fmla="*/ 56 h 12"/>
                  <a:gd name="T2" fmla="*/ 67 w 7"/>
                  <a:gd name="T3" fmla="*/ 205 h 12"/>
                  <a:gd name="T4" fmla="*/ 67 w 7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3"/>
                    </a:moveTo>
                    <a:cubicBezTo>
                      <a:pt x="1" y="5"/>
                      <a:pt x="0" y="12"/>
                      <a:pt x="4" y="11"/>
                    </a:cubicBezTo>
                    <a:cubicBezTo>
                      <a:pt x="7" y="10"/>
                      <a:pt x="7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3" name="Freeform 1119">
                <a:extLst>
                  <a:ext uri="{FF2B5EF4-FFF2-40B4-BE49-F238E27FC236}">
                    <a16:creationId xmlns:a16="http://schemas.microsoft.com/office/drawing/2014/main" id="{DF736348-CA11-45F2-8C65-D4DF3BEBA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848"/>
                <a:ext cx="27" cy="24"/>
              </a:xfrm>
              <a:custGeom>
                <a:avLst/>
                <a:gdLst>
                  <a:gd name="T0" fmla="*/ 12 w 11"/>
                  <a:gd name="T1" fmla="*/ 77 h 9"/>
                  <a:gd name="T2" fmla="*/ 133 w 11"/>
                  <a:gd name="T3" fmla="*/ 35 h 9"/>
                  <a:gd name="T4" fmla="*/ 0 w 11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" y="4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1" y="5"/>
                      <a:pt x="2" y="9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4" name="Freeform 1120">
                <a:extLst>
                  <a:ext uri="{FF2B5EF4-FFF2-40B4-BE49-F238E27FC236}">
                    <a16:creationId xmlns:a16="http://schemas.microsoft.com/office/drawing/2014/main" id="{B19ED968-923C-463D-A070-652BDE7F0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816"/>
                <a:ext cx="23" cy="37"/>
              </a:xfrm>
              <a:custGeom>
                <a:avLst/>
                <a:gdLst>
                  <a:gd name="T0" fmla="*/ 20 w 9"/>
                  <a:gd name="T1" fmla="*/ 90 h 14"/>
                  <a:gd name="T2" fmla="*/ 20 w 9"/>
                  <a:gd name="T3" fmla="*/ 204 h 14"/>
                  <a:gd name="T4" fmla="*/ 97 w 9"/>
                  <a:gd name="T5" fmla="*/ 204 h 14"/>
                  <a:gd name="T6" fmla="*/ 118 w 9"/>
                  <a:gd name="T7" fmla="*/ 21 h 14"/>
                  <a:gd name="T8" fmla="*/ 20 w 9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5"/>
                    </a:moveTo>
                    <a:cubicBezTo>
                      <a:pt x="1" y="7"/>
                      <a:pt x="0" y="9"/>
                      <a:pt x="1" y="11"/>
                    </a:cubicBezTo>
                    <a:cubicBezTo>
                      <a:pt x="2" y="14"/>
                      <a:pt x="4" y="13"/>
                      <a:pt x="6" y="11"/>
                    </a:cubicBezTo>
                    <a:cubicBezTo>
                      <a:pt x="8" y="9"/>
                      <a:pt x="9" y="3"/>
                      <a:pt x="7" y="1"/>
                    </a:cubicBezTo>
                    <a:cubicBezTo>
                      <a:pt x="5" y="0"/>
                      <a:pt x="1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5" name="Freeform 1121">
                <a:extLst>
                  <a:ext uri="{FF2B5EF4-FFF2-40B4-BE49-F238E27FC236}">
                    <a16:creationId xmlns:a16="http://schemas.microsoft.com/office/drawing/2014/main" id="{3123CF11-EA9D-44D7-82C9-C9401308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776"/>
                <a:ext cx="27" cy="32"/>
              </a:xfrm>
              <a:custGeom>
                <a:avLst/>
                <a:gdLst>
                  <a:gd name="T0" fmla="*/ 42 w 11"/>
                  <a:gd name="T1" fmla="*/ 21 h 12"/>
                  <a:gd name="T2" fmla="*/ 120 w 11"/>
                  <a:gd name="T3" fmla="*/ 192 h 12"/>
                  <a:gd name="T4" fmla="*/ 61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1"/>
                    </a:moveTo>
                    <a:cubicBezTo>
                      <a:pt x="0" y="4"/>
                      <a:pt x="5" y="12"/>
                      <a:pt x="8" y="10"/>
                    </a:cubicBezTo>
                    <a:cubicBezTo>
                      <a:pt x="11" y="8"/>
                      <a:pt x="7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6" name="Freeform 1122">
                <a:extLst>
                  <a:ext uri="{FF2B5EF4-FFF2-40B4-BE49-F238E27FC236}">
                    <a16:creationId xmlns:a16="http://schemas.microsoft.com/office/drawing/2014/main" id="{EC91CAC0-D286-4443-8DE8-3B208F579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803"/>
                <a:ext cx="17" cy="24"/>
              </a:xfrm>
              <a:custGeom>
                <a:avLst/>
                <a:gdLst>
                  <a:gd name="T0" fmla="*/ 100 w 7"/>
                  <a:gd name="T1" fmla="*/ 0 h 9"/>
                  <a:gd name="T2" fmla="*/ 0 w 7"/>
                  <a:gd name="T3" fmla="*/ 136 h 9"/>
                  <a:gd name="T4" fmla="*/ 12 w 7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6" y="4"/>
                      <a:pt x="5" y="9"/>
                      <a:pt x="0" y="7"/>
                    </a:cubicBezTo>
                    <a:cubicBezTo>
                      <a:pt x="0" y="7"/>
                      <a:pt x="1" y="6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7" name="Freeform 1123">
                <a:extLst>
                  <a:ext uri="{FF2B5EF4-FFF2-40B4-BE49-F238E27FC236}">
                    <a16:creationId xmlns:a16="http://schemas.microsoft.com/office/drawing/2014/main" id="{CA3515ED-C818-4D2C-9486-F5C3F767E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813"/>
                <a:ext cx="30" cy="35"/>
              </a:xfrm>
              <a:custGeom>
                <a:avLst/>
                <a:gdLst>
                  <a:gd name="T0" fmla="*/ 95 w 12"/>
                  <a:gd name="T1" fmla="*/ 59 h 13"/>
                  <a:gd name="T2" fmla="*/ 113 w 12"/>
                  <a:gd name="T3" fmla="*/ 197 h 13"/>
                  <a:gd name="T4" fmla="*/ 175 w 12"/>
                  <a:gd name="T5" fmla="*/ 35 h 13"/>
                  <a:gd name="T6" fmla="*/ 125 w 12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3"/>
                    </a:moveTo>
                    <a:cubicBezTo>
                      <a:pt x="4" y="5"/>
                      <a:pt x="0" y="13"/>
                      <a:pt x="7" y="10"/>
                    </a:cubicBezTo>
                    <a:cubicBezTo>
                      <a:pt x="9" y="9"/>
                      <a:pt x="12" y="4"/>
                      <a:pt x="11" y="2"/>
                    </a:cubicBezTo>
                    <a:cubicBezTo>
                      <a:pt x="10" y="0"/>
                      <a:pt x="8" y="1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8" name="Freeform 1124">
                <a:extLst>
                  <a:ext uri="{FF2B5EF4-FFF2-40B4-BE49-F238E27FC236}">
                    <a16:creationId xmlns:a16="http://schemas.microsoft.com/office/drawing/2014/main" id="{24A61521-1F11-4D54-BE62-0456E79B3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800"/>
                <a:ext cx="20" cy="37"/>
              </a:xfrm>
              <a:custGeom>
                <a:avLst/>
                <a:gdLst>
                  <a:gd name="T0" fmla="*/ 20 w 8"/>
                  <a:gd name="T1" fmla="*/ 34 h 14"/>
                  <a:gd name="T2" fmla="*/ 63 w 8"/>
                  <a:gd name="T3" fmla="*/ 238 h 14"/>
                  <a:gd name="T4" fmla="*/ 50 w 8"/>
                  <a:gd name="T5" fmla="*/ 0 h 14"/>
                  <a:gd name="T6" fmla="*/ 20 w 8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1" y="2"/>
                    </a:moveTo>
                    <a:cubicBezTo>
                      <a:pt x="0" y="4"/>
                      <a:pt x="1" y="14"/>
                      <a:pt x="4" y="13"/>
                    </a:cubicBezTo>
                    <a:cubicBezTo>
                      <a:pt x="8" y="12"/>
                      <a:pt x="6" y="2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99" name="Freeform 1125">
                <a:extLst>
                  <a:ext uri="{FF2B5EF4-FFF2-40B4-BE49-F238E27FC236}">
                    <a16:creationId xmlns:a16="http://schemas.microsoft.com/office/drawing/2014/main" id="{1F8C5273-2EBB-4B52-955B-DA852E2D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771"/>
                <a:ext cx="22" cy="34"/>
              </a:xfrm>
              <a:custGeom>
                <a:avLst/>
                <a:gdLst>
                  <a:gd name="T0" fmla="*/ 0 w 9"/>
                  <a:gd name="T1" fmla="*/ 89 h 13"/>
                  <a:gd name="T2" fmla="*/ 103 w 9"/>
                  <a:gd name="T3" fmla="*/ 110 h 13"/>
                  <a:gd name="T4" fmla="*/ 71 w 9"/>
                  <a:gd name="T5" fmla="*/ 19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0" y="0"/>
                      <a:pt x="6" y="4"/>
                      <a:pt x="7" y="6"/>
                    </a:cubicBezTo>
                    <a:cubicBezTo>
                      <a:pt x="8" y="7"/>
                      <a:pt x="9" y="13"/>
                      <a:pt x="5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0" name="Freeform 1126">
                <a:extLst>
                  <a:ext uri="{FF2B5EF4-FFF2-40B4-BE49-F238E27FC236}">
                    <a16:creationId xmlns:a16="http://schemas.microsoft.com/office/drawing/2014/main" id="{262A6DF7-2A85-4E7F-8D46-40A55C2BE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744"/>
                <a:ext cx="25" cy="43"/>
              </a:xfrm>
              <a:custGeom>
                <a:avLst/>
                <a:gdLst>
                  <a:gd name="T0" fmla="*/ 158 w 10"/>
                  <a:gd name="T1" fmla="*/ 196 h 16"/>
                  <a:gd name="T2" fmla="*/ 0 w 10"/>
                  <a:gd name="T3" fmla="*/ 137 h 16"/>
                  <a:gd name="T4" fmla="*/ 158 w 10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10"/>
                    </a:moveTo>
                    <a:cubicBezTo>
                      <a:pt x="9" y="7"/>
                      <a:pt x="0" y="0"/>
                      <a:pt x="0" y="7"/>
                    </a:cubicBezTo>
                    <a:cubicBezTo>
                      <a:pt x="0" y="11"/>
                      <a:pt x="9" y="16"/>
                      <a:pt x="10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1" name="Freeform 1127">
                <a:extLst>
                  <a:ext uri="{FF2B5EF4-FFF2-40B4-BE49-F238E27FC236}">
                    <a16:creationId xmlns:a16="http://schemas.microsoft.com/office/drawing/2014/main" id="{D4AFA846-B6BF-4583-9183-CA4B126D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752"/>
                <a:ext cx="28" cy="35"/>
              </a:xfrm>
              <a:custGeom>
                <a:avLst/>
                <a:gdLst>
                  <a:gd name="T0" fmla="*/ 33 w 11"/>
                  <a:gd name="T1" fmla="*/ 116 h 13"/>
                  <a:gd name="T2" fmla="*/ 64 w 11"/>
                  <a:gd name="T3" fmla="*/ 218 h 13"/>
                  <a:gd name="T4" fmla="*/ 150 w 11"/>
                  <a:gd name="T5" fmla="*/ 175 h 13"/>
                  <a:gd name="T6" fmla="*/ 33 w 11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2" y="6"/>
                    </a:moveTo>
                    <a:cubicBezTo>
                      <a:pt x="2" y="7"/>
                      <a:pt x="3" y="10"/>
                      <a:pt x="4" y="11"/>
                    </a:cubicBezTo>
                    <a:cubicBezTo>
                      <a:pt x="6" y="13"/>
                      <a:pt x="9" y="12"/>
                      <a:pt x="9" y="9"/>
                    </a:cubicBezTo>
                    <a:cubicBezTo>
                      <a:pt x="11" y="2"/>
                      <a:pt x="0" y="0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2" name="Freeform 1128">
                <a:extLst>
                  <a:ext uri="{FF2B5EF4-FFF2-40B4-BE49-F238E27FC236}">
                    <a16:creationId xmlns:a16="http://schemas.microsoft.com/office/drawing/2014/main" id="{51B7E3FB-F8CF-491D-AA6D-1000A475E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776"/>
                <a:ext cx="18" cy="32"/>
              </a:xfrm>
              <a:custGeom>
                <a:avLst/>
                <a:gdLst>
                  <a:gd name="T0" fmla="*/ 33 w 7"/>
                  <a:gd name="T1" fmla="*/ 56 h 12"/>
                  <a:gd name="T2" fmla="*/ 67 w 7"/>
                  <a:gd name="T3" fmla="*/ 205 h 12"/>
                  <a:gd name="T4" fmla="*/ 54 w 7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3"/>
                    </a:moveTo>
                    <a:cubicBezTo>
                      <a:pt x="1" y="5"/>
                      <a:pt x="0" y="12"/>
                      <a:pt x="4" y="11"/>
                    </a:cubicBezTo>
                    <a:cubicBezTo>
                      <a:pt x="7" y="10"/>
                      <a:pt x="7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3" name="Freeform 1129">
                <a:extLst>
                  <a:ext uri="{FF2B5EF4-FFF2-40B4-BE49-F238E27FC236}">
                    <a16:creationId xmlns:a16="http://schemas.microsoft.com/office/drawing/2014/main" id="{0CC80ED1-7525-443C-9C19-0DD244B71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805"/>
                <a:ext cx="27" cy="24"/>
              </a:xfrm>
              <a:custGeom>
                <a:avLst/>
                <a:gdLst>
                  <a:gd name="T0" fmla="*/ 12 w 11"/>
                  <a:gd name="T1" fmla="*/ 77 h 9"/>
                  <a:gd name="T2" fmla="*/ 133 w 11"/>
                  <a:gd name="T3" fmla="*/ 35 h 9"/>
                  <a:gd name="T4" fmla="*/ 0 w 11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" y="4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1" y="5"/>
                      <a:pt x="2" y="8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4" name="Freeform 1130">
                <a:extLst>
                  <a:ext uri="{FF2B5EF4-FFF2-40B4-BE49-F238E27FC236}">
                    <a16:creationId xmlns:a16="http://schemas.microsoft.com/office/drawing/2014/main" id="{85B93FED-6E34-458B-90CE-A65E5F6F2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73"/>
                <a:ext cx="23" cy="38"/>
              </a:xfrm>
              <a:custGeom>
                <a:avLst/>
                <a:gdLst>
                  <a:gd name="T0" fmla="*/ 20 w 9"/>
                  <a:gd name="T1" fmla="*/ 103 h 14"/>
                  <a:gd name="T2" fmla="*/ 20 w 9"/>
                  <a:gd name="T3" fmla="*/ 220 h 14"/>
                  <a:gd name="T4" fmla="*/ 97 w 9"/>
                  <a:gd name="T5" fmla="*/ 220 h 14"/>
                  <a:gd name="T6" fmla="*/ 97 w 9"/>
                  <a:gd name="T7" fmla="*/ 22 h 14"/>
                  <a:gd name="T8" fmla="*/ 20 w 9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5"/>
                    </a:moveTo>
                    <a:cubicBezTo>
                      <a:pt x="1" y="7"/>
                      <a:pt x="0" y="9"/>
                      <a:pt x="1" y="11"/>
                    </a:cubicBezTo>
                    <a:cubicBezTo>
                      <a:pt x="1" y="14"/>
                      <a:pt x="4" y="13"/>
                      <a:pt x="6" y="11"/>
                    </a:cubicBezTo>
                    <a:cubicBezTo>
                      <a:pt x="8" y="9"/>
                      <a:pt x="9" y="3"/>
                      <a:pt x="6" y="1"/>
                    </a:cubicBezTo>
                    <a:cubicBezTo>
                      <a:pt x="5" y="0"/>
                      <a:pt x="1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5" name="Freeform 1131">
                <a:extLst>
                  <a:ext uri="{FF2B5EF4-FFF2-40B4-BE49-F238E27FC236}">
                    <a16:creationId xmlns:a16="http://schemas.microsoft.com/office/drawing/2014/main" id="{A5030787-FE68-4CA6-BCA5-D7007CA33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821"/>
                <a:ext cx="17" cy="35"/>
              </a:xfrm>
              <a:custGeom>
                <a:avLst/>
                <a:gdLst>
                  <a:gd name="T0" fmla="*/ 29 w 7"/>
                  <a:gd name="T1" fmla="*/ 197 h 13"/>
                  <a:gd name="T2" fmla="*/ 41 w 7"/>
                  <a:gd name="T3" fmla="*/ 0 h 13"/>
                  <a:gd name="T4" fmla="*/ 12 w 7"/>
                  <a:gd name="T5" fmla="*/ 2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2" y="10"/>
                    </a:moveTo>
                    <a:cubicBezTo>
                      <a:pt x="7" y="13"/>
                      <a:pt x="7" y="0"/>
                      <a:pt x="3" y="0"/>
                    </a:cubicBezTo>
                    <a:cubicBezTo>
                      <a:pt x="0" y="0"/>
                      <a:pt x="0" y="9"/>
                      <a:pt x="1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6" name="Freeform 1132">
                <a:extLst>
                  <a:ext uri="{FF2B5EF4-FFF2-40B4-BE49-F238E27FC236}">
                    <a16:creationId xmlns:a16="http://schemas.microsoft.com/office/drawing/2014/main" id="{F00A1FFF-221B-4CAC-B815-2F8135D7C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808"/>
                <a:ext cx="25" cy="29"/>
              </a:xfrm>
              <a:custGeom>
                <a:avLst/>
                <a:gdLst>
                  <a:gd name="T0" fmla="*/ 50 w 10"/>
                  <a:gd name="T1" fmla="*/ 0 h 11"/>
                  <a:gd name="T2" fmla="*/ 113 w 10"/>
                  <a:gd name="T3" fmla="*/ 166 h 11"/>
                  <a:gd name="T4" fmla="*/ 0 w 10"/>
                  <a:gd name="T5" fmla="*/ 0 h 11"/>
                  <a:gd name="T6" fmla="*/ 20 w 10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6" y="0"/>
                      <a:pt x="10" y="7"/>
                      <a:pt x="7" y="9"/>
                    </a:cubicBezTo>
                    <a:cubicBezTo>
                      <a:pt x="2" y="11"/>
                      <a:pt x="0" y="2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7" name="Freeform 1133">
                <a:extLst>
                  <a:ext uri="{FF2B5EF4-FFF2-40B4-BE49-F238E27FC236}">
                    <a16:creationId xmlns:a16="http://schemas.microsoft.com/office/drawing/2014/main" id="{3E18B539-84FA-42E2-BF89-502B582FC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805"/>
                <a:ext cx="20" cy="38"/>
              </a:xfrm>
              <a:custGeom>
                <a:avLst/>
                <a:gdLst>
                  <a:gd name="T0" fmla="*/ 125 w 8"/>
                  <a:gd name="T1" fmla="*/ 103 h 14"/>
                  <a:gd name="T2" fmla="*/ 63 w 8"/>
                  <a:gd name="T3" fmla="*/ 22 h 14"/>
                  <a:gd name="T4" fmla="*/ 0 w 8"/>
                  <a:gd name="T5" fmla="*/ 141 h 14"/>
                  <a:gd name="T6" fmla="*/ 63 w 8"/>
                  <a:gd name="T7" fmla="*/ 244 h 14"/>
                  <a:gd name="T8" fmla="*/ 113 w 8"/>
                  <a:gd name="T9" fmla="*/ 14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8" y="5"/>
                    </a:moveTo>
                    <a:cubicBezTo>
                      <a:pt x="7" y="3"/>
                      <a:pt x="6" y="1"/>
                      <a:pt x="4" y="1"/>
                    </a:cubicBezTo>
                    <a:cubicBezTo>
                      <a:pt x="1" y="0"/>
                      <a:pt x="0" y="5"/>
                      <a:pt x="0" y="7"/>
                    </a:cubicBezTo>
                    <a:cubicBezTo>
                      <a:pt x="0" y="9"/>
                      <a:pt x="1" y="14"/>
                      <a:pt x="4" y="12"/>
                    </a:cubicBezTo>
                    <a:cubicBezTo>
                      <a:pt x="6" y="11"/>
                      <a:pt x="6" y="9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8" name="Freeform 1134">
                <a:extLst>
                  <a:ext uri="{FF2B5EF4-FFF2-40B4-BE49-F238E27FC236}">
                    <a16:creationId xmlns:a16="http://schemas.microsoft.com/office/drawing/2014/main" id="{CB58971F-754F-4C97-9820-074C8A8E1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97"/>
                <a:ext cx="15" cy="32"/>
              </a:xfrm>
              <a:custGeom>
                <a:avLst/>
                <a:gdLst>
                  <a:gd name="T0" fmla="*/ 95 w 6"/>
                  <a:gd name="T1" fmla="*/ 149 h 12"/>
                  <a:gd name="T2" fmla="*/ 0 w 6"/>
                  <a:gd name="T3" fmla="*/ 136 h 12"/>
                  <a:gd name="T4" fmla="*/ 83 w 6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8"/>
                    </a:moveTo>
                    <a:cubicBezTo>
                      <a:pt x="4" y="12"/>
                      <a:pt x="0" y="12"/>
                      <a:pt x="0" y="7"/>
                    </a:cubicBezTo>
                    <a:cubicBezTo>
                      <a:pt x="0" y="5"/>
                      <a:pt x="3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09" name="Freeform 1135">
                <a:extLst>
                  <a:ext uri="{FF2B5EF4-FFF2-40B4-BE49-F238E27FC236}">
                    <a16:creationId xmlns:a16="http://schemas.microsoft.com/office/drawing/2014/main" id="{8CF96262-4145-4DF1-AC22-4D32FCDDA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795"/>
                <a:ext cx="27" cy="32"/>
              </a:xfrm>
              <a:custGeom>
                <a:avLst/>
                <a:gdLst>
                  <a:gd name="T0" fmla="*/ 150 w 11"/>
                  <a:gd name="T1" fmla="*/ 149 h 12"/>
                  <a:gd name="T2" fmla="*/ 0 w 11"/>
                  <a:gd name="T3" fmla="*/ 115 h 12"/>
                  <a:gd name="T4" fmla="*/ 91 w 11"/>
                  <a:gd name="T5" fmla="*/ 227 h 12"/>
                  <a:gd name="T6" fmla="*/ 162 w 11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0" y="8"/>
                    </a:moveTo>
                    <a:cubicBezTo>
                      <a:pt x="9" y="5"/>
                      <a:pt x="2" y="0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8" y="12"/>
                      <a:pt x="11" y="12"/>
                      <a:pt x="11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0" name="Freeform 1136">
                <a:extLst>
                  <a:ext uri="{FF2B5EF4-FFF2-40B4-BE49-F238E27FC236}">
                    <a16:creationId xmlns:a16="http://schemas.microsoft.com/office/drawing/2014/main" id="{5D238C89-025E-4B1C-8D4A-80831469F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773"/>
                <a:ext cx="17" cy="30"/>
              </a:xfrm>
              <a:custGeom>
                <a:avLst/>
                <a:gdLst>
                  <a:gd name="T0" fmla="*/ 70 w 7"/>
                  <a:gd name="T1" fmla="*/ 185 h 11"/>
                  <a:gd name="T2" fmla="*/ 58 w 7"/>
                  <a:gd name="T3" fmla="*/ 22 h 11"/>
                  <a:gd name="T4" fmla="*/ 58 w 7"/>
                  <a:gd name="T5" fmla="*/ 224 h 11"/>
                  <a:gd name="T6" fmla="*/ 70 w 7"/>
                  <a:gd name="T7" fmla="*/ 18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9"/>
                    </a:moveTo>
                    <a:cubicBezTo>
                      <a:pt x="5" y="7"/>
                      <a:pt x="7" y="1"/>
                      <a:pt x="4" y="1"/>
                    </a:cubicBezTo>
                    <a:cubicBezTo>
                      <a:pt x="0" y="0"/>
                      <a:pt x="2" y="10"/>
                      <a:pt x="4" y="11"/>
                    </a:cubicBezTo>
                    <a:cubicBezTo>
                      <a:pt x="5" y="11"/>
                      <a:pt x="5" y="10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1" name="Freeform 1137">
                <a:extLst>
                  <a:ext uri="{FF2B5EF4-FFF2-40B4-BE49-F238E27FC236}">
                    <a16:creationId xmlns:a16="http://schemas.microsoft.com/office/drawing/2014/main" id="{B0B39E63-56FA-4E4E-A4C8-6024B01CB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89"/>
                <a:ext cx="30" cy="43"/>
              </a:xfrm>
              <a:custGeom>
                <a:avLst/>
                <a:gdLst>
                  <a:gd name="T0" fmla="*/ 188 w 12"/>
                  <a:gd name="T1" fmla="*/ 196 h 16"/>
                  <a:gd name="T2" fmla="*/ 95 w 12"/>
                  <a:gd name="T3" fmla="*/ 22 h 16"/>
                  <a:gd name="T4" fmla="*/ 188 w 12"/>
                  <a:gd name="T5" fmla="*/ 23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10"/>
                    </a:moveTo>
                    <a:cubicBezTo>
                      <a:pt x="12" y="7"/>
                      <a:pt x="9" y="0"/>
                      <a:pt x="6" y="1"/>
                    </a:cubicBezTo>
                    <a:cubicBezTo>
                      <a:pt x="0" y="3"/>
                      <a:pt x="7" y="16"/>
                      <a:pt x="12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2" name="Freeform 1138">
                <a:extLst>
                  <a:ext uri="{FF2B5EF4-FFF2-40B4-BE49-F238E27FC236}">
                    <a16:creationId xmlns:a16="http://schemas.microsoft.com/office/drawing/2014/main" id="{84E7B60E-8CDE-4B7F-A65B-FB9310896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63"/>
                <a:ext cx="30" cy="37"/>
              </a:xfrm>
              <a:custGeom>
                <a:avLst/>
                <a:gdLst>
                  <a:gd name="T0" fmla="*/ 113 w 12"/>
                  <a:gd name="T1" fmla="*/ 204 h 14"/>
                  <a:gd name="T2" fmla="*/ 95 w 12"/>
                  <a:gd name="T3" fmla="*/ 77 h 14"/>
                  <a:gd name="T4" fmla="*/ 33 w 12"/>
                  <a:gd name="T5" fmla="*/ 225 h 14"/>
                  <a:gd name="T6" fmla="*/ 95 w 12"/>
                  <a:gd name="T7" fmla="*/ 22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7" y="11"/>
                    </a:moveTo>
                    <a:cubicBezTo>
                      <a:pt x="10" y="9"/>
                      <a:pt x="12" y="0"/>
                      <a:pt x="6" y="4"/>
                    </a:cubicBezTo>
                    <a:cubicBezTo>
                      <a:pt x="4" y="6"/>
                      <a:pt x="0" y="10"/>
                      <a:pt x="2" y="12"/>
                    </a:cubicBezTo>
                    <a:cubicBezTo>
                      <a:pt x="3" y="14"/>
                      <a:pt x="5" y="13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3" name="Freeform 1139">
                <a:extLst>
                  <a:ext uri="{FF2B5EF4-FFF2-40B4-BE49-F238E27FC236}">
                    <a16:creationId xmlns:a16="http://schemas.microsoft.com/office/drawing/2014/main" id="{32B169D7-E5C4-4490-BAD3-2F5342EB8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749"/>
                <a:ext cx="35" cy="24"/>
              </a:xfrm>
              <a:custGeom>
                <a:avLst/>
                <a:gdLst>
                  <a:gd name="T0" fmla="*/ 95 w 14"/>
                  <a:gd name="T1" fmla="*/ 171 h 9"/>
                  <a:gd name="T2" fmla="*/ 125 w 14"/>
                  <a:gd name="T3" fmla="*/ 0 h 9"/>
                  <a:gd name="T4" fmla="*/ 50 w 14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6" y="9"/>
                    </a:moveTo>
                    <a:cubicBezTo>
                      <a:pt x="8" y="8"/>
                      <a:pt x="14" y="1"/>
                      <a:pt x="8" y="0"/>
                    </a:cubicBezTo>
                    <a:cubicBezTo>
                      <a:pt x="5" y="0"/>
                      <a:pt x="0" y="7"/>
                      <a:pt x="3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4" name="Freeform 1140">
                <a:extLst>
                  <a:ext uri="{FF2B5EF4-FFF2-40B4-BE49-F238E27FC236}">
                    <a16:creationId xmlns:a16="http://schemas.microsoft.com/office/drawing/2014/main" id="{B3204118-2C1E-4844-8F85-51F1CFA7E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739"/>
                <a:ext cx="15" cy="37"/>
              </a:xfrm>
              <a:custGeom>
                <a:avLst/>
                <a:gdLst>
                  <a:gd name="T0" fmla="*/ 95 w 6"/>
                  <a:gd name="T1" fmla="*/ 167 h 14"/>
                  <a:gd name="T2" fmla="*/ 20 w 6"/>
                  <a:gd name="T3" fmla="*/ 90 h 14"/>
                  <a:gd name="T4" fmla="*/ 83 w 6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6" y="9"/>
                    </a:moveTo>
                    <a:cubicBezTo>
                      <a:pt x="6" y="7"/>
                      <a:pt x="3" y="0"/>
                      <a:pt x="1" y="5"/>
                    </a:cubicBezTo>
                    <a:cubicBezTo>
                      <a:pt x="0" y="8"/>
                      <a:pt x="5" y="14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5" name="Freeform 1141">
                <a:extLst>
                  <a:ext uri="{FF2B5EF4-FFF2-40B4-BE49-F238E27FC236}">
                    <a16:creationId xmlns:a16="http://schemas.microsoft.com/office/drawing/2014/main" id="{55412637-FCFC-4386-AB4E-9E04A5743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787"/>
                <a:ext cx="23" cy="37"/>
              </a:xfrm>
              <a:custGeom>
                <a:avLst/>
                <a:gdLst>
                  <a:gd name="T0" fmla="*/ 130 w 9"/>
                  <a:gd name="T1" fmla="*/ 148 h 14"/>
                  <a:gd name="T2" fmla="*/ 151 w 9"/>
                  <a:gd name="T3" fmla="*/ 56 h 14"/>
                  <a:gd name="T4" fmla="*/ 51 w 9"/>
                  <a:gd name="T5" fmla="*/ 56 h 14"/>
                  <a:gd name="T6" fmla="*/ 51 w 9"/>
                  <a:gd name="T7" fmla="*/ 238 h 14"/>
                  <a:gd name="T8" fmla="*/ 130 w 9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8" y="8"/>
                    </a:moveTo>
                    <a:cubicBezTo>
                      <a:pt x="8" y="7"/>
                      <a:pt x="9" y="5"/>
                      <a:pt x="9" y="3"/>
                    </a:cubicBez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11"/>
                      <a:pt x="3" y="13"/>
                    </a:cubicBezTo>
                    <a:cubicBezTo>
                      <a:pt x="5" y="14"/>
                      <a:pt x="9" y="11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6" name="Freeform 1142">
                <a:extLst>
                  <a:ext uri="{FF2B5EF4-FFF2-40B4-BE49-F238E27FC236}">
                    <a16:creationId xmlns:a16="http://schemas.microsoft.com/office/drawing/2014/main" id="{6D3046C1-7B89-4597-B90F-EF663DED3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805"/>
                <a:ext cx="25" cy="40"/>
              </a:xfrm>
              <a:custGeom>
                <a:avLst/>
                <a:gdLst>
                  <a:gd name="T0" fmla="*/ 158 w 10"/>
                  <a:gd name="T1" fmla="*/ 205 h 15"/>
                  <a:gd name="T2" fmla="*/ 33 w 10"/>
                  <a:gd name="T3" fmla="*/ 93 h 15"/>
                  <a:gd name="T4" fmla="*/ 83 w 10"/>
                  <a:gd name="T5" fmla="*/ 264 h 15"/>
                  <a:gd name="T6" fmla="*/ 158 w 10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0" y="11"/>
                    </a:moveTo>
                    <a:cubicBezTo>
                      <a:pt x="10" y="8"/>
                      <a:pt x="6" y="0"/>
                      <a:pt x="2" y="5"/>
                    </a:cubicBezTo>
                    <a:cubicBezTo>
                      <a:pt x="0" y="8"/>
                      <a:pt x="2" y="13"/>
                      <a:pt x="5" y="14"/>
                    </a:cubicBezTo>
                    <a:cubicBezTo>
                      <a:pt x="6" y="14"/>
                      <a:pt x="10" y="15"/>
                      <a:pt x="10" y="1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7" name="Freeform 1143">
                <a:extLst>
                  <a:ext uri="{FF2B5EF4-FFF2-40B4-BE49-F238E27FC236}">
                    <a16:creationId xmlns:a16="http://schemas.microsoft.com/office/drawing/2014/main" id="{85A425EA-C9AC-42C5-B145-2D7B9A819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781"/>
                <a:ext cx="20" cy="32"/>
              </a:xfrm>
              <a:custGeom>
                <a:avLst/>
                <a:gdLst>
                  <a:gd name="T0" fmla="*/ 50 w 8"/>
                  <a:gd name="T1" fmla="*/ 205 h 12"/>
                  <a:gd name="T2" fmla="*/ 83 w 8"/>
                  <a:gd name="T3" fmla="*/ 35 h 12"/>
                  <a:gd name="T4" fmla="*/ 20 w 8"/>
                  <a:gd name="T5" fmla="*/ 227 h 12"/>
                  <a:gd name="T6" fmla="*/ 50 w 8"/>
                  <a:gd name="T7" fmla="*/ 19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11"/>
                    </a:moveTo>
                    <a:cubicBezTo>
                      <a:pt x="4" y="9"/>
                      <a:pt x="8" y="4"/>
                      <a:pt x="5" y="2"/>
                    </a:cubicBezTo>
                    <a:cubicBezTo>
                      <a:pt x="2" y="0"/>
                      <a:pt x="0" y="10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8" name="Freeform 1144">
                <a:extLst>
                  <a:ext uri="{FF2B5EF4-FFF2-40B4-BE49-F238E27FC236}">
                    <a16:creationId xmlns:a16="http://schemas.microsoft.com/office/drawing/2014/main" id="{B4958C7A-B1D3-42B6-AD99-8CBE39D45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797"/>
                <a:ext cx="23" cy="38"/>
              </a:xfrm>
              <a:custGeom>
                <a:avLst/>
                <a:gdLst>
                  <a:gd name="T0" fmla="*/ 130 w 9"/>
                  <a:gd name="T1" fmla="*/ 198 h 14"/>
                  <a:gd name="T2" fmla="*/ 84 w 9"/>
                  <a:gd name="T3" fmla="*/ 0 h 14"/>
                  <a:gd name="T4" fmla="*/ 118 w 9"/>
                  <a:gd name="T5" fmla="*/ 24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8" y="10"/>
                    </a:moveTo>
                    <a:cubicBezTo>
                      <a:pt x="9" y="8"/>
                      <a:pt x="9" y="1"/>
                      <a:pt x="5" y="0"/>
                    </a:cubicBezTo>
                    <a:cubicBezTo>
                      <a:pt x="0" y="0"/>
                      <a:pt x="1" y="14"/>
                      <a:pt x="7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19" name="Freeform 1145">
                <a:extLst>
                  <a:ext uri="{FF2B5EF4-FFF2-40B4-BE49-F238E27FC236}">
                    <a16:creationId xmlns:a16="http://schemas.microsoft.com/office/drawing/2014/main" id="{5D51C7A4-2509-4EE1-A38C-4E9C9129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776"/>
                <a:ext cx="35" cy="24"/>
              </a:xfrm>
              <a:custGeom>
                <a:avLst/>
                <a:gdLst>
                  <a:gd name="T0" fmla="*/ 83 w 14"/>
                  <a:gd name="T1" fmla="*/ 149 h 9"/>
                  <a:gd name="T2" fmla="*/ 113 w 14"/>
                  <a:gd name="T3" fmla="*/ 35 h 9"/>
                  <a:gd name="T4" fmla="*/ 20 w 14"/>
                  <a:gd name="T5" fmla="*/ 149 h 9"/>
                  <a:gd name="T6" fmla="*/ 63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5" y="8"/>
                    </a:moveTo>
                    <a:cubicBezTo>
                      <a:pt x="9" y="7"/>
                      <a:pt x="14" y="0"/>
                      <a:pt x="7" y="2"/>
                    </a:cubicBezTo>
                    <a:cubicBezTo>
                      <a:pt x="5" y="2"/>
                      <a:pt x="0" y="5"/>
                      <a:pt x="1" y="8"/>
                    </a:cubicBezTo>
                    <a:cubicBezTo>
                      <a:pt x="1" y="9"/>
                      <a:pt x="3" y="9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0" name="Freeform 1146">
                <a:extLst>
                  <a:ext uri="{FF2B5EF4-FFF2-40B4-BE49-F238E27FC236}">
                    <a16:creationId xmlns:a16="http://schemas.microsoft.com/office/drawing/2014/main" id="{70033B0A-5174-4199-A67B-DE691F731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63"/>
                <a:ext cx="38" cy="24"/>
              </a:xfrm>
              <a:custGeom>
                <a:avLst/>
                <a:gdLst>
                  <a:gd name="T0" fmla="*/ 63 w 15"/>
                  <a:gd name="T1" fmla="*/ 171 h 9"/>
                  <a:gd name="T2" fmla="*/ 160 w 15"/>
                  <a:gd name="T3" fmla="*/ 35 h 9"/>
                  <a:gd name="T4" fmla="*/ 33 w 15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4" y="9"/>
                    </a:moveTo>
                    <a:cubicBezTo>
                      <a:pt x="7" y="8"/>
                      <a:pt x="15" y="4"/>
                      <a:pt x="10" y="2"/>
                    </a:cubicBezTo>
                    <a:cubicBezTo>
                      <a:pt x="7" y="0"/>
                      <a:pt x="0" y="5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1" name="Freeform 1147">
                <a:extLst>
                  <a:ext uri="{FF2B5EF4-FFF2-40B4-BE49-F238E27FC236}">
                    <a16:creationId xmlns:a16="http://schemas.microsoft.com/office/drawing/2014/main" id="{7C3D4C84-798D-4B9E-89F5-0AB1F6A92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749"/>
                <a:ext cx="15" cy="35"/>
              </a:xfrm>
              <a:custGeom>
                <a:avLst/>
                <a:gdLst>
                  <a:gd name="T0" fmla="*/ 83 w 6"/>
                  <a:gd name="T1" fmla="*/ 175 h 13"/>
                  <a:gd name="T2" fmla="*/ 33 w 6"/>
                  <a:gd name="T3" fmla="*/ 81 h 13"/>
                  <a:gd name="T4" fmla="*/ 63 w 6"/>
                  <a:gd name="T5" fmla="*/ 2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5" y="9"/>
                    </a:moveTo>
                    <a:cubicBezTo>
                      <a:pt x="6" y="7"/>
                      <a:pt x="6" y="0"/>
                      <a:pt x="2" y="4"/>
                    </a:cubicBezTo>
                    <a:cubicBezTo>
                      <a:pt x="0" y="6"/>
                      <a:pt x="2" y="13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2" name="Freeform 1148">
                <a:extLst>
                  <a:ext uri="{FF2B5EF4-FFF2-40B4-BE49-F238E27FC236}">
                    <a16:creationId xmlns:a16="http://schemas.microsoft.com/office/drawing/2014/main" id="{0B594BCF-C4EE-4C12-A233-E8655EFD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760"/>
                <a:ext cx="22" cy="37"/>
              </a:xfrm>
              <a:custGeom>
                <a:avLst/>
                <a:gdLst>
                  <a:gd name="T0" fmla="*/ 132 w 9"/>
                  <a:gd name="T1" fmla="*/ 148 h 14"/>
                  <a:gd name="T2" fmla="*/ 132 w 9"/>
                  <a:gd name="T3" fmla="*/ 56 h 14"/>
                  <a:gd name="T4" fmla="*/ 42 w 9"/>
                  <a:gd name="T5" fmla="*/ 56 h 14"/>
                  <a:gd name="T6" fmla="*/ 42 w 9"/>
                  <a:gd name="T7" fmla="*/ 225 h 14"/>
                  <a:gd name="T8" fmla="*/ 120 w 9"/>
                  <a:gd name="T9" fmla="*/ 1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9" y="8"/>
                    </a:moveTo>
                    <a:cubicBezTo>
                      <a:pt x="9" y="6"/>
                      <a:pt x="9" y="4"/>
                      <a:pt x="9" y="3"/>
                    </a:cubicBezTo>
                    <a:cubicBezTo>
                      <a:pt x="8" y="0"/>
                      <a:pt x="5" y="0"/>
                      <a:pt x="3" y="3"/>
                    </a:cubicBezTo>
                    <a:cubicBezTo>
                      <a:pt x="2" y="5"/>
                      <a:pt x="0" y="11"/>
                      <a:pt x="3" y="12"/>
                    </a:cubicBezTo>
                    <a:cubicBezTo>
                      <a:pt x="5" y="14"/>
                      <a:pt x="9" y="11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3" name="Freeform 1149">
                <a:extLst>
                  <a:ext uri="{FF2B5EF4-FFF2-40B4-BE49-F238E27FC236}">
                    <a16:creationId xmlns:a16="http://schemas.microsoft.com/office/drawing/2014/main" id="{971663D2-1853-40A1-AFAA-7B14F907F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779"/>
                <a:ext cx="28" cy="40"/>
              </a:xfrm>
              <a:custGeom>
                <a:avLst/>
                <a:gdLst>
                  <a:gd name="T0" fmla="*/ 163 w 11"/>
                  <a:gd name="T1" fmla="*/ 205 h 15"/>
                  <a:gd name="T2" fmla="*/ 33 w 11"/>
                  <a:gd name="T3" fmla="*/ 93 h 15"/>
                  <a:gd name="T4" fmla="*/ 84 w 11"/>
                  <a:gd name="T5" fmla="*/ 264 h 15"/>
                  <a:gd name="T6" fmla="*/ 163 w 11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10" y="11"/>
                    </a:moveTo>
                    <a:cubicBezTo>
                      <a:pt x="11" y="7"/>
                      <a:pt x="6" y="0"/>
                      <a:pt x="2" y="5"/>
                    </a:cubicBezTo>
                    <a:cubicBezTo>
                      <a:pt x="0" y="8"/>
                      <a:pt x="2" y="12"/>
                      <a:pt x="5" y="14"/>
                    </a:cubicBezTo>
                    <a:cubicBezTo>
                      <a:pt x="7" y="14"/>
                      <a:pt x="10" y="15"/>
                      <a:pt x="10" y="1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4" name="Freeform 1150">
                <a:extLst>
                  <a:ext uri="{FF2B5EF4-FFF2-40B4-BE49-F238E27FC236}">
                    <a16:creationId xmlns:a16="http://schemas.microsoft.com/office/drawing/2014/main" id="{A5D963B9-4F6F-475A-938F-388D0125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755"/>
                <a:ext cx="18" cy="29"/>
              </a:xfrm>
              <a:custGeom>
                <a:avLst/>
                <a:gdLst>
                  <a:gd name="T0" fmla="*/ 54 w 7"/>
                  <a:gd name="T1" fmla="*/ 182 h 11"/>
                  <a:gd name="T2" fmla="*/ 85 w 7"/>
                  <a:gd name="T3" fmla="*/ 34 h 11"/>
                  <a:gd name="T4" fmla="*/ 21 w 7"/>
                  <a:gd name="T5" fmla="*/ 200 h 11"/>
                  <a:gd name="T6" fmla="*/ 33 w 7"/>
                  <a:gd name="T7" fmla="*/ 1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3" y="10"/>
                    </a:moveTo>
                    <a:cubicBezTo>
                      <a:pt x="4" y="9"/>
                      <a:pt x="7" y="4"/>
                      <a:pt x="5" y="2"/>
                    </a:cubicBezTo>
                    <a:cubicBezTo>
                      <a:pt x="2" y="0"/>
                      <a:pt x="0" y="9"/>
                      <a:pt x="1" y="11"/>
                    </a:cubicBezTo>
                    <a:cubicBezTo>
                      <a:pt x="2" y="11"/>
                      <a:pt x="2" y="11"/>
                      <a:pt x="2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5" name="Freeform 1151">
                <a:extLst>
                  <a:ext uri="{FF2B5EF4-FFF2-40B4-BE49-F238E27FC236}">
                    <a16:creationId xmlns:a16="http://schemas.microsoft.com/office/drawing/2014/main" id="{7A9AC4A4-4AAD-462F-9AA5-97CA5DFCC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768"/>
                <a:ext cx="22" cy="40"/>
              </a:xfrm>
              <a:custGeom>
                <a:avLst/>
                <a:gdLst>
                  <a:gd name="T0" fmla="*/ 120 w 9"/>
                  <a:gd name="T1" fmla="*/ 205 h 15"/>
                  <a:gd name="T2" fmla="*/ 90 w 9"/>
                  <a:gd name="T3" fmla="*/ 21 h 15"/>
                  <a:gd name="T4" fmla="*/ 103 w 9"/>
                  <a:gd name="T5" fmla="*/ 24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8" y="11"/>
                    </a:moveTo>
                    <a:cubicBezTo>
                      <a:pt x="9" y="8"/>
                      <a:pt x="9" y="1"/>
                      <a:pt x="6" y="1"/>
                    </a:cubicBezTo>
                    <a:cubicBezTo>
                      <a:pt x="0" y="0"/>
                      <a:pt x="1" y="15"/>
                      <a:pt x="7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6" name="Freeform 1152">
                <a:extLst>
                  <a:ext uri="{FF2B5EF4-FFF2-40B4-BE49-F238E27FC236}">
                    <a16:creationId xmlns:a16="http://schemas.microsoft.com/office/drawing/2014/main" id="{7165E593-F959-4ABF-AFEA-0D0920941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749"/>
                <a:ext cx="35" cy="24"/>
              </a:xfrm>
              <a:custGeom>
                <a:avLst/>
                <a:gdLst>
                  <a:gd name="T0" fmla="*/ 83 w 14"/>
                  <a:gd name="T1" fmla="*/ 149 h 9"/>
                  <a:gd name="T2" fmla="*/ 113 w 14"/>
                  <a:gd name="T3" fmla="*/ 35 h 9"/>
                  <a:gd name="T4" fmla="*/ 20 w 14"/>
                  <a:gd name="T5" fmla="*/ 136 h 9"/>
                  <a:gd name="T6" fmla="*/ 63 w 14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5" y="8"/>
                    </a:moveTo>
                    <a:cubicBezTo>
                      <a:pt x="9" y="7"/>
                      <a:pt x="14" y="0"/>
                      <a:pt x="7" y="2"/>
                    </a:cubicBezTo>
                    <a:cubicBezTo>
                      <a:pt x="5" y="2"/>
                      <a:pt x="0" y="4"/>
                      <a:pt x="1" y="7"/>
                    </a:cubicBezTo>
                    <a:cubicBezTo>
                      <a:pt x="1" y="9"/>
                      <a:pt x="3" y="9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7" name="Freeform 1153">
                <a:extLst>
                  <a:ext uri="{FF2B5EF4-FFF2-40B4-BE49-F238E27FC236}">
                    <a16:creationId xmlns:a16="http://schemas.microsoft.com/office/drawing/2014/main" id="{EBD3A0DF-AB93-4245-B319-E80BD6CB3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736"/>
                <a:ext cx="40" cy="24"/>
              </a:xfrm>
              <a:custGeom>
                <a:avLst/>
                <a:gdLst>
                  <a:gd name="T0" fmla="*/ 83 w 16"/>
                  <a:gd name="T1" fmla="*/ 171 h 9"/>
                  <a:gd name="T2" fmla="*/ 158 w 16"/>
                  <a:gd name="T3" fmla="*/ 21 h 9"/>
                  <a:gd name="T4" fmla="*/ 50 w 16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5" y="9"/>
                    </a:moveTo>
                    <a:cubicBezTo>
                      <a:pt x="7" y="8"/>
                      <a:pt x="16" y="4"/>
                      <a:pt x="10" y="1"/>
                    </a:cubicBezTo>
                    <a:cubicBezTo>
                      <a:pt x="7" y="0"/>
                      <a:pt x="0" y="5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8" name="Freeform 1154">
                <a:extLst>
                  <a:ext uri="{FF2B5EF4-FFF2-40B4-BE49-F238E27FC236}">
                    <a16:creationId xmlns:a16="http://schemas.microsoft.com/office/drawing/2014/main" id="{C03DFE2D-6339-4B61-A00D-81C37380A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23"/>
                <a:ext cx="15" cy="34"/>
              </a:xfrm>
              <a:custGeom>
                <a:avLst/>
                <a:gdLst>
                  <a:gd name="T0" fmla="*/ 83 w 6"/>
                  <a:gd name="T1" fmla="*/ 165 h 13"/>
                  <a:gd name="T2" fmla="*/ 50 w 6"/>
                  <a:gd name="T3" fmla="*/ 55 h 13"/>
                  <a:gd name="T4" fmla="*/ 63 w 6"/>
                  <a:gd name="T5" fmla="*/ 19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5" y="9"/>
                    </a:moveTo>
                    <a:cubicBezTo>
                      <a:pt x="6" y="7"/>
                      <a:pt x="6" y="0"/>
                      <a:pt x="3" y="3"/>
                    </a:cubicBezTo>
                    <a:cubicBezTo>
                      <a:pt x="0" y="6"/>
                      <a:pt x="3" y="13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29" name="Freeform 1155">
                <a:extLst>
                  <a:ext uri="{FF2B5EF4-FFF2-40B4-BE49-F238E27FC236}">
                    <a16:creationId xmlns:a16="http://schemas.microsoft.com/office/drawing/2014/main" id="{4B36807B-8CC0-4248-94F6-6B169E0D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12"/>
                <a:ext cx="22" cy="37"/>
              </a:xfrm>
              <a:custGeom>
                <a:avLst/>
                <a:gdLst>
                  <a:gd name="T0" fmla="*/ 132 w 9"/>
                  <a:gd name="T1" fmla="*/ 167 h 14"/>
                  <a:gd name="T2" fmla="*/ 132 w 9"/>
                  <a:gd name="T3" fmla="*/ 77 h 14"/>
                  <a:gd name="T4" fmla="*/ 42 w 9"/>
                  <a:gd name="T5" fmla="*/ 56 h 14"/>
                  <a:gd name="T6" fmla="*/ 42 w 9"/>
                  <a:gd name="T7" fmla="*/ 238 h 14"/>
                  <a:gd name="T8" fmla="*/ 120 w 9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9" y="9"/>
                    </a:moveTo>
                    <a:cubicBezTo>
                      <a:pt x="8" y="7"/>
                      <a:pt x="9" y="5"/>
                      <a:pt x="9" y="4"/>
                    </a:cubicBez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11"/>
                      <a:pt x="3" y="13"/>
                    </a:cubicBezTo>
                    <a:cubicBezTo>
                      <a:pt x="5" y="14"/>
                      <a:pt x="9" y="12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0" name="Freeform 1156">
                <a:extLst>
                  <a:ext uri="{FF2B5EF4-FFF2-40B4-BE49-F238E27FC236}">
                    <a16:creationId xmlns:a16="http://schemas.microsoft.com/office/drawing/2014/main" id="{52722C73-DCB4-43BB-B1DD-61C477E97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933"/>
                <a:ext cx="25" cy="38"/>
              </a:xfrm>
              <a:custGeom>
                <a:avLst/>
                <a:gdLst>
                  <a:gd name="T0" fmla="*/ 158 w 10"/>
                  <a:gd name="T1" fmla="*/ 220 h 14"/>
                  <a:gd name="T2" fmla="*/ 33 w 10"/>
                  <a:gd name="T3" fmla="*/ 103 h 14"/>
                  <a:gd name="T4" fmla="*/ 83 w 10"/>
                  <a:gd name="T5" fmla="*/ 258 h 14"/>
                  <a:gd name="T6" fmla="*/ 158 w 10"/>
                  <a:gd name="T7" fmla="*/ 28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11"/>
                    </a:moveTo>
                    <a:cubicBezTo>
                      <a:pt x="10" y="7"/>
                      <a:pt x="6" y="0"/>
                      <a:pt x="2" y="5"/>
                    </a:cubicBezTo>
                    <a:cubicBezTo>
                      <a:pt x="0" y="8"/>
                      <a:pt x="2" y="12"/>
                      <a:pt x="5" y="13"/>
                    </a:cubicBezTo>
                    <a:cubicBezTo>
                      <a:pt x="6" y="14"/>
                      <a:pt x="10" y="14"/>
                      <a:pt x="10" y="1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1" name="Freeform 1157">
                <a:extLst>
                  <a:ext uri="{FF2B5EF4-FFF2-40B4-BE49-F238E27FC236}">
                    <a16:creationId xmlns:a16="http://schemas.microsoft.com/office/drawing/2014/main" id="{35B0C814-DC6E-41A8-A176-BB1405949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909"/>
                <a:ext cx="18" cy="30"/>
              </a:xfrm>
              <a:custGeom>
                <a:avLst/>
                <a:gdLst>
                  <a:gd name="T0" fmla="*/ 33 w 7"/>
                  <a:gd name="T1" fmla="*/ 202 h 11"/>
                  <a:gd name="T2" fmla="*/ 67 w 7"/>
                  <a:gd name="T3" fmla="*/ 38 h 11"/>
                  <a:gd name="T4" fmla="*/ 0 w 7"/>
                  <a:gd name="T5" fmla="*/ 224 h 11"/>
                  <a:gd name="T6" fmla="*/ 33 w 7"/>
                  <a:gd name="T7" fmla="*/ 20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2" y="10"/>
                    </a:moveTo>
                    <a:cubicBezTo>
                      <a:pt x="3" y="9"/>
                      <a:pt x="7" y="3"/>
                      <a:pt x="4" y="2"/>
                    </a:cubicBezTo>
                    <a:cubicBezTo>
                      <a:pt x="1" y="0"/>
                      <a:pt x="0" y="9"/>
                      <a:pt x="0" y="11"/>
                    </a:cubicBezTo>
                    <a:cubicBezTo>
                      <a:pt x="1" y="11"/>
                      <a:pt x="2" y="11"/>
                      <a:pt x="2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2" name="Freeform 1158">
                <a:extLst>
                  <a:ext uri="{FF2B5EF4-FFF2-40B4-BE49-F238E27FC236}">
                    <a16:creationId xmlns:a16="http://schemas.microsoft.com/office/drawing/2014/main" id="{18835CE4-EF03-4B71-8F37-6E064E886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923"/>
                <a:ext cx="22" cy="40"/>
              </a:xfrm>
              <a:custGeom>
                <a:avLst/>
                <a:gdLst>
                  <a:gd name="T0" fmla="*/ 120 w 9"/>
                  <a:gd name="T1" fmla="*/ 205 h 15"/>
                  <a:gd name="T2" fmla="*/ 90 w 9"/>
                  <a:gd name="T3" fmla="*/ 21 h 15"/>
                  <a:gd name="T4" fmla="*/ 103 w 9"/>
                  <a:gd name="T5" fmla="*/ 22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8" y="11"/>
                    </a:moveTo>
                    <a:cubicBezTo>
                      <a:pt x="9" y="8"/>
                      <a:pt x="9" y="1"/>
                      <a:pt x="6" y="1"/>
                    </a:cubicBezTo>
                    <a:cubicBezTo>
                      <a:pt x="0" y="0"/>
                      <a:pt x="1" y="15"/>
                      <a:pt x="7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3" name="Freeform 1159">
                <a:extLst>
                  <a:ext uri="{FF2B5EF4-FFF2-40B4-BE49-F238E27FC236}">
                    <a16:creationId xmlns:a16="http://schemas.microsoft.com/office/drawing/2014/main" id="{8498501B-4A17-4036-B255-90E52586B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01"/>
                <a:ext cx="35" cy="27"/>
              </a:xfrm>
              <a:custGeom>
                <a:avLst/>
                <a:gdLst>
                  <a:gd name="T0" fmla="*/ 83 w 14"/>
                  <a:gd name="T1" fmla="*/ 176 h 10"/>
                  <a:gd name="T2" fmla="*/ 113 w 14"/>
                  <a:gd name="T3" fmla="*/ 38 h 10"/>
                  <a:gd name="T4" fmla="*/ 20 w 14"/>
                  <a:gd name="T5" fmla="*/ 159 h 10"/>
                  <a:gd name="T6" fmla="*/ 63 w 14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5" y="9"/>
                    </a:moveTo>
                    <a:cubicBezTo>
                      <a:pt x="9" y="8"/>
                      <a:pt x="14" y="0"/>
                      <a:pt x="7" y="2"/>
                    </a:cubicBezTo>
                    <a:cubicBezTo>
                      <a:pt x="5" y="3"/>
                      <a:pt x="0" y="5"/>
                      <a:pt x="1" y="8"/>
                    </a:cubicBezTo>
                    <a:cubicBezTo>
                      <a:pt x="1" y="10"/>
                      <a:pt x="3" y="10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4" name="Freeform 1160">
                <a:extLst>
                  <a:ext uri="{FF2B5EF4-FFF2-40B4-BE49-F238E27FC236}">
                    <a16:creationId xmlns:a16="http://schemas.microsoft.com/office/drawing/2014/main" id="{638262FA-264C-4734-A6E1-5A12BBE34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891"/>
                <a:ext cx="37" cy="24"/>
              </a:xfrm>
              <a:custGeom>
                <a:avLst/>
                <a:gdLst>
                  <a:gd name="T0" fmla="*/ 62 w 15"/>
                  <a:gd name="T1" fmla="*/ 171 h 9"/>
                  <a:gd name="T2" fmla="*/ 153 w 15"/>
                  <a:gd name="T3" fmla="*/ 21 h 9"/>
                  <a:gd name="T4" fmla="*/ 30 w 15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4" y="9"/>
                    </a:moveTo>
                    <a:cubicBezTo>
                      <a:pt x="7" y="8"/>
                      <a:pt x="15" y="4"/>
                      <a:pt x="10" y="1"/>
                    </a:cubicBezTo>
                    <a:cubicBezTo>
                      <a:pt x="7" y="0"/>
                      <a:pt x="0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5" name="Freeform 1161">
                <a:extLst>
                  <a:ext uri="{FF2B5EF4-FFF2-40B4-BE49-F238E27FC236}">
                    <a16:creationId xmlns:a16="http://schemas.microsoft.com/office/drawing/2014/main" id="{5B6224F7-AB99-470F-87BC-0463644FF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877"/>
                <a:ext cx="15" cy="35"/>
              </a:xfrm>
              <a:custGeom>
                <a:avLst/>
                <a:gdLst>
                  <a:gd name="T0" fmla="*/ 83 w 6"/>
                  <a:gd name="T1" fmla="*/ 175 h 13"/>
                  <a:gd name="T2" fmla="*/ 33 w 6"/>
                  <a:gd name="T3" fmla="*/ 59 h 13"/>
                  <a:gd name="T4" fmla="*/ 63 w 6"/>
                  <a:gd name="T5" fmla="*/ 2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5" y="9"/>
                    </a:moveTo>
                    <a:cubicBezTo>
                      <a:pt x="6" y="7"/>
                      <a:pt x="6" y="0"/>
                      <a:pt x="2" y="3"/>
                    </a:cubicBezTo>
                    <a:cubicBezTo>
                      <a:pt x="0" y="5"/>
                      <a:pt x="3" y="13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6" name="Freeform 1162">
                <a:extLst>
                  <a:ext uri="{FF2B5EF4-FFF2-40B4-BE49-F238E27FC236}">
                    <a16:creationId xmlns:a16="http://schemas.microsoft.com/office/drawing/2014/main" id="{248A119A-765F-46A3-B4C3-8E4D84A31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869"/>
                <a:ext cx="23" cy="38"/>
              </a:xfrm>
              <a:custGeom>
                <a:avLst/>
                <a:gdLst>
                  <a:gd name="T0" fmla="*/ 130 w 9"/>
                  <a:gd name="T1" fmla="*/ 163 h 14"/>
                  <a:gd name="T2" fmla="*/ 130 w 9"/>
                  <a:gd name="T3" fmla="*/ 60 h 14"/>
                  <a:gd name="T4" fmla="*/ 51 w 9"/>
                  <a:gd name="T5" fmla="*/ 60 h 14"/>
                  <a:gd name="T6" fmla="*/ 33 w 9"/>
                  <a:gd name="T7" fmla="*/ 258 h 14"/>
                  <a:gd name="T8" fmla="*/ 130 w 9"/>
                  <a:gd name="T9" fmla="*/ 17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8" y="8"/>
                    </a:moveTo>
                    <a:cubicBezTo>
                      <a:pt x="8" y="7"/>
                      <a:pt x="9" y="5"/>
                      <a:pt x="8" y="3"/>
                    </a:cubicBez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11"/>
                      <a:pt x="2" y="13"/>
                    </a:cubicBezTo>
                    <a:cubicBezTo>
                      <a:pt x="4" y="14"/>
                      <a:pt x="8" y="11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7" name="Freeform 1163">
                <a:extLst>
                  <a:ext uri="{FF2B5EF4-FFF2-40B4-BE49-F238E27FC236}">
                    <a16:creationId xmlns:a16="http://schemas.microsoft.com/office/drawing/2014/main" id="{DDDA2B12-3B56-4057-B9F7-759C88A48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891"/>
                <a:ext cx="25" cy="37"/>
              </a:xfrm>
              <a:custGeom>
                <a:avLst/>
                <a:gdLst>
                  <a:gd name="T0" fmla="*/ 158 w 10"/>
                  <a:gd name="T1" fmla="*/ 182 h 14"/>
                  <a:gd name="T2" fmla="*/ 33 w 10"/>
                  <a:gd name="T3" fmla="*/ 77 h 14"/>
                  <a:gd name="T4" fmla="*/ 83 w 10"/>
                  <a:gd name="T5" fmla="*/ 238 h 14"/>
                  <a:gd name="T6" fmla="*/ 145 w 10"/>
                  <a:gd name="T7" fmla="*/ 23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10"/>
                    </a:moveTo>
                    <a:cubicBezTo>
                      <a:pt x="10" y="7"/>
                      <a:pt x="5" y="0"/>
                      <a:pt x="2" y="4"/>
                    </a:cubicBezTo>
                    <a:cubicBezTo>
                      <a:pt x="0" y="7"/>
                      <a:pt x="2" y="12"/>
                      <a:pt x="5" y="13"/>
                    </a:cubicBezTo>
                    <a:cubicBezTo>
                      <a:pt x="6" y="14"/>
                      <a:pt x="9" y="14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8" name="Freeform 1164">
                <a:extLst>
                  <a:ext uri="{FF2B5EF4-FFF2-40B4-BE49-F238E27FC236}">
                    <a16:creationId xmlns:a16="http://schemas.microsoft.com/office/drawing/2014/main" id="{7DDD4572-F796-43F6-8CF8-4EF28F21D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64"/>
                <a:ext cx="20" cy="32"/>
              </a:xfrm>
              <a:custGeom>
                <a:avLst/>
                <a:gdLst>
                  <a:gd name="T0" fmla="*/ 50 w 8"/>
                  <a:gd name="T1" fmla="*/ 205 h 12"/>
                  <a:gd name="T2" fmla="*/ 83 w 8"/>
                  <a:gd name="T3" fmla="*/ 35 h 12"/>
                  <a:gd name="T4" fmla="*/ 20 w 8"/>
                  <a:gd name="T5" fmla="*/ 227 h 12"/>
                  <a:gd name="T6" fmla="*/ 50 w 8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11"/>
                    </a:moveTo>
                    <a:cubicBezTo>
                      <a:pt x="4" y="9"/>
                      <a:pt x="8" y="4"/>
                      <a:pt x="5" y="2"/>
                    </a:cubicBezTo>
                    <a:cubicBezTo>
                      <a:pt x="2" y="0"/>
                      <a:pt x="0" y="10"/>
                      <a:pt x="1" y="12"/>
                    </a:cubicBezTo>
                    <a:cubicBezTo>
                      <a:pt x="2" y="12"/>
                      <a:pt x="3" y="11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39" name="Freeform 1165">
                <a:extLst>
                  <a:ext uri="{FF2B5EF4-FFF2-40B4-BE49-F238E27FC236}">
                    <a16:creationId xmlns:a16="http://schemas.microsoft.com/office/drawing/2014/main" id="{2E0B2EDF-10CF-4583-B326-8144F9378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80"/>
                <a:ext cx="25" cy="37"/>
              </a:xfrm>
              <a:custGeom>
                <a:avLst/>
                <a:gdLst>
                  <a:gd name="T0" fmla="*/ 145 w 10"/>
                  <a:gd name="T1" fmla="*/ 182 h 14"/>
                  <a:gd name="T2" fmla="*/ 95 w 10"/>
                  <a:gd name="T3" fmla="*/ 0 h 14"/>
                  <a:gd name="T4" fmla="*/ 125 w 10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9" y="10"/>
                    </a:moveTo>
                    <a:cubicBezTo>
                      <a:pt x="10" y="8"/>
                      <a:pt x="10" y="1"/>
                      <a:pt x="6" y="0"/>
                    </a:cubicBezTo>
                    <a:cubicBezTo>
                      <a:pt x="0" y="0"/>
                      <a:pt x="1" y="14"/>
                      <a:pt x="8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0" name="Freeform 1166">
                <a:extLst>
                  <a:ext uri="{FF2B5EF4-FFF2-40B4-BE49-F238E27FC236}">
                    <a16:creationId xmlns:a16="http://schemas.microsoft.com/office/drawing/2014/main" id="{C486E6F9-A4FB-433A-BE87-D58767C4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59"/>
                <a:ext cx="38" cy="24"/>
              </a:xfrm>
              <a:custGeom>
                <a:avLst/>
                <a:gdLst>
                  <a:gd name="T0" fmla="*/ 96 w 15"/>
                  <a:gd name="T1" fmla="*/ 171 h 9"/>
                  <a:gd name="T2" fmla="*/ 129 w 15"/>
                  <a:gd name="T3" fmla="*/ 35 h 9"/>
                  <a:gd name="T4" fmla="*/ 20 w 15"/>
                  <a:gd name="T5" fmla="*/ 149 h 9"/>
                  <a:gd name="T6" fmla="*/ 84 w 15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6" y="9"/>
                    </a:moveTo>
                    <a:cubicBezTo>
                      <a:pt x="10" y="8"/>
                      <a:pt x="15" y="0"/>
                      <a:pt x="8" y="2"/>
                    </a:cubicBezTo>
                    <a:cubicBezTo>
                      <a:pt x="6" y="3"/>
                      <a:pt x="0" y="5"/>
                      <a:pt x="1" y="8"/>
                    </a:cubicBezTo>
                    <a:cubicBezTo>
                      <a:pt x="2" y="9"/>
                      <a:pt x="3" y="9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1" name="Freeform 1167">
                <a:extLst>
                  <a:ext uri="{FF2B5EF4-FFF2-40B4-BE49-F238E27FC236}">
                    <a16:creationId xmlns:a16="http://schemas.microsoft.com/office/drawing/2014/main" id="{3E7DD4A4-FAC5-4DBF-8688-E64F7123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845"/>
                <a:ext cx="40" cy="24"/>
              </a:xfrm>
              <a:custGeom>
                <a:avLst/>
                <a:gdLst>
                  <a:gd name="T0" fmla="*/ 83 w 16"/>
                  <a:gd name="T1" fmla="*/ 171 h 9"/>
                  <a:gd name="T2" fmla="*/ 175 w 16"/>
                  <a:gd name="T3" fmla="*/ 35 h 9"/>
                  <a:gd name="T4" fmla="*/ 50 w 16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5" y="9"/>
                    </a:moveTo>
                    <a:cubicBezTo>
                      <a:pt x="7" y="9"/>
                      <a:pt x="16" y="5"/>
                      <a:pt x="11" y="2"/>
                    </a:cubicBezTo>
                    <a:cubicBezTo>
                      <a:pt x="8" y="0"/>
                      <a:pt x="0" y="5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2" name="Freeform 1168">
                <a:extLst>
                  <a:ext uri="{FF2B5EF4-FFF2-40B4-BE49-F238E27FC236}">
                    <a16:creationId xmlns:a16="http://schemas.microsoft.com/office/drawing/2014/main" id="{552D33D8-807F-4785-BFA6-A70F096B5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32"/>
                <a:ext cx="15" cy="35"/>
              </a:xfrm>
              <a:custGeom>
                <a:avLst/>
                <a:gdLst>
                  <a:gd name="T0" fmla="*/ 83 w 6"/>
                  <a:gd name="T1" fmla="*/ 197 h 13"/>
                  <a:gd name="T2" fmla="*/ 33 w 6"/>
                  <a:gd name="T3" fmla="*/ 81 h 13"/>
                  <a:gd name="T4" fmla="*/ 50 w 6"/>
                  <a:gd name="T5" fmla="*/ 2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5" y="10"/>
                    </a:moveTo>
                    <a:cubicBezTo>
                      <a:pt x="6" y="7"/>
                      <a:pt x="6" y="0"/>
                      <a:pt x="2" y="4"/>
                    </a:cubicBezTo>
                    <a:cubicBezTo>
                      <a:pt x="0" y="6"/>
                      <a:pt x="2" y="13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3" name="Freeform 1169">
                <a:extLst>
                  <a:ext uri="{FF2B5EF4-FFF2-40B4-BE49-F238E27FC236}">
                    <a16:creationId xmlns:a16="http://schemas.microsoft.com/office/drawing/2014/main" id="{6E04B89A-25B0-4ED5-8B03-467F6623A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016"/>
                <a:ext cx="23" cy="37"/>
              </a:xfrm>
              <a:custGeom>
                <a:avLst/>
                <a:gdLst>
                  <a:gd name="T0" fmla="*/ 130 w 9"/>
                  <a:gd name="T1" fmla="*/ 148 h 14"/>
                  <a:gd name="T2" fmla="*/ 130 w 9"/>
                  <a:gd name="T3" fmla="*/ 56 h 14"/>
                  <a:gd name="T4" fmla="*/ 51 w 9"/>
                  <a:gd name="T5" fmla="*/ 56 h 14"/>
                  <a:gd name="T6" fmla="*/ 33 w 9"/>
                  <a:gd name="T7" fmla="*/ 238 h 14"/>
                  <a:gd name="T8" fmla="*/ 130 w 9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8" y="8"/>
                    </a:moveTo>
                    <a:cubicBezTo>
                      <a:pt x="8" y="7"/>
                      <a:pt x="9" y="5"/>
                      <a:pt x="8" y="3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11"/>
                      <a:pt x="2" y="13"/>
                    </a:cubicBezTo>
                    <a:cubicBezTo>
                      <a:pt x="4" y="14"/>
                      <a:pt x="8" y="11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4" name="Freeform 1170">
                <a:extLst>
                  <a:ext uri="{FF2B5EF4-FFF2-40B4-BE49-F238E27FC236}">
                    <a16:creationId xmlns:a16="http://schemas.microsoft.com/office/drawing/2014/main" id="{FB4BA9F2-1D6F-4A4A-ACA6-CA0FE6FC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037"/>
                <a:ext cx="25" cy="38"/>
              </a:xfrm>
              <a:custGeom>
                <a:avLst/>
                <a:gdLst>
                  <a:gd name="T0" fmla="*/ 158 w 10"/>
                  <a:gd name="T1" fmla="*/ 198 h 14"/>
                  <a:gd name="T2" fmla="*/ 33 w 10"/>
                  <a:gd name="T3" fmla="*/ 81 h 14"/>
                  <a:gd name="T4" fmla="*/ 83 w 10"/>
                  <a:gd name="T5" fmla="*/ 258 h 14"/>
                  <a:gd name="T6" fmla="*/ 145 w 10"/>
                  <a:gd name="T7" fmla="*/ 25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10"/>
                    </a:moveTo>
                    <a:cubicBezTo>
                      <a:pt x="10" y="7"/>
                      <a:pt x="5" y="0"/>
                      <a:pt x="2" y="4"/>
                    </a:cubicBezTo>
                    <a:cubicBezTo>
                      <a:pt x="0" y="7"/>
                      <a:pt x="2" y="12"/>
                      <a:pt x="5" y="13"/>
                    </a:cubicBezTo>
                    <a:cubicBezTo>
                      <a:pt x="6" y="14"/>
                      <a:pt x="9" y="14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5" name="Freeform 1171">
                <a:extLst>
                  <a:ext uri="{FF2B5EF4-FFF2-40B4-BE49-F238E27FC236}">
                    <a16:creationId xmlns:a16="http://schemas.microsoft.com/office/drawing/2014/main" id="{D695C6C4-2112-4777-ACFB-38316069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011"/>
                <a:ext cx="18" cy="32"/>
              </a:xfrm>
              <a:custGeom>
                <a:avLst/>
                <a:gdLst>
                  <a:gd name="T0" fmla="*/ 54 w 7"/>
                  <a:gd name="T1" fmla="*/ 205 h 12"/>
                  <a:gd name="T2" fmla="*/ 85 w 7"/>
                  <a:gd name="T3" fmla="*/ 35 h 12"/>
                  <a:gd name="T4" fmla="*/ 21 w 7"/>
                  <a:gd name="T5" fmla="*/ 227 h 12"/>
                  <a:gd name="T6" fmla="*/ 54 w 7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3" y="11"/>
                    </a:moveTo>
                    <a:cubicBezTo>
                      <a:pt x="4" y="9"/>
                      <a:pt x="7" y="4"/>
                      <a:pt x="5" y="2"/>
                    </a:cubicBezTo>
                    <a:cubicBezTo>
                      <a:pt x="2" y="0"/>
                      <a:pt x="0" y="10"/>
                      <a:pt x="1" y="12"/>
                    </a:cubicBezTo>
                    <a:cubicBezTo>
                      <a:pt x="2" y="12"/>
                      <a:pt x="2" y="11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6" name="Freeform 1172">
                <a:extLst>
                  <a:ext uri="{FF2B5EF4-FFF2-40B4-BE49-F238E27FC236}">
                    <a16:creationId xmlns:a16="http://schemas.microsoft.com/office/drawing/2014/main" id="{58EA5C79-EEF2-4DF7-A19C-B3B6619D8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027"/>
                <a:ext cx="25" cy="37"/>
              </a:xfrm>
              <a:custGeom>
                <a:avLst/>
                <a:gdLst>
                  <a:gd name="T0" fmla="*/ 145 w 10"/>
                  <a:gd name="T1" fmla="*/ 182 h 14"/>
                  <a:gd name="T2" fmla="*/ 95 w 10"/>
                  <a:gd name="T3" fmla="*/ 0 h 14"/>
                  <a:gd name="T4" fmla="*/ 113 w 10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9" y="10"/>
                    </a:moveTo>
                    <a:cubicBezTo>
                      <a:pt x="9" y="8"/>
                      <a:pt x="10" y="1"/>
                      <a:pt x="6" y="0"/>
                    </a:cubicBezTo>
                    <a:cubicBezTo>
                      <a:pt x="0" y="0"/>
                      <a:pt x="1" y="14"/>
                      <a:pt x="7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7" name="Freeform 1173">
                <a:extLst>
                  <a:ext uri="{FF2B5EF4-FFF2-40B4-BE49-F238E27FC236}">
                    <a16:creationId xmlns:a16="http://schemas.microsoft.com/office/drawing/2014/main" id="{7811378D-2D61-4730-88F8-3033CF2E7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005"/>
                <a:ext cx="38" cy="24"/>
              </a:xfrm>
              <a:custGeom>
                <a:avLst/>
                <a:gdLst>
                  <a:gd name="T0" fmla="*/ 96 w 15"/>
                  <a:gd name="T1" fmla="*/ 171 h 9"/>
                  <a:gd name="T2" fmla="*/ 129 w 15"/>
                  <a:gd name="T3" fmla="*/ 35 h 9"/>
                  <a:gd name="T4" fmla="*/ 20 w 15"/>
                  <a:gd name="T5" fmla="*/ 149 h 9"/>
                  <a:gd name="T6" fmla="*/ 63 w 15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6" y="9"/>
                    </a:moveTo>
                    <a:cubicBezTo>
                      <a:pt x="9" y="8"/>
                      <a:pt x="15" y="0"/>
                      <a:pt x="8" y="2"/>
                    </a:cubicBezTo>
                    <a:cubicBezTo>
                      <a:pt x="6" y="3"/>
                      <a:pt x="0" y="5"/>
                      <a:pt x="1" y="8"/>
                    </a:cubicBezTo>
                    <a:cubicBezTo>
                      <a:pt x="2" y="9"/>
                      <a:pt x="3" y="9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8" name="Freeform 1174">
                <a:extLst>
                  <a:ext uri="{FF2B5EF4-FFF2-40B4-BE49-F238E27FC236}">
                    <a16:creationId xmlns:a16="http://schemas.microsoft.com/office/drawing/2014/main" id="{ADA1E557-E6FC-4705-9A3B-F1AB3842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1992"/>
                <a:ext cx="40" cy="24"/>
              </a:xfrm>
              <a:custGeom>
                <a:avLst/>
                <a:gdLst>
                  <a:gd name="T0" fmla="*/ 83 w 16"/>
                  <a:gd name="T1" fmla="*/ 171 h 9"/>
                  <a:gd name="T2" fmla="*/ 158 w 16"/>
                  <a:gd name="T3" fmla="*/ 35 h 9"/>
                  <a:gd name="T4" fmla="*/ 50 w 16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5" y="9"/>
                    </a:moveTo>
                    <a:cubicBezTo>
                      <a:pt x="7" y="9"/>
                      <a:pt x="16" y="5"/>
                      <a:pt x="10" y="2"/>
                    </a:cubicBezTo>
                    <a:cubicBezTo>
                      <a:pt x="8" y="0"/>
                      <a:pt x="0" y="5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49" name="Freeform 1175">
                <a:extLst>
                  <a:ext uri="{FF2B5EF4-FFF2-40B4-BE49-F238E27FC236}">
                    <a16:creationId xmlns:a16="http://schemas.microsoft.com/office/drawing/2014/main" id="{C1EBF299-7F40-47B7-BC7F-5EFE6B710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979"/>
                <a:ext cx="15" cy="34"/>
              </a:xfrm>
              <a:custGeom>
                <a:avLst/>
                <a:gdLst>
                  <a:gd name="T0" fmla="*/ 83 w 6"/>
                  <a:gd name="T1" fmla="*/ 178 h 13"/>
                  <a:gd name="T2" fmla="*/ 33 w 6"/>
                  <a:gd name="T3" fmla="*/ 68 h 13"/>
                  <a:gd name="T4" fmla="*/ 50 w 6"/>
                  <a:gd name="T5" fmla="*/ 19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5" y="10"/>
                    </a:moveTo>
                    <a:cubicBezTo>
                      <a:pt x="6" y="7"/>
                      <a:pt x="6" y="0"/>
                      <a:pt x="2" y="4"/>
                    </a:cubicBezTo>
                    <a:cubicBezTo>
                      <a:pt x="0" y="6"/>
                      <a:pt x="2" y="13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0" name="Freeform 1176">
                <a:extLst>
                  <a:ext uri="{FF2B5EF4-FFF2-40B4-BE49-F238E27FC236}">
                    <a16:creationId xmlns:a16="http://schemas.microsoft.com/office/drawing/2014/main" id="{2FAA9F3A-3ED3-486E-ABB0-4996A3C53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944"/>
                <a:ext cx="17" cy="29"/>
              </a:xfrm>
              <a:custGeom>
                <a:avLst/>
                <a:gdLst>
                  <a:gd name="T0" fmla="*/ 87 w 7"/>
                  <a:gd name="T1" fmla="*/ 200 h 11"/>
                  <a:gd name="T2" fmla="*/ 29 w 7"/>
                  <a:gd name="T3" fmla="*/ 21 h 11"/>
                  <a:gd name="T4" fmla="*/ 41 w 7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7" y="9"/>
                      <a:pt x="6" y="0"/>
                      <a:pt x="2" y="1"/>
                    </a:cubicBezTo>
                    <a:cubicBezTo>
                      <a:pt x="0" y="2"/>
                      <a:pt x="1" y="10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1" name="Freeform 1177">
                <a:extLst>
                  <a:ext uri="{FF2B5EF4-FFF2-40B4-BE49-F238E27FC236}">
                    <a16:creationId xmlns:a16="http://schemas.microsoft.com/office/drawing/2014/main" id="{C93DFF7A-8CFB-43C4-BA3B-C1979EB64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55"/>
                <a:ext cx="40" cy="18"/>
              </a:xfrm>
              <a:custGeom>
                <a:avLst/>
                <a:gdLst>
                  <a:gd name="T0" fmla="*/ 158 w 16"/>
                  <a:gd name="T1" fmla="*/ 100 h 7"/>
                  <a:gd name="T2" fmla="*/ 95 w 16"/>
                  <a:gd name="T3" fmla="*/ 21 h 7"/>
                  <a:gd name="T4" fmla="*/ 50 w 16"/>
                  <a:gd name="T5" fmla="*/ 85 h 7"/>
                  <a:gd name="T6" fmla="*/ 125 w 16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0" y="6"/>
                    </a:moveTo>
                    <a:cubicBezTo>
                      <a:pt x="16" y="3"/>
                      <a:pt x="9" y="0"/>
                      <a:pt x="6" y="1"/>
                    </a:cubicBezTo>
                    <a:cubicBezTo>
                      <a:pt x="3" y="1"/>
                      <a:pt x="0" y="3"/>
                      <a:pt x="3" y="5"/>
                    </a:cubicBezTo>
                    <a:cubicBezTo>
                      <a:pt x="4" y="7"/>
                      <a:pt x="7" y="6"/>
                      <a:pt x="8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2" name="Freeform 1178">
                <a:extLst>
                  <a:ext uri="{FF2B5EF4-FFF2-40B4-BE49-F238E27FC236}">
                    <a16:creationId xmlns:a16="http://schemas.microsoft.com/office/drawing/2014/main" id="{C7EAC5E3-257B-42DE-8E0A-D259B54DC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960"/>
                <a:ext cx="15" cy="29"/>
              </a:xfrm>
              <a:custGeom>
                <a:avLst/>
                <a:gdLst>
                  <a:gd name="T0" fmla="*/ 95 w 6"/>
                  <a:gd name="T1" fmla="*/ 124 h 11"/>
                  <a:gd name="T2" fmla="*/ 83 w 6"/>
                  <a:gd name="T3" fmla="*/ 34 h 11"/>
                  <a:gd name="T4" fmla="*/ 20 w 6"/>
                  <a:gd name="T5" fmla="*/ 55 h 11"/>
                  <a:gd name="T6" fmla="*/ 50 w 6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7"/>
                    </a:moveTo>
                    <a:cubicBezTo>
                      <a:pt x="6" y="5"/>
                      <a:pt x="6" y="4"/>
                      <a:pt x="5" y="2"/>
                    </a:cubicBezTo>
                    <a:cubicBezTo>
                      <a:pt x="3" y="0"/>
                      <a:pt x="2" y="0"/>
                      <a:pt x="1" y="3"/>
                    </a:cubicBezTo>
                    <a:cubicBezTo>
                      <a:pt x="0" y="5"/>
                      <a:pt x="2" y="9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3" name="Freeform 1179">
                <a:extLst>
                  <a:ext uri="{FF2B5EF4-FFF2-40B4-BE49-F238E27FC236}">
                    <a16:creationId xmlns:a16="http://schemas.microsoft.com/office/drawing/2014/main" id="{9C3D0B30-96EF-440D-B0CF-E0831E731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931"/>
                <a:ext cx="28" cy="34"/>
              </a:xfrm>
              <a:custGeom>
                <a:avLst/>
                <a:gdLst>
                  <a:gd name="T0" fmla="*/ 84 w 11"/>
                  <a:gd name="T1" fmla="*/ 165 h 13"/>
                  <a:gd name="T2" fmla="*/ 97 w 11"/>
                  <a:gd name="T3" fmla="*/ 0 h 13"/>
                  <a:gd name="T4" fmla="*/ 64 w 11"/>
                  <a:gd name="T5" fmla="*/ 17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5" y="9"/>
                    </a:moveTo>
                    <a:cubicBezTo>
                      <a:pt x="7" y="10"/>
                      <a:pt x="11" y="0"/>
                      <a:pt x="6" y="0"/>
                    </a:cubicBezTo>
                    <a:cubicBezTo>
                      <a:pt x="0" y="0"/>
                      <a:pt x="0" y="13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4" name="Freeform 1180">
                <a:extLst>
                  <a:ext uri="{FF2B5EF4-FFF2-40B4-BE49-F238E27FC236}">
                    <a16:creationId xmlns:a16="http://schemas.microsoft.com/office/drawing/2014/main" id="{4CCD237E-3C24-43FA-AB82-F76C09D33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912"/>
                <a:ext cx="15" cy="19"/>
              </a:xfrm>
              <a:custGeom>
                <a:avLst/>
                <a:gdLst>
                  <a:gd name="T0" fmla="*/ 50 w 6"/>
                  <a:gd name="T1" fmla="*/ 141 h 7"/>
                  <a:gd name="T2" fmla="*/ 50 w 6"/>
                  <a:gd name="T3" fmla="*/ 0 h 7"/>
                  <a:gd name="T4" fmla="*/ 33 w 6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7"/>
                    </a:moveTo>
                    <a:cubicBezTo>
                      <a:pt x="4" y="6"/>
                      <a:pt x="6" y="0"/>
                      <a:pt x="3" y="0"/>
                    </a:cubicBezTo>
                    <a:cubicBezTo>
                      <a:pt x="0" y="0"/>
                      <a:pt x="0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5" name="Freeform 1181">
                <a:extLst>
                  <a:ext uri="{FF2B5EF4-FFF2-40B4-BE49-F238E27FC236}">
                    <a16:creationId xmlns:a16="http://schemas.microsoft.com/office/drawing/2014/main" id="{94C9915F-B498-4E03-B62E-C1FDA7E82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899"/>
                <a:ext cx="20" cy="13"/>
              </a:xfrm>
              <a:custGeom>
                <a:avLst/>
                <a:gdLst>
                  <a:gd name="T0" fmla="*/ 113 w 8"/>
                  <a:gd name="T1" fmla="*/ 88 h 5"/>
                  <a:gd name="T2" fmla="*/ 0 w 8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cubicBezTo>
                      <a:pt x="8" y="0"/>
                      <a:pt x="2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6" name="Freeform 1182">
                <a:extLst>
                  <a:ext uri="{FF2B5EF4-FFF2-40B4-BE49-F238E27FC236}">
                    <a16:creationId xmlns:a16="http://schemas.microsoft.com/office/drawing/2014/main" id="{B6D9CB46-FB63-42DB-B94D-C6BD9DD9B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880"/>
                <a:ext cx="30" cy="24"/>
              </a:xfrm>
              <a:custGeom>
                <a:avLst/>
                <a:gdLst>
                  <a:gd name="T0" fmla="*/ 50 w 12"/>
                  <a:gd name="T1" fmla="*/ 171 h 9"/>
                  <a:gd name="T2" fmla="*/ 125 w 12"/>
                  <a:gd name="T3" fmla="*/ 21 h 9"/>
                  <a:gd name="T4" fmla="*/ 20 w 12"/>
                  <a:gd name="T5" fmla="*/ 77 h 9"/>
                  <a:gd name="T6" fmla="*/ 33 w 12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3" y="9"/>
                    </a:moveTo>
                    <a:cubicBezTo>
                      <a:pt x="7" y="8"/>
                      <a:pt x="12" y="3"/>
                      <a:pt x="8" y="1"/>
                    </a:cubicBezTo>
                    <a:cubicBezTo>
                      <a:pt x="5" y="0"/>
                      <a:pt x="1" y="2"/>
                      <a:pt x="1" y="4"/>
                    </a:cubicBezTo>
                    <a:cubicBezTo>
                      <a:pt x="0" y="5"/>
                      <a:pt x="1" y="8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7" name="Freeform 1183">
                <a:extLst>
                  <a:ext uri="{FF2B5EF4-FFF2-40B4-BE49-F238E27FC236}">
                    <a16:creationId xmlns:a16="http://schemas.microsoft.com/office/drawing/2014/main" id="{1DA68682-3833-4194-A644-8C6D7158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877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145 w 12"/>
                  <a:gd name="T3" fmla="*/ 35 h 12"/>
                  <a:gd name="T4" fmla="*/ 95 w 12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9" y="10"/>
                      <a:pt x="12" y="4"/>
                      <a:pt x="9" y="2"/>
                    </a:cubicBezTo>
                    <a:cubicBezTo>
                      <a:pt x="5" y="0"/>
                      <a:pt x="0" y="12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8" name="Freeform 1184">
                <a:extLst>
                  <a:ext uri="{FF2B5EF4-FFF2-40B4-BE49-F238E27FC236}">
                    <a16:creationId xmlns:a16="http://schemas.microsoft.com/office/drawing/2014/main" id="{5C48FACE-3E56-4ECE-82C2-713000C3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901"/>
                <a:ext cx="38" cy="24"/>
              </a:xfrm>
              <a:custGeom>
                <a:avLst/>
                <a:gdLst>
                  <a:gd name="T0" fmla="*/ 51 w 15"/>
                  <a:gd name="T1" fmla="*/ 171 h 9"/>
                  <a:gd name="T2" fmla="*/ 117 w 15"/>
                  <a:gd name="T3" fmla="*/ 0 h 9"/>
                  <a:gd name="T4" fmla="*/ 0 w 15"/>
                  <a:gd name="T5" fmla="*/ 115 h 9"/>
                  <a:gd name="T6" fmla="*/ 33 w 15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3" y="9"/>
                    </a:moveTo>
                    <a:cubicBezTo>
                      <a:pt x="7" y="8"/>
                      <a:pt x="15" y="0"/>
                      <a:pt x="7" y="0"/>
                    </a:cubicBezTo>
                    <a:cubicBezTo>
                      <a:pt x="5" y="0"/>
                      <a:pt x="1" y="3"/>
                      <a:pt x="0" y="6"/>
                    </a:cubicBezTo>
                    <a:cubicBezTo>
                      <a:pt x="0" y="7"/>
                      <a:pt x="1" y="8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59" name="Freeform 1185">
                <a:extLst>
                  <a:ext uri="{FF2B5EF4-FFF2-40B4-BE49-F238E27FC236}">
                    <a16:creationId xmlns:a16="http://schemas.microsoft.com/office/drawing/2014/main" id="{2FE14D89-EB57-481D-AA37-0FC05E490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875"/>
                <a:ext cx="17" cy="26"/>
              </a:xfrm>
              <a:custGeom>
                <a:avLst/>
                <a:gdLst>
                  <a:gd name="T0" fmla="*/ 87 w 7"/>
                  <a:gd name="T1" fmla="*/ 177 h 10"/>
                  <a:gd name="T2" fmla="*/ 41 w 7"/>
                  <a:gd name="T3" fmla="*/ 21 h 10"/>
                  <a:gd name="T4" fmla="*/ 41 w 7"/>
                  <a:gd name="T5" fmla="*/ 177 h 10"/>
                  <a:gd name="T6" fmla="*/ 41 w 7"/>
                  <a:gd name="T7" fmla="*/ 17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6" y="10"/>
                    </a:moveTo>
                    <a:cubicBezTo>
                      <a:pt x="7" y="8"/>
                      <a:pt x="7" y="0"/>
                      <a:pt x="3" y="1"/>
                    </a:cubicBezTo>
                    <a:cubicBezTo>
                      <a:pt x="0" y="2"/>
                      <a:pt x="2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0" name="Freeform 1186">
                <a:extLst>
                  <a:ext uri="{FF2B5EF4-FFF2-40B4-BE49-F238E27FC236}">
                    <a16:creationId xmlns:a16="http://schemas.microsoft.com/office/drawing/2014/main" id="{588E459B-67E6-456C-9DAD-9D4284CE8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875"/>
                <a:ext cx="23" cy="32"/>
              </a:xfrm>
              <a:custGeom>
                <a:avLst/>
                <a:gdLst>
                  <a:gd name="T0" fmla="*/ 97 w 9"/>
                  <a:gd name="T1" fmla="*/ 227 h 12"/>
                  <a:gd name="T2" fmla="*/ 51 w 9"/>
                  <a:gd name="T3" fmla="*/ 56 h 12"/>
                  <a:gd name="T4" fmla="*/ 66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6" y="12"/>
                    </a:moveTo>
                    <a:cubicBezTo>
                      <a:pt x="9" y="9"/>
                      <a:pt x="7" y="0"/>
                      <a:pt x="3" y="3"/>
                    </a:cubicBezTo>
                    <a:cubicBezTo>
                      <a:pt x="0" y="5"/>
                      <a:pt x="2" y="10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1" name="Freeform 1187">
                <a:extLst>
                  <a:ext uri="{FF2B5EF4-FFF2-40B4-BE49-F238E27FC236}">
                    <a16:creationId xmlns:a16="http://schemas.microsoft.com/office/drawing/2014/main" id="{6FF31799-6744-4E0F-BF25-3B04EC39E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80"/>
                <a:ext cx="40" cy="29"/>
              </a:xfrm>
              <a:custGeom>
                <a:avLst/>
                <a:gdLst>
                  <a:gd name="T0" fmla="*/ 63 w 16"/>
                  <a:gd name="T1" fmla="*/ 200 h 11"/>
                  <a:gd name="T2" fmla="*/ 158 w 16"/>
                  <a:gd name="T3" fmla="*/ 55 h 11"/>
                  <a:gd name="T4" fmla="*/ 63 w 16"/>
                  <a:gd name="T5" fmla="*/ 1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4" y="11"/>
                    </a:moveTo>
                    <a:cubicBezTo>
                      <a:pt x="7" y="10"/>
                      <a:pt x="16" y="7"/>
                      <a:pt x="10" y="3"/>
                    </a:cubicBezTo>
                    <a:cubicBezTo>
                      <a:pt x="7" y="0"/>
                      <a:pt x="0" y="6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2" name="Freeform 1188">
                <a:extLst>
                  <a:ext uri="{FF2B5EF4-FFF2-40B4-BE49-F238E27FC236}">
                    <a16:creationId xmlns:a16="http://schemas.microsoft.com/office/drawing/2014/main" id="{2F2BE23F-8757-4F41-9B0F-C822AC90E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797"/>
                <a:ext cx="25" cy="38"/>
              </a:xfrm>
              <a:custGeom>
                <a:avLst/>
                <a:gdLst>
                  <a:gd name="T0" fmla="*/ 33 w 10"/>
                  <a:gd name="T1" fmla="*/ 244 h 14"/>
                  <a:gd name="T2" fmla="*/ 83 w 10"/>
                  <a:gd name="T3" fmla="*/ 22 h 14"/>
                  <a:gd name="T4" fmla="*/ 33 w 10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2" y="12"/>
                    </a:moveTo>
                    <a:cubicBezTo>
                      <a:pt x="7" y="14"/>
                      <a:pt x="10" y="2"/>
                      <a:pt x="5" y="1"/>
                    </a:cubicBezTo>
                    <a:cubicBezTo>
                      <a:pt x="0" y="0"/>
                      <a:pt x="1" y="9"/>
                      <a:pt x="2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3" name="Freeform 1189">
                <a:extLst>
                  <a:ext uri="{FF2B5EF4-FFF2-40B4-BE49-F238E27FC236}">
                    <a16:creationId xmlns:a16="http://schemas.microsoft.com/office/drawing/2014/main" id="{018DBD21-2FE9-44BB-BB90-B87009CB2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848"/>
                <a:ext cx="15" cy="29"/>
              </a:xfrm>
              <a:custGeom>
                <a:avLst/>
                <a:gdLst>
                  <a:gd name="T0" fmla="*/ 83 w 6"/>
                  <a:gd name="T1" fmla="*/ 111 h 11"/>
                  <a:gd name="T2" fmla="*/ 50 w 6"/>
                  <a:gd name="T3" fmla="*/ 21 h 11"/>
                  <a:gd name="T4" fmla="*/ 0 w 6"/>
                  <a:gd name="T5" fmla="*/ 90 h 11"/>
                  <a:gd name="T6" fmla="*/ 50 w 6"/>
                  <a:gd name="T7" fmla="*/ 200 h 11"/>
                  <a:gd name="T8" fmla="*/ 83 w 6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5" y="6"/>
                    </a:moveTo>
                    <a:cubicBezTo>
                      <a:pt x="5" y="5"/>
                      <a:pt x="4" y="2"/>
                      <a:pt x="3" y="1"/>
                    </a:cubicBezTo>
                    <a:cubicBezTo>
                      <a:pt x="0" y="0"/>
                      <a:pt x="0" y="2"/>
                      <a:pt x="0" y="5"/>
                    </a:cubicBezTo>
                    <a:cubicBezTo>
                      <a:pt x="0" y="6"/>
                      <a:pt x="1" y="11"/>
                      <a:pt x="3" y="11"/>
                    </a:cubicBezTo>
                    <a:cubicBezTo>
                      <a:pt x="6" y="11"/>
                      <a:pt x="6" y="8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4" name="Freeform 1190">
                <a:extLst>
                  <a:ext uri="{FF2B5EF4-FFF2-40B4-BE49-F238E27FC236}">
                    <a16:creationId xmlns:a16="http://schemas.microsoft.com/office/drawing/2014/main" id="{BF4F80F4-3F95-413E-B65C-987EECB08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867"/>
                <a:ext cx="28" cy="26"/>
              </a:xfrm>
              <a:custGeom>
                <a:avLst/>
                <a:gdLst>
                  <a:gd name="T0" fmla="*/ 181 w 11"/>
                  <a:gd name="T1" fmla="*/ 68 h 10"/>
                  <a:gd name="T2" fmla="*/ 51 w 11"/>
                  <a:gd name="T3" fmla="*/ 122 h 10"/>
                  <a:gd name="T4" fmla="*/ 150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4"/>
                    </a:moveTo>
                    <a:cubicBezTo>
                      <a:pt x="10" y="7"/>
                      <a:pt x="6" y="10"/>
                      <a:pt x="3" y="7"/>
                    </a:cubicBezTo>
                    <a:cubicBezTo>
                      <a:pt x="0" y="4"/>
                      <a:pt x="7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5" name="Freeform 1191">
                <a:extLst>
                  <a:ext uri="{FF2B5EF4-FFF2-40B4-BE49-F238E27FC236}">
                    <a16:creationId xmlns:a16="http://schemas.microsoft.com/office/drawing/2014/main" id="{46732BEC-F775-4204-AEC6-C648B739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885"/>
                <a:ext cx="13" cy="11"/>
              </a:xfrm>
              <a:custGeom>
                <a:avLst/>
                <a:gdLst>
                  <a:gd name="T0" fmla="*/ 68 w 5"/>
                  <a:gd name="T1" fmla="*/ 83 h 4"/>
                  <a:gd name="T2" fmla="*/ 0 w 5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5" y="1"/>
                      <a:pt x="1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6" name="Freeform 1192">
                <a:extLst>
                  <a:ext uri="{FF2B5EF4-FFF2-40B4-BE49-F238E27FC236}">
                    <a16:creationId xmlns:a16="http://schemas.microsoft.com/office/drawing/2014/main" id="{793EBD9A-04BC-492D-B2A3-33901F0FB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915"/>
                <a:ext cx="27" cy="24"/>
              </a:xfrm>
              <a:custGeom>
                <a:avLst/>
                <a:gdLst>
                  <a:gd name="T0" fmla="*/ 91 w 11"/>
                  <a:gd name="T1" fmla="*/ 171 h 9"/>
                  <a:gd name="T2" fmla="*/ 91 w 11"/>
                  <a:gd name="T3" fmla="*/ 0 h 9"/>
                  <a:gd name="T4" fmla="*/ 12 w 11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9"/>
                    </a:moveTo>
                    <a:cubicBezTo>
                      <a:pt x="8" y="7"/>
                      <a:pt x="11" y="1"/>
                      <a:pt x="6" y="0"/>
                    </a:cubicBezTo>
                    <a:cubicBezTo>
                      <a:pt x="4" y="0"/>
                      <a:pt x="0" y="4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7" name="Freeform 1193">
                <a:extLst>
                  <a:ext uri="{FF2B5EF4-FFF2-40B4-BE49-F238E27FC236}">
                    <a16:creationId xmlns:a16="http://schemas.microsoft.com/office/drawing/2014/main" id="{92754CD4-FDF6-44C1-A359-696CA8BFA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848"/>
                <a:ext cx="25" cy="32"/>
              </a:xfrm>
              <a:custGeom>
                <a:avLst/>
                <a:gdLst>
                  <a:gd name="T0" fmla="*/ 158 w 10"/>
                  <a:gd name="T1" fmla="*/ 149 h 12"/>
                  <a:gd name="T2" fmla="*/ 20 w 10"/>
                  <a:gd name="T3" fmla="*/ 56 h 12"/>
                  <a:gd name="T4" fmla="*/ 158 w 10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8"/>
                    </a:moveTo>
                    <a:cubicBezTo>
                      <a:pt x="10" y="5"/>
                      <a:pt x="2" y="0"/>
                      <a:pt x="1" y="3"/>
                    </a:cubicBezTo>
                    <a:cubicBezTo>
                      <a:pt x="0" y="6"/>
                      <a:pt x="7" y="12"/>
                      <a:pt x="1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8" name="Freeform 1194">
                <a:extLst>
                  <a:ext uri="{FF2B5EF4-FFF2-40B4-BE49-F238E27FC236}">
                    <a16:creationId xmlns:a16="http://schemas.microsoft.com/office/drawing/2014/main" id="{BD7E6A0B-BD4F-4B7C-9039-B27630594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69"/>
                <a:ext cx="20" cy="14"/>
              </a:xfrm>
              <a:custGeom>
                <a:avLst/>
                <a:gdLst>
                  <a:gd name="T0" fmla="*/ 113 w 8"/>
                  <a:gd name="T1" fmla="*/ 0 h 5"/>
                  <a:gd name="T2" fmla="*/ 63 w 8"/>
                  <a:gd name="T3" fmla="*/ 109 h 5"/>
                  <a:gd name="T4" fmla="*/ 125 w 8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4" y="0"/>
                      <a:pt x="0" y="4"/>
                      <a:pt x="4" y="5"/>
                    </a:cubicBezTo>
                    <a:cubicBezTo>
                      <a:pt x="6" y="5"/>
                      <a:pt x="7" y="3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69" name="Freeform 1195">
                <a:extLst>
                  <a:ext uri="{FF2B5EF4-FFF2-40B4-BE49-F238E27FC236}">
                    <a16:creationId xmlns:a16="http://schemas.microsoft.com/office/drawing/2014/main" id="{851B5AE4-182C-4F94-AB35-E63015790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864"/>
                <a:ext cx="33" cy="27"/>
              </a:xfrm>
              <a:custGeom>
                <a:avLst/>
                <a:gdLst>
                  <a:gd name="T0" fmla="*/ 33 w 13"/>
                  <a:gd name="T1" fmla="*/ 197 h 10"/>
                  <a:gd name="T2" fmla="*/ 147 w 13"/>
                  <a:gd name="T3" fmla="*/ 38 h 10"/>
                  <a:gd name="T4" fmla="*/ 20 w 13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2" y="10"/>
                    </a:moveTo>
                    <a:cubicBezTo>
                      <a:pt x="4" y="9"/>
                      <a:pt x="13" y="5"/>
                      <a:pt x="9" y="2"/>
                    </a:cubicBezTo>
                    <a:cubicBezTo>
                      <a:pt x="8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0" name="Freeform 1196">
                <a:extLst>
                  <a:ext uri="{FF2B5EF4-FFF2-40B4-BE49-F238E27FC236}">
                    <a16:creationId xmlns:a16="http://schemas.microsoft.com/office/drawing/2014/main" id="{D7133161-9AB9-4BE9-B9EF-63301A6EC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837"/>
                <a:ext cx="15" cy="32"/>
              </a:xfrm>
              <a:custGeom>
                <a:avLst/>
                <a:gdLst>
                  <a:gd name="T0" fmla="*/ 83 w 6"/>
                  <a:gd name="T1" fmla="*/ 205 h 12"/>
                  <a:gd name="T2" fmla="*/ 33 w 6"/>
                  <a:gd name="T3" fmla="*/ 56 h 12"/>
                  <a:gd name="T4" fmla="*/ 33 w 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5" y="11"/>
                    </a:moveTo>
                    <a:cubicBezTo>
                      <a:pt x="6" y="9"/>
                      <a:pt x="6" y="0"/>
                      <a:pt x="2" y="3"/>
                    </a:cubicBezTo>
                    <a:cubicBezTo>
                      <a:pt x="0" y="5"/>
                      <a:pt x="1" y="10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1" name="Freeform 1197">
                <a:extLst>
                  <a:ext uri="{FF2B5EF4-FFF2-40B4-BE49-F238E27FC236}">
                    <a16:creationId xmlns:a16="http://schemas.microsoft.com/office/drawing/2014/main" id="{EA8372FB-B68A-4378-A1CC-7B775BE4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821"/>
                <a:ext cx="33" cy="27"/>
              </a:xfrm>
              <a:custGeom>
                <a:avLst/>
                <a:gdLst>
                  <a:gd name="T0" fmla="*/ 63 w 13"/>
                  <a:gd name="T1" fmla="*/ 197 h 10"/>
                  <a:gd name="T2" fmla="*/ 147 w 13"/>
                  <a:gd name="T3" fmla="*/ 22 h 10"/>
                  <a:gd name="T4" fmla="*/ 63 w 13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6" y="8"/>
                      <a:pt x="13" y="3"/>
                      <a:pt x="9" y="1"/>
                    </a:cubicBezTo>
                    <a:cubicBezTo>
                      <a:pt x="5" y="0"/>
                      <a:pt x="0" y="8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2" name="Freeform 1198">
                <a:extLst>
                  <a:ext uri="{FF2B5EF4-FFF2-40B4-BE49-F238E27FC236}">
                    <a16:creationId xmlns:a16="http://schemas.microsoft.com/office/drawing/2014/main" id="{213A9FF3-4439-46DD-A2BC-537C458D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797"/>
                <a:ext cx="18" cy="35"/>
              </a:xfrm>
              <a:custGeom>
                <a:avLst/>
                <a:gdLst>
                  <a:gd name="T0" fmla="*/ 21 w 7"/>
                  <a:gd name="T1" fmla="*/ 22 h 13"/>
                  <a:gd name="T2" fmla="*/ 67 w 7"/>
                  <a:gd name="T3" fmla="*/ 232 h 13"/>
                  <a:gd name="T4" fmla="*/ 54 w 7"/>
                  <a:gd name="T5" fmla="*/ 0 h 13"/>
                  <a:gd name="T6" fmla="*/ 21 w 7"/>
                  <a:gd name="T7" fmla="*/ 2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1" y="1"/>
                    </a:moveTo>
                    <a:cubicBezTo>
                      <a:pt x="0" y="3"/>
                      <a:pt x="0" y="13"/>
                      <a:pt x="4" y="12"/>
                    </a:cubicBezTo>
                    <a:cubicBezTo>
                      <a:pt x="7" y="12"/>
                      <a:pt x="6" y="1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3" name="Freeform 1199">
                <a:extLst>
                  <a:ext uri="{FF2B5EF4-FFF2-40B4-BE49-F238E27FC236}">
                    <a16:creationId xmlns:a16="http://schemas.microsoft.com/office/drawing/2014/main" id="{178E9E80-8B65-4592-A65E-7EFE1CFD7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773"/>
                <a:ext cx="18" cy="30"/>
              </a:xfrm>
              <a:custGeom>
                <a:avLst/>
                <a:gdLst>
                  <a:gd name="T0" fmla="*/ 21 w 7"/>
                  <a:gd name="T1" fmla="*/ 60 h 11"/>
                  <a:gd name="T2" fmla="*/ 54 w 7"/>
                  <a:gd name="T3" fmla="*/ 202 h 11"/>
                  <a:gd name="T4" fmla="*/ 54 w 7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1" y="3"/>
                    </a:moveTo>
                    <a:cubicBezTo>
                      <a:pt x="1" y="5"/>
                      <a:pt x="0" y="11"/>
                      <a:pt x="3" y="10"/>
                    </a:cubicBezTo>
                    <a:cubicBezTo>
                      <a:pt x="7" y="10"/>
                      <a:pt x="7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4" name="Freeform 1200">
                <a:extLst>
                  <a:ext uri="{FF2B5EF4-FFF2-40B4-BE49-F238E27FC236}">
                    <a16:creationId xmlns:a16="http://schemas.microsoft.com/office/drawing/2014/main" id="{569E4BF2-D075-4E9F-8101-C3082747A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800"/>
                <a:ext cx="25" cy="27"/>
              </a:xfrm>
              <a:custGeom>
                <a:avLst/>
                <a:gdLst>
                  <a:gd name="T0" fmla="*/ 20 w 10"/>
                  <a:gd name="T1" fmla="*/ 81 h 10"/>
                  <a:gd name="T2" fmla="*/ 145 w 10"/>
                  <a:gd name="T3" fmla="*/ 38 h 10"/>
                  <a:gd name="T4" fmla="*/ 0 w 10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2" y="2"/>
                      <a:pt x="8" y="0"/>
                      <a:pt x="9" y="2"/>
                    </a:cubicBezTo>
                    <a:cubicBezTo>
                      <a:pt x="10" y="6"/>
                      <a:pt x="2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5" name="Freeform 1201">
                <a:extLst>
                  <a:ext uri="{FF2B5EF4-FFF2-40B4-BE49-F238E27FC236}">
                    <a16:creationId xmlns:a16="http://schemas.microsoft.com/office/drawing/2014/main" id="{71A98809-F129-4F76-8887-C32048C46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768"/>
                <a:ext cx="23" cy="37"/>
              </a:xfrm>
              <a:custGeom>
                <a:avLst/>
                <a:gdLst>
                  <a:gd name="T0" fmla="*/ 20 w 9"/>
                  <a:gd name="T1" fmla="*/ 111 h 14"/>
                  <a:gd name="T2" fmla="*/ 0 w 9"/>
                  <a:gd name="T3" fmla="*/ 204 h 14"/>
                  <a:gd name="T4" fmla="*/ 97 w 9"/>
                  <a:gd name="T5" fmla="*/ 204 h 14"/>
                  <a:gd name="T6" fmla="*/ 97 w 9"/>
                  <a:gd name="T7" fmla="*/ 34 h 14"/>
                  <a:gd name="T8" fmla="*/ 20 w 9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6"/>
                    </a:moveTo>
                    <a:cubicBezTo>
                      <a:pt x="1" y="8"/>
                      <a:pt x="0" y="9"/>
                      <a:pt x="0" y="11"/>
                    </a:cubicBezTo>
                    <a:cubicBezTo>
                      <a:pt x="1" y="14"/>
                      <a:pt x="4" y="14"/>
                      <a:pt x="6" y="11"/>
                    </a:cubicBezTo>
                    <a:cubicBezTo>
                      <a:pt x="8" y="9"/>
                      <a:pt x="9" y="3"/>
                      <a:pt x="6" y="2"/>
                    </a:cubicBezTo>
                    <a:cubicBezTo>
                      <a:pt x="5" y="0"/>
                      <a:pt x="0" y="3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6" name="Line 1202">
                <a:extLst>
                  <a:ext uri="{FF2B5EF4-FFF2-40B4-BE49-F238E27FC236}">
                    <a16:creationId xmlns:a16="http://schemas.microsoft.com/office/drawing/2014/main" id="{AB2F4AEE-5A55-476E-A9E3-6A46014BD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6" y="185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D0D1D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7" name="Freeform 1203">
                <a:extLst>
                  <a:ext uri="{FF2B5EF4-FFF2-40B4-BE49-F238E27FC236}">
                    <a16:creationId xmlns:a16="http://schemas.microsoft.com/office/drawing/2014/main" id="{706F1837-202C-4125-892D-812D38DFD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27"/>
                <a:ext cx="20" cy="29"/>
              </a:xfrm>
              <a:custGeom>
                <a:avLst/>
                <a:gdLst>
                  <a:gd name="T0" fmla="*/ 113 w 8"/>
                  <a:gd name="T1" fmla="*/ 200 h 11"/>
                  <a:gd name="T2" fmla="*/ 63 w 8"/>
                  <a:gd name="T3" fmla="*/ 34 h 11"/>
                  <a:gd name="T4" fmla="*/ 50 w 8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7" y="11"/>
                    </a:moveTo>
                    <a:cubicBezTo>
                      <a:pt x="8" y="8"/>
                      <a:pt x="7" y="0"/>
                      <a:pt x="4" y="2"/>
                    </a:cubicBezTo>
                    <a:cubicBezTo>
                      <a:pt x="0" y="3"/>
                      <a:pt x="3" y="9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8" name="Freeform 1204">
                <a:extLst>
                  <a:ext uri="{FF2B5EF4-FFF2-40B4-BE49-F238E27FC236}">
                    <a16:creationId xmlns:a16="http://schemas.microsoft.com/office/drawing/2014/main" id="{0C574D90-E5BA-4A5B-91FF-5DE8AB5A4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00"/>
                <a:ext cx="18" cy="32"/>
              </a:xfrm>
              <a:custGeom>
                <a:avLst/>
                <a:gdLst>
                  <a:gd name="T0" fmla="*/ 100 w 7"/>
                  <a:gd name="T1" fmla="*/ 136 h 12"/>
                  <a:gd name="T2" fmla="*/ 54 w 7"/>
                  <a:gd name="T3" fmla="*/ 35 h 12"/>
                  <a:gd name="T4" fmla="*/ 0 w 7"/>
                  <a:gd name="T5" fmla="*/ 93 h 12"/>
                  <a:gd name="T6" fmla="*/ 67 w 7"/>
                  <a:gd name="T7" fmla="*/ 227 h 12"/>
                  <a:gd name="T8" fmla="*/ 100 w 7"/>
                  <a:gd name="T9" fmla="*/ 13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6" y="7"/>
                    </a:moveTo>
                    <a:cubicBezTo>
                      <a:pt x="5" y="5"/>
                      <a:pt x="5" y="3"/>
                      <a:pt x="3" y="2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7"/>
                      <a:pt x="1" y="12"/>
                      <a:pt x="4" y="12"/>
                    </a:cubicBezTo>
                    <a:cubicBezTo>
                      <a:pt x="7" y="12"/>
                      <a:pt x="7" y="8"/>
                      <a:pt x="6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79" name="Freeform 1205">
                <a:extLst>
                  <a:ext uri="{FF2B5EF4-FFF2-40B4-BE49-F238E27FC236}">
                    <a16:creationId xmlns:a16="http://schemas.microsoft.com/office/drawing/2014/main" id="{04086308-54B4-41DC-A7ED-B6F556ECC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819"/>
                <a:ext cx="25" cy="26"/>
              </a:xfrm>
              <a:custGeom>
                <a:avLst/>
                <a:gdLst>
                  <a:gd name="T0" fmla="*/ 158 w 10"/>
                  <a:gd name="T1" fmla="*/ 88 h 10"/>
                  <a:gd name="T2" fmla="*/ 50 w 10"/>
                  <a:gd name="T3" fmla="*/ 143 h 10"/>
                  <a:gd name="T4" fmla="*/ 125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5" y="10"/>
                      <a:pt x="3" y="8"/>
                    </a:cubicBezTo>
                    <a:cubicBezTo>
                      <a:pt x="0" y="4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0" name="Freeform 1206">
                <a:extLst>
                  <a:ext uri="{FF2B5EF4-FFF2-40B4-BE49-F238E27FC236}">
                    <a16:creationId xmlns:a16="http://schemas.microsoft.com/office/drawing/2014/main" id="{98EAA2F3-2CC0-4DD0-A981-D6B59893A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837"/>
                <a:ext cx="15" cy="14"/>
              </a:xfrm>
              <a:custGeom>
                <a:avLst/>
                <a:gdLst>
                  <a:gd name="T0" fmla="*/ 83 w 6"/>
                  <a:gd name="T1" fmla="*/ 109 h 5"/>
                  <a:gd name="T2" fmla="*/ 0 w 6"/>
                  <a:gd name="T3" fmla="*/ 6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cubicBezTo>
                      <a:pt x="6" y="2"/>
                      <a:pt x="1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1" name="Freeform 1207">
                <a:extLst>
                  <a:ext uri="{FF2B5EF4-FFF2-40B4-BE49-F238E27FC236}">
                    <a16:creationId xmlns:a16="http://schemas.microsoft.com/office/drawing/2014/main" id="{6EA3B9EC-BDA0-46BC-AB44-9B2BEA7BA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816"/>
                <a:ext cx="35" cy="27"/>
              </a:xfrm>
              <a:custGeom>
                <a:avLst/>
                <a:gdLst>
                  <a:gd name="T0" fmla="*/ 50 w 14"/>
                  <a:gd name="T1" fmla="*/ 197 h 10"/>
                  <a:gd name="T2" fmla="*/ 158 w 14"/>
                  <a:gd name="T3" fmla="*/ 38 h 10"/>
                  <a:gd name="T4" fmla="*/ 20 w 14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3" y="10"/>
                    </a:moveTo>
                    <a:cubicBezTo>
                      <a:pt x="5" y="9"/>
                      <a:pt x="14" y="6"/>
                      <a:pt x="10" y="2"/>
                    </a:cubicBezTo>
                    <a:cubicBezTo>
                      <a:pt x="8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2" name="Freeform 1208">
                <a:extLst>
                  <a:ext uri="{FF2B5EF4-FFF2-40B4-BE49-F238E27FC236}">
                    <a16:creationId xmlns:a16="http://schemas.microsoft.com/office/drawing/2014/main" id="{BA4E4787-F0C9-4798-8C74-395D47B35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792"/>
                <a:ext cx="15" cy="29"/>
              </a:xfrm>
              <a:custGeom>
                <a:avLst/>
                <a:gdLst>
                  <a:gd name="T0" fmla="*/ 83 w 6"/>
                  <a:gd name="T1" fmla="*/ 200 h 11"/>
                  <a:gd name="T2" fmla="*/ 33 w 6"/>
                  <a:gd name="T3" fmla="*/ 55 h 11"/>
                  <a:gd name="T4" fmla="*/ 33 w 6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5" y="11"/>
                    </a:moveTo>
                    <a:cubicBezTo>
                      <a:pt x="6" y="9"/>
                      <a:pt x="6" y="0"/>
                      <a:pt x="2" y="3"/>
                    </a:cubicBezTo>
                    <a:cubicBezTo>
                      <a:pt x="0" y="4"/>
                      <a:pt x="1" y="9"/>
                      <a:pt x="2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3" name="Freeform 1209">
                <a:extLst>
                  <a:ext uri="{FF2B5EF4-FFF2-40B4-BE49-F238E27FC236}">
                    <a16:creationId xmlns:a16="http://schemas.microsoft.com/office/drawing/2014/main" id="{A309DBA5-BDB8-4A45-8285-A2CF857F8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776"/>
                <a:ext cx="33" cy="27"/>
              </a:xfrm>
              <a:custGeom>
                <a:avLst/>
                <a:gdLst>
                  <a:gd name="T0" fmla="*/ 63 w 13"/>
                  <a:gd name="T1" fmla="*/ 176 h 10"/>
                  <a:gd name="T2" fmla="*/ 129 w 13"/>
                  <a:gd name="T3" fmla="*/ 22 h 10"/>
                  <a:gd name="T4" fmla="*/ 51 w 13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9"/>
                    </a:moveTo>
                    <a:cubicBezTo>
                      <a:pt x="5" y="8"/>
                      <a:pt x="13" y="2"/>
                      <a:pt x="8" y="1"/>
                    </a:cubicBezTo>
                    <a:cubicBezTo>
                      <a:pt x="4" y="0"/>
                      <a:pt x="0" y="8"/>
                      <a:pt x="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4" name="Freeform 1210">
                <a:extLst>
                  <a:ext uri="{FF2B5EF4-FFF2-40B4-BE49-F238E27FC236}">
                    <a16:creationId xmlns:a16="http://schemas.microsoft.com/office/drawing/2014/main" id="{90F5AEFF-1F3D-4FD8-B951-E310943E5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653"/>
                <a:ext cx="18" cy="35"/>
              </a:xfrm>
              <a:custGeom>
                <a:avLst/>
                <a:gdLst>
                  <a:gd name="T0" fmla="*/ 0 w 7"/>
                  <a:gd name="T1" fmla="*/ 35 h 13"/>
                  <a:gd name="T2" fmla="*/ 67 w 7"/>
                  <a:gd name="T3" fmla="*/ 253 h 13"/>
                  <a:gd name="T4" fmla="*/ 54 w 7"/>
                  <a:gd name="T5" fmla="*/ 0 h 13"/>
                  <a:gd name="T6" fmla="*/ 21 w 7"/>
                  <a:gd name="T7" fmla="*/ 2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0" y="2"/>
                    </a:moveTo>
                    <a:cubicBezTo>
                      <a:pt x="0" y="4"/>
                      <a:pt x="0" y="13"/>
                      <a:pt x="4" y="13"/>
                    </a:cubicBezTo>
                    <a:cubicBezTo>
                      <a:pt x="7" y="12"/>
                      <a:pt x="5" y="1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5" name="Freeform 1211">
                <a:extLst>
                  <a:ext uri="{FF2B5EF4-FFF2-40B4-BE49-F238E27FC236}">
                    <a16:creationId xmlns:a16="http://schemas.microsoft.com/office/drawing/2014/main" id="{157AFFC5-E398-4FFA-91E2-C180BD9C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29"/>
                <a:ext cx="20" cy="32"/>
              </a:xfrm>
              <a:custGeom>
                <a:avLst/>
                <a:gdLst>
                  <a:gd name="T0" fmla="*/ 33 w 8"/>
                  <a:gd name="T1" fmla="*/ 56 h 12"/>
                  <a:gd name="T2" fmla="*/ 63 w 8"/>
                  <a:gd name="T3" fmla="*/ 205 h 12"/>
                  <a:gd name="T4" fmla="*/ 63 w 8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2" y="3"/>
                    </a:moveTo>
                    <a:cubicBezTo>
                      <a:pt x="2" y="5"/>
                      <a:pt x="0" y="12"/>
                      <a:pt x="4" y="11"/>
                    </a:cubicBezTo>
                    <a:cubicBezTo>
                      <a:pt x="7" y="10"/>
                      <a:pt x="8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6" name="Freeform 1212">
                <a:extLst>
                  <a:ext uri="{FF2B5EF4-FFF2-40B4-BE49-F238E27FC236}">
                    <a16:creationId xmlns:a16="http://schemas.microsoft.com/office/drawing/2014/main" id="{D127546C-AD0D-4212-8991-83B64D5C1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56"/>
                <a:ext cx="25" cy="27"/>
              </a:xfrm>
              <a:custGeom>
                <a:avLst/>
                <a:gdLst>
                  <a:gd name="T0" fmla="*/ 20 w 10"/>
                  <a:gd name="T1" fmla="*/ 81 h 10"/>
                  <a:gd name="T2" fmla="*/ 145 w 10"/>
                  <a:gd name="T3" fmla="*/ 59 h 10"/>
                  <a:gd name="T4" fmla="*/ 0 w 10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1" y="2"/>
                      <a:pt x="7" y="0"/>
                      <a:pt x="9" y="3"/>
                    </a:cubicBezTo>
                    <a:cubicBezTo>
                      <a:pt x="10" y="6"/>
                      <a:pt x="1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7" name="Freeform 1213">
                <a:extLst>
                  <a:ext uri="{FF2B5EF4-FFF2-40B4-BE49-F238E27FC236}">
                    <a16:creationId xmlns:a16="http://schemas.microsoft.com/office/drawing/2014/main" id="{542DDD60-0EF8-4F54-BC7D-0C8983F1B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27"/>
                <a:ext cx="23" cy="37"/>
              </a:xfrm>
              <a:custGeom>
                <a:avLst/>
                <a:gdLst>
                  <a:gd name="T0" fmla="*/ 0 w 9"/>
                  <a:gd name="T1" fmla="*/ 90 h 14"/>
                  <a:gd name="T2" fmla="*/ 0 w 9"/>
                  <a:gd name="T3" fmla="*/ 182 h 14"/>
                  <a:gd name="T4" fmla="*/ 97 w 9"/>
                  <a:gd name="T5" fmla="*/ 204 h 14"/>
                  <a:gd name="T6" fmla="*/ 97 w 9"/>
                  <a:gd name="T7" fmla="*/ 21 h 14"/>
                  <a:gd name="T8" fmla="*/ 20 w 9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0" y="5"/>
                    </a:moveTo>
                    <a:cubicBezTo>
                      <a:pt x="0" y="7"/>
                      <a:pt x="0" y="9"/>
                      <a:pt x="0" y="10"/>
                    </a:cubicBezTo>
                    <a:cubicBezTo>
                      <a:pt x="1" y="14"/>
                      <a:pt x="4" y="13"/>
                      <a:pt x="6" y="11"/>
                    </a:cubicBezTo>
                    <a:cubicBezTo>
                      <a:pt x="7" y="9"/>
                      <a:pt x="9" y="3"/>
                      <a:pt x="6" y="1"/>
                    </a:cubicBezTo>
                    <a:cubicBezTo>
                      <a:pt x="4" y="0"/>
                      <a:pt x="0" y="2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8" name="Freeform 1214">
                <a:extLst>
                  <a:ext uri="{FF2B5EF4-FFF2-40B4-BE49-F238E27FC236}">
                    <a16:creationId xmlns:a16="http://schemas.microsoft.com/office/drawing/2014/main" id="{10D91134-690A-4C30-A578-9E086BE9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659"/>
                <a:ext cx="15" cy="29"/>
              </a:xfrm>
              <a:custGeom>
                <a:avLst/>
                <a:gdLst>
                  <a:gd name="T0" fmla="*/ 83 w 6"/>
                  <a:gd name="T1" fmla="*/ 111 h 11"/>
                  <a:gd name="T2" fmla="*/ 50 w 6"/>
                  <a:gd name="T3" fmla="*/ 21 h 11"/>
                  <a:gd name="T4" fmla="*/ 0 w 6"/>
                  <a:gd name="T5" fmla="*/ 76 h 11"/>
                  <a:gd name="T6" fmla="*/ 63 w 6"/>
                  <a:gd name="T7" fmla="*/ 200 h 11"/>
                  <a:gd name="T8" fmla="*/ 83 w 6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5" y="6"/>
                    </a:moveTo>
                    <a:cubicBezTo>
                      <a:pt x="5" y="5"/>
                      <a:pt x="5" y="2"/>
                      <a:pt x="3" y="1"/>
                    </a:cubicBez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1" y="11"/>
                      <a:pt x="4" y="11"/>
                    </a:cubicBezTo>
                    <a:cubicBezTo>
                      <a:pt x="6" y="11"/>
                      <a:pt x="6" y="8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89" name="Freeform 1215">
                <a:extLst>
                  <a:ext uri="{FF2B5EF4-FFF2-40B4-BE49-F238E27FC236}">
                    <a16:creationId xmlns:a16="http://schemas.microsoft.com/office/drawing/2014/main" id="{D7DD973B-AC08-4AD0-A576-876A740AE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677"/>
                <a:ext cx="25" cy="24"/>
              </a:xfrm>
              <a:custGeom>
                <a:avLst/>
                <a:gdLst>
                  <a:gd name="T0" fmla="*/ 158 w 10"/>
                  <a:gd name="T1" fmla="*/ 77 h 9"/>
                  <a:gd name="T2" fmla="*/ 50 w 10"/>
                  <a:gd name="T3" fmla="*/ 136 h 9"/>
                  <a:gd name="T4" fmla="*/ 125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9" y="7"/>
                      <a:pt x="5" y="9"/>
                      <a:pt x="3" y="7"/>
                    </a:cubicBezTo>
                    <a:cubicBezTo>
                      <a:pt x="0" y="3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0" name="Freeform 1216">
                <a:extLst>
                  <a:ext uri="{FF2B5EF4-FFF2-40B4-BE49-F238E27FC236}">
                    <a16:creationId xmlns:a16="http://schemas.microsoft.com/office/drawing/2014/main" id="{89989570-4BB0-4757-AC44-1DB4F439A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696"/>
                <a:ext cx="12" cy="11"/>
              </a:xfrm>
              <a:custGeom>
                <a:avLst/>
                <a:gdLst>
                  <a:gd name="T0" fmla="*/ 70 w 5"/>
                  <a:gd name="T1" fmla="*/ 83 h 4"/>
                  <a:gd name="T2" fmla="*/ 0 w 5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5" y="1"/>
                      <a:pt x="1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1" name="Freeform 1217">
                <a:extLst>
                  <a:ext uri="{FF2B5EF4-FFF2-40B4-BE49-F238E27FC236}">
                    <a16:creationId xmlns:a16="http://schemas.microsoft.com/office/drawing/2014/main" id="{B0D0D571-D5CE-4D4C-8D9F-F97DE5195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675"/>
                <a:ext cx="32" cy="24"/>
              </a:xfrm>
              <a:custGeom>
                <a:avLst/>
                <a:gdLst>
                  <a:gd name="T0" fmla="*/ 42 w 13"/>
                  <a:gd name="T1" fmla="*/ 171 h 9"/>
                  <a:gd name="T2" fmla="*/ 153 w 13"/>
                  <a:gd name="T3" fmla="*/ 21 h 9"/>
                  <a:gd name="T4" fmla="*/ 12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3" y="9"/>
                    </a:moveTo>
                    <a:cubicBezTo>
                      <a:pt x="5" y="8"/>
                      <a:pt x="13" y="5"/>
                      <a:pt x="10" y="1"/>
                    </a:cubicBezTo>
                    <a:cubicBezTo>
                      <a:pt x="8" y="0"/>
                      <a:pt x="0" y="2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2" name="Freeform 1218">
                <a:extLst>
                  <a:ext uri="{FF2B5EF4-FFF2-40B4-BE49-F238E27FC236}">
                    <a16:creationId xmlns:a16="http://schemas.microsoft.com/office/drawing/2014/main" id="{AA0FB97A-A345-4D9B-BD75-71D4E3C77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48"/>
                <a:ext cx="18" cy="32"/>
              </a:xfrm>
              <a:custGeom>
                <a:avLst/>
                <a:gdLst>
                  <a:gd name="T0" fmla="*/ 85 w 7"/>
                  <a:gd name="T1" fmla="*/ 205 h 12"/>
                  <a:gd name="T2" fmla="*/ 54 w 7"/>
                  <a:gd name="T3" fmla="*/ 56 h 12"/>
                  <a:gd name="T4" fmla="*/ 33 w 7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11"/>
                    </a:moveTo>
                    <a:cubicBezTo>
                      <a:pt x="7" y="9"/>
                      <a:pt x="7" y="0"/>
                      <a:pt x="3" y="3"/>
                    </a:cubicBezTo>
                    <a:cubicBezTo>
                      <a:pt x="0" y="5"/>
                      <a:pt x="1" y="10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3" name="Freeform 1219">
                <a:extLst>
                  <a:ext uri="{FF2B5EF4-FFF2-40B4-BE49-F238E27FC236}">
                    <a16:creationId xmlns:a16="http://schemas.microsoft.com/office/drawing/2014/main" id="{5583F4D8-ED71-450F-B8CC-B096A609B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632"/>
                <a:ext cx="35" cy="27"/>
              </a:xfrm>
              <a:custGeom>
                <a:avLst/>
                <a:gdLst>
                  <a:gd name="T0" fmla="*/ 83 w 14"/>
                  <a:gd name="T1" fmla="*/ 176 h 10"/>
                  <a:gd name="T2" fmla="*/ 145 w 14"/>
                  <a:gd name="T3" fmla="*/ 22 h 10"/>
                  <a:gd name="T4" fmla="*/ 63 w 14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5" y="9"/>
                    </a:moveTo>
                    <a:cubicBezTo>
                      <a:pt x="6" y="8"/>
                      <a:pt x="14" y="3"/>
                      <a:pt x="9" y="1"/>
                    </a:cubicBezTo>
                    <a:cubicBezTo>
                      <a:pt x="5" y="0"/>
                      <a:pt x="0" y="8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4" name="Freeform 1220">
                <a:extLst>
                  <a:ext uri="{FF2B5EF4-FFF2-40B4-BE49-F238E27FC236}">
                    <a16:creationId xmlns:a16="http://schemas.microsoft.com/office/drawing/2014/main" id="{83E62010-FE04-47F8-9487-BF0A2C268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680"/>
                <a:ext cx="20" cy="37"/>
              </a:xfrm>
              <a:custGeom>
                <a:avLst/>
                <a:gdLst>
                  <a:gd name="T0" fmla="*/ 20 w 8"/>
                  <a:gd name="T1" fmla="*/ 34 h 14"/>
                  <a:gd name="T2" fmla="*/ 63 w 8"/>
                  <a:gd name="T3" fmla="*/ 238 h 14"/>
                  <a:gd name="T4" fmla="*/ 50 w 8"/>
                  <a:gd name="T5" fmla="*/ 0 h 14"/>
                  <a:gd name="T6" fmla="*/ 20 w 8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1" y="2"/>
                    </a:moveTo>
                    <a:cubicBezTo>
                      <a:pt x="0" y="4"/>
                      <a:pt x="1" y="14"/>
                      <a:pt x="4" y="13"/>
                    </a:cubicBezTo>
                    <a:cubicBezTo>
                      <a:pt x="8" y="12"/>
                      <a:pt x="6" y="1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5" name="Freeform 1221">
                <a:extLst>
                  <a:ext uri="{FF2B5EF4-FFF2-40B4-BE49-F238E27FC236}">
                    <a16:creationId xmlns:a16="http://schemas.microsoft.com/office/drawing/2014/main" id="{74DFB3AC-971E-40FC-ABE1-BC2099855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656"/>
                <a:ext cx="18" cy="32"/>
              </a:xfrm>
              <a:custGeom>
                <a:avLst/>
                <a:gdLst>
                  <a:gd name="T0" fmla="*/ 33 w 7"/>
                  <a:gd name="T1" fmla="*/ 56 h 12"/>
                  <a:gd name="T2" fmla="*/ 67 w 7"/>
                  <a:gd name="T3" fmla="*/ 205 h 12"/>
                  <a:gd name="T4" fmla="*/ 54 w 7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3"/>
                    </a:moveTo>
                    <a:cubicBezTo>
                      <a:pt x="1" y="5"/>
                      <a:pt x="0" y="12"/>
                      <a:pt x="4" y="11"/>
                    </a:cubicBezTo>
                    <a:cubicBezTo>
                      <a:pt x="7" y="10"/>
                      <a:pt x="7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6" name="Freeform 1222">
                <a:extLst>
                  <a:ext uri="{FF2B5EF4-FFF2-40B4-BE49-F238E27FC236}">
                    <a16:creationId xmlns:a16="http://schemas.microsoft.com/office/drawing/2014/main" id="{2D43817E-505E-4A0A-9CE7-5E8852472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683"/>
                <a:ext cx="27" cy="26"/>
              </a:xfrm>
              <a:custGeom>
                <a:avLst/>
                <a:gdLst>
                  <a:gd name="T0" fmla="*/ 12 w 11"/>
                  <a:gd name="T1" fmla="*/ 88 h 10"/>
                  <a:gd name="T2" fmla="*/ 133 w 11"/>
                  <a:gd name="T3" fmla="*/ 55 h 10"/>
                  <a:gd name="T4" fmla="*/ 0 w 11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" y="5"/>
                    </a:moveTo>
                    <a:cubicBezTo>
                      <a:pt x="2" y="2"/>
                      <a:pt x="8" y="0"/>
                      <a:pt x="9" y="3"/>
                    </a:cubicBezTo>
                    <a:cubicBezTo>
                      <a:pt x="11" y="6"/>
                      <a:pt x="2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7" name="Freeform 1223">
                <a:extLst>
                  <a:ext uri="{FF2B5EF4-FFF2-40B4-BE49-F238E27FC236}">
                    <a16:creationId xmlns:a16="http://schemas.microsoft.com/office/drawing/2014/main" id="{723A2714-7C36-4BDF-867F-BD408835A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653"/>
                <a:ext cx="23" cy="38"/>
              </a:xfrm>
              <a:custGeom>
                <a:avLst/>
                <a:gdLst>
                  <a:gd name="T0" fmla="*/ 20 w 9"/>
                  <a:gd name="T1" fmla="*/ 103 h 14"/>
                  <a:gd name="T2" fmla="*/ 20 w 9"/>
                  <a:gd name="T3" fmla="*/ 198 h 14"/>
                  <a:gd name="T4" fmla="*/ 97 w 9"/>
                  <a:gd name="T5" fmla="*/ 220 h 14"/>
                  <a:gd name="T6" fmla="*/ 118 w 9"/>
                  <a:gd name="T7" fmla="*/ 22 h 14"/>
                  <a:gd name="T8" fmla="*/ 20 w 9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5"/>
                    </a:moveTo>
                    <a:cubicBezTo>
                      <a:pt x="1" y="7"/>
                      <a:pt x="0" y="9"/>
                      <a:pt x="1" y="10"/>
                    </a:cubicBezTo>
                    <a:cubicBezTo>
                      <a:pt x="2" y="14"/>
                      <a:pt x="4" y="13"/>
                      <a:pt x="6" y="11"/>
                    </a:cubicBezTo>
                    <a:cubicBezTo>
                      <a:pt x="8" y="9"/>
                      <a:pt x="9" y="3"/>
                      <a:pt x="7" y="1"/>
                    </a:cubicBezTo>
                    <a:cubicBezTo>
                      <a:pt x="5" y="0"/>
                      <a:pt x="1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8" name="Freeform 1224">
                <a:extLst>
                  <a:ext uri="{FF2B5EF4-FFF2-40B4-BE49-F238E27FC236}">
                    <a16:creationId xmlns:a16="http://schemas.microsoft.com/office/drawing/2014/main" id="{8D365592-0754-48F8-BD40-D39387424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712"/>
                <a:ext cx="17" cy="27"/>
              </a:xfrm>
              <a:custGeom>
                <a:avLst/>
                <a:gdLst>
                  <a:gd name="T0" fmla="*/ 87 w 7"/>
                  <a:gd name="T1" fmla="*/ 197 h 10"/>
                  <a:gd name="T2" fmla="*/ 41 w 7"/>
                  <a:gd name="T3" fmla="*/ 22 h 10"/>
                  <a:gd name="T4" fmla="*/ 41 w 7"/>
                  <a:gd name="T5" fmla="*/ 197 h 10"/>
                  <a:gd name="T6" fmla="*/ 41 w 7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6" y="10"/>
                    </a:moveTo>
                    <a:cubicBezTo>
                      <a:pt x="7" y="8"/>
                      <a:pt x="7" y="0"/>
                      <a:pt x="3" y="1"/>
                    </a:cubicBezTo>
                    <a:cubicBezTo>
                      <a:pt x="0" y="2"/>
                      <a:pt x="2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99" name="Freeform 1225">
                <a:extLst>
                  <a:ext uri="{FF2B5EF4-FFF2-40B4-BE49-F238E27FC236}">
                    <a16:creationId xmlns:a16="http://schemas.microsoft.com/office/drawing/2014/main" id="{A145C40E-94CB-4E29-BECF-3ADA7AFE5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85"/>
                <a:ext cx="15" cy="30"/>
              </a:xfrm>
              <a:custGeom>
                <a:avLst/>
                <a:gdLst>
                  <a:gd name="T0" fmla="*/ 83 w 6"/>
                  <a:gd name="T1" fmla="*/ 120 h 11"/>
                  <a:gd name="T2" fmla="*/ 50 w 6"/>
                  <a:gd name="T3" fmla="*/ 22 h 11"/>
                  <a:gd name="T4" fmla="*/ 0 w 6"/>
                  <a:gd name="T5" fmla="*/ 82 h 11"/>
                  <a:gd name="T6" fmla="*/ 50 w 6"/>
                  <a:gd name="T7" fmla="*/ 224 h 11"/>
                  <a:gd name="T8" fmla="*/ 83 w 6"/>
                  <a:gd name="T9" fmla="*/ 1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5" y="6"/>
                    </a:moveTo>
                    <a:cubicBezTo>
                      <a:pt x="4" y="5"/>
                      <a:pt x="4" y="2"/>
                      <a:pt x="3" y="1"/>
                    </a:cubicBezTo>
                    <a:cubicBezTo>
                      <a:pt x="0" y="0"/>
                      <a:pt x="0" y="2"/>
                      <a:pt x="0" y="4"/>
                    </a:cubicBezTo>
                    <a:cubicBezTo>
                      <a:pt x="0" y="6"/>
                      <a:pt x="1" y="11"/>
                      <a:pt x="3" y="11"/>
                    </a:cubicBezTo>
                    <a:cubicBezTo>
                      <a:pt x="6" y="11"/>
                      <a:pt x="6" y="8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00" name="Freeform 1226">
                <a:extLst>
                  <a:ext uri="{FF2B5EF4-FFF2-40B4-BE49-F238E27FC236}">
                    <a16:creationId xmlns:a16="http://schemas.microsoft.com/office/drawing/2014/main" id="{7A2D5772-B9FB-4483-83CB-BFFE30C00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04"/>
                <a:ext cx="28" cy="24"/>
              </a:xfrm>
              <a:custGeom>
                <a:avLst/>
                <a:gdLst>
                  <a:gd name="T0" fmla="*/ 181 w 11"/>
                  <a:gd name="T1" fmla="*/ 77 h 9"/>
                  <a:gd name="T2" fmla="*/ 51 w 11"/>
                  <a:gd name="T3" fmla="*/ 136 h 9"/>
                  <a:gd name="T4" fmla="*/ 150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7"/>
                      <a:pt x="5" y="9"/>
                      <a:pt x="3" y="7"/>
                    </a:cubicBezTo>
                    <a:cubicBezTo>
                      <a:pt x="0" y="4"/>
                      <a:pt x="6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01" name="Freeform 1227">
                <a:extLst>
                  <a:ext uri="{FF2B5EF4-FFF2-40B4-BE49-F238E27FC236}">
                    <a16:creationId xmlns:a16="http://schemas.microsoft.com/office/drawing/2014/main" id="{E27D3191-43C3-4294-B43E-84F108E41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701"/>
                <a:ext cx="33" cy="27"/>
              </a:xfrm>
              <a:custGeom>
                <a:avLst/>
                <a:gdLst>
                  <a:gd name="T0" fmla="*/ 33 w 13"/>
                  <a:gd name="T1" fmla="*/ 197 h 10"/>
                  <a:gd name="T2" fmla="*/ 147 w 13"/>
                  <a:gd name="T3" fmla="*/ 38 h 10"/>
                  <a:gd name="T4" fmla="*/ 20 w 13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2" y="10"/>
                    </a:moveTo>
                    <a:cubicBezTo>
                      <a:pt x="4" y="8"/>
                      <a:pt x="13" y="5"/>
                      <a:pt x="9" y="2"/>
                    </a:cubicBezTo>
                    <a:cubicBezTo>
                      <a:pt x="7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02" name="Freeform 1228">
                <a:extLst>
                  <a:ext uri="{FF2B5EF4-FFF2-40B4-BE49-F238E27FC236}">
                    <a16:creationId xmlns:a16="http://schemas.microsoft.com/office/drawing/2014/main" id="{62C6D234-338B-4FB7-A375-159CA52A7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675"/>
                <a:ext cx="15" cy="32"/>
              </a:xfrm>
              <a:custGeom>
                <a:avLst/>
                <a:gdLst>
                  <a:gd name="T0" fmla="*/ 83 w 6"/>
                  <a:gd name="T1" fmla="*/ 205 h 12"/>
                  <a:gd name="T2" fmla="*/ 33 w 6"/>
                  <a:gd name="T3" fmla="*/ 56 h 12"/>
                  <a:gd name="T4" fmla="*/ 33 w 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5" y="11"/>
                    </a:moveTo>
                    <a:cubicBezTo>
                      <a:pt x="6" y="9"/>
                      <a:pt x="6" y="0"/>
                      <a:pt x="2" y="3"/>
                    </a:cubicBezTo>
                    <a:cubicBezTo>
                      <a:pt x="0" y="5"/>
                      <a:pt x="1" y="10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03" name="Freeform 1229">
                <a:extLst>
                  <a:ext uri="{FF2B5EF4-FFF2-40B4-BE49-F238E27FC236}">
                    <a16:creationId xmlns:a16="http://schemas.microsoft.com/office/drawing/2014/main" id="{F88501CA-B75D-47CD-B722-E934311D5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659"/>
                <a:ext cx="33" cy="26"/>
              </a:xfrm>
              <a:custGeom>
                <a:avLst/>
                <a:gdLst>
                  <a:gd name="T0" fmla="*/ 63 w 13"/>
                  <a:gd name="T1" fmla="*/ 177 h 10"/>
                  <a:gd name="T2" fmla="*/ 129 w 13"/>
                  <a:gd name="T3" fmla="*/ 21 h 10"/>
                  <a:gd name="T4" fmla="*/ 63 w 13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6" y="8"/>
                      <a:pt x="13" y="3"/>
                      <a:pt x="8" y="1"/>
                    </a:cubicBezTo>
                    <a:cubicBezTo>
                      <a:pt x="5" y="0"/>
                      <a:pt x="0" y="8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04" name="Freeform 1230">
                <a:extLst>
                  <a:ext uri="{FF2B5EF4-FFF2-40B4-BE49-F238E27FC236}">
                    <a16:creationId xmlns:a16="http://schemas.microsoft.com/office/drawing/2014/main" id="{78652071-29F8-4611-A42C-3ACF3270B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17"/>
                <a:ext cx="22" cy="32"/>
              </a:xfrm>
              <a:custGeom>
                <a:avLst/>
                <a:gdLst>
                  <a:gd name="T0" fmla="*/ 132 w 9"/>
                  <a:gd name="T1" fmla="*/ 115 h 12"/>
                  <a:gd name="T2" fmla="*/ 42 w 9"/>
                  <a:gd name="T3" fmla="*/ 205 h 12"/>
                  <a:gd name="T4" fmla="*/ 120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6"/>
                    </a:moveTo>
                    <a:cubicBezTo>
                      <a:pt x="9" y="8"/>
                      <a:pt x="5" y="12"/>
                      <a:pt x="3" y="11"/>
                    </a:cubicBezTo>
                    <a:cubicBezTo>
                      <a:pt x="0" y="8"/>
                      <a:pt x="7" y="2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05" name="Freeform 1231">
                <a:extLst>
                  <a:ext uri="{FF2B5EF4-FFF2-40B4-BE49-F238E27FC236}">
                    <a16:creationId xmlns:a16="http://schemas.microsoft.com/office/drawing/2014/main" id="{2B631EE7-D105-4204-A94B-BCDAE6718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744"/>
                <a:ext cx="23" cy="40"/>
              </a:xfrm>
              <a:custGeom>
                <a:avLst/>
                <a:gdLst>
                  <a:gd name="T0" fmla="*/ 130 w 9"/>
                  <a:gd name="T1" fmla="*/ 149 h 15"/>
                  <a:gd name="T2" fmla="*/ 97 w 9"/>
                  <a:gd name="T3" fmla="*/ 56 h 15"/>
                  <a:gd name="T4" fmla="*/ 20 w 9"/>
                  <a:gd name="T5" fmla="*/ 93 h 15"/>
                  <a:gd name="T6" fmla="*/ 66 w 9"/>
                  <a:gd name="T7" fmla="*/ 264 h 15"/>
                  <a:gd name="T8" fmla="*/ 130 w 9"/>
                  <a:gd name="T9" fmla="*/ 17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8" y="8"/>
                    </a:moveTo>
                    <a:cubicBezTo>
                      <a:pt x="7" y="6"/>
                      <a:pt x="7" y="4"/>
                      <a:pt x="6" y="3"/>
                    </a:cubicBezTo>
                    <a:cubicBezTo>
                      <a:pt x="4" y="0"/>
                      <a:pt x="2" y="2"/>
                      <a:pt x="1" y="5"/>
                    </a:cubicBezTo>
                    <a:cubicBezTo>
                      <a:pt x="0" y="8"/>
                      <a:pt x="1" y="13"/>
                      <a:pt x="4" y="14"/>
                    </a:cubicBezTo>
                    <a:cubicBezTo>
                      <a:pt x="6" y="15"/>
                      <a:pt x="9" y="10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06" name="Freeform 1232">
                <a:extLst>
                  <a:ext uri="{FF2B5EF4-FFF2-40B4-BE49-F238E27FC236}">
                    <a16:creationId xmlns:a16="http://schemas.microsoft.com/office/drawing/2014/main" id="{6C860FB4-F294-4D51-965A-38AB4FE03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757"/>
                <a:ext cx="18" cy="38"/>
              </a:xfrm>
              <a:custGeom>
                <a:avLst/>
                <a:gdLst>
                  <a:gd name="T0" fmla="*/ 21 w 7"/>
                  <a:gd name="T1" fmla="*/ 38 h 14"/>
                  <a:gd name="T2" fmla="*/ 67 w 7"/>
                  <a:gd name="T3" fmla="*/ 258 h 14"/>
                  <a:gd name="T4" fmla="*/ 54 w 7"/>
                  <a:gd name="T5" fmla="*/ 0 h 14"/>
                  <a:gd name="T6" fmla="*/ 21 w 7"/>
                  <a:gd name="T7" fmla="*/ 2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1" y="2"/>
                    </a:moveTo>
                    <a:cubicBezTo>
                      <a:pt x="0" y="4"/>
                      <a:pt x="0" y="14"/>
                      <a:pt x="4" y="13"/>
                    </a:cubicBezTo>
                    <a:cubicBezTo>
                      <a:pt x="7" y="12"/>
                      <a:pt x="6" y="2"/>
                      <a:pt x="3" y="0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07" name="Freeform 1233">
                <a:extLst>
                  <a:ext uri="{FF2B5EF4-FFF2-40B4-BE49-F238E27FC236}">
                    <a16:creationId xmlns:a16="http://schemas.microsoft.com/office/drawing/2014/main" id="{B314D81F-5713-4ABB-A129-7AC2D649C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36"/>
                <a:ext cx="18" cy="29"/>
              </a:xfrm>
              <a:custGeom>
                <a:avLst/>
                <a:gdLst>
                  <a:gd name="T0" fmla="*/ 21 w 7"/>
                  <a:gd name="T1" fmla="*/ 34 h 11"/>
                  <a:gd name="T2" fmla="*/ 54 w 7"/>
                  <a:gd name="T3" fmla="*/ 182 h 11"/>
                  <a:gd name="T4" fmla="*/ 54 w 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1" y="2"/>
                    </a:moveTo>
                    <a:cubicBezTo>
                      <a:pt x="1" y="5"/>
                      <a:pt x="0" y="11"/>
                      <a:pt x="3" y="10"/>
                    </a:cubicBezTo>
                    <a:cubicBezTo>
                      <a:pt x="7" y="9"/>
                      <a:pt x="7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3424" name="Group 1234">
              <a:extLst>
                <a:ext uri="{FF2B5EF4-FFF2-40B4-BE49-F238E27FC236}">
                  <a16:creationId xmlns:a16="http://schemas.microsoft.com/office/drawing/2014/main" id="{683C7330-4507-4013-905F-18CDB96C69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4" y="1584"/>
              <a:ext cx="630" cy="456"/>
              <a:chOff x="2584" y="1584"/>
              <a:chExt cx="630" cy="456"/>
            </a:xfrm>
          </p:grpSpPr>
          <p:sp>
            <p:nvSpPr>
              <p:cNvPr id="63908" name="Freeform 1235">
                <a:extLst>
                  <a:ext uri="{FF2B5EF4-FFF2-40B4-BE49-F238E27FC236}">
                    <a16:creationId xmlns:a16="http://schemas.microsoft.com/office/drawing/2014/main" id="{93706C34-DA78-47D8-B6A8-6530B8AA0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763"/>
                <a:ext cx="25" cy="26"/>
              </a:xfrm>
              <a:custGeom>
                <a:avLst/>
                <a:gdLst>
                  <a:gd name="T0" fmla="*/ 20 w 10"/>
                  <a:gd name="T1" fmla="*/ 68 h 10"/>
                  <a:gd name="T2" fmla="*/ 145 w 10"/>
                  <a:gd name="T3" fmla="*/ 34 h 10"/>
                  <a:gd name="T4" fmla="*/ 0 w 10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2" y="2"/>
                      <a:pt x="8" y="0"/>
                      <a:pt x="9" y="2"/>
                    </a:cubicBezTo>
                    <a:cubicBezTo>
                      <a:pt x="10" y="5"/>
                      <a:pt x="2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9" name="Freeform 1236">
                <a:extLst>
                  <a:ext uri="{FF2B5EF4-FFF2-40B4-BE49-F238E27FC236}">
                    <a16:creationId xmlns:a16="http://schemas.microsoft.com/office/drawing/2014/main" id="{349D0DBB-7561-40C0-8E67-288FC7A37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731"/>
                <a:ext cx="23" cy="37"/>
              </a:xfrm>
              <a:custGeom>
                <a:avLst/>
                <a:gdLst>
                  <a:gd name="T0" fmla="*/ 20 w 9"/>
                  <a:gd name="T1" fmla="*/ 111 h 14"/>
                  <a:gd name="T2" fmla="*/ 0 w 9"/>
                  <a:gd name="T3" fmla="*/ 204 h 14"/>
                  <a:gd name="T4" fmla="*/ 97 w 9"/>
                  <a:gd name="T5" fmla="*/ 204 h 14"/>
                  <a:gd name="T6" fmla="*/ 97 w 9"/>
                  <a:gd name="T7" fmla="*/ 21 h 14"/>
                  <a:gd name="T8" fmla="*/ 20 w 9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6"/>
                    </a:moveTo>
                    <a:cubicBezTo>
                      <a:pt x="1" y="7"/>
                      <a:pt x="0" y="9"/>
                      <a:pt x="0" y="11"/>
                    </a:cubicBezTo>
                    <a:cubicBezTo>
                      <a:pt x="1" y="14"/>
                      <a:pt x="4" y="13"/>
                      <a:pt x="6" y="11"/>
                    </a:cubicBezTo>
                    <a:cubicBezTo>
                      <a:pt x="8" y="9"/>
                      <a:pt x="9" y="3"/>
                      <a:pt x="6" y="1"/>
                    </a:cubicBezTo>
                    <a:cubicBezTo>
                      <a:pt x="5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0" name="Freeform 1237">
                <a:extLst>
                  <a:ext uri="{FF2B5EF4-FFF2-40B4-BE49-F238E27FC236}">
                    <a16:creationId xmlns:a16="http://schemas.microsoft.com/office/drawing/2014/main" id="{61B4E16D-8640-4E20-BA53-DF419B8C3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89"/>
                <a:ext cx="20" cy="30"/>
              </a:xfrm>
              <a:custGeom>
                <a:avLst/>
                <a:gdLst>
                  <a:gd name="T0" fmla="*/ 113 w 8"/>
                  <a:gd name="T1" fmla="*/ 202 h 11"/>
                  <a:gd name="T2" fmla="*/ 63 w 8"/>
                  <a:gd name="T3" fmla="*/ 22 h 11"/>
                  <a:gd name="T4" fmla="*/ 50 w 8"/>
                  <a:gd name="T5" fmla="*/ 224 h 11"/>
                  <a:gd name="T6" fmla="*/ 63 w 8"/>
                  <a:gd name="T7" fmla="*/ 20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7" y="10"/>
                    </a:moveTo>
                    <a:cubicBezTo>
                      <a:pt x="8" y="8"/>
                      <a:pt x="7" y="0"/>
                      <a:pt x="4" y="1"/>
                    </a:cubicBezTo>
                    <a:cubicBezTo>
                      <a:pt x="0" y="3"/>
                      <a:pt x="3" y="8"/>
                      <a:pt x="3" y="11"/>
                    </a:cubicBezTo>
                    <a:cubicBezTo>
                      <a:pt x="4" y="11"/>
                      <a:pt x="4" y="10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1" name="Freeform 1238">
                <a:extLst>
                  <a:ext uri="{FF2B5EF4-FFF2-40B4-BE49-F238E27FC236}">
                    <a16:creationId xmlns:a16="http://schemas.microsoft.com/office/drawing/2014/main" id="{6D26E2D7-01E8-4DFE-89A9-BB1B851A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63"/>
                <a:ext cx="18" cy="32"/>
              </a:xfrm>
              <a:custGeom>
                <a:avLst/>
                <a:gdLst>
                  <a:gd name="T0" fmla="*/ 100 w 7"/>
                  <a:gd name="T1" fmla="*/ 136 h 12"/>
                  <a:gd name="T2" fmla="*/ 54 w 7"/>
                  <a:gd name="T3" fmla="*/ 35 h 12"/>
                  <a:gd name="T4" fmla="*/ 0 w 7"/>
                  <a:gd name="T5" fmla="*/ 93 h 12"/>
                  <a:gd name="T6" fmla="*/ 67 w 7"/>
                  <a:gd name="T7" fmla="*/ 205 h 12"/>
                  <a:gd name="T8" fmla="*/ 100 w 7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6" y="7"/>
                    </a:moveTo>
                    <a:cubicBezTo>
                      <a:pt x="5" y="5"/>
                      <a:pt x="5" y="3"/>
                      <a:pt x="3" y="2"/>
                    </a:cubicBezTo>
                    <a:cubicBezTo>
                      <a:pt x="1" y="0"/>
                      <a:pt x="0" y="2"/>
                      <a:pt x="0" y="5"/>
                    </a:cubicBezTo>
                    <a:cubicBezTo>
                      <a:pt x="0" y="7"/>
                      <a:pt x="1" y="11"/>
                      <a:pt x="4" y="11"/>
                    </a:cubicBezTo>
                    <a:cubicBezTo>
                      <a:pt x="7" y="12"/>
                      <a:pt x="7" y="8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2" name="Freeform 1239">
                <a:extLst>
                  <a:ext uri="{FF2B5EF4-FFF2-40B4-BE49-F238E27FC236}">
                    <a16:creationId xmlns:a16="http://schemas.microsoft.com/office/drawing/2014/main" id="{B16B2F09-DBD8-451E-9398-D854D3EAB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81"/>
                <a:ext cx="25" cy="27"/>
              </a:xfrm>
              <a:custGeom>
                <a:avLst/>
                <a:gdLst>
                  <a:gd name="T0" fmla="*/ 158 w 10"/>
                  <a:gd name="T1" fmla="*/ 103 h 10"/>
                  <a:gd name="T2" fmla="*/ 50 w 10"/>
                  <a:gd name="T3" fmla="*/ 138 h 10"/>
                  <a:gd name="T4" fmla="*/ 125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5" y="10"/>
                      <a:pt x="3" y="7"/>
                    </a:cubicBezTo>
                    <a:cubicBezTo>
                      <a:pt x="0" y="4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3" name="Freeform 1240">
                <a:extLst>
                  <a:ext uri="{FF2B5EF4-FFF2-40B4-BE49-F238E27FC236}">
                    <a16:creationId xmlns:a16="http://schemas.microsoft.com/office/drawing/2014/main" id="{A71ED4C3-9E73-428E-92DA-5626884C7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779"/>
                <a:ext cx="35" cy="26"/>
              </a:xfrm>
              <a:custGeom>
                <a:avLst/>
                <a:gdLst>
                  <a:gd name="T0" fmla="*/ 50 w 14"/>
                  <a:gd name="T1" fmla="*/ 177 h 10"/>
                  <a:gd name="T2" fmla="*/ 158 w 14"/>
                  <a:gd name="T3" fmla="*/ 34 h 10"/>
                  <a:gd name="T4" fmla="*/ 20 w 14"/>
                  <a:gd name="T5" fmla="*/ 8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3" y="10"/>
                    </a:moveTo>
                    <a:cubicBezTo>
                      <a:pt x="5" y="9"/>
                      <a:pt x="14" y="6"/>
                      <a:pt x="10" y="2"/>
                    </a:cubicBezTo>
                    <a:cubicBezTo>
                      <a:pt x="8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4" name="Freeform 1241">
                <a:extLst>
                  <a:ext uri="{FF2B5EF4-FFF2-40B4-BE49-F238E27FC236}">
                    <a16:creationId xmlns:a16="http://schemas.microsoft.com/office/drawing/2014/main" id="{5EFC417B-A1C8-434A-833B-261008EF2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755"/>
                <a:ext cx="15" cy="29"/>
              </a:xfrm>
              <a:custGeom>
                <a:avLst/>
                <a:gdLst>
                  <a:gd name="T0" fmla="*/ 83 w 6"/>
                  <a:gd name="T1" fmla="*/ 182 h 11"/>
                  <a:gd name="T2" fmla="*/ 33 w 6"/>
                  <a:gd name="T3" fmla="*/ 55 h 11"/>
                  <a:gd name="T4" fmla="*/ 33 w 6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5" y="10"/>
                    </a:moveTo>
                    <a:cubicBezTo>
                      <a:pt x="6" y="8"/>
                      <a:pt x="6" y="0"/>
                      <a:pt x="2" y="3"/>
                    </a:cubicBezTo>
                    <a:cubicBezTo>
                      <a:pt x="0" y="4"/>
                      <a:pt x="1" y="9"/>
                      <a:pt x="2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5" name="Freeform 1242">
                <a:extLst>
                  <a:ext uri="{FF2B5EF4-FFF2-40B4-BE49-F238E27FC236}">
                    <a16:creationId xmlns:a16="http://schemas.microsoft.com/office/drawing/2014/main" id="{906D175D-4436-4D08-B7B8-1E80F6F1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736"/>
                <a:ext cx="33" cy="27"/>
              </a:xfrm>
              <a:custGeom>
                <a:avLst/>
                <a:gdLst>
                  <a:gd name="T0" fmla="*/ 63 w 13"/>
                  <a:gd name="T1" fmla="*/ 197 h 10"/>
                  <a:gd name="T2" fmla="*/ 129 w 13"/>
                  <a:gd name="T3" fmla="*/ 38 h 10"/>
                  <a:gd name="T4" fmla="*/ 51 w 13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5" y="8"/>
                      <a:pt x="13" y="3"/>
                      <a:pt x="8" y="2"/>
                    </a:cubicBezTo>
                    <a:cubicBezTo>
                      <a:pt x="4" y="0"/>
                      <a:pt x="0" y="9"/>
                      <a:pt x="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6" name="Freeform 1243">
                <a:extLst>
                  <a:ext uri="{FF2B5EF4-FFF2-40B4-BE49-F238E27FC236}">
                    <a16:creationId xmlns:a16="http://schemas.microsoft.com/office/drawing/2014/main" id="{5C802BBD-7606-4C0B-A906-9D802151B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829"/>
                <a:ext cx="23" cy="32"/>
              </a:xfrm>
              <a:custGeom>
                <a:avLst/>
                <a:gdLst>
                  <a:gd name="T0" fmla="*/ 151 w 9"/>
                  <a:gd name="T1" fmla="*/ 115 h 12"/>
                  <a:gd name="T2" fmla="*/ 33 w 9"/>
                  <a:gd name="T3" fmla="*/ 192 h 12"/>
                  <a:gd name="T4" fmla="*/ 130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6"/>
                    </a:moveTo>
                    <a:cubicBezTo>
                      <a:pt x="9" y="8"/>
                      <a:pt x="4" y="12"/>
                      <a:pt x="2" y="10"/>
                    </a:cubicBezTo>
                    <a:cubicBezTo>
                      <a:pt x="0" y="8"/>
                      <a:pt x="6" y="2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7" name="Freeform 1244">
                <a:extLst>
                  <a:ext uri="{FF2B5EF4-FFF2-40B4-BE49-F238E27FC236}">
                    <a16:creationId xmlns:a16="http://schemas.microsoft.com/office/drawing/2014/main" id="{6AA36AFD-EC7A-491C-9241-795860E05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856"/>
                <a:ext cx="22" cy="40"/>
              </a:xfrm>
              <a:custGeom>
                <a:avLst/>
                <a:gdLst>
                  <a:gd name="T0" fmla="*/ 120 w 9"/>
                  <a:gd name="T1" fmla="*/ 149 h 15"/>
                  <a:gd name="T2" fmla="*/ 90 w 9"/>
                  <a:gd name="T3" fmla="*/ 56 h 15"/>
                  <a:gd name="T4" fmla="*/ 12 w 9"/>
                  <a:gd name="T5" fmla="*/ 93 h 15"/>
                  <a:gd name="T6" fmla="*/ 59 w 9"/>
                  <a:gd name="T7" fmla="*/ 264 h 15"/>
                  <a:gd name="T8" fmla="*/ 103 w 9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8" y="8"/>
                    </a:moveTo>
                    <a:cubicBezTo>
                      <a:pt x="7" y="6"/>
                      <a:pt x="7" y="4"/>
                      <a:pt x="6" y="3"/>
                    </a:cubicBezTo>
                    <a:cubicBezTo>
                      <a:pt x="4" y="0"/>
                      <a:pt x="2" y="2"/>
                      <a:pt x="1" y="5"/>
                    </a:cubicBezTo>
                    <a:cubicBezTo>
                      <a:pt x="0" y="7"/>
                      <a:pt x="1" y="13"/>
                      <a:pt x="4" y="14"/>
                    </a:cubicBezTo>
                    <a:cubicBezTo>
                      <a:pt x="6" y="15"/>
                      <a:pt x="9" y="10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8" name="Freeform 1245">
                <a:extLst>
                  <a:ext uri="{FF2B5EF4-FFF2-40B4-BE49-F238E27FC236}">
                    <a16:creationId xmlns:a16="http://schemas.microsoft.com/office/drawing/2014/main" id="{8001C5C7-D26B-478E-97CF-9CFADA1D6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869"/>
                <a:ext cx="17" cy="38"/>
              </a:xfrm>
              <a:custGeom>
                <a:avLst/>
                <a:gdLst>
                  <a:gd name="T0" fmla="*/ 0 w 7"/>
                  <a:gd name="T1" fmla="*/ 38 h 14"/>
                  <a:gd name="T2" fmla="*/ 58 w 7"/>
                  <a:gd name="T3" fmla="*/ 258 h 14"/>
                  <a:gd name="T4" fmla="*/ 41 w 7"/>
                  <a:gd name="T5" fmla="*/ 0 h 14"/>
                  <a:gd name="T6" fmla="*/ 12 w 7"/>
                  <a:gd name="T7" fmla="*/ 2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0" y="2"/>
                    </a:moveTo>
                    <a:cubicBezTo>
                      <a:pt x="0" y="4"/>
                      <a:pt x="0" y="14"/>
                      <a:pt x="4" y="13"/>
                    </a:cubicBezTo>
                    <a:cubicBezTo>
                      <a:pt x="7" y="12"/>
                      <a:pt x="5" y="2"/>
                      <a:pt x="3" y="0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19" name="Freeform 1246">
                <a:extLst>
                  <a:ext uri="{FF2B5EF4-FFF2-40B4-BE49-F238E27FC236}">
                    <a16:creationId xmlns:a16="http://schemas.microsoft.com/office/drawing/2014/main" id="{04E5A8EA-CD93-43E2-B43E-EA6015454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848"/>
                <a:ext cx="20" cy="29"/>
              </a:xfrm>
              <a:custGeom>
                <a:avLst/>
                <a:gdLst>
                  <a:gd name="T0" fmla="*/ 33 w 8"/>
                  <a:gd name="T1" fmla="*/ 34 h 11"/>
                  <a:gd name="T2" fmla="*/ 63 w 8"/>
                  <a:gd name="T3" fmla="*/ 182 h 11"/>
                  <a:gd name="T4" fmla="*/ 63 w 8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2"/>
                    </a:moveTo>
                    <a:cubicBezTo>
                      <a:pt x="2" y="5"/>
                      <a:pt x="0" y="11"/>
                      <a:pt x="4" y="10"/>
                    </a:cubicBezTo>
                    <a:cubicBezTo>
                      <a:pt x="7" y="9"/>
                      <a:pt x="8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0" name="Freeform 1247">
                <a:extLst>
                  <a:ext uri="{FF2B5EF4-FFF2-40B4-BE49-F238E27FC236}">
                    <a16:creationId xmlns:a16="http://schemas.microsoft.com/office/drawing/2014/main" id="{BDC5D95F-A2B4-4278-BF24-F1EB6295D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875"/>
                <a:ext cx="25" cy="26"/>
              </a:xfrm>
              <a:custGeom>
                <a:avLst/>
                <a:gdLst>
                  <a:gd name="T0" fmla="*/ 20 w 10"/>
                  <a:gd name="T1" fmla="*/ 68 h 10"/>
                  <a:gd name="T2" fmla="*/ 125 w 10"/>
                  <a:gd name="T3" fmla="*/ 34 h 10"/>
                  <a:gd name="T4" fmla="*/ 0 w 10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1" y="2"/>
                      <a:pt x="7" y="0"/>
                      <a:pt x="8" y="2"/>
                    </a:cubicBezTo>
                    <a:cubicBezTo>
                      <a:pt x="10" y="5"/>
                      <a:pt x="1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1" name="Freeform 1248">
                <a:extLst>
                  <a:ext uri="{FF2B5EF4-FFF2-40B4-BE49-F238E27FC236}">
                    <a16:creationId xmlns:a16="http://schemas.microsoft.com/office/drawing/2014/main" id="{4BA2BB0E-C904-4E9D-8010-C48660D19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843"/>
                <a:ext cx="20" cy="37"/>
              </a:xfrm>
              <a:custGeom>
                <a:avLst/>
                <a:gdLst>
                  <a:gd name="T0" fmla="*/ 0 w 8"/>
                  <a:gd name="T1" fmla="*/ 111 h 14"/>
                  <a:gd name="T2" fmla="*/ 0 w 8"/>
                  <a:gd name="T3" fmla="*/ 204 h 14"/>
                  <a:gd name="T4" fmla="*/ 95 w 8"/>
                  <a:gd name="T5" fmla="*/ 204 h 14"/>
                  <a:gd name="T6" fmla="*/ 95 w 8"/>
                  <a:gd name="T7" fmla="*/ 21 h 14"/>
                  <a:gd name="T8" fmla="*/ 20 w 8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6"/>
                    </a:moveTo>
                    <a:cubicBezTo>
                      <a:pt x="0" y="7"/>
                      <a:pt x="0" y="9"/>
                      <a:pt x="0" y="11"/>
                    </a:cubicBezTo>
                    <a:cubicBezTo>
                      <a:pt x="1" y="14"/>
                      <a:pt x="4" y="13"/>
                      <a:pt x="6" y="11"/>
                    </a:cubicBezTo>
                    <a:cubicBezTo>
                      <a:pt x="7" y="9"/>
                      <a:pt x="8" y="3"/>
                      <a:pt x="6" y="1"/>
                    </a:cubicBezTo>
                    <a:cubicBezTo>
                      <a:pt x="4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2" name="Freeform 1249">
                <a:extLst>
                  <a:ext uri="{FF2B5EF4-FFF2-40B4-BE49-F238E27FC236}">
                    <a16:creationId xmlns:a16="http://schemas.microsoft.com/office/drawing/2014/main" id="{0C0E1BF2-903F-46E7-90F6-EBB1DCEC6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901"/>
                <a:ext cx="20" cy="30"/>
              </a:xfrm>
              <a:custGeom>
                <a:avLst/>
                <a:gdLst>
                  <a:gd name="T0" fmla="*/ 95 w 8"/>
                  <a:gd name="T1" fmla="*/ 202 h 11"/>
                  <a:gd name="T2" fmla="*/ 50 w 8"/>
                  <a:gd name="T3" fmla="*/ 22 h 11"/>
                  <a:gd name="T4" fmla="*/ 50 w 8"/>
                  <a:gd name="T5" fmla="*/ 202 h 11"/>
                  <a:gd name="T6" fmla="*/ 63 w 8"/>
                  <a:gd name="T7" fmla="*/ 20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6" y="10"/>
                    </a:moveTo>
                    <a:cubicBezTo>
                      <a:pt x="8" y="8"/>
                      <a:pt x="7" y="0"/>
                      <a:pt x="3" y="1"/>
                    </a:cubicBezTo>
                    <a:cubicBezTo>
                      <a:pt x="0" y="3"/>
                      <a:pt x="3" y="8"/>
                      <a:pt x="3" y="10"/>
                    </a:cubicBezTo>
                    <a:cubicBezTo>
                      <a:pt x="3" y="11"/>
                      <a:pt x="3" y="10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3" name="Freeform 1250">
                <a:extLst>
                  <a:ext uri="{FF2B5EF4-FFF2-40B4-BE49-F238E27FC236}">
                    <a16:creationId xmlns:a16="http://schemas.microsoft.com/office/drawing/2014/main" id="{02954EAD-D339-49D9-95B2-BEA5CB11F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875"/>
                <a:ext cx="15" cy="32"/>
              </a:xfrm>
              <a:custGeom>
                <a:avLst/>
                <a:gdLst>
                  <a:gd name="T0" fmla="*/ 83 w 6"/>
                  <a:gd name="T1" fmla="*/ 136 h 12"/>
                  <a:gd name="T2" fmla="*/ 50 w 6"/>
                  <a:gd name="T3" fmla="*/ 35 h 12"/>
                  <a:gd name="T4" fmla="*/ 0 w 6"/>
                  <a:gd name="T5" fmla="*/ 93 h 12"/>
                  <a:gd name="T6" fmla="*/ 50 w 6"/>
                  <a:gd name="T7" fmla="*/ 205 h 12"/>
                  <a:gd name="T8" fmla="*/ 83 w 6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5" y="7"/>
                    </a:moveTo>
                    <a:cubicBezTo>
                      <a:pt x="5" y="5"/>
                      <a:pt x="4" y="2"/>
                      <a:pt x="3" y="2"/>
                    </a:cubicBezTo>
                    <a:cubicBezTo>
                      <a:pt x="1" y="0"/>
                      <a:pt x="0" y="2"/>
                      <a:pt x="0" y="5"/>
                    </a:cubicBezTo>
                    <a:cubicBezTo>
                      <a:pt x="0" y="7"/>
                      <a:pt x="1" y="11"/>
                      <a:pt x="3" y="11"/>
                    </a:cubicBezTo>
                    <a:cubicBezTo>
                      <a:pt x="6" y="12"/>
                      <a:pt x="6" y="8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4" name="Freeform 1251">
                <a:extLst>
                  <a:ext uri="{FF2B5EF4-FFF2-40B4-BE49-F238E27FC236}">
                    <a16:creationId xmlns:a16="http://schemas.microsoft.com/office/drawing/2014/main" id="{442E3E6F-BF3D-49C3-A286-680E5F5A3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893"/>
                <a:ext cx="25" cy="27"/>
              </a:xfrm>
              <a:custGeom>
                <a:avLst/>
                <a:gdLst>
                  <a:gd name="T0" fmla="*/ 158 w 10"/>
                  <a:gd name="T1" fmla="*/ 103 h 10"/>
                  <a:gd name="T2" fmla="*/ 50 w 10"/>
                  <a:gd name="T3" fmla="*/ 138 h 10"/>
                  <a:gd name="T4" fmla="*/ 125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5" y="10"/>
                      <a:pt x="3" y="7"/>
                    </a:cubicBezTo>
                    <a:cubicBezTo>
                      <a:pt x="0" y="4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5" name="Freeform 1252">
                <a:extLst>
                  <a:ext uri="{FF2B5EF4-FFF2-40B4-BE49-F238E27FC236}">
                    <a16:creationId xmlns:a16="http://schemas.microsoft.com/office/drawing/2014/main" id="{5869D7B1-2557-4C46-B409-5D41C90C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891"/>
                <a:ext cx="33" cy="26"/>
              </a:xfrm>
              <a:custGeom>
                <a:avLst/>
                <a:gdLst>
                  <a:gd name="T0" fmla="*/ 51 w 13"/>
                  <a:gd name="T1" fmla="*/ 177 h 10"/>
                  <a:gd name="T2" fmla="*/ 160 w 13"/>
                  <a:gd name="T3" fmla="*/ 34 h 10"/>
                  <a:gd name="T4" fmla="*/ 20 w 13"/>
                  <a:gd name="T5" fmla="*/ 8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3" y="10"/>
                    </a:moveTo>
                    <a:cubicBezTo>
                      <a:pt x="5" y="9"/>
                      <a:pt x="13" y="6"/>
                      <a:pt x="10" y="2"/>
                    </a:cubicBezTo>
                    <a:cubicBezTo>
                      <a:pt x="8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6" name="Freeform 1253">
                <a:extLst>
                  <a:ext uri="{FF2B5EF4-FFF2-40B4-BE49-F238E27FC236}">
                    <a16:creationId xmlns:a16="http://schemas.microsoft.com/office/drawing/2014/main" id="{891E1D9B-58FA-41F3-9BB9-A4214E1DE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867"/>
                <a:ext cx="17" cy="29"/>
              </a:xfrm>
              <a:custGeom>
                <a:avLst/>
                <a:gdLst>
                  <a:gd name="T0" fmla="*/ 70 w 7"/>
                  <a:gd name="T1" fmla="*/ 182 h 11"/>
                  <a:gd name="T2" fmla="*/ 29 w 7"/>
                  <a:gd name="T3" fmla="*/ 34 h 11"/>
                  <a:gd name="T4" fmla="*/ 29 w 7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5" y="10"/>
                    </a:moveTo>
                    <a:cubicBezTo>
                      <a:pt x="7" y="8"/>
                      <a:pt x="7" y="0"/>
                      <a:pt x="2" y="2"/>
                    </a:cubicBezTo>
                    <a:cubicBezTo>
                      <a:pt x="0" y="4"/>
                      <a:pt x="1" y="9"/>
                      <a:pt x="2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7" name="Freeform 1254">
                <a:extLst>
                  <a:ext uri="{FF2B5EF4-FFF2-40B4-BE49-F238E27FC236}">
                    <a16:creationId xmlns:a16="http://schemas.microsoft.com/office/drawing/2014/main" id="{1E5B3F6E-CB3F-4536-BEFF-E6D941A39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848"/>
                <a:ext cx="35" cy="27"/>
              </a:xfrm>
              <a:custGeom>
                <a:avLst/>
                <a:gdLst>
                  <a:gd name="T0" fmla="*/ 83 w 14"/>
                  <a:gd name="T1" fmla="*/ 197 h 10"/>
                  <a:gd name="T2" fmla="*/ 145 w 14"/>
                  <a:gd name="T3" fmla="*/ 38 h 10"/>
                  <a:gd name="T4" fmla="*/ 63 w 14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5" y="10"/>
                    </a:moveTo>
                    <a:cubicBezTo>
                      <a:pt x="6" y="8"/>
                      <a:pt x="14" y="3"/>
                      <a:pt x="9" y="2"/>
                    </a:cubicBezTo>
                    <a:cubicBezTo>
                      <a:pt x="5" y="0"/>
                      <a:pt x="0" y="9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8" name="Freeform 1255">
                <a:extLst>
                  <a:ext uri="{FF2B5EF4-FFF2-40B4-BE49-F238E27FC236}">
                    <a16:creationId xmlns:a16="http://schemas.microsoft.com/office/drawing/2014/main" id="{73CECC53-3452-45FF-A57D-23730F71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920"/>
                <a:ext cx="23" cy="32"/>
              </a:xfrm>
              <a:custGeom>
                <a:avLst/>
                <a:gdLst>
                  <a:gd name="T0" fmla="*/ 151 w 9"/>
                  <a:gd name="T1" fmla="*/ 115 h 12"/>
                  <a:gd name="T2" fmla="*/ 33 w 9"/>
                  <a:gd name="T3" fmla="*/ 192 h 12"/>
                  <a:gd name="T4" fmla="*/ 130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6"/>
                    </a:moveTo>
                    <a:cubicBezTo>
                      <a:pt x="9" y="8"/>
                      <a:pt x="4" y="12"/>
                      <a:pt x="2" y="10"/>
                    </a:cubicBezTo>
                    <a:cubicBezTo>
                      <a:pt x="0" y="8"/>
                      <a:pt x="7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29" name="Freeform 1256">
                <a:extLst>
                  <a:ext uri="{FF2B5EF4-FFF2-40B4-BE49-F238E27FC236}">
                    <a16:creationId xmlns:a16="http://schemas.microsoft.com/office/drawing/2014/main" id="{1E7B33D5-D3F9-433A-8A7F-6C98B901E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47"/>
                <a:ext cx="22" cy="37"/>
              </a:xfrm>
              <a:custGeom>
                <a:avLst/>
                <a:gdLst>
                  <a:gd name="T0" fmla="*/ 120 w 9"/>
                  <a:gd name="T1" fmla="*/ 148 h 14"/>
                  <a:gd name="T2" fmla="*/ 90 w 9"/>
                  <a:gd name="T3" fmla="*/ 56 h 14"/>
                  <a:gd name="T4" fmla="*/ 12 w 9"/>
                  <a:gd name="T5" fmla="*/ 90 h 14"/>
                  <a:gd name="T6" fmla="*/ 59 w 9"/>
                  <a:gd name="T7" fmla="*/ 259 h 14"/>
                  <a:gd name="T8" fmla="*/ 103 w 9"/>
                  <a:gd name="T9" fmla="*/ 1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8" y="8"/>
                    </a:moveTo>
                    <a:cubicBezTo>
                      <a:pt x="7" y="6"/>
                      <a:pt x="7" y="4"/>
                      <a:pt x="6" y="3"/>
                    </a:cubicBezTo>
                    <a:cubicBezTo>
                      <a:pt x="4" y="0"/>
                      <a:pt x="2" y="2"/>
                      <a:pt x="1" y="5"/>
                    </a:cubicBezTo>
                    <a:cubicBezTo>
                      <a:pt x="0" y="7"/>
                      <a:pt x="1" y="13"/>
                      <a:pt x="4" y="14"/>
                    </a:cubicBezTo>
                    <a:cubicBezTo>
                      <a:pt x="6" y="14"/>
                      <a:pt x="9" y="10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0" name="Freeform 1257">
                <a:extLst>
                  <a:ext uri="{FF2B5EF4-FFF2-40B4-BE49-F238E27FC236}">
                    <a16:creationId xmlns:a16="http://schemas.microsoft.com/office/drawing/2014/main" id="{685DA842-34CB-4F73-B1FA-F7B5E1322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960"/>
                <a:ext cx="17" cy="35"/>
              </a:xfrm>
              <a:custGeom>
                <a:avLst/>
                <a:gdLst>
                  <a:gd name="T0" fmla="*/ 0 w 7"/>
                  <a:gd name="T1" fmla="*/ 35 h 13"/>
                  <a:gd name="T2" fmla="*/ 58 w 7"/>
                  <a:gd name="T3" fmla="*/ 253 h 13"/>
                  <a:gd name="T4" fmla="*/ 41 w 7"/>
                  <a:gd name="T5" fmla="*/ 0 h 13"/>
                  <a:gd name="T6" fmla="*/ 12 w 7"/>
                  <a:gd name="T7" fmla="*/ 2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0" y="2"/>
                    </a:moveTo>
                    <a:cubicBezTo>
                      <a:pt x="0" y="4"/>
                      <a:pt x="0" y="13"/>
                      <a:pt x="4" y="13"/>
                    </a:cubicBezTo>
                    <a:cubicBezTo>
                      <a:pt x="7" y="12"/>
                      <a:pt x="5" y="1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1" name="Freeform 1258">
                <a:extLst>
                  <a:ext uri="{FF2B5EF4-FFF2-40B4-BE49-F238E27FC236}">
                    <a16:creationId xmlns:a16="http://schemas.microsoft.com/office/drawing/2014/main" id="{14E560DA-18D3-4558-94F3-B97635088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936"/>
                <a:ext cx="20" cy="32"/>
              </a:xfrm>
              <a:custGeom>
                <a:avLst/>
                <a:gdLst>
                  <a:gd name="T0" fmla="*/ 33 w 8"/>
                  <a:gd name="T1" fmla="*/ 56 h 12"/>
                  <a:gd name="T2" fmla="*/ 63 w 8"/>
                  <a:gd name="T3" fmla="*/ 205 h 12"/>
                  <a:gd name="T4" fmla="*/ 63 w 8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2" y="3"/>
                    </a:moveTo>
                    <a:cubicBezTo>
                      <a:pt x="2" y="5"/>
                      <a:pt x="0" y="12"/>
                      <a:pt x="4" y="11"/>
                    </a:cubicBezTo>
                    <a:cubicBezTo>
                      <a:pt x="7" y="10"/>
                      <a:pt x="8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2" name="Freeform 1259">
                <a:extLst>
                  <a:ext uri="{FF2B5EF4-FFF2-40B4-BE49-F238E27FC236}">
                    <a16:creationId xmlns:a16="http://schemas.microsoft.com/office/drawing/2014/main" id="{0C28B635-E566-40C8-ADAA-6CCD8B7DD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963"/>
                <a:ext cx="25" cy="26"/>
              </a:xfrm>
              <a:custGeom>
                <a:avLst/>
                <a:gdLst>
                  <a:gd name="T0" fmla="*/ 20 w 10"/>
                  <a:gd name="T1" fmla="*/ 88 h 10"/>
                  <a:gd name="T2" fmla="*/ 125 w 10"/>
                  <a:gd name="T3" fmla="*/ 55 h 10"/>
                  <a:gd name="T4" fmla="*/ 0 w 10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" y="5"/>
                    </a:moveTo>
                    <a:cubicBezTo>
                      <a:pt x="1" y="2"/>
                      <a:pt x="7" y="0"/>
                      <a:pt x="8" y="3"/>
                    </a:cubicBezTo>
                    <a:cubicBezTo>
                      <a:pt x="10" y="6"/>
                      <a:pt x="1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3" name="Freeform 1260">
                <a:extLst>
                  <a:ext uri="{FF2B5EF4-FFF2-40B4-BE49-F238E27FC236}">
                    <a16:creationId xmlns:a16="http://schemas.microsoft.com/office/drawing/2014/main" id="{603158BF-A066-4DF5-8BE3-FC3667718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933"/>
                <a:ext cx="22" cy="38"/>
              </a:xfrm>
              <a:custGeom>
                <a:avLst/>
                <a:gdLst>
                  <a:gd name="T0" fmla="*/ 0 w 9"/>
                  <a:gd name="T1" fmla="*/ 103 h 14"/>
                  <a:gd name="T2" fmla="*/ 0 w 9"/>
                  <a:gd name="T3" fmla="*/ 198 h 14"/>
                  <a:gd name="T4" fmla="*/ 90 w 9"/>
                  <a:gd name="T5" fmla="*/ 220 h 14"/>
                  <a:gd name="T6" fmla="*/ 90 w 9"/>
                  <a:gd name="T7" fmla="*/ 22 h 14"/>
                  <a:gd name="T8" fmla="*/ 12 w 9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0" y="5"/>
                    </a:moveTo>
                    <a:cubicBezTo>
                      <a:pt x="0" y="7"/>
                      <a:pt x="0" y="9"/>
                      <a:pt x="0" y="10"/>
                    </a:cubicBezTo>
                    <a:cubicBezTo>
                      <a:pt x="1" y="14"/>
                      <a:pt x="4" y="13"/>
                      <a:pt x="6" y="11"/>
                    </a:cubicBezTo>
                    <a:cubicBezTo>
                      <a:pt x="7" y="9"/>
                      <a:pt x="9" y="3"/>
                      <a:pt x="6" y="1"/>
                    </a:cubicBezTo>
                    <a:cubicBezTo>
                      <a:pt x="4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4" name="Freeform 1261">
                <a:extLst>
                  <a:ext uri="{FF2B5EF4-FFF2-40B4-BE49-F238E27FC236}">
                    <a16:creationId xmlns:a16="http://schemas.microsoft.com/office/drawing/2014/main" id="{4B390D91-18BD-46C3-AA4A-CD07723DF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992"/>
                <a:ext cx="20" cy="27"/>
              </a:xfrm>
              <a:custGeom>
                <a:avLst/>
                <a:gdLst>
                  <a:gd name="T0" fmla="*/ 95 w 8"/>
                  <a:gd name="T1" fmla="*/ 197 h 10"/>
                  <a:gd name="T2" fmla="*/ 50 w 8"/>
                  <a:gd name="T3" fmla="*/ 22 h 10"/>
                  <a:gd name="T4" fmla="*/ 50 w 8"/>
                  <a:gd name="T5" fmla="*/ 197 h 10"/>
                  <a:gd name="T6" fmla="*/ 63 w 8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6" y="10"/>
                    </a:moveTo>
                    <a:cubicBezTo>
                      <a:pt x="8" y="8"/>
                      <a:pt x="7" y="0"/>
                      <a:pt x="3" y="1"/>
                    </a:cubicBezTo>
                    <a:cubicBezTo>
                      <a:pt x="0" y="2"/>
                      <a:pt x="3" y="8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5" name="Freeform 1262">
                <a:extLst>
                  <a:ext uri="{FF2B5EF4-FFF2-40B4-BE49-F238E27FC236}">
                    <a16:creationId xmlns:a16="http://schemas.microsoft.com/office/drawing/2014/main" id="{1B7CD6CF-E63D-4887-8715-71AD24E45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965"/>
                <a:ext cx="15" cy="30"/>
              </a:xfrm>
              <a:custGeom>
                <a:avLst/>
                <a:gdLst>
                  <a:gd name="T0" fmla="*/ 83 w 6"/>
                  <a:gd name="T1" fmla="*/ 120 h 11"/>
                  <a:gd name="T2" fmla="*/ 50 w 6"/>
                  <a:gd name="T3" fmla="*/ 22 h 11"/>
                  <a:gd name="T4" fmla="*/ 0 w 6"/>
                  <a:gd name="T5" fmla="*/ 82 h 11"/>
                  <a:gd name="T6" fmla="*/ 63 w 6"/>
                  <a:gd name="T7" fmla="*/ 224 h 11"/>
                  <a:gd name="T8" fmla="*/ 83 w 6"/>
                  <a:gd name="T9" fmla="*/ 1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5" y="6"/>
                    </a:moveTo>
                    <a:cubicBezTo>
                      <a:pt x="5" y="5"/>
                      <a:pt x="4" y="2"/>
                      <a:pt x="3" y="1"/>
                    </a:cubicBez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1" y="11"/>
                      <a:pt x="4" y="11"/>
                    </a:cubicBezTo>
                    <a:cubicBezTo>
                      <a:pt x="6" y="11"/>
                      <a:pt x="6" y="8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6" name="Freeform 1263">
                <a:extLst>
                  <a:ext uri="{FF2B5EF4-FFF2-40B4-BE49-F238E27FC236}">
                    <a16:creationId xmlns:a16="http://schemas.microsoft.com/office/drawing/2014/main" id="{C3D84CA4-8C1D-4C60-AB58-5A12DA7F2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984"/>
                <a:ext cx="25" cy="24"/>
              </a:xfrm>
              <a:custGeom>
                <a:avLst/>
                <a:gdLst>
                  <a:gd name="T0" fmla="*/ 158 w 10"/>
                  <a:gd name="T1" fmla="*/ 77 h 9"/>
                  <a:gd name="T2" fmla="*/ 50 w 10"/>
                  <a:gd name="T3" fmla="*/ 136 h 9"/>
                  <a:gd name="T4" fmla="*/ 125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9" y="7"/>
                      <a:pt x="5" y="9"/>
                      <a:pt x="3" y="7"/>
                    </a:cubicBezTo>
                    <a:cubicBezTo>
                      <a:pt x="0" y="3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7" name="Freeform 1264">
                <a:extLst>
                  <a:ext uri="{FF2B5EF4-FFF2-40B4-BE49-F238E27FC236}">
                    <a16:creationId xmlns:a16="http://schemas.microsoft.com/office/drawing/2014/main" id="{0312D498-A0A0-4CBA-BEC5-350093289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81"/>
                <a:ext cx="33" cy="24"/>
              </a:xfrm>
              <a:custGeom>
                <a:avLst/>
                <a:gdLst>
                  <a:gd name="T0" fmla="*/ 51 w 13"/>
                  <a:gd name="T1" fmla="*/ 171 h 9"/>
                  <a:gd name="T2" fmla="*/ 160 w 13"/>
                  <a:gd name="T3" fmla="*/ 35 h 9"/>
                  <a:gd name="T4" fmla="*/ 20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3" y="9"/>
                    </a:moveTo>
                    <a:cubicBezTo>
                      <a:pt x="5" y="8"/>
                      <a:pt x="13" y="5"/>
                      <a:pt x="10" y="2"/>
                    </a:cubicBezTo>
                    <a:cubicBezTo>
                      <a:pt x="8" y="0"/>
                      <a:pt x="0" y="2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8" name="Freeform 1265">
                <a:extLst>
                  <a:ext uri="{FF2B5EF4-FFF2-40B4-BE49-F238E27FC236}">
                    <a16:creationId xmlns:a16="http://schemas.microsoft.com/office/drawing/2014/main" id="{449E0AAE-EE60-4F18-8A30-441E80BAC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955"/>
                <a:ext cx="17" cy="32"/>
              </a:xfrm>
              <a:custGeom>
                <a:avLst/>
                <a:gdLst>
                  <a:gd name="T0" fmla="*/ 70 w 7"/>
                  <a:gd name="T1" fmla="*/ 205 h 12"/>
                  <a:gd name="T2" fmla="*/ 41 w 7"/>
                  <a:gd name="T3" fmla="*/ 56 h 12"/>
                  <a:gd name="T4" fmla="*/ 29 w 7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11"/>
                    </a:moveTo>
                    <a:cubicBezTo>
                      <a:pt x="7" y="9"/>
                      <a:pt x="7" y="0"/>
                      <a:pt x="3" y="3"/>
                    </a:cubicBezTo>
                    <a:cubicBezTo>
                      <a:pt x="0" y="5"/>
                      <a:pt x="1" y="10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39" name="Freeform 1266">
                <a:extLst>
                  <a:ext uri="{FF2B5EF4-FFF2-40B4-BE49-F238E27FC236}">
                    <a16:creationId xmlns:a16="http://schemas.microsoft.com/office/drawing/2014/main" id="{2D183F05-0285-4D37-BA99-130BE57B1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939"/>
                <a:ext cx="35" cy="26"/>
              </a:xfrm>
              <a:custGeom>
                <a:avLst/>
                <a:gdLst>
                  <a:gd name="T0" fmla="*/ 83 w 14"/>
                  <a:gd name="T1" fmla="*/ 156 h 10"/>
                  <a:gd name="T2" fmla="*/ 145 w 14"/>
                  <a:gd name="T3" fmla="*/ 21 h 10"/>
                  <a:gd name="T4" fmla="*/ 63 w 14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5" y="9"/>
                    </a:moveTo>
                    <a:cubicBezTo>
                      <a:pt x="6" y="8"/>
                      <a:pt x="14" y="3"/>
                      <a:pt x="9" y="1"/>
                    </a:cubicBezTo>
                    <a:cubicBezTo>
                      <a:pt x="5" y="0"/>
                      <a:pt x="0" y="8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0" name="Freeform 1267">
                <a:extLst>
                  <a:ext uri="{FF2B5EF4-FFF2-40B4-BE49-F238E27FC236}">
                    <a16:creationId xmlns:a16="http://schemas.microsoft.com/office/drawing/2014/main" id="{0B0D11A2-3867-425E-9B96-04ED8A4C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941"/>
                <a:ext cx="22" cy="32"/>
              </a:xfrm>
              <a:custGeom>
                <a:avLst/>
                <a:gdLst>
                  <a:gd name="T0" fmla="*/ 132 w 9"/>
                  <a:gd name="T1" fmla="*/ 115 h 12"/>
                  <a:gd name="T2" fmla="*/ 29 w 9"/>
                  <a:gd name="T3" fmla="*/ 192 h 12"/>
                  <a:gd name="T4" fmla="*/ 120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6"/>
                    </a:moveTo>
                    <a:cubicBezTo>
                      <a:pt x="9" y="8"/>
                      <a:pt x="4" y="12"/>
                      <a:pt x="2" y="10"/>
                    </a:cubicBezTo>
                    <a:cubicBezTo>
                      <a:pt x="0" y="8"/>
                      <a:pt x="6" y="2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1" name="Freeform 1268">
                <a:extLst>
                  <a:ext uri="{FF2B5EF4-FFF2-40B4-BE49-F238E27FC236}">
                    <a16:creationId xmlns:a16="http://schemas.microsoft.com/office/drawing/2014/main" id="{4AC7ADE4-648E-4D50-8CC8-71241A6E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968"/>
                <a:ext cx="23" cy="37"/>
              </a:xfrm>
              <a:custGeom>
                <a:avLst/>
                <a:gdLst>
                  <a:gd name="T0" fmla="*/ 118 w 9"/>
                  <a:gd name="T1" fmla="*/ 132 h 14"/>
                  <a:gd name="T2" fmla="*/ 97 w 9"/>
                  <a:gd name="T3" fmla="*/ 34 h 14"/>
                  <a:gd name="T4" fmla="*/ 0 w 9"/>
                  <a:gd name="T5" fmla="*/ 77 h 14"/>
                  <a:gd name="T6" fmla="*/ 66 w 9"/>
                  <a:gd name="T7" fmla="*/ 238 h 14"/>
                  <a:gd name="T8" fmla="*/ 118 w 9"/>
                  <a:gd name="T9" fmla="*/ 1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7" y="7"/>
                    </a:moveTo>
                    <a:cubicBezTo>
                      <a:pt x="7" y="6"/>
                      <a:pt x="7" y="4"/>
                      <a:pt x="6" y="2"/>
                    </a:cubicBezTo>
                    <a:cubicBezTo>
                      <a:pt x="4" y="0"/>
                      <a:pt x="1" y="1"/>
                      <a:pt x="0" y="4"/>
                    </a:cubicBezTo>
                    <a:cubicBezTo>
                      <a:pt x="0" y="7"/>
                      <a:pt x="1" y="13"/>
                      <a:pt x="4" y="13"/>
                    </a:cubicBezTo>
                    <a:cubicBezTo>
                      <a:pt x="6" y="14"/>
                      <a:pt x="9" y="10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2" name="Freeform 1269">
                <a:extLst>
                  <a:ext uri="{FF2B5EF4-FFF2-40B4-BE49-F238E27FC236}">
                    <a16:creationId xmlns:a16="http://schemas.microsoft.com/office/drawing/2014/main" id="{CE3AAFDD-8E28-406E-86CA-35B05131E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981"/>
                <a:ext cx="18" cy="35"/>
              </a:xfrm>
              <a:custGeom>
                <a:avLst/>
                <a:gdLst>
                  <a:gd name="T0" fmla="*/ 0 w 7"/>
                  <a:gd name="T1" fmla="*/ 22 h 13"/>
                  <a:gd name="T2" fmla="*/ 54 w 7"/>
                  <a:gd name="T3" fmla="*/ 232 h 13"/>
                  <a:gd name="T4" fmla="*/ 33 w 7"/>
                  <a:gd name="T5" fmla="*/ 0 h 13"/>
                  <a:gd name="T6" fmla="*/ 21 w 7"/>
                  <a:gd name="T7" fmla="*/ 2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0" y="1"/>
                    </a:moveTo>
                    <a:cubicBezTo>
                      <a:pt x="0" y="3"/>
                      <a:pt x="0" y="13"/>
                      <a:pt x="3" y="12"/>
                    </a:cubicBezTo>
                    <a:cubicBezTo>
                      <a:pt x="7" y="12"/>
                      <a:pt x="5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3" name="Freeform 1270">
                <a:extLst>
                  <a:ext uri="{FF2B5EF4-FFF2-40B4-BE49-F238E27FC236}">
                    <a16:creationId xmlns:a16="http://schemas.microsoft.com/office/drawing/2014/main" id="{735A660C-C183-4072-AAC9-03563BEBC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957"/>
                <a:ext cx="20" cy="30"/>
              </a:xfrm>
              <a:custGeom>
                <a:avLst/>
                <a:gdLst>
                  <a:gd name="T0" fmla="*/ 33 w 8"/>
                  <a:gd name="T1" fmla="*/ 60 h 11"/>
                  <a:gd name="T2" fmla="*/ 63 w 8"/>
                  <a:gd name="T3" fmla="*/ 202 h 11"/>
                  <a:gd name="T4" fmla="*/ 63 w 8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3"/>
                    </a:moveTo>
                    <a:cubicBezTo>
                      <a:pt x="1" y="5"/>
                      <a:pt x="0" y="11"/>
                      <a:pt x="4" y="10"/>
                    </a:cubicBezTo>
                    <a:cubicBezTo>
                      <a:pt x="7" y="10"/>
                      <a:pt x="8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4" name="Freeform 1271">
                <a:extLst>
                  <a:ext uri="{FF2B5EF4-FFF2-40B4-BE49-F238E27FC236}">
                    <a16:creationId xmlns:a16="http://schemas.microsoft.com/office/drawing/2014/main" id="{48FB0B72-F9AA-4308-BD5F-5BEC67E34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984"/>
                <a:ext cx="28" cy="27"/>
              </a:xfrm>
              <a:custGeom>
                <a:avLst/>
                <a:gdLst>
                  <a:gd name="T0" fmla="*/ 33 w 11"/>
                  <a:gd name="T1" fmla="*/ 81 h 10"/>
                  <a:gd name="T2" fmla="*/ 150 w 11"/>
                  <a:gd name="T3" fmla="*/ 38 h 10"/>
                  <a:gd name="T4" fmla="*/ 0 w 11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2" y="4"/>
                    </a:moveTo>
                    <a:cubicBezTo>
                      <a:pt x="2" y="2"/>
                      <a:pt x="8" y="0"/>
                      <a:pt x="9" y="2"/>
                    </a:cubicBezTo>
                    <a:cubicBezTo>
                      <a:pt x="11" y="5"/>
                      <a:pt x="2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5" name="Freeform 1272">
                <a:extLst>
                  <a:ext uri="{FF2B5EF4-FFF2-40B4-BE49-F238E27FC236}">
                    <a16:creationId xmlns:a16="http://schemas.microsoft.com/office/drawing/2014/main" id="{6AD0FDFD-1331-4A93-A960-F8BAC190B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952"/>
                <a:ext cx="20" cy="37"/>
              </a:xfrm>
              <a:custGeom>
                <a:avLst/>
                <a:gdLst>
                  <a:gd name="T0" fmla="*/ 0 w 8"/>
                  <a:gd name="T1" fmla="*/ 111 h 14"/>
                  <a:gd name="T2" fmla="*/ 0 w 8"/>
                  <a:gd name="T3" fmla="*/ 204 h 14"/>
                  <a:gd name="T4" fmla="*/ 95 w 8"/>
                  <a:gd name="T5" fmla="*/ 204 h 14"/>
                  <a:gd name="T6" fmla="*/ 95 w 8"/>
                  <a:gd name="T7" fmla="*/ 21 h 14"/>
                  <a:gd name="T8" fmla="*/ 0 w 8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6"/>
                    </a:moveTo>
                    <a:cubicBezTo>
                      <a:pt x="0" y="7"/>
                      <a:pt x="0" y="9"/>
                      <a:pt x="0" y="11"/>
                    </a:cubicBezTo>
                    <a:cubicBezTo>
                      <a:pt x="1" y="14"/>
                      <a:pt x="4" y="13"/>
                      <a:pt x="6" y="11"/>
                    </a:cubicBezTo>
                    <a:cubicBezTo>
                      <a:pt x="7" y="9"/>
                      <a:pt x="8" y="3"/>
                      <a:pt x="6" y="1"/>
                    </a:cubicBezTo>
                    <a:cubicBezTo>
                      <a:pt x="4" y="0"/>
                      <a:pt x="0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6" name="Freeform 1273">
                <a:extLst>
                  <a:ext uri="{FF2B5EF4-FFF2-40B4-BE49-F238E27FC236}">
                    <a16:creationId xmlns:a16="http://schemas.microsoft.com/office/drawing/2014/main" id="{89126228-D406-4A80-B4B2-E50034CC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011"/>
                <a:ext cx="18" cy="29"/>
              </a:xfrm>
              <a:custGeom>
                <a:avLst/>
                <a:gdLst>
                  <a:gd name="T0" fmla="*/ 100 w 7"/>
                  <a:gd name="T1" fmla="*/ 182 h 11"/>
                  <a:gd name="T2" fmla="*/ 54 w 7"/>
                  <a:gd name="T3" fmla="*/ 34 h 11"/>
                  <a:gd name="T4" fmla="*/ 54 w 7"/>
                  <a:gd name="T5" fmla="*/ 200 h 11"/>
                  <a:gd name="T6" fmla="*/ 67 w 7"/>
                  <a:gd name="T7" fmla="*/ 1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6" y="10"/>
                    </a:moveTo>
                    <a:cubicBezTo>
                      <a:pt x="7" y="8"/>
                      <a:pt x="7" y="0"/>
                      <a:pt x="3" y="2"/>
                    </a:cubicBezTo>
                    <a:cubicBezTo>
                      <a:pt x="0" y="3"/>
                      <a:pt x="2" y="9"/>
                      <a:pt x="3" y="11"/>
                    </a:cubicBezTo>
                    <a:cubicBezTo>
                      <a:pt x="3" y="11"/>
                      <a:pt x="3" y="11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7" name="Freeform 1274">
                <a:extLst>
                  <a:ext uri="{FF2B5EF4-FFF2-40B4-BE49-F238E27FC236}">
                    <a16:creationId xmlns:a16="http://schemas.microsoft.com/office/drawing/2014/main" id="{76DC3D57-3F4D-42F6-8F79-670EB613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984"/>
                <a:ext cx="15" cy="32"/>
              </a:xfrm>
              <a:custGeom>
                <a:avLst/>
                <a:gdLst>
                  <a:gd name="T0" fmla="*/ 83 w 6"/>
                  <a:gd name="T1" fmla="*/ 136 h 12"/>
                  <a:gd name="T2" fmla="*/ 50 w 6"/>
                  <a:gd name="T3" fmla="*/ 35 h 12"/>
                  <a:gd name="T4" fmla="*/ 0 w 6"/>
                  <a:gd name="T5" fmla="*/ 93 h 12"/>
                  <a:gd name="T6" fmla="*/ 50 w 6"/>
                  <a:gd name="T7" fmla="*/ 227 h 12"/>
                  <a:gd name="T8" fmla="*/ 83 w 6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5" y="7"/>
                    </a:moveTo>
                    <a:cubicBezTo>
                      <a:pt x="5" y="5"/>
                      <a:pt x="4" y="3"/>
                      <a:pt x="3" y="2"/>
                    </a:cubicBezTo>
                    <a:cubicBezTo>
                      <a:pt x="0" y="0"/>
                      <a:pt x="0" y="3"/>
                      <a:pt x="0" y="5"/>
                    </a:cubicBezTo>
                    <a:cubicBezTo>
                      <a:pt x="0" y="7"/>
                      <a:pt x="1" y="11"/>
                      <a:pt x="3" y="12"/>
                    </a:cubicBezTo>
                    <a:cubicBezTo>
                      <a:pt x="6" y="12"/>
                      <a:pt x="6" y="8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8" name="Freeform 1275">
                <a:extLst>
                  <a:ext uri="{FF2B5EF4-FFF2-40B4-BE49-F238E27FC236}">
                    <a16:creationId xmlns:a16="http://schemas.microsoft.com/office/drawing/2014/main" id="{CE7025BA-0CEE-453F-A51E-A4715DC6B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003"/>
                <a:ext cx="25" cy="26"/>
              </a:xfrm>
              <a:custGeom>
                <a:avLst/>
                <a:gdLst>
                  <a:gd name="T0" fmla="*/ 158 w 10"/>
                  <a:gd name="T1" fmla="*/ 88 h 10"/>
                  <a:gd name="T2" fmla="*/ 50 w 10"/>
                  <a:gd name="T3" fmla="*/ 122 h 10"/>
                  <a:gd name="T4" fmla="*/ 125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5" y="10"/>
                      <a:pt x="3" y="7"/>
                    </a:cubicBezTo>
                    <a:cubicBezTo>
                      <a:pt x="0" y="4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49" name="Freeform 1276">
                <a:extLst>
                  <a:ext uri="{FF2B5EF4-FFF2-40B4-BE49-F238E27FC236}">
                    <a16:creationId xmlns:a16="http://schemas.microsoft.com/office/drawing/2014/main" id="{1CED54DB-475B-4327-B72A-1D53750D9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000"/>
                <a:ext cx="32" cy="27"/>
              </a:xfrm>
              <a:custGeom>
                <a:avLst/>
                <a:gdLst>
                  <a:gd name="T0" fmla="*/ 42 w 13"/>
                  <a:gd name="T1" fmla="*/ 197 h 10"/>
                  <a:gd name="T2" fmla="*/ 153 w 13"/>
                  <a:gd name="T3" fmla="*/ 38 h 10"/>
                  <a:gd name="T4" fmla="*/ 12 w 13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3" y="10"/>
                    </a:moveTo>
                    <a:cubicBezTo>
                      <a:pt x="5" y="9"/>
                      <a:pt x="13" y="6"/>
                      <a:pt x="10" y="2"/>
                    </a:cubicBezTo>
                    <a:cubicBezTo>
                      <a:pt x="8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0" name="Freeform 1277">
                <a:extLst>
                  <a:ext uri="{FF2B5EF4-FFF2-40B4-BE49-F238E27FC236}">
                    <a16:creationId xmlns:a16="http://schemas.microsoft.com/office/drawing/2014/main" id="{5C367FC3-A362-4A33-9DFC-61EA0288E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976"/>
                <a:ext cx="15" cy="29"/>
              </a:xfrm>
              <a:custGeom>
                <a:avLst/>
                <a:gdLst>
                  <a:gd name="T0" fmla="*/ 83 w 6"/>
                  <a:gd name="T1" fmla="*/ 200 h 11"/>
                  <a:gd name="T2" fmla="*/ 33 w 6"/>
                  <a:gd name="T3" fmla="*/ 55 h 11"/>
                  <a:gd name="T4" fmla="*/ 33 w 6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5" y="11"/>
                    </a:moveTo>
                    <a:cubicBezTo>
                      <a:pt x="6" y="8"/>
                      <a:pt x="6" y="0"/>
                      <a:pt x="2" y="3"/>
                    </a:cubicBezTo>
                    <a:cubicBezTo>
                      <a:pt x="0" y="4"/>
                      <a:pt x="1" y="9"/>
                      <a:pt x="2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1" name="Freeform 1278">
                <a:extLst>
                  <a:ext uri="{FF2B5EF4-FFF2-40B4-BE49-F238E27FC236}">
                    <a16:creationId xmlns:a16="http://schemas.microsoft.com/office/drawing/2014/main" id="{05967153-FEB3-4793-9ACD-FD88D934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960"/>
                <a:ext cx="35" cy="24"/>
              </a:xfrm>
              <a:custGeom>
                <a:avLst/>
                <a:gdLst>
                  <a:gd name="T0" fmla="*/ 83 w 14"/>
                  <a:gd name="T1" fmla="*/ 171 h 9"/>
                  <a:gd name="T2" fmla="*/ 145 w 14"/>
                  <a:gd name="T3" fmla="*/ 21 h 9"/>
                  <a:gd name="T4" fmla="*/ 63 w 14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9"/>
                    </a:moveTo>
                    <a:cubicBezTo>
                      <a:pt x="6" y="8"/>
                      <a:pt x="14" y="2"/>
                      <a:pt x="9" y="1"/>
                    </a:cubicBezTo>
                    <a:cubicBezTo>
                      <a:pt x="5" y="0"/>
                      <a:pt x="0" y="8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2" name="Freeform 1279">
                <a:extLst>
                  <a:ext uri="{FF2B5EF4-FFF2-40B4-BE49-F238E27FC236}">
                    <a16:creationId xmlns:a16="http://schemas.microsoft.com/office/drawing/2014/main" id="{BEB2D58E-3D78-44AE-A344-A1568E39A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891"/>
                <a:ext cx="23" cy="37"/>
              </a:xfrm>
              <a:custGeom>
                <a:avLst/>
                <a:gdLst>
                  <a:gd name="T0" fmla="*/ 118 w 9"/>
                  <a:gd name="T1" fmla="*/ 132 h 14"/>
                  <a:gd name="T2" fmla="*/ 97 w 9"/>
                  <a:gd name="T3" fmla="*/ 56 h 14"/>
                  <a:gd name="T4" fmla="*/ 0 w 9"/>
                  <a:gd name="T5" fmla="*/ 90 h 14"/>
                  <a:gd name="T6" fmla="*/ 66 w 9"/>
                  <a:gd name="T7" fmla="*/ 259 h 14"/>
                  <a:gd name="T8" fmla="*/ 118 w 9"/>
                  <a:gd name="T9" fmla="*/ 1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7" y="7"/>
                    </a:moveTo>
                    <a:cubicBezTo>
                      <a:pt x="7" y="6"/>
                      <a:pt x="7" y="4"/>
                      <a:pt x="6" y="3"/>
                    </a:cubicBezTo>
                    <a:cubicBezTo>
                      <a:pt x="4" y="0"/>
                      <a:pt x="1" y="2"/>
                      <a:pt x="0" y="5"/>
                    </a:cubicBezTo>
                    <a:cubicBezTo>
                      <a:pt x="0" y="7"/>
                      <a:pt x="1" y="13"/>
                      <a:pt x="4" y="14"/>
                    </a:cubicBezTo>
                    <a:cubicBezTo>
                      <a:pt x="6" y="14"/>
                      <a:pt x="9" y="10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3" name="Freeform 1280">
                <a:extLst>
                  <a:ext uri="{FF2B5EF4-FFF2-40B4-BE49-F238E27FC236}">
                    <a16:creationId xmlns:a16="http://schemas.microsoft.com/office/drawing/2014/main" id="{8A53E78E-2019-4178-A4E4-A1ACFEF7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875"/>
                <a:ext cx="20" cy="37"/>
              </a:xfrm>
              <a:custGeom>
                <a:avLst/>
                <a:gdLst>
                  <a:gd name="T0" fmla="*/ 0 w 8"/>
                  <a:gd name="T1" fmla="*/ 111 h 14"/>
                  <a:gd name="T2" fmla="*/ 0 w 8"/>
                  <a:gd name="T3" fmla="*/ 204 h 14"/>
                  <a:gd name="T4" fmla="*/ 95 w 8"/>
                  <a:gd name="T5" fmla="*/ 204 h 14"/>
                  <a:gd name="T6" fmla="*/ 95 w 8"/>
                  <a:gd name="T7" fmla="*/ 34 h 14"/>
                  <a:gd name="T8" fmla="*/ 20 w 8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6"/>
                    </a:moveTo>
                    <a:cubicBezTo>
                      <a:pt x="0" y="8"/>
                      <a:pt x="0" y="10"/>
                      <a:pt x="0" y="11"/>
                    </a:cubicBezTo>
                    <a:cubicBezTo>
                      <a:pt x="1" y="14"/>
                      <a:pt x="4" y="14"/>
                      <a:pt x="6" y="11"/>
                    </a:cubicBezTo>
                    <a:cubicBezTo>
                      <a:pt x="7" y="9"/>
                      <a:pt x="8" y="3"/>
                      <a:pt x="6" y="2"/>
                    </a:cubicBezTo>
                    <a:cubicBezTo>
                      <a:pt x="4" y="0"/>
                      <a:pt x="0" y="3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4" name="Freeform 1281">
                <a:extLst>
                  <a:ext uri="{FF2B5EF4-FFF2-40B4-BE49-F238E27FC236}">
                    <a16:creationId xmlns:a16="http://schemas.microsoft.com/office/drawing/2014/main" id="{3BCB1555-6605-48F0-862A-B0BAEA939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933"/>
                <a:ext cx="17" cy="30"/>
              </a:xfrm>
              <a:custGeom>
                <a:avLst/>
                <a:gdLst>
                  <a:gd name="T0" fmla="*/ 87 w 7"/>
                  <a:gd name="T1" fmla="*/ 224 h 11"/>
                  <a:gd name="T2" fmla="*/ 41 w 7"/>
                  <a:gd name="T3" fmla="*/ 38 h 11"/>
                  <a:gd name="T4" fmla="*/ 41 w 7"/>
                  <a:gd name="T5" fmla="*/ 224 h 11"/>
                  <a:gd name="T6" fmla="*/ 58 w 7"/>
                  <a:gd name="T7" fmla="*/ 2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6" y="11"/>
                    </a:moveTo>
                    <a:cubicBezTo>
                      <a:pt x="7" y="9"/>
                      <a:pt x="7" y="0"/>
                      <a:pt x="3" y="2"/>
                    </a:cubicBezTo>
                    <a:cubicBezTo>
                      <a:pt x="0" y="3"/>
                      <a:pt x="3" y="9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5" name="Freeform 1282">
                <a:extLst>
                  <a:ext uri="{FF2B5EF4-FFF2-40B4-BE49-F238E27FC236}">
                    <a16:creationId xmlns:a16="http://schemas.microsoft.com/office/drawing/2014/main" id="{1F7EB7F0-CDFE-4727-BED6-2BF86BDBC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907"/>
                <a:ext cx="15" cy="32"/>
              </a:xfrm>
              <a:custGeom>
                <a:avLst/>
                <a:gdLst>
                  <a:gd name="T0" fmla="*/ 83 w 6"/>
                  <a:gd name="T1" fmla="*/ 136 h 12"/>
                  <a:gd name="T2" fmla="*/ 50 w 6"/>
                  <a:gd name="T3" fmla="*/ 35 h 12"/>
                  <a:gd name="T4" fmla="*/ 0 w 6"/>
                  <a:gd name="T5" fmla="*/ 93 h 12"/>
                  <a:gd name="T6" fmla="*/ 50 w 6"/>
                  <a:gd name="T7" fmla="*/ 227 h 12"/>
                  <a:gd name="T8" fmla="*/ 83 w 6"/>
                  <a:gd name="T9" fmla="*/ 13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5" y="7"/>
                    </a:moveTo>
                    <a:cubicBezTo>
                      <a:pt x="5" y="5"/>
                      <a:pt x="4" y="3"/>
                      <a:pt x="3" y="2"/>
                    </a:cubicBezTo>
                    <a:cubicBezTo>
                      <a:pt x="0" y="0"/>
                      <a:pt x="0" y="3"/>
                      <a:pt x="0" y="5"/>
                    </a:cubicBezTo>
                    <a:cubicBezTo>
                      <a:pt x="0" y="7"/>
                      <a:pt x="1" y="12"/>
                      <a:pt x="3" y="12"/>
                    </a:cubicBezTo>
                    <a:cubicBezTo>
                      <a:pt x="6" y="12"/>
                      <a:pt x="6" y="8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6" name="Freeform 1283">
                <a:extLst>
                  <a:ext uri="{FF2B5EF4-FFF2-40B4-BE49-F238E27FC236}">
                    <a16:creationId xmlns:a16="http://schemas.microsoft.com/office/drawing/2014/main" id="{1A2F7D2F-D25F-40E2-A99A-317A8310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928"/>
                <a:ext cx="25" cy="27"/>
              </a:xfrm>
              <a:custGeom>
                <a:avLst/>
                <a:gdLst>
                  <a:gd name="T0" fmla="*/ 158 w 10"/>
                  <a:gd name="T1" fmla="*/ 103 h 10"/>
                  <a:gd name="T2" fmla="*/ 50 w 10"/>
                  <a:gd name="T3" fmla="*/ 159 h 10"/>
                  <a:gd name="T4" fmla="*/ 125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5" y="10"/>
                      <a:pt x="3" y="8"/>
                    </a:cubicBezTo>
                    <a:cubicBezTo>
                      <a:pt x="0" y="4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7" name="Freeform 1284">
                <a:extLst>
                  <a:ext uri="{FF2B5EF4-FFF2-40B4-BE49-F238E27FC236}">
                    <a16:creationId xmlns:a16="http://schemas.microsoft.com/office/drawing/2014/main" id="{3511F29F-C3DB-435B-9D83-846A4F8C9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923"/>
                <a:ext cx="33" cy="26"/>
              </a:xfrm>
              <a:custGeom>
                <a:avLst/>
                <a:gdLst>
                  <a:gd name="T0" fmla="*/ 51 w 13"/>
                  <a:gd name="T1" fmla="*/ 177 h 10"/>
                  <a:gd name="T2" fmla="*/ 160 w 13"/>
                  <a:gd name="T3" fmla="*/ 34 h 10"/>
                  <a:gd name="T4" fmla="*/ 20 w 13"/>
                  <a:gd name="T5" fmla="*/ 8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3" y="10"/>
                    </a:moveTo>
                    <a:cubicBezTo>
                      <a:pt x="5" y="9"/>
                      <a:pt x="13" y="6"/>
                      <a:pt x="10" y="2"/>
                    </a:cubicBezTo>
                    <a:cubicBezTo>
                      <a:pt x="8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8" name="Freeform 1285">
                <a:extLst>
                  <a:ext uri="{FF2B5EF4-FFF2-40B4-BE49-F238E27FC236}">
                    <a16:creationId xmlns:a16="http://schemas.microsoft.com/office/drawing/2014/main" id="{E3B5673A-71E7-412D-A6BC-97D7548FB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899"/>
                <a:ext cx="17" cy="32"/>
              </a:xfrm>
              <a:custGeom>
                <a:avLst/>
                <a:gdLst>
                  <a:gd name="T0" fmla="*/ 70 w 7"/>
                  <a:gd name="T1" fmla="*/ 205 h 12"/>
                  <a:gd name="T2" fmla="*/ 29 w 7"/>
                  <a:gd name="T3" fmla="*/ 56 h 12"/>
                  <a:gd name="T4" fmla="*/ 29 w 7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11"/>
                    </a:moveTo>
                    <a:cubicBezTo>
                      <a:pt x="6" y="9"/>
                      <a:pt x="7" y="0"/>
                      <a:pt x="2" y="3"/>
                    </a:cubicBezTo>
                    <a:cubicBezTo>
                      <a:pt x="0" y="4"/>
                      <a:pt x="1" y="10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59" name="Freeform 1286">
                <a:extLst>
                  <a:ext uri="{FF2B5EF4-FFF2-40B4-BE49-F238E27FC236}">
                    <a16:creationId xmlns:a16="http://schemas.microsoft.com/office/drawing/2014/main" id="{44D7080C-176C-43BD-8E81-6D3C9203C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883"/>
                <a:ext cx="35" cy="26"/>
              </a:xfrm>
              <a:custGeom>
                <a:avLst/>
                <a:gdLst>
                  <a:gd name="T0" fmla="*/ 83 w 14"/>
                  <a:gd name="T1" fmla="*/ 156 h 10"/>
                  <a:gd name="T2" fmla="*/ 145 w 14"/>
                  <a:gd name="T3" fmla="*/ 21 h 10"/>
                  <a:gd name="T4" fmla="*/ 63 w 14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5" y="9"/>
                    </a:moveTo>
                    <a:cubicBezTo>
                      <a:pt x="6" y="8"/>
                      <a:pt x="14" y="2"/>
                      <a:pt x="9" y="1"/>
                    </a:cubicBezTo>
                    <a:cubicBezTo>
                      <a:pt x="5" y="0"/>
                      <a:pt x="0" y="8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0" name="Freeform 1287">
                <a:extLst>
                  <a:ext uri="{FF2B5EF4-FFF2-40B4-BE49-F238E27FC236}">
                    <a16:creationId xmlns:a16="http://schemas.microsoft.com/office/drawing/2014/main" id="{2AC70E72-1D9B-40A2-AAC9-390D04F0E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640"/>
                <a:ext cx="25" cy="35"/>
              </a:xfrm>
              <a:custGeom>
                <a:avLst/>
                <a:gdLst>
                  <a:gd name="T0" fmla="*/ 158 w 10"/>
                  <a:gd name="T1" fmla="*/ 137 h 13"/>
                  <a:gd name="T2" fmla="*/ 50 w 10"/>
                  <a:gd name="T3" fmla="*/ 218 h 13"/>
                  <a:gd name="T4" fmla="*/ 95 w 10"/>
                  <a:gd name="T5" fmla="*/ 59 h 13"/>
                  <a:gd name="T6" fmla="*/ 158 w 10"/>
                  <a:gd name="T7" fmla="*/ 1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7"/>
                    </a:moveTo>
                    <a:cubicBezTo>
                      <a:pt x="10" y="9"/>
                      <a:pt x="5" y="13"/>
                      <a:pt x="3" y="11"/>
                    </a:cubicBezTo>
                    <a:cubicBezTo>
                      <a:pt x="0" y="9"/>
                      <a:pt x="5" y="4"/>
                      <a:pt x="6" y="3"/>
                    </a:cubicBezTo>
                    <a:cubicBezTo>
                      <a:pt x="8" y="0"/>
                      <a:pt x="10" y="4"/>
                      <a:pt x="10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1" name="Freeform 1288">
                <a:extLst>
                  <a:ext uri="{FF2B5EF4-FFF2-40B4-BE49-F238E27FC236}">
                    <a16:creationId xmlns:a16="http://schemas.microsoft.com/office/drawing/2014/main" id="{C59D6596-FE1B-4BD0-8E95-05DA97863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669"/>
                <a:ext cx="22" cy="38"/>
              </a:xfrm>
              <a:custGeom>
                <a:avLst/>
                <a:gdLst>
                  <a:gd name="T0" fmla="*/ 120 w 9"/>
                  <a:gd name="T1" fmla="*/ 163 h 14"/>
                  <a:gd name="T2" fmla="*/ 103 w 9"/>
                  <a:gd name="T3" fmla="*/ 60 h 14"/>
                  <a:gd name="T4" fmla="*/ 12 w 9"/>
                  <a:gd name="T5" fmla="*/ 103 h 14"/>
                  <a:gd name="T6" fmla="*/ 71 w 9"/>
                  <a:gd name="T7" fmla="*/ 280 h 14"/>
                  <a:gd name="T8" fmla="*/ 120 w 9"/>
                  <a:gd name="T9" fmla="*/ 1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8" y="8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5" y="0"/>
                      <a:pt x="2" y="2"/>
                      <a:pt x="1" y="5"/>
                    </a:cubicBezTo>
                    <a:cubicBezTo>
                      <a:pt x="0" y="7"/>
                      <a:pt x="2" y="13"/>
                      <a:pt x="5" y="14"/>
                    </a:cubicBezTo>
                    <a:cubicBezTo>
                      <a:pt x="7" y="14"/>
                      <a:pt x="9" y="10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2" name="Freeform 1289">
                <a:extLst>
                  <a:ext uri="{FF2B5EF4-FFF2-40B4-BE49-F238E27FC236}">
                    <a16:creationId xmlns:a16="http://schemas.microsoft.com/office/drawing/2014/main" id="{BAE80AA0-0C6D-4213-BE25-4B7830500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683"/>
                <a:ext cx="20" cy="34"/>
              </a:xfrm>
              <a:custGeom>
                <a:avLst/>
                <a:gdLst>
                  <a:gd name="T0" fmla="*/ 20 w 8"/>
                  <a:gd name="T1" fmla="*/ 34 h 13"/>
                  <a:gd name="T2" fmla="*/ 63 w 8"/>
                  <a:gd name="T3" fmla="*/ 233 h 13"/>
                  <a:gd name="T4" fmla="*/ 50 w 8"/>
                  <a:gd name="T5" fmla="*/ 0 h 13"/>
                  <a:gd name="T6" fmla="*/ 33 w 8"/>
                  <a:gd name="T7" fmla="*/ 2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1" y="2"/>
                    </a:moveTo>
                    <a:cubicBezTo>
                      <a:pt x="0" y="4"/>
                      <a:pt x="1" y="13"/>
                      <a:pt x="4" y="13"/>
                    </a:cubicBezTo>
                    <a:cubicBezTo>
                      <a:pt x="8" y="12"/>
                      <a:pt x="6" y="1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3" name="Freeform 1290">
                <a:extLst>
                  <a:ext uri="{FF2B5EF4-FFF2-40B4-BE49-F238E27FC236}">
                    <a16:creationId xmlns:a16="http://schemas.microsoft.com/office/drawing/2014/main" id="{E618D02A-B28F-46D6-9EC2-2DE18F8C5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659"/>
                <a:ext cx="17" cy="32"/>
              </a:xfrm>
              <a:custGeom>
                <a:avLst/>
                <a:gdLst>
                  <a:gd name="T0" fmla="*/ 29 w 7"/>
                  <a:gd name="T1" fmla="*/ 56 h 12"/>
                  <a:gd name="T2" fmla="*/ 58 w 7"/>
                  <a:gd name="T3" fmla="*/ 205 h 12"/>
                  <a:gd name="T4" fmla="*/ 58 w 7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3"/>
                    </a:moveTo>
                    <a:cubicBezTo>
                      <a:pt x="1" y="5"/>
                      <a:pt x="0" y="12"/>
                      <a:pt x="4" y="11"/>
                    </a:cubicBezTo>
                    <a:cubicBezTo>
                      <a:pt x="7" y="10"/>
                      <a:pt x="7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4" name="Freeform 1291">
                <a:extLst>
                  <a:ext uri="{FF2B5EF4-FFF2-40B4-BE49-F238E27FC236}">
                    <a16:creationId xmlns:a16="http://schemas.microsoft.com/office/drawing/2014/main" id="{FECCE71C-2FF4-4BC0-B19A-7B12BE2AF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685"/>
                <a:ext cx="28" cy="27"/>
              </a:xfrm>
              <a:custGeom>
                <a:avLst/>
                <a:gdLst>
                  <a:gd name="T0" fmla="*/ 20 w 11"/>
                  <a:gd name="T1" fmla="*/ 103 h 10"/>
                  <a:gd name="T2" fmla="*/ 150 w 11"/>
                  <a:gd name="T3" fmla="*/ 59 h 10"/>
                  <a:gd name="T4" fmla="*/ 0 w 11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" y="5"/>
                    </a:moveTo>
                    <a:cubicBezTo>
                      <a:pt x="2" y="2"/>
                      <a:pt x="8" y="0"/>
                      <a:pt x="9" y="3"/>
                    </a:cubicBezTo>
                    <a:cubicBezTo>
                      <a:pt x="11" y="6"/>
                      <a:pt x="2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5" name="Freeform 1292">
                <a:extLst>
                  <a:ext uri="{FF2B5EF4-FFF2-40B4-BE49-F238E27FC236}">
                    <a16:creationId xmlns:a16="http://schemas.microsoft.com/office/drawing/2014/main" id="{0E867F76-5340-4A59-BA31-22C3702CD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656"/>
                <a:ext cx="22" cy="37"/>
              </a:xfrm>
              <a:custGeom>
                <a:avLst/>
                <a:gdLst>
                  <a:gd name="T0" fmla="*/ 12 w 9"/>
                  <a:gd name="T1" fmla="*/ 90 h 14"/>
                  <a:gd name="T2" fmla="*/ 12 w 9"/>
                  <a:gd name="T3" fmla="*/ 182 h 14"/>
                  <a:gd name="T4" fmla="*/ 90 w 9"/>
                  <a:gd name="T5" fmla="*/ 204 h 14"/>
                  <a:gd name="T6" fmla="*/ 103 w 9"/>
                  <a:gd name="T7" fmla="*/ 21 h 14"/>
                  <a:gd name="T8" fmla="*/ 12 w 9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5"/>
                    </a:moveTo>
                    <a:cubicBezTo>
                      <a:pt x="1" y="7"/>
                      <a:pt x="0" y="9"/>
                      <a:pt x="1" y="10"/>
                    </a:cubicBezTo>
                    <a:cubicBezTo>
                      <a:pt x="2" y="14"/>
                      <a:pt x="4" y="13"/>
                      <a:pt x="6" y="11"/>
                    </a:cubicBezTo>
                    <a:cubicBezTo>
                      <a:pt x="8" y="9"/>
                      <a:pt x="9" y="3"/>
                      <a:pt x="7" y="1"/>
                    </a:cubicBezTo>
                    <a:cubicBezTo>
                      <a:pt x="5" y="0"/>
                      <a:pt x="1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6" name="Freeform 1293">
                <a:extLst>
                  <a:ext uri="{FF2B5EF4-FFF2-40B4-BE49-F238E27FC236}">
                    <a16:creationId xmlns:a16="http://schemas.microsoft.com/office/drawing/2014/main" id="{C7A2B560-F999-47FA-BA82-9BAADC4CE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15"/>
                <a:ext cx="18" cy="26"/>
              </a:xfrm>
              <a:custGeom>
                <a:avLst/>
                <a:gdLst>
                  <a:gd name="T0" fmla="*/ 100 w 7"/>
                  <a:gd name="T1" fmla="*/ 177 h 10"/>
                  <a:gd name="T2" fmla="*/ 54 w 7"/>
                  <a:gd name="T3" fmla="*/ 21 h 10"/>
                  <a:gd name="T4" fmla="*/ 54 w 7"/>
                  <a:gd name="T5" fmla="*/ 177 h 10"/>
                  <a:gd name="T6" fmla="*/ 54 w 7"/>
                  <a:gd name="T7" fmla="*/ 17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6" y="10"/>
                    </a:moveTo>
                    <a:cubicBezTo>
                      <a:pt x="7" y="8"/>
                      <a:pt x="7" y="0"/>
                      <a:pt x="3" y="1"/>
                    </a:cubicBezTo>
                    <a:cubicBezTo>
                      <a:pt x="0" y="2"/>
                      <a:pt x="2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7" name="Freeform 1294">
                <a:extLst>
                  <a:ext uri="{FF2B5EF4-FFF2-40B4-BE49-F238E27FC236}">
                    <a16:creationId xmlns:a16="http://schemas.microsoft.com/office/drawing/2014/main" id="{AFDF1962-C8B5-462F-AA7C-E5EF7D332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688"/>
                <a:ext cx="15" cy="29"/>
              </a:xfrm>
              <a:custGeom>
                <a:avLst/>
                <a:gdLst>
                  <a:gd name="T0" fmla="*/ 83 w 6"/>
                  <a:gd name="T1" fmla="*/ 111 h 11"/>
                  <a:gd name="T2" fmla="*/ 50 w 6"/>
                  <a:gd name="T3" fmla="*/ 21 h 11"/>
                  <a:gd name="T4" fmla="*/ 0 w 6"/>
                  <a:gd name="T5" fmla="*/ 76 h 11"/>
                  <a:gd name="T6" fmla="*/ 50 w 6"/>
                  <a:gd name="T7" fmla="*/ 200 h 11"/>
                  <a:gd name="T8" fmla="*/ 83 w 6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5" y="6"/>
                    </a:moveTo>
                    <a:cubicBezTo>
                      <a:pt x="4" y="5"/>
                      <a:pt x="4" y="2"/>
                      <a:pt x="3" y="1"/>
                    </a:cubicBezTo>
                    <a:cubicBezTo>
                      <a:pt x="0" y="0"/>
                      <a:pt x="0" y="2"/>
                      <a:pt x="0" y="4"/>
                    </a:cubicBezTo>
                    <a:cubicBezTo>
                      <a:pt x="0" y="6"/>
                      <a:pt x="1" y="11"/>
                      <a:pt x="3" y="11"/>
                    </a:cubicBezTo>
                    <a:cubicBezTo>
                      <a:pt x="6" y="11"/>
                      <a:pt x="6" y="8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8" name="Freeform 1295">
                <a:extLst>
                  <a:ext uri="{FF2B5EF4-FFF2-40B4-BE49-F238E27FC236}">
                    <a16:creationId xmlns:a16="http://schemas.microsoft.com/office/drawing/2014/main" id="{C0D0C6E6-9226-4DF0-A492-503824D3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707"/>
                <a:ext cx="27" cy="24"/>
              </a:xfrm>
              <a:custGeom>
                <a:avLst/>
                <a:gdLst>
                  <a:gd name="T0" fmla="*/ 162 w 11"/>
                  <a:gd name="T1" fmla="*/ 77 h 9"/>
                  <a:gd name="T2" fmla="*/ 42 w 11"/>
                  <a:gd name="T3" fmla="*/ 136 h 9"/>
                  <a:gd name="T4" fmla="*/ 133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7"/>
                      <a:pt x="6" y="9"/>
                      <a:pt x="3" y="7"/>
                    </a:cubicBezTo>
                    <a:cubicBezTo>
                      <a:pt x="0" y="3"/>
                      <a:pt x="6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69" name="Freeform 1296">
                <a:extLst>
                  <a:ext uri="{FF2B5EF4-FFF2-40B4-BE49-F238E27FC236}">
                    <a16:creationId xmlns:a16="http://schemas.microsoft.com/office/drawing/2014/main" id="{E1A046EC-E4D5-4F0E-AEAA-869C4CBF3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704"/>
                <a:ext cx="32" cy="24"/>
              </a:xfrm>
              <a:custGeom>
                <a:avLst/>
                <a:gdLst>
                  <a:gd name="T0" fmla="*/ 30 w 13"/>
                  <a:gd name="T1" fmla="*/ 171 h 9"/>
                  <a:gd name="T2" fmla="*/ 133 w 13"/>
                  <a:gd name="T3" fmla="*/ 35 h 9"/>
                  <a:gd name="T4" fmla="*/ 12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2" y="9"/>
                    </a:moveTo>
                    <a:cubicBezTo>
                      <a:pt x="4" y="8"/>
                      <a:pt x="13" y="5"/>
                      <a:pt x="9" y="2"/>
                    </a:cubicBezTo>
                    <a:cubicBezTo>
                      <a:pt x="8" y="0"/>
                      <a:pt x="0" y="2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0" name="Freeform 1297">
                <a:extLst>
                  <a:ext uri="{FF2B5EF4-FFF2-40B4-BE49-F238E27FC236}">
                    <a16:creationId xmlns:a16="http://schemas.microsoft.com/office/drawing/2014/main" id="{838FB1D8-FBF3-4CD1-8298-27137847D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677"/>
                <a:ext cx="15" cy="32"/>
              </a:xfrm>
              <a:custGeom>
                <a:avLst/>
                <a:gdLst>
                  <a:gd name="T0" fmla="*/ 83 w 6"/>
                  <a:gd name="T1" fmla="*/ 205 h 12"/>
                  <a:gd name="T2" fmla="*/ 33 w 6"/>
                  <a:gd name="T3" fmla="*/ 56 h 12"/>
                  <a:gd name="T4" fmla="*/ 33 w 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5" y="11"/>
                    </a:moveTo>
                    <a:cubicBezTo>
                      <a:pt x="6" y="9"/>
                      <a:pt x="6" y="0"/>
                      <a:pt x="2" y="3"/>
                    </a:cubicBezTo>
                    <a:cubicBezTo>
                      <a:pt x="0" y="5"/>
                      <a:pt x="1" y="10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1" name="Freeform 1298">
                <a:extLst>
                  <a:ext uri="{FF2B5EF4-FFF2-40B4-BE49-F238E27FC236}">
                    <a16:creationId xmlns:a16="http://schemas.microsoft.com/office/drawing/2014/main" id="{172FC8C6-ED2F-4C06-AA21-17D3347FD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61"/>
                <a:ext cx="32" cy="27"/>
              </a:xfrm>
              <a:custGeom>
                <a:avLst/>
                <a:gdLst>
                  <a:gd name="T0" fmla="*/ 62 w 13"/>
                  <a:gd name="T1" fmla="*/ 197 h 10"/>
                  <a:gd name="T2" fmla="*/ 133 w 13"/>
                  <a:gd name="T3" fmla="*/ 22 h 10"/>
                  <a:gd name="T4" fmla="*/ 62 w 13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6" y="8"/>
                      <a:pt x="13" y="3"/>
                      <a:pt x="9" y="1"/>
                    </a:cubicBezTo>
                    <a:cubicBezTo>
                      <a:pt x="5" y="0"/>
                      <a:pt x="0" y="8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2" name="Freeform 1299">
                <a:extLst>
                  <a:ext uri="{FF2B5EF4-FFF2-40B4-BE49-F238E27FC236}">
                    <a16:creationId xmlns:a16="http://schemas.microsoft.com/office/drawing/2014/main" id="{F41072EC-DDFA-45C9-9A10-477D41056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707"/>
                <a:ext cx="23" cy="34"/>
              </a:xfrm>
              <a:custGeom>
                <a:avLst/>
                <a:gdLst>
                  <a:gd name="T0" fmla="*/ 84 w 9"/>
                  <a:gd name="T1" fmla="*/ 233 h 13"/>
                  <a:gd name="T2" fmla="*/ 66 w 9"/>
                  <a:gd name="T3" fmla="*/ 55 h 13"/>
                  <a:gd name="T4" fmla="*/ 84 w 9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5" y="13"/>
                    </a:moveTo>
                    <a:cubicBezTo>
                      <a:pt x="9" y="11"/>
                      <a:pt x="9" y="0"/>
                      <a:pt x="4" y="3"/>
                    </a:cubicBezTo>
                    <a:cubicBezTo>
                      <a:pt x="0" y="5"/>
                      <a:pt x="3" y="11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3" name="Freeform 1300">
                <a:extLst>
                  <a:ext uri="{FF2B5EF4-FFF2-40B4-BE49-F238E27FC236}">
                    <a16:creationId xmlns:a16="http://schemas.microsoft.com/office/drawing/2014/main" id="{D675D179-47FA-4BF7-8BDE-C3D6BA707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691"/>
                <a:ext cx="30" cy="29"/>
              </a:xfrm>
              <a:custGeom>
                <a:avLst/>
                <a:gdLst>
                  <a:gd name="T0" fmla="*/ 125 w 12"/>
                  <a:gd name="T1" fmla="*/ 166 h 11"/>
                  <a:gd name="T2" fmla="*/ 83 w 12"/>
                  <a:gd name="T3" fmla="*/ 55 h 11"/>
                  <a:gd name="T4" fmla="*/ 20 w 12"/>
                  <a:gd name="T5" fmla="*/ 166 h 11"/>
                  <a:gd name="T6" fmla="*/ 95 w 12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8" y="9"/>
                    </a:moveTo>
                    <a:cubicBezTo>
                      <a:pt x="12" y="6"/>
                      <a:pt x="12" y="0"/>
                      <a:pt x="5" y="3"/>
                    </a:cubicBezTo>
                    <a:cubicBezTo>
                      <a:pt x="3" y="3"/>
                      <a:pt x="0" y="6"/>
                      <a:pt x="1" y="9"/>
                    </a:cubicBezTo>
                    <a:cubicBezTo>
                      <a:pt x="2" y="11"/>
                      <a:pt x="4" y="10"/>
                      <a:pt x="6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4" name="Freeform 1301">
                <a:extLst>
                  <a:ext uri="{FF2B5EF4-FFF2-40B4-BE49-F238E27FC236}">
                    <a16:creationId xmlns:a16="http://schemas.microsoft.com/office/drawing/2014/main" id="{EB25767F-8572-4BD4-9E0D-EA2F4093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717"/>
                <a:ext cx="27" cy="22"/>
              </a:xfrm>
              <a:custGeom>
                <a:avLst/>
                <a:gdLst>
                  <a:gd name="T0" fmla="*/ 71 w 11"/>
                  <a:gd name="T1" fmla="*/ 143 h 8"/>
                  <a:gd name="T2" fmla="*/ 103 w 11"/>
                  <a:gd name="T3" fmla="*/ 22 h 8"/>
                  <a:gd name="T4" fmla="*/ 61 w 11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7"/>
                    </a:moveTo>
                    <a:cubicBezTo>
                      <a:pt x="8" y="8"/>
                      <a:pt x="11" y="2"/>
                      <a:pt x="7" y="1"/>
                    </a:cubicBezTo>
                    <a:cubicBezTo>
                      <a:pt x="4" y="0"/>
                      <a:pt x="0" y="6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5" name="Freeform 1302">
                <a:extLst>
                  <a:ext uri="{FF2B5EF4-FFF2-40B4-BE49-F238E27FC236}">
                    <a16:creationId xmlns:a16="http://schemas.microsoft.com/office/drawing/2014/main" id="{EFF13D60-01CD-494F-92C0-54BE8FFCF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09"/>
                <a:ext cx="25" cy="40"/>
              </a:xfrm>
              <a:custGeom>
                <a:avLst/>
                <a:gdLst>
                  <a:gd name="T0" fmla="*/ 95 w 10"/>
                  <a:gd name="T1" fmla="*/ 264 h 15"/>
                  <a:gd name="T2" fmla="*/ 63 w 10"/>
                  <a:gd name="T3" fmla="*/ 93 h 15"/>
                  <a:gd name="T4" fmla="*/ 50 w 10"/>
                  <a:gd name="T5" fmla="*/ 264 h 15"/>
                  <a:gd name="T6" fmla="*/ 95 w 10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6" y="14"/>
                    </a:moveTo>
                    <a:cubicBezTo>
                      <a:pt x="9" y="11"/>
                      <a:pt x="10" y="0"/>
                      <a:pt x="4" y="5"/>
                    </a:cubicBezTo>
                    <a:cubicBezTo>
                      <a:pt x="2" y="7"/>
                      <a:pt x="0" y="12"/>
                      <a:pt x="3" y="14"/>
                    </a:cubicBezTo>
                    <a:cubicBezTo>
                      <a:pt x="4" y="15"/>
                      <a:pt x="5" y="14"/>
                      <a:pt x="6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6" name="Freeform 1303">
                <a:extLst>
                  <a:ext uri="{FF2B5EF4-FFF2-40B4-BE49-F238E27FC236}">
                    <a16:creationId xmlns:a16="http://schemas.microsoft.com/office/drawing/2014/main" id="{A535787F-4504-4281-8419-6B6E09D0C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44"/>
                <a:ext cx="32" cy="16"/>
              </a:xfrm>
              <a:custGeom>
                <a:avLst/>
                <a:gdLst>
                  <a:gd name="T0" fmla="*/ 133 w 13"/>
                  <a:gd name="T1" fmla="*/ 0 h 6"/>
                  <a:gd name="T2" fmla="*/ 91 w 13"/>
                  <a:gd name="T3" fmla="*/ 115 h 6"/>
                  <a:gd name="T4" fmla="*/ 133 w 13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9" y="0"/>
                    </a:moveTo>
                    <a:cubicBezTo>
                      <a:pt x="6" y="0"/>
                      <a:pt x="0" y="6"/>
                      <a:pt x="6" y="6"/>
                    </a:cubicBezTo>
                    <a:cubicBezTo>
                      <a:pt x="9" y="6"/>
                      <a:pt x="13" y="1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7" name="Freeform 1304">
                <a:extLst>
                  <a:ext uri="{FF2B5EF4-FFF2-40B4-BE49-F238E27FC236}">
                    <a16:creationId xmlns:a16="http://schemas.microsoft.com/office/drawing/2014/main" id="{68296069-E72D-43D4-B9F7-1E71A0AED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749"/>
                <a:ext cx="30" cy="30"/>
              </a:xfrm>
              <a:custGeom>
                <a:avLst/>
                <a:gdLst>
                  <a:gd name="T0" fmla="*/ 113 w 12"/>
                  <a:gd name="T1" fmla="*/ 202 h 11"/>
                  <a:gd name="T2" fmla="*/ 125 w 12"/>
                  <a:gd name="T3" fmla="*/ 82 h 11"/>
                  <a:gd name="T4" fmla="*/ 113 w 12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10"/>
                    </a:moveTo>
                    <a:cubicBezTo>
                      <a:pt x="11" y="10"/>
                      <a:pt x="12" y="6"/>
                      <a:pt x="8" y="4"/>
                    </a:cubicBezTo>
                    <a:cubicBezTo>
                      <a:pt x="1" y="0"/>
                      <a:pt x="0" y="10"/>
                      <a:pt x="7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8" name="Freeform 1305">
                <a:extLst>
                  <a:ext uri="{FF2B5EF4-FFF2-40B4-BE49-F238E27FC236}">
                    <a16:creationId xmlns:a16="http://schemas.microsoft.com/office/drawing/2014/main" id="{ACFAD435-43C8-4DC1-B306-7F6950E1E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853"/>
                <a:ext cx="30" cy="24"/>
              </a:xfrm>
              <a:custGeom>
                <a:avLst/>
                <a:gdLst>
                  <a:gd name="T0" fmla="*/ 50 w 12"/>
                  <a:gd name="T1" fmla="*/ 149 h 9"/>
                  <a:gd name="T2" fmla="*/ 125 w 12"/>
                  <a:gd name="T3" fmla="*/ 136 h 9"/>
                  <a:gd name="T4" fmla="*/ 125 w 12"/>
                  <a:gd name="T5" fmla="*/ 21 h 9"/>
                  <a:gd name="T6" fmla="*/ 0 w 12"/>
                  <a:gd name="T7" fmla="*/ 115 h 9"/>
                  <a:gd name="T8" fmla="*/ 33 w 12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3" y="8"/>
                    </a:moveTo>
                    <a:cubicBezTo>
                      <a:pt x="4" y="8"/>
                      <a:pt x="6" y="8"/>
                      <a:pt x="8" y="7"/>
                    </a:cubicBezTo>
                    <a:cubicBezTo>
                      <a:pt x="10" y="5"/>
                      <a:pt x="12" y="2"/>
                      <a:pt x="8" y="1"/>
                    </a:cubicBezTo>
                    <a:cubicBezTo>
                      <a:pt x="6" y="0"/>
                      <a:pt x="0" y="2"/>
                      <a:pt x="0" y="6"/>
                    </a:cubicBezTo>
                    <a:cubicBezTo>
                      <a:pt x="0" y="8"/>
                      <a:pt x="1" y="9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79" name="Freeform 1306">
                <a:extLst>
                  <a:ext uri="{FF2B5EF4-FFF2-40B4-BE49-F238E27FC236}">
                    <a16:creationId xmlns:a16="http://schemas.microsoft.com/office/drawing/2014/main" id="{E182F560-D7CC-4FC8-B195-E6555576D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827"/>
                <a:ext cx="35" cy="32"/>
              </a:xfrm>
              <a:custGeom>
                <a:avLst/>
                <a:gdLst>
                  <a:gd name="T0" fmla="*/ 95 w 14"/>
                  <a:gd name="T1" fmla="*/ 227 h 12"/>
                  <a:gd name="T2" fmla="*/ 175 w 14"/>
                  <a:gd name="T3" fmla="*/ 56 h 12"/>
                  <a:gd name="T4" fmla="*/ 63 w 14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8" y="11"/>
                      <a:pt x="14" y="6"/>
                      <a:pt x="11" y="3"/>
                    </a:cubicBezTo>
                    <a:cubicBezTo>
                      <a:pt x="7" y="0"/>
                      <a:pt x="0" y="10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0" name="Freeform 1307">
                <a:extLst>
                  <a:ext uri="{FF2B5EF4-FFF2-40B4-BE49-F238E27FC236}">
                    <a16:creationId xmlns:a16="http://schemas.microsoft.com/office/drawing/2014/main" id="{34C55C93-DC49-4821-B330-ABDE069E6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845"/>
                <a:ext cx="23" cy="32"/>
              </a:xfrm>
              <a:custGeom>
                <a:avLst/>
                <a:gdLst>
                  <a:gd name="T0" fmla="*/ 33 w 9"/>
                  <a:gd name="T1" fmla="*/ 227 h 12"/>
                  <a:gd name="T2" fmla="*/ 84 w 9"/>
                  <a:gd name="T3" fmla="*/ 35 h 12"/>
                  <a:gd name="T4" fmla="*/ 20 w 9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2" y="12"/>
                    </a:moveTo>
                    <a:cubicBezTo>
                      <a:pt x="5" y="12"/>
                      <a:pt x="9" y="4"/>
                      <a:pt x="5" y="2"/>
                    </a:cubicBezTo>
                    <a:cubicBezTo>
                      <a:pt x="1" y="0"/>
                      <a:pt x="0" y="7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1" name="Freeform 1308">
                <a:extLst>
                  <a:ext uri="{FF2B5EF4-FFF2-40B4-BE49-F238E27FC236}">
                    <a16:creationId xmlns:a16="http://schemas.microsoft.com/office/drawing/2014/main" id="{A69E2967-53F2-470D-95B9-055968D0E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832"/>
                <a:ext cx="32" cy="24"/>
              </a:xfrm>
              <a:custGeom>
                <a:avLst/>
                <a:gdLst>
                  <a:gd name="T0" fmla="*/ 62 w 13"/>
                  <a:gd name="T1" fmla="*/ 136 h 9"/>
                  <a:gd name="T2" fmla="*/ 91 w 13"/>
                  <a:gd name="T3" fmla="*/ 21 h 9"/>
                  <a:gd name="T4" fmla="*/ 62 w 13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4" y="7"/>
                    </a:moveTo>
                    <a:cubicBezTo>
                      <a:pt x="7" y="6"/>
                      <a:pt x="13" y="0"/>
                      <a:pt x="6" y="1"/>
                    </a:cubicBezTo>
                    <a:cubicBezTo>
                      <a:pt x="2" y="1"/>
                      <a:pt x="0" y="9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2" name="Freeform 1309">
                <a:extLst>
                  <a:ext uri="{FF2B5EF4-FFF2-40B4-BE49-F238E27FC236}">
                    <a16:creationId xmlns:a16="http://schemas.microsoft.com/office/drawing/2014/main" id="{6AA23C50-09D0-4028-AAB5-9D958AFB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848"/>
                <a:ext cx="5" cy="13"/>
              </a:xfrm>
              <a:custGeom>
                <a:avLst/>
                <a:gdLst>
                  <a:gd name="T0" fmla="*/ 33 w 2"/>
                  <a:gd name="T1" fmla="*/ 88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3" name="Freeform 1310">
                <a:extLst>
                  <a:ext uri="{FF2B5EF4-FFF2-40B4-BE49-F238E27FC236}">
                    <a16:creationId xmlns:a16="http://schemas.microsoft.com/office/drawing/2014/main" id="{DDC6F67C-325A-4403-8E44-59ECDEE4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837"/>
                <a:ext cx="43" cy="19"/>
              </a:xfrm>
              <a:custGeom>
                <a:avLst/>
                <a:gdLst>
                  <a:gd name="T0" fmla="*/ 116 w 17"/>
                  <a:gd name="T1" fmla="*/ 141 h 7"/>
                  <a:gd name="T2" fmla="*/ 180 w 17"/>
                  <a:gd name="T3" fmla="*/ 0 h 7"/>
                  <a:gd name="T4" fmla="*/ 96 w 1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">
                    <a:moveTo>
                      <a:pt x="7" y="7"/>
                    </a:moveTo>
                    <a:cubicBezTo>
                      <a:pt x="10" y="7"/>
                      <a:pt x="17" y="0"/>
                      <a:pt x="11" y="0"/>
                    </a:cubicBezTo>
                    <a:cubicBezTo>
                      <a:pt x="9" y="0"/>
                      <a:pt x="0" y="6"/>
                      <a:pt x="6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4" name="Freeform 1311">
                <a:extLst>
                  <a:ext uri="{FF2B5EF4-FFF2-40B4-BE49-F238E27FC236}">
                    <a16:creationId xmlns:a16="http://schemas.microsoft.com/office/drawing/2014/main" id="{F08F0637-2AD4-48E2-914E-905FF4B18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811"/>
                <a:ext cx="27" cy="34"/>
              </a:xfrm>
              <a:custGeom>
                <a:avLst/>
                <a:gdLst>
                  <a:gd name="T0" fmla="*/ 120 w 11"/>
                  <a:gd name="T1" fmla="*/ 55 h 13"/>
                  <a:gd name="T2" fmla="*/ 71 w 11"/>
                  <a:gd name="T3" fmla="*/ 165 h 13"/>
                  <a:gd name="T4" fmla="*/ 91 w 11"/>
                  <a:gd name="T5" fmla="*/ 3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8" y="3"/>
                    </a:moveTo>
                    <a:cubicBezTo>
                      <a:pt x="6" y="0"/>
                      <a:pt x="0" y="6"/>
                      <a:pt x="5" y="9"/>
                    </a:cubicBezTo>
                    <a:cubicBezTo>
                      <a:pt x="10" y="13"/>
                      <a:pt x="11" y="4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5" name="Freeform 1312">
                <a:extLst>
                  <a:ext uri="{FF2B5EF4-FFF2-40B4-BE49-F238E27FC236}">
                    <a16:creationId xmlns:a16="http://schemas.microsoft.com/office/drawing/2014/main" id="{061636C4-94B0-4E74-A7D5-E3C8259FC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784"/>
                <a:ext cx="27" cy="32"/>
              </a:xfrm>
              <a:custGeom>
                <a:avLst/>
                <a:gdLst>
                  <a:gd name="T0" fmla="*/ 150 w 11"/>
                  <a:gd name="T1" fmla="*/ 171 h 12"/>
                  <a:gd name="T2" fmla="*/ 42 w 11"/>
                  <a:gd name="T3" fmla="*/ 77 h 12"/>
                  <a:gd name="T4" fmla="*/ 150 w 11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11" y="5"/>
                      <a:pt x="5" y="0"/>
                      <a:pt x="3" y="4"/>
                    </a:cubicBezTo>
                    <a:cubicBezTo>
                      <a:pt x="0" y="9"/>
                      <a:pt x="9" y="12"/>
                      <a:pt x="10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6" name="Freeform 1313">
                <a:extLst>
                  <a:ext uri="{FF2B5EF4-FFF2-40B4-BE49-F238E27FC236}">
                    <a16:creationId xmlns:a16="http://schemas.microsoft.com/office/drawing/2014/main" id="{6581B41C-875E-44CA-AEDA-24AE4FDEA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811"/>
                <a:ext cx="27" cy="37"/>
              </a:xfrm>
              <a:custGeom>
                <a:avLst/>
                <a:gdLst>
                  <a:gd name="T0" fmla="*/ 91 w 11"/>
                  <a:gd name="T1" fmla="*/ 0 h 14"/>
                  <a:gd name="T2" fmla="*/ 29 w 11"/>
                  <a:gd name="T3" fmla="*/ 167 h 14"/>
                  <a:gd name="T4" fmla="*/ 103 w 11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cubicBezTo>
                      <a:pt x="2" y="1"/>
                      <a:pt x="0" y="6"/>
                      <a:pt x="2" y="9"/>
                    </a:cubicBezTo>
                    <a:cubicBezTo>
                      <a:pt x="7" y="14"/>
                      <a:pt x="11" y="0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7" name="Freeform 1314">
                <a:extLst>
                  <a:ext uri="{FF2B5EF4-FFF2-40B4-BE49-F238E27FC236}">
                    <a16:creationId xmlns:a16="http://schemas.microsoft.com/office/drawing/2014/main" id="{2BB7687E-6C02-46C5-91ED-BA7666195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800"/>
                <a:ext cx="20" cy="32"/>
              </a:xfrm>
              <a:custGeom>
                <a:avLst/>
                <a:gdLst>
                  <a:gd name="T0" fmla="*/ 125 w 8"/>
                  <a:gd name="T1" fmla="*/ 56 h 12"/>
                  <a:gd name="T2" fmla="*/ 83 w 8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8" y="3"/>
                    </a:moveTo>
                    <a:cubicBezTo>
                      <a:pt x="4" y="0"/>
                      <a:pt x="0" y="10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8" name="Freeform 1315">
                <a:extLst>
                  <a:ext uri="{FF2B5EF4-FFF2-40B4-BE49-F238E27FC236}">
                    <a16:creationId xmlns:a16="http://schemas.microsoft.com/office/drawing/2014/main" id="{25C42F55-42FC-40D4-AAC8-AA53BAFF6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925"/>
                <a:ext cx="22" cy="24"/>
              </a:xfrm>
              <a:custGeom>
                <a:avLst/>
                <a:gdLst>
                  <a:gd name="T0" fmla="*/ 132 w 9"/>
                  <a:gd name="T1" fmla="*/ 56 h 9"/>
                  <a:gd name="T2" fmla="*/ 42 w 9"/>
                  <a:gd name="T3" fmla="*/ 56 h 9"/>
                  <a:gd name="T4" fmla="*/ 120 w 9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0"/>
                      <a:pt x="4" y="0"/>
                      <a:pt x="3" y="3"/>
                    </a:cubicBezTo>
                    <a:cubicBezTo>
                      <a:pt x="0" y="6"/>
                      <a:pt x="6" y="9"/>
                      <a:pt x="8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89" name="Freeform 1316">
                <a:extLst>
                  <a:ext uri="{FF2B5EF4-FFF2-40B4-BE49-F238E27FC236}">
                    <a16:creationId xmlns:a16="http://schemas.microsoft.com/office/drawing/2014/main" id="{E4139818-37B0-402D-94BB-24D6B8A23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917"/>
                <a:ext cx="23" cy="30"/>
              </a:xfrm>
              <a:custGeom>
                <a:avLst/>
                <a:gdLst>
                  <a:gd name="T0" fmla="*/ 130 w 9"/>
                  <a:gd name="T1" fmla="*/ 185 h 11"/>
                  <a:gd name="T2" fmla="*/ 84 w 9"/>
                  <a:gd name="T3" fmla="*/ 22 h 11"/>
                  <a:gd name="T4" fmla="*/ 84 w 9"/>
                  <a:gd name="T5" fmla="*/ 2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9" y="6"/>
                      <a:pt x="9" y="0"/>
                      <a:pt x="5" y="1"/>
                    </a:cubicBezTo>
                    <a:cubicBezTo>
                      <a:pt x="0" y="3"/>
                      <a:pt x="3" y="11"/>
                      <a:pt x="5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0" name="Freeform 1317">
                <a:extLst>
                  <a:ext uri="{FF2B5EF4-FFF2-40B4-BE49-F238E27FC236}">
                    <a16:creationId xmlns:a16="http://schemas.microsoft.com/office/drawing/2014/main" id="{A137276B-B871-4404-ABC5-39A21F91C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901"/>
                <a:ext cx="23" cy="32"/>
              </a:xfrm>
              <a:custGeom>
                <a:avLst/>
                <a:gdLst>
                  <a:gd name="T0" fmla="*/ 66 w 9"/>
                  <a:gd name="T1" fmla="*/ 205 h 12"/>
                  <a:gd name="T2" fmla="*/ 118 w 9"/>
                  <a:gd name="T3" fmla="*/ 35 h 12"/>
                  <a:gd name="T4" fmla="*/ 20 w 9"/>
                  <a:gd name="T5" fmla="*/ 35 h 12"/>
                  <a:gd name="T6" fmla="*/ 66 w 9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4" y="11"/>
                    </a:moveTo>
                    <a:cubicBezTo>
                      <a:pt x="9" y="12"/>
                      <a:pt x="9" y="4"/>
                      <a:pt x="7" y="2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5"/>
                      <a:pt x="2" y="9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1" name="Freeform 1318">
                <a:extLst>
                  <a:ext uri="{FF2B5EF4-FFF2-40B4-BE49-F238E27FC236}">
                    <a16:creationId xmlns:a16="http://schemas.microsoft.com/office/drawing/2014/main" id="{0922FEE3-7382-4A4B-B710-D5EE7AA56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837"/>
                <a:ext cx="7" cy="24"/>
              </a:xfrm>
              <a:custGeom>
                <a:avLst/>
                <a:gdLst>
                  <a:gd name="T0" fmla="*/ 12 w 3"/>
                  <a:gd name="T1" fmla="*/ 171 h 9"/>
                  <a:gd name="T2" fmla="*/ 3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1" y="6"/>
                      <a:pt x="0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2" name="Freeform 1319">
                <a:extLst>
                  <a:ext uri="{FF2B5EF4-FFF2-40B4-BE49-F238E27FC236}">
                    <a16:creationId xmlns:a16="http://schemas.microsoft.com/office/drawing/2014/main" id="{4117708D-C7A7-44A6-A7F0-58CB3B2F1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829"/>
                <a:ext cx="28" cy="27"/>
              </a:xfrm>
              <a:custGeom>
                <a:avLst/>
                <a:gdLst>
                  <a:gd name="T0" fmla="*/ 181 w 11"/>
                  <a:gd name="T1" fmla="*/ 138 h 10"/>
                  <a:gd name="T2" fmla="*/ 51 w 11"/>
                  <a:gd name="T3" fmla="*/ 81 h 10"/>
                  <a:gd name="T4" fmla="*/ 181 w 11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7"/>
                    </a:moveTo>
                    <a:cubicBezTo>
                      <a:pt x="10" y="5"/>
                      <a:pt x="5" y="0"/>
                      <a:pt x="3" y="4"/>
                    </a:cubicBezTo>
                    <a:cubicBezTo>
                      <a:pt x="0" y="9"/>
                      <a:pt x="8" y="10"/>
                      <a:pt x="1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3" name="Freeform 1320">
                <a:extLst>
                  <a:ext uri="{FF2B5EF4-FFF2-40B4-BE49-F238E27FC236}">
                    <a16:creationId xmlns:a16="http://schemas.microsoft.com/office/drawing/2014/main" id="{5215B092-92DD-480F-B97D-071B4412F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848"/>
                <a:ext cx="28" cy="37"/>
              </a:xfrm>
              <a:custGeom>
                <a:avLst/>
                <a:gdLst>
                  <a:gd name="T0" fmla="*/ 117 w 11"/>
                  <a:gd name="T1" fmla="*/ 225 h 14"/>
                  <a:gd name="T2" fmla="*/ 97 w 11"/>
                  <a:gd name="T3" fmla="*/ 56 h 14"/>
                  <a:gd name="T4" fmla="*/ 97 w 11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7" y="12"/>
                    </a:moveTo>
                    <a:cubicBezTo>
                      <a:pt x="11" y="12"/>
                      <a:pt x="9" y="3"/>
                      <a:pt x="6" y="3"/>
                    </a:cubicBezTo>
                    <a:cubicBezTo>
                      <a:pt x="0" y="0"/>
                      <a:pt x="1" y="14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4" name="Freeform 1321">
                <a:extLst>
                  <a:ext uri="{FF2B5EF4-FFF2-40B4-BE49-F238E27FC236}">
                    <a16:creationId xmlns:a16="http://schemas.microsoft.com/office/drawing/2014/main" id="{0CBDEEC6-F2D8-46F8-A4C7-4E692B13E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861"/>
                <a:ext cx="33" cy="24"/>
              </a:xfrm>
              <a:custGeom>
                <a:avLst/>
                <a:gdLst>
                  <a:gd name="T0" fmla="*/ 63 w 13"/>
                  <a:gd name="T1" fmla="*/ 171 h 9"/>
                  <a:gd name="T2" fmla="*/ 160 w 13"/>
                  <a:gd name="T3" fmla="*/ 35 h 9"/>
                  <a:gd name="T4" fmla="*/ 63 w 13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4" y="9"/>
                    </a:moveTo>
                    <a:cubicBezTo>
                      <a:pt x="6" y="9"/>
                      <a:pt x="13" y="5"/>
                      <a:pt x="10" y="2"/>
                    </a:cubicBezTo>
                    <a:cubicBezTo>
                      <a:pt x="8" y="0"/>
                      <a:pt x="0" y="6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5" name="Freeform 1322">
                <a:extLst>
                  <a:ext uri="{FF2B5EF4-FFF2-40B4-BE49-F238E27FC236}">
                    <a16:creationId xmlns:a16="http://schemas.microsoft.com/office/drawing/2014/main" id="{ABA6ECDA-65E1-49C0-B6AA-10A31498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824"/>
                <a:ext cx="25" cy="24"/>
              </a:xfrm>
              <a:custGeom>
                <a:avLst/>
                <a:gdLst>
                  <a:gd name="T0" fmla="*/ 33 w 10"/>
                  <a:gd name="T1" fmla="*/ 21 h 9"/>
                  <a:gd name="T2" fmla="*/ 33 w 10"/>
                  <a:gd name="T3" fmla="*/ 136 h 9"/>
                  <a:gd name="T4" fmla="*/ 95 w 10"/>
                  <a:gd name="T5" fmla="*/ 149 h 9"/>
                  <a:gd name="T6" fmla="*/ 158 w 10"/>
                  <a:gd name="T7" fmla="*/ 77 h 9"/>
                  <a:gd name="T8" fmla="*/ 125 w 1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1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4" y="9"/>
                      <a:pt x="4" y="9"/>
                      <a:pt x="6" y="8"/>
                    </a:cubicBezTo>
                    <a:cubicBezTo>
                      <a:pt x="7" y="7"/>
                      <a:pt x="9" y="6"/>
                      <a:pt x="10" y="4"/>
                    </a:cubicBezTo>
                    <a:cubicBezTo>
                      <a:pt x="10" y="3"/>
                      <a:pt x="9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6" name="Freeform 1323">
                <a:extLst>
                  <a:ext uri="{FF2B5EF4-FFF2-40B4-BE49-F238E27FC236}">
                    <a16:creationId xmlns:a16="http://schemas.microsoft.com/office/drawing/2014/main" id="{AE21C092-3562-43FB-957F-C8C2C4C8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845"/>
                <a:ext cx="25" cy="22"/>
              </a:xfrm>
              <a:custGeom>
                <a:avLst/>
                <a:gdLst>
                  <a:gd name="T0" fmla="*/ 63 w 10"/>
                  <a:gd name="T1" fmla="*/ 0 h 8"/>
                  <a:gd name="T2" fmla="*/ 83 w 10"/>
                  <a:gd name="T3" fmla="*/ 143 h 8"/>
                  <a:gd name="T4" fmla="*/ 0 w 10"/>
                  <a:gd name="T5" fmla="*/ 83 h 8"/>
                  <a:gd name="T6" fmla="*/ 50 w 1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4" y="0"/>
                    </a:moveTo>
                    <a:cubicBezTo>
                      <a:pt x="8" y="1"/>
                      <a:pt x="10" y="5"/>
                      <a:pt x="5" y="7"/>
                    </a:cubicBezTo>
                    <a:cubicBezTo>
                      <a:pt x="3" y="8"/>
                      <a:pt x="0" y="7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7" name="Freeform 1324">
                <a:extLst>
                  <a:ext uri="{FF2B5EF4-FFF2-40B4-BE49-F238E27FC236}">
                    <a16:creationId xmlns:a16="http://schemas.microsoft.com/office/drawing/2014/main" id="{6B39A2D6-ED7F-4B9C-BC0A-0E878E16B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827"/>
                <a:ext cx="25" cy="29"/>
              </a:xfrm>
              <a:custGeom>
                <a:avLst/>
                <a:gdLst>
                  <a:gd name="T0" fmla="*/ 50 w 10"/>
                  <a:gd name="T1" fmla="*/ 166 h 11"/>
                  <a:gd name="T2" fmla="*/ 63 w 10"/>
                  <a:gd name="T3" fmla="*/ 21 h 11"/>
                  <a:gd name="T4" fmla="*/ 0 w 10"/>
                  <a:gd name="T5" fmla="*/ 111 h 11"/>
                  <a:gd name="T6" fmla="*/ 33 w 10"/>
                  <a:gd name="T7" fmla="*/ 16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3" y="9"/>
                    </a:moveTo>
                    <a:cubicBezTo>
                      <a:pt x="5" y="7"/>
                      <a:pt x="10" y="1"/>
                      <a:pt x="4" y="1"/>
                    </a:cubicBezTo>
                    <a:cubicBezTo>
                      <a:pt x="1" y="0"/>
                      <a:pt x="0" y="4"/>
                      <a:pt x="0" y="6"/>
                    </a:cubicBezTo>
                    <a:cubicBezTo>
                      <a:pt x="0" y="7"/>
                      <a:pt x="1" y="11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8" name="Freeform 1325">
                <a:extLst>
                  <a:ext uri="{FF2B5EF4-FFF2-40B4-BE49-F238E27FC236}">
                    <a16:creationId xmlns:a16="http://schemas.microsoft.com/office/drawing/2014/main" id="{3957E0F8-E9B6-4745-BAF1-C1C81B50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803"/>
                <a:ext cx="18" cy="34"/>
              </a:xfrm>
              <a:custGeom>
                <a:avLst/>
                <a:gdLst>
                  <a:gd name="T0" fmla="*/ 100 w 7"/>
                  <a:gd name="T1" fmla="*/ 178 h 13"/>
                  <a:gd name="T2" fmla="*/ 21 w 7"/>
                  <a:gd name="T3" fmla="*/ 89 h 13"/>
                  <a:gd name="T4" fmla="*/ 54 w 7"/>
                  <a:gd name="T5" fmla="*/ 233 h 13"/>
                  <a:gd name="T6" fmla="*/ 100 w 7"/>
                  <a:gd name="T7" fmla="*/ 2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6" y="10"/>
                    </a:moveTo>
                    <a:cubicBezTo>
                      <a:pt x="7" y="8"/>
                      <a:pt x="3" y="0"/>
                      <a:pt x="1" y="5"/>
                    </a:cubicBezTo>
                    <a:cubicBezTo>
                      <a:pt x="0" y="7"/>
                      <a:pt x="1" y="12"/>
                      <a:pt x="3" y="13"/>
                    </a:cubicBezTo>
                    <a:cubicBezTo>
                      <a:pt x="4" y="13"/>
                      <a:pt x="6" y="13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99" name="Freeform 1326">
                <a:extLst>
                  <a:ext uri="{FF2B5EF4-FFF2-40B4-BE49-F238E27FC236}">
                    <a16:creationId xmlns:a16="http://schemas.microsoft.com/office/drawing/2014/main" id="{096FCC57-7154-4B73-B572-6E24662D2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824"/>
                <a:ext cx="23" cy="35"/>
              </a:xfrm>
              <a:custGeom>
                <a:avLst/>
                <a:gdLst>
                  <a:gd name="T0" fmla="*/ 84 w 9"/>
                  <a:gd name="T1" fmla="*/ 137 h 13"/>
                  <a:gd name="T2" fmla="*/ 66 w 9"/>
                  <a:gd name="T3" fmla="*/ 35 h 13"/>
                  <a:gd name="T4" fmla="*/ 66 w 9"/>
                  <a:gd name="T5" fmla="*/ 1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5" y="7"/>
                    </a:moveTo>
                    <a:cubicBezTo>
                      <a:pt x="7" y="5"/>
                      <a:pt x="9" y="0"/>
                      <a:pt x="4" y="2"/>
                    </a:cubicBezTo>
                    <a:cubicBezTo>
                      <a:pt x="0" y="4"/>
                      <a:pt x="0" y="13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0" name="Freeform 1327">
                <a:extLst>
                  <a:ext uri="{FF2B5EF4-FFF2-40B4-BE49-F238E27FC236}">
                    <a16:creationId xmlns:a16="http://schemas.microsoft.com/office/drawing/2014/main" id="{364ADD21-0DCA-4F5C-831D-411C8BD5E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800"/>
                <a:ext cx="28" cy="21"/>
              </a:xfrm>
              <a:custGeom>
                <a:avLst/>
                <a:gdLst>
                  <a:gd name="T0" fmla="*/ 84 w 11"/>
                  <a:gd name="T1" fmla="*/ 144 h 8"/>
                  <a:gd name="T2" fmla="*/ 117 w 11"/>
                  <a:gd name="T3" fmla="*/ 21 h 8"/>
                  <a:gd name="T4" fmla="*/ 64 w 11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8"/>
                    </a:moveTo>
                    <a:cubicBezTo>
                      <a:pt x="7" y="7"/>
                      <a:pt x="11" y="1"/>
                      <a:pt x="7" y="1"/>
                    </a:cubicBezTo>
                    <a:cubicBezTo>
                      <a:pt x="4" y="0"/>
                      <a:pt x="0" y="7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1" name="Freeform 1328">
                <a:extLst>
                  <a:ext uri="{FF2B5EF4-FFF2-40B4-BE49-F238E27FC236}">
                    <a16:creationId xmlns:a16="http://schemas.microsoft.com/office/drawing/2014/main" id="{6E9A1A4D-5630-4B75-BA9C-53CD23975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832"/>
                <a:ext cx="30" cy="24"/>
              </a:xfrm>
              <a:custGeom>
                <a:avLst/>
                <a:gdLst>
                  <a:gd name="T0" fmla="*/ 83 w 12"/>
                  <a:gd name="T1" fmla="*/ 171 h 9"/>
                  <a:gd name="T2" fmla="*/ 125 w 12"/>
                  <a:gd name="T3" fmla="*/ 21 h 9"/>
                  <a:gd name="T4" fmla="*/ 63 w 12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7" y="8"/>
                      <a:pt x="12" y="3"/>
                      <a:pt x="8" y="1"/>
                    </a:cubicBezTo>
                    <a:cubicBezTo>
                      <a:pt x="5" y="0"/>
                      <a:pt x="0" y="6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2" name="Freeform 1329">
                <a:extLst>
                  <a:ext uri="{FF2B5EF4-FFF2-40B4-BE49-F238E27FC236}">
                    <a16:creationId xmlns:a16="http://schemas.microsoft.com/office/drawing/2014/main" id="{59AE6335-9D2C-4CF6-8793-D43B0ED09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981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0 w 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2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3" name="Freeform 1330">
                <a:extLst>
                  <a:ext uri="{FF2B5EF4-FFF2-40B4-BE49-F238E27FC236}">
                    <a16:creationId xmlns:a16="http://schemas.microsoft.com/office/drawing/2014/main" id="{1D4184E0-22BD-4A92-994A-29F13ABA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939"/>
                <a:ext cx="23" cy="32"/>
              </a:xfrm>
              <a:custGeom>
                <a:avLst/>
                <a:gdLst>
                  <a:gd name="T0" fmla="*/ 20 w 9"/>
                  <a:gd name="T1" fmla="*/ 227 h 12"/>
                  <a:gd name="T2" fmla="*/ 151 w 9"/>
                  <a:gd name="T3" fmla="*/ 93 h 12"/>
                  <a:gd name="T4" fmla="*/ 0 w 9"/>
                  <a:gd name="T5" fmla="*/ 13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1" y="12"/>
                    </a:moveTo>
                    <a:cubicBezTo>
                      <a:pt x="4" y="12"/>
                      <a:pt x="9" y="9"/>
                      <a:pt x="9" y="5"/>
                    </a:cubicBezTo>
                    <a:cubicBezTo>
                      <a:pt x="8" y="0"/>
                      <a:pt x="0" y="3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4" name="Freeform 1331">
                <a:extLst>
                  <a:ext uri="{FF2B5EF4-FFF2-40B4-BE49-F238E27FC236}">
                    <a16:creationId xmlns:a16="http://schemas.microsoft.com/office/drawing/2014/main" id="{B630479A-4600-4193-A564-1914BA62A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981"/>
                <a:ext cx="27" cy="32"/>
              </a:xfrm>
              <a:custGeom>
                <a:avLst/>
                <a:gdLst>
                  <a:gd name="T0" fmla="*/ 91 w 11"/>
                  <a:gd name="T1" fmla="*/ 205 h 12"/>
                  <a:gd name="T2" fmla="*/ 71 w 11"/>
                  <a:gd name="T3" fmla="*/ 21 h 12"/>
                  <a:gd name="T4" fmla="*/ 91 w 11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6" y="11"/>
                    </a:moveTo>
                    <a:cubicBezTo>
                      <a:pt x="11" y="11"/>
                      <a:pt x="8" y="2"/>
                      <a:pt x="5" y="1"/>
                    </a:cubicBezTo>
                    <a:cubicBezTo>
                      <a:pt x="0" y="0"/>
                      <a:pt x="1" y="12"/>
                      <a:pt x="6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5" name="Freeform 1332">
                <a:extLst>
                  <a:ext uri="{FF2B5EF4-FFF2-40B4-BE49-F238E27FC236}">
                    <a16:creationId xmlns:a16="http://schemas.microsoft.com/office/drawing/2014/main" id="{6A010D09-7801-4B72-94DE-8F5808FA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952"/>
                <a:ext cx="8" cy="21"/>
              </a:xfrm>
              <a:custGeom>
                <a:avLst/>
                <a:gdLst>
                  <a:gd name="T0" fmla="*/ 35 w 3"/>
                  <a:gd name="T1" fmla="*/ 144 h 8"/>
                  <a:gd name="T2" fmla="*/ 56 w 3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1" y="6"/>
                      <a:pt x="0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6" name="Freeform 1333">
                <a:extLst>
                  <a:ext uri="{FF2B5EF4-FFF2-40B4-BE49-F238E27FC236}">
                    <a16:creationId xmlns:a16="http://schemas.microsoft.com/office/drawing/2014/main" id="{69F57697-F9DA-42F3-80E1-429CBF02A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968"/>
                <a:ext cx="17" cy="32"/>
              </a:xfrm>
              <a:custGeom>
                <a:avLst/>
                <a:gdLst>
                  <a:gd name="T0" fmla="*/ 100 w 7"/>
                  <a:gd name="T1" fmla="*/ 35 h 12"/>
                  <a:gd name="T2" fmla="*/ 41 w 7"/>
                  <a:gd name="T3" fmla="*/ 0 h 12"/>
                  <a:gd name="T4" fmla="*/ 0 w 7"/>
                  <a:gd name="T5" fmla="*/ 115 h 12"/>
                  <a:gd name="T6" fmla="*/ 100 w 7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6" y="0"/>
                      <a:pt x="4" y="0"/>
                      <a:pt x="3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1" y="12"/>
                      <a:pt x="6" y="8"/>
                      <a:pt x="7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7" name="Freeform 1334">
                <a:extLst>
                  <a:ext uri="{FF2B5EF4-FFF2-40B4-BE49-F238E27FC236}">
                    <a16:creationId xmlns:a16="http://schemas.microsoft.com/office/drawing/2014/main" id="{D92E74B6-4B89-482B-9706-F99B985A5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003"/>
                <a:ext cx="30" cy="26"/>
              </a:xfrm>
              <a:custGeom>
                <a:avLst/>
                <a:gdLst>
                  <a:gd name="T0" fmla="*/ 95 w 12"/>
                  <a:gd name="T1" fmla="*/ 55 h 10"/>
                  <a:gd name="T2" fmla="*/ 63 w 12"/>
                  <a:gd name="T3" fmla="*/ 177 h 10"/>
                  <a:gd name="T4" fmla="*/ 175 w 12"/>
                  <a:gd name="T5" fmla="*/ 122 h 10"/>
                  <a:gd name="T6" fmla="*/ 125 w 12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6" y="3"/>
                    </a:moveTo>
                    <a:cubicBezTo>
                      <a:pt x="4" y="3"/>
                      <a:pt x="0" y="9"/>
                      <a:pt x="4" y="10"/>
                    </a:cubicBezTo>
                    <a:cubicBezTo>
                      <a:pt x="6" y="10"/>
                      <a:pt x="10" y="8"/>
                      <a:pt x="11" y="7"/>
                    </a:cubicBezTo>
                    <a:cubicBezTo>
                      <a:pt x="12" y="5"/>
                      <a:pt x="11" y="0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8" name="Freeform 1335">
                <a:extLst>
                  <a:ext uri="{FF2B5EF4-FFF2-40B4-BE49-F238E27FC236}">
                    <a16:creationId xmlns:a16="http://schemas.microsoft.com/office/drawing/2014/main" id="{047291A6-424C-4B57-AB30-B9A3AB94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907"/>
                <a:ext cx="22" cy="32"/>
              </a:xfrm>
              <a:custGeom>
                <a:avLst/>
                <a:gdLst>
                  <a:gd name="T0" fmla="*/ 59 w 9"/>
                  <a:gd name="T1" fmla="*/ 227 h 12"/>
                  <a:gd name="T2" fmla="*/ 90 w 9"/>
                  <a:gd name="T3" fmla="*/ 35 h 12"/>
                  <a:gd name="T4" fmla="*/ 59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4" y="12"/>
                    </a:moveTo>
                    <a:cubicBezTo>
                      <a:pt x="8" y="12"/>
                      <a:pt x="9" y="3"/>
                      <a:pt x="6" y="2"/>
                    </a:cubicBezTo>
                    <a:cubicBezTo>
                      <a:pt x="0" y="0"/>
                      <a:pt x="4" y="11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09" name="Freeform 1336">
                <a:extLst>
                  <a:ext uri="{FF2B5EF4-FFF2-40B4-BE49-F238E27FC236}">
                    <a16:creationId xmlns:a16="http://schemas.microsoft.com/office/drawing/2014/main" id="{E32D9614-7C3E-4D7A-815B-8EDC3151D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856"/>
                <a:ext cx="35" cy="29"/>
              </a:xfrm>
              <a:custGeom>
                <a:avLst/>
                <a:gdLst>
                  <a:gd name="T0" fmla="*/ 83 w 14"/>
                  <a:gd name="T1" fmla="*/ 200 h 11"/>
                  <a:gd name="T2" fmla="*/ 95 w 14"/>
                  <a:gd name="T3" fmla="*/ 200 h 11"/>
                  <a:gd name="T4" fmla="*/ 158 w 14"/>
                  <a:gd name="T5" fmla="*/ 21 h 11"/>
                  <a:gd name="T6" fmla="*/ 83 w 14"/>
                  <a:gd name="T7" fmla="*/ 1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5" y="11"/>
                    </a:moveTo>
                    <a:cubicBezTo>
                      <a:pt x="5" y="11"/>
                      <a:pt x="5" y="11"/>
                      <a:pt x="6" y="11"/>
                    </a:cubicBezTo>
                    <a:cubicBezTo>
                      <a:pt x="8" y="10"/>
                      <a:pt x="14" y="3"/>
                      <a:pt x="10" y="1"/>
                    </a:cubicBezTo>
                    <a:cubicBezTo>
                      <a:pt x="6" y="0"/>
                      <a:pt x="0" y="9"/>
                      <a:pt x="5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0" name="Freeform 1337">
                <a:extLst>
                  <a:ext uri="{FF2B5EF4-FFF2-40B4-BE49-F238E27FC236}">
                    <a16:creationId xmlns:a16="http://schemas.microsoft.com/office/drawing/2014/main" id="{65B65958-B19B-41B3-879B-D1FF2A400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851"/>
                <a:ext cx="25" cy="26"/>
              </a:xfrm>
              <a:custGeom>
                <a:avLst/>
                <a:gdLst>
                  <a:gd name="T0" fmla="*/ 50 w 10"/>
                  <a:gd name="T1" fmla="*/ 177 h 10"/>
                  <a:gd name="T2" fmla="*/ 113 w 10"/>
                  <a:gd name="T3" fmla="*/ 55 h 10"/>
                  <a:gd name="T4" fmla="*/ 50 w 10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3" y="10"/>
                    </a:moveTo>
                    <a:cubicBezTo>
                      <a:pt x="5" y="9"/>
                      <a:pt x="10" y="6"/>
                      <a:pt x="7" y="3"/>
                    </a:cubicBezTo>
                    <a:cubicBezTo>
                      <a:pt x="3" y="0"/>
                      <a:pt x="0" y="8"/>
                      <a:pt x="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1" name="Freeform 1338">
                <a:extLst>
                  <a:ext uri="{FF2B5EF4-FFF2-40B4-BE49-F238E27FC236}">
                    <a16:creationId xmlns:a16="http://schemas.microsoft.com/office/drawing/2014/main" id="{D29F89AE-C9C7-4554-93B0-905D42B4C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853"/>
                <a:ext cx="18" cy="32"/>
              </a:xfrm>
              <a:custGeom>
                <a:avLst/>
                <a:gdLst>
                  <a:gd name="T0" fmla="*/ 85 w 7"/>
                  <a:gd name="T1" fmla="*/ 171 h 12"/>
                  <a:gd name="T2" fmla="*/ 33 w 7"/>
                  <a:gd name="T3" fmla="*/ 56 h 12"/>
                  <a:gd name="T4" fmla="*/ 33 w 7"/>
                  <a:gd name="T5" fmla="*/ 192 h 12"/>
                  <a:gd name="T6" fmla="*/ 85 w 7"/>
                  <a:gd name="T7" fmla="*/ 19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5" y="9"/>
                    </a:moveTo>
                    <a:cubicBezTo>
                      <a:pt x="7" y="6"/>
                      <a:pt x="5" y="0"/>
                      <a:pt x="2" y="3"/>
                    </a:cubicBezTo>
                    <a:cubicBezTo>
                      <a:pt x="0" y="5"/>
                      <a:pt x="0" y="8"/>
                      <a:pt x="2" y="10"/>
                    </a:cubicBezTo>
                    <a:cubicBezTo>
                      <a:pt x="2" y="11"/>
                      <a:pt x="5" y="12"/>
                      <a:pt x="5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2" name="Freeform 1339">
                <a:extLst>
                  <a:ext uri="{FF2B5EF4-FFF2-40B4-BE49-F238E27FC236}">
                    <a16:creationId xmlns:a16="http://schemas.microsoft.com/office/drawing/2014/main" id="{CB488A97-D997-4978-A6F6-924866B71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832"/>
                <a:ext cx="25" cy="19"/>
              </a:xfrm>
              <a:custGeom>
                <a:avLst/>
                <a:gdLst>
                  <a:gd name="T0" fmla="*/ 95 w 10"/>
                  <a:gd name="T1" fmla="*/ 141 h 7"/>
                  <a:gd name="T2" fmla="*/ 95 w 10"/>
                  <a:gd name="T3" fmla="*/ 0 h 7"/>
                  <a:gd name="T4" fmla="*/ 20 w 10"/>
                  <a:gd name="T5" fmla="*/ 81 h 7"/>
                  <a:gd name="T6" fmla="*/ 20 w 10"/>
                  <a:gd name="T7" fmla="*/ 1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6" y="7"/>
                    </a:moveTo>
                    <a:cubicBezTo>
                      <a:pt x="8" y="6"/>
                      <a:pt x="10" y="1"/>
                      <a:pt x="6" y="0"/>
                    </a:cubicBezTo>
                    <a:cubicBezTo>
                      <a:pt x="4" y="0"/>
                      <a:pt x="2" y="2"/>
                      <a:pt x="1" y="4"/>
                    </a:cubicBezTo>
                    <a:cubicBezTo>
                      <a:pt x="1" y="5"/>
                      <a:pt x="0" y="7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3" name="Freeform 1340">
                <a:extLst>
                  <a:ext uri="{FF2B5EF4-FFF2-40B4-BE49-F238E27FC236}">
                    <a16:creationId xmlns:a16="http://schemas.microsoft.com/office/drawing/2014/main" id="{D2A6E754-7F92-4051-8BF9-F451A4085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803"/>
                <a:ext cx="27" cy="26"/>
              </a:xfrm>
              <a:custGeom>
                <a:avLst/>
                <a:gdLst>
                  <a:gd name="T0" fmla="*/ 42 w 11"/>
                  <a:gd name="T1" fmla="*/ 177 h 10"/>
                  <a:gd name="T2" fmla="*/ 120 w 11"/>
                  <a:gd name="T3" fmla="*/ 68 h 10"/>
                  <a:gd name="T4" fmla="*/ 12 w 11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3" y="10"/>
                    </a:moveTo>
                    <a:cubicBezTo>
                      <a:pt x="6" y="9"/>
                      <a:pt x="11" y="8"/>
                      <a:pt x="8" y="4"/>
                    </a:cubicBezTo>
                    <a:cubicBezTo>
                      <a:pt x="6" y="0"/>
                      <a:pt x="0" y="3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4" name="Freeform 1341">
                <a:extLst>
                  <a:ext uri="{FF2B5EF4-FFF2-40B4-BE49-F238E27FC236}">
                    <a16:creationId xmlns:a16="http://schemas.microsoft.com/office/drawing/2014/main" id="{3A7DD526-CC4C-45CE-A5C1-23646A2AA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797"/>
                <a:ext cx="32" cy="40"/>
              </a:xfrm>
              <a:custGeom>
                <a:avLst/>
                <a:gdLst>
                  <a:gd name="T0" fmla="*/ 91 w 13"/>
                  <a:gd name="T1" fmla="*/ 227 h 15"/>
                  <a:gd name="T2" fmla="*/ 103 w 13"/>
                  <a:gd name="T3" fmla="*/ 77 h 15"/>
                  <a:gd name="T4" fmla="*/ 103 w 13"/>
                  <a:gd name="T5" fmla="*/ 22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2"/>
                    </a:moveTo>
                    <a:cubicBezTo>
                      <a:pt x="8" y="15"/>
                      <a:pt x="13" y="7"/>
                      <a:pt x="7" y="4"/>
                    </a:cubicBezTo>
                    <a:cubicBezTo>
                      <a:pt x="0" y="0"/>
                      <a:pt x="2" y="15"/>
                      <a:pt x="7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5" name="Freeform 1342">
                <a:extLst>
                  <a:ext uri="{FF2B5EF4-FFF2-40B4-BE49-F238E27FC236}">
                    <a16:creationId xmlns:a16="http://schemas.microsoft.com/office/drawing/2014/main" id="{06B6900A-9997-408C-95A9-F897C69DB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829"/>
                <a:ext cx="25" cy="30"/>
              </a:xfrm>
              <a:custGeom>
                <a:avLst/>
                <a:gdLst>
                  <a:gd name="T0" fmla="*/ 83 w 10"/>
                  <a:gd name="T1" fmla="*/ 202 h 11"/>
                  <a:gd name="T2" fmla="*/ 125 w 10"/>
                  <a:gd name="T3" fmla="*/ 202 h 11"/>
                  <a:gd name="T4" fmla="*/ 113 w 10"/>
                  <a:gd name="T5" fmla="*/ 38 h 11"/>
                  <a:gd name="T6" fmla="*/ 20 w 10"/>
                  <a:gd name="T7" fmla="*/ 60 h 11"/>
                  <a:gd name="T8" fmla="*/ 83 w 10"/>
                  <a:gd name="T9" fmla="*/ 20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5" y="10"/>
                    </a:moveTo>
                    <a:cubicBezTo>
                      <a:pt x="6" y="11"/>
                      <a:pt x="7" y="11"/>
                      <a:pt x="8" y="10"/>
                    </a:cubicBezTo>
                    <a:cubicBezTo>
                      <a:pt x="10" y="8"/>
                      <a:pt x="9" y="3"/>
                      <a:pt x="7" y="2"/>
                    </a:cubicBezTo>
                    <a:cubicBezTo>
                      <a:pt x="5" y="0"/>
                      <a:pt x="1" y="0"/>
                      <a:pt x="1" y="3"/>
                    </a:cubicBezTo>
                    <a:cubicBezTo>
                      <a:pt x="0" y="5"/>
                      <a:pt x="3" y="9"/>
                      <a:pt x="5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6" name="Freeform 1343">
                <a:extLst>
                  <a:ext uri="{FF2B5EF4-FFF2-40B4-BE49-F238E27FC236}">
                    <a16:creationId xmlns:a16="http://schemas.microsoft.com/office/drawing/2014/main" id="{15206629-1C54-4821-BDCE-364756084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720"/>
                <a:ext cx="35" cy="24"/>
              </a:xfrm>
              <a:custGeom>
                <a:avLst/>
                <a:gdLst>
                  <a:gd name="T0" fmla="*/ 50 w 14"/>
                  <a:gd name="T1" fmla="*/ 149 h 9"/>
                  <a:gd name="T2" fmla="*/ 145 w 14"/>
                  <a:gd name="T3" fmla="*/ 56 h 9"/>
                  <a:gd name="T4" fmla="*/ 63 w 14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3" y="8"/>
                    </a:moveTo>
                    <a:cubicBezTo>
                      <a:pt x="6" y="9"/>
                      <a:pt x="14" y="7"/>
                      <a:pt x="9" y="3"/>
                    </a:cubicBezTo>
                    <a:cubicBezTo>
                      <a:pt x="4" y="0"/>
                      <a:pt x="0" y="8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7" name="Freeform 1344">
                <a:extLst>
                  <a:ext uri="{FF2B5EF4-FFF2-40B4-BE49-F238E27FC236}">
                    <a16:creationId xmlns:a16="http://schemas.microsoft.com/office/drawing/2014/main" id="{01F0798D-D80E-4367-8613-46795087D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99"/>
                <a:ext cx="22" cy="21"/>
              </a:xfrm>
              <a:custGeom>
                <a:avLst/>
                <a:gdLst>
                  <a:gd name="T0" fmla="*/ 132 w 9"/>
                  <a:gd name="T1" fmla="*/ 89 h 8"/>
                  <a:gd name="T2" fmla="*/ 59 w 9"/>
                  <a:gd name="T3" fmla="*/ 0 h 8"/>
                  <a:gd name="T4" fmla="*/ 12 w 9"/>
                  <a:gd name="T5" fmla="*/ 55 h 8"/>
                  <a:gd name="T6" fmla="*/ 103 w 9"/>
                  <a:gd name="T7" fmla="*/ 123 h 8"/>
                  <a:gd name="T8" fmla="*/ 103 w 9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3"/>
                      <a:pt x="6" y="0"/>
                      <a:pt x="4" y="0"/>
                    </a:cubicBezTo>
                    <a:cubicBezTo>
                      <a:pt x="2" y="0"/>
                      <a:pt x="0" y="1"/>
                      <a:pt x="1" y="3"/>
                    </a:cubicBezTo>
                    <a:cubicBezTo>
                      <a:pt x="1" y="6"/>
                      <a:pt x="5" y="8"/>
                      <a:pt x="7" y="7"/>
                    </a:cubicBezTo>
                    <a:cubicBezTo>
                      <a:pt x="9" y="6"/>
                      <a:pt x="9" y="4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8" name="Freeform 1345">
                <a:extLst>
                  <a:ext uri="{FF2B5EF4-FFF2-40B4-BE49-F238E27FC236}">
                    <a16:creationId xmlns:a16="http://schemas.microsoft.com/office/drawing/2014/main" id="{E28B7BF0-23DC-4FED-BFD5-4C16E7C79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696"/>
                <a:ext cx="22" cy="27"/>
              </a:xfrm>
              <a:custGeom>
                <a:avLst/>
                <a:gdLst>
                  <a:gd name="T0" fmla="*/ 103 w 9"/>
                  <a:gd name="T1" fmla="*/ 59 h 10"/>
                  <a:gd name="T2" fmla="*/ 12 w 9"/>
                  <a:gd name="T3" fmla="*/ 103 h 10"/>
                  <a:gd name="T4" fmla="*/ 103 w 9"/>
                  <a:gd name="T5" fmla="*/ 176 h 10"/>
                  <a:gd name="T6" fmla="*/ 103 w 9"/>
                  <a:gd name="T7" fmla="*/ 10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7" y="3"/>
                    </a:moveTo>
                    <a:cubicBezTo>
                      <a:pt x="5" y="0"/>
                      <a:pt x="0" y="1"/>
                      <a:pt x="1" y="5"/>
                    </a:cubicBezTo>
                    <a:cubicBezTo>
                      <a:pt x="2" y="7"/>
                      <a:pt x="4" y="10"/>
                      <a:pt x="7" y="9"/>
                    </a:cubicBezTo>
                    <a:cubicBezTo>
                      <a:pt x="9" y="9"/>
                      <a:pt x="9" y="6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19" name="Freeform 1346">
                <a:extLst>
                  <a:ext uri="{FF2B5EF4-FFF2-40B4-BE49-F238E27FC236}">
                    <a16:creationId xmlns:a16="http://schemas.microsoft.com/office/drawing/2014/main" id="{07E728D6-704A-4B74-BF53-669FB6F2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709"/>
                <a:ext cx="25" cy="27"/>
              </a:xfrm>
              <a:custGeom>
                <a:avLst/>
                <a:gdLst>
                  <a:gd name="T0" fmla="*/ 113 w 10"/>
                  <a:gd name="T1" fmla="*/ 138 h 10"/>
                  <a:gd name="T2" fmla="*/ 83 w 10"/>
                  <a:gd name="T3" fmla="*/ 0 h 10"/>
                  <a:gd name="T4" fmla="*/ 113 w 10"/>
                  <a:gd name="T5" fmla="*/ 1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7"/>
                    </a:moveTo>
                    <a:cubicBezTo>
                      <a:pt x="10" y="6"/>
                      <a:pt x="7" y="0"/>
                      <a:pt x="5" y="0"/>
                    </a:cubicBezTo>
                    <a:cubicBezTo>
                      <a:pt x="0" y="0"/>
                      <a:pt x="5" y="10"/>
                      <a:pt x="7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0" name="Freeform 1347">
                <a:extLst>
                  <a:ext uri="{FF2B5EF4-FFF2-40B4-BE49-F238E27FC236}">
                    <a16:creationId xmlns:a16="http://schemas.microsoft.com/office/drawing/2014/main" id="{6306578D-8394-4890-9E37-DBCA1216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736"/>
                <a:ext cx="25" cy="32"/>
              </a:xfrm>
              <a:custGeom>
                <a:avLst/>
                <a:gdLst>
                  <a:gd name="T0" fmla="*/ 83 w 10"/>
                  <a:gd name="T1" fmla="*/ 171 h 12"/>
                  <a:gd name="T2" fmla="*/ 83 w 10"/>
                  <a:gd name="T3" fmla="*/ 21 h 12"/>
                  <a:gd name="T4" fmla="*/ 83 w 10"/>
                  <a:gd name="T5" fmla="*/ 14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5" y="9"/>
                    </a:moveTo>
                    <a:cubicBezTo>
                      <a:pt x="7" y="8"/>
                      <a:pt x="10" y="0"/>
                      <a:pt x="5" y="1"/>
                    </a:cubicBezTo>
                    <a:cubicBezTo>
                      <a:pt x="0" y="1"/>
                      <a:pt x="2" y="12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1" name="Freeform 1348">
                <a:extLst>
                  <a:ext uri="{FF2B5EF4-FFF2-40B4-BE49-F238E27FC236}">
                    <a16:creationId xmlns:a16="http://schemas.microsoft.com/office/drawing/2014/main" id="{8424AAA7-02DB-451B-BE8D-F56615215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832"/>
                <a:ext cx="17" cy="29"/>
              </a:xfrm>
              <a:custGeom>
                <a:avLst/>
                <a:gdLst>
                  <a:gd name="T0" fmla="*/ 70 w 7"/>
                  <a:gd name="T1" fmla="*/ 55 h 11"/>
                  <a:gd name="T2" fmla="*/ 0 w 7"/>
                  <a:gd name="T3" fmla="*/ 90 h 11"/>
                  <a:gd name="T4" fmla="*/ 58 w 7"/>
                  <a:gd name="T5" fmla="*/ 182 h 11"/>
                  <a:gd name="T6" fmla="*/ 87 w 7"/>
                  <a:gd name="T7" fmla="*/ 9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3"/>
                    </a:moveTo>
                    <a:cubicBezTo>
                      <a:pt x="5" y="0"/>
                      <a:pt x="0" y="2"/>
                      <a:pt x="0" y="5"/>
                    </a:cubicBezTo>
                    <a:cubicBezTo>
                      <a:pt x="0" y="7"/>
                      <a:pt x="2" y="11"/>
                      <a:pt x="4" y="10"/>
                    </a:cubicBezTo>
                    <a:cubicBezTo>
                      <a:pt x="6" y="10"/>
                      <a:pt x="7" y="6"/>
                      <a:pt x="6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2" name="Freeform 1349">
                <a:extLst>
                  <a:ext uri="{FF2B5EF4-FFF2-40B4-BE49-F238E27FC236}">
                    <a16:creationId xmlns:a16="http://schemas.microsoft.com/office/drawing/2014/main" id="{12452FC7-3BED-4712-ACD8-E90DF3E6C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787"/>
                <a:ext cx="30" cy="32"/>
              </a:xfrm>
              <a:custGeom>
                <a:avLst/>
                <a:gdLst>
                  <a:gd name="T0" fmla="*/ 83 w 12"/>
                  <a:gd name="T1" fmla="*/ 171 h 12"/>
                  <a:gd name="T2" fmla="*/ 113 w 12"/>
                  <a:gd name="T3" fmla="*/ 21 h 12"/>
                  <a:gd name="T4" fmla="*/ 83 w 12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9"/>
                    </a:moveTo>
                    <a:cubicBezTo>
                      <a:pt x="7" y="8"/>
                      <a:pt x="12" y="2"/>
                      <a:pt x="7" y="1"/>
                    </a:cubicBezTo>
                    <a:cubicBezTo>
                      <a:pt x="2" y="0"/>
                      <a:pt x="0" y="12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3" name="Freeform 1350">
                <a:extLst>
                  <a:ext uri="{FF2B5EF4-FFF2-40B4-BE49-F238E27FC236}">
                    <a16:creationId xmlns:a16="http://schemas.microsoft.com/office/drawing/2014/main" id="{7BED032C-8EB2-4590-9B41-CF698DE3E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781"/>
                <a:ext cx="15" cy="32"/>
              </a:xfrm>
              <a:custGeom>
                <a:avLst/>
                <a:gdLst>
                  <a:gd name="T0" fmla="*/ 95 w 6"/>
                  <a:gd name="T1" fmla="*/ 192 h 12"/>
                  <a:gd name="T2" fmla="*/ 33 w 6"/>
                  <a:gd name="T3" fmla="*/ 77 h 12"/>
                  <a:gd name="T4" fmla="*/ 83 w 6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10"/>
                    </a:moveTo>
                    <a:cubicBezTo>
                      <a:pt x="6" y="8"/>
                      <a:pt x="5" y="0"/>
                      <a:pt x="2" y="4"/>
                    </a:cubicBezTo>
                    <a:cubicBezTo>
                      <a:pt x="0" y="6"/>
                      <a:pt x="4" y="12"/>
                      <a:pt x="5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4" name="Freeform 1351">
                <a:extLst>
                  <a:ext uri="{FF2B5EF4-FFF2-40B4-BE49-F238E27FC236}">
                    <a16:creationId xmlns:a16="http://schemas.microsoft.com/office/drawing/2014/main" id="{AA66130B-663A-45E6-85D3-8E30B11C7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845"/>
                <a:ext cx="23" cy="14"/>
              </a:xfrm>
              <a:custGeom>
                <a:avLst/>
                <a:gdLst>
                  <a:gd name="T0" fmla="*/ 130 w 9"/>
                  <a:gd name="T1" fmla="*/ 48 h 5"/>
                  <a:gd name="T2" fmla="*/ 51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8" y="2"/>
                    </a:moveTo>
                    <a:cubicBezTo>
                      <a:pt x="9" y="5"/>
                      <a:pt x="0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5" name="Freeform 1352">
                <a:extLst>
                  <a:ext uri="{FF2B5EF4-FFF2-40B4-BE49-F238E27FC236}">
                    <a16:creationId xmlns:a16="http://schemas.microsoft.com/office/drawing/2014/main" id="{2B81F9D6-92B4-44E0-9566-E794A5A77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827"/>
                <a:ext cx="30" cy="26"/>
              </a:xfrm>
              <a:custGeom>
                <a:avLst/>
                <a:gdLst>
                  <a:gd name="T0" fmla="*/ 50 w 12"/>
                  <a:gd name="T1" fmla="*/ 177 h 10"/>
                  <a:gd name="T2" fmla="*/ 113 w 12"/>
                  <a:gd name="T3" fmla="*/ 21 h 10"/>
                  <a:gd name="T4" fmla="*/ 50 w 12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3" y="10"/>
                    </a:moveTo>
                    <a:cubicBezTo>
                      <a:pt x="6" y="9"/>
                      <a:pt x="12" y="3"/>
                      <a:pt x="7" y="1"/>
                    </a:cubicBezTo>
                    <a:cubicBezTo>
                      <a:pt x="3" y="0"/>
                      <a:pt x="0" y="9"/>
                      <a:pt x="3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6" name="Freeform 1353">
                <a:extLst>
                  <a:ext uri="{FF2B5EF4-FFF2-40B4-BE49-F238E27FC236}">
                    <a16:creationId xmlns:a16="http://schemas.microsoft.com/office/drawing/2014/main" id="{55A062AD-2348-43F0-A944-1693377BA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51"/>
                <a:ext cx="18" cy="10"/>
              </a:xfrm>
              <a:custGeom>
                <a:avLst/>
                <a:gdLst>
                  <a:gd name="T0" fmla="*/ 118 w 7"/>
                  <a:gd name="T1" fmla="*/ 63 h 4"/>
                  <a:gd name="T2" fmla="*/ 0 w 7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cubicBezTo>
                      <a:pt x="7" y="0"/>
                      <a:pt x="0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7" name="Freeform 1354">
                <a:extLst>
                  <a:ext uri="{FF2B5EF4-FFF2-40B4-BE49-F238E27FC236}">
                    <a16:creationId xmlns:a16="http://schemas.microsoft.com/office/drawing/2014/main" id="{D896BB4D-781C-4C40-9C33-FEA1A6602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83"/>
                <a:ext cx="30" cy="29"/>
              </a:xfrm>
              <a:custGeom>
                <a:avLst/>
                <a:gdLst>
                  <a:gd name="T0" fmla="*/ 95 w 12"/>
                  <a:gd name="T1" fmla="*/ 200 h 11"/>
                  <a:gd name="T2" fmla="*/ 158 w 12"/>
                  <a:gd name="T3" fmla="*/ 55 h 11"/>
                  <a:gd name="T4" fmla="*/ 63 w 12"/>
                  <a:gd name="T5" fmla="*/ 1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8" y="11"/>
                      <a:pt x="12" y="6"/>
                      <a:pt x="10" y="3"/>
                    </a:cubicBezTo>
                    <a:cubicBezTo>
                      <a:pt x="8" y="0"/>
                      <a:pt x="0" y="6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8" name="Freeform 1355">
                <a:extLst>
                  <a:ext uri="{FF2B5EF4-FFF2-40B4-BE49-F238E27FC236}">
                    <a16:creationId xmlns:a16="http://schemas.microsoft.com/office/drawing/2014/main" id="{44D8FF18-3923-4D5E-8050-CDE5C2902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693"/>
                <a:ext cx="25" cy="30"/>
              </a:xfrm>
              <a:custGeom>
                <a:avLst/>
                <a:gdLst>
                  <a:gd name="T0" fmla="*/ 158 w 10"/>
                  <a:gd name="T1" fmla="*/ 164 h 11"/>
                  <a:gd name="T2" fmla="*/ 125 w 10"/>
                  <a:gd name="T3" fmla="*/ 60 h 11"/>
                  <a:gd name="T4" fmla="*/ 50 w 10"/>
                  <a:gd name="T5" fmla="*/ 22 h 11"/>
                  <a:gd name="T6" fmla="*/ 113 w 10"/>
                  <a:gd name="T7" fmla="*/ 2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8"/>
                    </a:moveTo>
                    <a:cubicBezTo>
                      <a:pt x="9" y="6"/>
                      <a:pt x="9" y="5"/>
                      <a:pt x="8" y="3"/>
                    </a:cubicBezTo>
                    <a:cubicBezTo>
                      <a:pt x="8" y="2"/>
                      <a:pt x="5" y="0"/>
                      <a:pt x="3" y="1"/>
                    </a:cubicBezTo>
                    <a:cubicBezTo>
                      <a:pt x="0" y="2"/>
                      <a:pt x="5" y="11"/>
                      <a:pt x="7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29" name="Freeform 1356">
                <a:extLst>
                  <a:ext uri="{FF2B5EF4-FFF2-40B4-BE49-F238E27FC236}">
                    <a16:creationId xmlns:a16="http://schemas.microsoft.com/office/drawing/2014/main" id="{F9385C22-1840-4B5D-9858-5D3DC9B1D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707"/>
                <a:ext cx="23" cy="24"/>
              </a:xfrm>
              <a:custGeom>
                <a:avLst/>
                <a:gdLst>
                  <a:gd name="T0" fmla="*/ 97 w 9"/>
                  <a:gd name="T1" fmla="*/ 0 h 9"/>
                  <a:gd name="T2" fmla="*/ 33 w 9"/>
                  <a:gd name="T3" fmla="*/ 136 h 9"/>
                  <a:gd name="T4" fmla="*/ 130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4" y="0"/>
                      <a:pt x="0" y="4"/>
                      <a:pt x="2" y="7"/>
                    </a:cubicBezTo>
                    <a:cubicBezTo>
                      <a:pt x="4" y="9"/>
                      <a:pt x="9" y="5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0" name="Freeform 1357">
                <a:extLst>
                  <a:ext uri="{FF2B5EF4-FFF2-40B4-BE49-F238E27FC236}">
                    <a16:creationId xmlns:a16="http://schemas.microsoft.com/office/drawing/2014/main" id="{D56896EE-73A5-4E12-B2AD-128D00837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33"/>
                <a:ext cx="28" cy="16"/>
              </a:xfrm>
              <a:custGeom>
                <a:avLst/>
                <a:gdLst>
                  <a:gd name="T0" fmla="*/ 51 w 11"/>
                  <a:gd name="T1" fmla="*/ 115 h 6"/>
                  <a:gd name="T2" fmla="*/ 117 w 11"/>
                  <a:gd name="T3" fmla="*/ 0 h 6"/>
                  <a:gd name="T4" fmla="*/ 0 w 11"/>
                  <a:gd name="T5" fmla="*/ 77 h 6"/>
                  <a:gd name="T6" fmla="*/ 64 w 11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3" y="6"/>
                    </a:moveTo>
                    <a:cubicBezTo>
                      <a:pt x="6" y="6"/>
                      <a:pt x="11" y="0"/>
                      <a:pt x="7" y="0"/>
                    </a:cubicBezTo>
                    <a:cubicBezTo>
                      <a:pt x="6" y="0"/>
                      <a:pt x="0" y="2"/>
                      <a:pt x="0" y="4"/>
                    </a:cubicBezTo>
                    <a:cubicBezTo>
                      <a:pt x="0" y="5"/>
                      <a:pt x="3" y="6"/>
                      <a:pt x="4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1" name="Freeform 1358">
                <a:extLst>
                  <a:ext uri="{FF2B5EF4-FFF2-40B4-BE49-F238E27FC236}">
                    <a16:creationId xmlns:a16="http://schemas.microsoft.com/office/drawing/2014/main" id="{4A3FC8BB-1260-447E-A9DD-9E73E41D5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707"/>
                <a:ext cx="22" cy="26"/>
              </a:xfrm>
              <a:custGeom>
                <a:avLst/>
                <a:gdLst>
                  <a:gd name="T0" fmla="*/ 103 w 9"/>
                  <a:gd name="T1" fmla="*/ 122 h 10"/>
                  <a:gd name="T2" fmla="*/ 42 w 9"/>
                  <a:gd name="T3" fmla="*/ 55 h 10"/>
                  <a:gd name="T4" fmla="*/ 103 w 9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7" y="7"/>
                    </a:moveTo>
                    <a:cubicBezTo>
                      <a:pt x="9" y="4"/>
                      <a:pt x="6" y="0"/>
                      <a:pt x="3" y="3"/>
                    </a:cubicBezTo>
                    <a:cubicBezTo>
                      <a:pt x="0" y="6"/>
                      <a:pt x="5" y="10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2" name="Freeform 1359">
                <a:extLst>
                  <a:ext uri="{FF2B5EF4-FFF2-40B4-BE49-F238E27FC236}">
                    <a16:creationId xmlns:a16="http://schemas.microsoft.com/office/drawing/2014/main" id="{0EBC43A0-480A-4194-9B83-2778631A6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696"/>
                <a:ext cx="20" cy="24"/>
              </a:xfrm>
              <a:custGeom>
                <a:avLst/>
                <a:gdLst>
                  <a:gd name="T0" fmla="*/ 63 w 8"/>
                  <a:gd name="T1" fmla="*/ 171 h 9"/>
                  <a:gd name="T2" fmla="*/ 33 w 8"/>
                  <a:gd name="T3" fmla="*/ 56 h 9"/>
                  <a:gd name="T4" fmla="*/ 125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4" y="9"/>
                    </a:moveTo>
                    <a:cubicBezTo>
                      <a:pt x="1" y="9"/>
                      <a:pt x="0" y="5"/>
                      <a:pt x="2" y="3"/>
                    </a:cubicBezTo>
                    <a:cubicBezTo>
                      <a:pt x="3" y="0"/>
                      <a:pt x="8" y="0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3" name="Freeform 1360">
                <a:extLst>
                  <a:ext uri="{FF2B5EF4-FFF2-40B4-BE49-F238E27FC236}">
                    <a16:creationId xmlns:a16="http://schemas.microsoft.com/office/drawing/2014/main" id="{5FFBB8A2-165C-4C7F-A350-7EAEE5A43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80"/>
                <a:ext cx="15" cy="29"/>
              </a:xfrm>
              <a:custGeom>
                <a:avLst/>
                <a:gdLst>
                  <a:gd name="T0" fmla="*/ 33 w 6"/>
                  <a:gd name="T1" fmla="*/ 166 h 11"/>
                  <a:gd name="T2" fmla="*/ 63 w 6"/>
                  <a:gd name="T3" fmla="*/ 0 h 11"/>
                  <a:gd name="T4" fmla="*/ 0 w 6"/>
                  <a:gd name="T5" fmla="*/ 111 h 11"/>
                  <a:gd name="T6" fmla="*/ 50 w 6"/>
                  <a:gd name="T7" fmla="*/ 14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2" y="9"/>
                    </a:moveTo>
                    <a:cubicBezTo>
                      <a:pt x="4" y="7"/>
                      <a:pt x="6" y="3"/>
                      <a:pt x="4" y="0"/>
                    </a:cubicBezTo>
                    <a:cubicBezTo>
                      <a:pt x="2" y="0"/>
                      <a:pt x="0" y="4"/>
                      <a:pt x="0" y="6"/>
                    </a:cubicBezTo>
                    <a:cubicBezTo>
                      <a:pt x="0" y="8"/>
                      <a:pt x="2" y="11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4" name="Freeform 1361">
                <a:extLst>
                  <a:ext uri="{FF2B5EF4-FFF2-40B4-BE49-F238E27FC236}">
                    <a16:creationId xmlns:a16="http://schemas.microsoft.com/office/drawing/2014/main" id="{86C90546-F480-44B0-92BE-38349E7A5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669"/>
                <a:ext cx="20" cy="35"/>
              </a:xfrm>
              <a:custGeom>
                <a:avLst/>
                <a:gdLst>
                  <a:gd name="T0" fmla="*/ 33 w 8"/>
                  <a:gd name="T1" fmla="*/ 218 h 13"/>
                  <a:gd name="T2" fmla="*/ 95 w 8"/>
                  <a:gd name="T3" fmla="*/ 94 h 13"/>
                  <a:gd name="T4" fmla="*/ 33 w 8"/>
                  <a:gd name="T5" fmla="*/ 19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2" y="11"/>
                    </a:moveTo>
                    <a:cubicBezTo>
                      <a:pt x="5" y="13"/>
                      <a:pt x="8" y="8"/>
                      <a:pt x="6" y="5"/>
                    </a:cubicBezTo>
                    <a:cubicBezTo>
                      <a:pt x="3" y="0"/>
                      <a:pt x="0" y="7"/>
                      <a:pt x="2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5" name="Freeform 1362">
                <a:extLst>
                  <a:ext uri="{FF2B5EF4-FFF2-40B4-BE49-F238E27FC236}">
                    <a16:creationId xmlns:a16="http://schemas.microsoft.com/office/drawing/2014/main" id="{2353C539-EA68-42E7-9008-3CB3D9017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653"/>
                <a:ext cx="25" cy="27"/>
              </a:xfrm>
              <a:custGeom>
                <a:avLst/>
                <a:gdLst>
                  <a:gd name="T0" fmla="*/ 63 w 10"/>
                  <a:gd name="T1" fmla="*/ 197 h 10"/>
                  <a:gd name="T2" fmla="*/ 83 w 10"/>
                  <a:gd name="T3" fmla="*/ 0 h 10"/>
                  <a:gd name="T4" fmla="*/ 0 w 10"/>
                  <a:gd name="T5" fmla="*/ 116 h 10"/>
                  <a:gd name="T6" fmla="*/ 50 w 10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9" y="9"/>
                      <a:pt x="10" y="1"/>
                      <a:pt x="5" y="0"/>
                    </a:cubicBezTo>
                    <a:cubicBezTo>
                      <a:pt x="1" y="0"/>
                      <a:pt x="0" y="3"/>
                      <a:pt x="0" y="6"/>
                    </a:cubicBezTo>
                    <a:cubicBezTo>
                      <a:pt x="1" y="8"/>
                      <a:pt x="1" y="9"/>
                      <a:pt x="3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6" name="Freeform 1363">
                <a:extLst>
                  <a:ext uri="{FF2B5EF4-FFF2-40B4-BE49-F238E27FC236}">
                    <a16:creationId xmlns:a16="http://schemas.microsoft.com/office/drawing/2014/main" id="{0C08FFE3-42CB-401A-ABE9-475D38008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627"/>
                <a:ext cx="23" cy="24"/>
              </a:xfrm>
              <a:custGeom>
                <a:avLst/>
                <a:gdLst>
                  <a:gd name="T0" fmla="*/ 51 w 9"/>
                  <a:gd name="T1" fmla="*/ 171 h 9"/>
                  <a:gd name="T2" fmla="*/ 66 w 9"/>
                  <a:gd name="T3" fmla="*/ 0 h 9"/>
                  <a:gd name="T4" fmla="*/ 33 w 9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7" y="9"/>
                      <a:pt x="9" y="0"/>
                      <a:pt x="4" y="0"/>
                    </a:cubicBezTo>
                    <a:cubicBezTo>
                      <a:pt x="0" y="1"/>
                      <a:pt x="0" y="9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7" name="Freeform 1364">
                <a:extLst>
                  <a:ext uri="{FF2B5EF4-FFF2-40B4-BE49-F238E27FC236}">
                    <a16:creationId xmlns:a16="http://schemas.microsoft.com/office/drawing/2014/main" id="{C58AC3A1-2D44-414A-9E9B-5A0FD4C8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08"/>
                <a:ext cx="33" cy="24"/>
              </a:xfrm>
              <a:custGeom>
                <a:avLst/>
                <a:gdLst>
                  <a:gd name="T0" fmla="*/ 63 w 13"/>
                  <a:gd name="T1" fmla="*/ 136 h 9"/>
                  <a:gd name="T2" fmla="*/ 180 w 13"/>
                  <a:gd name="T3" fmla="*/ 56 h 9"/>
                  <a:gd name="T4" fmla="*/ 33 w 13"/>
                  <a:gd name="T5" fmla="*/ 35 h 9"/>
                  <a:gd name="T6" fmla="*/ 84 w 13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4" y="7"/>
                    </a:moveTo>
                    <a:cubicBezTo>
                      <a:pt x="7" y="9"/>
                      <a:pt x="13" y="7"/>
                      <a:pt x="11" y="3"/>
                    </a:cubicBezTo>
                    <a:cubicBezTo>
                      <a:pt x="9" y="1"/>
                      <a:pt x="3" y="0"/>
                      <a:pt x="2" y="2"/>
                    </a:cubicBezTo>
                    <a:cubicBezTo>
                      <a:pt x="0" y="5"/>
                      <a:pt x="3" y="7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8" name="Freeform 1365">
                <a:extLst>
                  <a:ext uri="{FF2B5EF4-FFF2-40B4-BE49-F238E27FC236}">
                    <a16:creationId xmlns:a16="http://schemas.microsoft.com/office/drawing/2014/main" id="{55A572E7-EB8B-4602-B7B1-41F583AF2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624"/>
                <a:ext cx="23" cy="35"/>
              </a:xfrm>
              <a:custGeom>
                <a:avLst/>
                <a:gdLst>
                  <a:gd name="T0" fmla="*/ 84 w 9"/>
                  <a:gd name="T1" fmla="*/ 175 h 13"/>
                  <a:gd name="T2" fmla="*/ 66 w 9"/>
                  <a:gd name="T3" fmla="*/ 59 h 13"/>
                  <a:gd name="T4" fmla="*/ 97 w 9"/>
                  <a:gd name="T5" fmla="*/ 17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5" y="9"/>
                    </a:moveTo>
                    <a:cubicBezTo>
                      <a:pt x="9" y="9"/>
                      <a:pt x="9" y="0"/>
                      <a:pt x="4" y="3"/>
                    </a:cubicBezTo>
                    <a:cubicBezTo>
                      <a:pt x="1" y="6"/>
                      <a:pt x="0" y="13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39" name="Freeform 1366">
                <a:extLst>
                  <a:ext uri="{FF2B5EF4-FFF2-40B4-BE49-F238E27FC236}">
                    <a16:creationId xmlns:a16="http://schemas.microsoft.com/office/drawing/2014/main" id="{2A212C4B-A5FA-4BDD-9A21-D1633F816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672"/>
                <a:ext cx="28" cy="35"/>
              </a:xfrm>
              <a:custGeom>
                <a:avLst/>
                <a:gdLst>
                  <a:gd name="T0" fmla="*/ 117 w 11"/>
                  <a:gd name="T1" fmla="*/ 175 h 13"/>
                  <a:gd name="T2" fmla="*/ 64 w 11"/>
                  <a:gd name="T3" fmla="*/ 59 h 13"/>
                  <a:gd name="T4" fmla="*/ 97 w 11"/>
                  <a:gd name="T5" fmla="*/ 17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7" y="9"/>
                    </a:moveTo>
                    <a:cubicBezTo>
                      <a:pt x="11" y="7"/>
                      <a:pt x="9" y="0"/>
                      <a:pt x="4" y="3"/>
                    </a:cubicBezTo>
                    <a:cubicBezTo>
                      <a:pt x="0" y="5"/>
                      <a:pt x="3" y="13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0" name="Freeform 1367">
                <a:extLst>
                  <a:ext uri="{FF2B5EF4-FFF2-40B4-BE49-F238E27FC236}">
                    <a16:creationId xmlns:a16="http://schemas.microsoft.com/office/drawing/2014/main" id="{A175CC1D-F8AA-4301-A3C8-58B919776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640"/>
                <a:ext cx="23" cy="27"/>
              </a:xfrm>
              <a:custGeom>
                <a:avLst/>
                <a:gdLst>
                  <a:gd name="T0" fmla="*/ 20 w 9"/>
                  <a:gd name="T1" fmla="*/ 197 h 10"/>
                  <a:gd name="T2" fmla="*/ 118 w 9"/>
                  <a:gd name="T3" fmla="*/ 38 h 10"/>
                  <a:gd name="T4" fmla="*/ 0 w 9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1" y="10"/>
                    </a:moveTo>
                    <a:cubicBezTo>
                      <a:pt x="3" y="9"/>
                      <a:pt x="9" y="6"/>
                      <a:pt x="7" y="2"/>
                    </a:cubicBezTo>
                    <a:cubicBezTo>
                      <a:pt x="5" y="0"/>
                      <a:pt x="2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1" name="Freeform 1368">
                <a:extLst>
                  <a:ext uri="{FF2B5EF4-FFF2-40B4-BE49-F238E27FC236}">
                    <a16:creationId xmlns:a16="http://schemas.microsoft.com/office/drawing/2014/main" id="{5D7C961B-94A2-4926-A537-26374E52D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712"/>
                <a:ext cx="33" cy="21"/>
              </a:xfrm>
              <a:custGeom>
                <a:avLst/>
                <a:gdLst>
                  <a:gd name="T0" fmla="*/ 84 w 13"/>
                  <a:gd name="T1" fmla="*/ 144 h 8"/>
                  <a:gd name="T2" fmla="*/ 129 w 13"/>
                  <a:gd name="T3" fmla="*/ 21 h 8"/>
                  <a:gd name="T4" fmla="*/ 63 w 13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5" y="8"/>
                    </a:moveTo>
                    <a:cubicBezTo>
                      <a:pt x="7" y="7"/>
                      <a:pt x="13" y="2"/>
                      <a:pt x="8" y="1"/>
                    </a:cubicBezTo>
                    <a:cubicBezTo>
                      <a:pt x="5" y="0"/>
                      <a:pt x="0" y="8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2" name="Freeform 1369">
                <a:extLst>
                  <a:ext uri="{FF2B5EF4-FFF2-40B4-BE49-F238E27FC236}">
                    <a16:creationId xmlns:a16="http://schemas.microsoft.com/office/drawing/2014/main" id="{06890407-E5CA-4556-A22F-68695DE8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696"/>
                <a:ext cx="20" cy="24"/>
              </a:xfrm>
              <a:custGeom>
                <a:avLst/>
                <a:gdLst>
                  <a:gd name="T0" fmla="*/ 50 w 8"/>
                  <a:gd name="T1" fmla="*/ 171 h 9"/>
                  <a:gd name="T2" fmla="*/ 63 w 8"/>
                  <a:gd name="T3" fmla="*/ 21 h 9"/>
                  <a:gd name="T4" fmla="*/ 33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6" y="8"/>
                      <a:pt x="8" y="3"/>
                      <a:pt x="4" y="1"/>
                    </a:cubicBezTo>
                    <a:cubicBezTo>
                      <a:pt x="0" y="0"/>
                      <a:pt x="0" y="7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3" name="Freeform 1370">
                <a:extLst>
                  <a:ext uri="{FF2B5EF4-FFF2-40B4-BE49-F238E27FC236}">
                    <a16:creationId xmlns:a16="http://schemas.microsoft.com/office/drawing/2014/main" id="{9146EC4A-B9EA-4BEA-9914-8C2AC57E1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696"/>
                <a:ext cx="40" cy="29"/>
              </a:xfrm>
              <a:custGeom>
                <a:avLst/>
                <a:gdLst>
                  <a:gd name="T0" fmla="*/ 208 w 16"/>
                  <a:gd name="T1" fmla="*/ 76 h 11"/>
                  <a:gd name="T2" fmla="*/ 95 w 16"/>
                  <a:gd name="T3" fmla="*/ 182 h 11"/>
                  <a:gd name="T4" fmla="*/ 208 w 16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3" y="4"/>
                    </a:moveTo>
                    <a:cubicBezTo>
                      <a:pt x="9" y="0"/>
                      <a:pt x="0" y="9"/>
                      <a:pt x="6" y="10"/>
                    </a:cubicBezTo>
                    <a:cubicBezTo>
                      <a:pt x="9" y="11"/>
                      <a:pt x="16" y="7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4" name="Freeform 1371">
                <a:extLst>
                  <a:ext uri="{FF2B5EF4-FFF2-40B4-BE49-F238E27FC236}">
                    <a16:creationId xmlns:a16="http://schemas.microsoft.com/office/drawing/2014/main" id="{A37ECE92-8CE9-4B7E-9E4A-9C5C3C867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701"/>
                <a:ext cx="35" cy="30"/>
              </a:xfrm>
              <a:custGeom>
                <a:avLst/>
                <a:gdLst>
                  <a:gd name="T0" fmla="*/ 158 w 14"/>
                  <a:gd name="T1" fmla="*/ 22 h 11"/>
                  <a:gd name="T2" fmla="*/ 0 w 14"/>
                  <a:gd name="T3" fmla="*/ 104 h 11"/>
                  <a:gd name="T4" fmla="*/ 158 w 14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0" y="1"/>
                    </a:moveTo>
                    <a:cubicBezTo>
                      <a:pt x="7" y="0"/>
                      <a:pt x="0" y="0"/>
                      <a:pt x="0" y="5"/>
                    </a:cubicBezTo>
                    <a:cubicBezTo>
                      <a:pt x="0" y="11"/>
                      <a:pt x="14" y="6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5" name="Freeform 1372">
                <a:extLst>
                  <a:ext uri="{FF2B5EF4-FFF2-40B4-BE49-F238E27FC236}">
                    <a16:creationId xmlns:a16="http://schemas.microsoft.com/office/drawing/2014/main" id="{17BBADB3-D2AB-4A07-B170-EBE7B20E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17"/>
                <a:ext cx="18" cy="32"/>
              </a:xfrm>
              <a:custGeom>
                <a:avLst/>
                <a:gdLst>
                  <a:gd name="T0" fmla="*/ 67 w 7"/>
                  <a:gd name="T1" fmla="*/ 171 h 12"/>
                  <a:gd name="T2" fmla="*/ 21 w 7"/>
                  <a:gd name="T3" fmla="*/ 93 h 12"/>
                  <a:gd name="T4" fmla="*/ 33 w 7"/>
                  <a:gd name="T5" fmla="*/ 205 h 12"/>
                  <a:gd name="T6" fmla="*/ 67 w 7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4" y="9"/>
                    </a:moveTo>
                    <a:cubicBezTo>
                      <a:pt x="7" y="6"/>
                      <a:pt x="4" y="0"/>
                      <a:pt x="1" y="5"/>
                    </a:cubicBezTo>
                    <a:cubicBezTo>
                      <a:pt x="0" y="6"/>
                      <a:pt x="0" y="11"/>
                      <a:pt x="2" y="11"/>
                    </a:cubicBezTo>
                    <a:cubicBezTo>
                      <a:pt x="3" y="12"/>
                      <a:pt x="4" y="11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6" name="Freeform 1373">
                <a:extLst>
                  <a:ext uri="{FF2B5EF4-FFF2-40B4-BE49-F238E27FC236}">
                    <a16:creationId xmlns:a16="http://schemas.microsoft.com/office/drawing/2014/main" id="{097277F6-0F7C-4B69-836A-EB496EDFE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36"/>
                <a:ext cx="35" cy="24"/>
              </a:xfrm>
              <a:custGeom>
                <a:avLst/>
                <a:gdLst>
                  <a:gd name="T0" fmla="*/ 95 w 14"/>
                  <a:gd name="T1" fmla="*/ 171 h 9"/>
                  <a:gd name="T2" fmla="*/ 188 w 14"/>
                  <a:gd name="T3" fmla="*/ 56 h 9"/>
                  <a:gd name="T4" fmla="*/ 95 w 14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6" y="9"/>
                    </a:moveTo>
                    <a:cubicBezTo>
                      <a:pt x="9" y="9"/>
                      <a:pt x="14" y="5"/>
                      <a:pt x="12" y="3"/>
                    </a:cubicBezTo>
                    <a:cubicBezTo>
                      <a:pt x="9" y="0"/>
                      <a:pt x="0" y="8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7" name="Freeform 1374">
                <a:extLst>
                  <a:ext uri="{FF2B5EF4-FFF2-40B4-BE49-F238E27FC236}">
                    <a16:creationId xmlns:a16="http://schemas.microsoft.com/office/drawing/2014/main" id="{67B4BE96-C62A-43ED-BCC0-CD93C9932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717"/>
                <a:ext cx="20" cy="24"/>
              </a:xfrm>
              <a:custGeom>
                <a:avLst/>
                <a:gdLst>
                  <a:gd name="T0" fmla="*/ 83 w 8"/>
                  <a:gd name="T1" fmla="*/ 149 h 9"/>
                  <a:gd name="T2" fmla="*/ 63 w 8"/>
                  <a:gd name="T3" fmla="*/ 21 h 9"/>
                  <a:gd name="T4" fmla="*/ 83 w 8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8"/>
                    </a:moveTo>
                    <a:cubicBezTo>
                      <a:pt x="8" y="7"/>
                      <a:pt x="8" y="0"/>
                      <a:pt x="4" y="1"/>
                    </a:cubicBezTo>
                    <a:cubicBezTo>
                      <a:pt x="0" y="2"/>
                      <a:pt x="2" y="9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8" name="Freeform 1375">
                <a:extLst>
                  <a:ext uri="{FF2B5EF4-FFF2-40B4-BE49-F238E27FC236}">
                    <a16:creationId xmlns:a16="http://schemas.microsoft.com/office/drawing/2014/main" id="{288CF015-ECEC-4432-B981-7811290A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664"/>
                <a:ext cx="17" cy="32"/>
              </a:xfrm>
              <a:custGeom>
                <a:avLst/>
                <a:gdLst>
                  <a:gd name="T0" fmla="*/ 100 w 7"/>
                  <a:gd name="T1" fmla="*/ 192 h 12"/>
                  <a:gd name="T2" fmla="*/ 41 w 7"/>
                  <a:gd name="T3" fmla="*/ 77 h 12"/>
                  <a:gd name="T4" fmla="*/ 58 w 7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0"/>
                    </a:moveTo>
                    <a:cubicBezTo>
                      <a:pt x="7" y="7"/>
                      <a:pt x="6" y="0"/>
                      <a:pt x="3" y="4"/>
                    </a:cubicBezTo>
                    <a:cubicBezTo>
                      <a:pt x="0" y="6"/>
                      <a:pt x="2" y="10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49" name="Freeform 1376">
                <a:extLst>
                  <a:ext uri="{FF2B5EF4-FFF2-40B4-BE49-F238E27FC236}">
                    <a16:creationId xmlns:a16="http://schemas.microsoft.com/office/drawing/2014/main" id="{7F7FB0E2-9A7C-47F7-8B88-65DE9F9C1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661"/>
                <a:ext cx="20" cy="27"/>
              </a:xfrm>
              <a:custGeom>
                <a:avLst/>
                <a:gdLst>
                  <a:gd name="T0" fmla="*/ 125 w 8"/>
                  <a:gd name="T1" fmla="*/ 81 h 10"/>
                  <a:gd name="T2" fmla="*/ 0 w 8"/>
                  <a:gd name="T3" fmla="*/ 103 h 10"/>
                  <a:gd name="T4" fmla="*/ 113 w 8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4"/>
                    </a:moveTo>
                    <a:cubicBezTo>
                      <a:pt x="6" y="2"/>
                      <a:pt x="0" y="0"/>
                      <a:pt x="0" y="5"/>
                    </a:cubicBezTo>
                    <a:cubicBezTo>
                      <a:pt x="0" y="8"/>
                      <a:pt x="5" y="10"/>
                      <a:pt x="7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0" name="Freeform 1377">
                <a:extLst>
                  <a:ext uri="{FF2B5EF4-FFF2-40B4-BE49-F238E27FC236}">
                    <a16:creationId xmlns:a16="http://schemas.microsoft.com/office/drawing/2014/main" id="{30B5FF39-A2C7-4AEA-BDE4-2E0FFC91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637"/>
                <a:ext cx="22" cy="30"/>
              </a:xfrm>
              <a:custGeom>
                <a:avLst/>
                <a:gdLst>
                  <a:gd name="T0" fmla="*/ 103 w 9"/>
                  <a:gd name="T1" fmla="*/ 202 h 11"/>
                  <a:gd name="T2" fmla="*/ 29 w 9"/>
                  <a:gd name="T3" fmla="*/ 82 h 11"/>
                  <a:gd name="T4" fmla="*/ 71 w 9"/>
                  <a:gd name="T5" fmla="*/ 2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7" y="10"/>
                    </a:moveTo>
                    <a:cubicBezTo>
                      <a:pt x="9" y="9"/>
                      <a:pt x="6" y="0"/>
                      <a:pt x="2" y="4"/>
                    </a:cubicBezTo>
                    <a:cubicBezTo>
                      <a:pt x="0" y="6"/>
                      <a:pt x="2" y="11"/>
                      <a:pt x="5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1" name="Freeform 1378">
                <a:extLst>
                  <a:ext uri="{FF2B5EF4-FFF2-40B4-BE49-F238E27FC236}">
                    <a16:creationId xmlns:a16="http://schemas.microsoft.com/office/drawing/2014/main" id="{9F62F750-AC6D-40D6-86AC-8DFD01B28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664"/>
                <a:ext cx="25" cy="32"/>
              </a:xfrm>
              <a:custGeom>
                <a:avLst/>
                <a:gdLst>
                  <a:gd name="T0" fmla="*/ 63 w 10"/>
                  <a:gd name="T1" fmla="*/ 171 h 12"/>
                  <a:gd name="T2" fmla="*/ 125 w 10"/>
                  <a:gd name="T3" fmla="*/ 77 h 12"/>
                  <a:gd name="T4" fmla="*/ 20 w 10"/>
                  <a:gd name="T5" fmla="*/ 35 h 12"/>
                  <a:gd name="T6" fmla="*/ 63 w 10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4" y="9"/>
                    </a:moveTo>
                    <a:cubicBezTo>
                      <a:pt x="6" y="12"/>
                      <a:pt x="10" y="8"/>
                      <a:pt x="8" y="4"/>
                    </a:cubicBezTo>
                    <a:cubicBezTo>
                      <a:pt x="7" y="3"/>
                      <a:pt x="3" y="0"/>
                      <a:pt x="1" y="2"/>
                    </a:cubicBezTo>
                    <a:cubicBezTo>
                      <a:pt x="0" y="4"/>
                      <a:pt x="3" y="8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2" name="Freeform 1379">
                <a:extLst>
                  <a:ext uri="{FF2B5EF4-FFF2-40B4-BE49-F238E27FC236}">
                    <a16:creationId xmlns:a16="http://schemas.microsoft.com/office/drawing/2014/main" id="{0CBFC1D8-CE81-498D-85EE-AF883C36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677"/>
                <a:ext cx="25" cy="32"/>
              </a:xfrm>
              <a:custGeom>
                <a:avLst/>
                <a:gdLst>
                  <a:gd name="T0" fmla="*/ 145 w 10"/>
                  <a:gd name="T1" fmla="*/ 205 h 12"/>
                  <a:gd name="T2" fmla="*/ 50 w 10"/>
                  <a:gd name="T3" fmla="*/ 77 h 12"/>
                  <a:gd name="T4" fmla="*/ 125 w 10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9" y="11"/>
                    </a:moveTo>
                    <a:cubicBezTo>
                      <a:pt x="10" y="8"/>
                      <a:pt x="7" y="0"/>
                      <a:pt x="3" y="4"/>
                    </a:cubicBezTo>
                    <a:cubicBezTo>
                      <a:pt x="0" y="6"/>
                      <a:pt x="4" y="12"/>
                      <a:pt x="8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3" name="Freeform 1380">
                <a:extLst>
                  <a:ext uri="{FF2B5EF4-FFF2-40B4-BE49-F238E27FC236}">
                    <a16:creationId xmlns:a16="http://schemas.microsoft.com/office/drawing/2014/main" id="{AE732431-8231-4B74-B7C1-D1B825550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677"/>
                <a:ext cx="25" cy="22"/>
              </a:xfrm>
              <a:custGeom>
                <a:avLst/>
                <a:gdLst>
                  <a:gd name="T0" fmla="*/ 95 w 10"/>
                  <a:gd name="T1" fmla="*/ 129 h 8"/>
                  <a:gd name="T2" fmla="*/ 113 w 10"/>
                  <a:gd name="T3" fmla="*/ 47 h 8"/>
                  <a:gd name="T4" fmla="*/ 20 w 10"/>
                  <a:gd name="T5" fmla="*/ 47 h 8"/>
                  <a:gd name="T6" fmla="*/ 83 w 10"/>
                  <a:gd name="T7" fmla="*/ 1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6" y="6"/>
                    </a:moveTo>
                    <a:cubicBezTo>
                      <a:pt x="8" y="8"/>
                      <a:pt x="10" y="4"/>
                      <a:pt x="7" y="2"/>
                    </a:cubicBezTo>
                    <a:cubicBezTo>
                      <a:pt x="6" y="1"/>
                      <a:pt x="2" y="0"/>
                      <a:pt x="1" y="2"/>
                    </a:cubicBezTo>
                    <a:cubicBezTo>
                      <a:pt x="0" y="3"/>
                      <a:pt x="3" y="6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4" name="Freeform 1381">
                <a:extLst>
                  <a:ext uri="{FF2B5EF4-FFF2-40B4-BE49-F238E27FC236}">
                    <a16:creationId xmlns:a16="http://schemas.microsoft.com/office/drawing/2014/main" id="{356C8274-A1AF-40FD-A31C-FC339244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648"/>
                <a:ext cx="35" cy="27"/>
              </a:xfrm>
              <a:custGeom>
                <a:avLst/>
                <a:gdLst>
                  <a:gd name="T0" fmla="*/ 145 w 14"/>
                  <a:gd name="T1" fmla="*/ 159 h 10"/>
                  <a:gd name="T2" fmla="*/ 113 w 14"/>
                  <a:gd name="T3" fmla="*/ 0 h 10"/>
                  <a:gd name="T4" fmla="*/ 145 w 14"/>
                  <a:gd name="T5" fmla="*/ 1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9" y="8"/>
                    </a:moveTo>
                    <a:cubicBezTo>
                      <a:pt x="14" y="8"/>
                      <a:pt x="10" y="0"/>
                      <a:pt x="7" y="0"/>
                    </a:cubicBezTo>
                    <a:cubicBezTo>
                      <a:pt x="0" y="0"/>
                      <a:pt x="5" y="10"/>
                      <a:pt x="9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5" name="Freeform 1382">
                <a:extLst>
                  <a:ext uri="{FF2B5EF4-FFF2-40B4-BE49-F238E27FC236}">
                    <a16:creationId xmlns:a16="http://schemas.microsoft.com/office/drawing/2014/main" id="{27826D9F-968A-4C5D-87F6-40FCBF53B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725"/>
                <a:ext cx="30" cy="32"/>
              </a:xfrm>
              <a:custGeom>
                <a:avLst/>
                <a:gdLst>
                  <a:gd name="T0" fmla="*/ 145 w 12"/>
                  <a:gd name="T1" fmla="*/ 227 h 12"/>
                  <a:gd name="T2" fmla="*/ 83 w 12"/>
                  <a:gd name="T3" fmla="*/ 21 h 12"/>
                  <a:gd name="T4" fmla="*/ 145 w 12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9" y="12"/>
                    </a:moveTo>
                    <a:cubicBezTo>
                      <a:pt x="12" y="11"/>
                      <a:pt x="9" y="0"/>
                      <a:pt x="5" y="1"/>
                    </a:cubicBezTo>
                    <a:cubicBezTo>
                      <a:pt x="0" y="3"/>
                      <a:pt x="6" y="12"/>
                      <a:pt x="9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6" name="Freeform 1383">
                <a:extLst>
                  <a:ext uri="{FF2B5EF4-FFF2-40B4-BE49-F238E27FC236}">
                    <a16:creationId xmlns:a16="http://schemas.microsoft.com/office/drawing/2014/main" id="{01363584-0800-44CC-8D87-805A812E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747"/>
                <a:ext cx="20" cy="24"/>
              </a:xfrm>
              <a:custGeom>
                <a:avLst/>
                <a:gdLst>
                  <a:gd name="T0" fmla="*/ 83 w 8"/>
                  <a:gd name="T1" fmla="*/ 35 h 9"/>
                  <a:gd name="T2" fmla="*/ 33 w 8"/>
                  <a:gd name="T3" fmla="*/ 136 h 9"/>
                  <a:gd name="T4" fmla="*/ 125 w 8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2"/>
                    </a:moveTo>
                    <a:cubicBezTo>
                      <a:pt x="3" y="0"/>
                      <a:pt x="0" y="4"/>
                      <a:pt x="2" y="7"/>
                    </a:cubicBezTo>
                    <a:cubicBezTo>
                      <a:pt x="3" y="9"/>
                      <a:pt x="8" y="7"/>
                      <a:pt x="8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7" name="Freeform 1384">
                <a:extLst>
                  <a:ext uri="{FF2B5EF4-FFF2-40B4-BE49-F238E27FC236}">
                    <a16:creationId xmlns:a16="http://schemas.microsoft.com/office/drawing/2014/main" id="{F10A40B5-040C-4A8A-BC7B-B810267C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757"/>
                <a:ext cx="33" cy="22"/>
              </a:xfrm>
              <a:custGeom>
                <a:avLst/>
                <a:gdLst>
                  <a:gd name="T0" fmla="*/ 96 w 13"/>
                  <a:gd name="T1" fmla="*/ 168 h 8"/>
                  <a:gd name="T2" fmla="*/ 180 w 13"/>
                  <a:gd name="T3" fmla="*/ 83 h 8"/>
                  <a:gd name="T4" fmla="*/ 84 w 13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6" y="8"/>
                    </a:moveTo>
                    <a:cubicBezTo>
                      <a:pt x="7" y="8"/>
                      <a:pt x="13" y="7"/>
                      <a:pt x="11" y="4"/>
                    </a:cubicBezTo>
                    <a:cubicBezTo>
                      <a:pt x="8" y="0"/>
                      <a:pt x="0" y="6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8" name="Freeform 1385">
                <a:extLst>
                  <a:ext uri="{FF2B5EF4-FFF2-40B4-BE49-F238E27FC236}">
                    <a16:creationId xmlns:a16="http://schemas.microsoft.com/office/drawing/2014/main" id="{CBDE84C0-F36B-4D57-884D-80239318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760"/>
                <a:ext cx="27" cy="24"/>
              </a:xfrm>
              <a:custGeom>
                <a:avLst/>
                <a:gdLst>
                  <a:gd name="T0" fmla="*/ 42 w 11"/>
                  <a:gd name="T1" fmla="*/ 136 h 9"/>
                  <a:gd name="T2" fmla="*/ 103 w 11"/>
                  <a:gd name="T3" fmla="*/ 35 h 9"/>
                  <a:gd name="T4" fmla="*/ 61 w 11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3" y="7"/>
                    </a:moveTo>
                    <a:cubicBezTo>
                      <a:pt x="5" y="7"/>
                      <a:pt x="11" y="3"/>
                      <a:pt x="7" y="2"/>
                    </a:cubicBezTo>
                    <a:cubicBezTo>
                      <a:pt x="2" y="0"/>
                      <a:pt x="0" y="9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59" name="Freeform 1386">
                <a:extLst>
                  <a:ext uri="{FF2B5EF4-FFF2-40B4-BE49-F238E27FC236}">
                    <a16:creationId xmlns:a16="http://schemas.microsoft.com/office/drawing/2014/main" id="{B1D1415B-A5A4-4A22-8E62-A282804FD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771"/>
                <a:ext cx="30" cy="21"/>
              </a:xfrm>
              <a:custGeom>
                <a:avLst/>
                <a:gdLst>
                  <a:gd name="T0" fmla="*/ 63 w 12"/>
                  <a:gd name="T1" fmla="*/ 123 h 8"/>
                  <a:gd name="T2" fmla="*/ 95 w 12"/>
                  <a:gd name="T3" fmla="*/ 0 h 8"/>
                  <a:gd name="T4" fmla="*/ 0 w 12"/>
                  <a:gd name="T5" fmla="*/ 89 h 8"/>
                  <a:gd name="T6" fmla="*/ 50 w 12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4" y="7"/>
                    </a:moveTo>
                    <a:cubicBezTo>
                      <a:pt x="7" y="6"/>
                      <a:pt x="12" y="1"/>
                      <a:pt x="6" y="0"/>
                    </a:cubicBezTo>
                    <a:cubicBezTo>
                      <a:pt x="4" y="0"/>
                      <a:pt x="0" y="2"/>
                      <a:pt x="0" y="5"/>
                    </a:cubicBezTo>
                    <a:cubicBezTo>
                      <a:pt x="0" y="6"/>
                      <a:pt x="2" y="8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0" name="Freeform 1387">
                <a:extLst>
                  <a:ext uri="{FF2B5EF4-FFF2-40B4-BE49-F238E27FC236}">
                    <a16:creationId xmlns:a16="http://schemas.microsoft.com/office/drawing/2014/main" id="{989E6A55-5B51-49C8-9C9C-7D02FB0CB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757"/>
                <a:ext cx="15" cy="35"/>
              </a:xfrm>
              <a:custGeom>
                <a:avLst/>
                <a:gdLst>
                  <a:gd name="T0" fmla="*/ 50 w 6"/>
                  <a:gd name="T1" fmla="*/ 218 h 13"/>
                  <a:gd name="T2" fmla="*/ 20 w 6"/>
                  <a:gd name="T3" fmla="*/ 59 h 13"/>
                  <a:gd name="T4" fmla="*/ 50 w 6"/>
                  <a:gd name="T5" fmla="*/ 2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3" y="11"/>
                    </a:moveTo>
                    <a:cubicBezTo>
                      <a:pt x="6" y="9"/>
                      <a:pt x="5" y="0"/>
                      <a:pt x="1" y="3"/>
                    </a:cubicBezTo>
                    <a:cubicBezTo>
                      <a:pt x="0" y="5"/>
                      <a:pt x="1" y="13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1" name="Freeform 1388">
                <a:extLst>
                  <a:ext uri="{FF2B5EF4-FFF2-40B4-BE49-F238E27FC236}">
                    <a16:creationId xmlns:a16="http://schemas.microsoft.com/office/drawing/2014/main" id="{2EC05FF8-B1A2-419C-86FA-82F6A7CE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747"/>
                <a:ext cx="22" cy="26"/>
              </a:xfrm>
              <a:custGeom>
                <a:avLst/>
                <a:gdLst>
                  <a:gd name="T0" fmla="*/ 71 w 9"/>
                  <a:gd name="T1" fmla="*/ 156 h 10"/>
                  <a:gd name="T2" fmla="*/ 71 w 9"/>
                  <a:gd name="T3" fmla="*/ 21 h 10"/>
                  <a:gd name="T4" fmla="*/ 71 w 9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9"/>
                    </a:moveTo>
                    <a:cubicBezTo>
                      <a:pt x="9" y="10"/>
                      <a:pt x="9" y="2"/>
                      <a:pt x="5" y="1"/>
                    </a:cubicBezTo>
                    <a:cubicBezTo>
                      <a:pt x="0" y="0"/>
                      <a:pt x="2" y="8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2" name="Freeform 1389">
                <a:extLst>
                  <a:ext uri="{FF2B5EF4-FFF2-40B4-BE49-F238E27FC236}">
                    <a16:creationId xmlns:a16="http://schemas.microsoft.com/office/drawing/2014/main" id="{31C518A8-2C7A-45AE-97F9-D932287B9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733"/>
                <a:ext cx="15" cy="32"/>
              </a:xfrm>
              <a:custGeom>
                <a:avLst/>
                <a:gdLst>
                  <a:gd name="T0" fmla="*/ 95 w 6"/>
                  <a:gd name="T1" fmla="*/ 136 h 12"/>
                  <a:gd name="T2" fmla="*/ 20 w 6"/>
                  <a:gd name="T3" fmla="*/ 56 h 12"/>
                  <a:gd name="T4" fmla="*/ 83 w 6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7"/>
                    </a:moveTo>
                    <a:cubicBezTo>
                      <a:pt x="6" y="5"/>
                      <a:pt x="4" y="0"/>
                      <a:pt x="1" y="3"/>
                    </a:cubicBezTo>
                    <a:cubicBezTo>
                      <a:pt x="0" y="5"/>
                      <a:pt x="3" y="12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3" name="Freeform 1390">
                <a:extLst>
                  <a:ext uri="{FF2B5EF4-FFF2-40B4-BE49-F238E27FC236}">
                    <a16:creationId xmlns:a16="http://schemas.microsoft.com/office/drawing/2014/main" id="{073CE845-A214-4283-8BDF-953550B1D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717"/>
                <a:ext cx="25" cy="27"/>
              </a:xfrm>
              <a:custGeom>
                <a:avLst/>
                <a:gdLst>
                  <a:gd name="T0" fmla="*/ 83 w 10"/>
                  <a:gd name="T1" fmla="*/ 159 h 10"/>
                  <a:gd name="T2" fmla="*/ 83 w 10"/>
                  <a:gd name="T3" fmla="*/ 38 h 10"/>
                  <a:gd name="T4" fmla="*/ 83 w 10"/>
                  <a:gd name="T5" fmla="*/ 1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5" y="8"/>
                    </a:moveTo>
                    <a:cubicBezTo>
                      <a:pt x="10" y="7"/>
                      <a:pt x="9" y="0"/>
                      <a:pt x="5" y="2"/>
                    </a:cubicBezTo>
                    <a:cubicBezTo>
                      <a:pt x="0" y="4"/>
                      <a:pt x="0" y="10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4" name="Freeform 1391">
                <a:extLst>
                  <a:ext uri="{FF2B5EF4-FFF2-40B4-BE49-F238E27FC236}">
                    <a16:creationId xmlns:a16="http://schemas.microsoft.com/office/drawing/2014/main" id="{C7CFD651-24D5-4744-A321-0C4BB5B2C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731"/>
                <a:ext cx="20" cy="32"/>
              </a:xfrm>
              <a:custGeom>
                <a:avLst/>
                <a:gdLst>
                  <a:gd name="T0" fmla="*/ 113 w 8"/>
                  <a:gd name="T1" fmla="*/ 77 h 12"/>
                  <a:gd name="T2" fmla="*/ 0 w 8"/>
                  <a:gd name="T3" fmla="*/ 77 h 12"/>
                  <a:gd name="T4" fmla="*/ 125 w 8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7" y="4"/>
                    </a:moveTo>
                    <a:cubicBezTo>
                      <a:pt x="5" y="2"/>
                      <a:pt x="1" y="0"/>
                      <a:pt x="0" y="4"/>
                    </a:cubicBezTo>
                    <a:cubicBezTo>
                      <a:pt x="0" y="8"/>
                      <a:pt x="5" y="12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5" name="Freeform 1392">
                <a:extLst>
                  <a:ext uri="{FF2B5EF4-FFF2-40B4-BE49-F238E27FC236}">
                    <a16:creationId xmlns:a16="http://schemas.microsoft.com/office/drawing/2014/main" id="{9EFF1C01-D8FD-45E1-AE16-176F73A44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23"/>
                <a:ext cx="27" cy="34"/>
              </a:xfrm>
              <a:custGeom>
                <a:avLst/>
                <a:gdLst>
                  <a:gd name="T0" fmla="*/ 133 w 11"/>
                  <a:gd name="T1" fmla="*/ 110 h 13"/>
                  <a:gd name="T2" fmla="*/ 29 w 11"/>
                  <a:gd name="T3" fmla="*/ 68 h 13"/>
                  <a:gd name="T4" fmla="*/ 120 w 11"/>
                  <a:gd name="T5" fmla="*/ 11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9" y="6"/>
                    </a:moveTo>
                    <a:cubicBezTo>
                      <a:pt x="9" y="2"/>
                      <a:pt x="3" y="0"/>
                      <a:pt x="2" y="4"/>
                    </a:cubicBezTo>
                    <a:cubicBezTo>
                      <a:pt x="0" y="11"/>
                      <a:pt x="11" y="13"/>
                      <a:pt x="8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6" name="Freeform 1393">
                <a:extLst>
                  <a:ext uri="{FF2B5EF4-FFF2-40B4-BE49-F238E27FC236}">
                    <a16:creationId xmlns:a16="http://schemas.microsoft.com/office/drawing/2014/main" id="{01C4E6B3-FA38-4897-A55B-F0CFC6C5F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715"/>
                <a:ext cx="35" cy="21"/>
              </a:xfrm>
              <a:custGeom>
                <a:avLst/>
                <a:gdLst>
                  <a:gd name="T0" fmla="*/ 95 w 14"/>
                  <a:gd name="T1" fmla="*/ 123 h 8"/>
                  <a:gd name="T2" fmla="*/ 175 w 14"/>
                  <a:gd name="T3" fmla="*/ 55 h 8"/>
                  <a:gd name="T4" fmla="*/ 95 w 14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6" y="7"/>
                    </a:moveTo>
                    <a:cubicBezTo>
                      <a:pt x="8" y="8"/>
                      <a:pt x="14" y="5"/>
                      <a:pt x="11" y="3"/>
                    </a:cubicBezTo>
                    <a:cubicBezTo>
                      <a:pt x="9" y="0"/>
                      <a:pt x="0" y="5"/>
                      <a:pt x="6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7" name="Freeform 1394">
                <a:extLst>
                  <a:ext uri="{FF2B5EF4-FFF2-40B4-BE49-F238E27FC236}">
                    <a16:creationId xmlns:a16="http://schemas.microsoft.com/office/drawing/2014/main" id="{D58E00C5-8056-460C-AB38-20316DE3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589"/>
                <a:ext cx="38" cy="19"/>
              </a:xfrm>
              <a:custGeom>
                <a:avLst/>
                <a:gdLst>
                  <a:gd name="T0" fmla="*/ 96 w 15"/>
                  <a:gd name="T1" fmla="*/ 117 h 7"/>
                  <a:gd name="T2" fmla="*/ 180 w 15"/>
                  <a:gd name="T3" fmla="*/ 22 h 7"/>
                  <a:gd name="T4" fmla="*/ 33 w 15"/>
                  <a:gd name="T5" fmla="*/ 38 h 7"/>
                  <a:gd name="T6" fmla="*/ 84 w 15"/>
                  <a:gd name="T7" fmla="*/ 1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6" y="6"/>
                    </a:moveTo>
                    <a:cubicBezTo>
                      <a:pt x="9" y="7"/>
                      <a:pt x="15" y="3"/>
                      <a:pt x="11" y="1"/>
                    </a:cubicBezTo>
                    <a:cubicBezTo>
                      <a:pt x="9" y="0"/>
                      <a:pt x="3" y="0"/>
                      <a:pt x="2" y="2"/>
                    </a:cubicBezTo>
                    <a:cubicBezTo>
                      <a:pt x="0" y="4"/>
                      <a:pt x="4" y="6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8" name="Freeform 1395">
                <a:extLst>
                  <a:ext uri="{FF2B5EF4-FFF2-40B4-BE49-F238E27FC236}">
                    <a16:creationId xmlns:a16="http://schemas.microsoft.com/office/drawing/2014/main" id="{1032B7CF-5D00-4909-ACAD-06E046120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584"/>
                <a:ext cx="20" cy="21"/>
              </a:xfrm>
              <a:custGeom>
                <a:avLst/>
                <a:gdLst>
                  <a:gd name="T0" fmla="*/ 113 w 8"/>
                  <a:gd name="T1" fmla="*/ 89 h 8"/>
                  <a:gd name="T2" fmla="*/ 0 w 8"/>
                  <a:gd name="T3" fmla="*/ 76 h 8"/>
                  <a:gd name="T4" fmla="*/ 125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5"/>
                    </a:moveTo>
                    <a:cubicBezTo>
                      <a:pt x="5" y="6"/>
                      <a:pt x="0" y="8"/>
                      <a:pt x="0" y="4"/>
                    </a:cubicBezTo>
                    <a:cubicBezTo>
                      <a:pt x="0" y="0"/>
                      <a:pt x="6" y="0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69" name="Freeform 1396">
                <a:extLst>
                  <a:ext uri="{FF2B5EF4-FFF2-40B4-BE49-F238E27FC236}">
                    <a16:creationId xmlns:a16="http://schemas.microsoft.com/office/drawing/2014/main" id="{FE5EBC30-06EB-4663-BE78-F0A1F6771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597"/>
                <a:ext cx="27" cy="22"/>
              </a:xfrm>
              <a:custGeom>
                <a:avLst/>
                <a:gdLst>
                  <a:gd name="T0" fmla="*/ 71 w 11"/>
                  <a:gd name="T1" fmla="*/ 0 h 8"/>
                  <a:gd name="T2" fmla="*/ 71 w 11"/>
                  <a:gd name="T3" fmla="*/ 143 h 8"/>
                  <a:gd name="T4" fmla="*/ 91 w 11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1" y="0"/>
                      <a:pt x="0" y="8"/>
                      <a:pt x="5" y="7"/>
                    </a:cubicBezTo>
                    <a:cubicBezTo>
                      <a:pt x="9" y="7"/>
                      <a:pt x="11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0" name="Freeform 1397">
                <a:extLst>
                  <a:ext uri="{FF2B5EF4-FFF2-40B4-BE49-F238E27FC236}">
                    <a16:creationId xmlns:a16="http://schemas.microsoft.com/office/drawing/2014/main" id="{542F1509-99E0-4469-9D3C-911BCF96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600"/>
                <a:ext cx="30" cy="19"/>
              </a:xfrm>
              <a:custGeom>
                <a:avLst/>
                <a:gdLst>
                  <a:gd name="T0" fmla="*/ 63 w 12"/>
                  <a:gd name="T1" fmla="*/ 117 h 7"/>
                  <a:gd name="T2" fmla="*/ 95 w 12"/>
                  <a:gd name="T3" fmla="*/ 22 h 7"/>
                  <a:gd name="T4" fmla="*/ 0 w 12"/>
                  <a:gd name="T5" fmla="*/ 60 h 7"/>
                  <a:gd name="T6" fmla="*/ 63 w 12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4" y="6"/>
                    </a:moveTo>
                    <a:cubicBezTo>
                      <a:pt x="9" y="7"/>
                      <a:pt x="12" y="3"/>
                      <a:pt x="6" y="1"/>
                    </a:cubicBezTo>
                    <a:cubicBezTo>
                      <a:pt x="4" y="0"/>
                      <a:pt x="0" y="0"/>
                      <a:pt x="0" y="3"/>
                    </a:cubicBezTo>
                    <a:cubicBezTo>
                      <a:pt x="0" y="5"/>
                      <a:pt x="2" y="6"/>
                      <a:pt x="4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1" name="Freeform 1398">
                <a:extLst>
                  <a:ext uri="{FF2B5EF4-FFF2-40B4-BE49-F238E27FC236}">
                    <a16:creationId xmlns:a16="http://schemas.microsoft.com/office/drawing/2014/main" id="{64AEEDA1-9174-4DF4-914D-C4D0769DE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635"/>
                <a:ext cx="33" cy="26"/>
              </a:xfrm>
              <a:custGeom>
                <a:avLst/>
                <a:gdLst>
                  <a:gd name="T0" fmla="*/ 63 w 13"/>
                  <a:gd name="T1" fmla="*/ 156 h 10"/>
                  <a:gd name="T2" fmla="*/ 129 w 13"/>
                  <a:gd name="T3" fmla="*/ 21 h 10"/>
                  <a:gd name="T4" fmla="*/ 0 w 13"/>
                  <a:gd name="T5" fmla="*/ 122 h 10"/>
                  <a:gd name="T6" fmla="*/ 84 w 13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4" y="9"/>
                    </a:moveTo>
                    <a:cubicBezTo>
                      <a:pt x="8" y="9"/>
                      <a:pt x="13" y="2"/>
                      <a:pt x="8" y="1"/>
                    </a:cubicBezTo>
                    <a:cubicBezTo>
                      <a:pt x="6" y="0"/>
                      <a:pt x="0" y="5"/>
                      <a:pt x="0" y="7"/>
                    </a:cubicBezTo>
                    <a:cubicBezTo>
                      <a:pt x="0" y="10"/>
                      <a:pt x="3" y="10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2" name="Freeform 1399">
                <a:extLst>
                  <a:ext uri="{FF2B5EF4-FFF2-40B4-BE49-F238E27FC236}">
                    <a16:creationId xmlns:a16="http://schemas.microsoft.com/office/drawing/2014/main" id="{C361EBC7-1373-421C-83CD-988375E31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613"/>
                <a:ext cx="25" cy="24"/>
              </a:xfrm>
              <a:custGeom>
                <a:avLst/>
                <a:gdLst>
                  <a:gd name="T0" fmla="*/ 63 w 10"/>
                  <a:gd name="T1" fmla="*/ 136 h 9"/>
                  <a:gd name="T2" fmla="*/ 83 w 10"/>
                  <a:gd name="T3" fmla="*/ 21 h 9"/>
                  <a:gd name="T4" fmla="*/ 0 w 10"/>
                  <a:gd name="T5" fmla="*/ 115 h 9"/>
                  <a:gd name="T6" fmla="*/ 63 w 10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4" y="7"/>
                    </a:moveTo>
                    <a:cubicBezTo>
                      <a:pt x="7" y="6"/>
                      <a:pt x="10" y="0"/>
                      <a:pt x="5" y="1"/>
                    </a:cubicBezTo>
                    <a:cubicBezTo>
                      <a:pt x="3" y="1"/>
                      <a:pt x="0" y="4"/>
                      <a:pt x="0" y="6"/>
                    </a:cubicBezTo>
                    <a:cubicBezTo>
                      <a:pt x="0" y="8"/>
                      <a:pt x="3" y="9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3" name="Freeform 1400">
                <a:extLst>
                  <a:ext uri="{FF2B5EF4-FFF2-40B4-BE49-F238E27FC236}">
                    <a16:creationId xmlns:a16="http://schemas.microsoft.com/office/drawing/2014/main" id="{3E478BAC-CA2B-4F32-9314-A0AB01248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595"/>
                <a:ext cx="22" cy="40"/>
              </a:xfrm>
              <a:custGeom>
                <a:avLst/>
                <a:gdLst>
                  <a:gd name="T0" fmla="*/ 103 w 9"/>
                  <a:gd name="T1" fmla="*/ 171 h 15"/>
                  <a:gd name="T2" fmla="*/ 59 w 9"/>
                  <a:gd name="T3" fmla="*/ 77 h 15"/>
                  <a:gd name="T4" fmla="*/ 103 w 9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7" y="9"/>
                    </a:moveTo>
                    <a:cubicBezTo>
                      <a:pt x="9" y="7"/>
                      <a:pt x="7" y="0"/>
                      <a:pt x="4" y="4"/>
                    </a:cubicBezTo>
                    <a:cubicBezTo>
                      <a:pt x="0" y="8"/>
                      <a:pt x="6" y="15"/>
                      <a:pt x="7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4" name="Freeform 1401">
                <a:extLst>
                  <a:ext uri="{FF2B5EF4-FFF2-40B4-BE49-F238E27FC236}">
                    <a16:creationId xmlns:a16="http://schemas.microsoft.com/office/drawing/2014/main" id="{313AF374-3869-4CA5-963A-3D4FAEE72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84"/>
                <a:ext cx="30" cy="16"/>
              </a:xfrm>
              <a:custGeom>
                <a:avLst/>
                <a:gdLst>
                  <a:gd name="T0" fmla="*/ 63 w 12"/>
                  <a:gd name="T1" fmla="*/ 115 h 6"/>
                  <a:gd name="T2" fmla="*/ 113 w 12"/>
                  <a:gd name="T3" fmla="*/ 21 h 6"/>
                  <a:gd name="T4" fmla="*/ 0 w 12"/>
                  <a:gd name="T5" fmla="*/ 77 h 6"/>
                  <a:gd name="T6" fmla="*/ 63 w 12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6" y="6"/>
                      <a:pt x="12" y="3"/>
                      <a:pt x="7" y="1"/>
                    </a:cubicBezTo>
                    <a:cubicBezTo>
                      <a:pt x="5" y="0"/>
                      <a:pt x="0" y="1"/>
                      <a:pt x="0" y="4"/>
                    </a:cubicBezTo>
                    <a:cubicBezTo>
                      <a:pt x="0" y="5"/>
                      <a:pt x="2" y="6"/>
                      <a:pt x="4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5" name="Freeform 1402">
                <a:extLst>
                  <a:ext uri="{FF2B5EF4-FFF2-40B4-BE49-F238E27FC236}">
                    <a16:creationId xmlns:a16="http://schemas.microsoft.com/office/drawing/2014/main" id="{A5B5C71B-41A9-486B-8F96-011522077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592"/>
                <a:ext cx="27" cy="27"/>
              </a:xfrm>
              <a:custGeom>
                <a:avLst/>
                <a:gdLst>
                  <a:gd name="T0" fmla="*/ 61 w 11"/>
                  <a:gd name="T1" fmla="*/ 176 h 10"/>
                  <a:gd name="T2" fmla="*/ 91 w 11"/>
                  <a:gd name="T3" fmla="*/ 22 h 10"/>
                  <a:gd name="T4" fmla="*/ 29 w 11"/>
                  <a:gd name="T5" fmla="*/ 159 h 10"/>
                  <a:gd name="T6" fmla="*/ 61 w 11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4" y="9"/>
                    </a:moveTo>
                    <a:cubicBezTo>
                      <a:pt x="9" y="9"/>
                      <a:pt x="11" y="0"/>
                      <a:pt x="6" y="1"/>
                    </a:cubicBezTo>
                    <a:cubicBezTo>
                      <a:pt x="4" y="1"/>
                      <a:pt x="0" y="6"/>
                      <a:pt x="2" y="8"/>
                    </a:cubicBezTo>
                    <a:cubicBezTo>
                      <a:pt x="2" y="9"/>
                      <a:pt x="3" y="10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6" name="Freeform 1403">
                <a:extLst>
                  <a:ext uri="{FF2B5EF4-FFF2-40B4-BE49-F238E27FC236}">
                    <a16:creationId xmlns:a16="http://schemas.microsoft.com/office/drawing/2014/main" id="{241431A4-31D5-4CD8-9E84-6FFDE6CF4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619"/>
                <a:ext cx="32" cy="21"/>
              </a:xfrm>
              <a:custGeom>
                <a:avLst/>
                <a:gdLst>
                  <a:gd name="T0" fmla="*/ 62 w 13"/>
                  <a:gd name="T1" fmla="*/ 144 h 8"/>
                  <a:gd name="T2" fmla="*/ 91 w 13"/>
                  <a:gd name="T3" fmla="*/ 0 h 8"/>
                  <a:gd name="T4" fmla="*/ 0 w 13"/>
                  <a:gd name="T5" fmla="*/ 110 h 8"/>
                  <a:gd name="T6" fmla="*/ 42 w 13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4" y="8"/>
                    </a:moveTo>
                    <a:cubicBezTo>
                      <a:pt x="7" y="7"/>
                      <a:pt x="13" y="1"/>
                      <a:pt x="6" y="0"/>
                    </a:cubicBezTo>
                    <a:cubicBezTo>
                      <a:pt x="4" y="0"/>
                      <a:pt x="0" y="3"/>
                      <a:pt x="0" y="6"/>
                    </a:cubicBezTo>
                    <a:cubicBezTo>
                      <a:pt x="0" y="8"/>
                      <a:pt x="2" y="7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7" name="Freeform 1404">
                <a:extLst>
                  <a:ext uri="{FF2B5EF4-FFF2-40B4-BE49-F238E27FC236}">
                    <a16:creationId xmlns:a16="http://schemas.microsoft.com/office/drawing/2014/main" id="{403CFCA7-90BA-4BDF-B755-3BADCBE0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640"/>
                <a:ext cx="35" cy="24"/>
              </a:xfrm>
              <a:custGeom>
                <a:avLst/>
                <a:gdLst>
                  <a:gd name="T0" fmla="*/ 83 w 14"/>
                  <a:gd name="T1" fmla="*/ 171 h 9"/>
                  <a:gd name="T2" fmla="*/ 158 w 14"/>
                  <a:gd name="T3" fmla="*/ 21 h 9"/>
                  <a:gd name="T4" fmla="*/ 50 w 14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9"/>
                    </a:moveTo>
                    <a:cubicBezTo>
                      <a:pt x="7" y="9"/>
                      <a:pt x="14" y="2"/>
                      <a:pt x="10" y="1"/>
                    </a:cubicBezTo>
                    <a:cubicBezTo>
                      <a:pt x="7" y="0"/>
                      <a:pt x="0" y="7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8" name="Freeform 1405">
                <a:extLst>
                  <a:ext uri="{FF2B5EF4-FFF2-40B4-BE49-F238E27FC236}">
                    <a16:creationId xmlns:a16="http://schemas.microsoft.com/office/drawing/2014/main" id="{F39E5A6F-452B-400D-BC4D-8C75F6DC0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635"/>
                <a:ext cx="32" cy="21"/>
              </a:xfrm>
              <a:custGeom>
                <a:avLst/>
                <a:gdLst>
                  <a:gd name="T0" fmla="*/ 12 w 13"/>
                  <a:gd name="T1" fmla="*/ 110 h 8"/>
                  <a:gd name="T2" fmla="*/ 121 w 13"/>
                  <a:gd name="T3" fmla="*/ 21 h 8"/>
                  <a:gd name="T4" fmla="*/ 12 w 13"/>
                  <a:gd name="T5" fmla="*/ 76 h 8"/>
                  <a:gd name="T6" fmla="*/ 30 w 13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" y="6"/>
                    </a:moveTo>
                    <a:cubicBezTo>
                      <a:pt x="4" y="8"/>
                      <a:pt x="13" y="4"/>
                      <a:pt x="8" y="1"/>
                    </a:cubicBezTo>
                    <a:cubicBezTo>
                      <a:pt x="6" y="0"/>
                      <a:pt x="1" y="2"/>
                      <a:pt x="1" y="4"/>
                    </a:cubicBezTo>
                    <a:cubicBezTo>
                      <a:pt x="0" y="5"/>
                      <a:pt x="1" y="7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79" name="Freeform 1406">
                <a:extLst>
                  <a:ext uri="{FF2B5EF4-FFF2-40B4-BE49-F238E27FC236}">
                    <a16:creationId xmlns:a16="http://schemas.microsoft.com/office/drawing/2014/main" id="{5961B915-2A58-4C53-ADFE-C3D4CD8FB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589"/>
                <a:ext cx="35" cy="19"/>
              </a:xfrm>
              <a:custGeom>
                <a:avLst/>
                <a:gdLst>
                  <a:gd name="T0" fmla="*/ 175 w 14"/>
                  <a:gd name="T1" fmla="*/ 22 h 7"/>
                  <a:gd name="T2" fmla="*/ 63 w 14"/>
                  <a:gd name="T3" fmla="*/ 22 h 7"/>
                  <a:gd name="T4" fmla="*/ 50 w 14"/>
                  <a:gd name="T5" fmla="*/ 117 h 7"/>
                  <a:gd name="T6" fmla="*/ 175 w 14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1" y="1"/>
                    </a:moveTo>
                    <a:cubicBezTo>
                      <a:pt x="8" y="0"/>
                      <a:pt x="7" y="0"/>
                      <a:pt x="4" y="1"/>
                    </a:cubicBezTo>
                    <a:cubicBezTo>
                      <a:pt x="3" y="2"/>
                      <a:pt x="0" y="5"/>
                      <a:pt x="3" y="6"/>
                    </a:cubicBezTo>
                    <a:cubicBezTo>
                      <a:pt x="5" y="7"/>
                      <a:pt x="14" y="4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0" name="Freeform 1407">
                <a:extLst>
                  <a:ext uri="{FF2B5EF4-FFF2-40B4-BE49-F238E27FC236}">
                    <a16:creationId xmlns:a16="http://schemas.microsoft.com/office/drawing/2014/main" id="{263152EA-FF0B-4BA3-A38B-B8EC5B43F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603"/>
                <a:ext cx="27" cy="18"/>
              </a:xfrm>
              <a:custGeom>
                <a:avLst/>
                <a:gdLst>
                  <a:gd name="T0" fmla="*/ 61 w 11"/>
                  <a:gd name="T1" fmla="*/ 33 h 7"/>
                  <a:gd name="T2" fmla="*/ 61 w 11"/>
                  <a:gd name="T3" fmla="*/ 118 h 7"/>
                  <a:gd name="T4" fmla="*/ 133 w 11"/>
                  <a:gd name="T5" fmla="*/ 85 h 7"/>
                  <a:gd name="T6" fmla="*/ 91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4" y="2"/>
                    </a:moveTo>
                    <a:cubicBezTo>
                      <a:pt x="0" y="2"/>
                      <a:pt x="0" y="7"/>
                      <a:pt x="4" y="7"/>
                    </a:cubicBezTo>
                    <a:cubicBezTo>
                      <a:pt x="5" y="7"/>
                      <a:pt x="8" y="6"/>
                      <a:pt x="9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1" name="Freeform 1408">
                <a:extLst>
                  <a:ext uri="{FF2B5EF4-FFF2-40B4-BE49-F238E27FC236}">
                    <a16:creationId xmlns:a16="http://schemas.microsoft.com/office/drawing/2014/main" id="{DEC7C021-A4E5-48E7-A013-ED708CDF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603"/>
                <a:ext cx="15" cy="32"/>
              </a:xfrm>
              <a:custGeom>
                <a:avLst/>
                <a:gdLst>
                  <a:gd name="T0" fmla="*/ 83 w 6"/>
                  <a:gd name="T1" fmla="*/ 192 h 12"/>
                  <a:gd name="T2" fmla="*/ 0 w 6"/>
                  <a:gd name="T3" fmla="*/ 93 h 12"/>
                  <a:gd name="T4" fmla="*/ 33 w 6"/>
                  <a:gd name="T5" fmla="*/ 227 h 12"/>
                  <a:gd name="T6" fmla="*/ 83 w 6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5" y="10"/>
                    </a:moveTo>
                    <a:cubicBezTo>
                      <a:pt x="6" y="6"/>
                      <a:pt x="2" y="0"/>
                      <a:pt x="0" y="5"/>
                    </a:cubicBezTo>
                    <a:cubicBezTo>
                      <a:pt x="0" y="7"/>
                      <a:pt x="0" y="11"/>
                      <a:pt x="2" y="12"/>
                    </a:cubicBezTo>
                    <a:cubicBezTo>
                      <a:pt x="4" y="12"/>
                      <a:pt x="5" y="11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2" name="Freeform 1409">
                <a:extLst>
                  <a:ext uri="{FF2B5EF4-FFF2-40B4-BE49-F238E27FC236}">
                    <a16:creationId xmlns:a16="http://schemas.microsoft.com/office/drawing/2014/main" id="{8ECC4EA5-00C8-41C9-911C-6D060E994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595"/>
                <a:ext cx="35" cy="18"/>
              </a:xfrm>
              <a:custGeom>
                <a:avLst/>
                <a:gdLst>
                  <a:gd name="T0" fmla="*/ 83 w 14"/>
                  <a:gd name="T1" fmla="*/ 85 h 7"/>
                  <a:gd name="T2" fmla="*/ 145 w 14"/>
                  <a:gd name="T3" fmla="*/ 0 h 7"/>
                  <a:gd name="T4" fmla="*/ 0 w 14"/>
                  <a:gd name="T5" fmla="*/ 67 h 7"/>
                  <a:gd name="T6" fmla="*/ 95 w 14"/>
                  <a:gd name="T7" fmla="*/ 8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5" y="5"/>
                    </a:moveTo>
                    <a:cubicBezTo>
                      <a:pt x="8" y="7"/>
                      <a:pt x="14" y="1"/>
                      <a:pt x="9" y="0"/>
                    </a:cubicBezTo>
                    <a:cubicBezTo>
                      <a:pt x="7" y="0"/>
                      <a:pt x="1" y="2"/>
                      <a:pt x="0" y="4"/>
                    </a:cubicBezTo>
                    <a:cubicBezTo>
                      <a:pt x="0" y="7"/>
                      <a:pt x="5" y="6"/>
                      <a:pt x="6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3" name="Freeform 1410">
                <a:extLst>
                  <a:ext uri="{FF2B5EF4-FFF2-40B4-BE49-F238E27FC236}">
                    <a16:creationId xmlns:a16="http://schemas.microsoft.com/office/drawing/2014/main" id="{F6DAEFBC-2957-4528-A63B-C166EC93A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616"/>
                <a:ext cx="15" cy="29"/>
              </a:xfrm>
              <a:custGeom>
                <a:avLst/>
                <a:gdLst>
                  <a:gd name="T0" fmla="*/ 83 w 6"/>
                  <a:gd name="T1" fmla="*/ 166 h 11"/>
                  <a:gd name="T2" fmla="*/ 20 w 6"/>
                  <a:gd name="T3" fmla="*/ 90 h 11"/>
                  <a:gd name="T4" fmla="*/ 63 w 6"/>
                  <a:gd name="T5" fmla="*/ 1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5" y="9"/>
                    </a:moveTo>
                    <a:cubicBezTo>
                      <a:pt x="6" y="6"/>
                      <a:pt x="4" y="0"/>
                      <a:pt x="1" y="5"/>
                    </a:cubicBezTo>
                    <a:cubicBezTo>
                      <a:pt x="0" y="6"/>
                      <a:pt x="2" y="11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4" name="Freeform 1411">
                <a:extLst>
                  <a:ext uri="{FF2B5EF4-FFF2-40B4-BE49-F238E27FC236}">
                    <a16:creationId xmlns:a16="http://schemas.microsoft.com/office/drawing/2014/main" id="{5A2EFC8D-34AA-4AEA-8D0D-C823B044F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608"/>
                <a:ext cx="30" cy="21"/>
              </a:xfrm>
              <a:custGeom>
                <a:avLst/>
                <a:gdLst>
                  <a:gd name="T0" fmla="*/ 113 w 12"/>
                  <a:gd name="T1" fmla="*/ 110 h 8"/>
                  <a:gd name="T2" fmla="*/ 188 w 12"/>
                  <a:gd name="T3" fmla="*/ 55 h 8"/>
                  <a:gd name="T4" fmla="*/ 50 w 12"/>
                  <a:gd name="T5" fmla="*/ 34 h 8"/>
                  <a:gd name="T6" fmla="*/ 113 w 12"/>
                  <a:gd name="T7" fmla="*/ 1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7" y="6"/>
                    </a:moveTo>
                    <a:cubicBezTo>
                      <a:pt x="8" y="6"/>
                      <a:pt x="12" y="5"/>
                      <a:pt x="12" y="3"/>
                    </a:cubicBezTo>
                    <a:cubicBezTo>
                      <a:pt x="12" y="0"/>
                      <a:pt x="4" y="1"/>
                      <a:pt x="3" y="2"/>
                    </a:cubicBezTo>
                    <a:cubicBezTo>
                      <a:pt x="0" y="6"/>
                      <a:pt x="5" y="8"/>
                      <a:pt x="7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5" name="Freeform 1412">
                <a:extLst>
                  <a:ext uri="{FF2B5EF4-FFF2-40B4-BE49-F238E27FC236}">
                    <a16:creationId xmlns:a16="http://schemas.microsoft.com/office/drawing/2014/main" id="{E89351CE-F48E-49B8-8431-0D96381F2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624"/>
                <a:ext cx="20" cy="21"/>
              </a:xfrm>
              <a:custGeom>
                <a:avLst/>
                <a:gdLst>
                  <a:gd name="T0" fmla="*/ 63 w 8"/>
                  <a:gd name="T1" fmla="*/ 0 h 8"/>
                  <a:gd name="T2" fmla="*/ 63 w 8"/>
                  <a:gd name="T3" fmla="*/ 144 h 8"/>
                  <a:gd name="T4" fmla="*/ 50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1"/>
                      <a:pt x="8" y="7"/>
                      <a:pt x="4" y="8"/>
                    </a:cubicBezTo>
                    <a:cubicBezTo>
                      <a:pt x="0" y="8"/>
                      <a:pt x="1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6" name="Freeform 1413">
                <a:extLst>
                  <a:ext uri="{FF2B5EF4-FFF2-40B4-BE49-F238E27FC236}">
                    <a16:creationId xmlns:a16="http://schemas.microsoft.com/office/drawing/2014/main" id="{F5AC067B-1F53-4B4C-9BD1-4C3443A1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624"/>
                <a:ext cx="35" cy="21"/>
              </a:xfrm>
              <a:custGeom>
                <a:avLst/>
                <a:gdLst>
                  <a:gd name="T0" fmla="*/ 83 w 14"/>
                  <a:gd name="T1" fmla="*/ 144 h 8"/>
                  <a:gd name="T2" fmla="*/ 125 w 14"/>
                  <a:gd name="T3" fmla="*/ 0 h 8"/>
                  <a:gd name="T4" fmla="*/ 83 w 14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5" y="8"/>
                    </a:moveTo>
                    <a:cubicBezTo>
                      <a:pt x="10" y="8"/>
                      <a:pt x="14" y="0"/>
                      <a:pt x="8" y="0"/>
                    </a:cubicBezTo>
                    <a:cubicBezTo>
                      <a:pt x="3" y="0"/>
                      <a:pt x="0" y="6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7" name="Freeform 1414">
                <a:extLst>
                  <a:ext uri="{FF2B5EF4-FFF2-40B4-BE49-F238E27FC236}">
                    <a16:creationId xmlns:a16="http://schemas.microsoft.com/office/drawing/2014/main" id="{E6F8B1EF-AC6C-471F-BED6-2BF34D749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605"/>
                <a:ext cx="30" cy="22"/>
              </a:xfrm>
              <a:custGeom>
                <a:avLst/>
                <a:gdLst>
                  <a:gd name="T0" fmla="*/ 63 w 12"/>
                  <a:gd name="T1" fmla="*/ 129 h 8"/>
                  <a:gd name="T2" fmla="*/ 113 w 12"/>
                  <a:gd name="T3" fmla="*/ 22 h 8"/>
                  <a:gd name="T4" fmla="*/ 0 w 12"/>
                  <a:gd name="T5" fmla="*/ 83 h 8"/>
                  <a:gd name="T6" fmla="*/ 50 w 12"/>
                  <a:gd name="T7" fmla="*/ 14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4" y="6"/>
                    </a:moveTo>
                    <a:cubicBezTo>
                      <a:pt x="7" y="7"/>
                      <a:pt x="12" y="2"/>
                      <a:pt x="7" y="1"/>
                    </a:cubicBezTo>
                    <a:cubicBezTo>
                      <a:pt x="5" y="0"/>
                      <a:pt x="1" y="3"/>
                      <a:pt x="0" y="4"/>
                    </a:cubicBezTo>
                    <a:cubicBezTo>
                      <a:pt x="0" y="6"/>
                      <a:pt x="1" y="8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8" name="Freeform 1415">
                <a:extLst>
                  <a:ext uri="{FF2B5EF4-FFF2-40B4-BE49-F238E27FC236}">
                    <a16:creationId xmlns:a16="http://schemas.microsoft.com/office/drawing/2014/main" id="{575300E4-8B23-4288-B7F1-65E85DD18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597"/>
                <a:ext cx="23" cy="14"/>
              </a:xfrm>
              <a:custGeom>
                <a:avLst/>
                <a:gdLst>
                  <a:gd name="T0" fmla="*/ 33 w 9"/>
                  <a:gd name="T1" fmla="*/ 109 h 5"/>
                  <a:gd name="T2" fmla="*/ 118 w 9"/>
                  <a:gd name="T3" fmla="*/ 22 h 5"/>
                  <a:gd name="T4" fmla="*/ 20 w 9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2" y="5"/>
                    </a:moveTo>
                    <a:cubicBezTo>
                      <a:pt x="4" y="5"/>
                      <a:pt x="9" y="3"/>
                      <a:pt x="7" y="1"/>
                    </a:cubicBezTo>
                    <a:cubicBezTo>
                      <a:pt x="6" y="0"/>
                      <a:pt x="0" y="2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89" name="Freeform 1416">
                <a:extLst>
                  <a:ext uri="{FF2B5EF4-FFF2-40B4-BE49-F238E27FC236}">
                    <a16:creationId xmlns:a16="http://schemas.microsoft.com/office/drawing/2014/main" id="{3C491BD7-E74E-4463-8297-59BE36E22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736"/>
                <a:ext cx="20" cy="27"/>
              </a:xfrm>
              <a:custGeom>
                <a:avLst/>
                <a:gdLst>
                  <a:gd name="T0" fmla="*/ 95 w 8"/>
                  <a:gd name="T1" fmla="*/ 176 h 10"/>
                  <a:gd name="T2" fmla="*/ 113 w 8"/>
                  <a:gd name="T3" fmla="*/ 81 h 10"/>
                  <a:gd name="T4" fmla="*/ 50 w 8"/>
                  <a:gd name="T5" fmla="*/ 22 h 10"/>
                  <a:gd name="T6" fmla="*/ 63 w 8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6" y="9"/>
                    </a:moveTo>
                    <a:cubicBezTo>
                      <a:pt x="6" y="8"/>
                      <a:pt x="8" y="6"/>
                      <a:pt x="7" y="4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0" y="3"/>
                      <a:pt x="1" y="9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0" name="Freeform 1417">
                <a:extLst>
                  <a:ext uri="{FF2B5EF4-FFF2-40B4-BE49-F238E27FC236}">
                    <a16:creationId xmlns:a16="http://schemas.microsoft.com/office/drawing/2014/main" id="{DC5C7931-23A6-4CE8-B028-C7EBD689B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712"/>
                <a:ext cx="25" cy="21"/>
              </a:xfrm>
              <a:custGeom>
                <a:avLst/>
                <a:gdLst>
                  <a:gd name="T0" fmla="*/ 145 w 10"/>
                  <a:gd name="T1" fmla="*/ 55 h 8"/>
                  <a:gd name="T2" fmla="*/ 0 w 10"/>
                  <a:gd name="T3" fmla="*/ 55 h 8"/>
                  <a:gd name="T4" fmla="*/ 158 w 10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9" y="3"/>
                    </a:moveTo>
                    <a:cubicBezTo>
                      <a:pt x="7" y="0"/>
                      <a:pt x="1" y="0"/>
                      <a:pt x="0" y="3"/>
                    </a:cubicBezTo>
                    <a:cubicBezTo>
                      <a:pt x="0" y="8"/>
                      <a:pt x="9" y="7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1" name="Freeform 1418">
                <a:extLst>
                  <a:ext uri="{FF2B5EF4-FFF2-40B4-BE49-F238E27FC236}">
                    <a16:creationId xmlns:a16="http://schemas.microsoft.com/office/drawing/2014/main" id="{1D8303F6-A14D-47D2-B6C3-0D079F860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749"/>
                <a:ext cx="22" cy="27"/>
              </a:xfrm>
              <a:custGeom>
                <a:avLst/>
                <a:gdLst>
                  <a:gd name="T0" fmla="*/ 71 w 9"/>
                  <a:gd name="T1" fmla="*/ 197 h 10"/>
                  <a:gd name="T2" fmla="*/ 71 w 9"/>
                  <a:gd name="T3" fmla="*/ 22 h 10"/>
                  <a:gd name="T4" fmla="*/ 59 w 9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10"/>
                    </a:moveTo>
                    <a:cubicBezTo>
                      <a:pt x="7" y="8"/>
                      <a:pt x="9" y="0"/>
                      <a:pt x="5" y="1"/>
                    </a:cubicBezTo>
                    <a:cubicBezTo>
                      <a:pt x="2" y="2"/>
                      <a:pt x="0" y="10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2" name="Freeform 1419">
                <a:extLst>
                  <a:ext uri="{FF2B5EF4-FFF2-40B4-BE49-F238E27FC236}">
                    <a16:creationId xmlns:a16="http://schemas.microsoft.com/office/drawing/2014/main" id="{1FC43EC4-27C7-4992-AE5F-92467E118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725"/>
                <a:ext cx="23" cy="24"/>
              </a:xfrm>
              <a:custGeom>
                <a:avLst/>
                <a:gdLst>
                  <a:gd name="T0" fmla="*/ 51 w 9"/>
                  <a:gd name="T1" fmla="*/ 171 h 9"/>
                  <a:gd name="T2" fmla="*/ 97 w 9"/>
                  <a:gd name="T3" fmla="*/ 35 h 9"/>
                  <a:gd name="T4" fmla="*/ 33 w 9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6" y="9"/>
                      <a:pt x="9" y="4"/>
                      <a:pt x="6" y="2"/>
                    </a:cubicBezTo>
                    <a:cubicBezTo>
                      <a:pt x="3" y="0"/>
                      <a:pt x="0" y="7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3" name="Freeform 1420">
                <a:extLst>
                  <a:ext uri="{FF2B5EF4-FFF2-40B4-BE49-F238E27FC236}">
                    <a16:creationId xmlns:a16="http://schemas.microsoft.com/office/drawing/2014/main" id="{3F43F053-9A74-47F7-8958-8CCE6AE7A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837"/>
                <a:ext cx="37" cy="19"/>
              </a:xfrm>
              <a:custGeom>
                <a:avLst/>
                <a:gdLst>
                  <a:gd name="T0" fmla="*/ 121 w 15"/>
                  <a:gd name="T1" fmla="*/ 141 h 7"/>
                  <a:gd name="T2" fmla="*/ 74 w 15"/>
                  <a:gd name="T3" fmla="*/ 0 h 7"/>
                  <a:gd name="T4" fmla="*/ 104 w 15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8" y="7"/>
                    </a:moveTo>
                    <a:cubicBezTo>
                      <a:pt x="15" y="7"/>
                      <a:pt x="9" y="0"/>
                      <a:pt x="5" y="0"/>
                    </a:cubicBezTo>
                    <a:cubicBezTo>
                      <a:pt x="0" y="0"/>
                      <a:pt x="3" y="7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4" name="Freeform 1421">
                <a:extLst>
                  <a:ext uri="{FF2B5EF4-FFF2-40B4-BE49-F238E27FC236}">
                    <a16:creationId xmlns:a16="http://schemas.microsoft.com/office/drawing/2014/main" id="{519DBE45-1725-442D-88B6-54E7365D9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819"/>
                <a:ext cx="20" cy="29"/>
              </a:xfrm>
              <a:custGeom>
                <a:avLst/>
                <a:gdLst>
                  <a:gd name="T0" fmla="*/ 63 w 8"/>
                  <a:gd name="T1" fmla="*/ 182 h 11"/>
                  <a:gd name="T2" fmla="*/ 50 w 8"/>
                  <a:gd name="T3" fmla="*/ 34 h 11"/>
                  <a:gd name="T4" fmla="*/ 50 w 8"/>
                  <a:gd name="T5" fmla="*/ 1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4" y="10"/>
                    </a:moveTo>
                    <a:cubicBezTo>
                      <a:pt x="7" y="8"/>
                      <a:pt x="8" y="0"/>
                      <a:pt x="3" y="2"/>
                    </a:cubicBezTo>
                    <a:cubicBezTo>
                      <a:pt x="1" y="4"/>
                      <a:pt x="0" y="11"/>
                      <a:pt x="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5" name="Freeform 1422">
                <a:extLst>
                  <a:ext uri="{FF2B5EF4-FFF2-40B4-BE49-F238E27FC236}">
                    <a16:creationId xmlns:a16="http://schemas.microsoft.com/office/drawing/2014/main" id="{1D4F2506-BBC3-4F80-A7C3-F2A5043CF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813"/>
                <a:ext cx="20" cy="27"/>
              </a:xfrm>
              <a:custGeom>
                <a:avLst/>
                <a:gdLst>
                  <a:gd name="T0" fmla="*/ 83 w 8"/>
                  <a:gd name="T1" fmla="*/ 176 h 10"/>
                  <a:gd name="T2" fmla="*/ 63 w 8"/>
                  <a:gd name="T3" fmla="*/ 22 h 10"/>
                  <a:gd name="T4" fmla="*/ 83 w 8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5" y="9"/>
                    </a:moveTo>
                    <a:cubicBezTo>
                      <a:pt x="8" y="8"/>
                      <a:pt x="8" y="1"/>
                      <a:pt x="4" y="1"/>
                    </a:cubicBezTo>
                    <a:cubicBezTo>
                      <a:pt x="0" y="0"/>
                      <a:pt x="1" y="9"/>
                      <a:pt x="5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6" name="Freeform 1423">
                <a:extLst>
                  <a:ext uri="{FF2B5EF4-FFF2-40B4-BE49-F238E27FC236}">
                    <a16:creationId xmlns:a16="http://schemas.microsoft.com/office/drawing/2014/main" id="{3C944A62-EB6D-4251-8E39-030235C5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888"/>
                <a:ext cx="27" cy="32"/>
              </a:xfrm>
              <a:custGeom>
                <a:avLst/>
                <a:gdLst>
                  <a:gd name="T0" fmla="*/ 150 w 11"/>
                  <a:gd name="T1" fmla="*/ 77 h 12"/>
                  <a:gd name="T2" fmla="*/ 29 w 11"/>
                  <a:gd name="T3" fmla="*/ 77 h 12"/>
                  <a:gd name="T4" fmla="*/ 162 w 11"/>
                  <a:gd name="T5" fmla="*/ 14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0" y="4"/>
                    </a:moveTo>
                    <a:cubicBezTo>
                      <a:pt x="11" y="0"/>
                      <a:pt x="3" y="1"/>
                      <a:pt x="2" y="4"/>
                    </a:cubicBezTo>
                    <a:cubicBezTo>
                      <a:pt x="0" y="9"/>
                      <a:pt x="9" y="12"/>
                      <a:pt x="11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7" name="Freeform 1424">
                <a:extLst>
                  <a:ext uri="{FF2B5EF4-FFF2-40B4-BE49-F238E27FC236}">
                    <a16:creationId xmlns:a16="http://schemas.microsoft.com/office/drawing/2014/main" id="{D2F1146E-E6FB-4403-9634-0D59A3E8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925"/>
                <a:ext cx="23" cy="48"/>
              </a:xfrm>
              <a:custGeom>
                <a:avLst/>
                <a:gdLst>
                  <a:gd name="T0" fmla="*/ 20 w 9"/>
                  <a:gd name="T1" fmla="*/ 35 h 18"/>
                  <a:gd name="T2" fmla="*/ 97 w 9"/>
                  <a:gd name="T3" fmla="*/ 248 h 18"/>
                  <a:gd name="T4" fmla="*/ 51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2"/>
                    </a:moveTo>
                    <a:cubicBezTo>
                      <a:pt x="0" y="4"/>
                      <a:pt x="0" y="18"/>
                      <a:pt x="6" y="13"/>
                    </a:cubicBezTo>
                    <a:cubicBezTo>
                      <a:pt x="9" y="11"/>
                      <a:pt x="6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8" name="Freeform 1425">
                <a:extLst>
                  <a:ext uri="{FF2B5EF4-FFF2-40B4-BE49-F238E27FC236}">
                    <a16:creationId xmlns:a16="http://schemas.microsoft.com/office/drawing/2014/main" id="{3A2F96FF-F451-42F6-B933-90798BC36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896"/>
                <a:ext cx="15" cy="35"/>
              </a:xfrm>
              <a:custGeom>
                <a:avLst/>
                <a:gdLst>
                  <a:gd name="T0" fmla="*/ 20 w 6"/>
                  <a:gd name="T1" fmla="*/ 94 h 13"/>
                  <a:gd name="T2" fmla="*/ 50 w 6"/>
                  <a:gd name="T3" fmla="*/ 197 h 13"/>
                  <a:gd name="T4" fmla="*/ 20 w 6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1" y="5"/>
                    </a:moveTo>
                    <a:cubicBezTo>
                      <a:pt x="0" y="7"/>
                      <a:pt x="0" y="13"/>
                      <a:pt x="3" y="10"/>
                    </a:cubicBezTo>
                    <a:cubicBezTo>
                      <a:pt x="6" y="8"/>
                      <a:pt x="3" y="0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99" name="Freeform 1426">
                <a:extLst>
                  <a:ext uri="{FF2B5EF4-FFF2-40B4-BE49-F238E27FC236}">
                    <a16:creationId xmlns:a16="http://schemas.microsoft.com/office/drawing/2014/main" id="{41421BBA-13FD-4F73-96D8-5ADDC708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867"/>
                <a:ext cx="35" cy="34"/>
              </a:xfrm>
              <a:custGeom>
                <a:avLst/>
                <a:gdLst>
                  <a:gd name="T0" fmla="*/ 175 w 14"/>
                  <a:gd name="T1" fmla="*/ 34 h 13"/>
                  <a:gd name="T2" fmla="*/ 113 w 14"/>
                  <a:gd name="T3" fmla="*/ 212 h 13"/>
                  <a:gd name="T4" fmla="*/ 208 w 14"/>
                  <a:gd name="T5" fmla="*/ 68 h 13"/>
                  <a:gd name="T6" fmla="*/ 145 w 14"/>
                  <a:gd name="T7" fmla="*/ 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1" y="2"/>
                    </a:moveTo>
                    <a:cubicBezTo>
                      <a:pt x="5" y="1"/>
                      <a:pt x="0" y="13"/>
                      <a:pt x="7" y="12"/>
                    </a:cubicBezTo>
                    <a:cubicBezTo>
                      <a:pt x="9" y="11"/>
                      <a:pt x="14" y="7"/>
                      <a:pt x="13" y="4"/>
                    </a:cubicBezTo>
                    <a:cubicBezTo>
                      <a:pt x="13" y="2"/>
                      <a:pt x="11" y="0"/>
                      <a:pt x="9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00" name="Freeform 1427">
                <a:extLst>
                  <a:ext uri="{FF2B5EF4-FFF2-40B4-BE49-F238E27FC236}">
                    <a16:creationId xmlns:a16="http://schemas.microsoft.com/office/drawing/2014/main" id="{A2121A71-EE2A-49CF-9BA2-FA13A28C3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843"/>
                <a:ext cx="33" cy="37"/>
              </a:xfrm>
              <a:custGeom>
                <a:avLst/>
                <a:gdLst>
                  <a:gd name="T0" fmla="*/ 129 w 13"/>
                  <a:gd name="T1" fmla="*/ 21 h 14"/>
                  <a:gd name="T2" fmla="*/ 51 w 13"/>
                  <a:gd name="T3" fmla="*/ 167 h 14"/>
                  <a:gd name="T4" fmla="*/ 117 w 13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8" y="1"/>
                    </a:moveTo>
                    <a:cubicBezTo>
                      <a:pt x="4" y="0"/>
                      <a:pt x="0" y="6"/>
                      <a:pt x="3" y="9"/>
                    </a:cubicBezTo>
                    <a:cubicBezTo>
                      <a:pt x="8" y="14"/>
                      <a:pt x="13" y="3"/>
                      <a:pt x="7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01" name="Freeform 1428">
                <a:extLst>
                  <a:ext uri="{FF2B5EF4-FFF2-40B4-BE49-F238E27FC236}">
                    <a16:creationId xmlns:a16="http://schemas.microsoft.com/office/drawing/2014/main" id="{A4C5C078-7C6A-4F6D-B7FA-C8238C753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19"/>
                <a:ext cx="20" cy="26"/>
              </a:xfrm>
              <a:custGeom>
                <a:avLst/>
                <a:gdLst>
                  <a:gd name="T0" fmla="*/ 83 w 8"/>
                  <a:gd name="T1" fmla="*/ 21 h 10"/>
                  <a:gd name="T2" fmla="*/ 50 w 8"/>
                  <a:gd name="T3" fmla="*/ 156 h 10"/>
                  <a:gd name="T4" fmla="*/ 113 w 8"/>
                  <a:gd name="T5" fmla="*/ 143 h 10"/>
                  <a:gd name="T6" fmla="*/ 63 w 8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5" y="1"/>
                    </a:moveTo>
                    <a:cubicBezTo>
                      <a:pt x="1" y="0"/>
                      <a:pt x="0" y="7"/>
                      <a:pt x="3" y="9"/>
                    </a:cubicBezTo>
                    <a:cubicBezTo>
                      <a:pt x="4" y="10"/>
                      <a:pt x="6" y="10"/>
                      <a:pt x="7" y="8"/>
                    </a:cubicBezTo>
                    <a:cubicBezTo>
                      <a:pt x="8" y="6"/>
                      <a:pt x="5" y="3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02" name="Freeform 1429">
                <a:extLst>
                  <a:ext uri="{FF2B5EF4-FFF2-40B4-BE49-F238E27FC236}">
                    <a16:creationId xmlns:a16="http://schemas.microsoft.com/office/drawing/2014/main" id="{55117624-4F33-4521-8662-0AB5D0927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784"/>
                <a:ext cx="28" cy="27"/>
              </a:xfrm>
              <a:custGeom>
                <a:avLst/>
                <a:gdLst>
                  <a:gd name="T0" fmla="*/ 51 w 11"/>
                  <a:gd name="T1" fmla="*/ 138 h 10"/>
                  <a:gd name="T2" fmla="*/ 163 w 11"/>
                  <a:gd name="T3" fmla="*/ 81 h 10"/>
                  <a:gd name="T4" fmla="*/ 33 w 11"/>
                  <a:gd name="T5" fmla="*/ 1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3" y="7"/>
                    </a:moveTo>
                    <a:cubicBezTo>
                      <a:pt x="5" y="10"/>
                      <a:pt x="11" y="7"/>
                      <a:pt x="10" y="4"/>
                    </a:cubicBezTo>
                    <a:cubicBezTo>
                      <a:pt x="9" y="0"/>
                      <a:pt x="0" y="3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03" name="Freeform 1430">
                <a:extLst>
                  <a:ext uri="{FF2B5EF4-FFF2-40B4-BE49-F238E27FC236}">
                    <a16:creationId xmlns:a16="http://schemas.microsoft.com/office/drawing/2014/main" id="{167273B9-0A7B-48D0-AB15-B37BD0050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795"/>
                <a:ext cx="20" cy="32"/>
              </a:xfrm>
              <a:custGeom>
                <a:avLst/>
                <a:gdLst>
                  <a:gd name="T0" fmla="*/ 63 w 8"/>
                  <a:gd name="T1" fmla="*/ 56 h 12"/>
                  <a:gd name="T2" fmla="*/ 83 w 8"/>
                  <a:gd name="T3" fmla="*/ 192 h 12"/>
                  <a:gd name="T4" fmla="*/ 83 w 8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4" y="3"/>
                    </a:moveTo>
                    <a:cubicBezTo>
                      <a:pt x="2" y="5"/>
                      <a:pt x="0" y="12"/>
                      <a:pt x="5" y="10"/>
                    </a:cubicBezTo>
                    <a:cubicBezTo>
                      <a:pt x="8" y="9"/>
                      <a:pt x="8" y="0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04" name="Freeform 1431">
                <a:extLst>
                  <a:ext uri="{FF2B5EF4-FFF2-40B4-BE49-F238E27FC236}">
                    <a16:creationId xmlns:a16="http://schemas.microsoft.com/office/drawing/2014/main" id="{27BB5264-C7C2-407E-A52F-3F557CFA1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728"/>
                <a:ext cx="15" cy="24"/>
              </a:xfrm>
              <a:custGeom>
                <a:avLst/>
                <a:gdLst>
                  <a:gd name="T0" fmla="*/ 33 w 6"/>
                  <a:gd name="T1" fmla="*/ 21 h 9"/>
                  <a:gd name="T2" fmla="*/ 63 w 6"/>
                  <a:gd name="T3" fmla="*/ 149 h 9"/>
                  <a:gd name="T4" fmla="*/ 50 w 6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2"/>
                      <a:pt x="0" y="9"/>
                      <a:pt x="4" y="8"/>
                    </a:cubicBezTo>
                    <a:cubicBezTo>
                      <a:pt x="6" y="6"/>
                      <a:pt x="5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05" name="Freeform 1432">
                <a:extLst>
                  <a:ext uri="{FF2B5EF4-FFF2-40B4-BE49-F238E27FC236}">
                    <a16:creationId xmlns:a16="http://schemas.microsoft.com/office/drawing/2014/main" id="{AB9033B9-B938-4BA0-BA13-FA13EE72A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744"/>
                <a:ext cx="18" cy="27"/>
              </a:xfrm>
              <a:custGeom>
                <a:avLst/>
                <a:gdLst>
                  <a:gd name="T0" fmla="*/ 33 w 7"/>
                  <a:gd name="T1" fmla="*/ 0 h 10"/>
                  <a:gd name="T2" fmla="*/ 85 w 7"/>
                  <a:gd name="T3" fmla="*/ 159 h 10"/>
                  <a:gd name="T4" fmla="*/ 33 w 7"/>
                  <a:gd name="T5" fmla="*/ 0 h 10"/>
                  <a:gd name="T6" fmla="*/ 21 w 7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0" y="3"/>
                      <a:pt x="2" y="10"/>
                      <a:pt x="5" y="8"/>
                    </a:cubicBezTo>
                    <a:cubicBezTo>
                      <a:pt x="7" y="6"/>
                      <a:pt x="3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06" name="Freeform 1433">
                <a:extLst>
                  <a:ext uri="{FF2B5EF4-FFF2-40B4-BE49-F238E27FC236}">
                    <a16:creationId xmlns:a16="http://schemas.microsoft.com/office/drawing/2014/main" id="{38361245-A9BD-4C7C-8959-6562407D5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765"/>
                <a:ext cx="15" cy="24"/>
              </a:xfrm>
              <a:custGeom>
                <a:avLst/>
                <a:gdLst>
                  <a:gd name="T0" fmla="*/ 20 w 6"/>
                  <a:gd name="T1" fmla="*/ 21 h 9"/>
                  <a:gd name="T2" fmla="*/ 63 w 6"/>
                  <a:gd name="T3" fmla="*/ 136 h 9"/>
                  <a:gd name="T4" fmla="*/ 33 w 6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1" y="1"/>
                    </a:moveTo>
                    <a:cubicBezTo>
                      <a:pt x="0" y="2"/>
                      <a:pt x="0" y="9"/>
                      <a:pt x="4" y="7"/>
                    </a:cubicBezTo>
                    <a:cubicBezTo>
                      <a:pt x="6" y="6"/>
                      <a:pt x="4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07" name="Freeform 1434">
                <a:extLst>
                  <a:ext uri="{FF2B5EF4-FFF2-40B4-BE49-F238E27FC236}">
                    <a16:creationId xmlns:a16="http://schemas.microsoft.com/office/drawing/2014/main" id="{7B9529DC-3CCE-4183-A077-3F6813012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896"/>
                <a:ext cx="15" cy="24"/>
              </a:xfrm>
              <a:custGeom>
                <a:avLst/>
                <a:gdLst>
                  <a:gd name="T0" fmla="*/ 63 w 6"/>
                  <a:gd name="T1" fmla="*/ 0 h 9"/>
                  <a:gd name="T2" fmla="*/ 33 w 6"/>
                  <a:gd name="T3" fmla="*/ 149 h 9"/>
                  <a:gd name="T4" fmla="*/ 83 w 6"/>
                  <a:gd name="T5" fmla="*/ 0 h 9"/>
                  <a:gd name="T6" fmla="*/ 63 w 6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1" y="1"/>
                      <a:pt x="0" y="7"/>
                      <a:pt x="2" y="8"/>
                    </a:cubicBezTo>
                    <a:cubicBezTo>
                      <a:pt x="4" y="9"/>
                      <a:pt x="6" y="1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3425" name="Group 1435">
              <a:extLst>
                <a:ext uri="{FF2B5EF4-FFF2-40B4-BE49-F238E27FC236}">
                  <a16:creationId xmlns:a16="http://schemas.microsoft.com/office/drawing/2014/main" id="{4C5A40F8-409C-42D8-BDF9-5D81FBA02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76" y="1581"/>
              <a:ext cx="443" cy="776"/>
              <a:chOff x="2776" y="1581"/>
              <a:chExt cx="443" cy="776"/>
            </a:xfrm>
          </p:grpSpPr>
          <p:sp>
            <p:nvSpPr>
              <p:cNvPr id="63708" name="Freeform 1436">
                <a:extLst>
                  <a:ext uri="{FF2B5EF4-FFF2-40B4-BE49-F238E27FC236}">
                    <a16:creationId xmlns:a16="http://schemas.microsoft.com/office/drawing/2014/main" id="{7BB6874A-E060-4C9A-9537-D3EA3D2E0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23"/>
                <a:ext cx="23" cy="21"/>
              </a:xfrm>
              <a:custGeom>
                <a:avLst/>
                <a:gdLst>
                  <a:gd name="T0" fmla="*/ 84 w 9"/>
                  <a:gd name="T1" fmla="*/ 0 h 8"/>
                  <a:gd name="T2" fmla="*/ 84 w 9"/>
                  <a:gd name="T3" fmla="*/ 144 h 8"/>
                  <a:gd name="T4" fmla="*/ 84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1" y="0"/>
                      <a:pt x="0" y="8"/>
                      <a:pt x="5" y="8"/>
                    </a:cubicBezTo>
                    <a:cubicBezTo>
                      <a:pt x="9" y="8"/>
                      <a:pt x="7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9" name="Freeform 1437">
                <a:extLst>
                  <a:ext uri="{FF2B5EF4-FFF2-40B4-BE49-F238E27FC236}">
                    <a16:creationId xmlns:a16="http://schemas.microsoft.com/office/drawing/2014/main" id="{26D5B8E7-5CA3-479A-BE82-1ACB0093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94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100 w 7"/>
                  <a:gd name="T3" fmla="*/ 60 h 7"/>
                  <a:gd name="T4" fmla="*/ 0 w 7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2"/>
                      <a:pt x="7" y="0"/>
                      <a:pt x="7" y="3"/>
                    </a:cubicBezTo>
                    <a:cubicBezTo>
                      <a:pt x="7" y="6"/>
                      <a:pt x="2" y="7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0" name="Freeform 1438">
                <a:extLst>
                  <a:ext uri="{FF2B5EF4-FFF2-40B4-BE49-F238E27FC236}">
                    <a16:creationId xmlns:a16="http://schemas.microsoft.com/office/drawing/2014/main" id="{41FB3200-84BE-4CBB-BC87-C77E8E3BC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589"/>
                <a:ext cx="25" cy="16"/>
              </a:xfrm>
              <a:custGeom>
                <a:avLst/>
                <a:gdLst>
                  <a:gd name="T0" fmla="*/ 0 w 10"/>
                  <a:gd name="T1" fmla="*/ 21 h 6"/>
                  <a:gd name="T2" fmla="*/ 113 w 10"/>
                  <a:gd name="T3" fmla="*/ 77 h 6"/>
                  <a:gd name="T4" fmla="*/ 50 w 1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1"/>
                    </a:moveTo>
                    <a:cubicBezTo>
                      <a:pt x="0" y="3"/>
                      <a:pt x="4" y="6"/>
                      <a:pt x="7" y="4"/>
                    </a:cubicBezTo>
                    <a:cubicBezTo>
                      <a:pt x="10" y="1"/>
                      <a:pt x="4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1" name="Freeform 1439">
                <a:extLst>
                  <a:ext uri="{FF2B5EF4-FFF2-40B4-BE49-F238E27FC236}">
                    <a16:creationId xmlns:a16="http://schemas.microsoft.com/office/drawing/2014/main" id="{97B21A4D-FA33-4786-B9BA-27C20EE15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581"/>
                <a:ext cx="20" cy="14"/>
              </a:xfrm>
              <a:custGeom>
                <a:avLst/>
                <a:gdLst>
                  <a:gd name="T0" fmla="*/ 83 w 8"/>
                  <a:gd name="T1" fmla="*/ 0 h 5"/>
                  <a:gd name="T2" fmla="*/ 20 w 8"/>
                  <a:gd name="T3" fmla="*/ 62 h 5"/>
                  <a:gd name="T4" fmla="*/ 125 w 8"/>
                  <a:gd name="T5" fmla="*/ 62 h 5"/>
                  <a:gd name="T6" fmla="*/ 63 w 8"/>
                  <a:gd name="T7" fmla="*/ 2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3" y="0"/>
                      <a:pt x="0" y="0"/>
                      <a:pt x="1" y="3"/>
                    </a:cubicBezTo>
                    <a:cubicBezTo>
                      <a:pt x="1" y="5"/>
                      <a:pt x="7" y="5"/>
                      <a:pt x="8" y="3"/>
                    </a:cubicBezTo>
                    <a:cubicBezTo>
                      <a:pt x="8" y="2"/>
                      <a:pt x="6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2" name="Freeform 1440">
                <a:extLst>
                  <a:ext uri="{FF2B5EF4-FFF2-40B4-BE49-F238E27FC236}">
                    <a16:creationId xmlns:a16="http://schemas.microsoft.com/office/drawing/2014/main" id="{B2E6AB69-3D99-4A63-A1CB-E04286E84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699"/>
                <a:ext cx="30" cy="37"/>
              </a:xfrm>
              <a:custGeom>
                <a:avLst/>
                <a:gdLst>
                  <a:gd name="T0" fmla="*/ 113 w 12"/>
                  <a:gd name="T1" fmla="*/ 90 h 14"/>
                  <a:gd name="T2" fmla="*/ 95 w 12"/>
                  <a:gd name="T3" fmla="*/ 238 h 14"/>
                  <a:gd name="T4" fmla="*/ 95 w 12"/>
                  <a:gd name="T5" fmla="*/ 9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7" y="5"/>
                    </a:moveTo>
                    <a:cubicBezTo>
                      <a:pt x="3" y="6"/>
                      <a:pt x="0" y="14"/>
                      <a:pt x="6" y="13"/>
                    </a:cubicBezTo>
                    <a:cubicBezTo>
                      <a:pt x="12" y="12"/>
                      <a:pt x="10" y="0"/>
                      <a:pt x="6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3" name="Freeform 1441">
                <a:extLst>
                  <a:ext uri="{FF2B5EF4-FFF2-40B4-BE49-F238E27FC236}">
                    <a16:creationId xmlns:a16="http://schemas.microsoft.com/office/drawing/2014/main" id="{D69C98C5-6D0F-4DCF-82F8-655CD0971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088"/>
                <a:ext cx="43" cy="27"/>
              </a:xfrm>
              <a:custGeom>
                <a:avLst/>
                <a:gdLst>
                  <a:gd name="T0" fmla="*/ 96 w 17"/>
                  <a:gd name="T1" fmla="*/ 0 h 10"/>
                  <a:gd name="T2" fmla="*/ 20 w 17"/>
                  <a:gd name="T3" fmla="*/ 81 h 10"/>
                  <a:gd name="T4" fmla="*/ 129 w 17"/>
                  <a:gd name="T5" fmla="*/ 103 h 10"/>
                  <a:gd name="T6" fmla="*/ 243 w 17"/>
                  <a:gd name="T7" fmla="*/ 81 h 10"/>
                  <a:gd name="T8" fmla="*/ 180 w 17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6" y="0"/>
                    </a:moveTo>
                    <a:cubicBezTo>
                      <a:pt x="4" y="1"/>
                      <a:pt x="1" y="3"/>
                      <a:pt x="1" y="4"/>
                    </a:cubicBezTo>
                    <a:cubicBezTo>
                      <a:pt x="0" y="10"/>
                      <a:pt x="6" y="5"/>
                      <a:pt x="8" y="5"/>
                    </a:cubicBezTo>
                    <a:cubicBezTo>
                      <a:pt x="10" y="4"/>
                      <a:pt x="14" y="6"/>
                      <a:pt x="15" y="4"/>
                    </a:cubicBezTo>
                    <a:cubicBezTo>
                      <a:pt x="17" y="2"/>
                      <a:pt x="13" y="1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4" name="Freeform 1442">
                <a:extLst>
                  <a:ext uri="{FF2B5EF4-FFF2-40B4-BE49-F238E27FC236}">
                    <a16:creationId xmlns:a16="http://schemas.microsoft.com/office/drawing/2014/main" id="{ADBDA349-B455-4E1E-B877-75E872914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101"/>
                <a:ext cx="35" cy="32"/>
              </a:xfrm>
              <a:custGeom>
                <a:avLst/>
                <a:gdLst>
                  <a:gd name="T0" fmla="*/ 63 w 14"/>
                  <a:gd name="T1" fmla="*/ 35 h 12"/>
                  <a:gd name="T2" fmla="*/ 63 w 14"/>
                  <a:gd name="T3" fmla="*/ 171 h 12"/>
                  <a:gd name="T4" fmla="*/ 175 w 14"/>
                  <a:gd name="T5" fmla="*/ 205 h 12"/>
                  <a:gd name="T6" fmla="*/ 95 w 14"/>
                  <a:gd name="T7" fmla="*/ 93 h 12"/>
                  <a:gd name="T8" fmla="*/ 63 w 14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4" y="2"/>
                    </a:moveTo>
                    <a:cubicBezTo>
                      <a:pt x="0" y="2"/>
                      <a:pt x="3" y="7"/>
                      <a:pt x="4" y="9"/>
                    </a:cubicBezTo>
                    <a:cubicBezTo>
                      <a:pt x="5" y="10"/>
                      <a:pt x="10" y="12"/>
                      <a:pt x="11" y="11"/>
                    </a:cubicBezTo>
                    <a:cubicBezTo>
                      <a:pt x="14" y="9"/>
                      <a:pt x="7" y="6"/>
                      <a:pt x="6" y="5"/>
                    </a:cubicBezTo>
                    <a:cubicBezTo>
                      <a:pt x="5" y="3"/>
                      <a:pt x="6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5" name="Freeform 1443">
                <a:extLst>
                  <a:ext uri="{FF2B5EF4-FFF2-40B4-BE49-F238E27FC236}">
                    <a16:creationId xmlns:a16="http://schemas.microsoft.com/office/drawing/2014/main" id="{A440FFE0-4E6D-435F-9645-2E25DD0AD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31"/>
                <a:ext cx="15" cy="29"/>
              </a:xfrm>
              <a:custGeom>
                <a:avLst/>
                <a:gdLst>
                  <a:gd name="T0" fmla="*/ 50 w 6"/>
                  <a:gd name="T1" fmla="*/ 21 h 11"/>
                  <a:gd name="T2" fmla="*/ 0 w 6"/>
                  <a:gd name="T3" fmla="*/ 145 h 11"/>
                  <a:gd name="T4" fmla="*/ 63 w 6"/>
                  <a:gd name="T5" fmla="*/ 166 h 11"/>
                  <a:gd name="T6" fmla="*/ 83 w 6"/>
                  <a:gd name="T7" fmla="*/ 90 h 11"/>
                  <a:gd name="T8" fmla="*/ 95 w 6"/>
                  <a:gd name="T9" fmla="*/ 55 h 11"/>
                  <a:gd name="T10" fmla="*/ 63 w 6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3" y="1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0" y="11"/>
                      <a:pt x="3" y="11"/>
                      <a:pt x="4" y="9"/>
                    </a:cubicBezTo>
                    <a:cubicBezTo>
                      <a:pt x="5" y="8"/>
                      <a:pt x="4" y="6"/>
                      <a:pt x="5" y="5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6" y="2"/>
                      <a:pt x="6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6" name="Freeform 1444">
                <a:extLst>
                  <a:ext uri="{FF2B5EF4-FFF2-40B4-BE49-F238E27FC236}">
                    <a16:creationId xmlns:a16="http://schemas.microsoft.com/office/drawing/2014/main" id="{6C6BD72D-979A-40D0-A467-6E84CCE0F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52"/>
                <a:ext cx="25" cy="35"/>
              </a:xfrm>
              <a:custGeom>
                <a:avLst/>
                <a:gdLst>
                  <a:gd name="T0" fmla="*/ 63 w 10"/>
                  <a:gd name="T1" fmla="*/ 94 h 13"/>
                  <a:gd name="T2" fmla="*/ 33 w 10"/>
                  <a:gd name="T3" fmla="*/ 218 h 13"/>
                  <a:gd name="T4" fmla="*/ 145 w 10"/>
                  <a:gd name="T5" fmla="*/ 94 h 13"/>
                  <a:gd name="T6" fmla="*/ 158 w 10"/>
                  <a:gd name="T7" fmla="*/ 35 h 13"/>
                  <a:gd name="T8" fmla="*/ 83 w 10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4" y="5"/>
                    </a:moveTo>
                    <a:cubicBezTo>
                      <a:pt x="3" y="6"/>
                      <a:pt x="0" y="10"/>
                      <a:pt x="2" y="11"/>
                    </a:cubicBezTo>
                    <a:cubicBezTo>
                      <a:pt x="5" y="13"/>
                      <a:pt x="8" y="7"/>
                      <a:pt x="9" y="5"/>
                    </a:cubicBezTo>
                    <a:cubicBezTo>
                      <a:pt x="9" y="5"/>
                      <a:pt x="10" y="2"/>
                      <a:pt x="10" y="2"/>
                    </a:cubicBezTo>
                    <a:cubicBezTo>
                      <a:pt x="9" y="0"/>
                      <a:pt x="5" y="0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7" name="Freeform 1445">
                <a:extLst>
                  <a:ext uri="{FF2B5EF4-FFF2-40B4-BE49-F238E27FC236}">
                    <a16:creationId xmlns:a16="http://schemas.microsoft.com/office/drawing/2014/main" id="{4D274484-C0B2-452F-A81D-F938997FD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149"/>
                <a:ext cx="20" cy="30"/>
              </a:xfrm>
              <a:custGeom>
                <a:avLst/>
                <a:gdLst>
                  <a:gd name="T0" fmla="*/ 50 w 8"/>
                  <a:gd name="T1" fmla="*/ 0 h 11"/>
                  <a:gd name="T2" fmla="*/ 63 w 8"/>
                  <a:gd name="T3" fmla="*/ 224 h 11"/>
                  <a:gd name="T4" fmla="*/ 83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cubicBezTo>
                      <a:pt x="0" y="2"/>
                      <a:pt x="1" y="11"/>
                      <a:pt x="4" y="11"/>
                    </a:cubicBezTo>
                    <a:cubicBezTo>
                      <a:pt x="8" y="11"/>
                      <a:pt x="8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8" name="Freeform 1446">
                <a:extLst>
                  <a:ext uri="{FF2B5EF4-FFF2-40B4-BE49-F238E27FC236}">
                    <a16:creationId xmlns:a16="http://schemas.microsoft.com/office/drawing/2014/main" id="{CE75EBA9-654E-4ACF-8193-1124FF1B6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131"/>
                <a:ext cx="17" cy="24"/>
              </a:xfrm>
              <a:custGeom>
                <a:avLst/>
                <a:gdLst>
                  <a:gd name="T0" fmla="*/ 12 w 7"/>
                  <a:gd name="T1" fmla="*/ 35 h 9"/>
                  <a:gd name="T2" fmla="*/ 58 w 7"/>
                  <a:gd name="T3" fmla="*/ 171 h 9"/>
                  <a:gd name="T4" fmla="*/ 29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2"/>
                    </a:moveTo>
                    <a:cubicBezTo>
                      <a:pt x="0" y="4"/>
                      <a:pt x="2" y="8"/>
                      <a:pt x="4" y="9"/>
                    </a:cubicBezTo>
                    <a:cubicBezTo>
                      <a:pt x="7" y="6"/>
                      <a:pt x="6" y="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19" name="Freeform 1447">
                <a:extLst>
                  <a:ext uri="{FF2B5EF4-FFF2-40B4-BE49-F238E27FC236}">
                    <a16:creationId xmlns:a16="http://schemas.microsoft.com/office/drawing/2014/main" id="{BB504FBC-B1AB-464D-A01F-32ED404A1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088"/>
                <a:ext cx="35" cy="48"/>
              </a:xfrm>
              <a:custGeom>
                <a:avLst/>
                <a:gdLst>
                  <a:gd name="T0" fmla="*/ 0 w 14"/>
                  <a:gd name="T1" fmla="*/ 171 h 18"/>
                  <a:gd name="T2" fmla="*/ 145 w 1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9"/>
                    </a:moveTo>
                    <a:cubicBezTo>
                      <a:pt x="5" y="0"/>
                      <a:pt x="14" y="18"/>
                      <a:pt x="9" y="1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0" name="Freeform 1448">
                <a:extLst>
                  <a:ext uri="{FF2B5EF4-FFF2-40B4-BE49-F238E27FC236}">
                    <a16:creationId xmlns:a16="http://schemas.microsoft.com/office/drawing/2014/main" id="{395D6664-631D-4681-B3F6-AEEF82C37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83"/>
                <a:ext cx="20" cy="29"/>
              </a:xfrm>
              <a:custGeom>
                <a:avLst/>
                <a:gdLst>
                  <a:gd name="T0" fmla="*/ 50 w 8"/>
                  <a:gd name="T1" fmla="*/ 124 h 11"/>
                  <a:gd name="T2" fmla="*/ 50 w 8"/>
                  <a:gd name="T3" fmla="*/ 34 h 11"/>
                  <a:gd name="T4" fmla="*/ 125 w 8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3" y="7"/>
                    </a:moveTo>
                    <a:cubicBezTo>
                      <a:pt x="0" y="6"/>
                      <a:pt x="0" y="0"/>
                      <a:pt x="3" y="2"/>
                    </a:cubicBezTo>
                    <a:cubicBezTo>
                      <a:pt x="6" y="3"/>
                      <a:pt x="6" y="9"/>
                      <a:pt x="8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1" name="Freeform 1449">
                <a:extLst>
                  <a:ext uri="{FF2B5EF4-FFF2-40B4-BE49-F238E27FC236}">
                    <a16:creationId xmlns:a16="http://schemas.microsoft.com/office/drawing/2014/main" id="{EE34CDE7-8D1B-41A2-9F76-FD9F64CFC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101"/>
                <a:ext cx="30" cy="30"/>
              </a:xfrm>
              <a:custGeom>
                <a:avLst/>
                <a:gdLst>
                  <a:gd name="T0" fmla="*/ 63 w 12"/>
                  <a:gd name="T1" fmla="*/ 0 h 11"/>
                  <a:gd name="T2" fmla="*/ 50 w 12"/>
                  <a:gd name="T3" fmla="*/ 104 h 11"/>
                  <a:gd name="T4" fmla="*/ 95 w 12"/>
                  <a:gd name="T5" fmla="*/ 164 h 11"/>
                  <a:gd name="T6" fmla="*/ 125 w 12"/>
                  <a:gd name="T7" fmla="*/ 202 h 11"/>
                  <a:gd name="T8" fmla="*/ 175 w 12"/>
                  <a:gd name="T9" fmla="*/ 142 h 11"/>
                  <a:gd name="T10" fmla="*/ 95 w 1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4" y="0"/>
                    </a:moveTo>
                    <a:cubicBezTo>
                      <a:pt x="0" y="0"/>
                      <a:pt x="0" y="3"/>
                      <a:pt x="3" y="5"/>
                    </a:cubicBezTo>
                    <a:cubicBezTo>
                      <a:pt x="5" y="6"/>
                      <a:pt x="5" y="6"/>
                      <a:pt x="6" y="8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10" y="11"/>
                      <a:pt x="12" y="10"/>
                      <a:pt x="11" y="7"/>
                    </a:cubicBezTo>
                    <a:cubicBezTo>
                      <a:pt x="10" y="5"/>
                      <a:pt x="9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2" name="Freeform 1450">
                <a:extLst>
                  <a:ext uri="{FF2B5EF4-FFF2-40B4-BE49-F238E27FC236}">
                    <a16:creationId xmlns:a16="http://schemas.microsoft.com/office/drawing/2014/main" id="{019ED5AD-97DF-4AB0-A09D-2C8FF00B7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085"/>
                <a:ext cx="23" cy="22"/>
              </a:xfrm>
              <a:custGeom>
                <a:avLst/>
                <a:gdLst>
                  <a:gd name="T0" fmla="*/ 0 w 9"/>
                  <a:gd name="T1" fmla="*/ 47 h 8"/>
                  <a:gd name="T2" fmla="*/ 130 w 9"/>
                  <a:gd name="T3" fmla="*/ 47 h 8"/>
                  <a:gd name="T4" fmla="*/ 118 w 9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3" y="1"/>
                      <a:pt x="6" y="0"/>
                      <a:pt x="8" y="2"/>
                    </a:cubicBezTo>
                    <a:cubicBezTo>
                      <a:pt x="9" y="4"/>
                      <a:pt x="9" y="8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3" name="Freeform 1451">
                <a:extLst>
                  <a:ext uri="{FF2B5EF4-FFF2-40B4-BE49-F238E27FC236}">
                    <a16:creationId xmlns:a16="http://schemas.microsoft.com/office/drawing/2014/main" id="{8F763A34-61E1-4456-907D-2D1B72897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131"/>
                <a:ext cx="12" cy="21"/>
              </a:xfrm>
              <a:custGeom>
                <a:avLst/>
                <a:gdLst>
                  <a:gd name="T0" fmla="*/ 41 w 5"/>
                  <a:gd name="T1" fmla="*/ 0 h 8"/>
                  <a:gd name="T2" fmla="*/ 70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0" y="2"/>
                      <a:pt x="2" y="7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4" name="Freeform 1452">
                <a:extLst>
                  <a:ext uri="{FF2B5EF4-FFF2-40B4-BE49-F238E27FC236}">
                    <a16:creationId xmlns:a16="http://schemas.microsoft.com/office/drawing/2014/main" id="{5E56813B-2ADA-48A3-9E82-AF99A68BB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128"/>
                <a:ext cx="20" cy="37"/>
              </a:xfrm>
              <a:custGeom>
                <a:avLst/>
                <a:gdLst>
                  <a:gd name="T0" fmla="*/ 33 w 8"/>
                  <a:gd name="T1" fmla="*/ 56 h 14"/>
                  <a:gd name="T2" fmla="*/ 33 w 8"/>
                  <a:gd name="T3" fmla="*/ 204 h 14"/>
                  <a:gd name="T4" fmla="*/ 113 w 8"/>
                  <a:gd name="T5" fmla="*/ 167 h 14"/>
                  <a:gd name="T6" fmla="*/ 83 w 8"/>
                  <a:gd name="T7" fmla="*/ 111 h 14"/>
                  <a:gd name="T8" fmla="*/ 95 w 8"/>
                  <a:gd name="T9" fmla="*/ 56 h 14"/>
                  <a:gd name="T10" fmla="*/ 33 w 8"/>
                  <a:gd name="T11" fmla="*/ 5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4">
                    <a:moveTo>
                      <a:pt x="2" y="3"/>
                    </a:moveTo>
                    <a:cubicBezTo>
                      <a:pt x="0" y="5"/>
                      <a:pt x="1" y="10"/>
                      <a:pt x="2" y="11"/>
                    </a:cubicBezTo>
                    <a:cubicBezTo>
                      <a:pt x="5" y="14"/>
                      <a:pt x="8" y="12"/>
                      <a:pt x="7" y="9"/>
                    </a:cubicBezTo>
                    <a:cubicBezTo>
                      <a:pt x="7" y="8"/>
                      <a:pt x="6" y="7"/>
                      <a:pt x="5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1"/>
                      <a:pt x="3" y="0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5" name="Freeform 1453">
                <a:extLst>
                  <a:ext uri="{FF2B5EF4-FFF2-40B4-BE49-F238E27FC236}">
                    <a16:creationId xmlns:a16="http://schemas.microsoft.com/office/drawing/2014/main" id="{9471C5C0-6518-421C-AE50-01411CA6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104"/>
                <a:ext cx="33" cy="29"/>
              </a:xfrm>
              <a:custGeom>
                <a:avLst/>
                <a:gdLst>
                  <a:gd name="T0" fmla="*/ 129 w 13"/>
                  <a:gd name="T1" fmla="*/ 182 h 11"/>
                  <a:gd name="T2" fmla="*/ 84 w 13"/>
                  <a:gd name="T3" fmla="*/ 34 h 11"/>
                  <a:gd name="T4" fmla="*/ 180 w 13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8" y="10"/>
                    </a:moveTo>
                    <a:cubicBezTo>
                      <a:pt x="6" y="9"/>
                      <a:pt x="0" y="3"/>
                      <a:pt x="5" y="2"/>
                    </a:cubicBezTo>
                    <a:cubicBezTo>
                      <a:pt x="9" y="0"/>
                      <a:pt x="13" y="7"/>
                      <a:pt x="11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6" name="Freeform 1454">
                <a:extLst>
                  <a:ext uri="{FF2B5EF4-FFF2-40B4-BE49-F238E27FC236}">
                    <a16:creationId xmlns:a16="http://schemas.microsoft.com/office/drawing/2014/main" id="{406B638E-AA64-4EA2-B9FB-A092FD7E8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128"/>
                <a:ext cx="12" cy="21"/>
              </a:xfrm>
              <a:custGeom>
                <a:avLst/>
                <a:gdLst>
                  <a:gd name="T0" fmla="*/ 0 w 5"/>
                  <a:gd name="T1" fmla="*/ 110 h 8"/>
                  <a:gd name="T2" fmla="*/ 58 w 5"/>
                  <a:gd name="T3" fmla="*/ 89 h 8"/>
                  <a:gd name="T4" fmla="*/ 41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6"/>
                    </a:moveTo>
                    <a:cubicBezTo>
                      <a:pt x="1" y="8"/>
                      <a:pt x="3" y="7"/>
                      <a:pt x="4" y="5"/>
                    </a:cubicBezTo>
                    <a:cubicBezTo>
                      <a:pt x="5" y="3"/>
                      <a:pt x="3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7" name="Freeform 1455">
                <a:extLst>
                  <a:ext uri="{FF2B5EF4-FFF2-40B4-BE49-F238E27FC236}">
                    <a16:creationId xmlns:a16="http://schemas.microsoft.com/office/drawing/2014/main" id="{1CFA8E87-34F9-4967-9FAA-DD91723EA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149"/>
                <a:ext cx="18" cy="32"/>
              </a:xfrm>
              <a:custGeom>
                <a:avLst/>
                <a:gdLst>
                  <a:gd name="T0" fmla="*/ 0 w 7"/>
                  <a:gd name="T1" fmla="*/ 56 h 12"/>
                  <a:gd name="T2" fmla="*/ 54 w 7"/>
                  <a:gd name="T3" fmla="*/ 205 h 12"/>
                  <a:gd name="T4" fmla="*/ 85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3"/>
                    </a:moveTo>
                    <a:cubicBezTo>
                      <a:pt x="1" y="5"/>
                      <a:pt x="0" y="12"/>
                      <a:pt x="3" y="11"/>
                    </a:cubicBezTo>
                    <a:cubicBezTo>
                      <a:pt x="7" y="9"/>
                      <a:pt x="6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8" name="Freeform 1456">
                <a:extLst>
                  <a:ext uri="{FF2B5EF4-FFF2-40B4-BE49-F238E27FC236}">
                    <a16:creationId xmlns:a16="http://schemas.microsoft.com/office/drawing/2014/main" id="{58C90992-BD88-4267-B333-84FD431C8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165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4"/>
                      <a:pt x="3" y="3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29" name="Freeform 1457">
                <a:extLst>
                  <a:ext uri="{FF2B5EF4-FFF2-40B4-BE49-F238E27FC236}">
                    <a16:creationId xmlns:a16="http://schemas.microsoft.com/office/drawing/2014/main" id="{06E2114A-174B-4F8E-BDFF-87F0D0A0F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179"/>
                <a:ext cx="28" cy="45"/>
              </a:xfrm>
              <a:custGeom>
                <a:avLst/>
                <a:gdLst>
                  <a:gd name="T0" fmla="*/ 64 w 11"/>
                  <a:gd name="T1" fmla="*/ 0 h 17"/>
                  <a:gd name="T2" fmla="*/ 130 w 11"/>
                  <a:gd name="T3" fmla="*/ 204 h 17"/>
                  <a:gd name="T4" fmla="*/ 130 w 11"/>
                  <a:gd name="T5" fmla="*/ 77 h 17"/>
                  <a:gd name="T6" fmla="*/ 181 w 11"/>
                  <a:gd name="T7" fmla="*/ 3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4" y="0"/>
                    </a:moveTo>
                    <a:cubicBezTo>
                      <a:pt x="0" y="1"/>
                      <a:pt x="3" y="17"/>
                      <a:pt x="8" y="11"/>
                    </a:cubicBezTo>
                    <a:cubicBezTo>
                      <a:pt x="10" y="9"/>
                      <a:pt x="7" y="6"/>
                      <a:pt x="8" y="4"/>
                    </a:cubicBezTo>
                    <a:cubicBezTo>
                      <a:pt x="8" y="3"/>
                      <a:pt x="10" y="2"/>
                      <a:pt x="11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0" name="Freeform 1458">
                <a:extLst>
                  <a:ext uri="{FF2B5EF4-FFF2-40B4-BE49-F238E27FC236}">
                    <a16:creationId xmlns:a16="http://schemas.microsoft.com/office/drawing/2014/main" id="{BC398C97-4359-4D81-82D9-31563219F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168"/>
                <a:ext cx="17" cy="24"/>
              </a:xfrm>
              <a:custGeom>
                <a:avLst/>
                <a:gdLst>
                  <a:gd name="T0" fmla="*/ 41 w 7"/>
                  <a:gd name="T1" fmla="*/ 0 h 9"/>
                  <a:gd name="T2" fmla="*/ 29 w 7"/>
                  <a:gd name="T3" fmla="*/ 149 h 9"/>
                  <a:gd name="T4" fmla="*/ 100 w 7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cubicBezTo>
                      <a:pt x="1" y="1"/>
                      <a:pt x="0" y="6"/>
                      <a:pt x="2" y="8"/>
                    </a:cubicBezTo>
                    <a:cubicBezTo>
                      <a:pt x="4" y="9"/>
                      <a:pt x="6" y="5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1" name="Freeform 1459">
                <a:extLst>
                  <a:ext uri="{FF2B5EF4-FFF2-40B4-BE49-F238E27FC236}">
                    <a16:creationId xmlns:a16="http://schemas.microsoft.com/office/drawing/2014/main" id="{19B35991-D8C6-4C55-AC52-665779130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189"/>
                <a:ext cx="42" cy="30"/>
              </a:xfrm>
              <a:custGeom>
                <a:avLst/>
                <a:gdLst>
                  <a:gd name="T0" fmla="*/ 91 w 17"/>
                  <a:gd name="T1" fmla="*/ 202 h 11"/>
                  <a:gd name="T2" fmla="*/ 195 w 17"/>
                  <a:gd name="T3" fmla="*/ 202 h 11"/>
                  <a:gd name="T4" fmla="*/ 121 w 17"/>
                  <a:gd name="T5" fmla="*/ 104 h 11"/>
                  <a:gd name="T6" fmla="*/ 42 w 17"/>
                  <a:gd name="T7" fmla="*/ 0 h 11"/>
                  <a:gd name="T8" fmla="*/ 42 w 17"/>
                  <a:gd name="T9" fmla="*/ 10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6" y="10"/>
                    </a:moveTo>
                    <a:cubicBezTo>
                      <a:pt x="8" y="10"/>
                      <a:pt x="12" y="11"/>
                      <a:pt x="13" y="10"/>
                    </a:cubicBezTo>
                    <a:cubicBezTo>
                      <a:pt x="17" y="6"/>
                      <a:pt x="10" y="6"/>
                      <a:pt x="8" y="5"/>
                    </a:cubicBezTo>
                    <a:cubicBezTo>
                      <a:pt x="7" y="4"/>
                      <a:pt x="5" y="0"/>
                      <a:pt x="3" y="0"/>
                    </a:cubicBezTo>
                    <a:cubicBezTo>
                      <a:pt x="0" y="1"/>
                      <a:pt x="2" y="4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2" name="Freeform 1460">
                <a:extLst>
                  <a:ext uri="{FF2B5EF4-FFF2-40B4-BE49-F238E27FC236}">
                    <a16:creationId xmlns:a16="http://schemas.microsoft.com/office/drawing/2014/main" id="{FEF56531-29D2-406B-BE23-A1DE58EC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147"/>
                <a:ext cx="18" cy="37"/>
              </a:xfrm>
              <a:custGeom>
                <a:avLst/>
                <a:gdLst>
                  <a:gd name="T0" fmla="*/ 33 w 7"/>
                  <a:gd name="T1" fmla="*/ 225 h 14"/>
                  <a:gd name="T2" fmla="*/ 118 w 7"/>
                  <a:gd name="T3" fmla="*/ 111 h 14"/>
                  <a:gd name="T4" fmla="*/ 54 w 7"/>
                  <a:gd name="T5" fmla="*/ 0 h 14"/>
                  <a:gd name="T6" fmla="*/ 54 w 7"/>
                  <a:gd name="T7" fmla="*/ 148 h 14"/>
                  <a:gd name="T8" fmla="*/ 33 w 7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2" y="12"/>
                    </a:moveTo>
                    <a:cubicBezTo>
                      <a:pt x="5" y="14"/>
                      <a:pt x="7" y="9"/>
                      <a:pt x="7" y="6"/>
                    </a:cubicBezTo>
                    <a:cubicBezTo>
                      <a:pt x="7" y="5"/>
                      <a:pt x="5" y="0"/>
                      <a:pt x="3" y="0"/>
                    </a:cubicBezTo>
                    <a:cubicBezTo>
                      <a:pt x="0" y="0"/>
                      <a:pt x="3" y="7"/>
                      <a:pt x="3" y="8"/>
                    </a:cubicBezTo>
                    <a:cubicBezTo>
                      <a:pt x="3" y="10"/>
                      <a:pt x="0" y="11"/>
                      <a:pt x="2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3" name="Freeform 1461">
                <a:extLst>
                  <a:ext uri="{FF2B5EF4-FFF2-40B4-BE49-F238E27FC236}">
                    <a16:creationId xmlns:a16="http://schemas.microsoft.com/office/drawing/2014/main" id="{BAA9A560-C63E-4669-A515-74C3DB1C9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133"/>
                <a:ext cx="27" cy="22"/>
              </a:xfrm>
              <a:custGeom>
                <a:avLst/>
                <a:gdLst>
                  <a:gd name="T0" fmla="*/ 42 w 11"/>
                  <a:gd name="T1" fmla="*/ 168 h 8"/>
                  <a:gd name="T2" fmla="*/ 133 w 11"/>
                  <a:gd name="T3" fmla="*/ 107 h 8"/>
                  <a:gd name="T4" fmla="*/ 103 w 11"/>
                  <a:gd name="T5" fmla="*/ 22 h 8"/>
                  <a:gd name="T6" fmla="*/ 61 w 11"/>
                  <a:gd name="T7" fmla="*/ 83 h 8"/>
                  <a:gd name="T8" fmla="*/ 29 w 11"/>
                  <a:gd name="T9" fmla="*/ 83 h 8"/>
                  <a:gd name="T10" fmla="*/ 29 w 11"/>
                  <a:gd name="T11" fmla="*/ 16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cubicBezTo>
                      <a:pt x="4" y="7"/>
                      <a:pt x="8" y="6"/>
                      <a:pt x="9" y="5"/>
                    </a:cubicBezTo>
                    <a:cubicBezTo>
                      <a:pt x="11" y="3"/>
                      <a:pt x="10" y="0"/>
                      <a:pt x="7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5"/>
                      <a:pt x="0" y="6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4" name="Freeform 1462">
                <a:extLst>
                  <a:ext uri="{FF2B5EF4-FFF2-40B4-BE49-F238E27FC236}">
                    <a16:creationId xmlns:a16="http://schemas.microsoft.com/office/drawing/2014/main" id="{261115C8-9970-403A-AD3B-D8ECED930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112"/>
                <a:ext cx="35" cy="24"/>
              </a:xfrm>
              <a:custGeom>
                <a:avLst/>
                <a:gdLst>
                  <a:gd name="T0" fmla="*/ 113 w 14"/>
                  <a:gd name="T1" fmla="*/ 136 h 9"/>
                  <a:gd name="T2" fmla="*/ 208 w 14"/>
                  <a:gd name="T3" fmla="*/ 56 h 9"/>
                  <a:gd name="T4" fmla="*/ 63 w 14"/>
                  <a:gd name="T5" fmla="*/ 56 h 9"/>
                  <a:gd name="T6" fmla="*/ 20 w 14"/>
                  <a:gd name="T7" fmla="*/ 93 h 9"/>
                  <a:gd name="T8" fmla="*/ 83 w 14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7" y="7"/>
                    </a:moveTo>
                    <a:cubicBezTo>
                      <a:pt x="9" y="7"/>
                      <a:pt x="14" y="6"/>
                      <a:pt x="13" y="3"/>
                    </a:cubicBezTo>
                    <a:cubicBezTo>
                      <a:pt x="12" y="0"/>
                      <a:pt x="6" y="2"/>
                      <a:pt x="4" y="3"/>
                    </a:cubicBezTo>
                    <a:cubicBezTo>
                      <a:pt x="4" y="3"/>
                      <a:pt x="1" y="5"/>
                      <a:pt x="1" y="5"/>
                    </a:cubicBezTo>
                    <a:cubicBezTo>
                      <a:pt x="0" y="7"/>
                      <a:pt x="3" y="9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5" name="Freeform 1463">
                <a:extLst>
                  <a:ext uri="{FF2B5EF4-FFF2-40B4-BE49-F238E27FC236}">
                    <a16:creationId xmlns:a16="http://schemas.microsoft.com/office/drawing/2014/main" id="{6FF3D16D-7188-483C-B491-59D8C192D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096"/>
                <a:ext cx="30" cy="32"/>
              </a:xfrm>
              <a:custGeom>
                <a:avLst/>
                <a:gdLst>
                  <a:gd name="T0" fmla="*/ 33 w 12"/>
                  <a:gd name="T1" fmla="*/ 205 h 12"/>
                  <a:gd name="T2" fmla="*/ 145 w 12"/>
                  <a:gd name="T3" fmla="*/ 56 h 12"/>
                  <a:gd name="T4" fmla="*/ 20 w 12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2" y="11"/>
                    </a:moveTo>
                    <a:cubicBezTo>
                      <a:pt x="6" y="12"/>
                      <a:pt x="12" y="5"/>
                      <a:pt x="9" y="3"/>
                    </a:cubicBezTo>
                    <a:cubicBezTo>
                      <a:pt x="6" y="0"/>
                      <a:pt x="0" y="7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6" name="Freeform 1464">
                <a:extLst>
                  <a:ext uri="{FF2B5EF4-FFF2-40B4-BE49-F238E27FC236}">
                    <a16:creationId xmlns:a16="http://schemas.microsoft.com/office/drawing/2014/main" id="{0DE6DB22-F7B4-419C-9706-4DECB106C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125"/>
                <a:ext cx="20" cy="22"/>
              </a:xfrm>
              <a:custGeom>
                <a:avLst/>
                <a:gdLst>
                  <a:gd name="T0" fmla="*/ 83 w 8"/>
                  <a:gd name="T1" fmla="*/ 143 h 8"/>
                  <a:gd name="T2" fmla="*/ 113 w 8"/>
                  <a:gd name="T3" fmla="*/ 0 h 8"/>
                  <a:gd name="T4" fmla="*/ 50 w 8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7" y="6"/>
                      <a:pt x="8" y="2"/>
                      <a:pt x="7" y="0"/>
                    </a:cubicBezTo>
                    <a:cubicBezTo>
                      <a:pt x="3" y="0"/>
                      <a:pt x="0" y="5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7" name="Freeform 1465">
                <a:extLst>
                  <a:ext uri="{FF2B5EF4-FFF2-40B4-BE49-F238E27FC236}">
                    <a16:creationId xmlns:a16="http://schemas.microsoft.com/office/drawing/2014/main" id="{BE904245-8345-4C11-8C7B-2CB9A5127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128"/>
                <a:ext cx="25" cy="51"/>
              </a:xfrm>
              <a:custGeom>
                <a:avLst/>
                <a:gdLst>
                  <a:gd name="T0" fmla="*/ 158 w 10"/>
                  <a:gd name="T1" fmla="*/ 309 h 19"/>
                  <a:gd name="T2" fmla="*/ 145 w 10"/>
                  <a:gd name="T3" fmla="*/ 5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16"/>
                    </a:moveTo>
                    <a:cubicBezTo>
                      <a:pt x="0" y="19"/>
                      <a:pt x="5" y="0"/>
                      <a:pt x="9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8" name="Freeform 1466">
                <a:extLst>
                  <a:ext uri="{FF2B5EF4-FFF2-40B4-BE49-F238E27FC236}">
                    <a16:creationId xmlns:a16="http://schemas.microsoft.com/office/drawing/2014/main" id="{CF2E3D08-6DD9-4FAC-812E-6A0F69810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155"/>
                <a:ext cx="17" cy="34"/>
              </a:xfrm>
              <a:custGeom>
                <a:avLst/>
                <a:gdLst>
                  <a:gd name="T0" fmla="*/ 87 w 7"/>
                  <a:gd name="T1" fmla="*/ 110 h 13"/>
                  <a:gd name="T2" fmla="*/ 29 w 7"/>
                  <a:gd name="T3" fmla="*/ 178 h 13"/>
                  <a:gd name="T4" fmla="*/ 58 w 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6" y="6"/>
                    </a:moveTo>
                    <a:cubicBezTo>
                      <a:pt x="7" y="9"/>
                      <a:pt x="3" y="13"/>
                      <a:pt x="2" y="10"/>
                    </a:cubicBezTo>
                    <a:cubicBezTo>
                      <a:pt x="0" y="7"/>
                      <a:pt x="5" y="3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39" name="Freeform 1467">
                <a:extLst>
                  <a:ext uri="{FF2B5EF4-FFF2-40B4-BE49-F238E27FC236}">
                    <a16:creationId xmlns:a16="http://schemas.microsoft.com/office/drawing/2014/main" id="{96D356ED-D4A5-4C33-9913-317AB8F8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165"/>
                <a:ext cx="25" cy="43"/>
              </a:xfrm>
              <a:custGeom>
                <a:avLst/>
                <a:gdLst>
                  <a:gd name="T0" fmla="*/ 63 w 10"/>
                  <a:gd name="T1" fmla="*/ 253 h 16"/>
                  <a:gd name="T2" fmla="*/ 145 w 10"/>
                  <a:gd name="T3" fmla="*/ 196 h 16"/>
                  <a:gd name="T4" fmla="*/ 125 w 10"/>
                  <a:gd name="T5" fmla="*/ 116 h 16"/>
                  <a:gd name="T6" fmla="*/ 125 w 10"/>
                  <a:gd name="T7" fmla="*/ 59 h 16"/>
                  <a:gd name="T8" fmla="*/ 63 w 10"/>
                  <a:gd name="T9" fmla="*/ 59 h 16"/>
                  <a:gd name="T10" fmla="*/ 50 w 10"/>
                  <a:gd name="T11" fmla="*/ 2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6">
                    <a:moveTo>
                      <a:pt x="4" y="13"/>
                    </a:moveTo>
                    <a:cubicBezTo>
                      <a:pt x="7" y="16"/>
                      <a:pt x="10" y="14"/>
                      <a:pt x="9" y="10"/>
                    </a:cubicBezTo>
                    <a:cubicBezTo>
                      <a:pt x="8" y="8"/>
                      <a:pt x="8" y="8"/>
                      <a:pt x="8" y="6"/>
                    </a:cubicBezTo>
                    <a:cubicBezTo>
                      <a:pt x="8" y="5"/>
                      <a:pt x="8" y="4"/>
                      <a:pt x="8" y="3"/>
                    </a:cubicBezTo>
                    <a:cubicBezTo>
                      <a:pt x="7" y="0"/>
                      <a:pt x="5" y="0"/>
                      <a:pt x="4" y="3"/>
                    </a:cubicBezTo>
                    <a:cubicBezTo>
                      <a:pt x="3" y="5"/>
                      <a:pt x="0" y="10"/>
                      <a:pt x="3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0" name="Freeform 1468">
                <a:extLst>
                  <a:ext uri="{FF2B5EF4-FFF2-40B4-BE49-F238E27FC236}">
                    <a16:creationId xmlns:a16="http://schemas.microsoft.com/office/drawing/2014/main" id="{F0930D24-D0B5-47B6-9B04-B335A7F65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171"/>
                <a:ext cx="15" cy="26"/>
              </a:xfrm>
              <a:custGeom>
                <a:avLst/>
                <a:gdLst>
                  <a:gd name="T0" fmla="*/ 95 w 6"/>
                  <a:gd name="T1" fmla="*/ 177 h 10"/>
                  <a:gd name="T2" fmla="*/ 20 w 6"/>
                  <a:gd name="T3" fmla="*/ 88 h 10"/>
                  <a:gd name="T4" fmla="*/ 83 w 6"/>
                  <a:gd name="T5" fmla="*/ 3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3" y="9"/>
                      <a:pt x="0" y="8"/>
                      <a:pt x="1" y="5"/>
                    </a:cubicBezTo>
                    <a:cubicBezTo>
                      <a:pt x="1" y="3"/>
                      <a:pt x="3" y="0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1" name="Freeform 1469">
                <a:extLst>
                  <a:ext uri="{FF2B5EF4-FFF2-40B4-BE49-F238E27FC236}">
                    <a16:creationId xmlns:a16="http://schemas.microsoft.com/office/drawing/2014/main" id="{4D8F987F-23B6-4A74-BE6F-BA92AFB50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147"/>
                <a:ext cx="15" cy="18"/>
              </a:xfrm>
              <a:custGeom>
                <a:avLst/>
                <a:gdLst>
                  <a:gd name="T0" fmla="*/ 0 w 6"/>
                  <a:gd name="T1" fmla="*/ 118 h 7"/>
                  <a:gd name="T2" fmla="*/ 63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3" y="7"/>
                      <a:pt x="6" y="3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2" name="Freeform 1470">
                <a:extLst>
                  <a:ext uri="{FF2B5EF4-FFF2-40B4-BE49-F238E27FC236}">
                    <a16:creationId xmlns:a16="http://schemas.microsoft.com/office/drawing/2014/main" id="{036B632B-B3A5-4814-9395-9E1F984AF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152"/>
                <a:ext cx="22" cy="35"/>
              </a:xfrm>
              <a:custGeom>
                <a:avLst/>
                <a:gdLst>
                  <a:gd name="T0" fmla="*/ 42 w 9"/>
                  <a:gd name="T1" fmla="*/ 232 h 13"/>
                  <a:gd name="T2" fmla="*/ 132 w 9"/>
                  <a:gd name="T3" fmla="*/ 94 h 13"/>
                  <a:gd name="T4" fmla="*/ 42 w 9"/>
                  <a:gd name="T5" fmla="*/ 59 h 13"/>
                  <a:gd name="T6" fmla="*/ 42 w 9"/>
                  <a:gd name="T7" fmla="*/ 137 h 13"/>
                  <a:gd name="T8" fmla="*/ 12 w 9"/>
                  <a:gd name="T9" fmla="*/ 175 h 13"/>
                  <a:gd name="T10" fmla="*/ 42 w 9"/>
                  <a:gd name="T11" fmla="*/ 23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5" y="11"/>
                      <a:pt x="8" y="7"/>
                      <a:pt x="9" y="5"/>
                    </a:cubicBezTo>
                    <a:cubicBezTo>
                      <a:pt x="9" y="1"/>
                      <a:pt x="5" y="0"/>
                      <a:pt x="3" y="3"/>
                    </a:cubicBezTo>
                    <a:cubicBezTo>
                      <a:pt x="3" y="4"/>
                      <a:pt x="3" y="6"/>
                      <a:pt x="3" y="7"/>
                    </a:cubicBezTo>
                    <a:cubicBezTo>
                      <a:pt x="2" y="8"/>
                      <a:pt x="1" y="8"/>
                      <a:pt x="1" y="9"/>
                    </a:cubicBezTo>
                    <a:cubicBezTo>
                      <a:pt x="0" y="10"/>
                      <a:pt x="1" y="13"/>
                      <a:pt x="3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3" name="Freeform 1471">
                <a:extLst>
                  <a:ext uri="{FF2B5EF4-FFF2-40B4-BE49-F238E27FC236}">
                    <a16:creationId xmlns:a16="http://schemas.microsoft.com/office/drawing/2014/main" id="{3EE8EF4F-7E7B-4EEA-BBFB-CBFF8EA1C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179"/>
                <a:ext cx="23" cy="37"/>
              </a:xfrm>
              <a:custGeom>
                <a:avLst/>
                <a:gdLst>
                  <a:gd name="T0" fmla="*/ 130 w 9"/>
                  <a:gd name="T1" fmla="*/ 56 h 14"/>
                  <a:gd name="T2" fmla="*/ 66 w 9"/>
                  <a:gd name="T3" fmla="*/ 225 h 14"/>
                  <a:gd name="T4" fmla="*/ 97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8" y="3"/>
                    </a:moveTo>
                    <a:cubicBezTo>
                      <a:pt x="9" y="5"/>
                      <a:pt x="9" y="14"/>
                      <a:pt x="4" y="12"/>
                    </a:cubicBezTo>
                    <a:cubicBezTo>
                      <a:pt x="0" y="10"/>
                      <a:pt x="2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4" name="Freeform 1472">
                <a:extLst>
                  <a:ext uri="{FF2B5EF4-FFF2-40B4-BE49-F238E27FC236}">
                    <a16:creationId xmlns:a16="http://schemas.microsoft.com/office/drawing/2014/main" id="{D706CF00-833D-417A-AAD4-5D3195FA9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163"/>
                <a:ext cx="17" cy="13"/>
              </a:xfrm>
              <a:custGeom>
                <a:avLst/>
                <a:gdLst>
                  <a:gd name="T0" fmla="*/ 100 w 7"/>
                  <a:gd name="T1" fmla="*/ 34 h 5"/>
                  <a:gd name="T2" fmla="*/ 41 w 7"/>
                  <a:gd name="T3" fmla="*/ 0 h 5"/>
                  <a:gd name="T4" fmla="*/ 0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2"/>
                    </a:moveTo>
                    <a:cubicBezTo>
                      <a:pt x="7" y="0"/>
                      <a:pt x="5" y="0"/>
                      <a:pt x="3" y="0"/>
                    </a:cubicBez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5" name="Freeform 1473">
                <a:extLst>
                  <a:ext uri="{FF2B5EF4-FFF2-40B4-BE49-F238E27FC236}">
                    <a16:creationId xmlns:a16="http://schemas.microsoft.com/office/drawing/2014/main" id="{063F53D6-3019-4273-8A98-2EB7E161F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131"/>
                <a:ext cx="30" cy="26"/>
              </a:xfrm>
              <a:custGeom>
                <a:avLst/>
                <a:gdLst>
                  <a:gd name="T0" fmla="*/ 95 w 12"/>
                  <a:gd name="T1" fmla="*/ 177 h 10"/>
                  <a:gd name="T2" fmla="*/ 145 w 12"/>
                  <a:gd name="T3" fmla="*/ 34 h 10"/>
                  <a:gd name="T4" fmla="*/ 0 w 12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10"/>
                    </a:moveTo>
                    <a:cubicBezTo>
                      <a:pt x="7" y="8"/>
                      <a:pt x="12" y="4"/>
                      <a:pt x="9" y="2"/>
                    </a:cubicBezTo>
                    <a:cubicBezTo>
                      <a:pt x="5" y="0"/>
                      <a:pt x="1" y="6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6" name="Freeform 1474">
                <a:extLst>
                  <a:ext uri="{FF2B5EF4-FFF2-40B4-BE49-F238E27FC236}">
                    <a16:creationId xmlns:a16="http://schemas.microsoft.com/office/drawing/2014/main" id="{C38C2DAF-08A0-4A02-B087-86854C75F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12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4" y="1"/>
                      <a:pt x="2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7" name="Freeform 1475">
                <a:extLst>
                  <a:ext uri="{FF2B5EF4-FFF2-40B4-BE49-F238E27FC236}">
                    <a16:creationId xmlns:a16="http://schemas.microsoft.com/office/drawing/2014/main" id="{B6F2C7F6-B000-47C7-921C-DAA211098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104"/>
                <a:ext cx="40" cy="35"/>
              </a:xfrm>
              <a:custGeom>
                <a:avLst/>
                <a:gdLst>
                  <a:gd name="T0" fmla="*/ 83 w 16"/>
                  <a:gd name="T1" fmla="*/ 218 h 13"/>
                  <a:gd name="T2" fmla="*/ 145 w 16"/>
                  <a:gd name="T3" fmla="*/ 22 h 13"/>
                  <a:gd name="T4" fmla="*/ 83 w 16"/>
                  <a:gd name="T5" fmla="*/ 94 h 13"/>
                  <a:gd name="T6" fmla="*/ 0 w 16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5" y="11"/>
                    </a:moveTo>
                    <a:cubicBezTo>
                      <a:pt x="8" y="13"/>
                      <a:pt x="16" y="0"/>
                      <a:pt x="9" y="1"/>
                    </a:cubicBezTo>
                    <a:cubicBezTo>
                      <a:pt x="7" y="1"/>
                      <a:pt x="7" y="4"/>
                      <a:pt x="5" y="5"/>
                    </a:cubicBezTo>
                    <a:cubicBezTo>
                      <a:pt x="3" y="6"/>
                      <a:pt x="2" y="6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8" name="Freeform 1476">
                <a:extLst>
                  <a:ext uri="{FF2B5EF4-FFF2-40B4-BE49-F238E27FC236}">
                    <a16:creationId xmlns:a16="http://schemas.microsoft.com/office/drawing/2014/main" id="{710A8358-4296-4AA4-83D4-EA580CCE0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195"/>
                <a:ext cx="30" cy="16"/>
              </a:xfrm>
              <a:custGeom>
                <a:avLst/>
                <a:gdLst>
                  <a:gd name="T0" fmla="*/ 33 w 12"/>
                  <a:gd name="T1" fmla="*/ 115 h 6"/>
                  <a:gd name="T2" fmla="*/ 145 w 12"/>
                  <a:gd name="T3" fmla="*/ 77 h 6"/>
                  <a:gd name="T4" fmla="*/ 95 w 12"/>
                  <a:gd name="T5" fmla="*/ 21 h 6"/>
                  <a:gd name="T6" fmla="*/ 20 w 12"/>
                  <a:gd name="T7" fmla="*/ 56 h 6"/>
                  <a:gd name="T8" fmla="*/ 33 w 12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2" y="6"/>
                    </a:moveTo>
                    <a:cubicBezTo>
                      <a:pt x="4" y="6"/>
                      <a:pt x="8" y="5"/>
                      <a:pt x="9" y="4"/>
                    </a:cubicBezTo>
                    <a:cubicBezTo>
                      <a:pt x="12" y="1"/>
                      <a:pt x="8" y="0"/>
                      <a:pt x="6" y="1"/>
                    </a:cubicBezTo>
                    <a:cubicBezTo>
                      <a:pt x="4" y="1"/>
                      <a:pt x="2" y="2"/>
                      <a:pt x="1" y="3"/>
                    </a:cubicBezTo>
                    <a:cubicBezTo>
                      <a:pt x="0" y="5"/>
                      <a:pt x="1" y="6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49" name="Freeform 1477">
                <a:extLst>
                  <a:ext uri="{FF2B5EF4-FFF2-40B4-BE49-F238E27FC236}">
                    <a16:creationId xmlns:a16="http://schemas.microsoft.com/office/drawing/2014/main" id="{822F21FA-9729-4DB6-988F-0095CAE05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187"/>
                <a:ext cx="32" cy="21"/>
              </a:xfrm>
              <a:custGeom>
                <a:avLst/>
                <a:gdLst>
                  <a:gd name="T0" fmla="*/ 153 w 13"/>
                  <a:gd name="T1" fmla="*/ 76 h 8"/>
                  <a:gd name="T2" fmla="*/ 121 w 13"/>
                  <a:gd name="T3" fmla="*/ 0 h 8"/>
                  <a:gd name="T4" fmla="*/ 42 w 13"/>
                  <a:gd name="T5" fmla="*/ 21 h 8"/>
                  <a:gd name="T6" fmla="*/ 103 w 13"/>
                  <a:gd name="T7" fmla="*/ 1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3" y="3"/>
                      <a:pt x="11" y="0"/>
                      <a:pt x="8" y="0"/>
                    </a:cubicBezTo>
                    <a:cubicBezTo>
                      <a:pt x="8" y="0"/>
                      <a:pt x="3" y="1"/>
                      <a:pt x="3" y="1"/>
                    </a:cubicBezTo>
                    <a:cubicBezTo>
                      <a:pt x="0" y="4"/>
                      <a:pt x="4" y="8"/>
                      <a:pt x="7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0" name="Freeform 1478">
                <a:extLst>
                  <a:ext uri="{FF2B5EF4-FFF2-40B4-BE49-F238E27FC236}">
                    <a16:creationId xmlns:a16="http://schemas.microsoft.com/office/drawing/2014/main" id="{596D5DB6-8B8C-4DE4-A7B5-0994BBBB2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97"/>
                <a:ext cx="25" cy="30"/>
              </a:xfrm>
              <a:custGeom>
                <a:avLst/>
                <a:gdLst>
                  <a:gd name="T0" fmla="*/ 95 w 10"/>
                  <a:gd name="T1" fmla="*/ 38 h 11"/>
                  <a:gd name="T2" fmla="*/ 50 w 10"/>
                  <a:gd name="T3" fmla="*/ 120 h 11"/>
                  <a:gd name="T4" fmla="*/ 83 w 10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2"/>
                    </a:moveTo>
                    <a:cubicBezTo>
                      <a:pt x="10" y="4"/>
                      <a:pt x="7" y="11"/>
                      <a:pt x="3" y="6"/>
                    </a:cubicBezTo>
                    <a:cubicBezTo>
                      <a:pt x="0" y="3"/>
                      <a:pt x="1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1" name="Freeform 1479">
                <a:extLst>
                  <a:ext uri="{FF2B5EF4-FFF2-40B4-BE49-F238E27FC236}">
                    <a16:creationId xmlns:a16="http://schemas.microsoft.com/office/drawing/2014/main" id="{15F4B8D5-5D29-4622-B066-B6B0C6801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173"/>
                <a:ext cx="20" cy="22"/>
              </a:xfrm>
              <a:custGeom>
                <a:avLst/>
                <a:gdLst>
                  <a:gd name="T0" fmla="*/ 63 w 8"/>
                  <a:gd name="T1" fmla="*/ 168 h 8"/>
                  <a:gd name="T2" fmla="*/ 95 w 8"/>
                  <a:gd name="T3" fmla="*/ 22 h 8"/>
                  <a:gd name="T4" fmla="*/ 20 w 8"/>
                  <a:gd name="T5" fmla="*/ 1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5" y="7"/>
                      <a:pt x="8" y="2"/>
                      <a:pt x="6" y="1"/>
                    </a:cubicBezTo>
                    <a:cubicBezTo>
                      <a:pt x="3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2" name="Freeform 1480">
                <a:extLst>
                  <a:ext uri="{FF2B5EF4-FFF2-40B4-BE49-F238E27FC236}">
                    <a16:creationId xmlns:a16="http://schemas.microsoft.com/office/drawing/2014/main" id="{10378700-0B33-4C54-AD3D-A837CC97B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160"/>
                <a:ext cx="30" cy="27"/>
              </a:xfrm>
              <a:custGeom>
                <a:avLst/>
                <a:gdLst>
                  <a:gd name="T0" fmla="*/ 63 w 12"/>
                  <a:gd name="T1" fmla="*/ 197 h 10"/>
                  <a:gd name="T2" fmla="*/ 83 w 12"/>
                  <a:gd name="T3" fmla="*/ 0 h 10"/>
                  <a:gd name="T4" fmla="*/ 20 w 12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10"/>
                    </a:moveTo>
                    <a:cubicBezTo>
                      <a:pt x="9" y="9"/>
                      <a:pt x="12" y="1"/>
                      <a:pt x="5" y="0"/>
                    </a:cubicBezTo>
                    <a:cubicBezTo>
                      <a:pt x="1" y="0"/>
                      <a:pt x="0" y="7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3" name="Freeform 1481">
                <a:extLst>
                  <a:ext uri="{FF2B5EF4-FFF2-40B4-BE49-F238E27FC236}">
                    <a16:creationId xmlns:a16="http://schemas.microsoft.com/office/drawing/2014/main" id="{14A4E146-DEA8-4089-A4B7-9DB02DB8B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147"/>
                <a:ext cx="25" cy="29"/>
              </a:xfrm>
              <a:custGeom>
                <a:avLst/>
                <a:gdLst>
                  <a:gd name="T0" fmla="*/ 125 w 10"/>
                  <a:gd name="T1" fmla="*/ 111 h 11"/>
                  <a:gd name="T2" fmla="*/ 95 w 10"/>
                  <a:gd name="T3" fmla="*/ 21 h 11"/>
                  <a:gd name="T4" fmla="*/ 0 w 10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8" y="6"/>
                    </a:moveTo>
                    <a:cubicBezTo>
                      <a:pt x="8" y="3"/>
                      <a:pt x="10" y="0"/>
                      <a:pt x="6" y="1"/>
                    </a:cubicBezTo>
                    <a:cubicBezTo>
                      <a:pt x="1" y="2"/>
                      <a:pt x="2" y="8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4" name="Freeform 1482">
                <a:extLst>
                  <a:ext uri="{FF2B5EF4-FFF2-40B4-BE49-F238E27FC236}">
                    <a16:creationId xmlns:a16="http://schemas.microsoft.com/office/drawing/2014/main" id="{ACE12BB6-08BA-446C-B8D9-7260421C9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133"/>
                <a:ext cx="18" cy="22"/>
              </a:xfrm>
              <a:custGeom>
                <a:avLst/>
                <a:gdLst>
                  <a:gd name="T0" fmla="*/ 0 w 7"/>
                  <a:gd name="T1" fmla="*/ 143 h 8"/>
                  <a:gd name="T2" fmla="*/ 100 w 7"/>
                  <a:gd name="T3" fmla="*/ 47 h 8"/>
                  <a:gd name="T4" fmla="*/ 0 w 7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7"/>
                    </a:moveTo>
                    <a:cubicBezTo>
                      <a:pt x="2" y="8"/>
                      <a:pt x="7" y="5"/>
                      <a:pt x="6" y="2"/>
                    </a:cubicBezTo>
                    <a:cubicBezTo>
                      <a:pt x="6" y="0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5" name="Freeform 1483">
                <a:extLst>
                  <a:ext uri="{FF2B5EF4-FFF2-40B4-BE49-F238E27FC236}">
                    <a16:creationId xmlns:a16="http://schemas.microsoft.com/office/drawing/2014/main" id="{2B45CE5C-64E1-4FC7-B064-40EA49555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016"/>
                <a:ext cx="28" cy="27"/>
              </a:xfrm>
              <a:custGeom>
                <a:avLst/>
                <a:gdLst>
                  <a:gd name="T0" fmla="*/ 181 w 11"/>
                  <a:gd name="T1" fmla="*/ 138 h 10"/>
                  <a:gd name="T2" fmla="*/ 20 w 11"/>
                  <a:gd name="T3" fmla="*/ 38 h 10"/>
                  <a:gd name="T4" fmla="*/ 181 w 11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7"/>
                    </a:moveTo>
                    <a:cubicBezTo>
                      <a:pt x="11" y="4"/>
                      <a:pt x="3" y="0"/>
                      <a:pt x="1" y="2"/>
                    </a:cubicBezTo>
                    <a:cubicBezTo>
                      <a:pt x="0" y="6"/>
                      <a:pt x="8" y="10"/>
                      <a:pt x="1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6" name="Freeform 1484">
                <a:extLst>
                  <a:ext uri="{FF2B5EF4-FFF2-40B4-BE49-F238E27FC236}">
                    <a16:creationId xmlns:a16="http://schemas.microsoft.com/office/drawing/2014/main" id="{C86D7812-522F-4A4C-B677-CF4DCC401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032"/>
                <a:ext cx="52" cy="24"/>
              </a:xfrm>
              <a:custGeom>
                <a:avLst/>
                <a:gdLst>
                  <a:gd name="T0" fmla="*/ 228 w 21"/>
                  <a:gd name="T1" fmla="*/ 0 h 9"/>
                  <a:gd name="T2" fmla="*/ 30 w 2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15" y="0"/>
                    </a:moveTo>
                    <a:cubicBezTo>
                      <a:pt x="21" y="9"/>
                      <a:pt x="0" y="8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7" name="Freeform 1485">
                <a:extLst>
                  <a:ext uri="{FF2B5EF4-FFF2-40B4-BE49-F238E27FC236}">
                    <a16:creationId xmlns:a16="http://schemas.microsoft.com/office/drawing/2014/main" id="{AE7F13D5-B9C1-45D6-8D2F-0DA260AC2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101"/>
                <a:ext cx="23" cy="14"/>
              </a:xfrm>
              <a:custGeom>
                <a:avLst/>
                <a:gdLst>
                  <a:gd name="T0" fmla="*/ 0 w 9"/>
                  <a:gd name="T1" fmla="*/ 22 h 5"/>
                  <a:gd name="T2" fmla="*/ 151 w 9"/>
                  <a:gd name="T3" fmla="*/ 109 h 5"/>
                  <a:gd name="T4" fmla="*/ 130 w 9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0" y="1"/>
                    </a:moveTo>
                    <a:cubicBezTo>
                      <a:pt x="4" y="1"/>
                      <a:pt x="9" y="0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8" name="Freeform 1486">
                <a:extLst>
                  <a:ext uri="{FF2B5EF4-FFF2-40B4-BE49-F238E27FC236}">
                    <a16:creationId xmlns:a16="http://schemas.microsoft.com/office/drawing/2014/main" id="{42AC530E-C583-4030-A6F7-9379FE90E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088"/>
                <a:ext cx="40" cy="24"/>
              </a:xfrm>
              <a:custGeom>
                <a:avLst/>
                <a:gdLst>
                  <a:gd name="T0" fmla="*/ 63 w 16"/>
                  <a:gd name="T1" fmla="*/ 136 h 9"/>
                  <a:gd name="T2" fmla="*/ 158 w 16"/>
                  <a:gd name="T3" fmla="*/ 77 h 9"/>
                  <a:gd name="T4" fmla="*/ 20 w 16"/>
                  <a:gd name="T5" fmla="*/ 56 h 9"/>
                  <a:gd name="T6" fmla="*/ 33 w 16"/>
                  <a:gd name="T7" fmla="*/ 1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4" y="7"/>
                    </a:moveTo>
                    <a:cubicBezTo>
                      <a:pt x="7" y="8"/>
                      <a:pt x="16" y="9"/>
                      <a:pt x="10" y="4"/>
                    </a:cubicBezTo>
                    <a:cubicBezTo>
                      <a:pt x="8" y="3"/>
                      <a:pt x="3" y="0"/>
                      <a:pt x="1" y="3"/>
                    </a:cubicBezTo>
                    <a:cubicBezTo>
                      <a:pt x="0" y="4"/>
                      <a:pt x="1" y="6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59" name="Freeform 1487">
                <a:extLst>
                  <a:ext uri="{FF2B5EF4-FFF2-40B4-BE49-F238E27FC236}">
                    <a16:creationId xmlns:a16="http://schemas.microsoft.com/office/drawing/2014/main" id="{BE338DF4-B375-47B2-BE2F-A87028002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072"/>
                <a:ext cx="33" cy="27"/>
              </a:xfrm>
              <a:custGeom>
                <a:avLst/>
                <a:gdLst>
                  <a:gd name="T0" fmla="*/ 33 w 13"/>
                  <a:gd name="T1" fmla="*/ 197 h 10"/>
                  <a:gd name="T2" fmla="*/ 180 w 13"/>
                  <a:gd name="T3" fmla="*/ 59 h 10"/>
                  <a:gd name="T4" fmla="*/ 0 w 13"/>
                  <a:gd name="T5" fmla="*/ 159 h 10"/>
                  <a:gd name="T6" fmla="*/ 20 w 13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2" y="10"/>
                    </a:moveTo>
                    <a:cubicBezTo>
                      <a:pt x="4" y="9"/>
                      <a:pt x="13" y="6"/>
                      <a:pt x="11" y="3"/>
                    </a:cubicBezTo>
                    <a:cubicBezTo>
                      <a:pt x="9" y="0"/>
                      <a:pt x="0" y="5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0" name="Freeform 1488">
                <a:extLst>
                  <a:ext uri="{FF2B5EF4-FFF2-40B4-BE49-F238E27FC236}">
                    <a16:creationId xmlns:a16="http://schemas.microsoft.com/office/drawing/2014/main" id="{5D02C07C-633D-418B-94A8-1B1E9CC9A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080"/>
                <a:ext cx="25" cy="35"/>
              </a:xfrm>
              <a:custGeom>
                <a:avLst/>
                <a:gdLst>
                  <a:gd name="T0" fmla="*/ 83 w 10"/>
                  <a:gd name="T1" fmla="*/ 218 h 13"/>
                  <a:gd name="T2" fmla="*/ 63 w 10"/>
                  <a:gd name="T3" fmla="*/ 81 h 13"/>
                  <a:gd name="T4" fmla="*/ 145 w 10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5" y="11"/>
                    </a:moveTo>
                    <a:cubicBezTo>
                      <a:pt x="0" y="13"/>
                      <a:pt x="2" y="6"/>
                      <a:pt x="4" y="4"/>
                    </a:cubicBezTo>
                    <a:cubicBezTo>
                      <a:pt x="5" y="3"/>
                      <a:pt x="10" y="0"/>
                      <a:pt x="9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1" name="Freeform 1489">
                <a:extLst>
                  <a:ext uri="{FF2B5EF4-FFF2-40B4-BE49-F238E27FC236}">
                    <a16:creationId xmlns:a16="http://schemas.microsoft.com/office/drawing/2014/main" id="{A564E819-1616-4DA3-B62A-45AA3E9B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104"/>
                <a:ext cx="30" cy="37"/>
              </a:xfrm>
              <a:custGeom>
                <a:avLst/>
                <a:gdLst>
                  <a:gd name="T0" fmla="*/ 95 w 12"/>
                  <a:gd name="T1" fmla="*/ 21 h 14"/>
                  <a:gd name="T2" fmla="*/ 95 w 12"/>
                  <a:gd name="T3" fmla="*/ 225 h 14"/>
                  <a:gd name="T4" fmla="*/ 95 w 12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1"/>
                    </a:moveTo>
                    <a:cubicBezTo>
                      <a:pt x="3" y="3"/>
                      <a:pt x="0" y="14"/>
                      <a:pt x="6" y="12"/>
                    </a:cubicBezTo>
                    <a:cubicBezTo>
                      <a:pt x="10" y="11"/>
                      <a:pt x="12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2" name="Freeform 1490">
                <a:extLst>
                  <a:ext uri="{FF2B5EF4-FFF2-40B4-BE49-F238E27FC236}">
                    <a16:creationId xmlns:a16="http://schemas.microsoft.com/office/drawing/2014/main" id="{E2C6884D-21F0-456C-B437-961C64061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085"/>
                <a:ext cx="32" cy="32"/>
              </a:xfrm>
              <a:custGeom>
                <a:avLst/>
                <a:gdLst>
                  <a:gd name="T0" fmla="*/ 121 w 13"/>
                  <a:gd name="T1" fmla="*/ 171 h 12"/>
                  <a:gd name="T2" fmla="*/ 162 w 13"/>
                  <a:gd name="T3" fmla="*/ 93 h 12"/>
                  <a:gd name="T4" fmla="*/ 121 w 13"/>
                  <a:gd name="T5" fmla="*/ 21 h 12"/>
                  <a:gd name="T6" fmla="*/ 91 w 13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8" y="9"/>
                    </a:moveTo>
                    <a:cubicBezTo>
                      <a:pt x="9" y="8"/>
                      <a:pt x="11" y="7"/>
                      <a:pt x="11" y="5"/>
                    </a:cubicBezTo>
                    <a:cubicBezTo>
                      <a:pt x="13" y="2"/>
                      <a:pt x="10" y="0"/>
                      <a:pt x="8" y="1"/>
                    </a:cubicBezTo>
                    <a:cubicBezTo>
                      <a:pt x="0" y="2"/>
                      <a:pt x="2" y="12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3" name="Freeform 1491">
                <a:extLst>
                  <a:ext uri="{FF2B5EF4-FFF2-40B4-BE49-F238E27FC236}">
                    <a16:creationId xmlns:a16="http://schemas.microsoft.com/office/drawing/2014/main" id="{1D5F3A05-0EB0-4177-9545-57E7320DD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069"/>
                <a:ext cx="33" cy="19"/>
              </a:xfrm>
              <a:custGeom>
                <a:avLst/>
                <a:gdLst>
                  <a:gd name="T0" fmla="*/ 63 w 13"/>
                  <a:gd name="T1" fmla="*/ 141 h 7"/>
                  <a:gd name="T2" fmla="*/ 180 w 13"/>
                  <a:gd name="T3" fmla="*/ 38 h 7"/>
                  <a:gd name="T4" fmla="*/ 33 w 13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4" y="7"/>
                    </a:moveTo>
                    <a:cubicBezTo>
                      <a:pt x="7" y="7"/>
                      <a:pt x="13" y="6"/>
                      <a:pt x="11" y="2"/>
                    </a:cubicBezTo>
                    <a:cubicBezTo>
                      <a:pt x="9" y="0"/>
                      <a:pt x="0" y="3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4" name="Freeform 1492">
                <a:extLst>
                  <a:ext uri="{FF2B5EF4-FFF2-40B4-BE49-F238E27FC236}">
                    <a16:creationId xmlns:a16="http://schemas.microsoft.com/office/drawing/2014/main" id="{91DEE29E-81F0-4627-9B9C-DFF2BDB7E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056"/>
                <a:ext cx="30" cy="24"/>
              </a:xfrm>
              <a:custGeom>
                <a:avLst/>
                <a:gdLst>
                  <a:gd name="T0" fmla="*/ 113 w 12"/>
                  <a:gd name="T1" fmla="*/ 171 h 9"/>
                  <a:gd name="T2" fmla="*/ 33 w 12"/>
                  <a:gd name="T3" fmla="*/ 56 h 9"/>
                  <a:gd name="T4" fmla="*/ 188 w 12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7" y="9"/>
                    </a:moveTo>
                    <a:cubicBezTo>
                      <a:pt x="4" y="9"/>
                      <a:pt x="0" y="5"/>
                      <a:pt x="2" y="3"/>
                    </a:cubicBezTo>
                    <a:cubicBezTo>
                      <a:pt x="5" y="0"/>
                      <a:pt x="11" y="7"/>
                      <a:pt x="1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5" name="Freeform 1493">
                <a:extLst>
                  <a:ext uri="{FF2B5EF4-FFF2-40B4-BE49-F238E27FC236}">
                    <a16:creationId xmlns:a16="http://schemas.microsoft.com/office/drawing/2014/main" id="{4A59D49B-EAC0-4E38-99EE-CC954238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053"/>
                <a:ext cx="35" cy="24"/>
              </a:xfrm>
              <a:custGeom>
                <a:avLst/>
                <a:gdLst>
                  <a:gd name="T0" fmla="*/ 113 w 14"/>
                  <a:gd name="T1" fmla="*/ 149 h 9"/>
                  <a:gd name="T2" fmla="*/ 188 w 14"/>
                  <a:gd name="T3" fmla="*/ 115 h 9"/>
                  <a:gd name="T4" fmla="*/ 158 w 14"/>
                  <a:gd name="T5" fmla="*/ 21 h 9"/>
                  <a:gd name="T6" fmla="*/ 20 w 14"/>
                  <a:gd name="T7" fmla="*/ 77 h 9"/>
                  <a:gd name="T8" fmla="*/ 95 w 14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7" y="8"/>
                    </a:moveTo>
                    <a:cubicBezTo>
                      <a:pt x="8" y="7"/>
                      <a:pt x="10" y="7"/>
                      <a:pt x="12" y="6"/>
                    </a:cubicBezTo>
                    <a:cubicBezTo>
                      <a:pt x="14" y="4"/>
                      <a:pt x="13" y="2"/>
                      <a:pt x="10" y="1"/>
                    </a:cubicBezTo>
                    <a:cubicBezTo>
                      <a:pt x="7" y="0"/>
                      <a:pt x="1" y="1"/>
                      <a:pt x="1" y="4"/>
                    </a:cubicBezTo>
                    <a:cubicBezTo>
                      <a:pt x="0" y="6"/>
                      <a:pt x="4" y="9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6" name="Freeform 1494">
                <a:extLst>
                  <a:ext uri="{FF2B5EF4-FFF2-40B4-BE49-F238E27FC236}">
                    <a16:creationId xmlns:a16="http://schemas.microsoft.com/office/drawing/2014/main" id="{91BE6773-A0A7-4640-9F3C-351123AE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059"/>
                <a:ext cx="27" cy="26"/>
              </a:xfrm>
              <a:custGeom>
                <a:avLst/>
                <a:gdLst>
                  <a:gd name="T0" fmla="*/ 0 w 11"/>
                  <a:gd name="T1" fmla="*/ 55 h 10"/>
                  <a:gd name="T2" fmla="*/ 150 w 11"/>
                  <a:gd name="T3" fmla="*/ 122 h 10"/>
                  <a:gd name="T4" fmla="*/ 0 w 11"/>
                  <a:gd name="T5" fmla="*/ 3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0" y="6"/>
                      <a:pt x="9" y="10"/>
                      <a:pt x="10" y="7"/>
                    </a:cubicBezTo>
                    <a:cubicBezTo>
                      <a:pt x="11" y="4"/>
                      <a:pt x="3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7" name="Freeform 1495">
                <a:extLst>
                  <a:ext uri="{FF2B5EF4-FFF2-40B4-BE49-F238E27FC236}">
                    <a16:creationId xmlns:a16="http://schemas.microsoft.com/office/drawing/2014/main" id="{8D2E3EF8-63A7-4FF5-B061-79C43E5D4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077"/>
                <a:ext cx="12" cy="27"/>
              </a:xfrm>
              <a:custGeom>
                <a:avLst/>
                <a:gdLst>
                  <a:gd name="T0" fmla="*/ 12 w 5"/>
                  <a:gd name="T1" fmla="*/ 0 h 10"/>
                  <a:gd name="T2" fmla="*/ 0 w 5"/>
                  <a:gd name="T3" fmla="*/ 197 h 10"/>
                  <a:gd name="T4" fmla="*/ 0 w 5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3" y="4"/>
                      <a:pt x="5" y="9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8" name="Freeform 1496">
                <a:extLst>
                  <a:ext uri="{FF2B5EF4-FFF2-40B4-BE49-F238E27FC236}">
                    <a16:creationId xmlns:a16="http://schemas.microsoft.com/office/drawing/2014/main" id="{6DC34F26-F01F-47DD-A352-96D3139F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085"/>
                <a:ext cx="15" cy="46"/>
              </a:xfrm>
              <a:custGeom>
                <a:avLst/>
                <a:gdLst>
                  <a:gd name="T0" fmla="*/ 0 w 6"/>
                  <a:gd name="T1" fmla="*/ 103 h 17"/>
                  <a:gd name="T2" fmla="*/ 83 w 6"/>
                  <a:gd name="T3" fmla="*/ 198 h 17"/>
                  <a:gd name="T4" fmla="*/ 50 w 6"/>
                  <a:gd name="T5" fmla="*/ 22 h 17"/>
                  <a:gd name="T6" fmla="*/ 0 w 6"/>
                  <a:gd name="T7" fmla="*/ 6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0" y="5"/>
                    </a:moveTo>
                    <a:cubicBezTo>
                      <a:pt x="0" y="8"/>
                      <a:pt x="2" y="17"/>
                      <a:pt x="5" y="10"/>
                    </a:cubicBezTo>
                    <a:cubicBezTo>
                      <a:pt x="5" y="8"/>
                      <a:pt x="6" y="2"/>
                      <a:pt x="3" y="1"/>
                    </a:cubicBez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69" name="Freeform 1497">
                <a:extLst>
                  <a:ext uri="{FF2B5EF4-FFF2-40B4-BE49-F238E27FC236}">
                    <a16:creationId xmlns:a16="http://schemas.microsoft.com/office/drawing/2014/main" id="{B4A9DCDF-A4E8-4B0B-8BE6-A4DD078A6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067"/>
                <a:ext cx="27" cy="34"/>
              </a:xfrm>
              <a:custGeom>
                <a:avLst/>
                <a:gdLst>
                  <a:gd name="T0" fmla="*/ 0 w 11"/>
                  <a:gd name="T1" fmla="*/ 55 h 13"/>
                  <a:gd name="T2" fmla="*/ 133 w 11"/>
                  <a:gd name="T3" fmla="*/ 178 h 13"/>
                  <a:gd name="T4" fmla="*/ 12 w 11"/>
                  <a:gd name="T5" fmla="*/ 21 h 13"/>
                  <a:gd name="T6" fmla="*/ 0 w 11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3"/>
                    </a:moveTo>
                    <a:cubicBezTo>
                      <a:pt x="1" y="5"/>
                      <a:pt x="7" y="13"/>
                      <a:pt x="9" y="10"/>
                    </a:cubicBezTo>
                    <a:cubicBezTo>
                      <a:pt x="11" y="7"/>
                      <a:pt x="3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0" name="Freeform 1498">
                <a:extLst>
                  <a:ext uri="{FF2B5EF4-FFF2-40B4-BE49-F238E27FC236}">
                    <a16:creationId xmlns:a16="http://schemas.microsoft.com/office/drawing/2014/main" id="{FA67EFA6-C31E-40B7-A3CB-6CD51585B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51"/>
                <a:ext cx="37" cy="16"/>
              </a:xfrm>
              <a:custGeom>
                <a:avLst/>
                <a:gdLst>
                  <a:gd name="T0" fmla="*/ 42 w 15"/>
                  <a:gd name="T1" fmla="*/ 77 h 6"/>
                  <a:gd name="T2" fmla="*/ 153 w 15"/>
                  <a:gd name="T3" fmla="*/ 21 h 6"/>
                  <a:gd name="T4" fmla="*/ 183 w 1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3" y="4"/>
                    </a:moveTo>
                    <a:cubicBezTo>
                      <a:pt x="0" y="0"/>
                      <a:pt x="7" y="0"/>
                      <a:pt x="10" y="1"/>
                    </a:cubicBezTo>
                    <a:cubicBezTo>
                      <a:pt x="11" y="2"/>
                      <a:pt x="15" y="5"/>
                      <a:pt x="12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1" name="Freeform 1499">
                <a:extLst>
                  <a:ext uri="{FF2B5EF4-FFF2-40B4-BE49-F238E27FC236}">
                    <a16:creationId xmlns:a16="http://schemas.microsoft.com/office/drawing/2014/main" id="{AB20BB4E-3051-44E7-8E96-0D4B7089A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043"/>
                <a:ext cx="43" cy="21"/>
              </a:xfrm>
              <a:custGeom>
                <a:avLst/>
                <a:gdLst>
                  <a:gd name="T0" fmla="*/ 225 w 17"/>
                  <a:gd name="T1" fmla="*/ 34 h 8"/>
                  <a:gd name="T2" fmla="*/ 63 w 17"/>
                  <a:gd name="T3" fmla="*/ 89 h 8"/>
                  <a:gd name="T4" fmla="*/ 225 w 17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4" y="2"/>
                    </a:moveTo>
                    <a:cubicBezTo>
                      <a:pt x="11" y="0"/>
                      <a:pt x="0" y="0"/>
                      <a:pt x="4" y="5"/>
                    </a:cubicBezTo>
                    <a:cubicBezTo>
                      <a:pt x="6" y="8"/>
                      <a:pt x="17" y="7"/>
                      <a:pt x="1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2" name="Freeform 1500">
                <a:extLst>
                  <a:ext uri="{FF2B5EF4-FFF2-40B4-BE49-F238E27FC236}">
                    <a16:creationId xmlns:a16="http://schemas.microsoft.com/office/drawing/2014/main" id="{A8725747-A17A-4411-B8A3-C5B58D4C5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056"/>
                <a:ext cx="22" cy="32"/>
              </a:xfrm>
              <a:custGeom>
                <a:avLst/>
                <a:gdLst>
                  <a:gd name="T0" fmla="*/ 0 w 9"/>
                  <a:gd name="T1" fmla="*/ 136 h 12"/>
                  <a:gd name="T2" fmla="*/ 90 w 9"/>
                  <a:gd name="T3" fmla="*/ 21 h 12"/>
                  <a:gd name="T4" fmla="*/ 42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7"/>
                    </a:moveTo>
                    <a:cubicBezTo>
                      <a:pt x="0" y="5"/>
                      <a:pt x="3" y="0"/>
                      <a:pt x="6" y="1"/>
                    </a:cubicBezTo>
                    <a:cubicBezTo>
                      <a:pt x="9" y="3"/>
                      <a:pt x="4" y="11"/>
                      <a:pt x="3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3" name="Freeform 1501">
                <a:extLst>
                  <a:ext uri="{FF2B5EF4-FFF2-40B4-BE49-F238E27FC236}">
                    <a16:creationId xmlns:a16="http://schemas.microsoft.com/office/drawing/2014/main" id="{77333235-CCD9-4DD6-8AA6-2A6EC65E5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208"/>
                <a:ext cx="28" cy="27"/>
              </a:xfrm>
              <a:custGeom>
                <a:avLst/>
                <a:gdLst>
                  <a:gd name="T0" fmla="*/ 163 w 11"/>
                  <a:gd name="T1" fmla="*/ 38 h 10"/>
                  <a:gd name="T2" fmla="*/ 20 w 11"/>
                  <a:gd name="T3" fmla="*/ 138 h 10"/>
                  <a:gd name="T4" fmla="*/ 181 w 11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0" y="2"/>
                    </a:moveTo>
                    <a:cubicBezTo>
                      <a:pt x="8" y="0"/>
                      <a:pt x="0" y="4"/>
                      <a:pt x="1" y="7"/>
                    </a:cubicBezTo>
                    <a:cubicBezTo>
                      <a:pt x="3" y="10"/>
                      <a:pt x="11" y="6"/>
                      <a:pt x="1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4" name="Freeform 1502">
                <a:extLst>
                  <a:ext uri="{FF2B5EF4-FFF2-40B4-BE49-F238E27FC236}">
                    <a16:creationId xmlns:a16="http://schemas.microsoft.com/office/drawing/2014/main" id="{421B8515-6AAB-4A07-8CB5-34C87D067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205"/>
                <a:ext cx="23" cy="19"/>
              </a:xfrm>
              <a:custGeom>
                <a:avLst/>
                <a:gdLst>
                  <a:gd name="T0" fmla="*/ 151 w 9"/>
                  <a:gd name="T1" fmla="*/ 141 h 7"/>
                  <a:gd name="T2" fmla="*/ 51 w 9"/>
                  <a:gd name="T3" fmla="*/ 0 h 7"/>
                  <a:gd name="T4" fmla="*/ 51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6" y="6"/>
                      <a:pt x="0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5" name="Freeform 1503">
                <a:extLst>
                  <a:ext uri="{FF2B5EF4-FFF2-40B4-BE49-F238E27FC236}">
                    <a16:creationId xmlns:a16="http://schemas.microsoft.com/office/drawing/2014/main" id="{91302D33-91B6-472E-9C9B-F44EF435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200"/>
                <a:ext cx="33" cy="32"/>
              </a:xfrm>
              <a:custGeom>
                <a:avLst/>
                <a:gdLst>
                  <a:gd name="T0" fmla="*/ 160 w 13"/>
                  <a:gd name="T1" fmla="*/ 115 h 12"/>
                  <a:gd name="T2" fmla="*/ 63 w 13"/>
                  <a:gd name="T3" fmla="*/ 136 h 12"/>
                  <a:gd name="T4" fmla="*/ 193 w 13"/>
                  <a:gd name="T5" fmla="*/ 205 h 12"/>
                  <a:gd name="T6" fmla="*/ 193 w 13"/>
                  <a:gd name="T7" fmla="*/ 1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0" y="6"/>
                    </a:moveTo>
                    <a:cubicBezTo>
                      <a:pt x="8" y="4"/>
                      <a:pt x="0" y="0"/>
                      <a:pt x="4" y="7"/>
                    </a:cubicBezTo>
                    <a:cubicBezTo>
                      <a:pt x="5" y="8"/>
                      <a:pt x="9" y="12"/>
                      <a:pt x="12" y="11"/>
                    </a:cubicBezTo>
                    <a:cubicBezTo>
                      <a:pt x="13" y="10"/>
                      <a:pt x="13" y="8"/>
                      <a:pt x="1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6" name="Freeform 1504">
                <a:extLst>
                  <a:ext uri="{FF2B5EF4-FFF2-40B4-BE49-F238E27FC236}">
                    <a16:creationId xmlns:a16="http://schemas.microsoft.com/office/drawing/2014/main" id="{80864C74-1A13-42F3-911A-BD40AC571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227"/>
                <a:ext cx="33" cy="24"/>
              </a:xfrm>
              <a:custGeom>
                <a:avLst/>
                <a:gdLst>
                  <a:gd name="T0" fmla="*/ 147 w 13"/>
                  <a:gd name="T1" fmla="*/ 0 h 9"/>
                  <a:gd name="T2" fmla="*/ 117 w 13"/>
                  <a:gd name="T3" fmla="*/ 136 h 9"/>
                  <a:gd name="T4" fmla="*/ 33 w 13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9" y="0"/>
                    </a:moveTo>
                    <a:cubicBezTo>
                      <a:pt x="13" y="0"/>
                      <a:pt x="9" y="6"/>
                      <a:pt x="7" y="7"/>
                    </a:cubicBezTo>
                    <a:cubicBezTo>
                      <a:pt x="6" y="8"/>
                      <a:pt x="0" y="9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7" name="Freeform 1505">
                <a:extLst>
                  <a:ext uri="{FF2B5EF4-FFF2-40B4-BE49-F238E27FC236}">
                    <a16:creationId xmlns:a16="http://schemas.microsoft.com/office/drawing/2014/main" id="{CC3BD8E0-DB78-45E0-92C2-F71023E8E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208"/>
                <a:ext cx="40" cy="27"/>
              </a:xfrm>
              <a:custGeom>
                <a:avLst/>
                <a:gdLst>
                  <a:gd name="T0" fmla="*/ 95 w 16"/>
                  <a:gd name="T1" fmla="*/ 197 h 10"/>
                  <a:gd name="T2" fmla="*/ 158 w 16"/>
                  <a:gd name="T3" fmla="*/ 0 h 10"/>
                  <a:gd name="T4" fmla="*/ 95 w 16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6" y="10"/>
                    </a:moveTo>
                    <a:cubicBezTo>
                      <a:pt x="9" y="9"/>
                      <a:pt x="16" y="0"/>
                      <a:pt x="10" y="0"/>
                    </a:cubicBezTo>
                    <a:cubicBezTo>
                      <a:pt x="6" y="0"/>
                      <a:pt x="0" y="9"/>
                      <a:pt x="6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8" name="Freeform 1506">
                <a:extLst>
                  <a:ext uri="{FF2B5EF4-FFF2-40B4-BE49-F238E27FC236}">
                    <a16:creationId xmlns:a16="http://schemas.microsoft.com/office/drawing/2014/main" id="{30A893A0-174C-4D43-B0BD-4B8BAE577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232"/>
                <a:ext cx="35" cy="27"/>
              </a:xfrm>
              <a:custGeom>
                <a:avLst/>
                <a:gdLst>
                  <a:gd name="T0" fmla="*/ 113 w 14"/>
                  <a:gd name="T1" fmla="*/ 22 h 10"/>
                  <a:gd name="T2" fmla="*/ 50 w 14"/>
                  <a:gd name="T3" fmla="*/ 59 h 10"/>
                  <a:gd name="T4" fmla="*/ 63 w 14"/>
                  <a:gd name="T5" fmla="*/ 159 h 10"/>
                  <a:gd name="T6" fmla="*/ 145 w 1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7" y="1"/>
                    </a:moveTo>
                    <a:cubicBezTo>
                      <a:pt x="6" y="2"/>
                      <a:pt x="4" y="2"/>
                      <a:pt x="3" y="3"/>
                    </a:cubicBezTo>
                    <a:cubicBezTo>
                      <a:pt x="0" y="5"/>
                      <a:pt x="2" y="8"/>
                      <a:pt x="4" y="8"/>
                    </a:cubicBezTo>
                    <a:cubicBezTo>
                      <a:pt x="11" y="10"/>
                      <a:pt x="14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79" name="Freeform 1507">
                <a:extLst>
                  <a:ext uri="{FF2B5EF4-FFF2-40B4-BE49-F238E27FC236}">
                    <a16:creationId xmlns:a16="http://schemas.microsoft.com/office/drawing/2014/main" id="{CC7B1EE6-137E-4808-AE87-E00BF8884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245"/>
                <a:ext cx="30" cy="19"/>
              </a:xfrm>
              <a:custGeom>
                <a:avLst/>
                <a:gdLst>
                  <a:gd name="T0" fmla="*/ 145 w 12"/>
                  <a:gd name="T1" fmla="*/ 38 h 7"/>
                  <a:gd name="T2" fmla="*/ 20 w 12"/>
                  <a:gd name="T3" fmla="*/ 81 h 7"/>
                  <a:gd name="T4" fmla="*/ 175 w 12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9" y="2"/>
                    </a:moveTo>
                    <a:cubicBezTo>
                      <a:pt x="7" y="1"/>
                      <a:pt x="0" y="0"/>
                      <a:pt x="1" y="4"/>
                    </a:cubicBezTo>
                    <a:cubicBezTo>
                      <a:pt x="2" y="7"/>
                      <a:pt x="12" y="7"/>
                      <a:pt x="1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0" name="Freeform 1508">
                <a:extLst>
                  <a:ext uri="{FF2B5EF4-FFF2-40B4-BE49-F238E27FC236}">
                    <a16:creationId xmlns:a16="http://schemas.microsoft.com/office/drawing/2014/main" id="{6F2DE132-F8B1-4C97-8FE5-0291B9BC2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61"/>
                <a:ext cx="35" cy="24"/>
              </a:xfrm>
              <a:custGeom>
                <a:avLst/>
                <a:gdLst>
                  <a:gd name="T0" fmla="*/ 145 w 14"/>
                  <a:gd name="T1" fmla="*/ 21 h 9"/>
                  <a:gd name="T2" fmla="*/ 50 w 14"/>
                  <a:gd name="T3" fmla="*/ 21 h 9"/>
                  <a:gd name="T4" fmla="*/ 50 w 14"/>
                  <a:gd name="T5" fmla="*/ 115 h 9"/>
                  <a:gd name="T6" fmla="*/ 208 w 14"/>
                  <a:gd name="T7" fmla="*/ 136 h 9"/>
                  <a:gd name="T8" fmla="*/ 145 w 14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9" y="1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0" y="1"/>
                      <a:pt x="1" y="4"/>
                      <a:pt x="3" y="6"/>
                    </a:cubicBezTo>
                    <a:cubicBezTo>
                      <a:pt x="5" y="8"/>
                      <a:pt x="11" y="9"/>
                      <a:pt x="13" y="7"/>
                    </a:cubicBezTo>
                    <a:cubicBezTo>
                      <a:pt x="14" y="5"/>
                      <a:pt x="11" y="1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1" name="Freeform 1509">
                <a:extLst>
                  <a:ext uri="{FF2B5EF4-FFF2-40B4-BE49-F238E27FC236}">
                    <a16:creationId xmlns:a16="http://schemas.microsoft.com/office/drawing/2014/main" id="{806843E4-6E14-43C8-9C2E-B5D7AA828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109"/>
                <a:ext cx="30" cy="27"/>
              </a:xfrm>
              <a:custGeom>
                <a:avLst/>
                <a:gdLst>
                  <a:gd name="T0" fmla="*/ 175 w 12"/>
                  <a:gd name="T1" fmla="*/ 38 h 10"/>
                  <a:gd name="T2" fmla="*/ 33 w 12"/>
                  <a:gd name="T3" fmla="*/ 138 h 10"/>
                  <a:gd name="T4" fmla="*/ 188 w 12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1" y="2"/>
                    </a:moveTo>
                    <a:cubicBezTo>
                      <a:pt x="8" y="0"/>
                      <a:pt x="0" y="4"/>
                      <a:pt x="2" y="7"/>
                    </a:cubicBezTo>
                    <a:cubicBezTo>
                      <a:pt x="3" y="10"/>
                      <a:pt x="12" y="6"/>
                      <a:pt x="1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2" name="Freeform 1510">
                <a:extLst>
                  <a:ext uri="{FF2B5EF4-FFF2-40B4-BE49-F238E27FC236}">
                    <a16:creationId xmlns:a16="http://schemas.microsoft.com/office/drawing/2014/main" id="{018B67CE-B435-493D-986F-7EB9EE66F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107"/>
                <a:ext cx="22" cy="18"/>
              </a:xfrm>
              <a:custGeom>
                <a:avLst/>
                <a:gdLst>
                  <a:gd name="T0" fmla="*/ 132 w 9"/>
                  <a:gd name="T1" fmla="*/ 118 h 7"/>
                  <a:gd name="T2" fmla="*/ 29 w 9"/>
                  <a:gd name="T3" fmla="*/ 0 h 7"/>
                  <a:gd name="T4" fmla="*/ 42 w 9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0" y="5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3" name="Freeform 1511">
                <a:extLst>
                  <a:ext uri="{FF2B5EF4-FFF2-40B4-BE49-F238E27FC236}">
                    <a16:creationId xmlns:a16="http://schemas.microsoft.com/office/drawing/2014/main" id="{5A6C790D-5129-4F9A-85CB-6910FA035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101"/>
                <a:ext cx="30" cy="32"/>
              </a:xfrm>
              <a:custGeom>
                <a:avLst/>
                <a:gdLst>
                  <a:gd name="T0" fmla="*/ 158 w 12"/>
                  <a:gd name="T1" fmla="*/ 115 h 12"/>
                  <a:gd name="T2" fmla="*/ 50 w 12"/>
                  <a:gd name="T3" fmla="*/ 136 h 12"/>
                  <a:gd name="T4" fmla="*/ 175 w 12"/>
                  <a:gd name="T5" fmla="*/ 205 h 12"/>
                  <a:gd name="T6" fmla="*/ 175 w 12"/>
                  <a:gd name="T7" fmla="*/ 14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0" y="6"/>
                    </a:moveTo>
                    <a:cubicBezTo>
                      <a:pt x="8" y="4"/>
                      <a:pt x="0" y="0"/>
                      <a:pt x="3" y="7"/>
                    </a:cubicBezTo>
                    <a:cubicBezTo>
                      <a:pt x="4" y="9"/>
                      <a:pt x="9" y="12"/>
                      <a:pt x="11" y="11"/>
                    </a:cubicBezTo>
                    <a:cubicBezTo>
                      <a:pt x="12" y="10"/>
                      <a:pt x="12" y="8"/>
                      <a:pt x="11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4" name="Freeform 1512">
                <a:extLst>
                  <a:ext uri="{FF2B5EF4-FFF2-40B4-BE49-F238E27FC236}">
                    <a16:creationId xmlns:a16="http://schemas.microsoft.com/office/drawing/2014/main" id="{A8D8B82B-56C6-44D9-9EE2-69A924F8A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131"/>
                <a:ext cx="35" cy="18"/>
              </a:xfrm>
              <a:custGeom>
                <a:avLst/>
                <a:gdLst>
                  <a:gd name="T0" fmla="*/ 188 w 14"/>
                  <a:gd name="T1" fmla="*/ 21 h 7"/>
                  <a:gd name="T2" fmla="*/ 20 w 14"/>
                  <a:gd name="T3" fmla="*/ 67 h 7"/>
                  <a:gd name="T4" fmla="*/ 220 w 14"/>
                  <a:gd name="T5" fmla="*/ 54 h 7"/>
                  <a:gd name="T6" fmla="*/ 208 w 14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2" y="1"/>
                    </a:moveTo>
                    <a:cubicBezTo>
                      <a:pt x="10" y="0"/>
                      <a:pt x="0" y="0"/>
                      <a:pt x="1" y="4"/>
                    </a:cubicBezTo>
                    <a:cubicBezTo>
                      <a:pt x="1" y="7"/>
                      <a:pt x="12" y="6"/>
                      <a:pt x="14" y="3"/>
                    </a:cubicBezTo>
                    <a:cubicBezTo>
                      <a:pt x="13" y="3"/>
                      <a:pt x="13" y="2"/>
                      <a:pt x="1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5" name="Freeform 1513">
                <a:extLst>
                  <a:ext uri="{FF2B5EF4-FFF2-40B4-BE49-F238E27FC236}">
                    <a16:creationId xmlns:a16="http://schemas.microsoft.com/office/drawing/2014/main" id="{CB403568-CBB0-4C35-98DD-E858FEDA2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128"/>
                <a:ext cx="32" cy="24"/>
              </a:xfrm>
              <a:custGeom>
                <a:avLst/>
                <a:gdLst>
                  <a:gd name="T0" fmla="*/ 121 w 13"/>
                  <a:gd name="T1" fmla="*/ 0 h 9"/>
                  <a:gd name="T2" fmla="*/ 103 w 13"/>
                  <a:gd name="T3" fmla="*/ 136 h 9"/>
                  <a:gd name="T4" fmla="*/ 12 w 13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8" y="0"/>
                    </a:moveTo>
                    <a:cubicBezTo>
                      <a:pt x="13" y="0"/>
                      <a:pt x="9" y="6"/>
                      <a:pt x="7" y="7"/>
                    </a:cubicBezTo>
                    <a:cubicBezTo>
                      <a:pt x="5" y="8"/>
                      <a:pt x="0" y="9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6" name="Freeform 1514">
                <a:extLst>
                  <a:ext uri="{FF2B5EF4-FFF2-40B4-BE49-F238E27FC236}">
                    <a16:creationId xmlns:a16="http://schemas.microsoft.com/office/drawing/2014/main" id="{C39CED35-102C-4DD1-A49A-A28B04B3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109"/>
                <a:ext cx="40" cy="27"/>
              </a:xfrm>
              <a:custGeom>
                <a:avLst/>
                <a:gdLst>
                  <a:gd name="T0" fmla="*/ 95 w 16"/>
                  <a:gd name="T1" fmla="*/ 197 h 10"/>
                  <a:gd name="T2" fmla="*/ 145 w 16"/>
                  <a:gd name="T3" fmla="*/ 0 h 10"/>
                  <a:gd name="T4" fmla="*/ 83 w 16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6" y="10"/>
                    </a:moveTo>
                    <a:cubicBezTo>
                      <a:pt x="9" y="9"/>
                      <a:pt x="16" y="0"/>
                      <a:pt x="9" y="0"/>
                    </a:cubicBezTo>
                    <a:cubicBezTo>
                      <a:pt x="5" y="0"/>
                      <a:pt x="0" y="10"/>
                      <a:pt x="5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7" name="Freeform 1515">
                <a:extLst>
                  <a:ext uri="{FF2B5EF4-FFF2-40B4-BE49-F238E27FC236}">
                    <a16:creationId xmlns:a16="http://schemas.microsoft.com/office/drawing/2014/main" id="{9999F9E7-BFE1-4F80-BBB0-5C081F90D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133"/>
                <a:ext cx="35" cy="27"/>
              </a:xfrm>
              <a:custGeom>
                <a:avLst/>
                <a:gdLst>
                  <a:gd name="T0" fmla="*/ 125 w 14"/>
                  <a:gd name="T1" fmla="*/ 22 h 10"/>
                  <a:gd name="T2" fmla="*/ 50 w 14"/>
                  <a:gd name="T3" fmla="*/ 59 h 10"/>
                  <a:gd name="T4" fmla="*/ 83 w 14"/>
                  <a:gd name="T5" fmla="*/ 176 h 10"/>
                  <a:gd name="T6" fmla="*/ 145 w 1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8" y="1"/>
                    </a:moveTo>
                    <a:cubicBezTo>
                      <a:pt x="6" y="2"/>
                      <a:pt x="4" y="2"/>
                      <a:pt x="3" y="3"/>
                    </a:cubicBezTo>
                    <a:cubicBezTo>
                      <a:pt x="0" y="5"/>
                      <a:pt x="2" y="8"/>
                      <a:pt x="5" y="9"/>
                    </a:cubicBezTo>
                    <a:cubicBezTo>
                      <a:pt x="12" y="10"/>
                      <a:pt x="14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8" name="Freeform 1516">
                <a:extLst>
                  <a:ext uri="{FF2B5EF4-FFF2-40B4-BE49-F238E27FC236}">
                    <a16:creationId xmlns:a16="http://schemas.microsoft.com/office/drawing/2014/main" id="{30166208-73F5-4E7A-BBCB-252524B72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147"/>
                <a:ext cx="28" cy="21"/>
              </a:xfrm>
              <a:custGeom>
                <a:avLst/>
                <a:gdLst>
                  <a:gd name="T0" fmla="*/ 130 w 11"/>
                  <a:gd name="T1" fmla="*/ 34 h 8"/>
                  <a:gd name="T2" fmla="*/ 20 w 11"/>
                  <a:gd name="T3" fmla="*/ 76 h 8"/>
                  <a:gd name="T4" fmla="*/ 163 w 11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8" y="2"/>
                    </a:moveTo>
                    <a:cubicBezTo>
                      <a:pt x="6" y="1"/>
                      <a:pt x="0" y="0"/>
                      <a:pt x="1" y="4"/>
                    </a:cubicBezTo>
                    <a:cubicBezTo>
                      <a:pt x="1" y="7"/>
                      <a:pt x="11" y="8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89" name="Freeform 1517">
                <a:extLst>
                  <a:ext uri="{FF2B5EF4-FFF2-40B4-BE49-F238E27FC236}">
                    <a16:creationId xmlns:a16="http://schemas.microsoft.com/office/drawing/2014/main" id="{4CDDE7EB-A5EC-4461-BA2C-42E97C1C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144"/>
                <a:ext cx="25" cy="29"/>
              </a:xfrm>
              <a:custGeom>
                <a:avLst/>
                <a:gdLst>
                  <a:gd name="T0" fmla="*/ 95 w 10"/>
                  <a:gd name="T1" fmla="*/ 21 h 11"/>
                  <a:gd name="T2" fmla="*/ 125 w 10"/>
                  <a:gd name="T3" fmla="*/ 166 h 11"/>
                  <a:gd name="T4" fmla="*/ 0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1"/>
                    </a:moveTo>
                    <a:cubicBezTo>
                      <a:pt x="8" y="2"/>
                      <a:pt x="10" y="8"/>
                      <a:pt x="8" y="9"/>
                    </a:cubicBezTo>
                    <a:cubicBezTo>
                      <a:pt x="4" y="11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0" name="Freeform 1518">
                <a:extLst>
                  <a:ext uri="{FF2B5EF4-FFF2-40B4-BE49-F238E27FC236}">
                    <a16:creationId xmlns:a16="http://schemas.microsoft.com/office/drawing/2014/main" id="{E82A3B77-FCFB-4F54-95C8-E5A2B1C28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163"/>
                <a:ext cx="35" cy="24"/>
              </a:xfrm>
              <a:custGeom>
                <a:avLst/>
                <a:gdLst>
                  <a:gd name="T0" fmla="*/ 125 w 14"/>
                  <a:gd name="T1" fmla="*/ 21 h 9"/>
                  <a:gd name="T2" fmla="*/ 50 w 14"/>
                  <a:gd name="T3" fmla="*/ 21 h 9"/>
                  <a:gd name="T4" fmla="*/ 50 w 14"/>
                  <a:gd name="T5" fmla="*/ 115 h 9"/>
                  <a:gd name="T6" fmla="*/ 188 w 14"/>
                  <a:gd name="T7" fmla="*/ 136 h 9"/>
                  <a:gd name="T8" fmla="*/ 145 w 14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8" y="1"/>
                    </a:moveTo>
                    <a:cubicBezTo>
                      <a:pt x="6" y="1"/>
                      <a:pt x="5" y="0"/>
                      <a:pt x="3" y="1"/>
                    </a:cubicBezTo>
                    <a:cubicBezTo>
                      <a:pt x="0" y="2"/>
                      <a:pt x="0" y="4"/>
                      <a:pt x="3" y="6"/>
                    </a:cubicBezTo>
                    <a:cubicBezTo>
                      <a:pt x="5" y="8"/>
                      <a:pt x="11" y="9"/>
                      <a:pt x="12" y="7"/>
                    </a:cubicBezTo>
                    <a:cubicBezTo>
                      <a:pt x="14" y="5"/>
                      <a:pt x="11" y="1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1" name="Freeform 1519">
                <a:extLst>
                  <a:ext uri="{FF2B5EF4-FFF2-40B4-BE49-F238E27FC236}">
                    <a16:creationId xmlns:a16="http://schemas.microsoft.com/office/drawing/2014/main" id="{7A3F7FE1-B7B5-4366-8FB3-54011F3F5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93"/>
                <a:ext cx="35" cy="22"/>
              </a:xfrm>
              <a:custGeom>
                <a:avLst/>
                <a:gdLst>
                  <a:gd name="T0" fmla="*/ 145 w 14"/>
                  <a:gd name="T1" fmla="*/ 168 h 8"/>
                  <a:gd name="T2" fmla="*/ 208 w 14"/>
                  <a:gd name="T3" fmla="*/ 107 h 8"/>
                  <a:gd name="T4" fmla="*/ 113 w 14"/>
                  <a:gd name="T5" fmla="*/ 0 h 8"/>
                  <a:gd name="T6" fmla="*/ 33 w 14"/>
                  <a:gd name="T7" fmla="*/ 83 h 8"/>
                  <a:gd name="T8" fmla="*/ 113 w 14"/>
                  <a:gd name="T9" fmla="*/ 16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9" y="8"/>
                    </a:moveTo>
                    <a:cubicBezTo>
                      <a:pt x="11" y="7"/>
                      <a:pt x="13" y="6"/>
                      <a:pt x="13" y="5"/>
                    </a:cubicBezTo>
                    <a:cubicBezTo>
                      <a:pt x="14" y="2"/>
                      <a:pt x="9" y="0"/>
                      <a:pt x="7" y="0"/>
                    </a:cubicBezTo>
                    <a:cubicBezTo>
                      <a:pt x="5" y="0"/>
                      <a:pt x="0" y="1"/>
                      <a:pt x="2" y="4"/>
                    </a:cubicBezTo>
                    <a:cubicBezTo>
                      <a:pt x="3" y="6"/>
                      <a:pt x="5" y="7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2" name="Freeform 1520">
                <a:extLst>
                  <a:ext uri="{FF2B5EF4-FFF2-40B4-BE49-F238E27FC236}">
                    <a16:creationId xmlns:a16="http://schemas.microsoft.com/office/drawing/2014/main" id="{A8B3CC50-C361-4E4E-B858-599C6DEE3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077"/>
                <a:ext cx="30" cy="19"/>
              </a:xfrm>
              <a:custGeom>
                <a:avLst/>
                <a:gdLst>
                  <a:gd name="T0" fmla="*/ 63 w 12"/>
                  <a:gd name="T1" fmla="*/ 141 h 7"/>
                  <a:gd name="T2" fmla="*/ 83 w 12"/>
                  <a:gd name="T3" fmla="*/ 0 h 7"/>
                  <a:gd name="T4" fmla="*/ 175 w 12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4" y="7"/>
                    </a:moveTo>
                    <a:cubicBezTo>
                      <a:pt x="0" y="5"/>
                      <a:pt x="0" y="0"/>
                      <a:pt x="5" y="0"/>
                    </a:cubicBezTo>
                    <a:cubicBezTo>
                      <a:pt x="7" y="0"/>
                      <a:pt x="12" y="3"/>
                      <a:pt x="1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3" name="Freeform 1521">
                <a:extLst>
                  <a:ext uri="{FF2B5EF4-FFF2-40B4-BE49-F238E27FC236}">
                    <a16:creationId xmlns:a16="http://schemas.microsoft.com/office/drawing/2014/main" id="{87D722FA-58CC-4B69-8776-538DF464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048"/>
                <a:ext cx="32" cy="29"/>
              </a:xfrm>
              <a:custGeom>
                <a:avLst/>
                <a:gdLst>
                  <a:gd name="T0" fmla="*/ 62 w 13"/>
                  <a:gd name="T1" fmla="*/ 182 h 11"/>
                  <a:gd name="T2" fmla="*/ 103 w 13"/>
                  <a:gd name="T3" fmla="*/ 21 h 11"/>
                  <a:gd name="T4" fmla="*/ 0 w 13"/>
                  <a:gd name="T5" fmla="*/ 111 h 11"/>
                  <a:gd name="T6" fmla="*/ 12 w 13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4" y="10"/>
                    </a:moveTo>
                    <a:cubicBezTo>
                      <a:pt x="8" y="9"/>
                      <a:pt x="13" y="2"/>
                      <a:pt x="7" y="1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8"/>
                      <a:pt x="1" y="11"/>
                      <a:pt x="1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4" name="Freeform 1522">
                <a:extLst>
                  <a:ext uri="{FF2B5EF4-FFF2-40B4-BE49-F238E27FC236}">
                    <a16:creationId xmlns:a16="http://schemas.microsoft.com/office/drawing/2014/main" id="{651BECCE-DB34-4141-9790-CA9166FC9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040"/>
                <a:ext cx="27" cy="16"/>
              </a:xfrm>
              <a:custGeom>
                <a:avLst/>
                <a:gdLst>
                  <a:gd name="T0" fmla="*/ 12 w 11"/>
                  <a:gd name="T1" fmla="*/ 77 h 6"/>
                  <a:gd name="T2" fmla="*/ 150 w 11"/>
                  <a:gd name="T3" fmla="*/ 56 h 6"/>
                  <a:gd name="T4" fmla="*/ 0 w 11"/>
                  <a:gd name="T5" fmla="*/ 56 h 6"/>
                  <a:gd name="T6" fmla="*/ 12 w 11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" y="4"/>
                    </a:moveTo>
                    <a:cubicBezTo>
                      <a:pt x="3" y="5"/>
                      <a:pt x="9" y="6"/>
                      <a:pt x="10" y="3"/>
                    </a:cubicBezTo>
                    <a:cubicBezTo>
                      <a:pt x="11" y="0"/>
                      <a:pt x="1" y="1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5" name="Freeform 1523">
                <a:extLst>
                  <a:ext uri="{FF2B5EF4-FFF2-40B4-BE49-F238E27FC236}">
                    <a16:creationId xmlns:a16="http://schemas.microsoft.com/office/drawing/2014/main" id="{0A1E2715-7692-4E41-9E13-632FC9C3C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019"/>
                <a:ext cx="40" cy="29"/>
              </a:xfrm>
              <a:custGeom>
                <a:avLst/>
                <a:gdLst>
                  <a:gd name="T0" fmla="*/ 113 w 16"/>
                  <a:gd name="T1" fmla="*/ 200 h 11"/>
                  <a:gd name="T2" fmla="*/ 238 w 16"/>
                  <a:gd name="T3" fmla="*/ 90 h 11"/>
                  <a:gd name="T4" fmla="*/ 83 w 16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7" y="11"/>
                    </a:moveTo>
                    <a:cubicBezTo>
                      <a:pt x="9" y="11"/>
                      <a:pt x="16" y="9"/>
                      <a:pt x="15" y="5"/>
                    </a:cubicBezTo>
                    <a:cubicBezTo>
                      <a:pt x="14" y="0"/>
                      <a:pt x="0" y="6"/>
                      <a:pt x="5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6" name="Freeform 1524">
                <a:extLst>
                  <a:ext uri="{FF2B5EF4-FFF2-40B4-BE49-F238E27FC236}">
                    <a16:creationId xmlns:a16="http://schemas.microsoft.com/office/drawing/2014/main" id="{21D17783-0206-4D7F-9E75-8EA385BF6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035"/>
                <a:ext cx="22" cy="40"/>
              </a:xfrm>
              <a:custGeom>
                <a:avLst/>
                <a:gdLst>
                  <a:gd name="T0" fmla="*/ 0 w 9"/>
                  <a:gd name="T1" fmla="*/ 115 h 15"/>
                  <a:gd name="T2" fmla="*/ 132 w 9"/>
                  <a:gd name="T3" fmla="*/ 171 h 15"/>
                  <a:gd name="T4" fmla="*/ 12 w 9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0" y="6"/>
                    </a:moveTo>
                    <a:cubicBezTo>
                      <a:pt x="2" y="8"/>
                      <a:pt x="8" y="15"/>
                      <a:pt x="9" y="9"/>
                    </a:cubicBezTo>
                    <a:cubicBezTo>
                      <a:pt x="9" y="5"/>
                      <a:pt x="2" y="0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7" name="Freeform 1525">
                <a:extLst>
                  <a:ext uri="{FF2B5EF4-FFF2-40B4-BE49-F238E27FC236}">
                    <a16:creationId xmlns:a16="http://schemas.microsoft.com/office/drawing/2014/main" id="{6332A305-5527-4458-B050-9361985D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064"/>
                <a:ext cx="35" cy="24"/>
              </a:xfrm>
              <a:custGeom>
                <a:avLst/>
                <a:gdLst>
                  <a:gd name="T0" fmla="*/ 83 w 14"/>
                  <a:gd name="T1" fmla="*/ 149 h 9"/>
                  <a:gd name="T2" fmla="*/ 158 w 14"/>
                  <a:gd name="T3" fmla="*/ 149 h 9"/>
                  <a:gd name="T4" fmla="*/ 175 w 14"/>
                  <a:gd name="T5" fmla="*/ 56 h 9"/>
                  <a:gd name="T6" fmla="*/ 20 w 14"/>
                  <a:gd name="T7" fmla="*/ 35 h 9"/>
                  <a:gd name="T8" fmla="*/ 83 w 14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5" y="8"/>
                    </a:moveTo>
                    <a:cubicBezTo>
                      <a:pt x="7" y="8"/>
                      <a:pt x="9" y="9"/>
                      <a:pt x="10" y="8"/>
                    </a:cubicBezTo>
                    <a:cubicBezTo>
                      <a:pt x="14" y="7"/>
                      <a:pt x="13" y="5"/>
                      <a:pt x="11" y="3"/>
                    </a:cubicBezTo>
                    <a:cubicBezTo>
                      <a:pt x="9" y="1"/>
                      <a:pt x="3" y="0"/>
                      <a:pt x="1" y="2"/>
                    </a:cubicBezTo>
                    <a:cubicBezTo>
                      <a:pt x="0" y="4"/>
                      <a:pt x="3" y="8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8" name="Freeform 1526">
                <a:extLst>
                  <a:ext uri="{FF2B5EF4-FFF2-40B4-BE49-F238E27FC236}">
                    <a16:creationId xmlns:a16="http://schemas.microsoft.com/office/drawing/2014/main" id="{9766A567-29BE-4038-BF49-71703B2A7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053"/>
                <a:ext cx="30" cy="19"/>
              </a:xfrm>
              <a:custGeom>
                <a:avLst/>
                <a:gdLst>
                  <a:gd name="T0" fmla="*/ 20 w 12"/>
                  <a:gd name="T1" fmla="*/ 60 h 7"/>
                  <a:gd name="T2" fmla="*/ 158 w 12"/>
                  <a:gd name="T3" fmla="*/ 103 h 7"/>
                  <a:gd name="T4" fmla="*/ 0 w 12"/>
                  <a:gd name="T5" fmla="*/ 22 h 7"/>
                  <a:gd name="T6" fmla="*/ 20 w 12"/>
                  <a:gd name="T7" fmla="*/ 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" y="3"/>
                    </a:moveTo>
                    <a:cubicBezTo>
                      <a:pt x="3" y="4"/>
                      <a:pt x="8" y="7"/>
                      <a:pt x="10" y="5"/>
                    </a:cubicBezTo>
                    <a:cubicBezTo>
                      <a:pt x="12" y="2"/>
                      <a:pt x="2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99" name="Freeform 1527">
                <a:extLst>
                  <a:ext uri="{FF2B5EF4-FFF2-40B4-BE49-F238E27FC236}">
                    <a16:creationId xmlns:a16="http://schemas.microsoft.com/office/drawing/2014/main" id="{8D1DA9FD-D3AA-44D6-AD37-6C71E4B86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056"/>
                <a:ext cx="20" cy="43"/>
              </a:xfrm>
              <a:custGeom>
                <a:avLst/>
                <a:gdLst>
                  <a:gd name="T0" fmla="*/ 0 w 8"/>
                  <a:gd name="T1" fmla="*/ 94 h 16"/>
                  <a:gd name="T2" fmla="*/ 113 w 8"/>
                  <a:gd name="T3" fmla="*/ 218 h 16"/>
                  <a:gd name="T4" fmla="*/ 20 w 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0" y="5"/>
                    </a:moveTo>
                    <a:cubicBezTo>
                      <a:pt x="0" y="7"/>
                      <a:pt x="4" y="16"/>
                      <a:pt x="7" y="11"/>
                    </a:cubicBezTo>
                    <a:cubicBezTo>
                      <a:pt x="8" y="8"/>
                      <a:pt x="4" y="0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0" name="Freeform 1528">
                <a:extLst>
                  <a:ext uri="{FF2B5EF4-FFF2-40B4-BE49-F238E27FC236}">
                    <a16:creationId xmlns:a16="http://schemas.microsoft.com/office/drawing/2014/main" id="{5D87ACE2-BF8B-45EC-8D89-A4B020D70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053"/>
                <a:ext cx="33" cy="16"/>
              </a:xfrm>
              <a:custGeom>
                <a:avLst/>
                <a:gdLst>
                  <a:gd name="T0" fmla="*/ 51 w 13"/>
                  <a:gd name="T1" fmla="*/ 93 h 6"/>
                  <a:gd name="T2" fmla="*/ 147 w 13"/>
                  <a:gd name="T3" fmla="*/ 35 h 6"/>
                  <a:gd name="T4" fmla="*/ 33 w 13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3" y="5"/>
                    </a:moveTo>
                    <a:cubicBezTo>
                      <a:pt x="6" y="6"/>
                      <a:pt x="13" y="6"/>
                      <a:pt x="9" y="2"/>
                    </a:cubicBezTo>
                    <a:cubicBezTo>
                      <a:pt x="7" y="0"/>
                      <a:pt x="0" y="2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1" name="Freeform 1529">
                <a:extLst>
                  <a:ext uri="{FF2B5EF4-FFF2-40B4-BE49-F238E27FC236}">
                    <a16:creationId xmlns:a16="http://schemas.microsoft.com/office/drawing/2014/main" id="{331E6830-6BED-4A85-B4EF-1AA5127C0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269"/>
                <a:ext cx="35" cy="22"/>
              </a:xfrm>
              <a:custGeom>
                <a:avLst/>
                <a:gdLst>
                  <a:gd name="T0" fmla="*/ 83 w 14"/>
                  <a:gd name="T1" fmla="*/ 168 h 8"/>
                  <a:gd name="T2" fmla="*/ 158 w 14"/>
                  <a:gd name="T3" fmla="*/ 168 h 8"/>
                  <a:gd name="T4" fmla="*/ 175 w 14"/>
                  <a:gd name="T5" fmla="*/ 61 h 8"/>
                  <a:gd name="T6" fmla="*/ 20 w 14"/>
                  <a:gd name="T7" fmla="*/ 47 h 8"/>
                  <a:gd name="T8" fmla="*/ 83 w 14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5" y="8"/>
                    </a:moveTo>
                    <a:cubicBezTo>
                      <a:pt x="7" y="8"/>
                      <a:pt x="9" y="8"/>
                      <a:pt x="10" y="8"/>
                    </a:cubicBezTo>
                    <a:cubicBezTo>
                      <a:pt x="14" y="7"/>
                      <a:pt x="13" y="4"/>
                      <a:pt x="11" y="3"/>
                    </a:cubicBezTo>
                    <a:cubicBezTo>
                      <a:pt x="9" y="1"/>
                      <a:pt x="3" y="0"/>
                      <a:pt x="1" y="2"/>
                    </a:cubicBezTo>
                    <a:cubicBezTo>
                      <a:pt x="0" y="4"/>
                      <a:pt x="3" y="8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2" name="Freeform 1530">
                <a:extLst>
                  <a:ext uri="{FF2B5EF4-FFF2-40B4-BE49-F238E27FC236}">
                    <a16:creationId xmlns:a16="http://schemas.microsoft.com/office/drawing/2014/main" id="{1432769F-6AE1-47E7-A548-DED8DDD75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253"/>
                <a:ext cx="35" cy="30"/>
              </a:xfrm>
              <a:custGeom>
                <a:avLst/>
                <a:gdLst>
                  <a:gd name="T0" fmla="*/ 50 w 14"/>
                  <a:gd name="T1" fmla="*/ 202 h 11"/>
                  <a:gd name="T2" fmla="*/ 145 w 14"/>
                  <a:gd name="T3" fmla="*/ 38 h 11"/>
                  <a:gd name="T4" fmla="*/ 20 w 14"/>
                  <a:gd name="T5" fmla="*/ 104 h 11"/>
                  <a:gd name="T6" fmla="*/ 0 w 14"/>
                  <a:gd name="T7" fmla="*/ 20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3" y="10"/>
                    </a:moveTo>
                    <a:cubicBezTo>
                      <a:pt x="7" y="11"/>
                      <a:pt x="14" y="6"/>
                      <a:pt x="9" y="2"/>
                    </a:cubicBezTo>
                    <a:cubicBezTo>
                      <a:pt x="7" y="0"/>
                      <a:pt x="2" y="2"/>
                      <a:pt x="1" y="5"/>
                    </a:cubicBezTo>
                    <a:cubicBezTo>
                      <a:pt x="0" y="6"/>
                      <a:pt x="0" y="10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3" name="Freeform 1531">
                <a:extLst>
                  <a:ext uri="{FF2B5EF4-FFF2-40B4-BE49-F238E27FC236}">
                    <a16:creationId xmlns:a16="http://schemas.microsoft.com/office/drawing/2014/main" id="{7CFA901A-D8E8-4634-9BBC-70D8AEF03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59"/>
                <a:ext cx="30" cy="18"/>
              </a:xfrm>
              <a:custGeom>
                <a:avLst/>
                <a:gdLst>
                  <a:gd name="T0" fmla="*/ 20 w 12"/>
                  <a:gd name="T1" fmla="*/ 54 h 7"/>
                  <a:gd name="T2" fmla="*/ 158 w 12"/>
                  <a:gd name="T3" fmla="*/ 85 h 7"/>
                  <a:gd name="T4" fmla="*/ 0 w 12"/>
                  <a:gd name="T5" fmla="*/ 21 h 7"/>
                  <a:gd name="T6" fmla="*/ 20 w 12"/>
                  <a:gd name="T7" fmla="*/ 5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" y="3"/>
                    </a:moveTo>
                    <a:cubicBezTo>
                      <a:pt x="3" y="4"/>
                      <a:pt x="8" y="7"/>
                      <a:pt x="10" y="5"/>
                    </a:cubicBezTo>
                    <a:cubicBezTo>
                      <a:pt x="12" y="2"/>
                      <a:pt x="2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4" name="Freeform 1532">
                <a:extLst>
                  <a:ext uri="{FF2B5EF4-FFF2-40B4-BE49-F238E27FC236}">
                    <a16:creationId xmlns:a16="http://schemas.microsoft.com/office/drawing/2014/main" id="{66A720B0-67E5-47CF-A075-C8E199954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35"/>
                <a:ext cx="35" cy="26"/>
              </a:xfrm>
              <a:custGeom>
                <a:avLst/>
                <a:gdLst>
                  <a:gd name="T0" fmla="*/ 63 w 14"/>
                  <a:gd name="T1" fmla="*/ 143 h 10"/>
                  <a:gd name="T2" fmla="*/ 220 w 14"/>
                  <a:gd name="T3" fmla="*/ 109 h 10"/>
                  <a:gd name="T4" fmla="*/ 33 w 14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4" y="8"/>
                    </a:moveTo>
                    <a:cubicBezTo>
                      <a:pt x="6" y="9"/>
                      <a:pt x="13" y="10"/>
                      <a:pt x="14" y="6"/>
                    </a:cubicBezTo>
                    <a:cubicBezTo>
                      <a:pt x="14" y="0"/>
                      <a:pt x="0" y="1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5" name="Freeform 1533">
                <a:extLst>
                  <a:ext uri="{FF2B5EF4-FFF2-40B4-BE49-F238E27FC236}">
                    <a16:creationId xmlns:a16="http://schemas.microsoft.com/office/drawing/2014/main" id="{2E01BC16-D982-4BEC-B14A-D398F36D6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237"/>
                <a:ext cx="22" cy="40"/>
              </a:xfrm>
              <a:custGeom>
                <a:avLst/>
                <a:gdLst>
                  <a:gd name="T0" fmla="*/ 0 w 9"/>
                  <a:gd name="T1" fmla="*/ 115 h 15"/>
                  <a:gd name="T2" fmla="*/ 103 w 9"/>
                  <a:gd name="T3" fmla="*/ 149 h 15"/>
                  <a:gd name="T4" fmla="*/ 12 w 9"/>
                  <a:gd name="T5" fmla="*/ 21 h 15"/>
                  <a:gd name="T6" fmla="*/ 0 w 9"/>
                  <a:gd name="T7" fmla="*/ 7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0" y="6"/>
                    </a:moveTo>
                    <a:cubicBezTo>
                      <a:pt x="1" y="9"/>
                      <a:pt x="9" y="15"/>
                      <a:pt x="7" y="8"/>
                    </a:cubicBezTo>
                    <a:cubicBezTo>
                      <a:pt x="6" y="6"/>
                      <a:pt x="4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6" name="Freeform 1534">
                <a:extLst>
                  <a:ext uri="{FF2B5EF4-FFF2-40B4-BE49-F238E27FC236}">
                    <a16:creationId xmlns:a16="http://schemas.microsoft.com/office/drawing/2014/main" id="{5465CAEB-A422-4AC4-843A-4FD4C3FB4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261"/>
                <a:ext cx="20" cy="43"/>
              </a:xfrm>
              <a:custGeom>
                <a:avLst/>
                <a:gdLst>
                  <a:gd name="T0" fmla="*/ 0 w 8"/>
                  <a:gd name="T1" fmla="*/ 94 h 16"/>
                  <a:gd name="T2" fmla="*/ 113 w 8"/>
                  <a:gd name="T3" fmla="*/ 196 h 16"/>
                  <a:gd name="T4" fmla="*/ 20 w 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0" y="5"/>
                    </a:moveTo>
                    <a:cubicBezTo>
                      <a:pt x="0" y="7"/>
                      <a:pt x="4" y="16"/>
                      <a:pt x="7" y="10"/>
                    </a:cubicBezTo>
                    <a:cubicBezTo>
                      <a:pt x="8" y="8"/>
                      <a:pt x="4" y="0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7" name="Freeform 1535">
                <a:extLst>
                  <a:ext uri="{FF2B5EF4-FFF2-40B4-BE49-F238E27FC236}">
                    <a16:creationId xmlns:a16="http://schemas.microsoft.com/office/drawing/2014/main" id="{97136B7B-339E-4A54-A362-2CB5B8A9C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59"/>
                <a:ext cx="32" cy="16"/>
              </a:xfrm>
              <a:custGeom>
                <a:avLst/>
                <a:gdLst>
                  <a:gd name="T0" fmla="*/ 42 w 13"/>
                  <a:gd name="T1" fmla="*/ 93 h 6"/>
                  <a:gd name="T2" fmla="*/ 133 w 13"/>
                  <a:gd name="T3" fmla="*/ 35 h 6"/>
                  <a:gd name="T4" fmla="*/ 30 w 13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3" y="5"/>
                    </a:moveTo>
                    <a:cubicBezTo>
                      <a:pt x="6" y="6"/>
                      <a:pt x="13" y="6"/>
                      <a:pt x="9" y="2"/>
                    </a:cubicBezTo>
                    <a:cubicBezTo>
                      <a:pt x="7" y="0"/>
                      <a:pt x="0" y="2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8" name="Freeform 1536">
                <a:extLst>
                  <a:ext uri="{FF2B5EF4-FFF2-40B4-BE49-F238E27FC236}">
                    <a16:creationId xmlns:a16="http://schemas.microsoft.com/office/drawing/2014/main" id="{7224A882-91F9-4B63-92F6-4213D0EC6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072"/>
                <a:ext cx="30" cy="19"/>
              </a:xfrm>
              <a:custGeom>
                <a:avLst/>
                <a:gdLst>
                  <a:gd name="T0" fmla="*/ 0 w 12"/>
                  <a:gd name="T1" fmla="*/ 117 h 7"/>
                  <a:gd name="T2" fmla="*/ 158 w 12"/>
                  <a:gd name="T3" fmla="*/ 60 h 7"/>
                  <a:gd name="T4" fmla="*/ 0 w 12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2" y="7"/>
                      <a:pt x="12" y="6"/>
                      <a:pt x="10" y="3"/>
                    </a:cubicBezTo>
                    <a:cubicBezTo>
                      <a:pt x="9" y="0"/>
                      <a:pt x="1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09" name="Freeform 1537">
                <a:extLst>
                  <a:ext uri="{FF2B5EF4-FFF2-40B4-BE49-F238E27FC236}">
                    <a16:creationId xmlns:a16="http://schemas.microsoft.com/office/drawing/2014/main" id="{4C05FA9D-147B-4ABA-97C7-A933F767C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083"/>
                <a:ext cx="12" cy="24"/>
              </a:xfrm>
              <a:custGeom>
                <a:avLst/>
                <a:gdLst>
                  <a:gd name="T0" fmla="*/ 0 w 5"/>
                  <a:gd name="T1" fmla="*/ 136 h 9"/>
                  <a:gd name="T2" fmla="*/ 29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7"/>
                    </a:moveTo>
                    <a:cubicBezTo>
                      <a:pt x="5" y="9"/>
                      <a:pt x="3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0" name="Freeform 1538">
                <a:extLst>
                  <a:ext uri="{FF2B5EF4-FFF2-40B4-BE49-F238E27FC236}">
                    <a16:creationId xmlns:a16="http://schemas.microsoft.com/office/drawing/2014/main" id="{E7E8AA12-5C0C-4715-BA64-AAD353B97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088"/>
                <a:ext cx="23" cy="32"/>
              </a:xfrm>
              <a:custGeom>
                <a:avLst/>
                <a:gdLst>
                  <a:gd name="T0" fmla="*/ 0 w 9"/>
                  <a:gd name="T1" fmla="*/ 56 h 12"/>
                  <a:gd name="T2" fmla="*/ 130 w 9"/>
                  <a:gd name="T3" fmla="*/ 136 h 12"/>
                  <a:gd name="T4" fmla="*/ 84 w 9"/>
                  <a:gd name="T5" fmla="*/ 0 h 12"/>
                  <a:gd name="T6" fmla="*/ 0 w 9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3"/>
                    </a:moveTo>
                    <a:cubicBezTo>
                      <a:pt x="1" y="6"/>
                      <a:pt x="6" y="12"/>
                      <a:pt x="8" y="7"/>
                    </a:cubicBezTo>
                    <a:cubicBezTo>
                      <a:pt x="9" y="5"/>
                      <a:pt x="7" y="1"/>
                      <a:pt x="5" y="0"/>
                    </a:cubicBez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1" name="Freeform 1539">
                <a:extLst>
                  <a:ext uri="{FF2B5EF4-FFF2-40B4-BE49-F238E27FC236}">
                    <a16:creationId xmlns:a16="http://schemas.microsoft.com/office/drawing/2014/main" id="{C9B7ED4C-3C3E-46E0-89B1-BC865D3D7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197"/>
                <a:ext cx="32" cy="32"/>
              </a:xfrm>
              <a:custGeom>
                <a:avLst/>
                <a:gdLst>
                  <a:gd name="T0" fmla="*/ 12 w 13"/>
                  <a:gd name="T1" fmla="*/ 136 h 12"/>
                  <a:gd name="T2" fmla="*/ 153 w 13"/>
                  <a:gd name="T3" fmla="*/ 171 h 12"/>
                  <a:gd name="T4" fmla="*/ 0 w 13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" y="7"/>
                    </a:moveTo>
                    <a:cubicBezTo>
                      <a:pt x="3" y="9"/>
                      <a:pt x="9" y="12"/>
                      <a:pt x="10" y="9"/>
                    </a:cubicBezTo>
                    <a:cubicBezTo>
                      <a:pt x="13" y="4"/>
                      <a:pt x="0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2" name="Freeform 1540">
                <a:extLst>
                  <a:ext uri="{FF2B5EF4-FFF2-40B4-BE49-F238E27FC236}">
                    <a16:creationId xmlns:a16="http://schemas.microsoft.com/office/drawing/2014/main" id="{8AE4A51E-E5E6-4130-815A-B339AC084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173"/>
                <a:ext cx="23" cy="40"/>
              </a:xfrm>
              <a:custGeom>
                <a:avLst/>
                <a:gdLst>
                  <a:gd name="T0" fmla="*/ 0 w 9"/>
                  <a:gd name="T1" fmla="*/ 35 h 15"/>
                  <a:gd name="T2" fmla="*/ 130 w 9"/>
                  <a:gd name="T3" fmla="*/ 136 h 15"/>
                  <a:gd name="T4" fmla="*/ 51 w 9"/>
                  <a:gd name="T5" fmla="*/ 0 h 15"/>
                  <a:gd name="T6" fmla="*/ 20 w 9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0" y="2"/>
                    </a:moveTo>
                    <a:cubicBezTo>
                      <a:pt x="0" y="7"/>
                      <a:pt x="9" y="15"/>
                      <a:pt x="8" y="7"/>
                    </a:cubicBezTo>
                    <a:cubicBezTo>
                      <a:pt x="8" y="5"/>
                      <a:pt x="6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3" name="Freeform 1541">
                <a:extLst>
                  <a:ext uri="{FF2B5EF4-FFF2-40B4-BE49-F238E27FC236}">
                    <a16:creationId xmlns:a16="http://schemas.microsoft.com/office/drawing/2014/main" id="{916E9F93-9ACB-430A-80E8-57136F828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168"/>
                <a:ext cx="28" cy="21"/>
              </a:xfrm>
              <a:custGeom>
                <a:avLst/>
                <a:gdLst>
                  <a:gd name="T0" fmla="*/ 0 w 11"/>
                  <a:gd name="T1" fmla="*/ 123 h 8"/>
                  <a:gd name="T2" fmla="*/ 150 w 11"/>
                  <a:gd name="T3" fmla="*/ 76 h 8"/>
                  <a:gd name="T4" fmla="*/ 0 w 11"/>
                  <a:gd name="T5" fmla="*/ 55 h 8"/>
                  <a:gd name="T6" fmla="*/ 20 w 11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2" y="8"/>
                      <a:pt x="11" y="7"/>
                      <a:pt x="9" y="4"/>
                    </a:cubicBezTo>
                    <a:cubicBezTo>
                      <a:pt x="8" y="0"/>
                      <a:pt x="2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4" name="Freeform 1542">
                <a:extLst>
                  <a:ext uri="{FF2B5EF4-FFF2-40B4-BE49-F238E27FC236}">
                    <a16:creationId xmlns:a16="http://schemas.microsoft.com/office/drawing/2014/main" id="{BCE2836B-E39C-467C-A35A-50ED6BAB3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128"/>
                <a:ext cx="30" cy="27"/>
              </a:xfrm>
              <a:custGeom>
                <a:avLst/>
                <a:gdLst>
                  <a:gd name="T0" fmla="*/ 0 w 12"/>
                  <a:gd name="T1" fmla="*/ 138 h 10"/>
                  <a:gd name="T2" fmla="*/ 145 w 12"/>
                  <a:gd name="T3" fmla="*/ 59 h 10"/>
                  <a:gd name="T4" fmla="*/ 0 w 12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2" y="10"/>
                      <a:pt x="12" y="8"/>
                      <a:pt x="9" y="3"/>
                    </a:cubicBezTo>
                    <a:cubicBezTo>
                      <a:pt x="7" y="0"/>
                      <a:pt x="2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5" name="Freeform 1543">
                <a:extLst>
                  <a:ext uri="{FF2B5EF4-FFF2-40B4-BE49-F238E27FC236}">
                    <a16:creationId xmlns:a16="http://schemas.microsoft.com/office/drawing/2014/main" id="{1DD93144-15BB-4EDA-A3C2-2D509FDB4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01"/>
                <a:ext cx="28" cy="40"/>
              </a:xfrm>
              <a:custGeom>
                <a:avLst/>
                <a:gdLst>
                  <a:gd name="T0" fmla="*/ 0 w 11"/>
                  <a:gd name="T1" fmla="*/ 56 h 15"/>
                  <a:gd name="T2" fmla="*/ 130 w 11"/>
                  <a:gd name="T3" fmla="*/ 192 h 15"/>
                  <a:gd name="T4" fmla="*/ 20 w 11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3"/>
                    </a:moveTo>
                    <a:cubicBezTo>
                      <a:pt x="1" y="7"/>
                      <a:pt x="4" y="15"/>
                      <a:pt x="8" y="10"/>
                    </a:cubicBezTo>
                    <a:cubicBezTo>
                      <a:pt x="11" y="6"/>
                      <a:pt x="5" y="0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6" name="Freeform 1544">
                <a:extLst>
                  <a:ext uri="{FF2B5EF4-FFF2-40B4-BE49-F238E27FC236}">
                    <a16:creationId xmlns:a16="http://schemas.microsoft.com/office/drawing/2014/main" id="{87AAF375-DA6B-4517-AA4E-05A96CD1C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181"/>
                <a:ext cx="37" cy="27"/>
              </a:xfrm>
              <a:custGeom>
                <a:avLst/>
                <a:gdLst>
                  <a:gd name="T0" fmla="*/ 42 w 15"/>
                  <a:gd name="T1" fmla="*/ 38 h 10"/>
                  <a:gd name="T2" fmla="*/ 195 w 15"/>
                  <a:gd name="T3" fmla="*/ 103 h 10"/>
                  <a:gd name="T4" fmla="*/ 42 w 15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3" y="2"/>
                    </a:moveTo>
                    <a:cubicBezTo>
                      <a:pt x="0" y="7"/>
                      <a:pt x="12" y="10"/>
                      <a:pt x="13" y="5"/>
                    </a:cubicBezTo>
                    <a:cubicBezTo>
                      <a:pt x="15" y="0"/>
                      <a:pt x="6" y="2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7" name="Freeform 1545">
                <a:extLst>
                  <a:ext uri="{FF2B5EF4-FFF2-40B4-BE49-F238E27FC236}">
                    <a16:creationId xmlns:a16="http://schemas.microsoft.com/office/drawing/2014/main" id="{4D80B53A-1F00-4F17-A98A-50F81B00D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171"/>
                <a:ext cx="30" cy="16"/>
              </a:xfrm>
              <a:custGeom>
                <a:avLst/>
                <a:gdLst>
                  <a:gd name="T0" fmla="*/ 83 w 12"/>
                  <a:gd name="T1" fmla="*/ 93 h 6"/>
                  <a:gd name="T2" fmla="*/ 158 w 12"/>
                  <a:gd name="T3" fmla="*/ 56 h 6"/>
                  <a:gd name="T4" fmla="*/ 113 w 12"/>
                  <a:gd name="T5" fmla="*/ 0 h 6"/>
                  <a:gd name="T6" fmla="*/ 0 w 12"/>
                  <a:gd name="T7" fmla="*/ 56 h 6"/>
                  <a:gd name="T8" fmla="*/ 83 w 12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5" y="5"/>
                    </a:moveTo>
                    <a:cubicBezTo>
                      <a:pt x="7" y="4"/>
                      <a:pt x="9" y="4"/>
                      <a:pt x="10" y="3"/>
                    </a:cubicBezTo>
                    <a:cubicBezTo>
                      <a:pt x="12" y="0"/>
                      <a:pt x="9" y="0"/>
                      <a:pt x="7" y="0"/>
                    </a:cubicBezTo>
                    <a:cubicBezTo>
                      <a:pt x="5" y="0"/>
                      <a:pt x="1" y="0"/>
                      <a:pt x="0" y="3"/>
                    </a:cubicBezTo>
                    <a:cubicBezTo>
                      <a:pt x="0" y="6"/>
                      <a:pt x="4" y="6"/>
                      <a:pt x="5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8" name="Freeform 1546">
                <a:extLst>
                  <a:ext uri="{FF2B5EF4-FFF2-40B4-BE49-F238E27FC236}">
                    <a16:creationId xmlns:a16="http://schemas.microsoft.com/office/drawing/2014/main" id="{D8EC1E47-F512-4CF8-929B-5433CA11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47"/>
                <a:ext cx="25" cy="26"/>
              </a:xfrm>
              <a:custGeom>
                <a:avLst/>
                <a:gdLst>
                  <a:gd name="T0" fmla="*/ 83 w 10"/>
                  <a:gd name="T1" fmla="*/ 177 h 10"/>
                  <a:gd name="T2" fmla="*/ 50 w 10"/>
                  <a:gd name="T3" fmla="*/ 55 h 10"/>
                  <a:gd name="T4" fmla="*/ 158 w 10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5" y="10"/>
                    </a:moveTo>
                    <a:cubicBezTo>
                      <a:pt x="3" y="9"/>
                      <a:pt x="0" y="5"/>
                      <a:pt x="3" y="3"/>
                    </a:cubicBezTo>
                    <a:cubicBezTo>
                      <a:pt x="6" y="0"/>
                      <a:pt x="9" y="6"/>
                      <a:pt x="10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19" name="Freeform 1547">
                <a:extLst>
                  <a:ext uri="{FF2B5EF4-FFF2-40B4-BE49-F238E27FC236}">
                    <a16:creationId xmlns:a16="http://schemas.microsoft.com/office/drawing/2014/main" id="{8CB2537B-B068-4441-B97C-9C1AF76EC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149"/>
                <a:ext cx="13" cy="16"/>
              </a:xfrm>
              <a:custGeom>
                <a:avLst/>
                <a:gdLst>
                  <a:gd name="T0" fmla="*/ 0 w 5"/>
                  <a:gd name="T1" fmla="*/ 93 h 6"/>
                  <a:gd name="T2" fmla="*/ 34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3" y="6"/>
                      <a:pt x="5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0" name="Freeform 1548">
                <a:extLst>
                  <a:ext uri="{FF2B5EF4-FFF2-40B4-BE49-F238E27FC236}">
                    <a16:creationId xmlns:a16="http://schemas.microsoft.com/office/drawing/2014/main" id="{94953E13-42BC-4B07-9BD2-523312D00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87"/>
                <a:ext cx="23" cy="26"/>
              </a:xfrm>
              <a:custGeom>
                <a:avLst/>
                <a:gdLst>
                  <a:gd name="T0" fmla="*/ 0 w 9"/>
                  <a:gd name="T1" fmla="*/ 88 h 10"/>
                  <a:gd name="T2" fmla="*/ 151 w 9"/>
                  <a:gd name="T3" fmla="*/ 109 h 10"/>
                  <a:gd name="T4" fmla="*/ 51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2" y="7"/>
                      <a:pt x="8" y="10"/>
                      <a:pt x="9" y="6"/>
                    </a:cubicBezTo>
                    <a:cubicBezTo>
                      <a:pt x="9" y="3"/>
                      <a:pt x="5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1" name="Freeform 1549">
                <a:extLst>
                  <a:ext uri="{FF2B5EF4-FFF2-40B4-BE49-F238E27FC236}">
                    <a16:creationId xmlns:a16="http://schemas.microsoft.com/office/drawing/2014/main" id="{197ABB68-0179-4E68-B071-8B5970C2D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216"/>
                <a:ext cx="30" cy="27"/>
              </a:xfrm>
              <a:custGeom>
                <a:avLst/>
                <a:gdLst>
                  <a:gd name="T0" fmla="*/ 50 w 12"/>
                  <a:gd name="T1" fmla="*/ 197 h 10"/>
                  <a:gd name="T2" fmla="*/ 125 w 12"/>
                  <a:gd name="T3" fmla="*/ 22 h 10"/>
                  <a:gd name="T4" fmla="*/ 20 w 12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3" y="10"/>
                    </a:moveTo>
                    <a:cubicBezTo>
                      <a:pt x="6" y="10"/>
                      <a:pt x="12" y="2"/>
                      <a:pt x="8" y="1"/>
                    </a:cubicBezTo>
                    <a:cubicBezTo>
                      <a:pt x="5" y="0"/>
                      <a:pt x="0" y="7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2" name="Freeform 1550">
                <a:extLst>
                  <a:ext uri="{FF2B5EF4-FFF2-40B4-BE49-F238E27FC236}">
                    <a16:creationId xmlns:a16="http://schemas.microsoft.com/office/drawing/2014/main" id="{A0C87ED8-9373-46A1-B789-53C978044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208"/>
                <a:ext cx="15" cy="21"/>
              </a:xfrm>
              <a:custGeom>
                <a:avLst/>
                <a:gdLst>
                  <a:gd name="T0" fmla="*/ 83 w 6"/>
                  <a:gd name="T1" fmla="*/ 110 h 8"/>
                  <a:gd name="T2" fmla="*/ 20 w 6"/>
                  <a:gd name="T3" fmla="*/ 76 h 8"/>
                  <a:gd name="T4" fmla="*/ 50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5" y="6"/>
                    </a:moveTo>
                    <a:cubicBezTo>
                      <a:pt x="6" y="4"/>
                      <a:pt x="1" y="0"/>
                      <a:pt x="1" y="4"/>
                    </a:cubicBezTo>
                    <a:cubicBezTo>
                      <a:pt x="0" y="6"/>
                      <a:pt x="2" y="7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3" name="Freeform 1551">
                <a:extLst>
                  <a:ext uri="{FF2B5EF4-FFF2-40B4-BE49-F238E27FC236}">
                    <a16:creationId xmlns:a16="http://schemas.microsoft.com/office/drawing/2014/main" id="{077DD199-1E68-487C-B26B-6EA520144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184"/>
                <a:ext cx="25" cy="35"/>
              </a:xfrm>
              <a:custGeom>
                <a:avLst/>
                <a:gdLst>
                  <a:gd name="T0" fmla="*/ 0 w 10"/>
                  <a:gd name="T1" fmla="*/ 35 h 13"/>
                  <a:gd name="T2" fmla="*/ 125 w 10"/>
                  <a:gd name="T3" fmla="*/ 175 h 13"/>
                  <a:gd name="T4" fmla="*/ 83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2"/>
                    </a:moveTo>
                    <a:cubicBezTo>
                      <a:pt x="1" y="4"/>
                      <a:pt x="4" y="13"/>
                      <a:pt x="8" y="9"/>
                    </a:cubicBezTo>
                    <a:cubicBezTo>
                      <a:pt x="10" y="7"/>
                      <a:pt x="7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4" name="Freeform 1552">
                <a:extLst>
                  <a:ext uri="{FF2B5EF4-FFF2-40B4-BE49-F238E27FC236}">
                    <a16:creationId xmlns:a16="http://schemas.microsoft.com/office/drawing/2014/main" id="{4396713E-E33D-4D3C-9C88-E642A8C5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187"/>
                <a:ext cx="30" cy="16"/>
              </a:xfrm>
              <a:custGeom>
                <a:avLst/>
                <a:gdLst>
                  <a:gd name="T0" fmla="*/ 20 w 12"/>
                  <a:gd name="T1" fmla="*/ 93 h 6"/>
                  <a:gd name="T2" fmla="*/ 145 w 12"/>
                  <a:gd name="T3" fmla="*/ 35 h 6"/>
                  <a:gd name="T4" fmla="*/ 0 w 12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1" y="5"/>
                    </a:moveTo>
                    <a:cubicBezTo>
                      <a:pt x="3" y="6"/>
                      <a:pt x="12" y="6"/>
                      <a:pt x="9" y="2"/>
                    </a:cubicBezTo>
                    <a:cubicBezTo>
                      <a:pt x="8" y="0"/>
                      <a:pt x="3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5" name="Freeform 1553">
                <a:extLst>
                  <a:ext uri="{FF2B5EF4-FFF2-40B4-BE49-F238E27FC236}">
                    <a16:creationId xmlns:a16="http://schemas.microsoft.com/office/drawing/2014/main" id="{3AA6AB0E-8B80-4094-9A42-77AD34BDF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179"/>
                <a:ext cx="25" cy="37"/>
              </a:xfrm>
              <a:custGeom>
                <a:avLst/>
                <a:gdLst>
                  <a:gd name="T0" fmla="*/ 20 w 10"/>
                  <a:gd name="T1" fmla="*/ 77 h 14"/>
                  <a:gd name="T2" fmla="*/ 145 w 10"/>
                  <a:gd name="T3" fmla="*/ 167 h 14"/>
                  <a:gd name="T4" fmla="*/ 0 w 10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1" y="4"/>
                    </a:moveTo>
                    <a:cubicBezTo>
                      <a:pt x="2" y="6"/>
                      <a:pt x="7" y="14"/>
                      <a:pt x="9" y="9"/>
                    </a:cubicBezTo>
                    <a:cubicBezTo>
                      <a:pt x="10" y="5"/>
                      <a:pt x="2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6" name="Freeform 1554">
                <a:extLst>
                  <a:ext uri="{FF2B5EF4-FFF2-40B4-BE49-F238E27FC236}">
                    <a16:creationId xmlns:a16="http://schemas.microsoft.com/office/drawing/2014/main" id="{A08B8455-4FEF-4A36-973C-EED931F05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200"/>
                <a:ext cx="35" cy="19"/>
              </a:xfrm>
              <a:custGeom>
                <a:avLst/>
                <a:gdLst>
                  <a:gd name="T0" fmla="*/ 188 w 14"/>
                  <a:gd name="T1" fmla="*/ 22 h 7"/>
                  <a:gd name="T2" fmla="*/ 20 w 14"/>
                  <a:gd name="T3" fmla="*/ 81 h 7"/>
                  <a:gd name="T4" fmla="*/ 220 w 14"/>
                  <a:gd name="T5" fmla="*/ 60 h 7"/>
                  <a:gd name="T6" fmla="*/ 208 w 14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2" y="1"/>
                    </a:moveTo>
                    <a:cubicBezTo>
                      <a:pt x="10" y="0"/>
                      <a:pt x="0" y="0"/>
                      <a:pt x="1" y="4"/>
                    </a:cubicBezTo>
                    <a:cubicBezTo>
                      <a:pt x="2" y="7"/>
                      <a:pt x="12" y="6"/>
                      <a:pt x="14" y="3"/>
                    </a:cubicBezTo>
                    <a:cubicBezTo>
                      <a:pt x="13" y="3"/>
                      <a:pt x="13" y="2"/>
                      <a:pt x="1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7" name="Freeform 1555">
                <a:extLst>
                  <a:ext uri="{FF2B5EF4-FFF2-40B4-BE49-F238E27FC236}">
                    <a16:creationId xmlns:a16="http://schemas.microsoft.com/office/drawing/2014/main" id="{30E57D17-79DD-44F4-A743-463D55DD1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16"/>
                <a:ext cx="27" cy="21"/>
              </a:xfrm>
              <a:custGeom>
                <a:avLst/>
                <a:gdLst>
                  <a:gd name="T0" fmla="*/ 133 w 11"/>
                  <a:gd name="T1" fmla="*/ 34 h 8"/>
                  <a:gd name="T2" fmla="*/ 12 w 11"/>
                  <a:gd name="T3" fmla="*/ 76 h 8"/>
                  <a:gd name="T4" fmla="*/ 150 w 11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9" y="2"/>
                    </a:moveTo>
                    <a:cubicBezTo>
                      <a:pt x="6" y="1"/>
                      <a:pt x="0" y="0"/>
                      <a:pt x="1" y="4"/>
                    </a:cubicBezTo>
                    <a:cubicBezTo>
                      <a:pt x="1" y="7"/>
                      <a:pt x="11" y="8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8" name="Freeform 1556">
                <a:extLst>
                  <a:ext uri="{FF2B5EF4-FFF2-40B4-BE49-F238E27FC236}">
                    <a16:creationId xmlns:a16="http://schemas.microsoft.com/office/drawing/2014/main" id="{55DCEF4E-1259-4695-BDBA-80708DE1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213"/>
                <a:ext cx="25" cy="27"/>
              </a:xfrm>
              <a:custGeom>
                <a:avLst/>
                <a:gdLst>
                  <a:gd name="T0" fmla="*/ 95 w 10"/>
                  <a:gd name="T1" fmla="*/ 22 h 10"/>
                  <a:gd name="T2" fmla="*/ 125 w 10"/>
                  <a:gd name="T3" fmla="*/ 176 h 10"/>
                  <a:gd name="T4" fmla="*/ 0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1"/>
                    </a:moveTo>
                    <a:cubicBezTo>
                      <a:pt x="8" y="2"/>
                      <a:pt x="10" y="8"/>
                      <a:pt x="8" y="9"/>
                    </a:cubicBezTo>
                    <a:cubicBezTo>
                      <a:pt x="5" y="10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29" name="Freeform 1557">
                <a:extLst>
                  <a:ext uri="{FF2B5EF4-FFF2-40B4-BE49-F238E27FC236}">
                    <a16:creationId xmlns:a16="http://schemas.microsoft.com/office/drawing/2014/main" id="{8E281F5A-D934-431A-B36E-8E4432F72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32"/>
                <a:ext cx="35" cy="24"/>
              </a:xfrm>
              <a:custGeom>
                <a:avLst/>
                <a:gdLst>
                  <a:gd name="T0" fmla="*/ 125 w 14"/>
                  <a:gd name="T1" fmla="*/ 21 h 9"/>
                  <a:gd name="T2" fmla="*/ 50 w 14"/>
                  <a:gd name="T3" fmla="*/ 21 h 9"/>
                  <a:gd name="T4" fmla="*/ 50 w 14"/>
                  <a:gd name="T5" fmla="*/ 115 h 9"/>
                  <a:gd name="T6" fmla="*/ 188 w 14"/>
                  <a:gd name="T7" fmla="*/ 136 h 9"/>
                  <a:gd name="T8" fmla="*/ 145 w 14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8" y="1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0" y="2"/>
                      <a:pt x="0" y="4"/>
                      <a:pt x="3" y="6"/>
                    </a:cubicBezTo>
                    <a:cubicBezTo>
                      <a:pt x="5" y="8"/>
                      <a:pt x="11" y="9"/>
                      <a:pt x="12" y="7"/>
                    </a:cubicBezTo>
                    <a:cubicBezTo>
                      <a:pt x="14" y="5"/>
                      <a:pt x="11" y="1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0" name="Line 1558">
                <a:extLst>
                  <a:ext uri="{FF2B5EF4-FFF2-40B4-BE49-F238E27FC236}">
                    <a16:creationId xmlns:a16="http://schemas.microsoft.com/office/drawing/2014/main" id="{72F89495-FD20-4958-869A-82A9B4384A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66" y="2248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D0D1D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1" name="Freeform 1559">
                <a:extLst>
                  <a:ext uri="{FF2B5EF4-FFF2-40B4-BE49-F238E27FC236}">
                    <a16:creationId xmlns:a16="http://schemas.microsoft.com/office/drawing/2014/main" id="{09E2247E-84BE-4B2A-A611-DF67AA5CB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237"/>
                <a:ext cx="27" cy="22"/>
              </a:xfrm>
              <a:custGeom>
                <a:avLst/>
                <a:gdLst>
                  <a:gd name="T0" fmla="*/ 0 w 11"/>
                  <a:gd name="T1" fmla="*/ 143 h 8"/>
                  <a:gd name="T2" fmla="*/ 133 w 11"/>
                  <a:gd name="T3" fmla="*/ 83 h 8"/>
                  <a:gd name="T4" fmla="*/ 0 w 11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2" y="8"/>
                      <a:pt x="11" y="7"/>
                      <a:pt x="9" y="4"/>
                    </a:cubicBezTo>
                    <a:cubicBezTo>
                      <a:pt x="8" y="0"/>
                      <a:pt x="2" y="3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2" name="Freeform 1560">
                <a:extLst>
                  <a:ext uri="{FF2B5EF4-FFF2-40B4-BE49-F238E27FC236}">
                    <a16:creationId xmlns:a16="http://schemas.microsoft.com/office/drawing/2014/main" id="{B3F6861A-39C1-4518-8AA9-A1F36F8F4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237"/>
                <a:ext cx="30" cy="19"/>
              </a:xfrm>
              <a:custGeom>
                <a:avLst/>
                <a:gdLst>
                  <a:gd name="T0" fmla="*/ 83 w 12"/>
                  <a:gd name="T1" fmla="*/ 117 h 7"/>
                  <a:gd name="T2" fmla="*/ 158 w 12"/>
                  <a:gd name="T3" fmla="*/ 81 h 7"/>
                  <a:gd name="T4" fmla="*/ 113 w 12"/>
                  <a:gd name="T5" fmla="*/ 22 h 7"/>
                  <a:gd name="T6" fmla="*/ 0 w 12"/>
                  <a:gd name="T7" fmla="*/ 81 h 7"/>
                  <a:gd name="T8" fmla="*/ 83 w 12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5" y="6"/>
                    </a:moveTo>
                    <a:cubicBezTo>
                      <a:pt x="7" y="5"/>
                      <a:pt x="9" y="5"/>
                      <a:pt x="10" y="4"/>
                    </a:cubicBezTo>
                    <a:cubicBezTo>
                      <a:pt x="12" y="1"/>
                      <a:pt x="9" y="0"/>
                      <a:pt x="7" y="1"/>
                    </a:cubicBezTo>
                    <a:cubicBezTo>
                      <a:pt x="5" y="1"/>
                      <a:pt x="1" y="1"/>
                      <a:pt x="0" y="4"/>
                    </a:cubicBezTo>
                    <a:cubicBezTo>
                      <a:pt x="0" y="7"/>
                      <a:pt x="4" y="7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3" name="Freeform 1561">
                <a:extLst>
                  <a:ext uri="{FF2B5EF4-FFF2-40B4-BE49-F238E27FC236}">
                    <a16:creationId xmlns:a16="http://schemas.microsoft.com/office/drawing/2014/main" id="{07F14A60-C228-420E-9FF5-D6AFA8294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216"/>
                <a:ext cx="25" cy="27"/>
              </a:xfrm>
              <a:custGeom>
                <a:avLst/>
                <a:gdLst>
                  <a:gd name="T0" fmla="*/ 83 w 10"/>
                  <a:gd name="T1" fmla="*/ 197 h 10"/>
                  <a:gd name="T2" fmla="*/ 50 w 10"/>
                  <a:gd name="T3" fmla="*/ 59 h 10"/>
                  <a:gd name="T4" fmla="*/ 158 w 10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5" y="10"/>
                    </a:moveTo>
                    <a:cubicBezTo>
                      <a:pt x="3" y="9"/>
                      <a:pt x="0" y="5"/>
                      <a:pt x="3" y="3"/>
                    </a:cubicBezTo>
                    <a:cubicBezTo>
                      <a:pt x="6" y="0"/>
                      <a:pt x="9" y="6"/>
                      <a:pt x="10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4" name="Freeform 1562">
                <a:extLst>
                  <a:ext uri="{FF2B5EF4-FFF2-40B4-BE49-F238E27FC236}">
                    <a16:creationId xmlns:a16="http://schemas.microsoft.com/office/drawing/2014/main" id="{61BC61EA-905E-48EB-A35C-1AC76F906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219"/>
                <a:ext cx="12" cy="16"/>
              </a:xfrm>
              <a:custGeom>
                <a:avLst/>
                <a:gdLst>
                  <a:gd name="T0" fmla="*/ 0 w 5"/>
                  <a:gd name="T1" fmla="*/ 93 h 6"/>
                  <a:gd name="T2" fmla="*/ 29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3" y="6"/>
                      <a:pt x="5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5" name="Freeform 1563">
                <a:extLst>
                  <a:ext uri="{FF2B5EF4-FFF2-40B4-BE49-F238E27FC236}">
                    <a16:creationId xmlns:a16="http://schemas.microsoft.com/office/drawing/2014/main" id="{481CAEE9-DE82-425C-BF19-4D831EDDD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253"/>
                <a:ext cx="25" cy="35"/>
              </a:xfrm>
              <a:custGeom>
                <a:avLst/>
                <a:gdLst>
                  <a:gd name="T0" fmla="*/ 0 w 10"/>
                  <a:gd name="T1" fmla="*/ 35 h 13"/>
                  <a:gd name="T2" fmla="*/ 125 w 10"/>
                  <a:gd name="T3" fmla="*/ 175 h 13"/>
                  <a:gd name="T4" fmla="*/ 83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2"/>
                    </a:moveTo>
                    <a:cubicBezTo>
                      <a:pt x="1" y="4"/>
                      <a:pt x="4" y="13"/>
                      <a:pt x="8" y="9"/>
                    </a:cubicBezTo>
                    <a:cubicBezTo>
                      <a:pt x="10" y="7"/>
                      <a:pt x="7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6" name="Freeform 1564">
                <a:extLst>
                  <a:ext uri="{FF2B5EF4-FFF2-40B4-BE49-F238E27FC236}">
                    <a16:creationId xmlns:a16="http://schemas.microsoft.com/office/drawing/2014/main" id="{2DE76EF1-7059-4E81-9B71-67AE1354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256"/>
                <a:ext cx="28" cy="16"/>
              </a:xfrm>
              <a:custGeom>
                <a:avLst/>
                <a:gdLst>
                  <a:gd name="T0" fmla="*/ 0 w 11"/>
                  <a:gd name="T1" fmla="*/ 93 h 6"/>
                  <a:gd name="T2" fmla="*/ 130 w 11"/>
                  <a:gd name="T3" fmla="*/ 35 h 6"/>
                  <a:gd name="T4" fmla="*/ 0 w 11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5"/>
                    </a:moveTo>
                    <a:cubicBezTo>
                      <a:pt x="2" y="6"/>
                      <a:pt x="11" y="6"/>
                      <a:pt x="8" y="2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7" name="Freeform 1565">
                <a:extLst>
                  <a:ext uri="{FF2B5EF4-FFF2-40B4-BE49-F238E27FC236}">
                    <a16:creationId xmlns:a16="http://schemas.microsoft.com/office/drawing/2014/main" id="{BCE506D7-5D4A-4FA5-94D2-7FDBDDC57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48"/>
                <a:ext cx="25" cy="37"/>
              </a:xfrm>
              <a:custGeom>
                <a:avLst/>
                <a:gdLst>
                  <a:gd name="T0" fmla="*/ 20 w 10"/>
                  <a:gd name="T1" fmla="*/ 77 h 14"/>
                  <a:gd name="T2" fmla="*/ 145 w 10"/>
                  <a:gd name="T3" fmla="*/ 167 h 14"/>
                  <a:gd name="T4" fmla="*/ 0 w 10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1" y="4"/>
                    </a:moveTo>
                    <a:cubicBezTo>
                      <a:pt x="2" y="6"/>
                      <a:pt x="7" y="14"/>
                      <a:pt x="9" y="9"/>
                    </a:cubicBezTo>
                    <a:cubicBezTo>
                      <a:pt x="10" y="5"/>
                      <a:pt x="2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8" name="Freeform 1566">
                <a:extLst>
                  <a:ext uri="{FF2B5EF4-FFF2-40B4-BE49-F238E27FC236}">
                    <a16:creationId xmlns:a16="http://schemas.microsoft.com/office/drawing/2014/main" id="{40C7D05C-A33C-40E4-86A4-51C91B3A7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85"/>
                <a:ext cx="32" cy="19"/>
              </a:xfrm>
              <a:custGeom>
                <a:avLst/>
                <a:gdLst>
                  <a:gd name="T0" fmla="*/ 162 w 13"/>
                  <a:gd name="T1" fmla="*/ 22 h 7"/>
                  <a:gd name="T2" fmla="*/ 0 w 13"/>
                  <a:gd name="T3" fmla="*/ 81 h 7"/>
                  <a:gd name="T4" fmla="*/ 194 w 13"/>
                  <a:gd name="T5" fmla="*/ 60 h 7"/>
                  <a:gd name="T6" fmla="*/ 182 w 13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1" y="1"/>
                    </a:moveTo>
                    <a:cubicBezTo>
                      <a:pt x="10" y="0"/>
                      <a:pt x="0" y="0"/>
                      <a:pt x="0" y="4"/>
                    </a:cubicBezTo>
                    <a:cubicBezTo>
                      <a:pt x="1" y="7"/>
                      <a:pt x="12" y="6"/>
                      <a:pt x="13" y="3"/>
                    </a:cubicBezTo>
                    <a:cubicBezTo>
                      <a:pt x="13" y="2"/>
                      <a:pt x="13" y="1"/>
                      <a:pt x="1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39" name="Freeform 1567">
                <a:extLst>
                  <a:ext uri="{FF2B5EF4-FFF2-40B4-BE49-F238E27FC236}">
                    <a16:creationId xmlns:a16="http://schemas.microsoft.com/office/drawing/2014/main" id="{7FF73A97-3D50-489C-B950-C401C7B9E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099"/>
                <a:ext cx="25" cy="26"/>
              </a:xfrm>
              <a:custGeom>
                <a:avLst/>
                <a:gdLst>
                  <a:gd name="T0" fmla="*/ 95 w 10"/>
                  <a:gd name="T1" fmla="*/ 21 h 10"/>
                  <a:gd name="T2" fmla="*/ 113 w 10"/>
                  <a:gd name="T3" fmla="*/ 156 h 10"/>
                  <a:gd name="T4" fmla="*/ 0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1"/>
                    </a:moveTo>
                    <a:cubicBezTo>
                      <a:pt x="8" y="2"/>
                      <a:pt x="10" y="8"/>
                      <a:pt x="7" y="9"/>
                    </a:cubicBezTo>
                    <a:cubicBezTo>
                      <a:pt x="4" y="10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0" name="Freeform 1568">
                <a:extLst>
                  <a:ext uri="{FF2B5EF4-FFF2-40B4-BE49-F238E27FC236}">
                    <a16:creationId xmlns:a16="http://schemas.microsoft.com/office/drawing/2014/main" id="{FD067BA1-A40C-4D52-A906-B14854A42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123"/>
                <a:ext cx="27" cy="18"/>
              </a:xfrm>
              <a:custGeom>
                <a:avLst/>
                <a:gdLst>
                  <a:gd name="T0" fmla="*/ 71 w 11"/>
                  <a:gd name="T1" fmla="*/ 85 h 7"/>
                  <a:gd name="T2" fmla="*/ 150 w 11"/>
                  <a:gd name="T3" fmla="*/ 54 h 7"/>
                  <a:gd name="T4" fmla="*/ 103 w 11"/>
                  <a:gd name="T5" fmla="*/ 0 h 7"/>
                  <a:gd name="T6" fmla="*/ 0 w 11"/>
                  <a:gd name="T7" fmla="*/ 67 h 7"/>
                  <a:gd name="T8" fmla="*/ 71 w 11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5" y="5"/>
                    </a:moveTo>
                    <a:cubicBezTo>
                      <a:pt x="6" y="5"/>
                      <a:pt x="9" y="5"/>
                      <a:pt x="10" y="3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0" y="1"/>
                      <a:pt x="0" y="4"/>
                    </a:cubicBezTo>
                    <a:cubicBezTo>
                      <a:pt x="0" y="6"/>
                      <a:pt x="3" y="7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1" name="Freeform 1569">
                <a:extLst>
                  <a:ext uri="{FF2B5EF4-FFF2-40B4-BE49-F238E27FC236}">
                    <a16:creationId xmlns:a16="http://schemas.microsoft.com/office/drawing/2014/main" id="{5E622128-3D77-4108-9C76-485C50611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101"/>
                <a:ext cx="23" cy="27"/>
              </a:xfrm>
              <a:custGeom>
                <a:avLst/>
                <a:gdLst>
                  <a:gd name="T0" fmla="*/ 84 w 9"/>
                  <a:gd name="T1" fmla="*/ 197 h 10"/>
                  <a:gd name="T2" fmla="*/ 33 w 9"/>
                  <a:gd name="T3" fmla="*/ 59 h 10"/>
                  <a:gd name="T4" fmla="*/ 151 w 9"/>
                  <a:gd name="T5" fmla="*/ 1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10"/>
                    </a:moveTo>
                    <a:cubicBezTo>
                      <a:pt x="2" y="9"/>
                      <a:pt x="0" y="5"/>
                      <a:pt x="2" y="3"/>
                    </a:cubicBezTo>
                    <a:cubicBezTo>
                      <a:pt x="6" y="0"/>
                      <a:pt x="8" y="6"/>
                      <a:pt x="9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2" name="Freeform 1570">
                <a:extLst>
                  <a:ext uri="{FF2B5EF4-FFF2-40B4-BE49-F238E27FC236}">
                    <a16:creationId xmlns:a16="http://schemas.microsoft.com/office/drawing/2014/main" id="{FC67E7EE-0027-442C-B18C-33514B17E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04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2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3" y="5"/>
                      <a:pt x="4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3" name="Freeform 1571">
                <a:extLst>
                  <a:ext uri="{FF2B5EF4-FFF2-40B4-BE49-F238E27FC236}">
                    <a16:creationId xmlns:a16="http://schemas.microsoft.com/office/drawing/2014/main" id="{5030E625-53CB-4570-9143-D847360A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136"/>
                <a:ext cx="25" cy="35"/>
              </a:xfrm>
              <a:custGeom>
                <a:avLst/>
                <a:gdLst>
                  <a:gd name="T0" fmla="*/ 0 w 10"/>
                  <a:gd name="T1" fmla="*/ 59 h 13"/>
                  <a:gd name="T2" fmla="*/ 125 w 10"/>
                  <a:gd name="T3" fmla="*/ 197 h 13"/>
                  <a:gd name="T4" fmla="*/ 83 w 10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3"/>
                    </a:moveTo>
                    <a:cubicBezTo>
                      <a:pt x="2" y="5"/>
                      <a:pt x="4" y="13"/>
                      <a:pt x="8" y="10"/>
                    </a:cubicBezTo>
                    <a:cubicBezTo>
                      <a:pt x="10" y="8"/>
                      <a:pt x="7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4" name="Freeform 1572">
                <a:extLst>
                  <a:ext uri="{FF2B5EF4-FFF2-40B4-BE49-F238E27FC236}">
                    <a16:creationId xmlns:a16="http://schemas.microsoft.com/office/drawing/2014/main" id="{F7584B0B-1A5E-462A-826F-3DC0629AF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141"/>
                <a:ext cx="30" cy="16"/>
              </a:xfrm>
              <a:custGeom>
                <a:avLst/>
                <a:gdLst>
                  <a:gd name="T0" fmla="*/ 20 w 12"/>
                  <a:gd name="T1" fmla="*/ 93 h 6"/>
                  <a:gd name="T2" fmla="*/ 145 w 12"/>
                  <a:gd name="T3" fmla="*/ 35 h 6"/>
                  <a:gd name="T4" fmla="*/ 0 w 12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1" y="5"/>
                    </a:moveTo>
                    <a:cubicBezTo>
                      <a:pt x="3" y="6"/>
                      <a:pt x="12" y="6"/>
                      <a:pt x="9" y="2"/>
                    </a:cubicBezTo>
                    <a:cubicBezTo>
                      <a:pt x="7" y="0"/>
                      <a:pt x="2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5" name="Freeform 1573">
                <a:extLst>
                  <a:ext uri="{FF2B5EF4-FFF2-40B4-BE49-F238E27FC236}">
                    <a16:creationId xmlns:a16="http://schemas.microsoft.com/office/drawing/2014/main" id="{CE06B8D9-E61E-4DC8-BBCC-4EE4E475C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035"/>
                <a:ext cx="30" cy="24"/>
              </a:xfrm>
              <a:custGeom>
                <a:avLst/>
                <a:gdLst>
                  <a:gd name="T0" fmla="*/ 95 w 12"/>
                  <a:gd name="T1" fmla="*/ 171 h 9"/>
                  <a:gd name="T2" fmla="*/ 33 w 12"/>
                  <a:gd name="T3" fmla="*/ 35 h 9"/>
                  <a:gd name="T4" fmla="*/ 188 w 12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6" y="9"/>
                    </a:moveTo>
                    <a:cubicBezTo>
                      <a:pt x="4" y="9"/>
                      <a:pt x="0" y="4"/>
                      <a:pt x="2" y="2"/>
                    </a:cubicBezTo>
                    <a:cubicBezTo>
                      <a:pt x="4" y="0"/>
                      <a:pt x="11" y="7"/>
                      <a:pt x="1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6" name="Freeform 1574">
                <a:extLst>
                  <a:ext uri="{FF2B5EF4-FFF2-40B4-BE49-F238E27FC236}">
                    <a16:creationId xmlns:a16="http://schemas.microsoft.com/office/drawing/2014/main" id="{F2FE39A6-61F1-4643-A6B4-B26BA97EA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328"/>
                <a:ext cx="30" cy="24"/>
              </a:xfrm>
              <a:custGeom>
                <a:avLst/>
                <a:gdLst>
                  <a:gd name="T0" fmla="*/ 113 w 12"/>
                  <a:gd name="T1" fmla="*/ 171 h 9"/>
                  <a:gd name="T2" fmla="*/ 33 w 12"/>
                  <a:gd name="T3" fmla="*/ 35 h 9"/>
                  <a:gd name="T4" fmla="*/ 188 w 12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7" y="9"/>
                    </a:moveTo>
                    <a:cubicBezTo>
                      <a:pt x="4" y="9"/>
                      <a:pt x="0" y="4"/>
                      <a:pt x="2" y="2"/>
                    </a:cubicBezTo>
                    <a:cubicBezTo>
                      <a:pt x="4" y="0"/>
                      <a:pt x="11" y="7"/>
                      <a:pt x="1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7" name="Freeform 1575">
                <a:extLst>
                  <a:ext uri="{FF2B5EF4-FFF2-40B4-BE49-F238E27FC236}">
                    <a16:creationId xmlns:a16="http://schemas.microsoft.com/office/drawing/2014/main" id="{F56649FE-7E7F-441F-9D3F-461CFDB2F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331"/>
                <a:ext cx="35" cy="24"/>
              </a:xfrm>
              <a:custGeom>
                <a:avLst/>
                <a:gdLst>
                  <a:gd name="T0" fmla="*/ 113 w 14"/>
                  <a:gd name="T1" fmla="*/ 149 h 9"/>
                  <a:gd name="T2" fmla="*/ 188 w 14"/>
                  <a:gd name="T3" fmla="*/ 115 h 9"/>
                  <a:gd name="T4" fmla="*/ 158 w 14"/>
                  <a:gd name="T5" fmla="*/ 21 h 9"/>
                  <a:gd name="T6" fmla="*/ 20 w 14"/>
                  <a:gd name="T7" fmla="*/ 77 h 9"/>
                  <a:gd name="T8" fmla="*/ 95 w 14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7" y="8"/>
                    </a:moveTo>
                    <a:cubicBezTo>
                      <a:pt x="8" y="7"/>
                      <a:pt x="10" y="7"/>
                      <a:pt x="12" y="6"/>
                    </a:cubicBezTo>
                    <a:cubicBezTo>
                      <a:pt x="14" y="4"/>
                      <a:pt x="13" y="2"/>
                      <a:pt x="10" y="1"/>
                    </a:cubicBezTo>
                    <a:cubicBezTo>
                      <a:pt x="7" y="0"/>
                      <a:pt x="1" y="1"/>
                      <a:pt x="1" y="4"/>
                    </a:cubicBezTo>
                    <a:cubicBezTo>
                      <a:pt x="0" y="6"/>
                      <a:pt x="4" y="9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8" name="Freeform 1576">
                <a:extLst>
                  <a:ext uri="{FF2B5EF4-FFF2-40B4-BE49-F238E27FC236}">
                    <a16:creationId xmlns:a16="http://schemas.microsoft.com/office/drawing/2014/main" id="{D207A773-173B-455C-B390-E1FD8F748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296"/>
                <a:ext cx="35" cy="24"/>
              </a:xfrm>
              <a:custGeom>
                <a:avLst/>
                <a:gdLst>
                  <a:gd name="T0" fmla="*/ 145 w 14"/>
                  <a:gd name="T1" fmla="*/ 21 h 9"/>
                  <a:gd name="T2" fmla="*/ 63 w 14"/>
                  <a:gd name="T3" fmla="*/ 21 h 9"/>
                  <a:gd name="T4" fmla="*/ 50 w 14"/>
                  <a:gd name="T5" fmla="*/ 115 h 9"/>
                  <a:gd name="T6" fmla="*/ 208 w 14"/>
                  <a:gd name="T7" fmla="*/ 136 h 9"/>
                  <a:gd name="T8" fmla="*/ 145 w 14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9" y="1"/>
                    </a:moveTo>
                    <a:cubicBezTo>
                      <a:pt x="7" y="1"/>
                      <a:pt x="5" y="0"/>
                      <a:pt x="4" y="1"/>
                    </a:cubicBezTo>
                    <a:cubicBezTo>
                      <a:pt x="0" y="1"/>
                      <a:pt x="1" y="4"/>
                      <a:pt x="3" y="6"/>
                    </a:cubicBezTo>
                    <a:cubicBezTo>
                      <a:pt x="5" y="8"/>
                      <a:pt x="11" y="9"/>
                      <a:pt x="13" y="7"/>
                    </a:cubicBezTo>
                    <a:cubicBezTo>
                      <a:pt x="14" y="5"/>
                      <a:pt x="11" y="1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49" name="Freeform 1577">
                <a:extLst>
                  <a:ext uri="{FF2B5EF4-FFF2-40B4-BE49-F238E27FC236}">
                    <a16:creationId xmlns:a16="http://schemas.microsoft.com/office/drawing/2014/main" id="{5F1867B1-7D42-428B-836C-6E28BB94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301"/>
                <a:ext cx="25" cy="22"/>
              </a:xfrm>
              <a:custGeom>
                <a:avLst/>
                <a:gdLst>
                  <a:gd name="T0" fmla="*/ 0 w 10"/>
                  <a:gd name="T1" fmla="*/ 129 h 8"/>
                  <a:gd name="T2" fmla="*/ 145 w 10"/>
                  <a:gd name="T3" fmla="*/ 83 h 8"/>
                  <a:gd name="T4" fmla="*/ 0 w 10"/>
                  <a:gd name="T5" fmla="*/ 61 h 8"/>
                  <a:gd name="T6" fmla="*/ 0 w 10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6"/>
                    </a:moveTo>
                    <a:cubicBezTo>
                      <a:pt x="2" y="8"/>
                      <a:pt x="10" y="7"/>
                      <a:pt x="9" y="4"/>
                    </a:cubicBezTo>
                    <a:cubicBezTo>
                      <a:pt x="8" y="0"/>
                      <a:pt x="2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0" name="Freeform 1578">
                <a:extLst>
                  <a:ext uri="{FF2B5EF4-FFF2-40B4-BE49-F238E27FC236}">
                    <a16:creationId xmlns:a16="http://schemas.microsoft.com/office/drawing/2014/main" id="{F666BE15-C02B-4E6F-A783-57DBA2DD1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301"/>
                <a:ext cx="28" cy="19"/>
              </a:xfrm>
              <a:custGeom>
                <a:avLst/>
                <a:gdLst>
                  <a:gd name="T0" fmla="*/ 84 w 11"/>
                  <a:gd name="T1" fmla="*/ 117 h 7"/>
                  <a:gd name="T2" fmla="*/ 163 w 11"/>
                  <a:gd name="T3" fmla="*/ 81 h 7"/>
                  <a:gd name="T4" fmla="*/ 117 w 11"/>
                  <a:gd name="T5" fmla="*/ 0 h 7"/>
                  <a:gd name="T6" fmla="*/ 0 w 11"/>
                  <a:gd name="T7" fmla="*/ 81 h 7"/>
                  <a:gd name="T8" fmla="*/ 84 w 11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5" y="6"/>
                    </a:moveTo>
                    <a:cubicBezTo>
                      <a:pt x="6" y="5"/>
                      <a:pt x="9" y="5"/>
                      <a:pt x="10" y="4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0" y="1"/>
                      <a:pt x="0" y="4"/>
                    </a:cubicBezTo>
                    <a:cubicBezTo>
                      <a:pt x="0" y="7"/>
                      <a:pt x="3" y="7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1" name="Freeform 1579">
                <a:extLst>
                  <a:ext uri="{FF2B5EF4-FFF2-40B4-BE49-F238E27FC236}">
                    <a16:creationId xmlns:a16="http://schemas.microsoft.com/office/drawing/2014/main" id="{6F1FC478-C39C-44B0-A01D-679BAA260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280"/>
                <a:ext cx="23" cy="27"/>
              </a:xfrm>
              <a:custGeom>
                <a:avLst/>
                <a:gdLst>
                  <a:gd name="T0" fmla="*/ 84 w 9"/>
                  <a:gd name="T1" fmla="*/ 197 h 10"/>
                  <a:gd name="T2" fmla="*/ 33 w 9"/>
                  <a:gd name="T3" fmla="*/ 59 h 10"/>
                  <a:gd name="T4" fmla="*/ 151 w 9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10"/>
                    </a:moveTo>
                    <a:cubicBezTo>
                      <a:pt x="2" y="9"/>
                      <a:pt x="0" y="5"/>
                      <a:pt x="2" y="3"/>
                    </a:cubicBezTo>
                    <a:cubicBezTo>
                      <a:pt x="6" y="0"/>
                      <a:pt x="8" y="6"/>
                      <a:pt x="9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2" name="Freeform 1580">
                <a:extLst>
                  <a:ext uri="{FF2B5EF4-FFF2-40B4-BE49-F238E27FC236}">
                    <a16:creationId xmlns:a16="http://schemas.microsoft.com/office/drawing/2014/main" id="{AEA2184B-29AD-4309-AF33-C2196DDB3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315"/>
                <a:ext cx="25" cy="37"/>
              </a:xfrm>
              <a:custGeom>
                <a:avLst/>
                <a:gdLst>
                  <a:gd name="T0" fmla="*/ 0 w 10"/>
                  <a:gd name="T1" fmla="*/ 56 h 14"/>
                  <a:gd name="T2" fmla="*/ 125 w 10"/>
                  <a:gd name="T3" fmla="*/ 182 h 14"/>
                  <a:gd name="T4" fmla="*/ 83 w 10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3"/>
                    </a:moveTo>
                    <a:cubicBezTo>
                      <a:pt x="1" y="5"/>
                      <a:pt x="4" y="14"/>
                      <a:pt x="8" y="10"/>
                    </a:cubicBezTo>
                    <a:cubicBezTo>
                      <a:pt x="10" y="8"/>
                      <a:pt x="7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3" name="Freeform 1581">
                <a:extLst>
                  <a:ext uri="{FF2B5EF4-FFF2-40B4-BE49-F238E27FC236}">
                    <a16:creationId xmlns:a16="http://schemas.microsoft.com/office/drawing/2014/main" id="{E7F109FB-53F1-48A7-A479-169DE692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320"/>
                <a:ext cx="30" cy="16"/>
              </a:xfrm>
              <a:custGeom>
                <a:avLst/>
                <a:gdLst>
                  <a:gd name="T0" fmla="*/ 20 w 12"/>
                  <a:gd name="T1" fmla="*/ 93 h 6"/>
                  <a:gd name="T2" fmla="*/ 145 w 12"/>
                  <a:gd name="T3" fmla="*/ 35 h 6"/>
                  <a:gd name="T4" fmla="*/ 0 w 12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1" y="5"/>
                    </a:moveTo>
                    <a:cubicBezTo>
                      <a:pt x="3" y="6"/>
                      <a:pt x="12" y="6"/>
                      <a:pt x="9" y="2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4" name="Freeform 1582">
                <a:extLst>
                  <a:ext uri="{FF2B5EF4-FFF2-40B4-BE49-F238E27FC236}">
                    <a16:creationId xmlns:a16="http://schemas.microsoft.com/office/drawing/2014/main" id="{4935899B-27B3-405C-9D3F-1FD9E73F7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312"/>
                <a:ext cx="25" cy="35"/>
              </a:xfrm>
              <a:custGeom>
                <a:avLst/>
                <a:gdLst>
                  <a:gd name="T0" fmla="*/ 0 w 10"/>
                  <a:gd name="T1" fmla="*/ 81 h 13"/>
                  <a:gd name="T2" fmla="*/ 125 w 10"/>
                  <a:gd name="T3" fmla="*/ 175 h 13"/>
                  <a:gd name="T4" fmla="*/ 0 w 10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4"/>
                    </a:moveTo>
                    <a:cubicBezTo>
                      <a:pt x="2" y="6"/>
                      <a:pt x="7" y="13"/>
                      <a:pt x="8" y="9"/>
                    </a:cubicBezTo>
                    <a:cubicBezTo>
                      <a:pt x="10" y="5"/>
                      <a:pt x="2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5" name="Freeform 1583">
                <a:extLst>
                  <a:ext uri="{FF2B5EF4-FFF2-40B4-BE49-F238E27FC236}">
                    <a16:creationId xmlns:a16="http://schemas.microsoft.com/office/drawing/2014/main" id="{13F17A67-B367-4061-AEFA-4A92AD270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07"/>
                <a:ext cx="23" cy="8"/>
              </a:xfrm>
              <a:custGeom>
                <a:avLst/>
                <a:gdLst>
                  <a:gd name="T0" fmla="*/ 0 w 9"/>
                  <a:gd name="T1" fmla="*/ 21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3" y="1"/>
                      <a:pt x="8" y="0"/>
                      <a:pt x="9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6" name="Freeform 1584">
                <a:extLst>
                  <a:ext uri="{FF2B5EF4-FFF2-40B4-BE49-F238E27FC236}">
                    <a16:creationId xmlns:a16="http://schemas.microsoft.com/office/drawing/2014/main" id="{43895A1D-A274-4EAB-BDD6-37B791B37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077"/>
                <a:ext cx="25" cy="30"/>
              </a:xfrm>
              <a:custGeom>
                <a:avLst/>
                <a:gdLst>
                  <a:gd name="T0" fmla="*/ 50 w 10"/>
                  <a:gd name="T1" fmla="*/ 224 h 11"/>
                  <a:gd name="T2" fmla="*/ 95 w 10"/>
                  <a:gd name="T3" fmla="*/ 60 h 11"/>
                  <a:gd name="T4" fmla="*/ 20 w 10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3" y="11"/>
                    </a:moveTo>
                    <a:cubicBezTo>
                      <a:pt x="5" y="10"/>
                      <a:pt x="10" y="5"/>
                      <a:pt x="6" y="3"/>
                    </a:cubicBezTo>
                    <a:cubicBezTo>
                      <a:pt x="1" y="0"/>
                      <a:pt x="0" y="8"/>
                      <a:pt x="1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7" name="Freeform 1585">
                <a:extLst>
                  <a:ext uri="{FF2B5EF4-FFF2-40B4-BE49-F238E27FC236}">
                    <a16:creationId xmlns:a16="http://schemas.microsoft.com/office/drawing/2014/main" id="{E69D6669-93F2-49E2-A5C2-2814048BC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083"/>
                <a:ext cx="33" cy="29"/>
              </a:xfrm>
              <a:custGeom>
                <a:avLst/>
                <a:gdLst>
                  <a:gd name="T0" fmla="*/ 33 w 13"/>
                  <a:gd name="T1" fmla="*/ 124 h 11"/>
                  <a:gd name="T2" fmla="*/ 180 w 13"/>
                  <a:gd name="T3" fmla="*/ 111 h 11"/>
                  <a:gd name="T4" fmla="*/ 20 w 13"/>
                  <a:gd name="T5" fmla="*/ 1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2" y="7"/>
                    </a:moveTo>
                    <a:cubicBezTo>
                      <a:pt x="1" y="11"/>
                      <a:pt x="10" y="9"/>
                      <a:pt x="11" y="6"/>
                    </a:cubicBezTo>
                    <a:cubicBezTo>
                      <a:pt x="13" y="0"/>
                      <a:pt x="0" y="1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8" name="Freeform 1586">
                <a:extLst>
                  <a:ext uri="{FF2B5EF4-FFF2-40B4-BE49-F238E27FC236}">
                    <a16:creationId xmlns:a16="http://schemas.microsoft.com/office/drawing/2014/main" id="{EAD06A29-180B-4D83-B86C-8B708A8C6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053"/>
                <a:ext cx="25" cy="38"/>
              </a:xfrm>
              <a:custGeom>
                <a:avLst/>
                <a:gdLst>
                  <a:gd name="T0" fmla="*/ 0 w 10"/>
                  <a:gd name="T1" fmla="*/ 103 h 14"/>
                  <a:gd name="T2" fmla="*/ 113 w 10"/>
                  <a:gd name="T3" fmla="*/ 220 h 14"/>
                  <a:gd name="T4" fmla="*/ 20 w 10"/>
                  <a:gd name="T5" fmla="*/ 10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5"/>
                    </a:moveTo>
                    <a:cubicBezTo>
                      <a:pt x="1" y="7"/>
                      <a:pt x="4" y="14"/>
                      <a:pt x="7" y="11"/>
                    </a:cubicBezTo>
                    <a:cubicBezTo>
                      <a:pt x="10" y="9"/>
                      <a:pt x="3" y="0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59" name="Freeform 1587">
                <a:extLst>
                  <a:ext uri="{FF2B5EF4-FFF2-40B4-BE49-F238E27FC236}">
                    <a16:creationId xmlns:a16="http://schemas.microsoft.com/office/drawing/2014/main" id="{70DFDD7E-9A15-464C-B391-3C10ED57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53"/>
                <a:ext cx="20" cy="27"/>
              </a:xfrm>
              <a:custGeom>
                <a:avLst/>
                <a:gdLst>
                  <a:gd name="T0" fmla="*/ 125 w 8"/>
                  <a:gd name="T1" fmla="*/ 38 h 10"/>
                  <a:gd name="T2" fmla="*/ 33 w 8"/>
                  <a:gd name="T3" fmla="*/ 38 h 10"/>
                  <a:gd name="T4" fmla="*/ 0 w 8"/>
                  <a:gd name="T5" fmla="*/ 116 h 10"/>
                  <a:gd name="T6" fmla="*/ 63 w 8"/>
                  <a:gd name="T7" fmla="*/ 197 h 10"/>
                  <a:gd name="T8" fmla="*/ 125 w 8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6" y="0"/>
                      <a:pt x="3" y="1"/>
                      <a:pt x="2" y="2"/>
                    </a:cubicBezTo>
                    <a:cubicBezTo>
                      <a:pt x="0" y="4"/>
                      <a:pt x="0" y="4"/>
                      <a:pt x="0" y="6"/>
                    </a:cubicBezTo>
                    <a:cubicBezTo>
                      <a:pt x="1" y="7"/>
                      <a:pt x="3" y="9"/>
                      <a:pt x="4" y="10"/>
                    </a:cubicBezTo>
                    <a:cubicBezTo>
                      <a:pt x="6" y="10"/>
                      <a:pt x="8" y="10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0" name="Freeform 1588">
                <a:extLst>
                  <a:ext uri="{FF2B5EF4-FFF2-40B4-BE49-F238E27FC236}">
                    <a16:creationId xmlns:a16="http://schemas.microsoft.com/office/drawing/2014/main" id="{1D9C973C-4935-4A43-AD6D-466D0ADE9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059"/>
                <a:ext cx="20" cy="26"/>
              </a:xfrm>
              <a:custGeom>
                <a:avLst/>
                <a:gdLst>
                  <a:gd name="T0" fmla="*/ 125 w 8"/>
                  <a:gd name="T1" fmla="*/ 68 h 10"/>
                  <a:gd name="T2" fmla="*/ 20 w 8"/>
                  <a:gd name="T3" fmla="*/ 88 h 10"/>
                  <a:gd name="T4" fmla="*/ 63 w 8"/>
                  <a:gd name="T5" fmla="*/ 0 h 10"/>
                  <a:gd name="T6" fmla="*/ 125 w 8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4"/>
                    </a:moveTo>
                    <a:cubicBezTo>
                      <a:pt x="8" y="8"/>
                      <a:pt x="3" y="10"/>
                      <a:pt x="1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7" y="0"/>
                      <a:pt x="7" y="1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1" name="Freeform 1589">
                <a:extLst>
                  <a:ext uri="{FF2B5EF4-FFF2-40B4-BE49-F238E27FC236}">
                    <a16:creationId xmlns:a16="http://schemas.microsoft.com/office/drawing/2014/main" id="{397E72AB-7F5E-41DD-A5F8-1DBD1B167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021"/>
                <a:ext cx="25" cy="27"/>
              </a:xfrm>
              <a:custGeom>
                <a:avLst/>
                <a:gdLst>
                  <a:gd name="T0" fmla="*/ 33 w 10"/>
                  <a:gd name="T1" fmla="*/ 59 h 10"/>
                  <a:gd name="T2" fmla="*/ 158 w 10"/>
                  <a:gd name="T3" fmla="*/ 81 h 10"/>
                  <a:gd name="T4" fmla="*/ 83 w 10"/>
                  <a:gd name="T5" fmla="*/ 0 h 10"/>
                  <a:gd name="T6" fmla="*/ 33 w 10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3"/>
                    </a:moveTo>
                    <a:cubicBezTo>
                      <a:pt x="3" y="5"/>
                      <a:pt x="10" y="10"/>
                      <a:pt x="10" y="4"/>
                    </a:cubicBezTo>
                    <a:cubicBezTo>
                      <a:pt x="10" y="1"/>
                      <a:pt x="7" y="0"/>
                      <a:pt x="5" y="0"/>
                    </a:cubicBezTo>
                    <a:cubicBezTo>
                      <a:pt x="3" y="0"/>
                      <a:pt x="0" y="1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2" name="Freeform 1590">
                <a:extLst>
                  <a:ext uri="{FF2B5EF4-FFF2-40B4-BE49-F238E27FC236}">
                    <a16:creationId xmlns:a16="http://schemas.microsoft.com/office/drawing/2014/main" id="{9067D884-AF00-4F6B-8F89-EB42DB317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203"/>
                <a:ext cx="20" cy="8"/>
              </a:xfrm>
              <a:custGeom>
                <a:avLst/>
                <a:gdLst>
                  <a:gd name="T0" fmla="*/ 0 w 8"/>
                  <a:gd name="T1" fmla="*/ 35 h 3"/>
                  <a:gd name="T2" fmla="*/ 125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2" y="1"/>
                      <a:pt x="8" y="0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3" name="Freeform 1591">
                <a:extLst>
                  <a:ext uri="{FF2B5EF4-FFF2-40B4-BE49-F238E27FC236}">
                    <a16:creationId xmlns:a16="http://schemas.microsoft.com/office/drawing/2014/main" id="{6444E30C-6235-4F12-8611-4CA3434EE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189"/>
                <a:ext cx="30" cy="19"/>
              </a:xfrm>
              <a:custGeom>
                <a:avLst/>
                <a:gdLst>
                  <a:gd name="T0" fmla="*/ 158 w 12"/>
                  <a:gd name="T1" fmla="*/ 141 h 7"/>
                  <a:gd name="T2" fmla="*/ 188 w 12"/>
                  <a:gd name="T3" fmla="*/ 60 h 7"/>
                  <a:gd name="T4" fmla="*/ 95 w 12"/>
                  <a:gd name="T5" fmla="*/ 0 h 7"/>
                  <a:gd name="T6" fmla="*/ 145 w 12"/>
                  <a:gd name="T7" fmla="*/ 1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0" y="7"/>
                    </a:moveTo>
                    <a:cubicBezTo>
                      <a:pt x="12" y="6"/>
                      <a:pt x="12" y="4"/>
                      <a:pt x="12" y="3"/>
                    </a:cubicBezTo>
                    <a:cubicBezTo>
                      <a:pt x="11" y="0"/>
                      <a:pt x="9" y="0"/>
                      <a:pt x="6" y="0"/>
                    </a:cubicBezTo>
                    <a:cubicBezTo>
                      <a:pt x="0" y="0"/>
                      <a:pt x="5" y="6"/>
                      <a:pt x="9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4" name="Freeform 1592">
                <a:extLst>
                  <a:ext uri="{FF2B5EF4-FFF2-40B4-BE49-F238E27FC236}">
                    <a16:creationId xmlns:a16="http://schemas.microsoft.com/office/drawing/2014/main" id="{44C5AC03-C8B2-40D5-895E-14A29352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277"/>
                <a:ext cx="32" cy="22"/>
              </a:xfrm>
              <a:custGeom>
                <a:avLst/>
                <a:gdLst>
                  <a:gd name="T0" fmla="*/ 12 w 13"/>
                  <a:gd name="T1" fmla="*/ 83 h 8"/>
                  <a:gd name="T2" fmla="*/ 162 w 13"/>
                  <a:gd name="T3" fmla="*/ 107 h 8"/>
                  <a:gd name="T4" fmla="*/ 12 w 13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" y="4"/>
                    </a:moveTo>
                    <a:cubicBezTo>
                      <a:pt x="0" y="8"/>
                      <a:pt x="10" y="8"/>
                      <a:pt x="11" y="5"/>
                    </a:cubicBezTo>
                    <a:cubicBezTo>
                      <a:pt x="13" y="0"/>
                      <a:pt x="2" y="3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5" name="Freeform 1593">
                <a:extLst>
                  <a:ext uri="{FF2B5EF4-FFF2-40B4-BE49-F238E27FC236}">
                    <a16:creationId xmlns:a16="http://schemas.microsoft.com/office/drawing/2014/main" id="{1F36A2B1-908D-4457-BEFB-AE9313230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320"/>
                <a:ext cx="27" cy="37"/>
              </a:xfrm>
              <a:custGeom>
                <a:avLst/>
                <a:gdLst>
                  <a:gd name="T0" fmla="*/ 12 w 11"/>
                  <a:gd name="T1" fmla="*/ 90 h 14"/>
                  <a:gd name="T2" fmla="*/ 0 w 11"/>
                  <a:gd name="T3" fmla="*/ 90 h 14"/>
                  <a:gd name="T4" fmla="*/ 150 w 11"/>
                  <a:gd name="T5" fmla="*/ 167 h 14"/>
                  <a:gd name="T6" fmla="*/ 12 w 11"/>
                  <a:gd name="T7" fmla="*/ 9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1" y="5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1" y="8"/>
                      <a:pt x="8" y="14"/>
                      <a:pt x="10" y="9"/>
                    </a:cubicBezTo>
                    <a:cubicBezTo>
                      <a:pt x="11" y="6"/>
                      <a:pt x="2" y="0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6" name="Freeform 1594">
                <a:extLst>
                  <a:ext uri="{FF2B5EF4-FFF2-40B4-BE49-F238E27FC236}">
                    <a16:creationId xmlns:a16="http://schemas.microsoft.com/office/drawing/2014/main" id="{5B2814B8-2DF6-435A-A45B-8B667652E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304"/>
                <a:ext cx="25" cy="24"/>
              </a:xfrm>
              <a:custGeom>
                <a:avLst/>
                <a:gdLst>
                  <a:gd name="T0" fmla="*/ 0 w 10"/>
                  <a:gd name="T1" fmla="*/ 56 h 9"/>
                  <a:gd name="T2" fmla="*/ 113 w 10"/>
                  <a:gd name="T3" fmla="*/ 115 h 9"/>
                  <a:gd name="T4" fmla="*/ 0 w 10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3"/>
                    </a:moveTo>
                    <a:cubicBezTo>
                      <a:pt x="2" y="4"/>
                      <a:pt x="5" y="9"/>
                      <a:pt x="7" y="6"/>
                    </a:cubicBezTo>
                    <a:cubicBezTo>
                      <a:pt x="10" y="3"/>
                      <a:pt x="3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7" name="Freeform 1595">
                <a:extLst>
                  <a:ext uri="{FF2B5EF4-FFF2-40B4-BE49-F238E27FC236}">
                    <a16:creationId xmlns:a16="http://schemas.microsoft.com/office/drawing/2014/main" id="{14797855-6D49-4674-AF6F-39F998CC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288"/>
                <a:ext cx="32" cy="21"/>
              </a:xfrm>
              <a:custGeom>
                <a:avLst/>
                <a:gdLst>
                  <a:gd name="T0" fmla="*/ 62 w 13"/>
                  <a:gd name="T1" fmla="*/ 110 h 8"/>
                  <a:gd name="T2" fmla="*/ 133 w 13"/>
                  <a:gd name="T3" fmla="*/ 34 h 8"/>
                  <a:gd name="T4" fmla="*/ 42 w 13"/>
                  <a:gd name="T5" fmla="*/ 34 h 8"/>
                  <a:gd name="T6" fmla="*/ 42 w 13"/>
                  <a:gd name="T7" fmla="*/ 8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4" y="6"/>
                    </a:moveTo>
                    <a:cubicBezTo>
                      <a:pt x="6" y="8"/>
                      <a:pt x="13" y="6"/>
                      <a:pt x="9" y="2"/>
                    </a:cubicBezTo>
                    <a:cubicBezTo>
                      <a:pt x="8" y="0"/>
                      <a:pt x="4" y="1"/>
                      <a:pt x="3" y="2"/>
                    </a:cubicBezTo>
                    <a:cubicBezTo>
                      <a:pt x="2" y="3"/>
                      <a:pt x="0" y="6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8" name="Freeform 1596">
                <a:extLst>
                  <a:ext uri="{FF2B5EF4-FFF2-40B4-BE49-F238E27FC236}">
                    <a16:creationId xmlns:a16="http://schemas.microsoft.com/office/drawing/2014/main" id="{9F80DF87-16C6-4A3C-8868-9F3EE773E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280"/>
                <a:ext cx="15" cy="27"/>
              </a:xfrm>
              <a:custGeom>
                <a:avLst/>
                <a:gdLst>
                  <a:gd name="T0" fmla="*/ 0 w 6"/>
                  <a:gd name="T1" fmla="*/ 103 h 10"/>
                  <a:gd name="T2" fmla="*/ 95 w 6"/>
                  <a:gd name="T3" fmla="*/ 116 h 10"/>
                  <a:gd name="T4" fmla="*/ 50 w 6"/>
                  <a:gd name="T5" fmla="*/ 22 h 10"/>
                  <a:gd name="T6" fmla="*/ 0 w 6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5"/>
                    </a:moveTo>
                    <a:cubicBezTo>
                      <a:pt x="1" y="8"/>
                      <a:pt x="6" y="10"/>
                      <a:pt x="6" y="6"/>
                    </a:cubicBezTo>
                    <a:cubicBezTo>
                      <a:pt x="6" y="4"/>
                      <a:pt x="4" y="2"/>
                      <a:pt x="3" y="1"/>
                    </a:cubicBezTo>
                    <a:cubicBezTo>
                      <a:pt x="2" y="1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69" name="Freeform 1597">
                <a:extLst>
                  <a:ext uri="{FF2B5EF4-FFF2-40B4-BE49-F238E27FC236}">
                    <a16:creationId xmlns:a16="http://schemas.microsoft.com/office/drawing/2014/main" id="{9CFD295F-4E5F-4385-95FC-391801C28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272"/>
                <a:ext cx="25" cy="29"/>
              </a:xfrm>
              <a:custGeom>
                <a:avLst/>
                <a:gdLst>
                  <a:gd name="T0" fmla="*/ 0 w 10"/>
                  <a:gd name="T1" fmla="*/ 55 h 11"/>
                  <a:gd name="T2" fmla="*/ 95 w 10"/>
                  <a:gd name="T3" fmla="*/ 166 h 11"/>
                  <a:gd name="T4" fmla="*/ 50 w 10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3"/>
                    </a:moveTo>
                    <a:cubicBezTo>
                      <a:pt x="1" y="6"/>
                      <a:pt x="2" y="11"/>
                      <a:pt x="6" y="9"/>
                    </a:cubicBezTo>
                    <a:cubicBezTo>
                      <a:pt x="10" y="6"/>
                      <a:pt x="7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0" name="Freeform 1598">
                <a:extLst>
                  <a:ext uri="{FF2B5EF4-FFF2-40B4-BE49-F238E27FC236}">
                    <a16:creationId xmlns:a16="http://schemas.microsoft.com/office/drawing/2014/main" id="{0F30EC03-6D65-45D1-8C52-9656863F2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299"/>
                <a:ext cx="38" cy="34"/>
              </a:xfrm>
              <a:custGeom>
                <a:avLst/>
                <a:gdLst>
                  <a:gd name="T0" fmla="*/ 33 w 15"/>
                  <a:gd name="T1" fmla="*/ 110 h 13"/>
                  <a:gd name="T2" fmla="*/ 180 w 15"/>
                  <a:gd name="T3" fmla="*/ 144 h 13"/>
                  <a:gd name="T4" fmla="*/ 51 w 15"/>
                  <a:gd name="T5" fmla="*/ 1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2" y="6"/>
                    </a:moveTo>
                    <a:cubicBezTo>
                      <a:pt x="0" y="8"/>
                      <a:pt x="8" y="13"/>
                      <a:pt x="11" y="8"/>
                    </a:cubicBezTo>
                    <a:cubicBezTo>
                      <a:pt x="15" y="0"/>
                      <a:pt x="0" y="2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1" name="Freeform 1599">
                <a:extLst>
                  <a:ext uri="{FF2B5EF4-FFF2-40B4-BE49-F238E27FC236}">
                    <a16:creationId xmlns:a16="http://schemas.microsoft.com/office/drawing/2014/main" id="{9DA02011-408B-4963-88B8-EBDA0C535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320"/>
                <a:ext cx="27" cy="27"/>
              </a:xfrm>
              <a:custGeom>
                <a:avLst/>
                <a:gdLst>
                  <a:gd name="T0" fmla="*/ 12 w 11"/>
                  <a:gd name="T1" fmla="*/ 81 h 10"/>
                  <a:gd name="T2" fmla="*/ 29 w 11"/>
                  <a:gd name="T3" fmla="*/ 159 h 10"/>
                  <a:gd name="T4" fmla="*/ 150 w 11"/>
                  <a:gd name="T5" fmla="*/ 138 h 10"/>
                  <a:gd name="T6" fmla="*/ 133 w 11"/>
                  <a:gd name="T7" fmla="*/ 22 h 10"/>
                  <a:gd name="T8" fmla="*/ 12 w 11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4"/>
                    </a:moveTo>
                    <a:cubicBezTo>
                      <a:pt x="0" y="6"/>
                      <a:pt x="1" y="7"/>
                      <a:pt x="2" y="8"/>
                    </a:cubicBezTo>
                    <a:cubicBezTo>
                      <a:pt x="4" y="10"/>
                      <a:pt x="8" y="9"/>
                      <a:pt x="10" y="7"/>
                    </a:cubicBezTo>
                    <a:cubicBezTo>
                      <a:pt x="11" y="5"/>
                      <a:pt x="11" y="2"/>
                      <a:pt x="9" y="1"/>
                    </a:cubicBezTo>
                    <a:cubicBezTo>
                      <a:pt x="6" y="0"/>
                      <a:pt x="2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2" name="Freeform 1600">
                <a:extLst>
                  <a:ext uri="{FF2B5EF4-FFF2-40B4-BE49-F238E27FC236}">
                    <a16:creationId xmlns:a16="http://schemas.microsoft.com/office/drawing/2014/main" id="{97C72084-1BD4-4F9E-BA36-A4985A1DC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203"/>
                <a:ext cx="25" cy="34"/>
              </a:xfrm>
              <a:custGeom>
                <a:avLst/>
                <a:gdLst>
                  <a:gd name="T0" fmla="*/ 20 w 10"/>
                  <a:gd name="T1" fmla="*/ 55 h 13"/>
                  <a:gd name="T2" fmla="*/ 95 w 10"/>
                  <a:gd name="T3" fmla="*/ 144 h 13"/>
                  <a:gd name="T4" fmla="*/ 33 w 10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" y="3"/>
                    </a:moveTo>
                    <a:cubicBezTo>
                      <a:pt x="0" y="6"/>
                      <a:pt x="2" y="13"/>
                      <a:pt x="6" y="8"/>
                    </a:cubicBezTo>
                    <a:cubicBezTo>
                      <a:pt x="10" y="4"/>
                      <a:pt x="1" y="0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3" name="Freeform 1601">
                <a:extLst>
                  <a:ext uri="{FF2B5EF4-FFF2-40B4-BE49-F238E27FC236}">
                    <a16:creationId xmlns:a16="http://schemas.microsoft.com/office/drawing/2014/main" id="{09395A65-675A-48EC-9290-4ED440992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243"/>
                <a:ext cx="20" cy="24"/>
              </a:xfrm>
              <a:custGeom>
                <a:avLst/>
                <a:gdLst>
                  <a:gd name="T0" fmla="*/ 50 w 8"/>
                  <a:gd name="T1" fmla="*/ 171 h 9"/>
                  <a:gd name="T2" fmla="*/ 125 w 8"/>
                  <a:gd name="T3" fmla="*/ 77 h 9"/>
                  <a:gd name="T4" fmla="*/ 83 w 8"/>
                  <a:gd name="T5" fmla="*/ 21 h 9"/>
                  <a:gd name="T6" fmla="*/ 20 w 8"/>
                  <a:gd name="T7" fmla="*/ 136 h 9"/>
                  <a:gd name="T8" fmla="*/ 83 w 8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5" y="8"/>
                      <a:pt x="8" y="6"/>
                      <a:pt x="8" y="4"/>
                    </a:cubicBezTo>
                    <a:cubicBezTo>
                      <a:pt x="8" y="2"/>
                      <a:pt x="7" y="0"/>
                      <a:pt x="5" y="1"/>
                    </a:cubicBezTo>
                    <a:cubicBezTo>
                      <a:pt x="3" y="1"/>
                      <a:pt x="0" y="5"/>
                      <a:pt x="1" y="7"/>
                    </a:cubicBezTo>
                    <a:cubicBezTo>
                      <a:pt x="2" y="9"/>
                      <a:pt x="4" y="9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4" name="Freeform 1602">
                <a:extLst>
                  <a:ext uri="{FF2B5EF4-FFF2-40B4-BE49-F238E27FC236}">
                    <a16:creationId xmlns:a16="http://schemas.microsoft.com/office/drawing/2014/main" id="{3A6ED517-7C6A-4214-A4D5-6EDE9FBC6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227"/>
                <a:ext cx="25" cy="24"/>
              </a:xfrm>
              <a:custGeom>
                <a:avLst/>
                <a:gdLst>
                  <a:gd name="T0" fmla="*/ 113 w 10"/>
                  <a:gd name="T1" fmla="*/ 115 h 9"/>
                  <a:gd name="T2" fmla="*/ 83 w 10"/>
                  <a:gd name="T3" fmla="*/ 21 h 9"/>
                  <a:gd name="T4" fmla="*/ 20 w 10"/>
                  <a:gd name="T5" fmla="*/ 115 h 9"/>
                  <a:gd name="T6" fmla="*/ 83 w 10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7" y="6"/>
                    </a:moveTo>
                    <a:cubicBezTo>
                      <a:pt x="10" y="5"/>
                      <a:pt x="9" y="0"/>
                      <a:pt x="5" y="1"/>
                    </a:cubicBezTo>
                    <a:cubicBezTo>
                      <a:pt x="3" y="2"/>
                      <a:pt x="0" y="4"/>
                      <a:pt x="1" y="6"/>
                    </a:cubicBezTo>
                    <a:cubicBezTo>
                      <a:pt x="1" y="8"/>
                      <a:pt x="4" y="9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5" name="Freeform 1603">
                <a:extLst>
                  <a:ext uri="{FF2B5EF4-FFF2-40B4-BE49-F238E27FC236}">
                    <a16:creationId xmlns:a16="http://schemas.microsoft.com/office/drawing/2014/main" id="{CC0B71F9-EADA-4324-A7C5-4470AAD6B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211"/>
                <a:ext cx="25" cy="24"/>
              </a:xfrm>
              <a:custGeom>
                <a:avLst/>
                <a:gdLst>
                  <a:gd name="T0" fmla="*/ 63 w 10"/>
                  <a:gd name="T1" fmla="*/ 136 h 9"/>
                  <a:gd name="T2" fmla="*/ 158 w 10"/>
                  <a:gd name="T3" fmla="*/ 77 h 9"/>
                  <a:gd name="T4" fmla="*/ 63 w 10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4" y="7"/>
                    </a:moveTo>
                    <a:cubicBezTo>
                      <a:pt x="5" y="9"/>
                      <a:pt x="10" y="7"/>
                      <a:pt x="10" y="4"/>
                    </a:cubicBezTo>
                    <a:cubicBezTo>
                      <a:pt x="10" y="0"/>
                      <a:pt x="0" y="5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6" name="Freeform 1604">
                <a:extLst>
                  <a:ext uri="{FF2B5EF4-FFF2-40B4-BE49-F238E27FC236}">
                    <a16:creationId xmlns:a16="http://schemas.microsoft.com/office/drawing/2014/main" id="{349E4CDC-DFFB-4F3B-B30C-26829E1E4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237"/>
                <a:ext cx="30" cy="30"/>
              </a:xfrm>
              <a:custGeom>
                <a:avLst/>
                <a:gdLst>
                  <a:gd name="T0" fmla="*/ 50 w 12"/>
                  <a:gd name="T1" fmla="*/ 104 h 11"/>
                  <a:gd name="T2" fmla="*/ 175 w 12"/>
                  <a:gd name="T3" fmla="*/ 120 h 11"/>
                  <a:gd name="T4" fmla="*/ 63 w 12"/>
                  <a:gd name="T5" fmla="*/ 1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3" y="5"/>
                    </a:moveTo>
                    <a:cubicBezTo>
                      <a:pt x="4" y="8"/>
                      <a:pt x="12" y="11"/>
                      <a:pt x="11" y="6"/>
                    </a:cubicBezTo>
                    <a:cubicBezTo>
                      <a:pt x="11" y="0"/>
                      <a:pt x="0" y="3"/>
                      <a:pt x="4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7" name="Freeform 1605">
                <a:extLst>
                  <a:ext uri="{FF2B5EF4-FFF2-40B4-BE49-F238E27FC236}">
                    <a16:creationId xmlns:a16="http://schemas.microsoft.com/office/drawing/2014/main" id="{80DC721B-2AF0-418C-AA91-E091FF1B1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299"/>
                <a:ext cx="27" cy="18"/>
              </a:xfrm>
              <a:custGeom>
                <a:avLst/>
                <a:gdLst>
                  <a:gd name="T0" fmla="*/ 103 w 11"/>
                  <a:gd name="T1" fmla="*/ 85 h 7"/>
                  <a:gd name="T2" fmla="*/ 91 w 11"/>
                  <a:gd name="T3" fmla="*/ 0 h 7"/>
                  <a:gd name="T4" fmla="*/ 0 w 11"/>
                  <a:gd name="T5" fmla="*/ 67 h 7"/>
                  <a:gd name="T6" fmla="*/ 91 w 11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7" y="5"/>
                    </a:moveTo>
                    <a:cubicBezTo>
                      <a:pt x="11" y="5"/>
                      <a:pt x="8" y="0"/>
                      <a:pt x="6" y="0"/>
                    </a:cubicBezTo>
                    <a:cubicBezTo>
                      <a:pt x="4" y="0"/>
                      <a:pt x="0" y="1"/>
                      <a:pt x="0" y="4"/>
                    </a:cubicBezTo>
                    <a:cubicBezTo>
                      <a:pt x="1" y="6"/>
                      <a:pt x="4" y="7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8" name="Freeform 1606">
                <a:extLst>
                  <a:ext uri="{FF2B5EF4-FFF2-40B4-BE49-F238E27FC236}">
                    <a16:creationId xmlns:a16="http://schemas.microsoft.com/office/drawing/2014/main" id="{CC199CD3-EBCB-4B63-AA0D-2B09F2303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288"/>
                <a:ext cx="30" cy="32"/>
              </a:xfrm>
              <a:custGeom>
                <a:avLst/>
                <a:gdLst>
                  <a:gd name="T0" fmla="*/ 50 w 12"/>
                  <a:gd name="T1" fmla="*/ 93 h 12"/>
                  <a:gd name="T2" fmla="*/ 158 w 12"/>
                  <a:gd name="T3" fmla="*/ 149 h 12"/>
                  <a:gd name="T4" fmla="*/ 50 w 12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3" y="5"/>
                    </a:moveTo>
                    <a:cubicBezTo>
                      <a:pt x="4" y="7"/>
                      <a:pt x="9" y="12"/>
                      <a:pt x="10" y="8"/>
                    </a:cubicBezTo>
                    <a:cubicBezTo>
                      <a:pt x="12" y="2"/>
                      <a:pt x="0" y="0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79" name="Freeform 1607">
                <a:extLst>
                  <a:ext uri="{FF2B5EF4-FFF2-40B4-BE49-F238E27FC236}">
                    <a16:creationId xmlns:a16="http://schemas.microsoft.com/office/drawing/2014/main" id="{E5B79103-8AFD-459B-B270-8DDA390DF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272"/>
                <a:ext cx="30" cy="16"/>
              </a:xfrm>
              <a:custGeom>
                <a:avLst/>
                <a:gdLst>
                  <a:gd name="T0" fmla="*/ 33 w 12"/>
                  <a:gd name="T1" fmla="*/ 115 h 6"/>
                  <a:gd name="T2" fmla="*/ 125 w 12"/>
                  <a:gd name="T3" fmla="*/ 21 h 6"/>
                  <a:gd name="T4" fmla="*/ 20 w 12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2" y="6"/>
                    </a:moveTo>
                    <a:cubicBezTo>
                      <a:pt x="4" y="6"/>
                      <a:pt x="12" y="4"/>
                      <a:pt x="8" y="1"/>
                    </a:cubicBezTo>
                    <a:cubicBezTo>
                      <a:pt x="6" y="0"/>
                      <a:pt x="0" y="3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0" name="Freeform 1608">
                <a:extLst>
                  <a:ext uri="{FF2B5EF4-FFF2-40B4-BE49-F238E27FC236}">
                    <a16:creationId xmlns:a16="http://schemas.microsoft.com/office/drawing/2014/main" id="{F001DE28-A926-46DA-873C-F05943917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211"/>
                <a:ext cx="13" cy="24"/>
              </a:xfrm>
              <a:custGeom>
                <a:avLst/>
                <a:gdLst>
                  <a:gd name="T0" fmla="*/ 68 w 5"/>
                  <a:gd name="T1" fmla="*/ 149 h 9"/>
                  <a:gd name="T2" fmla="*/ 88 w 5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4" y="8"/>
                    </a:moveTo>
                    <a:cubicBezTo>
                      <a:pt x="0" y="9"/>
                      <a:pt x="4" y="0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1" name="Freeform 1609">
                <a:extLst>
                  <a:ext uri="{FF2B5EF4-FFF2-40B4-BE49-F238E27FC236}">
                    <a16:creationId xmlns:a16="http://schemas.microsoft.com/office/drawing/2014/main" id="{D276120C-5993-4FD3-B97D-78BBD10A6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197"/>
                <a:ext cx="25" cy="32"/>
              </a:xfrm>
              <a:custGeom>
                <a:avLst/>
                <a:gdLst>
                  <a:gd name="T0" fmla="*/ 0 w 10"/>
                  <a:gd name="T1" fmla="*/ 56 h 12"/>
                  <a:gd name="T2" fmla="*/ 125 w 10"/>
                  <a:gd name="T3" fmla="*/ 136 h 12"/>
                  <a:gd name="T4" fmla="*/ 0 w 10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3"/>
                    </a:moveTo>
                    <a:cubicBezTo>
                      <a:pt x="0" y="6"/>
                      <a:pt x="7" y="12"/>
                      <a:pt x="8" y="7"/>
                    </a:cubicBezTo>
                    <a:cubicBezTo>
                      <a:pt x="10" y="3"/>
                      <a:pt x="0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2" name="Freeform 1610">
                <a:extLst>
                  <a:ext uri="{FF2B5EF4-FFF2-40B4-BE49-F238E27FC236}">
                    <a16:creationId xmlns:a16="http://schemas.microsoft.com/office/drawing/2014/main" id="{D3006C19-AF9D-4D16-A82F-012218CC5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237"/>
                <a:ext cx="10" cy="19"/>
              </a:xfrm>
              <a:custGeom>
                <a:avLst/>
                <a:gdLst>
                  <a:gd name="T0" fmla="*/ 0 w 4"/>
                  <a:gd name="T1" fmla="*/ 141 h 7"/>
                  <a:gd name="T2" fmla="*/ 0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7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3" name="Freeform 1611">
                <a:extLst>
                  <a:ext uri="{FF2B5EF4-FFF2-40B4-BE49-F238E27FC236}">
                    <a16:creationId xmlns:a16="http://schemas.microsoft.com/office/drawing/2014/main" id="{BC32FFDB-FE51-4033-B771-1875EA7E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115"/>
                <a:ext cx="30" cy="32"/>
              </a:xfrm>
              <a:custGeom>
                <a:avLst/>
                <a:gdLst>
                  <a:gd name="T0" fmla="*/ 0 w 12"/>
                  <a:gd name="T1" fmla="*/ 115 h 12"/>
                  <a:gd name="T2" fmla="*/ 125 w 12"/>
                  <a:gd name="T3" fmla="*/ 192 h 12"/>
                  <a:gd name="T4" fmla="*/ 33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cubicBezTo>
                      <a:pt x="1" y="8"/>
                      <a:pt x="6" y="12"/>
                      <a:pt x="8" y="10"/>
                    </a:cubicBezTo>
                    <a:cubicBezTo>
                      <a:pt x="12" y="8"/>
                      <a:pt x="6" y="0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4" name="Freeform 1612">
                <a:extLst>
                  <a:ext uri="{FF2B5EF4-FFF2-40B4-BE49-F238E27FC236}">
                    <a16:creationId xmlns:a16="http://schemas.microsoft.com/office/drawing/2014/main" id="{B376E7B0-C1C3-4113-AE5F-4DD540D36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080"/>
                <a:ext cx="30" cy="24"/>
              </a:xfrm>
              <a:custGeom>
                <a:avLst/>
                <a:gdLst>
                  <a:gd name="T0" fmla="*/ 50 w 12"/>
                  <a:gd name="T1" fmla="*/ 171 h 9"/>
                  <a:gd name="T2" fmla="*/ 125 w 12"/>
                  <a:gd name="T3" fmla="*/ 149 h 9"/>
                  <a:gd name="T4" fmla="*/ 175 w 12"/>
                  <a:gd name="T5" fmla="*/ 56 h 9"/>
                  <a:gd name="T6" fmla="*/ 20 w 12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3" y="9"/>
                    </a:moveTo>
                    <a:cubicBezTo>
                      <a:pt x="5" y="9"/>
                      <a:pt x="6" y="9"/>
                      <a:pt x="8" y="8"/>
                    </a:cubicBezTo>
                    <a:cubicBezTo>
                      <a:pt x="9" y="8"/>
                      <a:pt x="12" y="5"/>
                      <a:pt x="11" y="3"/>
                    </a:cubicBezTo>
                    <a:cubicBezTo>
                      <a:pt x="9" y="0"/>
                      <a:pt x="0" y="5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5" name="Freeform 1613">
                <a:extLst>
                  <a:ext uri="{FF2B5EF4-FFF2-40B4-BE49-F238E27FC236}">
                    <a16:creationId xmlns:a16="http://schemas.microsoft.com/office/drawing/2014/main" id="{82098191-73D6-4D7D-BDA7-340F2A8D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069"/>
                <a:ext cx="22" cy="24"/>
              </a:xfrm>
              <a:custGeom>
                <a:avLst/>
                <a:gdLst>
                  <a:gd name="T0" fmla="*/ 132 w 9"/>
                  <a:gd name="T1" fmla="*/ 115 h 9"/>
                  <a:gd name="T2" fmla="*/ 29 w 9"/>
                  <a:gd name="T3" fmla="*/ 35 h 9"/>
                  <a:gd name="T4" fmla="*/ 103 w 9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9" y="4"/>
                      <a:pt x="5" y="0"/>
                      <a:pt x="2" y="2"/>
                    </a:cubicBezTo>
                    <a:cubicBezTo>
                      <a:pt x="0" y="4"/>
                      <a:pt x="4" y="9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6" name="Freeform 1614">
                <a:extLst>
                  <a:ext uri="{FF2B5EF4-FFF2-40B4-BE49-F238E27FC236}">
                    <a16:creationId xmlns:a16="http://schemas.microsoft.com/office/drawing/2014/main" id="{34B54009-58EF-4F10-8CA3-C0A97D2EF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051"/>
                <a:ext cx="18" cy="32"/>
              </a:xfrm>
              <a:custGeom>
                <a:avLst/>
                <a:gdLst>
                  <a:gd name="T0" fmla="*/ 21 w 7"/>
                  <a:gd name="T1" fmla="*/ 77 h 12"/>
                  <a:gd name="T2" fmla="*/ 100 w 7"/>
                  <a:gd name="T3" fmla="*/ 149 h 12"/>
                  <a:gd name="T4" fmla="*/ 54 w 7"/>
                  <a:gd name="T5" fmla="*/ 21 h 12"/>
                  <a:gd name="T6" fmla="*/ 21 w 7"/>
                  <a:gd name="T7" fmla="*/ 9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1" y="4"/>
                    </a:moveTo>
                    <a:cubicBezTo>
                      <a:pt x="0" y="7"/>
                      <a:pt x="6" y="12"/>
                      <a:pt x="6" y="8"/>
                    </a:cubicBezTo>
                    <a:cubicBezTo>
                      <a:pt x="7" y="6"/>
                      <a:pt x="4" y="1"/>
                      <a:pt x="3" y="1"/>
                    </a:cubicBezTo>
                    <a:cubicBezTo>
                      <a:pt x="1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7" name="Freeform 1615">
                <a:extLst>
                  <a:ext uri="{FF2B5EF4-FFF2-40B4-BE49-F238E27FC236}">
                    <a16:creationId xmlns:a16="http://schemas.microsoft.com/office/drawing/2014/main" id="{BD021584-4D15-42EB-86C9-38ADB66C7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035"/>
                <a:ext cx="28" cy="24"/>
              </a:xfrm>
              <a:custGeom>
                <a:avLst/>
                <a:gdLst>
                  <a:gd name="T0" fmla="*/ 64 w 11"/>
                  <a:gd name="T1" fmla="*/ 136 h 9"/>
                  <a:gd name="T2" fmla="*/ 130 w 11"/>
                  <a:gd name="T3" fmla="*/ 56 h 9"/>
                  <a:gd name="T4" fmla="*/ 64 w 11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7"/>
                    </a:moveTo>
                    <a:cubicBezTo>
                      <a:pt x="6" y="9"/>
                      <a:pt x="11" y="6"/>
                      <a:pt x="8" y="3"/>
                    </a:cubicBezTo>
                    <a:cubicBezTo>
                      <a:pt x="5" y="0"/>
                      <a:pt x="0" y="4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8" name="Freeform 1616">
                <a:extLst>
                  <a:ext uri="{FF2B5EF4-FFF2-40B4-BE49-F238E27FC236}">
                    <a16:creationId xmlns:a16="http://schemas.microsoft.com/office/drawing/2014/main" id="{AB0BE17B-163B-4B71-8A81-ABA17B5A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029"/>
                <a:ext cx="22" cy="22"/>
              </a:xfrm>
              <a:custGeom>
                <a:avLst/>
                <a:gdLst>
                  <a:gd name="T0" fmla="*/ 12 w 9"/>
                  <a:gd name="T1" fmla="*/ 83 h 8"/>
                  <a:gd name="T2" fmla="*/ 103 w 9"/>
                  <a:gd name="T3" fmla="*/ 47 h 8"/>
                  <a:gd name="T4" fmla="*/ 90 w 9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0" y="1"/>
                      <a:pt x="5" y="0"/>
                      <a:pt x="7" y="2"/>
                    </a:cubicBezTo>
                    <a:cubicBezTo>
                      <a:pt x="9" y="3"/>
                      <a:pt x="9" y="8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89" name="Freeform 1617">
                <a:extLst>
                  <a:ext uri="{FF2B5EF4-FFF2-40B4-BE49-F238E27FC236}">
                    <a16:creationId xmlns:a16="http://schemas.microsoft.com/office/drawing/2014/main" id="{BA901B1A-18DD-46D3-AA7C-F0C6BD914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061"/>
                <a:ext cx="30" cy="16"/>
              </a:xfrm>
              <a:custGeom>
                <a:avLst/>
                <a:gdLst>
                  <a:gd name="T0" fmla="*/ 33 w 12"/>
                  <a:gd name="T1" fmla="*/ 35 h 6"/>
                  <a:gd name="T2" fmla="*/ 175 w 12"/>
                  <a:gd name="T3" fmla="*/ 93 h 6"/>
                  <a:gd name="T4" fmla="*/ 95 w 12"/>
                  <a:gd name="T5" fmla="*/ 0 h 6"/>
                  <a:gd name="T6" fmla="*/ 63 w 12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2" y="2"/>
                    </a:moveTo>
                    <a:cubicBezTo>
                      <a:pt x="4" y="4"/>
                      <a:pt x="8" y="6"/>
                      <a:pt x="11" y="5"/>
                    </a:cubicBezTo>
                    <a:cubicBezTo>
                      <a:pt x="12" y="2"/>
                      <a:pt x="7" y="0"/>
                      <a:pt x="6" y="0"/>
                    </a:cubicBezTo>
                    <a:cubicBezTo>
                      <a:pt x="4" y="0"/>
                      <a:pt x="0" y="2"/>
                      <a:pt x="4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0" name="Freeform 1618">
                <a:extLst>
                  <a:ext uri="{FF2B5EF4-FFF2-40B4-BE49-F238E27FC236}">
                    <a16:creationId xmlns:a16="http://schemas.microsoft.com/office/drawing/2014/main" id="{43FC4B37-F363-47B9-ABDA-062BC9D3B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72"/>
                <a:ext cx="32" cy="21"/>
              </a:xfrm>
              <a:custGeom>
                <a:avLst/>
                <a:gdLst>
                  <a:gd name="T0" fmla="*/ 42 w 13"/>
                  <a:gd name="T1" fmla="*/ 34 h 8"/>
                  <a:gd name="T2" fmla="*/ 121 w 13"/>
                  <a:gd name="T3" fmla="*/ 110 h 8"/>
                  <a:gd name="T4" fmla="*/ 42 w 13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3" y="2"/>
                    </a:moveTo>
                    <a:cubicBezTo>
                      <a:pt x="0" y="5"/>
                      <a:pt x="5" y="8"/>
                      <a:pt x="8" y="6"/>
                    </a:cubicBezTo>
                    <a:cubicBezTo>
                      <a:pt x="13" y="3"/>
                      <a:pt x="7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1" name="Freeform 1619">
                <a:extLst>
                  <a:ext uri="{FF2B5EF4-FFF2-40B4-BE49-F238E27FC236}">
                    <a16:creationId xmlns:a16="http://schemas.microsoft.com/office/drawing/2014/main" id="{58D69B39-7F7C-4A50-B486-C8CC2E89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064"/>
                <a:ext cx="25" cy="29"/>
              </a:xfrm>
              <a:custGeom>
                <a:avLst/>
                <a:gdLst>
                  <a:gd name="T0" fmla="*/ 0 w 10"/>
                  <a:gd name="T1" fmla="*/ 76 h 11"/>
                  <a:gd name="T2" fmla="*/ 145 w 10"/>
                  <a:gd name="T3" fmla="*/ 90 h 11"/>
                  <a:gd name="T4" fmla="*/ 50 w 10"/>
                  <a:gd name="T5" fmla="*/ 0 h 11"/>
                  <a:gd name="T6" fmla="*/ 0 w 10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4"/>
                    </a:moveTo>
                    <a:cubicBezTo>
                      <a:pt x="0" y="9"/>
                      <a:pt x="8" y="11"/>
                      <a:pt x="9" y="5"/>
                    </a:cubicBezTo>
                    <a:cubicBezTo>
                      <a:pt x="10" y="2"/>
                      <a:pt x="6" y="0"/>
                      <a:pt x="3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2" name="Freeform 1620">
                <a:extLst>
                  <a:ext uri="{FF2B5EF4-FFF2-40B4-BE49-F238E27FC236}">
                    <a16:creationId xmlns:a16="http://schemas.microsoft.com/office/drawing/2014/main" id="{CA0766AC-8381-41AB-93BF-1BEB2C70B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37"/>
                <a:ext cx="32" cy="30"/>
              </a:xfrm>
              <a:custGeom>
                <a:avLst/>
                <a:gdLst>
                  <a:gd name="T0" fmla="*/ 42 w 13"/>
                  <a:gd name="T1" fmla="*/ 142 h 11"/>
                  <a:gd name="T2" fmla="*/ 153 w 13"/>
                  <a:gd name="T3" fmla="*/ 82 h 11"/>
                  <a:gd name="T4" fmla="*/ 62 w 13"/>
                  <a:gd name="T5" fmla="*/ 1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3" y="7"/>
                    </a:moveTo>
                    <a:cubicBezTo>
                      <a:pt x="5" y="11"/>
                      <a:pt x="13" y="9"/>
                      <a:pt x="10" y="4"/>
                    </a:cubicBezTo>
                    <a:cubicBezTo>
                      <a:pt x="7" y="0"/>
                      <a:pt x="0" y="3"/>
                      <a:pt x="4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3" name="Freeform 1621">
                <a:extLst>
                  <a:ext uri="{FF2B5EF4-FFF2-40B4-BE49-F238E27FC236}">
                    <a16:creationId xmlns:a16="http://schemas.microsoft.com/office/drawing/2014/main" id="{B28EB685-B6D3-4C2B-B810-EF69D5603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051"/>
                <a:ext cx="23" cy="21"/>
              </a:xfrm>
              <a:custGeom>
                <a:avLst/>
                <a:gdLst>
                  <a:gd name="T0" fmla="*/ 0 w 9"/>
                  <a:gd name="T1" fmla="*/ 0 h 8"/>
                  <a:gd name="T2" fmla="*/ 118 w 9"/>
                  <a:gd name="T3" fmla="*/ 110 h 8"/>
                  <a:gd name="T4" fmla="*/ 97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2"/>
                      <a:pt x="3" y="8"/>
                      <a:pt x="7" y="6"/>
                    </a:cubicBezTo>
                    <a:cubicBezTo>
                      <a:pt x="9" y="4"/>
                      <a:pt x="7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4" name="Freeform 1622">
                <a:extLst>
                  <a:ext uri="{FF2B5EF4-FFF2-40B4-BE49-F238E27FC236}">
                    <a16:creationId xmlns:a16="http://schemas.microsoft.com/office/drawing/2014/main" id="{37B1BECD-24B0-4307-B4C1-AD2841B36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13"/>
                <a:ext cx="22" cy="38"/>
              </a:xfrm>
              <a:custGeom>
                <a:avLst/>
                <a:gdLst>
                  <a:gd name="T0" fmla="*/ 0 w 9"/>
                  <a:gd name="T1" fmla="*/ 117 h 14"/>
                  <a:gd name="T2" fmla="*/ 90 w 9"/>
                  <a:gd name="T3" fmla="*/ 220 h 14"/>
                  <a:gd name="T4" fmla="*/ 0 w 9"/>
                  <a:gd name="T5" fmla="*/ 1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6"/>
                    </a:moveTo>
                    <a:cubicBezTo>
                      <a:pt x="0" y="8"/>
                      <a:pt x="4" y="14"/>
                      <a:pt x="6" y="11"/>
                    </a:cubicBezTo>
                    <a:cubicBezTo>
                      <a:pt x="9" y="8"/>
                      <a:pt x="1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5" name="Freeform 1623">
                <a:extLst>
                  <a:ext uri="{FF2B5EF4-FFF2-40B4-BE49-F238E27FC236}">
                    <a16:creationId xmlns:a16="http://schemas.microsoft.com/office/drawing/2014/main" id="{D0F691BB-0AC2-4FBA-A195-ADC3B7F3C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229"/>
                <a:ext cx="23" cy="22"/>
              </a:xfrm>
              <a:custGeom>
                <a:avLst/>
                <a:gdLst>
                  <a:gd name="T0" fmla="*/ 20 w 9"/>
                  <a:gd name="T1" fmla="*/ 107 h 8"/>
                  <a:gd name="T2" fmla="*/ 130 w 9"/>
                  <a:gd name="T3" fmla="*/ 83 h 8"/>
                  <a:gd name="T4" fmla="*/ 20 w 9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2" y="8"/>
                      <a:pt x="9" y="7"/>
                      <a:pt x="8" y="4"/>
                    </a:cubicBezTo>
                    <a:cubicBezTo>
                      <a:pt x="8" y="0"/>
                      <a:pt x="0" y="1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6" name="Freeform 1624">
                <a:extLst>
                  <a:ext uri="{FF2B5EF4-FFF2-40B4-BE49-F238E27FC236}">
                    <a16:creationId xmlns:a16="http://schemas.microsoft.com/office/drawing/2014/main" id="{5751A7EC-475B-40D4-85D4-690435DB5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179"/>
                <a:ext cx="28" cy="18"/>
              </a:xfrm>
              <a:custGeom>
                <a:avLst/>
                <a:gdLst>
                  <a:gd name="T0" fmla="*/ 33 w 11"/>
                  <a:gd name="T1" fmla="*/ 118 h 7"/>
                  <a:gd name="T2" fmla="*/ 130 w 11"/>
                  <a:gd name="T3" fmla="*/ 54 h 7"/>
                  <a:gd name="T4" fmla="*/ 0 w 11"/>
                  <a:gd name="T5" fmla="*/ 6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2" y="7"/>
                    </a:moveTo>
                    <a:cubicBezTo>
                      <a:pt x="4" y="7"/>
                      <a:pt x="11" y="6"/>
                      <a:pt x="8" y="3"/>
                    </a:cubicBezTo>
                    <a:cubicBezTo>
                      <a:pt x="6" y="0"/>
                      <a:pt x="1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7" name="Freeform 1625">
                <a:extLst>
                  <a:ext uri="{FF2B5EF4-FFF2-40B4-BE49-F238E27FC236}">
                    <a16:creationId xmlns:a16="http://schemas.microsoft.com/office/drawing/2014/main" id="{FEC5077B-DD22-4189-A48A-69913F904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163"/>
                <a:ext cx="22" cy="21"/>
              </a:xfrm>
              <a:custGeom>
                <a:avLst/>
                <a:gdLst>
                  <a:gd name="T0" fmla="*/ 71 w 9"/>
                  <a:gd name="T1" fmla="*/ 144 h 8"/>
                  <a:gd name="T2" fmla="*/ 71 w 9"/>
                  <a:gd name="T3" fmla="*/ 0 h 8"/>
                  <a:gd name="T4" fmla="*/ 12 w 9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8" y="6"/>
                      <a:pt x="9" y="1"/>
                      <a:pt x="5" y="0"/>
                    </a:cubicBezTo>
                    <a:cubicBezTo>
                      <a:pt x="2" y="0"/>
                      <a:pt x="0" y="5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8" name="Freeform 1626">
                <a:extLst>
                  <a:ext uri="{FF2B5EF4-FFF2-40B4-BE49-F238E27FC236}">
                    <a16:creationId xmlns:a16="http://schemas.microsoft.com/office/drawing/2014/main" id="{3F3B886B-AFDF-491C-A37C-6FCE8839E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152"/>
                <a:ext cx="28" cy="27"/>
              </a:xfrm>
              <a:custGeom>
                <a:avLst/>
                <a:gdLst>
                  <a:gd name="T0" fmla="*/ 33 w 11"/>
                  <a:gd name="T1" fmla="*/ 138 h 10"/>
                  <a:gd name="T2" fmla="*/ 130 w 11"/>
                  <a:gd name="T3" fmla="*/ 38 h 10"/>
                  <a:gd name="T4" fmla="*/ 20 w 11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2" y="7"/>
                    </a:moveTo>
                    <a:cubicBezTo>
                      <a:pt x="2" y="10"/>
                      <a:pt x="11" y="6"/>
                      <a:pt x="8" y="2"/>
                    </a:cubicBezTo>
                    <a:cubicBezTo>
                      <a:pt x="6" y="0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99" name="Freeform 1627">
                <a:extLst>
                  <a:ext uri="{FF2B5EF4-FFF2-40B4-BE49-F238E27FC236}">
                    <a16:creationId xmlns:a16="http://schemas.microsoft.com/office/drawing/2014/main" id="{93C7A98A-8528-48A7-B126-D46F4F29A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192"/>
                <a:ext cx="30" cy="27"/>
              </a:xfrm>
              <a:custGeom>
                <a:avLst/>
                <a:gdLst>
                  <a:gd name="T0" fmla="*/ 50 w 12"/>
                  <a:gd name="T1" fmla="*/ 81 h 10"/>
                  <a:gd name="T2" fmla="*/ 125 w 12"/>
                  <a:gd name="T3" fmla="*/ 159 h 10"/>
                  <a:gd name="T4" fmla="*/ 158 w 12"/>
                  <a:gd name="T5" fmla="*/ 22 h 10"/>
                  <a:gd name="T6" fmla="*/ 50 w 12"/>
                  <a:gd name="T7" fmla="*/ 10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3" y="4"/>
                    </a:moveTo>
                    <a:cubicBezTo>
                      <a:pt x="0" y="6"/>
                      <a:pt x="5" y="10"/>
                      <a:pt x="8" y="8"/>
                    </a:cubicBezTo>
                    <a:cubicBezTo>
                      <a:pt x="9" y="7"/>
                      <a:pt x="12" y="3"/>
                      <a:pt x="10" y="1"/>
                    </a:cubicBezTo>
                    <a:cubicBezTo>
                      <a:pt x="8" y="0"/>
                      <a:pt x="4" y="3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0" name="Freeform 1628">
                <a:extLst>
                  <a:ext uri="{FF2B5EF4-FFF2-40B4-BE49-F238E27FC236}">
                    <a16:creationId xmlns:a16="http://schemas.microsoft.com/office/drawing/2014/main" id="{FC58C8B1-CBFB-4FB9-91A1-687C8174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208"/>
                <a:ext cx="30" cy="24"/>
              </a:xfrm>
              <a:custGeom>
                <a:avLst/>
                <a:gdLst>
                  <a:gd name="T0" fmla="*/ 33 w 12"/>
                  <a:gd name="T1" fmla="*/ 149 h 9"/>
                  <a:gd name="T2" fmla="*/ 125 w 12"/>
                  <a:gd name="T3" fmla="*/ 35 h 9"/>
                  <a:gd name="T4" fmla="*/ 20 w 12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2" y="8"/>
                    </a:moveTo>
                    <a:cubicBezTo>
                      <a:pt x="5" y="9"/>
                      <a:pt x="12" y="6"/>
                      <a:pt x="8" y="2"/>
                    </a:cubicBezTo>
                    <a:cubicBezTo>
                      <a:pt x="6" y="0"/>
                      <a:pt x="0" y="3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1" name="Freeform 1629">
                <a:extLst>
                  <a:ext uri="{FF2B5EF4-FFF2-40B4-BE49-F238E27FC236}">
                    <a16:creationId xmlns:a16="http://schemas.microsoft.com/office/drawing/2014/main" id="{79693CF6-D013-4DB9-8733-A58A77002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216"/>
                <a:ext cx="23" cy="27"/>
              </a:xfrm>
              <a:custGeom>
                <a:avLst/>
                <a:gdLst>
                  <a:gd name="T0" fmla="*/ 33 w 9"/>
                  <a:gd name="T1" fmla="*/ 116 h 10"/>
                  <a:gd name="T2" fmla="*/ 97 w 9"/>
                  <a:gd name="T3" fmla="*/ 138 h 10"/>
                  <a:gd name="T4" fmla="*/ 118 w 9"/>
                  <a:gd name="T5" fmla="*/ 22 h 10"/>
                  <a:gd name="T6" fmla="*/ 33 w 9"/>
                  <a:gd name="T7" fmla="*/ 10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2" y="6"/>
                    </a:moveTo>
                    <a:cubicBezTo>
                      <a:pt x="0" y="8"/>
                      <a:pt x="4" y="10"/>
                      <a:pt x="6" y="7"/>
                    </a:cubicBezTo>
                    <a:cubicBezTo>
                      <a:pt x="7" y="6"/>
                      <a:pt x="9" y="2"/>
                      <a:pt x="7" y="1"/>
                    </a:cubicBezTo>
                    <a:cubicBezTo>
                      <a:pt x="5" y="0"/>
                      <a:pt x="2" y="3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2" name="Freeform 1630">
                <a:extLst>
                  <a:ext uri="{FF2B5EF4-FFF2-40B4-BE49-F238E27FC236}">
                    <a16:creationId xmlns:a16="http://schemas.microsoft.com/office/drawing/2014/main" id="{FB695488-E8B4-467C-A74F-65CA3376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165"/>
                <a:ext cx="25" cy="38"/>
              </a:xfrm>
              <a:custGeom>
                <a:avLst/>
                <a:gdLst>
                  <a:gd name="T0" fmla="*/ 50 w 10"/>
                  <a:gd name="T1" fmla="*/ 198 h 14"/>
                  <a:gd name="T2" fmla="*/ 158 w 10"/>
                  <a:gd name="T3" fmla="*/ 141 h 14"/>
                  <a:gd name="T4" fmla="*/ 50 w 10"/>
                  <a:gd name="T5" fmla="*/ 17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3" y="10"/>
                    </a:moveTo>
                    <a:cubicBezTo>
                      <a:pt x="2" y="14"/>
                      <a:pt x="10" y="11"/>
                      <a:pt x="10" y="7"/>
                    </a:cubicBezTo>
                    <a:cubicBezTo>
                      <a:pt x="10" y="0"/>
                      <a:pt x="0" y="5"/>
                      <a:pt x="3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3" name="Freeform 1631">
                <a:extLst>
                  <a:ext uri="{FF2B5EF4-FFF2-40B4-BE49-F238E27FC236}">
                    <a16:creationId xmlns:a16="http://schemas.microsoft.com/office/drawing/2014/main" id="{170A29E1-D408-459D-9CE1-475A831AD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56"/>
                <a:ext cx="32" cy="32"/>
              </a:xfrm>
              <a:custGeom>
                <a:avLst/>
                <a:gdLst>
                  <a:gd name="T0" fmla="*/ 12 w 13"/>
                  <a:gd name="T1" fmla="*/ 149 h 12"/>
                  <a:gd name="T2" fmla="*/ 182 w 13"/>
                  <a:gd name="T3" fmla="*/ 93 h 12"/>
                  <a:gd name="T4" fmla="*/ 12 w 13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" y="8"/>
                    </a:moveTo>
                    <a:cubicBezTo>
                      <a:pt x="2" y="12"/>
                      <a:pt x="13" y="9"/>
                      <a:pt x="12" y="5"/>
                    </a:cubicBezTo>
                    <a:cubicBezTo>
                      <a:pt x="10" y="0"/>
                      <a:pt x="0" y="6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4" name="Freeform 1632">
                <a:extLst>
                  <a:ext uri="{FF2B5EF4-FFF2-40B4-BE49-F238E27FC236}">
                    <a16:creationId xmlns:a16="http://schemas.microsoft.com/office/drawing/2014/main" id="{6FA9FC93-12BD-43BC-A8E9-7D719E7D0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256"/>
                <a:ext cx="22" cy="21"/>
              </a:xfrm>
              <a:custGeom>
                <a:avLst/>
                <a:gdLst>
                  <a:gd name="T0" fmla="*/ 103 w 9"/>
                  <a:gd name="T1" fmla="*/ 89 h 8"/>
                  <a:gd name="T2" fmla="*/ 29 w 9"/>
                  <a:gd name="T3" fmla="*/ 21 h 8"/>
                  <a:gd name="T4" fmla="*/ 59 w 9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9" y="3"/>
                      <a:pt x="5" y="0"/>
                      <a:pt x="2" y="1"/>
                    </a:cubicBezTo>
                    <a:cubicBezTo>
                      <a:pt x="0" y="3"/>
                      <a:pt x="2" y="7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5" name="Freeform 1633">
                <a:extLst>
                  <a:ext uri="{FF2B5EF4-FFF2-40B4-BE49-F238E27FC236}">
                    <a16:creationId xmlns:a16="http://schemas.microsoft.com/office/drawing/2014/main" id="{3D5958BB-1ED6-4697-B6E1-07720FB50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245"/>
                <a:ext cx="20" cy="32"/>
              </a:xfrm>
              <a:custGeom>
                <a:avLst/>
                <a:gdLst>
                  <a:gd name="T0" fmla="*/ 0 w 8"/>
                  <a:gd name="T1" fmla="*/ 93 h 12"/>
                  <a:gd name="T2" fmla="*/ 63 w 8"/>
                  <a:gd name="T3" fmla="*/ 192 h 12"/>
                  <a:gd name="T4" fmla="*/ 0 w 8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0" y="5"/>
                    </a:moveTo>
                    <a:cubicBezTo>
                      <a:pt x="0" y="7"/>
                      <a:pt x="1" y="12"/>
                      <a:pt x="4" y="10"/>
                    </a:cubicBezTo>
                    <a:cubicBezTo>
                      <a:pt x="8" y="8"/>
                      <a:pt x="2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6" name="Freeform 1634">
                <a:extLst>
                  <a:ext uri="{FF2B5EF4-FFF2-40B4-BE49-F238E27FC236}">
                    <a16:creationId xmlns:a16="http://schemas.microsoft.com/office/drawing/2014/main" id="{15C11D0D-16B7-477B-AE4E-6A4E26A7F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208"/>
                <a:ext cx="23" cy="32"/>
              </a:xfrm>
              <a:custGeom>
                <a:avLst/>
                <a:gdLst>
                  <a:gd name="T0" fmla="*/ 33 w 9"/>
                  <a:gd name="T1" fmla="*/ 56 h 12"/>
                  <a:gd name="T2" fmla="*/ 130 w 9"/>
                  <a:gd name="T3" fmla="*/ 136 h 12"/>
                  <a:gd name="T4" fmla="*/ 33 w 9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2" y="3"/>
                    </a:moveTo>
                    <a:cubicBezTo>
                      <a:pt x="2" y="5"/>
                      <a:pt x="6" y="12"/>
                      <a:pt x="8" y="7"/>
                    </a:cubicBezTo>
                    <a:cubicBezTo>
                      <a:pt x="9" y="3"/>
                      <a:pt x="0" y="0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07" name="Freeform 1635">
                <a:extLst>
                  <a:ext uri="{FF2B5EF4-FFF2-40B4-BE49-F238E27FC236}">
                    <a16:creationId xmlns:a16="http://schemas.microsoft.com/office/drawing/2014/main" id="{CCE0F1AA-351A-46ED-B6CA-F3435C050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288"/>
                <a:ext cx="17" cy="35"/>
              </a:xfrm>
              <a:custGeom>
                <a:avLst/>
                <a:gdLst>
                  <a:gd name="T0" fmla="*/ 12 w 7"/>
                  <a:gd name="T1" fmla="*/ 81 h 13"/>
                  <a:gd name="T2" fmla="*/ 100 w 7"/>
                  <a:gd name="T3" fmla="*/ 137 h 13"/>
                  <a:gd name="T4" fmla="*/ 41 w 7"/>
                  <a:gd name="T5" fmla="*/ 0 h 13"/>
                  <a:gd name="T6" fmla="*/ 12 w 7"/>
                  <a:gd name="T7" fmla="*/ 8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1" y="4"/>
                    </a:moveTo>
                    <a:cubicBezTo>
                      <a:pt x="2" y="8"/>
                      <a:pt x="7" y="13"/>
                      <a:pt x="7" y="7"/>
                    </a:cubicBezTo>
                    <a:cubicBezTo>
                      <a:pt x="7" y="5"/>
                      <a:pt x="6" y="1"/>
                      <a:pt x="3" y="0"/>
                    </a:cubicBezTo>
                    <a:cubicBezTo>
                      <a:pt x="1" y="0"/>
                      <a:pt x="0" y="2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3426" name="Group 1636">
              <a:extLst>
                <a:ext uri="{FF2B5EF4-FFF2-40B4-BE49-F238E27FC236}">
                  <a16:creationId xmlns:a16="http://schemas.microsoft.com/office/drawing/2014/main" id="{A2403C26-932A-46E8-9961-26FDBF651D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6" y="1600"/>
              <a:ext cx="788" cy="816"/>
              <a:chOff x="2326" y="1600"/>
              <a:chExt cx="788" cy="816"/>
            </a:xfrm>
          </p:grpSpPr>
          <p:sp>
            <p:nvSpPr>
              <p:cNvPr id="63508" name="Freeform 1637">
                <a:extLst>
                  <a:ext uri="{FF2B5EF4-FFF2-40B4-BE49-F238E27FC236}">
                    <a16:creationId xmlns:a16="http://schemas.microsoft.com/office/drawing/2014/main" id="{7CCFF5E8-88C2-481B-B3FE-4544844D5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275"/>
                <a:ext cx="32" cy="16"/>
              </a:xfrm>
              <a:custGeom>
                <a:avLst/>
                <a:gdLst>
                  <a:gd name="T0" fmla="*/ 30 w 13"/>
                  <a:gd name="T1" fmla="*/ 56 h 6"/>
                  <a:gd name="T2" fmla="*/ 153 w 13"/>
                  <a:gd name="T3" fmla="*/ 35 h 6"/>
                  <a:gd name="T4" fmla="*/ 30 w 13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2" y="3"/>
                    </a:moveTo>
                    <a:cubicBezTo>
                      <a:pt x="4" y="6"/>
                      <a:pt x="13" y="6"/>
                      <a:pt x="10" y="2"/>
                    </a:cubicBezTo>
                    <a:cubicBezTo>
                      <a:pt x="8" y="0"/>
                      <a:pt x="0" y="1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09" name="Freeform 1638">
                <a:extLst>
                  <a:ext uri="{FF2B5EF4-FFF2-40B4-BE49-F238E27FC236}">
                    <a16:creationId xmlns:a16="http://schemas.microsoft.com/office/drawing/2014/main" id="{1BB609FC-6080-4421-9998-69D0D689A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280"/>
                <a:ext cx="25" cy="24"/>
              </a:xfrm>
              <a:custGeom>
                <a:avLst/>
                <a:gdLst>
                  <a:gd name="T0" fmla="*/ 0 w 10"/>
                  <a:gd name="T1" fmla="*/ 93 h 9"/>
                  <a:gd name="T2" fmla="*/ 125 w 10"/>
                  <a:gd name="T3" fmla="*/ 93 h 9"/>
                  <a:gd name="T4" fmla="*/ 0 w 10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9"/>
                      <a:pt x="8" y="8"/>
                      <a:pt x="8" y="5"/>
                    </a:cubicBezTo>
                    <a:cubicBezTo>
                      <a:pt x="10" y="0"/>
                      <a:pt x="2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0" name="Freeform 1639">
                <a:extLst>
                  <a:ext uri="{FF2B5EF4-FFF2-40B4-BE49-F238E27FC236}">
                    <a16:creationId xmlns:a16="http://schemas.microsoft.com/office/drawing/2014/main" id="{908469C3-75DB-4022-83F6-D764CFF4B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349"/>
                <a:ext cx="45" cy="22"/>
              </a:xfrm>
              <a:custGeom>
                <a:avLst/>
                <a:gdLst>
                  <a:gd name="T0" fmla="*/ 270 w 18"/>
                  <a:gd name="T1" fmla="*/ 0 h 8"/>
                  <a:gd name="T2" fmla="*/ 83 w 18"/>
                  <a:gd name="T3" fmla="*/ 129 h 8"/>
                  <a:gd name="T4" fmla="*/ 283 w 18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17" y="0"/>
                    </a:moveTo>
                    <a:cubicBezTo>
                      <a:pt x="14" y="0"/>
                      <a:pt x="0" y="0"/>
                      <a:pt x="5" y="6"/>
                    </a:cubicBezTo>
                    <a:cubicBezTo>
                      <a:pt x="7" y="8"/>
                      <a:pt x="18" y="6"/>
                      <a:pt x="1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1" name="Freeform 1640">
                <a:extLst>
                  <a:ext uri="{FF2B5EF4-FFF2-40B4-BE49-F238E27FC236}">
                    <a16:creationId xmlns:a16="http://schemas.microsoft.com/office/drawing/2014/main" id="{455D9588-23E0-471A-A6C1-7FB48E94F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357"/>
                <a:ext cx="32" cy="16"/>
              </a:xfrm>
              <a:custGeom>
                <a:avLst/>
                <a:gdLst>
                  <a:gd name="T0" fmla="*/ 103 w 13"/>
                  <a:gd name="T1" fmla="*/ 0 h 6"/>
                  <a:gd name="T2" fmla="*/ 30 w 13"/>
                  <a:gd name="T3" fmla="*/ 56 h 6"/>
                  <a:gd name="T4" fmla="*/ 133 w 1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7" y="0"/>
                    </a:moveTo>
                    <a:cubicBezTo>
                      <a:pt x="5" y="0"/>
                      <a:pt x="0" y="0"/>
                      <a:pt x="2" y="3"/>
                    </a:cubicBezTo>
                    <a:cubicBezTo>
                      <a:pt x="4" y="6"/>
                      <a:pt x="13" y="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2" name="Freeform 1641">
                <a:extLst>
                  <a:ext uri="{FF2B5EF4-FFF2-40B4-BE49-F238E27FC236}">
                    <a16:creationId xmlns:a16="http://schemas.microsoft.com/office/drawing/2014/main" id="{8173F739-7F8F-4719-89F1-B093C554E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347"/>
                <a:ext cx="30" cy="34"/>
              </a:xfrm>
              <a:custGeom>
                <a:avLst/>
                <a:gdLst>
                  <a:gd name="T0" fmla="*/ 158 w 12"/>
                  <a:gd name="T1" fmla="*/ 178 h 13"/>
                  <a:gd name="T2" fmla="*/ 20 w 12"/>
                  <a:gd name="T3" fmla="*/ 110 h 13"/>
                  <a:gd name="T4" fmla="*/ 125 w 12"/>
                  <a:gd name="T5" fmla="*/ 233 h 13"/>
                  <a:gd name="T6" fmla="*/ 175 w 12"/>
                  <a:gd name="T7" fmla="*/ 16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0" y="10"/>
                    </a:moveTo>
                    <a:cubicBezTo>
                      <a:pt x="12" y="4"/>
                      <a:pt x="0" y="0"/>
                      <a:pt x="1" y="6"/>
                    </a:cubicBezTo>
                    <a:cubicBezTo>
                      <a:pt x="1" y="9"/>
                      <a:pt x="6" y="13"/>
                      <a:pt x="8" y="13"/>
                    </a:cubicBezTo>
                    <a:cubicBezTo>
                      <a:pt x="10" y="13"/>
                      <a:pt x="12" y="11"/>
                      <a:pt x="11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3" name="Freeform 1642">
                <a:extLst>
                  <a:ext uri="{FF2B5EF4-FFF2-40B4-BE49-F238E27FC236}">
                    <a16:creationId xmlns:a16="http://schemas.microsoft.com/office/drawing/2014/main" id="{B1B86DFD-BB26-40DB-AC5F-29C7D01C0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344"/>
                <a:ext cx="35" cy="35"/>
              </a:xfrm>
              <a:custGeom>
                <a:avLst/>
                <a:gdLst>
                  <a:gd name="T0" fmla="*/ 208 w 14"/>
                  <a:gd name="T1" fmla="*/ 159 h 13"/>
                  <a:gd name="T2" fmla="*/ 83 w 14"/>
                  <a:gd name="T3" fmla="*/ 59 h 13"/>
                  <a:gd name="T4" fmla="*/ 208 w 14"/>
                  <a:gd name="T5" fmla="*/ 1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3" y="8"/>
                    </a:moveTo>
                    <a:cubicBezTo>
                      <a:pt x="14" y="4"/>
                      <a:pt x="8" y="0"/>
                      <a:pt x="5" y="3"/>
                    </a:cubicBezTo>
                    <a:cubicBezTo>
                      <a:pt x="0" y="8"/>
                      <a:pt x="11" y="13"/>
                      <a:pt x="13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4" name="Freeform 1643">
                <a:extLst>
                  <a:ext uri="{FF2B5EF4-FFF2-40B4-BE49-F238E27FC236}">
                    <a16:creationId xmlns:a16="http://schemas.microsoft.com/office/drawing/2014/main" id="{0575792B-68B0-4C3B-BE37-1741F257D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339"/>
                <a:ext cx="25" cy="21"/>
              </a:xfrm>
              <a:custGeom>
                <a:avLst/>
                <a:gdLst>
                  <a:gd name="T0" fmla="*/ 145 w 10"/>
                  <a:gd name="T1" fmla="*/ 89 h 8"/>
                  <a:gd name="T2" fmla="*/ 33 w 10"/>
                  <a:gd name="T3" fmla="*/ 55 h 8"/>
                  <a:gd name="T4" fmla="*/ 33 w 10"/>
                  <a:gd name="T5" fmla="*/ 123 h 8"/>
                  <a:gd name="T6" fmla="*/ 145 w 10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9" y="5"/>
                    </a:moveTo>
                    <a:cubicBezTo>
                      <a:pt x="10" y="1"/>
                      <a:pt x="3" y="0"/>
                      <a:pt x="2" y="3"/>
                    </a:cubicBezTo>
                    <a:cubicBezTo>
                      <a:pt x="0" y="4"/>
                      <a:pt x="0" y="6"/>
                      <a:pt x="2" y="7"/>
                    </a:cubicBezTo>
                    <a:cubicBezTo>
                      <a:pt x="4" y="8"/>
                      <a:pt x="7" y="6"/>
                      <a:pt x="9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5" name="Freeform 1644">
                <a:extLst>
                  <a:ext uri="{FF2B5EF4-FFF2-40B4-BE49-F238E27FC236}">
                    <a16:creationId xmlns:a16="http://schemas.microsoft.com/office/drawing/2014/main" id="{FACFB79A-51F0-4FDA-A9D5-F0C982058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309"/>
                <a:ext cx="25" cy="30"/>
              </a:xfrm>
              <a:custGeom>
                <a:avLst/>
                <a:gdLst>
                  <a:gd name="T0" fmla="*/ 33 w 10"/>
                  <a:gd name="T1" fmla="*/ 38 h 11"/>
                  <a:gd name="T2" fmla="*/ 95 w 10"/>
                  <a:gd name="T3" fmla="*/ 202 h 11"/>
                  <a:gd name="T4" fmla="*/ 63 w 10"/>
                  <a:gd name="T5" fmla="*/ 3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2" y="2"/>
                    </a:moveTo>
                    <a:cubicBezTo>
                      <a:pt x="0" y="5"/>
                      <a:pt x="2" y="11"/>
                      <a:pt x="6" y="10"/>
                    </a:cubicBezTo>
                    <a:cubicBezTo>
                      <a:pt x="10" y="8"/>
                      <a:pt x="6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6" name="Freeform 1645">
                <a:extLst>
                  <a:ext uri="{FF2B5EF4-FFF2-40B4-BE49-F238E27FC236}">
                    <a16:creationId xmlns:a16="http://schemas.microsoft.com/office/drawing/2014/main" id="{A41D72B5-FBDE-42BF-BB33-6528F0DEC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323"/>
                <a:ext cx="28" cy="21"/>
              </a:xfrm>
              <a:custGeom>
                <a:avLst/>
                <a:gdLst>
                  <a:gd name="T0" fmla="*/ 130 w 11"/>
                  <a:gd name="T1" fmla="*/ 76 h 8"/>
                  <a:gd name="T2" fmla="*/ 33 w 11"/>
                  <a:gd name="T3" fmla="*/ 76 h 8"/>
                  <a:gd name="T4" fmla="*/ 130 w 11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8" y="4"/>
                    </a:moveTo>
                    <a:cubicBezTo>
                      <a:pt x="7" y="2"/>
                      <a:pt x="0" y="0"/>
                      <a:pt x="2" y="4"/>
                    </a:cubicBezTo>
                    <a:cubicBezTo>
                      <a:pt x="3" y="7"/>
                      <a:pt x="11" y="8"/>
                      <a:pt x="8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7" name="Freeform 1646">
                <a:extLst>
                  <a:ext uri="{FF2B5EF4-FFF2-40B4-BE49-F238E27FC236}">
                    <a16:creationId xmlns:a16="http://schemas.microsoft.com/office/drawing/2014/main" id="{B24965EA-9627-469B-83A0-E72D200DD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280"/>
                <a:ext cx="23" cy="19"/>
              </a:xfrm>
              <a:custGeom>
                <a:avLst/>
                <a:gdLst>
                  <a:gd name="T0" fmla="*/ 118 w 9"/>
                  <a:gd name="T1" fmla="*/ 60 h 7"/>
                  <a:gd name="T2" fmla="*/ 20 w 9"/>
                  <a:gd name="T3" fmla="*/ 81 h 7"/>
                  <a:gd name="T4" fmla="*/ 118 w 9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7" y="3"/>
                    </a:moveTo>
                    <a:cubicBezTo>
                      <a:pt x="6" y="0"/>
                      <a:pt x="0" y="1"/>
                      <a:pt x="1" y="4"/>
                    </a:cubicBezTo>
                    <a:cubicBezTo>
                      <a:pt x="2" y="7"/>
                      <a:pt x="9" y="6"/>
                      <a:pt x="7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8" name="Freeform 1647">
                <a:extLst>
                  <a:ext uri="{FF2B5EF4-FFF2-40B4-BE49-F238E27FC236}">
                    <a16:creationId xmlns:a16="http://schemas.microsoft.com/office/drawing/2014/main" id="{CFF0AAD2-CE8A-459D-AF80-93998739F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296"/>
                <a:ext cx="28" cy="19"/>
              </a:xfrm>
              <a:custGeom>
                <a:avLst/>
                <a:gdLst>
                  <a:gd name="T0" fmla="*/ 163 w 11"/>
                  <a:gd name="T1" fmla="*/ 38 h 7"/>
                  <a:gd name="T2" fmla="*/ 51 w 11"/>
                  <a:gd name="T3" fmla="*/ 103 h 7"/>
                  <a:gd name="T4" fmla="*/ 181 w 11"/>
                  <a:gd name="T5" fmla="*/ 38 h 7"/>
                  <a:gd name="T6" fmla="*/ 163 w 11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0" y="2"/>
                    </a:moveTo>
                    <a:cubicBezTo>
                      <a:pt x="8" y="0"/>
                      <a:pt x="0" y="2"/>
                      <a:pt x="3" y="5"/>
                    </a:cubicBezTo>
                    <a:cubicBezTo>
                      <a:pt x="4" y="7"/>
                      <a:pt x="10" y="4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19" name="Freeform 1648">
                <a:extLst>
                  <a:ext uri="{FF2B5EF4-FFF2-40B4-BE49-F238E27FC236}">
                    <a16:creationId xmlns:a16="http://schemas.microsoft.com/office/drawing/2014/main" id="{F7116C12-6D42-4E6C-BD34-02B3C6AA2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315"/>
                <a:ext cx="20" cy="13"/>
              </a:xfrm>
              <a:custGeom>
                <a:avLst/>
                <a:gdLst>
                  <a:gd name="T0" fmla="*/ 125 w 8"/>
                  <a:gd name="T1" fmla="*/ 21 h 5"/>
                  <a:gd name="T2" fmla="*/ 20 w 8"/>
                  <a:gd name="T3" fmla="*/ 55 h 5"/>
                  <a:gd name="T4" fmla="*/ 125 w 8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6" y="0"/>
                      <a:pt x="0" y="0"/>
                      <a:pt x="1" y="3"/>
                    </a:cubicBezTo>
                    <a:cubicBezTo>
                      <a:pt x="2" y="5"/>
                      <a:pt x="8" y="3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0" name="Freeform 1649">
                <a:extLst>
                  <a:ext uri="{FF2B5EF4-FFF2-40B4-BE49-F238E27FC236}">
                    <a16:creationId xmlns:a16="http://schemas.microsoft.com/office/drawing/2014/main" id="{A4F5AF27-4D98-4A75-9864-F5C8C951A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365"/>
                <a:ext cx="23" cy="19"/>
              </a:xfrm>
              <a:custGeom>
                <a:avLst/>
                <a:gdLst>
                  <a:gd name="T0" fmla="*/ 151 w 9"/>
                  <a:gd name="T1" fmla="*/ 81 h 7"/>
                  <a:gd name="T2" fmla="*/ 20 w 9"/>
                  <a:gd name="T3" fmla="*/ 38 h 7"/>
                  <a:gd name="T4" fmla="*/ 151 w 9"/>
                  <a:gd name="T5" fmla="*/ 103 h 7"/>
                  <a:gd name="T6" fmla="*/ 151 w 9"/>
                  <a:gd name="T7" fmla="*/ 10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4"/>
                    </a:moveTo>
                    <a:cubicBezTo>
                      <a:pt x="9" y="2"/>
                      <a:pt x="3" y="0"/>
                      <a:pt x="1" y="2"/>
                    </a:cubicBezTo>
                    <a:cubicBezTo>
                      <a:pt x="0" y="5"/>
                      <a:pt x="8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1" name="Freeform 1650">
                <a:extLst>
                  <a:ext uri="{FF2B5EF4-FFF2-40B4-BE49-F238E27FC236}">
                    <a16:creationId xmlns:a16="http://schemas.microsoft.com/office/drawing/2014/main" id="{9348FA22-CF64-4AD3-8A88-C7DAFBA17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365"/>
                <a:ext cx="20" cy="22"/>
              </a:xfrm>
              <a:custGeom>
                <a:avLst/>
                <a:gdLst>
                  <a:gd name="T0" fmla="*/ 125 w 8"/>
                  <a:gd name="T1" fmla="*/ 107 h 8"/>
                  <a:gd name="T2" fmla="*/ 20 w 8"/>
                  <a:gd name="T3" fmla="*/ 83 h 8"/>
                  <a:gd name="T4" fmla="*/ 125 w 8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8" y="1"/>
                      <a:pt x="1" y="0"/>
                      <a:pt x="1" y="4"/>
                    </a:cubicBezTo>
                    <a:cubicBezTo>
                      <a:pt x="0" y="8"/>
                      <a:pt x="8" y="6"/>
                      <a:pt x="8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2" name="Freeform 1651">
                <a:extLst>
                  <a:ext uri="{FF2B5EF4-FFF2-40B4-BE49-F238E27FC236}">
                    <a16:creationId xmlns:a16="http://schemas.microsoft.com/office/drawing/2014/main" id="{649D77D3-DC32-45D1-BA9E-31C06247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365"/>
                <a:ext cx="15" cy="22"/>
              </a:xfrm>
              <a:custGeom>
                <a:avLst/>
                <a:gdLst>
                  <a:gd name="T0" fmla="*/ 63 w 6"/>
                  <a:gd name="T1" fmla="*/ 22 h 8"/>
                  <a:gd name="T2" fmla="*/ 50 w 6"/>
                  <a:gd name="T3" fmla="*/ 168 h 8"/>
                  <a:gd name="T4" fmla="*/ 20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1"/>
                    </a:moveTo>
                    <a:cubicBezTo>
                      <a:pt x="5" y="3"/>
                      <a:pt x="6" y="8"/>
                      <a:pt x="3" y="8"/>
                    </a:cubicBezTo>
                    <a:cubicBezTo>
                      <a:pt x="0" y="7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3" name="Freeform 1652">
                <a:extLst>
                  <a:ext uri="{FF2B5EF4-FFF2-40B4-BE49-F238E27FC236}">
                    <a16:creationId xmlns:a16="http://schemas.microsoft.com/office/drawing/2014/main" id="{6D316228-70B4-4798-A840-E5AA7D3BE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45"/>
                <a:ext cx="35" cy="30"/>
              </a:xfrm>
              <a:custGeom>
                <a:avLst/>
                <a:gdLst>
                  <a:gd name="T0" fmla="*/ 145 w 14"/>
                  <a:gd name="T1" fmla="*/ 142 h 11"/>
                  <a:gd name="T2" fmla="*/ 20 w 14"/>
                  <a:gd name="T3" fmla="*/ 104 h 11"/>
                  <a:gd name="T4" fmla="*/ 145 w 14"/>
                  <a:gd name="T5" fmla="*/ 10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9" y="7"/>
                    </a:moveTo>
                    <a:cubicBezTo>
                      <a:pt x="8" y="3"/>
                      <a:pt x="0" y="0"/>
                      <a:pt x="1" y="5"/>
                    </a:cubicBezTo>
                    <a:cubicBezTo>
                      <a:pt x="3" y="11"/>
                      <a:pt x="14" y="11"/>
                      <a:pt x="9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4" name="Freeform 1653">
                <a:extLst>
                  <a:ext uri="{FF2B5EF4-FFF2-40B4-BE49-F238E27FC236}">
                    <a16:creationId xmlns:a16="http://schemas.microsoft.com/office/drawing/2014/main" id="{0BB2D7BA-65CC-418C-8E92-4552B818E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603"/>
                <a:ext cx="20" cy="18"/>
              </a:xfrm>
              <a:custGeom>
                <a:avLst/>
                <a:gdLst>
                  <a:gd name="T0" fmla="*/ 20 w 8"/>
                  <a:gd name="T1" fmla="*/ 0 h 7"/>
                  <a:gd name="T2" fmla="*/ 63 w 8"/>
                  <a:gd name="T3" fmla="*/ 100 h 7"/>
                  <a:gd name="T4" fmla="*/ 95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0" y="3"/>
                      <a:pt x="0" y="7"/>
                      <a:pt x="4" y="6"/>
                    </a:cubicBezTo>
                    <a:cubicBezTo>
                      <a:pt x="7" y="5"/>
                      <a:pt x="8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5" name="Freeform 1654">
                <a:extLst>
                  <a:ext uri="{FF2B5EF4-FFF2-40B4-BE49-F238E27FC236}">
                    <a16:creationId xmlns:a16="http://schemas.microsoft.com/office/drawing/2014/main" id="{C41C39FC-97E0-4029-B7C0-79D9BA24A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600"/>
                <a:ext cx="25" cy="19"/>
              </a:xfrm>
              <a:custGeom>
                <a:avLst/>
                <a:gdLst>
                  <a:gd name="T0" fmla="*/ 0 w 10"/>
                  <a:gd name="T1" fmla="*/ 103 h 7"/>
                  <a:gd name="T2" fmla="*/ 145 w 10"/>
                  <a:gd name="T3" fmla="*/ 103 h 7"/>
                  <a:gd name="T4" fmla="*/ 125 w 10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5"/>
                    </a:moveTo>
                    <a:cubicBezTo>
                      <a:pt x="2" y="7"/>
                      <a:pt x="7" y="7"/>
                      <a:pt x="9" y="5"/>
                    </a:cubicBezTo>
                    <a:cubicBezTo>
                      <a:pt x="10" y="3"/>
                      <a:pt x="10" y="0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6" name="Freeform 1655">
                <a:extLst>
                  <a:ext uri="{FF2B5EF4-FFF2-40B4-BE49-F238E27FC236}">
                    <a16:creationId xmlns:a16="http://schemas.microsoft.com/office/drawing/2014/main" id="{8E8618FB-7C3C-4AEF-AD88-5BD656AA5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605"/>
                <a:ext cx="20" cy="19"/>
              </a:xfrm>
              <a:custGeom>
                <a:avLst/>
                <a:gdLst>
                  <a:gd name="T0" fmla="*/ 0 w 8"/>
                  <a:gd name="T1" fmla="*/ 103 h 7"/>
                  <a:gd name="T2" fmla="*/ 113 w 8"/>
                  <a:gd name="T3" fmla="*/ 0 h 7"/>
                  <a:gd name="T4" fmla="*/ 95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3" y="7"/>
                      <a:pt x="8" y="5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7" name="Freeform 1656">
                <a:extLst>
                  <a:ext uri="{FF2B5EF4-FFF2-40B4-BE49-F238E27FC236}">
                    <a16:creationId xmlns:a16="http://schemas.microsoft.com/office/drawing/2014/main" id="{497FFF96-F5A3-41F1-B7FB-40F98A0B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613"/>
                <a:ext cx="33" cy="19"/>
              </a:xfrm>
              <a:custGeom>
                <a:avLst/>
                <a:gdLst>
                  <a:gd name="T0" fmla="*/ 160 w 13"/>
                  <a:gd name="T1" fmla="*/ 38 h 7"/>
                  <a:gd name="T2" fmla="*/ 84 w 13"/>
                  <a:gd name="T3" fmla="*/ 117 h 7"/>
                  <a:gd name="T4" fmla="*/ 213 w 13"/>
                  <a:gd name="T5" fmla="*/ 103 h 7"/>
                  <a:gd name="T6" fmla="*/ 180 w 13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0" y="2"/>
                    </a:moveTo>
                    <a:cubicBezTo>
                      <a:pt x="8" y="0"/>
                      <a:pt x="0" y="4"/>
                      <a:pt x="5" y="6"/>
                    </a:cubicBezTo>
                    <a:cubicBezTo>
                      <a:pt x="6" y="7"/>
                      <a:pt x="12" y="6"/>
                      <a:pt x="13" y="5"/>
                    </a:cubicBezTo>
                    <a:cubicBezTo>
                      <a:pt x="13" y="4"/>
                      <a:pt x="12" y="2"/>
                      <a:pt x="11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8" name="Freeform 1657">
                <a:extLst>
                  <a:ext uri="{FF2B5EF4-FFF2-40B4-BE49-F238E27FC236}">
                    <a16:creationId xmlns:a16="http://schemas.microsoft.com/office/drawing/2014/main" id="{41BF52E5-D8A7-4281-941E-17E71DBC6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627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51 w 9"/>
                  <a:gd name="T3" fmla="*/ 123 h 8"/>
                  <a:gd name="T4" fmla="*/ 84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1" y="1"/>
                      <a:pt x="0" y="6"/>
                      <a:pt x="3" y="7"/>
                    </a:cubicBezTo>
                    <a:cubicBezTo>
                      <a:pt x="7" y="8"/>
                      <a:pt x="9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29" name="Freeform 1658">
                <a:extLst>
                  <a:ext uri="{FF2B5EF4-FFF2-40B4-BE49-F238E27FC236}">
                    <a16:creationId xmlns:a16="http://schemas.microsoft.com/office/drawing/2014/main" id="{F78B0254-AAF3-4F11-AF69-1A8F7C9A8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45"/>
                <a:ext cx="35" cy="24"/>
              </a:xfrm>
              <a:custGeom>
                <a:avLst/>
                <a:gdLst>
                  <a:gd name="T0" fmla="*/ 125 w 14"/>
                  <a:gd name="T1" fmla="*/ 21 h 9"/>
                  <a:gd name="T2" fmla="*/ 83 w 14"/>
                  <a:gd name="T3" fmla="*/ 136 h 9"/>
                  <a:gd name="T4" fmla="*/ 125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8" y="1"/>
                    </a:moveTo>
                    <a:cubicBezTo>
                      <a:pt x="4" y="0"/>
                      <a:pt x="0" y="5"/>
                      <a:pt x="5" y="7"/>
                    </a:cubicBezTo>
                    <a:cubicBezTo>
                      <a:pt x="11" y="9"/>
                      <a:pt x="14" y="0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0" name="Freeform 1659">
                <a:extLst>
                  <a:ext uri="{FF2B5EF4-FFF2-40B4-BE49-F238E27FC236}">
                    <a16:creationId xmlns:a16="http://schemas.microsoft.com/office/drawing/2014/main" id="{247870F6-80A9-4D22-BD7F-91FFD7663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605"/>
                <a:ext cx="28" cy="30"/>
              </a:xfrm>
              <a:custGeom>
                <a:avLst/>
                <a:gdLst>
                  <a:gd name="T0" fmla="*/ 97 w 11"/>
                  <a:gd name="T1" fmla="*/ 60 h 11"/>
                  <a:gd name="T2" fmla="*/ 97 w 11"/>
                  <a:gd name="T3" fmla="*/ 202 h 11"/>
                  <a:gd name="T4" fmla="*/ 130 w 11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6" y="3"/>
                    </a:moveTo>
                    <a:cubicBezTo>
                      <a:pt x="2" y="4"/>
                      <a:pt x="0" y="11"/>
                      <a:pt x="6" y="10"/>
                    </a:cubicBezTo>
                    <a:cubicBezTo>
                      <a:pt x="10" y="9"/>
                      <a:pt x="11" y="0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1" name="Freeform 1660">
                <a:extLst>
                  <a:ext uri="{FF2B5EF4-FFF2-40B4-BE49-F238E27FC236}">
                    <a16:creationId xmlns:a16="http://schemas.microsoft.com/office/drawing/2014/main" id="{92C09CEE-2037-49A4-86A0-FF3DB6CF0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619"/>
                <a:ext cx="18" cy="10"/>
              </a:xfrm>
              <a:custGeom>
                <a:avLst/>
                <a:gdLst>
                  <a:gd name="T0" fmla="*/ 0 w 7"/>
                  <a:gd name="T1" fmla="*/ 50 h 4"/>
                  <a:gd name="T2" fmla="*/ 10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3"/>
                    </a:moveTo>
                    <a:cubicBezTo>
                      <a:pt x="2" y="4"/>
                      <a:pt x="7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2" name="Freeform 1661">
                <a:extLst>
                  <a:ext uri="{FF2B5EF4-FFF2-40B4-BE49-F238E27FC236}">
                    <a16:creationId xmlns:a16="http://schemas.microsoft.com/office/drawing/2014/main" id="{F58E4781-9465-4DA5-B4C0-EB62FC5A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621"/>
                <a:ext cx="32" cy="30"/>
              </a:xfrm>
              <a:custGeom>
                <a:avLst/>
                <a:gdLst>
                  <a:gd name="T0" fmla="*/ 182 w 13"/>
                  <a:gd name="T1" fmla="*/ 38 h 11"/>
                  <a:gd name="T2" fmla="*/ 30 w 13"/>
                  <a:gd name="T3" fmla="*/ 120 h 11"/>
                  <a:gd name="T4" fmla="*/ 182 w 13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2" y="2"/>
                    </a:moveTo>
                    <a:cubicBezTo>
                      <a:pt x="9" y="1"/>
                      <a:pt x="0" y="0"/>
                      <a:pt x="2" y="6"/>
                    </a:cubicBezTo>
                    <a:cubicBezTo>
                      <a:pt x="3" y="11"/>
                      <a:pt x="13" y="9"/>
                      <a:pt x="1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3" name="Freeform 1662">
                <a:extLst>
                  <a:ext uri="{FF2B5EF4-FFF2-40B4-BE49-F238E27FC236}">
                    <a16:creationId xmlns:a16="http://schemas.microsoft.com/office/drawing/2014/main" id="{6D2F7FC1-A6D2-4EF9-9BAB-EBBA36760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627"/>
                <a:ext cx="20" cy="34"/>
              </a:xfrm>
              <a:custGeom>
                <a:avLst/>
                <a:gdLst>
                  <a:gd name="T0" fmla="*/ 50 w 8"/>
                  <a:gd name="T1" fmla="*/ 68 h 13"/>
                  <a:gd name="T2" fmla="*/ 83 w 8"/>
                  <a:gd name="T3" fmla="*/ 178 h 13"/>
                  <a:gd name="T4" fmla="*/ 50 w 8"/>
                  <a:gd name="T5" fmla="*/ 6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3" y="4"/>
                    </a:moveTo>
                    <a:cubicBezTo>
                      <a:pt x="0" y="7"/>
                      <a:pt x="0" y="13"/>
                      <a:pt x="5" y="10"/>
                    </a:cubicBezTo>
                    <a:cubicBezTo>
                      <a:pt x="8" y="8"/>
                      <a:pt x="8" y="0"/>
                      <a:pt x="3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4" name="Freeform 1663">
                <a:extLst>
                  <a:ext uri="{FF2B5EF4-FFF2-40B4-BE49-F238E27FC236}">
                    <a16:creationId xmlns:a16="http://schemas.microsoft.com/office/drawing/2014/main" id="{F6BA99EA-05FD-4FBD-BE28-76E7AA800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643"/>
                <a:ext cx="28" cy="18"/>
              </a:xfrm>
              <a:custGeom>
                <a:avLst/>
                <a:gdLst>
                  <a:gd name="T0" fmla="*/ 130 w 11"/>
                  <a:gd name="T1" fmla="*/ 33 h 7"/>
                  <a:gd name="T2" fmla="*/ 64 w 11"/>
                  <a:gd name="T3" fmla="*/ 118 h 7"/>
                  <a:gd name="T4" fmla="*/ 163 w 11"/>
                  <a:gd name="T5" fmla="*/ 67 h 7"/>
                  <a:gd name="T6" fmla="*/ 130 w 11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8" y="2"/>
                    </a:moveTo>
                    <a:cubicBezTo>
                      <a:pt x="5" y="0"/>
                      <a:pt x="0" y="5"/>
                      <a:pt x="4" y="7"/>
                    </a:cubicBezTo>
                    <a:cubicBezTo>
                      <a:pt x="6" y="7"/>
                      <a:pt x="10" y="6"/>
                      <a:pt x="10" y="4"/>
                    </a:cubicBezTo>
                    <a:cubicBezTo>
                      <a:pt x="11" y="3"/>
                      <a:pt x="10" y="1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5" name="Freeform 1664">
                <a:extLst>
                  <a:ext uri="{FF2B5EF4-FFF2-40B4-BE49-F238E27FC236}">
                    <a16:creationId xmlns:a16="http://schemas.microsoft.com/office/drawing/2014/main" id="{D1814EDC-0B1A-4041-A640-7BFB93DAA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723"/>
                <a:ext cx="30" cy="21"/>
              </a:xfrm>
              <a:custGeom>
                <a:avLst/>
                <a:gdLst>
                  <a:gd name="T0" fmla="*/ 125 w 12"/>
                  <a:gd name="T1" fmla="*/ 0 h 8"/>
                  <a:gd name="T2" fmla="*/ 50 w 12"/>
                  <a:gd name="T3" fmla="*/ 89 h 8"/>
                  <a:gd name="T4" fmla="*/ 145 w 1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6" y="0"/>
                      <a:pt x="0" y="1"/>
                      <a:pt x="3" y="5"/>
                    </a:cubicBezTo>
                    <a:cubicBezTo>
                      <a:pt x="6" y="8"/>
                      <a:pt x="12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6" name="Freeform 1665">
                <a:extLst>
                  <a:ext uri="{FF2B5EF4-FFF2-40B4-BE49-F238E27FC236}">
                    <a16:creationId xmlns:a16="http://schemas.microsoft.com/office/drawing/2014/main" id="{2AAFB2E1-A75A-488B-9CE7-97D41D64C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39"/>
                <a:ext cx="40" cy="26"/>
              </a:xfrm>
              <a:custGeom>
                <a:avLst/>
                <a:gdLst>
                  <a:gd name="T0" fmla="*/ 125 w 16"/>
                  <a:gd name="T1" fmla="*/ 21 h 10"/>
                  <a:gd name="T2" fmla="*/ 63 w 16"/>
                  <a:gd name="T3" fmla="*/ 143 h 10"/>
                  <a:gd name="T4" fmla="*/ 125 w 16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8" y="1"/>
                    </a:moveTo>
                    <a:cubicBezTo>
                      <a:pt x="5" y="0"/>
                      <a:pt x="0" y="6"/>
                      <a:pt x="4" y="8"/>
                    </a:cubicBezTo>
                    <a:cubicBezTo>
                      <a:pt x="10" y="10"/>
                      <a:pt x="16" y="0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7" name="Freeform 1666">
                <a:extLst>
                  <a:ext uri="{FF2B5EF4-FFF2-40B4-BE49-F238E27FC236}">
                    <a16:creationId xmlns:a16="http://schemas.microsoft.com/office/drawing/2014/main" id="{3C161D2E-0101-4A5C-8231-B5E7CAF5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619"/>
                <a:ext cx="27" cy="29"/>
              </a:xfrm>
              <a:custGeom>
                <a:avLst/>
                <a:gdLst>
                  <a:gd name="T0" fmla="*/ 71 w 11"/>
                  <a:gd name="T1" fmla="*/ 55 h 11"/>
                  <a:gd name="T2" fmla="*/ 71 w 11"/>
                  <a:gd name="T3" fmla="*/ 200 h 11"/>
                  <a:gd name="T4" fmla="*/ 103 w 11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3"/>
                    </a:moveTo>
                    <a:cubicBezTo>
                      <a:pt x="3" y="5"/>
                      <a:pt x="0" y="11"/>
                      <a:pt x="5" y="11"/>
                    </a:cubicBezTo>
                    <a:cubicBezTo>
                      <a:pt x="11" y="10"/>
                      <a:pt x="10" y="0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8" name="Freeform 1667">
                <a:extLst>
                  <a:ext uri="{FF2B5EF4-FFF2-40B4-BE49-F238E27FC236}">
                    <a16:creationId xmlns:a16="http://schemas.microsoft.com/office/drawing/2014/main" id="{6BB3A2B0-7C41-4393-A32A-034258BC2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688"/>
                <a:ext cx="15" cy="29"/>
              </a:xfrm>
              <a:custGeom>
                <a:avLst/>
                <a:gdLst>
                  <a:gd name="T0" fmla="*/ 33 w 6"/>
                  <a:gd name="T1" fmla="*/ 0 h 11"/>
                  <a:gd name="T2" fmla="*/ 0 w 6"/>
                  <a:gd name="T3" fmla="*/ 124 h 11"/>
                  <a:gd name="T4" fmla="*/ 83 w 6"/>
                  <a:gd name="T5" fmla="*/ 111 h 11"/>
                  <a:gd name="T6" fmla="*/ 83 w 6"/>
                  <a:gd name="T7" fmla="*/ 21 h 11"/>
                  <a:gd name="T8" fmla="*/ 33 w 6"/>
                  <a:gd name="T9" fmla="*/ 2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1" y="2"/>
                      <a:pt x="0" y="6"/>
                      <a:pt x="0" y="7"/>
                    </a:cubicBezTo>
                    <a:cubicBezTo>
                      <a:pt x="0" y="11"/>
                      <a:pt x="3" y="9"/>
                      <a:pt x="5" y="6"/>
                    </a:cubicBezTo>
                    <a:cubicBezTo>
                      <a:pt x="5" y="5"/>
                      <a:pt x="6" y="3"/>
                      <a:pt x="5" y="1"/>
                    </a:cubicBezTo>
                    <a:cubicBezTo>
                      <a:pt x="5" y="0"/>
                      <a:pt x="3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39" name="Freeform 1668">
                <a:extLst>
                  <a:ext uri="{FF2B5EF4-FFF2-40B4-BE49-F238E27FC236}">
                    <a16:creationId xmlns:a16="http://schemas.microsoft.com/office/drawing/2014/main" id="{26191FE3-6633-4AA7-8480-74ED655C9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680"/>
                <a:ext cx="17" cy="32"/>
              </a:xfrm>
              <a:custGeom>
                <a:avLst/>
                <a:gdLst>
                  <a:gd name="T0" fmla="*/ 12 w 7"/>
                  <a:gd name="T1" fmla="*/ 149 h 12"/>
                  <a:gd name="T2" fmla="*/ 70 w 7"/>
                  <a:gd name="T3" fmla="*/ 171 h 12"/>
                  <a:gd name="T4" fmla="*/ 100 w 7"/>
                  <a:gd name="T5" fmla="*/ 77 h 12"/>
                  <a:gd name="T6" fmla="*/ 0 w 7"/>
                  <a:gd name="T7" fmla="*/ 9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1" y="8"/>
                    </a:moveTo>
                    <a:cubicBezTo>
                      <a:pt x="0" y="11"/>
                      <a:pt x="3" y="12"/>
                      <a:pt x="5" y="9"/>
                    </a:cubicBezTo>
                    <a:cubicBezTo>
                      <a:pt x="5" y="9"/>
                      <a:pt x="7" y="4"/>
                      <a:pt x="7" y="4"/>
                    </a:cubicBezTo>
                    <a:cubicBezTo>
                      <a:pt x="7" y="0"/>
                      <a:pt x="1" y="1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0" name="Freeform 1669">
                <a:extLst>
                  <a:ext uri="{FF2B5EF4-FFF2-40B4-BE49-F238E27FC236}">
                    <a16:creationId xmlns:a16="http://schemas.microsoft.com/office/drawing/2014/main" id="{1E2B7771-EC74-404E-AB70-C27209DC3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704"/>
                <a:ext cx="30" cy="37"/>
              </a:xfrm>
              <a:custGeom>
                <a:avLst/>
                <a:gdLst>
                  <a:gd name="T0" fmla="*/ 33 w 12"/>
                  <a:gd name="T1" fmla="*/ 34 h 14"/>
                  <a:gd name="T2" fmla="*/ 145 w 12"/>
                  <a:gd name="T3" fmla="*/ 148 h 14"/>
                  <a:gd name="T4" fmla="*/ 63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2"/>
                    </a:moveTo>
                    <a:cubicBezTo>
                      <a:pt x="0" y="6"/>
                      <a:pt x="5" y="14"/>
                      <a:pt x="9" y="8"/>
                    </a:cubicBezTo>
                    <a:cubicBezTo>
                      <a:pt x="12" y="5"/>
                      <a:pt x="7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1" name="Freeform 1670">
                <a:extLst>
                  <a:ext uri="{FF2B5EF4-FFF2-40B4-BE49-F238E27FC236}">
                    <a16:creationId xmlns:a16="http://schemas.microsoft.com/office/drawing/2014/main" id="{CE3DD788-E605-4534-93D6-FD86152D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731"/>
                <a:ext cx="27" cy="18"/>
              </a:xfrm>
              <a:custGeom>
                <a:avLst/>
                <a:gdLst>
                  <a:gd name="T0" fmla="*/ 150 w 11"/>
                  <a:gd name="T1" fmla="*/ 54 h 7"/>
                  <a:gd name="T2" fmla="*/ 0 w 11"/>
                  <a:gd name="T3" fmla="*/ 54 h 7"/>
                  <a:gd name="T4" fmla="*/ 162 w 11"/>
                  <a:gd name="T5" fmla="*/ 8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0" y="3"/>
                    </a:moveTo>
                    <a:cubicBezTo>
                      <a:pt x="9" y="0"/>
                      <a:pt x="0" y="0"/>
                      <a:pt x="0" y="3"/>
                    </a:cubicBezTo>
                    <a:cubicBezTo>
                      <a:pt x="0" y="7"/>
                      <a:pt x="9" y="7"/>
                      <a:pt x="1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2" name="Freeform 1671">
                <a:extLst>
                  <a:ext uri="{FF2B5EF4-FFF2-40B4-BE49-F238E27FC236}">
                    <a16:creationId xmlns:a16="http://schemas.microsoft.com/office/drawing/2014/main" id="{83AC47A6-563F-41F9-8D76-FCC2BEE30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715"/>
                <a:ext cx="18" cy="24"/>
              </a:xfrm>
              <a:custGeom>
                <a:avLst/>
                <a:gdLst>
                  <a:gd name="T0" fmla="*/ 118 w 7"/>
                  <a:gd name="T1" fmla="*/ 171 h 9"/>
                  <a:gd name="T2" fmla="*/ 67 w 7"/>
                  <a:gd name="T3" fmla="*/ 0 h 9"/>
                  <a:gd name="T4" fmla="*/ 85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4" y="6"/>
                      <a:pt x="0" y="3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3" name="Freeform 1672">
                <a:extLst>
                  <a:ext uri="{FF2B5EF4-FFF2-40B4-BE49-F238E27FC236}">
                    <a16:creationId xmlns:a16="http://schemas.microsoft.com/office/drawing/2014/main" id="{DC9CC6DD-2CEF-45A4-B401-33E6148CF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696"/>
                <a:ext cx="18" cy="40"/>
              </a:xfrm>
              <a:custGeom>
                <a:avLst/>
                <a:gdLst>
                  <a:gd name="T0" fmla="*/ 118 w 7"/>
                  <a:gd name="T1" fmla="*/ 192 h 15"/>
                  <a:gd name="T2" fmla="*/ 0 w 7"/>
                  <a:gd name="T3" fmla="*/ 136 h 15"/>
                  <a:gd name="T4" fmla="*/ 85 w 7"/>
                  <a:gd name="T5" fmla="*/ 285 h 15"/>
                  <a:gd name="T6" fmla="*/ 118 w 7"/>
                  <a:gd name="T7" fmla="*/ 22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7" y="10"/>
                    </a:moveTo>
                    <a:cubicBezTo>
                      <a:pt x="5" y="7"/>
                      <a:pt x="0" y="0"/>
                      <a:pt x="0" y="7"/>
                    </a:cubicBezTo>
                    <a:cubicBezTo>
                      <a:pt x="0" y="10"/>
                      <a:pt x="2" y="15"/>
                      <a:pt x="5" y="15"/>
                    </a:cubicBezTo>
                    <a:cubicBezTo>
                      <a:pt x="7" y="15"/>
                      <a:pt x="7" y="13"/>
                      <a:pt x="7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4" name="Freeform 1673">
                <a:extLst>
                  <a:ext uri="{FF2B5EF4-FFF2-40B4-BE49-F238E27FC236}">
                    <a16:creationId xmlns:a16="http://schemas.microsoft.com/office/drawing/2014/main" id="{42D4BD3D-2073-4331-BCF6-38CD6DED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728"/>
                <a:ext cx="32" cy="27"/>
              </a:xfrm>
              <a:custGeom>
                <a:avLst/>
                <a:gdLst>
                  <a:gd name="T0" fmla="*/ 182 w 13"/>
                  <a:gd name="T1" fmla="*/ 116 h 10"/>
                  <a:gd name="T2" fmla="*/ 12 w 13"/>
                  <a:gd name="T3" fmla="*/ 81 h 10"/>
                  <a:gd name="T4" fmla="*/ 194 w 13"/>
                  <a:gd name="T5" fmla="*/ 176 h 10"/>
                  <a:gd name="T6" fmla="*/ 182 w 13"/>
                  <a:gd name="T7" fmla="*/ 1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2" y="6"/>
                    </a:moveTo>
                    <a:cubicBezTo>
                      <a:pt x="11" y="5"/>
                      <a:pt x="2" y="0"/>
                      <a:pt x="1" y="4"/>
                    </a:cubicBezTo>
                    <a:cubicBezTo>
                      <a:pt x="0" y="7"/>
                      <a:pt x="10" y="10"/>
                      <a:pt x="13" y="9"/>
                    </a:cubicBezTo>
                    <a:cubicBezTo>
                      <a:pt x="13" y="8"/>
                      <a:pt x="13" y="7"/>
                      <a:pt x="1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5" name="Freeform 1674">
                <a:extLst>
                  <a:ext uri="{FF2B5EF4-FFF2-40B4-BE49-F238E27FC236}">
                    <a16:creationId xmlns:a16="http://schemas.microsoft.com/office/drawing/2014/main" id="{4228893F-0EEB-447F-A8C6-386A2AEE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749"/>
                <a:ext cx="38" cy="16"/>
              </a:xfrm>
              <a:custGeom>
                <a:avLst/>
                <a:gdLst>
                  <a:gd name="T0" fmla="*/ 180 w 15"/>
                  <a:gd name="T1" fmla="*/ 0 h 6"/>
                  <a:gd name="T2" fmla="*/ 117 w 15"/>
                  <a:gd name="T3" fmla="*/ 115 h 6"/>
                  <a:gd name="T4" fmla="*/ 51 w 15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1" y="0"/>
                    </a:moveTo>
                    <a:cubicBezTo>
                      <a:pt x="15" y="3"/>
                      <a:pt x="9" y="6"/>
                      <a:pt x="7" y="6"/>
                    </a:cubicBezTo>
                    <a:cubicBezTo>
                      <a:pt x="5" y="6"/>
                      <a:pt x="0" y="4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6" name="Freeform 1675">
                <a:extLst>
                  <a:ext uri="{FF2B5EF4-FFF2-40B4-BE49-F238E27FC236}">
                    <a16:creationId xmlns:a16="http://schemas.microsoft.com/office/drawing/2014/main" id="{007E5ECB-41CA-498F-B213-37B6081B4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739"/>
                <a:ext cx="45" cy="24"/>
              </a:xfrm>
              <a:custGeom>
                <a:avLst/>
                <a:gdLst>
                  <a:gd name="T0" fmla="*/ 83 w 18"/>
                  <a:gd name="T1" fmla="*/ 171 h 9"/>
                  <a:gd name="T2" fmla="*/ 208 w 18"/>
                  <a:gd name="T3" fmla="*/ 35 h 9"/>
                  <a:gd name="T4" fmla="*/ 63 w 18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">
                    <a:moveTo>
                      <a:pt x="5" y="9"/>
                    </a:moveTo>
                    <a:cubicBezTo>
                      <a:pt x="8" y="9"/>
                      <a:pt x="18" y="5"/>
                      <a:pt x="13" y="2"/>
                    </a:cubicBezTo>
                    <a:cubicBezTo>
                      <a:pt x="9" y="0"/>
                      <a:pt x="0" y="5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7" name="Freeform 1676">
                <a:extLst>
                  <a:ext uri="{FF2B5EF4-FFF2-40B4-BE49-F238E27FC236}">
                    <a16:creationId xmlns:a16="http://schemas.microsoft.com/office/drawing/2014/main" id="{D414A61C-E47B-41FF-9ED3-514E4EF3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760"/>
                <a:ext cx="38" cy="32"/>
              </a:xfrm>
              <a:custGeom>
                <a:avLst/>
                <a:gdLst>
                  <a:gd name="T0" fmla="*/ 147 w 15"/>
                  <a:gd name="T1" fmla="*/ 21 h 12"/>
                  <a:gd name="T2" fmla="*/ 63 w 15"/>
                  <a:gd name="T3" fmla="*/ 21 h 12"/>
                  <a:gd name="T4" fmla="*/ 51 w 15"/>
                  <a:gd name="T5" fmla="*/ 136 h 12"/>
                  <a:gd name="T6" fmla="*/ 160 w 15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9" y="1"/>
                    </a:moveTo>
                    <a:cubicBezTo>
                      <a:pt x="7" y="1"/>
                      <a:pt x="5" y="0"/>
                      <a:pt x="4" y="1"/>
                    </a:cubicBezTo>
                    <a:cubicBezTo>
                      <a:pt x="0" y="1"/>
                      <a:pt x="1" y="5"/>
                      <a:pt x="3" y="7"/>
                    </a:cubicBezTo>
                    <a:cubicBezTo>
                      <a:pt x="8" y="12"/>
                      <a:pt x="15" y="3"/>
                      <a:pt x="1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8" name="Freeform 1677">
                <a:extLst>
                  <a:ext uri="{FF2B5EF4-FFF2-40B4-BE49-F238E27FC236}">
                    <a16:creationId xmlns:a16="http://schemas.microsoft.com/office/drawing/2014/main" id="{AB4AC2B6-099C-4187-BFB2-74145F0B0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755"/>
                <a:ext cx="23" cy="32"/>
              </a:xfrm>
              <a:custGeom>
                <a:avLst/>
                <a:gdLst>
                  <a:gd name="T0" fmla="*/ 151 w 9"/>
                  <a:gd name="T1" fmla="*/ 115 h 12"/>
                  <a:gd name="T2" fmla="*/ 20 w 9"/>
                  <a:gd name="T3" fmla="*/ 77 h 12"/>
                  <a:gd name="T4" fmla="*/ 151 w 9"/>
                  <a:gd name="T5" fmla="*/ 14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6"/>
                    </a:moveTo>
                    <a:cubicBezTo>
                      <a:pt x="7" y="4"/>
                      <a:pt x="2" y="0"/>
                      <a:pt x="1" y="4"/>
                    </a:cubicBezTo>
                    <a:cubicBezTo>
                      <a:pt x="0" y="7"/>
                      <a:pt x="9" y="12"/>
                      <a:pt x="9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49" name="Freeform 1678">
                <a:extLst>
                  <a:ext uri="{FF2B5EF4-FFF2-40B4-BE49-F238E27FC236}">
                    <a16:creationId xmlns:a16="http://schemas.microsoft.com/office/drawing/2014/main" id="{F586A12B-C617-4794-ABDE-43A8A81F9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741"/>
                <a:ext cx="18" cy="32"/>
              </a:xfrm>
              <a:custGeom>
                <a:avLst/>
                <a:gdLst>
                  <a:gd name="T0" fmla="*/ 85 w 7"/>
                  <a:gd name="T1" fmla="*/ 77 h 12"/>
                  <a:gd name="T2" fmla="*/ 54 w 7"/>
                  <a:gd name="T3" fmla="*/ 227 h 12"/>
                  <a:gd name="T4" fmla="*/ 21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4"/>
                    </a:moveTo>
                    <a:cubicBezTo>
                      <a:pt x="7" y="6"/>
                      <a:pt x="6" y="12"/>
                      <a:pt x="3" y="12"/>
                    </a:cubicBezTo>
                    <a:cubicBezTo>
                      <a:pt x="0" y="11"/>
                      <a:pt x="1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0" name="Freeform 1679">
                <a:extLst>
                  <a:ext uri="{FF2B5EF4-FFF2-40B4-BE49-F238E27FC236}">
                    <a16:creationId xmlns:a16="http://schemas.microsoft.com/office/drawing/2014/main" id="{75686593-5A28-43E6-818D-5AE2D7D65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771"/>
                <a:ext cx="27" cy="32"/>
              </a:xfrm>
              <a:custGeom>
                <a:avLst/>
                <a:gdLst>
                  <a:gd name="T0" fmla="*/ 120 w 11"/>
                  <a:gd name="T1" fmla="*/ 77 h 12"/>
                  <a:gd name="T2" fmla="*/ 61 w 11"/>
                  <a:gd name="T3" fmla="*/ 21 h 12"/>
                  <a:gd name="T4" fmla="*/ 12 w 11"/>
                  <a:gd name="T5" fmla="*/ 115 h 12"/>
                  <a:gd name="T6" fmla="*/ 133 w 11"/>
                  <a:gd name="T7" fmla="*/ 205 h 12"/>
                  <a:gd name="T8" fmla="*/ 120 w 11"/>
                  <a:gd name="T9" fmla="*/ 7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8" y="4"/>
                    </a:moveTo>
                    <a:cubicBezTo>
                      <a:pt x="7" y="3"/>
                      <a:pt x="5" y="1"/>
                      <a:pt x="4" y="1"/>
                    </a:cubicBezTo>
                    <a:cubicBezTo>
                      <a:pt x="0" y="0"/>
                      <a:pt x="0" y="3"/>
                      <a:pt x="1" y="6"/>
                    </a:cubicBezTo>
                    <a:cubicBezTo>
                      <a:pt x="2" y="8"/>
                      <a:pt x="7" y="12"/>
                      <a:pt x="9" y="11"/>
                    </a:cubicBezTo>
                    <a:cubicBezTo>
                      <a:pt x="11" y="10"/>
                      <a:pt x="11" y="5"/>
                      <a:pt x="8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1" name="Freeform 1680">
                <a:extLst>
                  <a:ext uri="{FF2B5EF4-FFF2-40B4-BE49-F238E27FC236}">
                    <a16:creationId xmlns:a16="http://schemas.microsoft.com/office/drawing/2014/main" id="{8B5CD9E4-9EDE-469A-8711-9879B27D6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856"/>
                <a:ext cx="27" cy="27"/>
              </a:xfrm>
              <a:custGeom>
                <a:avLst/>
                <a:gdLst>
                  <a:gd name="T0" fmla="*/ 0 w 11"/>
                  <a:gd name="T1" fmla="*/ 81 h 10"/>
                  <a:gd name="T2" fmla="*/ 150 w 11"/>
                  <a:gd name="T3" fmla="*/ 138 h 10"/>
                  <a:gd name="T4" fmla="*/ 0 w 11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cubicBezTo>
                      <a:pt x="0" y="7"/>
                      <a:pt x="8" y="10"/>
                      <a:pt x="10" y="7"/>
                    </a:cubicBezTo>
                    <a:cubicBezTo>
                      <a:pt x="11" y="3"/>
                      <a:pt x="2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2" name="Freeform 1681">
                <a:extLst>
                  <a:ext uri="{FF2B5EF4-FFF2-40B4-BE49-F238E27FC236}">
                    <a16:creationId xmlns:a16="http://schemas.microsoft.com/office/drawing/2014/main" id="{11279544-A6E3-45C7-A3BF-2BD74B4B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848"/>
                <a:ext cx="37" cy="16"/>
              </a:xfrm>
              <a:custGeom>
                <a:avLst/>
                <a:gdLst>
                  <a:gd name="T0" fmla="*/ 42 w 15"/>
                  <a:gd name="T1" fmla="*/ 77 h 6"/>
                  <a:gd name="T2" fmla="*/ 133 w 15"/>
                  <a:gd name="T3" fmla="*/ 21 h 6"/>
                  <a:gd name="T4" fmla="*/ 165 w 1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3" y="4"/>
                    </a:moveTo>
                    <a:cubicBezTo>
                      <a:pt x="0" y="0"/>
                      <a:pt x="7" y="0"/>
                      <a:pt x="9" y="1"/>
                    </a:cubicBezTo>
                    <a:cubicBezTo>
                      <a:pt x="11" y="1"/>
                      <a:pt x="15" y="5"/>
                      <a:pt x="11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3" name="Freeform 1682">
                <a:extLst>
                  <a:ext uri="{FF2B5EF4-FFF2-40B4-BE49-F238E27FC236}">
                    <a16:creationId xmlns:a16="http://schemas.microsoft.com/office/drawing/2014/main" id="{AA690CD5-51DF-4F2D-B65D-9C1A796C5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840"/>
                <a:ext cx="45" cy="24"/>
              </a:xfrm>
              <a:custGeom>
                <a:avLst/>
                <a:gdLst>
                  <a:gd name="T0" fmla="*/ 220 w 18"/>
                  <a:gd name="T1" fmla="*/ 35 h 9"/>
                  <a:gd name="T2" fmla="*/ 63 w 18"/>
                  <a:gd name="T3" fmla="*/ 115 h 9"/>
                  <a:gd name="T4" fmla="*/ 220 w 1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">
                    <a:moveTo>
                      <a:pt x="14" y="2"/>
                    </a:moveTo>
                    <a:cubicBezTo>
                      <a:pt x="11" y="0"/>
                      <a:pt x="0" y="1"/>
                      <a:pt x="4" y="6"/>
                    </a:cubicBezTo>
                    <a:cubicBezTo>
                      <a:pt x="7" y="9"/>
                      <a:pt x="18" y="7"/>
                      <a:pt x="14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4" name="Freeform 1683">
                <a:extLst>
                  <a:ext uri="{FF2B5EF4-FFF2-40B4-BE49-F238E27FC236}">
                    <a16:creationId xmlns:a16="http://schemas.microsoft.com/office/drawing/2014/main" id="{717E7E67-9B38-4A60-90A2-1E2892E6B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819"/>
                <a:ext cx="35" cy="32"/>
              </a:xfrm>
              <a:custGeom>
                <a:avLst/>
                <a:gdLst>
                  <a:gd name="T0" fmla="*/ 83 w 14"/>
                  <a:gd name="T1" fmla="*/ 171 h 12"/>
                  <a:gd name="T2" fmla="*/ 158 w 14"/>
                  <a:gd name="T3" fmla="*/ 227 h 12"/>
                  <a:gd name="T4" fmla="*/ 208 w 14"/>
                  <a:gd name="T5" fmla="*/ 115 h 12"/>
                  <a:gd name="T6" fmla="*/ 63 w 14"/>
                  <a:gd name="T7" fmla="*/ 14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5" y="9"/>
                    </a:moveTo>
                    <a:cubicBezTo>
                      <a:pt x="7" y="10"/>
                      <a:pt x="8" y="11"/>
                      <a:pt x="10" y="12"/>
                    </a:cubicBezTo>
                    <a:cubicBezTo>
                      <a:pt x="13" y="12"/>
                      <a:pt x="14" y="9"/>
                      <a:pt x="13" y="6"/>
                    </a:cubicBezTo>
                    <a:cubicBezTo>
                      <a:pt x="10" y="0"/>
                      <a:pt x="0" y="5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5" name="Freeform 1684">
                <a:extLst>
                  <a:ext uri="{FF2B5EF4-FFF2-40B4-BE49-F238E27FC236}">
                    <a16:creationId xmlns:a16="http://schemas.microsoft.com/office/drawing/2014/main" id="{D9617CFE-1A8F-4370-9B87-DFF91DC42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829"/>
                <a:ext cx="20" cy="38"/>
              </a:xfrm>
              <a:custGeom>
                <a:avLst/>
                <a:gdLst>
                  <a:gd name="T0" fmla="*/ 0 w 8"/>
                  <a:gd name="T1" fmla="*/ 117 h 14"/>
                  <a:gd name="T2" fmla="*/ 95 w 8"/>
                  <a:gd name="T3" fmla="*/ 220 h 14"/>
                  <a:gd name="T4" fmla="*/ 0 w 8"/>
                  <a:gd name="T5" fmla="*/ 6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6"/>
                    </a:moveTo>
                    <a:cubicBezTo>
                      <a:pt x="1" y="8"/>
                      <a:pt x="4" y="14"/>
                      <a:pt x="6" y="11"/>
                    </a:cubicBezTo>
                    <a:cubicBezTo>
                      <a:pt x="8" y="8"/>
                      <a:pt x="2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6" name="Freeform 1685">
                <a:extLst>
                  <a:ext uri="{FF2B5EF4-FFF2-40B4-BE49-F238E27FC236}">
                    <a16:creationId xmlns:a16="http://schemas.microsoft.com/office/drawing/2014/main" id="{C61540A3-E098-4CB7-8D1F-A9E18946A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819"/>
                <a:ext cx="23" cy="37"/>
              </a:xfrm>
              <a:custGeom>
                <a:avLst/>
                <a:gdLst>
                  <a:gd name="T0" fmla="*/ 33 w 9"/>
                  <a:gd name="T1" fmla="*/ 148 h 14"/>
                  <a:gd name="T2" fmla="*/ 84 w 9"/>
                  <a:gd name="T3" fmla="*/ 225 h 14"/>
                  <a:gd name="T4" fmla="*/ 151 w 9"/>
                  <a:gd name="T5" fmla="*/ 148 h 14"/>
                  <a:gd name="T6" fmla="*/ 51 w 9"/>
                  <a:gd name="T7" fmla="*/ 21 h 14"/>
                  <a:gd name="T8" fmla="*/ 33 w 9"/>
                  <a:gd name="T9" fmla="*/ 1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2" y="8"/>
                    </a:moveTo>
                    <a:cubicBezTo>
                      <a:pt x="3" y="9"/>
                      <a:pt x="3" y="11"/>
                      <a:pt x="5" y="12"/>
                    </a:cubicBezTo>
                    <a:cubicBezTo>
                      <a:pt x="7" y="14"/>
                      <a:pt x="9" y="11"/>
                      <a:pt x="9" y="8"/>
                    </a:cubicBezTo>
                    <a:cubicBezTo>
                      <a:pt x="9" y="6"/>
                      <a:pt x="6" y="0"/>
                      <a:pt x="3" y="1"/>
                    </a:cubicBezTo>
                    <a:cubicBezTo>
                      <a:pt x="1" y="1"/>
                      <a:pt x="0" y="6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7" name="Freeform 1686">
                <a:extLst>
                  <a:ext uri="{FF2B5EF4-FFF2-40B4-BE49-F238E27FC236}">
                    <a16:creationId xmlns:a16="http://schemas.microsoft.com/office/drawing/2014/main" id="{B92ACBE7-EE7B-45E2-AA84-382070F5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875"/>
                <a:ext cx="22" cy="40"/>
              </a:xfrm>
              <a:custGeom>
                <a:avLst/>
                <a:gdLst>
                  <a:gd name="T0" fmla="*/ 103 w 9"/>
                  <a:gd name="T1" fmla="*/ 227 h 15"/>
                  <a:gd name="T2" fmla="*/ 59 w 9"/>
                  <a:gd name="T3" fmla="*/ 115 h 15"/>
                  <a:gd name="T4" fmla="*/ 42 w 9"/>
                  <a:gd name="T5" fmla="*/ 264 h 15"/>
                  <a:gd name="T6" fmla="*/ 90 w 9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9" y="9"/>
                      <a:pt x="8" y="0"/>
                      <a:pt x="4" y="6"/>
                    </a:cubicBezTo>
                    <a:cubicBezTo>
                      <a:pt x="3" y="7"/>
                      <a:pt x="0" y="13"/>
                      <a:pt x="3" y="14"/>
                    </a:cubicBezTo>
                    <a:cubicBezTo>
                      <a:pt x="4" y="15"/>
                      <a:pt x="5" y="14"/>
                      <a:pt x="6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8" name="Freeform 1687">
                <a:extLst>
                  <a:ext uri="{FF2B5EF4-FFF2-40B4-BE49-F238E27FC236}">
                    <a16:creationId xmlns:a16="http://schemas.microsoft.com/office/drawing/2014/main" id="{4EC14447-E71C-4481-9B2C-4F623BC84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856"/>
                <a:ext cx="27" cy="29"/>
              </a:xfrm>
              <a:custGeom>
                <a:avLst/>
                <a:gdLst>
                  <a:gd name="T0" fmla="*/ 91 w 11"/>
                  <a:gd name="T1" fmla="*/ 182 h 11"/>
                  <a:gd name="T2" fmla="*/ 71 w 11"/>
                  <a:gd name="T3" fmla="*/ 21 h 11"/>
                  <a:gd name="T4" fmla="*/ 61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6" y="10"/>
                    </a:moveTo>
                    <a:cubicBezTo>
                      <a:pt x="7" y="8"/>
                      <a:pt x="11" y="0"/>
                      <a:pt x="5" y="1"/>
                    </a:cubicBezTo>
                    <a:cubicBezTo>
                      <a:pt x="2" y="2"/>
                      <a:pt x="0" y="11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59" name="Freeform 1688">
                <a:extLst>
                  <a:ext uri="{FF2B5EF4-FFF2-40B4-BE49-F238E27FC236}">
                    <a16:creationId xmlns:a16="http://schemas.microsoft.com/office/drawing/2014/main" id="{F4BD42E3-6CDD-4884-B776-86A7A8A19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856"/>
                <a:ext cx="15" cy="32"/>
              </a:xfrm>
              <a:custGeom>
                <a:avLst/>
                <a:gdLst>
                  <a:gd name="T0" fmla="*/ 95 w 6"/>
                  <a:gd name="T1" fmla="*/ 149 h 12"/>
                  <a:gd name="T2" fmla="*/ 0 w 6"/>
                  <a:gd name="T3" fmla="*/ 93 h 12"/>
                  <a:gd name="T4" fmla="*/ 95 w 6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8"/>
                    </a:moveTo>
                    <a:cubicBezTo>
                      <a:pt x="5" y="5"/>
                      <a:pt x="1" y="0"/>
                      <a:pt x="0" y="5"/>
                    </a:cubicBezTo>
                    <a:cubicBezTo>
                      <a:pt x="0" y="8"/>
                      <a:pt x="6" y="12"/>
                      <a:pt x="6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0" name="Freeform 1689">
                <a:extLst>
                  <a:ext uri="{FF2B5EF4-FFF2-40B4-BE49-F238E27FC236}">
                    <a16:creationId xmlns:a16="http://schemas.microsoft.com/office/drawing/2014/main" id="{DDC809E7-9DC6-4599-8CBA-BCB33C7A8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885"/>
                <a:ext cx="25" cy="35"/>
              </a:xfrm>
              <a:custGeom>
                <a:avLst/>
                <a:gdLst>
                  <a:gd name="T0" fmla="*/ 125 w 10"/>
                  <a:gd name="T1" fmla="*/ 116 h 13"/>
                  <a:gd name="T2" fmla="*/ 83 w 10"/>
                  <a:gd name="T3" fmla="*/ 35 h 13"/>
                  <a:gd name="T4" fmla="*/ 0 w 10"/>
                  <a:gd name="T5" fmla="*/ 94 h 13"/>
                  <a:gd name="T6" fmla="*/ 95 w 10"/>
                  <a:gd name="T7" fmla="*/ 253 h 13"/>
                  <a:gd name="T8" fmla="*/ 125 w 10"/>
                  <a:gd name="T9" fmla="*/ 11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8" y="6"/>
                    </a:moveTo>
                    <a:cubicBezTo>
                      <a:pt x="7" y="5"/>
                      <a:pt x="6" y="3"/>
                      <a:pt x="5" y="2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3" y="13"/>
                      <a:pt x="6" y="13"/>
                    </a:cubicBezTo>
                    <a:cubicBezTo>
                      <a:pt x="9" y="13"/>
                      <a:pt x="10" y="8"/>
                      <a:pt x="8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1" name="Freeform 1690">
                <a:extLst>
                  <a:ext uri="{FF2B5EF4-FFF2-40B4-BE49-F238E27FC236}">
                    <a16:creationId xmlns:a16="http://schemas.microsoft.com/office/drawing/2014/main" id="{87820269-7838-4277-9392-87429CA01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896"/>
                <a:ext cx="18" cy="27"/>
              </a:xfrm>
              <a:custGeom>
                <a:avLst/>
                <a:gdLst>
                  <a:gd name="T0" fmla="*/ 118 w 7"/>
                  <a:gd name="T1" fmla="*/ 159 h 10"/>
                  <a:gd name="T2" fmla="*/ 54 w 7"/>
                  <a:gd name="T3" fmla="*/ 0 h 10"/>
                  <a:gd name="T4" fmla="*/ 100 w 7"/>
                  <a:gd name="T5" fmla="*/ 197 h 10"/>
                  <a:gd name="T6" fmla="*/ 118 w 7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7" y="8"/>
                    </a:moveTo>
                    <a:cubicBezTo>
                      <a:pt x="7" y="6"/>
                      <a:pt x="6" y="0"/>
                      <a:pt x="3" y="0"/>
                    </a:cubicBezTo>
                    <a:cubicBezTo>
                      <a:pt x="0" y="1"/>
                      <a:pt x="5" y="9"/>
                      <a:pt x="6" y="10"/>
                    </a:cubicBezTo>
                    <a:cubicBezTo>
                      <a:pt x="7" y="10"/>
                      <a:pt x="7" y="9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2" name="Freeform 1691">
                <a:extLst>
                  <a:ext uri="{FF2B5EF4-FFF2-40B4-BE49-F238E27FC236}">
                    <a16:creationId xmlns:a16="http://schemas.microsoft.com/office/drawing/2014/main" id="{D010B2E5-7D96-4E75-9A7A-2808AF609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912"/>
                <a:ext cx="32" cy="43"/>
              </a:xfrm>
              <a:custGeom>
                <a:avLst/>
                <a:gdLst>
                  <a:gd name="T0" fmla="*/ 194 w 13"/>
                  <a:gd name="T1" fmla="*/ 175 h 16"/>
                  <a:gd name="T2" fmla="*/ 74 w 13"/>
                  <a:gd name="T3" fmla="*/ 35 h 16"/>
                  <a:gd name="T4" fmla="*/ 194 w 13"/>
                  <a:gd name="T5" fmla="*/ 19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3" y="9"/>
                    </a:moveTo>
                    <a:cubicBezTo>
                      <a:pt x="12" y="6"/>
                      <a:pt x="8" y="0"/>
                      <a:pt x="5" y="2"/>
                    </a:cubicBezTo>
                    <a:cubicBezTo>
                      <a:pt x="0" y="6"/>
                      <a:pt x="10" y="16"/>
                      <a:pt x="13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3" name="Freeform 1692">
                <a:extLst>
                  <a:ext uri="{FF2B5EF4-FFF2-40B4-BE49-F238E27FC236}">
                    <a16:creationId xmlns:a16="http://schemas.microsoft.com/office/drawing/2014/main" id="{B358D64E-8B4C-4B57-BCE7-513BF1128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885"/>
                <a:ext cx="23" cy="40"/>
              </a:xfrm>
              <a:custGeom>
                <a:avLst/>
                <a:gdLst>
                  <a:gd name="T0" fmla="*/ 118 w 9"/>
                  <a:gd name="T1" fmla="*/ 227 h 15"/>
                  <a:gd name="T2" fmla="*/ 66 w 9"/>
                  <a:gd name="T3" fmla="*/ 115 h 15"/>
                  <a:gd name="T4" fmla="*/ 51 w 9"/>
                  <a:gd name="T5" fmla="*/ 285 h 15"/>
                  <a:gd name="T6" fmla="*/ 97 w 9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9" y="9"/>
                      <a:pt x="8" y="0"/>
                      <a:pt x="4" y="6"/>
                    </a:cubicBezTo>
                    <a:cubicBezTo>
                      <a:pt x="3" y="8"/>
                      <a:pt x="0" y="13"/>
                      <a:pt x="3" y="15"/>
                    </a:cubicBezTo>
                    <a:cubicBezTo>
                      <a:pt x="4" y="15"/>
                      <a:pt x="5" y="14"/>
                      <a:pt x="6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4" name="Freeform 1693">
                <a:extLst>
                  <a:ext uri="{FF2B5EF4-FFF2-40B4-BE49-F238E27FC236}">
                    <a16:creationId xmlns:a16="http://schemas.microsoft.com/office/drawing/2014/main" id="{4D3342A6-D9B8-445F-9E2F-97A39C84D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867"/>
                <a:ext cx="28" cy="29"/>
              </a:xfrm>
              <a:custGeom>
                <a:avLst/>
                <a:gdLst>
                  <a:gd name="T0" fmla="*/ 97 w 11"/>
                  <a:gd name="T1" fmla="*/ 200 h 11"/>
                  <a:gd name="T2" fmla="*/ 84 w 11"/>
                  <a:gd name="T3" fmla="*/ 21 h 11"/>
                  <a:gd name="T4" fmla="*/ 64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7" y="9"/>
                      <a:pt x="11" y="0"/>
                      <a:pt x="5" y="1"/>
                    </a:cubicBezTo>
                    <a:cubicBezTo>
                      <a:pt x="2" y="2"/>
                      <a:pt x="0" y="11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5" name="Freeform 1694">
                <a:extLst>
                  <a:ext uri="{FF2B5EF4-FFF2-40B4-BE49-F238E27FC236}">
                    <a16:creationId xmlns:a16="http://schemas.microsoft.com/office/drawing/2014/main" id="{7C3E5AB3-8B93-4E60-AE8C-59CF8774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867"/>
                <a:ext cx="15" cy="32"/>
              </a:xfrm>
              <a:custGeom>
                <a:avLst/>
                <a:gdLst>
                  <a:gd name="T0" fmla="*/ 95 w 6"/>
                  <a:gd name="T1" fmla="*/ 149 h 12"/>
                  <a:gd name="T2" fmla="*/ 0 w 6"/>
                  <a:gd name="T3" fmla="*/ 93 h 12"/>
                  <a:gd name="T4" fmla="*/ 95 w 6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8"/>
                    </a:moveTo>
                    <a:cubicBezTo>
                      <a:pt x="5" y="5"/>
                      <a:pt x="1" y="0"/>
                      <a:pt x="0" y="5"/>
                    </a:cubicBezTo>
                    <a:cubicBezTo>
                      <a:pt x="0" y="8"/>
                      <a:pt x="6" y="12"/>
                      <a:pt x="6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6" name="Freeform 1695">
                <a:extLst>
                  <a:ext uri="{FF2B5EF4-FFF2-40B4-BE49-F238E27FC236}">
                    <a16:creationId xmlns:a16="http://schemas.microsoft.com/office/drawing/2014/main" id="{98A9C4BA-A7F3-4F6F-B361-5F3050BB1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827"/>
                <a:ext cx="30" cy="34"/>
              </a:xfrm>
              <a:custGeom>
                <a:avLst/>
                <a:gdLst>
                  <a:gd name="T0" fmla="*/ 0 w 12"/>
                  <a:gd name="T1" fmla="*/ 55 h 13"/>
                  <a:gd name="T2" fmla="*/ 158 w 12"/>
                  <a:gd name="T3" fmla="*/ 178 h 13"/>
                  <a:gd name="T4" fmla="*/ 20 w 12"/>
                  <a:gd name="T5" fmla="*/ 21 h 13"/>
                  <a:gd name="T6" fmla="*/ 0 w 12"/>
                  <a:gd name="T7" fmla="*/ 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0" y="3"/>
                    </a:moveTo>
                    <a:cubicBezTo>
                      <a:pt x="1" y="5"/>
                      <a:pt x="7" y="13"/>
                      <a:pt x="10" y="10"/>
                    </a:cubicBezTo>
                    <a:cubicBezTo>
                      <a:pt x="12" y="7"/>
                      <a:pt x="4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7" name="Freeform 1696">
                <a:extLst>
                  <a:ext uri="{FF2B5EF4-FFF2-40B4-BE49-F238E27FC236}">
                    <a16:creationId xmlns:a16="http://schemas.microsoft.com/office/drawing/2014/main" id="{D336E5B1-D03B-436F-BC66-64461C9C3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792"/>
                <a:ext cx="22" cy="37"/>
              </a:xfrm>
              <a:custGeom>
                <a:avLst/>
                <a:gdLst>
                  <a:gd name="T0" fmla="*/ 0 w 9"/>
                  <a:gd name="T1" fmla="*/ 111 h 14"/>
                  <a:gd name="T2" fmla="*/ 103 w 9"/>
                  <a:gd name="T3" fmla="*/ 204 h 14"/>
                  <a:gd name="T4" fmla="*/ 0 w 9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6"/>
                    </a:moveTo>
                    <a:cubicBezTo>
                      <a:pt x="1" y="8"/>
                      <a:pt x="4" y="14"/>
                      <a:pt x="7" y="11"/>
                    </a:cubicBezTo>
                    <a:cubicBezTo>
                      <a:pt x="9" y="8"/>
                      <a:pt x="3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8" name="Freeform 1697">
                <a:extLst>
                  <a:ext uri="{FF2B5EF4-FFF2-40B4-BE49-F238E27FC236}">
                    <a16:creationId xmlns:a16="http://schemas.microsoft.com/office/drawing/2014/main" id="{FBC6459C-EE47-454C-A99F-771FCA18C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813"/>
                <a:ext cx="22" cy="35"/>
              </a:xfrm>
              <a:custGeom>
                <a:avLst/>
                <a:gdLst>
                  <a:gd name="T0" fmla="*/ 12 w 9"/>
                  <a:gd name="T1" fmla="*/ 159 h 13"/>
                  <a:gd name="T2" fmla="*/ 90 w 9"/>
                  <a:gd name="T3" fmla="*/ 22 h 13"/>
                  <a:gd name="T4" fmla="*/ 42 w 9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1" y="8"/>
                    </a:moveTo>
                    <a:cubicBezTo>
                      <a:pt x="0" y="6"/>
                      <a:pt x="3" y="0"/>
                      <a:pt x="6" y="1"/>
                    </a:cubicBezTo>
                    <a:cubicBezTo>
                      <a:pt x="9" y="3"/>
                      <a:pt x="4" y="11"/>
                      <a:pt x="3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69" name="Freeform 1698">
                <a:extLst>
                  <a:ext uri="{FF2B5EF4-FFF2-40B4-BE49-F238E27FC236}">
                    <a16:creationId xmlns:a16="http://schemas.microsoft.com/office/drawing/2014/main" id="{45C9AABD-CB1C-4477-9601-84E45893A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781"/>
                <a:ext cx="25" cy="38"/>
              </a:xfrm>
              <a:custGeom>
                <a:avLst/>
                <a:gdLst>
                  <a:gd name="T0" fmla="*/ 33 w 10"/>
                  <a:gd name="T1" fmla="*/ 163 h 14"/>
                  <a:gd name="T2" fmla="*/ 83 w 10"/>
                  <a:gd name="T3" fmla="*/ 244 h 14"/>
                  <a:gd name="T4" fmla="*/ 158 w 10"/>
                  <a:gd name="T5" fmla="*/ 163 h 14"/>
                  <a:gd name="T6" fmla="*/ 63 w 10"/>
                  <a:gd name="T7" fmla="*/ 22 h 14"/>
                  <a:gd name="T8" fmla="*/ 33 w 10"/>
                  <a:gd name="T9" fmla="*/ 14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2" y="8"/>
                    </a:moveTo>
                    <a:cubicBezTo>
                      <a:pt x="3" y="9"/>
                      <a:pt x="4" y="11"/>
                      <a:pt x="5" y="12"/>
                    </a:cubicBezTo>
                    <a:cubicBezTo>
                      <a:pt x="8" y="14"/>
                      <a:pt x="10" y="11"/>
                      <a:pt x="10" y="8"/>
                    </a:cubicBezTo>
                    <a:cubicBezTo>
                      <a:pt x="10" y="6"/>
                      <a:pt x="7" y="0"/>
                      <a:pt x="4" y="1"/>
                    </a:cubicBezTo>
                    <a:cubicBezTo>
                      <a:pt x="1" y="1"/>
                      <a:pt x="0" y="6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0" name="Freeform 1699">
                <a:extLst>
                  <a:ext uri="{FF2B5EF4-FFF2-40B4-BE49-F238E27FC236}">
                    <a16:creationId xmlns:a16="http://schemas.microsoft.com/office/drawing/2014/main" id="{90BBB816-ECEE-46A7-BC49-A833BDD1F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821"/>
                <a:ext cx="23" cy="27"/>
              </a:xfrm>
              <a:custGeom>
                <a:avLst/>
                <a:gdLst>
                  <a:gd name="T0" fmla="*/ 151 w 9"/>
                  <a:gd name="T1" fmla="*/ 159 h 10"/>
                  <a:gd name="T2" fmla="*/ 20 w 9"/>
                  <a:gd name="T3" fmla="*/ 59 h 10"/>
                  <a:gd name="T4" fmla="*/ 118 w 9"/>
                  <a:gd name="T5" fmla="*/ 197 h 10"/>
                  <a:gd name="T6" fmla="*/ 118 w 9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9" y="8"/>
                    </a:moveTo>
                    <a:cubicBezTo>
                      <a:pt x="9" y="6"/>
                      <a:pt x="3" y="0"/>
                      <a:pt x="1" y="3"/>
                    </a:cubicBezTo>
                    <a:cubicBezTo>
                      <a:pt x="0" y="6"/>
                      <a:pt x="5" y="9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1" name="Freeform 1700">
                <a:extLst>
                  <a:ext uri="{FF2B5EF4-FFF2-40B4-BE49-F238E27FC236}">
                    <a16:creationId xmlns:a16="http://schemas.microsoft.com/office/drawing/2014/main" id="{C4A95FA5-FFA0-48FA-82CE-5AA1DA0B6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808"/>
                <a:ext cx="30" cy="24"/>
              </a:xfrm>
              <a:custGeom>
                <a:avLst/>
                <a:gdLst>
                  <a:gd name="T0" fmla="*/ 125 w 12"/>
                  <a:gd name="T1" fmla="*/ 56 h 9"/>
                  <a:gd name="T2" fmla="*/ 50 w 12"/>
                  <a:gd name="T3" fmla="*/ 21 h 9"/>
                  <a:gd name="T4" fmla="*/ 50 w 12"/>
                  <a:gd name="T5" fmla="*/ 93 h 9"/>
                  <a:gd name="T6" fmla="*/ 145 w 12"/>
                  <a:gd name="T7" fmla="*/ 149 h 9"/>
                  <a:gd name="T8" fmla="*/ 125 w 12"/>
                  <a:gd name="T9" fmla="*/ 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8" y="3"/>
                    </a:moveTo>
                    <a:cubicBezTo>
                      <a:pt x="6" y="2"/>
                      <a:pt x="5" y="0"/>
                      <a:pt x="3" y="1"/>
                    </a:cubicBezTo>
                    <a:cubicBezTo>
                      <a:pt x="0" y="1"/>
                      <a:pt x="1" y="3"/>
                      <a:pt x="3" y="5"/>
                    </a:cubicBezTo>
                    <a:cubicBezTo>
                      <a:pt x="4" y="6"/>
                      <a:pt x="7" y="9"/>
                      <a:pt x="9" y="8"/>
                    </a:cubicBezTo>
                    <a:cubicBezTo>
                      <a:pt x="12" y="6"/>
                      <a:pt x="9" y="3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2" name="Freeform 1701">
                <a:extLst>
                  <a:ext uri="{FF2B5EF4-FFF2-40B4-BE49-F238E27FC236}">
                    <a16:creationId xmlns:a16="http://schemas.microsoft.com/office/drawing/2014/main" id="{0C491601-B02F-498D-B3AC-28C624B6C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827"/>
                <a:ext cx="23" cy="24"/>
              </a:xfrm>
              <a:custGeom>
                <a:avLst/>
                <a:gdLst>
                  <a:gd name="T0" fmla="*/ 130 w 9"/>
                  <a:gd name="T1" fmla="*/ 35 h 9"/>
                  <a:gd name="T2" fmla="*/ 84 w 9"/>
                  <a:gd name="T3" fmla="*/ 171 h 9"/>
                  <a:gd name="T4" fmla="*/ 66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9" y="4"/>
                      <a:pt x="8" y="9"/>
                      <a:pt x="5" y="9"/>
                    </a:cubicBezTo>
                    <a:cubicBezTo>
                      <a:pt x="0" y="8"/>
                      <a:pt x="3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3" name="Freeform 1702">
                <a:extLst>
                  <a:ext uri="{FF2B5EF4-FFF2-40B4-BE49-F238E27FC236}">
                    <a16:creationId xmlns:a16="http://schemas.microsoft.com/office/drawing/2014/main" id="{48630A06-4FA9-47E8-B4DE-DEC3B99C1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803"/>
                <a:ext cx="30" cy="29"/>
              </a:xfrm>
              <a:custGeom>
                <a:avLst/>
                <a:gdLst>
                  <a:gd name="T0" fmla="*/ 113 w 12"/>
                  <a:gd name="T1" fmla="*/ 200 h 11"/>
                  <a:gd name="T2" fmla="*/ 113 w 12"/>
                  <a:gd name="T3" fmla="*/ 0 h 11"/>
                  <a:gd name="T4" fmla="*/ 33 w 12"/>
                  <a:gd name="T5" fmla="*/ 14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11"/>
                    </a:moveTo>
                    <a:cubicBezTo>
                      <a:pt x="7" y="8"/>
                      <a:pt x="12" y="1"/>
                      <a:pt x="7" y="0"/>
                    </a:cubicBezTo>
                    <a:cubicBezTo>
                      <a:pt x="4" y="0"/>
                      <a:pt x="0" y="7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4" name="Freeform 1703">
                <a:extLst>
                  <a:ext uri="{FF2B5EF4-FFF2-40B4-BE49-F238E27FC236}">
                    <a16:creationId xmlns:a16="http://schemas.microsoft.com/office/drawing/2014/main" id="{39CDDDB3-F326-4A8F-9C57-08CE02894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784"/>
                <a:ext cx="20" cy="29"/>
              </a:xfrm>
              <a:custGeom>
                <a:avLst/>
                <a:gdLst>
                  <a:gd name="T0" fmla="*/ 125 w 8"/>
                  <a:gd name="T1" fmla="*/ 166 h 11"/>
                  <a:gd name="T2" fmla="*/ 20 w 8"/>
                  <a:gd name="T3" fmla="*/ 90 h 11"/>
                  <a:gd name="T4" fmla="*/ 95 w 8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9"/>
                    </a:moveTo>
                    <a:cubicBezTo>
                      <a:pt x="7" y="6"/>
                      <a:pt x="2" y="0"/>
                      <a:pt x="1" y="5"/>
                    </a:cubicBezTo>
                    <a:cubicBezTo>
                      <a:pt x="0" y="7"/>
                      <a:pt x="4" y="10"/>
                      <a:pt x="6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5" name="Freeform 1704">
                <a:extLst>
                  <a:ext uri="{FF2B5EF4-FFF2-40B4-BE49-F238E27FC236}">
                    <a16:creationId xmlns:a16="http://schemas.microsoft.com/office/drawing/2014/main" id="{C89F6BE7-E57B-4840-B8F7-289DD20EC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768"/>
                <a:ext cx="20" cy="35"/>
              </a:xfrm>
              <a:custGeom>
                <a:avLst/>
                <a:gdLst>
                  <a:gd name="T0" fmla="*/ 83 w 8"/>
                  <a:gd name="T1" fmla="*/ 218 h 13"/>
                  <a:gd name="T2" fmla="*/ 50 w 8"/>
                  <a:gd name="T3" fmla="*/ 35 h 13"/>
                  <a:gd name="T4" fmla="*/ 83 w 8"/>
                  <a:gd name="T5" fmla="*/ 2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5" y="11"/>
                    </a:moveTo>
                    <a:cubicBezTo>
                      <a:pt x="5" y="9"/>
                      <a:pt x="8" y="0"/>
                      <a:pt x="3" y="2"/>
                    </a:cubicBezTo>
                    <a:cubicBezTo>
                      <a:pt x="0" y="4"/>
                      <a:pt x="1" y="13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6" name="Freeform 1705">
                <a:extLst>
                  <a:ext uri="{FF2B5EF4-FFF2-40B4-BE49-F238E27FC236}">
                    <a16:creationId xmlns:a16="http://schemas.microsoft.com/office/drawing/2014/main" id="{4778C73E-4E87-4035-ACBA-C2C98D2A0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797"/>
                <a:ext cx="30" cy="35"/>
              </a:xfrm>
              <a:custGeom>
                <a:avLst/>
                <a:gdLst>
                  <a:gd name="T0" fmla="*/ 20 w 12"/>
                  <a:gd name="T1" fmla="*/ 59 h 13"/>
                  <a:gd name="T2" fmla="*/ 158 w 12"/>
                  <a:gd name="T3" fmla="*/ 197 h 13"/>
                  <a:gd name="T4" fmla="*/ 20 w 12"/>
                  <a:gd name="T5" fmla="*/ 22 h 13"/>
                  <a:gd name="T6" fmla="*/ 20 w 12"/>
                  <a:gd name="T7" fmla="*/ 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" y="3"/>
                    </a:moveTo>
                    <a:cubicBezTo>
                      <a:pt x="1" y="5"/>
                      <a:pt x="8" y="13"/>
                      <a:pt x="10" y="10"/>
                    </a:cubicBezTo>
                    <a:cubicBezTo>
                      <a:pt x="12" y="7"/>
                      <a:pt x="4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7" name="Freeform 1706">
                <a:extLst>
                  <a:ext uri="{FF2B5EF4-FFF2-40B4-BE49-F238E27FC236}">
                    <a16:creationId xmlns:a16="http://schemas.microsoft.com/office/drawing/2014/main" id="{1108014B-B541-42FE-9FCF-0430E0EE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800"/>
                <a:ext cx="17" cy="32"/>
              </a:xfrm>
              <a:custGeom>
                <a:avLst/>
                <a:gdLst>
                  <a:gd name="T0" fmla="*/ 87 w 7"/>
                  <a:gd name="T1" fmla="*/ 77 h 12"/>
                  <a:gd name="T2" fmla="*/ 41 w 7"/>
                  <a:gd name="T3" fmla="*/ 227 h 12"/>
                  <a:gd name="T4" fmla="*/ 0 w 7"/>
                  <a:gd name="T5" fmla="*/ 56 h 12"/>
                  <a:gd name="T6" fmla="*/ 87 w 7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6" y="4"/>
                    </a:moveTo>
                    <a:cubicBezTo>
                      <a:pt x="7" y="6"/>
                      <a:pt x="6" y="12"/>
                      <a:pt x="3" y="12"/>
                    </a:cubicBezTo>
                    <a:cubicBezTo>
                      <a:pt x="0" y="11"/>
                      <a:pt x="0" y="5"/>
                      <a:pt x="0" y="3"/>
                    </a:cubicBezTo>
                    <a:cubicBezTo>
                      <a:pt x="0" y="0"/>
                      <a:pt x="4" y="2"/>
                      <a:pt x="6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8" name="Freeform 1707">
                <a:extLst>
                  <a:ext uri="{FF2B5EF4-FFF2-40B4-BE49-F238E27FC236}">
                    <a16:creationId xmlns:a16="http://schemas.microsoft.com/office/drawing/2014/main" id="{19AF5A97-FF0D-43C8-B016-D22612441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829"/>
                <a:ext cx="30" cy="32"/>
              </a:xfrm>
              <a:custGeom>
                <a:avLst/>
                <a:gdLst>
                  <a:gd name="T0" fmla="*/ 125 w 12"/>
                  <a:gd name="T1" fmla="*/ 56 h 12"/>
                  <a:gd name="T2" fmla="*/ 63 w 12"/>
                  <a:gd name="T3" fmla="*/ 21 h 12"/>
                  <a:gd name="T4" fmla="*/ 20 w 12"/>
                  <a:gd name="T5" fmla="*/ 115 h 12"/>
                  <a:gd name="T6" fmla="*/ 158 w 12"/>
                  <a:gd name="T7" fmla="*/ 205 h 12"/>
                  <a:gd name="T8" fmla="*/ 145 w 12"/>
                  <a:gd name="T9" fmla="*/ 7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8" y="3"/>
                    </a:moveTo>
                    <a:cubicBezTo>
                      <a:pt x="7" y="3"/>
                      <a:pt x="6" y="1"/>
                      <a:pt x="4" y="1"/>
                    </a:cubicBezTo>
                    <a:cubicBezTo>
                      <a:pt x="1" y="0"/>
                      <a:pt x="0" y="3"/>
                      <a:pt x="1" y="6"/>
                    </a:cubicBezTo>
                    <a:cubicBezTo>
                      <a:pt x="2" y="8"/>
                      <a:pt x="7" y="12"/>
                      <a:pt x="10" y="11"/>
                    </a:cubicBezTo>
                    <a:cubicBezTo>
                      <a:pt x="12" y="10"/>
                      <a:pt x="11" y="5"/>
                      <a:pt x="9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9" name="Freeform 1708">
                <a:extLst>
                  <a:ext uri="{FF2B5EF4-FFF2-40B4-BE49-F238E27FC236}">
                    <a16:creationId xmlns:a16="http://schemas.microsoft.com/office/drawing/2014/main" id="{E6391D1E-6E74-495B-8E10-C080FFADD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885"/>
                <a:ext cx="30" cy="32"/>
              </a:xfrm>
              <a:custGeom>
                <a:avLst/>
                <a:gdLst>
                  <a:gd name="T0" fmla="*/ 20 w 12"/>
                  <a:gd name="T1" fmla="*/ 56 h 12"/>
                  <a:gd name="T2" fmla="*/ 158 w 12"/>
                  <a:gd name="T3" fmla="*/ 192 h 12"/>
                  <a:gd name="T4" fmla="*/ 20 w 12"/>
                  <a:gd name="T5" fmla="*/ 0 h 12"/>
                  <a:gd name="T6" fmla="*/ 0 w 12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" y="3"/>
                    </a:moveTo>
                    <a:cubicBezTo>
                      <a:pt x="1" y="5"/>
                      <a:pt x="8" y="12"/>
                      <a:pt x="10" y="10"/>
                    </a:cubicBezTo>
                    <a:cubicBezTo>
                      <a:pt x="12" y="7"/>
                      <a:pt x="4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0" name="Freeform 1709">
                <a:extLst>
                  <a:ext uri="{FF2B5EF4-FFF2-40B4-BE49-F238E27FC236}">
                    <a16:creationId xmlns:a16="http://schemas.microsoft.com/office/drawing/2014/main" id="{BDEB75AF-4518-4968-A1E0-F7A4E5845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851"/>
                <a:ext cx="20" cy="37"/>
              </a:xfrm>
              <a:custGeom>
                <a:avLst/>
                <a:gdLst>
                  <a:gd name="T0" fmla="*/ 0 w 8"/>
                  <a:gd name="T1" fmla="*/ 111 h 14"/>
                  <a:gd name="T2" fmla="*/ 95 w 8"/>
                  <a:gd name="T3" fmla="*/ 204 h 14"/>
                  <a:gd name="T4" fmla="*/ 0 w 8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6"/>
                    </a:moveTo>
                    <a:cubicBezTo>
                      <a:pt x="1" y="8"/>
                      <a:pt x="4" y="14"/>
                      <a:pt x="6" y="11"/>
                    </a:cubicBezTo>
                    <a:cubicBezTo>
                      <a:pt x="8" y="8"/>
                      <a:pt x="2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1" name="Freeform 1710">
                <a:extLst>
                  <a:ext uri="{FF2B5EF4-FFF2-40B4-BE49-F238E27FC236}">
                    <a16:creationId xmlns:a16="http://schemas.microsoft.com/office/drawing/2014/main" id="{2E6C69CF-2443-4875-B3A1-B9F6839A5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872"/>
                <a:ext cx="23" cy="35"/>
              </a:xfrm>
              <a:custGeom>
                <a:avLst/>
                <a:gdLst>
                  <a:gd name="T0" fmla="*/ 20 w 9"/>
                  <a:gd name="T1" fmla="*/ 159 h 13"/>
                  <a:gd name="T2" fmla="*/ 97 w 9"/>
                  <a:gd name="T3" fmla="*/ 22 h 13"/>
                  <a:gd name="T4" fmla="*/ 66 w 9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1" y="8"/>
                    </a:moveTo>
                    <a:cubicBezTo>
                      <a:pt x="0" y="5"/>
                      <a:pt x="3" y="0"/>
                      <a:pt x="6" y="1"/>
                    </a:cubicBezTo>
                    <a:cubicBezTo>
                      <a:pt x="9" y="3"/>
                      <a:pt x="5" y="11"/>
                      <a:pt x="4" y="1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2" name="Freeform 1711">
                <a:extLst>
                  <a:ext uri="{FF2B5EF4-FFF2-40B4-BE49-F238E27FC236}">
                    <a16:creationId xmlns:a16="http://schemas.microsoft.com/office/drawing/2014/main" id="{2478C6D8-408D-40C1-91FF-EC8E60A76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840"/>
                <a:ext cx="23" cy="37"/>
              </a:xfrm>
              <a:custGeom>
                <a:avLst/>
                <a:gdLst>
                  <a:gd name="T0" fmla="*/ 20 w 9"/>
                  <a:gd name="T1" fmla="*/ 148 h 14"/>
                  <a:gd name="T2" fmla="*/ 84 w 9"/>
                  <a:gd name="T3" fmla="*/ 225 h 14"/>
                  <a:gd name="T4" fmla="*/ 151 w 9"/>
                  <a:gd name="T5" fmla="*/ 148 h 14"/>
                  <a:gd name="T6" fmla="*/ 51 w 9"/>
                  <a:gd name="T7" fmla="*/ 21 h 14"/>
                  <a:gd name="T8" fmla="*/ 20 w 9"/>
                  <a:gd name="T9" fmla="*/ 1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1" y="8"/>
                    </a:moveTo>
                    <a:cubicBezTo>
                      <a:pt x="3" y="9"/>
                      <a:pt x="3" y="11"/>
                      <a:pt x="5" y="12"/>
                    </a:cubicBezTo>
                    <a:cubicBezTo>
                      <a:pt x="7" y="14"/>
                      <a:pt x="9" y="11"/>
                      <a:pt x="9" y="8"/>
                    </a:cubicBezTo>
                    <a:cubicBezTo>
                      <a:pt x="9" y="6"/>
                      <a:pt x="6" y="0"/>
                      <a:pt x="3" y="1"/>
                    </a:cubicBezTo>
                    <a:cubicBezTo>
                      <a:pt x="1" y="1"/>
                      <a:pt x="0" y="6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3" name="Freeform 1712">
                <a:extLst>
                  <a:ext uri="{FF2B5EF4-FFF2-40B4-BE49-F238E27FC236}">
                    <a16:creationId xmlns:a16="http://schemas.microsoft.com/office/drawing/2014/main" id="{048FF744-32CD-4B12-97A6-92E5876AB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877"/>
                <a:ext cx="25" cy="30"/>
              </a:xfrm>
              <a:custGeom>
                <a:avLst/>
                <a:gdLst>
                  <a:gd name="T0" fmla="*/ 158 w 10"/>
                  <a:gd name="T1" fmla="*/ 185 h 11"/>
                  <a:gd name="T2" fmla="*/ 33 w 10"/>
                  <a:gd name="T3" fmla="*/ 82 h 11"/>
                  <a:gd name="T4" fmla="*/ 113 w 10"/>
                  <a:gd name="T5" fmla="*/ 224 h 11"/>
                  <a:gd name="T6" fmla="*/ 125 w 10"/>
                  <a:gd name="T7" fmla="*/ 20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9"/>
                    </a:moveTo>
                    <a:cubicBezTo>
                      <a:pt x="9" y="6"/>
                      <a:pt x="4" y="0"/>
                      <a:pt x="2" y="4"/>
                    </a:cubicBezTo>
                    <a:cubicBezTo>
                      <a:pt x="0" y="7"/>
                      <a:pt x="6" y="10"/>
                      <a:pt x="7" y="11"/>
                    </a:cubicBezTo>
                    <a:cubicBezTo>
                      <a:pt x="8" y="11"/>
                      <a:pt x="8" y="11"/>
                      <a:pt x="8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4" name="Freeform 1713">
                <a:extLst>
                  <a:ext uri="{FF2B5EF4-FFF2-40B4-BE49-F238E27FC236}">
                    <a16:creationId xmlns:a16="http://schemas.microsoft.com/office/drawing/2014/main" id="{8E502284-7E4E-4449-9F7A-EE2AA699B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867"/>
                <a:ext cx="30" cy="24"/>
              </a:xfrm>
              <a:custGeom>
                <a:avLst/>
                <a:gdLst>
                  <a:gd name="T0" fmla="*/ 125 w 12"/>
                  <a:gd name="T1" fmla="*/ 56 h 9"/>
                  <a:gd name="T2" fmla="*/ 50 w 12"/>
                  <a:gd name="T3" fmla="*/ 21 h 9"/>
                  <a:gd name="T4" fmla="*/ 50 w 12"/>
                  <a:gd name="T5" fmla="*/ 93 h 9"/>
                  <a:gd name="T6" fmla="*/ 158 w 12"/>
                  <a:gd name="T7" fmla="*/ 149 h 9"/>
                  <a:gd name="T8" fmla="*/ 125 w 12"/>
                  <a:gd name="T9" fmla="*/ 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8" y="3"/>
                    </a:moveTo>
                    <a:cubicBezTo>
                      <a:pt x="7" y="2"/>
                      <a:pt x="5" y="0"/>
                      <a:pt x="3" y="1"/>
                    </a:cubicBezTo>
                    <a:cubicBezTo>
                      <a:pt x="0" y="1"/>
                      <a:pt x="1" y="3"/>
                      <a:pt x="3" y="5"/>
                    </a:cubicBezTo>
                    <a:cubicBezTo>
                      <a:pt x="4" y="6"/>
                      <a:pt x="8" y="9"/>
                      <a:pt x="10" y="8"/>
                    </a:cubicBezTo>
                    <a:cubicBezTo>
                      <a:pt x="12" y="6"/>
                      <a:pt x="10" y="3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5" name="Freeform 1714">
                <a:extLst>
                  <a:ext uri="{FF2B5EF4-FFF2-40B4-BE49-F238E27FC236}">
                    <a16:creationId xmlns:a16="http://schemas.microsoft.com/office/drawing/2014/main" id="{6890A22F-DFF4-484B-8035-49B08C938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85"/>
                <a:ext cx="23" cy="24"/>
              </a:xfrm>
              <a:custGeom>
                <a:avLst/>
                <a:gdLst>
                  <a:gd name="T0" fmla="*/ 130 w 9"/>
                  <a:gd name="T1" fmla="*/ 35 h 9"/>
                  <a:gd name="T2" fmla="*/ 66 w 9"/>
                  <a:gd name="T3" fmla="*/ 171 h 9"/>
                  <a:gd name="T4" fmla="*/ 5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9" y="4"/>
                      <a:pt x="7" y="9"/>
                      <a:pt x="4" y="9"/>
                    </a:cubicBezTo>
                    <a:cubicBezTo>
                      <a:pt x="0" y="8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6" name="Freeform 1715">
                <a:extLst>
                  <a:ext uri="{FF2B5EF4-FFF2-40B4-BE49-F238E27FC236}">
                    <a16:creationId xmlns:a16="http://schemas.microsoft.com/office/drawing/2014/main" id="{502540FA-5514-4200-AB6A-184E4EC4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861"/>
                <a:ext cx="30" cy="30"/>
              </a:xfrm>
              <a:custGeom>
                <a:avLst/>
                <a:gdLst>
                  <a:gd name="T0" fmla="*/ 113 w 12"/>
                  <a:gd name="T1" fmla="*/ 224 h 11"/>
                  <a:gd name="T2" fmla="*/ 113 w 12"/>
                  <a:gd name="T3" fmla="*/ 0 h 11"/>
                  <a:gd name="T4" fmla="*/ 33 w 12"/>
                  <a:gd name="T5" fmla="*/ 16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11"/>
                    </a:moveTo>
                    <a:cubicBezTo>
                      <a:pt x="8" y="8"/>
                      <a:pt x="12" y="0"/>
                      <a:pt x="7" y="0"/>
                    </a:cubicBezTo>
                    <a:cubicBezTo>
                      <a:pt x="5" y="0"/>
                      <a:pt x="0" y="7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7" name="Freeform 1716">
                <a:extLst>
                  <a:ext uri="{FF2B5EF4-FFF2-40B4-BE49-F238E27FC236}">
                    <a16:creationId xmlns:a16="http://schemas.microsoft.com/office/drawing/2014/main" id="{370C3A97-DDC8-47B3-888B-D7A5D0D3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843"/>
                <a:ext cx="20" cy="29"/>
              </a:xfrm>
              <a:custGeom>
                <a:avLst/>
                <a:gdLst>
                  <a:gd name="T0" fmla="*/ 125 w 8"/>
                  <a:gd name="T1" fmla="*/ 166 h 11"/>
                  <a:gd name="T2" fmla="*/ 20 w 8"/>
                  <a:gd name="T3" fmla="*/ 76 h 11"/>
                  <a:gd name="T4" fmla="*/ 95 w 8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9"/>
                    </a:moveTo>
                    <a:cubicBezTo>
                      <a:pt x="8" y="6"/>
                      <a:pt x="2" y="0"/>
                      <a:pt x="1" y="4"/>
                    </a:cubicBezTo>
                    <a:cubicBezTo>
                      <a:pt x="0" y="7"/>
                      <a:pt x="4" y="10"/>
                      <a:pt x="6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8" name="Freeform 1717">
                <a:extLst>
                  <a:ext uri="{FF2B5EF4-FFF2-40B4-BE49-F238E27FC236}">
                    <a16:creationId xmlns:a16="http://schemas.microsoft.com/office/drawing/2014/main" id="{E0DB46C0-5572-4F86-A0DB-3F4D87A8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827"/>
                <a:ext cx="20" cy="34"/>
              </a:xfrm>
              <a:custGeom>
                <a:avLst/>
                <a:gdLst>
                  <a:gd name="T0" fmla="*/ 95 w 8"/>
                  <a:gd name="T1" fmla="*/ 199 h 13"/>
                  <a:gd name="T2" fmla="*/ 63 w 8"/>
                  <a:gd name="T3" fmla="*/ 34 h 13"/>
                  <a:gd name="T4" fmla="*/ 83 w 8"/>
                  <a:gd name="T5" fmla="*/ 21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6" y="11"/>
                    </a:moveTo>
                    <a:cubicBezTo>
                      <a:pt x="6" y="9"/>
                      <a:pt x="8" y="0"/>
                      <a:pt x="4" y="2"/>
                    </a:cubicBezTo>
                    <a:cubicBezTo>
                      <a:pt x="0" y="4"/>
                      <a:pt x="1" y="13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89" name="Freeform 1718">
                <a:extLst>
                  <a:ext uri="{FF2B5EF4-FFF2-40B4-BE49-F238E27FC236}">
                    <a16:creationId xmlns:a16="http://schemas.microsoft.com/office/drawing/2014/main" id="{9D98E7C2-4F35-4692-8177-7B2AB476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784"/>
                <a:ext cx="17" cy="35"/>
              </a:xfrm>
              <a:custGeom>
                <a:avLst/>
                <a:gdLst>
                  <a:gd name="T0" fmla="*/ 41 w 7"/>
                  <a:gd name="T1" fmla="*/ 35 h 13"/>
                  <a:gd name="T2" fmla="*/ 70 w 7"/>
                  <a:gd name="T3" fmla="*/ 175 h 13"/>
                  <a:gd name="T4" fmla="*/ 58 w 7"/>
                  <a:gd name="T5" fmla="*/ 3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3" y="2"/>
                    </a:moveTo>
                    <a:cubicBezTo>
                      <a:pt x="1" y="5"/>
                      <a:pt x="0" y="13"/>
                      <a:pt x="5" y="9"/>
                    </a:cubicBezTo>
                    <a:cubicBezTo>
                      <a:pt x="7" y="7"/>
                      <a:pt x="7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0" name="Freeform 1719">
                <a:extLst>
                  <a:ext uri="{FF2B5EF4-FFF2-40B4-BE49-F238E27FC236}">
                    <a16:creationId xmlns:a16="http://schemas.microsoft.com/office/drawing/2014/main" id="{E913B3DF-0913-4C6B-9930-35D0F224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811"/>
                <a:ext cx="35" cy="29"/>
              </a:xfrm>
              <a:custGeom>
                <a:avLst/>
                <a:gdLst>
                  <a:gd name="T0" fmla="*/ 175 w 14"/>
                  <a:gd name="T1" fmla="*/ 124 h 11"/>
                  <a:gd name="T2" fmla="*/ 125 w 14"/>
                  <a:gd name="T3" fmla="*/ 21 h 11"/>
                  <a:gd name="T4" fmla="*/ 175 w 14"/>
                  <a:gd name="T5" fmla="*/ 1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1" y="7"/>
                    </a:moveTo>
                    <a:cubicBezTo>
                      <a:pt x="14" y="4"/>
                      <a:pt x="12" y="0"/>
                      <a:pt x="8" y="1"/>
                    </a:cubicBezTo>
                    <a:cubicBezTo>
                      <a:pt x="0" y="3"/>
                      <a:pt x="5" y="11"/>
                      <a:pt x="11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1" name="Freeform 1720">
                <a:extLst>
                  <a:ext uri="{FF2B5EF4-FFF2-40B4-BE49-F238E27FC236}">
                    <a16:creationId xmlns:a16="http://schemas.microsoft.com/office/drawing/2014/main" id="{C5B9F475-D086-45F6-94C1-3E3773FFC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757"/>
                <a:ext cx="27" cy="35"/>
              </a:xfrm>
              <a:custGeom>
                <a:avLst/>
                <a:gdLst>
                  <a:gd name="T0" fmla="*/ 91 w 11"/>
                  <a:gd name="T1" fmla="*/ 22 h 13"/>
                  <a:gd name="T2" fmla="*/ 71 w 11"/>
                  <a:gd name="T3" fmla="*/ 197 h 13"/>
                  <a:gd name="T4" fmla="*/ 91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1"/>
                    </a:moveTo>
                    <a:cubicBezTo>
                      <a:pt x="1" y="0"/>
                      <a:pt x="0" y="13"/>
                      <a:pt x="5" y="10"/>
                    </a:cubicBezTo>
                    <a:cubicBezTo>
                      <a:pt x="8" y="8"/>
                      <a:pt x="11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2" name="Freeform 1721">
                <a:extLst>
                  <a:ext uri="{FF2B5EF4-FFF2-40B4-BE49-F238E27FC236}">
                    <a16:creationId xmlns:a16="http://schemas.microsoft.com/office/drawing/2014/main" id="{06762D8B-092E-4E83-BB76-001C1E3AF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781"/>
                <a:ext cx="38" cy="38"/>
              </a:xfrm>
              <a:custGeom>
                <a:avLst/>
                <a:gdLst>
                  <a:gd name="T0" fmla="*/ 129 w 15"/>
                  <a:gd name="T1" fmla="*/ 0 h 14"/>
                  <a:gd name="T2" fmla="*/ 51 w 15"/>
                  <a:gd name="T3" fmla="*/ 176 h 14"/>
                  <a:gd name="T4" fmla="*/ 129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cubicBezTo>
                      <a:pt x="5" y="1"/>
                      <a:pt x="0" y="6"/>
                      <a:pt x="3" y="9"/>
                    </a:cubicBezTo>
                    <a:cubicBezTo>
                      <a:pt x="7" y="14"/>
                      <a:pt x="15" y="2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3" name="Freeform 1722">
                <a:extLst>
                  <a:ext uri="{FF2B5EF4-FFF2-40B4-BE49-F238E27FC236}">
                    <a16:creationId xmlns:a16="http://schemas.microsoft.com/office/drawing/2014/main" id="{650380D2-AA66-46CB-80EE-AE341AF6D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773"/>
                <a:ext cx="18" cy="30"/>
              </a:xfrm>
              <a:custGeom>
                <a:avLst/>
                <a:gdLst>
                  <a:gd name="T0" fmla="*/ 100 w 7"/>
                  <a:gd name="T1" fmla="*/ 120 h 11"/>
                  <a:gd name="T2" fmla="*/ 21 w 7"/>
                  <a:gd name="T3" fmla="*/ 104 h 11"/>
                  <a:gd name="T4" fmla="*/ 85 w 7"/>
                  <a:gd name="T5" fmla="*/ 202 h 11"/>
                  <a:gd name="T6" fmla="*/ 100 w 7"/>
                  <a:gd name="T7" fmla="*/ 14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6" y="6"/>
                    </a:moveTo>
                    <a:cubicBezTo>
                      <a:pt x="6" y="2"/>
                      <a:pt x="0" y="0"/>
                      <a:pt x="1" y="5"/>
                    </a:cubicBezTo>
                    <a:cubicBezTo>
                      <a:pt x="1" y="7"/>
                      <a:pt x="4" y="11"/>
                      <a:pt x="5" y="10"/>
                    </a:cubicBezTo>
                    <a:cubicBezTo>
                      <a:pt x="7" y="9"/>
                      <a:pt x="7" y="8"/>
                      <a:pt x="6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4" name="Freeform 1723">
                <a:extLst>
                  <a:ext uri="{FF2B5EF4-FFF2-40B4-BE49-F238E27FC236}">
                    <a16:creationId xmlns:a16="http://schemas.microsoft.com/office/drawing/2014/main" id="{76C39ADC-9974-47AE-BDE3-DA01C8DD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795"/>
                <a:ext cx="20" cy="26"/>
              </a:xfrm>
              <a:custGeom>
                <a:avLst/>
                <a:gdLst>
                  <a:gd name="T0" fmla="*/ 113 w 8"/>
                  <a:gd name="T1" fmla="*/ 68 h 10"/>
                  <a:gd name="T2" fmla="*/ 0 w 8"/>
                  <a:gd name="T3" fmla="*/ 68 h 10"/>
                  <a:gd name="T4" fmla="*/ 113 w 8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7" y="4"/>
                    </a:moveTo>
                    <a:cubicBezTo>
                      <a:pt x="5" y="3"/>
                      <a:pt x="0" y="0"/>
                      <a:pt x="0" y="4"/>
                    </a:cubicBezTo>
                    <a:cubicBezTo>
                      <a:pt x="0" y="7"/>
                      <a:pt x="8" y="10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5" name="Freeform 1724">
                <a:extLst>
                  <a:ext uri="{FF2B5EF4-FFF2-40B4-BE49-F238E27FC236}">
                    <a16:creationId xmlns:a16="http://schemas.microsoft.com/office/drawing/2014/main" id="{53F980E2-D2F5-4989-8B08-DBB58C0EC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779"/>
                <a:ext cx="22" cy="37"/>
              </a:xfrm>
              <a:custGeom>
                <a:avLst/>
                <a:gdLst>
                  <a:gd name="T0" fmla="*/ 90 w 9"/>
                  <a:gd name="T1" fmla="*/ 167 h 14"/>
                  <a:gd name="T2" fmla="*/ 29 w 9"/>
                  <a:gd name="T3" fmla="*/ 90 h 14"/>
                  <a:gd name="T4" fmla="*/ 103 w 9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6" y="9"/>
                    </a:moveTo>
                    <a:cubicBezTo>
                      <a:pt x="9" y="6"/>
                      <a:pt x="5" y="0"/>
                      <a:pt x="2" y="5"/>
                    </a:cubicBezTo>
                    <a:cubicBezTo>
                      <a:pt x="0" y="9"/>
                      <a:pt x="4" y="14"/>
                      <a:pt x="7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6" name="Freeform 1725">
                <a:extLst>
                  <a:ext uri="{FF2B5EF4-FFF2-40B4-BE49-F238E27FC236}">
                    <a16:creationId xmlns:a16="http://schemas.microsoft.com/office/drawing/2014/main" id="{4F5C3031-BB9D-4E4B-9391-3C073C11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811"/>
                <a:ext cx="30" cy="21"/>
              </a:xfrm>
              <a:custGeom>
                <a:avLst/>
                <a:gdLst>
                  <a:gd name="T0" fmla="*/ 125 w 12"/>
                  <a:gd name="T1" fmla="*/ 0 h 8"/>
                  <a:gd name="T2" fmla="*/ 33 w 12"/>
                  <a:gd name="T3" fmla="*/ 76 h 8"/>
                  <a:gd name="T4" fmla="*/ 188 w 12"/>
                  <a:gd name="T5" fmla="*/ 5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5" y="0"/>
                      <a:pt x="0" y="1"/>
                      <a:pt x="2" y="4"/>
                    </a:cubicBezTo>
                    <a:cubicBezTo>
                      <a:pt x="4" y="8"/>
                      <a:pt x="11" y="7"/>
                      <a:pt x="12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7" name="Freeform 1726">
                <a:extLst>
                  <a:ext uri="{FF2B5EF4-FFF2-40B4-BE49-F238E27FC236}">
                    <a16:creationId xmlns:a16="http://schemas.microsoft.com/office/drawing/2014/main" id="{DA60E320-2A6F-405D-86E8-F712E5A2F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813"/>
                <a:ext cx="35" cy="32"/>
              </a:xfrm>
              <a:custGeom>
                <a:avLst/>
                <a:gdLst>
                  <a:gd name="T0" fmla="*/ 125 w 14"/>
                  <a:gd name="T1" fmla="*/ 56 h 12"/>
                  <a:gd name="T2" fmla="*/ 33 w 14"/>
                  <a:gd name="T3" fmla="*/ 115 h 12"/>
                  <a:gd name="T4" fmla="*/ 125 w 14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8" y="3"/>
                    </a:moveTo>
                    <a:cubicBezTo>
                      <a:pt x="6" y="0"/>
                      <a:pt x="0" y="2"/>
                      <a:pt x="2" y="6"/>
                    </a:cubicBezTo>
                    <a:cubicBezTo>
                      <a:pt x="5" y="12"/>
                      <a:pt x="14" y="6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8" name="Freeform 1727">
                <a:extLst>
                  <a:ext uri="{FF2B5EF4-FFF2-40B4-BE49-F238E27FC236}">
                    <a16:creationId xmlns:a16="http://schemas.microsoft.com/office/drawing/2014/main" id="{9C1E6BA2-6E75-48FE-B9D8-B6E3DD9A0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795"/>
                <a:ext cx="25" cy="26"/>
              </a:xfrm>
              <a:custGeom>
                <a:avLst/>
                <a:gdLst>
                  <a:gd name="T0" fmla="*/ 95 w 10"/>
                  <a:gd name="T1" fmla="*/ 122 h 10"/>
                  <a:gd name="T2" fmla="*/ 113 w 10"/>
                  <a:gd name="T3" fmla="*/ 0 h 10"/>
                  <a:gd name="T4" fmla="*/ 95 w 10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7"/>
                    </a:moveTo>
                    <a:cubicBezTo>
                      <a:pt x="9" y="7"/>
                      <a:pt x="10" y="0"/>
                      <a:pt x="7" y="0"/>
                    </a:cubicBezTo>
                    <a:cubicBezTo>
                      <a:pt x="4" y="0"/>
                      <a:pt x="0" y="10"/>
                      <a:pt x="6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9" name="Freeform 1728">
                <a:extLst>
                  <a:ext uri="{FF2B5EF4-FFF2-40B4-BE49-F238E27FC236}">
                    <a16:creationId xmlns:a16="http://schemas.microsoft.com/office/drawing/2014/main" id="{8531D218-F200-43E7-A07E-C4D4B6B80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664"/>
                <a:ext cx="23" cy="27"/>
              </a:xfrm>
              <a:custGeom>
                <a:avLst/>
                <a:gdLst>
                  <a:gd name="T0" fmla="*/ 151 w 9"/>
                  <a:gd name="T1" fmla="*/ 59 h 10"/>
                  <a:gd name="T2" fmla="*/ 33 w 9"/>
                  <a:gd name="T3" fmla="*/ 138 h 10"/>
                  <a:gd name="T4" fmla="*/ 130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3"/>
                    </a:moveTo>
                    <a:cubicBezTo>
                      <a:pt x="8" y="5"/>
                      <a:pt x="5" y="10"/>
                      <a:pt x="2" y="7"/>
                    </a:cubicBezTo>
                    <a:cubicBezTo>
                      <a:pt x="0" y="4"/>
                      <a:pt x="5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0" name="Freeform 1729">
                <a:extLst>
                  <a:ext uri="{FF2B5EF4-FFF2-40B4-BE49-F238E27FC236}">
                    <a16:creationId xmlns:a16="http://schemas.microsoft.com/office/drawing/2014/main" id="{A2D0124A-666B-4CCD-BD5B-C07E4AD62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675"/>
                <a:ext cx="25" cy="34"/>
              </a:xfrm>
              <a:custGeom>
                <a:avLst/>
                <a:gdLst>
                  <a:gd name="T0" fmla="*/ 50 w 10"/>
                  <a:gd name="T1" fmla="*/ 68 h 13"/>
                  <a:gd name="T2" fmla="*/ 113 w 10"/>
                  <a:gd name="T3" fmla="*/ 165 h 13"/>
                  <a:gd name="T4" fmla="*/ 63 w 10"/>
                  <a:gd name="T5" fmla="*/ 6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4"/>
                    </a:moveTo>
                    <a:cubicBezTo>
                      <a:pt x="0" y="7"/>
                      <a:pt x="4" y="13"/>
                      <a:pt x="7" y="9"/>
                    </a:cubicBezTo>
                    <a:cubicBezTo>
                      <a:pt x="10" y="6"/>
                      <a:pt x="8" y="0"/>
                      <a:pt x="4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1" name="Freeform 1730">
                <a:extLst>
                  <a:ext uri="{FF2B5EF4-FFF2-40B4-BE49-F238E27FC236}">
                    <a16:creationId xmlns:a16="http://schemas.microsoft.com/office/drawing/2014/main" id="{78582E3E-37F6-4F8F-BD25-89573717E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744"/>
                <a:ext cx="23" cy="37"/>
              </a:xfrm>
              <a:custGeom>
                <a:avLst/>
                <a:gdLst>
                  <a:gd name="T0" fmla="*/ 84 w 9"/>
                  <a:gd name="T1" fmla="*/ 204 h 14"/>
                  <a:gd name="T2" fmla="*/ 66 w 9"/>
                  <a:gd name="T3" fmla="*/ 21 h 14"/>
                  <a:gd name="T4" fmla="*/ 33 w 9"/>
                  <a:gd name="T5" fmla="*/ 225 h 14"/>
                  <a:gd name="T6" fmla="*/ 118 w 9"/>
                  <a:gd name="T7" fmla="*/ 18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5" y="11"/>
                    </a:moveTo>
                    <a:cubicBezTo>
                      <a:pt x="9" y="9"/>
                      <a:pt x="9" y="0"/>
                      <a:pt x="4" y="1"/>
                    </a:cubicBezTo>
                    <a:cubicBezTo>
                      <a:pt x="2" y="2"/>
                      <a:pt x="0" y="10"/>
                      <a:pt x="2" y="12"/>
                    </a:cubicBezTo>
                    <a:cubicBezTo>
                      <a:pt x="3" y="14"/>
                      <a:pt x="6" y="12"/>
                      <a:pt x="7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2" name="Freeform 1731">
                <a:extLst>
                  <a:ext uri="{FF2B5EF4-FFF2-40B4-BE49-F238E27FC236}">
                    <a16:creationId xmlns:a16="http://schemas.microsoft.com/office/drawing/2014/main" id="{183EF45E-4D36-49F9-8C62-AB6DAA566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715"/>
                <a:ext cx="18" cy="32"/>
              </a:xfrm>
              <a:custGeom>
                <a:avLst/>
                <a:gdLst>
                  <a:gd name="T0" fmla="*/ 100 w 7"/>
                  <a:gd name="T1" fmla="*/ 171 h 12"/>
                  <a:gd name="T2" fmla="*/ 33 w 7"/>
                  <a:gd name="T3" fmla="*/ 77 h 12"/>
                  <a:gd name="T4" fmla="*/ 33 w 7"/>
                  <a:gd name="T5" fmla="*/ 205 h 12"/>
                  <a:gd name="T6" fmla="*/ 100 w 7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6" y="9"/>
                    </a:moveTo>
                    <a:cubicBezTo>
                      <a:pt x="7" y="6"/>
                      <a:pt x="6" y="0"/>
                      <a:pt x="2" y="4"/>
                    </a:cubicBezTo>
                    <a:cubicBezTo>
                      <a:pt x="1" y="5"/>
                      <a:pt x="0" y="9"/>
                      <a:pt x="2" y="11"/>
                    </a:cubicBezTo>
                    <a:cubicBezTo>
                      <a:pt x="3" y="12"/>
                      <a:pt x="6" y="11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3" name="Freeform 1732">
                <a:extLst>
                  <a:ext uri="{FF2B5EF4-FFF2-40B4-BE49-F238E27FC236}">
                    <a16:creationId xmlns:a16="http://schemas.microsoft.com/office/drawing/2014/main" id="{2F5D3DE2-F77D-4EAB-9CE9-2ABF6D89B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1696"/>
                <a:ext cx="25" cy="32"/>
              </a:xfrm>
              <a:custGeom>
                <a:avLst/>
                <a:gdLst>
                  <a:gd name="T0" fmla="*/ 113 w 10"/>
                  <a:gd name="T1" fmla="*/ 136 h 12"/>
                  <a:gd name="T2" fmla="*/ 20 w 10"/>
                  <a:gd name="T3" fmla="*/ 93 h 12"/>
                  <a:gd name="T4" fmla="*/ 95 w 10"/>
                  <a:gd name="T5" fmla="*/ 13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7" y="7"/>
                    </a:moveTo>
                    <a:cubicBezTo>
                      <a:pt x="6" y="4"/>
                      <a:pt x="1" y="0"/>
                      <a:pt x="1" y="5"/>
                    </a:cubicBezTo>
                    <a:cubicBezTo>
                      <a:pt x="0" y="11"/>
                      <a:pt x="10" y="12"/>
                      <a:pt x="6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4" name="Freeform 1733">
                <a:extLst>
                  <a:ext uri="{FF2B5EF4-FFF2-40B4-BE49-F238E27FC236}">
                    <a16:creationId xmlns:a16="http://schemas.microsoft.com/office/drawing/2014/main" id="{2453DC94-D3F8-4FBB-AAC9-4BD47ED41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680"/>
                <a:ext cx="25" cy="24"/>
              </a:xfrm>
              <a:custGeom>
                <a:avLst/>
                <a:gdLst>
                  <a:gd name="T0" fmla="*/ 95 w 10"/>
                  <a:gd name="T1" fmla="*/ 149 h 9"/>
                  <a:gd name="T2" fmla="*/ 83 w 10"/>
                  <a:gd name="T3" fmla="*/ 35 h 9"/>
                  <a:gd name="T4" fmla="*/ 33 w 10"/>
                  <a:gd name="T5" fmla="*/ 149 h 9"/>
                  <a:gd name="T6" fmla="*/ 95 w 10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6" y="8"/>
                    </a:moveTo>
                    <a:cubicBezTo>
                      <a:pt x="8" y="6"/>
                      <a:pt x="10" y="0"/>
                      <a:pt x="5" y="2"/>
                    </a:cubicBezTo>
                    <a:cubicBezTo>
                      <a:pt x="3" y="2"/>
                      <a:pt x="0" y="6"/>
                      <a:pt x="2" y="8"/>
                    </a:cubicBezTo>
                    <a:cubicBezTo>
                      <a:pt x="2" y="9"/>
                      <a:pt x="5" y="9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5" name="Freeform 1734">
                <a:extLst>
                  <a:ext uri="{FF2B5EF4-FFF2-40B4-BE49-F238E27FC236}">
                    <a16:creationId xmlns:a16="http://schemas.microsoft.com/office/drawing/2014/main" id="{FCF2F5A9-07C9-4C9B-9562-6D09E47C5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696"/>
                <a:ext cx="20" cy="35"/>
              </a:xfrm>
              <a:custGeom>
                <a:avLst/>
                <a:gdLst>
                  <a:gd name="T0" fmla="*/ 83 w 8"/>
                  <a:gd name="T1" fmla="*/ 232 h 13"/>
                  <a:gd name="T2" fmla="*/ 20 w 8"/>
                  <a:gd name="T3" fmla="*/ 94 h 13"/>
                  <a:gd name="T4" fmla="*/ 33 w 8"/>
                  <a:gd name="T5" fmla="*/ 232 h 13"/>
                  <a:gd name="T6" fmla="*/ 83 w 8"/>
                  <a:gd name="T7" fmla="*/ 23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5" y="12"/>
                    </a:moveTo>
                    <a:cubicBezTo>
                      <a:pt x="8" y="9"/>
                      <a:pt x="5" y="0"/>
                      <a:pt x="1" y="5"/>
                    </a:cubicBezTo>
                    <a:cubicBezTo>
                      <a:pt x="0" y="6"/>
                      <a:pt x="0" y="12"/>
                      <a:pt x="2" y="12"/>
                    </a:cubicBezTo>
                    <a:cubicBezTo>
                      <a:pt x="3" y="13"/>
                      <a:pt x="5" y="13"/>
                      <a:pt x="5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6" name="Freeform 1735">
                <a:extLst>
                  <a:ext uri="{FF2B5EF4-FFF2-40B4-BE49-F238E27FC236}">
                    <a16:creationId xmlns:a16="http://schemas.microsoft.com/office/drawing/2014/main" id="{95C2E387-73CF-4FA8-BF83-A3F636449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731"/>
                <a:ext cx="23" cy="34"/>
              </a:xfrm>
              <a:custGeom>
                <a:avLst/>
                <a:gdLst>
                  <a:gd name="T0" fmla="*/ 97 w 9"/>
                  <a:gd name="T1" fmla="*/ 199 h 13"/>
                  <a:gd name="T2" fmla="*/ 66 w 9"/>
                  <a:gd name="T3" fmla="*/ 68 h 13"/>
                  <a:gd name="T4" fmla="*/ 33 w 9"/>
                  <a:gd name="T5" fmla="*/ 212 h 13"/>
                  <a:gd name="T6" fmla="*/ 97 w 9"/>
                  <a:gd name="T7" fmla="*/ 19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6" y="11"/>
                    </a:moveTo>
                    <a:cubicBezTo>
                      <a:pt x="8" y="8"/>
                      <a:pt x="9" y="0"/>
                      <a:pt x="4" y="4"/>
                    </a:cubicBezTo>
                    <a:cubicBezTo>
                      <a:pt x="2" y="5"/>
                      <a:pt x="0" y="10"/>
                      <a:pt x="2" y="12"/>
                    </a:cubicBezTo>
                    <a:cubicBezTo>
                      <a:pt x="4" y="13"/>
                      <a:pt x="5" y="12"/>
                      <a:pt x="6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7" name="Freeform 1736">
                <a:extLst>
                  <a:ext uri="{FF2B5EF4-FFF2-40B4-BE49-F238E27FC236}">
                    <a16:creationId xmlns:a16="http://schemas.microsoft.com/office/drawing/2014/main" id="{28F30CE8-2274-49D9-847B-FC3855F52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781"/>
                <a:ext cx="20" cy="35"/>
              </a:xfrm>
              <a:custGeom>
                <a:avLst/>
                <a:gdLst>
                  <a:gd name="T0" fmla="*/ 83 w 8"/>
                  <a:gd name="T1" fmla="*/ 218 h 13"/>
                  <a:gd name="T2" fmla="*/ 63 w 8"/>
                  <a:gd name="T3" fmla="*/ 35 h 13"/>
                  <a:gd name="T4" fmla="*/ 50 w 8"/>
                  <a:gd name="T5" fmla="*/ 2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5" y="11"/>
                    </a:moveTo>
                    <a:cubicBezTo>
                      <a:pt x="6" y="9"/>
                      <a:pt x="8" y="0"/>
                      <a:pt x="4" y="2"/>
                    </a:cubicBezTo>
                    <a:cubicBezTo>
                      <a:pt x="1" y="3"/>
                      <a:pt x="0" y="13"/>
                      <a:pt x="3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8" name="Freeform 1737">
                <a:extLst>
                  <a:ext uri="{FF2B5EF4-FFF2-40B4-BE49-F238E27FC236}">
                    <a16:creationId xmlns:a16="http://schemas.microsoft.com/office/drawing/2014/main" id="{A97D1962-D1AB-41F9-9259-7AF245DD2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763"/>
                <a:ext cx="28" cy="26"/>
              </a:xfrm>
              <a:custGeom>
                <a:avLst/>
                <a:gdLst>
                  <a:gd name="T0" fmla="*/ 51 w 11"/>
                  <a:gd name="T1" fmla="*/ 156 h 10"/>
                  <a:gd name="T2" fmla="*/ 84 w 11"/>
                  <a:gd name="T3" fmla="*/ 21 h 10"/>
                  <a:gd name="T4" fmla="*/ 20 w 11"/>
                  <a:gd name="T5" fmla="*/ 143 h 10"/>
                  <a:gd name="T6" fmla="*/ 64 w 11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3" y="9"/>
                    </a:moveTo>
                    <a:cubicBezTo>
                      <a:pt x="6" y="8"/>
                      <a:pt x="11" y="0"/>
                      <a:pt x="5" y="1"/>
                    </a:cubicBezTo>
                    <a:cubicBezTo>
                      <a:pt x="3" y="1"/>
                      <a:pt x="0" y="6"/>
                      <a:pt x="1" y="8"/>
                    </a:cubicBezTo>
                    <a:cubicBezTo>
                      <a:pt x="2" y="9"/>
                      <a:pt x="3" y="10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9" name="Freeform 1738">
                <a:extLst>
                  <a:ext uri="{FF2B5EF4-FFF2-40B4-BE49-F238E27FC236}">
                    <a16:creationId xmlns:a16="http://schemas.microsoft.com/office/drawing/2014/main" id="{DB82AFF5-1EB8-4C6E-B752-02DF56FB2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712"/>
                <a:ext cx="28" cy="27"/>
              </a:xfrm>
              <a:custGeom>
                <a:avLst/>
                <a:gdLst>
                  <a:gd name="T0" fmla="*/ 97 w 11"/>
                  <a:gd name="T1" fmla="*/ 0 h 10"/>
                  <a:gd name="T2" fmla="*/ 20 w 11"/>
                  <a:gd name="T3" fmla="*/ 81 h 10"/>
                  <a:gd name="T4" fmla="*/ 51 w 11"/>
                  <a:gd name="T5" fmla="*/ 176 h 10"/>
                  <a:gd name="T6" fmla="*/ 97 w 11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cubicBezTo>
                      <a:pt x="4" y="1"/>
                      <a:pt x="3" y="2"/>
                      <a:pt x="1" y="4"/>
                    </a:cubicBezTo>
                    <a:cubicBezTo>
                      <a:pt x="1" y="6"/>
                      <a:pt x="0" y="10"/>
                      <a:pt x="3" y="9"/>
                    </a:cubicBezTo>
                    <a:cubicBezTo>
                      <a:pt x="5" y="8"/>
                      <a:pt x="11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0" name="Freeform 1739">
                <a:extLst>
                  <a:ext uri="{FF2B5EF4-FFF2-40B4-BE49-F238E27FC236}">
                    <a16:creationId xmlns:a16="http://schemas.microsoft.com/office/drawing/2014/main" id="{782816B3-02BB-45A5-BA20-623FB7F8B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723"/>
                <a:ext cx="23" cy="29"/>
              </a:xfrm>
              <a:custGeom>
                <a:avLst/>
                <a:gdLst>
                  <a:gd name="T0" fmla="*/ 51 w 9"/>
                  <a:gd name="T1" fmla="*/ 90 h 11"/>
                  <a:gd name="T2" fmla="*/ 97 w 9"/>
                  <a:gd name="T3" fmla="*/ 166 h 11"/>
                  <a:gd name="T4" fmla="*/ 151 w 9"/>
                  <a:gd name="T5" fmla="*/ 76 h 11"/>
                  <a:gd name="T6" fmla="*/ 66 w 9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3" y="5"/>
                    </a:moveTo>
                    <a:cubicBezTo>
                      <a:pt x="0" y="7"/>
                      <a:pt x="3" y="11"/>
                      <a:pt x="6" y="9"/>
                    </a:cubicBezTo>
                    <a:cubicBezTo>
                      <a:pt x="7" y="8"/>
                      <a:pt x="9" y="5"/>
                      <a:pt x="9" y="4"/>
                    </a:cubicBezTo>
                    <a:cubicBezTo>
                      <a:pt x="8" y="1"/>
                      <a:pt x="5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1" name="Freeform 1740">
                <a:extLst>
                  <a:ext uri="{FF2B5EF4-FFF2-40B4-BE49-F238E27FC236}">
                    <a16:creationId xmlns:a16="http://schemas.microsoft.com/office/drawing/2014/main" id="{73E7226E-7E6B-48F2-9B84-3BD1A8224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744"/>
                <a:ext cx="22" cy="29"/>
              </a:xfrm>
              <a:custGeom>
                <a:avLst/>
                <a:gdLst>
                  <a:gd name="T0" fmla="*/ 120 w 9"/>
                  <a:gd name="T1" fmla="*/ 111 h 11"/>
                  <a:gd name="T2" fmla="*/ 29 w 9"/>
                  <a:gd name="T3" fmla="*/ 111 h 11"/>
                  <a:gd name="T4" fmla="*/ 120 w 9"/>
                  <a:gd name="T5" fmla="*/ 182 h 11"/>
                  <a:gd name="T6" fmla="*/ 120 w 9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6"/>
                    </a:moveTo>
                    <a:cubicBezTo>
                      <a:pt x="7" y="3"/>
                      <a:pt x="0" y="0"/>
                      <a:pt x="2" y="6"/>
                    </a:cubicBezTo>
                    <a:cubicBezTo>
                      <a:pt x="2" y="8"/>
                      <a:pt x="6" y="11"/>
                      <a:pt x="8" y="10"/>
                    </a:cubicBezTo>
                    <a:cubicBezTo>
                      <a:pt x="9" y="9"/>
                      <a:pt x="9" y="7"/>
                      <a:pt x="8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2" name="Freeform 1741">
                <a:extLst>
                  <a:ext uri="{FF2B5EF4-FFF2-40B4-BE49-F238E27FC236}">
                    <a16:creationId xmlns:a16="http://schemas.microsoft.com/office/drawing/2014/main" id="{B9B9C537-F0A1-4C01-AB30-6FD519A9B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728"/>
                <a:ext cx="25" cy="37"/>
              </a:xfrm>
              <a:custGeom>
                <a:avLst/>
                <a:gdLst>
                  <a:gd name="T0" fmla="*/ 83 w 10"/>
                  <a:gd name="T1" fmla="*/ 167 h 14"/>
                  <a:gd name="T2" fmla="*/ 83 w 10"/>
                  <a:gd name="T3" fmla="*/ 56 h 14"/>
                  <a:gd name="T4" fmla="*/ 20 w 10"/>
                  <a:gd name="T5" fmla="*/ 204 h 14"/>
                  <a:gd name="T6" fmla="*/ 95 w 10"/>
                  <a:gd name="T7" fmla="*/ 16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5" y="9"/>
                    </a:moveTo>
                    <a:cubicBezTo>
                      <a:pt x="9" y="8"/>
                      <a:pt x="10" y="0"/>
                      <a:pt x="5" y="3"/>
                    </a:cubicBezTo>
                    <a:cubicBezTo>
                      <a:pt x="4" y="4"/>
                      <a:pt x="0" y="10"/>
                      <a:pt x="1" y="11"/>
                    </a:cubicBezTo>
                    <a:cubicBezTo>
                      <a:pt x="3" y="14"/>
                      <a:pt x="6" y="10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3" name="Freeform 1742">
                <a:extLst>
                  <a:ext uri="{FF2B5EF4-FFF2-40B4-BE49-F238E27FC236}">
                    <a16:creationId xmlns:a16="http://schemas.microsoft.com/office/drawing/2014/main" id="{36E0A5D8-9C4A-4288-86BB-2CC6D745A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765"/>
                <a:ext cx="17" cy="24"/>
              </a:xfrm>
              <a:custGeom>
                <a:avLst/>
                <a:gdLst>
                  <a:gd name="T0" fmla="*/ 100 w 7"/>
                  <a:gd name="T1" fmla="*/ 93 h 9"/>
                  <a:gd name="T2" fmla="*/ 12 w 7"/>
                  <a:gd name="T3" fmla="*/ 93 h 9"/>
                  <a:gd name="T4" fmla="*/ 87 w 7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2"/>
                      <a:pt x="0" y="0"/>
                      <a:pt x="1" y="5"/>
                    </a:cubicBezTo>
                    <a:cubicBezTo>
                      <a:pt x="1" y="7"/>
                      <a:pt x="5" y="9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4" name="Freeform 1743">
                <a:extLst>
                  <a:ext uri="{FF2B5EF4-FFF2-40B4-BE49-F238E27FC236}">
                    <a16:creationId xmlns:a16="http://schemas.microsoft.com/office/drawing/2014/main" id="{A8E9FD3F-4996-41FE-9C76-816C455D5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757"/>
                <a:ext cx="22" cy="32"/>
              </a:xfrm>
              <a:custGeom>
                <a:avLst/>
                <a:gdLst>
                  <a:gd name="T0" fmla="*/ 90 w 9"/>
                  <a:gd name="T1" fmla="*/ 149 h 12"/>
                  <a:gd name="T2" fmla="*/ 120 w 9"/>
                  <a:gd name="T3" fmla="*/ 35 h 12"/>
                  <a:gd name="T4" fmla="*/ 12 w 9"/>
                  <a:gd name="T5" fmla="*/ 149 h 12"/>
                  <a:gd name="T6" fmla="*/ 90 w 9"/>
                  <a:gd name="T7" fmla="*/ 14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6" y="8"/>
                    </a:moveTo>
                    <a:cubicBezTo>
                      <a:pt x="7" y="7"/>
                      <a:pt x="9" y="4"/>
                      <a:pt x="8" y="2"/>
                    </a:cubicBezTo>
                    <a:cubicBezTo>
                      <a:pt x="6" y="0"/>
                      <a:pt x="1" y="6"/>
                      <a:pt x="1" y="8"/>
                    </a:cubicBezTo>
                    <a:cubicBezTo>
                      <a:pt x="0" y="12"/>
                      <a:pt x="5" y="10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5" name="Freeform 1744">
                <a:extLst>
                  <a:ext uri="{FF2B5EF4-FFF2-40B4-BE49-F238E27FC236}">
                    <a16:creationId xmlns:a16="http://schemas.microsoft.com/office/drawing/2014/main" id="{5430D12C-2F92-479E-BBDC-D1B359723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779"/>
                <a:ext cx="25" cy="24"/>
              </a:xfrm>
              <a:custGeom>
                <a:avLst/>
                <a:gdLst>
                  <a:gd name="T0" fmla="*/ 33 w 10"/>
                  <a:gd name="T1" fmla="*/ 0 h 9"/>
                  <a:gd name="T2" fmla="*/ 113 w 10"/>
                  <a:gd name="T3" fmla="*/ 115 h 9"/>
                  <a:gd name="T4" fmla="*/ 33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5" y="0"/>
                      <a:pt x="10" y="3"/>
                      <a:pt x="7" y="6"/>
                    </a:cubicBezTo>
                    <a:cubicBezTo>
                      <a:pt x="4" y="9"/>
                      <a:pt x="0" y="3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6" name="Freeform 1745">
                <a:extLst>
                  <a:ext uri="{FF2B5EF4-FFF2-40B4-BE49-F238E27FC236}">
                    <a16:creationId xmlns:a16="http://schemas.microsoft.com/office/drawing/2014/main" id="{5EE71C22-1FF2-4BDD-92D6-FFB30BEFB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781"/>
                <a:ext cx="28" cy="35"/>
              </a:xfrm>
              <a:custGeom>
                <a:avLst/>
                <a:gdLst>
                  <a:gd name="T0" fmla="*/ 97 w 11"/>
                  <a:gd name="T1" fmla="*/ 218 h 13"/>
                  <a:gd name="T2" fmla="*/ 64 w 11"/>
                  <a:gd name="T3" fmla="*/ 81 h 13"/>
                  <a:gd name="T4" fmla="*/ 97 w 11"/>
                  <a:gd name="T5" fmla="*/ 2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11"/>
                    </a:moveTo>
                    <a:cubicBezTo>
                      <a:pt x="11" y="9"/>
                      <a:pt x="8" y="0"/>
                      <a:pt x="4" y="4"/>
                    </a:cubicBezTo>
                    <a:cubicBezTo>
                      <a:pt x="0" y="7"/>
                      <a:pt x="2" y="13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7" name="Freeform 1746">
                <a:extLst>
                  <a:ext uri="{FF2B5EF4-FFF2-40B4-BE49-F238E27FC236}">
                    <a16:creationId xmlns:a16="http://schemas.microsoft.com/office/drawing/2014/main" id="{CB0FC48E-AD4B-44A9-BBC6-FEFC8F80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771"/>
                <a:ext cx="20" cy="29"/>
              </a:xfrm>
              <a:custGeom>
                <a:avLst/>
                <a:gdLst>
                  <a:gd name="T0" fmla="*/ 83 w 8"/>
                  <a:gd name="T1" fmla="*/ 145 h 11"/>
                  <a:gd name="T2" fmla="*/ 63 w 8"/>
                  <a:gd name="T3" fmla="*/ 34 h 11"/>
                  <a:gd name="T4" fmla="*/ 20 w 8"/>
                  <a:gd name="T5" fmla="*/ 166 h 11"/>
                  <a:gd name="T6" fmla="*/ 63 w 8"/>
                  <a:gd name="T7" fmla="*/ 16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5" y="8"/>
                    </a:moveTo>
                    <a:cubicBezTo>
                      <a:pt x="7" y="7"/>
                      <a:pt x="8" y="0"/>
                      <a:pt x="4" y="2"/>
                    </a:cubicBezTo>
                    <a:cubicBezTo>
                      <a:pt x="2" y="3"/>
                      <a:pt x="0" y="7"/>
                      <a:pt x="1" y="9"/>
                    </a:cubicBezTo>
                    <a:cubicBezTo>
                      <a:pt x="1" y="11"/>
                      <a:pt x="4" y="11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8" name="Freeform 1747">
                <a:extLst>
                  <a:ext uri="{FF2B5EF4-FFF2-40B4-BE49-F238E27FC236}">
                    <a16:creationId xmlns:a16="http://schemas.microsoft.com/office/drawing/2014/main" id="{61B6040E-2817-42D6-8BCD-5E6BE4D9A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757"/>
                <a:ext cx="20" cy="16"/>
              </a:xfrm>
              <a:custGeom>
                <a:avLst/>
                <a:gdLst>
                  <a:gd name="T0" fmla="*/ 63 w 8"/>
                  <a:gd name="T1" fmla="*/ 115 h 6"/>
                  <a:gd name="T2" fmla="*/ 83 w 8"/>
                  <a:gd name="T3" fmla="*/ 0 h 6"/>
                  <a:gd name="T4" fmla="*/ 33 w 8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4" y="6"/>
                    </a:moveTo>
                    <a:cubicBezTo>
                      <a:pt x="5" y="5"/>
                      <a:pt x="8" y="0"/>
                      <a:pt x="5" y="0"/>
                    </a:cubicBezTo>
                    <a:cubicBezTo>
                      <a:pt x="3" y="0"/>
                      <a:pt x="0" y="5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9" name="Freeform 1748">
                <a:extLst>
                  <a:ext uri="{FF2B5EF4-FFF2-40B4-BE49-F238E27FC236}">
                    <a16:creationId xmlns:a16="http://schemas.microsoft.com/office/drawing/2014/main" id="{5E9EAAA3-6D9D-4818-B3DE-6EEA35630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840"/>
                <a:ext cx="20" cy="24"/>
              </a:xfrm>
              <a:custGeom>
                <a:avLst/>
                <a:gdLst>
                  <a:gd name="T0" fmla="*/ 125 w 8"/>
                  <a:gd name="T1" fmla="*/ 136 h 9"/>
                  <a:gd name="T2" fmla="*/ 95 w 8"/>
                  <a:gd name="T3" fmla="*/ 21 h 9"/>
                  <a:gd name="T4" fmla="*/ 20 w 8"/>
                  <a:gd name="T5" fmla="*/ 56 h 9"/>
                  <a:gd name="T6" fmla="*/ 113 w 8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7"/>
                    </a:moveTo>
                    <a:cubicBezTo>
                      <a:pt x="8" y="5"/>
                      <a:pt x="8" y="3"/>
                      <a:pt x="6" y="1"/>
                    </a:cubicBezTo>
                    <a:cubicBezTo>
                      <a:pt x="4" y="0"/>
                      <a:pt x="2" y="0"/>
                      <a:pt x="1" y="3"/>
                    </a:cubicBezTo>
                    <a:cubicBezTo>
                      <a:pt x="0" y="5"/>
                      <a:pt x="5" y="9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0" name="Freeform 1749">
                <a:extLst>
                  <a:ext uri="{FF2B5EF4-FFF2-40B4-BE49-F238E27FC236}">
                    <a16:creationId xmlns:a16="http://schemas.microsoft.com/office/drawing/2014/main" id="{C516B578-ACA2-4DB1-B67C-13138253C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848"/>
                <a:ext cx="27" cy="27"/>
              </a:xfrm>
              <a:custGeom>
                <a:avLst/>
                <a:gdLst>
                  <a:gd name="T0" fmla="*/ 120 w 11"/>
                  <a:gd name="T1" fmla="*/ 22 h 10"/>
                  <a:gd name="T2" fmla="*/ 29 w 11"/>
                  <a:gd name="T3" fmla="*/ 138 h 10"/>
                  <a:gd name="T4" fmla="*/ 133 w 11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8" y="1"/>
                    </a:moveTo>
                    <a:cubicBezTo>
                      <a:pt x="5" y="0"/>
                      <a:pt x="0" y="4"/>
                      <a:pt x="2" y="7"/>
                    </a:cubicBezTo>
                    <a:cubicBezTo>
                      <a:pt x="4" y="10"/>
                      <a:pt x="11" y="4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1" name="Freeform 1750">
                <a:extLst>
                  <a:ext uri="{FF2B5EF4-FFF2-40B4-BE49-F238E27FC236}">
                    <a16:creationId xmlns:a16="http://schemas.microsoft.com/office/drawing/2014/main" id="{FF1D4E9C-96C5-4A23-8880-39B5ACFCC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861"/>
                <a:ext cx="20" cy="38"/>
              </a:xfrm>
              <a:custGeom>
                <a:avLst/>
                <a:gdLst>
                  <a:gd name="T0" fmla="*/ 113 w 8"/>
                  <a:gd name="T1" fmla="*/ 220 h 14"/>
                  <a:gd name="T2" fmla="*/ 20 w 8"/>
                  <a:gd name="T3" fmla="*/ 81 h 14"/>
                  <a:gd name="T4" fmla="*/ 95 w 8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7" y="11"/>
                    </a:moveTo>
                    <a:cubicBezTo>
                      <a:pt x="8" y="8"/>
                      <a:pt x="4" y="0"/>
                      <a:pt x="1" y="4"/>
                    </a:cubicBezTo>
                    <a:cubicBezTo>
                      <a:pt x="0" y="6"/>
                      <a:pt x="3" y="14"/>
                      <a:pt x="6" y="1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2" name="Freeform 1751">
                <a:extLst>
                  <a:ext uri="{FF2B5EF4-FFF2-40B4-BE49-F238E27FC236}">
                    <a16:creationId xmlns:a16="http://schemas.microsoft.com/office/drawing/2014/main" id="{081C172B-299E-495F-B901-2C8D4D18E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848"/>
                <a:ext cx="23" cy="21"/>
              </a:xfrm>
              <a:custGeom>
                <a:avLst/>
                <a:gdLst>
                  <a:gd name="T0" fmla="*/ 97 w 9"/>
                  <a:gd name="T1" fmla="*/ 123 h 8"/>
                  <a:gd name="T2" fmla="*/ 84 w 9"/>
                  <a:gd name="T3" fmla="*/ 0 h 8"/>
                  <a:gd name="T4" fmla="*/ 97 w 9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6" y="7"/>
                    </a:moveTo>
                    <a:cubicBezTo>
                      <a:pt x="9" y="6"/>
                      <a:pt x="8" y="0"/>
                      <a:pt x="5" y="0"/>
                    </a:cubicBezTo>
                    <a:cubicBezTo>
                      <a:pt x="0" y="1"/>
                      <a:pt x="3" y="7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3" name="Freeform 1752">
                <a:extLst>
                  <a:ext uri="{FF2B5EF4-FFF2-40B4-BE49-F238E27FC236}">
                    <a16:creationId xmlns:a16="http://schemas.microsoft.com/office/drawing/2014/main" id="{159A269C-5110-4992-965F-210A90D99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1811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95 w 8"/>
                  <a:gd name="T3" fmla="*/ 115 h 9"/>
                  <a:gd name="T4" fmla="*/ 50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1" y="7"/>
                      <a:pt x="4" y="9"/>
                      <a:pt x="6" y="6"/>
                    </a:cubicBezTo>
                    <a:cubicBezTo>
                      <a:pt x="8" y="4"/>
                      <a:pt x="6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4" name="Freeform 1753">
                <a:extLst>
                  <a:ext uri="{FF2B5EF4-FFF2-40B4-BE49-F238E27FC236}">
                    <a16:creationId xmlns:a16="http://schemas.microsoft.com/office/drawing/2014/main" id="{1B2D35F6-0D89-4BC7-963D-E95F21E3D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792"/>
                <a:ext cx="17" cy="27"/>
              </a:xfrm>
              <a:custGeom>
                <a:avLst/>
                <a:gdLst>
                  <a:gd name="T0" fmla="*/ 0 w 7"/>
                  <a:gd name="T1" fmla="*/ 197 h 10"/>
                  <a:gd name="T2" fmla="*/ 100 w 7"/>
                  <a:gd name="T3" fmla="*/ 81 h 10"/>
                  <a:gd name="T4" fmla="*/ 58 w 7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10"/>
                      <a:pt x="7" y="7"/>
                      <a:pt x="7" y="4"/>
                    </a:cubicBezTo>
                    <a:cubicBezTo>
                      <a:pt x="7" y="2"/>
                      <a:pt x="5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5" name="Freeform 1754">
                <a:extLst>
                  <a:ext uri="{FF2B5EF4-FFF2-40B4-BE49-F238E27FC236}">
                    <a16:creationId xmlns:a16="http://schemas.microsoft.com/office/drawing/2014/main" id="{B8AF7639-B5D0-4E6A-B2FF-1124127A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784"/>
                <a:ext cx="15" cy="24"/>
              </a:xfrm>
              <a:custGeom>
                <a:avLst/>
                <a:gdLst>
                  <a:gd name="T0" fmla="*/ 0 w 6"/>
                  <a:gd name="T1" fmla="*/ 171 h 9"/>
                  <a:gd name="T2" fmla="*/ 33 w 6"/>
                  <a:gd name="T3" fmla="*/ 0 h 9"/>
                  <a:gd name="T4" fmla="*/ 33 w 6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4" y="8"/>
                      <a:pt x="6" y="4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6" name="Freeform 1755">
                <a:extLst>
                  <a:ext uri="{FF2B5EF4-FFF2-40B4-BE49-F238E27FC236}">
                    <a16:creationId xmlns:a16="http://schemas.microsoft.com/office/drawing/2014/main" id="{33563D7D-0914-4B84-BBE5-C7C013FB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805"/>
                <a:ext cx="27" cy="24"/>
              </a:xfrm>
              <a:custGeom>
                <a:avLst/>
                <a:gdLst>
                  <a:gd name="T0" fmla="*/ 91 w 11"/>
                  <a:gd name="T1" fmla="*/ 21 h 9"/>
                  <a:gd name="T2" fmla="*/ 71 w 11"/>
                  <a:gd name="T3" fmla="*/ 136 h 9"/>
                  <a:gd name="T4" fmla="*/ 150 w 11"/>
                  <a:gd name="T5" fmla="*/ 21 h 9"/>
                  <a:gd name="T6" fmla="*/ 103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6" y="1"/>
                    </a:moveTo>
                    <a:cubicBezTo>
                      <a:pt x="3" y="1"/>
                      <a:pt x="0" y="9"/>
                      <a:pt x="5" y="7"/>
                    </a:cubicBezTo>
                    <a:cubicBezTo>
                      <a:pt x="6" y="7"/>
                      <a:pt x="11" y="3"/>
                      <a:pt x="10" y="1"/>
                    </a:cubicBezTo>
                    <a:cubicBezTo>
                      <a:pt x="10" y="0"/>
                      <a:pt x="8" y="0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7" name="Freeform 1756">
                <a:extLst>
                  <a:ext uri="{FF2B5EF4-FFF2-40B4-BE49-F238E27FC236}">
                    <a16:creationId xmlns:a16="http://schemas.microsoft.com/office/drawing/2014/main" id="{6C2EF850-407A-42F5-A52A-02077AD96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800"/>
                <a:ext cx="20" cy="27"/>
              </a:xfrm>
              <a:custGeom>
                <a:avLst/>
                <a:gdLst>
                  <a:gd name="T0" fmla="*/ 20 w 8"/>
                  <a:gd name="T1" fmla="*/ 59 h 10"/>
                  <a:gd name="T2" fmla="*/ 83 w 8"/>
                  <a:gd name="T3" fmla="*/ 176 h 10"/>
                  <a:gd name="T4" fmla="*/ 33 w 8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1" y="3"/>
                    </a:moveTo>
                    <a:cubicBezTo>
                      <a:pt x="0" y="5"/>
                      <a:pt x="2" y="10"/>
                      <a:pt x="5" y="9"/>
                    </a:cubicBezTo>
                    <a:cubicBezTo>
                      <a:pt x="8" y="7"/>
                      <a:pt x="5" y="0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8" name="Freeform 1757">
                <a:extLst>
                  <a:ext uri="{FF2B5EF4-FFF2-40B4-BE49-F238E27FC236}">
                    <a16:creationId xmlns:a16="http://schemas.microsoft.com/office/drawing/2014/main" id="{E037BCFE-86BE-4365-87BE-FF371FC62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808"/>
                <a:ext cx="25" cy="35"/>
              </a:xfrm>
              <a:custGeom>
                <a:avLst/>
                <a:gdLst>
                  <a:gd name="T0" fmla="*/ 50 w 10"/>
                  <a:gd name="T1" fmla="*/ 81 h 13"/>
                  <a:gd name="T2" fmla="*/ 83 w 10"/>
                  <a:gd name="T3" fmla="*/ 218 h 13"/>
                  <a:gd name="T4" fmla="*/ 50 w 10"/>
                  <a:gd name="T5" fmla="*/ 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4"/>
                    </a:moveTo>
                    <a:cubicBezTo>
                      <a:pt x="0" y="7"/>
                      <a:pt x="0" y="13"/>
                      <a:pt x="5" y="11"/>
                    </a:cubicBezTo>
                    <a:cubicBezTo>
                      <a:pt x="10" y="9"/>
                      <a:pt x="7" y="0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9" name="Freeform 1758">
                <a:extLst>
                  <a:ext uri="{FF2B5EF4-FFF2-40B4-BE49-F238E27FC236}">
                    <a16:creationId xmlns:a16="http://schemas.microsoft.com/office/drawing/2014/main" id="{30832EB1-9352-4AD6-9232-9A4098B2C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829"/>
                <a:ext cx="25" cy="40"/>
              </a:xfrm>
              <a:custGeom>
                <a:avLst/>
                <a:gdLst>
                  <a:gd name="T0" fmla="*/ 50 w 10"/>
                  <a:gd name="T1" fmla="*/ 115 h 15"/>
                  <a:gd name="T2" fmla="*/ 113 w 10"/>
                  <a:gd name="T3" fmla="*/ 205 h 15"/>
                  <a:gd name="T4" fmla="*/ 50 w 10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3" y="6"/>
                    </a:moveTo>
                    <a:cubicBezTo>
                      <a:pt x="0" y="9"/>
                      <a:pt x="3" y="15"/>
                      <a:pt x="7" y="11"/>
                    </a:cubicBezTo>
                    <a:cubicBezTo>
                      <a:pt x="10" y="7"/>
                      <a:pt x="5" y="0"/>
                      <a:pt x="3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0" name="Freeform 1759">
                <a:extLst>
                  <a:ext uri="{FF2B5EF4-FFF2-40B4-BE49-F238E27FC236}">
                    <a16:creationId xmlns:a16="http://schemas.microsoft.com/office/drawing/2014/main" id="{B7D1085E-A7A2-45DA-BB2E-CA135FDA2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829"/>
                <a:ext cx="15" cy="19"/>
              </a:xfrm>
              <a:custGeom>
                <a:avLst/>
                <a:gdLst>
                  <a:gd name="T0" fmla="*/ 0 w 6"/>
                  <a:gd name="T1" fmla="*/ 141 h 7"/>
                  <a:gd name="T2" fmla="*/ 50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3" y="6"/>
                      <a:pt x="6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1" name="Freeform 1760">
                <a:extLst>
                  <a:ext uri="{FF2B5EF4-FFF2-40B4-BE49-F238E27FC236}">
                    <a16:creationId xmlns:a16="http://schemas.microsoft.com/office/drawing/2014/main" id="{23E1C761-EEE3-4940-AE7B-D3E45F2AD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827"/>
                <a:ext cx="40" cy="32"/>
              </a:xfrm>
              <a:custGeom>
                <a:avLst/>
                <a:gdLst>
                  <a:gd name="T0" fmla="*/ 175 w 16"/>
                  <a:gd name="T1" fmla="*/ 0 h 12"/>
                  <a:gd name="T2" fmla="*/ 83 w 16"/>
                  <a:gd name="T3" fmla="*/ 171 h 12"/>
                  <a:gd name="T4" fmla="*/ 188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1" y="0"/>
                    </a:moveTo>
                    <a:cubicBezTo>
                      <a:pt x="8" y="1"/>
                      <a:pt x="0" y="6"/>
                      <a:pt x="5" y="9"/>
                    </a:cubicBezTo>
                    <a:cubicBezTo>
                      <a:pt x="10" y="12"/>
                      <a:pt x="16" y="4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2" name="Freeform 1761">
                <a:extLst>
                  <a:ext uri="{FF2B5EF4-FFF2-40B4-BE49-F238E27FC236}">
                    <a16:creationId xmlns:a16="http://schemas.microsoft.com/office/drawing/2014/main" id="{51A66729-1FF1-4B46-B8F0-894ABC06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816"/>
                <a:ext cx="15" cy="40"/>
              </a:xfrm>
              <a:custGeom>
                <a:avLst/>
                <a:gdLst>
                  <a:gd name="T0" fmla="*/ 0 w 6"/>
                  <a:gd name="T1" fmla="*/ 115 h 15"/>
                  <a:gd name="T2" fmla="*/ 83 w 6"/>
                  <a:gd name="T3" fmla="*/ 192 h 15"/>
                  <a:gd name="T4" fmla="*/ 0 w 6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6"/>
                    </a:moveTo>
                    <a:cubicBezTo>
                      <a:pt x="0" y="10"/>
                      <a:pt x="4" y="15"/>
                      <a:pt x="5" y="10"/>
                    </a:cubicBezTo>
                    <a:cubicBezTo>
                      <a:pt x="6" y="6"/>
                      <a:pt x="1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3" name="Freeform 1762">
                <a:extLst>
                  <a:ext uri="{FF2B5EF4-FFF2-40B4-BE49-F238E27FC236}">
                    <a16:creationId xmlns:a16="http://schemas.microsoft.com/office/drawing/2014/main" id="{382B49E4-D087-4F11-94CD-4426C69FC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845"/>
                <a:ext cx="20" cy="24"/>
              </a:xfrm>
              <a:custGeom>
                <a:avLst/>
                <a:gdLst>
                  <a:gd name="T0" fmla="*/ 83 w 8"/>
                  <a:gd name="T1" fmla="*/ 35 h 9"/>
                  <a:gd name="T2" fmla="*/ 63 w 8"/>
                  <a:gd name="T3" fmla="*/ 149 h 9"/>
                  <a:gd name="T4" fmla="*/ 125 w 8"/>
                  <a:gd name="T5" fmla="*/ 35 h 9"/>
                  <a:gd name="T6" fmla="*/ 63 w 8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5" y="2"/>
                    </a:moveTo>
                    <a:cubicBezTo>
                      <a:pt x="1" y="2"/>
                      <a:pt x="0" y="9"/>
                      <a:pt x="4" y="8"/>
                    </a:cubicBezTo>
                    <a:cubicBezTo>
                      <a:pt x="6" y="7"/>
                      <a:pt x="8" y="3"/>
                      <a:pt x="8" y="2"/>
                    </a:cubicBezTo>
                    <a:cubicBezTo>
                      <a:pt x="7" y="1"/>
                      <a:pt x="5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4" name="Freeform 1763">
                <a:extLst>
                  <a:ext uri="{FF2B5EF4-FFF2-40B4-BE49-F238E27FC236}">
                    <a16:creationId xmlns:a16="http://schemas.microsoft.com/office/drawing/2014/main" id="{9754EEFF-6E9B-4D5E-B28A-6FEEB4BD5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904"/>
                <a:ext cx="23" cy="27"/>
              </a:xfrm>
              <a:custGeom>
                <a:avLst/>
                <a:gdLst>
                  <a:gd name="T0" fmla="*/ 97 w 9"/>
                  <a:gd name="T1" fmla="*/ 38 h 10"/>
                  <a:gd name="T2" fmla="*/ 66 w 9"/>
                  <a:gd name="T3" fmla="*/ 176 h 10"/>
                  <a:gd name="T4" fmla="*/ 97 w 9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2"/>
                    </a:moveTo>
                    <a:cubicBezTo>
                      <a:pt x="4" y="3"/>
                      <a:pt x="0" y="9"/>
                      <a:pt x="4" y="9"/>
                    </a:cubicBezTo>
                    <a:cubicBezTo>
                      <a:pt x="9" y="10"/>
                      <a:pt x="9" y="0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5" name="Freeform 1764">
                <a:extLst>
                  <a:ext uri="{FF2B5EF4-FFF2-40B4-BE49-F238E27FC236}">
                    <a16:creationId xmlns:a16="http://schemas.microsoft.com/office/drawing/2014/main" id="{9DBDC3F4-C114-4536-B066-16226430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883"/>
                <a:ext cx="25" cy="40"/>
              </a:xfrm>
              <a:custGeom>
                <a:avLst/>
                <a:gdLst>
                  <a:gd name="T0" fmla="*/ 63 w 10"/>
                  <a:gd name="T1" fmla="*/ 115 h 15"/>
                  <a:gd name="T2" fmla="*/ 83 w 10"/>
                  <a:gd name="T3" fmla="*/ 264 h 15"/>
                  <a:gd name="T4" fmla="*/ 50 w 10"/>
                  <a:gd name="T5" fmla="*/ 1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4" y="6"/>
                    </a:moveTo>
                    <a:cubicBezTo>
                      <a:pt x="0" y="8"/>
                      <a:pt x="1" y="15"/>
                      <a:pt x="5" y="14"/>
                    </a:cubicBezTo>
                    <a:cubicBezTo>
                      <a:pt x="10" y="12"/>
                      <a:pt x="9" y="0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6" name="Freeform 1765">
                <a:extLst>
                  <a:ext uri="{FF2B5EF4-FFF2-40B4-BE49-F238E27FC236}">
                    <a16:creationId xmlns:a16="http://schemas.microsoft.com/office/drawing/2014/main" id="{5AF4AA46-B99C-4325-A497-F68FA85B4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856"/>
                <a:ext cx="25" cy="40"/>
              </a:xfrm>
              <a:custGeom>
                <a:avLst/>
                <a:gdLst>
                  <a:gd name="T0" fmla="*/ 20 w 10"/>
                  <a:gd name="T1" fmla="*/ 93 h 15"/>
                  <a:gd name="T2" fmla="*/ 95 w 10"/>
                  <a:gd name="T3" fmla="*/ 205 h 15"/>
                  <a:gd name="T4" fmla="*/ 33 w 10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" y="5"/>
                    </a:moveTo>
                    <a:cubicBezTo>
                      <a:pt x="0" y="8"/>
                      <a:pt x="3" y="15"/>
                      <a:pt x="6" y="11"/>
                    </a:cubicBezTo>
                    <a:cubicBezTo>
                      <a:pt x="10" y="8"/>
                      <a:pt x="4" y="0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7" name="Freeform 1766">
                <a:extLst>
                  <a:ext uri="{FF2B5EF4-FFF2-40B4-BE49-F238E27FC236}">
                    <a16:creationId xmlns:a16="http://schemas.microsoft.com/office/drawing/2014/main" id="{38454E12-C7DF-4F71-81DB-DF7E3968D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781"/>
                <a:ext cx="18" cy="19"/>
              </a:xfrm>
              <a:custGeom>
                <a:avLst/>
                <a:gdLst>
                  <a:gd name="T0" fmla="*/ 0 w 7"/>
                  <a:gd name="T1" fmla="*/ 117 h 7"/>
                  <a:gd name="T2" fmla="*/ 8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3" y="7"/>
                      <a:pt x="7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8" name="Freeform 1767">
                <a:extLst>
                  <a:ext uri="{FF2B5EF4-FFF2-40B4-BE49-F238E27FC236}">
                    <a16:creationId xmlns:a16="http://schemas.microsoft.com/office/drawing/2014/main" id="{9C39F17B-5774-4C3D-B8C8-7A0B5681F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763"/>
                <a:ext cx="23" cy="26"/>
              </a:xfrm>
              <a:custGeom>
                <a:avLst/>
                <a:gdLst>
                  <a:gd name="T0" fmla="*/ 66 w 9"/>
                  <a:gd name="T1" fmla="*/ 55 h 10"/>
                  <a:gd name="T2" fmla="*/ 84 w 9"/>
                  <a:gd name="T3" fmla="*/ 122 h 10"/>
                  <a:gd name="T4" fmla="*/ 130 w 9"/>
                  <a:gd name="T5" fmla="*/ 34 h 10"/>
                  <a:gd name="T6" fmla="*/ 66 w 9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3"/>
                    </a:moveTo>
                    <a:cubicBezTo>
                      <a:pt x="0" y="3"/>
                      <a:pt x="0" y="10"/>
                      <a:pt x="5" y="7"/>
                    </a:cubicBezTo>
                    <a:cubicBezTo>
                      <a:pt x="6" y="7"/>
                      <a:pt x="9" y="3"/>
                      <a:pt x="8" y="2"/>
                    </a:cubicBezTo>
                    <a:cubicBezTo>
                      <a:pt x="7" y="0"/>
                      <a:pt x="5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39" name="Freeform 1768">
                <a:extLst>
                  <a:ext uri="{FF2B5EF4-FFF2-40B4-BE49-F238E27FC236}">
                    <a16:creationId xmlns:a16="http://schemas.microsoft.com/office/drawing/2014/main" id="{BAC43C2D-56A2-418F-841B-65BAF98C3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731"/>
                <a:ext cx="20" cy="29"/>
              </a:xfrm>
              <a:custGeom>
                <a:avLst/>
                <a:gdLst>
                  <a:gd name="T0" fmla="*/ 125 w 8"/>
                  <a:gd name="T1" fmla="*/ 90 h 11"/>
                  <a:gd name="T2" fmla="*/ 113 w 8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5"/>
                    </a:moveTo>
                    <a:cubicBezTo>
                      <a:pt x="5" y="0"/>
                      <a:pt x="0" y="11"/>
                      <a:pt x="7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0" name="Freeform 1769">
                <a:extLst>
                  <a:ext uri="{FF2B5EF4-FFF2-40B4-BE49-F238E27FC236}">
                    <a16:creationId xmlns:a16="http://schemas.microsoft.com/office/drawing/2014/main" id="{101D77B8-42B0-4556-8E23-E0518D81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715"/>
                <a:ext cx="25" cy="21"/>
              </a:xfrm>
              <a:custGeom>
                <a:avLst/>
                <a:gdLst>
                  <a:gd name="T0" fmla="*/ 113 w 10"/>
                  <a:gd name="T1" fmla="*/ 0 h 8"/>
                  <a:gd name="T2" fmla="*/ 83 w 10"/>
                  <a:gd name="T3" fmla="*/ 123 h 8"/>
                  <a:gd name="T4" fmla="*/ 158 w 10"/>
                  <a:gd name="T5" fmla="*/ 34 h 8"/>
                  <a:gd name="T6" fmla="*/ 113 w 10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7" y="0"/>
                    </a:moveTo>
                    <a:cubicBezTo>
                      <a:pt x="5" y="1"/>
                      <a:pt x="0" y="8"/>
                      <a:pt x="5" y="7"/>
                    </a:cubicBezTo>
                    <a:cubicBezTo>
                      <a:pt x="7" y="7"/>
                      <a:pt x="10" y="5"/>
                      <a:pt x="10" y="2"/>
                    </a:cubicBezTo>
                    <a:cubicBezTo>
                      <a:pt x="10" y="1"/>
                      <a:pt x="8" y="0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1" name="Freeform 1770">
                <a:extLst>
                  <a:ext uri="{FF2B5EF4-FFF2-40B4-BE49-F238E27FC236}">
                    <a16:creationId xmlns:a16="http://schemas.microsoft.com/office/drawing/2014/main" id="{C725CBAA-B894-43B0-84C8-874B5045E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688"/>
                <a:ext cx="28" cy="21"/>
              </a:xfrm>
              <a:custGeom>
                <a:avLst/>
                <a:gdLst>
                  <a:gd name="T0" fmla="*/ 117 w 11"/>
                  <a:gd name="T1" fmla="*/ 21 h 8"/>
                  <a:gd name="T2" fmla="*/ 84 w 11"/>
                  <a:gd name="T3" fmla="*/ 144 h 8"/>
                  <a:gd name="T4" fmla="*/ 181 w 11"/>
                  <a:gd name="T5" fmla="*/ 55 h 8"/>
                  <a:gd name="T6" fmla="*/ 117 w 11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7" y="1"/>
                    </a:moveTo>
                    <a:cubicBezTo>
                      <a:pt x="3" y="1"/>
                      <a:pt x="0" y="8"/>
                      <a:pt x="5" y="8"/>
                    </a:cubicBezTo>
                    <a:cubicBezTo>
                      <a:pt x="7" y="8"/>
                      <a:pt x="11" y="6"/>
                      <a:pt x="11" y="3"/>
                    </a:cubicBezTo>
                    <a:cubicBezTo>
                      <a:pt x="11" y="1"/>
                      <a:pt x="9" y="0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2" name="Freeform 1771">
                <a:extLst>
                  <a:ext uri="{FF2B5EF4-FFF2-40B4-BE49-F238E27FC236}">
                    <a16:creationId xmlns:a16="http://schemas.microsoft.com/office/drawing/2014/main" id="{E7643DED-63A6-4EF9-B258-F7250D5B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66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3" name="Freeform 1772">
                <a:extLst>
                  <a:ext uri="{FF2B5EF4-FFF2-40B4-BE49-F238E27FC236}">
                    <a16:creationId xmlns:a16="http://schemas.microsoft.com/office/drawing/2014/main" id="{FF238122-A222-4D2F-94B6-CCDAE7B4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667"/>
                <a:ext cx="23" cy="21"/>
              </a:xfrm>
              <a:custGeom>
                <a:avLst/>
                <a:gdLst>
                  <a:gd name="T0" fmla="*/ 84 w 9"/>
                  <a:gd name="T1" fmla="*/ 110 h 8"/>
                  <a:gd name="T2" fmla="*/ 66 w 9"/>
                  <a:gd name="T3" fmla="*/ 0 h 8"/>
                  <a:gd name="T4" fmla="*/ 97 w 9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6"/>
                    </a:moveTo>
                    <a:cubicBezTo>
                      <a:pt x="3" y="6"/>
                      <a:pt x="0" y="0"/>
                      <a:pt x="4" y="0"/>
                    </a:cubicBezTo>
                    <a:cubicBezTo>
                      <a:pt x="8" y="0"/>
                      <a:pt x="9" y="8"/>
                      <a:pt x="6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4" name="Freeform 1773">
                <a:extLst>
                  <a:ext uri="{FF2B5EF4-FFF2-40B4-BE49-F238E27FC236}">
                    <a16:creationId xmlns:a16="http://schemas.microsoft.com/office/drawing/2014/main" id="{D295CDE7-B59A-4D13-AEE5-4D7E1B879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643"/>
                <a:ext cx="33" cy="24"/>
              </a:xfrm>
              <a:custGeom>
                <a:avLst/>
                <a:gdLst>
                  <a:gd name="T0" fmla="*/ 147 w 13"/>
                  <a:gd name="T1" fmla="*/ 0 h 9"/>
                  <a:gd name="T2" fmla="*/ 51 w 13"/>
                  <a:gd name="T3" fmla="*/ 93 h 9"/>
                  <a:gd name="T4" fmla="*/ 160 w 13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9" y="0"/>
                    </a:moveTo>
                    <a:cubicBezTo>
                      <a:pt x="7" y="0"/>
                      <a:pt x="0" y="2"/>
                      <a:pt x="3" y="5"/>
                    </a:cubicBezTo>
                    <a:cubicBezTo>
                      <a:pt x="5" y="9"/>
                      <a:pt x="13" y="3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5" name="Freeform 1774">
                <a:extLst>
                  <a:ext uri="{FF2B5EF4-FFF2-40B4-BE49-F238E27FC236}">
                    <a16:creationId xmlns:a16="http://schemas.microsoft.com/office/drawing/2014/main" id="{3DACA8E7-203C-43D7-AD2D-53517921B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640"/>
                <a:ext cx="37" cy="21"/>
              </a:xfrm>
              <a:custGeom>
                <a:avLst/>
                <a:gdLst>
                  <a:gd name="T0" fmla="*/ 133 w 15"/>
                  <a:gd name="T1" fmla="*/ 0 h 8"/>
                  <a:gd name="T2" fmla="*/ 62 w 15"/>
                  <a:gd name="T3" fmla="*/ 89 h 8"/>
                  <a:gd name="T4" fmla="*/ 153 w 1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9" y="0"/>
                    </a:moveTo>
                    <a:cubicBezTo>
                      <a:pt x="6" y="0"/>
                      <a:pt x="0" y="3"/>
                      <a:pt x="4" y="5"/>
                    </a:cubicBezTo>
                    <a:cubicBezTo>
                      <a:pt x="7" y="8"/>
                      <a:pt x="15" y="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6" name="Freeform 1775">
                <a:extLst>
                  <a:ext uri="{FF2B5EF4-FFF2-40B4-BE49-F238E27FC236}">
                    <a16:creationId xmlns:a16="http://schemas.microsoft.com/office/drawing/2014/main" id="{8EB90ECA-46DB-4B70-AD34-4D769A5F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661"/>
                <a:ext cx="27" cy="27"/>
              </a:xfrm>
              <a:custGeom>
                <a:avLst/>
                <a:gdLst>
                  <a:gd name="T0" fmla="*/ 103 w 11"/>
                  <a:gd name="T1" fmla="*/ 0 h 10"/>
                  <a:gd name="T2" fmla="*/ 61 w 11"/>
                  <a:gd name="T3" fmla="*/ 159 h 10"/>
                  <a:gd name="T4" fmla="*/ 120 w 11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4" y="1"/>
                      <a:pt x="0" y="6"/>
                      <a:pt x="4" y="8"/>
                    </a:cubicBezTo>
                    <a:cubicBezTo>
                      <a:pt x="8" y="10"/>
                      <a:pt x="11" y="1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7" name="Freeform 1776">
                <a:extLst>
                  <a:ext uri="{FF2B5EF4-FFF2-40B4-BE49-F238E27FC236}">
                    <a16:creationId xmlns:a16="http://schemas.microsoft.com/office/drawing/2014/main" id="{77FC255B-6732-4740-8B21-81074E484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677"/>
                <a:ext cx="18" cy="35"/>
              </a:xfrm>
              <a:custGeom>
                <a:avLst/>
                <a:gdLst>
                  <a:gd name="T0" fmla="*/ 0 w 7"/>
                  <a:gd name="T1" fmla="*/ 81 h 13"/>
                  <a:gd name="T2" fmla="*/ 33 w 7"/>
                  <a:gd name="T3" fmla="*/ 23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4"/>
                    </a:moveTo>
                    <a:cubicBezTo>
                      <a:pt x="5" y="0"/>
                      <a:pt x="7" y="13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8" name="Freeform 1777">
                <a:extLst>
                  <a:ext uri="{FF2B5EF4-FFF2-40B4-BE49-F238E27FC236}">
                    <a16:creationId xmlns:a16="http://schemas.microsoft.com/office/drawing/2014/main" id="{89C7BB9A-692C-4E51-A2D4-9AFA38BE7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659"/>
                <a:ext cx="25" cy="26"/>
              </a:xfrm>
              <a:custGeom>
                <a:avLst/>
                <a:gdLst>
                  <a:gd name="T0" fmla="*/ 33 w 10"/>
                  <a:gd name="T1" fmla="*/ 156 h 10"/>
                  <a:gd name="T2" fmla="*/ 95 w 10"/>
                  <a:gd name="T3" fmla="*/ 34 h 10"/>
                  <a:gd name="T4" fmla="*/ 33 w 10"/>
                  <a:gd name="T5" fmla="*/ 14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2" y="9"/>
                    </a:moveTo>
                    <a:cubicBezTo>
                      <a:pt x="6" y="10"/>
                      <a:pt x="10" y="3"/>
                      <a:pt x="6" y="2"/>
                    </a:cubicBezTo>
                    <a:cubicBezTo>
                      <a:pt x="3" y="0"/>
                      <a:pt x="0" y="5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49" name="Freeform 1778">
                <a:extLst>
                  <a:ext uri="{FF2B5EF4-FFF2-40B4-BE49-F238E27FC236}">
                    <a16:creationId xmlns:a16="http://schemas.microsoft.com/office/drawing/2014/main" id="{EB9F990E-F013-44E3-8C3A-FF09452F5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648"/>
                <a:ext cx="30" cy="19"/>
              </a:xfrm>
              <a:custGeom>
                <a:avLst/>
                <a:gdLst>
                  <a:gd name="T0" fmla="*/ 125 w 12"/>
                  <a:gd name="T1" fmla="*/ 0 h 7"/>
                  <a:gd name="T2" fmla="*/ 95 w 12"/>
                  <a:gd name="T3" fmla="*/ 141 h 7"/>
                  <a:gd name="T4" fmla="*/ 188 w 12"/>
                  <a:gd name="T5" fmla="*/ 60 h 7"/>
                  <a:gd name="T6" fmla="*/ 145 w 1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8" y="0"/>
                    </a:moveTo>
                    <a:cubicBezTo>
                      <a:pt x="5" y="1"/>
                      <a:pt x="0" y="6"/>
                      <a:pt x="6" y="7"/>
                    </a:cubicBezTo>
                    <a:cubicBezTo>
                      <a:pt x="8" y="7"/>
                      <a:pt x="11" y="6"/>
                      <a:pt x="12" y="3"/>
                    </a:cubicBezTo>
                    <a:cubicBezTo>
                      <a:pt x="12" y="2"/>
                      <a:pt x="11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0" name="Freeform 1779">
                <a:extLst>
                  <a:ext uri="{FF2B5EF4-FFF2-40B4-BE49-F238E27FC236}">
                    <a16:creationId xmlns:a16="http://schemas.microsoft.com/office/drawing/2014/main" id="{BD6AE65C-C28F-4834-8449-52D27952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653"/>
                <a:ext cx="27" cy="24"/>
              </a:xfrm>
              <a:custGeom>
                <a:avLst/>
                <a:gdLst>
                  <a:gd name="T0" fmla="*/ 120 w 11"/>
                  <a:gd name="T1" fmla="*/ 35 h 9"/>
                  <a:gd name="T2" fmla="*/ 61 w 11"/>
                  <a:gd name="T3" fmla="*/ 136 h 9"/>
                  <a:gd name="T4" fmla="*/ 162 w 11"/>
                  <a:gd name="T5" fmla="*/ 136 h 9"/>
                  <a:gd name="T6" fmla="*/ 120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8" y="2"/>
                    </a:moveTo>
                    <a:cubicBezTo>
                      <a:pt x="4" y="0"/>
                      <a:pt x="0" y="4"/>
                      <a:pt x="4" y="7"/>
                    </a:cubicBezTo>
                    <a:cubicBezTo>
                      <a:pt x="6" y="8"/>
                      <a:pt x="9" y="9"/>
                      <a:pt x="11" y="7"/>
                    </a:cubicBezTo>
                    <a:cubicBezTo>
                      <a:pt x="11" y="5"/>
                      <a:pt x="10" y="2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1" name="Freeform 1780">
                <a:extLst>
                  <a:ext uri="{FF2B5EF4-FFF2-40B4-BE49-F238E27FC236}">
                    <a16:creationId xmlns:a16="http://schemas.microsoft.com/office/drawing/2014/main" id="{173B148C-3607-4888-BE54-A998F11FE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1667"/>
                <a:ext cx="17" cy="24"/>
              </a:xfrm>
              <a:custGeom>
                <a:avLst/>
                <a:gdLst>
                  <a:gd name="T0" fmla="*/ 29 w 7"/>
                  <a:gd name="T1" fmla="*/ 56 h 9"/>
                  <a:gd name="T2" fmla="*/ 100 w 7"/>
                  <a:gd name="T3" fmla="*/ 93 h 9"/>
                  <a:gd name="T4" fmla="*/ 58 w 7"/>
                  <a:gd name="T5" fmla="*/ 0 h 9"/>
                  <a:gd name="T6" fmla="*/ 29 w 7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2" y="3"/>
                    </a:moveTo>
                    <a:cubicBezTo>
                      <a:pt x="0" y="7"/>
                      <a:pt x="7" y="9"/>
                      <a:pt x="7" y="5"/>
                    </a:cubicBezTo>
                    <a:cubicBezTo>
                      <a:pt x="7" y="3"/>
                      <a:pt x="6" y="1"/>
                      <a:pt x="4" y="0"/>
                    </a:cubicBezTo>
                    <a:cubicBezTo>
                      <a:pt x="4" y="0"/>
                      <a:pt x="2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2" name="Freeform 1781">
                <a:extLst>
                  <a:ext uri="{FF2B5EF4-FFF2-40B4-BE49-F238E27FC236}">
                    <a16:creationId xmlns:a16="http://schemas.microsoft.com/office/drawing/2014/main" id="{BBBE29A7-9C6F-4453-B706-2C87C6243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675"/>
                <a:ext cx="22" cy="21"/>
              </a:xfrm>
              <a:custGeom>
                <a:avLst/>
                <a:gdLst>
                  <a:gd name="T0" fmla="*/ 71 w 9"/>
                  <a:gd name="T1" fmla="*/ 0 h 8"/>
                  <a:gd name="T2" fmla="*/ 42 w 9"/>
                  <a:gd name="T3" fmla="*/ 123 h 8"/>
                  <a:gd name="T4" fmla="*/ 71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3" y="0"/>
                      <a:pt x="0" y="6"/>
                      <a:pt x="3" y="7"/>
                    </a:cubicBezTo>
                    <a:cubicBezTo>
                      <a:pt x="7" y="8"/>
                      <a:pt x="9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3" name="Freeform 1782">
                <a:extLst>
                  <a:ext uri="{FF2B5EF4-FFF2-40B4-BE49-F238E27FC236}">
                    <a16:creationId xmlns:a16="http://schemas.microsoft.com/office/drawing/2014/main" id="{B938EB1A-81DF-4470-B967-53FC6C77D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693"/>
                <a:ext cx="25" cy="19"/>
              </a:xfrm>
              <a:custGeom>
                <a:avLst/>
                <a:gdLst>
                  <a:gd name="T0" fmla="*/ 113 w 10"/>
                  <a:gd name="T1" fmla="*/ 0 h 7"/>
                  <a:gd name="T2" fmla="*/ 50 w 10"/>
                  <a:gd name="T3" fmla="*/ 103 h 7"/>
                  <a:gd name="T4" fmla="*/ 145 w 10"/>
                  <a:gd name="T5" fmla="*/ 0 h 7"/>
                  <a:gd name="T6" fmla="*/ 113 w 10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7" y="0"/>
                    </a:moveTo>
                    <a:cubicBezTo>
                      <a:pt x="5" y="0"/>
                      <a:pt x="0" y="3"/>
                      <a:pt x="3" y="5"/>
                    </a:cubicBezTo>
                    <a:cubicBezTo>
                      <a:pt x="6" y="7"/>
                      <a:pt x="10" y="3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4" name="Freeform 1783">
                <a:extLst>
                  <a:ext uri="{FF2B5EF4-FFF2-40B4-BE49-F238E27FC236}">
                    <a16:creationId xmlns:a16="http://schemas.microsoft.com/office/drawing/2014/main" id="{575A31CD-8C1A-4AAF-AE39-0CF315B88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707"/>
                <a:ext cx="23" cy="21"/>
              </a:xfrm>
              <a:custGeom>
                <a:avLst/>
                <a:gdLst>
                  <a:gd name="T0" fmla="*/ 84 w 9"/>
                  <a:gd name="T1" fmla="*/ 21 h 8"/>
                  <a:gd name="T2" fmla="*/ 51 w 9"/>
                  <a:gd name="T3" fmla="*/ 123 h 8"/>
                  <a:gd name="T4" fmla="*/ 97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1"/>
                    </a:moveTo>
                    <a:cubicBezTo>
                      <a:pt x="3" y="1"/>
                      <a:pt x="0" y="6"/>
                      <a:pt x="3" y="7"/>
                    </a:cubicBezTo>
                    <a:cubicBezTo>
                      <a:pt x="6" y="8"/>
                      <a:pt x="9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5" name="Freeform 1784">
                <a:extLst>
                  <a:ext uri="{FF2B5EF4-FFF2-40B4-BE49-F238E27FC236}">
                    <a16:creationId xmlns:a16="http://schemas.microsoft.com/office/drawing/2014/main" id="{0182F3DD-B8A6-49E3-B950-6C8C40027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696"/>
                <a:ext cx="25" cy="19"/>
              </a:xfrm>
              <a:custGeom>
                <a:avLst/>
                <a:gdLst>
                  <a:gd name="T0" fmla="*/ 145 w 10"/>
                  <a:gd name="T1" fmla="*/ 22 h 7"/>
                  <a:gd name="T2" fmla="*/ 63 w 10"/>
                  <a:gd name="T3" fmla="*/ 117 h 7"/>
                  <a:gd name="T4" fmla="*/ 158 w 10"/>
                  <a:gd name="T5" fmla="*/ 60 h 7"/>
                  <a:gd name="T6" fmla="*/ 125 w 10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9" y="1"/>
                    </a:moveTo>
                    <a:cubicBezTo>
                      <a:pt x="6" y="0"/>
                      <a:pt x="0" y="5"/>
                      <a:pt x="4" y="6"/>
                    </a:cubicBezTo>
                    <a:cubicBezTo>
                      <a:pt x="6" y="7"/>
                      <a:pt x="10" y="5"/>
                      <a:pt x="10" y="3"/>
                    </a:cubicBezTo>
                    <a:cubicBezTo>
                      <a:pt x="10" y="2"/>
                      <a:pt x="9" y="1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6" name="Freeform 1785">
                <a:extLst>
                  <a:ext uri="{FF2B5EF4-FFF2-40B4-BE49-F238E27FC236}">
                    <a16:creationId xmlns:a16="http://schemas.microsoft.com/office/drawing/2014/main" id="{EEBD6BCE-553C-4337-82C5-8E431677F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728"/>
                <a:ext cx="40" cy="21"/>
              </a:xfrm>
              <a:custGeom>
                <a:avLst/>
                <a:gdLst>
                  <a:gd name="T0" fmla="*/ 125 w 16"/>
                  <a:gd name="T1" fmla="*/ 0 h 8"/>
                  <a:gd name="T2" fmla="*/ 50 w 16"/>
                  <a:gd name="T3" fmla="*/ 34 h 8"/>
                  <a:gd name="T4" fmla="*/ 50 w 16"/>
                  <a:gd name="T5" fmla="*/ 123 h 8"/>
                  <a:gd name="T6" fmla="*/ 145 w 16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0"/>
                    </a:moveTo>
                    <a:cubicBezTo>
                      <a:pt x="7" y="0"/>
                      <a:pt x="5" y="0"/>
                      <a:pt x="3" y="2"/>
                    </a:cubicBezTo>
                    <a:cubicBezTo>
                      <a:pt x="1" y="3"/>
                      <a:pt x="0" y="6"/>
                      <a:pt x="3" y="7"/>
                    </a:cubicBezTo>
                    <a:cubicBezTo>
                      <a:pt x="8" y="8"/>
                      <a:pt x="16" y="4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7" name="Freeform 1786">
                <a:extLst>
                  <a:ext uri="{FF2B5EF4-FFF2-40B4-BE49-F238E27FC236}">
                    <a16:creationId xmlns:a16="http://schemas.microsoft.com/office/drawing/2014/main" id="{71EEF3CE-5518-47A9-A23C-BF5DA7229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739"/>
                <a:ext cx="23" cy="32"/>
              </a:xfrm>
              <a:custGeom>
                <a:avLst/>
                <a:gdLst>
                  <a:gd name="T0" fmla="*/ 33 w 9"/>
                  <a:gd name="T1" fmla="*/ 56 h 12"/>
                  <a:gd name="T2" fmla="*/ 97 w 9"/>
                  <a:gd name="T3" fmla="*/ 192 h 12"/>
                  <a:gd name="T4" fmla="*/ 66 w 9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2" y="3"/>
                    </a:moveTo>
                    <a:cubicBezTo>
                      <a:pt x="0" y="5"/>
                      <a:pt x="2" y="12"/>
                      <a:pt x="6" y="10"/>
                    </a:cubicBezTo>
                    <a:cubicBezTo>
                      <a:pt x="9" y="8"/>
                      <a:pt x="7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8" name="Freeform 1787">
                <a:extLst>
                  <a:ext uri="{FF2B5EF4-FFF2-40B4-BE49-F238E27FC236}">
                    <a16:creationId xmlns:a16="http://schemas.microsoft.com/office/drawing/2014/main" id="{52C92180-6964-4537-9CF7-7E7553826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760"/>
                <a:ext cx="25" cy="21"/>
              </a:xfrm>
              <a:custGeom>
                <a:avLst/>
                <a:gdLst>
                  <a:gd name="T0" fmla="*/ 95 w 10"/>
                  <a:gd name="T1" fmla="*/ 0 h 8"/>
                  <a:gd name="T2" fmla="*/ 83 w 10"/>
                  <a:gd name="T3" fmla="*/ 144 h 8"/>
                  <a:gd name="T4" fmla="*/ 113 w 10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4" y="2"/>
                      <a:pt x="0" y="7"/>
                      <a:pt x="5" y="8"/>
                    </a:cubicBezTo>
                    <a:cubicBezTo>
                      <a:pt x="8" y="8"/>
                      <a:pt x="10" y="1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59" name="Freeform 1788">
                <a:extLst>
                  <a:ext uri="{FF2B5EF4-FFF2-40B4-BE49-F238E27FC236}">
                    <a16:creationId xmlns:a16="http://schemas.microsoft.com/office/drawing/2014/main" id="{B4889CB9-BB63-48D0-922C-6088507BE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768"/>
                <a:ext cx="27" cy="32"/>
              </a:xfrm>
              <a:custGeom>
                <a:avLst/>
                <a:gdLst>
                  <a:gd name="T0" fmla="*/ 103 w 11"/>
                  <a:gd name="T1" fmla="*/ 56 h 12"/>
                  <a:gd name="T2" fmla="*/ 42 w 11"/>
                  <a:gd name="T3" fmla="*/ 149 h 12"/>
                  <a:gd name="T4" fmla="*/ 103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7" y="3"/>
                    </a:moveTo>
                    <a:cubicBezTo>
                      <a:pt x="4" y="0"/>
                      <a:pt x="0" y="5"/>
                      <a:pt x="3" y="8"/>
                    </a:cubicBezTo>
                    <a:cubicBezTo>
                      <a:pt x="7" y="12"/>
                      <a:pt x="11" y="5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0" name="Freeform 1789">
                <a:extLst>
                  <a:ext uri="{FF2B5EF4-FFF2-40B4-BE49-F238E27FC236}">
                    <a16:creationId xmlns:a16="http://schemas.microsoft.com/office/drawing/2014/main" id="{74CF0D8B-26F6-4CAE-8A0C-002FCACF4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44"/>
                <a:ext cx="30" cy="32"/>
              </a:xfrm>
              <a:custGeom>
                <a:avLst/>
                <a:gdLst>
                  <a:gd name="T0" fmla="*/ 125 w 12"/>
                  <a:gd name="T1" fmla="*/ 35 h 12"/>
                  <a:gd name="T2" fmla="*/ 0 w 12"/>
                  <a:gd name="T3" fmla="*/ 115 h 12"/>
                  <a:gd name="T4" fmla="*/ 145 w 12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8" y="2"/>
                    </a:moveTo>
                    <a:cubicBezTo>
                      <a:pt x="5" y="0"/>
                      <a:pt x="0" y="2"/>
                      <a:pt x="0" y="6"/>
                    </a:cubicBezTo>
                    <a:cubicBezTo>
                      <a:pt x="0" y="12"/>
                      <a:pt x="12" y="6"/>
                      <a:pt x="9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1" name="Freeform 1790">
                <a:extLst>
                  <a:ext uri="{FF2B5EF4-FFF2-40B4-BE49-F238E27FC236}">
                    <a16:creationId xmlns:a16="http://schemas.microsoft.com/office/drawing/2014/main" id="{296E0D2A-6EF1-4C1B-8713-39988092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31"/>
                <a:ext cx="25" cy="29"/>
              </a:xfrm>
              <a:custGeom>
                <a:avLst/>
                <a:gdLst>
                  <a:gd name="T0" fmla="*/ 113 w 10"/>
                  <a:gd name="T1" fmla="*/ 21 h 11"/>
                  <a:gd name="T2" fmla="*/ 33 w 10"/>
                  <a:gd name="T3" fmla="*/ 21 h 11"/>
                  <a:gd name="T4" fmla="*/ 50 w 10"/>
                  <a:gd name="T5" fmla="*/ 124 h 11"/>
                  <a:gd name="T6" fmla="*/ 95 w 10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7" y="1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1" y="6"/>
                      <a:pt x="3" y="7"/>
                    </a:cubicBezTo>
                    <a:cubicBezTo>
                      <a:pt x="8" y="11"/>
                      <a:pt x="10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2" name="Freeform 1791">
                <a:extLst>
                  <a:ext uri="{FF2B5EF4-FFF2-40B4-BE49-F238E27FC236}">
                    <a16:creationId xmlns:a16="http://schemas.microsoft.com/office/drawing/2014/main" id="{AF77F07A-49FE-46CB-810F-A5ADCE532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715"/>
                <a:ext cx="30" cy="24"/>
              </a:xfrm>
              <a:custGeom>
                <a:avLst/>
                <a:gdLst>
                  <a:gd name="T0" fmla="*/ 125 w 12"/>
                  <a:gd name="T1" fmla="*/ 21 h 9"/>
                  <a:gd name="T2" fmla="*/ 63 w 12"/>
                  <a:gd name="T3" fmla="*/ 35 h 9"/>
                  <a:gd name="T4" fmla="*/ 50 w 12"/>
                  <a:gd name="T5" fmla="*/ 149 h 9"/>
                  <a:gd name="T6" fmla="*/ 113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8" y="1"/>
                    </a:moveTo>
                    <a:cubicBezTo>
                      <a:pt x="6" y="1"/>
                      <a:pt x="5" y="1"/>
                      <a:pt x="4" y="2"/>
                    </a:cubicBezTo>
                    <a:cubicBezTo>
                      <a:pt x="3" y="4"/>
                      <a:pt x="0" y="7"/>
                      <a:pt x="3" y="8"/>
                    </a:cubicBezTo>
                    <a:cubicBezTo>
                      <a:pt x="7" y="9"/>
                      <a:pt x="12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3" name="Freeform 1792">
                <a:extLst>
                  <a:ext uri="{FF2B5EF4-FFF2-40B4-BE49-F238E27FC236}">
                    <a16:creationId xmlns:a16="http://schemas.microsoft.com/office/drawing/2014/main" id="{412EC57C-4305-4B5F-9DF1-94A3BB77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03"/>
                <a:ext cx="27" cy="13"/>
              </a:xfrm>
              <a:custGeom>
                <a:avLst/>
                <a:gdLst>
                  <a:gd name="T0" fmla="*/ 103 w 11"/>
                  <a:gd name="T1" fmla="*/ 0 h 5"/>
                  <a:gd name="T2" fmla="*/ 42 w 11"/>
                  <a:gd name="T3" fmla="*/ 21 h 5"/>
                  <a:gd name="T4" fmla="*/ 71 w 11"/>
                  <a:gd name="T5" fmla="*/ 88 h 5"/>
                  <a:gd name="T6" fmla="*/ 150 w 11"/>
                  <a:gd name="T7" fmla="*/ 34 h 5"/>
                  <a:gd name="T8" fmla="*/ 103 w 1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2" y="4"/>
                      <a:pt x="5" y="5"/>
                    </a:cubicBezTo>
                    <a:cubicBezTo>
                      <a:pt x="6" y="5"/>
                      <a:pt x="11" y="5"/>
                      <a:pt x="10" y="2"/>
                    </a:cubicBezTo>
                    <a:cubicBezTo>
                      <a:pt x="10" y="0"/>
                      <a:pt x="8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4" name="Freeform 1793">
                <a:extLst>
                  <a:ext uri="{FF2B5EF4-FFF2-40B4-BE49-F238E27FC236}">
                    <a16:creationId xmlns:a16="http://schemas.microsoft.com/office/drawing/2014/main" id="{081283B6-6730-445F-8A21-F729381EB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27"/>
                <a:ext cx="27" cy="16"/>
              </a:xfrm>
              <a:custGeom>
                <a:avLst/>
                <a:gdLst>
                  <a:gd name="T0" fmla="*/ 91 w 11"/>
                  <a:gd name="T1" fmla="*/ 0 h 6"/>
                  <a:gd name="T2" fmla="*/ 29 w 11"/>
                  <a:gd name="T3" fmla="*/ 21 h 6"/>
                  <a:gd name="T4" fmla="*/ 29 w 11"/>
                  <a:gd name="T5" fmla="*/ 115 h 6"/>
                  <a:gd name="T6" fmla="*/ 71 w 1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5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6"/>
                    </a:cubicBezTo>
                    <a:cubicBezTo>
                      <a:pt x="6" y="6"/>
                      <a:pt x="11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5" name="Freeform 1794">
                <a:extLst>
                  <a:ext uri="{FF2B5EF4-FFF2-40B4-BE49-F238E27FC236}">
                    <a16:creationId xmlns:a16="http://schemas.microsoft.com/office/drawing/2014/main" id="{D8EB4A6F-7CA5-4AB5-88E4-B1F93D364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61"/>
                <a:ext cx="25" cy="22"/>
              </a:xfrm>
              <a:custGeom>
                <a:avLst/>
                <a:gdLst>
                  <a:gd name="T0" fmla="*/ 20 w 10"/>
                  <a:gd name="T1" fmla="*/ 61 h 8"/>
                  <a:gd name="T2" fmla="*/ 145 w 10"/>
                  <a:gd name="T3" fmla="*/ 83 h 8"/>
                  <a:gd name="T4" fmla="*/ 0 w 10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3" y="1"/>
                      <a:pt x="8" y="0"/>
                      <a:pt x="9" y="4"/>
                    </a:cubicBezTo>
                    <a:cubicBezTo>
                      <a:pt x="10" y="8"/>
                      <a:pt x="2" y="8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6" name="Freeform 1795">
                <a:extLst>
                  <a:ext uri="{FF2B5EF4-FFF2-40B4-BE49-F238E27FC236}">
                    <a16:creationId xmlns:a16="http://schemas.microsoft.com/office/drawing/2014/main" id="{BC76E1D2-30A4-47DE-BB25-5B2325927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867"/>
                <a:ext cx="30" cy="32"/>
              </a:xfrm>
              <a:custGeom>
                <a:avLst/>
                <a:gdLst>
                  <a:gd name="T0" fmla="*/ 113 w 12"/>
                  <a:gd name="T1" fmla="*/ 21 h 12"/>
                  <a:gd name="T2" fmla="*/ 50 w 12"/>
                  <a:gd name="T3" fmla="*/ 171 h 12"/>
                  <a:gd name="T4" fmla="*/ 125 w 12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7" y="1"/>
                    </a:moveTo>
                    <a:cubicBezTo>
                      <a:pt x="4" y="0"/>
                      <a:pt x="0" y="7"/>
                      <a:pt x="3" y="9"/>
                    </a:cubicBezTo>
                    <a:cubicBezTo>
                      <a:pt x="6" y="12"/>
                      <a:pt x="12" y="2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7" name="Freeform 1796">
                <a:extLst>
                  <a:ext uri="{FF2B5EF4-FFF2-40B4-BE49-F238E27FC236}">
                    <a16:creationId xmlns:a16="http://schemas.microsoft.com/office/drawing/2014/main" id="{75D6C404-8F72-40CB-814F-1CEADEDE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896"/>
                <a:ext cx="25" cy="24"/>
              </a:xfrm>
              <a:custGeom>
                <a:avLst/>
                <a:gdLst>
                  <a:gd name="T0" fmla="*/ 113 w 10"/>
                  <a:gd name="T1" fmla="*/ 21 h 9"/>
                  <a:gd name="T2" fmla="*/ 83 w 10"/>
                  <a:gd name="T3" fmla="*/ 171 h 9"/>
                  <a:gd name="T4" fmla="*/ 158 w 10"/>
                  <a:gd name="T5" fmla="*/ 77 h 9"/>
                  <a:gd name="T6" fmla="*/ 113 w 10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4" y="2"/>
                      <a:pt x="0" y="9"/>
                      <a:pt x="5" y="9"/>
                    </a:cubicBezTo>
                    <a:cubicBezTo>
                      <a:pt x="7" y="9"/>
                      <a:pt x="10" y="6"/>
                      <a:pt x="10" y="4"/>
                    </a:cubicBezTo>
                    <a:cubicBezTo>
                      <a:pt x="10" y="2"/>
                      <a:pt x="9" y="0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8" name="Freeform 1797">
                <a:extLst>
                  <a:ext uri="{FF2B5EF4-FFF2-40B4-BE49-F238E27FC236}">
                    <a16:creationId xmlns:a16="http://schemas.microsoft.com/office/drawing/2014/main" id="{DF53E1C9-48FE-4107-B81B-FFC7F5EFB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80"/>
                <a:ext cx="25" cy="21"/>
              </a:xfrm>
              <a:custGeom>
                <a:avLst/>
                <a:gdLst>
                  <a:gd name="T0" fmla="*/ 63 w 10"/>
                  <a:gd name="T1" fmla="*/ 123 h 8"/>
                  <a:gd name="T2" fmla="*/ 83 w 10"/>
                  <a:gd name="T3" fmla="*/ 0 h 8"/>
                  <a:gd name="T4" fmla="*/ 145 w 10"/>
                  <a:gd name="T5" fmla="*/ 89 h 8"/>
                  <a:gd name="T6" fmla="*/ 95 w 10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4" y="7"/>
                    </a:moveTo>
                    <a:cubicBezTo>
                      <a:pt x="0" y="6"/>
                      <a:pt x="1" y="0"/>
                      <a:pt x="5" y="0"/>
                    </a:cubicBezTo>
                    <a:cubicBezTo>
                      <a:pt x="8" y="0"/>
                      <a:pt x="10" y="2"/>
                      <a:pt x="9" y="5"/>
                    </a:cubicBezTo>
                    <a:cubicBezTo>
                      <a:pt x="8" y="6"/>
                      <a:pt x="8" y="8"/>
                      <a:pt x="6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69" name="Freeform 1798">
                <a:extLst>
                  <a:ext uri="{FF2B5EF4-FFF2-40B4-BE49-F238E27FC236}">
                    <a16:creationId xmlns:a16="http://schemas.microsoft.com/office/drawing/2014/main" id="{D6A91526-3E96-483F-B351-499799498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957"/>
                <a:ext cx="17" cy="6"/>
              </a:xfrm>
              <a:custGeom>
                <a:avLst/>
                <a:gdLst>
                  <a:gd name="T0" fmla="*/ 0 w 7"/>
                  <a:gd name="T1" fmla="*/ 54 h 2"/>
                  <a:gd name="T2" fmla="*/ 100 w 7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0"/>
                      <a:pt x="5" y="0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0" name="Freeform 1799">
                <a:extLst>
                  <a:ext uri="{FF2B5EF4-FFF2-40B4-BE49-F238E27FC236}">
                    <a16:creationId xmlns:a16="http://schemas.microsoft.com/office/drawing/2014/main" id="{92FB707C-0735-40FB-834B-2FC49FC26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17"/>
                <a:ext cx="33" cy="35"/>
              </a:xfrm>
              <a:custGeom>
                <a:avLst/>
                <a:gdLst>
                  <a:gd name="T0" fmla="*/ 96 w 13"/>
                  <a:gd name="T1" fmla="*/ 232 h 13"/>
                  <a:gd name="T2" fmla="*/ 180 w 13"/>
                  <a:gd name="T3" fmla="*/ 94 h 13"/>
                  <a:gd name="T4" fmla="*/ 63 w 13"/>
                  <a:gd name="T5" fmla="*/ 2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6" y="12"/>
                    </a:moveTo>
                    <a:cubicBezTo>
                      <a:pt x="8" y="13"/>
                      <a:pt x="13" y="7"/>
                      <a:pt x="11" y="5"/>
                    </a:cubicBezTo>
                    <a:cubicBezTo>
                      <a:pt x="8" y="0"/>
                      <a:pt x="0" y="10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1" name="Freeform 1800">
                <a:extLst>
                  <a:ext uri="{FF2B5EF4-FFF2-40B4-BE49-F238E27FC236}">
                    <a16:creationId xmlns:a16="http://schemas.microsoft.com/office/drawing/2014/main" id="{F3050F37-CBC0-4903-862F-E3FBFAF3B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923"/>
                <a:ext cx="20" cy="32"/>
              </a:xfrm>
              <a:custGeom>
                <a:avLst/>
                <a:gdLst>
                  <a:gd name="T0" fmla="*/ 0 w 8"/>
                  <a:gd name="T1" fmla="*/ 115 h 12"/>
                  <a:gd name="T2" fmla="*/ 33 w 8"/>
                  <a:gd name="T3" fmla="*/ 192 h 12"/>
                  <a:gd name="T4" fmla="*/ 95 w 8"/>
                  <a:gd name="T5" fmla="*/ 149 h 12"/>
                  <a:gd name="T6" fmla="*/ 83 w 8"/>
                  <a:gd name="T7" fmla="*/ 21 h 12"/>
                  <a:gd name="T8" fmla="*/ 33 w 8"/>
                  <a:gd name="T9" fmla="*/ 13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6"/>
                    </a:moveTo>
                    <a:cubicBezTo>
                      <a:pt x="1" y="8"/>
                      <a:pt x="0" y="9"/>
                      <a:pt x="2" y="10"/>
                    </a:cubicBezTo>
                    <a:cubicBezTo>
                      <a:pt x="3" y="12"/>
                      <a:pt x="5" y="10"/>
                      <a:pt x="6" y="8"/>
                    </a:cubicBezTo>
                    <a:cubicBezTo>
                      <a:pt x="7" y="6"/>
                      <a:pt x="8" y="2"/>
                      <a:pt x="5" y="1"/>
                    </a:cubicBezTo>
                    <a:cubicBezTo>
                      <a:pt x="2" y="0"/>
                      <a:pt x="2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2" name="Freeform 1801">
                <a:extLst>
                  <a:ext uri="{FF2B5EF4-FFF2-40B4-BE49-F238E27FC236}">
                    <a16:creationId xmlns:a16="http://schemas.microsoft.com/office/drawing/2014/main" id="{51424608-31D3-4149-A69E-22EFB1E5B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907"/>
                <a:ext cx="30" cy="24"/>
              </a:xfrm>
              <a:custGeom>
                <a:avLst/>
                <a:gdLst>
                  <a:gd name="T0" fmla="*/ 83 w 12"/>
                  <a:gd name="T1" fmla="*/ 149 h 9"/>
                  <a:gd name="T2" fmla="*/ 113 w 12"/>
                  <a:gd name="T3" fmla="*/ 0 h 9"/>
                  <a:gd name="T4" fmla="*/ 83 w 12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5" y="8"/>
                    </a:moveTo>
                    <a:cubicBezTo>
                      <a:pt x="8" y="9"/>
                      <a:pt x="12" y="0"/>
                      <a:pt x="7" y="0"/>
                    </a:cubicBezTo>
                    <a:cubicBezTo>
                      <a:pt x="4" y="0"/>
                      <a:pt x="0" y="7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3" name="Freeform 1802">
                <a:extLst>
                  <a:ext uri="{FF2B5EF4-FFF2-40B4-BE49-F238E27FC236}">
                    <a16:creationId xmlns:a16="http://schemas.microsoft.com/office/drawing/2014/main" id="{21B32D27-8BCA-4373-B5AE-09C873464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907"/>
                <a:ext cx="15" cy="18"/>
              </a:xfrm>
              <a:custGeom>
                <a:avLst/>
                <a:gdLst>
                  <a:gd name="T0" fmla="*/ 50 w 6"/>
                  <a:gd name="T1" fmla="*/ 118 h 7"/>
                  <a:gd name="T2" fmla="*/ 33 w 6"/>
                  <a:gd name="T3" fmla="*/ 21 h 7"/>
                  <a:gd name="T4" fmla="*/ 0 w 6"/>
                  <a:gd name="T5" fmla="*/ 67 h 7"/>
                  <a:gd name="T6" fmla="*/ 33 w 6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7"/>
                    </a:moveTo>
                    <a:cubicBezTo>
                      <a:pt x="6" y="7"/>
                      <a:pt x="6" y="0"/>
                      <a:pt x="2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6"/>
                      <a:pt x="1" y="6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4" name="Freeform 1803">
                <a:extLst>
                  <a:ext uri="{FF2B5EF4-FFF2-40B4-BE49-F238E27FC236}">
                    <a16:creationId xmlns:a16="http://schemas.microsoft.com/office/drawing/2014/main" id="{A42BDA39-B730-4106-956F-4CE097861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77"/>
                <a:ext cx="38" cy="35"/>
              </a:xfrm>
              <a:custGeom>
                <a:avLst/>
                <a:gdLst>
                  <a:gd name="T0" fmla="*/ 147 w 15"/>
                  <a:gd name="T1" fmla="*/ 35 h 13"/>
                  <a:gd name="T2" fmla="*/ 33 w 15"/>
                  <a:gd name="T3" fmla="*/ 159 h 13"/>
                  <a:gd name="T4" fmla="*/ 180 w 15"/>
                  <a:gd name="T5" fmla="*/ 3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9" y="2"/>
                    </a:moveTo>
                    <a:cubicBezTo>
                      <a:pt x="6" y="0"/>
                      <a:pt x="0" y="5"/>
                      <a:pt x="2" y="8"/>
                    </a:cubicBezTo>
                    <a:cubicBezTo>
                      <a:pt x="5" y="13"/>
                      <a:pt x="15" y="5"/>
                      <a:pt x="11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5" name="Freeform 1804">
                <a:extLst>
                  <a:ext uri="{FF2B5EF4-FFF2-40B4-BE49-F238E27FC236}">
                    <a16:creationId xmlns:a16="http://schemas.microsoft.com/office/drawing/2014/main" id="{E1DA0C38-D9FF-48D4-B755-632AC5BB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912"/>
                <a:ext cx="27" cy="24"/>
              </a:xfrm>
              <a:custGeom>
                <a:avLst/>
                <a:gdLst>
                  <a:gd name="T0" fmla="*/ 120 w 11"/>
                  <a:gd name="T1" fmla="*/ 35 h 9"/>
                  <a:gd name="T2" fmla="*/ 42 w 11"/>
                  <a:gd name="T3" fmla="*/ 149 h 9"/>
                  <a:gd name="T4" fmla="*/ 150 w 11"/>
                  <a:gd name="T5" fmla="*/ 77 h 9"/>
                  <a:gd name="T6" fmla="*/ 133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8" y="2"/>
                    </a:moveTo>
                    <a:cubicBezTo>
                      <a:pt x="6" y="1"/>
                      <a:pt x="0" y="6"/>
                      <a:pt x="3" y="8"/>
                    </a:cubicBezTo>
                    <a:cubicBezTo>
                      <a:pt x="4" y="9"/>
                      <a:pt x="10" y="5"/>
                      <a:pt x="10" y="4"/>
                    </a:cubicBezTo>
                    <a:cubicBezTo>
                      <a:pt x="11" y="2"/>
                      <a:pt x="11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6" name="Freeform 1805">
                <a:extLst>
                  <a:ext uri="{FF2B5EF4-FFF2-40B4-BE49-F238E27FC236}">
                    <a16:creationId xmlns:a16="http://schemas.microsoft.com/office/drawing/2014/main" id="{BA37CE9B-D532-4279-ACCE-DE3FE917A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933"/>
                <a:ext cx="27" cy="27"/>
              </a:xfrm>
              <a:custGeom>
                <a:avLst/>
                <a:gdLst>
                  <a:gd name="T0" fmla="*/ 120 w 11"/>
                  <a:gd name="T1" fmla="*/ 38 h 10"/>
                  <a:gd name="T2" fmla="*/ 71 w 11"/>
                  <a:gd name="T3" fmla="*/ 176 h 10"/>
                  <a:gd name="T4" fmla="*/ 120 w 11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8" y="2"/>
                    </a:moveTo>
                    <a:cubicBezTo>
                      <a:pt x="5" y="0"/>
                      <a:pt x="0" y="7"/>
                      <a:pt x="5" y="9"/>
                    </a:cubicBezTo>
                    <a:cubicBezTo>
                      <a:pt x="8" y="10"/>
                      <a:pt x="11" y="4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7" name="Freeform 1806">
                <a:extLst>
                  <a:ext uri="{FF2B5EF4-FFF2-40B4-BE49-F238E27FC236}">
                    <a16:creationId xmlns:a16="http://schemas.microsoft.com/office/drawing/2014/main" id="{26327886-18FA-4212-A172-8647B28E3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901"/>
                <a:ext cx="23" cy="30"/>
              </a:xfrm>
              <a:custGeom>
                <a:avLst/>
                <a:gdLst>
                  <a:gd name="T0" fmla="*/ 20 w 9"/>
                  <a:gd name="T1" fmla="*/ 104 h 11"/>
                  <a:gd name="T2" fmla="*/ 20 w 9"/>
                  <a:gd name="T3" fmla="*/ 202 h 11"/>
                  <a:gd name="T4" fmla="*/ 84 w 9"/>
                  <a:gd name="T5" fmla="*/ 185 h 11"/>
                  <a:gd name="T6" fmla="*/ 20 w 9"/>
                  <a:gd name="T7" fmla="*/ 10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1" y="5"/>
                    </a:moveTo>
                    <a:cubicBezTo>
                      <a:pt x="1" y="6"/>
                      <a:pt x="0" y="8"/>
                      <a:pt x="1" y="10"/>
                    </a:cubicBezTo>
                    <a:cubicBezTo>
                      <a:pt x="2" y="11"/>
                      <a:pt x="4" y="10"/>
                      <a:pt x="5" y="9"/>
                    </a:cubicBezTo>
                    <a:cubicBezTo>
                      <a:pt x="9" y="4"/>
                      <a:pt x="2" y="0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8" name="Freeform 1807">
                <a:extLst>
                  <a:ext uri="{FF2B5EF4-FFF2-40B4-BE49-F238E27FC236}">
                    <a16:creationId xmlns:a16="http://schemas.microsoft.com/office/drawing/2014/main" id="{7C9FC8DF-0FB6-4EA9-BD10-EFEBB32E6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893"/>
                <a:ext cx="30" cy="19"/>
              </a:xfrm>
              <a:custGeom>
                <a:avLst/>
                <a:gdLst>
                  <a:gd name="T0" fmla="*/ 158 w 12"/>
                  <a:gd name="T1" fmla="*/ 22 h 7"/>
                  <a:gd name="T2" fmla="*/ 33 w 12"/>
                  <a:gd name="T3" fmla="*/ 117 h 7"/>
                  <a:gd name="T4" fmla="*/ 125 w 12"/>
                  <a:gd name="T5" fmla="*/ 103 h 7"/>
                  <a:gd name="T6" fmla="*/ 145 w 12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0" y="1"/>
                    </a:moveTo>
                    <a:cubicBezTo>
                      <a:pt x="7" y="0"/>
                      <a:pt x="0" y="2"/>
                      <a:pt x="2" y="6"/>
                    </a:cubicBezTo>
                    <a:cubicBezTo>
                      <a:pt x="3" y="7"/>
                      <a:pt x="7" y="6"/>
                      <a:pt x="8" y="5"/>
                    </a:cubicBezTo>
                    <a:cubicBezTo>
                      <a:pt x="10" y="4"/>
                      <a:pt x="12" y="1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79" name="Freeform 1808">
                <a:extLst>
                  <a:ext uri="{FF2B5EF4-FFF2-40B4-BE49-F238E27FC236}">
                    <a16:creationId xmlns:a16="http://schemas.microsoft.com/office/drawing/2014/main" id="{35023281-CA55-4AF7-B1B2-E54B06599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909"/>
                <a:ext cx="17" cy="27"/>
              </a:xfrm>
              <a:custGeom>
                <a:avLst/>
                <a:gdLst>
                  <a:gd name="T0" fmla="*/ 58 w 7"/>
                  <a:gd name="T1" fmla="*/ 59 h 10"/>
                  <a:gd name="T2" fmla="*/ 41 w 7"/>
                  <a:gd name="T3" fmla="*/ 197 h 10"/>
                  <a:gd name="T4" fmla="*/ 41 w 7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4" y="3"/>
                    </a:moveTo>
                    <a:cubicBezTo>
                      <a:pt x="1" y="4"/>
                      <a:pt x="0" y="10"/>
                      <a:pt x="3" y="10"/>
                    </a:cubicBezTo>
                    <a:cubicBezTo>
                      <a:pt x="7" y="10"/>
                      <a:pt x="6" y="0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0" name="Freeform 1809">
                <a:extLst>
                  <a:ext uri="{FF2B5EF4-FFF2-40B4-BE49-F238E27FC236}">
                    <a16:creationId xmlns:a16="http://schemas.microsoft.com/office/drawing/2014/main" id="{925EE93C-EEBD-4266-A6CC-0F6A5375B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920"/>
                <a:ext cx="30" cy="27"/>
              </a:xfrm>
              <a:custGeom>
                <a:avLst/>
                <a:gdLst>
                  <a:gd name="T0" fmla="*/ 83 w 12"/>
                  <a:gd name="T1" fmla="*/ 176 h 10"/>
                  <a:gd name="T2" fmla="*/ 158 w 12"/>
                  <a:gd name="T3" fmla="*/ 59 h 10"/>
                  <a:gd name="T4" fmla="*/ 83 w 12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5" y="9"/>
                    </a:moveTo>
                    <a:cubicBezTo>
                      <a:pt x="0" y="8"/>
                      <a:pt x="8" y="0"/>
                      <a:pt x="10" y="3"/>
                    </a:cubicBezTo>
                    <a:cubicBezTo>
                      <a:pt x="12" y="5"/>
                      <a:pt x="7" y="10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1" name="Freeform 1810">
                <a:extLst>
                  <a:ext uri="{FF2B5EF4-FFF2-40B4-BE49-F238E27FC236}">
                    <a16:creationId xmlns:a16="http://schemas.microsoft.com/office/drawing/2014/main" id="{F6BCE83B-B57A-4DE2-81A3-69BE43DC4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920"/>
                <a:ext cx="27" cy="21"/>
              </a:xfrm>
              <a:custGeom>
                <a:avLst/>
                <a:gdLst>
                  <a:gd name="T0" fmla="*/ 120 w 11"/>
                  <a:gd name="T1" fmla="*/ 34 h 8"/>
                  <a:gd name="T2" fmla="*/ 61 w 11"/>
                  <a:gd name="T3" fmla="*/ 110 h 8"/>
                  <a:gd name="T4" fmla="*/ 150 w 11"/>
                  <a:gd name="T5" fmla="*/ 123 h 8"/>
                  <a:gd name="T6" fmla="*/ 133 w 11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8" y="2"/>
                    </a:moveTo>
                    <a:cubicBezTo>
                      <a:pt x="5" y="0"/>
                      <a:pt x="0" y="3"/>
                      <a:pt x="4" y="6"/>
                    </a:cubicBezTo>
                    <a:cubicBezTo>
                      <a:pt x="5" y="7"/>
                      <a:pt x="8" y="8"/>
                      <a:pt x="10" y="7"/>
                    </a:cubicBezTo>
                    <a:cubicBezTo>
                      <a:pt x="11" y="5"/>
                      <a:pt x="11" y="2"/>
                      <a:pt x="9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2" name="Freeform 1811">
                <a:extLst>
                  <a:ext uri="{FF2B5EF4-FFF2-40B4-BE49-F238E27FC236}">
                    <a16:creationId xmlns:a16="http://schemas.microsoft.com/office/drawing/2014/main" id="{52AD73B3-00C2-46FC-BF41-074665032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931"/>
                <a:ext cx="17" cy="32"/>
              </a:xfrm>
              <a:custGeom>
                <a:avLst/>
                <a:gdLst>
                  <a:gd name="T0" fmla="*/ 29 w 7"/>
                  <a:gd name="T1" fmla="*/ 77 h 12"/>
                  <a:gd name="T2" fmla="*/ 70 w 7"/>
                  <a:gd name="T3" fmla="*/ 192 h 12"/>
                  <a:gd name="T4" fmla="*/ 12 w 7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4"/>
                    </a:moveTo>
                    <a:cubicBezTo>
                      <a:pt x="0" y="6"/>
                      <a:pt x="2" y="12"/>
                      <a:pt x="5" y="10"/>
                    </a:cubicBezTo>
                    <a:cubicBezTo>
                      <a:pt x="7" y="8"/>
                      <a:pt x="5" y="0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3" name="Freeform 1812">
                <a:extLst>
                  <a:ext uri="{FF2B5EF4-FFF2-40B4-BE49-F238E27FC236}">
                    <a16:creationId xmlns:a16="http://schemas.microsoft.com/office/drawing/2014/main" id="{8C5ABA26-9621-40F2-A3F5-135F7EA56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944"/>
                <a:ext cx="15" cy="27"/>
              </a:xfrm>
              <a:custGeom>
                <a:avLst/>
                <a:gdLst>
                  <a:gd name="T0" fmla="*/ 0 w 6"/>
                  <a:gd name="T1" fmla="*/ 81 h 10"/>
                  <a:gd name="T2" fmla="*/ 50 w 6"/>
                  <a:gd name="T3" fmla="*/ 159 h 10"/>
                  <a:gd name="T4" fmla="*/ 50 w 6"/>
                  <a:gd name="T5" fmla="*/ 0 h 10"/>
                  <a:gd name="T6" fmla="*/ 20 w 6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cubicBezTo>
                      <a:pt x="0" y="6"/>
                      <a:pt x="0" y="10"/>
                      <a:pt x="3" y="8"/>
                    </a:cubicBezTo>
                    <a:cubicBezTo>
                      <a:pt x="6" y="7"/>
                      <a:pt x="6" y="1"/>
                      <a:pt x="3" y="0"/>
                    </a:cubicBezTo>
                    <a:cubicBezTo>
                      <a:pt x="2" y="0"/>
                      <a:pt x="1" y="2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4" name="Freeform 1813">
                <a:extLst>
                  <a:ext uri="{FF2B5EF4-FFF2-40B4-BE49-F238E27FC236}">
                    <a16:creationId xmlns:a16="http://schemas.microsoft.com/office/drawing/2014/main" id="{F2F07E16-CCBE-42C1-9F08-36947FCE4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904"/>
                <a:ext cx="33" cy="24"/>
              </a:xfrm>
              <a:custGeom>
                <a:avLst/>
                <a:gdLst>
                  <a:gd name="T0" fmla="*/ 117 w 13"/>
                  <a:gd name="T1" fmla="*/ 0 h 9"/>
                  <a:gd name="T2" fmla="*/ 51 w 13"/>
                  <a:gd name="T3" fmla="*/ 136 h 9"/>
                  <a:gd name="T4" fmla="*/ 129 w 13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7" y="0"/>
                    </a:moveTo>
                    <a:cubicBezTo>
                      <a:pt x="5" y="1"/>
                      <a:pt x="0" y="5"/>
                      <a:pt x="3" y="7"/>
                    </a:cubicBezTo>
                    <a:cubicBezTo>
                      <a:pt x="6" y="9"/>
                      <a:pt x="13" y="3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5" name="Freeform 1814">
                <a:extLst>
                  <a:ext uri="{FF2B5EF4-FFF2-40B4-BE49-F238E27FC236}">
                    <a16:creationId xmlns:a16="http://schemas.microsoft.com/office/drawing/2014/main" id="{99DB17E1-D6EE-43F8-8D8F-2FE9F6A5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883"/>
                <a:ext cx="35" cy="29"/>
              </a:xfrm>
              <a:custGeom>
                <a:avLst/>
                <a:gdLst>
                  <a:gd name="T0" fmla="*/ 63 w 14"/>
                  <a:gd name="T1" fmla="*/ 182 h 11"/>
                  <a:gd name="T2" fmla="*/ 145 w 14"/>
                  <a:gd name="T3" fmla="*/ 200 h 11"/>
                  <a:gd name="T4" fmla="*/ 220 w 14"/>
                  <a:gd name="T5" fmla="*/ 111 h 11"/>
                  <a:gd name="T6" fmla="*/ 63 w 14"/>
                  <a:gd name="T7" fmla="*/ 1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4" y="10"/>
                    </a:moveTo>
                    <a:cubicBezTo>
                      <a:pt x="6" y="10"/>
                      <a:pt x="6" y="11"/>
                      <a:pt x="9" y="11"/>
                    </a:cubicBezTo>
                    <a:cubicBezTo>
                      <a:pt x="11" y="11"/>
                      <a:pt x="14" y="9"/>
                      <a:pt x="14" y="6"/>
                    </a:cubicBezTo>
                    <a:cubicBezTo>
                      <a:pt x="13" y="0"/>
                      <a:pt x="0" y="8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6" name="Freeform 1815">
                <a:extLst>
                  <a:ext uri="{FF2B5EF4-FFF2-40B4-BE49-F238E27FC236}">
                    <a16:creationId xmlns:a16="http://schemas.microsoft.com/office/drawing/2014/main" id="{6C27494A-D874-42B4-8536-AF2D4FAB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859"/>
                <a:ext cx="20" cy="26"/>
              </a:xfrm>
              <a:custGeom>
                <a:avLst/>
                <a:gdLst>
                  <a:gd name="T0" fmla="*/ 63 w 8"/>
                  <a:gd name="T1" fmla="*/ 21 h 10"/>
                  <a:gd name="T2" fmla="*/ 63 w 8"/>
                  <a:gd name="T3" fmla="*/ 156 h 10"/>
                  <a:gd name="T4" fmla="*/ 83 w 8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2"/>
                      <a:pt x="0" y="10"/>
                      <a:pt x="4" y="9"/>
                    </a:cubicBezTo>
                    <a:cubicBezTo>
                      <a:pt x="8" y="8"/>
                      <a:pt x="8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7" name="Freeform 1816">
                <a:extLst>
                  <a:ext uri="{FF2B5EF4-FFF2-40B4-BE49-F238E27FC236}">
                    <a16:creationId xmlns:a16="http://schemas.microsoft.com/office/drawing/2014/main" id="{22774959-B2D6-4172-B1E7-07B98F2DE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1861"/>
                <a:ext cx="30" cy="24"/>
              </a:xfrm>
              <a:custGeom>
                <a:avLst/>
                <a:gdLst>
                  <a:gd name="T0" fmla="*/ 175 w 12"/>
                  <a:gd name="T1" fmla="*/ 35 h 9"/>
                  <a:gd name="T2" fmla="*/ 63 w 12"/>
                  <a:gd name="T3" fmla="*/ 136 h 9"/>
                  <a:gd name="T4" fmla="*/ 188 w 12"/>
                  <a:gd name="T5" fmla="*/ 77 h 9"/>
                  <a:gd name="T6" fmla="*/ 158 w 12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1" y="2"/>
                    </a:moveTo>
                    <a:cubicBezTo>
                      <a:pt x="7" y="0"/>
                      <a:pt x="0" y="5"/>
                      <a:pt x="4" y="7"/>
                    </a:cubicBezTo>
                    <a:cubicBezTo>
                      <a:pt x="6" y="9"/>
                      <a:pt x="11" y="6"/>
                      <a:pt x="12" y="4"/>
                    </a:cubicBezTo>
                    <a:cubicBezTo>
                      <a:pt x="12" y="3"/>
                      <a:pt x="12" y="1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8" name="Freeform 1817">
                <a:extLst>
                  <a:ext uri="{FF2B5EF4-FFF2-40B4-BE49-F238E27FC236}">
                    <a16:creationId xmlns:a16="http://schemas.microsoft.com/office/drawing/2014/main" id="{911FB27C-0E64-4B8D-8B34-54DFA0E5A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877"/>
                <a:ext cx="17" cy="32"/>
              </a:xfrm>
              <a:custGeom>
                <a:avLst/>
                <a:gdLst>
                  <a:gd name="T0" fmla="*/ 29 w 7"/>
                  <a:gd name="T1" fmla="*/ 21 h 12"/>
                  <a:gd name="T2" fmla="*/ 58 w 7"/>
                  <a:gd name="T3" fmla="*/ 171 h 12"/>
                  <a:gd name="T4" fmla="*/ 41 w 7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2" y="1"/>
                    </a:moveTo>
                    <a:cubicBezTo>
                      <a:pt x="0" y="3"/>
                      <a:pt x="0" y="12"/>
                      <a:pt x="4" y="9"/>
                    </a:cubicBezTo>
                    <a:cubicBezTo>
                      <a:pt x="7" y="8"/>
                      <a:pt x="6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89" name="Freeform 1818">
                <a:extLst>
                  <a:ext uri="{FF2B5EF4-FFF2-40B4-BE49-F238E27FC236}">
                    <a16:creationId xmlns:a16="http://schemas.microsoft.com/office/drawing/2014/main" id="{F82CA7A8-D0C0-4162-A189-35760A803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904"/>
                <a:ext cx="20" cy="27"/>
              </a:xfrm>
              <a:custGeom>
                <a:avLst/>
                <a:gdLst>
                  <a:gd name="T0" fmla="*/ 50 w 8"/>
                  <a:gd name="T1" fmla="*/ 22 h 10"/>
                  <a:gd name="T2" fmla="*/ 20 w 8"/>
                  <a:gd name="T3" fmla="*/ 81 h 10"/>
                  <a:gd name="T4" fmla="*/ 63 w 8"/>
                  <a:gd name="T5" fmla="*/ 176 h 10"/>
                  <a:gd name="T6" fmla="*/ 50 w 8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3" y="1"/>
                    </a:move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1" y="10"/>
                      <a:pt x="4" y="9"/>
                    </a:cubicBezTo>
                    <a:cubicBezTo>
                      <a:pt x="8" y="8"/>
                      <a:pt x="7" y="0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0" name="Freeform 1819">
                <a:extLst>
                  <a:ext uri="{FF2B5EF4-FFF2-40B4-BE49-F238E27FC236}">
                    <a16:creationId xmlns:a16="http://schemas.microsoft.com/office/drawing/2014/main" id="{56A8E939-E6A2-4F8F-821C-E31A94A8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907"/>
                <a:ext cx="27" cy="21"/>
              </a:xfrm>
              <a:custGeom>
                <a:avLst/>
                <a:gdLst>
                  <a:gd name="T0" fmla="*/ 103 w 11"/>
                  <a:gd name="T1" fmla="*/ 0 h 8"/>
                  <a:gd name="T2" fmla="*/ 71 w 11"/>
                  <a:gd name="T3" fmla="*/ 144 h 8"/>
                  <a:gd name="T4" fmla="*/ 103 w 11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cubicBezTo>
                      <a:pt x="3" y="0"/>
                      <a:pt x="0" y="8"/>
                      <a:pt x="5" y="8"/>
                    </a:cubicBezTo>
                    <a:cubicBezTo>
                      <a:pt x="8" y="7"/>
                      <a:pt x="11" y="1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1" name="Freeform 1820">
                <a:extLst>
                  <a:ext uri="{FF2B5EF4-FFF2-40B4-BE49-F238E27FC236}">
                    <a16:creationId xmlns:a16="http://schemas.microsoft.com/office/drawing/2014/main" id="{BCFA319A-8837-4340-9F30-02B8B8169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907"/>
                <a:ext cx="28" cy="18"/>
              </a:xfrm>
              <a:custGeom>
                <a:avLst/>
                <a:gdLst>
                  <a:gd name="T0" fmla="*/ 130 w 11"/>
                  <a:gd name="T1" fmla="*/ 0 h 7"/>
                  <a:gd name="T2" fmla="*/ 33 w 11"/>
                  <a:gd name="T3" fmla="*/ 85 h 7"/>
                  <a:gd name="T4" fmla="*/ 130 w 11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cubicBezTo>
                      <a:pt x="6" y="0"/>
                      <a:pt x="0" y="3"/>
                      <a:pt x="2" y="5"/>
                    </a:cubicBezTo>
                    <a:cubicBezTo>
                      <a:pt x="4" y="7"/>
                      <a:pt x="11" y="4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2" name="Freeform 1821">
                <a:extLst>
                  <a:ext uri="{FF2B5EF4-FFF2-40B4-BE49-F238E27FC236}">
                    <a16:creationId xmlns:a16="http://schemas.microsoft.com/office/drawing/2014/main" id="{F4386A46-48F8-4369-8996-306E1201E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880"/>
                <a:ext cx="20" cy="16"/>
              </a:xfrm>
              <a:custGeom>
                <a:avLst/>
                <a:gdLst>
                  <a:gd name="T0" fmla="*/ 95 w 8"/>
                  <a:gd name="T1" fmla="*/ 0 h 6"/>
                  <a:gd name="T2" fmla="*/ 33 w 8"/>
                  <a:gd name="T3" fmla="*/ 35 h 6"/>
                  <a:gd name="T4" fmla="*/ 33 w 8"/>
                  <a:gd name="T5" fmla="*/ 115 h 6"/>
                  <a:gd name="T6" fmla="*/ 125 w 8"/>
                  <a:gd name="T7" fmla="*/ 35 h 6"/>
                  <a:gd name="T8" fmla="*/ 95 w 8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3"/>
                      <a:pt x="0" y="6"/>
                      <a:pt x="2" y="6"/>
                    </a:cubicBezTo>
                    <a:cubicBezTo>
                      <a:pt x="4" y="6"/>
                      <a:pt x="8" y="4"/>
                      <a:pt x="8" y="2"/>
                    </a:cubicBezTo>
                    <a:cubicBezTo>
                      <a:pt x="8" y="1"/>
                      <a:pt x="7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3" name="Freeform 1822">
                <a:extLst>
                  <a:ext uri="{FF2B5EF4-FFF2-40B4-BE49-F238E27FC236}">
                    <a16:creationId xmlns:a16="http://schemas.microsoft.com/office/drawing/2014/main" id="{C34B2A90-3CB6-4C75-B3BC-E67A11DC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23"/>
                <a:ext cx="12" cy="29"/>
              </a:xfrm>
              <a:custGeom>
                <a:avLst/>
                <a:gdLst>
                  <a:gd name="T0" fmla="*/ 12 w 5"/>
                  <a:gd name="T1" fmla="*/ 55 h 11"/>
                  <a:gd name="T2" fmla="*/ 58 w 5"/>
                  <a:gd name="T3" fmla="*/ 166 h 11"/>
                  <a:gd name="T4" fmla="*/ 29 w 5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1" y="3"/>
                    </a:moveTo>
                    <a:cubicBezTo>
                      <a:pt x="0" y="5"/>
                      <a:pt x="1" y="11"/>
                      <a:pt x="4" y="9"/>
                    </a:cubicBezTo>
                    <a:cubicBezTo>
                      <a:pt x="5" y="7"/>
                      <a:pt x="5" y="0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4" name="Freeform 1823">
                <a:extLst>
                  <a:ext uri="{FF2B5EF4-FFF2-40B4-BE49-F238E27FC236}">
                    <a16:creationId xmlns:a16="http://schemas.microsoft.com/office/drawing/2014/main" id="{5088D4BB-4FDC-4E37-8E31-1358D9D3B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917"/>
                <a:ext cx="27" cy="22"/>
              </a:xfrm>
              <a:custGeom>
                <a:avLst/>
                <a:gdLst>
                  <a:gd name="T0" fmla="*/ 133 w 11"/>
                  <a:gd name="T1" fmla="*/ 61 h 8"/>
                  <a:gd name="T2" fmla="*/ 42 w 11"/>
                  <a:gd name="T3" fmla="*/ 143 h 8"/>
                  <a:gd name="T4" fmla="*/ 133 w 11"/>
                  <a:gd name="T5" fmla="*/ 129 h 8"/>
                  <a:gd name="T6" fmla="*/ 150 w 11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9" y="3"/>
                    </a:moveTo>
                    <a:cubicBezTo>
                      <a:pt x="8" y="0"/>
                      <a:pt x="0" y="3"/>
                      <a:pt x="3" y="7"/>
                    </a:cubicBezTo>
                    <a:cubicBezTo>
                      <a:pt x="4" y="8"/>
                      <a:pt x="8" y="8"/>
                      <a:pt x="9" y="6"/>
                    </a:cubicBezTo>
                    <a:cubicBezTo>
                      <a:pt x="10" y="6"/>
                      <a:pt x="11" y="4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5" name="Freeform 1824">
                <a:extLst>
                  <a:ext uri="{FF2B5EF4-FFF2-40B4-BE49-F238E27FC236}">
                    <a16:creationId xmlns:a16="http://schemas.microsoft.com/office/drawing/2014/main" id="{292EC284-25DA-4484-BCFF-C8C2B53B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925"/>
                <a:ext cx="28" cy="22"/>
              </a:xfrm>
              <a:custGeom>
                <a:avLst/>
                <a:gdLst>
                  <a:gd name="T0" fmla="*/ 97 w 11"/>
                  <a:gd name="T1" fmla="*/ 0 h 8"/>
                  <a:gd name="T2" fmla="*/ 51 w 11"/>
                  <a:gd name="T3" fmla="*/ 143 h 8"/>
                  <a:gd name="T4" fmla="*/ 97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6" y="0"/>
                    </a:moveTo>
                    <a:cubicBezTo>
                      <a:pt x="3" y="0"/>
                      <a:pt x="0" y="6"/>
                      <a:pt x="3" y="7"/>
                    </a:cubicBezTo>
                    <a:cubicBezTo>
                      <a:pt x="7" y="8"/>
                      <a:pt x="11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6" name="Freeform 1825">
                <a:extLst>
                  <a:ext uri="{FF2B5EF4-FFF2-40B4-BE49-F238E27FC236}">
                    <a16:creationId xmlns:a16="http://schemas.microsoft.com/office/drawing/2014/main" id="{12A858C8-5365-4488-B380-9338553A1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941"/>
                <a:ext cx="23" cy="22"/>
              </a:xfrm>
              <a:custGeom>
                <a:avLst/>
                <a:gdLst>
                  <a:gd name="T0" fmla="*/ 84 w 9"/>
                  <a:gd name="T1" fmla="*/ 0 h 8"/>
                  <a:gd name="T2" fmla="*/ 66 w 9"/>
                  <a:gd name="T3" fmla="*/ 168 h 8"/>
                  <a:gd name="T4" fmla="*/ 97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4" y="1"/>
                      <a:pt x="0" y="7"/>
                      <a:pt x="4" y="8"/>
                    </a:cubicBezTo>
                    <a:cubicBezTo>
                      <a:pt x="8" y="8"/>
                      <a:pt x="9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7" name="Freeform 1826">
                <a:extLst>
                  <a:ext uri="{FF2B5EF4-FFF2-40B4-BE49-F238E27FC236}">
                    <a16:creationId xmlns:a16="http://schemas.microsoft.com/office/drawing/2014/main" id="{000B0875-8A81-42A9-B4C7-A46E6115A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936"/>
                <a:ext cx="25" cy="24"/>
              </a:xfrm>
              <a:custGeom>
                <a:avLst/>
                <a:gdLst>
                  <a:gd name="T0" fmla="*/ 113 w 10"/>
                  <a:gd name="T1" fmla="*/ 35 h 9"/>
                  <a:gd name="T2" fmla="*/ 50 w 10"/>
                  <a:gd name="T3" fmla="*/ 136 h 9"/>
                  <a:gd name="T4" fmla="*/ 125 w 10"/>
                  <a:gd name="T5" fmla="*/ 93 h 9"/>
                  <a:gd name="T6" fmla="*/ 113 w 10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7" y="2"/>
                    </a:moveTo>
                    <a:cubicBezTo>
                      <a:pt x="5" y="2"/>
                      <a:pt x="0" y="5"/>
                      <a:pt x="3" y="7"/>
                    </a:cubicBezTo>
                    <a:cubicBezTo>
                      <a:pt x="4" y="9"/>
                      <a:pt x="7" y="7"/>
                      <a:pt x="8" y="5"/>
                    </a:cubicBezTo>
                    <a:cubicBezTo>
                      <a:pt x="9" y="4"/>
                      <a:pt x="10" y="0"/>
                      <a:pt x="7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8" name="Freeform 1827">
                <a:extLst>
                  <a:ext uri="{FF2B5EF4-FFF2-40B4-BE49-F238E27FC236}">
                    <a16:creationId xmlns:a16="http://schemas.microsoft.com/office/drawing/2014/main" id="{306849F2-8921-4718-B656-979A0D6E3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947"/>
                <a:ext cx="18" cy="32"/>
              </a:xfrm>
              <a:custGeom>
                <a:avLst/>
                <a:gdLst>
                  <a:gd name="T0" fmla="*/ 21 w 7"/>
                  <a:gd name="T1" fmla="*/ 77 h 12"/>
                  <a:gd name="T2" fmla="*/ 67 w 7"/>
                  <a:gd name="T3" fmla="*/ 171 h 12"/>
                  <a:gd name="T4" fmla="*/ 100 w 7"/>
                  <a:gd name="T5" fmla="*/ 35 h 12"/>
                  <a:gd name="T6" fmla="*/ 21 w 7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1" y="4"/>
                    </a:moveTo>
                    <a:cubicBezTo>
                      <a:pt x="1" y="6"/>
                      <a:pt x="0" y="12"/>
                      <a:pt x="4" y="9"/>
                    </a:cubicBezTo>
                    <a:cubicBezTo>
                      <a:pt x="6" y="7"/>
                      <a:pt x="7" y="4"/>
                      <a:pt x="6" y="2"/>
                    </a:cubicBezTo>
                    <a:cubicBezTo>
                      <a:pt x="5" y="0"/>
                      <a:pt x="2" y="1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99" name="Freeform 1828">
                <a:extLst>
                  <a:ext uri="{FF2B5EF4-FFF2-40B4-BE49-F238E27FC236}">
                    <a16:creationId xmlns:a16="http://schemas.microsoft.com/office/drawing/2014/main" id="{255327A1-E129-4137-A060-FA078FE16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043"/>
                <a:ext cx="20" cy="29"/>
              </a:xfrm>
              <a:custGeom>
                <a:avLst/>
                <a:gdLst>
                  <a:gd name="T0" fmla="*/ 50 w 8"/>
                  <a:gd name="T1" fmla="*/ 34 h 11"/>
                  <a:gd name="T2" fmla="*/ 83 w 8"/>
                  <a:gd name="T3" fmla="*/ 182 h 11"/>
                  <a:gd name="T4" fmla="*/ 125 w 8"/>
                  <a:gd name="T5" fmla="*/ 55 h 11"/>
                  <a:gd name="T6" fmla="*/ 63 w 8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3" y="2"/>
                    </a:moveTo>
                    <a:cubicBezTo>
                      <a:pt x="1" y="4"/>
                      <a:pt x="0" y="11"/>
                      <a:pt x="5" y="10"/>
                    </a:cubicBezTo>
                    <a:cubicBezTo>
                      <a:pt x="7" y="9"/>
                      <a:pt x="8" y="5"/>
                      <a:pt x="8" y="3"/>
                    </a:cubicBezTo>
                    <a:cubicBezTo>
                      <a:pt x="7" y="1"/>
                      <a:pt x="6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0" name="Freeform 1829">
                <a:extLst>
                  <a:ext uri="{FF2B5EF4-FFF2-40B4-BE49-F238E27FC236}">
                    <a16:creationId xmlns:a16="http://schemas.microsoft.com/office/drawing/2014/main" id="{283EA5AA-1046-44E4-8522-600E21850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60"/>
                <a:ext cx="48" cy="29"/>
              </a:xfrm>
              <a:custGeom>
                <a:avLst/>
                <a:gdLst>
                  <a:gd name="T0" fmla="*/ 147 w 19"/>
                  <a:gd name="T1" fmla="*/ 21 h 11"/>
                  <a:gd name="T2" fmla="*/ 83 w 19"/>
                  <a:gd name="T3" fmla="*/ 166 h 11"/>
                  <a:gd name="T4" fmla="*/ 147 w 19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9" y="1"/>
                    </a:moveTo>
                    <a:cubicBezTo>
                      <a:pt x="6" y="2"/>
                      <a:pt x="0" y="8"/>
                      <a:pt x="5" y="9"/>
                    </a:cubicBezTo>
                    <a:cubicBezTo>
                      <a:pt x="12" y="11"/>
                      <a:pt x="19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1" name="Freeform 1830">
                <a:extLst>
                  <a:ext uri="{FF2B5EF4-FFF2-40B4-BE49-F238E27FC236}">
                    <a16:creationId xmlns:a16="http://schemas.microsoft.com/office/drawing/2014/main" id="{4832EF2F-44D8-4D91-AEE2-5E07C2811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371"/>
                <a:ext cx="43" cy="24"/>
              </a:xfrm>
              <a:custGeom>
                <a:avLst/>
                <a:gdLst>
                  <a:gd name="T0" fmla="*/ 147 w 17"/>
                  <a:gd name="T1" fmla="*/ 0 h 9"/>
                  <a:gd name="T2" fmla="*/ 51 w 17"/>
                  <a:gd name="T3" fmla="*/ 77 h 9"/>
                  <a:gd name="T4" fmla="*/ 180 w 1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9" y="0"/>
                    </a:moveTo>
                    <a:cubicBezTo>
                      <a:pt x="7" y="0"/>
                      <a:pt x="0" y="1"/>
                      <a:pt x="3" y="4"/>
                    </a:cubicBezTo>
                    <a:cubicBezTo>
                      <a:pt x="6" y="9"/>
                      <a:pt x="17" y="1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2" name="Freeform 1831">
                <a:extLst>
                  <a:ext uri="{FF2B5EF4-FFF2-40B4-BE49-F238E27FC236}">
                    <a16:creationId xmlns:a16="http://schemas.microsoft.com/office/drawing/2014/main" id="{F5C7DB57-5164-48B7-A442-77EEF88C4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357"/>
                <a:ext cx="38" cy="27"/>
              </a:xfrm>
              <a:custGeom>
                <a:avLst/>
                <a:gdLst>
                  <a:gd name="T0" fmla="*/ 129 w 15"/>
                  <a:gd name="T1" fmla="*/ 22 h 10"/>
                  <a:gd name="T2" fmla="*/ 63 w 15"/>
                  <a:gd name="T3" fmla="*/ 159 h 10"/>
                  <a:gd name="T4" fmla="*/ 147 w 15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8" y="1"/>
                    </a:moveTo>
                    <a:cubicBezTo>
                      <a:pt x="6" y="2"/>
                      <a:pt x="0" y="7"/>
                      <a:pt x="4" y="8"/>
                    </a:cubicBezTo>
                    <a:cubicBezTo>
                      <a:pt x="9" y="10"/>
                      <a:pt x="15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3" name="Freeform 1832">
                <a:extLst>
                  <a:ext uri="{FF2B5EF4-FFF2-40B4-BE49-F238E27FC236}">
                    <a16:creationId xmlns:a16="http://schemas.microsoft.com/office/drawing/2014/main" id="{1685765E-5722-445E-B889-A4D5EDFB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379"/>
                <a:ext cx="20" cy="37"/>
              </a:xfrm>
              <a:custGeom>
                <a:avLst/>
                <a:gdLst>
                  <a:gd name="T0" fmla="*/ 50 w 8"/>
                  <a:gd name="T1" fmla="*/ 56 h 14"/>
                  <a:gd name="T2" fmla="*/ 83 w 8"/>
                  <a:gd name="T3" fmla="*/ 204 h 14"/>
                  <a:gd name="T4" fmla="*/ 50 w 8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3" y="3"/>
                    </a:moveTo>
                    <a:cubicBezTo>
                      <a:pt x="0" y="5"/>
                      <a:pt x="0" y="14"/>
                      <a:pt x="5" y="11"/>
                    </a:cubicBezTo>
                    <a:cubicBezTo>
                      <a:pt x="8" y="9"/>
                      <a:pt x="7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4" name="Freeform 1833">
                <a:extLst>
                  <a:ext uri="{FF2B5EF4-FFF2-40B4-BE49-F238E27FC236}">
                    <a16:creationId xmlns:a16="http://schemas.microsoft.com/office/drawing/2014/main" id="{78D55B27-9486-424F-A794-4B2626C73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84"/>
                <a:ext cx="35" cy="24"/>
              </a:xfrm>
              <a:custGeom>
                <a:avLst/>
                <a:gdLst>
                  <a:gd name="T0" fmla="*/ 145 w 14"/>
                  <a:gd name="T1" fmla="*/ 21 h 9"/>
                  <a:gd name="T2" fmla="*/ 63 w 14"/>
                  <a:gd name="T3" fmla="*/ 136 h 9"/>
                  <a:gd name="T4" fmla="*/ 208 w 14"/>
                  <a:gd name="T5" fmla="*/ 77 h 9"/>
                  <a:gd name="T6" fmla="*/ 145 w 14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9" y="1"/>
                    </a:moveTo>
                    <a:cubicBezTo>
                      <a:pt x="7" y="2"/>
                      <a:pt x="0" y="3"/>
                      <a:pt x="4" y="7"/>
                    </a:cubicBezTo>
                    <a:cubicBezTo>
                      <a:pt x="6" y="9"/>
                      <a:pt x="12" y="7"/>
                      <a:pt x="13" y="4"/>
                    </a:cubicBezTo>
                    <a:cubicBezTo>
                      <a:pt x="14" y="2"/>
                      <a:pt x="11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5" name="Freeform 1834">
                <a:extLst>
                  <a:ext uri="{FF2B5EF4-FFF2-40B4-BE49-F238E27FC236}">
                    <a16:creationId xmlns:a16="http://schemas.microsoft.com/office/drawing/2014/main" id="{59EBE146-18BA-49C7-8539-83BFE74BC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384"/>
                <a:ext cx="22" cy="24"/>
              </a:xfrm>
              <a:custGeom>
                <a:avLst/>
                <a:gdLst>
                  <a:gd name="T0" fmla="*/ 90 w 9"/>
                  <a:gd name="T1" fmla="*/ 21 h 9"/>
                  <a:gd name="T2" fmla="*/ 59 w 9"/>
                  <a:gd name="T3" fmla="*/ 171 h 9"/>
                  <a:gd name="T4" fmla="*/ 103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1"/>
                    </a:moveTo>
                    <a:cubicBezTo>
                      <a:pt x="3" y="1"/>
                      <a:pt x="0" y="8"/>
                      <a:pt x="4" y="9"/>
                    </a:cubicBezTo>
                    <a:cubicBezTo>
                      <a:pt x="9" y="9"/>
                      <a:pt x="9" y="0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6" name="Freeform 1835">
                <a:extLst>
                  <a:ext uri="{FF2B5EF4-FFF2-40B4-BE49-F238E27FC236}">
                    <a16:creationId xmlns:a16="http://schemas.microsoft.com/office/drawing/2014/main" id="{30A58277-9D83-4D37-B565-FC3E912B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376"/>
                <a:ext cx="45" cy="40"/>
              </a:xfrm>
              <a:custGeom>
                <a:avLst/>
                <a:gdLst>
                  <a:gd name="T0" fmla="*/ 188 w 18"/>
                  <a:gd name="T1" fmla="*/ 21 h 15"/>
                  <a:gd name="T2" fmla="*/ 63 w 18"/>
                  <a:gd name="T3" fmla="*/ 171 h 15"/>
                  <a:gd name="T4" fmla="*/ 175 w 18"/>
                  <a:gd name="T5" fmla="*/ 2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2" y="1"/>
                    </a:moveTo>
                    <a:cubicBezTo>
                      <a:pt x="8" y="1"/>
                      <a:pt x="0" y="5"/>
                      <a:pt x="4" y="9"/>
                    </a:cubicBezTo>
                    <a:cubicBezTo>
                      <a:pt x="10" y="15"/>
                      <a:pt x="18" y="0"/>
                      <a:pt x="11" y="1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07" name="Freeform 1836">
                <a:extLst>
                  <a:ext uri="{FF2B5EF4-FFF2-40B4-BE49-F238E27FC236}">
                    <a16:creationId xmlns:a16="http://schemas.microsoft.com/office/drawing/2014/main" id="{8CA52B73-CB93-42C9-95EF-8B7495D63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256"/>
                <a:ext cx="30" cy="35"/>
              </a:xfrm>
              <a:custGeom>
                <a:avLst/>
                <a:gdLst>
                  <a:gd name="T0" fmla="*/ 50 w 12"/>
                  <a:gd name="T1" fmla="*/ 94 h 13"/>
                  <a:gd name="T2" fmla="*/ 125 w 12"/>
                  <a:gd name="T3" fmla="*/ 218 h 13"/>
                  <a:gd name="T4" fmla="*/ 95 w 12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5"/>
                    </a:moveTo>
                    <a:cubicBezTo>
                      <a:pt x="0" y="8"/>
                      <a:pt x="4" y="13"/>
                      <a:pt x="8" y="11"/>
                    </a:cubicBezTo>
                    <a:cubicBezTo>
                      <a:pt x="12" y="9"/>
                      <a:pt x="11" y="0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D0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3427" name="Freeform 1837">
              <a:extLst>
                <a:ext uri="{FF2B5EF4-FFF2-40B4-BE49-F238E27FC236}">
                  <a16:creationId xmlns:a16="http://schemas.microsoft.com/office/drawing/2014/main" id="{7D889BB4-DD9A-4CA4-9567-E3C517E72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04"/>
              <a:ext cx="17" cy="32"/>
            </a:xfrm>
            <a:custGeom>
              <a:avLst/>
              <a:gdLst>
                <a:gd name="T0" fmla="*/ 0 w 7"/>
                <a:gd name="T1" fmla="*/ 93 h 12"/>
                <a:gd name="T2" fmla="*/ 100 w 7"/>
                <a:gd name="T3" fmla="*/ 77 h 12"/>
                <a:gd name="T4" fmla="*/ 29 w 7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5"/>
                  </a:moveTo>
                  <a:cubicBezTo>
                    <a:pt x="1" y="1"/>
                    <a:pt x="6" y="0"/>
                    <a:pt x="7" y="4"/>
                  </a:cubicBezTo>
                  <a:cubicBezTo>
                    <a:pt x="7" y="6"/>
                    <a:pt x="3" y="12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28" name="Freeform 1838">
              <a:extLst>
                <a:ext uri="{FF2B5EF4-FFF2-40B4-BE49-F238E27FC236}">
                  <a16:creationId xmlns:a16="http://schemas.microsoft.com/office/drawing/2014/main" id="{DC7517A1-E6EE-47D4-98A3-340AFA18C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229"/>
              <a:ext cx="28" cy="16"/>
            </a:xfrm>
            <a:custGeom>
              <a:avLst/>
              <a:gdLst>
                <a:gd name="T0" fmla="*/ 0 w 11"/>
                <a:gd name="T1" fmla="*/ 35 h 6"/>
                <a:gd name="T2" fmla="*/ 117 w 11"/>
                <a:gd name="T3" fmla="*/ 93 h 6"/>
                <a:gd name="T4" fmla="*/ 150 w 11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1" y="4"/>
                    <a:pt x="4" y="6"/>
                    <a:pt x="7" y="5"/>
                  </a:cubicBezTo>
                  <a:cubicBezTo>
                    <a:pt x="8" y="4"/>
                    <a:pt x="11" y="0"/>
                    <a:pt x="9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29" name="Freeform 1839">
              <a:extLst>
                <a:ext uri="{FF2B5EF4-FFF2-40B4-BE49-F238E27FC236}">
                  <a16:creationId xmlns:a16="http://schemas.microsoft.com/office/drawing/2014/main" id="{8459DB89-0153-442F-B20A-38657E5D9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27"/>
              <a:ext cx="20" cy="45"/>
            </a:xfrm>
            <a:custGeom>
              <a:avLst/>
              <a:gdLst>
                <a:gd name="T0" fmla="*/ 20 w 8"/>
                <a:gd name="T1" fmla="*/ 132 h 17"/>
                <a:gd name="T2" fmla="*/ 83 w 8"/>
                <a:gd name="T3" fmla="*/ 238 h 17"/>
                <a:gd name="T4" fmla="*/ 33 w 8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1" y="7"/>
                  </a:moveTo>
                  <a:cubicBezTo>
                    <a:pt x="1" y="9"/>
                    <a:pt x="0" y="17"/>
                    <a:pt x="5" y="13"/>
                  </a:cubicBezTo>
                  <a:cubicBezTo>
                    <a:pt x="8" y="9"/>
                    <a:pt x="4" y="0"/>
                    <a:pt x="2" y="5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0" name="Freeform 1840">
              <a:extLst>
                <a:ext uri="{FF2B5EF4-FFF2-40B4-BE49-F238E27FC236}">
                  <a16:creationId xmlns:a16="http://schemas.microsoft.com/office/drawing/2014/main" id="{295717DA-74F7-40FD-BF2E-9E13441C7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243"/>
              <a:ext cx="28" cy="29"/>
            </a:xfrm>
            <a:custGeom>
              <a:avLst/>
              <a:gdLst>
                <a:gd name="T0" fmla="*/ 0 w 11"/>
                <a:gd name="T1" fmla="*/ 111 h 11"/>
                <a:gd name="T2" fmla="*/ 181 w 11"/>
                <a:gd name="T3" fmla="*/ 111 h 11"/>
                <a:gd name="T4" fmla="*/ 20 w 11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1" y="9"/>
                    <a:pt x="10" y="11"/>
                    <a:pt x="11" y="6"/>
                  </a:cubicBezTo>
                  <a:cubicBezTo>
                    <a:pt x="11" y="1"/>
                    <a:pt x="4" y="0"/>
                    <a:pt x="1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1" name="Freeform 1841">
              <a:extLst>
                <a:ext uri="{FF2B5EF4-FFF2-40B4-BE49-F238E27FC236}">
                  <a16:creationId xmlns:a16="http://schemas.microsoft.com/office/drawing/2014/main" id="{37D73550-26BD-4D6E-B9F9-20E3BDC84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267"/>
              <a:ext cx="37" cy="18"/>
            </a:xfrm>
            <a:custGeom>
              <a:avLst/>
              <a:gdLst>
                <a:gd name="T0" fmla="*/ 121 w 15"/>
                <a:gd name="T1" fmla="*/ 21 h 7"/>
                <a:gd name="T2" fmla="*/ 91 w 15"/>
                <a:gd name="T3" fmla="*/ 118 h 7"/>
                <a:gd name="T4" fmla="*/ 224 w 15"/>
                <a:gd name="T5" fmla="*/ 54 h 7"/>
                <a:gd name="T6" fmla="*/ 133 w 15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8" y="1"/>
                  </a:moveTo>
                  <a:cubicBezTo>
                    <a:pt x="5" y="1"/>
                    <a:pt x="0" y="6"/>
                    <a:pt x="6" y="7"/>
                  </a:cubicBezTo>
                  <a:cubicBezTo>
                    <a:pt x="8" y="7"/>
                    <a:pt x="14" y="6"/>
                    <a:pt x="15" y="3"/>
                  </a:cubicBezTo>
                  <a:cubicBezTo>
                    <a:pt x="15" y="0"/>
                    <a:pt x="11" y="0"/>
                    <a:pt x="9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2" name="Freeform 1842">
              <a:extLst>
                <a:ext uri="{FF2B5EF4-FFF2-40B4-BE49-F238E27FC236}">
                  <a16:creationId xmlns:a16="http://schemas.microsoft.com/office/drawing/2014/main" id="{C0E8B7BE-1C50-44EC-A426-B01C70FC9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285"/>
              <a:ext cx="25" cy="30"/>
            </a:xfrm>
            <a:custGeom>
              <a:avLst/>
              <a:gdLst>
                <a:gd name="T0" fmla="*/ 95 w 10"/>
                <a:gd name="T1" fmla="*/ 0 h 11"/>
                <a:gd name="T2" fmla="*/ 83 w 10"/>
                <a:gd name="T3" fmla="*/ 202 h 11"/>
                <a:gd name="T4" fmla="*/ 11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6" y="0"/>
                  </a:moveTo>
                  <a:cubicBezTo>
                    <a:pt x="4" y="2"/>
                    <a:pt x="0" y="11"/>
                    <a:pt x="5" y="10"/>
                  </a:cubicBezTo>
                  <a:cubicBezTo>
                    <a:pt x="9" y="10"/>
                    <a:pt x="10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3" name="Freeform 1843">
              <a:extLst>
                <a:ext uri="{FF2B5EF4-FFF2-40B4-BE49-F238E27FC236}">
                  <a16:creationId xmlns:a16="http://schemas.microsoft.com/office/drawing/2014/main" id="{63FCA992-EF45-4078-87B0-D35AA7612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283"/>
              <a:ext cx="25" cy="34"/>
            </a:xfrm>
            <a:custGeom>
              <a:avLst/>
              <a:gdLst>
                <a:gd name="T0" fmla="*/ 125 w 10"/>
                <a:gd name="T1" fmla="*/ 34 h 13"/>
                <a:gd name="T2" fmla="*/ 20 w 10"/>
                <a:gd name="T3" fmla="*/ 144 h 13"/>
                <a:gd name="T4" fmla="*/ 125 w 10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8" y="2"/>
                  </a:moveTo>
                  <a:cubicBezTo>
                    <a:pt x="4" y="0"/>
                    <a:pt x="0" y="4"/>
                    <a:pt x="1" y="8"/>
                  </a:cubicBezTo>
                  <a:cubicBezTo>
                    <a:pt x="2" y="13"/>
                    <a:pt x="10" y="6"/>
                    <a:pt x="8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4" name="Freeform 1844">
              <a:extLst>
                <a:ext uri="{FF2B5EF4-FFF2-40B4-BE49-F238E27FC236}">
                  <a16:creationId xmlns:a16="http://schemas.microsoft.com/office/drawing/2014/main" id="{2E9D2AFE-F048-41EC-BC29-C7CB02234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955"/>
              <a:ext cx="32" cy="32"/>
            </a:xfrm>
            <a:custGeom>
              <a:avLst/>
              <a:gdLst>
                <a:gd name="T0" fmla="*/ 42 w 13"/>
                <a:gd name="T1" fmla="*/ 171 h 12"/>
                <a:gd name="T2" fmla="*/ 162 w 13"/>
                <a:gd name="T3" fmla="*/ 136 h 12"/>
                <a:gd name="T4" fmla="*/ 30 w 13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3" y="9"/>
                  </a:moveTo>
                  <a:cubicBezTo>
                    <a:pt x="5" y="12"/>
                    <a:pt x="10" y="10"/>
                    <a:pt x="11" y="7"/>
                  </a:cubicBezTo>
                  <a:cubicBezTo>
                    <a:pt x="13" y="0"/>
                    <a:pt x="0" y="1"/>
                    <a:pt x="2" y="8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5" name="Freeform 1845">
              <a:extLst>
                <a:ext uri="{FF2B5EF4-FFF2-40B4-BE49-F238E27FC236}">
                  <a16:creationId xmlns:a16="http://schemas.microsoft.com/office/drawing/2014/main" id="{7BF2757C-4747-4A83-8FFC-EEB5DAA96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976"/>
              <a:ext cx="35" cy="24"/>
            </a:xfrm>
            <a:custGeom>
              <a:avLst/>
              <a:gdLst>
                <a:gd name="T0" fmla="*/ 158 w 14"/>
                <a:gd name="T1" fmla="*/ 0 h 9"/>
                <a:gd name="T2" fmla="*/ 83 w 14"/>
                <a:gd name="T3" fmla="*/ 136 h 9"/>
                <a:gd name="T4" fmla="*/ 145 w 14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0" y="0"/>
                  </a:moveTo>
                  <a:cubicBezTo>
                    <a:pt x="7" y="0"/>
                    <a:pt x="0" y="5"/>
                    <a:pt x="5" y="7"/>
                  </a:cubicBezTo>
                  <a:cubicBezTo>
                    <a:pt x="10" y="9"/>
                    <a:pt x="14" y="0"/>
                    <a:pt x="9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6" name="Freeform 1846">
              <a:extLst>
                <a:ext uri="{FF2B5EF4-FFF2-40B4-BE49-F238E27FC236}">
                  <a16:creationId xmlns:a16="http://schemas.microsoft.com/office/drawing/2014/main" id="{F4D17021-D700-417A-946E-E922B538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912"/>
              <a:ext cx="23" cy="29"/>
            </a:xfrm>
            <a:custGeom>
              <a:avLst/>
              <a:gdLst>
                <a:gd name="T0" fmla="*/ 20 w 9"/>
                <a:gd name="T1" fmla="*/ 111 h 11"/>
                <a:gd name="T2" fmla="*/ 130 w 9"/>
                <a:gd name="T3" fmla="*/ 124 h 11"/>
                <a:gd name="T4" fmla="*/ 33 w 9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6"/>
                  </a:moveTo>
                  <a:cubicBezTo>
                    <a:pt x="0" y="11"/>
                    <a:pt x="7" y="11"/>
                    <a:pt x="8" y="7"/>
                  </a:cubicBezTo>
                  <a:cubicBezTo>
                    <a:pt x="9" y="2"/>
                    <a:pt x="6" y="0"/>
                    <a:pt x="2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7" name="Freeform 1847">
              <a:extLst>
                <a:ext uri="{FF2B5EF4-FFF2-40B4-BE49-F238E27FC236}">
                  <a16:creationId xmlns:a16="http://schemas.microsoft.com/office/drawing/2014/main" id="{56FC3113-DEF6-41EF-914C-B1D394A13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915"/>
              <a:ext cx="45" cy="24"/>
            </a:xfrm>
            <a:custGeom>
              <a:avLst/>
              <a:gdLst>
                <a:gd name="T0" fmla="*/ 188 w 18"/>
                <a:gd name="T1" fmla="*/ 35 h 9"/>
                <a:gd name="T2" fmla="*/ 50 w 18"/>
                <a:gd name="T3" fmla="*/ 93 h 9"/>
                <a:gd name="T4" fmla="*/ 208 w 18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12" y="2"/>
                  </a:moveTo>
                  <a:cubicBezTo>
                    <a:pt x="10" y="0"/>
                    <a:pt x="0" y="1"/>
                    <a:pt x="3" y="5"/>
                  </a:cubicBezTo>
                  <a:cubicBezTo>
                    <a:pt x="6" y="9"/>
                    <a:pt x="18" y="5"/>
                    <a:pt x="13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8" name="Freeform 1848">
              <a:extLst>
                <a:ext uri="{FF2B5EF4-FFF2-40B4-BE49-F238E27FC236}">
                  <a16:creationId xmlns:a16="http://schemas.microsoft.com/office/drawing/2014/main" id="{C4D9B2AB-9513-4034-86D0-8816BDD6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936"/>
              <a:ext cx="40" cy="27"/>
            </a:xfrm>
            <a:custGeom>
              <a:avLst/>
              <a:gdLst>
                <a:gd name="T0" fmla="*/ 175 w 16"/>
                <a:gd name="T1" fmla="*/ 0 h 10"/>
                <a:gd name="T2" fmla="*/ 63 w 16"/>
                <a:gd name="T3" fmla="*/ 138 h 10"/>
                <a:gd name="T4" fmla="*/ 175 w 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1" y="0"/>
                  </a:moveTo>
                  <a:cubicBezTo>
                    <a:pt x="9" y="1"/>
                    <a:pt x="0" y="4"/>
                    <a:pt x="4" y="7"/>
                  </a:cubicBezTo>
                  <a:cubicBezTo>
                    <a:pt x="7" y="10"/>
                    <a:pt x="16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9" name="Freeform 1849">
              <a:extLst>
                <a:ext uri="{FF2B5EF4-FFF2-40B4-BE49-F238E27FC236}">
                  <a16:creationId xmlns:a16="http://schemas.microsoft.com/office/drawing/2014/main" id="{52CED4C1-B022-4BED-916D-92EC3CE9B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933"/>
              <a:ext cx="22" cy="27"/>
            </a:xfrm>
            <a:custGeom>
              <a:avLst/>
              <a:gdLst>
                <a:gd name="T0" fmla="*/ 71 w 9"/>
                <a:gd name="T1" fmla="*/ 38 h 10"/>
                <a:gd name="T2" fmla="*/ 71 w 9"/>
                <a:gd name="T3" fmla="*/ 197 h 10"/>
                <a:gd name="T4" fmla="*/ 90 w 9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2"/>
                  </a:moveTo>
                  <a:cubicBezTo>
                    <a:pt x="3" y="3"/>
                    <a:pt x="0" y="10"/>
                    <a:pt x="5" y="10"/>
                  </a:cubicBezTo>
                  <a:cubicBezTo>
                    <a:pt x="9" y="9"/>
                    <a:pt x="9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0" name="Freeform 1850">
              <a:extLst>
                <a:ext uri="{FF2B5EF4-FFF2-40B4-BE49-F238E27FC236}">
                  <a16:creationId xmlns:a16="http://schemas.microsoft.com/office/drawing/2014/main" id="{6E7180A7-8C54-4A0A-BA03-874DB899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947"/>
              <a:ext cx="53" cy="32"/>
            </a:xfrm>
            <a:custGeom>
              <a:avLst/>
              <a:gdLst>
                <a:gd name="T0" fmla="*/ 209 w 21"/>
                <a:gd name="T1" fmla="*/ 93 h 12"/>
                <a:gd name="T2" fmla="*/ 20 w 21"/>
                <a:gd name="T3" fmla="*/ 93 h 12"/>
                <a:gd name="T4" fmla="*/ 209 w 21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13" y="5"/>
                  </a:moveTo>
                  <a:cubicBezTo>
                    <a:pt x="11" y="3"/>
                    <a:pt x="0" y="0"/>
                    <a:pt x="1" y="5"/>
                  </a:cubicBezTo>
                  <a:cubicBezTo>
                    <a:pt x="1" y="12"/>
                    <a:pt x="21" y="11"/>
                    <a:pt x="13" y="5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1" name="Freeform 1851">
              <a:extLst>
                <a:ext uri="{FF2B5EF4-FFF2-40B4-BE49-F238E27FC236}">
                  <a16:creationId xmlns:a16="http://schemas.microsoft.com/office/drawing/2014/main" id="{53DD0A0D-83BE-41BB-A123-A21B4D30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973"/>
              <a:ext cx="23" cy="19"/>
            </a:xfrm>
            <a:custGeom>
              <a:avLst/>
              <a:gdLst>
                <a:gd name="T0" fmla="*/ 118 w 9"/>
                <a:gd name="T1" fmla="*/ 22 h 7"/>
                <a:gd name="T2" fmla="*/ 0 w 9"/>
                <a:gd name="T3" fmla="*/ 81 h 7"/>
                <a:gd name="T4" fmla="*/ 151 w 9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7" y="1"/>
                  </a:move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8" y="6"/>
                    <a:pt x="9" y="3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2" name="Freeform 1852">
              <a:extLst>
                <a:ext uri="{FF2B5EF4-FFF2-40B4-BE49-F238E27FC236}">
                  <a16:creationId xmlns:a16="http://schemas.microsoft.com/office/drawing/2014/main" id="{CFD5EA10-D28A-4CDD-89E6-D43F040F2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997"/>
              <a:ext cx="30" cy="27"/>
            </a:xfrm>
            <a:custGeom>
              <a:avLst/>
              <a:gdLst>
                <a:gd name="T0" fmla="*/ 145 w 12"/>
                <a:gd name="T1" fmla="*/ 0 h 10"/>
                <a:gd name="T2" fmla="*/ 63 w 12"/>
                <a:gd name="T3" fmla="*/ 138 h 10"/>
                <a:gd name="T4" fmla="*/ 145 w 12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9" y="0"/>
                  </a:moveTo>
                  <a:cubicBezTo>
                    <a:pt x="6" y="0"/>
                    <a:pt x="0" y="5"/>
                    <a:pt x="4" y="7"/>
                  </a:cubicBezTo>
                  <a:cubicBezTo>
                    <a:pt x="7" y="10"/>
                    <a:pt x="12" y="2"/>
                    <a:pt x="9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3" name="Freeform 1853">
              <a:extLst>
                <a:ext uri="{FF2B5EF4-FFF2-40B4-BE49-F238E27FC236}">
                  <a16:creationId xmlns:a16="http://schemas.microsoft.com/office/drawing/2014/main" id="{AB9806A9-AD75-4E8C-94CD-E0D4F46B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019"/>
              <a:ext cx="28" cy="37"/>
            </a:xfrm>
            <a:custGeom>
              <a:avLst/>
              <a:gdLst>
                <a:gd name="T0" fmla="*/ 117 w 11"/>
                <a:gd name="T1" fmla="*/ 21 h 14"/>
                <a:gd name="T2" fmla="*/ 20 w 11"/>
                <a:gd name="T3" fmla="*/ 111 h 14"/>
                <a:gd name="T4" fmla="*/ 117 w 11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7" y="1"/>
                  </a:moveTo>
                  <a:cubicBezTo>
                    <a:pt x="4" y="0"/>
                    <a:pt x="0" y="2"/>
                    <a:pt x="1" y="6"/>
                  </a:cubicBezTo>
                  <a:cubicBezTo>
                    <a:pt x="2" y="14"/>
                    <a:pt x="11" y="4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4" name="Freeform 1854">
              <a:extLst>
                <a:ext uri="{FF2B5EF4-FFF2-40B4-BE49-F238E27FC236}">
                  <a16:creationId xmlns:a16="http://schemas.microsoft.com/office/drawing/2014/main" id="{16EA73B4-F88D-4D51-A8F5-8A3B215AA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005"/>
              <a:ext cx="27" cy="27"/>
            </a:xfrm>
            <a:custGeom>
              <a:avLst/>
              <a:gdLst>
                <a:gd name="T0" fmla="*/ 150 w 11"/>
                <a:gd name="T1" fmla="*/ 0 h 10"/>
                <a:gd name="T2" fmla="*/ 29 w 11"/>
                <a:gd name="T3" fmla="*/ 116 h 10"/>
                <a:gd name="T4" fmla="*/ 150 w 11"/>
                <a:gd name="T5" fmla="*/ 22 h 10"/>
                <a:gd name="T6" fmla="*/ 133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7" y="0"/>
                    <a:pt x="0" y="3"/>
                    <a:pt x="2" y="6"/>
                  </a:cubicBezTo>
                  <a:cubicBezTo>
                    <a:pt x="5" y="10"/>
                    <a:pt x="11" y="4"/>
                    <a:pt x="10" y="1"/>
                  </a:cubicBezTo>
                  <a:cubicBezTo>
                    <a:pt x="10" y="0"/>
                    <a:pt x="9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5" name="Freeform 1855">
              <a:extLst>
                <a:ext uri="{FF2B5EF4-FFF2-40B4-BE49-F238E27FC236}">
                  <a16:creationId xmlns:a16="http://schemas.microsoft.com/office/drawing/2014/main" id="{21A102BA-BE9F-427C-829A-E87989F4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019"/>
              <a:ext cx="20" cy="40"/>
            </a:xfrm>
            <a:custGeom>
              <a:avLst/>
              <a:gdLst>
                <a:gd name="T0" fmla="*/ 50 w 8"/>
                <a:gd name="T1" fmla="*/ 77 h 15"/>
                <a:gd name="T2" fmla="*/ 83 w 8"/>
                <a:gd name="T3" fmla="*/ 227 h 15"/>
                <a:gd name="T4" fmla="*/ 50 w 8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4"/>
                  </a:moveTo>
                  <a:cubicBezTo>
                    <a:pt x="1" y="6"/>
                    <a:pt x="0" y="15"/>
                    <a:pt x="5" y="12"/>
                  </a:cubicBezTo>
                  <a:cubicBezTo>
                    <a:pt x="8" y="10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6" name="Freeform 1856">
              <a:extLst>
                <a:ext uri="{FF2B5EF4-FFF2-40B4-BE49-F238E27FC236}">
                  <a16:creationId xmlns:a16="http://schemas.microsoft.com/office/drawing/2014/main" id="{323382DF-2518-4BAD-8912-E6AA9FD32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003"/>
              <a:ext cx="20" cy="21"/>
            </a:xfrm>
            <a:custGeom>
              <a:avLst/>
              <a:gdLst>
                <a:gd name="T0" fmla="*/ 0 w 8"/>
                <a:gd name="T1" fmla="*/ 89 h 8"/>
                <a:gd name="T2" fmla="*/ 113 w 8"/>
                <a:gd name="T3" fmla="*/ 110 h 8"/>
                <a:gd name="T4" fmla="*/ 6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0" y="8"/>
                    <a:pt x="5" y="8"/>
                    <a:pt x="7" y="6"/>
                  </a:cubicBezTo>
                  <a:cubicBezTo>
                    <a:pt x="8" y="4"/>
                    <a:pt x="7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7" name="Freeform 1857">
              <a:extLst>
                <a:ext uri="{FF2B5EF4-FFF2-40B4-BE49-F238E27FC236}">
                  <a16:creationId xmlns:a16="http://schemas.microsoft.com/office/drawing/2014/main" id="{0C2BA8AA-261A-46D1-B953-505CEAB27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021"/>
              <a:ext cx="30" cy="22"/>
            </a:xfrm>
            <a:custGeom>
              <a:avLst/>
              <a:gdLst>
                <a:gd name="T0" fmla="*/ 125 w 12"/>
                <a:gd name="T1" fmla="*/ 22 h 8"/>
                <a:gd name="T2" fmla="*/ 50 w 12"/>
                <a:gd name="T3" fmla="*/ 129 h 8"/>
                <a:gd name="T4" fmla="*/ 175 w 12"/>
                <a:gd name="T5" fmla="*/ 107 h 8"/>
                <a:gd name="T6" fmla="*/ 125 w 12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8" y="1"/>
                  </a:moveTo>
                  <a:cubicBezTo>
                    <a:pt x="6" y="1"/>
                    <a:pt x="0" y="2"/>
                    <a:pt x="3" y="6"/>
                  </a:cubicBezTo>
                  <a:cubicBezTo>
                    <a:pt x="4" y="8"/>
                    <a:pt x="10" y="7"/>
                    <a:pt x="11" y="5"/>
                  </a:cubicBezTo>
                  <a:cubicBezTo>
                    <a:pt x="12" y="3"/>
                    <a:pt x="10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8" name="Freeform 1858">
              <a:extLst>
                <a:ext uri="{FF2B5EF4-FFF2-40B4-BE49-F238E27FC236}">
                  <a16:creationId xmlns:a16="http://schemas.microsoft.com/office/drawing/2014/main" id="{3B76EF6E-3AE3-4D5B-A2A2-9246C417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069"/>
              <a:ext cx="25" cy="40"/>
            </a:xfrm>
            <a:custGeom>
              <a:avLst/>
              <a:gdLst>
                <a:gd name="T0" fmla="*/ 63 w 10"/>
                <a:gd name="T1" fmla="*/ 264 h 15"/>
                <a:gd name="T2" fmla="*/ 145 w 10"/>
                <a:gd name="T3" fmla="*/ 93 h 15"/>
                <a:gd name="T4" fmla="*/ 50 w 1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4" y="14"/>
                  </a:moveTo>
                  <a:cubicBezTo>
                    <a:pt x="7" y="15"/>
                    <a:pt x="10" y="7"/>
                    <a:pt x="9" y="5"/>
                  </a:cubicBezTo>
                  <a:cubicBezTo>
                    <a:pt x="6" y="0"/>
                    <a:pt x="0" y="10"/>
                    <a:pt x="3" y="13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9" name="Freeform 1859">
              <a:extLst>
                <a:ext uri="{FF2B5EF4-FFF2-40B4-BE49-F238E27FC236}">
                  <a16:creationId xmlns:a16="http://schemas.microsoft.com/office/drawing/2014/main" id="{8B0F408E-C826-4AD4-9180-62B8C540C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083"/>
              <a:ext cx="10" cy="21"/>
            </a:xfrm>
            <a:custGeom>
              <a:avLst/>
              <a:gdLst>
                <a:gd name="T0" fmla="*/ 20 w 4"/>
                <a:gd name="T1" fmla="*/ 0 h 8"/>
                <a:gd name="T2" fmla="*/ 63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0" y="3"/>
                    <a:pt x="0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0" name="Freeform 1860">
              <a:extLst>
                <a:ext uri="{FF2B5EF4-FFF2-40B4-BE49-F238E27FC236}">
                  <a16:creationId xmlns:a16="http://schemas.microsoft.com/office/drawing/2014/main" id="{D92B1740-B2D2-4991-BDFA-7EE42F51C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093"/>
              <a:ext cx="28" cy="30"/>
            </a:xfrm>
            <a:custGeom>
              <a:avLst/>
              <a:gdLst>
                <a:gd name="T0" fmla="*/ 97 w 11"/>
                <a:gd name="T1" fmla="*/ 0 h 11"/>
                <a:gd name="T2" fmla="*/ 64 w 11"/>
                <a:gd name="T3" fmla="*/ 185 h 11"/>
                <a:gd name="T4" fmla="*/ 117 w 11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4" y="1"/>
                    <a:pt x="0" y="8"/>
                    <a:pt x="4" y="9"/>
                  </a:cubicBezTo>
                  <a:cubicBezTo>
                    <a:pt x="9" y="11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1" name="Freeform 1861">
              <a:extLst>
                <a:ext uri="{FF2B5EF4-FFF2-40B4-BE49-F238E27FC236}">
                  <a16:creationId xmlns:a16="http://schemas.microsoft.com/office/drawing/2014/main" id="{65A83FE2-224E-4CF1-85DF-F2DADA516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051"/>
              <a:ext cx="27" cy="26"/>
            </a:xfrm>
            <a:custGeom>
              <a:avLst/>
              <a:gdLst>
                <a:gd name="T0" fmla="*/ 0 w 11"/>
                <a:gd name="T1" fmla="*/ 88 h 10"/>
                <a:gd name="T2" fmla="*/ 133 w 11"/>
                <a:gd name="T3" fmla="*/ 109 h 10"/>
                <a:gd name="T4" fmla="*/ 0 w 11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5"/>
                  </a:moveTo>
                  <a:cubicBezTo>
                    <a:pt x="2" y="7"/>
                    <a:pt x="7" y="10"/>
                    <a:pt x="9" y="6"/>
                  </a:cubicBezTo>
                  <a:cubicBezTo>
                    <a:pt x="11" y="1"/>
                    <a:pt x="0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2" name="Freeform 1862">
              <a:extLst>
                <a:ext uri="{FF2B5EF4-FFF2-40B4-BE49-F238E27FC236}">
                  <a16:creationId xmlns:a16="http://schemas.microsoft.com/office/drawing/2014/main" id="{426F3B45-2958-4935-9C56-4BF796A26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035"/>
              <a:ext cx="35" cy="34"/>
            </a:xfrm>
            <a:custGeom>
              <a:avLst/>
              <a:gdLst>
                <a:gd name="T0" fmla="*/ 0 w 14"/>
                <a:gd name="T1" fmla="*/ 89 h 13"/>
                <a:gd name="T2" fmla="*/ 158 w 14"/>
                <a:gd name="T3" fmla="*/ 144 h 13"/>
                <a:gd name="T4" fmla="*/ 20 w 14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5"/>
                  </a:moveTo>
                  <a:cubicBezTo>
                    <a:pt x="0" y="8"/>
                    <a:pt x="7" y="13"/>
                    <a:pt x="10" y="8"/>
                  </a:cubicBezTo>
                  <a:cubicBezTo>
                    <a:pt x="14" y="3"/>
                    <a:pt x="4" y="0"/>
                    <a:pt x="1" y="4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3" name="Freeform 1863">
              <a:extLst>
                <a:ext uri="{FF2B5EF4-FFF2-40B4-BE49-F238E27FC236}">
                  <a16:creationId xmlns:a16="http://schemas.microsoft.com/office/drawing/2014/main" id="{684DFFD5-506A-4D41-B301-8D60357E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019"/>
              <a:ext cx="25" cy="40"/>
            </a:xfrm>
            <a:custGeom>
              <a:avLst/>
              <a:gdLst>
                <a:gd name="T0" fmla="*/ 50 w 10"/>
                <a:gd name="T1" fmla="*/ 93 h 15"/>
                <a:gd name="T2" fmla="*/ 83 w 10"/>
                <a:gd name="T3" fmla="*/ 205 h 15"/>
                <a:gd name="T4" fmla="*/ 50 w 10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3" y="5"/>
                  </a:moveTo>
                  <a:cubicBezTo>
                    <a:pt x="0" y="8"/>
                    <a:pt x="0" y="15"/>
                    <a:pt x="5" y="11"/>
                  </a:cubicBezTo>
                  <a:cubicBezTo>
                    <a:pt x="10" y="8"/>
                    <a:pt x="5" y="0"/>
                    <a:pt x="3" y="6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4" name="Freeform 1864">
              <a:extLst>
                <a:ext uri="{FF2B5EF4-FFF2-40B4-BE49-F238E27FC236}">
                  <a16:creationId xmlns:a16="http://schemas.microsoft.com/office/drawing/2014/main" id="{22A402D7-87FD-4B31-839F-E152A1601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037"/>
              <a:ext cx="38" cy="16"/>
            </a:xfrm>
            <a:custGeom>
              <a:avLst/>
              <a:gdLst>
                <a:gd name="T0" fmla="*/ 160 w 15"/>
                <a:gd name="T1" fmla="*/ 21 h 6"/>
                <a:gd name="T2" fmla="*/ 96 w 15"/>
                <a:gd name="T3" fmla="*/ 115 h 6"/>
                <a:gd name="T4" fmla="*/ 225 w 15"/>
                <a:gd name="T5" fmla="*/ 77 h 6"/>
                <a:gd name="T6" fmla="*/ 160 w 1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10" y="1"/>
                  </a:moveTo>
                  <a:cubicBezTo>
                    <a:pt x="7" y="0"/>
                    <a:pt x="0" y="3"/>
                    <a:pt x="6" y="6"/>
                  </a:cubicBezTo>
                  <a:cubicBezTo>
                    <a:pt x="8" y="6"/>
                    <a:pt x="13" y="6"/>
                    <a:pt x="14" y="4"/>
                  </a:cubicBezTo>
                  <a:cubicBezTo>
                    <a:pt x="15" y="2"/>
                    <a:pt x="11" y="1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5" name="Freeform 1865">
              <a:extLst>
                <a:ext uri="{FF2B5EF4-FFF2-40B4-BE49-F238E27FC236}">
                  <a16:creationId xmlns:a16="http://schemas.microsoft.com/office/drawing/2014/main" id="{45982EAF-37DC-4C9B-AEEC-28127ED60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971"/>
              <a:ext cx="15" cy="34"/>
            </a:xfrm>
            <a:custGeom>
              <a:avLst/>
              <a:gdLst>
                <a:gd name="T0" fmla="*/ 20 w 6"/>
                <a:gd name="T1" fmla="*/ 68 h 13"/>
                <a:gd name="T2" fmla="*/ 83 w 6"/>
                <a:gd name="T3" fmla="*/ 165 h 13"/>
                <a:gd name="T4" fmla="*/ 33 w 6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1" y="4"/>
                  </a:moveTo>
                  <a:cubicBezTo>
                    <a:pt x="0" y="7"/>
                    <a:pt x="3" y="13"/>
                    <a:pt x="5" y="9"/>
                  </a:cubicBezTo>
                  <a:cubicBezTo>
                    <a:pt x="6" y="7"/>
                    <a:pt x="3" y="0"/>
                    <a:pt x="2" y="3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6" name="Freeform 1866">
              <a:extLst>
                <a:ext uri="{FF2B5EF4-FFF2-40B4-BE49-F238E27FC236}">
                  <a16:creationId xmlns:a16="http://schemas.microsoft.com/office/drawing/2014/main" id="{C8C3AD62-C879-4842-8058-B6A2FFFAA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995"/>
              <a:ext cx="25" cy="21"/>
            </a:xfrm>
            <a:custGeom>
              <a:avLst/>
              <a:gdLst>
                <a:gd name="T0" fmla="*/ 33 w 10"/>
                <a:gd name="T1" fmla="*/ 76 h 8"/>
                <a:gd name="T2" fmla="*/ 145 w 10"/>
                <a:gd name="T3" fmla="*/ 76 h 8"/>
                <a:gd name="T4" fmla="*/ 0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4"/>
                  </a:moveTo>
                  <a:cubicBezTo>
                    <a:pt x="3" y="6"/>
                    <a:pt x="9" y="8"/>
                    <a:pt x="9" y="4"/>
                  </a:cubicBezTo>
                  <a:cubicBezTo>
                    <a:pt x="10" y="0"/>
                    <a:pt x="2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7" name="Freeform 1867">
              <a:extLst>
                <a:ext uri="{FF2B5EF4-FFF2-40B4-BE49-F238E27FC236}">
                  <a16:creationId xmlns:a16="http://schemas.microsoft.com/office/drawing/2014/main" id="{4871F737-7F38-4B49-A364-9C529213B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016"/>
              <a:ext cx="25" cy="24"/>
            </a:xfrm>
            <a:custGeom>
              <a:avLst/>
              <a:gdLst>
                <a:gd name="T0" fmla="*/ 20 w 10"/>
                <a:gd name="T1" fmla="*/ 115 h 9"/>
                <a:gd name="T2" fmla="*/ 145 w 10"/>
                <a:gd name="T3" fmla="*/ 77 h 9"/>
                <a:gd name="T4" fmla="*/ 0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" y="6"/>
                  </a:moveTo>
                  <a:cubicBezTo>
                    <a:pt x="3" y="9"/>
                    <a:pt x="10" y="8"/>
                    <a:pt x="9" y="4"/>
                  </a:cubicBezTo>
                  <a:cubicBezTo>
                    <a:pt x="7" y="0"/>
                    <a:pt x="1" y="1"/>
                    <a:pt x="0" y="4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8" name="Freeform 1868">
              <a:extLst>
                <a:ext uri="{FF2B5EF4-FFF2-40B4-BE49-F238E27FC236}">
                  <a16:creationId xmlns:a16="http://schemas.microsoft.com/office/drawing/2014/main" id="{00250CAD-C254-4258-8AD5-A29E362E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008"/>
              <a:ext cx="33" cy="21"/>
            </a:xfrm>
            <a:custGeom>
              <a:avLst/>
              <a:gdLst>
                <a:gd name="T0" fmla="*/ 117 w 13"/>
                <a:gd name="T1" fmla="*/ 144 h 8"/>
                <a:gd name="T2" fmla="*/ 160 w 13"/>
                <a:gd name="T3" fmla="*/ 34 h 8"/>
                <a:gd name="T4" fmla="*/ 84 w 13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8"/>
                  </a:moveTo>
                  <a:cubicBezTo>
                    <a:pt x="10" y="8"/>
                    <a:pt x="13" y="4"/>
                    <a:pt x="10" y="2"/>
                  </a:cubicBezTo>
                  <a:cubicBezTo>
                    <a:pt x="6" y="0"/>
                    <a:pt x="0" y="7"/>
                    <a:pt x="5" y="8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9" name="Freeform 1869">
              <a:extLst>
                <a:ext uri="{FF2B5EF4-FFF2-40B4-BE49-F238E27FC236}">
                  <a16:creationId xmlns:a16="http://schemas.microsoft.com/office/drawing/2014/main" id="{347C1170-E63F-4B6A-BA68-621A6B606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995"/>
              <a:ext cx="25" cy="29"/>
            </a:xfrm>
            <a:custGeom>
              <a:avLst/>
              <a:gdLst>
                <a:gd name="T0" fmla="*/ 33 w 10"/>
                <a:gd name="T1" fmla="*/ 76 h 11"/>
                <a:gd name="T2" fmla="*/ 125 w 10"/>
                <a:gd name="T3" fmla="*/ 124 h 11"/>
                <a:gd name="T4" fmla="*/ 20 w 10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2" y="4"/>
                  </a:moveTo>
                  <a:cubicBezTo>
                    <a:pt x="0" y="7"/>
                    <a:pt x="7" y="11"/>
                    <a:pt x="8" y="7"/>
                  </a:cubicBezTo>
                  <a:cubicBezTo>
                    <a:pt x="10" y="3"/>
                    <a:pt x="1" y="0"/>
                    <a:pt x="1" y="4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0" name="Freeform 1870">
              <a:extLst>
                <a:ext uri="{FF2B5EF4-FFF2-40B4-BE49-F238E27FC236}">
                  <a16:creationId xmlns:a16="http://schemas.microsoft.com/office/drawing/2014/main" id="{79C97C92-3149-497E-BA85-8582E0B5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87"/>
              <a:ext cx="35" cy="21"/>
            </a:xfrm>
            <a:custGeom>
              <a:avLst/>
              <a:gdLst>
                <a:gd name="T0" fmla="*/ 158 w 14"/>
                <a:gd name="T1" fmla="*/ 21 h 8"/>
                <a:gd name="T2" fmla="*/ 50 w 14"/>
                <a:gd name="T3" fmla="*/ 110 h 8"/>
                <a:gd name="T4" fmla="*/ 175 w 14"/>
                <a:gd name="T5" fmla="*/ 110 h 8"/>
                <a:gd name="T6" fmla="*/ 175 w 14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10" y="1"/>
                  </a:moveTo>
                  <a:cubicBezTo>
                    <a:pt x="8" y="0"/>
                    <a:pt x="0" y="2"/>
                    <a:pt x="3" y="6"/>
                  </a:cubicBezTo>
                  <a:cubicBezTo>
                    <a:pt x="5" y="8"/>
                    <a:pt x="9" y="7"/>
                    <a:pt x="11" y="6"/>
                  </a:cubicBezTo>
                  <a:cubicBezTo>
                    <a:pt x="12" y="5"/>
                    <a:pt x="14" y="1"/>
                    <a:pt x="11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1" name="Freeform 1871">
              <a:extLst>
                <a:ext uri="{FF2B5EF4-FFF2-40B4-BE49-F238E27FC236}">
                  <a16:creationId xmlns:a16="http://schemas.microsoft.com/office/drawing/2014/main" id="{CEFE1381-BDE3-42E1-B71A-095D17488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939"/>
              <a:ext cx="23" cy="34"/>
            </a:xfrm>
            <a:custGeom>
              <a:avLst/>
              <a:gdLst>
                <a:gd name="T0" fmla="*/ 97 w 9"/>
                <a:gd name="T1" fmla="*/ 0 h 13"/>
                <a:gd name="T2" fmla="*/ 51 w 9"/>
                <a:gd name="T3" fmla="*/ 144 h 13"/>
                <a:gd name="T4" fmla="*/ 118 w 9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6" y="0"/>
                  </a:moveTo>
                  <a:cubicBezTo>
                    <a:pt x="2" y="0"/>
                    <a:pt x="0" y="6"/>
                    <a:pt x="3" y="8"/>
                  </a:cubicBezTo>
                  <a:cubicBezTo>
                    <a:pt x="8" y="13"/>
                    <a:pt x="9" y="4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2" name="Freeform 1872">
              <a:extLst>
                <a:ext uri="{FF2B5EF4-FFF2-40B4-BE49-F238E27FC236}">
                  <a16:creationId xmlns:a16="http://schemas.microsoft.com/office/drawing/2014/main" id="{C90AD8CE-E05D-4882-9B9E-4FF2B614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941"/>
              <a:ext cx="23" cy="32"/>
            </a:xfrm>
            <a:custGeom>
              <a:avLst/>
              <a:gdLst>
                <a:gd name="T0" fmla="*/ 130 w 9"/>
                <a:gd name="T1" fmla="*/ 35 h 12"/>
                <a:gd name="T2" fmla="*/ 51 w 9"/>
                <a:gd name="T3" fmla="*/ 192 h 12"/>
                <a:gd name="T4" fmla="*/ 118 w 9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2"/>
                  </a:moveTo>
                  <a:cubicBezTo>
                    <a:pt x="4" y="0"/>
                    <a:pt x="0" y="7"/>
                    <a:pt x="3" y="10"/>
                  </a:cubicBezTo>
                  <a:cubicBezTo>
                    <a:pt x="6" y="12"/>
                    <a:pt x="9" y="5"/>
                    <a:pt x="7" y="3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3" name="Freeform 1873">
              <a:extLst>
                <a:ext uri="{FF2B5EF4-FFF2-40B4-BE49-F238E27FC236}">
                  <a16:creationId xmlns:a16="http://schemas.microsoft.com/office/drawing/2014/main" id="{FFEB0D22-5E1A-43EA-99EF-01CFE7F9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965"/>
              <a:ext cx="43" cy="32"/>
            </a:xfrm>
            <a:custGeom>
              <a:avLst/>
              <a:gdLst>
                <a:gd name="T0" fmla="*/ 159 w 17"/>
                <a:gd name="T1" fmla="*/ 21 h 12"/>
                <a:gd name="T2" fmla="*/ 51 w 17"/>
                <a:gd name="T3" fmla="*/ 115 h 12"/>
                <a:gd name="T4" fmla="*/ 159 w 17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0" y="1"/>
                  </a:moveTo>
                  <a:cubicBezTo>
                    <a:pt x="7" y="0"/>
                    <a:pt x="0" y="3"/>
                    <a:pt x="3" y="6"/>
                  </a:cubicBezTo>
                  <a:cubicBezTo>
                    <a:pt x="7" y="12"/>
                    <a:pt x="17" y="3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4" name="Freeform 1874">
              <a:extLst>
                <a:ext uri="{FF2B5EF4-FFF2-40B4-BE49-F238E27FC236}">
                  <a16:creationId xmlns:a16="http://schemas.microsoft.com/office/drawing/2014/main" id="{B55F23EF-A969-4856-9221-6E9AEB0CC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968"/>
              <a:ext cx="30" cy="21"/>
            </a:xfrm>
            <a:custGeom>
              <a:avLst/>
              <a:gdLst>
                <a:gd name="T0" fmla="*/ 158 w 12"/>
                <a:gd name="T1" fmla="*/ 34 h 8"/>
                <a:gd name="T2" fmla="*/ 50 w 12"/>
                <a:gd name="T3" fmla="*/ 110 h 8"/>
                <a:gd name="T4" fmla="*/ 175 w 12"/>
                <a:gd name="T5" fmla="*/ 89 h 8"/>
                <a:gd name="T6" fmla="*/ 145 w 12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0" y="2"/>
                  </a:moveTo>
                  <a:cubicBezTo>
                    <a:pt x="7" y="0"/>
                    <a:pt x="0" y="3"/>
                    <a:pt x="3" y="6"/>
                  </a:cubicBezTo>
                  <a:cubicBezTo>
                    <a:pt x="4" y="8"/>
                    <a:pt x="10" y="7"/>
                    <a:pt x="11" y="5"/>
                  </a:cubicBezTo>
                  <a:cubicBezTo>
                    <a:pt x="12" y="3"/>
                    <a:pt x="11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5" name="Freeform 1875">
              <a:extLst>
                <a:ext uri="{FF2B5EF4-FFF2-40B4-BE49-F238E27FC236}">
                  <a16:creationId xmlns:a16="http://schemas.microsoft.com/office/drawing/2014/main" id="{84D86A52-7B4E-4D60-A0AE-4BBC2E648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984"/>
              <a:ext cx="23" cy="16"/>
            </a:xfrm>
            <a:custGeom>
              <a:avLst/>
              <a:gdLst>
                <a:gd name="T0" fmla="*/ 118 w 9"/>
                <a:gd name="T1" fmla="*/ 21 h 6"/>
                <a:gd name="T2" fmla="*/ 20 w 9"/>
                <a:gd name="T3" fmla="*/ 77 h 6"/>
                <a:gd name="T4" fmla="*/ 130 w 9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1"/>
                  </a:moveTo>
                  <a:cubicBezTo>
                    <a:pt x="5" y="0"/>
                    <a:pt x="0" y="0"/>
                    <a:pt x="1" y="4"/>
                  </a:cubicBezTo>
                  <a:cubicBezTo>
                    <a:pt x="2" y="6"/>
                    <a:pt x="9" y="4"/>
                    <a:pt x="8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6" name="Freeform 1876">
              <a:extLst>
                <a:ext uri="{FF2B5EF4-FFF2-40B4-BE49-F238E27FC236}">
                  <a16:creationId xmlns:a16="http://schemas.microsoft.com/office/drawing/2014/main" id="{B9B1E490-5FE2-429A-AD48-C27A3C435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029"/>
              <a:ext cx="27" cy="32"/>
            </a:xfrm>
            <a:custGeom>
              <a:avLst/>
              <a:gdLst>
                <a:gd name="T0" fmla="*/ 103 w 11"/>
                <a:gd name="T1" fmla="*/ 35 h 12"/>
                <a:gd name="T2" fmla="*/ 61 w 11"/>
                <a:gd name="T3" fmla="*/ 192 h 12"/>
                <a:gd name="T4" fmla="*/ 9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2"/>
                  </a:moveTo>
                  <a:cubicBezTo>
                    <a:pt x="4" y="2"/>
                    <a:pt x="0" y="8"/>
                    <a:pt x="4" y="10"/>
                  </a:cubicBezTo>
                  <a:cubicBezTo>
                    <a:pt x="10" y="12"/>
                    <a:pt x="11" y="0"/>
                    <a:pt x="6" y="3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7" name="Freeform 1877">
              <a:extLst>
                <a:ext uri="{FF2B5EF4-FFF2-40B4-BE49-F238E27FC236}">
                  <a16:creationId xmlns:a16="http://schemas.microsoft.com/office/drawing/2014/main" id="{02718EF3-EFE3-4097-9AF1-500C54A61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35"/>
              <a:ext cx="25" cy="26"/>
            </a:xfrm>
            <a:custGeom>
              <a:avLst/>
              <a:gdLst>
                <a:gd name="T0" fmla="*/ 50 w 10"/>
                <a:gd name="T1" fmla="*/ 156 h 10"/>
                <a:gd name="T2" fmla="*/ 158 w 10"/>
                <a:gd name="T3" fmla="*/ 88 h 10"/>
                <a:gd name="T4" fmla="*/ 0 w 10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9"/>
                  </a:moveTo>
                  <a:cubicBezTo>
                    <a:pt x="6" y="10"/>
                    <a:pt x="10" y="8"/>
                    <a:pt x="10" y="5"/>
                  </a:cubicBezTo>
                  <a:cubicBezTo>
                    <a:pt x="10" y="0"/>
                    <a:pt x="1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8" name="Freeform 1878">
              <a:extLst>
                <a:ext uri="{FF2B5EF4-FFF2-40B4-BE49-F238E27FC236}">
                  <a16:creationId xmlns:a16="http://schemas.microsoft.com/office/drawing/2014/main" id="{57A94BEE-F188-403A-8877-BB21CE602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019"/>
              <a:ext cx="35" cy="21"/>
            </a:xfrm>
            <a:custGeom>
              <a:avLst/>
              <a:gdLst>
                <a:gd name="T0" fmla="*/ 145 w 14"/>
                <a:gd name="T1" fmla="*/ 0 h 8"/>
                <a:gd name="T2" fmla="*/ 95 w 14"/>
                <a:gd name="T3" fmla="*/ 144 h 8"/>
                <a:gd name="T4" fmla="*/ 145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cubicBezTo>
                    <a:pt x="6" y="0"/>
                    <a:pt x="0" y="7"/>
                    <a:pt x="6" y="8"/>
                  </a:cubicBezTo>
                  <a:cubicBezTo>
                    <a:pt x="11" y="8"/>
                    <a:pt x="14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9" name="Freeform 1879">
              <a:extLst>
                <a:ext uri="{FF2B5EF4-FFF2-40B4-BE49-F238E27FC236}">
                  <a16:creationId xmlns:a16="http://schemas.microsoft.com/office/drawing/2014/main" id="{2E8D78B2-7810-4697-BAB9-368B39C4F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016"/>
              <a:ext cx="30" cy="27"/>
            </a:xfrm>
            <a:custGeom>
              <a:avLst/>
              <a:gdLst>
                <a:gd name="T0" fmla="*/ 158 w 12"/>
                <a:gd name="T1" fmla="*/ 0 h 10"/>
                <a:gd name="T2" fmla="*/ 50 w 12"/>
                <a:gd name="T3" fmla="*/ 116 h 10"/>
                <a:gd name="T4" fmla="*/ 158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0" y="0"/>
                  </a:moveTo>
                  <a:cubicBezTo>
                    <a:pt x="7" y="0"/>
                    <a:pt x="0" y="3"/>
                    <a:pt x="3" y="6"/>
                  </a:cubicBezTo>
                  <a:cubicBezTo>
                    <a:pt x="6" y="10"/>
                    <a:pt x="12" y="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0" name="Freeform 1880">
              <a:extLst>
                <a:ext uri="{FF2B5EF4-FFF2-40B4-BE49-F238E27FC236}">
                  <a16:creationId xmlns:a16="http://schemas.microsoft.com/office/drawing/2014/main" id="{111E265B-716E-4097-890C-AB1E5401A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84"/>
              <a:ext cx="25" cy="32"/>
            </a:xfrm>
            <a:custGeom>
              <a:avLst/>
              <a:gdLst>
                <a:gd name="T0" fmla="*/ 113 w 10"/>
                <a:gd name="T1" fmla="*/ 0 h 12"/>
                <a:gd name="T2" fmla="*/ 63 w 10"/>
                <a:gd name="T3" fmla="*/ 192 h 12"/>
                <a:gd name="T4" fmla="*/ 113 w 10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3" y="1"/>
                    <a:pt x="0" y="8"/>
                    <a:pt x="4" y="10"/>
                  </a:cubicBezTo>
                  <a:cubicBezTo>
                    <a:pt x="10" y="12"/>
                    <a:pt x="10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1" name="Freeform 1881">
              <a:extLst>
                <a:ext uri="{FF2B5EF4-FFF2-40B4-BE49-F238E27FC236}">
                  <a16:creationId xmlns:a16="http://schemas.microsoft.com/office/drawing/2014/main" id="{A256B744-99EA-4D32-8DE7-1A26A15BE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216"/>
              <a:ext cx="30" cy="27"/>
            </a:xfrm>
            <a:custGeom>
              <a:avLst/>
              <a:gdLst>
                <a:gd name="T0" fmla="*/ 145 w 12"/>
                <a:gd name="T1" fmla="*/ 59 h 10"/>
                <a:gd name="T2" fmla="*/ 63 w 12"/>
                <a:gd name="T3" fmla="*/ 116 h 10"/>
                <a:gd name="T4" fmla="*/ 175 w 12"/>
                <a:gd name="T5" fmla="*/ 159 h 10"/>
                <a:gd name="T6" fmla="*/ 158 w 12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9" y="3"/>
                  </a:moveTo>
                  <a:cubicBezTo>
                    <a:pt x="8" y="0"/>
                    <a:pt x="0" y="1"/>
                    <a:pt x="4" y="6"/>
                  </a:cubicBezTo>
                  <a:cubicBezTo>
                    <a:pt x="5" y="7"/>
                    <a:pt x="10" y="10"/>
                    <a:pt x="11" y="8"/>
                  </a:cubicBezTo>
                  <a:cubicBezTo>
                    <a:pt x="12" y="7"/>
                    <a:pt x="10" y="4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2" name="Freeform 1882">
              <a:extLst>
                <a:ext uri="{FF2B5EF4-FFF2-40B4-BE49-F238E27FC236}">
                  <a16:creationId xmlns:a16="http://schemas.microsoft.com/office/drawing/2014/main" id="{2186EA4A-A6A0-4654-9164-08DA6D1A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008"/>
              <a:ext cx="20" cy="37"/>
            </a:xfrm>
            <a:custGeom>
              <a:avLst/>
              <a:gdLst>
                <a:gd name="T0" fmla="*/ 50 w 8"/>
                <a:gd name="T1" fmla="*/ 77 h 14"/>
                <a:gd name="T2" fmla="*/ 95 w 8"/>
                <a:gd name="T3" fmla="*/ 148 h 14"/>
                <a:gd name="T4" fmla="*/ 113 w 8"/>
                <a:gd name="T5" fmla="*/ 21 h 14"/>
                <a:gd name="T6" fmla="*/ 33 w 8"/>
                <a:gd name="T7" fmla="*/ 9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3" y="4"/>
                  </a:moveTo>
                  <a:cubicBezTo>
                    <a:pt x="0" y="7"/>
                    <a:pt x="3" y="14"/>
                    <a:pt x="6" y="8"/>
                  </a:cubicBezTo>
                  <a:cubicBezTo>
                    <a:pt x="7" y="7"/>
                    <a:pt x="8" y="3"/>
                    <a:pt x="7" y="1"/>
                  </a:cubicBezTo>
                  <a:cubicBezTo>
                    <a:pt x="5" y="0"/>
                    <a:pt x="3" y="4"/>
                    <a:pt x="2" y="5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3" name="Freeform 1883">
              <a:extLst>
                <a:ext uri="{FF2B5EF4-FFF2-40B4-BE49-F238E27FC236}">
                  <a16:creationId xmlns:a16="http://schemas.microsoft.com/office/drawing/2014/main" id="{2420AD9F-F0E2-42E1-828C-D65543D7C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997"/>
              <a:ext cx="25" cy="27"/>
            </a:xfrm>
            <a:custGeom>
              <a:avLst/>
              <a:gdLst>
                <a:gd name="T0" fmla="*/ 83 w 10"/>
                <a:gd name="T1" fmla="*/ 22 h 10"/>
                <a:gd name="T2" fmla="*/ 95 w 10"/>
                <a:gd name="T3" fmla="*/ 176 h 10"/>
                <a:gd name="T4" fmla="*/ 63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1"/>
                  </a:moveTo>
                  <a:cubicBezTo>
                    <a:pt x="0" y="1"/>
                    <a:pt x="1" y="10"/>
                    <a:pt x="6" y="9"/>
                  </a:cubicBezTo>
                  <a:cubicBezTo>
                    <a:pt x="10" y="8"/>
                    <a:pt x="7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4" name="Freeform 1884">
              <a:extLst>
                <a:ext uri="{FF2B5EF4-FFF2-40B4-BE49-F238E27FC236}">
                  <a16:creationId xmlns:a16="http://schemas.microsoft.com/office/drawing/2014/main" id="{B7A7EF0E-108E-47A9-8E4C-1069406D8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992"/>
              <a:ext cx="27" cy="19"/>
            </a:xfrm>
            <a:custGeom>
              <a:avLst/>
              <a:gdLst>
                <a:gd name="T0" fmla="*/ 103 w 11"/>
                <a:gd name="T1" fmla="*/ 0 h 7"/>
                <a:gd name="T2" fmla="*/ 42 w 11"/>
                <a:gd name="T3" fmla="*/ 0 h 7"/>
                <a:gd name="T4" fmla="*/ 42 w 11"/>
                <a:gd name="T5" fmla="*/ 103 h 7"/>
                <a:gd name="T6" fmla="*/ 150 w 11"/>
                <a:gd name="T7" fmla="*/ 60 h 7"/>
                <a:gd name="T8" fmla="*/ 120 w 1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6" y="0"/>
                    <a:pt x="4" y="0"/>
                    <a:pt x="3" y="0"/>
                  </a:cubicBezTo>
                  <a:cubicBezTo>
                    <a:pt x="0" y="2"/>
                    <a:pt x="1" y="4"/>
                    <a:pt x="3" y="5"/>
                  </a:cubicBezTo>
                  <a:cubicBezTo>
                    <a:pt x="5" y="7"/>
                    <a:pt x="9" y="6"/>
                    <a:pt x="10" y="3"/>
                  </a:cubicBezTo>
                  <a:cubicBezTo>
                    <a:pt x="11" y="2"/>
                    <a:pt x="10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5" name="Freeform 1885">
              <a:extLst>
                <a:ext uri="{FF2B5EF4-FFF2-40B4-BE49-F238E27FC236}">
                  <a16:creationId xmlns:a16="http://schemas.microsoft.com/office/drawing/2014/main" id="{EF89E3E7-E1D4-42E7-A050-5C10E628D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005"/>
              <a:ext cx="35" cy="22"/>
            </a:xfrm>
            <a:custGeom>
              <a:avLst/>
              <a:gdLst>
                <a:gd name="T0" fmla="*/ 145 w 14"/>
                <a:gd name="T1" fmla="*/ 47 h 8"/>
                <a:gd name="T2" fmla="*/ 50 w 14"/>
                <a:gd name="T3" fmla="*/ 22 h 8"/>
                <a:gd name="T4" fmla="*/ 50 w 14"/>
                <a:gd name="T5" fmla="*/ 143 h 8"/>
                <a:gd name="T6" fmla="*/ 145 w 14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9" y="2"/>
                  </a:moveTo>
                  <a:cubicBezTo>
                    <a:pt x="7" y="1"/>
                    <a:pt x="5" y="0"/>
                    <a:pt x="3" y="1"/>
                  </a:cubicBezTo>
                  <a:cubicBezTo>
                    <a:pt x="0" y="3"/>
                    <a:pt x="1" y="5"/>
                    <a:pt x="3" y="7"/>
                  </a:cubicBezTo>
                  <a:cubicBezTo>
                    <a:pt x="7" y="8"/>
                    <a:pt x="14" y="5"/>
                    <a:pt x="9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6" name="Freeform 1886">
              <a:extLst>
                <a:ext uri="{FF2B5EF4-FFF2-40B4-BE49-F238E27FC236}">
                  <a16:creationId xmlns:a16="http://schemas.microsoft.com/office/drawing/2014/main" id="{9E795239-64BA-45F3-A847-EA3DAF412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024"/>
              <a:ext cx="22" cy="24"/>
            </a:xfrm>
            <a:custGeom>
              <a:avLst/>
              <a:gdLst>
                <a:gd name="T0" fmla="*/ 42 w 9"/>
                <a:gd name="T1" fmla="*/ 21 h 9"/>
                <a:gd name="T2" fmla="*/ 71 w 9"/>
                <a:gd name="T3" fmla="*/ 171 h 9"/>
                <a:gd name="T4" fmla="*/ 42 w 9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1" y="4"/>
                    <a:pt x="0" y="9"/>
                    <a:pt x="5" y="9"/>
                  </a:cubicBezTo>
                  <a:cubicBezTo>
                    <a:pt x="9" y="9"/>
                    <a:pt x="8" y="0"/>
                    <a:pt x="3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7" name="Freeform 1887">
              <a:extLst>
                <a:ext uri="{FF2B5EF4-FFF2-40B4-BE49-F238E27FC236}">
                  <a16:creationId xmlns:a16="http://schemas.microsoft.com/office/drawing/2014/main" id="{0AD511CE-3D35-4024-8E5C-07A4D37C7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013"/>
              <a:ext cx="23" cy="32"/>
            </a:xfrm>
            <a:custGeom>
              <a:avLst/>
              <a:gdLst>
                <a:gd name="T0" fmla="*/ 97 w 9"/>
                <a:gd name="T1" fmla="*/ 77 h 12"/>
                <a:gd name="T2" fmla="*/ 66 w 9"/>
                <a:gd name="T3" fmla="*/ 192 h 12"/>
                <a:gd name="T4" fmla="*/ 84 w 9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3" y="5"/>
                    <a:pt x="0" y="9"/>
                    <a:pt x="4" y="10"/>
                  </a:cubicBezTo>
                  <a:cubicBezTo>
                    <a:pt x="9" y="12"/>
                    <a:pt x="8" y="0"/>
                    <a:pt x="5" y="5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8" name="Freeform 1888">
              <a:extLst>
                <a:ext uri="{FF2B5EF4-FFF2-40B4-BE49-F238E27FC236}">
                  <a16:creationId xmlns:a16="http://schemas.microsoft.com/office/drawing/2014/main" id="{3DCC26EA-CB67-401F-A23E-89566A2F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68"/>
              <a:ext cx="25" cy="35"/>
            </a:xfrm>
            <a:custGeom>
              <a:avLst/>
              <a:gdLst>
                <a:gd name="T0" fmla="*/ 83 w 10"/>
                <a:gd name="T1" fmla="*/ 35 h 13"/>
                <a:gd name="T2" fmla="*/ 83 w 10"/>
                <a:gd name="T3" fmla="*/ 218 h 13"/>
                <a:gd name="T4" fmla="*/ 83 w 10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5" y="2"/>
                  </a:moveTo>
                  <a:cubicBezTo>
                    <a:pt x="0" y="4"/>
                    <a:pt x="0" y="13"/>
                    <a:pt x="5" y="11"/>
                  </a:cubicBezTo>
                  <a:cubicBezTo>
                    <a:pt x="10" y="10"/>
                    <a:pt x="8" y="0"/>
                    <a:pt x="5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9" name="Freeform 1889">
              <a:extLst>
                <a:ext uri="{FF2B5EF4-FFF2-40B4-BE49-F238E27FC236}">
                  <a16:creationId xmlns:a16="http://schemas.microsoft.com/office/drawing/2014/main" id="{44009DB9-E1C2-46E1-8505-73D68BDB9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011"/>
              <a:ext cx="30" cy="24"/>
            </a:xfrm>
            <a:custGeom>
              <a:avLst/>
              <a:gdLst>
                <a:gd name="T0" fmla="*/ 0 w 12"/>
                <a:gd name="T1" fmla="*/ 77 h 9"/>
                <a:gd name="T2" fmla="*/ 145 w 12"/>
                <a:gd name="T3" fmla="*/ 93 h 9"/>
                <a:gd name="T4" fmla="*/ 20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4"/>
                  </a:moveTo>
                  <a:cubicBezTo>
                    <a:pt x="1" y="7"/>
                    <a:pt x="7" y="9"/>
                    <a:pt x="9" y="5"/>
                  </a:cubicBezTo>
                  <a:cubicBezTo>
                    <a:pt x="12" y="0"/>
                    <a:pt x="4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0" name="Freeform 1890">
              <a:extLst>
                <a:ext uri="{FF2B5EF4-FFF2-40B4-BE49-F238E27FC236}">
                  <a16:creationId xmlns:a16="http://schemas.microsoft.com/office/drawing/2014/main" id="{250759CB-F45F-43EF-8FE7-99BBB2C9B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029"/>
              <a:ext cx="18" cy="8"/>
            </a:xfrm>
            <a:custGeom>
              <a:avLst/>
              <a:gdLst>
                <a:gd name="T0" fmla="*/ 0 w 7"/>
                <a:gd name="T1" fmla="*/ 56 h 3"/>
                <a:gd name="T2" fmla="*/ 118 w 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1" name="Freeform 1891">
              <a:extLst>
                <a:ext uri="{FF2B5EF4-FFF2-40B4-BE49-F238E27FC236}">
                  <a16:creationId xmlns:a16="http://schemas.microsoft.com/office/drawing/2014/main" id="{64EB8510-B395-46D8-A4CA-85BBC5D68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037"/>
              <a:ext cx="25" cy="43"/>
            </a:xfrm>
            <a:custGeom>
              <a:avLst/>
              <a:gdLst>
                <a:gd name="T0" fmla="*/ 63 w 10"/>
                <a:gd name="T1" fmla="*/ 116 h 16"/>
                <a:gd name="T2" fmla="*/ 95 w 10"/>
                <a:gd name="T3" fmla="*/ 253 h 16"/>
                <a:gd name="T4" fmla="*/ 95 w 10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4" y="6"/>
                  </a:moveTo>
                  <a:cubicBezTo>
                    <a:pt x="1" y="8"/>
                    <a:pt x="0" y="16"/>
                    <a:pt x="6" y="13"/>
                  </a:cubicBezTo>
                  <a:cubicBezTo>
                    <a:pt x="10" y="10"/>
                    <a:pt x="9" y="0"/>
                    <a:pt x="6" y="4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2" name="Freeform 1892">
              <a:extLst>
                <a:ext uri="{FF2B5EF4-FFF2-40B4-BE49-F238E27FC236}">
                  <a16:creationId xmlns:a16="http://schemas.microsoft.com/office/drawing/2014/main" id="{2BDC53A8-0FF8-417A-A11C-EB47E4F24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077"/>
              <a:ext cx="25" cy="32"/>
            </a:xfrm>
            <a:custGeom>
              <a:avLst/>
              <a:gdLst>
                <a:gd name="T0" fmla="*/ 95 w 10"/>
                <a:gd name="T1" fmla="*/ 0 h 12"/>
                <a:gd name="T2" fmla="*/ 50 w 10"/>
                <a:gd name="T3" fmla="*/ 149 h 12"/>
                <a:gd name="T4" fmla="*/ 125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3" y="0"/>
                    <a:pt x="0" y="6"/>
                    <a:pt x="3" y="8"/>
                  </a:cubicBezTo>
                  <a:cubicBezTo>
                    <a:pt x="6" y="12"/>
                    <a:pt x="10" y="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3" name="Freeform 1893">
              <a:extLst>
                <a:ext uri="{FF2B5EF4-FFF2-40B4-BE49-F238E27FC236}">
                  <a16:creationId xmlns:a16="http://schemas.microsoft.com/office/drawing/2014/main" id="{11239A61-BBF6-4AC1-BA2E-9C1D78222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059"/>
              <a:ext cx="25" cy="42"/>
            </a:xfrm>
            <a:custGeom>
              <a:avLst/>
              <a:gdLst>
                <a:gd name="T0" fmla="*/ 33 w 10"/>
                <a:gd name="T1" fmla="*/ 123 h 16"/>
                <a:gd name="T2" fmla="*/ 113 w 10"/>
                <a:gd name="T3" fmla="*/ 200 h 16"/>
                <a:gd name="T4" fmla="*/ 125 w 10"/>
                <a:gd name="T5" fmla="*/ 34 h 16"/>
                <a:gd name="T6" fmla="*/ 33 w 10"/>
                <a:gd name="T7" fmla="*/ 1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2" y="7"/>
                  </a:moveTo>
                  <a:cubicBezTo>
                    <a:pt x="0" y="12"/>
                    <a:pt x="3" y="16"/>
                    <a:pt x="7" y="11"/>
                  </a:cubicBezTo>
                  <a:cubicBezTo>
                    <a:pt x="8" y="9"/>
                    <a:pt x="10" y="3"/>
                    <a:pt x="8" y="2"/>
                  </a:cubicBezTo>
                  <a:cubicBezTo>
                    <a:pt x="5" y="0"/>
                    <a:pt x="2" y="6"/>
                    <a:pt x="2" y="8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4" name="Freeform 1894">
              <a:extLst>
                <a:ext uri="{FF2B5EF4-FFF2-40B4-BE49-F238E27FC236}">
                  <a16:creationId xmlns:a16="http://schemas.microsoft.com/office/drawing/2014/main" id="{1309FC90-F0AA-458C-BB84-D0D93699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069"/>
              <a:ext cx="20" cy="19"/>
            </a:xfrm>
            <a:custGeom>
              <a:avLst/>
              <a:gdLst>
                <a:gd name="T0" fmla="*/ 0 w 8"/>
                <a:gd name="T1" fmla="*/ 60 h 7"/>
                <a:gd name="T2" fmla="*/ 95 w 8"/>
                <a:gd name="T3" fmla="*/ 60 h 7"/>
                <a:gd name="T4" fmla="*/ 0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0" y="0"/>
                    <a:pt x="5" y="1"/>
                    <a:pt x="6" y="3"/>
                  </a:cubicBezTo>
                  <a:cubicBezTo>
                    <a:pt x="8" y="7"/>
                    <a:pt x="2" y="7"/>
                    <a:pt x="0" y="7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5" name="Freeform 1895">
              <a:extLst>
                <a:ext uri="{FF2B5EF4-FFF2-40B4-BE49-F238E27FC236}">
                  <a16:creationId xmlns:a16="http://schemas.microsoft.com/office/drawing/2014/main" id="{3949FE8F-544A-42B5-A5FE-D67714294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093"/>
              <a:ext cx="40" cy="30"/>
            </a:xfrm>
            <a:custGeom>
              <a:avLst/>
              <a:gdLst>
                <a:gd name="T0" fmla="*/ 158 w 16"/>
                <a:gd name="T1" fmla="*/ 0 h 11"/>
                <a:gd name="T2" fmla="*/ 113 w 16"/>
                <a:gd name="T3" fmla="*/ 224 h 11"/>
                <a:gd name="T4" fmla="*/ 175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0" y="0"/>
                  </a:moveTo>
                  <a:cubicBezTo>
                    <a:pt x="5" y="1"/>
                    <a:pt x="0" y="11"/>
                    <a:pt x="7" y="11"/>
                  </a:cubicBezTo>
                  <a:cubicBezTo>
                    <a:pt x="11" y="10"/>
                    <a:pt x="16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6" name="Freeform 1896">
              <a:extLst>
                <a:ext uri="{FF2B5EF4-FFF2-40B4-BE49-F238E27FC236}">
                  <a16:creationId xmlns:a16="http://schemas.microsoft.com/office/drawing/2014/main" id="{8E152150-F47E-4ABB-8DB9-C9135320E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120"/>
              <a:ext cx="25" cy="32"/>
            </a:xfrm>
            <a:custGeom>
              <a:avLst/>
              <a:gdLst>
                <a:gd name="T0" fmla="*/ 145 w 10"/>
                <a:gd name="T1" fmla="*/ 0 h 12"/>
                <a:gd name="T2" fmla="*/ 63 w 10"/>
                <a:gd name="T3" fmla="*/ 192 h 12"/>
                <a:gd name="T4" fmla="*/ 158 w 10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0"/>
                  </a:moveTo>
                  <a:cubicBezTo>
                    <a:pt x="6" y="0"/>
                    <a:pt x="0" y="7"/>
                    <a:pt x="4" y="10"/>
                  </a:cubicBezTo>
                  <a:cubicBezTo>
                    <a:pt x="9" y="12"/>
                    <a:pt x="10" y="4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7" name="Freeform 1897">
              <a:extLst>
                <a:ext uri="{FF2B5EF4-FFF2-40B4-BE49-F238E27FC236}">
                  <a16:creationId xmlns:a16="http://schemas.microsoft.com/office/drawing/2014/main" id="{3C0F0651-1BA9-441C-A7F1-1CB95FA97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123"/>
              <a:ext cx="18" cy="42"/>
            </a:xfrm>
            <a:custGeom>
              <a:avLst/>
              <a:gdLst>
                <a:gd name="T0" fmla="*/ 21 w 7"/>
                <a:gd name="T1" fmla="*/ 76 h 16"/>
                <a:gd name="T2" fmla="*/ 118 w 7"/>
                <a:gd name="T3" fmla="*/ 123 h 16"/>
                <a:gd name="T4" fmla="*/ 0 w 7"/>
                <a:gd name="T5" fmla="*/ 2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1" y="4"/>
                  </a:moveTo>
                  <a:cubicBezTo>
                    <a:pt x="3" y="0"/>
                    <a:pt x="7" y="4"/>
                    <a:pt x="7" y="7"/>
                  </a:cubicBezTo>
                  <a:cubicBezTo>
                    <a:pt x="7" y="10"/>
                    <a:pt x="3" y="16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8" name="Freeform 1898">
              <a:extLst>
                <a:ext uri="{FF2B5EF4-FFF2-40B4-BE49-F238E27FC236}">
                  <a16:creationId xmlns:a16="http://schemas.microsoft.com/office/drawing/2014/main" id="{9A238BB2-D61B-440A-9F07-B15D2FAEA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107"/>
              <a:ext cx="25" cy="40"/>
            </a:xfrm>
            <a:custGeom>
              <a:avLst/>
              <a:gdLst>
                <a:gd name="T0" fmla="*/ 50 w 10"/>
                <a:gd name="T1" fmla="*/ 93 h 15"/>
                <a:gd name="T2" fmla="*/ 95 w 10"/>
                <a:gd name="T3" fmla="*/ 192 h 15"/>
                <a:gd name="T4" fmla="*/ 125 w 10"/>
                <a:gd name="T5" fmla="*/ 21 h 15"/>
                <a:gd name="T6" fmla="*/ 33 w 10"/>
                <a:gd name="T7" fmla="*/ 7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3" y="5"/>
                  </a:moveTo>
                  <a:cubicBezTo>
                    <a:pt x="0" y="7"/>
                    <a:pt x="1" y="15"/>
                    <a:pt x="6" y="10"/>
                  </a:cubicBezTo>
                  <a:cubicBezTo>
                    <a:pt x="7" y="9"/>
                    <a:pt x="10" y="3"/>
                    <a:pt x="8" y="1"/>
                  </a:cubicBezTo>
                  <a:cubicBezTo>
                    <a:pt x="6" y="0"/>
                    <a:pt x="3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9" name="Freeform 1899">
              <a:extLst>
                <a:ext uri="{FF2B5EF4-FFF2-40B4-BE49-F238E27FC236}">
                  <a16:creationId xmlns:a16="http://schemas.microsoft.com/office/drawing/2014/main" id="{4F617639-46AE-432C-8DEE-904432D19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88"/>
              <a:ext cx="27" cy="29"/>
            </a:xfrm>
            <a:custGeom>
              <a:avLst/>
              <a:gdLst>
                <a:gd name="T0" fmla="*/ 61 w 11"/>
                <a:gd name="T1" fmla="*/ 200 h 11"/>
                <a:gd name="T2" fmla="*/ 150 w 11"/>
                <a:gd name="T3" fmla="*/ 34 h 11"/>
                <a:gd name="T4" fmla="*/ 29 w 11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1"/>
                  </a:moveTo>
                  <a:cubicBezTo>
                    <a:pt x="6" y="10"/>
                    <a:pt x="11" y="5"/>
                    <a:pt x="10" y="2"/>
                  </a:cubicBezTo>
                  <a:cubicBezTo>
                    <a:pt x="8" y="0"/>
                    <a:pt x="0" y="5"/>
                    <a:pt x="2" y="8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0" name="Freeform 1900">
              <a:extLst>
                <a:ext uri="{FF2B5EF4-FFF2-40B4-BE49-F238E27FC236}">
                  <a16:creationId xmlns:a16="http://schemas.microsoft.com/office/drawing/2014/main" id="{1B6F8D4F-1906-4496-8A11-FBC529F56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048"/>
              <a:ext cx="25" cy="27"/>
            </a:xfrm>
            <a:custGeom>
              <a:avLst/>
              <a:gdLst>
                <a:gd name="T0" fmla="*/ 63 w 10"/>
                <a:gd name="T1" fmla="*/ 197 h 10"/>
                <a:gd name="T2" fmla="*/ 83 w 10"/>
                <a:gd name="T3" fmla="*/ 0 h 10"/>
                <a:gd name="T4" fmla="*/ 50 w 10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10"/>
                  </a:moveTo>
                  <a:cubicBezTo>
                    <a:pt x="7" y="8"/>
                    <a:pt x="10" y="0"/>
                    <a:pt x="5" y="0"/>
                  </a:cubicBezTo>
                  <a:cubicBezTo>
                    <a:pt x="1" y="0"/>
                    <a:pt x="0" y="9"/>
                    <a:pt x="3" y="9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1" name="Freeform 1901">
              <a:extLst>
                <a:ext uri="{FF2B5EF4-FFF2-40B4-BE49-F238E27FC236}">
                  <a16:creationId xmlns:a16="http://schemas.microsoft.com/office/drawing/2014/main" id="{16124DB3-E22A-4584-BCB4-80A56735C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997"/>
              <a:ext cx="28" cy="40"/>
            </a:xfrm>
            <a:custGeom>
              <a:avLst/>
              <a:gdLst>
                <a:gd name="T0" fmla="*/ 117 w 11"/>
                <a:gd name="T1" fmla="*/ 77 h 15"/>
                <a:gd name="T2" fmla="*/ 97 w 11"/>
                <a:gd name="T3" fmla="*/ 264 h 15"/>
                <a:gd name="T4" fmla="*/ 117 w 11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7" y="4"/>
                  </a:moveTo>
                  <a:cubicBezTo>
                    <a:pt x="3" y="0"/>
                    <a:pt x="0" y="12"/>
                    <a:pt x="6" y="14"/>
                  </a:cubicBezTo>
                  <a:cubicBezTo>
                    <a:pt x="11" y="15"/>
                    <a:pt x="7" y="5"/>
                    <a:pt x="7" y="3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2" name="Freeform 1902">
              <a:extLst>
                <a:ext uri="{FF2B5EF4-FFF2-40B4-BE49-F238E27FC236}">
                  <a16:creationId xmlns:a16="http://schemas.microsoft.com/office/drawing/2014/main" id="{3E21D371-58D3-4F5B-8DA2-681847161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955"/>
              <a:ext cx="28" cy="34"/>
            </a:xfrm>
            <a:custGeom>
              <a:avLst/>
              <a:gdLst>
                <a:gd name="T0" fmla="*/ 130 w 11"/>
                <a:gd name="T1" fmla="*/ 55 h 13"/>
                <a:gd name="T2" fmla="*/ 84 w 11"/>
                <a:gd name="T3" fmla="*/ 212 h 13"/>
                <a:gd name="T4" fmla="*/ 97 w 11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3"/>
                  </a:moveTo>
                  <a:cubicBezTo>
                    <a:pt x="4" y="0"/>
                    <a:pt x="0" y="10"/>
                    <a:pt x="5" y="12"/>
                  </a:cubicBezTo>
                  <a:cubicBezTo>
                    <a:pt x="9" y="13"/>
                    <a:pt x="11" y="2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3" name="Freeform 1903">
              <a:extLst>
                <a:ext uri="{FF2B5EF4-FFF2-40B4-BE49-F238E27FC236}">
                  <a16:creationId xmlns:a16="http://schemas.microsoft.com/office/drawing/2014/main" id="{73A42E2C-946F-4216-81E1-B4FB9C0EC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984"/>
              <a:ext cx="30" cy="32"/>
            </a:xfrm>
            <a:custGeom>
              <a:avLst/>
              <a:gdLst>
                <a:gd name="T0" fmla="*/ 145 w 12"/>
                <a:gd name="T1" fmla="*/ 21 h 12"/>
                <a:gd name="T2" fmla="*/ 83 w 12"/>
                <a:gd name="T3" fmla="*/ 192 h 12"/>
                <a:gd name="T4" fmla="*/ 125 w 12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9" y="1"/>
                  </a:moveTo>
                  <a:cubicBezTo>
                    <a:pt x="5" y="0"/>
                    <a:pt x="0" y="9"/>
                    <a:pt x="5" y="10"/>
                  </a:cubicBezTo>
                  <a:cubicBezTo>
                    <a:pt x="10" y="12"/>
                    <a:pt x="12" y="1"/>
                    <a:pt x="8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4" name="Freeform 1904">
              <a:extLst>
                <a:ext uri="{FF2B5EF4-FFF2-40B4-BE49-F238E27FC236}">
                  <a16:creationId xmlns:a16="http://schemas.microsoft.com/office/drawing/2014/main" id="{B96E6DBD-0436-43DD-AC63-06FD3049F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016"/>
              <a:ext cx="38" cy="43"/>
            </a:xfrm>
            <a:custGeom>
              <a:avLst/>
              <a:gdLst>
                <a:gd name="T0" fmla="*/ 193 w 15"/>
                <a:gd name="T1" fmla="*/ 59 h 16"/>
                <a:gd name="T2" fmla="*/ 33 w 15"/>
                <a:gd name="T3" fmla="*/ 196 h 16"/>
                <a:gd name="T4" fmla="*/ 180 w 15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2" y="3"/>
                  </a:moveTo>
                  <a:cubicBezTo>
                    <a:pt x="9" y="0"/>
                    <a:pt x="0" y="5"/>
                    <a:pt x="2" y="10"/>
                  </a:cubicBezTo>
                  <a:cubicBezTo>
                    <a:pt x="6" y="16"/>
                    <a:pt x="15" y="3"/>
                    <a:pt x="11" y="3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5" name="Freeform 1905">
              <a:extLst>
                <a:ext uri="{FF2B5EF4-FFF2-40B4-BE49-F238E27FC236}">
                  <a16:creationId xmlns:a16="http://schemas.microsoft.com/office/drawing/2014/main" id="{47DCCE3C-E6C1-46C2-A621-3075DABB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043"/>
              <a:ext cx="32" cy="26"/>
            </a:xfrm>
            <a:custGeom>
              <a:avLst/>
              <a:gdLst>
                <a:gd name="T0" fmla="*/ 133 w 13"/>
                <a:gd name="T1" fmla="*/ 21 h 10"/>
                <a:gd name="T2" fmla="*/ 42 w 13"/>
                <a:gd name="T3" fmla="*/ 122 h 10"/>
                <a:gd name="T4" fmla="*/ 133 w 13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9" y="1"/>
                  </a:moveTo>
                  <a:cubicBezTo>
                    <a:pt x="6" y="0"/>
                    <a:pt x="0" y="4"/>
                    <a:pt x="3" y="7"/>
                  </a:cubicBezTo>
                  <a:cubicBezTo>
                    <a:pt x="7" y="10"/>
                    <a:pt x="13" y="4"/>
                    <a:pt x="9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6" name="Freeform 1906">
              <a:extLst>
                <a:ext uri="{FF2B5EF4-FFF2-40B4-BE49-F238E27FC236}">
                  <a16:creationId xmlns:a16="http://schemas.microsoft.com/office/drawing/2014/main" id="{7559063F-7DF2-4E86-9D31-E2191A6A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395"/>
              <a:ext cx="25" cy="21"/>
            </a:xfrm>
            <a:custGeom>
              <a:avLst/>
              <a:gdLst>
                <a:gd name="T0" fmla="*/ 33 w 10"/>
                <a:gd name="T1" fmla="*/ 34 h 8"/>
                <a:gd name="T2" fmla="*/ 145 w 10"/>
                <a:gd name="T3" fmla="*/ 76 h 8"/>
                <a:gd name="T4" fmla="*/ 0 w 10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2"/>
                  </a:moveTo>
                  <a:cubicBezTo>
                    <a:pt x="4" y="1"/>
                    <a:pt x="10" y="0"/>
                    <a:pt x="9" y="4"/>
                  </a:cubicBezTo>
                  <a:cubicBezTo>
                    <a:pt x="8" y="8"/>
                    <a:pt x="2" y="7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7" name="Freeform 1907">
              <a:extLst>
                <a:ext uri="{FF2B5EF4-FFF2-40B4-BE49-F238E27FC236}">
                  <a16:creationId xmlns:a16="http://schemas.microsoft.com/office/drawing/2014/main" id="{9E079243-AA9B-4360-B5E1-E51DB2327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400"/>
              <a:ext cx="27" cy="19"/>
            </a:xfrm>
            <a:custGeom>
              <a:avLst/>
              <a:gdLst>
                <a:gd name="T0" fmla="*/ 120 w 11"/>
                <a:gd name="T1" fmla="*/ 22 h 7"/>
                <a:gd name="T2" fmla="*/ 61 w 11"/>
                <a:gd name="T3" fmla="*/ 117 h 7"/>
                <a:gd name="T4" fmla="*/ 162 w 11"/>
                <a:gd name="T5" fmla="*/ 81 h 7"/>
                <a:gd name="T6" fmla="*/ 120 w 11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8" y="1"/>
                  </a:moveTo>
                  <a:cubicBezTo>
                    <a:pt x="5" y="0"/>
                    <a:pt x="0" y="3"/>
                    <a:pt x="4" y="6"/>
                  </a:cubicBezTo>
                  <a:cubicBezTo>
                    <a:pt x="6" y="7"/>
                    <a:pt x="11" y="7"/>
                    <a:pt x="11" y="4"/>
                  </a:cubicBezTo>
                  <a:cubicBezTo>
                    <a:pt x="11" y="3"/>
                    <a:pt x="9" y="1"/>
                    <a:pt x="8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8" name="Freeform 1908">
              <a:extLst>
                <a:ext uri="{FF2B5EF4-FFF2-40B4-BE49-F238E27FC236}">
                  <a16:creationId xmlns:a16="http://schemas.microsoft.com/office/drawing/2014/main" id="{BF347C86-B052-485A-8B40-DD1B49FC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403"/>
              <a:ext cx="35" cy="16"/>
            </a:xfrm>
            <a:custGeom>
              <a:avLst/>
              <a:gdLst>
                <a:gd name="T0" fmla="*/ 50 w 14"/>
                <a:gd name="T1" fmla="*/ 77 h 6"/>
                <a:gd name="T2" fmla="*/ 145 w 14"/>
                <a:gd name="T3" fmla="*/ 93 h 6"/>
                <a:gd name="T4" fmla="*/ 175 w 14"/>
                <a:gd name="T5" fmla="*/ 21 h 6"/>
                <a:gd name="T6" fmla="*/ 33 w 14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3" y="4"/>
                  </a:moveTo>
                  <a:cubicBezTo>
                    <a:pt x="5" y="6"/>
                    <a:pt x="6" y="6"/>
                    <a:pt x="9" y="5"/>
                  </a:cubicBezTo>
                  <a:cubicBezTo>
                    <a:pt x="11" y="5"/>
                    <a:pt x="14" y="3"/>
                    <a:pt x="11" y="1"/>
                  </a:cubicBezTo>
                  <a:cubicBezTo>
                    <a:pt x="9" y="0"/>
                    <a:pt x="0" y="1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9" name="Freeform 1909">
              <a:extLst>
                <a:ext uri="{FF2B5EF4-FFF2-40B4-BE49-F238E27FC236}">
                  <a16:creationId xmlns:a16="http://schemas.microsoft.com/office/drawing/2014/main" id="{E6640AB9-3A70-4E1F-BF2E-F8C3D0FE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400"/>
              <a:ext cx="38" cy="19"/>
            </a:xfrm>
            <a:custGeom>
              <a:avLst/>
              <a:gdLst>
                <a:gd name="T0" fmla="*/ 160 w 15"/>
                <a:gd name="T1" fmla="*/ 38 h 7"/>
                <a:gd name="T2" fmla="*/ 84 w 15"/>
                <a:gd name="T3" fmla="*/ 117 h 7"/>
                <a:gd name="T4" fmla="*/ 225 w 15"/>
                <a:gd name="T5" fmla="*/ 81 h 7"/>
                <a:gd name="T6" fmla="*/ 147 w 15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0" y="2"/>
                  </a:moveTo>
                  <a:cubicBezTo>
                    <a:pt x="7" y="0"/>
                    <a:pt x="0" y="5"/>
                    <a:pt x="5" y="6"/>
                  </a:cubicBezTo>
                  <a:cubicBezTo>
                    <a:pt x="7" y="7"/>
                    <a:pt x="14" y="6"/>
                    <a:pt x="14" y="4"/>
                  </a:cubicBezTo>
                  <a:cubicBezTo>
                    <a:pt x="15" y="1"/>
                    <a:pt x="10" y="1"/>
                    <a:pt x="9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0" name="Freeform 1910">
              <a:extLst>
                <a:ext uri="{FF2B5EF4-FFF2-40B4-BE49-F238E27FC236}">
                  <a16:creationId xmlns:a16="http://schemas.microsoft.com/office/drawing/2014/main" id="{DA0CCF88-A89D-4FC4-BCBA-DA5EFB870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395"/>
              <a:ext cx="32" cy="18"/>
            </a:xfrm>
            <a:custGeom>
              <a:avLst/>
              <a:gdLst>
                <a:gd name="T0" fmla="*/ 133 w 13"/>
                <a:gd name="T1" fmla="*/ 21 h 7"/>
                <a:gd name="T2" fmla="*/ 62 w 13"/>
                <a:gd name="T3" fmla="*/ 100 h 7"/>
                <a:gd name="T4" fmla="*/ 182 w 13"/>
                <a:gd name="T5" fmla="*/ 67 h 7"/>
                <a:gd name="T6" fmla="*/ 133 w 13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9" y="1"/>
                  </a:moveTo>
                  <a:cubicBezTo>
                    <a:pt x="6" y="1"/>
                    <a:pt x="0" y="4"/>
                    <a:pt x="4" y="6"/>
                  </a:cubicBezTo>
                  <a:cubicBezTo>
                    <a:pt x="6" y="7"/>
                    <a:pt x="11" y="6"/>
                    <a:pt x="12" y="4"/>
                  </a:cubicBezTo>
                  <a:cubicBezTo>
                    <a:pt x="13" y="2"/>
                    <a:pt x="11" y="0"/>
                    <a:pt x="9" y="1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1" name="Freeform 1911">
              <a:extLst>
                <a:ext uri="{FF2B5EF4-FFF2-40B4-BE49-F238E27FC236}">
                  <a16:creationId xmlns:a16="http://schemas.microsoft.com/office/drawing/2014/main" id="{A92124BB-0936-4EEE-8FA5-A55E80646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405"/>
              <a:ext cx="20" cy="14"/>
            </a:xfrm>
            <a:custGeom>
              <a:avLst/>
              <a:gdLst>
                <a:gd name="T0" fmla="*/ 113 w 8"/>
                <a:gd name="T1" fmla="*/ 22 h 5"/>
                <a:gd name="T2" fmla="*/ 33 w 8"/>
                <a:gd name="T3" fmla="*/ 87 h 5"/>
                <a:gd name="T4" fmla="*/ 125 w 8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7" y="1"/>
                  </a:moveTo>
                  <a:cubicBezTo>
                    <a:pt x="5" y="0"/>
                    <a:pt x="0" y="2"/>
                    <a:pt x="2" y="4"/>
                  </a:cubicBezTo>
                  <a:cubicBezTo>
                    <a:pt x="3" y="5"/>
                    <a:pt x="8" y="4"/>
                    <a:pt x="8" y="2"/>
                  </a:cubicBezTo>
                </a:path>
              </a:pathLst>
            </a:custGeom>
            <a:noFill/>
            <a:ln w="4763" cap="rnd">
              <a:solidFill>
                <a:srgbClr val="D0D1D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2" name="Freeform 1912">
              <a:extLst>
                <a:ext uri="{FF2B5EF4-FFF2-40B4-BE49-F238E27FC236}">
                  <a16:creationId xmlns:a16="http://schemas.microsoft.com/office/drawing/2014/main" id="{57839588-D040-44CD-B859-A2BD43447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579"/>
              <a:ext cx="948" cy="842"/>
            </a:xfrm>
            <a:custGeom>
              <a:avLst/>
              <a:gdLst>
                <a:gd name="T0" fmla="*/ 4993 w 379"/>
                <a:gd name="T1" fmla="*/ 5033 h 316"/>
                <a:gd name="T2" fmla="*/ 2721 w 379"/>
                <a:gd name="T3" fmla="*/ 5979 h 316"/>
                <a:gd name="T4" fmla="*/ 208 w 379"/>
                <a:gd name="T5" fmla="*/ 4274 h 316"/>
                <a:gd name="T6" fmla="*/ 158 w 379"/>
                <a:gd name="T7" fmla="*/ 4031 h 316"/>
                <a:gd name="T8" fmla="*/ 50 w 379"/>
                <a:gd name="T9" fmla="*/ 3728 h 316"/>
                <a:gd name="T10" fmla="*/ 50 w 379"/>
                <a:gd name="T11" fmla="*/ 3523 h 316"/>
                <a:gd name="T12" fmla="*/ 145 w 379"/>
                <a:gd name="T13" fmla="*/ 2705 h 316"/>
                <a:gd name="T14" fmla="*/ 300 w 379"/>
                <a:gd name="T15" fmla="*/ 2286 h 316"/>
                <a:gd name="T16" fmla="*/ 520 w 379"/>
                <a:gd name="T17" fmla="*/ 1684 h 316"/>
                <a:gd name="T18" fmla="*/ 658 w 379"/>
                <a:gd name="T19" fmla="*/ 1420 h 316"/>
                <a:gd name="T20" fmla="*/ 783 w 379"/>
                <a:gd name="T21" fmla="*/ 1284 h 316"/>
                <a:gd name="T22" fmla="*/ 895 w 379"/>
                <a:gd name="T23" fmla="*/ 1135 h 316"/>
                <a:gd name="T24" fmla="*/ 1096 w 379"/>
                <a:gd name="T25" fmla="*/ 815 h 316"/>
                <a:gd name="T26" fmla="*/ 1301 w 379"/>
                <a:gd name="T27" fmla="*/ 682 h 316"/>
                <a:gd name="T28" fmla="*/ 1438 w 379"/>
                <a:gd name="T29" fmla="*/ 624 h 316"/>
                <a:gd name="T30" fmla="*/ 1626 w 379"/>
                <a:gd name="T31" fmla="*/ 397 h 316"/>
                <a:gd name="T32" fmla="*/ 1676 w 379"/>
                <a:gd name="T33" fmla="*/ 320 h 316"/>
                <a:gd name="T34" fmla="*/ 1783 w 379"/>
                <a:gd name="T35" fmla="*/ 285 h 316"/>
                <a:gd name="T36" fmla="*/ 1959 w 379"/>
                <a:gd name="T37" fmla="*/ 192 h 316"/>
                <a:gd name="T38" fmla="*/ 2021 w 379"/>
                <a:gd name="T39" fmla="*/ 136 h 316"/>
                <a:gd name="T40" fmla="*/ 2126 w 379"/>
                <a:gd name="T41" fmla="*/ 171 h 316"/>
                <a:gd name="T42" fmla="*/ 2471 w 379"/>
                <a:gd name="T43" fmla="*/ 171 h 316"/>
                <a:gd name="T44" fmla="*/ 3034 w 379"/>
                <a:gd name="T45" fmla="*/ 35 h 316"/>
                <a:gd name="T46" fmla="*/ 3379 w 379"/>
                <a:gd name="T47" fmla="*/ 0 h 316"/>
                <a:gd name="T48" fmla="*/ 3692 w 379"/>
                <a:gd name="T49" fmla="*/ 77 h 316"/>
                <a:gd name="T50" fmla="*/ 4005 w 379"/>
                <a:gd name="T51" fmla="*/ 149 h 316"/>
                <a:gd name="T52" fmla="*/ 4272 w 379"/>
                <a:gd name="T53" fmla="*/ 306 h 316"/>
                <a:gd name="T54" fmla="*/ 4535 w 379"/>
                <a:gd name="T55" fmla="*/ 434 h 316"/>
                <a:gd name="T56" fmla="*/ 4880 w 379"/>
                <a:gd name="T57" fmla="*/ 602 h 316"/>
                <a:gd name="T58" fmla="*/ 5150 w 379"/>
                <a:gd name="T59" fmla="*/ 930 h 316"/>
                <a:gd name="T60" fmla="*/ 5380 w 379"/>
                <a:gd name="T61" fmla="*/ 1194 h 316"/>
                <a:gd name="T62" fmla="*/ 5538 w 379"/>
                <a:gd name="T63" fmla="*/ 1455 h 316"/>
                <a:gd name="T64" fmla="*/ 5713 w 379"/>
                <a:gd name="T65" fmla="*/ 1831 h 316"/>
                <a:gd name="T66" fmla="*/ 5838 w 379"/>
                <a:gd name="T67" fmla="*/ 2158 h 316"/>
                <a:gd name="T68" fmla="*/ 5838 w 379"/>
                <a:gd name="T69" fmla="*/ 2478 h 316"/>
                <a:gd name="T70" fmla="*/ 5881 w 379"/>
                <a:gd name="T71" fmla="*/ 2670 h 316"/>
                <a:gd name="T72" fmla="*/ 5901 w 379"/>
                <a:gd name="T73" fmla="*/ 2910 h 316"/>
                <a:gd name="T74" fmla="*/ 5913 w 379"/>
                <a:gd name="T75" fmla="*/ 3216 h 316"/>
                <a:gd name="T76" fmla="*/ 5913 w 379"/>
                <a:gd name="T77" fmla="*/ 3309 h 316"/>
                <a:gd name="T78" fmla="*/ 5818 w 379"/>
                <a:gd name="T79" fmla="*/ 3805 h 316"/>
                <a:gd name="T80" fmla="*/ 5713 w 379"/>
                <a:gd name="T81" fmla="*/ 3976 h 316"/>
                <a:gd name="T82" fmla="*/ 5618 w 379"/>
                <a:gd name="T83" fmla="*/ 4218 h 316"/>
                <a:gd name="T84" fmla="*/ 5463 w 379"/>
                <a:gd name="T85" fmla="*/ 4431 h 316"/>
                <a:gd name="T86" fmla="*/ 5338 w 379"/>
                <a:gd name="T87" fmla="*/ 4636 h 316"/>
                <a:gd name="T88" fmla="*/ 4993 w 379"/>
                <a:gd name="T89" fmla="*/ 5033 h 3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79" h="316">
                  <a:moveTo>
                    <a:pt x="319" y="266"/>
                  </a:moveTo>
                  <a:cubicBezTo>
                    <a:pt x="283" y="297"/>
                    <a:pt x="232" y="316"/>
                    <a:pt x="174" y="316"/>
                  </a:cubicBezTo>
                  <a:cubicBezTo>
                    <a:pt x="100" y="316"/>
                    <a:pt x="36" y="278"/>
                    <a:pt x="13" y="226"/>
                  </a:cubicBezTo>
                  <a:cubicBezTo>
                    <a:pt x="13" y="226"/>
                    <a:pt x="10" y="217"/>
                    <a:pt x="10" y="213"/>
                  </a:cubicBezTo>
                  <a:cubicBezTo>
                    <a:pt x="10" y="209"/>
                    <a:pt x="5" y="202"/>
                    <a:pt x="3" y="197"/>
                  </a:cubicBezTo>
                  <a:cubicBezTo>
                    <a:pt x="0" y="191"/>
                    <a:pt x="1" y="190"/>
                    <a:pt x="3" y="186"/>
                  </a:cubicBezTo>
                  <a:cubicBezTo>
                    <a:pt x="7" y="172"/>
                    <a:pt x="3" y="155"/>
                    <a:pt x="9" y="143"/>
                  </a:cubicBezTo>
                  <a:cubicBezTo>
                    <a:pt x="12" y="135"/>
                    <a:pt x="16" y="129"/>
                    <a:pt x="19" y="121"/>
                  </a:cubicBezTo>
                  <a:cubicBezTo>
                    <a:pt x="23" y="108"/>
                    <a:pt x="24" y="100"/>
                    <a:pt x="33" y="89"/>
                  </a:cubicBezTo>
                  <a:cubicBezTo>
                    <a:pt x="36" y="85"/>
                    <a:pt x="38" y="79"/>
                    <a:pt x="42" y="75"/>
                  </a:cubicBezTo>
                  <a:cubicBezTo>
                    <a:pt x="44" y="72"/>
                    <a:pt x="48" y="71"/>
                    <a:pt x="50" y="68"/>
                  </a:cubicBezTo>
                  <a:cubicBezTo>
                    <a:pt x="52" y="65"/>
                    <a:pt x="54" y="63"/>
                    <a:pt x="57" y="60"/>
                  </a:cubicBezTo>
                  <a:cubicBezTo>
                    <a:pt x="61" y="54"/>
                    <a:pt x="64" y="47"/>
                    <a:pt x="70" y="43"/>
                  </a:cubicBezTo>
                  <a:cubicBezTo>
                    <a:pt x="74" y="40"/>
                    <a:pt x="80" y="39"/>
                    <a:pt x="83" y="36"/>
                  </a:cubicBezTo>
                  <a:cubicBezTo>
                    <a:pt x="86" y="34"/>
                    <a:pt x="89" y="35"/>
                    <a:pt x="92" y="33"/>
                  </a:cubicBezTo>
                  <a:cubicBezTo>
                    <a:pt x="96" y="28"/>
                    <a:pt x="100" y="25"/>
                    <a:pt x="104" y="21"/>
                  </a:cubicBezTo>
                  <a:cubicBezTo>
                    <a:pt x="105" y="20"/>
                    <a:pt x="106" y="18"/>
                    <a:pt x="107" y="17"/>
                  </a:cubicBezTo>
                  <a:cubicBezTo>
                    <a:pt x="109" y="16"/>
                    <a:pt x="112" y="16"/>
                    <a:pt x="114" y="15"/>
                  </a:cubicBezTo>
                  <a:cubicBezTo>
                    <a:pt x="117" y="13"/>
                    <a:pt x="121" y="11"/>
                    <a:pt x="125" y="10"/>
                  </a:cubicBezTo>
                  <a:cubicBezTo>
                    <a:pt x="126" y="10"/>
                    <a:pt x="127" y="7"/>
                    <a:pt x="129" y="7"/>
                  </a:cubicBezTo>
                  <a:cubicBezTo>
                    <a:pt x="131" y="7"/>
                    <a:pt x="134" y="9"/>
                    <a:pt x="136" y="9"/>
                  </a:cubicBezTo>
                  <a:cubicBezTo>
                    <a:pt x="144" y="8"/>
                    <a:pt x="151" y="10"/>
                    <a:pt x="158" y="9"/>
                  </a:cubicBezTo>
                  <a:cubicBezTo>
                    <a:pt x="171" y="7"/>
                    <a:pt x="181" y="1"/>
                    <a:pt x="194" y="2"/>
                  </a:cubicBezTo>
                  <a:cubicBezTo>
                    <a:pt x="200" y="2"/>
                    <a:pt x="208" y="0"/>
                    <a:pt x="216" y="0"/>
                  </a:cubicBezTo>
                  <a:cubicBezTo>
                    <a:pt x="222" y="0"/>
                    <a:pt x="229" y="3"/>
                    <a:pt x="236" y="4"/>
                  </a:cubicBezTo>
                  <a:cubicBezTo>
                    <a:pt x="243" y="5"/>
                    <a:pt x="250" y="6"/>
                    <a:pt x="256" y="8"/>
                  </a:cubicBezTo>
                  <a:cubicBezTo>
                    <a:pt x="262" y="10"/>
                    <a:pt x="267" y="13"/>
                    <a:pt x="273" y="16"/>
                  </a:cubicBezTo>
                  <a:cubicBezTo>
                    <a:pt x="279" y="20"/>
                    <a:pt x="284" y="20"/>
                    <a:pt x="290" y="23"/>
                  </a:cubicBezTo>
                  <a:cubicBezTo>
                    <a:pt x="296" y="25"/>
                    <a:pt x="305" y="28"/>
                    <a:pt x="312" y="32"/>
                  </a:cubicBezTo>
                  <a:cubicBezTo>
                    <a:pt x="318" y="37"/>
                    <a:pt x="323" y="44"/>
                    <a:pt x="329" y="49"/>
                  </a:cubicBezTo>
                  <a:cubicBezTo>
                    <a:pt x="334" y="53"/>
                    <a:pt x="340" y="57"/>
                    <a:pt x="344" y="63"/>
                  </a:cubicBezTo>
                  <a:cubicBezTo>
                    <a:pt x="348" y="67"/>
                    <a:pt x="351" y="72"/>
                    <a:pt x="354" y="77"/>
                  </a:cubicBezTo>
                  <a:cubicBezTo>
                    <a:pt x="357" y="83"/>
                    <a:pt x="361" y="90"/>
                    <a:pt x="365" y="97"/>
                  </a:cubicBezTo>
                  <a:cubicBezTo>
                    <a:pt x="369" y="103"/>
                    <a:pt x="372" y="106"/>
                    <a:pt x="373" y="114"/>
                  </a:cubicBezTo>
                  <a:cubicBezTo>
                    <a:pt x="373" y="119"/>
                    <a:pt x="373" y="125"/>
                    <a:pt x="373" y="131"/>
                  </a:cubicBezTo>
                  <a:cubicBezTo>
                    <a:pt x="373" y="134"/>
                    <a:pt x="376" y="137"/>
                    <a:pt x="376" y="141"/>
                  </a:cubicBezTo>
                  <a:cubicBezTo>
                    <a:pt x="377" y="145"/>
                    <a:pt x="376" y="150"/>
                    <a:pt x="377" y="154"/>
                  </a:cubicBezTo>
                  <a:cubicBezTo>
                    <a:pt x="377" y="159"/>
                    <a:pt x="378" y="164"/>
                    <a:pt x="378" y="170"/>
                  </a:cubicBezTo>
                  <a:cubicBezTo>
                    <a:pt x="378" y="171"/>
                    <a:pt x="378" y="173"/>
                    <a:pt x="378" y="175"/>
                  </a:cubicBezTo>
                  <a:cubicBezTo>
                    <a:pt x="379" y="182"/>
                    <a:pt x="374" y="197"/>
                    <a:pt x="372" y="201"/>
                  </a:cubicBezTo>
                  <a:cubicBezTo>
                    <a:pt x="369" y="204"/>
                    <a:pt x="367" y="207"/>
                    <a:pt x="365" y="210"/>
                  </a:cubicBezTo>
                  <a:cubicBezTo>
                    <a:pt x="362" y="213"/>
                    <a:pt x="361" y="218"/>
                    <a:pt x="359" y="223"/>
                  </a:cubicBezTo>
                  <a:cubicBezTo>
                    <a:pt x="356" y="228"/>
                    <a:pt x="352" y="231"/>
                    <a:pt x="349" y="234"/>
                  </a:cubicBezTo>
                  <a:cubicBezTo>
                    <a:pt x="346" y="237"/>
                    <a:pt x="344" y="242"/>
                    <a:pt x="341" y="245"/>
                  </a:cubicBezTo>
                  <a:cubicBezTo>
                    <a:pt x="338" y="247"/>
                    <a:pt x="325" y="260"/>
                    <a:pt x="319" y="26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Freeform 1913">
              <a:extLst>
                <a:ext uri="{FF2B5EF4-FFF2-40B4-BE49-F238E27FC236}">
                  <a16:creationId xmlns:a16="http://schemas.microsoft.com/office/drawing/2014/main" id="{652D18F6-8E5E-4C76-9E64-C2B4593D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539"/>
              <a:ext cx="253" cy="1186"/>
            </a:xfrm>
            <a:custGeom>
              <a:avLst/>
              <a:gdLst>
                <a:gd name="T0" fmla="*/ 253 w 253"/>
                <a:gd name="T1" fmla="*/ 2 h 1186"/>
                <a:gd name="T2" fmla="*/ 243 w 253"/>
                <a:gd name="T3" fmla="*/ 0 h 1186"/>
                <a:gd name="T4" fmla="*/ 83 w 253"/>
                <a:gd name="T5" fmla="*/ 794 h 1186"/>
                <a:gd name="T6" fmla="*/ 75 w 253"/>
                <a:gd name="T7" fmla="*/ 792 h 1186"/>
                <a:gd name="T8" fmla="*/ 0 w 253"/>
                <a:gd name="T9" fmla="*/ 1181 h 1186"/>
                <a:gd name="T10" fmla="*/ 5 w 253"/>
                <a:gd name="T11" fmla="*/ 1181 h 1186"/>
                <a:gd name="T12" fmla="*/ 5 w 253"/>
                <a:gd name="T13" fmla="*/ 1181 h 1186"/>
                <a:gd name="T14" fmla="*/ 15 w 253"/>
                <a:gd name="T15" fmla="*/ 1184 h 1186"/>
                <a:gd name="T16" fmla="*/ 28 w 253"/>
                <a:gd name="T17" fmla="*/ 1186 h 1186"/>
                <a:gd name="T18" fmla="*/ 105 w 253"/>
                <a:gd name="T19" fmla="*/ 800 h 1186"/>
                <a:gd name="T20" fmla="*/ 100 w 253"/>
                <a:gd name="T21" fmla="*/ 797 h 1186"/>
                <a:gd name="T22" fmla="*/ 253 w 253"/>
                <a:gd name="T23" fmla="*/ 2 h 1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3" h="1186">
                  <a:moveTo>
                    <a:pt x="253" y="2"/>
                  </a:moveTo>
                  <a:lnTo>
                    <a:pt x="243" y="0"/>
                  </a:lnTo>
                  <a:lnTo>
                    <a:pt x="83" y="794"/>
                  </a:lnTo>
                  <a:lnTo>
                    <a:pt x="75" y="792"/>
                  </a:lnTo>
                  <a:lnTo>
                    <a:pt x="0" y="1181"/>
                  </a:lnTo>
                  <a:lnTo>
                    <a:pt x="5" y="1181"/>
                  </a:lnTo>
                  <a:lnTo>
                    <a:pt x="15" y="1184"/>
                  </a:lnTo>
                  <a:lnTo>
                    <a:pt x="28" y="1186"/>
                  </a:lnTo>
                  <a:lnTo>
                    <a:pt x="105" y="800"/>
                  </a:lnTo>
                  <a:lnTo>
                    <a:pt x="100" y="797"/>
                  </a:lnTo>
                  <a:lnTo>
                    <a:pt x="253" y="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Freeform 1914">
              <a:extLst>
                <a:ext uri="{FF2B5EF4-FFF2-40B4-BE49-F238E27FC236}">
                  <a16:creationId xmlns:a16="http://schemas.microsoft.com/office/drawing/2014/main" id="{88F6E8B1-BC4F-4C8D-BFD2-712E4CB5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600"/>
              <a:ext cx="308" cy="1173"/>
            </a:xfrm>
            <a:custGeom>
              <a:avLst/>
              <a:gdLst>
                <a:gd name="T0" fmla="*/ 308 w 308"/>
                <a:gd name="T1" fmla="*/ 3 h 1173"/>
                <a:gd name="T2" fmla="*/ 298 w 308"/>
                <a:gd name="T3" fmla="*/ 0 h 1173"/>
                <a:gd name="T4" fmla="*/ 105 w 308"/>
                <a:gd name="T5" fmla="*/ 760 h 1173"/>
                <a:gd name="T6" fmla="*/ 100 w 308"/>
                <a:gd name="T7" fmla="*/ 757 h 1173"/>
                <a:gd name="T8" fmla="*/ 0 w 308"/>
                <a:gd name="T9" fmla="*/ 1165 h 1173"/>
                <a:gd name="T10" fmla="*/ 15 w 308"/>
                <a:gd name="T11" fmla="*/ 1171 h 1173"/>
                <a:gd name="T12" fmla="*/ 23 w 308"/>
                <a:gd name="T13" fmla="*/ 1171 h 1173"/>
                <a:gd name="T14" fmla="*/ 23 w 308"/>
                <a:gd name="T15" fmla="*/ 1171 h 1173"/>
                <a:gd name="T16" fmla="*/ 28 w 308"/>
                <a:gd name="T17" fmla="*/ 1173 h 1173"/>
                <a:gd name="T18" fmla="*/ 130 w 308"/>
                <a:gd name="T19" fmla="*/ 765 h 1173"/>
                <a:gd name="T20" fmla="*/ 123 w 308"/>
                <a:gd name="T21" fmla="*/ 763 h 1173"/>
                <a:gd name="T22" fmla="*/ 308 w 308"/>
                <a:gd name="T23" fmla="*/ 3 h 11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8" h="1173">
                  <a:moveTo>
                    <a:pt x="308" y="3"/>
                  </a:moveTo>
                  <a:lnTo>
                    <a:pt x="298" y="0"/>
                  </a:lnTo>
                  <a:lnTo>
                    <a:pt x="105" y="760"/>
                  </a:lnTo>
                  <a:lnTo>
                    <a:pt x="100" y="757"/>
                  </a:lnTo>
                  <a:lnTo>
                    <a:pt x="0" y="1165"/>
                  </a:lnTo>
                  <a:lnTo>
                    <a:pt x="15" y="1171"/>
                  </a:lnTo>
                  <a:lnTo>
                    <a:pt x="23" y="1171"/>
                  </a:lnTo>
                  <a:lnTo>
                    <a:pt x="28" y="1173"/>
                  </a:lnTo>
                  <a:lnTo>
                    <a:pt x="130" y="765"/>
                  </a:lnTo>
                  <a:lnTo>
                    <a:pt x="123" y="763"/>
                  </a:lnTo>
                  <a:lnTo>
                    <a:pt x="308" y="3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Freeform 1915">
              <a:extLst>
                <a:ext uri="{FF2B5EF4-FFF2-40B4-BE49-F238E27FC236}">
                  <a16:creationId xmlns:a16="http://schemas.microsoft.com/office/drawing/2014/main" id="{1F443C1B-4F05-4687-A4DD-8135373E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20"/>
              <a:ext cx="5" cy="1"/>
            </a:xfrm>
            <a:custGeom>
              <a:avLst/>
              <a:gdLst>
                <a:gd name="T0" fmla="*/ 5 w 5"/>
                <a:gd name="T1" fmla="*/ 0 h 1"/>
                <a:gd name="T2" fmla="*/ 5 w 5"/>
                <a:gd name="T3" fmla="*/ 0 h 1"/>
                <a:gd name="T4" fmla="*/ 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6" name="Freeform 1916">
              <a:extLst>
                <a:ext uri="{FF2B5EF4-FFF2-40B4-BE49-F238E27FC236}">
                  <a16:creationId xmlns:a16="http://schemas.microsoft.com/office/drawing/2014/main" id="{17A7066C-80DD-4AD3-855C-CFC25C75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20"/>
              <a:ext cx="28" cy="11"/>
            </a:xfrm>
            <a:custGeom>
              <a:avLst/>
              <a:gdLst>
                <a:gd name="T0" fmla="*/ 0 w 28"/>
                <a:gd name="T1" fmla="*/ 0 h 11"/>
                <a:gd name="T2" fmla="*/ 5 w 28"/>
                <a:gd name="T3" fmla="*/ 0 h 11"/>
                <a:gd name="T4" fmla="*/ 5 w 28"/>
                <a:gd name="T5" fmla="*/ 0 h 11"/>
                <a:gd name="T6" fmla="*/ 15 w 28"/>
                <a:gd name="T7" fmla="*/ 3 h 11"/>
                <a:gd name="T8" fmla="*/ 28 w 28"/>
                <a:gd name="T9" fmla="*/ 5 h 11"/>
                <a:gd name="T10" fmla="*/ 23 w 28"/>
                <a:gd name="T11" fmla="*/ 11 h 11"/>
                <a:gd name="T12" fmla="*/ 0 w 28"/>
                <a:gd name="T13" fmla="*/ 5 h 11"/>
                <a:gd name="T14" fmla="*/ 0 w 28"/>
                <a:gd name="T15" fmla="*/ 0 h 11"/>
                <a:gd name="T16" fmla="*/ 5 w 28"/>
                <a:gd name="T17" fmla="*/ 0 h 11"/>
                <a:gd name="T18" fmla="*/ 5 w 28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1">
                  <a:moveTo>
                    <a:pt x="0" y="0"/>
                  </a:moveTo>
                  <a:lnTo>
                    <a:pt x="5" y="0"/>
                  </a:lnTo>
                  <a:lnTo>
                    <a:pt x="15" y="3"/>
                  </a:lnTo>
                  <a:lnTo>
                    <a:pt x="28" y="5"/>
                  </a:lnTo>
                  <a:lnTo>
                    <a:pt x="23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5" y="0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7" name="Freeform 1917">
              <a:extLst>
                <a:ext uri="{FF2B5EF4-FFF2-40B4-BE49-F238E27FC236}">
                  <a16:creationId xmlns:a16="http://schemas.microsoft.com/office/drawing/2014/main" id="{25BDD062-4126-48AF-BC0E-0BA19B0B8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765"/>
              <a:ext cx="28" cy="14"/>
            </a:xfrm>
            <a:custGeom>
              <a:avLst/>
              <a:gdLst>
                <a:gd name="T0" fmla="*/ 0 w 28"/>
                <a:gd name="T1" fmla="*/ 0 h 14"/>
                <a:gd name="T2" fmla="*/ 5 w 28"/>
                <a:gd name="T3" fmla="*/ 3 h 14"/>
                <a:gd name="T4" fmla="*/ 5 w 28"/>
                <a:gd name="T5" fmla="*/ 3 h 14"/>
                <a:gd name="T6" fmla="*/ 15 w 28"/>
                <a:gd name="T7" fmla="*/ 6 h 14"/>
                <a:gd name="T8" fmla="*/ 28 w 28"/>
                <a:gd name="T9" fmla="*/ 8 h 14"/>
                <a:gd name="T10" fmla="*/ 23 w 28"/>
                <a:gd name="T11" fmla="*/ 14 h 14"/>
                <a:gd name="T12" fmla="*/ 3 w 28"/>
                <a:gd name="T13" fmla="*/ 8 h 14"/>
                <a:gd name="T14" fmla="*/ 0 w 28"/>
                <a:gd name="T15" fmla="*/ 0 h 14"/>
                <a:gd name="T16" fmla="*/ 5 w 28"/>
                <a:gd name="T17" fmla="*/ 3 h 14"/>
                <a:gd name="T18" fmla="*/ 5 w 28"/>
                <a:gd name="T19" fmla="*/ 3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lnTo>
                    <a:pt x="5" y="3"/>
                  </a:lnTo>
                  <a:lnTo>
                    <a:pt x="15" y="6"/>
                  </a:lnTo>
                  <a:lnTo>
                    <a:pt x="28" y="8"/>
                  </a:lnTo>
                  <a:lnTo>
                    <a:pt x="23" y="14"/>
                  </a:lnTo>
                  <a:lnTo>
                    <a:pt x="3" y="8"/>
                  </a:lnTo>
                  <a:lnTo>
                    <a:pt x="0" y="0"/>
                  </a:lnTo>
                  <a:lnTo>
                    <a:pt x="5" y="3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8" name="starchy-food-on-a-plate">
            <a:extLst>
              <a:ext uri="{FF2B5EF4-FFF2-40B4-BE49-F238E27FC236}">
                <a16:creationId xmlns:a16="http://schemas.microsoft.com/office/drawing/2014/main" id="{334797A3-0C14-4AE4-AC8A-EF8C575488C3}"/>
              </a:ext>
            </a:extLst>
          </p:cNvPr>
          <p:cNvGrpSpPr>
            <a:grpSpLocks/>
          </p:cNvGrpSpPr>
          <p:nvPr/>
        </p:nvGrpSpPr>
        <p:grpSpPr bwMode="auto">
          <a:xfrm>
            <a:off x="8194675" y="3452813"/>
            <a:ext cx="1941513" cy="1654175"/>
            <a:chOff x="3966" y="1737"/>
            <a:chExt cx="1223" cy="1042"/>
          </a:xfrm>
        </p:grpSpPr>
        <p:grpSp>
          <p:nvGrpSpPr>
            <p:cNvPr id="21512" name="Group 1955">
              <a:extLst>
                <a:ext uri="{FF2B5EF4-FFF2-40B4-BE49-F238E27FC236}">
                  <a16:creationId xmlns:a16="http://schemas.microsoft.com/office/drawing/2014/main" id="{A4DFC9FC-5B42-4E18-9A68-E4993EAB66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6" y="1737"/>
              <a:ext cx="1223" cy="1042"/>
              <a:chOff x="3966" y="1737"/>
              <a:chExt cx="1223" cy="1042"/>
            </a:xfrm>
          </p:grpSpPr>
          <p:sp>
            <p:nvSpPr>
              <p:cNvPr id="63220" name="Freeform 1956">
                <a:extLst>
                  <a:ext uri="{FF2B5EF4-FFF2-40B4-BE49-F238E27FC236}">
                    <a16:creationId xmlns:a16="http://schemas.microsoft.com/office/drawing/2014/main" id="{17869AAB-766B-40D4-8C49-8019D5A0A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737"/>
                <a:ext cx="1223" cy="1042"/>
              </a:xfrm>
              <a:custGeom>
                <a:avLst/>
                <a:gdLst>
                  <a:gd name="T0" fmla="*/ 113 w 489"/>
                  <a:gd name="T1" fmla="*/ 3672 h 391"/>
                  <a:gd name="T2" fmla="*/ 625 w 489"/>
                  <a:gd name="T3" fmla="*/ 5924 h 391"/>
                  <a:gd name="T4" fmla="*/ 3521 w 489"/>
                  <a:gd name="T5" fmla="*/ 7401 h 391"/>
                  <a:gd name="T6" fmla="*/ 7493 w 489"/>
                  <a:gd name="T7" fmla="*/ 3992 h 391"/>
                  <a:gd name="T8" fmla="*/ 6993 w 489"/>
                  <a:gd name="T9" fmla="*/ 1556 h 391"/>
                  <a:gd name="T10" fmla="*/ 4129 w 489"/>
                  <a:gd name="T11" fmla="*/ 0 h 391"/>
                  <a:gd name="T12" fmla="*/ 113 w 489"/>
                  <a:gd name="T13" fmla="*/ 3672 h 3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9" h="391">
                    <a:moveTo>
                      <a:pt x="7" y="194"/>
                    </a:moveTo>
                    <a:cubicBezTo>
                      <a:pt x="0" y="236"/>
                      <a:pt x="11" y="278"/>
                      <a:pt x="40" y="313"/>
                    </a:cubicBezTo>
                    <a:cubicBezTo>
                      <a:pt x="81" y="362"/>
                      <a:pt x="150" y="391"/>
                      <a:pt x="225" y="391"/>
                    </a:cubicBezTo>
                    <a:cubicBezTo>
                      <a:pt x="354" y="391"/>
                      <a:pt x="456" y="319"/>
                      <a:pt x="479" y="211"/>
                    </a:cubicBezTo>
                    <a:cubicBezTo>
                      <a:pt x="489" y="166"/>
                      <a:pt x="478" y="120"/>
                      <a:pt x="447" y="82"/>
                    </a:cubicBezTo>
                    <a:cubicBezTo>
                      <a:pt x="406" y="31"/>
                      <a:pt x="337" y="0"/>
                      <a:pt x="264" y="0"/>
                    </a:cubicBezTo>
                    <a:cubicBezTo>
                      <a:pt x="134" y="0"/>
                      <a:pt x="29" y="80"/>
                      <a:pt x="7" y="194"/>
                    </a:cubicBezTo>
                    <a:close/>
                  </a:path>
                </a:pathLst>
              </a:custGeom>
              <a:solidFill>
                <a:srgbClr val="D3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1" name="Freeform 1957">
                <a:extLst>
                  <a:ext uri="{FF2B5EF4-FFF2-40B4-BE49-F238E27FC236}">
                    <a16:creationId xmlns:a16="http://schemas.microsoft.com/office/drawing/2014/main" id="{77418500-1918-4457-8D44-A8DE14878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771"/>
                <a:ext cx="1212" cy="974"/>
              </a:xfrm>
              <a:custGeom>
                <a:avLst/>
                <a:gdLst>
                  <a:gd name="T0" fmla="*/ 280 w 485"/>
                  <a:gd name="T1" fmla="*/ 3474 h 365"/>
                  <a:gd name="T2" fmla="*/ 4071 w 485"/>
                  <a:gd name="T3" fmla="*/ 0 h 365"/>
                  <a:gd name="T4" fmla="*/ 7212 w 485"/>
                  <a:gd name="T5" fmla="*/ 3725 h 365"/>
                  <a:gd name="T6" fmla="*/ 3466 w 485"/>
                  <a:gd name="T7" fmla="*/ 6935 h 365"/>
                  <a:gd name="T8" fmla="*/ 280 w 485"/>
                  <a:gd name="T9" fmla="*/ 3474 h 3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5" h="365">
                    <a:moveTo>
                      <a:pt x="18" y="183"/>
                    </a:moveTo>
                    <a:cubicBezTo>
                      <a:pt x="39" y="74"/>
                      <a:pt x="137" y="0"/>
                      <a:pt x="261" y="0"/>
                    </a:cubicBezTo>
                    <a:cubicBezTo>
                      <a:pt x="384" y="0"/>
                      <a:pt x="485" y="92"/>
                      <a:pt x="462" y="196"/>
                    </a:cubicBezTo>
                    <a:cubicBezTo>
                      <a:pt x="441" y="295"/>
                      <a:pt x="346" y="365"/>
                      <a:pt x="222" y="365"/>
                    </a:cubicBezTo>
                    <a:cubicBezTo>
                      <a:pt x="99" y="365"/>
                      <a:pt x="0" y="282"/>
                      <a:pt x="18" y="183"/>
                    </a:cubicBezTo>
                    <a:close/>
                  </a:path>
                </a:pathLst>
              </a:custGeom>
              <a:solidFill>
                <a:srgbClr val="F4FA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2" name="Freeform 1958">
                <a:extLst>
                  <a:ext uri="{FF2B5EF4-FFF2-40B4-BE49-F238E27FC236}">
                    <a16:creationId xmlns:a16="http://schemas.microsoft.com/office/drawing/2014/main" id="{845D3B63-F097-4819-A155-37605FFE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41"/>
                <a:ext cx="953" cy="904"/>
              </a:xfrm>
              <a:custGeom>
                <a:avLst/>
                <a:gdLst>
                  <a:gd name="T0" fmla="*/ 4272 w 381"/>
                  <a:gd name="T1" fmla="*/ 0 h 339"/>
                  <a:gd name="T2" fmla="*/ 5555 w 381"/>
                  <a:gd name="T3" fmla="*/ 3107 h 339"/>
                  <a:gd name="T4" fmla="*/ 1801 w 381"/>
                  <a:gd name="T5" fmla="*/ 6315 h 339"/>
                  <a:gd name="T6" fmla="*/ 0 w 381"/>
                  <a:gd name="T7" fmla="*/ 5803 h 339"/>
                  <a:gd name="T8" fmla="*/ 1959 w 381"/>
                  <a:gd name="T9" fmla="*/ 6429 h 339"/>
                  <a:gd name="T10" fmla="*/ 5713 w 381"/>
                  <a:gd name="T11" fmla="*/ 3221 h 339"/>
                  <a:gd name="T12" fmla="*/ 4272 w 381"/>
                  <a:gd name="T13" fmla="*/ 0 h 3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1" h="339">
                    <a:moveTo>
                      <a:pt x="273" y="0"/>
                    </a:moveTo>
                    <a:cubicBezTo>
                      <a:pt x="333" y="36"/>
                      <a:pt x="370" y="98"/>
                      <a:pt x="355" y="164"/>
                    </a:cubicBezTo>
                    <a:cubicBezTo>
                      <a:pt x="334" y="263"/>
                      <a:pt x="238" y="333"/>
                      <a:pt x="115" y="333"/>
                    </a:cubicBezTo>
                    <a:cubicBezTo>
                      <a:pt x="73" y="333"/>
                      <a:pt x="33" y="324"/>
                      <a:pt x="0" y="306"/>
                    </a:cubicBezTo>
                    <a:cubicBezTo>
                      <a:pt x="35" y="327"/>
                      <a:pt x="78" y="339"/>
                      <a:pt x="125" y="339"/>
                    </a:cubicBezTo>
                    <a:cubicBezTo>
                      <a:pt x="249" y="339"/>
                      <a:pt x="344" y="269"/>
                      <a:pt x="365" y="170"/>
                    </a:cubicBezTo>
                    <a:cubicBezTo>
                      <a:pt x="381" y="100"/>
                      <a:pt x="339" y="35"/>
                      <a:pt x="273" y="0"/>
                    </a:cubicBezTo>
                    <a:close/>
                  </a:path>
                </a:pathLst>
              </a:custGeom>
              <a:solidFill>
                <a:srgbClr val="E3E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3" name="Freeform 1959">
                <a:extLst>
                  <a:ext uri="{FF2B5EF4-FFF2-40B4-BE49-F238E27FC236}">
                    <a16:creationId xmlns:a16="http://schemas.microsoft.com/office/drawing/2014/main" id="{6C205348-2C5B-4819-A39F-01D92C29C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771"/>
                <a:ext cx="1028" cy="832"/>
              </a:xfrm>
              <a:custGeom>
                <a:avLst/>
                <a:gdLst>
                  <a:gd name="T0" fmla="*/ 300 w 411"/>
                  <a:gd name="T1" fmla="*/ 3640 h 312"/>
                  <a:gd name="T2" fmla="*/ 4084 w 411"/>
                  <a:gd name="T3" fmla="*/ 171 h 312"/>
                  <a:gd name="T4" fmla="*/ 6431 w 411"/>
                  <a:gd name="T5" fmla="*/ 1195 h 312"/>
                  <a:gd name="T6" fmla="*/ 3942 w 411"/>
                  <a:gd name="T7" fmla="*/ 0 h 312"/>
                  <a:gd name="T8" fmla="*/ 145 w 411"/>
                  <a:gd name="T9" fmla="*/ 3469 h 312"/>
                  <a:gd name="T10" fmla="*/ 925 w 411"/>
                  <a:gd name="T11" fmla="*/ 5917 h 312"/>
                  <a:gd name="T12" fmla="*/ 300 w 411"/>
                  <a:gd name="T13" fmla="*/ 3640 h 3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1" h="312">
                    <a:moveTo>
                      <a:pt x="19" y="192"/>
                    </a:moveTo>
                    <a:cubicBezTo>
                      <a:pt x="39" y="83"/>
                      <a:pt x="138" y="9"/>
                      <a:pt x="261" y="9"/>
                    </a:cubicBezTo>
                    <a:cubicBezTo>
                      <a:pt x="320" y="9"/>
                      <a:pt x="373" y="30"/>
                      <a:pt x="411" y="63"/>
                    </a:cubicBezTo>
                    <a:cubicBezTo>
                      <a:pt x="373" y="25"/>
                      <a:pt x="315" y="0"/>
                      <a:pt x="252" y="0"/>
                    </a:cubicBezTo>
                    <a:cubicBezTo>
                      <a:pt x="128" y="0"/>
                      <a:pt x="30" y="74"/>
                      <a:pt x="9" y="183"/>
                    </a:cubicBezTo>
                    <a:cubicBezTo>
                      <a:pt x="0" y="232"/>
                      <a:pt x="20" y="278"/>
                      <a:pt x="59" y="312"/>
                    </a:cubicBezTo>
                    <a:cubicBezTo>
                      <a:pt x="27" y="279"/>
                      <a:pt x="10" y="237"/>
                      <a:pt x="19" y="192"/>
                    </a:cubicBezTo>
                    <a:close/>
                  </a:path>
                </a:pathLst>
              </a:custGeom>
              <a:solidFill>
                <a:srgbClr val="E3E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4" name="Freeform 1960">
                <a:extLst>
                  <a:ext uri="{FF2B5EF4-FFF2-40B4-BE49-F238E27FC236}">
                    <a16:creationId xmlns:a16="http://schemas.microsoft.com/office/drawing/2014/main" id="{59E3AE23-ABCA-4B8F-9992-8DB604C8B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886"/>
                <a:ext cx="885" cy="744"/>
              </a:xfrm>
              <a:custGeom>
                <a:avLst/>
                <a:gdLst>
                  <a:gd name="T0" fmla="*/ 438 w 354"/>
                  <a:gd name="T1" fmla="*/ 4232 h 279"/>
                  <a:gd name="T2" fmla="*/ 95 w 354"/>
                  <a:gd name="T3" fmla="*/ 2675 h 279"/>
                  <a:gd name="T4" fmla="*/ 3020 w 354"/>
                  <a:gd name="T5" fmla="*/ 0 h 279"/>
                  <a:gd name="T6" fmla="*/ 5063 w 354"/>
                  <a:gd name="T7" fmla="*/ 1117 h 279"/>
                  <a:gd name="T8" fmla="*/ 5425 w 354"/>
                  <a:gd name="T9" fmla="*/ 2824 h 279"/>
                  <a:gd name="T10" fmla="*/ 2533 w 354"/>
                  <a:gd name="T11" fmla="*/ 5291 h 279"/>
                  <a:gd name="T12" fmla="*/ 438 w 354"/>
                  <a:gd name="T13" fmla="*/ 4232 h 2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4" h="279">
                    <a:moveTo>
                      <a:pt x="28" y="223"/>
                    </a:moveTo>
                    <a:cubicBezTo>
                      <a:pt x="8" y="198"/>
                      <a:pt x="0" y="170"/>
                      <a:pt x="6" y="141"/>
                    </a:cubicBezTo>
                    <a:cubicBezTo>
                      <a:pt x="21" y="58"/>
                      <a:pt x="98" y="0"/>
                      <a:pt x="193" y="0"/>
                    </a:cubicBezTo>
                    <a:cubicBezTo>
                      <a:pt x="245" y="0"/>
                      <a:pt x="295" y="22"/>
                      <a:pt x="324" y="59"/>
                    </a:cubicBezTo>
                    <a:cubicBezTo>
                      <a:pt x="346" y="86"/>
                      <a:pt x="354" y="118"/>
                      <a:pt x="347" y="149"/>
                    </a:cubicBezTo>
                    <a:cubicBezTo>
                      <a:pt x="330" y="227"/>
                      <a:pt x="256" y="279"/>
                      <a:pt x="162" y="279"/>
                    </a:cubicBezTo>
                    <a:cubicBezTo>
                      <a:pt x="108" y="279"/>
                      <a:pt x="58" y="258"/>
                      <a:pt x="28" y="223"/>
                    </a:cubicBezTo>
                    <a:close/>
                  </a:path>
                </a:pathLst>
              </a:custGeom>
              <a:solidFill>
                <a:srgbClr val="F0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5" name="Freeform 1961">
                <a:extLst>
                  <a:ext uri="{FF2B5EF4-FFF2-40B4-BE49-F238E27FC236}">
                    <a16:creationId xmlns:a16="http://schemas.microsoft.com/office/drawing/2014/main" id="{21C35D43-D8A3-4B25-9940-8FEA43318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1899"/>
                <a:ext cx="857" cy="720"/>
              </a:xfrm>
              <a:custGeom>
                <a:avLst/>
                <a:gdLst>
                  <a:gd name="T0" fmla="*/ 4900 w 343"/>
                  <a:gd name="T1" fmla="*/ 1080 h 270"/>
                  <a:gd name="T2" fmla="*/ 4400 w 343"/>
                  <a:gd name="T3" fmla="*/ 533 h 270"/>
                  <a:gd name="T4" fmla="*/ 4370 w 343"/>
                  <a:gd name="T5" fmla="*/ 512 h 270"/>
                  <a:gd name="T6" fmla="*/ 4337 w 343"/>
                  <a:gd name="T7" fmla="*/ 491 h 270"/>
                  <a:gd name="T8" fmla="*/ 4350 w 343"/>
                  <a:gd name="T9" fmla="*/ 491 h 270"/>
                  <a:gd name="T10" fmla="*/ 2903 w 343"/>
                  <a:gd name="T11" fmla="*/ 0 h 270"/>
                  <a:gd name="T12" fmla="*/ 92 w 343"/>
                  <a:gd name="T13" fmla="*/ 2560 h 270"/>
                  <a:gd name="T14" fmla="*/ 417 w 343"/>
                  <a:gd name="T15" fmla="*/ 4061 h 270"/>
                  <a:gd name="T16" fmla="*/ 605 w 343"/>
                  <a:gd name="T17" fmla="*/ 4288 h 270"/>
                  <a:gd name="T18" fmla="*/ 292 w 343"/>
                  <a:gd name="T19" fmla="*/ 2824 h 270"/>
                  <a:gd name="T20" fmla="*/ 3103 w 343"/>
                  <a:gd name="T21" fmla="*/ 264 h 270"/>
                  <a:gd name="T22" fmla="*/ 4228 w 343"/>
                  <a:gd name="T23" fmla="*/ 547 h 270"/>
                  <a:gd name="T24" fmla="*/ 5037 w 343"/>
                  <a:gd name="T25" fmla="*/ 1515 h 270"/>
                  <a:gd name="T26" fmla="*/ 5120 w 343"/>
                  <a:gd name="T27" fmla="*/ 2637 h 270"/>
                  <a:gd name="T28" fmla="*/ 2321 w 343"/>
                  <a:gd name="T29" fmla="*/ 5005 h 270"/>
                  <a:gd name="T30" fmla="*/ 825 w 343"/>
                  <a:gd name="T31" fmla="*/ 4515 h 270"/>
                  <a:gd name="T32" fmla="*/ 2446 w 343"/>
                  <a:gd name="T33" fmla="*/ 5120 h 270"/>
                  <a:gd name="T34" fmla="*/ 5244 w 343"/>
                  <a:gd name="T35" fmla="*/ 2731 h 270"/>
                  <a:gd name="T36" fmla="*/ 4900 w 343"/>
                  <a:gd name="T37" fmla="*/ 1080 h 2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3" h="270">
                    <a:moveTo>
                      <a:pt x="314" y="57"/>
                    </a:moveTo>
                    <a:cubicBezTo>
                      <a:pt x="305" y="46"/>
                      <a:pt x="294" y="36"/>
                      <a:pt x="282" y="28"/>
                    </a:cubicBezTo>
                    <a:cubicBezTo>
                      <a:pt x="281" y="28"/>
                      <a:pt x="280" y="27"/>
                      <a:pt x="280" y="27"/>
                    </a:cubicBezTo>
                    <a:cubicBezTo>
                      <a:pt x="279" y="26"/>
                      <a:pt x="279" y="26"/>
                      <a:pt x="278" y="26"/>
                    </a:cubicBezTo>
                    <a:cubicBezTo>
                      <a:pt x="278" y="26"/>
                      <a:pt x="279" y="26"/>
                      <a:pt x="279" y="26"/>
                    </a:cubicBezTo>
                    <a:cubicBezTo>
                      <a:pt x="252" y="9"/>
                      <a:pt x="220" y="0"/>
                      <a:pt x="186" y="0"/>
                    </a:cubicBezTo>
                    <a:cubicBezTo>
                      <a:pt x="95" y="0"/>
                      <a:pt x="21" y="55"/>
                      <a:pt x="6" y="135"/>
                    </a:cubicBezTo>
                    <a:cubicBezTo>
                      <a:pt x="0" y="163"/>
                      <a:pt x="8" y="190"/>
                      <a:pt x="27" y="214"/>
                    </a:cubicBezTo>
                    <a:cubicBezTo>
                      <a:pt x="31" y="218"/>
                      <a:pt x="35" y="222"/>
                      <a:pt x="39" y="226"/>
                    </a:cubicBezTo>
                    <a:cubicBezTo>
                      <a:pt x="21" y="203"/>
                      <a:pt x="14" y="177"/>
                      <a:pt x="19" y="149"/>
                    </a:cubicBezTo>
                    <a:cubicBezTo>
                      <a:pt x="34" y="70"/>
                      <a:pt x="108" y="14"/>
                      <a:pt x="199" y="14"/>
                    </a:cubicBezTo>
                    <a:cubicBezTo>
                      <a:pt x="224" y="14"/>
                      <a:pt x="249" y="20"/>
                      <a:pt x="271" y="29"/>
                    </a:cubicBezTo>
                    <a:cubicBezTo>
                      <a:pt x="282" y="34"/>
                      <a:pt x="310" y="48"/>
                      <a:pt x="323" y="80"/>
                    </a:cubicBezTo>
                    <a:cubicBezTo>
                      <a:pt x="330" y="99"/>
                      <a:pt x="332" y="119"/>
                      <a:pt x="328" y="139"/>
                    </a:cubicBezTo>
                    <a:cubicBezTo>
                      <a:pt x="311" y="214"/>
                      <a:pt x="240" y="264"/>
                      <a:pt x="149" y="264"/>
                    </a:cubicBezTo>
                    <a:cubicBezTo>
                      <a:pt x="113" y="264"/>
                      <a:pt x="79" y="255"/>
                      <a:pt x="53" y="238"/>
                    </a:cubicBezTo>
                    <a:cubicBezTo>
                      <a:pt x="81" y="258"/>
                      <a:pt x="118" y="270"/>
                      <a:pt x="157" y="270"/>
                    </a:cubicBezTo>
                    <a:cubicBezTo>
                      <a:pt x="248" y="270"/>
                      <a:pt x="320" y="219"/>
                      <a:pt x="336" y="144"/>
                    </a:cubicBezTo>
                    <a:cubicBezTo>
                      <a:pt x="343" y="114"/>
                      <a:pt x="335" y="83"/>
                      <a:pt x="314" y="57"/>
                    </a:cubicBezTo>
                    <a:close/>
                  </a:path>
                </a:pathLst>
              </a:custGeom>
              <a:solidFill>
                <a:srgbClr val="E5F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6" name="Freeform 1962">
                <a:extLst>
                  <a:ext uri="{FF2B5EF4-FFF2-40B4-BE49-F238E27FC236}">
                    <a16:creationId xmlns:a16="http://schemas.microsoft.com/office/drawing/2014/main" id="{4CB250DE-C23A-417A-8DEC-298B3F85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937"/>
                <a:ext cx="467" cy="469"/>
              </a:xfrm>
              <a:custGeom>
                <a:avLst/>
                <a:gdLst>
                  <a:gd name="T0" fmla="*/ 2912 w 187"/>
                  <a:gd name="T1" fmla="*/ 0 h 176"/>
                  <a:gd name="T2" fmla="*/ 105 w 187"/>
                  <a:gd name="T3" fmla="*/ 2556 h 176"/>
                  <a:gd name="T4" fmla="*/ 137 w 187"/>
                  <a:gd name="T5" fmla="*/ 3331 h 176"/>
                  <a:gd name="T6" fmla="*/ 2912 w 187"/>
                  <a:gd name="T7" fmla="*/ 0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7" h="176">
                    <a:moveTo>
                      <a:pt x="187" y="0"/>
                    </a:moveTo>
                    <a:cubicBezTo>
                      <a:pt x="96" y="0"/>
                      <a:pt x="22" y="56"/>
                      <a:pt x="7" y="135"/>
                    </a:cubicBezTo>
                    <a:cubicBezTo>
                      <a:pt x="5" y="149"/>
                      <a:pt x="5" y="163"/>
                      <a:pt x="9" y="176"/>
                    </a:cubicBezTo>
                    <a:cubicBezTo>
                      <a:pt x="0" y="136"/>
                      <a:pt x="42" y="8"/>
                      <a:pt x="1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7" name="Freeform 1963">
                <a:extLst>
                  <a:ext uri="{FF2B5EF4-FFF2-40B4-BE49-F238E27FC236}">
                    <a16:creationId xmlns:a16="http://schemas.microsoft.com/office/drawing/2014/main" id="{EC65D8CA-DBDC-4396-B00D-3597516A8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897"/>
                <a:ext cx="730" cy="776"/>
              </a:xfrm>
              <a:custGeom>
                <a:avLst/>
                <a:gdLst>
                  <a:gd name="T0" fmla="*/ 0 w 292"/>
                  <a:gd name="T1" fmla="*/ 5043 h 291"/>
                  <a:gd name="T2" fmla="*/ 783 w 292"/>
                  <a:gd name="T3" fmla="*/ 5483 h 291"/>
                  <a:gd name="T4" fmla="*/ 1238 w 292"/>
                  <a:gd name="T5" fmla="*/ 5461 h 291"/>
                  <a:gd name="T6" fmla="*/ 1750 w 292"/>
                  <a:gd name="T7" fmla="*/ 5483 h 291"/>
                  <a:gd name="T8" fmla="*/ 2175 w 292"/>
                  <a:gd name="T9" fmla="*/ 5312 h 291"/>
                  <a:gd name="T10" fmla="*/ 2563 w 292"/>
                  <a:gd name="T11" fmla="*/ 5176 h 291"/>
                  <a:gd name="T12" fmla="*/ 3363 w 292"/>
                  <a:gd name="T13" fmla="*/ 4757 h 291"/>
                  <a:gd name="T14" fmla="*/ 3613 w 292"/>
                  <a:gd name="T15" fmla="*/ 4459 h 291"/>
                  <a:gd name="T16" fmla="*/ 3925 w 292"/>
                  <a:gd name="T17" fmla="*/ 4061 h 291"/>
                  <a:gd name="T18" fmla="*/ 4063 w 292"/>
                  <a:gd name="T19" fmla="*/ 3640 h 291"/>
                  <a:gd name="T20" fmla="*/ 4333 w 292"/>
                  <a:gd name="T21" fmla="*/ 3187 h 291"/>
                  <a:gd name="T22" fmla="*/ 4500 w 292"/>
                  <a:gd name="T23" fmla="*/ 2731 h 291"/>
                  <a:gd name="T24" fmla="*/ 4438 w 292"/>
                  <a:gd name="T25" fmla="*/ 2013 h 291"/>
                  <a:gd name="T26" fmla="*/ 4375 w 292"/>
                  <a:gd name="T27" fmla="*/ 1344 h 291"/>
                  <a:gd name="T28" fmla="*/ 4095 w 292"/>
                  <a:gd name="T29" fmla="*/ 704 h 291"/>
                  <a:gd name="T30" fmla="*/ 3408 w 292"/>
                  <a:gd name="T31" fmla="*/ 205 h 291"/>
                  <a:gd name="T32" fmla="*/ 2583 w 292"/>
                  <a:gd name="T33" fmla="*/ 21 h 2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2" h="291">
                    <a:moveTo>
                      <a:pt x="0" y="266"/>
                    </a:moveTo>
                    <a:cubicBezTo>
                      <a:pt x="17" y="270"/>
                      <a:pt x="32" y="285"/>
                      <a:pt x="50" y="289"/>
                    </a:cubicBezTo>
                    <a:cubicBezTo>
                      <a:pt x="59" y="291"/>
                      <a:pt x="70" y="289"/>
                      <a:pt x="79" y="288"/>
                    </a:cubicBezTo>
                    <a:cubicBezTo>
                      <a:pt x="90" y="288"/>
                      <a:pt x="101" y="290"/>
                      <a:pt x="112" y="289"/>
                    </a:cubicBezTo>
                    <a:cubicBezTo>
                      <a:pt x="122" y="288"/>
                      <a:pt x="130" y="283"/>
                      <a:pt x="139" y="280"/>
                    </a:cubicBezTo>
                    <a:cubicBezTo>
                      <a:pt x="148" y="278"/>
                      <a:pt x="156" y="277"/>
                      <a:pt x="164" y="273"/>
                    </a:cubicBezTo>
                    <a:cubicBezTo>
                      <a:pt x="181" y="267"/>
                      <a:pt x="201" y="262"/>
                      <a:pt x="215" y="251"/>
                    </a:cubicBezTo>
                    <a:cubicBezTo>
                      <a:pt x="221" y="246"/>
                      <a:pt x="225" y="240"/>
                      <a:pt x="231" y="235"/>
                    </a:cubicBezTo>
                    <a:cubicBezTo>
                      <a:pt x="238" y="227"/>
                      <a:pt x="245" y="223"/>
                      <a:pt x="251" y="214"/>
                    </a:cubicBezTo>
                    <a:cubicBezTo>
                      <a:pt x="255" y="207"/>
                      <a:pt x="255" y="199"/>
                      <a:pt x="260" y="192"/>
                    </a:cubicBezTo>
                    <a:cubicBezTo>
                      <a:pt x="265" y="184"/>
                      <a:pt x="272" y="177"/>
                      <a:pt x="277" y="168"/>
                    </a:cubicBezTo>
                    <a:cubicBezTo>
                      <a:pt x="281" y="161"/>
                      <a:pt x="286" y="152"/>
                      <a:pt x="288" y="144"/>
                    </a:cubicBezTo>
                    <a:cubicBezTo>
                      <a:pt x="292" y="130"/>
                      <a:pt x="286" y="119"/>
                      <a:pt x="284" y="106"/>
                    </a:cubicBezTo>
                    <a:cubicBezTo>
                      <a:pt x="283" y="94"/>
                      <a:pt x="284" y="83"/>
                      <a:pt x="280" y="71"/>
                    </a:cubicBezTo>
                    <a:cubicBezTo>
                      <a:pt x="276" y="60"/>
                      <a:pt x="269" y="46"/>
                      <a:pt x="262" y="37"/>
                    </a:cubicBezTo>
                    <a:cubicBezTo>
                      <a:pt x="251" y="24"/>
                      <a:pt x="233" y="19"/>
                      <a:pt x="218" y="11"/>
                    </a:cubicBezTo>
                    <a:cubicBezTo>
                      <a:pt x="201" y="0"/>
                      <a:pt x="185" y="3"/>
                      <a:pt x="165" y="1"/>
                    </a:cubicBezTo>
                  </a:path>
                </a:pathLst>
              </a:custGeom>
              <a:solidFill>
                <a:srgbClr val="E3E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8" name="Freeform 1964">
                <a:extLst>
                  <a:ext uri="{FF2B5EF4-FFF2-40B4-BE49-F238E27FC236}">
                    <a16:creationId xmlns:a16="http://schemas.microsoft.com/office/drawing/2014/main" id="{367920BE-663E-4388-8BAC-4B2D5470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886"/>
                <a:ext cx="885" cy="744"/>
              </a:xfrm>
              <a:custGeom>
                <a:avLst/>
                <a:gdLst>
                  <a:gd name="T0" fmla="*/ 438 w 354"/>
                  <a:gd name="T1" fmla="*/ 4232 h 279"/>
                  <a:gd name="T2" fmla="*/ 95 w 354"/>
                  <a:gd name="T3" fmla="*/ 2675 h 279"/>
                  <a:gd name="T4" fmla="*/ 3020 w 354"/>
                  <a:gd name="T5" fmla="*/ 0 h 279"/>
                  <a:gd name="T6" fmla="*/ 5063 w 354"/>
                  <a:gd name="T7" fmla="*/ 1117 h 279"/>
                  <a:gd name="T8" fmla="*/ 5425 w 354"/>
                  <a:gd name="T9" fmla="*/ 2824 h 279"/>
                  <a:gd name="T10" fmla="*/ 2533 w 354"/>
                  <a:gd name="T11" fmla="*/ 5291 h 279"/>
                  <a:gd name="T12" fmla="*/ 438 w 354"/>
                  <a:gd name="T13" fmla="*/ 4232 h 2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4" h="279">
                    <a:moveTo>
                      <a:pt x="28" y="223"/>
                    </a:moveTo>
                    <a:cubicBezTo>
                      <a:pt x="8" y="198"/>
                      <a:pt x="0" y="170"/>
                      <a:pt x="6" y="141"/>
                    </a:cubicBezTo>
                    <a:cubicBezTo>
                      <a:pt x="21" y="58"/>
                      <a:pt x="98" y="0"/>
                      <a:pt x="193" y="0"/>
                    </a:cubicBezTo>
                    <a:cubicBezTo>
                      <a:pt x="245" y="0"/>
                      <a:pt x="295" y="22"/>
                      <a:pt x="324" y="59"/>
                    </a:cubicBezTo>
                    <a:cubicBezTo>
                      <a:pt x="346" y="86"/>
                      <a:pt x="354" y="118"/>
                      <a:pt x="347" y="149"/>
                    </a:cubicBezTo>
                    <a:cubicBezTo>
                      <a:pt x="330" y="227"/>
                      <a:pt x="256" y="279"/>
                      <a:pt x="162" y="279"/>
                    </a:cubicBezTo>
                    <a:cubicBezTo>
                      <a:pt x="108" y="279"/>
                      <a:pt x="58" y="258"/>
                      <a:pt x="28" y="22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4A84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29" name="Freeform 1965">
                <a:extLst>
                  <a:ext uri="{FF2B5EF4-FFF2-40B4-BE49-F238E27FC236}">
                    <a16:creationId xmlns:a16="http://schemas.microsoft.com/office/drawing/2014/main" id="{B07EC463-05E4-4ECB-8B9B-88CA0E097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771"/>
                <a:ext cx="1212" cy="974"/>
              </a:xfrm>
              <a:custGeom>
                <a:avLst/>
                <a:gdLst>
                  <a:gd name="T0" fmla="*/ 280 w 485"/>
                  <a:gd name="T1" fmla="*/ 3474 h 365"/>
                  <a:gd name="T2" fmla="*/ 4071 w 485"/>
                  <a:gd name="T3" fmla="*/ 0 h 365"/>
                  <a:gd name="T4" fmla="*/ 7212 w 485"/>
                  <a:gd name="T5" fmla="*/ 3725 h 365"/>
                  <a:gd name="T6" fmla="*/ 3466 w 485"/>
                  <a:gd name="T7" fmla="*/ 6935 h 365"/>
                  <a:gd name="T8" fmla="*/ 280 w 485"/>
                  <a:gd name="T9" fmla="*/ 3474 h 3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5" h="365">
                    <a:moveTo>
                      <a:pt x="18" y="183"/>
                    </a:moveTo>
                    <a:cubicBezTo>
                      <a:pt x="39" y="74"/>
                      <a:pt x="137" y="0"/>
                      <a:pt x="261" y="0"/>
                    </a:cubicBezTo>
                    <a:cubicBezTo>
                      <a:pt x="384" y="0"/>
                      <a:pt x="485" y="92"/>
                      <a:pt x="462" y="196"/>
                    </a:cubicBezTo>
                    <a:cubicBezTo>
                      <a:pt x="441" y="295"/>
                      <a:pt x="346" y="365"/>
                      <a:pt x="222" y="365"/>
                    </a:cubicBezTo>
                    <a:cubicBezTo>
                      <a:pt x="99" y="365"/>
                      <a:pt x="0" y="282"/>
                      <a:pt x="18" y="1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0" name="Freeform 1966">
                <a:extLst>
                  <a:ext uri="{FF2B5EF4-FFF2-40B4-BE49-F238E27FC236}">
                    <a16:creationId xmlns:a16="http://schemas.microsoft.com/office/drawing/2014/main" id="{24D3A825-E6AF-48A8-B526-4EAC7429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737"/>
                <a:ext cx="1223" cy="1042"/>
              </a:xfrm>
              <a:custGeom>
                <a:avLst/>
                <a:gdLst>
                  <a:gd name="T0" fmla="*/ 113 w 489"/>
                  <a:gd name="T1" fmla="*/ 3672 h 391"/>
                  <a:gd name="T2" fmla="*/ 625 w 489"/>
                  <a:gd name="T3" fmla="*/ 5924 h 391"/>
                  <a:gd name="T4" fmla="*/ 3521 w 489"/>
                  <a:gd name="T5" fmla="*/ 7401 h 391"/>
                  <a:gd name="T6" fmla="*/ 7493 w 489"/>
                  <a:gd name="T7" fmla="*/ 3992 h 391"/>
                  <a:gd name="T8" fmla="*/ 6993 w 489"/>
                  <a:gd name="T9" fmla="*/ 1556 h 391"/>
                  <a:gd name="T10" fmla="*/ 4129 w 489"/>
                  <a:gd name="T11" fmla="*/ 0 h 391"/>
                  <a:gd name="T12" fmla="*/ 113 w 489"/>
                  <a:gd name="T13" fmla="*/ 3672 h 3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9" h="391">
                    <a:moveTo>
                      <a:pt x="7" y="194"/>
                    </a:moveTo>
                    <a:cubicBezTo>
                      <a:pt x="0" y="236"/>
                      <a:pt x="11" y="278"/>
                      <a:pt x="40" y="313"/>
                    </a:cubicBezTo>
                    <a:cubicBezTo>
                      <a:pt x="81" y="362"/>
                      <a:pt x="150" y="391"/>
                      <a:pt x="225" y="391"/>
                    </a:cubicBezTo>
                    <a:cubicBezTo>
                      <a:pt x="354" y="391"/>
                      <a:pt x="456" y="319"/>
                      <a:pt x="479" y="211"/>
                    </a:cubicBezTo>
                    <a:cubicBezTo>
                      <a:pt x="489" y="166"/>
                      <a:pt x="478" y="120"/>
                      <a:pt x="447" y="82"/>
                    </a:cubicBezTo>
                    <a:cubicBezTo>
                      <a:pt x="406" y="31"/>
                      <a:pt x="337" y="0"/>
                      <a:pt x="264" y="0"/>
                    </a:cubicBezTo>
                    <a:cubicBezTo>
                      <a:pt x="134" y="0"/>
                      <a:pt x="29" y="80"/>
                      <a:pt x="7" y="1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1" name="Freeform 1967">
                <a:extLst>
                  <a:ext uri="{FF2B5EF4-FFF2-40B4-BE49-F238E27FC236}">
                    <a16:creationId xmlns:a16="http://schemas.microsoft.com/office/drawing/2014/main" id="{CFA518D4-96D1-41E8-B4F6-747C23D30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782"/>
                <a:ext cx="907" cy="867"/>
              </a:xfrm>
              <a:custGeom>
                <a:avLst/>
                <a:gdLst>
                  <a:gd name="T0" fmla="*/ 2029 w 363"/>
                  <a:gd name="T1" fmla="*/ 6056 h 325"/>
                  <a:gd name="T2" fmla="*/ 1574 w 363"/>
                  <a:gd name="T3" fmla="*/ 5850 h 325"/>
                  <a:gd name="T4" fmla="*/ 1199 w 363"/>
                  <a:gd name="T5" fmla="*/ 5749 h 325"/>
                  <a:gd name="T6" fmla="*/ 855 w 363"/>
                  <a:gd name="T7" fmla="*/ 5407 h 325"/>
                  <a:gd name="T8" fmla="*/ 625 w 363"/>
                  <a:gd name="T9" fmla="*/ 5237 h 325"/>
                  <a:gd name="T10" fmla="*/ 467 w 363"/>
                  <a:gd name="T11" fmla="*/ 4954 h 325"/>
                  <a:gd name="T12" fmla="*/ 312 w 363"/>
                  <a:gd name="T13" fmla="*/ 4767 h 325"/>
                  <a:gd name="T14" fmla="*/ 137 w 363"/>
                  <a:gd name="T15" fmla="*/ 4442 h 325"/>
                  <a:gd name="T16" fmla="*/ 125 w 363"/>
                  <a:gd name="T17" fmla="*/ 4143 h 325"/>
                  <a:gd name="T18" fmla="*/ 75 w 363"/>
                  <a:gd name="T19" fmla="*/ 3665 h 325"/>
                  <a:gd name="T20" fmla="*/ 12 w 363"/>
                  <a:gd name="T21" fmla="*/ 3231 h 325"/>
                  <a:gd name="T22" fmla="*/ 137 w 363"/>
                  <a:gd name="T23" fmla="*/ 2732 h 325"/>
                  <a:gd name="T24" fmla="*/ 292 w 363"/>
                  <a:gd name="T25" fmla="*/ 2313 h 325"/>
                  <a:gd name="T26" fmla="*/ 450 w 363"/>
                  <a:gd name="T27" fmla="*/ 1857 h 325"/>
                  <a:gd name="T28" fmla="*/ 592 w 363"/>
                  <a:gd name="T29" fmla="*/ 1502 h 325"/>
                  <a:gd name="T30" fmla="*/ 717 w 363"/>
                  <a:gd name="T31" fmla="*/ 1331 h 325"/>
                  <a:gd name="T32" fmla="*/ 949 w 363"/>
                  <a:gd name="T33" fmla="*/ 1024 h 325"/>
                  <a:gd name="T34" fmla="*/ 1217 w 363"/>
                  <a:gd name="T35" fmla="*/ 776 h 325"/>
                  <a:gd name="T36" fmla="*/ 1574 w 363"/>
                  <a:gd name="T37" fmla="*/ 397 h 325"/>
                  <a:gd name="T38" fmla="*/ 1916 w 363"/>
                  <a:gd name="T39" fmla="*/ 227 h 325"/>
                  <a:gd name="T40" fmla="*/ 2321 w 363"/>
                  <a:gd name="T41" fmla="*/ 77 h 325"/>
                  <a:gd name="T42" fmla="*/ 2883 w 363"/>
                  <a:gd name="T43" fmla="*/ 35 h 325"/>
                  <a:gd name="T44" fmla="*/ 3433 w 363"/>
                  <a:gd name="T45" fmla="*/ 77 h 325"/>
                  <a:gd name="T46" fmla="*/ 3778 w 363"/>
                  <a:gd name="T47" fmla="*/ 171 h 325"/>
                  <a:gd name="T48" fmla="*/ 4120 w 363"/>
                  <a:gd name="T49" fmla="*/ 264 h 325"/>
                  <a:gd name="T50" fmla="*/ 4495 w 363"/>
                  <a:gd name="T51" fmla="*/ 590 h 325"/>
                  <a:gd name="T52" fmla="*/ 4807 w 363"/>
                  <a:gd name="T53" fmla="*/ 910 h 325"/>
                  <a:gd name="T54" fmla="*/ 5007 w 363"/>
                  <a:gd name="T55" fmla="*/ 1366 h 325"/>
                  <a:gd name="T56" fmla="*/ 5307 w 363"/>
                  <a:gd name="T57" fmla="*/ 1707 h 325"/>
                  <a:gd name="T58" fmla="*/ 5524 w 363"/>
                  <a:gd name="T59" fmla="*/ 2257 h 325"/>
                  <a:gd name="T60" fmla="*/ 5587 w 363"/>
                  <a:gd name="T61" fmla="*/ 2620 h 325"/>
                  <a:gd name="T62" fmla="*/ 5662 w 363"/>
                  <a:gd name="T63" fmla="*/ 3017 h 325"/>
                  <a:gd name="T64" fmla="*/ 5599 w 363"/>
                  <a:gd name="T65" fmla="*/ 3401 h 325"/>
                  <a:gd name="T66" fmla="*/ 5569 w 363"/>
                  <a:gd name="T67" fmla="*/ 3588 h 325"/>
                  <a:gd name="T68" fmla="*/ 5444 w 363"/>
                  <a:gd name="T69" fmla="*/ 3930 h 325"/>
                  <a:gd name="T70" fmla="*/ 5287 w 363"/>
                  <a:gd name="T71" fmla="*/ 4314 h 325"/>
                  <a:gd name="T72" fmla="*/ 5100 w 363"/>
                  <a:gd name="T73" fmla="*/ 4655 h 325"/>
                  <a:gd name="T74" fmla="*/ 4945 w 363"/>
                  <a:gd name="T75" fmla="*/ 5010 h 325"/>
                  <a:gd name="T76" fmla="*/ 4787 w 363"/>
                  <a:gd name="T77" fmla="*/ 5125 h 325"/>
                  <a:gd name="T78" fmla="*/ 4682 w 363"/>
                  <a:gd name="T79" fmla="*/ 5295 h 325"/>
                  <a:gd name="T80" fmla="*/ 4353 w 363"/>
                  <a:gd name="T81" fmla="*/ 5565 h 325"/>
                  <a:gd name="T82" fmla="*/ 3933 w 363"/>
                  <a:gd name="T83" fmla="*/ 5808 h 325"/>
                  <a:gd name="T84" fmla="*/ 3496 w 363"/>
                  <a:gd name="T85" fmla="*/ 6000 h 325"/>
                  <a:gd name="T86" fmla="*/ 3041 w 363"/>
                  <a:gd name="T87" fmla="*/ 6136 h 325"/>
                  <a:gd name="T88" fmla="*/ 2821 w 363"/>
                  <a:gd name="T89" fmla="*/ 6114 h 325"/>
                  <a:gd name="T90" fmla="*/ 2354 w 363"/>
                  <a:gd name="T91" fmla="*/ 6149 h 325"/>
                  <a:gd name="T92" fmla="*/ 2029 w 363"/>
                  <a:gd name="T93" fmla="*/ 6056 h 32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63" h="325">
                    <a:moveTo>
                      <a:pt x="130" y="319"/>
                    </a:moveTo>
                    <a:cubicBezTo>
                      <a:pt x="120" y="316"/>
                      <a:pt x="112" y="310"/>
                      <a:pt x="101" y="308"/>
                    </a:cubicBezTo>
                    <a:cubicBezTo>
                      <a:pt x="91" y="306"/>
                      <a:pt x="87" y="309"/>
                      <a:pt x="77" y="303"/>
                    </a:cubicBezTo>
                    <a:cubicBezTo>
                      <a:pt x="69" y="298"/>
                      <a:pt x="62" y="291"/>
                      <a:pt x="55" y="285"/>
                    </a:cubicBezTo>
                    <a:cubicBezTo>
                      <a:pt x="50" y="281"/>
                      <a:pt x="44" y="280"/>
                      <a:pt x="40" y="276"/>
                    </a:cubicBezTo>
                    <a:cubicBezTo>
                      <a:pt x="35" y="271"/>
                      <a:pt x="34" y="266"/>
                      <a:pt x="30" y="261"/>
                    </a:cubicBezTo>
                    <a:cubicBezTo>
                      <a:pt x="28" y="258"/>
                      <a:pt x="22" y="255"/>
                      <a:pt x="20" y="251"/>
                    </a:cubicBezTo>
                    <a:cubicBezTo>
                      <a:pt x="17" y="246"/>
                      <a:pt x="11" y="241"/>
                      <a:pt x="9" y="234"/>
                    </a:cubicBezTo>
                    <a:cubicBezTo>
                      <a:pt x="7" y="230"/>
                      <a:pt x="9" y="224"/>
                      <a:pt x="8" y="218"/>
                    </a:cubicBezTo>
                    <a:cubicBezTo>
                      <a:pt x="6" y="209"/>
                      <a:pt x="5" y="201"/>
                      <a:pt x="5" y="193"/>
                    </a:cubicBezTo>
                    <a:cubicBezTo>
                      <a:pt x="4" y="185"/>
                      <a:pt x="0" y="178"/>
                      <a:pt x="1" y="170"/>
                    </a:cubicBezTo>
                    <a:cubicBezTo>
                      <a:pt x="2" y="162"/>
                      <a:pt x="7" y="152"/>
                      <a:pt x="9" y="144"/>
                    </a:cubicBezTo>
                    <a:cubicBezTo>
                      <a:pt x="11" y="137"/>
                      <a:pt x="16" y="128"/>
                      <a:pt x="19" y="122"/>
                    </a:cubicBezTo>
                    <a:cubicBezTo>
                      <a:pt x="23" y="114"/>
                      <a:pt x="25" y="105"/>
                      <a:pt x="29" y="98"/>
                    </a:cubicBezTo>
                    <a:cubicBezTo>
                      <a:pt x="34" y="92"/>
                      <a:pt x="33" y="85"/>
                      <a:pt x="38" y="79"/>
                    </a:cubicBezTo>
                    <a:cubicBezTo>
                      <a:pt x="41" y="76"/>
                      <a:pt x="44" y="73"/>
                      <a:pt x="46" y="70"/>
                    </a:cubicBezTo>
                    <a:cubicBezTo>
                      <a:pt x="52" y="65"/>
                      <a:pt x="56" y="58"/>
                      <a:pt x="61" y="54"/>
                    </a:cubicBezTo>
                    <a:cubicBezTo>
                      <a:pt x="67" y="50"/>
                      <a:pt x="72" y="45"/>
                      <a:pt x="78" y="41"/>
                    </a:cubicBezTo>
                    <a:cubicBezTo>
                      <a:pt x="86" y="33"/>
                      <a:pt x="91" y="27"/>
                      <a:pt x="101" y="21"/>
                    </a:cubicBezTo>
                    <a:cubicBezTo>
                      <a:pt x="106" y="18"/>
                      <a:pt x="118" y="15"/>
                      <a:pt x="123" y="12"/>
                    </a:cubicBezTo>
                    <a:cubicBezTo>
                      <a:pt x="131" y="7"/>
                      <a:pt x="141" y="8"/>
                      <a:pt x="149" y="4"/>
                    </a:cubicBezTo>
                    <a:cubicBezTo>
                      <a:pt x="156" y="0"/>
                      <a:pt x="175" y="4"/>
                      <a:pt x="185" y="2"/>
                    </a:cubicBezTo>
                    <a:cubicBezTo>
                      <a:pt x="196" y="1"/>
                      <a:pt x="209" y="1"/>
                      <a:pt x="220" y="4"/>
                    </a:cubicBezTo>
                    <a:cubicBezTo>
                      <a:pt x="229" y="6"/>
                      <a:pt x="233" y="7"/>
                      <a:pt x="242" y="9"/>
                    </a:cubicBezTo>
                    <a:cubicBezTo>
                      <a:pt x="251" y="11"/>
                      <a:pt x="256" y="9"/>
                      <a:pt x="264" y="14"/>
                    </a:cubicBezTo>
                    <a:cubicBezTo>
                      <a:pt x="272" y="19"/>
                      <a:pt x="280" y="26"/>
                      <a:pt x="288" y="31"/>
                    </a:cubicBezTo>
                    <a:cubicBezTo>
                      <a:pt x="297" y="37"/>
                      <a:pt x="304" y="41"/>
                      <a:pt x="308" y="48"/>
                    </a:cubicBezTo>
                    <a:cubicBezTo>
                      <a:pt x="312" y="55"/>
                      <a:pt x="314" y="65"/>
                      <a:pt x="321" y="72"/>
                    </a:cubicBezTo>
                    <a:cubicBezTo>
                      <a:pt x="327" y="79"/>
                      <a:pt x="335" y="84"/>
                      <a:pt x="340" y="90"/>
                    </a:cubicBezTo>
                    <a:cubicBezTo>
                      <a:pt x="346" y="99"/>
                      <a:pt x="350" y="109"/>
                      <a:pt x="354" y="119"/>
                    </a:cubicBezTo>
                    <a:cubicBezTo>
                      <a:pt x="356" y="125"/>
                      <a:pt x="356" y="132"/>
                      <a:pt x="358" y="138"/>
                    </a:cubicBezTo>
                    <a:cubicBezTo>
                      <a:pt x="360" y="145"/>
                      <a:pt x="363" y="151"/>
                      <a:pt x="363" y="159"/>
                    </a:cubicBezTo>
                    <a:cubicBezTo>
                      <a:pt x="363" y="166"/>
                      <a:pt x="361" y="172"/>
                      <a:pt x="359" y="179"/>
                    </a:cubicBezTo>
                    <a:cubicBezTo>
                      <a:pt x="359" y="179"/>
                      <a:pt x="357" y="186"/>
                      <a:pt x="357" y="189"/>
                    </a:cubicBezTo>
                    <a:cubicBezTo>
                      <a:pt x="356" y="195"/>
                      <a:pt x="351" y="201"/>
                      <a:pt x="349" y="207"/>
                    </a:cubicBezTo>
                    <a:cubicBezTo>
                      <a:pt x="345" y="215"/>
                      <a:pt x="344" y="221"/>
                      <a:pt x="339" y="227"/>
                    </a:cubicBezTo>
                    <a:cubicBezTo>
                      <a:pt x="334" y="232"/>
                      <a:pt x="331" y="239"/>
                      <a:pt x="327" y="245"/>
                    </a:cubicBezTo>
                    <a:cubicBezTo>
                      <a:pt x="323" y="251"/>
                      <a:pt x="322" y="259"/>
                      <a:pt x="317" y="264"/>
                    </a:cubicBezTo>
                    <a:cubicBezTo>
                      <a:pt x="314" y="266"/>
                      <a:pt x="310" y="268"/>
                      <a:pt x="307" y="270"/>
                    </a:cubicBezTo>
                    <a:cubicBezTo>
                      <a:pt x="304" y="273"/>
                      <a:pt x="303" y="276"/>
                      <a:pt x="300" y="279"/>
                    </a:cubicBezTo>
                    <a:cubicBezTo>
                      <a:pt x="295" y="287"/>
                      <a:pt x="287" y="289"/>
                      <a:pt x="279" y="293"/>
                    </a:cubicBezTo>
                    <a:cubicBezTo>
                      <a:pt x="270" y="298"/>
                      <a:pt x="262" y="302"/>
                      <a:pt x="252" y="306"/>
                    </a:cubicBezTo>
                    <a:cubicBezTo>
                      <a:pt x="244" y="311"/>
                      <a:pt x="234" y="313"/>
                      <a:pt x="224" y="316"/>
                    </a:cubicBezTo>
                    <a:cubicBezTo>
                      <a:pt x="215" y="318"/>
                      <a:pt x="205" y="322"/>
                      <a:pt x="195" y="323"/>
                    </a:cubicBezTo>
                    <a:cubicBezTo>
                      <a:pt x="190" y="323"/>
                      <a:pt x="187" y="321"/>
                      <a:pt x="181" y="322"/>
                    </a:cubicBezTo>
                    <a:cubicBezTo>
                      <a:pt x="173" y="321"/>
                      <a:pt x="162" y="325"/>
                      <a:pt x="151" y="324"/>
                    </a:cubicBezTo>
                    <a:cubicBezTo>
                      <a:pt x="141" y="323"/>
                      <a:pt x="134" y="321"/>
                      <a:pt x="130" y="319"/>
                    </a:cubicBezTo>
                    <a:close/>
                  </a:path>
                </a:pathLst>
              </a:custGeom>
              <a:solidFill>
                <a:srgbClr val="FFE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2" name="Freeform 1968">
                <a:extLst>
                  <a:ext uri="{FF2B5EF4-FFF2-40B4-BE49-F238E27FC236}">
                    <a16:creationId xmlns:a16="http://schemas.microsoft.com/office/drawing/2014/main" id="{78E0C463-645F-44D2-8E9D-8A2761243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857"/>
                <a:ext cx="763" cy="786"/>
              </a:xfrm>
              <a:custGeom>
                <a:avLst/>
                <a:gdLst>
                  <a:gd name="T0" fmla="*/ 1626 w 305"/>
                  <a:gd name="T1" fmla="*/ 5545 h 295"/>
                  <a:gd name="T2" fmla="*/ 1909 w 305"/>
                  <a:gd name="T3" fmla="*/ 5467 h 295"/>
                  <a:gd name="T4" fmla="*/ 2254 w 305"/>
                  <a:gd name="T5" fmla="*/ 5489 h 295"/>
                  <a:gd name="T6" fmla="*/ 2929 w 305"/>
                  <a:gd name="T7" fmla="*/ 5276 h 295"/>
                  <a:gd name="T8" fmla="*/ 3555 w 305"/>
                  <a:gd name="T9" fmla="*/ 4897 h 295"/>
                  <a:gd name="T10" fmla="*/ 4005 w 305"/>
                  <a:gd name="T11" fmla="*/ 4423 h 295"/>
                  <a:gd name="T12" fmla="*/ 4163 w 305"/>
                  <a:gd name="T13" fmla="*/ 4159 h 295"/>
                  <a:gd name="T14" fmla="*/ 4430 w 305"/>
                  <a:gd name="T15" fmla="*/ 3706 h 295"/>
                  <a:gd name="T16" fmla="*/ 4726 w 305"/>
                  <a:gd name="T17" fmla="*/ 2704 h 295"/>
                  <a:gd name="T18" fmla="*/ 4538 w 305"/>
                  <a:gd name="T19" fmla="*/ 1569 h 295"/>
                  <a:gd name="T20" fmla="*/ 4338 w 305"/>
                  <a:gd name="T21" fmla="*/ 1156 h 295"/>
                  <a:gd name="T22" fmla="*/ 4118 w 305"/>
                  <a:gd name="T23" fmla="*/ 815 h 295"/>
                  <a:gd name="T24" fmla="*/ 3868 w 305"/>
                  <a:gd name="T25" fmla="*/ 248 h 295"/>
                  <a:gd name="T26" fmla="*/ 3522 w 305"/>
                  <a:gd name="T27" fmla="*/ 0 h 295"/>
                  <a:gd name="T28" fmla="*/ 3742 w 305"/>
                  <a:gd name="T29" fmla="*/ 661 h 295"/>
                  <a:gd name="T30" fmla="*/ 3880 w 305"/>
                  <a:gd name="T31" fmla="*/ 1284 h 295"/>
                  <a:gd name="T32" fmla="*/ 4100 w 305"/>
                  <a:gd name="T33" fmla="*/ 1852 h 295"/>
                  <a:gd name="T34" fmla="*/ 3818 w 305"/>
                  <a:gd name="T35" fmla="*/ 2592 h 295"/>
                  <a:gd name="T36" fmla="*/ 3630 w 305"/>
                  <a:gd name="T37" fmla="*/ 2614 h 295"/>
                  <a:gd name="T38" fmla="*/ 3660 w 305"/>
                  <a:gd name="T39" fmla="*/ 2798 h 295"/>
                  <a:gd name="T40" fmla="*/ 3647 w 305"/>
                  <a:gd name="T41" fmla="*/ 3501 h 295"/>
                  <a:gd name="T42" fmla="*/ 3460 w 305"/>
                  <a:gd name="T43" fmla="*/ 3783 h 295"/>
                  <a:gd name="T44" fmla="*/ 3430 w 305"/>
                  <a:gd name="T45" fmla="*/ 4218 h 295"/>
                  <a:gd name="T46" fmla="*/ 3335 w 305"/>
                  <a:gd name="T47" fmla="*/ 4367 h 295"/>
                  <a:gd name="T48" fmla="*/ 3160 w 305"/>
                  <a:gd name="T49" fmla="*/ 4388 h 295"/>
                  <a:gd name="T50" fmla="*/ 2754 w 305"/>
                  <a:gd name="T51" fmla="*/ 4636 h 295"/>
                  <a:gd name="T52" fmla="*/ 2367 w 305"/>
                  <a:gd name="T53" fmla="*/ 4807 h 295"/>
                  <a:gd name="T54" fmla="*/ 2084 w 305"/>
                  <a:gd name="T55" fmla="*/ 4841 h 295"/>
                  <a:gd name="T56" fmla="*/ 1864 w 305"/>
                  <a:gd name="T57" fmla="*/ 5012 h 295"/>
                  <a:gd name="T58" fmla="*/ 1676 w 305"/>
                  <a:gd name="T59" fmla="*/ 4956 h 295"/>
                  <a:gd name="T60" fmla="*/ 1238 w 305"/>
                  <a:gd name="T61" fmla="*/ 4897 h 295"/>
                  <a:gd name="T62" fmla="*/ 583 w 305"/>
                  <a:gd name="T63" fmla="*/ 4820 h 295"/>
                  <a:gd name="T64" fmla="*/ 250 w 305"/>
                  <a:gd name="T65" fmla="*/ 4764 h 295"/>
                  <a:gd name="T66" fmla="*/ 113 w 305"/>
                  <a:gd name="T67" fmla="*/ 4708 h 295"/>
                  <a:gd name="T68" fmla="*/ 0 w 305"/>
                  <a:gd name="T69" fmla="*/ 4692 h 295"/>
                  <a:gd name="T70" fmla="*/ 220 w 305"/>
                  <a:gd name="T71" fmla="*/ 4956 h 295"/>
                  <a:gd name="T72" fmla="*/ 563 w 305"/>
                  <a:gd name="T73" fmla="*/ 5238 h 295"/>
                  <a:gd name="T74" fmla="*/ 1063 w 305"/>
                  <a:gd name="T75" fmla="*/ 5353 h 295"/>
                  <a:gd name="T76" fmla="*/ 1626 w 305"/>
                  <a:gd name="T77" fmla="*/ 5545 h 29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05" h="295">
                    <a:moveTo>
                      <a:pt x="104" y="293"/>
                    </a:moveTo>
                    <a:cubicBezTo>
                      <a:pt x="109" y="295"/>
                      <a:pt x="117" y="289"/>
                      <a:pt x="122" y="289"/>
                    </a:cubicBezTo>
                    <a:cubicBezTo>
                      <a:pt x="130" y="289"/>
                      <a:pt x="136" y="290"/>
                      <a:pt x="144" y="290"/>
                    </a:cubicBezTo>
                    <a:cubicBezTo>
                      <a:pt x="159" y="289"/>
                      <a:pt x="173" y="286"/>
                      <a:pt x="187" y="279"/>
                    </a:cubicBezTo>
                    <a:cubicBezTo>
                      <a:pt x="200" y="274"/>
                      <a:pt x="216" y="267"/>
                      <a:pt x="227" y="259"/>
                    </a:cubicBezTo>
                    <a:cubicBezTo>
                      <a:pt x="237" y="251"/>
                      <a:pt x="245" y="242"/>
                      <a:pt x="256" y="234"/>
                    </a:cubicBezTo>
                    <a:cubicBezTo>
                      <a:pt x="261" y="230"/>
                      <a:pt x="263" y="225"/>
                      <a:pt x="266" y="220"/>
                    </a:cubicBezTo>
                    <a:cubicBezTo>
                      <a:pt x="271" y="211"/>
                      <a:pt x="278" y="204"/>
                      <a:pt x="283" y="196"/>
                    </a:cubicBezTo>
                    <a:cubicBezTo>
                      <a:pt x="294" y="179"/>
                      <a:pt x="298" y="162"/>
                      <a:pt x="302" y="143"/>
                    </a:cubicBezTo>
                    <a:cubicBezTo>
                      <a:pt x="305" y="122"/>
                      <a:pt x="297" y="102"/>
                      <a:pt x="290" y="83"/>
                    </a:cubicBezTo>
                    <a:cubicBezTo>
                      <a:pt x="286" y="73"/>
                      <a:pt x="286" y="68"/>
                      <a:pt x="277" y="61"/>
                    </a:cubicBezTo>
                    <a:cubicBezTo>
                      <a:pt x="271" y="55"/>
                      <a:pt x="267" y="50"/>
                      <a:pt x="263" y="43"/>
                    </a:cubicBezTo>
                    <a:cubicBezTo>
                      <a:pt x="258" y="32"/>
                      <a:pt x="255" y="21"/>
                      <a:pt x="247" y="13"/>
                    </a:cubicBezTo>
                    <a:cubicBezTo>
                      <a:pt x="241" y="8"/>
                      <a:pt x="232" y="3"/>
                      <a:pt x="225" y="0"/>
                    </a:cubicBezTo>
                    <a:cubicBezTo>
                      <a:pt x="235" y="7"/>
                      <a:pt x="236" y="24"/>
                      <a:pt x="239" y="35"/>
                    </a:cubicBezTo>
                    <a:cubicBezTo>
                      <a:pt x="242" y="46"/>
                      <a:pt x="244" y="58"/>
                      <a:pt x="248" y="68"/>
                    </a:cubicBezTo>
                    <a:cubicBezTo>
                      <a:pt x="251" y="79"/>
                      <a:pt x="260" y="87"/>
                      <a:pt x="262" y="98"/>
                    </a:cubicBezTo>
                    <a:cubicBezTo>
                      <a:pt x="265" y="110"/>
                      <a:pt x="258" y="134"/>
                      <a:pt x="244" y="137"/>
                    </a:cubicBezTo>
                    <a:cubicBezTo>
                      <a:pt x="240" y="138"/>
                      <a:pt x="235" y="134"/>
                      <a:pt x="232" y="138"/>
                    </a:cubicBezTo>
                    <a:cubicBezTo>
                      <a:pt x="230" y="142"/>
                      <a:pt x="232" y="145"/>
                      <a:pt x="234" y="148"/>
                    </a:cubicBezTo>
                    <a:cubicBezTo>
                      <a:pt x="239" y="158"/>
                      <a:pt x="246" y="179"/>
                      <a:pt x="233" y="185"/>
                    </a:cubicBezTo>
                    <a:cubicBezTo>
                      <a:pt x="226" y="189"/>
                      <a:pt x="220" y="189"/>
                      <a:pt x="221" y="200"/>
                    </a:cubicBezTo>
                    <a:cubicBezTo>
                      <a:pt x="222" y="208"/>
                      <a:pt x="222" y="216"/>
                      <a:pt x="219" y="223"/>
                    </a:cubicBezTo>
                    <a:cubicBezTo>
                      <a:pt x="218" y="226"/>
                      <a:pt x="216" y="229"/>
                      <a:pt x="213" y="231"/>
                    </a:cubicBezTo>
                    <a:cubicBezTo>
                      <a:pt x="208" y="236"/>
                      <a:pt x="208" y="234"/>
                      <a:pt x="202" y="232"/>
                    </a:cubicBezTo>
                    <a:cubicBezTo>
                      <a:pt x="190" y="229"/>
                      <a:pt x="185" y="238"/>
                      <a:pt x="176" y="245"/>
                    </a:cubicBezTo>
                    <a:cubicBezTo>
                      <a:pt x="169" y="251"/>
                      <a:pt x="160" y="253"/>
                      <a:pt x="151" y="254"/>
                    </a:cubicBezTo>
                    <a:cubicBezTo>
                      <a:pt x="144" y="255"/>
                      <a:pt x="139" y="254"/>
                      <a:pt x="133" y="256"/>
                    </a:cubicBezTo>
                    <a:cubicBezTo>
                      <a:pt x="128" y="258"/>
                      <a:pt x="123" y="265"/>
                      <a:pt x="119" y="265"/>
                    </a:cubicBezTo>
                    <a:cubicBezTo>
                      <a:pt x="116" y="266"/>
                      <a:pt x="110" y="263"/>
                      <a:pt x="107" y="262"/>
                    </a:cubicBezTo>
                    <a:cubicBezTo>
                      <a:pt x="98" y="261"/>
                      <a:pt x="89" y="261"/>
                      <a:pt x="79" y="259"/>
                    </a:cubicBezTo>
                    <a:cubicBezTo>
                      <a:pt x="66" y="256"/>
                      <a:pt x="50" y="252"/>
                      <a:pt x="37" y="255"/>
                    </a:cubicBezTo>
                    <a:cubicBezTo>
                      <a:pt x="28" y="257"/>
                      <a:pt x="25" y="254"/>
                      <a:pt x="16" y="252"/>
                    </a:cubicBezTo>
                    <a:cubicBezTo>
                      <a:pt x="13" y="251"/>
                      <a:pt x="10" y="252"/>
                      <a:pt x="7" y="249"/>
                    </a:cubicBezTo>
                    <a:cubicBezTo>
                      <a:pt x="4" y="251"/>
                      <a:pt x="2" y="249"/>
                      <a:pt x="0" y="248"/>
                    </a:cubicBezTo>
                    <a:cubicBezTo>
                      <a:pt x="3" y="254"/>
                      <a:pt x="8" y="255"/>
                      <a:pt x="14" y="262"/>
                    </a:cubicBezTo>
                    <a:cubicBezTo>
                      <a:pt x="20" y="269"/>
                      <a:pt x="22" y="277"/>
                      <a:pt x="36" y="277"/>
                    </a:cubicBezTo>
                    <a:cubicBezTo>
                      <a:pt x="51" y="277"/>
                      <a:pt x="58" y="278"/>
                      <a:pt x="68" y="283"/>
                    </a:cubicBezTo>
                    <a:cubicBezTo>
                      <a:pt x="78" y="287"/>
                      <a:pt x="92" y="294"/>
                      <a:pt x="104" y="293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3" name="Freeform 1969">
                <a:extLst>
                  <a:ext uri="{FF2B5EF4-FFF2-40B4-BE49-F238E27FC236}">
                    <a16:creationId xmlns:a16="http://schemas.microsoft.com/office/drawing/2014/main" id="{F75F0152-4894-4C1F-B778-64AC4FBC3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918"/>
                <a:ext cx="98" cy="184"/>
              </a:xfrm>
              <a:custGeom>
                <a:avLst/>
                <a:gdLst>
                  <a:gd name="T0" fmla="*/ 601 w 39"/>
                  <a:gd name="T1" fmla="*/ 0 h 69"/>
                  <a:gd name="T2" fmla="*/ 284 w 39"/>
                  <a:gd name="T3" fmla="*/ 363 h 69"/>
                  <a:gd name="T4" fmla="*/ 113 w 39"/>
                  <a:gd name="T5" fmla="*/ 797 h 69"/>
                  <a:gd name="T6" fmla="*/ 33 w 39"/>
                  <a:gd name="T7" fmla="*/ 1080 h 69"/>
                  <a:gd name="T8" fmla="*/ 176 w 39"/>
                  <a:gd name="T9" fmla="*/ 1117 h 69"/>
                  <a:gd name="T10" fmla="*/ 317 w 39"/>
                  <a:gd name="T11" fmla="*/ 797 h 69"/>
                  <a:gd name="T12" fmla="*/ 493 w 39"/>
                  <a:gd name="T13" fmla="*/ 832 h 69"/>
                  <a:gd name="T14" fmla="*/ 460 w 39"/>
                  <a:gd name="T15" fmla="*/ 648 h 69"/>
                  <a:gd name="T16" fmla="*/ 397 w 39"/>
                  <a:gd name="T17" fmla="*/ 491 h 69"/>
                  <a:gd name="T18" fmla="*/ 538 w 39"/>
                  <a:gd name="T19" fmla="*/ 307 h 69"/>
                  <a:gd name="T20" fmla="*/ 618 w 39"/>
                  <a:gd name="T21" fmla="*/ 77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69">
                    <a:moveTo>
                      <a:pt x="38" y="0"/>
                    </a:moveTo>
                    <a:cubicBezTo>
                      <a:pt x="32" y="7"/>
                      <a:pt x="25" y="12"/>
                      <a:pt x="18" y="19"/>
                    </a:cubicBezTo>
                    <a:cubicBezTo>
                      <a:pt x="13" y="25"/>
                      <a:pt x="9" y="34"/>
                      <a:pt x="7" y="42"/>
                    </a:cubicBezTo>
                    <a:cubicBezTo>
                      <a:pt x="5" y="46"/>
                      <a:pt x="3" y="52"/>
                      <a:pt x="2" y="57"/>
                    </a:cubicBezTo>
                    <a:cubicBezTo>
                      <a:pt x="0" y="68"/>
                      <a:pt x="9" y="69"/>
                      <a:pt x="11" y="59"/>
                    </a:cubicBezTo>
                    <a:cubicBezTo>
                      <a:pt x="13" y="51"/>
                      <a:pt x="12" y="45"/>
                      <a:pt x="20" y="42"/>
                    </a:cubicBezTo>
                    <a:cubicBezTo>
                      <a:pt x="24" y="40"/>
                      <a:pt x="27" y="40"/>
                      <a:pt x="31" y="44"/>
                    </a:cubicBezTo>
                    <a:cubicBezTo>
                      <a:pt x="34" y="41"/>
                      <a:pt x="32" y="37"/>
                      <a:pt x="29" y="34"/>
                    </a:cubicBezTo>
                    <a:cubicBezTo>
                      <a:pt x="24" y="30"/>
                      <a:pt x="21" y="35"/>
                      <a:pt x="25" y="26"/>
                    </a:cubicBezTo>
                    <a:cubicBezTo>
                      <a:pt x="28" y="22"/>
                      <a:pt x="31" y="20"/>
                      <a:pt x="34" y="16"/>
                    </a:cubicBezTo>
                    <a:cubicBezTo>
                      <a:pt x="36" y="12"/>
                      <a:pt x="36" y="8"/>
                      <a:pt x="39" y="4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4" name="Freeform 1970">
                <a:extLst>
                  <a:ext uri="{FF2B5EF4-FFF2-40B4-BE49-F238E27FC236}">
                    <a16:creationId xmlns:a16="http://schemas.microsoft.com/office/drawing/2014/main" id="{34C435AF-A343-4B85-BA1A-A67531E3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798"/>
                <a:ext cx="187" cy="67"/>
              </a:xfrm>
              <a:custGeom>
                <a:avLst/>
                <a:gdLst>
                  <a:gd name="T0" fmla="*/ 0 w 75"/>
                  <a:gd name="T1" fmla="*/ 482 h 25"/>
                  <a:gd name="T2" fmla="*/ 354 w 75"/>
                  <a:gd name="T3" fmla="*/ 193 h 25"/>
                  <a:gd name="T4" fmla="*/ 621 w 75"/>
                  <a:gd name="T5" fmla="*/ 150 h 25"/>
                  <a:gd name="T6" fmla="*/ 853 w 75"/>
                  <a:gd name="T7" fmla="*/ 21 h 25"/>
                  <a:gd name="T8" fmla="*/ 1162 w 75"/>
                  <a:gd name="T9" fmla="*/ 94 h 25"/>
                  <a:gd name="T10" fmla="*/ 778 w 75"/>
                  <a:gd name="T11" fmla="*/ 172 h 25"/>
                  <a:gd name="T12" fmla="*/ 653 w 75"/>
                  <a:gd name="T13" fmla="*/ 273 h 25"/>
                  <a:gd name="T14" fmla="*/ 633 w 75"/>
                  <a:gd name="T15" fmla="*/ 389 h 25"/>
                  <a:gd name="T16" fmla="*/ 416 w 75"/>
                  <a:gd name="T17" fmla="*/ 346 h 25"/>
                  <a:gd name="T18" fmla="*/ 105 w 75"/>
                  <a:gd name="T19" fmla="*/ 461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25">
                    <a:moveTo>
                      <a:pt x="0" y="25"/>
                    </a:moveTo>
                    <a:cubicBezTo>
                      <a:pt x="8" y="19"/>
                      <a:pt x="13" y="12"/>
                      <a:pt x="23" y="10"/>
                    </a:cubicBezTo>
                    <a:cubicBezTo>
                      <a:pt x="28" y="8"/>
                      <a:pt x="35" y="10"/>
                      <a:pt x="40" y="8"/>
                    </a:cubicBezTo>
                    <a:cubicBezTo>
                      <a:pt x="46" y="6"/>
                      <a:pt x="48" y="2"/>
                      <a:pt x="55" y="1"/>
                    </a:cubicBezTo>
                    <a:cubicBezTo>
                      <a:pt x="60" y="0"/>
                      <a:pt x="72" y="1"/>
                      <a:pt x="75" y="5"/>
                    </a:cubicBezTo>
                    <a:cubicBezTo>
                      <a:pt x="66" y="6"/>
                      <a:pt x="58" y="6"/>
                      <a:pt x="50" y="9"/>
                    </a:cubicBezTo>
                    <a:cubicBezTo>
                      <a:pt x="47" y="10"/>
                      <a:pt x="44" y="12"/>
                      <a:pt x="42" y="14"/>
                    </a:cubicBezTo>
                    <a:cubicBezTo>
                      <a:pt x="41" y="15"/>
                      <a:pt x="41" y="19"/>
                      <a:pt x="41" y="20"/>
                    </a:cubicBezTo>
                    <a:cubicBezTo>
                      <a:pt x="37" y="24"/>
                      <a:pt x="34" y="20"/>
                      <a:pt x="27" y="18"/>
                    </a:cubicBezTo>
                    <a:cubicBezTo>
                      <a:pt x="20" y="15"/>
                      <a:pt x="11" y="14"/>
                      <a:pt x="7" y="24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5" name="Freeform 1971">
                <a:extLst>
                  <a:ext uri="{FF2B5EF4-FFF2-40B4-BE49-F238E27FC236}">
                    <a16:creationId xmlns:a16="http://schemas.microsoft.com/office/drawing/2014/main" id="{61A6B1B6-CA94-49A3-8228-D09403842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414"/>
                <a:ext cx="55" cy="91"/>
              </a:xfrm>
              <a:custGeom>
                <a:avLst/>
                <a:gdLst>
                  <a:gd name="T0" fmla="*/ 0 w 22"/>
                  <a:gd name="T1" fmla="*/ 616 h 34"/>
                  <a:gd name="T2" fmla="*/ 125 w 22"/>
                  <a:gd name="T3" fmla="*/ 401 h 34"/>
                  <a:gd name="T4" fmla="*/ 113 w 22"/>
                  <a:gd name="T5" fmla="*/ 137 h 34"/>
                  <a:gd name="T6" fmla="*/ 220 w 22"/>
                  <a:gd name="T7" fmla="*/ 35 h 34"/>
                  <a:gd name="T8" fmla="*/ 300 w 22"/>
                  <a:gd name="T9" fmla="*/ 423 h 34"/>
                  <a:gd name="T10" fmla="*/ 83 w 22"/>
                  <a:gd name="T11" fmla="*/ 65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0" y="32"/>
                    </a:moveTo>
                    <a:cubicBezTo>
                      <a:pt x="5" y="30"/>
                      <a:pt x="7" y="26"/>
                      <a:pt x="8" y="21"/>
                    </a:cubicBezTo>
                    <a:cubicBezTo>
                      <a:pt x="9" y="16"/>
                      <a:pt x="6" y="12"/>
                      <a:pt x="7" y="7"/>
                    </a:cubicBezTo>
                    <a:cubicBezTo>
                      <a:pt x="7" y="3"/>
                      <a:pt x="9" y="0"/>
                      <a:pt x="14" y="2"/>
                    </a:cubicBezTo>
                    <a:cubicBezTo>
                      <a:pt x="11" y="12"/>
                      <a:pt x="18" y="13"/>
                      <a:pt x="19" y="22"/>
                    </a:cubicBezTo>
                    <a:cubicBezTo>
                      <a:pt x="22" y="34"/>
                      <a:pt x="11" y="29"/>
                      <a:pt x="5" y="34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6" name="Freeform 1972">
                <a:extLst>
                  <a:ext uri="{FF2B5EF4-FFF2-40B4-BE49-F238E27FC236}">
                    <a16:creationId xmlns:a16="http://schemas.microsoft.com/office/drawing/2014/main" id="{E97F0F6D-195F-486A-944A-85D403A37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326"/>
                <a:ext cx="82" cy="80"/>
              </a:xfrm>
              <a:custGeom>
                <a:avLst/>
                <a:gdLst>
                  <a:gd name="T0" fmla="*/ 246 w 33"/>
                  <a:gd name="T1" fmla="*/ 115 h 30"/>
                  <a:gd name="T2" fmla="*/ 321 w 33"/>
                  <a:gd name="T3" fmla="*/ 512 h 30"/>
                  <a:gd name="T4" fmla="*/ 321 w 33"/>
                  <a:gd name="T5" fmla="*/ 568 h 30"/>
                  <a:gd name="T6" fmla="*/ 199 w 33"/>
                  <a:gd name="T7" fmla="*/ 1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0">
                    <a:moveTo>
                      <a:pt x="16" y="6"/>
                    </a:moveTo>
                    <a:cubicBezTo>
                      <a:pt x="0" y="14"/>
                      <a:pt x="4" y="29"/>
                      <a:pt x="21" y="27"/>
                    </a:cubicBezTo>
                    <a:cubicBezTo>
                      <a:pt x="21" y="27"/>
                      <a:pt x="21" y="29"/>
                      <a:pt x="21" y="30"/>
                    </a:cubicBezTo>
                    <a:cubicBezTo>
                      <a:pt x="33" y="26"/>
                      <a:pt x="26" y="0"/>
                      <a:pt x="13" y="7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7" name="Freeform 1973">
                <a:extLst>
                  <a:ext uri="{FF2B5EF4-FFF2-40B4-BE49-F238E27FC236}">
                    <a16:creationId xmlns:a16="http://schemas.microsoft.com/office/drawing/2014/main" id="{C588A3AF-3F35-4D42-B12A-CE23D193A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097"/>
                <a:ext cx="78" cy="64"/>
              </a:xfrm>
              <a:custGeom>
                <a:avLst/>
                <a:gdLst>
                  <a:gd name="T0" fmla="*/ 463 w 31"/>
                  <a:gd name="T1" fmla="*/ 35 h 24"/>
                  <a:gd name="T2" fmla="*/ 159 w 31"/>
                  <a:gd name="T3" fmla="*/ 205 h 24"/>
                  <a:gd name="T4" fmla="*/ 63 w 31"/>
                  <a:gd name="T5" fmla="*/ 264 h 24"/>
                  <a:gd name="T6" fmla="*/ 335 w 31"/>
                  <a:gd name="T7" fmla="*/ 419 h 24"/>
                  <a:gd name="T8" fmla="*/ 367 w 3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29" y="2"/>
                    </a:moveTo>
                    <a:cubicBezTo>
                      <a:pt x="23" y="6"/>
                      <a:pt x="17" y="8"/>
                      <a:pt x="10" y="11"/>
                    </a:cubicBezTo>
                    <a:cubicBezTo>
                      <a:pt x="8" y="12"/>
                      <a:pt x="6" y="11"/>
                      <a:pt x="4" y="14"/>
                    </a:cubicBezTo>
                    <a:cubicBezTo>
                      <a:pt x="0" y="22"/>
                      <a:pt x="16" y="24"/>
                      <a:pt x="21" y="22"/>
                    </a:cubicBezTo>
                    <a:cubicBezTo>
                      <a:pt x="31" y="18"/>
                      <a:pt x="31" y="6"/>
                      <a:pt x="23" y="0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8" name="Freeform 1974">
                <a:extLst>
                  <a:ext uri="{FF2B5EF4-FFF2-40B4-BE49-F238E27FC236}">
                    <a16:creationId xmlns:a16="http://schemas.microsoft.com/office/drawing/2014/main" id="{D7F48689-B98E-4DAB-AD74-83C0A8D1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961"/>
                <a:ext cx="77" cy="74"/>
              </a:xfrm>
              <a:custGeom>
                <a:avLst/>
                <a:gdLst>
                  <a:gd name="T0" fmla="*/ 432 w 31"/>
                  <a:gd name="T1" fmla="*/ 34 h 28"/>
                  <a:gd name="T2" fmla="*/ 278 w 31"/>
                  <a:gd name="T3" fmla="*/ 148 h 28"/>
                  <a:gd name="T4" fmla="*/ 124 w 31"/>
                  <a:gd name="T5" fmla="*/ 182 h 28"/>
                  <a:gd name="T6" fmla="*/ 353 w 31"/>
                  <a:gd name="T7" fmla="*/ 460 h 28"/>
                  <a:gd name="T8" fmla="*/ 474 w 31"/>
                  <a:gd name="T9" fmla="*/ 280 h 28"/>
                  <a:gd name="T10" fmla="*/ 383 w 31"/>
                  <a:gd name="T11" fmla="*/ 132 h 28"/>
                  <a:gd name="T12" fmla="*/ 462 w 31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28" y="2"/>
                    </a:moveTo>
                    <a:cubicBezTo>
                      <a:pt x="25" y="4"/>
                      <a:pt x="21" y="7"/>
                      <a:pt x="18" y="8"/>
                    </a:cubicBezTo>
                    <a:cubicBezTo>
                      <a:pt x="16" y="9"/>
                      <a:pt x="10" y="9"/>
                      <a:pt x="8" y="10"/>
                    </a:cubicBezTo>
                    <a:cubicBezTo>
                      <a:pt x="0" y="16"/>
                      <a:pt x="16" y="28"/>
                      <a:pt x="23" y="25"/>
                    </a:cubicBezTo>
                    <a:cubicBezTo>
                      <a:pt x="24" y="24"/>
                      <a:pt x="31" y="16"/>
                      <a:pt x="31" y="15"/>
                    </a:cubicBezTo>
                    <a:cubicBezTo>
                      <a:pt x="31" y="12"/>
                      <a:pt x="25" y="10"/>
                      <a:pt x="25" y="7"/>
                    </a:cubicBezTo>
                    <a:cubicBezTo>
                      <a:pt x="24" y="4"/>
                      <a:pt x="28" y="2"/>
                      <a:pt x="30" y="0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39" name="Freeform 1975">
                <a:extLst>
                  <a:ext uri="{FF2B5EF4-FFF2-40B4-BE49-F238E27FC236}">
                    <a16:creationId xmlns:a16="http://schemas.microsoft.com/office/drawing/2014/main" id="{05948516-090D-412D-84E7-382900DF3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065"/>
                <a:ext cx="60" cy="48"/>
              </a:xfrm>
              <a:custGeom>
                <a:avLst/>
                <a:gdLst>
                  <a:gd name="T0" fmla="*/ 250 w 24"/>
                  <a:gd name="T1" fmla="*/ 35 h 18"/>
                  <a:gd name="T2" fmla="*/ 33 w 24"/>
                  <a:gd name="T3" fmla="*/ 171 h 18"/>
                  <a:gd name="T4" fmla="*/ 220 w 24"/>
                  <a:gd name="T5" fmla="*/ 341 h 18"/>
                  <a:gd name="T6" fmla="*/ 375 w 24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16" y="2"/>
                    </a:moveTo>
                    <a:cubicBezTo>
                      <a:pt x="11" y="0"/>
                      <a:pt x="0" y="2"/>
                      <a:pt x="2" y="9"/>
                    </a:cubicBezTo>
                    <a:cubicBezTo>
                      <a:pt x="3" y="13"/>
                      <a:pt x="11" y="18"/>
                      <a:pt x="14" y="18"/>
                    </a:cubicBezTo>
                    <a:cubicBezTo>
                      <a:pt x="14" y="12"/>
                      <a:pt x="18" y="8"/>
                      <a:pt x="24" y="9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0" name="Freeform 1976">
                <a:extLst>
                  <a:ext uri="{FF2B5EF4-FFF2-40B4-BE49-F238E27FC236}">
                    <a16:creationId xmlns:a16="http://schemas.microsoft.com/office/drawing/2014/main" id="{C038C8C0-E17B-4830-BF16-9920D51A7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417"/>
                <a:ext cx="100" cy="72"/>
              </a:xfrm>
              <a:custGeom>
                <a:avLst/>
                <a:gdLst>
                  <a:gd name="T0" fmla="*/ 520 w 40"/>
                  <a:gd name="T1" fmla="*/ 56 h 27"/>
                  <a:gd name="T2" fmla="*/ 158 w 40"/>
                  <a:gd name="T3" fmla="*/ 56 h 27"/>
                  <a:gd name="T4" fmla="*/ 238 w 40"/>
                  <a:gd name="T5" fmla="*/ 363 h 27"/>
                  <a:gd name="T6" fmla="*/ 363 w 40"/>
                  <a:gd name="T7" fmla="*/ 363 h 27"/>
                  <a:gd name="T8" fmla="*/ 488 w 40"/>
                  <a:gd name="T9" fmla="*/ 491 h 27"/>
                  <a:gd name="T10" fmla="*/ 488 w 40"/>
                  <a:gd name="T11" fmla="*/ 14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33" y="3"/>
                    </a:moveTo>
                    <a:cubicBezTo>
                      <a:pt x="32" y="0"/>
                      <a:pt x="14" y="2"/>
                      <a:pt x="10" y="3"/>
                    </a:cubicBezTo>
                    <a:cubicBezTo>
                      <a:pt x="0" y="7"/>
                      <a:pt x="8" y="17"/>
                      <a:pt x="15" y="19"/>
                    </a:cubicBezTo>
                    <a:cubicBezTo>
                      <a:pt x="18" y="19"/>
                      <a:pt x="20" y="17"/>
                      <a:pt x="23" y="19"/>
                    </a:cubicBezTo>
                    <a:cubicBezTo>
                      <a:pt x="26" y="21"/>
                      <a:pt x="26" y="26"/>
                      <a:pt x="31" y="26"/>
                    </a:cubicBezTo>
                    <a:cubicBezTo>
                      <a:pt x="40" y="27"/>
                      <a:pt x="33" y="12"/>
                      <a:pt x="31" y="8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1" name="Freeform 1977">
                <a:extLst>
                  <a:ext uri="{FF2B5EF4-FFF2-40B4-BE49-F238E27FC236}">
                    <a16:creationId xmlns:a16="http://schemas.microsoft.com/office/drawing/2014/main" id="{C8A51EA9-44D6-4825-B6A1-51F98E805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483"/>
                <a:ext cx="62" cy="46"/>
              </a:xfrm>
              <a:custGeom>
                <a:avLst/>
                <a:gdLst>
                  <a:gd name="T0" fmla="*/ 228 w 25"/>
                  <a:gd name="T1" fmla="*/ 0 h 17"/>
                  <a:gd name="T2" fmla="*/ 216 w 25"/>
                  <a:gd name="T3" fmla="*/ 336 h 17"/>
                  <a:gd name="T4" fmla="*/ 290 w 25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7">
                    <a:moveTo>
                      <a:pt x="15" y="0"/>
                    </a:moveTo>
                    <a:cubicBezTo>
                      <a:pt x="11" y="4"/>
                      <a:pt x="0" y="17"/>
                      <a:pt x="14" y="17"/>
                    </a:cubicBezTo>
                    <a:cubicBezTo>
                      <a:pt x="25" y="16"/>
                      <a:pt x="20" y="7"/>
                      <a:pt x="19" y="1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2" name="Freeform 1978">
                <a:extLst>
                  <a:ext uri="{FF2B5EF4-FFF2-40B4-BE49-F238E27FC236}">
                    <a16:creationId xmlns:a16="http://schemas.microsoft.com/office/drawing/2014/main" id="{FBEE5E5E-23BB-4F8A-8A0D-8947C5B44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486"/>
                <a:ext cx="80" cy="53"/>
              </a:xfrm>
              <a:custGeom>
                <a:avLst/>
                <a:gdLst>
                  <a:gd name="T0" fmla="*/ 238 w 32"/>
                  <a:gd name="T1" fmla="*/ 21 h 20"/>
                  <a:gd name="T2" fmla="*/ 270 w 32"/>
                  <a:gd name="T3" fmla="*/ 294 h 20"/>
                  <a:gd name="T4" fmla="*/ 208 w 32"/>
                  <a:gd name="T5" fmla="*/ 11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0">
                    <a:moveTo>
                      <a:pt x="15" y="1"/>
                    </a:moveTo>
                    <a:cubicBezTo>
                      <a:pt x="0" y="5"/>
                      <a:pt x="1" y="20"/>
                      <a:pt x="17" y="16"/>
                    </a:cubicBezTo>
                    <a:cubicBezTo>
                      <a:pt x="32" y="13"/>
                      <a:pt x="19" y="0"/>
                      <a:pt x="13" y="6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3" name="Freeform 1979">
                <a:extLst>
                  <a:ext uri="{FF2B5EF4-FFF2-40B4-BE49-F238E27FC236}">
                    <a16:creationId xmlns:a16="http://schemas.microsoft.com/office/drawing/2014/main" id="{3BAAB616-3797-4479-BDBE-95B09EC1E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163"/>
                <a:ext cx="72" cy="288"/>
              </a:xfrm>
              <a:custGeom>
                <a:avLst/>
                <a:gdLst>
                  <a:gd name="T0" fmla="*/ 104 w 29"/>
                  <a:gd name="T1" fmla="*/ 149 h 108"/>
                  <a:gd name="T2" fmla="*/ 0 w 29"/>
                  <a:gd name="T3" fmla="*/ 648 h 108"/>
                  <a:gd name="T4" fmla="*/ 74 w 29"/>
                  <a:gd name="T5" fmla="*/ 931 h 108"/>
                  <a:gd name="T6" fmla="*/ 92 w 29"/>
                  <a:gd name="T7" fmla="*/ 1229 h 108"/>
                  <a:gd name="T8" fmla="*/ 216 w 29"/>
                  <a:gd name="T9" fmla="*/ 1728 h 108"/>
                  <a:gd name="T10" fmla="*/ 432 w 29"/>
                  <a:gd name="T11" fmla="*/ 2048 h 108"/>
                  <a:gd name="T12" fmla="*/ 258 w 29"/>
                  <a:gd name="T13" fmla="*/ 1515 h 108"/>
                  <a:gd name="T14" fmla="*/ 258 w 29"/>
                  <a:gd name="T15" fmla="*/ 1216 h 108"/>
                  <a:gd name="T16" fmla="*/ 216 w 29"/>
                  <a:gd name="T17" fmla="*/ 931 h 108"/>
                  <a:gd name="T18" fmla="*/ 216 w 29"/>
                  <a:gd name="T19" fmla="*/ 456 h 108"/>
                  <a:gd name="T20" fmla="*/ 216 w 29"/>
                  <a:gd name="T21" fmla="*/ 0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08">
                    <a:moveTo>
                      <a:pt x="7" y="8"/>
                    </a:moveTo>
                    <a:cubicBezTo>
                      <a:pt x="7" y="17"/>
                      <a:pt x="0" y="25"/>
                      <a:pt x="0" y="34"/>
                    </a:cubicBezTo>
                    <a:cubicBezTo>
                      <a:pt x="1" y="39"/>
                      <a:pt x="4" y="44"/>
                      <a:pt x="5" y="49"/>
                    </a:cubicBezTo>
                    <a:cubicBezTo>
                      <a:pt x="6" y="55"/>
                      <a:pt x="6" y="60"/>
                      <a:pt x="6" y="65"/>
                    </a:cubicBezTo>
                    <a:cubicBezTo>
                      <a:pt x="6" y="76"/>
                      <a:pt x="8" y="82"/>
                      <a:pt x="14" y="91"/>
                    </a:cubicBezTo>
                    <a:cubicBezTo>
                      <a:pt x="17" y="97"/>
                      <a:pt x="26" y="102"/>
                      <a:pt x="28" y="108"/>
                    </a:cubicBezTo>
                    <a:cubicBezTo>
                      <a:pt x="29" y="97"/>
                      <a:pt x="19" y="89"/>
                      <a:pt x="17" y="80"/>
                    </a:cubicBezTo>
                    <a:cubicBezTo>
                      <a:pt x="16" y="75"/>
                      <a:pt x="17" y="69"/>
                      <a:pt x="17" y="64"/>
                    </a:cubicBezTo>
                    <a:cubicBezTo>
                      <a:pt x="19" y="56"/>
                      <a:pt x="19" y="56"/>
                      <a:pt x="14" y="49"/>
                    </a:cubicBezTo>
                    <a:cubicBezTo>
                      <a:pt x="8" y="38"/>
                      <a:pt x="13" y="35"/>
                      <a:pt x="14" y="24"/>
                    </a:cubicBezTo>
                    <a:cubicBezTo>
                      <a:pt x="15" y="16"/>
                      <a:pt x="10" y="8"/>
                      <a:pt x="14" y="0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4" name="Freeform 1980">
                <a:extLst>
                  <a:ext uri="{FF2B5EF4-FFF2-40B4-BE49-F238E27FC236}">
                    <a16:creationId xmlns:a16="http://schemas.microsoft.com/office/drawing/2014/main" id="{0C0DCBC2-7CC8-46D8-8F92-5E444E1B7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46"/>
                <a:ext cx="187" cy="139"/>
              </a:xfrm>
              <a:custGeom>
                <a:avLst/>
                <a:gdLst>
                  <a:gd name="T0" fmla="*/ 0 w 75"/>
                  <a:gd name="T1" fmla="*/ 936 h 52"/>
                  <a:gd name="T2" fmla="*/ 125 w 75"/>
                  <a:gd name="T3" fmla="*/ 765 h 52"/>
                  <a:gd name="T4" fmla="*/ 167 w 75"/>
                  <a:gd name="T5" fmla="*/ 513 h 52"/>
                  <a:gd name="T6" fmla="*/ 466 w 75"/>
                  <a:gd name="T7" fmla="*/ 286 h 52"/>
                  <a:gd name="T8" fmla="*/ 883 w 75"/>
                  <a:gd name="T9" fmla="*/ 192 h 52"/>
                  <a:gd name="T10" fmla="*/ 1100 w 75"/>
                  <a:gd name="T11" fmla="*/ 192 h 52"/>
                  <a:gd name="T12" fmla="*/ 728 w 75"/>
                  <a:gd name="T13" fmla="*/ 265 h 52"/>
                  <a:gd name="T14" fmla="*/ 386 w 75"/>
                  <a:gd name="T15" fmla="*/ 513 h 52"/>
                  <a:gd name="T16" fmla="*/ 262 w 75"/>
                  <a:gd name="T17" fmla="*/ 572 h 52"/>
                  <a:gd name="T18" fmla="*/ 249 w 75"/>
                  <a:gd name="T19" fmla="*/ 799 h 52"/>
                  <a:gd name="T20" fmla="*/ 0 w 75"/>
                  <a:gd name="T21" fmla="*/ 994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52">
                    <a:moveTo>
                      <a:pt x="0" y="49"/>
                    </a:moveTo>
                    <a:cubicBezTo>
                      <a:pt x="3" y="46"/>
                      <a:pt x="6" y="44"/>
                      <a:pt x="8" y="40"/>
                    </a:cubicBezTo>
                    <a:cubicBezTo>
                      <a:pt x="10" y="36"/>
                      <a:pt x="8" y="31"/>
                      <a:pt x="11" y="27"/>
                    </a:cubicBezTo>
                    <a:cubicBezTo>
                      <a:pt x="15" y="21"/>
                      <a:pt x="24" y="18"/>
                      <a:pt x="30" y="15"/>
                    </a:cubicBezTo>
                    <a:cubicBezTo>
                      <a:pt x="39" y="11"/>
                      <a:pt x="48" y="12"/>
                      <a:pt x="57" y="10"/>
                    </a:cubicBezTo>
                    <a:cubicBezTo>
                      <a:pt x="58" y="9"/>
                      <a:pt x="75" y="0"/>
                      <a:pt x="71" y="10"/>
                    </a:cubicBezTo>
                    <a:cubicBezTo>
                      <a:pt x="69" y="13"/>
                      <a:pt x="51" y="13"/>
                      <a:pt x="47" y="14"/>
                    </a:cubicBezTo>
                    <a:cubicBezTo>
                      <a:pt x="38" y="17"/>
                      <a:pt x="32" y="22"/>
                      <a:pt x="25" y="27"/>
                    </a:cubicBezTo>
                    <a:cubicBezTo>
                      <a:pt x="22" y="28"/>
                      <a:pt x="19" y="28"/>
                      <a:pt x="17" y="30"/>
                    </a:cubicBezTo>
                    <a:cubicBezTo>
                      <a:pt x="14" y="34"/>
                      <a:pt x="17" y="38"/>
                      <a:pt x="16" y="42"/>
                    </a:cubicBezTo>
                    <a:cubicBezTo>
                      <a:pt x="14" y="49"/>
                      <a:pt x="5" y="46"/>
                      <a:pt x="0" y="52"/>
                    </a:cubicBezTo>
                  </a:path>
                </a:pathLst>
              </a:custGeom>
              <a:solidFill>
                <a:srgbClr val="FFF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5" name="Freeform 1981">
                <a:extLst>
                  <a:ext uri="{FF2B5EF4-FFF2-40B4-BE49-F238E27FC236}">
                    <a16:creationId xmlns:a16="http://schemas.microsoft.com/office/drawing/2014/main" id="{71D85096-5D70-45B1-9598-B7780F265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147"/>
                <a:ext cx="45" cy="203"/>
              </a:xfrm>
              <a:custGeom>
                <a:avLst/>
                <a:gdLst>
                  <a:gd name="T0" fmla="*/ 283 w 18"/>
                  <a:gd name="T1" fmla="*/ 0 h 76"/>
                  <a:gd name="T2" fmla="*/ 83 w 18"/>
                  <a:gd name="T3" fmla="*/ 342 h 76"/>
                  <a:gd name="T4" fmla="*/ 50 w 18"/>
                  <a:gd name="T5" fmla="*/ 662 h 76"/>
                  <a:gd name="T6" fmla="*/ 63 w 18"/>
                  <a:gd name="T7" fmla="*/ 841 h 76"/>
                  <a:gd name="T8" fmla="*/ 20 w 18"/>
                  <a:gd name="T9" fmla="*/ 1106 h 76"/>
                  <a:gd name="T10" fmla="*/ 220 w 18"/>
                  <a:gd name="T11" fmla="*/ 1448 h 76"/>
                  <a:gd name="T12" fmla="*/ 113 w 18"/>
                  <a:gd name="T13" fmla="*/ 1071 h 76"/>
                  <a:gd name="T14" fmla="*/ 208 w 18"/>
                  <a:gd name="T15" fmla="*/ 727 h 76"/>
                  <a:gd name="T16" fmla="*/ 113 w 18"/>
                  <a:gd name="T17" fmla="*/ 550 h 76"/>
                  <a:gd name="T18" fmla="*/ 208 w 18"/>
                  <a:gd name="T19" fmla="*/ 248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18" y="0"/>
                    </a:moveTo>
                    <a:cubicBezTo>
                      <a:pt x="12" y="3"/>
                      <a:pt x="8" y="12"/>
                      <a:pt x="5" y="18"/>
                    </a:cubicBezTo>
                    <a:cubicBezTo>
                      <a:pt x="1" y="25"/>
                      <a:pt x="0" y="27"/>
                      <a:pt x="3" y="35"/>
                    </a:cubicBezTo>
                    <a:cubicBezTo>
                      <a:pt x="4" y="40"/>
                      <a:pt x="5" y="39"/>
                      <a:pt x="4" y="44"/>
                    </a:cubicBezTo>
                    <a:cubicBezTo>
                      <a:pt x="3" y="49"/>
                      <a:pt x="1" y="52"/>
                      <a:pt x="1" y="58"/>
                    </a:cubicBezTo>
                    <a:cubicBezTo>
                      <a:pt x="2" y="64"/>
                      <a:pt x="6" y="76"/>
                      <a:pt x="14" y="76"/>
                    </a:cubicBezTo>
                    <a:cubicBezTo>
                      <a:pt x="9" y="71"/>
                      <a:pt x="6" y="62"/>
                      <a:pt x="7" y="56"/>
                    </a:cubicBezTo>
                    <a:cubicBezTo>
                      <a:pt x="7" y="49"/>
                      <a:pt x="14" y="45"/>
                      <a:pt x="13" y="38"/>
                    </a:cubicBezTo>
                    <a:cubicBezTo>
                      <a:pt x="11" y="34"/>
                      <a:pt x="7" y="34"/>
                      <a:pt x="7" y="29"/>
                    </a:cubicBezTo>
                    <a:cubicBezTo>
                      <a:pt x="7" y="24"/>
                      <a:pt x="12" y="18"/>
                      <a:pt x="13" y="13"/>
                    </a:cubicBezTo>
                  </a:path>
                </a:pathLst>
              </a:custGeom>
              <a:solidFill>
                <a:srgbClr val="FFF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6" name="Freeform 1982">
                <a:extLst>
                  <a:ext uri="{FF2B5EF4-FFF2-40B4-BE49-F238E27FC236}">
                    <a16:creationId xmlns:a16="http://schemas.microsoft.com/office/drawing/2014/main" id="{B4BD40FE-E55A-44DB-91FB-C4DE3413B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857"/>
                <a:ext cx="193" cy="69"/>
              </a:xfrm>
              <a:custGeom>
                <a:avLst/>
                <a:gdLst>
                  <a:gd name="T0" fmla="*/ 301 w 77"/>
                  <a:gd name="T1" fmla="*/ 35 h 26"/>
                  <a:gd name="T2" fmla="*/ 867 w 77"/>
                  <a:gd name="T3" fmla="*/ 149 h 26"/>
                  <a:gd name="T4" fmla="*/ 1100 w 77"/>
                  <a:gd name="T5" fmla="*/ 486 h 26"/>
                  <a:gd name="T6" fmla="*/ 847 w 77"/>
                  <a:gd name="T7" fmla="*/ 260 h 26"/>
                  <a:gd name="T8" fmla="*/ 439 w 77"/>
                  <a:gd name="T9" fmla="*/ 191 h 26"/>
                  <a:gd name="T10" fmla="*/ 251 w 77"/>
                  <a:gd name="T11" fmla="*/ 191 h 26"/>
                  <a:gd name="T12" fmla="*/ 0 w 77"/>
                  <a:gd name="T13" fmla="*/ 191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26">
                    <a:moveTo>
                      <a:pt x="19" y="2"/>
                    </a:moveTo>
                    <a:cubicBezTo>
                      <a:pt x="32" y="5"/>
                      <a:pt x="43" y="0"/>
                      <a:pt x="55" y="8"/>
                    </a:cubicBezTo>
                    <a:cubicBezTo>
                      <a:pt x="58" y="10"/>
                      <a:pt x="77" y="26"/>
                      <a:pt x="70" y="26"/>
                    </a:cubicBezTo>
                    <a:cubicBezTo>
                      <a:pt x="66" y="26"/>
                      <a:pt x="57" y="15"/>
                      <a:pt x="54" y="14"/>
                    </a:cubicBezTo>
                    <a:cubicBezTo>
                      <a:pt x="45" y="9"/>
                      <a:pt x="38" y="7"/>
                      <a:pt x="28" y="10"/>
                    </a:cubicBezTo>
                    <a:cubicBezTo>
                      <a:pt x="22" y="12"/>
                      <a:pt x="22" y="12"/>
                      <a:pt x="16" y="10"/>
                    </a:cubicBezTo>
                    <a:cubicBezTo>
                      <a:pt x="10" y="8"/>
                      <a:pt x="6" y="5"/>
                      <a:pt x="0" y="10"/>
                    </a:cubicBezTo>
                  </a:path>
                </a:pathLst>
              </a:custGeom>
              <a:solidFill>
                <a:srgbClr val="FFF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7" name="Freeform 1983">
                <a:extLst>
                  <a:ext uri="{FF2B5EF4-FFF2-40B4-BE49-F238E27FC236}">
                    <a16:creationId xmlns:a16="http://schemas.microsoft.com/office/drawing/2014/main" id="{B51AEFFD-0C92-4C63-B179-9ED374579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022"/>
                <a:ext cx="265" cy="568"/>
              </a:xfrm>
              <a:custGeom>
                <a:avLst/>
                <a:gdLst>
                  <a:gd name="T0" fmla="*/ 1333 w 106"/>
                  <a:gd name="T1" fmla="*/ 0 h 213"/>
                  <a:gd name="T2" fmla="*/ 1645 w 106"/>
                  <a:gd name="T3" fmla="*/ 1421 h 213"/>
                  <a:gd name="T4" fmla="*/ 1438 w 106"/>
                  <a:gd name="T5" fmla="*/ 2104 h 213"/>
                  <a:gd name="T6" fmla="*/ 1250 w 106"/>
                  <a:gd name="T7" fmla="*/ 2709 h 213"/>
                  <a:gd name="T8" fmla="*/ 1050 w 106"/>
                  <a:gd name="T9" fmla="*/ 3165 h 213"/>
                  <a:gd name="T10" fmla="*/ 750 w 106"/>
                  <a:gd name="T11" fmla="*/ 3491 h 213"/>
                  <a:gd name="T12" fmla="*/ 470 w 106"/>
                  <a:gd name="T13" fmla="*/ 3789 h 213"/>
                  <a:gd name="T14" fmla="*/ 0 w 106"/>
                  <a:gd name="T15" fmla="*/ 4040 h 213"/>
                  <a:gd name="T16" fmla="*/ 488 w 106"/>
                  <a:gd name="T17" fmla="*/ 3528 h 213"/>
                  <a:gd name="T18" fmla="*/ 750 w 106"/>
                  <a:gd name="T19" fmla="*/ 3264 h 213"/>
                  <a:gd name="T20" fmla="*/ 813 w 106"/>
                  <a:gd name="T21" fmla="*/ 2880 h 213"/>
                  <a:gd name="T22" fmla="*/ 1158 w 106"/>
                  <a:gd name="T23" fmla="*/ 2355 h 213"/>
                  <a:gd name="T24" fmla="*/ 1020 w 106"/>
                  <a:gd name="T25" fmla="*/ 1971 h 213"/>
                  <a:gd name="T26" fmla="*/ 1095 w 106"/>
                  <a:gd name="T27" fmla="*/ 1856 h 213"/>
                  <a:gd name="T28" fmla="*/ 1188 w 106"/>
                  <a:gd name="T29" fmla="*/ 2027 h 213"/>
                  <a:gd name="T30" fmla="*/ 1395 w 106"/>
                  <a:gd name="T31" fmla="*/ 1763 h 213"/>
                  <a:gd name="T32" fmla="*/ 1363 w 106"/>
                  <a:gd name="T33" fmla="*/ 1331 h 213"/>
                  <a:gd name="T34" fmla="*/ 1458 w 106"/>
                  <a:gd name="T35" fmla="*/ 875 h 213"/>
                  <a:gd name="T36" fmla="*/ 1395 w 106"/>
                  <a:gd name="T37" fmla="*/ 605 h 213"/>
                  <a:gd name="T38" fmla="*/ 1395 w 106"/>
                  <a:gd name="T39" fmla="*/ 171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6" h="213">
                    <a:moveTo>
                      <a:pt x="85" y="0"/>
                    </a:moveTo>
                    <a:cubicBezTo>
                      <a:pt x="95" y="23"/>
                      <a:pt x="106" y="50"/>
                      <a:pt x="105" y="75"/>
                    </a:cubicBezTo>
                    <a:cubicBezTo>
                      <a:pt x="104" y="89"/>
                      <a:pt x="96" y="98"/>
                      <a:pt x="92" y="111"/>
                    </a:cubicBezTo>
                    <a:cubicBezTo>
                      <a:pt x="87" y="122"/>
                      <a:pt x="85" y="133"/>
                      <a:pt x="80" y="143"/>
                    </a:cubicBezTo>
                    <a:cubicBezTo>
                      <a:pt x="76" y="150"/>
                      <a:pt x="72" y="160"/>
                      <a:pt x="67" y="167"/>
                    </a:cubicBezTo>
                    <a:cubicBezTo>
                      <a:pt x="62" y="175"/>
                      <a:pt x="54" y="177"/>
                      <a:pt x="48" y="184"/>
                    </a:cubicBezTo>
                    <a:cubicBezTo>
                      <a:pt x="42" y="191"/>
                      <a:pt x="39" y="196"/>
                      <a:pt x="30" y="200"/>
                    </a:cubicBezTo>
                    <a:cubicBezTo>
                      <a:pt x="20" y="203"/>
                      <a:pt x="9" y="205"/>
                      <a:pt x="0" y="213"/>
                    </a:cubicBezTo>
                    <a:cubicBezTo>
                      <a:pt x="0" y="205"/>
                      <a:pt x="23" y="191"/>
                      <a:pt x="31" y="186"/>
                    </a:cubicBezTo>
                    <a:cubicBezTo>
                      <a:pt x="36" y="182"/>
                      <a:pt x="44" y="179"/>
                      <a:pt x="48" y="172"/>
                    </a:cubicBezTo>
                    <a:cubicBezTo>
                      <a:pt x="51" y="166"/>
                      <a:pt x="50" y="159"/>
                      <a:pt x="52" y="152"/>
                    </a:cubicBezTo>
                    <a:cubicBezTo>
                      <a:pt x="56" y="141"/>
                      <a:pt x="71" y="135"/>
                      <a:pt x="74" y="124"/>
                    </a:cubicBezTo>
                    <a:cubicBezTo>
                      <a:pt x="75" y="118"/>
                      <a:pt x="72" y="104"/>
                      <a:pt x="65" y="104"/>
                    </a:cubicBezTo>
                    <a:cubicBezTo>
                      <a:pt x="66" y="101"/>
                      <a:pt x="68" y="99"/>
                      <a:pt x="70" y="98"/>
                    </a:cubicBezTo>
                    <a:cubicBezTo>
                      <a:pt x="72" y="101"/>
                      <a:pt x="75" y="103"/>
                      <a:pt x="76" y="107"/>
                    </a:cubicBezTo>
                    <a:cubicBezTo>
                      <a:pt x="83" y="107"/>
                      <a:pt x="86" y="99"/>
                      <a:pt x="89" y="93"/>
                    </a:cubicBezTo>
                    <a:cubicBezTo>
                      <a:pt x="95" y="81"/>
                      <a:pt x="88" y="82"/>
                      <a:pt x="87" y="70"/>
                    </a:cubicBezTo>
                    <a:cubicBezTo>
                      <a:pt x="85" y="61"/>
                      <a:pt x="94" y="56"/>
                      <a:pt x="93" y="46"/>
                    </a:cubicBezTo>
                    <a:cubicBezTo>
                      <a:pt x="92" y="41"/>
                      <a:pt x="89" y="38"/>
                      <a:pt x="89" y="32"/>
                    </a:cubicBezTo>
                    <a:cubicBezTo>
                      <a:pt x="89" y="23"/>
                      <a:pt x="95" y="18"/>
                      <a:pt x="89" y="9"/>
                    </a:cubicBezTo>
                  </a:path>
                </a:pathLst>
              </a:custGeom>
              <a:solidFill>
                <a:srgbClr val="F6C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8" name="Freeform 1984">
                <a:extLst>
                  <a:ext uri="{FF2B5EF4-FFF2-40B4-BE49-F238E27FC236}">
                    <a16:creationId xmlns:a16="http://schemas.microsoft.com/office/drawing/2014/main" id="{CF43CA91-9755-4704-8C60-A07D860D4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577"/>
                <a:ext cx="245" cy="50"/>
              </a:xfrm>
              <a:custGeom>
                <a:avLst/>
                <a:gdLst>
                  <a:gd name="T0" fmla="*/ 0 w 98"/>
                  <a:gd name="T1" fmla="*/ 234 h 19"/>
                  <a:gd name="T2" fmla="*/ 395 w 98"/>
                  <a:gd name="T3" fmla="*/ 311 h 19"/>
                  <a:gd name="T4" fmla="*/ 813 w 98"/>
                  <a:gd name="T5" fmla="*/ 292 h 19"/>
                  <a:gd name="T6" fmla="*/ 1533 w 98"/>
                  <a:gd name="T7" fmla="*/ 0 h 19"/>
                  <a:gd name="T8" fmla="*/ 875 w 98"/>
                  <a:gd name="T9" fmla="*/ 76 h 19"/>
                  <a:gd name="T10" fmla="*/ 550 w 98"/>
                  <a:gd name="T11" fmla="*/ 76 h 19"/>
                  <a:gd name="T12" fmla="*/ 270 w 98"/>
                  <a:gd name="T13" fmla="*/ 27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19">
                    <a:moveTo>
                      <a:pt x="0" y="13"/>
                    </a:moveTo>
                    <a:cubicBezTo>
                      <a:pt x="8" y="19"/>
                      <a:pt x="16" y="19"/>
                      <a:pt x="25" y="17"/>
                    </a:cubicBezTo>
                    <a:cubicBezTo>
                      <a:pt x="36" y="15"/>
                      <a:pt x="41" y="16"/>
                      <a:pt x="52" y="16"/>
                    </a:cubicBezTo>
                    <a:cubicBezTo>
                      <a:pt x="67" y="16"/>
                      <a:pt x="88" y="15"/>
                      <a:pt x="98" y="0"/>
                    </a:cubicBezTo>
                    <a:cubicBezTo>
                      <a:pt x="82" y="7"/>
                      <a:pt x="72" y="7"/>
                      <a:pt x="56" y="4"/>
                    </a:cubicBezTo>
                    <a:cubicBezTo>
                      <a:pt x="48" y="3"/>
                      <a:pt x="42" y="3"/>
                      <a:pt x="35" y="4"/>
                    </a:cubicBezTo>
                    <a:cubicBezTo>
                      <a:pt x="26" y="7"/>
                      <a:pt x="24" y="12"/>
                      <a:pt x="17" y="15"/>
                    </a:cubicBezTo>
                  </a:path>
                </a:pathLst>
              </a:custGeom>
              <a:solidFill>
                <a:srgbClr val="F6C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49" name="Freeform 1985">
                <a:extLst>
                  <a:ext uri="{FF2B5EF4-FFF2-40B4-BE49-F238E27FC236}">
                    <a16:creationId xmlns:a16="http://schemas.microsoft.com/office/drawing/2014/main" id="{9A035693-ECBA-433D-8CF0-D1150402B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435"/>
                <a:ext cx="27" cy="70"/>
              </a:xfrm>
              <a:custGeom>
                <a:avLst/>
                <a:gdLst>
                  <a:gd name="T0" fmla="*/ 0 w 11"/>
                  <a:gd name="T1" fmla="*/ 0 h 26"/>
                  <a:gd name="T2" fmla="*/ 61 w 11"/>
                  <a:gd name="T3" fmla="*/ 506 h 26"/>
                  <a:gd name="T4" fmla="*/ 12 w 11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6">
                    <a:moveTo>
                      <a:pt x="0" y="0"/>
                    </a:moveTo>
                    <a:cubicBezTo>
                      <a:pt x="11" y="3"/>
                      <a:pt x="10" y="20"/>
                      <a:pt x="4" y="26"/>
                    </a:cubicBezTo>
                    <a:cubicBezTo>
                      <a:pt x="6" y="19"/>
                      <a:pt x="9" y="4"/>
                      <a:pt x="1" y="0"/>
                    </a:cubicBezTo>
                  </a:path>
                </a:pathLst>
              </a:custGeom>
              <a:solidFill>
                <a:srgbClr val="F6C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0" name="Freeform 1986">
                <a:extLst>
                  <a:ext uri="{FF2B5EF4-FFF2-40B4-BE49-F238E27FC236}">
                    <a16:creationId xmlns:a16="http://schemas.microsoft.com/office/drawing/2014/main" id="{77D45B71-97F1-4101-9221-8647BB08B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027"/>
                <a:ext cx="50" cy="91"/>
              </a:xfrm>
              <a:custGeom>
                <a:avLst/>
                <a:gdLst>
                  <a:gd name="T0" fmla="*/ 208 w 20"/>
                  <a:gd name="T1" fmla="*/ 115 h 34"/>
                  <a:gd name="T2" fmla="*/ 20 w 20"/>
                  <a:gd name="T3" fmla="*/ 423 h 34"/>
                  <a:gd name="T4" fmla="*/ 300 w 20"/>
                  <a:gd name="T5" fmla="*/ 653 h 34"/>
                  <a:gd name="T6" fmla="*/ 270 w 20"/>
                  <a:gd name="T7" fmla="*/ 308 h 34"/>
                  <a:gd name="T8" fmla="*/ 300 w 20"/>
                  <a:gd name="T9" fmla="*/ 35 h 34"/>
                  <a:gd name="T10" fmla="*/ 208 w 20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13" y="6"/>
                    </a:moveTo>
                    <a:cubicBezTo>
                      <a:pt x="14" y="15"/>
                      <a:pt x="0" y="16"/>
                      <a:pt x="1" y="22"/>
                    </a:cubicBezTo>
                    <a:cubicBezTo>
                      <a:pt x="1" y="30"/>
                      <a:pt x="14" y="30"/>
                      <a:pt x="19" y="34"/>
                    </a:cubicBezTo>
                    <a:cubicBezTo>
                      <a:pt x="20" y="27"/>
                      <a:pt x="17" y="22"/>
                      <a:pt x="17" y="16"/>
                    </a:cubicBezTo>
                    <a:cubicBezTo>
                      <a:pt x="17" y="10"/>
                      <a:pt x="17" y="9"/>
                      <a:pt x="19" y="2"/>
                    </a:cubicBezTo>
                    <a:cubicBezTo>
                      <a:pt x="18" y="0"/>
                      <a:pt x="16" y="0"/>
                      <a:pt x="13" y="0"/>
                    </a:cubicBezTo>
                  </a:path>
                </a:pathLst>
              </a:custGeom>
              <a:solidFill>
                <a:srgbClr val="F6C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51" name="Oval 1987">
                <a:extLst>
                  <a:ext uri="{FF2B5EF4-FFF2-40B4-BE49-F238E27FC236}">
                    <a16:creationId xmlns:a16="http://schemas.microsoft.com/office/drawing/2014/main" id="{9A0ED417-8FE4-4CEE-91B5-E9AB65B69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171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52" name="Oval 1988">
                <a:extLst>
                  <a:ext uri="{FF2B5EF4-FFF2-40B4-BE49-F238E27FC236}">
                    <a16:creationId xmlns:a16="http://schemas.microsoft.com/office/drawing/2014/main" id="{BC129495-61A2-4780-8548-E2066E2E6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18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53" name="Oval 1989">
                <a:extLst>
                  <a:ext uri="{FF2B5EF4-FFF2-40B4-BE49-F238E27FC236}">
                    <a16:creationId xmlns:a16="http://schemas.microsoft.com/office/drawing/2014/main" id="{E4873358-3269-4CA4-BD34-B6A044E7E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17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54" name="Oval 1990">
                <a:extLst>
                  <a:ext uri="{FF2B5EF4-FFF2-40B4-BE49-F238E27FC236}">
                    <a16:creationId xmlns:a16="http://schemas.microsoft.com/office/drawing/2014/main" id="{B6060528-3DE1-4B75-B82B-6A7CD5ED2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19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55" name="Oval 1991">
                <a:extLst>
                  <a:ext uri="{FF2B5EF4-FFF2-40B4-BE49-F238E27FC236}">
                    <a16:creationId xmlns:a16="http://schemas.microsoft.com/office/drawing/2014/main" id="{7C8CCCE3-4570-4CEC-9E71-85F177C4D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19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56" name="Oval 1992">
                <a:extLst>
                  <a:ext uri="{FF2B5EF4-FFF2-40B4-BE49-F238E27FC236}">
                    <a16:creationId xmlns:a16="http://schemas.microsoft.com/office/drawing/2014/main" id="{F7C7C7E8-75A5-4ACD-9BE7-1947B6ECC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217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57" name="Oval 1993">
                <a:extLst>
                  <a:ext uri="{FF2B5EF4-FFF2-40B4-BE49-F238E27FC236}">
                    <a16:creationId xmlns:a16="http://schemas.microsoft.com/office/drawing/2014/main" id="{4F6054B9-4ABB-499C-B67B-7E5675B77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16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58" name="Oval 1994">
                <a:extLst>
                  <a:ext uri="{FF2B5EF4-FFF2-40B4-BE49-F238E27FC236}">
                    <a16:creationId xmlns:a16="http://schemas.microsoft.com/office/drawing/2014/main" id="{07B33E78-EF9F-4098-A7BE-C8C366882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16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59" name="Oval 1995">
                <a:extLst>
                  <a:ext uri="{FF2B5EF4-FFF2-40B4-BE49-F238E27FC236}">
                    <a16:creationId xmlns:a16="http://schemas.microsoft.com/office/drawing/2014/main" id="{E5E75B0C-2FE4-457E-8913-064A0267C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16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0" name="Oval 1996">
                <a:extLst>
                  <a:ext uri="{FF2B5EF4-FFF2-40B4-BE49-F238E27FC236}">
                    <a16:creationId xmlns:a16="http://schemas.microsoft.com/office/drawing/2014/main" id="{B4684CBB-3C45-4F9E-8F80-84C066923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15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1" name="Oval 1997">
                <a:extLst>
                  <a:ext uri="{FF2B5EF4-FFF2-40B4-BE49-F238E27FC236}">
                    <a16:creationId xmlns:a16="http://schemas.microsoft.com/office/drawing/2014/main" id="{6AAD069C-C7A5-4742-9653-3EB1E98D1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217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2" name="Oval 1998">
                <a:extLst>
                  <a:ext uri="{FF2B5EF4-FFF2-40B4-BE49-F238E27FC236}">
                    <a16:creationId xmlns:a16="http://schemas.microsoft.com/office/drawing/2014/main" id="{92B8C454-0850-4274-9A9D-794DE9357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15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3" name="Oval 1999">
                <a:extLst>
                  <a:ext uri="{FF2B5EF4-FFF2-40B4-BE49-F238E27FC236}">
                    <a16:creationId xmlns:a16="http://schemas.microsoft.com/office/drawing/2014/main" id="{EFF72A79-0F1A-4623-8FDA-C1140D90E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217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4" name="Oval 2000">
                <a:extLst>
                  <a:ext uri="{FF2B5EF4-FFF2-40B4-BE49-F238E27FC236}">
                    <a16:creationId xmlns:a16="http://schemas.microsoft.com/office/drawing/2014/main" id="{F3AC7EEE-ADCA-4E45-8D22-4B2008E5A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18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5" name="Oval 2001">
                <a:extLst>
                  <a:ext uri="{FF2B5EF4-FFF2-40B4-BE49-F238E27FC236}">
                    <a16:creationId xmlns:a16="http://schemas.microsoft.com/office/drawing/2014/main" id="{748B930A-2622-4D05-AF94-C3290A9B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16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6" name="Oval 2002">
                <a:extLst>
                  <a:ext uri="{FF2B5EF4-FFF2-40B4-BE49-F238E27FC236}">
                    <a16:creationId xmlns:a16="http://schemas.microsoft.com/office/drawing/2014/main" id="{0FC2F1C3-33C6-4B83-9810-DF148D181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17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7" name="Oval 2003">
                <a:extLst>
                  <a:ext uri="{FF2B5EF4-FFF2-40B4-BE49-F238E27FC236}">
                    <a16:creationId xmlns:a16="http://schemas.microsoft.com/office/drawing/2014/main" id="{76CE21FA-1300-4056-B61B-FAEBF34C2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217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8" name="Oval 2004">
                <a:extLst>
                  <a:ext uri="{FF2B5EF4-FFF2-40B4-BE49-F238E27FC236}">
                    <a16:creationId xmlns:a16="http://schemas.microsoft.com/office/drawing/2014/main" id="{4D42A8E0-D5D2-44DB-8DD5-B97D510AE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2179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69" name="Oval 2005">
                <a:extLst>
                  <a:ext uri="{FF2B5EF4-FFF2-40B4-BE49-F238E27FC236}">
                    <a16:creationId xmlns:a16="http://schemas.microsoft.com/office/drawing/2014/main" id="{694E9F2C-179B-46EA-A4B1-9023B6E1A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19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0" name="Oval 2006">
                <a:extLst>
                  <a:ext uri="{FF2B5EF4-FFF2-40B4-BE49-F238E27FC236}">
                    <a16:creationId xmlns:a16="http://schemas.microsoft.com/office/drawing/2014/main" id="{E71A781B-3D39-464E-8194-8D52F5EE7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20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1" name="Oval 2007">
                <a:extLst>
                  <a:ext uri="{FF2B5EF4-FFF2-40B4-BE49-F238E27FC236}">
                    <a16:creationId xmlns:a16="http://schemas.microsoft.com/office/drawing/2014/main" id="{24EC6FC9-DEDF-46E2-A68D-E4BBC135F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221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2" name="Oval 2008">
                <a:extLst>
                  <a:ext uri="{FF2B5EF4-FFF2-40B4-BE49-F238E27FC236}">
                    <a16:creationId xmlns:a16="http://schemas.microsoft.com/office/drawing/2014/main" id="{79CA01B2-0B44-4AC0-AE62-50588031A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19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3" name="Oval 2009">
                <a:extLst>
                  <a:ext uri="{FF2B5EF4-FFF2-40B4-BE49-F238E27FC236}">
                    <a16:creationId xmlns:a16="http://schemas.microsoft.com/office/drawing/2014/main" id="{B09A4DAF-FD12-450B-B33F-CCFF8121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182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4" name="Oval 2010">
                <a:extLst>
                  <a:ext uri="{FF2B5EF4-FFF2-40B4-BE49-F238E27FC236}">
                    <a16:creationId xmlns:a16="http://schemas.microsoft.com/office/drawing/2014/main" id="{AE083653-7F66-40B4-9908-9133F9104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19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5" name="Oval 2011">
                <a:extLst>
                  <a:ext uri="{FF2B5EF4-FFF2-40B4-BE49-F238E27FC236}">
                    <a16:creationId xmlns:a16="http://schemas.microsoft.com/office/drawing/2014/main" id="{83CA21E9-0286-47C3-B7AA-3C1B0BF7F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2198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6" name="Oval 2012">
                <a:extLst>
                  <a:ext uri="{FF2B5EF4-FFF2-40B4-BE49-F238E27FC236}">
                    <a16:creationId xmlns:a16="http://schemas.microsoft.com/office/drawing/2014/main" id="{818E9F97-DA8D-4098-B883-A16F61A3C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22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7" name="Oval 2013">
                <a:extLst>
                  <a:ext uri="{FF2B5EF4-FFF2-40B4-BE49-F238E27FC236}">
                    <a16:creationId xmlns:a16="http://schemas.microsoft.com/office/drawing/2014/main" id="{0BEF44AF-DCBF-4B92-9420-C7FAFB780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17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8" name="Oval 2014">
                <a:extLst>
                  <a:ext uri="{FF2B5EF4-FFF2-40B4-BE49-F238E27FC236}">
                    <a16:creationId xmlns:a16="http://schemas.microsoft.com/office/drawing/2014/main" id="{981365B5-4C60-4177-9339-66288AA86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16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79" name="Oval 2015">
                <a:extLst>
                  <a:ext uri="{FF2B5EF4-FFF2-40B4-BE49-F238E27FC236}">
                    <a16:creationId xmlns:a16="http://schemas.microsoft.com/office/drawing/2014/main" id="{2E8B5FDF-3643-4683-A434-1549F706B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13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0" name="Oval 2016">
                <a:extLst>
                  <a:ext uri="{FF2B5EF4-FFF2-40B4-BE49-F238E27FC236}">
                    <a16:creationId xmlns:a16="http://schemas.microsoft.com/office/drawing/2014/main" id="{3336F6B0-3939-4D39-B06B-A9CDABFAC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14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1" name="Oval 2017">
                <a:extLst>
                  <a:ext uri="{FF2B5EF4-FFF2-40B4-BE49-F238E27FC236}">
                    <a16:creationId xmlns:a16="http://schemas.microsoft.com/office/drawing/2014/main" id="{1024BC0A-329E-48B9-A265-DF9665389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13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2" name="Oval 2018">
                <a:extLst>
                  <a:ext uri="{FF2B5EF4-FFF2-40B4-BE49-F238E27FC236}">
                    <a16:creationId xmlns:a16="http://schemas.microsoft.com/office/drawing/2014/main" id="{26B3D4A3-8627-4E86-9937-2A04CA11A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15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3" name="Oval 2019">
                <a:extLst>
                  <a:ext uri="{FF2B5EF4-FFF2-40B4-BE49-F238E27FC236}">
                    <a16:creationId xmlns:a16="http://schemas.microsoft.com/office/drawing/2014/main" id="{906615B9-40AE-4827-AB4B-48568DE3C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147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4" name="Oval 2020">
                <a:extLst>
                  <a:ext uri="{FF2B5EF4-FFF2-40B4-BE49-F238E27FC236}">
                    <a16:creationId xmlns:a16="http://schemas.microsoft.com/office/drawing/2014/main" id="{2D2A5677-97FE-416E-A1E8-142DA4ACA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16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5" name="Oval 2021">
                <a:extLst>
                  <a:ext uri="{FF2B5EF4-FFF2-40B4-BE49-F238E27FC236}">
                    <a16:creationId xmlns:a16="http://schemas.microsoft.com/office/drawing/2014/main" id="{A29CAE8B-E0E5-44E1-9488-06B77B5D4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18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6" name="Oval 2022">
                <a:extLst>
                  <a:ext uri="{FF2B5EF4-FFF2-40B4-BE49-F238E27FC236}">
                    <a16:creationId xmlns:a16="http://schemas.microsoft.com/office/drawing/2014/main" id="{9929ACDE-3B1B-4193-A33C-646321EB3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18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7" name="Oval 2023">
                <a:extLst>
                  <a:ext uri="{FF2B5EF4-FFF2-40B4-BE49-F238E27FC236}">
                    <a16:creationId xmlns:a16="http://schemas.microsoft.com/office/drawing/2014/main" id="{5027BB6A-A837-4284-B5CD-29C290E24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19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8" name="Oval 2024">
                <a:extLst>
                  <a:ext uri="{FF2B5EF4-FFF2-40B4-BE49-F238E27FC236}">
                    <a16:creationId xmlns:a16="http://schemas.microsoft.com/office/drawing/2014/main" id="{DD6E4E7F-2733-4405-8403-7651DC9A0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221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89" name="Oval 2025">
                <a:extLst>
                  <a:ext uri="{FF2B5EF4-FFF2-40B4-BE49-F238E27FC236}">
                    <a16:creationId xmlns:a16="http://schemas.microsoft.com/office/drawing/2014/main" id="{75DDCEB5-6BD6-4FBB-A148-C8A760A9E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20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0" name="Oval 2026">
                <a:extLst>
                  <a:ext uri="{FF2B5EF4-FFF2-40B4-BE49-F238E27FC236}">
                    <a16:creationId xmlns:a16="http://schemas.microsoft.com/office/drawing/2014/main" id="{7E852419-9DD8-4170-B6E1-DD31C3C1C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16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1" name="Oval 2027">
                <a:extLst>
                  <a:ext uri="{FF2B5EF4-FFF2-40B4-BE49-F238E27FC236}">
                    <a16:creationId xmlns:a16="http://schemas.microsoft.com/office/drawing/2014/main" id="{52A2F63A-1353-40E4-9A1D-2F7287A7E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18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2" name="Oval 2028">
                <a:extLst>
                  <a:ext uri="{FF2B5EF4-FFF2-40B4-BE49-F238E27FC236}">
                    <a16:creationId xmlns:a16="http://schemas.microsoft.com/office/drawing/2014/main" id="{C1BEC2EF-D92D-4ACA-9871-258898372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19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3" name="Oval 2029">
                <a:extLst>
                  <a:ext uri="{FF2B5EF4-FFF2-40B4-BE49-F238E27FC236}">
                    <a16:creationId xmlns:a16="http://schemas.microsoft.com/office/drawing/2014/main" id="{A5A96AE3-508F-45B3-A941-2D24C8B33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20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4" name="Oval 2030">
                <a:extLst>
                  <a:ext uri="{FF2B5EF4-FFF2-40B4-BE49-F238E27FC236}">
                    <a16:creationId xmlns:a16="http://schemas.microsoft.com/office/drawing/2014/main" id="{7DFA2A23-05B5-4639-BFC3-E75E2F832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20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5" name="Oval 2031">
                <a:extLst>
                  <a:ext uri="{FF2B5EF4-FFF2-40B4-BE49-F238E27FC236}">
                    <a16:creationId xmlns:a16="http://schemas.microsoft.com/office/drawing/2014/main" id="{ADA92ABA-A4A7-4CF0-89A0-64C999DD5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20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6" name="Oval 2032">
                <a:extLst>
                  <a:ext uri="{FF2B5EF4-FFF2-40B4-BE49-F238E27FC236}">
                    <a16:creationId xmlns:a16="http://schemas.microsoft.com/office/drawing/2014/main" id="{F6079046-E335-434C-8580-A89D2D6E8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218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7" name="Oval 2033">
                <a:extLst>
                  <a:ext uri="{FF2B5EF4-FFF2-40B4-BE49-F238E27FC236}">
                    <a16:creationId xmlns:a16="http://schemas.microsoft.com/office/drawing/2014/main" id="{FAC5DB80-556D-467F-AB09-F65BCE534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222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8" name="Oval 2034">
                <a:extLst>
                  <a:ext uri="{FF2B5EF4-FFF2-40B4-BE49-F238E27FC236}">
                    <a16:creationId xmlns:a16="http://schemas.microsoft.com/office/drawing/2014/main" id="{FA0CF15C-DAFB-4CED-BBFE-7DD8120C9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2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99" name="Oval 2035">
                <a:extLst>
                  <a:ext uri="{FF2B5EF4-FFF2-40B4-BE49-F238E27FC236}">
                    <a16:creationId xmlns:a16="http://schemas.microsoft.com/office/drawing/2014/main" id="{3A62A2ED-E07F-454E-9F75-1F2461034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221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0" name="Oval 2036">
                <a:extLst>
                  <a:ext uri="{FF2B5EF4-FFF2-40B4-BE49-F238E27FC236}">
                    <a16:creationId xmlns:a16="http://schemas.microsoft.com/office/drawing/2014/main" id="{181046E0-7134-4424-AB77-6994C17A9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20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1" name="Oval 2037">
                <a:extLst>
                  <a:ext uri="{FF2B5EF4-FFF2-40B4-BE49-F238E27FC236}">
                    <a16:creationId xmlns:a16="http://schemas.microsoft.com/office/drawing/2014/main" id="{19E3A9E6-46B6-4116-8CAE-B7053F580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219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2" name="Oval 2038">
                <a:extLst>
                  <a:ext uri="{FF2B5EF4-FFF2-40B4-BE49-F238E27FC236}">
                    <a16:creationId xmlns:a16="http://schemas.microsoft.com/office/drawing/2014/main" id="{961C13CC-991F-4BDB-B83E-7B552994D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18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3" name="Oval 2039">
                <a:extLst>
                  <a:ext uri="{FF2B5EF4-FFF2-40B4-BE49-F238E27FC236}">
                    <a16:creationId xmlns:a16="http://schemas.microsoft.com/office/drawing/2014/main" id="{CA5B3F1E-1CA8-414E-AE9A-D8704EFDE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215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4" name="Oval 2040">
                <a:extLst>
                  <a:ext uri="{FF2B5EF4-FFF2-40B4-BE49-F238E27FC236}">
                    <a16:creationId xmlns:a16="http://schemas.microsoft.com/office/drawing/2014/main" id="{A041911C-4D0B-46F3-BF45-26F3D5613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145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5" name="Oval 2041">
                <a:extLst>
                  <a:ext uri="{FF2B5EF4-FFF2-40B4-BE49-F238E27FC236}">
                    <a16:creationId xmlns:a16="http://schemas.microsoft.com/office/drawing/2014/main" id="{86736DDB-72B5-4377-AC91-FF8C557DF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22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6" name="Oval 2042">
                <a:extLst>
                  <a:ext uri="{FF2B5EF4-FFF2-40B4-BE49-F238E27FC236}">
                    <a16:creationId xmlns:a16="http://schemas.microsoft.com/office/drawing/2014/main" id="{51AEB8E9-C1CD-457E-A256-1EB49C886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23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7" name="Oval 2043">
                <a:extLst>
                  <a:ext uri="{FF2B5EF4-FFF2-40B4-BE49-F238E27FC236}">
                    <a16:creationId xmlns:a16="http://schemas.microsoft.com/office/drawing/2014/main" id="{288DE662-1075-4AC3-B5A1-AF811E9CD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2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8" name="Oval 2044">
                <a:extLst>
                  <a:ext uri="{FF2B5EF4-FFF2-40B4-BE49-F238E27FC236}">
                    <a16:creationId xmlns:a16="http://schemas.microsoft.com/office/drawing/2014/main" id="{ACCCF1A6-28B3-45C8-B18D-27B6AF4D8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25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09" name="Oval 2045">
                <a:extLst>
                  <a:ext uri="{FF2B5EF4-FFF2-40B4-BE49-F238E27FC236}">
                    <a16:creationId xmlns:a16="http://schemas.microsoft.com/office/drawing/2014/main" id="{B374394A-72A2-4E96-A25D-8CE01025F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25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0" name="Oval 2046">
                <a:extLst>
                  <a:ext uri="{FF2B5EF4-FFF2-40B4-BE49-F238E27FC236}">
                    <a16:creationId xmlns:a16="http://schemas.microsoft.com/office/drawing/2014/main" id="{17167580-BF06-49BC-9166-2D210773C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23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1" name="Oval 2047">
                <a:extLst>
                  <a:ext uri="{FF2B5EF4-FFF2-40B4-BE49-F238E27FC236}">
                    <a16:creationId xmlns:a16="http://schemas.microsoft.com/office/drawing/2014/main" id="{27771A3B-60DE-478A-9425-41509F671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21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2" name="Oval 2048">
                <a:extLst>
                  <a:ext uri="{FF2B5EF4-FFF2-40B4-BE49-F238E27FC236}">
                    <a16:creationId xmlns:a16="http://schemas.microsoft.com/office/drawing/2014/main" id="{C0DF0F79-BBCA-4BD7-9663-EBA107DCF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21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3" name="Oval 2049">
                <a:extLst>
                  <a:ext uri="{FF2B5EF4-FFF2-40B4-BE49-F238E27FC236}">
                    <a16:creationId xmlns:a16="http://schemas.microsoft.com/office/drawing/2014/main" id="{1A8BA278-CB5B-4CA2-9A94-DE2EF013E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22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4" name="Oval 2050">
                <a:extLst>
                  <a:ext uri="{FF2B5EF4-FFF2-40B4-BE49-F238E27FC236}">
                    <a16:creationId xmlns:a16="http://schemas.microsoft.com/office/drawing/2014/main" id="{2EA8F534-4F5B-4E5B-8D37-656A0DA49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21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5" name="Oval 2051">
                <a:extLst>
                  <a:ext uri="{FF2B5EF4-FFF2-40B4-BE49-F238E27FC236}">
                    <a16:creationId xmlns:a16="http://schemas.microsoft.com/office/drawing/2014/main" id="{310F8BBF-4552-4F55-9BF6-8026B391A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2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6" name="Oval 2052">
                <a:extLst>
                  <a:ext uri="{FF2B5EF4-FFF2-40B4-BE49-F238E27FC236}">
                    <a16:creationId xmlns:a16="http://schemas.microsoft.com/office/drawing/2014/main" id="{5DA7325F-E852-41E9-B7BA-C9CB778F4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21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7" name="Oval 2053">
                <a:extLst>
                  <a:ext uri="{FF2B5EF4-FFF2-40B4-BE49-F238E27FC236}">
                    <a16:creationId xmlns:a16="http://schemas.microsoft.com/office/drawing/2014/main" id="{FB81DFED-B408-482F-9E6F-53E613090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23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8" name="Oval 2054">
                <a:extLst>
                  <a:ext uri="{FF2B5EF4-FFF2-40B4-BE49-F238E27FC236}">
                    <a16:creationId xmlns:a16="http://schemas.microsoft.com/office/drawing/2014/main" id="{AFD4E89B-4CDF-43CE-9157-896E042FA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24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19" name="Oval 2055">
                <a:extLst>
                  <a:ext uri="{FF2B5EF4-FFF2-40B4-BE49-F238E27FC236}">
                    <a16:creationId xmlns:a16="http://schemas.microsoft.com/office/drawing/2014/main" id="{C181F341-72A1-428C-9792-50E0EA4E5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22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0" name="Oval 2056">
                <a:extLst>
                  <a:ext uri="{FF2B5EF4-FFF2-40B4-BE49-F238E27FC236}">
                    <a16:creationId xmlns:a16="http://schemas.microsoft.com/office/drawing/2014/main" id="{8D2FD48B-FC46-4E64-969D-69FCE5F81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23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1" name="Oval 2057">
                <a:extLst>
                  <a:ext uri="{FF2B5EF4-FFF2-40B4-BE49-F238E27FC236}">
                    <a16:creationId xmlns:a16="http://schemas.microsoft.com/office/drawing/2014/main" id="{26B34D86-7AFD-4B8F-9C70-BE724A372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223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2" name="Oval 2058">
                <a:extLst>
                  <a:ext uri="{FF2B5EF4-FFF2-40B4-BE49-F238E27FC236}">
                    <a16:creationId xmlns:a16="http://schemas.microsoft.com/office/drawing/2014/main" id="{41D658D2-7B97-4A35-9A45-D1A0220AD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23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3" name="Oval 2059">
                <a:extLst>
                  <a:ext uri="{FF2B5EF4-FFF2-40B4-BE49-F238E27FC236}">
                    <a16:creationId xmlns:a16="http://schemas.microsoft.com/office/drawing/2014/main" id="{95381DEE-85EB-4120-BEB7-B682B0C7D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224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4" name="Oval 2060">
                <a:extLst>
                  <a:ext uri="{FF2B5EF4-FFF2-40B4-BE49-F238E27FC236}">
                    <a16:creationId xmlns:a16="http://schemas.microsoft.com/office/drawing/2014/main" id="{80AA076F-8229-4B38-BB5A-3A8B08940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24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5" name="Oval 2061">
                <a:extLst>
                  <a:ext uri="{FF2B5EF4-FFF2-40B4-BE49-F238E27FC236}">
                    <a16:creationId xmlns:a16="http://schemas.microsoft.com/office/drawing/2014/main" id="{6552D43D-9DFA-4A08-9664-D901EC42D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22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6" name="Oval 2062">
                <a:extLst>
                  <a:ext uri="{FF2B5EF4-FFF2-40B4-BE49-F238E27FC236}">
                    <a16:creationId xmlns:a16="http://schemas.microsoft.com/office/drawing/2014/main" id="{5908C647-E527-4758-8C23-EB818C4C9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22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7" name="Oval 2063">
                <a:extLst>
                  <a:ext uri="{FF2B5EF4-FFF2-40B4-BE49-F238E27FC236}">
                    <a16:creationId xmlns:a16="http://schemas.microsoft.com/office/drawing/2014/main" id="{E0BD14A2-0F01-4E77-9A4F-22CDE81BB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22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8" name="Oval 2064">
                <a:extLst>
                  <a:ext uri="{FF2B5EF4-FFF2-40B4-BE49-F238E27FC236}">
                    <a16:creationId xmlns:a16="http://schemas.microsoft.com/office/drawing/2014/main" id="{07AEA2F6-5465-42E0-A85A-76591609E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2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29" name="Oval 2065">
                <a:extLst>
                  <a:ext uri="{FF2B5EF4-FFF2-40B4-BE49-F238E27FC236}">
                    <a16:creationId xmlns:a16="http://schemas.microsoft.com/office/drawing/2014/main" id="{3014B5E5-ED09-450A-BB67-2CED00E50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2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0" name="Oval 2066">
                <a:extLst>
                  <a:ext uri="{FF2B5EF4-FFF2-40B4-BE49-F238E27FC236}">
                    <a16:creationId xmlns:a16="http://schemas.microsoft.com/office/drawing/2014/main" id="{B640F25D-6A2F-4208-BDBA-674A7224B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25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1" name="Oval 2067">
                <a:extLst>
                  <a:ext uri="{FF2B5EF4-FFF2-40B4-BE49-F238E27FC236}">
                    <a16:creationId xmlns:a16="http://schemas.microsoft.com/office/drawing/2014/main" id="{8AD42F50-6F11-4B04-AB72-CE0936122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265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2" name="Oval 2068">
                <a:extLst>
                  <a:ext uri="{FF2B5EF4-FFF2-40B4-BE49-F238E27FC236}">
                    <a16:creationId xmlns:a16="http://schemas.microsoft.com/office/drawing/2014/main" id="{CA9FE851-E733-4EF8-93F8-E5587078B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222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3" name="Oval 2069">
                <a:extLst>
                  <a:ext uri="{FF2B5EF4-FFF2-40B4-BE49-F238E27FC236}">
                    <a16:creationId xmlns:a16="http://schemas.microsoft.com/office/drawing/2014/main" id="{A04083AE-89C2-41D0-BF4C-B832130C4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2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4" name="Oval 2070">
                <a:extLst>
                  <a:ext uri="{FF2B5EF4-FFF2-40B4-BE49-F238E27FC236}">
                    <a16:creationId xmlns:a16="http://schemas.microsoft.com/office/drawing/2014/main" id="{56BADF59-EEBD-4BFC-B088-F1882B12F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21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5" name="Oval 2071">
                <a:extLst>
                  <a:ext uri="{FF2B5EF4-FFF2-40B4-BE49-F238E27FC236}">
                    <a16:creationId xmlns:a16="http://schemas.microsoft.com/office/drawing/2014/main" id="{63869822-FD14-410F-9E83-ED2A1D85A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23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6" name="Oval 2072">
                <a:extLst>
                  <a:ext uri="{FF2B5EF4-FFF2-40B4-BE49-F238E27FC236}">
                    <a16:creationId xmlns:a16="http://schemas.microsoft.com/office/drawing/2014/main" id="{EE2E1BE1-487B-4B99-8054-5E64791CC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24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7" name="Oval 2073">
                <a:extLst>
                  <a:ext uri="{FF2B5EF4-FFF2-40B4-BE49-F238E27FC236}">
                    <a16:creationId xmlns:a16="http://schemas.microsoft.com/office/drawing/2014/main" id="{7194330E-3394-40B5-924D-9BAAAA67B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225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8" name="Oval 2074">
                <a:extLst>
                  <a:ext uri="{FF2B5EF4-FFF2-40B4-BE49-F238E27FC236}">
                    <a16:creationId xmlns:a16="http://schemas.microsoft.com/office/drawing/2014/main" id="{49795094-138C-4688-9349-B796AD103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25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39" name="Oval 2075">
                <a:extLst>
                  <a:ext uri="{FF2B5EF4-FFF2-40B4-BE49-F238E27FC236}">
                    <a16:creationId xmlns:a16="http://schemas.microsoft.com/office/drawing/2014/main" id="{A905A88F-FFE2-4D0D-92D9-9F22DF492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25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0" name="Oval 2076">
                <a:extLst>
                  <a:ext uri="{FF2B5EF4-FFF2-40B4-BE49-F238E27FC236}">
                    <a16:creationId xmlns:a16="http://schemas.microsoft.com/office/drawing/2014/main" id="{832A2D21-00E1-4B64-89C7-AE5BE4DA2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25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1" name="Oval 2077">
                <a:extLst>
                  <a:ext uri="{FF2B5EF4-FFF2-40B4-BE49-F238E27FC236}">
                    <a16:creationId xmlns:a16="http://schemas.microsoft.com/office/drawing/2014/main" id="{E94B3C9D-80F0-4817-9661-57DED9AEA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27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2" name="Oval 2078">
                <a:extLst>
                  <a:ext uri="{FF2B5EF4-FFF2-40B4-BE49-F238E27FC236}">
                    <a16:creationId xmlns:a16="http://schemas.microsoft.com/office/drawing/2014/main" id="{FF9E60D0-F769-4B1A-924C-FFB74D623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28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3" name="Oval 2079">
                <a:extLst>
                  <a:ext uri="{FF2B5EF4-FFF2-40B4-BE49-F238E27FC236}">
                    <a16:creationId xmlns:a16="http://schemas.microsoft.com/office/drawing/2014/main" id="{0F48CCF6-8B6E-4534-AB24-8A5A367DF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29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4" name="Oval 2080">
                <a:extLst>
                  <a:ext uri="{FF2B5EF4-FFF2-40B4-BE49-F238E27FC236}">
                    <a16:creationId xmlns:a16="http://schemas.microsoft.com/office/drawing/2014/main" id="{2B6626BD-E715-49B6-AE77-B7AA8B68A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24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5" name="Oval 2081">
                <a:extLst>
                  <a:ext uri="{FF2B5EF4-FFF2-40B4-BE49-F238E27FC236}">
                    <a16:creationId xmlns:a16="http://schemas.microsoft.com/office/drawing/2014/main" id="{05672498-1859-4F08-8FA8-FE3FE67EE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26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6" name="Oval 2082">
                <a:extLst>
                  <a:ext uri="{FF2B5EF4-FFF2-40B4-BE49-F238E27FC236}">
                    <a16:creationId xmlns:a16="http://schemas.microsoft.com/office/drawing/2014/main" id="{116BE739-204E-4AF7-BC62-1F8E29466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28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7" name="Oval 2083">
                <a:extLst>
                  <a:ext uri="{FF2B5EF4-FFF2-40B4-BE49-F238E27FC236}">
                    <a16:creationId xmlns:a16="http://schemas.microsoft.com/office/drawing/2014/main" id="{DF40FC0F-FBDC-4202-B0F3-779166781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3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8" name="Oval 2084">
                <a:extLst>
                  <a:ext uri="{FF2B5EF4-FFF2-40B4-BE49-F238E27FC236}">
                    <a16:creationId xmlns:a16="http://schemas.microsoft.com/office/drawing/2014/main" id="{0273FBD7-8DE5-47A9-B6B4-8B3F1399A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0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49" name="Oval 2085">
                <a:extLst>
                  <a:ext uri="{FF2B5EF4-FFF2-40B4-BE49-F238E27FC236}">
                    <a16:creationId xmlns:a16="http://schemas.microsoft.com/office/drawing/2014/main" id="{E6C35386-B5A4-4236-A840-957A98B73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3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0" name="Oval 2086">
                <a:extLst>
                  <a:ext uri="{FF2B5EF4-FFF2-40B4-BE49-F238E27FC236}">
                    <a16:creationId xmlns:a16="http://schemas.microsoft.com/office/drawing/2014/main" id="{9BA11DAD-C95C-4BAB-BBB5-335D238C2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31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1" name="Oval 2087">
                <a:extLst>
                  <a:ext uri="{FF2B5EF4-FFF2-40B4-BE49-F238E27FC236}">
                    <a16:creationId xmlns:a16="http://schemas.microsoft.com/office/drawing/2014/main" id="{5C497F6E-D0B5-434A-8913-5F9930F5A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30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2" name="Oval 2088">
                <a:extLst>
                  <a:ext uri="{FF2B5EF4-FFF2-40B4-BE49-F238E27FC236}">
                    <a16:creationId xmlns:a16="http://schemas.microsoft.com/office/drawing/2014/main" id="{6E5ED3C4-DF1C-421B-8658-9C61BEB66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36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3" name="Oval 2089">
                <a:extLst>
                  <a:ext uri="{FF2B5EF4-FFF2-40B4-BE49-F238E27FC236}">
                    <a16:creationId xmlns:a16="http://schemas.microsoft.com/office/drawing/2014/main" id="{ED8857D4-B194-4B0A-B238-199A79409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18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4" name="Oval 2090">
                <a:extLst>
                  <a:ext uri="{FF2B5EF4-FFF2-40B4-BE49-F238E27FC236}">
                    <a16:creationId xmlns:a16="http://schemas.microsoft.com/office/drawing/2014/main" id="{7723F557-0B50-44A1-8C66-7A664C36A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19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5" name="Oval 2091">
                <a:extLst>
                  <a:ext uri="{FF2B5EF4-FFF2-40B4-BE49-F238E27FC236}">
                    <a16:creationId xmlns:a16="http://schemas.microsoft.com/office/drawing/2014/main" id="{8645F62C-DB7C-4E6F-928E-9DDA88AEF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19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6" name="Oval 2092">
                <a:extLst>
                  <a:ext uri="{FF2B5EF4-FFF2-40B4-BE49-F238E27FC236}">
                    <a16:creationId xmlns:a16="http://schemas.microsoft.com/office/drawing/2014/main" id="{53BE1675-5D2C-4537-9A6C-B84B3F3EF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20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7" name="Oval 2093">
                <a:extLst>
                  <a:ext uri="{FF2B5EF4-FFF2-40B4-BE49-F238E27FC236}">
                    <a16:creationId xmlns:a16="http://schemas.microsoft.com/office/drawing/2014/main" id="{C006FD1E-537B-41AD-AD6C-AE52E2E4F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21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8" name="Oval 2094">
                <a:extLst>
                  <a:ext uri="{FF2B5EF4-FFF2-40B4-BE49-F238E27FC236}">
                    <a16:creationId xmlns:a16="http://schemas.microsoft.com/office/drawing/2014/main" id="{36E8CADD-FA04-4838-A002-D30A1BB7D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18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59" name="Oval 2095">
                <a:extLst>
                  <a:ext uri="{FF2B5EF4-FFF2-40B4-BE49-F238E27FC236}">
                    <a16:creationId xmlns:a16="http://schemas.microsoft.com/office/drawing/2014/main" id="{3B3EEE81-1B6F-49A8-BCCE-9BB2AD875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217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0" name="Oval 2096">
                <a:extLst>
                  <a:ext uri="{FF2B5EF4-FFF2-40B4-BE49-F238E27FC236}">
                    <a16:creationId xmlns:a16="http://schemas.microsoft.com/office/drawing/2014/main" id="{4290158C-8CD5-4537-A569-44BC76471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17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1" name="Oval 2097">
                <a:extLst>
                  <a:ext uri="{FF2B5EF4-FFF2-40B4-BE49-F238E27FC236}">
                    <a16:creationId xmlns:a16="http://schemas.microsoft.com/office/drawing/2014/main" id="{198D8598-51E3-47F6-8790-B7B1434B7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17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2" name="Oval 2098">
                <a:extLst>
                  <a:ext uri="{FF2B5EF4-FFF2-40B4-BE49-F238E27FC236}">
                    <a16:creationId xmlns:a16="http://schemas.microsoft.com/office/drawing/2014/main" id="{18945976-BB1E-4AB6-B426-AD1DC8B5D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217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3" name="Oval 2099">
                <a:extLst>
                  <a:ext uri="{FF2B5EF4-FFF2-40B4-BE49-F238E27FC236}">
                    <a16:creationId xmlns:a16="http://schemas.microsoft.com/office/drawing/2014/main" id="{3F0BD0D4-1627-4D1E-BF21-C4A6D684F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219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4" name="Oval 2100">
                <a:extLst>
                  <a:ext uri="{FF2B5EF4-FFF2-40B4-BE49-F238E27FC236}">
                    <a16:creationId xmlns:a16="http://schemas.microsoft.com/office/drawing/2014/main" id="{55D82886-C70C-4935-B7C9-71E2C23DF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17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5" name="Oval 2101">
                <a:extLst>
                  <a:ext uri="{FF2B5EF4-FFF2-40B4-BE49-F238E27FC236}">
                    <a16:creationId xmlns:a16="http://schemas.microsoft.com/office/drawing/2014/main" id="{F0087743-6270-4E3B-8774-0861CDF44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19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6" name="Oval 2102">
                <a:extLst>
                  <a:ext uri="{FF2B5EF4-FFF2-40B4-BE49-F238E27FC236}">
                    <a16:creationId xmlns:a16="http://schemas.microsoft.com/office/drawing/2014/main" id="{574CA634-E1DF-4632-8E1B-D26AA2E3B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19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7" name="Oval 2103">
                <a:extLst>
                  <a:ext uri="{FF2B5EF4-FFF2-40B4-BE49-F238E27FC236}">
                    <a16:creationId xmlns:a16="http://schemas.microsoft.com/office/drawing/2014/main" id="{5A7860CA-1672-4993-B0B4-B5862D0F8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18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8" name="Oval 2104">
                <a:extLst>
                  <a:ext uri="{FF2B5EF4-FFF2-40B4-BE49-F238E27FC236}">
                    <a16:creationId xmlns:a16="http://schemas.microsoft.com/office/drawing/2014/main" id="{776A7CB7-FB87-49E4-BBD6-598F1BBCF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18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69" name="Oval 2105">
                <a:extLst>
                  <a:ext uri="{FF2B5EF4-FFF2-40B4-BE49-F238E27FC236}">
                    <a16:creationId xmlns:a16="http://schemas.microsoft.com/office/drawing/2014/main" id="{D48E04C2-F9C4-4A8D-90ED-EBC4B404F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1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0" name="Oval 2106">
                <a:extLst>
                  <a:ext uri="{FF2B5EF4-FFF2-40B4-BE49-F238E27FC236}">
                    <a16:creationId xmlns:a16="http://schemas.microsoft.com/office/drawing/2014/main" id="{7B7E2E75-54EC-437F-AFE6-6C3DA6136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17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1" name="Oval 2107">
                <a:extLst>
                  <a:ext uri="{FF2B5EF4-FFF2-40B4-BE49-F238E27FC236}">
                    <a16:creationId xmlns:a16="http://schemas.microsoft.com/office/drawing/2014/main" id="{F2A13E06-DB3B-48AF-8395-4FC64AEB2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219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2" name="Oval 2108">
                <a:extLst>
                  <a:ext uri="{FF2B5EF4-FFF2-40B4-BE49-F238E27FC236}">
                    <a16:creationId xmlns:a16="http://schemas.microsoft.com/office/drawing/2014/main" id="{766689A7-87C0-46CB-8F8B-C14443E82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20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3" name="Oval 2109">
                <a:extLst>
                  <a:ext uri="{FF2B5EF4-FFF2-40B4-BE49-F238E27FC236}">
                    <a16:creationId xmlns:a16="http://schemas.microsoft.com/office/drawing/2014/main" id="{1D71540C-6DDD-4544-80C7-16BC6E6B2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222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4" name="Oval 2110">
                <a:extLst>
                  <a:ext uri="{FF2B5EF4-FFF2-40B4-BE49-F238E27FC236}">
                    <a16:creationId xmlns:a16="http://schemas.microsoft.com/office/drawing/2014/main" id="{3605551B-28CE-4976-86D9-817803A30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22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5" name="Oval 2111">
                <a:extLst>
                  <a:ext uri="{FF2B5EF4-FFF2-40B4-BE49-F238E27FC236}">
                    <a16:creationId xmlns:a16="http://schemas.microsoft.com/office/drawing/2014/main" id="{24EFE8DB-B392-419D-A038-DF4F7882B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20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6" name="Oval 2112">
                <a:extLst>
                  <a:ext uri="{FF2B5EF4-FFF2-40B4-BE49-F238E27FC236}">
                    <a16:creationId xmlns:a16="http://schemas.microsoft.com/office/drawing/2014/main" id="{149ADBE2-BFB7-46DA-B027-75930BFB0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19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7" name="Oval 2113">
                <a:extLst>
                  <a:ext uri="{FF2B5EF4-FFF2-40B4-BE49-F238E27FC236}">
                    <a16:creationId xmlns:a16="http://schemas.microsoft.com/office/drawing/2014/main" id="{46CADE75-6C64-4C5D-BDE6-6EC99D542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20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8" name="Oval 2114">
                <a:extLst>
                  <a:ext uri="{FF2B5EF4-FFF2-40B4-BE49-F238E27FC236}">
                    <a16:creationId xmlns:a16="http://schemas.microsoft.com/office/drawing/2014/main" id="{B8EB65EB-6335-4259-A471-9B9DDA6B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221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79" name="Oval 2115">
                <a:extLst>
                  <a:ext uri="{FF2B5EF4-FFF2-40B4-BE49-F238E27FC236}">
                    <a16:creationId xmlns:a16="http://schemas.microsoft.com/office/drawing/2014/main" id="{8A26FDD3-DDB7-42A1-ACE2-767D1B080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23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0" name="Oval 2116">
                <a:extLst>
                  <a:ext uri="{FF2B5EF4-FFF2-40B4-BE49-F238E27FC236}">
                    <a16:creationId xmlns:a16="http://schemas.microsoft.com/office/drawing/2014/main" id="{FFB0C75E-3A7D-49CD-B6FD-C68A132CD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1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1" name="Oval 2117">
                <a:extLst>
                  <a:ext uri="{FF2B5EF4-FFF2-40B4-BE49-F238E27FC236}">
                    <a16:creationId xmlns:a16="http://schemas.microsoft.com/office/drawing/2014/main" id="{2F88DF66-3672-465F-ABF9-82361BC96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17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2" name="Oval 2118">
                <a:extLst>
                  <a:ext uri="{FF2B5EF4-FFF2-40B4-BE49-F238E27FC236}">
                    <a16:creationId xmlns:a16="http://schemas.microsoft.com/office/drawing/2014/main" id="{295BC251-3037-47D5-8291-03E5F1465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18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3" name="Oval 2119">
                <a:extLst>
                  <a:ext uri="{FF2B5EF4-FFF2-40B4-BE49-F238E27FC236}">
                    <a16:creationId xmlns:a16="http://schemas.microsoft.com/office/drawing/2014/main" id="{3D772B71-0D30-47D6-B966-3C48B69A0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15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4" name="Oval 2120">
                <a:extLst>
                  <a:ext uri="{FF2B5EF4-FFF2-40B4-BE49-F238E27FC236}">
                    <a16:creationId xmlns:a16="http://schemas.microsoft.com/office/drawing/2014/main" id="{D8A9756E-AC15-4E67-B015-D54AB150A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15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5" name="Oval 2121">
                <a:extLst>
                  <a:ext uri="{FF2B5EF4-FFF2-40B4-BE49-F238E27FC236}">
                    <a16:creationId xmlns:a16="http://schemas.microsoft.com/office/drawing/2014/main" id="{CB01BE2A-856E-4FE8-958F-7144C8962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14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6" name="Oval 2122">
                <a:extLst>
                  <a:ext uri="{FF2B5EF4-FFF2-40B4-BE49-F238E27FC236}">
                    <a16:creationId xmlns:a16="http://schemas.microsoft.com/office/drawing/2014/main" id="{453B98C9-C65D-46BF-A7BE-1B19290ED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13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7" name="Oval 2123">
                <a:extLst>
                  <a:ext uri="{FF2B5EF4-FFF2-40B4-BE49-F238E27FC236}">
                    <a16:creationId xmlns:a16="http://schemas.microsoft.com/office/drawing/2014/main" id="{979711E6-E0A7-40A0-8DD6-4817D827B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13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8" name="Oval 2124">
                <a:extLst>
                  <a:ext uri="{FF2B5EF4-FFF2-40B4-BE49-F238E27FC236}">
                    <a16:creationId xmlns:a16="http://schemas.microsoft.com/office/drawing/2014/main" id="{08CEB311-5E0F-4AA6-A4B5-E7D1F0100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215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89" name="Oval 2125">
                <a:extLst>
                  <a:ext uri="{FF2B5EF4-FFF2-40B4-BE49-F238E27FC236}">
                    <a16:creationId xmlns:a16="http://schemas.microsoft.com/office/drawing/2014/main" id="{A4D057F5-8697-49D3-B824-44BFC5D68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14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0" name="Oval 2126">
                <a:extLst>
                  <a:ext uri="{FF2B5EF4-FFF2-40B4-BE49-F238E27FC236}">
                    <a16:creationId xmlns:a16="http://schemas.microsoft.com/office/drawing/2014/main" id="{DDB47E1C-3037-4908-9A0F-7AC16775A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14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1" name="Oval 2127">
                <a:extLst>
                  <a:ext uri="{FF2B5EF4-FFF2-40B4-BE49-F238E27FC236}">
                    <a16:creationId xmlns:a16="http://schemas.microsoft.com/office/drawing/2014/main" id="{7E735184-5DCF-458B-8CE2-6EF3E0D39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12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2" name="Oval 2128">
                <a:extLst>
                  <a:ext uri="{FF2B5EF4-FFF2-40B4-BE49-F238E27FC236}">
                    <a16:creationId xmlns:a16="http://schemas.microsoft.com/office/drawing/2014/main" id="{74F67A3A-735D-4802-82AB-2FE539947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212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3" name="Oval 2129">
                <a:extLst>
                  <a:ext uri="{FF2B5EF4-FFF2-40B4-BE49-F238E27FC236}">
                    <a16:creationId xmlns:a16="http://schemas.microsoft.com/office/drawing/2014/main" id="{B00DEB2E-0D08-46D3-AFBC-AD27DC0FF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16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4" name="Oval 2130">
                <a:extLst>
                  <a:ext uri="{FF2B5EF4-FFF2-40B4-BE49-F238E27FC236}">
                    <a16:creationId xmlns:a16="http://schemas.microsoft.com/office/drawing/2014/main" id="{902E7038-FE3A-4124-A944-F0748CF1E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15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5" name="Oval 2131">
                <a:extLst>
                  <a:ext uri="{FF2B5EF4-FFF2-40B4-BE49-F238E27FC236}">
                    <a16:creationId xmlns:a16="http://schemas.microsoft.com/office/drawing/2014/main" id="{A95F0A42-4BBF-4D83-84F9-FD8366C51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20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6" name="Oval 2132">
                <a:extLst>
                  <a:ext uri="{FF2B5EF4-FFF2-40B4-BE49-F238E27FC236}">
                    <a16:creationId xmlns:a16="http://schemas.microsoft.com/office/drawing/2014/main" id="{5B6A5335-B5F0-4D1E-977D-0B87800CA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20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7" name="Oval 2133">
                <a:extLst>
                  <a:ext uri="{FF2B5EF4-FFF2-40B4-BE49-F238E27FC236}">
                    <a16:creationId xmlns:a16="http://schemas.microsoft.com/office/drawing/2014/main" id="{DBB451E3-1FFC-43B9-AAED-0AEDF8CF6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211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8" name="Oval 2134">
                <a:extLst>
                  <a:ext uri="{FF2B5EF4-FFF2-40B4-BE49-F238E27FC236}">
                    <a16:creationId xmlns:a16="http://schemas.microsoft.com/office/drawing/2014/main" id="{5F547FA0-A56D-4822-AB9E-DE7F5BC0F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22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399" name="Oval 2135">
                <a:extLst>
                  <a:ext uri="{FF2B5EF4-FFF2-40B4-BE49-F238E27FC236}">
                    <a16:creationId xmlns:a16="http://schemas.microsoft.com/office/drawing/2014/main" id="{A14876B1-28AF-47EE-A749-47F870CC1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21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0" name="Oval 2136">
                <a:extLst>
                  <a:ext uri="{FF2B5EF4-FFF2-40B4-BE49-F238E27FC236}">
                    <a16:creationId xmlns:a16="http://schemas.microsoft.com/office/drawing/2014/main" id="{ACC73DD4-68ED-441F-A2F9-7133F1BE6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17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1" name="Oval 2137">
                <a:extLst>
                  <a:ext uri="{FF2B5EF4-FFF2-40B4-BE49-F238E27FC236}">
                    <a16:creationId xmlns:a16="http://schemas.microsoft.com/office/drawing/2014/main" id="{96D88556-35F2-4A70-920B-F606B5494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19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2" name="Oval 2138">
                <a:extLst>
                  <a:ext uri="{FF2B5EF4-FFF2-40B4-BE49-F238E27FC236}">
                    <a16:creationId xmlns:a16="http://schemas.microsoft.com/office/drawing/2014/main" id="{56C17DE2-A462-44D6-8568-54E8B67F7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20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3" name="Oval 2139">
                <a:extLst>
                  <a:ext uri="{FF2B5EF4-FFF2-40B4-BE49-F238E27FC236}">
                    <a16:creationId xmlns:a16="http://schemas.microsoft.com/office/drawing/2014/main" id="{43597A2C-6952-4EEC-9F1D-349E57453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21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4" name="Oval 2140">
                <a:extLst>
                  <a:ext uri="{FF2B5EF4-FFF2-40B4-BE49-F238E27FC236}">
                    <a16:creationId xmlns:a16="http://schemas.microsoft.com/office/drawing/2014/main" id="{42A46538-469F-49F5-8255-7899C6BA0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21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5" name="Oval 2141">
                <a:extLst>
                  <a:ext uri="{FF2B5EF4-FFF2-40B4-BE49-F238E27FC236}">
                    <a16:creationId xmlns:a16="http://schemas.microsoft.com/office/drawing/2014/main" id="{E656B975-4127-448C-80E2-1557C17CE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21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6" name="Oval 2142">
                <a:extLst>
                  <a:ext uri="{FF2B5EF4-FFF2-40B4-BE49-F238E27FC236}">
                    <a16:creationId xmlns:a16="http://schemas.microsoft.com/office/drawing/2014/main" id="{751E6FD1-F835-4B52-A342-A2E3BBB5E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20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7" name="Oval 2143">
                <a:extLst>
                  <a:ext uri="{FF2B5EF4-FFF2-40B4-BE49-F238E27FC236}">
                    <a16:creationId xmlns:a16="http://schemas.microsoft.com/office/drawing/2014/main" id="{C99FDBF3-5DC5-4F78-BE23-500D8D733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223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8" name="Oval 2144">
                <a:extLst>
                  <a:ext uri="{FF2B5EF4-FFF2-40B4-BE49-F238E27FC236}">
                    <a16:creationId xmlns:a16="http://schemas.microsoft.com/office/drawing/2014/main" id="{91FCA2D2-45A5-4F64-ADB6-36B97624F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27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09" name="Oval 2145">
                <a:extLst>
                  <a:ext uri="{FF2B5EF4-FFF2-40B4-BE49-F238E27FC236}">
                    <a16:creationId xmlns:a16="http://schemas.microsoft.com/office/drawing/2014/main" id="{7B24E349-BBA1-4BAE-B87A-3E70A7B51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225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0" name="Oval 2146">
                <a:extLst>
                  <a:ext uri="{FF2B5EF4-FFF2-40B4-BE49-F238E27FC236}">
                    <a16:creationId xmlns:a16="http://schemas.microsoft.com/office/drawing/2014/main" id="{32A287B5-6F39-4412-8F75-09C7E5FC6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21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1" name="Oval 2147">
                <a:extLst>
                  <a:ext uri="{FF2B5EF4-FFF2-40B4-BE49-F238E27FC236}">
                    <a16:creationId xmlns:a16="http://schemas.microsoft.com/office/drawing/2014/main" id="{1CF51A62-724E-4FF0-9EE0-B974CE3C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21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2" name="Oval 2148">
                <a:extLst>
                  <a:ext uri="{FF2B5EF4-FFF2-40B4-BE49-F238E27FC236}">
                    <a16:creationId xmlns:a16="http://schemas.microsoft.com/office/drawing/2014/main" id="{D73E4D27-6B52-4699-8285-9FF92CD8F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219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3" name="Oval 2149">
                <a:extLst>
                  <a:ext uri="{FF2B5EF4-FFF2-40B4-BE49-F238E27FC236}">
                    <a16:creationId xmlns:a16="http://schemas.microsoft.com/office/drawing/2014/main" id="{0EDADBC8-89ED-48B7-ABFF-C99AFBB57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2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4" name="Oval 2150">
                <a:extLst>
                  <a:ext uri="{FF2B5EF4-FFF2-40B4-BE49-F238E27FC236}">
                    <a16:creationId xmlns:a16="http://schemas.microsoft.com/office/drawing/2014/main" id="{0922EE3D-AB1C-45CC-BFDB-FB8B13804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225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5" name="Oval 2151">
                <a:extLst>
                  <a:ext uri="{FF2B5EF4-FFF2-40B4-BE49-F238E27FC236}">
                    <a16:creationId xmlns:a16="http://schemas.microsoft.com/office/drawing/2014/main" id="{59CDF76B-0947-4C9E-83BB-439AA6E65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2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6" name="Oval 2152">
                <a:extLst>
                  <a:ext uri="{FF2B5EF4-FFF2-40B4-BE49-F238E27FC236}">
                    <a16:creationId xmlns:a16="http://schemas.microsoft.com/office/drawing/2014/main" id="{E0C1C827-EFA0-4C1B-A4A6-D8B96E5A0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2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7" name="Oval 2153">
                <a:extLst>
                  <a:ext uri="{FF2B5EF4-FFF2-40B4-BE49-F238E27FC236}">
                    <a16:creationId xmlns:a16="http://schemas.microsoft.com/office/drawing/2014/main" id="{ED1BEB1D-19B1-43A8-ADC6-62EA273D1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27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8" name="Oval 2154">
                <a:extLst>
                  <a:ext uri="{FF2B5EF4-FFF2-40B4-BE49-F238E27FC236}">
                    <a16:creationId xmlns:a16="http://schemas.microsoft.com/office/drawing/2014/main" id="{2EB651CA-ECFD-47F1-9F16-C826552FE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246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419" name="Oval 2155">
                <a:extLst>
                  <a:ext uri="{FF2B5EF4-FFF2-40B4-BE49-F238E27FC236}">
                    <a16:creationId xmlns:a16="http://schemas.microsoft.com/office/drawing/2014/main" id="{DADBDE31-BAAC-4A71-AFB1-CCD4C0853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23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13" name="Group 2156">
              <a:extLst>
                <a:ext uri="{FF2B5EF4-FFF2-40B4-BE49-F238E27FC236}">
                  <a16:creationId xmlns:a16="http://schemas.microsoft.com/office/drawing/2014/main" id="{67037F77-0032-4E60-A903-3B304123A1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86" y="2137"/>
              <a:ext cx="255" cy="218"/>
              <a:chOff x="4486" y="2137"/>
              <a:chExt cx="255" cy="218"/>
            </a:xfrm>
          </p:grpSpPr>
          <p:sp>
            <p:nvSpPr>
              <p:cNvPr id="63020" name="Oval 2157">
                <a:extLst>
                  <a:ext uri="{FF2B5EF4-FFF2-40B4-BE49-F238E27FC236}">
                    <a16:creationId xmlns:a16="http://schemas.microsoft.com/office/drawing/2014/main" id="{71578780-396D-426E-834E-A4C28D1B4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23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21" name="Oval 2158">
                <a:extLst>
                  <a:ext uri="{FF2B5EF4-FFF2-40B4-BE49-F238E27FC236}">
                    <a16:creationId xmlns:a16="http://schemas.microsoft.com/office/drawing/2014/main" id="{6D7B8FDD-88A9-4D3C-869A-F8450BEA5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223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22" name="Oval 2159">
                <a:extLst>
                  <a:ext uri="{FF2B5EF4-FFF2-40B4-BE49-F238E27FC236}">
                    <a16:creationId xmlns:a16="http://schemas.microsoft.com/office/drawing/2014/main" id="{D4C6C5EF-A585-418C-A553-E55BD06F4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23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23" name="Oval 2160">
                <a:extLst>
                  <a:ext uri="{FF2B5EF4-FFF2-40B4-BE49-F238E27FC236}">
                    <a16:creationId xmlns:a16="http://schemas.microsoft.com/office/drawing/2014/main" id="{691524D6-C447-4855-A560-E43AB2046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224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24" name="Oval 2161">
                <a:extLst>
                  <a:ext uri="{FF2B5EF4-FFF2-40B4-BE49-F238E27FC236}">
                    <a16:creationId xmlns:a16="http://schemas.microsoft.com/office/drawing/2014/main" id="{B8F0D763-F13C-49AE-8A08-2FDE80DF0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22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25" name="Oval 2162">
                <a:extLst>
                  <a:ext uri="{FF2B5EF4-FFF2-40B4-BE49-F238E27FC236}">
                    <a16:creationId xmlns:a16="http://schemas.microsoft.com/office/drawing/2014/main" id="{083A664C-9DF0-4BC1-8A6C-1E71D7CF6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224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26" name="Oval 2163">
                <a:extLst>
                  <a:ext uri="{FF2B5EF4-FFF2-40B4-BE49-F238E27FC236}">
                    <a16:creationId xmlns:a16="http://schemas.microsoft.com/office/drawing/2014/main" id="{7A562C14-A7EE-4961-84BC-29EA0FCDA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25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27" name="Oval 2164">
                <a:extLst>
                  <a:ext uri="{FF2B5EF4-FFF2-40B4-BE49-F238E27FC236}">
                    <a16:creationId xmlns:a16="http://schemas.microsoft.com/office/drawing/2014/main" id="{0D30F9CE-7231-4964-A7E9-6035D33E8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23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28" name="Oval 2165">
                <a:extLst>
                  <a:ext uri="{FF2B5EF4-FFF2-40B4-BE49-F238E27FC236}">
                    <a16:creationId xmlns:a16="http://schemas.microsoft.com/office/drawing/2014/main" id="{DCBD2037-69CF-450A-AA5B-99F01422D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24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29" name="Oval 2166">
                <a:extLst>
                  <a:ext uri="{FF2B5EF4-FFF2-40B4-BE49-F238E27FC236}">
                    <a16:creationId xmlns:a16="http://schemas.microsoft.com/office/drawing/2014/main" id="{C937F3E5-8589-4E63-A2EB-BC843FD43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24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0" name="Oval 2167">
                <a:extLst>
                  <a:ext uri="{FF2B5EF4-FFF2-40B4-BE49-F238E27FC236}">
                    <a16:creationId xmlns:a16="http://schemas.microsoft.com/office/drawing/2014/main" id="{D456FCE5-C6DF-4A91-A58B-30BAC8A65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27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1" name="Oval 2168">
                <a:extLst>
                  <a:ext uri="{FF2B5EF4-FFF2-40B4-BE49-F238E27FC236}">
                    <a16:creationId xmlns:a16="http://schemas.microsoft.com/office/drawing/2014/main" id="{41E5F2F8-E75D-49D7-9A8F-0B3B14892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26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2" name="Oval 2169">
                <a:extLst>
                  <a:ext uri="{FF2B5EF4-FFF2-40B4-BE49-F238E27FC236}">
                    <a16:creationId xmlns:a16="http://schemas.microsoft.com/office/drawing/2014/main" id="{CB9332D4-A492-4DD7-97E8-2CB1ACCEF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24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3" name="Oval 2170">
                <a:extLst>
                  <a:ext uri="{FF2B5EF4-FFF2-40B4-BE49-F238E27FC236}">
                    <a16:creationId xmlns:a16="http://schemas.microsoft.com/office/drawing/2014/main" id="{5BAC177F-0CAF-4F5E-A5FB-2F7C56AAC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23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4" name="Oval 2171">
                <a:extLst>
                  <a:ext uri="{FF2B5EF4-FFF2-40B4-BE49-F238E27FC236}">
                    <a16:creationId xmlns:a16="http://schemas.microsoft.com/office/drawing/2014/main" id="{3BA57A87-83D3-44B5-A8A8-5CBE51020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223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5" name="Oval 2172">
                <a:extLst>
                  <a:ext uri="{FF2B5EF4-FFF2-40B4-BE49-F238E27FC236}">
                    <a16:creationId xmlns:a16="http://schemas.microsoft.com/office/drawing/2014/main" id="{2620C7A8-8CBA-4FFC-9C39-6A999CE6B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25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6" name="Oval 2173">
                <a:extLst>
                  <a:ext uri="{FF2B5EF4-FFF2-40B4-BE49-F238E27FC236}">
                    <a16:creationId xmlns:a16="http://schemas.microsoft.com/office/drawing/2014/main" id="{EF5C4788-7636-4BC0-AC4F-2F820D427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25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7" name="Oval 2174">
                <a:extLst>
                  <a:ext uri="{FF2B5EF4-FFF2-40B4-BE49-F238E27FC236}">
                    <a16:creationId xmlns:a16="http://schemas.microsoft.com/office/drawing/2014/main" id="{CFA8B02A-D73F-4529-89C6-C0BCA0C2D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2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8" name="Oval 2175">
                <a:extLst>
                  <a:ext uri="{FF2B5EF4-FFF2-40B4-BE49-F238E27FC236}">
                    <a16:creationId xmlns:a16="http://schemas.microsoft.com/office/drawing/2014/main" id="{040A94CD-8EBB-4916-96DA-10B2C58D2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227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39" name="Oval 2176">
                <a:extLst>
                  <a:ext uri="{FF2B5EF4-FFF2-40B4-BE49-F238E27FC236}">
                    <a16:creationId xmlns:a16="http://schemas.microsoft.com/office/drawing/2014/main" id="{CF50E81B-6BD8-42EF-AB2A-D913A5BC5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223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40" name="Oval 2177">
                <a:extLst>
                  <a:ext uri="{FF2B5EF4-FFF2-40B4-BE49-F238E27FC236}">
                    <a16:creationId xmlns:a16="http://schemas.microsoft.com/office/drawing/2014/main" id="{AD163946-701F-4833-962D-A553A76D2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25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41" name="Oval 2178">
                <a:extLst>
                  <a:ext uri="{FF2B5EF4-FFF2-40B4-BE49-F238E27FC236}">
                    <a16:creationId xmlns:a16="http://schemas.microsoft.com/office/drawing/2014/main" id="{9F81DE6C-87F1-4E69-B7F9-DD6BCBBF4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226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42" name="Oval 2179">
                <a:extLst>
                  <a:ext uri="{FF2B5EF4-FFF2-40B4-BE49-F238E27FC236}">
                    <a16:creationId xmlns:a16="http://schemas.microsoft.com/office/drawing/2014/main" id="{B317834B-9C49-4399-96E6-1AA899695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227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43" name="Freeform 2180">
                <a:extLst>
                  <a:ext uri="{FF2B5EF4-FFF2-40B4-BE49-F238E27FC236}">
                    <a16:creationId xmlns:a16="http://schemas.microsoft.com/office/drawing/2014/main" id="{14AEB3AC-BC19-4C98-B7E3-543A4698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27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44" name="Freeform 2181">
                <a:extLst>
                  <a:ext uri="{FF2B5EF4-FFF2-40B4-BE49-F238E27FC236}">
                    <a16:creationId xmlns:a16="http://schemas.microsoft.com/office/drawing/2014/main" id="{46417A57-B843-4E48-AC56-944A03D50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27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27 h 2"/>
                  <a:gd name="T4" fmla="*/ 28 w 3"/>
                  <a:gd name="T5" fmla="*/ 54 h 2"/>
                  <a:gd name="T6" fmla="*/ 0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45" name="Freeform 2182">
                <a:extLst>
                  <a:ext uri="{FF2B5EF4-FFF2-40B4-BE49-F238E27FC236}">
                    <a16:creationId xmlns:a16="http://schemas.microsoft.com/office/drawing/2014/main" id="{FE255D1D-BF68-4CF1-85BC-9655F22B3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28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46" name="Freeform 2183">
                <a:extLst>
                  <a:ext uri="{FF2B5EF4-FFF2-40B4-BE49-F238E27FC236}">
                    <a16:creationId xmlns:a16="http://schemas.microsoft.com/office/drawing/2014/main" id="{C83F5904-B78E-4DC8-83AF-5FEC10514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28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27 h 2"/>
                  <a:gd name="T4" fmla="*/ 28 w 3"/>
                  <a:gd name="T5" fmla="*/ 54 h 2"/>
                  <a:gd name="T6" fmla="*/ 0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47" name="Freeform 2184">
                <a:extLst>
                  <a:ext uri="{FF2B5EF4-FFF2-40B4-BE49-F238E27FC236}">
                    <a16:creationId xmlns:a16="http://schemas.microsoft.com/office/drawing/2014/main" id="{D2948D0D-4D6D-476E-B15B-3108F0DF1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30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48" name="Freeform 2185">
                <a:extLst>
                  <a:ext uri="{FF2B5EF4-FFF2-40B4-BE49-F238E27FC236}">
                    <a16:creationId xmlns:a16="http://schemas.microsoft.com/office/drawing/2014/main" id="{96CC51D7-D3C2-4CA5-9801-8F289F3D9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32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20 h 2"/>
                  <a:gd name="T4" fmla="*/ 35 w 3"/>
                  <a:gd name="T5" fmla="*/ 33 h 2"/>
                  <a:gd name="T6" fmla="*/ 0 w 3"/>
                  <a:gd name="T7" fmla="*/ 20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49" name="Freeform 2186">
                <a:extLst>
                  <a:ext uri="{FF2B5EF4-FFF2-40B4-BE49-F238E27FC236}">
                    <a16:creationId xmlns:a16="http://schemas.microsoft.com/office/drawing/2014/main" id="{C243002E-D3EF-4CE9-AA28-9DAE93F33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31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0" name="Freeform 2187">
                <a:extLst>
                  <a:ext uri="{FF2B5EF4-FFF2-40B4-BE49-F238E27FC236}">
                    <a16:creationId xmlns:a16="http://schemas.microsoft.com/office/drawing/2014/main" id="{883730F3-5931-4A81-B6E6-AD3054A78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9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1" name="Freeform 2188">
                <a:extLst>
                  <a:ext uri="{FF2B5EF4-FFF2-40B4-BE49-F238E27FC236}">
                    <a16:creationId xmlns:a16="http://schemas.microsoft.com/office/drawing/2014/main" id="{823501B3-FE52-4481-885D-30C914BC6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32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2" name="Freeform 2189">
                <a:extLst>
                  <a:ext uri="{FF2B5EF4-FFF2-40B4-BE49-F238E27FC236}">
                    <a16:creationId xmlns:a16="http://schemas.microsoft.com/office/drawing/2014/main" id="{73718C7F-B167-46B5-AA8D-FDBC14E80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6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20 h 2"/>
                  <a:gd name="T4" fmla="*/ 28 w 3"/>
                  <a:gd name="T5" fmla="*/ 33 h 2"/>
                  <a:gd name="T6" fmla="*/ 0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3" name="Freeform 2190">
                <a:extLst>
                  <a:ext uri="{FF2B5EF4-FFF2-40B4-BE49-F238E27FC236}">
                    <a16:creationId xmlns:a16="http://schemas.microsoft.com/office/drawing/2014/main" id="{B8E608E1-C585-488D-BBE7-96B32C1AA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30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21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4" name="Freeform 2191">
                <a:extLst>
                  <a:ext uri="{FF2B5EF4-FFF2-40B4-BE49-F238E27FC236}">
                    <a16:creationId xmlns:a16="http://schemas.microsoft.com/office/drawing/2014/main" id="{35BF2967-1BE7-48DB-BE22-CC4399BF5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8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5" name="Freeform 2192">
                <a:extLst>
                  <a:ext uri="{FF2B5EF4-FFF2-40B4-BE49-F238E27FC236}">
                    <a16:creationId xmlns:a16="http://schemas.microsoft.com/office/drawing/2014/main" id="{D13B629B-4E8C-4CCE-9935-A0DF8FF5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6" name="Freeform 2193">
                <a:extLst>
                  <a:ext uri="{FF2B5EF4-FFF2-40B4-BE49-F238E27FC236}">
                    <a16:creationId xmlns:a16="http://schemas.microsoft.com/office/drawing/2014/main" id="{BAC64AB6-3F19-49B4-9214-317DFDD27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26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7" name="Freeform 2194">
                <a:extLst>
                  <a:ext uri="{FF2B5EF4-FFF2-40B4-BE49-F238E27FC236}">
                    <a16:creationId xmlns:a16="http://schemas.microsoft.com/office/drawing/2014/main" id="{6B27D91F-A0DB-4BEF-A62A-417FE8062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34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8" name="Freeform 2195">
                <a:extLst>
                  <a:ext uri="{FF2B5EF4-FFF2-40B4-BE49-F238E27FC236}">
                    <a16:creationId xmlns:a16="http://schemas.microsoft.com/office/drawing/2014/main" id="{9461DD8B-CBCF-4094-9008-8ADE91959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3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59" name="Freeform 2196">
                <a:extLst>
                  <a:ext uri="{FF2B5EF4-FFF2-40B4-BE49-F238E27FC236}">
                    <a16:creationId xmlns:a16="http://schemas.microsoft.com/office/drawing/2014/main" id="{299FE0D4-80B6-448A-97F9-41E3E37D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32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0" name="Freeform 2197">
                <a:extLst>
                  <a:ext uri="{FF2B5EF4-FFF2-40B4-BE49-F238E27FC236}">
                    <a16:creationId xmlns:a16="http://schemas.microsoft.com/office/drawing/2014/main" id="{9D648FCA-AD32-4352-A51B-09F6AA3E6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4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1" name="Freeform 2198">
                <a:extLst>
                  <a:ext uri="{FF2B5EF4-FFF2-40B4-BE49-F238E27FC236}">
                    <a16:creationId xmlns:a16="http://schemas.microsoft.com/office/drawing/2014/main" id="{1D3B3038-2A7E-4C66-AF34-E9A63B80F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33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2" name="Freeform 2199">
                <a:extLst>
                  <a:ext uri="{FF2B5EF4-FFF2-40B4-BE49-F238E27FC236}">
                    <a16:creationId xmlns:a16="http://schemas.microsoft.com/office/drawing/2014/main" id="{6CA82F33-A2E7-43CE-A68A-7B4685933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31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3" name="Freeform 2200">
                <a:extLst>
                  <a:ext uri="{FF2B5EF4-FFF2-40B4-BE49-F238E27FC236}">
                    <a16:creationId xmlns:a16="http://schemas.microsoft.com/office/drawing/2014/main" id="{3C75334D-FFCB-4E39-AACA-129833C4A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299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4" name="Freeform 2201">
                <a:extLst>
                  <a:ext uri="{FF2B5EF4-FFF2-40B4-BE49-F238E27FC236}">
                    <a16:creationId xmlns:a16="http://schemas.microsoft.com/office/drawing/2014/main" id="{4D6C8332-5802-4AA0-955D-CF1E3DFBC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29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5" name="Freeform 2202">
                <a:extLst>
                  <a:ext uri="{FF2B5EF4-FFF2-40B4-BE49-F238E27FC236}">
                    <a16:creationId xmlns:a16="http://schemas.microsoft.com/office/drawing/2014/main" id="{3C487D40-15A5-46C3-BD66-1085CB951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18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35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6" name="Freeform 2203">
                <a:extLst>
                  <a:ext uri="{FF2B5EF4-FFF2-40B4-BE49-F238E27FC236}">
                    <a16:creationId xmlns:a16="http://schemas.microsoft.com/office/drawing/2014/main" id="{2B920EA7-CD9F-4AC8-A0BE-679447B11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7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7" name="Freeform 2204">
                <a:extLst>
                  <a:ext uri="{FF2B5EF4-FFF2-40B4-BE49-F238E27FC236}">
                    <a16:creationId xmlns:a16="http://schemas.microsoft.com/office/drawing/2014/main" id="{B159C88F-3EC7-4039-9970-1444E96BA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26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8" name="Freeform 2205">
                <a:extLst>
                  <a:ext uri="{FF2B5EF4-FFF2-40B4-BE49-F238E27FC236}">
                    <a16:creationId xmlns:a16="http://schemas.microsoft.com/office/drawing/2014/main" id="{38348BFF-1A89-4089-908E-D76BF3CD8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25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69" name="Freeform 2206">
                <a:extLst>
                  <a:ext uri="{FF2B5EF4-FFF2-40B4-BE49-F238E27FC236}">
                    <a16:creationId xmlns:a16="http://schemas.microsoft.com/office/drawing/2014/main" id="{E09333BE-FD0C-4716-8948-2D44EEF56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27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0" name="Freeform 2207">
                <a:extLst>
                  <a:ext uri="{FF2B5EF4-FFF2-40B4-BE49-F238E27FC236}">
                    <a16:creationId xmlns:a16="http://schemas.microsoft.com/office/drawing/2014/main" id="{DF7FE6C4-61E5-4B3A-96E5-3513467E8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29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1" name="Freeform 2208">
                <a:extLst>
                  <a:ext uri="{FF2B5EF4-FFF2-40B4-BE49-F238E27FC236}">
                    <a16:creationId xmlns:a16="http://schemas.microsoft.com/office/drawing/2014/main" id="{E8B2C23B-6434-4598-8F43-5337BE90A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30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2" name="Freeform 2209">
                <a:extLst>
                  <a:ext uri="{FF2B5EF4-FFF2-40B4-BE49-F238E27FC236}">
                    <a16:creationId xmlns:a16="http://schemas.microsoft.com/office/drawing/2014/main" id="{3E5CF5E0-D917-4ECB-B3B8-E02F00AA9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29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20 h 2"/>
                  <a:gd name="T4" fmla="*/ 35 w 3"/>
                  <a:gd name="T5" fmla="*/ 33 h 2"/>
                  <a:gd name="T6" fmla="*/ 0 w 3"/>
                  <a:gd name="T7" fmla="*/ 20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3" name="Freeform 2210">
                <a:extLst>
                  <a:ext uri="{FF2B5EF4-FFF2-40B4-BE49-F238E27FC236}">
                    <a16:creationId xmlns:a16="http://schemas.microsoft.com/office/drawing/2014/main" id="{07D59F1A-A2D7-4650-BE37-141E35E1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31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0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4" name="Freeform 2211">
                <a:extLst>
                  <a:ext uri="{FF2B5EF4-FFF2-40B4-BE49-F238E27FC236}">
                    <a16:creationId xmlns:a16="http://schemas.microsoft.com/office/drawing/2014/main" id="{2306BC51-8018-464A-8B7C-7B9DA8A1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0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5" name="Freeform 2212">
                <a:extLst>
                  <a:ext uri="{FF2B5EF4-FFF2-40B4-BE49-F238E27FC236}">
                    <a16:creationId xmlns:a16="http://schemas.microsoft.com/office/drawing/2014/main" id="{A35BAEEE-46A5-40BA-9526-200574C50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33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35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6" name="Freeform 2213">
                <a:extLst>
                  <a:ext uri="{FF2B5EF4-FFF2-40B4-BE49-F238E27FC236}">
                    <a16:creationId xmlns:a16="http://schemas.microsoft.com/office/drawing/2014/main" id="{D0E4B96E-9C54-4464-B877-6AA6634C4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31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21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7" name="Freeform 2214">
                <a:extLst>
                  <a:ext uri="{FF2B5EF4-FFF2-40B4-BE49-F238E27FC236}">
                    <a16:creationId xmlns:a16="http://schemas.microsoft.com/office/drawing/2014/main" id="{6E004B1D-949E-40EE-9876-D2508397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31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8" name="Freeform 2215">
                <a:extLst>
                  <a:ext uri="{FF2B5EF4-FFF2-40B4-BE49-F238E27FC236}">
                    <a16:creationId xmlns:a16="http://schemas.microsoft.com/office/drawing/2014/main" id="{3D7CAE5A-8F6C-46B8-8BC5-46A75971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32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79" name="Freeform 2216">
                <a:extLst>
                  <a:ext uri="{FF2B5EF4-FFF2-40B4-BE49-F238E27FC236}">
                    <a16:creationId xmlns:a16="http://schemas.microsoft.com/office/drawing/2014/main" id="{7A9D748F-ABE8-4F54-A348-7EB8D38B8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32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20 h 2"/>
                  <a:gd name="T4" fmla="*/ 35 w 3"/>
                  <a:gd name="T5" fmla="*/ 33 h 2"/>
                  <a:gd name="T6" fmla="*/ 0 w 3"/>
                  <a:gd name="T7" fmla="*/ 20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0" name="Freeform 2217">
                <a:extLst>
                  <a:ext uri="{FF2B5EF4-FFF2-40B4-BE49-F238E27FC236}">
                    <a16:creationId xmlns:a16="http://schemas.microsoft.com/office/drawing/2014/main" id="{76B6CFF8-CCA3-4807-BF10-411887BF8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33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1" name="Freeform 2218">
                <a:extLst>
                  <a:ext uri="{FF2B5EF4-FFF2-40B4-BE49-F238E27FC236}">
                    <a16:creationId xmlns:a16="http://schemas.microsoft.com/office/drawing/2014/main" id="{214ABF96-76BF-48A6-B369-EA9E43FD2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33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2" name="Freeform 2219">
                <a:extLst>
                  <a:ext uri="{FF2B5EF4-FFF2-40B4-BE49-F238E27FC236}">
                    <a16:creationId xmlns:a16="http://schemas.microsoft.com/office/drawing/2014/main" id="{C09A09C9-5E53-42FB-900B-32515D23A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34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3" name="Freeform 2220">
                <a:extLst>
                  <a:ext uri="{FF2B5EF4-FFF2-40B4-BE49-F238E27FC236}">
                    <a16:creationId xmlns:a16="http://schemas.microsoft.com/office/drawing/2014/main" id="{1D3576E6-AA90-46A7-B139-80C1D4991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34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4" name="Freeform 2221">
                <a:extLst>
                  <a:ext uri="{FF2B5EF4-FFF2-40B4-BE49-F238E27FC236}">
                    <a16:creationId xmlns:a16="http://schemas.microsoft.com/office/drawing/2014/main" id="{0F0A98DB-C194-43EB-BB6A-60AC0451A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29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5" name="Freeform 2222">
                <a:extLst>
                  <a:ext uri="{FF2B5EF4-FFF2-40B4-BE49-F238E27FC236}">
                    <a16:creationId xmlns:a16="http://schemas.microsoft.com/office/drawing/2014/main" id="{9224C632-403F-4FC4-B631-CD284D5E4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28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6" name="Freeform 2223">
                <a:extLst>
                  <a:ext uri="{FF2B5EF4-FFF2-40B4-BE49-F238E27FC236}">
                    <a16:creationId xmlns:a16="http://schemas.microsoft.com/office/drawing/2014/main" id="{8D8846AC-285B-4629-9703-BDBD8C5D6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27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7" name="Freeform 2224">
                <a:extLst>
                  <a:ext uri="{FF2B5EF4-FFF2-40B4-BE49-F238E27FC236}">
                    <a16:creationId xmlns:a16="http://schemas.microsoft.com/office/drawing/2014/main" id="{7B74581F-8059-4E34-85C4-BC295EBCF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27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21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8" name="Freeform 2225">
                <a:extLst>
                  <a:ext uri="{FF2B5EF4-FFF2-40B4-BE49-F238E27FC236}">
                    <a16:creationId xmlns:a16="http://schemas.microsoft.com/office/drawing/2014/main" id="{25D9F002-27FF-426C-B5CB-ED874E8A6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28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89" name="Freeform 2226">
                <a:extLst>
                  <a:ext uri="{FF2B5EF4-FFF2-40B4-BE49-F238E27FC236}">
                    <a16:creationId xmlns:a16="http://schemas.microsoft.com/office/drawing/2014/main" id="{89A25DC1-BED9-4086-865E-693B91C7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28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0" name="Freeform 2227">
                <a:extLst>
                  <a:ext uri="{FF2B5EF4-FFF2-40B4-BE49-F238E27FC236}">
                    <a16:creationId xmlns:a16="http://schemas.microsoft.com/office/drawing/2014/main" id="{D3C869C0-6382-430F-81A9-03CF5F64B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25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1" name="Freeform 2228">
                <a:extLst>
                  <a:ext uri="{FF2B5EF4-FFF2-40B4-BE49-F238E27FC236}">
                    <a16:creationId xmlns:a16="http://schemas.microsoft.com/office/drawing/2014/main" id="{7F7448F5-C6AA-45AE-A26F-5105A77B6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29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2" name="Freeform 2229">
                <a:extLst>
                  <a:ext uri="{FF2B5EF4-FFF2-40B4-BE49-F238E27FC236}">
                    <a16:creationId xmlns:a16="http://schemas.microsoft.com/office/drawing/2014/main" id="{B0CB02AA-FFF7-4905-9207-DC48A5C96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31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12 w 3"/>
                  <a:gd name="T7" fmla="*/ 21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3" name="Freeform 2230">
                <a:extLst>
                  <a:ext uri="{FF2B5EF4-FFF2-40B4-BE49-F238E27FC236}">
                    <a16:creationId xmlns:a16="http://schemas.microsoft.com/office/drawing/2014/main" id="{F6C3FA1C-9320-49AA-A9F5-3A879EDC8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31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35 h 3"/>
                  <a:gd name="T4" fmla="*/ 28 w 3"/>
                  <a:gd name="T5" fmla="*/ 56 h 3"/>
                  <a:gd name="T6" fmla="*/ 12 w 3"/>
                  <a:gd name="T7" fmla="*/ 35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4" name="Freeform 2231">
                <a:extLst>
                  <a:ext uri="{FF2B5EF4-FFF2-40B4-BE49-F238E27FC236}">
                    <a16:creationId xmlns:a16="http://schemas.microsoft.com/office/drawing/2014/main" id="{2ACACE94-DB0B-4DEF-A500-A2CEAB3B2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29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5" name="Freeform 2232">
                <a:extLst>
                  <a:ext uri="{FF2B5EF4-FFF2-40B4-BE49-F238E27FC236}">
                    <a16:creationId xmlns:a16="http://schemas.microsoft.com/office/drawing/2014/main" id="{17366B14-82F3-4A08-9BEC-A451B396F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283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56 w 3"/>
                  <a:gd name="T3" fmla="*/ 35 h 3"/>
                  <a:gd name="T4" fmla="*/ 35 w 3"/>
                  <a:gd name="T5" fmla="*/ 56 h 3"/>
                  <a:gd name="T6" fmla="*/ 21 w 3"/>
                  <a:gd name="T7" fmla="*/ 35 h 3"/>
                  <a:gd name="T8" fmla="*/ 35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6" name="Freeform 2233">
                <a:extLst>
                  <a:ext uri="{FF2B5EF4-FFF2-40B4-BE49-F238E27FC236}">
                    <a16:creationId xmlns:a16="http://schemas.microsoft.com/office/drawing/2014/main" id="{05142B44-217A-46A5-A980-F6BA319C3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28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7" name="Freeform 2234">
                <a:extLst>
                  <a:ext uri="{FF2B5EF4-FFF2-40B4-BE49-F238E27FC236}">
                    <a16:creationId xmlns:a16="http://schemas.microsoft.com/office/drawing/2014/main" id="{59391AE8-D13E-47F0-A316-465D0568D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31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8" name="Freeform 2235">
                <a:extLst>
                  <a:ext uri="{FF2B5EF4-FFF2-40B4-BE49-F238E27FC236}">
                    <a16:creationId xmlns:a16="http://schemas.microsoft.com/office/drawing/2014/main" id="{9F851873-27FD-4983-909A-BE8588365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329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37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99" name="Freeform 2236">
                <a:extLst>
                  <a:ext uri="{FF2B5EF4-FFF2-40B4-BE49-F238E27FC236}">
                    <a16:creationId xmlns:a16="http://schemas.microsoft.com/office/drawing/2014/main" id="{935DC187-0E13-4EF8-9A7E-C8804B629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7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0" name="Freeform 2237">
                <a:extLst>
                  <a:ext uri="{FF2B5EF4-FFF2-40B4-BE49-F238E27FC236}">
                    <a16:creationId xmlns:a16="http://schemas.microsoft.com/office/drawing/2014/main" id="{BECCE498-6411-41A9-A6BA-DBCBDB18A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30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1" name="Freeform 2238">
                <a:extLst>
                  <a:ext uri="{FF2B5EF4-FFF2-40B4-BE49-F238E27FC236}">
                    <a16:creationId xmlns:a16="http://schemas.microsoft.com/office/drawing/2014/main" id="{BA41F2BB-DECB-4EB0-8E35-007E27377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33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21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2" name="Freeform 2239">
                <a:extLst>
                  <a:ext uri="{FF2B5EF4-FFF2-40B4-BE49-F238E27FC236}">
                    <a16:creationId xmlns:a16="http://schemas.microsoft.com/office/drawing/2014/main" id="{10F98471-0784-4106-A68F-A9ED04901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33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3" name="Freeform 2240">
                <a:extLst>
                  <a:ext uri="{FF2B5EF4-FFF2-40B4-BE49-F238E27FC236}">
                    <a16:creationId xmlns:a16="http://schemas.microsoft.com/office/drawing/2014/main" id="{C1A10E9B-A32B-4627-8066-83BB8CFAD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334"/>
                <a:ext cx="7" cy="8"/>
              </a:xfrm>
              <a:custGeom>
                <a:avLst/>
                <a:gdLst>
                  <a:gd name="T0" fmla="*/ 28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12 w 3"/>
                  <a:gd name="T7" fmla="*/ 35 h 3"/>
                  <a:gd name="T8" fmla="*/ 28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4" name="Freeform 2241">
                <a:extLst>
                  <a:ext uri="{FF2B5EF4-FFF2-40B4-BE49-F238E27FC236}">
                    <a16:creationId xmlns:a16="http://schemas.microsoft.com/office/drawing/2014/main" id="{1C6229C8-66A1-437D-A97F-232C77673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34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5" name="Freeform 2242">
                <a:extLst>
                  <a:ext uri="{FF2B5EF4-FFF2-40B4-BE49-F238E27FC236}">
                    <a16:creationId xmlns:a16="http://schemas.microsoft.com/office/drawing/2014/main" id="{44BC2AA0-461F-46A8-90CF-BCEF838D5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29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6" name="Freeform 2243">
                <a:extLst>
                  <a:ext uri="{FF2B5EF4-FFF2-40B4-BE49-F238E27FC236}">
                    <a16:creationId xmlns:a16="http://schemas.microsoft.com/office/drawing/2014/main" id="{347FB8FB-D1DD-44CD-8832-38E794C8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29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7" name="Freeform 2244">
                <a:extLst>
                  <a:ext uri="{FF2B5EF4-FFF2-40B4-BE49-F238E27FC236}">
                    <a16:creationId xmlns:a16="http://schemas.microsoft.com/office/drawing/2014/main" id="{E7071EFB-3F51-4051-96CA-955AAE86B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0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8" name="Freeform 2245">
                <a:extLst>
                  <a:ext uri="{FF2B5EF4-FFF2-40B4-BE49-F238E27FC236}">
                    <a16:creationId xmlns:a16="http://schemas.microsoft.com/office/drawing/2014/main" id="{7DD19407-E654-4225-BD23-0257A9B54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30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09" name="Freeform 2246">
                <a:extLst>
                  <a:ext uri="{FF2B5EF4-FFF2-40B4-BE49-F238E27FC236}">
                    <a16:creationId xmlns:a16="http://schemas.microsoft.com/office/drawing/2014/main" id="{4C40DFFB-621B-4B66-B99D-CF0B5350A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32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21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0" name="Freeform 2247">
                <a:extLst>
                  <a:ext uri="{FF2B5EF4-FFF2-40B4-BE49-F238E27FC236}">
                    <a16:creationId xmlns:a16="http://schemas.microsoft.com/office/drawing/2014/main" id="{5850FFA2-8EF8-4D3D-880B-367491DF7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34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1" name="Freeform 2248">
                <a:extLst>
                  <a:ext uri="{FF2B5EF4-FFF2-40B4-BE49-F238E27FC236}">
                    <a16:creationId xmlns:a16="http://schemas.microsoft.com/office/drawing/2014/main" id="{A21E323B-7F17-410A-B3CC-666A4CE25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15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2" name="Freeform 2249">
                <a:extLst>
                  <a:ext uri="{FF2B5EF4-FFF2-40B4-BE49-F238E27FC236}">
                    <a16:creationId xmlns:a16="http://schemas.microsoft.com/office/drawing/2014/main" id="{C7E8CD41-AB93-4B6C-B3D8-53769053F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3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3" name="Freeform 2250">
                <a:extLst>
                  <a:ext uri="{FF2B5EF4-FFF2-40B4-BE49-F238E27FC236}">
                    <a16:creationId xmlns:a16="http://schemas.microsoft.com/office/drawing/2014/main" id="{E4764C8F-9DC5-4992-AF68-4F55658F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4" name="Freeform 2251">
                <a:extLst>
                  <a:ext uri="{FF2B5EF4-FFF2-40B4-BE49-F238E27FC236}">
                    <a16:creationId xmlns:a16="http://schemas.microsoft.com/office/drawing/2014/main" id="{C2E7B52A-F60C-4BBE-9459-4115C45F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28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5" name="Freeform 2252">
                <a:extLst>
                  <a:ext uri="{FF2B5EF4-FFF2-40B4-BE49-F238E27FC236}">
                    <a16:creationId xmlns:a16="http://schemas.microsoft.com/office/drawing/2014/main" id="{DDC27DCC-31FD-4749-9A44-EB69A56D4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28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6" name="Freeform 2253">
                <a:extLst>
                  <a:ext uri="{FF2B5EF4-FFF2-40B4-BE49-F238E27FC236}">
                    <a16:creationId xmlns:a16="http://schemas.microsoft.com/office/drawing/2014/main" id="{BADF9CD6-6F58-4557-A199-8FC6CEAC2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29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35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7" name="Freeform 2254">
                <a:extLst>
                  <a:ext uri="{FF2B5EF4-FFF2-40B4-BE49-F238E27FC236}">
                    <a16:creationId xmlns:a16="http://schemas.microsoft.com/office/drawing/2014/main" id="{F8F3138D-08E5-4CE7-BCE5-C0878049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31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8" name="Freeform 2255">
                <a:extLst>
                  <a:ext uri="{FF2B5EF4-FFF2-40B4-BE49-F238E27FC236}">
                    <a16:creationId xmlns:a16="http://schemas.microsoft.com/office/drawing/2014/main" id="{FC23DB13-1570-45DC-B1C3-EA255A580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2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19" name="Freeform 2256">
                <a:extLst>
                  <a:ext uri="{FF2B5EF4-FFF2-40B4-BE49-F238E27FC236}">
                    <a16:creationId xmlns:a16="http://schemas.microsoft.com/office/drawing/2014/main" id="{73382430-1EB6-46CC-B29C-B0B87C05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32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0" name="Freeform 2257">
                <a:extLst>
                  <a:ext uri="{FF2B5EF4-FFF2-40B4-BE49-F238E27FC236}">
                    <a16:creationId xmlns:a16="http://schemas.microsoft.com/office/drawing/2014/main" id="{11BD8D0F-15FD-48C5-AB47-516291A02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32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1" name="Freeform 2258">
                <a:extLst>
                  <a:ext uri="{FF2B5EF4-FFF2-40B4-BE49-F238E27FC236}">
                    <a16:creationId xmlns:a16="http://schemas.microsoft.com/office/drawing/2014/main" id="{B852FF65-EB15-4805-9D9F-17E936E79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33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2" name="Freeform 2259">
                <a:extLst>
                  <a:ext uri="{FF2B5EF4-FFF2-40B4-BE49-F238E27FC236}">
                    <a16:creationId xmlns:a16="http://schemas.microsoft.com/office/drawing/2014/main" id="{76C8F51D-693B-4859-8B31-618BA515F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33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3" name="Freeform 2260">
                <a:extLst>
                  <a:ext uri="{FF2B5EF4-FFF2-40B4-BE49-F238E27FC236}">
                    <a16:creationId xmlns:a16="http://schemas.microsoft.com/office/drawing/2014/main" id="{B3FF6044-83C9-44ED-83D6-35A26C6B6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33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4" name="Freeform 2261">
                <a:extLst>
                  <a:ext uri="{FF2B5EF4-FFF2-40B4-BE49-F238E27FC236}">
                    <a16:creationId xmlns:a16="http://schemas.microsoft.com/office/drawing/2014/main" id="{9F4D0B77-03C8-4840-B47E-3C7ED972A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31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5" name="Freeform 2262">
                <a:extLst>
                  <a:ext uri="{FF2B5EF4-FFF2-40B4-BE49-F238E27FC236}">
                    <a16:creationId xmlns:a16="http://schemas.microsoft.com/office/drawing/2014/main" id="{7AD87302-5979-4938-86D2-5D1C170B8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30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6" name="Freeform 2263">
                <a:extLst>
                  <a:ext uri="{FF2B5EF4-FFF2-40B4-BE49-F238E27FC236}">
                    <a16:creationId xmlns:a16="http://schemas.microsoft.com/office/drawing/2014/main" id="{1D5CC21F-A69C-48B5-8FA7-DBB1D80AC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28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7" name="Freeform 2264">
                <a:extLst>
                  <a:ext uri="{FF2B5EF4-FFF2-40B4-BE49-F238E27FC236}">
                    <a16:creationId xmlns:a16="http://schemas.microsoft.com/office/drawing/2014/main" id="{08DA41BC-6EF7-4C56-B5A1-FEBBF4ED7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8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8" name="Freeform 2265">
                <a:extLst>
                  <a:ext uri="{FF2B5EF4-FFF2-40B4-BE49-F238E27FC236}">
                    <a16:creationId xmlns:a16="http://schemas.microsoft.com/office/drawing/2014/main" id="{88635E9F-EE65-4F24-87C7-5EFF487A0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30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29" name="Freeform 2266">
                <a:extLst>
                  <a:ext uri="{FF2B5EF4-FFF2-40B4-BE49-F238E27FC236}">
                    <a16:creationId xmlns:a16="http://schemas.microsoft.com/office/drawing/2014/main" id="{4931AA9A-1671-4BEF-A88B-797662929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31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0" name="Freeform 2267">
                <a:extLst>
                  <a:ext uri="{FF2B5EF4-FFF2-40B4-BE49-F238E27FC236}">
                    <a16:creationId xmlns:a16="http://schemas.microsoft.com/office/drawing/2014/main" id="{FF0AC526-7409-42AF-A763-C3A66B01A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32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21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1" name="Freeform 2268">
                <a:extLst>
                  <a:ext uri="{FF2B5EF4-FFF2-40B4-BE49-F238E27FC236}">
                    <a16:creationId xmlns:a16="http://schemas.microsoft.com/office/drawing/2014/main" id="{5B4BCADD-B27B-4B54-B895-DA938B386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2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2" name="Freeform 2269">
                <a:extLst>
                  <a:ext uri="{FF2B5EF4-FFF2-40B4-BE49-F238E27FC236}">
                    <a16:creationId xmlns:a16="http://schemas.microsoft.com/office/drawing/2014/main" id="{A135B0BE-00B2-4325-B44D-33AE5D7C6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3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3" name="Freeform 2270">
                <a:extLst>
                  <a:ext uri="{FF2B5EF4-FFF2-40B4-BE49-F238E27FC236}">
                    <a16:creationId xmlns:a16="http://schemas.microsoft.com/office/drawing/2014/main" id="{92558607-FA5B-4321-8175-43F16CA14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31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4" name="Freeform 2271">
                <a:extLst>
                  <a:ext uri="{FF2B5EF4-FFF2-40B4-BE49-F238E27FC236}">
                    <a16:creationId xmlns:a16="http://schemas.microsoft.com/office/drawing/2014/main" id="{0AD79E96-84E1-498A-94A3-1E90FD3EE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9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35 h 3"/>
                  <a:gd name="T4" fmla="*/ 35 w 3"/>
                  <a:gd name="T5" fmla="*/ 56 h 3"/>
                  <a:gd name="T6" fmla="*/ 21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35" name="Oval 2272">
                <a:extLst>
                  <a:ext uri="{FF2B5EF4-FFF2-40B4-BE49-F238E27FC236}">
                    <a16:creationId xmlns:a16="http://schemas.microsoft.com/office/drawing/2014/main" id="{C5A3F996-E599-460F-A434-06C4AFC01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15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36" name="Oval 2273">
                <a:extLst>
                  <a:ext uri="{FF2B5EF4-FFF2-40B4-BE49-F238E27FC236}">
                    <a16:creationId xmlns:a16="http://schemas.microsoft.com/office/drawing/2014/main" id="{872F3A20-E554-43B7-8B10-14A0A0EAA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16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37" name="Oval 2274">
                <a:extLst>
                  <a:ext uri="{FF2B5EF4-FFF2-40B4-BE49-F238E27FC236}">
                    <a16:creationId xmlns:a16="http://schemas.microsoft.com/office/drawing/2014/main" id="{D397DE0E-86DA-43D0-B033-C3E3F1FD8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15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38" name="Oval 2275">
                <a:extLst>
                  <a:ext uri="{FF2B5EF4-FFF2-40B4-BE49-F238E27FC236}">
                    <a16:creationId xmlns:a16="http://schemas.microsoft.com/office/drawing/2014/main" id="{3DC95B75-5CAE-47BF-ACF7-00E2576A9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17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39" name="Oval 2276">
                <a:extLst>
                  <a:ext uri="{FF2B5EF4-FFF2-40B4-BE49-F238E27FC236}">
                    <a16:creationId xmlns:a16="http://schemas.microsoft.com/office/drawing/2014/main" id="{63107012-4481-47E6-AF26-60E46DC86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17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0" name="Oval 2277">
                <a:extLst>
                  <a:ext uri="{FF2B5EF4-FFF2-40B4-BE49-F238E27FC236}">
                    <a16:creationId xmlns:a16="http://schemas.microsoft.com/office/drawing/2014/main" id="{C0934985-B6A3-4FC9-8989-0B0B1972B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15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1" name="Oval 2278">
                <a:extLst>
                  <a:ext uri="{FF2B5EF4-FFF2-40B4-BE49-F238E27FC236}">
                    <a16:creationId xmlns:a16="http://schemas.microsoft.com/office/drawing/2014/main" id="{854E23AC-AC26-4890-968A-42F42A24D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13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2" name="Oval 2279">
                <a:extLst>
                  <a:ext uri="{FF2B5EF4-FFF2-40B4-BE49-F238E27FC236}">
                    <a16:creationId xmlns:a16="http://schemas.microsoft.com/office/drawing/2014/main" id="{FAB59FB0-F333-4D18-8006-22461CB62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14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3" name="Oval 2280">
                <a:extLst>
                  <a:ext uri="{FF2B5EF4-FFF2-40B4-BE49-F238E27FC236}">
                    <a16:creationId xmlns:a16="http://schemas.microsoft.com/office/drawing/2014/main" id="{1C4F01D6-9876-4ED7-9733-59762FC61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145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4" name="Oval 2281">
                <a:extLst>
                  <a:ext uri="{FF2B5EF4-FFF2-40B4-BE49-F238E27FC236}">
                    <a16:creationId xmlns:a16="http://schemas.microsoft.com/office/drawing/2014/main" id="{EF658CE2-6D17-45D6-A45B-0636076F4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13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5" name="Oval 2282">
                <a:extLst>
                  <a:ext uri="{FF2B5EF4-FFF2-40B4-BE49-F238E27FC236}">
                    <a16:creationId xmlns:a16="http://schemas.microsoft.com/office/drawing/2014/main" id="{A0316433-166D-4A6F-B2B8-6E311D215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15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6" name="Oval 2283">
                <a:extLst>
                  <a:ext uri="{FF2B5EF4-FFF2-40B4-BE49-F238E27FC236}">
                    <a16:creationId xmlns:a16="http://schemas.microsoft.com/office/drawing/2014/main" id="{A50210C2-6661-4360-82D6-ED6960AE4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213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7" name="Oval 2284">
                <a:extLst>
                  <a:ext uri="{FF2B5EF4-FFF2-40B4-BE49-F238E27FC236}">
                    <a16:creationId xmlns:a16="http://schemas.microsoft.com/office/drawing/2014/main" id="{D021D910-8378-4D98-BE12-5E19AB3B9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15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8" name="Oval 2285">
                <a:extLst>
                  <a:ext uri="{FF2B5EF4-FFF2-40B4-BE49-F238E27FC236}">
                    <a16:creationId xmlns:a16="http://schemas.microsoft.com/office/drawing/2014/main" id="{FD16D77E-A7AE-4396-8250-1B63EDD99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16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49" name="Oval 2286">
                <a:extLst>
                  <a:ext uri="{FF2B5EF4-FFF2-40B4-BE49-F238E27FC236}">
                    <a16:creationId xmlns:a16="http://schemas.microsoft.com/office/drawing/2014/main" id="{2AB86938-05C4-49B9-B7B4-5AE3F9C9E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14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0" name="Oval 2287">
                <a:extLst>
                  <a:ext uri="{FF2B5EF4-FFF2-40B4-BE49-F238E27FC236}">
                    <a16:creationId xmlns:a16="http://schemas.microsoft.com/office/drawing/2014/main" id="{C6E78BFA-6B11-434E-BD20-BE5AAEFA8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215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1" name="Oval 2288">
                <a:extLst>
                  <a:ext uri="{FF2B5EF4-FFF2-40B4-BE49-F238E27FC236}">
                    <a16:creationId xmlns:a16="http://schemas.microsoft.com/office/drawing/2014/main" id="{93B9C96D-474E-4C04-ACD2-3DC3E4ED5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15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2" name="Oval 2289">
                <a:extLst>
                  <a:ext uri="{FF2B5EF4-FFF2-40B4-BE49-F238E27FC236}">
                    <a16:creationId xmlns:a16="http://schemas.microsoft.com/office/drawing/2014/main" id="{66E8F576-79E8-439A-A1BD-02EF56B78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15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3" name="Oval 2290">
                <a:extLst>
                  <a:ext uri="{FF2B5EF4-FFF2-40B4-BE49-F238E27FC236}">
                    <a16:creationId xmlns:a16="http://schemas.microsoft.com/office/drawing/2014/main" id="{2D600B13-7ECD-44B9-8EA1-03E375704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17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4" name="Oval 2291">
                <a:extLst>
                  <a:ext uri="{FF2B5EF4-FFF2-40B4-BE49-F238E27FC236}">
                    <a16:creationId xmlns:a16="http://schemas.microsoft.com/office/drawing/2014/main" id="{D20212E9-58F9-48C3-A7BA-96A23E9DB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18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5" name="Oval 2292">
                <a:extLst>
                  <a:ext uri="{FF2B5EF4-FFF2-40B4-BE49-F238E27FC236}">
                    <a16:creationId xmlns:a16="http://schemas.microsoft.com/office/drawing/2014/main" id="{C0F1CAFD-69AA-4406-9ECA-637B0B46D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19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6" name="Oval 2293">
                <a:extLst>
                  <a:ext uri="{FF2B5EF4-FFF2-40B4-BE49-F238E27FC236}">
                    <a16:creationId xmlns:a16="http://schemas.microsoft.com/office/drawing/2014/main" id="{5ED84BF2-644D-4E4E-B167-E00819842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17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7" name="Oval 2294">
                <a:extLst>
                  <a:ext uri="{FF2B5EF4-FFF2-40B4-BE49-F238E27FC236}">
                    <a16:creationId xmlns:a16="http://schemas.microsoft.com/office/drawing/2014/main" id="{D4117715-FF77-4262-9A29-986317D14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16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8" name="Oval 2295">
                <a:extLst>
                  <a:ext uri="{FF2B5EF4-FFF2-40B4-BE49-F238E27FC236}">
                    <a16:creationId xmlns:a16="http://schemas.microsoft.com/office/drawing/2014/main" id="{D337C0C1-E323-46B7-BB49-5782B1CF9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171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59" name="Oval 2296">
                <a:extLst>
                  <a:ext uri="{FF2B5EF4-FFF2-40B4-BE49-F238E27FC236}">
                    <a16:creationId xmlns:a16="http://schemas.microsoft.com/office/drawing/2014/main" id="{29DBA5EA-1369-4B9D-8CD0-65A54FFEA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185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0" name="Oval 2297">
                <a:extLst>
                  <a:ext uri="{FF2B5EF4-FFF2-40B4-BE49-F238E27FC236}">
                    <a16:creationId xmlns:a16="http://schemas.microsoft.com/office/drawing/2014/main" id="{F1576A56-8CCE-47CA-B152-DDC083FD6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20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1" name="Oval 2298">
                <a:extLst>
                  <a:ext uri="{FF2B5EF4-FFF2-40B4-BE49-F238E27FC236}">
                    <a16:creationId xmlns:a16="http://schemas.microsoft.com/office/drawing/2014/main" id="{EF9B4D07-00F6-4929-82C4-6B841728A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15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2" name="Oval 2299">
                <a:extLst>
                  <a:ext uri="{FF2B5EF4-FFF2-40B4-BE49-F238E27FC236}">
                    <a16:creationId xmlns:a16="http://schemas.microsoft.com/office/drawing/2014/main" id="{C06DEB95-BEBE-458F-93D7-FD4483EBE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14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3" name="Oval 2300">
                <a:extLst>
                  <a:ext uri="{FF2B5EF4-FFF2-40B4-BE49-F238E27FC236}">
                    <a16:creationId xmlns:a16="http://schemas.microsoft.com/office/drawing/2014/main" id="{AEAEBE0F-1A3E-4538-B9E8-61B5C8278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14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4" name="Oval 2301">
                <a:extLst>
                  <a:ext uri="{FF2B5EF4-FFF2-40B4-BE49-F238E27FC236}">
                    <a16:creationId xmlns:a16="http://schemas.microsoft.com/office/drawing/2014/main" id="{C0CE0F7B-81AC-4656-9900-707162383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16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5" name="Oval 2302">
                <a:extLst>
                  <a:ext uri="{FF2B5EF4-FFF2-40B4-BE49-F238E27FC236}">
                    <a16:creationId xmlns:a16="http://schemas.microsoft.com/office/drawing/2014/main" id="{4581839F-EB42-4A8B-8403-6563CDF0D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216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6" name="Oval 2303">
                <a:extLst>
                  <a:ext uri="{FF2B5EF4-FFF2-40B4-BE49-F238E27FC236}">
                    <a16:creationId xmlns:a16="http://schemas.microsoft.com/office/drawing/2014/main" id="{D918B9B2-9DE2-4449-AF62-5C6415AF2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17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7" name="Oval 2304">
                <a:extLst>
                  <a:ext uri="{FF2B5EF4-FFF2-40B4-BE49-F238E27FC236}">
                    <a16:creationId xmlns:a16="http://schemas.microsoft.com/office/drawing/2014/main" id="{A15F4EB7-0D0A-4021-BE9A-091749628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19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8" name="Oval 2305">
                <a:extLst>
                  <a:ext uri="{FF2B5EF4-FFF2-40B4-BE49-F238E27FC236}">
                    <a16:creationId xmlns:a16="http://schemas.microsoft.com/office/drawing/2014/main" id="{2FB3F448-EC50-4DB0-A58D-CF1D8A58E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187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69" name="Oval 2306">
                <a:extLst>
                  <a:ext uri="{FF2B5EF4-FFF2-40B4-BE49-F238E27FC236}">
                    <a16:creationId xmlns:a16="http://schemas.microsoft.com/office/drawing/2014/main" id="{F1F1E7F3-A8ED-4704-9B49-F7BF505DD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214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0" name="Oval 2307">
                <a:extLst>
                  <a:ext uri="{FF2B5EF4-FFF2-40B4-BE49-F238E27FC236}">
                    <a16:creationId xmlns:a16="http://schemas.microsoft.com/office/drawing/2014/main" id="{82C6B521-E79A-4CB2-B2DF-D17557A22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16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1" name="Oval 2308">
                <a:extLst>
                  <a:ext uri="{FF2B5EF4-FFF2-40B4-BE49-F238E27FC236}">
                    <a16:creationId xmlns:a16="http://schemas.microsoft.com/office/drawing/2014/main" id="{6EBD3FDA-DC05-426E-9A5C-3BBF35FB9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17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2" name="Oval 2309">
                <a:extLst>
                  <a:ext uri="{FF2B5EF4-FFF2-40B4-BE49-F238E27FC236}">
                    <a16:creationId xmlns:a16="http://schemas.microsoft.com/office/drawing/2014/main" id="{C8DD9544-953D-4B97-8405-A1B9E472D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185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3" name="Oval 2310">
                <a:extLst>
                  <a:ext uri="{FF2B5EF4-FFF2-40B4-BE49-F238E27FC236}">
                    <a16:creationId xmlns:a16="http://schemas.microsoft.com/office/drawing/2014/main" id="{EC8A82BB-0004-4897-8317-B84080F94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218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4" name="Oval 2311">
                <a:extLst>
                  <a:ext uri="{FF2B5EF4-FFF2-40B4-BE49-F238E27FC236}">
                    <a16:creationId xmlns:a16="http://schemas.microsoft.com/office/drawing/2014/main" id="{1FB0B636-3447-4ABE-9C6E-36EAAA830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17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5" name="Oval 2312">
                <a:extLst>
                  <a:ext uri="{FF2B5EF4-FFF2-40B4-BE49-F238E27FC236}">
                    <a16:creationId xmlns:a16="http://schemas.microsoft.com/office/drawing/2014/main" id="{BDDE9BC8-69B7-47A6-9A46-EC885B90D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16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6" name="Oval 2313">
                <a:extLst>
                  <a:ext uri="{FF2B5EF4-FFF2-40B4-BE49-F238E27FC236}">
                    <a16:creationId xmlns:a16="http://schemas.microsoft.com/office/drawing/2014/main" id="{BBC61071-866F-447F-A59E-18BA604E5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20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7" name="Oval 2314">
                <a:extLst>
                  <a:ext uri="{FF2B5EF4-FFF2-40B4-BE49-F238E27FC236}">
                    <a16:creationId xmlns:a16="http://schemas.microsoft.com/office/drawing/2014/main" id="{9B3D9027-E937-4B51-A48F-BE67442E0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24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8" name="Oval 2315">
                <a:extLst>
                  <a:ext uri="{FF2B5EF4-FFF2-40B4-BE49-F238E27FC236}">
                    <a16:creationId xmlns:a16="http://schemas.microsoft.com/office/drawing/2014/main" id="{027D3047-8770-44A6-9646-D82DF19C2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19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79" name="Oval 2316">
                <a:extLst>
                  <a:ext uri="{FF2B5EF4-FFF2-40B4-BE49-F238E27FC236}">
                    <a16:creationId xmlns:a16="http://schemas.microsoft.com/office/drawing/2014/main" id="{4C74DD41-5782-44FF-B988-056B94F0C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218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0" name="Oval 2317">
                <a:extLst>
                  <a:ext uri="{FF2B5EF4-FFF2-40B4-BE49-F238E27FC236}">
                    <a16:creationId xmlns:a16="http://schemas.microsoft.com/office/drawing/2014/main" id="{03184B32-8549-4A0A-BE00-B56C7FAAF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17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1" name="Oval 2318">
                <a:extLst>
                  <a:ext uri="{FF2B5EF4-FFF2-40B4-BE49-F238E27FC236}">
                    <a16:creationId xmlns:a16="http://schemas.microsoft.com/office/drawing/2014/main" id="{D16522ED-321E-4BC2-A484-24C7D8335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216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2" name="Oval 2319">
                <a:extLst>
                  <a:ext uri="{FF2B5EF4-FFF2-40B4-BE49-F238E27FC236}">
                    <a16:creationId xmlns:a16="http://schemas.microsoft.com/office/drawing/2014/main" id="{53742A6E-6487-4BA2-88B6-D7B9FAC64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20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3" name="Oval 2320">
                <a:extLst>
                  <a:ext uri="{FF2B5EF4-FFF2-40B4-BE49-F238E27FC236}">
                    <a16:creationId xmlns:a16="http://schemas.microsoft.com/office/drawing/2014/main" id="{BB4DEED2-0477-4A3F-9567-FE6FB0206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21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4" name="Oval 2321">
                <a:extLst>
                  <a:ext uri="{FF2B5EF4-FFF2-40B4-BE49-F238E27FC236}">
                    <a16:creationId xmlns:a16="http://schemas.microsoft.com/office/drawing/2014/main" id="{67D4F7EB-F2C7-4646-BDEA-1D27316A3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21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5" name="Oval 2322">
                <a:extLst>
                  <a:ext uri="{FF2B5EF4-FFF2-40B4-BE49-F238E27FC236}">
                    <a16:creationId xmlns:a16="http://schemas.microsoft.com/office/drawing/2014/main" id="{65F621D9-6CC4-4594-A007-ED6F654CF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23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6" name="Oval 2323">
                <a:extLst>
                  <a:ext uri="{FF2B5EF4-FFF2-40B4-BE49-F238E27FC236}">
                    <a16:creationId xmlns:a16="http://schemas.microsoft.com/office/drawing/2014/main" id="{313B8AA8-4CA6-4CD5-AE62-19D1487FE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223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7" name="Oval 2324">
                <a:extLst>
                  <a:ext uri="{FF2B5EF4-FFF2-40B4-BE49-F238E27FC236}">
                    <a16:creationId xmlns:a16="http://schemas.microsoft.com/office/drawing/2014/main" id="{3B93A422-AB4A-4D8A-8F40-087A0B1CA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21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8" name="Oval 2325">
                <a:extLst>
                  <a:ext uri="{FF2B5EF4-FFF2-40B4-BE49-F238E27FC236}">
                    <a16:creationId xmlns:a16="http://schemas.microsoft.com/office/drawing/2014/main" id="{9A0F0594-748E-416D-8A7D-A1FB60C99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19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89" name="Oval 2326">
                <a:extLst>
                  <a:ext uri="{FF2B5EF4-FFF2-40B4-BE49-F238E27FC236}">
                    <a16:creationId xmlns:a16="http://schemas.microsoft.com/office/drawing/2014/main" id="{CE9D9117-ECEF-422A-B2BE-8B982459A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20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0" name="Oval 2327">
                <a:extLst>
                  <a:ext uri="{FF2B5EF4-FFF2-40B4-BE49-F238E27FC236}">
                    <a16:creationId xmlns:a16="http://schemas.microsoft.com/office/drawing/2014/main" id="{75839B94-7098-4712-8072-87DD66340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20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1" name="Oval 2328">
                <a:extLst>
                  <a:ext uri="{FF2B5EF4-FFF2-40B4-BE49-F238E27FC236}">
                    <a16:creationId xmlns:a16="http://schemas.microsoft.com/office/drawing/2014/main" id="{F7AA163C-2933-4D58-9C47-76E80A4E6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19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2" name="Oval 2329">
                <a:extLst>
                  <a:ext uri="{FF2B5EF4-FFF2-40B4-BE49-F238E27FC236}">
                    <a16:creationId xmlns:a16="http://schemas.microsoft.com/office/drawing/2014/main" id="{E8560E8E-1DBB-4B5E-B277-C1782340E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21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3" name="Oval 2330">
                <a:extLst>
                  <a:ext uri="{FF2B5EF4-FFF2-40B4-BE49-F238E27FC236}">
                    <a16:creationId xmlns:a16="http://schemas.microsoft.com/office/drawing/2014/main" id="{B2C7C278-627A-423D-A0F2-DAB0A18DF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19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4" name="Oval 2331">
                <a:extLst>
                  <a:ext uri="{FF2B5EF4-FFF2-40B4-BE49-F238E27FC236}">
                    <a16:creationId xmlns:a16="http://schemas.microsoft.com/office/drawing/2014/main" id="{EAAA7EBB-62B5-4F7C-BEE5-BB0F6837A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21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5" name="Oval 2332">
                <a:extLst>
                  <a:ext uri="{FF2B5EF4-FFF2-40B4-BE49-F238E27FC236}">
                    <a16:creationId xmlns:a16="http://schemas.microsoft.com/office/drawing/2014/main" id="{E7BE6D42-C389-40AC-8499-1CE17DBAB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222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6" name="Oval 2333">
                <a:extLst>
                  <a:ext uri="{FF2B5EF4-FFF2-40B4-BE49-F238E27FC236}">
                    <a16:creationId xmlns:a16="http://schemas.microsoft.com/office/drawing/2014/main" id="{0136A8BC-F589-4AD3-94CD-140E66879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220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7" name="Oval 2334">
                <a:extLst>
                  <a:ext uri="{FF2B5EF4-FFF2-40B4-BE49-F238E27FC236}">
                    <a16:creationId xmlns:a16="http://schemas.microsoft.com/office/drawing/2014/main" id="{37FCACAC-C312-4D2F-A546-AE616930E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21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8" name="Oval 2335">
                <a:extLst>
                  <a:ext uri="{FF2B5EF4-FFF2-40B4-BE49-F238E27FC236}">
                    <a16:creationId xmlns:a16="http://schemas.microsoft.com/office/drawing/2014/main" id="{04528101-0E3E-40AD-A641-56420A8CB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20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199" name="Oval 2336">
                <a:extLst>
                  <a:ext uri="{FF2B5EF4-FFF2-40B4-BE49-F238E27FC236}">
                    <a16:creationId xmlns:a16="http://schemas.microsoft.com/office/drawing/2014/main" id="{8275B05C-E04A-446B-93F7-B8FDD1172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21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0" name="Oval 2337">
                <a:extLst>
                  <a:ext uri="{FF2B5EF4-FFF2-40B4-BE49-F238E27FC236}">
                    <a16:creationId xmlns:a16="http://schemas.microsoft.com/office/drawing/2014/main" id="{242C2418-B9DC-4244-923E-08859E4EF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22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1" name="Oval 2338">
                <a:extLst>
                  <a:ext uri="{FF2B5EF4-FFF2-40B4-BE49-F238E27FC236}">
                    <a16:creationId xmlns:a16="http://schemas.microsoft.com/office/drawing/2014/main" id="{14250880-CE06-4E62-B01E-993B52147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20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2" name="Oval 2339">
                <a:extLst>
                  <a:ext uri="{FF2B5EF4-FFF2-40B4-BE49-F238E27FC236}">
                    <a16:creationId xmlns:a16="http://schemas.microsoft.com/office/drawing/2014/main" id="{8A79519B-FF49-43AB-9F9E-289A57311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20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3" name="Oval 2340">
                <a:extLst>
                  <a:ext uri="{FF2B5EF4-FFF2-40B4-BE49-F238E27FC236}">
                    <a16:creationId xmlns:a16="http://schemas.microsoft.com/office/drawing/2014/main" id="{4C10E93C-AE8A-45FC-98A5-9842D32C0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20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4" name="Oval 2341">
                <a:extLst>
                  <a:ext uri="{FF2B5EF4-FFF2-40B4-BE49-F238E27FC236}">
                    <a16:creationId xmlns:a16="http://schemas.microsoft.com/office/drawing/2014/main" id="{A5F62B4E-9A38-4130-8888-43B351D9A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220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5" name="Oval 2342">
                <a:extLst>
                  <a:ext uri="{FF2B5EF4-FFF2-40B4-BE49-F238E27FC236}">
                    <a16:creationId xmlns:a16="http://schemas.microsoft.com/office/drawing/2014/main" id="{A3C616D5-FC68-4545-9D25-BA5AF6E51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22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6" name="Oval 2343">
                <a:extLst>
                  <a:ext uri="{FF2B5EF4-FFF2-40B4-BE49-F238E27FC236}">
                    <a16:creationId xmlns:a16="http://schemas.microsoft.com/office/drawing/2014/main" id="{88AE6D52-730D-47AF-A594-8BF5311FD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22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7" name="Oval 2344">
                <a:extLst>
                  <a:ext uri="{FF2B5EF4-FFF2-40B4-BE49-F238E27FC236}">
                    <a16:creationId xmlns:a16="http://schemas.microsoft.com/office/drawing/2014/main" id="{FDAD16E5-EF1C-45D5-9B9C-ECFB0EBF1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23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8" name="Oval 2345">
                <a:extLst>
                  <a:ext uri="{FF2B5EF4-FFF2-40B4-BE49-F238E27FC236}">
                    <a16:creationId xmlns:a16="http://schemas.microsoft.com/office/drawing/2014/main" id="{4506D20C-B4FA-4271-B513-675A3CC90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24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09" name="Oval 2346">
                <a:extLst>
                  <a:ext uri="{FF2B5EF4-FFF2-40B4-BE49-F238E27FC236}">
                    <a16:creationId xmlns:a16="http://schemas.microsoft.com/office/drawing/2014/main" id="{73A3BE58-653A-455A-86B5-724796453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20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0" name="Oval 2347">
                <a:extLst>
                  <a:ext uri="{FF2B5EF4-FFF2-40B4-BE49-F238E27FC236}">
                    <a16:creationId xmlns:a16="http://schemas.microsoft.com/office/drawing/2014/main" id="{12999C5D-8A07-46AF-BEAA-FE54D894B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22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1" name="Oval 2348">
                <a:extLst>
                  <a:ext uri="{FF2B5EF4-FFF2-40B4-BE49-F238E27FC236}">
                    <a16:creationId xmlns:a16="http://schemas.microsoft.com/office/drawing/2014/main" id="{5CF8CE50-2C06-4701-9CE3-F4F54C6A8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23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2" name="Oval 2349">
                <a:extLst>
                  <a:ext uri="{FF2B5EF4-FFF2-40B4-BE49-F238E27FC236}">
                    <a16:creationId xmlns:a16="http://schemas.microsoft.com/office/drawing/2014/main" id="{1D25B38A-CC27-455A-8F17-16C8FF20B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2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3" name="Oval 2350">
                <a:extLst>
                  <a:ext uri="{FF2B5EF4-FFF2-40B4-BE49-F238E27FC236}">
                    <a16:creationId xmlns:a16="http://schemas.microsoft.com/office/drawing/2014/main" id="{F3AC1170-A90A-4A5A-9EE8-ADF3ECE83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22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4" name="Oval 2351">
                <a:extLst>
                  <a:ext uri="{FF2B5EF4-FFF2-40B4-BE49-F238E27FC236}">
                    <a16:creationId xmlns:a16="http://schemas.microsoft.com/office/drawing/2014/main" id="{78E00584-56C8-4043-9FB4-585E20CEB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27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5" name="Oval 2352">
                <a:extLst>
                  <a:ext uri="{FF2B5EF4-FFF2-40B4-BE49-F238E27FC236}">
                    <a16:creationId xmlns:a16="http://schemas.microsoft.com/office/drawing/2014/main" id="{33940731-B01E-4D82-A6D3-E03637BA4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26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6" name="Oval 2353">
                <a:extLst>
                  <a:ext uri="{FF2B5EF4-FFF2-40B4-BE49-F238E27FC236}">
                    <a16:creationId xmlns:a16="http://schemas.microsoft.com/office/drawing/2014/main" id="{51BA7332-13DD-43A6-B617-B20931139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28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7" name="Oval 2354">
                <a:extLst>
                  <a:ext uri="{FF2B5EF4-FFF2-40B4-BE49-F238E27FC236}">
                    <a16:creationId xmlns:a16="http://schemas.microsoft.com/office/drawing/2014/main" id="{9F55F99B-31E0-4600-A54F-45B0A70ED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28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8" name="Oval 2355">
                <a:extLst>
                  <a:ext uri="{FF2B5EF4-FFF2-40B4-BE49-F238E27FC236}">
                    <a16:creationId xmlns:a16="http://schemas.microsoft.com/office/drawing/2014/main" id="{27BB7B2B-DA76-4C70-84DA-48AAB7273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26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219" name="Oval 2356">
                <a:extLst>
                  <a:ext uri="{FF2B5EF4-FFF2-40B4-BE49-F238E27FC236}">
                    <a16:creationId xmlns:a16="http://schemas.microsoft.com/office/drawing/2014/main" id="{736EDA9D-EA27-4522-86E5-468842F39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26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14" name="Group 2357">
              <a:extLst>
                <a:ext uri="{FF2B5EF4-FFF2-40B4-BE49-F238E27FC236}">
                  <a16:creationId xmlns:a16="http://schemas.microsoft.com/office/drawing/2014/main" id="{CB13AA88-B83B-4001-9264-67C7187C91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1" y="2113"/>
              <a:ext cx="293" cy="245"/>
              <a:chOff x="4631" y="2113"/>
              <a:chExt cx="293" cy="245"/>
            </a:xfrm>
          </p:grpSpPr>
          <p:sp>
            <p:nvSpPr>
              <p:cNvPr id="62820" name="Oval 2358">
                <a:extLst>
                  <a:ext uri="{FF2B5EF4-FFF2-40B4-BE49-F238E27FC236}">
                    <a16:creationId xmlns:a16="http://schemas.microsoft.com/office/drawing/2014/main" id="{EF3B462E-6FA0-414A-A1C4-389B53AEC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27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21" name="Oval 2359">
                <a:extLst>
                  <a:ext uri="{FF2B5EF4-FFF2-40B4-BE49-F238E27FC236}">
                    <a16:creationId xmlns:a16="http://schemas.microsoft.com/office/drawing/2014/main" id="{F4920375-6E3D-4D1C-8A28-B2E758A8F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262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22" name="Oval 2360">
                <a:extLst>
                  <a:ext uri="{FF2B5EF4-FFF2-40B4-BE49-F238E27FC236}">
                    <a16:creationId xmlns:a16="http://schemas.microsoft.com/office/drawing/2014/main" id="{F556B437-3E9A-4181-85CE-A7FA7E57A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25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23" name="Oval 2361">
                <a:extLst>
                  <a:ext uri="{FF2B5EF4-FFF2-40B4-BE49-F238E27FC236}">
                    <a16:creationId xmlns:a16="http://schemas.microsoft.com/office/drawing/2014/main" id="{BB081AE6-2C14-40D9-BB4C-A9D582083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23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24" name="Oval 2362">
                <a:extLst>
                  <a:ext uri="{FF2B5EF4-FFF2-40B4-BE49-F238E27FC236}">
                    <a16:creationId xmlns:a16="http://schemas.microsoft.com/office/drawing/2014/main" id="{56FA6245-0964-42BC-8021-17975E9CA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223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25" name="Oval 2363">
                <a:extLst>
                  <a:ext uri="{FF2B5EF4-FFF2-40B4-BE49-F238E27FC236}">
                    <a16:creationId xmlns:a16="http://schemas.microsoft.com/office/drawing/2014/main" id="{A2C2A40B-794F-46BC-9704-FF7E7249F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225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26" name="Oval 2364">
                <a:extLst>
                  <a:ext uri="{FF2B5EF4-FFF2-40B4-BE49-F238E27FC236}">
                    <a16:creationId xmlns:a16="http://schemas.microsoft.com/office/drawing/2014/main" id="{46E03467-5334-4B78-AEF6-9DF56C182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27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27" name="Oval 2365">
                <a:extLst>
                  <a:ext uri="{FF2B5EF4-FFF2-40B4-BE49-F238E27FC236}">
                    <a16:creationId xmlns:a16="http://schemas.microsoft.com/office/drawing/2014/main" id="{E00FCD40-0D27-4FFD-AA0A-717E1E63B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26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28" name="Oval 2366">
                <a:extLst>
                  <a:ext uri="{FF2B5EF4-FFF2-40B4-BE49-F238E27FC236}">
                    <a16:creationId xmlns:a16="http://schemas.microsoft.com/office/drawing/2014/main" id="{B3892592-149F-41B0-8787-461DAEBE2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27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29" name="Oval 2367">
                <a:extLst>
                  <a:ext uri="{FF2B5EF4-FFF2-40B4-BE49-F238E27FC236}">
                    <a16:creationId xmlns:a16="http://schemas.microsoft.com/office/drawing/2014/main" id="{3710707E-B388-4A78-A6FA-08F1D35CA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27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0" name="Oval 2368">
                <a:extLst>
                  <a:ext uri="{FF2B5EF4-FFF2-40B4-BE49-F238E27FC236}">
                    <a16:creationId xmlns:a16="http://schemas.microsoft.com/office/drawing/2014/main" id="{A04EEFD9-3A9C-4711-BE69-8F2BCB495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227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1" name="Oval 2369">
                <a:extLst>
                  <a:ext uri="{FF2B5EF4-FFF2-40B4-BE49-F238E27FC236}">
                    <a16:creationId xmlns:a16="http://schemas.microsoft.com/office/drawing/2014/main" id="{417FAE57-9BC8-4CBA-B649-C529D4E0B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28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2" name="Oval 2370">
                <a:extLst>
                  <a:ext uri="{FF2B5EF4-FFF2-40B4-BE49-F238E27FC236}">
                    <a16:creationId xmlns:a16="http://schemas.microsoft.com/office/drawing/2014/main" id="{A7FB77E5-1807-4955-BD11-957493361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29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3" name="Oval 2371">
                <a:extLst>
                  <a:ext uri="{FF2B5EF4-FFF2-40B4-BE49-F238E27FC236}">
                    <a16:creationId xmlns:a16="http://schemas.microsoft.com/office/drawing/2014/main" id="{70B2186B-8030-46AC-A781-A8D6D9D15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27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4" name="Oval 2372">
                <a:extLst>
                  <a:ext uri="{FF2B5EF4-FFF2-40B4-BE49-F238E27FC236}">
                    <a16:creationId xmlns:a16="http://schemas.microsoft.com/office/drawing/2014/main" id="{0557981E-46A3-4EB4-9816-840585DBA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27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5" name="Oval 2373">
                <a:extLst>
                  <a:ext uri="{FF2B5EF4-FFF2-40B4-BE49-F238E27FC236}">
                    <a16:creationId xmlns:a16="http://schemas.microsoft.com/office/drawing/2014/main" id="{8E1902D5-10D0-4E22-B906-644BE9BC5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29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6" name="Oval 2374">
                <a:extLst>
                  <a:ext uri="{FF2B5EF4-FFF2-40B4-BE49-F238E27FC236}">
                    <a16:creationId xmlns:a16="http://schemas.microsoft.com/office/drawing/2014/main" id="{C902D6A5-81E1-4060-AEF0-50CC04A3E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26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7" name="Oval 2375">
                <a:extLst>
                  <a:ext uri="{FF2B5EF4-FFF2-40B4-BE49-F238E27FC236}">
                    <a16:creationId xmlns:a16="http://schemas.microsoft.com/office/drawing/2014/main" id="{5C26E3DC-BFE1-4E4A-9EFA-B85486766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2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8" name="Oval 2376">
                <a:extLst>
                  <a:ext uri="{FF2B5EF4-FFF2-40B4-BE49-F238E27FC236}">
                    <a16:creationId xmlns:a16="http://schemas.microsoft.com/office/drawing/2014/main" id="{4D92476F-4FAA-471E-9222-68E079A92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24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39" name="Oval 2377">
                <a:extLst>
                  <a:ext uri="{FF2B5EF4-FFF2-40B4-BE49-F238E27FC236}">
                    <a16:creationId xmlns:a16="http://schemas.microsoft.com/office/drawing/2014/main" id="{1E7A50C9-C049-4D90-9EC6-FA431EDC9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25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0" name="Oval 2378">
                <a:extLst>
                  <a:ext uri="{FF2B5EF4-FFF2-40B4-BE49-F238E27FC236}">
                    <a16:creationId xmlns:a16="http://schemas.microsoft.com/office/drawing/2014/main" id="{4AEEA3B9-1AB5-4FE2-8F14-C9B8A1BF4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2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1" name="Oval 2379">
                <a:extLst>
                  <a:ext uri="{FF2B5EF4-FFF2-40B4-BE49-F238E27FC236}">
                    <a16:creationId xmlns:a16="http://schemas.microsoft.com/office/drawing/2014/main" id="{6E66D0C7-FF8B-4946-B997-A8F31B217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24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2" name="Oval 2380">
                <a:extLst>
                  <a:ext uri="{FF2B5EF4-FFF2-40B4-BE49-F238E27FC236}">
                    <a16:creationId xmlns:a16="http://schemas.microsoft.com/office/drawing/2014/main" id="{D4CD0150-AC46-4E06-BF5D-1654FD7E4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24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3" name="Oval 2381">
                <a:extLst>
                  <a:ext uri="{FF2B5EF4-FFF2-40B4-BE49-F238E27FC236}">
                    <a16:creationId xmlns:a16="http://schemas.microsoft.com/office/drawing/2014/main" id="{08E166C6-2C71-4436-937D-DC2C34CA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25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4" name="Oval 2382">
                <a:extLst>
                  <a:ext uri="{FF2B5EF4-FFF2-40B4-BE49-F238E27FC236}">
                    <a16:creationId xmlns:a16="http://schemas.microsoft.com/office/drawing/2014/main" id="{B5E9BF46-DA19-425B-8CFF-8BFDF0777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25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5" name="Oval 2383">
                <a:extLst>
                  <a:ext uri="{FF2B5EF4-FFF2-40B4-BE49-F238E27FC236}">
                    <a16:creationId xmlns:a16="http://schemas.microsoft.com/office/drawing/2014/main" id="{2395EC09-2320-4DCE-ACBA-8978D0D0B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24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6" name="Oval 2384">
                <a:extLst>
                  <a:ext uri="{FF2B5EF4-FFF2-40B4-BE49-F238E27FC236}">
                    <a16:creationId xmlns:a16="http://schemas.microsoft.com/office/drawing/2014/main" id="{5661453E-8D00-4309-A232-AB26C1E15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27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7" name="Oval 2385">
                <a:extLst>
                  <a:ext uri="{FF2B5EF4-FFF2-40B4-BE49-F238E27FC236}">
                    <a16:creationId xmlns:a16="http://schemas.microsoft.com/office/drawing/2014/main" id="{DDABC0CC-794E-4A62-B96C-6996DA00E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25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8" name="Oval 2386">
                <a:extLst>
                  <a:ext uri="{FF2B5EF4-FFF2-40B4-BE49-F238E27FC236}">
                    <a16:creationId xmlns:a16="http://schemas.microsoft.com/office/drawing/2014/main" id="{13063F00-702B-4B7F-8620-301A6F18E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2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49" name="Oval 2387">
                <a:extLst>
                  <a:ext uri="{FF2B5EF4-FFF2-40B4-BE49-F238E27FC236}">
                    <a16:creationId xmlns:a16="http://schemas.microsoft.com/office/drawing/2014/main" id="{7D5F1C65-D2B0-4652-B559-4C39AAEDD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25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0" name="Oval 2388">
                <a:extLst>
                  <a:ext uri="{FF2B5EF4-FFF2-40B4-BE49-F238E27FC236}">
                    <a16:creationId xmlns:a16="http://schemas.microsoft.com/office/drawing/2014/main" id="{11619321-5181-4172-A86F-9FF93DA2A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2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1" name="Oval 2389">
                <a:extLst>
                  <a:ext uri="{FF2B5EF4-FFF2-40B4-BE49-F238E27FC236}">
                    <a16:creationId xmlns:a16="http://schemas.microsoft.com/office/drawing/2014/main" id="{43D18D0C-3B8E-4BED-A464-66582AA5F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26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2" name="Oval 2390">
                <a:extLst>
                  <a:ext uri="{FF2B5EF4-FFF2-40B4-BE49-F238E27FC236}">
                    <a16:creationId xmlns:a16="http://schemas.microsoft.com/office/drawing/2014/main" id="{FF8C2827-848B-421B-A68D-CBFF56C71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26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3" name="Oval 2391">
                <a:extLst>
                  <a:ext uri="{FF2B5EF4-FFF2-40B4-BE49-F238E27FC236}">
                    <a16:creationId xmlns:a16="http://schemas.microsoft.com/office/drawing/2014/main" id="{D8BA6AA5-10E4-467F-ABEB-08DA1E90E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26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4" name="Oval 2392">
                <a:extLst>
                  <a:ext uri="{FF2B5EF4-FFF2-40B4-BE49-F238E27FC236}">
                    <a16:creationId xmlns:a16="http://schemas.microsoft.com/office/drawing/2014/main" id="{E265BF7E-834A-43D4-8040-BF6F236DA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26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5" name="Oval 2393">
                <a:extLst>
                  <a:ext uri="{FF2B5EF4-FFF2-40B4-BE49-F238E27FC236}">
                    <a16:creationId xmlns:a16="http://schemas.microsoft.com/office/drawing/2014/main" id="{61DD77A1-76FF-4820-A8FC-D3A5CF77E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27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6" name="Oval 2394">
                <a:extLst>
                  <a:ext uri="{FF2B5EF4-FFF2-40B4-BE49-F238E27FC236}">
                    <a16:creationId xmlns:a16="http://schemas.microsoft.com/office/drawing/2014/main" id="{896B5FD4-3815-4FEE-9338-81681FDF3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25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7" name="Oval 2395">
                <a:extLst>
                  <a:ext uri="{FF2B5EF4-FFF2-40B4-BE49-F238E27FC236}">
                    <a16:creationId xmlns:a16="http://schemas.microsoft.com/office/drawing/2014/main" id="{181AD663-0158-474F-8972-305ED5CF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26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8" name="Oval 2396">
                <a:extLst>
                  <a:ext uri="{FF2B5EF4-FFF2-40B4-BE49-F238E27FC236}">
                    <a16:creationId xmlns:a16="http://schemas.microsoft.com/office/drawing/2014/main" id="{944389FB-CAED-4729-82E1-53BA49AC0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25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59" name="Oval 2397">
                <a:extLst>
                  <a:ext uri="{FF2B5EF4-FFF2-40B4-BE49-F238E27FC236}">
                    <a16:creationId xmlns:a16="http://schemas.microsoft.com/office/drawing/2014/main" id="{3E5F9063-98C6-4378-B295-41E96EA2E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2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0" name="Oval 2398">
                <a:extLst>
                  <a:ext uri="{FF2B5EF4-FFF2-40B4-BE49-F238E27FC236}">
                    <a16:creationId xmlns:a16="http://schemas.microsoft.com/office/drawing/2014/main" id="{7DA20A64-4C3F-4A4B-9535-A14287EE8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22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1" name="Oval 2399">
                <a:extLst>
                  <a:ext uri="{FF2B5EF4-FFF2-40B4-BE49-F238E27FC236}">
                    <a16:creationId xmlns:a16="http://schemas.microsoft.com/office/drawing/2014/main" id="{34A15D9C-389E-42A5-872E-68AE43848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221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2" name="Oval 2400">
                <a:extLst>
                  <a:ext uri="{FF2B5EF4-FFF2-40B4-BE49-F238E27FC236}">
                    <a16:creationId xmlns:a16="http://schemas.microsoft.com/office/drawing/2014/main" id="{077654B3-966E-42C7-99DC-308E38712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24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3" name="Oval 2401">
                <a:extLst>
                  <a:ext uri="{FF2B5EF4-FFF2-40B4-BE49-F238E27FC236}">
                    <a16:creationId xmlns:a16="http://schemas.microsoft.com/office/drawing/2014/main" id="{9905DCD7-8E9F-4218-8A51-368F17833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27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4" name="Oval 2402">
                <a:extLst>
                  <a:ext uri="{FF2B5EF4-FFF2-40B4-BE49-F238E27FC236}">
                    <a16:creationId xmlns:a16="http://schemas.microsoft.com/office/drawing/2014/main" id="{B85D5D4A-F441-4090-9E58-8A21745B8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25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5" name="Oval 2403">
                <a:extLst>
                  <a:ext uri="{FF2B5EF4-FFF2-40B4-BE49-F238E27FC236}">
                    <a16:creationId xmlns:a16="http://schemas.microsoft.com/office/drawing/2014/main" id="{B565E256-0564-46BC-9104-098C9C617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24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6" name="Oval 2404">
                <a:extLst>
                  <a:ext uri="{FF2B5EF4-FFF2-40B4-BE49-F238E27FC236}">
                    <a16:creationId xmlns:a16="http://schemas.microsoft.com/office/drawing/2014/main" id="{6870027A-F234-4657-88A5-BB4AF7404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24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7" name="Oval 2405">
                <a:extLst>
                  <a:ext uri="{FF2B5EF4-FFF2-40B4-BE49-F238E27FC236}">
                    <a16:creationId xmlns:a16="http://schemas.microsoft.com/office/drawing/2014/main" id="{2F07F266-EFFD-47DA-87B3-B392697E0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24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8" name="Oval 2406">
                <a:extLst>
                  <a:ext uri="{FF2B5EF4-FFF2-40B4-BE49-F238E27FC236}">
                    <a16:creationId xmlns:a16="http://schemas.microsoft.com/office/drawing/2014/main" id="{68C0905A-779F-457A-A16D-62702A1D9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24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69" name="Oval 2407">
                <a:extLst>
                  <a:ext uri="{FF2B5EF4-FFF2-40B4-BE49-F238E27FC236}">
                    <a16:creationId xmlns:a16="http://schemas.microsoft.com/office/drawing/2014/main" id="{64DB8F08-BAFE-4D30-ACEC-88DFC03D1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25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0" name="Oval 2408">
                <a:extLst>
                  <a:ext uri="{FF2B5EF4-FFF2-40B4-BE49-F238E27FC236}">
                    <a16:creationId xmlns:a16="http://schemas.microsoft.com/office/drawing/2014/main" id="{94392772-7EAD-42A6-8B88-350349DA5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2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1" name="Oval 2409">
                <a:extLst>
                  <a:ext uri="{FF2B5EF4-FFF2-40B4-BE49-F238E27FC236}">
                    <a16:creationId xmlns:a16="http://schemas.microsoft.com/office/drawing/2014/main" id="{5E8D37DB-2034-4D4D-BA30-81D3E85F9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27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2" name="Oval 2410">
                <a:extLst>
                  <a:ext uri="{FF2B5EF4-FFF2-40B4-BE49-F238E27FC236}">
                    <a16:creationId xmlns:a16="http://schemas.microsoft.com/office/drawing/2014/main" id="{174E54C9-EDBD-4145-AE5E-619BB46B5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29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3" name="Oval 2411">
                <a:extLst>
                  <a:ext uri="{FF2B5EF4-FFF2-40B4-BE49-F238E27FC236}">
                    <a16:creationId xmlns:a16="http://schemas.microsoft.com/office/drawing/2014/main" id="{BF6328FF-2FBA-4A17-BEE0-A2CB1741B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27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4" name="Oval 2412">
                <a:extLst>
                  <a:ext uri="{FF2B5EF4-FFF2-40B4-BE49-F238E27FC236}">
                    <a16:creationId xmlns:a16="http://schemas.microsoft.com/office/drawing/2014/main" id="{C687FDA4-F2F9-4D9C-B7DF-EFB140974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27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5" name="Oval 2413">
                <a:extLst>
                  <a:ext uri="{FF2B5EF4-FFF2-40B4-BE49-F238E27FC236}">
                    <a16:creationId xmlns:a16="http://schemas.microsoft.com/office/drawing/2014/main" id="{E47BF3A3-A9C6-4737-A629-B693043C5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3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6" name="Oval 2414">
                <a:extLst>
                  <a:ext uri="{FF2B5EF4-FFF2-40B4-BE49-F238E27FC236}">
                    <a16:creationId xmlns:a16="http://schemas.microsoft.com/office/drawing/2014/main" id="{FF937ED6-E33C-4CFD-AA8C-CEE96D95A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3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7" name="Oval 2415">
                <a:extLst>
                  <a:ext uri="{FF2B5EF4-FFF2-40B4-BE49-F238E27FC236}">
                    <a16:creationId xmlns:a16="http://schemas.microsoft.com/office/drawing/2014/main" id="{4FA7CF32-86AE-430E-B436-4D922A6ED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25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8" name="Oval 2416">
                <a:extLst>
                  <a:ext uri="{FF2B5EF4-FFF2-40B4-BE49-F238E27FC236}">
                    <a16:creationId xmlns:a16="http://schemas.microsoft.com/office/drawing/2014/main" id="{7B3C2888-C63E-4752-A21C-1454FF270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26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79" name="Oval 2417">
                <a:extLst>
                  <a:ext uri="{FF2B5EF4-FFF2-40B4-BE49-F238E27FC236}">
                    <a16:creationId xmlns:a16="http://schemas.microsoft.com/office/drawing/2014/main" id="{74A4F1F8-2143-4B22-B58D-29A4C24E8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225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0" name="Oval 2418">
                <a:extLst>
                  <a:ext uri="{FF2B5EF4-FFF2-40B4-BE49-F238E27FC236}">
                    <a16:creationId xmlns:a16="http://schemas.microsoft.com/office/drawing/2014/main" id="{BD16926F-9C2B-4301-8E62-5AA7F77C5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25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1" name="Oval 2419">
                <a:extLst>
                  <a:ext uri="{FF2B5EF4-FFF2-40B4-BE49-F238E27FC236}">
                    <a16:creationId xmlns:a16="http://schemas.microsoft.com/office/drawing/2014/main" id="{930D6ADF-6E39-45B0-BAE3-0A5F5A433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27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2" name="Oval 2420">
                <a:extLst>
                  <a:ext uri="{FF2B5EF4-FFF2-40B4-BE49-F238E27FC236}">
                    <a16:creationId xmlns:a16="http://schemas.microsoft.com/office/drawing/2014/main" id="{3416CCA0-5D0D-4825-881A-157BF8B96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25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3" name="Oval 2421">
                <a:extLst>
                  <a:ext uri="{FF2B5EF4-FFF2-40B4-BE49-F238E27FC236}">
                    <a16:creationId xmlns:a16="http://schemas.microsoft.com/office/drawing/2014/main" id="{A0F97119-5241-422A-B830-B3D4E265E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25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4" name="Oval 2422">
                <a:extLst>
                  <a:ext uri="{FF2B5EF4-FFF2-40B4-BE49-F238E27FC236}">
                    <a16:creationId xmlns:a16="http://schemas.microsoft.com/office/drawing/2014/main" id="{0B2BDA3C-B537-439D-BF26-C4AB7DF52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30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5" name="Oval 2423">
                <a:extLst>
                  <a:ext uri="{FF2B5EF4-FFF2-40B4-BE49-F238E27FC236}">
                    <a16:creationId xmlns:a16="http://schemas.microsoft.com/office/drawing/2014/main" id="{8D1D7A36-BD0F-4C34-BA57-7D50BAB3A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28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6" name="Oval 2424">
                <a:extLst>
                  <a:ext uri="{FF2B5EF4-FFF2-40B4-BE49-F238E27FC236}">
                    <a16:creationId xmlns:a16="http://schemas.microsoft.com/office/drawing/2014/main" id="{FB650E3F-70A1-444C-9ED9-97003C723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27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7" name="Oval 2425">
                <a:extLst>
                  <a:ext uri="{FF2B5EF4-FFF2-40B4-BE49-F238E27FC236}">
                    <a16:creationId xmlns:a16="http://schemas.microsoft.com/office/drawing/2014/main" id="{35285C3C-FF83-4FE2-A6C4-2BB7D79EF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29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8" name="Oval 2426">
                <a:extLst>
                  <a:ext uri="{FF2B5EF4-FFF2-40B4-BE49-F238E27FC236}">
                    <a16:creationId xmlns:a16="http://schemas.microsoft.com/office/drawing/2014/main" id="{6424CB59-DF91-41D4-86C3-6B38D9A87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29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89" name="Oval 2427">
                <a:extLst>
                  <a:ext uri="{FF2B5EF4-FFF2-40B4-BE49-F238E27FC236}">
                    <a16:creationId xmlns:a16="http://schemas.microsoft.com/office/drawing/2014/main" id="{ADE68226-A9AC-4231-8917-74F4B42E4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227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0" name="Oval 2428">
                <a:extLst>
                  <a:ext uri="{FF2B5EF4-FFF2-40B4-BE49-F238E27FC236}">
                    <a16:creationId xmlns:a16="http://schemas.microsoft.com/office/drawing/2014/main" id="{3B91CEAD-AFF3-4C81-B81D-09BC61355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27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1" name="Oval 2429">
                <a:extLst>
                  <a:ext uri="{FF2B5EF4-FFF2-40B4-BE49-F238E27FC236}">
                    <a16:creationId xmlns:a16="http://schemas.microsoft.com/office/drawing/2014/main" id="{FCF255F4-5F99-4B27-97D7-89449A218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28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2" name="Oval 2430">
                <a:extLst>
                  <a:ext uri="{FF2B5EF4-FFF2-40B4-BE49-F238E27FC236}">
                    <a16:creationId xmlns:a16="http://schemas.microsoft.com/office/drawing/2014/main" id="{C5E3E4B0-AB94-4446-BC61-2FF209E79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27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3" name="Oval 2431">
                <a:extLst>
                  <a:ext uri="{FF2B5EF4-FFF2-40B4-BE49-F238E27FC236}">
                    <a16:creationId xmlns:a16="http://schemas.microsoft.com/office/drawing/2014/main" id="{60DB892F-BC10-4427-B759-BB887F3FE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26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4" name="Oval 2432">
                <a:extLst>
                  <a:ext uri="{FF2B5EF4-FFF2-40B4-BE49-F238E27FC236}">
                    <a16:creationId xmlns:a16="http://schemas.microsoft.com/office/drawing/2014/main" id="{CD1BAA14-2CC2-438B-9187-83074B4D0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2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5" name="Oval 2433">
                <a:extLst>
                  <a:ext uri="{FF2B5EF4-FFF2-40B4-BE49-F238E27FC236}">
                    <a16:creationId xmlns:a16="http://schemas.microsoft.com/office/drawing/2014/main" id="{6F8EE584-1C7C-4EF5-A959-ECA301ECC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251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6" name="Oval 2434">
                <a:extLst>
                  <a:ext uri="{FF2B5EF4-FFF2-40B4-BE49-F238E27FC236}">
                    <a16:creationId xmlns:a16="http://schemas.microsoft.com/office/drawing/2014/main" id="{EE9B6199-AB5D-4E31-A265-34DC902B0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27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7" name="Oval 2435">
                <a:extLst>
                  <a:ext uri="{FF2B5EF4-FFF2-40B4-BE49-F238E27FC236}">
                    <a16:creationId xmlns:a16="http://schemas.microsoft.com/office/drawing/2014/main" id="{20D84C4A-CFAD-4F13-B4EC-DBFA25653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28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8" name="Oval 2436">
                <a:extLst>
                  <a:ext uri="{FF2B5EF4-FFF2-40B4-BE49-F238E27FC236}">
                    <a16:creationId xmlns:a16="http://schemas.microsoft.com/office/drawing/2014/main" id="{DA18C2C7-9755-4138-8F1F-9142F0C0E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27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99" name="Oval 2437">
                <a:extLst>
                  <a:ext uri="{FF2B5EF4-FFF2-40B4-BE49-F238E27FC236}">
                    <a16:creationId xmlns:a16="http://schemas.microsoft.com/office/drawing/2014/main" id="{3C336FD2-1787-41D4-81F6-153468BD3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28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0" name="Oval 2438">
                <a:extLst>
                  <a:ext uri="{FF2B5EF4-FFF2-40B4-BE49-F238E27FC236}">
                    <a16:creationId xmlns:a16="http://schemas.microsoft.com/office/drawing/2014/main" id="{89DD8039-FE2A-4082-A34C-2F330436C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28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1" name="Oval 2439">
                <a:extLst>
                  <a:ext uri="{FF2B5EF4-FFF2-40B4-BE49-F238E27FC236}">
                    <a16:creationId xmlns:a16="http://schemas.microsoft.com/office/drawing/2014/main" id="{80ED5018-05BB-43E7-B6DC-00AB66545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28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2" name="Oval 2440">
                <a:extLst>
                  <a:ext uri="{FF2B5EF4-FFF2-40B4-BE49-F238E27FC236}">
                    <a16:creationId xmlns:a16="http://schemas.microsoft.com/office/drawing/2014/main" id="{CD3E2516-52BD-42AD-BD5B-664BC16DE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29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3" name="Oval 2441">
                <a:extLst>
                  <a:ext uri="{FF2B5EF4-FFF2-40B4-BE49-F238E27FC236}">
                    <a16:creationId xmlns:a16="http://schemas.microsoft.com/office/drawing/2014/main" id="{56BE81EC-1E75-496C-8EC9-00DC0CE96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30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4" name="Oval 2442">
                <a:extLst>
                  <a:ext uri="{FF2B5EF4-FFF2-40B4-BE49-F238E27FC236}">
                    <a16:creationId xmlns:a16="http://schemas.microsoft.com/office/drawing/2014/main" id="{B552197D-EC33-4126-B895-4018FD7B9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32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5" name="Oval 2443">
                <a:extLst>
                  <a:ext uri="{FF2B5EF4-FFF2-40B4-BE49-F238E27FC236}">
                    <a16:creationId xmlns:a16="http://schemas.microsoft.com/office/drawing/2014/main" id="{8FB96BE6-844B-4AB5-A6EE-2A93332F0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31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6" name="Oval 2444">
                <a:extLst>
                  <a:ext uri="{FF2B5EF4-FFF2-40B4-BE49-F238E27FC236}">
                    <a16:creationId xmlns:a16="http://schemas.microsoft.com/office/drawing/2014/main" id="{6679216D-FE70-4CB8-B041-1563D595C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31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7" name="Oval 2445">
                <a:extLst>
                  <a:ext uri="{FF2B5EF4-FFF2-40B4-BE49-F238E27FC236}">
                    <a16:creationId xmlns:a16="http://schemas.microsoft.com/office/drawing/2014/main" id="{44514AC2-7B2E-4574-BC58-A2E32C8C3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29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8" name="Oval 2446">
                <a:extLst>
                  <a:ext uri="{FF2B5EF4-FFF2-40B4-BE49-F238E27FC236}">
                    <a16:creationId xmlns:a16="http://schemas.microsoft.com/office/drawing/2014/main" id="{3C93140F-4A60-44AD-93D0-5D4885B05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25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09" name="Oval 2447">
                <a:extLst>
                  <a:ext uri="{FF2B5EF4-FFF2-40B4-BE49-F238E27FC236}">
                    <a16:creationId xmlns:a16="http://schemas.microsoft.com/office/drawing/2014/main" id="{6898A1CF-67A9-4915-B746-36CBEA70F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2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0" name="Oval 2448">
                <a:extLst>
                  <a:ext uri="{FF2B5EF4-FFF2-40B4-BE49-F238E27FC236}">
                    <a16:creationId xmlns:a16="http://schemas.microsoft.com/office/drawing/2014/main" id="{C50EFE73-E24F-494C-BF1E-2F57E80D8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29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1" name="Oval 2449">
                <a:extLst>
                  <a:ext uri="{FF2B5EF4-FFF2-40B4-BE49-F238E27FC236}">
                    <a16:creationId xmlns:a16="http://schemas.microsoft.com/office/drawing/2014/main" id="{0886E924-9AED-4F88-858A-1931348CC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32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2" name="Oval 2450">
                <a:extLst>
                  <a:ext uri="{FF2B5EF4-FFF2-40B4-BE49-F238E27FC236}">
                    <a16:creationId xmlns:a16="http://schemas.microsoft.com/office/drawing/2014/main" id="{F0A2A247-2736-4BE1-AF6D-1F72E8A29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35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3" name="Oval 2451">
                <a:extLst>
                  <a:ext uri="{FF2B5EF4-FFF2-40B4-BE49-F238E27FC236}">
                    <a16:creationId xmlns:a16="http://schemas.microsoft.com/office/drawing/2014/main" id="{6EBA09E0-E4CA-440B-A3C2-3E4FD89F5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33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4" name="Oval 2452">
                <a:extLst>
                  <a:ext uri="{FF2B5EF4-FFF2-40B4-BE49-F238E27FC236}">
                    <a16:creationId xmlns:a16="http://schemas.microsoft.com/office/drawing/2014/main" id="{C096FE54-EA92-40A0-BFFA-0EEAA60AA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28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5" name="Oval 2453">
                <a:extLst>
                  <a:ext uri="{FF2B5EF4-FFF2-40B4-BE49-F238E27FC236}">
                    <a16:creationId xmlns:a16="http://schemas.microsoft.com/office/drawing/2014/main" id="{FB0A4C52-416A-4157-96D6-054F9291E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29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6" name="Oval 2454">
                <a:extLst>
                  <a:ext uri="{FF2B5EF4-FFF2-40B4-BE49-F238E27FC236}">
                    <a16:creationId xmlns:a16="http://schemas.microsoft.com/office/drawing/2014/main" id="{166ADC4C-6F2B-464D-A9BF-D73C49EDD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30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7" name="Oval 2455">
                <a:extLst>
                  <a:ext uri="{FF2B5EF4-FFF2-40B4-BE49-F238E27FC236}">
                    <a16:creationId xmlns:a16="http://schemas.microsoft.com/office/drawing/2014/main" id="{ADAA9B04-17C0-444D-BE97-F406CE99D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12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8" name="Oval 2456">
                <a:extLst>
                  <a:ext uri="{FF2B5EF4-FFF2-40B4-BE49-F238E27FC236}">
                    <a16:creationId xmlns:a16="http://schemas.microsoft.com/office/drawing/2014/main" id="{B151249E-F196-42D4-A19F-4DB830D0B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13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19" name="Oval 2457">
                <a:extLst>
                  <a:ext uri="{FF2B5EF4-FFF2-40B4-BE49-F238E27FC236}">
                    <a16:creationId xmlns:a16="http://schemas.microsoft.com/office/drawing/2014/main" id="{73D806D6-68EA-4C8B-B935-551D2275D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13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0" name="Oval 2458">
                <a:extLst>
                  <a:ext uri="{FF2B5EF4-FFF2-40B4-BE49-F238E27FC236}">
                    <a16:creationId xmlns:a16="http://schemas.microsoft.com/office/drawing/2014/main" id="{7FA0AE62-0471-4F89-B52A-5DDC82C2F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14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1" name="Oval 2459">
                <a:extLst>
                  <a:ext uri="{FF2B5EF4-FFF2-40B4-BE49-F238E27FC236}">
                    <a16:creationId xmlns:a16="http://schemas.microsoft.com/office/drawing/2014/main" id="{20324734-EC09-4C5E-8EFA-12180D159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15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2" name="Oval 2460">
                <a:extLst>
                  <a:ext uri="{FF2B5EF4-FFF2-40B4-BE49-F238E27FC236}">
                    <a16:creationId xmlns:a16="http://schemas.microsoft.com/office/drawing/2014/main" id="{34E953D9-5A5F-4D22-A625-B2C270757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12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3" name="Oval 2461">
                <a:extLst>
                  <a:ext uri="{FF2B5EF4-FFF2-40B4-BE49-F238E27FC236}">
                    <a16:creationId xmlns:a16="http://schemas.microsoft.com/office/drawing/2014/main" id="{4142DDF1-BF79-4DAF-A29D-1B33D1303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11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4" name="Oval 2462">
                <a:extLst>
                  <a:ext uri="{FF2B5EF4-FFF2-40B4-BE49-F238E27FC236}">
                    <a16:creationId xmlns:a16="http://schemas.microsoft.com/office/drawing/2014/main" id="{22C5D964-1796-4AB8-A5FC-769E0A535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11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5" name="Oval 2463">
                <a:extLst>
                  <a:ext uri="{FF2B5EF4-FFF2-40B4-BE49-F238E27FC236}">
                    <a16:creationId xmlns:a16="http://schemas.microsoft.com/office/drawing/2014/main" id="{597E1BCB-522D-4FF9-BCDA-38E197497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11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6" name="Oval 2464">
                <a:extLst>
                  <a:ext uri="{FF2B5EF4-FFF2-40B4-BE49-F238E27FC236}">
                    <a16:creationId xmlns:a16="http://schemas.microsoft.com/office/drawing/2014/main" id="{A04E22E9-4402-4A0B-B52F-45E384423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1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7" name="Oval 2465">
                <a:extLst>
                  <a:ext uri="{FF2B5EF4-FFF2-40B4-BE49-F238E27FC236}">
                    <a16:creationId xmlns:a16="http://schemas.microsoft.com/office/drawing/2014/main" id="{B692B642-0D18-4D27-802D-EF1CACB5C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13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8" name="Oval 2466">
                <a:extLst>
                  <a:ext uri="{FF2B5EF4-FFF2-40B4-BE49-F238E27FC236}">
                    <a16:creationId xmlns:a16="http://schemas.microsoft.com/office/drawing/2014/main" id="{BBCD3853-2AEA-4C70-9352-636B04F02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1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29" name="Oval 2467">
                <a:extLst>
                  <a:ext uri="{FF2B5EF4-FFF2-40B4-BE49-F238E27FC236}">
                    <a16:creationId xmlns:a16="http://schemas.microsoft.com/office/drawing/2014/main" id="{80AD0C8E-2C13-49AA-A221-A195D4B64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13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0" name="Oval 2468">
                <a:extLst>
                  <a:ext uri="{FF2B5EF4-FFF2-40B4-BE49-F238E27FC236}">
                    <a16:creationId xmlns:a16="http://schemas.microsoft.com/office/drawing/2014/main" id="{491D006B-F613-426A-B0C4-1238563AC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13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1" name="Oval 2469">
                <a:extLst>
                  <a:ext uri="{FF2B5EF4-FFF2-40B4-BE49-F238E27FC236}">
                    <a16:creationId xmlns:a16="http://schemas.microsoft.com/office/drawing/2014/main" id="{5A3330EE-634E-4C37-8BDC-5240B6A68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12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2" name="Oval 2470">
                <a:extLst>
                  <a:ext uri="{FF2B5EF4-FFF2-40B4-BE49-F238E27FC236}">
                    <a16:creationId xmlns:a16="http://schemas.microsoft.com/office/drawing/2014/main" id="{4A1D04A3-268A-493C-BD6E-5B9137285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12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3" name="Oval 2471">
                <a:extLst>
                  <a:ext uri="{FF2B5EF4-FFF2-40B4-BE49-F238E27FC236}">
                    <a16:creationId xmlns:a16="http://schemas.microsoft.com/office/drawing/2014/main" id="{1D7BBFAB-A087-450A-BF46-8F6DAEF96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12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4" name="Oval 2472">
                <a:extLst>
                  <a:ext uri="{FF2B5EF4-FFF2-40B4-BE49-F238E27FC236}">
                    <a16:creationId xmlns:a16="http://schemas.microsoft.com/office/drawing/2014/main" id="{4402722F-6993-405B-8130-407B44BD7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13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5" name="Oval 2473">
                <a:extLst>
                  <a:ext uri="{FF2B5EF4-FFF2-40B4-BE49-F238E27FC236}">
                    <a16:creationId xmlns:a16="http://schemas.microsoft.com/office/drawing/2014/main" id="{5002CBFC-0371-44C0-B547-4C61383DA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147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6" name="Oval 2474">
                <a:extLst>
                  <a:ext uri="{FF2B5EF4-FFF2-40B4-BE49-F238E27FC236}">
                    <a16:creationId xmlns:a16="http://schemas.microsoft.com/office/drawing/2014/main" id="{C3643A9C-5447-444C-8513-3E2D1014F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16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7" name="Oval 2475">
                <a:extLst>
                  <a:ext uri="{FF2B5EF4-FFF2-40B4-BE49-F238E27FC236}">
                    <a16:creationId xmlns:a16="http://schemas.microsoft.com/office/drawing/2014/main" id="{054EAB31-7678-4760-A85D-A7C32A89F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16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8" name="Oval 2476">
                <a:extLst>
                  <a:ext uri="{FF2B5EF4-FFF2-40B4-BE49-F238E27FC236}">
                    <a16:creationId xmlns:a16="http://schemas.microsoft.com/office/drawing/2014/main" id="{82E25452-F2CA-4256-AAA5-2363130B8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15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39" name="Oval 2477">
                <a:extLst>
                  <a:ext uri="{FF2B5EF4-FFF2-40B4-BE49-F238E27FC236}">
                    <a16:creationId xmlns:a16="http://schemas.microsoft.com/office/drawing/2014/main" id="{53A6D137-5A78-4549-811E-2DF2492B7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13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0" name="Oval 2478">
                <a:extLst>
                  <a:ext uri="{FF2B5EF4-FFF2-40B4-BE49-F238E27FC236}">
                    <a16:creationId xmlns:a16="http://schemas.microsoft.com/office/drawing/2014/main" id="{07DC2C7E-CDDC-4FD0-9722-2A78E8317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14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1" name="Oval 2479">
                <a:extLst>
                  <a:ext uri="{FF2B5EF4-FFF2-40B4-BE49-F238E27FC236}">
                    <a16:creationId xmlns:a16="http://schemas.microsoft.com/office/drawing/2014/main" id="{B6690899-F122-4301-8B1F-3F21EB02A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15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2" name="Oval 2480">
                <a:extLst>
                  <a:ext uri="{FF2B5EF4-FFF2-40B4-BE49-F238E27FC236}">
                    <a16:creationId xmlns:a16="http://schemas.microsoft.com/office/drawing/2014/main" id="{CF7CA5E6-7F6B-413B-9B5F-E0E24DCAE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177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3" name="Oval 2481">
                <a:extLst>
                  <a:ext uri="{FF2B5EF4-FFF2-40B4-BE49-F238E27FC236}">
                    <a16:creationId xmlns:a16="http://schemas.microsoft.com/office/drawing/2014/main" id="{DE2785D1-CBA5-4551-8868-857E85356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12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4" name="Oval 2482">
                <a:extLst>
                  <a:ext uri="{FF2B5EF4-FFF2-40B4-BE49-F238E27FC236}">
                    <a16:creationId xmlns:a16="http://schemas.microsoft.com/office/drawing/2014/main" id="{2BCE1376-0DA0-407A-AA04-57361BFA0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12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5" name="Oval 2483">
                <a:extLst>
                  <a:ext uri="{FF2B5EF4-FFF2-40B4-BE49-F238E27FC236}">
                    <a16:creationId xmlns:a16="http://schemas.microsoft.com/office/drawing/2014/main" id="{B55FC372-39F9-4241-93BF-40CCDFDDA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12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6" name="Oval 2484">
                <a:extLst>
                  <a:ext uri="{FF2B5EF4-FFF2-40B4-BE49-F238E27FC236}">
                    <a16:creationId xmlns:a16="http://schemas.microsoft.com/office/drawing/2014/main" id="{8380B907-B2DF-49BE-B751-5EFB623A2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14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7" name="Oval 2485">
                <a:extLst>
                  <a:ext uri="{FF2B5EF4-FFF2-40B4-BE49-F238E27FC236}">
                    <a16:creationId xmlns:a16="http://schemas.microsoft.com/office/drawing/2014/main" id="{259B8A0F-1F7F-4827-91F9-37A482184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14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8" name="Oval 2486">
                <a:extLst>
                  <a:ext uri="{FF2B5EF4-FFF2-40B4-BE49-F238E27FC236}">
                    <a16:creationId xmlns:a16="http://schemas.microsoft.com/office/drawing/2014/main" id="{1FC0B1C9-252B-43AB-8EA2-1782BFAD6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15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49" name="Oval 2487">
                <a:extLst>
                  <a:ext uri="{FF2B5EF4-FFF2-40B4-BE49-F238E27FC236}">
                    <a16:creationId xmlns:a16="http://schemas.microsoft.com/office/drawing/2014/main" id="{BAE67EF7-D002-4D04-B2CD-9A3D1D05C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16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0" name="Oval 2488">
                <a:extLst>
                  <a:ext uri="{FF2B5EF4-FFF2-40B4-BE49-F238E27FC236}">
                    <a16:creationId xmlns:a16="http://schemas.microsoft.com/office/drawing/2014/main" id="{88868F21-B638-46AB-9F76-ECB7E0D49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16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1" name="Oval 2489">
                <a:extLst>
                  <a:ext uri="{FF2B5EF4-FFF2-40B4-BE49-F238E27FC236}">
                    <a16:creationId xmlns:a16="http://schemas.microsoft.com/office/drawing/2014/main" id="{89D82CB0-CC9C-4928-B1DC-C820686C1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12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2" name="Oval 2490">
                <a:extLst>
                  <a:ext uri="{FF2B5EF4-FFF2-40B4-BE49-F238E27FC236}">
                    <a16:creationId xmlns:a16="http://schemas.microsoft.com/office/drawing/2014/main" id="{6F2F7AAE-FF6D-4A8A-8AA7-276374F0B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13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3" name="Oval 2491">
                <a:extLst>
                  <a:ext uri="{FF2B5EF4-FFF2-40B4-BE49-F238E27FC236}">
                    <a16:creationId xmlns:a16="http://schemas.microsoft.com/office/drawing/2014/main" id="{30612D38-9A15-490C-86F5-5D9ADC1A5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14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4" name="Oval 2492">
                <a:extLst>
                  <a:ext uri="{FF2B5EF4-FFF2-40B4-BE49-F238E27FC236}">
                    <a16:creationId xmlns:a16="http://schemas.microsoft.com/office/drawing/2014/main" id="{385B6142-97F3-4B40-B08E-FC2F924EE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15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5" name="Oval 2493">
                <a:extLst>
                  <a:ext uri="{FF2B5EF4-FFF2-40B4-BE49-F238E27FC236}">
                    <a16:creationId xmlns:a16="http://schemas.microsoft.com/office/drawing/2014/main" id="{F26A04F4-96AE-42AE-8921-D53FB36D5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16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6" name="Oval 2494">
                <a:extLst>
                  <a:ext uri="{FF2B5EF4-FFF2-40B4-BE49-F238E27FC236}">
                    <a16:creationId xmlns:a16="http://schemas.microsoft.com/office/drawing/2014/main" id="{A81A04A3-85A1-43B2-9DB0-C88014768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15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7" name="Oval 2495">
                <a:extLst>
                  <a:ext uri="{FF2B5EF4-FFF2-40B4-BE49-F238E27FC236}">
                    <a16:creationId xmlns:a16="http://schemas.microsoft.com/office/drawing/2014/main" id="{F71FB758-0F06-4732-BC96-FD4FE1B78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14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8" name="Oval 2496">
                <a:extLst>
                  <a:ext uri="{FF2B5EF4-FFF2-40B4-BE49-F238E27FC236}">
                    <a16:creationId xmlns:a16="http://schemas.microsoft.com/office/drawing/2014/main" id="{4C79BB6A-BA7F-46C6-939A-24C8F589B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17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59" name="Oval 2497">
                <a:extLst>
                  <a:ext uri="{FF2B5EF4-FFF2-40B4-BE49-F238E27FC236}">
                    <a16:creationId xmlns:a16="http://schemas.microsoft.com/office/drawing/2014/main" id="{50875379-B0A8-4851-9465-A8DF6D424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21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0" name="Oval 2498">
                <a:extLst>
                  <a:ext uri="{FF2B5EF4-FFF2-40B4-BE49-F238E27FC236}">
                    <a16:creationId xmlns:a16="http://schemas.microsoft.com/office/drawing/2014/main" id="{45B78FA7-C195-4C54-A5E9-CF336051F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16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1" name="Oval 2499">
                <a:extLst>
                  <a:ext uri="{FF2B5EF4-FFF2-40B4-BE49-F238E27FC236}">
                    <a16:creationId xmlns:a16="http://schemas.microsoft.com/office/drawing/2014/main" id="{019E8401-C50B-46E0-A301-F17621AF8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16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2" name="Oval 2500">
                <a:extLst>
                  <a:ext uri="{FF2B5EF4-FFF2-40B4-BE49-F238E27FC236}">
                    <a16:creationId xmlns:a16="http://schemas.microsoft.com/office/drawing/2014/main" id="{10851356-76BE-4899-B234-57211FECB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15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3" name="Oval 2501">
                <a:extLst>
                  <a:ext uri="{FF2B5EF4-FFF2-40B4-BE49-F238E27FC236}">
                    <a16:creationId xmlns:a16="http://schemas.microsoft.com/office/drawing/2014/main" id="{AF07EE75-7387-4C59-B218-D48CD07CD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13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4" name="Oval 2502">
                <a:extLst>
                  <a:ext uri="{FF2B5EF4-FFF2-40B4-BE49-F238E27FC236}">
                    <a16:creationId xmlns:a16="http://schemas.microsoft.com/office/drawing/2014/main" id="{2FEE6BD9-88FF-4E4A-8F65-D4930A1C8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18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5" name="Oval 2503">
                <a:extLst>
                  <a:ext uri="{FF2B5EF4-FFF2-40B4-BE49-F238E27FC236}">
                    <a16:creationId xmlns:a16="http://schemas.microsoft.com/office/drawing/2014/main" id="{F9090ED1-33AD-4664-81E2-A6CE24765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19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6" name="Oval 2504">
                <a:extLst>
                  <a:ext uri="{FF2B5EF4-FFF2-40B4-BE49-F238E27FC236}">
                    <a16:creationId xmlns:a16="http://schemas.microsoft.com/office/drawing/2014/main" id="{9C248A5D-3B19-4068-ABD4-8520644FD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19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7" name="Oval 2505">
                <a:extLst>
                  <a:ext uri="{FF2B5EF4-FFF2-40B4-BE49-F238E27FC236}">
                    <a16:creationId xmlns:a16="http://schemas.microsoft.com/office/drawing/2014/main" id="{43332B5F-6BDD-4C42-80D4-17B3A9B15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20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8" name="Oval 2506">
                <a:extLst>
                  <a:ext uri="{FF2B5EF4-FFF2-40B4-BE49-F238E27FC236}">
                    <a16:creationId xmlns:a16="http://schemas.microsoft.com/office/drawing/2014/main" id="{D64AFD5B-1CCC-4000-BA53-A41E48A1F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21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69" name="Oval 2507">
                <a:extLst>
                  <a:ext uri="{FF2B5EF4-FFF2-40B4-BE49-F238E27FC236}">
                    <a16:creationId xmlns:a16="http://schemas.microsoft.com/office/drawing/2014/main" id="{B2ADD8DE-4F76-46A5-B6AF-09943F7B8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18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0" name="Oval 2508">
                <a:extLst>
                  <a:ext uri="{FF2B5EF4-FFF2-40B4-BE49-F238E27FC236}">
                    <a16:creationId xmlns:a16="http://schemas.microsoft.com/office/drawing/2014/main" id="{244AB6A5-76FB-4FF8-9911-2B073A134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17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1" name="Oval 2509">
                <a:extLst>
                  <a:ext uri="{FF2B5EF4-FFF2-40B4-BE49-F238E27FC236}">
                    <a16:creationId xmlns:a16="http://schemas.microsoft.com/office/drawing/2014/main" id="{F7390624-BEFC-4F95-BD23-BC913B6EF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17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2" name="Oval 2510">
                <a:extLst>
                  <a:ext uri="{FF2B5EF4-FFF2-40B4-BE49-F238E27FC236}">
                    <a16:creationId xmlns:a16="http://schemas.microsoft.com/office/drawing/2014/main" id="{3F7D6A81-752D-4040-AA71-2EA82C1C6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17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3" name="Oval 2511">
                <a:extLst>
                  <a:ext uri="{FF2B5EF4-FFF2-40B4-BE49-F238E27FC236}">
                    <a16:creationId xmlns:a16="http://schemas.microsoft.com/office/drawing/2014/main" id="{B3B74C89-D79F-4BDF-A2DB-CD545ED25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17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4" name="Oval 2512">
                <a:extLst>
                  <a:ext uri="{FF2B5EF4-FFF2-40B4-BE49-F238E27FC236}">
                    <a16:creationId xmlns:a16="http://schemas.microsoft.com/office/drawing/2014/main" id="{F69EBD41-9857-44EE-BB9A-48ADB6BC0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19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5" name="Oval 2513">
                <a:extLst>
                  <a:ext uri="{FF2B5EF4-FFF2-40B4-BE49-F238E27FC236}">
                    <a16:creationId xmlns:a16="http://schemas.microsoft.com/office/drawing/2014/main" id="{D50007AB-FDE7-4098-8297-21617806E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16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6" name="Oval 2514">
                <a:extLst>
                  <a:ext uri="{FF2B5EF4-FFF2-40B4-BE49-F238E27FC236}">
                    <a16:creationId xmlns:a16="http://schemas.microsoft.com/office/drawing/2014/main" id="{535117FC-AB37-4B46-851A-EF53CF6D0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18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7" name="Oval 2515">
                <a:extLst>
                  <a:ext uri="{FF2B5EF4-FFF2-40B4-BE49-F238E27FC236}">
                    <a16:creationId xmlns:a16="http://schemas.microsoft.com/office/drawing/2014/main" id="{0515A9AA-59B0-4C84-BDA0-22169BABE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19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8" name="Oval 2516">
                <a:extLst>
                  <a:ext uri="{FF2B5EF4-FFF2-40B4-BE49-F238E27FC236}">
                    <a16:creationId xmlns:a16="http://schemas.microsoft.com/office/drawing/2014/main" id="{96A0C2EA-BA9E-412A-BD6A-C541CC4C4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17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79" name="Oval 2517">
                <a:extLst>
                  <a:ext uri="{FF2B5EF4-FFF2-40B4-BE49-F238E27FC236}">
                    <a16:creationId xmlns:a16="http://schemas.microsoft.com/office/drawing/2014/main" id="{65FA13BC-23A8-4204-A787-B961806DF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187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0" name="Oval 2518">
                <a:extLst>
                  <a:ext uri="{FF2B5EF4-FFF2-40B4-BE49-F238E27FC236}">
                    <a16:creationId xmlns:a16="http://schemas.microsoft.com/office/drawing/2014/main" id="{B371A33A-BB23-4AB4-9AE7-39998FD98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18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1" name="Oval 2519">
                <a:extLst>
                  <a:ext uri="{FF2B5EF4-FFF2-40B4-BE49-F238E27FC236}">
                    <a16:creationId xmlns:a16="http://schemas.microsoft.com/office/drawing/2014/main" id="{8AAA5F10-3A10-401B-ABA2-3EA03482E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19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2" name="Oval 2520">
                <a:extLst>
                  <a:ext uri="{FF2B5EF4-FFF2-40B4-BE49-F238E27FC236}">
                    <a16:creationId xmlns:a16="http://schemas.microsoft.com/office/drawing/2014/main" id="{ED14ABE9-1C12-405F-9A23-B6BA5D508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20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3" name="Oval 2521">
                <a:extLst>
                  <a:ext uri="{FF2B5EF4-FFF2-40B4-BE49-F238E27FC236}">
                    <a16:creationId xmlns:a16="http://schemas.microsoft.com/office/drawing/2014/main" id="{21BB8AA5-CBC6-49CA-85DA-DE984C7E2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20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4" name="Oval 2522">
                <a:extLst>
                  <a:ext uri="{FF2B5EF4-FFF2-40B4-BE49-F238E27FC236}">
                    <a16:creationId xmlns:a16="http://schemas.microsoft.com/office/drawing/2014/main" id="{9F0090E3-AE18-4ECA-9618-B9ACB00C7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18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5" name="Oval 2523">
                <a:extLst>
                  <a:ext uri="{FF2B5EF4-FFF2-40B4-BE49-F238E27FC236}">
                    <a16:creationId xmlns:a16="http://schemas.microsoft.com/office/drawing/2014/main" id="{2963F8B2-F63C-47F2-90E8-92A53AF6D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17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6" name="Oval 2524">
                <a:extLst>
                  <a:ext uri="{FF2B5EF4-FFF2-40B4-BE49-F238E27FC236}">
                    <a16:creationId xmlns:a16="http://schemas.microsoft.com/office/drawing/2014/main" id="{A1F8F0C9-4A9C-4B45-9CE2-01B2C048F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17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7" name="Oval 2525">
                <a:extLst>
                  <a:ext uri="{FF2B5EF4-FFF2-40B4-BE49-F238E27FC236}">
                    <a16:creationId xmlns:a16="http://schemas.microsoft.com/office/drawing/2014/main" id="{69B60E69-A32A-4DA0-AE01-2C66A0A1F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19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8" name="Oval 2526">
                <a:extLst>
                  <a:ext uri="{FF2B5EF4-FFF2-40B4-BE49-F238E27FC236}">
                    <a16:creationId xmlns:a16="http://schemas.microsoft.com/office/drawing/2014/main" id="{BA92D43D-3C2C-4CE1-8378-1F1426A74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21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89" name="Oval 2527">
                <a:extLst>
                  <a:ext uri="{FF2B5EF4-FFF2-40B4-BE49-F238E27FC236}">
                    <a16:creationId xmlns:a16="http://schemas.microsoft.com/office/drawing/2014/main" id="{AB53E081-956B-4FA0-B7FC-9397374CA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19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0" name="Oval 2528">
                <a:extLst>
                  <a:ext uri="{FF2B5EF4-FFF2-40B4-BE49-F238E27FC236}">
                    <a16:creationId xmlns:a16="http://schemas.microsoft.com/office/drawing/2014/main" id="{5CF9D49D-E857-422F-A900-531A0DCFB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20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1" name="Oval 2529">
                <a:extLst>
                  <a:ext uri="{FF2B5EF4-FFF2-40B4-BE49-F238E27FC236}">
                    <a16:creationId xmlns:a16="http://schemas.microsoft.com/office/drawing/2014/main" id="{90C32E28-DCD6-4CED-BB0C-2087F7BC2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21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2" name="Oval 2530">
                <a:extLst>
                  <a:ext uri="{FF2B5EF4-FFF2-40B4-BE49-F238E27FC236}">
                    <a16:creationId xmlns:a16="http://schemas.microsoft.com/office/drawing/2014/main" id="{D9DD26CC-1869-4D9C-967E-27D30C2A0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23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3" name="Oval 2531">
                <a:extLst>
                  <a:ext uri="{FF2B5EF4-FFF2-40B4-BE49-F238E27FC236}">
                    <a16:creationId xmlns:a16="http://schemas.microsoft.com/office/drawing/2014/main" id="{D4705AA2-059B-4FD7-AE6E-A2C9FB6BD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2238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4" name="Oval 2532">
                <a:extLst>
                  <a:ext uri="{FF2B5EF4-FFF2-40B4-BE49-F238E27FC236}">
                    <a16:creationId xmlns:a16="http://schemas.microsoft.com/office/drawing/2014/main" id="{94D9D630-6A7E-414E-A68F-6213EA67B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17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5" name="Oval 2533">
                <a:extLst>
                  <a:ext uri="{FF2B5EF4-FFF2-40B4-BE49-F238E27FC236}">
                    <a16:creationId xmlns:a16="http://schemas.microsoft.com/office/drawing/2014/main" id="{DCF345DF-0F0A-4F30-B066-7DBF088E6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19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6" name="Oval 2534">
                <a:extLst>
                  <a:ext uri="{FF2B5EF4-FFF2-40B4-BE49-F238E27FC236}">
                    <a16:creationId xmlns:a16="http://schemas.microsoft.com/office/drawing/2014/main" id="{488434F3-7BD8-44DD-B3E5-6E3B1DCC9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169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7" name="Oval 2535">
                <a:extLst>
                  <a:ext uri="{FF2B5EF4-FFF2-40B4-BE49-F238E27FC236}">
                    <a16:creationId xmlns:a16="http://schemas.microsoft.com/office/drawing/2014/main" id="{8079C8A8-2FCF-4AC3-852B-86DFD39F8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18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8" name="Oval 2536">
                <a:extLst>
                  <a:ext uri="{FF2B5EF4-FFF2-40B4-BE49-F238E27FC236}">
                    <a16:creationId xmlns:a16="http://schemas.microsoft.com/office/drawing/2014/main" id="{23FAAB18-F0CE-4218-90E9-C34E615C8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20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999" name="Oval 2537">
                <a:extLst>
                  <a:ext uri="{FF2B5EF4-FFF2-40B4-BE49-F238E27FC236}">
                    <a16:creationId xmlns:a16="http://schemas.microsoft.com/office/drawing/2014/main" id="{C0AC70DF-2FEA-4750-9C93-8C0B789B0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20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0" name="Oval 2538">
                <a:extLst>
                  <a:ext uri="{FF2B5EF4-FFF2-40B4-BE49-F238E27FC236}">
                    <a16:creationId xmlns:a16="http://schemas.microsoft.com/office/drawing/2014/main" id="{01762B1D-BCBF-4DF5-87C8-D0B22E716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21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1" name="Oval 2539">
                <a:extLst>
                  <a:ext uri="{FF2B5EF4-FFF2-40B4-BE49-F238E27FC236}">
                    <a16:creationId xmlns:a16="http://schemas.microsoft.com/office/drawing/2014/main" id="{4CA33ED8-9F73-456D-A6E6-082C456C7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20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2" name="Oval 2540">
                <a:extLst>
                  <a:ext uri="{FF2B5EF4-FFF2-40B4-BE49-F238E27FC236}">
                    <a16:creationId xmlns:a16="http://schemas.microsoft.com/office/drawing/2014/main" id="{A2F895FC-7FC9-449F-AFB2-3B0C46D4D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20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3" name="Oval 2541">
                <a:extLst>
                  <a:ext uri="{FF2B5EF4-FFF2-40B4-BE49-F238E27FC236}">
                    <a16:creationId xmlns:a16="http://schemas.microsoft.com/office/drawing/2014/main" id="{65879704-563F-4FEF-A034-94C63FB85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20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4" name="Oval 2542">
                <a:extLst>
                  <a:ext uri="{FF2B5EF4-FFF2-40B4-BE49-F238E27FC236}">
                    <a16:creationId xmlns:a16="http://schemas.microsoft.com/office/drawing/2014/main" id="{FD62F80E-00CD-4D99-B0D3-C84893CF6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20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5" name="Oval 2543">
                <a:extLst>
                  <a:ext uri="{FF2B5EF4-FFF2-40B4-BE49-F238E27FC236}">
                    <a16:creationId xmlns:a16="http://schemas.microsoft.com/office/drawing/2014/main" id="{F959D1D1-63D8-44CC-BAAC-EFEB798EE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20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6" name="Oval 2544">
                <a:extLst>
                  <a:ext uri="{FF2B5EF4-FFF2-40B4-BE49-F238E27FC236}">
                    <a16:creationId xmlns:a16="http://schemas.microsoft.com/office/drawing/2014/main" id="{42B41AEC-44E7-42CC-888A-FFD3DEBBD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23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7" name="Oval 2545">
                <a:extLst>
                  <a:ext uri="{FF2B5EF4-FFF2-40B4-BE49-F238E27FC236}">
                    <a16:creationId xmlns:a16="http://schemas.microsoft.com/office/drawing/2014/main" id="{C40D55C8-FDE9-46F9-91C1-77A0D25B3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2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8" name="Oval 2546">
                <a:extLst>
                  <a:ext uri="{FF2B5EF4-FFF2-40B4-BE49-F238E27FC236}">
                    <a16:creationId xmlns:a16="http://schemas.microsoft.com/office/drawing/2014/main" id="{1F27D27D-22DC-4741-B4BC-89F327863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22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09" name="Oval 2547">
                <a:extLst>
                  <a:ext uri="{FF2B5EF4-FFF2-40B4-BE49-F238E27FC236}">
                    <a16:creationId xmlns:a16="http://schemas.microsoft.com/office/drawing/2014/main" id="{5EDB927B-6B8B-4D5F-A94D-6A2C3194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21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0" name="Oval 2548">
                <a:extLst>
                  <a:ext uri="{FF2B5EF4-FFF2-40B4-BE49-F238E27FC236}">
                    <a16:creationId xmlns:a16="http://schemas.microsoft.com/office/drawing/2014/main" id="{C0247FEA-C618-4810-933B-4611E8807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21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1" name="Oval 2549">
                <a:extLst>
                  <a:ext uri="{FF2B5EF4-FFF2-40B4-BE49-F238E27FC236}">
                    <a16:creationId xmlns:a16="http://schemas.microsoft.com/office/drawing/2014/main" id="{80F0B0A9-9511-4556-BD7A-A946EB168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22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2" name="Oval 2550">
                <a:extLst>
                  <a:ext uri="{FF2B5EF4-FFF2-40B4-BE49-F238E27FC236}">
                    <a16:creationId xmlns:a16="http://schemas.microsoft.com/office/drawing/2014/main" id="{93CAC0D2-311A-430D-8A83-22E98CEE3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23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3" name="Oval 2551">
                <a:extLst>
                  <a:ext uri="{FF2B5EF4-FFF2-40B4-BE49-F238E27FC236}">
                    <a16:creationId xmlns:a16="http://schemas.microsoft.com/office/drawing/2014/main" id="{0981072D-7E01-4E66-B7DD-311174AF2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23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4" name="Oval 2552">
                <a:extLst>
                  <a:ext uri="{FF2B5EF4-FFF2-40B4-BE49-F238E27FC236}">
                    <a16:creationId xmlns:a16="http://schemas.microsoft.com/office/drawing/2014/main" id="{FEB52CEB-31E4-4FD9-BCE7-6BEE9B6BE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211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5" name="Oval 2553">
                <a:extLst>
                  <a:ext uri="{FF2B5EF4-FFF2-40B4-BE49-F238E27FC236}">
                    <a16:creationId xmlns:a16="http://schemas.microsoft.com/office/drawing/2014/main" id="{01000532-B321-4430-A4DB-961F52710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22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6" name="Oval 2554">
                <a:extLst>
                  <a:ext uri="{FF2B5EF4-FFF2-40B4-BE49-F238E27FC236}">
                    <a16:creationId xmlns:a16="http://schemas.microsoft.com/office/drawing/2014/main" id="{A9DBF4B0-AF44-41E7-BA13-81B16E8F6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13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7" name="Oval 2555">
                <a:extLst>
                  <a:ext uri="{FF2B5EF4-FFF2-40B4-BE49-F238E27FC236}">
                    <a16:creationId xmlns:a16="http://schemas.microsoft.com/office/drawing/2014/main" id="{3D9C0611-480E-4351-BAA5-0C8006EA4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15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8" name="Oval 2556">
                <a:extLst>
                  <a:ext uri="{FF2B5EF4-FFF2-40B4-BE49-F238E27FC236}">
                    <a16:creationId xmlns:a16="http://schemas.microsoft.com/office/drawing/2014/main" id="{5A6AD415-AC38-41D1-B49A-E4684B3CC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14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3019" name="Oval 2557">
                <a:extLst>
                  <a:ext uri="{FF2B5EF4-FFF2-40B4-BE49-F238E27FC236}">
                    <a16:creationId xmlns:a16="http://schemas.microsoft.com/office/drawing/2014/main" id="{DC1C0BF5-5759-49C5-A24A-30CC7BBDC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16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15" name="Group 2558">
              <a:extLst>
                <a:ext uri="{FF2B5EF4-FFF2-40B4-BE49-F238E27FC236}">
                  <a16:creationId xmlns:a16="http://schemas.microsoft.com/office/drawing/2014/main" id="{B8D72684-26C7-4834-878B-5721CB6CBC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1" y="2091"/>
              <a:ext cx="313" cy="158"/>
              <a:chOff x="4711" y="2091"/>
              <a:chExt cx="313" cy="158"/>
            </a:xfrm>
          </p:grpSpPr>
          <p:sp>
            <p:nvSpPr>
              <p:cNvPr id="62620" name="Oval 2559">
                <a:extLst>
                  <a:ext uri="{FF2B5EF4-FFF2-40B4-BE49-F238E27FC236}">
                    <a16:creationId xmlns:a16="http://schemas.microsoft.com/office/drawing/2014/main" id="{E9BD39F7-4DDD-40DD-97C9-715861E6E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16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21" name="Oval 2560">
                <a:extLst>
                  <a:ext uri="{FF2B5EF4-FFF2-40B4-BE49-F238E27FC236}">
                    <a16:creationId xmlns:a16="http://schemas.microsoft.com/office/drawing/2014/main" id="{E827BF23-F2CF-4CC9-8879-882944F39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14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22" name="Oval 2561">
                <a:extLst>
                  <a:ext uri="{FF2B5EF4-FFF2-40B4-BE49-F238E27FC236}">
                    <a16:creationId xmlns:a16="http://schemas.microsoft.com/office/drawing/2014/main" id="{119D3917-68BF-471C-A1A1-1789AED98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129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23" name="Oval 2562">
                <a:extLst>
                  <a:ext uri="{FF2B5EF4-FFF2-40B4-BE49-F238E27FC236}">
                    <a16:creationId xmlns:a16="http://schemas.microsoft.com/office/drawing/2014/main" id="{A197011C-24E1-44C2-A7F2-EB018461C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13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24" name="Oval 2563">
                <a:extLst>
                  <a:ext uri="{FF2B5EF4-FFF2-40B4-BE49-F238E27FC236}">
                    <a16:creationId xmlns:a16="http://schemas.microsoft.com/office/drawing/2014/main" id="{968B57D5-0046-4410-B86A-D3489D6C2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13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25" name="Oval 2564">
                <a:extLst>
                  <a:ext uri="{FF2B5EF4-FFF2-40B4-BE49-F238E27FC236}">
                    <a16:creationId xmlns:a16="http://schemas.microsoft.com/office/drawing/2014/main" id="{B91B0D2B-865E-4265-B223-B440678FD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12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26" name="Oval 2565">
                <a:extLst>
                  <a:ext uri="{FF2B5EF4-FFF2-40B4-BE49-F238E27FC236}">
                    <a16:creationId xmlns:a16="http://schemas.microsoft.com/office/drawing/2014/main" id="{7381A970-D7B2-4AEB-BD10-3BAFB0F72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214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27" name="Oval 2566">
                <a:extLst>
                  <a:ext uri="{FF2B5EF4-FFF2-40B4-BE49-F238E27FC236}">
                    <a16:creationId xmlns:a16="http://schemas.microsoft.com/office/drawing/2014/main" id="{97047EFC-A01C-4442-AF93-9E32476AB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12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28" name="Oval 2567">
                <a:extLst>
                  <a:ext uri="{FF2B5EF4-FFF2-40B4-BE49-F238E27FC236}">
                    <a16:creationId xmlns:a16="http://schemas.microsoft.com/office/drawing/2014/main" id="{B0EC0112-DF4E-4050-9F2E-7D1D2F70B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14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29" name="Oval 2568">
                <a:extLst>
                  <a:ext uri="{FF2B5EF4-FFF2-40B4-BE49-F238E27FC236}">
                    <a16:creationId xmlns:a16="http://schemas.microsoft.com/office/drawing/2014/main" id="{84463DBD-EE95-4A7A-B38A-B1CFD2A13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15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0" name="Oval 2569">
                <a:extLst>
                  <a:ext uri="{FF2B5EF4-FFF2-40B4-BE49-F238E27FC236}">
                    <a16:creationId xmlns:a16="http://schemas.microsoft.com/office/drawing/2014/main" id="{310BB7F6-0075-49E9-845D-31ADBCADA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13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1" name="Oval 2570">
                <a:extLst>
                  <a:ext uri="{FF2B5EF4-FFF2-40B4-BE49-F238E27FC236}">
                    <a16:creationId xmlns:a16="http://schemas.microsoft.com/office/drawing/2014/main" id="{164AF9AC-F521-46F6-8173-87CB2461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14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2" name="Oval 2571">
                <a:extLst>
                  <a:ext uri="{FF2B5EF4-FFF2-40B4-BE49-F238E27FC236}">
                    <a16:creationId xmlns:a16="http://schemas.microsoft.com/office/drawing/2014/main" id="{BF696247-B4BE-47D2-96EC-16DA2240B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13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3" name="Oval 2572">
                <a:extLst>
                  <a:ext uri="{FF2B5EF4-FFF2-40B4-BE49-F238E27FC236}">
                    <a16:creationId xmlns:a16="http://schemas.microsoft.com/office/drawing/2014/main" id="{DEC30C17-9D8D-4AED-9A4B-BB5727FAB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14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4" name="Oval 2573">
                <a:extLst>
                  <a:ext uri="{FF2B5EF4-FFF2-40B4-BE49-F238E27FC236}">
                    <a16:creationId xmlns:a16="http://schemas.microsoft.com/office/drawing/2014/main" id="{5AFA337B-EE28-4B78-8F31-A40F6B695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16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5" name="Oval 2574">
                <a:extLst>
                  <a:ext uri="{FF2B5EF4-FFF2-40B4-BE49-F238E27FC236}">
                    <a16:creationId xmlns:a16="http://schemas.microsoft.com/office/drawing/2014/main" id="{669DC295-D1E8-4803-B6F5-2038A4089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17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6" name="Oval 2575">
                <a:extLst>
                  <a:ext uri="{FF2B5EF4-FFF2-40B4-BE49-F238E27FC236}">
                    <a16:creationId xmlns:a16="http://schemas.microsoft.com/office/drawing/2014/main" id="{F547081B-DF3E-42F4-8961-0EB1CF06A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18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7" name="Oval 2576">
                <a:extLst>
                  <a:ext uri="{FF2B5EF4-FFF2-40B4-BE49-F238E27FC236}">
                    <a16:creationId xmlns:a16="http://schemas.microsoft.com/office/drawing/2014/main" id="{2B7073F3-0906-4ED1-B2EE-BA165CC83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16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8" name="Oval 2577">
                <a:extLst>
                  <a:ext uri="{FF2B5EF4-FFF2-40B4-BE49-F238E27FC236}">
                    <a16:creationId xmlns:a16="http://schemas.microsoft.com/office/drawing/2014/main" id="{8CABE753-FF4C-45EC-A450-6825E35E2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15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39" name="Oval 2578">
                <a:extLst>
                  <a:ext uri="{FF2B5EF4-FFF2-40B4-BE49-F238E27FC236}">
                    <a16:creationId xmlns:a16="http://schemas.microsoft.com/office/drawing/2014/main" id="{EFD5060B-B6D2-49BD-BE43-1A4904E78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15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0" name="Oval 2579">
                <a:extLst>
                  <a:ext uri="{FF2B5EF4-FFF2-40B4-BE49-F238E27FC236}">
                    <a16:creationId xmlns:a16="http://schemas.microsoft.com/office/drawing/2014/main" id="{CFD9F794-B9B0-4A41-AE13-3BE16889F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17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1" name="Oval 2580">
                <a:extLst>
                  <a:ext uri="{FF2B5EF4-FFF2-40B4-BE49-F238E27FC236}">
                    <a16:creationId xmlns:a16="http://schemas.microsoft.com/office/drawing/2014/main" id="{38AF233B-F1E5-40F2-8B51-82F1D1303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19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2" name="Oval 2581">
                <a:extLst>
                  <a:ext uri="{FF2B5EF4-FFF2-40B4-BE49-F238E27FC236}">
                    <a16:creationId xmlns:a16="http://schemas.microsoft.com/office/drawing/2014/main" id="{42412FB8-8D6C-43A8-9F2B-36946202D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13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3" name="Oval 2582">
                <a:extLst>
                  <a:ext uri="{FF2B5EF4-FFF2-40B4-BE49-F238E27FC236}">
                    <a16:creationId xmlns:a16="http://schemas.microsoft.com/office/drawing/2014/main" id="{4136E6D7-CABD-4F06-BC17-637160083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13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4" name="Oval 2583">
                <a:extLst>
                  <a:ext uri="{FF2B5EF4-FFF2-40B4-BE49-F238E27FC236}">
                    <a16:creationId xmlns:a16="http://schemas.microsoft.com/office/drawing/2014/main" id="{87038586-5D3E-487B-81F3-3398971D1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13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5" name="Oval 2584">
                <a:extLst>
                  <a:ext uri="{FF2B5EF4-FFF2-40B4-BE49-F238E27FC236}">
                    <a16:creationId xmlns:a16="http://schemas.microsoft.com/office/drawing/2014/main" id="{ECD9D120-8C07-4282-8FBA-031A5BE24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15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6" name="Oval 2585">
                <a:extLst>
                  <a:ext uri="{FF2B5EF4-FFF2-40B4-BE49-F238E27FC236}">
                    <a16:creationId xmlns:a16="http://schemas.microsoft.com/office/drawing/2014/main" id="{46C8519B-3B7E-47EC-8337-963F07BD5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15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7" name="Oval 2586">
                <a:extLst>
                  <a:ext uri="{FF2B5EF4-FFF2-40B4-BE49-F238E27FC236}">
                    <a16:creationId xmlns:a16="http://schemas.microsoft.com/office/drawing/2014/main" id="{3BE52AB2-A9F3-4220-A11A-63D19BCA2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16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8" name="Oval 2587">
                <a:extLst>
                  <a:ext uri="{FF2B5EF4-FFF2-40B4-BE49-F238E27FC236}">
                    <a16:creationId xmlns:a16="http://schemas.microsoft.com/office/drawing/2014/main" id="{E5139E7E-F44E-48B7-93D7-FC7735C15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182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49" name="Oval 2588">
                <a:extLst>
                  <a:ext uri="{FF2B5EF4-FFF2-40B4-BE49-F238E27FC236}">
                    <a16:creationId xmlns:a16="http://schemas.microsoft.com/office/drawing/2014/main" id="{4D3275BD-0C60-41F9-A291-4442F6E40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17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0" name="Oval 2589">
                <a:extLst>
                  <a:ext uri="{FF2B5EF4-FFF2-40B4-BE49-F238E27FC236}">
                    <a16:creationId xmlns:a16="http://schemas.microsoft.com/office/drawing/2014/main" id="{BF7D1F18-9367-4058-9730-B66FF3F3A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13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1" name="Oval 2590">
                <a:extLst>
                  <a:ext uri="{FF2B5EF4-FFF2-40B4-BE49-F238E27FC236}">
                    <a16:creationId xmlns:a16="http://schemas.microsoft.com/office/drawing/2014/main" id="{F2CB7A9A-394B-4C36-98BA-1C3A25D65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15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2" name="Oval 2591">
                <a:extLst>
                  <a:ext uri="{FF2B5EF4-FFF2-40B4-BE49-F238E27FC236}">
                    <a16:creationId xmlns:a16="http://schemas.microsoft.com/office/drawing/2014/main" id="{1ED80387-D702-427E-AB29-90A5286E6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16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3" name="Oval 2592">
                <a:extLst>
                  <a:ext uri="{FF2B5EF4-FFF2-40B4-BE49-F238E27FC236}">
                    <a16:creationId xmlns:a16="http://schemas.microsoft.com/office/drawing/2014/main" id="{94B0AFE5-6003-4636-830B-1710F833B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17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4" name="Oval 2593">
                <a:extLst>
                  <a:ext uri="{FF2B5EF4-FFF2-40B4-BE49-F238E27FC236}">
                    <a16:creationId xmlns:a16="http://schemas.microsoft.com/office/drawing/2014/main" id="{97E0AAA5-4D95-462C-AF65-AB205DF9A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17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5" name="Oval 2594">
                <a:extLst>
                  <a:ext uri="{FF2B5EF4-FFF2-40B4-BE49-F238E27FC236}">
                    <a16:creationId xmlns:a16="http://schemas.microsoft.com/office/drawing/2014/main" id="{A2502311-E2D9-4067-BE75-9D8717C51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16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6" name="Oval 2595">
                <a:extLst>
                  <a:ext uri="{FF2B5EF4-FFF2-40B4-BE49-F238E27FC236}">
                    <a16:creationId xmlns:a16="http://schemas.microsoft.com/office/drawing/2014/main" id="{B8AB9523-7E11-42F6-8CD0-4303EAC51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15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7" name="Oval 2596">
                <a:extLst>
                  <a:ext uri="{FF2B5EF4-FFF2-40B4-BE49-F238E27FC236}">
                    <a16:creationId xmlns:a16="http://schemas.microsoft.com/office/drawing/2014/main" id="{FCCBD3D1-F4A3-4706-8F19-F6EC30AAA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19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8" name="Oval 2597">
                <a:extLst>
                  <a:ext uri="{FF2B5EF4-FFF2-40B4-BE49-F238E27FC236}">
                    <a16:creationId xmlns:a16="http://schemas.microsoft.com/office/drawing/2014/main" id="{E73F587D-4EE4-43FE-A674-62D0F779F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23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9" name="Oval 2598">
                <a:extLst>
                  <a:ext uri="{FF2B5EF4-FFF2-40B4-BE49-F238E27FC236}">
                    <a16:creationId xmlns:a16="http://schemas.microsoft.com/office/drawing/2014/main" id="{95D5439B-480C-4ED5-A654-FC941548A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17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0" name="Oval 2599">
                <a:extLst>
                  <a:ext uri="{FF2B5EF4-FFF2-40B4-BE49-F238E27FC236}">
                    <a16:creationId xmlns:a16="http://schemas.microsoft.com/office/drawing/2014/main" id="{2229973C-710B-44EF-B5DA-48B263A2D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17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1" name="Oval 2600">
                <a:extLst>
                  <a:ext uri="{FF2B5EF4-FFF2-40B4-BE49-F238E27FC236}">
                    <a16:creationId xmlns:a16="http://schemas.microsoft.com/office/drawing/2014/main" id="{0364C972-4174-4E2A-85E9-594724039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16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2" name="Oval 2601">
                <a:extLst>
                  <a:ext uri="{FF2B5EF4-FFF2-40B4-BE49-F238E27FC236}">
                    <a16:creationId xmlns:a16="http://schemas.microsoft.com/office/drawing/2014/main" id="{4399332F-3BE3-4768-8D06-8B116CF79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15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3" name="Oval 2602">
                <a:extLst>
                  <a:ext uri="{FF2B5EF4-FFF2-40B4-BE49-F238E27FC236}">
                    <a16:creationId xmlns:a16="http://schemas.microsoft.com/office/drawing/2014/main" id="{06122938-8DF8-4C93-832C-AB37776B0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19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4" name="Oval 2603">
                <a:extLst>
                  <a:ext uri="{FF2B5EF4-FFF2-40B4-BE49-F238E27FC236}">
                    <a16:creationId xmlns:a16="http://schemas.microsoft.com/office/drawing/2014/main" id="{983EB8AA-837E-44DC-8A96-BF9C84E96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20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5" name="Oval 2604">
                <a:extLst>
                  <a:ext uri="{FF2B5EF4-FFF2-40B4-BE49-F238E27FC236}">
                    <a16:creationId xmlns:a16="http://schemas.microsoft.com/office/drawing/2014/main" id="{825F17E9-75B6-495F-B0D8-F322544DF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20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6" name="Oval 2605">
                <a:extLst>
                  <a:ext uri="{FF2B5EF4-FFF2-40B4-BE49-F238E27FC236}">
                    <a16:creationId xmlns:a16="http://schemas.microsoft.com/office/drawing/2014/main" id="{4C27D3FA-EBDE-49E4-9F1E-8669711E7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21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7" name="Oval 2606">
                <a:extLst>
                  <a:ext uri="{FF2B5EF4-FFF2-40B4-BE49-F238E27FC236}">
                    <a16:creationId xmlns:a16="http://schemas.microsoft.com/office/drawing/2014/main" id="{793F06F2-D1D3-4944-B342-5E59E9BFA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22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8" name="Oval 2607">
                <a:extLst>
                  <a:ext uri="{FF2B5EF4-FFF2-40B4-BE49-F238E27FC236}">
                    <a16:creationId xmlns:a16="http://schemas.microsoft.com/office/drawing/2014/main" id="{E99452B3-CA1A-42FB-8F5D-A1E726F0A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20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9" name="Oval 2608">
                <a:extLst>
                  <a:ext uri="{FF2B5EF4-FFF2-40B4-BE49-F238E27FC236}">
                    <a16:creationId xmlns:a16="http://schemas.microsoft.com/office/drawing/2014/main" id="{1983DA58-567A-42C0-8562-9EEFB0907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18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0" name="Oval 2609">
                <a:extLst>
                  <a:ext uri="{FF2B5EF4-FFF2-40B4-BE49-F238E27FC236}">
                    <a16:creationId xmlns:a16="http://schemas.microsoft.com/office/drawing/2014/main" id="{3F0104E7-50C1-451F-82E5-6749D3B8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18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1" name="Oval 2610">
                <a:extLst>
                  <a:ext uri="{FF2B5EF4-FFF2-40B4-BE49-F238E27FC236}">
                    <a16:creationId xmlns:a16="http://schemas.microsoft.com/office/drawing/2014/main" id="{1EF286A3-7528-4E60-B00B-50D5FF386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18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2" name="Oval 2611">
                <a:extLst>
                  <a:ext uri="{FF2B5EF4-FFF2-40B4-BE49-F238E27FC236}">
                    <a16:creationId xmlns:a16="http://schemas.microsoft.com/office/drawing/2014/main" id="{F0F2B463-1AEC-41BE-AA2F-7E898A7E5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185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3" name="Oval 2612">
                <a:extLst>
                  <a:ext uri="{FF2B5EF4-FFF2-40B4-BE49-F238E27FC236}">
                    <a16:creationId xmlns:a16="http://schemas.microsoft.com/office/drawing/2014/main" id="{F94FE840-E6CC-4A7D-B019-61D35830E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20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4" name="Oval 2613">
                <a:extLst>
                  <a:ext uri="{FF2B5EF4-FFF2-40B4-BE49-F238E27FC236}">
                    <a16:creationId xmlns:a16="http://schemas.microsoft.com/office/drawing/2014/main" id="{A90F978E-89C0-42BA-A39B-A3AC9D521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2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5" name="Oval 2614">
                <a:extLst>
                  <a:ext uri="{FF2B5EF4-FFF2-40B4-BE49-F238E27FC236}">
                    <a16:creationId xmlns:a16="http://schemas.microsoft.com/office/drawing/2014/main" id="{357D61BA-C5CE-476A-9F55-164A73F20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23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6" name="Oval 2615">
                <a:extLst>
                  <a:ext uri="{FF2B5EF4-FFF2-40B4-BE49-F238E27FC236}">
                    <a16:creationId xmlns:a16="http://schemas.microsoft.com/office/drawing/2014/main" id="{1E7BA53D-A03C-40C1-AF79-35DB7DE20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23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7" name="Oval 2616">
                <a:extLst>
                  <a:ext uri="{FF2B5EF4-FFF2-40B4-BE49-F238E27FC236}">
                    <a16:creationId xmlns:a16="http://schemas.microsoft.com/office/drawing/2014/main" id="{2C97A936-455B-4772-9420-AC08349BF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2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8" name="Oval 2617">
                <a:extLst>
                  <a:ext uri="{FF2B5EF4-FFF2-40B4-BE49-F238E27FC236}">
                    <a16:creationId xmlns:a16="http://schemas.microsoft.com/office/drawing/2014/main" id="{F12C93D0-BE95-4AB7-ABC7-3921CA1C8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23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9" name="Oval 2618">
                <a:extLst>
                  <a:ext uri="{FF2B5EF4-FFF2-40B4-BE49-F238E27FC236}">
                    <a16:creationId xmlns:a16="http://schemas.microsoft.com/office/drawing/2014/main" id="{9D30C06B-B2D2-43E0-B295-46AC71E16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18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0" name="Oval 2619">
                <a:extLst>
                  <a:ext uri="{FF2B5EF4-FFF2-40B4-BE49-F238E27FC236}">
                    <a16:creationId xmlns:a16="http://schemas.microsoft.com/office/drawing/2014/main" id="{E3E91518-6843-4F65-89CB-DE2C0CD0B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20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1" name="Oval 2620">
                <a:extLst>
                  <a:ext uri="{FF2B5EF4-FFF2-40B4-BE49-F238E27FC236}">
                    <a16:creationId xmlns:a16="http://schemas.microsoft.com/office/drawing/2014/main" id="{7307B24A-31B9-48E9-8909-92C5C3E80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20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2" name="Oval 2621">
                <a:extLst>
                  <a:ext uri="{FF2B5EF4-FFF2-40B4-BE49-F238E27FC236}">
                    <a16:creationId xmlns:a16="http://schemas.microsoft.com/office/drawing/2014/main" id="{801D6104-7285-43C2-BC44-03D5F9806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19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3" name="Oval 2622">
                <a:extLst>
                  <a:ext uri="{FF2B5EF4-FFF2-40B4-BE49-F238E27FC236}">
                    <a16:creationId xmlns:a16="http://schemas.microsoft.com/office/drawing/2014/main" id="{3A5C5092-69E3-4848-8138-DD4F9B26C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20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4" name="Oval 2623">
                <a:extLst>
                  <a:ext uri="{FF2B5EF4-FFF2-40B4-BE49-F238E27FC236}">
                    <a16:creationId xmlns:a16="http://schemas.microsoft.com/office/drawing/2014/main" id="{4A86049E-5C04-4ECF-98F5-29377B065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19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5" name="Oval 2624">
                <a:extLst>
                  <a:ext uri="{FF2B5EF4-FFF2-40B4-BE49-F238E27FC236}">
                    <a16:creationId xmlns:a16="http://schemas.microsoft.com/office/drawing/2014/main" id="{32689687-6E4E-41A2-A5F6-2E09F5DE4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20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6" name="Oval 2625">
                <a:extLst>
                  <a:ext uri="{FF2B5EF4-FFF2-40B4-BE49-F238E27FC236}">
                    <a16:creationId xmlns:a16="http://schemas.microsoft.com/office/drawing/2014/main" id="{1D9D7683-B400-4669-B53A-7C9F361FE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21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7" name="Oval 2626">
                <a:extLst>
                  <a:ext uri="{FF2B5EF4-FFF2-40B4-BE49-F238E27FC236}">
                    <a16:creationId xmlns:a16="http://schemas.microsoft.com/office/drawing/2014/main" id="{3160FE26-E15C-43E9-940A-4C7816502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19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8" name="Oval 2627">
                <a:extLst>
                  <a:ext uri="{FF2B5EF4-FFF2-40B4-BE49-F238E27FC236}">
                    <a16:creationId xmlns:a16="http://schemas.microsoft.com/office/drawing/2014/main" id="{475C6E1E-72E2-470F-8693-D703F4E47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19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89" name="Oval 2628">
                <a:extLst>
                  <a:ext uri="{FF2B5EF4-FFF2-40B4-BE49-F238E27FC236}">
                    <a16:creationId xmlns:a16="http://schemas.microsoft.com/office/drawing/2014/main" id="{A84E8F81-50A2-4DF5-BB7D-92FE629B6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19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0" name="Oval 2629">
                <a:extLst>
                  <a:ext uri="{FF2B5EF4-FFF2-40B4-BE49-F238E27FC236}">
                    <a16:creationId xmlns:a16="http://schemas.microsoft.com/office/drawing/2014/main" id="{6ED7A5A0-FF44-4CA3-9410-FD50F6478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21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1" name="Oval 2630">
                <a:extLst>
                  <a:ext uri="{FF2B5EF4-FFF2-40B4-BE49-F238E27FC236}">
                    <a16:creationId xmlns:a16="http://schemas.microsoft.com/office/drawing/2014/main" id="{54298D07-371D-417C-800B-CFF35348A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22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2" name="Oval 2631">
                <a:extLst>
                  <a:ext uri="{FF2B5EF4-FFF2-40B4-BE49-F238E27FC236}">
                    <a16:creationId xmlns:a16="http://schemas.microsoft.com/office/drawing/2014/main" id="{FD2F34AC-65B8-48D7-961F-19C61638D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23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3" name="Oval 2632">
                <a:extLst>
                  <a:ext uri="{FF2B5EF4-FFF2-40B4-BE49-F238E27FC236}">
                    <a16:creationId xmlns:a16="http://schemas.microsoft.com/office/drawing/2014/main" id="{F5203992-62F3-4FF5-9A3D-AA1C1CF9E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21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4" name="Oval 2633">
                <a:extLst>
                  <a:ext uri="{FF2B5EF4-FFF2-40B4-BE49-F238E27FC236}">
                    <a16:creationId xmlns:a16="http://schemas.microsoft.com/office/drawing/2014/main" id="{5454341C-64E8-46A6-97B3-2EDEE8331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22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5" name="Oval 2634">
                <a:extLst>
                  <a:ext uri="{FF2B5EF4-FFF2-40B4-BE49-F238E27FC236}">
                    <a16:creationId xmlns:a16="http://schemas.microsoft.com/office/drawing/2014/main" id="{B6E4258F-717F-4704-8A70-9BFFBB1A8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23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6" name="Oval 2635">
                <a:extLst>
                  <a:ext uri="{FF2B5EF4-FFF2-40B4-BE49-F238E27FC236}">
                    <a16:creationId xmlns:a16="http://schemas.microsoft.com/office/drawing/2014/main" id="{5612EF8E-9732-47A2-917B-A94D5C653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19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7" name="Oval 2636">
                <a:extLst>
                  <a:ext uri="{FF2B5EF4-FFF2-40B4-BE49-F238E27FC236}">
                    <a16:creationId xmlns:a16="http://schemas.microsoft.com/office/drawing/2014/main" id="{7C5C99DE-F3EE-4BBF-9580-B6C6AD7F2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20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8" name="Oval 2637">
                <a:extLst>
                  <a:ext uri="{FF2B5EF4-FFF2-40B4-BE49-F238E27FC236}">
                    <a16:creationId xmlns:a16="http://schemas.microsoft.com/office/drawing/2014/main" id="{36594BA8-C8BE-4173-8282-5CE14A345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21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99" name="Oval 2638">
                <a:extLst>
                  <a:ext uri="{FF2B5EF4-FFF2-40B4-BE49-F238E27FC236}">
                    <a16:creationId xmlns:a16="http://schemas.microsoft.com/office/drawing/2014/main" id="{C07842A0-F889-438F-B843-9DA730CF0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23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0" name="Oval 2639">
                <a:extLst>
                  <a:ext uri="{FF2B5EF4-FFF2-40B4-BE49-F238E27FC236}">
                    <a16:creationId xmlns:a16="http://schemas.microsoft.com/office/drawing/2014/main" id="{E2FA8171-6E50-4CB1-9D14-185F64688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10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1" name="Oval 2640">
                <a:extLst>
                  <a:ext uri="{FF2B5EF4-FFF2-40B4-BE49-F238E27FC236}">
                    <a16:creationId xmlns:a16="http://schemas.microsoft.com/office/drawing/2014/main" id="{38BE2304-BCA1-4F70-A2C9-D5CA95E8F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11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2" name="Oval 2641">
                <a:extLst>
                  <a:ext uri="{FF2B5EF4-FFF2-40B4-BE49-F238E27FC236}">
                    <a16:creationId xmlns:a16="http://schemas.microsoft.com/office/drawing/2014/main" id="{3DE57A81-B6F3-4AF5-A527-4B9564967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11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3" name="Oval 2642">
                <a:extLst>
                  <a:ext uri="{FF2B5EF4-FFF2-40B4-BE49-F238E27FC236}">
                    <a16:creationId xmlns:a16="http://schemas.microsoft.com/office/drawing/2014/main" id="{B483DA6C-831F-43E9-8312-D2ED5A145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12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4" name="Oval 2643">
                <a:extLst>
                  <a:ext uri="{FF2B5EF4-FFF2-40B4-BE49-F238E27FC236}">
                    <a16:creationId xmlns:a16="http://schemas.microsoft.com/office/drawing/2014/main" id="{A34EF39B-3A2B-4C41-895B-23FE6F1C0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13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5" name="Oval 2644">
                <a:extLst>
                  <a:ext uri="{FF2B5EF4-FFF2-40B4-BE49-F238E27FC236}">
                    <a16:creationId xmlns:a16="http://schemas.microsoft.com/office/drawing/2014/main" id="{8F2F23E8-7201-415A-9E26-CA50C9E24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211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6" name="Oval 2645">
                <a:extLst>
                  <a:ext uri="{FF2B5EF4-FFF2-40B4-BE49-F238E27FC236}">
                    <a16:creationId xmlns:a16="http://schemas.microsoft.com/office/drawing/2014/main" id="{1C63B8BA-A9BF-48A0-8DD4-75508AE96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0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7" name="Oval 2646">
                <a:extLst>
                  <a:ext uri="{FF2B5EF4-FFF2-40B4-BE49-F238E27FC236}">
                    <a16:creationId xmlns:a16="http://schemas.microsoft.com/office/drawing/2014/main" id="{271815A2-1FDE-4D05-9975-39ADC9294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209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8" name="Oval 2647">
                <a:extLst>
                  <a:ext uri="{FF2B5EF4-FFF2-40B4-BE49-F238E27FC236}">
                    <a16:creationId xmlns:a16="http://schemas.microsoft.com/office/drawing/2014/main" id="{0AA58BF6-6B55-4A12-9F5D-B25637B7D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09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09" name="Oval 2648">
                <a:extLst>
                  <a:ext uri="{FF2B5EF4-FFF2-40B4-BE49-F238E27FC236}">
                    <a16:creationId xmlns:a16="http://schemas.microsoft.com/office/drawing/2014/main" id="{EEF70852-1BAD-40D2-A934-A8A1C81DE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09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0" name="Oval 2649">
                <a:extLst>
                  <a:ext uri="{FF2B5EF4-FFF2-40B4-BE49-F238E27FC236}">
                    <a16:creationId xmlns:a16="http://schemas.microsoft.com/office/drawing/2014/main" id="{539B59F4-8F7E-4A78-BB32-6B4ECD594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1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1" name="Oval 2650">
                <a:extLst>
                  <a:ext uri="{FF2B5EF4-FFF2-40B4-BE49-F238E27FC236}">
                    <a16:creationId xmlns:a16="http://schemas.microsoft.com/office/drawing/2014/main" id="{38BE53BC-32ED-48D2-81E0-EDFA820CB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09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2" name="Oval 2651">
                <a:extLst>
                  <a:ext uri="{FF2B5EF4-FFF2-40B4-BE49-F238E27FC236}">
                    <a16:creationId xmlns:a16="http://schemas.microsoft.com/office/drawing/2014/main" id="{D005B229-AB1D-439F-9069-ED31565A6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11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3" name="Oval 2652">
                <a:extLst>
                  <a:ext uri="{FF2B5EF4-FFF2-40B4-BE49-F238E27FC236}">
                    <a16:creationId xmlns:a16="http://schemas.microsoft.com/office/drawing/2014/main" id="{3939D6B0-AEFF-4A69-869D-722FD09FD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11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4" name="Oval 2653">
                <a:extLst>
                  <a:ext uri="{FF2B5EF4-FFF2-40B4-BE49-F238E27FC236}">
                    <a16:creationId xmlns:a16="http://schemas.microsoft.com/office/drawing/2014/main" id="{4C981558-B800-44F4-B1A0-83F72D770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10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5" name="Oval 2654">
                <a:extLst>
                  <a:ext uri="{FF2B5EF4-FFF2-40B4-BE49-F238E27FC236}">
                    <a16:creationId xmlns:a16="http://schemas.microsoft.com/office/drawing/2014/main" id="{FB1F1061-290E-4570-9FEA-2333CD7CC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211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6" name="Oval 2655">
                <a:extLst>
                  <a:ext uri="{FF2B5EF4-FFF2-40B4-BE49-F238E27FC236}">
                    <a16:creationId xmlns:a16="http://schemas.microsoft.com/office/drawing/2014/main" id="{05282848-FD3E-41AB-BB75-9503F5003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10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7" name="Oval 2656">
                <a:extLst>
                  <a:ext uri="{FF2B5EF4-FFF2-40B4-BE49-F238E27FC236}">
                    <a16:creationId xmlns:a16="http://schemas.microsoft.com/office/drawing/2014/main" id="{C1763244-59E4-4296-8B4E-7C1B8EB50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11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8" name="Oval 2657">
                <a:extLst>
                  <a:ext uri="{FF2B5EF4-FFF2-40B4-BE49-F238E27FC236}">
                    <a16:creationId xmlns:a16="http://schemas.microsoft.com/office/drawing/2014/main" id="{F06CE412-8ABF-4149-AF4C-598497FAA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212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19" name="Oval 2658">
                <a:extLst>
                  <a:ext uri="{FF2B5EF4-FFF2-40B4-BE49-F238E27FC236}">
                    <a16:creationId xmlns:a16="http://schemas.microsoft.com/office/drawing/2014/main" id="{90418535-6CCB-41BA-9E2A-A3D72E7D6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14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0" name="Oval 2659">
                <a:extLst>
                  <a:ext uri="{FF2B5EF4-FFF2-40B4-BE49-F238E27FC236}">
                    <a16:creationId xmlns:a16="http://schemas.microsoft.com/office/drawing/2014/main" id="{3B669D7D-2485-4DD1-9BFC-EEB7BD9DA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14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1" name="Oval 2660">
                <a:extLst>
                  <a:ext uri="{FF2B5EF4-FFF2-40B4-BE49-F238E27FC236}">
                    <a16:creationId xmlns:a16="http://schemas.microsoft.com/office/drawing/2014/main" id="{0F34351B-D337-49BF-B417-3CAD17A88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12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2" name="Oval 2661">
                <a:extLst>
                  <a:ext uri="{FF2B5EF4-FFF2-40B4-BE49-F238E27FC236}">
                    <a16:creationId xmlns:a16="http://schemas.microsoft.com/office/drawing/2014/main" id="{112A3D6A-9067-4139-A4B8-659110E5C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11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3" name="Oval 2662">
                <a:extLst>
                  <a:ext uri="{FF2B5EF4-FFF2-40B4-BE49-F238E27FC236}">
                    <a16:creationId xmlns:a16="http://schemas.microsoft.com/office/drawing/2014/main" id="{64ED1035-F35D-4992-AB0B-9E050A9D8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12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4" name="Oval 2663">
                <a:extLst>
                  <a:ext uri="{FF2B5EF4-FFF2-40B4-BE49-F238E27FC236}">
                    <a16:creationId xmlns:a16="http://schemas.microsoft.com/office/drawing/2014/main" id="{BC34EE6E-80AA-4B66-BC9D-79A51E7A6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139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5" name="Oval 2664">
                <a:extLst>
                  <a:ext uri="{FF2B5EF4-FFF2-40B4-BE49-F238E27FC236}">
                    <a16:creationId xmlns:a16="http://schemas.microsoft.com/office/drawing/2014/main" id="{6D3FC15C-FF41-4E89-9D01-DD09F1858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15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6" name="Oval 2665">
                <a:extLst>
                  <a:ext uri="{FF2B5EF4-FFF2-40B4-BE49-F238E27FC236}">
                    <a16:creationId xmlns:a16="http://schemas.microsoft.com/office/drawing/2014/main" id="{9FF101E4-100E-4F8A-B3F6-BC908B9ED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4" y="210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7" name="Oval 2666">
                <a:extLst>
                  <a:ext uri="{FF2B5EF4-FFF2-40B4-BE49-F238E27FC236}">
                    <a16:creationId xmlns:a16="http://schemas.microsoft.com/office/drawing/2014/main" id="{79066721-26CD-4484-8732-1B43E8159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09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8" name="Oval 2667">
                <a:extLst>
                  <a:ext uri="{FF2B5EF4-FFF2-40B4-BE49-F238E27FC236}">
                    <a16:creationId xmlns:a16="http://schemas.microsoft.com/office/drawing/2014/main" id="{BEA0E542-9BB5-451A-A2AB-074A5B25C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11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29" name="Oval 2668">
                <a:extLst>
                  <a:ext uri="{FF2B5EF4-FFF2-40B4-BE49-F238E27FC236}">
                    <a16:creationId xmlns:a16="http://schemas.microsoft.com/office/drawing/2014/main" id="{2FA9B985-D632-47C9-8E08-12C10EC02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12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0" name="Oval 2669">
                <a:extLst>
                  <a:ext uri="{FF2B5EF4-FFF2-40B4-BE49-F238E27FC236}">
                    <a16:creationId xmlns:a16="http://schemas.microsoft.com/office/drawing/2014/main" id="{C810387D-F4DD-45ED-A9D8-66512DF74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12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1" name="Oval 2670">
                <a:extLst>
                  <a:ext uri="{FF2B5EF4-FFF2-40B4-BE49-F238E27FC236}">
                    <a16:creationId xmlns:a16="http://schemas.microsoft.com/office/drawing/2014/main" id="{CC3EF8DC-263F-492C-92A1-F463E76EB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13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2" name="Oval 2671">
                <a:extLst>
                  <a:ext uri="{FF2B5EF4-FFF2-40B4-BE49-F238E27FC236}">
                    <a16:creationId xmlns:a16="http://schemas.microsoft.com/office/drawing/2014/main" id="{FFE48BE7-54CB-4FAB-8B18-D0EE887F0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14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3" name="Oval 2672">
                <a:extLst>
                  <a:ext uri="{FF2B5EF4-FFF2-40B4-BE49-F238E27FC236}">
                    <a16:creationId xmlns:a16="http://schemas.microsoft.com/office/drawing/2014/main" id="{9479841E-A4D2-4CF2-805B-1885982B0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14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4" name="Oval 2673">
                <a:extLst>
                  <a:ext uri="{FF2B5EF4-FFF2-40B4-BE49-F238E27FC236}">
                    <a16:creationId xmlns:a16="http://schemas.microsoft.com/office/drawing/2014/main" id="{81608FE8-BE3F-4121-97CF-C08DFD0EC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10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5" name="Oval 2674">
                <a:extLst>
                  <a:ext uri="{FF2B5EF4-FFF2-40B4-BE49-F238E27FC236}">
                    <a16:creationId xmlns:a16="http://schemas.microsoft.com/office/drawing/2014/main" id="{61C9C1FB-8FB8-4574-9FED-91162FAB1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11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6" name="Oval 2675">
                <a:extLst>
                  <a:ext uri="{FF2B5EF4-FFF2-40B4-BE49-F238E27FC236}">
                    <a16:creationId xmlns:a16="http://schemas.microsoft.com/office/drawing/2014/main" id="{2E770476-E6FF-4866-A08C-54AF1104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12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7" name="Oval 2676">
                <a:extLst>
                  <a:ext uri="{FF2B5EF4-FFF2-40B4-BE49-F238E27FC236}">
                    <a16:creationId xmlns:a16="http://schemas.microsoft.com/office/drawing/2014/main" id="{40B3FCE0-A7E4-4EA5-90F3-EA09E0C3F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13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8" name="Oval 2677">
                <a:extLst>
                  <a:ext uri="{FF2B5EF4-FFF2-40B4-BE49-F238E27FC236}">
                    <a16:creationId xmlns:a16="http://schemas.microsoft.com/office/drawing/2014/main" id="{F4D65A4E-E1BD-4247-ABFB-BEB8FBB6F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13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39" name="Oval 2678">
                <a:extLst>
                  <a:ext uri="{FF2B5EF4-FFF2-40B4-BE49-F238E27FC236}">
                    <a16:creationId xmlns:a16="http://schemas.microsoft.com/office/drawing/2014/main" id="{24ABA432-BB70-4930-8147-01C52C9B4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13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0" name="Oval 2679">
                <a:extLst>
                  <a:ext uri="{FF2B5EF4-FFF2-40B4-BE49-F238E27FC236}">
                    <a16:creationId xmlns:a16="http://schemas.microsoft.com/office/drawing/2014/main" id="{1EDB74FF-7329-426E-A9BB-3307534F9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212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1" name="Oval 2680">
                <a:extLst>
                  <a:ext uri="{FF2B5EF4-FFF2-40B4-BE49-F238E27FC236}">
                    <a16:creationId xmlns:a16="http://schemas.microsoft.com/office/drawing/2014/main" id="{E6CB324E-0E73-469E-8F87-C19CB7BEB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15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2" name="Oval 2681">
                <a:extLst>
                  <a:ext uri="{FF2B5EF4-FFF2-40B4-BE49-F238E27FC236}">
                    <a16:creationId xmlns:a16="http://schemas.microsoft.com/office/drawing/2014/main" id="{9EAD5AFE-E6E1-484C-841A-EDC24003A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20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3" name="Oval 2682">
                <a:extLst>
                  <a:ext uri="{FF2B5EF4-FFF2-40B4-BE49-F238E27FC236}">
                    <a16:creationId xmlns:a16="http://schemas.microsoft.com/office/drawing/2014/main" id="{40C159BE-AC33-4EF0-AA1A-B0650CBB2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14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4" name="Oval 2683">
                <a:extLst>
                  <a:ext uri="{FF2B5EF4-FFF2-40B4-BE49-F238E27FC236}">
                    <a16:creationId xmlns:a16="http://schemas.microsoft.com/office/drawing/2014/main" id="{BB79C3A5-3165-47D6-AB07-3F9648F78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213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5" name="Oval 2684">
                <a:extLst>
                  <a:ext uri="{FF2B5EF4-FFF2-40B4-BE49-F238E27FC236}">
                    <a16:creationId xmlns:a16="http://schemas.microsoft.com/office/drawing/2014/main" id="{8DC0A1BA-491A-44DA-A211-E33FAC04A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13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6" name="Oval 2685">
                <a:extLst>
                  <a:ext uri="{FF2B5EF4-FFF2-40B4-BE49-F238E27FC236}">
                    <a16:creationId xmlns:a16="http://schemas.microsoft.com/office/drawing/2014/main" id="{A24DF535-9F15-40ED-8E85-B8176062A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12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7" name="Oval 2686">
                <a:extLst>
                  <a:ext uri="{FF2B5EF4-FFF2-40B4-BE49-F238E27FC236}">
                    <a16:creationId xmlns:a16="http://schemas.microsoft.com/office/drawing/2014/main" id="{FD36116F-6F46-4EA8-BB31-C07DBE578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16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8" name="Oval 2687">
                <a:extLst>
                  <a:ext uri="{FF2B5EF4-FFF2-40B4-BE49-F238E27FC236}">
                    <a16:creationId xmlns:a16="http://schemas.microsoft.com/office/drawing/2014/main" id="{D013C66C-8107-4640-BD7E-4B3D8E8AB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17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49" name="Oval 2688">
                <a:extLst>
                  <a:ext uri="{FF2B5EF4-FFF2-40B4-BE49-F238E27FC236}">
                    <a16:creationId xmlns:a16="http://schemas.microsoft.com/office/drawing/2014/main" id="{C1417EA8-1820-4E81-A8B6-462CF0EB8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17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0" name="Oval 2689">
                <a:extLst>
                  <a:ext uri="{FF2B5EF4-FFF2-40B4-BE49-F238E27FC236}">
                    <a16:creationId xmlns:a16="http://schemas.microsoft.com/office/drawing/2014/main" id="{B4156FA9-3CE1-406D-9709-3C63AF27E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18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1" name="Oval 2690">
                <a:extLst>
                  <a:ext uri="{FF2B5EF4-FFF2-40B4-BE49-F238E27FC236}">
                    <a16:creationId xmlns:a16="http://schemas.microsoft.com/office/drawing/2014/main" id="{378172F6-92A3-485E-9281-C6AF2640A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219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2" name="Oval 2691">
                <a:extLst>
                  <a:ext uri="{FF2B5EF4-FFF2-40B4-BE49-F238E27FC236}">
                    <a16:creationId xmlns:a16="http://schemas.microsoft.com/office/drawing/2014/main" id="{3173F06F-1542-4340-AF93-CC250E77B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16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3" name="Oval 2692">
                <a:extLst>
                  <a:ext uri="{FF2B5EF4-FFF2-40B4-BE49-F238E27FC236}">
                    <a16:creationId xmlns:a16="http://schemas.microsoft.com/office/drawing/2014/main" id="{421A6321-3D37-43C5-B6BE-DD625C9D8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15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4" name="Oval 2693">
                <a:extLst>
                  <a:ext uri="{FF2B5EF4-FFF2-40B4-BE49-F238E27FC236}">
                    <a16:creationId xmlns:a16="http://schemas.microsoft.com/office/drawing/2014/main" id="{739B0574-0D84-4829-A471-0A6D8FC94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15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5" name="Oval 2694">
                <a:extLst>
                  <a:ext uri="{FF2B5EF4-FFF2-40B4-BE49-F238E27FC236}">
                    <a16:creationId xmlns:a16="http://schemas.microsoft.com/office/drawing/2014/main" id="{0D67852C-3AA8-488C-88B8-B2C9E3B97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15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6" name="Oval 2695">
                <a:extLst>
                  <a:ext uri="{FF2B5EF4-FFF2-40B4-BE49-F238E27FC236}">
                    <a16:creationId xmlns:a16="http://schemas.microsoft.com/office/drawing/2014/main" id="{974A2AD5-0BDE-414F-8850-AC5DD368F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15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7" name="Oval 2696">
                <a:extLst>
                  <a:ext uri="{FF2B5EF4-FFF2-40B4-BE49-F238E27FC236}">
                    <a16:creationId xmlns:a16="http://schemas.microsoft.com/office/drawing/2014/main" id="{52C4FFF9-5FCC-4222-BD72-B0078892A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17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8" name="Oval 2697">
                <a:extLst>
                  <a:ext uri="{FF2B5EF4-FFF2-40B4-BE49-F238E27FC236}">
                    <a16:creationId xmlns:a16="http://schemas.microsoft.com/office/drawing/2014/main" id="{F3F5EB27-9ACE-4F2D-8FA2-F6E0FE354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15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59" name="Oval 2698">
                <a:extLst>
                  <a:ext uri="{FF2B5EF4-FFF2-40B4-BE49-F238E27FC236}">
                    <a16:creationId xmlns:a16="http://schemas.microsoft.com/office/drawing/2014/main" id="{7918D662-4E77-4792-939F-4D0B8224E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16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0" name="Oval 2699">
                <a:extLst>
                  <a:ext uri="{FF2B5EF4-FFF2-40B4-BE49-F238E27FC236}">
                    <a16:creationId xmlns:a16="http://schemas.microsoft.com/office/drawing/2014/main" id="{DFCAEB6B-268B-4BFA-AAA7-D3E1F1FE1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217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1" name="Oval 2700">
                <a:extLst>
                  <a:ext uri="{FF2B5EF4-FFF2-40B4-BE49-F238E27FC236}">
                    <a16:creationId xmlns:a16="http://schemas.microsoft.com/office/drawing/2014/main" id="{3DE94A12-5F62-44FE-A0D0-7B2065C51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216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2" name="Oval 2701">
                <a:extLst>
                  <a:ext uri="{FF2B5EF4-FFF2-40B4-BE49-F238E27FC236}">
                    <a16:creationId xmlns:a16="http://schemas.microsoft.com/office/drawing/2014/main" id="{B820A81E-26F0-401F-9F11-24E98DBB7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16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3" name="Oval 2702">
                <a:extLst>
                  <a:ext uri="{FF2B5EF4-FFF2-40B4-BE49-F238E27FC236}">
                    <a16:creationId xmlns:a16="http://schemas.microsoft.com/office/drawing/2014/main" id="{5C13601E-A3EA-457C-8A50-0CF412602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216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4" name="Oval 2703">
                <a:extLst>
                  <a:ext uri="{FF2B5EF4-FFF2-40B4-BE49-F238E27FC236}">
                    <a16:creationId xmlns:a16="http://schemas.microsoft.com/office/drawing/2014/main" id="{DCF6B1E7-818B-4DD9-8DDC-C1BC3B118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216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5" name="Oval 2704">
                <a:extLst>
                  <a:ext uri="{FF2B5EF4-FFF2-40B4-BE49-F238E27FC236}">
                    <a16:creationId xmlns:a16="http://schemas.microsoft.com/office/drawing/2014/main" id="{9467E2DF-B5D2-454E-8543-15B30502D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18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6" name="Oval 2705">
                <a:extLst>
                  <a:ext uri="{FF2B5EF4-FFF2-40B4-BE49-F238E27FC236}">
                    <a16:creationId xmlns:a16="http://schemas.microsoft.com/office/drawing/2014/main" id="{873AFB75-05F1-42A0-84FF-B6B2080E9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16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7" name="Oval 2706">
                <a:extLst>
                  <a:ext uri="{FF2B5EF4-FFF2-40B4-BE49-F238E27FC236}">
                    <a16:creationId xmlns:a16="http://schemas.microsoft.com/office/drawing/2014/main" id="{4A6E5ED5-6AE1-4AEF-B443-BAD202E3F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15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8" name="Oval 2707">
                <a:extLst>
                  <a:ext uri="{FF2B5EF4-FFF2-40B4-BE49-F238E27FC236}">
                    <a16:creationId xmlns:a16="http://schemas.microsoft.com/office/drawing/2014/main" id="{A5B20741-6E97-441D-AADF-EB1239E44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15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69" name="Oval 2708">
                <a:extLst>
                  <a:ext uri="{FF2B5EF4-FFF2-40B4-BE49-F238E27FC236}">
                    <a16:creationId xmlns:a16="http://schemas.microsoft.com/office/drawing/2014/main" id="{E9CCF0DF-D820-48BF-BB67-9EC5F3D9D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16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0" name="Oval 2709">
                <a:extLst>
                  <a:ext uri="{FF2B5EF4-FFF2-40B4-BE49-F238E27FC236}">
                    <a16:creationId xmlns:a16="http://schemas.microsoft.com/office/drawing/2014/main" id="{84F4E7DD-B114-4EF6-ABAF-13E6CA41D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17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1" name="Oval 2710">
                <a:extLst>
                  <a:ext uri="{FF2B5EF4-FFF2-40B4-BE49-F238E27FC236}">
                    <a16:creationId xmlns:a16="http://schemas.microsoft.com/office/drawing/2014/main" id="{755DC385-E6BB-4845-942F-55BE9391A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17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2" name="Oval 2711">
                <a:extLst>
                  <a:ext uri="{FF2B5EF4-FFF2-40B4-BE49-F238E27FC236}">
                    <a16:creationId xmlns:a16="http://schemas.microsoft.com/office/drawing/2014/main" id="{24A4C1D3-D176-4BC0-B8D8-9F4C7A963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18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3" name="Oval 2712">
                <a:extLst>
                  <a:ext uri="{FF2B5EF4-FFF2-40B4-BE49-F238E27FC236}">
                    <a16:creationId xmlns:a16="http://schemas.microsoft.com/office/drawing/2014/main" id="{3C9DE85C-5438-4173-AA00-58827B60A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19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4" name="Oval 2713">
                <a:extLst>
                  <a:ext uri="{FF2B5EF4-FFF2-40B4-BE49-F238E27FC236}">
                    <a16:creationId xmlns:a16="http://schemas.microsoft.com/office/drawing/2014/main" id="{7BC49FAD-B2CB-475B-A976-10D934A47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15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5" name="Oval 2714">
                <a:extLst>
                  <a:ext uri="{FF2B5EF4-FFF2-40B4-BE49-F238E27FC236}">
                    <a16:creationId xmlns:a16="http://schemas.microsoft.com/office/drawing/2014/main" id="{F21CB177-7616-49D1-8A27-E1A2867E3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217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6" name="Oval 2715">
                <a:extLst>
                  <a:ext uri="{FF2B5EF4-FFF2-40B4-BE49-F238E27FC236}">
                    <a16:creationId xmlns:a16="http://schemas.microsoft.com/office/drawing/2014/main" id="{B4BCC85C-E9AC-41A3-8C20-DAA172647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13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7" name="Oval 2716">
                <a:extLst>
                  <a:ext uri="{FF2B5EF4-FFF2-40B4-BE49-F238E27FC236}">
                    <a16:creationId xmlns:a16="http://schemas.microsoft.com/office/drawing/2014/main" id="{D8A3B8BB-CD55-4F5B-A113-8B45908C0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4" y="215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8" name="Oval 2717">
                <a:extLst>
                  <a:ext uri="{FF2B5EF4-FFF2-40B4-BE49-F238E27FC236}">
                    <a16:creationId xmlns:a16="http://schemas.microsoft.com/office/drawing/2014/main" id="{E73AF806-F7E0-449B-9561-56AAA8C33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213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9" name="Oval 2718">
                <a:extLst>
                  <a:ext uri="{FF2B5EF4-FFF2-40B4-BE49-F238E27FC236}">
                    <a16:creationId xmlns:a16="http://schemas.microsoft.com/office/drawing/2014/main" id="{1D62F394-927D-4CE5-ABD2-894ABAD93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14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0" name="Oval 2719">
                <a:extLst>
                  <a:ext uri="{FF2B5EF4-FFF2-40B4-BE49-F238E27FC236}">
                    <a16:creationId xmlns:a16="http://schemas.microsoft.com/office/drawing/2014/main" id="{9187AFE7-96E7-4025-8277-53F7C9106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4" y="215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1" name="Oval 2720">
                <a:extLst>
                  <a:ext uri="{FF2B5EF4-FFF2-40B4-BE49-F238E27FC236}">
                    <a16:creationId xmlns:a16="http://schemas.microsoft.com/office/drawing/2014/main" id="{02D2CAE1-1F51-446D-8289-1F0837665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16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2" name="Oval 2721">
                <a:extLst>
                  <a:ext uri="{FF2B5EF4-FFF2-40B4-BE49-F238E27FC236}">
                    <a16:creationId xmlns:a16="http://schemas.microsoft.com/office/drawing/2014/main" id="{B8603A97-8633-4624-A1FD-7EBA36C0B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214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3" name="Oval 2722">
                <a:extLst>
                  <a:ext uri="{FF2B5EF4-FFF2-40B4-BE49-F238E27FC236}">
                    <a16:creationId xmlns:a16="http://schemas.microsoft.com/office/drawing/2014/main" id="{5D54E6A7-8654-4401-BCDB-FB52E033C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213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4" name="Oval 2723">
                <a:extLst>
                  <a:ext uri="{FF2B5EF4-FFF2-40B4-BE49-F238E27FC236}">
                    <a16:creationId xmlns:a16="http://schemas.microsoft.com/office/drawing/2014/main" id="{BE5122EB-2C69-404D-AC95-D636D3462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214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5" name="Oval 2724">
                <a:extLst>
                  <a:ext uri="{FF2B5EF4-FFF2-40B4-BE49-F238E27FC236}">
                    <a16:creationId xmlns:a16="http://schemas.microsoft.com/office/drawing/2014/main" id="{526D39A2-8055-49C2-A12B-4109A45F5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6" y="215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6" name="Oval 2725">
                <a:extLst>
                  <a:ext uri="{FF2B5EF4-FFF2-40B4-BE49-F238E27FC236}">
                    <a16:creationId xmlns:a16="http://schemas.microsoft.com/office/drawing/2014/main" id="{AC4E4184-5C62-43D1-BE39-2CA247C78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6" y="217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7" name="Oval 2726">
                <a:extLst>
                  <a:ext uri="{FF2B5EF4-FFF2-40B4-BE49-F238E27FC236}">
                    <a16:creationId xmlns:a16="http://schemas.microsoft.com/office/drawing/2014/main" id="{2BFC64F4-E40E-4B6C-A349-850E2FDB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14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8" name="Oval 2727">
                <a:extLst>
                  <a:ext uri="{FF2B5EF4-FFF2-40B4-BE49-F238E27FC236}">
                    <a16:creationId xmlns:a16="http://schemas.microsoft.com/office/drawing/2014/main" id="{0AD00F78-4EF3-4E88-8EBD-EF7AB7053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15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9" name="Oval 2728">
                <a:extLst>
                  <a:ext uri="{FF2B5EF4-FFF2-40B4-BE49-F238E27FC236}">
                    <a16:creationId xmlns:a16="http://schemas.microsoft.com/office/drawing/2014/main" id="{11891B69-0E70-4935-8D73-F5BB8A3C9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213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0" name="Oval 2729">
                <a:extLst>
                  <a:ext uri="{FF2B5EF4-FFF2-40B4-BE49-F238E27FC236}">
                    <a16:creationId xmlns:a16="http://schemas.microsoft.com/office/drawing/2014/main" id="{2E0351F2-E2C5-4377-8F99-51D220652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14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1" name="Oval 2730">
                <a:extLst>
                  <a:ext uri="{FF2B5EF4-FFF2-40B4-BE49-F238E27FC236}">
                    <a16:creationId xmlns:a16="http://schemas.microsoft.com/office/drawing/2014/main" id="{81A67A04-3F18-4114-A01E-2BACA42A3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215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2" name="Oval 2731">
                <a:extLst>
                  <a:ext uri="{FF2B5EF4-FFF2-40B4-BE49-F238E27FC236}">
                    <a16:creationId xmlns:a16="http://schemas.microsoft.com/office/drawing/2014/main" id="{1664FA6E-C02C-403C-BCE9-7E8C703E3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213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3" name="Oval 2732">
                <a:extLst>
                  <a:ext uri="{FF2B5EF4-FFF2-40B4-BE49-F238E27FC236}">
                    <a16:creationId xmlns:a16="http://schemas.microsoft.com/office/drawing/2014/main" id="{84C39CA8-2AD2-40CC-A76B-8DD65AD40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9" y="216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4" name="Oval 2733">
                <a:extLst>
                  <a:ext uri="{FF2B5EF4-FFF2-40B4-BE49-F238E27FC236}">
                    <a16:creationId xmlns:a16="http://schemas.microsoft.com/office/drawing/2014/main" id="{72DEDA28-64F7-4956-8F18-0322DAFD7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2158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5" name="Oval 2734">
                <a:extLst>
                  <a:ext uri="{FF2B5EF4-FFF2-40B4-BE49-F238E27FC236}">
                    <a16:creationId xmlns:a16="http://schemas.microsoft.com/office/drawing/2014/main" id="{B8B47A1E-BD14-4B19-825C-F612F69E1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9" y="215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6" name="Oval 2735">
                <a:extLst>
                  <a:ext uri="{FF2B5EF4-FFF2-40B4-BE49-F238E27FC236}">
                    <a16:creationId xmlns:a16="http://schemas.microsoft.com/office/drawing/2014/main" id="{7AAA67AE-DEBF-4827-A8C4-DE2A2E066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21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7" name="Oval 2736">
                <a:extLst>
                  <a:ext uri="{FF2B5EF4-FFF2-40B4-BE49-F238E27FC236}">
                    <a16:creationId xmlns:a16="http://schemas.microsoft.com/office/drawing/2014/main" id="{F516842A-9D15-4FB4-BB22-250DB83F9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17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8" name="Oval 2737">
                <a:extLst>
                  <a:ext uri="{FF2B5EF4-FFF2-40B4-BE49-F238E27FC236}">
                    <a16:creationId xmlns:a16="http://schemas.microsoft.com/office/drawing/2014/main" id="{277FCC36-7E9D-46C6-A9C2-BF30EA06A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18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99" name="Oval 2738">
                <a:extLst>
                  <a:ext uri="{FF2B5EF4-FFF2-40B4-BE49-F238E27FC236}">
                    <a16:creationId xmlns:a16="http://schemas.microsoft.com/office/drawing/2014/main" id="{53875F15-569C-4C82-9702-A8CE8E3F3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20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0" name="Oval 2739">
                <a:extLst>
                  <a:ext uri="{FF2B5EF4-FFF2-40B4-BE49-F238E27FC236}">
                    <a16:creationId xmlns:a16="http://schemas.microsoft.com/office/drawing/2014/main" id="{4B6AFAEC-CFED-43AF-8C65-5AAD2E7BA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19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1" name="Oval 2740">
                <a:extLst>
                  <a:ext uri="{FF2B5EF4-FFF2-40B4-BE49-F238E27FC236}">
                    <a16:creationId xmlns:a16="http://schemas.microsoft.com/office/drawing/2014/main" id="{8E66D475-F316-4D5D-BA73-34A567C8F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220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2" name="Oval 2741">
                <a:extLst>
                  <a:ext uri="{FF2B5EF4-FFF2-40B4-BE49-F238E27FC236}">
                    <a16:creationId xmlns:a16="http://schemas.microsoft.com/office/drawing/2014/main" id="{C33327DC-8170-435B-97C1-A34C37569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18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3" name="Oval 2742">
                <a:extLst>
                  <a:ext uri="{FF2B5EF4-FFF2-40B4-BE49-F238E27FC236}">
                    <a16:creationId xmlns:a16="http://schemas.microsoft.com/office/drawing/2014/main" id="{79156D79-048B-43E2-9C09-3A8D71887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218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4" name="Oval 2743">
                <a:extLst>
                  <a:ext uri="{FF2B5EF4-FFF2-40B4-BE49-F238E27FC236}">
                    <a16:creationId xmlns:a16="http://schemas.microsoft.com/office/drawing/2014/main" id="{62FF5E1E-D892-4067-86FB-2BF40CB67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216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5" name="Oval 2744">
                <a:extLst>
                  <a:ext uri="{FF2B5EF4-FFF2-40B4-BE49-F238E27FC236}">
                    <a16:creationId xmlns:a16="http://schemas.microsoft.com/office/drawing/2014/main" id="{5D04E9EC-CD7A-4E5E-9598-6FC978C44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9" y="217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6" name="Oval 2745">
                <a:extLst>
                  <a:ext uri="{FF2B5EF4-FFF2-40B4-BE49-F238E27FC236}">
                    <a16:creationId xmlns:a16="http://schemas.microsoft.com/office/drawing/2014/main" id="{1A5C0257-098B-43A1-9E04-91A794C3B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217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7" name="Oval 2746">
                <a:extLst>
                  <a:ext uri="{FF2B5EF4-FFF2-40B4-BE49-F238E27FC236}">
                    <a16:creationId xmlns:a16="http://schemas.microsoft.com/office/drawing/2014/main" id="{9709F0E9-29A2-476D-ADF5-D42DC66C8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16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8" name="Oval 2747">
                <a:extLst>
                  <a:ext uri="{FF2B5EF4-FFF2-40B4-BE49-F238E27FC236}">
                    <a16:creationId xmlns:a16="http://schemas.microsoft.com/office/drawing/2014/main" id="{A6D51029-749C-4A40-86B2-8A23F1137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218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09" name="Oval 2748">
                <a:extLst>
                  <a:ext uri="{FF2B5EF4-FFF2-40B4-BE49-F238E27FC236}">
                    <a16:creationId xmlns:a16="http://schemas.microsoft.com/office/drawing/2014/main" id="{973AA7E4-6B6D-4276-9650-63FC7447A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19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0" name="Oval 2749">
                <a:extLst>
                  <a:ext uri="{FF2B5EF4-FFF2-40B4-BE49-F238E27FC236}">
                    <a16:creationId xmlns:a16="http://schemas.microsoft.com/office/drawing/2014/main" id="{64D58AB0-F2CA-483D-9FFE-F1AC21BD2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17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1" name="Oval 2750">
                <a:extLst>
                  <a:ext uri="{FF2B5EF4-FFF2-40B4-BE49-F238E27FC236}">
                    <a16:creationId xmlns:a16="http://schemas.microsoft.com/office/drawing/2014/main" id="{23447DFB-22F9-4A0C-BC6A-33985E908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18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2" name="Oval 2751">
                <a:extLst>
                  <a:ext uri="{FF2B5EF4-FFF2-40B4-BE49-F238E27FC236}">
                    <a16:creationId xmlns:a16="http://schemas.microsoft.com/office/drawing/2014/main" id="{F05FC057-1AC2-4C65-B958-CF221AF09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217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3" name="Oval 2752">
                <a:extLst>
                  <a:ext uri="{FF2B5EF4-FFF2-40B4-BE49-F238E27FC236}">
                    <a16:creationId xmlns:a16="http://schemas.microsoft.com/office/drawing/2014/main" id="{9F619E86-67AC-47C7-9C48-11AC96CB8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9" y="219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4" name="Oval 2753">
                <a:extLst>
                  <a:ext uri="{FF2B5EF4-FFF2-40B4-BE49-F238E27FC236}">
                    <a16:creationId xmlns:a16="http://schemas.microsoft.com/office/drawing/2014/main" id="{AEF5AA35-56AA-4C3E-AEB5-5DF3F34DB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17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5" name="Oval 2754">
                <a:extLst>
                  <a:ext uri="{FF2B5EF4-FFF2-40B4-BE49-F238E27FC236}">
                    <a16:creationId xmlns:a16="http://schemas.microsoft.com/office/drawing/2014/main" id="{D97E88BE-A677-4FE3-A68E-61E716D51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179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6" name="Oval 2755">
                <a:extLst>
                  <a:ext uri="{FF2B5EF4-FFF2-40B4-BE49-F238E27FC236}">
                    <a16:creationId xmlns:a16="http://schemas.microsoft.com/office/drawing/2014/main" id="{D7038F97-B5A5-49C4-83BC-F6E59DFB5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19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7" name="Oval 2756">
                <a:extLst>
                  <a:ext uri="{FF2B5EF4-FFF2-40B4-BE49-F238E27FC236}">
                    <a16:creationId xmlns:a16="http://schemas.microsoft.com/office/drawing/2014/main" id="{CC8F63E4-22C2-40E5-98AB-FF7762722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17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8" name="Oval 2757">
                <a:extLst>
                  <a:ext uri="{FF2B5EF4-FFF2-40B4-BE49-F238E27FC236}">
                    <a16:creationId xmlns:a16="http://schemas.microsoft.com/office/drawing/2014/main" id="{CA19D178-6588-4CED-A478-73E87196A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19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819" name="Oval 2758">
                <a:extLst>
                  <a:ext uri="{FF2B5EF4-FFF2-40B4-BE49-F238E27FC236}">
                    <a16:creationId xmlns:a16="http://schemas.microsoft.com/office/drawing/2014/main" id="{F03EA26D-50F1-4753-ABC7-446C743B5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217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16" name="Group 2759">
              <a:extLst>
                <a:ext uri="{FF2B5EF4-FFF2-40B4-BE49-F238E27FC236}">
                  <a16:creationId xmlns:a16="http://schemas.microsoft.com/office/drawing/2014/main" id="{3EC415D8-50F9-4EB6-89E0-B012106C50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9" y="2185"/>
              <a:ext cx="492" cy="269"/>
              <a:chOff x="4539" y="2185"/>
              <a:chExt cx="492" cy="269"/>
            </a:xfrm>
          </p:grpSpPr>
          <p:sp>
            <p:nvSpPr>
              <p:cNvPr id="62420" name="Oval 2760">
                <a:extLst>
                  <a:ext uri="{FF2B5EF4-FFF2-40B4-BE49-F238E27FC236}">
                    <a16:creationId xmlns:a16="http://schemas.microsoft.com/office/drawing/2014/main" id="{664C414A-04F1-4183-B26F-7A5661EE6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219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21" name="Oval 2761">
                <a:extLst>
                  <a:ext uri="{FF2B5EF4-FFF2-40B4-BE49-F238E27FC236}">
                    <a16:creationId xmlns:a16="http://schemas.microsoft.com/office/drawing/2014/main" id="{BEA5D148-6DBB-45C0-8FB9-3CB8638C2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223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22" name="Oval 2762">
                <a:extLst>
                  <a:ext uri="{FF2B5EF4-FFF2-40B4-BE49-F238E27FC236}">
                    <a16:creationId xmlns:a16="http://schemas.microsoft.com/office/drawing/2014/main" id="{4AE93570-4786-4320-BA79-E98AC86CF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221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23" name="Oval 2763">
                <a:extLst>
                  <a:ext uri="{FF2B5EF4-FFF2-40B4-BE49-F238E27FC236}">
                    <a16:creationId xmlns:a16="http://schemas.microsoft.com/office/drawing/2014/main" id="{232FA437-BE19-4FB9-A60B-F01558E36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219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24" name="Oval 2764">
                <a:extLst>
                  <a:ext uri="{FF2B5EF4-FFF2-40B4-BE49-F238E27FC236}">
                    <a16:creationId xmlns:a16="http://schemas.microsoft.com/office/drawing/2014/main" id="{770C4C1C-B2EE-4332-9D6F-127D8BF19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220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25" name="Oval 2765">
                <a:extLst>
                  <a:ext uri="{FF2B5EF4-FFF2-40B4-BE49-F238E27FC236}">
                    <a16:creationId xmlns:a16="http://schemas.microsoft.com/office/drawing/2014/main" id="{73AB3888-55B2-41DC-9754-09F1F4D2C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4" y="222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26" name="Oval 2766">
                <a:extLst>
                  <a:ext uri="{FF2B5EF4-FFF2-40B4-BE49-F238E27FC236}">
                    <a16:creationId xmlns:a16="http://schemas.microsoft.com/office/drawing/2014/main" id="{3AA4020E-E9DF-4381-AF58-55A051923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1" y="223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27" name="Oval 2767">
                <a:extLst>
                  <a:ext uri="{FF2B5EF4-FFF2-40B4-BE49-F238E27FC236}">
                    <a16:creationId xmlns:a16="http://schemas.microsoft.com/office/drawing/2014/main" id="{91944D52-6C06-4D03-B020-E24247E5B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220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28" name="Oval 2768">
                <a:extLst>
                  <a:ext uri="{FF2B5EF4-FFF2-40B4-BE49-F238E27FC236}">
                    <a16:creationId xmlns:a16="http://schemas.microsoft.com/office/drawing/2014/main" id="{EF162B40-A408-4155-B953-195498E03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221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29" name="Oval 2769">
                <a:extLst>
                  <a:ext uri="{FF2B5EF4-FFF2-40B4-BE49-F238E27FC236}">
                    <a16:creationId xmlns:a16="http://schemas.microsoft.com/office/drawing/2014/main" id="{EB067824-2E94-4799-AE8D-EB4A6619F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220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0" name="Oval 2770">
                <a:extLst>
                  <a:ext uri="{FF2B5EF4-FFF2-40B4-BE49-F238E27FC236}">
                    <a16:creationId xmlns:a16="http://schemas.microsoft.com/office/drawing/2014/main" id="{9F109898-7299-4C0E-A86A-C2CAE4EFE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6" y="222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1" name="Oval 2771">
                <a:extLst>
                  <a:ext uri="{FF2B5EF4-FFF2-40B4-BE49-F238E27FC236}">
                    <a16:creationId xmlns:a16="http://schemas.microsoft.com/office/drawing/2014/main" id="{2897B808-B9A0-4BD8-A876-3BA668A88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9" y="222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2" name="Oval 2772">
                <a:extLst>
                  <a:ext uri="{FF2B5EF4-FFF2-40B4-BE49-F238E27FC236}">
                    <a16:creationId xmlns:a16="http://schemas.microsoft.com/office/drawing/2014/main" id="{70CC0D1E-30AE-4E5E-B130-02F03FE25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6" y="221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3" name="Oval 2773">
                <a:extLst>
                  <a:ext uri="{FF2B5EF4-FFF2-40B4-BE49-F238E27FC236}">
                    <a16:creationId xmlns:a16="http://schemas.microsoft.com/office/drawing/2014/main" id="{FB2BC28F-87A5-4AB6-A33A-8090F9312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224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4" name="Oval 2774">
                <a:extLst>
                  <a:ext uri="{FF2B5EF4-FFF2-40B4-BE49-F238E27FC236}">
                    <a16:creationId xmlns:a16="http://schemas.microsoft.com/office/drawing/2014/main" id="{8713F3E6-CE3D-44AB-AB68-0C7B18AD4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223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5" name="Oval 2775">
                <a:extLst>
                  <a:ext uri="{FF2B5EF4-FFF2-40B4-BE49-F238E27FC236}">
                    <a16:creationId xmlns:a16="http://schemas.microsoft.com/office/drawing/2014/main" id="{EB068961-009F-4996-B805-5526ABA65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23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6" name="Oval 2776">
                <a:extLst>
                  <a:ext uri="{FF2B5EF4-FFF2-40B4-BE49-F238E27FC236}">
                    <a16:creationId xmlns:a16="http://schemas.microsoft.com/office/drawing/2014/main" id="{0EBB6FC4-2D92-4B32-B519-DBC334948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220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7" name="Oval 2777">
                <a:extLst>
                  <a:ext uri="{FF2B5EF4-FFF2-40B4-BE49-F238E27FC236}">
                    <a16:creationId xmlns:a16="http://schemas.microsoft.com/office/drawing/2014/main" id="{CD92FB3E-FEE9-468A-B98D-E53DFD1FB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20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8" name="Oval 2778">
                <a:extLst>
                  <a:ext uri="{FF2B5EF4-FFF2-40B4-BE49-F238E27FC236}">
                    <a16:creationId xmlns:a16="http://schemas.microsoft.com/office/drawing/2014/main" id="{CD83804D-09AB-4B82-9EF9-CB7431540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4" y="218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9" name="Oval 2779">
                <a:extLst>
                  <a:ext uri="{FF2B5EF4-FFF2-40B4-BE49-F238E27FC236}">
                    <a16:creationId xmlns:a16="http://schemas.microsoft.com/office/drawing/2014/main" id="{7899975E-4427-4454-9F02-0D3FEB8C8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228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0" name="Oval 2780">
                <a:extLst>
                  <a:ext uri="{FF2B5EF4-FFF2-40B4-BE49-F238E27FC236}">
                    <a16:creationId xmlns:a16="http://schemas.microsoft.com/office/drawing/2014/main" id="{3FE51158-96BC-4BCB-AAA3-063A94BD6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229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1" name="Oval 2781">
                <a:extLst>
                  <a:ext uri="{FF2B5EF4-FFF2-40B4-BE49-F238E27FC236}">
                    <a16:creationId xmlns:a16="http://schemas.microsoft.com/office/drawing/2014/main" id="{AF991AF4-2519-4646-B6F0-90B112DAB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224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2" name="Oval 2782">
                <a:extLst>
                  <a:ext uri="{FF2B5EF4-FFF2-40B4-BE49-F238E27FC236}">
                    <a16:creationId xmlns:a16="http://schemas.microsoft.com/office/drawing/2014/main" id="{2D968447-FC81-4E37-91D1-D9EDFA1DE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225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3" name="Oval 2783">
                <a:extLst>
                  <a:ext uri="{FF2B5EF4-FFF2-40B4-BE49-F238E27FC236}">
                    <a16:creationId xmlns:a16="http://schemas.microsoft.com/office/drawing/2014/main" id="{228471A6-5427-4578-9DC7-0ADF2A572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4" y="22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4" name="Oval 2784">
                <a:extLst>
                  <a:ext uri="{FF2B5EF4-FFF2-40B4-BE49-F238E27FC236}">
                    <a16:creationId xmlns:a16="http://schemas.microsoft.com/office/drawing/2014/main" id="{91611A85-4476-4AE5-A233-E1273FD7A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" y="225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5" name="Oval 2785">
                <a:extLst>
                  <a:ext uri="{FF2B5EF4-FFF2-40B4-BE49-F238E27FC236}">
                    <a16:creationId xmlns:a16="http://schemas.microsoft.com/office/drawing/2014/main" id="{CFDABD7C-62D6-4EDC-8A4A-C22B9F830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18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6" name="Oval 2786">
                <a:extLst>
                  <a:ext uri="{FF2B5EF4-FFF2-40B4-BE49-F238E27FC236}">
                    <a16:creationId xmlns:a16="http://schemas.microsoft.com/office/drawing/2014/main" id="{1F595658-916E-40E8-BF9E-080628840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19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7" name="Oval 2787">
                <a:extLst>
                  <a:ext uri="{FF2B5EF4-FFF2-40B4-BE49-F238E27FC236}">
                    <a16:creationId xmlns:a16="http://schemas.microsoft.com/office/drawing/2014/main" id="{6CE61722-3C90-4261-A9DC-49041D32F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24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8" name="Oval 2788">
                <a:extLst>
                  <a:ext uri="{FF2B5EF4-FFF2-40B4-BE49-F238E27FC236}">
                    <a16:creationId xmlns:a16="http://schemas.microsoft.com/office/drawing/2014/main" id="{AEA783C3-B06F-4892-AABF-2EF3E7DBE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22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9" name="Oval 2789">
                <a:extLst>
                  <a:ext uri="{FF2B5EF4-FFF2-40B4-BE49-F238E27FC236}">
                    <a16:creationId xmlns:a16="http://schemas.microsoft.com/office/drawing/2014/main" id="{2DC96157-09AE-4EBA-AE3C-434925902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2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0" name="Oval 2790">
                <a:extLst>
                  <a:ext uri="{FF2B5EF4-FFF2-40B4-BE49-F238E27FC236}">
                    <a16:creationId xmlns:a16="http://schemas.microsoft.com/office/drawing/2014/main" id="{A86CCE3A-4D6C-42B5-A1A4-5A1669DD6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23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1" name="Oval 2791">
                <a:extLst>
                  <a:ext uri="{FF2B5EF4-FFF2-40B4-BE49-F238E27FC236}">
                    <a16:creationId xmlns:a16="http://schemas.microsoft.com/office/drawing/2014/main" id="{7CB8EE82-E4E2-4371-B259-1A07F2948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24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2" name="Oval 2792">
                <a:extLst>
                  <a:ext uri="{FF2B5EF4-FFF2-40B4-BE49-F238E27FC236}">
                    <a16:creationId xmlns:a16="http://schemas.microsoft.com/office/drawing/2014/main" id="{849EEAC2-66E3-4753-B561-49A7077C4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2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3" name="Oval 2793">
                <a:extLst>
                  <a:ext uri="{FF2B5EF4-FFF2-40B4-BE49-F238E27FC236}">
                    <a16:creationId xmlns:a16="http://schemas.microsoft.com/office/drawing/2014/main" id="{BDA04BDB-9C8A-41B9-8223-53E07AFB4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2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4" name="Oval 2794">
                <a:extLst>
                  <a:ext uri="{FF2B5EF4-FFF2-40B4-BE49-F238E27FC236}">
                    <a16:creationId xmlns:a16="http://schemas.microsoft.com/office/drawing/2014/main" id="{0FCACEC5-00F6-43A1-B393-F3249898B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25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5" name="Oval 2795">
                <a:extLst>
                  <a:ext uri="{FF2B5EF4-FFF2-40B4-BE49-F238E27FC236}">
                    <a16:creationId xmlns:a16="http://schemas.microsoft.com/office/drawing/2014/main" id="{327843B1-BF8A-41D8-99CC-6139D58CD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246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6" name="Oval 2796">
                <a:extLst>
                  <a:ext uri="{FF2B5EF4-FFF2-40B4-BE49-F238E27FC236}">
                    <a16:creationId xmlns:a16="http://schemas.microsoft.com/office/drawing/2014/main" id="{0656C5D7-9055-4FDF-AC94-ED573B152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23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7" name="Oval 2797">
                <a:extLst>
                  <a:ext uri="{FF2B5EF4-FFF2-40B4-BE49-F238E27FC236}">
                    <a16:creationId xmlns:a16="http://schemas.microsoft.com/office/drawing/2014/main" id="{A50E134E-2E5E-42B5-AC94-BBE5DB036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23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8" name="Oval 2798">
                <a:extLst>
                  <a:ext uri="{FF2B5EF4-FFF2-40B4-BE49-F238E27FC236}">
                    <a16:creationId xmlns:a16="http://schemas.microsoft.com/office/drawing/2014/main" id="{8C49AA31-7508-49D2-ABA6-B07A89702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246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59" name="Oval 2799">
                <a:extLst>
                  <a:ext uri="{FF2B5EF4-FFF2-40B4-BE49-F238E27FC236}">
                    <a16:creationId xmlns:a16="http://schemas.microsoft.com/office/drawing/2014/main" id="{4F080645-7C05-4BBC-B9FC-53FDE084C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25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0" name="Oval 2800">
                <a:extLst>
                  <a:ext uri="{FF2B5EF4-FFF2-40B4-BE49-F238E27FC236}">
                    <a16:creationId xmlns:a16="http://schemas.microsoft.com/office/drawing/2014/main" id="{317B2288-6B1F-4F16-BB33-9BCA89A67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26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1" name="Oval 2801">
                <a:extLst>
                  <a:ext uri="{FF2B5EF4-FFF2-40B4-BE49-F238E27FC236}">
                    <a16:creationId xmlns:a16="http://schemas.microsoft.com/office/drawing/2014/main" id="{E3350E0B-F362-4A2E-9AAA-4B7189075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27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2" name="Oval 2802">
                <a:extLst>
                  <a:ext uri="{FF2B5EF4-FFF2-40B4-BE49-F238E27FC236}">
                    <a16:creationId xmlns:a16="http://schemas.microsoft.com/office/drawing/2014/main" id="{F568C99D-FBD4-42B5-B8CD-CE8918B17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265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3" name="Oval 2803">
                <a:extLst>
                  <a:ext uri="{FF2B5EF4-FFF2-40B4-BE49-F238E27FC236}">
                    <a16:creationId xmlns:a16="http://schemas.microsoft.com/office/drawing/2014/main" id="{2DEF95F8-305D-44D7-8E8C-F6B07A965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21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4" name="Oval 2804">
                <a:extLst>
                  <a:ext uri="{FF2B5EF4-FFF2-40B4-BE49-F238E27FC236}">
                    <a16:creationId xmlns:a16="http://schemas.microsoft.com/office/drawing/2014/main" id="{287CE54A-34DA-4CD9-9825-3C9904DA8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22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5" name="Oval 2805">
                <a:extLst>
                  <a:ext uri="{FF2B5EF4-FFF2-40B4-BE49-F238E27FC236}">
                    <a16:creationId xmlns:a16="http://schemas.microsoft.com/office/drawing/2014/main" id="{65265CD0-5D9C-45A5-BA4B-74556F4AF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21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6" name="Oval 2806">
                <a:extLst>
                  <a:ext uri="{FF2B5EF4-FFF2-40B4-BE49-F238E27FC236}">
                    <a16:creationId xmlns:a16="http://schemas.microsoft.com/office/drawing/2014/main" id="{EBC951E9-B3C6-442E-ABDC-95DC07E97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20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7" name="Oval 2807">
                <a:extLst>
                  <a:ext uri="{FF2B5EF4-FFF2-40B4-BE49-F238E27FC236}">
                    <a16:creationId xmlns:a16="http://schemas.microsoft.com/office/drawing/2014/main" id="{920618FC-9573-4480-AD74-193356CFC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19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8" name="Oval 2808">
                <a:extLst>
                  <a:ext uri="{FF2B5EF4-FFF2-40B4-BE49-F238E27FC236}">
                    <a16:creationId xmlns:a16="http://schemas.microsoft.com/office/drawing/2014/main" id="{02ED6F74-6BB5-44D1-833C-924670D8E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19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69" name="Oval 2809">
                <a:extLst>
                  <a:ext uri="{FF2B5EF4-FFF2-40B4-BE49-F238E27FC236}">
                    <a16:creationId xmlns:a16="http://schemas.microsoft.com/office/drawing/2014/main" id="{A22F91F5-2E8E-4EF9-9D1F-FCD57B1DE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21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0" name="Oval 2810">
                <a:extLst>
                  <a:ext uri="{FF2B5EF4-FFF2-40B4-BE49-F238E27FC236}">
                    <a16:creationId xmlns:a16="http://schemas.microsoft.com/office/drawing/2014/main" id="{AF6254E2-0705-4A5D-ADD4-E25201BCE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225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1" name="Oval 2811">
                <a:extLst>
                  <a:ext uri="{FF2B5EF4-FFF2-40B4-BE49-F238E27FC236}">
                    <a16:creationId xmlns:a16="http://schemas.microsoft.com/office/drawing/2014/main" id="{A4C64BFB-9190-4D27-8A18-63BCBF9AD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2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2" name="Oval 2812">
                <a:extLst>
                  <a:ext uri="{FF2B5EF4-FFF2-40B4-BE49-F238E27FC236}">
                    <a16:creationId xmlns:a16="http://schemas.microsoft.com/office/drawing/2014/main" id="{832683FA-40D1-4C20-B288-2565C4906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25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3" name="Oval 2813">
                <a:extLst>
                  <a:ext uri="{FF2B5EF4-FFF2-40B4-BE49-F238E27FC236}">
                    <a16:creationId xmlns:a16="http://schemas.microsoft.com/office/drawing/2014/main" id="{0AD2D4EE-FF82-4B2A-B9A0-678A1CF8F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23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4" name="Oval 2814">
                <a:extLst>
                  <a:ext uri="{FF2B5EF4-FFF2-40B4-BE49-F238E27FC236}">
                    <a16:creationId xmlns:a16="http://schemas.microsoft.com/office/drawing/2014/main" id="{41134D37-2C45-42BF-9B55-0E03D5F09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22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5" name="Oval 2815">
                <a:extLst>
                  <a:ext uri="{FF2B5EF4-FFF2-40B4-BE49-F238E27FC236}">
                    <a16:creationId xmlns:a16="http://schemas.microsoft.com/office/drawing/2014/main" id="{2921F877-212C-434C-84C8-FC71CC89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22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6" name="Oval 2816">
                <a:extLst>
                  <a:ext uri="{FF2B5EF4-FFF2-40B4-BE49-F238E27FC236}">
                    <a16:creationId xmlns:a16="http://schemas.microsoft.com/office/drawing/2014/main" id="{C8282091-F95F-4D88-B05C-8675BDC20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23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7" name="Oval 2817">
                <a:extLst>
                  <a:ext uri="{FF2B5EF4-FFF2-40B4-BE49-F238E27FC236}">
                    <a16:creationId xmlns:a16="http://schemas.microsoft.com/office/drawing/2014/main" id="{64222397-D792-469C-9C8F-83740481A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24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8" name="Oval 2818">
                <a:extLst>
                  <a:ext uri="{FF2B5EF4-FFF2-40B4-BE49-F238E27FC236}">
                    <a16:creationId xmlns:a16="http://schemas.microsoft.com/office/drawing/2014/main" id="{AC2C6EE8-6F1C-4A53-B6E3-1B6EB99C9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22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79" name="Oval 2819">
                <a:extLst>
                  <a:ext uri="{FF2B5EF4-FFF2-40B4-BE49-F238E27FC236}">
                    <a16:creationId xmlns:a16="http://schemas.microsoft.com/office/drawing/2014/main" id="{BEFEDCAD-F6D7-447D-9971-03BA541D3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23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0" name="Oval 2820">
                <a:extLst>
                  <a:ext uri="{FF2B5EF4-FFF2-40B4-BE49-F238E27FC236}">
                    <a16:creationId xmlns:a16="http://schemas.microsoft.com/office/drawing/2014/main" id="{D198F70E-990F-4373-976B-164AD2A36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24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1" name="Oval 2821">
                <a:extLst>
                  <a:ext uri="{FF2B5EF4-FFF2-40B4-BE49-F238E27FC236}">
                    <a16:creationId xmlns:a16="http://schemas.microsoft.com/office/drawing/2014/main" id="{C14F0B68-E9DA-4CE0-8319-C2A5CA6F5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24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2" name="Oval 2822">
                <a:extLst>
                  <a:ext uri="{FF2B5EF4-FFF2-40B4-BE49-F238E27FC236}">
                    <a16:creationId xmlns:a16="http://schemas.microsoft.com/office/drawing/2014/main" id="{94970D96-2363-4281-AE5A-072A688FF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25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3" name="Oval 2823">
                <a:extLst>
                  <a:ext uri="{FF2B5EF4-FFF2-40B4-BE49-F238E27FC236}">
                    <a16:creationId xmlns:a16="http://schemas.microsoft.com/office/drawing/2014/main" id="{E153016D-0D2C-4A59-B55C-FC9F4897B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35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4" name="Oval 2824">
                <a:extLst>
                  <a:ext uri="{FF2B5EF4-FFF2-40B4-BE49-F238E27FC236}">
                    <a16:creationId xmlns:a16="http://schemas.microsoft.com/office/drawing/2014/main" id="{F72F3462-E89F-4558-B38C-FE6979FAA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36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5" name="Oval 2825">
                <a:extLst>
                  <a:ext uri="{FF2B5EF4-FFF2-40B4-BE49-F238E27FC236}">
                    <a16:creationId xmlns:a16="http://schemas.microsoft.com/office/drawing/2014/main" id="{8F3C0DC4-D72B-4F12-B923-D093BFB0A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35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6" name="Oval 2826">
                <a:extLst>
                  <a:ext uri="{FF2B5EF4-FFF2-40B4-BE49-F238E27FC236}">
                    <a16:creationId xmlns:a16="http://schemas.microsoft.com/office/drawing/2014/main" id="{9A1A08A9-303E-402F-AE38-F53FBA571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37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7" name="Oval 2827">
                <a:extLst>
                  <a:ext uri="{FF2B5EF4-FFF2-40B4-BE49-F238E27FC236}">
                    <a16:creationId xmlns:a16="http://schemas.microsoft.com/office/drawing/2014/main" id="{F1D5810D-C17D-4825-AD27-8AF996881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237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8" name="Oval 2828">
                <a:extLst>
                  <a:ext uri="{FF2B5EF4-FFF2-40B4-BE49-F238E27FC236}">
                    <a16:creationId xmlns:a16="http://schemas.microsoft.com/office/drawing/2014/main" id="{D60D0DD9-B697-4018-AE45-B849CE794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35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89" name="Oval 2829">
                <a:extLst>
                  <a:ext uri="{FF2B5EF4-FFF2-40B4-BE49-F238E27FC236}">
                    <a16:creationId xmlns:a16="http://schemas.microsoft.com/office/drawing/2014/main" id="{7FCF2016-2F77-4D6C-8DBC-4119F4633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33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0" name="Oval 2830">
                <a:extLst>
                  <a:ext uri="{FF2B5EF4-FFF2-40B4-BE49-F238E27FC236}">
                    <a16:creationId xmlns:a16="http://schemas.microsoft.com/office/drawing/2014/main" id="{BBC90238-1FC0-4A19-B775-CE09B8D4F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345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1" name="Oval 2831">
                <a:extLst>
                  <a:ext uri="{FF2B5EF4-FFF2-40B4-BE49-F238E27FC236}">
                    <a16:creationId xmlns:a16="http://schemas.microsoft.com/office/drawing/2014/main" id="{BB15D78C-D37F-454A-BF35-ED2FB8B9C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345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2" name="Oval 2832">
                <a:extLst>
                  <a:ext uri="{FF2B5EF4-FFF2-40B4-BE49-F238E27FC236}">
                    <a16:creationId xmlns:a16="http://schemas.microsoft.com/office/drawing/2014/main" id="{BCE74AF1-F726-491B-B91A-3E913886F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33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3" name="Oval 2833">
                <a:extLst>
                  <a:ext uri="{FF2B5EF4-FFF2-40B4-BE49-F238E27FC236}">
                    <a16:creationId xmlns:a16="http://schemas.microsoft.com/office/drawing/2014/main" id="{618ABE1F-99D1-43D9-AFFC-6C475A34F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235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4" name="Oval 2834">
                <a:extLst>
                  <a:ext uri="{FF2B5EF4-FFF2-40B4-BE49-F238E27FC236}">
                    <a16:creationId xmlns:a16="http://schemas.microsoft.com/office/drawing/2014/main" id="{6C9FBE90-7B17-4D5B-8730-476AEB5CC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33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5" name="Oval 2835">
                <a:extLst>
                  <a:ext uri="{FF2B5EF4-FFF2-40B4-BE49-F238E27FC236}">
                    <a16:creationId xmlns:a16="http://schemas.microsoft.com/office/drawing/2014/main" id="{C45948D3-879C-4C88-8546-2BFA14319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35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6" name="Oval 2836">
                <a:extLst>
                  <a:ext uri="{FF2B5EF4-FFF2-40B4-BE49-F238E27FC236}">
                    <a16:creationId xmlns:a16="http://schemas.microsoft.com/office/drawing/2014/main" id="{C9A292C9-85EB-4E3C-B736-1B84FDA3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36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7" name="Oval 2837">
                <a:extLst>
                  <a:ext uri="{FF2B5EF4-FFF2-40B4-BE49-F238E27FC236}">
                    <a16:creationId xmlns:a16="http://schemas.microsoft.com/office/drawing/2014/main" id="{2805892D-B6D8-4A9F-81EE-1F10C70EF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35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8" name="Oval 2838">
                <a:extLst>
                  <a:ext uri="{FF2B5EF4-FFF2-40B4-BE49-F238E27FC236}">
                    <a16:creationId xmlns:a16="http://schemas.microsoft.com/office/drawing/2014/main" id="{634231C8-260E-4E60-A31A-4721FBC1B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5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99" name="Oval 2839">
                <a:extLst>
                  <a:ext uri="{FF2B5EF4-FFF2-40B4-BE49-F238E27FC236}">
                    <a16:creationId xmlns:a16="http://schemas.microsoft.com/office/drawing/2014/main" id="{249075EC-DCB9-43B9-A017-BAD5F580F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5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0" name="Oval 2840">
                <a:extLst>
                  <a:ext uri="{FF2B5EF4-FFF2-40B4-BE49-F238E27FC236}">
                    <a16:creationId xmlns:a16="http://schemas.microsoft.com/office/drawing/2014/main" id="{EC33C434-143B-4F95-A5B8-2EFF1D577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35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1" name="Oval 2841">
                <a:extLst>
                  <a:ext uri="{FF2B5EF4-FFF2-40B4-BE49-F238E27FC236}">
                    <a16:creationId xmlns:a16="http://schemas.microsoft.com/office/drawing/2014/main" id="{0D1B75F5-33EA-4272-AA58-FBBE40EBA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7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2" name="Oval 2842">
                <a:extLst>
                  <a:ext uri="{FF2B5EF4-FFF2-40B4-BE49-F238E27FC236}">
                    <a16:creationId xmlns:a16="http://schemas.microsoft.com/office/drawing/2014/main" id="{975A05DF-E492-48B5-8CCF-5E92002E1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238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3" name="Oval 2843">
                <a:extLst>
                  <a:ext uri="{FF2B5EF4-FFF2-40B4-BE49-F238E27FC236}">
                    <a16:creationId xmlns:a16="http://schemas.microsoft.com/office/drawing/2014/main" id="{29766EF1-B2DA-45ED-859D-C795FE545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9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4" name="Oval 2844">
                <a:extLst>
                  <a:ext uri="{FF2B5EF4-FFF2-40B4-BE49-F238E27FC236}">
                    <a16:creationId xmlns:a16="http://schemas.microsoft.com/office/drawing/2014/main" id="{9123DC74-179F-43C3-9F3D-25DB9A17C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377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5" name="Oval 2845">
                <a:extLst>
                  <a:ext uri="{FF2B5EF4-FFF2-40B4-BE49-F238E27FC236}">
                    <a16:creationId xmlns:a16="http://schemas.microsoft.com/office/drawing/2014/main" id="{FB041E69-78AD-4B38-A8E3-FBE8797A8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36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6" name="Oval 2846">
                <a:extLst>
                  <a:ext uri="{FF2B5EF4-FFF2-40B4-BE49-F238E27FC236}">
                    <a16:creationId xmlns:a16="http://schemas.microsoft.com/office/drawing/2014/main" id="{F1AFE104-7D68-4091-B30D-25810D8CE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37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7" name="Oval 2847">
                <a:extLst>
                  <a:ext uri="{FF2B5EF4-FFF2-40B4-BE49-F238E27FC236}">
                    <a16:creationId xmlns:a16="http://schemas.microsoft.com/office/drawing/2014/main" id="{B1982F2D-BCCE-494D-A38A-CE91C735F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37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8" name="Oval 2848">
                <a:extLst>
                  <a:ext uri="{FF2B5EF4-FFF2-40B4-BE49-F238E27FC236}">
                    <a16:creationId xmlns:a16="http://schemas.microsoft.com/office/drawing/2014/main" id="{F0C28968-65C7-458C-98B0-443454702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40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09" name="Oval 2849">
                <a:extLst>
                  <a:ext uri="{FF2B5EF4-FFF2-40B4-BE49-F238E27FC236}">
                    <a16:creationId xmlns:a16="http://schemas.microsoft.com/office/drawing/2014/main" id="{CAC83C9F-6CF5-425E-AE00-A56CABD1B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235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0" name="Oval 2850">
                <a:extLst>
                  <a:ext uri="{FF2B5EF4-FFF2-40B4-BE49-F238E27FC236}">
                    <a16:creationId xmlns:a16="http://schemas.microsoft.com/office/drawing/2014/main" id="{25E29B46-4B82-4DDF-9597-382235A48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34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1" name="Oval 2851">
                <a:extLst>
                  <a:ext uri="{FF2B5EF4-FFF2-40B4-BE49-F238E27FC236}">
                    <a16:creationId xmlns:a16="http://schemas.microsoft.com/office/drawing/2014/main" id="{08BF359D-807B-4D68-822C-60F905838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34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2" name="Oval 2852">
                <a:extLst>
                  <a:ext uri="{FF2B5EF4-FFF2-40B4-BE49-F238E27FC236}">
                    <a16:creationId xmlns:a16="http://schemas.microsoft.com/office/drawing/2014/main" id="{029C3ABC-CEAA-4137-BBB8-BB34A091B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36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3" name="Oval 2853">
                <a:extLst>
                  <a:ext uri="{FF2B5EF4-FFF2-40B4-BE49-F238E27FC236}">
                    <a16:creationId xmlns:a16="http://schemas.microsoft.com/office/drawing/2014/main" id="{DC522F8B-321A-4FE2-B36C-CAE822387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36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4" name="Oval 2854">
                <a:extLst>
                  <a:ext uri="{FF2B5EF4-FFF2-40B4-BE49-F238E27FC236}">
                    <a16:creationId xmlns:a16="http://schemas.microsoft.com/office/drawing/2014/main" id="{D5FA8768-D421-4F31-8736-A8487F9D9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37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5" name="Oval 2855">
                <a:extLst>
                  <a:ext uri="{FF2B5EF4-FFF2-40B4-BE49-F238E27FC236}">
                    <a16:creationId xmlns:a16="http://schemas.microsoft.com/office/drawing/2014/main" id="{5955582E-4F98-4357-A9F4-3C0EE9CC4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39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6" name="Oval 2856">
                <a:extLst>
                  <a:ext uri="{FF2B5EF4-FFF2-40B4-BE49-F238E27FC236}">
                    <a16:creationId xmlns:a16="http://schemas.microsoft.com/office/drawing/2014/main" id="{E8B0D84B-F7F6-4DFD-9931-4CD7E1EB8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38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7" name="Oval 2857">
                <a:extLst>
                  <a:ext uri="{FF2B5EF4-FFF2-40B4-BE49-F238E27FC236}">
                    <a16:creationId xmlns:a16="http://schemas.microsoft.com/office/drawing/2014/main" id="{03A44F2F-5313-439C-B0BC-416664E7A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4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8" name="Oval 2858">
                <a:extLst>
                  <a:ext uri="{FF2B5EF4-FFF2-40B4-BE49-F238E27FC236}">
                    <a16:creationId xmlns:a16="http://schemas.microsoft.com/office/drawing/2014/main" id="{498EA0C6-E236-41C7-9EE6-0931FE91A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6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19" name="Oval 2859">
                <a:extLst>
                  <a:ext uri="{FF2B5EF4-FFF2-40B4-BE49-F238E27FC236}">
                    <a16:creationId xmlns:a16="http://schemas.microsoft.com/office/drawing/2014/main" id="{70FB49C6-706F-418C-A2CA-D49B4029D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37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0" name="Oval 2860">
                <a:extLst>
                  <a:ext uri="{FF2B5EF4-FFF2-40B4-BE49-F238E27FC236}">
                    <a16:creationId xmlns:a16="http://schemas.microsoft.com/office/drawing/2014/main" id="{143747A3-0576-4321-9DC2-C851C18EB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38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1" name="Oval 2861">
                <a:extLst>
                  <a:ext uri="{FF2B5EF4-FFF2-40B4-BE49-F238E27FC236}">
                    <a16:creationId xmlns:a16="http://schemas.microsoft.com/office/drawing/2014/main" id="{B67984F3-E16D-4A39-A57F-44452A3A5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38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2" name="Oval 2862">
                <a:extLst>
                  <a:ext uri="{FF2B5EF4-FFF2-40B4-BE49-F238E27FC236}">
                    <a16:creationId xmlns:a16="http://schemas.microsoft.com/office/drawing/2014/main" id="{8806AEAA-B22A-4C2A-8D6A-50B36A4FE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3" name="Oval 2863">
                <a:extLst>
                  <a:ext uri="{FF2B5EF4-FFF2-40B4-BE49-F238E27FC236}">
                    <a16:creationId xmlns:a16="http://schemas.microsoft.com/office/drawing/2014/main" id="{38FD6FF9-03AF-462A-808C-79390397B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36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4" name="Oval 2864">
                <a:extLst>
                  <a:ext uri="{FF2B5EF4-FFF2-40B4-BE49-F238E27FC236}">
                    <a16:creationId xmlns:a16="http://schemas.microsoft.com/office/drawing/2014/main" id="{DCF9DB13-ED8D-4964-BE5C-72477D0FD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40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5" name="Oval 2865">
                <a:extLst>
                  <a:ext uri="{FF2B5EF4-FFF2-40B4-BE49-F238E27FC236}">
                    <a16:creationId xmlns:a16="http://schemas.microsoft.com/office/drawing/2014/main" id="{0530D157-1345-4D16-906C-FD97C06AC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44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6" name="Oval 2866">
                <a:extLst>
                  <a:ext uri="{FF2B5EF4-FFF2-40B4-BE49-F238E27FC236}">
                    <a16:creationId xmlns:a16="http://schemas.microsoft.com/office/drawing/2014/main" id="{CEC94B28-EF19-4A3C-8C2B-694702C23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39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7" name="Oval 2867">
                <a:extLst>
                  <a:ext uri="{FF2B5EF4-FFF2-40B4-BE49-F238E27FC236}">
                    <a16:creationId xmlns:a16="http://schemas.microsoft.com/office/drawing/2014/main" id="{01C7B413-2A6B-428C-9CD3-5903FE513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38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8" name="Oval 2868">
                <a:extLst>
                  <a:ext uri="{FF2B5EF4-FFF2-40B4-BE49-F238E27FC236}">
                    <a16:creationId xmlns:a16="http://schemas.microsoft.com/office/drawing/2014/main" id="{0CDDAC83-DF30-48C4-BD5E-D33747AA9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37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29" name="Oval 2869">
                <a:extLst>
                  <a:ext uri="{FF2B5EF4-FFF2-40B4-BE49-F238E27FC236}">
                    <a16:creationId xmlns:a16="http://schemas.microsoft.com/office/drawing/2014/main" id="{E21FA3A4-0F82-4347-ADAE-A72416214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36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0" name="Oval 2870">
                <a:extLst>
                  <a:ext uri="{FF2B5EF4-FFF2-40B4-BE49-F238E27FC236}">
                    <a16:creationId xmlns:a16="http://schemas.microsoft.com/office/drawing/2014/main" id="{A4FDA5C0-1F6F-4231-B304-17FA61D7C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40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1" name="Oval 2871">
                <a:extLst>
                  <a:ext uri="{FF2B5EF4-FFF2-40B4-BE49-F238E27FC236}">
                    <a16:creationId xmlns:a16="http://schemas.microsoft.com/office/drawing/2014/main" id="{7E62D0FF-13E1-4057-AA8C-DBC491824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4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2" name="Oval 2872">
                <a:extLst>
                  <a:ext uri="{FF2B5EF4-FFF2-40B4-BE49-F238E27FC236}">
                    <a16:creationId xmlns:a16="http://schemas.microsoft.com/office/drawing/2014/main" id="{7F4B1D43-3D1B-4757-A422-A0145AC40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41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3" name="Oval 2873">
                <a:extLst>
                  <a:ext uri="{FF2B5EF4-FFF2-40B4-BE49-F238E27FC236}">
                    <a16:creationId xmlns:a16="http://schemas.microsoft.com/office/drawing/2014/main" id="{00359D02-8063-4EAA-AADB-5C9BF1D99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43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4" name="Oval 2874">
                <a:extLst>
                  <a:ext uri="{FF2B5EF4-FFF2-40B4-BE49-F238E27FC236}">
                    <a16:creationId xmlns:a16="http://schemas.microsoft.com/office/drawing/2014/main" id="{C1C139DB-A7E5-4B58-A4D7-5BD629A3B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43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5" name="Oval 2875">
                <a:extLst>
                  <a:ext uri="{FF2B5EF4-FFF2-40B4-BE49-F238E27FC236}">
                    <a16:creationId xmlns:a16="http://schemas.microsoft.com/office/drawing/2014/main" id="{D80F03F7-F6CB-48E6-8665-66EC84439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41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6" name="Oval 2876">
                <a:extLst>
                  <a:ext uri="{FF2B5EF4-FFF2-40B4-BE49-F238E27FC236}">
                    <a16:creationId xmlns:a16="http://schemas.microsoft.com/office/drawing/2014/main" id="{B11D3967-C523-48E6-817F-93301C1A3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39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7" name="Oval 2877">
                <a:extLst>
                  <a:ext uri="{FF2B5EF4-FFF2-40B4-BE49-F238E27FC236}">
                    <a16:creationId xmlns:a16="http://schemas.microsoft.com/office/drawing/2014/main" id="{B9B87B45-A3E6-4AEF-9911-C3974F54C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40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8" name="Oval 2878">
                <a:extLst>
                  <a:ext uri="{FF2B5EF4-FFF2-40B4-BE49-F238E27FC236}">
                    <a16:creationId xmlns:a16="http://schemas.microsoft.com/office/drawing/2014/main" id="{3791365F-44FA-407D-AAA9-DF2674506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40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39" name="Oval 2879">
                <a:extLst>
                  <a:ext uri="{FF2B5EF4-FFF2-40B4-BE49-F238E27FC236}">
                    <a16:creationId xmlns:a16="http://schemas.microsoft.com/office/drawing/2014/main" id="{39F53308-55A3-4DF3-A20A-6ED2AA154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39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0" name="Oval 2880">
                <a:extLst>
                  <a:ext uri="{FF2B5EF4-FFF2-40B4-BE49-F238E27FC236}">
                    <a16:creationId xmlns:a16="http://schemas.microsoft.com/office/drawing/2014/main" id="{50420736-9D8A-4088-87DC-3510598DB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41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1" name="Oval 2881">
                <a:extLst>
                  <a:ext uri="{FF2B5EF4-FFF2-40B4-BE49-F238E27FC236}">
                    <a16:creationId xmlns:a16="http://schemas.microsoft.com/office/drawing/2014/main" id="{0E39D2D7-DE82-4CD9-94B8-812B4455C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39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2" name="Oval 2882">
                <a:extLst>
                  <a:ext uri="{FF2B5EF4-FFF2-40B4-BE49-F238E27FC236}">
                    <a16:creationId xmlns:a16="http://schemas.microsoft.com/office/drawing/2014/main" id="{2EE5CF19-D0E4-4D3B-893F-8854473CA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41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3" name="Oval 2883">
                <a:extLst>
                  <a:ext uri="{FF2B5EF4-FFF2-40B4-BE49-F238E27FC236}">
                    <a16:creationId xmlns:a16="http://schemas.microsoft.com/office/drawing/2014/main" id="{C889F398-34C6-4E46-9F98-EF018EA50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42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4" name="Oval 2884">
                <a:extLst>
                  <a:ext uri="{FF2B5EF4-FFF2-40B4-BE49-F238E27FC236}">
                    <a16:creationId xmlns:a16="http://schemas.microsoft.com/office/drawing/2014/main" id="{C215AFD5-D0CD-4447-BB76-C3AC311DA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40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5" name="Oval 2885">
                <a:extLst>
                  <a:ext uri="{FF2B5EF4-FFF2-40B4-BE49-F238E27FC236}">
                    <a16:creationId xmlns:a16="http://schemas.microsoft.com/office/drawing/2014/main" id="{BA8C01E0-6F18-499A-822D-D7E9CDB5A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41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6" name="Oval 2886">
                <a:extLst>
                  <a:ext uri="{FF2B5EF4-FFF2-40B4-BE49-F238E27FC236}">
                    <a16:creationId xmlns:a16="http://schemas.microsoft.com/office/drawing/2014/main" id="{FE019D78-FE88-4F31-8058-26F33F8DE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40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7" name="Oval 2887">
                <a:extLst>
                  <a:ext uri="{FF2B5EF4-FFF2-40B4-BE49-F238E27FC236}">
                    <a16:creationId xmlns:a16="http://schemas.microsoft.com/office/drawing/2014/main" id="{E4960202-C9AD-466F-A921-BAEFC2FE6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41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8" name="Oval 2888">
                <a:extLst>
                  <a:ext uri="{FF2B5EF4-FFF2-40B4-BE49-F238E27FC236}">
                    <a16:creationId xmlns:a16="http://schemas.microsoft.com/office/drawing/2014/main" id="{2A597C75-BAF7-4531-8D0C-B258BC57A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42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49" name="Oval 2889">
                <a:extLst>
                  <a:ext uri="{FF2B5EF4-FFF2-40B4-BE49-F238E27FC236}">
                    <a16:creationId xmlns:a16="http://schemas.microsoft.com/office/drawing/2014/main" id="{2FB29B01-68B6-4DFB-B304-E246BE605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43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0" name="Oval 2890">
                <a:extLst>
                  <a:ext uri="{FF2B5EF4-FFF2-40B4-BE49-F238E27FC236}">
                    <a16:creationId xmlns:a16="http://schemas.microsoft.com/office/drawing/2014/main" id="{A5D58074-725F-4D22-ACD9-6E09CBAF8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40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1" name="Oval 2891">
                <a:extLst>
                  <a:ext uri="{FF2B5EF4-FFF2-40B4-BE49-F238E27FC236}">
                    <a16:creationId xmlns:a16="http://schemas.microsoft.com/office/drawing/2014/main" id="{72EECC2D-5FA7-4C3D-A684-2F154F493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40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2" name="Oval 2892">
                <a:extLst>
                  <a:ext uri="{FF2B5EF4-FFF2-40B4-BE49-F238E27FC236}">
                    <a16:creationId xmlns:a16="http://schemas.microsoft.com/office/drawing/2014/main" id="{3A5B4FC4-850E-436E-B7C3-7821CA58A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40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3" name="Oval 2893">
                <a:extLst>
                  <a:ext uri="{FF2B5EF4-FFF2-40B4-BE49-F238E27FC236}">
                    <a16:creationId xmlns:a16="http://schemas.microsoft.com/office/drawing/2014/main" id="{68B57CB0-0B66-419E-9CC1-805707A7F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42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4" name="Oval 2894">
                <a:extLst>
                  <a:ext uri="{FF2B5EF4-FFF2-40B4-BE49-F238E27FC236}">
                    <a16:creationId xmlns:a16="http://schemas.microsoft.com/office/drawing/2014/main" id="{A97AC8AB-CF70-46A0-8E8A-03BE844F3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42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5" name="Oval 2895">
                <a:extLst>
                  <a:ext uri="{FF2B5EF4-FFF2-40B4-BE49-F238E27FC236}">
                    <a16:creationId xmlns:a16="http://schemas.microsoft.com/office/drawing/2014/main" id="{A652B111-0198-414D-91F8-D33DA0A04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43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6" name="Oval 2896">
                <a:extLst>
                  <a:ext uri="{FF2B5EF4-FFF2-40B4-BE49-F238E27FC236}">
                    <a16:creationId xmlns:a16="http://schemas.microsoft.com/office/drawing/2014/main" id="{C448D79F-51D8-491C-A9B7-3EF7D954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4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7" name="Oval 2897">
                <a:extLst>
                  <a:ext uri="{FF2B5EF4-FFF2-40B4-BE49-F238E27FC236}">
                    <a16:creationId xmlns:a16="http://schemas.microsoft.com/office/drawing/2014/main" id="{A3F6CAA4-6178-43CC-B1F2-6176C0A22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40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8" name="Oval 2898">
                <a:extLst>
                  <a:ext uri="{FF2B5EF4-FFF2-40B4-BE49-F238E27FC236}">
                    <a16:creationId xmlns:a16="http://schemas.microsoft.com/office/drawing/2014/main" id="{09AE8586-252F-4014-8418-31DDD6F8C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42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59" name="Oval 2899">
                <a:extLst>
                  <a:ext uri="{FF2B5EF4-FFF2-40B4-BE49-F238E27FC236}">
                    <a16:creationId xmlns:a16="http://schemas.microsoft.com/office/drawing/2014/main" id="{C497E951-8257-42A7-95FF-650172743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39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0" name="Oval 2900">
                <a:extLst>
                  <a:ext uri="{FF2B5EF4-FFF2-40B4-BE49-F238E27FC236}">
                    <a16:creationId xmlns:a16="http://schemas.microsoft.com/office/drawing/2014/main" id="{FDFBDADE-C66B-4B1E-8E40-A3E0F007F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41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1" name="Oval 2901">
                <a:extLst>
                  <a:ext uri="{FF2B5EF4-FFF2-40B4-BE49-F238E27FC236}">
                    <a16:creationId xmlns:a16="http://schemas.microsoft.com/office/drawing/2014/main" id="{96B1B553-586F-4DF3-AE70-D0365BAE9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42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2" name="Oval 2902">
                <a:extLst>
                  <a:ext uri="{FF2B5EF4-FFF2-40B4-BE49-F238E27FC236}">
                    <a16:creationId xmlns:a16="http://schemas.microsoft.com/office/drawing/2014/main" id="{8A6972D1-26E3-47D5-A7D0-DF543EDF4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43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3" name="Oval 2903">
                <a:extLst>
                  <a:ext uri="{FF2B5EF4-FFF2-40B4-BE49-F238E27FC236}">
                    <a16:creationId xmlns:a16="http://schemas.microsoft.com/office/drawing/2014/main" id="{8D30CE3E-8E85-4590-9989-DDD193BA7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43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4" name="Oval 2904">
                <a:extLst>
                  <a:ext uri="{FF2B5EF4-FFF2-40B4-BE49-F238E27FC236}">
                    <a16:creationId xmlns:a16="http://schemas.microsoft.com/office/drawing/2014/main" id="{A7797DA0-E092-4AF7-8C56-5601B894C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43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5" name="Oval 2905">
                <a:extLst>
                  <a:ext uri="{FF2B5EF4-FFF2-40B4-BE49-F238E27FC236}">
                    <a16:creationId xmlns:a16="http://schemas.microsoft.com/office/drawing/2014/main" id="{D8A59CAA-3DCC-44F2-8E8C-9D03036D5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4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6" name="Oval 2906">
                <a:extLst>
                  <a:ext uri="{FF2B5EF4-FFF2-40B4-BE49-F238E27FC236}">
                    <a16:creationId xmlns:a16="http://schemas.microsoft.com/office/drawing/2014/main" id="{7113298A-BD2A-4938-8C9F-50854C0F4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43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7" name="Oval 2907">
                <a:extLst>
                  <a:ext uri="{FF2B5EF4-FFF2-40B4-BE49-F238E27FC236}">
                    <a16:creationId xmlns:a16="http://schemas.microsoft.com/office/drawing/2014/main" id="{16F6408A-8F29-44B7-92D2-0F301CC31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4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8" name="Oval 2908">
                <a:extLst>
                  <a:ext uri="{FF2B5EF4-FFF2-40B4-BE49-F238E27FC236}">
                    <a16:creationId xmlns:a16="http://schemas.microsoft.com/office/drawing/2014/main" id="{8EADB622-7EC1-423B-9D08-15E30AD31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36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69" name="Oval 2909">
                <a:extLst>
                  <a:ext uri="{FF2B5EF4-FFF2-40B4-BE49-F238E27FC236}">
                    <a16:creationId xmlns:a16="http://schemas.microsoft.com/office/drawing/2014/main" id="{A60B4244-944A-48A3-909D-E99808758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37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0" name="Oval 2910">
                <a:extLst>
                  <a:ext uri="{FF2B5EF4-FFF2-40B4-BE49-F238E27FC236}">
                    <a16:creationId xmlns:a16="http://schemas.microsoft.com/office/drawing/2014/main" id="{97E95247-479E-480A-9717-1637A3CFF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37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1" name="Oval 2911">
                <a:extLst>
                  <a:ext uri="{FF2B5EF4-FFF2-40B4-BE49-F238E27FC236}">
                    <a16:creationId xmlns:a16="http://schemas.microsoft.com/office/drawing/2014/main" id="{8CC3D0D3-414B-4C80-939B-1A7DD4D5B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38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2" name="Oval 2912">
                <a:extLst>
                  <a:ext uri="{FF2B5EF4-FFF2-40B4-BE49-F238E27FC236}">
                    <a16:creationId xmlns:a16="http://schemas.microsoft.com/office/drawing/2014/main" id="{AF157BC5-69E6-4F17-9A9F-578EEBC63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39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3" name="Oval 2913">
                <a:extLst>
                  <a:ext uri="{FF2B5EF4-FFF2-40B4-BE49-F238E27FC236}">
                    <a16:creationId xmlns:a16="http://schemas.microsoft.com/office/drawing/2014/main" id="{3FBB568C-58E2-4A75-81F6-82ECAD07D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36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4" name="Oval 2914">
                <a:extLst>
                  <a:ext uri="{FF2B5EF4-FFF2-40B4-BE49-F238E27FC236}">
                    <a16:creationId xmlns:a16="http://schemas.microsoft.com/office/drawing/2014/main" id="{75960E9C-8B50-46A6-B9D3-C8038084A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35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5" name="Oval 2915">
                <a:extLst>
                  <a:ext uri="{FF2B5EF4-FFF2-40B4-BE49-F238E27FC236}">
                    <a16:creationId xmlns:a16="http://schemas.microsoft.com/office/drawing/2014/main" id="{54B4C4B2-FD41-41C7-9ADD-ABE8D50B8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235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6" name="Oval 2916">
                <a:extLst>
                  <a:ext uri="{FF2B5EF4-FFF2-40B4-BE49-F238E27FC236}">
                    <a16:creationId xmlns:a16="http://schemas.microsoft.com/office/drawing/2014/main" id="{CB6AC367-0028-4442-ACE5-84279409F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35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7" name="Oval 2917">
                <a:extLst>
                  <a:ext uri="{FF2B5EF4-FFF2-40B4-BE49-F238E27FC236}">
                    <a16:creationId xmlns:a16="http://schemas.microsoft.com/office/drawing/2014/main" id="{65627FD4-6863-499D-BB73-E381C1AE9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235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8" name="Oval 2918">
                <a:extLst>
                  <a:ext uri="{FF2B5EF4-FFF2-40B4-BE49-F238E27FC236}">
                    <a16:creationId xmlns:a16="http://schemas.microsoft.com/office/drawing/2014/main" id="{642E02B2-C67E-49F2-892A-6DE05406F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37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79" name="Oval 2919">
                <a:extLst>
                  <a:ext uri="{FF2B5EF4-FFF2-40B4-BE49-F238E27FC236}">
                    <a16:creationId xmlns:a16="http://schemas.microsoft.com/office/drawing/2014/main" id="{3AB4F9A3-708F-422F-A294-A57A81090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35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0" name="Oval 2920">
                <a:extLst>
                  <a:ext uri="{FF2B5EF4-FFF2-40B4-BE49-F238E27FC236}">
                    <a16:creationId xmlns:a16="http://schemas.microsoft.com/office/drawing/2014/main" id="{31A1C4D8-2946-47DA-B237-4EBD2382A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371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1" name="Oval 2921">
                <a:extLst>
                  <a:ext uri="{FF2B5EF4-FFF2-40B4-BE49-F238E27FC236}">
                    <a16:creationId xmlns:a16="http://schemas.microsoft.com/office/drawing/2014/main" id="{56F280C0-64EA-4CC4-91A5-4E80F74A4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37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2" name="Oval 2922">
                <a:extLst>
                  <a:ext uri="{FF2B5EF4-FFF2-40B4-BE49-F238E27FC236}">
                    <a16:creationId xmlns:a16="http://schemas.microsoft.com/office/drawing/2014/main" id="{4C5E029C-5B6B-43EF-B3B7-4CE846F21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36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3" name="Oval 2923">
                <a:extLst>
                  <a:ext uri="{FF2B5EF4-FFF2-40B4-BE49-F238E27FC236}">
                    <a16:creationId xmlns:a16="http://schemas.microsoft.com/office/drawing/2014/main" id="{6968F25D-8ED4-40A0-8488-E2164F98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36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4" name="Oval 2924">
                <a:extLst>
                  <a:ext uri="{FF2B5EF4-FFF2-40B4-BE49-F238E27FC236}">
                    <a16:creationId xmlns:a16="http://schemas.microsoft.com/office/drawing/2014/main" id="{719A0B1D-3F01-4E6B-A98E-BAFACB1C2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34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5" name="Oval 2925">
                <a:extLst>
                  <a:ext uri="{FF2B5EF4-FFF2-40B4-BE49-F238E27FC236}">
                    <a16:creationId xmlns:a16="http://schemas.microsoft.com/office/drawing/2014/main" id="{A498F6A0-79BD-4271-A71E-A27267C1F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31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6" name="Oval 2926">
                <a:extLst>
                  <a:ext uri="{FF2B5EF4-FFF2-40B4-BE49-F238E27FC236}">
                    <a16:creationId xmlns:a16="http://schemas.microsoft.com/office/drawing/2014/main" id="{1CF869F0-0F67-4C39-B3DE-24A4F3D77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31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7" name="Oval 2927">
                <a:extLst>
                  <a:ext uri="{FF2B5EF4-FFF2-40B4-BE49-F238E27FC236}">
                    <a16:creationId xmlns:a16="http://schemas.microsoft.com/office/drawing/2014/main" id="{E23F786F-DB56-4E04-8420-53EA36C44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32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8" name="Oval 2928">
                <a:extLst>
                  <a:ext uri="{FF2B5EF4-FFF2-40B4-BE49-F238E27FC236}">
                    <a16:creationId xmlns:a16="http://schemas.microsoft.com/office/drawing/2014/main" id="{9B8C2662-FD51-4FD5-AB55-735C4C82B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31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89" name="Oval 2929">
                <a:extLst>
                  <a:ext uri="{FF2B5EF4-FFF2-40B4-BE49-F238E27FC236}">
                    <a16:creationId xmlns:a16="http://schemas.microsoft.com/office/drawing/2014/main" id="{34C65521-E712-4688-8AB5-3AA32DEFE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29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0" name="Oval 2930">
                <a:extLst>
                  <a:ext uri="{FF2B5EF4-FFF2-40B4-BE49-F238E27FC236}">
                    <a16:creationId xmlns:a16="http://schemas.microsoft.com/office/drawing/2014/main" id="{891A5EE9-FF8F-4610-A846-188B235C3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29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1" name="Oval 2931">
                <a:extLst>
                  <a:ext uri="{FF2B5EF4-FFF2-40B4-BE49-F238E27FC236}">
                    <a16:creationId xmlns:a16="http://schemas.microsoft.com/office/drawing/2014/main" id="{558B9E6E-123B-497A-9CBE-82CA763D8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232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2" name="Oval 2932">
                <a:extLst>
                  <a:ext uri="{FF2B5EF4-FFF2-40B4-BE49-F238E27FC236}">
                    <a16:creationId xmlns:a16="http://schemas.microsoft.com/office/drawing/2014/main" id="{59642228-6B2D-4892-BA82-651ECF10B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33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3" name="Oval 2933">
                <a:extLst>
                  <a:ext uri="{FF2B5EF4-FFF2-40B4-BE49-F238E27FC236}">
                    <a16:creationId xmlns:a16="http://schemas.microsoft.com/office/drawing/2014/main" id="{315ACFA9-EBE7-4D07-B67E-8F123C1EF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35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4" name="Oval 2934">
                <a:extLst>
                  <a:ext uri="{FF2B5EF4-FFF2-40B4-BE49-F238E27FC236}">
                    <a16:creationId xmlns:a16="http://schemas.microsoft.com/office/drawing/2014/main" id="{393044B0-6DBF-4268-BA08-F92FC1BD5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25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5" name="Oval 2935">
                <a:extLst>
                  <a:ext uri="{FF2B5EF4-FFF2-40B4-BE49-F238E27FC236}">
                    <a16:creationId xmlns:a16="http://schemas.microsoft.com/office/drawing/2014/main" id="{875C8FFD-AAA4-42C2-9299-C32454B7A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32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6" name="Oval 2936">
                <a:extLst>
                  <a:ext uri="{FF2B5EF4-FFF2-40B4-BE49-F238E27FC236}">
                    <a16:creationId xmlns:a16="http://schemas.microsoft.com/office/drawing/2014/main" id="{7D1FD4FB-FA72-411C-B45A-0591A8981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37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7" name="Oval 2937">
                <a:extLst>
                  <a:ext uri="{FF2B5EF4-FFF2-40B4-BE49-F238E27FC236}">
                    <a16:creationId xmlns:a16="http://schemas.microsoft.com/office/drawing/2014/main" id="{925E6890-5331-40CA-A9A3-1CAC29B4A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23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8" name="Oval 2938">
                <a:extLst>
                  <a:ext uri="{FF2B5EF4-FFF2-40B4-BE49-F238E27FC236}">
                    <a16:creationId xmlns:a16="http://schemas.microsoft.com/office/drawing/2014/main" id="{0DEE6F01-0E9D-4A71-A1C9-A1ADA81CC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40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599" name="Oval 2939">
                <a:extLst>
                  <a:ext uri="{FF2B5EF4-FFF2-40B4-BE49-F238E27FC236}">
                    <a16:creationId xmlns:a16="http://schemas.microsoft.com/office/drawing/2014/main" id="{8F29F583-7104-4998-BA8F-B1E0AC0E9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40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0" name="Oval 2940">
                <a:extLst>
                  <a:ext uri="{FF2B5EF4-FFF2-40B4-BE49-F238E27FC236}">
                    <a16:creationId xmlns:a16="http://schemas.microsoft.com/office/drawing/2014/main" id="{56E801B8-00EE-4ACC-AC16-AF714C7BB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239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1" name="Oval 2941">
                <a:extLst>
                  <a:ext uri="{FF2B5EF4-FFF2-40B4-BE49-F238E27FC236}">
                    <a16:creationId xmlns:a16="http://schemas.microsoft.com/office/drawing/2014/main" id="{55B4DC1A-930C-47F7-A379-BCCBA1F3B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37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2" name="Oval 2942">
                <a:extLst>
                  <a:ext uri="{FF2B5EF4-FFF2-40B4-BE49-F238E27FC236}">
                    <a16:creationId xmlns:a16="http://schemas.microsoft.com/office/drawing/2014/main" id="{80EF1643-F384-439A-BD2D-304A1FF51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3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3" name="Oval 2943">
                <a:extLst>
                  <a:ext uri="{FF2B5EF4-FFF2-40B4-BE49-F238E27FC236}">
                    <a16:creationId xmlns:a16="http://schemas.microsoft.com/office/drawing/2014/main" id="{5DC7E4E2-C9C7-4389-94D5-2E94F8826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39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4" name="Oval 2944">
                <a:extLst>
                  <a:ext uri="{FF2B5EF4-FFF2-40B4-BE49-F238E27FC236}">
                    <a16:creationId xmlns:a16="http://schemas.microsoft.com/office/drawing/2014/main" id="{06DBB82B-149D-4981-A0B9-36E29AD5C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41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5" name="Oval 2945">
                <a:extLst>
                  <a:ext uri="{FF2B5EF4-FFF2-40B4-BE49-F238E27FC236}">
                    <a16:creationId xmlns:a16="http://schemas.microsoft.com/office/drawing/2014/main" id="{9D80C189-085F-4C5C-BACB-ED3499FCE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36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6" name="Oval 2946">
                <a:extLst>
                  <a:ext uri="{FF2B5EF4-FFF2-40B4-BE49-F238E27FC236}">
                    <a16:creationId xmlns:a16="http://schemas.microsoft.com/office/drawing/2014/main" id="{F6D66A35-99F5-4112-A973-B0F53A9E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235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7" name="Oval 2947">
                <a:extLst>
                  <a:ext uri="{FF2B5EF4-FFF2-40B4-BE49-F238E27FC236}">
                    <a16:creationId xmlns:a16="http://schemas.microsoft.com/office/drawing/2014/main" id="{FBD61911-E756-44EC-92C7-35407C5C9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236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8" name="Oval 2948">
                <a:extLst>
                  <a:ext uri="{FF2B5EF4-FFF2-40B4-BE49-F238E27FC236}">
                    <a16:creationId xmlns:a16="http://schemas.microsoft.com/office/drawing/2014/main" id="{0F181C81-D261-43E4-BB40-15572DAB3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2382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09" name="Oval 2949">
                <a:extLst>
                  <a:ext uri="{FF2B5EF4-FFF2-40B4-BE49-F238E27FC236}">
                    <a16:creationId xmlns:a16="http://schemas.microsoft.com/office/drawing/2014/main" id="{42057B40-B558-4CB3-8973-97D3AC57E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37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0" name="Oval 2950">
                <a:extLst>
                  <a:ext uri="{FF2B5EF4-FFF2-40B4-BE49-F238E27FC236}">
                    <a16:creationId xmlns:a16="http://schemas.microsoft.com/office/drawing/2014/main" id="{8C34F2F6-F85A-434D-B42F-7DDF500DB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39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1" name="Oval 2951">
                <a:extLst>
                  <a:ext uri="{FF2B5EF4-FFF2-40B4-BE49-F238E27FC236}">
                    <a16:creationId xmlns:a16="http://schemas.microsoft.com/office/drawing/2014/main" id="{1BC760FD-D0F5-4C06-9E05-6B97DC6CF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40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2" name="Oval 2952">
                <a:extLst>
                  <a:ext uri="{FF2B5EF4-FFF2-40B4-BE49-F238E27FC236}">
                    <a16:creationId xmlns:a16="http://schemas.microsoft.com/office/drawing/2014/main" id="{47EC5D10-55E2-4828-A246-9C3E42FC5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40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3" name="Oval 2953">
                <a:extLst>
                  <a:ext uri="{FF2B5EF4-FFF2-40B4-BE49-F238E27FC236}">
                    <a16:creationId xmlns:a16="http://schemas.microsoft.com/office/drawing/2014/main" id="{133532EA-8823-4F2B-8DED-303320D0A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36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4" name="Oval 2954">
                <a:extLst>
                  <a:ext uri="{FF2B5EF4-FFF2-40B4-BE49-F238E27FC236}">
                    <a16:creationId xmlns:a16="http://schemas.microsoft.com/office/drawing/2014/main" id="{7DCF7AB5-053F-47D6-8C85-40D408F9B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37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5" name="Oval 2955">
                <a:extLst>
                  <a:ext uri="{FF2B5EF4-FFF2-40B4-BE49-F238E27FC236}">
                    <a16:creationId xmlns:a16="http://schemas.microsoft.com/office/drawing/2014/main" id="{B53D281C-8962-4F96-A1D9-5EC2131D7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38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6" name="Oval 2956">
                <a:extLst>
                  <a:ext uri="{FF2B5EF4-FFF2-40B4-BE49-F238E27FC236}">
                    <a16:creationId xmlns:a16="http://schemas.microsoft.com/office/drawing/2014/main" id="{A7D4BA7D-397F-4FE4-9A37-0848A0963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239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7" name="Oval 2957">
                <a:extLst>
                  <a:ext uri="{FF2B5EF4-FFF2-40B4-BE49-F238E27FC236}">
                    <a16:creationId xmlns:a16="http://schemas.microsoft.com/office/drawing/2014/main" id="{06654A85-B7F4-48F3-9564-AE56CD762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40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8" name="Oval 2958">
                <a:extLst>
                  <a:ext uri="{FF2B5EF4-FFF2-40B4-BE49-F238E27FC236}">
                    <a16:creationId xmlns:a16="http://schemas.microsoft.com/office/drawing/2014/main" id="{7B262A47-0432-4DB0-B017-53079D0DB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239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19" name="Oval 2959">
                <a:extLst>
                  <a:ext uri="{FF2B5EF4-FFF2-40B4-BE49-F238E27FC236}">
                    <a16:creationId xmlns:a16="http://schemas.microsoft.com/office/drawing/2014/main" id="{215D41D7-CD03-4533-AB57-061CAFA14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37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17" name="Group 2960">
              <a:extLst>
                <a:ext uri="{FF2B5EF4-FFF2-40B4-BE49-F238E27FC236}">
                  <a16:creationId xmlns:a16="http://schemas.microsoft.com/office/drawing/2014/main" id="{AA326E66-CE8F-4180-B00B-BD1AC43315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2278"/>
              <a:ext cx="337" cy="205"/>
              <a:chOff x="4544" y="2278"/>
              <a:chExt cx="337" cy="205"/>
            </a:xfrm>
          </p:grpSpPr>
          <p:sp>
            <p:nvSpPr>
              <p:cNvPr id="62220" name="Oval 2961">
                <a:extLst>
                  <a:ext uri="{FF2B5EF4-FFF2-40B4-BE49-F238E27FC236}">
                    <a16:creationId xmlns:a16="http://schemas.microsoft.com/office/drawing/2014/main" id="{1AA1B857-0AB0-4C8F-8357-A92C56CE2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41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21" name="Oval 2962">
                <a:extLst>
                  <a:ext uri="{FF2B5EF4-FFF2-40B4-BE49-F238E27FC236}">
                    <a16:creationId xmlns:a16="http://schemas.microsoft.com/office/drawing/2014/main" id="{49179CF3-0D72-41A9-9FD2-E87F2D000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45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22" name="Oval 2963">
                <a:extLst>
                  <a:ext uri="{FF2B5EF4-FFF2-40B4-BE49-F238E27FC236}">
                    <a16:creationId xmlns:a16="http://schemas.microsoft.com/office/drawing/2014/main" id="{71F9C6B6-AFB1-4B99-9CAE-F41371F30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40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23" name="Oval 2964">
                <a:extLst>
                  <a:ext uri="{FF2B5EF4-FFF2-40B4-BE49-F238E27FC236}">
                    <a16:creationId xmlns:a16="http://schemas.microsoft.com/office/drawing/2014/main" id="{F109D4AD-2E01-4573-82B0-DE00816E6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39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24" name="Oval 2965">
                <a:extLst>
                  <a:ext uri="{FF2B5EF4-FFF2-40B4-BE49-F238E27FC236}">
                    <a16:creationId xmlns:a16="http://schemas.microsoft.com/office/drawing/2014/main" id="{ED697C72-9CD2-43D1-A610-F694E6655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39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25" name="Oval 2966">
                <a:extLst>
                  <a:ext uri="{FF2B5EF4-FFF2-40B4-BE49-F238E27FC236}">
                    <a16:creationId xmlns:a16="http://schemas.microsoft.com/office/drawing/2014/main" id="{EDABE933-7EB7-4304-99F4-0CD32C029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37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26" name="Oval 2967">
                <a:extLst>
                  <a:ext uri="{FF2B5EF4-FFF2-40B4-BE49-F238E27FC236}">
                    <a16:creationId xmlns:a16="http://schemas.microsoft.com/office/drawing/2014/main" id="{C4B080A5-6BAD-4033-A557-6ECFF9D18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42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27" name="Oval 2968">
                <a:extLst>
                  <a:ext uri="{FF2B5EF4-FFF2-40B4-BE49-F238E27FC236}">
                    <a16:creationId xmlns:a16="http://schemas.microsoft.com/office/drawing/2014/main" id="{3C59B6ED-F274-4358-997C-BCC0D0E14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43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28" name="Oval 2969">
                <a:extLst>
                  <a:ext uri="{FF2B5EF4-FFF2-40B4-BE49-F238E27FC236}">
                    <a16:creationId xmlns:a16="http://schemas.microsoft.com/office/drawing/2014/main" id="{F70107A5-0346-4FBF-BCC0-F05F8D678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43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29" name="Oval 2970">
                <a:extLst>
                  <a:ext uri="{FF2B5EF4-FFF2-40B4-BE49-F238E27FC236}">
                    <a16:creationId xmlns:a16="http://schemas.microsoft.com/office/drawing/2014/main" id="{1888290A-17F9-4D65-A1F9-7C7C0371E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44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0" name="Oval 2971">
                <a:extLst>
                  <a:ext uri="{FF2B5EF4-FFF2-40B4-BE49-F238E27FC236}">
                    <a16:creationId xmlns:a16="http://schemas.microsoft.com/office/drawing/2014/main" id="{20DE9C0E-8865-4144-894F-3A7C823CF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4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1" name="Oval 2972">
                <a:extLst>
                  <a:ext uri="{FF2B5EF4-FFF2-40B4-BE49-F238E27FC236}">
                    <a16:creationId xmlns:a16="http://schemas.microsoft.com/office/drawing/2014/main" id="{0A3749C4-FCA2-4B94-A160-38061DFF4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42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2" name="Oval 2973">
                <a:extLst>
                  <a:ext uri="{FF2B5EF4-FFF2-40B4-BE49-F238E27FC236}">
                    <a16:creationId xmlns:a16="http://schemas.microsoft.com/office/drawing/2014/main" id="{E431164E-987F-4A97-996A-E676CADA7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241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3" name="Oval 2974">
                <a:extLst>
                  <a:ext uri="{FF2B5EF4-FFF2-40B4-BE49-F238E27FC236}">
                    <a16:creationId xmlns:a16="http://schemas.microsoft.com/office/drawing/2014/main" id="{FC46296F-8A2C-4EDC-9845-BE6CCA776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41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4" name="Oval 2975">
                <a:extLst>
                  <a:ext uri="{FF2B5EF4-FFF2-40B4-BE49-F238E27FC236}">
                    <a16:creationId xmlns:a16="http://schemas.microsoft.com/office/drawing/2014/main" id="{1C5F952D-7AB1-493E-ADAC-331DE957A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41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5" name="Oval 2976">
                <a:extLst>
                  <a:ext uri="{FF2B5EF4-FFF2-40B4-BE49-F238E27FC236}">
                    <a16:creationId xmlns:a16="http://schemas.microsoft.com/office/drawing/2014/main" id="{34F13B56-FB6E-4F26-A56F-EF12BCBEE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40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6" name="Oval 2977">
                <a:extLst>
                  <a:ext uri="{FF2B5EF4-FFF2-40B4-BE49-F238E27FC236}">
                    <a16:creationId xmlns:a16="http://schemas.microsoft.com/office/drawing/2014/main" id="{087C8BCF-0183-4729-BC19-C9000DC27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243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7" name="Oval 2978">
                <a:extLst>
                  <a:ext uri="{FF2B5EF4-FFF2-40B4-BE49-F238E27FC236}">
                    <a16:creationId xmlns:a16="http://schemas.microsoft.com/office/drawing/2014/main" id="{3356E692-A2F5-454A-B840-75E44341D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40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8" name="Oval 2979">
                <a:extLst>
                  <a:ext uri="{FF2B5EF4-FFF2-40B4-BE49-F238E27FC236}">
                    <a16:creationId xmlns:a16="http://schemas.microsoft.com/office/drawing/2014/main" id="{2CB91EAA-9D92-4020-BBD7-01721A068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242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39" name="Oval 2980">
                <a:extLst>
                  <a:ext uri="{FF2B5EF4-FFF2-40B4-BE49-F238E27FC236}">
                    <a16:creationId xmlns:a16="http://schemas.microsoft.com/office/drawing/2014/main" id="{6F49267B-FD94-4AEA-854B-507C3330E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435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0" name="Oval 2981">
                <a:extLst>
                  <a:ext uri="{FF2B5EF4-FFF2-40B4-BE49-F238E27FC236}">
                    <a16:creationId xmlns:a16="http://schemas.microsoft.com/office/drawing/2014/main" id="{330342D4-2DBC-43E0-A2BC-7D64982F7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41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1" name="Oval 2982">
                <a:extLst>
                  <a:ext uri="{FF2B5EF4-FFF2-40B4-BE49-F238E27FC236}">
                    <a16:creationId xmlns:a16="http://schemas.microsoft.com/office/drawing/2014/main" id="{B0405E01-0F0F-4738-B181-CEA4539BC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42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2" name="Oval 2983">
                <a:extLst>
                  <a:ext uri="{FF2B5EF4-FFF2-40B4-BE49-F238E27FC236}">
                    <a16:creationId xmlns:a16="http://schemas.microsoft.com/office/drawing/2014/main" id="{EB693352-AAA7-4C4A-932F-7BA0B9E4D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42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3" name="Oval 2984">
                <a:extLst>
                  <a:ext uri="{FF2B5EF4-FFF2-40B4-BE49-F238E27FC236}">
                    <a16:creationId xmlns:a16="http://schemas.microsoft.com/office/drawing/2014/main" id="{D0B6DB83-0D9F-47A6-A347-EC685D6ED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43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4" name="Oval 2985">
                <a:extLst>
                  <a:ext uri="{FF2B5EF4-FFF2-40B4-BE49-F238E27FC236}">
                    <a16:creationId xmlns:a16="http://schemas.microsoft.com/office/drawing/2014/main" id="{ECF89279-FC78-423B-B77B-A6639FF00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44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5" name="Oval 2986">
                <a:extLst>
                  <a:ext uri="{FF2B5EF4-FFF2-40B4-BE49-F238E27FC236}">
                    <a16:creationId xmlns:a16="http://schemas.microsoft.com/office/drawing/2014/main" id="{F327A945-50F4-4166-BC0E-44FE196C4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42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6" name="Oval 2987">
                <a:extLst>
                  <a:ext uri="{FF2B5EF4-FFF2-40B4-BE49-F238E27FC236}">
                    <a16:creationId xmlns:a16="http://schemas.microsoft.com/office/drawing/2014/main" id="{5F9B1CF6-2C5D-4D44-A2F8-9C0DA35DE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41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7" name="Oval 2988">
                <a:extLst>
                  <a:ext uri="{FF2B5EF4-FFF2-40B4-BE49-F238E27FC236}">
                    <a16:creationId xmlns:a16="http://schemas.microsoft.com/office/drawing/2014/main" id="{5FD69619-6350-46C5-8C6B-1D3307E22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419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8" name="Oval 2989">
                <a:extLst>
                  <a:ext uri="{FF2B5EF4-FFF2-40B4-BE49-F238E27FC236}">
                    <a16:creationId xmlns:a16="http://schemas.microsoft.com/office/drawing/2014/main" id="{CCD4E61C-FFD2-4EF0-AAAA-055A27B6F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43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49" name="Oval 2990">
                <a:extLst>
                  <a:ext uri="{FF2B5EF4-FFF2-40B4-BE49-F238E27FC236}">
                    <a16:creationId xmlns:a16="http://schemas.microsoft.com/office/drawing/2014/main" id="{886DA756-D0CE-474E-B84C-E0E38345F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43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0" name="Oval 2991">
                <a:extLst>
                  <a:ext uri="{FF2B5EF4-FFF2-40B4-BE49-F238E27FC236}">
                    <a16:creationId xmlns:a16="http://schemas.microsoft.com/office/drawing/2014/main" id="{2DA1E760-B889-4D1B-8720-C7EDB7FFC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44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1" name="Oval 2992">
                <a:extLst>
                  <a:ext uri="{FF2B5EF4-FFF2-40B4-BE49-F238E27FC236}">
                    <a16:creationId xmlns:a16="http://schemas.microsoft.com/office/drawing/2014/main" id="{32F31603-1962-459D-A6BD-29F403960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45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2" name="Oval 2993">
                <a:extLst>
                  <a:ext uri="{FF2B5EF4-FFF2-40B4-BE49-F238E27FC236}">
                    <a16:creationId xmlns:a16="http://schemas.microsoft.com/office/drawing/2014/main" id="{C363EDFF-E765-4101-81F0-C401E19C2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41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3" name="Oval 2994">
                <a:extLst>
                  <a:ext uri="{FF2B5EF4-FFF2-40B4-BE49-F238E27FC236}">
                    <a16:creationId xmlns:a16="http://schemas.microsoft.com/office/drawing/2014/main" id="{688FCC14-038D-4B02-BC4B-3728129E5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4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4" name="Oval 2995">
                <a:extLst>
                  <a:ext uri="{FF2B5EF4-FFF2-40B4-BE49-F238E27FC236}">
                    <a16:creationId xmlns:a16="http://schemas.microsoft.com/office/drawing/2014/main" id="{3A3D4F30-A438-4866-AAC4-51F3BA6BE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44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5" name="Oval 2996">
                <a:extLst>
                  <a:ext uri="{FF2B5EF4-FFF2-40B4-BE49-F238E27FC236}">
                    <a16:creationId xmlns:a16="http://schemas.microsoft.com/office/drawing/2014/main" id="{22113D54-B2BF-4C2C-9B87-AAC40CB36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45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6" name="Oval 2997">
                <a:extLst>
                  <a:ext uri="{FF2B5EF4-FFF2-40B4-BE49-F238E27FC236}">
                    <a16:creationId xmlns:a16="http://schemas.microsoft.com/office/drawing/2014/main" id="{BE51471D-145F-45D9-B10C-0E3D926BF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33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7" name="Oval 2998">
                <a:extLst>
                  <a:ext uri="{FF2B5EF4-FFF2-40B4-BE49-F238E27FC236}">
                    <a16:creationId xmlns:a16="http://schemas.microsoft.com/office/drawing/2014/main" id="{72AF29B2-335B-4B52-95F9-34C00FAC6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34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8" name="Oval 2999">
                <a:extLst>
                  <a:ext uri="{FF2B5EF4-FFF2-40B4-BE49-F238E27FC236}">
                    <a16:creationId xmlns:a16="http://schemas.microsoft.com/office/drawing/2014/main" id="{14E3DE2E-5F5F-48D2-996F-E2CD5840D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33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59" name="Oval 3000">
                <a:extLst>
                  <a:ext uri="{FF2B5EF4-FFF2-40B4-BE49-F238E27FC236}">
                    <a16:creationId xmlns:a16="http://schemas.microsoft.com/office/drawing/2014/main" id="{D400FE92-F066-4D11-8516-232DFA67B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35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0" name="Oval 3001">
                <a:extLst>
                  <a:ext uri="{FF2B5EF4-FFF2-40B4-BE49-F238E27FC236}">
                    <a16:creationId xmlns:a16="http://schemas.microsoft.com/office/drawing/2014/main" id="{77241A21-2942-420C-9687-59BBDE83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35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1" name="Oval 3002">
                <a:extLst>
                  <a:ext uri="{FF2B5EF4-FFF2-40B4-BE49-F238E27FC236}">
                    <a16:creationId xmlns:a16="http://schemas.microsoft.com/office/drawing/2014/main" id="{76635486-9C5A-4AE3-AFB0-4EB426D4A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33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2" name="Oval 3003">
                <a:extLst>
                  <a:ext uri="{FF2B5EF4-FFF2-40B4-BE49-F238E27FC236}">
                    <a16:creationId xmlns:a16="http://schemas.microsoft.com/office/drawing/2014/main" id="{CBFC5110-EDDE-49FC-9BEF-EF028700A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32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3" name="Oval 3004">
                <a:extLst>
                  <a:ext uri="{FF2B5EF4-FFF2-40B4-BE49-F238E27FC236}">
                    <a16:creationId xmlns:a16="http://schemas.microsoft.com/office/drawing/2014/main" id="{46F30C20-2694-43C1-AAD9-8E0818057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32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4" name="Oval 3005">
                <a:extLst>
                  <a:ext uri="{FF2B5EF4-FFF2-40B4-BE49-F238E27FC236}">
                    <a16:creationId xmlns:a16="http://schemas.microsoft.com/office/drawing/2014/main" id="{FB6D8551-CEA2-40B7-B770-E1A364372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32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5" name="Oval 3006">
                <a:extLst>
                  <a:ext uri="{FF2B5EF4-FFF2-40B4-BE49-F238E27FC236}">
                    <a16:creationId xmlns:a16="http://schemas.microsoft.com/office/drawing/2014/main" id="{632E67E9-F78A-4E09-894C-F3B119D18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31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6" name="Oval 3007">
                <a:extLst>
                  <a:ext uri="{FF2B5EF4-FFF2-40B4-BE49-F238E27FC236}">
                    <a16:creationId xmlns:a16="http://schemas.microsoft.com/office/drawing/2014/main" id="{9C6C1D03-745F-4D9C-967D-556620FA9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33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7" name="Oval 3008">
                <a:extLst>
                  <a:ext uri="{FF2B5EF4-FFF2-40B4-BE49-F238E27FC236}">
                    <a16:creationId xmlns:a16="http://schemas.microsoft.com/office/drawing/2014/main" id="{6094C2FC-DAB3-426C-B855-C0780A4A3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31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8" name="Oval 3009">
                <a:extLst>
                  <a:ext uri="{FF2B5EF4-FFF2-40B4-BE49-F238E27FC236}">
                    <a16:creationId xmlns:a16="http://schemas.microsoft.com/office/drawing/2014/main" id="{B191E95F-7195-41AC-B425-A546FCEAD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33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69" name="Oval 3010">
                <a:extLst>
                  <a:ext uri="{FF2B5EF4-FFF2-40B4-BE49-F238E27FC236}">
                    <a16:creationId xmlns:a16="http://schemas.microsoft.com/office/drawing/2014/main" id="{A7A63594-66D7-49EA-8E71-DE23BFAFA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34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0" name="Oval 3011">
                <a:extLst>
                  <a:ext uri="{FF2B5EF4-FFF2-40B4-BE49-F238E27FC236}">
                    <a16:creationId xmlns:a16="http://schemas.microsoft.com/office/drawing/2014/main" id="{78741943-D72E-42C2-B747-0970492FC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32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1" name="Oval 3012">
                <a:extLst>
                  <a:ext uri="{FF2B5EF4-FFF2-40B4-BE49-F238E27FC236}">
                    <a16:creationId xmlns:a16="http://schemas.microsoft.com/office/drawing/2014/main" id="{8EEE2608-3C1F-46B1-A9C0-B852962F4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33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2" name="Oval 3013">
                <a:extLst>
                  <a:ext uri="{FF2B5EF4-FFF2-40B4-BE49-F238E27FC236}">
                    <a16:creationId xmlns:a16="http://schemas.microsoft.com/office/drawing/2014/main" id="{E34B07F2-9A7E-44F9-8D91-9496BD23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33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3" name="Oval 3014">
                <a:extLst>
                  <a:ext uri="{FF2B5EF4-FFF2-40B4-BE49-F238E27FC236}">
                    <a16:creationId xmlns:a16="http://schemas.microsoft.com/office/drawing/2014/main" id="{5A95DD99-30AE-414D-8271-D19932AAF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33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4" name="Oval 3015">
                <a:extLst>
                  <a:ext uri="{FF2B5EF4-FFF2-40B4-BE49-F238E27FC236}">
                    <a16:creationId xmlns:a16="http://schemas.microsoft.com/office/drawing/2014/main" id="{FBAF2008-0A7E-469A-91B8-3DFEE3B2C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35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5" name="Oval 3016">
                <a:extLst>
                  <a:ext uri="{FF2B5EF4-FFF2-40B4-BE49-F238E27FC236}">
                    <a16:creationId xmlns:a16="http://schemas.microsoft.com/office/drawing/2014/main" id="{FF181E83-0E85-446F-A992-E888E4A77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36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6" name="Oval 3017">
                <a:extLst>
                  <a:ext uri="{FF2B5EF4-FFF2-40B4-BE49-F238E27FC236}">
                    <a16:creationId xmlns:a16="http://schemas.microsoft.com/office/drawing/2014/main" id="{45A08CF0-4BEC-4C80-8C35-390613DDC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37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7" name="Oval 3018">
                <a:extLst>
                  <a:ext uri="{FF2B5EF4-FFF2-40B4-BE49-F238E27FC236}">
                    <a16:creationId xmlns:a16="http://schemas.microsoft.com/office/drawing/2014/main" id="{D550FA80-92AA-4F88-8822-277F285FA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35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8" name="Oval 3019">
                <a:extLst>
                  <a:ext uri="{FF2B5EF4-FFF2-40B4-BE49-F238E27FC236}">
                    <a16:creationId xmlns:a16="http://schemas.microsoft.com/office/drawing/2014/main" id="{806D0381-222C-4880-AF09-9F36ADFDC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342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79" name="Oval 3020">
                <a:extLst>
                  <a:ext uri="{FF2B5EF4-FFF2-40B4-BE49-F238E27FC236}">
                    <a16:creationId xmlns:a16="http://schemas.microsoft.com/office/drawing/2014/main" id="{180CE490-24A1-4B8D-8198-ADBCDFB2F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35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0" name="Oval 3021">
                <a:extLst>
                  <a:ext uri="{FF2B5EF4-FFF2-40B4-BE49-F238E27FC236}">
                    <a16:creationId xmlns:a16="http://schemas.microsoft.com/office/drawing/2014/main" id="{E53EE975-6E9D-4DDB-9BFE-907D261F8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36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1" name="Oval 3022">
                <a:extLst>
                  <a:ext uri="{FF2B5EF4-FFF2-40B4-BE49-F238E27FC236}">
                    <a16:creationId xmlns:a16="http://schemas.microsoft.com/office/drawing/2014/main" id="{1A546EF0-01F2-4FC6-9515-9A030B8DF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38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2" name="Oval 3023">
                <a:extLst>
                  <a:ext uri="{FF2B5EF4-FFF2-40B4-BE49-F238E27FC236}">
                    <a16:creationId xmlns:a16="http://schemas.microsoft.com/office/drawing/2014/main" id="{DD9079BD-FA5F-4AF6-8ACE-7CBC84236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33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3" name="Oval 3024">
                <a:extLst>
                  <a:ext uri="{FF2B5EF4-FFF2-40B4-BE49-F238E27FC236}">
                    <a16:creationId xmlns:a16="http://schemas.microsoft.com/office/drawing/2014/main" id="{38D92DE5-36D3-455F-9C9E-EFC0BA747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32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4" name="Oval 3025">
                <a:extLst>
                  <a:ext uri="{FF2B5EF4-FFF2-40B4-BE49-F238E27FC236}">
                    <a16:creationId xmlns:a16="http://schemas.microsoft.com/office/drawing/2014/main" id="{6E9033DF-231B-4B3A-9477-EC281F3FC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32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5" name="Oval 3026">
                <a:extLst>
                  <a:ext uri="{FF2B5EF4-FFF2-40B4-BE49-F238E27FC236}">
                    <a16:creationId xmlns:a16="http://schemas.microsoft.com/office/drawing/2014/main" id="{B68A679D-4F84-470C-96D6-8A16FC31F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34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6" name="Oval 3027">
                <a:extLst>
                  <a:ext uri="{FF2B5EF4-FFF2-40B4-BE49-F238E27FC236}">
                    <a16:creationId xmlns:a16="http://schemas.microsoft.com/office/drawing/2014/main" id="{48B3A0F9-1EF5-43E7-9916-5D587E056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34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7" name="Oval 3028">
                <a:extLst>
                  <a:ext uri="{FF2B5EF4-FFF2-40B4-BE49-F238E27FC236}">
                    <a16:creationId xmlns:a16="http://schemas.microsoft.com/office/drawing/2014/main" id="{3D32FC87-F19A-4C4E-92D4-8FD6E0B6F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227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8" name="Oval 3029">
                <a:extLst>
                  <a:ext uri="{FF2B5EF4-FFF2-40B4-BE49-F238E27FC236}">
                    <a16:creationId xmlns:a16="http://schemas.microsoft.com/office/drawing/2014/main" id="{C6889507-9D14-4C29-B006-B590EC7F4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30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89" name="Oval 3030">
                <a:extLst>
                  <a:ext uri="{FF2B5EF4-FFF2-40B4-BE49-F238E27FC236}">
                    <a16:creationId xmlns:a16="http://schemas.microsoft.com/office/drawing/2014/main" id="{BA7D1F86-285F-495F-AB14-3E6B23026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231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0" name="Oval 3031">
                <a:extLst>
                  <a:ext uri="{FF2B5EF4-FFF2-40B4-BE49-F238E27FC236}">
                    <a16:creationId xmlns:a16="http://schemas.microsoft.com/office/drawing/2014/main" id="{FCFEB527-5808-4F86-A5F2-12BF62230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32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1" name="Oval 3032">
                <a:extLst>
                  <a:ext uri="{FF2B5EF4-FFF2-40B4-BE49-F238E27FC236}">
                    <a16:creationId xmlns:a16="http://schemas.microsoft.com/office/drawing/2014/main" id="{4C4E40F4-ADFA-4D29-89E8-69C7D9BE1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33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2" name="Oval 3033">
                <a:extLst>
                  <a:ext uri="{FF2B5EF4-FFF2-40B4-BE49-F238E27FC236}">
                    <a16:creationId xmlns:a16="http://schemas.microsoft.com/office/drawing/2014/main" id="{7DF829AE-B6C2-46F6-9043-1D3176ABE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35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3" name="Oval 3034">
                <a:extLst>
                  <a:ext uri="{FF2B5EF4-FFF2-40B4-BE49-F238E27FC236}">
                    <a16:creationId xmlns:a16="http://schemas.microsoft.com/office/drawing/2014/main" id="{15809C58-258B-4D80-8C8F-9B6FC3BD9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2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4" name="Oval 3035">
                <a:extLst>
                  <a:ext uri="{FF2B5EF4-FFF2-40B4-BE49-F238E27FC236}">
                    <a16:creationId xmlns:a16="http://schemas.microsoft.com/office/drawing/2014/main" id="{2E93D7EE-3DB9-4D2F-9AE9-0A45A7002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31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5" name="Oval 3036">
                <a:extLst>
                  <a:ext uri="{FF2B5EF4-FFF2-40B4-BE49-F238E27FC236}">
                    <a16:creationId xmlns:a16="http://schemas.microsoft.com/office/drawing/2014/main" id="{2AD0A474-3C06-471F-B27B-8C953C315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229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6" name="Oval 3037">
                <a:extLst>
                  <a:ext uri="{FF2B5EF4-FFF2-40B4-BE49-F238E27FC236}">
                    <a16:creationId xmlns:a16="http://schemas.microsoft.com/office/drawing/2014/main" id="{EF3D72D0-BF9F-4FD9-A564-2E1B08888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29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7" name="Oval 3038">
                <a:extLst>
                  <a:ext uri="{FF2B5EF4-FFF2-40B4-BE49-F238E27FC236}">
                    <a16:creationId xmlns:a16="http://schemas.microsoft.com/office/drawing/2014/main" id="{EF2ACBF8-7435-4C4C-8B72-567954B9E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29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8" name="Oval 3039">
                <a:extLst>
                  <a:ext uri="{FF2B5EF4-FFF2-40B4-BE49-F238E27FC236}">
                    <a16:creationId xmlns:a16="http://schemas.microsoft.com/office/drawing/2014/main" id="{0272699D-FD0C-4FEF-8DD5-77301F8B4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1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99" name="Oval 3040">
                <a:extLst>
                  <a:ext uri="{FF2B5EF4-FFF2-40B4-BE49-F238E27FC236}">
                    <a16:creationId xmlns:a16="http://schemas.microsoft.com/office/drawing/2014/main" id="{D6F40034-8A92-4F20-90F9-DA2B32FC0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28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0" name="Oval 3041">
                <a:extLst>
                  <a:ext uri="{FF2B5EF4-FFF2-40B4-BE49-F238E27FC236}">
                    <a16:creationId xmlns:a16="http://schemas.microsoft.com/office/drawing/2014/main" id="{6555F7B2-5E63-4D00-9B3F-3C536ACA1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30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1" name="Oval 3042">
                <a:extLst>
                  <a:ext uri="{FF2B5EF4-FFF2-40B4-BE49-F238E27FC236}">
                    <a16:creationId xmlns:a16="http://schemas.microsoft.com/office/drawing/2014/main" id="{8726CD33-2BF0-47A6-BA16-F6C47FCE3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30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2" name="Oval 3043">
                <a:extLst>
                  <a:ext uri="{FF2B5EF4-FFF2-40B4-BE49-F238E27FC236}">
                    <a16:creationId xmlns:a16="http://schemas.microsoft.com/office/drawing/2014/main" id="{E9FC8E70-B46B-48E3-A765-4E9CF1AD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29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3" name="Oval 3044">
                <a:extLst>
                  <a:ext uri="{FF2B5EF4-FFF2-40B4-BE49-F238E27FC236}">
                    <a16:creationId xmlns:a16="http://schemas.microsoft.com/office/drawing/2014/main" id="{CA9801BF-F23C-438E-9D18-A80974AB5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30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4" name="Oval 3045">
                <a:extLst>
                  <a:ext uri="{FF2B5EF4-FFF2-40B4-BE49-F238E27FC236}">
                    <a16:creationId xmlns:a16="http://schemas.microsoft.com/office/drawing/2014/main" id="{5B8DD507-A914-4941-A7FD-8C60767E6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29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5" name="Oval 3046">
                <a:extLst>
                  <a:ext uri="{FF2B5EF4-FFF2-40B4-BE49-F238E27FC236}">
                    <a16:creationId xmlns:a16="http://schemas.microsoft.com/office/drawing/2014/main" id="{7B7903E2-C49D-4AA1-ACFE-46D255875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229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6" name="Oval 3047">
                <a:extLst>
                  <a:ext uri="{FF2B5EF4-FFF2-40B4-BE49-F238E27FC236}">
                    <a16:creationId xmlns:a16="http://schemas.microsoft.com/office/drawing/2014/main" id="{D66CC492-5EA7-492C-9D14-5D1DEF978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31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7" name="Oval 3048">
                <a:extLst>
                  <a:ext uri="{FF2B5EF4-FFF2-40B4-BE49-F238E27FC236}">
                    <a16:creationId xmlns:a16="http://schemas.microsoft.com/office/drawing/2014/main" id="{D4CD68C7-D0D0-4877-9DE4-BB90E1196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31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8" name="Oval 3049">
                <a:extLst>
                  <a:ext uri="{FF2B5EF4-FFF2-40B4-BE49-F238E27FC236}">
                    <a16:creationId xmlns:a16="http://schemas.microsoft.com/office/drawing/2014/main" id="{3D0E77D9-B71B-4332-A864-2587929EE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35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09" name="Oval 3050">
                <a:extLst>
                  <a:ext uri="{FF2B5EF4-FFF2-40B4-BE49-F238E27FC236}">
                    <a16:creationId xmlns:a16="http://schemas.microsoft.com/office/drawing/2014/main" id="{BBA44026-5D8A-4B40-9F97-8DCA4B4A3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37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0" name="Oval 3051">
                <a:extLst>
                  <a:ext uri="{FF2B5EF4-FFF2-40B4-BE49-F238E27FC236}">
                    <a16:creationId xmlns:a16="http://schemas.microsoft.com/office/drawing/2014/main" id="{6B0CE63C-5CA4-46A4-8820-767D39BAB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36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1" name="Oval 3052">
                <a:extLst>
                  <a:ext uri="{FF2B5EF4-FFF2-40B4-BE49-F238E27FC236}">
                    <a16:creationId xmlns:a16="http://schemas.microsoft.com/office/drawing/2014/main" id="{2A5688B2-E21E-4A31-B4BD-63A8B3534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32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2" name="Oval 3053">
                <a:extLst>
                  <a:ext uri="{FF2B5EF4-FFF2-40B4-BE49-F238E27FC236}">
                    <a16:creationId xmlns:a16="http://schemas.microsoft.com/office/drawing/2014/main" id="{280EE668-B02A-429F-9354-25ADCAF98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34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3" name="Oval 3054">
                <a:extLst>
                  <a:ext uri="{FF2B5EF4-FFF2-40B4-BE49-F238E27FC236}">
                    <a16:creationId xmlns:a16="http://schemas.microsoft.com/office/drawing/2014/main" id="{8B909482-5D97-4ABE-86E6-7D62ADED9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35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4" name="Oval 3055">
                <a:extLst>
                  <a:ext uri="{FF2B5EF4-FFF2-40B4-BE49-F238E27FC236}">
                    <a16:creationId xmlns:a16="http://schemas.microsoft.com/office/drawing/2014/main" id="{5B06ED19-A163-4A21-B81D-F04507F92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36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5" name="Oval 3056">
                <a:extLst>
                  <a:ext uri="{FF2B5EF4-FFF2-40B4-BE49-F238E27FC236}">
                    <a16:creationId xmlns:a16="http://schemas.microsoft.com/office/drawing/2014/main" id="{1FA35127-EA9D-4390-A14B-3A4FA49E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36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6" name="Oval 3057">
                <a:extLst>
                  <a:ext uri="{FF2B5EF4-FFF2-40B4-BE49-F238E27FC236}">
                    <a16:creationId xmlns:a16="http://schemas.microsoft.com/office/drawing/2014/main" id="{DE336064-DD7B-4B6D-BC8B-02F7F2D6B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36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7" name="Oval 3058">
                <a:extLst>
                  <a:ext uri="{FF2B5EF4-FFF2-40B4-BE49-F238E27FC236}">
                    <a16:creationId xmlns:a16="http://schemas.microsoft.com/office/drawing/2014/main" id="{7F8E3730-2BF6-487A-B11C-5D081A31D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34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8" name="Oval 3059">
                <a:extLst>
                  <a:ext uri="{FF2B5EF4-FFF2-40B4-BE49-F238E27FC236}">
                    <a16:creationId xmlns:a16="http://schemas.microsoft.com/office/drawing/2014/main" id="{D47BAEF2-9DDB-4A62-A623-EB3347EF2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38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19" name="Oval 3060">
                <a:extLst>
                  <a:ext uri="{FF2B5EF4-FFF2-40B4-BE49-F238E27FC236}">
                    <a16:creationId xmlns:a16="http://schemas.microsoft.com/office/drawing/2014/main" id="{22B592AD-79DF-4AE1-8476-44F586450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242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0" name="Oval 3061">
                <a:extLst>
                  <a:ext uri="{FF2B5EF4-FFF2-40B4-BE49-F238E27FC236}">
                    <a16:creationId xmlns:a16="http://schemas.microsoft.com/office/drawing/2014/main" id="{21E3A254-4C96-42E2-8B1B-EC94F179A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37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1" name="Oval 3062">
                <a:extLst>
                  <a:ext uri="{FF2B5EF4-FFF2-40B4-BE49-F238E27FC236}">
                    <a16:creationId xmlns:a16="http://schemas.microsoft.com/office/drawing/2014/main" id="{BE335FD6-1668-42C7-B302-858052FD8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36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2" name="Oval 3063">
                <a:extLst>
                  <a:ext uri="{FF2B5EF4-FFF2-40B4-BE49-F238E27FC236}">
                    <a16:creationId xmlns:a16="http://schemas.microsoft.com/office/drawing/2014/main" id="{5D477623-6622-4360-93B9-0F8B73D00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36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3" name="Oval 3064">
                <a:extLst>
                  <a:ext uri="{FF2B5EF4-FFF2-40B4-BE49-F238E27FC236}">
                    <a16:creationId xmlns:a16="http://schemas.microsoft.com/office/drawing/2014/main" id="{FC51AF0E-CA5A-4F89-9AB6-07EFDFBD3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34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4" name="Oval 3065">
                <a:extLst>
                  <a:ext uri="{FF2B5EF4-FFF2-40B4-BE49-F238E27FC236}">
                    <a16:creationId xmlns:a16="http://schemas.microsoft.com/office/drawing/2014/main" id="{F2788AC5-79F8-4417-B745-9BCE7CA0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38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5" name="Oval 3066">
                <a:extLst>
                  <a:ext uri="{FF2B5EF4-FFF2-40B4-BE49-F238E27FC236}">
                    <a16:creationId xmlns:a16="http://schemas.microsoft.com/office/drawing/2014/main" id="{2B2942B8-7854-4518-A506-18AD18B00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40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6" name="Oval 3067">
                <a:extLst>
                  <a:ext uri="{FF2B5EF4-FFF2-40B4-BE49-F238E27FC236}">
                    <a16:creationId xmlns:a16="http://schemas.microsoft.com/office/drawing/2014/main" id="{53AB2515-385F-475D-98AB-FE46E00F1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39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7" name="Oval 3068">
                <a:extLst>
                  <a:ext uri="{FF2B5EF4-FFF2-40B4-BE49-F238E27FC236}">
                    <a16:creationId xmlns:a16="http://schemas.microsoft.com/office/drawing/2014/main" id="{2E510528-C920-4C7A-A6F5-9612974AD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41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8" name="Oval 3069">
                <a:extLst>
                  <a:ext uri="{FF2B5EF4-FFF2-40B4-BE49-F238E27FC236}">
                    <a16:creationId xmlns:a16="http://schemas.microsoft.com/office/drawing/2014/main" id="{8BC21F6E-C650-4EBA-A76F-5A159B68C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41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29" name="Oval 3070">
                <a:extLst>
                  <a:ext uri="{FF2B5EF4-FFF2-40B4-BE49-F238E27FC236}">
                    <a16:creationId xmlns:a16="http://schemas.microsoft.com/office/drawing/2014/main" id="{F92986B3-9F23-4E45-AD97-1797FFBD6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39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0" name="Oval 3071">
                <a:extLst>
                  <a:ext uri="{FF2B5EF4-FFF2-40B4-BE49-F238E27FC236}">
                    <a16:creationId xmlns:a16="http://schemas.microsoft.com/office/drawing/2014/main" id="{28873A23-5701-4228-870D-CD7D29FF7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237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1" name="Oval 3072">
                <a:extLst>
                  <a:ext uri="{FF2B5EF4-FFF2-40B4-BE49-F238E27FC236}">
                    <a16:creationId xmlns:a16="http://schemas.microsoft.com/office/drawing/2014/main" id="{9A50F277-7B41-4119-8DB8-8EBFB47C3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38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2" name="Oval 3073">
                <a:extLst>
                  <a:ext uri="{FF2B5EF4-FFF2-40B4-BE49-F238E27FC236}">
                    <a16:creationId xmlns:a16="http://schemas.microsoft.com/office/drawing/2014/main" id="{95787117-2B9F-4DC9-84C6-97C7A5C17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38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3" name="Oval 3074">
                <a:extLst>
                  <a:ext uri="{FF2B5EF4-FFF2-40B4-BE49-F238E27FC236}">
                    <a16:creationId xmlns:a16="http://schemas.microsoft.com/office/drawing/2014/main" id="{0D67488A-C597-4178-8EDD-88316042C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37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4" name="Oval 3075">
                <a:extLst>
                  <a:ext uri="{FF2B5EF4-FFF2-40B4-BE49-F238E27FC236}">
                    <a16:creationId xmlns:a16="http://schemas.microsoft.com/office/drawing/2014/main" id="{0DE4F1EF-0E3A-4CA5-B307-5D97F5539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39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5" name="Oval 3076">
                <a:extLst>
                  <a:ext uri="{FF2B5EF4-FFF2-40B4-BE49-F238E27FC236}">
                    <a16:creationId xmlns:a16="http://schemas.microsoft.com/office/drawing/2014/main" id="{73DB82D1-474C-4391-9331-B59E2296A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237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6" name="Oval 3077">
                <a:extLst>
                  <a:ext uri="{FF2B5EF4-FFF2-40B4-BE49-F238E27FC236}">
                    <a16:creationId xmlns:a16="http://schemas.microsoft.com/office/drawing/2014/main" id="{88957FFA-5B16-4B90-9605-FAA7A42F7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239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7" name="Oval 3078">
                <a:extLst>
                  <a:ext uri="{FF2B5EF4-FFF2-40B4-BE49-F238E27FC236}">
                    <a16:creationId xmlns:a16="http://schemas.microsoft.com/office/drawing/2014/main" id="{BEBBA0EE-ECC1-4DE0-A8F9-DA483A71C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40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8" name="Oval 3079">
                <a:extLst>
                  <a:ext uri="{FF2B5EF4-FFF2-40B4-BE49-F238E27FC236}">
                    <a16:creationId xmlns:a16="http://schemas.microsoft.com/office/drawing/2014/main" id="{6E432607-C47A-4417-A2CB-116538B77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3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39" name="Oval 3080">
                <a:extLst>
                  <a:ext uri="{FF2B5EF4-FFF2-40B4-BE49-F238E27FC236}">
                    <a16:creationId xmlns:a16="http://schemas.microsoft.com/office/drawing/2014/main" id="{29F8DE23-E388-41D5-870C-0DD491487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39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0" name="Oval 3081">
                <a:extLst>
                  <a:ext uri="{FF2B5EF4-FFF2-40B4-BE49-F238E27FC236}">
                    <a16:creationId xmlns:a16="http://schemas.microsoft.com/office/drawing/2014/main" id="{D61F9881-0557-4328-9B72-99ED9B3A8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39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1" name="Oval 3082">
                <a:extLst>
                  <a:ext uri="{FF2B5EF4-FFF2-40B4-BE49-F238E27FC236}">
                    <a16:creationId xmlns:a16="http://schemas.microsoft.com/office/drawing/2014/main" id="{EFEC5537-331B-425A-8E78-A3A593A1D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39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2" name="Oval 3083">
                <a:extLst>
                  <a:ext uri="{FF2B5EF4-FFF2-40B4-BE49-F238E27FC236}">
                    <a16:creationId xmlns:a16="http://schemas.microsoft.com/office/drawing/2014/main" id="{A57340A1-E374-4D1C-8FC2-935F508D9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40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3" name="Oval 3084">
                <a:extLst>
                  <a:ext uri="{FF2B5EF4-FFF2-40B4-BE49-F238E27FC236}">
                    <a16:creationId xmlns:a16="http://schemas.microsoft.com/office/drawing/2014/main" id="{0152E9B2-90D8-409F-BBF3-A41FF2386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38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4" name="Oval 3085">
                <a:extLst>
                  <a:ext uri="{FF2B5EF4-FFF2-40B4-BE49-F238E27FC236}">
                    <a16:creationId xmlns:a16="http://schemas.microsoft.com/office/drawing/2014/main" id="{889E5821-357E-4D07-B9F5-6A0C5E33A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38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5" name="Oval 3086">
                <a:extLst>
                  <a:ext uri="{FF2B5EF4-FFF2-40B4-BE49-F238E27FC236}">
                    <a16:creationId xmlns:a16="http://schemas.microsoft.com/office/drawing/2014/main" id="{C060E153-1115-40A8-B564-039AB97D4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3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6" name="Oval 3087">
                <a:extLst>
                  <a:ext uri="{FF2B5EF4-FFF2-40B4-BE49-F238E27FC236}">
                    <a16:creationId xmlns:a16="http://schemas.microsoft.com/office/drawing/2014/main" id="{DBBE2C19-4B23-47DD-B988-83724838D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387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7" name="Oval 3088">
                <a:extLst>
                  <a:ext uri="{FF2B5EF4-FFF2-40B4-BE49-F238E27FC236}">
                    <a16:creationId xmlns:a16="http://schemas.microsoft.com/office/drawing/2014/main" id="{CA9EAF0F-078D-4D71-BAE2-67CADB4AE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40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8" name="Oval 3089">
                <a:extLst>
                  <a:ext uri="{FF2B5EF4-FFF2-40B4-BE49-F238E27FC236}">
                    <a16:creationId xmlns:a16="http://schemas.microsoft.com/office/drawing/2014/main" id="{134DAD5D-71FD-437F-82B1-62E98FD63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240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49" name="Oval 3090">
                <a:extLst>
                  <a:ext uri="{FF2B5EF4-FFF2-40B4-BE49-F238E27FC236}">
                    <a16:creationId xmlns:a16="http://schemas.microsoft.com/office/drawing/2014/main" id="{7A9C0719-EBD3-4AA6-A236-954BFC76D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41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0" name="Oval 3091">
                <a:extLst>
                  <a:ext uri="{FF2B5EF4-FFF2-40B4-BE49-F238E27FC236}">
                    <a16:creationId xmlns:a16="http://schemas.microsoft.com/office/drawing/2014/main" id="{75DFE338-7642-4177-ADAD-A51A0078F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42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1" name="Oval 3092">
                <a:extLst>
                  <a:ext uri="{FF2B5EF4-FFF2-40B4-BE49-F238E27FC236}">
                    <a16:creationId xmlns:a16="http://schemas.microsoft.com/office/drawing/2014/main" id="{1566BC66-861A-46F6-8F78-224742284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38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2" name="Oval 3093">
                <a:extLst>
                  <a:ext uri="{FF2B5EF4-FFF2-40B4-BE49-F238E27FC236}">
                    <a16:creationId xmlns:a16="http://schemas.microsoft.com/office/drawing/2014/main" id="{74D69C17-2625-43B1-8909-DC3C29E31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40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3" name="Oval 3094">
                <a:extLst>
                  <a:ext uri="{FF2B5EF4-FFF2-40B4-BE49-F238E27FC236}">
                    <a16:creationId xmlns:a16="http://schemas.microsoft.com/office/drawing/2014/main" id="{E0130E18-4833-4168-ABAA-11D825AB5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40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4" name="Oval 3095">
                <a:extLst>
                  <a:ext uri="{FF2B5EF4-FFF2-40B4-BE49-F238E27FC236}">
                    <a16:creationId xmlns:a16="http://schemas.microsoft.com/office/drawing/2014/main" id="{FCDAE864-757E-4A82-B467-A53F443EA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42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5" name="Oval 3096">
                <a:extLst>
                  <a:ext uri="{FF2B5EF4-FFF2-40B4-BE49-F238E27FC236}">
                    <a16:creationId xmlns:a16="http://schemas.microsoft.com/office/drawing/2014/main" id="{27E93CE8-156C-4E27-BD49-620639C7F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47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6" name="Oval 3097">
                <a:extLst>
                  <a:ext uri="{FF2B5EF4-FFF2-40B4-BE49-F238E27FC236}">
                    <a16:creationId xmlns:a16="http://schemas.microsoft.com/office/drawing/2014/main" id="{90269F18-2C2D-4B3E-8F02-D44EA8F12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44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7" name="Oval 3098">
                <a:extLst>
                  <a:ext uri="{FF2B5EF4-FFF2-40B4-BE49-F238E27FC236}">
                    <a16:creationId xmlns:a16="http://schemas.microsoft.com/office/drawing/2014/main" id="{399D5C2F-7509-4CB9-AA5E-9AE4B6FD3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44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8" name="Oval 3099">
                <a:extLst>
                  <a:ext uri="{FF2B5EF4-FFF2-40B4-BE49-F238E27FC236}">
                    <a16:creationId xmlns:a16="http://schemas.microsoft.com/office/drawing/2014/main" id="{B1932BC9-DF92-4A30-9E21-EEC6330DC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246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59" name="Oval 3100">
                <a:extLst>
                  <a:ext uri="{FF2B5EF4-FFF2-40B4-BE49-F238E27FC236}">
                    <a16:creationId xmlns:a16="http://schemas.microsoft.com/office/drawing/2014/main" id="{505FFF41-5009-435D-B122-F86235890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4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0" name="Oval 3101">
                <a:extLst>
                  <a:ext uri="{FF2B5EF4-FFF2-40B4-BE49-F238E27FC236}">
                    <a16:creationId xmlns:a16="http://schemas.microsoft.com/office/drawing/2014/main" id="{7CD0E5E3-40EB-4FD1-8E4A-18C6D0568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44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1" name="Oval 3102">
                <a:extLst>
                  <a:ext uri="{FF2B5EF4-FFF2-40B4-BE49-F238E27FC236}">
                    <a16:creationId xmlns:a16="http://schemas.microsoft.com/office/drawing/2014/main" id="{9A3F15DA-1F5F-46A4-BBD4-A64EFF8F9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44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2" name="Oval 3103">
                <a:extLst>
                  <a:ext uri="{FF2B5EF4-FFF2-40B4-BE49-F238E27FC236}">
                    <a16:creationId xmlns:a16="http://schemas.microsoft.com/office/drawing/2014/main" id="{CB8C2F64-5E17-4625-86CE-DD27E214F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45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3" name="Oval 3104">
                <a:extLst>
                  <a:ext uri="{FF2B5EF4-FFF2-40B4-BE49-F238E27FC236}">
                    <a16:creationId xmlns:a16="http://schemas.microsoft.com/office/drawing/2014/main" id="{D47D49E2-483C-49F0-9270-CB2C5112E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44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4" name="Oval 3105">
                <a:extLst>
                  <a:ext uri="{FF2B5EF4-FFF2-40B4-BE49-F238E27FC236}">
                    <a16:creationId xmlns:a16="http://schemas.microsoft.com/office/drawing/2014/main" id="{B1A5DDF8-6252-420F-BFC2-9A743A7CB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43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5" name="Oval 3106">
                <a:extLst>
                  <a:ext uri="{FF2B5EF4-FFF2-40B4-BE49-F238E27FC236}">
                    <a16:creationId xmlns:a16="http://schemas.microsoft.com/office/drawing/2014/main" id="{CC0C0B3D-D08B-4403-B6C6-E493CDDDB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41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6" name="Oval 3107">
                <a:extLst>
                  <a:ext uri="{FF2B5EF4-FFF2-40B4-BE49-F238E27FC236}">
                    <a16:creationId xmlns:a16="http://schemas.microsoft.com/office/drawing/2014/main" id="{480F09C0-3F46-4124-A616-2EBA2E88F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41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7" name="Oval 3108">
                <a:extLst>
                  <a:ext uri="{FF2B5EF4-FFF2-40B4-BE49-F238E27FC236}">
                    <a16:creationId xmlns:a16="http://schemas.microsoft.com/office/drawing/2014/main" id="{FB9FBFB8-9AFF-4947-A30C-DB33D1C31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43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8" name="Oval 3109">
                <a:extLst>
                  <a:ext uri="{FF2B5EF4-FFF2-40B4-BE49-F238E27FC236}">
                    <a16:creationId xmlns:a16="http://schemas.microsoft.com/office/drawing/2014/main" id="{705DA6D3-DFCC-465B-A75D-C7348DC24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44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69" name="Oval 3110">
                <a:extLst>
                  <a:ext uri="{FF2B5EF4-FFF2-40B4-BE49-F238E27FC236}">
                    <a16:creationId xmlns:a16="http://schemas.microsoft.com/office/drawing/2014/main" id="{198C8EA7-8235-4889-9FEC-0E1EF0F2E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244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0" name="Oval 3111">
                <a:extLst>
                  <a:ext uri="{FF2B5EF4-FFF2-40B4-BE49-F238E27FC236}">
                    <a16:creationId xmlns:a16="http://schemas.microsoft.com/office/drawing/2014/main" id="{0D32F153-D9AD-497B-89CD-9F78CEB9B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45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1" name="Oval 3112">
                <a:extLst>
                  <a:ext uri="{FF2B5EF4-FFF2-40B4-BE49-F238E27FC236}">
                    <a16:creationId xmlns:a16="http://schemas.microsoft.com/office/drawing/2014/main" id="{9EE62ACB-C7A2-4D41-8A18-08E1AD2C3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45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2" name="Oval 3113">
                <a:extLst>
                  <a:ext uri="{FF2B5EF4-FFF2-40B4-BE49-F238E27FC236}">
                    <a16:creationId xmlns:a16="http://schemas.microsoft.com/office/drawing/2014/main" id="{B4EA3985-7EA1-4AEE-8531-ED68EE8FA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45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3" name="Oval 3114">
                <a:extLst>
                  <a:ext uri="{FF2B5EF4-FFF2-40B4-BE49-F238E27FC236}">
                    <a16:creationId xmlns:a16="http://schemas.microsoft.com/office/drawing/2014/main" id="{5A5EE50F-FEAB-462B-8917-90E30F66C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465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4" name="Oval 3115">
                <a:extLst>
                  <a:ext uri="{FF2B5EF4-FFF2-40B4-BE49-F238E27FC236}">
                    <a16:creationId xmlns:a16="http://schemas.microsoft.com/office/drawing/2014/main" id="{C57C9C05-9DA3-4C0C-9EEB-DD24871A1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47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5" name="Oval 3116">
                <a:extLst>
                  <a:ext uri="{FF2B5EF4-FFF2-40B4-BE49-F238E27FC236}">
                    <a16:creationId xmlns:a16="http://schemas.microsoft.com/office/drawing/2014/main" id="{2A06919B-08B6-4B1F-B74F-1AFC9F619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45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6" name="Oval 3117">
                <a:extLst>
                  <a:ext uri="{FF2B5EF4-FFF2-40B4-BE49-F238E27FC236}">
                    <a16:creationId xmlns:a16="http://schemas.microsoft.com/office/drawing/2014/main" id="{EF5B2DDF-4408-4370-B8BB-92395141F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45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7" name="Oval 3118">
                <a:extLst>
                  <a:ext uri="{FF2B5EF4-FFF2-40B4-BE49-F238E27FC236}">
                    <a16:creationId xmlns:a16="http://schemas.microsoft.com/office/drawing/2014/main" id="{3E8EE878-AA1F-4A62-8224-05720432A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47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8" name="Oval 3119">
                <a:extLst>
                  <a:ext uri="{FF2B5EF4-FFF2-40B4-BE49-F238E27FC236}">
                    <a16:creationId xmlns:a16="http://schemas.microsoft.com/office/drawing/2014/main" id="{A4CA2198-6201-44E7-8E55-38EEE2B81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44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79" name="Oval 3120">
                <a:extLst>
                  <a:ext uri="{FF2B5EF4-FFF2-40B4-BE49-F238E27FC236}">
                    <a16:creationId xmlns:a16="http://schemas.microsoft.com/office/drawing/2014/main" id="{A98BC55B-EC2E-42A2-81B0-551D84A8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42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0" name="Oval 3121">
                <a:extLst>
                  <a:ext uri="{FF2B5EF4-FFF2-40B4-BE49-F238E27FC236}">
                    <a16:creationId xmlns:a16="http://schemas.microsoft.com/office/drawing/2014/main" id="{7C4D9BA7-66BA-4EE4-BF21-1C163481C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42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1" name="Oval 3122">
                <a:extLst>
                  <a:ext uri="{FF2B5EF4-FFF2-40B4-BE49-F238E27FC236}">
                    <a16:creationId xmlns:a16="http://schemas.microsoft.com/office/drawing/2014/main" id="{141DEF23-0DEA-45F5-8E0B-050EA527A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43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2" name="Oval 3123">
                <a:extLst>
                  <a:ext uri="{FF2B5EF4-FFF2-40B4-BE49-F238E27FC236}">
                    <a16:creationId xmlns:a16="http://schemas.microsoft.com/office/drawing/2014/main" id="{FD7F72B0-6806-4036-BF33-4FE933EEC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425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3" name="Oval 3124">
                <a:extLst>
                  <a:ext uri="{FF2B5EF4-FFF2-40B4-BE49-F238E27FC236}">
                    <a16:creationId xmlns:a16="http://schemas.microsoft.com/office/drawing/2014/main" id="{76420549-B3A2-4B06-8A25-168D94360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41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4" name="Oval 3125">
                <a:extLst>
                  <a:ext uri="{FF2B5EF4-FFF2-40B4-BE49-F238E27FC236}">
                    <a16:creationId xmlns:a16="http://schemas.microsoft.com/office/drawing/2014/main" id="{C8BD2491-68BA-4E7D-AA23-AE9768130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42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5" name="Oval 3126">
                <a:extLst>
                  <a:ext uri="{FF2B5EF4-FFF2-40B4-BE49-F238E27FC236}">
                    <a16:creationId xmlns:a16="http://schemas.microsoft.com/office/drawing/2014/main" id="{5FF8362A-0092-4AF2-93B5-FED71524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43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6" name="Oval 3127">
                <a:extLst>
                  <a:ext uri="{FF2B5EF4-FFF2-40B4-BE49-F238E27FC236}">
                    <a16:creationId xmlns:a16="http://schemas.microsoft.com/office/drawing/2014/main" id="{DC7F408B-7618-4244-95E2-237D95713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44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7" name="Oval 3128">
                <a:extLst>
                  <a:ext uri="{FF2B5EF4-FFF2-40B4-BE49-F238E27FC236}">
                    <a16:creationId xmlns:a16="http://schemas.microsoft.com/office/drawing/2014/main" id="{39148149-88BC-4673-93DA-9ECA5083D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41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8" name="Oval 3129">
                <a:extLst>
                  <a:ext uri="{FF2B5EF4-FFF2-40B4-BE49-F238E27FC236}">
                    <a16:creationId xmlns:a16="http://schemas.microsoft.com/office/drawing/2014/main" id="{375641F4-C70F-419C-A51C-B34FB0DC7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45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89" name="Oval 3130">
                <a:extLst>
                  <a:ext uri="{FF2B5EF4-FFF2-40B4-BE49-F238E27FC236}">
                    <a16:creationId xmlns:a16="http://schemas.microsoft.com/office/drawing/2014/main" id="{6966C22E-AB08-4BD4-8251-F3E2F5ADD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43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0" name="Oval 3131">
                <a:extLst>
                  <a:ext uri="{FF2B5EF4-FFF2-40B4-BE49-F238E27FC236}">
                    <a16:creationId xmlns:a16="http://schemas.microsoft.com/office/drawing/2014/main" id="{5905F637-872B-4811-A543-72CDCEADE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42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1" name="Oval 3132">
                <a:extLst>
                  <a:ext uri="{FF2B5EF4-FFF2-40B4-BE49-F238E27FC236}">
                    <a16:creationId xmlns:a16="http://schemas.microsoft.com/office/drawing/2014/main" id="{B33D32E1-C2BA-431E-A29B-A2855A642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43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2" name="Oval 3133">
                <a:extLst>
                  <a:ext uri="{FF2B5EF4-FFF2-40B4-BE49-F238E27FC236}">
                    <a16:creationId xmlns:a16="http://schemas.microsoft.com/office/drawing/2014/main" id="{EFC8DFAB-8CA7-4DBA-B0DC-68ED4F71F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44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3" name="Oval 3134">
                <a:extLst>
                  <a:ext uri="{FF2B5EF4-FFF2-40B4-BE49-F238E27FC236}">
                    <a16:creationId xmlns:a16="http://schemas.microsoft.com/office/drawing/2014/main" id="{361C59D5-A944-40C3-A0D1-2F223055F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44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4" name="Oval 3135">
                <a:extLst>
                  <a:ext uri="{FF2B5EF4-FFF2-40B4-BE49-F238E27FC236}">
                    <a16:creationId xmlns:a16="http://schemas.microsoft.com/office/drawing/2014/main" id="{CF3D0D98-CD74-427F-88B8-B348D8BCF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44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5" name="Oval 3136">
                <a:extLst>
                  <a:ext uri="{FF2B5EF4-FFF2-40B4-BE49-F238E27FC236}">
                    <a16:creationId xmlns:a16="http://schemas.microsoft.com/office/drawing/2014/main" id="{B96A09E9-756D-4EA1-B481-2EBA67034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244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6" name="Oval 3137">
                <a:extLst>
                  <a:ext uri="{FF2B5EF4-FFF2-40B4-BE49-F238E27FC236}">
                    <a16:creationId xmlns:a16="http://schemas.microsoft.com/office/drawing/2014/main" id="{1137282E-CEDC-48FA-B347-67F90E1BD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4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7" name="Oval 3138">
                <a:extLst>
                  <a:ext uri="{FF2B5EF4-FFF2-40B4-BE49-F238E27FC236}">
                    <a16:creationId xmlns:a16="http://schemas.microsoft.com/office/drawing/2014/main" id="{E35FB743-CEF9-4745-B961-847870852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45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8" name="Oval 3139">
                <a:extLst>
                  <a:ext uri="{FF2B5EF4-FFF2-40B4-BE49-F238E27FC236}">
                    <a16:creationId xmlns:a16="http://schemas.microsoft.com/office/drawing/2014/main" id="{6A85BDAC-BFFE-4147-9FF6-DF1C06F42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43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399" name="Oval 3140">
                <a:extLst>
                  <a:ext uri="{FF2B5EF4-FFF2-40B4-BE49-F238E27FC236}">
                    <a16:creationId xmlns:a16="http://schemas.microsoft.com/office/drawing/2014/main" id="{052A3452-9F45-4B9B-B66D-737391EB1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44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0" name="Oval 3141">
                <a:extLst>
                  <a:ext uri="{FF2B5EF4-FFF2-40B4-BE49-F238E27FC236}">
                    <a16:creationId xmlns:a16="http://schemas.microsoft.com/office/drawing/2014/main" id="{041F9E6A-D686-4031-9728-73B8D7A82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43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1" name="Oval 3142">
                <a:extLst>
                  <a:ext uri="{FF2B5EF4-FFF2-40B4-BE49-F238E27FC236}">
                    <a16:creationId xmlns:a16="http://schemas.microsoft.com/office/drawing/2014/main" id="{9DE4797A-6FE7-491B-A0F0-EFF1A6BF9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4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2" name="Oval 3143">
                <a:extLst>
                  <a:ext uri="{FF2B5EF4-FFF2-40B4-BE49-F238E27FC236}">
                    <a16:creationId xmlns:a16="http://schemas.microsoft.com/office/drawing/2014/main" id="{B9E5C44B-87DC-451D-8666-7BD4BB0CB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40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3" name="Oval 3144">
                <a:extLst>
                  <a:ext uri="{FF2B5EF4-FFF2-40B4-BE49-F238E27FC236}">
                    <a16:creationId xmlns:a16="http://schemas.microsoft.com/office/drawing/2014/main" id="{4E7FA4B5-E115-4CE9-BDA8-A002EE1FB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39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4" name="Oval 3145">
                <a:extLst>
                  <a:ext uri="{FF2B5EF4-FFF2-40B4-BE49-F238E27FC236}">
                    <a16:creationId xmlns:a16="http://schemas.microsoft.com/office/drawing/2014/main" id="{E716DFAD-6FC1-49B0-B661-29DC2EC04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42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5" name="Oval 3146">
                <a:extLst>
                  <a:ext uri="{FF2B5EF4-FFF2-40B4-BE49-F238E27FC236}">
                    <a16:creationId xmlns:a16="http://schemas.microsoft.com/office/drawing/2014/main" id="{8FD7216B-51AE-4423-8EBF-9E8EA8980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4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6" name="Oval 3147">
                <a:extLst>
                  <a:ext uri="{FF2B5EF4-FFF2-40B4-BE49-F238E27FC236}">
                    <a16:creationId xmlns:a16="http://schemas.microsoft.com/office/drawing/2014/main" id="{89B7B3E7-CDA9-4F29-BF85-53CE87248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438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7" name="Oval 3148">
                <a:extLst>
                  <a:ext uri="{FF2B5EF4-FFF2-40B4-BE49-F238E27FC236}">
                    <a16:creationId xmlns:a16="http://schemas.microsoft.com/office/drawing/2014/main" id="{77E355D4-5A2E-4CF6-937C-2124EAA82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42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8" name="Oval 3149">
                <a:extLst>
                  <a:ext uri="{FF2B5EF4-FFF2-40B4-BE49-F238E27FC236}">
                    <a16:creationId xmlns:a16="http://schemas.microsoft.com/office/drawing/2014/main" id="{2BAD47B0-266E-4203-92F1-C4189DCC6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42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09" name="Oval 3150">
                <a:extLst>
                  <a:ext uri="{FF2B5EF4-FFF2-40B4-BE49-F238E27FC236}">
                    <a16:creationId xmlns:a16="http://schemas.microsoft.com/office/drawing/2014/main" id="{947FF92A-3BD4-4500-A20C-695F5DDC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41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0" name="Oval 3151">
                <a:extLst>
                  <a:ext uri="{FF2B5EF4-FFF2-40B4-BE49-F238E27FC236}">
                    <a16:creationId xmlns:a16="http://schemas.microsoft.com/office/drawing/2014/main" id="{852F2A01-CB3C-48D7-BD6B-976594A7E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42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1" name="Oval 3152">
                <a:extLst>
                  <a:ext uri="{FF2B5EF4-FFF2-40B4-BE49-F238E27FC236}">
                    <a16:creationId xmlns:a16="http://schemas.microsoft.com/office/drawing/2014/main" id="{74869CD7-C36B-4644-BDCC-5FDE2A35E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43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2" name="Oval 3153">
                <a:extLst>
                  <a:ext uri="{FF2B5EF4-FFF2-40B4-BE49-F238E27FC236}">
                    <a16:creationId xmlns:a16="http://schemas.microsoft.com/office/drawing/2014/main" id="{BF799F6A-75A9-440C-BC44-4189EB0BB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42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3" name="Oval 3154">
                <a:extLst>
                  <a:ext uri="{FF2B5EF4-FFF2-40B4-BE49-F238E27FC236}">
                    <a16:creationId xmlns:a16="http://schemas.microsoft.com/office/drawing/2014/main" id="{D03CA483-21F8-4BFC-9753-FBED4D911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46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4" name="Oval 3155">
                <a:extLst>
                  <a:ext uri="{FF2B5EF4-FFF2-40B4-BE49-F238E27FC236}">
                    <a16:creationId xmlns:a16="http://schemas.microsoft.com/office/drawing/2014/main" id="{8D0711E0-0AC2-4C37-9DB8-B8FEE8E64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45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5" name="Oval 3156">
                <a:extLst>
                  <a:ext uri="{FF2B5EF4-FFF2-40B4-BE49-F238E27FC236}">
                    <a16:creationId xmlns:a16="http://schemas.microsoft.com/office/drawing/2014/main" id="{E8EC5A9A-96C5-47C5-9059-41864C9CD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43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6" name="Oval 3157">
                <a:extLst>
                  <a:ext uri="{FF2B5EF4-FFF2-40B4-BE49-F238E27FC236}">
                    <a16:creationId xmlns:a16="http://schemas.microsoft.com/office/drawing/2014/main" id="{2520A815-FF64-4E47-8EC7-EF26651CD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4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7" name="Oval 3158">
                <a:extLst>
                  <a:ext uri="{FF2B5EF4-FFF2-40B4-BE49-F238E27FC236}">
                    <a16:creationId xmlns:a16="http://schemas.microsoft.com/office/drawing/2014/main" id="{AA85A954-7B34-42AE-A5D4-18B43B8D2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435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8" name="Oval 3159">
                <a:extLst>
                  <a:ext uri="{FF2B5EF4-FFF2-40B4-BE49-F238E27FC236}">
                    <a16:creationId xmlns:a16="http://schemas.microsoft.com/office/drawing/2014/main" id="{3DF9A1E5-DB07-444F-9044-9AF16F327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44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19" name="Oval 3160">
                <a:extLst>
                  <a:ext uri="{FF2B5EF4-FFF2-40B4-BE49-F238E27FC236}">
                    <a16:creationId xmlns:a16="http://schemas.microsoft.com/office/drawing/2014/main" id="{C605F6CC-70BA-47A8-B2B7-AB08B5B28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44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18" name="Group 3161">
              <a:extLst>
                <a:ext uri="{FF2B5EF4-FFF2-40B4-BE49-F238E27FC236}">
                  <a16:creationId xmlns:a16="http://schemas.microsoft.com/office/drawing/2014/main" id="{48CE7AB3-9AFA-4EED-A936-D690DCD04F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6" y="2257"/>
              <a:ext cx="193" cy="237"/>
              <a:chOff x="4766" y="2257"/>
              <a:chExt cx="193" cy="237"/>
            </a:xfrm>
          </p:grpSpPr>
          <p:sp>
            <p:nvSpPr>
              <p:cNvPr id="62020" name="Oval 3162">
                <a:extLst>
                  <a:ext uri="{FF2B5EF4-FFF2-40B4-BE49-F238E27FC236}">
                    <a16:creationId xmlns:a16="http://schemas.microsoft.com/office/drawing/2014/main" id="{E615B7BF-BF9D-4A7F-89B0-3F8FDCB56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4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21" name="Oval 3163">
                <a:extLst>
                  <a:ext uri="{FF2B5EF4-FFF2-40B4-BE49-F238E27FC236}">
                    <a16:creationId xmlns:a16="http://schemas.microsoft.com/office/drawing/2014/main" id="{8145190A-9F58-4E2C-BA98-F5D0E58CA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43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22" name="Oval 3164">
                <a:extLst>
                  <a:ext uri="{FF2B5EF4-FFF2-40B4-BE49-F238E27FC236}">
                    <a16:creationId xmlns:a16="http://schemas.microsoft.com/office/drawing/2014/main" id="{CFE5EEF6-F6F3-4586-A65F-3B43FA002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48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23" name="Oval 3165">
                <a:extLst>
                  <a:ext uri="{FF2B5EF4-FFF2-40B4-BE49-F238E27FC236}">
                    <a16:creationId xmlns:a16="http://schemas.microsoft.com/office/drawing/2014/main" id="{13CF3BF9-561C-48CB-9FC8-52EFEB6DB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45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24" name="Oval 3166">
                <a:extLst>
                  <a:ext uri="{FF2B5EF4-FFF2-40B4-BE49-F238E27FC236}">
                    <a16:creationId xmlns:a16="http://schemas.microsoft.com/office/drawing/2014/main" id="{FA1E46B7-4991-45A9-A565-391BAB931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45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25" name="Oval 3167">
                <a:extLst>
                  <a:ext uri="{FF2B5EF4-FFF2-40B4-BE49-F238E27FC236}">
                    <a16:creationId xmlns:a16="http://schemas.microsoft.com/office/drawing/2014/main" id="{0EA5C6BE-3F5B-4F1C-895D-F02BC2E1F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47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26" name="Oval 3168">
                <a:extLst>
                  <a:ext uri="{FF2B5EF4-FFF2-40B4-BE49-F238E27FC236}">
                    <a16:creationId xmlns:a16="http://schemas.microsoft.com/office/drawing/2014/main" id="{5FBE1DDD-7960-40BA-A3DC-624AAA520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47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27" name="Oval 3169">
                <a:extLst>
                  <a:ext uri="{FF2B5EF4-FFF2-40B4-BE49-F238E27FC236}">
                    <a16:creationId xmlns:a16="http://schemas.microsoft.com/office/drawing/2014/main" id="{DA445068-88A5-40B9-8571-627C28D29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45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28" name="Oval 3170">
                <a:extLst>
                  <a:ext uri="{FF2B5EF4-FFF2-40B4-BE49-F238E27FC236}">
                    <a16:creationId xmlns:a16="http://schemas.microsoft.com/office/drawing/2014/main" id="{97A1B7BF-67BD-4427-AD1E-DB21A0135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45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29" name="Oval 3171">
                <a:extLst>
                  <a:ext uri="{FF2B5EF4-FFF2-40B4-BE49-F238E27FC236}">
                    <a16:creationId xmlns:a16="http://schemas.microsoft.com/office/drawing/2014/main" id="{7035E0AE-0757-4F99-AFE9-2E2526BE4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46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0" name="Oval 3172">
                <a:extLst>
                  <a:ext uri="{FF2B5EF4-FFF2-40B4-BE49-F238E27FC236}">
                    <a16:creationId xmlns:a16="http://schemas.microsoft.com/office/drawing/2014/main" id="{A8F90936-65D9-49EB-B897-7D1659A1A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45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1" name="Oval 3173">
                <a:extLst>
                  <a:ext uri="{FF2B5EF4-FFF2-40B4-BE49-F238E27FC236}">
                    <a16:creationId xmlns:a16="http://schemas.microsoft.com/office/drawing/2014/main" id="{32B3198B-E2BD-4C61-88A2-34A9F8301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44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2" name="Oval 3174">
                <a:extLst>
                  <a:ext uri="{FF2B5EF4-FFF2-40B4-BE49-F238E27FC236}">
                    <a16:creationId xmlns:a16="http://schemas.microsoft.com/office/drawing/2014/main" id="{D5CAAFE0-A5D5-4DE8-BBA6-8E72D9384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43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3" name="Oval 3175">
                <a:extLst>
                  <a:ext uri="{FF2B5EF4-FFF2-40B4-BE49-F238E27FC236}">
                    <a16:creationId xmlns:a16="http://schemas.microsoft.com/office/drawing/2014/main" id="{C676F449-32AF-428C-BD9A-FBE9792FF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43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4" name="Oval 3176">
                <a:extLst>
                  <a:ext uri="{FF2B5EF4-FFF2-40B4-BE49-F238E27FC236}">
                    <a16:creationId xmlns:a16="http://schemas.microsoft.com/office/drawing/2014/main" id="{6E615BCC-E016-41F2-915E-E17024DFF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4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5" name="Oval 3177">
                <a:extLst>
                  <a:ext uri="{FF2B5EF4-FFF2-40B4-BE49-F238E27FC236}">
                    <a16:creationId xmlns:a16="http://schemas.microsoft.com/office/drawing/2014/main" id="{ADEDC093-4725-4215-8F88-E4323988E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46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6" name="Oval 3178">
                <a:extLst>
                  <a:ext uri="{FF2B5EF4-FFF2-40B4-BE49-F238E27FC236}">
                    <a16:creationId xmlns:a16="http://schemas.microsoft.com/office/drawing/2014/main" id="{24E1B665-BB8E-4278-9582-2DA40A7AE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45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7" name="Oval 3179">
                <a:extLst>
                  <a:ext uri="{FF2B5EF4-FFF2-40B4-BE49-F238E27FC236}">
                    <a16:creationId xmlns:a16="http://schemas.microsoft.com/office/drawing/2014/main" id="{C47DE624-2A76-45CE-95BB-8D13ABBF2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47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8" name="Oval 3180">
                <a:extLst>
                  <a:ext uri="{FF2B5EF4-FFF2-40B4-BE49-F238E27FC236}">
                    <a16:creationId xmlns:a16="http://schemas.microsoft.com/office/drawing/2014/main" id="{3510524F-AB26-42D1-A25C-902CE87C3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46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39" name="Oval 3181">
                <a:extLst>
                  <a:ext uri="{FF2B5EF4-FFF2-40B4-BE49-F238E27FC236}">
                    <a16:creationId xmlns:a16="http://schemas.microsoft.com/office/drawing/2014/main" id="{6A4360D0-D644-4215-B82C-D4CFA8073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46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0" name="Oval 3182">
                <a:extLst>
                  <a:ext uri="{FF2B5EF4-FFF2-40B4-BE49-F238E27FC236}">
                    <a16:creationId xmlns:a16="http://schemas.microsoft.com/office/drawing/2014/main" id="{8AA2EF08-D74D-404B-9C24-82A107ECF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47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1" name="Oval 3183">
                <a:extLst>
                  <a:ext uri="{FF2B5EF4-FFF2-40B4-BE49-F238E27FC236}">
                    <a16:creationId xmlns:a16="http://schemas.microsoft.com/office/drawing/2014/main" id="{53AF1C57-05CD-42D0-8FD0-077C9BE1C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48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2" name="Oval 3184">
                <a:extLst>
                  <a:ext uri="{FF2B5EF4-FFF2-40B4-BE49-F238E27FC236}">
                    <a16:creationId xmlns:a16="http://schemas.microsoft.com/office/drawing/2014/main" id="{948D5B52-A9CB-44D5-8E2F-B5F8A1E8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46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3" name="Oval 3185">
                <a:extLst>
                  <a:ext uri="{FF2B5EF4-FFF2-40B4-BE49-F238E27FC236}">
                    <a16:creationId xmlns:a16="http://schemas.microsoft.com/office/drawing/2014/main" id="{F04E78F5-3C5A-4B6A-A178-8BF672914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47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4" name="Oval 3186">
                <a:extLst>
                  <a:ext uri="{FF2B5EF4-FFF2-40B4-BE49-F238E27FC236}">
                    <a16:creationId xmlns:a16="http://schemas.microsoft.com/office/drawing/2014/main" id="{7876BA51-4A72-4635-9B8F-7642A5775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48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5" name="Oval 3187">
                <a:extLst>
                  <a:ext uri="{FF2B5EF4-FFF2-40B4-BE49-F238E27FC236}">
                    <a16:creationId xmlns:a16="http://schemas.microsoft.com/office/drawing/2014/main" id="{A8D81B0B-0722-423B-AA34-F32D72371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30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6" name="Oval 3188">
                <a:extLst>
                  <a:ext uri="{FF2B5EF4-FFF2-40B4-BE49-F238E27FC236}">
                    <a16:creationId xmlns:a16="http://schemas.microsoft.com/office/drawing/2014/main" id="{0929916C-025F-49C6-9497-4D7DB4662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31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7" name="Oval 3189">
                <a:extLst>
                  <a:ext uri="{FF2B5EF4-FFF2-40B4-BE49-F238E27FC236}">
                    <a16:creationId xmlns:a16="http://schemas.microsoft.com/office/drawing/2014/main" id="{E4BEAE63-363E-47F2-B2FA-B2DF70C12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31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8" name="Oval 3190">
                <a:extLst>
                  <a:ext uri="{FF2B5EF4-FFF2-40B4-BE49-F238E27FC236}">
                    <a16:creationId xmlns:a16="http://schemas.microsoft.com/office/drawing/2014/main" id="{5633E7D1-86F3-4DC0-99B1-39F52BC2D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32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49" name="Oval 3191">
                <a:extLst>
                  <a:ext uri="{FF2B5EF4-FFF2-40B4-BE49-F238E27FC236}">
                    <a16:creationId xmlns:a16="http://schemas.microsoft.com/office/drawing/2014/main" id="{5423E278-CC02-4F2A-BF68-0B311CEAB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33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0" name="Oval 3192">
                <a:extLst>
                  <a:ext uri="{FF2B5EF4-FFF2-40B4-BE49-F238E27FC236}">
                    <a16:creationId xmlns:a16="http://schemas.microsoft.com/office/drawing/2014/main" id="{5E268CA2-F7D7-4147-BDD6-75203A6DF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31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1" name="Oval 3193">
                <a:extLst>
                  <a:ext uri="{FF2B5EF4-FFF2-40B4-BE49-F238E27FC236}">
                    <a16:creationId xmlns:a16="http://schemas.microsoft.com/office/drawing/2014/main" id="{0328148E-FCF7-4C37-B4BE-97CF1A1D2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29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2" name="Oval 3194">
                <a:extLst>
                  <a:ext uri="{FF2B5EF4-FFF2-40B4-BE49-F238E27FC236}">
                    <a16:creationId xmlns:a16="http://schemas.microsoft.com/office/drawing/2014/main" id="{4B32BF80-9500-4319-BDBD-95DC78A84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9" y="229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3" name="Oval 3195">
                <a:extLst>
                  <a:ext uri="{FF2B5EF4-FFF2-40B4-BE49-F238E27FC236}">
                    <a16:creationId xmlns:a16="http://schemas.microsoft.com/office/drawing/2014/main" id="{1F8951CB-A95E-46CB-BB1D-D8D44E252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29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4" name="Oval 3196">
                <a:extLst>
                  <a:ext uri="{FF2B5EF4-FFF2-40B4-BE49-F238E27FC236}">
                    <a16:creationId xmlns:a16="http://schemas.microsoft.com/office/drawing/2014/main" id="{CE70FD9B-4260-4C24-AE4E-6964D90B5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9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5" name="Oval 3197">
                <a:extLst>
                  <a:ext uri="{FF2B5EF4-FFF2-40B4-BE49-F238E27FC236}">
                    <a16:creationId xmlns:a16="http://schemas.microsoft.com/office/drawing/2014/main" id="{5A9BF1B7-6EAD-4B1E-AC89-6E7E9CF5C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23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6" name="Oval 3198">
                <a:extLst>
                  <a:ext uri="{FF2B5EF4-FFF2-40B4-BE49-F238E27FC236}">
                    <a16:creationId xmlns:a16="http://schemas.microsoft.com/office/drawing/2014/main" id="{3B358C20-3E11-4A64-8E7B-3BB5D62CC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29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7" name="Oval 3199">
                <a:extLst>
                  <a:ext uri="{FF2B5EF4-FFF2-40B4-BE49-F238E27FC236}">
                    <a16:creationId xmlns:a16="http://schemas.microsoft.com/office/drawing/2014/main" id="{FA660E7E-BA99-4867-A740-A89CFD28E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31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8" name="Oval 3200">
                <a:extLst>
                  <a:ext uri="{FF2B5EF4-FFF2-40B4-BE49-F238E27FC236}">
                    <a16:creationId xmlns:a16="http://schemas.microsoft.com/office/drawing/2014/main" id="{76F5FE18-013E-4EDA-875E-E1805CEE9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31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59" name="Oval 3201">
                <a:extLst>
                  <a:ext uri="{FF2B5EF4-FFF2-40B4-BE49-F238E27FC236}">
                    <a16:creationId xmlns:a16="http://schemas.microsoft.com/office/drawing/2014/main" id="{4B12D64B-30E8-4CA1-B699-A9C4AE9D1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30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0" name="Oval 3202">
                <a:extLst>
                  <a:ext uri="{FF2B5EF4-FFF2-40B4-BE49-F238E27FC236}">
                    <a16:creationId xmlns:a16="http://schemas.microsoft.com/office/drawing/2014/main" id="{3CE7AA9C-267E-4E92-9756-7DD3DA218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31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1" name="Oval 3203">
                <a:extLst>
                  <a:ext uri="{FF2B5EF4-FFF2-40B4-BE49-F238E27FC236}">
                    <a16:creationId xmlns:a16="http://schemas.microsoft.com/office/drawing/2014/main" id="{67196547-EF8A-4F35-AED3-0F603BD60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30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2" name="Oval 3204">
                <a:extLst>
                  <a:ext uri="{FF2B5EF4-FFF2-40B4-BE49-F238E27FC236}">
                    <a16:creationId xmlns:a16="http://schemas.microsoft.com/office/drawing/2014/main" id="{36A17ED3-FB54-4E03-AF47-DEDD6939D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31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3" name="Oval 3205">
                <a:extLst>
                  <a:ext uri="{FF2B5EF4-FFF2-40B4-BE49-F238E27FC236}">
                    <a16:creationId xmlns:a16="http://schemas.microsoft.com/office/drawing/2014/main" id="{C0C92FEB-D409-47B0-B3C8-788668441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32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4" name="Oval 3206">
                <a:extLst>
                  <a:ext uri="{FF2B5EF4-FFF2-40B4-BE49-F238E27FC236}">
                    <a16:creationId xmlns:a16="http://schemas.microsoft.com/office/drawing/2014/main" id="{59788915-4559-4D76-B1CA-5DA80CB0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34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5" name="Oval 3207">
                <a:extLst>
                  <a:ext uri="{FF2B5EF4-FFF2-40B4-BE49-F238E27FC236}">
                    <a16:creationId xmlns:a16="http://schemas.microsoft.com/office/drawing/2014/main" id="{B7190853-759D-4CAA-9167-5D019AD58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35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6" name="Oval 3208">
                <a:extLst>
                  <a:ext uri="{FF2B5EF4-FFF2-40B4-BE49-F238E27FC236}">
                    <a16:creationId xmlns:a16="http://schemas.microsoft.com/office/drawing/2014/main" id="{8A60A151-9BC1-4707-92A9-3F60E5FC9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9" y="2331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7" name="Oval 3209">
                <a:extLst>
                  <a:ext uri="{FF2B5EF4-FFF2-40B4-BE49-F238E27FC236}">
                    <a16:creationId xmlns:a16="http://schemas.microsoft.com/office/drawing/2014/main" id="{E5BF00F6-B9E6-4E92-A8B4-90B19A204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31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8" name="Oval 3210">
                <a:extLst>
                  <a:ext uri="{FF2B5EF4-FFF2-40B4-BE49-F238E27FC236}">
                    <a16:creationId xmlns:a16="http://schemas.microsoft.com/office/drawing/2014/main" id="{E875B866-7CC5-4267-8717-D5F7CCA55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32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9" name="Oval 3211">
                <a:extLst>
                  <a:ext uri="{FF2B5EF4-FFF2-40B4-BE49-F238E27FC236}">
                    <a16:creationId xmlns:a16="http://schemas.microsoft.com/office/drawing/2014/main" id="{F4B9E748-D327-41A5-982B-8386D3DC9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33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0" name="Oval 3212">
                <a:extLst>
                  <a:ext uri="{FF2B5EF4-FFF2-40B4-BE49-F238E27FC236}">
                    <a16:creationId xmlns:a16="http://schemas.microsoft.com/office/drawing/2014/main" id="{AC0E49EB-70D9-466C-B798-F326EF079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4" y="235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1" name="Oval 3213">
                <a:extLst>
                  <a:ext uri="{FF2B5EF4-FFF2-40B4-BE49-F238E27FC236}">
                    <a16:creationId xmlns:a16="http://schemas.microsoft.com/office/drawing/2014/main" id="{7B39C86C-7E8D-4F82-9CA9-C2AE05A7F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30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2" name="Oval 3214">
                <a:extLst>
                  <a:ext uri="{FF2B5EF4-FFF2-40B4-BE49-F238E27FC236}">
                    <a16:creationId xmlns:a16="http://schemas.microsoft.com/office/drawing/2014/main" id="{1DF8D5B5-DC03-4EAE-BD9B-5E793D139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29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3" name="Oval 3215">
                <a:extLst>
                  <a:ext uri="{FF2B5EF4-FFF2-40B4-BE49-F238E27FC236}">
                    <a16:creationId xmlns:a16="http://schemas.microsoft.com/office/drawing/2014/main" id="{DBF71A6E-0A8E-4057-9978-C4F2BA070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30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4" name="Oval 3216">
                <a:extLst>
                  <a:ext uri="{FF2B5EF4-FFF2-40B4-BE49-F238E27FC236}">
                    <a16:creationId xmlns:a16="http://schemas.microsoft.com/office/drawing/2014/main" id="{3F1966E7-36C5-4F0C-B33D-C3D06CF8A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29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5" name="Oval 3217">
                <a:extLst>
                  <a:ext uri="{FF2B5EF4-FFF2-40B4-BE49-F238E27FC236}">
                    <a16:creationId xmlns:a16="http://schemas.microsoft.com/office/drawing/2014/main" id="{F8DAB4A5-1668-4C59-966C-AA73E3FC1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228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6" name="Oval 3218">
                <a:extLst>
                  <a:ext uri="{FF2B5EF4-FFF2-40B4-BE49-F238E27FC236}">
                    <a16:creationId xmlns:a16="http://schemas.microsoft.com/office/drawing/2014/main" id="{F22BD719-FCE9-4062-947A-7244D8718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28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7" name="Oval 3219">
                <a:extLst>
                  <a:ext uri="{FF2B5EF4-FFF2-40B4-BE49-F238E27FC236}">
                    <a16:creationId xmlns:a16="http://schemas.microsoft.com/office/drawing/2014/main" id="{5BC97285-F4B5-449F-B861-8CAC55A54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8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8" name="Oval 3220">
                <a:extLst>
                  <a:ext uri="{FF2B5EF4-FFF2-40B4-BE49-F238E27FC236}">
                    <a16:creationId xmlns:a16="http://schemas.microsoft.com/office/drawing/2014/main" id="{05EA80BF-DE32-4BBC-9F15-156E8CB7F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2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9" name="Oval 3221">
                <a:extLst>
                  <a:ext uri="{FF2B5EF4-FFF2-40B4-BE49-F238E27FC236}">
                    <a16:creationId xmlns:a16="http://schemas.microsoft.com/office/drawing/2014/main" id="{7F6530A1-6EAC-402A-8619-EA53F0925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2291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0" name="Oval 3222">
                <a:extLst>
                  <a:ext uri="{FF2B5EF4-FFF2-40B4-BE49-F238E27FC236}">
                    <a16:creationId xmlns:a16="http://schemas.microsoft.com/office/drawing/2014/main" id="{48F71EBF-FC4D-446E-848B-AC38AE9F0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229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1" name="Oval 3223">
                <a:extLst>
                  <a:ext uri="{FF2B5EF4-FFF2-40B4-BE49-F238E27FC236}">
                    <a16:creationId xmlns:a16="http://schemas.microsoft.com/office/drawing/2014/main" id="{781E5E24-E13A-4DD0-9434-D115E5047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32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2" name="Oval 3224">
                <a:extLst>
                  <a:ext uri="{FF2B5EF4-FFF2-40B4-BE49-F238E27FC236}">
                    <a16:creationId xmlns:a16="http://schemas.microsoft.com/office/drawing/2014/main" id="{F2AAD9B6-E641-4456-B8E7-BC25D4ABF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32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3" name="Oval 3225">
                <a:extLst>
                  <a:ext uri="{FF2B5EF4-FFF2-40B4-BE49-F238E27FC236}">
                    <a16:creationId xmlns:a16="http://schemas.microsoft.com/office/drawing/2014/main" id="{7B6A564D-2B6D-483D-9068-B1D21BFD5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33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4" name="Oval 3226">
                <a:extLst>
                  <a:ext uri="{FF2B5EF4-FFF2-40B4-BE49-F238E27FC236}">
                    <a16:creationId xmlns:a16="http://schemas.microsoft.com/office/drawing/2014/main" id="{36A72D53-07DE-4986-BE8E-614B86671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34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5" name="Oval 3227">
                <a:extLst>
                  <a:ext uri="{FF2B5EF4-FFF2-40B4-BE49-F238E27FC236}">
                    <a16:creationId xmlns:a16="http://schemas.microsoft.com/office/drawing/2014/main" id="{DB74D8E4-48B6-411A-8BCB-C82586BBF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34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6" name="Oval 3228">
                <a:extLst>
                  <a:ext uri="{FF2B5EF4-FFF2-40B4-BE49-F238E27FC236}">
                    <a16:creationId xmlns:a16="http://schemas.microsoft.com/office/drawing/2014/main" id="{9849117E-8B65-45B6-BDC5-C512943C4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30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7" name="Oval 3229">
                <a:extLst>
                  <a:ext uri="{FF2B5EF4-FFF2-40B4-BE49-F238E27FC236}">
                    <a16:creationId xmlns:a16="http://schemas.microsoft.com/office/drawing/2014/main" id="{702E3272-3DC5-4494-A87E-FD146A158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32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8" name="Oval 3230">
                <a:extLst>
                  <a:ext uri="{FF2B5EF4-FFF2-40B4-BE49-F238E27FC236}">
                    <a16:creationId xmlns:a16="http://schemas.microsoft.com/office/drawing/2014/main" id="{8E748A68-3056-45FB-B71B-7B7EA1C07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32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9" name="Oval 3231">
                <a:extLst>
                  <a:ext uri="{FF2B5EF4-FFF2-40B4-BE49-F238E27FC236}">
                    <a16:creationId xmlns:a16="http://schemas.microsoft.com/office/drawing/2014/main" id="{C9637C28-6A21-4AD2-820F-F5CD593DF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33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0" name="Oval 3232">
                <a:extLst>
                  <a:ext uri="{FF2B5EF4-FFF2-40B4-BE49-F238E27FC236}">
                    <a16:creationId xmlns:a16="http://schemas.microsoft.com/office/drawing/2014/main" id="{913DE7E6-4D5B-40BB-8394-70FF952F8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34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1" name="Oval 3233">
                <a:extLst>
                  <a:ext uri="{FF2B5EF4-FFF2-40B4-BE49-F238E27FC236}">
                    <a16:creationId xmlns:a16="http://schemas.microsoft.com/office/drawing/2014/main" id="{B9457DF3-E527-4102-A109-1EBA66461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33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2" name="Oval 3234">
                <a:extLst>
                  <a:ext uri="{FF2B5EF4-FFF2-40B4-BE49-F238E27FC236}">
                    <a16:creationId xmlns:a16="http://schemas.microsoft.com/office/drawing/2014/main" id="{ADACC449-287A-46E1-A1B3-50C836D6C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32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3" name="Oval 3235">
                <a:extLst>
                  <a:ext uri="{FF2B5EF4-FFF2-40B4-BE49-F238E27FC236}">
                    <a16:creationId xmlns:a16="http://schemas.microsoft.com/office/drawing/2014/main" id="{FC4FD6AC-9B7C-4D75-9DC3-7DF9A1566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35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4" name="Oval 3236">
                <a:extLst>
                  <a:ext uri="{FF2B5EF4-FFF2-40B4-BE49-F238E27FC236}">
                    <a16:creationId xmlns:a16="http://schemas.microsoft.com/office/drawing/2014/main" id="{81E4EE70-A18F-4D8E-B104-581054EE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40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5" name="Oval 3237">
                <a:extLst>
                  <a:ext uri="{FF2B5EF4-FFF2-40B4-BE49-F238E27FC236}">
                    <a16:creationId xmlns:a16="http://schemas.microsoft.com/office/drawing/2014/main" id="{E92F3B2D-DCCB-4013-8283-CCF4DA983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34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6" name="Oval 3238">
                <a:extLst>
                  <a:ext uri="{FF2B5EF4-FFF2-40B4-BE49-F238E27FC236}">
                    <a16:creationId xmlns:a16="http://schemas.microsoft.com/office/drawing/2014/main" id="{3AFA52F3-1E91-467B-8CCE-0C2BDA12E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33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7" name="Oval 3239">
                <a:extLst>
                  <a:ext uri="{FF2B5EF4-FFF2-40B4-BE49-F238E27FC236}">
                    <a16:creationId xmlns:a16="http://schemas.microsoft.com/office/drawing/2014/main" id="{8B39E422-BC9D-4AA2-9894-A83C3A427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33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8" name="Oval 3240">
                <a:extLst>
                  <a:ext uri="{FF2B5EF4-FFF2-40B4-BE49-F238E27FC236}">
                    <a16:creationId xmlns:a16="http://schemas.microsoft.com/office/drawing/2014/main" id="{FF9F399E-F49D-46D2-8244-F09F0C025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232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99" name="Oval 3241">
                <a:extLst>
                  <a:ext uri="{FF2B5EF4-FFF2-40B4-BE49-F238E27FC236}">
                    <a16:creationId xmlns:a16="http://schemas.microsoft.com/office/drawing/2014/main" id="{F67ACF1D-07D4-4070-B921-47DE97ECF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36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0" name="Oval 3242">
                <a:extLst>
                  <a:ext uri="{FF2B5EF4-FFF2-40B4-BE49-F238E27FC236}">
                    <a16:creationId xmlns:a16="http://schemas.microsoft.com/office/drawing/2014/main" id="{A76012EF-E742-42B9-8064-04A6DF4C0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37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1" name="Oval 3243">
                <a:extLst>
                  <a:ext uri="{FF2B5EF4-FFF2-40B4-BE49-F238E27FC236}">
                    <a16:creationId xmlns:a16="http://schemas.microsoft.com/office/drawing/2014/main" id="{3B00AE15-13D1-49B0-A36A-02C6E3C4F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37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2" name="Oval 3244">
                <a:extLst>
                  <a:ext uri="{FF2B5EF4-FFF2-40B4-BE49-F238E27FC236}">
                    <a16:creationId xmlns:a16="http://schemas.microsoft.com/office/drawing/2014/main" id="{8FE6A334-E5F8-4044-B441-9B553AABE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38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3" name="Oval 3245">
                <a:extLst>
                  <a:ext uri="{FF2B5EF4-FFF2-40B4-BE49-F238E27FC236}">
                    <a16:creationId xmlns:a16="http://schemas.microsoft.com/office/drawing/2014/main" id="{9E84CE57-F253-4317-963F-E0563167A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39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4" name="Oval 3246">
                <a:extLst>
                  <a:ext uri="{FF2B5EF4-FFF2-40B4-BE49-F238E27FC236}">
                    <a16:creationId xmlns:a16="http://schemas.microsoft.com/office/drawing/2014/main" id="{32E6F659-AE2D-4843-AAF4-F6041AAA8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36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5" name="Oval 3247">
                <a:extLst>
                  <a:ext uri="{FF2B5EF4-FFF2-40B4-BE49-F238E27FC236}">
                    <a16:creationId xmlns:a16="http://schemas.microsoft.com/office/drawing/2014/main" id="{B72B090D-130F-4B7B-9554-4BAB6A8FD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35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6" name="Oval 3248">
                <a:extLst>
                  <a:ext uri="{FF2B5EF4-FFF2-40B4-BE49-F238E27FC236}">
                    <a16:creationId xmlns:a16="http://schemas.microsoft.com/office/drawing/2014/main" id="{F1CC25E5-329E-48CA-BB60-D1F709BB2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35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7" name="Oval 3249">
                <a:extLst>
                  <a:ext uri="{FF2B5EF4-FFF2-40B4-BE49-F238E27FC236}">
                    <a16:creationId xmlns:a16="http://schemas.microsoft.com/office/drawing/2014/main" id="{F4B610B3-21A6-4772-A358-A1CA2D0F1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35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8" name="Oval 3250">
                <a:extLst>
                  <a:ext uri="{FF2B5EF4-FFF2-40B4-BE49-F238E27FC236}">
                    <a16:creationId xmlns:a16="http://schemas.microsoft.com/office/drawing/2014/main" id="{9520821F-85C2-47C3-A23D-77D9D170E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35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09" name="Oval 3251">
                <a:extLst>
                  <a:ext uri="{FF2B5EF4-FFF2-40B4-BE49-F238E27FC236}">
                    <a16:creationId xmlns:a16="http://schemas.microsoft.com/office/drawing/2014/main" id="{B2D276D7-C673-449F-B950-C67E722CA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37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0" name="Oval 3252">
                <a:extLst>
                  <a:ext uri="{FF2B5EF4-FFF2-40B4-BE49-F238E27FC236}">
                    <a16:creationId xmlns:a16="http://schemas.microsoft.com/office/drawing/2014/main" id="{B5077EA8-147E-4B0B-BD1B-0D8D7FA3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35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1" name="Oval 3253">
                <a:extLst>
                  <a:ext uri="{FF2B5EF4-FFF2-40B4-BE49-F238E27FC236}">
                    <a16:creationId xmlns:a16="http://schemas.microsoft.com/office/drawing/2014/main" id="{8DFCB69A-BFA4-4B7D-B02A-FE6669E19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36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2" name="Oval 3254">
                <a:extLst>
                  <a:ext uri="{FF2B5EF4-FFF2-40B4-BE49-F238E27FC236}">
                    <a16:creationId xmlns:a16="http://schemas.microsoft.com/office/drawing/2014/main" id="{4C45351B-0CC8-4EBE-8DC3-67A3BDF52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37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3" name="Oval 3255">
                <a:extLst>
                  <a:ext uri="{FF2B5EF4-FFF2-40B4-BE49-F238E27FC236}">
                    <a16:creationId xmlns:a16="http://schemas.microsoft.com/office/drawing/2014/main" id="{7E521F9B-A06B-46FC-95D8-95630F986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36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4" name="Oval 3256">
                <a:extLst>
                  <a:ext uri="{FF2B5EF4-FFF2-40B4-BE49-F238E27FC236}">
                    <a16:creationId xmlns:a16="http://schemas.microsoft.com/office/drawing/2014/main" id="{57034249-1A73-441C-90B5-1035E9FA5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36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5" name="Oval 3257">
                <a:extLst>
                  <a:ext uri="{FF2B5EF4-FFF2-40B4-BE49-F238E27FC236}">
                    <a16:creationId xmlns:a16="http://schemas.microsoft.com/office/drawing/2014/main" id="{EC4B43AF-E757-4CFB-BDE0-AF8326F79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36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6" name="Oval 3258">
                <a:extLst>
                  <a:ext uri="{FF2B5EF4-FFF2-40B4-BE49-F238E27FC236}">
                    <a16:creationId xmlns:a16="http://schemas.microsoft.com/office/drawing/2014/main" id="{5F815C8F-E2A3-4E68-A927-98EF0C982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37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7" name="Oval 3259">
                <a:extLst>
                  <a:ext uri="{FF2B5EF4-FFF2-40B4-BE49-F238E27FC236}">
                    <a16:creationId xmlns:a16="http://schemas.microsoft.com/office/drawing/2014/main" id="{5584B30F-B8D4-422C-BA7B-413FD3F93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382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8" name="Oval 3260">
                <a:extLst>
                  <a:ext uri="{FF2B5EF4-FFF2-40B4-BE49-F238E27FC236}">
                    <a16:creationId xmlns:a16="http://schemas.microsoft.com/office/drawing/2014/main" id="{5CA8B01E-CEBF-4DEC-92BA-53E7F06D2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385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19" name="Oval 3261">
                <a:extLst>
                  <a:ext uri="{FF2B5EF4-FFF2-40B4-BE49-F238E27FC236}">
                    <a16:creationId xmlns:a16="http://schemas.microsoft.com/office/drawing/2014/main" id="{7A329EB6-84B4-45AB-A6E1-32E9D5A1E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36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0" name="Oval 3262">
                <a:extLst>
                  <a:ext uri="{FF2B5EF4-FFF2-40B4-BE49-F238E27FC236}">
                    <a16:creationId xmlns:a16="http://schemas.microsoft.com/office/drawing/2014/main" id="{72919719-09DE-4399-B2A0-A93C648B2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35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1" name="Oval 3263">
                <a:extLst>
                  <a:ext uri="{FF2B5EF4-FFF2-40B4-BE49-F238E27FC236}">
                    <a16:creationId xmlns:a16="http://schemas.microsoft.com/office/drawing/2014/main" id="{9FAAE462-2E9E-40AC-B8EC-F82856789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36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2" name="Oval 3264">
                <a:extLst>
                  <a:ext uri="{FF2B5EF4-FFF2-40B4-BE49-F238E27FC236}">
                    <a16:creationId xmlns:a16="http://schemas.microsoft.com/office/drawing/2014/main" id="{E7597122-1238-46CB-9DFF-51E02E833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37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3" name="Oval 3265">
                <a:extLst>
                  <a:ext uri="{FF2B5EF4-FFF2-40B4-BE49-F238E27FC236}">
                    <a16:creationId xmlns:a16="http://schemas.microsoft.com/office/drawing/2014/main" id="{D9459A4A-4ED6-4D84-B8D7-2FA401E86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39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4" name="Oval 3266">
                <a:extLst>
                  <a:ext uri="{FF2B5EF4-FFF2-40B4-BE49-F238E27FC236}">
                    <a16:creationId xmlns:a16="http://schemas.microsoft.com/office/drawing/2014/main" id="{A7AD1AF6-94CA-484E-BF04-BE2CA72F4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37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5" name="Oval 3267">
                <a:extLst>
                  <a:ext uri="{FF2B5EF4-FFF2-40B4-BE49-F238E27FC236}">
                    <a16:creationId xmlns:a16="http://schemas.microsoft.com/office/drawing/2014/main" id="{24B9CEA1-70B8-4FA6-B180-D948FD435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39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6" name="Oval 3268">
                <a:extLst>
                  <a:ext uri="{FF2B5EF4-FFF2-40B4-BE49-F238E27FC236}">
                    <a16:creationId xmlns:a16="http://schemas.microsoft.com/office/drawing/2014/main" id="{A3AD45AD-7E9E-4E17-A13B-8C610087C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39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7" name="Oval 3269">
                <a:extLst>
                  <a:ext uri="{FF2B5EF4-FFF2-40B4-BE49-F238E27FC236}">
                    <a16:creationId xmlns:a16="http://schemas.microsoft.com/office/drawing/2014/main" id="{2835DBFB-8FA9-4FAC-9765-4687BB82C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4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8" name="Oval 3270">
                <a:extLst>
                  <a:ext uri="{FF2B5EF4-FFF2-40B4-BE49-F238E27FC236}">
                    <a16:creationId xmlns:a16="http://schemas.microsoft.com/office/drawing/2014/main" id="{9FCC331E-5A2B-4A05-AB30-1EBFEC277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41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29" name="Oval 3271">
                <a:extLst>
                  <a:ext uri="{FF2B5EF4-FFF2-40B4-BE49-F238E27FC236}">
                    <a16:creationId xmlns:a16="http://schemas.microsoft.com/office/drawing/2014/main" id="{270E63FF-3DE0-4418-9FC2-11A5CB58A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35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0" name="Oval 3272">
                <a:extLst>
                  <a:ext uri="{FF2B5EF4-FFF2-40B4-BE49-F238E27FC236}">
                    <a16:creationId xmlns:a16="http://schemas.microsoft.com/office/drawing/2014/main" id="{A8892AA2-338A-49BD-9FD1-D7933520B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9" y="237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1" name="Oval 3273">
                <a:extLst>
                  <a:ext uri="{FF2B5EF4-FFF2-40B4-BE49-F238E27FC236}">
                    <a16:creationId xmlns:a16="http://schemas.microsoft.com/office/drawing/2014/main" id="{6A9F9282-F785-4509-AD57-1D7A8575B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234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2" name="Oval 3274">
                <a:extLst>
                  <a:ext uri="{FF2B5EF4-FFF2-40B4-BE49-F238E27FC236}">
                    <a16:creationId xmlns:a16="http://schemas.microsoft.com/office/drawing/2014/main" id="{5DE977F4-4367-4F28-9889-E0AF66E74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36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3" name="Oval 3275">
                <a:extLst>
                  <a:ext uri="{FF2B5EF4-FFF2-40B4-BE49-F238E27FC236}">
                    <a16:creationId xmlns:a16="http://schemas.microsoft.com/office/drawing/2014/main" id="{FFBA50AE-5275-4A92-BD4E-9C1D024AC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37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4" name="Oval 3276">
                <a:extLst>
                  <a:ext uri="{FF2B5EF4-FFF2-40B4-BE49-F238E27FC236}">
                    <a16:creationId xmlns:a16="http://schemas.microsoft.com/office/drawing/2014/main" id="{C8BF125A-E4BF-4521-AC58-A8D1C3C80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38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5" name="Oval 3277">
                <a:extLst>
                  <a:ext uri="{FF2B5EF4-FFF2-40B4-BE49-F238E27FC236}">
                    <a16:creationId xmlns:a16="http://schemas.microsoft.com/office/drawing/2014/main" id="{E4DA34C0-8E88-4D47-96D6-0ABEAEAC2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9" y="239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6" name="Oval 3278">
                <a:extLst>
                  <a:ext uri="{FF2B5EF4-FFF2-40B4-BE49-F238E27FC236}">
                    <a16:creationId xmlns:a16="http://schemas.microsoft.com/office/drawing/2014/main" id="{281D3E0B-B422-4831-BE57-98A669B71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38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7" name="Oval 3279">
                <a:extLst>
                  <a:ext uri="{FF2B5EF4-FFF2-40B4-BE49-F238E27FC236}">
                    <a16:creationId xmlns:a16="http://schemas.microsoft.com/office/drawing/2014/main" id="{F8358AE5-E68C-4365-B55E-2D28E1569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39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8" name="Oval 3280">
                <a:extLst>
                  <a:ext uri="{FF2B5EF4-FFF2-40B4-BE49-F238E27FC236}">
                    <a16:creationId xmlns:a16="http://schemas.microsoft.com/office/drawing/2014/main" id="{EBFD9AD1-394C-42E1-96E6-0F2CE846A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38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39" name="Oval 3281">
                <a:extLst>
                  <a:ext uri="{FF2B5EF4-FFF2-40B4-BE49-F238E27FC236}">
                    <a16:creationId xmlns:a16="http://schemas.microsoft.com/office/drawing/2014/main" id="{BD74FCE8-6E8E-47D5-B29A-0D131659E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38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0" name="Oval 3282">
                <a:extLst>
                  <a:ext uri="{FF2B5EF4-FFF2-40B4-BE49-F238E27FC236}">
                    <a16:creationId xmlns:a16="http://schemas.microsoft.com/office/drawing/2014/main" id="{847E2EEC-EB9E-42B7-9CED-1811CDB5A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37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1" name="Oval 3283">
                <a:extLst>
                  <a:ext uri="{FF2B5EF4-FFF2-40B4-BE49-F238E27FC236}">
                    <a16:creationId xmlns:a16="http://schemas.microsoft.com/office/drawing/2014/main" id="{1E658D7B-BEDA-4806-9526-FD726B9F7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41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2" name="Oval 3284">
                <a:extLst>
                  <a:ext uri="{FF2B5EF4-FFF2-40B4-BE49-F238E27FC236}">
                    <a16:creationId xmlns:a16="http://schemas.microsoft.com/office/drawing/2014/main" id="{E74D28AA-EAB0-4515-8D67-4D4D615DB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40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3" name="Oval 3285">
                <a:extLst>
                  <a:ext uri="{FF2B5EF4-FFF2-40B4-BE49-F238E27FC236}">
                    <a16:creationId xmlns:a16="http://schemas.microsoft.com/office/drawing/2014/main" id="{91EEEE50-989B-49DC-9130-34ADA8188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40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4" name="Oval 3286">
                <a:extLst>
                  <a:ext uri="{FF2B5EF4-FFF2-40B4-BE49-F238E27FC236}">
                    <a16:creationId xmlns:a16="http://schemas.microsoft.com/office/drawing/2014/main" id="{01264E64-7EAB-4CEC-86FE-B02D68533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39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5" name="Oval 3287">
                <a:extLst>
                  <a:ext uri="{FF2B5EF4-FFF2-40B4-BE49-F238E27FC236}">
                    <a16:creationId xmlns:a16="http://schemas.microsoft.com/office/drawing/2014/main" id="{9851DB69-2CDD-4830-8FEA-E8932CADC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39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6" name="Oval 3288">
                <a:extLst>
                  <a:ext uri="{FF2B5EF4-FFF2-40B4-BE49-F238E27FC236}">
                    <a16:creationId xmlns:a16="http://schemas.microsoft.com/office/drawing/2014/main" id="{B54EC42B-687A-463B-996E-7E832F10F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40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7" name="Oval 3289">
                <a:extLst>
                  <a:ext uri="{FF2B5EF4-FFF2-40B4-BE49-F238E27FC236}">
                    <a16:creationId xmlns:a16="http://schemas.microsoft.com/office/drawing/2014/main" id="{0F669BBE-04C4-44F9-A62E-5BA1B081D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41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8" name="Oval 3290">
                <a:extLst>
                  <a:ext uri="{FF2B5EF4-FFF2-40B4-BE49-F238E27FC236}">
                    <a16:creationId xmlns:a16="http://schemas.microsoft.com/office/drawing/2014/main" id="{B6AB3C0D-B59B-4559-9B41-FE4FDD669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241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49" name="Oval 3291">
                <a:extLst>
                  <a:ext uri="{FF2B5EF4-FFF2-40B4-BE49-F238E27FC236}">
                    <a16:creationId xmlns:a16="http://schemas.microsoft.com/office/drawing/2014/main" id="{40DBE94D-1EA0-4125-B20C-28C0FE367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39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0" name="Oval 3292">
                <a:extLst>
                  <a:ext uri="{FF2B5EF4-FFF2-40B4-BE49-F238E27FC236}">
                    <a16:creationId xmlns:a16="http://schemas.microsoft.com/office/drawing/2014/main" id="{6576E9F0-3694-42F2-84B5-968F41E8D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40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1" name="Oval 3293">
                <a:extLst>
                  <a:ext uri="{FF2B5EF4-FFF2-40B4-BE49-F238E27FC236}">
                    <a16:creationId xmlns:a16="http://schemas.microsoft.com/office/drawing/2014/main" id="{042B1245-D88E-48A6-978C-8E71208B8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31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2" name="Oval 3294">
                <a:extLst>
                  <a:ext uri="{FF2B5EF4-FFF2-40B4-BE49-F238E27FC236}">
                    <a16:creationId xmlns:a16="http://schemas.microsoft.com/office/drawing/2014/main" id="{F27112C2-E03B-482A-86D8-3E6771AFD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33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3" name="Oval 3295">
                <a:extLst>
                  <a:ext uri="{FF2B5EF4-FFF2-40B4-BE49-F238E27FC236}">
                    <a16:creationId xmlns:a16="http://schemas.microsoft.com/office/drawing/2014/main" id="{2FA7AB33-B8FC-4C54-9A78-4EB9F5E13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32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4" name="Oval 3296">
                <a:extLst>
                  <a:ext uri="{FF2B5EF4-FFF2-40B4-BE49-F238E27FC236}">
                    <a16:creationId xmlns:a16="http://schemas.microsoft.com/office/drawing/2014/main" id="{917092D8-7A79-4E56-9FCB-CF3DF0F5F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34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5" name="Oval 3297">
                <a:extLst>
                  <a:ext uri="{FF2B5EF4-FFF2-40B4-BE49-F238E27FC236}">
                    <a16:creationId xmlns:a16="http://schemas.microsoft.com/office/drawing/2014/main" id="{6908C829-DDD0-4D43-AAC4-500073B44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34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6" name="Oval 3298">
                <a:extLst>
                  <a:ext uri="{FF2B5EF4-FFF2-40B4-BE49-F238E27FC236}">
                    <a16:creationId xmlns:a16="http://schemas.microsoft.com/office/drawing/2014/main" id="{F5DA086E-0229-4B82-9307-63495968E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32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7" name="Oval 3299">
                <a:extLst>
                  <a:ext uri="{FF2B5EF4-FFF2-40B4-BE49-F238E27FC236}">
                    <a16:creationId xmlns:a16="http://schemas.microsoft.com/office/drawing/2014/main" id="{BF88273D-B9BB-487A-BF99-F926A886E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30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8" name="Oval 3300">
                <a:extLst>
                  <a:ext uri="{FF2B5EF4-FFF2-40B4-BE49-F238E27FC236}">
                    <a16:creationId xmlns:a16="http://schemas.microsoft.com/office/drawing/2014/main" id="{8206E3C9-CA68-49F0-889E-27C0EB155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31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59" name="Oval 3301">
                <a:extLst>
                  <a:ext uri="{FF2B5EF4-FFF2-40B4-BE49-F238E27FC236}">
                    <a16:creationId xmlns:a16="http://schemas.microsoft.com/office/drawing/2014/main" id="{88EF210C-E5C3-4AE3-B410-6FCCD3572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30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0" name="Oval 3302">
                <a:extLst>
                  <a:ext uri="{FF2B5EF4-FFF2-40B4-BE49-F238E27FC236}">
                    <a16:creationId xmlns:a16="http://schemas.microsoft.com/office/drawing/2014/main" id="{385F7A5E-C5A8-4D67-8C0B-E8D53945A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27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1" name="Oval 3303">
                <a:extLst>
                  <a:ext uri="{FF2B5EF4-FFF2-40B4-BE49-F238E27FC236}">
                    <a16:creationId xmlns:a16="http://schemas.microsoft.com/office/drawing/2014/main" id="{7D894833-AB22-4A02-A961-488690728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31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2" name="Oval 3304">
                <a:extLst>
                  <a:ext uri="{FF2B5EF4-FFF2-40B4-BE49-F238E27FC236}">
                    <a16:creationId xmlns:a16="http://schemas.microsoft.com/office/drawing/2014/main" id="{4308EF53-AC1A-4B96-A8FA-AA475B9E1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30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3" name="Oval 3305">
                <a:extLst>
                  <a:ext uri="{FF2B5EF4-FFF2-40B4-BE49-F238E27FC236}">
                    <a16:creationId xmlns:a16="http://schemas.microsoft.com/office/drawing/2014/main" id="{3DC28FB6-5BD8-4974-8884-28AEF62AF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32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4" name="Oval 3306">
                <a:extLst>
                  <a:ext uri="{FF2B5EF4-FFF2-40B4-BE49-F238E27FC236}">
                    <a16:creationId xmlns:a16="http://schemas.microsoft.com/office/drawing/2014/main" id="{CA8CCA80-B80A-415F-862A-AD456C3AB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30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5" name="Oval 3307">
                <a:extLst>
                  <a:ext uri="{FF2B5EF4-FFF2-40B4-BE49-F238E27FC236}">
                    <a16:creationId xmlns:a16="http://schemas.microsoft.com/office/drawing/2014/main" id="{51F754AB-3F76-47C4-B9D9-ED86D32EC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32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6" name="Oval 3308">
                <a:extLst>
                  <a:ext uri="{FF2B5EF4-FFF2-40B4-BE49-F238E27FC236}">
                    <a16:creationId xmlns:a16="http://schemas.microsoft.com/office/drawing/2014/main" id="{EC8C0D54-57A6-47E5-A0A9-A5A45ED03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33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7" name="Oval 3309">
                <a:extLst>
                  <a:ext uri="{FF2B5EF4-FFF2-40B4-BE49-F238E27FC236}">
                    <a16:creationId xmlns:a16="http://schemas.microsoft.com/office/drawing/2014/main" id="{6F53CCAB-C950-4494-87F6-D3400CAD9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318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8" name="Oval 3310">
                <a:extLst>
                  <a:ext uri="{FF2B5EF4-FFF2-40B4-BE49-F238E27FC236}">
                    <a16:creationId xmlns:a16="http://schemas.microsoft.com/office/drawing/2014/main" id="{09EF8FCA-6B89-474A-A159-78F048A16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32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69" name="Oval 3311">
                <a:extLst>
                  <a:ext uri="{FF2B5EF4-FFF2-40B4-BE49-F238E27FC236}">
                    <a16:creationId xmlns:a16="http://schemas.microsoft.com/office/drawing/2014/main" id="{8B3A0C63-6B91-4325-8D27-222B28FDD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32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0" name="Oval 3312">
                <a:extLst>
                  <a:ext uri="{FF2B5EF4-FFF2-40B4-BE49-F238E27FC236}">
                    <a16:creationId xmlns:a16="http://schemas.microsoft.com/office/drawing/2014/main" id="{1AFAD59D-A36F-42F1-A696-D0794719D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32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1" name="Oval 3313">
                <a:extLst>
                  <a:ext uri="{FF2B5EF4-FFF2-40B4-BE49-F238E27FC236}">
                    <a16:creationId xmlns:a16="http://schemas.microsoft.com/office/drawing/2014/main" id="{2447EE36-BF23-4EAE-8F30-7F7B504CF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33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2" name="Oval 3314">
                <a:extLst>
                  <a:ext uri="{FF2B5EF4-FFF2-40B4-BE49-F238E27FC236}">
                    <a16:creationId xmlns:a16="http://schemas.microsoft.com/office/drawing/2014/main" id="{3A51F6D2-F150-4CE2-A77B-28F59E365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35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3" name="Oval 3315">
                <a:extLst>
                  <a:ext uri="{FF2B5EF4-FFF2-40B4-BE49-F238E27FC236}">
                    <a16:creationId xmlns:a16="http://schemas.microsoft.com/office/drawing/2014/main" id="{3A6AA101-DBC6-4CF8-A855-57B3DAEEC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36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4" name="Oval 3316">
                <a:extLst>
                  <a:ext uri="{FF2B5EF4-FFF2-40B4-BE49-F238E27FC236}">
                    <a16:creationId xmlns:a16="http://schemas.microsoft.com/office/drawing/2014/main" id="{E6D7C657-482E-40AC-A243-3E98A281F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34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5" name="Oval 3317">
                <a:extLst>
                  <a:ext uri="{FF2B5EF4-FFF2-40B4-BE49-F238E27FC236}">
                    <a16:creationId xmlns:a16="http://schemas.microsoft.com/office/drawing/2014/main" id="{78F11E88-AE11-45C3-AEF9-681E3A31F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32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6" name="Oval 3318">
                <a:extLst>
                  <a:ext uri="{FF2B5EF4-FFF2-40B4-BE49-F238E27FC236}">
                    <a16:creationId xmlns:a16="http://schemas.microsoft.com/office/drawing/2014/main" id="{6DD64A4A-93CA-45E9-9EB9-6EF443624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33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7" name="Oval 3319">
                <a:extLst>
                  <a:ext uri="{FF2B5EF4-FFF2-40B4-BE49-F238E27FC236}">
                    <a16:creationId xmlns:a16="http://schemas.microsoft.com/office/drawing/2014/main" id="{1A8A30BA-F731-470D-96F0-1EC244FE7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35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8" name="Oval 3320">
                <a:extLst>
                  <a:ext uri="{FF2B5EF4-FFF2-40B4-BE49-F238E27FC236}">
                    <a16:creationId xmlns:a16="http://schemas.microsoft.com/office/drawing/2014/main" id="{E2AA8320-EE8C-470C-B0B6-0D8C9AFFE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36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79" name="Oval 3321">
                <a:extLst>
                  <a:ext uri="{FF2B5EF4-FFF2-40B4-BE49-F238E27FC236}">
                    <a16:creationId xmlns:a16="http://schemas.microsoft.com/office/drawing/2014/main" id="{B2127769-3F6A-4360-A282-F71A07DED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32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0" name="Oval 3322">
                <a:extLst>
                  <a:ext uri="{FF2B5EF4-FFF2-40B4-BE49-F238E27FC236}">
                    <a16:creationId xmlns:a16="http://schemas.microsoft.com/office/drawing/2014/main" id="{AE0D6E10-6F40-4052-A2C1-F7BC3D93E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31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1" name="Oval 3323">
                <a:extLst>
                  <a:ext uri="{FF2B5EF4-FFF2-40B4-BE49-F238E27FC236}">
                    <a16:creationId xmlns:a16="http://schemas.microsoft.com/office/drawing/2014/main" id="{DE45EA0F-2908-4202-9349-D6C819613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31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2" name="Oval 3324">
                <a:extLst>
                  <a:ext uri="{FF2B5EF4-FFF2-40B4-BE49-F238E27FC236}">
                    <a16:creationId xmlns:a16="http://schemas.microsoft.com/office/drawing/2014/main" id="{DE5B32E5-E428-40B4-AEAC-B64CD9F27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337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3" name="Oval 3325">
                <a:extLst>
                  <a:ext uri="{FF2B5EF4-FFF2-40B4-BE49-F238E27FC236}">
                    <a16:creationId xmlns:a16="http://schemas.microsoft.com/office/drawing/2014/main" id="{8780528C-4BFD-4BF6-80E0-85B89303C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33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4" name="Oval 3326">
                <a:extLst>
                  <a:ext uri="{FF2B5EF4-FFF2-40B4-BE49-F238E27FC236}">
                    <a16:creationId xmlns:a16="http://schemas.microsoft.com/office/drawing/2014/main" id="{9173DC21-0C3D-4875-B1A7-49E71BF14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34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5" name="Oval 3327">
                <a:extLst>
                  <a:ext uri="{FF2B5EF4-FFF2-40B4-BE49-F238E27FC236}">
                    <a16:creationId xmlns:a16="http://schemas.microsoft.com/office/drawing/2014/main" id="{FE55406D-5515-43DB-AAFA-D22E720E1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36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6" name="Oval 3328">
                <a:extLst>
                  <a:ext uri="{FF2B5EF4-FFF2-40B4-BE49-F238E27FC236}">
                    <a16:creationId xmlns:a16="http://schemas.microsoft.com/office/drawing/2014/main" id="{548344BE-501F-4C22-8F8B-571392963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35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7" name="Oval 3329">
                <a:extLst>
                  <a:ext uri="{FF2B5EF4-FFF2-40B4-BE49-F238E27FC236}">
                    <a16:creationId xmlns:a16="http://schemas.microsoft.com/office/drawing/2014/main" id="{647C4587-A7A4-4620-8D1A-6AA929EED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31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8" name="Oval 3330">
                <a:extLst>
                  <a:ext uri="{FF2B5EF4-FFF2-40B4-BE49-F238E27FC236}">
                    <a16:creationId xmlns:a16="http://schemas.microsoft.com/office/drawing/2014/main" id="{E56B41A4-E9C2-41D2-88BC-F3F58DB06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33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89" name="Oval 3331">
                <a:extLst>
                  <a:ext uri="{FF2B5EF4-FFF2-40B4-BE49-F238E27FC236}">
                    <a16:creationId xmlns:a16="http://schemas.microsoft.com/office/drawing/2014/main" id="{0EF1A1BB-F4D2-494D-8B70-9AD048E07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34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0" name="Oval 3332">
                <a:extLst>
                  <a:ext uri="{FF2B5EF4-FFF2-40B4-BE49-F238E27FC236}">
                    <a16:creationId xmlns:a16="http://schemas.microsoft.com/office/drawing/2014/main" id="{A42E6416-9EBC-4472-8D40-C5DD53375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35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1" name="Oval 3333">
                <a:extLst>
                  <a:ext uri="{FF2B5EF4-FFF2-40B4-BE49-F238E27FC236}">
                    <a16:creationId xmlns:a16="http://schemas.microsoft.com/office/drawing/2014/main" id="{41B74F13-B8EA-47F6-ABCB-CE123CB4C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35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2" name="Oval 3334">
                <a:extLst>
                  <a:ext uri="{FF2B5EF4-FFF2-40B4-BE49-F238E27FC236}">
                    <a16:creationId xmlns:a16="http://schemas.microsoft.com/office/drawing/2014/main" id="{C1A93EFD-53C3-4F6F-B51D-FE07FE7EE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34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3" name="Oval 3335">
                <a:extLst>
                  <a:ext uri="{FF2B5EF4-FFF2-40B4-BE49-F238E27FC236}">
                    <a16:creationId xmlns:a16="http://schemas.microsoft.com/office/drawing/2014/main" id="{3125DFF0-15EF-4C20-8D32-182BA99D5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33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4" name="Oval 3336">
                <a:extLst>
                  <a:ext uri="{FF2B5EF4-FFF2-40B4-BE49-F238E27FC236}">
                    <a16:creationId xmlns:a16="http://schemas.microsoft.com/office/drawing/2014/main" id="{28B769CD-AC66-4D6B-A596-D08547AC9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27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5" name="Oval 3337">
                <a:extLst>
                  <a:ext uri="{FF2B5EF4-FFF2-40B4-BE49-F238E27FC236}">
                    <a16:creationId xmlns:a16="http://schemas.microsoft.com/office/drawing/2014/main" id="{14DC9F77-B55C-4334-A476-D463C2DE7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25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6" name="Oval 3338">
                <a:extLst>
                  <a:ext uri="{FF2B5EF4-FFF2-40B4-BE49-F238E27FC236}">
                    <a16:creationId xmlns:a16="http://schemas.microsoft.com/office/drawing/2014/main" id="{A11634AE-7E30-4525-8EF6-A8C4432D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26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7" name="Oval 3339">
                <a:extLst>
                  <a:ext uri="{FF2B5EF4-FFF2-40B4-BE49-F238E27FC236}">
                    <a16:creationId xmlns:a16="http://schemas.microsoft.com/office/drawing/2014/main" id="{E4E8FA72-4B92-456F-AEC6-C3FB624EB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26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8" name="Oval 3340">
                <a:extLst>
                  <a:ext uri="{FF2B5EF4-FFF2-40B4-BE49-F238E27FC236}">
                    <a16:creationId xmlns:a16="http://schemas.microsoft.com/office/drawing/2014/main" id="{59E0E7EB-E2B9-45F8-8518-71D235BD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27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9" name="Oval 3341">
                <a:extLst>
                  <a:ext uri="{FF2B5EF4-FFF2-40B4-BE49-F238E27FC236}">
                    <a16:creationId xmlns:a16="http://schemas.microsoft.com/office/drawing/2014/main" id="{C552B337-FA14-42B7-9BF6-44A454C57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28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0" name="Oval 3342">
                <a:extLst>
                  <a:ext uri="{FF2B5EF4-FFF2-40B4-BE49-F238E27FC236}">
                    <a16:creationId xmlns:a16="http://schemas.microsoft.com/office/drawing/2014/main" id="{CE562287-83F1-4155-B74B-A2803C338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26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1" name="Oval 3343">
                <a:extLst>
                  <a:ext uri="{FF2B5EF4-FFF2-40B4-BE49-F238E27FC236}">
                    <a16:creationId xmlns:a16="http://schemas.microsoft.com/office/drawing/2014/main" id="{A868B24E-4A54-4155-8240-A05CD86E2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27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2" name="Oval 3344">
                <a:extLst>
                  <a:ext uri="{FF2B5EF4-FFF2-40B4-BE49-F238E27FC236}">
                    <a16:creationId xmlns:a16="http://schemas.microsoft.com/office/drawing/2014/main" id="{721F70C8-746D-4863-A354-CEC0C3B91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27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3" name="Oval 3345">
                <a:extLst>
                  <a:ext uri="{FF2B5EF4-FFF2-40B4-BE49-F238E27FC236}">
                    <a16:creationId xmlns:a16="http://schemas.microsoft.com/office/drawing/2014/main" id="{6282045E-7FDF-4555-809E-1836FAF0C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27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4" name="Oval 3346">
                <a:extLst>
                  <a:ext uri="{FF2B5EF4-FFF2-40B4-BE49-F238E27FC236}">
                    <a16:creationId xmlns:a16="http://schemas.microsoft.com/office/drawing/2014/main" id="{E9CDC924-1A70-44AB-8ADD-C0A9EDC05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28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5" name="Oval 3347">
                <a:extLst>
                  <a:ext uri="{FF2B5EF4-FFF2-40B4-BE49-F238E27FC236}">
                    <a16:creationId xmlns:a16="http://schemas.microsoft.com/office/drawing/2014/main" id="{5A5CEEB0-FB23-41C2-9F07-9E0CEE1D1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4" y="230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6" name="Oval 3348">
                <a:extLst>
                  <a:ext uri="{FF2B5EF4-FFF2-40B4-BE49-F238E27FC236}">
                    <a16:creationId xmlns:a16="http://schemas.microsoft.com/office/drawing/2014/main" id="{C4DBD113-4D8F-45FC-B22E-8501DEB4A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27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7" name="Oval 3349">
                <a:extLst>
                  <a:ext uri="{FF2B5EF4-FFF2-40B4-BE49-F238E27FC236}">
                    <a16:creationId xmlns:a16="http://schemas.microsoft.com/office/drawing/2014/main" id="{775AB56A-5C65-455B-B581-031702E14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28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8" name="Oval 3350">
                <a:extLst>
                  <a:ext uri="{FF2B5EF4-FFF2-40B4-BE49-F238E27FC236}">
                    <a16:creationId xmlns:a16="http://schemas.microsoft.com/office/drawing/2014/main" id="{145B490E-7807-45A8-B888-06E1765BF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28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09" name="Oval 3351">
                <a:extLst>
                  <a:ext uri="{FF2B5EF4-FFF2-40B4-BE49-F238E27FC236}">
                    <a16:creationId xmlns:a16="http://schemas.microsoft.com/office/drawing/2014/main" id="{77543C17-4132-41C9-B2DC-672CF40FE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27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0" name="Oval 3352">
                <a:extLst>
                  <a:ext uri="{FF2B5EF4-FFF2-40B4-BE49-F238E27FC236}">
                    <a16:creationId xmlns:a16="http://schemas.microsoft.com/office/drawing/2014/main" id="{AF63A7D1-B85E-4A29-9EFE-5F7327D18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9" y="22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1" name="Oval 3353">
                <a:extLst>
                  <a:ext uri="{FF2B5EF4-FFF2-40B4-BE49-F238E27FC236}">
                    <a16:creationId xmlns:a16="http://schemas.microsoft.com/office/drawing/2014/main" id="{52E3C921-DC7B-4756-AA2A-A903AA9E1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28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2" name="Oval 3354">
                <a:extLst>
                  <a:ext uri="{FF2B5EF4-FFF2-40B4-BE49-F238E27FC236}">
                    <a16:creationId xmlns:a16="http://schemas.microsoft.com/office/drawing/2014/main" id="{56B615A6-7F0C-4963-9B6F-2C6B305B9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29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3" name="Oval 3355">
                <a:extLst>
                  <a:ext uri="{FF2B5EF4-FFF2-40B4-BE49-F238E27FC236}">
                    <a16:creationId xmlns:a16="http://schemas.microsoft.com/office/drawing/2014/main" id="{E2FE4D67-48C3-4582-B8F5-A9D37DB20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286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4" name="Oval 3356">
                <a:extLst>
                  <a:ext uri="{FF2B5EF4-FFF2-40B4-BE49-F238E27FC236}">
                    <a16:creationId xmlns:a16="http://schemas.microsoft.com/office/drawing/2014/main" id="{277C276F-F329-4B01-95F9-09FCEF239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37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5" name="Oval 3357">
                <a:extLst>
                  <a:ext uri="{FF2B5EF4-FFF2-40B4-BE49-F238E27FC236}">
                    <a16:creationId xmlns:a16="http://schemas.microsoft.com/office/drawing/2014/main" id="{560D11CD-D68C-41C9-AF83-9210C22C7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41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6" name="Oval 3358">
                <a:extLst>
                  <a:ext uri="{FF2B5EF4-FFF2-40B4-BE49-F238E27FC236}">
                    <a16:creationId xmlns:a16="http://schemas.microsoft.com/office/drawing/2014/main" id="{E66FE278-518E-435C-9C3D-F2CFB0EC7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35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7" name="Oval 3359">
                <a:extLst>
                  <a:ext uri="{FF2B5EF4-FFF2-40B4-BE49-F238E27FC236}">
                    <a16:creationId xmlns:a16="http://schemas.microsoft.com/office/drawing/2014/main" id="{351964BC-E0CB-4997-B5EA-174E7F10A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35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8" name="Oval 3360">
                <a:extLst>
                  <a:ext uri="{FF2B5EF4-FFF2-40B4-BE49-F238E27FC236}">
                    <a16:creationId xmlns:a16="http://schemas.microsoft.com/office/drawing/2014/main" id="{E8C29EE1-B1F9-4908-8085-376A483BE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34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219" name="Oval 3361">
                <a:extLst>
                  <a:ext uri="{FF2B5EF4-FFF2-40B4-BE49-F238E27FC236}">
                    <a16:creationId xmlns:a16="http://schemas.microsoft.com/office/drawing/2014/main" id="{ACE9CD08-F30F-450D-94EC-5099D154E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33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19" name="Group 3362">
              <a:extLst>
                <a:ext uri="{FF2B5EF4-FFF2-40B4-BE49-F238E27FC236}">
                  <a16:creationId xmlns:a16="http://schemas.microsoft.com/office/drawing/2014/main" id="{F88A9F48-E20A-496B-8070-60348AC20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6" y="2203"/>
              <a:ext cx="288" cy="248"/>
              <a:chOff x="4746" y="2203"/>
              <a:chExt cx="288" cy="248"/>
            </a:xfrm>
          </p:grpSpPr>
          <p:sp>
            <p:nvSpPr>
              <p:cNvPr id="61820" name="Oval 3363">
                <a:extLst>
                  <a:ext uri="{FF2B5EF4-FFF2-40B4-BE49-F238E27FC236}">
                    <a16:creationId xmlns:a16="http://schemas.microsoft.com/office/drawing/2014/main" id="{B240A847-F9C4-49E0-8457-74D047A3B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37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21" name="Oval 3364">
                <a:extLst>
                  <a:ext uri="{FF2B5EF4-FFF2-40B4-BE49-F238E27FC236}">
                    <a16:creationId xmlns:a16="http://schemas.microsoft.com/office/drawing/2014/main" id="{0E361EAB-C62D-46F9-8FD1-96AEDCA40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38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22" name="Oval 3365">
                <a:extLst>
                  <a:ext uri="{FF2B5EF4-FFF2-40B4-BE49-F238E27FC236}">
                    <a16:creationId xmlns:a16="http://schemas.microsoft.com/office/drawing/2014/main" id="{BF7093A6-7E8F-437E-9B46-175496E75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385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23" name="Oval 3366">
                <a:extLst>
                  <a:ext uri="{FF2B5EF4-FFF2-40B4-BE49-F238E27FC236}">
                    <a16:creationId xmlns:a16="http://schemas.microsoft.com/office/drawing/2014/main" id="{E18C2CE8-2467-47AE-A747-A2B8FA954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39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24" name="Oval 3367">
                <a:extLst>
                  <a:ext uri="{FF2B5EF4-FFF2-40B4-BE49-F238E27FC236}">
                    <a16:creationId xmlns:a16="http://schemas.microsoft.com/office/drawing/2014/main" id="{FDA5EA54-162A-47BF-89A3-E499BBC83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40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25" name="Oval 3368">
                <a:extLst>
                  <a:ext uri="{FF2B5EF4-FFF2-40B4-BE49-F238E27FC236}">
                    <a16:creationId xmlns:a16="http://schemas.microsoft.com/office/drawing/2014/main" id="{DD1A6077-C66F-4991-8118-21078C1E6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37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26" name="Oval 3369">
                <a:extLst>
                  <a:ext uri="{FF2B5EF4-FFF2-40B4-BE49-F238E27FC236}">
                    <a16:creationId xmlns:a16="http://schemas.microsoft.com/office/drawing/2014/main" id="{BC38582D-8271-42A0-B25E-289D53016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36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27" name="Oval 3370">
                <a:extLst>
                  <a:ext uri="{FF2B5EF4-FFF2-40B4-BE49-F238E27FC236}">
                    <a16:creationId xmlns:a16="http://schemas.microsoft.com/office/drawing/2014/main" id="{7D5F22BB-537C-462B-B261-8628A7148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36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28" name="Oval 3371">
                <a:extLst>
                  <a:ext uri="{FF2B5EF4-FFF2-40B4-BE49-F238E27FC236}">
                    <a16:creationId xmlns:a16="http://schemas.microsoft.com/office/drawing/2014/main" id="{5F10D4AD-1F59-44D0-ADC2-EFDF90324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36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29" name="Oval 3372">
                <a:extLst>
                  <a:ext uri="{FF2B5EF4-FFF2-40B4-BE49-F238E27FC236}">
                    <a16:creationId xmlns:a16="http://schemas.microsoft.com/office/drawing/2014/main" id="{EAD1DBB0-DBA8-4D7F-8DF6-3326FAB70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36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0" name="Oval 3373">
                <a:extLst>
                  <a:ext uri="{FF2B5EF4-FFF2-40B4-BE49-F238E27FC236}">
                    <a16:creationId xmlns:a16="http://schemas.microsoft.com/office/drawing/2014/main" id="{39C36D64-6CFB-471E-979E-80AA2F396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38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1" name="Oval 3374">
                <a:extLst>
                  <a:ext uri="{FF2B5EF4-FFF2-40B4-BE49-F238E27FC236}">
                    <a16:creationId xmlns:a16="http://schemas.microsoft.com/office/drawing/2014/main" id="{A7E506EF-4B45-430A-A552-E46E8B3D8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40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2" name="Oval 3375">
                <a:extLst>
                  <a:ext uri="{FF2B5EF4-FFF2-40B4-BE49-F238E27FC236}">
                    <a16:creationId xmlns:a16="http://schemas.microsoft.com/office/drawing/2014/main" id="{71E1C877-B16E-410D-889F-7F07CBB20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41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3" name="Oval 3376">
                <a:extLst>
                  <a:ext uri="{FF2B5EF4-FFF2-40B4-BE49-F238E27FC236}">
                    <a16:creationId xmlns:a16="http://schemas.microsoft.com/office/drawing/2014/main" id="{5FA3E803-B610-44CD-B68C-040B6FC13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41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4" name="Oval 3377">
                <a:extLst>
                  <a:ext uri="{FF2B5EF4-FFF2-40B4-BE49-F238E27FC236}">
                    <a16:creationId xmlns:a16="http://schemas.microsoft.com/office/drawing/2014/main" id="{390C6E2E-7581-49DB-95F1-D31B524F3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42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5" name="Oval 3378">
                <a:extLst>
                  <a:ext uri="{FF2B5EF4-FFF2-40B4-BE49-F238E27FC236}">
                    <a16:creationId xmlns:a16="http://schemas.microsoft.com/office/drawing/2014/main" id="{6D90FCDB-F198-4297-ADCC-EB1CAF189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41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6" name="Oval 3379">
                <a:extLst>
                  <a:ext uri="{FF2B5EF4-FFF2-40B4-BE49-F238E27FC236}">
                    <a16:creationId xmlns:a16="http://schemas.microsoft.com/office/drawing/2014/main" id="{A42D9522-23AC-48B3-ADFC-AB3C499E9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36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7" name="Oval 3380">
                <a:extLst>
                  <a:ext uri="{FF2B5EF4-FFF2-40B4-BE49-F238E27FC236}">
                    <a16:creationId xmlns:a16="http://schemas.microsoft.com/office/drawing/2014/main" id="{17EECB02-7F17-4A81-A0FD-38E08244B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38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8" name="Oval 3381">
                <a:extLst>
                  <a:ext uri="{FF2B5EF4-FFF2-40B4-BE49-F238E27FC236}">
                    <a16:creationId xmlns:a16="http://schemas.microsoft.com/office/drawing/2014/main" id="{15D862BD-F4A1-4C82-B0A6-535CC4815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39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39" name="Oval 3382">
                <a:extLst>
                  <a:ext uri="{FF2B5EF4-FFF2-40B4-BE49-F238E27FC236}">
                    <a16:creationId xmlns:a16="http://schemas.microsoft.com/office/drawing/2014/main" id="{71F4BB5D-FD25-4A5C-AC19-C9C6A2670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37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0" name="Oval 3383">
                <a:extLst>
                  <a:ext uri="{FF2B5EF4-FFF2-40B4-BE49-F238E27FC236}">
                    <a16:creationId xmlns:a16="http://schemas.microsoft.com/office/drawing/2014/main" id="{E6EDE112-BC4C-4E57-8842-0726C186F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37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1" name="Oval 3384">
                <a:extLst>
                  <a:ext uri="{FF2B5EF4-FFF2-40B4-BE49-F238E27FC236}">
                    <a16:creationId xmlns:a16="http://schemas.microsoft.com/office/drawing/2014/main" id="{D65F87C3-3C1B-412D-B5FC-B7AF5942D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37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2" name="Oval 3385">
                <a:extLst>
                  <a:ext uri="{FF2B5EF4-FFF2-40B4-BE49-F238E27FC236}">
                    <a16:creationId xmlns:a16="http://schemas.microsoft.com/office/drawing/2014/main" id="{27E3BEDB-D4AF-4F2C-B7EB-81D31E09E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238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3" name="Oval 3386">
                <a:extLst>
                  <a:ext uri="{FF2B5EF4-FFF2-40B4-BE49-F238E27FC236}">
                    <a16:creationId xmlns:a16="http://schemas.microsoft.com/office/drawing/2014/main" id="{18511E3E-9B5E-442E-A23B-5216EEEE5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39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4" name="Oval 3387">
                <a:extLst>
                  <a:ext uri="{FF2B5EF4-FFF2-40B4-BE49-F238E27FC236}">
                    <a16:creationId xmlns:a16="http://schemas.microsoft.com/office/drawing/2014/main" id="{89CD96AD-2C62-4522-8CE7-267AB6705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37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5" name="Oval 3388">
                <a:extLst>
                  <a:ext uri="{FF2B5EF4-FFF2-40B4-BE49-F238E27FC236}">
                    <a16:creationId xmlns:a16="http://schemas.microsoft.com/office/drawing/2014/main" id="{5BCD1F64-972C-4828-88D9-37503562F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371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6" name="Oval 3389">
                <a:extLst>
                  <a:ext uri="{FF2B5EF4-FFF2-40B4-BE49-F238E27FC236}">
                    <a16:creationId xmlns:a16="http://schemas.microsoft.com/office/drawing/2014/main" id="{5BFB5195-A716-47E8-B676-7628367EA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37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7" name="Oval 3390">
                <a:extLst>
                  <a:ext uri="{FF2B5EF4-FFF2-40B4-BE49-F238E27FC236}">
                    <a16:creationId xmlns:a16="http://schemas.microsoft.com/office/drawing/2014/main" id="{40C1B58F-94CA-4C42-8AA9-0CC61E514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39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8" name="Oval 3391">
                <a:extLst>
                  <a:ext uri="{FF2B5EF4-FFF2-40B4-BE49-F238E27FC236}">
                    <a16:creationId xmlns:a16="http://schemas.microsoft.com/office/drawing/2014/main" id="{59A2BA8C-FAB7-41AD-BA3C-15AA15E2C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40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49" name="Oval 3392">
                <a:extLst>
                  <a:ext uri="{FF2B5EF4-FFF2-40B4-BE49-F238E27FC236}">
                    <a16:creationId xmlns:a16="http://schemas.microsoft.com/office/drawing/2014/main" id="{DB4C0B93-20ED-4D6E-AAB1-4B701BD67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41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0" name="Oval 3393">
                <a:extLst>
                  <a:ext uri="{FF2B5EF4-FFF2-40B4-BE49-F238E27FC236}">
                    <a16:creationId xmlns:a16="http://schemas.microsoft.com/office/drawing/2014/main" id="{7F99CEF7-F34F-4E45-A223-425D7FA76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39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1" name="Oval 3394">
                <a:extLst>
                  <a:ext uri="{FF2B5EF4-FFF2-40B4-BE49-F238E27FC236}">
                    <a16:creationId xmlns:a16="http://schemas.microsoft.com/office/drawing/2014/main" id="{A4CB25AA-5F22-4C72-A3B6-907859CD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40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2" name="Oval 3395">
                <a:extLst>
                  <a:ext uri="{FF2B5EF4-FFF2-40B4-BE49-F238E27FC236}">
                    <a16:creationId xmlns:a16="http://schemas.microsoft.com/office/drawing/2014/main" id="{2F21347C-0A39-4DB7-BE7A-E733D649A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41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3" name="Oval 3396">
                <a:extLst>
                  <a:ext uri="{FF2B5EF4-FFF2-40B4-BE49-F238E27FC236}">
                    <a16:creationId xmlns:a16="http://schemas.microsoft.com/office/drawing/2014/main" id="{EDDE8D78-557A-45E5-A501-1F1446074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37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4" name="Oval 3397">
                <a:extLst>
                  <a:ext uri="{FF2B5EF4-FFF2-40B4-BE49-F238E27FC236}">
                    <a16:creationId xmlns:a16="http://schemas.microsoft.com/office/drawing/2014/main" id="{2123F23E-EFAB-4874-A6AB-B7AE6FA64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39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5" name="Oval 3398">
                <a:extLst>
                  <a:ext uri="{FF2B5EF4-FFF2-40B4-BE49-F238E27FC236}">
                    <a16:creationId xmlns:a16="http://schemas.microsoft.com/office/drawing/2014/main" id="{85ABA47D-EEE1-4903-AE49-8C211B029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39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6" name="Oval 3399">
                <a:extLst>
                  <a:ext uri="{FF2B5EF4-FFF2-40B4-BE49-F238E27FC236}">
                    <a16:creationId xmlns:a16="http://schemas.microsoft.com/office/drawing/2014/main" id="{525A7851-E013-4425-BC20-D6338EB18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40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7" name="Oval 3400">
                <a:extLst>
                  <a:ext uri="{FF2B5EF4-FFF2-40B4-BE49-F238E27FC236}">
                    <a16:creationId xmlns:a16="http://schemas.microsoft.com/office/drawing/2014/main" id="{CA9F05ED-15A4-4105-9BA2-9B7B359CA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28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8" name="Oval 3401">
                <a:extLst>
                  <a:ext uri="{FF2B5EF4-FFF2-40B4-BE49-F238E27FC236}">
                    <a16:creationId xmlns:a16="http://schemas.microsoft.com/office/drawing/2014/main" id="{2C77156F-D1A7-47BE-8216-D5B1C0108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29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59" name="Oval 3402">
                <a:extLst>
                  <a:ext uri="{FF2B5EF4-FFF2-40B4-BE49-F238E27FC236}">
                    <a16:creationId xmlns:a16="http://schemas.microsoft.com/office/drawing/2014/main" id="{174BEACB-2662-49C3-BD19-215B200F9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29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0" name="Oval 3403">
                <a:extLst>
                  <a:ext uri="{FF2B5EF4-FFF2-40B4-BE49-F238E27FC236}">
                    <a16:creationId xmlns:a16="http://schemas.microsoft.com/office/drawing/2014/main" id="{DAC8326C-E2AA-420D-8272-7D2DCFA9B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31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1" name="Oval 3404">
                <a:extLst>
                  <a:ext uri="{FF2B5EF4-FFF2-40B4-BE49-F238E27FC236}">
                    <a16:creationId xmlns:a16="http://schemas.microsoft.com/office/drawing/2014/main" id="{7D201F68-CAED-44AE-8C56-6C4D34A4F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31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2" name="Oval 3405">
                <a:extLst>
                  <a:ext uri="{FF2B5EF4-FFF2-40B4-BE49-F238E27FC236}">
                    <a16:creationId xmlns:a16="http://schemas.microsoft.com/office/drawing/2014/main" id="{D8C14EA8-49A8-432C-B3FC-1DBB0ADE1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28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3" name="Oval 3406">
                <a:extLst>
                  <a:ext uri="{FF2B5EF4-FFF2-40B4-BE49-F238E27FC236}">
                    <a16:creationId xmlns:a16="http://schemas.microsoft.com/office/drawing/2014/main" id="{0A0D63AE-77C8-46E9-B9E4-DC510E921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27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4" name="Oval 3407">
                <a:extLst>
                  <a:ext uri="{FF2B5EF4-FFF2-40B4-BE49-F238E27FC236}">
                    <a16:creationId xmlns:a16="http://schemas.microsoft.com/office/drawing/2014/main" id="{222B8A4D-0A0B-4C5F-B2C4-E131FDBE2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27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5" name="Oval 3408">
                <a:extLst>
                  <a:ext uri="{FF2B5EF4-FFF2-40B4-BE49-F238E27FC236}">
                    <a16:creationId xmlns:a16="http://schemas.microsoft.com/office/drawing/2014/main" id="{77D475CA-59FB-4D51-BB47-77B729C1C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27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6" name="Oval 3409">
                <a:extLst>
                  <a:ext uri="{FF2B5EF4-FFF2-40B4-BE49-F238E27FC236}">
                    <a16:creationId xmlns:a16="http://schemas.microsoft.com/office/drawing/2014/main" id="{3197F9E1-C96F-4C28-A360-759555658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27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7" name="Oval 3410">
                <a:extLst>
                  <a:ext uri="{FF2B5EF4-FFF2-40B4-BE49-F238E27FC236}">
                    <a16:creationId xmlns:a16="http://schemas.microsoft.com/office/drawing/2014/main" id="{C6E1EA73-9E9E-40CD-A937-48787C357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22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8" name="Oval 3411">
                <a:extLst>
                  <a:ext uri="{FF2B5EF4-FFF2-40B4-BE49-F238E27FC236}">
                    <a16:creationId xmlns:a16="http://schemas.microsoft.com/office/drawing/2014/main" id="{ED9653F6-31F8-489A-91C9-C89BCE3E3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229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69" name="Oval 3412">
                <a:extLst>
                  <a:ext uri="{FF2B5EF4-FFF2-40B4-BE49-F238E27FC236}">
                    <a16:creationId xmlns:a16="http://schemas.microsoft.com/office/drawing/2014/main" id="{DBD57621-A51B-456C-ADB7-09308688B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27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0" name="Oval 3413">
                <a:extLst>
                  <a:ext uri="{FF2B5EF4-FFF2-40B4-BE49-F238E27FC236}">
                    <a16:creationId xmlns:a16="http://schemas.microsoft.com/office/drawing/2014/main" id="{602F1C08-A0AA-4F40-B173-2E33DADA3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29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1" name="Oval 3414">
                <a:extLst>
                  <a:ext uri="{FF2B5EF4-FFF2-40B4-BE49-F238E27FC236}">
                    <a16:creationId xmlns:a16="http://schemas.microsoft.com/office/drawing/2014/main" id="{B30D86C5-487E-4077-9465-984149966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29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2" name="Oval 3415">
                <a:extLst>
                  <a:ext uri="{FF2B5EF4-FFF2-40B4-BE49-F238E27FC236}">
                    <a16:creationId xmlns:a16="http://schemas.microsoft.com/office/drawing/2014/main" id="{3C3149D3-040B-44FA-B473-3B7A7D0CC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28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3" name="Oval 3416">
                <a:extLst>
                  <a:ext uri="{FF2B5EF4-FFF2-40B4-BE49-F238E27FC236}">
                    <a16:creationId xmlns:a16="http://schemas.microsoft.com/office/drawing/2014/main" id="{E2BA190E-10F0-49A0-B992-CADCD4771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28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4" name="Oval 3417">
                <a:extLst>
                  <a:ext uri="{FF2B5EF4-FFF2-40B4-BE49-F238E27FC236}">
                    <a16:creationId xmlns:a16="http://schemas.microsoft.com/office/drawing/2014/main" id="{B01C0051-85E7-481E-9D07-8CF67B8E5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28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5" name="Oval 3418">
                <a:extLst>
                  <a:ext uri="{FF2B5EF4-FFF2-40B4-BE49-F238E27FC236}">
                    <a16:creationId xmlns:a16="http://schemas.microsoft.com/office/drawing/2014/main" id="{428AA86D-E6B1-4D12-B3DA-FBD4C9007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29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6" name="Oval 3419">
                <a:extLst>
                  <a:ext uri="{FF2B5EF4-FFF2-40B4-BE49-F238E27FC236}">
                    <a16:creationId xmlns:a16="http://schemas.microsoft.com/office/drawing/2014/main" id="{A2F746CA-DF3A-4C3A-8ACD-72C345C7B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30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7" name="Oval 3420">
                <a:extLst>
                  <a:ext uri="{FF2B5EF4-FFF2-40B4-BE49-F238E27FC236}">
                    <a16:creationId xmlns:a16="http://schemas.microsoft.com/office/drawing/2014/main" id="{CBB9CFE1-485D-4807-9D6A-B880C1E8E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32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8" name="Oval 3421">
                <a:extLst>
                  <a:ext uri="{FF2B5EF4-FFF2-40B4-BE49-F238E27FC236}">
                    <a16:creationId xmlns:a16="http://schemas.microsoft.com/office/drawing/2014/main" id="{4B2CFACE-4892-445E-A281-2E428DE0F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32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79" name="Oval 3422">
                <a:extLst>
                  <a:ext uri="{FF2B5EF4-FFF2-40B4-BE49-F238E27FC236}">
                    <a16:creationId xmlns:a16="http://schemas.microsoft.com/office/drawing/2014/main" id="{83FD5172-65FC-49D3-B9C0-F53A01314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31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0" name="Oval 3423">
                <a:extLst>
                  <a:ext uri="{FF2B5EF4-FFF2-40B4-BE49-F238E27FC236}">
                    <a16:creationId xmlns:a16="http://schemas.microsoft.com/office/drawing/2014/main" id="{758BA92E-A8D5-45D6-9D5B-DACB6CC87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29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1" name="Oval 3424">
                <a:extLst>
                  <a:ext uri="{FF2B5EF4-FFF2-40B4-BE49-F238E27FC236}">
                    <a16:creationId xmlns:a16="http://schemas.microsoft.com/office/drawing/2014/main" id="{3E606348-B3E5-4A3B-811D-8C0AAF1F3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30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2" name="Oval 3425">
                <a:extLst>
                  <a:ext uri="{FF2B5EF4-FFF2-40B4-BE49-F238E27FC236}">
                    <a16:creationId xmlns:a16="http://schemas.microsoft.com/office/drawing/2014/main" id="{51A14A6D-B141-4864-8118-4260D1875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231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3" name="Oval 3426">
                <a:extLst>
                  <a:ext uri="{FF2B5EF4-FFF2-40B4-BE49-F238E27FC236}">
                    <a16:creationId xmlns:a16="http://schemas.microsoft.com/office/drawing/2014/main" id="{963B1C3F-2CAE-4168-86A6-6D04763F8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233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4" name="Oval 3427">
                <a:extLst>
                  <a:ext uri="{FF2B5EF4-FFF2-40B4-BE49-F238E27FC236}">
                    <a16:creationId xmlns:a16="http://schemas.microsoft.com/office/drawing/2014/main" id="{344ECF70-E6F2-4E6D-BDE6-639EA89B5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228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5" name="Oval 3428">
                <a:extLst>
                  <a:ext uri="{FF2B5EF4-FFF2-40B4-BE49-F238E27FC236}">
                    <a16:creationId xmlns:a16="http://schemas.microsoft.com/office/drawing/2014/main" id="{B2568255-39DD-46FC-9966-EDDBE71CE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28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6" name="Oval 3429">
                <a:extLst>
                  <a:ext uri="{FF2B5EF4-FFF2-40B4-BE49-F238E27FC236}">
                    <a16:creationId xmlns:a16="http://schemas.microsoft.com/office/drawing/2014/main" id="{A9EDA0E2-4D2B-47DB-894C-4AD519BF4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28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7" name="Oval 3430">
                <a:extLst>
                  <a:ext uri="{FF2B5EF4-FFF2-40B4-BE49-F238E27FC236}">
                    <a16:creationId xmlns:a16="http://schemas.microsoft.com/office/drawing/2014/main" id="{BD37F1E4-0274-4CA7-828C-71E35FFA8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29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8" name="Oval 3431">
                <a:extLst>
                  <a:ext uri="{FF2B5EF4-FFF2-40B4-BE49-F238E27FC236}">
                    <a16:creationId xmlns:a16="http://schemas.microsoft.com/office/drawing/2014/main" id="{7399A3AC-E09A-43E7-ACDD-A86E3F917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28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89" name="Oval 3432">
                <a:extLst>
                  <a:ext uri="{FF2B5EF4-FFF2-40B4-BE49-F238E27FC236}">
                    <a16:creationId xmlns:a16="http://schemas.microsoft.com/office/drawing/2014/main" id="{BB684A4B-9687-4FE6-8F29-12DC8AD6E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28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0" name="Oval 3433">
                <a:extLst>
                  <a:ext uri="{FF2B5EF4-FFF2-40B4-BE49-F238E27FC236}">
                    <a16:creationId xmlns:a16="http://schemas.microsoft.com/office/drawing/2014/main" id="{76F36C6D-E56D-4616-9118-73AE6C037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27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1" name="Oval 3434">
                <a:extLst>
                  <a:ext uri="{FF2B5EF4-FFF2-40B4-BE49-F238E27FC236}">
                    <a16:creationId xmlns:a16="http://schemas.microsoft.com/office/drawing/2014/main" id="{A41AF604-72A6-4931-B4DA-FC3A9A854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29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2" name="Oval 3435">
                <a:extLst>
                  <a:ext uri="{FF2B5EF4-FFF2-40B4-BE49-F238E27FC236}">
                    <a16:creationId xmlns:a16="http://schemas.microsoft.com/office/drawing/2014/main" id="{FC54C53D-D80F-4671-B7DD-2313AE71F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28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3" name="Oval 3436">
                <a:extLst>
                  <a:ext uri="{FF2B5EF4-FFF2-40B4-BE49-F238E27FC236}">
                    <a16:creationId xmlns:a16="http://schemas.microsoft.com/office/drawing/2014/main" id="{1993A88F-6582-4FAF-A5A5-F055B582D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302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4" name="Oval 3437">
                <a:extLst>
                  <a:ext uri="{FF2B5EF4-FFF2-40B4-BE49-F238E27FC236}">
                    <a16:creationId xmlns:a16="http://schemas.microsoft.com/office/drawing/2014/main" id="{4CE6E1D1-B437-431F-8F5A-97F6977DA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305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5" name="Oval 3438">
                <a:extLst>
                  <a:ext uri="{FF2B5EF4-FFF2-40B4-BE49-F238E27FC236}">
                    <a16:creationId xmlns:a16="http://schemas.microsoft.com/office/drawing/2014/main" id="{B91508AA-05E4-4CF9-8E2A-EBA171F8C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30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6" name="Oval 3439">
                <a:extLst>
                  <a:ext uri="{FF2B5EF4-FFF2-40B4-BE49-F238E27FC236}">
                    <a16:creationId xmlns:a16="http://schemas.microsoft.com/office/drawing/2014/main" id="{A48CC4AB-27F8-4D55-AD30-2A66BE66C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31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7" name="Oval 3440">
                <a:extLst>
                  <a:ext uri="{FF2B5EF4-FFF2-40B4-BE49-F238E27FC236}">
                    <a16:creationId xmlns:a16="http://schemas.microsoft.com/office/drawing/2014/main" id="{09650B63-9755-4D92-B1AF-F5B09C15A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27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8" name="Oval 3441">
                <a:extLst>
                  <a:ext uri="{FF2B5EF4-FFF2-40B4-BE49-F238E27FC236}">
                    <a16:creationId xmlns:a16="http://schemas.microsoft.com/office/drawing/2014/main" id="{6FF57C00-A134-4C5E-B02D-174C58804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26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99" name="Oval 3442">
                <a:extLst>
                  <a:ext uri="{FF2B5EF4-FFF2-40B4-BE49-F238E27FC236}">
                    <a16:creationId xmlns:a16="http://schemas.microsoft.com/office/drawing/2014/main" id="{CE2B6969-36AE-43FC-B757-8328B248B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291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0" name="Oval 3443">
                <a:extLst>
                  <a:ext uri="{FF2B5EF4-FFF2-40B4-BE49-F238E27FC236}">
                    <a16:creationId xmlns:a16="http://schemas.microsoft.com/office/drawing/2014/main" id="{771D66C5-76C8-4CC9-8EC4-933C61171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28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1" name="Oval 3444">
                <a:extLst>
                  <a:ext uri="{FF2B5EF4-FFF2-40B4-BE49-F238E27FC236}">
                    <a16:creationId xmlns:a16="http://schemas.microsoft.com/office/drawing/2014/main" id="{22D29B04-E0C5-4F85-B778-43B70154C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28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2" name="Oval 3445">
                <a:extLst>
                  <a:ext uri="{FF2B5EF4-FFF2-40B4-BE49-F238E27FC236}">
                    <a16:creationId xmlns:a16="http://schemas.microsoft.com/office/drawing/2014/main" id="{BDDB4FBE-A9C8-42B2-8563-C2359DD74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30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3" name="Oval 3446">
                <a:extLst>
                  <a:ext uri="{FF2B5EF4-FFF2-40B4-BE49-F238E27FC236}">
                    <a16:creationId xmlns:a16="http://schemas.microsoft.com/office/drawing/2014/main" id="{A52B1F75-CD45-43B3-8F53-D4DED9CE2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30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4" name="Oval 3447">
                <a:extLst>
                  <a:ext uri="{FF2B5EF4-FFF2-40B4-BE49-F238E27FC236}">
                    <a16:creationId xmlns:a16="http://schemas.microsoft.com/office/drawing/2014/main" id="{D3ED8564-0300-4741-88BD-EF2FA8B94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31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5" name="Oval 3448">
                <a:extLst>
                  <a:ext uri="{FF2B5EF4-FFF2-40B4-BE49-F238E27FC236}">
                    <a16:creationId xmlns:a16="http://schemas.microsoft.com/office/drawing/2014/main" id="{7D2AF27C-4740-43EE-99AF-1C84B2221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32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6" name="Oval 3449">
                <a:extLst>
                  <a:ext uri="{FF2B5EF4-FFF2-40B4-BE49-F238E27FC236}">
                    <a16:creationId xmlns:a16="http://schemas.microsoft.com/office/drawing/2014/main" id="{03E674C7-2872-4E8A-BA5E-333A1FB17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32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7" name="Oval 3450">
                <a:extLst>
                  <a:ext uri="{FF2B5EF4-FFF2-40B4-BE49-F238E27FC236}">
                    <a16:creationId xmlns:a16="http://schemas.microsoft.com/office/drawing/2014/main" id="{E680C3D1-BD6F-44C0-BC6A-E9E66681C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2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8" name="Oval 3451">
                <a:extLst>
                  <a:ext uri="{FF2B5EF4-FFF2-40B4-BE49-F238E27FC236}">
                    <a16:creationId xmlns:a16="http://schemas.microsoft.com/office/drawing/2014/main" id="{296F95E7-216B-433F-A775-23F93B170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29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9" name="Oval 3452">
                <a:extLst>
                  <a:ext uri="{FF2B5EF4-FFF2-40B4-BE49-F238E27FC236}">
                    <a16:creationId xmlns:a16="http://schemas.microsoft.com/office/drawing/2014/main" id="{CA1F5B4C-2E45-4F43-8C59-A3CE33753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30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0" name="Oval 3453">
                <a:extLst>
                  <a:ext uri="{FF2B5EF4-FFF2-40B4-BE49-F238E27FC236}">
                    <a16:creationId xmlns:a16="http://schemas.microsoft.com/office/drawing/2014/main" id="{F7EB1EDD-829F-470B-93AB-D7E8DF94B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31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1" name="Oval 3454">
                <a:extLst>
                  <a:ext uri="{FF2B5EF4-FFF2-40B4-BE49-F238E27FC236}">
                    <a16:creationId xmlns:a16="http://schemas.microsoft.com/office/drawing/2014/main" id="{B7E41952-DC20-4F3A-A639-A9E58F53C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32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2" name="Oval 3455">
                <a:extLst>
                  <a:ext uri="{FF2B5EF4-FFF2-40B4-BE49-F238E27FC236}">
                    <a16:creationId xmlns:a16="http://schemas.microsoft.com/office/drawing/2014/main" id="{D64519C2-D946-4338-82F6-9836194A1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31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3" name="Oval 3456">
                <a:extLst>
                  <a:ext uri="{FF2B5EF4-FFF2-40B4-BE49-F238E27FC236}">
                    <a16:creationId xmlns:a16="http://schemas.microsoft.com/office/drawing/2014/main" id="{06A3E00D-E469-4B2B-9721-E23596E6E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30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4" name="Oval 3457">
                <a:extLst>
                  <a:ext uri="{FF2B5EF4-FFF2-40B4-BE49-F238E27FC236}">
                    <a16:creationId xmlns:a16="http://schemas.microsoft.com/office/drawing/2014/main" id="{02E19202-8B2F-4372-9F1C-416BFF3B8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33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5" name="Oval 3458">
                <a:extLst>
                  <a:ext uri="{FF2B5EF4-FFF2-40B4-BE49-F238E27FC236}">
                    <a16:creationId xmlns:a16="http://schemas.microsoft.com/office/drawing/2014/main" id="{2549DFCB-ED2E-4FD4-8C01-A20F60835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237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6" name="Oval 3459">
                <a:extLst>
                  <a:ext uri="{FF2B5EF4-FFF2-40B4-BE49-F238E27FC236}">
                    <a16:creationId xmlns:a16="http://schemas.microsoft.com/office/drawing/2014/main" id="{BB827A0D-3970-4BBE-ADCE-5A32585F1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232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7" name="Oval 3460">
                <a:extLst>
                  <a:ext uri="{FF2B5EF4-FFF2-40B4-BE49-F238E27FC236}">
                    <a16:creationId xmlns:a16="http://schemas.microsoft.com/office/drawing/2014/main" id="{D8E3FC4A-8C77-4D2C-9651-EF9D13A2F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32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8" name="Oval 3461">
                <a:extLst>
                  <a:ext uri="{FF2B5EF4-FFF2-40B4-BE49-F238E27FC236}">
                    <a16:creationId xmlns:a16="http://schemas.microsoft.com/office/drawing/2014/main" id="{0F078333-8FFD-42EF-AACB-565ADC32B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21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9" name="Oval 3462">
                <a:extLst>
                  <a:ext uri="{FF2B5EF4-FFF2-40B4-BE49-F238E27FC236}">
                    <a16:creationId xmlns:a16="http://schemas.microsoft.com/office/drawing/2014/main" id="{F8A54FC8-B7C7-4B6E-BD4E-48BE27C88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23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0" name="Oval 3463">
                <a:extLst>
                  <a:ext uri="{FF2B5EF4-FFF2-40B4-BE49-F238E27FC236}">
                    <a16:creationId xmlns:a16="http://schemas.microsoft.com/office/drawing/2014/main" id="{C96F4D1F-C6F4-4FAA-A81B-65B3E0701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23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1" name="Oval 3464">
                <a:extLst>
                  <a:ext uri="{FF2B5EF4-FFF2-40B4-BE49-F238E27FC236}">
                    <a16:creationId xmlns:a16="http://schemas.microsoft.com/office/drawing/2014/main" id="{E18E0C5C-C712-4C35-A955-54BB45871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24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2" name="Oval 3465">
                <a:extLst>
                  <a:ext uri="{FF2B5EF4-FFF2-40B4-BE49-F238E27FC236}">
                    <a16:creationId xmlns:a16="http://schemas.microsoft.com/office/drawing/2014/main" id="{C696327E-33D7-4317-9A65-652B537A1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2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3" name="Oval 3466">
                <a:extLst>
                  <a:ext uri="{FF2B5EF4-FFF2-40B4-BE49-F238E27FC236}">
                    <a16:creationId xmlns:a16="http://schemas.microsoft.com/office/drawing/2014/main" id="{9CA6C0F6-4158-4FBA-97D9-CC9B00E40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22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4" name="Oval 3467">
                <a:extLst>
                  <a:ext uri="{FF2B5EF4-FFF2-40B4-BE49-F238E27FC236}">
                    <a16:creationId xmlns:a16="http://schemas.microsoft.com/office/drawing/2014/main" id="{9DAF800B-E96C-49BE-AFE4-BE0024179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20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5" name="Oval 3468">
                <a:extLst>
                  <a:ext uri="{FF2B5EF4-FFF2-40B4-BE49-F238E27FC236}">
                    <a16:creationId xmlns:a16="http://schemas.microsoft.com/office/drawing/2014/main" id="{77B6FA56-09E4-4432-8EAD-5113905C4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21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6" name="Oval 3469">
                <a:extLst>
                  <a:ext uri="{FF2B5EF4-FFF2-40B4-BE49-F238E27FC236}">
                    <a16:creationId xmlns:a16="http://schemas.microsoft.com/office/drawing/2014/main" id="{83DA4A9C-B4BD-4A80-8F5C-474CD788C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21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7" name="Oval 3470">
                <a:extLst>
                  <a:ext uri="{FF2B5EF4-FFF2-40B4-BE49-F238E27FC236}">
                    <a16:creationId xmlns:a16="http://schemas.microsoft.com/office/drawing/2014/main" id="{6D7249A9-0834-4725-B0C6-995486B47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20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8" name="Oval 3471">
                <a:extLst>
                  <a:ext uri="{FF2B5EF4-FFF2-40B4-BE49-F238E27FC236}">
                    <a16:creationId xmlns:a16="http://schemas.microsoft.com/office/drawing/2014/main" id="{8B91484B-1552-4A69-9F68-28747BE91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20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29" name="Oval 3472">
                <a:extLst>
                  <a:ext uri="{FF2B5EF4-FFF2-40B4-BE49-F238E27FC236}">
                    <a16:creationId xmlns:a16="http://schemas.microsoft.com/office/drawing/2014/main" id="{E9401945-CAE4-4A18-A5BC-49C6DAF1F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22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0" name="Oval 3473">
                <a:extLst>
                  <a:ext uri="{FF2B5EF4-FFF2-40B4-BE49-F238E27FC236}">
                    <a16:creationId xmlns:a16="http://schemas.microsoft.com/office/drawing/2014/main" id="{1B4DF66E-3A13-4CF9-934E-80F657D6E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23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1" name="Oval 3474">
                <a:extLst>
                  <a:ext uri="{FF2B5EF4-FFF2-40B4-BE49-F238E27FC236}">
                    <a16:creationId xmlns:a16="http://schemas.microsoft.com/office/drawing/2014/main" id="{B750CC65-4C0D-4D6D-95F7-39FB921F1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21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2" name="Oval 3475">
                <a:extLst>
                  <a:ext uri="{FF2B5EF4-FFF2-40B4-BE49-F238E27FC236}">
                    <a16:creationId xmlns:a16="http://schemas.microsoft.com/office/drawing/2014/main" id="{3AC8B5FB-B5D4-4C1B-93EC-079336C3C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22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3" name="Oval 3476">
                <a:extLst>
                  <a:ext uri="{FF2B5EF4-FFF2-40B4-BE49-F238E27FC236}">
                    <a16:creationId xmlns:a16="http://schemas.microsoft.com/office/drawing/2014/main" id="{2D1513DB-B09D-4CA7-841F-0F7C89EB4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22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4" name="Oval 3477">
                <a:extLst>
                  <a:ext uri="{FF2B5EF4-FFF2-40B4-BE49-F238E27FC236}">
                    <a16:creationId xmlns:a16="http://schemas.microsoft.com/office/drawing/2014/main" id="{39E26F18-6D70-4D44-B1F6-789778C05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22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5" name="Oval 3478">
                <a:extLst>
                  <a:ext uri="{FF2B5EF4-FFF2-40B4-BE49-F238E27FC236}">
                    <a16:creationId xmlns:a16="http://schemas.microsoft.com/office/drawing/2014/main" id="{CADE0F48-86F3-4738-AD0F-FC7E0CB67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24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6" name="Oval 3479">
                <a:extLst>
                  <a:ext uri="{FF2B5EF4-FFF2-40B4-BE49-F238E27FC236}">
                    <a16:creationId xmlns:a16="http://schemas.microsoft.com/office/drawing/2014/main" id="{AFEF4B6A-5484-4C1F-A973-BB2248285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24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7" name="Oval 3480">
                <a:extLst>
                  <a:ext uri="{FF2B5EF4-FFF2-40B4-BE49-F238E27FC236}">
                    <a16:creationId xmlns:a16="http://schemas.microsoft.com/office/drawing/2014/main" id="{2124CF0A-7589-4543-B4F6-E1CD18610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2222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8" name="Oval 3481">
                <a:extLst>
                  <a:ext uri="{FF2B5EF4-FFF2-40B4-BE49-F238E27FC236}">
                    <a16:creationId xmlns:a16="http://schemas.microsoft.com/office/drawing/2014/main" id="{68136012-10A2-4649-9F88-2B7BC9783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21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39" name="Oval 3482">
                <a:extLst>
                  <a:ext uri="{FF2B5EF4-FFF2-40B4-BE49-F238E27FC236}">
                    <a16:creationId xmlns:a16="http://schemas.microsoft.com/office/drawing/2014/main" id="{FCB4E6C5-DC3F-4A17-928A-719716C1B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21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0" name="Oval 3483">
                <a:extLst>
                  <a:ext uri="{FF2B5EF4-FFF2-40B4-BE49-F238E27FC236}">
                    <a16:creationId xmlns:a16="http://schemas.microsoft.com/office/drawing/2014/main" id="{954DB86B-18B0-42CD-B40E-E919EDF16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23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1" name="Oval 3484">
                <a:extLst>
                  <a:ext uri="{FF2B5EF4-FFF2-40B4-BE49-F238E27FC236}">
                    <a16:creationId xmlns:a16="http://schemas.microsoft.com/office/drawing/2014/main" id="{1D0EA708-FDB9-4091-8712-9E3845A1A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23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2" name="Oval 3485">
                <a:extLst>
                  <a:ext uri="{FF2B5EF4-FFF2-40B4-BE49-F238E27FC236}">
                    <a16:creationId xmlns:a16="http://schemas.microsoft.com/office/drawing/2014/main" id="{0C2C6F92-98B0-415F-B892-4C45FFBB2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24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3" name="Oval 3486">
                <a:extLst>
                  <a:ext uri="{FF2B5EF4-FFF2-40B4-BE49-F238E27FC236}">
                    <a16:creationId xmlns:a16="http://schemas.microsoft.com/office/drawing/2014/main" id="{D708D8A5-7722-43B0-9941-76FB7C609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25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4" name="Oval 3487">
                <a:extLst>
                  <a:ext uri="{FF2B5EF4-FFF2-40B4-BE49-F238E27FC236}">
                    <a16:creationId xmlns:a16="http://schemas.microsoft.com/office/drawing/2014/main" id="{CAFB7C68-DE43-4121-AFCF-2E8806CAF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26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5" name="Oval 3488">
                <a:extLst>
                  <a:ext uri="{FF2B5EF4-FFF2-40B4-BE49-F238E27FC236}">
                    <a16:creationId xmlns:a16="http://schemas.microsoft.com/office/drawing/2014/main" id="{D9304C43-4B0E-4BB9-8DB1-C76CB187B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26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6" name="Oval 3489">
                <a:extLst>
                  <a:ext uri="{FF2B5EF4-FFF2-40B4-BE49-F238E27FC236}">
                    <a16:creationId xmlns:a16="http://schemas.microsoft.com/office/drawing/2014/main" id="{AC687ABD-749D-4B39-9CC4-3EB512521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228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7" name="Oval 3490">
                <a:extLst>
                  <a:ext uri="{FF2B5EF4-FFF2-40B4-BE49-F238E27FC236}">
                    <a16:creationId xmlns:a16="http://schemas.microsoft.com/office/drawing/2014/main" id="{6B3B6703-AA5F-41BD-BD7E-295FBA9D7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21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8" name="Oval 3491">
                <a:extLst>
                  <a:ext uri="{FF2B5EF4-FFF2-40B4-BE49-F238E27FC236}">
                    <a16:creationId xmlns:a16="http://schemas.microsoft.com/office/drawing/2014/main" id="{5C156C47-BCA2-4B5D-83D6-5CBABD89E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23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9" name="Oval 3492">
                <a:extLst>
                  <a:ext uri="{FF2B5EF4-FFF2-40B4-BE49-F238E27FC236}">
                    <a16:creationId xmlns:a16="http://schemas.microsoft.com/office/drawing/2014/main" id="{B3CC9567-2134-41AB-B7E6-B9C99EEA8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24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0" name="Oval 3493">
                <a:extLst>
                  <a:ext uri="{FF2B5EF4-FFF2-40B4-BE49-F238E27FC236}">
                    <a16:creationId xmlns:a16="http://schemas.microsoft.com/office/drawing/2014/main" id="{E27E8F0B-122A-40A3-B7D1-C7C8D5F6C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25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1" name="Oval 3494">
                <a:extLst>
                  <a:ext uri="{FF2B5EF4-FFF2-40B4-BE49-F238E27FC236}">
                    <a16:creationId xmlns:a16="http://schemas.microsoft.com/office/drawing/2014/main" id="{B457C802-91FC-40F0-94FB-864E4AD68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25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2" name="Oval 3495">
                <a:extLst>
                  <a:ext uri="{FF2B5EF4-FFF2-40B4-BE49-F238E27FC236}">
                    <a16:creationId xmlns:a16="http://schemas.microsoft.com/office/drawing/2014/main" id="{67502F30-E1DE-489F-BF1E-E342BC0D2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24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3" name="Oval 3496">
                <a:extLst>
                  <a:ext uri="{FF2B5EF4-FFF2-40B4-BE49-F238E27FC236}">
                    <a16:creationId xmlns:a16="http://schemas.microsoft.com/office/drawing/2014/main" id="{096D720F-60A0-4EBB-B9A5-5DBAA2B6B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4" y="223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4" name="Oval 3497">
                <a:extLst>
                  <a:ext uri="{FF2B5EF4-FFF2-40B4-BE49-F238E27FC236}">
                    <a16:creationId xmlns:a16="http://schemas.microsoft.com/office/drawing/2014/main" id="{4141A6CD-1349-4C6B-942C-39F5EFBCC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224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5" name="Oval 3498">
                <a:extLst>
                  <a:ext uri="{FF2B5EF4-FFF2-40B4-BE49-F238E27FC236}">
                    <a16:creationId xmlns:a16="http://schemas.microsoft.com/office/drawing/2014/main" id="{39A602C4-CFE5-4180-AE8E-3E0504A54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24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6" name="Oval 3499">
                <a:extLst>
                  <a:ext uri="{FF2B5EF4-FFF2-40B4-BE49-F238E27FC236}">
                    <a16:creationId xmlns:a16="http://schemas.microsoft.com/office/drawing/2014/main" id="{3DA0F9A6-BDA6-41B4-B04F-F7C36F682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25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7" name="Oval 3500">
                <a:extLst>
                  <a:ext uri="{FF2B5EF4-FFF2-40B4-BE49-F238E27FC236}">
                    <a16:creationId xmlns:a16="http://schemas.microsoft.com/office/drawing/2014/main" id="{4ADE5D33-832F-4185-8DAA-8915D5E32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251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8" name="Oval 3501">
                <a:extLst>
                  <a:ext uri="{FF2B5EF4-FFF2-40B4-BE49-F238E27FC236}">
                    <a16:creationId xmlns:a16="http://schemas.microsoft.com/office/drawing/2014/main" id="{EE664468-28D1-4BAD-A40F-45FFE3357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23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9" name="Oval 3502">
                <a:extLst>
                  <a:ext uri="{FF2B5EF4-FFF2-40B4-BE49-F238E27FC236}">
                    <a16:creationId xmlns:a16="http://schemas.microsoft.com/office/drawing/2014/main" id="{76936940-C6BA-449D-BB41-EC95D67A0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25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0" name="Oval 3503">
                <a:extLst>
                  <a:ext uri="{FF2B5EF4-FFF2-40B4-BE49-F238E27FC236}">
                    <a16:creationId xmlns:a16="http://schemas.microsoft.com/office/drawing/2014/main" id="{02A7CC32-AC67-4417-B6B0-CC3803A61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224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1" name="Oval 3504">
                <a:extLst>
                  <a:ext uri="{FF2B5EF4-FFF2-40B4-BE49-F238E27FC236}">
                    <a16:creationId xmlns:a16="http://schemas.microsoft.com/office/drawing/2014/main" id="{BDC2E775-FFDD-454C-8EB7-52370CE59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2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2" name="Oval 3505">
                <a:extLst>
                  <a:ext uri="{FF2B5EF4-FFF2-40B4-BE49-F238E27FC236}">
                    <a16:creationId xmlns:a16="http://schemas.microsoft.com/office/drawing/2014/main" id="{05DB4627-ECB0-43DE-9264-58BC8A820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262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3" name="Oval 3506">
                <a:extLst>
                  <a:ext uri="{FF2B5EF4-FFF2-40B4-BE49-F238E27FC236}">
                    <a16:creationId xmlns:a16="http://schemas.microsoft.com/office/drawing/2014/main" id="{3D1721CB-3330-4BAE-BDA9-6A488B428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27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4" name="Oval 3507">
                <a:extLst>
                  <a:ext uri="{FF2B5EF4-FFF2-40B4-BE49-F238E27FC236}">
                    <a16:creationId xmlns:a16="http://schemas.microsoft.com/office/drawing/2014/main" id="{FFBE08DA-472B-4A53-946A-98DAD7B1F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227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5" name="Oval 3508">
                <a:extLst>
                  <a:ext uri="{FF2B5EF4-FFF2-40B4-BE49-F238E27FC236}">
                    <a16:creationId xmlns:a16="http://schemas.microsoft.com/office/drawing/2014/main" id="{292CF165-D588-4CD2-ABA4-AE8185C27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25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6" name="Oval 3509">
                <a:extLst>
                  <a:ext uri="{FF2B5EF4-FFF2-40B4-BE49-F238E27FC236}">
                    <a16:creationId xmlns:a16="http://schemas.microsoft.com/office/drawing/2014/main" id="{887B3D8F-9961-4E32-BF44-B20B27088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25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7" name="Oval 3510">
                <a:extLst>
                  <a:ext uri="{FF2B5EF4-FFF2-40B4-BE49-F238E27FC236}">
                    <a16:creationId xmlns:a16="http://schemas.microsoft.com/office/drawing/2014/main" id="{8BA9A352-28CE-4DF9-9633-B1D6FFB3E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26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8" name="Oval 3511">
                <a:extLst>
                  <a:ext uri="{FF2B5EF4-FFF2-40B4-BE49-F238E27FC236}">
                    <a16:creationId xmlns:a16="http://schemas.microsoft.com/office/drawing/2014/main" id="{DBB008AF-1523-4484-A1CB-1268067BE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28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69" name="Oval 3512">
                <a:extLst>
                  <a:ext uri="{FF2B5EF4-FFF2-40B4-BE49-F238E27FC236}">
                    <a16:creationId xmlns:a16="http://schemas.microsoft.com/office/drawing/2014/main" id="{A5C7DF01-BB1F-406A-BBE9-BFC6F3E52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226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0" name="Oval 3513">
                <a:extLst>
                  <a:ext uri="{FF2B5EF4-FFF2-40B4-BE49-F238E27FC236}">
                    <a16:creationId xmlns:a16="http://schemas.microsoft.com/office/drawing/2014/main" id="{BD0D8AEA-37D8-4FE6-A9CD-B65EEE6C8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4" y="231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1" name="Oval 3514">
                <a:extLst>
                  <a:ext uri="{FF2B5EF4-FFF2-40B4-BE49-F238E27FC236}">
                    <a16:creationId xmlns:a16="http://schemas.microsoft.com/office/drawing/2014/main" id="{6C9A981D-C4A2-4A3C-8302-4E926099D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29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2" name="Oval 3515">
                <a:extLst>
                  <a:ext uri="{FF2B5EF4-FFF2-40B4-BE49-F238E27FC236}">
                    <a16:creationId xmlns:a16="http://schemas.microsoft.com/office/drawing/2014/main" id="{E589371B-04CA-4F21-A4FA-30D6FC0FE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228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3" name="Oval 3516">
                <a:extLst>
                  <a:ext uri="{FF2B5EF4-FFF2-40B4-BE49-F238E27FC236}">
                    <a16:creationId xmlns:a16="http://schemas.microsoft.com/office/drawing/2014/main" id="{2CD6839F-27C3-4D26-A408-A47919555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226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4" name="Oval 3517">
                <a:extLst>
                  <a:ext uri="{FF2B5EF4-FFF2-40B4-BE49-F238E27FC236}">
                    <a16:creationId xmlns:a16="http://schemas.microsoft.com/office/drawing/2014/main" id="{8F89792A-79A8-4C55-94C7-7DBA98269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21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5" name="Oval 3518">
                <a:extLst>
                  <a:ext uri="{FF2B5EF4-FFF2-40B4-BE49-F238E27FC236}">
                    <a16:creationId xmlns:a16="http://schemas.microsoft.com/office/drawing/2014/main" id="{5826043D-911C-4E4E-AA7E-F046F92BB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222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6" name="Oval 3519">
                <a:extLst>
                  <a:ext uri="{FF2B5EF4-FFF2-40B4-BE49-F238E27FC236}">
                    <a16:creationId xmlns:a16="http://schemas.microsoft.com/office/drawing/2014/main" id="{7316FA6D-B5F2-4388-B2B8-4948E5A15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220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7" name="Oval 3520">
                <a:extLst>
                  <a:ext uri="{FF2B5EF4-FFF2-40B4-BE49-F238E27FC236}">
                    <a16:creationId xmlns:a16="http://schemas.microsoft.com/office/drawing/2014/main" id="{5D0DA583-022D-4D6C-BE6B-025C25E62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34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8" name="Oval 3521">
                <a:extLst>
                  <a:ext uri="{FF2B5EF4-FFF2-40B4-BE49-F238E27FC236}">
                    <a16:creationId xmlns:a16="http://schemas.microsoft.com/office/drawing/2014/main" id="{7EDF5EAB-29D1-475C-B80C-F1D95CB05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35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9" name="Oval 3522">
                <a:extLst>
                  <a:ext uri="{FF2B5EF4-FFF2-40B4-BE49-F238E27FC236}">
                    <a16:creationId xmlns:a16="http://schemas.microsoft.com/office/drawing/2014/main" id="{85438EA5-A70F-482A-9E09-D2F89EF33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35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0" name="Oval 3523">
                <a:extLst>
                  <a:ext uri="{FF2B5EF4-FFF2-40B4-BE49-F238E27FC236}">
                    <a16:creationId xmlns:a16="http://schemas.microsoft.com/office/drawing/2014/main" id="{1D6BD00B-ABF8-47DD-91B2-7625B8EEC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36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1" name="Oval 3524">
                <a:extLst>
                  <a:ext uri="{FF2B5EF4-FFF2-40B4-BE49-F238E27FC236}">
                    <a16:creationId xmlns:a16="http://schemas.microsoft.com/office/drawing/2014/main" id="{A7673B8C-3A18-47D4-A1DB-C524C7705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37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2" name="Oval 3525">
                <a:extLst>
                  <a:ext uri="{FF2B5EF4-FFF2-40B4-BE49-F238E27FC236}">
                    <a16:creationId xmlns:a16="http://schemas.microsoft.com/office/drawing/2014/main" id="{4BD88BEA-EA5D-40FD-B7FA-DB4F2402A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234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3" name="Oval 3526">
                <a:extLst>
                  <a:ext uri="{FF2B5EF4-FFF2-40B4-BE49-F238E27FC236}">
                    <a16:creationId xmlns:a16="http://schemas.microsoft.com/office/drawing/2014/main" id="{82F18082-74FE-441B-B62C-94ACF71B3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33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4" name="Oval 3527">
                <a:extLst>
                  <a:ext uri="{FF2B5EF4-FFF2-40B4-BE49-F238E27FC236}">
                    <a16:creationId xmlns:a16="http://schemas.microsoft.com/office/drawing/2014/main" id="{60CDEA40-23DE-40AE-AE23-AE7A946D6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4" y="233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5" name="Oval 3528">
                <a:extLst>
                  <a:ext uri="{FF2B5EF4-FFF2-40B4-BE49-F238E27FC236}">
                    <a16:creationId xmlns:a16="http://schemas.microsoft.com/office/drawing/2014/main" id="{35B69E12-FE65-4ACB-97C9-733453A29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33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6" name="Oval 3529">
                <a:extLst>
                  <a:ext uri="{FF2B5EF4-FFF2-40B4-BE49-F238E27FC236}">
                    <a16:creationId xmlns:a16="http://schemas.microsoft.com/office/drawing/2014/main" id="{268D3743-C2D4-4B93-B2B6-FF1E8FEC1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33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7" name="Oval 3530">
                <a:extLst>
                  <a:ext uri="{FF2B5EF4-FFF2-40B4-BE49-F238E27FC236}">
                    <a16:creationId xmlns:a16="http://schemas.microsoft.com/office/drawing/2014/main" id="{C5E25E2F-34F5-48CB-9D4C-939E70FFF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35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8" name="Oval 3531">
                <a:extLst>
                  <a:ext uri="{FF2B5EF4-FFF2-40B4-BE49-F238E27FC236}">
                    <a16:creationId xmlns:a16="http://schemas.microsoft.com/office/drawing/2014/main" id="{CA472ABA-6FEC-4736-BA72-7B0BAB14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232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89" name="Oval 3532">
                <a:extLst>
                  <a:ext uri="{FF2B5EF4-FFF2-40B4-BE49-F238E27FC236}">
                    <a16:creationId xmlns:a16="http://schemas.microsoft.com/office/drawing/2014/main" id="{37D7BD42-FF0C-48EC-B145-D22652B47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234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0" name="Oval 3533">
                <a:extLst>
                  <a:ext uri="{FF2B5EF4-FFF2-40B4-BE49-F238E27FC236}">
                    <a16:creationId xmlns:a16="http://schemas.microsoft.com/office/drawing/2014/main" id="{62DCEB5B-23E7-41C1-8C16-0C306A17F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35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1" name="Oval 3534">
                <a:extLst>
                  <a:ext uri="{FF2B5EF4-FFF2-40B4-BE49-F238E27FC236}">
                    <a16:creationId xmlns:a16="http://schemas.microsoft.com/office/drawing/2014/main" id="{BECCE5BA-2A20-4C12-B6E0-D3A7CE8A2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33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2" name="Oval 3535">
                <a:extLst>
                  <a:ext uri="{FF2B5EF4-FFF2-40B4-BE49-F238E27FC236}">
                    <a16:creationId xmlns:a16="http://schemas.microsoft.com/office/drawing/2014/main" id="{09A963E5-AD0A-4340-AD8B-FD74C060E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347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3" name="Oval 3536">
                <a:extLst>
                  <a:ext uri="{FF2B5EF4-FFF2-40B4-BE49-F238E27FC236}">
                    <a16:creationId xmlns:a16="http://schemas.microsoft.com/office/drawing/2014/main" id="{ACF6C646-A816-476B-AC25-FA6375EC6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345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4" name="Oval 3537">
                <a:extLst>
                  <a:ext uri="{FF2B5EF4-FFF2-40B4-BE49-F238E27FC236}">
                    <a16:creationId xmlns:a16="http://schemas.microsoft.com/office/drawing/2014/main" id="{D346D71E-F45A-4ABB-9862-E4F908459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235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5" name="Oval 3538">
                <a:extLst>
                  <a:ext uri="{FF2B5EF4-FFF2-40B4-BE49-F238E27FC236}">
                    <a16:creationId xmlns:a16="http://schemas.microsoft.com/office/drawing/2014/main" id="{0833D985-8BDE-4993-AED8-694EC1816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36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6" name="Oval 3539">
                <a:extLst>
                  <a:ext uri="{FF2B5EF4-FFF2-40B4-BE49-F238E27FC236}">
                    <a16:creationId xmlns:a16="http://schemas.microsoft.com/office/drawing/2014/main" id="{1715477A-0123-42FC-A349-62033F8DE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34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7" name="Oval 3540">
                <a:extLst>
                  <a:ext uri="{FF2B5EF4-FFF2-40B4-BE49-F238E27FC236}">
                    <a16:creationId xmlns:a16="http://schemas.microsoft.com/office/drawing/2014/main" id="{7ABB3859-5BD8-4250-A18E-D5EADF445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33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8" name="Oval 3541">
                <a:extLst>
                  <a:ext uri="{FF2B5EF4-FFF2-40B4-BE49-F238E27FC236}">
                    <a16:creationId xmlns:a16="http://schemas.microsoft.com/office/drawing/2014/main" id="{3126FD56-AF13-4189-BDE7-795B53278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33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99" name="Oval 3542">
                <a:extLst>
                  <a:ext uri="{FF2B5EF4-FFF2-40B4-BE49-F238E27FC236}">
                    <a16:creationId xmlns:a16="http://schemas.microsoft.com/office/drawing/2014/main" id="{F65C5D14-24EE-48A6-A4E1-39D87CE78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34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0" name="Oval 3543">
                <a:extLst>
                  <a:ext uri="{FF2B5EF4-FFF2-40B4-BE49-F238E27FC236}">
                    <a16:creationId xmlns:a16="http://schemas.microsoft.com/office/drawing/2014/main" id="{A10A02BA-CE3A-4E79-97C0-7154A6F0E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35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1" name="Oval 3544">
                <a:extLst>
                  <a:ext uri="{FF2B5EF4-FFF2-40B4-BE49-F238E27FC236}">
                    <a16:creationId xmlns:a16="http://schemas.microsoft.com/office/drawing/2014/main" id="{444DB43A-6328-4D0F-A31F-FE207B2B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235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2" name="Oval 3545">
                <a:extLst>
                  <a:ext uri="{FF2B5EF4-FFF2-40B4-BE49-F238E27FC236}">
                    <a16:creationId xmlns:a16="http://schemas.microsoft.com/office/drawing/2014/main" id="{715B0C38-6C4A-425D-BA23-52EC96F14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36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3" name="Oval 3546">
                <a:extLst>
                  <a:ext uri="{FF2B5EF4-FFF2-40B4-BE49-F238E27FC236}">
                    <a16:creationId xmlns:a16="http://schemas.microsoft.com/office/drawing/2014/main" id="{A0E4C5B4-6149-443A-9D77-157E9595A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37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4" name="Oval 3547">
                <a:extLst>
                  <a:ext uri="{FF2B5EF4-FFF2-40B4-BE49-F238E27FC236}">
                    <a16:creationId xmlns:a16="http://schemas.microsoft.com/office/drawing/2014/main" id="{BFBA97C4-329D-4AFB-9337-C2526137F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3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5" name="Oval 3548">
                <a:extLst>
                  <a:ext uri="{FF2B5EF4-FFF2-40B4-BE49-F238E27FC236}">
                    <a16:creationId xmlns:a16="http://schemas.microsoft.com/office/drawing/2014/main" id="{0C0D3C60-E59C-4C22-B6FD-2D9CCAA89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35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6" name="Oval 3549">
                <a:extLst>
                  <a:ext uri="{FF2B5EF4-FFF2-40B4-BE49-F238E27FC236}">
                    <a16:creationId xmlns:a16="http://schemas.microsoft.com/office/drawing/2014/main" id="{BD8BBC41-35F7-4163-B5F4-8254E61FF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36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7" name="Oval 3550">
                <a:extLst>
                  <a:ext uri="{FF2B5EF4-FFF2-40B4-BE49-F238E27FC236}">
                    <a16:creationId xmlns:a16="http://schemas.microsoft.com/office/drawing/2014/main" id="{F3508A72-0A70-4E66-9CB1-77E8B4C1C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37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8" name="Oval 3551">
                <a:extLst>
                  <a:ext uri="{FF2B5EF4-FFF2-40B4-BE49-F238E27FC236}">
                    <a16:creationId xmlns:a16="http://schemas.microsoft.com/office/drawing/2014/main" id="{7EA76665-E8F9-44D8-BE61-F1BC0AC84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43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09" name="Oval 3552">
                <a:extLst>
                  <a:ext uri="{FF2B5EF4-FFF2-40B4-BE49-F238E27FC236}">
                    <a16:creationId xmlns:a16="http://schemas.microsoft.com/office/drawing/2014/main" id="{B8894B03-0E58-495A-8324-BAB857FF3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40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0" name="Oval 3553">
                <a:extLst>
                  <a:ext uri="{FF2B5EF4-FFF2-40B4-BE49-F238E27FC236}">
                    <a16:creationId xmlns:a16="http://schemas.microsoft.com/office/drawing/2014/main" id="{584697B7-E68B-4389-B37F-6D5C57402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40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1" name="Oval 3554">
                <a:extLst>
                  <a:ext uri="{FF2B5EF4-FFF2-40B4-BE49-F238E27FC236}">
                    <a16:creationId xmlns:a16="http://schemas.microsoft.com/office/drawing/2014/main" id="{898B850D-0298-45D3-89B2-513D4CCAD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41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2" name="Oval 3555">
                <a:extLst>
                  <a:ext uri="{FF2B5EF4-FFF2-40B4-BE49-F238E27FC236}">
                    <a16:creationId xmlns:a16="http://schemas.microsoft.com/office/drawing/2014/main" id="{A8323CCA-0CBC-4A41-B2A6-9A52EAB98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41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3" name="Oval 3556">
                <a:extLst>
                  <a:ext uri="{FF2B5EF4-FFF2-40B4-BE49-F238E27FC236}">
                    <a16:creationId xmlns:a16="http://schemas.microsoft.com/office/drawing/2014/main" id="{C30F16EA-5FCD-4717-BDE7-EF6DE426B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40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4" name="Oval 3557">
                <a:extLst>
                  <a:ext uri="{FF2B5EF4-FFF2-40B4-BE49-F238E27FC236}">
                    <a16:creationId xmlns:a16="http://schemas.microsoft.com/office/drawing/2014/main" id="{668A0607-6D77-474A-B73D-6797B37AE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44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5" name="Oval 3558">
                <a:extLst>
                  <a:ext uri="{FF2B5EF4-FFF2-40B4-BE49-F238E27FC236}">
                    <a16:creationId xmlns:a16="http://schemas.microsoft.com/office/drawing/2014/main" id="{AA2331DC-E838-4E58-B1FB-E7E439934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43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6" name="Oval 3559">
                <a:extLst>
                  <a:ext uri="{FF2B5EF4-FFF2-40B4-BE49-F238E27FC236}">
                    <a16:creationId xmlns:a16="http://schemas.microsoft.com/office/drawing/2014/main" id="{920BE8FD-BB2C-4619-86C4-660693B0B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42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7" name="Oval 3560">
                <a:extLst>
                  <a:ext uri="{FF2B5EF4-FFF2-40B4-BE49-F238E27FC236}">
                    <a16:creationId xmlns:a16="http://schemas.microsoft.com/office/drawing/2014/main" id="{1A34E767-8F4D-40F7-8028-4E2C67A59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41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8" name="Oval 3561">
                <a:extLst>
                  <a:ext uri="{FF2B5EF4-FFF2-40B4-BE49-F238E27FC236}">
                    <a16:creationId xmlns:a16="http://schemas.microsoft.com/office/drawing/2014/main" id="{39218CBC-7C8F-4B63-BA7D-D9196B10C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4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9" name="Oval 3562">
                <a:extLst>
                  <a:ext uri="{FF2B5EF4-FFF2-40B4-BE49-F238E27FC236}">
                    <a16:creationId xmlns:a16="http://schemas.microsoft.com/office/drawing/2014/main" id="{C2260DFB-FBDD-4AD2-B797-760021F9F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42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0" name="Group 3563">
              <a:extLst>
                <a:ext uri="{FF2B5EF4-FFF2-40B4-BE49-F238E27FC236}">
                  <a16:creationId xmlns:a16="http://schemas.microsoft.com/office/drawing/2014/main" id="{A5DE48D3-AC8A-4AAA-934F-40E15FA988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9" y="1833"/>
              <a:ext cx="692" cy="626"/>
              <a:chOff x="4259" y="1833"/>
              <a:chExt cx="692" cy="626"/>
            </a:xfrm>
          </p:grpSpPr>
          <p:sp>
            <p:nvSpPr>
              <p:cNvPr id="61620" name="Oval 3564">
                <a:extLst>
                  <a:ext uri="{FF2B5EF4-FFF2-40B4-BE49-F238E27FC236}">
                    <a16:creationId xmlns:a16="http://schemas.microsoft.com/office/drawing/2014/main" id="{BB023656-9EF1-46E5-80CC-5E26DE61F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43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21" name="Oval 3565">
                <a:extLst>
                  <a:ext uri="{FF2B5EF4-FFF2-40B4-BE49-F238E27FC236}">
                    <a16:creationId xmlns:a16="http://schemas.microsoft.com/office/drawing/2014/main" id="{3BE849D1-50AB-4840-9C29-CCB39CF7D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44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22" name="Oval 3566">
                <a:extLst>
                  <a:ext uri="{FF2B5EF4-FFF2-40B4-BE49-F238E27FC236}">
                    <a16:creationId xmlns:a16="http://schemas.microsoft.com/office/drawing/2014/main" id="{935FBD58-D89D-44B2-A3A0-9337538E4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45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23" name="Oval 3567">
                <a:extLst>
                  <a:ext uri="{FF2B5EF4-FFF2-40B4-BE49-F238E27FC236}">
                    <a16:creationId xmlns:a16="http://schemas.microsoft.com/office/drawing/2014/main" id="{EBB109C9-0F93-461C-93D2-DD29E54DB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44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24" name="Oval 3568">
                <a:extLst>
                  <a:ext uri="{FF2B5EF4-FFF2-40B4-BE49-F238E27FC236}">
                    <a16:creationId xmlns:a16="http://schemas.microsoft.com/office/drawing/2014/main" id="{5F48E1A4-6FD9-4128-8F94-7DEA7B1D1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39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25" name="Oval 3569">
                <a:extLst>
                  <a:ext uri="{FF2B5EF4-FFF2-40B4-BE49-F238E27FC236}">
                    <a16:creationId xmlns:a16="http://schemas.microsoft.com/office/drawing/2014/main" id="{E7DAC49D-AC4B-43D4-93E5-26C4A19B1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40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26" name="Oval 3570">
                <a:extLst>
                  <a:ext uri="{FF2B5EF4-FFF2-40B4-BE49-F238E27FC236}">
                    <a16:creationId xmlns:a16="http://schemas.microsoft.com/office/drawing/2014/main" id="{E37DF637-5CD1-4C96-ABF2-D9C70C756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39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27" name="Oval 3571">
                <a:extLst>
                  <a:ext uri="{FF2B5EF4-FFF2-40B4-BE49-F238E27FC236}">
                    <a16:creationId xmlns:a16="http://schemas.microsoft.com/office/drawing/2014/main" id="{F98B942F-E771-4954-9F0C-07607361B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38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28" name="Oval 3572">
                <a:extLst>
                  <a:ext uri="{FF2B5EF4-FFF2-40B4-BE49-F238E27FC236}">
                    <a16:creationId xmlns:a16="http://schemas.microsoft.com/office/drawing/2014/main" id="{CCA8B493-9AA9-4CF6-BE53-51E51D676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37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29" name="Oval 3573">
                <a:extLst>
                  <a:ext uri="{FF2B5EF4-FFF2-40B4-BE49-F238E27FC236}">
                    <a16:creationId xmlns:a16="http://schemas.microsoft.com/office/drawing/2014/main" id="{D94D0277-387F-435C-87CE-ABBECC328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37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0" name="Oval 3574">
                <a:extLst>
                  <a:ext uri="{FF2B5EF4-FFF2-40B4-BE49-F238E27FC236}">
                    <a16:creationId xmlns:a16="http://schemas.microsoft.com/office/drawing/2014/main" id="{C6B87FCF-CA49-4970-8351-D07C2CE7E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39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1" name="Oval 3575">
                <a:extLst>
                  <a:ext uri="{FF2B5EF4-FFF2-40B4-BE49-F238E27FC236}">
                    <a16:creationId xmlns:a16="http://schemas.microsoft.com/office/drawing/2014/main" id="{7A294CE4-14C8-4E7A-8922-72A436743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240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2" name="Oval 3576">
                <a:extLst>
                  <a:ext uri="{FF2B5EF4-FFF2-40B4-BE49-F238E27FC236}">
                    <a16:creationId xmlns:a16="http://schemas.microsoft.com/office/drawing/2014/main" id="{44E26CD8-8C74-4950-865E-A4DE67B8F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240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3" name="Oval 3577">
                <a:extLst>
                  <a:ext uri="{FF2B5EF4-FFF2-40B4-BE49-F238E27FC236}">
                    <a16:creationId xmlns:a16="http://schemas.microsoft.com/office/drawing/2014/main" id="{9F19D1E1-FD42-4AE2-AA8B-AC9F52B54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41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4" name="Oval 3578">
                <a:extLst>
                  <a:ext uri="{FF2B5EF4-FFF2-40B4-BE49-F238E27FC236}">
                    <a16:creationId xmlns:a16="http://schemas.microsoft.com/office/drawing/2014/main" id="{52D8BDAC-5A3C-4F28-8745-6CC861A97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40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5" name="Oval 3579">
                <a:extLst>
                  <a:ext uri="{FF2B5EF4-FFF2-40B4-BE49-F238E27FC236}">
                    <a16:creationId xmlns:a16="http://schemas.microsoft.com/office/drawing/2014/main" id="{482787C8-A174-46F7-952C-01569B3D5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40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6" name="Oval 3580">
                <a:extLst>
                  <a:ext uri="{FF2B5EF4-FFF2-40B4-BE49-F238E27FC236}">
                    <a16:creationId xmlns:a16="http://schemas.microsoft.com/office/drawing/2014/main" id="{1D733CEF-A1BF-41C2-9F61-EF1A7375D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4" y="241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7" name="Oval 3581">
                <a:extLst>
                  <a:ext uri="{FF2B5EF4-FFF2-40B4-BE49-F238E27FC236}">
                    <a16:creationId xmlns:a16="http://schemas.microsoft.com/office/drawing/2014/main" id="{04475106-A20D-4650-BA83-DCFCB91EE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42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8" name="Oval 3582">
                <a:extLst>
                  <a:ext uri="{FF2B5EF4-FFF2-40B4-BE49-F238E27FC236}">
                    <a16:creationId xmlns:a16="http://schemas.microsoft.com/office/drawing/2014/main" id="{442598FF-7A36-463C-A1BD-132C0756A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40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39" name="Oval 3583">
                <a:extLst>
                  <a:ext uri="{FF2B5EF4-FFF2-40B4-BE49-F238E27FC236}">
                    <a16:creationId xmlns:a16="http://schemas.microsoft.com/office/drawing/2014/main" id="{2FC4DCBA-E49D-41B6-9A02-2BA5A2A08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41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0" name="Oval 3584">
                <a:extLst>
                  <a:ext uri="{FF2B5EF4-FFF2-40B4-BE49-F238E27FC236}">
                    <a16:creationId xmlns:a16="http://schemas.microsoft.com/office/drawing/2014/main" id="{A6992D0D-C6CD-4B76-88DB-507378BDA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9" y="242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1" name="Oval 3585">
                <a:extLst>
                  <a:ext uri="{FF2B5EF4-FFF2-40B4-BE49-F238E27FC236}">
                    <a16:creationId xmlns:a16="http://schemas.microsoft.com/office/drawing/2014/main" id="{AADF043E-8688-430A-A7C8-B080657B7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42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2" name="Oval 3586">
                <a:extLst>
                  <a:ext uri="{FF2B5EF4-FFF2-40B4-BE49-F238E27FC236}">
                    <a16:creationId xmlns:a16="http://schemas.microsoft.com/office/drawing/2014/main" id="{8A3ED58F-919B-4923-918E-DA193C5B4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43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3" name="Oval 3587">
                <a:extLst>
                  <a:ext uri="{FF2B5EF4-FFF2-40B4-BE49-F238E27FC236}">
                    <a16:creationId xmlns:a16="http://schemas.microsoft.com/office/drawing/2014/main" id="{87F3C8C3-CF99-40F4-A921-AB89EA984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185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4" name="Oval 3588">
                <a:extLst>
                  <a:ext uri="{FF2B5EF4-FFF2-40B4-BE49-F238E27FC236}">
                    <a16:creationId xmlns:a16="http://schemas.microsoft.com/office/drawing/2014/main" id="{01A20572-E8FE-4EDF-9B75-22C4F1EC4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186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5" name="Oval 3589">
                <a:extLst>
                  <a:ext uri="{FF2B5EF4-FFF2-40B4-BE49-F238E27FC236}">
                    <a16:creationId xmlns:a16="http://schemas.microsoft.com/office/drawing/2014/main" id="{DCBC415E-19D4-41EE-AD6A-5B849F8FE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185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6" name="Oval 3590">
                <a:extLst>
                  <a:ext uri="{FF2B5EF4-FFF2-40B4-BE49-F238E27FC236}">
                    <a16:creationId xmlns:a16="http://schemas.microsoft.com/office/drawing/2014/main" id="{1A809740-5B51-4F2A-80D3-CC482F6CE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187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7" name="Oval 3591">
                <a:extLst>
                  <a:ext uri="{FF2B5EF4-FFF2-40B4-BE49-F238E27FC236}">
                    <a16:creationId xmlns:a16="http://schemas.microsoft.com/office/drawing/2014/main" id="{70D3562E-1359-41DC-A3A2-C1C17A1A4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88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8" name="Oval 3592">
                <a:extLst>
                  <a:ext uri="{FF2B5EF4-FFF2-40B4-BE49-F238E27FC236}">
                    <a16:creationId xmlns:a16="http://schemas.microsoft.com/office/drawing/2014/main" id="{AB90310F-7BC8-4575-B11E-E424B50D6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85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49" name="Oval 3593">
                <a:extLst>
                  <a:ext uri="{FF2B5EF4-FFF2-40B4-BE49-F238E27FC236}">
                    <a16:creationId xmlns:a16="http://schemas.microsoft.com/office/drawing/2014/main" id="{0BBDEFD7-1E92-4743-B1D9-E0DB61FA8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184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0" name="Oval 3594">
                <a:extLst>
                  <a:ext uri="{FF2B5EF4-FFF2-40B4-BE49-F238E27FC236}">
                    <a16:creationId xmlns:a16="http://schemas.microsoft.com/office/drawing/2014/main" id="{EEC2C75A-264C-4A27-9B5A-564ED2080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184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1" name="Oval 3595">
                <a:extLst>
                  <a:ext uri="{FF2B5EF4-FFF2-40B4-BE49-F238E27FC236}">
                    <a16:creationId xmlns:a16="http://schemas.microsoft.com/office/drawing/2014/main" id="{34BBB587-29B5-4CBA-8640-0F6169730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1846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2" name="Oval 3596">
                <a:extLst>
                  <a:ext uri="{FF2B5EF4-FFF2-40B4-BE49-F238E27FC236}">
                    <a16:creationId xmlns:a16="http://schemas.microsoft.com/office/drawing/2014/main" id="{43E414D2-3471-4776-ADAE-84059A514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183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3" name="Oval 3597">
                <a:extLst>
                  <a:ext uri="{FF2B5EF4-FFF2-40B4-BE49-F238E27FC236}">
                    <a16:creationId xmlns:a16="http://schemas.microsoft.com/office/drawing/2014/main" id="{E6D71CA8-2609-4E50-95E4-E56071423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185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4" name="Oval 3598">
                <a:extLst>
                  <a:ext uri="{FF2B5EF4-FFF2-40B4-BE49-F238E27FC236}">
                    <a16:creationId xmlns:a16="http://schemas.microsoft.com/office/drawing/2014/main" id="{71332389-6DC5-40E0-9D79-86E86E173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183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5" name="Oval 3599">
                <a:extLst>
                  <a:ext uri="{FF2B5EF4-FFF2-40B4-BE49-F238E27FC236}">
                    <a16:creationId xmlns:a16="http://schemas.microsoft.com/office/drawing/2014/main" id="{E12E452E-73AA-44B1-956A-062F752AD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185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6" name="Oval 3600">
                <a:extLst>
                  <a:ext uri="{FF2B5EF4-FFF2-40B4-BE49-F238E27FC236}">
                    <a16:creationId xmlns:a16="http://schemas.microsoft.com/office/drawing/2014/main" id="{301C47E7-8DD7-40DD-BC41-34F374752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186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7" name="Oval 3601">
                <a:extLst>
                  <a:ext uri="{FF2B5EF4-FFF2-40B4-BE49-F238E27FC236}">
                    <a16:creationId xmlns:a16="http://schemas.microsoft.com/office/drawing/2014/main" id="{3987EC1B-C0F9-4F73-B63F-8E1143FB9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8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8" name="Oval 3602">
                <a:extLst>
                  <a:ext uri="{FF2B5EF4-FFF2-40B4-BE49-F238E27FC236}">
                    <a16:creationId xmlns:a16="http://schemas.microsoft.com/office/drawing/2014/main" id="{C81C5A52-3CDB-4BBE-BECD-BC34304B1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85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9" name="Oval 3603">
                <a:extLst>
                  <a:ext uri="{FF2B5EF4-FFF2-40B4-BE49-F238E27FC236}">
                    <a16:creationId xmlns:a16="http://schemas.microsoft.com/office/drawing/2014/main" id="{E78C9474-EEFE-4C75-A840-A76E087B0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85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0" name="Oval 3604">
                <a:extLst>
                  <a:ext uri="{FF2B5EF4-FFF2-40B4-BE49-F238E27FC236}">
                    <a16:creationId xmlns:a16="http://schemas.microsoft.com/office/drawing/2014/main" id="{238A4FDC-93C9-45F6-ABBE-3E7F46168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185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1" name="Oval 3605">
                <a:extLst>
                  <a:ext uri="{FF2B5EF4-FFF2-40B4-BE49-F238E27FC236}">
                    <a16:creationId xmlns:a16="http://schemas.microsoft.com/office/drawing/2014/main" id="{B58142EE-9D0E-4CB8-8621-502ABE481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87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2" name="Oval 3606">
                <a:extLst>
                  <a:ext uri="{FF2B5EF4-FFF2-40B4-BE49-F238E27FC236}">
                    <a16:creationId xmlns:a16="http://schemas.microsoft.com/office/drawing/2014/main" id="{5877EEC6-4CC4-4C63-8880-BD8F9FD61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88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3" name="Oval 3607">
                <a:extLst>
                  <a:ext uri="{FF2B5EF4-FFF2-40B4-BE49-F238E27FC236}">
                    <a16:creationId xmlns:a16="http://schemas.microsoft.com/office/drawing/2014/main" id="{6979E17F-6823-49B7-8806-191A27D15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89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4" name="Oval 3608">
                <a:extLst>
                  <a:ext uri="{FF2B5EF4-FFF2-40B4-BE49-F238E27FC236}">
                    <a16:creationId xmlns:a16="http://schemas.microsoft.com/office/drawing/2014/main" id="{E0057BE6-25D6-49D9-BF39-DE589D247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187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5" name="Oval 3609">
                <a:extLst>
                  <a:ext uri="{FF2B5EF4-FFF2-40B4-BE49-F238E27FC236}">
                    <a16:creationId xmlns:a16="http://schemas.microsoft.com/office/drawing/2014/main" id="{ED988A20-83D7-491A-8929-2F79A0E95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86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6" name="Oval 3610">
                <a:extLst>
                  <a:ext uri="{FF2B5EF4-FFF2-40B4-BE49-F238E27FC236}">
                    <a16:creationId xmlns:a16="http://schemas.microsoft.com/office/drawing/2014/main" id="{909DA38A-AACA-4B92-A11B-174B0C63C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187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7" name="Oval 3611">
                <a:extLst>
                  <a:ext uri="{FF2B5EF4-FFF2-40B4-BE49-F238E27FC236}">
                    <a16:creationId xmlns:a16="http://schemas.microsoft.com/office/drawing/2014/main" id="{86263E13-DA98-4BEE-B225-95783875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187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8" name="Oval 3612">
                <a:extLst>
                  <a:ext uri="{FF2B5EF4-FFF2-40B4-BE49-F238E27FC236}">
                    <a16:creationId xmlns:a16="http://schemas.microsoft.com/office/drawing/2014/main" id="{EE927468-B1DC-4FBB-A7F0-9813AE86E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190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69" name="Oval 3613">
                <a:extLst>
                  <a:ext uri="{FF2B5EF4-FFF2-40B4-BE49-F238E27FC236}">
                    <a16:creationId xmlns:a16="http://schemas.microsoft.com/office/drawing/2014/main" id="{50DADE32-D547-436A-AFA0-16F04F7D1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185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0" name="Oval 3614">
                <a:extLst>
                  <a:ext uri="{FF2B5EF4-FFF2-40B4-BE49-F238E27FC236}">
                    <a16:creationId xmlns:a16="http://schemas.microsoft.com/office/drawing/2014/main" id="{1059DDB3-F2EA-41C7-8C0A-D7A81CFC5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184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1" name="Oval 3615">
                <a:extLst>
                  <a:ext uri="{FF2B5EF4-FFF2-40B4-BE49-F238E27FC236}">
                    <a16:creationId xmlns:a16="http://schemas.microsoft.com/office/drawing/2014/main" id="{8C31AAF8-3140-48FF-9580-00AD52CA4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183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2" name="Oval 3616">
                <a:extLst>
                  <a:ext uri="{FF2B5EF4-FFF2-40B4-BE49-F238E27FC236}">
                    <a16:creationId xmlns:a16="http://schemas.microsoft.com/office/drawing/2014/main" id="{ECDD6FAA-583A-490F-9A4A-B0E82C037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18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3" name="Oval 3617">
                <a:extLst>
                  <a:ext uri="{FF2B5EF4-FFF2-40B4-BE49-F238E27FC236}">
                    <a16:creationId xmlns:a16="http://schemas.microsoft.com/office/drawing/2014/main" id="{929FDC9C-8B5A-4521-9FAC-A1C01FA6C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18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4" name="Oval 3618">
                <a:extLst>
                  <a:ext uri="{FF2B5EF4-FFF2-40B4-BE49-F238E27FC236}">
                    <a16:creationId xmlns:a16="http://schemas.microsoft.com/office/drawing/2014/main" id="{7942AE4C-B52B-444E-8E88-2620BE7CC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187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5" name="Oval 3619">
                <a:extLst>
                  <a:ext uri="{FF2B5EF4-FFF2-40B4-BE49-F238E27FC236}">
                    <a16:creationId xmlns:a16="http://schemas.microsoft.com/office/drawing/2014/main" id="{FCA340F0-7219-48F2-993D-88A2F7145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6" y="189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6" name="Oval 3620">
                <a:extLst>
                  <a:ext uri="{FF2B5EF4-FFF2-40B4-BE49-F238E27FC236}">
                    <a16:creationId xmlns:a16="http://schemas.microsoft.com/office/drawing/2014/main" id="{44DFD0A5-294D-4A42-970D-15A00D365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188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7" name="Oval 3621">
                <a:extLst>
                  <a:ext uri="{FF2B5EF4-FFF2-40B4-BE49-F238E27FC236}">
                    <a16:creationId xmlns:a16="http://schemas.microsoft.com/office/drawing/2014/main" id="{1C1E72D3-F7FB-4AC7-9A32-4F4777FB9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8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8" name="Oval 3622">
                <a:extLst>
                  <a:ext uri="{FF2B5EF4-FFF2-40B4-BE49-F238E27FC236}">
                    <a16:creationId xmlns:a16="http://schemas.microsoft.com/office/drawing/2014/main" id="{F2319588-206C-458A-B0BF-E87BDFACA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18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9" name="Oval 3623">
                <a:extLst>
                  <a:ext uri="{FF2B5EF4-FFF2-40B4-BE49-F238E27FC236}">
                    <a16:creationId xmlns:a16="http://schemas.microsoft.com/office/drawing/2014/main" id="{AAA03228-DFA0-48A3-9DD9-2989CB879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187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0" name="Oval 3624">
                <a:extLst>
                  <a:ext uri="{FF2B5EF4-FFF2-40B4-BE49-F238E27FC236}">
                    <a16:creationId xmlns:a16="http://schemas.microsoft.com/office/drawing/2014/main" id="{DDC2A405-C73B-443B-9A87-7A63DF71C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188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1" name="Oval 3625">
                <a:extLst>
                  <a:ext uri="{FF2B5EF4-FFF2-40B4-BE49-F238E27FC236}">
                    <a16:creationId xmlns:a16="http://schemas.microsoft.com/office/drawing/2014/main" id="{CCAB5761-F57B-4555-BF18-1A2675179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188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2" name="Oval 3626">
                <a:extLst>
                  <a:ext uri="{FF2B5EF4-FFF2-40B4-BE49-F238E27FC236}">
                    <a16:creationId xmlns:a16="http://schemas.microsoft.com/office/drawing/2014/main" id="{D3408770-F37E-483E-BA47-39934FB4B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88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3" name="Oval 3627">
                <a:extLst>
                  <a:ext uri="{FF2B5EF4-FFF2-40B4-BE49-F238E27FC236}">
                    <a16:creationId xmlns:a16="http://schemas.microsoft.com/office/drawing/2014/main" id="{3B4E3158-639A-4CCB-8A1C-12DBB5C85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86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4" name="Oval 3628">
                <a:extLst>
                  <a:ext uri="{FF2B5EF4-FFF2-40B4-BE49-F238E27FC236}">
                    <a16:creationId xmlns:a16="http://schemas.microsoft.com/office/drawing/2014/main" id="{DF7259F7-109E-41DA-A83F-672A7CE1F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6" y="190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5" name="Oval 3629">
                <a:extLst>
                  <a:ext uri="{FF2B5EF4-FFF2-40B4-BE49-F238E27FC236}">
                    <a16:creationId xmlns:a16="http://schemas.microsoft.com/office/drawing/2014/main" id="{78C8AEEA-0276-4FFB-8219-FDED6AFAF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194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6" name="Oval 3630">
                <a:extLst>
                  <a:ext uri="{FF2B5EF4-FFF2-40B4-BE49-F238E27FC236}">
                    <a16:creationId xmlns:a16="http://schemas.microsoft.com/office/drawing/2014/main" id="{AD26471D-C34B-4814-878C-7A5927844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89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7" name="Oval 3631">
                <a:extLst>
                  <a:ext uri="{FF2B5EF4-FFF2-40B4-BE49-F238E27FC236}">
                    <a16:creationId xmlns:a16="http://schemas.microsoft.com/office/drawing/2014/main" id="{C134A65D-9CEE-4631-83D1-72145EEE5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88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8" name="Oval 3632">
                <a:extLst>
                  <a:ext uri="{FF2B5EF4-FFF2-40B4-BE49-F238E27FC236}">
                    <a16:creationId xmlns:a16="http://schemas.microsoft.com/office/drawing/2014/main" id="{92F7FB9F-E450-4864-A0D2-0EFBAB309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8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9" name="Oval 3633">
                <a:extLst>
                  <a:ext uri="{FF2B5EF4-FFF2-40B4-BE49-F238E27FC236}">
                    <a16:creationId xmlns:a16="http://schemas.microsoft.com/office/drawing/2014/main" id="{7711F725-408E-4C50-ABBC-51978FBC5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186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0" name="Oval 3634">
                <a:extLst>
                  <a:ext uri="{FF2B5EF4-FFF2-40B4-BE49-F238E27FC236}">
                    <a16:creationId xmlns:a16="http://schemas.microsoft.com/office/drawing/2014/main" id="{A6C6AD51-4E70-4F5F-9639-FCE503CEB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191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1" name="Oval 3635">
                <a:extLst>
                  <a:ext uri="{FF2B5EF4-FFF2-40B4-BE49-F238E27FC236}">
                    <a16:creationId xmlns:a16="http://schemas.microsoft.com/office/drawing/2014/main" id="{A93836E4-AD2C-47D6-9FBC-BA6EC755D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192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2" name="Oval 3636">
                <a:extLst>
                  <a:ext uri="{FF2B5EF4-FFF2-40B4-BE49-F238E27FC236}">
                    <a16:creationId xmlns:a16="http://schemas.microsoft.com/office/drawing/2014/main" id="{B6BCB5E3-E90B-498F-B296-ECB98FB58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191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3" name="Oval 3637">
                <a:extLst>
                  <a:ext uri="{FF2B5EF4-FFF2-40B4-BE49-F238E27FC236}">
                    <a16:creationId xmlns:a16="http://schemas.microsoft.com/office/drawing/2014/main" id="{BCA3B7F0-EA8A-49B5-9D62-B7336B4BC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193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4" name="Oval 3638">
                <a:extLst>
                  <a:ext uri="{FF2B5EF4-FFF2-40B4-BE49-F238E27FC236}">
                    <a16:creationId xmlns:a16="http://schemas.microsoft.com/office/drawing/2014/main" id="{49B4895A-F21D-44A2-B919-3DD3E582F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93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5" name="Oval 3639">
                <a:extLst>
                  <a:ext uri="{FF2B5EF4-FFF2-40B4-BE49-F238E27FC236}">
                    <a16:creationId xmlns:a16="http://schemas.microsoft.com/office/drawing/2014/main" id="{B5FB759E-E673-4361-ACFE-D9415BD49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91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6" name="Oval 3640">
                <a:extLst>
                  <a:ext uri="{FF2B5EF4-FFF2-40B4-BE49-F238E27FC236}">
                    <a16:creationId xmlns:a16="http://schemas.microsoft.com/office/drawing/2014/main" id="{E8FA09B8-29AD-467A-BC1C-FF42C5DCC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89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7" name="Oval 3641">
                <a:extLst>
                  <a:ext uri="{FF2B5EF4-FFF2-40B4-BE49-F238E27FC236}">
                    <a16:creationId xmlns:a16="http://schemas.microsoft.com/office/drawing/2014/main" id="{AB883814-8ABE-4743-8E58-2368D4FC7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90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8" name="Oval 3642">
                <a:extLst>
                  <a:ext uri="{FF2B5EF4-FFF2-40B4-BE49-F238E27FC236}">
                    <a16:creationId xmlns:a16="http://schemas.microsoft.com/office/drawing/2014/main" id="{88EF4C93-03C6-4B9D-A938-AD9BCCD65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190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9" name="Oval 3643">
                <a:extLst>
                  <a:ext uri="{FF2B5EF4-FFF2-40B4-BE49-F238E27FC236}">
                    <a16:creationId xmlns:a16="http://schemas.microsoft.com/office/drawing/2014/main" id="{EDD1AF8A-F4CE-4D52-98A4-ABAD21D2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189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0" name="Oval 3644">
                <a:extLst>
                  <a:ext uri="{FF2B5EF4-FFF2-40B4-BE49-F238E27FC236}">
                    <a16:creationId xmlns:a16="http://schemas.microsoft.com/office/drawing/2014/main" id="{BE2ACC07-D1CC-4860-ABE7-180DE7DEF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191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1" name="Oval 3645">
                <a:extLst>
                  <a:ext uri="{FF2B5EF4-FFF2-40B4-BE49-F238E27FC236}">
                    <a16:creationId xmlns:a16="http://schemas.microsoft.com/office/drawing/2014/main" id="{57A009CA-7C69-47F8-B4F7-AD12532F5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189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2" name="Oval 3646">
                <a:extLst>
                  <a:ext uri="{FF2B5EF4-FFF2-40B4-BE49-F238E27FC236}">
                    <a16:creationId xmlns:a16="http://schemas.microsoft.com/office/drawing/2014/main" id="{BFED69F0-217D-4218-A08D-AF7FE3853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191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3" name="Oval 3647">
                <a:extLst>
                  <a:ext uri="{FF2B5EF4-FFF2-40B4-BE49-F238E27FC236}">
                    <a16:creationId xmlns:a16="http://schemas.microsoft.com/office/drawing/2014/main" id="{2F0BC0E1-1862-4E60-9471-7639702E6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92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4" name="Oval 3648">
                <a:extLst>
                  <a:ext uri="{FF2B5EF4-FFF2-40B4-BE49-F238E27FC236}">
                    <a16:creationId xmlns:a16="http://schemas.microsoft.com/office/drawing/2014/main" id="{6D92B3B1-FF78-4E97-A637-6770B3469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907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5" name="Oval 3649">
                <a:extLst>
                  <a:ext uri="{FF2B5EF4-FFF2-40B4-BE49-F238E27FC236}">
                    <a16:creationId xmlns:a16="http://schemas.microsoft.com/office/drawing/2014/main" id="{5A58D7F2-4AE9-41ED-B496-56391C33B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91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6" name="Oval 3650">
                <a:extLst>
                  <a:ext uri="{FF2B5EF4-FFF2-40B4-BE49-F238E27FC236}">
                    <a16:creationId xmlns:a16="http://schemas.microsoft.com/office/drawing/2014/main" id="{342612F1-FF0F-478B-8E01-888D74B64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91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7" name="Oval 3651">
                <a:extLst>
                  <a:ext uri="{FF2B5EF4-FFF2-40B4-BE49-F238E27FC236}">
                    <a16:creationId xmlns:a16="http://schemas.microsoft.com/office/drawing/2014/main" id="{B9CFE51D-2866-4CB4-BB89-00B106A85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91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8" name="Oval 3652">
                <a:extLst>
                  <a:ext uri="{FF2B5EF4-FFF2-40B4-BE49-F238E27FC236}">
                    <a16:creationId xmlns:a16="http://schemas.microsoft.com/office/drawing/2014/main" id="{294E76AB-856B-4A7C-AC54-9A09B0594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92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09" name="Oval 3653">
                <a:extLst>
                  <a:ext uri="{FF2B5EF4-FFF2-40B4-BE49-F238E27FC236}">
                    <a16:creationId xmlns:a16="http://schemas.microsoft.com/office/drawing/2014/main" id="{27FB8E27-79BF-4EE1-99DD-246087951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92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0" name="Oval 3654">
                <a:extLst>
                  <a:ext uri="{FF2B5EF4-FFF2-40B4-BE49-F238E27FC236}">
                    <a16:creationId xmlns:a16="http://schemas.microsoft.com/office/drawing/2014/main" id="{23C859C7-BEFF-4685-9844-475A0F445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191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1" name="Oval 3655">
                <a:extLst>
                  <a:ext uri="{FF2B5EF4-FFF2-40B4-BE49-F238E27FC236}">
                    <a16:creationId xmlns:a16="http://schemas.microsoft.com/office/drawing/2014/main" id="{DDFCDC42-32BA-416D-BE4B-9E47CFFE6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190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2" name="Oval 3656">
                <a:extLst>
                  <a:ext uri="{FF2B5EF4-FFF2-40B4-BE49-F238E27FC236}">
                    <a16:creationId xmlns:a16="http://schemas.microsoft.com/office/drawing/2014/main" id="{4E18C27C-5A20-4190-8A25-18AEF88D8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190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3" name="Oval 3657">
                <a:extLst>
                  <a:ext uri="{FF2B5EF4-FFF2-40B4-BE49-F238E27FC236}">
                    <a16:creationId xmlns:a16="http://schemas.microsoft.com/office/drawing/2014/main" id="{3DABED0D-5878-4A13-922F-D8A34456E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192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4" name="Oval 3658">
                <a:extLst>
                  <a:ext uri="{FF2B5EF4-FFF2-40B4-BE49-F238E27FC236}">
                    <a16:creationId xmlns:a16="http://schemas.microsoft.com/office/drawing/2014/main" id="{4ECBF184-685C-420B-9AFE-8819B8D75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192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5" name="Oval 3659">
                <a:extLst>
                  <a:ext uri="{FF2B5EF4-FFF2-40B4-BE49-F238E27FC236}">
                    <a16:creationId xmlns:a16="http://schemas.microsoft.com/office/drawing/2014/main" id="{A1AC4B01-8BB9-422F-A20E-606F4E80B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193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6" name="Oval 3660">
                <a:extLst>
                  <a:ext uri="{FF2B5EF4-FFF2-40B4-BE49-F238E27FC236}">
                    <a16:creationId xmlns:a16="http://schemas.microsoft.com/office/drawing/2014/main" id="{EF34260E-CDB3-42ED-B0D5-E53946ABB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194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7" name="Oval 3661">
                <a:extLst>
                  <a:ext uri="{FF2B5EF4-FFF2-40B4-BE49-F238E27FC236}">
                    <a16:creationId xmlns:a16="http://schemas.microsoft.com/office/drawing/2014/main" id="{9986418A-3E99-4C6A-9C98-F425DCB66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190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8" name="Oval 3662">
                <a:extLst>
                  <a:ext uri="{FF2B5EF4-FFF2-40B4-BE49-F238E27FC236}">
                    <a16:creationId xmlns:a16="http://schemas.microsoft.com/office/drawing/2014/main" id="{057CCA79-ECD2-41BF-8BC6-90EFFFE04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192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9" name="Oval 3663">
                <a:extLst>
                  <a:ext uri="{FF2B5EF4-FFF2-40B4-BE49-F238E27FC236}">
                    <a16:creationId xmlns:a16="http://schemas.microsoft.com/office/drawing/2014/main" id="{FC905C89-54A3-4CC6-B18B-E98A0EA4E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18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0" name="Oval 3664">
                <a:extLst>
                  <a:ext uri="{FF2B5EF4-FFF2-40B4-BE49-F238E27FC236}">
                    <a16:creationId xmlns:a16="http://schemas.microsoft.com/office/drawing/2014/main" id="{53A76A7C-132A-4045-9188-08C52699E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191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1" name="Oval 3665">
                <a:extLst>
                  <a:ext uri="{FF2B5EF4-FFF2-40B4-BE49-F238E27FC236}">
                    <a16:creationId xmlns:a16="http://schemas.microsoft.com/office/drawing/2014/main" id="{31595BB4-AAE0-4F84-8D68-8F2929873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192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2" name="Oval 3666">
                <a:extLst>
                  <a:ext uri="{FF2B5EF4-FFF2-40B4-BE49-F238E27FC236}">
                    <a16:creationId xmlns:a16="http://schemas.microsoft.com/office/drawing/2014/main" id="{ECE58736-64C8-4847-B842-9B9C3C885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193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3" name="Oval 3667">
                <a:extLst>
                  <a:ext uri="{FF2B5EF4-FFF2-40B4-BE49-F238E27FC236}">
                    <a16:creationId xmlns:a16="http://schemas.microsoft.com/office/drawing/2014/main" id="{EC9712DF-21E5-406B-AB89-745A2CE14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193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4" name="Oval 3668">
                <a:extLst>
                  <a:ext uri="{FF2B5EF4-FFF2-40B4-BE49-F238E27FC236}">
                    <a16:creationId xmlns:a16="http://schemas.microsoft.com/office/drawing/2014/main" id="{79AE18F9-B97C-4A87-8D9F-9F960B713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193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5" name="Oval 3669">
                <a:extLst>
                  <a:ext uri="{FF2B5EF4-FFF2-40B4-BE49-F238E27FC236}">
                    <a16:creationId xmlns:a16="http://schemas.microsoft.com/office/drawing/2014/main" id="{EB29CED5-9219-48A1-8BD4-2AB6DA655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93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6" name="Oval 3670">
                <a:extLst>
                  <a:ext uri="{FF2B5EF4-FFF2-40B4-BE49-F238E27FC236}">
                    <a16:creationId xmlns:a16="http://schemas.microsoft.com/office/drawing/2014/main" id="{E74A07E3-0B2B-4066-AE96-84043F806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96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7" name="Oval 3671">
                <a:extLst>
                  <a:ext uri="{FF2B5EF4-FFF2-40B4-BE49-F238E27FC236}">
                    <a16:creationId xmlns:a16="http://schemas.microsoft.com/office/drawing/2014/main" id="{BCA830F5-D6EC-40BC-B986-44C942057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196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8" name="Oval 3672">
                <a:extLst>
                  <a:ext uri="{FF2B5EF4-FFF2-40B4-BE49-F238E27FC236}">
                    <a16:creationId xmlns:a16="http://schemas.microsoft.com/office/drawing/2014/main" id="{C390A8E2-BE2F-4317-B683-D2E3A8BB9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197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9" name="Oval 3673">
                <a:extLst>
                  <a:ext uri="{FF2B5EF4-FFF2-40B4-BE49-F238E27FC236}">
                    <a16:creationId xmlns:a16="http://schemas.microsoft.com/office/drawing/2014/main" id="{91432F72-D36F-4BC9-8E0C-EED78E17E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193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0" name="Oval 3674">
                <a:extLst>
                  <a:ext uri="{FF2B5EF4-FFF2-40B4-BE49-F238E27FC236}">
                    <a16:creationId xmlns:a16="http://schemas.microsoft.com/office/drawing/2014/main" id="{5BABCF1F-DAC5-4475-815F-A86515E8D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194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1" name="Oval 3675">
                <a:extLst>
                  <a:ext uri="{FF2B5EF4-FFF2-40B4-BE49-F238E27FC236}">
                    <a16:creationId xmlns:a16="http://schemas.microsoft.com/office/drawing/2014/main" id="{3B916D8F-B07E-43AB-9D10-E5BB7577C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196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2" name="Oval 3676">
                <a:extLst>
                  <a:ext uri="{FF2B5EF4-FFF2-40B4-BE49-F238E27FC236}">
                    <a16:creationId xmlns:a16="http://schemas.microsoft.com/office/drawing/2014/main" id="{36D7DEB0-C7D5-4FA9-A222-25B14930A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99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3" name="Oval 3677">
                <a:extLst>
                  <a:ext uri="{FF2B5EF4-FFF2-40B4-BE49-F238E27FC236}">
                    <a16:creationId xmlns:a16="http://schemas.microsoft.com/office/drawing/2014/main" id="{DE5305F9-69F9-457F-9FAB-A8FA22D6C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198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4" name="Oval 3678">
                <a:extLst>
                  <a:ext uri="{FF2B5EF4-FFF2-40B4-BE49-F238E27FC236}">
                    <a16:creationId xmlns:a16="http://schemas.microsoft.com/office/drawing/2014/main" id="{9569CE50-50B2-4A7B-8901-A96B32D61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201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5" name="Oval 3679">
                <a:extLst>
                  <a:ext uri="{FF2B5EF4-FFF2-40B4-BE49-F238E27FC236}">
                    <a16:creationId xmlns:a16="http://schemas.microsoft.com/office/drawing/2014/main" id="{2E6CFBE5-F67D-493B-90B2-863E0A056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199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6" name="Oval 3680">
                <a:extLst>
                  <a:ext uri="{FF2B5EF4-FFF2-40B4-BE49-F238E27FC236}">
                    <a16:creationId xmlns:a16="http://schemas.microsoft.com/office/drawing/2014/main" id="{943D9839-D7E2-420B-9C98-3341BF3AF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198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7" name="Oval 3681">
                <a:extLst>
                  <a:ext uri="{FF2B5EF4-FFF2-40B4-BE49-F238E27FC236}">
                    <a16:creationId xmlns:a16="http://schemas.microsoft.com/office/drawing/2014/main" id="{BAEC2935-4EBD-4586-94D6-600B5AE32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0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8" name="Oval 3682">
                <a:extLst>
                  <a:ext uri="{FF2B5EF4-FFF2-40B4-BE49-F238E27FC236}">
                    <a16:creationId xmlns:a16="http://schemas.microsoft.com/office/drawing/2014/main" id="{3B2DEE5F-025F-4717-9BEB-4D2C0F1D1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07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9" name="Oval 3683">
                <a:extLst>
                  <a:ext uri="{FF2B5EF4-FFF2-40B4-BE49-F238E27FC236}">
                    <a16:creationId xmlns:a16="http://schemas.microsoft.com/office/drawing/2014/main" id="{013B4EA4-C94A-4B70-A37F-5ECF97146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08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0" name="Oval 3684">
                <a:extLst>
                  <a:ext uri="{FF2B5EF4-FFF2-40B4-BE49-F238E27FC236}">
                    <a16:creationId xmlns:a16="http://schemas.microsoft.com/office/drawing/2014/main" id="{0C302D17-EA0D-4D1B-A0D5-6728845A4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08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1" name="Oval 3685">
                <a:extLst>
                  <a:ext uri="{FF2B5EF4-FFF2-40B4-BE49-F238E27FC236}">
                    <a16:creationId xmlns:a16="http://schemas.microsoft.com/office/drawing/2014/main" id="{B9187D2A-00E6-4668-8804-520E52E9E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0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2" name="Oval 3686">
                <a:extLst>
                  <a:ext uri="{FF2B5EF4-FFF2-40B4-BE49-F238E27FC236}">
                    <a16:creationId xmlns:a16="http://schemas.microsoft.com/office/drawing/2014/main" id="{2536BE87-73D7-4316-9D1E-23BF7296E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189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3" name="Oval 3687">
                <a:extLst>
                  <a:ext uri="{FF2B5EF4-FFF2-40B4-BE49-F238E27FC236}">
                    <a16:creationId xmlns:a16="http://schemas.microsoft.com/office/drawing/2014/main" id="{7A014D66-C09D-4163-81DC-AD4AEB2B9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03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4" name="Oval 3688">
                <a:extLst>
                  <a:ext uri="{FF2B5EF4-FFF2-40B4-BE49-F238E27FC236}">
                    <a16:creationId xmlns:a16="http://schemas.microsoft.com/office/drawing/2014/main" id="{4D71A649-1965-4E1D-8DC0-680127B7F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06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5" name="Oval 3689">
                <a:extLst>
                  <a:ext uri="{FF2B5EF4-FFF2-40B4-BE49-F238E27FC236}">
                    <a16:creationId xmlns:a16="http://schemas.microsoft.com/office/drawing/2014/main" id="{79BF70D8-3C1E-4783-B858-18FF52C40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201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6" name="Oval 3690">
                <a:extLst>
                  <a:ext uri="{FF2B5EF4-FFF2-40B4-BE49-F238E27FC236}">
                    <a16:creationId xmlns:a16="http://schemas.microsoft.com/office/drawing/2014/main" id="{C94C1EC6-54FD-46C9-B425-A44E8619B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0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7" name="Oval 3691">
                <a:extLst>
                  <a:ext uri="{FF2B5EF4-FFF2-40B4-BE49-F238E27FC236}">
                    <a16:creationId xmlns:a16="http://schemas.microsoft.com/office/drawing/2014/main" id="{57A1B5F7-02B9-4DFD-9D58-56262D338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05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8" name="Oval 3692">
                <a:extLst>
                  <a:ext uri="{FF2B5EF4-FFF2-40B4-BE49-F238E27FC236}">
                    <a16:creationId xmlns:a16="http://schemas.microsoft.com/office/drawing/2014/main" id="{40A06AF8-F6E1-446A-9F5F-C4D4CE293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08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9" name="Oval 3693">
                <a:extLst>
                  <a:ext uri="{FF2B5EF4-FFF2-40B4-BE49-F238E27FC236}">
                    <a16:creationId xmlns:a16="http://schemas.microsoft.com/office/drawing/2014/main" id="{2CE3D6FB-0BA6-4123-8A88-61A2CE374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05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0" name="Oval 3694">
                <a:extLst>
                  <a:ext uri="{FF2B5EF4-FFF2-40B4-BE49-F238E27FC236}">
                    <a16:creationId xmlns:a16="http://schemas.microsoft.com/office/drawing/2014/main" id="{1FDECD54-3251-4638-B059-903DE0D19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07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1" name="Oval 3695">
                <a:extLst>
                  <a:ext uri="{FF2B5EF4-FFF2-40B4-BE49-F238E27FC236}">
                    <a16:creationId xmlns:a16="http://schemas.microsoft.com/office/drawing/2014/main" id="{95EE4247-0FC4-43F0-9BAC-5706473A8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08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2" name="Oval 3696">
                <a:extLst>
                  <a:ext uri="{FF2B5EF4-FFF2-40B4-BE49-F238E27FC236}">
                    <a16:creationId xmlns:a16="http://schemas.microsoft.com/office/drawing/2014/main" id="{5F93C7AD-7B7C-4715-8F43-5403C6468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207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3" name="Oval 3697">
                <a:extLst>
                  <a:ext uri="{FF2B5EF4-FFF2-40B4-BE49-F238E27FC236}">
                    <a16:creationId xmlns:a16="http://schemas.microsoft.com/office/drawing/2014/main" id="{2349B7FE-FA53-4EC7-9DF2-7D4825749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203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4" name="Oval 3698">
                <a:extLst>
                  <a:ext uri="{FF2B5EF4-FFF2-40B4-BE49-F238E27FC236}">
                    <a16:creationId xmlns:a16="http://schemas.microsoft.com/office/drawing/2014/main" id="{660A19EB-54DA-423C-BE52-EC2288B5D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02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5" name="Oval 3699">
                <a:extLst>
                  <a:ext uri="{FF2B5EF4-FFF2-40B4-BE49-F238E27FC236}">
                    <a16:creationId xmlns:a16="http://schemas.microsoft.com/office/drawing/2014/main" id="{E17D39AF-0006-479D-B8EC-931DF2D2C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04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6" name="Oval 3700">
                <a:extLst>
                  <a:ext uri="{FF2B5EF4-FFF2-40B4-BE49-F238E27FC236}">
                    <a16:creationId xmlns:a16="http://schemas.microsoft.com/office/drawing/2014/main" id="{4AAAC2B0-7C7B-4EE5-9FDC-BC3306F28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188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7" name="Oval 3701">
                <a:extLst>
                  <a:ext uri="{FF2B5EF4-FFF2-40B4-BE49-F238E27FC236}">
                    <a16:creationId xmlns:a16="http://schemas.microsoft.com/office/drawing/2014/main" id="{E1794F45-1F04-481B-9652-A183DCCA6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190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8" name="Oval 3702">
                <a:extLst>
                  <a:ext uri="{FF2B5EF4-FFF2-40B4-BE49-F238E27FC236}">
                    <a16:creationId xmlns:a16="http://schemas.microsoft.com/office/drawing/2014/main" id="{02C2076F-6BFA-4B9F-A68C-FB0CDDCDF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190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9" name="Oval 3703">
                <a:extLst>
                  <a:ext uri="{FF2B5EF4-FFF2-40B4-BE49-F238E27FC236}">
                    <a16:creationId xmlns:a16="http://schemas.microsoft.com/office/drawing/2014/main" id="{3C819B2C-62BB-4CC8-8C62-189EEF5E5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188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0" name="Oval 3704">
                <a:extLst>
                  <a:ext uri="{FF2B5EF4-FFF2-40B4-BE49-F238E27FC236}">
                    <a16:creationId xmlns:a16="http://schemas.microsoft.com/office/drawing/2014/main" id="{7850F69D-6622-4274-81A8-F4028927D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87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1" name="Oval 3705">
                <a:extLst>
                  <a:ext uri="{FF2B5EF4-FFF2-40B4-BE49-F238E27FC236}">
                    <a16:creationId xmlns:a16="http://schemas.microsoft.com/office/drawing/2014/main" id="{B0CB3B42-B7D9-4571-B6B8-B4A40617F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88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2" name="Oval 3706">
                <a:extLst>
                  <a:ext uri="{FF2B5EF4-FFF2-40B4-BE49-F238E27FC236}">
                    <a16:creationId xmlns:a16="http://schemas.microsoft.com/office/drawing/2014/main" id="{1AABE0AE-FC44-4A0B-B3C3-BCC2D7063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1899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3" name="Oval 3707">
                <a:extLst>
                  <a:ext uri="{FF2B5EF4-FFF2-40B4-BE49-F238E27FC236}">
                    <a16:creationId xmlns:a16="http://schemas.microsoft.com/office/drawing/2014/main" id="{B4DCA887-8EF5-4649-955A-72F9A29EF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191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4" name="Oval 3708">
                <a:extLst>
                  <a:ext uri="{FF2B5EF4-FFF2-40B4-BE49-F238E27FC236}">
                    <a16:creationId xmlns:a16="http://schemas.microsoft.com/office/drawing/2014/main" id="{2AC3C5DA-E7FB-40D6-A11C-D397FA7DC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07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5" name="Oval 3709">
                <a:extLst>
                  <a:ext uri="{FF2B5EF4-FFF2-40B4-BE49-F238E27FC236}">
                    <a16:creationId xmlns:a16="http://schemas.microsoft.com/office/drawing/2014/main" id="{A879B92B-6AA7-4ADF-A3D5-A2B7C2B31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067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6" name="Oval 3710">
                <a:extLst>
                  <a:ext uri="{FF2B5EF4-FFF2-40B4-BE49-F238E27FC236}">
                    <a16:creationId xmlns:a16="http://schemas.microsoft.com/office/drawing/2014/main" id="{349F0C82-36BA-41C8-8E3F-C5B5D945B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0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7" name="Oval 3711">
                <a:extLst>
                  <a:ext uri="{FF2B5EF4-FFF2-40B4-BE49-F238E27FC236}">
                    <a16:creationId xmlns:a16="http://schemas.microsoft.com/office/drawing/2014/main" id="{548228AE-60AF-4A86-B2E2-AB6D9E442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208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8" name="Oval 3712">
                <a:extLst>
                  <a:ext uri="{FF2B5EF4-FFF2-40B4-BE49-F238E27FC236}">
                    <a16:creationId xmlns:a16="http://schemas.microsoft.com/office/drawing/2014/main" id="{C4561CB0-E608-45D3-9F82-A766EE0C0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04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9" name="Oval 3713">
                <a:extLst>
                  <a:ext uri="{FF2B5EF4-FFF2-40B4-BE49-F238E27FC236}">
                    <a16:creationId xmlns:a16="http://schemas.microsoft.com/office/drawing/2014/main" id="{8BB7C363-BBA1-4FA6-80BD-63D1B9471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03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0" name="Oval 3714">
                <a:extLst>
                  <a:ext uri="{FF2B5EF4-FFF2-40B4-BE49-F238E27FC236}">
                    <a16:creationId xmlns:a16="http://schemas.microsoft.com/office/drawing/2014/main" id="{35A16BE3-758E-4286-9D8E-2F4404F33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051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1" name="Oval 3715">
                <a:extLst>
                  <a:ext uri="{FF2B5EF4-FFF2-40B4-BE49-F238E27FC236}">
                    <a16:creationId xmlns:a16="http://schemas.microsoft.com/office/drawing/2014/main" id="{171DEE33-6200-400B-A335-E3E3892FE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08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2" name="Oval 3716">
                <a:extLst>
                  <a:ext uri="{FF2B5EF4-FFF2-40B4-BE49-F238E27FC236}">
                    <a16:creationId xmlns:a16="http://schemas.microsoft.com/office/drawing/2014/main" id="{C0352AFC-C565-4E15-ADCB-DBE3FAE64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09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3" name="Oval 3717">
                <a:extLst>
                  <a:ext uri="{FF2B5EF4-FFF2-40B4-BE49-F238E27FC236}">
                    <a16:creationId xmlns:a16="http://schemas.microsoft.com/office/drawing/2014/main" id="{9B9682C6-6116-4376-B032-E380CB4D6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11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4" name="Oval 3718">
                <a:extLst>
                  <a:ext uri="{FF2B5EF4-FFF2-40B4-BE49-F238E27FC236}">
                    <a16:creationId xmlns:a16="http://schemas.microsoft.com/office/drawing/2014/main" id="{1236C1F7-5B2E-48E5-85AD-37612B9BE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10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5" name="Oval 3719">
                <a:extLst>
                  <a:ext uri="{FF2B5EF4-FFF2-40B4-BE49-F238E27FC236}">
                    <a16:creationId xmlns:a16="http://schemas.microsoft.com/office/drawing/2014/main" id="{4F69080C-9AEA-476C-AC13-724A43A26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02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6" name="Oval 3720">
                <a:extLst>
                  <a:ext uri="{FF2B5EF4-FFF2-40B4-BE49-F238E27FC236}">
                    <a16:creationId xmlns:a16="http://schemas.microsoft.com/office/drawing/2014/main" id="{BBA1C942-6A3A-407E-8A93-99F201B62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4" y="204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7" name="Oval 3721">
                <a:extLst>
                  <a:ext uri="{FF2B5EF4-FFF2-40B4-BE49-F238E27FC236}">
                    <a16:creationId xmlns:a16="http://schemas.microsoft.com/office/drawing/2014/main" id="{A8ECFCCD-65D5-4097-85F1-01EAFBFF2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0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8" name="Oval 3722">
                <a:extLst>
                  <a:ext uri="{FF2B5EF4-FFF2-40B4-BE49-F238E27FC236}">
                    <a16:creationId xmlns:a16="http://schemas.microsoft.com/office/drawing/2014/main" id="{80F4C05F-E36D-411A-8D47-9746B8395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10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9" name="Oval 3723">
                <a:extLst>
                  <a:ext uri="{FF2B5EF4-FFF2-40B4-BE49-F238E27FC236}">
                    <a16:creationId xmlns:a16="http://schemas.microsoft.com/office/drawing/2014/main" id="{9CCC6739-386B-4B68-A800-99560F9E9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09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0" name="Oval 3724">
                <a:extLst>
                  <a:ext uri="{FF2B5EF4-FFF2-40B4-BE49-F238E27FC236}">
                    <a16:creationId xmlns:a16="http://schemas.microsoft.com/office/drawing/2014/main" id="{0CD99727-E691-45B0-9F44-D971A4BBF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11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1" name="Oval 3725">
                <a:extLst>
                  <a:ext uri="{FF2B5EF4-FFF2-40B4-BE49-F238E27FC236}">
                    <a16:creationId xmlns:a16="http://schemas.microsoft.com/office/drawing/2014/main" id="{A2859590-D8BF-454A-8C0A-6E2146CC9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12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2" name="Oval 3726">
                <a:extLst>
                  <a:ext uri="{FF2B5EF4-FFF2-40B4-BE49-F238E27FC236}">
                    <a16:creationId xmlns:a16="http://schemas.microsoft.com/office/drawing/2014/main" id="{D06BC4B0-AD4E-4F05-BB67-6F515822E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13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3" name="Oval 3727">
                <a:extLst>
                  <a:ext uri="{FF2B5EF4-FFF2-40B4-BE49-F238E27FC236}">
                    <a16:creationId xmlns:a16="http://schemas.microsoft.com/office/drawing/2014/main" id="{79762D07-93D8-45C0-8470-DEBB6051C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12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4" name="Oval 3728">
                <a:extLst>
                  <a:ext uri="{FF2B5EF4-FFF2-40B4-BE49-F238E27FC236}">
                    <a16:creationId xmlns:a16="http://schemas.microsoft.com/office/drawing/2014/main" id="{046DF207-1FD9-4603-BE7B-99063F347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10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5" name="Oval 3729">
                <a:extLst>
                  <a:ext uri="{FF2B5EF4-FFF2-40B4-BE49-F238E27FC236}">
                    <a16:creationId xmlns:a16="http://schemas.microsoft.com/office/drawing/2014/main" id="{8A2122D1-8138-43E9-86E0-5F9E399D0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10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6" name="Oval 3730">
                <a:extLst>
                  <a:ext uri="{FF2B5EF4-FFF2-40B4-BE49-F238E27FC236}">
                    <a16:creationId xmlns:a16="http://schemas.microsoft.com/office/drawing/2014/main" id="{E7532B6F-E9F9-4636-8C7F-C6E6970E7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12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7" name="Oval 3731">
                <a:extLst>
                  <a:ext uri="{FF2B5EF4-FFF2-40B4-BE49-F238E27FC236}">
                    <a16:creationId xmlns:a16="http://schemas.microsoft.com/office/drawing/2014/main" id="{8ADD3E34-FEB5-47D7-B5BB-4D1B265DE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11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8" name="Oval 3732">
                <a:extLst>
                  <a:ext uri="{FF2B5EF4-FFF2-40B4-BE49-F238E27FC236}">
                    <a16:creationId xmlns:a16="http://schemas.microsoft.com/office/drawing/2014/main" id="{7D5807BD-7D3D-4858-9A86-C7D1BCBC8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13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9" name="Oval 3733">
                <a:extLst>
                  <a:ext uri="{FF2B5EF4-FFF2-40B4-BE49-F238E27FC236}">
                    <a16:creationId xmlns:a16="http://schemas.microsoft.com/office/drawing/2014/main" id="{7D6FEF45-FF62-479B-9196-183B9D713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14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0" name="Oval 3734">
                <a:extLst>
                  <a:ext uri="{FF2B5EF4-FFF2-40B4-BE49-F238E27FC236}">
                    <a16:creationId xmlns:a16="http://schemas.microsoft.com/office/drawing/2014/main" id="{5CFC21D1-D05C-416F-BDB8-5A5D74E0A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11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1" name="Oval 3735">
                <a:extLst>
                  <a:ext uri="{FF2B5EF4-FFF2-40B4-BE49-F238E27FC236}">
                    <a16:creationId xmlns:a16="http://schemas.microsoft.com/office/drawing/2014/main" id="{6417EF07-85B5-4137-A27E-1919FF67B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11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2" name="Oval 3736">
                <a:extLst>
                  <a:ext uri="{FF2B5EF4-FFF2-40B4-BE49-F238E27FC236}">
                    <a16:creationId xmlns:a16="http://schemas.microsoft.com/office/drawing/2014/main" id="{5EC04BE5-9589-42A1-9A27-3FFBED3E3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189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3" name="Oval 3737">
                <a:extLst>
                  <a:ext uri="{FF2B5EF4-FFF2-40B4-BE49-F238E27FC236}">
                    <a16:creationId xmlns:a16="http://schemas.microsoft.com/office/drawing/2014/main" id="{F3A626D3-01C0-49F2-9904-6C7EE6A32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6" y="18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4" name="Oval 3738">
                <a:extLst>
                  <a:ext uri="{FF2B5EF4-FFF2-40B4-BE49-F238E27FC236}">
                    <a16:creationId xmlns:a16="http://schemas.microsoft.com/office/drawing/2014/main" id="{94CFBAB1-A0F2-43B4-8D3A-095374381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91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5" name="Oval 3739">
                <a:extLst>
                  <a:ext uri="{FF2B5EF4-FFF2-40B4-BE49-F238E27FC236}">
                    <a16:creationId xmlns:a16="http://schemas.microsoft.com/office/drawing/2014/main" id="{1FB70C60-86BD-42E0-891E-AC1348CD2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96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6" name="Oval 3740">
                <a:extLst>
                  <a:ext uri="{FF2B5EF4-FFF2-40B4-BE49-F238E27FC236}">
                    <a16:creationId xmlns:a16="http://schemas.microsoft.com/office/drawing/2014/main" id="{B5603862-6DE3-45A4-93FD-A9CDFB2CD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1" y="190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7" name="Oval 3741">
                <a:extLst>
                  <a:ext uri="{FF2B5EF4-FFF2-40B4-BE49-F238E27FC236}">
                    <a16:creationId xmlns:a16="http://schemas.microsoft.com/office/drawing/2014/main" id="{B06DE362-60C8-4934-A780-0E608EE58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89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8" name="Oval 3742">
                <a:extLst>
                  <a:ext uri="{FF2B5EF4-FFF2-40B4-BE49-F238E27FC236}">
                    <a16:creationId xmlns:a16="http://schemas.microsoft.com/office/drawing/2014/main" id="{752B7CA5-7C29-4B14-888E-00BACD0F0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1" y="189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9" name="Oval 3743">
                <a:extLst>
                  <a:ext uri="{FF2B5EF4-FFF2-40B4-BE49-F238E27FC236}">
                    <a16:creationId xmlns:a16="http://schemas.microsoft.com/office/drawing/2014/main" id="{4FC24FF5-4453-43C3-BDD3-89110E299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188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0" name="Oval 3744">
                <a:extLst>
                  <a:ext uri="{FF2B5EF4-FFF2-40B4-BE49-F238E27FC236}">
                    <a16:creationId xmlns:a16="http://schemas.microsoft.com/office/drawing/2014/main" id="{B91118AD-A765-411E-B3E6-87CA7AB48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9" y="192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1" name="Oval 3745">
                <a:extLst>
                  <a:ext uri="{FF2B5EF4-FFF2-40B4-BE49-F238E27FC236}">
                    <a16:creationId xmlns:a16="http://schemas.microsoft.com/office/drawing/2014/main" id="{621E8CC4-D390-4FC7-BA8E-BBF8EBEC9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93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2" name="Oval 3746">
                <a:extLst>
                  <a:ext uri="{FF2B5EF4-FFF2-40B4-BE49-F238E27FC236}">
                    <a16:creationId xmlns:a16="http://schemas.microsoft.com/office/drawing/2014/main" id="{5987C2BA-04FC-4439-B1E8-BE92AA118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192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3" name="Oval 3747">
                <a:extLst>
                  <a:ext uri="{FF2B5EF4-FFF2-40B4-BE49-F238E27FC236}">
                    <a16:creationId xmlns:a16="http://schemas.microsoft.com/office/drawing/2014/main" id="{247D0F39-BDE9-4DA6-AF54-40131D7FB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9" y="194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4" name="Oval 3748">
                <a:extLst>
                  <a:ext uri="{FF2B5EF4-FFF2-40B4-BE49-F238E27FC236}">
                    <a16:creationId xmlns:a16="http://schemas.microsoft.com/office/drawing/2014/main" id="{1BD09EC9-E6A8-43EA-B678-291C411CB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195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5" name="Oval 3749">
                <a:extLst>
                  <a:ext uri="{FF2B5EF4-FFF2-40B4-BE49-F238E27FC236}">
                    <a16:creationId xmlns:a16="http://schemas.microsoft.com/office/drawing/2014/main" id="{A681A045-DCE1-49F0-9E0B-D25E9C4FA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92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6" name="Oval 3750">
                <a:extLst>
                  <a:ext uri="{FF2B5EF4-FFF2-40B4-BE49-F238E27FC236}">
                    <a16:creationId xmlns:a16="http://schemas.microsoft.com/office/drawing/2014/main" id="{FDC88E07-2F98-4254-A567-3B718DE36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191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7" name="Oval 3751">
                <a:extLst>
                  <a:ext uri="{FF2B5EF4-FFF2-40B4-BE49-F238E27FC236}">
                    <a16:creationId xmlns:a16="http://schemas.microsoft.com/office/drawing/2014/main" id="{6FE67477-DE77-4201-A5E0-80FCCC890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1" y="191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8" name="Oval 3752">
                <a:extLst>
                  <a:ext uri="{FF2B5EF4-FFF2-40B4-BE49-F238E27FC236}">
                    <a16:creationId xmlns:a16="http://schemas.microsoft.com/office/drawing/2014/main" id="{6790319C-7EFF-49A1-9989-E8CFAD22A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191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9" name="Oval 3753">
                <a:extLst>
                  <a:ext uri="{FF2B5EF4-FFF2-40B4-BE49-F238E27FC236}">
                    <a16:creationId xmlns:a16="http://schemas.microsoft.com/office/drawing/2014/main" id="{E144C9E3-C7CA-4C14-AB96-4BC5A2C2C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1" y="191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0" name="Oval 3754">
                <a:extLst>
                  <a:ext uri="{FF2B5EF4-FFF2-40B4-BE49-F238E27FC236}">
                    <a16:creationId xmlns:a16="http://schemas.microsoft.com/office/drawing/2014/main" id="{88FA94FC-32F4-481E-89F9-9A8441FDA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192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1" name="Oval 3755">
                <a:extLst>
                  <a:ext uri="{FF2B5EF4-FFF2-40B4-BE49-F238E27FC236}">
                    <a16:creationId xmlns:a16="http://schemas.microsoft.com/office/drawing/2014/main" id="{ABF4E1E9-2F74-44BC-8435-B9F68AB97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91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2" name="Oval 3756">
                <a:extLst>
                  <a:ext uri="{FF2B5EF4-FFF2-40B4-BE49-F238E27FC236}">
                    <a16:creationId xmlns:a16="http://schemas.microsoft.com/office/drawing/2014/main" id="{AB6F10E1-3EC0-4845-8521-3DBBE35FA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192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3" name="Oval 3757">
                <a:extLst>
                  <a:ext uri="{FF2B5EF4-FFF2-40B4-BE49-F238E27FC236}">
                    <a16:creationId xmlns:a16="http://schemas.microsoft.com/office/drawing/2014/main" id="{FC8FC5F2-31AA-4299-8072-F50E19118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193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4" name="Oval 3758">
                <a:extLst>
                  <a:ext uri="{FF2B5EF4-FFF2-40B4-BE49-F238E27FC236}">
                    <a16:creationId xmlns:a16="http://schemas.microsoft.com/office/drawing/2014/main" id="{C94E19F3-6211-4979-883B-2DEA3DE16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192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5" name="Oval 3759">
                <a:extLst>
                  <a:ext uri="{FF2B5EF4-FFF2-40B4-BE49-F238E27FC236}">
                    <a16:creationId xmlns:a16="http://schemas.microsoft.com/office/drawing/2014/main" id="{4B14587D-A8DF-4427-B1ED-255FD31C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192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6" name="Oval 3760">
                <a:extLst>
                  <a:ext uri="{FF2B5EF4-FFF2-40B4-BE49-F238E27FC236}">
                    <a16:creationId xmlns:a16="http://schemas.microsoft.com/office/drawing/2014/main" id="{D617A09E-3A93-4C72-BA79-B761B843E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6" y="192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7" name="Oval 3761">
                <a:extLst>
                  <a:ext uri="{FF2B5EF4-FFF2-40B4-BE49-F238E27FC236}">
                    <a16:creationId xmlns:a16="http://schemas.microsoft.com/office/drawing/2014/main" id="{2010D695-EA65-4453-ABE2-925D58BCF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195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8" name="Oval 3762">
                <a:extLst>
                  <a:ext uri="{FF2B5EF4-FFF2-40B4-BE49-F238E27FC236}">
                    <a16:creationId xmlns:a16="http://schemas.microsoft.com/office/drawing/2014/main" id="{596AF2D8-A7E9-4056-ADC5-9120FC7A5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194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9" name="Oval 3763">
                <a:extLst>
                  <a:ext uri="{FF2B5EF4-FFF2-40B4-BE49-F238E27FC236}">
                    <a16:creationId xmlns:a16="http://schemas.microsoft.com/office/drawing/2014/main" id="{DDBFA415-C0B8-4803-9A38-5E14AB42D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1" y="192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1" name="Group 3764">
              <a:extLst>
                <a:ext uri="{FF2B5EF4-FFF2-40B4-BE49-F238E27FC236}">
                  <a16:creationId xmlns:a16="http://schemas.microsoft.com/office/drawing/2014/main" id="{25F0E5ED-DECA-433F-A846-5538151EFF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6" y="1795"/>
              <a:ext cx="258" cy="240"/>
              <a:chOff x="4256" y="1795"/>
              <a:chExt cx="258" cy="240"/>
            </a:xfrm>
          </p:grpSpPr>
          <p:sp>
            <p:nvSpPr>
              <p:cNvPr id="61420" name="Oval 3765">
                <a:extLst>
                  <a:ext uri="{FF2B5EF4-FFF2-40B4-BE49-F238E27FC236}">
                    <a16:creationId xmlns:a16="http://schemas.microsoft.com/office/drawing/2014/main" id="{9DBE14F3-3CDD-4325-9623-200BE4B01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191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21" name="Oval 3766">
                <a:extLst>
                  <a:ext uri="{FF2B5EF4-FFF2-40B4-BE49-F238E27FC236}">
                    <a16:creationId xmlns:a16="http://schemas.microsoft.com/office/drawing/2014/main" id="{13E94A46-2F93-4F08-A80C-9554F16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1" y="191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22" name="Oval 3767">
                <a:extLst>
                  <a:ext uri="{FF2B5EF4-FFF2-40B4-BE49-F238E27FC236}">
                    <a16:creationId xmlns:a16="http://schemas.microsoft.com/office/drawing/2014/main" id="{E22BD71D-B4D0-459A-9528-5B52FC1CE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6" y="193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23" name="Oval 3768">
                <a:extLst>
                  <a:ext uri="{FF2B5EF4-FFF2-40B4-BE49-F238E27FC236}">
                    <a16:creationId xmlns:a16="http://schemas.microsoft.com/office/drawing/2014/main" id="{4CA02D0C-7247-4D12-91B1-D8CF4D6B4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93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24" name="Oval 3769">
                <a:extLst>
                  <a:ext uri="{FF2B5EF4-FFF2-40B4-BE49-F238E27FC236}">
                    <a16:creationId xmlns:a16="http://schemas.microsoft.com/office/drawing/2014/main" id="{5332E3D6-B901-4B5C-908C-B0D1C795D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194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25" name="Oval 3770">
                <a:extLst>
                  <a:ext uri="{FF2B5EF4-FFF2-40B4-BE49-F238E27FC236}">
                    <a16:creationId xmlns:a16="http://schemas.microsoft.com/office/drawing/2014/main" id="{F6013F88-856C-4FFD-B9EC-15A3619F0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195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26" name="Oval 3771">
                <a:extLst>
                  <a:ext uri="{FF2B5EF4-FFF2-40B4-BE49-F238E27FC236}">
                    <a16:creationId xmlns:a16="http://schemas.microsoft.com/office/drawing/2014/main" id="{21F65F99-26CF-4B79-BFFB-7E0114BA8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191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27" name="Oval 3772">
                <a:extLst>
                  <a:ext uri="{FF2B5EF4-FFF2-40B4-BE49-F238E27FC236}">
                    <a16:creationId xmlns:a16="http://schemas.microsoft.com/office/drawing/2014/main" id="{14E9EEE1-8233-4B40-A797-3AFB934B1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93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28" name="Oval 3773">
                <a:extLst>
                  <a:ext uri="{FF2B5EF4-FFF2-40B4-BE49-F238E27FC236}">
                    <a16:creationId xmlns:a16="http://schemas.microsoft.com/office/drawing/2014/main" id="{6F104CEC-A78A-4645-A1CE-9F5DEF2FF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194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29" name="Oval 3774">
                <a:extLst>
                  <a:ext uri="{FF2B5EF4-FFF2-40B4-BE49-F238E27FC236}">
                    <a16:creationId xmlns:a16="http://schemas.microsoft.com/office/drawing/2014/main" id="{0D420258-F278-4DC1-A068-A64B4BEC0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1" y="195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30" name="Freeform 3775">
                <a:extLst>
                  <a:ext uri="{FF2B5EF4-FFF2-40B4-BE49-F238E27FC236}">
                    <a16:creationId xmlns:a16="http://schemas.microsoft.com/office/drawing/2014/main" id="{EB8A7DE1-11B3-4DA8-8E39-84E1A4272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95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1" name="Freeform 3776">
                <a:extLst>
                  <a:ext uri="{FF2B5EF4-FFF2-40B4-BE49-F238E27FC236}">
                    <a16:creationId xmlns:a16="http://schemas.microsoft.com/office/drawing/2014/main" id="{BF70D411-0539-43D3-9642-C3313B759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95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2" name="Freeform 3777">
                <a:extLst>
                  <a:ext uri="{FF2B5EF4-FFF2-40B4-BE49-F238E27FC236}">
                    <a16:creationId xmlns:a16="http://schemas.microsoft.com/office/drawing/2014/main" id="{2A4A275A-6A8F-4233-BAF5-9CBC3EC06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96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3" name="Freeform 3778">
                <a:extLst>
                  <a:ext uri="{FF2B5EF4-FFF2-40B4-BE49-F238E27FC236}">
                    <a16:creationId xmlns:a16="http://schemas.microsoft.com/office/drawing/2014/main" id="{61A6DA59-D38C-4CDB-835C-589AC9F3E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96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4" name="Freeform 3779">
                <a:extLst>
                  <a:ext uri="{FF2B5EF4-FFF2-40B4-BE49-F238E27FC236}">
                    <a16:creationId xmlns:a16="http://schemas.microsoft.com/office/drawing/2014/main" id="{2537C7C0-8BF0-4762-9405-5D22DE8C1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99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5" name="Freeform 3780">
                <a:extLst>
                  <a:ext uri="{FF2B5EF4-FFF2-40B4-BE49-F238E27FC236}">
                    <a16:creationId xmlns:a16="http://schemas.microsoft.com/office/drawing/2014/main" id="{3533D6EF-C6F0-4605-81E3-F100E6E31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00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6" name="Freeform 3781">
                <a:extLst>
                  <a:ext uri="{FF2B5EF4-FFF2-40B4-BE49-F238E27FC236}">
                    <a16:creationId xmlns:a16="http://schemas.microsoft.com/office/drawing/2014/main" id="{A0B2AE7F-A2D7-4007-ABDB-2342E9C0E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199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7" name="Freeform 3782">
                <a:extLst>
                  <a:ext uri="{FF2B5EF4-FFF2-40B4-BE49-F238E27FC236}">
                    <a16:creationId xmlns:a16="http://schemas.microsoft.com/office/drawing/2014/main" id="{38CEA62E-82C5-4A22-864C-03830D3F0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97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20 h 2"/>
                  <a:gd name="T4" fmla="*/ 35 w 3"/>
                  <a:gd name="T5" fmla="*/ 33 h 2"/>
                  <a:gd name="T6" fmla="*/ 0 w 3"/>
                  <a:gd name="T7" fmla="*/ 20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8" name="Freeform 3783">
                <a:extLst>
                  <a:ext uri="{FF2B5EF4-FFF2-40B4-BE49-F238E27FC236}">
                    <a16:creationId xmlns:a16="http://schemas.microsoft.com/office/drawing/2014/main" id="{934EF10F-625C-42B4-88E2-D94D55E90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00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9" name="Freeform 3784">
                <a:extLst>
                  <a:ext uri="{FF2B5EF4-FFF2-40B4-BE49-F238E27FC236}">
                    <a16:creationId xmlns:a16="http://schemas.microsoft.com/office/drawing/2014/main" id="{5D62AB1A-CAAD-41C2-B483-532BFB20C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00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0" name="Freeform 3785">
                <a:extLst>
                  <a:ext uri="{FF2B5EF4-FFF2-40B4-BE49-F238E27FC236}">
                    <a16:creationId xmlns:a16="http://schemas.microsoft.com/office/drawing/2014/main" id="{038C84B3-C65B-4DC7-9221-88EE22976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98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1" name="Freeform 3786">
                <a:extLst>
                  <a:ext uri="{FF2B5EF4-FFF2-40B4-BE49-F238E27FC236}">
                    <a16:creationId xmlns:a16="http://schemas.microsoft.com/office/drawing/2014/main" id="{31F16BD3-BE26-4724-A793-D01ED2FDC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966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20 h 2"/>
                  <a:gd name="T4" fmla="*/ 28 w 3"/>
                  <a:gd name="T5" fmla="*/ 33 h 2"/>
                  <a:gd name="T6" fmla="*/ 0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2" name="Freeform 3787">
                <a:extLst>
                  <a:ext uri="{FF2B5EF4-FFF2-40B4-BE49-F238E27FC236}">
                    <a16:creationId xmlns:a16="http://schemas.microsoft.com/office/drawing/2014/main" id="{B50827C6-E91E-4CB2-A092-8FE7B9712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98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3" name="Freeform 3788">
                <a:extLst>
                  <a:ext uri="{FF2B5EF4-FFF2-40B4-BE49-F238E27FC236}">
                    <a16:creationId xmlns:a16="http://schemas.microsoft.com/office/drawing/2014/main" id="{B8035E18-38F8-4AE7-93A6-A1C572C5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94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4" name="Freeform 3789">
                <a:extLst>
                  <a:ext uri="{FF2B5EF4-FFF2-40B4-BE49-F238E27FC236}">
                    <a16:creationId xmlns:a16="http://schemas.microsoft.com/office/drawing/2014/main" id="{5487A2DE-85B0-42B0-9FB7-ADAF986C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02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5" name="Freeform 3790">
                <a:extLst>
                  <a:ext uri="{FF2B5EF4-FFF2-40B4-BE49-F238E27FC236}">
                    <a16:creationId xmlns:a16="http://schemas.microsoft.com/office/drawing/2014/main" id="{7C8D0445-9ABF-4AB3-A18F-98D3ED48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1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6" name="Freeform 3791">
                <a:extLst>
                  <a:ext uri="{FF2B5EF4-FFF2-40B4-BE49-F238E27FC236}">
                    <a16:creationId xmlns:a16="http://schemas.microsoft.com/office/drawing/2014/main" id="{3059D92B-105F-43CE-B8F0-5E15FF06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00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7" name="Freeform 3792">
                <a:extLst>
                  <a:ext uri="{FF2B5EF4-FFF2-40B4-BE49-F238E27FC236}">
                    <a16:creationId xmlns:a16="http://schemas.microsoft.com/office/drawing/2014/main" id="{3E0CDE13-DFED-45CC-ADB4-2EACFA6B5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02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8" name="Freeform 3793">
                <a:extLst>
                  <a:ext uri="{FF2B5EF4-FFF2-40B4-BE49-F238E27FC236}">
                    <a16:creationId xmlns:a16="http://schemas.microsoft.com/office/drawing/2014/main" id="{489C6A9B-B275-4262-817C-0C969615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01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9" name="Freeform 3794">
                <a:extLst>
                  <a:ext uri="{FF2B5EF4-FFF2-40B4-BE49-F238E27FC236}">
                    <a16:creationId xmlns:a16="http://schemas.microsoft.com/office/drawing/2014/main" id="{26422F6A-9A9D-4B14-A2C5-453E83B4B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99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35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0" name="Freeform 3795">
                <a:extLst>
                  <a:ext uri="{FF2B5EF4-FFF2-40B4-BE49-F238E27FC236}">
                    <a16:creationId xmlns:a16="http://schemas.microsoft.com/office/drawing/2014/main" id="{DF1A0750-459D-48F2-BD03-AACF86F7A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98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1" name="Freeform 3796">
                <a:extLst>
                  <a:ext uri="{FF2B5EF4-FFF2-40B4-BE49-F238E27FC236}">
                    <a16:creationId xmlns:a16="http://schemas.microsoft.com/office/drawing/2014/main" id="{3B18EC5A-C8E7-4601-B79F-69A1A940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97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2" name="Freeform 3797">
                <a:extLst>
                  <a:ext uri="{FF2B5EF4-FFF2-40B4-BE49-F238E27FC236}">
                    <a16:creationId xmlns:a16="http://schemas.microsoft.com/office/drawing/2014/main" id="{9242683B-171B-4BBD-88E2-3935D0869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0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21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3" name="Freeform 3798">
                <a:extLst>
                  <a:ext uri="{FF2B5EF4-FFF2-40B4-BE49-F238E27FC236}">
                    <a16:creationId xmlns:a16="http://schemas.microsoft.com/office/drawing/2014/main" id="{36822132-33C3-48D4-9110-249765EA2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953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4" name="Freeform 3799">
                <a:extLst>
                  <a:ext uri="{FF2B5EF4-FFF2-40B4-BE49-F238E27FC236}">
                    <a16:creationId xmlns:a16="http://schemas.microsoft.com/office/drawing/2014/main" id="{A193D66F-4C53-4C33-9557-010438FEF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94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5" name="Freeform 3800">
                <a:extLst>
                  <a:ext uri="{FF2B5EF4-FFF2-40B4-BE49-F238E27FC236}">
                    <a16:creationId xmlns:a16="http://schemas.microsoft.com/office/drawing/2014/main" id="{7511C272-A69E-4FC6-9FB6-16F745541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93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35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6" name="Freeform 3801">
                <a:extLst>
                  <a:ext uri="{FF2B5EF4-FFF2-40B4-BE49-F238E27FC236}">
                    <a16:creationId xmlns:a16="http://schemas.microsoft.com/office/drawing/2014/main" id="{0BE2FBBD-7EB8-4DE6-BAF4-50F3C6DFD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95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7" name="Freeform 3802">
                <a:extLst>
                  <a:ext uri="{FF2B5EF4-FFF2-40B4-BE49-F238E27FC236}">
                    <a16:creationId xmlns:a16="http://schemas.microsoft.com/office/drawing/2014/main" id="{C4EDB5BC-927F-4450-A8D5-897B8F6DC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97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8" name="Freeform 3803">
                <a:extLst>
                  <a:ext uri="{FF2B5EF4-FFF2-40B4-BE49-F238E27FC236}">
                    <a16:creationId xmlns:a16="http://schemas.microsoft.com/office/drawing/2014/main" id="{2DA92233-20B5-4CF1-9F6B-088FE75F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98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9" name="Freeform 3804">
                <a:extLst>
                  <a:ext uri="{FF2B5EF4-FFF2-40B4-BE49-F238E27FC236}">
                    <a16:creationId xmlns:a16="http://schemas.microsoft.com/office/drawing/2014/main" id="{135BF646-CC27-41C8-8430-95DCC00B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197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0" name="Freeform 3805">
                <a:extLst>
                  <a:ext uri="{FF2B5EF4-FFF2-40B4-BE49-F238E27FC236}">
                    <a16:creationId xmlns:a16="http://schemas.microsoft.com/office/drawing/2014/main" id="{F8CA5C69-A22F-4E9F-9C7C-7D3F87EF9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99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1" name="Freeform 3806">
                <a:extLst>
                  <a:ext uri="{FF2B5EF4-FFF2-40B4-BE49-F238E27FC236}">
                    <a16:creationId xmlns:a16="http://schemas.microsoft.com/office/drawing/2014/main" id="{1BD400D0-2170-4E85-BF8B-011DF9D18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198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35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2" name="Freeform 3807">
                <a:extLst>
                  <a:ext uri="{FF2B5EF4-FFF2-40B4-BE49-F238E27FC236}">
                    <a16:creationId xmlns:a16="http://schemas.microsoft.com/office/drawing/2014/main" id="{06549968-8B4F-4F65-96E5-C218FFCA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01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3" name="Freeform 3808">
                <a:extLst>
                  <a:ext uri="{FF2B5EF4-FFF2-40B4-BE49-F238E27FC236}">
                    <a16:creationId xmlns:a16="http://schemas.microsoft.com/office/drawing/2014/main" id="{B961F3D0-1068-4816-80BE-5592ADBED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99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4" name="Freeform 3809">
                <a:extLst>
                  <a:ext uri="{FF2B5EF4-FFF2-40B4-BE49-F238E27FC236}">
                    <a16:creationId xmlns:a16="http://schemas.microsoft.com/office/drawing/2014/main" id="{1A0F9246-9B02-4D61-9905-9BD34A004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99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5" name="Freeform 3810">
                <a:extLst>
                  <a:ext uri="{FF2B5EF4-FFF2-40B4-BE49-F238E27FC236}">
                    <a16:creationId xmlns:a16="http://schemas.microsoft.com/office/drawing/2014/main" id="{79BA83B3-8529-4BA7-AE6A-DB0DAB827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00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6" name="Freeform 3811">
                <a:extLst>
                  <a:ext uri="{FF2B5EF4-FFF2-40B4-BE49-F238E27FC236}">
                    <a16:creationId xmlns:a16="http://schemas.microsoft.com/office/drawing/2014/main" id="{B1FC8B8C-10F5-4170-92DD-698C6FD6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0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7" name="Freeform 3812">
                <a:extLst>
                  <a:ext uri="{FF2B5EF4-FFF2-40B4-BE49-F238E27FC236}">
                    <a16:creationId xmlns:a16="http://schemas.microsoft.com/office/drawing/2014/main" id="{240FCC6A-2A0F-49B8-9869-1761F035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01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21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8" name="Freeform 3813">
                <a:extLst>
                  <a:ext uri="{FF2B5EF4-FFF2-40B4-BE49-F238E27FC236}">
                    <a16:creationId xmlns:a16="http://schemas.microsoft.com/office/drawing/2014/main" id="{3B038392-203E-4014-B82A-82EA539B0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019"/>
                <a:ext cx="7" cy="6"/>
              </a:xfrm>
              <a:custGeom>
                <a:avLst/>
                <a:gdLst>
                  <a:gd name="T0" fmla="*/ 28 w 3"/>
                  <a:gd name="T1" fmla="*/ 0 h 2"/>
                  <a:gd name="T2" fmla="*/ 37 w 3"/>
                  <a:gd name="T3" fmla="*/ 27 h 2"/>
                  <a:gd name="T4" fmla="*/ 28 w 3"/>
                  <a:gd name="T5" fmla="*/ 54 h 2"/>
                  <a:gd name="T6" fmla="*/ 12 w 3"/>
                  <a:gd name="T7" fmla="*/ 27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9" name="Freeform 3814">
                <a:extLst>
                  <a:ext uri="{FF2B5EF4-FFF2-40B4-BE49-F238E27FC236}">
                    <a16:creationId xmlns:a16="http://schemas.microsoft.com/office/drawing/2014/main" id="{24EC2F88-92B2-4C42-978D-2CA4EB408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025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0" name="Freeform 3815">
                <a:extLst>
                  <a:ext uri="{FF2B5EF4-FFF2-40B4-BE49-F238E27FC236}">
                    <a16:creationId xmlns:a16="http://schemas.microsoft.com/office/drawing/2014/main" id="{20DF5C86-5288-48F5-AC37-77767520D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2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1" name="Freeform 3816">
                <a:extLst>
                  <a:ext uri="{FF2B5EF4-FFF2-40B4-BE49-F238E27FC236}">
                    <a16:creationId xmlns:a16="http://schemas.microsoft.com/office/drawing/2014/main" id="{DA17004A-D9B0-4B78-9EF8-28033BF62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97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2" name="Freeform 3817">
                <a:extLst>
                  <a:ext uri="{FF2B5EF4-FFF2-40B4-BE49-F238E27FC236}">
                    <a16:creationId xmlns:a16="http://schemas.microsoft.com/office/drawing/2014/main" id="{5B0EF354-6FF9-45D1-A2FB-F8470DFEC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96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3" name="Freeform 3818">
                <a:extLst>
                  <a:ext uri="{FF2B5EF4-FFF2-40B4-BE49-F238E27FC236}">
                    <a16:creationId xmlns:a16="http://schemas.microsoft.com/office/drawing/2014/main" id="{5E1D76CF-BA9D-42B0-8E05-074A17F4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95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4" name="Freeform 3819">
                <a:extLst>
                  <a:ext uri="{FF2B5EF4-FFF2-40B4-BE49-F238E27FC236}">
                    <a16:creationId xmlns:a16="http://schemas.microsoft.com/office/drawing/2014/main" id="{7B263FBB-0FD1-48D6-8F43-C890419A8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95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5" name="Freeform 3820">
                <a:extLst>
                  <a:ext uri="{FF2B5EF4-FFF2-40B4-BE49-F238E27FC236}">
                    <a16:creationId xmlns:a16="http://schemas.microsoft.com/office/drawing/2014/main" id="{48B79902-92B8-42C2-A063-A23D20D7F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963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56 w 3"/>
                  <a:gd name="T3" fmla="*/ 35 h 3"/>
                  <a:gd name="T4" fmla="*/ 35 w 3"/>
                  <a:gd name="T5" fmla="*/ 56 h 3"/>
                  <a:gd name="T6" fmla="*/ 21 w 3"/>
                  <a:gd name="T7" fmla="*/ 35 h 3"/>
                  <a:gd name="T8" fmla="*/ 35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6" name="Freeform 3821">
                <a:extLst>
                  <a:ext uri="{FF2B5EF4-FFF2-40B4-BE49-F238E27FC236}">
                    <a16:creationId xmlns:a16="http://schemas.microsoft.com/office/drawing/2014/main" id="{07EDEBC6-03EC-438E-9072-87214DDCB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97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7" name="Freeform 3822">
                <a:extLst>
                  <a:ext uri="{FF2B5EF4-FFF2-40B4-BE49-F238E27FC236}">
                    <a16:creationId xmlns:a16="http://schemas.microsoft.com/office/drawing/2014/main" id="{41D38051-4513-45DB-9CD6-79BD3118F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193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35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8" name="Freeform 3823">
                <a:extLst>
                  <a:ext uri="{FF2B5EF4-FFF2-40B4-BE49-F238E27FC236}">
                    <a16:creationId xmlns:a16="http://schemas.microsoft.com/office/drawing/2014/main" id="{F8B232E3-9328-4A3E-BA84-12CCD131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98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9" name="Freeform 3824">
                <a:extLst>
                  <a:ext uri="{FF2B5EF4-FFF2-40B4-BE49-F238E27FC236}">
                    <a16:creationId xmlns:a16="http://schemas.microsoft.com/office/drawing/2014/main" id="{661CE8E5-4BD3-4159-BB79-63A7B1B76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99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0" name="Freeform 3825">
                <a:extLst>
                  <a:ext uri="{FF2B5EF4-FFF2-40B4-BE49-F238E27FC236}">
                    <a16:creationId xmlns:a16="http://schemas.microsoft.com/office/drawing/2014/main" id="{7D5466E9-DADB-4FB9-AACD-3FDE845DA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99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21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1" name="Freeform 3826">
                <a:extLst>
                  <a:ext uri="{FF2B5EF4-FFF2-40B4-BE49-F238E27FC236}">
                    <a16:creationId xmlns:a16="http://schemas.microsoft.com/office/drawing/2014/main" id="{F6D183B7-83F0-4A75-B9BC-F176CD38E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97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21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2" name="Freeform 3827">
                <a:extLst>
                  <a:ext uri="{FF2B5EF4-FFF2-40B4-BE49-F238E27FC236}">
                    <a16:creationId xmlns:a16="http://schemas.microsoft.com/office/drawing/2014/main" id="{952D9CA1-EB87-4B66-BCA6-CC7053086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96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3" name="Freeform 3828">
                <a:extLst>
                  <a:ext uri="{FF2B5EF4-FFF2-40B4-BE49-F238E27FC236}">
                    <a16:creationId xmlns:a16="http://schemas.microsoft.com/office/drawing/2014/main" id="{4628C9A3-65C1-4AA6-9753-1560C5C1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96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4" name="Freeform 3829">
                <a:extLst>
                  <a:ext uri="{FF2B5EF4-FFF2-40B4-BE49-F238E27FC236}">
                    <a16:creationId xmlns:a16="http://schemas.microsoft.com/office/drawing/2014/main" id="{DF2BAB7A-C59D-494A-92FF-1F4A754AB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99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5" name="Freeform 3830">
                <a:extLst>
                  <a:ext uri="{FF2B5EF4-FFF2-40B4-BE49-F238E27FC236}">
                    <a16:creationId xmlns:a16="http://schemas.microsoft.com/office/drawing/2014/main" id="{E37975ED-F663-49B6-894B-B04E680D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00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6" name="Freeform 3831">
                <a:extLst>
                  <a:ext uri="{FF2B5EF4-FFF2-40B4-BE49-F238E27FC236}">
                    <a16:creationId xmlns:a16="http://schemas.microsoft.com/office/drawing/2014/main" id="{F1347F9B-CC8F-47FF-B6B5-4EFF45C30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95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35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7" name="Freeform 3832">
                <a:extLst>
                  <a:ext uri="{FF2B5EF4-FFF2-40B4-BE49-F238E27FC236}">
                    <a16:creationId xmlns:a16="http://schemas.microsoft.com/office/drawing/2014/main" id="{C2EA4958-42D2-4EBC-8FC2-F48A6DC7C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990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21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8" name="Freeform 3833">
                <a:extLst>
                  <a:ext uri="{FF2B5EF4-FFF2-40B4-BE49-F238E27FC236}">
                    <a16:creationId xmlns:a16="http://schemas.microsoft.com/office/drawing/2014/main" id="{54C56BAE-0927-44AC-B4F5-D55D0A21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01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9" name="Freeform 3834">
                <a:extLst>
                  <a:ext uri="{FF2B5EF4-FFF2-40B4-BE49-F238E27FC236}">
                    <a16:creationId xmlns:a16="http://schemas.microsoft.com/office/drawing/2014/main" id="{F4EA3FEE-8EA0-4DAC-9B09-C7C5CC27F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1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0" name="Freeform 3835">
                <a:extLst>
                  <a:ext uri="{FF2B5EF4-FFF2-40B4-BE49-F238E27FC236}">
                    <a16:creationId xmlns:a16="http://schemas.microsoft.com/office/drawing/2014/main" id="{525D6382-438B-4225-B0B3-40D0D9770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1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1" name="Freeform 3836">
                <a:extLst>
                  <a:ext uri="{FF2B5EF4-FFF2-40B4-BE49-F238E27FC236}">
                    <a16:creationId xmlns:a16="http://schemas.microsoft.com/office/drawing/2014/main" id="{CBEF9439-9432-40B1-A8FB-171BC0502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2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2" name="Freeform 3837">
                <a:extLst>
                  <a:ext uri="{FF2B5EF4-FFF2-40B4-BE49-F238E27FC236}">
                    <a16:creationId xmlns:a16="http://schemas.microsoft.com/office/drawing/2014/main" id="{0DE0FE1B-7752-459A-A9BE-7E186D5ED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97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27 h 2"/>
                  <a:gd name="T4" fmla="*/ 35 w 3"/>
                  <a:gd name="T5" fmla="*/ 54 h 2"/>
                  <a:gd name="T6" fmla="*/ 0 w 3"/>
                  <a:gd name="T7" fmla="*/ 27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3" name="Freeform 3838">
                <a:extLst>
                  <a:ext uri="{FF2B5EF4-FFF2-40B4-BE49-F238E27FC236}">
                    <a16:creationId xmlns:a16="http://schemas.microsoft.com/office/drawing/2014/main" id="{3046FE4F-462F-431A-9650-11D0AED1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97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4" name="Freeform 3839">
                <a:extLst>
                  <a:ext uri="{FF2B5EF4-FFF2-40B4-BE49-F238E27FC236}">
                    <a16:creationId xmlns:a16="http://schemas.microsoft.com/office/drawing/2014/main" id="{2C169025-FD03-4241-A006-87CAD89E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8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5" name="Freeform 3840">
                <a:extLst>
                  <a:ext uri="{FF2B5EF4-FFF2-40B4-BE49-F238E27FC236}">
                    <a16:creationId xmlns:a16="http://schemas.microsoft.com/office/drawing/2014/main" id="{15577B1E-30CA-4A4F-AE1B-65C8752CE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8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6" name="Freeform 3841">
                <a:extLst>
                  <a:ext uri="{FF2B5EF4-FFF2-40B4-BE49-F238E27FC236}">
                    <a16:creationId xmlns:a16="http://schemas.microsoft.com/office/drawing/2014/main" id="{007F5291-F1BE-43A2-A3B1-B76DE4ACD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00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7" name="Freeform 3842">
                <a:extLst>
                  <a:ext uri="{FF2B5EF4-FFF2-40B4-BE49-F238E27FC236}">
                    <a16:creationId xmlns:a16="http://schemas.microsoft.com/office/drawing/2014/main" id="{6118828A-B912-482E-83E2-8AE4E1AF1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02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35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8" name="Freeform 3843">
                <a:extLst>
                  <a:ext uri="{FF2B5EF4-FFF2-40B4-BE49-F238E27FC236}">
                    <a16:creationId xmlns:a16="http://schemas.microsoft.com/office/drawing/2014/main" id="{90426460-ACDB-4F10-80CA-1F514B5CC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9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9" name="Freeform 3844">
                <a:extLst>
                  <a:ext uri="{FF2B5EF4-FFF2-40B4-BE49-F238E27FC236}">
                    <a16:creationId xmlns:a16="http://schemas.microsoft.com/office/drawing/2014/main" id="{56EDB872-F968-42D7-86CB-DBFA34152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1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0" name="Freeform 3845">
                <a:extLst>
                  <a:ext uri="{FF2B5EF4-FFF2-40B4-BE49-F238E27FC236}">
                    <a16:creationId xmlns:a16="http://schemas.microsoft.com/office/drawing/2014/main" id="{6A271ADF-7CA3-4C68-B15F-99291051E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99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35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1" name="Freeform 3846">
                <a:extLst>
                  <a:ext uri="{FF2B5EF4-FFF2-40B4-BE49-F238E27FC236}">
                    <a16:creationId xmlns:a16="http://schemas.microsoft.com/office/drawing/2014/main" id="{799307D5-39EA-4DFB-B688-2D4EC393D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6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12 w 3"/>
                  <a:gd name="T7" fmla="*/ 21 h 3"/>
                  <a:gd name="T8" fmla="*/ 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2" name="Freeform 3847">
                <a:extLst>
                  <a:ext uri="{FF2B5EF4-FFF2-40B4-BE49-F238E27FC236}">
                    <a16:creationId xmlns:a16="http://schemas.microsoft.com/office/drawing/2014/main" id="{3BD26E5B-4535-4B06-AC8C-97E25EB4B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96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21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3" name="Freeform 3848">
                <a:extLst>
                  <a:ext uri="{FF2B5EF4-FFF2-40B4-BE49-F238E27FC236}">
                    <a16:creationId xmlns:a16="http://schemas.microsoft.com/office/drawing/2014/main" id="{F2B21622-2A91-4975-BDE0-4D7F8E2C1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97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4" name="Freeform 3849">
                <a:extLst>
                  <a:ext uri="{FF2B5EF4-FFF2-40B4-BE49-F238E27FC236}">
                    <a16:creationId xmlns:a16="http://schemas.microsoft.com/office/drawing/2014/main" id="{96F82030-562B-4810-A8F1-265AE02F3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001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37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5" name="Freeform 3850">
                <a:extLst>
                  <a:ext uri="{FF2B5EF4-FFF2-40B4-BE49-F238E27FC236}">
                    <a16:creationId xmlns:a16="http://schemas.microsoft.com/office/drawing/2014/main" id="{CC140AC4-72BA-47AA-9ADA-BF30E3944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003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6" name="Freeform 3851">
                <a:extLst>
                  <a:ext uri="{FF2B5EF4-FFF2-40B4-BE49-F238E27FC236}">
                    <a16:creationId xmlns:a16="http://schemas.microsoft.com/office/drawing/2014/main" id="{40DE0095-55CE-4E63-BC84-5727CECF5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00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35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7" name="Freeform 3852">
                <a:extLst>
                  <a:ext uri="{FF2B5EF4-FFF2-40B4-BE49-F238E27FC236}">
                    <a16:creationId xmlns:a16="http://schemas.microsoft.com/office/drawing/2014/main" id="{E8574B96-3A81-424B-9E35-811DE95C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09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35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8" name="Freeform 3853">
                <a:extLst>
                  <a:ext uri="{FF2B5EF4-FFF2-40B4-BE49-F238E27FC236}">
                    <a16:creationId xmlns:a16="http://schemas.microsoft.com/office/drawing/2014/main" id="{93ED3677-A0BA-4B0E-AA91-3453CFF2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01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9" name="Freeform 3854">
                <a:extLst>
                  <a:ext uri="{FF2B5EF4-FFF2-40B4-BE49-F238E27FC236}">
                    <a16:creationId xmlns:a16="http://schemas.microsoft.com/office/drawing/2014/main" id="{0BA18275-2A01-4C1D-8646-560005982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1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0" name="Freeform 3855">
                <a:extLst>
                  <a:ext uri="{FF2B5EF4-FFF2-40B4-BE49-F238E27FC236}">
                    <a16:creationId xmlns:a16="http://schemas.microsoft.com/office/drawing/2014/main" id="{0EB53809-A56A-4D96-9965-5350A7554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01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20 h 2"/>
                  <a:gd name="T4" fmla="*/ 28 w 3"/>
                  <a:gd name="T5" fmla="*/ 33 h 2"/>
                  <a:gd name="T6" fmla="*/ 0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1" name="Freeform 3856">
                <a:extLst>
                  <a:ext uri="{FF2B5EF4-FFF2-40B4-BE49-F238E27FC236}">
                    <a16:creationId xmlns:a16="http://schemas.microsoft.com/office/drawing/2014/main" id="{E43DD85C-6FFD-4C72-BD63-7EE677E27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990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35 h 3"/>
                  <a:gd name="T4" fmla="*/ 12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2" name="Freeform 3857">
                <a:extLst>
                  <a:ext uri="{FF2B5EF4-FFF2-40B4-BE49-F238E27FC236}">
                    <a16:creationId xmlns:a16="http://schemas.microsoft.com/office/drawing/2014/main" id="{36D72E23-2D81-4C1E-B0E8-A8538E1D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8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3" name="Freeform 3858">
                <a:extLst>
                  <a:ext uri="{FF2B5EF4-FFF2-40B4-BE49-F238E27FC236}">
                    <a16:creationId xmlns:a16="http://schemas.microsoft.com/office/drawing/2014/main" id="{13726B08-8481-4E15-93DE-C005F4EB1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97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4" name="Freeform 3859">
                <a:extLst>
                  <a:ext uri="{FF2B5EF4-FFF2-40B4-BE49-F238E27FC236}">
                    <a16:creationId xmlns:a16="http://schemas.microsoft.com/office/drawing/2014/main" id="{D562B635-112E-4D39-B834-05EDA55B3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96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5" name="Freeform 3860">
                <a:extLst>
                  <a:ext uri="{FF2B5EF4-FFF2-40B4-BE49-F238E27FC236}">
                    <a16:creationId xmlns:a16="http://schemas.microsoft.com/office/drawing/2014/main" id="{B8093A6F-C98C-47CD-B965-E825FC781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98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6" name="Freeform 3861">
                <a:extLst>
                  <a:ext uri="{FF2B5EF4-FFF2-40B4-BE49-F238E27FC236}">
                    <a16:creationId xmlns:a16="http://schemas.microsoft.com/office/drawing/2014/main" id="{715940C1-F99E-4CDE-BCB3-6DAEB004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9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7" name="Freeform 3862">
                <a:extLst>
                  <a:ext uri="{FF2B5EF4-FFF2-40B4-BE49-F238E27FC236}">
                    <a16:creationId xmlns:a16="http://schemas.microsoft.com/office/drawing/2014/main" id="{85EC8342-0043-4954-BC3D-917BD9AB7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0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8" name="Freeform 3863">
                <a:extLst>
                  <a:ext uri="{FF2B5EF4-FFF2-40B4-BE49-F238E27FC236}">
                    <a16:creationId xmlns:a16="http://schemas.microsoft.com/office/drawing/2014/main" id="{D5BAF4F5-D67C-4945-AF07-07BCF5301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00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35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9" name="Freeform 3864">
                <a:extLst>
                  <a:ext uri="{FF2B5EF4-FFF2-40B4-BE49-F238E27FC236}">
                    <a16:creationId xmlns:a16="http://schemas.microsoft.com/office/drawing/2014/main" id="{EE7C25A6-1E13-4E2B-8457-F0D4B6D71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01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0" name="Freeform 3865">
                <a:extLst>
                  <a:ext uri="{FF2B5EF4-FFF2-40B4-BE49-F238E27FC236}">
                    <a16:creationId xmlns:a16="http://schemas.microsoft.com/office/drawing/2014/main" id="{46681905-1F2E-4F8C-92A6-1821D8A5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99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1" name="Freeform 3866">
                <a:extLst>
                  <a:ext uri="{FF2B5EF4-FFF2-40B4-BE49-F238E27FC236}">
                    <a16:creationId xmlns:a16="http://schemas.microsoft.com/office/drawing/2014/main" id="{EA80158B-9926-44B1-AF9B-2D8DDDA1B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97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21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2" name="Oval 3867">
                <a:extLst>
                  <a:ext uri="{FF2B5EF4-FFF2-40B4-BE49-F238E27FC236}">
                    <a16:creationId xmlns:a16="http://schemas.microsoft.com/office/drawing/2014/main" id="{06EAC675-4B5A-4D73-851C-0A229A551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183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3" name="Oval 3868">
                <a:extLst>
                  <a:ext uri="{FF2B5EF4-FFF2-40B4-BE49-F238E27FC236}">
                    <a16:creationId xmlns:a16="http://schemas.microsoft.com/office/drawing/2014/main" id="{9321AF03-30A6-4C15-A0A2-84F032B3F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184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4" name="Oval 3869">
                <a:extLst>
                  <a:ext uri="{FF2B5EF4-FFF2-40B4-BE49-F238E27FC236}">
                    <a16:creationId xmlns:a16="http://schemas.microsoft.com/office/drawing/2014/main" id="{B1B93A35-BFBE-4E7D-BEE5-6B968F622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184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5" name="Oval 3870">
                <a:extLst>
                  <a:ext uri="{FF2B5EF4-FFF2-40B4-BE49-F238E27FC236}">
                    <a16:creationId xmlns:a16="http://schemas.microsoft.com/office/drawing/2014/main" id="{260D700E-2047-4682-97F6-C216D93D8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185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6" name="Oval 3871">
                <a:extLst>
                  <a:ext uri="{FF2B5EF4-FFF2-40B4-BE49-F238E27FC236}">
                    <a16:creationId xmlns:a16="http://schemas.microsoft.com/office/drawing/2014/main" id="{D851F3EB-D444-4833-B465-B755BB844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185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7" name="Oval 3872">
                <a:extLst>
                  <a:ext uri="{FF2B5EF4-FFF2-40B4-BE49-F238E27FC236}">
                    <a16:creationId xmlns:a16="http://schemas.microsoft.com/office/drawing/2014/main" id="{9612EEF9-FB13-4A1D-87D0-AF4C1EB6C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183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8" name="Oval 3873">
                <a:extLst>
                  <a:ext uri="{FF2B5EF4-FFF2-40B4-BE49-F238E27FC236}">
                    <a16:creationId xmlns:a16="http://schemas.microsoft.com/office/drawing/2014/main" id="{C4F00576-D2FD-4BCA-A5CF-5350C49B4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182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9" name="Oval 3874">
                <a:extLst>
                  <a:ext uri="{FF2B5EF4-FFF2-40B4-BE49-F238E27FC236}">
                    <a16:creationId xmlns:a16="http://schemas.microsoft.com/office/drawing/2014/main" id="{C2FDDCF9-EDE2-42A8-A479-8C9AC5EEB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82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0" name="Oval 3875">
                <a:extLst>
                  <a:ext uri="{FF2B5EF4-FFF2-40B4-BE49-F238E27FC236}">
                    <a16:creationId xmlns:a16="http://schemas.microsoft.com/office/drawing/2014/main" id="{958D4424-CF63-4745-9738-F91FFAF1C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182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1" name="Oval 3876">
                <a:extLst>
                  <a:ext uri="{FF2B5EF4-FFF2-40B4-BE49-F238E27FC236}">
                    <a16:creationId xmlns:a16="http://schemas.microsoft.com/office/drawing/2014/main" id="{B9C6BB01-A5D0-4679-9CA3-76FFD19EF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18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2" name="Oval 3877">
                <a:extLst>
                  <a:ext uri="{FF2B5EF4-FFF2-40B4-BE49-F238E27FC236}">
                    <a16:creationId xmlns:a16="http://schemas.microsoft.com/office/drawing/2014/main" id="{BABFB751-AF48-4DB4-8821-5345FA59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184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3" name="Oval 3878">
                <a:extLst>
                  <a:ext uri="{FF2B5EF4-FFF2-40B4-BE49-F238E27FC236}">
                    <a16:creationId xmlns:a16="http://schemas.microsoft.com/office/drawing/2014/main" id="{B8AAFD05-6AED-4257-91E5-2C07AB891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9" y="181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4" name="Oval 3879">
                <a:extLst>
                  <a:ext uri="{FF2B5EF4-FFF2-40B4-BE49-F238E27FC236}">
                    <a16:creationId xmlns:a16="http://schemas.microsoft.com/office/drawing/2014/main" id="{B23DE951-BF3D-427F-ABAA-3CD6431D8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183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5" name="Oval 3880">
                <a:extLst>
                  <a:ext uri="{FF2B5EF4-FFF2-40B4-BE49-F238E27FC236}">
                    <a16:creationId xmlns:a16="http://schemas.microsoft.com/office/drawing/2014/main" id="{D9882606-7A85-4ED0-8A46-B3628D302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184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6" name="Oval 3881">
                <a:extLst>
                  <a:ext uri="{FF2B5EF4-FFF2-40B4-BE49-F238E27FC236}">
                    <a16:creationId xmlns:a16="http://schemas.microsoft.com/office/drawing/2014/main" id="{4320CD42-11DD-4C34-BF5E-288B1E15A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183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7" name="Oval 3882">
                <a:extLst>
                  <a:ext uri="{FF2B5EF4-FFF2-40B4-BE49-F238E27FC236}">
                    <a16:creationId xmlns:a16="http://schemas.microsoft.com/office/drawing/2014/main" id="{3DFA1222-A6E4-45F9-8C03-D0949E9BE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183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8" name="Oval 3883">
                <a:extLst>
                  <a:ext uri="{FF2B5EF4-FFF2-40B4-BE49-F238E27FC236}">
                    <a16:creationId xmlns:a16="http://schemas.microsoft.com/office/drawing/2014/main" id="{9F02CC03-18DA-492A-B9A4-626D29800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83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9" name="Oval 3884">
                <a:extLst>
                  <a:ext uri="{FF2B5EF4-FFF2-40B4-BE49-F238E27FC236}">
                    <a16:creationId xmlns:a16="http://schemas.microsoft.com/office/drawing/2014/main" id="{85331673-B88A-486B-9E33-4D455466E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183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0" name="Oval 3885">
                <a:extLst>
                  <a:ext uri="{FF2B5EF4-FFF2-40B4-BE49-F238E27FC236}">
                    <a16:creationId xmlns:a16="http://schemas.microsoft.com/office/drawing/2014/main" id="{F6E56C1D-66D3-4EC3-9310-BA0F2E97F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185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1" name="Oval 3886">
                <a:extLst>
                  <a:ext uri="{FF2B5EF4-FFF2-40B4-BE49-F238E27FC236}">
                    <a16:creationId xmlns:a16="http://schemas.microsoft.com/office/drawing/2014/main" id="{283D4DEE-254B-4AA5-A473-53E1FBB01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186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2" name="Oval 3887">
                <a:extLst>
                  <a:ext uri="{FF2B5EF4-FFF2-40B4-BE49-F238E27FC236}">
                    <a16:creationId xmlns:a16="http://schemas.microsoft.com/office/drawing/2014/main" id="{53684C1D-AD18-4244-9892-9647BD9CB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87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3" name="Oval 3888">
                <a:extLst>
                  <a:ext uri="{FF2B5EF4-FFF2-40B4-BE49-F238E27FC236}">
                    <a16:creationId xmlns:a16="http://schemas.microsoft.com/office/drawing/2014/main" id="{9625A335-3C21-47D6-B501-8E2573D2F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85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4" name="Oval 3889">
                <a:extLst>
                  <a:ext uri="{FF2B5EF4-FFF2-40B4-BE49-F238E27FC236}">
                    <a16:creationId xmlns:a16="http://schemas.microsoft.com/office/drawing/2014/main" id="{80365283-C046-4039-BC69-455B9F60F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184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5" name="Oval 3890">
                <a:extLst>
                  <a:ext uri="{FF2B5EF4-FFF2-40B4-BE49-F238E27FC236}">
                    <a16:creationId xmlns:a16="http://schemas.microsoft.com/office/drawing/2014/main" id="{6494D50F-1414-43CA-B2F5-E2CCB235A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185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6" name="Oval 3891">
                <a:extLst>
                  <a:ext uri="{FF2B5EF4-FFF2-40B4-BE49-F238E27FC236}">
                    <a16:creationId xmlns:a16="http://schemas.microsoft.com/office/drawing/2014/main" id="{B25B5098-F947-4AFD-B151-CC406BDB4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186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7" name="Oval 3892">
                <a:extLst>
                  <a:ext uri="{FF2B5EF4-FFF2-40B4-BE49-F238E27FC236}">
                    <a16:creationId xmlns:a16="http://schemas.microsoft.com/office/drawing/2014/main" id="{E84CD308-1A3C-4668-AD16-51C813F8A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88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8" name="Oval 3893">
                <a:extLst>
                  <a:ext uri="{FF2B5EF4-FFF2-40B4-BE49-F238E27FC236}">
                    <a16:creationId xmlns:a16="http://schemas.microsoft.com/office/drawing/2014/main" id="{0E336F64-FA7D-4A5D-B614-80E057EDC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183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9" name="Oval 3894">
                <a:extLst>
                  <a:ext uri="{FF2B5EF4-FFF2-40B4-BE49-F238E27FC236}">
                    <a16:creationId xmlns:a16="http://schemas.microsoft.com/office/drawing/2014/main" id="{104AB50A-17BA-47E9-A229-A97ED9890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182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0" name="Oval 3895">
                <a:extLst>
                  <a:ext uri="{FF2B5EF4-FFF2-40B4-BE49-F238E27FC236}">
                    <a16:creationId xmlns:a16="http://schemas.microsoft.com/office/drawing/2014/main" id="{81E72D47-E6E9-4974-A5B9-D71222378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182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1" name="Oval 3896">
                <a:extLst>
                  <a:ext uri="{FF2B5EF4-FFF2-40B4-BE49-F238E27FC236}">
                    <a16:creationId xmlns:a16="http://schemas.microsoft.com/office/drawing/2014/main" id="{30792BE5-C2D0-4556-A621-52E966245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184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2" name="Oval 3897">
                <a:extLst>
                  <a:ext uri="{FF2B5EF4-FFF2-40B4-BE49-F238E27FC236}">
                    <a16:creationId xmlns:a16="http://schemas.microsoft.com/office/drawing/2014/main" id="{053101F0-1FC6-4DFB-8540-B32F28917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184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3" name="Oval 3898">
                <a:extLst>
                  <a:ext uri="{FF2B5EF4-FFF2-40B4-BE49-F238E27FC236}">
                    <a16:creationId xmlns:a16="http://schemas.microsoft.com/office/drawing/2014/main" id="{E213AE7F-76F5-4874-92AB-8797E4200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185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4" name="Oval 3899">
                <a:extLst>
                  <a:ext uri="{FF2B5EF4-FFF2-40B4-BE49-F238E27FC236}">
                    <a16:creationId xmlns:a16="http://schemas.microsoft.com/office/drawing/2014/main" id="{423316CC-0FB8-495A-BDCD-B777A9EF5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187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5" name="Oval 3900">
                <a:extLst>
                  <a:ext uri="{FF2B5EF4-FFF2-40B4-BE49-F238E27FC236}">
                    <a16:creationId xmlns:a16="http://schemas.microsoft.com/office/drawing/2014/main" id="{2AB4873A-6FD5-440B-A313-29D15A2AF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18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6" name="Oval 3901">
                <a:extLst>
                  <a:ext uri="{FF2B5EF4-FFF2-40B4-BE49-F238E27FC236}">
                    <a16:creationId xmlns:a16="http://schemas.microsoft.com/office/drawing/2014/main" id="{96BC4348-DB49-4793-9D76-4B69E37D3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82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7" name="Oval 3902">
                <a:extLst>
                  <a:ext uri="{FF2B5EF4-FFF2-40B4-BE49-F238E27FC236}">
                    <a16:creationId xmlns:a16="http://schemas.microsoft.com/office/drawing/2014/main" id="{AADE440A-055A-4FD4-AC6B-1ADBE44A1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184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8" name="Oval 3903">
                <a:extLst>
                  <a:ext uri="{FF2B5EF4-FFF2-40B4-BE49-F238E27FC236}">
                    <a16:creationId xmlns:a16="http://schemas.microsoft.com/office/drawing/2014/main" id="{271FB183-8B16-4E5F-9EB0-75F43A3C4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80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9" name="Oval 3904">
                <a:extLst>
                  <a:ext uri="{FF2B5EF4-FFF2-40B4-BE49-F238E27FC236}">
                    <a16:creationId xmlns:a16="http://schemas.microsoft.com/office/drawing/2014/main" id="{A6061697-7FFC-473B-B192-E04470552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180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0" name="Oval 3905">
                <a:extLst>
                  <a:ext uri="{FF2B5EF4-FFF2-40B4-BE49-F238E27FC236}">
                    <a16:creationId xmlns:a16="http://schemas.microsoft.com/office/drawing/2014/main" id="{49D09C78-C0F1-4FD1-BEE7-8FD20D5B8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179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1" name="Oval 3906">
                <a:extLst>
                  <a:ext uri="{FF2B5EF4-FFF2-40B4-BE49-F238E27FC236}">
                    <a16:creationId xmlns:a16="http://schemas.microsoft.com/office/drawing/2014/main" id="{94975820-FCE1-4E7D-B2E7-EBCE72960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80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2" name="Oval 3907">
                <a:extLst>
                  <a:ext uri="{FF2B5EF4-FFF2-40B4-BE49-F238E27FC236}">
                    <a16:creationId xmlns:a16="http://schemas.microsoft.com/office/drawing/2014/main" id="{7A4556DE-047F-4063-AB8E-656C1284E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1817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3" name="Oval 3908">
                <a:extLst>
                  <a:ext uri="{FF2B5EF4-FFF2-40B4-BE49-F238E27FC236}">
                    <a16:creationId xmlns:a16="http://schemas.microsoft.com/office/drawing/2014/main" id="{B3327E70-C615-4317-B44A-9E39C19F8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180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4" name="Oval 3909">
                <a:extLst>
                  <a:ext uri="{FF2B5EF4-FFF2-40B4-BE49-F238E27FC236}">
                    <a16:creationId xmlns:a16="http://schemas.microsoft.com/office/drawing/2014/main" id="{8B3D99B4-85F7-4428-BD47-7A0D97DCD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80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5" name="Oval 3910">
                <a:extLst>
                  <a:ext uri="{FF2B5EF4-FFF2-40B4-BE49-F238E27FC236}">
                    <a16:creationId xmlns:a16="http://schemas.microsoft.com/office/drawing/2014/main" id="{10EC3C11-EA3D-427C-8661-2B5674947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180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6" name="Oval 3911">
                <a:extLst>
                  <a:ext uri="{FF2B5EF4-FFF2-40B4-BE49-F238E27FC236}">
                    <a16:creationId xmlns:a16="http://schemas.microsoft.com/office/drawing/2014/main" id="{912B037D-9CE8-492F-BBE8-A95746205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180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7" name="Oval 3912">
                <a:extLst>
                  <a:ext uri="{FF2B5EF4-FFF2-40B4-BE49-F238E27FC236}">
                    <a16:creationId xmlns:a16="http://schemas.microsoft.com/office/drawing/2014/main" id="{E66911D5-47CE-41D0-8737-FD13D4EE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179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8" name="Oval 3913">
                <a:extLst>
                  <a:ext uri="{FF2B5EF4-FFF2-40B4-BE49-F238E27FC236}">
                    <a16:creationId xmlns:a16="http://schemas.microsoft.com/office/drawing/2014/main" id="{BE91E361-8E4F-4688-B517-477ADA7B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181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9" name="Oval 3914">
                <a:extLst>
                  <a:ext uri="{FF2B5EF4-FFF2-40B4-BE49-F238E27FC236}">
                    <a16:creationId xmlns:a16="http://schemas.microsoft.com/office/drawing/2014/main" id="{64DA83E3-494A-47A1-B05C-A796D15C4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185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0" name="Oval 3915">
                <a:extLst>
                  <a:ext uri="{FF2B5EF4-FFF2-40B4-BE49-F238E27FC236}">
                    <a16:creationId xmlns:a16="http://schemas.microsoft.com/office/drawing/2014/main" id="{4211565F-A129-4657-AA99-FB843B379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18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1" name="Oval 3916">
                <a:extLst>
                  <a:ext uri="{FF2B5EF4-FFF2-40B4-BE49-F238E27FC236}">
                    <a16:creationId xmlns:a16="http://schemas.microsoft.com/office/drawing/2014/main" id="{9F8442F0-F96E-4DA7-A154-978E89F44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9" y="186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2" name="Oval 3917">
                <a:extLst>
                  <a:ext uri="{FF2B5EF4-FFF2-40B4-BE49-F238E27FC236}">
                    <a16:creationId xmlns:a16="http://schemas.microsoft.com/office/drawing/2014/main" id="{5E0B07D7-9B60-474D-BA40-A27D17C19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86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3" name="Oval 3918">
                <a:extLst>
                  <a:ext uri="{FF2B5EF4-FFF2-40B4-BE49-F238E27FC236}">
                    <a16:creationId xmlns:a16="http://schemas.microsoft.com/office/drawing/2014/main" id="{9245AB94-9259-4568-8C66-CDAC8EFE4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1849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4" name="Oval 3919">
                <a:extLst>
                  <a:ext uri="{FF2B5EF4-FFF2-40B4-BE49-F238E27FC236}">
                    <a16:creationId xmlns:a16="http://schemas.microsoft.com/office/drawing/2014/main" id="{37A10D0A-23B3-40AD-B260-A4DC2A0A8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188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5" name="Oval 3920">
                <a:extLst>
                  <a:ext uri="{FF2B5EF4-FFF2-40B4-BE49-F238E27FC236}">
                    <a16:creationId xmlns:a16="http://schemas.microsoft.com/office/drawing/2014/main" id="{6C3D8ECB-D0E2-4E32-8037-2A7C3DAD6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192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6" name="Oval 3921">
                <a:extLst>
                  <a:ext uri="{FF2B5EF4-FFF2-40B4-BE49-F238E27FC236}">
                    <a16:creationId xmlns:a16="http://schemas.microsoft.com/office/drawing/2014/main" id="{BBF50BDA-51C8-4BC0-BEBF-534D750F6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187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7" name="Oval 3922">
                <a:extLst>
                  <a:ext uri="{FF2B5EF4-FFF2-40B4-BE49-F238E27FC236}">
                    <a16:creationId xmlns:a16="http://schemas.microsoft.com/office/drawing/2014/main" id="{9963D8B1-F075-4421-B7A8-FDCF9C426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186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8" name="Oval 3923">
                <a:extLst>
                  <a:ext uri="{FF2B5EF4-FFF2-40B4-BE49-F238E27FC236}">
                    <a16:creationId xmlns:a16="http://schemas.microsoft.com/office/drawing/2014/main" id="{FA6A1921-BC3E-4631-A75C-A5EA7A31C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185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9" name="Oval 3924">
                <a:extLst>
                  <a:ext uri="{FF2B5EF4-FFF2-40B4-BE49-F238E27FC236}">
                    <a16:creationId xmlns:a16="http://schemas.microsoft.com/office/drawing/2014/main" id="{F864511C-5A08-4C06-9A1C-7986EE73C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184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0" name="Oval 3925">
                <a:extLst>
                  <a:ext uri="{FF2B5EF4-FFF2-40B4-BE49-F238E27FC236}">
                    <a16:creationId xmlns:a16="http://schemas.microsoft.com/office/drawing/2014/main" id="{16B018B5-46AF-458D-AE87-94B7E0E31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188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1" name="Oval 3926">
                <a:extLst>
                  <a:ext uri="{FF2B5EF4-FFF2-40B4-BE49-F238E27FC236}">
                    <a16:creationId xmlns:a16="http://schemas.microsoft.com/office/drawing/2014/main" id="{B4AEF2A2-59CC-4C25-9CB1-2F858989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189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2" name="Oval 3927">
                <a:extLst>
                  <a:ext uri="{FF2B5EF4-FFF2-40B4-BE49-F238E27FC236}">
                    <a16:creationId xmlns:a16="http://schemas.microsoft.com/office/drawing/2014/main" id="{46CA4844-A8B0-4711-91DB-6B25AAB69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189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3" name="Oval 3928">
                <a:extLst>
                  <a:ext uri="{FF2B5EF4-FFF2-40B4-BE49-F238E27FC236}">
                    <a16:creationId xmlns:a16="http://schemas.microsoft.com/office/drawing/2014/main" id="{B9616C8C-2A90-4C01-AFF0-E396E7153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191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4" name="Oval 3929">
                <a:extLst>
                  <a:ext uri="{FF2B5EF4-FFF2-40B4-BE49-F238E27FC236}">
                    <a16:creationId xmlns:a16="http://schemas.microsoft.com/office/drawing/2014/main" id="{2ADD918C-A1AF-48EB-9B35-C1D9B6E6A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91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5" name="Oval 3930">
                <a:extLst>
                  <a:ext uri="{FF2B5EF4-FFF2-40B4-BE49-F238E27FC236}">
                    <a16:creationId xmlns:a16="http://schemas.microsoft.com/office/drawing/2014/main" id="{463F254B-1BED-4790-85B4-7495FC5FE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189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6" name="Oval 3931">
                <a:extLst>
                  <a:ext uri="{FF2B5EF4-FFF2-40B4-BE49-F238E27FC236}">
                    <a16:creationId xmlns:a16="http://schemas.microsoft.com/office/drawing/2014/main" id="{1ABEF06B-D695-4BA2-BDE8-16CC1A1F8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187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7" name="Oval 3932">
                <a:extLst>
                  <a:ext uri="{FF2B5EF4-FFF2-40B4-BE49-F238E27FC236}">
                    <a16:creationId xmlns:a16="http://schemas.microsoft.com/office/drawing/2014/main" id="{9B2380D6-1517-4FA5-8D5C-3F984E462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188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8" name="Oval 3933">
                <a:extLst>
                  <a:ext uri="{FF2B5EF4-FFF2-40B4-BE49-F238E27FC236}">
                    <a16:creationId xmlns:a16="http://schemas.microsoft.com/office/drawing/2014/main" id="{B1A7AD4C-FD2B-497B-9583-C32088691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18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9" name="Oval 3934">
                <a:extLst>
                  <a:ext uri="{FF2B5EF4-FFF2-40B4-BE49-F238E27FC236}">
                    <a16:creationId xmlns:a16="http://schemas.microsoft.com/office/drawing/2014/main" id="{C2580323-10D9-44B5-8980-5AAC598A0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187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0" name="Oval 3935">
                <a:extLst>
                  <a:ext uri="{FF2B5EF4-FFF2-40B4-BE49-F238E27FC236}">
                    <a16:creationId xmlns:a16="http://schemas.microsoft.com/office/drawing/2014/main" id="{9A14BF5D-9356-406A-AF81-8B69FDE47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189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1" name="Oval 3936">
                <a:extLst>
                  <a:ext uri="{FF2B5EF4-FFF2-40B4-BE49-F238E27FC236}">
                    <a16:creationId xmlns:a16="http://schemas.microsoft.com/office/drawing/2014/main" id="{99DDE9FD-1FA6-4C1B-BCC0-899C6EBEE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187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2" name="Oval 3937">
                <a:extLst>
                  <a:ext uri="{FF2B5EF4-FFF2-40B4-BE49-F238E27FC236}">
                    <a16:creationId xmlns:a16="http://schemas.microsoft.com/office/drawing/2014/main" id="{E7757590-4A08-4812-82F5-AE4A04ED9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18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3" name="Oval 3938">
                <a:extLst>
                  <a:ext uri="{FF2B5EF4-FFF2-40B4-BE49-F238E27FC236}">
                    <a16:creationId xmlns:a16="http://schemas.microsoft.com/office/drawing/2014/main" id="{C327FB85-12E5-401B-A6C1-214DC7E2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190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4" name="Oval 3939">
                <a:extLst>
                  <a:ext uri="{FF2B5EF4-FFF2-40B4-BE49-F238E27FC236}">
                    <a16:creationId xmlns:a16="http://schemas.microsoft.com/office/drawing/2014/main" id="{2C8946BA-54E0-463E-B057-BA99B08B6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188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5" name="Oval 3940">
                <a:extLst>
                  <a:ext uri="{FF2B5EF4-FFF2-40B4-BE49-F238E27FC236}">
                    <a16:creationId xmlns:a16="http://schemas.microsoft.com/office/drawing/2014/main" id="{E75BF6B9-89FC-4B2D-B19A-12F48C2E5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89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6" name="Oval 3941">
                <a:extLst>
                  <a:ext uri="{FF2B5EF4-FFF2-40B4-BE49-F238E27FC236}">
                    <a16:creationId xmlns:a16="http://schemas.microsoft.com/office/drawing/2014/main" id="{E5BF9987-3B99-4457-9D76-D9469083D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188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7" name="Oval 3942">
                <a:extLst>
                  <a:ext uri="{FF2B5EF4-FFF2-40B4-BE49-F238E27FC236}">
                    <a16:creationId xmlns:a16="http://schemas.microsoft.com/office/drawing/2014/main" id="{051AB3D6-2B9B-4DA9-9FF3-AD13BE828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189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8" name="Oval 3943">
                <a:extLst>
                  <a:ext uri="{FF2B5EF4-FFF2-40B4-BE49-F238E27FC236}">
                    <a16:creationId xmlns:a16="http://schemas.microsoft.com/office/drawing/2014/main" id="{77608E9B-68A8-42CC-B906-29480D00F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91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9" name="Oval 3944">
                <a:extLst>
                  <a:ext uri="{FF2B5EF4-FFF2-40B4-BE49-F238E27FC236}">
                    <a16:creationId xmlns:a16="http://schemas.microsoft.com/office/drawing/2014/main" id="{C38DF777-A48D-48E3-84CE-56B186B2D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188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0" name="Oval 3945">
                <a:extLst>
                  <a:ext uri="{FF2B5EF4-FFF2-40B4-BE49-F238E27FC236}">
                    <a16:creationId xmlns:a16="http://schemas.microsoft.com/office/drawing/2014/main" id="{88F7329B-ED06-471A-B253-76F8D94A0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188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1" name="Oval 3946">
                <a:extLst>
                  <a:ext uri="{FF2B5EF4-FFF2-40B4-BE49-F238E27FC236}">
                    <a16:creationId xmlns:a16="http://schemas.microsoft.com/office/drawing/2014/main" id="{5BF8F11E-CC4E-4FF4-B32E-AC6AB76B6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188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2" name="Oval 3947">
                <a:extLst>
                  <a:ext uri="{FF2B5EF4-FFF2-40B4-BE49-F238E27FC236}">
                    <a16:creationId xmlns:a16="http://schemas.microsoft.com/office/drawing/2014/main" id="{F98E8BC4-354F-4511-A109-3F41BCFDE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188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3" name="Oval 3948">
                <a:extLst>
                  <a:ext uri="{FF2B5EF4-FFF2-40B4-BE49-F238E27FC236}">
                    <a16:creationId xmlns:a16="http://schemas.microsoft.com/office/drawing/2014/main" id="{906C748E-39FE-4CDD-9E0B-8D8DA13FF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190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4" name="Oval 3949">
                <a:extLst>
                  <a:ext uri="{FF2B5EF4-FFF2-40B4-BE49-F238E27FC236}">
                    <a16:creationId xmlns:a16="http://schemas.microsoft.com/office/drawing/2014/main" id="{F7058D96-C95C-462F-A364-242FB0A1C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190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5" name="Oval 3950">
                <a:extLst>
                  <a:ext uri="{FF2B5EF4-FFF2-40B4-BE49-F238E27FC236}">
                    <a16:creationId xmlns:a16="http://schemas.microsoft.com/office/drawing/2014/main" id="{DA516EB8-BFDF-4BDF-9C24-17A29E11D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1915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6" name="Oval 3951">
                <a:extLst>
                  <a:ext uri="{FF2B5EF4-FFF2-40B4-BE49-F238E27FC236}">
                    <a16:creationId xmlns:a16="http://schemas.microsoft.com/office/drawing/2014/main" id="{F9B6105A-E9B3-4609-AEF7-921E3B06D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192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7" name="Oval 3952">
                <a:extLst>
                  <a:ext uri="{FF2B5EF4-FFF2-40B4-BE49-F238E27FC236}">
                    <a16:creationId xmlns:a16="http://schemas.microsoft.com/office/drawing/2014/main" id="{16FFE6FF-7A08-4E3A-BFD4-2CFD53120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188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8" name="Oval 3953">
                <a:extLst>
                  <a:ext uri="{FF2B5EF4-FFF2-40B4-BE49-F238E27FC236}">
                    <a16:creationId xmlns:a16="http://schemas.microsoft.com/office/drawing/2014/main" id="{E9271F6D-692C-4C1C-8BDF-634C0B5F1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90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9" name="Oval 3954">
                <a:extLst>
                  <a:ext uri="{FF2B5EF4-FFF2-40B4-BE49-F238E27FC236}">
                    <a16:creationId xmlns:a16="http://schemas.microsoft.com/office/drawing/2014/main" id="{2A0AB138-6FEB-422F-BC21-9D306954D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191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0" name="Oval 3955">
                <a:extLst>
                  <a:ext uri="{FF2B5EF4-FFF2-40B4-BE49-F238E27FC236}">
                    <a16:creationId xmlns:a16="http://schemas.microsoft.com/office/drawing/2014/main" id="{A854D9EA-1C36-4F1B-8511-F37BEF147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192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1" name="Oval 3956">
                <a:extLst>
                  <a:ext uri="{FF2B5EF4-FFF2-40B4-BE49-F238E27FC236}">
                    <a16:creationId xmlns:a16="http://schemas.microsoft.com/office/drawing/2014/main" id="{05BEB9FE-51DD-4E83-AD98-3361FE4BE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97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2" name="Oval 3957">
                <a:extLst>
                  <a:ext uri="{FF2B5EF4-FFF2-40B4-BE49-F238E27FC236}">
                    <a16:creationId xmlns:a16="http://schemas.microsoft.com/office/drawing/2014/main" id="{36F2505C-B125-4A41-8208-E2DE5E1B6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95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3" name="Oval 3958">
                <a:extLst>
                  <a:ext uri="{FF2B5EF4-FFF2-40B4-BE49-F238E27FC236}">
                    <a16:creationId xmlns:a16="http://schemas.microsoft.com/office/drawing/2014/main" id="{04087BB6-13F9-4FFD-8778-8F72CACC7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194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4" name="Oval 3959">
                <a:extLst>
                  <a:ext uri="{FF2B5EF4-FFF2-40B4-BE49-F238E27FC236}">
                    <a16:creationId xmlns:a16="http://schemas.microsoft.com/office/drawing/2014/main" id="{A530CA21-118E-4C51-B895-8626D3065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96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5" name="Oval 3960">
                <a:extLst>
                  <a:ext uri="{FF2B5EF4-FFF2-40B4-BE49-F238E27FC236}">
                    <a16:creationId xmlns:a16="http://schemas.microsoft.com/office/drawing/2014/main" id="{01D70556-8DC1-411E-96F2-9354652DC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196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6" name="Oval 3961">
                <a:extLst>
                  <a:ext uri="{FF2B5EF4-FFF2-40B4-BE49-F238E27FC236}">
                    <a16:creationId xmlns:a16="http://schemas.microsoft.com/office/drawing/2014/main" id="{4B067E96-9F3F-4CA0-A5A3-651273BA8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194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7" name="Oval 3962">
                <a:extLst>
                  <a:ext uri="{FF2B5EF4-FFF2-40B4-BE49-F238E27FC236}">
                    <a16:creationId xmlns:a16="http://schemas.microsoft.com/office/drawing/2014/main" id="{CD06E41C-AB9B-4AE3-8BBC-6156CFDE4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1945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8" name="Oval 3963">
                <a:extLst>
                  <a:ext uri="{FF2B5EF4-FFF2-40B4-BE49-F238E27FC236}">
                    <a16:creationId xmlns:a16="http://schemas.microsoft.com/office/drawing/2014/main" id="{7FDB2BD1-32BE-4A53-9A04-AE9616F4A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195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9" name="Oval 3964">
                <a:extLst>
                  <a:ext uri="{FF2B5EF4-FFF2-40B4-BE49-F238E27FC236}">
                    <a16:creationId xmlns:a16="http://schemas.microsoft.com/office/drawing/2014/main" id="{101DA3A6-9523-48AD-A117-14189395A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194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2" name="Group 3965">
              <a:extLst>
                <a:ext uri="{FF2B5EF4-FFF2-40B4-BE49-F238E27FC236}">
                  <a16:creationId xmlns:a16="http://schemas.microsoft.com/office/drawing/2014/main" id="{A4E01342-14D2-4EA7-8571-138ED667B6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04" y="1793"/>
              <a:ext cx="292" cy="245"/>
              <a:chOff x="4404" y="1793"/>
              <a:chExt cx="292" cy="245"/>
            </a:xfrm>
          </p:grpSpPr>
          <p:sp>
            <p:nvSpPr>
              <p:cNvPr id="61220" name="Oval 3966">
                <a:extLst>
                  <a:ext uri="{FF2B5EF4-FFF2-40B4-BE49-F238E27FC236}">
                    <a16:creationId xmlns:a16="http://schemas.microsoft.com/office/drawing/2014/main" id="{E2344504-80F2-437A-B877-CE7CE636B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193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21" name="Oval 3967">
                <a:extLst>
                  <a:ext uri="{FF2B5EF4-FFF2-40B4-BE49-F238E27FC236}">
                    <a16:creationId xmlns:a16="http://schemas.microsoft.com/office/drawing/2014/main" id="{F18324C8-569E-4448-A560-24EA93080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191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22" name="Oval 3968">
                <a:extLst>
                  <a:ext uri="{FF2B5EF4-FFF2-40B4-BE49-F238E27FC236}">
                    <a16:creationId xmlns:a16="http://schemas.microsoft.com/office/drawing/2014/main" id="{B0D5970F-7F61-4459-ADA0-03524CE2C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192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23" name="Oval 3969">
                <a:extLst>
                  <a:ext uri="{FF2B5EF4-FFF2-40B4-BE49-F238E27FC236}">
                    <a16:creationId xmlns:a16="http://schemas.microsoft.com/office/drawing/2014/main" id="{C00BBCA9-11C7-4685-8B13-925ADCBE0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93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24" name="Oval 3970">
                <a:extLst>
                  <a:ext uri="{FF2B5EF4-FFF2-40B4-BE49-F238E27FC236}">
                    <a16:creationId xmlns:a16="http://schemas.microsoft.com/office/drawing/2014/main" id="{3D4776A1-71A6-4312-9D46-0EE5F4D7C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195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25" name="Oval 3971">
                <a:extLst>
                  <a:ext uri="{FF2B5EF4-FFF2-40B4-BE49-F238E27FC236}">
                    <a16:creationId xmlns:a16="http://schemas.microsoft.com/office/drawing/2014/main" id="{60DDCE3A-A626-4FEE-A524-0B98B77B0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194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26" name="Oval 3972">
                <a:extLst>
                  <a:ext uri="{FF2B5EF4-FFF2-40B4-BE49-F238E27FC236}">
                    <a16:creationId xmlns:a16="http://schemas.microsoft.com/office/drawing/2014/main" id="{15FF5CDD-AC3D-4143-9FC7-7EE8B52FD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195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27" name="Oval 3973">
                <a:extLst>
                  <a:ext uri="{FF2B5EF4-FFF2-40B4-BE49-F238E27FC236}">
                    <a16:creationId xmlns:a16="http://schemas.microsoft.com/office/drawing/2014/main" id="{85A62F97-868D-4547-A427-DAB1E6532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95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28" name="Oval 3974">
                <a:extLst>
                  <a:ext uri="{FF2B5EF4-FFF2-40B4-BE49-F238E27FC236}">
                    <a16:creationId xmlns:a16="http://schemas.microsoft.com/office/drawing/2014/main" id="{046EDBBD-539B-42D3-A6FD-900FDABEF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955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29" name="Oval 3975">
                <a:extLst>
                  <a:ext uri="{FF2B5EF4-FFF2-40B4-BE49-F238E27FC236}">
                    <a16:creationId xmlns:a16="http://schemas.microsoft.com/office/drawing/2014/main" id="{CE323DD8-3CA3-4EE2-BE86-0EFC45B7E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196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0" name="Oval 3976">
                <a:extLst>
                  <a:ext uri="{FF2B5EF4-FFF2-40B4-BE49-F238E27FC236}">
                    <a16:creationId xmlns:a16="http://schemas.microsoft.com/office/drawing/2014/main" id="{8A2D5AEF-B3A2-4A2C-84FE-7BAA99363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197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1" name="Oval 3977">
                <a:extLst>
                  <a:ext uri="{FF2B5EF4-FFF2-40B4-BE49-F238E27FC236}">
                    <a16:creationId xmlns:a16="http://schemas.microsoft.com/office/drawing/2014/main" id="{18219E66-6891-414F-93E0-52AD53305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195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2" name="Oval 3978">
                <a:extLst>
                  <a:ext uri="{FF2B5EF4-FFF2-40B4-BE49-F238E27FC236}">
                    <a16:creationId xmlns:a16="http://schemas.microsoft.com/office/drawing/2014/main" id="{746B7E61-F00D-49C4-ADB3-CF50DBEC3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196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3" name="Oval 3979">
                <a:extLst>
                  <a:ext uri="{FF2B5EF4-FFF2-40B4-BE49-F238E27FC236}">
                    <a16:creationId xmlns:a16="http://schemas.microsoft.com/office/drawing/2014/main" id="{6063B3D1-62FB-43A5-90B0-4CA278889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197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4" name="Oval 3980">
                <a:extLst>
                  <a:ext uri="{FF2B5EF4-FFF2-40B4-BE49-F238E27FC236}">
                    <a16:creationId xmlns:a16="http://schemas.microsoft.com/office/drawing/2014/main" id="{BCB41037-2688-4E94-9792-1D40133C7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194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5" name="Oval 3981">
                <a:extLst>
                  <a:ext uri="{FF2B5EF4-FFF2-40B4-BE49-F238E27FC236}">
                    <a16:creationId xmlns:a16="http://schemas.microsoft.com/office/drawing/2014/main" id="{0AC76814-1703-42B4-B274-D338003F8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192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6" name="Oval 3982">
                <a:extLst>
                  <a:ext uri="{FF2B5EF4-FFF2-40B4-BE49-F238E27FC236}">
                    <a16:creationId xmlns:a16="http://schemas.microsoft.com/office/drawing/2014/main" id="{81E8DD59-A095-4FD4-ABDC-2D283DF17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192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7" name="Oval 3983">
                <a:extLst>
                  <a:ext uri="{FF2B5EF4-FFF2-40B4-BE49-F238E27FC236}">
                    <a16:creationId xmlns:a16="http://schemas.microsoft.com/office/drawing/2014/main" id="{5A247FC1-C02C-408F-9A80-09E5C89EE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193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8" name="Oval 3984">
                <a:extLst>
                  <a:ext uri="{FF2B5EF4-FFF2-40B4-BE49-F238E27FC236}">
                    <a16:creationId xmlns:a16="http://schemas.microsoft.com/office/drawing/2014/main" id="{F5235B8C-D177-4AAC-97E0-7E5E57ADD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192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39" name="Oval 3985">
                <a:extLst>
                  <a:ext uri="{FF2B5EF4-FFF2-40B4-BE49-F238E27FC236}">
                    <a16:creationId xmlns:a16="http://schemas.microsoft.com/office/drawing/2014/main" id="{161688BD-9D2F-471B-948C-D8EB3B632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192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0" name="Oval 3986">
                <a:extLst>
                  <a:ext uri="{FF2B5EF4-FFF2-40B4-BE49-F238E27FC236}">
                    <a16:creationId xmlns:a16="http://schemas.microsoft.com/office/drawing/2014/main" id="{CC21FB50-B8A7-4C8F-AD4C-FF3A9D866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192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1" name="Oval 3987">
                <a:extLst>
                  <a:ext uri="{FF2B5EF4-FFF2-40B4-BE49-F238E27FC236}">
                    <a16:creationId xmlns:a16="http://schemas.microsoft.com/office/drawing/2014/main" id="{96DAFBB2-CCCE-4EA3-821A-DE2097198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193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2" name="Oval 3988">
                <a:extLst>
                  <a:ext uri="{FF2B5EF4-FFF2-40B4-BE49-F238E27FC236}">
                    <a16:creationId xmlns:a16="http://schemas.microsoft.com/office/drawing/2014/main" id="{ECF0B1CF-6313-4A4B-9AA8-04D64FA52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1942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3" name="Oval 3989">
                <a:extLst>
                  <a:ext uri="{FF2B5EF4-FFF2-40B4-BE49-F238E27FC236}">
                    <a16:creationId xmlns:a16="http://schemas.microsoft.com/office/drawing/2014/main" id="{C5083AFA-D425-4B7E-8622-BEEEFC100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192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4" name="Oval 3990">
                <a:extLst>
                  <a:ext uri="{FF2B5EF4-FFF2-40B4-BE49-F238E27FC236}">
                    <a16:creationId xmlns:a16="http://schemas.microsoft.com/office/drawing/2014/main" id="{1CACCA54-F93C-4019-AC8A-35ECB43F7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195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5" name="Oval 3991">
                <a:extLst>
                  <a:ext uri="{FF2B5EF4-FFF2-40B4-BE49-F238E27FC236}">
                    <a16:creationId xmlns:a16="http://schemas.microsoft.com/office/drawing/2014/main" id="{72ECD85F-F666-4D15-942E-77B05DF8F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193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6" name="Oval 3992">
                <a:extLst>
                  <a:ext uri="{FF2B5EF4-FFF2-40B4-BE49-F238E27FC236}">
                    <a16:creationId xmlns:a16="http://schemas.microsoft.com/office/drawing/2014/main" id="{FBFB54C1-9313-4A06-AD33-F3357C38F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192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7" name="Oval 3993">
                <a:extLst>
                  <a:ext uri="{FF2B5EF4-FFF2-40B4-BE49-F238E27FC236}">
                    <a16:creationId xmlns:a16="http://schemas.microsoft.com/office/drawing/2014/main" id="{73F89017-A703-43BF-B92A-4D13E1BDB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6" y="193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8" name="Oval 3994">
                <a:extLst>
                  <a:ext uri="{FF2B5EF4-FFF2-40B4-BE49-F238E27FC236}">
                    <a16:creationId xmlns:a16="http://schemas.microsoft.com/office/drawing/2014/main" id="{AA53B48C-8884-4099-BFBD-F1043AE7D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194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49" name="Oval 3995">
                <a:extLst>
                  <a:ext uri="{FF2B5EF4-FFF2-40B4-BE49-F238E27FC236}">
                    <a16:creationId xmlns:a16="http://schemas.microsoft.com/office/drawing/2014/main" id="{6F8C466B-E803-42A6-B452-1C1E54A9F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6" y="195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0" name="Oval 3996">
                <a:extLst>
                  <a:ext uri="{FF2B5EF4-FFF2-40B4-BE49-F238E27FC236}">
                    <a16:creationId xmlns:a16="http://schemas.microsoft.com/office/drawing/2014/main" id="{ADC28DC2-83CB-45E8-94E6-BBB19DCE1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1945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1" name="Oval 3997">
                <a:extLst>
                  <a:ext uri="{FF2B5EF4-FFF2-40B4-BE49-F238E27FC236}">
                    <a16:creationId xmlns:a16="http://schemas.microsoft.com/office/drawing/2014/main" id="{8AF4008D-02AB-43A7-A12E-84DC8F339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194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2" name="Oval 3998">
                <a:extLst>
                  <a:ext uri="{FF2B5EF4-FFF2-40B4-BE49-F238E27FC236}">
                    <a16:creationId xmlns:a16="http://schemas.microsoft.com/office/drawing/2014/main" id="{A5803FD5-3178-4504-84FE-D8F59A305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194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3" name="Oval 3999">
                <a:extLst>
                  <a:ext uri="{FF2B5EF4-FFF2-40B4-BE49-F238E27FC236}">
                    <a16:creationId xmlns:a16="http://schemas.microsoft.com/office/drawing/2014/main" id="{559BEEC9-981D-4A48-BAEF-0AA5A53C2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95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4" name="Oval 4000">
                <a:extLst>
                  <a:ext uri="{FF2B5EF4-FFF2-40B4-BE49-F238E27FC236}">
                    <a16:creationId xmlns:a16="http://schemas.microsoft.com/office/drawing/2014/main" id="{A8628842-AB0D-4886-8E20-A457EBB23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93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5" name="Oval 4001">
                <a:extLst>
                  <a:ext uri="{FF2B5EF4-FFF2-40B4-BE49-F238E27FC236}">
                    <a16:creationId xmlns:a16="http://schemas.microsoft.com/office/drawing/2014/main" id="{9B866F91-C1BB-4456-BF5A-8A14D2E9A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194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6" name="Oval 4002">
                <a:extLst>
                  <a:ext uri="{FF2B5EF4-FFF2-40B4-BE49-F238E27FC236}">
                    <a16:creationId xmlns:a16="http://schemas.microsoft.com/office/drawing/2014/main" id="{9880A275-139E-4D9E-9EB7-F089E5FBE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193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7" name="Oval 4003">
                <a:extLst>
                  <a:ext uri="{FF2B5EF4-FFF2-40B4-BE49-F238E27FC236}">
                    <a16:creationId xmlns:a16="http://schemas.microsoft.com/office/drawing/2014/main" id="{88AC1E25-7AD9-4C1A-A0A4-7035C21BF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195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8" name="Oval 4004">
                <a:extLst>
                  <a:ext uri="{FF2B5EF4-FFF2-40B4-BE49-F238E27FC236}">
                    <a16:creationId xmlns:a16="http://schemas.microsoft.com/office/drawing/2014/main" id="{262391C0-3684-4402-84DE-E383ACB20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190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59" name="Oval 4005">
                <a:extLst>
                  <a:ext uri="{FF2B5EF4-FFF2-40B4-BE49-F238E27FC236}">
                    <a16:creationId xmlns:a16="http://schemas.microsoft.com/office/drawing/2014/main" id="{6D61E0DE-0FE2-4ADB-86FC-9605982E7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189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0" name="Oval 4006">
                <a:extLst>
                  <a:ext uri="{FF2B5EF4-FFF2-40B4-BE49-F238E27FC236}">
                    <a16:creationId xmlns:a16="http://schemas.microsoft.com/office/drawing/2014/main" id="{587194EE-A111-4AEE-8F3C-7797D0CD6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192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1" name="Oval 4007">
                <a:extLst>
                  <a:ext uri="{FF2B5EF4-FFF2-40B4-BE49-F238E27FC236}">
                    <a16:creationId xmlns:a16="http://schemas.microsoft.com/office/drawing/2014/main" id="{782ADBC6-DED7-4731-A1A7-C563E4622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95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2" name="Oval 4008">
                <a:extLst>
                  <a:ext uri="{FF2B5EF4-FFF2-40B4-BE49-F238E27FC236}">
                    <a16:creationId xmlns:a16="http://schemas.microsoft.com/office/drawing/2014/main" id="{037870CD-05E7-4675-813D-0B7947F49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193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3" name="Oval 4009">
                <a:extLst>
                  <a:ext uri="{FF2B5EF4-FFF2-40B4-BE49-F238E27FC236}">
                    <a16:creationId xmlns:a16="http://schemas.microsoft.com/office/drawing/2014/main" id="{F3C10AB7-5298-4098-B7CA-3290AA53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92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4" name="Oval 4010">
                <a:extLst>
                  <a:ext uri="{FF2B5EF4-FFF2-40B4-BE49-F238E27FC236}">
                    <a16:creationId xmlns:a16="http://schemas.microsoft.com/office/drawing/2014/main" id="{6C7194BD-E333-4DA3-B040-4FC0F6115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192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5" name="Oval 4011">
                <a:extLst>
                  <a:ext uri="{FF2B5EF4-FFF2-40B4-BE49-F238E27FC236}">
                    <a16:creationId xmlns:a16="http://schemas.microsoft.com/office/drawing/2014/main" id="{47D31D80-AD97-4B8E-A0FB-480480F03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192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6" name="Oval 4012">
                <a:extLst>
                  <a:ext uri="{FF2B5EF4-FFF2-40B4-BE49-F238E27FC236}">
                    <a16:creationId xmlns:a16="http://schemas.microsoft.com/office/drawing/2014/main" id="{324217A4-FA4B-4A1B-B4E7-EC599D4DD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192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7" name="Oval 4013">
                <a:extLst>
                  <a:ext uri="{FF2B5EF4-FFF2-40B4-BE49-F238E27FC236}">
                    <a16:creationId xmlns:a16="http://schemas.microsoft.com/office/drawing/2014/main" id="{68B9F136-20DE-48B4-AEC5-4AE305C8F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193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8" name="Oval 4014">
                <a:extLst>
                  <a:ext uri="{FF2B5EF4-FFF2-40B4-BE49-F238E27FC236}">
                    <a16:creationId xmlns:a16="http://schemas.microsoft.com/office/drawing/2014/main" id="{F19EF7C1-E078-416F-A8FB-68018FBEE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192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69" name="Oval 4015">
                <a:extLst>
                  <a:ext uri="{FF2B5EF4-FFF2-40B4-BE49-F238E27FC236}">
                    <a16:creationId xmlns:a16="http://schemas.microsoft.com/office/drawing/2014/main" id="{9C0DB23D-D76F-4B0D-B91F-1A327B635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195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0" name="Oval 4016">
                <a:extLst>
                  <a:ext uri="{FF2B5EF4-FFF2-40B4-BE49-F238E27FC236}">
                    <a16:creationId xmlns:a16="http://schemas.microsoft.com/office/drawing/2014/main" id="{961F5600-796A-475C-AB4E-9CC4B58C7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97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1" name="Oval 4017">
                <a:extLst>
                  <a:ext uri="{FF2B5EF4-FFF2-40B4-BE49-F238E27FC236}">
                    <a16:creationId xmlns:a16="http://schemas.microsoft.com/office/drawing/2014/main" id="{ABA06F79-2F4A-4367-8C1B-CCA4F17AE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195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2" name="Oval 4018">
                <a:extLst>
                  <a:ext uri="{FF2B5EF4-FFF2-40B4-BE49-F238E27FC236}">
                    <a16:creationId xmlns:a16="http://schemas.microsoft.com/office/drawing/2014/main" id="{A00E7102-DFA0-4B06-96F4-5C2B40AF7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195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3" name="Oval 4019">
                <a:extLst>
                  <a:ext uri="{FF2B5EF4-FFF2-40B4-BE49-F238E27FC236}">
                    <a16:creationId xmlns:a16="http://schemas.microsoft.com/office/drawing/2014/main" id="{B230143C-7BE6-4EF8-9663-66B25D685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99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4" name="Oval 4020">
                <a:extLst>
                  <a:ext uri="{FF2B5EF4-FFF2-40B4-BE49-F238E27FC236}">
                    <a16:creationId xmlns:a16="http://schemas.microsoft.com/office/drawing/2014/main" id="{7F5A94F5-E2DB-4F40-97B4-C7D8328DF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199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5" name="Oval 4021">
                <a:extLst>
                  <a:ext uri="{FF2B5EF4-FFF2-40B4-BE49-F238E27FC236}">
                    <a16:creationId xmlns:a16="http://schemas.microsoft.com/office/drawing/2014/main" id="{F615A5B8-54C9-4A21-9B38-DBE991CA1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193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6" name="Oval 4022">
                <a:extLst>
                  <a:ext uri="{FF2B5EF4-FFF2-40B4-BE49-F238E27FC236}">
                    <a16:creationId xmlns:a16="http://schemas.microsoft.com/office/drawing/2014/main" id="{526C6833-5742-40F0-9E59-95A2002B9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194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7" name="Oval 4023">
                <a:extLst>
                  <a:ext uri="{FF2B5EF4-FFF2-40B4-BE49-F238E27FC236}">
                    <a16:creationId xmlns:a16="http://schemas.microsoft.com/office/drawing/2014/main" id="{CBD8A7C2-07ED-4205-995E-84979F410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193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8" name="Oval 4024">
                <a:extLst>
                  <a:ext uri="{FF2B5EF4-FFF2-40B4-BE49-F238E27FC236}">
                    <a16:creationId xmlns:a16="http://schemas.microsoft.com/office/drawing/2014/main" id="{F895A439-9C76-4191-B0DE-166BF8839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193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79" name="Oval 4025">
                <a:extLst>
                  <a:ext uri="{FF2B5EF4-FFF2-40B4-BE49-F238E27FC236}">
                    <a16:creationId xmlns:a16="http://schemas.microsoft.com/office/drawing/2014/main" id="{02C948EF-A58B-4B45-84BD-6E6CD27C5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95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0" name="Oval 4026">
                <a:extLst>
                  <a:ext uri="{FF2B5EF4-FFF2-40B4-BE49-F238E27FC236}">
                    <a16:creationId xmlns:a16="http://schemas.microsoft.com/office/drawing/2014/main" id="{6791BDBC-A19A-412A-A82B-806222D93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193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1" name="Oval 4027">
                <a:extLst>
                  <a:ext uri="{FF2B5EF4-FFF2-40B4-BE49-F238E27FC236}">
                    <a16:creationId xmlns:a16="http://schemas.microsoft.com/office/drawing/2014/main" id="{8C3A1492-E4E4-458C-9E09-1E2403006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193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2" name="Oval 4028">
                <a:extLst>
                  <a:ext uri="{FF2B5EF4-FFF2-40B4-BE49-F238E27FC236}">
                    <a16:creationId xmlns:a16="http://schemas.microsoft.com/office/drawing/2014/main" id="{88DE6B84-F0BF-478B-8D55-9638A867C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198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3" name="Oval 4029">
                <a:extLst>
                  <a:ext uri="{FF2B5EF4-FFF2-40B4-BE49-F238E27FC236}">
                    <a16:creationId xmlns:a16="http://schemas.microsoft.com/office/drawing/2014/main" id="{8E68A150-E76E-4A09-8E2F-53144BCDD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6" y="196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4" name="Oval 4030">
                <a:extLst>
                  <a:ext uri="{FF2B5EF4-FFF2-40B4-BE49-F238E27FC236}">
                    <a16:creationId xmlns:a16="http://schemas.microsoft.com/office/drawing/2014/main" id="{114B8831-274D-4212-A390-FC1AC6503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195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5" name="Oval 4031">
                <a:extLst>
                  <a:ext uri="{FF2B5EF4-FFF2-40B4-BE49-F238E27FC236}">
                    <a16:creationId xmlns:a16="http://schemas.microsoft.com/office/drawing/2014/main" id="{53BEDA8E-3E31-4F1F-8FDB-1E1AC96EF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197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6" name="Oval 4032">
                <a:extLst>
                  <a:ext uri="{FF2B5EF4-FFF2-40B4-BE49-F238E27FC236}">
                    <a16:creationId xmlns:a16="http://schemas.microsoft.com/office/drawing/2014/main" id="{5EC3EC3A-2F1E-404E-A35F-9DF7B2EA5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197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7" name="Oval 4033">
                <a:extLst>
                  <a:ext uri="{FF2B5EF4-FFF2-40B4-BE49-F238E27FC236}">
                    <a16:creationId xmlns:a16="http://schemas.microsoft.com/office/drawing/2014/main" id="{83908F30-EE58-4C69-8FF3-CB35D8E35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195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8" name="Oval 4034">
                <a:extLst>
                  <a:ext uri="{FF2B5EF4-FFF2-40B4-BE49-F238E27FC236}">
                    <a16:creationId xmlns:a16="http://schemas.microsoft.com/office/drawing/2014/main" id="{038CD6A2-5A6C-4FA3-84EF-E83C93899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195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89" name="Oval 4035">
                <a:extLst>
                  <a:ext uri="{FF2B5EF4-FFF2-40B4-BE49-F238E27FC236}">
                    <a16:creationId xmlns:a16="http://schemas.microsoft.com/office/drawing/2014/main" id="{3756EA07-7AF2-4496-8E39-6924E7885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196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0" name="Oval 4036">
                <a:extLst>
                  <a:ext uri="{FF2B5EF4-FFF2-40B4-BE49-F238E27FC236}">
                    <a16:creationId xmlns:a16="http://schemas.microsoft.com/office/drawing/2014/main" id="{17241C46-C146-4CB7-96B7-38BCC0E1D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195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1" name="Oval 4037">
                <a:extLst>
                  <a:ext uri="{FF2B5EF4-FFF2-40B4-BE49-F238E27FC236}">
                    <a16:creationId xmlns:a16="http://schemas.microsoft.com/office/drawing/2014/main" id="{DB3F70BA-C2D1-44DB-9DA1-EADB65EA2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194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2" name="Oval 4038">
                <a:extLst>
                  <a:ext uri="{FF2B5EF4-FFF2-40B4-BE49-F238E27FC236}">
                    <a16:creationId xmlns:a16="http://schemas.microsoft.com/office/drawing/2014/main" id="{E88E3D82-DE53-488A-91D5-2E7F75623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1931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3" name="Oval 4039">
                <a:extLst>
                  <a:ext uri="{FF2B5EF4-FFF2-40B4-BE49-F238E27FC236}">
                    <a16:creationId xmlns:a16="http://schemas.microsoft.com/office/drawing/2014/main" id="{A51C3A6F-9340-4503-82D6-66237B419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193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4" name="Oval 4040">
                <a:extLst>
                  <a:ext uri="{FF2B5EF4-FFF2-40B4-BE49-F238E27FC236}">
                    <a16:creationId xmlns:a16="http://schemas.microsoft.com/office/drawing/2014/main" id="{7758531C-5335-4867-8CB4-B76607DDE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195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5" name="Oval 4041">
                <a:extLst>
                  <a:ext uri="{FF2B5EF4-FFF2-40B4-BE49-F238E27FC236}">
                    <a16:creationId xmlns:a16="http://schemas.microsoft.com/office/drawing/2014/main" id="{8FCFC004-50CB-4B9D-B420-1E2A51B91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96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6" name="Oval 4042">
                <a:extLst>
                  <a:ext uri="{FF2B5EF4-FFF2-40B4-BE49-F238E27FC236}">
                    <a16:creationId xmlns:a16="http://schemas.microsoft.com/office/drawing/2014/main" id="{2AD288F7-3A33-4A3A-9757-DB27DA24F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195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7" name="Oval 4043">
                <a:extLst>
                  <a:ext uri="{FF2B5EF4-FFF2-40B4-BE49-F238E27FC236}">
                    <a16:creationId xmlns:a16="http://schemas.microsoft.com/office/drawing/2014/main" id="{C4C6DE23-97E6-4310-B158-E70F269F8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1971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8" name="Oval 4044">
                <a:extLst>
                  <a:ext uri="{FF2B5EF4-FFF2-40B4-BE49-F238E27FC236}">
                    <a16:creationId xmlns:a16="http://schemas.microsoft.com/office/drawing/2014/main" id="{C2D280C7-8766-4978-AD7C-A4C463743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196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99" name="Oval 4045">
                <a:extLst>
                  <a:ext uri="{FF2B5EF4-FFF2-40B4-BE49-F238E27FC236}">
                    <a16:creationId xmlns:a16="http://schemas.microsoft.com/office/drawing/2014/main" id="{F86E0E5D-7744-449D-9E3A-F96370DDF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196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0" name="Oval 4046">
                <a:extLst>
                  <a:ext uri="{FF2B5EF4-FFF2-40B4-BE49-F238E27FC236}">
                    <a16:creationId xmlns:a16="http://schemas.microsoft.com/office/drawing/2014/main" id="{AEB277A3-D0C4-446D-8E80-0C269A7F1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197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1" name="Oval 4047">
                <a:extLst>
                  <a:ext uri="{FF2B5EF4-FFF2-40B4-BE49-F238E27FC236}">
                    <a16:creationId xmlns:a16="http://schemas.microsoft.com/office/drawing/2014/main" id="{1C72FB4E-75F7-4E1B-A71A-822697A4C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6" y="19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2" name="Oval 4048">
                <a:extLst>
                  <a:ext uri="{FF2B5EF4-FFF2-40B4-BE49-F238E27FC236}">
                    <a16:creationId xmlns:a16="http://schemas.microsoft.com/office/drawing/2014/main" id="{71509EF3-9DB3-4417-8832-8004D9066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00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3" name="Oval 4049">
                <a:extLst>
                  <a:ext uri="{FF2B5EF4-FFF2-40B4-BE49-F238E27FC236}">
                    <a16:creationId xmlns:a16="http://schemas.microsoft.com/office/drawing/2014/main" id="{04D73859-5816-412F-ACF7-641B388C8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199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4" name="Oval 4050">
                <a:extLst>
                  <a:ext uri="{FF2B5EF4-FFF2-40B4-BE49-F238E27FC236}">
                    <a16:creationId xmlns:a16="http://schemas.microsoft.com/office/drawing/2014/main" id="{749BE45B-BE64-4E37-9FCC-D29D6D3C7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199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5" name="Oval 4051">
                <a:extLst>
                  <a:ext uri="{FF2B5EF4-FFF2-40B4-BE49-F238E27FC236}">
                    <a16:creationId xmlns:a16="http://schemas.microsoft.com/office/drawing/2014/main" id="{D9ED236F-73F2-4242-B591-4DB520A5B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197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6" name="Oval 4052">
                <a:extLst>
                  <a:ext uri="{FF2B5EF4-FFF2-40B4-BE49-F238E27FC236}">
                    <a16:creationId xmlns:a16="http://schemas.microsoft.com/office/drawing/2014/main" id="{83AFD229-C7C4-4C85-AC45-1F159393B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1939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7" name="Oval 4053">
                <a:extLst>
                  <a:ext uri="{FF2B5EF4-FFF2-40B4-BE49-F238E27FC236}">
                    <a16:creationId xmlns:a16="http://schemas.microsoft.com/office/drawing/2014/main" id="{3623C969-12C9-481A-B705-755834232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195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8" name="Oval 4054">
                <a:extLst>
                  <a:ext uri="{FF2B5EF4-FFF2-40B4-BE49-F238E27FC236}">
                    <a16:creationId xmlns:a16="http://schemas.microsoft.com/office/drawing/2014/main" id="{CD689AD9-EE28-455C-89D9-1B3C421AB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97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09" name="Oval 4055">
                <a:extLst>
                  <a:ext uri="{FF2B5EF4-FFF2-40B4-BE49-F238E27FC236}">
                    <a16:creationId xmlns:a16="http://schemas.microsoft.com/office/drawing/2014/main" id="{03C584E1-4033-41CB-A710-1E6F5ABF4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9" y="200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0" name="Oval 4056">
                <a:extLst>
                  <a:ext uri="{FF2B5EF4-FFF2-40B4-BE49-F238E27FC236}">
                    <a16:creationId xmlns:a16="http://schemas.microsoft.com/office/drawing/2014/main" id="{15537B73-7458-41CD-A558-22242B127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03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1" name="Oval 4057">
                <a:extLst>
                  <a:ext uri="{FF2B5EF4-FFF2-40B4-BE49-F238E27FC236}">
                    <a16:creationId xmlns:a16="http://schemas.microsoft.com/office/drawing/2014/main" id="{9253DBC5-2FAE-44E6-A106-598C6507C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01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2" name="Oval 4058">
                <a:extLst>
                  <a:ext uri="{FF2B5EF4-FFF2-40B4-BE49-F238E27FC236}">
                    <a16:creationId xmlns:a16="http://schemas.microsoft.com/office/drawing/2014/main" id="{458A8140-2DC2-4202-9572-5F084C6FA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96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3" name="Oval 4059">
                <a:extLst>
                  <a:ext uri="{FF2B5EF4-FFF2-40B4-BE49-F238E27FC236}">
                    <a16:creationId xmlns:a16="http://schemas.microsoft.com/office/drawing/2014/main" id="{79CC00E4-B3A6-40A5-8F29-5353F2D39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6" y="197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4" name="Oval 4060">
                <a:extLst>
                  <a:ext uri="{FF2B5EF4-FFF2-40B4-BE49-F238E27FC236}">
                    <a16:creationId xmlns:a16="http://schemas.microsoft.com/office/drawing/2014/main" id="{7D4AED36-3DDE-4888-A2EE-061B2C9EF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198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5" name="Oval 4061">
                <a:extLst>
                  <a:ext uri="{FF2B5EF4-FFF2-40B4-BE49-F238E27FC236}">
                    <a16:creationId xmlns:a16="http://schemas.microsoft.com/office/drawing/2014/main" id="{20FD3E76-1658-40E3-804A-49363DED1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80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6" name="Oval 4062">
                <a:extLst>
                  <a:ext uri="{FF2B5EF4-FFF2-40B4-BE49-F238E27FC236}">
                    <a16:creationId xmlns:a16="http://schemas.microsoft.com/office/drawing/2014/main" id="{B7AD3853-A980-49CD-BBC5-C0E022064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181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7" name="Oval 4063">
                <a:extLst>
                  <a:ext uri="{FF2B5EF4-FFF2-40B4-BE49-F238E27FC236}">
                    <a16:creationId xmlns:a16="http://schemas.microsoft.com/office/drawing/2014/main" id="{5800A898-A0F2-4CCC-8430-387FF7D67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181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8" name="Oval 4064">
                <a:extLst>
                  <a:ext uri="{FF2B5EF4-FFF2-40B4-BE49-F238E27FC236}">
                    <a16:creationId xmlns:a16="http://schemas.microsoft.com/office/drawing/2014/main" id="{4EEA9F91-233E-44D2-881D-B1FD33088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83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19" name="Oval 4065">
                <a:extLst>
                  <a:ext uri="{FF2B5EF4-FFF2-40B4-BE49-F238E27FC236}">
                    <a16:creationId xmlns:a16="http://schemas.microsoft.com/office/drawing/2014/main" id="{BC0BCDC0-73DE-4781-BA8B-48FCCE69B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183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0" name="Oval 4066">
                <a:extLst>
                  <a:ext uri="{FF2B5EF4-FFF2-40B4-BE49-F238E27FC236}">
                    <a16:creationId xmlns:a16="http://schemas.microsoft.com/office/drawing/2014/main" id="{CF2F8049-F8C3-4EDC-BB01-FCA21460F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1811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1" name="Oval 4067">
                <a:extLst>
                  <a:ext uri="{FF2B5EF4-FFF2-40B4-BE49-F238E27FC236}">
                    <a16:creationId xmlns:a16="http://schemas.microsoft.com/office/drawing/2014/main" id="{895785AC-732E-4B1B-AA50-2074F6307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179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2" name="Oval 4068">
                <a:extLst>
                  <a:ext uri="{FF2B5EF4-FFF2-40B4-BE49-F238E27FC236}">
                    <a16:creationId xmlns:a16="http://schemas.microsoft.com/office/drawing/2014/main" id="{0BCB6B9B-E8E4-48D8-881F-8BF3DE1FE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179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3" name="Oval 4069">
                <a:extLst>
                  <a:ext uri="{FF2B5EF4-FFF2-40B4-BE49-F238E27FC236}">
                    <a16:creationId xmlns:a16="http://schemas.microsoft.com/office/drawing/2014/main" id="{4F8A83DE-6FE2-40C6-AD4F-3F7C8A175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179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4" name="Oval 4070">
                <a:extLst>
                  <a:ext uri="{FF2B5EF4-FFF2-40B4-BE49-F238E27FC236}">
                    <a16:creationId xmlns:a16="http://schemas.microsoft.com/office/drawing/2014/main" id="{725547E7-C3E9-4B49-BF15-EAA465D05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179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5" name="Oval 4071">
                <a:extLst>
                  <a:ext uri="{FF2B5EF4-FFF2-40B4-BE49-F238E27FC236}">
                    <a16:creationId xmlns:a16="http://schemas.microsoft.com/office/drawing/2014/main" id="{F668E0CC-0506-4F87-8B02-C5B3EAD0F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181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6" name="Oval 4072">
                <a:extLst>
                  <a:ext uri="{FF2B5EF4-FFF2-40B4-BE49-F238E27FC236}">
                    <a16:creationId xmlns:a16="http://schemas.microsoft.com/office/drawing/2014/main" id="{FECEE0E3-541A-47BD-89F9-BA350CD7A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179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7" name="Oval 4073">
                <a:extLst>
                  <a:ext uri="{FF2B5EF4-FFF2-40B4-BE49-F238E27FC236}">
                    <a16:creationId xmlns:a16="http://schemas.microsoft.com/office/drawing/2014/main" id="{8F8DE0ED-1103-4595-884E-B14F0B87E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181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8" name="Oval 4074">
                <a:extLst>
                  <a:ext uri="{FF2B5EF4-FFF2-40B4-BE49-F238E27FC236}">
                    <a16:creationId xmlns:a16="http://schemas.microsoft.com/office/drawing/2014/main" id="{3BA060EE-9CD4-440C-83BE-E348A86A7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181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29" name="Oval 4075">
                <a:extLst>
                  <a:ext uri="{FF2B5EF4-FFF2-40B4-BE49-F238E27FC236}">
                    <a16:creationId xmlns:a16="http://schemas.microsoft.com/office/drawing/2014/main" id="{412D61ED-56E8-4A43-82D5-A46B38818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180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0" name="Oval 4076">
                <a:extLst>
                  <a:ext uri="{FF2B5EF4-FFF2-40B4-BE49-F238E27FC236}">
                    <a16:creationId xmlns:a16="http://schemas.microsoft.com/office/drawing/2014/main" id="{E4846F0E-8231-402B-AB33-92B01CB30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1811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1" name="Oval 4077">
                <a:extLst>
                  <a:ext uri="{FF2B5EF4-FFF2-40B4-BE49-F238E27FC236}">
                    <a16:creationId xmlns:a16="http://schemas.microsoft.com/office/drawing/2014/main" id="{161DE339-6E84-4844-AE34-8586B89D4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180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2" name="Oval 4078">
                <a:extLst>
                  <a:ext uri="{FF2B5EF4-FFF2-40B4-BE49-F238E27FC236}">
                    <a16:creationId xmlns:a16="http://schemas.microsoft.com/office/drawing/2014/main" id="{1DE36E64-F094-40C7-AD57-B717512BB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181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3" name="Oval 4079">
                <a:extLst>
                  <a:ext uri="{FF2B5EF4-FFF2-40B4-BE49-F238E27FC236}">
                    <a16:creationId xmlns:a16="http://schemas.microsoft.com/office/drawing/2014/main" id="{39547006-0D4E-4295-A0B1-DCAC45F6D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182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4" name="Oval 4080">
                <a:extLst>
                  <a:ext uri="{FF2B5EF4-FFF2-40B4-BE49-F238E27FC236}">
                    <a16:creationId xmlns:a16="http://schemas.microsoft.com/office/drawing/2014/main" id="{F77BD01E-E9ED-4C60-A02D-6CCA49C88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184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5" name="Oval 4081">
                <a:extLst>
                  <a:ext uri="{FF2B5EF4-FFF2-40B4-BE49-F238E27FC236}">
                    <a16:creationId xmlns:a16="http://schemas.microsoft.com/office/drawing/2014/main" id="{FB446BB5-FA9D-4CD1-B396-9CB2F9CA0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18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6" name="Oval 4082">
                <a:extLst>
                  <a:ext uri="{FF2B5EF4-FFF2-40B4-BE49-F238E27FC236}">
                    <a16:creationId xmlns:a16="http://schemas.microsoft.com/office/drawing/2014/main" id="{D7552BEF-A655-4728-B29A-B83994134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183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7" name="Oval 4083">
                <a:extLst>
                  <a:ext uri="{FF2B5EF4-FFF2-40B4-BE49-F238E27FC236}">
                    <a16:creationId xmlns:a16="http://schemas.microsoft.com/office/drawing/2014/main" id="{685A18EB-6952-49E9-A139-CC8609D3F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181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8" name="Oval 4084">
                <a:extLst>
                  <a:ext uri="{FF2B5EF4-FFF2-40B4-BE49-F238E27FC236}">
                    <a16:creationId xmlns:a16="http://schemas.microsoft.com/office/drawing/2014/main" id="{BB2E4E39-16D7-4577-A2D1-FE8895A93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182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39" name="Oval 4085">
                <a:extLst>
                  <a:ext uri="{FF2B5EF4-FFF2-40B4-BE49-F238E27FC236}">
                    <a16:creationId xmlns:a16="http://schemas.microsoft.com/office/drawing/2014/main" id="{5DF4E6B9-390B-4463-8ED5-38FA7BAE0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183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0" name="Oval 4086">
                <a:extLst>
                  <a:ext uri="{FF2B5EF4-FFF2-40B4-BE49-F238E27FC236}">
                    <a16:creationId xmlns:a16="http://schemas.microsoft.com/office/drawing/2014/main" id="{91929EEE-14FC-4400-816E-83282A194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85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1" name="Oval 4087">
                <a:extLst>
                  <a:ext uri="{FF2B5EF4-FFF2-40B4-BE49-F238E27FC236}">
                    <a16:creationId xmlns:a16="http://schemas.microsoft.com/office/drawing/2014/main" id="{34BED294-3646-401C-87DE-5826D3CAA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180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2" name="Oval 4088">
                <a:extLst>
                  <a:ext uri="{FF2B5EF4-FFF2-40B4-BE49-F238E27FC236}">
                    <a16:creationId xmlns:a16="http://schemas.microsoft.com/office/drawing/2014/main" id="{95488132-784B-443F-BC07-482BCB85D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180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3" name="Oval 4089">
                <a:extLst>
                  <a:ext uri="{FF2B5EF4-FFF2-40B4-BE49-F238E27FC236}">
                    <a16:creationId xmlns:a16="http://schemas.microsoft.com/office/drawing/2014/main" id="{A7A7AFDA-37F2-499C-B1F4-5ABC04088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180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4" name="Oval 4090">
                <a:extLst>
                  <a:ext uri="{FF2B5EF4-FFF2-40B4-BE49-F238E27FC236}">
                    <a16:creationId xmlns:a16="http://schemas.microsoft.com/office/drawing/2014/main" id="{EAE7D2D8-A1C3-4CB8-8CDC-7CDAF67C7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182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5" name="Oval 4091">
                <a:extLst>
                  <a:ext uri="{FF2B5EF4-FFF2-40B4-BE49-F238E27FC236}">
                    <a16:creationId xmlns:a16="http://schemas.microsoft.com/office/drawing/2014/main" id="{6AA52B6D-FACF-45FC-B3EB-0B96EF408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182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6" name="Oval 4092">
                <a:extLst>
                  <a:ext uri="{FF2B5EF4-FFF2-40B4-BE49-F238E27FC236}">
                    <a16:creationId xmlns:a16="http://schemas.microsoft.com/office/drawing/2014/main" id="{DB4711D2-7625-4AB7-8C8C-18B07E8C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183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7" name="Oval 4093">
                <a:extLst>
                  <a:ext uri="{FF2B5EF4-FFF2-40B4-BE49-F238E27FC236}">
                    <a16:creationId xmlns:a16="http://schemas.microsoft.com/office/drawing/2014/main" id="{4BD926CF-0545-4879-89F1-DA493015A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18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8" name="Oval 4094">
                <a:extLst>
                  <a:ext uri="{FF2B5EF4-FFF2-40B4-BE49-F238E27FC236}">
                    <a16:creationId xmlns:a16="http://schemas.microsoft.com/office/drawing/2014/main" id="{EF872506-BFC1-4CA0-9BF0-15A4B4532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184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49" name="Oval 4095">
                <a:extLst>
                  <a:ext uri="{FF2B5EF4-FFF2-40B4-BE49-F238E27FC236}">
                    <a16:creationId xmlns:a16="http://schemas.microsoft.com/office/drawing/2014/main" id="{DE7F647F-3D8D-4E4D-A56D-17603FA51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180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0" name="Oval 4096">
                <a:extLst>
                  <a:ext uri="{FF2B5EF4-FFF2-40B4-BE49-F238E27FC236}">
                    <a16:creationId xmlns:a16="http://schemas.microsoft.com/office/drawing/2014/main" id="{12E3F887-6757-49F9-86C2-88837310F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181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1" name="Oval 4097">
                <a:extLst>
                  <a:ext uri="{FF2B5EF4-FFF2-40B4-BE49-F238E27FC236}">
                    <a16:creationId xmlns:a16="http://schemas.microsoft.com/office/drawing/2014/main" id="{7AA5D04D-E8C8-4B2A-99D0-B78813A08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182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2" name="Oval 4098">
                <a:extLst>
                  <a:ext uri="{FF2B5EF4-FFF2-40B4-BE49-F238E27FC236}">
                    <a16:creationId xmlns:a16="http://schemas.microsoft.com/office/drawing/2014/main" id="{1E823109-8564-496F-9675-C22066981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184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3" name="Oval 4099">
                <a:extLst>
                  <a:ext uri="{FF2B5EF4-FFF2-40B4-BE49-F238E27FC236}">
                    <a16:creationId xmlns:a16="http://schemas.microsoft.com/office/drawing/2014/main" id="{8FBA4DED-F584-4360-B130-4D02E424F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18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4" name="Oval 4100">
                <a:extLst>
                  <a:ext uri="{FF2B5EF4-FFF2-40B4-BE49-F238E27FC236}">
                    <a16:creationId xmlns:a16="http://schemas.microsoft.com/office/drawing/2014/main" id="{AA2C8778-524B-4901-9143-AEC3EFFA6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18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5" name="Oval 4101">
                <a:extLst>
                  <a:ext uri="{FF2B5EF4-FFF2-40B4-BE49-F238E27FC236}">
                    <a16:creationId xmlns:a16="http://schemas.microsoft.com/office/drawing/2014/main" id="{0EBBF345-F6A5-4EDE-AFCA-178DC8D7F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182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6" name="Oval 4102">
                <a:extLst>
                  <a:ext uri="{FF2B5EF4-FFF2-40B4-BE49-F238E27FC236}">
                    <a16:creationId xmlns:a16="http://schemas.microsoft.com/office/drawing/2014/main" id="{006C1AFA-3F25-4F20-9E3B-5080ED770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185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7" name="Oval 4103">
                <a:extLst>
                  <a:ext uri="{FF2B5EF4-FFF2-40B4-BE49-F238E27FC236}">
                    <a16:creationId xmlns:a16="http://schemas.microsoft.com/office/drawing/2014/main" id="{5103B479-964B-4A72-A393-D744BAD92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190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8" name="Oval 4104">
                <a:extLst>
                  <a:ext uri="{FF2B5EF4-FFF2-40B4-BE49-F238E27FC236}">
                    <a16:creationId xmlns:a16="http://schemas.microsoft.com/office/drawing/2014/main" id="{94E26348-21D0-4C99-A862-1605D858F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184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59" name="Oval 4105">
                <a:extLst>
                  <a:ext uri="{FF2B5EF4-FFF2-40B4-BE49-F238E27FC236}">
                    <a16:creationId xmlns:a16="http://schemas.microsoft.com/office/drawing/2014/main" id="{CC02E11B-D860-43ED-9194-E545647E9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18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0" name="Oval 4106">
                <a:extLst>
                  <a:ext uri="{FF2B5EF4-FFF2-40B4-BE49-F238E27FC236}">
                    <a16:creationId xmlns:a16="http://schemas.microsoft.com/office/drawing/2014/main" id="{ECF6B000-737C-4FF3-85CC-F2FC4312D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183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1" name="Oval 4107">
                <a:extLst>
                  <a:ext uri="{FF2B5EF4-FFF2-40B4-BE49-F238E27FC236}">
                    <a16:creationId xmlns:a16="http://schemas.microsoft.com/office/drawing/2014/main" id="{0497E346-4CA8-41FD-B53D-31341300F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18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2" name="Oval 4108">
                <a:extLst>
                  <a:ext uri="{FF2B5EF4-FFF2-40B4-BE49-F238E27FC236}">
                    <a16:creationId xmlns:a16="http://schemas.microsoft.com/office/drawing/2014/main" id="{CB3B1AD1-CF2F-4E9E-BDA9-4E7D8E7A1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186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3" name="Oval 4109">
                <a:extLst>
                  <a:ext uri="{FF2B5EF4-FFF2-40B4-BE49-F238E27FC236}">
                    <a16:creationId xmlns:a16="http://schemas.microsoft.com/office/drawing/2014/main" id="{261B5DB1-DB62-45FF-B0DD-6010487A7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87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4" name="Oval 4110">
                <a:extLst>
                  <a:ext uri="{FF2B5EF4-FFF2-40B4-BE49-F238E27FC236}">
                    <a16:creationId xmlns:a16="http://schemas.microsoft.com/office/drawing/2014/main" id="{324EA42C-DC0F-4FC0-9A31-B0C18195E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187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5" name="Oval 4111">
                <a:extLst>
                  <a:ext uri="{FF2B5EF4-FFF2-40B4-BE49-F238E27FC236}">
                    <a16:creationId xmlns:a16="http://schemas.microsoft.com/office/drawing/2014/main" id="{FA24E17C-0A31-4A74-8E01-5C93A7954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188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6" name="Oval 4112">
                <a:extLst>
                  <a:ext uri="{FF2B5EF4-FFF2-40B4-BE49-F238E27FC236}">
                    <a16:creationId xmlns:a16="http://schemas.microsoft.com/office/drawing/2014/main" id="{CCD0DD11-60B1-4B8B-A22B-1DBF85E6C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189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7" name="Oval 4113">
                <a:extLst>
                  <a:ext uri="{FF2B5EF4-FFF2-40B4-BE49-F238E27FC236}">
                    <a16:creationId xmlns:a16="http://schemas.microsoft.com/office/drawing/2014/main" id="{A8C3BEB7-1226-4360-92EF-2E28C9907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18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8" name="Oval 4114">
                <a:extLst>
                  <a:ext uri="{FF2B5EF4-FFF2-40B4-BE49-F238E27FC236}">
                    <a16:creationId xmlns:a16="http://schemas.microsoft.com/office/drawing/2014/main" id="{B9715EBD-A422-479C-AA00-78FA0FC84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185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69" name="Oval 4115">
                <a:extLst>
                  <a:ext uri="{FF2B5EF4-FFF2-40B4-BE49-F238E27FC236}">
                    <a16:creationId xmlns:a16="http://schemas.microsoft.com/office/drawing/2014/main" id="{42212914-3093-4A53-9980-BDBC817B0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185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0" name="Oval 4116">
                <a:extLst>
                  <a:ext uri="{FF2B5EF4-FFF2-40B4-BE49-F238E27FC236}">
                    <a16:creationId xmlns:a16="http://schemas.microsoft.com/office/drawing/2014/main" id="{9E55D0F1-4276-48F6-9E30-FB9BB9282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185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1" name="Oval 4117">
                <a:extLst>
                  <a:ext uri="{FF2B5EF4-FFF2-40B4-BE49-F238E27FC236}">
                    <a16:creationId xmlns:a16="http://schemas.microsoft.com/office/drawing/2014/main" id="{F53CF78C-DE41-43E9-A3A4-47E57DA8B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85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2" name="Oval 4118">
                <a:extLst>
                  <a:ext uri="{FF2B5EF4-FFF2-40B4-BE49-F238E27FC236}">
                    <a16:creationId xmlns:a16="http://schemas.microsoft.com/office/drawing/2014/main" id="{17B73CA0-23B2-4283-8FB7-59B404AED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187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3" name="Oval 4119">
                <a:extLst>
                  <a:ext uri="{FF2B5EF4-FFF2-40B4-BE49-F238E27FC236}">
                    <a16:creationId xmlns:a16="http://schemas.microsoft.com/office/drawing/2014/main" id="{C6C509A1-4C61-4356-830F-A8800E650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185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4" name="Oval 4120">
                <a:extLst>
                  <a:ext uri="{FF2B5EF4-FFF2-40B4-BE49-F238E27FC236}">
                    <a16:creationId xmlns:a16="http://schemas.microsoft.com/office/drawing/2014/main" id="{6A1470DE-511A-42A1-86F5-CAEDDA8EF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87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5" name="Oval 4121">
                <a:extLst>
                  <a:ext uri="{FF2B5EF4-FFF2-40B4-BE49-F238E27FC236}">
                    <a16:creationId xmlns:a16="http://schemas.microsoft.com/office/drawing/2014/main" id="{708959F1-3A29-48B0-ADD6-4A852CD5A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187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6" name="Oval 4122">
                <a:extLst>
                  <a:ext uri="{FF2B5EF4-FFF2-40B4-BE49-F238E27FC236}">
                    <a16:creationId xmlns:a16="http://schemas.microsoft.com/office/drawing/2014/main" id="{712A44BD-C1C2-4801-88CA-366000CC1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186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7" name="Oval 4123">
                <a:extLst>
                  <a:ext uri="{FF2B5EF4-FFF2-40B4-BE49-F238E27FC236}">
                    <a16:creationId xmlns:a16="http://schemas.microsoft.com/office/drawing/2014/main" id="{E35D1027-22B7-49FF-910A-D9AEE9A18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186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8" name="Oval 4124">
                <a:extLst>
                  <a:ext uri="{FF2B5EF4-FFF2-40B4-BE49-F238E27FC236}">
                    <a16:creationId xmlns:a16="http://schemas.microsoft.com/office/drawing/2014/main" id="{A279B575-2746-4E8C-A40B-4CD2578BE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186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79" name="Oval 4125">
                <a:extLst>
                  <a:ext uri="{FF2B5EF4-FFF2-40B4-BE49-F238E27FC236}">
                    <a16:creationId xmlns:a16="http://schemas.microsoft.com/office/drawing/2014/main" id="{F5E3A96C-360B-450F-9A9E-DEC28062A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187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0" name="Oval 4126">
                <a:extLst>
                  <a:ext uri="{FF2B5EF4-FFF2-40B4-BE49-F238E27FC236}">
                    <a16:creationId xmlns:a16="http://schemas.microsoft.com/office/drawing/2014/main" id="{20FB81B8-0C68-4710-B285-6FCFEF08E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188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1" name="Oval 4127">
                <a:extLst>
                  <a:ext uri="{FF2B5EF4-FFF2-40B4-BE49-F238E27FC236}">
                    <a16:creationId xmlns:a16="http://schemas.microsoft.com/office/drawing/2014/main" id="{904FAA8B-71EB-4D42-9CA5-28A19823D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188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2" name="Oval 4128">
                <a:extLst>
                  <a:ext uri="{FF2B5EF4-FFF2-40B4-BE49-F238E27FC236}">
                    <a16:creationId xmlns:a16="http://schemas.microsoft.com/office/drawing/2014/main" id="{C65CDD35-D777-476E-874E-E54AC36DD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186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3" name="Oval 4129">
                <a:extLst>
                  <a:ext uri="{FF2B5EF4-FFF2-40B4-BE49-F238E27FC236}">
                    <a16:creationId xmlns:a16="http://schemas.microsoft.com/office/drawing/2014/main" id="{3A6B6BC1-BA22-4876-993F-7FE241F83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185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4" name="Oval 4130">
                <a:extLst>
                  <a:ext uri="{FF2B5EF4-FFF2-40B4-BE49-F238E27FC236}">
                    <a16:creationId xmlns:a16="http://schemas.microsoft.com/office/drawing/2014/main" id="{145F99FD-8C30-41C0-887E-2DEC35BC4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85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5" name="Oval 4131">
                <a:extLst>
                  <a:ext uri="{FF2B5EF4-FFF2-40B4-BE49-F238E27FC236}">
                    <a16:creationId xmlns:a16="http://schemas.microsoft.com/office/drawing/2014/main" id="{1A88EEA7-0875-4AE3-99E1-6E58156FC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188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6" name="Oval 4132">
                <a:extLst>
                  <a:ext uri="{FF2B5EF4-FFF2-40B4-BE49-F238E27FC236}">
                    <a16:creationId xmlns:a16="http://schemas.microsoft.com/office/drawing/2014/main" id="{04D09D31-DD03-4764-B580-11148CFA8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189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7" name="Oval 4133">
                <a:extLst>
                  <a:ext uri="{FF2B5EF4-FFF2-40B4-BE49-F238E27FC236}">
                    <a16:creationId xmlns:a16="http://schemas.microsoft.com/office/drawing/2014/main" id="{3DC0C169-6AC7-4C71-A5C4-B012EA2A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188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8" name="Oval 4134">
                <a:extLst>
                  <a:ext uri="{FF2B5EF4-FFF2-40B4-BE49-F238E27FC236}">
                    <a16:creationId xmlns:a16="http://schemas.microsoft.com/office/drawing/2014/main" id="{20CEC22A-B4E5-470E-9149-9B583B238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188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89" name="Oval 4135">
                <a:extLst>
                  <a:ext uri="{FF2B5EF4-FFF2-40B4-BE49-F238E27FC236}">
                    <a16:creationId xmlns:a16="http://schemas.microsoft.com/office/drawing/2014/main" id="{38692282-0B08-4A4A-9000-FB559BC9D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189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0" name="Oval 4136">
                <a:extLst>
                  <a:ext uri="{FF2B5EF4-FFF2-40B4-BE49-F238E27FC236}">
                    <a16:creationId xmlns:a16="http://schemas.microsoft.com/office/drawing/2014/main" id="{0CCE356B-C732-40E8-B05F-D8CBA0542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192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1" name="Oval 4137">
                <a:extLst>
                  <a:ext uri="{FF2B5EF4-FFF2-40B4-BE49-F238E27FC236}">
                    <a16:creationId xmlns:a16="http://schemas.microsoft.com/office/drawing/2014/main" id="{20E5E18F-4550-4206-AEB1-CA8BF5339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191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2" name="Oval 4138">
                <a:extLst>
                  <a:ext uri="{FF2B5EF4-FFF2-40B4-BE49-F238E27FC236}">
                    <a16:creationId xmlns:a16="http://schemas.microsoft.com/office/drawing/2014/main" id="{035400C7-1E88-402F-90B6-5939425A0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185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3" name="Oval 4139">
                <a:extLst>
                  <a:ext uri="{FF2B5EF4-FFF2-40B4-BE49-F238E27FC236}">
                    <a16:creationId xmlns:a16="http://schemas.microsoft.com/office/drawing/2014/main" id="{ACD7698D-58EA-4EC3-A8FB-2D27F4900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187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4" name="Oval 4140">
                <a:extLst>
                  <a:ext uri="{FF2B5EF4-FFF2-40B4-BE49-F238E27FC236}">
                    <a16:creationId xmlns:a16="http://schemas.microsoft.com/office/drawing/2014/main" id="{34C7F9D4-5593-4694-B963-E9027A06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184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5" name="Oval 4141">
                <a:extLst>
                  <a:ext uri="{FF2B5EF4-FFF2-40B4-BE49-F238E27FC236}">
                    <a16:creationId xmlns:a16="http://schemas.microsoft.com/office/drawing/2014/main" id="{3269D273-3F22-442E-87ED-ED65F493A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18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6" name="Oval 4142">
                <a:extLst>
                  <a:ext uri="{FF2B5EF4-FFF2-40B4-BE49-F238E27FC236}">
                    <a16:creationId xmlns:a16="http://schemas.microsoft.com/office/drawing/2014/main" id="{E93327D2-16C1-449A-820E-ACF4BE181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188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7" name="Oval 4143">
                <a:extLst>
                  <a:ext uri="{FF2B5EF4-FFF2-40B4-BE49-F238E27FC236}">
                    <a16:creationId xmlns:a16="http://schemas.microsoft.com/office/drawing/2014/main" id="{EEEBBA1C-861A-486A-A02A-C04907B99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188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8" name="Oval 4144">
                <a:extLst>
                  <a:ext uri="{FF2B5EF4-FFF2-40B4-BE49-F238E27FC236}">
                    <a16:creationId xmlns:a16="http://schemas.microsoft.com/office/drawing/2014/main" id="{52E75325-F1C4-447B-834F-453E182A6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189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399" name="Oval 4145">
                <a:extLst>
                  <a:ext uri="{FF2B5EF4-FFF2-40B4-BE49-F238E27FC236}">
                    <a16:creationId xmlns:a16="http://schemas.microsoft.com/office/drawing/2014/main" id="{CA9AE4F5-42CD-434B-9383-D684C6554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88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0" name="Oval 4146">
                <a:extLst>
                  <a:ext uri="{FF2B5EF4-FFF2-40B4-BE49-F238E27FC236}">
                    <a16:creationId xmlns:a16="http://schemas.microsoft.com/office/drawing/2014/main" id="{D902C990-50A2-4CE2-A189-7D389D7FB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189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1" name="Oval 4147">
                <a:extLst>
                  <a:ext uri="{FF2B5EF4-FFF2-40B4-BE49-F238E27FC236}">
                    <a16:creationId xmlns:a16="http://schemas.microsoft.com/office/drawing/2014/main" id="{3CBCD949-C754-45BF-8C44-56823D1DD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188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2" name="Oval 4148">
                <a:extLst>
                  <a:ext uri="{FF2B5EF4-FFF2-40B4-BE49-F238E27FC236}">
                    <a16:creationId xmlns:a16="http://schemas.microsoft.com/office/drawing/2014/main" id="{5A117C69-45B3-4397-9AAC-CBD1951DB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188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3" name="Oval 4149">
                <a:extLst>
                  <a:ext uri="{FF2B5EF4-FFF2-40B4-BE49-F238E27FC236}">
                    <a16:creationId xmlns:a16="http://schemas.microsoft.com/office/drawing/2014/main" id="{1E49EC49-DC04-499B-B660-5C3D38C1E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18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4" name="Oval 4150">
                <a:extLst>
                  <a:ext uri="{FF2B5EF4-FFF2-40B4-BE49-F238E27FC236}">
                    <a16:creationId xmlns:a16="http://schemas.microsoft.com/office/drawing/2014/main" id="{04978FF5-3481-4005-A322-54637F517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191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5" name="Oval 4151">
                <a:extLst>
                  <a:ext uri="{FF2B5EF4-FFF2-40B4-BE49-F238E27FC236}">
                    <a16:creationId xmlns:a16="http://schemas.microsoft.com/office/drawing/2014/main" id="{550D44E6-5735-4D20-ADB5-0A970A2EA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91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6" name="Oval 4152">
                <a:extLst>
                  <a:ext uri="{FF2B5EF4-FFF2-40B4-BE49-F238E27FC236}">
                    <a16:creationId xmlns:a16="http://schemas.microsoft.com/office/drawing/2014/main" id="{8F4561AE-7712-4A2F-9897-04DE81FE3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190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7" name="Oval 4153">
                <a:extLst>
                  <a:ext uri="{FF2B5EF4-FFF2-40B4-BE49-F238E27FC236}">
                    <a16:creationId xmlns:a16="http://schemas.microsoft.com/office/drawing/2014/main" id="{3FB1902E-73B1-45AF-809F-82785C8C3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189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8" name="Oval 4154">
                <a:extLst>
                  <a:ext uri="{FF2B5EF4-FFF2-40B4-BE49-F238E27FC236}">
                    <a16:creationId xmlns:a16="http://schemas.microsoft.com/office/drawing/2014/main" id="{6E40A376-018B-4672-A35F-A686918EB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189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09" name="Oval 4155">
                <a:extLst>
                  <a:ext uri="{FF2B5EF4-FFF2-40B4-BE49-F238E27FC236}">
                    <a16:creationId xmlns:a16="http://schemas.microsoft.com/office/drawing/2014/main" id="{D89D0FFF-14A5-4172-823F-F44A3D1EF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190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0" name="Oval 4156">
                <a:extLst>
                  <a:ext uri="{FF2B5EF4-FFF2-40B4-BE49-F238E27FC236}">
                    <a16:creationId xmlns:a16="http://schemas.microsoft.com/office/drawing/2014/main" id="{7C54D8E6-D955-437D-ABF6-9D49B5829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191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1" name="Oval 4157">
                <a:extLst>
                  <a:ext uri="{FF2B5EF4-FFF2-40B4-BE49-F238E27FC236}">
                    <a16:creationId xmlns:a16="http://schemas.microsoft.com/office/drawing/2014/main" id="{92F85408-6082-47C1-8E6E-0A478A4AA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191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2" name="Oval 4158">
                <a:extLst>
                  <a:ext uri="{FF2B5EF4-FFF2-40B4-BE49-F238E27FC236}">
                    <a16:creationId xmlns:a16="http://schemas.microsoft.com/office/drawing/2014/main" id="{0D71A177-4ACD-47CD-AB7A-91C3D2990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189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3" name="Oval 4159">
                <a:extLst>
                  <a:ext uri="{FF2B5EF4-FFF2-40B4-BE49-F238E27FC236}">
                    <a16:creationId xmlns:a16="http://schemas.microsoft.com/office/drawing/2014/main" id="{1B275EC8-3213-4CBE-BB35-402C4EAF1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190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4" name="Oval 4160">
                <a:extLst>
                  <a:ext uri="{FF2B5EF4-FFF2-40B4-BE49-F238E27FC236}">
                    <a16:creationId xmlns:a16="http://schemas.microsoft.com/office/drawing/2014/main" id="{E69D4FCD-B4EB-4080-BC86-CE2C00B85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181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5" name="Oval 4161">
                <a:extLst>
                  <a:ext uri="{FF2B5EF4-FFF2-40B4-BE49-F238E27FC236}">
                    <a16:creationId xmlns:a16="http://schemas.microsoft.com/office/drawing/2014/main" id="{17BF90AF-031D-4CE5-B11F-50BC59F2A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183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6" name="Oval 4162">
                <a:extLst>
                  <a:ext uri="{FF2B5EF4-FFF2-40B4-BE49-F238E27FC236}">
                    <a16:creationId xmlns:a16="http://schemas.microsoft.com/office/drawing/2014/main" id="{59001B68-BE07-4B63-8C6A-20191C272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182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7" name="Oval 4163">
                <a:extLst>
                  <a:ext uri="{FF2B5EF4-FFF2-40B4-BE49-F238E27FC236}">
                    <a16:creationId xmlns:a16="http://schemas.microsoft.com/office/drawing/2014/main" id="{3233E9F9-0D98-41C4-B392-E072708A4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184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8" name="Oval 4164">
                <a:extLst>
                  <a:ext uri="{FF2B5EF4-FFF2-40B4-BE49-F238E27FC236}">
                    <a16:creationId xmlns:a16="http://schemas.microsoft.com/office/drawing/2014/main" id="{CB4D47F4-1D64-417F-AB57-4FD2D7CD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1849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19" name="Oval 4165">
                <a:extLst>
                  <a:ext uri="{FF2B5EF4-FFF2-40B4-BE49-F238E27FC236}">
                    <a16:creationId xmlns:a16="http://schemas.microsoft.com/office/drawing/2014/main" id="{5E469329-A1DB-4380-B84A-C7C51D342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182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3" name="Group 4166">
              <a:extLst>
                <a:ext uri="{FF2B5EF4-FFF2-40B4-BE49-F238E27FC236}">
                  <a16:creationId xmlns:a16="http://schemas.microsoft.com/office/drawing/2014/main" id="{54A6780E-FEC1-4789-B8DF-EFA5E1D3EB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84" y="1790"/>
              <a:ext cx="272" cy="307"/>
              <a:chOff x="4484" y="1790"/>
              <a:chExt cx="272" cy="307"/>
            </a:xfrm>
          </p:grpSpPr>
          <p:sp>
            <p:nvSpPr>
              <p:cNvPr id="61020" name="Oval 4167">
                <a:extLst>
                  <a:ext uri="{FF2B5EF4-FFF2-40B4-BE49-F238E27FC236}">
                    <a16:creationId xmlns:a16="http://schemas.microsoft.com/office/drawing/2014/main" id="{847CB16A-94AF-4E4C-A069-57BAB264C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180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21" name="Oval 4168">
                <a:extLst>
                  <a:ext uri="{FF2B5EF4-FFF2-40B4-BE49-F238E27FC236}">
                    <a16:creationId xmlns:a16="http://schemas.microsoft.com/office/drawing/2014/main" id="{E050B199-5D34-477B-92BD-959EEBAB4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181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22" name="Oval 4169">
                <a:extLst>
                  <a:ext uri="{FF2B5EF4-FFF2-40B4-BE49-F238E27FC236}">
                    <a16:creationId xmlns:a16="http://schemas.microsoft.com/office/drawing/2014/main" id="{20AFD631-4A33-45EF-A88F-9C6F08DA8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81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23" name="Oval 4170">
                <a:extLst>
                  <a:ext uri="{FF2B5EF4-FFF2-40B4-BE49-F238E27FC236}">
                    <a16:creationId xmlns:a16="http://schemas.microsoft.com/office/drawing/2014/main" id="{31F6CB9F-E2D3-4B29-B04D-8C22C15B6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180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24" name="Oval 4171">
                <a:extLst>
                  <a:ext uri="{FF2B5EF4-FFF2-40B4-BE49-F238E27FC236}">
                    <a16:creationId xmlns:a16="http://schemas.microsoft.com/office/drawing/2014/main" id="{8E75E532-E785-4BB4-ADD9-14EF36897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182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25" name="Oval 4172">
                <a:extLst>
                  <a:ext uri="{FF2B5EF4-FFF2-40B4-BE49-F238E27FC236}">
                    <a16:creationId xmlns:a16="http://schemas.microsoft.com/office/drawing/2014/main" id="{2B9A76F5-15D5-469D-8631-85A3B5261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180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26" name="Oval 4173">
                <a:extLst>
                  <a:ext uri="{FF2B5EF4-FFF2-40B4-BE49-F238E27FC236}">
                    <a16:creationId xmlns:a16="http://schemas.microsoft.com/office/drawing/2014/main" id="{A8CE74F1-B1AA-4B14-B3D8-7BEF798E4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182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27" name="Oval 4174">
                <a:extLst>
                  <a:ext uri="{FF2B5EF4-FFF2-40B4-BE49-F238E27FC236}">
                    <a16:creationId xmlns:a16="http://schemas.microsoft.com/office/drawing/2014/main" id="{9473AB82-D35B-4602-B828-328A4407D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183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28" name="Oval 4175">
                <a:extLst>
                  <a:ext uri="{FF2B5EF4-FFF2-40B4-BE49-F238E27FC236}">
                    <a16:creationId xmlns:a16="http://schemas.microsoft.com/office/drawing/2014/main" id="{5796CF0C-A2D0-417A-80D5-0ADACD7A2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181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29" name="Oval 4176">
                <a:extLst>
                  <a:ext uri="{FF2B5EF4-FFF2-40B4-BE49-F238E27FC236}">
                    <a16:creationId xmlns:a16="http://schemas.microsoft.com/office/drawing/2014/main" id="{138B2535-B094-4844-B476-03F658D9A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2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0" name="Oval 4177">
                <a:extLst>
                  <a:ext uri="{FF2B5EF4-FFF2-40B4-BE49-F238E27FC236}">
                    <a16:creationId xmlns:a16="http://schemas.microsoft.com/office/drawing/2014/main" id="{27394A06-6C0A-437A-97DB-1987C5A0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8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1" name="Oval 4178">
                <a:extLst>
                  <a:ext uri="{FF2B5EF4-FFF2-40B4-BE49-F238E27FC236}">
                    <a16:creationId xmlns:a16="http://schemas.microsoft.com/office/drawing/2014/main" id="{433FF483-8120-4C19-81FA-649442254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82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2" name="Oval 4179">
                <a:extLst>
                  <a:ext uri="{FF2B5EF4-FFF2-40B4-BE49-F238E27FC236}">
                    <a16:creationId xmlns:a16="http://schemas.microsoft.com/office/drawing/2014/main" id="{B2925E0C-EEF8-43F6-9306-AA1F57CEF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4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3" name="Oval 4180">
                <a:extLst>
                  <a:ext uri="{FF2B5EF4-FFF2-40B4-BE49-F238E27FC236}">
                    <a16:creationId xmlns:a16="http://schemas.microsoft.com/office/drawing/2014/main" id="{73DD1216-01FB-408A-B2D4-A75003A16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1857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4" name="Oval 4181">
                <a:extLst>
                  <a:ext uri="{FF2B5EF4-FFF2-40B4-BE49-F238E27FC236}">
                    <a16:creationId xmlns:a16="http://schemas.microsoft.com/office/drawing/2014/main" id="{007FFB65-B24F-4B75-A29C-44C6561F1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86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5" name="Oval 4182">
                <a:extLst>
                  <a:ext uri="{FF2B5EF4-FFF2-40B4-BE49-F238E27FC236}">
                    <a16:creationId xmlns:a16="http://schemas.microsoft.com/office/drawing/2014/main" id="{00C86433-2073-4089-9A19-74A0D6937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18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6" name="Oval 4183">
                <a:extLst>
                  <a:ext uri="{FF2B5EF4-FFF2-40B4-BE49-F238E27FC236}">
                    <a16:creationId xmlns:a16="http://schemas.microsoft.com/office/drawing/2014/main" id="{8951D7ED-A462-4DAB-BA13-CD5BFA0E1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183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7" name="Oval 4184">
                <a:extLst>
                  <a:ext uri="{FF2B5EF4-FFF2-40B4-BE49-F238E27FC236}">
                    <a16:creationId xmlns:a16="http://schemas.microsoft.com/office/drawing/2014/main" id="{C8C85EF5-CF76-45A7-BD93-4FA3984E4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184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8" name="Oval 4185">
                <a:extLst>
                  <a:ext uri="{FF2B5EF4-FFF2-40B4-BE49-F238E27FC236}">
                    <a16:creationId xmlns:a16="http://schemas.microsoft.com/office/drawing/2014/main" id="{644E95D8-EDBA-4B2A-B057-B94E0F4B1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185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39" name="Oval 4186">
                <a:extLst>
                  <a:ext uri="{FF2B5EF4-FFF2-40B4-BE49-F238E27FC236}">
                    <a16:creationId xmlns:a16="http://schemas.microsoft.com/office/drawing/2014/main" id="{B4F9600F-B085-49FB-9ED8-F402F03B1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187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0" name="Oval 4187">
                <a:extLst>
                  <a:ext uri="{FF2B5EF4-FFF2-40B4-BE49-F238E27FC236}">
                    <a16:creationId xmlns:a16="http://schemas.microsoft.com/office/drawing/2014/main" id="{022A542A-1887-416B-A088-1197C4899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18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1" name="Oval 4188">
                <a:extLst>
                  <a:ext uri="{FF2B5EF4-FFF2-40B4-BE49-F238E27FC236}">
                    <a16:creationId xmlns:a16="http://schemas.microsoft.com/office/drawing/2014/main" id="{FDF83B96-B2AA-4E68-9344-DBA46D202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181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2" name="Oval 4189">
                <a:extLst>
                  <a:ext uri="{FF2B5EF4-FFF2-40B4-BE49-F238E27FC236}">
                    <a16:creationId xmlns:a16="http://schemas.microsoft.com/office/drawing/2014/main" id="{13262E08-5388-46B7-BAD4-489278E62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181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3" name="Oval 4190">
                <a:extLst>
                  <a:ext uri="{FF2B5EF4-FFF2-40B4-BE49-F238E27FC236}">
                    <a16:creationId xmlns:a16="http://schemas.microsoft.com/office/drawing/2014/main" id="{BA4B9737-96C6-4CE0-9CF1-171DB2397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81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4" name="Oval 4191">
                <a:extLst>
                  <a:ext uri="{FF2B5EF4-FFF2-40B4-BE49-F238E27FC236}">
                    <a16:creationId xmlns:a16="http://schemas.microsoft.com/office/drawing/2014/main" id="{7FBB593B-4BDE-49E8-A0FF-7E1A16265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183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5" name="Oval 4192">
                <a:extLst>
                  <a:ext uri="{FF2B5EF4-FFF2-40B4-BE49-F238E27FC236}">
                    <a16:creationId xmlns:a16="http://schemas.microsoft.com/office/drawing/2014/main" id="{19776682-9C11-4137-87B7-24E39AF46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183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6" name="Oval 4193">
                <a:extLst>
                  <a:ext uri="{FF2B5EF4-FFF2-40B4-BE49-F238E27FC236}">
                    <a16:creationId xmlns:a16="http://schemas.microsoft.com/office/drawing/2014/main" id="{9921570E-1220-4A1A-9ABC-EF31B63B7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184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7" name="Oval 4194">
                <a:extLst>
                  <a:ext uri="{FF2B5EF4-FFF2-40B4-BE49-F238E27FC236}">
                    <a16:creationId xmlns:a16="http://schemas.microsoft.com/office/drawing/2014/main" id="{4E931495-340E-4A5F-BFA5-105917B04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186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8" name="Oval 4195">
                <a:extLst>
                  <a:ext uri="{FF2B5EF4-FFF2-40B4-BE49-F238E27FC236}">
                    <a16:creationId xmlns:a16="http://schemas.microsoft.com/office/drawing/2014/main" id="{E7641096-36B1-407D-AEA2-BB0175954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857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49" name="Oval 4196">
                <a:extLst>
                  <a:ext uri="{FF2B5EF4-FFF2-40B4-BE49-F238E27FC236}">
                    <a16:creationId xmlns:a16="http://schemas.microsoft.com/office/drawing/2014/main" id="{B3A33494-A188-42D6-BD49-BB79C5B51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181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0" name="Oval 4197">
                <a:extLst>
                  <a:ext uri="{FF2B5EF4-FFF2-40B4-BE49-F238E27FC236}">
                    <a16:creationId xmlns:a16="http://schemas.microsoft.com/office/drawing/2014/main" id="{C7010AC1-5912-4CF8-B54B-ED6A0B508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183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1" name="Oval 4198">
                <a:extLst>
                  <a:ext uri="{FF2B5EF4-FFF2-40B4-BE49-F238E27FC236}">
                    <a16:creationId xmlns:a16="http://schemas.microsoft.com/office/drawing/2014/main" id="{14E54C62-8A8C-4B7E-BEE1-683324B4A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179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2" name="Oval 4199">
                <a:extLst>
                  <a:ext uri="{FF2B5EF4-FFF2-40B4-BE49-F238E27FC236}">
                    <a16:creationId xmlns:a16="http://schemas.microsoft.com/office/drawing/2014/main" id="{BD9BD500-8C3B-4F0B-B4E5-DD9A5768A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179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3" name="Oval 4200">
                <a:extLst>
                  <a:ext uri="{FF2B5EF4-FFF2-40B4-BE49-F238E27FC236}">
                    <a16:creationId xmlns:a16="http://schemas.microsoft.com/office/drawing/2014/main" id="{D93B8DC1-93A0-4286-B8B3-44E15E268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179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4" name="Oval 4201">
                <a:extLst>
                  <a:ext uri="{FF2B5EF4-FFF2-40B4-BE49-F238E27FC236}">
                    <a16:creationId xmlns:a16="http://schemas.microsoft.com/office/drawing/2014/main" id="{F1C83395-CBB6-49E8-BED8-AD204DC97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179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5" name="Oval 4202">
                <a:extLst>
                  <a:ext uri="{FF2B5EF4-FFF2-40B4-BE49-F238E27FC236}">
                    <a16:creationId xmlns:a16="http://schemas.microsoft.com/office/drawing/2014/main" id="{BB06F1CB-C4C5-4315-909A-B94CE596A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6" y="179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6" name="Oval 4203">
                <a:extLst>
                  <a:ext uri="{FF2B5EF4-FFF2-40B4-BE49-F238E27FC236}">
                    <a16:creationId xmlns:a16="http://schemas.microsoft.com/office/drawing/2014/main" id="{2DC2AC9D-184F-440C-B271-EA441CA3D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0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7" name="Oval 4204">
                <a:extLst>
                  <a:ext uri="{FF2B5EF4-FFF2-40B4-BE49-F238E27FC236}">
                    <a16:creationId xmlns:a16="http://schemas.microsoft.com/office/drawing/2014/main" id="{590F0156-3AE1-422D-8D96-1AC9F0CE4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79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8" name="Oval 4205">
                <a:extLst>
                  <a:ext uri="{FF2B5EF4-FFF2-40B4-BE49-F238E27FC236}">
                    <a16:creationId xmlns:a16="http://schemas.microsoft.com/office/drawing/2014/main" id="{62C7AF85-E904-4C50-AF56-420871F82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80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59" name="Oval 4206">
                <a:extLst>
                  <a:ext uri="{FF2B5EF4-FFF2-40B4-BE49-F238E27FC236}">
                    <a16:creationId xmlns:a16="http://schemas.microsoft.com/office/drawing/2014/main" id="{B9314A32-8E9A-4BEF-B7CB-3E7AB04B0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179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0" name="Oval 4207">
                <a:extLst>
                  <a:ext uri="{FF2B5EF4-FFF2-40B4-BE49-F238E27FC236}">
                    <a16:creationId xmlns:a16="http://schemas.microsoft.com/office/drawing/2014/main" id="{8BD818EB-7EBB-4BB8-B1C5-10346A658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179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1" name="Oval 4208">
                <a:extLst>
                  <a:ext uri="{FF2B5EF4-FFF2-40B4-BE49-F238E27FC236}">
                    <a16:creationId xmlns:a16="http://schemas.microsoft.com/office/drawing/2014/main" id="{29E021F3-760C-4D19-BB62-CBC25C4FB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180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2" name="Oval 4209">
                <a:extLst>
                  <a:ext uri="{FF2B5EF4-FFF2-40B4-BE49-F238E27FC236}">
                    <a16:creationId xmlns:a16="http://schemas.microsoft.com/office/drawing/2014/main" id="{7AD190F0-2F3B-49BE-9535-728F11874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179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3" name="Oval 4210">
                <a:extLst>
                  <a:ext uri="{FF2B5EF4-FFF2-40B4-BE49-F238E27FC236}">
                    <a16:creationId xmlns:a16="http://schemas.microsoft.com/office/drawing/2014/main" id="{9DE37A82-C938-46AA-9BD3-CFC94CA35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79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4" name="Oval 4211">
                <a:extLst>
                  <a:ext uri="{FF2B5EF4-FFF2-40B4-BE49-F238E27FC236}">
                    <a16:creationId xmlns:a16="http://schemas.microsoft.com/office/drawing/2014/main" id="{4BEB19DF-095A-414A-82B6-C46A8DB2B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180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5" name="Oval 4212">
                <a:extLst>
                  <a:ext uri="{FF2B5EF4-FFF2-40B4-BE49-F238E27FC236}">
                    <a16:creationId xmlns:a16="http://schemas.microsoft.com/office/drawing/2014/main" id="{91656BBD-7A90-4108-935E-041E18DC9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8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6" name="Oval 4213">
                <a:extLst>
                  <a:ext uri="{FF2B5EF4-FFF2-40B4-BE49-F238E27FC236}">
                    <a16:creationId xmlns:a16="http://schemas.microsoft.com/office/drawing/2014/main" id="{C7CC0352-04BC-4509-8DDB-45F2FBC40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185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7" name="Oval 4214">
                <a:extLst>
                  <a:ext uri="{FF2B5EF4-FFF2-40B4-BE49-F238E27FC236}">
                    <a16:creationId xmlns:a16="http://schemas.microsoft.com/office/drawing/2014/main" id="{0164DCC5-18A2-4A72-A1E7-D0EF120E2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185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8" name="Oval 4215">
                <a:extLst>
                  <a:ext uri="{FF2B5EF4-FFF2-40B4-BE49-F238E27FC236}">
                    <a16:creationId xmlns:a16="http://schemas.microsoft.com/office/drawing/2014/main" id="{E7C7F648-D5DC-48CE-8D8D-19947A5EC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184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69" name="Oval 4216">
                <a:extLst>
                  <a:ext uri="{FF2B5EF4-FFF2-40B4-BE49-F238E27FC236}">
                    <a16:creationId xmlns:a16="http://schemas.microsoft.com/office/drawing/2014/main" id="{D39A4712-B044-4582-800E-6373A7B85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183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0" name="Oval 4217">
                <a:extLst>
                  <a:ext uri="{FF2B5EF4-FFF2-40B4-BE49-F238E27FC236}">
                    <a16:creationId xmlns:a16="http://schemas.microsoft.com/office/drawing/2014/main" id="{47686666-4786-4FB4-94D4-AA7F65201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187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1" name="Oval 4218">
                <a:extLst>
                  <a:ext uri="{FF2B5EF4-FFF2-40B4-BE49-F238E27FC236}">
                    <a16:creationId xmlns:a16="http://schemas.microsoft.com/office/drawing/2014/main" id="{06BFA6DC-34F4-4D34-B20E-7013C1257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191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2" name="Oval 4219">
                <a:extLst>
                  <a:ext uri="{FF2B5EF4-FFF2-40B4-BE49-F238E27FC236}">
                    <a16:creationId xmlns:a16="http://schemas.microsoft.com/office/drawing/2014/main" id="{CE59BB76-9835-49BB-9D20-7AF78C5A3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185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3" name="Oval 4220">
                <a:extLst>
                  <a:ext uri="{FF2B5EF4-FFF2-40B4-BE49-F238E27FC236}">
                    <a16:creationId xmlns:a16="http://schemas.microsoft.com/office/drawing/2014/main" id="{325734FE-9C2A-4CE4-B390-C0331D597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185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4" name="Oval 4221">
                <a:extLst>
                  <a:ext uri="{FF2B5EF4-FFF2-40B4-BE49-F238E27FC236}">
                    <a16:creationId xmlns:a16="http://schemas.microsoft.com/office/drawing/2014/main" id="{8F11BD46-365F-48CA-B83F-8028DFE8C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1849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5" name="Oval 4222">
                <a:extLst>
                  <a:ext uri="{FF2B5EF4-FFF2-40B4-BE49-F238E27FC236}">
                    <a16:creationId xmlns:a16="http://schemas.microsoft.com/office/drawing/2014/main" id="{D8CC234C-DE64-4813-92D1-2628E8045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183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6" name="Oval 4223">
                <a:extLst>
                  <a:ext uri="{FF2B5EF4-FFF2-40B4-BE49-F238E27FC236}">
                    <a16:creationId xmlns:a16="http://schemas.microsoft.com/office/drawing/2014/main" id="{729C46AF-F8A3-4BCE-B258-D0F346811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187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7" name="Oval 4224">
                <a:extLst>
                  <a:ext uri="{FF2B5EF4-FFF2-40B4-BE49-F238E27FC236}">
                    <a16:creationId xmlns:a16="http://schemas.microsoft.com/office/drawing/2014/main" id="{8ABF8A90-F81D-4B7F-BF89-6D1720BC4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188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8" name="Oval 4225">
                <a:extLst>
                  <a:ext uri="{FF2B5EF4-FFF2-40B4-BE49-F238E27FC236}">
                    <a16:creationId xmlns:a16="http://schemas.microsoft.com/office/drawing/2014/main" id="{BD0920DA-8C59-47DD-96A5-7FE3DFF5E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88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79" name="Oval 4226">
                <a:extLst>
                  <a:ext uri="{FF2B5EF4-FFF2-40B4-BE49-F238E27FC236}">
                    <a16:creationId xmlns:a16="http://schemas.microsoft.com/office/drawing/2014/main" id="{B6093EB1-40BB-4FC8-BF0D-07045E7C6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189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0" name="Oval 4227">
                <a:extLst>
                  <a:ext uri="{FF2B5EF4-FFF2-40B4-BE49-F238E27FC236}">
                    <a16:creationId xmlns:a16="http://schemas.microsoft.com/office/drawing/2014/main" id="{328A7D2D-A317-48B4-A475-C67BEB082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190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1" name="Oval 4228">
                <a:extLst>
                  <a:ext uri="{FF2B5EF4-FFF2-40B4-BE49-F238E27FC236}">
                    <a16:creationId xmlns:a16="http://schemas.microsoft.com/office/drawing/2014/main" id="{75AC1BF1-823D-4635-8BA9-8C540349F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18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2" name="Oval 4229">
                <a:extLst>
                  <a:ext uri="{FF2B5EF4-FFF2-40B4-BE49-F238E27FC236}">
                    <a16:creationId xmlns:a16="http://schemas.microsoft.com/office/drawing/2014/main" id="{A602632C-89FB-4825-94AC-FFDCA2047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3" name="Oval 4230">
                <a:extLst>
                  <a:ext uri="{FF2B5EF4-FFF2-40B4-BE49-F238E27FC236}">
                    <a16:creationId xmlns:a16="http://schemas.microsoft.com/office/drawing/2014/main" id="{F8F27FA3-A729-4504-84CC-39E6172F7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187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4" name="Oval 4231">
                <a:extLst>
                  <a:ext uri="{FF2B5EF4-FFF2-40B4-BE49-F238E27FC236}">
                    <a16:creationId xmlns:a16="http://schemas.microsoft.com/office/drawing/2014/main" id="{658360CD-732A-43EE-ADA6-52F4F92F2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187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5" name="Oval 4232">
                <a:extLst>
                  <a:ext uri="{FF2B5EF4-FFF2-40B4-BE49-F238E27FC236}">
                    <a16:creationId xmlns:a16="http://schemas.microsoft.com/office/drawing/2014/main" id="{1ED07100-7F5E-499D-9757-FD1FE34BF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186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6" name="Oval 4233">
                <a:extLst>
                  <a:ext uri="{FF2B5EF4-FFF2-40B4-BE49-F238E27FC236}">
                    <a16:creationId xmlns:a16="http://schemas.microsoft.com/office/drawing/2014/main" id="{FE16FAA1-3A69-45FC-9337-48685991C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188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7" name="Oval 4234">
                <a:extLst>
                  <a:ext uri="{FF2B5EF4-FFF2-40B4-BE49-F238E27FC236}">
                    <a16:creationId xmlns:a16="http://schemas.microsoft.com/office/drawing/2014/main" id="{25A36ABE-AAF8-42F1-86BE-13F035E11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190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8" name="Oval 4235">
                <a:extLst>
                  <a:ext uri="{FF2B5EF4-FFF2-40B4-BE49-F238E27FC236}">
                    <a16:creationId xmlns:a16="http://schemas.microsoft.com/office/drawing/2014/main" id="{9884CE18-7CD6-4BCB-A952-6CD059BB8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191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89" name="Oval 4236">
                <a:extLst>
                  <a:ext uri="{FF2B5EF4-FFF2-40B4-BE49-F238E27FC236}">
                    <a16:creationId xmlns:a16="http://schemas.microsoft.com/office/drawing/2014/main" id="{B750379A-2B81-4EE7-BAF9-9C44C52CF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19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0" name="Oval 4237">
                <a:extLst>
                  <a:ext uri="{FF2B5EF4-FFF2-40B4-BE49-F238E27FC236}">
                    <a16:creationId xmlns:a16="http://schemas.microsoft.com/office/drawing/2014/main" id="{8FC7F8EB-F11C-4E69-9187-B61F7D407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192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1" name="Oval 4238">
                <a:extLst>
                  <a:ext uri="{FF2B5EF4-FFF2-40B4-BE49-F238E27FC236}">
                    <a16:creationId xmlns:a16="http://schemas.microsoft.com/office/drawing/2014/main" id="{4AA9BB21-AB8D-41FE-94D4-294445933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191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2" name="Oval 4239">
                <a:extLst>
                  <a:ext uri="{FF2B5EF4-FFF2-40B4-BE49-F238E27FC236}">
                    <a16:creationId xmlns:a16="http://schemas.microsoft.com/office/drawing/2014/main" id="{2C23FBEE-E157-41E6-82D5-AF9C11F85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1865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3" name="Oval 4240">
                <a:extLst>
                  <a:ext uri="{FF2B5EF4-FFF2-40B4-BE49-F238E27FC236}">
                    <a16:creationId xmlns:a16="http://schemas.microsoft.com/office/drawing/2014/main" id="{D3C1FEA3-7C73-4E4E-82A6-9A187ECD0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188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4" name="Oval 4241">
                <a:extLst>
                  <a:ext uri="{FF2B5EF4-FFF2-40B4-BE49-F238E27FC236}">
                    <a16:creationId xmlns:a16="http://schemas.microsoft.com/office/drawing/2014/main" id="{615E0DFC-3DDD-4DAA-9D83-62EB364EC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8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5" name="Oval 4242">
                <a:extLst>
                  <a:ext uri="{FF2B5EF4-FFF2-40B4-BE49-F238E27FC236}">
                    <a16:creationId xmlns:a16="http://schemas.microsoft.com/office/drawing/2014/main" id="{CFF173F0-E5EE-4D6F-B2E3-3C3F5E7BB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187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6" name="Oval 4243">
                <a:extLst>
                  <a:ext uri="{FF2B5EF4-FFF2-40B4-BE49-F238E27FC236}">
                    <a16:creationId xmlns:a16="http://schemas.microsoft.com/office/drawing/2014/main" id="{BA68BD8D-B3A5-42A7-B280-00E693E97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88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7" name="Oval 4244">
                <a:extLst>
                  <a:ext uri="{FF2B5EF4-FFF2-40B4-BE49-F238E27FC236}">
                    <a16:creationId xmlns:a16="http://schemas.microsoft.com/office/drawing/2014/main" id="{FEE81712-4990-4118-B66A-519D1949C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1878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8" name="Oval 4245">
                <a:extLst>
                  <a:ext uri="{FF2B5EF4-FFF2-40B4-BE49-F238E27FC236}">
                    <a16:creationId xmlns:a16="http://schemas.microsoft.com/office/drawing/2014/main" id="{E3A5DEB1-B997-4FE9-BD47-151ABA989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188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99" name="Oval 4246">
                <a:extLst>
                  <a:ext uri="{FF2B5EF4-FFF2-40B4-BE49-F238E27FC236}">
                    <a16:creationId xmlns:a16="http://schemas.microsoft.com/office/drawing/2014/main" id="{2115E79B-4E2F-42B1-9E05-F243744B4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89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0" name="Oval 4247">
                <a:extLst>
                  <a:ext uri="{FF2B5EF4-FFF2-40B4-BE49-F238E27FC236}">
                    <a16:creationId xmlns:a16="http://schemas.microsoft.com/office/drawing/2014/main" id="{A4C62117-6FC3-4781-BD56-8E6E101FE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1878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1" name="Oval 4248">
                <a:extLst>
                  <a:ext uri="{FF2B5EF4-FFF2-40B4-BE49-F238E27FC236}">
                    <a16:creationId xmlns:a16="http://schemas.microsoft.com/office/drawing/2014/main" id="{44594D8C-D16A-45B8-B6A0-2F36BD044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87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2" name="Oval 4249">
                <a:extLst>
                  <a:ext uri="{FF2B5EF4-FFF2-40B4-BE49-F238E27FC236}">
                    <a16:creationId xmlns:a16="http://schemas.microsoft.com/office/drawing/2014/main" id="{CB2BE1B8-E718-4A2A-AD29-3ABD42CDC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187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3" name="Oval 4250">
                <a:extLst>
                  <a:ext uri="{FF2B5EF4-FFF2-40B4-BE49-F238E27FC236}">
                    <a16:creationId xmlns:a16="http://schemas.microsoft.com/office/drawing/2014/main" id="{15E24AF3-8BCA-44A1-915A-512F3BA6B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189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4" name="Oval 4251">
                <a:extLst>
                  <a:ext uri="{FF2B5EF4-FFF2-40B4-BE49-F238E27FC236}">
                    <a16:creationId xmlns:a16="http://schemas.microsoft.com/office/drawing/2014/main" id="{072AD17B-0273-41A4-88E8-D226A9D4F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6" y="190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5" name="Oval 4252">
                <a:extLst>
                  <a:ext uri="{FF2B5EF4-FFF2-40B4-BE49-F238E27FC236}">
                    <a16:creationId xmlns:a16="http://schemas.microsoft.com/office/drawing/2014/main" id="{22CF2F44-B6D8-464D-9B1D-2C9DCCD5F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191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6" name="Oval 4253">
                <a:extLst>
                  <a:ext uri="{FF2B5EF4-FFF2-40B4-BE49-F238E27FC236}">
                    <a16:creationId xmlns:a16="http://schemas.microsoft.com/office/drawing/2014/main" id="{8A029C92-613C-4544-BBB5-F027B7A08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189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7" name="Oval 4254">
                <a:extLst>
                  <a:ext uri="{FF2B5EF4-FFF2-40B4-BE49-F238E27FC236}">
                    <a16:creationId xmlns:a16="http://schemas.microsoft.com/office/drawing/2014/main" id="{BE0D9CD2-7266-4E41-93F2-13ED7ADC8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90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8" name="Oval 4255">
                <a:extLst>
                  <a:ext uri="{FF2B5EF4-FFF2-40B4-BE49-F238E27FC236}">
                    <a16:creationId xmlns:a16="http://schemas.microsoft.com/office/drawing/2014/main" id="{25F2EE0B-BDFD-4A71-8E29-DA6EAED9F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191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09" name="Oval 4256">
                <a:extLst>
                  <a:ext uri="{FF2B5EF4-FFF2-40B4-BE49-F238E27FC236}">
                    <a16:creationId xmlns:a16="http://schemas.microsoft.com/office/drawing/2014/main" id="{4E8CE58B-3D35-4B32-A74A-95F9086EB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87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0" name="Oval 4257">
                <a:extLst>
                  <a:ext uri="{FF2B5EF4-FFF2-40B4-BE49-F238E27FC236}">
                    <a16:creationId xmlns:a16="http://schemas.microsoft.com/office/drawing/2014/main" id="{F575713C-E46B-42BC-93A8-D1690734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189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1" name="Oval 4258">
                <a:extLst>
                  <a:ext uri="{FF2B5EF4-FFF2-40B4-BE49-F238E27FC236}">
                    <a16:creationId xmlns:a16="http://schemas.microsoft.com/office/drawing/2014/main" id="{3AF62EB2-2C87-45E3-98C3-83AE16076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189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2" name="Oval 4259">
                <a:extLst>
                  <a:ext uri="{FF2B5EF4-FFF2-40B4-BE49-F238E27FC236}">
                    <a16:creationId xmlns:a16="http://schemas.microsoft.com/office/drawing/2014/main" id="{B5604FBE-CA44-470B-8C23-5B523A1ED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191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3" name="Oval 4260">
                <a:extLst>
                  <a:ext uri="{FF2B5EF4-FFF2-40B4-BE49-F238E27FC236}">
                    <a16:creationId xmlns:a16="http://schemas.microsoft.com/office/drawing/2014/main" id="{3B174340-2DBF-4B80-B7A3-14B519A2C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188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4" name="Oval 4261">
                <a:extLst>
                  <a:ext uri="{FF2B5EF4-FFF2-40B4-BE49-F238E27FC236}">
                    <a16:creationId xmlns:a16="http://schemas.microsoft.com/office/drawing/2014/main" id="{90E31FAF-FB53-4B54-81E8-FD23D7D5A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1798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5" name="Oval 4262">
                <a:extLst>
                  <a:ext uri="{FF2B5EF4-FFF2-40B4-BE49-F238E27FC236}">
                    <a16:creationId xmlns:a16="http://schemas.microsoft.com/office/drawing/2014/main" id="{658CE4BA-2974-4C85-9A3A-EBEFD3B2A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79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6" name="Oval 4263">
                <a:extLst>
                  <a:ext uri="{FF2B5EF4-FFF2-40B4-BE49-F238E27FC236}">
                    <a16:creationId xmlns:a16="http://schemas.microsoft.com/office/drawing/2014/main" id="{9B746E5C-0F0D-4819-A9B4-FB75A9818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80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7" name="Oval 4264">
                <a:extLst>
                  <a:ext uri="{FF2B5EF4-FFF2-40B4-BE49-F238E27FC236}">
                    <a16:creationId xmlns:a16="http://schemas.microsoft.com/office/drawing/2014/main" id="{AE9EBB0F-73B1-40E1-BB71-CF0EE5542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81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8" name="Oval 4265">
                <a:extLst>
                  <a:ext uri="{FF2B5EF4-FFF2-40B4-BE49-F238E27FC236}">
                    <a16:creationId xmlns:a16="http://schemas.microsoft.com/office/drawing/2014/main" id="{6F126D05-72A7-44B8-B56B-40B5F735F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184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19" name="Oval 4266">
                <a:extLst>
                  <a:ext uri="{FF2B5EF4-FFF2-40B4-BE49-F238E27FC236}">
                    <a16:creationId xmlns:a16="http://schemas.microsoft.com/office/drawing/2014/main" id="{F67025F5-B785-4267-8B54-8C541547E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08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0" name="Oval 4267">
                <a:extLst>
                  <a:ext uri="{FF2B5EF4-FFF2-40B4-BE49-F238E27FC236}">
                    <a16:creationId xmlns:a16="http://schemas.microsoft.com/office/drawing/2014/main" id="{6A322579-D079-4F16-9072-2680511CA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187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1" name="Oval 4268">
                <a:extLst>
                  <a:ext uri="{FF2B5EF4-FFF2-40B4-BE49-F238E27FC236}">
                    <a16:creationId xmlns:a16="http://schemas.microsoft.com/office/drawing/2014/main" id="{73D2C3DE-2BC2-43AF-9FB3-319E96F1C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183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2" name="Oval 4269">
                <a:extLst>
                  <a:ext uri="{FF2B5EF4-FFF2-40B4-BE49-F238E27FC236}">
                    <a16:creationId xmlns:a16="http://schemas.microsoft.com/office/drawing/2014/main" id="{BC81F7ED-4B2B-4425-B3EB-48C82B44E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181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3" name="Oval 4270">
                <a:extLst>
                  <a:ext uri="{FF2B5EF4-FFF2-40B4-BE49-F238E27FC236}">
                    <a16:creationId xmlns:a16="http://schemas.microsoft.com/office/drawing/2014/main" id="{60E4DDDC-6970-4E90-8675-97113B692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187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4" name="Oval 4271">
                <a:extLst>
                  <a:ext uri="{FF2B5EF4-FFF2-40B4-BE49-F238E27FC236}">
                    <a16:creationId xmlns:a16="http://schemas.microsoft.com/office/drawing/2014/main" id="{5A68DB87-3037-40BE-8E53-EE26D9D50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87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5" name="Oval 4272">
                <a:extLst>
                  <a:ext uri="{FF2B5EF4-FFF2-40B4-BE49-F238E27FC236}">
                    <a16:creationId xmlns:a16="http://schemas.microsoft.com/office/drawing/2014/main" id="{FB279F6A-2A67-4823-BEC2-8C8A94408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179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6" name="Oval 4273">
                <a:extLst>
                  <a:ext uri="{FF2B5EF4-FFF2-40B4-BE49-F238E27FC236}">
                    <a16:creationId xmlns:a16="http://schemas.microsoft.com/office/drawing/2014/main" id="{D65C133E-CA7C-41BA-A452-2968840D9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86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7" name="Oval 4274">
                <a:extLst>
                  <a:ext uri="{FF2B5EF4-FFF2-40B4-BE49-F238E27FC236}">
                    <a16:creationId xmlns:a16="http://schemas.microsoft.com/office/drawing/2014/main" id="{3329314B-33D1-43DC-9CBE-827FEF5B5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80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8" name="Oval 4275">
                <a:extLst>
                  <a:ext uri="{FF2B5EF4-FFF2-40B4-BE49-F238E27FC236}">
                    <a16:creationId xmlns:a16="http://schemas.microsoft.com/office/drawing/2014/main" id="{FE3E4E17-C2E8-46DB-A816-4888BDCF2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80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29" name="Oval 4276">
                <a:extLst>
                  <a:ext uri="{FF2B5EF4-FFF2-40B4-BE49-F238E27FC236}">
                    <a16:creationId xmlns:a16="http://schemas.microsoft.com/office/drawing/2014/main" id="{4D80EA46-50D1-4B31-AB44-FA4EF8F71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187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0" name="Oval 4277">
                <a:extLst>
                  <a:ext uri="{FF2B5EF4-FFF2-40B4-BE49-F238E27FC236}">
                    <a16:creationId xmlns:a16="http://schemas.microsoft.com/office/drawing/2014/main" id="{5E2837D7-3EDB-4858-A21A-93391905F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184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1" name="Oval 4278">
                <a:extLst>
                  <a:ext uri="{FF2B5EF4-FFF2-40B4-BE49-F238E27FC236}">
                    <a16:creationId xmlns:a16="http://schemas.microsoft.com/office/drawing/2014/main" id="{591D40B0-87F0-437D-9ADF-FE3E9705E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18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2" name="Oval 4279">
                <a:extLst>
                  <a:ext uri="{FF2B5EF4-FFF2-40B4-BE49-F238E27FC236}">
                    <a16:creationId xmlns:a16="http://schemas.microsoft.com/office/drawing/2014/main" id="{AD70AF03-172D-4CC2-8EA6-A9DAE5D4F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185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3" name="Oval 4280">
                <a:extLst>
                  <a:ext uri="{FF2B5EF4-FFF2-40B4-BE49-F238E27FC236}">
                    <a16:creationId xmlns:a16="http://schemas.microsoft.com/office/drawing/2014/main" id="{A230DF71-3874-4E35-A176-70005D86B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180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4" name="Oval 4281">
                <a:extLst>
                  <a:ext uri="{FF2B5EF4-FFF2-40B4-BE49-F238E27FC236}">
                    <a16:creationId xmlns:a16="http://schemas.microsoft.com/office/drawing/2014/main" id="{3A45A1F8-CA26-4E77-A4AF-5D45497BC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82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5" name="Oval 4282">
                <a:extLst>
                  <a:ext uri="{FF2B5EF4-FFF2-40B4-BE49-F238E27FC236}">
                    <a16:creationId xmlns:a16="http://schemas.microsoft.com/office/drawing/2014/main" id="{F6C2CFF7-5E78-46B0-B81C-54F71EAF1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83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6" name="Oval 4283">
                <a:extLst>
                  <a:ext uri="{FF2B5EF4-FFF2-40B4-BE49-F238E27FC236}">
                    <a16:creationId xmlns:a16="http://schemas.microsoft.com/office/drawing/2014/main" id="{968A3EC2-D402-4FFC-B94C-CA39FC7A5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1811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7" name="Oval 4284">
                <a:extLst>
                  <a:ext uri="{FF2B5EF4-FFF2-40B4-BE49-F238E27FC236}">
                    <a16:creationId xmlns:a16="http://schemas.microsoft.com/office/drawing/2014/main" id="{6F83D890-22B1-450C-A499-FF9D0B38A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185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8" name="Oval 4285">
                <a:extLst>
                  <a:ext uri="{FF2B5EF4-FFF2-40B4-BE49-F238E27FC236}">
                    <a16:creationId xmlns:a16="http://schemas.microsoft.com/office/drawing/2014/main" id="{11DB6874-B933-48A2-8441-215D7292D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80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39" name="Oval 4286">
                <a:extLst>
                  <a:ext uri="{FF2B5EF4-FFF2-40B4-BE49-F238E27FC236}">
                    <a16:creationId xmlns:a16="http://schemas.microsoft.com/office/drawing/2014/main" id="{A4E0DD44-DBB5-4749-9A0A-6A2F6FF7A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8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0" name="Oval 4287">
                <a:extLst>
                  <a:ext uri="{FF2B5EF4-FFF2-40B4-BE49-F238E27FC236}">
                    <a16:creationId xmlns:a16="http://schemas.microsoft.com/office/drawing/2014/main" id="{BE9C49C0-2D79-4A39-A484-867E3D617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1838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1" name="Oval 4288">
                <a:extLst>
                  <a:ext uri="{FF2B5EF4-FFF2-40B4-BE49-F238E27FC236}">
                    <a16:creationId xmlns:a16="http://schemas.microsoft.com/office/drawing/2014/main" id="{6F9AED09-DAE4-4AD9-BE04-B81DB4AEA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88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2" name="Oval 4289">
                <a:extLst>
                  <a:ext uri="{FF2B5EF4-FFF2-40B4-BE49-F238E27FC236}">
                    <a16:creationId xmlns:a16="http://schemas.microsoft.com/office/drawing/2014/main" id="{5E169E70-4B39-4D25-8516-9F19218EE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87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3" name="Oval 4290">
                <a:extLst>
                  <a:ext uri="{FF2B5EF4-FFF2-40B4-BE49-F238E27FC236}">
                    <a16:creationId xmlns:a16="http://schemas.microsoft.com/office/drawing/2014/main" id="{5FCA3BE5-00E3-4CA4-9F15-B6EAD210E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87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4" name="Oval 4291">
                <a:extLst>
                  <a:ext uri="{FF2B5EF4-FFF2-40B4-BE49-F238E27FC236}">
                    <a16:creationId xmlns:a16="http://schemas.microsoft.com/office/drawing/2014/main" id="{48049E2B-FE2D-4E4A-BE6B-471C6FF77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180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5" name="Oval 4292">
                <a:extLst>
                  <a:ext uri="{FF2B5EF4-FFF2-40B4-BE49-F238E27FC236}">
                    <a16:creationId xmlns:a16="http://schemas.microsoft.com/office/drawing/2014/main" id="{2541D484-DFC8-4FE3-A5D7-333A555B1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179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6" name="Oval 4293">
                <a:extLst>
                  <a:ext uri="{FF2B5EF4-FFF2-40B4-BE49-F238E27FC236}">
                    <a16:creationId xmlns:a16="http://schemas.microsoft.com/office/drawing/2014/main" id="{D0B36C47-428C-41E3-AEFF-4032F8BC9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179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7" name="Oval 4294">
                <a:extLst>
                  <a:ext uri="{FF2B5EF4-FFF2-40B4-BE49-F238E27FC236}">
                    <a16:creationId xmlns:a16="http://schemas.microsoft.com/office/drawing/2014/main" id="{2539296A-81E6-4078-9B12-C59AF6356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80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8" name="Oval 4295">
                <a:extLst>
                  <a:ext uri="{FF2B5EF4-FFF2-40B4-BE49-F238E27FC236}">
                    <a16:creationId xmlns:a16="http://schemas.microsoft.com/office/drawing/2014/main" id="{24FB1068-640B-4A87-9E2F-0F76A6102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181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49" name="Oval 4296">
                <a:extLst>
                  <a:ext uri="{FF2B5EF4-FFF2-40B4-BE49-F238E27FC236}">
                    <a16:creationId xmlns:a16="http://schemas.microsoft.com/office/drawing/2014/main" id="{EC45B22A-4D2C-4AAA-95F7-47FEDEBDD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182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0" name="Oval 4297">
                <a:extLst>
                  <a:ext uri="{FF2B5EF4-FFF2-40B4-BE49-F238E27FC236}">
                    <a16:creationId xmlns:a16="http://schemas.microsoft.com/office/drawing/2014/main" id="{BC84D603-5FB2-4114-97CC-653678EB7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82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1" name="Oval 4298">
                <a:extLst>
                  <a:ext uri="{FF2B5EF4-FFF2-40B4-BE49-F238E27FC236}">
                    <a16:creationId xmlns:a16="http://schemas.microsoft.com/office/drawing/2014/main" id="{1E9EC499-2642-4577-994A-12E190B1B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83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2" name="Oval 4299">
                <a:extLst>
                  <a:ext uri="{FF2B5EF4-FFF2-40B4-BE49-F238E27FC236}">
                    <a16:creationId xmlns:a16="http://schemas.microsoft.com/office/drawing/2014/main" id="{36D801DC-EA69-423A-AF2F-C01E44017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180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3" name="Oval 4300">
                <a:extLst>
                  <a:ext uri="{FF2B5EF4-FFF2-40B4-BE49-F238E27FC236}">
                    <a16:creationId xmlns:a16="http://schemas.microsoft.com/office/drawing/2014/main" id="{8C3DD67E-F3D3-4A2A-8FB9-F987ECD0D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180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4" name="Oval 4301">
                <a:extLst>
                  <a:ext uri="{FF2B5EF4-FFF2-40B4-BE49-F238E27FC236}">
                    <a16:creationId xmlns:a16="http://schemas.microsoft.com/office/drawing/2014/main" id="{49FCD5F7-D267-4F16-A84A-65FB4D6CE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18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5" name="Oval 4302">
                <a:extLst>
                  <a:ext uri="{FF2B5EF4-FFF2-40B4-BE49-F238E27FC236}">
                    <a16:creationId xmlns:a16="http://schemas.microsoft.com/office/drawing/2014/main" id="{900C317D-A732-462D-84D5-3E711182C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82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6" name="Oval 4303">
                <a:extLst>
                  <a:ext uri="{FF2B5EF4-FFF2-40B4-BE49-F238E27FC236}">
                    <a16:creationId xmlns:a16="http://schemas.microsoft.com/office/drawing/2014/main" id="{3B39DA2F-C720-4C3D-8A8B-5E565731D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81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7" name="Oval 4304">
                <a:extLst>
                  <a:ext uri="{FF2B5EF4-FFF2-40B4-BE49-F238E27FC236}">
                    <a16:creationId xmlns:a16="http://schemas.microsoft.com/office/drawing/2014/main" id="{56F94692-28D5-425A-96AC-FF2E4E8F7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180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8" name="Oval 4305">
                <a:extLst>
                  <a:ext uri="{FF2B5EF4-FFF2-40B4-BE49-F238E27FC236}">
                    <a16:creationId xmlns:a16="http://schemas.microsoft.com/office/drawing/2014/main" id="{CF6E2BDB-E37D-45BB-B5B2-BA9D445A0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184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59" name="Oval 4306">
                <a:extLst>
                  <a:ext uri="{FF2B5EF4-FFF2-40B4-BE49-F238E27FC236}">
                    <a16:creationId xmlns:a16="http://schemas.microsoft.com/office/drawing/2014/main" id="{764C6DC1-CBB1-49D4-A8B7-80191E2A7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88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0" name="Oval 4307">
                <a:extLst>
                  <a:ext uri="{FF2B5EF4-FFF2-40B4-BE49-F238E27FC236}">
                    <a16:creationId xmlns:a16="http://schemas.microsoft.com/office/drawing/2014/main" id="{3DB44F14-4C73-4E66-9B7E-B95D97AAA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182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1" name="Oval 4308">
                <a:extLst>
                  <a:ext uri="{FF2B5EF4-FFF2-40B4-BE49-F238E27FC236}">
                    <a16:creationId xmlns:a16="http://schemas.microsoft.com/office/drawing/2014/main" id="{72F75833-9EA2-4F78-B29C-51E76DA07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8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2" name="Oval 4309">
                <a:extLst>
                  <a:ext uri="{FF2B5EF4-FFF2-40B4-BE49-F238E27FC236}">
                    <a16:creationId xmlns:a16="http://schemas.microsoft.com/office/drawing/2014/main" id="{B07AF495-93E2-43DD-92D5-82BA36911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181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3" name="Oval 4310">
                <a:extLst>
                  <a:ext uri="{FF2B5EF4-FFF2-40B4-BE49-F238E27FC236}">
                    <a16:creationId xmlns:a16="http://schemas.microsoft.com/office/drawing/2014/main" id="{3E8F4874-E32D-4CBF-A4AC-408BE46AF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182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4" name="Oval 4311">
                <a:extLst>
                  <a:ext uri="{FF2B5EF4-FFF2-40B4-BE49-F238E27FC236}">
                    <a16:creationId xmlns:a16="http://schemas.microsoft.com/office/drawing/2014/main" id="{EDEE28C4-BBB5-4C49-B314-C4D038726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84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5" name="Oval 4312">
                <a:extLst>
                  <a:ext uri="{FF2B5EF4-FFF2-40B4-BE49-F238E27FC236}">
                    <a16:creationId xmlns:a16="http://schemas.microsoft.com/office/drawing/2014/main" id="{0982F47B-6D48-4719-A33F-045B01EC2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85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6" name="Oval 4313">
                <a:extLst>
                  <a:ext uri="{FF2B5EF4-FFF2-40B4-BE49-F238E27FC236}">
                    <a16:creationId xmlns:a16="http://schemas.microsoft.com/office/drawing/2014/main" id="{F9E55CC3-B502-4AC1-BC9D-C737BD2A2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185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7" name="Oval 4314">
                <a:extLst>
                  <a:ext uri="{FF2B5EF4-FFF2-40B4-BE49-F238E27FC236}">
                    <a16:creationId xmlns:a16="http://schemas.microsoft.com/office/drawing/2014/main" id="{B7447DA5-3EAE-4539-A854-FE2DD27BF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186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8" name="Oval 4315">
                <a:extLst>
                  <a:ext uri="{FF2B5EF4-FFF2-40B4-BE49-F238E27FC236}">
                    <a16:creationId xmlns:a16="http://schemas.microsoft.com/office/drawing/2014/main" id="{E9EE1C38-3E80-45CE-AB94-91FB66EE8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187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69" name="Oval 4316">
                <a:extLst>
                  <a:ext uri="{FF2B5EF4-FFF2-40B4-BE49-F238E27FC236}">
                    <a16:creationId xmlns:a16="http://schemas.microsoft.com/office/drawing/2014/main" id="{9F386DAE-463C-43E6-85C1-E2FD3A27D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84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0" name="Oval 4317">
                <a:extLst>
                  <a:ext uri="{FF2B5EF4-FFF2-40B4-BE49-F238E27FC236}">
                    <a16:creationId xmlns:a16="http://schemas.microsoft.com/office/drawing/2014/main" id="{5044261F-B3B4-46AF-8A6B-408375C8A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183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1" name="Oval 4318">
                <a:extLst>
                  <a:ext uri="{FF2B5EF4-FFF2-40B4-BE49-F238E27FC236}">
                    <a16:creationId xmlns:a16="http://schemas.microsoft.com/office/drawing/2014/main" id="{C6CF6C6D-F41B-4582-BA45-32D1D7CC3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83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2" name="Oval 4319">
                <a:extLst>
                  <a:ext uri="{FF2B5EF4-FFF2-40B4-BE49-F238E27FC236}">
                    <a16:creationId xmlns:a16="http://schemas.microsoft.com/office/drawing/2014/main" id="{83C8DAD2-0A32-4BFC-AE00-C74E1E5D1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183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3" name="Oval 4320">
                <a:extLst>
                  <a:ext uri="{FF2B5EF4-FFF2-40B4-BE49-F238E27FC236}">
                    <a16:creationId xmlns:a16="http://schemas.microsoft.com/office/drawing/2014/main" id="{B7DB3CC3-8B53-4A99-8E72-12E5A7837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83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4" name="Oval 4321">
                <a:extLst>
                  <a:ext uri="{FF2B5EF4-FFF2-40B4-BE49-F238E27FC236}">
                    <a16:creationId xmlns:a16="http://schemas.microsoft.com/office/drawing/2014/main" id="{DABD14C2-C5D8-4E9A-A7EA-398ACE6D2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185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5" name="Oval 4322">
                <a:extLst>
                  <a:ext uri="{FF2B5EF4-FFF2-40B4-BE49-F238E27FC236}">
                    <a16:creationId xmlns:a16="http://schemas.microsoft.com/office/drawing/2014/main" id="{88563DC4-B3CE-4F80-B922-1B4F84228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83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6" name="Oval 4323">
                <a:extLst>
                  <a:ext uri="{FF2B5EF4-FFF2-40B4-BE49-F238E27FC236}">
                    <a16:creationId xmlns:a16="http://schemas.microsoft.com/office/drawing/2014/main" id="{5C5E35A7-ED9D-422B-A17B-FE3BCD670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8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7" name="Oval 4324">
                <a:extLst>
                  <a:ext uri="{FF2B5EF4-FFF2-40B4-BE49-F238E27FC236}">
                    <a16:creationId xmlns:a16="http://schemas.microsoft.com/office/drawing/2014/main" id="{4B207A4A-2059-4B3E-BB5B-11C65C319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185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8" name="Oval 4325">
                <a:extLst>
                  <a:ext uri="{FF2B5EF4-FFF2-40B4-BE49-F238E27FC236}">
                    <a16:creationId xmlns:a16="http://schemas.microsoft.com/office/drawing/2014/main" id="{961FA0D4-98BD-4137-8017-EE48DED61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4" y="184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79" name="Oval 4326">
                <a:extLst>
                  <a:ext uri="{FF2B5EF4-FFF2-40B4-BE49-F238E27FC236}">
                    <a16:creationId xmlns:a16="http://schemas.microsoft.com/office/drawing/2014/main" id="{E53B8917-AB2C-457F-9EC9-E496736D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184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0" name="Oval 4327">
                <a:extLst>
                  <a:ext uri="{FF2B5EF4-FFF2-40B4-BE49-F238E27FC236}">
                    <a16:creationId xmlns:a16="http://schemas.microsoft.com/office/drawing/2014/main" id="{02650225-71BB-4206-8D6E-CA25306B5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18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1" name="Oval 4328">
                <a:extLst>
                  <a:ext uri="{FF2B5EF4-FFF2-40B4-BE49-F238E27FC236}">
                    <a16:creationId xmlns:a16="http://schemas.microsoft.com/office/drawing/2014/main" id="{3FB4A801-D05E-47F0-BFCC-7EF30EECC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1851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2" name="Oval 4329">
                <a:extLst>
                  <a:ext uri="{FF2B5EF4-FFF2-40B4-BE49-F238E27FC236}">
                    <a16:creationId xmlns:a16="http://schemas.microsoft.com/office/drawing/2014/main" id="{3644CFF3-DD19-4787-9639-5D185CFEB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1865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3" name="Oval 4330">
                <a:extLst>
                  <a:ext uri="{FF2B5EF4-FFF2-40B4-BE49-F238E27FC236}">
                    <a16:creationId xmlns:a16="http://schemas.microsoft.com/office/drawing/2014/main" id="{670B4138-7921-46FE-9278-ECE969EC8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18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4" name="Oval 4331">
                <a:extLst>
                  <a:ext uri="{FF2B5EF4-FFF2-40B4-BE49-F238E27FC236}">
                    <a16:creationId xmlns:a16="http://schemas.microsoft.com/office/drawing/2014/main" id="{E437FB11-816E-4BA4-BDE0-669EEF749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83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5" name="Oval 4332">
                <a:extLst>
                  <a:ext uri="{FF2B5EF4-FFF2-40B4-BE49-F238E27FC236}">
                    <a16:creationId xmlns:a16="http://schemas.microsoft.com/office/drawing/2014/main" id="{C614DDC9-AF3D-418A-A469-F4B9ABFB8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84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6" name="Oval 4333">
                <a:extLst>
                  <a:ext uri="{FF2B5EF4-FFF2-40B4-BE49-F238E27FC236}">
                    <a16:creationId xmlns:a16="http://schemas.microsoft.com/office/drawing/2014/main" id="{8FE05B29-D923-4595-A42F-2D0BA651A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184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7" name="Oval 4334">
                <a:extLst>
                  <a:ext uri="{FF2B5EF4-FFF2-40B4-BE49-F238E27FC236}">
                    <a16:creationId xmlns:a16="http://schemas.microsoft.com/office/drawing/2014/main" id="{B6AA9E73-DFC7-4249-8F26-F3D843DA6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185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8" name="Oval 4335">
                <a:extLst>
                  <a:ext uri="{FF2B5EF4-FFF2-40B4-BE49-F238E27FC236}">
                    <a16:creationId xmlns:a16="http://schemas.microsoft.com/office/drawing/2014/main" id="{E9DD41A5-0DA8-4D03-BEFE-7EAA3BBDA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85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89" name="Oval 4336">
                <a:extLst>
                  <a:ext uri="{FF2B5EF4-FFF2-40B4-BE49-F238E27FC236}">
                    <a16:creationId xmlns:a16="http://schemas.microsoft.com/office/drawing/2014/main" id="{C7FDBD3E-7362-46A5-B4E8-B04A883F4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87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0" name="Oval 4337">
                <a:extLst>
                  <a:ext uri="{FF2B5EF4-FFF2-40B4-BE49-F238E27FC236}">
                    <a16:creationId xmlns:a16="http://schemas.microsoft.com/office/drawing/2014/main" id="{6C0A8924-8AB5-4CBE-A68E-3F8E0D5AA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187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1" name="Oval 4338">
                <a:extLst>
                  <a:ext uri="{FF2B5EF4-FFF2-40B4-BE49-F238E27FC236}">
                    <a16:creationId xmlns:a16="http://schemas.microsoft.com/office/drawing/2014/main" id="{90B9EAE9-A917-4406-93C0-8525D2D7D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84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2" name="Oval 4339">
                <a:extLst>
                  <a:ext uri="{FF2B5EF4-FFF2-40B4-BE49-F238E27FC236}">
                    <a16:creationId xmlns:a16="http://schemas.microsoft.com/office/drawing/2014/main" id="{DB4561FD-8A5F-493D-BA0D-CBD31F405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185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3" name="Oval 4340">
                <a:extLst>
                  <a:ext uri="{FF2B5EF4-FFF2-40B4-BE49-F238E27FC236}">
                    <a16:creationId xmlns:a16="http://schemas.microsoft.com/office/drawing/2014/main" id="{A9428949-453C-428F-AC77-D899C8686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8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4" name="Oval 4341">
                <a:extLst>
                  <a:ext uri="{FF2B5EF4-FFF2-40B4-BE49-F238E27FC236}">
                    <a16:creationId xmlns:a16="http://schemas.microsoft.com/office/drawing/2014/main" id="{B0F499D2-29A2-4FBE-8FAC-E75F59C11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87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5" name="Oval 4342">
                <a:extLst>
                  <a:ext uri="{FF2B5EF4-FFF2-40B4-BE49-F238E27FC236}">
                    <a16:creationId xmlns:a16="http://schemas.microsoft.com/office/drawing/2014/main" id="{8ACFD168-A700-4138-997B-2D0021FE1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193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6" name="Oval 4343">
                <a:extLst>
                  <a:ext uri="{FF2B5EF4-FFF2-40B4-BE49-F238E27FC236}">
                    <a16:creationId xmlns:a16="http://schemas.microsoft.com/office/drawing/2014/main" id="{8769151A-22A9-4975-BC7E-83E7536AF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190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7" name="Oval 4344">
                <a:extLst>
                  <a:ext uri="{FF2B5EF4-FFF2-40B4-BE49-F238E27FC236}">
                    <a16:creationId xmlns:a16="http://schemas.microsoft.com/office/drawing/2014/main" id="{4A1B38D6-B098-44FA-A2E7-8D3B4824E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190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8" name="Oval 4345">
                <a:extLst>
                  <a:ext uri="{FF2B5EF4-FFF2-40B4-BE49-F238E27FC236}">
                    <a16:creationId xmlns:a16="http://schemas.microsoft.com/office/drawing/2014/main" id="{8CC9FFC4-84CF-4DA7-A5E3-E4B803881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191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199" name="Oval 4346">
                <a:extLst>
                  <a:ext uri="{FF2B5EF4-FFF2-40B4-BE49-F238E27FC236}">
                    <a16:creationId xmlns:a16="http://schemas.microsoft.com/office/drawing/2014/main" id="{678084BC-CB67-4DF7-A43F-87E332057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192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0" name="Oval 4347">
                <a:extLst>
                  <a:ext uri="{FF2B5EF4-FFF2-40B4-BE49-F238E27FC236}">
                    <a16:creationId xmlns:a16="http://schemas.microsoft.com/office/drawing/2014/main" id="{D190B653-C683-470C-B419-18071C1ED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190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1" name="Oval 4348">
                <a:extLst>
                  <a:ext uri="{FF2B5EF4-FFF2-40B4-BE49-F238E27FC236}">
                    <a16:creationId xmlns:a16="http://schemas.microsoft.com/office/drawing/2014/main" id="{AC6B35CF-231E-43A7-954A-9FE410D9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194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2" name="Oval 4349">
                <a:extLst>
                  <a:ext uri="{FF2B5EF4-FFF2-40B4-BE49-F238E27FC236}">
                    <a16:creationId xmlns:a16="http://schemas.microsoft.com/office/drawing/2014/main" id="{3CF3B944-CCF0-4CB9-BD52-25FEB9018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193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3" name="Oval 4350">
                <a:extLst>
                  <a:ext uri="{FF2B5EF4-FFF2-40B4-BE49-F238E27FC236}">
                    <a16:creationId xmlns:a16="http://schemas.microsoft.com/office/drawing/2014/main" id="{CD4D264F-CEDE-4E0D-A5F9-95164D959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192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4" name="Oval 4351">
                <a:extLst>
                  <a:ext uri="{FF2B5EF4-FFF2-40B4-BE49-F238E27FC236}">
                    <a16:creationId xmlns:a16="http://schemas.microsoft.com/office/drawing/2014/main" id="{D9E2CF2C-BC84-46B6-9231-D3E7D2F83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191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5" name="Oval 4352">
                <a:extLst>
                  <a:ext uri="{FF2B5EF4-FFF2-40B4-BE49-F238E27FC236}">
                    <a16:creationId xmlns:a16="http://schemas.microsoft.com/office/drawing/2014/main" id="{1BD383AA-30D9-413C-A44A-BA8C21C27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192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6" name="Oval 4353">
                <a:extLst>
                  <a:ext uri="{FF2B5EF4-FFF2-40B4-BE49-F238E27FC236}">
                    <a16:creationId xmlns:a16="http://schemas.microsoft.com/office/drawing/2014/main" id="{75A79087-5F8D-4B43-B9A0-D65D86D4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192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7" name="Oval 4354">
                <a:extLst>
                  <a:ext uri="{FF2B5EF4-FFF2-40B4-BE49-F238E27FC236}">
                    <a16:creationId xmlns:a16="http://schemas.microsoft.com/office/drawing/2014/main" id="{4C59C0AD-1E5F-409F-9F28-4C6D92FCC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193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8" name="Oval 4355">
                <a:extLst>
                  <a:ext uri="{FF2B5EF4-FFF2-40B4-BE49-F238E27FC236}">
                    <a16:creationId xmlns:a16="http://schemas.microsoft.com/office/drawing/2014/main" id="{996A9020-0C6E-4239-B978-9994D4FB8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194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09" name="Oval 4356">
                <a:extLst>
                  <a:ext uri="{FF2B5EF4-FFF2-40B4-BE49-F238E27FC236}">
                    <a16:creationId xmlns:a16="http://schemas.microsoft.com/office/drawing/2014/main" id="{C25CADA1-2A73-4492-ACC2-EAB2EF97E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4" y="195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0" name="Oval 4357">
                <a:extLst>
                  <a:ext uri="{FF2B5EF4-FFF2-40B4-BE49-F238E27FC236}">
                    <a16:creationId xmlns:a16="http://schemas.microsoft.com/office/drawing/2014/main" id="{DBA91206-C778-4222-A782-E8E251D10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194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1" name="Oval 4358">
                <a:extLst>
                  <a:ext uri="{FF2B5EF4-FFF2-40B4-BE49-F238E27FC236}">
                    <a16:creationId xmlns:a16="http://schemas.microsoft.com/office/drawing/2014/main" id="{05557371-4565-46B5-A544-B00FAFF8B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189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2" name="Oval 4359">
                <a:extLst>
                  <a:ext uri="{FF2B5EF4-FFF2-40B4-BE49-F238E27FC236}">
                    <a16:creationId xmlns:a16="http://schemas.microsoft.com/office/drawing/2014/main" id="{E1FA27BF-8CEF-4D50-89C0-128C71832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1907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3" name="Oval 4360">
                <a:extLst>
                  <a:ext uri="{FF2B5EF4-FFF2-40B4-BE49-F238E27FC236}">
                    <a16:creationId xmlns:a16="http://schemas.microsoft.com/office/drawing/2014/main" id="{CDBDE2F3-34A7-4345-BF3F-84297D0B5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89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4" name="Oval 4361">
                <a:extLst>
                  <a:ext uri="{FF2B5EF4-FFF2-40B4-BE49-F238E27FC236}">
                    <a16:creationId xmlns:a16="http://schemas.microsoft.com/office/drawing/2014/main" id="{5AECEAEA-7DBB-4078-A01A-7F6274175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188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5" name="Oval 4362">
                <a:extLst>
                  <a:ext uri="{FF2B5EF4-FFF2-40B4-BE49-F238E27FC236}">
                    <a16:creationId xmlns:a16="http://schemas.microsoft.com/office/drawing/2014/main" id="{2244C017-790F-4C94-99AB-7080B1C8D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187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6" name="Oval 4363">
                <a:extLst>
                  <a:ext uri="{FF2B5EF4-FFF2-40B4-BE49-F238E27FC236}">
                    <a16:creationId xmlns:a16="http://schemas.microsoft.com/office/drawing/2014/main" id="{1A515671-41C1-4D15-817C-39B53DF47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187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7" name="Oval 4364">
                <a:extLst>
                  <a:ext uri="{FF2B5EF4-FFF2-40B4-BE49-F238E27FC236}">
                    <a16:creationId xmlns:a16="http://schemas.microsoft.com/office/drawing/2014/main" id="{6AE2A27C-2B50-4CA0-8E81-49C6F736D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189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8" name="Oval 4365">
                <a:extLst>
                  <a:ext uri="{FF2B5EF4-FFF2-40B4-BE49-F238E27FC236}">
                    <a16:creationId xmlns:a16="http://schemas.microsoft.com/office/drawing/2014/main" id="{C428E362-48BB-4707-9BE1-2FD450755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190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219" name="Oval 4366">
                <a:extLst>
                  <a:ext uri="{FF2B5EF4-FFF2-40B4-BE49-F238E27FC236}">
                    <a16:creationId xmlns:a16="http://schemas.microsoft.com/office/drawing/2014/main" id="{6F041FA6-AA0A-4EF1-9AD0-EADB781ED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89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4" name="Group 4367">
              <a:extLst>
                <a:ext uri="{FF2B5EF4-FFF2-40B4-BE49-F238E27FC236}">
                  <a16:creationId xmlns:a16="http://schemas.microsoft.com/office/drawing/2014/main" id="{CBC5F0AE-710E-43F4-BD46-83DD0F8B6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9" y="1907"/>
              <a:ext cx="377" cy="240"/>
              <a:chOff x="4309" y="1907"/>
              <a:chExt cx="377" cy="240"/>
            </a:xfrm>
          </p:grpSpPr>
          <p:sp>
            <p:nvSpPr>
              <p:cNvPr id="60820" name="Oval 4368">
                <a:extLst>
                  <a:ext uri="{FF2B5EF4-FFF2-40B4-BE49-F238E27FC236}">
                    <a16:creationId xmlns:a16="http://schemas.microsoft.com/office/drawing/2014/main" id="{7AE7F9D2-E951-4012-AFF1-2496F7096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193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21" name="Oval 4369">
                <a:extLst>
                  <a:ext uri="{FF2B5EF4-FFF2-40B4-BE49-F238E27FC236}">
                    <a16:creationId xmlns:a16="http://schemas.microsoft.com/office/drawing/2014/main" id="{397BD360-8CAA-45FE-86BD-A200CE1BE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91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22" name="Oval 4370">
                <a:extLst>
                  <a:ext uri="{FF2B5EF4-FFF2-40B4-BE49-F238E27FC236}">
                    <a16:creationId xmlns:a16="http://schemas.microsoft.com/office/drawing/2014/main" id="{51DB6DA2-9096-4C7D-88B3-225914028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191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23" name="Oval 4371">
                <a:extLst>
                  <a:ext uri="{FF2B5EF4-FFF2-40B4-BE49-F238E27FC236}">
                    <a16:creationId xmlns:a16="http://schemas.microsoft.com/office/drawing/2014/main" id="{60247FB7-C90B-468C-8AE2-281934E09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191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24" name="Oval 4372">
                <a:extLst>
                  <a:ext uri="{FF2B5EF4-FFF2-40B4-BE49-F238E27FC236}">
                    <a16:creationId xmlns:a16="http://schemas.microsoft.com/office/drawing/2014/main" id="{DBD30D0A-1748-4904-ABDA-BE82D529B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91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25" name="Oval 4373">
                <a:extLst>
                  <a:ext uri="{FF2B5EF4-FFF2-40B4-BE49-F238E27FC236}">
                    <a16:creationId xmlns:a16="http://schemas.microsoft.com/office/drawing/2014/main" id="{82D87DC3-1B0D-4126-B62C-A2DC86AEE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192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26" name="Oval 4374">
                <a:extLst>
                  <a:ext uri="{FF2B5EF4-FFF2-40B4-BE49-F238E27FC236}">
                    <a16:creationId xmlns:a16="http://schemas.microsoft.com/office/drawing/2014/main" id="{C00BC23F-346F-44A7-92FC-8D749C215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190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27" name="Oval 4375">
                <a:extLst>
                  <a:ext uri="{FF2B5EF4-FFF2-40B4-BE49-F238E27FC236}">
                    <a16:creationId xmlns:a16="http://schemas.microsoft.com/office/drawing/2014/main" id="{CBB5084C-40FD-4682-95A2-6C4EBD5E4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191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28" name="Oval 4376">
                <a:extLst>
                  <a:ext uri="{FF2B5EF4-FFF2-40B4-BE49-F238E27FC236}">
                    <a16:creationId xmlns:a16="http://schemas.microsoft.com/office/drawing/2014/main" id="{5BE1DAA3-80C0-411A-B08E-B67788897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192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29" name="Oval 4377">
                <a:extLst>
                  <a:ext uri="{FF2B5EF4-FFF2-40B4-BE49-F238E27FC236}">
                    <a16:creationId xmlns:a16="http://schemas.microsoft.com/office/drawing/2014/main" id="{4B7FC0E9-7BF2-497D-BEF2-3A2F13217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92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0" name="Oval 4378">
                <a:extLst>
                  <a:ext uri="{FF2B5EF4-FFF2-40B4-BE49-F238E27FC236}">
                    <a16:creationId xmlns:a16="http://schemas.microsoft.com/office/drawing/2014/main" id="{0B5E0C8F-1722-498C-BC85-D47FDEB3F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193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1" name="Oval 4379">
                <a:extLst>
                  <a:ext uri="{FF2B5EF4-FFF2-40B4-BE49-F238E27FC236}">
                    <a16:creationId xmlns:a16="http://schemas.microsoft.com/office/drawing/2014/main" id="{4F0FFD98-8FDC-4561-985C-6039F2BD0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03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2" name="Oval 4380">
                <a:extLst>
                  <a:ext uri="{FF2B5EF4-FFF2-40B4-BE49-F238E27FC236}">
                    <a16:creationId xmlns:a16="http://schemas.microsoft.com/office/drawing/2014/main" id="{A964FED0-09D2-4EDF-8765-9068B736B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04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3" name="Oval 4381">
                <a:extLst>
                  <a:ext uri="{FF2B5EF4-FFF2-40B4-BE49-F238E27FC236}">
                    <a16:creationId xmlns:a16="http://schemas.microsoft.com/office/drawing/2014/main" id="{0DD9A707-11DA-46A8-9D92-A04566E4A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04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4" name="Oval 4382">
                <a:extLst>
                  <a:ext uri="{FF2B5EF4-FFF2-40B4-BE49-F238E27FC236}">
                    <a16:creationId xmlns:a16="http://schemas.microsoft.com/office/drawing/2014/main" id="{9F6182D5-7406-4E9F-AA60-3F78B68F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05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5" name="Oval 4383">
                <a:extLst>
                  <a:ext uri="{FF2B5EF4-FFF2-40B4-BE49-F238E27FC236}">
                    <a16:creationId xmlns:a16="http://schemas.microsoft.com/office/drawing/2014/main" id="{71E7C8CB-7B72-4F9E-A8D8-3FA3432B0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205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6" name="Oval 4384">
                <a:extLst>
                  <a:ext uri="{FF2B5EF4-FFF2-40B4-BE49-F238E27FC236}">
                    <a16:creationId xmlns:a16="http://schemas.microsoft.com/office/drawing/2014/main" id="{3B96E8E8-1113-4064-8B66-D5FC1E32E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0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7" name="Oval 4385">
                <a:extLst>
                  <a:ext uri="{FF2B5EF4-FFF2-40B4-BE49-F238E27FC236}">
                    <a16:creationId xmlns:a16="http://schemas.microsoft.com/office/drawing/2014/main" id="{D480D82B-0B96-4AB3-8FF6-D4243D76F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02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8" name="Oval 4386">
                <a:extLst>
                  <a:ext uri="{FF2B5EF4-FFF2-40B4-BE49-F238E27FC236}">
                    <a16:creationId xmlns:a16="http://schemas.microsoft.com/office/drawing/2014/main" id="{96426B24-0480-4B54-894C-E3624FAD3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02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39" name="Oval 4387">
                <a:extLst>
                  <a:ext uri="{FF2B5EF4-FFF2-40B4-BE49-F238E27FC236}">
                    <a16:creationId xmlns:a16="http://schemas.microsoft.com/office/drawing/2014/main" id="{BA91564D-9EC8-4A3C-AAEA-5860A281E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202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0" name="Oval 4388">
                <a:extLst>
                  <a:ext uri="{FF2B5EF4-FFF2-40B4-BE49-F238E27FC236}">
                    <a16:creationId xmlns:a16="http://schemas.microsoft.com/office/drawing/2014/main" id="{E346C83E-AE91-4B3F-93E3-A25322B2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01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1" name="Oval 4389">
                <a:extLst>
                  <a:ext uri="{FF2B5EF4-FFF2-40B4-BE49-F238E27FC236}">
                    <a16:creationId xmlns:a16="http://schemas.microsoft.com/office/drawing/2014/main" id="{FF051493-98B5-4E20-9B55-0FC88AD76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204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2" name="Oval 4390">
                <a:extLst>
                  <a:ext uri="{FF2B5EF4-FFF2-40B4-BE49-F238E27FC236}">
                    <a16:creationId xmlns:a16="http://schemas.microsoft.com/office/drawing/2014/main" id="{8F8C265B-D9CE-4241-B40F-F5171425B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201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3" name="Oval 4391">
                <a:extLst>
                  <a:ext uri="{FF2B5EF4-FFF2-40B4-BE49-F238E27FC236}">
                    <a16:creationId xmlns:a16="http://schemas.microsoft.com/office/drawing/2014/main" id="{B6AD15EF-C4BA-421D-89FA-0D7B26F94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03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4" name="Oval 4392">
                <a:extLst>
                  <a:ext uri="{FF2B5EF4-FFF2-40B4-BE49-F238E27FC236}">
                    <a16:creationId xmlns:a16="http://schemas.microsoft.com/office/drawing/2014/main" id="{247B0B16-8FE0-4197-824C-C4C396C33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204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5" name="Oval 4393">
                <a:extLst>
                  <a:ext uri="{FF2B5EF4-FFF2-40B4-BE49-F238E27FC236}">
                    <a16:creationId xmlns:a16="http://schemas.microsoft.com/office/drawing/2014/main" id="{18ED7A1B-E8EA-4EB8-8108-181F0918E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203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6" name="Oval 4394">
                <a:extLst>
                  <a:ext uri="{FF2B5EF4-FFF2-40B4-BE49-F238E27FC236}">
                    <a16:creationId xmlns:a16="http://schemas.microsoft.com/office/drawing/2014/main" id="{BAE16D68-14DE-4CA5-B027-BEFE479FD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03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7" name="Oval 4395">
                <a:extLst>
                  <a:ext uri="{FF2B5EF4-FFF2-40B4-BE49-F238E27FC236}">
                    <a16:creationId xmlns:a16="http://schemas.microsoft.com/office/drawing/2014/main" id="{6E9BAA29-6334-4262-A025-A48983A88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03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8" name="Oval 4396">
                <a:extLst>
                  <a:ext uri="{FF2B5EF4-FFF2-40B4-BE49-F238E27FC236}">
                    <a16:creationId xmlns:a16="http://schemas.microsoft.com/office/drawing/2014/main" id="{8F65C44E-501D-4847-8111-55984C6B9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04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49" name="Oval 4397">
                <a:extLst>
                  <a:ext uri="{FF2B5EF4-FFF2-40B4-BE49-F238E27FC236}">
                    <a16:creationId xmlns:a16="http://schemas.microsoft.com/office/drawing/2014/main" id="{29CEF60F-4FDA-4013-8193-642E9C60C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205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0" name="Oval 4398">
                <a:extLst>
                  <a:ext uri="{FF2B5EF4-FFF2-40B4-BE49-F238E27FC236}">
                    <a16:creationId xmlns:a16="http://schemas.microsoft.com/office/drawing/2014/main" id="{F9E2EB48-B35F-4A6C-9BB7-88BFBCB9D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207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1" name="Oval 4399">
                <a:extLst>
                  <a:ext uri="{FF2B5EF4-FFF2-40B4-BE49-F238E27FC236}">
                    <a16:creationId xmlns:a16="http://schemas.microsoft.com/office/drawing/2014/main" id="{052DFA86-7DFB-4277-A47A-F429351FC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07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2" name="Oval 4400">
                <a:extLst>
                  <a:ext uri="{FF2B5EF4-FFF2-40B4-BE49-F238E27FC236}">
                    <a16:creationId xmlns:a16="http://schemas.microsoft.com/office/drawing/2014/main" id="{33D863EA-CC65-4F27-B2A2-A93A28704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05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3" name="Oval 4401">
                <a:extLst>
                  <a:ext uri="{FF2B5EF4-FFF2-40B4-BE49-F238E27FC236}">
                    <a16:creationId xmlns:a16="http://schemas.microsoft.com/office/drawing/2014/main" id="{FB58BF4D-A4C6-4162-8885-2E2A7B596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04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4" name="Oval 4402">
                <a:extLst>
                  <a:ext uri="{FF2B5EF4-FFF2-40B4-BE49-F238E27FC236}">
                    <a16:creationId xmlns:a16="http://schemas.microsoft.com/office/drawing/2014/main" id="{55727D49-F1EB-49E7-98DF-6475C60EE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05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5" name="Oval 4403">
                <a:extLst>
                  <a:ext uri="{FF2B5EF4-FFF2-40B4-BE49-F238E27FC236}">
                    <a16:creationId xmlns:a16="http://schemas.microsoft.com/office/drawing/2014/main" id="{86A1D610-A534-48D9-8458-CFCF29D0A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05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6" name="Oval 4404">
                <a:extLst>
                  <a:ext uri="{FF2B5EF4-FFF2-40B4-BE49-F238E27FC236}">
                    <a16:creationId xmlns:a16="http://schemas.microsoft.com/office/drawing/2014/main" id="{299833C4-86C8-4707-9242-818073FAE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08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7" name="Oval 4405">
                <a:extLst>
                  <a:ext uri="{FF2B5EF4-FFF2-40B4-BE49-F238E27FC236}">
                    <a16:creationId xmlns:a16="http://schemas.microsoft.com/office/drawing/2014/main" id="{5953FF6B-2879-456A-B6E5-E1BE6FC91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203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8" name="Oval 4406">
                <a:extLst>
                  <a:ext uri="{FF2B5EF4-FFF2-40B4-BE49-F238E27FC236}">
                    <a16:creationId xmlns:a16="http://schemas.microsoft.com/office/drawing/2014/main" id="{10CC60CE-B5F4-4400-937F-F2F009ED7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027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59" name="Oval 4407">
                <a:extLst>
                  <a:ext uri="{FF2B5EF4-FFF2-40B4-BE49-F238E27FC236}">
                    <a16:creationId xmlns:a16="http://schemas.microsoft.com/office/drawing/2014/main" id="{197B8C94-39DA-448F-BC98-73D071698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03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0" name="Oval 4408">
                <a:extLst>
                  <a:ext uri="{FF2B5EF4-FFF2-40B4-BE49-F238E27FC236}">
                    <a16:creationId xmlns:a16="http://schemas.microsoft.com/office/drawing/2014/main" id="{6454C543-77EB-497C-ABC7-C639B709A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20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1" name="Oval 4409">
                <a:extLst>
                  <a:ext uri="{FF2B5EF4-FFF2-40B4-BE49-F238E27FC236}">
                    <a16:creationId xmlns:a16="http://schemas.microsoft.com/office/drawing/2014/main" id="{E432B728-D2AA-487A-946E-F823CCEEC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204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2" name="Oval 4410">
                <a:extLst>
                  <a:ext uri="{FF2B5EF4-FFF2-40B4-BE49-F238E27FC236}">
                    <a16:creationId xmlns:a16="http://schemas.microsoft.com/office/drawing/2014/main" id="{FC11C1F0-F97D-4C8D-8145-B02829664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05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3" name="Oval 4411">
                <a:extLst>
                  <a:ext uri="{FF2B5EF4-FFF2-40B4-BE49-F238E27FC236}">
                    <a16:creationId xmlns:a16="http://schemas.microsoft.com/office/drawing/2014/main" id="{2E373873-6D89-447D-83FB-559E71DC1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07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4" name="Oval 4412">
                <a:extLst>
                  <a:ext uri="{FF2B5EF4-FFF2-40B4-BE49-F238E27FC236}">
                    <a16:creationId xmlns:a16="http://schemas.microsoft.com/office/drawing/2014/main" id="{92850996-47FC-4BA7-88E8-D15B71CE8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06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5" name="Oval 4413">
                <a:extLst>
                  <a:ext uri="{FF2B5EF4-FFF2-40B4-BE49-F238E27FC236}">
                    <a16:creationId xmlns:a16="http://schemas.microsoft.com/office/drawing/2014/main" id="{9E7DAA49-87FD-46C5-B9DD-4F0FFAB2B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02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6" name="Oval 4414">
                <a:extLst>
                  <a:ext uri="{FF2B5EF4-FFF2-40B4-BE49-F238E27FC236}">
                    <a16:creationId xmlns:a16="http://schemas.microsoft.com/office/drawing/2014/main" id="{5F7CCCC9-7853-47B7-86BF-3C8D68DD0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04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7" name="Oval 4415">
                <a:extLst>
                  <a:ext uri="{FF2B5EF4-FFF2-40B4-BE49-F238E27FC236}">
                    <a16:creationId xmlns:a16="http://schemas.microsoft.com/office/drawing/2014/main" id="{4CB3F3F5-21BC-4E77-843F-13219B3BB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05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8" name="Oval 4416">
                <a:extLst>
                  <a:ext uri="{FF2B5EF4-FFF2-40B4-BE49-F238E27FC236}">
                    <a16:creationId xmlns:a16="http://schemas.microsoft.com/office/drawing/2014/main" id="{B926A4A5-71A8-4F58-8929-85FF96105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06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69" name="Oval 4417">
                <a:extLst>
                  <a:ext uri="{FF2B5EF4-FFF2-40B4-BE49-F238E27FC236}">
                    <a16:creationId xmlns:a16="http://schemas.microsoft.com/office/drawing/2014/main" id="{C6EF1B46-03D4-4324-A32B-FD9F9F9F4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206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0" name="Oval 4418">
                <a:extLst>
                  <a:ext uri="{FF2B5EF4-FFF2-40B4-BE49-F238E27FC236}">
                    <a16:creationId xmlns:a16="http://schemas.microsoft.com/office/drawing/2014/main" id="{6631245A-1F2C-4FB9-B07F-C545AD81E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206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1" name="Oval 4419">
                <a:extLst>
                  <a:ext uri="{FF2B5EF4-FFF2-40B4-BE49-F238E27FC236}">
                    <a16:creationId xmlns:a16="http://schemas.microsoft.com/office/drawing/2014/main" id="{21C6ACCE-FB35-43E8-BBBC-46A825E4C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04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2" name="Oval 4420">
                <a:extLst>
                  <a:ext uri="{FF2B5EF4-FFF2-40B4-BE49-F238E27FC236}">
                    <a16:creationId xmlns:a16="http://schemas.microsoft.com/office/drawing/2014/main" id="{841BD6B0-F025-4509-B3D1-BB02BB287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08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3" name="Oval 4421">
                <a:extLst>
                  <a:ext uri="{FF2B5EF4-FFF2-40B4-BE49-F238E27FC236}">
                    <a16:creationId xmlns:a16="http://schemas.microsoft.com/office/drawing/2014/main" id="{A436DFAB-B409-4BDB-AA9C-5A3A03D96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12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4" name="Oval 4422">
                <a:extLst>
                  <a:ext uri="{FF2B5EF4-FFF2-40B4-BE49-F238E27FC236}">
                    <a16:creationId xmlns:a16="http://schemas.microsoft.com/office/drawing/2014/main" id="{8783089F-742D-4BCF-ADF8-3501977CC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207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5" name="Oval 4423">
                <a:extLst>
                  <a:ext uri="{FF2B5EF4-FFF2-40B4-BE49-F238E27FC236}">
                    <a16:creationId xmlns:a16="http://schemas.microsoft.com/office/drawing/2014/main" id="{412D0D78-9E6C-4F9A-9143-1A6F0354F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206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6" name="Oval 4424">
                <a:extLst>
                  <a:ext uri="{FF2B5EF4-FFF2-40B4-BE49-F238E27FC236}">
                    <a16:creationId xmlns:a16="http://schemas.microsoft.com/office/drawing/2014/main" id="{327A7472-EA5D-4B23-919B-D45772238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205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7" name="Oval 4425">
                <a:extLst>
                  <a:ext uri="{FF2B5EF4-FFF2-40B4-BE49-F238E27FC236}">
                    <a16:creationId xmlns:a16="http://schemas.microsoft.com/office/drawing/2014/main" id="{AFD73BFB-1316-4908-9E56-F48324F6F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04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8" name="Oval 4426">
                <a:extLst>
                  <a:ext uri="{FF2B5EF4-FFF2-40B4-BE49-F238E27FC236}">
                    <a16:creationId xmlns:a16="http://schemas.microsoft.com/office/drawing/2014/main" id="{458D95F3-F7B1-41A6-9979-DB796FC23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08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79" name="Oval 4427">
                <a:extLst>
                  <a:ext uri="{FF2B5EF4-FFF2-40B4-BE49-F238E27FC236}">
                    <a16:creationId xmlns:a16="http://schemas.microsoft.com/office/drawing/2014/main" id="{95ED5053-01E5-42DC-8CE5-50436A2D2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209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0" name="Oval 4428">
                <a:extLst>
                  <a:ext uri="{FF2B5EF4-FFF2-40B4-BE49-F238E27FC236}">
                    <a16:creationId xmlns:a16="http://schemas.microsoft.com/office/drawing/2014/main" id="{5420DAA1-3256-4FFD-A5A4-6BDC02702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09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1" name="Oval 4429">
                <a:extLst>
                  <a:ext uri="{FF2B5EF4-FFF2-40B4-BE49-F238E27FC236}">
                    <a16:creationId xmlns:a16="http://schemas.microsoft.com/office/drawing/2014/main" id="{30CD088A-0136-4224-9008-263363B60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11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2" name="Oval 4430">
                <a:extLst>
                  <a:ext uri="{FF2B5EF4-FFF2-40B4-BE49-F238E27FC236}">
                    <a16:creationId xmlns:a16="http://schemas.microsoft.com/office/drawing/2014/main" id="{2C336182-B20A-42AB-970F-6F933F0D3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11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3" name="Oval 4431">
                <a:extLst>
                  <a:ext uri="{FF2B5EF4-FFF2-40B4-BE49-F238E27FC236}">
                    <a16:creationId xmlns:a16="http://schemas.microsoft.com/office/drawing/2014/main" id="{E2A5E1A3-48EF-4928-8467-4D14FEA3A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09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4" name="Oval 4432">
                <a:extLst>
                  <a:ext uri="{FF2B5EF4-FFF2-40B4-BE49-F238E27FC236}">
                    <a16:creationId xmlns:a16="http://schemas.microsoft.com/office/drawing/2014/main" id="{3B4E6A29-E94D-4522-B927-227D45183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207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5" name="Oval 4433">
                <a:extLst>
                  <a:ext uri="{FF2B5EF4-FFF2-40B4-BE49-F238E27FC236}">
                    <a16:creationId xmlns:a16="http://schemas.microsoft.com/office/drawing/2014/main" id="{72F6E1AE-F76E-4BF0-A5C8-39E8B7157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9" y="208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6" name="Oval 4434">
                <a:extLst>
                  <a:ext uri="{FF2B5EF4-FFF2-40B4-BE49-F238E27FC236}">
                    <a16:creationId xmlns:a16="http://schemas.microsoft.com/office/drawing/2014/main" id="{2BAB703F-982E-4F36-8078-6DA28DA8A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08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7" name="Oval 4435">
                <a:extLst>
                  <a:ext uri="{FF2B5EF4-FFF2-40B4-BE49-F238E27FC236}">
                    <a16:creationId xmlns:a16="http://schemas.microsoft.com/office/drawing/2014/main" id="{7AE5B984-68A9-4CBD-B2F7-2D38BE9D5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07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8" name="Oval 4436">
                <a:extLst>
                  <a:ext uri="{FF2B5EF4-FFF2-40B4-BE49-F238E27FC236}">
                    <a16:creationId xmlns:a16="http://schemas.microsoft.com/office/drawing/2014/main" id="{3BBBFF05-FC1A-4A7C-8F3B-403145931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09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89" name="Oval 4437">
                <a:extLst>
                  <a:ext uri="{FF2B5EF4-FFF2-40B4-BE49-F238E27FC236}">
                    <a16:creationId xmlns:a16="http://schemas.microsoft.com/office/drawing/2014/main" id="{1A818B82-E423-477D-84FA-5CFAA4D7C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07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0" name="Oval 4438">
                <a:extLst>
                  <a:ext uri="{FF2B5EF4-FFF2-40B4-BE49-F238E27FC236}">
                    <a16:creationId xmlns:a16="http://schemas.microsoft.com/office/drawing/2014/main" id="{9AA3D041-A74B-460A-A40A-3377B1D2B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0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1" name="Oval 4439">
                <a:extLst>
                  <a:ext uri="{FF2B5EF4-FFF2-40B4-BE49-F238E27FC236}">
                    <a16:creationId xmlns:a16="http://schemas.microsoft.com/office/drawing/2014/main" id="{48D1B87C-EACF-4332-8058-87BF2BA9B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10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2" name="Oval 4440">
                <a:extLst>
                  <a:ext uri="{FF2B5EF4-FFF2-40B4-BE49-F238E27FC236}">
                    <a16:creationId xmlns:a16="http://schemas.microsoft.com/office/drawing/2014/main" id="{F87A60FA-D8A6-4B2E-92A4-516BC0ADD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08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3" name="Oval 4441">
                <a:extLst>
                  <a:ext uri="{FF2B5EF4-FFF2-40B4-BE49-F238E27FC236}">
                    <a16:creationId xmlns:a16="http://schemas.microsoft.com/office/drawing/2014/main" id="{DC07582B-2E68-40DC-96A6-97C832DA8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09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4" name="Oval 4442">
                <a:extLst>
                  <a:ext uri="{FF2B5EF4-FFF2-40B4-BE49-F238E27FC236}">
                    <a16:creationId xmlns:a16="http://schemas.microsoft.com/office/drawing/2014/main" id="{2E5E99F8-2C5E-4D86-8AC3-689C8D6B0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091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5" name="Oval 4443">
                <a:extLst>
                  <a:ext uri="{FF2B5EF4-FFF2-40B4-BE49-F238E27FC236}">
                    <a16:creationId xmlns:a16="http://schemas.microsoft.com/office/drawing/2014/main" id="{A0C7FFBE-F6C0-455A-93D0-7ACF0DD60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9" y="209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6" name="Oval 4444">
                <a:extLst>
                  <a:ext uri="{FF2B5EF4-FFF2-40B4-BE49-F238E27FC236}">
                    <a16:creationId xmlns:a16="http://schemas.microsoft.com/office/drawing/2014/main" id="{26AC59D9-265A-45CE-A767-203BCBBA5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210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7" name="Oval 4445">
                <a:extLst>
                  <a:ext uri="{FF2B5EF4-FFF2-40B4-BE49-F238E27FC236}">
                    <a16:creationId xmlns:a16="http://schemas.microsoft.com/office/drawing/2014/main" id="{1D1D3A5E-94B4-4996-A426-CE804C235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11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8" name="Oval 4446">
                <a:extLst>
                  <a:ext uri="{FF2B5EF4-FFF2-40B4-BE49-F238E27FC236}">
                    <a16:creationId xmlns:a16="http://schemas.microsoft.com/office/drawing/2014/main" id="{5BB6B8DF-6269-4745-8DCB-219F30E9A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08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99" name="Oval 4447">
                <a:extLst>
                  <a:ext uri="{FF2B5EF4-FFF2-40B4-BE49-F238E27FC236}">
                    <a16:creationId xmlns:a16="http://schemas.microsoft.com/office/drawing/2014/main" id="{4EFAB127-EC44-4084-81EB-98B64A81B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208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0" name="Oval 4448">
                <a:extLst>
                  <a:ext uri="{FF2B5EF4-FFF2-40B4-BE49-F238E27FC236}">
                    <a16:creationId xmlns:a16="http://schemas.microsoft.com/office/drawing/2014/main" id="{F047CB28-5945-4E67-B569-65F8E8D62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08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1" name="Oval 4449">
                <a:extLst>
                  <a:ext uri="{FF2B5EF4-FFF2-40B4-BE49-F238E27FC236}">
                    <a16:creationId xmlns:a16="http://schemas.microsoft.com/office/drawing/2014/main" id="{3798E019-A43F-4308-8E6C-81C62CF13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10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2" name="Oval 4450">
                <a:extLst>
                  <a:ext uri="{FF2B5EF4-FFF2-40B4-BE49-F238E27FC236}">
                    <a16:creationId xmlns:a16="http://schemas.microsoft.com/office/drawing/2014/main" id="{5705E8A9-3C8F-499A-B437-87C2A35BE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10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3" name="Oval 4451">
                <a:extLst>
                  <a:ext uri="{FF2B5EF4-FFF2-40B4-BE49-F238E27FC236}">
                    <a16:creationId xmlns:a16="http://schemas.microsoft.com/office/drawing/2014/main" id="{29595167-6060-4AB9-A950-FEC5CBDA1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211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4" name="Oval 4452">
                <a:extLst>
                  <a:ext uri="{FF2B5EF4-FFF2-40B4-BE49-F238E27FC236}">
                    <a16:creationId xmlns:a16="http://schemas.microsoft.com/office/drawing/2014/main" id="{F110A3B6-1145-4B7C-A31C-091DC582A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12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5" name="Oval 4453">
                <a:extLst>
                  <a:ext uri="{FF2B5EF4-FFF2-40B4-BE49-F238E27FC236}">
                    <a16:creationId xmlns:a16="http://schemas.microsoft.com/office/drawing/2014/main" id="{8AA7F679-D24E-4B04-9650-9E570E989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08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6" name="Oval 4454">
                <a:extLst>
                  <a:ext uri="{FF2B5EF4-FFF2-40B4-BE49-F238E27FC236}">
                    <a16:creationId xmlns:a16="http://schemas.microsoft.com/office/drawing/2014/main" id="{A45D2CD7-5746-41B7-80E6-086B27D86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10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7" name="Oval 4455">
                <a:extLst>
                  <a:ext uri="{FF2B5EF4-FFF2-40B4-BE49-F238E27FC236}">
                    <a16:creationId xmlns:a16="http://schemas.microsoft.com/office/drawing/2014/main" id="{4A601379-4CE5-48BA-BABA-479A25F07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07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8" name="Oval 4456">
                <a:extLst>
                  <a:ext uri="{FF2B5EF4-FFF2-40B4-BE49-F238E27FC236}">
                    <a16:creationId xmlns:a16="http://schemas.microsoft.com/office/drawing/2014/main" id="{AB9ED63B-9BF8-44B1-A382-8C2CB09F8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09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09" name="Oval 4457">
                <a:extLst>
                  <a:ext uri="{FF2B5EF4-FFF2-40B4-BE49-F238E27FC236}">
                    <a16:creationId xmlns:a16="http://schemas.microsoft.com/office/drawing/2014/main" id="{79E0CEA7-C315-4CCC-8FF3-FC73CADEB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10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0" name="Oval 4458">
                <a:extLst>
                  <a:ext uri="{FF2B5EF4-FFF2-40B4-BE49-F238E27FC236}">
                    <a16:creationId xmlns:a16="http://schemas.microsoft.com/office/drawing/2014/main" id="{D81525A3-D182-43B6-9CD5-FA37CADE8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11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1" name="Oval 4459">
                <a:extLst>
                  <a:ext uri="{FF2B5EF4-FFF2-40B4-BE49-F238E27FC236}">
                    <a16:creationId xmlns:a16="http://schemas.microsoft.com/office/drawing/2014/main" id="{591C2B35-4591-423D-88C1-0E2B928A8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211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2" name="Oval 4460">
                <a:extLst>
                  <a:ext uri="{FF2B5EF4-FFF2-40B4-BE49-F238E27FC236}">
                    <a16:creationId xmlns:a16="http://schemas.microsoft.com/office/drawing/2014/main" id="{7B4AB278-525B-46DC-975B-215D85B67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11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3" name="Oval 4461">
                <a:extLst>
                  <a:ext uri="{FF2B5EF4-FFF2-40B4-BE49-F238E27FC236}">
                    <a16:creationId xmlns:a16="http://schemas.microsoft.com/office/drawing/2014/main" id="{2531E000-0C3F-4774-96FE-00A9AAD4A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211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4" name="Oval 4462">
                <a:extLst>
                  <a:ext uri="{FF2B5EF4-FFF2-40B4-BE49-F238E27FC236}">
                    <a16:creationId xmlns:a16="http://schemas.microsoft.com/office/drawing/2014/main" id="{A9CAC463-AE62-4207-A6D8-850D69B1D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211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5" name="Oval 4463">
                <a:extLst>
                  <a:ext uri="{FF2B5EF4-FFF2-40B4-BE49-F238E27FC236}">
                    <a16:creationId xmlns:a16="http://schemas.microsoft.com/office/drawing/2014/main" id="{EA10D04B-E17A-4C56-AFC6-0201EDB67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12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6" name="Oval 4464">
                <a:extLst>
                  <a:ext uri="{FF2B5EF4-FFF2-40B4-BE49-F238E27FC236}">
                    <a16:creationId xmlns:a16="http://schemas.microsoft.com/office/drawing/2014/main" id="{91F683FC-7FC8-4533-BCA9-1DE8A0ECD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6" y="204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7" name="Oval 4465">
                <a:extLst>
                  <a:ext uri="{FF2B5EF4-FFF2-40B4-BE49-F238E27FC236}">
                    <a16:creationId xmlns:a16="http://schemas.microsoft.com/office/drawing/2014/main" id="{8A1A3829-091D-4716-AE15-EEE1F1930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05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8" name="Oval 4466">
                <a:extLst>
                  <a:ext uri="{FF2B5EF4-FFF2-40B4-BE49-F238E27FC236}">
                    <a16:creationId xmlns:a16="http://schemas.microsoft.com/office/drawing/2014/main" id="{1E828195-C874-489B-9544-AB9565AE5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205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19" name="Oval 4467">
                <a:extLst>
                  <a:ext uri="{FF2B5EF4-FFF2-40B4-BE49-F238E27FC236}">
                    <a16:creationId xmlns:a16="http://schemas.microsoft.com/office/drawing/2014/main" id="{1A9C6439-7928-4E4B-8E92-39DE06056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206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0" name="Oval 4468">
                <a:extLst>
                  <a:ext uri="{FF2B5EF4-FFF2-40B4-BE49-F238E27FC236}">
                    <a16:creationId xmlns:a16="http://schemas.microsoft.com/office/drawing/2014/main" id="{BB1FB0C1-14F5-4C72-8DDB-A86F41912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07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1" name="Oval 4469">
                <a:extLst>
                  <a:ext uri="{FF2B5EF4-FFF2-40B4-BE49-F238E27FC236}">
                    <a16:creationId xmlns:a16="http://schemas.microsoft.com/office/drawing/2014/main" id="{958B345A-6774-4E18-BC44-1E46E6A96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0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2" name="Oval 4470">
                <a:extLst>
                  <a:ext uri="{FF2B5EF4-FFF2-40B4-BE49-F238E27FC236}">
                    <a16:creationId xmlns:a16="http://schemas.microsoft.com/office/drawing/2014/main" id="{220C9240-DD19-4782-BF83-C67BD67B7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03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3" name="Oval 4471">
                <a:extLst>
                  <a:ext uri="{FF2B5EF4-FFF2-40B4-BE49-F238E27FC236}">
                    <a16:creationId xmlns:a16="http://schemas.microsoft.com/office/drawing/2014/main" id="{53EC2BE4-8730-42E4-B9AD-DAD2422B4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03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4" name="Oval 4472">
                <a:extLst>
                  <a:ext uri="{FF2B5EF4-FFF2-40B4-BE49-F238E27FC236}">
                    <a16:creationId xmlns:a16="http://schemas.microsoft.com/office/drawing/2014/main" id="{248D5EBA-199B-419C-AA46-12762E73C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03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5" name="Oval 4473">
                <a:extLst>
                  <a:ext uri="{FF2B5EF4-FFF2-40B4-BE49-F238E27FC236}">
                    <a16:creationId xmlns:a16="http://schemas.microsoft.com/office/drawing/2014/main" id="{1E71E074-1AB1-486E-9040-238D64728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03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6" name="Oval 4474">
                <a:extLst>
                  <a:ext uri="{FF2B5EF4-FFF2-40B4-BE49-F238E27FC236}">
                    <a16:creationId xmlns:a16="http://schemas.microsoft.com/office/drawing/2014/main" id="{F7F25EF8-D053-475A-9F48-52F66F1A8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05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7" name="Oval 4475">
                <a:extLst>
                  <a:ext uri="{FF2B5EF4-FFF2-40B4-BE49-F238E27FC236}">
                    <a16:creationId xmlns:a16="http://schemas.microsoft.com/office/drawing/2014/main" id="{195951C3-360C-496B-AEF4-16BCBDE6B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203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8" name="Oval 4476">
                <a:extLst>
                  <a:ext uri="{FF2B5EF4-FFF2-40B4-BE49-F238E27FC236}">
                    <a16:creationId xmlns:a16="http://schemas.microsoft.com/office/drawing/2014/main" id="{06186503-5CB8-4316-A2C5-23CA84883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05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29" name="Oval 4477">
                <a:extLst>
                  <a:ext uri="{FF2B5EF4-FFF2-40B4-BE49-F238E27FC236}">
                    <a16:creationId xmlns:a16="http://schemas.microsoft.com/office/drawing/2014/main" id="{920777A8-428A-42D1-9216-76673AA1C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05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0" name="Oval 4478">
                <a:extLst>
                  <a:ext uri="{FF2B5EF4-FFF2-40B4-BE49-F238E27FC236}">
                    <a16:creationId xmlns:a16="http://schemas.microsoft.com/office/drawing/2014/main" id="{717C7A24-6749-482F-929C-DAB0AAC32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0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1" name="Oval 4479">
                <a:extLst>
                  <a:ext uri="{FF2B5EF4-FFF2-40B4-BE49-F238E27FC236}">
                    <a16:creationId xmlns:a16="http://schemas.microsoft.com/office/drawing/2014/main" id="{7E72614B-542B-4975-B800-B9F571966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04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2" name="Oval 4480">
                <a:extLst>
                  <a:ext uri="{FF2B5EF4-FFF2-40B4-BE49-F238E27FC236}">
                    <a16:creationId xmlns:a16="http://schemas.microsoft.com/office/drawing/2014/main" id="{B5366038-7927-43AA-A9DC-51BD31119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203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3" name="Oval 4481">
                <a:extLst>
                  <a:ext uri="{FF2B5EF4-FFF2-40B4-BE49-F238E27FC236}">
                    <a16:creationId xmlns:a16="http://schemas.microsoft.com/office/drawing/2014/main" id="{DB601878-5D4A-4003-A8E1-2D7B9FD05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1998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4" name="Oval 4482">
                <a:extLst>
                  <a:ext uri="{FF2B5EF4-FFF2-40B4-BE49-F238E27FC236}">
                    <a16:creationId xmlns:a16="http://schemas.microsoft.com/office/drawing/2014/main" id="{822E9C33-805E-4958-9123-90E8252F1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99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5" name="Oval 4483">
                <a:extLst>
                  <a:ext uri="{FF2B5EF4-FFF2-40B4-BE49-F238E27FC236}">
                    <a16:creationId xmlns:a16="http://schemas.microsoft.com/office/drawing/2014/main" id="{8F3CDA86-7A91-423C-9B2E-5F324E291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200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6" name="Oval 4484">
                <a:extLst>
                  <a:ext uri="{FF2B5EF4-FFF2-40B4-BE49-F238E27FC236}">
                    <a16:creationId xmlns:a16="http://schemas.microsoft.com/office/drawing/2014/main" id="{EB052B38-BA85-4089-A39A-FEC4C38C6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1995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7" name="Oval 4485">
                <a:extLst>
                  <a:ext uri="{FF2B5EF4-FFF2-40B4-BE49-F238E27FC236}">
                    <a16:creationId xmlns:a16="http://schemas.microsoft.com/office/drawing/2014/main" id="{B159557A-9D6B-4575-AE18-4F7317B09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9" y="197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8" name="Oval 4486">
                <a:extLst>
                  <a:ext uri="{FF2B5EF4-FFF2-40B4-BE49-F238E27FC236}">
                    <a16:creationId xmlns:a16="http://schemas.microsoft.com/office/drawing/2014/main" id="{6DE35FCF-B4D0-4ABA-8504-0118B0147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97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39" name="Oval 4487">
                <a:extLst>
                  <a:ext uri="{FF2B5EF4-FFF2-40B4-BE49-F238E27FC236}">
                    <a16:creationId xmlns:a16="http://schemas.microsoft.com/office/drawing/2014/main" id="{896EAD46-F503-45B3-B7A1-1B42F9ACC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00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0" name="Oval 4488">
                <a:extLst>
                  <a:ext uri="{FF2B5EF4-FFF2-40B4-BE49-F238E27FC236}">
                    <a16:creationId xmlns:a16="http://schemas.microsoft.com/office/drawing/2014/main" id="{F8D982E9-4CCC-452C-A42D-B18AF87FC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201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1" name="Oval 4489">
                <a:extLst>
                  <a:ext uri="{FF2B5EF4-FFF2-40B4-BE49-F238E27FC236}">
                    <a16:creationId xmlns:a16="http://schemas.microsoft.com/office/drawing/2014/main" id="{CB014578-BFD9-485F-95CE-B5EFB8A2C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203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2" name="Oval 4490">
                <a:extLst>
                  <a:ext uri="{FF2B5EF4-FFF2-40B4-BE49-F238E27FC236}">
                    <a16:creationId xmlns:a16="http://schemas.microsoft.com/office/drawing/2014/main" id="{8A9537D2-3CF2-4F2E-8964-C5BB42DEB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1937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3" name="Oval 4491">
                <a:extLst>
                  <a:ext uri="{FF2B5EF4-FFF2-40B4-BE49-F238E27FC236}">
                    <a16:creationId xmlns:a16="http://schemas.microsoft.com/office/drawing/2014/main" id="{954326D8-AA18-4FFA-96DA-C16C0C535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200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4" name="Oval 4492">
                <a:extLst>
                  <a:ext uri="{FF2B5EF4-FFF2-40B4-BE49-F238E27FC236}">
                    <a16:creationId xmlns:a16="http://schemas.microsoft.com/office/drawing/2014/main" id="{D062A5DE-809E-4729-B1E1-7AF376852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205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5" name="Oval 4493">
                <a:extLst>
                  <a:ext uri="{FF2B5EF4-FFF2-40B4-BE49-F238E27FC236}">
                    <a16:creationId xmlns:a16="http://schemas.microsoft.com/office/drawing/2014/main" id="{C00BAE53-C077-49A0-8E48-23AAEB195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06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6" name="Oval 4494">
                <a:extLst>
                  <a:ext uri="{FF2B5EF4-FFF2-40B4-BE49-F238E27FC236}">
                    <a16:creationId xmlns:a16="http://schemas.microsoft.com/office/drawing/2014/main" id="{C002D267-E1AE-479D-97F7-F46D4DCAF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08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7" name="Oval 4495">
                <a:extLst>
                  <a:ext uri="{FF2B5EF4-FFF2-40B4-BE49-F238E27FC236}">
                    <a16:creationId xmlns:a16="http://schemas.microsoft.com/office/drawing/2014/main" id="{3BE00C28-FC1C-426B-A23F-3C13E83B3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08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8" name="Oval 4496">
                <a:extLst>
                  <a:ext uri="{FF2B5EF4-FFF2-40B4-BE49-F238E27FC236}">
                    <a16:creationId xmlns:a16="http://schemas.microsoft.com/office/drawing/2014/main" id="{4DAB94C1-35AC-4C65-926A-0201A1AD2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07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49" name="Oval 4497">
                <a:extLst>
                  <a:ext uri="{FF2B5EF4-FFF2-40B4-BE49-F238E27FC236}">
                    <a16:creationId xmlns:a16="http://schemas.microsoft.com/office/drawing/2014/main" id="{C581673E-B977-4D22-AE2E-2B070817A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205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0" name="Oval 4498">
                <a:extLst>
                  <a:ext uri="{FF2B5EF4-FFF2-40B4-BE49-F238E27FC236}">
                    <a16:creationId xmlns:a16="http://schemas.microsoft.com/office/drawing/2014/main" id="{DFE86D95-4AFA-4BB5-AA4E-B044092BD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206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1" name="Oval 4499">
                <a:extLst>
                  <a:ext uri="{FF2B5EF4-FFF2-40B4-BE49-F238E27FC236}">
                    <a16:creationId xmlns:a16="http://schemas.microsoft.com/office/drawing/2014/main" id="{5C9A3CDA-4E00-4A5B-90AC-D97A75AC4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4" y="207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2" name="Oval 4500">
                <a:extLst>
                  <a:ext uri="{FF2B5EF4-FFF2-40B4-BE49-F238E27FC236}">
                    <a16:creationId xmlns:a16="http://schemas.microsoft.com/office/drawing/2014/main" id="{E7586E81-335E-4A58-BC5B-0847E4CE3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09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3" name="Oval 4501">
                <a:extLst>
                  <a:ext uri="{FF2B5EF4-FFF2-40B4-BE49-F238E27FC236}">
                    <a16:creationId xmlns:a16="http://schemas.microsoft.com/office/drawing/2014/main" id="{72B3DCE4-F042-4438-A048-0722430AC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04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4" name="Oval 4502">
                <a:extLst>
                  <a:ext uri="{FF2B5EF4-FFF2-40B4-BE49-F238E27FC236}">
                    <a16:creationId xmlns:a16="http://schemas.microsoft.com/office/drawing/2014/main" id="{6A7082A1-5D78-45F9-9C11-AF905D309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04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5" name="Oval 4503">
                <a:extLst>
                  <a:ext uri="{FF2B5EF4-FFF2-40B4-BE49-F238E27FC236}">
                    <a16:creationId xmlns:a16="http://schemas.microsoft.com/office/drawing/2014/main" id="{8CDB85E1-67DC-4EAA-8841-8745DF292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04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6" name="Oval 4504">
                <a:extLst>
                  <a:ext uri="{FF2B5EF4-FFF2-40B4-BE49-F238E27FC236}">
                    <a16:creationId xmlns:a16="http://schemas.microsoft.com/office/drawing/2014/main" id="{7D341EEA-59C3-4D65-81C2-F5CB275AE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06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7" name="Oval 4505">
                <a:extLst>
                  <a:ext uri="{FF2B5EF4-FFF2-40B4-BE49-F238E27FC236}">
                    <a16:creationId xmlns:a16="http://schemas.microsoft.com/office/drawing/2014/main" id="{F636EA23-B198-49FD-805C-1CE0EF76C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206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8" name="Oval 4506">
                <a:extLst>
                  <a:ext uri="{FF2B5EF4-FFF2-40B4-BE49-F238E27FC236}">
                    <a16:creationId xmlns:a16="http://schemas.microsoft.com/office/drawing/2014/main" id="{37562CBA-572E-4B44-B06C-62DB29D16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07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59" name="Oval 4507">
                <a:extLst>
                  <a:ext uri="{FF2B5EF4-FFF2-40B4-BE49-F238E27FC236}">
                    <a16:creationId xmlns:a16="http://schemas.microsoft.com/office/drawing/2014/main" id="{13EE911B-FC49-4724-9C83-EBB2C5159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208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0" name="Oval 4508">
                <a:extLst>
                  <a:ext uri="{FF2B5EF4-FFF2-40B4-BE49-F238E27FC236}">
                    <a16:creationId xmlns:a16="http://schemas.microsoft.com/office/drawing/2014/main" id="{E8FFF066-4C20-49CD-A0C5-4A8BE98FF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08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1" name="Oval 4509">
                <a:extLst>
                  <a:ext uri="{FF2B5EF4-FFF2-40B4-BE49-F238E27FC236}">
                    <a16:creationId xmlns:a16="http://schemas.microsoft.com/office/drawing/2014/main" id="{6DD5E25B-B208-4345-A4FA-456526D9E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6" y="20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2" name="Oval 4510">
                <a:extLst>
                  <a:ext uri="{FF2B5EF4-FFF2-40B4-BE49-F238E27FC236}">
                    <a16:creationId xmlns:a16="http://schemas.microsoft.com/office/drawing/2014/main" id="{513B511E-4013-481F-A7AF-02CCBC009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205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3" name="Oval 4511">
                <a:extLst>
                  <a:ext uri="{FF2B5EF4-FFF2-40B4-BE49-F238E27FC236}">
                    <a16:creationId xmlns:a16="http://schemas.microsoft.com/office/drawing/2014/main" id="{8A7ABDFD-EAEF-4143-A426-AB55381D0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1" y="206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4" name="Oval 4512">
                <a:extLst>
                  <a:ext uri="{FF2B5EF4-FFF2-40B4-BE49-F238E27FC236}">
                    <a16:creationId xmlns:a16="http://schemas.microsoft.com/office/drawing/2014/main" id="{37D6182D-7249-44B2-A978-7B320B893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07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5" name="Oval 4513">
                <a:extLst>
                  <a:ext uri="{FF2B5EF4-FFF2-40B4-BE49-F238E27FC236}">
                    <a16:creationId xmlns:a16="http://schemas.microsoft.com/office/drawing/2014/main" id="{9B75A328-3896-4FA9-9A3E-8FAF602AF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208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6" name="Oval 4514">
                <a:extLst>
                  <a:ext uri="{FF2B5EF4-FFF2-40B4-BE49-F238E27FC236}">
                    <a16:creationId xmlns:a16="http://schemas.microsoft.com/office/drawing/2014/main" id="{EFC7271D-F69A-445F-A186-0E0F786C5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207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7" name="Oval 4515">
                <a:extLst>
                  <a:ext uri="{FF2B5EF4-FFF2-40B4-BE49-F238E27FC236}">
                    <a16:creationId xmlns:a16="http://schemas.microsoft.com/office/drawing/2014/main" id="{29242D10-83E7-4C47-807D-D29230E31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06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8" name="Oval 4516">
                <a:extLst>
                  <a:ext uri="{FF2B5EF4-FFF2-40B4-BE49-F238E27FC236}">
                    <a16:creationId xmlns:a16="http://schemas.microsoft.com/office/drawing/2014/main" id="{A10FCD00-124E-4841-9958-3801DF673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209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69" name="Oval 4517">
                <a:extLst>
                  <a:ext uri="{FF2B5EF4-FFF2-40B4-BE49-F238E27FC236}">
                    <a16:creationId xmlns:a16="http://schemas.microsoft.com/office/drawing/2014/main" id="{9A62091C-5E8A-4E4A-A962-D878A0354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6" y="213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0" name="Oval 4518">
                <a:extLst>
                  <a:ext uri="{FF2B5EF4-FFF2-40B4-BE49-F238E27FC236}">
                    <a16:creationId xmlns:a16="http://schemas.microsoft.com/office/drawing/2014/main" id="{754431E5-D351-46D4-919B-442942957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08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1" name="Oval 4519">
                <a:extLst>
                  <a:ext uri="{FF2B5EF4-FFF2-40B4-BE49-F238E27FC236}">
                    <a16:creationId xmlns:a16="http://schemas.microsoft.com/office/drawing/2014/main" id="{320337D6-E2D3-471F-B83A-831706154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08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2" name="Oval 4520">
                <a:extLst>
                  <a:ext uri="{FF2B5EF4-FFF2-40B4-BE49-F238E27FC236}">
                    <a16:creationId xmlns:a16="http://schemas.microsoft.com/office/drawing/2014/main" id="{8484986A-A9BE-4639-88E3-90ECC38C5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07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3" name="Oval 4521">
                <a:extLst>
                  <a:ext uri="{FF2B5EF4-FFF2-40B4-BE49-F238E27FC236}">
                    <a16:creationId xmlns:a16="http://schemas.microsoft.com/office/drawing/2014/main" id="{F4B3152B-7473-4DF1-8C9C-545114598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205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4" name="Oval 4522">
                <a:extLst>
                  <a:ext uri="{FF2B5EF4-FFF2-40B4-BE49-F238E27FC236}">
                    <a16:creationId xmlns:a16="http://schemas.microsoft.com/office/drawing/2014/main" id="{512CB3C7-6BBB-4A45-BDC2-0632AF3AF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10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5" name="Oval 4523">
                <a:extLst>
                  <a:ext uri="{FF2B5EF4-FFF2-40B4-BE49-F238E27FC236}">
                    <a16:creationId xmlns:a16="http://schemas.microsoft.com/office/drawing/2014/main" id="{22746730-E1A0-4418-A188-EAFACA84B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6" y="21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6" name="Oval 4524">
                <a:extLst>
                  <a:ext uri="{FF2B5EF4-FFF2-40B4-BE49-F238E27FC236}">
                    <a16:creationId xmlns:a16="http://schemas.microsoft.com/office/drawing/2014/main" id="{F7B623CD-4F3B-4889-9CAB-0C7AB6DFF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11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7" name="Oval 4525">
                <a:extLst>
                  <a:ext uri="{FF2B5EF4-FFF2-40B4-BE49-F238E27FC236}">
                    <a16:creationId xmlns:a16="http://schemas.microsoft.com/office/drawing/2014/main" id="{4ADF6AC4-19FD-4587-A737-74670DCFF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12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8" name="Oval 4526">
                <a:extLst>
                  <a:ext uri="{FF2B5EF4-FFF2-40B4-BE49-F238E27FC236}">
                    <a16:creationId xmlns:a16="http://schemas.microsoft.com/office/drawing/2014/main" id="{9A521968-829A-4BE7-9A3F-AD5500424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6" y="213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79" name="Oval 4527">
                <a:extLst>
                  <a:ext uri="{FF2B5EF4-FFF2-40B4-BE49-F238E27FC236}">
                    <a16:creationId xmlns:a16="http://schemas.microsoft.com/office/drawing/2014/main" id="{43FEF4B3-278F-40FE-ABC7-A1E7D7E97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10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0" name="Oval 4528">
                <a:extLst>
                  <a:ext uri="{FF2B5EF4-FFF2-40B4-BE49-F238E27FC236}">
                    <a16:creationId xmlns:a16="http://schemas.microsoft.com/office/drawing/2014/main" id="{11A1FEAE-DF47-4EAB-BCAA-5478EAE77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09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1" name="Oval 4529">
                <a:extLst>
                  <a:ext uri="{FF2B5EF4-FFF2-40B4-BE49-F238E27FC236}">
                    <a16:creationId xmlns:a16="http://schemas.microsoft.com/office/drawing/2014/main" id="{0D7C86DF-82D4-4370-A6D2-9A2F6C301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09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2" name="Oval 4530">
                <a:extLst>
                  <a:ext uri="{FF2B5EF4-FFF2-40B4-BE49-F238E27FC236}">
                    <a16:creationId xmlns:a16="http://schemas.microsoft.com/office/drawing/2014/main" id="{8C974BC7-7E2A-438C-B0B8-1F3616F13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09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3" name="Oval 4531">
                <a:extLst>
                  <a:ext uri="{FF2B5EF4-FFF2-40B4-BE49-F238E27FC236}">
                    <a16:creationId xmlns:a16="http://schemas.microsoft.com/office/drawing/2014/main" id="{78038889-9CB7-48AB-8059-20CA11F35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209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4" name="Oval 4532">
                <a:extLst>
                  <a:ext uri="{FF2B5EF4-FFF2-40B4-BE49-F238E27FC236}">
                    <a16:creationId xmlns:a16="http://schemas.microsoft.com/office/drawing/2014/main" id="{8295B39D-94B1-4980-9534-5FDBB9F31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211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5" name="Oval 4533">
                <a:extLst>
                  <a:ext uri="{FF2B5EF4-FFF2-40B4-BE49-F238E27FC236}">
                    <a16:creationId xmlns:a16="http://schemas.microsoft.com/office/drawing/2014/main" id="{9178B0C6-FEDE-48AE-816D-E61AA7F08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6" y="208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6" name="Oval 4534">
                <a:extLst>
                  <a:ext uri="{FF2B5EF4-FFF2-40B4-BE49-F238E27FC236}">
                    <a16:creationId xmlns:a16="http://schemas.microsoft.com/office/drawing/2014/main" id="{2D5351FE-46B6-494A-AB42-6EBBABA2A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10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7" name="Oval 4535">
                <a:extLst>
                  <a:ext uri="{FF2B5EF4-FFF2-40B4-BE49-F238E27FC236}">
                    <a16:creationId xmlns:a16="http://schemas.microsoft.com/office/drawing/2014/main" id="{441E9621-F440-4444-8E35-BAD0ABF12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6" y="211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8" name="Oval 4536">
                <a:extLst>
                  <a:ext uri="{FF2B5EF4-FFF2-40B4-BE49-F238E27FC236}">
                    <a16:creationId xmlns:a16="http://schemas.microsoft.com/office/drawing/2014/main" id="{1FF20FBA-3717-45B1-BE0C-0C739D51E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6" y="209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89" name="Oval 4537">
                <a:extLst>
                  <a:ext uri="{FF2B5EF4-FFF2-40B4-BE49-F238E27FC236}">
                    <a16:creationId xmlns:a16="http://schemas.microsoft.com/office/drawing/2014/main" id="{BAE98E3F-3613-4C1B-BC8D-1A9F10984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107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0" name="Oval 4538">
                <a:extLst>
                  <a:ext uri="{FF2B5EF4-FFF2-40B4-BE49-F238E27FC236}">
                    <a16:creationId xmlns:a16="http://schemas.microsoft.com/office/drawing/2014/main" id="{1342CE06-F6F1-439B-AE19-3C74FB171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" y="210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1" name="Oval 4539">
                <a:extLst>
                  <a:ext uri="{FF2B5EF4-FFF2-40B4-BE49-F238E27FC236}">
                    <a16:creationId xmlns:a16="http://schemas.microsoft.com/office/drawing/2014/main" id="{627A8AE7-37B1-4670-99EE-452FC060C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211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2" name="Oval 4540">
                <a:extLst>
                  <a:ext uri="{FF2B5EF4-FFF2-40B4-BE49-F238E27FC236}">
                    <a16:creationId xmlns:a16="http://schemas.microsoft.com/office/drawing/2014/main" id="{554D7FCD-E8F8-4814-94DE-4A97A22A0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12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3" name="Oval 4541">
                <a:extLst>
                  <a:ext uri="{FF2B5EF4-FFF2-40B4-BE49-F238E27FC236}">
                    <a16:creationId xmlns:a16="http://schemas.microsoft.com/office/drawing/2014/main" id="{2D398984-719C-426D-BB81-48C7B14B5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10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4" name="Oval 4542">
                <a:extLst>
                  <a:ext uri="{FF2B5EF4-FFF2-40B4-BE49-F238E27FC236}">
                    <a16:creationId xmlns:a16="http://schemas.microsoft.com/office/drawing/2014/main" id="{C945A85C-1735-4003-B620-80E7247AD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09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5" name="Oval 4543">
                <a:extLst>
                  <a:ext uri="{FF2B5EF4-FFF2-40B4-BE49-F238E27FC236}">
                    <a16:creationId xmlns:a16="http://schemas.microsoft.com/office/drawing/2014/main" id="{3124ABE6-A456-4467-91F6-12CAEEF71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6" y="209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6" name="Oval 4544">
                <a:extLst>
                  <a:ext uri="{FF2B5EF4-FFF2-40B4-BE49-F238E27FC236}">
                    <a16:creationId xmlns:a16="http://schemas.microsoft.com/office/drawing/2014/main" id="{B977A6E3-8EDB-4D79-A36B-A56C353A7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11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7" name="Oval 4545">
                <a:extLst>
                  <a:ext uri="{FF2B5EF4-FFF2-40B4-BE49-F238E27FC236}">
                    <a16:creationId xmlns:a16="http://schemas.microsoft.com/office/drawing/2014/main" id="{09D2B96E-B481-4485-B5EF-7EAA1FC0C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6" y="211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8" name="Oval 4546">
                <a:extLst>
                  <a:ext uri="{FF2B5EF4-FFF2-40B4-BE49-F238E27FC236}">
                    <a16:creationId xmlns:a16="http://schemas.microsoft.com/office/drawing/2014/main" id="{648F4128-6375-4704-9C40-9DC4F1958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12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999" name="Oval 4547">
                <a:extLst>
                  <a:ext uri="{FF2B5EF4-FFF2-40B4-BE49-F238E27FC236}">
                    <a16:creationId xmlns:a16="http://schemas.microsoft.com/office/drawing/2014/main" id="{7E72A3DC-4967-4B43-8271-2BE427281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13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0" name="Oval 4548">
                <a:extLst>
                  <a:ext uri="{FF2B5EF4-FFF2-40B4-BE49-F238E27FC236}">
                    <a16:creationId xmlns:a16="http://schemas.microsoft.com/office/drawing/2014/main" id="{0EEC366D-EAAB-4887-B88D-E863D5445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209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1" name="Oval 4549">
                <a:extLst>
                  <a:ext uri="{FF2B5EF4-FFF2-40B4-BE49-F238E27FC236}">
                    <a16:creationId xmlns:a16="http://schemas.microsoft.com/office/drawing/2014/main" id="{24D3D8FF-B241-4B0C-A28A-96A58C71A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11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2" name="Oval 4550">
                <a:extLst>
                  <a:ext uri="{FF2B5EF4-FFF2-40B4-BE49-F238E27FC236}">
                    <a16:creationId xmlns:a16="http://schemas.microsoft.com/office/drawing/2014/main" id="{8FB1B5FE-4F2D-4DF9-8FFC-E7471FD88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12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3" name="Oval 4551">
                <a:extLst>
                  <a:ext uri="{FF2B5EF4-FFF2-40B4-BE49-F238E27FC236}">
                    <a16:creationId xmlns:a16="http://schemas.microsoft.com/office/drawing/2014/main" id="{F5790F3D-B0D2-4114-804C-C823D177E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6" y="213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4" name="Oval 4552">
                <a:extLst>
                  <a:ext uri="{FF2B5EF4-FFF2-40B4-BE49-F238E27FC236}">
                    <a16:creationId xmlns:a16="http://schemas.microsoft.com/office/drawing/2014/main" id="{02932D38-8FA6-435A-AE8E-BBDFE37D9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01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5" name="Oval 4553">
                <a:extLst>
                  <a:ext uri="{FF2B5EF4-FFF2-40B4-BE49-F238E27FC236}">
                    <a16:creationId xmlns:a16="http://schemas.microsoft.com/office/drawing/2014/main" id="{429B1FEA-7A69-47B9-93A9-BF95CFB29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202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6" name="Oval 4554">
                <a:extLst>
                  <a:ext uri="{FF2B5EF4-FFF2-40B4-BE49-F238E27FC236}">
                    <a16:creationId xmlns:a16="http://schemas.microsoft.com/office/drawing/2014/main" id="{04E8852F-E4B1-491E-8B67-DA27F5F32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0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7" name="Oval 4555">
                <a:extLst>
                  <a:ext uri="{FF2B5EF4-FFF2-40B4-BE49-F238E27FC236}">
                    <a16:creationId xmlns:a16="http://schemas.microsoft.com/office/drawing/2014/main" id="{ED3A7F6B-C72A-40E1-88E5-C9A2229F4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0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8" name="Oval 4556">
                <a:extLst>
                  <a:ext uri="{FF2B5EF4-FFF2-40B4-BE49-F238E27FC236}">
                    <a16:creationId xmlns:a16="http://schemas.microsoft.com/office/drawing/2014/main" id="{3C42A1EA-9F57-4C5D-8217-D9C73DF22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041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09" name="Oval 4557">
                <a:extLst>
                  <a:ext uri="{FF2B5EF4-FFF2-40B4-BE49-F238E27FC236}">
                    <a16:creationId xmlns:a16="http://schemas.microsoft.com/office/drawing/2014/main" id="{2AA2CA61-131F-48F3-BDDB-0245084D6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01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0" name="Oval 4558">
                <a:extLst>
                  <a:ext uri="{FF2B5EF4-FFF2-40B4-BE49-F238E27FC236}">
                    <a16:creationId xmlns:a16="http://schemas.microsoft.com/office/drawing/2014/main" id="{B2320B37-72AA-4984-A4B6-4DA1CED8B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00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1" name="Oval 4559">
                <a:extLst>
                  <a:ext uri="{FF2B5EF4-FFF2-40B4-BE49-F238E27FC236}">
                    <a16:creationId xmlns:a16="http://schemas.microsoft.com/office/drawing/2014/main" id="{059CDD0B-D7FB-485C-8BD6-CDC3CB1EC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00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2" name="Oval 4560">
                <a:extLst>
                  <a:ext uri="{FF2B5EF4-FFF2-40B4-BE49-F238E27FC236}">
                    <a16:creationId xmlns:a16="http://schemas.microsoft.com/office/drawing/2014/main" id="{4CEBE55D-1E89-43E5-AB63-B723B9F8E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006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3" name="Oval 4561">
                <a:extLst>
                  <a:ext uri="{FF2B5EF4-FFF2-40B4-BE49-F238E27FC236}">
                    <a16:creationId xmlns:a16="http://schemas.microsoft.com/office/drawing/2014/main" id="{76092A69-0CBD-4D36-A882-B7276368E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0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4" name="Oval 4562">
                <a:extLst>
                  <a:ext uri="{FF2B5EF4-FFF2-40B4-BE49-F238E27FC236}">
                    <a16:creationId xmlns:a16="http://schemas.microsoft.com/office/drawing/2014/main" id="{282A7583-094A-4A4C-B2F6-B2A5BF332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01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5" name="Oval 4563">
                <a:extLst>
                  <a:ext uri="{FF2B5EF4-FFF2-40B4-BE49-F238E27FC236}">
                    <a16:creationId xmlns:a16="http://schemas.microsoft.com/office/drawing/2014/main" id="{82918735-2C8E-49CF-AAF1-4A34DF0EF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99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6" name="Oval 4564">
                <a:extLst>
                  <a:ext uri="{FF2B5EF4-FFF2-40B4-BE49-F238E27FC236}">
                    <a16:creationId xmlns:a16="http://schemas.microsoft.com/office/drawing/2014/main" id="{E1A4B795-459E-43D8-9627-727D78D04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01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7" name="Oval 4565">
                <a:extLst>
                  <a:ext uri="{FF2B5EF4-FFF2-40B4-BE49-F238E27FC236}">
                    <a16:creationId xmlns:a16="http://schemas.microsoft.com/office/drawing/2014/main" id="{7F1E6796-4FE8-4FE9-B830-BD077478F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02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8" name="Oval 4566">
                <a:extLst>
                  <a:ext uri="{FF2B5EF4-FFF2-40B4-BE49-F238E27FC236}">
                    <a16:creationId xmlns:a16="http://schemas.microsoft.com/office/drawing/2014/main" id="{17441470-F730-4D60-825A-10DCF2398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00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019" name="Oval 4567">
                <a:extLst>
                  <a:ext uri="{FF2B5EF4-FFF2-40B4-BE49-F238E27FC236}">
                    <a16:creationId xmlns:a16="http://schemas.microsoft.com/office/drawing/2014/main" id="{CD59D6B2-02E5-4EF9-AEC0-EB96FAE4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01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5" name="Group 4568">
              <a:extLst>
                <a:ext uri="{FF2B5EF4-FFF2-40B4-BE49-F238E27FC236}">
                  <a16:creationId xmlns:a16="http://schemas.microsoft.com/office/drawing/2014/main" id="{49C289ED-673F-447F-A3DE-87300E80A0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1" y="1961"/>
              <a:ext cx="250" cy="213"/>
              <a:chOff x="4431" y="1961"/>
              <a:chExt cx="250" cy="213"/>
            </a:xfrm>
          </p:grpSpPr>
          <p:sp>
            <p:nvSpPr>
              <p:cNvPr id="60620" name="Oval 4569">
                <a:extLst>
                  <a:ext uri="{FF2B5EF4-FFF2-40B4-BE49-F238E27FC236}">
                    <a16:creationId xmlns:a16="http://schemas.microsoft.com/office/drawing/2014/main" id="{D08E1EC1-88AB-4877-B578-AD72F56C8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6" y="201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21" name="Oval 4570">
                <a:extLst>
                  <a:ext uri="{FF2B5EF4-FFF2-40B4-BE49-F238E27FC236}">
                    <a16:creationId xmlns:a16="http://schemas.microsoft.com/office/drawing/2014/main" id="{734C0FF1-48A7-43EC-B4D7-23A7E8E12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6" y="20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22" name="Oval 4571">
                <a:extLst>
                  <a:ext uri="{FF2B5EF4-FFF2-40B4-BE49-F238E27FC236}">
                    <a16:creationId xmlns:a16="http://schemas.microsoft.com/office/drawing/2014/main" id="{BA3876F3-336A-4866-9EFF-66CBEF3C0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03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23" name="Oval 4572">
                <a:extLst>
                  <a:ext uri="{FF2B5EF4-FFF2-40B4-BE49-F238E27FC236}">
                    <a16:creationId xmlns:a16="http://schemas.microsoft.com/office/drawing/2014/main" id="{4F282591-D012-46B6-A935-5605AEAD6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04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24" name="Oval 4573">
                <a:extLst>
                  <a:ext uri="{FF2B5EF4-FFF2-40B4-BE49-F238E27FC236}">
                    <a16:creationId xmlns:a16="http://schemas.microsoft.com/office/drawing/2014/main" id="{9585F8AA-C07C-4CDE-8E93-D6297DFE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6" y="205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25" name="Oval 4574">
                <a:extLst>
                  <a:ext uri="{FF2B5EF4-FFF2-40B4-BE49-F238E27FC236}">
                    <a16:creationId xmlns:a16="http://schemas.microsoft.com/office/drawing/2014/main" id="{0967734E-E11B-411D-AD58-F867CBFB2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03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26" name="Oval 4575">
                <a:extLst>
                  <a:ext uri="{FF2B5EF4-FFF2-40B4-BE49-F238E27FC236}">
                    <a16:creationId xmlns:a16="http://schemas.microsoft.com/office/drawing/2014/main" id="{1454BD6E-9B64-4523-9C60-C6BF93CAB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02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27" name="Oval 4576">
                <a:extLst>
                  <a:ext uri="{FF2B5EF4-FFF2-40B4-BE49-F238E27FC236}">
                    <a16:creationId xmlns:a16="http://schemas.microsoft.com/office/drawing/2014/main" id="{9A7A1973-0C64-4721-A23E-9F4E46A10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033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28" name="Oval 4577">
                <a:extLst>
                  <a:ext uri="{FF2B5EF4-FFF2-40B4-BE49-F238E27FC236}">
                    <a16:creationId xmlns:a16="http://schemas.microsoft.com/office/drawing/2014/main" id="{CF9852D0-D145-43D2-A5D3-5E384EED3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6" y="204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29" name="Oval 4578">
                <a:extLst>
                  <a:ext uri="{FF2B5EF4-FFF2-40B4-BE49-F238E27FC236}">
                    <a16:creationId xmlns:a16="http://schemas.microsoft.com/office/drawing/2014/main" id="{7D46E1E6-996B-4FA1-B1D9-4E4ADE7EA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06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0" name="Oval 4579">
                <a:extLst>
                  <a:ext uri="{FF2B5EF4-FFF2-40B4-BE49-F238E27FC236}">
                    <a16:creationId xmlns:a16="http://schemas.microsoft.com/office/drawing/2014/main" id="{46A2DB2B-3906-4E0D-9B9C-225B524FD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01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1" name="Oval 4580">
                <a:extLst>
                  <a:ext uri="{FF2B5EF4-FFF2-40B4-BE49-F238E27FC236}">
                    <a16:creationId xmlns:a16="http://schemas.microsoft.com/office/drawing/2014/main" id="{8B55B29B-DC60-4592-BE7B-72547A8DB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00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2" name="Oval 4581">
                <a:extLst>
                  <a:ext uri="{FF2B5EF4-FFF2-40B4-BE49-F238E27FC236}">
                    <a16:creationId xmlns:a16="http://schemas.microsoft.com/office/drawing/2014/main" id="{5744D54F-EDD6-433D-B4F8-AAF014CDE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0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3" name="Oval 4582">
                <a:extLst>
                  <a:ext uri="{FF2B5EF4-FFF2-40B4-BE49-F238E27FC236}">
                    <a16:creationId xmlns:a16="http://schemas.microsoft.com/office/drawing/2014/main" id="{617DAEDE-CCE2-4E80-9852-7F55B4F98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02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4" name="Oval 4583">
                <a:extLst>
                  <a:ext uri="{FF2B5EF4-FFF2-40B4-BE49-F238E27FC236}">
                    <a16:creationId xmlns:a16="http://schemas.microsoft.com/office/drawing/2014/main" id="{875C7645-979B-4F3A-8A18-D0FBE55E7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02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5" name="Oval 4584">
                <a:extLst>
                  <a:ext uri="{FF2B5EF4-FFF2-40B4-BE49-F238E27FC236}">
                    <a16:creationId xmlns:a16="http://schemas.microsoft.com/office/drawing/2014/main" id="{6A05C33E-DE8D-4E11-BCCA-7C0400FA5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96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6" name="Oval 4585">
                <a:extLst>
                  <a:ext uri="{FF2B5EF4-FFF2-40B4-BE49-F238E27FC236}">
                    <a16:creationId xmlns:a16="http://schemas.microsoft.com/office/drawing/2014/main" id="{A77FDA0F-2319-4EE1-BA2C-15A5A9B60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198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7" name="Oval 4586">
                <a:extLst>
                  <a:ext uri="{FF2B5EF4-FFF2-40B4-BE49-F238E27FC236}">
                    <a16:creationId xmlns:a16="http://schemas.microsoft.com/office/drawing/2014/main" id="{942306CE-0ABD-40B3-B176-6DACC6A25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9" y="199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8" name="Oval 4587">
                <a:extLst>
                  <a:ext uri="{FF2B5EF4-FFF2-40B4-BE49-F238E27FC236}">
                    <a16:creationId xmlns:a16="http://schemas.microsoft.com/office/drawing/2014/main" id="{766687BE-2AEE-4112-AFFC-ACAF9B5A2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00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39" name="Oval 4588">
                <a:extLst>
                  <a:ext uri="{FF2B5EF4-FFF2-40B4-BE49-F238E27FC236}">
                    <a16:creationId xmlns:a16="http://schemas.microsoft.com/office/drawing/2014/main" id="{26A7DC4F-20E4-48BD-991A-43F954FFF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20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0" name="Oval 4589">
                <a:extLst>
                  <a:ext uri="{FF2B5EF4-FFF2-40B4-BE49-F238E27FC236}">
                    <a16:creationId xmlns:a16="http://schemas.microsoft.com/office/drawing/2014/main" id="{CD4D7B50-4682-429F-B0B6-86C397938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03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1" name="Oval 4590">
                <a:extLst>
                  <a:ext uri="{FF2B5EF4-FFF2-40B4-BE49-F238E27FC236}">
                    <a16:creationId xmlns:a16="http://schemas.microsoft.com/office/drawing/2014/main" id="{688E274C-03F4-4223-B346-D5E4036FB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00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2" name="Oval 4591">
                <a:extLst>
                  <a:ext uri="{FF2B5EF4-FFF2-40B4-BE49-F238E27FC236}">
                    <a16:creationId xmlns:a16="http://schemas.microsoft.com/office/drawing/2014/main" id="{36A63012-73F8-4C06-871B-39A37747F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99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3" name="Oval 4592">
                <a:extLst>
                  <a:ext uri="{FF2B5EF4-FFF2-40B4-BE49-F238E27FC236}">
                    <a16:creationId xmlns:a16="http://schemas.microsoft.com/office/drawing/2014/main" id="{8218B624-AD97-4CF6-9322-091DC47E4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197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4" name="Oval 4593">
                <a:extLst>
                  <a:ext uri="{FF2B5EF4-FFF2-40B4-BE49-F238E27FC236}">
                    <a16:creationId xmlns:a16="http://schemas.microsoft.com/office/drawing/2014/main" id="{E197CAD1-FAAA-4C56-8A43-86AF6145F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197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5" name="Oval 4594">
                <a:extLst>
                  <a:ext uri="{FF2B5EF4-FFF2-40B4-BE49-F238E27FC236}">
                    <a16:creationId xmlns:a16="http://schemas.microsoft.com/office/drawing/2014/main" id="{4351DB6C-9544-4FAA-A117-7E2116000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197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6" name="Oval 4595">
                <a:extLst>
                  <a:ext uri="{FF2B5EF4-FFF2-40B4-BE49-F238E27FC236}">
                    <a16:creationId xmlns:a16="http://schemas.microsoft.com/office/drawing/2014/main" id="{A9554F1B-94C5-44BB-8B4E-0E8EF9CC2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199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7" name="Oval 4596">
                <a:extLst>
                  <a:ext uri="{FF2B5EF4-FFF2-40B4-BE49-F238E27FC236}">
                    <a16:creationId xmlns:a16="http://schemas.microsoft.com/office/drawing/2014/main" id="{B67B6FBA-5C25-47CE-8463-45DA4C1B8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197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8" name="Oval 4597">
                <a:extLst>
                  <a:ext uri="{FF2B5EF4-FFF2-40B4-BE49-F238E27FC236}">
                    <a16:creationId xmlns:a16="http://schemas.microsoft.com/office/drawing/2014/main" id="{CC601804-908C-4362-B617-898C649D3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199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49" name="Oval 4598">
                <a:extLst>
                  <a:ext uri="{FF2B5EF4-FFF2-40B4-BE49-F238E27FC236}">
                    <a16:creationId xmlns:a16="http://schemas.microsoft.com/office/drawing/2014/main" id="{3856F0EE-5106-4C0F-AD7D-99CC7EC5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9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0" name="Oval 4599">
                <a:extLst>
                  <a:ext uri="{FF2B5EF4-FFF2-40B4-BE49-F238E27FC236}">
                    <a16:creationId xmlns:a16="http://schemas.microsoft.com/office/drawing/2014/main" id="{B0BB9C04-56C9-4193-AE6B-FD7ABC8A3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982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1" name="Oval 4600">
                <a:extLst>
                  <a:ext uri="{FF2B5EF4-FFF2-40B4-BE49-F238E27FC236}">
                    <a16:creationId xmlns:a16="http://schemas.microsoft.com/office/drawing/2014/main" id="{6B9636DF-88BD-47AC-B5A9-54061B6EB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19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2" name="Oval 4601">
                <a:extLst>
                  <a:ext uri="{FF2B5EF4-FFF2-40B4-BE49-F238E27FC236}">
                    <a16:creationId xmlns:a16="http://schemas.microsoft.com/office/drawing/2014/main" id="{7D8110E4-ECFB-41A6-BA1B-76529348D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97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3" name="Oval 4602">
                <a:extLst>
                  <a:ext uri="{FF2B5EF4-FFF2-40B4-BE49-F238E27FC236}">
                    <a16:creationId xmlns:a16="http://schemas.microsoft.com/office/drawing/2014/main" id="{A2A26508-CD24-4402-A528-B8CA57F88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197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4" name="Oval 4603">
                <a:extLst>
                  <a:ext uri="{FF2B5EF4-FFF2-40B4-BE49-F238E27FC236}">
                    <a16:creationId xmlns:a16="http://schemas.microsoft.com/office/drawing/2014/main" id="{ED84BF93-4895-47F6-B0A4-8A0C6BDEC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00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5" name="Oval 4604">
                <a:extLst>
                  <a:ext uri="{FF2B5EF4-FFF2-40B4-BE49-F238E27FC236}">
                    <a16:creationId xmlns:a16="http://schemas.microsoft.com/office/drawing/2014/main" id="{FA0CF698-87FE-4390-8227-07D12AA84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00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6" name="Oval 4605">
                <a:extLst>
                  <a:ext uri="{FF2B5EF4-FFF2-40B4-BE49-F238E27FC236}">
                    <a16:creationId xmlns:a16="http://schemas.microsoft.com/office/drawing/2014/main" id="{3399F905-CBBF-4639-8362-B41CE0626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03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7" name="Oval 4606">
                <a:extLst>
                  <a:ext uri="{FF2B5EF4-FFF2-40B4-BE49-F238E27FC236}">
                    <a16:creationId xmlns:a16="http://schemas.microsoft.com/office/drawing/2014/main" id="{545AC507-B0D4-430B-9E29-64656ABCC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05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8" name="Oval 4607">
                <a:extLst>
                  <a:ext uri="{FF2B5EF4-FFF2-40B4-BE49-F238E27FC236}">
                    <a16:creationId xmlns:a16="http://schemas.microsoft.com/office/drawing/2014/main" id="{A159553E-B404-43C6-AAED-4BCCF0612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204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59" name="Oval 4608">
                <a:extLst>
                  <a:ext uri="{FF2B5EF4-FFF2-40B4-BE49-F238E27FC236}">
                    <a16:creationId xmlns:a16="http://schemas.microsoft.com/office/drawing/2014/main" id="{1F2B1488-885B-4946-B11D-055159F63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00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0" name="Oval 4609">
                <a:extLst>
                  <a:ext uri="{FF2B5EF4-FFF2-40B4-BE49-F238E27FC236}">
                    <a16:creationId xmlns:a16="http://schemas.microsoft.com/office/drawing/2014/main" id="{1337021E-3CF9-465D-B364-C383C6A27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02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1" name="Oval 4610">
                <a:extLst>
                  <a:ext uri="{FF2B5EF4-FFF2-40B4-BE49-F238E27FC236}">
                    <a16:creationId xmlns:a16="http://schemas.microsoft.com/office/drawing/2014/main" id="{BC9AF701-F381-4E99-ABFE-FA7B80E5D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203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2" name="Oval 4611">
                <a:extLst>
                  <a:ext uri="{FF2B5EF4-FFF2-40B4-BE49-F238E27FC236}">
                    <a16:creationId xmlns:a16="http://schemas.microsoft.com/office/drawing/2014/main" id="{FD37F36C-60B6-4F62-A731-7CA0019E6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46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3" name="Oval 4612">
                <a:extLst>
                  <a:ext uri="{FF2B5EF4-FFF2-40B4-BE49-F238E27FC236}">
                    <a16:creationId xmlns:a16="http://schemas.microsoft.com/office/drawing/2014/main" id="{469693C6-CC90-4C33-83F8-9F1AE0581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04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4" name="Oval 4613">
                <a:extLst>
                  <a:ext uri="{FF2B5EF4-FFF2-40B4-BE49-F238E27FC236}">
                    <a16:creationId xmlns:a16="http://schemas.microsoft.com/office/drawing/2014/main" id="{9121008D-7444-40DC-862D-9A3166F4E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20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5" name="Oval 4614">
                <a:extLst>
                  <a:ext uri="{FF2B5EF4-FFF2-40B4-BE49-F238E27FC236}">
                    <a16:creationId xmlns:a16="http://schemas.microsoft.com/office/drawing/2014/main" id="{B23AC415-C86D-4AC2-9E2B-CB8DAD668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02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6" name="Oval 4615">
                <a:extLst>
                  <a:ext uri="{FF2B5EF4-FFF2-40B4-BE49-F238E27FC236}">
                    <a16:creationId xmlns:a16="http://schemas.microsoft.com/office/drawing/2014/main" id="{746D1164-E95E-45B9-A05B-D167D02D4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06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7" name="Oval 4616">
                <a:extLst>
                  <a:ext uri="{FF2B5EF4-FFF2-40B4-BE49-F238E27FC236}">
                    <a16:creationId xmlns:a16="http://schemas.microsoft.com/office/drawing/2014/main" id="{2A60C75C-CE38-45CE-BC01-DEB39C3E8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10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8" name="Oval 4617">
                <a:extLst>
                  <a:ext uri="{FF2B5EF4-FFF2-40B4-BE49-F238E27FC236}">
                    <a16:creationId xmlns:a16="http://schemas.microsoft.com/office/drawing/2014/main" id="{7D2A5211-DF01-4911-8C77-DDAFE23BC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05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69" name="Oval 4618">
                <a:extLst>
                  <a:ext uri="{FF2B5EF4-FFF2-40B4-BE49-F238E27FC236}">
                    <a16:creationId xmlns:a16="http://schemas.microsoft.com/office/drawing/2014/main" id="{995C152C-ACED-44FB-B6F9-5C0430031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204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0" name="Oval 4619">
                <a:extLst>
                  <a:ext uri="{FF2B5EF4-FFF2-40B4-BE49-F238E27FC236}">
                    <a16:creationId xmlns:a16="http://schemas.microsoft.com/office/drawing/2014/main" id="{02589B27-BD07-4311-BE4C-32C873306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04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1" name="Oval 4620">
                <a:extLst>
                  <a:ext uri="{FF2B5EF4-FFF2-40B4-BE49-F238E27FC236}">
                    <a16:creationId xmlns:a16="http://schemas.microsoft.com/office/drawing/2014/main" id="{DFAD478D-59DC-4196-9BA2-BA968579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02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2" name="Oval 4621">
                <a:extLst>
                  <a:ext uri="{FF2B5EF4-FFF2-40B4-BE49-F238E27FC236}">
                    <a16:creationId xmlns:a16="http://schemas.microsoft.com/office/drawing/2014/main" id="{6E46C20A-D5BC-40D2-8EAC-2788DA861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07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3" name="Oval 4622">
                <a:extLst>
                  <a:ext uri="{FF2B5EF4-FFF2-40B4-BE49-F238E27FC236}">
                    <a16:creationId xmlns:a16="http://schemas.microsoft.com/office/drawing/2014/main" id="{62B93B11-6CB5-4932-9ECB-330A9E608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08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4" name="Oval 4623">
                <a:extLst>
                  <a:ext uri="{FF2B5EF4-FFF2-40B4-BE49-F238E27FC236}">
                    <a16:creationId xmlns:a16="http://schemas.microsoft.com/office/drawing/2014/main" id="{A8D888B7-ED6E-461B-A473-E3C38239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4" y="2078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5" name="Oval 4624">
                <a:extLst>
                  <a:ext uri="{FF2B5EF4-FFF2-40B4-BE49-F238E27FC236}">
                    <a16:creationId xmlns:a16="http://schemas.microsoft.com/office/drawing/2014/main" id="{D0893A65-721B-4C40-807C-FFCAAA114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09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6" name="Oval 4625">
                <a:extLst>
                  <a:ext uri="{FF2B5EF4-FFF2-40B4-BE49-F238E27FC236}">
                    <a16:creationId xmlns:a16="http://schemas.microsoft.com/office/drawing/2014/main" id="{79786920-62DE-486D-8E5D-D61BF6F59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09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7" name="Oval 4626">
                <a:extLst>
                  <a:ext uri="{FF2B5EF4-FFF2-40B4-BE49-F238E27FC236}">
                    <a16:creationId xmlns:a16="http://schemas.microsoft.com/office/drawing/2014/main" id="{40F3C720-F736-4B7F-A58D-EA2E5A5DD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07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8" name="Oval 4627">
                <a:extLst>
                  <a:ext uri="{FF2B5EF4-FFF2-40B4-BE49-F238E27FC236}">
                    <a16:creationId xmlns:a16="http://schemas.microsoft.com/office/drawing/2014/main" id="{AB4346A5-9B51-4AB9-A86F-1E442FDB3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05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79" name="Oval 4628">
                <a:extLst>
                  <a:ext uri="{FF2B5EF4-FFF2-40B4-BE49-F238E27FC236}">
                    <a16:creationId xmlns:a16="http://schemas.microsoft.com/office/drawing/2014/main" id="{54F472F7-BD23-4EDF-BA80-9C039EE24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06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0" name="Oval 4629">
                <a:extLst>
                  <a:ext uri="{FF2B5EF4-FFF2-40B4-BE49-F238E27FC236}">
                    <a16:creationId xmlns:a16="http://schemas.microsoft.com/office/drawing/2014/main" id="{932D59CD-8809-4682-835C-F3DC41892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06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1" name="Oval 4630">
                <a:extLst>
                  <a:ext uri="{FF2B5EF4-FFF2-40B4-BE49-F238E27FC236}">
                    <a16:creationId xmlns:a16="http://schemas.microsoft.com/office/drawing/2014/main" id="{7B8F9CF5-EF5E-44A4-9D20-40EAEA245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05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2" name="Oval 4631">
                <a:extLst>
                  <a:ext uri="{FF2B5EF4-FFF2-40B4-BE49-F238E27FC236}">
                    <a16:creationId xmlns:a16="http://schemas.microsoft.com/office/drawing/2014/main" id="{5FFCBF9D-6383-4613-A4D6-5DE4FA8D8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78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3" name="Oval 4632">
                <a:extLst>
                  <a:ext uri="{FF2B5EF4-FFF2-40B4-BE49-F238E27FC236}">
                    <a16:creationId xmlns:a16="http://schemas.microsoft.com/office/drawing/2014/main" id="{3B49CB5E-69B9-4B02-87D5-1352BEFA1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05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4" name="Oval 4633">
                <a:extLst>
                  <a:ext uri="{FF2B5EF4-FFF2-40B4-BE49-F238E27FC236}">
                    <a16:creationId xmlns:a16="http://schemas.microsoft.com/office/drawing/2014/main" id="{87ACEF56-D68F-4EC1-92FF-D162F2D0A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207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5" name="Oval 4634">
                <a:extLst>
                  <a:ext uri="{FF2B5EF4-FFF2-40B4-BE49-F238E27FC236}">
                    <a16:creationId xmlns:a16="http://schemas.microsoft.com/office/drawing/2014/main" id="{12AC5875-FF46-49B5-A590-D9B6DA9A4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08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6" name="Oval 4635">
                <a:extLst>
                  <a:ext uri="{FF2B5EF4-FFF2-40B4-BE49-F238E27FC236}">
                    <a16:creationId xmlns:a16="http://schemas.microsoft.com/office/drawing/2014/main" id="{486226F1-F7FB-4168-B48C-2C72EEFE9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06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7" name="Oval 4636">
                <a:extLst>
                  <a:ext uri="{FF2B5EF4-FFF2-40B4-BE49-F238E27FC236}">
                    <a16:creationId xmlns:a16="http://schemas.microsoft.com/office/drawing/2014/main" id="{41FE73CC-7183-4B48-9083-1515984EE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6" y="207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8" name="Oval 4637">
                <a:extLst>
                  <a:ext uri="{FF2B5EF4-FFF2-40B4-BE49-F238E27FC236}">
                    <a16:creationId xmlns:a16="http://schemas.microsoft.com/office/drawing/2014/main" id="{C9CB5091-76E3-4F0F-805A-665766CC0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07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89" name="Oval 4638">
                <a:extLst>
                  <a:ext uri="{FF2B5EF4-FFF2-40B4-BE49-F238E27FC236}">
                    <a16:creationId xmlns:a16="http://schemas.microsoft.com/office/drawing/2014/main" id="{7B57D629-A50F-44C5-BA1D-90817671D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07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0" name="Oval 4639">
                <a:extLst>
                  <a:ext uri="{FF2B5EF4-FFF2-40B4-BE49-F238E27FC236}">
                    <a16:creationId xmlns:a16="http://schemas.microsoft.com/office/drawing/2014/main" id="{8A8A3463-F63C-4CB5-8D58-497D69A36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08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1" name="Oval 4640">
                <a:extLst>
                  <a:ext uri="{FF2B5EF4-FFF2-40B4-BE49-F238E27FC236}">
                    <a16:creationId xmlns:a16="http://schemas.microsoft.com/office/drawing/2014/main" id="{81CEC384-307B-4366-8DE1-55C656F2A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07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2" name="Oval 4641">
                <a:extLst>
                  <a:ext uri="{FF2B5EF4-FFF2-40B4-BE49-F238E27FC236}">
                    <a16:creationId xmlns:a16="http://schemas.microsoft.com/office/drawing/2014/main" id="{78C97F46-CDEF-4B82-B59D-2A8C78CB2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06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3" name="Oval 4642">
                <a:extLst>
                  <a:ext uri="{FF2B5EF4-FFF2-40B4-BE49-F238E27FC236}">
                    <a16:creationId xmlns:a16="http://schemas.microsoft.com/office/drawing/2014/main" id="{BAB49C19-43F2-459F-A1CD-60E749725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06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4" name="Oval 4643">
                <a:extLst>
                  <a:ext uri="{FF2B5EF4-FFF2-40B4-BE49-F238E27FC236}">
                    <a16:creationId xmlns:a16="http://schemas.microsoft.com/office/drawing/2014/main" id="{3F5EF47B-2FD8-4F30-BB7A-589789353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0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5" name="Oval 4644">
                <a:extLst>
                  <a:ext uri="{FF2B5EF4-FFF2-40B4-BE49-F238E27FC236}">
                    <a16:creationId xmlns:a16="http://schemas.microsoft.com/office/drawing/2014/main" id="{6148C43D-B8A5-4E98-9049-1429613A9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208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6" name="Oval 4645">
                <a:extLst>
                  <a:ext uri="{FF2B5EF4-FFF2-40B4-BE49-F238E27FC236}">
                    <a16:creationId xmlns:a16="http://schemas.microsoft.com/office/drawing/2014/main" id="{0DAE5DB3-70EE-474B-B898-ABA315629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08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7" name="Oval 4646">
                <a:extLst>
                  <a:ext uri="{FF2B5EF4-FFF2-40B4-BE49-F238E27FC236}">
                    <a16:creationId xmlns:a16="http://schemas.microsoft.com/office/drawing/2014/main" id="{C69A75BD-B373-4B85-869E-FD31E94E3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09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8" name="Oval 4647">
                <a:extLst>
                  <a:ext uri="{FF2B5EF4-FFF2-40B4-BE49-F238E27FC236}">
                    <a16:creationId xmlns:a16="http://schemas.microsoft.com/office/drawing/2014/main" id="{7A64A18D-B5BC-41EB-A066-4D5FB5E1C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9" y="210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99" name="Oval 4648">
                <a:extLst>
                  <a:ext uri="{FF2B5EF4-FFF2-40B4-BE49-F238E27FC236}">
                    <a16:creationId xmlns:a16="http://schemas.microsoft.com/office/drawing/2014/main" id="{A399E3D9-B81C-4B8F-87C4-6762D7AB2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6" y="20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0" name="Oval 4649">
                <a:extLst>
                  <a:ext uri="{FF2B5EF4-FFF2-40B4-BE49-F238E27FC236}">
                    <a16:creationId xmlns:a16="http://schemas.microsoft.com/office/drawing/2014/main" id="{2C86423D-29B5-4AB6-98A2-CAFAA939A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1" y="208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1" name="Oval 4650">
                <a:extLst>
                  <a:ext uri="{FF2B5EF4-FFF2-40B4-BE49-F238E27FC236}">
                    <a16:creationId xmlns:a16="http://schemas.microsoft.com/office/drawing/2014/main" id="{79D9A2C7-D242-4E64-B621-CDCFEF053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091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2" name="Oval 4651">
                <a:extLst>
                  <a:ext uri="{FF2B5EF4-FFF2-40B4-BE49-F238E27FC236}">
                    <a16:creationId xmlns:a16="http://schemas.microsoft.com/office/drawing/2014/main" id="{32AD8AE9-7F90-4F24-9D50-AC519C05C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10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3" name="Oval 4652">
                <a:extLst>
                  <a:ext uri="{FF2B5EF4-FFF2-40B4-BE49-F238E27FC236}">
                    <a16:creationId xmlns:a16="http://schemas.microsoft.com/office/drawing/2014/main" id="{10AD90D3-A04E-4439-AF4E-529B561F2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215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4" name="Oval 4653">
                <a:extLst>
                  <a:ext uri="{FF2B5EF4-FFF2-40B4-BE49-F238E27FC236}">
                    <a16:creationId xmlns:a16="http://schemas.microsoft.com/office/drawing/2014/main" id="{A0AA6B08-5A5B-47C4-AD77-492CAFAF0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213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5" name="Oval 4654">
                <a:extLst>
                  <a:ext uri="{FF2B5EF4-FFF2-40B4-BE49-F238E27FC236}">
                    <a16:creationId xmlns:a16="http://schemas.microsoft.com/office/drawing/2014/main" id="{1ECAD952-182A-4666-B4E1-DC1199068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12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6" name="Oval 4655">
                <a:extLst>
                  <a:ext uri="{FF2B5EF4-FFF2-40B4-BE49-F238E27FC236}">
                    <a16:creationId xmlns:a16="http://schemas.microsoft.com/office/drawing/2014/main" id="{45263274-D8EF-4556-8E36-FD7910A06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9" y="214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7" name="Oval 4656">
                <a:extLst>
                  <a:ext uri="{FF2B5EF4-FFF2-40B4-BE49-F238E27FC236}">
                    <a16:creationId xmlns:a16="http://schemas.microsoft.com/office/drawing/2014/main" id="{107477C6-0C35-42A7-9AE9-E5871A8C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4" y="214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8" name="Oval 4657">
                <a:extLst>
                  <a:ext uri="{FF2B5EF4-FFF2-40B4-BE49-F238E27FC236}">
                    <a16:creationId xmlns:a16="http://schemas.microsoft.com/office/drawing/2014/main" id="{7CF1C13E-BA60-46FE-8020-4D7B6BC9E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4" y="212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09" name="Oval 4658">
                <a:extLst>
                  <a:ext uri="{FF2B5EF4-FFF2-40B4-BE49-F238E27FC236}">
                    <a16:creationId xmlns:a16="http://schemas.microsoft.com/office/drawing/2014/main" id="{CAEDC697-C087-4958-87CA-94A7BCBC6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12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0" name="Oval 4659">
                <a:extLst>
                  <a:ext uri="{FF2B5EF4-FFF2-40B4-BE49-F238E27FC236}">
                    <a16:creationId xmlns:a16="http://schemas.microsoft.com/office/drawing/2014/main" id="{E44A451D-71EB-41BD-8E3F-10692AF6C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13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1" name="Oval 4660">
                <a:extLst>
                  <a:ext uri="{FF2B5EF4-FFF2-40B4-BE49-F238E27FC236}">
                    <a16:creationId xmlns:a16="http://schemas.microsoft.com/office/drawing/2014/main" id="{E86A9ABC-CB1C-4413-9393-61BCEEB80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12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2" name="Oval 4661">
                <a:extLst>
                  <a:ext uri="{FF2B5EF4-FFF2-40B4-BE49-F238E27FC236}">
                    <a16:creationId xmlns:a16="http://schemas.microsoft.com/office/drawing/2014/main" id="{075B1FE1-863F-4A13-A528-366E55278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115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3" name="Oval 4662">
                <a:extLst>
                  <a:ext uri="{FF2B5EF4-FFF2-40B4-BE49-F238E27FC236}">
                    <a16:creationId xmlns:a16="http://schemas.microsoft.com/office/drawing/2014/main" id="{ED479B82-AD28-4D79-92B4-7D493FADB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9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4" name="Oval 4663">
                <a:extLst>
                  <a:ext uri="{FF2B5EF4-FFF2-40B4-BE49-F238E27FC236}">
                    <a16:creationId xmlns:a16="http://schemas.microsoft.com/office/drawing/2014/main" id="{EAC9B465-3584-46AC-A372-5651AA770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09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5" name="Oval 4664">
                <a:extLst>
                  <a:ext uri="{FF2B5EF4-FFF2-40B4-BE49-F238E27FC236}">
                    <a16:creationId xmlns:a16="http://schemas.microsoft.com/office/drawing/2014/main" id="{12987DE8-6933-4FA6-967E-8BD7A3EAC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211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6" name="Oval 4665">
                <a:extLst>
                  <a:ext uri="{FF2B5EF4-FFF2-40B4-BE49-F238E27FC236}">
                    <a16:creationId xmlns:a16="http://schemas.microsoft.com/office/drawing/2014/main" id="{9B3E97BB-9674-4E75-B7C5-9BF977F5E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131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7" name="Oval 4666">
                <a:extLst>
                  <a:ext uri="{FF2B5EF4-FFF2-40B4-BE49-F238E27FC236}">
                    <a16:creationId xmlns:a16="http://schemas.microsoft.com/office/drawing/2014/main" id="{26EB37F4-520F-4E9C-B956-D4414E3A3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12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8" name="Oval 4667">
                <a:extLst>
                  <a:ext uri="{FF2B5EF4-FFF2-40B4-BE49-F238E27FC236}">
                    <a16:creationId xmlns:a16="http://schemas.microsoft.com/office/drawing/2014/main" id="{75BB06AA-F665-4026-88E4-5E8BBB592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213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19" name="Oval 4668">
                <a:extLst>
                  <a:ext uri="{FF2B5EF4-FFF2-40B4-BE49-F238E27FC236}">
                    <a16:creationId xmlns:a16="http://schemas.microsoft.com/office/drawing/2014/main" id="{CC2B0C7E-86BB-4408-8D58-A1A73CDBC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13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0" name="Oval 4669">
                <a:extLst>
                  <a:ext uri="{FF2B5EF4-FFF2-40B4-BE49-F238E27FC236}">
                    <a16:creationId xmlns:a16="http://schemas.microsoft.com/office/drawing/2014/main" id="{70890445-5D04-4D90-9B4C-9AAC0BC0E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213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1" name="Oval 4670">
                <a:extLst>
                  <a:ext uri="{FF2B5EF4-FFF2-40B4-BE49-F238E27FC236}">
                    <a16:creationId xmlns:a16="http://schemas.microsoft.com/office/drawing/2014/main" id="{1C78EDC1-CDA3-4DB3-809E-65CE483EE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14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2" name="Oval 4671">
                <a:extLst>
                  <a:ext uri="{FF2B5EF4-FFF2-40B4-BE49-F238E27FC236}">
                    <a16:creationId xmlns:a16="http://schemas.microsoft.com/office/drawing/2014/main" id="{B932C426-B831-4517-A327-D99685A88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155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3" name="Oval 4672">
                <a:extLst>
                  <a:ext uri="{FF2B5EF4-FFF2-40B4-BE49-F238E27FC236}">
                    <a16:creationId xmlns:a16="http://schemas.microsoft.com/office/drawing/2014/main" id="{2F9AC27F-C416-46D9-8474-2A0F87AB6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13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4" name="Oval 4673">
                <a:extLst>
                  <a:ext uri="{FF2B5EF4-FFF2-40B4-BE49-F238E27FC236}">
                    <a16:creationId xmlns:a16="http://schemas.microsoft.com/office/drawing/2014/main" id="{A544CED3-A60D-4165-9235-0EDB2A24E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13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5" name="Oval 4674">
                <a:extLst>
                  <a:ext uri="{FF2B5EF4-FFF2-40B4-BE49-F238E27FC236}">
                    <a16:creationId xmlns:a16="http://schemas.microsoft.com/office/drawing/2014/main" id="{3B330DF2-83F6-40DC-B02A-96C71A164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4" y="215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6" name="Oval 4675">
                <a:extLst>
                  <a:ext uri="{FF2B5EF4-FFF2-40B4-BE49-F238E27FC236}">
                    <a16:creationId xmlns:a16="http://schemas.microsoft.com/office/drawing/2014/main" id="{C779471F-96EF-4C42-ACBD-C7A973177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6" y="212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7" name="Oval 4676">
                <a:extLst>
                  <a:ext uri="{FF2B5EF4-FFF2-40B4-BE49-F238E27FC236}">
                    <a16:creationId xmlns:a16="http://schemas.microsoft.com/office/drawing/2014/main" id="{DE32FAF3-63BF-406C-9413-0D5491699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210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8" name="Oval 4677">
                <a:extLst>
                  <a:ext uri="{FF2B5EF4-FFF2-40B4-BE49-F238E27FC236}">
                    <a16:creationId xmlns:a16="http://schemas.microsoft.com/office/drawing/2014/main" id="{5B041BD4-215F-4044-8C97-BF252ECE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10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29" name="Oval 4678">
                <a:extLst>
                  <a:ext uri="{FF2B5EF4-FFF2-40B4-BE49-F238E27FC236}">
                    <a16:creationId xmlns:a16="http://schemas.microsoft.com/office/drawing/2014/main" id="{226CDC74-5165-40E3-A18C-4C776CBA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6" y="211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0" name="Oval 4679">
                <a:extLst>
                  <a:ext uri="{FF2B5EF4-FFF2-40B4-BE49-F238E27FC236}">
                    <a16:creationId xmlns:a16="http://schemas.microsoft.com/office/drawing/2014/main" id="{E277152B-CD83-446F-AD80-FD1E09F6F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10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1" name="Oval 4680">
                <a:extLst>
                  <a:ext uri="{FF2B5EF4-FFF2-40B4-BE49-F238E27FC236}">
                    <a16:creationId xmlns:a16="http://schemas.microsoft.com/office/drawing/2014/main" id="{DD59FBE0-0208-4397-985B-7331B6881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10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2" name="Oval 4681">
                <a:extLst>
                  <a:ext uri="{FF2B5EF4-FFF2-40B4-BE49-F238E27FC236}">
                    <a16:creationId xmlns:a16="http://schemas.microsoft.com/office/drawing/2014/main" id="{C1FE5E02-A1C1-44B0-9241-9888C3278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11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3" name="Oval 4682">
                <a:extLst>
                  <a:ext uri="{FF2B5EF4-FFF2-40B4-BE49-F238E27FC236}">
                    <a16:creationId xmlns:a16="http://schemas.microsoft.com/office/drawing/2014/main" id="{29086BEE-9680-46DD-83E9-F6FCF02FC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11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4" name="Oval 4683">
                <a:extLst>
                  <a:ext uri="{FF2B5EF4-FFF2-40B4-BE49-F238E27FC236}">
                    <a16:creationId xmlns:a16="http://schemas.microsoft.com/office/drawing/2014/main" id="{C2D926C1-A5DF-4AB0-887A-9EEE9AD87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12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5" name="Oval 4684">
                <a:extLst>
                  <a:ext uri="{FF2B5EF4-FFF2-40B4-BE49-F238E27FC236}">
                    <a16:creationId xmlns:a16="http://schemas.microsoft.com/office/drawing/2014/main" id="{0AD43152-BF3A-48BD-91F4-B01154E9D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102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6" name="Oval 4685">
                <a:extLst>
                  <a:ext uri="{FF2B5EF4-FFF2-40B4-BE49-F238E27FC236}">
                    <a16:creationId xmlns:a16="http://schemas.microsoft.com/office/drawing/2014/main" id="{DEE00526-9328-4D8F-9701-3F613FF54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13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7" name="Oval 4686">
                <a:extLst>
                  <a:ext uri="{FF2B5EF4-FFF2-40B4-BE49-F238E27FC236}">
                    <a16:creationId xmlns:a16="http://schemas.microsoft.com/office/drawing/2014/main" id="{A1FD2BEF-F076-4C74-93A2-1B3E7FCD4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11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8" name="Oval 4687">
                <a:extLst>
                  <a:ext uri="{FF2B5EF4-FFF2-40B4-BE49-F238E27FC236}">
                    <a16:creationId xmlns:a16="http://schemas.microsoft.com/office/drawing/2014/main" id="{9E233664-65C0-4070-B785-0AE23A814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10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39" name="Oval 4688">
                <a:extLst>
                  <a:ext uri="{FF2B5EF4-FFF2-40B4-BE49-F238E27FC236}">
                    <a16:creationId xmlns:a16="http://schemas.microsoft.com/office/drawing/2014/main" id="{918AB430-1A4E-47AD-B94D-197839BD9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11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0" name="Oval 4689">
                <a:extLst>
                  <a:ext uri="{FF2B5EF4-FFF2-40B4-BE49-F238E27FC236}">
                    <a16:creationId xmlns:a16="http://schemas.microsoft.com/office/drawing/2014/main" id="{F195F324-A83F-4F21-9A15-D4E65824B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12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1" name="Oval 4690">
                <a:extLst>
                  <a:ext uri="{FF2B5EF4-FFF2-40B4-BE49-F238E27FC236}">
                    <a16:creationId xmlns:a16="http://schemas.microsoft.com/office/drawing/2014/main" id="{329D7589-5684-430C-B2C4-DE41AE5ED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12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2" name="Oval 4691">
                <a:extLst>
                  <a:ext uri="{FF2B5EF4-FFF2-40B4-BE49-F238E27FC236}">
                    <a16:creationId xmlns:a16="http://schemas.microsoft.com/office/drawing/2014/main" id="{8E7577C7-8918-41CF-A674-5853F28ED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12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3" name="Oval 4692">
                <a:extLst>
                  <a:ext uri="{FF2B5EF4-FFF2-40B4-BE49-F238E27FC236}">
                    <a16:creationId xmlns:a16="http://schemas.microsoft.com/office/drawing/2014/main" id="{DBB65C28-62DB-4070-B87E-8C18D8F32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12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4" name="Oval 4693">
                <a:extLst>
                  <a:ext uri="{FF2B5EF4-FFF2-40B4-BE49-F238E27FC236}">
                    <a16:creationId xmlns:a16="http://schemas.microsoft.com/office/drawing/2014/main" id="{7400A990-B5A2-4B25-B8EF-E3AA5599A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12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5" name="Oval 4694">
                <a:extLst>
                  <a:ext uri="{FF2B5EF4-FFF2-40B4-BE49-F238E27FC236}">
                    <a16:creationId xmlns:a16="http://schemas.microsoft.com/office/drawing/2014/main" id="{0B48F948-1566-44B3-90BF-ACE7E1C4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13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6" name="Oval 4695">
                <a:extLst>
                  <a:ext uri="{FF2B5EF4-FFF2-40B4-BE49-F238E27FC236}">
                    <a16:creationId xmlns:a16="http://schemas.microsoft.com/office/drawing/2014/main" id="{8306036A-C657-4436-A11D-6014F3EB9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211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7" name="Oval 4696">
                <a:extLst>
                  <a:ext uri="{FF2B5EF4-FFF2-40B4-BE49-F238E27FC236}">
                    <a16:creationId xmlns:a16="http://schemas.microsoft.com/office/drawing/2014/main" id="{8FDF347A-7449-4A98-8FB6-A15C3E470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12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8" name="Oval 4697">
                <a:extLst>
                  <a:ext uri="{FF2B5EF4-FFF2-40B4-BE49-F238E27FC236}">
                    <a16:creationId xmlns:a16="http://schemas.microsoft.com/office/drawing/2014/main" id="{F3098578-A8F8-4AEF-859B-2EB873C5E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11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49" name="Oval 4698">
                <a:extLst>
                  <a:ext uri="{FF2B5EF4-FFF2-40B4-BE49-F238E27FC236}">
                    <a16:creationId xmlns:a16="http://schemas.microsoft.com/office/drawing/2014/main" id="{2FB5135D-9053-4CA0-9A62-784D08ED6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12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0" name="Oval 4699">
                <a:extLst>
                  <a:ext uri="{FF2B5EF4-FFF2-40B4-BE49-F238E27FC236}">
                    <a16:creationId xmlns:a16="http://schemas.microsoft.com/office/drawing/2014/main" id="{44423725-61BF-4DAD-B852-CCB8F2B7A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08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1" name="Oval 4700">
                <a:extLst>
                  <a:ext uri="{FF2B5EF4-FFF2-40B4-BE49-F238E27FC236}">
                    <a16:creationId xmlns:a16="http://schemas.microsoft.com/office/drawing/2014/main" id="{251D2516-653D-4CC0-BD93-5958427A0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207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2" name="Oval 4701">
                <a:extLst>
                  <a:ext uri="{FF2B5EF4-FFF2-40B4-BE49-F238E27FC236}">
                    <a16:creationId xmlns:a16="http://schemas.microsoft.com/office/drawing/2014/main" id="{4DDC5116-3436-41BA-B6FF-147FD78D4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11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3" name="Oval 4702">
                <a:extLst>
                  <a:ext uri="{FF2B5EF4-FFF2-40B4-BE49-F238E27FC236}">
                    <a16:creationId xmlns:a16="http://schemas.microsoft.com/office/drawing/2014/main" id="{5975FEC4-2030-4D87-A1E1-FF350FC21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2131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4" name="Oval 4703">
                <a:extLst>
                  <a:ext uri="{FF2B5EF4-FFF2-40B4-BE49-F238E27FC236}">
                    <a16:creationId xmlns:a16="http://schemas.microsoft.com/office/drawing/2014/main" id="{18550C24-DA4C-4315-83AC-4F832B7DF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211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5" name="Oval 4704">
                <a:extLst>
                  <a:ext uri="{FF2B5EF4-FFF2-40B4-BE49-F238E27FC236}">
                    <a16:creationId xmlns:a16="http://schemas.microsoft.com/office/drawing/2014/main" id="{75297D39-F53F-4FB0-87E3-DD3C10848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105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6" name="Oval 4705">
                <a:extLst>
                  <a:ext uri="{FF2B5EF4-FFF2-40B4-BE49-F238E27FC236}">
                    <a16:creationId xmlns:a16="http://schemas.microsoft.com/office/drawing/2014/main" id="{73303001-A00F-48CF-B739-DF0FB3929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10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7" name="Oval 4706">
                <a:extLst>
                  <a:ext uri="{FF2B5EF4-FFF2-40B4-BE49-F238E27FC236}">
                    <a16:creationId xmlns:a16="http://schemas.microsoft.com/office/drawing/2014/main" id="{B8D6A41A-30C5-4E49-B67E-1D385A005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10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8" name="Oval 4707">
                <a:extLst>
                  <a:ext uri="{FF2B5EF4-FFF2-40B4-BE49-F238E27FC236}">
                    <a16:creationId xmlns:a16="http://schemas.microsoft.com/office/drawing/2014/main" id="{C37136A7-702A-477F-8103-3C54CAD70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107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59" name="Oval 4708">
                <a:extLst>
                  <a:ext uri="{FF2B5EF4-FFF2-40B4-BE49-F238E27FC236}">
                    <a16:creationId xmlns:a16="http://schemas.microsoft.com/office/drawing/2014/main" id="{A06673E1-126B-4AD8-9799-DD420CDDA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11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0" name="Oval 4709">
                <a:extLst>
                  <a:ext uri="{FF2B5EF4-FFF2-40B4-BE49-F238E27FC236}">
                    <a16:creationId xmlns:a16="http://schemas.microsoft.com/office/drawing/2014/main" id="{57862953-24D5-4019-B599-3088CE213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10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1" name="Oval 4710">
                <a:extLst>
                  <a:ext uri="{FF2B5EF4-FFF2-40B4-BE49-F238E27FC236}">
                    <a16:creationId xmlns:a16="http://schemas.microsoft.com/office/drawing/2014/main" id="{C1F4572A-0C93-42D0-9A93-3A25E3877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14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2" name="Oval 4711">
                <a:extLst>
                  <a:ext uri="{FF2B5EF4-FFF2-40B4-BE49-F238E27FC236}">
                    <a16:creationId xmlns:a16="http://schemas.microsoft.com/office/drawing/2014/main" id="{E80407DB-85EA-46F3-B8FD-6CB6FF5B2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13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3" name="Oval 4712">
                <a:extLst>
                  <a:ext uri="{FF2B5EF4-FFF2-40B4-BE49-F238E27FC236}">
                    <a16:creationId xmlns:a16="http://schemas.microsoft.com/office/drawing/2014/main" id="{8DC0CD5F-0A4F-49E1-94F3-9191751EC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11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4" name="Oval 4713">
                <a:extLst>
                  <a:ext uri="{FF2B5EF4-FFF2-40B4-BE49-F238E27FC236}">
                    <a16:creationId xmlns:a16="http://schemas.microsoft.com/office/drawing/2014/main" id="{F35513C7-A88E-4AE1-A35B-A7387CB5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212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5" name="Oval 4714">
                <a:extLst>
                  <a:ext uri="{FF2B5EF4-FFF2-40B4-BE49-F238E27FC236}">
                    <a16:creationId xmlns:a16="http://schemas.microsoft.com/office/drawing/2014/main" id="{E310754F-5D75-49FC-B549-3E052F4FA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211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6" name="Oval 4715">
                <a:extLst>
                  <a:ext uri="{FF2B5EF4-FFF2-40B4-BE49-F238E27FC236}">
                    <a16:creationId xmlns:a16="http://schemas.microsoft.com/office/drawing/2014/main" id="{82DC2FF6-CFD0-4B7C-91C4-5FC1E139F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12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7" name="Oval 4716">
                <a:extLst>
                  <a:ext uri="{FF2B5EF4-FFF2-40B4-BE49-F238E27FC236}">
                    <a16:creationId xmlns:a16="http://schemas.microsoft.com/office/drawing/2014/main" id="{8D9C7520-3742-4430-A9FD-20D075330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13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8" name="Oval 4717">
                <a:extLst>
                  <a:ext uri="{FF2B5EF4-FFF2-40B4-BE49-F238E27FC236}">
                    <a16:creationId xmlns:a16="http://schemas.microsoft.com/office/drawing/2014/main" id="{6D409C5F-3EDF-4C63-81D3-1369DF0C0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11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69" name="Oval 4718">
                <a:extLst>
                  <a:ext uri="{FF2B5EF4-FFF2-40B4-BE49-F238E27FC236}">
                    <a16:creationId xmlns:a16="http://schemas.microsoft.com/office/drawing/2014/main" id="{58EF98A2-E31D-4946-AD2C-38B1EA675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11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0" name="Oval 4719">
                <a:extLst>
                  <a:ext uri="{FF2B5EF4-FFF2-40B4-BE49-F238E27FC236}">
                    <a16:creationId xmlns:a16="http://schemas.microsoft.com/office/drawing/2014/main" id="{09B2DCAE-0910-4C9D-A431-907004DEA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216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1" name="Oval 4720">
                <a:extLst>
                  <a:ext uri="{FF2B5EF4-FFF2-40B4-BE49-F238E27FC236}">
                    <a16:creationId xmlns:a16="http://schemas.microsoft.com/office/drawing/2014/main" id="{0535C80A-D23E-45BD-81A1-97FF9CAC7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14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2" name="Oval 4721">
                <a:extLst>
                  <a:ext uri="{FF2B5EF4-FFF2-40B4-BE49-F238E27FC236}">
                    <a16:creationId xmlns:a16="http://schemas.microsoft.com/office/drawing/2014/main" id="{C7872FF5-532A-4FF6-9832-261AE0B1B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213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3" name="Oval 4722">
                <a:extLst>
                  <a:ext uri="{FF2B5EF4-FFF2-40B4-BE49-F238E27FC236}">
                    <a16:creationId xmlns:a16="http://schemas.microsoft.com/office/drawing/2014/main" id="{57CB66EC-FA50-4386-AD44-EEFF4FCB4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15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4" name="Oval 4723">
                <a:extLst>
                  <a:ext uri="{FF2B5EF4-FFF2-40B4-BE49-F238E27FC236}">
                    <a16:creationId xmlns:a16="http://schemas.microsoft.com/office/drawing/2014/main" id="{526C43D7-E0D9-41E2-B962-CEBFD3278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215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5" name="Oval 4724">
                <a:extLst>
                  <a:ext uri="{FF2B5EF4-FFF2-40B4-BE49-F238E27FC236}">
                    <a16:creationId xmlns:a16="http://schemas.microsoft.com/office/drawing/2014/main" id="{25CE9375-037A-4C26-B630-F5347C420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13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6" name="Oval 4725">
                <a:extLst>
                  <a:ext uri="{FF2B5EF4-FFF2-40B4-BE49-F238E27FC236}">
                    <a16:creationId xmlns:a16="http://schemas.microsoft.com/office/drawing/2014/main" id="{FCFD9ADD-1E73-415C-870E-F832CBD0E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13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7" name="Oval 4726">
                <a:extLst>
                  <a:ext uri="{FF2B5EF4-FFF2-40B4-BE49-F238E27FC236}">
                    <a16:creationId xmlns:a16="http://schemas.microsoft.com/office/drawing/2014/main" id="{BAAD78C6-8DE4-47AA-AE86-42A825DB1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214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8" name="Oval 4727">
                <a:extLst>
                  <a:ext uri="{FF2B5EF4-FFF2-40B4-BE49-F238E27FC236}">
                    <a16:creationId xmlns:a16="http://schemas.microsoft.com/office/drawing/2014/main" id="{D7C73609-88C7-4BAC-9F15-8876B4E62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13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79" name="Oval 4728">
                <a:extLst>
                  <a:ext uri="{FF2B5EF4-FFF2-40B4-BE49-F238E27FC236}">
                    <a16:creationId xmlns:a16="http://schemas.microsoft.com/office/drawing/2014/main" id="{C8E6E7C9-2E7C-40D6-BCF5-4B386F2CC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12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0" name="Oval 4729">
                <a:extLst>
                  <a:ext uri="{FF2B5EF4-FFF2-40B4-BE49-F238E27FC236}">
                    <a16:creationId xmlns:a16="http://schemas.microsoft.com/office/drawing/2014/main" id="{61EA44AB-1ABB-4E39-A0E6-B068C14C4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211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1" name="Oval 4730">
                <a:extLst>
                  <a:ext uri="{FF2B5EF4-FFF2-40B4-BE49-F238E27FC236}">
                    <a16:creationId xmlns:a16="http://schemas.microsoft.com/office/drawing/2014/main" id="{D25998EB-69E6-4CA9-8C70-6723807D1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11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2" name="Oval 4731">
                <a:extLst>
                  <a:ext uri="{FF2B5EF4-FFF2-40B4-BE49-F238E27FC236}">
                    <a16:creationId xmlns:a16="http://schemas.microsoft.com/office/drawing/2014/main" id="{840C7CDF-5271-4A98-8CBE-8435301F9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131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3" name="Oval 4732">
                <a:extLst>
                  <a:ext uri="{FF2B5EF4-FFF2-40B4-BE49-F238E27FC236}">
                    <a16:creationId xmlns:a16="http://schemas.microsoft.com/office/drawing/2014/main" id="{EE0F7B81-CF84-4872-A36A-4FC45FA48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14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4" name="Oval 4733">
                <a:extLst>
                  <a:ext uri="{FF2B5EF4-FFF2-40B4-BE49-F238E27FC236}">
                    <a16:creationId xmlns:a16="http://schemas.microsoft.com/office/drawing/2014/main" id="{6DD26154-484A-47D4-A93A-CF0635DB6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213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5" name="Oval 4734">
                <a:extLst>
                  <a:ext uri="{FF2B5EF4-FFF2-40B4-BE49-F238E27FC236}">
                    <a16:creationId xmlns:a16="http://schemas.microsoft.com/office/drawing/2014/main" id="{17363DE3-819B-40BE-A021-954B827C0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15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6" name="Oval 4735">
                <a:extLst>
                  <a:ext uri="{FF2B5EF4-FFF2-40B4-BE49-F238E27FC236}">
                    <a16:creationId xmlns:a16="http://schemas.microsoft.com/office/drawing/2014/main" id="{4DA5474F-D2AE-455D-B2FD-F6C1853CB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213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7" name="Oval 4736">
                <a:extLst>
                  <a:ext uri="{FF2B5EF4-FFF2-40B4-BE49-F238E27FC236}">
                    <a16:creationId xmlns:a16="http://schemas.microsoft.com/office/drawing/2014/main" id="{AE0725D1-F18D-4C23-BCBC-9D7132E9A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13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8" name="Oval 4737">
                <a:extLst>
                  <a:ext uri="{FF2B5EF4-FFF2-40B4-BE49-F238E27FC236}">
                    <a16:creationId xmlns:a16="http://schemas.microsoft.com/office/drawing/2014/main" id="{A797F233-81BF-45A7-A6D4-D2FFE7543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16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89" name="Oval 4738">
                <a:extLst>
                  <a:ext uri="{FF2B5EF4-FFF2-40B4-BE49-F238E27FC236}">
                    <a16:creationId xmlns:a16="http://schemas.microsoft.com/office/drawing/2014/main" id="{A2D7C3DD-D5FC-42DB-AC5F-13D34EDA7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15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0" name="Oval 4739">
                <a:extLst>
                  <a:ext uri="{FF2B5EF4-FFF2-40B4-BE49-F238E27FC236}">
                    <a16:creationId xmlns:a16="http://schemas.microsoft.com/office/drawing/2014/main" id="{B2DEA42A-B85C-4DB2-8DA8-005096519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15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1" name="Oval 4740">
                <a:extLst>
                  <a:ext uri="{FF2B5EF4-FFF2-40B4-BE49-F238E27FC236}">
                    <a16:creationId xmlns:a16="http://schemas.microsoft.com/office/drawing/2014/main" id="{0178EB8C-0E27-4BAB-AD12-6862F9E33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147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2" name="Oval 4741">
                <a:extLst>
                  <a:ext uri="{FF2B5EF4-FFF2-40B4-BE49-F238E27FC236}">
                    <a16:creationId xmlns:a16="http://schemas.microsoft.com/office/drawing/2014/main" id="{4C7C4F41-6C84-46F6-8793-38A95F4A3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2147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3" name="Oval 4742">
                <a:extLst>
                  <a:ext uri="{FF2B5EF4-FFF2-40B4-BE49-F238E27FC236}">
                    <a16:creationId xmlns:a16="http://schemas.microsoft.com/office/drawing/2014/main" id="{BDF1A3B1-98B2-4F4C-93F6-7A100DADD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15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4" name="Oval 4743">
                <a:extLst>
                  <a:ext uri="{FF2B5EF4-FFF2-40B4-BE49-F238E27FC236}">
                    <a16:creationId xmlns:a16="http://schemas.microsoft.com/office/drawing/2014/main" id="{C8127C88-F49E-4986-9985-0CE18A64A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16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5" name="Oval 4744">
                <a:extLst>
                  <a:ext uri="{FF2B5EF4-FFF2-40B4-BE49-F238E27FC236}">
                    <a16:creationId xmlns:a16="http://schemas.microsoft.com/office/drawing/2014/main" id="{37F1B43F-F3B1-4FB0-9B57-C591BF0C3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14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6" name="Oval 4745">
                <a:extLst>
                  <a:ext uri="{FF2B5EF4-FFF2-40B4-BE49-F238E27FC236}">
                    <a16:creationId xmlns:a16="http://schemas.microsoft.com/office/drawing/2014/main" id="{4AB437A6-B0D6-4493-8C24-37A87B64F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15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7" name="Oval 4746">
                <a:extLst>
                  <a:ext uri="{FF2B5EF4-FFF2-40B4-BE49-F238E27FC236}">
                    <a16:creationId xmlns:a16="http://schemas.microsoft.com/office/drawing/2014/main" id="{38C40092-9287-4F14-A845-84CEB3984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16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8" name="Oval 4747">
                <a:extLst>
                  <a:ext uri="{FF2B5EF4-FFF2-40B4-BE49-F238E27FC236}">
                    <a16:creationId xmlns:a16="http://schemas.microsoft.com/office/drawing/2014/main" id="{BAB4859E-C110-454B-807D-12435BA72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16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799" name="Oval 4748">
                <a:extLst>
                  <a:ext uri="{FF2B5EF4-FFF2-40B4-BE49-F238E27FC236}">
                    <a16:creationId xmlns:a16="http://schemas.microsoft.com/office/drawing/2014/main" id="{7CB809C9-9D7E-4330-99EF-105E6A14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14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0" name="Oval 4749">
                <a:extLst>
                  <a:ext uri="{FF2B5EF4-FFF2-40B4-BE49-F238E27FC236}">
                    <a16:creationId xmlns:a16="http://schemas.microsoft.com/office/drawing/2014/main" id="{815D53E6-4956-481E-817F-459625D60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15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1" name="Oval 4750">
                <a:extLst>
                  <a:ext uri="{FF2B5EF4-FFF2-40B4-BE49-F238E27FC236}">
                    <a16:creationId xmlns:a16="http://schemas.microsoft.com/office/drawing/2014/main" id="{1AC2A008-2347-4A46-96A9-AA1C44E8A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15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2" name="Oval 4751">
                <a:extLst>
                  <a:ext uri="{FF2B5EF4-FFF2-40B4-BE49-F238E27FC236}">
                    <a16:creationId xmlns:a16="http://schemas.microsoft.com/office/drawing/2014/main" id="{4E9D7C8D-25E0-4CC3-A72F-AFFF53507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198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3" name="Oval 4752">
                <a:extLst>
                  <a:ext uri="{FF2B5EF4-FFF2-40B4-BE49-F238E27FC236}">
                    <a16:creationId xmlns:a16="http://schemas.microsoft.com/office/drawing/2014/main" id="{E16D15AF-D24B-4F54-8E9F-04B61F937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199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4" name="Oval 4753">
                <a:extLst>
                  <a:ext uri="{FF2B5EF4-FFF2-40B4-BE49-F238E27FC236}">
                    <a16:creationId xmlns:a16="http://schemas.microsoft.com/office/drawing/2014/main" id="{51E1950D-8F7F-4E80-9904-EDF53429D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199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5" name="Oval 4754">
                <a:extLst>
                  <a:ext uri="{FF2B5EF4-FFF2-40B4-BE49-F238E27FC236}">
                    <a16:creationId xmlns:a16="http://schemas.microsoft.com/office/drawing/2014/main" id="{D330BC5A-B81F-4389-A0E7-3BB94C19B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00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6" name="Oval 4755">
                <a:extLst>
                  <a:ext uri="{FF2B5EF4-FFF2-40B4-BE49-F238E27FC236}">
                    <a16:creationId xmlns:a16="http://schemas.microsoft.com/office/drawing/2014/main" id="{FDFC5E89-A3D9-4E41-9818-D5CD1D7DE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201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7" name="Oval 4756">
                <a:extLst>
                  <a:ext uri="{FF2B5EF4-FFF2-40B4-BE49-F238E27FC236}">
                    <a16:creationId xmlns:a16="http://schemas.microsoft.com/office/drawing/2014/main" id="{DE6D8BF8-A32D-4C5B-B96C-99A892FE4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99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8" name="Oval 4757">
                <a:extLst>
                  <a:ext uri="{FF2B5EF4-FFF2-40B4-BE49-F238E27FC236}">
                    <a16:creationId xmlns:a16="http://schemas.microsoft.com/office/drawing/2014/main" id="{94DA91D6-F6B4-46DA-AB40-FFBA13362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1977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09" name="Oval 4758">
                <a:extLst>
                  <a:ext uri="{FF2B5EF4-FFF2-40B4-BE49-F238E27FC236}">
                    <a16:creationId xmlns:a16="http://schemas.microsoft.com/office/drawing/2014/main" id="{3BC4443E-F35A-4B8B-ADAA-E20F9FE33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7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0" name="Oval 4759">
                <a:extLst>
                  <a:ext uri="{FF2B5EF4-FFF2-40B4-BE49-F238E27FC236}">
                    <a16:creationId xmlns:a16="http://schemas.microsoft.com/office/drawing/2014/main" id="{26F85D16-1EAE-4519-808E-E0BA3583E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197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1" name="Oval 4760">
                <a:extLst>
                  <a:ext uri="{FF2B5EF4-FFF2-40B4-BE49-F238E27FC236}">
                    <a16:creationId xmlns:a16="http://schemas.microsoft.com/office/drawing/2014/main" id="{C4EAB41A-AC30-4521-8A0A-A011C5A58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97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2" name="Oval 4761">
                <a:extLst>
                  <a:ext uri="{FF2B5EF4-FFF2-40B4-BE49-F238E27FC236}">
                    <a16:creationId xmlns:a16="http://schemas.microsoft.com/office/drawing/2014/main" id="{4AECF9E9-DF7B-42FB-9220-1B44D6247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199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3" name="Oval 4762">
                <a:extLst>
                  <a:ext uri="{FF2B5EF4-FFF2-40B4-BE49-F238E27FC236}">
                    <a16:creationId xmlns:a16="http://schemas.microsoft.com/office/drawing/2014/main" id="{0E211A66-32E6-41B0-9384-C01E2EF8C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197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4" name="Oval 4763">
                <a:extLst>
                  <a:ext uri="{FF2B5EF4-FFF2-40B4-BE49-F238E27FC236}">
                    <a16:creationId xmlns:a16="http://schemas.microsoft.com/office/drawing/2014/main" id="{4A974795-09EA-410F-A36C-73A5A9364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199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5" name="Oval 4764">
                <a:extLst>
                  <a:ext uri="{FF2B5EF4-FFF2-40B4-BE49-F238E27FC236}">
                    <a16:creationId xmlns:a16="http://schemas.microsoft.com/office/drawing/2014/main" id="{20DFD01E-C4AE-4DD9-9783-09077515A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00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6" name="Oval 4765">
                <a:extLst>
                  <a:ext uri="{FF2B5EF4-FFF2-40B4-BE49-F238E27FC236}">
                    <a16:creationId xmlns:a16="http://schemas.microsoft.com/office/drawing/2014/main" id="{A5DC04AC-42F6-4684-B71C-7B5750774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98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7" name="Oval 4766">
                <a:extLst>
                  <a:ext uri="{FF2B5EF4-FFF2-40B4-BE49-F238E27FC236}">
                    <a16:creationId xmlns:a16="http://schemas.microsoft.com/office/drawing/2014/main" id="{E4BD508F-0438-4156-B955-11FD10AC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199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8" name="Oval 4767">
                <a:extLst>
                  <a:ext uri="{FF2B5EF4-FFF2-40B4-BE49-F238E27FC236}">
                    <a16:creationId xmlns:a16="http://schemas.microsoft.com/office/drawing/2014/main" id="{B38063C5-B4FE-49CE-B90E-588DDEBA1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198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819" name="Oval 4768">
                <a:extLst>
                  <a:ext uri="{FF2B5EF4-FFF2-40B4-BE49-F238E27FC236}">
                    <a16:creationId xmlns:a16="http://schemas.microsoft.com/office/drawing/2014/main" id="{C654FDFE-1E98-46FD-9586-43D770DB0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199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6" name="Group 4769">
              <a:extLst>
                <a:ext uri="{FF2B5EF4-FFF2-40B4-BE49-F238E27FC236}">
                  <a16:creationId xmlns:a16="http://schemas.microsoft.com/office/drawing/2014/main" id="{F13F64F5-2C73-4D37-9AAC-6900315B99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6" y="1939"/>
              <a:ext cx="243" cy="171"/>
              <a:chOff x="4516" y="1939"/>
              <a:chExt cx="243" cy="171"/>
            </a:xfrm>
          </p:grpSpPr>
          <p:sp>
            <p:nvSpPr>
              <p:cNvPr id="60420" name="Oval 4770">
                <a:extLst>
                  <a:ext uri="{FF2B5EF4-FFF2-40B4-BE49-F238E27FC236}">
                    <a16:creationId xmlns:a16="http://schemas.microsoft.com/office/drawing/2014/main" id="{399F9050-12F0-4421-ADB4-A277DB49D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00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21" name="Oval 4771">
                <a:extLst>
                  <a:ext uri="{FF2B5EF4-FFF2-40B4-BE49-F238E27FC236}">
                    <a16:creationId xmlns:a16="http://schemas.microsoft.com/office/drawing/2014/main" id="{14C16C1C-ED48-4675-86EC-2C80B9772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202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22" name="Oval 4772">
                <a:extLst>
                  <a:ext uri="{FF2B5EF4-FFF2-40B4-BE49-F238E27FC236}">
                    <a16:creationId xmlns:a16="http://schemas.microsoft.com/office/drawing/2014/main" id="{017B1349-AB38-4606-94DD-ED85B5ADB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03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23" name="Oval 4773">
                <a:extLst>
                  <a:ext uri="{FF2B5EF4-FFF2-40B4-BE49-F238E27FC236}">
                    <a16:creationId xmlns:a16="http://schemas.microsoft.com/office/drawing/2014/main" id="{37D1E338-C2DF-4EE0-A2E3-B2782DD65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01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24" name="Oval 4774">
                <a:extLst>
                  <a:ext uri="{FF2B5EF4-FFF2-40B4-BE49-F238E27FC236}">
                    <a16:creationId xmlns:a16="http://schemas.microsoft.com/office/drawing/2014/main" id="{1CEF5147-52F8-4CDC-8DA3-4A22B2EEA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9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25" name="Oval 4775">
                <a:extLst>
                  <a:ext uri="{FF2B5EF4-FFF2-40B4-BE49-F238E27FC236}">
                    <a16:creationId xmlns:a16="http://schemas.microsoft.com/office/drawing/2014/main" id="{A1995F90-905F-4920-B516-9DEA0855D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00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26" name="Oval 4776">
                <a:extLst>
                  <a:ext uri="{FF2B5EF4-FFF2-40B4-BE49-F238E27FC236}">
                    <a16:creationId xmlns:a16="http://schemas.microsoft.com/office/drawing/2014/main" id="{146D3145-F9CB-45F0-AB85-CD2AAE462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01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27" name="Oval 4777">
                <a:extLst>
                  <a:ext uri="{FF2B5EF4-FFF2-40B4-BE49-F238E27FC236}">
                    <a16:creationId xmlns:a16="http://schemas.microsoft.com/office/drawing/2014/main" id="{4E9D7B34-6FB3-4852-B709-7DA8E016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03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28" name="Oval 4778">
                <a:extLst>
                  <a:ext uri="{FF2B5EF4-FFF2-40B4-BE49-F238E27FC236}">
                    <a16:creationId xmlns:a16="http://schemas.microsoft.com/office/drawing/2014/main" id="{FA64CBB9-E1DA-44F2-95BC-98308115C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198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29" name="Oval 4779">
                <a:extLst>
                  <a:ext uri="{FF2B5EF4-FFF2-40B4-BE49-F238E27FC236}">
                    <a16:creationId xmlns:a16="http://schemas.microsoft.com/office/drawing/2014/main" id="{70CCFD67-B92E-4F92-AD1B-744309CFC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198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0" name="Oval 4780">
                <a:extLst>
                  <a:ext uri="{FF2B5EF4-FFF2-40B4-BE49-F238E27FC236}">
                    <a16:creationId xmlns:a16="http://schemas.microsoft.com/office/drawing/2014/main" id="{3E1E618F-169C-4A1B-8631-343DBBFAB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98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1" name="Oval 4781">
                <a:extLst>
                  <a:ext uri="{FF2B5EF4-FFF2-40B4-BE49-F238E27FC236}">
                    <a16:creationId xmlns:a16="http://schemas.microsoft.com/office/drawing/2014/main" id="{D2F9FF8F-3DAB-4AC5-9820-D089D07E9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197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2" name="Oval 4782">
                <a:extLst>
                  <a:ext uri="{FF2B5EF4-FFF2-40B4-BE49-F238E27FC236}">
                    <a16:creationId xmlns:a16="http://schemas.microsoft.com/office/drawing/2014/main" id="{00795677-9248-4072-9C03-622B50017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196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3" name="Oval 4783">
                <a:extLst>
                  <a:ext uri="{FF2B5EF4-FFF2-40B4-BE49-F238E27FC236}">
                    <a16:creationId xmlns:a16="http://schemas.microsoft.com/office/drawing/2014/main" id="{384AEFA3-88E7-42F2-9152-16D290925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196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4" name="Oval 4784">
                <a:extLst>
                  <a:ext uri="{FF2B5EF4-FFF2-40B4-BE49-F238E27FC236}">
                    <a16:creationId xmlns:a16="http://schemas.microsoft.com/office/drawing/2014/main" id="{F3B5F193-A443-4180-8104-659EC7FAD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96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5" name="Oval 4785">
                <a:extLst>
                  <a:ext uri="{FF2B5EF4-FFF2-40B4-BE49-F238E27FC236}">
                    <a16:creationId xmlns:a16="http://schemas.microsoft.com/office/drawing/2014/main" id="{C8C704D6-485B-4B77-8A56-87E3CE521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197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6" name="Oval 4786">
                <a:extLst>
                  <a:ext uri="{FF2B5EF4-FFF2-40B4-BE49-F238E27FC236}">
                    <a16:creationId xmlns:a16="http://schemas.microsoft.com/office/drawing/2014/main" id="{A3D39CB5-E322-483F-BA38-7422F3E3E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197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7" name="Oval 4787">
                <a:extLst>
                  <a:ext uri="{FF2B5EF4-FFF2-40B4-BE49-F238E27FC236}">
                    <a16:creationId xmlns:a16="http://schemas.microsoft.com/office/drawing/2014/main" id="{C5636FBE-20A9-4BB6-8D72-C57A0D0DC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197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8" name="Oval 4788">
                <a:extLst>
                  <a:ext uri="{FF2B5EF4-FFF2-40B4-BE49-F238E27FC236}">
                    <a16:creationId xmlns:a16="http://schemas.microsoft.com/office/drawing/2014/main" id="{CB5A6759-EA78-42B1-BA3F-0A181FAD9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00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39" name="Oval 4789">
                <a:extLst>
                  <a:ext uri="{FF2B5EF4-FFF2-40B4-BE49-F238E27FC236}">
                    <a16:creationId xmlns:a16="http://schemas.microsoft.com/office/drawing/2014/main" id="{72BDA407-F3F5-4A96-8F8A-B485A9B10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00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0" name="Oval 4790">
                <a:extLst>
                  <a:ext uri="{FF2B5EF4-FFF2-40B4-BE49-F238E27FC236}">
                    <a16:creationId xmlns:a16="http://schemas.microsoft.com/office/drawing/2014/main" id="{A9F4A1E4-79E3-4275-A3B7-19DF23B85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01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1" name="Oval 4791">
                <a:extLst>
                  <a:ext uri="{FF2B5EF4-FFF2-40B4-BE49-F238E27FC236}">
                    <a16:creationId xmlns:a16="http://schemas.microsoft.com/office/drawing/2014/main" id="{6A417552-94DC-451E-AEDD-D1B527C3F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03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2" name="Oval 4792">
                <a:extLst>
                  <a:ext uri="{FF2B5EF4-FFF2-40B4-BE49-F238E27FC236}">
                    <a16:creationId xmlns:a16="http://schemas.microsoft.com/office/drawing/2014/main" id="{E3029CAF-8E98-4B77-B8AC-E623932FF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02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3" name="Oval 4793">
                <a:extLst>
                  <a:ext uri="{FF2B5EF4-FFF2-40B4-BE49-F238E27FC236}">
                    <a16:creationId xmlns:a16="http://schemas.microsoft.com/office/drawing/2014/main" id="{BAC20320-7E2B-4120-84A5-B9F0F51E0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198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4" name="Oval 4794">
                <a:extLst>
                  <a:ext uri="{FF2B5EF4-FFF2-40B4-BE49-F238E27FC236}">
                    <a16:creationId xmlns:a16="http://schemas.microsoft.com/office/drawing/2014/main" id="{ACE11BB9-7F6F-4E29-9D0F-B48923D2C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00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5" name="Oval 4795">
                <a:extLst>
                  <a:ext uri="{FF2B5EF4-FFF2-40B4-BE49-F238E27FC236}">
                    <a16:creationId xmlns:a16="http://schemas.microsoft.com/office/drawing/2014/main" id="{AD0D6AA6-779C-460A-9DDE-5DFDE41F2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00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6" name="Oval 4796">
                <a:extLst>
                  <a:ext uri="{FF2B5EF4-FFF2-40B4-BE49-F238E27FC236}">
                    <a16:creationId xmlns:a16="http://schemas.microsoft.com/office/drawing/2014/main" id="{471D9E1B-D0D6-4D0B-86C5-D4C7FCC8A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01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7" name="Oval 4797">
                <a:extLst>
                  <a:ext uri="{FF2B5EF4-FFF2-40B4-BE49-F238E27FC236}">
                    <a16:creationId xmlns:a16="http://schemas.microsoft.com/office/drawing/2014/main" id="{4428FBA4-8BFF-44F4-803E-4FA6664D9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02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8" name="Oval 4798">
                <a:extLst>
                  <a:ext uri="{FF2B5EF4-FFF2-40B4-BE49-F238E27FC236}">
                    <a16:creationId xmlns:a16="http://schemas.microsoft.com/office/drawing/2014/main" id="{1B7016E0-4509-48B2-8E83-249B8066F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01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49" name="Oval 4799">
                <a:extLst>
                  <a:ext uri="{FF2B5EF4-FFF2-40B4-BE49-F238E27FC236}">
                    <a16:creationId xmlns:a16="http://schemas.microsoft.com/office/drawing/2014/main" id="{D97EAFE4-5AAD-4E10-9157-2334C218C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00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0" name="Oval 4800">
                <a:extLst>
                  <a:ext uri="{FF2B5EF4-FFF2-40B4-BE49-F238E27FC236}">
                    <a16:creationId xmlns:a16="http://schemas.microsoft.com/office/drawing/2014/main" id="{49527122-2391-4454-A0D8-E62161E4A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0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1" name="Oval 4801">
                <a:extLst>
                  <a:ext uri="{FF2B5EF4-FFF2-40B4-BE49-F238E27FC236}">
                    <a16:creationId xmlns:a16="http://schemas.microsoft.com/office/drawing/2014/main" id="{ED8BC6AB-2B22-4E8F-8BB2-DAEEF57C6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08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2" name="Oval 4802">
                <a:extLst>
                  <a:ext uri="{FF2B5EF4-FFF2-40B4-BE49-F238E27FC236}">
                    <a16:creationId xmlns:a16="http://schemas.microsoft.com/office/drawing/2014/main" id="{CCC64BA7-4897-414C-9963-83418DA79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02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3" name="Oval 4803">
                <a:extLst>
                  <a:ext uri="{FF2B5EF4-FFF2-40B4-BE49-F238E27FC236}">
                    <a16:creationId xmlns:a16="http://schemas.microsoft.com/office/drawing/2014/main" id="{3CB5AE46-741F-439E-9F77-00C54B8EF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02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4" name="Oval 4804">
                <a:extLst>
                  <a:ext uri="{FF2B5EF4-FFF2-40B4-BE49-F238E27FC236}">
                    <a16:creationId xmlns:a16="http://schemas.microsoft.com/office/drawing/2014/main" id="{DA638571-5E60-42CE-808E-D3074FE46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01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5" name="Oval 4805">
                <a:extLst>
                  <a:ext uri="{FF2B5EF4-FFF2-40B4-BE49-F238E27FC236}">
                    <a16:creationId xmlns:a16="http://schemas.microsoft.com/office/drawing/2014/main" id="{64673CB1-AFAF-47EC-9D2C-E0743D908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00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6" name="Oval 4806">
                <a:extLst>
                  <a:ext uri="{FF2B5EF4-FFF2-40B4-BE49-F238E27FC236}">
                    <a16:creationId xmlns:a16="http://schemas.microsoft.com/office/drawing/2014/main" id="{6542C5E5-8480-4B60-89D2-029FC6FED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04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7" name="Oval 4807">
                <a:extLst>
                  <a:ext uri="{FF2B5EF4-FFF2-40B4-BE49-F238E27FC236}">
                    <a16:creationId xmlns:a16="http://schemas.microsoft.com/office/drawing/2014/main" id="{4E668B1B-7D1E-4395-95DB-24272FC62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05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8" name="Oval 4808">
                <a:extLst>
                  <a:ext uri="{FF2B5EF4-FFF2-40B4-BE49-F238E27FC236}">
                    <a16:creationId xmlns:a16="http://schemas.microsoft.com/office/drawing/2014/main" id="{8E8D7B2B-B40F-4577-97F4-9751D98A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05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59" name="Oval 4809">
                <a:extLst>
                  <a:ext uri="{FF2B5EF4-FFF2-40B4-BE49-F238E27FC236}">
                    <a16:creationId xmlns:a16="http://schemas.microsoft.com/office/drawing/2014/main" id="{35F02A86-4127-44A0-A016-4F88924F0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06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0" name="Oval 4810">
                <a:extLst>
                  <a:ext uri="{FF2B5EF4-FFF2-40B4-BE49-F238E27FC236}">
                    <a16:creationId xmlns:a16="http://schemas.microsoft.com/office/drawing/2014/main" id="{9679631D-CB9A-48AB-928E-DE85F0823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07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1" name="Oval 4811">
                <a:extLst>
                  <a:ext uri="{FF2B5EF4-FFF2-40B4-BE49-F238E27FC236}">
                    <a16:creationId xmlns:a16="http://schemas.microsoft.com/office/drawing/2014/main" id="{477D465E-90E5-4BD0-ADC4-4F9AB2F29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04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2" name="Oval 4812">
                <a:extLst>
                  <a:ext uri="{FF2B5EF4-FFF2-40B4-BE49-F238E27FC236}">
                    <a16:creationId xmlns:a16="http://schemas.microsoft.com/office/drawing/2014/main" id="{655FAD50-AECB-4C74-9BC7-BBE96A830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03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3" name="Oval 4813">
                <a:extLst>
                  <a:ext uri="{FF2B5EF4-FFF2-40B4-BE49-F238E27FC236}">
                    <a16:creationId xmlns:a16="http://schemas.microsoft.com/office/drawing/2014/main" id="{003935D1-943D-44C6-B7B3-BAC5B9F86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0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4" name="Oval 4814">
                <a:extLst>
                  <a:ext uri="{FF2B5EF4-FFF2-40B4-BE49-F238E27FC236}">
                    <a16:creationId xmlns:a16="http://schemas.microsoft.com/office/drawing/2014/main" id="{CF46B312-3C26-486B-A968-086A98E69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038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5" name="Oval 4815">
                <a:extLst>
                  <a:ext uri="{FF2B5EF4-FFF2-40B4-BE49-F238E27FC236}">
                    <a16:creationId xmlns:a16="http://schemas.microsoft.com/office/drawing/2014/main" id="{FC66E40C-8EE1-4CAB-8A30-2BB391213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03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6" name="Oval 4816">
                <a:extLst>
                  <a:ext uri="{FF2B5EF4-FFF2-40B4-BE49-F238E27FC236}">
                    <a16:creationId xmlns:a16="http://schemas.microsoft.com/office/drawing/2014/main" id="{02E522D2-066F-41DB-8502-6CA0C7696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05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7" name="Oval 4817">
                <a:extLst>
                  <a:ext uri="{FF2B5EF4-FFF2-40B4-BE49-F238E27FC236}">
                    <a16:creationId xmlns:a16="http://schemas.microsoft.com/office/drawing/2014/main" id="{DCC6803F-D49C-4C40-9C4F-DDF2BB055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03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8" name="Oval 4818">
                <a:extLst>
                  <a:ext uri="{FF2B5EF4-FFF2-40B4-BE49-F238E27FC236}">
                    <a16:creationId xmlns:a16="http://schemas.microsoft.com/office/drawing/2014/main" id="{3E3056E3-720B-4A4B-BAE1-8D3BA7A89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04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69" name="Oval 4819">
                <a:extLst>
                  <a:ext uri="{FF2B5EF4-FFF2-40B4-BE49-F238E27FC236}">
                    <a16:creationId xmlns:a16="http://schemas.microsoft.com/office/drawing/2014/main" id="{ABAAD155-48A4-44A1-9AEA-12813B8BD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05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0" name="Oval 4820">
                <a:extLst>
                  <a:ext uri="{FF2B5EF4-FFF2-40B4-BE49-F238E27FC236}">
                    <a16:creationId xmlns:a16="http://schemas.microsoft.com/office/drawing/2014/main" id="{48D53F2B-A695-47A6-95F5-CC69AD255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04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1" name="Oval 4821">
                <a:extLst>
                  <a:ext uri="{FF2B5EF4-FFF2-40B4-BE49-F238E27FC236}">
                    <a16:creationId xmlns:a16="http://schemas.microsoft.com/office/drawing/2014/main" id="{B851E8FF-45CD-4865-9EF8-BC30E08A6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04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2" name="Oval 4822">
                <a:extLst>
                  <a:ext uri="{FF2B5EF4-FFF2-40B4-BE49-F238E27FC236}">
                    <a16:creationId xmlns:a16="http://schemas.microsoft.com/office/drawing/2014/main" id="{D33503A2-BB51-421D-A8BC-2D3B712FF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04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3" name="Oval 4823">
                <a:extLst>
                  <a:ext uri="{FF2B5EF4-FFF2-40B4-BE49-F238E27FC236}">
                    <a16:creationId xmlns:a16="http://schemas.microsoft.com/office/drawing/2014/main" id="{17949BE0-C0EC-4061-9AD9-FC43B6CEE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05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4" name="Oval 4824">
                <a:extLst>
                  <a:ext uri="{FF2B5EF4-FFF2-40B4-BE49-F238E27FC236}">
                    <a16:creationId xmlns:a16="http://schemas.microsoft.com/office/drawing/2014/main" id="{1AD5DCC3-9809-448B-AC90-3E1E07187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06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5" name="Oval 4825">
                <a:extLst>
                  <a:ext uri="{FF2B5EF4-FFF2-40B4-BE49-F238E27FC236}">
                    <a16:creationId xmlns:a16="http://schemas.microsoft.com/office/drawing/2014/main" id="{47FDF327-5819-4E0C-B794-24AB329F3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06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6" name="Oval 4826">
                <a:extLst>
                  <a:ext uri="{FF2B5EF4-FFF2-40B4-BE49-F238E27FC236}">
                    <a16:creationId xmlns:a16="http://schemas.microsoft.com/office/drawing/2014/main" id="{F8A5D7E0-6FFE-4D89-B60E-15074A3A3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04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7" name="Oval 4827">
                <a:extLst>
                  <a:ext uri="{FF2B5EF4-FFF2-40B4-BE49-F238E27FC236}">
                    <a16:creationId xmlns:a16="http://schemas.microsoft.com/office/drawing/2014/main" id="{A65D4C10-137D-4053-A4B0-BFD5782E3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03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8" name="Oval 4828">
                <a:extLst>
                  <a:ext uri="{FF2B5EF4-FFF2-40B4-BE49-F238E27FC236}">
                    <a16:creationId xmlns:a16="http://schemas.microsoft.com/office/drawing/2014/main" id="{49C5B224-D4C4-4637-8736-38FC6875C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04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79" name="Oval 4829">
                <a:extLst>
                  <a:ext uri="{FF2B5EF4-FFF2-40B4-BE49-F238E27FC236}">
                    <a16:creationId xmlns:a16="http://schemas.microsoft.com/office/drawing/2014/main" id="{36E6820B-CDD7-430A-9561-938398DCD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205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0" name="Oval 4830">
                <a:extLst>
                  <a:ext uri="{FF2B5EF4-FFF2-40B4-BE49-F238E27FC236}">
                    <a16:creationId xmlns:a16="http://schemas.microsoft.com/office/drawing/2014/main" id="{424B2211-0CE8-4EB2-95B0-30F8B55B8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08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1" name="Oval 4831">
                <a:extLst>
                  <a:ext uri="{FF2B5EF4-FFF2-40B4-BE49-F238E27FC236}">
                    <a16:creationId xmlns:a16="http://schemas.microsoft.com/office/drawing/2014/main" id="{61599808-77B2-4E03-8DB5-E00543303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205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2" name="Oval 4832">
                <a:extLst>
                  <a:ext uri="{FF2B5EF4-FFF2-40B4-BE49-F238E27FC236}">
                    <a16:creationId xmlns:a16="http://schemas.microsoft.com/office/drawing/2014/main" id="{D265C380-31B0-40F9-B15B-75C3B5D2C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07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3" name="Oval 4833">
                <a:extLst>
                  <a:ext uri="{FF2B5EF4-FFF2-40B4-BE49-F238E27FC236}">
                    <a16:creationId xmlns:a16="http://schemas.microsoft.com/office/drawing/2014/main" id="{EA1A418A-4519-4977-96E5-1023DEA91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08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4" name="Oval 4834">
                <a:extLst>
                  <a:ext uri="{FF2B5EF4-FFF2-40B4-BE49-F238E27FC236}">
                    <a16:creationId xmlns:a16="http://schemas.microsoft.com/office/drawing/2014/main" id="{C577CFE3-6248-4892-B287-6126BB28F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" y="209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5" name="Oval 4835">
                <a:extLst>
                  <a:ext uri="{FF2B5EF4-FFF2-40B4-BE49-F238E27FC236}">
                    <a16:creationId xmlns:a16="http://schemas.microsoft.com/office/drawing/2014/main" id="{D478AC8A-C589-4EB5-88D2-9BE0AD0E0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209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6" name="Oval 4836">
                <a:extLst>
                  <a:ext uri="{FF2B5EF4-FFF2-40B4-BE49-F238E27FC236}">
                    <a16:creationId xmlns:a16="http://schemas.microsoft.com/office/drawing/2014/main" id="{2C7899F1-59F8-49A6-9BC6-32C1BF698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04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7" name="Oval 4837">
                <a:extLst>
                  <a:ext uri="{FF2B5EF4-FFF2-40B4-BE49-F238E27FC236}">
                    <a16:creationId xmlns:a16="http://schemas.microsoft.com/office/drawing/2014/main" id="{F93E8975-91C0-4EF1-B274-7BEC4BF4F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05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8" name="Oval 4838">
                <a:extLst>
                  <a:ext uri="{FF2B5EF4-FFF2-40B4-BE49-F238E27FC236}">
                    <a16:creationId xmlns:a16="http://schemas.microsoft.com/office/drawing/2014/main" id="{E458C376-1FF9-4894-B2F4-960259A69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03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89" name="Oval 4839">
                <a:extLst>
                  <a:ext uri="{FF2B5EF4-FFF2-40B4-BE49-F238E27FC236}">
                    <a16:creationId xmlns:a16="http://schemas.microsoft.com/office/drawing/2014/main" id="{A63EA7BB-1535-4A65-A0B8-E93D2AA5E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04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0" name="Oval 4840">
                <a:extLst>
                  <a:ext uri="{FF2B5EF4-FFF2-40B4-BE49-F238E27FC236}">
                    <a16:creationId xmlns:a16="http://schemas.microsoft.com/office/drawing/2014/main" id="{F837D567-CFBF-4BBB-8D2B-C74E048C9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06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1" name="Oval 4841">
                <a:extLst>
                  <a:ext uri="{FF2B5EF4-FFF2-40B4-BE49-F238E27FC236}">
                    <a16:creationId xmlns:a16="http://schemas.microsoft.com/office/drawing/2014/main" id="{01E715C1-FC94-4F64-A981-2B6A64B48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06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2" name="Oval 4842">
                <a:extLst>
                  <a:ext uri="{FF2B5EF4-FFF2-40B4-BE49-F238E27FC236}">
                    <a16:creationId xmlns:a16="http://schemas.microsoft.com/office/drawing/2014/main" id="{B310D1EC-B2E5-4FE2-AC25-E8FE53AEE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07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3" name="Oval 4843">
                <a:extLst>
                  <a:ext uri="{FF2B5EF4-FFF2-40B4-BE49-F238E27FC236}">
                    <a16:creationId xmlns:a16="http://schemas.microsoft.com/office/drawing/2014/main" id="{AA8C9B9E-F735-4BB6-8D86-75596C577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06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4" name="Oval 4844">
                <a:extLst>
                  <a:ext uri="{FF2B5EF4-FFF2-40B4-BE49-F238E27FC236}">
                    <a16:creationId xmlns:a16="http://schemas.microsoft.com/office/drawing/2014/main" id="{01DCCF3C-5A4D-44B8-91E1-36F9E2851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207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5" name="Oval 4845">
                <a:extLst>
                  <a:ext uri="{FF2B5EF4-FFF2-40B4-BE49-F238E27FC236}">
                    <a16:creationId xmlns:a16="http://schemas.microsoft.com/office/drawing/2014/main" id="{CD22A684-8053-4867-8ECB-B27E93DD3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0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6" name="Oval 4846">
                <a:extLst>
                  <a:ext uri="{FF2B5EF4-FFF2-40B4-BE49-F238E27FC236}">
                    <a16:creationId xmlns:a16="http://schemas.microsoft.com/office/drawing/2014/main" id="{7D74FCD2-0470-4EE6-981F-8A2BCA442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07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7" name="Oval 4847">
                <a:extLst>
                  <a:ext uri="{FF2B5EF4-FFF2-40B4-BE49-F238E27FC236}">
                    <a16:creationId xmlns:a16="http://schemas.microsoft.com/office/drawing/2014/main" id="{DC77CE46-10F3-48AB-937C-652EF432A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06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8" name="Oval 4848">
                <a:extLst>
                  <a:ext uri="{FF2B5EF4-FFF2-40B4-BE49-F238E27FC236}">
                    <a16:creationId xmlns:a16="http://schemas.microsoft.com/office/drawing/2014/main" id="{BEBD19F1-9687-4AF8-BF88-1D0EBC222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09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99" name="Oval 4849">
                <a:extLst>
                  <a:ext uri="{FF2B5EF4-FFF2-40B4-BE49-F238E27FC236}">
                    <a16:creationId xmlns:a16="http://schemas.microsoft.com/office/drawing/2014/main" id="{D2AA2FBA-E4BF-44B6-B7F1-E1519E361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208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0" name="Oval 4850">
                <a:extLst>
                  <a:ext uri="{FF2B5EF4-FFF2-40B4-BE49-F238E27FC236}">
                    <a16:creationId xmlns:a16="http://schemas.microsoft.com/office/drawing/2014/main" id="{6D793DDA-D31F-4200-94BD-3BC136202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08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1" name="Oval 4851">
                <a:extLst>
                  <a:ext uri="{FF2B5EF4-FFF2-40B4-BE49-F238E27FC236}">
                    <a16:creationId xmlns:a16="http://schemas.microsoft.com/office/drawing/2014/main" id="{4D557DC9-6465-439A-B13B-24694FD6A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07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2" name="Oval 4852">
                <a:extLst>
                  <a:ext uri="{FF2B5EF4-FFF2-40B4-BE49-F238E27FC236}">
                    <a16:creationId xmlns:a16="http://schemas.microsoft.com/office/drawing/2014/main" id="{E2860CBB-1820-4D9D-B03D-CD8B48803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07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3" name="Oval 4853">
                <a:extLst>
                  <a:ext uri="{FF2B5EF4-FFF2-40B4-BE49-F238E27FC236}">
                    <a16:creationId xmlns:a16="http://schemas.microsoft.com/office/drawing/2014/main" id="{DAF656D4-4345-4832-87F5-97510194B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08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4" name="Oval 4854">
                <a:extLst>
                  <a:ext uri="{FF2B5EF4-FFF2-40B4-BE49-F238E27FC236}">
                    <a16:creationId xmlns:a16="http://schemas.microsoft.com/office/drawing/2014/main" id="{522EF274-79E4-4443-9F41-1ECF42772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09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5" name="Oval 4855">
                <a:extLst>
                  <a:ext uri="{FF2B5EF4-FFF2-40B4-BE49-F238E27FC236}">
                    <a16:creationId xmlns:a16="http://schemas.microsoft.com/office/drawing/2014/main" id="{4EF8FF67-BD17-43DF-A42B-F6EC50257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209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6" name="Oval 4856">
                <a:extLst>
                  <a:ext uri="{FF2B5EF4-FFF2-40B4-BE49-F238E27FC236}">
                    <a16:creationId xmlns:a16="http://schemas.microsoft.com/office/drawing/2014/main" id="{82D3CA48-E05F-4BE9-957C-98F956A74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07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7" name="Oval 4857">
                <a:extLst>
                  <a:ext uri="{FF2B5EF4-FFF2-40B4-BE49-F238E27FC236}">
                    <a16:creationId xmlns:a16="http://schemas.microsoft.com/office/drawing/2014/main" id="{A7DD9081-215B-4C5F-95F0-960FC7365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08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8" name="Oval 4858">
                <a:extLst>
                  <a:ext uri="{FF2B5EF4-FFF2-40B4-BE49-F238E27FC236}">
                    <a16:creationId xmlns:a16="http://schemas.microsoft.com/office/drawing/2014/main" id="{56A14556-E255-428A-BFF0-255DBCAA4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00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09" name="Oval 4859">
                <a:extLst>
                  <a:ext uri="{FF2B5EF4-FFF2-40B4-BE49-F238E27FC236}">
                    <a16:creationId xmlns:a16="http://schemas.microsoft.com/office/drawing/2014/main" id="{4367C5C8-D4AA-4D15-8153-393ADF9AA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01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0" name="Oval 4860">
                <a:extLst>
                  <a:ext uri="{FF2B5EF4-FFF2-40B4-BE49-F238E27FC236}">
                    <a16:creationId xmlns:a16="http://schemas.microsoft.com/office/drawing/2014/main" id="{954CEDFC-BCC5-456F-B580-890D11FC7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00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1" name="Oval 4861">
                <a:extLst>
                  <a:ext uri="{FF2B5EF4-FFF2-40B4-BE49-F238E27FC236}">
                    <a16:creationId xmlns:a16="http://schemas.microsoft.com/office/drawing/2014/main" id="{3FA99587-05F2-43C9-A93F-ABFAEF9F9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02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2" name="Oval 4862">
                <a:extLst>
                  <a:ext uri="{FF2B5EF4-FFF2-40B4-BE49-F238E27FC236}">
                    <a16:creationId xmlns:a16="http://schemas.microsoft.com/office/drawing/2014/main" id="{F17013A3-EB67-4878-8600-55639E41E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02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3" name="Oval 4863">
                <a:extLst>
                  <a:ext uri="{FF2B5EF4-FFF2-40B4-BE49-F238E27FC236}">
                    <a16:creationId xmlns:a16="http://schemas.microsoft.com/office/drawing/2014/main" id="{D02EAAA9-3CD3-4DE8-AEBA-8DB053692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00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4" name="Oval 4864">
                <a:extLst>
                  <a:ext uri="{FF2B5EF4-FFF2-40B4-BE49-F238E27FC236}">
                    <a16:creationId xmlns:a16="http://schemas.microsoft.com/office/drawing/2014/main" id="{A0D09372-4268-4AF0-9AFC-18199B7B7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199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5" name="Oval 4865">
                <a:extLst>
                  <a:ext uri="{FF2B5EF4-FFF2-40B4-BE49-F238E27FC236}">
                    <a16:creationId xmlns:a16="http://schemas.microsoft.com/office/drawing/2014/main" id="{1B01B51F-4F60-4FDC-B614-2234AD43D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199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6" name="Oval 4866">
                <a:extLst>
                  <a:ext uri="{FF2B5EF4-FFF2-40B4-BE49-F238E27FC236}">
                    <a16:creationId xmlns:a16="http://schemas.microsoft.com/office/drawing/2014/main" id="{367E9AE4-D2E3-40B8-932E-93401C5B9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198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7" name="Oval 4867">
                <a:extLst>
                  <a:ext uri="{FF2B5EF4-FFF2-40B4-BE49-F238E27FC236}">
                    <a16:creationId xmlns:a16="http://schemas.microsoft.com/office/drawing/2014/main" id="{F352BE1C-405F-4F2C-8604-31DD32AEB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1958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8" name="Oval 4868">
                <a:extLst>
                  <a:ext uri="{FF2B5EF4-FFF2-40B4-BE49-F238E27FC236}">
                    <a16:creationId xmlns:a16="http://schemas.microsoft.com/office/drawing/2014/main" id="{158ADD83-C6BD-4D22-9F4C-70B3B9652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199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19" name="Oval 4869">
                <a:extLst>
                  <a:ext uri="{FF2B5EF4-FFF2-40B4-BE49-F238E27FC236}">
                    <a16:creationId xmlns:a16="http://schemas.microsoft.com/office/drawing/2014/main" id="{895BCD43-3B88-4311-9627-7147AC5C3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198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0" name="Oval 4870">
                <a:extLst>
                  <a:ext uri="{FF2B5EF4-FFF2-40B4-BE49-F238E27FC236}">
                    <a16:creationId xmlns:a16="http://schemas.microsoft.com/office/drawing/2014/main" id="{3E0AB0E4-4381-4033-A346-0779628E9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009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1" name="Oval 4871">
                <a:extLst>
                  <a:ext uri="{FF2B5EF4-FFF2-40B4-BE49-F238E27FC236}">
                    <a16:creationId xmlns:a16="http://schemas.microsoft.com/office/drawing/2014/main" id="{6FD09F90-EEAB-400D-9824-191C54EEF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98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2" name="Oval 4872">
                <a:extLst>
                  <a:ext uri="{FF2B5EF4-FFF2-40B4-BE49-F238E27FC236}">
                    <a16:creationId xmlns:a16="http://schemas.microsoft.com/office/drawing/2014/main" id="{2C2490DE-8B0E-46EC-8B24-1B9F1ABC5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00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3" name="Oval 4873">
                <a:extLst>
                  <a:ext uri="{FF2B5EF4-FFF2-40B4-BE49-F238E27FC236}">
                    <a16:creationId xmlns:a16="http://schemas.microsoft.com/office/drawing/2014/main" id="{408F42CE-59E7-4520-BB08-36A4ED91A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01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4" name="Oval 4874">
                <a:extLst>
                  <a:ext uri="{FF2B5EF4-FFF2-40B4-BE49-F238E27FC236}">
                    <a16:creationId xmlns:a16="http://schemas.microsoft.com/office/drawing/2014/main" id="{3D81A3D4-C997-4B4A-96F3-6DA548F79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199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5" name="Oval 4875">
                <a:extLst>
                  <a:ext uri="{FF2B5EF4-FFF2-40B4-BE49-F238E27FC236}">
                    <a16:creationId xmlns:a16="http://schemas.microsoft.com/office/drawing/2014/main" id="{125D05A3-3C57-408B-A00F-19FDF14C6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00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6" name="Oval 4876">
                <a:extLst>
                  <a:ext uri="{FF2B5EF4-FFF2-40B4-BE49-F238E27FC236}">
                    <a16:creationId xmlns:a16="http://schemas.microsoft.com/office/drawing/2014/main" id="{35887866-0114-4365-A50D-CE74A3400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00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7" name="Oval 4877">
                <a:extLst>
                  <a:ext uri="{FF2B5EF4-FFF2-40B4-BE49-F238E27FC236}">
                    <a16:creationId xmlns:a16="http://schemas.microsoft.com/office/drawing/2014/main" id="{A67CB17D-50A4-460F-B193-AC6AAC60D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00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8" name="Oval 4878">
                <a:extLst>
                  <a:ext uri="{FF2B5EF4-FFF2-40B4-BE49-F238E27FC236}">
                    <a16:creationId xmlns:a16="http://schemas.microsoft.com/office/drawing/2014/main" id="{2F9A6204-7DA1-45DE-8940-24A1A2CAE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2022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29" name="Oval 4879">
                <a:extLst>
                  <a:ext uri="{FF2B5EF4-FFF2-40B4-BE49-F238E27FC236}">
                    <a16:creationId xmlns:a16="http://schemas.microsoft.com/office/drawing/2014/main" id="{88D3284D-8726-4565-AB34-9CCC1F913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03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0" name="Oval 4880">
                <a:extLst>
                  <a:ext uri="{FF2B5EF4-FFF2-40B4-BE49-F238E27FC236}">
                    <a16:creationId xmlns:a16="http://schemas.microsoft.com/office/drawing/2014/main" id="{01871F4E-7074-42F6-890F-556A51036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0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1" name="Oval 4881">
                <a:extLst>
                  <a:ext uri="{FF2B5EF4-FFF2-40B4-BE49-F238E27FC236}">
                    <a16:creationId xmlns:a16="http://schemas.microsoft.com/office/drawing/2014/main" id="{6081C2B0-BD41-4D83-9723-E23E03E52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4" y="202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2" name="Oval 4882">
                <a:extLst>
                  <a:ext uri="{FF2B5EF4-FFF2-40B4-BE49-F238E27FC236}">
                    <a16:creationId xmlns:a16="http://schemas.microsoft.com/office/drawing/2014/main" id="{531DF9E9-C2F7-4B03-855A-DA59B8A6C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011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3" name="Oval 4883">
                <a:extLst>
                  <a:ext uri="{FF2B5EF4-FFF2-40B4-BE49-F238E27FC236}">
                    <a16:creationId xmlns:a16="http://schemas.microsoft.com/office/drawing/2014/main" id="{E57836EE-E220-436B-A927-304DBBF17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0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4" name="Oval 4884">
                <a:extLst>
                  <a:ext uri="{FF2B5EF4-FFF2-40B4-BE49-F238E27FC236}">
                    <a16:creationId xmlns:a16="http://schemas.microsoft.com/office/drawing/2014/main" id="{8CBFADAD-F8E2-4FAC-8AAA-E72A27E4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03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5" name="Oval 4885">
                <a:extLst>
                  <a:ext uri="{FF2B5EF4-FFF2-40B4-BE49-F238E27FC236}">
                    <a16:creationId xmlns:a16="http://schemas.microsoft.com/office/drawing/2014/main" id="{4124E4AF-5E5C-44A3-A5A0-776D468A6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2051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6" name="Oval 4886">
                <a:extLst>
                  <a:ext uri="{FF2B5EF4-FFF2-40B4-BE49-F238E27FC236}">
                    <a16:creationId xmlns:a16="http://schemas.microsoft.com/office/drawing/2014/main" id="{0A144871-47C2-4E04-94F2-C3ED2B4D7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00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7" name="Oval 4887">
                <a:extLst>
                  <a:ext uri="{FF2B5EF4-FFF2-40B4-BE49-F238E27FC236}">
                    <a16:creationId xmlns:a16="http://schemas.microsoft.com/office/drawing/2014/main" id="{1F28DFD0-9845-4902-B017-D705DB0D0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995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8" name="Oval 4888">
                <a:extLst>
                  <a:ext uri="{FF2B5EF4-FFF2-40B4-BE49-F238E27FC236}">
                    <a16:creationId xmlns:a16="http://schemas.microsoft.com/office/drawing/2014/main" id="{703597F4-271B-4342-9CEB-44BAC34D8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199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39" name="Oval 4889">
                <a:extLst>
                  <a:ext uri="{FF2B5EF4-FFF2-40B4-BE49-F238E27FC236}">
                    <a16:creationId xmlns:a16="http://schemas.microsoft.com/office/drawing/2014/main" id="{44F41E04-571F-4224-A44C-41B5CE367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201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0" name="Oval 4890">
                <a:extLst>
                  <a:ext uri="{FF2B5EF4-FFF2-40B4-BE49-F238E27FC236}">
                    <a16:creationId xmlns:a16="http://schemas.microsoft.com/office/drawing/2014/main" id="{2B5AAF96-3BA7-490C-B284-043E4069A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01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1" name="Oval 4891">
                <a:extLst>
                  <a:ext uri="{FF2B5EF4-FFF2-40B4-BE49-F238E27FC236}">
                    <a16:creationId xmlns:a16="http://schemas.microsoft.com/office/drawing/2014/main" id="{A82AF7C5-14D6-408C-9F21-F49604A7F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02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2" name="Oval 4892">
                <a:extLst>
                  <a:ext uri="{FF2B5EF4-FFF2-40B4-BE49-F238E27FC236}">
                    <a16:creationId xmlns:a16="http://schemas.microsoft.com/office/drawing/2014/main" id="{AD7DA01F-A597-44DC-9A66-404672352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04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3" name="Oval 4893">
                <a:extLst>
                  <a:ext uri="{FF2B5EF4-FFF2-40B4-BE49-F238E27FC236}">
                    <a16:creationId xmlns:a16="http://schemas.microsoft.com/office/drawing/2014/main" id="{EC82DB31-30C3-4187-8BBD-8D4156D59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03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4" name="Oval 4894">
                <a:extLst>
                  <a:ext uri="{FF2B5EF4-FFF2-40B4-BE49-F238E27FC236}">
                    <a16:creationId xmlns:a16="http://schemas.microsoft.com/office/drawing/2014/main" id="{C02C8293-A42E-4339-B291-BE726F316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199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5" name="Oval 4895">
                <a:extLst>
                  <a:ext uri="{FF2B5EF4-FFF2-40B4-BE49-F238E27FC236}">
                    <a16:creationId xmlns:a16="http://schemas.microsoft.com/office/drawing/2014/main" id="{A559C273-32B7-4EB4-A16B-A3A0CD8AA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01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6" name="Oval 4896">
                <a:extLst>
                  <a:ext uri="{FF2B5EF4-FFF2-40B4-BE49-F238E27FC236}">
                    <a16:creationId xmlns:a16="http://schemas.microsoft.com/office/drawing/2014/main" id="{8B1460E7-BD9B-4192-94EB-D2DAB94BD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02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7" name="Oval 4897">
                <a:extLst>
                  <a:ext uri="{FF2B5EF4-FFF2-40B4-BE49-F238E27FC236}">
                    <a16:creationId xmlns:a16="http://schemas.microsoft.com/office/drawing/2014/main" id="{708FA817-D888-4C99-98CE-D1E38C682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203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8" name="Oval 4898">
                <a:extLst>
                  <a:ext uri="{FF2B5EF4-FFF2-40B4-BE49-F238E27FC236}">
                    <a16:creationId xmlns:a16="http://schemas.microsoft.com/office/drawing/2014/main" id="{CFA3A0F8-7818-44C5-BB0C-E53A5A308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03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49" name="Oval 4899">
                <a:extLst>
                  <a:ext uri="{FF2B5EF4-FFF2-40B4-BE49-F238E27FC236}">
                    <a16:creationId xmlns:a16="http://schemas.microsoft.com/office/drawing/2014/main" id="{9381FC2E-CACF-42DD-91DB-9F5E2B831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203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0" name="Oval 4900">
                <a:extLst>
                  <a:ext uri="{FF2B5EF4-FFF2-40B4-BE49-F238E27FC236}">
                    <a16:creationId xmlns:a16="http://schemas.microsoft.com/office/drawing/2014/main" id="{3C215BF9-B73A-47A5-B158-1BECA9912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01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1" name="Oval 4901">
                <a:extLst>
                  <a:ext uri="{FF2B5EF4-FFF2-40B4-BE49-F238E27FC236}">
                    <a16:creationId xmlns:a16="http://schemas.microsoft.com/office/drawing/2014/main" id="{F622F7A7-46DC-4431-A398-D6691416E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95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2" name="Oval 4902">
                <a:extLst>
                  <a:ext uri="{FF2B5EF4-FFF2-40B4-BE49-F238E27FC236}">
                    <a16:creationId xmlns:a16="http://schemas.microsoft.com/office/drawing/2014/main" id="{B4A80377-1D6A-4207-A1BD-1C427FD42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1939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3" name="Oval 4903">
                <a:extLst>
                  <a:ext uri="{FF2B5EF4-FFF2-40B4-BE49-F238E27FC236}">
                    <a16:creationId xmlns:a16="http://schemas.microsoft.com/office/drawing/2014/main" id="{DAEA4562-D289-4C45-B296-629FEBB94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194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4" name="Oval 4904">
                <a:extLst>
                  <a:ext uri="{FF2B5EF4-FFF2-40B4-BE49-F238E27FC236}">
                    <a16:creationId xmlns:a16="http://schemas.microsoft.com/office/drawing/2014/main" id="{06339518-244F-4BF2-8744-B378A85C5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94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5" name="Oval 4905">
                <a:extLst>
                  <a:ext uri="{FF2B5EF4-FFF2-40B4-BE49-F238E27FC236}">
                    <a16:creationId xmlns:a16="http://schemas.microsoft.com/office/drawing/2014/main" id="{EA7FA180-775A-47B9-9798-C3544F33B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195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6" name="Oval 4906">
                <a:extLst>
                  <a:ext uri="{FF2B5EF4-FFF2-40B4-BE49-F238E27FC236}">
                    <a16:creationId xmlns:a16="http://schemas.microsoft.com/office/drawing/2014/main" id="{272F5F18-9A3D-46B8-A6B9-7F0B1509B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196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7" name="Oval 4907">
                <a:extLst>
                  <a:ext uri="{FF2B5EF4-FFF2-40B4-BE49-F238E27FC236}">
                    <a16:creationId xmlns:a16="http://schemas.microsoft.com/office/drawing/2014/main" id="{85BEB625-D8A4-4F25-89D1-CFCE6DECD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194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8" name="Oval 4908">
                <a:extLst>
                  <a:ext uri="{FF2B5EF4-FFF2-40B4-BE49-F238E27FC236}">
                    <a16:creationId xmlns:a16="http://schemas.microsoft.com/office/drawing/2014/main" id="{4C78F84C-9C2F-415B-BE5D-00A18CE37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195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59" name="Oval 4909">
                <a:extLst>
                  <a:ext uri="{FF2B5EF4-FFF2-40B4-BE49-F238E27FC236}">
                    <a16:creationId xmlns:a16="http://schemas.microsoft.com/office/drawing/2014/main" id="{1C5B4B68-1F37-43D0-8906-220993A55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5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0" name="Oval 4910">
                <a:extLst>
                  <a:ext uri="{FF2B5EF4-FFF2-40B4-BE49-F238E27FC236}">
                    <a16:creationId xmlns:a16="http://schemas.microsoft.com/office/drawing/2014/main" id="{155C03FD-8CFF-49E0-9248-114F12DB1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5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1" name="Oval 4911">
                <a:extLst>
                  <a:ext uri="{FF2B5EF4-FFF2-40B4-BE49-F238E27FC236}">
                    <a16:creationId xmlns:a16="http://schemas.microsoft.com/office/drawing/2014/main" id="{B7A4B44B-6A45-4EF8-975F-6D25CD897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1971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2" name="Oval 4912">
                <a:extLst>
                  <a:ext uri="{FF2B5EF4-FFF2-40B4-BE49-F238E27FC236}">
                    <a16:creationId xmlns:a16="http://schemas.microsoft.com/office/drawing/2014/main" id="{6EB3607F-6ABC-4292-AB1D-0BC324514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98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3" name="Oval 4913">
                <a:extLst>
                  <a:ext uri="{FF2B5EF4-FFF2-40B4-BE49-F238E27FC236}">
                    <a16:creationId xmlns:a16="http://schemas.microsoft.com/office/drawing/2014/main" id="{F989649B-876C-40A8-A351-905C05E8F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95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4" name="Oval 4914">
                <a:extLst>
                  <a:ext uri="{FF2B5EF4-FFF2-40B4-BE49-F238E27FC236}">
                    <a16:creationId xmlns:a16="http://schemas.microsoft.com/office/drawing/2014/main" id="{3EAAEEC5-8E28-41A6-B3B7-7F85958E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" y="196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5" name="Oval 4915">
                <a:extLst>
                  <a:ext uri="{FF2B5EF4-FFF2-40B4-BE49-F238E27FC236}">
                    <a16:creationId xmlns:a16="http://schemas.microsoft.com/office/drawing/2014/main" id="{F6C7BA13-1103-4383-A854-61DD26275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196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6" name="Oval 4916">
                <a:extLst>
                  <a:ext uri="{FF2B5EF4-FFF2-40B4-BE49-F238E27FC236}">
                    <a16:creationId xmlns:a16="http://schemas.microsoft.com/office/drawing/2014/main" id="{4EF3252D-01EF-45DE-97F7-316A87136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9" y="195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7" name="Oval 4917">
                <a:extLst>
                  <a:ext uri="{FF2B5EF4-FFF2-40B4-BE49-F238E27FC236}">
                    <a16:creationId xmlns:a16="http://schemas.microsoft.com/office/drawing/2014/main" id="{037F8015-A284-458D-BFE5-57807E331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194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8" name="Oval 4918">
                <a:extLst>
                  <a:ext uri="{FF2B5EF4-FFF2-40B4-BE49-F238E27FC236}">
                    <a16:creationId xmlns:a16="http://schemas.microsoft.com/office/drawing/2014/main" id="{C94E9893-7E46-4846-949A-27CE5E34B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196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69" name="Oval 4919">
                <a:extLst>
                  <a:ext uri="{FF2B5EF4-FFF2-40B4-BE49-F238E27FC236}">
                    <a16:creationId xmlns:a16="http://schemas.microsoft.com/office/drawing/2014/main" id="{F2CCF7E1-5F31-478D-9B7B-4A2F4B686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4" y="197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0" name="Oval 4920">
                <a:extLst>
                  <a:ext uri="{FF2B5EF4-FFF2-40B4-BE49-F238E27FC236}">
                    <a16:creationId xmlns:a16="http://schemas.microsoft.com/office/drawing/2014/main" id="{5DE19C9C-7BE3-4754-A6C3-86FC3BFA5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96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1" name="Oval 4921">
                <a:extLst>
                  <a:ext uri="{FF2B5EF4-FFF2-40B4-BE49-F238E27FC236}">
                    <a16:creationId xmlns:a16="http://schemas.microsoft.com/office/drawing/2014/main" id="{5FB4453F-2379-4AB4-A97C-B6C5B65EE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05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2" name="Oval 4922">
                <a:extLst>
                  <a:ext uri="{FF2B5EF4-FFF2-40B4-BE49-F238E27FC236}">
                    <a16:creationId xmlns:a16="http://schemas.microsoft.com/office/drawing/2014/main" id="{FD0815BB-9BFA-413C-96D9-251EE2190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09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3" name="Oval 4923">
                <a:extLst>
                  <a:ext uri="{FF2B5EF4-FFF2-40B4-BE49-F238E27FC236}">
                    <a16:creationId xmlns:a16="http://schemas.microsoft.com/office/drawing/2014/main" id="{83C30776-A9D1-418E-A010-2A0DE9617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041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4" name="Oval 4924">
                <a:extLst>
                  <a:ext uri="{FF2B5EF4-FFF2-40B4-BE49-F238E27FC236}">
                    <a16:creationId xmlns:a16="http://schemas.microsoft.com/office/drawing/2014/main" id="{527D6D2C-4D66-4A70-ABF5-64DA65194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03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5" name="Oval 4925">
                <a:extLst>
                  <a:ext uri="{FF2B5EF4-FFF2-40B4-BE49-F238E27FC236}">
                    <a16:creationId xmlns:a16="http://schemas.microsoft.com/office/drawing/2014/main" id="{DBCF1327-D26E-4585-AF61-FEFF38C75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4" y="202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6" name="Oval 4926">
                <a:extLst>
                  <a:ext uri="{FF2B5EF4-FFF2-40B4-BE49-F238E27FC236}">
                    <a16:creationId xmlns:a16="http://schemas.microsoft.com/office/drawing/2014/main" id="{2F1F5369-07B0-4747-A5DD-A655D379A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201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7" name="Oval 4927">
                <a:extLst>
                  <a:ext uri="{FF2B5EF4-FFF2-40B4-BE49-F238E27FC236}">
                    <a16:creationId xmlns:a16="http://schemas.microsoft.com/office/drawing/2014/main" id="{F6493780-ACF9-4406-BE20-055B0714F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05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8" name="Oval 4928">
                <a:extLst>
                  <a:ext uri="{FF2B5EF4-FFF2-40B4-BE49-F238E27FC236}">
                    <a16:creationId xmlns:a16="http://schemas.microsoft.com/office/drawing/2014/main" id="{42C1E93E-C9B6-4148-B867-395DD2699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06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79" name="Oval 4929">
                <a:extLst>
                  <a:ext uri="{FF2B5EF4-FFF2-40B4-BE49-F238E27FC236}">
                    <a16:creationId xmlns:a16="http://schemas.microsoft.com/office/drawing/2014/main" id="{572ECFAF-4D5D-499D-BD59-E345004FF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20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0" name="Oval 4930">
                <a:extLst>
                  <a:ext uri="{FF2B5EF4-FFF2-40B4-BE49-F238E27FC236}">
                    <a16:creationId xmlns:a16="http://schemas.microsoft.com/office/drawing/2014/main" id="{B45FAB9E-D8F9-46E6-A340-C6C7083B1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08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1" name="Oval 4931">
                <a:extLst>
                  <a:ext uri="{FF2B5EF4-FFF2-40B4-BE49-F238E27FC236}">
                    <a16:creationId xmlns:a16="http://schemas.microsoft.com/office/drawing/2014/main" id="{C4D49F4D-0DA0-4990-961C-B03690683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08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2" name="Oval 4932">
                <a:extLst>
                  <a:ext uri="{FF2B5EF4-FFF2-40B4-BE49-F238E27FC236}">
                    <a16:creationId xmlns:a16="http://schemas.microsoft.com/office/drawing/2014/main" id="{855CF54F-41B1-4F94-BA7F-DD150E462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206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3" name="Oval 4933">
                <a:extLst>
                  <a:ext uri="{FF2B5EF4-FFF2-40B4-BE49-F238E27FC236}">
                    <a16:creationId xmlns:a16="http://schemas.microsoft.com/office/drawing/2014/main" id="{EEA982F2-B050-4BE0-93FC-878D834D9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204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4" name="Oval 4934">
                <a:extLst>
                  <a:ext uri="{FF2B5EF4-FFF2-40B4-BE49-F238E27FC236}">
                    <a16:creationId xmlns:a16="http://schemas.microsoft.com/office/drawing/2014/main" id="{6F438576-E5B9-45CA-BA7C-8589DB646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204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5" name="Oval 4935">
                <a:extLst>
                  <a:ext uri="{FF2B5EF4-FFF2-40B4-BE49-F238E27FC236}">
                    <a16:creationId xmlns:a16="http://schemas.microsoft.com/office/drawing/2014/main" id="{3D869AC9-FADA-42BD-8E00-E9976811D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0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6" name="Oval 4936">
                <a:extLst>
                  <a:ext uri="{FF2B5EF4-FFF2-40B4-BE49-F238E27FC236}">
                    <a16:creationId xmlns:a16="http://schemas.microsoft.com/office/drawing/2014/main" id="{316841D2-B13C-4B12-892F-49E8A77A4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04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7" name="Oval 4937">
                <a:extLst>
                  <a:ext uri="{FF2B5EF4-FFF2-40B4-BE49-F238E27FC236}">
                    <a16:creationId xmlns:a16="http://schemas.microsoft.com/office/drawing/2014/main" id="{6E212F4E-D5CA-4AB4-A4DA-E7158CC2E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206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8" name="Oval 4938">
                <a:extLst>
                  <a:ext uri="{FF2B5EF4-FFF2-40B4-BE49-F238E27FC236}">
                    <a16:creationId xmlns:a16="http://schemas.microsoft.com/office/drawing/2014/main" id="{E9C08CB9-3109-4BB0-9853-76C5478B5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20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89" name="Oval 4939">
                <a:extLst>
                  <a:ext uri="{FF2B5EF4-FFF2-40B4-BE49-F238E27FC236}">
                    <a16:creationId xmlns:a16="http://schemas.microsoft.com/office/drawing/2014/main" id="{D86FBBEF-6FC0-47F3-8FE0-3E8AC08A8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6" y="209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0" name="Oval 4940">
                <a:extLst>
                  <a:ext uri="{FF2B5EF4-FFF2-40B4-BE49-F238E27FC236}">
                    <a16:creationId xmlns:a16="http://schemas.microsoft.com/office/drawing/2014/main" id="{9DD213B2-F26B-4BB0-B574-24F9F79AB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4" y="209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1" name="Oval 4941">
                <a:extLst>
                  <a:ext uri="{FF2B5EF4-FFF2-40B4-BE49-F238E27FC236}">
                    <a16:creationId xmlns:a16="http://schemas.microsoft.com/office/drawing/2014/main" id="{540C9145-4DDD-4D0A-8BB0-1E0AFD27F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6" y="210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2" name="Oval 4942">
                <a:extLst>
                  <a:ext uri="{FF2B5EF4-FFF2-40B4-BE49-F238E27FC236}">
                    <a16:creationId xmlns:a16="http://schemas.microsoft.com/office/drawing/2014/main" id="{B0AC3780-4D68-4285-B2C6-F7EF3B6EE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20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3" name="Oval 4943">
                <a:extLst>
                  <a:ext uri="{FF2B5EF4-FFF2-40B4-BE49-F238E27FC236}">
                    <a16:creationId xmlns:a16="http://schemas.microsoft.com/office/drawing/2014/main" id="{807EBE18-36EB-43A3-8605-F91CB9B20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04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4" name="Oval 4944">
                <a:extLst>
                  <a:ext uri="{FF2B5EF4-FFF2-40B4-BE49-F238E27FC236}">
                    <a16:creationId xmlns:a16="http://schemas.microsoft.com/office/drawing/2014/main" id="{62E16D3D-2F6F-4F65-B10F-1F5D12872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1" y="206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5" name="Oval 4945">
                <a:extLst>
                  <a:ext uri="{FF2B5EF4-FFF2-40B4-BE49-F238E27FC236}">
                    <a16:creationId xmlns:a16="http://schemas.microsoft.com/office/drawing/2014/main" id="{3AAFE2BB-22FE-4E95-B216-9DA73C47A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07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6" name="Oval 4946">
                <a:extLst>
                  <a:ext uri="{FF2B5EF4-FFF2-40B4-BE49-F238E27FC236}">
                    <a16:creationId xmlns:a16="http://schemas.microsoft.com/office/drawing/2014/main" id="{0820C2CA-EB02-4B88-BEE8-C5CA4D42B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05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7" name="Oval 4947">
                <a:extLst>
                  <a:ext uri="{FF2B5EF4-FFF2-40B4-BE49-F238E27FC236}">
                    <a16:creationId xmlns:a16="http://schemas.microsoft.com/office/drawing/2014/main" id="{B5CC3AE8-2EEC-4D90-89CC-B847F87C4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05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8" name="Oval 4948">
                <a:extLst>
                  <a:ext uri="{FF2B5EF4-FFF2-40B4-BE49-F238E27FC236}">
                    <a16:creationId xmlns:a16="http://schemas.microsoft.com/office/drawing/2014/main" id="{66A9E566-7FB8-4087-8423-773E6B698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05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599" name="Oval 4949">
                <a:extLst>
                  <a:ext uri="{FF2B5EF4-FFF2-40B4-BE49-F238E27FC236}">
                    <a16:creationId xmlns:a16="http://schemas.microsoft.com/office/drawing/2014/main" id="{6A72B9FD-D524-4EF6-85A3-3C5D64ACB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06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0" name="Oval 4950">
                <a:extLst>
                  <a:ext uri="{FF2B5EF4-FFF2-40B4-BE49-F238E27FC236}">
                    <a16:creationId xmlns:a16="http://schemas.microsoft.com/office/drawing/2014/main" id="{F105C2AC-087A-47E1-BFCE-10F19BF83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07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1" name="Oval 4951">
                <a:extLst>
                  <a:ext uri="{FF2B5EF4-FFF2-40B4-BE49-F238E27FC236}">
                    <a16:creationId xmlns:a16="http://schemas.microsoft.com/office/drawing/2014/main" id="{4BBF5E17-0DB8-40F8-A099-F5F45FC7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205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2" name="Oval 4952">
                <a:extLst>
                  <a:ext uri="{FF2B5EF4-FFF2-40B4-BE49-F238E27FC236}">
                    <a16:creationId xmlns:a16="http://schemas.microsoft.com/office/drawing/2014/main" id="{A8BF4BF3-C437-4F81-A188-7C4ECF513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05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3" name="Oval 4953">
                <a:extLst>
                  <a:ext uri="{FF2B5EF4-FFF2-40B4-BE49-F238E27FC236}">
                    <a16:creationId xmlns:a16="http://schemas.microsoft.com/office/drawing/2014/main" id="{433A61FE-41F0-45CD-9B9D-68EC3B0C5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05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4" name="Oval 4954">
                <a:extLst>
                  <a:ext uri="{FF2B5EF4-FFF2-40B4-BE49-F238E27FC236}">
                    <a16:creationId xmlns:a16="http://schemas.microsoft.com/office/drawing/2014/main" id="{0AA26443-8FE9-4C9E-A38D-DFBF8138B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207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5" name="Oval 4955">
                <a:extLst>
                  <a:ext uri="{FF2B5EF4-FFF2-40B4-BE49-F238E27FC236}">
                    <a16:creationId xmlns:a16="http://schemas.microsoft.com/office/drawing/2014/main" id="{945A5484-4E46-411D-9301-3CED49AE8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1" y="208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6" name="Oval 4956">
                <a:extLst>
                  <a:ext uri="{FF2B5EF4-FFF2-40B4-BE49-F238E27FC236}">
                    <a16:creationId xmlns:a16="http://schemas.microsoft.com/office/drawing/2014/main" id="{96F67973-663A-43BA-A0A2-F9D52D42D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4" y="209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7" name="Oval 4957">
                <a:extLst>
                  <a:ext uri="{FF2B5EF4-FFF2-40B4-BE49-F238E27FC236}">
                    <a16:creationId xmlns:a16="http://schemas.microsoft.com/office/drawing/2014/main" id="{0EAE3055-92AF-49F4-9C1B-A61AD01F3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4" y="207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8" name="Oval 4958">
                <a:extLst>
                  <a:ext uri="{FF2B5EF4-FFF2-40B4-BE49-F238E27FC236}">
                    <a16:creationId xmlns:a16="http://schemas.microsoft.com/office/drawing/2014/main" id="{0BD03BA1-9F90-4E4E-B73F-3DF920066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08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09" name="Oval 4959">
                <a:extLst>
                  <a:ext uri="{FF2B5EF4-FFF2-40B4-BE49-F238E27FC236}">
                    <a16:creationId xmlns:a16="http://schemas.microsoft.com/office/drawing/2014/main" id="{E98B70C2-77D3-4A50-A890-C687075F6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09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0" name="Oval 4960">
                <a:extLst>
                  <a:ext uri="{FF2B5EF4-FFF2-40B4-BE49-F238E27FC236}">
                    <a16:creationId xmlns:a16="http://schemas.microsoft.com/office/drawing/2014/main" id="{22A8CDE8-7F71-4B4F-AAE2-A497FC208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05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1" name="Oval 4961">
                <a:extLst>
                  <a:ext uri="{FF2B5EF4-FFF2-40B4-BE49-F238E27FC236}">
                    <a16:creationId xmlns:a16="http://schemas.microsoft.com/office/drawing/2014/main" id="{D14B1415-CFAD-49E8-8DEC-15A7555A6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207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2" name="Oval 4962">
                <a:extLst>
                  <a:ext uri="{FF2B5EF4-FFF2-40B4-BE49-F238E27FC236}">
                    <a16:creationId xmlns:a16="http://schemas.microsoft.com/office/drawing/2014/main" id="{A5E7FAF4-A09C-4EEC-ADFB-7DA3B2F58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07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3" name="Oval 4963">
                <a:extLst>
                  <a:ext uri="{FF2B5EF4-FFF2-40B4-BE49-F238E27FC236}">
                    <a16:creationId xmlns:a16="http://schemas.microsoft.com/office/drawing/2014/main" id="{74119952-FA62-4C25-A61C-3BCC939C5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4" y="209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4" name="Oval 4964">
                <a:extLst>
                  <a:ext uri="{FF2B5EF4-FFF2-40B4-BE49-F238E27FC236}">
                    <a16:creationId xmlns:a16="http://schemas.microsoft.com/office/drawing/2014/main" id="{5E56FEB4-53ED-4A38-98A7-5281C244E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6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5" name="Oval 4965">
                <a:extLst>
                  <a:ext uri="{FF2B5EF4-FFF2-40B4-BE49-F238E27FC236}">
                    <a16:creationId xmlns:a16="http://schemas.microsoft.com/office/drawing/2014/main" id="{2009513E-717E-42D6-9F73-2AB2CC3D8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197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6" name="Oval 4966">
                <a:extLst>
                  <a:ext uri="{FF2B5EF4-FFF2-40B4-BE49-F238E27FC236}">
                    <a16:creationId xmlns:a16="http://schemas.microsoft.com/office/drawing/2014/main" id="{4997761C-A838-41DA-8873-BC703DE7E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197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7" name="Oval 4967">
                <a:extLst>
                  <a:ext uri="{FF2B5EF4-FFF2-40B4-BE49-F238E27FC236}">
                    <a16:creationId xmlns:a16="http://schemas.microsoft.com/office/drawing/2014/main" id="{03A8D620-B81B-41BE-9E00-6A84B0C16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9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8" name="Oval 4968">
                <a:extLst>
                  <a:ext uri="{FF2B5EF4-FFF2-40B4-BE49-F238E27FC236}">
                    <a16:creationId xmlns:a16="http://schemas.microsoft.com/office/drawing/2014/main" id="{CCF3C4BC-D886-475D-8AEA-A60FF560B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995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619" name="Oval 4969">
                <a:extLst>
                  <a:ext uri="{FF2B5EF4-FFF2-40B4-BE49-F238E27FC236}">
                    <a16:creationId xmlns:a16="http://schemas.microsoft.com/office/drawing/2014/main" id="{5454295C-9D79-4F3C-B077-B4D98D8D4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197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7" name="Group 4970">
              <a:extLst>
                <a:ext uri="{FF2B5EF4-FFF2-40B4-BE49-F238E27FC236}">
                  <a16:creationId xmlns:a16="http://schemas.microsoft.com/office/drawing/2014/main" id="{3B47DF39-B0EA-4948-9EF3-9E7F003CBF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865"/>
              <a:ext cx="338" cy="277"/>
              <a:chOff x="4566" y="1865"/>
              <a:chExt cx="338" cy="277"/>
            </a:xfrm>
          </p:grpSpPr>
          <p:sp>
            <p:nvSpPr>
              <p:cNvPr id="60220" name="Oval 4971">
                <a:extLst>
                  <a:ext uri="{FF2B5EF4-FFF2-40B4-BE49-F238E27FC236}">
                    <a16:creationId xmlns:a16="http://schemas.microsoft.com/office/drawing/2014/main" id="{6C13A092-2009-4C1B-A230-CC8CB74F9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95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21" name="Oval 4972">
                <a:extLst>
                  <a:ext uri="{FF2B5EF4-FFF2-40B4-BE49-F238E27FC236}">
                    <a16:creationId xmlns:a16="http://schemas.microsoft.com/office/drawing/2014/main" id="{44C2A393-5EA0-48FF-81D2-B6BFCB105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195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22" name="Oval 4973">
                <a:extLst>
                  <a:ext uri="{FF2B5EF4-FFF2-40B4-BE49-F238E27FC236}">
                    <a16:creationId xmlns:a16="http://schemas.microsoft.com/office/drawing/2014/main" id="{32884F0E-F471-456D-92C4-A0E470D38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6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23" name="Oval 4974">
                <a:extLst>
                  <a:ext uri="{FF2B5EF4-FFF2-40B4-BE49-F238E27FC236}">
                    <a16:creationId xmlns:a16="http://schemas.microsoft.com/office/drawing/2014/main" id="{011D7A3A-AD92-4A8C-869E-CFD883100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95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24" name="Oval 4975">
                <a:extLst>
                  <a:ext uri="{FF2B5EF4-FFF2-40B4-BE49-F238E27FC236}">
                    <a16:creationId xmlns:a16="http://schemas.microsoft.com/office/drawing/2014/main" id="{23EA9900-6C6B-431C-A0E2-00C60E7E2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190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25" name="Oval 4976">
                <a:extLst>
                  <a:ext uri="{FF2B5EF4-FFF2-40B4-BE49-F238E27FC236}">
                    <a16:creationId xmlns:a16="http://schemas.microsoft.com/office/drawing/2014/main" id="{6A110D91-1EA7-4EBF-A8BA-428A839C8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7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26" name="Oval 4977">
                <a:extLst>
                  <a:ext uri="{FF2B5EF4-FFF2-40B4-BE49-F238E27FC236}">
                    <a16:creationId xmlns:a16="http://schemas.microsoft.com/office/drawing/2014/main" id="{9E64A2D2-416D-423D-89D0-240739A9B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195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27" name="Oval 4978">
                <a:extLst>
                  <a:ext uri="{FF2B5EF4-FFF2-40B4-BE49-F238E27FC236}">
                    <a16:creationId xmlns:a16="http://schemas.microsoft.com/office/drawing/2014/main" id="{8E31DC25-10BD-4EFC-BBF8-D6F54827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97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28" name="Oval 4979">
                <a:extLst>
                  <a:ext uri="{FF2B5EF4-FFF2-40B4-BE49-F238E27FC236}">
                    <a16:creationId xmlns:a16="http://schemas.microsoft.com/office/drawing/2014/main" id="{B73B2992-3CD0-4BC2-A2DA-A59FA64AA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197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29" name="Oval 4980">
                <a:extLst>
                  <a:ext uri="{FF2B5EF4-FFF2-40B4-BE49-F238E27FC236}">
                    <a16:creationId xmlns:a16="http://schemas.microsoft.com/office/drawing/2014/main" id="{13439A06-2662-421A-932E-A03155011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196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0" name="Oval 4981">
                <a:extLst>
                  <a:ext uri="{FF2B5EF4-FFF2-40B4-BE49-F238E27FC236}">
                    <a16:creationId xmlns:a16="http://schemas.microsoft.com/office/drawing/2014/main" id="{E8C8F71B-C3EA-43A0-9C16-D68B211D5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971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1" name="Oval 4982">
                <a:extLst>
                  <a:ext uri="{FF2B5EF4-FFF2-40B4-BE49-F238E27FC236}">
                    <a16:creationId xmlns:a16="http://schemas.microsoft.com/office/drawing/2014/main" id="{5A14674D-E296-4C94-91B6-6D9EBD10A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196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2" name="Oval 4983">
                <a:extLst>
                  <a:ext uri="{FF2B5EF4-FFF2-40B4-BE49-F238E27FC236}">
                    <a16:creationId xmlns:a16="http://schemas.microsoft.com/office/drawing/2014/main" id="{16D9D4AC-32D5-4FC6-8B8E-CB30CA329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197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3" name="Oval 4984">
                <a:extLst>
                  <a:ext uri="{FF2B5EF4-FFF2-40B4-BE49-F238E27FC236}">
                    <a16:creationId xmlns:a16="http://schemas.microsoft.com/office/drawing/2014/main" id="{02ABE25D-12C0-44A0-952C-48EC6A35C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98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4" name="Oval 4985">
                <a:extLst>
                  <a:ext uri="{FF2B5EF4-FFF2-40B4-BE49-F238E27FC236}">
                    <a16:creationId xmlns:a16="http://schemas.microsoft.com/office/drawing/2014/main" id="{7CF4415E-E2F1-42DF-B413-4B9AA810C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00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5" name="Oval 4986">
                <a:extLst>
                  <a:ext uri="{FF2B5EF4-FFF2-40B4-BE49-F238E27FC236}">
                    <a16:creationId xmlns:a16="http://schemas.microsoft.com/office/drawing/2014/main" id="{1855A4A6-D59A-4187-903A-91AA994F7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00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6" name="Oval 4987">
                <a:extLst>
                  <a:ext uri="{FF2B5EF4-FFF2-40B4-BE49-F238E27FC236}">
                    <a16:creationId xmlns:a16="http://schemas.microsoft.com/office/drawing/2014/main" id="{21FC1147-0FBB-4881-899C-6DE8EC96E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199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7" name="Oval 4988">
                <a:extLst>
                  <a:ext uri="{FF2B5EF4-FFF2-40B4-BE49-F238E27FC236}">
                    <a16:creationId xmlns:a16="http://schemas.microsoft.com/office/drawing/2014/main" id="{6683EB1B-2DEA-471E-8B39-77D0656C8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197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8" name="Oval 4989">
                <a:extLst>
                  <a:ext uri="{FF2B5EF4-FFF2-40B4-BE49-F238E27FC236}">
                    <a16:creationId xmlns:a16="http://schemas.microsoft.com/office/drawing/2014/main" id="{8C9000D9-B3B0-4C84-B7D5-F1DF5A14A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198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39" name="Oval 4990">
                <a:extLst>
                  <a:ext uri="{FF2B5EF4-FFF2-40B4-BE49-F238E27FC236}">
                    <a16:creationId xmlns:a16="http://schemas.microsoft.com/office/drawing/2014/main" id="{1D037DA2-806D-4092-AB04-157F89E0A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00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0" name="Oval 4991">
                <a:extLst>
                  <a:ext uri="{FF2B5EF4-FFF2-40B4-BE49-F238E27FC236}">
                    <a16:creationId xmlns:a16="http://schemas.microsoft.com/office/drawing/2014/main" id="{19F7F86C-F055-4C14-9E0B-EADA091A7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201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1" name="Oval 4992">
                <a:extLst>
                  <a:ext uri="{FF2B5EF4-FFF2-40B4-BE49-F238E27FC236}">
                    <a16:creationId xmlns:a16="http://schemas.microsoft.com/office/drawing/2014/main" id="{8793B433-A345-4E2A-A287-B530D81B9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196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2" name="Oval 4993">
                <a:extLst>
                  <a:ext uri="{FF2B5EF4-FFF2-40B4-BE49-F238E27FC236}">
                    <a16:creationId xmlns:a16="http://schemas.microsoft.com/office/drawing/2014/main" id="{E634C274-4D73-4844-A776-913D95D41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196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3" name="Oval 4994">
                <a:extLst>
                  <a:ext uri="{FF2B5EF4-FFF2-40B4-BE49-F238E27FC236}">
                    <a16:creationId xmlns:a16="http://schemas.microsoft.com/office/drawing/2014/main" id="{0A75A5E1-E5C9-4B4C-9CA1-FC65C50F0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197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4" name="Oval 4995">
                <a:extLst>
                  <a:ext uri="{FF2B5EF4-FFF2-40B4-BE49-F238E27FC236}">
                    <a16:creationId xmlns:a16="http://schemas.microsoft.com/office/drawing/2014/main" id="{97D70D34-348C-4C49-AB2C-B6C669306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4" y="197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5" name="Oval 4996">
                <a:extLst>
                  <a:ext uri="{FF2B5EF4-FFF2-40B4-BE49-F238E27FC236}">
                    <a16:creationId xmlns:a16="http://schemas.microsoft.com/office/drawing/2014/main" id="{FF986D57-9863-4E44-A641-6526ECACF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196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6" name="Oval 4997">
                <a:extLst>
                  <a:ext uri="{FF2B5EF4-FFF2-40B4-BE49-F238E27FC236}">
                    <a16:creationId xmlns:a16="http://schemas.microsoft.com/office/drawing/2014/main" id="{E931AC3B-8C84-437C-909E-7185D8799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196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7" name="Oval 4998">
                <a:extLst>
                  <a:ext uri="{FF2B5EF4-FFF2-40B4-BE49-F238E27FC236}">
                    <a16:creationId xmlns:a16="http://schemas.microsoft.com/office/drawing/2014/main" id="{EA996C14-2123-46A5-895C-8F3FB8D0D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9" y="195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8" name="Oval 4999">
                <a:extLst>
                  <a:ext uri="{FF2B5EF4-FFF2-40B4-BE49-F238E27FC236}">
                    <a16:creationId xmlns:a16="http://schemas.microsoft.com/office/drawing/2014/main" id="{F048A80C-8BC9-4973-AB95-2D7989280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197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49" name="Oval 5000">
                <a:extLst>
                  <a:ext uri="{FF2B5EF4-FFF2-40B4-BE49-F238E27FC236}">
                    <a16:creationId xmlns:a16="http://schemas.microsoft.com/office/drawing/2014/main" id="{DDEF4951-A6F9-4106-9DB3-D62F2CE2C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196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0" name="Oval 5001">
                <a:extLst>
                  <a:ext uri="{FF2B5EF4-FFF2-40B4-BE49-F238E27FC236}">
                    <a16:creationId xmlns:a16="http://schemas.microsoft.com/office/drawing/2014/main" id="{E84937E3-94AA-4515-AE3B-F53376C12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198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1" name="Oval 5002">
                <a:extLst>
                  <a:ext uri="{FF2B5EF4-FFF2-40B4-BE49-F238E27FC236}">
                    <a16:creationId xmlns:a16="http://schemas.microsoft.com/office/drawing/2014/main" id="{E185B154-DDD3-4AEC-82D9-2DA1D0C91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198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2" name="Oval 5003">
                <a:extLst>
                  <a:ext uri="{FF2B5EF4-FFF2-40B4-BE49-F238E27FC236}">
                    <a16:creationId xmlns:a16="http://schemas.microsoft.com/office/drawing/2014/main" id="{8C4E8487-ED1D-41A9-B1B7-91B2FF07D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6" y="198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3" name="Oval 5004">
                <a:extLst>
                  <a:ext uri="{FF2B5EF4-FFF2-40B4-BE49-F238E27FC236}">
                    <a16:creationId xmlns:a16="http://schemas.microsoft.com/office/drawing/2014/main" id="{5A19E259-8293-4FED-93BC-BFF23E9D1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6" y="199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4" name="Oval 5005">
                <a:extLst>
                  <a:ext uri="{FF2B5EF4-FFF2-40B4-BE49-F238E27FC236}">
                    <a16:creationId xmlns:a16="http://schemas.microsoft.com/office/drawing/2014/main" id="{583878BA-DA6B-4520-8A01-B5E2B8541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4" y="195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5" name="Oval 5006">
                <a:extLst>
                  <a:ext uri="{FF2B5EF4-FFF2-40B4-BE49-F238E27FC236}">
                    <a16:creationId xmlns:a16="http://schemas.microsoft.com/office/drawing/2014/main" id="{69B2D249-3F19-4D58-8FAA-09A01F6D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194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6" name="Oval 5007">
                <a:extLst>
                  <a:ext uri="{FF2B5EF4-FFF2-40B4-BE49-F238E27FC236}">
                    <a16:creationId xmlns:a16="http://schemas.microsoft.com/office/drawing/2014/main" id="{20FDC79A-1076-4204-83BD-25C30A569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" y="197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7" name="Oval 5008">
                <a:extLst>
                  <a:ext uri="{FF2B5EF4-FFF2-40B4-BE49-F238E27FC236}">
                    <a16:creationId xmlns:a16="http://schemas.microsoft.com/office/drawing/2014/main" id="{612B8A63-DBE3-40DF-9918-8445BBAA3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196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8" name="Oval 5009">
                <a:extLst>
                  <a:ext uri="{FF2B5EF4-FFF2-40B4-BE49-F238E27FC236}">
                    <a16:creationId xmlns:a16="http://schemas.microsoft.com/office/drawing/2014/main" id="{439002EE-8C17-4ED6-B3AB-EA99E3B4F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96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59" name="Oval 5010">
                <a:extLst>
                  <a:ext uri="{FF2B5EF4-FFF2-40B4-BE49-F238E27FC236}">
                    <a16:creationId xmlns:a16="http://schemas.microsoft.com/office/drawing/2014/main" id="{A6CB35CF-C6F3-41C6-A8A8-6D4F32196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198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0" name="Oval 5011">
                <a:extLst>
                  <a:ext uri="{FF2B5EF4-FFF2-40B4-BE49-F238E27FC236}">
                    <a16:creationId xmlns:a16="http://schemas.microsoft.com/office/drawing/2014/main" id="{8BEBCAC2-9FC5-4684-B534-5C8BC0E5F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198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1" name="Oval 5012">
                <a:extLst>
                  <a:ext uri="{FF2B5EF4-FFF2-40B4-BE49-F238E27FC236}">
                    <a16:creationId xmlns:a16="http://schemas.microsoft.com/office/drawing/2014/main" id="{0CABF744-036C-495E-B0DC-DD4613C24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199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2" name="Oval 5013">
                <a:extLst>
                  <a:ext uri="{FF2B5EF4-FFF2-40B4-BE49-F238E27FC236}">
                    <a16:creationId xmlns:a16="http://schemas.microsoft.com/office/drawing/2014/main" id="{29F8C3DA-E00B-408E-A1FC-38E8686E8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00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3" name="Oval 5014">
                <a:extLst>
                  <a:ext uri="{FF2B5EF4-FFF2-40B4-BE49-F238E27FC236}">
                    <a16:creationId xmlns:a16="http://schemas.microsoft.com/office/drawing/2014/main" id="{E21471F8-71B2-42A5-BF87-E781E1D54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00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4" name="Oval 5015">
                <a:extLst>
                  <a:ext uri="{FF2B5EF4-FFF2-40B4-BE49-F238E27FC236}">
                    <a16:creationId xmlns:a16="http://schemas.microsoft.com/office/drawing/2014/main" id="{4D2E6260-D4CB-45DD-BC72-93A9BDA58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196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5" name="Oval 5016">
                <a:extLst>
                  <a:ext uri="{FF2B5EF4-FFF2-40B4-BE49-F238E27FC236}">
                    <a16:creationId xmlns:a16="http://schemas.microsoft.com/office/drawing/2014/main" id="{5BF3AD7A-9802-47CC-BD7B-FE3A3B216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197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6" name="Oval 5017">
                <a:extLst>
                  <a:ext uri="{FF2B5EF4-FFF2-40B4-BE49-F238E27FC236}">
                    <a16:creationId xmlns:a16="http://schemas.microsoft.com/office/drawing/2014/main" id="{039DB88F-0F3F-4A3C-8A8D-6E993F6C0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8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7" name="Oval 5018">
                <a:extLst>
                  <a:ext uri="{FF2B5EF4-FFF2-40B4-BE49-F238E27FC236}">
                    <a16:creationId xmlns:a16="http://schemas.microsoft.com/office/drawing/2014/main" id="{57CBFD42-FFF5-4074-B7E2-EFF2454FF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00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8" name="Oval 5019">
                <a:extLst>
                  <a:ext uri="{FF2B5EF4-FFF2-40B4-BE49-F238E27FC236}">
                    <a16:creationId xmlns:a16="http://schemas.microsoft.com/office/drawing/2014/main" id="{2A39A9B1-1B19-498E-9178-2416E5C5E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00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69" name="Oval 5020">
                <a:extLst>
                  <a:ext uri="{FF2B5EF4-FFF2-40B4-BE49-F238E27FC236}">
                    <a16:creationId xmlns:a16="http://schemas.microsoft.com/office/drawing/2014/main" id="{16A153E0-746A-4ED9-9EFC-18805552F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199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0" name="Oval 5021">
                <a:extLst>
                  <a:ext uri="{FF2B5EF4-FFF2-40B4-BE49-F238E27FC236}">
                    <a16:creationId xmlns:a16="http://schemas.microsoft.com/office/drawing/2014/main" id="{EBD47137-DEAF-455F-869C-2626DCF58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198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1" name="Oval 5022">
                <a:extLst>
                  <a:ext uri="{FF2B5EF4-FFF2-40B4-BE49-F238E27FC236}">
                    <a16:creationId xmlns:a16="http://schemas.microsoft.com/office/drawing/2014/main" id="{66179140-2877-4BC7-B323-F462D3CC7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01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2" name="Oval 5023">
                <a:extLst>
                  <a:ext uri="{FF2B5EF4-FFF2-40B4-BE49-F238E27FC236}">
                    <a16:creationId xmlns:a16="http://schemas.microsoft.com/office/drawing/2014/main" id="{3739017A-54FC-469F-B17B-2B44EF4E6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206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3" name="Oval 5024">
                <a:extLst>
                  <a:ext uri="{FF2B5EF4-FFF2-40B4-BE49-F238E27FC236}">
                    <a16:creationId xmlns:a16="http://schemas.microsoft.com/office/drawing/2014/main" id="{F72D986E-98C6-40A3-8399-7881440AA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00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4" name="Oval 5025">
                <a:extLst>
                  <a:ext uri="{FF2B5EF4-FFF2-40B4-BE49-F238E27FC236}">
                    <a16:creationId xmlns:a16="http://schemas.microsoft.com/office/drawing/2014/main" id="{831E6683-1B96-4899-AC69-4F0E43B6C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00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5" name="Oval 5026">
                <a:extLst>
                  <a:ext uri="{FF2B5EF4-FFF2-40B4-BE49-F238E27FC236}">
                    <a16:creationId xmlns:a16="http://schemas.microsoft.com/office/drawing/2014/main" id="{844974E0-08E1-4A3E-A6E8-EFFF322EB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0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6" name="Oval 5027">
                <a:extLst>
                  <a:ext uri="{FF2B5EF4-FFF2-40B4-BE49-F238E27FC236}">
                    <a16:creationId xmlns:a16="http://schemas.microsoft.com/office/drawing/2014/main" id="{E13B9B47-C168-4AA7-8C16-EA2F484E8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191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7" name="Oval 5028">
                <a:extLst>
                  <a:ext uri="{FF2B5EF4-FFF2-40B4-BE49-F238E27FC236}">
                    <a16:creationId xmlns:a16="http://schemas.microsoft.com/office/drawing/2014/main" id="{B8F0C1A1-379C-42F9-AE1A-2FFE0D4A8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191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8" name="Oval 5029">
                <a:extLst>
                  <a:ext uri="{FF2B5EF4-FFF2-40B4-BE49-F238E27FC236}">
                    <a16:creationId xmlns:a16="http://schemas.microsoft.com/office/drawing/2014/main" id="{1173FD1C-1A76-4864-8EB0-ACF0222F9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26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79" name="Oval 5030">
                <a:extLst>
                  <a:ext uri="{FF2B5EF4-FFF2-40B4-BE49-F238E27FC236}">
                    <a16:creationId xmlns:a16="http://schemas.microsoft.com/office/drawing/2014/main" id="{BB179B76-FAE7-4724-B1B8-0E3E87673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92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0" name="Oval 5031">
                <a:extLst>
                  <a:ext uri="{FF2B5EF4-FFF2-40B4-BE49-F238E27FC236}">
                    <a16:creationId xmlns:a16="http://schemas.microsoft.com/office/drawing/2014/main" id="{68B356DC-D758-4AF9-A80F-2A5CEC2D8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190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1" name="Oval 5032">
                <a:extLst>
                  <a:ext uri="{FF2B5EF4-FFF2-40B4-BE49-F238E27FC236}">
                    <a16:creationId xmlns:a16="http://schemas.microsoft.com/office/drawing/2014/main" id="{57106624-4687-4E8A-A727-A112A1B6E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89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2" name="Oval 5033">
                <a:extLst>
                  <a:ext uri="{FF2B5EF4-FFF2-40B4-BE49-F238E27FC236}">
                    <a16:creationId xmlns:a16="http://schemas.microsoft.com/office/drawing/2014/main" id="{5528F056-2DF8-4EF6-B377-038371AA8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189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3" name="Oval 5034">
                <a:extLst>
                  <a:ext uri="{FF2B5EF4-FFF2-40B4-BE49-F238E27FC236}">
                    <a16:creationId xmlns:a16="http://schemas.microsoft.com/office/drawing/2014/main" id="{E331617E-DB7B-4BE6-8AD5-5433E463F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89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4" name="Oval 5035">
                <a:extLst>
                  <a:ext uri="{FF2B5EF4-FFF2-40B4-BE49-F238E27FC236}">
                    <a16:creationId xmlns:a16="http://schemas.microsoft.com/office/drawing/2014/main" id="{AB3F81F9-D335-4580-95D9-C68D4FDA3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89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5" name="Oval 5036">
                <a:extLst>
                  <a:ext uri="{FF2B5EF4-FFF2-40B4-BE49-F238E27FC236}">
                    <a16:creationId xmlns:a16="http://schemas.microsoft.com/office/drawing/2014/main" id="{6536D3DF-EDCB-412E-A8A8-2A6804CD6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188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6" name="Oval 5037">
                <a:extLst>
                  <a:ext uri="{FF2B5EF4-FFF2-40B4-BE49-F238E27FC236}">
                    <a16:creationId xmlns:a16="http://schemas.microsoft.com/office/drawing/2014/main" id="{73F5893C-AFC1-4DC5-B193-3045334B2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90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7" name="Oval 5038">
                <a:extLst>
                  <a:ext uri="{FF2B5EF4-FFF2-40B4-BE49-F238E27FC236}">
                    <a16:creationId xmlns:a16="http://schemas.microsoft.com/office/drawing/2014/main" id="{EF0EDAE0-6942-4AC7-A37D-C4B69949A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191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8" name="Oval 5039">
                <a:extLst>
                  <a:ext uri="{FF2B5EF4-FFF2-40B4-BE49-F238E27FC236}">
                    <a16:creationId xmlns:a16="http://schemas.microsoft.com/office/drawing/2014/main" id="{2A784EF3-4447-4D08-BF59-0C541346D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189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89" name="Oval 5040">
                <a:extLst>
                  <a:ext uri="{FF2B5EF4-FFF2-40B4-BE49-F238E27FC236}">
                    <a16:creationId xmlns:a16="http://schemas.microsoft.com/office/drawing/2014/main" id="{55213E9A-EA40-4ADD-9746-7492F848A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90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0" name="Oval 5041">
                <a:extLst>
                  <a:ext uri="{FF2B5EF4-FFF2-40B4-BE49-F238E27FC236}">
                    <a16:creationId xmlns:a16="http://schemas.microsoft.com/office/drawing/2014/main" id="{6E86D856-B630-437C-9D62-CC2DE055A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190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1" name="Oval 5042">
                <a:extLst>
                  <a:ext uri="{FF2B5EF4-FFF2-40B4-BE49-F238E27FC236}">
                    <a16:creationId xmlns:a16="http://schemas.microsoft.com/office/drawing/2014/main" id="{1E0E9DD0-8730-4A64-92E7-E2B07B328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191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2" name="Oval 5043">
                <a:extLst>
                  <a:ext uri="{FF2B5EF4-FFF2-40B4-BE49-F238E27FC236}">
                    <a16:creationId xmlns:a16="http://schemas.microsoft.com/office/drawing/2014/main" id="{8FA76B7C-35DE-4769-88DB-C0BD582F5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92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3" name="Oval 5044">
                <a:extLst>
                  <a:ext uri="{FF2B5EF4-FFF2-40B4-BE49-F238E27FC236}">
                    <a16:creationId xmlns:a16="http://schemas.microsoft.com/office/drawing/2014/main" id="{0952BD0A-F93C-4494-BB5D-5E7D45768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192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4" name="Oval 5045">
                <a:extLst>
                  <a:ext uri="{FF2B5EF4-FFF2-40B4-BE49-F238E27FC236}">
                    <a16:creationId xmlns:a16="http://schemas.microsoft.com/office/drawing/2014/main" id="{3DF56089-4843-4A95-89F4-7411349DC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190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5" name="Oval 5046">
                <a:extLst>
                  <a:ext uri="{FF2B5EF4-FFF2-40B4-BE49-F238E27FC236}">
                    <a16:creationId xmlns:a16="http://schemas.microsoft.com/office/drawing/2014/main" id="{7E33C48A-E740-4208-84F3-C8B5F8FA8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189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6" name="Oval 5047">
                <a:extLst>
                  <a:ext uri="{FF2B5EF4-FFF2-40B4-BE49-F238E27FC236}">
                    <a16:creationId xmlns:a16="http://schemas.microsoft.com/office/drawing/2014/main" id="{9E05AB8E-5373-466C-AB73-9440A7A2F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899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7" name="Oval 5048">
                <a:extLst>
                  <a:ext uri="{FF2B5EF4-FFF2-40B4-BE49-F238E27FC236}">
                    <a16:creationId xmlns:a16="http://schemas.microsoft.com/office/drawing/2014/main" id="{D4523B83-228A-4575-BAF4-7D4B02C4A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191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8" name="Oval 5049">
                <a:extLst>
                  <a:ext uri="{FF2B5EF4-FFF2-40B4-BE49-F238E27FC236}">
                    <a16:creationId xmlns:a16="http://schemas.microsoft.com/office/drawing/2014/main" id="{CC426ABE-4B60-45A9-BB52-9F487F1AD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191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99" name="Oval 5050">
                <a:extLst>
                  <a:ext uri="{FF2B5EF4-FFF2-40B4-BE49-F238E27FC236}">
                    <a16:creationId xmlns:a16="http://schemas.microsoft.com/office/drawing/2014/main" id="{4AAEF0BE-0E99-4BE5-BAA9-BDC9BDD72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192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0" name="Oval 5051">
                <a:extLst>
                  <a:ext uri="{FF2B5EF4-FFF2-40B4-BE49-F238E27FC236}">
                    <a16:creationId xmlns:a16="http://schemas.microsoft.com/office/drawing/2014/main" id="{D62B4E17-A7D0-4952-BF43-6C81D05FF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3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1" name="Oval 5052">
                <a:extLst>
                  <a:ext uri="{FF2B5EF4-FFF2-40B4-BE49-F238E27FC236}">
                    <a16:creationId xmlns:a16="http://schemas.microsoft.com/office/drawing/2014/main" id="{28C02546-3564-4EB5-B013-B124CF9A9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194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2" name="Oval 5053">
                <a:extLst>
                  <a:ext uri="{FF2B5EF4-FFF2-40B4-BE49-F238E27FC236}">
                    <a16:creationId xmlns:a16="http://schemas.microsoft.com/office/drawing/2014/main" id="{74BA6923-B7FD-4B35-AC0F-AA62287AD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4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3" name="Oval 5054">
                <a:extLst>
                  <a:ext uri="{FF2B5EF4-FFF2-40B4-BE49-F238E27FC236}">
                    <a16:creationId xmlns:a16="http://schemas.microsoft.com/office/drawing/2014/main" id="{008FCDE3-1FCB-40D5-97EB-1B9D57F97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6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4" name="Oval 5055">
                <a:extLst>
                  <a:ext uri="{FF2B5EF4-FFF2-40B4-BE49-F238E27FC236}">
                    <a16:creationId xmlns:a16="http://schemas.microsoft.com/office/drawing/2014/main" id="{5A0AC767-CAE1-4196-9B3B-CE3CB965D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1899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5" name="Oval 5056">
                <a:extLst>
                  <a:ext uri="{FF2B5EF4-FFF2-40B4-BE49-F238E27FC236}">
                    <a16:creationId xmlns:a16="http://schemas.microsoft.com/office/drawing/2014/main" id="{3132C46C-1108-4497-926F-304DA7E32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191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6" name="Oval 5057">
                <a:extLst>
                  <a:ext uri="{FF2B5EF4-FFF2-40B4-BE49-F238E27FC236}">
                    <a16:creationId xmlns:a16="http://schemas.microsoft.com/office/drawing/2014/main" id="{FB7A9A87-877C-4273-A4AC-3691F1856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2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7" name="Oval 5058">
                <a:extLst>
                  <a:ext uri="{FF2B5EF4-FFF2-40B4-BE49-F238E27FC236}">
                    <a16:creationId xmlns:a16="http://schemas.microsoft.com/office/drawing/2014/main" id="{EAF152DC-0E09-4F82-AF75-C7A544ECD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193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8" name="Oval 5059">
                <a:extLst>
                  <a:ext uri="{FF2B5EF4-FFF2-40B4-BE49-F238E27FC236}">
                    <a16:creationId xmlns:a16="http://schemas.microsoft.com/office/drawing/2014/main" id="{2EF4F2BB-14C4-4149-AECB-34703A742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193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09" name="Oval 5060">
                <a:extLst>
                  <a:ext uri="{FF2B5EF4-FFF2-40B4-BE49-F238E27FC236}">
                    <a16:creationId xmlns:a16="http://schemas.microsoft.com/office/drawing/2014/main" id="{3BBDCF75-B15C-4C71-9ACA-0B72F26A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192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0" name="Oval 5061">
                <a:extLst>
                  <a:ext uri="{FF2B5EF4-FFF2-40B4-BE49-F238E27FC236}">
                    <a16:creationId xmlns:a16="http://schemas.microsoft.com/office/drawing/2014/main" id="{F7722C57-8657-4D6E-95CE-12F0BF600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91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1" name="Oval 5062">
                <a:extLst>
                  <a:ext uri="{FF2B5EF4-FFF2-40B4-BE49-F238E27FC236}">
                    <a16:creationId xmlns:a16="http://schemas.microsoft.com/office/drawing/2014/main" id="{F2C44B98-E9C6-40D7-B750-89CC97634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29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2" name="Oval 5063">
                <a:extLst>
                  <a:ext uri="{FF2B5EF4-FFF2-40B4-BE49-F238E27FC236}">
                    <a16:creationId xmlns:a16="http://schemas.microsoft.com/office/drawing/2014/main" id="{5FE825E7-CD35-4317-A139-892758F34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2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3" name="Oval 5064">
                <a:extLst>
                  <a:ext uri="{FF2B5EF4-FFF2-40B4-BE49-F238E27FC236}">
                    <a16:creationId xmlns:a16="http://schemas.microsoft.com/office/drawing/2014/main" id="{AB3B0EAA-595C-4791-A49E-68898AA32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93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4" name="Oval 5065">
                <a:extLst>
                  <a:ext uri="{FF2B5EF4-FFF2-40B4-BE49-F238E27FC236}">
                    <a16:creationId xmlns:a16="http://schemas.microsoft.com/office/drawing/2014/main" id="{B31C8E41-6A82-43C6-8214-B63168408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193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5" name="Oval 5066">
                <a:extLst>
                  <a:ext uri="{FF2B5EF4-FFF2-40B4-BE49-F238E27FC236}">
                    <a16:creationId xmlns:a16="http://schemas.microsoft.com/office/drawing/2014/main" id="{C11D981B-849D-43ED-88BD-2FB8D8506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191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6" name="Oval 5067">
                <a:extLst>
                  <a:ext uri="{FF2B5EF4-FFF2-40B4-BE49-F238E27FC236}">
                    <a16:creationId xmlns:a16="http://schemas.microsoft.com/office/drawing/2014/main" id="{ECBFA796-9058-4FD6-B5F4-B6C9C14F3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193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7" name="Oval 5068">
                <a:extLst>
                  <a:ext uri="{FF2B5EF4-FFF2-40B4-BE49-F238E27FC236}">
                    <a16:creationId xmlns:a16="http://schemas.microsoft.com/office/drawing/2014/main" id="{72EB0A9F-C8B1-413A-8A73-F40957AB0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192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8" name="Oval 5069">
                <a:extLst>
                  <a:ext uri="{FF2B5EF4-FFF2-40B4-BE49-F238E27FC236}">
                    <a16:creationId xmlns:a16="http://schemas.microsoft.com/office/drawing/2014/main" id="{AA1A9EFB-1CA1-4C4D-9986-80D01AB67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194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19" name="Oval 5070">
                <a:extLst>
                  <a:ext uri="{FF2B5EF4-FFF2-40B4-BE49-F238E27FC236}">
                    <a16:creationId xmlns:a16="http://schemas.microsoft.com/office/drawing/2014/main" id="{9091623B-D584-4B3D-93F2-4CF8D0573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194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0" name="Oval 5071">
                <a:extLst>
                  <a:ext uri="{FF2B5EF4-FFF2-40B4-BE49-F238E27FC236}">
                    <a16:creationId xmlns:a16="http://schemas.microsoft.com/office/drawing/2014/main" id="{BC0BB34F-27FF-48AA-BCB4-248A5BB2F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195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1" name="Oval 5072">
                <a:extLst>
                  <a:ext uri="{FF2B5EF4-FFF2-40B4-BE49-F238E27FC236}">
                    <a16:creationId xmlns:a16="http://schemas.microsoft.com/office/drawing/2014/main" id="{2A6BBE4C-BDC9-4BC3-BC98-6AD0CFFC6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1953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2" name="Oval 5073">
                <a:extLst>
                  <a:ext uri="{FF2B5EF4-FFF2-40B4-BE49-F238E27FC236}">
                    <a16:creationId xmlns:a16="http://schemas.microsoft.com/office/drawing/2014/main" id="{B0037346-14F3-44E9-932C-5FB7DB776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193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3" name="Oval 5074">
                <a:extLst>
                  <a:ext uri="{FF2B5EF4-FFF2-40B4-BE49-F238E27FC236}">
                    <a16:creationId xmlns:a16="http://schemas.microsoft.com/office/drawing/2014/main" id="{87B45F3F-74F8-4694-9D63-4589A364F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193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4" name="Oval 5075">
                <a:extLst>
                  <a:ext uri="{FF2B5EF4-FFF2-40B4-BE49-F238E27FC236}">
                    <a16:creationId xmlns:a16="http://schemas.microsoft.com/office/drawing/2014/main" id="{FA974AA0-AAE8-4C93-98E8-F36B8FBD9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194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5" name="Oval 5076">
                <a:extLst>
                  <a:ext uri="{FF2B5EF4-FFF2-40B4-BE49-F238E27FC236}">
                    <a16:creationId xmlns:a16="http://schemas.microsoft.com/office/drawing/2014/main" id="{03CC8630-36BE-4F53-9D04-5B06A0D84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196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6" name="Oval 5077">
                <a:extLst>
                  <a:ext uri="{FF2B5EF4-FFF2-40B4-BE49-F238E27FC236}">
                    <a16:creationId xmlns:a16="http://schemas.microsoft.com/office/drawing/2014/main" id="{3364BB90-3543-4E0D-936F-3DBD0A855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1945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7" name="Oval 5078">
                <a:extLst>
                  <a:ext uri="{FF2B5EF4-FFF2-40B4-BE49-F238E27FC236}">
                    <a16:creationId xmlns:a16="http://schemas.microsoft.com/office/drawing/2014/main" id="{92E3B798-00F1-4620-8698-740DAF40C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199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8" name="Oval 5079">
                <a:extLst>
                  <a:ext uri="{FF2B5EF4-FFF2-40B4-BE49-F238E27FC236}">
                    <a16:creationId xmlns:a16="http://schemas.microsoft.com/office/drawing/2014/main" id="{4ED5E64C-695B-4D71-B6A9-154D482D3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198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29" name="Oval 5080">
                <a:extLst>
                  <a:ext uri="{FF2B5EF4-FFF2-40B4-BE49-F238E27FC236}">
                    <a16:creationId xmlns:a16="http://schemas.microsoft.com/office/drawing/2014/main" id="{94590C84-12E5-41EA-859B-EE711DB1B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02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0" name="Oval 5081">
                <a:extLst>
                  <a:ext uri="{FF2B5EF4-FFF2-40B4-BE49-F238E27FC236}">
                    <a16:creationId xmlns:a16="http://schemas.microsoft.com/office/drawing/2014/main" id="{2F7DDF91-F3F1-46E0-9D90-476D0BE50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9" y="203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1" name="Oval 5082">
                <a:extLst>
                  <a:ext uri="{FF2B5EF4-FFF2-40B4-BE49-F238E27FC236}">
                    <a16:creationId xmlns:a16="http://schemas.microsoft.com/office/drawing/2014/main" id="{781E6D4A-6B23-4886-820F-A4074F221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03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2" name="Oval 5083">
                <a:extLst>
                  <a:ext uri="{FF2B5EF4-FFF2-40B4-BE49-F238E27FC236}">
                    <a16:creationId xmlns:a16="http://schemas.microsoft.com/office/drawing/2014/main" id="{DCDFF31B-FFA4-4672-8302-401FA1F48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04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3" name="Oval 5084">
                <a:extLst>
                  <a:ext uri="{FF2B5EF4-FFF2-40B4-BE49-F238E27FC236}">
                    <a16:creationId xmlns:a16="http://schemas.microsoft.com/office/drawing/2014/main" id="{C66A5128-B776-4A7D-8F66-F549C4A77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05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4" name="Oval 5085">
                <a:extLst>
                  <a:ext uri="{FF2B5EF4-FFF2-40B4-BE49-F238E27FC236}">
                    <a16:creationId xmlns:a16="http://schemas.microsoft.com/office/drawing/2014/main" id="{1303DE5F-323C-4FAB-8CA4-85A6B1FE3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02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5" name="Oval 5086">
                <a:extLst>
                  <a:ext uri="{FF2B5EF4-FFF2-40B4-BE49-F238E27FC236}">
                    <a16:creationId xmlns:a16="http://schemas.microsoft.com/office/drawing/2014/main" id="{205F7655-D9B7-437C-BAC0-57AB7F331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201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6" name="Oval 5087">
                <a:extLst>
                  <a:ext uri="{FF2B5EF4-FFF2-40B4-BE49-F238E27FC236}">
                    <a16:creationId xmlns:a16="http://schemas.microsoft.com/office/drawing/2014/main" id="{85E7323A-C060-415A-89C2-9CB01761B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01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7" name="Oval 5088">
                <a:extLst>
                  <a:ext uri="{FF2B5EF4-FFF2-40B4-BE49-F238E27FC236}">
                    <a16:creationId xmlns:a16="http://schemas.microsoft.com/office/drawing/2014/main" id="{E96376B4-1835-4753-A045-667F67ED9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01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8" name="Oval 5089">
                <a:extLst>
                  <a:ext uri="{FF2B5EF4-FFF2-40B4-BE49-F238E27FC236}">
                    <a16:creationId xmlns:a16="http://schemas.microsoft.com/office/drawing/2014/main" id="{ED8DDD4B-8397-4E8D-89A4-806B8EDE8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01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39" name="Oval 5090">
                <a:extLst>
                  <a:ext uri="{FF2B5EF4-FFF2-40B4-BE49-F238E27FC236}">
                    <a16:creationId xmlns:a16="http://schemas.microsoft.com/office/drawing/2014/main" id="{B7933576-CABD-4DBC-A264-10410D71E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03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0" name="Oval 5091">
                <a:extLst>
                  <a:ext uri="{FF2B5EF4-FFF2-40B4-BE49-F238E27FC236}">
                    <a16:creationId xmlns:a16="http://schemas.microsoft.com/office/drawing/2014/main" id="{18882AF7-90B0-48FF-B81E-9C66F4C72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201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1" name="Oval 5092">
                <a:extLst>
                  <a:ext uri="{FF2B5EF4-FFF2-40B4-BE49-F238E27FC236}">
                    <a16:creationId xmlns:a16="http://schemas.microsoft.com/office/drawing/2014/main" id="{EA3DA9E4-CC76-42BF-8AAB-375CF24AB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203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2" name="Oval 5093">
                <a:extLst>
                  <a:ext uri="{FF2B5EF4-FFF2-40B4-BE49-F238E27FC236}">
                    <a16:creationId xmlns:a16="http://schemas.microsoft.com/office/drawing/2014/main" id="{91366632-398A-4054-B10E-BF3DD4344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03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3" name="Oval 5094">
                <a:extLst>
                  <a:ext uri="{FF2B5EF4-FFF2-40B4-BE49-F238E27FC236}">
                    <a16:creationId xmlns:a16="http://schemas.microsoft.com/office/drawing/2014/main" id="{586EEC00-C489-41EA-8A58-13052B324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022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4" name="Oval 5095">
                <a:extLst>
                  <a:ext uri="{FF2B5EF4-FFF2-40B4-BE49-F238E27FC236}">
                    <a16:creationId xmlns:a16="http://schemas.microsoft.com/office/drawing/2014/main" id="{25F69F95-75AE-47BA-BF0D-2F2B62BB1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02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5" name="Oval 5096">
                <a:extLst>
                  <a:ext uri="{FF2B5EF4-FFF2-40B4-BE49-F238E27FC236}">
                    <a16:creationId xmlns:a16="http://schemas.microsoft.com/office/drawing/2014/main" id="{D71E3489-D2D1-44B7-A4F7-BE8B8B23C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202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6" name="Oval 5097">
                <a:extLst>
                  <a:ext uri="{FF2B5EF4-FFF2-40B4-BE49-F238E27FC236}">
                    <a16:creationId xmlns:a16="http://schemas.microsoft.com/office/drawing/2014/main" id="{CC28EB3C-1506-4EE3-865B-03F925C1E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203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7" name="Oval 5098">
                <a:extLst>
                  <a:ext uri="{FF2B5EF4-FFF2-40B4-BE49-F238E27FC236}">
                    <a16:creationId xmlns:a16="http://schemas.microsoft.com/office/drawing/2014/main" id="{E799AE34-6CAD-4C97-9C94-2FC17D00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04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8" name="Oval 5099">
                <a:extLst>
                  <a:ext uri="{FF2B5EF4-FFF2-40B4-BE49-F238E27FC236}">
                    <a16:creationId xmlns:a16="http://schemas.microsoft.com/office/drawing/2014/main" id="{E15047DE-976B-4993-B02F-58694C7BF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2025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49" name="Oval 5100">
                <a:extLst>
                  <a:ext uri="{FF2B5EF4-FFF2-40B4-BE49-F238E27FC236}">
                    <a16:creationId xmlns:a16="http://schemas.microsoft.com/office/drawing/2014/main" id="{7224D9AF-9A7B-4F60-A729-98214E1F3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01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0" name="Oval 5101">
                <a:extLst>
                  <a:ext uri="{FF2B5EF4-FFF2-40B4-BE49-F238E27FC236}">
                    <a16:creationId xmlns:a16="http://schemas.microsoft.com/office/drawing/2014/main" id="{5C137D16-8576-45FB-9E1C-2AA6DAB35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0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1" name="Oval 5102">
                <a:extLst>
                  <a:ext uri="{FF2B5EF4-FFF2-40B4-BE49-F238E27FC236}">
                    <a16:creationId xmlns:a16="http://schemas.microsoft.com/office/drawing/2014/main" id="{37A663E1-E7AB-4336-8C48-0B5700C7A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02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2" name="Oval 5103">
                <a:extLst>
                  <a:ext uri="{FF2B5EF4-FFF2-40B4-BE49-F238E27FC236}">
                    <a16:creationId xmlns:a16="http://schemas.microsoft.com/office/drawing/2014/main" id="{9E74C54A-9A28-441D-85FF-4760E1FFF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04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3" name="Oval 5104">
                <a:extLst>
                  <a:ext uri="{FF2B5EF4-FFF2-40B4-BE49-F238E27FC236}">
                    <a16:creationId xmlns:a16="http://schemas.microsoft.com/office/drawing/2014/main" id="{CF7EBF51-6A46-487F-B74A-98CE44081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2041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4" name="Oval 5105">
                <a:extLst>
                  <a:ext uri="{FF2B5EF4-FFF2-40B4-BE49-F238E27FC236}">
                    <a16:creationId xmlns:a16="http://schemas.microsoft.com/office/drawing/2014/main" id="{562C8F75-504F-4453-813A-AD2879D5A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20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5" name="Oval 5106">
                <a:extLst>
                  <a:ext uri="{FF2B5EF4-FFF2-40B4-BE49-F238E27FC236}">
                    <a16:creationId xmlns:a16="http://schemas.microsoft.com/office/drawing/2014/main" id="{BA37BF79-0979-4878-AA4E-556812C3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05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6" name="Oval 5107">
                <a:extLst>
                  <a:ext uri="{FF2B5EF4-FFF2-40B4-BE49-F238E27FC236}">
                    <a16:creationId xmlns:a16="http://schemas.microsoft.com/office/drawing/2014/main" id="{68FE03DC-685E-4AD6-B89F-C8C4E03E8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6" y="201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7" name="Oval 5108">
                <a:extLst>
                  <a:ext uri="{FF2B5EF4-FFF2-40B4-BE49-F238E27FC236}">
                    <a16:creationId xmlns:a16="http://schemas.microsoft.com/office/drawing/2014/main" id="{84B6DB3D-FC8B-4EDC-876E-AC188B96F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203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8" name="Oval 5109">
                <a:extLst>
                  <a:ext uri="{FF2B5EF4-FFF2-40B4-BE49-F238E27FC236}">
                    <a16:creationId xmlns:a16="http://schemas.microsoft.com/office/drawing/2014/main" id="{F61EF43F-0C1E-473B-B97F-860F7B9CF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9" y="204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59" name="Oval 5110">
                <a:extLst>
                  <a:ext uri="{FF2B5EF4-FFF2-40B4-BE49-F238E27FC236}">
                    <a16:creationId xmlns:a16="http://schemas.microsoft.com/office/drawing/2014/main" id="{FEBE9A78-4A95-4B3A-B720-6E93F315A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05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0" name="Oval 5111">
                <a:extLst>
                  <a:ext uri="{FF2B5EF4-FFF2-40B4-BE49-F238E27FC236}">
                    <a16:creationId xmlns:a16="http://schemas.microsoft.com/office/drawing/2014/main" id="{1CA98F64-CDB5-4382-A0DA-023D4B963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11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1" name="Oval 5112">
                <a:extLst>
                  <a:ext uri="{FF2B5EF4-FFF2-40B4-BE49-F238E27FC236}">
                    <a16:creationId xmlns:a16="http://schemas.microsoft.com/office/drawing/2014/main" id="{71790318-899B-481B-9085-4A6527BCA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08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2" name="Oval 5113">
                <a:extLst>
                  <a:ext uri="{FF2B5EF4-FFF2-40B4-BE49-F238E27FC236}">
                    <a16:creationId xmlns:a16="http://schemas.microsoft.com/office/drawing/2014/main" id="{DB56A198-4979-424F-A230-D954D8BA0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0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3" name="Oval 5114">
                <a:extLst>
                  <a:ext uri="{FF2B5EF4-FFF2-40B4-BE49-F238E27FC236}">
                    <a16:creationId xmlns:a16="http://schemas.microsoft.com/office/drawing/2014/main" id="{58F6100E-E2EE-45F0-9FA1-D6C158EB1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209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4" name="Oval 5115">
                <a:extLst>
                  <a:ext uri="{FF2B5EF4-FFF2-40B4-BE49-F238E27FC236}">
                    <a16:creationId xmlns:a16="http://schemas.microsoft.com/office/drawing/2014/main" id="{83DA8A1D-17EC-4CD3-9011-B86C6666D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102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5" name="Oval 5116">
                <a:extLst>
                  <a:ext uri="{FF2B5EF4-FFF2-40B4-BE49-F238E27FC236}">
                    <a16:creationId xmlns:a16="http://schemas.microsoft.com/office/drawing/2014/main" id="{6809D639-7EE0-453E-96DF-9EA49BAA3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0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6" name="Oval 5117">
                <a:extLst>
                  <a:ext uri="{FF2B5EF4-FFF2-40B4-BE49-F238E27FC236}">
                    <a16:creationId xmlns:a16="http://schemas.microsoft.com/office/drawing/2014/main" id="{0DFE62A9-A29E-4204-8D82-0F0B20A0F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2126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7" name="Oval 5118">
                <a:extLst>
                  <a:ext uri="{FF2B5EF4-FFF2-40B4-BE49-F238E27FC236}">
                    <a16:creationId xmlns:a16="http://schemas.microsoft.com/office/drawing/2014/main" id="{86A40A26-C604-4FAA-91A7-BDD4A412B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4" y="211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8" name="Oval 5119">
                <a:extLst>
                  <a:ext uri="{FF2B5EF4-FFF2-40B4-BE49-F238E27FC236}">
                    <a16:creationId xmlns:a16="http://schemas.microsoft.com/office/drawing/2014/main" id="{98997D59-ADAE-4AC5-BABB-BAD154CA5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10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69" name="Oval 5120">
                <a:extLst>
                  <a:ext uri="{FF2B5EF4-FFF2-40B4-BE49-F238E27FC236}">
                    <a16:creationId xmlns:a16="http://schemas.microsoft.com/office/drawing/2014/main" id="{891C6680-51CD-4C85-82B1-ED85DDC8C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4" y="209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0" name="Oval 5121">
                <a:extLst>
                  <a:ext uri="{FF2B5EF4-FFF2-40B4-BE49-F238E27FC236}">
                    <a16:creationId xmlns:a16="http://schemas.microsoft.com/office/drawing/2014/main" id="{2E063D85-F669-46B7-8FD7-022689945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09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1" name="Oval 5122">
                <a:extLst>
                  <a:ext uri="{FF2B5EF4-FFF2-40B4-BE49-F238E27FC236}">
                    <a16:creationId xmlns:a16="http://schemas.microsoft.com/office/drawing/2014/main" id="{3C72DAEC-0896-4C7B-A408-4ED9427D6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1" y="210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2" name="Oval 5123">
                <a:extLst>
                  <a:ext uri="{FF2B5EF4-FFF2-40B4-BE49-F238E27FC236}">
                    <a16:creationId xmlns:a16="http://schemas.microsoft.com/office/drawing/2014/main" id="{5E442C2A-CCBB-4213-A481-33512F55D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11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3" name="Oval 5124">
                <a:extLst>
                  <a:ext uri="{FF2B5EF4-FFF2-40B4-BE49-F238E27FC236}">
                    <a16:creationId xmlns:a16="http://schemas.microsoft.com/office/drawing/2014/main" id="{0CB0B6AE-C0C3-45A2-A9A6-301A5832F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12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4" name="Oval 5125">
                <a:extLst>
                  <a:ext uri="{FF2B5EF4-FFF2-40B4-BE49-F238E27FC236}">
                    <a16:creationId xmlns:a16="http://schemas.microsoft.com/office/drawing/2014/main" id="{9FEFB8D5-D296-4021-B881-0DEF6CC40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9" y="213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5" name="Oval 5126">
                <a:extLst>
                  <a:ext uri="{FF2B5EF4-FFF2-40B4-BE49-F238E27FC236}">
                    <a16:creationId xmlns:a16="http://schemas.microsoft.com/office/drawing/2014/main" id="{35F1D410-0C38-4944-9E44-233B8F136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212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6" name="Oval 5127">
                <a:extLst>
                  <a:ext uri="{FF2B5EF4-FFF2-40B4-BE49-F238E27FC236}">
                    <a16:creationId xmlns:a16="http://schemas.microsoft.com/office/drawing/2014/main" id="{EE5DE437-BC8A-41B9-8979-6FDD26D2A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207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7" name="Oval 5128">
                <a:extLst>
                  <a:ext uri="{FF2B5EF4-FFF2-40B4-BE49-F238E27FC236}">
                    <a16:creationId xmlns:a16="http://schemas.microsoft.com/office/drawing/2014/main" id="{54697BFB-12E9-4E48-9480-603E208DA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08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8" name="Oval 5129">
                <a:extLst>
                  <a:ext uri="{FF2B5EF4-FFF2-40B4-BE49-F238E27FC236}">
                    <a16:creationId xmlns:a16="http://schemas.microsoft.com/office/drawing/2014/main" id="{C63B9197-8171-4A7E-A2E4-340D13C93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078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79" name="Oval 5130">
                <a:extLst>
                  <a:ext uri="{FF2B5EF4-FFF2-40B4-BE49-F238E27FC236}">
                    <a16:creationId xmlns:a16="http://schemas.microsoft.com/office/drawing/2014/main" id="{AEDC2C8F-3479-41EA-B2A8-CF6140575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207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0" name="Oval 5131">
                <a:extLst>
                  <a:ext uri="{FF2B5EF4-FFF2-40B4-BE49-F238E27FC236}">
                    <a16:creationId xmlns:a16="http://schemas.microsoft.com/office/drawing/2014/main" id="{9562DB36-173C-41D2-8A3C-4A1ED9E95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1" y="205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1" name="Oval 5132">
                <a:extLst>
                  <a:ext uri="{FF2B5EF4-FFF2-40B4-BE49-F238E27FC236}">
                    <a16:creationId xmlns:a16="http://schemas.microsoft.com/office/drawing/2014/main" id="{B33A843F-FE31-48B0-BB73-0CA8CFFF0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05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2" name="Oval 5133">
                <a:extLst>
                  <a:ext uri="{FF2B5EF4-FFF2-40B4-BE49-F238E27FC236}">
                    <a16:creationId xmlns:a16="http://schemas.microsoft.com/office/drawing/2014/main" id="{804D03E4-B5B1-40AD-B83D-1B51A7956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9" y="207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3" name="Oval 5134">
                <a:extLst>
                  <a:ext uri="{FF2B5EF4-FFF2-40B4-BE49-F238E27FC236}">
                    <a16:creationId xmlns:a16="http://schemas.microsoft.com/office/drawing/2014/main" id="{089C9E4C-0F9A-4E37-965C-C17BA81C0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208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4" name="Oval 5135">
                <a:extLst>
                  <a:ext uri="{FF2B5EF4-FFF2-40B4-BE49-F238E27FC236}">
                    <a16:creationId xmlns:a16="http://schemas.microsoft.com/office/drawing/2014/main" id="{C307FD29-BD13-41A9-8C42-3225131D3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208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5" name="Oval 5136">
                <a:extLst>
                  <a:ext uri="{FF2B5EF4-FFF2-40B4-BE49-F238E27FC236}">
                    <a16:creationId xmlns:a16="http://schemas.microsoft.com/office/drawing/2014/main" id="{92BB24C3-4CD8-4F60-B77B-418DA2C0E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09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6" name="Oval 5137">
                <a:extLst>
                  <a:ext uri="{FF2B5EF4-FFF2-40B4-BE49-F238E27FC236}">
                    <a16:creationId xmlns:a16="http://schemas.microsoft.com/office/drawing/2014/main" id="{990EA8EC-3B39-4DD5-8B2C-EA8ED5725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08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7" name="Oval 5138">
                <a:extLst>
                  <a:ext uri="{FF2B5EF4-FFF2-40B4-BE49-F238E27FC236}">
                    <a16:creationId xmlns:a16="http://schemas.microsoft.com/office/drawing/2014/main" id="{BA51877F-6FA8-4FF0-B019-0882BA3F3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08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8" name="Oval 5139">
                <a:extLst>
                  <a:ext uri="{FF2B5EF4-FFF2-40B4-BE49-F238E27FC236}">
                    <a16:creationId xmlns:a16="http://schemas.microsoft.com/office/drawing/2014/main" id="{F50CD8D1-0813-488F-9762-861C602E8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09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89" name="Oval 5140">
                <a:extLst>
                  <a:ext uri="{FF2B5EF4-FFF2-40B4-BE49-F238E27FC236}">
                    <a16:creationId xmlns:a16="http://schemas.microsoft.com/office/drawing/2014/main" id="{7BBD754D-D04C-4E06-BAA5-B5ACEFB49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2110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0" name="Oval 5141">
                <a:extLst>
                  <a:ext uri="{FF2B5EF4-FFF2-40B4-BE49-F238E27FC236}">
                    <a16:creationId xmlns:a16="http://schemas.microsoft.com/office/drawing/2014/main" id="{9CD1D30D-F8D0-4E31-80EA-FEE50F8BC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208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1" name="Oval 5142">
                <a:extLst>
                  <a:ext uri="{FF2B5EF4-FFF2-40B4-BE49-F238E27FC236}">
                    <a16:creationId xmlns:a16="http://schemas.microsoft.com/office/drawing/2014/main" id="{4AB138A2-E9C1-43F0-A0FE-46852D0D8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08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2" name="Oval 5143">
                <a:extLst>
                  <a:ext uri="{FF2B5EF4-FFF2-40B4-BE49-F238E27FC236}">
                    <a16:creationId xmlns:a16="http://schemas.microsoft.com/office/drawing/2014/main" id="{79C41FE2-E040-48A3-A3EC-F1BF5F9B8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09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3" name="Oval 5144">
                <a:extLst>
                  <a:ext uri="{FF2B5EF4-FFF2-40B4-BE49-F238E27FC236}">
                    <a16:creationId xmlns:a16="http://schemas.microsoft.com/office/drawing/2014/main" id="{87121CAB-B215-4186-BC35-95E0D4504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09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4" name="Oval 5145">
                <a:extLst>
                  <a:ext uri="{FF2B5EF4-FFF2-40B4-BE49-F238E27FC236}">
                    <a16:creationId xmlns:a16="http://schemas.microsoft.com/office/drawing/2014/main" id="{7304601C-9291-44B5-A3BD-54B41D098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12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5" name="Oval 5146">
                <a:extLst>
                  <a:ext uri="{FF2B5EF4-FFF2-40B4-BE49-F238E27FC236}">
                    <a16:creationId xmlns:a16="http://schemas.microsoft.com/office/drawing/2014/main" id="{C3D79788-1C8D-4BC9-A25F-EE1D815EB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2105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6" name="Oval 5147">
                <a:extLst>
                  <a:ext uri="{FF2B5EF4-FFF2-40B4-BE49-F238E27FC236}">
                    <a16:creationId xmlns:a16="http://schemas.microsoft.com/office/drawing/2014/main" id="{60F6F88C-4FF1-480C-9CCF-097CFB191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12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7" name="Oval 5148">
                <a:extLst>
                  <a:ext uri="{FF2B5EF4-FFF2-40B4-BE49-F238E27FC236}">
                    <a16:creationId xmlns:a16="http://schemas.microsoft.com/office/drawing/2014/main" id="{BD39446E-5633-4F3F-9167-1B8D23EDB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207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8" name="Oval 5149">
                <a:extLst>
                  <a:ext uri="{FF2B5EF4-FFF2-40B4-BE49-F238E27FC236}">
                    <a16:creationId xmlns:a16="http://schemas.microsoft.com/office/drawing/2014/main" id="{E3BB5EA5-67CE-450F-AAEB-9B4F97BDF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0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399" name="Oval 5150">
                <a:extLst>
                  <a:ext uri="{FF2B5EF4-FFF2-40B4-BE49-F238E27FC236}">
                    <a16:creationId xmlns:a16="http://schemas.microsoft.com/office/drawing/2014/main" id="{E6D73A38-4743-4E48-94D4-11CFD5F9D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07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0" name="Oval 5151">
                <a:extLst>
                  <a:ext uri="{FF2B5EF4-FFF2-40B4-BE49-F238E27FC236}">
                    <a16:creationId xmlns:a16="http://schemas.microsoft.com/office/drawing/2014/main" id="{4DE4F1AA-E977-4BB1-8340-3127F9D55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09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1" name="Oval 5152">
                <a:extLst>
                  <a:ext uri="{FF2B5EF4-FFF2-40B4-BE49-F238E27FC236}">
                    <a16:creationId xmlns:a16="http://schemas.microsoft.com/office/drawing/2014/main" id="{5573D5B9-3472-4878-9007-56C050DC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07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2" name="Oval 5153">
                <a:extLst>
                  <a:ext uri="{FF2B5EF4-FFF2-40B4-BE49-F238E27FC236}">
                    <a16:creationId xmlns:a16="http://schemas.microsoft.com/office/drawing/2014/main" id="{2E005957-1228-412C-8C49-BA7F448F2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09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3" name="Oval 5154">
                <a:extLst>
                  <a:ext uri="{FF2B5EF4-FFF2-40B4-BE49-F238E27FC236}">
                    <a16:creationId xmlns:a16="http://schemas.microsoft.com/office/drawing/2014/main" id="{AC6AD9BE-EA1A-4928-9167-E55CA2ED9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105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4" name="Oval 5155">
                <a:extLst>
                  <a:ext uri="{FF2B5EF4-FFF2-40B4-BE49-F238E27FC236}">
                    <a16:creationId xmlns:a16="http://schemas.microsoft.com/office/drawing/2014/main" id="{B2130810-B59D-455E-86B1-6749475F7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08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5" name="Oval 5156">
                <a:extLst>
                  <a:ext uri="{FF2B5EF4-FFF2-40B4-BE49-F238E27FC236}">
                    <a16:creationId xmlns:a16="http://schemas.microsoft.com/office/drawing/2014/main" id="{29AD59A1-F66C-42DA-98EE-244A9A3F5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08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6" name="Oval 5157">
                <a:extLst>
                  <a:ext uri="{FF2B5EF4-FFF2-40B4-BE49-F238E27FC236}">
                    <a16:creationId xmlns:a16="http://schemas.microsoft.com/office/drawing/2014/main" id="{29D82AC6-37D9-4008-8274-D2D115459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083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7" name="Oval 5158">
                <a:extLst>
                  <a:ext uri="{FF2B5EF4-FFF2-40B4-BE49-F238E27FC236}">
                    <a16:creationId xmlns:a16="http://schemas.microsoft.com/office/drawing/2014/main" id="{BEA2DE30-33E4-42CC-B770-8CDFF29CD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08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8" name="Oval 5159">
                <a:extLst>
                  <a:ext uri="{FF2B5EF4-FFF2-40B4-BE49-F238E27FC236}">
                    <a16:creationId xmlns:a16="http://schemas.microsoft.com/office/drawing/2014/main" id="{177A7198-D254-4A9E-AD5A-8F952A9B1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10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09" name="Oval 5160">
                <a:extLst>
                  <a:ext uri="{FF2B5EF4-FFF2-40B4-BE49-F238E27FC236}">
                    <a16:creationId xmlns:a16="http://schemas.microsoft.com/office/drawing/2014/main" id="{811E27AD-91EF-4A75-8123-D614BAD64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065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0" name="Oval 5161">
                <a:extLst>
                  <a:ext uri="{FF2B5EF4-FFF2-40B4-BE49-F238E27FC236}">
                    <a16:creationId xmlns:a16="http://schemas.microsoft.com/office/drawing/2014/main" id="{CCC88FC1-8D10-4F3C-8E8E-CA4C9F812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054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1" name="Oval 5162">
                <a:extLst>
                  <a:ext uri="{FF2B5EF4-FFF2-40B4-BE49-F238E27FC236}">
                    <a16:creationId xmlns:a16="http://schemas.microsoft.com/office/drawing/2014/main" id="{83577059-7A5A-40DD-BFFE-36416229A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067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2" name="Oval 5163">
                <a:extLst>
                  <a:ext uri="{FF2B5EF4-FFF2-40B4-BE49-F238E27FC236}">
                    <a16:creationId xmlns:a16="http://schemas.microsoft.com/office/drawing/2014/main" id="{43542BDD-1E20-49D8-8257-888F3B31F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10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3" name="Oval 5164">
                <a:extLst>
                  <a:ext uri="{FF2B5EF4-FFF2-40B4-BE49-F238E27FC236}">
                    <a16:creationId xmlns:a16="http://schemas.microsoft.com/office/drawing/2014/main" id="{D69092D8-08A6-4EDC-95F0-54D5189F4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187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4" name="Oval 5165">
                <a:extLst>
                  <a:ext uri="{FF2B5EF4-FFF2-40B4-BE49-F238E27FC236}">
                    <a16:creationId xmlns:a16="http://schemas.microsoft.com/office/drawing/2014/main" id="{115007D0-0F3F-4316-9080-2FDCA2940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18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5" name="Oval 5166">
                <a:extLst>
                  <a:ext uri="{FF2B5EF4-FFF2-40B4-BE49-F238E27FC236}">
                    <a16:creationId xmlns:a16="http://schemas.microsoft.com/office/drawing/2014/main" id="{0C13FE49-3E5A-449C-B3D2-BC2A7F989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18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6" name="Oval 5167">
                <a:extLst>
                  <a:ext uri="{FF2B5EF4-FFF2-40B4-BE49-F238E27FC236}">
                    <a16:creationId xmlns:a16="http://schemas.microsoft.com/office/drawing/2014/main" id="{67BA8C12-8015-4B23-BA8A-F13651B27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189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7" name="Oval 5168">
                <a:extLst>
                  <a:ext uri="{FF2B5EF4-FFF2-40B4-BE49-F238E27FC236}">
                    <a16:creationId xmlns:a16="http://schemas.microsoft.com/office/drawing/2014/main" id="{2B3FC199-E6AD-4C69-9D36-2F0C9EE85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190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8" name="Oval 5169">
                <a:extLst>
                  <a:ext uri="{FF2B5EF4-FFF2-40B4-BE49-F238E27FC236}">
                    <a16:creationId xmlns:a16="http://schemas.microsoft.com/office/drawing/2014/main" id="{77E27C48-037C-48B8-967A-AF04C03D3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90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419" name="Oval 5170">
                <a:extLst>
                  <a:ext uri="{FF2B5EF4-FFF2-40B4-BE49-F238E27FC236}">
                    <a16:creationId xmlns:a16="http://schemas.microsoft.com/office/drawing/2014/main" id="{4C08A3B2-E7D2-4BAE-A06F-794BACB72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190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8" name="Group 5171">
              <a:extLst>
                <a:ext uri="{FF2B5EF4-FFF2-40B4-BE49-F238E27FC236}">
                  <a16:creationId xmlns:a16="http://schemas.microsoft.com/office/drawing/2014/main" id="{1B4DCF85-8C15-4412-95A7-251BAB935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1819"/>
              <a:ext cx="150" cy="283"/>
              <a:chOff x="4749" y="1819"/>
              <a:chExt cx="150" cy="283"/>
            </a:xfrm>
          </p:grpSpPr>
          <p:sp>
            <p:nvSpPr>
              <p:cNvPr id="60020" name="Oval 5172">
                <a:extLst>
                  <a:ext uri="{FF2B5EF4-FFF2-40B4-BE49-F238E27FC236}">
                    <a16:creationId xmlns:a16="http://schemas.microsoft.com/office/drawing/2014/main" id="{C7ABC7CF-2B81-44AF-A1B7-DAA8E96CE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189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21" name="Oval 5173">
                <a:extLst>
                  <a:ext uri="{FF2B5EF4-FFF2-40B4-BE49-F238E27FC236}">
                    <a16:creationId xmlns:a16="http://schemas.microsoft.com/office/drawing/2014/main" id="{98E3A612-C973-441F-AACA-3E2FAAAFD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182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22" name="Oval 5174">
                <a:extLst>
                  <a:ext uri="{FF2B5EF4-FFF2-40B4-BE49-F238E27FC236}">
                    <a16:creationId xmlns:a16="http://schemas.microsoft.com/office/drawing/2014/main" id="{C6FC414E-2AAF-421B-ACBF-275EBA9B9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188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23" name="Oval 5175">
                <a:extLst>
                  <a:ext uri="{FF2B5EF4-FFF2-40B4-BE49-F238E27FC236}">
                    <a16:creationId xmlns:a16="http://schemas.microsoft.com/office/drawing/2014/main" id="{4C2E8298-F5E4-40D4-8D0A-C72C1952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1891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24" name="Oval 5176">
                <a:extLst>
                  <a:ext uri="{FF2B5EF4-FFF2-40B4-BE49-F238E27FC236}">
                    <a16:creationId xmlns:a16="http://schemas.microsoft.com/office/drawing/2014/main" id="{D6EE48BA-0A8C-4B6F-947F-96C2AE365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188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25" name="Oval 5177">
                <a:extLst>
                  <a:ext uri="{FF2B5EF4-FFF2-40B4-BE49-F238E27FC236}">
                    <a16:creationId xmlns:a16="http://schemas.microsoft.com/office/drawing/2014/main" id="{65CB1570-0F2F-4D11-80C9-524C749EB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188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26" name="Oval 5178">
                <a:extLst>
                  <a:ext uri="{FF2B5EF4-FFF2-40B4-BE49-F238E27FC236}">
                    <a16:creationId xmlns:a16="http://schemas.microsoft.com/office/drawing/2014/main" id="{9E498633-BAD3-4795-9D94-528E42446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189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27" name="Oval 5179">
                <a:extLst>
                  <a:ext uri="{FF2B5EF4-FFF2-40B4-BE49-F238E27FC236}">
                    <a16:creationId xmlns:a16="http://schemas.microsoft.com/office/drawing/2014/main" id="{0E53B341-16A9-4FED-AC90-C0B464C32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82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28" name="Oval 5180">
                <a:extLst>
                  <a:ext uri="{FF2B5EF4-FFF2-40B4-BE49-F238E27FC236}">
                    <a16:creationId xmlns:a16="http://schemas.microsoft.com/office/drawing/2014/main" id="{CEA4212F-E3BF-4210-9E3A-5684F19EB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181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29" name="Oval 5181">
                <a:extLst>
                  <a:ext uri="{FF2B5EF4-FFF2-40B4-BE49-F238E27FC236}">
                    <a16:creationId xmlns:a16="http://schemas.microsoft.com/office/drawing/2014/main" id="{F160DCD1-3A94-450A-A4CF-90A512FAF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187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0" name="Oval 5182">
                <a:extLst>
                  <a:ext uri="{FF2B5EF4-FFF2-40B4-BE49-F238E27FC236}">
                    <a16:creationId xmlns:a16="http://schemas.microsoft.com/office/drawing/2014/main" id="{195830C1-9B11-4019-8379-3B0E15BE1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1875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1" name="Oval 5183">
                <a:extLst>
                  <a:ext uri="{FF2B5EF4-FFF2-40B4-BE49-F238E27FC236}">
                    <a16:creationId xmlns:a16="http://schemas.microsoft.com/office/drawing/2014/main" id="{051477B9-A5AC-4C6A-9806-F411F8D8F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189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2" name="Oval 5184">
                <a:extLst>
                  <a:ext uri="{FF2B5EF4-FFF2-40B4-BE49-F238E27FC236}">
                    <a16:creationId xmlns:a16="http://schemas.microsoft.com/office/drawing/2014/main" id="{2BE2100E-C2F8-4C8C-ABA4-D233B2247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89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3" name="Oval 5185">
                <a:extLst>
                  <a:ext uri="{FF2B5EF4-FFF2-40B4-BE49-F238E27FC236}">
                    <a16:creationId xmlns:a16="http://schemas.microsoft.com/office/drawing/2014/main" id="{FB788557-CF28-40DD-AE0E-EA3654C0B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189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4" name="Oval 5186">
                <a:extLst>
                  <a:ext uri="{FF2B5EF4-FFF2-40B4-BE49-F238E27FC236}">
                    <a16:creationId xmlns:a16="http://schemas.microsoft.com/office/drawing/2014/main" id="{07CBDFD5-0250-42C4-A70A-BD318311C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189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5" name="Oval 5187">
                <a:extLst>
                  <a:ext uri="{FF2B5EF4-FFF2-40B4-BE49-F238E27FC236}">
                    <a16:creationId xmlns:a16="http://schemas.microsoft.com/office/drawing/2014/main" id="{2EF9E769-3333-4595-B75E-C326549AF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185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6" name="Oval 5188">
                <a:extLst>
                  <a:ext uri="{FF2B5EF4-FFF2-40B4-BE49-F238E27FC236}">
                    <a16:creationId xmlns:a16="http://schemas.microsoft.com/office/drawing/2014/main" id="{10D383F0-7F92-4514-A0BA-9FACD7E86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187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7" name="Oval 5189">
                <a:extLst>
                  <a:ext uri="{FF2B5EF4-FFF2-40B4-BE49-F238E27FC236}">
                    <a16:creationId xmlns:a16="http://schemas.microsoft.com/office/drawing/2014/main" id="{3EACD58B-4AF6-4833-9609-79F1CB58D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186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8" name="Oval 5190">
                <a:extLst>
                  <a:ext uri="{FF2B5EF4-FFF2-40B4-BE49-F238E27FC236}">
                    <a16:creationId xmlns:a16="http://schemas.microsoft.com/office/drawing/2014/main" id="{F8EFE260-DB44-4526-91E2-CD8CCBD95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188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39" name="Oval 5191">
                <a:extLst>
                  <a:ext uri="{FF2B5EF4-FFF2-40B4-BE49-F238E27FC236}">
                    <a16:creationId xmlns:a16="http://schemas.microsoft.com/office/drawing/2014/main" id="{E99818BE-7A1A-4817-9723-E46F9655C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188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0" name="Oval 5192">
                <a:extLst>
                  <a:ext uri="{FF2B5EF4-FFF2-40B4-BE49-F238E27FC236}">
                    <a16:creationId xmlns:a16="http://schemas.microsoft.com/office/drawing/2014/main" id="{848A7434-EFF9-4032-9DCE-881BF60EF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1822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1" name="Oval 5193">
                <a:extLst>
                  <a:ext uri="{FF2B5EF4-FFF2-40B4-BE49-F238E27FC236}">
                    <a16:creationId xmlns:a16="http://schemas.microsoft.com/office/drawing/2014/main" id="{1802445E-604D-47AE-91CD-5BBA78066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186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2" name="Oval 5194">
                <a:extLst>
                  <a:ext uri="{FF2B5EF4-FFF2-40B4-BE49-F238E27FC236}">
                    <a16:creationId xmlns:a16="http://schemas.microsoft.com/office/drawing/2014/main" id="{DDD81090-99F8-45CF-87C1-62E1D0D32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185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3" name="Oval 5195">
                <a:extLst>
                  <a:ext uri="{FF2B5EF4-FFF2-40B4-BE49-F238E27FC236}">
                    <a16:creationId xmlns:a16="http://schemas.microsoft.com/office/drawing/2014/main" id="{75EABE61-66DB-479C-B33E-FB037C5A9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188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4" name="Oval 5196">
                <a:extLst>
                  <a:ext uri="{FF2B5EF4-FFF2-40B4-BE49-F238E27FC236}">
                    <a16:creationId xmlns:a16="http://schemas.microsoft.com/office/drawing/2014/main" id="{8C3C4B73-2E26-472B-9736-BD5D90968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18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5" name="Oval 5197">
                <a:extLst>
                  <a:ext uri="{FF2B5EF4-FFF2-40B4-BE49-F238E27FC236}">
                    <a16:creationId xmlns:a16="http://schemas.microsoft.com/office/drawing/2014/main" id="{A2F83474-21FF-4437-8262-4956CD862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187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6" name="Oval 5198">
                <a:extLst>
                  <a:ext uri="{FF2B5EF4-FFF2-40B4-BE49-F238E27FC236}">
                    <a16:creationId xmlns:a16="http://schemas.microsoft.com/office/drawing/2014/main" id="{410F4AB5-EFED-454B-A17B-6A6D7DE0A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185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7" name="Oval 5199">
                <a:extLst>
                  <a:ext uri="{FF2B5EF4-FFF2-40B4-BE49-F238E27FC236}">
                    <a16:creationId xmlns:a16="http://schemas.microsoft.com/office/drawing/2014/main" id="{21C47B78-7EAE-4DCC-9561-08636AC90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186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8" name="Oval 5200">
                <a:extLst>
                  <a:ext uri="{FF2B5EF4-FFF2-40B4-BE49-F238E27FC236}">
                    <a16:creationId xmlns:a16="http://schemas.microsoft.com/office/drawing/2014/main" id="{A29672F7-3A05-44B9-8C1C-79ECAF6C5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" y="181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49" name="Oval 5201">
                <a:extLst>
                  <a:ext uri="{FF2B5EF4-FFF2-40B4-BE49-F238E27FC236}">
                    <a16:creationId xmlns:a16="http://schemas.microsoft.com/office/drawing/2014/main" id="{027E39A5-D85F-4B56-8AD9-9CCC54871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867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0" name="Oval 5202">
                <a:extLst>
                  <a:ext uri="{FF2B5EF4-FFF2-40B4-BE49-F238E27FC236}">
                    <a16:creationId xmlns:a16="http://schemas.microsoft.com/office/drawing/2014/main" id="{FECA3E60-E625-4D20-A7DC-406F51AF9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188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1" name="Oval 5203">
                <a:extLst>
                  <a:ext uri="{FF2B5EF4-FFF2-40B4-BE49-F238E27FC236}">
                    <a16:creationId xmlns:a16="http://schemas.microsoft.com/office/drawing/2014/main" id="{AC3AD3AC-C929-4FD6-857C-2F6ADA266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185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2" name="Oval 5204">
                <a:extLst>
                  <a:ext uri="{FF2B5EF4-FFF2-40B4-BE49-F238E27FC236}">
                    <a16:creationId xmlns:a16="http://schemas.microsoft.com/office/drawing/2014/main" id="{E173D098-0B57-4E1D-A201-CE6848F07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185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3" name="Oval 5205">
                <a:extLst>
                  <a:ext uri="{FF2B5EF4-FFF2-40B4-BE49-F238E27FC236}">
                    <a16:creationId xmlns:a16="http://schemas.microsoft.com/office/drawing/2014/main" id="{F2EA521D-061E-4131-8C2C-2EE342801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187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4" name="Oval 5206">
                <a:extLst>
                  <a:ext uri="{FF2B5EF4-FFF2-40B4-BE49-F238E27FC236}">
                    <a16:creationId xmlns:a16="http://schemas.microsoft.com/office/drawing/2014/main" id="{EFC09482-CB11-4089-A559-94F9CBA16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187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5" name="Oval 5207">
                <a:extLst>
                  <a:ext uri="{FF2B5EF4-FFF2-40B4-BE49-F238E27FC236}">
                    <a16:creationId xmlns:a16="http://schemas.microsoft.com/office/drawing/2014/main" id="{23CE1249-2FC4-4DE3-8C33-81796ABE6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188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6" name="Oval 5208">
                <a:extLst>
                  <a:ext uri="{FF2B5EF4-FFF2-40B4-BE49-F238E27FC236}">
                    <a16:creationId xmlns:a16="http://schemas.microsoft.com/office/drawing/2014/main" id="{45AE9BF0-C3D6-4559-B8E6-EF47B9452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89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7" name="Oval 5209">
                <a:extLst>
                  <a:ext uri="{FF2B5EF4-FFF2-40B4-BE49-F238E27FC236}">
                    <a16:creationId xmlns:a16="http://schemas.microsoft.com/office/drawing/2014/main" id="{E43EA803-0854-450D-959D-EC1476D9F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187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8" name="Oval 5210">
                <a:extLst>
                  <a:ext uri="{FF2B5EF4-FFF2-40B4-BE49-F238E27FC236}">
                    <a16:creationId xmlns:a16="http://schemas.microsoft.com/office/drawing/2014/main" id="{288EDEBC-D7ED-4C13-B732-ECAD94640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88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59" name="Oval 5211">
                <a:extLst>
                  <a:ext uri="{FF2B5EF4-FFF2-40B4-BE49-F238E27FC236}">
                    <a16:creationId xmlns:a16="http://schemas.microsoft.com/office/drawing/2014/main" id="{893AA0D0-1511-4EAA-BFFA-ED272DA4D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189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0" name="Oval 5212">
                <a:extLst>
                  <a:ext uri="{FF2B5EF4-FFF2-40B4-BE49-F238E27FC236}">
                    <a16:creationId xmlns:a16="http://schemas.microsoft.com/office/drawing/2014/main" id="{B96ED8D1-882B-4159-8D01-CC4A87D6E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4" y="191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1" name="Oval 5213">
                <a:extLst>
                  <a:ext uri="{FF2B5EF4-FFF2-40B4-BE49-F238E27FC236}">
                    <a16:creationId xmlns:a16="http://schemas.microsoft.com/office/drawing/2014/main" id="{8095A651-0167-41A8-9DBB-CB1AE95D6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193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2" name="Oval 5214">
                <a:extLst>
                  <a:ext uri="{FF2B5EF4-FFF2-40B4-BE49-F238E27FC236}">
                    <a16:creationId xmlns:a16="http://schemas.microsoft.com/office/drawing/2014/main" id="{A8267AF9-6EDF-4B09-98CC-7C40518F8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191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3" name="Oval 5215">
                <a:extLst>
                  <a:ext uri="{FF2B5EF4-FFF2-40B4-BE49-F238E27FC236}">
                    <a16:creationId xmlns:a16="http://schemas.microsoft.com/office/drawing/2014/main" id="{05691DDD-DE54-4D96-9360-301C1D8C6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1923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4" name="Oval 5216">
                <a:extLst>
                  <a:ext uri="{FF2B5EF4-FFF2-40B4-BE49-F238E27FC236}">
                    <a16:creationId xmlns:a16="http://schemas.microsoft.com/office/drawing/2014/main" id="{2830DF0A-99B3-4A05-BA82-03EF71264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91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5" name="Oval 5217">
                <a:extLst>
                  <a:ext uri="{FF2B5EF4-FFF2-40B4-BE49-F238E27FC236}">
                    <a16:creationId xmlns:a16="http://schemas.microsoft.com/office/drawing/2014/main" id="{B9E2BB9E-1741-407A-BEA8-E18CCC37B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190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6" name="Oval 5218">
                <a:extLst>
                  <a:ext uri="{FF2B5EF4-FFF2-40B4-BE49-F238E27FC236}">
                    <a16:creationId xmlns:a16="http://schemas.microsoft.com/office/drawing/2014/main" id="{3EF2DD9C-F3EC-4319-8F41-5AF22FB25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188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7" name="Oval 5219">
                <a:extLst>
                  <a:ext uri="{FF2B5EF4-FFF2-40B4-BE49-F238E27FC236}">
                    <a16:creationId xmlns:a16="http://schemas.microsoft.com/office/drawing/2014/main" id="{1C656077-93BE-4C21-9E4D-A2C31105F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1891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8" name="Oval 5220">
                <a:extLst>
                  <a:ext uri="{FF2B5EF4-FFF2-40B4-BE49-F238E27FC236}">
                    <a16:creationId xmlns:a16="http://schemas.microsoft.com/office/drawing/2014/main" id="{E5802E2A-CA81-45A9-9BFB-D384F5F86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183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69" name="Oval 5221">
                <a:extLst>
                  <a:ext uri="{FF2B5EF4-FFF2-40B4-BE49-F238E27FC236}">
                    <a16:creationId xmlns:a16="http://schemas.microsoft.com/office/drawing/2014/main" id="{AE8F1E50-DEB0-4BC0-A8BF-A79378C3D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87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0" name="Oval 5222">
                <a:extLst>
                  <a:ext uri="{FF2B5EF4-FFF2-40B4-BE49-F238E27FC236}">
                    <a16:creationId xmlns:a16="http://schemas.microsoft.com/office/drawing/2014/main" id="{CF663A89-2982-4940-9AA5-B9AECC6BB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90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1" name="Oval 5223">
                <a:extLst>
                  <a:ext uri="{FF2B5EF4-FFF2-40B4-BE49-F238E27FC236}">
                    <a16:creationId xmlns:a16="http://schemas.microsoft.com/office/drawing/2014/main" id="{9ACE0B69-F3A2-4297-A2FC-929EB2D7C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188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2" name="Oval 5224">
                <a:extLst>
                  <a:ext uri="{FF2B5EF4-FFF2-40B4-BE49-F238E27FC236}">
                    <a16:creationId xmlns:a16="http://schemas.microsoft.com/office/drawing/2014/main" id="{72A7E089-7097-4297-BB38-C2018E1AB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190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3" name="Oval 5225">
                <a:extLst>
                  <a:ext uri="{FF2B5EF4-FFF2-40B4-BE49-F238E27FC236}">
                    <a16:creationId xmlns:a16="http://schemas.microsoft.com/office/drawing/2014/main" id="{59555CAD-ADF0-45B3-B313-236635D96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857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4" name="Oval 5226">
                <a:extLst>
                  <a:ext uri="{FF2B5EF4-FFF2-40B4-BE49-F238E27FC236}">
                    <a16:creationId xmlns:a16="http://schemas.microsoft.com/office/drawing/2014/main" id="{2014EA6D-C978-409D-B934-640666D7B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184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5" name="Oval 5227">
                <a:extLst>
                  <a:ext uri="{FF2B5EF4-FFF2-40B4-BE49-F238E27FC236}">
                    <a16:creationId xmlns:a16="http://schemas.microsoft.com/office/drawing/2014/main" id="{CDCB0804-B636-47D9-944E-6DE328E75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183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6" name="Oval 5228">
                <a:extLst>
                  <a:ext uri="{FF2B5EF4-FFF2-40B4-BE49-F238E27FC236}">
                    <a16:creationId xmlns:a16="http://schemas.microsoft.com/office/drawing/2014/main" id="{B3464D2C-CAE9-492E-BBF7-D34AE7820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184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7" name="Oval 5229">
                <a:extLst>
                  <a:ext uri="{FF2B5EF4-FFF2-40B4-BE49-F238E27FC236}">
                    <a16:creationId xmlns:a16="http://schemas.microsoft.com/office/drawing/2014/main" id="{DC2D03AD-53D0-48E0-BEBE-4A5941BE9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918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8" name="Oval 5230">
                <a:extLst>
                  <a:ext uri="{FF2B5EF4-FFF2-40B4-BE49-F238E27FC236}">
                    <a16:creationId xmlns:a16="http://schemas.microsoft.com/office/drawing/2014/main" id="{780A568B-7E2E-4D27-A04A-AB3786611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184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79" name="Oval 5231">
                <a:extLst>
                  <a:ext uri="{FF2B5EF4-FFF2-40B4-BE49-F238E27FC236}">
                    <a16:creationId xmlns:a16="http://schemas.microsoft.com/office/drawing/2014/main" id="{D9F56575-793B-412E-B3C3-1E27F38FE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184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0" name="Oval 5232">
                <a:extLst>
                  <a:ext uri="{FF2B5EF4-FFF2-40B4-BE49-F238E27FC236}">
                    <a16:creationId xmlns:a16="http://schemas.microsoft.com/office/drawing/2014/main" id="{263565D1-6467-444D-A55A-9E038C885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1854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1" name="Oval 5233">
                <a:extLst>
                  <a:ext uri="{FF2B5EF4-FFF2-40B4-BE49-F238E27FC236}">
                    <a16:creationId xmlns:a16="http://schemas.microsoft.com/office/drawing/2014/main" id="{B60D7DD1-307E-4A11-9DD3-30FA1898E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9" y="18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2" name="Oval 5234">
                <a:extLst>
                  <a:ext uri="{FF2B5EF4-FFF2-40B4-BE49-F238E27FC236}">
                    <a16:creationId xmlns:a16="http://schemas.microsoft.com/office/drawing/2014/main" id="{2FB03A11-9534-4969-BB40-5A031CE61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4" y="189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3" name="Oval 5235">
                <a:extLst>
                  <a:ext uri="{FF2B5EF4-FFF2-40B4-BE49-F238E27FC236}">
                    <a16:creationId xmlns:a16="http://schemas.microsoft.com/office/drawing/2014/main" id="{B388A246-2432-43E4-9EC9-ECC25AA09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185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4" name="Oval 5236">
                <a:extLst>
                  <a:ext uri="{FF2B5EF4-FFF2-40B4-BE49-F238E27FC236}">
                    <a16:creationId xmlns:a16="http://schemas.microsoft.com/office/drawing/2014/main" id="{D11D9D9E-B435-4889-BE4F-469ADA9DE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18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5" name="Oval 5237">
                <a:extLst>
                  <a:ext uri="{FF2B5EF4-FFF2-40B4-BE49-F238E27FC236}">
                    <a16:creationId xmlns:a16="http://schemas.microsoft.com/office/drawing/2014/main" id="{19251FA1-1AAF-44A1-B29A-AEFDA0C96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84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6" name="Oval 5238">
                <a:extLst>
                  <a:ext uri="{FF2B5EF4-FFF2-40B4-BE49-F238E27FC236}">
                    <a16:creationId xmlns:a16="http://schemas.microsoft.com/office/drawing/2014/main" id="{2B074519-CBCC-4832-A8A9-C066F6852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192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7" name="Oval 5239">
                <a:extLst>
                  <a:ext uri="{FF2B5EF4-FFF2-40B4-BE49-F238E27FC236}">
                    <a16:creationId xmlns:a16="http://schemas.microsoft.com/office/drawing/2014/main" id="{23B52AE2-9769-4623-944E-829C289F7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191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8" name="Oval 5240">
                <a:extLst>
                  <a:ext uri="{FF2B5EF4-FFF2-40B4-BE49-F238E27FC236}">
                    <a16:creationId xmlns:a16="http://schemas.microsoft.com/office/drawing/2014/main" id="{F32B68A0-4C74-4E4F-BF2C-8D5825D66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195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89" name="Oval 5241">
                <a:extLst>
                  <a:ext uri="{FF2B5EF4-FFF2-40B4-BE49-F238E27FC236}">
                    <a16:creationId xmlns:a16="http://schemas.microsoft.com/office/drawing/2014/main" id="{63EA88A9-C658-4D98-A4DC-6CFE2C374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92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0" name="Oval 5242">
                <a:extLst>
                  <a:ext uri="{FF2B5EF4-FFF2-40B4-BE49-F238E27FC236}">
                    <a16:creationId xmlns:a16="http://schemas.microsoft.com/office/drawing/2014/main" id="{2A5EEDDF-7497-4A1D-98FB-31174A5BF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193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1" name="Oval 5243">
                <a:extLst>
                  <a:ext uri="{FF2B5EF4-FFF2-40B4-BE49-F238E27FC236}">
                    <a16:creationId xmlns:a16="http://schemas.microsoft.com/office/drawing/2014/main" id="{844CB742-3CBE-4808-8924-322C2335C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194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2" name="Oval 5244">
                <a:extLst>
                  <a:ext uri="{FF2B5EF4-FFF2-40B4-BE49-F238E27FC236}">
                    <a16:creationId xmlns:a16="http://schemas.microsoft.com/office/drawing/2014/main" id="{09EFB95C-FB9E-4B9A-9D47-7C2AA9222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1923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3" name="Oval 5245">
                <a:extLst>
                  <a:ext uri="{FF2B5EF4-FFF2-40B4-BE49-F238E27FC236}">
                    <a16:creationId xmlns:a16="http://schemas.microsoft.com/office/drawing/2014/main" id="{427EAA48-BC0E-4634-ACC4-58614B2D6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1931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4" name="Oval 5246">
                <a:extLst>
                  <a:ext uri="{FF2B5EF4-FFF2-40B4-BE49-F238E27FC236}">
                    <a16:creationId xmlns:a16="http://schemas.microsoft.com/office/drawing/2014/main" id="{E5C25E13-ACB1-4F6D-9163-37B0AF853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03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5" name="Oval 5247">
                <a:extLst>
                  <a:ext uri="{FF2B5EF4-FFF2-40B4-BE49-F238E27FC236}">
                    <a16:creationId xmlns:a16="http://schemas.microsoft.com/office/drawing/2014/main" id="{AA55F2F6-1132-4CA1-A83C-C2EE89000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00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6" name="Oval 5248">
                <a:extLst>
                  <a:ext uri="{FF2B5EF4-FFF2-40B4-BE49-F238E27FC236}">
                    <a16:creationId xmlns:a16="http://schemas.microsoft.com/office/drawing/2014/main" id="{D40C791A-2B3D-4462-9E2B-A667F6373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02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7" name="Oval 5249">
                <a:extLst>
                  <a:ext uri="{FF2B5EF4-FFF2-40B4-BE49-F238E27FC236}">
                    <a16:creationId xmlns:a16="http://schemas.microsoft.com/office/drawing/2014/main" id="{58201AD7-7D62-48B5-A44D-5DFC1609B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00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8" name="Oval 5250">
                <a:extLst>
                  <a:ext uri="{FF2B5EF4-FFF2-40B4-BE49-F238E27FC236}">
                    <a16:creationId xmlns:a16="http://schemas.microsoft.com/office/drawing/2014/main" id="{A1652395-AAF1-4FF3-90E0-1917639DE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1993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99" name="Oval 5251">
                <a:extLst>
                  <a:ext uri="{FF2B5EF4-FFF2-40B4-BE49-F238E27FC236}">
                    <a16:creationId xmlns:a16="http://schemas.microsoft.com/office/drawing/2014/main" id="{1A4F18BE-6A82-4010-BCFA-DFE9AFFDB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199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0" name="Oval 5252">
                <a:extLst>
                  <a:ext uri="{FF2B5EF4-FFF2-40B4-BE49-F238E27FC236}">
                    <a16:creationId xmlns:a16="http://schemas.microsoft.com/office/drawing/2014/main" id="{F0E452E9-7460-4DE0-BE5D-BA64A9A07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01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1" name="Oval 5253">
                <a:extLst>
                  <a:ext uri="{FF2B5EF4-FFF2-40B4-BE49-F238E27FC236}">
                    <a16:creationId xmlns:a16="http://schemas.microsoft.com/office/drawing/2014/main" id="{18A36DB0-E754-4AD3-A3CD-F7E957FED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00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2" name="Oval 5254">
                <a:extLst>
                  <a:ext uri="{FF2B5EF4-FFF2-40B4-BE49-F238E27FC236}">
                    <a16:creationId xmlns:a16="http://schemas.microsoft.com/office/drawing/2014/main" id="{0F593796-1C8F-4470-A739-D1C837876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00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3" name="Oval 5255">
                <a:extLst>
                  <a:ext uri="{FF2B5EF4-FFF2-40B4-BE49-F238E27FC236}">
                    <a16:creationId xmlns:a16="http://schemas.microsoft.com/office/drawing/2014/main" id="{7323A8CA-FE09-47FB-B990-94CE7A549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00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4" name="Oval 5256">
                <a:extLst>
                  <a:ext uri="{FF2B5EF4-FFF2-40B4-BE49-F238E27FC236}">
                    <a16:creationId xmlns:a16="http://schemas.microsoft.com/office/drawing/2014/main" id="{AF36A85D-B251-4E75-B3A3-8F3466FF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011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5" name="Oval 5257">
                <a:extLst>
                  <a:ext uri="{FF2B5EF4-FFF2-40B4-BE49-F238E27FC236}">
                    <a16:creationId xmlns:a16="http://schemas.microsoft.com/office/drawing/2014/main" id="{52B9ED28-B1FB-4864-ABE8-873A19266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025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6" name="Oval 5258">
                <a:extLst>
                  <a:ext uri="{FF2B5EF4-FFF2-40B4-BE49-F238E27FC236}">
                    <a16:creationId xmlns:a16="http://schemas.microsoft.com/office/drawing/2014/main" id="{C3852BF7-3B4B-4BC8-937D-92386E5D1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04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7" name="Oval 5259">
                <a:extLst>
                  <a:ext uri="{FF2B5EF4-FFF2-40B4-BE49-F238E27FC236}">
                    <a16:creationId xmlns:a16="http://schemas.microsoft.com/office/drawing/2014/main" id="{17D84DE0-277D-46C0-8EB3-9FA0CAA7E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046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8" name="Oval 5260">
                <a:extLst>
                  <a:ext uri="{FF2B5EF4-FFF2-40B4-BE49-F238E27FC236}">
                    <a16:creationId xmlns:a16="http://schemas.microsoft.com/office/drawing/2014/main" id="{699A59E8-89C4-41E1-9DE6-DCD006924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02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09" name="Oval 5261">
                <a:extLst>
                  <a:ext uri="{FF2B5EF4-FFF2-40B4-BE49-F238E27FC236}">
                    <a16:creationId xmlns:a16="http://schemas.microsoft.com/office/drawing/2014/main" id="{D8C942E8-44DD-4539-BD8E-971024776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01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0" name="Oval 5262">
                <a:extLst>
                  <a:ext uri="{FF2B5EF4-FFF2-40B4-BE49-F238E27FC236}">
                    <a16:creationId xmlns:a16="http://schemas.microsoft.com/office/drawing/2014/main" id="{49F7F9BE-DDDD-4BE1-AC08-36E730257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02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1" name="Oval 5263">
                <a:extLst>
                  <a:ext uri="{FF2B5EF4-FFF2-40B4-BE49-F238E27FC236}">
                    <a16:creationId xmlns:a16="http://schemas.microsoft.com/office/drawing/2014/main" id="{1594D87B-9411-4A46-B2D2-99DE43956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030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2" name="Oval 5264">
                <a:extLst>
                  <a:ext uri="{FF2B5EF4-FFF2-40B4-BE49-F238E27FC236}">
                    <a16:creationId xmlns:a16="http://schemas.microsoft.com/office/drawing/2014/main" id="{A7453AAD-3B85-4156-90E0-949D03178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05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3" name="Oval 5265">
                <a:extLst>
                  <a:ext uri="{FF2B5EF4-FFF2-40B4-BE49-F238E27FC236}">
                    <a16:creationId xmlns:a16="http://schemas.microsoft.com/office/drawing/2014/main" id="{812B920C-8CE7-4C8C-A94F-246ABC6C9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199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4" name="Oval 5266">
                <a:extLst>
                  <a:ext uri="{FF2B5EF4-FFF2-40B4-BE49-F238E27FC236}">
                    <a16:creationId xmlns:a16="http://schemas.microsoft.com/office/drawing/2014/main" id="{DDCD6BAA-9AAF-4D67-9AF4-F2087707C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199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5" name="Oval 5267">
                <a:extLst>
                  <a:ext uri="{FF2B5EF4-FFF2-40B4-BE49-F238E27FC236}">
                    <a16:creationId xmlns:a16="http://schemas.microsoft.com/office/drawing/2014/main" id="{6EA240FB-887F-4D3D-9479-C02A8E9E5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01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6" name="Oval 5268">
                <a:extLst>
                  <a:ext uri="{FF2B5EF4-FFF2-40B4-BE49-F238E27FC236}">
                    <a16:creationId xmlns:a16="http://schemas.microsoft.com/office/drawing/2014/main" id="{FCD8B0E4-F65C-4AE7-931F-90207C5F6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033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7" name="Oval 5269">
                <a:extLst>
                  <a:ext uri="{FF2B5EF4-FFF2-40B4-BE49-F238E27FC236}">
                    <a16:creationId xmlns:a16="http://schemas.microsoft.com/office/drawing/2014/main" id="{0BD6136C-C386-447F-99CB-30FB096D5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01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8" name="Oval 5270">
                <a:extLst>
                  <a:ext uri="{FF2B5EF4-FFF2-40B4-BE49-F238E27FC236}">
                    <a16:creationId xmlns:a16="http://schemas.microsoft.com/office/drawing/2014/main" id="{0ABF0251-A012-47BC-B805-878B263A2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04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19" name="Oval 5271">
                <a:extLst>
                  <a:ext uri="{FF2B5EF4-FFF2-40B4-BE49-F238E27FC236}">
                    <a16:creationId xmlns:a16="http://schemas.microsoft.com/office/drawing/2014/main" id="{791FD65C-F3C0-40D7-842F-176B2E97A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03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0" name="Oval 5272">
                <a:extLst>
                  <a:ext uri="{FF2B5EF4-FFF2-40B4-BE49-F238E27FC236}">
                    <a16:creationId xmlns:a16="http://schemas.microsoft.com/office/drawing/2014/main" id="{0F02EE80-7339-4336-8E5A-09B70E74A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03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1" name="Oval 5273">
                <a:extLst>
                  <a:ext uri="{FF2B5EF4-FFF2-40B4-BE49-F238E27FC236}">
                    <a16:creationId xmlns:a16="http://schemas.microsoft.com/office/drawing/2014/main" id="{19EED6C8-E870-4DA5-AE72-16715BEE8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01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2" name="Oval 5274">
                <a:extLst>
                  <a:ext uri="{FF2B5EF4-FFF2-40B4-BE49-F238E27FC236}">
                    <a16:creationId xmlns:a16="http://schemas.microsoft.com/office/drawing/2014/main" id="{2BDAB378-6707-4FD0-A646-474D0B03E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089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3" name="Oval 5275">
                <a:extLst>
                  <a:ext uri="{FF2B5EF4-FFF2-40B4-BE49-F238E27FC236}">
                    <a16:creationId xmlns:a16="http://schemas.microsoft.com/office/drawing/2014/main" id="{D5D2CA59-3593-42EE-BB25-E5E68F921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06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4" name="Oval 5276">
                <a:extLst>
                  <a:ext uri="{FF2B5EF4-FFF2-40B4-BE49-F238E27FC236}">
                    <a16:creationId xmlns:a16="http://schemas.microsoft.com/office/drawing/2014/main" id="{A84B4F69-FD27-4061-B431-DD162277C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0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5" name="Oval 5277">
                <a:extLst>
                  <a:ext uri="{FF2B5EF4-FFF2-40B4-BE49-F238E27FC236}">
                    <a16:creationId xmlns:a16="http://schemas.microsoft.com/office/drawing/2014/main" id="{8C58D387-37D2-4538-B2D7-8CB2DAEAC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05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6" name="Oval 5278">
                <a:extLst>
                  <a:ext uri="{FF2B5EF4-FFF2-40B4-BE49-F238E27FC236}">
                    <a16:creationId xmlns:a16="http://schemas.microsoft.com/office/drawing/2014/main" id="{35C85940-B1AA-475C-8A43-CDBE5054D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054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7" name="Oval 5279">
                <a:extLst>
                  <a:ext uri="{FF2B5EF4-FFF2-40B4-BE49-F238E27FC236}">
                    <a16:creationId xmlns:a16="http://schemas.microsoft.com/office/drawing/2014/main" id="{43AC8A23-C856-4983-8593-001E5F417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0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8" name="Oval 5280">
                <a:extLst>
                  <a:ext uri="{FF2B5EF4-FFF2-40B4-BE49-F238E27FC236}">
                    <a16:creationId xmlns:a16="http://schemas.microsoft.com/office/drawing/2014/main" id="{5C89073D-F149-4DFB-840E-DB0F2CFC3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073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29" name="Oval 5281">
                <a:extLst>
                  <a:ext uri="{FF2B5EF4-FFF2-40B4-BE49-F238E27FC236}">
                    <a16:creationId xmlns:a16="http://schemas.microsoft.com/office/drawing/2014/main" id="{CAE4EBAF-2496-4A75-9D44-CA1033E3B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205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0" name="Oval 5282">
                <a:extLst>
                  <a:ext uri="{FF2B5EF4-FFF2-40B4-BE49-F238E27FC236}">
                    <a16:creationId xmlns:a16="http://schemas.microsoft.com/office/drawing/2014/main" id="{7CE2E16D-23EF-4E35-8A09-E6BC99FE9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065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1" name="Oval 5283">
                <a:extLst>
                  <a:ext uri="{FF2B5EF4-FFF2-40B4-BE49-F238E27FC236}">
                    <a16:creationId xmlns:a16="http://schemas.microsoft.com/office/drawing/2014/main" id="{5E07CFB2-24B6-48A7-9B02-77DB80585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2062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2" name="Oval 5284">
                <a:extLst>
                  <a:ext uri="{FF2B5EF4-FFF2-40B4-BE49-F238E27FC236}">
                    <a16:creationId xmlns:a16="http://schemas.microsoft.com/office/drawing/2014/main" id="{BC9852EE-8AD1-4EED-A8E9-5AE8252E2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06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3" name="Oval 5285">
                <a:extLst>
                  <a:ext uri="{FF2B5EF4-FFF2-40B4-BE49-F238E27FC236}">
                    <a16:creationId xmlns:a16="http://schemas.microsoft.com/office/drawing/2014/main" id="{3888145E-234E-46C7-9C5A-D705F1890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07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4" name="Oval 5286">
                <a:extLst>
                  <a:ext uri="{FF2B5EF4-FFF2-40B4-BE49-F238E27FC236}">
                    <a16:creationId xmlns:a16="http://schemas.microsoft.com/office/drawing/2014/main" id="{A18CB7FE-B8F6-4609-84D8-38E4D73A5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08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5" name="Oval 5287">
                <a:extLst>
                  <a:ext uri="{FF2B5EF4-FFF2-40B4-BE49-F238E27FC236}">
                    <a16:creationId xmlns:a16="http://schemas.microsoft.com/office/drawing/2014/main" id="{9301F58E-ECFC-424E-8E5F-69978035F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05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6" name="Oval 5288">
                <a:extLst>
                  <a:ext uri="{FF2B5EF4-FFF2-40B4-BE49-F238E27FC236}">
                    <a16:creationId xmlns:a16="http://schemas.microsoft.com/office/drawing/2014/main" id="{7CC1AF36-6379-44D3-896A-BB507D5B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209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7" name="Oval 5289">
                <a:extLst>
                  <a:ext uri="{FF2B5EF4-FFF2-40B4-BE49-F238E27FC236}">
                    <a16:creationId xmlns:a16="http://schemas.microsoft.com/office/drawing/2014/main" id="{BE71C434-F316-4223-94FD-FDCEF852D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05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8" name="Oval 5290">
                <a:extLst>
                  <a:ext uri="{FF2B5EF4-FFF2-40B4-BE49-F238E27FC236}">
                    <a16:creationId xmlns:a16="http://schemas.microsoft.com/office/drawing/2014/main" id="{A9214AE8-8D20-42DA-8A89-6BBC85A8F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207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39" name="Oval 5291">
                <a:extLst>
                  <a:ext uri="{FF2B5EF4-FFF2-40B4-BE49-F238E27FC236}">
                    <a16:creationId xmlns:a16="http://schemas.microsoft.com/office/drawing/2014/main" id="{662EDA8B-0C81-42DC-9490-8A5A6A082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046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0" name="Oval 5292">
                <a:extLst>
                  <a:ext uri="{FF2B5EF4-FFF2-40B4-BE49-F238E27FC236}">
                    <a16:creationId xmlns:a16="http://schemas.microsoft.com/office/drawing/2014/main" id="{485D54FB-3720-49C6-BE51-291992E8A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06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1" name="Oval 5293">
                <a:extLst>
                  <a:ext uri="{FF2B5EF4-FFF2-40B4-BE49-F238E27FC236}">
                    <a16:creationId xmlns:a16="http://schemas.microsoft.com/office/drawing/2014/main" id="{D24BBEFD-600F-4AAF-B681-C60029D0E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07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2" name="Oval 5294">
                <a:extLst>
                  <a:ext uri="{FF2B5EF4-FFF2-40B4-BE49-F238E27FC236}">
                    <a16:creationId xmlns:a16="http://schemas.microsoft.com/office/drawing/2014/main" id="{60E9044B-42E1-4A89-9AE2-0B58681CB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08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3" name="Oval 5295">
                <a:extLst>
                  <a:ext uri="{FF2B5EF4-FFF2-40B4-BE49-F238E27FC236}">
                    <a16:creationId xmlns:a16="http://schemas.microsoft.com/office/drawing/2014/main" id="{B654D4EB-600E-4B90-9A69-C48E24CAB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08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4" name="Oval 5296">
                <a:extLst>
                  <a:ext uri="{FF2B5EF4-FFF2-40B4-BE49-F238E27FC236}">
                    <a16:creationId xmlns:a16="http://schemas.microsoft.com/office/drawing/2014/main" id="{E10E4E03-4507-4B77-AA64-869620DB6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08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5" name="Oval 5297">
                <a:extLst>
                  <a:ext uri="{FF2B5EF4-FFF2-40B4-BE49-F238E27FC236}">
                    <a16:creationId xmlns:a16="http://schemas.microsoft.com/office/drawing/2014/main" id="{386EA38E-4900-4849-8334-E79F77A8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086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6" name="Oval 5298">
                <a:extLst>
                  <a:ext uri="{FF2B5EF4-FFF2-40B4-BE49-F238E27FC236}">
                    <a16:creationId xmlns:a16="http://schemas.microsoft.com/office/drawing/2014/main" id="{132D498E-2542-49F5-AA9F-FFE32E5C0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08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7" name="Oval 5299">
                <a:extLst>
                  <a:ext uri="{FF2B5EF4-FFF2-40B4-BE49-F238E27FC236}">
                    <a16:creationId xmlns:a16="http://schemas.microsoft.com/office/drawing/2014/main" id="{6498FE01-F1EA-4DD5-8B0D-927B82779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196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8" name="Oval 5300">
                <a:extLst>
                  <a:ext uri="{FF2B5EF4-FFF2-40B4-BE49-F238E27FC236}">
                    <a16:creationId xmlns:a16="http://schemas.microsoft.com/office/drawing/2014/main" id="{4ADBAD45-AFE9-442A-8E52-79627199D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195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49" name="Oval 5301">
                <a:extLst>
                  <a:ext uri="{FF2B5EF4-FFF2-40B4-BE49-F238E27FC236}">
                    <a16:creationId xmlns:a16="http://schemas.microsoft.com/office/drawing/2014/main" id="{8131CF7A-8B95-49A1-BE20-4565E8BA7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1958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0" name="Oval 5302">
                <a:extLst>
                  <a:ext uri="{FF2B5EF4-FFF2-40B4-BE49-F238E27FC236}">
                    <a16:creationId xmlns:a16="http://schemas.microsoft.com/office/drawing/2014/main" id="{F0DA5573-D2D1-47AB-BD8E-D2888EA1B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195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1" name="Oval 5303">
                <a:extLst>
                  <a:ext uri="{FF2B5EF4-FFF2-40B4-BE49-F238E27FC236}">
                    <a16:creationId xmlns:a16="http://schemas.microsoft.com/office/drawing/2014/main" id="{CFF017C3-E4F3-4611-B3D1-DD19C0A1D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197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2" name="Oval 5304">
                <a:extLst>
                  <a:ext uri="{FF2B5EF4-FFF2-40B4-BE49-F238E27FC236}">
                    <a16:creationId xmlns:a16="http://schemas.microsoft.com/office/drawing/2014/main" id="{E704178D-0BC2-4864-8784-D072DB0B5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197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3" name="Oval 5305">
                <a:extLst>
                  <a:ext uri="{FF2B5EF4-FFF2-40B4-BE49-F238E27FC236}">
                    <a16:creationId xmlns:a16="http://schemas.microsoft.com/office/drawing/2014/main" id="{FB76ED91-CADE-4FC8-8B94-9AC122E72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6" y="196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4" name="Oval 5306">
                <a:extLst>
                  <a:ext uri="{FF2B5EF4-FFF2-40B4-BE49-F238E27FC236}">
                    <a16:creationId xmlns:a16="http://schemas.microsoft.com/office/drawing/2014/main" id="{3064AD7D-4808-4C1A-8772-8D440A355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196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5" name="Oval 5307">
                <a:extLst>
                  <a:ext uri="{FF2B5EF4-FFF2-40B4-BE49-F238E27FC236}">
                    <a16:creationId xmlns:a16="http://schemas.microsoft.com/office/drawing/2014/main" id="{CE2A6262-AC51-4543-A001-B5A52391B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1" y="196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6" name="Oval 5308">
                <a:extLst>
                  <a:ext uri="{FF2B5EF4-FFF2-40B4-BE49-F238E27FC236}">
                    <a16:creationId xmlns:a16="http://schemas.microsoft.com/office/drawing/2014/main" id="{BE0FD79C-D215-429B-96BC-E737D2B61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197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7" name="Oval 5309">
                <a:extLst>
                  <a:ext uri="{FF2B5EF4-FFF2-40B4-BE49-F238E27FC236}">
                    <a16:creationId xmlns:a16="http://schemas.microsoft.com/office/drawing/2014/main" id="{BF9770CF-34E9-47AF-8CE9-F733D2F72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1987"/>
                <a:ext cx="7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8" name="Oval 5310">
                <a:extLst>
                  <a:ext uri="{FF2B5EF4-FFF2-40B4-BE49-F238E27FC236}">
                    <a16:creationId xmlns:a16="http://schemas.microsoft.com/office/drawing/2014/main" id="{AA501ACD-E5A1-40FB-95FD-66AA71C5E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00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59" name="Oval 5311">
                <a:extLst>
                  <a:ext uri="{FF2B5EF4-FFF2-40B4-BE49-F238E27FC236}">
                    <a16:creationId xmlns:a16="http://schemas.microsoft.com/office/drawing/2014/main" id="{201C3711-0D19-4F4A-836C-9E0D69883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196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0" name="Oval 5312">
                <a:extLst>
                  <a:ext uri="{FF2B5EF4-FFF2-40B4-BE49-F238E27FC236}">
                    <a16:creationId xmlns:a16="http://schemas.microsoft.com/office/drawing/2014/main" id="{79A5DC84-FEDB-401F-9F06-AD6852B6A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6" y="1963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1" name="Oval 5313">
                <a:extLst>
                  <a:ext uri="{FF2B5EF4-FFF2-40B4-BE49-F238E27FC236}">
                    <a16:creationId xmlns:a16="http://schemas.microsoft.com/office/drawing/2014/main" id="{7C972B24-3F99-49E6-B2F3-F287A0EF2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97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2" name="Oval 5314">
                <a:extLst>
                  <a:ext uri="{FF2B5EF4-FFF2-40B4-BE49-F238E27FC236}">
                    <a16:creationId xmlns:a16="http://schemas.microsoft.com/office/drawing/2014/main" id="{52303B94-31F5-4621-9EE4-674976A0B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198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3" name="Oval 5315">
                <a:extLst>
                  <a:ext uri="{FF2B5EF4-FFF2-40B4-BE49-F238E27FC236}">
                    <a16:creationId xmlns:a16="http://schemas.microsoft.com/office/drawing/2014/main" id="{A18615F9-DC0A-4040-B403-B1C49EB77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198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4" name="Oval 5316">
                <a:extLst>
                  <a:ext uri="{FF2B5EF4-FFF2-40B4-BE49-F238E27FC236}">
                    <a16:creationId xmlns:a16="http://schemas.microsoft.com/office/drawing/2014/main" id="{F5ED24E3-8A89-43EF-9912-53F87D89E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198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5" name="Oval 5317">
                <a:extLst>
                  <a:ext uri="{FF2B5EF4-FFF2-40B4-BE49-F238E27FC236}">
                    <a16:creationId xmlns:a16="http://schemas.microsoft.com/office/drawing/2014/main" id="{02E26EF0-7EBC-407F-83A2-B6AF4F8C4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199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6" name="Oval 5318">
                <a:extLst>
                  <a:ext uri="{FF2B5EF4-FFF2-40B4-BE49-F238E27FC236}">
                    <a16:creationId xmlns:a16="http://schemas.microsoft.com/office/drawing/2014/main" id="{FF925EDA-10AE-4C3A-81ED-153B20C04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199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7" name="Oval 5319">
                <a:extLst>
                  <a:ext uri="{FF2B5EF4-FFF2-40B4-BE49-F238E27FC236}">
                    <a16:creationId xmlns:a16="http://schemas.microsoft.com/office/drawing/2014/main" id="{84A33FCA-1540-4158-9B8A-21A67DA58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00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8" name="Oval 5320">
                <a:extLst>
                  <a:ext uri="{FF2B5EF4-FFF2-40B4-BE49-F238E27FC236}">
                    <a16:creationId xmlns:a16="http://schemas.microsoft.com/office/drawing/2014/main" id="{21757224-FA7B-4BD1-A1DE-4EB306ED5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011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69" name="Oval 5321">
                <a:extLst>
                  <a:ext uri="{FF2B5EF4-FFF2-40B4-BE49-F238E27FC236}">
                    <a16:creationId xmlns:a16="http://schemas.microsoft.com/office/drawing/2014/main" id="{B438EFF3-D437-4206-A6E6-C0C729BBB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98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0" name="Oval 5322">
                <a:extLst>
                  <a:ext uri="{FF2B5EF4-FFF2-40B4-BE49-F238E27FC236}">
                    <a16:creationId xmlns:a16="http://schemas.microsoft.com/office/drawing/2014/main" id="{2FAA2C78-1D20-40BB-BB93-1D601D6A8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197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1" name="Oval 5323">
                <a:extLst>
                  <a:ext uri="{FF2B5EF4-FFF2-40B4-BE49-F238E27FC236}">
                    <a16:creationId xmlns:a16="http://schemas.microsoft.com/office/drawing/2014/main" id="{58C1A2DE-329D-47CE-83C9-9B511B34A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197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2" name="Oval 5324">
                <a:extLst>
                  <a:ext uri="{FF2B5EF4-FFF2-40B4-BE49-F238E27FC236}">
                    <a16:creationId xmlns:a16="http://schemas.microsoft.com/office/drawing/2014/main" id="{188CBD1D-61D6-48BD-913A-4BDC9A2FE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97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3" name="Oval 5325">
                <a:extLst>
                  <a:ext uri="{FF2B5EF4-FFF2-40B4-BE49-F238E27FC236}">
                    <a16:creationId xmlns:a16="http://schemas.microsoft.com/office/drawing/2014/main" id="{34FF2883-B29B-4B8B-84B8-8DEA65407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197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4" name="Oval 5326">
                <a:extLst>
                  <a:ext uri="{FF2B5EF4-FFF2-40B4-BE49-F238E27FC236}">
                    <a16:creationId xmlns:a16="http://schemas.microsoft.com/office/drawing/2014/main" id="{30B65A38-D5FE-4FE3-A136-0E07AF645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192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5" name="Oval 5327">
                <a:extLst>
                  <a:ext uri="{FF2B5EF4-FFF2-40B4-BE49-F238E27FC236}">
                    <a16:creationId xmlns:a16="http://schemas.microsoft.com/office/drawing/2014/main" id="{29F68E2C-959C-4E41-A0C7-AB789BC90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1990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6" name="Oval 5328">
                <a:extLst>
                  <a:ext uri="{FF2B5EF4-FFF2-40B4-BE49-F238E27FC236}">
                    <a16:creationId xmlns:a16="http://schemas.microsoft.com/office/drawing/2014/main" id="{30CF6B28-9D8D-4ED7-ACD5-C0769AA18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196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7" name="Oval 5329">
                <a:extLst>
                  <a:ext uri="{FF2B5EF4-FFF2-40B4-BE49-F238E27FC236}">
                    <a16:creationId xmlns:a16="http://schemas.microsoft.com/office/drawing/2014/main" id="{DEB9CD8A-AD6F-418D-9A27-79F08D88C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198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8" name="Oval 5330">
                <a:extLst>
                  <a:ext uri="{FF2B5EF4-FFF2-40B4-BE49-F238E27FC236}">
                    <a16:creationId xmlns:a16="http://schemas.microsoft.com/office/drawing/2014/main" id="{BC6D1004-5039-43DD-8EAB-F404192B1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99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79" name="Oval 5331">
                <a:extLst>
                  <a:ext uri="{FF2B5EF4-FFF2-40B4-BE49-F238E27FC236}">
                    <a16:creationId xmlns:a16="http://schemas.microsoft.com/office/drawing/2014/main" id="{1C7EAB07-88C7-4116-8C13-5D6098A89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97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0" name="Oval 5332">
                <a:extLst>
                  <a:ext uri="{FF2B5EF4-FFF2-40B4-BE49-F238E27FC236}">
                    <a16:creationId xmlns:a16="http://schemas.microsoft.com/office/drawing/2014/main" id="{702CD24C-0C95-4B59-895B-CD796E1D8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1987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1" name="Oval 5333">
                <a:extLst>
                  <a:ext uri="{FF2B5EF4-FFF2-40B4-BE49-F238E27FC236}">
                    <a16:creationId xmlns:a16="http://schemas.microsoft.com/office/drawing/2014/main" id="{65F92E65-895E-4A99-BEFC-5F95AD6F4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1985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2" name="Oval 5334">
                <a:extLst>
                  <a:ext uri="{FF2B5EF4-FFF2-40B4-BE49-F238E27FC236}">
                    <a16:creationId xmlns:a16="http://schemas.microsoft.com/office/drawing/2014/main" id="{2E249906-25FA-4299-BE01-1B3E4DCFA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199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3" name="Oval 5335">
                <a:extLst>
                  <a:ext uri="{FF2B5EF4-FFF2-40B4-BE49-F238E27FC236}">
                    <a16:creationId xmlns:a16="http://schemas.microsoft.com/office/drawing/2014/main" id="{A6EEDFD0-8D12-428E-8BE1-CF61E830A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00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4" name="Oval 5336">
                <a:extLst>
                  <a:ext uri="{FF2B5EF4-FFF2-40B4-BE49-F238E27FC236}">
                    <a16:creationId xmlns:a16="http://schemas.microsoft.com/office/drawing/2014/main" id="{1A929A2A-F400-4CC6-ADBA-A32EBED79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0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5" name="Oval 5337">
                <a:extLst>
                  <a:ext uri="{FF2B5EF4-FFF2-40B4-BE49-F238E27FC236}">
                    <a16:creationId xmlns:a16="http://schemas.microsoft.com/office/drawing/2014/main" id="{35FB9010-93E5-42D9-97A9-C3344B787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02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6" name="Oval 5338">
                <a:extLst>
                  <a:ext uri="{FF2B5EF4-FFF2-40B4-BE49-F238E27FC236}">
                    <a16:creationId xmlns:a16="http://schemas.microsoft.com/office/drawing/2014/main" id="{8059A701-AC92-4711-B7F8-DC3469C38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00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7" name="Oval 5339">
                <a:extLst>
                  <a:ext uri="{FF2B5EF4-FFF2-40B4-BE49-F238E27FC236}">
                    <a16:creationId xmlns:a16="http://schemas.microsoft.com/office/drawing/2014/main" id="{C64A7C08-DF72-4D06-86A4-21BB2425E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199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8" name="Oval 5340">
                <a:extLst>
                  <a:ext uri="{FF2B5EF4-FFF2-40B4-BE49-F238E27FC236}">
                    <a16:creationId xmlns:a16="http://schemas.microsoft.com/office/drawing/2014/main" id="{0934039D-7CE0-4B27-8BDD-DD66723B7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003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89" name="Oval 5341">
                <a:extLst>
                  <a:ext uri="{FF2B5EF4-FFF2-40B4-BE49-F238E27FC236}">
                    <a16:creationId xmlns:a16="http://schemas.microsoft.com/office/drawing/2014/main" id="{303C674E-AAB0-41BB-8C5D-8E0108481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017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0" name="Oval 5342">
                <a:extLst>
                  <a:ext uri="{FF2B5EF4-FFF2-40B4-BE49-F238E27FC236}">
                    <a16:creationId xmlns:a16="http://schemas.microsoft.com/office/drawing/2014/main" id="{03E8E87B-0428-4D86-89F3-51F0637EC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203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1" name="Oval 5343">
                <a:extLst>
                  <a:ext uri="{FF2B5EF4-FFF2-40B4-BE49-F238E27FC236}">
                    <a16:creationId xmlns:a16="http://schemas.microsoft.com/office/drawing/2014/main" id="{F06A0568-0FE6-49E6-86CE-31D14BA25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982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2" name="Oval 5344">
                <a:extLst>
                  <a:ext uri="{FF2B5EF4-FFF2-40B4-BE49-F238E27FC236}">
                    <a16:creationId xmlns:a16="http://schemas.microsoft.com/office/drawing/2014/main" id="{661D4AB8-22A1-4017-89BF-06235AB4C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1977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3" name="Oval 5345">
                <a:extLst>
                  <a:ext uri="{FF2B5EF4-FFF2-40B4-BE49-F238E27FC236}">
                    <a16:creationId xmlns:a16="http://schemas.microsoft.com/office/drawing/2014/main" id="{B102FA65-688C-449D-9FC1-52B88DF48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197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4" name="Oval 5346">
                <a:extLst>
                  <a:ext uri="{FF2B5EF4-FFF2-40B4-BE49-F238E27FC236}">
                    <a16:creationId xmlns:a16="http://schemas.microsoft.com/office/drawing/2014/main" id="{5D0EE270-B4E0-4887-8613-7ED56CD4B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99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5" name="Oval 5347">
                <a:extLst>
                  <a:ext uri="{FF2B5EF4-FFF2-40B4-BE49-F238E27FC236}">
                    <a16:creationId xmlns:a16="http://schemas.microsoft.com/office/drawing/2014/main" id="{E2821D51-9FFC-4690-8FAC-3D4A6782A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199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6" name="Oval 5348">
                <a:extLst>
                  <a:ext uri="{FF2B5EF4-FFF2-40B4-BE49-F238E27FC236}">
                    <a16:creationId xmlns:a16="http://schemas.microsoft.com/office/drawing/2014/main" id="{52FF802A-8F97-4477-A4DE-0505B5F87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00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7" name="Oval 5349">
                <a:extLst>
                  <a:ext uri="{FF2B5EF4-FFF2-40B4-BE49-F238E27FC236}">
                    <a16:creationId xmlns:a16="http://schemas.microsoft.com/office/drawing/2014/main" id="{691746FB-0FF4-4D80-88A9-FC20F3113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02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8" name="Oval 5350">
                <a:extLst>
                  <a:ext uri="{FF2B5EF4-FFF2-40B4-BE49-F238E27FC236}">
                    <a16:creationId xmlns:a16="http://schemas.microsoft.com/office/drawing/2014/main" id="{7A715696-07E6-44D0-8A9B-4830003FD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01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199" name="Oval 5351">
                <a:extLst>
                  <a:ext uri="{FF2B5EF4-FFF2-40B4-BE49-F238E27FC236}">
                    <a16:creationId xmlns:a16="http://schemas.microsoft.com/office/drawing/2014/main" id="{430380D9-60DD-4F08-965B-5CF1E0F4C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197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0" name="Oval 5352">
                <a:extLst>
                  <a:ext uri="{FF2B5EF4-FFF2-40B4-BE49-F238E27FC236}">
                    <a16:creationId xmlns:a16="http://schemas.microsoft.com/office/drawing/2014/main" id="{F00F1E63-AC3C-40FA-A535-94E5F224E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199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1" name="Oval 5353">
                <a:extLst>
                  <a:ext uri="{FF2B5EF4-FFF2-40B4-BE49-F238E27FC236}">
                    <a16:creationId xmlns:a16="http://schemas.microsoft.com/office/drawing/2014/main" id="{3B5984B3-8453-4935-8C8C-92E9DF4AD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00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2" name="Oval 5354">
                <a:extLst>
                  <a:ext uri="{FF2B5EF4-FFF2-40B4-BE49-F238E27FC236}">
                    <a16:creationId xmlns:a16="http://schemas.microsoft.com/office/drawing/2014/main" id="{71B662EF-C285-46DD-A780-2E1F16C22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017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3" name="Oval 5355">
                <a:extLst>
                  <a:ext uri="{FF2B5EF4-FFF2-40B4-BE49-F238E27FC236}">
                    <a16:creationId xmlns:a16="http://schemas.microsoft.com/office/drawing/2014/main" id="{2797B96A-D3BE-4C77-B550-F511A940B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01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4" name="Oval 5356">
                <a:extLst>
                  <a:ext uri="{FF2B5EF4-FFF2-40B4-BE49-F238E27FC236}">
                    <a16:creationId xmlns:a16="http://schemas.microsoft.com/office/drawing/2014/main" id="{7F3566CE-18B6-446C-BF40-E74D8070E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201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5" name="Oval 5357">
                <a:extLst>
                  <a:ext uri="{FF2B5EF4-FFF2-40B4-BE49-F238E27FC236}">
                    <a16:creationId xmlns:a16="http://schemas.microsoft.com/office/drawing/2014/main" id="{80AEB6A7-2D8E-4168-A06D-4E07C84F7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99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6" name="Oval 5358">
                <a:extLst>
                  <a:ext uri="{FF2B5EF4-FFF2-40B4-BE49-F238E27FC236}">
                    <a16:creationId xmlns:a16="http://schemas.microsoft.com/office/drawing/2014/main" id="{D92D935F-5A23-494B-9169-E74AE6EF6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03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7" name="Oval 5359">
                <a:extLst>
                  <a:ext uri="{FF2B5EF4-FFF2-40B4-BE49-F238E27FC236}">
                    <a16:creationId xmlns:a16="http://schemas.microsoft.com/office/drawing/2014/main" id="{A591557C-0CA8-46C0-9AF7-8BC56D56D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078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8" name="Oval 5360">
                <a:extLst>
                  <a:ext uri="{FF2B5EF4-FFF2-40B4-BE49-F238E27FC236}">
                    <a16:creationId xmlns:a16="http://schemas.microsoft.com/office/drawing/2014/main" id="{5EE7C472-FEFB-463E-97D2-A86BBEF69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02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09" name="Oval 5361">
                <a:extLst>
                  <a:ext uri="{FF2B5EF4-FFF2-40B4-BE49-F238E27FC236}">
                    <a16:creationId xmlns:a16="http://schemas.microsoft.com/office/drawing/2014/main" id="{3A8D5E4B-EABE-4EE7-BD4B-803E852AD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01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0" name="Oval 5362">
                <a:extLst>
                  <a:ext uri="{FF2B5EF4-FFF2-40B4-BE49-F238E27FC236}">
                    <a16:creationId xmlns:a16="http://schemas.microsoft.com/office/drawing/2014/main" id="{46DFD431-C02F-418C-85DA-936C548F8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191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1" name="Oval 5363">
                <a:extLst>
                  <a:ext uri="{FF2B5EF4-FFF2-40B4-BE49-F238E27FC236}">
                    <a16:creationId xmlns:a16="http://schemas.microsoft.com/office/drawing/2014/main" id="{75EA27BE-C909-4201-9494-E9AF8EF83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192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2" name="Oval 5364">
                <a:extLst>
                  <a:ext uri="{FF2B5EF4-FFF2-40B4-BE49-F238E27FC236}">
                    <a16:creationId xmlns:a16="http://schemas.microsoft.com/office/drawing/2014/main" id="{80DF94DC-6051-438F-A405-3B2A06E11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192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3" name="Oval 5365">
                <a:extLst>
                  <a:ext uri="{FF2B5EF4-FFF2-40B4-BE49-F238E27FC236}">
                    <a16:creationId xmlns:a16="http://schemas.microsoft.com/office/drawing/2014/main" id="{C39B8ACB-0C1B-4F22-996C-BA51665B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194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4" name="Oval 5366">
                <a:extLst>
                  <a:ext uri="{FF2B5EF4-FFF2-40B4-BE49-F238E27FC236}">
                    <a16:creationId xmlns:a16="http://schemas.microsoft.com/office/drawing/2014/main" id="{8BE75C82-A0DD-4725-B77D-CF872AC70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94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5" name="Oval 5367">
                <a:extLst>
                  <a:ext uri="{FF2B5EF4-FFF2-40B4-BE49-F238E27FC236}">
                    <a16:creationId xmlns:a16="http://schemas.microsoft.com/office/drawing/2014/main" id="{E77479B7-64FE-48F4-8A4D-4F28C68C3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92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6" name="Oval 5368">
                <a:extLst>
                  <a:ext uri="{FF2B5EF4-FFF2-40B4-BE49-F238E27FC236}">
                    <a16:creationId xmlns:a16="http://schemas.microsoft.com/office/drawing/2014/main" id="{3C710EA2-D492-4B78-B6F7-D54C293A3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190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7" name="Oval 5369">
                <a:extLst>
                  <a:ext uri="{FF2B5EF4-FFF2-40B4-BE49-F238E27FC236}">
                    <a16:creationId xmlns:a16="http://schemas.microsoft.com/office/drawing/2014/main" id="{D39E00DF-5495-4EB4-8D3B-06A420241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191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8" name="Oval 5370">
                <a:extLst>
                  <a:ext uri="{FF2B5EF4-FFF2-40B4-BE49-F238E27FC236}">
                    <a16:creationId xmlns:a16="http://schemas.microsoft.com/office/drawing/2014/main" id="{227F5DF6-515E-4AA7-AC9C-B574C6C51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91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219" name="Oval 5371">
                <a:extLst>
                  <a:ext uri="{FF2B5EF4-FFF2-40B4-BE49-F238E27FC236}">
                    <a16:creationId xmlns:a16="http://schemas.microsoft.com/office/drawing/2014/main" id="{6E3D33AF-3878-4AD2-BA47-A6FCA6C72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190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1529" name="Group 5372">
              <a:extLst>
                <a:ext uri="{FF2B5EF4-FFF2-40B4-BE49-F238E27FC236}">
                  <a16:creationId xmlns:a16="http://schemas.microsoft.com/office/drawing/2014/main" id="{FC1AF203-AA06-4473-997D-F0F7BFECCA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9" y="1905"/>
              <a:ext cx="540" cy="360"/>
              <a:chOff x="4469" y="1905"/>
              <a:chExt cx="540" cy="360"/>
            </a:xfrm>
          </p:grpSpPr>
          <p:sp>
            <p:nvSpPr>
              <p:cNvPr id="59820" name="Oval 5373">
                <a:extLst>
                  <a:ext uri="{FF2B5EF4-FFF2-40B4-BE49-F238E27FC236}">
                    <a16:creationId xmlns:a16="http://schemas.microsoft.com/office/drawing/2014/main" id="{6BC55996-2AD2-4AB1-908D-C2409667A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190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21" name="Oval 5374">
                <a:extLst>
                  <a:ext uri="{FF2B5EF4-FFF2-40B4-BE49-F238E27FC236}">
                    <a16:creationId xmlns:a16="http://schemas.microsoft.com/office/drawing/2014/main" id="{9412095B-35FB-4606-BD87-F30C02397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192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22" name="Oval 5375">
                <a:extLst>
                  <a:ext uri="{FF2B5EF4-FFF2-40B4-BE49-F238E27FC236}">
                    <a16:creationId xmlns:a16="http://schemas.microsoft.com/office/drawing/2014/main" id="{559FFE0A-EEE7-4803-938E-63911218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93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23" name="Oval 5376">
                <a:extLst>
                  <a:ext uri="{FF2B5EF4-FFF2-40B4-BE49-F238E27FC236}">
                    <a16:creationId xmlns:a16="http://schemas.microsoft.com/office/drawing/2014/main" id="{C10E760C-4B1C-405B-8BFE-77BBAB38A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91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24" name="Oval 5377">
                <a:extLst>
                  <a:ext uri="{FF2B5EF4-FFF2-40B4-BE49-F238E27FC236}">
                    <a16:creationId xmlns:a16="http://schemas.microsoft.com/office/drawing/2014/main" id="{D309029C-516A-4A60-BDD4-6D94C9FC7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192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25" name="Oval 5378">
                <a:extLst>
                  <a:ext uri="{FF2B5EF4-FFF2-40B4-BE49-F238E27FC236}">
                    <a16:creationId xmlns:a16="http://schemas.microsoft.com/office/drawing/2014/main" id="{7F77A51E-3D29-406E-93A4-C1E6DC413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191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26" name="Oval 5379">
                <a:extLst>
                  <a:ext uri="{FF2B5EF4-FFF2-40B4-BE49-F238E27FC236}">
                    <a16:creationId xmlns:a16="http://schemas.microsoft.com/office/drawing/2014/main" id="{CDC157E4-78A9-4AA7-8250-A24BBE378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1926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27" name="Oval 5380">
                <a:extLst>
                  <a:ext uri="{FF2B5EF4-FFF2-40B4-BE49-F238E27FC236}">
                    <a16:creationId xmlns:a16="http://schemas.microsoft.com/office/drawing/2014/main" id="{578C3FD3-D3F7-4AD6-B2EF-64DB0FC62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1939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28" name="Oval 5381">
                <a:extLst>
                  <a:ext uri="{FF2B5EF4-FFF2-40B4-BE49-F238E27FC236}">
                    <a16:creationId xmlns:a16="http://schemas.microsoft.com/office/drawing/2014/main" id="{32C4D53A-4941-4441-B1E3-BE94223F0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194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29" name="Oval 5382">
                <a:extLst>
                  <a:ext uri="{FF2B5EF4-FFF2-40B4-BE49-F238E27FC236}">
                    <a16:creationId xmlns:a16="http://schemas.microsoft.com/office/drawing/2014/main" id="{CB4B3802-5EDA-4345-AD4D-9FFDD8DD9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91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0" name="Oval 5383">
                <a:extLst>
                  <a:ext uri="{FF2B5EF4-FFF2-40B4-BE49-F238E27FC236}">
                    <a16:creationId xmlns:a16="http://schemas.microsoft.com/office/drawing/2014/main" id="{8471F8C0-DB60-4608-B38F-6F3718FC7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1913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1" name="Oval 5384">
                <a:extLst>
                  <a:ext uri="{FF2B5EF4-FFF2-40B4-BE49-F238E27FC236}">
                    <a16:creationId xmlns:a16="http://schemas.microsoft.com/office/drawing/2014/main" id="{FE51E17C-2F2F-4E8F-AA5F-115AE4E4A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191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2" name="Oval 5385">
                <a:extLst>
                  <a:ext uri="{FF2B5EF4-FFF2-40B4-BE49-F238E27FC236}">
                    <a16:creationId xmlns:a16="http://schemas.microsoft.com/office/drawing/2014/main" id="{CEFAFE3A-D608-45AB-860A-AA5EE9802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93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3" name="Oval 5386">
                <a:extLst>
                  <a:ext uri="{FF2B5EF4-FFF2-40B4-BE49-F238E27FC236}">
                    <a16:creationId xmlns:a16="http://schemas.microsoft.com/office/drawing/2014/main" id="{835A0000-3DA8-45C0-ADA5-D65F36A37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1934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4" name="Oval 5387">
                <a:extLst>
                  <a:ext uri="{FF2B5EF4-FFF2-40B4-BE49-F238E27FC236}">
                    <a16:creationId xmlns:a16="http://schemas.microsoft.com/office/drawing/2014/main" id="{0C317E7E-60E8-4A2F-83B4-A2D228607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1945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5" name="Oval 5388">
                <a:extLst>
                  <a:ext uri="{FF2B5EF4-FFF2-40B4-BE49-F238E27FC236}">
                    <a16:creationId xmlns:a16="http://schemas.microsoft.com/office/drawing/2014/main" id="{B2C84A8F-A7BC-43E2-9264-D6E4E90BE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1955"/>
                <a:ext cx="8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6" name="Oval 5389">
                <a:extLst>
                  <a:ext uri="{FF2B5EF4-FFF2-40B4-BE49-F238E27FC236}">
                    <a16:creationId xmlns:a16="http://schemas.microsoft.com/office/drawing/2014/main" id="{C304CA0A-6149-426F-9125-BCA55121E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195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7" name="Oval 5390">
                <a:extLst>
                  <a:ext uri="{FF2B5EF4-FFF2-40B4-BE49-F238E27FC236}">
                    <a16:creationId xmlns:a16="http://schemas.microsoft.com/office/drawing/2014/main" id="{804CEAC9-6985-473B-83A5-73BD5861E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1961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8" name="Oval 5391">
                <a:extLst>
                  <a:ext uri="{FF2B5EF4-FFF2-40B4-BE49-F238E27FC236}">
                    <a16:creationId xmlns:a16="http://schemas.microsoft.com/office/drawing/2014/main" id="{B283BA4C-0AC0-453B-BD69-ABF736406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197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39" name="Oval 5392">
                <a:extLst>
                  <a:ext uri="{FF2B5EF4-FFF2-40B4-BE49-F238E27FC236}">
                    <a16:creationId xmlns:a16="http://schemas.microsoft.com/office/drawing/2014/main" id="{291DC696-8321-433A-9D64-0DF796F59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1915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0" name="Oval 5393">
                <a:extLst>
                  <a:ext uri="{FF2B5EF4-FFF2-40B4-BE49-F238E27FC236}">
                    <a16:creationId xmlns:a16="http://schemas.microsoft.com/office/drawing/2014/main" id="{D3C20AED-0A5A-457D-853D-EAC68C175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193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1" name="Oval 5394">
                <a:extLst>
                  <a:ext uri="{FF2B5EF4-FFF2-40B4-BE49-F238E27FC236}">
                    <a16:creationId xmlns:a16="http://schemas.microsoft.com/office/drawing/2014/main" id="{4715708D-18F1-4D9E-A7A5-58E4D61C1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193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2" name="Oval 5395">
                <a:extLst>
                  <a:ext uri="{FF2B5EF4-FFF2-40B4-BE49-F238E27FC236}">
                    <a16:creationId xmlns:a16="http://schemas.microsoft.com/office/drawing/2014/main" id="{656B5037-1140-4583-A2C0-3746078B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195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3" name="Oval 5396">
                <a:extLst>
                  <a:ext uri="{FF2B5EF4-FFF2-40B4-BE49-F238E27FC236}">
                    <a16:creationId xmlns:a16="http://schemas.microsoft.com/office/drawing/2014/main" id="{16461091-0017-4BC7-95A7-F6237F5E2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195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4" name="Oval 5397">
                <a:extLst>
                  <a:ext uri="{FF2B5EF4-FFF2-40B4-BE49-F238E27FC236}">
                    <a16:creationId xmlns:a16="http://schemas.microsoft.com/office/drawing/2014/main" id="{82D5B677-A725-4F92-B4CD-6864C7FD4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194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5" name="Oval 5398">
                <a:extLst>
                  <a:ext uri="{FF2B5EF4-FFF2-40B4-BE49-F238E27FC236}">
                    <a16:creationId xmlns:a16="http://schemas.microsoft.com/office/drawing/2014/main" id="{08BC69C1-56C6-4100-B24D-3952C7714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1929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6" name="Oval 5399">
                <a:extLst>
                  <a:ext uri="{FF2B5EF4-FFF2-40B4-BE49-F238E27FC236}">
                    <a16:creationId xmlns:a16="http://schemas.microsoft.com/office/drawing/2014/main" id="{4CAC7113-4A4C-4D68-A769-1054B8796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1945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7" name="Oval 5400">
                <a:extLst>
                  <a:ext uri="{FF2B5EF4-FFF2-40B4-BE49-F238E27FC236}">
                    <a16:creationId xmlns:a16="http://schemas.microsoft.com/office/drawing/2014/main" id="{3589ABD0-A92E-4532-BA24-21E047E18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1945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8" name="Oval 5401">
                <a:extLst>
                  <a:ext uri="{FF2B5EF4-FFF2-40B4-BE49-F238E27FC236}">
                    <a16:creationId xmlns:a16="http://schemas.microsoft.com/office/drawing/2014/main" id="{D15A14A5-1121-4ED3-A845-90A1BBB69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1953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49" name="Oval 5402">
                <a:extLst>
                  <a:ext uri="{FF2B5EF4-FFF2-40B4-BE49-F238E27FC236}">
                    <a16:creationId xmlns:a16="http://schemas.microsoft.com/office/drawing/2014/main" id="{A187CC81-56FD-4A67-9561-FA5ACCB19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194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0" name="Oval 5403">
                <a:extLst>
                  <a:ext uri="{FF2B5EF4-FFF2-40B4-BE49-F238E27FC236}">
                    <a16:creationId xmlns:a16="http://schemas.microsoft.com/office/drawing/2014/main" id="{896E46A0-B15B-4D28-8296-DCF35ABFD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93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1" name="Oval 5404">
                <a:extLst>
                  <a:ext uri="{FF2B5EF4-FFF2-40B4-BE49-F238E27FC236}">
                    <a16:creationId xmlns:a16="http://schemas.microsoft.com/office/drawing/2014/main" id="{442E4097-A569-472C-93FC-27AFEC295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195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2" name="Oval 5405">
                <a:extLst>
                  <a:ext uri="{FF2B5EF4-FFF2-40B4-BE49-F238E27FC236}">
                    <a16:creationId xmlns:a16="http://schemas.microsoft.com/office/drawing/2014/main" id="{5F292219-1569-4580-A9B2-2B93A49E6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194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3" name="Oval 5406">
                <a:extLst>
                  <a:ext uri="{FF2B5EF4-FFF2-40B4-BE49-F238E27FC236}">
                    <a16:creationId xmlns:a16="http://schemas.microsoft.com/office/drawing/2014/main" id="{2C214018-BCDC-4B27-9E3D-E0AF3F9BA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963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4" name="Oval 5407">
                <a:extLst>
                  <a:ext uri="{FF2B5EF4-FFF2-40B4-BE49-F238E27FC236}">
                    <a16:creationId xmlns:a16="http://schemas.microsoft.com/office/drawing/2014/main" id="{972D2D33-3389-41B9-825B-B540C0703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195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5" name="Oval 5408">
                <a:extLst>
                  <a:ext uri="{FF2B5EF4-FFF2-40B4-BE49-F238E27FC236}">
                    <a16:creationId xmlns:a16="http://schemas.microsoft.com/office/drawing/2014/main" id="{393F9BF8-C072-4862-8DB2-8832D2374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6" y="196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6" name="Oval 5409">
                <a:extLst>
                  <a:ext uri="{FF2B5EF4-FFF2-40B4-BE49-F238E27FC236}">
                    <a16:creationId xmlns:a16="http://schemas.microsoft.com/office/drawing/2014/main" id="{44C7CA9D-BF2C-4658-A98B-6FD670DB1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1969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7" name="Oval 5410">
                <a:extLst>
                  <a:ext uri="{FF2B5EF4-FFF2-40B4-BE49-F238E27FC236}">
                    <a16:creationId xmlns:a16="http://schemas.microsoft.com/office/drawing/2014/main" id="{C227537A-E7C5-46E4-8A38-D7E365323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195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8" name="Oval 5411">
                <a:extLst>
                  <a:ext uri="{FF2B5EF4-FFF2-40B4-BE49-F238E27FC236}">
                    <a16:creationId xmlns:a16="http://schemas.microsoft.com/office/drawing/2014/main" id="{5DFF6BAE-C2B7-4377-8C60-33214AD3A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195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59" name="Oval 5412">
                <a:extLst>
                  <a:ext uri="{FF2B5EF4-FFF2-40B4-BE49-F238E27FC236}">
                    <a16:creationId xmlns:a16="http://schemas.microsoft.com/office/drawing/2014/main" id="{45AB25EF-811A-4057-9C95-4008CB074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196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0" name="Oval 5413">
                <a:extLst>
                  <a:ext uri="{FF2B5EF4-FFF2-40B4-BE49-F238E27FC236}">
                    <a16:creationId xmlns:a16="http://schemas.microsoft.com/office/drawing/2014/main" id="{D8F84010-55D8-419C-A6EC-1C342896A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197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1" name="Oval 5414">
                <a:extLst>
                  <a:ext uri="{FF2B5EF4-FFF2-40B4-BE49-F238E27FC236}">
                    <a16:creationId xmlns:a16="http://schemas.microsoft.com/office/drawing/2014/main" id="{446FF9CF-6476-47DF-9666-59A834F76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9" y="196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2" name="Oval 5415">
                <a:extLst>
                  <a:ext uri="{FF2B5EF4-FFF2-40B4-BE49-F238E27FC236}">
                    <a16:creationId xmlns:a16="http://schemas.microsoft.com/office/drawing/2014/main" id="{F391B02F-5135-43E6-8962-E580E9625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194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3" name="Oval 5416">
                <a:extLst>
                  <a:ext uri="{FF2B5EF4-FFF2-40B4-BE49-F238E27FC236}">
                    <a16:creationId xmlns:a16="http://schemas.microsoft.com/office/drawing/2014/main" id="{6CF60F89-C66D-4DA1-AD74-C9D6CD9D2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201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4" name="Oval 5417">
                <a:extLst>
                  <a:ext uri="{FF2B5EF4-FFF2-40B4-BE49-F238E27FC236}">
                    <a16:creationId xmlns:a16="http://schemas.microsoft.com/office/drawing/2014/main" id="{04A033BF-9AE2-427E-AB28-F77ACD22B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197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5" name="Oval 5418">
                <a:extLst>
                  <a:ext uri="{FF2B5EF4-FFF2-40B4-BE49-F238E27FC236}">
                    <a16:creationId xmlns:a16="http://schemas.microsoft.com/office/drawing/2014/main" id="{2E081D1B-D2C3-4893-AE68-2C645641A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195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6" name="Oval 5419">
                <a:extLst>
                  <a:ext uri="{FF2B5EF4-FFF2-40B4-BE49-F238E27FC236}">
                    <a16:creationId xmlns:a16="http://schemas.microsoft.com/office/drawing/2014/main" id="{50B1F6BB-9229-402F-8A7C-339BFE19B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195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7" name="Oval 5420">
                <a:extLst>
                  <a:ext uri="{FF2B5EF4-FFF2-40B4-BE49-F238E27FC236}">
                    <a16:creationId xmlns:a16="http://schemas.microsoft.com/office/drawing/2014/main" id="{924E972C-7777-45DD-9192-02D5E22AA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1918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8" name="Oval 5421">
                <a:extLst>
                  <a:ext uri="{FF2B5EF4-FFF2-40B4-BE49-F238E27FC236}">
                    <a16:creationId xmlns:a16="http://schemas.microsoft.com/office/drawing/2014/main" id="{BD7AC71C-A417-4FD3-89AF-D73A5DA93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01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69" name="Oval 5422">
                <a:extLst>
                  <a:ext uri="{FF2B5EF4-FFF2-40B4-BE49-F238E27FC236}">
                    <a16:creationId xmlns:a16="http://schemas.microsoft.com/office/drawing/2014/main" id="{A149C237-0357-4E42-96DD-9752FC8C5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4" y="1998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0" name="Oval 5423">
                <a:extLst>
                  <a:ext uri="{FF2B5EF4-FFF2-40B4-BE49-F238E27FC236}">
                    <a16:creationId xmlns:a16="http://schemas.microsoft.com/office/drawing/2014/main" id="{387F5B24-15CB-4302-8AAD-B25CA454A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2041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1" name="Oval 5424">
                <a:extLst>
                  <a:ext uri="{FF2B5EF4-FFF2-40B4-BE49-F238E27FC236}">
                    <a16:creationId xmlns:a16="http://schemas.microsoft.com/office/drawing/2014/main" id="{FF956105-C687-4D6B-A95B-E643E6E79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051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2" name="Oval 5425">
                <a:extLst>
                  <a:ext uri="{FF2B5EF4-FFF2-40B4-BE49-F238E27FC236}">
                    <a16:creationId xmlns:a16="http://schemas.microsoft.com/office/drawing/2014/main" id="{1CFDA188-19B7-4771-B5C7-2E8A7C995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04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3" name="Oval 5426">
                <a:extLst>
                  <a:ext uri="{FF2B5EF4-FFF2-40B4-BE49-F238E27FC236}">
                    <a16:creationId xmlns:a16="http://schemas.microsoft.com/office/drawing/2014/main" id="{6D4B1AFE-5BB3-410D-A771-B31BA943F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1" y="2062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4" name="Oval 5427">
                <a:extLst>
                  <a:ext uri="{FF2B5EF4-FFF2-40B4-BE49-F238E27FC236}">
                    <a16:creationId xmlns:a16="http://schemas.microsoft.com/office/drawing/2014/main" id="{240B5AA6-7CCB-43CF-BED6-53C7FF0CE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06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5" name="Oval 5428">
                <a:extLst>
                  <a:ext uri="{FF2B5EF4-FFF2-40B4-BE49-F238E27FC236}">
                    <a16:creationId xmlns:a16="http://schemas.microsoft.com/office/drawing/2014/main" id="{2B37DEB8-907B-45DD-AD46-EAD410404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6" y="2043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6" name="Oval 5429">
                <a:extLst>
                  <a:ext uri="{FF2B5EF4-FFF2-40B4-BE49-F238E27FC236}">
                    <a16:creationId xmlns:a16="http://schemas.microsoft.com/office/drawing/2014/main" id="{A7AFDBF8-1C44-436F-8296-4935FC48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1" y="2030"/>
                <a:ext cx="8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7" name="Oval 5430">
                <a:extLst>
                  <a:ext uri="{FF2B5EF4-FFF2-40B4-BE49-F238E27FC236}">
                    <a16:creationId xmlns:a16="http://schemas.microsoft.com/office/drawing/2014/main" id="{2D163D05-84D9-4EB7-9CC6-FB29613C1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2033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8" name="Oval 5431">
                <a:extLst>
                  <a:ext uri="{FF2B5EF4-FFF2-40B4-BE49-F238E27FC236}">
                    <a16:creationId xmlns:a16="http://schemas.microsoft.com/office/drawing/2014/main" id="{4BB4BCE9-270E-4F0A-AFB4-D32553848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03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79" name="Oval 5432">
                <a:extLst>
                  <a:ext uri="{FF2B5EF4-FFF2-40B4-BE49-F238E27FC236}">
                    <a16:creationId xmlns:a16="http://schemas.microsoft.com/office/drawing/2014/main" id="{77C56603-F09D-4CE6-87D6-297F80683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02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0" name="Oval 5433">
                <a:extLst>
                  <a:ext uri="{FF2B5EF4-FFF2-40B4-BE49-F238E27FC236}">
                    <a16:creationId xmlns:a16="http://schemas.microsoft.com/office/drawing/2014/main" id="{73A51D89-3DB0-4258-B286-6333CBE4B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049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1" name="Oval 5434">
                <a:extLst>
                  <a:ext uri="{FF2B5EF4-FFF2-40B4-BE49-F238E27FC236}">
                    <a16:creationId xmlns:a16="http://schemas.microsoft.com/office/drawing/2014/main" id="{E61142E5-9524-4AFC-AF8A-D96BF73F1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02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2" name="Oval 5435">
                <a:extLst>
                  <a:ext uri="{FF2B5EF4-FFF2-40B4-BE49-F238E27FC236}">
                    <a16:creationId xmlns:a16="http://schemas.microsoft.com/office/drawing/2014/main" id="{2AA8808B-18AB-4409-9D4A-DEAA6DBA7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04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3" name="Oval 5436">
                <a:extLst>
                  <a:ext uri="{FF2B5EF4-FFF2-40B4-BE49-F238E27FC236}">
                    <a16:creationId xmlns:a16="http://schemas.microsoft.com/office/drawing/2014/main" id="{71526C9C-BA29-4698-B90E-6679DC7CC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054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4" name="Oval 5437">
                <a:extLst>
                  <a:ext uri="{FF2B5EF4-FFF2-40B4-BE49-F238E27FC236}">
                    <a16:creationId xmlns:a16="http://schemas.microsoft.com/office/drawing/2014/main" id="{9F7BBF7B-530D-428D-816D-212F8FB30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4" y="2038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5" name="Oval 5438">
                <a:extLst>
                  <a:ext uri="{FF2B5EF4-FFF2-40B4-BE49-F238E27FC236}">
                    <a16:creationId xmlns:a16="http://schemas.microsoft.com/office/drawing/2014/main" id="{289ABE45-693A-4EF5-A2C8-C368FDA5E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04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6" name="Oval 5439">
                <a:extLst>
                  <a:ext uri="{FF2B5EF4-FFF2-40B4-BE49-F238E27FC236}">
                    <a16:creationId xmlns:a16="http://schemas.microsoft.com/office/drawing/2014/main" id="{88157DF0-71D9-44C5-95F7-A7E6B039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04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7" name="Oval 5440">
                <a:extLst>
                  <a:ext uri="{FF2B5EF4-FFF2-40B4-BE49-F238E27FC236}">
                    <a16:creationId xmlns:a16="http://schemas.microsoft.com/office/drawing/2014/main" id="{85FB6508-389D-4C85-9C6A-86C345DAE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046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8" name="Oval 5441">
                <a:extLst>
                  <a:ext uri="{FF2B5EF4-FFF2-40B4-BE49-F238E27FC236}">
                    <a16:creationId xmlns:a16="http://schemas.microsoft.com/office/drawing/2014/main" id="{3FD6F5F8-6A0E-45C8-95CB-E5E4AC211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9" y="2059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89" name="Oval 5442">
                <a:extLst>
                  <a:ext uri="{FF2B5EF4-FFF2-40B4-BE49-F238E27FC236}">
                    <a16:creationId xmlns:a16="http://schemas.microsoft.com/office/drawing/2014/main" id="{6936D0DB-67E3-4642-A8F1-7613AA788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041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0" name="Oval 5443">
                <a:extLst>
                  <a:ext uri="{FF2B5EF4-FFF2-40B4-BE49-F238E27FC236}">
                    <a16:creationId xmlns:a16="http://schemas.microsoft.com/office/drawing/2014/main" id="{6D6D20EC-309D-4592-8F74-AD7DE90D2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03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1" name="Oval 5444">
                <a:extLst>
                  <a:ext uri="{FF2B5EF4-FFF2-40B4-BE49-F238E27FC236}">
                    <a16:creationId xmlns:a16="http://schemas.microsoft.com/office/drawing/2014/main" id="{45313FAC-A8CC-4DB9-AAB8-7BA600BA1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03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2" name="Oval 5445">
                <a:extLst>
                  <a:ext uri="{FF2B5EF4-FFF2-40B4-BE49-F238E27FC236}">
                    <a16:creationId xmlns:a16="http://schemas.microsoft.com/office/drawing/2014/main" id="{0E36A358-69B7-4773-AB63-639A82E96E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038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3" name="Oval 5446">
                <a:extLst>
                  <a:ext uri="{FF2B5EF4-FFF2-40B4-BE49-F238E27FC236}">
                    <a16:creationId xmlns:a16="http://schemas.microsoft.com/office/drawing/2014/main" id="{116D20CA-A12E-4D2E-BB6E-AF8185D31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205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4" name="Oval 5447">
                <a:extLst>
                  <a:ext uri="{FF2B5EF4-FFF2-40B4-BE49-F238E27FC236}">
                    <a16:creationId xmlns:a16="http://schemas.microsoft.com/office/drawing/2014/main" id="{8ECE1061-8E13-4754-AEA1-6B5BA2DF8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057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5" name="Oval 5448">
                <a:extLst>
                  <a:ext uri="{FF2B5EF4-FFF2-40B4-BE49-F238E27FC236}">
                    <a16:creationId xmlns:a16="http://schemas.microsoft.com/office/drawing/2014/main" id="{CBD8BEF5-8EBF-4BEA-B3EF-FA6A212BD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06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6" name="Oval 5449">
                <a:extLst>
                  <a:ext uri="{FF2B5EF4-FFF2-40B4-BE49-F238E27FC236}">
                    <a16:creationId xmlns:a16="http://schemas.microsoft.com/office/drawing/2014/main" id="{7BA1978D-90BC-4DBF-9111-C45A57C4C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07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7" name="Oval 5450">
                <a:extLst>
                  <a:ext uri="{FF2B5EF4-FFF2-40B4-BE49-F238E27FC236}">
                    <a16:creationId xmlns:a16="http://schemas.microsoft.com/office/drawing/2014/main" id="{61357B5F-E4BC-4061-B984-F905859AE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03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8" name="Oval 5451">
                <a:extLst>
                  <a:ext uri="{FF2B5EF4-FFF2-40B4-BE49-F238E27FC236}">
                    <a16:creationId xmlns:a16="http://schemas.microsoft.com/office/drawing/2014/main" id="{AFA215E6-CFEB-4742-B7CB-6503C3589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054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899" name="Oval 5452">
                <a:extLst>
                  <a:ext uri="{FF2B5EF4-FFF2-40B4-BE49-F238E27FC236}">
                    <a16:creationId xmlns:a16="http://schemas.microsoft.com/office/drawing/2014/main" id="{019B2DBE-59B6-4508-B53E-A1F5762B8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062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0" name="Oval 5453">
                <a:extLst>
                  <a:ext uri="{FF2B5EF4-FFF2-40B4-BE49-F238E27FC236}">
                    <a16:creationId xmlns:a16="http://schemas.microsoft.com/office/drawing/2014/main" id="{3C3A4979-5520-452E-8A09-1B5D15556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07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1" name="Oval 5454">
                <a:extLst>
                  <a:ext uri="{FF2B5EF4-FFF2-40B4-BE49-F238E27FC236}">
                    <a16:creationId xmlns:a16="http://schemas.microsoft.com/office/drawing/2014/main" id="{6CB70C09-4255-417D-AEF9-C5E375475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08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2" name="Oval 5455">
                <a:extLst>
                  <a:ext uri="{FF2B5EF4-FFF2-40B4-BE49-F238E27FC236}">
                    <a16:creationId xmlns:a16="http://schemas.microsoft.com/office/drawing/2014/main" id="{DE7D5936-F6BD-4DEF-B1D0-108C4F1F4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2070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3" name="Oval 5456">
                <a:extLst>
                  <a:ext uri="{FF2B5EF4-FFF2-40B4-BE49-F238E27FC236}">
                    <a16:creationId xmlns:a16="http://schemas.microsoft.com/office/drawing/2014/main" id="{717A55A4-1F12-4A19-95CC-96372156C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03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4" name="Oval 5457">
                <a:extLst>
                  <a:ext uri="{FF2B5EF4-FFF2-40B4-BE49-F238E27FC236}">
                    <a16:creationId xmlns:a16="http://schemas.microsoft.com/office/drawing/2014/main" id="{D9B228D1-18F1-4BB1-BE38-D60D28CB7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04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5" name="Oval 5458">
                <a:extLst>
                  <a:ext uri="{FF2B5EF4-FFF2-40B4-BE49-F238E27FC236}">
                    <a16:creationId xmlns:a16="http://schemas.microsoft.com/office/drawing/2014/main" id="{4EDD3245-D0E5-466C-8084-DC1E217A1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0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6" name="Oval 5459">
                <a:extLst>
                  <a:ext uri="{FF2B5EF4-FFF2-40B4-BE49-F238E27FC236}">
                    <a16:creationId xmlns:a16="http://schemas.microsoft.com/office/drawing/2014/main" id="{D0A2B0C8-0125-40BB-9040-C772259B6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054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7" name="Oval 5460">
                <a:extLst>
                  <a:ext uri="{FF2B5EF4-FFF2-40B4-BE49-F238E27FC236}">
                    <a16:creationId xmlns:a16="http://schemas.microsoft.com/office/drawing/2014/main" id="{63A973E6-7762-4130-91E2-8C068FCEE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07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8" name="Oval 5461">
                <a:extLst>
                  <a:ext uri="{FF2B5EF4-FFF2-40B4-BE49-F238E27FC236}">
                    <a16:creationId xmlns:a16="http://schemas.microsoft.com/office/drawing/2014/main" id="{A4A2E0EC-A521-4556-A8CE-3B20AAA1D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209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09" name="Oval 5462">
                <a:extLst>
                  <a:ext uri="{FF2B5EF4-FFF2-40B4-BE49-F238E27FC236}">
                    <a16:creationId xmlns:a16="http://schemas.microsoft.com/office/drawing/2014/main" id="{D4B19079-FAE2-4C49-804A-E0FBA068E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09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0" name="Oval 5463">
                <a:extLst>
                  <a:ext uri="{FF2B5EF4-FFF2-40B4-BE49-F238E27FC236}">
                    <a16:creationId xmlns:a16="http://schemas.microsoft.com/office/drawing/2014/main" id="{4D683101-9393-40F6-8C3D-DCF8C4F32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11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1" name="Oval 5464">
                <a:extLst>
                  <a:ext uri="{FF2B5EF4-FFF2-40B4-BE49-F238E27FC236}">
                    <a16:creationId xmlns:a16="http://schemas.microsoft.com/office/drawing/2014/main" id="{3B3ECB57-CC50-4FC8-B42B-3D11930D9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212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2" name="Oval 5465">
                <a:extLst>
                  <a:ext uri="{FF2B5EF4-FFF2-40B4-BE49-F238E27FC236}">
                    <a16:creationId xmlns:a16="http://schemas.microsoft.com/office/drawing/2014/main" id="{B11F579F-9C4A-45FD-B155-8931235B5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2107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3" name="Oval 5466">
                <a:extLst>
                  <a:ext uri="{FF2B5EF4-FFF2-40B4-BE49-F238E27FC236}">
                    <a16:creationId xmlns:a16="http://schemas.microsoft.com/office/drawing/2014/main" id="{9AC676CF-EDE7-4CF3-B912-E624C9482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1" y="212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4" name="Oval 5467">
                <a:extLst>
                  <a:ext uri="{FF2B5EF4-FFF2-40B4-BE49-F238E27FC236}">
                    <a16:creationId xmlns:a16="http://schemas.microsoft.com/office/drawing/2014/main" id="{9DB2281F-A600-46B4-BAC3-A9403A53B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2014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5" name="Oval 5468">
                <a:extLst>
                  <a:ext uri="{FF2B5EF4-FFF2-40B4-BE49-F238E27FC236}">
                    <a16:creationId xmlns:a16="http://schemas.microsoft.com/office/drawing/2014/main" id="{B765EFAA-02B9-434D-99C7-AF3424DC2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9" y="202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6" name="Oval 5469">
                <a:extLst>
                  <a:ext uri="{FF2B5EF4-FFF2-40B4-BE49-F238E27FC236}">
                    <a16:creationId xmlns:a16="http://schemas.microsoft.com/office/drawing/2014/main" id="{83C3726F-B119-4901-822C-1867A5E57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067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7" name="Oval 5470">
                <a:extLst>
                  <a:ext uri="{FF2B5EF4-FFF2-40B4-BE49-F238E27FC236}">
                    <a16:creationId xmlns:a16="http://schemas.microsoft.com/office/drawing/2014/main" id="{19385CF0-DBA8-4E5C-814D-172A90E5D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086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8" name="Oval 5471">
                <a:extLst>
                  <a:ext uri="{FF2B5EF4-FFF2-40B4-BE49-F238E27FC236}">
                    <a16:creationId xmlns:a16="http://schemas.microsoft.com/office/drawing/2014/main" id="{230419D1-9F5A-4704-A7D2-EDDB263EF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065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19" name="Oval 5472">
                <a:extLst>
                  <a:ext uri="{FF2B5EF4-FFF2-40B4-BE49-F238E27FC236}">
                    <a16:creationId xmlns:a16="http://schemas.microsoft.com/office/drawing/2014/main" id="{55590B93-D092-4EA7-80A9-6A516482B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2078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0" name="Oval 5473">
                <a:extLst>
                  <a:ext uri="{FF2B5EF4-FFF2-40B4-BE49-F238E27FC236}">
                    <a16:creationId xmlns:a16="http://schemas.microsoft.com/office/drawing/2014/main" id="{6E41BE83-2B7A-471D-ABED-AB65872AA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" y="207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1" name="Oval 5474">
                <a:extLst>
                  <a:ext uri="{FF2B5EF4-FFF2-40B4-BE49-F238E27FC236}">
                    <a16:creationId xmlns:a16="http://schemas.microsoft.com/office/drawing/2014/main" id="{36C5B341-38A4-4641-9673-561098AC8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086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2" name="Oval 5475">
                <a:extLst>
                  <a:ext uri="{FF2B5EF4-FFF2-40B4-BE49-F238E27FC236}">
                    <a16:creationId xmlns:a16="http://schemas.microsoft.com/office/drawing/2014/main" id="{5E8F85B8-FB54-418A-806B-B005F1EDE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206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3" name="Oval 5476">
                <a:extLst>
                  <a:ext uri="{FF2B5EF4-FFF2-40B4-BE49-F238E27FC236}">
                    <a16:creationId xmlns:a16="http://schemas.microsoft.com/office/drawing/2014/main" id="{DE0C8F85-C87D-48C6-8264-6C9FEFD64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4" y="207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4" name="Oval 5477">
                <a:extLst>
                  <a:ext uri="{FF2B5EF4-FFF2-40B4-BE49-F238E27FC236}">
                    <a16:creationId xmlns:a16="http://schemas.microsoft.com/office/drawing/2014/main" id="{CB5277ED-0F87-49E2-BF04-E5699BF1D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070"/>
                <a:ext cx="5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5" name="Oval 5478">
                <a:extLst>
                  <a:ext uri="{FF2B5EF4-FFF2-40B4-BE49-F238E27FC236}">
                    <a16:creationId xmlns:a16="http://schemas.microsoft.com/office/drawing/2014/main" id="{BB0C0B69-0680-453D-B9C7-84E619117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2051"/>
                <a:ext cx="5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6" name="Oval 5479">
                <a:extLst>
                  <a:ext uri="{FF2B5EF4-FFF2-40B4-BE49-F238E27FC236}">
                    <a16:creationId xmlns:a16="http://schemas.microsoft.com/office/drawing/2014/main" id="{664E0964-4298-4735-8DF6-9E6878FB2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05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7" name="Oval 5480">
                <a:extLst>
                  <a:ext uri="{FF2B5EF4-FFF2-40B4-BE49-F238E27FC236}">
                    <a16:creationId xmlns:a16="http://schemas.microsoft.com/office/drawing/2014/main" id="{B6EA3D1C-AF6F-4D81-AD74-6936E9BAC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049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8" name="Oval 5481">
                <a:extLst>
                  <a:ext uri="{FF2B5EF4-FFF2-40B4-BE49-F238E27FC236}">
                    <a16:creationId xmlns:a16="http://schemas.microsoft.com/office/drawing/2014/main" id="{E8970392-10CF-4181-B45D-EC249F8B4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070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29" name="Oval 5482">
                <a:extLst>
                  <a:ext uri="{FF2B5EF4-FFF2-40B4-BE49-F238E27FC236}">
                    <a16:creationId xmlns:a16="http://schemas.microsoft.com/office/drawing/2014/main" id="{FFCCF305-5582-4F2C-BDB4-5E0ECCBC4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049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0" name="Oval 5483">
                <a:extLst>
                  <a:ext uri="{FF2B5EF4-FFF2-40B4-BE49-F238E27FC236}">
                    <a16:creationId xmlns:a16="http://schemas.microsoft.com/office/drawing/2014/main" id="{B6211C87-2A25-4913-BBD3-B24FFB6EA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067"/>
                <a:ext cx="7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1" name="Oval 5484">
                <a:extLst>
                  <a:ext uri="{FF2B5EF4-FFF2-40B4-BE49-F238E27FC236}">
                    <a16:creationId xmlns:a16="http://schemas.microsoft.com/office/drawing/2014/main" id="{BA3AA18C-7F3C-4255-AF91-32934093F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07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2" name="Oval 5485">
                <a:extLst>
                  <a:ext uri="{FF2B5EF4-FFF2-40B4-BE49-F238E27FC236}">
                    <a16:creationId xmlns:a16="http://schemas.microsoft.com/office/drawing/2014/main" id="{463A1B5B-9375-47CC-89E0-908E1A4F6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205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3" name="Oval 5486">
                <a:extLst>
                  <a:ext uri="{FF2B5EF4-FFF2-40B4-BE49-F238E27FC236}">
                    <a16:creationId xmlns:a16="http://schemas.microsoft.com/office/drawing/2014/main" id="{0774CCE0-EB9D-4FFB-B6F5-64E297376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206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4" name="Oval 5487">
                <a:extLst>
                  <a:ext uri="{FF2B5EF4-FFF2-40B4-BE49-F238E27FC236}">
                    <a16:creationId xmlns:a16="http://schemas.microsoft.com/office/drawing/2014/main" id="{90C336D3-9F38-442A-B1C5-827AD34F8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05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5" name="Oval 5488">
                <a:extLst>
                  <a:ext uri="{FF2B5EF4-FFF2-40B4-BE49-F238E27FC236}">
                    <a16:creationId xmlns:a16="http://schemas.microsoft.com/office/drawing/2014/main" id="{5D105C9D-89F5-4174-949F-AEF87CE0C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4" y="205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6" name="Oval 5489">
                <a:extLst>
                  <a:ext uri="{FF2B5EF4-FFF2-40B4-BE49-F238E27FC236}">
                    <a16:creationId xmlns:a16="http://schemas.microsoft.com/office/drawing/2014/main" id="{1AB83028-A44D-441E-8E19-F383C212E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07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7" name="Oval 5490">
                <a:extLst>
                  <a:ext uri="{FF2B5EF4-FFF2-40B4-BE49-F238E27FC236}">
                    <a16:creationId xmlns:a16="http://schemas.microsoft.com/office/drawing/2014/main" id="{DD2544A9-CD7C-4060-AABA-4F0CD6120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03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8" name="Oval 5491">
                <a:extLst>
                  <a:ext uri="{FF2B5EF4-FFF2-40B4-BE49-F238E27FC236}">
                    <a16:creationId xmlns:a16="http://schemas.microsoft.com/office/drawing/2014/main" id="{09FE983E-71FF-49A8-A463-A2B65381E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025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39" name="Oval 5492">
                <a:extLst>
                  <a:ext uri="{FF2B5EF4-FFF2-40B4-BE49-F238E27FC236}">
                    <a16:creationId xmlns:a16="http://schemas.microsoft.com/office/drawing/2014/main" id="{DCD733B8-5F53-401E-B786-084AD68D0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2041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0" name="Oval 5493">
                <a:extLst>
                  <a:ext uri="{FF2B5EF4-FFF2-40B4-BE49-F238E27FC236}">
                    <a16:creationId xmlns:a16="http://schemas.microsoft.com/office/drawing/2014/main" id="{8533F085-E0B9-4EB5-A3CC-7909A0241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078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1" name="Oval 5494">
                <a:extLst>
                  <a:ext uri="{FF2B5EF4-FFF2-40B4-BE49-F238E27FC236}">
                    <a16:creationId xmlns:a16="http://schemas.microsoft.com/office/drawing/2014/main" id="{B7CF7AC1-F115-4850-AA8A-B42762DAD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198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2" name="Oval 5495">
                <a:extLst>
                  <a:ext uri="{FF2B5EF4-FFF2-40B4-BE49-F238E27FC236}">
                    <a16:creationId xmlns:a16="http://schemas.microsoft.com/office/drawing/2014/main" id="{28EE1B39-760A-4B85-ABD5-1D654DE0F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199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3" name="Oval 5496">
                <a:extLst>
                  <a:ext uri="{FF2B5EF4-FFF2-40B4-BE49-F238E27FC236}">
                    <a16:creationId xmlns:a16="http://schemas.microsoft.com/office/drawing/2014/main" id="{C05EE9D0-9550-48B4-A413-1D5F927F9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199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4" name="Oval 5497">
                <a:extLst>
                  <a:ext uri="{FF2B5EF4-FFF2-40B4-BE49-F238E27FC236}">
                    <a16:creationId xmlns:a16="http://schemas.microsoft.com/office/drawing/2014/main" id="{64B17457-EDBD-4252-8E41-FF6692C2C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9" y="1990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5" name="Oval 5498">
                <a:extLst>
                  <a:ext uri="{FF2B5EF4-FFF2-40B4-BE49-F238E27FC236}">
                    <a16:creationId xmlns:a16="http://schemas.microsoft.com/office/drawing/2014/main" id="{1C1F393B-763C-415B-90A4-DAF6350B0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00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6" name="Oval 5499">
                <a:extLst>
                  <a:ext uri="{FF2B5EF4-FFF2-40B4-BE49-F238E27FC236}">
                    <a16:creationId xmlns:a16="http://schemas.microsoft.com/office/drawing/2014/main" id="{F6A759F3-5960-4B27-97B0-37D8CBBDD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192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7" name="Oval 5500">
                <a:extLst>
                  <a:ext uri="{FF2B5EF4-FFF2-40B4-BE49-F238E27FC236}">
                    <a16:creationId xmlns:a16="http://schemas.microsoft.com/office/drawing/2014/main" id="{C77DBA8E-A78B-4486-856B-539CB78E3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03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8" name="Oval 5501">
                <a:extLst>
                  <a:ext uri="{FF2B5EF4-FFF2-40B4-BE49-F238E27FC236}">
                    <a16:creationId xmlns:a16="http://schemas.microsoft.com/office/drawing/2014/main" id="{C427790B-E4B8-4914-88A9-59C2B6078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041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49" name="Oval 5502">
                <a:extLst>
                  <a:ext uri="{FF2B5EF4-FFF2-40B4-BE49-F238E27FC236}">
                    <a16:creationId xmlns:a16="http://schemas.microsoft.com/office/drawing/2014/main" id="{BAA4653E-7D7D-4B34-97FF-0D7FF912F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07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0" name="Oval 5503">
                <a:extLst>
                  <a:ext uri="{FF2B5EF4-FFF2-40B4-BE49-F238E27FC236}">
                    <a16:creationId xmlns:a16="http://schemas.microsoft.com/office/drawing/2014/main" id="{520B44EA-B8DD-4C57-B68D-CF75A0935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089"/>
                <a:ext cx="5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1" name="Oval 5504">
                <a:extLst>
                  <a:ext uri="{FF2B5EF4-FFF2-40B4-BE49-F238E27FC236}">
                    <a16:creationId xmlns:a16="http://schemas.microsoft.com/office/drawing/2014/main" id="{BD12579B-CD2F-42CA-83BD-71A18B73E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2105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2" name="Oval 5505">
                <a:extLst>
                  <a:ext uri="{FF2B5EF4-FFF2-40B4-BE49-F238E27FC236}">
                    <a16:creationId xmlns:a16="http://schemas.microsoft.com/office/drawing/2014/main" id="{4CC85135-2FD7-42C0-A904-D150642ED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110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3" name="Oval 5506">
                <a:extLst>
                  <a:ext uri="{FF2B5EF4-FFF2-40B4-BE49-F238E27FC236}">
                    <a16:creationId xmlns:a16="http://schemas.microsoft.com/office/drawing/2014/main" id="{FC16253E-E519-4B5E-B8B5-331F5B751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11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4" name="Oval 5507">
                <a:extLst>
                  <a:ext uri="{FF2B5EF4-FFF2-40B4-BE49-F238E27FC236}">
                    <a16:creationId xmlns:a16="http://schemas.microsoft.com/office/drawing/2014/main" id="{D44942E3-5763-419F-93CB-8B8AF3664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6" y="212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5" name="Oval 5508">
                <a:extLst>
                  <a:ext uri="{FF2B5EF4-FFF2-40B4-BE49-F238E27FC236}">
                    <a16:creationId xmlns:a16="http://schemas.microsoft.com/office/drawing/2014/main" id="{5E96EF3D-53DE-409C-B59B-AB143A3A0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9" y="2081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6" name="Oval 5509">
                <a:extLst>
                  <a:ext uri="{FF2B5EF4-FFF2-40B4-BE49-F238E27FC236}">
                    <a16:creationId xmlns:a16="http://schemas.microsoft.com/office/drawing/2014/main" id="{A1DA7948-9049-462F-B3DD-7536C201B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4" y="2062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7" name="Oval 5510">
                <a:extLst>
                  <a:ext uri="{FF2B5EF4-FFF2-40B4-BE49-F238E27FC236}">
                    <a16:creationId xmlns:a16="http://schemas.microsoft.com/office/drawing/2014/main" id="{4F7E5E26-6A78-412E-A2DF-AE47498AA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1" y="2078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8" name="Oval 5511">
                <a:extLst>
                  <a:ext uri="{FF2B5EF4-FFF2-40B4-BE49-F238E27FC236}">
                    <a16:creationId xmlns:a16="http://schemas.microsoft.com/office/drawing/2014/main" id="{1A802010-61F3-4D28-97AA-22CAE8437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094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59" name="Oval 5512">
                <a:extLst>
                  <a:ext uri="{FF2B5EF4-FFF2-40B4-BE49-F238E27FC236}">
                    <a16:creationId xmlns:a16="http://schemas.microsoft.com/office/drawing/2014/main" id="{C6B3BA96-1297-4901-B50F-7B42840F5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4" y="2113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0" name="Oval 5513">
                <a:extLst>
                  <a:ext uri="{FF2B5EF4-FFF2-40B4-BE49-F238E27FC236}">
                    <a16:creationId xmlns:a16="http://schemas.microsoft.com/office/drawing/2014/main" id="{0E95E42E-B8B7-47C4-BCDF-873DD89C7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6" y="2099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1" name="Oval 5514">
                <a:extLst>
                  <a:ext uri="{FF2B5EF4-FFF2-40B4-BE49-F238E27FC236}">
                    <a16:creationId xmlns:a16="http://schemas.microsoft.com/office/drawing/2014/main" id="{5B1BAB36-7E1D-4E51-BC6A-8D82B16B1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6" y="2006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2" name="Oval 5515">
                <a:extLst>
                  <a:ext uri="{FF2B5EF4-FFF2-40B4-BE49-F238E27FC236}">
                    <a16:creationId xmlns:a16="http://schemas.microsoft.com/office/drawing/2014/main" id="{02DCAA24-740F-49B2-B8FA-7325C4A8C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4" y="198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3" name="Oval 5516">
                <a:extLst>
                  <a:ext uri="{FF2B5EF4-FFF2-40B4-BE49-F238E27FC236}">
                    <a16:creationId xmlns:a16="http://schemas.microsoft.com/office/drawing/2014/main" id="{904CA372-A652-463C-AD2F-7F54494C6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1995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4" name="Oval 5517">
                <a:extLst>
                  <a:ext uri="{FF2B5EF4-FFF2-40B4-BE49-F238E27FC236}">
                    <a16:creationId xmlns:a16="http://schemas.microsoft.com/office/drawing/2014/main" id="{4BECBEA6-5F05-4281-83B2-BF1237D4A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1990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5" name="Oval 5518">
                <a:extLst>
                  <a:ext uri="{FF2B5EF4-FFF2-40B4-BE49-F238E27FC236}">
                    <a16:creationId xmlns:a16="http://schemas.microsoft.com/office/drawing/2014/main" id="{822DA7D7-0388-49C8-A451-7D7F688F1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1985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6" name="Oval 5519">
                <a:extLst>
                  <a:ext uri="{FF2B5EF4-FFF2-40B4-BE49-F238E27FC236}">
                    <a16:creationId xmlns:a16="http://schemas.microsoft.com/office/drawing/2014/main" id="{050FA056-DE1F-4AEE-9C40-3136E5552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041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7" name="Oval 5520">
                <a:extLst>
                  <a:ext uri="{FF2B5EF4-FFF2-40B4-BE49-F238E27FC236}">
                    <a16:creationId xmlns:a16="http://schemas.microsoft.com/office/drawing/2014/main" id="{6D0063D5-CB70-46C2-AE57-DCA73C7EA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201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8" name="Oval 5521">
                <a:extLst>
                  <a:ext uri="{FF2B5EF4-FFF2-40B4-BE49-F238E27FC236}">
                    <a16:creationId xmlns:a16="http://schemas.microsoft.com/office/drawing/2014/main" id="{2D98855B-FF1D-4482-BF64-01FF18D92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001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69" name="Oval 5522">
                <a:extLst>
                  <a:ext uri="{FF2B5EF4-FFF2-40B4-BE49-F238E27FC236}">
                    <a16:creationId xmlns:a16="http://schemas.microsoft.com/office/drawing/2014/main" id="{AE118AD1-3F3D-4412-B913-0DE0EF51C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2006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0" name="Oval 5523">
                <a:extLst>
                  <a:ext uri="{FF2B5EF4-FFF2-40B4-BE49-F238E27FC236}">
                    <a16:creationId xmlns:a16="http://schemas.microsoft.com/office/drawing/2014/main" id="{8C531195-DAC7-4583-ADA3-20442EED9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006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1" name="Oval 5524">
                <a:extLst>
                  <a:ext uri="{FF2B5EF4-FFF2-40B4-BE49-F238E27FC236}">
                    <a16:creationId xmlns:a16="http://schemas.microsoft.com/office/drawing/2014/main" id="{0C5D043E-D861-4361-8BBB-F69B5AA84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2019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2" name="Oval 5525">
                <a:extLst>
                  <a:ext uri="{FF2B5EF4-FFF2-40B4-BE49-F238E27FC236}">
                    <a16:creationId xmlns:a16="http://schemas.microsoft.com/office/drawing/2014/main" id="{4E865933-C0E7-43E9-B45A-95815F3F4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025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3" name="Oval 5526">
                <a:extLst>
                  <a:ext uri="{FF2B5EF4-FFF2-40B4-BE49-F238E27FC236}">
                    <a16:creationId xmlns:a16="http://schemas.microsoft.com/office/drawing/2014/main" id="{AC44EE7B-F8E6-4669-8ABA-A8920C6B7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1" y="2011"/>
                <a:ext cx="5" cy="6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4" name="Oval 5527">
                <a:extLst>
                  <a:ext uri="{FF2B5EF4-FFF2-40B4-BE49-F238E27FC236}">
                    <a16:creationId xmlns:a16="http://schemas.microsoft.com/office/drawing/2014/main" id="{39B62082-9511-46B5-A62F-C3190B0A2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017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5" name="Oval 5528">
                <a:extLst>
                  <a:ext uri="{FF2B5EF4-FFF2-40B4-BE49-F238E27FC236}">
                    <a16:creationId xmlns:a16="http://schemas.microsoft.com/office/drawing/2014/main" id="{4B0B63C0-6D4F-45F0-A5C9-AE114730F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201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6" name="Oval 5529">
                <a:extLst>
                  <a:ext uri="{FF2B5EF4-FFF2-40B4-BE49-F238E27FC236}">
                    <a16:creationId xmlns:a16="http://schemas.microsoft.com/office/drawing/2014/main" id="{461C517A-24B1-4FF1-B0CD-3B0807454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201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7" name="Oval 5530">
                <a:extLst>
                  <a:ext uri="{FF2B5EF4-FFF2-40B4-BE49-F238E27FC236}">
                    <a16:creationId xmlns:a16="http://schemas.microsoft.com/office/drawing/2014/main" id="{13CC08C9-32AC-4A06-BF9C-C1F70EAB8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2033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8" name="Oval 5531">
                <a:extLst>
                  <a:ext uri="{FF2B5EF4-FFF2-40B4-BE49-F238E27FC236}">
                    <a16:creationId xmlns:a16="http://schemas.microsoft.com/office/drawing/2014/main" id="{E7C31F26-FAEC-47B9-A6DE-010661302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9" y="201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79" name="Oval 5532">
                <a:extLst>
                  <a:ext uri="{FF2B5EF4-FFF2-40B4-BE49-F238E27FC236}">
                    <a16:creationId xmlns:a16="http://schemas.microsoft.com/office/drawing/2014/main" id="{F7515C3F-F791-43EE-A0E4-49501017D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04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0" name="Oval 5533">
                <a:extLst>
                  <a:ext uri="{FF2B5EF4-FFF2-40B4-BE49-F238E27FC236}">
                    <a16:creationId xmlns:a16="http://schemas.microsoft.com/office/drawing/2014/main" id="{5105B7C9-6E85-4688-BF56-D91495077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2009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1" name="Oval 5534">
                <a:extLst>
                  <a:ext uri="{FF2B5EF4-FFF2-40B4-BE49-F238E27FC236}">
                    <a16:creationId xmlns:a16="http://schemas.microsoft.com/office/drawing/2014/main" id="{1852E180-6CA5-42FF-844C-24DFF8942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02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2" name="Oval 5535">
                <a:extLst>
                  <a:ext uri="{FF2B5EF4-FFF2-40B4-BE49-F238E27FC236}">
                    <a16:creationId xmlns:a16="http://schemas.microsoft.com/office/drawing/2014/main" id="{B50F5B08-7762-4372-8485-6055D7984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2035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3" name="Oval 5536">
                <a:extLst>
                  <a:ext uri="{FF2B5EF4-FFF2-40B4-BE49-F238E27FC236}">
                    <a16:creationId xmlns:a16="http://schemas.microsoft.com/office/drawing/2014/main" id="{DA9C2AE5-2D52-4E46-8FDD-FF60A070A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073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4" name="Oval 5537">
                <a:extLst>
                  <a:ext uri="{FF2B5EF4-FFF2-40B4-BE49-F238E27FC236}">
                    <a16:creationId xmlns:a16="http://schemas.microsoft.com/office/drawing/2014/main" id="{A7622895-0980-4ACF-A446-A1E85D4AC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2102"/>
                <a:ext cx="7" cy="5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5" name="Oval 5538">
                <a:extLst>
                  <a:ext uri="{FF2B5EF4-FFF2-40B4-BE49-F238E27FC236}">
                    <a16:creationId xmlns:a16="http://schemas.microsoft.com/office/drawing/2014/main" id="{334C2D7C-A95F-44BC-A615-66D340C47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09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6" name="Oval 5539">
                <a:extLst>
                  <a:ext uri="{FF2B5EF4-FFF2-40B4-BE49-F238E27FC236}">
                    <a16:creationId xmlns:a16="http://schemas.microsoft.com/office/drawing/2014/main" id="{F25ECF7A-38DC-4D95-9544-12118E11F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097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7" name="Oval 5540">
                <a:extLst>
                  <a:ext uri="{FF2B5EF4-FFF2-40B4-BE49-F238E27FC236}">
                    <a16:creationId xmlns:a16="http://schemas.microsoft.com/office/drawing/2014/main" id="{4DD4C955-0C6A-4B1B-9FB1-1E0999997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118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8" name="Oval 5541">
                <a:extLst>
                  <a:ext uri="{FF2B5EF4-FFF2-40B4-BE49-F238E27FC236}">
                    <a16:creationId xmlns:a16="http://schemas.microsoft.com/office/drawing/2014/main" id="{CFF0D6C3-871C-4EB6-AA54-611601F1F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4" y="211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89" name="Oval 5542">
                <a:extLst>
                  <a:ext uri="{FF2B5EF4-FFF2-40B4-BE49-F238E27FC236}">
                    <a16:creationId xmlns:a16="http://schemas.microsoft.com/office/drawing/2014/main" id="{E8159A4A-815E-41CF-8B94-C03462A7B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094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0" name="Oval 5543">
                <a:extLst>
                  <a:ext uri="{FF2B5EF4-FFF2-40B4-BE49-F238E27FC236}">
                    <a16:creationId xmlns:a16="http://schemas.microsoft.com/office/drawing/2014/main" id="{2FC2BBE1-1FF8-4DC0-AE88-5DF53B2FA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102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1" name="Oval 5544">
                <a:extLst>
                  <a:ext uri="{FF2B5EF4-FFF2-40B4-BE49-F238E27FC236}">
                    <a16:creationId xmlns:a16="http://schemas.microsoft.com/office/drawing/2014/main" id="{002FF612-91DF-4F97-8BD4-A0FC1FF1C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094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2" name="Oval 5545">
                <a:extLst>
                  <a:ext uri="{FF2B5EF4-FFF2-40B4-BE49-F238E27FC236}">
                    <a16:creationId xmlns:a16="http://schemas.microsoft.com/office/drawing/2014/main" id="{809FF722-3A9C-4147-A069-2D1F9725D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4" y="2086"/>
                <a:ext cx="7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3" name="Oval 5546">
                <a:extLst>
                  <a:ext uri="{FF2B5EF4-FFF2-40B4-BE49-F238E27FC236}">
                    <a16:creationId xmlns:a16="http://schemas.microsoft.com/office/drawing/2014/main" id="{21D28284-C724-4A86-8260-2825EA948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6" y="207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4" name="Oval 5547">
                <a:extLst>
                  <a:ext uri="{FF2B5EF4-FFF2-40B4-BE49-F238E27FC236}">
                    <a16:creationId xmlns:a16="http://schemas.microsoft.com/office/drawing/2014/main" id="{C06FB27D-547D-4B13-8BAE-B4C696D1C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070"/>
                <a:ext cx="7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5" name="Oval 5548">
                <a:extLst>
                  <a:ext uri="{FF2B5EF4-FFF2-40B4-BE49-F238E27FC236}">
                    <a16:creationId xmlns:a16="http://schemas.microsoft.com/office/drawing/2014/main" id="{51F33717-2A6D-4C39-873C-AD2FE8305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089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6" name="Oval 5549">
                <a:extLst>
                  <a:ext uri="{FF2B5EF4-FFF2-40B4-BE49-F238E27FC236}">
                    <a16:creationId xmlns:a16="http://schemas.microsoft.com/office/drawing/2014/main" id="{EA3EECAE-D9BB-45BC-848A-574AE467A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2102"/>
                <a:ext cx="8" cy="5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7" name="Oval 5550">
                <a:extLst>
                  <a:ext uri="{FF2B5EF4-FFF2-40B4-BE49-F238E27FC236}">
                    <a16:creationId xmlns:a16="http://schemas.microsoft.com/office/drawing/2014/main" id="{D0A48D2B-8004-4EB0-9D85-E31C9AF3E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11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8" name="Oval 5551">
                <a:extLst>
                  <a:ext uri="{FF2B5EF4-FFF2-40B4-BE49-F238E27FC236}">
                    <a16:creationId xmlns:a16="http://schemas.microsoft.com/office/drawing/2014/main" id="{98F07172-1465-4B69-97F2-3CD7BF62B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1" y="2115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999" name="Oval 5552">
                <a:extLst>
                  <a:ext uri="{FF2B5EF4-FFF2-40B4-BE49-F238E27FC236}">
                    <a16:creationId xmlns:a16="http://schemas.microsoft.com/office/drawing/2014/main" id="{61690A4E-8133-4B30-81A8-D1C9E5D5C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110"/>
                <a:ext cx="8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00" name="Oval 5553">
                <a:extLst>
                  <a:ext uri="{FF2B5EF4-FFF2-40B4-BE49-F238E27FC236}">
                    <a16:creationId xmlns:a16="http://schemas.microsoft.com/office/drawing/2014/main" id="{7A30CD4F-53D5-45D9-9D29-296DCA46E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4" y="2097"/>
                <a:ext cx="5" cy="8"/>
              </a:xfrm>
              <a:prstGeom prst="ellipse">
                <a:avLst/>
              </a:pr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01" name="Oval 5554">
                <a:extLst>
                  <a:ext uri="{FF2B5EF4-FFF2-40B4-BE49-F238E27FC236}">
                    <a16:creationId xmlns:a16="http://schemas.microsoft.com/office/drawing/2014/main" id="{F7BEB395-61CB-464B-9784-DC85B1850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9" y="2102"/>
                <a:ext cx="7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02" name="Oval 5555">
                <a:extLst>
                  <a:ext uri="{FF2B5EF4-FFF2-40B4-BE49-F238E27FC236}">
                    <a16:creationId xmlns:a16="http://schemas.microsoft.com/office/drawing/2014/main" id="{26CD974F-698E-4E7F-B5F9-E17619411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4" y="2094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03" name="Oval 5556">
                <a:extLst>
                  <a:ext uri="{FF2B5EF4-FFF2-40B4-BE49-F238E27FC236}">
                    <a16:creationId xmlns:a16="http://schemas.microsoft.com/office/drawing/2014/main" id="{5E893459-C423-4C64-BE70-65C6B9712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2107"/>
                <a:ext cx="8" cy="6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04" name="Oval 5557">
                <a:extLst>
                  <a:ext uri="{FF2B5EF4-FFF2-40B4-BE49-F238E27FC236}">
                    <a16:creationId xmlns:a16="http://schemas.microsoft.com/office/drawing/2014/main" id="{739FB9E5-1118-4BDC-B357-49C680C7C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2107"/>
                <a:ext cx="8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05" name="Oval 5558">
                <a:extLst>
                  <a:ext uri="{FF2B5EF4-FFF2-40B4-BE49-F238E27FC236}">
                    <a16:creationId xmlns:a16="http://schemas.microsoft.com/office/drawing/2014/main" id="{E15E64F7-9349-42E3-89CE-C2126E045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118"/>
                <a:ext cx="5" cy="8"/>
              </a:xfrm>
              <a:prstGeom prst="ellipse">
                <a:avLst/>
              </a:pr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0006" name="Freeform 5559">
                <a:extLst>
                  <a:ext uri="{FF2B5EF4-FFF2-40B4-BE49-F238E27FC236}">
                    <a16:creationId xmlns:a16="http://schemas.microsoft.com/office/drawing/2014/main" id="{C0740D26-BCF4-4958-AB2C-04B57D764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4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7" name="Freeform 5560">
                <a:extLst>
                  <a:ext uri="{FF2B5EF4-FFF2-40B4-BE49-F238E27FC236}">
                    <a16:creationId xmlns:a16="http://schemas.microsoft.com/office/drawing/2014/main" id="{011F22C7-2531-4C68-B000-FC8A7B4DD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2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8" name="Freeform 5561">
                <a:extLst>
                  <a:ext uri="{FF2B5EF4-FFF2-40B4-BE49-F238E27FC236}">
                    <a16:creationId xmlns:a16="http://schemas.microsoft.com/office/drawing/2014/main" id="{2381D733-E111-47AA-B592-2579E46F9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23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9" name="Freeform 5562">
                <a:extLst>
                  <a:ext uri="{FF2B5EF4-FFF2-40B4-BE49-F238E27FC236}">
                    <a16:creationId xmlns:a16="http://schemas.microsoft.com/office/drawing/2014/main" id="{515489A4-0C2B-4D50-8D0D-7061B7A20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2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0" name="Freeform 5563">
                <a:extLst>
                  <a:ext uri="{FF2B5EF4-FFF2-40B4-BE49-F238E27FC236}">
                    <a16:creationId xmlns:a16="http://schemas.microsoft.com/office/drawing/2014/main" id="{2169BDA3-762A-43CE-A836-9E238A930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206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1" name="Freeform 5564">
                <a:extLst>
                  <a:ext uri="{FF2B5EF4-FFF2-40B4-BE49-F238E27FC236}">
                    <a16:creationId xmlns:a16="http://schemas.microsoft.com/office/drawing/2014/main" id="{EBF86FA1-81DE-44B4-AA61-362FA6FBF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2" name="Freeform 5565">
                <a:extLst>
                  <a:ext uri="{FF2B5EF4-FFF2-40B4-BE49-F238E27FC236}">
                    <a16:creationId xmlns:a16="http://schemas.microsoft.com/office/drawing/2014/main" id="{890E82F8-0D9B-4BA3-81A9-C108A69C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4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3" name="Freeform 5566">
                <a:extLst>
                  <a:ext uri="{FF2B5EF4-FFF2-40B4-BE49-F238E27FC236}">
                    <a16:creationId xmlns:a16="http://schemas.microsoft.com/office/drawing/2014/main" id="{E64ADF31-7D68-4DCB-AA4D-53DE2C7E0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4" name="Freeform 5567">
                <a:extLst>
                  <a:ext uri="{FF2B5EF4-FFF2-40B4-BE49-F238E27FC236}">
                    <a16:creationId xmlns:a16="http://schemas.microsoft.com/office/drawing/2014/main" id="{63E7438C-806A-4D6E-B846-FA3E539D0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24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5" name="Freeform 5568">
                <a:extLst>
                  <a:ext uri="{FF2B5EF4-FFF2-40B4-BE49-F238E27FC236}">
                    <a16:creationId xmlns:a16="http://schemas.microsoft.com/office/drawing/2014/main" id="{CD4A469B-7B31-4F61-A1B8-DD9244733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6" name="Freeform 5569">
                <a:extLst>
                  <a:ext uri="{FF2B5EF4-FFF2-40B4-BE49-F238E27FC236}">
                    <a16:creationId xmlns:a16="http://schemas.microsoft.com/office/drawing/2014/main" id="{2002E023-164E-4085-83D9-E349659AE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5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7" name="Freeform 5570">
                <a:extLst>
                  <a:ext uri="{FF2B5EF4-FFF2-40B4-BE49-F238E27FC236}">
                    <a16:creationId xmlns:a16="http://schemas.microsoft.com/office/drawing/2014/main" id="{FAAF2666-B416-441A-A65A-E4A40578B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2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8" name="Freeform 5571">
                <a:extLst>
                  <a:ext uri="{FF2B5EF4-FFF2-40B4-BE49-F238E27FC236}">
                    <a16:creationId xmlns:a16="http://schemas.microsoft.com/office/drawing/2014/main" id="{274DC746-FD85-4E10-B986-02E58DA24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2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9" name="Freeform 5572">
                <a:extLst>
                  <a:ext uri="{FF2B5EF4-FFF2-40B4-BE49-F238E27FC236}">
                    <a16:creationId xmlns:a16="http://schemas.microsoft.com/office/drawing/2014/main" id="{F611265C-74F5-46E9-9410-E760D366B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2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0" name="Group 5573">
              <a:extLst>
                <a:ext uri="{FF2B5EF4-FFF2-40B4-BE49-F238E27FC236}">
                  <a16:creationId xmlns:a16="http://schemas.microsoft.com/office/drawing/2014/main" id="{04BFEDFA-E2E5-4113-B782-F66314E220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6" y="2051"/>
              <a:ext cx="360" cy="227"/>
              <a:chOff x="4236" y="2051"/>
              <a:chExt cx="360" cy="227"/>
            </a:xfrm>
          </p:grpSpPr>
          <p:sp>
            <p:nvSpPr>
              <p:cNvPr id="59620" name="Freeform 5574">
                <a:extLst>
                  <a:ext uri="{FF2B5EF4-FFF2-40B4-BE49-F238E27FC236}">
                    <a16:creationId xmlns:a16="http://schemas.microsoft.com/office/drawing/2014/main" id="{05FFA989-D81B-4270-8B2D-DEE97CAFF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2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1" name="Freeform 5575">
                <a:extLst>
                  <a:ext uri="{FF2B5EF4-FFF2-40B4-BE49-F238E27FC236}">
                    <a16:creationId xmlns:a16="http://schemas.microsoft.com/office/drawing/2014/main" id="{DBB475D7-3625-4FF9-86B4-93790040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2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2" name="Freeform 5576">
                <a:extLst>
                  <a:ext uri="{FF2B5EF4-FFF2-40B4-BE49-F238E27FC236}">
                    <a16:creationId xmlns:a16="http://schemas.microsoft.com/office/drawing/2014/main" id="{EA708CA3-C564-4602-BCE9-B76BB61EE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21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3" name="Freeform 5577">
                <a:extLst>
                  <a:ext uri="{FF2B5EF4-FFF2-40B4-BE49-F238E27FC236}">
                    <a16:creationId xmlns:a16="http://schemas.microsoft.com/office/drawing/2014/main" id="{298B1009-AB25-48B0-A9B7-0277D3CE6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21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4" name="Freeform 5578">
                <a:extLst>
                  <a:ext uri="{FF2B5EF4-FFF2-40B4-BE49-F238E27FC236}">
                    <a16:creationId xmlns:a16="http://schemas.microsoft.com/office/drawing/2014/main" id="{3F2533C1-92B1-4503-90F3-CFC1ED3F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198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5" name="Freeform 5579">
                <a:extLst>
                  <a:ext uri="{FF2B5EF4-FFF2-40B4-BE49-F238E27FC236}">
                    <a16:creationId xmlns:a16="http://schemas.microsoft.com/office/drawing/2014/main" id="{C85DAE9D-0165-4678-9AE5-AA18A6AD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18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6" name="Freeform 5580">
                <a:extLst>
                  <a:ext uri="{FF2B5EF4-FFF2-40B4-BE49-F238E27FC236}">
                    <a16:creationId xmlns:a16="http://schemas.microsoft.com/office/drawing/2014/main" id="{37156578-D4C0-49A2-BD15-B836C6ADF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20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7" name="Freeform 5581">
                <a:extLst>
                  <a:ext uri="{FF2B5EF4-FFF2-40B4-BE49-F238E27FC236}">
                    <a16:creationId xmlns:a16="http://schemas.microsoft.com/office/drawing/2014/main" id="{74C6D0E0-4BE0-45E2-8E13-5E11F58C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209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8" name="Freeform 5582">
                <a:extLst>
                  <a:ext uri="{FF2B5EF4-FFF2-40B4-BE49-F238E27FC236}">
                    <a16:creationId xmlns:a16="http://schemas.microsoft.com/office/drawing/2014/main" id="{06D2575A-8990-442A-8A6F-5C797A422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9" name="Freeform 5583">
                <a:extLst>
                  <a:ext uri="{FF2B5EF4-FFF2-40B4-BE49-F238E27FC236}">
                    <a16:creationId xmlns:a16="http://schemas.microsoft.com/office/drawing/2014/main" id="{9FA5067B-39B9-4138-A111-14BD29883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19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0" name="Freeform 5584">
                <a:extLst>
                  <a:ext uri="{FF2B5EF4-FFF2-40B4-BE49-F238E27FC236}">
                    <a16:creationId xmlns:a16="http://schemas.microsoft.com/office/drawing/2014/main" id="{F7690613-5CBA-4D5E-8EC4-06573A82F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1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1" name="Freeform 5585">
                <a:extLst>
                  <a:ext uri="{FF2B5EF4-FFF2-40B4-BE49-F238E27FC236}">
                    <a16:creationId xmlns:a16="http://schemas.microsoft.com/office/drawing/2014/main" id="{7C7AF5A6-905F-4A4B-97D3-A1EA0D705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23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2" name="Freeform 5586">
                <a:extLst>
                  <a:ext uri="{FF2B5EF4-FFF2-40B4-BE49-F238E27FC236}">
                    <a16:creationId xmlns:a16="http://schemas.microsoft.com/office/drawing/2014/main" id="{C252477D-4594-4E76-89FC-99A259CCC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4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3" name="Freeform 5587">
                <a:extLst>
                  <a:ext uri="{FF2B5EF4-FFF2-40B4-BE49-F238E27FC236}">
                    <a16:creationId xmlns:a16="http://schemas.microsoft.com/office/drawing/2014/main" id="{12F26801-3456-41F6-AB2F-B2510F291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2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4" name="Freeform 5588">
                <a:extLst>
                  <a:ext uri="{FF2B5EF4-FFF2-40B4-BE49-F238E27FC236}">
                    <a16:creationId xmlns:a16="http://schemas.microsoft.com/office/drawing/2014/main" id="{66BA6455-5FB7-413C-970C-3B8AA743D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5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5" name="Freeform 5589">
                <a:extLst>
                  <a:ext uri="{FF2B5EF4-FFF2-40B4-BE49-F238E27FC236}">
                    <a16:creationId xmlns:a16="http://schemas.microsoft.com/office/drawing/2014/main" id="{D81C9B9E-48B7-417D-9FF9-BB30B44B0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2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6" name="Freeform 5590">
                <a:extLst>
                  <a:ext uri="{FF2B5EF4-FFF2-40B4-BE49-F238E27FC236}">
                    <a16:creationId xmlns:a16="http://schemas.microsoft.com/office/drawing/2014/main" id="{E6EE4583-3E5A-4D5D-B68D-D17241B5B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25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7" name="Freeform 5591">
                <a:extLst>
                  <a:ext uri="{FF2B5EF4-FFF2-40B4-BE49-F238E27FC236}">
                    <a16:creationId xmlns:a16="http://schemas.microsoft.com/office/drawing/2014/main" id="{BCD7B547-5EB7-465A-A8D5-5CDEBAD8D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2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8" name="Freeform 5592">
                <a:extLst>
                  <a:ext uri="{FF2B5EF4-FFF2-40B4-BE49-F238E27FC236}">
                    <a16:creationId xmlns:a16="http://schemas.microsoft.com/office/drawing/2014/main" id="{E09B290C-6080-4E9B-AF6A-ADE5953A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233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9" name="Freeform 5593">
                <a:extLst>
                  <a:ext uri="{FF2B5EF4-FFF2-40B4-BE49-F238E27FC236}">
                    <a16:creationId xmlns:a16="http://schemas.microsoft.com/office/drawing/2014/main" id="{0E5E5101-B813-4CFA-AC17-105B9E340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2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0" name="Freeform 5594">
                <a:extLst>
                  <a:ext uri="{FF2B5EF4-FFF2-40B4-BE49-F238E27FC236}">
                    <a16:creationId xmlns:a16="http://schemas.microsoft.com/office/drawing/2014/main" id="{C2B78B0F-B401-4C9D-AF82-A2413525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2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1" name="Freeform 5595">
                <a:extLst>
                  <a:ext uri="{FF2B5EF4-FFF2-40B4-BE49-F238E27FC236}">
                    <a16:creationId xmlns:a16="http://schemas.microsoft.com/office/drawing/2014/main" id="{B09637B4-FB58-43E3-99B3-835AE9697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2" name="Freeform 5596">
                <a:extLst>
                  <a:ext uri="{FF2B5EF4-FFF2-40B4-BE49-F238E27FC236}">
                    <a16:creationId xmlns:a16="http://schemas.microsoft.com/office/drawing/2014/main" id="{DA956520-CB62-4249-8A72-E6990DBD4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23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3" name="Freeform 5597">
                <a:extLst>
                  <a:ext uri="{FF2B5EF4-FFF2-40B4-BE49-F238E27FC236}">
                    <a16:creationId xmlns:a16="http://schemas.microsoft.com/office/drawing/2014/main" id="{3CA7C558-69E4-4ABB-AA2C-39EAC5754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2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4" name="Freeform 5598">
                <a:extLst>
                  <a:ext uri="{FF2B5EF4-FFF2-40B4-BE49-F238E27FC236}">
                    <a16:creationId xmlns:a16="http://schemas.microsoft.com/office/drawing/2014/main" id="{8F37B1D3-EF64-41F5-87F9-824E3BCBB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21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5" name="Freeform 5599">
                <a:extLst>
                  <a:ext uri="{FF2B5EF4-FFF2-40B4-BE49-F238E27FC236}">
                    <a16:creationId xmlns:a16="http://schemas.microsoft.com/office/drawing/2014/main" id="{F39ACF28-CC02-46E7-8DE4-363453C51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20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6" name="Freeform 5600">
                <a:extLst>
                  <a:ext uri="{FF2B5EF4-FFF2-40B4-BE49-F238E27FC236}">
                    <a16:creationId xmlns:a16="http://schemas.microsoft.com/office/drawing/2014/main" id="{1509945D-1B8C-411B-BAB3-E9EF1D4FF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2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7" name="Freeform 5601">
                <a:extLst>
                  <a:ext uri="{FF2B5EF4-FFF2-40B4-BE49-F238E27FC236}">
                    <a16:creationId xmlns:a16="http://schemas.microsoft.com/office/drawing/2014/main" id="{01DEE989-B443-4D34-B7D4-B62D030E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18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8" name="Freeform 5602">
                <a:extLst>
                  <a:ext uri="{FF2B5EF4-FFF2-40B4-BE49-F238E27FC236}">
                    <a16:creationId xmlns:a16="http://schemas.microsoft.com/office/drawing/2014/main" id="{95B7A3B6-106E-4A53-8E2E-E04E8428F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1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9" name="Freeform 5603">
                <a:extLst>
                  <a:ext uri="{FF2B5EF4-FFF2-40B4-BE49-F238E27FC236}">
                    <a16:creationId xmlns:a16="http://schemas.microsoft.com/office/drawing/2014/main" id="{FCA8569D-BD53-42D7-9656-A82B40B13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1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0" name="Freeform 5604">
                <a:extLst>
                  <a:ext uri="{FF2B5EF4-FFF2-40B4-BE49-F238E27FC236}">
                    <a16:creationId xmlns:a16="http://schemas.microsoft.com/office/drawing/2014/main" id="{AB0C9B78-4194-43CF-AB1A-BD85D2DDA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20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1" name="Freeform 5605">
                <a:extLst>
                  <a:ext uri="{FF2B5EF4-FFF2-40B4-BE49-F238E27FC236}">
                    <a16:creationId xmlns:a16="http://schemas.microsoft.com/office/drawing/2014/main" id="{2E30FD04-9654-4009-9756-DF3A696B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24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2" name="Freeform 5606">
                <a:extLst>
                  <a:ext uri="{FF2B5EF4-FFF2-40B4-BE49-F238E27FC236}">
                    <a16:creationId xmlns:a16="http://schemas.microsoft.com/office/drawing/2014/main" id="{044DB03A-9A94-477B-BD50-D137E19CC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241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3" name="Freeform 5607">
                <a:extLst>
                  <a:ext uri="{FF2B5EF4-FFF2-40B4-BE49-F238E27FC236}">
                    <a16:creationId xmlns:a16="http://schemas.microsoft.com/office/drawing/2014/main" id="{544EE3CB-274C-457C-9CC9-5E1E67394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12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4" name="Freeform 5608">
                <a:extLst>
                  <a:ext uri="{FF2B5EF4-FFF2-40B4-BE49-F238E27FC236}">
                    <a16:creationId xmlns:a16="http://schemas.microsoft.com/office/drawing/2014/main" id="{889A6427-B1C5-44BE-86E8-379782E5E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16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5" name="Freeform 5609">
                <a:extLst>
                  <a:ext uri="{FF2B5EF4-FFF2-40B4-BE49-F238E27FC236}">
                    <a16:creationId xmlns:a16="http://schemas.microsoft.com/office/drawing/2014/main" id="{628FC1A7-B633-48A7-8DCF-53B7D7827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187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6" name="Freeform 5610">
                <a:extLst>
                  <a:ext uri="{FF2B5EF4-FFF2-40B4-BE49-F238E27FC236}">
                    <a16:creationId xmlns:a16="http://schemas.microsoft.com/office/drawing/2014/main" id="{D70C98A2-8685-4039-9740-BE3756A0D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1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7" name="Freeform 5611">
                <a:extLst>
                  <a:ext uri="{FF2B5EF4-FFF2-40B4-BE49-F238E27FC236}">
                    <a16:creationId xmlns:a16="http://schemas.microsoft.com/office/drawing/2014/main" id="{E82B2EBF-DADF-43D5-AD76-4A154E5B1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1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8" name="Freeform 5612">
                <a:extLst>
                  <a:ext uri="{FF2B5EF4-FFF2-40B4-BE49-F238E27FC236}">
                    <a16:creationId xmlns:a16="http://schemas.microsoft.com/office/drawing/2014/main" id="{F78F5A15-7261-414A-B07C-A99C38212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19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9" name="Freeform 5613">
                <a:extLst>
                  <a:ext uri="{FF2B5EF4-FFF2-40B4-BE49-F238E27FC236}">
                    <a16:creationId xmlns:a16="http://schemas.microsoft.com/office/drawing/2014/main" id="{1FCAEA85-DFD7-4C62-87A6-B1F146C9B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17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0" name="Freeform 5614">
                <a:extLst>
                  <a:ext uri="{FF2B5EF4-FFF2-40B4-BE49-F238E27FC236}">
                    <a16:creationId xmlns:a16="http://schemas.microsoft.com/office/drawing/2014/main" id="{66A21699-B392-4D58-9319-A886B81C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16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1" name="Freeform 5615">
                <a:extLst>
                  <a:ext uri="{FF2B5EF4-FFF2-40B4-BE49-F238E27FC236}">
                    <a16:creationId xmlns:a16="http://schemas.microsoft.com/office/drawing/2014/main" id="{DA88BA24-6B29-4746-AC7C-2F71D40AB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17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2" name="Freeform 5616">
                <a:extLst>
                  <a:ext uri="{FF2B5EF4-FFF2-40B4-BE49-F238E27FC236}">
                    <a16:creationId xmlns:a16="http://schemas.microsoft.com/office/drawing/2014/main" id="{4607DE3A-1FC3-4EAB-8D0B-AD95BAB7A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1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3" name="Freeform 5617">
                <a:extLst>
                  <a:ext uri="{FF2B5EF4-FFF2-40B4-BE49-F238E27FC236}">
                    <a16:creationId xmlns:a16="http://schemas.microsoft.com/office/drawing/2014/main" id="{3CFAEA4E-B3F7-45EF-96FE-121D3E858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17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4" name="Freeform 5618">
                <a:extLst>
                  <a:ext uri="{FF2B5EF4-FFF2-40B4-BE49-F238E27FC236}">
                    <a16:creationId xmlns:a16="http://schemas.microsoft.com/office/drawing/2014/main" id="{EA08253C-2C29-4FA4-B9A4-2FEC54A78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161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5" name="Freeform 5619">
                <a:extLst>
                  <a:ext uri="{FF2B5EF4-FFF2-40B4-BE49-F238E27FC236}">
                    <a16:creationId xmlns:a16="http://schemas.microsoft.com/office/drawing/2014/main" id="{993C909C-1313-41F1-A6E4-5E64EBF28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1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6" name="Freeform 5620">
                <a:extLst>
                  <a:ext uri="{FF2B5EF4-FFF2-40B4-BE49-F238E27FC236}">
                    <a16:creationId xmlns:a16="http://schemas.microsoft.com/office/drawing/2014/main" id="{F8A482B1-1DDF-4C66-8190-934E31C7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13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7" name="Freeform 5621">
                <a:extLst>
                  <a:ext uri="{FF2B5EF4-FFF2-40B4-BE49-F238E27FC236}">
                    <a16:creationId xmlns:a16="http://schemas.microsoft.com/office/drawing/2014/main" id="{E639AF4A-496B-47F8-A88A-377EB47D8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18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8" name="Freeform 5622">
                <a:extLst>
                  <a:ext uri="{FF2B5EF4-FFF2-40B4-BE49-F238E27FC236}">
                    <a16:creationId xmlns:a16="http://schemas.microsoft.com/office/drawing/2014/main" id="{CA74A93F-2755-4ECF-9606-20EB7579F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19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9" name="Freeform 5623">
                <a:extLst>
                  <a:ext uri="{FF2B5EF4-FFF2-40B4-BE49-F238E27FC236}">
                    <a16:creationId xmlns:a16="http://schemas.microsoft.com/office/drawing/2014/main" id="{60065E50-D0E8-467B-9066-A1F1F81FE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1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0" name="Freeform 5624">
                <a:extLst>
                  <a:ext uri="{FF2B5EF4-FFF2-40B4-BE49-F238E27FC236}">
                    <a16:creationId xmlns:a16="http://schemas.microsoft.com/office/drawing/2014/main" id="{FC0B5078-9C3B-4B96-BE2F-CF947F123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1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1" name="Freeform 5625">
                <a:extLst>
                  <a:ext uri="{FF2B5EF4-FFF2-40B4-BE49-F238E27FC236}">
                    <a16:creationId xmlns:a16="http://schemas.microsoft.com/office/drawing/2014/main" id="{8A26FB4F-7C4E-4DEA-A8F8-76D86D6B8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16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2" name="Freeform 5626">
                <a:extLst>
                  <a:ext uri="{FF2B5EF4-FFF2-40B4-BE49-F238E27FC236}">
                    <a16:creationId xmlns:a16="http://schemas.microsoft.com/office/drawing/2014/main" id="{368773AC-7D32-4165-BBE0-B36E17292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1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3" name="Freeform 5627">
                <a:extLst>
                  <a:ext uri="{FF2B5EF4-FFF2-40B4-BE49-F238E27FC236}">
                    <a16:creationId xmlns:a16="http://schemas.microsoft.com/office/drawing/2014/main" id="{9E741D8A-B114-409E-9D01-AF034B6D7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1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4" name="Freeform 5628">
                <a:extLst>
                  <a:ext uri="{FF2B5EF4-FFF2-40B4-BE49-F238E27FC236}">
                    <a16:creationId xmlns:a16="http://schemas.microsoft.com/office/drawing/2014/main" id="{B2774591-FD25-46A5-8EE3-EE2132695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5" name="Freeform 5629">
                <a:extLst>
                  <a:ext uri="{FF2B5EF4-FFF2-40B4-BE49-F238E27FC236}">
                    <a16:creationId xmlns:a16="http://schemas.microsoft.com/office/drawing/2014/main" id="{4F96E74F-3B2B-4BCD-AD3F-14731DAA7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14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6" name="Freeform 5630">
                <a:extLst>
                  <a:ext uri="{FF2B5EF4-FFF2-40B4-BE49-F238E27FC236}">
                    <a16:creationId xmlns:a16="http://schemas.microsoft.com/office/drawing/2014/main" id="{59F66BDB-9C8D-4349-8348-BA0AAB2F7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7" name="Freeform 5631">
                <a:extLst>
                  <a:ext uri="{FF2B5EF4-FFF2-40B4-BE49-F238E27FC236}">
                    <a16:creationId xmlns:a16="http://schemas.microsoft.com/office/drawing/2014/main" id="{524767B8-E2EF-4E49-B5F4-DBBBCE7D8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1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8" name="Freeform 5632">
                <a:extLst>
                  <a:ext uri="{FF2B5EF4-FFF2-40B4-BE49-F238E27FC236}">
                    <a16:creationId xmlns:a16="http://schemas.microsoft.com/office/drawing/2014/main" id="{63D0E23D-29A6-4530-ABE8-7D82A823D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1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9" name="Freeform 5633">
                <a:extLst>
                  <a:ext uri="{FF2B5EF4-FFF2-40B4-BE49-F238E27FC236}">
                    <a16:creationId xmlns:a16="http://schemas.microsoft.com/office/drawing/2014/main" id="{9E00672A-4784-4188-8103-6F375F7C9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1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0" name="Freeform 5634">
                <a:extLst>
                  <a:ext uri="{FF2B5EF4-FFF2-40B4-BE49-F238E27FC236}">
                    <a16:creationId xmlns:a16="http://schemas.microsoft.com/office/drawing/2014/main" id="{820B8DE6-8668-44F9-AE3B-B75E71E62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1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1" name="Freeform 5635">
                <a:extLst>
                  <a:ext uri="{FF2B5EF4-FFF2-40B4-BE49-F238E27FC236}">
                    <a16:creationId xmlns:a16="http://schemas.microsoft.com/office/drawing/2014/main" id="{48D8EACC-FBFE-472B-A720-29427B187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2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2" name="Freeform 5636">
                <a:extLst>
                  <a:ext uri="{FF2B5EF4-FFF2-40B4-BE49-F238E27FC236}">
                    <a16:creationId xmlns:a16="http://schemas.microsoft.com/office/drawing/2014/main" id="{BC2B69C1-FE91-4955-BC7A-98877737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2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3" name="Freeform 5637">
                <a:extLst>
                  <a:ext uri="{FF2B5EF4-FFF2-40B4-BE49-F238E27FC236}">
                    <a16:creationId xmlns:a16="http://schemas.microsoft.com/office/drawing/2014/main" id="{FD4349DB-ECD7-4244-83E3-67F005FD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21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4" name="Freeform 5638">
                <a:extLst>
                  <a:ext uri="{FF2B5EF4-FFF2-40B4-BE49-F238E27FC236}">
                    <a16:creationId xmlns:a16="http://schemas.microsoft.com/office/drawing/2014/main" id="{9ED24678-3904-4EEA-9534-F14858B35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20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5" name="Freeform 5639">
                <a:extLst>
                  <a:ext uri="{FF2B5EF4-FFF2-40B4-BE49-F238E27FC236}">
                    <a16:creationId xmlns:a16="http://schemas.microsoft.com/office/drawing/2014/main" id="{ECF33996-0F2F-4CF7-803B-7BC7AFFD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19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6" name="Freeform 5640">
                <a:extLst>
                  <a:ext uri="{FF2B5EF4-FFF2-40B4-BE49-F238E27FC236}">
                    <a16:creationId xmlns:a16="http://schemas.microsoft.com/office/drawing/2014/main" id="{E896C4A4-C1EC-452B-AA8D-131AC5D8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20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7" name="Freeform 5641">
                <a:extLst>
                  <a:ext uri="{FF2B5EF4-FFF2-40B4-BE49-F238E27FC236}">
                    <a16:creationId xmlns:a16="http://schemas.microsoft.com/office/drawing/2014/main" id="{A61C55E0-89B7-4B6B-867D-F3D40236A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2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8" name="Freeform 5642">
                <a:extLst>
                  <a:ext uri="{FF2B5EF4-FFF2-40B4-BE49-F238E27FC236}">
                    <a16:creationId xmlns:a16="http://schemas.microsoft.com/office/drawing/2014/main" id="{4BC0CEEF-5CA8-4588-822B-F007282A0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9" name="Freeform 5643">
                <a:extLst>
                  <a:ext uri="{FF2B5EF4-FFF2-40B4-BE49-F238E27FC236}">
                    <a16:creationId xmlns:a16="http://schemas.microsoft.com/office/drawing/2014/main" id="{580A424D-AB6F-4ADB-9BED-64BE24D13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0" name="Freeform 5644">
                <a:extLst>
                  <a:ext uri="{FF2B5EF4-FFF2-40B4-BE49-F238E27FC236}">
                    <a16:creationId xmlns:a16="http://schemas.microsoft.com/office/drawing/2014/main" id="{FCAA5D24-5686-446E-84EA-147A0E30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2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1" name="Freeform 5645">
                <a:extLst>
                  <a:ext uri="{FF2B5EF4-FFF2-40B4-BE49-F238E27FC236}">
                    <a16:creationId xmlns:a16="http://schemas.microsoft.com/office/drawing/2014/main" id="{9FDCF8AE-3BA3-4610-BB31-DF4D99533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225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2" name="Freeform 5646">
                <a:extLst>
                  <a:ext uri="{FF2B5EF4-FFF2-40B4-BE49-F238E27FC236}">
                    <a16:creationId xmlns:a16="http://schemas.microsoft.com/office/drawing/2014/main" id="{7D70E01B-39DA-44DE-9E11-B05C231FE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2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3" name="Freeform 5647">
                <a:extLst>
                  <a:ext uri="{FF2B5EF4-FFF2-40B4-BE49-F238E27FC236}">
                    <a16:creationId xmlns:a16="http://schemas.microsoft.com/office/drawing/2014/main" id="{C4CCD36F-82C4-4F9A-82CA-F8E89A62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1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4" name="Freeform 5648">
                <a:extLst>
                  <a:ext uri="{FF2B5EF4-FFF2-40B4-BE49-F238E27FC236}">
                    <a16:creationId xmlns:a16="http://schemas.microsoft.com/office/drawing/2014/main" id="{81A85D2E-B4E8-4747-BF9E-4015DFFD0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5" name="Freeform 5649">
                <a:extLst>
                  <a:ext uri="{FF2B5EF4-FFF2-40B4-BE49-F238E27FC236}">
                    <a16:creationId xmlns:a16="http://schemas.microsoft.com/office/drawing/2014/main" id="{EF914E7E-D530-4E5D-BB34-B5B71C44C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217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6" name="Freeform 5650">
                <a:extLst>
                  <a:ext uri="{FF2B5EF4-FFF2-40B4-BE49-F238E27FC236}">
                    <a16:creationId xmlns:a16="http://schemas.microsoft.com/office/drawing/2014/main" id="{D65F14F8-6F1C-4B15-964C-53DE64F66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2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7" name="Freeform 5651">
                <a:extLst>
                  <a:ext uri="{FF2B5EF4-FFF2-40B4-BE49-F238E27FC236}">
                    <a16:creationId xmlns:a16="http://schemas.microsoft.com/office/drawing/2014/main" id="{0DCF6A7F-AB76-4C56-86DC-0FB72DE04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2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8" name="Freeform 5652">
                <a:extLst>
                  <a:ext uri="{FF2B5EF4-FFF2-40B4-BE49-F238E27FC236}">
                    <a16:creationId xmlns:a16="http://schemas.microsoft.com/office/drawing/2014/main" id="{790C2C4D-6FB3-4315-B227-4412998F2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201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12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9" name="Freeform 5653">
                <a:extLst>
                  <a:ext uri="{FF2B5EF4-FFF2-40B4-BE49-F238E27FC236}">
                    <a16:creationId xmlns:a16="http://schemas.microsoft.com/office/drawing/2014/main" id="{8701C2DF-F63F-44EC-B87D-CD2E1AFBF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1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0" name="Freeform 5654">
                <a:extLst>
                  <a:ext uri="{FF2B5EF4-FFF2-40B4-BE49-F238E27FC236}">
                    <a16:creationId xmlns:a16="http://schemas.microsoft.com/office/drawing/2014/main" id="{AC31175E-FBA6-41B4-ACE4-B690D1F4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182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1" name="Freeform 5655">
                <a:extLst>
                  <a:ext uri="{FF2B5EF4-FFF2-40B4-BE49-F238E27FC236}">
                    <a16:creationId xmlns:a16="http://schemas.microsoft.com/office/drawing/2014/main" id="{5F2FBB6F-79B7-4EE5-A1C8-DCABF956C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17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2" name="Freeform 5656">
                <a:extLst>
                  <a:ext uri="{FF2B5EF4-FFF2-40B4-BE49-F238E27FC236}">
                    <a16:creationId xmlns:a16="http://schemas.microsoft.com/office/drawing/2014/main" id="{8284A066-CD99-4F38-835F-FC68A959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185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3" name="Freeform 5657">
                <a:extLst>
                  <a:ext uri="{FF2B5EF4-FFF2-40B4-BE49-F238E27FC236}">
                    <a16:creationId xmlns:a16="http://schemas.microsoft.com/office/drawing/2014/main" id="{3367F2F8-7D45-4A67-B126-4AEF71C26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19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4" name="Freeform 5658">
                <a:extLst>
                  <a:ext uri="{FF2B5EF4-FFF2-40B4-BE49-F238E27FC236}">
                    <a16:creationId xmlns:a16="http://schemas.microsoft.com/office/drawing/2014/main" id="{3B4E33AD-5F09-4639-B75E-B6223C170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1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5" name="Freeform 5659">
                <a:extLst>
                  <a:ext uri="{FF2B5EF4-FFF2-40B4-BE49-F238E27FC236}">
                    <a16:creationId xmlns:a16="http://schemas.microsoft.com/office/drawing/2014/main" id="{0F63D4A6-7062-460F-B247-69AC9C901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1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6" name="Freeform 5660">
                <a:extLst>
                  <a:ext uri="{FF2B5EF4-FFF2-40B4-BE49-F238E27FC236}">
                    <a16:creationId xmlns:a16="http://schemas.microsoft.com/office/drawing/2014/main" id="{17C2129D-93B0-497D-B574-0328043AA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1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7" name="Freeform 5661">
                <a:extLst>
                  <a:ext uri="{FF2B5EF4-FFF2-40B4-BE49-F238E27FC236}">
                    <a16:creationId xmlns:a16="http://schemas.microsoft.com/office/drawing/2014/main" id="{0D8EABCB-7D7E-45BB-AE2C-90A7FB983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8" name="Freeform 5662">
                <a:extLst>
                  <a:ext uri="{FF2B5EF4-FFF2-40B4-BE49-F238E27FC236}">
                    <a16:creationId xmlns:a16="http://schemas.microsoft.com/office/drawing/2014/main" id="{2AA6C86D-4C0F-4AEF-977E-D373632F8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227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9" name="Freeform 5663">
                <a:extLst>
                  <a:ext uri="{FF2B5EF4-FFF2-40B4-BE49-F238E27FC236}">
                    <a16:creationId xmlns:a16="http://schemas.microsoft.com/office/drawing/2014/main" id="{FFF50AB2-ACB9-44F1-87AC-6A8042D72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23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0" name="Freeform 5664">
                <a:extLst>
                  <a:ext uri="{FF2B5EF4-FFF2-40B4-BE49-F238E27FC236}">
                    <a16:creationId xmlns:a16="http://schemas.microsoft.com/office/drawing/2014/main" id="{6162520E-A3C9-47A7-985D-3FC7ADE0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2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1" name="Freeform 5665">
                <a:extLst>
                  <a:ext uri="{FF2B5EF4-FFF2-40B4-BE49-F238E27FC236}">
                    <a16:creationId xmlns:a16="http://schemas.microsoft.com/office/drawing/2014/main" id="{0AFA5A3C-5428-46A0-B429-BDA8322B2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21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2" name="Freeform 5666">
                <a:extLst>
                  <a:ext uri="{FF2B5EF4-FFF2-40B4-BE49-F238E27FC236}">
                    <a16:creationId xmlns:a16="http://schemas.microsoft.com/office/drawing/2014/main" id="{62F8CE69-3BB1-4EFB-A435-F8BC2E849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20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3" name="Freeform 5667">
                <a:extLst>
                  <a:ext uri="{FF2B5EF4-FFF2-40B4-BE49-F238E27FC236}">
                    <a16:creationId xmlns:a16="http://schemas.microsoft.com/office/drawing/2014/main" id="{ACBDE8E6-53D3-4B35-B9D7-3AB11D9F3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19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4" name="Freeform 5668">
                <a:extLst>
                  <a:ext uri="{FF2B5EF4-FFF2-40B4-BE49-F238E27FC236}">
                    <a16:creationId xmlns:a16="http://schemas.microsoft.com/office/drawing/2014/main" id="{956C3E56-5C88-4EAC-B5B3-8998617EF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18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5" name="Freeform 5669">
                <a:extLst>
                  <a:ext uri="{FF2B5EF4-FFF2-40B4-BE49-F238E27FC236}">
                    <a16:creationId xmlns:a16="http://schemas.microsoft.com/office/drawing/2014/main" id="{D7661F5D-3563-4FC4-A849-C9D789261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14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21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6" name="Freeform 5670">
                <a:extLst>
                  <a:ext uri="{FF2B5EF4-FFF2-40B4-BE49-F238E27FC236}">
                    <a16:creationId xmlns:a16="http://schemas.microsoft.com/office/drawing/2014/main" id="{251952E9-A424-4ED1-880B-386335D9D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19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7" name="Freeform 5671">
                <a:extLst>
                  <a:ext uri="{FF2B5EF4-FFF2-40B4-BE49-F238E27FC236}">
                    <a16:creationId xmlns:a16="http://schemas.microsoft.com/office/drawing/2014/main" id="{98E1B132-092C-4881-942F-D09A10FC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20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8" name="Freeform 5672">
                <a:extLst>
                  <a:ext uri="{FF2B5EF4-FFF2-40B4-BE49-F238E27FC236}">
                    <a16:creationId xmlns:a16="http://schemas.microsoft.com/office/drawing/2014/main" id="{B549FAE9-DAB3-4FC8-83A4-2510F9A07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19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9" name="Freeform 5673">
                <a:extLst>
                  <a:ext uri="{FF2B5EF4-FFF2-40B4-BE49-F238E27FC236}">
                    <a16:creationId xmlns:a16="http://schemas.microsoft.com/office/drawing/2014/main" id="{7DF5127D-8A89-4D70-94F7-46FF47450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19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0" name="Freeform 5674">
                <a:extLst>
                  <a:ext uri="{FF2B5EF4-FFF2-40B4-BE49-F238E27FC236}">
                    <a16:creationId xmlns:a16="http://schemas.microsoft.com/office/drawing/2014/main" id="{1E4C7F5B-B7B6-4421-B292-2999A668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1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1" name="Freeform 5675">
                <a:extLst>
                  <a:ext uri="{FF2B5EF4-FFF2-40B4-BE49-F238E27FC236}">
                    <a16:creationId xmlns:a16="http://schemas.microsoft.com/office/drawing/2014/main" id="{83D82DAB-C04E-4B1F-AB55-FB57D9907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19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2" name="Freeform 5676">
                <a:extLst>
                  <a:ext uri="{FF2B5EF4-FFF2-40B4-BE49-F238E27FC236}">
                    <a16:creationId xmlns:a16="http://schemas.microsoft.com/office/drawing/2014/main" id="{2FCAD91C-6BF7-4841-9610-4D7B878C1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18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3" name="Freeform 5677">
                <a:extLst>
                  <a:ext uri="{FF2B5EF4-FFF2-40B4-BE49-F238E27FC236}">
                    <a16:creationId xmlns:a16="http://schemas.microsoft.com/office/drawing/2014/main" id="{A710C47B-687B-4726-867D-60224630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13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4" name="Freeform 5678">
                <a:extLst>
                  <a:ext uri="{FF2B5EF4-FFF2-40B4-BE49-F238E27FC236}">
                    <a16:creationId xmlns:a16="http://schemas.microsoft.com/office/drawing/2014/main" id="{E63A96CB-A318-473F-9F00-6618A8A76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166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21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5" name="Freeform 5679">
                <a:extLst>
                  <a:ext uri="{FF2B5EF4-FFF2-40B4-BE49-F238E27FC236}">
                    <a16:creationId xmlns:a16="http://schemas.microsoft.com/office/drawing/2014/main" id="{ED0885B0-600A-4CA5-81A1-6A1F6A611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174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6" name="Freeform 5680">
                <a:extLst>
                  <a:ext uri="{FF2B5EF4-FFF2-40B4-BE49-F238E27FC236}">
                    <a16:creationId xmlns:a16="http://schemas.microsoft.com/office/drawing/2014/main" id="{9E5021BD-3910-4630-95B6-1B6A105D2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177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7" name="Freeform 5681">
                <a:extLst>
                  <a:ext uri="{FF2B5EF4-FFF2-40B4-BE49-F238E27FC236}">
                    <a16:creationId xmlns:a16="http://schemas.microsoft.com/office/drawing/2014/main" id="{18346D36-B224-4E11-BCAF-49BEB1A65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1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8" name="Freeform 5682">
                <a:extLst>
                  <a:ext uri="{FF2B5EF4-FFF2-40B4-BE49-F238E27FC236}">
                    <a16:creationId xmlns:a16="http://schemas.microsoft.com/office/drawing/2014/main" id="{70034607-DDC8-4DFE-B6FC-E5EE209D3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17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9" name="Freeform 5683">
                <a:extLst>
                  <a:ext uri="{FF2B5EF4-FFF2-40B4-BE49-F238E27FC236}">
                    <a16:creationId xmlns:a16="http://schemas.microsoft.com/office/drawing/2014/main" id="{111C7E55-B25B-4F80-AEFC-F4A204519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1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0" name="Freeform 5684">
                <a:extLst>
                  <a:ext uri="{FF2B5EF4-FFF2-40B4-BE49-F238E27FC236}">
                    <a16:creationId xmlns:a16="http://schemas.microsoft.com/office/drawing/2014/main" id="{0A269647-6B43-42B3-AA18-961B0C32A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1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1" name="Freeform 5685">
                <a:extLst>
                  <a:ext uri="{FF2B5EF4-FFF2-40B4-BE49-F238E27FC236}">
                    <a16:creationId xmlns:a16="http://schemas.microsoft.com/office/drawing/2014/main" id="{BDF37362-12E7-49BD-A5C8-5A9288516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150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2" name="Freeform 5686">
                <a:extLst>
                  <a:ext uri="{FF2B5EF4-FFF2-40B4-BE49-F238E27FC236}">
                    <a16:creationId xmlns:a16="http://schemas.microsoft.com/office/drawing/2014/main" id="{14A9CCC1-E412-4491-963F-B54B7F46B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13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3" name="Freeform 5687">
                <a:extLst>
                  <a:ext uri="{FF2B5EF4-FFF2-40B4-BE49-F238E27FC236}">
                    <a16:creationId xmlns:a16="http://schemas.microsoft.com/office/drawing/2014/main" id="{EEEEFCC6-9312-4262-93DD-F5F7B7C85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1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4" name="Freeform 5688">
                <a:extLst>
                  <a:ext uri="{FF2B5EF4-FFF2-40B4-BE49-F238E27FC236}">
                    <a16:creationId xmlns:a16="http://schemas.microsoft.com/office/drawing/2014/main" id="{A7E1E931-6493-4F37-A2E0-C05703DA4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1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5" name="Freeform 5689">
                <a:extLst>
                  <a:ext uri="{FF2B5EF4-FFF2-40B4-BE49-F238E27FC236}">
                    <a16:creationId xmlns:a16="http://schemas.microsoft.com/office/drawing/2014/main" id="{105ECD08-1A96-4707-81CE-EB8F56428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15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6" name="Freeform 5690">
                <a:extLst>
                  <a:ext uri="{FF2B5EF4-FFF2-40B4-BE49-F238E27FC236}">
                    <a16:creationId xmlns:a16="http://schemas.microsoft.com/office/drawing/2014/main" id="{91CE5334-3998-48A1-A915-8FD4309BC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17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7" name="Freeform 5691">
                <a:extLst>
                  <a:ext uri="{FF2B5EF4-FFF2-40B4-BE49-F238E27FC236}">
                    <a16:creationId xmlns:a16="http://schemas.microsoft.com/office/drawing/2014/main" id="{50AE23D8-18A9-4DD0-9C8E-973B92189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18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8" name="Freeform 5692">
                <a:extLst>
                  <a:ext uri="{FF2B5EF4-FFF2-40B4-BE49-F238E27FC236}">
                    <a16:creationId xmlns:a16="http://schemas.microsoft.com/office/drawing/2014/main" id="{3D27E076-E254-4FCF-B097-411EE2BB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1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9" name="Freeform 5693">
                <a:extLst>
                  <a:ext uri="{FF2B5EF4-FFF2-40B4-BE49-F238E27FC236}">
                    <a16:creationId xmlns:a16="http://schemas.microsoft.com/office/drawing/2014/main" id="{C82B2BA5-62A7-48DD-BD1F-4A6E812E5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182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0" name="Freeform 5694">
                <a:extLst>
                  <a:ext uri="{FF2B5EF4-FFF2-40B4-BE49-F238E27FC236}">
                    <a16:creationId xmlns:a16="http://schemas.microsoft.com/office/drawing/2014/main" id="{894E8C2A-47A2-4ECD-8542-C6CBECD8D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15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1" name="Freeform 5695">
                <a:extLst>
                  <a:ext uri="{FF2B5EF4-FFF2-40B4-BE49-F238E27FC236}">
                    <a16:creationId xmlns:a16="http://schemas.microsoft.com/office/drawing/2014/main" id="{CD5FCEF6-9CEA-4B83-BA23-3E5A4AA2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15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2" name="Freeform 5696">
                <a:extLst>
                  <a:ext uri="{FF2B5EF4-FFF2-40B4-BE49-F238E27FC236}">
                    <a16:creationId xmlns:a16="http://schemas.microsoft.com/office/drawing/2014/main" id="{53538DA6-82F3-42A3-8C88-70112936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1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3" name="Freeform 5697">
                <a:extLst>
                  <a:ext uri="{FF2B5EF4-FFF2-40B4-BE49-F238E27FC236}">
                    <a16:creationId xmlns:a16="http://schemas.microsoft.com/office/drawing/2014/main" id="{C53ECCDB-BDDA-427F-B245-2996F4EA0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15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4" name="Freeform 5698">
                <a:extLst>
                  <a:ext uri="{FF2B5EF4-FFF2-40B4-BE49-F238E27FC236}">
                    <a16:creationId xmlns:a16="http://schemas.microsoft.com/office/drawing/2014/main" id="{EE479BE3-8809-4A00-8AAD-A49E872E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1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5" name="Freeform 5699">
                <a:extLst>
                  <a:ext uri="{FF2B5EF4-FFF2-40B4-BE49-F238E27FC236}">
                    <a16:creationId xmlns:a16="http://schemas.microsoft.com/office/drawing/2014/main" id="{528E24B0-2324-46DB-AD2F-93DEDC35F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6" name="Freeform 5700">
                <a:extLst>
                  <a:ext uri="{FF2B5EF4-FFF2-40B4-BE49-F238E27FC236}">
                    <a16:creationId xmlns:a16="http://schemas.microsoft.com/office/drawing/2014/main" id="{01180079-0CF2-48B3-B097-BBEDBA04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1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7" name="Freeform 5701">
                <a:extLst>
                  <a:ext uri="{FF2B5EF4-FFF2-40B4-BE49-F238E27FC236}">
                    <a16:creationId xmlns:a16="http://schemas.microsoft.com/office/drawing/2014/main" id="{38758F08-1E87-40A7-A435-7587CDA55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16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8" name="Freeform 5702">
                <a:extLst>
                  <a:ext uri="{FF2B5EF4-FFF2-40B4-BE49-F238E27FC236}">
                    <a16:creationId xmlns:a16="http://schemas.microsoft.com/office/drawing/2014/main" id="{5276E0E1-C3CE-4041-9F0B-F59BA0C08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1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9" name="Freeform 5703">
                <a:extLst>
                  <a:ext uri="{FF2B5EF4-FFF2-40B4-BE49-F238E27FC236}">
                    <a16:creationId xmlns:a16="http://schemas.microsoft.com/office/drawing/2014/main" id="{B19A6FD2-1D76-44C6-AB09-1FAC49AA0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17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0" name="Freeform 5704">
                <a:extLst>
                  <a:ext uri="{FF2B5EF4-FFF2-40B4-BE49-F238E27FC236}">
                    <a16:creationId xmlns:a16="http://schemas.microsoft.com/office/drawing/2014/main" id="{FF7C17A3-FACC-45B0-85FF-A7797E48B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1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1" name="Freeform 5705">
                <a:extLst>
                  <a:ext uri="{FF2B5EF4-FFF2-40B4-BE49-F238E27FC236}">
                    <a16:creationId xmlns:a16="http://schemas.microsoft.com/office/drawing/2014/main" id="{703AC5B9-CCEF-4693-B086-A9D760EA8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1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2" name="Freeform 5706">
                <a:extLst>
                  <a:ext uri="{FF2B5EF4-FFF2-40B4-BE49-F238E27FC236}">
                    <a16:creationId xmlns:a16="http://schemas.microsoft.com/office/drawing/2014/main" id="{410560B7-F00A-483D-B24D-8D754DF47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1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3" name="Freeform 5707">
                <a:extLst>
                  <a:ext uri="{FF2B5EF4-FFF2-40B4-BE49-F238E27FC236}">
                    <a16:creationId xmlns:a16="http://schemas.microsoft.com/office/drawing/2014/main" id="{355657D4-FCE1-4034-8CCC-2890D0BE6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14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4" name="Freeform 5708">
                <a:extLst>
                  <a:ext uri="{FF2B5EF4-FFF2-40B4-BE49-F238E27FC236}">
                    <a16:creationId xmlns:a16="http://schemas.microsoft.com/office/drawing/2014/main" id="{49A679F2-4FF8-48DE-9260-C2BE1AF37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1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5" name="Freeform 5709">
                <a:extLst>
                  <a:ext uri="{FF2B5EF4-FFF2-40B4-BE49-F238E27FC236}">
                    <a16:creationId xmlns:a16="http://schemas.microsoft.com/office/drawing/2014/main" id="{843A8BC4-6B03-4C1D-9B65-F545E76B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142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21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6" name="Freeform 5710">
                <a:extLst>
                  <a:ext uri="{FF2B5EF4-FFF2-40B4-BE49-F238E27FC236}">
                    <a16:creationId xmlns:a16="http://schemas.microsoft.com/office/drawing/2014/main" id="{3A47407A-1509-4EC7-8749-D56ADB34F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14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7" name="Freeform 5711">
                <a:extLst>
                  <a:ext uri="{FF2B5EF4-FFF2-40B4-BE49-F238E27FC236}">
                    <a16:creationId xmlns:a16="http://schemas.microsoft.com/office/drawing/2014/main" id="{77C7E7F6-337B-4F0E-B473-10245197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14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8" name="Freeform 5712">
                <a:extLst>
                  <a:ext uri="{FF2B5EF4-FFF2-40B4-BE49-F238E27FC236}">
                    <a16:creationId xmlns:a16="http://schemas.microsoft.com/office/drawing/2014/main" id="{22A3CF73-39FF-4C18-8C22-D32BC7710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11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9" name="Freeform 5713">
                <a:extLst>
                  <a:ext uri="{FF2B5EF4-FFF2-40B4-BE49-F238E27FC236}">
                    <a16:creationId xmlns:a16="http://schemas.microsoft.com/office/drawing/2014/main" id="{7B52616A-82A7-4EDA-AFCF-9D03EE125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13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0" name="Freeform 5714">
                <a:extLst>
                  <a:ext uri="{FF2B5EF4-FFF2-40B4-BE49-F238E27FC236}">
                    <a16:creationId xmlns:a16="http://schemas.microsoft.com/office/drawing/2014/main" id="{74D2C3F0-D25C-4919-98FF-274FD2C31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1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1" name="Freeform 5715">
                <a:extLst>
                  <a:ext uri="{FF2B5EF4-FFF2-40B4-BE49-F238E27FC236}">
                    <a16:creationId xmlns:a16="http://schemas.microsoft.com/office/drawing/2014/main" id="{56B90EF1-6130-4034-BB02-821950A74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13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2" name="Freeform 5716">
                <a:extLst>
                  <a:ext uri="{FF2B5EF4-FFF2-40B4-BE49-F238E27FC236}">
                    <a16:creationId xmlns:a16="http://schemas.microsoft.com/office/drawing/2014/main" id="{033FB6DC-DF89-4DE5-9A05-47B5160D8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1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3" name="Freeform 5717">
                <a:extLst>
                  <a:ext uri="{FF2B5EF4-FFF2-40B4-BE49-F238E27FC236}">
                    <a16:creationId xmlns:a16="http://schemas.microsoft.com/office/drawing/2014/main" id="{5626D18D-AC41-48BA-94B5-88CD68AC4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1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4" name="Freeform 5718">
                <a:extLst>
                  <a:ext uri="{FF2B5EF4-FFF2-40B4-BE49-F238E27FC236}">
                    <a16:creationId xmlns:a16="http://schemas.microsoft.com/office/drawing/2014/main" id="{45116A52-7FB7-41F7-B32F-90E6EB22C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14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5" name="Freeform 5719">
                <a:extLst>
                  <a:ext uri="{FF2B5EF4-FFF2-40B4-BE49-F238E27FC236}">
                    <a16:creationId xmlns:a16="http://schemas.microsoft.com/office/drawing/2014/main" id="{F7B2143F-1AD8-43CE-A870-04C1D952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11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6" name="Freeform 5720">
                <a:extLst>
                  <a:ext uri="{FF2B5EF4-FFF2-40B4-BE49-F238E27FC236}">
                    <a16:creationId xmlns:a16="http://schemas.microsoft.com/office/drawing/2014/main" id="{FE460DE3-39A0-4000-B0C1-36EF6E38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1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7" name="Freeform 5721">
                <a:extLst>
                  <a:ext uri="{FF2B5EF4-FFF2-40B4-BE49-F238E27FC236}">
                    <a16:creationId xmlns:a16="http://schemas.microsoft.com/office/drawing/2014/main" id="{0876CEC4-4FCF-40B6-A877-723C3557C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14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8" name="Freeform 5722">
                <a:extLst>
                  <a:ext uri="{FF2B5EF4-FFF2-40B4-BE49-F238E27FC236}">
                    <a16:creationId xmlns:a16="http://schemas.microsoft.com/office/drawing/2014/main" id="{4C797BC9-FB2C-4054-B4C1-23047DF8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51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9" name="Freeform 5723">
                <a:extLst>
                  <a:ext uri="{FF2B5EF4-FFF2-40B4-BE49-F238E27FC236}">
                    <a16:creationId xmlns:a16="http://schemas.microsoft.com/office/drawing/2014/main" id="{A029B4B1-E939-4EF1-A931-3783CED7A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0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0" name="Freeform 5724">
                <a:extLst>
                  <a:ext uri="{FF2B5EF4-FFF2-40B4-BE49-F238E27FC236}">
                    <a16:creationId xmlns:a16="http://schemas.microsoft.com/office/drawing/2014/main" id="{FA75E6A8-AF93-4136-B8B0-0468F6E9D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18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1" name="Freeform 5725">
                <a:extLst>
                  <a:ext uri="{FF2B5EF4-FFF2-40B4-BE49-F238E27FC236}">
                    <a16:creationId xmlns:a16="http://schemas.microsoft.com/office/drawing/2014/main" id="{D3309969-B05F-4CC7-AAEB-F35A0805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2" name="Freeform 5726">
                <a:extLst>
                  <a:ext uri="{FF2B5EF4-FFF2-40B4-BE49-F238E27FC236}">
                    <a16:creationId xmlns:a16="http://schemas.microsoft.com/office/drawing/2014/main" id="{C8335951-E23E-4DA4-AE8E-0FBC80C93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1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3" name="Freeform 5727">
                <a:extLst>
                  <a:ext uri="{FF2B5EF4-FFF2-40B4-BE49-F238E27FC236}">
                    <a16:creationId xmlns:a16="http://schemas.microsoft.com/office/drawing/2014/main" id="{0D865745-ADF1-498F-A22E-669CA63E7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4" name="Freeform 5728">
                <a:extLst>
                  <a:ext uri="{FF2B5EF4-FFF2-40B4-BE49-F238E27FC236}">
                    <a16:creationId xmlns:a16="http://schemas.microsoft.com/office/drawing/2014/main" id="{18E62664-2792-471B-9893-3F2BD73AD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14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5" name="Freeform 5729">
                <a:extLst>
                  <a:ext uri="{FF2B5EF4-FFF2-40B4-BE49-F238E27FC236}">
                    <a16:creationId xmlns:a16="http://schemas.microsoft.com/office/drawing/2014/main" id="{C8FC2868-1DF5-4160-A2B7-50E5C60B5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15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6" name="Freeform 5730">
                <a:extLst>
                  <a:ext uri="{FF2B5EF4-FFF2-40B4-BE49-F238E27FC236}">
                    <a16:creationId xmlns:a16="http://schemas.microsoft.com/office/drawing/2014/main" id="{85CC0876-D940-463D-9158-80EEF0AD3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18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7" name="Freeform 5731">
                <a:extLst>
                  <a:ext uri="{FF2B5EF4-FFF2-40B4-BE49-F238E27FC236}">
                    <a16:creationId xmlns:a16="http://schemas.microsoft.com/office/drawing/2014/main" id="{B0DEAAAA-5131-4EE2-8BB7-A92200858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16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8" name="Freeform 5732">
                <a:extLst>
                  <a:ext uri="{FF2B5EF4-FFF2-40B4-BE49-F238E27FC236}">
                    <a16:creationId xmlns:a16="http://schemas.microsoft.com/office/drawing/2014/main" id="{015284CB-D140-4A0D-B280-8199C38BA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179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37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9" name="Freeform 5733">
                <a:extLst>
                  <a:ext uri="{FF2B5EF4-FFF2-40B4-BE49-F238E27FC236}">
                    <a16:creationId xmlns:a16="http://schemas.microsoft.com/office/drawing/2014/main" id="{89C8C793-D4FB-43B6-A3E6-D6FE4B73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19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0" name="Freeform 5734">
                <a:extLst>
                  <a:ext uri="{FF2B5EF4-FFF2-40B4-BE49-F238E27FC236}">
                    <a16:creationId xmlns:a16="http://schemas.microsoft.com/office/drawing/2014/main" id="{EBE22913-40D7-4D33-A1C6-91F52FE37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1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1" name="Freeform 5735">
                <a:extLst>
                  <a:ext uri="{FF2B5EF4-FFF2-40B4-BE49-F238E27FC236}">
                    <a16:creationId xmlns:a16="http://schemas.microsoft.com/office/drawing/2014/main" id="{0E765AE7-9C90-42BE-BD6D-CC22DA80E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19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2" name="Freeform 5736">
                <a:extLst>
                  <a:ext uri="{FF2B5EF4-FFF2-40B4-BE49-F238E27FC236}">
                    <a16:creationId xmlns:a16="http://schemas.microsoft.com/office/drawing/2014/main" id="{C5F472FC-877C-48CF-9163-41F233522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166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3" name="Freeform 5737">
                <a:extLst>
                  <a:ext uri="{FF2B5EF4-FFF2-40B4-BE49-F238E27FC236}">
                    <a16:creationId xmlns:a16="http://schemas.microsoft.com/office/drawing/2014/main" id="{802607E9-A680-4777-9A4C-C58902CE5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15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4" name="Freeform 5738">
                <a:extLst>
                  <a:ext uri="{FF2B5EF4-FFF2-40B4-BE49-F238E27FC236}">
                    <a16:creationId xmlns:a16="http://schemas.microsoft.com/office/drawing/2014/main" id="{4E1B7910-D247-4888-A20B-31506AE75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1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5" name="Freeform 5739">
                <a:extLst>
                  <a:ext uri="{FF2B5EF4-FFF2-40B4-BE49-F238E27FC236}">
                    <a16:creationId xmlns:a16="http://schemas.microsoft.com/office/drawing/2014/main" id="{3FFF37A6-A815-4AB0-B766-02C1DABBD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16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6" name="Freeform 5740">
                <a:extLst>
                  <a:ext uri="{FF2B5EF4-FFF2-40B4-BE49-F238E27FC236}">
                    <a16:creationId xmlns:a16="http://schemas.microsoft.com/office/drawing/2014/main" id="{BE524F17-77C3-483A-8D74-84250C4D2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1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7" name="Freeform 5741">
                <a:extLst>
                  <a:ext uri="{FF2B5EF4-FFF2-40B4-BE49-F238E27FC236}">
                    <a16:creationId xmlns:a16="http://schemas.microsoft.com/office/drawing/2014/main" id="{6A12F128-FB09-4239-BF67-B301DA0D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15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8" name="Freeform 5742">
                <a:extLst>
                  <a:ext uri="{FF2B5EF4-FFF2-40B4-BE49-F238E27FC236}">
                    <a16:creationId xmlns:a16="http://schemas.microsoft.com/office/drawing/2014/main" id="{373647A0-4A6F-47F4-9783-B139556AA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1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9" name="Freeform 5743">
                <a:extLst>
                  <a:ext uri="{FF2B5EF4-FFF2-40B4-BE49-F238E27FC236}">
                    <a16:creationId xmlns:a16="http://schemas.microsoft.com/office/drawing/2014/main" id="{FAD2C2F8-4E9F-4CA8-8CF5-184F64945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1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0" name="Freeform 5744">
                <a:extLst>
                  <a:ext uri="{FF2B5EF4-FFF2-40B4-BE49-F238E27FC236}">
                    <a16:creationId xmlns:a16="http://schemas.microsoft.com/office/drawing/2014/main" id="{3B98915F-17C8-4009-B586-049CECFCD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123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1" name="Freeform 5745">
                <a:extLst>
                  <a:ext uri="{FF2B5EF4-FFF2-40B4-BE49-F238E27FC236}">
                    <a16:creationId xmlns:a16="http://schemas.microsoft.com/office/drawing/2014/main" id="{C2EDCDAA-B880-4522-83D8-1CA01C771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1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2" name="Freeform 5746">
                <a:extLst>
                  <a:ext uri="{FF2B5EF4-FFF2-40B4-BE49-F238E27FC236}">
                    <a16:creationId xmlns:a16="http://schemas.microsoft.com/office/drawing/2014/main" id="{1E2F2A54-8A5C-4BF0-9976-E4323F0C0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3" name="Freeform 5747">
                <a:extLst>
                  <a:ext uri="{FF2B5EF4-FFF2-40B4-BE49-F238E27FC236}">
                    <a16:creationId xmlns:a16="http://schemas.microsoft.com/office/drawing/2014/main" id="{AA1E4EE2-0683-400C-AD0A-411A9A76F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13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4" name="Freeform 5748">
                <a:extLst>
                  <a:ext uri="{FF2B5EF4-FFF2-40B4-BE49-F238E27FC236}">
                    <a16:creationId xmlns:a16="http://schemas.microsoft.com/office/drawing/2014/main" id="{86FAEFD2-67AE-4960-9455-2F12CB28E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12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5" name="Freeform 5749">
                <a:extLst>
                  <a:ext uri="{FF2B5EF4-FFF2-40B4-BE49-F238E27FC236}">
                    <a16:creationId xmlns:a16="http://schemas.microsoft.com/office/drawing/2014/main" id="{4A345B36-D1DB-4219-BA14-5461EE200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11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6" name="Freeform 5750">
                <a:extLst>
                  <a:ext uri="{FF2B5EF4-FFF2-40B4-BE49-F238E27FC236}">
                    <a16:creationId xmlns:a16="http://schemas.microsoft.com/office/drawing/2014/main" id="{17CA6998-CAAB-494D-86F2-7F38E45A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1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7" name="Freeform 5751">
                <a:extLst>
                  <a:ext uri="{FF2B5EF4-FFF2-40B4-BE49-F238E27FC236}">
                    <a16:creationId xmlns:a16="http://schemas.microsoft.com/office/drawing/2014/main" id="{F1452777-478C-48CD-A1B7-9177BD5ED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18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8" name="Freeform 5752">
                <a:extLst>
                  <a:ext uri="{FF2B5EF4-FFF2-40B4-BE49-F238E27FC236}">
                    <a16:creationId xmlns:a16="http://schemas.microsoft.com/office/drawing/2014/main" id="{83D5B1B2-3A3F-4B20-9472-937A58A52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18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9" name="Freeform 5753">
                <a:extLst>
                  <a:ext uri="{FF2B5EF4-FFF2-40B4-BE49-F238E27FC236}">
                    <a16:creationId xmlns:a16="http://schemas.microsoft.com/office/drawing/2014/main" id="{8BA198CB-7549-47B9-A063-F986F87E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17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0" name="Freeform 5754">
                <a:extLst>
                  <a:ext uri="{FF2B5EF4-FFF2-40B4-BE49-F238E27FC236}">
                    <a16:creationId xmlns:a16="http://schemas.microsoft.com/office/drawing/2014/main" id="{D44CB0EE-8BFF-4952-A423-479DD3B20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1" name="Freeform 5755">
                <a:extLst>
                  <a:ext uri="{FF2B5EF4-FFF2-40B4-BE49-F238E27FC236}">
                    <a16:creationId xmlns:a16="http://schemas.microsoft.com/office/drawing/2014/main" id="{8C2DA331-6655-4CF2-B0A3-8BF80229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2" name="Freeform 5756">
                <a:extLst>
                  <a:ext uri="{FF2B5EF4-FFF2-40B4-BE49-F238E27FC236}">
                    <a16:creationId xmlns:a16="http://schemas.microsoft.com/office/drawing/2014/main" id="{EE5ED6F4-07C8-47AE-9C01-D7E208B9E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3" name="Freeform 5757">
                <a:extLst>
                  <a:ext uri="{FF2B5EF4-FFF2-40B4-BE49-F238E27FC236}">
                    <a16:creationId xmlns:a16="http://schemas.microsoft.com/office/drawing/2014/main" id="{AF3921A5-CEA0-4195-8B7F-E4DCF5A91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1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4" name="Freeform 5758">
                <a:extLst>
                  <a:ext uri="{FF2B5EF4-FFF2-40B4-BE49-F238E27FC236}">
                    <a16:creationId xmlns:a16="http://schemas.microsoft.com/office/drawing/2014/main" id="{6671AADF-9488-4051-9364-325B87F4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16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5" name="Freeform 5759">
                <a:extLst>
                  <a:ext uri="{FF2B5EF4-FFF2-40B4-BE49-F238E27FC236}">
                    <a16:creationId xmlns:a16="http://schemas.microsoft.com/office/drawing/2014/main" id="{BF600E4B-E653-453F-AD23-8FF55476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1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6" name="Freeform 5760">
                <a:extLst>
                  <a:ext uri="{FF2B5EF4-FFF2-40B4-BE49-F238E27FC236}">
                    <a16:creationId xmlns:a16="http://schemas.microsoft.com/office/drawing/2014/main" id="{4231DFF4-57EC-49D3-8104-EE7561133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1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7" name="Freeform 5761">
                <a:extLst>
                  <a:ext uri="{FF2B5EF4-FFF2-40B4-BE49-F238E27FC236}">
                    <a16:creationId xmlns:a16="http://schemas.microsoft.com/office/drawing/2014/main" id="{77362681-4B76-425F-BCE8-681C65BDE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1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8" name="Freeform 5762">
                <a:extLst>
                  <a:ext uri="{FF2B5EF4-FFF2-40B4-BE49-F238E27FC236}">
                    <a16:creationId xmlns:a16="http://schemas.microsoft.com/office/drawing/2014/main" id="{42F6B452-D99D-4433-AFE1-34E095918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9" name="Freeform 5763">
                <a:extLst>
                  <a:ext uri="{FF2B5EF4-FFF2-40B4-BE49-F238E27FC236}">
                    <a16:creationId xmlns:a16="http://schemas.microsoft.com/office/drawing/2014/main" id="{C55DC600-0AEF-4213-A293-918FEF56F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1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0" name="Freeform 5764">
                <a:extLst>
                  <a:ext uri="{FF2B5EF4-FFF2-40B4-BE49-F238E27FC236}">
                    <a16:creationId xmlns:a16="http://schemas.microsoft.com/office/drawing/2014/main" id="{D910545C-D5A0-43FD-BCA3-C77315960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145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1" name="Freeform 5765">
                <a:extLst>
                  <a:ext uri="{FF2B5EF4-FFF2-40B4-BE49-F238E27FC236}">
                    <a16:creationId xmlns:a16="http://schemas.microsoft.com/office/drawing/2014/main" id="{5D9BF3B5-D0F6-42A3-8122-626E98D77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3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2" name="Freeform 5766">
                <a:extLst>
                  <a:ext uri="{FF2B5EF4-FFF2-40B4-BE49-F238E27FC236}">
                    <a16:creationId xmlns:a16="http://schemas.microsoft.com/office/drawing/2014/main" id="{9FE8D095-8DF9-4522-97AA-1629F88EA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09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3" name="Freeform 5767">
                <a:extLst>
                  <a:ext uri="{FF2B5EF4-FFF2-40B4-BE49-F238E27FC236}">
                    <a16:creationId xmlns:a16="http://schemas.microsoft.com/office/drawing/2014/main" id="{64237171-F5F2-45EC-B39A-7221D4BFA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12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4" name="Freeform 5768">
                <a:extLst>
                  <a:ext uri="{FF2B5EF4-FFF2-40B4-BE49-F238E27FC236}">
                    <a16:creationId xmlns:a16="http://schemas.microsoft.com/office/drawing/2014/main" id="{B384C57A-74A8-40EA-886A-BFD411089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1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5" name="Freeform 5769">
                <a:extLst>
                  <a:ext uri="{FF2B5EF4-FFF2-40B4-BE49-F238E27FC236}">
                    <a16:creationId xmlns:a16="http://schemas.microsoft.com/office/drawing/2014/main" id="{1EB69E42-60C6-47CC-B9D5-4351241D7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13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6" name="Freeform 5770">
                <a:extLst>
                  <a:ext uri="{FF2B5EF4-FFF2-40B4-BE49-F238E27FC236}">
                    <a16:creationId xmlns:a16="http://schemas.microsoft.com/office/drawing/2014/main" id="{5D4BF518-DF99-49C0-A0F3-9DA4CDC77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7" name="Freeform 5771">
                <a:extLst>
                  <a:ext uri="{FF2B5EF4-FFF2-40B4-BE49-F238E27FC236}">
                    <a16:creationId xmlns:a16="http://schemas.microsoft.com/office/drawing/2014/main" id="{6082F5DF-076E-40E3-A3DA-6436CA0F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1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8" name="Freeform 5772">
                <a:extLst>
                  <a:ext uri="{FF2B5EF4-FFF2-40B4-BE49-F238E27FC236}">
                    <a16:creationId xmlns:a16="http://schemas.microsoft.com/office/drawing/2014/main" id="{46FDF8CD-9891-4B73-B230-0BD51EF9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1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9" name="Freeform 5773">
                <a:extLst>
                  <a:ext uri="{FF2B5EF4-FFF2-40B4-BE49-F238E27FC236}">
                    <a16:creationId xmlns:a16="http://schemas.microsoft.com/office/drawing/2014/main" id="{56989298-6373-400B-86A9-49AE882CC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11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1" name="Group 5774">
              <a:extLst>
                <a:ext uri="{FF2B5EF4-FFF2-40B4-BE49-F238E27FC236}">
                  <a16:creationId xmlns:a16="http://schemas.microsoft.com/office/drawing/2014/main" id="{3FB4D3BA-799D-48AE-8978-43C9E8D800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4" y="2062"/>
              <a:ext cx="800" cy="469"/>
              <a:chOff x="4164" y="2062"/>
              <a:chExt cx="800" cy="469"/>
            </a:xfrm>
          </p:grpSpPr>
          <p:sp>
            <p:nvSpPr>
              <p:cNvPr id="59420" name="Freeform 5775">
                <a:extLst>
                  <a:ext uri="{FF2B5EF4-FFF2-40B4-BE49-F238E27FC236}">
                    <a16:creationId xmlns:a16="http://schemas.microsoft.com/office/drawing/2014/main" id="{7E6E162B-8BAF-464A-B84D-BB3F60380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1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1" name="Freeform 5776">
                <a:extLst>
                  <a:ext uri="{FF2B5EF4-FFF2-40B4-BE49-F238E27FC236}">
                    <a16:creationId xmlns:a16="http://schemas.microsoft.com/office/drawing/2014/main" id="{B33A3658-E981-40A8-9055-9EB37265C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089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2" name="Freeform 5777">
                <a:extLst>
                  <a:ext uri="{FF2B5EF4-FFF2-40B4-BE49-F238E27FC236}">
                    <a16:creationId xmlns:a16="http://schemas.microsoft.com/office/drawing/2014/main" id="{E82B9357-DB3C-4A37-871A-47538B7B0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10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3" name="Freeform 5778">
                <a:extLst>
                  <a:ext uri="{FF2B5EF4-FFF2-40B4-BE49-F238E27FC236}">
                    <a16:creationId xmlns:a16="http://schemas.microsoft.com/office/drawing/2014/main" id="{9A1A5DD0-773D-4050-90FA-A1977DE28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12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4" name="Freeform 5779">
                <a:extLst>
                  <a:ext uri="{FF2B5EF4-FFF2-40B4-BE49-F238E27FC236}">
                    <a16:creationId xmlns:a16="http://schemas.microsoft.com/office/drawing/2014/main" id="{F5EBCF90-E30A-4B68-B887-3608A9E37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1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5" name="Freeform 5780">
                <a:extLst>
                  <a:ext uri="{FF2B5EF4-FFF2-40B4-BE49-F238E27FC236}">
                    <a16:creationId xmlns:a16="http://schemas.microsoft.com/office/drawing/2014/main" id="{C2339FFB-4FFB-450E-B560-DDF2DF9EB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1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6" name="Freeform 5781">
                <a:extLst>
                  <a:ext uri="{FF2B5EF4-FFF2-40B4-BE49-F238E27FC236}">
                    <a16:creationId xmlns:a16="http://schemas.microsoft.com/office/drawing/2014/main" id="{FF361384-5B55-44A5-A228-944BBD8A7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1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7" name="Freeform 5782">
                <a:extLst>
                  <a:ext uri="{FF2B5EF4-FFF2-40B4-BE49-F238E27FC236}">
                    <a16:creationId xmlns:a16="http://schemas.microsoft.com/office/drawing/2014/main" id="{AB4C1246-26DD-4032-ACD3-EA20CD6C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2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8" name="Freeform 5783">
                <a:extLst>
                  <a:ext uri="{FF2B5EF4-FFF2-40B4-BE49-F238E27FC236}">
                    <a16:creationId xmlns:a16="http://schemas.microsoft.com/office/drawing/2014/main" id="{9978D1FA-A6A8-4A17-A4D9-AF943809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9" name="Freeform 5784">
                <a:extLst>
                  <a:ext uri="{FF2B5EF4-FFF2-40B4-BE49-F238E27FC236}">
                    <a16:creationId xmlns:a16="http://schemas.microsoft.com/office/drawing/2014/main" id="{083B8636-9FCF-4556-B605-03A878EF0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1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0" name="Freeform 5785">
                <a:extLst>
                  <a:ext uri="{FF2B5EF4-FFF2-40B4-BE49-F238E27FC236}">
                    <a16:creationId xmlns:a16="http://schemas.microsoft.com/office/drawing/2014/main" id="{F029FD15-C292-42D4-BDA8-54FBFD42A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1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1" name="Freeform 5786">
                <a:extLst>
                  <a:ext uri="{FF2B5EF4-FFF2-40B4-BE49-F238E27FC236}">
                    <a16:creationId xmlns:a16="http://schemas.microsoft.com/office/drawing/2014/main" id="{F7C4BE36-7946-40BD-AFD2-04006CD55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11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2" name="Freeform 5787">
                <a:extLst>
                  <a:ext uri="{FF2B5EF4-FFF2-40B4-BE49-F238E27FC236}">
                    <a16:creationId xmlns:a16="http://schemas.microsoft.com/office/drawing/2014/main" id="{04466DD9-52FC-46FE-B1F8-698F25621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11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3" name="Freeform 5788">
                <a:extLst>
                  <a:ext uri="{FF2B5EF4-FFF2-40B4-BE49-F238E27FC236}">
                    <a16:creationId xmlns:a16="http://schemas.microsoft.com/office/drawing/2014/main" id="{17760437-547D-40E8-9513-0FE6A56F8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10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4" name="Freeform 5789">
                <a:extLst>
                  <a:ext uri="{FF2B5EF4-FFF2-40B4-BE49-F238E27FC236}">
                    <a16:creationId xmlns:a16="http://schemas.microsoft.com/office/drawing/2014/main" id="{ED75E853-1CBC-45F7-B39C-C28A7E657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9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5" name="Freeform 5790">
                <a:extLst>
                  <a:ext uri="{FF2B5EF4-FFF2-40B4-BE49-F238E27FC236}">
                    <a16:creationId xmlns:a16="http://schemas.microsoft.com/office/drawing/2014/main" id="{E60D2075-B064-4C8F-8F0D-91FD874C9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89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12 w 3"/>
                  <a:gd name="T5" fmla="*/ 20 h 4"/>
                  <a:gd name="T6" fmla="*/ 37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6" name="Freeform 5791">
                <a:extLst>
                  <a:ext uri="{FF2B5EF4-FFF2-40B4-BE49-F238E27FC236}">
                    <a16:creationId xmlns:a16="http://schemas.microsoft.com/office/drawing/2014/main" id="{B8E5CB35-4257-4FCC-9B0C-516E8AECF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09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7" name="Freeform 5792">
                <a:extLst>
                  <a:ext uri="{FF2B5EF4-FFF2-40B4-BE49-F238E27FC236}">
                    <a16:creationId xmlns:a16="http://schemas.microsoft.com/office/drawing/2014/main" id="{2779B6D7-8BA1-47F1-B9B4-0723CCCD2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12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8" name="Freeform 5793">
                <a:extLst>
                  <a:ext uri="{FF2B5EF4-FFF2-40B4-BE49-F238E27FC236}">
                    <a16:creationId xmlns:a16="http://schemas.microsoft.com/office/drawing/2014/main" id="{D4DE580D-2FFC-42E1-ADF1-52313A1D0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9" name="Freeform 5794">
                <a:extLst>
                  <a:ext uri="{FF2B5EF4-FFF2-40B4-BE49-F238E27FC236}">
                    <a16:creationId xmlns:a16="http://schemas.microsoft.com/office/drawing/2014/main" id="{174741CD-ED80-4542-86FB-C5DA3F1B1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13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0" name="Freeform 5795">
                <a:extLst>
                  <a:ext uri="{FF2B5EF4-FFF2-40B4-BE49-F238E27FC236}">
                    <a16:creationId xmlns:a16="http://schemas.microsoft.com/office/drawing/2014/main" id="{A57D4CC2-DF25-429C-8377-F92B80BB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15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1" name="Freeform 5796">
                <a:extLst>
                  <a:ext uri="{FF2B5EF4-FFF2-40B4-BE49-F238E27FC236}">
                    <a16:creationId xmlns:a16="http://schemas.microsoft.com/office/drawing/2014/main" id="{72580161-C354-4886-8734-2BF24A03D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09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2" name="Freeform 5797">
                <a:extLst>
                  <a:ext uri="{FF2B5EF4-FFF2-40B4-BE49-F238E27FC236}">
                    <a16:creationId xmlns:a16="http://schemas.microsoft.com/office/drawing/2014/main" id="{4C7FDD55-E5ED-4DD8-A74A-B60ECD44E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11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3" name="Freeform 5798">
                <a:extLst>
                  <a:ext uri="{FF2B5EF4-FFF2-40B4-BE49-F238E27FC236}">
                    <a16:creationId xmlns:a16="http://schemas.microsoft.com/office/drawing/2014/main" id="{1A61DAD5-636F-45D3-907A-0B5AF085D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4" name="Freeform 5799">
                <a:extLst>
                  <a:ext uri="{FF2B5EF4-FFF2-40B4-BE49-F238E27FC236}">
                    <a16:creationId xmlns:a16="http://schemas.microsoft.com/office/drawing/2014/main" id="{0EECFC96-10B6-45AF-8C57-D0633232B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08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5" name="Freeform 5800">
                <a:extLst>
                  <a:ext uri="{FF2B5EF4-FFF2-40B4-BE49-F238E27FC236}">
                    <a16:creationId xmlns:a16="http://schemas.microsoft.com/office/drawing/2014/main" id="{16C70DB2-8F98-4043-AACD-5F1A75F0B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070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6" name="Freeform 5801">
                <a:extLst>
                  <a:ext uri="{FF2B5EF4-FFF2-40B4-BE49-F238E27FC236}">
                    <a16:creationId xmlns:a16="http://schemas.microsoft.com/office/drawing/2014/main" id="{987201F6-57D1-428E-B992-570E3FD6B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07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7" name="Freeform 5802">
                <a:extLst>
                  <a:ext uri="{FF2B5EF4-FFF2-40B4-BE49-F238E27FC236}">
                    <a16:creationId xmlns:a16="http://schemas.microsoft.com/office/drawing/2014/main" id="{6BD82090-15BB-47AE-B2D0-6DD999B7E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11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8" name="Freeform 5803">
                <a:extLst>
                  <a:ext uri="{FF2B5EF4-FFF2-40B4-BE49-F238E27FC236}">
                    <a16:creationId xmlns:a16="http://schemas.microsoft.com/office/drawing/2014/main" id="{2244A9A1-E8DA-43BD-AF4E-C7C1BD945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9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9" name="Freeform 5804">
                <a:extLst>
                  <a:ext uri="{FF2B5EF4-FFF2-40B4-BE49-F238E27FC236}">
                    <a16:creationId xmlns:a16="http://schemas.microsoft.com/office/drawing/2014/main" id="{0BF56256-0875-4C29-8D4D-B60F96FEE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11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0" name="Freeform 5805">
                <a:extLst>
                  <a:ext uri="{FF2B5EF4-FFF2-40B4-BE49-F238E27FC236}">
                    <a16:creationId xmlns:a16="http://schemas.microsoft.com/office/drawing/2014/main" id="{8C058DD1-4663-486A-895F-974DD9ADA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09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1" name="Freeform 5806">
                <a:extLst>
                  <a:ext uri="{FF2B5EF4-FFF2-40B4-BE49-F238E27FC236}">
                    <a16:creationId xmlns:a16="http://schemas.microsoft.com/office/drawing/2014/main" id="{897034C4-4247-42D4-BF74-435B2F1EA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8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2" name="Freeform 5807">
                <a:extLst>
                  <a:ext uri="{FF2B5EF4-FFF2-40B4-BE49-F238E27FC236}">
                    <a16:creationId xmlns:a16="http://schemas.microsoft.com/office/drawing/2014/main" id="{B3B198CE-226F-477B-B0A1-1C99E624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08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3" name="Freeform 5808">
                <a:extLst>
                  <a:ext uri="{FF2B5EF4-FFF2-40B4-BE49-F238E27FC236}">
                    <a16:creationId xmlns:a16="http://schemas.microsoft.com/office/drawing/2014/main" id="{84A1329E-4124-46F6-9F3B-BD355668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08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4" name="Freeform 5809">
                <a:extLst>
                  <a:ext uri="{FF2B5EF4-FFF2-40B4-BE49-F238E27FC236}">
                    <a16:creationId xmlns:a16="http://schemas.microsoft.com/office/drawing/2014/main" id="{5C9AF1FE-6B75-4C7B-9233-185BD3B44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0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5" name="Freeform 5810">
                <a:extLst>
                  <a:ext uri="{FF2B5EF4-FFF2-40B4-BE49-F238E27FC236}">
                    <a16:creationId xmlns:a16="http://schemas.microsoft.com/office/drawing/2014/main" id="{EDDF00AB-D876-411D-BC06-7B42EE71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0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6" name="Freeform 5811">
                <a:extLst>
                  <a:ext uri="{FF2B5EF4-FFF2-40B4-BE49-F238E27FC236}">
                    <a16:creationId xmlns:a16="http://schemas.microsoft.com/office/drawing/2014/main" id="{A1270E21-E2FE-4A78-8536-9FBD2A861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0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7" name="Freeform 5812">
                <a:extLst>
                  <a:ext uri="{FF2B5EF4-FFF2-40B4-BE49-F238E27FC236}">
                    <a16:creationId xmlns:a16="http://schemas.microsoft.com/office/drawing/2014/main" id="{D241C0D2-6E47-4037-B428-12EA5AE9F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8" name="Freeform 5813">
                <a:extLst>
                  <a:ext uri="{FF2B5EF4-FFF2-40B4-BE49-F238E27FC236}">
                    <a16:creationId xmlns:a16="http://schemas.microsoft.com/office/drawing/2014/main" id="{BEBDCBB0-033C-413C-B107-84D96AEB3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12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9" name="Freeform 5814">
                <a:extLst>
                  <a:ext uri="{FF2B5EF4-FFF2-40B4-BE49-F238E27FC236}">
                    <a16:creationId xmlns:a16="http://schemas.microsoft.com/office/drawing/2014/main" id="{7ECA500F-CF42-43F0-8093-75DE1AB3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8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0" name="Freeform 5815">
                <a:extLst>
                  <a:ext uri="{FF2B5EF4-FFF2-40B4-BE49-F238E27FC236}">
                    <a16:creationId xmlns:a16="http://schemas.microsoft.com/office/drawing/2014/main" id="{A7FF74AC-081B-4666-8AEB-ABE6E5ED1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07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1" name="Freeform 5816">
                <a:extLst>
                  <a:ext uri="{FF2B5EF4-FFF2-40B4-BE49-F238E27FC236}">
                    <a16:creationId xmlns:a16="http://schemas.microsoft.com/office/drawing/2014/main" id="{8D0A8670-C248-4017-BE51-FF62A06CA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1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2" name="Freeform 5817">
                <a:extLst>
                  <a:ext uri="{FF2B5EF4-FFF2-40B4-BE49-F238E27FC236}">
                    <a16:creationId xmlns:a16="http://schemas.microsoft.com/office/drawing/2014/main" id="{EA370744-424E-4FCB-9612-5F65A87E4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2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3" name="Freeform 5818">
                <a:extLst>
                  <a:ext uri="{FF2B5EF4-FFF2-40B4-BE49-F238E27FC236}">
                    <a16:creationId xmlns:a16="http://schemas.microsoft.com/office/drawing/2014/main" id="{8FD2B9E8-FA04-4BA2-A803-FC146778F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1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4" name="Freeform 5819">
                <a:extLst>
                  <a:ext uri="{FF2B5EF4-FFF2-40B4-BE49-F238E27FC236}">
                    <a16:creationId xmlns:a16="http://schemas.microsoft.com/office/drawing/2014/main" id="{8B29DB3A-7823-440F-BD58-3F1D58501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19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5" name="Freeform 5820">
                <a:extLst>
                  <a:ext uri="{FF2B5EF4-FFF2-40B4-BE49-F238E27FC236}">
                    <a16:creationId xmlns:a16="http://schemas.microsoft.com/office/drawing/2014/main" id="{7D4D9555-68EF-4C0F-A7F0-8AEA8F4C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18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6" name="Freeform 5821">
                <a:extLst>
                  <a:ext uri="{FF2B5EF4-FFF2-40B4-BE49-F238E27FC236}">
                    <a16:creationId xmlns:a16="http://schemas.microsoft.com/office/drawing/2014/main" id="{4CB58802-E5FD-4F0A-B49A-6203FB3FE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1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7" name="Freeform 5822">
                <a:extLst>
                  <a:ext uri="{FF2B5EF4-FFF2-40B4-BE49-F238E27FC236}">
                    <a16:creationId xmlns:a16="http://schemas.microsoft.com/office/drawing/2014/main" id="{A931C569-BADC-4259-863B-CF0490679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7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8" name="Freeform 5823">
                <a:extLst>
                  <a:ext uri="{FF2B5EF4-FFF2-40B4-BE49-F238E27FC236}">
                    <a16:creationId xmlns:a16="http://schemas.microsoft.com/office/drawing/2014/main" id="{D4F86F1F-6E90-4879-AB4D-06B88411D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9" name="Freeform 5824">
                <a:extLst>
                  <a:ext uri="{FF2B5EF4-FFF2-40B4-BE49-F238E27FC236}">
                    <a16:creationId xmlns:a16="http://schemas.microsoft.com/office/drawing/2014/main" id="{F83A6397-3465-4AAA-8E17-8F1ED402E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0" name="Freeform 5825">
                <a:extLst>
                  <a:ext uri="{FF2B5EF4-FFF2-40B4-BE49-F238E27FC236}">
                    <a16:creationId xmlns:a16="http://schemas.microsoft.com/office/drawing/2014/main" id="{6561B844-33DA-4024-AE64-2294A2701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2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1" name="Freeform 5826">
                <a:extLst>
                  <a:ext uri="{FF2B5EF4-FFF2-40B4-BE49-F238E27FC236}">
                    <a16:creationId xmlns:a16="http://schemas.microsoft.com/office/drawing/2014/main" id="{C78FEE4C-2ABD-4369-8BE1-F0EB7F583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2" name="Freeform 5827">
                <a:extLst>
                  <a:ext uri="{FF2B5EF4-FFF2-40B4-BE49-F238E27FC236}">
                    <a16:creationId xmlns:a16="http://schemas.microsoft.com/office/drawing/2014/main" id="{3469FC98-1F81-40C8-98D7-6E3D2E85D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3" name="Freeform 5828">
                <a:extLst>
                  <a:ext uri="{FF2B5EF4-FFF2-40B4-BE49-F238E27FC236}">
                    <a16:creationId xmlns:a16="http://schemas.microsoft.com/office/drawing/2014/main" id="{22715C01-F94C-4499-A41E-3063DF120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4" name="Freeform 5829">
                <a:extLst>
                  <a:ext uri="{FF2B5EF4-FFF2-40B4-BE49-F238E27FC236}">
                    <a16:creationId xmlns:a16="http://schemas.microsoft.com/office/drawing/2014/main" id="{3AEA67AB-78B3-4F33-98C2-2859E3C62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1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5" name="Freeform 5830">
                <a:extLst>
                  <a:ext uri="{FF2B5EF4-FFF2-40B4-BE49-F238E27FC236}">
                    <a16:creationId xmlns:a16="http://schemas.microsoft.com/office/drawing/2014/main" id="{26D338A7-87B5-47FE-9D0D-C4C317A3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179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6" name="Freeform 5831">
                <a:extLst>
                  <a:ext uri="{FF2B5EF4-FFF2-40B4-BE49-F238E27FC236}">
                    <a16:creationId xmlns:a16="http://schemas.microsoft.com/office/drawing/2014/main" id="{1ABA59A5-71D6-4296-A552-7B06CB3C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1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7" name="Freeform 5832">
                <a:extLst>
                  <a:ext uri="{FF2B5EF4-FFF2-40B4-BE49-F238E27FC236}">
                    <a16:creationId xmlns:a16="http://schemas.microsoft.com/office/drawing/2014/main" id="{7C8F171D-1498-4AF2-BAB3-BD45DD7F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18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8" name="Freeform 5833">
                <a:extLst>
                  <a:ext uri="{FF2B5EF4-FFF2-40B4-BE49-F238E27FC236}">
                    <a16:creationId xmlns:a16="http://schemas.microsoft.com/office/drawing/2014/main" id="{502B1365-DA0F-43EA-B0DE-E459E9DD5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18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9" name="Freeform 5834">
                <a:extLst>
                  <a:ext uri="{FF2B5EF4-FFF2-40B4-BE49-F238E27FC236}">
                    <a16:creationId xmlns:a16="http://schemas.microsoft.com/office/drawing/2014/main" id="{E03F1256-D213-4B60-AEF0-DEBEC367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1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0" name="Freeform 5835">
                <a:extLst>
                  <a:ext uri="{FF2B5EF4-FFF2-40B4-BE49-F238E27FC236}">
                    <a16:creationId xmlns:a16="http://schemas.microsoft.com/office/drawing/2014/main" id="{11B4B095-7DFC-493B-95D3-A54732A48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1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1" name="Freeform 5836">
                <a:extLst>
                  <a:ext uri="{FF2B5EF4-FFF2-40B4-BE49-F238E27FC236}">
                    <a16:creationId xmlns:a16="http://schemas.microsoft.com/office/drawing/2014/main" id="{711FF71F-355D-4CA6-BFE5-0B9060B2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158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2" name="Freeform 5837">
                <a:extLst>
                  <a:ext uri="{FF2B5EF4-FFF2-40B4-BE49-F238E27FC236}">
                    <a16:creationId xmlns:a16="http://schemas.microsoft.com/office/drawing/2014/main" id="{C484EBF9-1A59-4E85-B2B2-CD6DDB7D4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14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3" name="Freeform 5838">
                <a:extLst>
                  <a:ext uri="{FF2B5EF4-FFF2-40B4-BE49-F238E27FC236}">
                    <a16:creationId xmlns:a16="http://schemas.microsoft.com/office/drawing/2014/main" id="{EC2EC14C-AFE8-4674-8AF6-8B29B8EF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1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4" name="Freeform 5839">
                <a:extLst>
                  <a:ext uri="{FF2B5EF4-FFF2-40B4-BE49-F238E27FC236}">
                    <a16:creationId xmlns:a16="http://schemas.microsoft.com/office/drawing/2014/main" id="{631D13D4-49E1-40CC-9B17-54C42C654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6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5" name="Freeform 5840">
                <a:extLst>
                  <a:ext uri="{FF2B5EF4-FFF2-40B4-BE49-F238E27FC236}">
                    <a16:creationId xmlns:a16="http://schemas.microsoft.com/office/drawing/2014/main" id="{28289DA8-776B-4C0A-94A4-6F47C0A03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6" name="Freeform 5841">
                <a:extLst>
                  <a:ext uri="{FF2B5EF4-FFF2-40B4-BE49-F238E27FC236}">
                    <a16:creationId xmlns:a16="http://schemas.microsoft.com/office/drawing/2014/main" id="{0B3D28CF-4C4C-4D4F-BE5D-D618D0AD8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14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7" name="Freeform 5842">
                <a:extLst>
                  <a:ext uri="{FF2B5EF4-FFF2-40B4-BE49-F238E27FC236}">
                    <a16:creationId xmlns:a16="http://schemas.microsoft.com/office/drawing/2014/main" id="{D0062E5F-D467-45E1-ACE9-89DCD1AF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13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8" name="Freeform 5843">
                <a:extLst>
                  <a:ext uri="{FF2B5EF4-FFF2-40B4-BE49-F238E27FC236}">
                    <a16:creationId xmlns:a16="http://schemas.microsoft.com/office/drawing/2014/main" id="{27FC4174-3E30-4528-944E-FB7E28B12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19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9" name="Freeform 5844">
                <a:extLst>
                  <a:ext uri="{FF2B5EF4-FFF2-40B4-BE49-F238E27FC236}">
                    <a16:creationId xmlns:a16="http://schemas.microsoft.com/office/drawing/2014/main" id="{3A36D07E-2875-4D1B-B9D6-63CFA050A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0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0" name="Freeform 5845">
                <a:extLst>
                  <a:ext uri="{FF2B5EF4-FFF2-40B4-BE49-F238E27FC236}">
                    <a16:creationId xmlns:a16="http://schemas.microsoft.com/office/drawing/2014/main" id="{918C1D0A-1FBF-4634-A6C2-C452D936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1" name="Freeform 5846">
                <a:extLst>
                  <a:ext uri="{FF2B5EF4-FFF2-40B4-BE49-F238E27FC236}">
                    <a16:creationId xmlns:a16="http://schemas.microsoft.com/office/drawing/2014/main" id="{EDDAC2AC-F3B9-4069-B38E-F4AA93F5C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193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2" name="Freeform 5847">
                <a:extLst>
                  <a:ext uri="{FF2B5EF4-FFF2-40B4-BE49-F238E27FC236}">
                    <a16:creationId xmlns:a16="http://schemas.microsoft.com/office/drawing/2014/main" id="{D8172611-C5D6-4C32-8408-A03C91586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18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3" name="Freeform 5848">
                <a:extLst>
                  <a:ext uri="{FF2B5EF4-FFF2-40B4-BE49-F238E27FC236}">
                    <a16:creationId xmlns:a16="http://schemas.microsoft.com/office/drawing/2014/main" id="{8DF321F9-F571-4021-A0BD-239CAED44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1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4" name="Freeform 5849">
                <a:extLst>
                  <a:ext uri="{FF2B5EF4-FFF2-40B4-BE49-F238E27FC236}">
                    <a16:creationId xmlns:a16="http://schemas.microsoft.com/office/drawing/2014/main" id="{4AECCFE7-166D-4378-80FB-27CA9873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16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5" name="Freeform 5850">
                <a:extLst>
                  <a:ext uri="{FF2B5EF4-FFF2-40B4-BE49-F238E27FC236}">
                    <a16:creationId xmlns:a16="http://schemas.microsoft.com/office/drawing/2014/main" id="{14B3C36B-19EE-4D38-9326-85A84116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16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6" name="Freeform 5851">
                <a:extLst>
                  <a:ext uri="{FF2B5EF4-FFF2-40B4-BE49-F238E27FC236}">
                    <a16:creationId xmlns:a16="http://schemas.microsoft.com/office/drawing/2014/main" id="{0D7DF9E9-354B-4EDD-8E6C-DF90CCC55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1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7" name="Freeform 5852">
                <a:extLst>
                  <a:ext uri="{FF2B5EF4-FFF2-40B4-BE49-F238E27FC236}">
                    <a16:creationId xmlns:a16="http://schemas.microsoft.com/office/drawing/2014/main" id="{4668B39A-F152-47D5-BC21-C76B3FF2C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17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8" name="Freeform 5853">
                <a:extLst>
                  <a:ext uri="{FF2B5EF4-FFF2-40B4-BE49-F238E27FC236}">
                    <a16:creationId xmlns:a16="http://schemas.microsoft.com/office/drawing/2014/main" id="{9983555A-56F3-4FF4-9F5A-17A2F2F5F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1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9" name="Freeform 5854">
                <a:extLst>
                  <a:ext uri="{FF2B5EF4-FFF2-40B4-BE49-F238E27FC236}">
                    <a16:creationId xmlns:a16="http://schemas.microsoft.com/office/drawing/2014/main" id="{1D3568BB-E2A3-4B30-9550-C0A3C095A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17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0" name="Freeform 5855">
                <a:extLst>
                  <a:ext uri="{FF2B5EF4-FFF2-40B4-BE49-F238E27FC236}">
                    <a16:creationId xmlns:a16="http://schemas.microsoft.com/office/drawing/2014/main" id="{C45B58CF-6AB9-4C30-A30B-8C68B6538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16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1" name="Freeform 5856">
                <a:extLst>
                  <a:ext uri="{FF2B5EF4-FFF2-40B4-BE49-F238E27FC236}">
                    <a16:creationId xmlns:a16="http://schemas.microsoft.com/office/drawing/2014/main" id="{8AB94665-396A-41AA-8AFE-885BEF62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1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2" name="Freeform 5857">
                <a:extLst>
                  <a:ext uri="{FF2B5EF4-FFF2-40B4-BE49-F238E27FC236}">
                    <a16:creationId xmlns:a16="http://schemas.microsoft.com/office/drawing/2014/main" id="{A7D16C86-4931-4855-B7D6-2D905D01B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16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3" name="Freeform 5858">
                <a:extLst>
                  <a:ext uri="{FF2B5EF4-FFF2-40B4-BE49-F238E27FC236}">
                    <a16:creationId xmlns:a16="http://schemas.microsoft.com/office/drawing/2014/main" id="{C0400789-AFC4-492F-8586-E0CC265CE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15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4" name="Freeform 5859">
                <a:extLst>
                  <a:ext uri="{FF2B5EF4-FFF2-40B4-BE49-F238E27FC236}">
                    <a16:creationId xmlns:a16="http://schemas.microsoft.com/office/drawing/2014/main" id="{279BA710-C102-418A-A76E-4C82683E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1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5" name="Freeform 5860">
                <a:extLst>
                  <a:ext uri="{FF2B5EF4-FFF2-40B4-BE49-F238E27FC236}">
                    <a16:creationId xmlns:a16="http://schemas.microsoft.com/office/drawing/2014/main" id="{2A312D40-A49C-4EDA-B530-3249A6331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1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6" name="Freeform 5861">
                <a:extLst>
                  <a:ext uri="{FF2B5EF4-FFF2-40B4-BE49-F238E27FC236}">
                    <a16:creationId xmlns:a16="http://schemas.microsoft.com/office/drawing/2014/main" id="{C3FBD64E-FC5E-4BF8-AAE4-B015F8910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1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7" name="Freeform 5862">
                <a:extLst>
                  <a:ext uri="{FF2B5EF4-FFF2-40B4-BE49-F238E27FC236}">
                    <a16:creationId xmlns:a16="http://schemas.microsoft.com/office/drawing/2014/main" id="{22724C54-7968-4DD1-B0F8-E6FA7C36F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1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8" name="Freeform 5863">
                <a:extLst>
                  <a:ext uri="{FF2B5EF4-FFF2-40B4-BE49-F238E27FC236}">
                    <a16:creationId xmlns:a16="http://schemas.microsoft.com/office/drawing/2014/main" id="{02123ECD-7701-4C55-81FC-784A3BC1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14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9" name="Freeform 5864">
                <a:extLst>
                  <a:ext uri="{FF2B5EF4-FFF2-40B4-BE49-F238E27FC236}">
                    <a16:creationId xmlns:a16="http://schemas.microsoft.com/office/drawing/2014/main" id="{962DADB2-0DC4-49F7-AB1B-1C6A57CE3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1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0" name="Freeform 5865">
                <a:extLst>
                  <a:ext uri="{FF2B5EF4-FFF2-40B4-BE49-F238E27FC236}">
                    <a16:creationId xmlns:a16="http://schemas.microsoft.com/office/drawing/2014/main" id="{647D32D3-0836-4B16-A6E9-0C3414A2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1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1" name="Freeform 5866">
                <a:extLst>
                  <a:ext uri="{FF2B5EF4-FFF2-40B4-BE49-F238E27FC236}">
                    <a16:creationId xmlns:a16="http://schemas.microsoft.com/office/drawing/2014/main" id="{D1CBFD0F-55E2-4126-AB0D-AADFE4F84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2" name="Freeform 5867">
                <a:extLst>
                  <a:ext uri="{FF2B5EF4-FFF2-40B4-BE49-F238E27FC236}">
                    <a16:creationId xmlns:a16="http://schemas.microsoft.com/office/drawing/2014/main" id="{8479784F-6916-40FB-8334-98376D097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1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3" name="Freeform 5868">
                <a:extLst>
                  <a:ext uri="{FF2B5EF4-FFF2-40B4-BE49-F238E27FC236}">
                    <a16:creationId xmlns:a16="http://schemas.microsoft.com/office/drawing/2014/main" id="{9F5CE95D-E45A-4168-B672-B71A098C9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1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4" name="Freeform 5869">
                <a:extLst>
                  <a:ext uri="{FF2B5EF4-FFF2-40B4-BE49-F238E27FC236}">
                    <a16:creationId xmlns:a16="http://schemas.microsoft.com/office/drawing/2014/main" id="{D0538610-EB03-4D53-B82A-545A221E5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1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5" name="Freeform 5870">
                <a:extLst>
                  <a:ext uri="{FF2B5EF4-FFF2-40B4-BE49-F238E27FC236}">
                    <a16:creationId xmlns:a16="http://schemas.microsoft.com/office/drawing/2014/main" id="{537C48E4-9BF5-438C-A785-9DA08BEBC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6" name="Freeform 5871">
                <a:extLst>
                  <a:ext uri="{FF2B5EF4-FFF2-40B4-BE49-F238E27FC236}">
                    <a16:creationId xmlns:a16="http://schemas.microsoft.com/office/drawing/2014/main" id="{30BB8DFD-DDBE-4AFD-86CC-5E0B937E6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13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7" name="Freeform 5872">
                <a:extLst>
                  <a:ext uri="{FF2B5EF4-FFF2-40B4-BE49-F238E27FC236}">
                    <a16:creationId xmlns:a16="http://schemas.microsoft.com/office/drawing/2014/main" id="{938E62CB-4077-418E-B55F-586AC51C6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15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8" name="Freeform 5873">
                <a:extLst>
                  <a:ext uri="{FF2B5EF4-FFF2-40B4-BE49-F238E27FC236}">
                    <a16:creationId xmlns:a16="http://schemas.microsoft.com/office/drawing/2014/main" id="{E26F4C54-CFED-47F2-8BAD-3B5DF3F29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13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9" name="Freeform 5874">
                <a:extLst>
                  <a:ext uri="{FF2B5EF4-FFF2-40B4-BE49-F238E27FC236}">
                    <a16:creationId xmlns:a16="http://schemas.microsoft.com/office/drawing/2014/main" id="{40C3E6F7-1560-4291-A067-693EE0989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1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0" name="Freeform 5875">
                <a:extLst>
                  <a:ext uri="{FF2B5EF4-FFF2-40B4-BE49-F238E27FC236}">
                    <a16:creationId xmlns:a16="http://schemas.microsoft.com/office/drawing/2014/main" id="{40456E09-160B-4A29-8FE8-806910C06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14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1" name="Freeform 5876">
                <a:extLst>
                  <a:ext uri="{FF2B5EF4-FFF2-40B4-BE49-F238E27FC236}">
                    <a16:creationId xmlns:a16="http://schemas.microsoft.com/office/drawing/2014/main" id="{AA677733-D9AE-42A3-AA64-E1431AF89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1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2" name="Freeform 5877">
                <a:extLst>
                  <a:ext uri="{FF2B5EF4-FFF2-40B4-BE49-F238E27FC236}">
                    <a16:creationId xmlns:a16="http://schemas.microsoft.com/office/drawing/2014/main" id="{E81FD686-AAA6-43C5-A2C2-9A1152F4C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1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3" name="Freeform 5878">
                <a:extLst>
                  <a:ext uri="{FF2B5EF4-FFF2-40B4-BE49-F238E27FC236}">
                    <a16:creationId xmlns:a16="http://schemas.microsoft.com/office/drawing/2014/main" id="{D54BEE4C-8269-4883-9784-3F1E03A28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13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4" name="Freeform 5879">
                <a:extLst>
                  <a:ext uri="{FF2B5EF4-FFF2-40B4-BE49-F238E27FC236}">
                    <a16:creationId xmlns:a16="http://schemas.microsoft.com/office/drawing/2014/main" id="{5C2210EF-1B27-4F13-BFB4-78EDE943B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13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5" name="Freeform 5880">
                <a:extLst>
                  <a:ext uri="{FF2B5EF4-FFF2-40B4-BE49-F238E27FC236}">
                    <a16:creationId xmlns:a16="http://schemas.microsoft.com/office/drawing/2014/main" id="{E61DE665-1A0E-486F-84B0-6EEDE4764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1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6" name="Freeform 5881">
                <a:extLst>
                  <a:ext uri="{FF2B5EF4-FFF2-40B4-BE49-F238E27FC236}">
                    <a16:creationId xmlns:a16="http://schemas.microsoft.com/office/drawing/2014/main" id="{00AC0671-0264-47E0-98BE-829C3BE55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1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7" name="Freeform 5882">
                <a:extLst>
                  <a:ext uri="{FF2B5EF4-FFF2-40B4-BE49-F238E27FC236}">
                    <a16:creationId xmlns:a16="http://schemas.microsoft.com/office/drawing/2014/main" id="{C5381515-2B5E-432F-BBC6-28AE93CD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1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8" name="Freeform 5883">
                <a:extLst>
                  <a:ext uri="{FF2B5EF4-FFF2-40B4-BE49-F238E27FC236}">
                    <a16:creationId xmlns:a16="http://schemas.microsoft.com/office/drawing/2014/main" id="{B909C612-3095-4AF0-9A16-1E9DDFEA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1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9" name="Freeform 5884">
                <a:extLst>
                  <a:ext uri="{FF2B5EF4-FFF2-40B4-BE49-F238E27FC236}">
                    <a16:creationId xmlns:a16="http://schemas.microsoft.com/office/drawing/2014/main" id="{CDE96915-A3DD-41A8-A5BD-E41121B2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2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0" name="Freeform 5885">
                <a:extLst>
                  <a:ext uri="{FF2B5EF4-FFF2-40B4-BE49-F238E27FC236}">
                    <a16:creationId xmlns:a16="http://schemas.microsoft.com/office/drawing/2014/main" id="{09F0E274-7F66-4072-8812-DCD6C0C7E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13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1" name="Freeform 5886">
                <a:extLst>
                  <a:ext uri="{FF2B5EF4-FFF2-40B4-BE49-F238E27FC236}">
                    <a16:creationId xmlns:a16="http://schemas.microsoft.com/office/drawing/2014/main" id="{AFF73B8B-B73B-4B37-9FFB-0F1BCF100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1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2" name="Freeform 5887">
                <a:extLst>
                  <a:ext uri="{FF2B5EF4-FFF2-40B4-BE49-F238E27FC236}">
                    <a16:creationId xmlns:a16="http://schemas.microsoft.com/office/drawing/2014/main" id="{74B4D7A1-1A19-4209-8334-CCAFA7F2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15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3" name="Freeform 5888">
                <a:extLst>
                  <a:ext uri="{FF2B5EF4-FFF2-40B4-BE49-F238E27FC236}">
                    <a16:creationId xmlns:a16="http://schemas.microsoft.com/office/drawing/2014/main" id="{1C4A7D87-AFB0-47E5-BEC9-A7DC914B2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4" name="Freeform 5889">
                <a:extLst>
                  <a:ext uri="{FF2B5EF4-FFF2-40B4-BE49-F238E27FC236}">
                    <a16:creationId xmlns:a16="http://schemas.microsoft.com/office/drawing/2014/main" id="{7AD2C82E-4F87-4D2C-9C1E-EAA047259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1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5" name="Freeform 5890">
                <a:extLst>
                  <a:ext uri="{FF2B5EF4-FFF2-40B4-BE49-F238E27FC236}">
                    <a16:creationId xmlns:a16="http://schemas.microsoft.com/office/drawing/2014/main" id="{D85F00D1-DFDB-4677-A069-5057417CE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1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6" name="Freeform 5891">
                <a:extLst>
                  <a:ext uri="{FF2B5EF4-FFF2-40B4-BE49-F238E27FC236}">
                    <a16:creationId xmlns:a16="http://schemas.microsoft.com/office/drawing/2014/main" id="{3CC9409E-09C7-4E2D-9C36-278F614DF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1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7" name="Freeform 5892">
                <a:extLst>
                  <a:ext uri="{FF2B5EF4-FFF2-40B4-BE49-F238E27FC236}">
                    <a16:creationId xmlns:a16="http://schemas.microsoft.com/office/drawing/2014/main" id="{2C78BFD1-FF76-467D-9C88-D2568EB66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8" name="Freeform 5893">
                <a:extLst>
                  <a:ext uri="{FF2B5EF4-FFF2-40B4-BE49-F238E27FC236}">
                    <a16:creationId xmlns:a16="http://schemas.microsoft.com/office/drawing/2014/main" id="{614D1793-650B-43F7-8A6E-F4C88BB14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9" name="Freeform 5894">
                <a:extLst>
                  <a:ext uri="{FF2B5EF4-FFF2-40B4-BE49-F238E27FC236}">
                    <a16:creationId xmlns:a16="http://schemas.microsoft.com/office/drawing/2014/main" id="{AE3C8FBB-5A02-454C-8D58-5DD66897E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1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0" name="Freeform 5895">
                <a:extLst>
                  <a:ext uri="{FF2B5EF4-FFF2-40B4-BE49-F238E27FC236}">
                    <a16:creationId xmlns:a16="http://schemas.microsoft.com/office/drawing/2014/main" id="{8D5C916D-BFD1-45CB-99E9-C7B29B208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1" name="Freeform 5896">
                <a:extLst>
                  <a:ext uri="{FF2B5EF4-FFF2-40B4-BE49-F238E27FC236}">
                    <a16:creationId xmlns:a16="http://schemas.microsoft.com/office/drawing/2014/main" id="{E272490B-AD31-4D0A-B538-B50CB6704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2" name="Freeform 5897">
                <a:extLst>
                  <a:ext uri="{FF2B5EF4-FFF2-40B4-BE49-F238E27FC236}">
                    <a16:creationId xmlns:a16="http://schemas.microsoft.com/office/drawing/2014/main" id="{9F441F12-A223-4E41-92C9-D7C3151A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3" name="Freeform 5898">
                <a:extLst>
                  <a:ext uri="{FF2B5EF4-FFF2-40B4-BE49-F238E27FC236}">
                    <a16:creationId xmlns:a16="http://schemas.microsoft.com/office/drawing/2014/main" id="{7CF971EE-5F8C-4D4C-BF8F-D5D5435F1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13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4" name="Freeform 5899">
                <a:extLst>
                  <a:ext uri="{FF2B5EF4-FFF2-40B4-BE49-F238E27FC236}">
                    <a16:creationId xmlns:a16="http://schemas.microsoft.com/office/drawing/2014/main" id="{BCDF4C7B-C905-4E98-8B1D-30548E38B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2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5" name="Freeform 5900">
                <a:extLst>
                  <a:ext uri="{FF2B5EF4-FFF2-40B4-BE49-F238E27FC236}">
                    <a16:creationId xmlns:a16="http://schemas.microsoft.com/office/drawing/2014/main" id="{2A39184F-16B7-4C27-AE55-957EF8106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0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6" name="Freeform 5901">
                <a:extLst>
                  <a:ext uri="{FF2B5EF4-FFF2-40B4-BE49-F238E27FC236}">
                    <a16:creationId xmlns:a16="http://schemas.microsoft.com/office/drawing/2014/main" id="{2D3D7CD0-67C3-415B-BBA2-13E047955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12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7" name="Freeform 5902">
                <a:extLst>
                  <a:ext uri="{FF2B5EF4-FFF2-40B4-BE49-F238E27FC236}">
                    <a16:creationId xmlns:a16="http://schemas.microsoft.com/office/drawing/2014/main" id="{82EF8C38-A85C-4E59-8432-C6F2AC301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13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8" name="Freeform 5903">
                <a:extLst>
                  <a:ext uri="{FF2B5EF4-FFF2-40B4-BE49-F238E27FC236}">
                    <a16:creationId xmlns:a16="http://schemas.microsoft.com/office/drawing/2014/main" id="{B7C6B162-C66E-45BD-822A-0B3EDF3C6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12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9" name="Freeform 5904">
                <a:extLst>
                  <a:ext uri="{FF2B5EF4-FFF2-40B4-BE49-F238E27FC236}">
                    <a16:creationId xmlns:a16="http://schemas.microsoft.com/office/drawing/2014/main" id="{D34D194F-1A16-4843-A254-3D2CDDFBD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0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0" name="Freeform 5905">
                <a:extLst>
                  <a:ext uri="{FF2B5EF4-FFF2-40B4-BE49-F238E27FC236}">
                    <a16:creationId xmlns:a16="http://schemas.microsoft.com/office/drawing/2014/main" id="{6794022A-D0C8-4CED-B183-137C5656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5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1" name="Freeform 5906">
                <a:extLst>
                  <a:ext uri="{FF2B5EF4-FFF2-40B4-BE49-F238E27FC236}">
                    <a16:creationId xmlns:a16="http://schemas.microsoft.com/office/drawing/2014/main" id="{74364632-F442-4D9A-A699-AA5393913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1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2" name="Freeform 5907">
                <a:extLst>
                  <a:ext uri="{FF2B5EF4-FFF2-40B4-BE49-F238E27FC236}">
                    <a16:creationId xmlns:a16="http://schemas.microsoft.com/office/drawing/2014/main" id="{1ED873AF-CD61-461A-8CEE-EBF8AE3ED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1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3" name="Freeform 5908">
                <a:extLst>
                  <a:ext uri="{FF2B5EF4-FFF2-40B4-BE49-F238E27FC236}">
                    <a16:creationId xmlns:a16="http://schemas.microsoft.com/office/drawing/2014/main" id="{DC1A977C-C8D7-43FD-889C-70A9A50E6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1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4" name="Freeform 5909">
                <a:extLst>
                  <a:ext uri="{FF2B5EF4-FFF2-40B4-BE49-F238E27FC236}">
                    <a16:creationId xmlns:a16="http://schemas.microsoft.com/office/drawing/2014/main" id="{8B8C36D6-EE35-4141-8F9F-67CDC625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5" name="Freeform 5910">
                <a:extLst>
                  <a:ext uri="{FF2B5EF4-FFF2-40B4-BE49-F238E27FC236}">
                    <a16:creationId xmlns:a16="http://schemas.microsoft.com/office/drawing/2014/main" id="{ED16CD03-7DF3-465B-B5CB-C1A36BC2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6" name="Freeform 5911">
                <a:extLst>
                  <a:ext uri="{FF2B5EF4-FFF2-40B4-BE49-F238E27FC236}">
                    <a16:creationId xmlns:a16="http://schemas.microsoft.com/office/drawing/2014/main" id="{1F5EEE30-EF8B-4259-A245-1649F15B6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129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7" name="Freeform 5912">
                <a:extLst>
                  <a:ext uri="{FF2B5EF4-FFF2-40B4-BE49-F238E27FC236}">
                    <a16:creationId xmlns:a16="http://schemas.microsoft.com/office/drawing/2014/main" id="{5A27C6BF-CCEC-4CBD-9E27-E94DBC352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123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8" name="Freeform 5913">
                <a:extLst>
                  <a:ext uri="{FF2B5EF4-FFF2-40B4-BE49-F238E27FC236}">
                    <a16:creationId xmlns:a16="http://schemas.microsoft.com/office/drawing/2014/main" id="{308CC964-78A2-49B9-8AA1-E4BC58F34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15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9" name="Freeform 5914">
                <a:extLst>
                  <a:ext uri="{FF2B5EF4-FFF2-40B4-BE49-F238E27FC236}">
                    <a16:creationId xmlns:a16="http://schemas.microsoft.com/office/drawing/2014/main" id="{173F82E5-755C-4DED-BD77-8C671F3FD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1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0" name="Freeform 5915">
                <a:extLst>
                  <a:ext uri="{FF2B5EF4-FFF2-40B4-BE49-F238E27FC236}">
                    <a16:creationId xmlns:a16="http://schemas.microsoft.com/office/drawing/2014/main" id="{4D4AC42F-46F8-46A0-A0AD-3E697FDCB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1" name="Freeform 5916">
                <a:extLst>
                  <a:ext uri="{FF2B5EF4-FFF2-40B4-BE49-F238E27FC236}">
                    <a16:creationId xmlns:a16="http://schemas.microsoft.com/office/drawing/2014/main" id="{D0B4719D-8845-4D83-A349-F7CFADE51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1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2" name="Freeform 5917">
                <a:extLst>
                  <a:ext uri="{FF2B5EF4-FFF2-40B4-BE49-F238E27FC236}">
                    <a16:creationId xmlns:a16="http://schemas.microsoft.com/office/drawing/2014/main" id="{F5E51E8F-32DE-4679-80A3-E39D68F25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13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3" name="Freeform 5918">
                <a:extLst>
                  <a:ext uri="{FF2B5EF4-FFF2-40B4-BE49-F238E27FC236}">
                    <a16:creationId xmlns:a16="http://schemas.microsoft.com/office/drawing/2014/main" id="{537DEC4C-2990-4092-A837-ECE002A8B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1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4" name="Freeform 5919">
                <a:extLst>
                  <a:ext uri="{FF2B5EF4-FFF2-40B4-BE49-F238E27FC236}">
                    <a16:creationId xmlns:a16="http://schemas.microsoft.com/office/drawing/2014/main" id="{ABE52CA0-B020-4B93-B49D-C660EE54B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2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5" name="Freeform 5920">
                <a:extLst>
                  <a:ext uri="{FF2B5EF4-FFF2-40B4-BE49-F238E27FC236}">
                    <a16:creationId xmlns:a16="http://schemas.microsoft.com/office/drawing/2014/main" id="{E86604E1-3E5B-49CC-B1BC-AA8065D70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2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6" name="Freeform 5921">
                <a:extLst>
                  <a:ext uri="{FF2B5EF4-FFF2-40B4-BE49-F238E27FC236}">
                    <a16:creationId xmlns:a16="http://schemas.microsoft.com/office/drawing/2014/main" id="{F58EE99C-25AC-4D65-9765-B426D763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07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7" name="Freeform 5922">
                <a:extLst>
                  <a:ext uri="{FF2B5EF4-FFF2-40B4-BE49-F238E27FC236}">
                    <a16:creationId xmlns:a16="http://schemas.microsoft.com/office/drawing/2014/main" id="{FE05AA5C-734E-4718-AE1E-5AEF87DE9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1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8" name="Freeform 5923">
                <a:extLst>
                  <a:ext uri="{FF2B5EF4-FFF2-40B4-BE49-F238E27FC236}">
                    <a16:creationId xmlns:a16="http://schemas.microsoft.com/office/drawing/2014/main" id="{E21B33BC-FF43-4D40-8E8D-A5BAD3E23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1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9" name="Freeform 5924">
                <a:extLst>
                  <a:ext uri="{FF2B5EF4-FFF2-40B4-BE49-F238E27FC236}">
                    <a16:creationId xmlns:a16="http://schemas.microsoft.com/office/drawing/2014/main" id="{3AE979DB-D0A2-42F7-8F4F-A416676B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0" name="Freeform 5925">
                <a:extLst>
                  <a:ext uri="{FF2B5EF4-FFF2-40B4-BE49-F238E27FC236}">
                    <a16:creationId xmlns:a16="http://schemas.microsoft.com/office/drawing/2014/main" id="{C8BE7EDE-2284-4782-9833-C298BFF36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244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1" name="Freeform 5926">
                <a:extLst>
                  <a:ext uri="{FF2B5EF4-FFF2-40B4-BE49-F238E27FC236}">
                    <a16:creationId xmlns:a16="http://schemas.microsoft.com/office/drawing/2014/main" id="{1B8B82DC-443F-4709-8D44-1455C53B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11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2" name="Freeform 5927">
                <a:extLst>
                  <a:ext uri="{FF2B5EF4-FFF2-40B4-BE49-F238E27FC236}">
                    <a16:creationId xmlns:a16="http://schemas.microsoft.com/office/drawing/2014/main" id="{82B046B3-C565-4294-AAE2-4F1AE9A18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10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3" name="Freeform 5928">
                <a:extLst>
                  <a:ext uri="{FF2B5EF4-FFF2-40B4-BE49-F238E27FC236}">
                    <a16:creationId xmlns:a16="http://schemas.microsoft.com/office/drawing/2014/main" id="{6098838F-824E-468D-AC1A-FB643528F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0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4" name="Freeform 5929">
                <a:extLst>
                  <a:ext uri="{FF2B5EF4-FFF2-40B4-BE49-F238E27FC236}">
                    <a16:creationId xmlns:a16="http://schemas.microsoft.com/office/drawing/2014/main" id="{90A15699-4455-456A-9A49-D0312FD09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08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5" name="Freeform 5930">
                <a:extLst>
                  <a:ext uri="{FF2B5EF4-FFF2-40B4-BE49-F238E27FC236}">
                    <a16:creationId xmlns:a16="http://schemas.microsoft.com/office/drawing/2014/main" id="{57C12DE6-2DDE-490E-A530-89791296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07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6" name="Freeform 5931">
                <a:extLst>
                  <a:ext uri="{FF2B5EF4-FFF2-40B4-BE49-F238E27FC236}">
                    <a16:creationId xmlns:a16="http://schemas.microsoft.com/office/drawing/2014/main" id="{4918F2F6-5B2B-48F5-BDE7-2B78BB178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08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7" name="Freeform 5932">
                <a:extLst>
                  <a:ext uri="{FF2B5EF4-FFF2-40B4-BE49-F238E27FC236}">
                    <a16:creationId xmlns:a16="http://schemas.microsoft.com/office/drawing/2014/main" id="{0BB4B05D-F337-4156-B595-EDC8974A2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1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8" name="Freeform 5933">
                <a:extLst>
                  <a:ext uri="{FF2B5EF4-FFF2-40B4-BE49-F238E27FC236}">
                    <a16:creationId xmlns:a16="http://schemas.microsoft.com/office/drawing/2014/main" id="{8D644F55-3139-4DF2-87F8-D86833691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09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9" name="Freeform 5934">
                <a:extLst>
                  <a:ext uri="{FF2B5EF4-FFF2-40B4-BE49-F238E27FC236}">
                    <a16:creationId xmlns:a16="http://schemas.microsoft.com/office/drawing/2014/main" id="{3160CC02-6992-4359-870B-BF6820E10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11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0" name="Freeform 5935">
                <a:extLst>
                  <a:ext uri="{FF2B5EF4-FFF2-40B4-BE49-F238E27FC236}">
                    <a16:creationId xmlns:a16="http://schemas.microsoft.com/office/drawing/2014/main" id="{521687AB-1AE3-4EA9-A0E2-83BD792D9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12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1" name="Freeform 5936">
                <a:extLst>
                  <a:ext uri="{FF2B5EF4-FFF2-40B4-BE49-F238E27FC236}">
                    <a16:creationId xmlns:a16="http://schemas.microsoft.com/office/drawing/2014/main" id="{1F07D552-7B98-434F-9F8F-5648794E1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107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2" name="Freeform 5937">
                <a:extLst>
                  <a:ext uri="{FF2B5EF4-FFF2-40B4-BE49-F238E27FC236}">
                    <a16:creationId xmlns:a16="http://schemas.microsoft.com/office/drawing/2014/main" id="{AFA6639A-B791-4418-A7DA-3595332C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11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3" name="Freeform 5938">
                <a:extLst>
                  <a:ext uri="{FF2B5EF4-FFF2-40B4-BE49-F238E27FC236}">
                    <a16:creationId xmlns:a16="http://schemas.microsoft.com/office/drawing/2014/main" id="{3292B0BC-38DE-4153-961A-5FE1F9BAE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09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4" name="Freeform 5939">
                <a:extLst>
                  <a:ext uri="{FF2B5EF4-FFF2-40B4-BE49-F238E27FC236}">
                    <a16:creationId xmlns:a16="http://schemas.microsoft.com/office/drawing/2014/main" id="{1BF9F729-498A-426E-A650-A26FB57A1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08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5" name="Freeform 5940">
                <a:extLst>
                  <a:ext uri="{FF2B5EF4-FFF2-40B4-BE49-F238E27FC236}">
                    <a16:creationId xmlns:a16="http://schemas.microsoft.com/office/drawing/2014/main" id="{4AFC44E6-4A15-4D3C-9B42-398D3B48B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99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6" name="Freeform 5941">
                <a:extLst>
                  <a:ext uri="{FF2B5EF4-FFF2-40B4-BE49-F238E27FC236}">
                    <a16:creationId xmlns:a16="http://schemas.microsoft.com/office/drawing/2014/main" id="{D4910C21-DBB6-4ACA-8123-D053061FF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0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7" name="Freeform 5942">
                <a:extLst>
                  <a:ext uri="{FF2B5EF4-FFF2-40B4-BE49-F238E27FC236}">
                    <a16:creationId xmlns:a16="http://schemas.microsoft.com/office/drawing/2014/main" id="{284E2FD7-EC23-4DCF-8293-32EF897E2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09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8" name="Freeform 5943">
                <a:extLst>
                  <a:ext uri="{FF2B5EF4-FFF2-40B4-BE49-F238E27FC236}">
                    <a16:creationId xmlns:a16="http://schemas.microsoft.com/office/drawing/2014/main" id="{1E13BDAE-6ABC-447F-8B38-3E8691B93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083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9" name="Freeform 5944">
                <a:extLst>
                  <a:ext uri="{FF2B5EF4-FFF2-40B4-BE49-F238E27FC236}">
                    <a16:creationId xmlns:a16="http://schemas.microsoft.com/office/drawing/2014/main" id="{30213F15-E4C5-429E-86B6-E1E4F5603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07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0" name="Freeform 5945">
                <a:extLst>
                  <a:ext uri="{FF2B5EF4-FFF2-40B4-BE49-F238E27FC236}">
                    <a16:creationId xmlns:a16="http://schemas.microsoft.com/office/drawing/2014/main" id="{4A82B0DC-EC55-49DB-8EDA-95F05271A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0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1" name="Freeform 5946">
                <a:extLst>
                  <a:ext uri="{FF2B5EF4-FFF2-40B4-BE49-F238E27FC236}">
                    <a16:creationId xmlns:a16="http://schemas.microsoft.com/office/drawing/2014/main" id="{1427B9B5-4003-4DF0-A184-2BC171E8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11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2" name="Freeform 5947">
                <a:extLst>
                  <a:ext uri="{FF2B5EF4-FFF2-40B4-BE49-F238E27FC236}">
                    <a16:creationId xmlns:a16="http://schemas.microsoft.com/office/drawing/2014/main" id="{6842F0A6-4AF4-4F0F-89D8-F69F0C7E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11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3" name="Freeform 5948">
                <a:extLst>
                  <a:ext uri="{FF2B5EF4-FFF2-40B4-BE49-F238E27FC236}">
                    <a16:creationId xmlns:a16="http://schemas.microsoft.com/office/drawing/2014/main" id="{88818816-F8A3-454B-9F20-598D9D308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1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4" name="Freeform 5949">
                <a:extLst>
                  <a:ext uri="{FF2B5EF4-FFF2-40B4-BE49-F238E27FC236}">
                    <a16:creationId xmlns:a16="http://schemas.microsoft.com/office/drawing/2014/main" id="{536AC35A-42C0-486E-B10B-2BC9A2C64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5" name="Freeform 5950">
                <a:extLst>
                  <a:ext uri="{FF2B5EF4-FFF2-40B4-BE49-F238E27FC236}">
                    <a16:creationId xmlns:a16="http://schemas.microsoft.com/office/drawing/2014/main" id="{6440D943-8EFF-47C7-A414-2B3BFCD8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09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6" name="Freeform 5951">
                <a:extLst>
                  <a:ext uri="{FF2B5EF4-FFF2-40B4-BE49-F238E27FC236}">
                    <a16:creationId xmlns:a16="http://schemas.microsoft.com/office/drawing/2014/main" id="{8449B915-BEE6-457C-93F7-25480DBFF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08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7" name="Freeform 5952">
                <a:extLst>
                  <a:ext uri="{FF2B5EF4-FFF2-40B4-BE49-F238E27FC236}">
                    <a16:creationId xmlns:a16="http://schemas.microsoft.com/office/drawing/2014/main" id="{6A87A1C1-8A16-45EA-8ADB-F90F41E7F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0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8" name="Freeform 5953">
                <a:extLst>
                  <a:ext uri="{FF2B5EF4-FFF2-40B4-BE49-F238E27FC236}">
                    <a16:creationId xmlns:a16="http://schemas.microsoft.com/office/drawing/2014/main" id="{62FEE86B-6DE0-4494-A306-F23511F63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097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9" name="Freeform 5954">
                <a:extLst>
                  <a:ext uri="{FF2B5EF4-FFF2-40B4-BE49-F238E27FC236}">
                    <a16:creationId xmlns:a16="http://schemas.microsoft.com/office/drawing/2014/main" id="{64767A7F-D6F8-4202-BB8F-AEB6057DE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0" name="Freeform 5955">
                <a:extLst>
                  <a:ext uri="{FF2B5EF4-FFF2-40B4-BE49-F238E27FC236}">
                    <a16:creationId xmlns:a16="http://schemas.microsoft.com/office/drawing/2014/main" id="{DBE877B8-9518-435B-8933-D59798D7A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243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1" name="Freeform 5956">
                <a:extLst>
                  <a:ext uri="{FF2B5EF4-FFF2-40B4-BE49-F238E27FC236}">
                    <a16:creationId xmlns:a16="http://schemas.microsoft.com/office/drawing/2014/main" id="{18F7A8A3-3E68-40DA-91D7-42BD22FA0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42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2" name="Freeform 5957">
                <a:extLst>
                  <a:ext uri="{FF2B5EF4-FFF2-40B4-BE49-F238E27FC236}">
                    <a16:creationId xmlns:a16="http://schemas.microsoft.com/office/drawing/2014/main" id="{C752F655-8C63-40A6-BE01-9455C0D26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39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3" name="Freeform 5958">
                <a:extLst>
                  <a:ext uri="{FF2B5EF4-FFF2-40B4-BE49-F238E27FC236}">
                    <a16:creationId xmlns:a16="http://schemas.microsoft.com/office/drawing/2014/main" id="{AA9CB1DC-4DA7-4A78-BCDB-2CB8E000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4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4" name="Freeform 5959">
                <a:extLst>
                  <a:ext uri="{FF2B5EF4-FFF2-40B4-BE49-F238E27FC236}">
                    <a16:creationId xmlns:a16="http://schemas.microsoft.com/office/drawing/2014/main" id="{0AABA4BC-1088-4C5B-A452-E5307132C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4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5" name="Freeform 5960">
                <a:extLst>
                  <a:ext uri="{FF2B5EF4-FFF2-40B4-BE49-F238E27FC236}">
                    <a16:creationId xmlns:a16="http://schemas.microsoft.com/office/drawing/2014/main" id="{2793D613-57E1-454F-8630-FE4D1D88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247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6" name="Freeform 5961">
                <a:extLst>
                  <a:ext uri="{FF2B5EF4-FFF2-40B4-BE49-F238E27FC236}">
                    <a16:creationId xmlns:a16="http://schemas.microsoft.com/office/drawing/2014/main" id="{694B7889-D625-4217-BD62-FE58AEEC0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45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7" name="Freeform 5962">
                <a:extLst>
                  <a:ext uri="{FF2B5EF4-FFF2-40B4-BE49-F238E27FC236}">
                    <a16:creationId xmlns:a16="http://schemas.microsoft.com/office/drawing/2014/main" id="{87B323E1-3E0D-46A1-9401-F8821C50E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48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8" name="Freeform 5963">
                <a:extLst>
                  <a:ext uri="{FF2B5EF4-FFF2-40B4-BE49-F238E27FC236}">
                    <a16:creationId xmlns:a16="http://schemas.microsoft.com/office/drawing/2014/main" id="{CFA3D920-EF19-4A7E-82E7-39B852C3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499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35 w 3"/>
                  <a:gd name="T5" fmla="*/ 61 h 4"/>
                  <a:gd name="T6" fmla="*/ 0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9" name="Freeform 5964">
                <a:extLst>
                  <a:ext uri="{FF2B5EF4-FFF2-40B4-BE49-F238E27FC236}">
                    <a16:creationId xmlns:a16="http://schemas.microsoft.com/office/drawing/2014/main" id="{C7409CA3-4432-4AA8-BE1E-50986E8EA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462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0" name="Freeform 5965">
                <a:extLst>
                  <a:ext uri="{FF2B5EF4-FFF2-40B4-BE49-F238E27FC236}">
                    <a16:creationId xmlns:a16="http://schemas.microsoft.com/office/drawing/2014/main" id="{79399619-2C57-4315-90EE-6A995F470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4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1" name="Freeform 5966">
                <a:extLst>
                  <a:ext uri="{FF2B5EF4-FFF2-40B4-BE49-F238E27FC236}">
                    <a16:creationId xmlns:a16="http://schemas.microsoft.com/office/drawing/2014/main" id="{6D6EE59F-D3AF-490E-9A63-3501266EA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46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2" name="Freeform 5967">
                <a:extLst>
                  <a:ext uri="{FF2B5EF4-FFF2-40B4-BE49-F238E27FC236}">
                    <a16:creationId xmlns:a16="http://schemas.microsoft.com/office/drawing/2014/main" id="{F36C91CC-6628-419D-8348-1A3E18205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515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37 w 3"/>
                  <a:gd name="T5" fmla="*/ 61 h 4"/>
                  <a:gd name="T6" fmla="*/ 12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3" name="Freeform 5968">
                <a:extLst>
                  <a:ext uri="{FF2B5EF4-FFF2-40B4-BE49-F238E27FC236}">
                    <a16:creationId xmlns:a16="http://schemas.microsoft.com/office/drawing/2014/main" id="{C7CC5189-70A0-44FD-A97E-3676C384B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523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4" name="Freeform 5969">
                <a:extLst>
                  <a:ext uri="{FF2B5EF4-FFF2-40B4-BE49-F238E27FC236}">
                    <a16:creationId xmlns:a16="http://schemas.microsoft.com/office/drawing/2014/main" id="{50A73B3C-FEB8-4B51-A8D7-9871E4A25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47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5" name="Freeform 5970">
                <a:extLst>
                  <a:ext uri="{FF2B5EF4-FFF2-40B4-BE49-F238E27FC236}">
                    <a16:creationId xmlns:a16="http://schemas.microsoft.com/office/drawing/2014/main" id="{29C2EEC2-4D46-4FD4-9D3A-3900D1B14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4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6" name="Freeform 5971">
                <a:extLst>
                  <a:ext uri="{FF2B5EF4-FFF2-40B4-BE49-F238E27FC236}">
                    <a16:creationId xmlns:a16="http://schemas.microsoft.com/office/drawing/2014/main" id="{4529494A-A62A-4C14-8C95-F86CAEEF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24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7" name="Freeform 5972">
                <a:extLst>
                  <a:ext uri="{FF2B5EF4-FFF2-40B4-BE49-F238E27FC236}">
                    <a16:creationId xmlns:a16="http://schemas.microsoft.com/office/drawing/2014/main" id="{4B59709B-4AA0-4069-BFAF-7E8B34354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4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8" name="Freeform 5973">
                <a:extLst>
                  <a:ext uri="{FF2B5EF4-FFF2-40B4-BE49-F238E27FC236}">
                    <a16:creationId xmlns:a16="http://schemas.microsoft.com/office/drawing/2014/main" id="{056E24D7-093B-4F01-B9B3-E183E9D4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51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9" name="Freeform 5974">
                <a:extLst>
                  <a:ext uri="{FF2B5EF4-FFF2-40B4-BE49-F238E27FC236}">
                    <a16:creationId xmlns:a16="http://schemas.microsoft.com/office/drawing/2014/main" id="{739F530B-D0B8-4119-9053-6BC460492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50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2" name="Group 5975">
              <a:extLst>
                <a:ext uri="{FF2B5EF4-FFF2-40B4-BE49-F238E27FC236}">
                  <a16:creationId xmlns:a16="http://schemas.microsoft.com/office/drawing/2014/main" id="{00EE73AA-79B3-4AFB-904C-10AFA1731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6" y="1867"/>
              <a:ext cx="685" cy="718"/>
              <a:chOff x="4196" y="1867"/>
              <a:chExt cx="685" cy="718"/>
            </a:xfrm>
          </p:grpSpPr>
          <p:sp>
            <p:nvSpPr>
              <p:cNvPr id="59220" name="Freeform 5976">
                <a:extLst>
                  <a:ext uri="{FF2B5EF4-FFF2-40B4-BE49-F238E27FC236}">
                    <a16:creationId xmlns:a16="http://schemas.microsoft.com/office/drawing/2014/main" id="{9BF13DA4-A8C2-4F01-BC6E-8B333ED2A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50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1" name="Freeform 5977">
                <a:extLst>
                  <a:ext uri="{FF2B5EF4-FFF2-40B4-BE49-F238E27FC236}">
                    <a16:creationId xmlns:a16="http://schemas.microsoft.com/office/drawing/2014/main" id="{A4DD66C5-0285-42BF-8EC0-AE66AFD9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489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12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2" name="Freeform 5978">
                <a:extLst>
                  <a:ext uri="{FF2B5EF4-FFF2-40B4-BE49-F238E27FC236}">
                    <a16:creationId xmlns:a16="http://schemas.microsoft.com/office/drawing/2014/main" id="{5A209562-03FA-4222-A0FB-A3AE5BE0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481"/>
                <a:ext cx="8" cy="10"/>
              </a:xfrm>
              <a:custGeom>
                <a:avLst/>
                <a:gdLst>
                  <a:gd name="T0" fmla="*/ 0 w 3"/>
                  <a:gd name="T1" fmla="*/ 20 h 4"/>
                  <a:gd name="T2" fmla="*/ 35 w 3"/>
                  <a:gd name="T3" fmla="*/ 20 h 4"/>
                  <a:gd name="T4" fmla="*/ 35 w 3"/>
                  <a:gd name="T5" fmla="*/ 50 h 4"/>
                  <a:gd name="T6" fmla="*/ 0 w 3"/>
                  <a:gd name="T7" fmla="*/ 50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3" name="Freeform 5979">
                <a:extLst>
                  <a:ext uri="{FF2B5EF4-FFF2-40B4-BE49-F238E27FC236}">
                    <a16:creationId xmlns:a16="http://schemas.microsoft.com/office/drawing/2014/main" id="{EA6D9C62-517C-43A9-81B4-5A1C0ECDA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4" name="Freeform 5980">
                <a:extLst>
                  <a:ext uri="{FF2B5EF4-FFF2-40B4-BE49-F238E27FC236}">
                    <a16:creationId xmlns:a16="http://schemas.microsoft.com/office/drawing/2014/main" id="{C05606F0-DFD5-4E76-AF0F-A6BE2720A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05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5" name="Freeform 5981">
                <a:extLst>
                  <a:ext uri="{FF2B5EF4-FFF2-40B4-BE49-F238E27FC236}">
                    <a16:creationId xmlns:a16="http://schemas.microsoft.com/office/drawing/2014/main" id="{F18A7181-6289-4C14-9ED4-1EC744600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48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6" name="Freeform 5982">
                <a:extLst>
                  <a:ext uri="{FF2B5EF4-FFF2-40B4-BE49-F238E27FC236}">
                    <a16:creationId xmlns:a16="http://schemas.microsoft.com/office/drawing/2014/main" id="{D801FE23-5799-4C6B-BE60-B3F47F7D7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50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7" name="Freeform 5983">
                <a:extLst>
                  <a:ext uri="{FF2B5EF4-FFF2-40B4-BE49-F238E27FC236}">
                    <a16:creationId xmlns:a16="http://schemas.microsoft.com/office/drawing/2014/main" id="{D492A1BB-E05A-4D16-AD40-9E84F1530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494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8" name="Freeform 5984">
                <a:extLst>
                  <a:ext uri="{FF2B5EF4-FFF2-40B4-BE49-F238E27FC236}">
                    <a16:creationId xmlns:a16="http://schemas.microsoft.com/office/drawing/2014/main" id="{DE484D3A-6708-4C01-91E0-E656E2B1E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52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29" name="Freeform 5985">
                <a:extLst>
                  <a:ext uri="{FF2B5EF4-FFF2-40B4-BE49-F238E27FC236}">
                    <a16:creationId xmlns:a16="http://schemas.microsoft.com/office/drawing/2014/main" id="{7A1DB3F0-B7F0-4943-9F96-A42D7EDB1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49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0" name="Freeform 5986">
                <a:extLst>
                  <a:ext uri="{FF2B5EF4-FFF2-40B4-BE49-F238E27FC236}">
                    <a16:creationId xmlns:a16="http://schemas.microsoft.com/office/drawing/2014/main" id="{498ECD53-D975-4196-9244-C4F322F22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1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1" name="Freeform 5987">
                <a:extLst>
                  <a:ext uri="{FF2B5EF4-FFF2-40B4-BE49-F238E27FC236}">
                    <a16:creationId xmlns:a16="http://schemas.microsoft.com/office/drawing/2014/main" id="{60F398CD-43DC-48D0-B242-29B5A8EE5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478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2" name="Freeform 5988">
                <a:extLst>
                  <a:ext uri="{FF2B5EF4-FFF2-40B4-BE49-F238E27FC236}">
                    <a16:creationId xmlns:a16="http://schemas.microsoft.com/office/drawing/2014/main" id="{D75F214F-1023-47F0-BBE5-B620F9B29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502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3" name="Freeform 5989">
                <a:extLst>
                  <a:ext uri="{FF2B5EF4-FFF2-40B4-BE49-F238E27FC236}">
                    <a16:creationId xmlns:a16="http://schemas.microsoft.com/office/drawing/2014/main" id="{CD421ACF-0E27-4002-81E4-E54A3918D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1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4" name="Freeform 5990">
                <a:extLst>
                  <a:ext uri="{FF2B5EF4-FFF2-40B4-BE49-F238E27FC236}">
                    <a16:creationId xmlns:a16="http://schemas.microsoft.com/office/drawing/2014/main" id="{C504EAB1-C5DE-45BE-8C02-F613CDD00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50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5" name="Freeform 5991">
                <a:extLst>
                  <a:ext uri="{FF2B5EF4-FFF2-40B4-BE49-F238E27FC236}">
                    <a16:creationId xmlns:a16="http://schemas.microsoft.com/office/drawing/2014/main" id="{56A538FB-0EB3-458E-A857-8A53679BF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1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6" name="Freeform 5992">
                <a:extLst>
                  <a:ext uri="{FF2B5EF4-FFF2-40B4-BE49-F238E27FC236}">
                    <a16:creationId xmlns:a16="http://schemas.microsoft.com/office/drawing/2014/main" id="{BA3296A7-8DEC-46A7-A315-2CE060753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51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7" name="Freeform 5993">
                <a:extLst>
                  <a:ext uri="{FF2B5EF4-FFF2-40B4-BE49-F238E27FC236}">
                    <a16:creationId xmlns:a16="http://schemas.microsoft.com/office/drawing/2014/main" id="{EACA59AC-B777-44D7-83BC-FEFAD62E2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2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8" name="Freeform 5994">
                <a:extLst>
                  <a:ext uri="{FF2B5EF4-FFF2-40B4-BE49-F238E27FC236}">
                    <a16:creationId xmlns:a16="http://schemas.microsoft.com/office/drawing/2014/main" id="{53B7A8A2-9C3E-4418-80F4-7D3CF143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49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39" name="Freeform 5995">
                <a:extLst>
                  <a:ext uri="{FF2B5EF4-FFF2-40B4-BE49-F238E27FC236}">
                    <a16:creationId xmlns:a16="http://schemas.microsoft.com/office/drawing/2014/main" id="{EB3C48DE-7423-432C-9364-32030161B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47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0" name="Freeform 5996">
                <a:extLst>
                  <a:ext uri="{FF2B5EF4-FFF2-40B4-BE49-F238E27FC236}">
                    <a16:creationId xmlns:a16="http://schemas.microsoft.com/office/drawing/2014/main" id="{6C25CA8D-E2E8-4FE7-86A5-8FDDBE2D8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0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1" name="Freeform 5997">
                <a:extLst>
                  <a:ext uri="{FF2B5EF4-FFF2-40B4-BE49-F238E27FC236}">
                    <a16:creationId xmlns:a16="http://schemas.microsoft.com/office/drawing/2014/main" id="{E976861F-7AEC-4DC5-A557-FDBE94BB4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48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2" name="Freeform 5998">
                <a:extLst>
                  <a:ext uri="{FF2B5EF4-FFF2-40B4-BE49-F238E27FC236}">
                    <a16:creationId xmlns:a16="http://schemas.microsoft.com/office/drawing/2014/main" id="{5D0396DE-A030-41A7-808C-258C0660A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49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3" name="Freeform 5999">
                <a:extLst>
                  <a:ext uri="{FF2B5EF4-FFF2-40B4-BE49-F238E27FC236}">
                    <a16:creationId xmlns:a16="http://schemas.microsoft.com/office/drawing/2014/main" id="{18A8EB35-E3A7-49B4-B2E0-E0C357EB0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51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4" name="Freeform 6000">
                <a:extLst>
                  <a:ext uri="{FF2B5EF4-FFF2-40B4-BE49-F238E27FC236}">
                    <a16:creationId xmlns:a16="http://schemas.microsoft.com/office/drawing/2014/main" id="{DC725D71-8CC9-4B3A-A2BB-696A82B1F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52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5" name="Freeform 6001">
                <a:extLst>
                  <a:ext uri="{FF2B5EF4-FFF2-40B4-BE49-F238E27FC236}">
                    <a16:creationId xmlns:a16="http://schemas.microsoft.com/office/drawing/2014/main" id="{DFE8E941-1472-40BC-A12D-DAB9D5D43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4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6" name="Freeform 6002">
                <a:extLst>
                  <a:ext uri="{FF2B5EF4-FFF2-40B4-BE49-F238E27FC236}">
                    <a16:creationId xmlns:a16="http://schemas.microsoft.com/office/drawing/2014/main" id="{4842019C-71EE-444C-92DC-827FB126E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53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7" name="Freeform 6003">
                <a:extLst>
                  <a:ext uri="{FF2B5EF4-FFF2-40B4-BE49-F238E27FC236}">
                    <a16:creationId xmlns:a16="http://schemas.microsoft.com/office/drawing/2014/main" id="{EF8F4D06-A5BE-4F71-BC5F-74B51A206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3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8" name="Freeform 6004">
                <a:extLst>
                  <a:ext uri="{FF2B5EF4-FFF2-40B4-BE49-F238E27FC236}">
                    <a16:creationId xmlns:a16="http://schemas.microsoft.com/office/drawing/2014/main" id="{7F470476-6BE0-4E67-B408-6E4B96D6F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545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49" name="Freeform 6005">
                <a:extLst>
                  <a:ext uri="{FF2B5EF4-FFF2-40B4-BE49-F238E27FC236}">
                    <a16:creationId xmlns:a16="http://schemas.microsoft.com/office/drawing/2014/main" id="{DEFFDC95-19CD-4B70-A762-28EBC439D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555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0" name="Freeform 6006">
                <a:extLst>
                  <a:ext uri="{FF2B5EF4-FFF2-40B4-BE49-F238E27FC236}">
                    <a16:creationId xmlns:a16="http://schemas.microsoft.com/office/drawing/2014/main" id="{51AE8F05-DBBA-4AAE-AEE4-3D3018CDD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56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1" name="Freeform 6007">
                <a:extLst>
                  <a:ext uri="{FF2B5EF4-FFF2-40B4-BE49-F238E27FC236}">
                    <a16:creationId xmlns:a16="http://schemas.microsoft.com/office/drawing/2014/main" id="{CF224B8C-611A-41CC-B5CC-CFDB2D393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52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2" name="Freeform 6008">
                <a:extLst>
                  <a:ext uri="{FF2B5EF4-FFF2-40B4-BE49-F238E27FC236}">
                    <a16:creationId xmlns:a16="http://schemas.microsoft.com/office/drawing/2014/main" id="{A9D2D893-71C8-4618-8BFC-EDED288FC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31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3" name="Freeform 6009">
                <a:extLst>
                  <a:ext uri="{FF2B5EF4-FFF2-40B4-BE49-F238E27FC236}">
                    <a16:creationId xmlns:a16="http://schemas.microsoft.com/office/drawing/2014/main" id="{1AD22D93-F3FF-4341-8415-2BA412A64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34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35 w 3"/>
                  <a:gd name="T5" fmla="*/ 61 h 4"/>
                  <a:gd name="T6" fmla="*/ 21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4" name="Freeform 6010">
                <a:extLst>
                  <a:ext uri="{FF2B5EF4-FFF2-40B4-BE49-F238E27FC236}">
                    <a16:creationId xmlns:a16="http://schemas.microsoft.com/office/drawing/2014/main" id="{3D77F963-9DEE-47DA-8FCC-A1A9926A1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5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5" name="Freeform 6011">
                <a:extLst>
                  <a:ext uri="{FF2B5EF4-FFF2-40B4-BE49-F238E27FC236}">
                    <a16:creationId xmlns:a16="http://schemas.microsoft.com/office/drawing/2014/main" id="{B3C24669-623C-4215-934A-983BA8E0C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4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6" name="Freeform 6012">
                <a:extLst>
                  <a:ext uri="{FF2B5EF4-FFF2-40B4-BE49-F238E27FC236}">
                    <a16:creationId xmlns:a16="http://schemas.microsoft.com/office/drawing/2014/main" id="{F4ECDFD4-795E-49EE-9FFF-58099EB7D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54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7" name="Freeform 6013">
                <a:extLst>
                  <a:ext uri="{FF2B5EF4-FFF2-40B4-BE49-F238E27FC236}">
                    <a16:creationId xmlns:a16="http://schemas.microsoft.com/office/drawing/2014/main" id="{3F490198-6AC4-48EB-8B8A-36BAD3AAF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56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8" name="Freeform 6014">
                <a:extLst>
                  <a:ext uri="{FF2B5EF4-FFF2-40B4-BE49-F238E27FC236}">
                    <a16:creationId xmlns:a16="http://schemas.microsoft.com/office/drawing/2014/main" id="{9A7771B7-DD12-4398-BA33-99B8296C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5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59" name="Freeform 6015">
                <a:extLst>
                  <a:ext uri="{FF2B5EF4-FFF2-40B4-BE49-F238E27FC236}">
                    <a16:creationId xmlns:a16="http://schemas.microsoft.com/office/drawing/2014/main" id="{F6E260DE-6308-4FA5-9568-10BE39DFA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537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28 w 3"/>
                  <a:gd name="T5" fmla="*/ 50 h 4"/>
                  <a:gd name="T6" fmla="*/ 12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0" name="Freeform 6016">
                <a:extLst>
                  <a:ext uri="{FF2B5EF4-FFF2-40B4-BE49-F238E27FC236}">
                    <a16:creationId xmlns:a16="http://schemas.microsoft.com/office/drawing/2014/main" id="{3E468556-E85D-4E8E-AD9A-A8949428C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18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35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1" name="Freeform 6017">
                <a:extLst>
                  <a:ext uri="{FF2B5EF4-FFF2-40B4-BE49-F238E27FC236}">
                    <a16:creationId xmlns:a16="http://schemas.microsoft.com/office/drawing/2014/main" id="{A6848942-6A3E-47E1-BB78-C431F0FED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494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2" name="Freeform 6018">
                <a:extLst>
                  <a:ext uri="{FF2B5EF4-FFF2-40B4-BE49-F238E27FC236}">
                    <a16:creationId xmlns:a16="http://schemas.microsoft.com/office/drawing/2014/main" id="{48CDF4A4-2C69-414A-B780-13BA537EE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534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3" name="Freeform 6019">
                <a:extLst>
                  <a:ext uri="{FF2B5EF4-FFF2-40B4-BE49-F238E27FC236}">
                    <a16:creationId xmlns:a16="http://schemas.microsoft.com/office/drawing/2014/main" id="{7657F363-5EE6-4F74-8CEA-D04B17665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56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4" name="Freeform 6020">
                <a:extLst>
                  <a:ext uri="{FF2B5EF4-FFF2-40B4-BE49-F238E27FC236}">
                    <a16:creationId xmlns:a16="http://schemas.microsoft.com/office/drawing/2014/main" id="{FADAB082-0596-4BB3-9DA0-49FB9D9E8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57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5" name="Freeform 6021">
                <a:extLst>
                  <a:ext uri="{FF2B5EF4-FFF2-40B4-BE49-F238E27FC236}">
                    <a16:creationId xmlns:a16="http://schemas.microsoft.com/office/drawing/2014/main" id="{48562BDE-5A58-4D2A-997F-78F3C2F97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555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6" name="Freeform 6022">
                <a:extLst>
                  <a:ext uri="{FF2B5EF4-FFF2-40B4-BE49-F238E27FC236}">
                    <a16:creationId xmlns:a16="http://schemas.microsoft.com/office/drawing/2014/main" id="{FAB66656-036C-42B0-A32F-1A432526C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56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7" name="Freeform 6023">
                <a:extLst>
                  <a:ext uri="{FF2B5EF4-FFF2-40B4-BE49-F238E27FC236}">
                    <a16:creationId xmlns:a16="http://schemas.microsoft.com/office/drawing/2014/main" id="{D225A0D7-E7B3-417B-8065-041080E3F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547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8" name="Freeform 6024">
                <a:extLst>
                  <a:ext uri="{FF2B5EF4-FFF2-40B4-BE49-F238E27FC236}">
                    <a16:creationId xmlns:a16="http://schemas.microsoft.com/office/drawing/2014/main" id="{0C672F4F-694D-4366-8D8C-29927A9C8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56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69" name="Freeform 6025">
                <a:extLst>
                  <a:ext uri="{FF2B5EF4-FFF2-40B4-BE49-F238E27FC236}">
                    <a16:creationId xmlns:a16="http://schemas.microsoft.com/office/drawing/2014/main" id="{A72836EF-DF07-45D8-8C6A-656E126AB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08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0" name="Freeform 6026">
                <a:extLst>
                  <a:ext uri="{FF2B5EF4-FFF2-40B4-BE49-F238E27FC236}">
                    <a16:creationId xmlns:a16="http://schemas.microsoft.com/office/drawing/2014/main" id="{92CFBB67-BFE1-4E71-AE15-0991FDE3D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1" name="Freeform 6027">
                <a:extLst>
                  <a:ext uri="{FF2B5EF4-FFF2-40B4-BE49-F238E27FC236}">
                    <a16:creationId xmlns:a16="http://schemas.microsoft.com/office/drawing/2014/main" id="{359495F7-AB78-4BB3-8A7F-A696D2FA0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04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2" name="Freeform 6028">
                <a:extLst>
                  <a:ext uri="{FF2B5EF4-FFF2-40B4-BE49-F238E27FC236}">
                    <a16:creationId xmlns:a16="http://schemas.microsoft.com/office/drawing/2014/main" id="{E9F75BE8-69B2-46C4-A097-036A9CFC0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07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3" name="Freeform 6029">
                <a:extLst>
                  <a:ext uri="{FF2B5EF4-FFF2-40B4-BE49-F238E27FC236}">
                    <a16:creationId xmlns:a16="http://schemas.microsoft.com/office/drawing/2014/main" id="{72BDDE32-1CD0-499F-8787-1562C149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70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4" name="Freeform 6030">
                <a:extLst>
                  <a:ext uri="{FF2B5EF4-FFF2-40B4-BE49-F238E27FC236}">
                    <a16:creationId xmlns:a16="http://schemas.microsoft.com/office/drawing/2014/main" id="{DDD58979-6818-440A-B064-A58D86C4F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05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5" name="Freeform 6031">
                <a:extLst>
                  <a:ext uri="{FF2B5EF4-FFF2-40B4-BE49-F238E27FC236}">
                    <a16:creationId xmlns:a16="http://schemas.microsoft.com/office/drawing/2014/main" id="{DA70D6CC-E17F-4D06-931D-F2D854C1D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4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6" name="Freeform 6032">
                <a:extLst>
                  <a:ext uri="{FF2B5EF4-FFF2-40B4-BE49-F238E27FC236}">
                    <a16:creationId xmlns:a16="http://schemas.microsoft.com/office/drawing/2014/main" id="{DF84C088-A4A0-4262-9F62-D4804F3C5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8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7" name="Freeform 6033">
                <a:extLst>
                  <a:ext uri="{FF2B5EF4-FFF2-40B4-BE49-F238E27FC236}">
                    <a16:creationId xmlns:a16="http://schemas.microsoft.com/office/drawing/2014/main" id="{8A902532-17FC-410D-BAD5-B46F99D48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43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37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8" name="Freeform 6034">
                <a:extLst>
                  <a:ext uri="{FF2B5EF4-FFF2-40B4-BE49-F238E27FC236}">
                    <a16:creationId xmlns:a16="http://schemas.microsoft.com/office/drawing/2014/main" id="{D07D30CA-537C-4F40-A0F7-BA0C03983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04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79" name="Freeform 6035">
                <a:extLst>
                  <a:ext uri="{FF2B5EF4-FFF2-40B4-BE49-F238E27FC236}">
                    <a16:creationId xmlns:a16="http://schemas.microsoft.com/office/drawing/2014/main" id="{EBF24E23-0FA3-47F4-8854-E220E5C7E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07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0" name="Freeform 6036">
                <a:extLst>
                  <a:ext uri="{FF2B5EF4-FFF2-40B4-BE49-F238E27FC236}">
                    <a16:creationId xmlns:a16="http://schemas.microsoft.com/office/drawing/2014/main" id="{AAB7B73E-454A-45F3-A7AA-0646CF79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07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1" name="Freeform 6037">
                <a:extLst>
                  <a:ext uri="{FF2B5EF4-FFF2-40B4-BE49-F238E27FC236}">
                    <a16:creationId xmlns:a16="http://schemas.microsoft.com/office/drawing/2014/main" id="{8C36BBC3-DECB-43D1-966C-7FE3F4AB9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0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2" name="Freeform 6038">
                <a:extLst>
                  <a:ext uri="{FF2B5EF4-FFF2-40B4-BE49-F238E27FC236}">
                    <a16:creationId xmlns:a16="http://schemas.microsoft.com/office/drawing/2014/main" id="{7BF6148C-97DE-4EBA-A79B-9E2336CB9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0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3" name="Freeform 6039">
                <a:extLst>
                  <a:ext uri="{FF2B5EF4-FFF2-40B4-BE49-F238E27FC236}">
                    <a16:creationId xmlns:a16="http://schemas.microsoft.com/office/drawing/2014/main" id="{9956E409-D61A-42F0-B13B-41277642C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0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4" name="Freeform 6040">
                <a:extLst>
                  <a:ext uri="{FF2B5EF4-FFF2-40B4-BE49-F238E27FC236}">
                    <a16:creationId xmlns:a16="http://schemas.microsoft.com/office/drawing/2014/main" id="{AA7256E1-5CA9-406E-AC3E-7FE04EDC2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0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5" name="Freeform 6041">
                <a:extLst>
                  <a:ext uri="{FF2B5EF4-FFF2-40B4-BE49-F238E27FC236}">
                    <a16:creationId xmlns:a16="http://schemas.microsoft.com/office/drawing/2014/main" id="{21F0E306-8C29-47FD-A9BB-26954DFD5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0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6" name="Freeform 6042">
                <a:extLst>
                  <a:ext uri="{FF2B5EF4-FFF2-40B4-BE49-F238E27FC236}">
                    <a16:creationId xmlns:a16="http://schemas.microsoft.com/office/drawing/2014/main" id="{9E2AB6BC-4710-4058-ABFA-469DBDA34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0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7" name="Freeform 6043">
                <a:extLst>
                  <a:ext uri="{FF2B5EF4-FFF2-40B4-BE49-F238E27FC236}">
                    <a16:creationId xmlns:a16="http://schemas.microsoft.com/office/drawing/2014/main" id="{754460E4-CB48-4CCA-A3CC-0E7E26619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6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8" name="Freeform 6044">
                <a:extLst>
                  <a:ext uri="{FF2B5EF4-FFF2-40B4-BE49-F238E27FC236}">
                    <a16:creationId xmlns:a16="http://schemas.microsoft.com/office/drawing/2014/main" id="{75EAF813-3527-4902-8480-AC26149DD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5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89" name="Freeform 6045">
                <a:extLst>
                  <a:ext uri="{FF2B5EF4-FFF2-40B4-BE49-F238E27FC236}">
                    <a16:creationId xmlns:a16="http://schemas.microsoft.com/office/drawing/2014/main" id="{619576C9-9D8C-4720-BD09-62F7F3971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06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0" name="Freeform 6046">
                <a:extLst>
                  <a:ext uri="{FF2B5EF4-FFF2-40B4-BE49-F238E27FC236}">
                    <a16:creationId xmlns:a16="http://schemas.microsoft.com/office/drawing/2014/main" id="{27E07D91-B5FD-4C41-AB27-9AF5BFE6C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7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1" name="Freeform 6047">
                <a:extLst>
                  <a:ext uri="{FF2B5EF4-FFF2-40B4-BE49-F238E27FC236}">
                    <a16:creationId xmlns:a16="http://schemas.microsoft.com/office/drawing/2014/main" id="{F9A34AA6-2A12-4DB5-87FA-DD631FDB4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086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61 h 4"/>
                  <a:gd name="T4" fmla="*/ 20 w 4"/>
                  <a:gd name="T5" fmla="*/ 22 h 4"/>
                  <a:gd name="T6" fmla="*/ 50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2" name="Freeform 6048">
                <a:extLst>
                  <a:ext uri="{FF2B5EF4-FFF2-40B4-BE49-F238E27FC236}">
                    <a16:creationId xmlns:a16="http://schemas.microsoft.com/office/drawing/2014/main" id="{BE582882-A04B-462B-8BDA-E87956622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9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3" name="Freeform 6049">
                <a:extLst>
                  <a:ext uri="{FF2B5EF4-FFF2-40B4-BE49-F238E27FC236}">
                    <a16:creationId xmlns:a16="http://schemas.microsoft.com/office/drawing/2014/main" id="{1C4E3B2F-693B-45D7-B0E9-C412580B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78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4" name="Freeform 6050">
                <a:extLst>
                  <a:ext uri="{FF2B5EF4-FFF2-40B4-BE49-F238E27FC236}">
                    <a16:creationId xmlns:a16="http://schemas.microsoft.com/office/drawing/2014/main" id="{FEA5A6EF-4A38-4275-A28E-49A4D0AA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5" name="Freeform 6051">
                <a:extLst>
                  <a:ext uri="{FF2B5EF4-FFF2-40B4-BE49-F238E27FC236}">
                    <a16:creationId xmlns:a16="http://schemas.microsoft.com/office/drawing/2014/main" id="{DDA6B745-63E5-4A04-B7E8-4642806F2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05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6" name="Freeform 6052">
                <a:extLst>
                  <a:ext uri="{FF2B5EF4-FFF2-40B4-BE49-F238E27FC236}">
                    <a16:creationId xmlns:a16="http://schemas.microsoft.com/office/drawing/2014/main" id="{AE94C428-5493-42F4-AFA0-B66BD1ACF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03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7" name="Freeform 6053">
                <a:extLst>
                  <a:ext uri="{FF2B5EF4-FFF2-40B4-BE49-F238E27FC236}">
                    <a16:creationId xmlns:a16="http://schemas.microsoft.com/office/drawing/2014/main" id="{8C9256DB-5F66-4F04-9B17-BDCF9380A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4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8" name="Freeform 6054">
                <a:extLst>
                  <a:ext uri="{FF2B5EF4-FFF2-40B4-BE49-F238E27FC236}">
                    <a16:creationId xmlns:a16="http://schemas.microsoft.com/office/drawing/2014/main" id="{75068D40-394B-4115-AB6B-165CDAE46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70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99" name="Freeform 6055">
                <a:extLst>
                  <a:ext uri="{FF2B5EF4-FFF2-40B4-BE49-F238E27FC236}">
                    <a16:creationId xmlns:a16="http://schemas.microsoft.com/office/drawing/2014/main" id="{C26AFD44-5CF5-4D55-B254-D34174852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0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0" name="Freeform 6056">
                <a:extLst>
                  <a:ext uri="{FF2B5EF4-FFF2-40B4-BE49-F238E27FC236}">
                    <a16:creationId xmlns:a16="http://schemas.microsoft.com/office/drawing/2014/main" id="{6AC466DD-DFBF-4D22-9995-546C93BB6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05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1" name="Freeform 6057">
                <a:extLst>
                  <a:ext uri="{FF2B5EF4-FFF2-40B4-BE49-F238E27FC236}">
                    <a16:creationId xmlns:a16="http://schemas.microsoft.com/office/drawing/2014/main" id="{69F7C2F0-45C9-4D7C-A2A8-B914BC687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2" name="Freeform 6058">
                <a:extLst>
                  <a:ext uri="{FF2B5EF4-FFF2-40B4-BE49-F238E27FC236}">
                    <a16:creationId xmlns:a16="http://schemas.microsoft.com/office/drawing/2014/main" id="{4E8FFA53-F628-47EF-8DB9-50C43DD46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05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3" name="Freeform 6059">
                <a:extLst>
                  <a:ext uri="{FF2B5EF4-FFF2-40B4-BE49-F238E27FC236}">
                    <a16:creationId xmlns:a16="http://schemas.microsoft.com/office/drawing/2014/main" id="{8EA2FDC9-28D1-49ED-986F-7518DC240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05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4" name="Freeform 6060">
                <a:extLst>
                  <a:ext uri="{FF2B5EF4-FFF2-40B4-BE49-F238E27FC236}">
                    <a16:creationId xmlns:a16="http://schemas.microsoft.com/office/drawing/2014/main" id="{4F1B2F8E-699E-4A4D-BAEC-3C83F74F4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54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5" name="Freeform 6061">
                <a:extLst>
                  <a:ext uri="{FF2B5EF4-FFF2-40B4-BE49-F238E27FC236}">
                    <a16:creationId xmlns:a16="http://schemas.microsoft.com/office/drawing/2014/main" id="{6485206A-A2E7-4611-80AA-9C84A1284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05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6" name="Freeform 6062">
                <a:extLst>
                  <a:ext uri="{FF2B5EF4-FFF2-40B4-BE49-F238E27FC236}">
                    <a16:creationId xmlns:a16="http://schemas.microsoft.com/office/drawing/2014/main" id="{7F375ACB-5F92-4A89-943E-A38CFCD04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04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7" name="Freeform 6063">
                <a:extLst>
                  <a:ext uri="{FF2B5EF4-FFF2-40B4-BE49-F238E27FC236}">
                    <a16:creationId xmlns:a16="http://schemas.microsoft.com/office/drawing/2014/main" id="{D699D84E-EF9D-41D0-9706-734017EA5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8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8" name="Freeform 6064">
                <a:extLst>
                  <a:ext uri="{FF2B5EF4-FFF2-40B4-BE49-F238E27FC236}">
                    <a16:creationId xmlns:a16="http://schemas.microsoft.com/office/drawing/2014/main" id="{6C1EE97F-9197-4008-986F-AAF764871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187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09" name="Freeform 6065">
                <a:extLst>
                  <a:ext uri="{FF2B5EF4-FFF2-40B4-BE49-F238E27FC236}">
                    <a16:creationId xmlns:a16="http://schemas.microsoft.com/office/drawing/2014/main" id="{3CA7FD61-A1D0-454E-B73B-A0773835D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18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0" name="Freeform 6066">
                <a:extLst>
                  <a:ext uri="{FF2B5EF4-FFF2-40B4-BE49-F238E27FC236}">
                    <a16:creationId xmlns:a16="http://schemas.microsoft.com/office/drawing/2014/main" id="{4A5E1A74-FE24-414C-8F68-8BF171197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1" name="Freeform 6067">
                <a:extLst>
                  <a:ext uri="{FF2B5EF4-FFF2-40B4-BE49-F238E27FC236}">
                    <a16:creationId xmlns:a16="http://schemas.microsoft.com/office/drawing/2014/main" id="{C9EB82CE-4254-461F-A165-5D196D71E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99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2" name="Freeform 6068">
                <a:extLst>
                  <a:ext uri="{FF2B5EF4-FFF2-40B4-BE49-F238E27FC236}">
                    <a16:creationId xmlns:a16="http://schemas.microsoft.com/office/drawing/2014/main" id="{01829B2F-AED3-4201-9480-5B5AB01A0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96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3" name="Freeform 6069">
                <a:extLst>
                  <a:ext uri="{FF2B5EF4-FFF2-40B4-BE49-F238E27FC236}">
                    <a16:creationId xmlns:a16="http://schemas.microsoft.com/office/drawing/2014/main" id="{21A18AC9-6763-4364-98B8-64ED19E94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97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4" name="Freeform 6070">
                <a:extLst>
                  <a:ext uri="{FF2B5EF4-FFF2-40B4-BE49-F238E27FC236}">
                    <a16:creationId xmlns:a16="http://schemas.microsoft.com/office/drawing/2014/main" id="{BBFFCA59-1C2F-4347-A750-A0E2B2C6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0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5" name="Freeform 6071">
                <a:extLst>
                  <a:ext uri="{FF2B5EF4-FFF2-40B4-BE49-F238E27FC236}">
                    <a16:creationId xmlns:a16="http://schemas.microsoft.com/office/drawing/2014/main" id="{CDF9987F-2290-4C07-A963-1DCFFCCAD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9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6" name="Freeform 6072">
                <a:extLst>
                  <a:ext uri="{FF2B5EF4-FFF2-40B4-BE49-F238E27FC236}">
                    <a16:creationId xmlns:a16="http://schemas.microsoft.com/office/drawing/2014/main" id="{B02AD789-A69F-4870-BC4F-39D0AC1F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0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7" name="Freeform 6073">
                <a:extLst>
                  <a:ext uri="{FF2B5EF4-FFF2-40B4-BE49-F238E27FC236}">
                    <a16:creationId xmlns:a16="http://schemas.microsoft.com/office/drawing/2014/main" id="{CA445D8B-1AEC-4C00-B4CC-F646818BB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8" name="Freeform 6074">
                <a:extLst>
                  <a:ext uri="{FF2B5EF4-FFF2-40B4-BE49-F238E27FC236}">
                    <a16:creationId xmlns:a16="http://schemas.microsoft.com/office/drawing/2014/main" id="{03CDCFB9-999A-4B94-8EE0-37EF49C8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1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19" name="Freeform 6075">
                <a:extLst>
                  <a:ext uri="{FF2B5EF4-FFF2-40B4-BE49-F238E27FC236}">
                    <a16:creationId xmlns:a16="http://schemas.microsoft.com/office/drawing/2014/main" id="{7B5F8647-F6B0-4226-9399-1C3DB2E82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9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0" name="Freeform 6076">
                <a:extLst>
                  <a:ext uri="{FF2B5EF4-FFF2-40B4-BE49-F238E27FC236}">
                    <a16:creationId xmlns:a16="http://schemas.microsoft.com/office/drawing/2014/main" id="{F162A8B4-4748-48D4-8487-02FC51905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9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1" name="Freeform 6077">
                <a:extLst>
                  <a:ext uri="{FF2B5EF4-FFF2-40B4-BE49-F238E27FC236}">
                    <a16:creationId xmlns:a16="http://schemas.microsoft.com/office/drawing/2014/main" id="{AA7D125D-F82B-4276-AB38-7E744EC96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9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2" name="Freeform 6078">
                <a:extLst>
                  <a:ext uri="{FF2B5EF4-FFF2-40B4-BE49-F238E27FC236}">
                    <a16:creationId xmlns:a16="http://schemas.microsoft.com/office/drawing/2014/main" id="{DC2F028E-8C0B-4396-BE71-F2D7888D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9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3" name="Freeform 6079">
                <a:extLst>
                  <a:ext uri="{FF2B5EF4-FFF2-40B4-BE49-F238E27FC236}">
                    <a16:creationId xmlns:a16="http://schemas.microsoft.com/office/drawing/2014/main" id="{72208150-E026-4DD8-8D3D-73E367652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9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4" name="Freeform 6080">
                <a:extLst>
                  <a:ext uri="{FF2B5EF4-FFF2-40B4-BE49-F238E27FC236}">
                    <a16:creationId xmlns:a16="http://schemas.microsoft.com/office/drawing/2014/main" id="{067E36FF-6EED-44BB-AF08-2A01309BC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977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12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5" name="Freeform 6081">
                <a:extLst>
                  <a:ext uri="{FF2B5EF4-FFF2-40B4-BE49-F238E27FC236}">
                    <a16:creationId xmlns:a16="http://schemas.microsoft.com/office/drawing/2014/main" id="{644AA897-754B-4EF4-B92F-37FDB2FA5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9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6" name="Freeform 6082">
                <a:extLst>
                  <a:ext uri="{FF2B5EF4-FFF2-40B4-BE49-F238E27FC236}">
                    <a16:creationId xmlns:a16="http://schemas.microsoft.com/office/drawing/2014/main" id="{68D073D0-326A-424B-9DA4-F4C0D2543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95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7" name="Freeform 6083">
                <a:extLst>
                  <a:ext uri="{FF2B5EF4-FFF2-40B4-BE49-F238E27FC236}">
                    <a16:creationId xmlns:a16="http://schemas.microsoft.com/office/drawing/2014/main" id="{ACFD3BD1-64C8-4847-9569-20F3E3705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94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8" name="Freeform 6084">
                <a:extLst>
                  <a:ext uri="{FF2B5EF4-FFF2-40B4-BE49-F238E27FC236}">
                    <a16:creationId xmlns:a16="http://schemas.microsoft.com/office/drawing/2014/main" id="{7A10191E-7CD1-4AFA-9C6F-4EE571916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61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29" name="Freeform 6085">
                <a:extLst>
                  <a:ext uri="{FF2B5EF4-FFF2-40B4-BE49-F238E27FC236}">
                    <a16:creationId xmlns:a16="http://schemas.microsoft.com/office/drawing/2014/main" id="{F664961D-6CEA-4DF9-A3FE-9886CA975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0" name="Freeform 6086">
                <a:extLst>
                  <a:ext uri="{FF2B5EF4-FFF2-40B4-BE49-F238E27FC236}">
                    <a16:creationId xmlns:a16="http://schemas.microsoft.com/office/drawing/2014/main" id="{4A553701-FCDB-45B3-BBAB-4BED373A8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1" name="Freeform 6087">
                <a:extLst>
                  <a:ext uri="{FF2B5EF4-FFF2-40B4-BE49-F238E27FC236}">
                    <a16:creationId xmlns:a16="http://schemas.microsoft.com/office/drawing/2014/main" id="{44BCF708-BC57-4947-A3BB-0386F4DB2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50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2" name="Freeform 6088">
                <a:extLst>
                  <a:ext uri="{FF2B5EF4-FFF2-40B4-BE49-F238E27FC236}">
                    <a16:creationId xmlns:a16="http://schemas.microsoft.com/office/drawing/2014/main" id="{98EE17EA-F2E4-49DF-94A4-6AD229815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9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3" name="Freeform 6089">
                <a:extLst>
                  <a:ext uri="{FF2B5EF4-FFF2-40B4-BE49-F238E27FC236}">
                    <a16:creationId xmlns:a16="http://schemas.microsoft.com/office/drawing/2014/main" id="{19F47BBC-ED77-49ED-AEBA-DDEF99B0B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4" name="Freeform 6090">
                <a:extLst>
                  <a:ext uri="{FF2B5EF4-FFF2-40B4-BE49-F238E27FC236}">
                    <a16:creationId xmlns:a16="http://schemas.microsoft.com/office/drawing/2014/main" id="{875CA36C-A7AA-49AF-9D0E-E951568A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0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5" name="Freeform 6091">
                <a:extLst>
                  <a:ext uri="{FF2B5EF4-FFF2-40B4-BE49-F238E27FC236}">
                    <a16:creationId xmlns:a16="http://schemas.microsoft.com/office/drawing/2014/main" id="{791E8B12-92D2-40BD-9496-430C81E0D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0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6" name="Freeform 6092">
                <a:extLst>
                  <a:ext uri="{FF2B5EF4-FFF2-40B4-BE49-F238E27FC236}">
                    <a16:creationId xmlns:a16="http://schemas.microsoft.com/office/drawing/2014/main" id="{0D9DD1CC-B4FB-425D-9CD0-9C7A73959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2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7" name="Freeform 6093">
                <a:extLst>
                  <a:ext uri="{FF2B5EF4-FFF2-40B4-BE49-F238E27FC236}">
                    <a16:creationId xmlns:a16="http://schemas.microsoft.com/office/drawing/2014/main" id="{ECB106CD-0765-47F7-82F2-DF74A2255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99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8" name="Freeform 6094">
                <a:extLst>
                  <a:ext uri="{FF2B5EF4-FFF2-40B4-BE49-F238E27FC236}">
                    <a16:creationId xmlns:a16="http://schemas.microsoft.com/office/drawing/2014/main" id="{2DF78D26-949E-4976-9B0D-66300213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022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9" name="Freeform 6095">
                <a:extLst>
                  <a:ext uri="{FF2B5EF4-FFF2-40B4-BE49-F238E27FC236}">
                    <a16:creationId xmlns:a16="http://schemas.microsoft.com/office/drawing/2014/main" id="{D55882B3-B1F5-4DD1-8062-FD8FA0A86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9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0" name="Freeform 6096">
                <a:extLst>
                  <a:ext uri="{FF2B5EF4-FFF2-40B4-BE49-F238E27FC236}">
                    <a16:creationId xmlns:a16="http://schemas.microsoft.com/office/drawing/2014/main" id="{27117B45-1C88-48EC-9810-99022B42E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9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1" name="Freeform 6097">
                <a:extLst>
                  <a:ext uri="{FF2B5EF4-FFF2-40B4-BE49-F238E27FC236}">
                    <a16:creationId xmlns:a16="http://schemas.microsoft.com/office/drawing/2014/main" id="{39808674-8BD0-4335-908E-F882443CD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9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2" name="Freeform 6098">
                <a:extLst>
                  <a:ext uri="{FF2B5EF4-FFF2-40B4-BE49-F238E27FC236}">
                    <a16:creationId xmlns:a16="http://schemas.microsoft.com/office/drawing/2014/main" id="{3B0764A4-D3B6-474B-A6BB-DAA065BC6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990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21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3" name="Freeform 6099">
                <a:extLst>
                  <a:ext uri="{FF2B5EF4-FFF2-40B4-BE49-F238E27FC236}">
                    <a16:creationId xmlns:a16="http://schemas.microsoft.com/office/drawing/2014/main" id="{225818C2-E5CB-4520-A265-581EB0CA0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97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4" name="Freeform 6100">
                <a:extLst>
                  <a:ext uri="{FF2B5EF4-FFF2-40B4-BE49-F238E27FC236}">
                    <a16:creationId xmlns:a16="http://schemas.microsoft.com/office/drawing/2014/main" id="{4DDB0C8C-5128-4142-9EFF-39B4B8C76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9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5" name="Freeform 6101">
                <a:extLst>
                  <a:ext uri="{FF2B5EF4-FFF2-40B4-BE49-F238E27FC236}">
                    <a16:creationId xmlns:a16="http://schemas.microsoft.com/office/drawing/2014/main" id="{FAA4A1D1-31DD-459E-A395-2FFD3C53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9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6" name="Freeform 6102">
                <a:extLst>
                  <a:ext uri="{FF2B5EF4-FFF2-40B4-BE49-F238E27FC236}">
                    <a16:creationId xmlns:a16="http://schemas.microsoft.com/office/drawing/2014/main" id="{0C72820B-2EE1-494B-91E7-7FCFABC5C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966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7" name="Freeform 6103">
                <a:extLst>
                  <a:ext uri="{FF2B5EF4-FFF2-40B4-BE49-F238E27FC236}">
                    <a16:creationId xmlns:a16="http://schemas.microsoft.com/office/drawing/2014/main" id="{BAFCC5CA-7DCC-460C-94E4-496BAD21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942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8" name="Freeform 6104">
                <a:extLst>
                  <a:ext uri="{FF2B5EF4-FFF2-40B4-BE49-F238E27FC236}">
                    <a16:creationId xmlns:a16="http://schemas.microsoft.com/office/drawing/2014/main" id="{AC565501-8A68-4FEA-8DFD-1980E7D20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950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9" name="Freeform 6105">
                <a:extLst>
                  <a:ext uri="{FF2B5EF4-FFF2-40B4-BE49-F238E27FC236}">
                    <a16:creationId xmlns:a16="http://schemas.microsoft.com/office/drawing/2014/main" id="{DB788CDD-C13B-4770-A798-CA2921F30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953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0" name="Freeform 6106">
                <a:extLst>
                  <a:ext uri="{FF2B5EF4-FFF2-40B4-BE49-F238E27FC236}">
                    <a16:creationId xmlns:a16="http://schemas.microsoft.com/office/drawing/2014/main" id="{68427D0F-BA41-490A-AF01-037AD77F6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9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1" name="Freeform 6107">
                <a:extLst>
                  <a:ext uri="{FF2B5EF4-FFF2-40B4-BE49-F238E27FC236}">
                    <a16:creationId xmlns:a16="http://schemas.microsoft.com/office/drawing/2014/main" id="{C2183451-6FBE-4C32-8E07-2FBC7DDF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94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2" name="Freeform 6108">
                <a:extLst>
                  <a:ext uri="{FF2B5EF4-FFF2-40B4-BE49-F238E27FC236}">
                    <a16:creationId xmlns:a16="http://schemas.microsoft.com/office/drawing/2014/main" id="{C5E467E2-1BDF-46F6-B209-ED2DD8883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94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3" name="Freeform 6109">
                <a:extLst>
                  <a:ext uri="{FF2B5EF4-FFF2-40B4-BE49-F238E27FC236}">
                    <a16:creationId xmlns:a16="http://schemas.microsoft.com/office/drawing/2014/main" id="{0538F2CC-BCA8-4A2C-8E6D-838F0913F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9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4" name="Freeform 6110">
                <a:extLst>
                  <a:ext uri="{FF2B5EF4-FFF2-40B4-BE49-F238E27FC236}">
                    <a16:creationId xmlns:a16="http://schemas.microsoft.com/office/drawing/2014/main" id="{76435CA4-DDA7-4CA9-89E5-4D6B82F7E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022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5" name="Freeform 6111">
                <a:extLst>
                  <a:ext uri="{FF2B5EF4-FFF2-40B4-BE49-F238E27FC236}">
                    <a16:creationId xmlns:a16="http://schemas.microsoft.com/office/drawing/2014/main" id="{9D67D228-8E92-43D0-BCC4-A14C91D21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00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6" name="Freeform 6112">
                <a:extLst>
                  <a:ext uri="{FF2B5EF4-FFF2-40B4-BE49-F238E27FC236}">
                    <a16:creationId xmlns:a16="http://schemas.microsoft.com/office/drawing/2014/main" id="{D81D9D71-46B3-4940-9CDB-67A64A297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03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7" name="Freeform 6113">
                <a:extLst>
                  <a:ext uri="{FF2B5EF4-FFF2-40B4-BE49-F238E27FC236}">
                    <a16:creationId xmlns:a16="http://schemas.microsoft.com/office/drawing/2014/main" id="{05B66AEA-7236-4B41-8E5F-5D7F8A1A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01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8" name="Freeform 6114">
                <a:extLst>
                  <a:ext uri="{FF2B5EF4-FFF2-40B4-BE49-F238E27FC236}">
                    <a16:creationId xmlns:a16="http://schemas.microsoft.com/office/drawing/2014/main" id="{C5CFDDDF-293A-4464-9210-8E896B94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03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9" name="Freeform 6115">
                <a:extLst>
                  <a:ext uri="{FF2B5EF4-FFF2-40B4-BE49-F238E27FC236}">
                    <a16:creationId xmlns:a16="http://schemas.microsoft.com/office/drawing/2014/main" id="{0F8F38FB-1307-4EBF-A667-5E85FC843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017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0" name="Freeform 6116">
                <a:extLst>
                  <a:ext uri="{FF2B5EF4-FFF2-40B4-BE49-F238E27FC236}">
                    <a16:creationId xmlns:a16="http://schemas.microsoft.com/office/drawing/2014/main" id="{E9345F6F-45FE-4A7A-A22C-DA0D1646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0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1" name="Freeform 6117">
                <a:extLst>
                  <a:ext uri="{FF2B5EF4-FFF2-40B4-BE49-F238E27FC236}">
                    <a16:creationId xmlns:a16="http://schemas.microsoft.com/office/drawing/2014/main" id="{855850F8-9EB4-4289-BD9D-EFA015B82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022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21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2" name="Freeform 6118">
                <a:extLst>
                  <a:ext uri="{FF2B5EF4-FFF2-40B4-BE49-F238E27FC236}">
                    <a16:creationId xmlns:a16="http://schemas.microsoft.com/office/drawing/2014/main" id="{BE876924-FF0F-4889-9CD7-FF3F8637B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0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3" name="Freeform 6119">
                <a:extLst>
                  <a:ext uri="{FF2B5EF4-FFF2-40B4-BE49-F238E27FC236}">
                    <a16:creationId xmlns:a16="http://schemas.microsoft.com/office/drawing/2014/main" id="{E4332799-673A-43BB-B230-DE594023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01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4" name="Freeform 6120">
                <a:extLst>
                  <a:ext uri="{FF2B5EF4-FFF2-40B4-BE49-F238E27FC236}">
                    <a16:creationId xmlns:a16="http://schemas.microsoft.com/office/drawing/2014/main" id="{18153ECA-45B9-447A-B3F6-8278BE0F3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0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5" name="Freeform 6121">
                <a:extLst>
                  <a:ext uri="{FF2B5EF4-FFF2-40B4-BE49-F238E27FC236}">
                    <a16:creationId xmlns:a16="http://schemas.microsoft.com/office/drawing/2014/main" id="{B81B1FC9-8F49-4E89-BCE9-FB31BEA76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00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6" name="Freeform 6122">
                <a:extLst>
                  <a:ext uri="{FF2B5EF4-FFF2-40B4-BE49-F238E27FC236}">
                    <a16:creationId xmlns:a16="http://schemas.microsoft.com/office/drawing/2014/main" id="{7C4E2D70-A806-496E-ABCB-CEABC4499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9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7" name="Freeform 6123">
                <a:extLst>
                  <a:ext uri="{FF2B5EF4-FFF2-40B4-BE49-F238E27FC236}">
                    <a16:creationId xmlns:a16="http://schemas.microsoft.com/office/drawing/2014/main" id="{60A0FAE8-07C7-47AC-9A7B-213D250FF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0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8" name="Freeform 6124">
                <a:extLst>
                  <a:ext uri="{FF2B5EF4-FFF2-40B4-BE49-F238E27FC236}">
                    <a16:creationId xmlns:a16="http://schemas.microsoft.com/office/drawing/2014/main" id="{B7DF4953-90BB-453E-B491-3FBE54776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01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9" name="Freeform 6125">
                <a:extLst>
                  <a:ext uri="{FF2B5EF4-FFF2-40B4-BE49-F238E27FC236}">
                    <a16:creationId xmlns:a16="http://schemas.microsoft.com/office/drawing/2014/main" id="{FFFAD201-A53B-4E00-94D0-9A6E1B90C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022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0" name="Freeform 6126">
                <a:extLst>
                  <a:ext uri="{FF2B5EF4-FFF2-40B4-BE49-F238E27FC236}">
                    <a16:creationId xmlns:a16="http://schemas.microsoft.com/office/drawing/2014/main" id="{4868B4A9-EB63-4C3A-9CB4-877372270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04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1" name="Freeform 6127">
                <a:extLst>
                  <a:ext uri="{FF2B5EF4-FFF2-40B4-BE49-F238E27FC236}">
                    <a16:creationId xmlns:a16="http://schemas.microsoft.com/office/drawing/2014/main" id="{DCB70857-2DC1-416F-A95E-9FB73FED7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2" name="Freeform 6128">
                <a:extLst>
                  <a:ext uri="{FF2B5EF4-FFF2-40B4-BE49-F238E27FC236}">
                    <a16:creationId xmlns:a16="http://schemas.microsoft.com/office/drawing/2014/main" id="{2B059C91-A355-42D1-AF2B-F07112125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00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3" name="Freeform 6129">
                <a:extLst>
                  <a:ext uri="{FF2B5EF4-FFF2-40B4-BE49-F238E27FC236}">
                    <a16:creationId xmlns:a16="http://schemas.microsoft.com/office/drawing/2014/main" id="{E3105FB0-8DCC-43DE-B9B8-59D09353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00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4" name="Freeform 6130">
                <a:extLst>
                  <a:ext uri="{FF2B5EF4-FFF2-40B4-BE49-F238E27FC236}">
                    <a16:creationId xmlns:a16="http://schemas.microsoft.com/office/drawing/2014/main" id="{6CB13558-EC34-4632-9D39-D21DC9A4E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9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5" name="Freeform 6131">
                <a:extLst>
                  <a:ext uri="{FF2B5EF4-FFF2-40B4-BE49-F238E27FC236}">
                    <a16:creationId xmlns:a16="http://schemas.microsoft.com/office/drawing/2014/main" id="{ACEE5052-BBA0-447B-83F8-B614F7119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9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6" name="Freeform 6132">
                <a:extLst>
                  <a:ext uri="{FF2B5EF4-FFF2-40B4-BE49-F238E27FC236}">
                    <a16:creationId xmlns:a16="http://schemas.microsoft.com/office/drawing/2014/main" id="{871D9C4B-7260-4DE7-BEEB-05421725A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97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7" name="Freeform 6133">
                <a:extLst>
                  <a:ext uri="{FF2B5EF4-FFF2-40B4-BE49-F238E27FC236}">
                    <a16:creationId xmlns:a16="http://schemas.microsoft.com/office/drawing/2014/main" id="{24FEEC28-D684-410D-ADD2-C245FEBF7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8" name="Freeform 6134">
                <a:extLst>
                  <a:ext uri="{FF2B5EF4-FFF2-40B4-BE49-F238E27FC236}">
                    <a16:creationId xmlns:a16="http://schemas.microsoft.com/office/drawing/2014/main" id="{CACBA0B2-C9E4-4375-BC20-EF4E93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963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9" name="Freeform 6135">
                <a:extLst>
                  <a:ext uri="{FF2B5EF4-FFF2-40B4-BE49-F238E27FC236}">
                    <a16:creationId xmlns:a16="http://schemas.microsoft.com/office/drawing/2014/main" id="{15E95D18-DBB2-4FA6-A16D-8D0BA57E3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46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0" name="Freeform 6136">
                <a:extLst>
                  <a:ext uri="{FF2B5EF4-FFF2-40B4-BE49-F238E27FC236}">
                    <a16:creationId xmlns:a16="http://schemas.microsoft.com/office/drawing/2014/main" id="{C1DB75B8-E8EF-44E0-84EF-E43E5A95F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47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1" name="Freeform 6137">
                <a:extLst>
                  <a:ext uri="{FF2B5EF4-FFF2-40B4-BE49-F238E27FC236}">
                    <a16:creationId xmlns:a16="http://schemas.microsoft.com/office/drawing/2014/main" id="{A5152B0F-5231-4D61-9B02-4A102BD97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98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2" name="Freeform 6138">
                <a:extLst>
                  <a:ext uri="{FF2B5EF4-FFF2-40B4-BE49-F238E27FC236}">
                    <a16:creationId xmlns:a16="http://schemas.microsoft.com/office/drawing/2014/main" id="{6F837FAC-E653-4DED-AF21-962B98477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489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3" name="Freeform 6139">
                <a:extLst>
                  <a:ext uri="{FF2B5EF4-FFF2-40B4-BE49-F238E27FC236}">
                    <a16:creationId xmlns:a16="http://schemas.microsoft.com/office/drawing/2014/main" id="{137E68EC-4814-4CC8-8A5A-DE57951E6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98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4" name="Freeform 6140">
                <a:extLst>
                  <a:ext uri="{FF2B5EF4-FFF2-40B4-BE49-F238E27FC236}">
                    <a16:creationId xmlns:a16="http://schemas.microsoft.com/office/drawing/2014/main" id="{B5DCFDBD-4632-4E64-AC49-1FF5F3415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998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5" name="Freeform 6141">
                <a:extLst>
                  <a:ext uri="{FF2B5EF4-FFF2-40B4-BE49-F238E27FC236}">
                    <a16:creationId xmlns:a16="http://schemas.microsoft.com/office/drawing/2014/main" id="{195EF065-7B91-4DF1-A5B4-7CC17BEF3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04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6" name="Freeform 6142">
                <a:extLst>
                  <a:ext uri="{FF2B5EF4-FFF2-40B4-BE49-F238E27FC236}">
                    <a16:creationId xmlns:a16="http://schemas.microsoft.com/office/drawing/2014/main" id="{3FE1C30B-22E6-4206-B8F3-8C8D4C4FE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8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7" name="Freeform 6143">
                <a:extLst>
                  <a:ext uri="{FF2B5EF4-FFF2-40B4-BE49-F238E27FC236}">
                    <a16:creationId xmlns:a16="http://schemas.microsoft.com/office/drawing/2014/main" id="{19AA43EC-111E-4B41-83FF-E36F3A715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9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8" name="Freeform 6144">
                <a:extLst>
                  <a:ext uri="{FF2B5EF4-FFF2-40B4-BE49-F238E27FC236}">
                    <a16:creationId xmlns:a16="http://schemas.microsoft.com/office/drawing/2014/main" id="{B405EBB3-33AE-45DD-AAA5-2924D3C99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97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9" name="Freeform 6145">
                <a:extLst>
                  <a:ext uri="{FF2B5EF4-FFF2-40B4-BE49-F238E27FC236}">
                    <a16:creationId xmlns:a16="http://schemas.microsoft.com/office/drawing/2014/main" id="{B9F117E2-C8C6-4BBA-808A-CC5B6BC58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48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0" name="Freeform 6146">
                <a:extLst>
                  <a:ext uri="{FF2B5EF4-FFF2-40B4-BE49-F238E27FC236}">
                    <a16:creationId xmlns:a16="http://schemas.microsoft.com/office/drawing/2014/main" id="{2C1BCB27-6E03-401E-A0B4-06F83E306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48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1" name="Freeform 6147">
                <a:extLst>
                  <a:ext uri="{FF2B5EF4-FFF2-40B4-BE49-F238E27FC236}">
                    <a16:creationId xmlns:a16="http://schemas.microsoft.com/office/drawing/2014/main" id="{96F7EE97-9A6C-4858-BA73-BDA74580D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4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2" name="Freeform 6148">
                <a:extLst>
                  <a:ext uri="{FF2B5EF4-FFF2-40B4-BE49-F238E27FC236}">
                    <a16:creationId xmlns:a16="http://schemas.microsoft.com/office/drawing/2014/main" id="{31F7B1AA-818D-4DC1-89FE-8ABC19D0C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4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3" name="Freeform 6149">
                <a:extLst>
                  <a:ext uri="{FF2B5EF4-FFF2-40B4-BE49-F238E27FC236}">
                    <a16:creationId xmlns:a16="http://schemas.microsoft.com/office/drawing/2014/main" id="{BE9BCDB7-48A2-45B2-BD92-502CB4DF2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45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4" name="Freeform 6150">
                <a:extLst>
                  <a:ext uri="{FF2B5EF4-FFF2-40B4-BE49-F238E27FC236}">
                    <a16:creationId xmlns:a16="http://schemas.microsoft.com/office/drawing/2014/main" id="{B9F08014-10CE-469C-AAB2-78CC2074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46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5" name="Freeform 6151">
                <a:extLst>
                  <a:ext uri="{FF2B5EF4-FFF2-40B4-BE49-F238E27FC236}">
                    <a16:creationId xmlns:a16="http://schemas.microsoft.com/office/drawing/2014/main" id="{D29D33CE-ABE1-420A-908A-BE9A312AF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47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6" name="Freeform 6152">
                <a:extLst>
                  <a:ext uri="{FF2B5EF4-FFF2-40B4-BE49-F238E27FC236}">
                    <a16:creationId xmlns:a16="http://schemas.microsoft.com/office/drawing/2014/main" id="{C021AFCD-8158-4943-82F7-F4844BD0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45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7" name="Freeform 6153">
                <a:extLst>
                  <a:ext uri="{FF2B5EF4-FFF2-40B4-BE49-F238E27FC236}">
                    <a16:creationId xmlns:a16="http://schemas.microsoft.com/office/drawing/2014/main" id="{D2A3B4B2-DA67-4164-9539-F18B51150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97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8" name="Freeform 6154">
                <a:extLst>
                  <a:ext uri="{FF2B5EF4-FFF2-40B4-BE49-F238E27FC236}">
                    <a16:creationId xmlns:a16="http://schemas.microsoft.com/office/drawing/2014/main" id="{D846D94D-DD40-43E3-B04A-5B9A43ECE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8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9" name="Freeform 6155">
                <a:extLst>
                  <a:ext uri="{FF2B5EF4-FFF2-40B4-BE49-F238E27FC236}">
                    <a16:creationId xmlns:a16="http://schemas.microsoft.com/office/drawing/2014/main" id="{E0F2FD83-F5E4-4854-8AB1-6AF0BAB3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3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0" name="Freeform 6156">
                <a:extLst>
                  <a:ext uri="{FF2B5EF4-FFF2-40B4-BE49-F238E27FC236}">
                    <a16:creationId xmlns:a16="http://schemas.microsoft.com/office/drawing/2014/main" id="{9E6CD8DE-C0D2-491B-AAE8-16BB6E62E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9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1" name="Freeform 6157">
                <a:extLst>
                  <a:ext uri="{FF2B5EF4-FFF2-40B4-BE49-F238E27FC236}">
                    <a16:creationId xmlns:a16="http://schemas.microsoft.com/office/drawing/2014/main" id="{D09EDAAA-A7BD-49BB-AED1-4AB013358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2" name="Freeform 6158">
                <a:extLst>
                  <a:ext uri="{FF2B5EF4-FFF2-40B4-BE49-F238E27FC236}">
                    <a16:creationId xmlns:a16="http://schemas.microsoft.com/office/drawing/2014/main" id="{210E69D9-A7CB-4EDD-892D-432550D49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96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3" name="Freeform 6159">
                <a:extLst>
                  <a:ext uri="{FF2B5EF4-FFF2-40B4-BE49-F238E27FC236}">
                    <a16:creationId xmlns:a16="http://schemas.microsoft.com/office/drawing/2014/main" id="{50E8E6B1-C5F7-442D-8BE7-A11958EC3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95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4" name="Freeform 6160">
                <a:extLst>
                  <a:ext uri="{FF2B5EF4-FFF2-40B4-BE49-F238E27FC236}">
                    <a16:creationId xmlns:a16="http://schemas.microsoft.com/office/drawing/2014/main" id="{70A21204-9CCA-4C70-BF5A-3835BF015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9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5" name="Freeform 6161">
                <a:extLst>
                  <a:ext uri="{FF2B5EF4-FFF2-40B4-BE49-F238E27FC236}">
                    <a16:creationId xmlns:a16="http://schemas.microsoft.com/office/drawing/2014/main" id="{5B3111D1-DE66-4937-AF5F-D1BDB44BB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2473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6" name="Freeform 6162">
                <a:extLst>
                  <a:ext uri="{FF2B5EF4-FFF2-40B4-BE49-F238E27FC236}">
                    <a16:creationId xmlns:a16="http://schemas.microsoft.com/office/drawing/2014/main" id="{74667407-4E9A-4147-88EA-A3C991BE8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47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7" name="Freeform 6163">
                <a:extLst>
                  <a:ext uri="{FF2B5EF4-FFF2-40B4-BE49-F238E27FC236}">
                    <a16:creationId xmlns:a16="http://schemas.microsoft.com/office/drawing/2014/main" id="{FE336614-CF2C-4FAD-A3BD-A2BEC093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5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8" name="Freeform 6164">
                <a:extLst>
                  <a:ext uri="{FF2B5EF4-FFF2-40B4-BE49-F238E27FC236}">
                    <a16:creationId xmlns:a16="http://schemas.microsoft.com/office/drawing/2014/main" id="{C4A108C5-5007-4407-9BE4-2AD11BDC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95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9" name="Freeform 6165">
                <a:extLst>
                  <a:ext uri="{FF2B5EF4-FFF2-40B4-BE49-F238E27FC236}">
                    <a16:creationId xmlns:a16="http://schemas.microsoft.com/office/drawing/2014/main" id="{7FD95E8B-355E-4AB5-81FE-03F1A41A7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46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0" name="Freeform 6166">
                <a:extLst>
                  <a:ext uri="{FF2B5EF4-FFF2-40B4-BE49-F238E27FC236}">
                    <a16:creationId xmlns:a16="http://schemas.microsoft.com/office/drawing/2014/main" id="{D012A181-BDAE-4561-AD7F-6015B2D5F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46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1" name="Freeform 6167">
                <a:extLst>
                  <a:ext uri="{FF2B5EF4-FFF2-40B4-BE49-F238E27FC236}">
                    <a16:creationId xmlns:a16="http://schemas.microsoft.com/office/drawing/2014/main" id="{70F8920D-20C7-4CA6-B68A-B8BE6C97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94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2" name="Freeform 6168">
                <a:extLst>
                  <a:ext uri="{FF2B5EF4-FFF2-40B4-BE49-F238E27FC236}">
                    <a16:creationId xmlns:a16="http://schemas.microsoft.com/office/drawing/2014/main" id="{10964642-0496-4766-B153-BCC891743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04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3" name="Freeform 6169">
                <a:extLst>
                  <a:ext uri="{FF2B5EF4-FFF2-40B4-BE49-F238E27FC236}">
                    <a16:creationId xmlns:a16="http://schemas.microsoft.com/office/drawing/2014/main" id="{8F3368B0-584C-46F9-8F29-5949F4671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4" name="Freeform 6170">
                <a:extLst>
                  <a:ext uri="{FF2B5EF4-FFF2-40B4-BE49-F238E27FC236}">
                    <a16:creationId xmlns:a16="http://schemas.microsoft.com/office/drawing/2014/main" id="{B4DAA54B-F968-4AB1-AB77-340585C18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03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5" name="Freeform 6171">
                <a:extLst>
                  <a:ext uri="{FF2B5EF4-FFF2-40B4-BE49-F238E27FC236}">
                    <a16:creationId xmlns:a16="http://schemas.microsoft.com/office/drawing/2014/main" id="{801D208D-A97C-44FF-9FBC-8B0622DDD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2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6" name="Freeform 6172">
                <a:extLst>
                  <a:ext uri="{FF2B5EF4-FFF2-40B4-BE49-F238E27FC236}">
                    <a16:creationId xmlns:a16="http://schemas.microsoft.com/office/drawing/2014/main" id="{9239A290-810A-4D2F-9ECD-78310323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7" name="Freeform 6173">
                <a:extLst>
                  <a:ext uri="{FF2B5EF4-FFF2-40B4-BE49-F238E27FC236}">
                    <a16:creationId xmlns:a16="http://schemas.microsoft.com/office/drawing/2014/main" id="{AE34609F-0FCA-4141-9CE4-F2ADC5664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518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8" name="Freeform 6174">
                <a:extLst>
                  <a:ext uri="{FF2B5EF4-FFF2-40B4-BE49-F238E27FC236}">
                    <a16:creationId xmlns:a16="http://schemas.microsoft.com/office/drawing/2014/main" id="{700B53D8-3046-4BF9-BE0B-C0B6DBC8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04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9" name="Freeform 6175">
                <a:extLst>
                  <a:ext uri="{FF2B5EF4-FFF2-40B4-BE49-F238E27FC236}">
                    <a16:creationId xmlns:a16="http://schemas.microsoft.com/office/drawing/2014/main" id="{9678BF43-E23D-4E99-A078-24C1D4D8D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10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3" name="Group 6176">
              <a:extLst>
                <a:ext uri="{FF2B5EF4-FFF2-40B4-BE49-F238E27FC236}">
                  <a16:creationId xmlns:a16="http://schemas.microsoft.com/office/drawing/2014/main" id="{87A6DB63-9602-41A9-95DE-B946CEC38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1" y="1945"/>
              <a:ext cx="650" cy="704"/>
              <a:chOff x="4201" y="1945"/>
              <a:chExt cx="650" cy="704"/>
            </a:xfrm>
          </p:grpSpPr>
          <p:sp>
            <p:nvSpPr>
              <p:cNvPr id="59020" name="Freeform 6177">
                <a:extLst>
                  <a:ext uri="{FF2B5EF4-FFF2-40B4-BE49-F238E27FC236}">
                    <a16:creationId xmlns:a16="http://schemas.microsoft.com/office/drawing/2014/main" id="{9620D968-93B2-4D9A-A58C-2D65EFFA0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04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1" name="Freeform 6178">
                <a:extLst>
                  <a:ext uri="{FF2B5EF4-FFF2-40B4-BE49-F238E27FC236}">
                    <a16:creationId xmlns:a16="http://schemas.microsoft.com/office/drawing/2014/main" id="{D96E1206-EDFF-404A-A072-B2BAE7BA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057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2" name="Freeform 6179">
                <a:extLst>
                  <a:ext uri="{FF2B5EF4-FFF2-40B4-BE49-F238E27FC236}">
                    <a16:creationId xmlns:a16="http://schemas.microsoft.com/office/drawing/2014/main" id="{B9331D81-3402-40AC-B832-BA3C53835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0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3" name="Freeform 6180">
                <a:extLst>
                  <a:ext uri="{FF2B5EF4-FFF2-40B4-BE49-F238E27FC236}">
                    <a16:creationId xmlns:a16="http://schemas.microsoft.com/office/drawing/2014/main" id="{AC05118A-B0DE-4B78-8E21-3CC283401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4" name="Freeform 6181">
                <a:extLst>
                  <a:ext uri="{FF2B5EF4-FFF2-40B4-BE49-F238E27FC236}">
                    <a16:creationId xmlns:a16="http://schemas.microsoft.com/office/drawing/2014/main" id="{C307E989-2DA1-4AEA-8389-E72E7156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51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5" name="Freeform 6182">
                <a:extLst>
                  <a:ext uri="{FF2B5EF4-FFF2-40B4-BE49-F238E27FC236}">
                    <a16:creationId xmlns:a16="http://schemas.microsoft.com/office/drawing/2014/main" id="{C690B748-E613-4562-898E-1E661021C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491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35 w 3"/>
                  <a:gd name="T5" fmla="*/ 61 h 4"/>
                  <a:gd name="T6" fmla="*/ 0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6" name="Freeform 6183">
                <a:extLst>
                  <a:ext uri="{FF2B5EF4-FFF2-40B4-BE49-F238E27FC236}">
                    <a16:creationId xmlns:a16="http://schemas.microsoft.com/office/drawing/2014/main" id="{990B81E1-D8D5-45BB-91C1-9A6562F20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7" name="Freeform 6184">
                <a:extLst>
                  <a:ext uri="{FF2B5EF4-FFF2-40B4-BE49-F238E27FC236}">
                    <a16:creationId xmlns:a16="http://schemas.microsoft.com/office/drawing/2014/main" id="{2AC387BB-7226-4695-BE23-A629E85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04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8" name="Freeform 6185">
                <a:extLst>
                  <a:ext uri="{FF2B5EF4-FFF2-40B4-BE49-F238E27FC236}">
                    <a16:creationId xmlns:a16="http://schemas.microsoft.com/office/drawing/2014/main" id="{93C24832-04D2-4E4F-A21E-6F110AC6B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5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9" name="Freeform 6186">
                <a:extLst>
                  <a:ext uri="{FF2B5EF4-FFF2-40B4-BE49-F238E27FC236}">
                    <a16:creationId xmlns:a16="http://schemas.microsoft.com/office/drawing/2014/main" id="{35E198CF-23DD-4F80-BC31-5524E29CD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3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0" name="Freeform 6187">
                <a:extLst>
                  <a:ext uri="{FF2B5EF4-FFF2-40B4-BE49-F238E27FC236}">
                    <a16:creationId xmlns:a16="http://schemas.microsoft.com/office/drawing/2014/main" id="{AA1056A1-6F43-4F74-8149-D832FD995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0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1" name="Freeform 6188">
                <a:extLst>
                  <a:ext uri="{FF2B5EF4-FFF2-40B4-BE49-F238E27FC236}">
                    <a16:creationId xmlns:a16="http://schemas.microsoft.com/office/drawing/2014/main" id="{036EF6C7-08D1-4805-A1DA-7B426ED6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0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2" name="Freeform 6189">
                <a:extLst>
                  <a:ext uri="{FF2B5EF4-FFF2-40B4-BE49-F238E27FC236}">
                    <a16:creationId xmlns:a16="http://schemas.microsoft.com/office/drawing/2014/main" id="{00DC2AFE-C55E-4709-B627-C9B66A87F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003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3" name="Freeform 6190">
                <a:extLst>
                  <a:ext uri="{FF2B5EF4-FFF2-40B4-BE49-F238E27FC236}">
                    <a16:creationId xmlns:a16="http://schemas.microsoft.com/office/drawing/2014/main" id="{C7E464FF-30DD-4D9A-86B5-1F455CE63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0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4" name="Freeform 6191">
                <a:extLst>
                  <a:ext uri="{FF2B5EF4-FFF2-40B4-BE49-F238E27FC236}">
                    <a16:creationId xmlns:a16="http://schemas.microsoft.com/office/drawing/2014/main" id="{A00EF51B-B4F0-45AB-8CFD-B07811A77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5" name="Freeform 6192">
                <a:extLst>
                  <a:ext uri="{FF2B5EF4-FFF2-40B4-BE49-F238E27FC236}">
                    <a16:creationId xmlns:a16="http://schemas.microsoft.com/office/drawing/2014/main" id="{6F26E76D-9513-44EB-91A0-A0AC993ED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99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6" name="Freeform 6193">
                <a:extLst>
                  <a:ext uri="{FF2B5EF4-FFF2-40B4-BE49-F238E27FC236}">
                    <a16:creationId xmlns:a16="http://schemas.microsoft.com/office/drawing/2014/main" id="{A7796D7D-88CF-4F7C-B76F-143D7ED0A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50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7" name="Freeform 6194">
                <a:extLst>
                  <a:ext uri="{FF2B5EF4-FFF2-40B4-BE49-F238E27FC236}">
                    <a16:creationId xmlns:a16="http://schemas.microsoft.com/office/drawing/2014/main" id="{BBEF3A51-1E61-476B-B6FA-4529A1EFC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01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8" name="Freeform 6195">
                <a:extLst>
                  <a:ext uri="{FF2B5EF4-FFF2-40B4-BE49-F238E27FC236}">
                    <a16:creationId xmlns:a16="http://schemas.microsoft.com/office/drawing/2014/main" id="{C297F849-D03F-43D0-BFB0-654772AD4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39" name="Freeform 6196">
                <a:extLst>
                  <a:ext uri="{FF2B5EF4-FFF2-40B4-BE49-F238E27FC236}">
                    <a16:creationId xmlns:a16="http://schemas.microsoft.com/office/drawing/2014/main" id="{3B8C47A2-9529-4D29-9A79-9EC2B23D5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01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0" name="Freeform 6197">
                <a:extLst>
                  <a:ext uri="{FF2B5EF4-FFF2-40B4-BE49-F238E27FC236}">
                    <a16:creationId xmlns:a16="http://schemas.microsoft.com/office/drawing/2014/main" id="{51ECC500-F36C-414A-9A64-AB075F6A7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03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1" name="Freeform 6198">
                <a:extLst>
                  <a:ext uri="{FF2B5EF4-FFF2-40B4-BE49-F238E27FC236}">
                    <a16:creationId xmlns:a16="http://schemas.microsoft.com/office/drawing/2014/main" id="{7C39374E-18E1-4162-B41B-2C0F22FBB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04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2" name="Freeform 6199">
                <a:extLst>
                  <a:ext uri="{FF2B5EF4-FFF2-40B4-BE49-F238E27FC236}">
                    <a16:creationId xmlns:a16="http://schemas.microsoft.com/office/drawing/2014/main" id="{286884E0-5578-4AE5-8B04-2E8E8C227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0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3" name="Freeform 6200">
                <a:extLst>
                  <a:ext uri="{FF2B5EF4-FFF2-40B4-BE49-F238E27FC236}">
                    <a16:creationId xmlns:a16="http://schemas.microsoft.com/office/drawing/2014/main" id="{5C186844-A409-4028-8CD7-8988544CE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3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4" name="Freeform 6201">
                <a:extLst>
                  <a:ext uri="{FF2B5EF4-FFF2-40B4-BE49-F238E27FC236}">
                    <a16:creationId xmlns:a16="http://schemas.microsoft.com/office/drawing/2014/main" id="{F9038BDC-CF46-431B-B4C7-7CD7B1968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0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5" name="Freeform 6202">
                <a:extLst>
                  <a:ext uri="{FF2B5EF4-FFF2-40B4-BE49-F238E27FC236}">
                    <a16:creationId xmlns:a16="http://schemas.microsoft.com/office/drawing/2014/main" id="{B320331C-7ACE-4ABC-986F-52C2EEADC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523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6" name="Freeform 6203">
                <a:extLst>
                  <a:ext uri="{FF2B5EF4-FFF2-40B4-BE49-F238E27FC236}">
                    <a16:creationId xmlns:a16="http://schemas.microsoft.com/office/drawing/2014/main" id="{F3A9A683-0D9B-415C-B77C-6D1AD25C8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51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7" name="Freeform 6204">
                <a:extLst>
                  <a:ext uri="{FF2B5EF4-FFF2-40B4-BE49-F238E27FC236}">
                    <a16:creationId xmlns:a16="http://schemas.microsoft.com/office/drawing/2014/main" id="{C65CFF0B-C507-46B2-A3A0-C85D11C3E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53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8" name="Freeform 6205">
                <a:extLst>
                  <a:ext uri="{FF2B5EF4-FFF2-40B4-BE49-F238E27FC236}">
                    <a16:creationId xmlns:a16="http://schemas.microsoft.com/office/drawing/2014/main" id="{F3F35B94-34CF-4FEB-9C39-1F72CCF6B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9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49" name="Freeform 6206">
                <a:extLst>
                  <a:ext uri="{FF2B5EF4-FFF2-40B4-BE49-F238E27FC236}">
                    <a16:creationId xmlns:a16="http://schemas.microsoft.com/office/drawing/2014/main" id="{77EA291A-947A-4699-AD9C-0B0709164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1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0" name="Freeform 6207">
                <a:extLst>
                  <a:ext uri="{FF2B5EF4-FFF2-40B4-BE49-F238E27FC236}">
                    <a16:creationId xmlns:a16="http://schemas.microsoft.com/office/drawing/2014/main" id="{F7363952-667C-41C9-8983-7C158268B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4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1" name="Freeform 6208">
                <a:extLst>
                  <a:ext uri="{FF2B5EF4-FFF2-40B4-BE49-F238E27FC236}">
                    <a16:creationId xmlns:a16="http://schemas.microsoft.com/office/drawing/2014/main" id="{8355FB34-3343-46D8-9735-2EEE881F3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550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2" name="Freeform 6209">
                <a:extLst>
                  <a:ext uri="{FF2B5EF4-FFF2-40B4-BE49-F238E27FC236}">
                    <a16:creationId xmlns:a16="http://schemas.microsoft.com/office/drawing/2014/main" id="{E3F4A95C-BD1F-4ED7-93A3-103A5D1BB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54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3" name="Freeform 6210">
                <a:extLst>
                  <a:ext uri="{FF2B5EF4-FFF2-40B4-BE49-F238E27FC236}">
                    <a16:creationId xmlns:a16="http://schemas.microsoft.com/office/drawing/2014/main" id="{C82531F1-6C3A-4886-8A66-97DD560B8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54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4" name="Freeform 6211">
                <a:extLst>
                  <a:ext uri="{FF2B5EF4-FFF2-40B4-BE49-F238E27FC236}">
                    <a16:creationId xmlns:a16="http://schemas.microsoft.com/office/drawing/2014/main" id="{4546EF29-F688-4B77-95FF-3066630EF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4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5" name="Freeform 6212">
                <a:extLst>
                  <a:ext uri="{FF2B5EF4-FFF2-40B4-BE49-F238E27FC236}">
                    <a16:creationId xmlns:a16="http://schemas.microsoft.com/office/drawing/2014/main" id="{8D8139E7-1719-451F-A433-52D26700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48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6" name="Freeform 6213">
                <a:extLst>
                  <a:ext uri="{FF2B5EF4-FFF2-40B4-BE49-F238E27FC236}">
                    <a16:creationId xmlns:a16="http://schemas.microsoft.com/office/drawing/2014/main" id="{52F984C1-6210-4205-94E1-FD36C61C5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55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7" name="Freeform 6214">
                <a:extLst>
                  <a:ext uri="{FF2B5EF4-FFF2-40B4-BE49-F238E27FC236}">
                    <a16:creationId xmlns:a16="http://schemas.microsoft.com/office/drawing/2014/main" id="{F18620FC-4A35-4F62-AAE8-D7563EC73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4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8" name="Freeform 6215">
                <a:extLst>
                  <a:ext uri="{FF2B5EF4-FFF2-40B4-BE49-F238E27FC236}">
                    <a16:creationId xmlns:a16="http://schemas.microsoft.com/office/drawing/2014/main" id="{0BD02F32-1BF0-42E0-AC08-BB6BAD556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6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59" name="Freeform 6216">
                <a:extLst>
                  <a:ext uri="{FF2B5EF4-FFF2-40B4-BE49-F238E27FC236}">
                    <a16:creationId xmlns:a16="http://schemas.microsoft.com/office/drawing/2014/main" id="{07126472-D10D-416C-BE8F-B1419A551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56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0" name="Freeform 6217">
                <a:extLst>
                  <a:ext uri="{FF2B5EF4-FFF2-40B4-BE49-F238E27FC236}">
                    <a16:creationId xmlns:a16="http://schemas.microsoft.com/office/drawing/2014/main" id="{5B490AEF-BD2C-414B-BF78-16FEDD3FD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521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1" name="Freeform 6218">
                <a:extLst>
                  <a:ext uri="{FF2B5EF4-FFF2-40B4-BE49-F238E27FC236}">
                    <a16:creationId xmlns:a16="http://schemas.microsoft.com/office/drawing/2014/main" id="{50852710-63AD-4ED2-83D8-F6151B4A9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529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2" name="Freeform 6219">
                <a:extLst>
                  <a:ext uri="{FF2B5EF4-FFF2-40B4-BE49-F238E27FC236}">
                    <a16:creationId xmlns:a16="http://schemas.microsoft.com/office/drawing/2014/main" id="{8232985C-7099-41EF-AED4-1B1BF707B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5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3" name="Freeform 6220">
                <a:extLst>
                  <a:ext uri="{FF2B5EF4-FFF2-40B4-BE49-F238E27FC236}">
                    <a16:creationId xmlns:a16="http://schemas.microsoft.com/office/drawing/2014/main" id="{9AC70B1A-E805-474C-9FD1-3BE5A3485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4" name="Freeform 6221">
                <a:extLst>
                  <a:ext uri="{FF2B5EF4-FFF2-40B4-BE49-F238E27FC236}">
                    <a16:creationId xmlns:a16="http://schemas.microsoft.com/office/drawing/2014/main" id="{F667E03A-1D85-450B-A26C-FEFD57E9A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9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5" name="Freeform 6222">
                <a:extLst>
                  <a:ext uri="{FF2B5EF4-FFF2-40B4-BE49-F238E27FC236}">
                    <a16:creationId xmlns:a16="http://schemas.microsoft.com/office/drawing/2014/main" id="{A77621B1-6409-4CEC-9D68-CA247A40F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6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6" name="Freeform 6223">
                <a:extLst>
                  <a:ext uri="{FF2B5EF4-FFF2-40B4-BE49-F238E27FC236}">
                    <a16:creationId xmlns:a16="http://schemas.microsoft.com/office/drawing/2014/main" id="{E30D4D78-4D9D-4B74-A016-A711B30E0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6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7" name="Freeform 6224">
                <a:extLst>
                  <a:ext uri="{FF2B5EF4-FFF2-40B4-BE49-F238E27FC236}">
                    <a16:creationId xmlns:a16="http://schemas.microsoft.com/office/drawing/2014/main" id="{AB3B9D39-72B9-476F-908C-0AAFAE99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6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8" name="Freeform 6225">
                <a:extLst>
                  <a:ext uri="{FF2B5EF4-FFF2-40B4-BE49-F238E27FC236}">
                    <a16:creationId xmlns:a16="http://schemas.microsoft.com/office/drawing/2014/main" id="{07BB6522-9F7B-4B20-B453-6A8D37AEC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6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69" name="Freeform 6226">
                <a:extLst>
                  <a:ext uri="{FF2B5EF4-FFF2-40B4-BE49-F238E27FC236}">
                    <a16:creationId xmlns:a16="http://schemas.microsoft.com/office/drawing/2014/main" id="{E93BD126-0160-4C57-ABCC-1AF9B368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0" name="Freeform 6227">
                <a:extLst>
                  <a:ext uri="{FF2B5EF4-FFF2-40B4-BE49-F238E27FC236}">
                    <a16:creationId xmlns:a16="http://schemas.microsoft.com/office/drawing/2014/main" id="{3BB82085-5EA7-4445-88AD-D17087892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61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1" name="Freeform 6228">
                <a:extLst>
                  <a:ext uri="{FF2B5EF4-FFF2-40B4-BE49-F238E27FC236}">
                    <a16:creationId xmlns:a16="http://schemas.microsoft.com/office/drawing/2014/main" id="{F9D9303B-FCCA-495D-B22C-E3F0293F2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2" name="Freeform 6229">
                <a:extLst>
                  <a:ext uri="{FF2B5EF4-FFF2-40B4-BE49-F238E27FC236}">
                    <a16:creationId xmlns:a16="http://schemas.microsoft.com/office/drawing/2014/main" id="{7DB6FA17-4B13-4599-B253-69C666D97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622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3" name="Freeform 6230">
                <a:extLst>
                  <a:ext uri="{FF2B5EF4-FFF2-40B4-BE49-F238E27FC236}">
                    <a16:creationId xmlns:a16="http://schemas.microsoft.com/office/drawing/2014/main" id="{268125DD-AE61-4C49-9648-3994CE9E4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6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4" name="Freeform 6231">
                <a:extLst>
                  <a:ext uri="{FF2B5EF4-FFF2-40B4-BE49-F238E27FC236}">
                    <a16:creationId xmlns:a16="http://schemas.microsoft.com/office/drawing/2014/main" id="{2760606F-B722-4C55-AF04-B49A74686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5" name="Freeform 6232">
                <a:extLst>
                  <a:ext uri="{FF2B5EF4-FFF2-40B4-BE49-F238E27FC236}">
                    <a16:creationId xmlns:a16="http://schemas.microsoft.com/office/drawing/2014/main" id="{2DDA596D-8CD1-41F7-AB93-4CDBFCF92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6" name="Freeform 6233">
                <a:extLst>
                  <a:ext uri="{FF2B5EF4-FFF2-40B4-BE49-F238E27FC236}">
                    <a16:creationId xmlns:a16="http://schemas.microsoft.com/office/drawing/2014/main" id="{F7BC056A-447B-42CA-943E-571898A9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6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7" name="Freeform 6234">
                <a:extLst>
                  <a:ext uri="{FF2B5EF4-FFF2-40B4-BE49-F238E27FC236}">
                    <a16:creationId xmlns:a16="http://schemas.microsoft.com/office/drawing/2014/main" id="{F21AE697-DCBE-4FCE-B024-E57E85C6D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6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8" name="Freeform 6235">
                <a:extLst>
                  <a:ext uri="{FF2B5EF4-FFF2-40B4-BE49-F238E27FC236}">
                    <a16:creationId xmlns:a16="http://schemas.microsoft.com/office/drawing/2014/main" id="{CFEA58A7-E9DC-4E5F-B7B7-DBBF9AFF2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6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79" name="Freeform 6236">
                <a:extLst>
                  <a:ext uri="{FF2B5EF4-FFF2-40B4-BE49-F238E27FC236}">
                    <a16:creationId xmlns:a16="http://schemas.microsoft.com/office/drawing/2014/main" id="{ED949395-9270-4AD4-97F7-7E89A31DA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62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0" name="Freeform 6237">
                <a:extLst>
                  <a:ext uri="{FF2B5EF4-FFF2-40B4-BE49-F238E27FC236}">
                    <a16:creationId xmlns:a16="http://schemas.microsoft.com/office/drawing/2014/main" id="{253D0D7F-0DFE-4D51-84FC-855F7F6BB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61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1" name="Freeform 6238">
                <a:extLst>
                  <a:ext uri="{FF2B5EF4-FFF2-40B4-BE49-F238E27FC236}">
                    <a16:creationId xmlns:a16="http://schemas.microsoft.com/office/drawing/2014/main" id="{EA15FEB1-FBAC-480B-AA49-E4FCBE27E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2" name="Freeform 6239">
                <a:extLst>
                  <a:ext uri="{FF2B5EF4-FFF2-40B4-BE49-F238E27FC236}">
                    <a16:creationId xmlns:a16="http://schemas.microsoft.com/office/drawing/2014/main" id="{300A6FA9-65AF-4367-8362-E36F7FDB1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1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3" name="Freeform 6240">
                <a:extLst>
                  <a:ext uri="{FF2B5EF4-FFF2-40B4-BE49-F238E27FC236}">
                    <a16:creationId xmlns:a16="http://schemas.microsoft.com/office/drawing/2014/main" id="{AF1F6174-63D0-4E10-BAC7-0A7BB74C6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4" name="Freeform 6241">
                <a:extLst>
                  <a:ext uri="{FF2B5EF4-FFF2-40B4-BE49-F238E27FC236}">
                    <a16:creationId xmlns:a16="http://schemas.microsoft.com/office/drawing/2014/main" id="{206B1EE3-47A5-47B5-B3C6-629861E79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59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5" name="Freeform 6242">
                <a:extLst>
                  <a:ext uri="{FF2B5EF4-FFF2-40B4-BE49-F238E27FC236}">
                    <a16:creationId xmlns:a16="http://schemas.microsoft.com/office/drawing/2014/main" id="{510A74FF-5DEA-4FC0-80D1-626B2AD6D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57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6" name="Freeform 6243">
                <a:extLst>
                  <a:ext uri="{FF2B5EF4-FFF2-40B4-BE49-F238E27FC236}">
                    <a16:creationId xmlns:a16="http://schemas.microsoft.com/office/drawing/2014/main" id="{AFB5DC13-74A9-4593-B232-3DBC7D10D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59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7" name="Freeform 6244">
                <a:extLst>
                  <a:ext uri="{FF2B5EF4-FFF2-40B4-BE49-F238E27FC236}">
                    <a16:creationId xmlns:a16="http://schemas.microsoft.com/office/drawing/2014/main" id="{FDFBE2F6-4BB6-4DCC-8C60-C61BF9799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0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8" name="Freeform 6245">
                <a:extLst>
                  <a:ext uri="{FF2B5EF4-FFF2-40B4-BE49-F238E27FC236}">
                    <a16:creationId xmlns:a16="http://schemas.microsoft.com/office/drawing/2014/main" id="{9157C9D0-BFBE-4224-9676-8C451132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5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9" name="Freeform 6246">
                <a:extLst>
                  <a:ext uri="{FF2B5EF4-FFF2-40B4-BE49-F238E27FC236}">
                    <a16:creationId xmlns:a16="http://schemas.microsoft.com/office/drawing/2014/main" id="{015973CD-881A-41BD-8FBC-209C9750B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5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0" name="Freeform 6247">
                <a:extLst>
                  <a:ext uri="{FF2B5EF4-FFF2-40B4-BE49-F238E27FC236}">
                    <a16:creationId xmlns:a16="http://schemas.microsoft.com/office/drawing/2014/main" id="{5758838A-AD55-40A5-B0F9-5E6696A6B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5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1" name="Freeform 6248">
                <a:extLst>
                  <a:ext uri="{FF2B5EF4-FFF2-40B4-BE49-F238E27FC236}">
                    <a16:creationId xmlns:a16="http://schemas.microsoft.com/office/drawing/2014/main" id="{59CFE964-C7D5-40E0-9A53-72605B15A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2" name="Freeform 6249">
                <a:extLst>
                  <a:ext uri="{FF2B5EF4-FFF2-40B4-BE49-F238E27FC236}">
                    <a16:creationId xmlns:a16="http://schemas.microsoft.com/office/drawing/2014/main" id="{E29A6E9B-D846-4F44-97E2-5A7C2D782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6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3" name="Freeform 6250">
                <a:extLst>
                  <a:ext uri="{FF2B5EF4-FFF2-40B4-BE49-F238E27FC236}">
                    <a16:creationId xmlns:a16="http://schemas.microsoft.com/office/drawing/2014/main" id="{51B5C0E9-F68B-4519-8644-A01BD991C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63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4" name="Freeform 6251">
                <a:extLst>
                  <a:ext uri="{FF2B5EF4-FFF2-40B4-BE49-F238E27FC236}">
                    <a16:creationId xmlns:a16="http://schemas.microsoft.com/office/drawing/2014/main" id="{80975BBF-27DC-4DD7-8C7C-5DD12510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5" name="Freeform 6252">
                <a:extLst>
                  <a:ext uri="{FF2B5EF4-FFF2-40B4-BE49-F238E27FC236}">
                    <a16:creationId xmlns:a16="http://schemas.microsoft.com/office/drawing/2014/main" id="{555D5347-C36B-401E-AEFF-29CF344F9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61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6" name="Freeform 6253">
                <a:extLst>
                  <a:ext uri="{FF2B5EF4-FFF2-40B4-BE49-F238E27FC236}">
                    <a16:creationId xmlns:a16="http://schemas.microsoft.com/office/drawing/2014/main" id="{278380D0-3116-4A12-8BB5-EAB27EBE3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6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7" name="Freeform 6254">
                <a:extLst>
                  <a:ext uri="{FF2B5EF4-FFF2-40B4-BE49-F238E27FC236}">
                    <a16:creationId xmlns:a16="http://schemas.microsoft.com/office/drawing/2014/main" id="{49FA7500-85B6-4765-92CF-5E138C45B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60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8" name="Freeform 6255">
                <a:extLst>
                  <a:ext uri="{FF2B5EF4-FFF2-40B4-BE49-F238E27FC236}">
                    <a16:creationId xmlns:a16="http://schemas.microsoft.com/office/drawing/2014/main" id="{6B48ECED-1179-444F-95D0-16BC95499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5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9" name="Freeform 6256">
                <a:extLst>
                  <a:ext uri="{FF2B5EF4-FFF2-40B4-BE49-F238E27FC236}">
                    <a16:creationId xmlns:a16="http://schemas.microsoft.com/office/drawing/2014/main" id="{B38E93CA-F3D3-40B7-9679-B4606AD0E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62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0" name="Freeform 6257">
                <a:extLst>
                  <a:ext uri="{FF2B5EF4-FFF2-40B4-BE49-F238E27FC236}">
                    <a16:creationId xmlns:a16="http://schemas.microsoft.com/office/drawing/2014/main" id="{963C8867-F51F-449B-BF07-9B7DE2C22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6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1" name="Freeform 6258">
                <a:extLst>
                  <a:ext uri="{FF2B5EF4-FFF2-40B4-BE49-F238E27FC236}">
                    <a16:creationId xmlns:a16="http://schemas.microsoft.com/office/drawing/2014/main" id="{A9B8D603-A0D2-49D0-8D94-F2980734F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6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2" name="Freeform 6259">
                <a:extLst>
                  <a:ext uri="{FF2B5EF4-FFF2-40B4-BE49-F238E27FC236}">
                    <a16:creationId xmlns:a16="http://schemas.microsoft.com/office/drawing/2014/main" id="{A6D87382-FB51-4A31-A2C7-83E40A20C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6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3" name="Freeform 6260">
                <a:extLst>
                  <a:ext uri="{FF2B5EF4-FFF2-40B4-BE49-F238E27FC236}">
                    <a16:creationId xmlns:a16="http://schemas.microsoft.com/office/drawing/2014/main" id="{E4F4CD78-86CC-4B98-91EB-2AAE3DC9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601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4" name="Freeform 6261">
                <a:extLst>
                  <a:ext uri="{FF2B5EF4-FFF2-40B4-BE49-F238E27FC236}">
                    <a16:creationId xmlns:a16="http://schemas.microsoft.com/office/drawing/2014/main" id="{20C92FDE-3809-4E05-BB4E-FEC2489DA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5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5" name="Freeform 6262">
                <a:extLst>
                  <a:ext uri="{FF2B5EF4-FFF2-40B4-BE49-F238E27FC236}">
                    <a16:creationId xmlns:a16="http://schemas.microsoft.com/office/drawing/2014/main" id="{FFFD8D09-AAA8-4315-BED1-89FCB3123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0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6" name="Freeform 6263">
                <a:extLst>
                  <a:ext uri="{FF2B5EF4-FFF2-40B4-BE49-F238E27FC236}">
                    <a16:creationId xmlns:a16="http://schemas.microsoft.com/office/drawing/2014/main" id="{39816807-F918-4ECB-A8ED-8D189473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5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7" name="Freeform 6264">
                <a:extLst>
                  <a:ext uri="{FF2B5EF4-FFF2-40B4-BE49-F238E27FC236}">
                    <a16:creationId xmlns:a16="http://schemas.microsoft.com/office/drawing/2014/main" id="{A620A5B8-075A-4B65-B984-21ADB6180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54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8" name="Freeform 6265">
                <a:extLst>
                  <a:ext uri="{FF2B5EF4-FFF2-40B4-BE49-F238E27FC236}">
                    <a16:creationId xmlns:a16="http://schemas.microsoft.com/office/drawing/2014/main" id="{BFDEDE3D-C0E8-4401-890C-86219C24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5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9" name="Freeform 6266">
                <a:extLst>
                  <a:ext uri="{FF2B5EF4-FFF2-40B4-BE49-F238E27FC236}">
                    <a16:creationId xmlns:a16="http://schemas.microsoft.com/office/drawing/2014/main" id="{AD7C9CE5-40B9-4056-83B1-755CC1471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5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0" name="Freeform 6267">
                <a:extLst>
                  <a:ext uri="{FF2B5EF4-FFF2-40B4-BE49-F238E27FC236}">
                    <a16:creationId xmlns:a16="http://schemas.microsoft.com/office/drawing/2014/main" id="{0E43FDC5-A1BF-43BD-8778-DB8D09DE8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5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1" name="Freeform 6268">
                <a:extLst>
                  <a:ext uri="{FF2B5EF4-FFF2-40B4-BE49-F238E27FC236}">
                    <a16:creationId xmlns:a16="http://schemas.microsoft.com/office/drawing/2014/main" id="{53913FE3-2330-4E2C-AC76-36C96B24F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2" name="Freeform 6269">
                <a:extLst>
                  <a:ext uri="{FF2B5EF4-FFF2-40B4-BE49-F238E27FC236}">
                    <a16:creationId xmlns:a16="http://schemas.microsoft.com/office/drawing/2014/main" id="{D2D6FF9F-119E-4BA0-B5E2-F75485618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58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3" name="Freeform 6270">
                <a:extLst>
                  <a:ext uri="{FF2B5EF4-FFF2-40B4-BE49-F238E27FC236}">
                    <a16:creationId xmlns:a16="http://schemas.microsoft.com/office/drawing/2014/main" id="{ED57D69E-7F4A-444C-97E4-5F5AA31F9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57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4" name="Freeform 6271">
                <a:extLst>
                  <a:ext uri="{FF2B5EF4-FFF2-40B4-BE49-F238E27FC236}">
                    <a16:creationId xmlns:a16="http://schemas.microsoft.com/office/drawing/2014/main" id="{244E33B3-2A81-4DA6-B1E6-F7D1DF0CB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569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21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5" name="Freeform 6272">
                <a:extLst>
                  <a:ext uri="{FF2B5EF4-FFF2-40B4-BE49-F238E27FC236}">
                    <a16:creationId xmlns:a16="http://schemas.microsoft.com/office/drawing/2014/main" id="{6A0ACC27-D546-4F1A-A025-3E9115C83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56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6" name="Freeform 6273">
                <a:extLst>
                  <a:ext uri="{FF2B5EF4-FFF2-40B4-BE49-F238E27FC236}">
                    <a16:creationId xmlns:a16="http://schemas.microsoft.com/office/drawing/2014/main" id="{FC187239-52BA-4633-9899-610894607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54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7" name="Freeform 6274">
                <a:extLst>
                  <a:ext uri="{FF2B5EF4-FFF2-40B4-BE49-F238E27FC236}">
                    <a16:creationId xmlns:a16="http://schemas.microsoft.com/office/drawing/2014/main" id="{9CB4BC13-3439-413D-BC8B-EAC6E8C1A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55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8" name="Freeform 6275">
                <a:extLst>
                  <a:ext uri="{FF2B5EF4-FFF2-40B4-BE49-F238E27FC236}">
                    <a16:creationId xmlns:a16="http://schemas.microsoft.com/office/drawing/2014/main" id="{F744C43E-AD0E-4E2B-8AD0-EA04A9E90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58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9" name="Freeform 6276">
                <a:extLst>
                  <a:ext uri="{FF2B5EF4-FFF2-40B4-BE49-F238E27FC236}">
                    <a16:creationId xmlns:a16="http://schemas.microsoft.com/office/drawing/2014/main" id="{1EDED447-9A85-4D60-9BBC-2A915E5A8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56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0" name="Freeform 6277">
                <a:extLst>
                  <a:ext uri="{FF2B5EF4-FFF2-40B4-BE49-F238E27FC236}">
                    <a16:creationId xmlns:a16="http://schemas.microsoft.com/office/drawing/2014/main" id="{111F102C-5903-42D7-8303-D7FBE9090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579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1" name="Freeform 6278">
                <a:extLst>
                  <a:ext uri="{FF2B5EF4-FFF2-40B4-BE49-F238E27FC236}">
                    <a16:creationId xmlns:a16="http://schemas.microsoft.com/office/drawing/2014/main" id="{90BD7FA6-AABD-4056-8C50-C1315E15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59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2" name="Freeform 6279">
                <a:extLst>
                  <a:ext uri="{FF2B5EF4-FFF2-40B4-BE49-F238E27FC236}">
                    <a16:creationId xmlns:a16="http://schemas.microsoft.com/office/drawing/2014/main" id="{EC0D0794-C27C-4730-83A4-6BD02B910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57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3" name="Freeform 6280">
                <a:extLst>
                  <a:ext uri="{FF2B5EF4-FFF2-40B4-BE49-F238E27FC236}">
                    <a16:creationId xmlns:a16="http://schemas.microsoft.com/office/drawing/2014/main" id="{03113421-ADFF-4F25-A70D-07D8CEB9F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59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4" name="Freeform 6281">
                <a:extLst>
                  <a:ext uri="{FF2B5EF4-FFF2-40B4-BE49-F238E27FC236}">
                    <a16:creationId xmlns:a16="http://schemas.microsoft.com/office/drawing/2014/main" id="{255907B9-6A3C-4ABE-AB3B-276297D52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56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5" name="Freeform 6282">
                <a:extLst>
                  <a:ext uri="{FF2B5EF4-FFF2-40B4-BE49-F238E27FC236}">
                    <a16:creationId xmlns:a16="http://schemas.microsoft.com/office/drawing/2014/main" id="{972BA21E-0430-4891-A029-43EEA9DAB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55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6" name="Freeform 6283">
                <a:extLst>
                  <a:ext uri="{FF2B5EF4-FFF2-40B4-BE49-F238E27FC236}">
                    <a16:creationId xmlns:a16="http://schemas.microsoft.com/office/drawing/2014/main" id="{28FE0C48-62DF-4819-9726-650C96AB3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5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7" name="Freeform 6284">
                <a:extLst>
                  <a:ext uri="{FF2B5EF4-FFF2-40B4-BE49-F238E27FC236}">
                    <a16:creationId xmlns:a16="http://schemas.microsoft.com/office/drawing/2014/main" id="{5CBBB6D7-1EA3-4864-BB6C-A5960BCE7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56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8" name="Freeform 6285">
                <a:extLst>
                  <a:ext uri="{FF2B5EF4-FFF2-40B4-BE49-F238E27FC236}">
                    <a16:creationId xmlns:a16="http://schemas.microsoft.com/office/drawing/2014/main" id="{533C482E-73C8-4B9F-9F22-25EE40D9E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5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9" name="Freeform 6286">
                <a:extLst>
                  <a:ext uri="{FF2B5EF4-FFF2-40B4-BE49-F238E27FC236}">
                    <a16:creationId xmlns:a16="http://schemas.microsoft.com/office/drawing/2014/main" id="{272AF562-092E-487E-994D-0A934D1F2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5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0" name="Freeform 6287">
                <a:extLst>
                  <a:ext uri="{FF2B5EF4-FFF2-40B4-BE49-F238E27FC236}">
                    <a16:creationId xmlns:a16="http://schemas.microsoft.com/office/drawing/2014/main" id="{AB079713-DE24-48EA-BF76-13295E7B5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5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1" name="Freeform 6288">
                <a:extLst>
                  <a:ext uri="{FF2B5EF4-FFF2-40B4-BE49-F238E27FC236}">
                    <a16:creationId xmlns:a16="http://schemas.microsoft.com/office/drawing/2014/main" id="{68227ACB-6EA6-48C8-B60A-D138885B5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547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2" name="Freeform 6289">
                <a:extLst>
                  <a:ext uri="{FF2B5EF4-FFF2-40B4-BE49-F238E27FC236}">
                    <a16:creationId xmlns:a16="http://schemas.microsoft.com/office/drawing/2014/main" id="{3A8F7A06-C0B6-4E3F-8CC6-FCD85F4C6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5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3" name="Freeform 6290">
                <a:extLst>
                  <a:ext uri="{FF2B5EF4-FFF2-40B4-BE49-F238E27FC236}">
                    <a16:creationId xmlns:a16="http://schemas.microsoft.com/office/drawing/2014/main" id="{0B0B5A07-8EAB-4CD1-96FC-842751250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582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4" name="Freeform 6291">
                <a:extLst>
                  <a:ext uri="{FF2B5EF4-FFF2-40B4-BE49-F238E27FC236}">
                    <a16:creationId xmlns:a16="http://schemas.microsoft.com/office/drawing/2014/main" id="{804E5558-6FA8-4903-927A-0ECF35925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8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5" name="Freeform 6292">
                <a:extLst>
                  <a:ext uri="{FF2B5EF4-FFF2-40B4-BE49-F238E27FC236}">
                    <a16:creationId xmlns:a16="http://schemas.microsoft.com/office/drawing/2014/main" id="{A4DFBDD8-1828-4220-88F2-0392261E8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5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6" name="Freeform 6293">
                <a:extLst>
                  <a:ext uri="{FF2B5EF4-FFF2-40B4-BE49-F238E27FC236}">
                    <a16:creationId xmlns:a16="http://schemas.microsoft.com/office/drawing/2014/main" id="{DFA789E1-9FA4-4242-A00A-77B4E2B0D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5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7" name="Freeform 6294">
                <a:extLst>
                  <a:ext uri="{FF2B5EF4-FFF2-40B4-BE49-F238E27FC236}">
                    <a16:creationId xmlns:a16="http://schemas.microsoft.com/office/drawing/2014/main" id="{7832BFE4-D017-44B1-B86F-B22254CF9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55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0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8" name="Freeform 6295">
                <a:extLst>
                  <a:ext uri="{FF2B5EF4-FFF2-40B4-BE49-F238E27FC236}">
                    <a16:creationId xmlns:a16="http://schemas.microsoft.com/office/drawing/2014/main" id="{F96F4B5B-1311-45E8-AEB0-A726A3FD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5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9" name="Freeform 6296">
                <a:extLst>
                  <a:ext uri="{FF2B5EF4-FFF2-40B4-BE49-F238E27FC236}">
                    <a16:creationId xmlns:a16="http://schemas.microsoft.com/office/drawing/2014/main" id="{972B809F-536A-47B0-B1E4-228D1A021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56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0" name="Freeform 6297">
                <a:extLst>
                  <a:ext uri="{FF2B5EF4-FFF2-40B4-BE49-F238E27FC236}">
                    <a16:creationId xmlns:a16="http://schemas.microsoft.com/office/drawing/2014/main" id="{0BF79E6B-5B6E-4FEF-8835-E46B92FC7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5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1" name="Freeform 6298">
                <a:extLst>
                  <a:ext uri="{FF2B5EF4-FFF2-40B4-BE49-F238E27FC236}">
                    <a16:creationId xmlns:a16="http://schemas.microsoft.com/office/drawing/2014/main" id="{A79D0A93-E69D-4525-BD3D-2B05B1DF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5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2" name="Freeform 6299">
                <a:extLst>
                  <a:ext uri="{FF2B5EF4-FFF2-40B4-BE49-F238E27FC236}">
                    <a16:creationId xmlns:a16="http://schemas.microsoft.com/office/drawing/2014/main" id="{1E234CBD-0D30-4D7B-8B9D-FA2CD386D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3" name="Freeform 6300">
                <a:extLst>
                  <a:ext uri="{FF2B5EF4-FFF2-40B4-BE49-F238E27FC236}">
                    <a16:creationId xmlns:a16="http://schemas.microsoft.com/office/drawing/2014/main" id="{90609AC7-06A0-4BA4-90C0-AAEB4BEC0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5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4" name="Freeform 6301">
                <a:extLst>
                  <a:ext uri="{FF2B5EF4-FFF2-40B4-BE49-F238E27FC236}">
                    <a16:creationId xmlns:a16="http://schemas.microsoft.com/office/drawing/2014/main" id="{D4E615BA-FFC2-420C-98A5-C1B22B415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53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5" name="Freeform 6302">
                <a:extLst>
                  <a:ext uri="{FF2B5EF4-FFF2-40B4-BE49-F238E27FC236}">
                    <a16:creationId xmlns:a16="http://schemas.microsoft.com/office/drawing/2014/main" id="{62D8CD22-7A9E-4E05-BA7D-5E5F9B8F0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5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6" name="Freeform 6303">
                <a:extLst>
                  <a:ext uri="{FF2B5EF4-FFF2-40B4-BE49-F238E27FC236}">
                    <a16:creationId xmlns:a16="http://schemas.microsoft.com/office/drawing/2014/main" id="{11216D42-D124-40EB-A499-EC349363F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52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7" name="Freeform 6304">
                <a:extLst>
                  <a:ext uri="{FF2B5EF4-FFF2-40B4-BE49-F238E27FC236}">
                    <a16:creationId xmlns:a16="http://schemas.microsoft.com/office/drawing/2014/main" id="{E20583DB-C95D-465E-B086-9701460D9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1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8" name="Freeform 6305">
                <a:extLst>
                  <a:ext uri="{FF2B5EF4-FFF2-40B4-BE49-F238E27FC236}">
                    <a16:creationId xmlns:a16="http://schemas.microsoft.com/office/drawing/2014/main" id="{4BEE8454-0641-4799-83CE-5A51E7C5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49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9" name="Freeform 6306">
                <a:extLst>
                  <a:ext uri="{FF2B5EF4-FFF2-40B4-BE49-F238E27FC236}">
                    <a16:creationId xmlns:a16="http://schemas.microsoft.com/office/drawing/2014/main" id="{DDACE334-4858-4EFE-B794-EBFFC0E96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473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0" name="Freeform 6307">
                <a:extLst>
                  <a:ext uri="{FF2B5EF4-FFF2-40B4-BE49-F238E27FC236}">
                    <a16:creationId xmlns:a16="http://schemas.microsoft.com/office/drawing/2014/main" id="{DBDD0589-C0CE-4241-AB79-1435EB343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45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1" name="Freeform 6308">
                <a:extLst>
                  <a:ext uri="{FF2B5EF4-FFF2-40B4-BE49-F238E27FC236}">
                    <a16:creationId xmlns:a16="http://schemas.microsoft.com/office/drawing/2014/main" id="{FCF1450C-8D7C-4F93-A713-8F4D4850B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5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2" name="Freeform 6309">
                <a:extLst>
                  <a:ext uri="{FF2B5EF4-FFF2-40B4-BE49-F238E27FC236}">
                    <a16:creationId xmlns:a16="http://schemas.microsoft.com/office/drawing/2014/main" id="{E32C6344-A584-4628-9A5A-4D5ABD878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5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3" name="Freeform 6310">
                <a:extLst>
                  <a:ext uri="{FF2B5EF4-FFF2-40B4-BE49-F238E27FC236}">
                    <a16:creationId xmlns:a16="http://schemas.microsoft.com/office/drawing/2014/main" id="{5DAD0A63-4699-48DC-B029-B4EA5C7B4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53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4" name="Freeform 6311">
                <a:extLst>
                  <a:ext uri="{FF2B5EF4-FFF2-40B4-BE49-F238E27FC236}">
                    <a16:creationId xmlns:a16="http://schemas.microsoft.com/office/drawing/2014/main" id="{B8B98F7E-647E-4955-A499-0A862828F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4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5" name="Freeform 6312">
                <a:extLst>
                  <a:ext uri="{FF2B5EF4-FFF2-40B4-BE49-F238E27FC236}">
                    <a16:creationId xmlns:a16="http://schemas.microsoft.com/office/drawing/2014/main" id="{4A45D16E-6B18-4355-BA91-8C8902BAE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483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6" name="Freeform 6313">
                <a:extLst>
                  <a:ext uri="{FF2B5EF4-FFF2-40B4-BE49-F238E27FC236}">
                    <a16:creationId xmlns:a16="http://schemas.microsoft.com/office/drawing/2014/main" id="{A866B4A3-9CC6-4C33-A041-440FA43ED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454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7" name="Freeform 6314">
                <a:extLst>
                  <a:ext uri="{FF2B5EF4-FFF2-40B4-BE49-F238E27FC236}">
                    <a16:creationId xmlns:a16="http://schemas.microsoft.com/office/drawing/2014/main" id="{54E2F2A8-F988-4CBD-8379-FBA7F9203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45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8" name="Freeform 6315">
                <a:extLst>
                  <a:ext uri="{FF2B5EF4-FFF2-40B4-BE49-F238E27FC236}">
                    <a16:creationId xmlns:a16="http://schemas.microsoft.com/office/drawing/2014/main" id="{959099C6-9AC1-41A0-A879-375D0DD89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50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9" name="Freeform 6316">
                <a:extLst>
                  <a:ext uri="{FF2B5EF4-FFF2-40B4-BE49-F238E27FC236}">
                    <a16:creationId xmlns:a16="http://schemas.microsoft.com/office/drawing/2014/main" id="{85304F54-A804-4259-9999-89C500EBE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491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0" name="Freeform 6317">
                <a:extLst>
                  <a:ext uri="{FF2B5EF4-FFF2-40B4-BE49-F238E27FC236}">
                    <a16:creationId xmlns:a16="http://schemas.microsoft.com/office/drawing/2014/main" id="{F7201B32-9CB9-422D-8C92-6E0154DFE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2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1" name="Freeform 6318">
                <a:extLst>
                  <a:ext uri="{FF2B5EF4-FFF2-40B4-BE49-F238E27FC236}">
                    <a16:creationId xmlns:a16="http://schemas.microsoft.com/office/drawing/2014/main" id="{532539C3-B107-45C3-A4EE-2B3CA1CBA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25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2" name="Freeform 6319">
                <a:extLst>
                  <a:ext uri="{FF2B5EF4-FFF2-40B4-BE49-F238E27FC236}">
                    <a16:creationId xmlns:a16="http://schemas.microsoft.com/office/drawing/2014/main" id="{8C8C1E67-2465-498A-86FA-3770B652B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25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3" name="Freeform 6320">
                <a:extLst>
                  <a:ext uri="{FF2B5EF4-FFF2-40B4-BE49-F238E27FC236}">
                    <a16:creationId xmlns:a16="http://schemas.microsoft.com/office/drawing/2014/main" id="{F02C701C-175C-4DE8-A5A9-D74201159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24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4" name="Freeform 6321">
                <a:extLst>
                  <a:ext uri="{FF2B5EF4-FFF2-40B4-BE49-F238E27FC236}">
                    <a16:creationId xmlns:a16="http://schemas.microsoft.com/office/drawing/2014/main" id="{AA7E7BB8-262A-476B-9AAC-97E2A27C8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62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5" name="Freeform 6322">
                <a:extLst>
                  <a:ext uri="{FF2B5EF4-FFF2-40B4-BE49-F238E27FC236}">
                    <a16:creationId xmlns:a16="http://schemas.microsoft.com/office/drawing/2014/main" id="{F7EE9294-1C40-4F7B-BAA8-A8DBA0BB3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5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6" name="Freeform 6323">
                <a:extLst>
                  <a:ext uri="{FF2B5EF4-FFF2-40B4-BE49-F238E27FC236}">
                    <a16:creationId xmlns:a16="http://schemas.microsoft.com/office/drawing/2014/main" id="{5FF2EA19-202E-4E05-9190-753472643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26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7" name="Freeform 6324">
                <a:extLst>
                  <a:ext uri="{FF2B5EF4-FFF2-40B4-BE49-F238E27FC236}">
                    <a16:creationId xmlns:a16="http://schemas.microsoft.com/office/drawing/2014/main" id="{B12BF906-87F7-4CB3-9A21-51206A0E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5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8" name="Freeform 6325">
                <a:extLst>
                  <a:ext uri="{FF2B5EF4-FFF2-40B4-BE49-F238E27FC236}">
                    <a16:creationId xmlns:a16="http://schemas.microsoft.com/office/drawing/2014/main" id="{4FE5D4F4-3F4F-473B-8127-386454956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9" name="Freeform 6326">
                <a:extLst>
                  <a:ext uri="{FF2B5EF4-FFF2-40B4-BE49-F238E27FC236}">
                    <a16:creationId xmlns:a16="http://schemas.microsoft.com/office/drawing/2014/main" id="{715598A7-816A-4689-8BC3-FBFD0ADE5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0" name="Freeform 6327">
                <a:extLst>
                  <a:ext uri="{FF2B5EF4-FFF2-40B4-BE49-F238E27FC236}">
                    <a16:creationId xmlns:a16="http://schemas.microsoft.com/office/drawing/2014/main" id="{731D1CE7-094F-448B-8AB2-074E6553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1" name="Freeform 6328">
                <a:extLst>
                  <a:ext uri="{FF2B5EF4-FFF2-40B4-BE49-F238E27FC236}">
                    <a16:creationId xmlns:a16="http://schemas.microsoft.com/office/drawing/2014/main" id="{9DA8ADB1-AB7A-484D-A895-6AEA4E571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7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2" name="Freeform 6329">
                <a:extLst>
                  <a:ext uri="{FF2B5EF4-FFF2-40B4-BE49-F238E27FC236}">
                    <a16:creationId xmlns:a16="http://schemas.microsoft.com/office/drawing/2014/main" id="{ED79B05A-BF9B-48B2-BA3E-126E8EE29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3" name="Freeform 6330">
                <a:extLst>
                  <a:ext uri="{FF2B5EF4-FFF2-40B4-BE49-F238E27FC236}">
                    <a16:creationId xmlns:a16="http://schemas.microsoft.com/office/drawing/2014/main" id="{D71BFB4B-7C26-494D-8E46-3C432A2D2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41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4" name="Freeform 6331">
                <a:extLst>
                  <a:ext uri="{FF2B5EF4-FFF2-40B4-BE49-F238E27FC236}">
                    <a16:creationId xmlns:a16="http://schemas.microsoft.com/office/drawing/2014/main" id="{079F60C7-C7F3-401E-B767-E95D5BFB9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2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5" name="Freeform 6332">
                <a:extLst>
                  <a:ext uri="{FF2B5EF4-FFF2-40B4-BE49-F238E27FC236}">
                    <a16:creationId xmlns:a16="http://schemas.microsoft.com/office/drawing/2014/main" id="{BB88318D-66EE-4CD7-A4E3-E6BD5721B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5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6" name="Freeform 6333">
                <a:extLst>
                  <a:ext uri="{FF2B5EF4-FFF2-40B4-BE49-F238E27FC236}">
                    <a16:creationId xmlns:a16="http://schemas.microsoft.com/office/drawing/2014/main" id="{63766D5B-2FB9-4A09-A8D9-A0BB9779A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52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7" name="Freeform 6334">
                <a:extLst>
                  <a:ext uri="{FF2B5EF4-FFF2-40B4-BE49-F238E27FC236}">
                    <a16:creationId xmlns:a16="http://schemas.microsoft.com/office/drawing/2014/main" id="{1946955E-B042-492C-8EAA-3D9B66314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50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8" name="Freeform 6335">
                <a:extLst>
                  <a:ext uri="{FF2B5EF4-FFF2-40B4-BE49-F238E27FC236}">
                    <a16:creationId xmlns:a16="http://schemas.microsoft.com/office/drawing/2014/main" id="{2A163AE3-9F07-41C3-B118-CE5CAF804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62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9" name="Freeform 6336">
                <a:extLst>
                  <a:ext uri="{FF2B5EF4-FFF2-40B4-BE49-F238E27FC236}">
                    <a16:creationId xmlns:a16="http://schemas.microsoft.com/office/drawing/2014/main" id="{A915A843-F74D-4A8D-9A70-FE1B629E7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6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0" name="Freeform 6337">
                <a:extLst>
                  <a:ext uri="{FF2B5EF4-FFF2-40B4-BE49-F238E27FC236}">
                    <a16:creationId xmlns:a16="http://schemas.microsoft.com/office/drawing/2014/main" id="{70BC1FF2-1D6E-48B6-8AD6-3F8A3545C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601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1" name="Freeform 6338">
                <a:extLst>
                  <a:ext uri="{FF2B5EF4-FFF2-40B4-BE49-F238E27FC236}">
                    <a16:creationId xmlns:a16="http://schemas.microsoft.com/office/drawing/2014/main" id="{72327EBE-6C44-499E-B2ED-EB6A89982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6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2" name="Freeform 6339">
                <a:extLst>
                  <a:ext uri="{FF2B5EF4-FFF2-40B4-BE49-F238E27FC236}">
                    <a16:creationId xmlns:a16="http://schemas.microsoft.com/office/drawing/2014/main" id="{05088FF1-6222-4B85-AB3B-85C5114F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62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3" name="Freeform 6340">
                <a:extLst>
                  <a:ext uri="{FF2B5EF4-FFF2-40B4-BE49-F238E27FC236}">
                    <a16:creationId xmlns:a16="http://schemas.microsoft.com/office/drawing/2014/main" id="{2DDAB82D-8FFB-43E9-85E6-14F88159B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61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4" name="Freeform 6341">
                <a:extLst>
                  <a:ext uri="{FF2B5EF4-FFF2-40B4-BE49-F238E27FC236}">
                    <a16:creationId xmlns:a16="http://schemas.microsoft.com/office/drawing/2014/main" id="{76751CF2-686B-4A49-865F-61754182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6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5" name="Freeform 6342">
                <a:extLst>
                  <a:ext uri="{FF2B5EF4-FFF2-40B4-BE49-F238E27FC236}">
                    <a16:creationId xmlns:a16="http://schemas.microsoft.com/office/drawing/2014/main" id="{27A16C24-8505-4735-9E3C-A437B30B8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58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6" name="Freeform 6343">
                <a:extLst>
                  <a:ext uri="{FF2B5EF4-FFF2-40B4-BE49-F238E27FC236}">
                    <a16:creationId xmlns:a16="http://schemas.microsoft.com/office/drawing/2014/main" id="{3BF9B2D9-7C40-4964-8BEB-13E7BB85D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257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7" name="Freeform 6344">
                <a:extLst>
                  <a:ext uri="{FF2B5EF4-FFF2-40B4-BE49-F238E27FC236}">
                    <a16:creationId xmlns:a16="http://schemas.microsoft.com/office/drawing/2014/main" id="{33852750-0F7D-4305-8057-9DA8359B7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6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8" name="Freeform 6345">
                <a:extLst>
                  <a:ext uri="{FF2B5EF4-FFF2-40B4-BE49-F238E27FC236}">
                    <a16:creationId xmlns:a16="http://schemas.microsoft.com/office/drawing/2014/main" id="{18DAAE3A-3A21-4BDD-9553-FDE450E51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2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9" name="Freeform 6346">
                <a:extLst>
                  <a:ext uri="{FF2B5EF4-FFF2-40B4-BE49-F238E27FC236}">
                    <a16:creationId xmlns:a16="http://schemas.microsoft.com/office/drawing/2014/main" id="{985CB4E8-8A71-4B49-AE8B-11FED9199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5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0" name="Freeform 6347">
                <a:extLst>
                  <a:ext uri="{FF2B5EF4-FFF2-40B4-BE49-F238E27FC236}">
                    <a16:creationId xmlns:a16="http://schemas.microsoft.com/office/drawing/2014/main" id="{D775E21C-2CF3-4983-8294-1EB0E1655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28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1" name="Freeform 6348">
                <a:extLst>
                  <a:ext uri="{FF2B5EF4-FFF2-40B4-BE49-F238E27FC236}">
                    <a16:creationId xmlns:a16="http://schemas.microsoft.com/office/drawing/2014/main" id="{43FC86B3-90F9-4EBF-96E3-A62C07B6D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2" name="Freeform 6349">
                <a:extLst>
                  <a:ext uri="{FF2B5EF4-FFF2-40B4-BE49-F238E27FC236}">
                    <a16:creationId xmlns:a16="http://schemas.microsoft.com/office/drawing/2014/main" id="{4B7FE80C-0F4E-494D-BB0C-31995C16A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27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3" name="Freeform 6350">
                <a:extLst>
                  <a:ext uri="{FF2B5EF4-FFF2-40B4-BE49-F238E27FC236}">
                    <a16:creationId xmlns:a16="http://schemas.microsoft.com/office/drawing/2014/main" id="{94D96D79-5DD9-43E8-9C64-14EFB85F1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24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4" name="Freeform 6351">
                <a:extLst>
                  <a:ext uri="{FF2B5EF4-FFF2-40B4-BE49-F238E27FC236}">
                    <a16:creationId xmlns:a16="http://schemas.microsoft.com/office/drawing/2014/main" id="{70D082A6-46B6-4DEB-A539-779680C5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23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5" name="Freeform 6352">
                <a:extLst>
                  <a:ext uri="{FF2B5EF4-FFF2-40B4-BE49-F238E27FC236}">
                    <a16:creationId xmlns:a16="http://schemas.microsoft.com/office/drawing/2014/main" id="{BFDD5CFA-D1FD-4EE4-B64D-6D9CEB9E6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2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6" name="Freeform 6353">
                <a:extLst>
                  <a:ext uri="{FF2B5EF4-FFF2-40B4-BE49-F238E27FC236}">
                    <a16:creationId xmlns:a16="http://schemas.microsoft.com/office/drawing/2014/main" id="{BB61436C-FC05-45F9-A724-40C06CCD8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2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7" name="Freeform 6354">
                <a:extLst>
                  <a:ext uri="{FF2B5EF4-FFF2-40B4-BE49-F238E27FC236}">
                    <a16:creationId xmlns:a16="http://schemas.microsoft.com/office/drawing/2014/main" id="{BEC2D115-C67B-4CBB-A300-7F1133356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5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8" name="Freeform 6355">
                <a:extLst>
                  <a:ext uri="{FF2B5EF4-FFF2-40B4-BE49-F238E27FC236}">
                    <a16:creationId xmlns:a16="http://schemas.microsoft.com/office/drawing/2014/main" id="{A88563A0-674A-43B8-ACCD-737E8D618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51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99" name="Freeform 6356">
                <a:extLst>
                  <a:ext uri="{FF2B5EF4-FFF2-40B4-BE49-F238E27FC236}">
                    <a16:creationId xmlns:a16="http://schemas.microsoft.com/office/drawing/2014/main" id="{8A2524AF-DD1E-4017-B11A-F497C873B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23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0" name="Freeform 6357">
                <a:extLst>
                  <a:ext uri="{FF2B5EF4-FFF2-40B4-BE49-F238E27FC236}">
                    <a16:creationId xmlns:a16="http://schemas.microsoft.com/office/drawing/2014/main" id="{27342AE8-9460-4E9A-876B-81D23CAEF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23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1" name="Freeform 6358">
                <a:extLst>
                  <a:ext uri="{FF2B5EF4-FFF2-40B4-BE49-F238E27FC236}">
                    <a16:creationId xmlns:a16="http://schemas.microsoft.com/office/drawing/2014/main" id="{5203AEBD-F4A3-4E89-958E-B834247AA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2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2" name="Freeform 6359">
                <a:extLst>
                  <a:ext uri="{FF2B5EF4-FFF2-40B4-BE49-F238E27FC236}">
                    <a16:creationId xmlns:a16="http://schemas.microsoft.com/office/drawing/2014/main" id="{4F22840D-7FFC-4473-A0AE-C29DABF58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3" name="Freeform 6360">
                <a:extLst>
                  <a:ext uri="{FF2B5EF4-FFF2-40B4-BE49-F238E27FC236}">
                    <a16:creationId xmlns:a16="http://schemas.microsoft.com/office/drawing/2014/main" id="{E2C85548-3C29-4D6A-AA04-C991FA38C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22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4" name="Freeform 6361">
                <a:extLst>
                  <a:ext uri="{FF2B5EF4-FFF2-40B4-BE49-F238E27FC236}">
                    <a16:creationId xmlns:a16="http://schemas.microsoft.com/office/drawing/2014/main" id="{EAC14101-BA66-490B-BDAD-DAB0DB6B5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2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5" name="Freeform 6362">
                <a:extLst>
                  <a:ext uri="{FF2B5EF4-FFF2-40B4-BE49-F238E27FC236}">
                    <a16:creationId xmlns:a16="http://schemas.microsoft.com/office/drawing/2014/main" id="{56F83F76-1894-4F68-8302-050547C39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24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6" name="Freeform 6363">
                <a:extLst>
                  <a:ext uri="{FF2B5EF4-FFF2-40B4-BE49-F238E27FC236}">
                    <a16:creationId xmlns:a16="http://schemas.microsoft.com/office/drawing/2014/main" id="{87BE0087-E31A-4ECA-A4ED-0C1B5E152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3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7" name="Freeform 6364">
                <a:extLst>
                  <a:ext uri="{FF2B5EF4-FFF2-40B4-BE49-F238E27FC236}">
                    <a16:creationId xmlns:a16="http://schemas.microsoft.com/office/drawing/2014/main" id="{E04E2DAC-627C-4748-8792-630A60CE2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8" name="Freeform 6365">
                <a:extLst>
                  <a:ext uri="{FF2B5EF4-FFF2-40B4-BE49-F238E27FC236}">
                    <a16:creationId xmlns:a16="http://schemas.microsoft.com/office/drawing/2014/main" id="{AFA8D097-A2EE-4F75-970C-39CDADBBC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09" name="Freeform 6366">
                <a:extLst>
                  <a:ext uri="{FF2B5EF4-FFF2-40B4-BE49-F238E27FC236}">
                    <a16:creationId xmlns:a16="http://schemas.microsoft.com/office/drawing/2014/main" id="{5173E3C0-BA97-4D97-A5FF-E15872178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0" name="Freeform 6367">
                <a:extLst>
                  <a:ext uri="{FF2B5EF4-FFF2-40B4-BE49-F238E27FC236}">
                    <a16:creationId xmlns:a16="http://schemas.microsoft.com/office/drawing/2014/main" id="{83528383-FD7C-4AB3-B159-033AFD42F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227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1" name="Freeform 6368">
                <a:extLst>
                  <a:ext uri="{FF2B5EF4-FFF2-40B4-BE49-F238E27FC236}">
                    <a16:creationId xmlns:a16="http://schemas.microsoft.com/office/drawing/2014/main" id="{05C12A0E-A435-4C16-A7CE-7D383549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2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2" name="Freeform 6369">
                <a:extLst>
                  <a:ext uri="{FF2B5EF4-FFF2-40B4-BE49-F238E27FC236}">
                    <a16:creationId xmlns:a16="http://schemas.microsoft.com/office/drawing/2014/main" id="{A15A4F59-C73D-4B87-ACB4-590E3B86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4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3" name="Freeform 6370">
                <a:extLst>
                  <a:ext uri="{FF2B5EF4-FFF2-40B4-BE49-F238E27FC236}">
                    <a16:creationId xmlns:a16="http://schemas.microsoft.com/office/drawing/2014/main" id="{341255D4-F89B-44C6-8CA4-FF41F5DE9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4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4" name="Freeform 6371">
                <a:extLst>
                  <a:ext uri="{FF2B5EF4-FFF2-40B4-BE49-F238E27FC236}">
                    <a16:creationId xmlns:a16="http://schemas.microsoft.com/office/drawing/2014/main" id="{888DF67F-E6D8-4BB9-B3FB-BF88052E9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61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5" name="Freeform 6372">
                <a:extLst>
                  <a:ext uri="{FF2B5EF4-FFF2-40B4-BE49-F238E27FC236}">
                    <a16:creationId xmlns:a16="http://schemas.microsoft.com/office/drawing/2014/main" id="{2B94B2D8-4200-4ACA-8982-6171508D8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6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6" name="Freeform 6373">
                <a:extLst>
                  <a:ext uri="{FF2B5EF4-FFF2-40B4-BE49-F238E27FC236}">
                    <a16:creationId xmlns:a16="http://schemas.microsoft.com/office/drawing/2014/main" id="{83950810-B393-4CA7-A092-846ED6BC9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6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7" name="Freeform 6374">
                <a:extLst>
                  <a:ext uri="{FF2B5EF4-FFF2-40B4-BE49-F238E27FC236}">
                    <a16:creationId xmlns:a16="http://schemas.microsoft.com/office/drawing/2014/main" id="{0611D43D-7888-4507-8B4C-5626667F9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56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8" name="Freeform 6375">
                <a:extLst>
                  <a:ext uri="{FF2B5EF4-FFF2-40B4-BE49-F238E27FC236}">
                    <a16:creationId xmlns:a16="http://schemas.microsoft.com/office/drawing/2014/main" id="{791BEFF7-A831-4C86-B7B8-7AB07B4BF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9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19" name="Freeform 6376">
                <a:extLst>
                  <a:ext uri="{FF2B5EF4-FFF2-40B4-BE49-F238E27FC236}">
                    <a16:creationId xmlns:a16="http://schemas.microsoft.com/office/drawing/2014/main" id="{F4CF38C4-6DE6-4B38-AB1D-D4AC49CE3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60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4" name="Group 6377">
              <a:extLst>
                <a:ext uri="{FF2B5EF4-FFF2-40B4-BE49-F238E27FC236}">
                  <a16:creationId xmlns:a16="http://schemas.microsoft.com/office/drawing/2014/main" id="{1781374E-168F-4035-976E-433A490D2B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49" y="2467"/>
              <a:ext cx="340" cy="174"/>
              <a:chOff x="4449" y="2467"/>
              <a:chExt cx="340" cy="174"/>
            </a:xfrm>
          </p:grpSpPr>
          <p:sp>
            <p:nvSpPr>
              <p:cNvPr id="58820" name="Freeform 6378">
                <a:extLst>
                  <a:ext uri="{FF2B5EF4-FFF2-40B4-BE49-F238E27FC236}">
                    <a16:creationId xmlns:a16="http://schemas.microsoft.com/office/drawing/2014/main" id="{ABF31BA5-F843-4E95-A10E-7D9FCCFEC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6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1" name="Freeform 6379">
                <a:extLst>
                  <a:ext uri="{FF2B5EF4-FFF2-40B4-BE49-F238E27FC236}">
                    <a16:creationId xmlns:a16="http://schemas.microsoft.com/office/drawing/2014/main" id="{99436ECE-2127-4404-9CF7-2152368B4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61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2" name="Freeform 6380">
                <a:extLst>
                  <a:ext uri="{FF2B5EF4-FFF2-40B4-BE49-F238E27FC236}">
                    <a16:creationId xmlns:a16="http://schemas.microsoft.com/office/drawing/2014/main" id="{071E3FD5-943B-4636-B3FA-896C5C9EB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6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3" name="Freeform 6381">
                <a:extLst>
                  <a:ext uri="{FF2B5EF4-FFF2-40B4-BE49-F238E27FC236}">
                    <a16:creationId xmlns:a16="http://schemas.microsoft.com/office/drawing/2014/main" id="{FBAD1DDC-B628-4C0C-9C89-F707ADFA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5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4" name="Freeform 6382">
                <a:extLst>
                  <a:ext uri="{FF2B5EF4-FFF2-40B4-BE49-F238E27FC236}">
                    <a16:creationId xmlns:a16="http://schemas.microsoft.com/office/drawing/2014/main" id="{54258F3E-82EE-4B27-ADDD-E4D14D5A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59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5" name="Freeform 6383">
                <a:extLst>
                  <a:ext uri="{FF2B5EF4-FFF2-40B4-BE49-F238E27FC236}">
                    <a16:creationId xmlns:a16="http://schemas.microsoft.com/office/drawing/2014/main" id="{E2B01AB0-EFB8-4E36-AC84-5FD7AB165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58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6" name="Freeform 6384">
                <a:extLst>
                  <a:ext uri="{FF2B5EF4-FFF2-40B4-BE49-F238E27FC236}">
                    <a16:creationId xmlns:a16="http://schemas.microsoft.com/office/drawing/2014/main" id="{E092714F-268E-44C9-BFBE-C5232EBE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5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7" name="Freeform 6385">
                <a:extLst>
                  <a:ext uri="{FF2B5EF4-FFF2-40B4-BE49-F238E27FC236}">
                    <a16:creationId xmlns:a16="http://schemas.microsoft.com/office/drawing/2014/main" id="{3E0D8314-9A53-4963-A0C4-F0BE9B203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57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8" name="Freeform 6386">
                <a:extLst>
                  <a:ext uri="{FF2B5EF4-FFF2-40B4-BE49-F238E27FC236}">
                    <a16:creationId xmlns:a16="http://schemas.microsoft.com/office/drawing/2014/main" id="{6EA9DAA7-C462-4852-9A17-CDEC7C1F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6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9" name="Freeform 6387">
                <a:extLst>
                  <a:ext uri="{FF2B5EF4-FFF2-40B4-BE49-F238E27FC236}">
                    <a16:creationId xmlns:a16="http://schemas.microsoft.com/office/drawing/2014/main" id="{73DE7C08-3A1C-40E6-B9DA-CFFE3F3C1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5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0" name="Freeform 6388">
                <a:extLst>
                  <a:ext uri="{FF2B5EF4-FFF2-40B4-BE49-F238E27FC236}">
                    <a16:creationId xmlns:a16="http://schemas.microsoft.com/office/drawing/2014/main" id="{8793E7A7-3EC3-4E38-AD3B-D72CFDECA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6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1" name="Freeform 6389">
                <a:extLst>
                  <a:ext uri="{FF2B5EF4-FFF2-40B4-BE49-F238E27FC236}">
                    <a16:creationId xmlns:a16="http://schemas.microsoft.com/office/drawing/2014/main" id="{EE577551-6E6C-4FCD-8B49-3DE309FDB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6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2" name="Freeform 6390">
                <a:extLst>
                  <a:ext uri="{FF2B5EF4-FFF2-40B4-BE49-F238E27FC236}">
                    <a16:creationId xmlns:a16="http://schemas.microsoft.com/office/drawing/2014/main" id="{4E118216-CCD0-4609-A194-7439B57BF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6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3" name="Freeform 6391">
                <a:extLst>
                  <a:ext uri="{FF2B5EF4-FFF2-40B4-BE49-F238E27FC236}">
                    <a16:creationId xmlns:a16="http://schemas.microsoft.com/office/drawing/2014/main" id="{F7EC8EFF-1B9A-413D-99C5-82DB075E0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6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4" name="Freeform 6392">
                <a:extLst>
                  <a:ext uri="{FF2B5EF4-FFF2-40B4-BE49-F238E27FC236}">
                    <a16:creationId xmlns:a16="http://schemas.microsoft.com/office/drawing/2014/main" id="{4785CF13-CEA6-47DE-A653-80C8E7264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5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5" name="Freeform 6393">
                <a:extLst>
                  <a:ext uri="{FF2B5EF4-FFF2-40B4-BE49-F238E27FC236}">
                    <a16:creationId xmlns:a16="http://schemas.microsoft.com/office/drawing/2014/main" id="{E008F5C6-D0B3-4659-89B7-5EE484168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579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6" name="Freeform 6394">
                <a:extLst>
                  <a:ext uri="{FF2B5EF4-FFF2-40B4-BE49-F238E27FC236}">
                    <a16:creationId xmlns:a16="http://schemas.microsoft.com/office/drawing/2014/main" id="{5196256D-41A3-49E9-BD07-8F58F57F7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59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7" name="Freeform 6395">
                <a:extLst>
                  <a:ext uri="{FF2B5EF4-FFF2-40B4-BE49-F238E27FC236}">
                    <a16:creationId xmlns:a16="http://schemas.microsoft.com/office/drawing/2014/main" id="{5C1727F9-FF88-4930-8551-3D74CC944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58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8" name="Freeform 6396">
                <a:extLst>
                  <a:ext uri="{FF2B5EF4-FFF2-40B4-BE49-F238E27FC236}">
                    <a16:creationId xmlns:a16="http://schemas.microsoft.com/office/drawing/2014/main" id="{044D4278-796F-43A2-860E-BCEAF4B41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5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9" name="Freeform 6397">
                <a:extLst>
                  <a:ext uri="{FF2B5EF4-FFF2-40B4-BE49-F238E27FC236}">
                    <a16:creationId xmlns:a16="http://schemas.microsoft.com/office/drawing/2014/main" id="{0F8596D4-8B7F-4CF6-90A8-AC018D71B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5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0" name="Freeform 6398">
                <a:extLst>
                  <a:ext uri="{FF2B5EF4-FFF2-40B4-BE49-F238E27FC236}">
                    <a16:creationId xmlns:a16="http://schemas.microsoft.com/office/drawing/2014/main" id="{1F0C25A8-9253-4913-B745-8A25DB2E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5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1" name="Freeform 6399">
                <a:extLst>
                  <a:ext uri="{FF2B5EF4-FFF2-40B4-BE49-F238E27FC236}">
                    <a16:creationId xmlns:a16="http://schemas.microsoft.com/office/drawing/2014/main" id="{4192B37D-5375-4B2F-BCB2-EB42BFE94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59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2" name="Freeform 6400">
                <a:extLst>
                  <a:ext uri="{FF2B5EF4-FFF2-40B4-BE49-F238E27FC236}">
                    <a16:creationId xmlns:a16="http://schemas.microsoft.com/office/drawing/2014/main" id="{5200D1EA-5CD7-4205-841D-328319F5B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60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3" name="Freeform 6401">
                <a:extLst>
                  <a:ext uri="{FF2B5EF4-FFF2-40B4-BE49-F238E27FC236}">
                    <a16:creationId xmlns:a16="http://schemas.microsoft.com/office/drawing/2014/main" id="{00E763B0-218C-4B45-993B-4DDBD8407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6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4" name="Freeform 6402">
                <a:extLst>
                  <a:ext uri="{FF2B5EF4-FFF2-40B4-BE49-F238E27FC236}">
                    <a16:creationId xmlns:a16="http://schemas.microsoft.com/office/drawing/2014/main" id="{1F95745F-AC7B-4788-B098-6E7CF160B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59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5" name="Freeform 6403">
                <a:extLst>
                  <a:ext uri="{FF2B5EF4-FFF2-40B4-BE49-F238E27FC236}">
                    <a16:creationId xmlns:a16="http://schemas.microsoft.com/office/drawing/2014/main" id="{FFE07C52-B15C-4C36-B3AE-68371EDEA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58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6" name="Freeform 6404">
                <a:extLst>
                  <a:ext uri="{FF2B5EF4-FFF2-40B4-BE49-F238E27FC236}">
                    <a16:creationId xmlns:a16="http://schemas.microsoft.com/office/drawing/2014/main" id="{685096FE-0FE1-4F14-B92F-FD4F8BA67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5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7" name="Freeform 6405">
                <a:extLst>
                  <a:ext uri="{FF2B5EF4-FFF2-40B4-BE49-F238E27FC236}">
                    <a16:creationId xmlns:a16="http://schemas.microsoft.com/office/drawing/2014/main" id="{59F6FB9C-40C4-43C8-9F29-747D519D8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5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8" name="Freeform 6406">
                <a:extLst>
                  <a:ext uri="{FF2B5EF4-FFF2-40B4-BE49-F238E27FC236}">
                    <a16:creationId xmlns:a16="http://schemas.microsoft.com/office/drawing/2014/main" id="{470A3DC2-20C2-4407-95C5-BD7C7F2AE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5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9" name="Freeform 6407">
                <a:extLst>
                  <a:ext uri="{FF2B5EF4-FFF2-40B4-BE49-F238E27FC236}">
                    <a16:creationId xmlns:a16="http://schemas.microsoft.com/office/drawing/2014/main" id="{C9854EC1-0774-4C69-95C6-FE4033FC9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5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0" name="Freeform 6408">
                <a:extLst>
                  <a:ext uri="{FF2B5EF4-FFF2-40B4-BE49-F238E27FC236}">
                    <a16:creationId xmlns:a16="http://schemas.microsoft.com/office/drawing/2014/main" id="{93EAF166-9877-4E9F-83D3-9A938069B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5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1" name="Freeform 6409">
                <a:extLst>
                  <a:ext uri="{FF2B5EF4-FFF2-40B4-BE49-F238E27FC236}">
                    <a16:creationId xmlns:a16="http://schemas.microsoft.com/office/drawing/2014/main" id="{8DFF7DC1-4A9F-4B60-A9F3-332CA3E76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5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2" name="Freeform 6410">
                <a:extLst>
                  <a:ext uri="{FF2B5EF4-FFF2-40B4-BE49-F238E27FC236}">
                    <a16:creationId xmlns:a16="http://schemas.microsoft.com/office/drawing/2014/main" id="{F719978C-C379-4526-8604-172EA7A0B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55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3" name="Freeform 6411">
                <a:extLst>
                  <a:ext uri="{FF2B5EF4-FFF2-40B4-BE49-F238E27FC236}">
                    <a16:creationId xmlns:a16="http://schemas.microsoft.com/office/drawing/2014/main" id="{84C301C4-7EAA-4B5E-B784-9AE9C271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55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4" name="Freeform 6412">
                <a:extLst>
                  <a:ext uri="{FF2B5EF4-FFF2-40B4-BE49-F238E27FC236}">
                    <a16:creationId xmlns:a16="http://schemas.microsoft.com/office/drawing/2014/main" id="{4997780C-4266-487D-B924-81D46CC1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5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5" name="Freeform 6413">
                <a:extLst>
                  <a:ext uri="{FF2B5EF4-FFF2-40B4-BE49-F238E27FC236}">
                    <a16:creationId xmlns:a16="http://schemas.microsoft.com/office/drawing/2014/main" id="{6F150442-32EC-4585-A050-40BA961C1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55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6" name="Freeform 6414">
                <a:extLst>
                  <a:ext uri="{FF2B5EF4-FFF2-40B4-BE49-F238E27FC236}">
                    <a16:creationId xmlns:a16="http://schemas.microsoft.com/office/drawing/2014/main" id="{BA2CF232-A040-44DA-A66D-59974663A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7" name="Freeform 6415">
                <a:extLst>
                  <a:ext uri="{FF2B5EF4-FFF2-40B4-BE49-F238E27FC236}">
                    <a16:creationId xmlns:a16="http://schemas.microsoft.com/office/drawing/2014/main" id="{79ECD8F8-A650-46B7-8262-A4B446C8F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50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8" name="Freeform 6416">
                <a:extLst>
                  <a:ext uri="{FF2B5EF4-FFF2-40B4-BE49-F238E27FC236}">
                    <a16:creationId xmlns:a16="http://schemas.microsoft.com/office/drawing/2014/main" id="{D22E19B0-C81E-4B14-B871-E7E73ECFC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50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9" name="Freeform 6417">
                <a:extLst>
                  <a:ext uri="{FF2B5EF4-FFF2-40B4-BE49-F238E27FC236}">
                    <a16:creationId xmlns:a16="http://schemas.microsoft.com/office/drawing/2014/main" id="{8C9FA5FB-ED3A-413C-B769-95306FB2A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52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0" name="Freeform 6418">
                <a:extLst>
                  <a:ext uri="{FF2B5EF4-FFF2-40B4-BE49-F238E27FC236}">
                    <a16:creationId xmlns:a16="http://schemas.microsoft.com/office/drawing/2014/main" id="{3F8FF7F7-F69A-4DE8-BA04-48BC9787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48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1" name="Freeform 6419">
                <a:extLst>
                  <a:ext uri="{FF2B5EF4-FFF2-40B4-BE49-F238E27FC236}">
                    <a16:creationId xmlns:a16="http://schemas.microsoft.com/office/drawing/2014/main" id="{AEA408CA-1B8F-488B-B4DE-7B3B39AF8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48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2" name="Freeform 6420">
                <a:extLst>
                  <a:ext uri="{FF2B5EF4-FFF2-40B4-BE49-F238E27FC236}">
                    <a16:creationId xmlns:a16="http://schemas.microsoft.com/office/drawing/2014/main" id="{F6FA489D-C0BF-4E41-818E-F0E9A5C94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49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3" name="Freeform 6421">
                <a:extLst>
                  <a:ext uri="{FF2B5EF4-FFF2-40B4-BE49-F238E27FC236}">
                    <a16:creationId xmlns:a16="http://schemas.microsoft.com/office/drawing/2014/main" id="{84651F0C-3A5D-4FEC-AE84-D6D7396E7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2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4" name="Freeform 6422">
                <a:extLst>
                  <a:ext uri="{FF2B5EF4-FFF2-40B4-BE49-F238E27FC236}">
                    <a16:creationId xmlns:a16="http://schemas.microsoft.com/office/drawing/2014/main" id="{8E615434-D28B-4C5E-88A2-C9BAA74EC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1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5" name="Freeform 6423">
                <a:extLst>
                  <a:ext uri="{FF2B5EF4-FFF2-40B4-BE49-F238E27FC236}">
                    <a16:creationId xmlns:a16="http://schemas.microsoft.com/office/drawing/2014/main" id="{0E41F33D-7981-4D33-BD41-A25285ADE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5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6" name="Freeform 6424">
                <a:extLst>
                  <a:ext uri="{FF2B5EF4-FFF2-40B4-BE49-F238E27FC236}">
                    <a16:creationId xmlns:a16="http://schemas.microsoft.com/office/drawing/2014/main" id="{35CF0C6E-3ED1-4669-8C4F-878703E52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47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7" name="Freeform 6425">
                <a:extLst>
                  <a:ext uri="{FF2B5EF4-FFF2-40B4-BE49-F238E27FC236}">
                    <a16:creationId xmlns:a16="http://schemas.microsoft.com/office/drawing/2014/main" id="{22CFE7C0-2403-4C88-858A-07F3EAC6D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48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8" name="Freeform 6426">
                <a:extLst>
                  <a:ext uri="{FF2B5EF4-FFF2-40B4-BE49-F238E27FC236}">
                    <a16:creationId xmlns:a16="http://schemas.microsoft.com/office/drawing/2014/main" id="{0B4124F9-AF06-47B8-807D-F2D6055DB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4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9" name="Freeform 6427">
                <a:extLst>
                  <a:ext uri="{FF2B5EF4-FFF2-40B4-BE49-F238E27FC236}">
                    <a16:creationId xmlns:a16="http://schemas.microsoft.com/office/drawing/2014/main" id="{603EEDB6-EFBA-455B-BC30-42FB973A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47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0" name="Freeform 6428">
                <a:extLst>
                  <a:ext uri="{FF2B5EF4-FFF2-40B4-BE49-F238E27FC236}">
                    <a16:creationId xmlns:a16="http://schemas.microsoft.com/office/drawing/2014/main" id="{E85AA2B4-4BE3-487E-ADEC-FC6AA8F39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46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1" name="Freeform 6429">
                <a:extLst>
                  <a:ext uri="{FF2B5EF4-FFF2-40B4-BE49-F238E27FC236}">
                    <a16:creationId xmlns:a16="http://schemas.microsoft.com/office/drawing/2014/main" id="{913C91BF-18A8-4D5E-8445-109595B60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48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2" name="Freeform 6430">
                <a:extLst>
                  <a:ext uri="{FF2B5EF4-FFF2-40B4-BE49-F238E27FC236}">
                    <a16:creationId xmlns:a16="http://schemas.microsoft.com/office/drawing/2014/main" id="{A2664CB3-BB0B-466F-BBD8-1042E3C38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50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3" name="Freeform 6431">
                <a:extLst>
                  <a:ext uri="{FF2B5EF4-FFF2-40B4-BE49-F238E27FC236}">
                    <a16:creationId xmlns:a16="http://schemas.microsoft.com/office/drawing/2014/main" id="{DCB3FD58-F0C3-43A6-83DE-27B3A506E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52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4" name="Freeform 6432">
                <a:extLst>
                  <a:ext uri="{FF2B5EF4-FFF2-40B4-BE49-F238E27FC236}">
                    <a16:creationId xmlns:a16="http://schemas.microsoft.com/office/drawing/2014/main" id="{2D89A45F-4A50-4227-9D19-40D547AB4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50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5" name="Freeform 6433">
                <a:extLst>
                  <a:ext uri="{FF2B5EF4-FFF2-40B4-BE49-F238E27FC236}">
                    <a16:creationId xmlns:a16="http://schemas.microsoft.com/office/drawing/2014/main" id="{E2934587-D96A-4B1F-B6B8-E35AFEA25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21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6" name="Freeform 6434">
                <a:extLst>
                  <a:ext uri="{FF2B5EF4-FFF2-40B4-BE49-F238E27FC236}">
                    <a16:creationId xmlns:a16="http://schemas.microsoft.com/office/drawing/2014/main" id="{26D1127A-D8E0-4D7D-BAAB-35C36AD1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55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7" name="Freeform 6435">
                <a:extLst>
                  <a:ext uri="{FF2B5EF4-FFF2-40B4-BE49-F238E27FC236}">
                    <a16:creationId xmlns:a16="http://schemas.microsoft.com/office/drawing/2014/main" id="{FF12A2C9-40E9-49CB-9196-C72611BA0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6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8" name="Freeform 6436">
                <a:extLst>
                  <a:ext uri="{FF2B5EF4-FFF2-40B4-BE49-F238E27FC236}">
                    <a16:creationId xmlns:a16="http://schemas.microsoft.com/office/drawing/2014/main" id="{690E3111-B93C-4FFF-BFF3-C44E52EAA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5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9" name="Freeform 6437">
                <a:extLst>
                  <a:ext uri="{FF2B5EF4-FFF2-40B4-BE49-F238E27FC236}">
                    <a16:creationId xmlns:a16="http://schemas.microsoft.com/office/drawing/2014/main" id="{34CCB8E2-B7C1-4781-B32D-06B26E948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5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0" name="Freeform 6438">
                <a:extLst>
                  <a:ext uri="{FF2B5EF4-FFF2-40B4-BE49-F238E27FC236}">
                    <a16:creationId xmlns:a16="http://schemas.microsoft.com/office/drawing/2014/main" id="{4A2643A8-3B42-4EED-B8EB-87F935324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29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1" name="Freeform 6439">
                <a:extLst>
                  <a:ext uri="{FF2B5EF4-FFF2-40B4-BE49-F238E27FC236}">
                    <a16:creationId xmlns:a16="http://schemas.microsoft.com/office/drawing/2014/main" id="{748304AF-3C20-47DB-8067-44879A23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52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2" name="Freeform 6440">
                <a:extLst>
                  <a:ext uri="{FF2B5EF4-FFF2-40B4-BE49-F238E27FC236}">
                    <a16:creationId xmlns:a16="http://schemas.microsoft.com/office/drawing/2014/main" id="{22B9BDF1-4B6D-4F3F-B698-86323F78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52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3" name="Freeform 6441">
                <a:extLst>
                  <a:ext uri="{FF2B5EF4-FFF2-40B4-BE49-F238E27FC236}">
                    <a16:creationId xmlns:a16="http://schemas.microsoft.com/office/drawing/2014/main" id="{B78666E1-1D4B-4660-82C1-6D2C03123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5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4" name="Freeform 6442">
                <a:extLst>
                  <a:ext uri="{FF2B5EF4-FFF2-40B4-BE49-F238E27FC236}">
                    <a16:creationId xmlns:a16="http://schemas.microsoft.com/office/drawing/2014/main" id="{B284E66D-D1F4-43C5-8E9A-1D480475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48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5" name="Freeform 6443">
                <a:extLst>
                  <a:ext uri="{FF2B5EF4-FFF2-40B4-BE49-F238E27FC236}">
                    <a16:creationId xmlns:a16="http://schemas.microsoft.com/office/drawing/2014/main" id="{01D0EBE5-C271-408D-A294-43540FD64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52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6" name="Freeform 6444">
                <a:extLst>
                  <a:ext uri="{FF2B5EF4-FFF2-40B4-BE49-F238E27FC236}">
                    <a16:creationId xmlns:a16="http://schemas.microsoft.com/office/drawing/2014/main" id="{CD806D6B-9FA2-4245-9650-AF3B531B2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53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7" name="Freeform 6445">
                <a:extLst>
                  <a:ext uri="{FF2B5EF4-FFF2-40B4-BE49-F238E27FC236}">
                    <a16:creationId xmlns:a16="http://schemas.microsoft.com/office/drawing/2014/main" id="{B7A8F694-D43B-4FD7-973C-CCDF53B25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52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8" name="Freeform 6446">
                <a:extLst>
                  <a:ext uri="{FF2B5EF4-FFF2-40B4-BE49-F238E27FC236}">
                    <a16:creationId xmlns:a16="http://schemas.microsoft.com/office/drawing/2014/main" id="{EE16968E-56BB-4B8C-BA4E-584618A9F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51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9" name="Freeform 6447">
                <a:extLst>
                  <a:ext uri="{FF2B5EF4-FFF2-40B4-BE49-F238E27FC236}">
                    <a16:creationId xmlns:a16="http://schemas.microsoft.com/office/drawing/2014/main" id="{34ACCA7E-25CA-4BD7-B1EB-40BCCA62A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49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0" name="Freeform 6448">
                <a:extLst>
                  <a:ext uri="{FF2B5EF4-FFF2-40B4-BE49-F238E27FC236}">
                    <a16:creationId xmlns:a16="http://schemas.microsoft.com/office/drawing/2014/main" id="{AE1E6AC6-14BC-4EA2-AEF6-1F447BC2F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49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1" name="Freeform 6449">
                <a:extLst>
                  <a:ext uri="{FF2B5EF4-FFF2-40B4-BE49-F238E27FC236}">
                    <a16:creationId xmlns:a16="http://schemas.microsoft.com/office/drawing/2014/main" id="{EC3FBE98-B38D-4551-9822-48D99576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4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2" name="Freeform 6450">
                <a:extLst>
                  <a:ext uri="{FF2B5EF4-FFF2-40B4-BE49-F238E27FC236}">
                    <a16:creationId xmlns:a16="http://schemas.microsoft.com/office/drawing/2014/main" id="{37C3983A-4F3C-4BB6-8590-CB24573DA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50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3" name="Freeform 6451">
                <a:extLst>
                  <a:ext uri="{FF2B5EF4-FFF2-40B4-BE49-F238E27FC236}">
                    <a16:creationId xmlns:a16="http://schemas.microsoft.com/office/drawing/2014/main" id="{C86A0B51-0473-41FE-964E-BEDE2A408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53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4" name="Freeform 6452">
                <a:extLst>
                  <a:ext uri="{FF2B5EF4-FFF2-40B4-BE49-F238E27FC236}">
                    <a16:creationId xmlns:a16="http://schemas.microsoft.com/office/drawing/2014/main" id="{D3643A8B-57AC-4BC8-97AF-7B821C76C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54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5" name="Freeform 6453">
                <a:extLst>
                  <a:ext uri="{FF2B5EF4-FFF2-40B4-BE49-F238E27FC236}">
                    <a16:creationId xmlns:a16="http://schemas.microsoft.com/office/drawing/2014/main" id="{4DD823D4-4C6D-479D-822A-73D27F98F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55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6" name="Freeform 6454">
                <a:extLst>
                  <a:ext uri="{FF2B5EF4-FFF2-40B4-BE49-F238E27FC236}">
                    <a16:creationId xmlns:a16="http://schemas.microsoft.com/office/drawing/2014/main" id="{EF2190AF-9919-4767-A7B5-9897B1B43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4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7" name="Freeform 6455">
                <a:extLst>
                  <a:ext uri="{FF2B5EF4-FFF2-40B4-BE49-F238E27FC236}">
                    <a16:creationId xmlns:a16="http://schemas.microsoft.com/office/drawing/2014/main" id="{B96C5948-E8CB-4C05-8407-125B6EB03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5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8" name="Freeform 6456">
                <a:extLst>
                  <a:ext uri="{FF2B5EF4-FFF2-40B4-BE49-F238E27FC236}">
                    <a16:creationId xmlns:a16="http://schemas.microsoft.com/office/drawing/2014/main" id="{64331694-FCC3-4CC8-92D0-EA1CEB108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550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9" name="Freeform 6457">
                <a:extLst>
                  <a:ext uri="{FF2B5EF4-FFF2-40B4-BE49-F238E27FC236}">
                    <a16:creationId xmlns:a16="http://schemas.microsoft.com/office/drawing/2014/main" id="{288378A7-CF80-46A7-98BD-3F2F7CDFF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56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0" name="Freeform 6458">
                <a:extLst>
                  <a:ext uri="{FF2B5EF4-FFF2-40B4-BE49-F238E27FC236}">
                    <a16:creationId xmlns:a16="http://schemas.microsoft.com/office/drawing/2014/main" id="{195C632F-918E-450C-81C7-8EEDA1525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54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1" name="Freeform 6459">
                <a:extLst>
                  <a:ext uri="{FF2B5EF4-FFF2-40B4-BE49-F238E27FC236}">
                    <a16:creationId xmlns:a16="http://schemas.microsoft.com/office/drawing/2014/main" id="{E06D8A79-5231-4854-8396-EAA83CC24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518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2" name="Freeform 6460">
                <a:extLst>
                  <a:ext uri="{FF2B5EF4-FFF2-40B4-BE49-F238E27FC236}">
                    <a16:creationId xmlns:a16="http://schemas.microsoft.com/office/drawing/2014/main" id="{4311E40A-3A69-4398-AAD9-31920723F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51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3" name="Freeform 6461">
                <a:extLst>
                  <a:ext uri="{FF2B5EF4-FFF2-40B4-BE49-F238E27FC236}">
                    <a16:creationId xmlns:a16="http://schemas.microsoft.com/office/drawing/2014/main" id="{F85F5346-B6BE-4AE4-B292-8DFC486F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53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4" name="Freeform 6462">
                <a:extLst>
                  <a:ext uri="{FF2B5EF4-FFF2-40B4-BE49-F238E27FC236}">
                    <a16:creationId xmlns:a16="http://schemas.microsoft.com/office/drawing/2014/main" id="{4EFF8632-EA7A-40DF-86C0-024F117EC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534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5" name="Freeform 6463">
                <a:extLst>
                  <a:ext uri="{FF2B5EF4-FFF2-40B4-BE49-F238E27FC236}">
                    <a16:creationId xmlns:a16="http://schemas.microsoft.com/office/drawing/2014/main" id="{340B2D32-9AB1-4383-8C5B-C81F96A56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5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6" name="Freeform 6464">
                <a:extLst>
                  <a:ext uri="{FF2B5EF4-FFF2-40B4-BE49-F238E27FC236}">
                    <a16:creationId xmlns:a16="http://schemas.microsoft.com/office/drawing/2014/main" id="{20A6518C-2B13-4FC0-8879-0942E7DF9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52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7" name="Freeform 6465">
                <a:extLst>
                  <a:ext uri="{FF2B5EF4-FFF2-40B4-BE49-F238E27FC236}">
                    <a16:creationId xmlns:a16="http://schemas.microsoft.com/office/drawing/2014/main" id="{7052035D-9C73-41DA-8B9A-4CC92ED0B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50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8" name="Freeform 6466">
                <a:extLst>
                  <a:ext uri="{FF2B5EF4-FFF2-40B4-BE49-F238E27FC236}">
                    <a16:creationId xmlns:a16="http://schemas.microsoft.com/office/drawing/2014/main" id="{CF8C26F3-A042-4753-87AF-9DFE9F9B4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58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9" name="Freeform 6467">
                <a:extLst>
                  <a:ext uri="{FF2B5EF4-FFF2-40B4-BE49-F238E27FC236}">
                    <a16:creationId xmlns:a16="http://schemas.microsoft.com/office/drawing/2014/main" id="{09C5E6D7-C503-4883-B878-4751CC2D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60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0" name="Freeform 6468">
                <a:extLst>
                  <a:ext uri="{FF2B5EF4-FFF2-40B4-BE49-F238E27FC236}">
                    <a16:creationId xmlns:a16="http://schemas.microsoft.com/office/drawing/2014/main" id="{D1E99207-8DA7-43FF-9078-43D9D5F95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59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1" name="Freeform 6469">
                <a:extLst>
                  <a:ext uri="{FF2B5EF4-FFF2-40B4-BE49-F238E27FC236}">
                    <a16:creationId xmlns:a16="http://schemas.microsoft.com/office/drawing/2014/main" id="{E6BD54B5-F612-4629-8D9B-2E099FA8E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59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2" name="Freeform 6470">
                <a:extLst>
                  <a:ext uri="{FF2B5EF4-FFF2-40B4-BE49-F238E27FC236}">
                    <a16:creationId xmlns:a16="http://schemas.microsoft.com/office/drawing/2014/main" id="{BF531F75-F92E-49B3-85B5-76A510A74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5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3" name="Freeform 6471">
                <a:extLst>
                  <a:ext uri="{FF2B5EF4-FFF2-40B4-BE49-F238E27FC236}">
                    <a16:creationId xmlns:a16="http://schemas.microsoft.com/office/drawing/2014/main" id="{D1B58D63-484F-4395-B16F-ED607EC11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6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4" name="Freeform 6472">
                <a:extLst>
                  <a:ext uri="{FF2B5EF4-FFF2-40B4-BE49-F238E27FC236}">
                    <a16:creationId xmlns:a16="http://schemas.microsoft.com/office/drawing/2014/main" id="{48CD698A-EA78-4C4D-A285-5750AECAE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60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5" name="Freeform 6473">
                <a:extLst>
                  <a:ext uri="{FF2B5EF4-FFF2-40B4-BE49-F238E27FC236}">
                    <a16:creationId xmlns:a16="http://schemas.microsoft.com/office/drawing/2014/main" id="{752CA308-766D-477F-93AE-C4F128AC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579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6" name="Freeform 6474">
                <a:extLst>
                  <a:ext uri="{FF2B5EF4-FFF2-40B4-BE49-F238E27FC236}">
                    <a16:creationId xmlns:a16="http://schemas.microsoft.com/office/drawing/2014/main" id="{5450E6D0-B113-4733-A30A-418585209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57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7" name="Freeform 6475">
                <a:extLst>
                  <a:ext uri="{FF2B5EF4-FFF2-40B4-BE49-F238E27FC236}">
                    <a16:creationId xmlns:a16="http://schemas.microsoft.com/office/drawing/2014/main" id="{7159ED56-2BAB-415B-AF43-3D0AAEB25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5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8" name="Freeform 6476">
                <a:extLst>
                  <a:ext uri="{FF2B5EF4-FFF2-40B4-BE49-F238E27FC236}">
                    <a16:creationId xmlns:a16="http://schemas.microsoft.com/office/drawing/2014/main" id="{51842A1A-824B-4303-8722-4BAE6DE1C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5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9" name="Freeform 6477">
                <a:extLst>
                  <a:ext uri="{FF2B5EF4-FFF2-40B4-BE49-F238E27FC236}">
                    <a16:creationId xmlns:a16="http://schemas.microsoft.com/office/drawing/2014/main" id="{1CBD049E-2C65-40AF-9BBB-C7C4B9457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5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0" name="Freeform 6478">
                <a:extLst>
                  <a:ext uri="{FF2B5EF4-FFF2-40B4-BE49-F238E27FC236}">
                    <a16:creationId xmlns:a16="http://schemas.microsoft.com/office/drawing/2014/main" id="{FD45EFBF-D897-4D9A-BF29-522482431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57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1" name="Freeform 6479">
                <a:extLst>
                  <a:ext uri="{FF2B5EF4-FFF2-40B4-BE49-F238E27FC236}">
                    <a16:creationId xmlns:a16="http://schemas.microsoft.com/office/drawing/2014/main" id="{F1052D81-56B3-4532-851C-BB43C480F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56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2" name="Freeform 6480">
                <a:extLst>
                  <a:ext uri="{FF2B5EF4-FFF2-40B4-BE49-F238E27FC236}">
                    <a16:creationId xmlns:a16="http://schemas.microsoft.com/office/drawing/2014/main" id="{070CDEEB-AA6F-4716-A61F-110EE032D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50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3" name="Freeform 6481">
                <a:extLst>
                  <a:ext uri="{FF2B5EF4-FFF2-40B4-BE49-F238E27FC236}">
                    <a16:creationId xmlns:a16="http://schemas.microsoft.com/office/drawing/2014/main" id="{0917100C-AC2A-4027-9168-EE9E0BB4E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51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4" name="Freeform 6482">
                <a:extLst>
                  <a:ext uri="{FF2B5EF4-FFF2-40B4-BE49-F238E27FC236}">
                    <a16:creationId xmlns:a16="http://schemas.microsoft.com/office/drawing/2014/main" id="{CAFDF03D-F0C4-4A15-ABF6-3713D7E14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50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5" name="Freeform 6483">
                <a:extLst>
                  <a:ext uri="{FF2B5EF4-FFF2-40B4-BE49-F238E27FC236}">
                    <a16:creationId xmlns:a16="http://schemas.microsoft.com/office/drawing/2014/main" id="{86B02F58-9B48-4150-AC31-C2117E16B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48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6" name="Freeform 6484">
                <a:extLst>
                  <a:ext uri="{FF2B5EF4-FFF2-40B4-BE49-F238E27FC236}">
                    <a16:creationId xmlns:a16="http://schemas.microsoft.com/office/drawing/2014/main" id="{F28FF6D7-636C-4719-AE7A-4A7FDBC1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5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7" name="Freeform 6485">
                <a:extLst>
                  <a:ext uri="{FF2B5EF4-FFF2-40B4-BE49-F238E27FC236}">
                    <a16:creationId xmlns:a16="http://schemas.microsoft.com/office/drawing/2014/main" id="{5D064259-B4A4-49B6-825C-BF40F1492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56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8" name="Freeform 6486">
                <a:extLst>
                  <a:ext uri="{FF2B5EF4-FFF2-40B4-BE49-F238E27FC236}">
                    <a16:creationId xmlns:a16="http://schemas.microsoft.com/office/drawing/2014/main" id="{3FE71901-5034-401D-ABFC-A79D70BBD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55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9" name="Freeform 6487">
                <a:extLst>
                  <a:ext uri="{FF2B5EF4-FFF2-40B4-BE49-F238E27FC236}">
                    <a16:creationId xmlns:a16="http://schemas.microsoft.com/office/drawing/2014/main" id="{AA12F62D-DA7A-4F80-BC91-F21CF753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56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0" name="Freeform 6488">
                <a:extLst>
                  <a:ext uri="{FF2B5EF4-FFF2-40B4-BE49-F238E27FC236}">
                    <a16:creationId xmlns:a16="http://schemas.microsoft.com/office/drawing/2014/main" id="{378B9A8D-0DCB-4BC1-84B6-72B33CC98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53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1" name="Freeform 6489">
                <a:extLst>
                  <a:ext uri="{FF2B5EF4-FFF2-40B4-BE49-F238E27FC236}">
                    <a16:creationId xmlns:a16="http://schemas.microsoft.com/office/drawing/2014/main" id="{6B5FBC0B-ABED-40B4-A642-49EFFF704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1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2" name="Freeform 6490">
                <a:extLst>
                  <a:ext uri="{FF2B5EF4-FFF2-40B4-BE49-F238E27FC236}">
                    <a16:creationId xmlns:a16="http://schemas.microsoft.com/office/drawing/2014/main" id="{EE38FAAD-8E99-4E2F-814C-74579D059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5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3" name="Freeform 6491">
                <a:extLst>
                  <a:ext uri="{FF2B5EF4-FFF2-40B4-BE49-F238E27FC236}">
                    <a16:creationId xmlns:a16="http://schemas.microsoft.com/office/drawing/2014/main" id="{9F150ED3-91EB-4553-BEB2-7588A518C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51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4" name="Freeform 6492">
                <a:extLst>
                  <a:ext uri="{FF2B5EF4-FFF2-40B4-BE49-F238E27FC236}">
                    <a16:creationId xmlns:a16="http://schemas.microsoft.com/office/drawing/2014/main" id="{782AE0CB-A36F-4411-857F-E10144BDF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5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5" name="Freeform 6493">
                <a:extLst>
                  <a:ext uri="{FF2B5EF4-FFF2-40B4-BE49-F238E27FC236}">
                    <a16:creationId xmlns:a16="http://schemas.microsoft.com/office/drawing/2014/main" id="{CFDA1A9F-00F2-49DF-9235-5ABE9683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56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6" name="Freeform 6494">
                <a:extLst>
                  <a:ext uri="{FF2B5EF4-FFF2-40B4-BE49-F238E27FC236}">
                    <a16:creationId xmlns:a16="http://schemas.microsoft.com/office/drawing/2014/main" id="{C4B38089-4499-4CE4-BA17-FADB57C1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57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7" name="Freeform 6495">
                <a:extLst>
                  <a:ext uri="{FF2B5EF4-FFF2-40B4-BE49-F238E27FC236}">
                    <a16:creationId xmlns:a16="http://schemas.microsoft.com/office/drawing/2014/main" id="{B6D9A16C-C824-47DD-977A-659CD97A9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55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8" name="Freeform 6496">
                <a:extLst>
                  <a:ext uri="{FF2B5EF4-FFF2-40B4-BE49-F238E27FC236}">
                    <a16:creationId xmlns:a16="http://schemas.microsoft.com/office/drawing/2014/main" id="{2C0B5781-1F74-4351-93D0-7ADF2161B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53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9" name="Freeform 6497">
                <a:extLst>
                  <a:ext uri="{FF2B5EF4-FFF2-40B4-BE49-F238E27FC236}">
                    <a16:creationId xmlns:a16="http://schemas.microsoft.com/office/drawing/2014/main" id="{28EBE61E-2349-4618-96BD-4F0262E88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53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0" name="Freeform 6498">
                <a:extLst>
                  <a:ext uri="{FF2B5EF4-FFF2-40B4-BE49-F238E27FC236}">
                    <a16:creationId xmlns:a16="http://schemas.microsoft.com/office/drawing/2014/main" id="{86AD51D8-59BF-4D78-A3B6-6894EF7C1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1" name="Freeform 6499">
                <a:extLst>
                  <a:ext uri="{FF2B5EF4-FFF2-40B4-BE49-F238E27FC236}">
                    <a16:creationId xmlns:a16="http://schemas.microsoft.com/office/drawing/2014/main" id="{7D4F8235-D71B-4329-BE18-AD1861679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52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2" name="Freeform 6500">
                <a:extLst>
                  <a:ext uri="{FF2B5EF4-FFF2-40B4-BE49-F238E27FC236}">
                    <a16:creationId xmlns:a16="http://schemas.microsoft.com/office/drawing/2014/main" id="{F111C9F7-4722-40D5-9A61-8F637999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51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3" name="Freeform 6501">
                <a:extLst>
                  <a:ext uri="{FF2B5EF4-FFF2-40B4-BE49-F238E27FC236}">
                    <a16:creationId xmlns:a16="http://schemas.microsoft.com/office/drawing/2014/main" id="{C3061016-E1D1-4B62-9D7A-6E7C5B79C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51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4" name="Freeform 6502">
                <a:extLst>
                  <a:ext uri="{FF2B5EF4-FFF2-40B4-BE49-F238E27FC236}">
                    <a16:creationId xmlns:a16="http://schemas.microsoft.com/office/drawing/2014/main" id="{F0A35DA0-D246-42AA-893D-468C56722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5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5" name="Freeform 6503">
                <a:extLst>
                  <a:ext uri="{FF2B5EF4-FFF2-40B4-BE49-F238E27FC236}">
                    <a16:creationId xmlns:a16="http://schemas.microsoft.com/office/drawing/2014/main" id="{2E91DD4F-3DFB-4CC9-BAAD-D09A9F815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54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6" name="Freeform 6504">
                <a:extLst>
                  <a:ext uri="{FF2B5EF4-FFF2-40B4-BE49-F238E27FC236}">
                    <a16:creationId xmlns:a16="http://schemas.microsoft.com/office/drawing/2014/main" id="{C0442976-4FE4-4F49-A556-00FC9958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547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7" name="Freeform 6505">
                <a:extLst>
                  <a:ext uri="{FF2B5EF4-FFF2-40B4-BE49-F238E27FC236}">
                    <a16:creationId xmlns:a16="http://schemas.microsoft.com/office/drawing/2014/main" id="{5B1F6962-ECE5-4DB6-9811-AFF8374C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56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8" name="Freeform 6506">
                <a:extLst>
                  <a:ext uri="{FF2B5EF4-FFF2-40B4-BE49-F238E27FC236}">
                    <a16:creationId xmlns:a16="http://schemas.microsoft.com/office/drawing/2014/main" id="{FA25AEE4-0C7E-4A91-B41D-0B61E33DB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9" name="Freeform 6507">
                <a:extLst>
                  <a:ext uri="{FF2B5EF4-FFF2-40B4-BE49-F238E27FC236}">
                    <a16:creationId xmlns:a16="http://schemas.microsoft.com/office/drawing/2014/main" id="{78B637F2-E88F-429A-BDF6-9835C98D6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5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0" name="Freeform 6508">
                <a:extLst>
                  <a:ext uri="{FF2B5EF4-FFF2-40B4-BE49-F238E27FC236}">
                    <a16:creationId xmlns:a16="http://schemas.microsoft.com/office/drawing/2014/main" id="{C0899A3E-6AE9-4F4E-AAD7-FAF37D7C0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55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1" name="Freeform 6509">
                <a:extLst>
                  <a:ext uri="{FF2B5EF4-FFF2-40B4-BE49-F238E27FC236}">
                    <a16:creationId xmlns:a16="http://schemas.microsoft.com/office/drawing/2014/main" id="{EF2420D8-A89E-4869-A500-06F77D34C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547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2" name="Freeform 6510">
                <a:extLst>
                  <a:ext uri="{FF2B5EF4-FFF2-40B4-BE49-F238E27FC236}">
                    <a16:creationId xmlns:a16="http://schemas.microsoft.com/office/drawing/2014/main" id="{76DA7A61-D491-402A-8B77-4F10AB5DB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52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3" name="Freeform 6511">
                <a:extLst>
                  <a:ext uri="{FF2B5EF4-FFF2-40B4-BE49-F238E27FC236}">
                    <a16:creationId xmlns:a16="http://schemas.microsoft.com/office/drawing/2014/main" id="{CF69CA9C-2F1F-47BD-BC86-822422C40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52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4" name="Freeform 6512">
                <a:extLst>
                  <a:ext uri="{FF2B5EF4-FFF2-40B4-BE49-F238E27FC236}">
                    <a16:creationId xmlns:a16="http://schemas.microsoft.com/office/drawing/2014/main" id="{B93D48F6-CE62-4C31-BB0F-E036AF753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5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5" name="Freeform 6513">
                <a:extLst>
                  <a:ext uri="{FF2B5EF4-FFF2-40B4-BE49-F238E27FC236}">
                    <a16:creationId xmlns:a16="http://schemas.microsoft.com/office/drawing/2014/main" id="{72F9787D-84C8-4622-9D2A-CB31AFA68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56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6" name="Freeform 6514">
                <a:extLst>
                  <a:ext uri="{FF2B5EF4-FFF2-40B4-BE49-F238E27FC236}">
                    <a16:creationId xmlns:a16="http://schemas.microsoft.com/office/drawing/2014/main" id="{05069BF8-A296-4E56-BDF5-233C6C0F1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6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7" name="Freeform 6515">
                <a:extLst>
                  <a:ext uri="{FF2B5EF4-FFF2-40B4-BE49-F238E27FC236}">
                    <a16:creationId xmlns:a16="http://schemas.microsoft.com/office/drawing/2014/main" id="{0B23CE12-940B-45CE-9AF0-430BB7722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61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8" name="Freeform 6516">
                <a:extLst>
                  <a:ext uri="{FF2B5EF4-FFF2-40B4-BE49-F238E27FC236}">
                    <a16:creationId xmlns:a16="http://schemas.microsoft.com/office/drawing/2014/main" id="{12EABA40-70C6-42E7-A0A3-BD5E72235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60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9" name="Freeform 6517">
                <a:extLst>
                  <a:ext uri="{FF2B5EF4-FFF2-40B4-BE49-F238E27FC236}">
                    <a16:creationId xmlns:a16="http://schemas.microsoft.com/office/drawing/2014/main" id="{CFBE55DB-35F1-48DB-8002-366E6466E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59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0" name="Freeform 6518">
                <a:extLst>
                  <a:ext uri="{FF2B5EF4-FFF2-40B4-BE49-F238E27FC236}">
                    <a16:creationId xmlns:a16="http://schemas.microsoft.com/office/drawing/2014/main" id="{B6DF4096-AE40-4E1E-BF28-1B91D8034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58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1" name="Freeform 6519">
                <a:extLst>
                  <a:ext uri="{FF2B5EF4-FFF2-40B4-BE49-F238E27FC236}">
                    <a16:creationId xmlns:a16="http://schemas.microsoft.com/office/drawing/2014/main" id="{570DBFC7-5E60-4D8B-A3A8-F3B54038B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5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2" name="Freeform 6520">
                <a:extLst>
                  <a:ext uri="{FF2B5EF4-FFF2-40B4-BE49-F238E27FC236}">
                    <a16:creationId xmlns:a16="http://schemas.microsoft.com/office/drawing/2014/main" id="{9EB3A852-A18A-4C61-8C9C-541B1529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61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3" name="Freeform 6521">
                <a:extLst>
                  <a:ext uri="{FF2B5EF4-FFF2-40B4-BE49-F238E27FC236}">
                    <a16:creationId xmlns:a16="http://schemas.microsoft.com/office/drawing/2014/main" id="{4889DEB5-43C4-4DBE-8441-B49E64434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60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4" name="Freeform 6522">
                <a:extLst>
                  <a:ext uri="{FF2B5EF4-FFF2-40B4-BE49-F238E27FC236}">
                    <a16:creationId xmlns:a16="http://schemas.microsoft.com/office/drawing/2014/main" id="{6E7E7AE4-70D1-4C67-B95D-68AD435F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61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5" name="Freeform 6523">
                <a:extLst>
                  <a:ext uri="{FF2B5EF4-FFF2-40B4-BE49-F238E27FC236}">
                    <a16:creationId xmlns:a16="http://schemas.microsoft.com/office/drawing/2014/main" id="{A2BCFC70-B808-4DFE-9EF6-78E8BFF3E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63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6" name="Freeform 6524">
                <a:extLst>
                  <a:ext uri="{FF2B5EF4-FFF2-40B4-BE49-F238E27FC236}">
                    <a16:creationId xmlns:a16="http://schemas.microsoft.com/office/drawing/2014/main" id="{646479A4-BF94-47DD-A62E-C16B93388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61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7" name="Freeform 6525">
                <a:extLst>
                  <a:ext uri="{FF2B5EF4-FFF2-40B4-BE49-F238E27FC236}">
                    <a16:creationId xmlns:a16="http://schemas.microsoft.com/office/drawing/2014/main" id="{D8B30446-4618-49F4-831C-2B9E6F805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3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8" name="Freeform 6526">
                <a:extLst>
                  <a:ext uri="{FF2B5EF4-FFF2-40B4-BE49-F238E27FC236}">
                    <a16:creationId xmlns:a16="http://schemas.microsoft.com/office/drawing/2014/main" id="{DD912E1A-17C3-4AF2-8527-AED766766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60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9" name="Freeform 6527">
                <a:extLst>
                  <a:ext uri="{FF2B5EF4-FFF2-40B4-BE49-F238E27FC236}">
                    <a16:creationId xmlns:a16="http://schemas.microsoft.com/office/drawing/2014/main" id="{E85289F6-B565-4894-B17E-650EDB72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5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0" name="Freeform 6528">
                <a:extLst>
                  <a:ext uri="{FF2B5EF4-FFF2-40B4-BE49-F238E27FC236}">
                    <a16:creationId xmlns:a16="http://schemas.microsoft.com/office/drawing/2014/main" id="{1003670C-25E1-4863-9DBB-A4C45A237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61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1" name="Freeform 6529">
                <a:extLst>
                  <a:ext uri="{FF2B5EF4-FFF2-40B4-BE49-F238E27FC236}">
                    <a16:creationId xmlns:a16="http://schemas.microsoft.com/office/drawing/2014/main" id="{3A25D7BD-A57A-4762-B757-135351B1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601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2" name="Freeform 6530">
                <a:extLst>
                  <a:ext uri="{FF2B5EF4-FFF2-40B4-BE49-F238E27FC236}">
                    <a16:creationId xmlns:a16="http://schemas.microsoft.com/office/drawing/2014/main" id="{8A0A9B07-AE56-46F7-9958-14B49E8E2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0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3" name="Freeform 6531">
                <a:extLst>
                  <a:ext uri="{FF2B5EF4-FFF2-40B4-BE49-F238E27FC236}">
                    <a16:creationId xmlns:a16="http://schemas.microsoft.com/office/drawing/2014/main" id="{16A2D1F7-5F17-4B27-9E08-82727ED0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5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4" name="Freeform 6532">
                <a:extLst>
                  <a:ext uri="{FF2B5EF4-FFF2-40B4-BE49-F238E27FC236}">
                    <a16:creationId xmlns:a16="http://schemas.microsoft.com/office/drawing/2014/main" id="{0EC08729-0D4B-484A-AB86-84D65F3D4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58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5" name="Freeform 6533">
                <a:extLst>
                  <a:ext uri="{FF2B5EF4-FFF2-40B4-BE49-F238E27FC236}">
                    <a16:creationId xmlns:a16="http://schemas.microsoft.com/office/drawing/2014/main" id="{3AD1B6B3-EAC3-49C0-B630-78B7D1DB7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5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6" name="Freeform 6534">
                <a:extLst>
                  <a:ext uri="{FF2B5EF4-FFF2-40B4-BE49-F238E27FC236}">
                    <a16:creationId xmlns:a16="http://schemas.microsoft.com/office/drawing/2014/main" id="{B436D975-C308-43B6-A801-E4541CF2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5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7" name="Freeform 6535">
                <a:extLst>
                  <a:ext uri="{FF2B5EF4-FFF2-40B4-BE49-F238E27FC236}">
                    <a16:creationId xmlns:a16="http://schemas.microsoft.com/office/drawing/2014/main" id="{FC010279-3CF2-456D-994A-33E0659B5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57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8" name="Freeform 6536">
                <a:extLst>
                  <a:ext uri="{FF2B5EF4-FFF2-40B4-BE49-F238E27FC236}">
                    <a16:creationId xmlns:a16="http://schemas.microsoft.com/office/drawing/2014/main" id="{3993936C-9760-48AC-9C2C-87A85BACE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5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9" name="Freeform 6537">
                <a:extLst>
                  <a:ext uri="{FF2B5EF4-FFF2-40B4-BE49-F238E27FC236}">
                    <a16:creationId xmlns:a16="http://schemas.microsoft.com/office/drawing/2014/main" id="{FDF54B58-DB08-4130-A582-0D0E463D0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5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0" name="Freeform 6538">
                <a:extLst>
                  <a:ext uri="{FF2B5EF4-FFF2-40B4-BE49-F238E27FC236}">
                    <a16:creationId xmlns:a16="http://schemas.microsoft.com/office/drawing/2014/main" id="{EB51644D-0907-42D4-BE96-2DC79CDA0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561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21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1" name="Freeform 6539">
                <a:extLst>
                  <a:ext uri="{FF2B5EF4-FFF2-40B4-BE49-F238E27FC236}">
                    <a16:creationId xmlns:a16="http://schemas.microsoft.com/office/drawing/2014/main" id="{EE555956-4B3C-42EB-9BE9-4ADF99603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54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2" name="Freeform 6540">
                <a:extLst>
                  <a:ext uri="{FF2B5EF4-FFF2-40B4-BE49-F238E27FC236}">
                    <a16:creationId xmlns:a16="http://schemas.microsoft.com/office/drawing/2014/main" id="{D783E4C9-E1EC-4C01-B543-9242156DD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61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3" name="Freeform 6541">
                <a:extLst>
                  <a:ext uri="{FF2B5EF4-FFF2-40B4-BE49-F238E27FC236}">
                    <a16:creationId xmlns:a16="http://schemas.microsoft.com/office/drawing/2014/main" id="{A1BE0173-7CA1-4D6C-B16B-2D07C80F3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2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4" name="Freeform 6542">
                <a:extLst>
                  <a:ext uri="{FF2B5EF4-FFF2-40B4-BE49-F238E27FC236}">
                    <a16:creationId xmlns:a16="http://schemas.microsoft.com/office/drawing/2014/main" id="{363B8DC5-CAE4-40F4-8D90-25E660AE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6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5" name="Freeform 6543">
                <a:extLst>
                  <a:ext uri="{FF2B5EF4-FFF2-40B4-BE49-F238E27FC236}">
                    <a16:creationId xmlns:a16="http://schemas.microsoft.com/office/drawing/2014/main" id="{B21FF540-28C2-405C-A921-94BC7EFCD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6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6" name="Freeform 6544">
                <a:extLst>
                  <a:ext uri="{FF2B5EF4-FFF2-40B4-BE49-F238E27FC236}">
                    <a16:creationId xmlns:a16="http://schemas.microsoft.com/office/drawing/2014/main" id="{59F6D2A8-5029-4122-963A-32C26CB6E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60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7" name="Freeform 6545">
                <a:extLst>
                  <a:ext uri="{FF2B5EF4-FFF2-40B4-BE49-F238E27FC236}">
                    <a16:creationId xmlns:a16="http://schemas.microsoft.com/office/drawing/2014/main" id="{13FED1A3-67D3-4B3B-B3A2-1EF98D81D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9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8" name="Freeform 6546">
                <a:extLst>
                  <a:ext uri="{FF2B5EF4-FFF2-40B4-BE49-F238E27FC236}">
                    <a16:creationId xmlns:a16="http://schemas.microsoft.com/office/drawing/2014/main" id="{4CC832D5-35BA-44D2-9A38-837C851B1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9" name="Freeform 6547">
                <a:extLst>
                  <a:ext uri="{FF2B5EF4-FFF2-40B4-BE49-F238E27FC236}">
                    <a16:creationId xmlns:a16="http://schemas.microsoft.com/office/drawing/2014/main" id="{7817E249-DBC7-446D-80DE-4AEA39974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7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0" name="Freeform 6548">
                <a:extLst>
                  <a:ext uri="{FF2B5EF4-FFF2-40B4-BE49-F238E27FC236}">
                    <a16:creationId xmlns:a16="http://schemas.microsoft.com/office/drawing/2014/main" id="{B1824A27-4B24-434C-BE75-028E5F73D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6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1" name="Freeform 6549">
                <a:extLst>
                  <a:ext uri="{FF2B5EF4-FFF2-40B4-BE49-F238E27FC236}">
                    <a16:creationId xmlns:a16="http://schemas.microsoft.com/office/drawing/2014/main" id="{62722F1D-0E75-4AA8-AD74-48A6E4205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59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2" name="Freeform 6550">
                <a:extLst>
                  <a:ext uri="{FF2B5EF4-FFF2-40B4-BE49-F238E27FC236}">
                    <a16:creationId xmlns:a16="http://schemas.microsoft.com/office/drawing/2014/main" id="{744C1BBA-678F-4FE1-B7DE-AB62E49BC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6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3" name="Freeform 6551">
                <a:extLst>
                  <a:ext uri="{FF2B5EF4-FFF2-40B4-BE49-F238E27FC236}">
                    <a16:creationId xmlns:a16="http://schemas.microsoft.com/office/drawing/2014/main" id="{2CBBCC0A-5168-483D-8A3C-7D52A3A50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6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4" name="Freeform 6552">
                <a:extLst>
                  <a:ext uri="{FF2B5EF4-FFF2-40B4-BE49-F238E27FC236}">
                    <a16:creationId xmlns:a16="http://schemas.microsoft.com/office/drawing/2014/main" id="{4536060F-585F-42B5-884F-F59F7908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62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5" name="Freeform 6553">
                <a:extLst>
                  <a:ext uri="{FF2B5EF4-FFF2-40B4-BE49-F238E27FC236}">
                    <a16:creationId xmlns:a16="http://schemas.microsoft.com/office/drawing/2014/main" id="{D6AE80BC-DE97-40DD-A1DF-2132BB5CA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25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6" name="Freeform 6554">
                <a:extLst>
                  <a:ext uri="{FF2B5EF4-FFF2-40B4-BE49-F238E27FC236}">
                    <a16:creationId xmlns:a16="http://schemas.microsoft.com/office/drawing/2014/main" id="{CB2136DB-D1C9-492D-9DED-5D8D07CD9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7" name="Freeform 6555">
                <a:extLst>
                  <a:ext uri="{FF2B5EF4-FFF2-40B4-BE49-F238E27FC236}">
                    <a16:creationId xmlns:a16="http://schemas.microsoft.com/office/drawing/2014/main" id="{D933911D-3275-467D-9B41-B1F82369B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3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8" name="Freeform 6556">
                <a:extLst>
                  <a:ext uri="{FF2B5EF4-FFF2-40B4-BE49-F238E27FC236}">
                    <a16:creationId xmlns:a16="http://schemas.microsoft.com/office/drawing/2014/main" id="{5F24D303-7AA4-4BA1-8CEC-024EBCDAE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622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9" name="Freeform 6557">
                <a:extLst>
                  <a:ext uri="{FF2B5EF4-FFF2-40B4-BE49-F238E27FC236}">
                    <a16:creationId xmlns:a16="http://schemas.microsoft.com/office/drawing/2014/main" id="{B6C8DA9C-CC5C-44DC-91E1-AE26C2CE4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62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0" name="Freeform 6558">
                <a:extLst>
                  <a:ext uri="{FF2B5EF4-FFF2-40B4-BE49-F238E27FC236}">
                    <a16:creationId xmlns:a16="http://schemas.microsoft.com/office/drawing/2014/main" id="{8729C375-3E6C-4F0E-BBB8-8C63ACDDF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6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1" name="Freeform 6559">
                <a:extLst>
                  <a:ext uri="{FF2B5EF4-FFF2-40B4-BE49-F238E27FC236}">
                    <a16:creationId xmlns:a16="http://schemas.microsoft.com/office/drawing/2014/main" id="{25AB8582-E39A-487B-A22B-A23A94026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6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2" name="Freeform 6560">
                <a:extLst>
                  <a:ext uri="{FF2B5EF4-FFF2-40B4-BE49-F238E27FC236}">
                    <a16:creationId xmlns:a16="http://schemas.microsoft.com/office/drawing/2014/main" id="{E5155427-D80B-4711-BB09-FFF725C34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61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3" name="Freeform 6561">
                <a:extLst>
                  <a:ext uri="{FF2B5EF4-FFF2-40B4-BE49-F238E27FC236}">
                    <a16:creationId xmlns:a16="http://schemas.microsoft.com/office/drawing/2014/main" id="{E251B4AA-51B6-41DF-8FD5-EA5E650EC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59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4" name="Freeform 6562">
                <a:extLst>
                  <a:ext uri="{FF2B5EF4-FFF2-40B4-BE49-F238E27FC236}">
                    <a16:creationId xmlns:a16="http://schemas.microsoft.com/office/drawing/2014/main" id="{A54E3CB0-2211-4A29-A965-C7122597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59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5" name="Freeform 6563">
                <a:extLst>
                  <a:ext uri="{FF2B5EF4-FFF2-40B4-BE49-F238E27FC236}">
                    <a16:creationId xmlns:a16="http://schemas.microsoft.com/office/drawing/2014/main" id="{0659AB17-CFCF-4A2C-97A2-74D75514E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58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6" name="Freeform 6564">
                <a:extLst>
                  <a:ext uri="{FF2B5EF4-FFF2-40B4-BE49-F238E27FC236}">
                    <a16:creationId xmlns:a16="http://schemas.microsoft.com/office/drawing/2014/main" id="{C9DC0B12-2B55-4A56-A675-B6096BF30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5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7" name="Freeform 6565">
                <a:extLst>
                  <a:ext uri="{FF2B5EF4-FFF2-40B4-BE49-F238E27FC236}">
                    <a16:creationId xmlns:a16="http://schemas.microsoft.com/office/drawing/2014/main" id="{972E7BB1-2DE1-4341-964F-62211AD24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5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8" name="Freeform 6566">
                <a:extLst>
                  <a:ext uri="{FF2B5EF4-FFF2-40B4-BE49-F238E27FC236}">
                    <a16:creationId xmlns:a16="http://schemas.microsoft.com/office/drawing/2014/main" id="{5D9252F5-5C25-4522-9FCD-B94C0F873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57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9" name="Freeform 6567">
                <a:extLst>
                  <a:ext uri="{FF2B5EF4-FFF2-40B4-BE49-F238E27FC236}">
                    <a16:creationId xmlns:a16="http://schemas.microsoft.com/office/drawing/2014/main" id="{DE2B7C55-7DC6-4F79-AFEE-56727F71C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0" name="Freeform 6568">
                <a:extLst>
                  <a:ext uri="{FF2B5EF4-FFF2-40B4-BE49-F238E27FC236}">
                    <a16:creationId xmlns:a16="http://schemas.microsoft.com/office/drawing/2014/main" id="{6755FFBB-C8A0-46EC-A4D1-F1C9C962A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5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1" name="Freeform 6569">
                <a:extLst>
                  <a:ext uri="{FF2B5EF4-FFF2-40B4-BE49-F238E27FC236}">
                    <a16:creationId xmlns:a16="http://schemas.microsoft.com/office/drawing/2014/main" id="{FEA174EB-A9A1-49D5-BA42-D8E290103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56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2" name="Freeform 6570">
                <a:extLst>
                  <a:ext uri="{FF2B5EF4-FFF2-40B4-BE49-F238E27FC236}">
                    <a16:creationId xmlns:a16="http://schemas.microsoft.com/office/drawing/2014/main" id="{E3D36BDC-2518-446B-AEF6-8DE5665BC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57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3" name="Freeform 6571">
                <a:extLst>
                  <a:ext uri="{FF2B5EF4-FFF2-40B4-BE49-F238E27FC236}">
                    <a16:creationId xmlns:a16="http://schemas.microsoft.com/office/drawing/2014/main" id="{473EB5A5-2110-4688-8292-5638D222D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5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4" name="Freeform 6572">
                <a:extLst>
                  <a:ext uri="{FF2B5EF4-FFF2-40B4-BE49-F238E27FC236}">
                    <a16:creationId xmlns:a16="http://schemas.microsoft.com/office/drawing/2014/main" id="{3C1A182B-6323-4E0F-A644-29EA6782A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5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5" name="Freeform 6573">
                <a:extLst>
                  <a:ext uri="{FF2B5EF4-FFF2-40B4-BE49-F238E27FC236}">
                    <a16:creationId xmlns:a16="http://schemas.microsoft.com/office/drawing/2014/main" id="{1E1519D5-1281-4155-BCC8-7CD217112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6" name="Freeform 6574">
                <a:extLst>
                  <a:ext uri="{FF2B5EF4-FFF2-40B4-BE49-F238E27FC236}">
                    <a16:creationId xmlns:a16="http://schemas.microsoft.com/office/drawing/2014/main" id="{B0F1D94A-FFE6-4F2C-8E1A-A907F6EAB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5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7" name="Freeform 6575">
                <a:extLst>
                  <a:ext uri="{FF2B5EF4-FFF2-40B4-BE49-F238E27FC236}">
                    <a16:creationId xmlns:a16="http://schemas.microsoft.com/office/drawing/2014/main" id="{076829A7-A91F-433F-A51F-60E2F2212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8" name="Freeform 6576">
                <a:extLst>
                  <a:ext uri="{FF2B5EF4-FFF2-40B4-BE49-F238E27FC236}">
                    <a16:creationId xmlns:a16="http://schemas.microsoft.com/office/drawing/2014/main" id="{FFF4F1AA-8EFC-42DA-888A-EF9E488D6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2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9" name="Freeform 6577">
                <a:extLst>
                  <a:ext uri="{FF2B5EF4-FFF2-40B4-BE49-F238E27FC236}">
                    <a16:creationId xmlns:a16="http://schemas.microsoft.com/office/drawing/2014/main" id="{B6410AF6-A49F-43B0-9514-B66BC74B1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5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5" name="Group 6578">
              <a:extLst>
                <a:ext uri="{FF2B5EF4-FFF2-40B4-BE49-F238E27FC236}">
                  <a16:creationId xmlns:a16="http://schemas.microsoft.com/office/drawing/2014/main" id="{CD08E2D7-FFB7-4659-9AC9-ECDBCA3DA5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4" y="2425"/>
              <a:ext cx="292" cy="170"/>
              <a:chOff x="4314" y="2425"/>
              <a:chExt cx="292" cy="170"/>
            </a:xfrm>
          </p:grpSpPr>
          <p:sp>
            <p:nvSpPr>
              <p:cNvPr id="58620" name="Freeform 6579">
                <a:extLst>
                  <a:ext uri="{FF2B5EF4-FFF2-40B4-BE49-F238E27FC236}">
                    <a16:creationId xmlns:a16="http://schemas.microsoft.com/office/drawing/2014/main" id="{6CFA6634-3DB3-4415-A65F-95FD96978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5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1" name="Freeform 6580">
                <a:extLst>
                  <a:ext uri="{FF2B5EF4-FFF2-40B4-BE49-F238E27FC236}">
                    <a16:creationId xmlns:a16="http://schemas.microsoft.com/office/drawing/2014/main" id="{2FE6B20D-5E22-41B4-B86E-3BE9543CC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55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2" name="Freeform 6581">
                <a:extLst>
                  <a:ext uri="{FF2B5EF4-FFF2-40B4-BE49-F238E27FC236}">
                    <a16:creationId xmlns:a16="http://schemas.microsoft.com/office/drawing/2014/main" id="{9BD34235-6E03-4614-B865-D8D336758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3" name="Freeform 6582">
                <a:extLst>
                  <a:ext uri="{FF2B5EF4-FFF2-40B4-BE49-F238E27FC236}">
                    <a16:creationId xmlns:a16="http://schemas.microsoft.com/office/drawing/2014/main" id="{C7700FC3-98C2-4F9E-8D51-F19A170B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5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4" name="Freeform 6583">
                <a:extLst>
                  <a:ext uri="{FF2B5EF4-FFF2-40B4-BE49-F238E27FC236}">
                    <a16:creationId xmlns:a16="http://schemas.microsoft.com/office/drawing/2014/main" id="{4A0A7D8A-3551-4AC5-A3E7-90735F8A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5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5" name="Freeform 6584">
                <a:extLst>
                  <a:ext uri="{FF2B5EF4-FFF2-40B4-BE49-F238E27FC236}">
                    <a16:creationId xmlns:a16="http://schemas.microsoft.com/office/drawing/2014/main" id="{A3842EBD-AA8D-4682-A830-D2A5377AB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5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6" name="Freeform 6585">
                <a:extLst>
                  <a:ext uri="{FF2B5EF4-FFF2-40B4-BE49-F238E27FC236}">
                    <a16:creationId xmlns:a16="http://schemas.microsoft.com/office/drawing/2014/main" id="{8F746A6F-77A5-4174-B828-9AA1ED6A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7" name="Freeform 6586">
                <a:extLst>
                  <a:ext uri="{FF2B5EF4-FFF2-40B4-BE49-F238E27FC236}">
                    <a16:creationId xmlns:a16="http://schemas.microsoft.com/office/drawing/2014/main" id="{2B1C4354-4768-43D6-AED7-F83FB10B2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8" name="Freeform 6587">
                <a:extLst>
                  <a:ext uri="{FF2B5EF4-FFF2-40B4-BE49-F238E27FC236}">
                    <a16:creationId xmlns:a16="http://schemas.microsoft.com/office/drawing/2014/main" id="{3ABEAB7B-C3A6-4470-B723-E6781747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5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9" name="Freeform 6588">
                <a:extLst>
                  <a:ext uri="{FF2B5EF4-FFF2-40B4-BE49-F238E27FC236}">
                    <a16:creationId xmlns:a16="http://schemas.microsoft.com/office/drawing/2014/main" id="{2D27F543-371E-42EC-A26D-72684CC5F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5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0" name="Freeform 6589">
                <a:extLst>
                  <a:ext uri="{FF2B5EF4-FFF2-40B4-BE49-F238E27FC236}">
                    <a16:creationId xmlns:a16="http://schemas.microsoft.com/office/drawing/2014/main" id="{B29BD65B-3AE5-4A26-B816-54C1C771B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545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1" name="Freeform 6590">
                <a:extLst>
                  <a:ext uri="{FF2B5EF4-FFF2-40B4-BE49-F238E27FC236}">
                    <a16:creationId xmlns:a16="http://schemas.microsoft.com/office/drawing/2014/main" id="{6D505CEF-C1DE-4DD8-AFDD-67AC81941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5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2" name="Freeform 6591">
                <a:extLst>
                  <a:ext uri="{FF2B5EF4-FFF2-40B4-BE49-F238E27FC236}">
                    <a16:creationId xmlns:a16="http://schemas.microsoft.com/office/drawing/2014/main" id="{F227FF07-537D-4F10-9C22-A9FC9E208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53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3" name="Freeform 6592">
                <a:extLst>
                  <a:ext uri="{FF2B5EF4-FFF2-40B4-BE49-F238E27FC236}">
                    <a16:creationId xmlns:a16="http://schemas.microsoft.com/office/drawing/2014/main" id="{715C2AD3-DAA4-48A7-BC6B-DB02002B0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5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4" name="Freeform 6593">
                <a:extLst>
                  <a:ext uri="{FF2B5EF4-FFF2-40B4-BE49-F238E27FC236}">
                    <a16:creationId xmlns:a16="http://schemas.microsoft.com/office/drawing/2014/main" id="{5CD97536-FA27-4773-BEAF-5554F828A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5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5" name="Freeform 6594">
                <a:extLst>
                  <a:ext uri="{FF2B5EF4-FFF2-40B4-BE49-F238E27FC236}">
                    <a16:creationId xmlns:a16="http://schemas.microsoft.com/office/drawing/2014/main" id="{4DF805D4-5263-4562-868D-659B3BED9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569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21 w 3"/>
                  <a:gd name="T5" fmla="*/ 20 h 4"/>
                  <a:gd name="T6" fmla="*/ 56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6" name="Freeform 6595">
                <a:extLst>
                  <a:ext uri="{FF2B5EF4-FFF2-40B4-BE49-F238E27FC236}">
                    <a16:creationId xmlns:a16="http://schemas.microsoft.com/office/drawing/2014/main" id="{478062A9-FC02-4E8B-89A9-FF371AB7C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5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7" name="Freeform 6596">
                <a:extLst>
                  <a:ext uri="{FF2B5EF4-FFF2-40B4-BE49-F238E27FC236}">
                    <a16:creationId xmlns:a16="http://schemas.microsoft.com/office/drawing/2014/main" id="{F9177F77-1F95-4210-A4AF-0E8C74480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5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8" name="Freeform 6597">
                <a:extLst>
                  <a:ext uri="{FF2B5EF4-FFF2-40B4-BE49-F238E27FC236}">
                    <a16:creationId xmlns:a16="http://schemas.microsoft.com/office/drawing/2014/main" id="{46941E05-168E-4BA5-9DD5-BE653CA82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5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9" name="Freeform 6598">
                <a:extLst>
                  <a:ext uri="{FF2B5EF4-FFF2-40B4-BE49-F238E27FC236}">
                    <a16:creationId xmlns:a16="http://schemas.microsoft.com/office/drawing/2014/main" id="{76BED960-F94C-410A-BA1F-87E0479A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5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0" name="Freeform 6599">
                <a:extLst>
                  <a:ext uri="{FF2B5EF4-FFF2-40B4-BE49-F238E27FC236}">
                    <a16:creationId xmlns:a16="http://schemas.microsoft.com/office/drawing/2014/main" id="{01C4E478-F5FF-4853-9844-ADD179CDD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523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1" name="Freeform 6600">
                <a:extLst>
                  <a:ext uri="{FF2B5EF4-FFF2-40B4-BE49-F238E27FC236}">
                    <a16:creationId xmlns:a16="http://schemas.microsoft.com/office/drawing/2014/main" id="{95893F44-C7D5-4EB0-B4E2-1BA60966F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55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2" name="Freeform 6601">
                <a:extLst>
                  <a:ext uri="{FF2B5EF4-FFF2-40B4-BE49-F238E27FC236}">
                    <a16:creationId xmlns:a16="http://schemas.microsoft.com/office/drawing/2014/main" id="{005ECAF7-0034-440B-A0DD-6290B9F7D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5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3" name="Freeform 6602">
                <a:extLst>
                  <a:ext uri="{FF2B5EF4-FFF2-40B4-BE49-F238E27FC236}">
                    <a16:creationId xmlns:a16="http://schemas.microsoft.com/office/drawing/2014/main" id="{5F00F9EF-8599-404F-8129-1FC1B4546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5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4" name="Freeform 6603">
                <a:extLst>
                  <a:ext uri="{FF2B5EF4-FFF2-40B4-BE49-F238E27FC236}">
                    <a16:creationId xmlns:a16="http://schemas.microsoft.com/office/drawing/2014/main" id="{0003BAA4-10D4-44F6-8B10-B9A0FD662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5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5" name="Freeform 6604">
                <a:extLst>
                  <a:ext uri="{FF2B5EF4-FFF2-40B4-BE49-F238E27FC236}">
                    <a16:creationId xmlns:a16="http://schemas.microsoft.com/office/drawing/2014/main" id="{A9EF7C89-3445-4489-9029-63A3C4910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49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6" name="Freeform 6605">
                <a:extLst>
                  <a:ext uri="{FF2B5EF4-FFF2-40B4-BE49-F238E27FC236}">
                    <a16:creationId xmlns:a16="http://schemas.microsoft.com/office/drawing/2014/main" id="{BA3085E0-E07D-44AC-9593-5DEA39A2F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526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7" name="Freeform 6606">
                <a:extLst>
                  <a:ext uri="{FF2B5EF4-FFF2-40B4-BE49-F238E27FC236}">
                    <a16:creationId xmlns:a16="http://schemas.microsoft.com/office/drawing/2014/main" id="{D9691855-7667-4EE4-9C1F-5A956DF2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52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8" name="Freeform 6607">
                <a:extLst>
                  <a:ext uri="{FF2B5EF4-FFF2-40B4-BE49-F238E27FC236}">
                    <a16:creationId xmlns:a16="http://schemas.microsoft.com/office/drawing/2014/main" id="{1916387F-3C32-428F-9210-156F215A3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5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9" name="Freeform 6608">
                <a:extLst>
                  <a:ext uri="{FF2B5EF4-FFF2-40B4-BE49-F238E27FC236}">
                    <a16:creationId xmlns:a16="http://schemas.microsoft.com/office/drawing/2014/main" id="{EAD05643-1ECA-4CD4-9282-3AF06EFE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4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0" name="Freeform 6609">
                <a:extLst>
                  <a:ext uri="{FF2B5EF4-FFF2-40B4-BE49-F238E27FC236}">
                    <a16:creationId xmlns:a16="http://schemas.microsoft.com/office/drawing/2014/main" id="{8B26C977-4B42-405C-93E6-A95754AC0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5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1" name="Freeform 6610">
                <a:extLst>
                  <a:ext uri="{FF2B5EF4-FFF2-40B4-BE49-F238E27FC236}">
                    <a16:creationId xmlns:a16="http://schemas.microsoft.com/office/drawing/2014/main" id="{5B82EAE2-BDD4-4BD4-9695-76BCAB42A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52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2" name="Freeform 6611">
                <a:extLst>
                  <a:ext uri="{FF2B5EF4-FFF2-40B4-BE49-F238E27FC236}">
                    <a16:creationId xmlns:a16="http://schemas.microsoft.com/office/drawing/2014/main" id="{FAF3773B-77F3-46D1-ABF8-216AD5F66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5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3" name="Freeform 6612">
                <a:extLst>
                  <a:ext uri="{FF2B5EF4-FFF2-40B4-BE49-F238E27FC236}">
                    <a16:creationId xmlns:a16="http://schemas.microsoft.com/office/drawing/2014/main" id="{49536D95-9BE2-4D0E-A7E5-E567A9C6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1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4" name="Freeform 6613">
                <a:extLst>
                  <a:ext uri="{FF2B5EF4-FFF2-40B4-BE49-F238E27FC236}">
                    <a16:creationId xmlns:a16="http://schemas.microsoft.com/office/drawing/2014/main" id="{45C8C42E-37AF-459F-9A55-DAE2DD9B1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529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5" name="Freeform 6614">
                <a:extLst>
                  <a:ext uri="{FF2B5EF4-FFF2-40B4-BE49-F238E27FC236}">
                    <a16:creationId xmlns:a16="http://schemas.microsoft.com/office/drawing/2014/main" id="{63907D3E-26EB-488C-BDD0-D10C51DA2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5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6" name="Freeform 6615">
                <a:extLst>
                  <a:ext uri="{FF2B5EF4-FFF2-40B4-BE49-F238E27FC236}">
                    <a16:creationId xmlns:a16="http://schemas.microsoft.com/office/drawing/2014/main" id="{04AE5E3B-56B6-4253-84F5-940D57CC4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5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7" name="Freeform 6616">
                <a:extLst>
                  <a:ext uri="{FF2B5EF4-FFF2-40B4-BE49-F238E27FC236}">
                    <a16:creationId xmlns:a16="http://schemas.microsoft.com/office/drawing/2014/main" id="{E48004A4-E5F0-40BF-B0B9-987607A1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53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8" name="Freeform 6617">
                <a:extLst>
                  <a:ext uri="{FF2B5EF4-FFF2-40B4-BE49-F238E27FC236}">
                    <a16:creationId xmlns:a16="http://schemas.microsoft.com/office/drawing/2014/main" id="{B3B1A567-BA42-4BC0-AD9E-300C420E0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51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9" name="Freeform 6618">
                <a:extLst>
                  <a:ext uri="{FF2B5EF4-FFF2-40B4-BE49-F238E27FC236}">
                    <a16:creationId xmlns:a16="http://schemas.microsoft.com/office/drawing/2014/main" id="{5F9284DB-4105-4E12-932F-3331E1CF0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51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0" name="Freeform 6619">
                <a:extLst>
                  <a:ext uri="{FF2B5EF4-FFF2-40B4-BE49-F238E27FC236}">
                    <a16:creationId xmlns:a16="http://schemas.microsoft.com/office/drawing/2014/main" id="{35360E9C-F8C1-423F-8565-4D037E13A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502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21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1" name="Freeform 6620">
                <a:extLst>
                  <a:ext uri="{FF2B5EF4-FFF2-40B4-BE49-F238E27FC236}">
                    <a16:creationId xmlns:a16="http://schemas.microsoft.com/office/drawing/2014/main" id="{D98F6A46-EFDA-4048-BEE8-4C0D32FEB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52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2" name="Freeform 6621">
                <a:extLst>
                  <a:ext uri="{FF2B5EF4-FFF2-40B4-BE49-F238E27FC236}">
                    <a16:creationId xmlns:a16="http://schemas.microsoft.com/office/drawing/2014/main" id="{0B7D1EE5-B87E-40D0-AA47-A3BBBACDB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518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3" name="Freeform 6622">
                <a:extLst>
                  <a:ext uri="{FF2B5EF4-FFF2-40B4-BE49-F238E27FC236}">
                    <a16:creationId xmlns:a16="http://schemas.microsoft.com/office/drawing/2014/main" id="{73665C8A-7B2B-4580-87BC-C747EDF55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507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4" name="Freeform 6623">
                <a:extLst>
                  <a:ext uri="{FF2B5EF4-FFF2-40B4-BE49-F238E27FC236}">
                    <a16:creationId xmlns:a16="http://schemas.microsoft.com/office/drawing/2014/main" id="{139CD3D2-CC6D-4AE1-9CFB-AFBC55F81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49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5" name="Freeform 6624">
                <a:extLst>
                  <a:ext uri="{FF2B5EF4-FFF2-40B4-BE49-F238E27FC236}">
                    <a16:creationId xmlns:a16="http://schemas.microsoft.com/office/drawing/2014/main" id="{405F94EE-B9AB-41E4-8D84-D9E99170A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6" name="Freeform 6625">
                <a:extLst>
                  <a:ext uri="{FF2B5EF4-FFF2-40B4-BE49-F238E27FC236}">
                    <a16:creationId xmlns:a16="http://schemas.microsoft.com/office/drawing/2014/main" id="{710E18DE-652A-4D98-8CCD-10881EC33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507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61 h 4"/>
                  <a:gd name="T4" fmla="*/ 20 w 4"/>
                  <a:gd name="T5" fmla="*/ 22 h 4"/>
                  <a:gd name="T6" fmla="*/ 50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7" name="Freeform 6626">
                <a:extLst>
                  <a:ext uri="{FF2B5EF4-FFF2-40B4-BE49-F238E27FC236}">
                    <a16:creationId xmlns:a16="http://schemas.microsoft.com/office/drawing/2014/main" id="{C39731D2-62CB-4FCF-8FCD-ED74FE2A6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5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8" name="Freeform 6627">
                <a:extLst>
                  <a:ext uri="{FF2B5EF4-FFF2-40B4-BE49-F238E27FC236}">
                    <a16:creationId xmlns:a16="http://schemas.microsoft.com/office/drawing/2014/main" id="{56B285CE-6825-45ED-BDA4-E0DFDBB1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48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9" name="Freeform 6628">
                <a:extLst>
                  <a:ext uri="{FF2B5EF4-FFF2-40B4-BE49-F238E27FC236}">
                    <a16:creationId xmlns:a16="http://schemas.microsoft.com/office/drawing/2014/main" id="{B17AFFAD-B4C5-471D-BC6A-7A23D6B54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4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0" name="Freeform 6629">
                <a:extLst>
                  <a:ext uri="{FF2B5EF4-FFF2-40B4-BE49-F238E27FC236}">
                    <a16:creationId xmlns:a16="http://schemas.microsoft.com/office/drawing/2014/main" id="{2A1BC00E-4E79-4C6A-ABBA-02EFE65C3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5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1" name="Freeform 6630">
                <a:extLst>
                  <a:ext uri="{FF2B5EF4-FFF2-40B4-BE49-F238E27FC236}">
                    <a16:creationId xmlns:a16="http://schemas.microsoft.com/office/drawing/2014/main" id="{481ABFDD-DEBD-457E-8E3F-49EEDE86A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4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2" name="Freeform 6631">
                <a:extLst>
                  <a:ext uri="{FF2B5EF4-FFF2-40B4-BE49-F238E27FC236}">
                    <a16:creationId xmlns:a16="http://schemas.microsoft.com/office/drawing/2014/main" id="{1DCA9062-D998-4D44-972E-4144CA970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50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3" name="Freeform 6632">
                <a:extLst>
                  <a:ext uri="{FF2B5EF4-FFF2-40B4-BE49-F238E27FC236}">
                    <a16:creationId xmlns:a16="http://schemas.microsoft.com/office/drawing/2014/main" id="{2206BCC6-A835-45C9-BD4E-35CA5DE6B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5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4" name="Freeform 6633">
                <a:extLst>
                  <a:ext uri="{FF2B5EF4-FFF2-40B4-BE49-F238E27FC236}">
                    <a16:creationId xmlns:a16="http://schemas.microsoft.com/office/drawing/2014/main" id="{B36CAE22-41A0-4C9C-9D44-EC587A0C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49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5" name="Freeform 6634">
                <a:extLst>
                  <a:ext uri="{FF2B5EF4-FFF2-40B4-BE49-F238E27FC236}">
                    <a16:creationId xmlns:a16="http://schemas.microsoft.com/office/drawing/2014/main" id="{DB68110A-41B3-4A89-80F5-37681C0F5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48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6" name="Freeform 6635">
                <a:extLst>
                  <a:ext uri="{FF2B5EF4-FFF2-40B4-BE49-F238E27FC236}">
                    <a16:creationId xmlns:a16="http://schemas.microsoft.com/office/drawing/2014/main" id="{E10E5F8A-2EA9-4360-A6A3-0FA31CAD0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4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7" name="Freeform 6636">
                <a:extLst>
                  <a:ext uri="{FF2B5EF4-FFF2-40B4-BE49-F238E27FC236}">
                    <a16:creationId xmlns:a16="http://schemas.microsoft.com/office/drawing/2014/main" id="{6843B719-7096-4AC2-98F7-E0AB89946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5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8" name="Freeform 6637">
                <a:extLst>
                  <a:ext uri="{FF2B5EF4-FFF2-40B4-BE49-F238E27FC236}">
                    <a16:creationId xmlns:a16="http://schemas.microsoft.com/office/drawing/2014/main" id="{950CDEEC-43A4-4070-8A07-716A2BDCB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48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9" name="Freeform 6638">
                <a:extLst>
                  <a:ext uri="{FF2B5EF4-FFF2-40B4-BE49-F238E27FC236}">
                    <a16:creationId xmlns:a16="http://schemas.microsoft.com/office/drawing/2014/main" id="{D2F428C6-F389-495B-8817-C00C3B77D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49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0" name="Freeform 6639">
                <a:extLst>
                  <a:ext uri="{FF2B5EF4-FFF2-40B4-BE49-F238E27FC236}">
                    <a16:creationId xmlns:a16="http://schemas.microsoft.com/office/drawing/2014/main" id="{74F84515-F300-4B54-A212-25721E10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49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1" name="Freeform 6640">
                <a:extLst>
                  <a:ext uri="{FF2B5EF4-FFF2-40B4-BE49-F238E27FC236}">
                    <a16:creationId xmlns:a16="http://schemas.microsoft.com/office/drawing/2014/main" id="{8A6CB4D5-7F9E-4EB7-A2F9-BCA6EC784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48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2" name="Freeform 6641">
                <a:extLst>
                  <a:ext uri="{FF2B5EF4-FFF2-40B4-BE49-F238E27FC236}">
                    <a16:creationId xmlns:a16="http://schemas.microsoft.com/office/drawing/2014/main" id="{746F4142-C205-42B0-A2E5-7F3686D7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47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3" name="Freeform 6642">
                <a:extLst>
                  <a:ext uri="{FF2B5EF4-FFF2-40B4-BE49-F238E27FC236}">
                    <a16:creationId xmlns:a16="http://schemas.microsoft.com/office/drawing/2014/main" id="{88276DF6-57C4-430D-9E46-D6F08FD2B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48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4" name="Freeform 6643">
                <a:extLst>
                  <a:ext uri="{FF2B5EF4-FFF2-40B4-BE49-F238E27FC236}">
                    <a16:creationId xmlns:a16="http://schemas.microsoft.com/office/drawing/2014/main" id="{F18337EF-5E5B-49F5-BFB9-937308A03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47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5" name="Freeform 6644">
                <a:extLst>
                  <a:ext uri="{FF2B5EF4-FFF2-40B4-BE49-F238E27FC236}">
                    <a16:creationId xmlns:a16="http://schemas.microsoft.com/office/drawing/2014/main" id="{3A183D94-E4BD-4DBB-B276-5311EA8E2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5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6" name="Freeform 6645">
                <a:extLst>
                  <a:ext uri="{FF2B5EF4-FFF2-40B4-BE49-F238E27FC236}">
                    <a16:creationId xmlns:a16="http://schemas.microsoft.com/office/drawing/2014/main" id="{08E2572E-903F-454D-B69E-2CE2A252E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49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7" name="Freeform 6646">
                <a:extLst>
                  <a:ext uri="{FF2B5EF4-FFF2-40B4-BE49-F238E27FC236}">
                    <a16:creationId xmlns:a16="http://schemas.microsoft.com/office/drawing/2014/main" id="{978CD178-F972-420F-A8F9-D5539CFB3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486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8" name="Freeform 6647">
                <a:extLst>
                  <a:ext uri="{FF2B5EF4-FFF2-40B4-BE49-F238E27FC236}">
                    <a16:creationId xmlns:a16="http://schemas.microsoft.com/office/drawing/2014/main" id="{E2D5ABBD-89D3-4645-A10E-734989D0F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51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9" name="Freeform 6648">
                <a:extLst>
                  <a:ext uri="{FF2B5EF4-FFF2-40B4-BE49-F238E27FC236}">
                    <a16:creationId xmlns:a16="http://schemas.microsoft.com/office/drawing/2014/main" id="{9C92CEDE-CE0E-47A9-B3A8-DEDB6E33B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50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0" name="Freeform 6649">
                <a:extLst>
                  <a:ext uri="{FF2B5EF4-FFF2-40B4-BE49-F238E27FC236}">
                    <a16:creationId xmlns:a16="http://schemas.microsoft.com/office/drawing/2014/main" id="{0225C4B0-4C4B-48A8-93D9-F4BF0E61D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5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1" name="Freeform 6650">
                <a:extLst>
                  <a:ext uri="{FF2B5EF4-FFF2-40B4-BE49-F238E27FC236}">
                    <a16:creationId xmlns:a16="http://schemas.microsoft.com/office/drawing/2014/main" id="{69241F18-71B3-45A0-8E48-D4E5D957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4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2" name="Freeform 6651">
                <a:extLst>
                  <a:ext uri="{FF2B5EF4-FFF2-40B4-BE49-F238E27FC236}">
                    <a16:creationId xmlns:a16="http://schemas.microsoft.com/office/drawing/2014/main" id="{CF64B16C-80FA-455A-BF55-FE0E27229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5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3" name="Freeform 6652">
                <a:extLst>
                  <a:ext uri="{FF2B5EF4-FFF2-40B4-BE49-F238E27FC236}">
                    <a16:creationId xmlns:a16="http://schemas.microsoft.com/office/drawing/2014/main" id="{F8BF339D-C8E6-4931-AC1A-F6B66DCE4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5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4" name="Freeform 6653">
                <a:extLst>
                  <a:ext uri="{FF2B5EF4-FFF2-40B4-BE49-F238E27FC236}">
                    <a16:creationId xmlns:a16="http://schemas.microsoft.com/office/drawing/2014/main" id="{EADDC9FB-3AD9-4872-82EA-BFAC3914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51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5" name="Freeform 6654">
                <a:extLst>
                  <a:ext uri="{FF2B5EF4-FFF2-40B4-BE49-F238E27FC236}">
                    <a16:creationId xmlns:a16="http://schemas.microsoft.com/office/drawing/2014/main" id="{24C3C729-100A-4472-93D0-12F852E7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49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6" name="Freeform 6655">
                <a:extLst>
                  <a:ext uri="{FF2B5EF4-FFF2-40B4-BE49-F238E27FC236}">
                    <a16:creationId xmlns:a16="http://schemas.microsoft.com/office/drawing/2014/main" id="{DF25A88C-FA6F-444D-84F6-C299B071C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4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7" name="Freeform 6656">
                <a:extLst>
                  <a:ext uri="{FF2B5EF4-FFF2-40B4-BE49-F238E27FC236}">
                    <a16:creationId xmlns:a16="http://schemas.microsoft.com/office/drawing/2014/main" id="{DB770BEE-567E-4951-AD3E-3FAEC819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8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8" name="Freeform 6657">
                <a:extLst>
                  <a:ext uri="{FF2B5EF4-FFF2-40B4-BE49-F238E27FC236}">
                    <a16:creationId xmlns:a16="http://schemas.microsoft.com/office/drawing/2014/main" id="{0CB37E76-171F-4C15-A47F-AFB01D07C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4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9" name="Freeform 6658">
                <a:extLst>
                  <a:ext uri="{FF2B5EF4-FFF2-40B4-BE49-F238E27FC236}">
                    <a16:creationId xmlns:a16="http://schemas.microsoft.com/office/drawing/2014/main" id="{4E80BE3A-CA65-4A52-8675-5C1C3734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47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0" name="Freeform 6659">
                <a:extLst>
                  <a:ext uri="{FF2B5EF4-FFF2-40B4-BE49-F238E27FC236}">
                    <a16:creationId xmlns:a16="http://schemas.microsoft.com/office/drawing/2014/main" id="{AD4CB5E5-3786-41DE-BF03-B751B9762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47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1" name="Freeform 6660">
                <a:extLst>
                  <a:ext uri="{FF2B5EF4-FFF2-40B4-BE49-F238E27FC236}">
                    <a16:creationId xmlns:a16="http://schemas.microsoft.com/office/drawing/2014/main" id="{EC1E2FC9-C2A7-46B1-8EB3-F2CC8D57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65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0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2" name="Freeform 6661">
                <a:extLst>
                  <a:ext uri="{FF2B5EF4-FFF2-40B4-BE49-F238E27FC236}">
                    <a16:creationId xmlns:a16="http://schemas.microsoft.com/office/drawing/2014/main" id="{9B6C537E-5AB9-4BF2-B4E8-EB8DDD29F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4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3" name="Freeform 6662">
                <a:extLst>
                  <a:ext uri="{FF2B5EF4-FFF2-40B4-BE49-F238E27FC236}">
                    <a16:creationId xmlns:a16="http://schemas.microsoft.com/office/drawing/2014/main" id="{6105FE36-0251-4DC9-9097-7FFAD877D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43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4" name="Freeform 6663">
                <a:extLst>
                  <a:ext uri="{FF2B5EF4-FFF2-40B4-BE49-F238E27FC236}">
                    <a16:creationId xmlns:a16="http://schemas.microsoft.com/office/drawing/2014/main" id="{155842EF-5305-4F14-98FD-0D2683A38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43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5" name="Freeform 6664">
                <a:extLst>
                  <a:ext uri="{FF2B5EF4-FFF2-40B4-BE49-F238E27FC236}">
                    <a16:creationId xmlns:a16="http://schemas.microsoft.com/office/drawing/2014/main" id="{970267C7-6B63-482C-A7A0-F96131B58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44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6" name="Freeform 6665">
                <a:extLst>
                  <a:ext uri="{FF2B5EF4-FFF2-40B4-BE49-F238E27FC236}">
                    <a16:creationId xmlns:a16="http://schemas.microsoft.com/office/drawing/2014/main" id="{9BC6A70F-BAC9-4517-A467-B6F072DF3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46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7" name="Freeform 6666">
                <a:extLst>
                  <a:ext uri="{FF2B5EF4-FFF2-40B4-BE49-F238E27FC236}">
                    <a16:creationId xmlns:a16="http://schemas.microsoft.com/office/drawing/2014/main" id="{2EB9AD6D-F6DF-4241-9C9C-ACE4D60A7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43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8" name="Freeform 6667">
                <a:extLst>
                  <a:ext uri="{FF2B5EF4-FFF2-40B4-BE49-F238E27FC236}">
                    <a16:creationId xmlns:a16="http://schemas.microsoft.com/office/drawing/2014/main" id="{D4B7B769-D2C5-4469-945F-D3F6B3114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4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9" name="Freeform 6668">
                <a:extLst>
                  <a:ext uri="{FF2B5EF4-FFF2-40B4-BE49-F238E27FC236}">
                    <a16:creationId xmlns:a16="http://schemas.microsoft.com/office/drawing/2014/main" id="{E51823E7-B113-4CDC-B246-3CC05CDEA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45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0" name="Freeform 6669">
                <a:extLst>
                  <a:ext uri="{FF2B5EF4-FFF2-40B4-BE49-F238E27FC236}">
                    <a16:creationId xmlns:a16="http://schemas.microsoft.com/office/drawing/2014/main" id="{6E6B3AE5-5CA9-400E-9437-1E8AAA391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44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1" name="Freeform 6670">
                <a:extLst>
                  <a:ext uri="{FF2B5EF4-FFF2-40B4-BE49-F238E27FC236}">
                    <a16:creationId xmlns:a16="http://schemas.microsoft.com/office/drawing/2014/main" id="{69A1709B-80E8-4D72-990D-200B6ACCA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44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2" name="Freeform 6671">
                <a:extLst>
                  <a:ext uri="{FF2B5EF4-FFF2-40B4-BE49-F238E27FC236}">
                    <a16:creationId xmlns:a16="http://schemas.microsoft.com/office/drawing/2014/main" id="{739D5762-E010-41FC-B38D-3C791ABE9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4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3" name="Freeform 6672">
                <a:extLst>
                  <a:ext uri="{FF2B5EF4-FFF2-40B4-BE49-F238E27FC236}">
                    <a16:creationId xmlns:a16="http://schemas.microsoft.com/office/drawing/2014/main" id="{DBFCCD51-5422-4642-BE9E-F229AF820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44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4" name="Freeform 6673">
                <a:extLst>
                  <a:ext uri="{FF2B5EF4-FFF2-40B4-BE49-F238E27FC236}">
                    <a16:creationId xmlns:a16="http://schemas.microsoft.com/office/drawing/2014/main" id="{33C48B97-C5F8-4E8E-B929-F81C9F75D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4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5" name="Freeform 6674">
                <a:extLst>
                  <a:ext uri="{FF2B5EF4-FFF2-40B4-BE49-F238E27FC236}">
                    <a16:creationId xmlns:a16="http://schemas.microsoft.com/office/drawing/2014/main" id="{3E8E977B-B2DF-4D23-8642-EC183885C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47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6" name="Freeform 6675">
                <a:extLst>
                  <a:ext uri="{FF2B5EF4-FFF2-40B4-BE49-F238E27FC236}">
                    <a16:creationId xmlns:a16="http://schemas.microsoft.com/office/drawing/2014/main" id="{B403F569-F877-49BE-A02E-F60433D3E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4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7" name="Freeform 6676">
                <a:extLst>
                  <a:ext uri="{FF2B5EF4-FFF2-40B4-BE49-F238E27FC236}">
                    <a16:creationId xmlns:a16="http://schemas.microsoft.com/office/drawing/2014/main" id="{D40F9483-8D30-43F1-ACCD-FEA29AEF7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4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8" name="Freeform 6677">
                <a:extLst>
                  <a:ext uri="{FF2B5EF4-FFF2-40B4-BE49-F238E27FC236}">
                    <a16:creationId xmlns:a16="http://schemas.microsoft.com/office/drawing/2014/main" id="{CDF7072B-00CB-431C-9DE0-807953CF5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46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9" name="Freeform 6678">
                <a:extLst>
                  <a:ext uri="{FF2B5EF4-FFF2-40B4-BE49-F238E27FC236}">
                    <a16:creationId xmlns:a16="http://schemas.microsoft.com/office/drawing/2014/main" id="{4D5B35E2-2344-45C1-9EEB-A0B2DD3F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45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0" name="Freeform 6679">
                <a:extLst>
                  <a:ext uri="{FF2B5EF4-FFF2-40B4-BE49-F238E27FC236}">
                    <a16:creationId xmlns:a16="http://schemas.microsoft.com/office/drawing/2014/main" id="{B8067B79-1AB6-4DB5-BF76-53744E001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4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1" name="Freeform 6680">
                <a:extLst>
                  <a:ext uri="{FF2B5EF4-FFF2-40B4-BE49-F238E27FC236}">
                    <a16:creationId xmlns:a16="http://schemas.microsoft.com/office/drawing/2014/main" id="{9DD4F57F-D257-40AE-B75B-9D14F1E99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47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2" name="Freeform 6681">
                <a:extLst>
                  <a:ext uri="{FF2B5EF4-FFF2-40B4-BE49-F238E27FC236}">
                    <a16:creationId xmlns:a16="http://schemas.microsoft.com/office/drawing/2014/main" id="{04ADA003-8ABE-4495-B056-B75BF1AF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4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3" name="Freeform 6682">
                <a:extLst>
                  <a:ext uri="{FF2B5EF4-FFF2-40B4-BE49-F238E27FC236}">
                    <a16:creationId xmlns:a16="http://schemas.microsoft.com/office/drawing/2014/main" id="{B8A579EC-1682-484B-B778-67DF98F3E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4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4" name="Freeform 6683">
                <a:extLst>
                  <a:ext uri="{FF2B5EF4-FFF2-40B4-BE49-F238E27FC236}">
                    <a16:creationId xmlns:a16="http://schemas.microsoft.com/office/drawing/2014/main" id="{62044632-3C51-40E6-A309-97B6731A3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45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5" name="Freeform 6684">
                <a:extLst>
                  <a:ext uri="{FF2B5EF4-FFF2-40B4-BE49-F238E27FC236}">
                    <a16:creationId xmlns:a16="http://schemas.microsoft.com/office/drawing/2014/main" id="{4A5B85B4-B6E1-446A-A25F-7E7D9D81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470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6" name="Freeform 6685">
                <a:extLst>
                  <a:ext uri="{FF2B5EF4-FFF2-40B4-BE49-F238E27FC236}">
                    <a16:creationId xmlns:a16="http://schemas.microsoft.com/office/drawing/2014/main" id="{3499F41B-259B-42B6-8B99-CDD7C73DF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48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7" name="Freeform 6686">
                <a:extLst>
                  <a:ext uri="{FF2B5EF4-FFF2-40B4-BE49-F238E27FC236}">
                    <a16:creationId xmlns:a16="http://schemas.microsoft.com/office/drawing/2014/main" id="{16F38014-EC7D-410F-B7FD-1AED2AAC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4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8" name="Freeform 6687">
                <a:extLst>
                  <a:ext uri="{FF2B5EF4-FFF2-40B4-BE49-F238E27FC236}">
                    <a16:creationId xmlns:a16="http://schemas.microsoft.com/office/drawing/2014/main" id="{B3F2A676-0DD5-450D-96AB-D27AE86A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47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9" name="Freeform 6688">
                <a:extLst>
                  <a:ext uri="{FF2B5EF4-FFF2-40B4-BE49-F238E27FC236}">
                    <a16:creationId xmlns:a16="http://schemas.microsoft.com/office/drawing/2014/main" id="{43803AD5-3D85-4A0F-AA10-EE9A7DC7E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45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0" name="Freeform 6689">
                <a:extLst>
                  <a:ext uri="{FF2B5EF4-FFF2-40B4-BE49-F238E27FC236}">
                    <a16:creationId xmlns:a16="http://schemas.microsoft.com/office/drawing/2014/main" id="{AE3152FF-9438-4C57-9393-7D920A242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45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1" name="Freeform 6690">
                <a:extLst>
                  <a:ext uri="{FF2B5EF4-FFF2-40B4-BE49-F238E27FC236}">
                    <a16:creationId xmlns:a16="http://schemas.microsoft.com/office/drawing/2014/main" id="{0C97119D-3C94-4D81-9F69-E3C68A13D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44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2" name="Freeform 6691">
                <a:extLst>
                  <a:ext uri="{FF2B5EF4-FFF2-40B4-BE49-F238E27FC236}">
                    <a16:creationId xmlns:a16="http://schemas.microsoft.com/office/drawing/2014/main" id="{C7BDA56D-DC97-4B9A-ADF5-69022992F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4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3" name="Freeform 6692">
                <a:extLst>
                  <a:ext uri="{FF2B5EF4-FFF2-40B4-BE49-F238E27FC236}">
                    <a16:creationId xmlns:a16="http://schemas.microsoft.com/office/drawing/2014/main" id="{69DBCC44-958C-4DE7-9D92-EF9D70D70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46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4" name="Freeform 6693">
                <a:extLst>
                  <a:ext uri="{FF2B5EF4-FFF2-40B4-BE49-F238E27FC236}">
                    <a16:creationId xmlns:a16="http://schemas.microsoft.com/office/drawing/2014/main" id="{034314EC-A257-4686-90A7-568BBD845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45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5" name="Freeform 6694">
                <a:extLst>
                  <a:ext uri="{FF2B5EF4-FFF2-40B4-BE49-F238E27FC236}">
                    <a16:creationId xmlns:a16="http://schemas.microsoft.com/office/drawing/2014/main" id="{70D147E2-B4DC-4E8E-971A-670318D77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43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6" name="Freeform 6695">
                <a:extLst>
                  <a:ext uri="{FF2B5EF4-FFF2-40B4-BE49-F238E27FC236}">
                    <a16:creationId xmlns:a16="http://schemas.microsoft.com/office/drawing/2014/main" id="{7FE23159-3B41-4DD8-8EC3-80975E92F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4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7" name="Freeform 6696">
                <a:extLst>
                  <a:ext uri="{FF2B5EF4-FFF2-40B4-BE49-F238E27FC236}">
                    <a16:creationId xmlns:a16="http://schemas.microsoft.com/office/drawing/2014/main" id="{A07F7F72-1FE0-4B67-AA21-2FE97C425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4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8" name="Freeform 6697">
                <a:extLst>
                  <a:ext uri="{FF2B5EF4-FFF2-40B4-BE49-F238E27FC236}">
                    <a16:creationId xmlns:a16="http://schemas.microsoft.com/office/drawing/2014/main" id="{00A8AE17-840E-48E1-B92C-EECE60706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44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9" name="Freeform 6698">
                <a:extLst>
                  <a:ext uri="{FF2B5EF4-FFF2-40B4-BE49-F238E27FC236}">
                    <a16:creationId xmlns:a16="http://schemas.microsoft.com/office/drawing/2014/main" id="{213C0287-E633-45B8-9A1D-C6A419C93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45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0" name="Freeform 6699">
                <a:extLst>
                  <a:ext uri="{FF2B5EF4-FFF2-40B4-BE49-F238E27FC236}">
                    <a16:creationId xmlns:a16="http://schemas.microsoft.com/office/drawing/2014/main" id="{FE893625-17C7-42B1-B2ED-0F79B55A7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51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1" name="Freeform 6700">
                <a:extLst>
                  <a:ext uri="{FF2B5EF4-FFF2-40B4-BE49-F238E27FC236}">
                    <a16:creationId xmlns:a16="http://schemas.microsoft.com/office/drawing/2014/main" id="{D390C6EA-A545-4F09-A94F-23B1C9A75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0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2" name="Freeform 6701">
                <a:extLst>
                  <a:ext uri="{FF2B5EF4-FFF2-40B4-BE49-F238E27FC236}">
                    <a16:creationId xmlns:a16="http://schemas.microsoft.com/office/drawing/2014/main" id="{3A3873E3-CCF8-4589-9733-3B3C712FA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47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3" name="Freeform 6702">
                <a:extLst>
                  <a:ext uri="{FF2B5EF4-FFF2-40B4-BE49-F238E27FC236}">
                    <a16:creationId xmlns:a16="http://schemas.microsoft.com/office/drawing/2014/main" id="{E3215C55-D3A9-45F8-971A-DE500D691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4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4" name="Freeform 6703">
                <a:extLst>
                  <a:ext uri="{FF2B5EF4-FFF2-40B4-BE49-F238E27FC236}">
                    <a16:creationId xmlns:a16="http://schemas.microsoft.com/office/drawing/2014/main" id="{B0A07928-9136-4771-BBCB-5259E783B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4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5" name="Freeform 6704">
                <a:extLst>
                  <a:ext uri="{FF2B5EF4-FFF2-40B4-BE49-F238E27FC236}">
                    <a16:creationId xmlns:a16="http://schemas.microsoft.com/office/drawing/2014/main" id="{F6E49846-5991-4946-B48C-1DEBF6A18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44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6" name="Freeform 6705">
                <a:extLst>
                  <a:ext uri="{FF2B5EF4-FFF2-40B4-BE49-F238E27FC236}">
                    <a16:creationId xmlns:a16="http://schemas.microsoft.com/office/drawing/2014/main" id="{0DF7F9BB-3250-4E45-ABE1-400A9BAC2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4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7" name="Freeform 6706">
                <a:extLst>
                  <a:ext uri="{FF2B5EF4-FFF2-40B4-BE49-F238E27FC236}">
                    <a16:creationId xmlns:a16="http://schemas.microsoft.com/office/drawing/2014/main" id="{9983E320-08DB-49E0-93F5-74F7BC944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44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8" name="Freeform 6707">
                <a:extLst>
                  <a:ext uri="{FF2B5EF4-FFF2-40B4-BE49-F238E27FC236}">
                    <a16:creationId xmlns:a16="http://schemas.microsoft.com/office/drawing/2014/main" id="{3388B461-8E55-49F3-B048-5490B7960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5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49" name="Freeform 6708">
                <a:extLst>
                  <a:ext uri="{FF2B5EF4-FFF2-40B4-BE49-F238E27FC236}">
                    <a16:creationId xmlns:a16="http://schemas.microsoft.com/office/drawing/2014/main" id="{9BF54101-1CB1-4996-A188-73A227938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0" name="Freeform 6709">
                <a:extLst>
                  <a:ext uri="{FF2B5EF4-FFF2-40B4-BE49-F238E27FC236}">
                    <a16:creationId xmlns:a16="http://schemas.microsoft.com/office/drawing/2014/main" id="{26AC973E-A57A-4F2A-8BD8-6EF81C31C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5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1" name="Freeform 6710">
                <a:extLst>
                  <a:ext uri="{FF2B5EF4-FFF2-40B4-BE49-F238E27FC236}">
                    <a16:creationId xmlns:a16="http://schemas.microsoft.com/office/drawing/2014/main" id="{0EC56236-EC11-4B01-8F1C-7EB229B12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2" name="Freeform 6711">
                <a:extLst>
                  <a:ext uri="{FF2B5EF4-FFF2-40B4-BE49-F238E27FC236}">
                    <a16:creationId xmlns:a16="http://schemas.microsoft.com/office/drawing/2014/main" id="{91A23A62-3532-4332-AD4A-42421937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5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3" name="Freeform 6712">
                <a:extLst>
                  <a:ext uri="{FF2B5EF4-FFF2-40B4-BE49-F238E27FC236}">
                    <a16:creationId xmlns:a16="http://schemas.microsoft.com/office/drawing/2014/main" id="{39C4AFA8-A6AC-4F93-805A-BD5A1B3C2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5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4" name="Freeform 6713">
                <a:extLst>
                  <a:ext uri="{FF2B5EF4-FFF2-40B4-BE49-F238E27FC236}">
                    <a16:creationId xmlns:a16="http://schemas.microsoft.com/office/drawing/2014/main" id="{61AD2E7B-5999-4511-BA8F-56CDA391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57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5" name="Freeform 6714">
                <a:extLst>
                  <a:ext uri="{FF2B5EF4-FFF2-40B4-BE49-F238E27FC236}">
                    <a16:creationId xmlns:a16="http://schemas.microsoft.com/office/drawing/2014/main" id="{552672FE-3CC5-4841-BE00-7926B382A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5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6" name="Freeform 6715">
                <a:extLst>
                  <a:ext uri="{FF2B5EF4-FFF2-40B4-BE49-F238E27FC236}">
                    <a16:creationId xmlns:a16="http://schemas.microsoft.com/office/drawing/2014/main" id="{4E1B6B5F-2C89-48A0-9703-B1AE8253D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5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7" name="Freeform 6716">
                <a:extLst>
                  <a:ext uri="{FF2B5EF4-FFF2-40B4-BE49-F238E27FC236}">
                    <a16:creationId xmlns:a16="http://schemas.microsoft.com/office/drawing/2014/main" id="{93F74669-BAD2-4BFA-B06D-DCF7452A0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5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8" name="Freeform 6717">
                <a:extLst>
                  <a:ext uri="{FF2B5EF4-FFF2-40B4-BE49-F238E27FC236}">
                    <a16:creationId xmlns:a16="http://schemas.microsoft.com/office/drawing/2014/main" id="{7CD77D1F-6811-4123-89C7-270A7C20A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57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59" name="Freeform 6718">
                <a:extLst>
                  <a:ext uri="{FF2B5EF4-FFF2-40B4-BE49-F238E27FC236}">
                    <a16:creationId xmlns:a16="http://schemas.microsoft.com/office/drawing/2014/main" id="{47F6FB55-D50E-4DAD-AC2A-401507AEF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582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0" name="Freeform 6719">
                <a:extLst>
                  <a:ext uri="{FF2B5EF4-FFF2-40B4-BE49-F238E27FC236}">
                    <a16:creationId xmlns:a16="http://schemas.microsoft.com/office/drawing/2014/main" id="{877ABB73-66DE-4B86-8039-52337ABD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558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1" name="Freeform 6720">
                <a:extLst>
                  <a:ext uri="{FF2B5EF4-FFF2-40B4-BE49-F238E27FC236}">
                    <a16:creationId xmlns:a16="http://schemas.microsoft.com/office/drawing/2014/main" id="{3E98C8AF-3AE2-4651-8511-9DC913DFB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55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2" name="Freeform 6721">
                <a:extLst>
                  <a:ext uri="{FF2B5EF4-FFF2-40B4-BE49-F238E27FC236}">
                    <a16:creationId xmlns:a16="http://schemas.microsoft.com/office/drawing/2014/main" id="{FB0AC9A7-0166-410F-9B75-0D97791B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563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3" name="Freeform 6722">
                <a:extLst>
                  <a:ext uri="{FF2B5EF4-FFF2-40B4-BE49-F238E27FC236}">
                    <a16:creationId xmlns:a16="http://schemas.microsoft.com/office/drawing/2014/main" id="{0D96976E-6C10-4A9A-8A38-0091BF6DF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5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4" name="Freeform 6723">
                <a:extLst>
                  <a:ext uri="{FF2B5EF4-FFF2-40B4-BE49-F238E27FC236}">
                    <a16:creationId xmlns:a16="http://schemas.microsoft.com/office/drawing/2014/main" id="{70128076-49E7-412D-A19B-64F23640F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5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5" name="Freeform 6724">
                <a:extLst>
                  <a:ext uri="{FF2B5EF4-FFF2-40B4-BE49-F238E27FC236}">
                    <a16:creationId xmlns:a16="http://schemas.microsoft.com/office/drawing/2014/main" id="{93D333DC-2930-4C36-9995-396A0C3B2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550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0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6" name="Freeform 6725">
                <a:extLst>
                  <a:ext uri="{FF2B5EF4-FFF2-40B4-BE49-F238E27FC236}">
                    <a16:creationId xmlns:a16="http://schemas.microsoft.com/office/drawing/2014/main" id="{64144E05-BAF1-4F23-9C5C-3EE98FFC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5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7" name="Freeform 6726">
                <a:extLst>
                  <a:ext uri="{FF2B5EF4-FFF2-40B4-BE49-F238E27FC236}">
                    <a16:creationId xmlns:a16="http://schemas.microsoft.com/office/drawing/2014/main" id="{81E23BCE-93B3-4BE9-8BAE-D73BF6FB0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52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8" name="Freeform 6727">
                <a:extLst>
                  <a:ext uri="{FF2B5EF4-FFF2-40B4-BE49-F238E27FC236}">
                    <a16:creationId xmlns:a16="http://schemas.microsoft.com/office/drawing/2014/main" id="{031DDCD5-394B-44B6-805A-F72BD4518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51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9" name="Freeform 6728">
                <a:extLst>
                  <a:ext uri="{FF2B5EF4-FFF2-40B4-BE49-F238E27FC236}">
                    <a16:creationId xmlns:a16="http://schemas.microsoft.com/office/drawing/2014/main" id="{D80DE1CB-0EF8-4ECC-A42D-4C7060EC3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531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0" name="Freeform 6729">
                <a:extLst>
                  <a:ext uri="{FF2B5EF4-FFF2-40B4-BE49-F238E27FC236}">
                    <a16:creationId xmlns:a16="http://schemas.microsoft.com/office/drawing/2014/main" id="{31CE2DF7-3A0C-4622-9DC7-7CB35DF84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5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1" name="Freeform 6730">
                <a:extLst>
                  <a:ext uri="{FF2B5EF4-FFF2-40B4-BE49-F238E27FC236}">
                    <a16:creationId xmlns:a16="http://schemas.microsoft.com/office/drawing/2014/main" id="{FD467340-EE51-4625-B21F-157B08E15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53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2" name="Freeform 6731">
                <a:extLst>
                  <a:ext uri="{FF2B5EF4-FFF2-40B4-BE49-F238E27FC236}">
                    <a16:creationId xmlns:a16="http://schemas.microsoft.com/office/drawing/2014/main" id="{1909AE32-9F0E-4293-A105-F30CC3C9F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5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3" name="Freeform 6732">
                <a:extLst>
                  <a:ext uri="{FF2B5EF4-FFF2-40B4-BE49-F238E27FC236}">
                    <a16:creationId xmlns:a16="http://schemas.microsoft.com/office/drawing/2014/main" id="{E8239B30-2310-41BE-8597-3C8EA0B4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50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4" name="Freeform 6733">
                <a:extLst>
                  <a:ext uri="{FF2B5EF4-FFF2-40B4-BE49-F238E27FC236}">
                    <a16:creationId xmlns:a16="http://schemas.microsoft.com/office/drawing/2014/main" id="{54B74995-A4F3-46AE-BD7D-323F9F542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5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5" name="Freeform 6734">
                <a:extLst>
                  <a:ext uri="{FF2B5EF4-FFF2-40B4-BE49-F238E27FC236}">
                    <a16:creationId xmlns:a16="http://schemas.microsoft.com/office/drawing/2014/main" id="{D8B6F430-7402-4D08-AEAE-9DAA2BC90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574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6" name="Freeform 6735">
                <a:extLst>
                  <a:ext uri="{FF2B5EF4-FFF2-40B4-BE49-F238E27FC236}">
                    <a16:creationId xmlns:a16="http://schemas.microsoft.com/office/drawing/2014/main" id="{DEA44416-DD83-492E-BEE0-6ACA196E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57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7" name="Freeform 6736">
                <a:extLst>
                  <a:ext uri="{FF2B5EF4-FFF2-40B4-BE49-F238E27FC236}">
                    <a16:creationId xmlns:a16="http://schemas.microsoft.com/office/drawing/2014/main" id="{4C243AD4-2E90-454D-AD44-BAC185366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56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8" name="Freeform 6737">
                <a:extLst>
                  <a:ext uri="{FF2B5EF4-FFF2-40B4-BE49-F238E27FC236}">
                    <a16:creationId xmlns:a16="http://schemas.microsoft.com/office/drawing/2014/main" id="{78BCD9EF-4815-4A33-9D44-20874F37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55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9" name="Freeform 6738">
                <a:extLst>
                  <a:ext uri="{FF2B5EF4-FFF2-40B4-BE49-F238E27FC236}">
                    <a16:creationId xmlns:a16="http://schemas.microsoft.com/office/drawing/2014/main" id="{87173A0B-6D68-417E-9F23-D571509D4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5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0" name="Freeform 6739">
                <a:extLst>
                  <a:ext uri="{FF2B5EF4-FFF2-40B4-BE49-F238E27FC236}">
                    <a16:creationId xmlns:a16="http://schemas.microsoft.com/office/drawing/2014/main" id="{7F3D9EDF-ECFD-4668-B18F-F3A2C6177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5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1" name="Freeform 6740">
                <a:extLst>
                  <a:ext uri="{FF2B5EF4-FFF2-40B4-BE49-F238E27FC236}">
                    <a16:creationId xmlns:a16="http://schemas.microsoft.com/office/drawing/2014/main" id="{83BE4354-3C5A-484A-9552-D07D56DF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5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2" name="Freeform 6741">
                <a:extLst>
                  <a:ext uri="{FF2B5EF4-FFF2-40B4-BE49-F238E27FC236}">
                    <a16:creationId xmlns:a16="http://schemas.microsoft.com/office/drawing/2014/main" id="{6D37DECB-0CC9-4A3C-9388-247EDF870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56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0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3" name="Freeform 6742">
                <a:extLst>
                  <a:ext uri="{FF2B5EF4-FFF2-40B4-BE49-F238E27FC236}">
                    <a16:creationId xmlns:a16="http://schemas.microsoft.com/office/drawing/2014/main" id="{0722226C-EBB7-444B-A116-32B9D1D5A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5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4" name="Freeform 6743">
                <a:extLst>
                  <a:ext uri="{FF2B5EF4-FFF2-40B4-BE49-F238E27FC236}">
                    <a16:creationId xmlns:a16="http://schemas.microsoft.com/office/drawing/2014/main" id="{F1C53621-355C-45D1-A08D-FD78F8FAA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5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5" name="Freeform 6744">
                <a:extLst>
                  <a:ext uri="{FF2B5EF4-FFF2-40B4-BE49-F238E27FC236}">
                    <a16:creationId xmlns:a16="http://schemas.microsoft.com/office/drawing/2014/main" id="{DEBFDF81-19E7-4D72-8DF0-437CDA787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545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6" name="Freeform 6745">
                <a:extLst>
                  <a:ext uri="{FF2B5EF4-FFF2-40B4-BE49-F238E27FC236}">
                    <a16:creationId xmlns:a16="http://schemas.microsoft.com/office/drawing/2014/main" id="{F9C98F4B-98F1-4A3D-89B5-8B192C927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5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7" name="Freeform 6746">
                <a:extLst>
                  <a:ext uri="{FF2B5EF4-FFF2-40B4-BE49-F238E27FC236}">
                    <a16:creationId xmlns:a16="http://schemas.microsoft.com/office/drawing/2014/main" id="{11CCACB2-F045-40EF-B11C-8332F803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53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8" name="Freeform 6747">
                <a:extLst>
                  <a:ext uri="{FF2B5EF4-FFF2-40B4-BE49-F238E27FC236}">
                    <a16:creationId xmlns:a16="http://schemas.microsoft.com/office/drawing/2014/main" id="{0EF85D8A-C457-4C81-9B3C-0691E6CB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5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9" name="Freeform 6748">
                <a:extLst>
                  <a:ext uri="{FF2B5EF4-FFF2-40B4-BE49-F238E27FC236}">
                    <a16:creationId xmlns:a16="http://schemas.microsoft.com/office/drawing/2014/main" id="{3AE9C48B-F20B-45DB-B24B-C0F9A85A8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5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0" name="Freeform 6749">
                <a:extLst>
                  <a:ext uri="{FF2B5EF4-FFF2-40B4-BE49-F238E27FC236}">
                    <a16:creationId xmlns:a16="http://schemas.microsoft.com/office/drawing/2014/main" id="{FFE17148-0E9B-42E2-9A32-D97D84B83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48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1" name="Freeform 6750">
                <a:extLst>
                  <a:ext uri="{FF2B5EF4-FFF2-40B4-BE49-F238E27FC236}">
                    <a16:creationId xmlns:a16="http://schemas.microsoft.com/office/drawing/2014/main" id="{21EA1C28-6CE1-4ED4-8F38-6033CD154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51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0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2" name="Freeform 6751">
                <a:extLst>
                  <a:ext uri="{FF2B5EF4-FFF2-40B4-BE49-F238E27FC236}">
                    <a16:creationId xmlns:a16="http://schemas.microsoft.com/office/drawing/2014/main" id="{41DF224B-A589-4270-A170-1C3F7199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521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3" name="Freeform 6752">
                <a:extLst>
                  <a:ext uri="{FF2B5EF4-FFF2-40B4-BE49-F238E27FC236}">
                    <a16:creationId xmlns:a16="http://schemas.microsoft.com/office/drawing/2014/main" id="{97234987-DE59-48BE-9DF7-5288F5064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5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4" name="Freeform 6753">
                <a:extLst>
                  <a:ext uri="{FF2B5EF4-FFF2-40B4-BE49-F238E27FC236}">
                    <a16:creationId xmlns:a16="http://schemas.microsoft.com/office/drawing/2014/main" id="{C9388A41-E8D0-4588-AE71-6E37D376D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53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5" name="Freeform 6754">
                <a:extLst>
                  <a:ext uri="{FF2B5EF4-FFF2-40B4-BE49-F238E27FC236}">
                    <a16:creationId xmlns:a16="http://schemas.microsoft.com/office/drawing/2014/main" id="{FE755FDF-A860-436A-B7F1-C1CD9A6A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5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6" name="Freeform 6755">
                <a:extLst>
                  <a:ext uri="{FF2B5EF4-FFF2-40B4-BE49-F238E27FC236}">
                    <a16:creationId xmlns:a16="http://schemas.microsoft.com/office/drawing/2014/main" id="{C856CCA3-69E7-4F68-96EA-5A0E89AE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51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7" name="Freeform 6756">
                <a:extLst>
                  <a:ext uri="{FF2B5EF4-FFF2-40B4-BE49-F238E27FC236}">
                    <a16:creationId xmlns:a16="http://schemas.microsoft.com/office/drawing/2014/main" id="{A9DE66FC-9447-472C-B488-0839521C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50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8" name="Freeform 6757">
                <a:extLst>
                  <a:ext uri="{FF2B5EF4-FFF2-40B4-BE49-F238E27FC236}">
                    <a16:creationId xmlns:a16="http://schemas.microsoft.com/office/drawing/2014/main" id="{7A60CDA0-967A-4E19-92C8-2989C606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49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9" name="Freeform 6758">
                <a:extLst>
                  <a:ext uri="{FF2B5EF4-FFF2-40B4-BE49-F238E27FC236}">
                    <a16:creationId xmlns:a16="http://schemas.microsoft.com/office/drawing/2014/main" id="{090111F0-02F5-4E0E-9570-92D2AE719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48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0" name="Freeform 6759">
                <a:extLst>
                  <a:ext uri="{FF2B5EF4-FFF2-40B4-BE49-F238E27FC236}">
                    <a16:creationId xmlns:a16="http://schemas.microsoft.com/office/drawing/2014/main" id="{6D893387-D89D-44D3-B914-9DA8A3112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494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1" name="Freeform 6760">
                <a:extLst>
                  <a:ext uri="{FF2B5EF4-FFF2-40B4-BE49-F238E27FC236}">
                    <a16:creationId xmlns:a16="http://schemas.microsoft.com/office/drawing/2014/main" id="{EA6C8BFC-A6D8-4340-BE8F-040CD9EA2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51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2" name="Freeform 6761">
                <a:extLst>
                  <a:ext uri="{FF2B5EF4-FFF2-40B4-BE49-F238E27FC236}">
                    <a16:creationId xmlns:a16="http://schemas.microsoft.com/office/drawing/2014/main" id="{C94276E8-9336-40F4-A6C3-2F42F61EF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505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3" name="Freeform 6762">
                <a:extLst>
                  <a:ext uri="{FF2B5EF4-FFF2-40B4-BE49-F238E27FC236}">
                    <a16:creationId xmlns:a16="http://schemas.microsoft.com/office/drawing/2014/main" id="{541C87E0-AAC3-4DED-AB11-954630BB6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51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4" name="Freeform 6763">
                <a:extLst>
                  <a:ext uri="{FF2B5EF4-FFF2-40B4-BE49-F238E27FC236}">
                    <a16:creationId xmlns:a16="http://schemas.microsoft.com/office/drawing/2014/main" id="{CE89CE32-1AE3-460A-A4A0-4FA2BA1A3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53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5" name="Freeform 6764">
                <a:extLst>
                  <a:ext uri="{FF2B5EF4-FFF2-40B4-BE49-F238E27FC236}">
                    <a16:creationId xmlns:a16="http://schemas.microsoft.com/office/drawing/2014/main" id="{A64EA20C-6DE4-46DE-86B9-FC3121A40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51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6" name="Freeform 6765">
                <a:extLst>
                  <a:ext uri="{FF2B5EF4-FFF2-40B4-BE49-F238E27FC236}">
                    <a16:creationId xmlns:a16="http://schemas.microsoft.com/office/drawing/2014/main" id="{70A94CF3-B71C-4185-B037-28C89F841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2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7" name="Freeform 6766">
                <a:extLst>
                  <a:ext uri="{FF2B5EF4-FFF2-40B4-BE49-F238E27FC236}">
                    <a16:creationId xmlns:a16="http://schemas.microsoft.com/office/drawing/2014/main" id="{D48A4F3D-BFE2-42BC-9A0C-A2706FCD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50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8" name="Freeform 6767">
                <a:extLst>
                  <a:ext uri="{FF2B5EF4-FFF2-40B4-BE49-F238E27FC236}">
                    <a16:creationId xmlns:a16="http://schemas.microsoft.com/office/drawing/2014/main" id="{7B29DC17-85F6-4BCF-BCFD-D2AA16407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49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9" name="Freeform 6768">
                <a:extLst>
                  <a:ext uri="{FF2B5EF4-FFF2-40B4-BE49-F238E27FC236}">
                    <a16:creationId xmlns:a16="http://schemas.microsoft.com/office/drawing/2014/main" id="{73B51729-DD39-46BC-96D0-E6D7B82D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51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0" name="Freeform 6769">
                <a:extLst>
                  <a:ext uri="{FF2B5EF4-FFF2-40B4-BE49-F238E27FC236}">
                    <a16:creationId xmlns:a16="http://schemas.microsoft.com/office/drawing/2014/main" id="{DD326ACB-660F-4074-9883-89AA92E6F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50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1" name="Freeform 6770">
                <a:extLst>
                  <a:ext uri="{FF2B5EF4-FFF2-40B4-BE49-F238E27FC236}">
                    <a16:creationId xmlns:a16="http://schemas.microsoft.com/office/drawing/2014/main" id="{21EE1FCB-D3F4-4E07-B5AC-650E2E25D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4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2" name="Freeform 6771">
                <a:extLst>
                  <a:ext uri="{FF2B5EF4-FFF2-40B4-BE49-F238E27FC236}">
                    <a16:creationId xmlns:a16="http://schemas.microsoft.com/office/drawing/2014/main" id="{14AF2C7A-E91A-4232-A5AB-038614ADE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4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3" name="Freeform 6772">
                <a:extLst>
                  <a:ext uri="{FF2B5EF4-FFF2-40B4-BE49-F238E27FC236}">
                    <a16:creationId xmlns:a16="http://schemas.microsoft.com/office/drawing/2014/main" id="{F29CFFD8-B5A7-49BF-B80A-BF1F6C448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48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4" name="Freeform 6773">
                <a:extLst>
                  <a:ext uri="{FF2B5EF4-FFF2-40B4-BE49-F238E27FC236}">
                    <a16:creationId xmlns:a16="http://schemas.microsoft.com/office/drawing/2014/main" id="{C0946916-F4B7-4422-9207-B0DA3EB5D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48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5" name="Freeform 6774">
                <a:extLst>
                  <a:ext uri="{FF2B5EF4-FFF2-40B4-BE49-F238E27FC236}">
                    <a16:creationId xmlns:a16="http://schemas.microsoft.com/office/drawing/2014/main" id="{E8CE46FF-46EF-4F58-8B50-9F06979E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51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6" name="Freeform 6775">
                <a:extLst>
                  <a:ext uri="{FF2B5EF4-FFF2-40B4-BE49-F238E27FC236}">
                    <a16:creationId xmlns:a16="http://schemas.microsoft.com/office/drawing/2014/main" id="{0CA40211-C668-4905-A7BE-92E8E93AB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2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7" name="Freeform 6776">
                <a:extLst>
                  <a:ext uri="{FF2B5EF4-FFF2-40B4-BE49-F238E27FC236}">
                    <a16:creationId xmlns:a16="http://schemas.microsoft.com/office/drawing/2014/main" id="{025ED766-26BE-4A06-B509-901776586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5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8" name="Freeform 6777">
                <a:extLst>
                  <a:ext uri="{FF2B5EF4-FFF2-40B4-BE49-F238E27FC236}">
                    <a16:creationId xmlns:a16="http://schemas.microsoft.com/office/drawing/2014/main" id="{312A5FD3-BE54-447B-BBB4-D938EC7BE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51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9" name="Freeform 6778">
                <a:extLst>
                  <a:ext uri="{FF2B5EF4-FFF2-40B4-BE49-F238E27FC236}">
                    <a16:creationId xmlns:a16="http://schemas.microsoft.com/office/drawing/2014/main" id="{07C8AB78-B13A-4A6B-94F2-801EB3CF7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489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6" name="Group 6779">
              <a:extLst>
                <a:ext uri="{FF2B5EF4-FFF2-40B4-BE49-F238E27FC236}">
                  <a16:creationId xmlns:a16="http://schemas.microsoft.com/office/drawing/2014/main" id="{9466F7CF-DB78-49D4-BD31-0F5AF36CF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9" y="2259"/>
              <a:ext cx="280" cy="371"/>
              <a:chOff x="4239" y="2259"/>
              <a:chExt cx="280" cy="371"/>
            </a:xfrm>
          </p:grpSpPr>
          <p:sp>
            <p:nvSpPr>
              <p:cNvPr id="58420" name="Freeform 6780">
                <a:extLst>
                  <a:ext uri="{FF2B5EF4-FFF2-40B4-BE49-F238E27FC236}">
                    <a16:creationId xmlns:a16="http://schemas.microsoft.com/office/drawing/2014/main" id="{30525F1A-40E0-4EBA-A681-0CF09E7F2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502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1" name="Freeform 6781">
                <a:extLst>
                  <a:ext uri="{FF2B5EF4-FFF2-40B4-BE49-F238E27FC236}">
                    <a16:creationId xmlns:a16="http://schemas.microsoft.com/office/drawing/2014/main" id="{5E96AE2B-132E-4388-975C-C63D07851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9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2" name="Freeform 6782">
                <a:extLst>
                  <a:ext uri="{FF2B5EF4-FFF2-40B4-BE49-F238E27FC236}">
                    <a16:creationId xmlns:a16="http://schemas.microsoft.com/office/drawing/2014/main" id="{9AE9B31E-3531-49DE-8E7E-D7BB3FF6A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4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3" name="Freeform 6783">
                <a:extLst>
                  <a:ext uri="{FF2B5EF4-FFF2-40B4-BE49-F238E27FC236}">
                    <a16:creationId xmlns:a16="http://schemas.microsoft.com/office/drawing/2014/main" id="{D7EBD1EA-CE99-4A70-809F-0114E1EDA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46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4" name="Freeform 6784">
                <a:extLst>
                  <a:ext uri="{FF2B5EF4-FFF2-40B4-BE49-F238E27FC236}">
                    <a16:creationId xmlns:a16="http://schemas.microsoft.com/office/drawing/2014/main" id="{3F2C6595-9258-4AF4-8461-9341C4D0F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4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5" name="Freeform 6785">
                <a:extLst>
                  <a:ext uri="{FF2B5EF4-FFF2-40B4-BE49-F238E27FC236}">
                    <a16:creationId xmlns:a16="http://schemas.microsoft.com/office/drawing/2014/main" id="{1F683EBB-134D-4ABE-9BCE-55E5687B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50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6" name="Freeform 6786">
                <a:extLst>
                  <a:ext uri="{FF2B5EF4-FFF2-40B4-BE49-F238E27FC236}">
                    <a16:creationId xmlns:a16="http://schemas.microsoft.com/office/drawing/2014/main" id="{5CCEE2EC-0309-4E04-BDB6-085A5CB54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9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7" name="Freeform 6787">
                <a:extLst>
                  <a:ext uri="{FF2B5EF4-FFF2-40B4-BE49-F238E27FC236}">
                    <a16:creationId xmlns:a16="http://schemas.microsoft.com/office/drawing/2014/main" id="{90BC9F9F-89B5-4B81-B168-79B20F573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50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8" name="Freeform 6788">
                <a:extLst>
                  <a:ext uri="{FF2B5EF4-FFF2-40B4-BE49-F238E27FC236}">
                    <a16:creationId xmlns:a16="http://schemas.microsoft.com/office/drawing/2014/main" id="{8EE4B8FD-DEC5-456C-9A75-B77E8BA24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89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9" name="Freeform 6789">
                <a:extLst>
                  <a:ext uri="{FF2B5EF4-FFF2-40B4-BE49-F238E27FC236}">
                    <a16:creationId xmlns:a16="http://schemas.microsoft.com/office/drawing/2014/main" id="{89BA07AE-F87F-4448-99A8-1E40158E8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475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0" name="Freeform 6790">
                <a:extLst>
                  <a:ext uri="{FF2B5EF4-FFF2-40B4-BE49-F238E27FC236}">
                    <a16:creationId xmlns:a16="http://schemas.microsoft.com/office/drawing/2014/main" id="{93FDA503-72E1-48C7-88E0-F3B788BD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7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1" name="Freeform 6791">
                <a:extLst>
                  <a:ext uri="{FF2B5EF4-FFF2-40B4-BE49-F238E27FC236}">
                    <a16:creationId xmlns:a16="http://schemas.microsoft.com/office/drawing/2014/main" id="{44077AA3-814F-4FF0-8F1E-482DEC488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47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2" name="Freeform 6792">
                <a:extLst>
                  <a:ext uri="{FF2B5EF4-FFF2-40B4-BE49-F238E27FC236}">
                    <a16:creationId xmlns:a16="http://schemas.microsoft.com/office/drawing/2014/main" id="{2332FB5E-E62C-4030-920A-F0799A010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6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3" name="Freeform 6793">
                <a:extLst>
                  <a:ext uri="{FF2B5EF4-FFF2-40B4-BE49-F238E27FC236}">
                    <a16:creationId xmlns:a16="http://schemas.microsoft.com/office/drawing/2014/main" id="{CD993F78-DA5C-401A-8090-83F7A0FE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4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4" name="Freeform 6794">
                <a:extLst>
                  <a:ext uri="{FF2B5EF4-FFF2-40B4-BE49-F238E27FC236}">
                    <a16:creationId xmlns:a16="http://schemas.microsoft.com/office/drawing/2014/main" id="{84E411A0-3802-4918-940B-7606F3C87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4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5" name="Freeform 6795">
                <a:extLst>
                  <a:ext uri="{FF2B5EF4-FFF2-40B4-BE49-F238E27FC236}">
                    <a16:creationId xmlns:a16="http://schemas.microsoft.com/office/drawing/2014/main" id="{971A798A-E6D9-4742-A964-AC765F5C1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4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6" name="Freeform 6796">
                <a:extLst>
                  <a:ext uri="{FF2B5EF4-FFF2-40B4-BE49-F238E27FC236}">
                    <a16:creationId xmlns:a16="http://schemas.microsoft.com/office/drawing/2014/main" id="{F4A749E9-729A-40A0-B58F-9A603643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5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7" name="Freeform 6797">
                <a:extLst>
                  <a:ext uri="{FF2B5EF4-FFF2-40B4-BE49-F238E27FC236}">
                    <a16:creationId xmlns:a16="http://schemas.microsoft.com/office/drawing/2014/main" id="{F08B6C1A-E3E6-44AA-BD0D-5EC1F38F1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47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8" name="Freeform 6798">
                <a:extLst>
                  <a:ext uri="{FF2B5EF4-FFF2-40B4-BE49-F238E27FC236}">
                    <a16:creationId xmlns:a16="http://schemas.microsoft.com/office/drawing/2014/main" id="{03EDFCDF-CC58-4455-A5AB-8243C1D12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6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9" name="Freeform 6799">
                <a:extLst>
                  <a:ext uri="{FF2B5EF4-FFF2-40B4-BE49-F238E27FC236}">
                    <a16:creationId xmlns:a16="http://schemas.microsoft.com/office/drawing/2014/main" id="{6482FBFE-07C7-4C94-9F78-519118324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49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0" name="Freeform 6800">
                <a:extLst>
                  <a:ext uri="{FF2B5EF4-FFF2-40B4-BE49-F238E27FC236}">
                    <a16:creationId xmlns:a16="http://schemas.microsoft.com/office/drawing/2014/main" id="{7907F487-0955-4455-933C-FA5B4FFAA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50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1" name="Freeform 6801">
                <a:extLst>
                  <a:ext uri="{FF2B5EF4-FFF2-40B4-BE49-F238E27FC236}">
                    <a16:creationId xmlns:a16="http://schemas.microsoft.com/office/drawing/2014/main" id="{BB426CFB-7AAD-4393-A411-BE1F5A25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499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2" name="Freeform 6802">
                <a:extLst>
                  <a:ext uri="{FF2B5EF4-FFF2-40B4-BE49-F238E27FC236}">
                    <a16:creationId xmlns:a16="http://schemas.microsoft.com/office/drawing/2014/main" id="{FF08D4CF-A35A-451B-9041-CF9A8F8D4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4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3" name="Freeform 6803">
                <a:extLst>
                  <a:ext uri="{FF2B5EF4-FFF2-40B4-BE49-F238E27FC236}">
                    <a16:creationId xmlns:a16="http://schemas.microsoft.com/office/drawing/2014/main" id="{2C23C110-BAFF-4F14-B146-DA7B0EAAF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4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4" name="Freeform 6804">
                <a:extLst>
                  <a:ext uri="{FF2B5EF4-FFF2-40B4-BE49-F238E27FC236}">
                    <a16:creationId xmlns:a16="http://schemas.microsoft.com/office/drawing/2014/main" id="{D7FAC3E0-ADDE-4AFF-9CEA-30FBB54D0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481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5" name="Freeform 6805">
                <a:extLst>
                  <a:ext uri="{FF2B5EF4-FFF2-40B4-BE49-F238E27FC236}">
                    <a16:creationId xmlns:a16="http://schemas.microsoft.com/office/drawing/2014/main" id="{AB806B82-FAE6-4755-8082-E68A73135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499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6" name="Freeform 6806">
                <a:extLst>
                  <a:ext uri="{FF2B5EF4-FFF2-40B4-BE49-F238E27FC236}">
                    <a16:creationId xmlns:a16="http://schemas.microsoft.com/office/drawing/2014/main" id="{E2AEA2CB-0A4C-4AC0-A11F-21E8C365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4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7" name="Freeform 6807">
                <a:extLst>
                  <a:ext uri="{FF2B5EF4-FFF2-40B4-BE49-F238E27FC236}">
                    <a16:creationId xmlns:a16="http://schemas.microsoft.com/office/drawing/2014/main" id="{B4203B24-FAE4-4EBE-A688-2EF0B105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8" name="Freeform 6808">
                <a:extLst>
                  <a:ext uri="{FF2B5EF4-FFF2-40B4-BE49-F238E27FC236}">
                    <a16:creationId xmlns:a16="http://schemas.microsoft.com/office/drawing/2014/main" id="{CF0A9996-CC34-442E-BF54-B0D446D1F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8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9" name="Freeform 6809">
                <a:extLst>
                  <a:ext uri="{FF2B5EF4-FFF2-40B4-BE49-F238E27FC236}">
                    <a16:creationId xmlns:a16="http://schemas.microsoft.com/office/drawing/2014/main" id="{45CB925D-543A-4B8C-BE01-AB13F670E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5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0" name="Freeform 6810">
                <a:extLst>
                  <a:ext uri="{FF2B5EF4-FFF2-40B4-BE49-F238E27FC236}">
                    <a16:creationId xmlns:a16="http://schemas.microsoft.com/office/drawing/2014/main" id="{624B1F72-6B29-4932-A7A2-C1FCAB786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7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1" name="Freeform 6811">
                <a:extLst>
                  <a:ext uri="{FF2B5EF4-FFF2-40B4-BE49-F238E27FC236}">
                    <a16:creationId xmlns:a16="http://schemas.microsoft.com/office/drawing/2014/main" id="{3DF405C9-9C44-4E86-A878-D361FCC18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56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2" name="Freeform 6812">
                <a:extLst>
                  <a:ext uri="{FF2B5EF4-FFF2-40B4-BE49-F238E27FC236}">
                    <a16:creationId xmlns:a16="http://schemas.microsoft.com/office/drawing/2014/main" id="{682A649C-70F2-4173-9EAD-01B6E0EA6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5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3" name="Freeform 6813">
                <a:extLst>
                  <a:ext uri="{FF2B5EF4-FFF2-40B4-BE49-F238E27FC236}">
                    <a16:creationId xmlns:a16="http://schemas.microsoft.com/office/drawing/2014/main" id="{9D2ECEF1-FBD1-45B5-9DD1-11A6185EC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59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4" name="Freeform 6814">
                <a:extLst>
                  <a:ext uri="{FF2B5EF4-FFF2-40B4-BE49-F238E27FC236}">
                    <a16:creationId xmlns:a16="http://schemas.microsoft.com/office/drawing/2014/main" id="{64CD04EE-50A3-4373-8EED-4F4749950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582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5" name="Freeform 6815">
                <a:extLst>
                  <a:ext uri="{FF2B5EF4-FFF2-40B4-BE49-F238E27FC236}">
                    <a16:creationId xmlns:a16="http://schemas.microsoft.com/office/drawing/2014/main" id="{2C97B603-853C-4027-91D1-5E55653EC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59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6" name="Freeform 6816">
                <a:extLst>
                  <a:ext uri="{FF2B5EF4-FFF2-40B4-BE49-F238E27FC236}">
                    <a16:creationId xmlns:a16="http://schemas.microsoft.com/office/drawing/2014/main" id="{EBB4BBE8-9699-48BE-83AA-C2AAF02EF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60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7" name="Freeform 6817">
                <a:extLst>
                  <a:ext uri="{FF2B5EF4-FFF2-40B4-BE49-F238E27FC236}">
                    <a16:creationId xmlns:a16="http://schemas.microsoft.com/office/drawing/2014/main" id="{CEA8CB6D-A02C-40E1-A992-086777F58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9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8" name="Freeform 6818">
                <a:extLst>
                  <a:ext uri="{FF2B5EF4-FFF2-40B4-BE49-F238E27FC236}">
                    <a16:creationId xmlns:a16="http://schemas.microsoft.com/office/drawing/2014/main" id="{C4E2E685-A82A-4E63-9860-EAA1812B3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60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9" name="Freeform 6819">
                <a:extLst>
                  <a:ext uri="{FF2B5EF4-FFF2-40B4-BE49-F238E27FC236}">
                    <a16:creationId xmlns:a16="http://schemas.microsoft.com/office/drawing/2014/main" id="{2969BD6C-40E0-46CD-B925-6D5EB8B47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58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0" name="Freeform 6820">
                <a:extLst>
                  <a:ext uri="{FF2B5EF4-FFF2-40B4-BE49-F238E27FC236}">
                    <a16:creationId xmlns:a16="http://schemas.microsoft.com/office/drawing/2014/main" id="{A6DBA1B2-4304-4753-816B-9DA96F03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57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1" name="Freeform 6821">
                <a:extLst>
                  <a:ext uri="{FF2B5EF4-FFF2-40B4-BE49-F238E27FC236}">
                    <a16:creationId xmlns:a16="http://schemas.microsoft.com/office/drawing/2014/main" id="{58CCFAEA-63B3-460C-915B-D27AC54D0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5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2" name="Freeform 6822">
                <a:extLst>
                  <a:ext uri="{FF2B5EF4-FFF2-40B4-BE49-F238E27FC236}">
                    <a16:creationId xmlns:a16="http://schemas.microsoft.com/office/drawing/2014/main" id="{6B32751B-F17C-490E-B596-7E117C9D1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57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3" name="Freeform 6823">
                <a:extLst>
                  <a:ext uri="{FF2B5EF4-FFF2-40B4-BE49-F238E27FC236}">
                    <a16:creationId xmlns:a16="http://schemas.microsoft.com/office/drawing/2014/main" id="{37E34956-5E8F-4614-9CC0-A7D877DF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5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4" name="Freeform 6824">
                <a:extLst>
                  <a:ext uri="{FF2B5EF4-FFF2-40B4-BE49-F238E27FC236}">
                    <a16:creationId xmlns:a16="http://schemas.microsoft.com/office/drawing/2014/main" id="{4602F07F-53E6-4F40-A031-AF81A4EBB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5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5" name="Freeform 6825">
                <a:extLst>
                  <a:ext uri="{FF2B5EF4-FFF2-40B4-BE49-F238E27FC236}">
                    <a16:creationId xmlns:a16="http://schemas.microsoft.com/office/drawing/2014/main" id="{15738B54-F1A9-40CE-989D-2EC5CEB0C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56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6" name="Freeform 6826">
                <a:extLst>
                  <a:ext uri="{FF2B5EF4-FFF2-40B4-BE49-F238E27FC236}">
                    <a16:creationId xmlns:a16="http://schemas.microsoft.com/office/drawing/2014/main" id="{B307BE90-992F-4304-910C-4C537DA9F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55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7" name="Freeform 6827">
                <a:extLst>
                  <a:ext uri="{FF2B5EF4-FFF2-40B4-BE49-F238E27FC236}">
                    <a16:creationId xmlns:a16="http://schemas.microsoft.com/office/drawing/2014/main" id="{38A4814E-B0A7-48DA-B9D4-6A221ADA5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5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8" name="Freeform 6828">
                <a:extLst>
                  <a:ext uri="{FF2B5EF4-FFF2-40B4-BE49-F238E27FC236}">
                    <a16:creationId xmlns:a16="http://schemas.microsoft.com/office/drawing/2014/main" id="{2D238C7E-E84F-4954-8D76-E735EBB17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5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9" name="Freeform 6829">
                <a:extLst>
                  <a:ext uri="{FF2B5EF4-FFF2-40B4-BE49-F238E27FC236}">
                    <a16:creationId xmlns:a16="http://schemas.microsoft.com/office/drawing/2014/main" id="{23E1AED4-E83C-4949-81EC-6FFCF6AB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5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0" name="Freeform 6830">
                <a:extLst>
                  <a:ext uri="{FF2B5EF4-FFF2-40B4-BE49-F238E27FC236}">
                    <a16:creationId xmlns:a16="http://schemas.microsoft.com/office/drawing/2014/main" id="{8855CB40-9AD6-4B03-8B9C-CF942752C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55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1" name="Freeform 6831">
                <a:extLst>
                  <a:ext uri="{FF2B5EF4-FFF2-40B4-BE49-F238E27FC236}">
                    <a16:creationId xmlns:a16="http://schemas.microsoft.com/office/drawing/2014/main" id="{74BF9EF1-C3B2-43C7-93F1-E8BF51107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5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2" name="Freeform 6832">
                <a:extLst>
                  <a:ext uri="{FF2B5EF4-FFF2-40B4-BE49-F238E27FC236}">
                    <a16:creationId xmlns:a16="http://schemas.microsoft.com/office/drawing/2014/main" id="{181700AD-73A9-4549-9EFB-60FEE455A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52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3" name="Freeform 6833">
                <a:extLst>
                  <a:ext uri="{FF2B5EF4-FFF2-40B4-BE49-F238E27FC236}">
                    <a16:creationId xmlns:a16="http://schemas.microsoft.com/office/drawing/2014/main" id="{C6FF1E0B-8FEE-4499-9C09-A4E450EF6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59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4" name="Freeform 6834">
                <a:extLst>
                  <a:ext uri="{FF2B5EF4-FFF2-40B4-BE49-F238E27FC236}">
                    <a16:creationId xmlns:a16="http://schemas.microsoft.com/office/drawing/2014/main" id="{060FF7F3-AE9F-42FC-A6FE-13A2D2EA7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59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5" name="Freeform 6835">
                <a:extLst>
                  <a:ext uri="{FF2B5EF4-FFF2-40B4-BE49-F238E27FC236}">
                    <a16:creationId xmlns:a16="http://schemas.microsoft.com/office/drawing/2014/main" id="{BD4537FA-44E7-4E3A-A185-9CA40341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6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6" name="Freeform 6836">
                <a:extLst>
                  <a:ext uri="{FF2B5EF4-FFF2-40B4-BE49-F238E27FC236}">
                    <a16:creationId xmlns:a16="http://schemas.microsoft.com/office/drawing/2014/main" id="{6136F973-431C-4023-BC0A-7C30DC5BD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60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7" name="Freeform 6837">
                <a:extLst>
                  <a:ext uri="{FF2B5EF4-FFF2-40B4-BE49-F238E27FC236}">
                    <a16:creationId xmlns:a16="http://schemas.microsoft.com/office/drawing/2014/main" id="{C5739033-8DEA-494F-A43A-1ED6F9769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8" name="Freeform 6838">
                <a:extLst>
                  <a:ext uri="{FF2B5EF4-FFF2-40B4-BE49-F238E27FC236}">
                    <a16:creationId xmlns:a16="http://schemas.microsoft.com/office/drawing/2014/main" id="{943FA73F-49EC-4128-B4F1-F24A6E8D2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5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9" name="Freeform 6839">
                <a:extLst>
                  <a:ext uri="{FF2B5EF4-FFF2-40B4-BE49-F238E27FC236}">
                    <a16:creationId xmlns:a16="http://schemas.microsoft.com/office/drawing/2014/main" id="{9865851D-37C8-4FF1-9179-56E2C8AFF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5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0" name="Freeform 6840">
                <a:extLst>
                  <a:ext uri="{FF2B5EF4-FFF2-40B4-BE49-F238E27FC236}">
                    <a16:creationId xmlns:a16="http://schemas.microsoft.com/office/drawing/2014/main" id="{D47FB1FE-F1F4-4176-BF1C-6CE33B286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5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1" name="Freeform 6841">
                <a:extLst>
                  <a:ext uri="{FF2B5EF4-FFF2-40B4-BE49-F238E27FC236}">
                    <a16:creationId xmlns:a16="http://schemas.microsoft.com/office/drawing/2014/main" id="{F19E9984-B444-410D-8334-FFC9AA65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2" name="Freeform 6842">
                <a:extLst>
                  <a:ext uri="{FF2B5EF4-FFF2-40B4-BE49-F238E27FC236}">
                    <a16:creationId xmlns:a16="http://schemas.microsoft.com/office/drawing/2014/main" id="{0110FB22-C711-4DF8-AC9C-5A34D21AB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5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3" name="Freeform 6843">
                <a:extLst>
                  <a:ext uri="{FF2B5EF4-FFF2-40B4-BE49-F238E27FC236}">
                    <a16:creationId xmlns:a16="http://schemas.microsoft.com/office/drawing/2014/main" id="{82A55C7C-D64E-4307-A79F-25B991880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566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4" name="Freeform 6844">
                <a:extLst>
                  <a:ext uri="{FF2B5EF4-FFF2-40B4-BE49-F238E27FC236}">
                    <a16:creationId xmlns:a16="http://schemas.microsoft.com/office/drawing/2014/main" id="{6B9F745F-B2E8-46A7-B9BB-A9F666344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59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5" name="Freeform 6845">
                <a:extLst>
                  <a:ext uri="{FF2B5EF4-FFF2-40B4-BE49-F238E27FC236}">
                    <a16:creationId xmlns:a16="http://schemas.microsoft.com/office/drawing/2014/main" id="{EFBCF220-B650-43F9-8325-6137FCFEF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619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6" name="Freeform 6846">
                <a:extLst>
                  <a:ext uri="{FF2B5EF4-FFF2-40B4-BE49-F238E27FC236}">
                    <a16:creationId xmlns:a16="http://schemas.microsoft.com/office/drawing/2014/main" id="{367291A1-1E7A-4906-917F-F02C9FF1D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5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7" name="Freeform 6847">
                <a:extLst>
                  <a:ext uri="{FF2B5EF4-FFF2-40B4-BE49-F238E27FC236}">
                    <a16:creationId xmlns:a16="http://schemas.microsoft.com/office/drawing/2014/main" id="{BD14FEB2-C1B5-4005-9E47-BACFE7146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6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8" name="Freeform 6848">
                <a:extLst>
                  <a:ext uri="{FF2B5EF4-FFF2-40B4-BE49-F238E27FC236}">
                    <a16:creationId xmlns:a16="http://schemas.microsoft.com/office/drawing/2014/main" id="{F2E4E6C4-CF08-43EA-BA5C-4E62BE495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60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9" name="Freeform 6849">
                <a:extLst>
                  <a:ext uri="{FF2B5EF4-FFF2-40B4-BE49-F238E27FC236}">
                    <a16:creationId xmlns:a16="http://schemas.microsoft.com/office/drawing/2014/main" id="{70D0E203-1CAB-46FA-8001-CF4A3015E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59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0" name="Freeform 6850">
                <a:extLst>
                  <a:ext uri="{FF2B5EF4-FFF2-40B4-BE49-F238E27FC236}">
                    <a16:creationId xmlns:a16="http://schemas.microsoft.com/office/drawing/2014/main" id="{F299E6BA-C6EF-4D26-81F9-0CA71B859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6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1" name="Freeform 6851">
                <a:extLst>
                  <a:ext uri="{FF2B5EF4-FFF2-40B4-BE49-F238E27FC236}">
                    <a16:creationId xmlns:a16="http://schemas.microsoft.com/office/drawing/2014/main" id="{3E75A666-B756-42F8-9817-352C9B12D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5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2" name="Freeform 6852">
                <a:extLst>
                  <a:ext uri="{FF2B5EF4-FFF2-40B4-BE49-F238E27FC236}">
                    <a16:creationId xmlns:a16="http://schemas.microsoft.com/office/drawing/2014/main" id="{62454DB7-60EF-4A57-B62D-FAC69E15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59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3" name="Freeform 6853">
                <a:extLst>
                  <a:ext uri="{FF2B5EF4-FFF2-40B4-BE49-F238E27FC236}">
                    <a16:creationId xmlns:a16="http://schemas.microsoft.com/office/drawing/2014/main" id="{C1675861-253B-4DA8-9CE7-CBD187A2F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59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4" name="Freeform 6854">
                <a:extLst>
                  <a:ext uri="{FF2B5EF4-FFF2-40B4-BE49-F238E27FC236}">
                    <a16:creationId xmlns:a16="http://schemas.microsoft.com/office/drawing/2014/main" id="{F55FAF6E-A659-40CE-BF7F-7AC61F3F1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58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5" name="Freeform 6855">
                <a:extLst>
                  <a:ext uri="{FF2B5EF4-FFF2-40B4-BE49-F238E27FC236}">
                    <a16:creationId xmlns:a16="http://schemas.microsoft.com/office/drawing/2014/main" id="{8E238BFF-3146-49FA-9D4F-8D839DBE7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6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6" name="Freeform 6856">
                <a:extLst>
                  <a:ext uri="{FF2B5EF4-FFF2-40B4-BE49-F238E27FC236}">
                    <a16:creationId xmlns:a16="http://schemas.microsoft.com/office/drawing/2014/main" id="{2584DC00-AFF6-4DB4-A347-32D223A42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6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7" name="Freeform 6857">
                <a:extLst>
                  <a:ext uri="{FF2B5EF4-FFF2-40B4-BE49-F238E27FC236}">
                    <a16:creationId xmlns:a16="http://schemas.microsoft.com/office/drawing/2014/main" id="{E8DF11BC-B041-48C0-B672-723FAC600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58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8" name="Freeform 6858">
                <a:extLst>
                  <a:ext uri="{FF2B5EF4-FFF2-40B4-BE49-F238E27FC236}">
                    <a16:creationId xmlns:a16="http://schemas.microsoft.com/office/drawing/2014/main" id="{34092C96-E0F2-49C5-93E2-94C248431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56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9" name="Freeform 6859">
                <a:extLst>
                  <a:ext uri="{FF2B5EF4-FFF2-40B4-BE49-F238E27FC236}">
                    <a16:creationId xmlns:a16="http://schemas.microsoft.com/office/drawing/2014/main" id="{D8F0EB93-416E-489D-8E76-862B38C69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6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0" name="Freeform 6860">
                <a:extLst>
                  <a:ext uri="{FF2B5EF4-FFF2-40B4-BE49-F238E27FC236}">
                    <a16:creationId xmlns:a16="http://schemas.microsoft.com/office/drawing/2014/main" id="{F0FFBDFC-551E-4925-8127-DC60B394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61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12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1" name="Freeform 6861">
                <a:extLst>
                  <a:ext uri="{FF2B5EF4-FFF2-40B4-BE49-F238E27FC236}">
                    <a16:creationId xmlns:a16="http://schemas.microsoft.com/office/drawing/2014/main" id="{2F0E0190-B757-42C1-A99B-BEA4108DE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553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2" name="Freeform 6862">
                <a:extLst>
                  <a:ext uri="{FF2B5EF4-FFF2-40B4-BE49-F238E27FC236}">
                    <a16:creationId xmlns:a16="http://schemas.microsoft.com/office/drawing/2014/main" id="{1B577AA8-CBC4-4BAE-B99B-929C88020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5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3" name="Freeform 6863">
                <a:extLst>
                  <a:ext uri="{FF2B5EF4-FFF2-40B4-BE49-F238E27FC236}">
                    <a16:creationId xmlns:a16="http://schemas.microsoft.com/office/drawing/2014/main" id="{E03C91D9-8C85-4EA8-951D-B76F622E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5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4" name="Freeform 6864">
                <a:extLst>
                  <a:ext uri="{FF2B5EF4-FFF2-40B4-BE49-F238E27FC236}">
                    <a16:creationId xmlns:a16="http://schemas.microsoft.com/office/drawing/2014/main" id="{D6068838-3164-4A56-9EB8-A38F2CFDA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5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5" name="Freeform 6865">
                <a:extLst>
                  <a:ext uri="{FF2B5EF4-FFF2-40B4-BE49-F238E27FC236}">
                    <a16:creationId xmlns:a16="http://schemas.microsoft.com/office/drawing/2014/main" id="{E8381BD1-6639-46FC-9868-82A264879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5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6" name="Freeform 6866">
                <a:extLst>
                  <a:ext uri="{FF2B5EF4-FFF2-40B4-BE49-F238E27FC236}">
                    <a16:creationId xmlns:a16="http://schemas.microsoft.com/office/drawing/2014/main" id="{F97689E4-FEB8-4030-8F0D-77A9032C0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54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7" name="Freeform 6867">
                <a:extLst>
                  <a:ext uri="{FF2B5EF4-FFF2-40B4-BE49-F238E27FC236}">
                    <a16:creationId xmlns:a16="http://schemas.microsoft.com/office/drawing/2014/main" id="{2EE29BD0-618E-4805-A2FE-A29726CFB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5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8" name="Freeform 6868">
                <a:extLst>
                  <a:ext uri="{FF2B5EF4-FFF2-40B4-BE49-F238E27FC236}">
                    <a16:creationId xmlns:a16="http://schemas.microsoft.com/office/drawing/2014/main" id="{221519AF-18EB-4151-9863-E6DB5717B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5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9" name="Freeform 6869">
                <a:extLst>
                  <a:ext uri="{FF2B5EF4-FFF2-40B4-BE49-F238E27FC236}">
                    <a16:creationId xmlns:a16="http://schemas.microsoft.com/office/drawing/2014/main" id="{554131AC-84A6-40F7-AF6E-AEBD39702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539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0" name="Freeform 6870">
                <a:extLst>
                  <a:ext uri="{FF2B5EF4-FFF2-40B4-BE49-F238E27FC236}">
                    <a16:creationId xmlns:a16="http://schemas.microsoft.com/office/drawing/2014/main" id="{3264CF3F-459A-416F-A987-F287C6379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531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1" name="Freeform 6871">
                <a:extLst>
                  <a:ext uri="{FF2B5EF4-FFF2-40B4-BE49-F238E27FC236}">
                    <a16:creationId xmlns:a16="http://schemas.microsoft.com/office/drawing/2014/main" id="{AEC6B7DE-D7EA-4CBE-8F99-3A840059E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529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2" name="Freeform 6872">
                <a:extLst>
                  <a:ext uri="{FF2B5EF4-FFF2-40B4-BE49-F238E27FC236}">
                    <a16:creationId xmlns:a16="http://schemas.microsoft.com/office/drawing/2014/main" id="{97B08AB8-E265-49A3-8AA6-2A89EA82D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52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3" name="Freeform 6873">
                <a:extLst>
                  <a:ext uri="{FF2B5EF4-FFF2-40B4-BE49-F238E27FC236}">
                    <a16:creationId xmlns:a16="http://schemas.microsoft.com/office/drawing/2014/main" id="{4D7C643C-B386-48AF-B95F-9CE5F5F3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50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4" name="Freeform 6874">
                <a:extLst>
                  <a:ext uri="{FF2B5EF4-FFF2-40B4-BE49-F238E27FC236}">
                    <a16:creationId xmlns:a16="http://schemas.microsoft.com/office/drawing/2014/main" id="{DFCD9BE7-BE06-4DB4-8E28-2439CF7E7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515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5" name="Freeform 6875">
                <a:extLst>
                  <a:ext uri="{FF2B5EF4-FFF2-40B4-BE49-F238E27FC236}">
                    <a16:creationId xmlns:a16="http://schemas.microsoft.com/office/drawing/2014/main" id="{ED72A13B-449C-4998-B687-2AAC60393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5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6" name="Freeform 6876">
                <a:extLst>
                  <a:ext uri="{FF2B5EF4-FFF2-40B4-BE49-F238E27FC236}">
                    <a16:creationId xmlns:a16="http://schemas.microsoft.com/office/drawing/2014/main" id="{0A4E0C45-4A8A-4499-87B0-E942A2E89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5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7" name="Freeform 6877">
                <a:extLst>
                  <a:ext uri="{FF2B5EF4-FFF2-40B4-BE49-F238E27FC236}">
                    <a16:creationId xmlns:a16="http://schemas.microsoft.com/office/drawing/2014/main" id="{EABC7680-47C6-4B47-A6F2-B38D43E5E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39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8" name="Freeform 6878">
                <a:extLst>
                  <a:ext uri="{FF2B5EF4-FFF2-40B4-BE49-F238E27FC236}">
                    <a16:creationId xmlns:a16="http://schemas.microsoft.com/office/drawing/2014/main" id="{89475D6B-EF25-4578-A50D-845670109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9" name="Freeform 6879">
                <a:extLst>
                  <a:ext uri="{FF2B5EF4-FFF2-40B4-BE49-F238E27FC236}">
                    <a16:creationId xmlns:a16="http://schemas.microsoft.com/office/drawing/2014/main" id="{CDF44CF5-3BE8-44AB-B9A5-E18C98AA6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5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0" name="Freeform 6880">
                <a:extLst>
                  <a:ext uri="{FF2B5EF4-FFF2-40B4-BE49-F238E27FC236}">
                    <a16:creationId xmlns:a16="http://schemas.microsoft.com/office/drawing/2014/main" id="{558CC73E-0E40-4BEF-B50E-E756D119B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5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1" name="Freeform 6881">
                <a:extLst>
                  <a:ext uri="{FF2B5EF4-FFF2-40B4-BE49-F238E27FC236}">
                    <a16:creationId xmlns:a16="http://schemas.microsoft.com/office/drawing/2014/main" id="{2734060D-E32D-4C23-89B5-8CDD5CAFE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52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2" name="Freeform 6882">
                <a:extLst>
                  <a:ext uri="{FF2B5EF4-FFF2-40B4-BE49-F238E27FC236}">
                    <a16:creationId xmlns:a16="http://schemas.microsoft.com/office/drawing/2014/main" id="{C110D403-BE0B-4689-AC5D-9613CA322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523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3" name="Freeform 6883">
                <a:extLst>
                  <a:ext uri="{FF2B5EF4-FFF2-40B4-BE49-F238E27FC236}">
                    <a16:creationId xmlns:a16="http://schemas.microsoft.com/office/drawing/2014/main" id="{1B05EECE-F510-4688-9E03-A9E29F3A0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18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4" name="Freeform 6884">
                <a:extLst>
                  <a:ext uri="{FF2B5EF4-FFF2-40B4-BE49-F238E27FC236}">
                    <a16:creationId xmlns:a16="http://schemas.microsoft.com/office/drawing/2014/main" id="{2DA40D8F-BC45-49D4-AF94-C2C1242C0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9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5" name="Freeform 6885">
                <a:extLst>
                  <a:ext uri="{FF2B5EF4-FFF2-40B4-BE49-F238E27FC236}">
                    <a16:creationId xmlns:a16="http://schemas.microsoft.com/office/drawing/2014/main" id="{05FCC21E-3720-4829-8070-AE5BFCDBE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5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6" name="Freeform 6886">
                <a:extLst>
                  <a:ext uri="{FF2B5EF4-FFF2-40B4-BE49-F238E27FC236}">
                    <a16:creationId xmlns:a16="http://schemas.microsoft.com/office/drawing/2014/main" id="{A84E9636-6D19-4FB9-82FD-31012F289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2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7" name="Freeform 6887">
                <a:extLst>
                  <a:ext uri="{FF2B5EF4-FFF2-40B4-BE49-F238E27FC236}">
                    <a16:creationId xmlns:a16="http://schemas.microsoft.com/office/drawing/2014/main" id="{14CC2ED3-4DC9-4EF9-9192-15F9DDD75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1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8" name="Freeform 6888">
                <a:extLst>
                  <a:ext uri="{FF2B5EF4-FFF2-40B4-BE49-F238E27FC236}">
                    <a16:creationId xmlns:a16="http://schemas.microsoft.com/office/drawing/2014/main" id="{BF977A02-78CB-4153-B316-F66F7BA78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53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29" name="Freeform 6889">
                <a:extLst>
                  <a:ext uri="{FF2B5EF4-FFF2-40B4-BE49-F238E27FC236}">
                    <a16:creationId xmlns:a16="http://schemas.microsoft.com/office/drawing/2014/main" id="{30D87433-4FF7-4F0B-A712-72277B4AF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5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0" name="Freeform 6890">
                <a:extLst>
                  <a:ext uri="{FF2B5EF4-FFF2-40B4-BE49-F238E27FC236}">
                    <a16:creationId xmlns:a16="http://schemas.microsoft.com/office/drawing/2014/main" id="{97B79DF7-51E6-46A9-B225-2E5DA4837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5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1" name="Freeform 6891">
                <a:extLst>
                  <a:ext uri="{FF2B5EF4-FFF2-40B4-BE49-F238E27FC236}">
                    <a16:creationId xmlns:a16="http://schemas.microsoft.com/office/drawing/2014/main" id="{836169F5-2FE5-42A9-9FB1-0996D45D3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51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2" name="Freeform 6892">
                <a:extLst>
                  <a:ext uri="{FF2B5EF4-FFF2-40B4-BE49-F238E27FC236}">
                    <a16:creationId xmlns:a16="http://schemas.microsoft.com/office/drawing/2014/main" id="{4B04EF56-BCCC-4816-9DDE-8B7EEFDA0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507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3" name="Freeform 6893">
                <a:extLst>
                  <a:ext uri="{FF2B5EF4-FFF2-40B4-BE49-F238E27FC236}">
                    <a16:creationId xmlns:a16="http://schemas.microsoft.com/office/drawing/2014/main" id="{169166A3-AF50-45A4-A17F-BA063E5EF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53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4" name="Freeform 6894">
                <a:extLst>
                  <a:ext uri="{FF2B5EF4-FFF2-40B4-BE49-F238E27FC236}">
                    <a16:creationId xmlns:a16="http://schemas.microsoft.com/office/drawing/2014/main" id="{E7E911A0-00CD-4CA4-BF8C-DFCCF24AA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5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5" name="Freeform 6895">
                <a:extLst>
                  <a:ext uri="{FF2B5EF4-FFF2-40B4-BE49-F238E27FC236}">
                    <a16:creationId xmlns:a16="http://schemas.microsoft.com/office/drawing/2014/main" id="{1724844F-9AEC-405E-AF46-6FC20EC8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5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6" name="Freeform 6896">
                <a:extLst>
                  <a:ext uri="{FF2B5EF4-FFF2-40B4-BE49-F238E27FC236}">
                    <a16:creationId xmlns:a16="http://schemas.microsoft.com/office/drawing/2014/main" id="{A7818D49-2086-42A5-B054-BC48413F5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53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7" name="Freeform 6897">
                <a:extLst>
                  <a:ext uri="{FF2B5EF4-FFF2-40B4-BE49-F238E27FC236}">
                    <a16:creationId xmlns:a16="http://schemas.microsoft.com/office/drawing/2014/main" id="{4B629E13-91A1-4CCB-8B45-B7F57909A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521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8" name="Freeform 6898">
                <a:extLst>
                  <a:ext uri="{FF2B5EF4-FFF2-40B4-BE49-F238E27FC236}">
                    <a16:creationId xmlns:a16="http://schemas.microsoft.com/office/drawing/2014/main" id="{9AAA3C46-1971-47E2-B9B0-5912FB74B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5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39" name="Freeform 6899">
                <a:extLst>
                  <a:ext uri="{FF2B5EF4-FFF2-40B4-BE49-F238E27FC236}">
                    <a16:creationId xmlns:a16="http://schemas.microsoft.com/office/drawing/2014/main" id="{639AF0E9-5EDF-4EBA-B12B-5A5FA0F74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523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0" name="Freeform 6900">
                <a:extLst>
                  <a:ext uri="{FF2B5EF4-FFF2-40B4-BE49-F238E27FC236}">
                    <a16:creationId xmlns:a16="http://schemas.microsoft.com/office/drawing/2014/main" id="{35BFED76-D2E3-4148-AD96-38C1EFDE7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513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1" name="Freeform 6901">
                <a:extLst>
                  <a:ext uri="{FF2B5EF4-FFF2-40B4-BE49-F238E27FC236}">
                    <a16:creationId xmlns:a16="http://schemas.microsoft.com/office/drawing/2014/main" id="{E72B9446-EC75-4CCB-A4E4-C234EC9EA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0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2" name="Freeform 6902">
                <a:extLst>
                  <a:ext uri="{FF2B5EF4-FFF2-40B4-BE49-F238E27FC236}">
                    <a16:creationId xmlns:a16="http://schemas.microsoft.com/office/drawing/2014/main" id="{AE4F8ED2-0BCE-4C6A-8FF8-1FCBA21D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5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3" name="Freeform 6903">
                <a:extLst>
                  <a:ext uri="{FF2B5EF4-FFF2-40B4-BE49-F238E27FC236}">
                    <a16:creationId xmlns:a16="http://schemas.microsoft.com/office/drawing/2014/main" id="{9240B277-98EA-49BF-A447-6952DC305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5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4" name="Freeform 6904">
                <a:extLst>
                  <a:ext uri="{FF2B5EF4-FFF2-40B4-BE49-F238E27FC236}">
                    <a16:creationId xmlns:a16="http://schemas.microsoft.com/office/drawing/2014/main" id="{E1E809B4-9D31-44CD-9517-968490054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13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12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5" name="Freeform 6905">
                <a:extLst>
                  <a:ext uri="{FF2B5EF4-FFF2-40B4-BE49-F238E27FC236}">
                    <a16:creationId xmlns:a16="http://schemas.microsoft.com/office/drawing/2014/main" id="{76ABC11E-8282-4278-A756-3C627CE2B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5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6" name="Freeform 6906">
                <a:extLst>
                  <a:ext uri="{FF2B5EF4-FFF2-40B4-BE49-F238E27FC236}">
                    <a16:creationId xmlns:a16="http://schemas.microsoft.com/office/drawing/2014/main" id="{D89DB1D3-845F-460D-8AC4-3E6F8136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44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7" name="Freeform 6907">
                <a:extLst>
                  <a:ext uri="{FF2B5EF4-FFF2-40B4-BE49-F238E27FC236}">
                    <a16:creationId xmlns:a16="http://schemas.microsoft.com/office/drawing/2014/main" id="{70F198EA-A67E-41F2-8864-F2B905BC0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5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8" name="Freeform 6908">
                <a:extLst>
                  <a:ext uri="{FF2B5EF4-FFF2-40B4-BE49-F238E27FC236}">
                    <a16:creationId xmlns:a16="http://schemas.microsoft.com/office/drawing/2014/main" id="{03D4F13E-18E5-4AB3-823B-F533167FF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54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49" name="Freeform 6909">
                <a:extLst>
                  <a:ext uri="{FF2B5EF4-FFF2-40B4-BE49-F238E27FC236}">
                    <a16:creationId xmlns:a16="http://schemas.microsoft.com/office/drawing/2014/main" id="{BC3472DF-DC96-41C1-83B8-6002B0B55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534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0" name="Freeform 6910">
                <a:extLst>
                  <a:ext uri="{FF2B5EF4-FFF2-40B4-BE49-F238E27FC236}">
                    <a16:creationId xmlns:a16="http://schemas.microsoft.com/office/drawing/2014/main" id="{E43837A3-497A-44B3-B88F-A47317CB2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52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1" name="Freeform 6911">
                <a:extLst>
                  <a:ext uri="{FF2B5EF4-FFF2-40B4-BE49-F238E27FC236}">
                    <a16:creationId xmlns:a16="http://schemas.microsoft.com/office/drawing/2014/main" id="{DC3A9CE4-205C-4DF9-B12C-3819874C3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4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2" name="Freeform 6912">
                <a:extLst>
                  <a:ext uri="{FF2B5EF4-FFF2-40B4-BE49-F238E27FC236}">
                    <a16:creationId xmlns:a16="http://schemas.microsoft.com/office/drawing/2014/main" id="{BDB95615-A6EB-483A-BBC4-075A7391D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5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3" name="Freeform 6913">
                <a:extLst>
                  <a:ext uri="{FF2B5EF4-FFF2-40B4-BE49-F238E27FC236}">
                    <a16:creationId xmlns:a16="http://schemas.microsoft.com/office/drawing/2014/main" id="{6E254EA2-4122-4365-9C71-1B2A574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44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4" name="Freeform 6914">
                <a:extLst>
                  <a:ext uri="{FF2B5EF4-FFF2-40B4-BE49-F238E27FC236}">
                    <a16:creationId xmlns:a16="http://schemas.microsoft.com/office/drawing/2014/main" id="{738AD220-D375-482A-98F1-2D752AA7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7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5" name="Freeform 6915">
                <a:extLst>
                  <a:ext uri="{FF2B5EF4-FFF2-40B4-BE49-F238E27FC236}">
                    <a16:creationId xmlns:a16="http://schemas.microsoft.com/office/drawing/2014/main" id="{A291D641-1F6C-4A27-B695-ED23BDF7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6" name="Freeform 6916">
                <a:extLst>
                  <a:ext uri="{FF2B5EF4-FFF2-40B4-BE49-F238E27FC236}">
                    <a16:creationId xmlns:a16="http://schemas.microsoft.com/office/drawing/2014/main" id="{F46E420B-99C1-45AC-8311-5E43897C7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46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7" name="Freeform 6917">
                <a:extLst>
                  <a:ext uri="{FF2B5EF4-FFF2-40B4-BE49-F238E27FC236}">
                    <a16:creationId xmlns:a16="http://schemas.microsoft.com/office/drawing/2014/main" id="{801561E5-B7B2-41FA-8DB2-6BBF89353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46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8" name="Freeform 6918">
                <a:extLst>
                  <a:ext uri="{FF2B5EF4-FFF2-40B4-BE49-F238E27FC236}">
                    <a16:creationId xmlns:a16="http://schemas.microsoft.com/office/drawing/2014/main" id="{E8B317EE-D7C2-418A-8702-74BFB9F49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5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9" name="Freeform 6919">
                <a:extLst>
                  <a:ext uri="{FF2B5EF4-FFF2-40B4-BE49-F238E27FC236}">
                    <a16:creationId xmlns:a16="http://schemas.microsoft.com/office/drawing/2014/main" id="{9BA3F7DB-55E9-4028-85A9-182429AD5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45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0" name="Freeform 6920">
                <a:extLst>
                  <a:ext uri="{FF2B5EF4-FFF2-40B4-BE49-F238E27FC236}">
                    <a16:creationId xmlns:a16="http://schemas.microsoft.com/office/drawing/2014/main" id="{D66B6850-9B74-41AD-8669-AAA5B1A0D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55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1" name="Freeform 6921">
                <a:extLst>
                  <a:ext uri="{FF2B5EF4-FFF2-40B4-BE49-F238E27FC236}">
                    <a16:creationId xmlns:a16="http://schemas.microsoft.com/office/drawing/2014/main" id="{65D7A0F7-A925-4951-83EB-69D69C366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5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2" name="Freeform 6922">
                <a:extLst>
                  <a:ext uri="{FF2B5EF4-FFF2-40B4-BE49-F238E27FC236}">
                    <a16:creationId xmlns:a16="http://schemas.microsoft.com/office/drawing/2014/main" id="{836E9A89-937C-479D-BCBE-C81E20FC5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4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3" name="Freeform 6923">
                <a:extLst>
                  <a:ext uri="{FF2B5EF4-FFF2-40B4-BE49-F238E27FC236}">
                    <a16:creationId xmlns:a16="http://schemas.microsoft.com/office/drawing/2014/main" id="{F1D427D2-FE84-4095-8319-3FB9C81D0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473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12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4" name="Freeform 6924">
                <a:extLst>
                  <a:ext uri="{FF2B5EF4-FFF2-40B4-BE49-F238E27FC236}">
                    <a16:creationId xmlns:a16="http://schemas.microsoft.com/office/drawing/2014/main" id="{9A2562BF-4784-4311-928A-5BBBAFF4D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4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5" name="Freeform 6925">
                <a:extLst>
                  <a:ext uri="{FF2B5EF4-FFF2-40B4-BE49-F238E27FC236}">
                    <a16:creationId xmlns:a16="http://schemas.microsoft.com/office/drawing/2014/main" id="{B6847B7C-5B25-4667-937A-19952BECC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46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6" name="Freeform 6926">
                <a:extLst>
                  <a:ext uri="{FF2B5EF4-FFF2-40B4-BE49-F238E27FC236}">
                    <a16:creationId xmlns:a16="http://schemas.microsoft.com/office/drawing/2014/main" id="{538B9D8D-4D3F-4582-B3BA-6FEAFC338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5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7" name="Freeform 6927">
                <a:extLst>
                  <a:ext uri="{FF2B5EF4-FFF2-40B4-BE49-F238E27FC236}">
                    <a16:creationId xmlns:a16="http://schemas.microsoft.com/office/drawing/2014/main" id="{5CCE9284-6558-485C-A22B-7AA6EFC2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5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8" name="Freeform 6928">
                <a:extLst>
                  <a:ext uri="{FF2B5EF4-FFF2-40B4-BE49-F238E27FC236}">
                    <a16:creationId xmlns:a16="http://schemas.microsoft.com/office/drawing/2014/main" id="{913E2028-BADE-4BC0-9753-60DC8744A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9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9" name="Freeform 6929">
                <a:extLst>
                  <a:ext uri="{FF2B5EF4-FFF2-40B4-BE49-F238E27FC236}">
                    <a16:creationId xmlns:a16="http://schemas.microsoft.com/office/drawing/2014/main" id="{CD1817B8-1656-45AD-AF59-2DFF47604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5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0" name="Freeform 6930">
                <a:extLst>
                  <a:ext uri="{FF2B5EF4-FFF2-40B4-BE49-F238E27FC236}">
                    <a16:creationId xmlns:a16="http://schemas.microsoft.com/office/drawing/2014/main" id="{08221840-F27A-4FCA-B94F-3FB5F9773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45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1" name="Freeform 6931">
                <a:extLst>
                  <a:ext uri="{FF2B5EF4-FFF2-40B4-BE49-F238E27FC236}">
                    <a16:creationId xmlns:a16="http://schemas.microsoft.com/office/drawing/2014/main" id="{7AE2A186-62EF-4FB8-BCFC-FDAD44669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13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2" name="Freeform 6932">
                <a:extLst>
                  <a:ext uri="{FF2B5EF4-FFF2-40B4-BE49-F238E27FC236}">
                    <a16:creationId xmlns:a16="http://schemas.microsoft.com/office/drawing/2014/main" id="{E1ACEED0-D891-4081-AD99-FB485164E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4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3" name="Freeform 6933">
                <a:extLst>
                  <a:ext uri="{FF2B5EF4-FFF2-40B4-BE49-F238E27FC236}">
                    <a16:creationId xmlns:a16="http://schemas.microsoft.com/office/drawing/2014/main" id="{E9EADBC1-2E51-4918-BDAA-752C0DF2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48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4" name="Freeform 6934">
                <a:extLst>
                  <a:ext uri="{FF2B5EF4-FFF2-40B4-BE49-F238E27FC236}">
                    <a16:creationId xmlns:a16="http://schemas.microsoft.com/office/drawing/2014/main" id="{6BC2A46A-04A6-4FEE-925B-E0D3D1E4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4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5" name="Freeform 6935">
                <a:extLst>
                  <a:ext uri="{FF2B5EF4-FFF2-40B4-BE49-F238E27FC236}">
                    <a16:creationId xmlns:a16="http://schemas.microsoft.com/office/drawing/2014/main" id="{98AA3F00-8658-412F-ABFC-6896324C0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4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6" name="Freeform 6936">
                <a:extLst>
                  <a:ext uri="{FF2B5EF4-FFF2-40B4-BE49-F238E27FC236}">
                    <a16:creationId xmlns:a16="http://schemas.microsoft.com/office/drawing/2014/main" id="{54B433AF-21AB-4996-8B9B-A7803A57B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45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7" name="Freeform 6937">
                <a:extLst>
                  <a:ext uri="{FF2B5EF4-FFF2-40B4-BE49-F238E27FC236}">
                    <a16:creationId xmlns:a16="http://schemas.microsoft.com/office/drawing/2014/main" id="{52FBB1BE-7C97-4019-80C0-B88308B0A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5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8" name="Freeform 6938">
                <a:extLst>
                  <a:ext uri="{FF2B5EF4-FFF2-40B4-BE49-F238E27FC236}">
                    <a16:creationId xmlns:a16="http://schemas.microsoft.com/office/drawing/2014/main" id="{E8AB8706-46F7-4006-9C43-69FF33C41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5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9" name="Freeform 6939">
                <a:extLst>
                  <a:ext uri="{FF2B5EF4-FFF2-40B4-BE49-F238E27FC236}">
                    <a16:creationId xmlns:a16="http://schemas.microsoft.com/office/drawing/2014/main" id="{1D17A054-CE14-4B12-8FEC-B551831E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58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0" name="Freeform 6940">
                <a:extLst>
                  <a:ext uri="{FF2B5EF4-FFF2-40B4-BE49-F238E27FC236}">
                    <a16:creationId xmlns:a16="http://schemas.microsoft.com/office/drawing/2014/main" id="{860D2473-71D4-4A3C-AE1F-A044F4511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1" name="Freeform 6941">
                <a:extLst>
                  <a:ext uri="{FF2B5EF4-FFF2-40B4-BE49-F238E27FC236}">
                    <a16:creationId xmlns:a16="http://schemas.microsoft.com/office/drawing/2014/main" id="{6A4A443D-57BD-4A2B-A127-140F8CEEC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2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2" name="Freeform 6942">
                <a:extLst>
                  <a:ext uri="{FF2B5EF4-FFF2-40B4-BE49-F238E27FC236}">
                    <a16:creationId xmlns:a16="http://schemas.microsoft.com/office/drawing/2014/main" id="{88DB2BB4-1731-486E-B56A-CB8FE018D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5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3" name="Freeform 6943">
                <a:extLst>
                  <a:ext uri="{FF2B5EF4-FFF2-40B4-BE49-F238E27FC236}">
                    <a16:creationId xmlns:a16="http://schemas.microsoft.com/office/drawing/2014/main" id="{F79E9556-5EAA-47E0-B0AC-D8AF95B2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51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4" name="Freeform 6944">
                <a:extLst>
                  <a:ext uri="{FF2B5EF4-FFF2-40B4-BE49-F238E27FC236}">
                    <a16:creationId xmlns:a16="http://schemas.microsoft.com/office/drawing/2014/main" id="{9BFFC94D-AFF1-4D2E-B19D-A8C156D44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8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5" name="Freeform 6945">
                <a:extLst>
                  <a:ext uri="{FF2B5EF4-FFF2-40B4-BE49-F238E27FC236}">
                    <a16:creationId xmlns:a16="http://schemas.microsoft.com/office/drawing/2014/main" id="{3C0860ED-3B06-4DFB-881D-9E0A3F63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52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6" name="Freeform 6946">
                <a:extLst>
                  <a:ext uri="{FF2B5EF4-FFF2-40B4-BE49-F238E27FC236}">
                    <a16:creationId xmlns:a16="http://schemas.microsoft.com/office/drawing/2014/main" id="{7F3BEA33-3BDF-4FEC-B8F7-75234F6ED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52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7" name="Freeform 6947">
                <a:extLst>
                  <a:ext uri="{FF2B5EF4-FFF2-40B4-BE49-F238E27FC236}">
                    <a16:creationId xmlns:a16="http://schemas.microsoft.com/office/drawing/2014/main" id="{4F7AB550-A899-41AF-9381-3463167AE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52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8" name="Freeform 6948">
                <a:extLst>
                  <a:ext uri="{FF2B5EF4-FFF2-40B4-BE49-F238E27FC236}">
                    <a16:creationId xmlns:a16="http://schemas.microsoft.com/office/drawing/2014/main" id="{CA2BFEB0-20B8-4882-955F-AC58F5A7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52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9" name="Freeform 6949">
                <a:extLst>
                  <a:ext uri="{FF2B5EF4-FFF2-40B4-BE49-F238E27FC236}">
                    <a16:creationId xmlns:a16="http://schemas.microsoft.com/office/drawing/2014/main" id="{51DB08F9-CB94-4DBA-8F21-ECBFDC56D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5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0" name="Freeform 6950">
                <a:extLst>
                  <a:ext uri="{FF2B5EF4-FFF2-40B4-BE49-F238E27FC236}">
                    <a16:creationId xmlns:a16="http://schemas.microsoft.com/office/drawing/2014/main" id="{E69F5514-A5AB-4147-9DB7-A4A15F4C7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52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1" name="Freeform 6951">
                <a:extLst>
                  <a:ext uri="{FF2B5EF4-FFF2-40B4-BE49-F238E27FC236}">
                    <a16:creationId xmlns:a16="http://schemas.microsoft.com/office/drawing/2014/main" id="{2B3EB48C-5D85-4D1F-86EC-2F77DC60B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5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2" name="Freeform 6952">
                <a:extLst>
                  <a:ext uri="{FF2B5EF4-FFF2-40B4-BE49-F238E27FC236}">
                    <a16:creationId xmlns:a16="http://schemas.microsoft.com/office/drawing/2014/main" id="{59216665-D85E-4048-9846-8EF7A8304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46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0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3" name="Freeform 6953">
                <a:extLst>
                  <a:ext uri="{FF2B5EF4-FFF2-40B4-BE49-F238E27FC236}">
                    <a16:creationId xmlns:a16="http://schemas.microsoft.com/office/drawing/2014/main" id="{13C09033-CBCC-46D2-9550-97808AAFA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49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4" name="Freeform 6954">
                <a:extLst>
                  <a:ext uri="{FF2B5EF4-FFF2-40B4-BE49-F238E27FC236}">
                    <a16:creationId xmlns:a16="http://schemas.microsoft.com/office/drawing/2014/main" id="{52E30468-F854-498F-945D-BD2C43F0E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5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5" name="Freeform 6955">
                <a:extLst>
                  <a:ext uri="{FF2B5EF4-FFF2-40B4-BE49-F238E27FC236}">
                    <a16:creationId xmlns:a16="http://schemas.microsoft.com/office/drawing/2014/main" id="{45B289EA-D265-42CF-BB78-67372A646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50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6" name="Freeform 6956">
                <a:extLst>
                  <a:ext uri="{FF2B5EF4-FFF2-40B4-BE49-F238E27FC236}">
                    <a16:creationId xmlns:a16="http://schemas.microsoft.com/office/drawing/2014/main" id="{747F63FA-CF55-4D92-96F0-0DD229C37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4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7" name="Freeform 6957">
                <a:extLst>
                  <a:ext uri="{FF2B5EF4-FFF2-40B4-BE49-F238E27FC236}">
                    <a16:creationId xmlns:a16="http://schemas.microsoft.com/office/drawing/2014/main" id="{94390F9B-7260-4D4C-AF5E-B488EA7FA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502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8" name="Freeform 6958">
                <a:extLst>
                  <a:ext uri="{FF2B5EF4-FFF2-40B4-BE49-F238E27FC236}">
                    <a16:creationId xmlns:a16="http://schemas.microsoft.com/office/drawing/2014/main" id="{D510F135-4A52-4199-9BDE-6FEE43225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49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9" name="Freeform 6959">
                <a:extLst>
                  <a:ext uri="{FF2B5EF4-FFF2-40B4-BE49-F238E27FC236}">
                    <a16:creationId xmlns:a16="http://schemas.microsoft.com/office/drawing/2014/main" id="{BAD70093-DB77-4BB2-AF19-D7E178AEC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49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0" name="Freeform 6960">
                <a:extLst>
                  <a:ext uri="{FF2B5EF4-FFF2-40B4-BE49-F238E27FC236}">
                    <a16:creationId xmlns:a16="http://schemas.microsoft.com/office/drawing/2014/main" id="{8A956D96-799D-4F8C-9311-2A2BFB7E5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4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1" name="Freeform 6961">
                <a:extLst>
                  <a:ext uri="{FF2B5EF4-FFF2-40B4-BE49-F238E27FC236}">
                    <a16:creationId xmlns:a16="http://schemas.microsoft.com/office/drawing/2014/main" id="{2C94642A-B605-4516-88D4-E8A8763F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6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2" name="Freeform 6962">
                <a:extLst>
                  <a:ext uri="{FF2B5EF4-FFF2-40B4-BE49-F238E27FC236}">
                    <a16:creationId xmlns:a16="http://schemas.microsoft.com/office/drawing/2014/main" id="{82F080E4-BB0F-4D35-9E11-9B5C03DF7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7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3" name="Freeform 6963">
                <a:extLst>
                  <a:ext uri="{FF2B5EF4-FFF2-40B4-BE49-F238E27FC236}">
                    <a16:creationId xmlns:a16="http://schemas.microsoft.com/office/drawing/2014/main" id="{DC4E7B70-08D4-4C9C-8F2F-31C6994D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50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4" name="Freeform 6964">
                <a:extLst>
                  <a:ext uri="{FF2B5EF4-FFF2-40B4-BE49-F238E27FC236}">
                    <a16:creationId xmlns:a16="http://schemas.microsoft.com/office/drawing/2014/main" id="{9F743379-1B3A-4EFA-A52E-7EA47CC1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4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5" name="Freeform 6965">
                <a:extLst>
                  <a:ext uri="{FF2B5EF4-FFF2-40B4-BE49-F238E27FC236}">
                    <a16:creationId xmlns:a16="http://schemas.microsoft.com/office/drawing/2014/main" id="{CB41DAD5-A29F-4D3F-9D6D-2CB6F83D5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50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6" name="Freeform 6966">
                <a:extLst>
                  <a:ext uri="{FF2B5EF4-FFF2-40B4-BE49-F238E27FC236}">
                    <a16:creationId xmlns:a16="http://schemas.microsoft.com/office/drawing/2014/main" id="{FED614DC-B3B8-46E1-83FB-EF29875A3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5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7" name="Freeform 6967">
                <a:extLst>
                  <a:ext uri="{FF2B5EF4-FFF2-40B4-BE49-F238E27FC236}">
                    <a16:creationId xmlns:a16="http://schemas.microsoft.com/office/drawing/2014/main" id="{5DC297D1-5BF7-43AF-A8C7-A908CBD3F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50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8" name="Freeform 6968">
                <a:extLst>
                  <a:ext uri="{FF2B5EF4-FFF2-40B4-BE49-F238E27FC236}">
                    <a16:creationId xmlns:a16="http://schemas.microsoft.com/office/drawing/2014/main" id="{D732332C-68F8-4FEA-A8E4-C15DE2FF0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5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9" name="Freeform 6969">
                <a:extLst>
                  <a:ext uri="{FF2B5EF4-FFF2-40B4-BE49-F238E27FC236}">
                    <a16:creationId xmlns:a16="http://schemas.microsoft.com/office/drawing/2014/main" id="{4F7918EB-9295-4115-A7FD-F0E919E7F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486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21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0" name="Freeform 6970">
                <a:extLst>
                  <a:ext uri="{FF2B5EF4-FFF2-40B4-BE49-F238E27FC236}">
                    <a16:creationId xmlns:a16="http://schemas.microsoft.com/office/drawing/2014/main" id="{9788237A-D9D8-4C09-BBEB-5493C4824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4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1" name="Freeform 6971">
                <a:extLst>
                  <a:ext uri="{FF2B5EF4-FFF2-40B4-BE49-F238E27FC236}">
                    <a16:creationId xmlns:a16="http://schemas.microsoft.com/office/drawing/2014/main" id="{BA8AF519-C8AF-452C-B8EB-677874B9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49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2" name="Freeform 6972">
                <a:extLst>
                  <a:ext uri="{FF2B5EF4-FFF2-40B4-BE49-F238E27FC236}">
                    <a16:creationId xmlns:a16="http://schemas.microsoft.com/office/drawing/2014/main" id="{5EA237D8-D453-4DA8-AD59-C1AFAB5DE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483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3" name="Freeform 6973">
                <a:extLst>
                  <a:ext uri="{FF2B5EF4-FFF2-40B4-BE49-F238E27FC236}">
                    <a16:creationId xmlns:a16="http://schemas.microsoft.com/office/drawing/2014/main" id="{DB0C9B29-888F-4BC9-9D67-EFE5AF1C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8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4" name="Freeform 6974">
                <a:extLst>
                  <a:ext uri="{FF2B5EF4-FFF2-40B4-BE49-F238E27FC236}">
                    <a16:creationId xmlns:a16="http://schemas.microsoft.com/office/drawing/2014/main" id="{C7B61BB7-97E1-491C-AA6E-7E3AD148D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47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5" name="Freeform 6975">
                <a:extLst>
                  <a:ext uri="{FF2B5EF4-FFF2-40B4-BE49-F238E27FC236}">
                    <a16:creationId xmlns:a16="http://schemas.microsoft.com/office/drawing/2014/main" id="{0527E45E-B7F1-4350-ACB4-DBDB90ED2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4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6" name="Freeform 6976">
                <a:extLst>
                  <a:ext uri="{FF2B5EF4-FFF2-40B4-BE49-F238E27FC236}">
                    <a16:creationId xmlns:a16="http://schemas.microsoft.com/office/drawing/2014/main" id="{543D832B-433A-4B90-97A8-677092C36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9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7" name="Freeform 6977">
                <a:extLst>
                  <a:ext uri="{FF2B5EF4-FFF2-40B4-BE49-F238E27FC236}">
                    <a16:creationId xmlns:a16="http://schemas.microsoft.com/office/drawing/2014/main" id="{BFD31A38-C208-403D-882C-A00726C4B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50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8" name="Freeform 6978">
                <a:extLst>
                  <a:ext uri="{FF2B5EF4-FFF2-40B4-BE49-F238E27FC236}">
                    <a16:creationId xmlns:a16="http://schemas.microsoft.com/office/drawing/2014/main" id="{CDCBB7CF-6FDE-4616-A083-9212DD48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50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9" name="Freeform 6979">
                <a:extLst>
                  <a:ext uri="{FF2B5EF4-FFF2-40B4-BE49-F238E27FC236}">
                    <a16:creationId xmlns:a16="http://schemas.microsoft.com/office/drawing/2014/main" id="{DF75D4BC-2C0A-4957-B4F0-A65A85A15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51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7" name="Group 6980">
              <a:extLst>
                <a:ext uri="{FF2B5EF4-FFF2-40B4-BE49-F238E27FC236}">
                  <a16:creationId xmlns:a16="http://schemas.microsoft.com/office/drawing/2014/main" id="{6C6BDD61-E990-4B2C-913F-AD8D52390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4" y="2307"/>
              <a:ext cx="487" cy="262"/>
              <a:chOff x="4274" y="2307"/>
              <a:chExt cx="487" cy="262"/>
            </a:xfrm>
          </p:grpSpPr>
          <p:sp>
            <p:nvSpPr>
              <p:cNvPr id="22380" name="Freeform 6981">
                <a:extLst>
                  <a:ext uri="{FF2B5EF4-FFF2-40B4-BE49-F238E27FC236}">
                    <a16:creationId xmlns:a16="http://schemas.microsoft.com/office/drawing/2014/main" id="{525A1757-CFA4-443F-94C2-EEDA6EF2B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49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1" name="Freeform 6982">
                <a:extLst>
                  <a:ext uri="{FF2B5EF4-FFF2-40B4-BE49-F238E27FC236}">
                    <a16:creationId xmlns:a16="http://schemas.microsoft.com/office/drawing/2014/main" id="{77658D17-561D-4C5B-BB2D-B2B1D1E0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8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2" name="Freeform 6983">
                <a:extLst>
                  <a:ext uri="{FF2B5EF4-FFF2-40B4-BE49-F238E27FC236}">
                    <a16:creationId xmlns:a16="http://schemas.microsoft.com/office/drawing/2014/main" id="{28975BCC-FCA1-46A8-ADF3-83BFD2CC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7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3" name="Freeform 6984">
                <a:extLst>
                  <a:ext uri="{FF2B5EF4-FFF2-40B4-BE49-F238E27FC236}">
                    <a16:creationId xmlns:a16="http://schemas.microsoft.com/office/drawing/2014/main" id="{4FF28B63-081B-4146-A78A-92E595FEA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4" name="Freeform 6985">
                <a:extLst>
                  <a:ext uri="{FF2B5EF4-FFF2-40B4-BE49-F238E27FC236}">
                    <a16:creationId xmlns:a16="http://schemas.microsoft.com/office/drawing/2014/main" id="{C163EE8E-4898-4BB8-A03F-6EA8819E9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4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5" name="Freeform 6986">
                <a:extLst>
                  <a:ext uri="{FF2B5EF4-FFF2-40B4-BE49-F238E27FC236}">
                    <a16:creationId xmlns:a16="http://schemas.microsoft.com/office/drawing/2014/main" id="{97B2BD3A-B986-4EE1-BDBC-47B39459E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4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6" name="Freeform 6987">
                <a:extLst>
                  <a:ext uri="{FF2B5EF4-FFF2-40B4-BE49-F238E27FC236}">
                    <a16:creationId xmlns:a16="http://schemas.microsoft.com/office/drawing/2014/main" id="{08716063-1EA8-4644-A07F-472E59DF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47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7" name="Freeform 6988">
                <a:extLst>
                  <a:ext uri="{FF2B5EF4-FFF2-40B4-BE49-F238E27FC236}">
                    <a16:creationId xmlns:a16="http://schemas.microsoft.com/office/drawing/2014/main" id="{BAB2B951-876C-4412-8852-2BBC75CD2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47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8" name="Freeform 6989">
                <a:extLst>
                  <a:ext uri="{FF2B5EF4-FFF2-40B4-BE49-F238E27FC236}">
                    <a16:creationId xmlns:a16="http://schemas.microsoft.com/office/drawing/2014/main" id="{663D47BD-D32E-4132-B551-06944A6A8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43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9" name="Freeform 6990">
                <a:extLst>
                  <a:ext uri="{FF2B5EF4-FFF2-40B4-BE49-F238E27FC236}">
                    <a16:creationId xmlns:a16="http://schemas.microsoft.com/office/drawing/2014/main" id="{25635D51-7B4B-4EB8-8E78-101E39F4F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4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0" name="Freeform 6991">
                <a:extLst>
                  <a:ext uri="{FF2B5EF4-FFF2-40B4-BE49-F238E27FC236}">
                    <a16:creationId xmlns:a16="http://schemas.microsoft.com/office/drawing/2014/main" id="{36A2FA65-B78E-497F-9F9B-FE23039E8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4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1" name="Freeform 6992">
                <a:extLst>
                  <a:ext uri="{FF2B5EF4-FFF2-40B4-BE49-F238E27FC236}">
                    <a16:creationId xmlns:a16="http://schemas.microsoft.com/office/drawing/2014/main" id="{27435A48-E49F-476A-8131-9EDFAB696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4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2" name="Freeform 6993">
                <a:extLst>
                  <a:ext uri="{FF2B5EF4-FFF2-40B4-BE49-F238E27FC236}">
                    <a16:creationId xmlns:a16="http://schemas.microsoft.com/office/drawing/2014/main" id="{D8927A13-CC22-444D-952F-0ACE19ACB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3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3" name="Freeform 6994">
                <a:extLst>
                  <a:ext uri="{FF2B5EF4-FFF2-40B4-BE49-F238E27FC236}">
                    <a16:creationId xmlns:a16="http://schemas.microsoft.com/office/drawing/2014/main" id="{5DAA3586-98D9-4651-8F2F-1EAE30780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4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4" name="Freeform 6995">
                <a:extLst>
                  <a:ext uri="{FF2B5EF4-FFF2-40B4-BE49-F238E27FC236}">
                    <a16:creationId xmlns:a16="http://schemas.microsoft.com/office/drawing/2014/main" id="{E5D37FDD-E8D0-4550-A339-166E7276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43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5" name="Freeform 6996">
                <a:extLst>
                  <a:ext uri="{FF2B5EF4-FFF2-40B4-BE49-F238E27FC236}">
                    <a16:creationId xmlns:a16="http://schemas.microsoft.com/office/drawing/2014/main" id="{5BC16560-58EC-4958-AE0D-E886E0A2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4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6" name="Freeform 6997">
                <a:extLst>
                  <a:ext uri="{FF2B5EF4-FFF2-40B4-BE49-F238E27FC236}">
                    <a16:creationId xmlns:a16="http://schemas.microsoft.com/office/drawing/2014/main" id="{F9563862-FDCE-400F-AB09-CC6EC08C5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4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7" name="Freeform 6998">
                <a:extLst>
                  <a:ext uri="{FF2B5EF4-FFF2-40B4-BE49-F238E27FC236}">
                    <a16:creationId xmlns:a16="http://schemas.microsoft.com/office/drawing/2014/main" id="{856C73C5-192E-40AD-9CD8-8E5E83E15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4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8" name="Freeform 6999">
                <a:extLst>
                  <a:ext uri="{FF2B5EF4-FFF2-40B4-BE49-F238E27FC236}">
                    <a16:creationId xmlns:a16="http://schemas.microsoft.com/office/drawing/2014/main" id="{54C717D3-AF91-44D7-A0EC-0AEA78CD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4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9" name="Freeform 7000">
                <a:extLst>
                  <a:ext uri="{FF2B5EF4-FFF2-40B4-BE49-F238E27FC236}">
                    <a16:creationId xmlns:a16="http://schemas.microsoft.com/office/drawing/2014/main" id="{5CEFA04B-250A-42FA-A037-DD35B72BE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45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0" name="Freeform 7001">
                <a:extLst>
                  <a:ext uri="{FF2B5EF4-FFF2-40B4-BE49-F238E27FC236}">
                    <a16:creationId xmlns:a16="http://schemas.microsoft.com/office/drawing/2014/main" id="{46164B85-FFE9-44A9-82CE-BBEF271AF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4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1" name="Freeform 7002">
                <a:extLst>
                  <a:ext uri="{FF2B5EF4-FFF2-40B4-BE49-F238E27FC236}">
                    <a16:creationId xmlns:a16="http://schemas.microsoft.com/office/drawing/2014/main" id="{4ADC087F-61FE-4570-9132-887244712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43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2" name="Freeform 7003">
                <a:extLst>
                  <a:ext uri="{FF2B5EF4-FFF2-40B4-BE49-F238E27FC236}">
                    <a16:creationId xmlns:a16="http://schemas.microsoft.com/office/drawing/2014/main" id="{83E9E1E9-FAD7-49AE-9A49-2E291B21F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4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3" name="Freeform 7004">
                <a:extLst>
                  <a:ext uri="{FF2B5EF4-FFF2-40B4-BE49-F238E27FC236}">
                    <a16:creationId xmlns:a16="http://schemas.microsoft.com/office/drawing/2014/main" id="{70CEF182-1EFA-4B2C-BD58-E64CB1580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42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4" name="Freeform 7005">
                <a:extLst>
                  <a:ext uri="{FF2B5EF4-FFF2-40B4-BE49-F238E27FC236}">
                    <a16:creationId xmlns:a16="http://schemas.microsoft.com/office/drawing/2014/main" id="{A140C9F5-E4E6-47CC-B23C-E77D5F34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45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5" name="Freeform 7006">
                <a:extLst>
                  <a:ext uri="{FF2B5EF4-FFF2-40B4-BE49-F238E27FC236}">
                    <a16:creationId xmlns:a16="http://schemas.microsoft.com/office/drawing/2014/main" id="{0D634C35-1082-4598-BFEA-09D62567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45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6" name="Freeform 7007">
                <a:extLst>
                  <a:ext uri="{FF2B5EF4-FFF2-40B4-BE49-F238E27FC236}">
                    <a16:creationId xmlns:a16="http://schemas.microsoft.com/office/drawing/2014/main" id="{C80E3C74-7DAD-4F8B-A306-15366D099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5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7" name="Freeform 7008">
                <a:extLst>
                  <a:ext uri="{FF2B5EF4-FFF2-40B4-BE49-F238E27FC236}">
                    <a16:creationId xmlns:a16="http://schemas.microsoft.com/office/drawing/2014/main" id="{999825E7-4A59-4C33-8CE1-4DA004143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46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8" name="Freeform 7009">
                <a:extLst>
                  <a:ext uri="{FF2B5EF4-FFF2-40B4-BE49-F238E27FC236}">
                    <a16:creationId xmlns:a16="http://schemas.microsoft.com/office/drawing/2014/main" id="{2AA6C0D3-3A97-4D5E-9F98-91D09C215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9" name="Freeform 7010">
                <a:extLst>
                  <a:ext uri="{FF2B5EF4-FFF2-40B4-BE49-F238E27FC236}">
                    <a16:creationId xmlns:a16="http://schemas.microsoft.com/office/drawing/2014/main" id="{0BB1432E-5F73-4A78-8C86-B481D53D2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48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0" name="Freeform 7011">
                <a:extLst>
                  <a:ext uri="{FF2B5EF4-FFF2-40B4-BE49-F238E27FC236}">
                    <a16:creationId xmlns:a16="http://schemas.microsoft.com/office/drawing/2014/main" id="{735631A6-0AA7-498D-B08C-FB48569CD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47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1" name="Freeform 7012">
                <a:extLst>
                  <a:ext uri="{FF2B5EF4-FFF2-40B4-BE49-F238E27FC236}">
                    <a16:creationId xmlns:a16="http://schemas.microsoft.com/office/drawing/2014/main" id="{8F1BB494-DEB9-4D38-80E7-D1F6E07C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45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2" name="Freeform 7013">
                <a:extLst>
                  <a:ext uri="{FF2B5EF4-FFF2-40B4-BE49-F238E27FC236}">
                    <a16:creationId xmlns:a16="http://schemas.microsoft.com/office/drawing/2014/main" id="{034FA226-80F2-4C03-A182-4804BD916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4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3" name="Freeform 7014">
                <a:extLst>
                  <a:ext uri="{FF2B5EF4-FFF2-40B4-BE49-F238E27FC236}">
                    <a16:creationId xmlns:a16="http://schemas.microsoft.com/office/drawing/2014/main" id="{90B477CA-3B93-4805-893D-73B7117D9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4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4" name="Freeform 7015">
                <a:extLst>
                  <a:ext uri="{FF2B5EF4-FFF2-40B4-BE49-F238E27FC236}">
                    <a16:creationId xmlns:a16="http://schemas.microsoft.com/office/drawing/2014/main" id="{03C023B7-4014-4573-B4A8-6846527D1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4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5" name="Freeform 7016">
                <a:extLst>
                  <a:ext uri="{FF2B5EF4-FFF2-40B4-BE49-F238E27FC236}">
                    <a16:creationId xmlns:a16="http://schemas.microsoft.com/office/drawing/2014/main" id="{75B1855F-BC2F-4496-9CDD-E12CA04A3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46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6" name="Freeform 7017">
                <a:extLst>
                  <a:ext uri="{FF2B5EF4-FFF2-40B4-BE49-F238E27FC236}">
                    <a16:creationId xmlns:a16="http://schemas.microsoft.com/office/drawing/2014/main" id="{3D904562-2DB9-4A9F-8FD6-91542FA7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5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7" name="Freeform 7018">
                <a:extLst>
                  <a:ext uri="{FF2B5EF4-FFF2-40B4-BE49-F238E27FC236}">
                    <a16:creationId xmlns:a16="http://schemas.microsoft.com/office/drawing/2014/main" id="{B3361D52-0054-4525-93AB-6C5FCAC58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4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8" name="Freeform 7019">
                <a:extLst>
                  <a:ext uri="{FF2B5EF4-FFF2-40B4-BE49-F238E27FC236}">
                    <a16:creationId xmlns:a16="http://schemas.microsoft.com/office/drawing/2014/main" id="{D40012CA-51F7-43EC-A563-E5F4AC02D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3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9" name="Freeform 7020">
                <a:extLst>
                  <a:ext uri="{FF2B5EF4-FFF2-40B4-BE49-F238E27FC236}">
                    <a16:creationId xmlns:a16="http://schemas.microsoft.com/office/drawing/2014/main" id="{761F7A33-DFBC-4ADD-A635-496F13830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43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0" name="Freeform 7021">
                <a:extLst>
                  <a:ext uri="{FF2B5EF4-FFF2-40B4-BE49-F238E27FC236}">
                    <a16:creationId xmlns:a16="http://schemas.microsoft.com/office/drawing/2014/main" id="{A248FB2D-0856-4613-9275-91D767385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4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1" name="Freeform 7022">
                <a:extLst>
                  <a:ext uri="{FF2B5EF4-FFF2-40B4-BE49-F238E27FC236}">
                    <a16:creationId xmlns:a16="http://schemas.microsoft.com/office/drawing/2014/main" id="{88F0112B-FB3D-4D94-ACA6-6FF5782B5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44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2" name="Freeform 7023">
                <a:extLst>
                  <a:ext uri="{FF2B5EF4-FFF2-40B4-BE49-F238E27FC236}">
                    <a16:creationId xmlns:a16="http://schemas.microsoft.com/office/drawing/2014/main" id="{38FBF9E9-B0E2-4BA0-A019-526DA4D7C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4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3" name="Freeform 7024">
                <a:extLst>
                  <a:ext uri="{FF2B5EF4-FFF2-40B4-BE49-F238E27FC236}">
                    <a16:creationId xmlns:a16="http://schemas.microsoft.com/office/drawing/2014/main" id="{11C0D41A-1FC3-4DEA-9B2B-29ACF39BD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4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4" name="Freeform 7025">
                <a:extLst>
                  <a:ext uri="{FF2B5EF4-FFF2-40B4-BE49-F238E27FC236}">
                    <a16:creationId xmlns:a16="http://schemas.microsoft.com/office/drawing/2014/main" id="{7A5B93A8-7FF7-4AF5-8332-C5BCA472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4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5" name="Freeform 7026">
                <a:extLst>
                  <a:ext uri="{FF2B5EF4-FFF2-40B4-BE49-F238E27FC236}">
                    <a16:creationId xmlns:a16="http://schemas.microsoft.com/office/drawing/2014/main" id="{B5309DE9-EC5A-428C-BF1A-E8DDE46ED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44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6" name="Freeform 7027">
                <a:extLst>
                  <a:ext uri="{FF2B5EF4-FFF2-40B4-BE49-F238E27FC236}">
                    <a16:creationId xmlns:a16="http://schemas.microsoft.com/office/drawing/2014/main" id="{27DFD74A-F81D-43EC-9015-CD054514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44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7" name="Freeform 7028">
                <a:extLst>
                  <a:ext uri="{FF2B5EF4-FFF2-40B4-BE49-F238E27FC236}">
                    <a16:creationId xmlns:a16="http://schemas.microsoft.com/office/drawing/2014/main" id="{FD70CAC6-D7DB-4B41-A9B3-99A1B9A5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45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8" name="Freeform 7029">
                <a:extLst>
                  <a:ext uri="{FF2B5EF4-FFF2-40B4-BE49-F238E27FC236}">
                    <a16:creationId xmlns:a16="http://schemas.microsoft.com/office/drawing/2014/main" id="{6B220385-DD97-49AB-8F2A-34EA6E525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44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9" name="Freeform 7030">
                <a:extLst>
                  <a:ext uri="{FF2B5EF4-FFF2-40B4-BE49-F238E27FC236}">
                    <a16:creationId xmlns:a16="http://schemas.microsoft.com/office/drawing/2014/main" id="{0026CF8D-3CFE-40D9-ADF8-47512710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45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0" name="Freeform 7031">
                <a:extLst>
                  <a:ext uri="{FF2B5EF4-FFF2-40B4-BE49-F238E27FC236}">
                    <a16:creationId xmlns:a16="http://schemas.microsoft.com/office/drawing/2014/main" id="{0EF1AC67-113D-4D6F-BBB4-BD3288F39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47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1" name="Freeform 7032">
                <a:extLst>
                  <a:ext uri="{FF2B5EF4-FFF2-40B4-BE49-F238E27FC236}">
                    <a16:creationId xmlns:a16="http://schemas.microsoft.com/office/drawing/2014/main" id="{F316FDB6-6866-4CAD-800C-F313F199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45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2" name="Freeform 7033">
                <a:extLst>
                  <a:ext uri="{FF2B5EF4-FFF2-40B4-BE49-F238E27FC236}">
                    <a16:creationId xmlns:a16="http://schemas.microsoft.com/office/drawing/2014/main" id="{B5613518-25D2-4F95-9A27-A01B5C15A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46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3" name="Freeform 7034">
                <a:extLst>
                  <a:ext uri="{FF2B5EF4-FFF2-40B4-BE49-F238E27FC236}">
                    <a16:creationId xmlns:a16="http://schemas.microsoft.com/office/drawing/2014/main" id="{6EB1EECF-6FEB-4353-B949-5282FCF4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44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4" name="Freeform 7035">
                <a:extLst>
                  <a:ext uri="{FF2B5EF4-FFF2-40B4-BE49-F238E27FC236}">
                    <a16:creationId xmlns:a16="http://schemas.microsoft.com/office/drawing/2014/main" id="{3B9F91E8-9600-480A-A38B-9D178F0B9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44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5" name="Freeform 7036">
                <a:extLst>
                  <a:ext uri="{FF2B5EF4-FFF2-40B4-BE49-F238E27FC236}">
                    <a16:creationId xmlns:a16="http://schemas.microsoft.com/office/drawing/2014/main" id="{B93BF3F8-0444-4462-B46B-ADA9B2135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4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6" name="Freeform 7037">
                <a:extLst>
                  <a:ext uri="{FF2B5EF4-FFF2-40B4-BE49-F238E27FC236}">
                    <a16:creationId xmlns:a16="http://schemas.microsoft.com/office/drawing/2014/main" id="{24A36CE3-8120-427D-8B0B-AF8A409FB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438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61 h 4"/>
                  <a:gd name="T4" fmla="*/ 20 w 4"/>
                  <a:gd name="T5" fmla="*/ 22 h 4"/>
                  <a:gd name="T6" fmla="*/ 50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7" name="Freeform 7038">
                <a:extLst>
                  <a:ext uri="{FF2B5EF4-FFF2-40B4-BE49-F238E27FC236}">
                    <a16:creationId xmlns:a16="http://schemas.microsoft.com/office/drawing/2014/main" id="{907819C9-26F3-4166-8FB4-7CB68E0EF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45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8" name="Freeform 7039">
                <a:extLst>
                  <a:ext uri="{FF2B5EF4-FFF2-40B4-BE49-F238E27FC236}">
                    <a16:creationId xmlns:a16="http://schemas.microsoft.com/office/drawing/2014/main" id="{279E3982-C9D9-4230-BDE7-0DCB8045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45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9" name="Freeform 7040">
                <a:extLst>
                  <a:ext uri="{FF2B5EF4-FFF2-40B4-BE49-F238E27FC236}">
                    <a16:creationId xmlns:a16="http://schemas.microsoft.com/office/drawing/2014/main" id="{144C4205-F44D-448D-8ED8-A076695A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2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0" name="Freeform 7041">
                <a:extLst>
                  <a:ext uri="{FF2B5EF4-FFF2-40B4-BE49-F238E27FC236}">
                    <a16:creationId xmlns:a16="http://schemas.microsoft.com/office/drawing/2014/main" id="{C51F052C-09A9-4B6B-B98B-B5EE4F49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44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1" name="Freeform 7042">
                <a:extLst>
                  <a:ext uri="{FF2B5EF4-FFF2-40B4-BE49-F238E27FC236}">
                    <a16:creationId xmlns:a16="http://schemas.microsoft.com/office/drawing/2014/main" id="{1A84B826-655F-474A-A4CF-981293C72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44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2" name="Freeform 7043">
                <a:extLst>
                  <a:ext uri="{FF2B5EF4-FFF2-40B4-BE49-F238E27FC236}">
                    <a16:creationId xmlns:a16="http://schemas.microsoft.com/office/drawing/2014/main" id="{1D5F4383-E7A5-4035-A2E1-AE507CDB0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44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3" name="Freeform 7044">
                <a:extLst>
                  <a:ext uri="{FF2B5EF4-FFF2-40B4-BE49-F238E27FC236}">
                    <a16:creationId xmlns:a16="http://schemas.microsoft.com/office/drawing/2014/main" id="{F77DBC57-F747-46E8-8B98-36B40E4BC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48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4" name="Freeform 7045">
                <a:extLst>
                  <a:ext uri="{FF2B5EF4-FFF2-40B4-BE49-F238E27FC236}">
                    <a16:creationId xmlns:a16="http://schemas.microsoft.com/office/drawing/2014/main" id="{72A80CDA-9BD3-430E-A554-382615D7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47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5" name="Freeform 7046">
                <a:extLst>
                  <a:ext uri="{FF2B5EF4-FFF2-40B4-BE49-F238E27FC236}">
                    <a16:creationId xmlns:a16="http://schemas.microsoft.com/office/drawing/2014/main" id="{177B7D31-8B06-46C3-84B5-638C27C00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47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6" name="Freeform 7047">
                <a:extLst>
                  <a:ext uri="{FF2B5EF4-FFF2-40B4-BE49-F238E27FC236}">
                    <a16:creationId xmlns:a16="http://schemas.microsoft.com/office/drawing/2014/main" id="{139B421C-463C-4C4C-99A4-1EB92823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45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7" name="Freeform 7048">
                <a:extLst>
                  <a:ext uri="{FF2B5EF4-FFF2-40B4-BE49-F238E27FC236}">
                    <a16:creationId xmlns:a16="http://schemas.microsoft.com/office/drawing/2014/main" id="{2B7CE9A0-59ED-4EC4-980B-78867E55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44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8" name="Freeform 7049">
                <a:extLst>
                  <a:ext uri="{FF2B5EF4-FFF2-40B4-BE49-F238E27FC236}">
                    <a16:creationId xmlns:a16="http://schemas.microsoft.com/office/drawing/2014/main" id="{FBC10D4F-094E-4679-89FD-518B2D9D7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45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9" name="Freeform 7050">
                <a:extLst>
                  <a:ext uri="{FF2B5EF4-FFF2-40B4-BE49-F238E27FC236}">
                    <a16:creationId xmlns:a16="http://schemas.microsoft.com/office/drawing/2014/main" id="{C0170081-99B5-4CE5-823D-63058D372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4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0" name="Freeform 7051">
                <a:extLst>
                  <a:ext uri="{FF2B5EF4-FFF2-40B4-BE49-F238E27FC236}">
                    <a16:creationId xmlns:a16="http://schemas.microsoft.com/office/drawing/2014/main" id="{BA29BCF6-9FD3-4F31-B73B-C0E1D565F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46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1" name="Freeform 7052">
                <a:extLst>
                  <a:ext uri="{FF2B5EF4-FFF2-40B4-BE49-F238E27FC236}">
                    <a16:creationId xmlns:a16="http://schemas.microsoft.com/office/drawing/2014/main" id="{B14785C8-AB26-4A3C-AC4A-CB8CA2820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48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2" name="Freeform 7053">
                <a:extLst>
                  <a:ext uri="{FF2B5EF4-FFF2-40B4-BE49-F238E27FC236}">
                    <a16:creationId xmlns:a16="http://schemas.microsoft.com/office/drawing/2014/main" id="{60B465FE-B794-402D-B657-0C0C7EDF1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9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3" name="Freeform 7054">
                <a:extLst>
                  <a:ext uri="{FF2B5EF4-FFF2-40B4-BE49-F238E27FC236}">
                    <a16:creationId xmlns:a16="http://schemas.microsoft.com/office/drawing/2014/main" id="{5E5DCBC4-961A-4AC0-AB38-5481302DE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4" name="Freeform 7055">
                <a:extLst>
                  <a:ext uri="{FF2B5EF4-FFF2-40B4-BE49-F238E27FC236}">
                    <a16:creationId xmlns:a16="http://schemas.microsoft.com/office/drawing/2014/main" id="{B7CF9A7E-2DE7-4774-B474-9D42922E2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5" name="Freeform 7056">
                <a:extLst>
                  <a:ext uri="{FF2B5EF4-FFF2-40B4-BE49-F238E27FC236}">
                    <a16:creationId xmlns:a16="http://schemas.microsoft.com/office/drawing/2014/main" id="{71D637A8-A905-4773-9DB8-6E018EE59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4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6" name="Freeform 7057">
                <a:extLst>
                  <a:ext uri="{FF2B5EF4-FFF2-40B4-BE49-F238E27FC236}">
                    <a16:creationId xmlns:a16="http://schemas.microsoft.com/office/drawing/2014/main" id="{78159715-C08D-48CC-9DEA-A502FD034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45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7" name="Freeform 7058">
                <a:extLst>
                  <a:ext uri="{FF2B5EF4-FFF2-40B4-BE49-F238E27FC236}">
                    <a16:creationId xmlns:a16="http://schemas.microsoft.com/office/drawing/2014/main" id="{E6DB5253-0328-419A-81A7-78BEBBB4C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47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8" name="Freeform 7059">
                <a:extLst>
                  <a:ext uri="{FF2B5EF4-FFF2-40B4-BE49-F238E27FC236}">
                    <a16:creationId xmlns:a16="http://schemas.microsoft.com/office/drawing/2014/main" id="{B8A00590-0692-4D4C-8D31-6CD9D96C3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4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9" name="Freeform 7060">
                <a:extLst>
                  <a:ext uri="{FF2B5EF4-FFF2-40B4-BE49-F238E27FC236}">
                    <a16:creationId xmlns:a16="http://schemas.microsoft.com/office/drawing/2014/main" id="{33E6E997-CDD6-472F-AA77-F2D773474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4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0" name="Freeform 7061">
                <a:extLst>
                  <a:ext uri="{FF2B5EF4-FFF2-40B4-BE49-F238E27FC236}">
                    <a16:creationId xmlns:a16="http://schemas.microsoft.com/office/drawing/2014/main" id="{229114DB-E638-4374-8A6C-A3624546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49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1" name="Freeform 7062">
                <a:extLst>
                  <a:ext uri="{FF2B5EF4-FFF2-40B4-BE49-F238E27FC236}">
                    <a16:creationId xmlns:a16="http://schemas.microsoft.com/office/drawing/2014/main" id="{0CA5066A-C8F8-4FE7-B870-24A8E73B4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48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2" name="Freeform 7063">
                <a:extLst>
                  <a:ext uri="{FF2B5EF4-FFF2-40B4-BE49-F238E27FC236}">
                    <a16:creationId xmlns:a16="http://schemas.microsoft.com/office/drawing/2014/main" id="{E65975EC-68F7-4820-BAA8-E4C14DFB1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47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3" name="Freeform 7064">
                <a:extLst>
                  <a:ext uri="{FF2B5EF4-FFF2-40B4-BE49-F238E27FC236}">
                    <a16:creationId xmlns:a16="http://schemas.microsoft.com/office/drawing/2014/main" id="{D12FA5C5-C6A6-4157-BDCE-98B8B381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50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4" name="Freeform 7065">
                <a:extLst>
                  <a:ext uri="{FF2B5EF4-FFF2-40B4-BE49-F238E27FC236}">
                    <a16:creationId xmlns:a16="http://schemas.microsoft.com/office/drawing/2014/main" id="{396794CE-8B20-45DA-80EC-8FFCF2863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5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5" name="Freeform 7066">
                <a:extLst>
                  <a:ext uri="{FF2B5EF4-FFF2-40B4-BE49-F238E27FC236}">
                    <a16:creationId xmlns:a16="http://schemas.microsoft.com/office/drawing/2014/main" id="{2293CC2C-BA8D-4346-96F9-C04BACCF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51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6" name="Freeform 7067">
                <a:extLst>
                  <a:ext uri="{FF2B5EF4-FFF2-40B4-BE49-F238E27FC236}">
                    <a16:creationId xmlns:a16="http://schemas.microsoft.com/office/drawing/2014/main" id="{CA548DFD-782E-46E6-8183-86F13E885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50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7" name="Freeform 7068">
                <a:extLst>
                  <a:ext uri="{FF2B5EF4-FFF2-40B4-BE49-F238E27FC236}">
                    <a16:creationId xmlns:a16="http://schemas.microsoft.com/office/drawing/2014/main" id="{69064CAB-86E8-4FA9-8627-B03CCABA4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48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8" name="Freeform 7069">
                <a:extLst>
                  <a:ext uri="{FF2B5EF4-FFF2-40B4-BE49-F238E27FC236}">
                    <a16:creationId xmlns:a16="http://schemas.microsoft.com/office/drawing/2014/main" id="{93C0C116-7322-4DFE-885B-13538E753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46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9" name="Freeform 7070">
                <a:extLst>
                  <a:ext uri="{FF2B5EF4-FFF2-40B4-BE49-F238E27FC236}">
                    <a16:creationId xmlns:a16="http://schemas.microsoft.com/office/drawing/2014/main" id="{CE4AC673-46BB-4F0D-B45A-3B8BA0652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5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0" name="Freeform 7071">
                <a:extLst>
                  <a:ext uri="{FF2B5EF4-FFF2-40B4-BE49-F238E27FC236}">
                    <a16:creationId xmlns:a16="http://schemas.microsoft.com/office/drawing/2014/main" id="{389C3F7A-F1CD-43BA-AABD-B3684582A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47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1" name="Freeform 7072">
                <a:extLst>
                  <a:ext uri="{FF2B5EF4-FFF2-40B4-BE49-F238E27FC236}">
                    <a16:creationId xmlns:a16="http://schemas.microsoft.com/office/drawing/2014/main" id="{845FF1D8-5563-4934-A735-0DE7CFDBE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45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2" name="Freeform 7073">
                <a:extLst>
                  <a:ext uri="{FF2B5EF4-FFF2-40B4-BE49-F238E27FC236}">
                    <a16:creationId xmlns:a16="http://schemas.microsoft.com/office/drawing/2014/main" id="{6CA83449-1C68-4BF0-9E3C-BD17BB12B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44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3" name="Freeform 7074">
                <a:extLst>
                  <a:ext uri="{FF2B5EF4-FFF2-40B4-BE49-F238E27FC236}">
                    <a16:creationId xmlns:a16="http://schemas.microsoft.com/office/drawing/2014/main" id="{0C34C940-C7D5-4F49-B079-0B84C0C95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43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4" name="Freeform 7075">
                <a:extLst>
                  <a:ext uri="{FF2B5EF4-FFF2-40B4-BE49-F238E27FC236}">
                    <a16:creationId xmlns:a16="http://schemas.microsoft.com/office/drawing/2014/main" id="{C735DE0E-AEDC-4C7F-8631-D0DEC1360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44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5" name="Freeform 7076">
                <a:extLst>
                  <a:ext uri="{FF2B5EF4-FFF2-40B4-BE49-F238E27FC236}">
                    <a16:creationId xmlns:a16="http://schemas.microsoft.com/office/drawing/2014/main" id="{BFC7E4D3-B01B-4CC2-A1F3-53E31153D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47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6" name="Freeform 7077">
                <a:extLst>
                  <a:ext uri="{FF2B5EF4-FFF2-40B4-BE49-F238E27FC236}">
                    <a16:creationId xmlns:a16="http://schemas.microsoft.com/office/drawing/2014/main" id="{00CB8495-F774-4A07-AF44-AF2D400F1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7" name="Freeform 7078">
                <a:extLst>
                  <a:ext uri="{FF2B5EF4-FFF2-40B4-BE49-F238E27FC236}">
                    <a16:creationId xmlns:a16="http://schemas.microsoft.com/office/drawing/2014/main" id="{2341655C-786B-4DE4-9922-101805C6A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48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8" name="Freeform 7079">
                <a:extLst>
                  <a:ext uri="{FF2B5EF4-FFF2-40B4-BE49-F238E27FC236}">
                    <a16:creationId xmlns:a16="http://schemas.microsoft.com/office/drawing/2014/main" id="{90DA3CDE-272D-41C0-AA91-BD9B749F6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9" name="Freeform 7080">
                <a:extLst>
                  <a:ext uri="{FF2B5EF4-FFF2-40B4-BE49-F238E27FC236}">
                    <a16:creationId xmlns:a16="http://schemas.microsoft.com/office/drawing/2014/main" id="{3EEA273C-B8B6-4762-B76A-57B16B9BD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4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0" name="Freeform 7081">
                <a:extLst>
                  <a:ext uri="{FF2B5EF4-FFF2-40B4-BE49-F238E27FC236}">
                    <a16:creationId xmlns:a16="http://schemas.microsoft.com/office/drawing/2014/main" id="{ED2D2E54-FDE9-49A4-ACF8-9D135E566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46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1" name="Freeform 7082">
                <a:extLst>
                  <a:ext uri="{FF2B5EF4-FFF2-40B4-BE49-F238E27FC236}">
                    <a16:creationId xmlns:a16="http://schemas.microsoft.com/office/drawing/2014/main" id="{0B652120-5A0E-44FC-AB6E-5181DEBFE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4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2" name="Freeform 7083">
                <a:extLst>
                  <a:ext uri="{FF2B5EF4-FFF2-40B4-BE49-F238E27FC236}">
                    <a16:creationId xmlns:a16="http://schemas.microsoft.com/office/drawing/2014/main" id="{75B4ABCD-3588-4B7E-83D1-0FAB68E39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3" name="Freeform 7084">
                <a:extLst>
                  <a:ext uri="{FF2B5EF4-FFF2-40B4-BE49-F238E27FC236}">
                    <a16:creationId xmlns:a16="http://schemas.microsoft.com/office/drawing/2014/main" id="{46E10E23-D208-47AD-BB1E-DA9B641C1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46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4" name="Freeform 7085">
                <a:extLst>
                  <a:ext uri="{FF2B5EF4-FFF2-40B4-BE49-F238E27FC236}">
                    <a16:creationId xmlns:a16="http://schemas.microsoft.com/office/drawing/2014/main" id="{780F244C-EF5D-4F11-AB0A-C485DED3D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4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5" name="Freeform 7086">
                <a:extLst>
                  <a:ext uri="{FF2B5EF4-FFF2-40B4-BE49-F238E27FC236}">
                    <a16:creationId xmlns:a16="http://schemas.microsoft.com/office/drawing/2014/main" id="{164B1846-E6C7-4DC3-A8EA-713F686F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4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6" name="Freeform 7087">
                <a:extLst>
                  <a:ext uri="{FF2B5EF4-FFF2-40B4-BE49-F238E27FC236}">
                    <a16:creationId xmlns:a16="http://schemas.microsoft.com/office/drawing/2014/main" id="{348F8EEE-5FB6-45CB-BE0A-9209093F7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4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7" name="Freeform 7088">
                <a:extLst>
                  <a:ext uri="{FF2B5EF4-FFF2-40B4-BE49-F238E27FC236}">
                    <a16:creationId xmlns:a16="http://schemas.microsoft.com/office/drawing/2014/main" id="{C162BCCA-774D-422C-965C-FAFBF0563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9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8" name="Freeform 7089">
                <a:extLst>
                  <a:ext uri="{FF2B5EF4-FFF2-40B4-BE49-F238E27FC236}">
                    <a16:creationId xmlns:a16="http://schemas.microsoft.com/office/drawing/2014/main" id="{A4011819-4CA2-4938-ADBC-EC59D796E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50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9" name="Freeform 7090">
                <a:extLst>
                  <a:ext uri="{FF2B5EF4-FFF2-40B4-BE49-F238E27FC236}">
                    <a16:creationId xmlns:a16="http://schemas.microsoft.com/office/drawing/2014/main" id="{CF0D99B2-CFB1-42F3-933C-14B0CD6B4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51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0" name="Freeform 7091">
                <a:extLst>
                  <a:ext uri="{FF2B5EF4-FFF2-40B4-BE49-F238E27FC236}">
                    <a16:creationId xmlns:a16="http://schemas.microsoft.com/office/drawing/2014/main" id="{FB252660-6B2C-45C6-B2F8-6AEB71A2C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465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1" name="Freeform 7092">
                <a:extLst>
                  <a:ext uri="{FF2B5EF4-FFF2-40B4-BE49-F238E27FC236}">
                    <a16:creationId xmlns:a16="http://schemas.microsoft.com/office/drawing/2014/main" id="{D5AF69D2-4511-44D8-9942-DB1BDE8E9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2" name="Freeform 7093">
                <a:extLst>
                  <a:ext uri="{FF2B5EF4-FFF2-40B4-BE49-F238E27FC236}">
                    <a16:creationId xmlns:a16="http://schemas.microsoft.com/office/drawing/2014/main" id="{DBA0329F-80F2-4640-B4A9-5518095A6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44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3" name="Freeform 7094">
                <a:extLst>
                  <a:ext uri="{FF2B5EF4-FFF2-40B4-BE49-F238E27FC236}">
                    <a16:creationId xmlns:a16="http://schemas.microsoft.com/office/drawing/2014/main" id="{A5E8DB6B-56A5-4BCA-83E9-4D8319221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4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4" name="Freeform 7095">
                <a:extLst>
                  <a:ext uri="{FF2B5EF4-FFF2-40B4-BE49-F238E27FC236}">
                    <a16:creationId xmlns:a16="http://schemas.microsoft.com/office/drawing/2014/main" id="{7A772D6C-A877-463B-820F-3FD95421C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5" name="Freeform 7096">
                <a:extLst>
                  <a:ext uri="{FF2B5EF4-FFF2-40B4-BE49-F238E27FC236}">
                    <a16:creationId xmlns:a16="http://schemas.microsoft.com/office/drawing/2014/main" id="{8AF99F4C-6549-45C0-8595-8300AB99C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43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6" name="Freeform 7097">
                <a:extLst>
                  <a:ext uri="{FF2B5EF4-FFF2-40B4-BE49-F238E27FC236}">
                    <a16:creationId xmlns:a16="http://schemas.microsoft.com/office/drawing/2014/main" id="{932BCED4-7DED-4CF5-8350-545FF6799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4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7" name="Freeform 7098">
                <a:extLst>
                  <a:ext uri="{FF2B5EF4-FFF2-40B4-BE49-F238E27FC236}">
                    <a16:creationId xmlns:a16="http://schemas.microsoft.com/office/drawing/2014/main" id="{998AA31D-A0AB-46E7-ACE5-F18E7FD8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43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8" name="Freeform 7099">
                <a:extLst>
                  <a:ext uri="{FF2B5EF4-FFF2-40B4-BE49-F238E27FC236}">
                    <a16:creationId xmlns:a16="http://schemas.microsoft.com/office/drawing/2014/main" id="{D4021B2D-C230-4204-95F0-70AEF23AD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42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9" name="Freeform 7100">
                <a:extLst>
                  <a:ext uri="{FF2B5EF4-FFF2-40B4-BE49-F238E27FC236}">
                    <a16:creationId xmlns:a16="http://schemas.microsoft.com/office/drawing/2014/main" id="{1158BD1B-9679-45D9-B5CC-AD94FD94C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3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0" name="Freeform 7101">
                <a:extLst>
                  <a:ext uri="{FF2B5EF4-FFF2-40B4-BE49-F238E27FC236}">
                    <a16:creationId xmlns:a16="http://schemas.microsoft.com/office/drawing/2014/main" id="{5EAECBAC-0F4D-4D5F-91D3-CD71A919A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44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1" name="Freeform 7102">
                <a:extLst>
                  <a:ext uri="{FF2B5EF4-FFF2-40B4-BE49-F238E27FC236}">
                    <a16:creationId xmlns:a16="http://schemas.microsoft.com/office/drawing/2014/main" id="{B6E17E49-6CB1-4B33-BBD9-D4E355D8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43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2" name="Freeform 7103">
                <a:extLst>
                  <a:ext uri="{FF2B5EF4-FFF2-40B4-BE49-F238E27FC236}">
                    <a16:creationId xmlns:a16="http://schemas.microsoft.com/office/drawing/2014/main" id="{936B299B-46BD-41CB-983E-691E4588C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4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3" name="Freeform 7104">
                <a:extLst>
                  <a:ext uri="{FF2B5EF4-FFF2-40B4-BE49-F238E27FC236}">
                    <a16:creationId xmlns:a16="http://schemas.microsoft.com/office/drawing/2014/main" id="{C12A2B39-B1BF-4A19-BD8E-24168501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4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4" name="Freeform 7105">
                <a:extLst>
                  <a:ext uri="{FF2B5EF4-FFF2-40B4-BE49-F238E27FC236}">
                    <a16:creationId xmlns:a16="http://schemas.microsoft.com/office/drawing/2014/main" id="{F00DDFF6-B080-41BC-AED3-38D4022E9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4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5" name="Freeform 7106">
                <a:extLst>
                  <a:ext uri="{FF2B5EF4-FFF2-40B4-BE49-F238E27FC236}">
                    <a16:creationId xmlns:a16="http://schemas.microsoft.com/office/drawing/2014/main" id="{19CB06CA-C6E4-49AF-B997-53C54A228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4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6" name="Freeform 7107">
                <a:extLst>
                  <a:ext uri="{FF2B5EF4-FFF2-40B4-BE49-F238E27FC236}">
                    <a16:creationId xmlns:a16="http://schemas.microsoft.com/office/drawing/2014/main" id="{878AB12E-BD0C-407A-ADD6-354DD97C1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4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7" name="Freeform 7108">
                <a:extLst>
                  <a:ext uri="{FF2B5EF4-FFF2-40B4-BE49-F238E27FC236}">
                    <a16:creationId xmlns:a16="http://schemas.microsoft.com/office/drawing/2014/main" id="{B747BB7E-3695-4502-94CD-63AE5164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4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8" name="Freeform 7109">
                <a:extLst>
                  <a:ext uri="{FF2B5EF4-FFF2-40B4-BE49-F238E27FC236}">
                    <a16:creationId xmlns:a16="http://schemas.microsoft.com/office/drawing/2014/main" id="{04908D8C-5BF3-421E-B447-E2F7D6583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4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09" name="Freeform 7110">
                <a:extLst>
                  <a:ext uri="{FF2B5EF4-FFF2-40B4-BE49-F238E27FC236}">
                    <a16:creationId xmlns:a16="http://schemas.microsoft.com/office/drawing/2014/main" id="{37E5AAF7-8C69-4D83-AF15-01475A203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4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0" name="Freeform 7111">
                <a:extLst>
                  <a:ext uri="{FF2B5EF4-FFF2-40B4-BE49-F238E27FC236}">
                    <a16:creationId xmlns:a16="http://schemas.microsoft.com/office/drawing/2014/main" id="{3144FB3C-587F-4F45-B3A1-CEC98B092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4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1" name="Freeform 7112">
                <a:extLst>
                  <a:ext uri="{FF2B5EF4-FFF2-40B4-BE49-F238E27FC236}">
                    <a16:creationId xmlns:a16="http://schemas.microsoft.com/office/drawing/2014/main" id="{1A039179-D4C2-41A5-95FA-84B67D315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4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2" name="Freeform 7113">
                <a:extLst>
                  <a:ext uri="{FF2B5EF4-FFF2-40B4-BE49-F238E27FC236}">
                    <a16:creationId xmlns:a16="http://schemas.microsoft.com/office/drawing/2014/main" id="{256AC3DF-43C8-416A-AD07-3FE9FBA6F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4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3" name="Freeform 7114">
                <a:extLst>
                  <a:ext uri="{FF2B5EF4-FFF2-40B4-BE49-F238E27FC236}">
                    <a16:creationId xmlns:a16="http://schemas.microsoft.com/office/drawing/2014/main" id="{0383851A-6670-42B7-8781-A38C60802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417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4" name="Freeform 7115">
                <a:extLst>
                  <a:ext uri="{FF2B5EF4-FFF2-40B4-BE49-F238E27FC236}">
                    <a16:creationId xmlns:a16="http://schemas.microsoft.com/office/drawing/2014/main" id="{FA9A2833-6DE5-46DF-8406-781D9966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43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5" name="Freeform 7116">
                <a:extLst>
                  <a:ext uri="{FF2B5EF4-FFF2-40B4-BE49-F238E27FC236}">
                    <a16:creationId xmlns:a16="http://schemas.microsoft.com/office/drawing/2014/main" id="{FFCC4D7E-0892-47D5-8E0D-F76F4C511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42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0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6" name="Freeform 7117">
                <a:extLst>
                  <a:ext uri="{FF2B5EF4-FFF2-40B4-BE49-F238E27FC236}">
                    <a16:creationId xmlns:a16="http://schemas.microsoft.com/office/drawing/2014/main" id="{EA41B9DC-D743-4BA5-91B5-A6E131EE2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4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7" name="Freeform 7118">
                <a:extLst>
                  <a:ext uri="{FF2B5EF4-FFF2-40B4-BE49-F238E27FC236}">
                    <a16:creationId xmlns:a16="http://schemas.microsoft.com/office/drawing/2014/main" id="{D5C05F2E-96D8-4ADC-BC12-235A020DB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41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8" name="Freeform 7119">
                <a:extLst>
                  <a:ext uri="{FF2B5EF4-FFF2-40B4-BE49-F238E27FC236}">
                    <a16:creationId xmlns:a16="http://schemas.microsoft.com/office/drawing/2014/main" id="{5E6EF716-5100-4FF6-BD42-EAA32E5C3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4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9" name="Freeform 7120">
                <a:extLst>
                  <a:ext uri="{FF2B5EF4-FFF2-40B4-BE49-F238E27FC236}">
                    <a16:creationId xmlns:a16="http://schemas.microsoft.com/office/drawing/2014/main" id="{BC293007-00D4-4FDF-BB39-5594225C7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3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0" name="Freeform 7121">
                <a:extLst>
                  <a:ext uri="{FF2B5EF4-FFF2-40B4-BE49-F238E27FC236}">
                    <a16:creationId xmlns:a16="http://schemas.microsoft.com/office/drawing/2014/main" id="{CDFE5F88-0F15-45EA-B49A-00A3B6D9E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40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1" name="Freeform 7122">
                <a:extLst>
                  <a:ext uri="{FF2B5EF4-FFF2-40B4-BE49-F238E27FC236}">
                    <a16:creationId xmlns:a16="http://schemas.microsoft.com/office/drawing/2014/main" id="{1DA3E03A-6803-47C6-8E25-3DA588E1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40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2" name="Freeform 7123">
                <a:extLst>
                  <a:ext uri="{FF2B5EF4-FFF2-40B4-BE49-F238E27FC236}">
                    <a16:creationId xmlns:a16="http://schemas.microsoft.com/office/drawing/2014/main" id="{9458080D-BE46-4B5F-B545-1276F8958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9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3" name="Freeform 7124">
                <a:extLst>
                  <a:ext uri="{FF2B5EF4-FFF2-40B4-BE49-F238E27FC236}">
                    <a16:creationId xmlns:a16="http://schemas.microsoft.com/office/drawing/2014/main" id="{5CB4CDF2-B0EE-423D-8892-D777B4DE7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4" name="Freeform 7125">
                <a:extLst>
                  <a:ext uri="{FF2B5EF4-FFF2-40B4-BE49-F238E27FC236}">
                    <a16:creationId xmlns:a16="http://schemas.microsoft.com/office/drawing/2014/main" id="{6D075BC2-CAF8-4AC4-83D3-0BC71820F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36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5" name="Freeform 7126">
                <a:extLst>
                  <a:ext uri="{FF2B5EF4-FFF2-40B4-BE49-F238E27FC236}">
                    <a16:creationId xmlns:a16="http://schemas.microsoft.com/office/drawing/2014/main" id="{65FF4944-259F-4BAF-AD61-4F6D4C179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433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6" name="Freeform 7127">
                <a:extLst>
                  <a:ext uri="{FF2B5EF4-FFF2-40B4-BE49-F238E27FC236}">
                    <a16:creationId xmlns:a16="http://schemas.microsoft.com/office/drawing/2014/main" id="{D8B23819-0BB1-41E8-8BBC-7EB22D756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44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7" name="Freeform 7128">
                <a:extLst>
                  <a:ext uri="{FF2B5EF4-FFF2-40B4-BE49-F238E27FC236}">
                    <a16:creationId xmlns:a16="http://schemas.microsoft.com/office/drawing/2014/main" id="{5A9EC93B-77F4-4A4D-B61A-FEEE4FE02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44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8" name="Freeform 7129">
                <a:extLst>
                  <a:ext uri="{FF2B5EF4-FFF2-40B4-BE49-F238E27FC236}">
                    <a16:creationId xmlns:a16="http://schemas.microsoft.com/office/drawing/2014/main" id="{A3775A12-2366-423F-BDB8-01B0B781F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43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9" name="Freeform 7130">
                <a:extLst>
                  <a:ext uri="{FF2B5EF4-FFF2-40B4-BE49-F238E27FC236}">
                    <a16:creationId xmlns:a16="http://schemas.microsoft.com/office/drawing/2014/main" id="{AF63AC50-95A9-4F9C-9F80-943EC392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4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0" name="Freeform 7131">
                <a:extLst>
                  <a:ext uri="{FF2B5EF4-FFF2-40B4-BE49-F238E27FC236}">
                    <a16:creationId xmlns:a16="http://schemas.microsoft.com/office/drawing/2014/main" id="{7E86FD0E-408A-4230-A016-36A01FF6F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4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1" name="Freeform 7132">
                <a:extLst>
                  <a:ext uri="{FF2B5EF4-FFF2-40B4-BE49-F238E27FC236}">
                    <a16:creationId xmlns:a16="http://schemas.microsoft.com/office/drawing/2014/main" id="{2C51AB74-AE91-4FEB-B07D-97666CF4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47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2" name="Freeform 7133">
                <a:extLst>
                  <a:ext uri="{FF2B5EF4-FFF2-40B4-BE49-F238E27FC236}">
                    <a16:creationId xmlns:a16="http://schemas.microsoft.com/office/drawing/2014/main" id="{6C1D71AA-15B6-471F-B1A1-8BBD08B0A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47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3" name="Freeform 7134">
                <a:extLst>
                  <a:ext uri="{FF2B5EF4-FFF2-40B4-BE49-F238E27FC236}">
                    <a16:creationId xmlns:a16="http://schemas.microsoft.com/office/drawing/2014/main" id="{A660C03A-AEAB-4872-AC83-1E72984B7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45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4" name="Freeform 7135">
                <a:extLst>
                  <a:ext uri="{FF2B5EF4-FFF2-40B4-BE49-F238E27FC236}">
                    <a16:creationId xmlns:a16="http://schemas.microsoft.com/office/drawing/2014/main" id="{AA4F9EBF-AF2D-4E87-B049-412ADFC26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44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5" name="Freeform 7136">
                <a:extLst>
                  <a:ext uri="{FF2B5EF4-FFF2-40B4-BE49-F238E27FC236}">
                    <a16:creationId xmlns:a16="http://schemas.microsoft.com/office/drawing/2014/main" id="{F057219F-28E3-48B1-8FBD-44CE8BAFD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4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6" name="Freeform 7137">
                <a:extLst>
                  <a:ext uri="{FF2B5EF4-FFF2-40B4-BE49-F238E27FC236}">
                    <a16:creationId xmlns:a16="http://schemas.microsoft.com/office/drawing/2014/main" id="{BAD1FA85-DFA7-4172-8D69-EBEF56DB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46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7" name="Freeform 7138">
                <a:extLst>
                  <a:ext uri="{FF2B5EF4-FFF2-40B4-BE49-F238E27FC236}">
                    <a16:creationId xmlns:a16="http://schemas.microsoft.com/office/drawing/2014/main" id="{778E23D9-A5E8-4AD8-BFF5-D14D96D87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46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8" name="Freeform 7139">
                <a:extLst>
                  <a:ext uri="{FF2B5EF4-FFF2-40B4-BE49-F238E27FC236}">
                    <a16:creationId xmlns:a16="http://schemas.microsoft.com/office/drawing/2014/main" id="{AD9CCFC0-4B0B-49A2-A555-56BDE3D35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47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9" name="Freeform 7140">
                <a:extLst>
                  <a:ext uri="{FF2B5EF4-FFF2-40B4-BE49-F238E27FC236}">
                    <a16:creationId xmlns:a16="http://schemas.microsoft.com/office/drawing/2014/main" id="{C0838B2E-4FD8-4357-95C6-82DA8D9F3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47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0" name="Freeform 7141">
                <a:extLst>
                  <a:ext uri="{FF2B5EF4-FFF2-40B4-BE49-F238E27FC236}">
                    <a16:creationId xmlns:a16="http://schemas.microsoft.com/office/drawing/2014/main" id="{004E583A-1E57-4521-BA0D-3BCF7BE90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49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1" name="Freeform 7142">
                <a:extLst>
                  <a:ext uri="{FF2B5EF4-FFF2-40B4-BE49-F238E27FC236}">
                    <a16:creationId xmlns:a16="http://schemas.microsoft.com/office/drawing/2014/main" id="{30AEFA21-8607-4A23-B435-2F9A1CE20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47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2" name="Freeform 7143">
                <a:extLst>
                  <a:ext uri="{FF2B5EF4-FFF2-40B4-BE49-F238E27FC236}">
                    <a16:creationId xmlns:a16="http://schemas.microsoft.com/office/drawing/2014/main" id="{B8242622-0FA6-40F1-8C07-8BBB208E4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48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3" name="Freeform 7144">
                <a:extLst>
                  <a:ext uri="{FF2B5EF4-FFF2-40B4-BE49-F238E27FC236}">
                    <a16:creationId xmlns:a16="http://schemas.microsoft.com/office/drawing/2014/main" id="{94FD0424-7E97-488F-ADDE-2BD4013C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46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4" name="Freeform 7145">
                <a:extLst>
                  <a:ext uri="{FF2B5EF4-FFF2-40B4-BE49-F238E27FC236}">
                    <a16:creationId xmlns:a16="http://schemas.microsoft.com/office/drawing/2014/main" id="{5CCDB85C-C711-43E7-88BA-EC4EE46D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459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5" name="Freeform 7146">
                <a:extLst>
                  <a:ext uri="{FF2B5EF4-FFF2-40B4-BE49-F238E27FC236}">
                    <a16:creationId xmlns:a16="http://schemas.microsoft.com/office/drawing/2014/main" id="{F7A477EC-4679-40E5-AF51-D6A4FA831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4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6" name="Freeform 7147">
                <a:extLst>
                  <a:ext uri="{FF2B5EF4-FFF2-40B4-BE49-F238E27FC236}">
                    <a16:creationId xmlns:a16="http://schemas.microsoft.com/office/drawing/2014/main" id="{E30AC24C-A8B8-4D72-96A3-68DB083C5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470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7" name="Freeform 7148">
                <a:extLst>
                  <a:ext uri="{FF2B5EF4-FFF2-40B4-BE49-F238E27FC236}">
                    <a16:creationId xmlns:a16="http://schemas.microsoft.com/office/drawing/2014/main" id="{795D108A-E0CF-411F-9D0B-E29EA622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47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8" name="Freeform 7149">
                <a:extLst>
                  <a:ext uri="{FF2B5EF4-FFF2-40B4-BE49-F238E27FC236}">
                    <a16:creationId xmlns:a16="http://schemas.microsoft.com/office/drawing/2014/main" id="{1F1988D7-95AC-4120-B0FA-9A280CEC5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48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9" name="Freeform 7150">
                <a:extLst>
                  <a:ext uri="{FF2B5EF4-FFF2-40B4-BE49-F238E27FC236}">
                    <a16:creationId xmlns:a16="http://schemas.microsoft.com/office/drawing/2014/main" id="{361D5696-3723-4069-90FA-9E11EAD6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4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0" name="Freeform 7151">
                <a:extLst>
                  <a:ext uri="{FF2B5EF4-FFF2-40B4-BE49-F238E27FC236}">
                    <a16:creationId xmlns:a16="http://schemas.microsoft.com/office/drawing/2014/main" id="{BA637B43-8351-4FA0-A8C8-6411D3DC6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462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1" name="Freeform 7152">
                <a:extLst>
                  <a:ext uri="{FF2B5EF4-FFF2-40B4-BE49-F238E27FC236}">
                    <a16:creationId xmlns:a16="http://schemas.microsoft.com/office/drawing/2014/main" id="{81CA99EF-A439-4329-A6FA-37BBB21BA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4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2" name="Freeform 7153">
                <a:extLst>
                  <a:ext uri="{FF2B5EF4-FFF2-40B4-BE49-F238E27FC236}">
                    <a16:creationId xmlns:a16="http://schemas.microsoft.com/office/drawing/2014/main" id="{CCB8EF1A-7962-4FF2-BDC1-C4FE7B7DF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4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3" name="Freeform 7154">
                <a:extLst>
                  <a:ext uri="{FF2B5EF4-FFF2-40B4-BE49-F238E27FC236}">
                    <a16:creationId xmlns:a16="http://schemas.microsoft.com/office/drawing/2014/main" id="{30DE4FC5-01BA-4914-AC74-22F6604BF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43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4" name="Freeform 7155">
                <a:extLst>
                  <a:ext uri="{FF2B5EF4-FFF2-40B4-BE49-F238E27FC236}">
                    <a16:creationId xmlns:a16="http://schemas.microsoft.com/office/drawing/2014/main" id="{BD51A83C-3C0D-42AA-BA15-883E8B95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41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5" name="Freeform 7156">
                <a:extLst>
                  <a:ext uri="{FF2B5EF4-FFF2-40B4-BE49-F238E27FC236}">
                    <a16:creationId xmlns:a16="http://schemas.microsoft.com/office/drawing/2014/main" id="{E67930DD-2784-4B50-AB2E-AFBA26F9F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41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6" name="Freeform 7157">
                <a:extLst>
                  <a:ext uri="{FF2B5EF4-FFF2-40B4-BE49-F238E27FC236}">
                    <a16:creationId xmlns:a16="http://schemas.microsoft.com/office/drawing/2014/main" id="{4BF84385-3DAA-491C-8FB6-5A922D349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4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7" name="Freeform 7158">
                <a:extLst>
                  <a:ext uri="{FF2B5EF4-FFF2-40B4-BE49-F238E27FC236}">
                    <a16:creationId xmlns:a16="http://schemas.microsoft.com/office/drawing/2014/main" id="{2ED9F643-F6B1-45F8-AD1D-48D9179D0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40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8" name="Freeform 7159">
                <a:extLst>
                  <a:ext uri="{FF2B5EF4-FFF2-40B4-BE49-F238E27FC236}">
                    <a16:creationId xmlns:a16="http://schemas.microsoft.com/office/drawing/2014/main" id="{10256BDC-0D45-4976-BABB-08879E161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9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9" name="Freeform 7160">
                <a:extLst>
                  <a:ext uri="{FF2B5EF4-FFF2-40B4-BE49-F238E27FC236}">
                    <a16:creationId xmlns:a16="http://schemas.microsoft.com/office/drawing/2014/main" id="{D5A2B850-26FF-4878-8654-9F206824B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40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0" name="Freeform 7161">
                <a:extLst>
                  <a:ext uri="{FF2B5EF4-FFF2-40B4-BE49-F238E27FC236}">
                    <a16:creationId xmlns:a16="http://schemas.microsoft.com/office/drawing/2014/main" id="{4CDB2F63-6EBF-45C4-B6D0-3B55B71D9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38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1" name="Freeform 7162">
                <a:extLst>
                  <a:ext uri="{FF2B5EF4-FFF2-40B4-BE49-F238E27FC236}">
                    <a16:creationId xmlns:a16="http://schemas.microsoft.com/office/drawing/2014/main" id="{49618C32-7260-4364-863A-B7F745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39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2" name="Freeform 7163">
                <a:extLst>
                  <a:ext uri="{FF2B5EF4-FFF2-40B4-BE49-F238E27FC236}">
                    <a16:creationId xmlns:a16="http://schemas.microsoft.com/office/drawing/2014/main" id="{BCA87A00-74F7-40D3-951A-EB08B8D9B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3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3" name="Freeform 7164">
                <a:extLst>
                  <a:ext uri="{FF2B5EF4-FFF2-40B4-BE49-F238E27FC236}">
                    <a16:creationId xmlns:a16="http://schemas.microsoft.com/office/drawing/2014/main" id="{41A3A88D-FED5-4EDA-9D2F-782C48E7A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398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4" name="Freeform 7165">
                <a:extLst>
                  <a:ext uri="{FF2B5EF4-FFF2-40B4-BE49-F238E27FC236}">
                    <a16:creationId xmlns:a16="http://schemas.microsoft.com/office/drawing/2014/main" id="{C4A0CA77-7CD2-4F26-BDF8-45EFF317A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5" name="Freeform 7166">
                <a:extLst>
                  <a:ext uri="{FF2B5EF4-FFF2-40B4-BE49-F238E27FC236}">
                    <a16:creationId xmlns:a16="http://schemas.microsoft.com/office/drawing/2014/main" id="{2126426A-C1F9-4813-9997-3DDB7E9CF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6" name="Freeform 7167">
                <a:extLst>
                  <a:ext uri="{FF2B5EF4-FFF2-40B4-BE49-F238E27FC236}">
                    <a16:creationId xmlns:a16="http://schemas.microsoft.com/office/drawing/2014/main" id="{2304CFC0-E60A-4D6B-AEFD-637B4240B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36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7" name="Freeform 7168">
                <a:extLst>
                  <a:ext uri="{FF2B5EF4-FFF2-40B4-BE49-F238E27FC236}">
                    <a16:creationId xmlns:a16="http://schemas.microsoft.com/office/drawing/2014/main" id="{44F6179D-DFD6-41D1-94F0-AFB12E7F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36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8" name="Freeform 7169">
                <a:extLst>
                  <a:ext uri="{FF2B5EF4-FFF2-40B4-BE49-F238E27FC236}">
                    <a16:creationId xmlns:a16="http://schemas.microsoft.com/office/drawing/2014/main" id="{8670F9E2-C3D1-4EBA-ACFD-9B023EE32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3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9" name="Freeform 7170">
                <a:extLst>
                  <a:ext uri="{FF2B5EF4-FFF2-40B4-BE49-F238E27FC236}">
                    <a16:creationId xmlns:a16="http://schemas.microsoft.com/office/drawing/2014/main" id="{52C09A28-3162-447D-A2A2-26A287198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3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0" name="Freeform 7171">
                <a:extLst>
                  <a:ext uri="{FF2B5EF4-FFF2-40B4-BE49-F238E27FC236}">
                    <a16:creationId xmlns:a16="http://schemas.microsoft.com/office/drawing/2014/main" id="{BED341EF-7BE6-45AB-AF24-B0F82CC7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35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1" name="Freeform 7172">
                <a:extLst>
                  <a:ext uri="{FF2B5EF4-FFF2-40B4-BE49-F238E27FC236}">
                    <a16:creationId xmlns:a16="http://schemas.microsoft.com/office/drawing/2014/main" id="{357B2D77-E468-4380-9699-49FE31989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32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2" name="Freeform 7173">
                <a:extLst>
                  <a:ext uri="{FF2B5EF4-FFF2-40B4-BE49-F238E27FC236}">
                    <a16:creationId xmlns:a16="http://schemas.microsoft.com/office/drawing/2014/main" id="{0C918B5C-9E11-4365-8535-FDDC8438F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32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3" name="Freeform 7174">
                <a:extLst>
                  <a:ext uri="{FF2B5EF4-FFF2-40B4-BE49-F238E27FC236}">
                    <a16:creationId xmlns:a16="http://schemas.microsoft.com/office/drawing/2014/main" id="{05A5EC21-021F-4524-B002-C42118D5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32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4" name="Freeform 7175">
                <a:extLst>
                  <a:ext uri="{FF2B5EF4-FFF2-40B4-BE49-F238E27FC236}">
                    <a16:creationId xmlns:a16="http://schemas.microsoft.com/office/drawing/2014/main" id="{A4DC4C14-B698-4A49-A317-E680073B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3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5" name="Freeform 7176">
                <a:extLst>
                  <a:ext uri="{FF2B5EF4-FFF2-40B4-BE49-F238E27FC236}">
                    <a16:creationId xmlns:a16="http://schemas.microsoft.com/office/drawing/2014/main" id="{9DFAF825-86C7-45A7-8FCD-F4EF1FA90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326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6" name="Freeform 7177">
                <a:extLst>
                  <a:ext uri="{FF2B5EF4-FFF2-40B4-BE49-F238E27FC236}">
                    <a16:creationId xmlns:a16="http://schemas.microsoft.com/office/drawing/2014/main" id="{F82CC781-6D66-4332-B280-8FE45D2E2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3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7" name="Freeform 7178">
                <a:extLst>
                  <a:ext uri="{FF2B5EF4-FFF2-40B4-BE49-F238E27FC236}">
                    <a16:creationId xmlns:a16="http://schemas.microsoft.com/office/drawing/2014/main" id="{960E2BF1-C5E2-4F14-BDD2-4A98AF99E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3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8" name="Freeform 7179">
                <a:extLst>
                  <a:ext uri="{FF2B5EF4-FFF2-40B4-BE49-F238E27FC236}">
                    <a16:creationId xmlns:a16="http://schemas.microsoft.com/office/drawing/2014/main" id="{D2786AB7-5543-4202-8F95-2C29E381E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31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9" name="Freeform 7180">
                <a:extLst>
                  <a:ext uri="{FF2B5EF4-FFF2-40B4-BE49-F238E27FC236}">
                    <a16:creationId xmlns:a16="http://schemas.microsoft.com/office/drawing/2014/main" id="{87EADEDD-44DD-4023-91A6-E583A5AB7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33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8" name="Group 7181">
              <a:extLst>
                <a:ext uri="{FF2B5EF4-FFF2-40B4-BE49-F238E27FC236}">
                  <a16:creationId xmlns:a16="http://schemas.microsoft.com/office/drawing/2014/main" id="{B4832993-4E71-4558-8CDB-61ED143EBF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4" y="2222"/>
              <a:ext cx="200" cy="219"/>
              <a:chOff x="4344" y="2222"/>
              <a:chExt cx="200" cy="219"/>
            </a:xfrm>
          </p:grpSpPr>
          <p:sp>
            <p:nvSpPr>
              <p:cNvPr id="22180" name="Freeform 7182">
                <a:extLst>
                  <a:ext uri="{FF2B5EF4-FFF2-40B4-BE49-F238E27FC236}">
                    <a16:creationId xmlns:a16="http://schemas.microsoft.com/office/drawing/2014/main" id="{1274AC20-AA95-4549-843C-B39364BF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31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1" name="Freeform 7183">
                <a:extLst>
                  <a:ext uri="{FF2B5EF4-FFF2-40B4-BE49-F238E27FC236}">
                    <a16:creationId xmlns:a16="http://schemas.microsoft.com/office/drawing/2014/main" id="{71673D62-05BE-496E-B18D-4455C8C72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3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2" name="Freeform 7184">
                <a:extLst>
                  <a:ext uri="{FF2B5EF4-FFF2-40B4-BE49-F238E27FC236}">
                    <a16:creationId xmlns:a16="http://schemas.microsoft.com/office/drawing/2014/main" id="{9584C071-186B-4A0D-AD62-A9396E64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0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3" name="Freeform 7185">
                <a:extLst>
                  <a:ext uri="{FF2B5EF4-FFF2-40B4-BE49-F238E27FC236}">
                    <a16:creationId xmlns:a16="http://schemas.microsoft.com/office/drawing/2014/main" id="{63B40AB4-7490-4635-A0D7-1432B061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4" name="Freeform 7186">
                <a:extLst>
                  <a:ext uri="{FF2B5EF4-FFF2-40B4-BE49-F238E27FC236}">
                    <a16:creationId xmlns:a16="http://schemas.microsoft.com/office/drawing/2014/main" id="{3ECCF023-A2C9-4116-A6E0-1929E9B04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28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5" name="Freeform 7187">
                <a:extLst>
                  <a:ext uri="{FF2B5EF4-FFF2-40B4-BE49-F238E27FC236}">
                    <a16:creationId xmlns:a16="http://schemas.microsoft.com/office/drawing/2014/main" id="{432F3B2C-42C7-4E8D-AE77-EB8393836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35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6" name="Freeform 7188">
                <a:extLst>
                  <a:ext uri="{FF2B5EF4-FFF2-40B4-BE49-F238E27FC236}">
                    <a16:creationId xmlns:a16="http://schemas.microsoft.com/office/drawing/2014/main" id="{A7CB7EAD-DA75-4A0B-A85C-8933E357A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35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7" name="Freeform 7189">
                <a:extLst>
                  <a:ext uri="{FF2B5EF4-FFF2-40B4-BE49-F238E27FC236}">
                    <a16:creationId xmlns:a16="http://schemas.microsoft.com/office/drawing/2014/main" id="{C91919FC-3A88-457A-A260-8E5060ACF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29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8" name="Freeform 7190">
                <a:extLst>
                  <a:ext uri="{FF2B5EF4-FFF2-40B4-BE49-F238E27FC236}">
                    <a16:creationId xmlns:a16="http://schemas.microsoft.com/office/drawing/2014/main" id="{D546D5CE-A2E4-40E4-BD5E-8BB96B90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305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9" name="Freeform 7191">
                <a:extLst>
                  <a:ext uri="{FF2B5EF4-FFF2-40B4-BE49-F238E27FC236}">
                    <a16:creationId xmlns:a16="http://schemas.microsoft.com/office/drawing/2014/main" id="{C04E939E-C3A6-4369-A111-7A8912E43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2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0" name="Freeform 7192">
                <a:extLst>
                  <a:ext uri="{FF2B5EF4-FFF2-40B4-BE49-F238E27FC236}">
                    <a16:creationId xmlns:a16="http://schemas.microsoft.com/office/drawing/2014/main" id="{D0040896-02BB-4940-8DFE-119CCA46C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29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1" name="Freeform 7193">
                <a:extLst>
                  <a:ext uri="{FF2B5EF4-FFF2-40B4-BE49-F238E27FC236}">
                    <a16:creationId xmlns:a16="http://schemas.microsoft.com/office/drawing/2014/main" id="{12CC9240-C5ED-439A-AB93-C3615382C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2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2" name="Freeform 7194">
                <a:extLst>
                  <a:ext uri="{FF2B5EF4-FFF2-40B4-BE49-F238E27FC236}">
                    <a16:creationId xmlns:a16="http://schemas.microsoft.com/office/drawing/2014/main" id="{A5BDC76B-BDE6-41CD-ACEF-CF4F402C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2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3" name="Freeform 7195">
                <a:extLst>
                  <a:ext uri="{FF2B5EF4-FFF2-40B4-BE49-F238E27FC236}">
                    <a16:creationId xmlns:a16="http://schemas.microsoft.com/office/drawing/2014/main" id="{14FC7075-48DB-4005-B742-019AE5BB2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29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4" name="Freeform 7196">
                <a:extLst>
                  <a:ext uri="{FF2B5EF4-FFF2-40B4-BE49-F238E27FC236}">
                    <a16:creationId xmlns:a16="http://schemas.microsoft.com/office/drawing/2014/main" id="{B895FDB7-6926-4AD9-8311-7CCE5111C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5" name="Freeform 7197">
                <a:extLst>
                  <a:ext uri="{FF2B5EF4-FFF2-40B4-BE49-F238E27FC236}">
                    <a16:creationId xmlns:a16="http://schemas.microsoft.com/office/drawing/2014/main" id="{317593F4-31A4-4458-A524-FB22DE18B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26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6" name="Freeform 7198">
                <a:extLst>
                  <a:ext uri="{FF2B5EF4-FFF2-40B4-BE49-F238E27FC236}">
                    <a16:creationId xmlns:a16="http://schemas.microsoft.com/office/drawing/2014/main" id="{5CE79150-74FB-4D99-9DBF-C19309F12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8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7" name="Freeform 7199">
                <a:extLst>
                  <a:ext uri="{FF2B5EF4-FFF2-40B4-BE49-F238E27FC236}">
                    <a16:creationId xmlns:a16="http://schemas.microsoft.com/office/drawing/2014/main" id="{3A661A31-8404-47D8-B610-DE2ECE637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6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8" name="Freeform 7200">
                <a:extLst>
                  <a:ext uri="{FF2B5EF4-FFF2-40B4-BE49-F238E27FC236}">
                    <a16:creationId xmlns:a16="http://schemas.microsoft.com/office/drawing/2014/main" id="{C7C8BA13-B152-4F9C-9C4C-2499A2A57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27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9" name="Freeform 7201">
                <a:extLst>
                  <a:ext uri="{FF2B5EF4-FFF2-40B4-BE49-F238E27FC236}">
                    <a16:creationId xmlns:a16="http://schemas.microsoft.com/office/drawing/2014/main" id="{587AC7EA-BA09-4E21-B04A-3BB4C1623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27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0" name="Freeform 7202">
                <a:extLst>
                  <a:ext uri="{FF2B5EF4-FFF2-40B4-BE49-F238E27FC236}">
                    <a16:creationId xmlns:a16="http://schemas.microsoft.com/office/drawing/2014/main" id="{F7538C7F-D002-479D-816F-C3CEC8F5F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262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1" name="Freeform 7203">
                <a:extLst>
                  <a:ext uri="{FF2B5EF4-FFF2-40B4-BE49-F238E27FC236}">
                    <a16:creationId xmlns:a16="http://schemas.microsoft.com/office/drawing/2014/main" id="{E8CFB389-798E-4D85-ABF4-145467CA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27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2" name="Freeform 7204">
                <a:extLst>
                  <a:ext uri="{FF2B5EF4-FFF2-40B4-BE49-F238E27FC236}">
                    <a16:creationId xmlns:a16="http://schemas.microsoft.com/office/drawing/2014/main" id="{CE7B4A16-FC24-4DE5-8582-90B00BD7E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2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3" name="Freeform 7205">
                <a:extLst>
                  <a:ext uri="{FF2B5EF4-FFF2-40B4-BE49-F238E27FC236}">
                    <a16:creationId xmlns:a16="http://schemas.microsoft.com/office/drawing/2014/main" id="{96438EE4-B832-4DE9-B9EB-81D341F6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28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4" name="Freeform 7206">
                <a:extLst>
                  <a:ext uri="{FF2B5EF4-FFF2-40B4-BE49-F238E27FC236}">
                    <a16:creationId xmlns:a16="http://schemas.microsoft.com/office/drawing/2014/main" id="{C43D90B6-F2C9-4BA8-A316-D72D605BC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294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5" name="Freeform 7207">
                <a:extLst>
                  <a:ext uri="{FF2B5EF4-FFF2-40B4-BE49-F238E27FC236}">
                    <a16:creationId xmlns:a16="http://schemas.microsoft.com/office/drawing/2014/main" id="{13DADF1C-A4E3-4DD6-8D71-9A05ADB19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6" name="Freeform 7208">
                <a:extLst>
                  <a:ext uri="{FF2B5EF4-FFF2-40B4-BE49-F238E27FC236}">
                    <a16:creationId xmlns:a16="http://schemas.microsoft.com/office/drawing/2014/main" id="{7DD9FC8A-C1F6-46A9-A426-B73A2413E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1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7" name="Freeform 7209">
                <a:extLst>
                  <a:ext uri="{FF2B5EF4-FFF2-40B4-BE49-F238E27FC236}">
                    <a16:creationId xmlns:a16="http://schemas.microsoft.com/office/drawing/2014/main" id="{96A7B3A9-1D62-4004-931D-F26AFFF1F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273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8" name="Freeform 7210">
                <a:extLst>
                  <a:ext uri="{FF2B5EF4-FFF2-40B4-BE49-F238E27FC236}">
                    <a16:creationId xmlns:a16="http://schemas.microsoft.com/office/drawing/2014/main" id="{47174A7B-D97E-4288-B8E6-149EA6446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24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9" name="Freeform 7211">
                <a:extLst>
                  <a:ext uri="{FF2B5EF4-FFF2-40B4-BE49-F238E27FC236}">
                    <a16:creationId xmlns:a16="http://schemas.microsoft.com/office/drawing/2014/main" id="{BA047581-062D-42E1-A08D-8DAFCB57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25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0" name="Freeform 7212">
                <a:extLst>
                  <a:ext uri="{FF2B5EF4-FFF2-40B4-BE49-F238E27FC236}">
                    <a16:creationId xmlns:a16="http://schemas.microsoft.com/office/drawing/2014/main" id="{1140B91F-EC85-4D52-BD34-64677D43B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249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1" name="Freeform 7213">
                <a:extLst>
                  <a:ext uri="{FF2B5EF4-FFF2-40B4-BE49-F238E27FC236}">
                    <a16:creationId xmlns:a16="http://schemas.microsoft.com/office/drawing/2014/main" id="{B7309BC6-AE52-4820-A1D7-7363410F4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2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2" name="Freeform 7214">
                <a:extLst>
                  <a:ext uri="{FF2B5EF4-FFF2-40B4-BE49-F238E27FC236}">
                    <a16:creationId xmlns:a16="http://schemas.microsoft.com/office/drawing/2014/main" id="{0D019F36-1EA2-4152-98F8-370B9BFCE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23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3" name="Freeform 7215">
                <a:extLst>
                  <a:ext uri="{FF2B5EF4-FFF2-40B4-BE49-F238E27FC236}">
                    <a16:creationId xmlns:a16="http://schemas.microsoft.com/office/drawing/2014/main" id="{AFF89E22-C64F-4D28-AA3E-72624314D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6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4" name="Freeform 7216">
                <a:extLst>
                  <a:ext uri="{FF2B5EF4-FFF2-40B4-BE49-F238E27FC236}">
                    <a16:creationId xmlns:a16="http://schemas.microsoft.com/office/drawing/2014/main" id="{C96F0CA8-FF0E-4916-AB6B-2349D43C6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2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5" name="Freeform 7217">
                <a:extLst>
                  <a:ext uri="{FF2B5EF4-FFF2-40B4-BE49-F238E27FC236}">
                    <a16:creationId xmlns:a16="http://schemas.microsoft.com/office/drawing/2014/main" id="{5578B102-ABE6-43ED-822B-F15B167FF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6" name="Freeform 7218">
                <a:extLst>
                  <a:ext uri="{FF2B5EF4-FFF2-40B4-BE49-F238E27FC236}">
                    <a16:creationId xmlns:a16="http://schemas.microsoft.com/office/drawing/2014/main" id="{483FF48D-DF1C-432A-80A2-11D4C55CF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38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7" name="Freeform 7219">
                <a:extLst>
                  <a:ext uri="{FF2B5EF4-FFF2-40B4-BE49-F238E27FC236}">
                    <a16:creationId xmlns:a16="http://schemas.microsoft.com/office/drawing/2014/main" id="{73CDB228-D704-46CE-B163-526BB1AC8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38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8" name="Freeform 7220">
                <a:extLst>
                  <a:ext uri="{FF2B5EF4-FFF2-40B4-BE49-F238E27FC236}">
                    <a16:creationId xmlns:a16="http://schemas.microsoft.com/office/drawing/2014/main" id="{109C0074-18FD-4912-8EA9-8D49A687D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37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9" name="Freeform 7221">
                <a:extLst>
                  <a:ext uri="{FF2B5EF4-FFF2-40B4-BE49-F238E27FC236}">
                    <a16:creationId xmlns:a16="http://schemas.microsoft.com/office/drawing/2014/main" id="{17920AAC-D8A2-4597-B542-A57459357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5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0" name="Freeform 7222">
                <a:extLst>
                  <a:ext uri="{FF2B5EF4-FFF2-40B4-BE49-F238E27FC236}">
                    <a16:creationId xmlns:a16="http://schemas.microsoft.com/office/drawing/2014/main" id="{72665B07-FACE-400B-B27F-CD75DC0A9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1" name="Freeform 7223">
                <a:extLst>
                  <a:ext uri="{FF2B5EF4-FFF2-40B4-BE49-F238E27FC236}">
                    <a16:creationId xmlns:a16="http://schemas.microsoft.com/office/drawing/2014/main" id="{596FEC29-5D35-44A9-BF3F-5D4B899D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39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2" name="Freeform 7224">
                <a:extLst>
                  <a:ext uri="{FF2B5EF4-FFF2-40B4-BE49-F238E27FC236}">
                    <a16:creationId xmlns:a16="http://schemas.microsoft.com/office/drawing/2014/main" id="{61D5B322-FEFF-4FD1-9ED9-2AE451634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8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3" name="Freeform 7225">
                <a:extLst>
                  <a:ext uri="{FF2B5EF4-FFF2-40B4-BE49-F238E27FC236}">
                    <a16:creationId xmlns:a16="http://schemas.microsoft.com/office/drawing/2014/main" id="{8714ABEE-9DB2-44C0-99B8-B6E82A989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3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4" name="Freeform 7226">
                <a:extLst>
                  <a:ext uri="{FF2B5EF4-FFF2-40B4-BE49-F238E27FC236}">
                    <a16:creationId xmlns:a16="http://schemas.microsoft.com/office/drawing/2014/main" id="{95E0545C-88F8-4379-8A64-E18A52C75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4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5" name="Freeform 7227">
                <a:extLst>
                  <a:ext uri="{FF2B5EF4-FFF2-40B4-BE49-F238E27FC236}">
                    <a16:creationId xmlns:a16="http://schemas.microsoft.com/office/drawing/2014/main" id="{7A5C113F-173E-4511-8783-29D5E567E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39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6" name="Freeform 7228">
                <a:extLst>
                  <a:ext uri="{FF2B5EF4-FFF2-40B4-BE49-F238E27FC236}">
                    <a16:creationId xmlns:a16="http://schemas.microsoft.com/office/drawing/2014/main" id="{B448E424-E4DA-4CE4-95B1-48D4BD01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40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7" name="Freeform 7229">
                <a:extLst>
                  <a:ext uri="{FF2B5EF4-FFF2-40B4-BE49-F238E27FC236}">
                    <a16:creationId xmlns:a16="http://schemas.microsoft.com/office/drawing/2014/main" id="{D689038D-3A11-47AD-8FEF-56890E0FE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379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8" name="Freeform 7230">
                <a:extLst>
                  <a:ext uri="{FF2B5EF4-FFF2-40B4-BE49-F238E27FC236}">
                    <a16:creationId xmlns:a16="http://schemas.microsoft.com/office/drawing/2014/main" id="{18BA5E36-8C0B-4DE6-80D3-F3C529FF6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3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9" name="Freeform 7231">
                <a:extLst>
                  <a:ext uri="{FF2B5EF4-FFF2-40B4-BE49-F238E27FC236}">
                    <a16:creationId xmlns:a16="http://schemas.microsoft.com/office/drawing/2014/main" id="{E25DDF78-25E2-4A63-BFFE-35F3E626B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38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0" name="Freeform 7232">
                <a:extLst>
                  <a:ext uri="{FF2B5EF4-FFF2-40B4-BE49-F238E27FC236}">
                    <a16:creationId xmlns:a16="http://schemas.microsoft.com/office/drawing/2014/main" id="{CF8657AF-A82D-451A-B9AF-E024E5CF0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377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1" name="Freeform 7233">
                <a:extLst>
                  <a:ext uri="{FF2B5EF4-FFF2-40B4-BE49-F238E27FC236}">
                    <a16:creationId xmlns:a16="http://schemas.microsoft.com/office/drawing/2014/main" id="{9D27224D-B929-4649-83BC-D8A064D07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37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2" name="Freeform 7234">
                <a:extLst>
                  <a:ext uri="{FF2B5EF4-FFF2-40B4-BE49-F238E27FC236}">
                    <a16:creationId xmlns:a16="http://schemas.microsoft.com/office/drawing/2014/main" id="{CA476ECC-24FD-4CF7-B64F-25234F740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3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3" name="Freeform 7235">
                <a:extLst>
                  <a:ext uri="{FF2B5EF4-FFF2-40B4-BE49-F238E27FC236}">
                    <a16:creationId xmlns:a16="http://schemas.microsoft.com/office/drawing/2014/main" id="{09DCBAF3-EAEA-4F8C-B490-4030AF2C1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3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4" name="Freeform 7236">
                <a:extLst>
                  <a:ext uri="{FF2B5EF4-FFF2-40B4-BE49-F238E27FC236}">
                    <a16:creationId xmlns:a16="http://schemas.microsoft.com/office/drawing/2014/main" id="{AC68BA8A-9B2C-40F9-9D47-CDDF8FFE0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35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5" name="Freeform 7237">
                <a:extLst>
                  <a:ext uri="{FF2B5EF4-FFF2-40B4-BE49-F238E27FC236}">
                    <a16:creationId xmlns:a16="http://schemas.microsoft.com/office/drawing/2014/main" id="{C645220D-9E69-40C6-B04B-EECB61756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3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6" name="Freeform 7238">
                <a:extLst>
                  <a:ext uri="{FF2B5EF4-FFF2-40B4-BE49-F238E27FC236}">
                    <a16:creationId xmlns:a16="http://schemas.microsoft.com/office/drawing/2014/main" id="{9B2F6D96-2A4B-404E-98D3-F0112F82A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3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7" name="Freeform 7239">
                <a:extLst>
                  <a:ext uri="{FF2B5EF4-FFF2-40B4-BE49-F238E27FC236}">
                    <a16:creationId xmlns:a16="http://schemas.microsoft.com/office/drawing/2014/main" id="{B3A7F4FE-A8DB-406C-BA0C-279D70B41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3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8" name="Freeform 7240">
                <a:extLst>
                  <a:ext uri="{FF2B5EF4-FFF2-40B4-BE49-F238E27FC236}">
                    <a16:creationId xmlns:a16="http://schemas.microsoft.com/office/drawing/2014/main" id="{7C3FAB70-BFAB-40B0-B744-79398BB5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5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9" name="Freeform 7241">
                <a:extLst>
                  <a:ext uri="{FF2B5EF4-FFF2-40B4-BE49-F238E27FC236}">
                    <a16:creationId xmlns:a16="http://schemas.microsoft.com/office/drawing/2014/main" id="{D7AE09CE-5F49-47E2-A4F1-763B9CEF7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34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0" name="Freeform 7242">
                <a:extLst>
                  <a:ext uri="{FF2B5EF4-FFF2-40B4-BE49-F238E27FC236}">
                    <a16:creationId xmlns:a16="http://schemas.microsoft.com/office/drawing/2014/main" id="{4C1AAB16-F3EF-48BE-B40C-C4078D1C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32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1" name="Freeform 7243">
                <a:extLst>
                  <a:ext uri="{FF2B5EF4-FFF2-40B4-BE49-F238E27FC236}">
                    <a16:creationId xmlns:a16="http://schemas.microsoft.com/office/drawing/2014/main" id="{05FA34C6-F129-478E-8845-5F8B72F0D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8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2" name="Freeform 7244">
                <a:extLst>
                  <a:ext uri="{FF2B5EF4-FFF2-40B4-BE49-F238E27FC236}">
                    <a16:creationId xmlns:a16="http://schemas.microsoft.com/office/drawing/2014/main" id="{DF42C729-07B6-42B2-BA2F-65AB54407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39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3" name="Freeform 7245">
                <a:extLst>
                  <a:ext uri="{FF2B5EF4-FFF2-40B4-BE49-F238E27FC236}">
                    <a16:creationId xmlns:a16="http://schemas.microsoft.com/office/drawing/2014/main" id="{719A2C46-E2F7-4EB7-8591-276896F96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40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4" name="Freeform 7246">
                <a:extLst>
                  <a:ext uri="{FF2B5EF4-FFF2-40B4-BE49-F238E27FC236}">
                    <a16:creationId xmlns:a16="http://schemas.microsoft.com/office/drawing/2014/main" id="{3EEC8B8C-0FAB-4B65-AAC9-6D093991D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4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5" name="Freeform 7247">
                <a:extLst>
                  <a:ext uri="{FF2B5EF4-FFF2-40B4-BE49-F238E27FC236}">
                    <a16:creationId xmlns:a16="http://schemas.microsoft.com/office/drawing/2014/main" id="{DD85E1BA-292F-4BCB-B1B5-BA333C53E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4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6" name="Freeform 7248">
                <a:extLst>
                  <a:ext uri="{FF2B5EF4-FFF2-40B4-BE49-F238E27FC236}">
                    <a16:creationId xmlns:a16="http://schemas.microsoft.com/office/drawing/2014/main" id="{D5ABA3A2-B8E9-4244-9EC8-8BE75E6FC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42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7" name="Freeform 7249">
                <a:extLst>
                  <a:ext uri="{FF2B5EF4-FFF2-40B4-BE49-F238E27FC236}">
                    <a16:creationId xmlns:a16="http://schemas.microsoft.com/office/drawing/2014/main" id="{2ACA4441-5562-4550-80E6-35D4CDAF1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41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8" name="Freeform 7250">
                <a:extLst>
                  <a:ext uri="{FF2B5EF4-FFF2-40B4-BE49-F238E27FC236}">
                    <a16:creationId xmlns:a16="http://schemas.microsoft.com/office/drawing/2014/main" id="{D8344571-DAC8-4E0E-9BAC-E45254580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38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9" name="Freeform 7251">
                <a:extLst>
                  <a:ext uri="{FF2B5EF4-FFF2-40B4-BE49-F238E27FC236}">
                    <a16:creationId xmlns:a16="http://schemas.microsoft.com/office/drawing/2014/main" id="{6B54A3DD-D3EF-40DF-924E-E5E218B1D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4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0" name="Freeform 7252">
                <a:extLst>
                  <a:ext uri="{FF2B5EF4-FFF2-40B4-BE49-F238E27FC236}">
                    <a16:creationId xmlns:a16="http://schemas.microsoft.com/office/drawing/2014/main" id="{6F1605F9-AEBB-4C5C-BE13-0BA04020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4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1" name="Freeform 7253">
                <a:extLst>
                  <a:ext uri="{FF2B5EF4-FFF2-40B4-BE49-F238E27FC236}">
                    <a16:creationId xmlns:a16="http://schemas.microsoft.com/office/drawing/2014/main" id="{C3949240-8CA4-4610-96B5-EE00E76D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3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2" name="Freeform 7254">
                <a:extLst>
                  <a:ext uri="{FF2B5EF4-FFF2-40B4-BE49-F238E27FC236}">
                    <a16:creationId xmlns:a16="http://schemas.microsoft.com/office/drawing/2014/main" id="{43BF2077-AB99-46FD-A628-1A6A70DD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37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3" name="Freeform 7255">
                <a:extLst>
                  <a:ext uri="{FF2B5EF4-FFF2-40B4-BE49-F238E27FC236}">
                    <a16:creationId xmlns:a16="http://schemas.microsoft.com/office/drawing/2014/main" id="{8A605704-EA13-433A-8873-8A7BFBEBB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36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4" name="Freeform 7256">
                <a:extLst>
                  <a:ext uri="{FF2B5EF4-FFF2-40B4-BE49-F238E27FC236}">
                    <a16:creationId xmlns:a16="http://schemas.microsoft.com/office/drawing/2014/main" id="{08886D0A-80CC-414F-8D0C-508C366B9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5" name="Freeform 7257">
                <a:extLst>
                  <a:ext uri="{FF2B5EF4-FFF2-40B4-BE49-F238E27FC236}">
                    <a16:creationId xmlns:a16="http://schemas.microsoft.com/office/drawing/2014/main" id="{94E410EB-EF71-4CCE-A31C-F0BB4E367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35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6" name="Freeform 7258">
                <a:extLst>
                  <a:ext uri="{FF2B5EF4-FFF2-40B4-BE49-F238E27FC236}">
                    <a16:creationId xmlns:a16="http://schemas.microsoft.com/office/drawing/2014/main" id="{4F3ADE50-A913-4F3A-B4ED-90B3F0628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3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7" name="Freeform 7259">
                <a:extLst>
                  <a:ext uri="{FF2B5EF4-FFF2-40B4-BE49-F238E27FC236}">
                    <a16:creationId xmlns:a16="http://schemas.microsoft.com/office/drawing/2014/main" id="{5B804078-2731-4808-971A-997FA2A45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36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8" name="Freeform 7260">
                <a:extLst>
                  <a:ext uri="{FF2B5EF4-FFF2-40B4-BE49-F238E27FC236}">
                    <a16:creationId xmlns:a16="http://schemas.microsoft.com/office/drawing/2014/main" id="{666036D7-A2AF-45AA-A9AB-6E0923F57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36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9" name="Freeform 7261">
                <a:extLst>
                  <a:ext uri="{FF2B5EF4-FFF2-40B4-BE49-F238E27FC236}">
                    <a16:creationId xmlns:a16="http://schemas.microsoft.com/office/drawing/2014/main" id="{C74F6436-EB52-4488-A24D-9085652A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36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0" name="Freeform 7262">
                <a:extLst>
                  <a:ext uri="{FF2B5EF4-FFF2-40B4-BE49-F238E27FC236}">
                    <a16:creationId xmlns:a16="http://schemas.microsoft.com/office/drawing/2014/main" id="{8C2D197E-4DE2-4CDB-A799-EC3ED15E5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36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1" name="Freeform 7263">
                <a:extLst>
                  <a:ext uri="{FF2B5EF4-FFF2-40B4-BE49-F238E27FC236}">
                    <a16:creationId xmlns:a16="http://schemas.microsoft.com/office/drawing/2014/main" id="{A48294AD-2432-46BB-956D-62CBDC7E0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3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2" name="Freeform 7264">
                <a:extLst>
                  <a:ext uri="{FF2B5EF4-FFF2-40B4-BE49-F238E27FC236}">
                    <a16:creationId xmlns:a16="http://schemas.microsoft.com/office/drawing/2014/main" id="{DC148A6D-9A27-4755-9F9D-CC0455AC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3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3" name="Freeform 7265">
                <a:extLst>
                  <a:ext uri="{FF2B5EF4-FFF2-40B4-BE49-F238E27FC236}">
                    <a16:creationId xmlns:a16="http://schemas.microsoft.com/office/drawing/2014/main" id="{B13F71FE-65B9-4B05-8F9F-02E285954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3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4" name="Freeform 7266">
                <a:extLst>
                  <a:ext uri="{FF2B5EF4-FFF2-40B4-BE49-F238E27FC236}">
                    <a16:creationId xmlns:a16="http://schemas.microsoft.com/office/drawing/2014/main" id="{7E89B760-3B48-4AF7-BBB6-A8E811EF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30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5" name="Freeform 7267">
                <a:extLst>
                  <a:ext uri="{FF2B5EF4-FFF2-40B4-BE49-F238E27FC236}">
                    <a16:creationId xmlns:a16="http://schemas.microsoft.com/office/drawing/2014/main" id="{3B38EB7F-3859-4AC8-A7BA-21073DBDC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3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6" name="Freeform 7268">
                <a:extLst>
                  <a:ext uri="{FF2B5EF4-FFF2-40B4-BE49-F238E27FC236}">
                    <a16:creationId xmlns:a16="http://schemas.microsoft.com/office/drawing/2014/main" id="{659C1E90-6910-4169-9746-BC6882D52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34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7" name="Freeform 7269">
                <a:extLst>
                  <a:ext uri="{FF2B5EF4-FFF2-40B4-BE49-F238E27FC236}">
                    <a16:creationId xmlns:a16="http://schemas.microsoft.com/office/drawing/2014/main" id="{40314F20-0FCE-4ABE-979B-91B9FA98A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34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8" name="Freeform 7270">
                <a:extLst>
                  <a:ext uri="{FF2B5EF4-FFF2-40B4-BE49-F238E27FC236}">
                    <a16:creationId xmlns:a16="http://schemas.microsoft.com/office/drawing/2014/main" id="{1169BEF6-9A90-4F5B-B530-4D266FC31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35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9" name="Freeform 7271">
                <a:extLst>
                  <a:ext uri="{FF2B5EF4-FFF2-40B4-BE49-F238E27FC236}">
                    <a16:creationId xmlns:a16="http://schemas.microsoft.com/office/drawing/2014/main" id="{C644DE59-67CA-4EF4-A243-6F0597A0A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3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0" name="Freeform 7272">
                <a:extLst>
                  <a:ext uri="{FF2B5EF4-FFF2-40B4-BE49-F238E27FC236}">
                    <a16:creationId xmlns:a16="http://schemas.microsoft.com/office/drawing/2014/main" id="{374D0B65-5607-4BF4-858D-7242F481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3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1" name="Freeform 7273">
                <a:extLst>
                  <a:ext uri="{FF2B5EF4-FFF2-40B4-BE49-F238E27FC236}">
                    <a16:creationId xmlns:a16="http://schemas.microsoft.com/office/drawing/2014/main" id="{21BAA974-F573-43F2-A814-2BDE68970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3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2" name="Freeform 7274">
                <a:extLst>
                  <a:ext uri="{FF2B5EF4-FFF2-40B4-BE49-F238E27FC236}">
                    <a16:creationId xmlns:a16="http://schemas.microsoft.com/office/drawing/2014/main" id="{C9AC858C-BF5C-4DAE-84D7-094954FD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3" name="Freeform 7275">
                <a:extLst>
                  <a:ext uri="{FF2B5EF4-FFF2-40B4-BE49-F238E27FC236}">
                    <a16:creationId xmlns:a16="http://schemas.microsoft.com/office/drawing/2014/main" id="{94EB164A-425A-41E8-AE59-92EC62C3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3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4" name="Freeform 7276">
                <a:extLst>
                  <a:ext uri="{FF2B5EF4-FFF2-40B4-BE49-F238E27FC236}">
                    <a16:creationId xmlns:a16="http://schemas.microsoft.com/office/drawing/2014/main" id="{62B7821A-BB4D-46A6-99A4-BEA1BF59D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3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5" name="Freeform 7277">
                <a:extLst>
                  <a:ext uri="{FF2B5EF4-FFF2-40B4-BE49-F238E27FC236}">
                    <a16:creationId xmlns:a16="http://schemas.microsoft.com/office/drawing/2014/main" id="{75095DC8-F54C-4DEC-AF46-B260B0F5C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3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6" name="Freeform 7278">
                <a:extLst>
                  <a:ext uri="{FF2B5EF4-FFF2-40B4-BE49-F238E27FC236}">
                    <a16:creationId xmlns:a16="http://schemas.microsoft.com/office/drawing/2014/main" id="{6DC2FF0C-BC4C-48EB-911D-D3A3650A1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32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7" name="Freeform 7279">
                <a:extLst>
                  <a:ext uri="{FF2B5EF4-FFF2-40B4-BE49-F238E27FC236}">
                    <a16:creationId xmlns:a16="http://schemas.microsoft.com/office/drawing/2014/main" id="{1A74060A-342F-47B7-89C0-156D5AC26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8" name="Freeform 7280">
                <a:extLst>
                  <a:ext uri="{FF2B5EF4-FFF2-40B4-BE49-F238E27FC236}">
                    <a16:creationId xmlns:a16="http://schemas.microsoft.com/office/drawing/2014/main" id="{30D04547-92BD-4FC9-B157-724716CB0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3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9" name="Freeform 7281">
                <a:extLst>
                  <a:ext uri="{FF2B5EF4-FFF2-40B4-BE49-F238E27FC236}">
                    <a16:creationId xmlns:a16="http://schemas.microsoft.com/office/drawing/2014/main" id="{D1C6673F-127D-4FC6-BD52-AAE7F7727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3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0" name="Freeform 7282">
                <a:extLst>
                  <a:ext uri="{FF2B5EF4-FFF2-40B4-BE49-F238E27FC236}">
                    <a16:creationId xmlns:a16="http://schemas.microsoft.com/office/drawing/2014/main" id="{BBB6AC0E-583F-4092-B151-ABF90E527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35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1" name="Freeform 7283">
                <a:extLst>
                  <a:ext uri="{FF2B5EF4-FFF2-40B4-BE49-F238E27FC236}">
                    <a16:creationId xmlns:a16="http://schemas.microsoft.com/office/drawing/2014/main" id="{67D8BF1B-54BD-4A16-9AB0-3D9BB008B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2" name="Freeform 7284">
                <a:extLst>
                  <a:ext uri="{FF2B5EF4-FFF2-40B4-BE49-F238E27FC236}">
                    <a16:creationId xmlns:a16="http://schemas.microsoft.com/office/drawing/2014/main" id="{CC524EC9-556E-4EC8-832B-D7721D7AA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3" name="Freeform 7285">
                <a:extLst>
                  <a:ext uri="{FF2B5EF4-FFF2-40B4-BE49-F238E27FC236}">
                    <a16:creationId xmlns:a16="http://schemas.microsoft.com/office/drawing/2014/main" id="{97FD9FAC-9593-4AE4-8B35-BF106C2B4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33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4" name="Freeform 7286">
                <a:extLst>
                  <a:ext uri="{FF2B5EF4-FFF2-40B4-BE49-F238E27FC236}">
                    <a16:creationId xmlns:a16="http://schemas.microsoft.com/office/drawing/2014/main" id="{F3E24D20-FAF2-4389-A99E-1C0E5D06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5" name="Freeform 7287">
                <a:extLst>
                  <a:ext uri="{FF2B5EF4-FFF2-40B4-BE49-F238E27FC236}">
                    <a16:creationId xmlns:a16="http://schemas.microsoft.com/office/drawing/2014/main" id="{D59C7E7F-8073-4545-B053-0F8DEB081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321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6" name="Freeform 7288">
                <a:extLst>
                  <a:ext uri="{FF2B5EF4-FFF2-40B4-BE49-F238E27FC236}">
                    <a16:creationId xmlns:a16="http://schemas.microsoft.com/office/drawing/2014/main" id="{4DAB7174-2AF0-491E-A74A-FE7500165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3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7" name="Freeform 7289">
                <a:extLst>
                  <a:ext uri="{FF2B5EF4-FFF2-40B4-BE49-F238E27FC236}">
                    <a16:creationId xmlns:a16="http://schemas.microsoft.com/office/drawing/2014/main" id="{031B0884-CDFA-4A3C-9FB6-C3099AF02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3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8" name="Freeform 7290">
                <a:extLst>
                  <a:ext uri="{FF2B5EF4-FFF2-40B4-BE49-F238E27FC236}">
                    <a16:creationId xmlns:a16="http://schemas.microsoft.com/office/drawing/2014/main" id="{8CD7A378-6727-4225-8D3B-B1BAED20B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3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9" name="Freeform 7291">
                <a:extLst>
                  <a:ext uri="{FF2B5EF4-FFF2-40B4-BE49-F238E27FC236}">
                    <a16:creationId xmlns:a16="http://schemas.microsoft.com/office/drawing/2014/main" id="{C19E8261-BF5E-456F-B32B-8DBE0D70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3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0" name="Freeform 7292">
                <a:extLst>
                  <a:ext uri="{FF2B5EF4-FFF2-40B4-BE49-F238E27FC236}">
                    <a16:creationId xmlns:a16="http://schemas.microsoft.com/office/drawing/2014/main" id="{CBD9CA1B-8960-4128-BA06-E7043EFA6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34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1" name="Freeform 7293">
                <a:extLst>
                  <a:ext uri="{FF2B5EF4-FFF2-40B4-BE49-F238E27FC236}">
                    <a16:creationId xmlns:a16="http://schemas.microsoft.com/office/drawing/2014/main" id="{F7C4FCDD-0B8F-4FD5-838B-6FB5AE8F4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345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50 h 4"/>
                  <a:gd name="T4" fmla="*/ 20 w 4"/>
                  <a:gd name="T5" fmla="*/ 20 h 4"/>
                  <a:gd name="T6" fmla="*/ 50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2" name="Freeform 7294">
                <a:extLst>
                  <a:ext uri="{FF2B5EF4-FFF2-40B4-BE49-F238E27FC236}">
                    <a16:creationId xmlns:a16="http://schemas.microsoft.com/office/drawing/2014/main" id="{D9579AF8-FEFD-4FD2-B055-3C9E48011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33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3" name="Freeform 7295">
                <a:extLst>
                  <a:ext uri="{FF2B5EF4-FFF2-40B4-BE49-F238E27FC236}">
                    <a16:creationId xmlns:a16="http://schemas.microsoft.com/office/drawing/2014/main" id="{8A34D7D9-9740-4323-8CD0-97FCF59EE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31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4" name="Freeform 7296">
                <a:extLst>
                  <a:ext uri="{FF2B5EF4-FFF2-40B4-BE49-F238E27FC236}">
                    <a16:creationId xmlns:a16="http://schemas.microsoft.com/office/drawing/2014/main" id="{4D9D44EB-2F88-4DB2-8E4C-1E25F4C98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3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5" name="Freeform 7297">
                <a:extLst>
                  <a:ext uri="{FF2B5EF4-FFF2-40B4-BE49-F238E27FC236}">
                    <a16:creationId xmlns:a16="http://schemas.microsoft.com/office/drawing/2014/main" id="{97B4D561-0668-4D07-8688-BBA3B1EDA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3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6" name="Freeform 7298">
                <a:extLst>
                  <a:ext uri="{FF2B5EF4-FFF2-40B4-BE49-F238E27FC236}">
                    <a16:creationId xmlns:a16="http://schemas.microsoft.com/office/drawing/2014/main" id="{F6346FF4-C3D3-464D-AF5B-8E31EAD28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299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7" name="Freeform 7299">
                <a:extLst>
                  <a:ext uri="{FF2B5EF4-FFF2-40B4-BE49-F238E27FC236}">
                    <a16:creationId xmlns:a16="http://schemas.microsoft.com/office/drawing/2014/main" id="{BEC9F727-5345-478B-98C9-887473A6B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28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8" name="Freeform 7300">
                <a:extLst>
                  <a:ext uri="{FF2B5EF4-FFF2-40B4-BE49-F238E27FC236}">
                    <a16:creationId xmlns:a16="http://schemas.microsoft.com/office/drawing/2014/main" id="{44931233-FC89-455E-B972-3CD2B25C9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29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9" name="Freeform 7301">
                <a:extLst>
                  <a:ext uri="{FF2B5EF4-FFF2-40B4-BE49-F238E27FC236}">
                    <a16:creationId xmlns:a16="http://schemas.microsoft.com/office/drawing/2014/main" id="{76BF6520-3E3F-4886-9B78-694BC427D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32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0" name="Freeform 7302">
                <a:extLst>
                  <a:ext uri="{FF2B5EF4-FFF2-40B4-BE49-F238E27FC236}">
                    <a16:creationId xmlns:a16="http://schemas.microsoft.com/office/drawing/2014/main" id="{40F58338-C400-494F-988E-7D0B2FD9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1" name="Freeform 7303">
                <a:extLst>
                  <a:ext uri="{FF2B5EF4-FFF2-40B4-BE49-F238E27FC236}">
                    <a16:creationId xmlns:a16="http://schemas.microsoft.com/office/drawing/2014/main" id="{5ADD9A74-AC5A-4BF7-B9C6-09B6C24E1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3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2" name="Freeform 7304">
                <a:extLst>
                  <a:ext uri="{FF2B5EF4-FFF2-40B4-BE49-F238E27FC236}">
                    <a16:creationId xmlns:a16="http://schemas.microsoft.com/office/drawing/2014/main" id="{4A2BB506-0DBF-47D0-9263-7BAB97EAF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31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3" name="Freeform 7305">
                <a:extLst>
                  <a:ext uri="{FF2B5EF4-FFF2-40B4-BE49-F238E27FC236}">
                    <a16:creationId xmlns:a16="http://schemas.microsoft.com/office/drawing/2014/main" id="{84193D15-669B-44C6-92A4-7F883E260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4" name="Freeform 7306">
                <a:extLst>
                  <a:ext uri="{FF2B5EF4-FFF2-40B4-BE49-F238E27FC236}">
                    <a16:creationId xmlns:a16="http://schemas.microsoft.com/office/drawing/2014/main" id="{68431E80-91D4-46BF-A5B1-F393B759F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9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5" name="Freeform 7307">
                <a:extLst>
                  <a:ext uri="{FF2B5EF4-FFF2-40B4-BE49-F238E27FC236}">
                    <a16:creationId xmlns:a16="http://schemas.microsoft.com/office/drawing/2014/main" id="{53D1F6EE-5305-465C-8D4A-AC2D8C23A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97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6" name="Freeform 7308">
                <a:extLst>
                  <a:ext uri="{FF2B5EF4-FFF2-40B4-BE49-F238E27FC236}">
                    <a16:creationId xmlns:a16="http://schemas.microsoft.com/office/drawing/2014/main" id="{07FCC704-99CD-4195-ABA0-26DDAB081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28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7" name="Freeform 7309">
                <a:extLst>
                  <a:ext uri="{FF2B5EF4-FFF2-40B4-BE49-F238E27FC236}">
                    <a16:creationId xmlns:a16="http://schemas.microsoft.com/office/drawing/2014/main" id="{C3668B02-F159-4D21-8982-9F7D95878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7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8" name="Freeform 7310">
                <a:extLst>
                  <a:ext uri="{FF2B5EF4-FFF2-40B4-BE49-F238E27FC236}">
                    <a16:creationId xmlns:a16="http://schemas.microsoft.com/office/drawing/2014/main" id="{7F3A90E0-1265-4616-8CF6-2476E03DE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31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9" name="Freeform 7311">
                <a:extLst>
                  <a:ext uri="{FF2B5EF4-FFF2-40B4-BE49-F238E27FC236}">
                    <a16:creationId xmlns:a16="http://schemas.microsoft.com/office/drawing/2014/main" id="{73D2B615-F5E0-4DD9-BE18-FA077B7DE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32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0" name="Freeform 7312">
                <a:extLst>
                  <a:ext uri="{FF2B5EF4-FFF2-40B4-BE49-F238E27FC236}">
                    <a16:creationId xmlns:a16="http://schemas.microsoft.com/office/drawing/2014/main" id="{747B6876-2018-41D8-82F5-BE5EC23CA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33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1" name="Freeform 7313">
                <a:extLst>
                  <a:ext uri="{FF2B5EF4-FFF2-40B4-BE49-F238E27FC236}">
                    <a16:creationId xmlns:a16="http://schemas.microsoft.com/office/drawing/2014/main" id="{2D833A17-3A14-4721-B9CE-F5128A421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2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2" name="Freeform 7314">
                <a:extLst>
                  <a:ext uri="{FF2B5EF4-FFF2-40B4-BE49-F238E27FC236}">
                    <a16:creationId xmlns:a16="http://schemas.microsoft.com/office/drawing/2014/main" id="{FE3488CD-8FE0-43EE-8781-BFD4D7DC0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2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3" name="Freeform 7315">
                <a:extLst>
                  <a:ext uri="{FF2B5EF4-FFF2-40B4-BE49-F238E27FC236}">
                    <a16:creationId xmlns:a16="http://schemas.microsoft.com/office/drawing/2014/main" id="{997D486F-2059-4379-9414-BCC9B04A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3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4" name="Freeform 7316">
                <a:extLst>
                  <a:ext uri="{FF2B5EF4-FFF2-40B4-BE49-F238E27FC236}">
                    <a16:creationId xmlns:a16="http://schemas.microsoft.com/office/drawing/2014/main" id="{E755A681-3A34-49E1-AFD5-105A423F8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3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5" name="Freeform 7317">
                <a:extLst>
                  <a:ext uri="{FF2B5EF4-FFF2-40B4-BE49-F238E27FC236}">
                    <a16:creationId xmlns:a16="http://schemas.microsoft.com/office/drawing/2014/main" id="{486CAE7B-9FB8-41E1-A91D-F6304CB83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3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6" name="Freeform 7318">
                <a:extLst>
                  <a:ext uri="{FF2B5EF4-FFF2-40B4-BE49-F238E27FC236}">
                    <a16:creationId xmlns:a16="http://schemas.microsoft.com/office/drawing/2014/main" id="{A29BF5DA-9132-488E-B55F-068FB54B2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31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7" name="Freeform 7319">
                <a:extLst>
                  <a:ext uri="{FF2B5EF4-FFF2-40B4-BE49-F238E27FC236}">
                    <a16:creationId xmlns:a16="http://schemas.microsoft.com/office/drawing/2014/main" id="{1DDF3795-9FF2-4E45-AF2C-D5610B51E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31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8" name="Freeform 7320">
                <a:extLst>
                  <a:ext uri="{FF2B5EF4-FFF2-40B4-BE49-F238E27FC236}">
                    <a16:creationId xmlns:a16="http://schemas.microsoft.com/office/drawing/2014/main" id="{FCD37F58-BD71-4427-8E4D-F14C51D05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302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9" name="Freeform 7321">
                <a:extLst>
                  <a:ext uri="{FF2B5EF4-FFF2-40B4-BE49-F238E27FC236}">
                    <a16:creationId xmlns:a16="http://schemas.microsoft.com/office/drawing/2014/main" id="{9BF25A08-9E2A-4597-A41B-3AB2C73C2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3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0" name="Freeform 7322">
                <a:extLst>
                  <a:ext uri="{FF2B5EF4-FFF2-40B4-BE49-F238E27FC236}">
                    <a16:creationId xmlns:a16="http://schemas.microsoft.com/office/drawing/2014/main" id="{CAB0FCD9-DFCE-46B3-8868-B4B56DC16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32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1" name="Freeform 7323">
                <a:extLst>
                  <a:ext uri="{FF2B5EF4-FFF2-40B4-BE49-F238E27FC236}">
                    <a16:creationId xmlns:a16="http://schemas.microsoft.com/office/drawing/2014/main" id="{6C353F21-5D05-4CF2-BCAA-E8EFCDA75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4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2" name="Freeform 7324">
                <a:extLst>
                  <a:ext uri="{FF2B5EF4-FFF2-40B4-BE49-F238E27FC236}">
                    <a16:creationId xmlns:a16="http://schemas.microsoft.com/office/drawing/2014/main" id="{34E86A59-D49B-4531-A4B0-04DACC355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4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3" name="Freeform 7325">
                <a:extLst>
                  <a:ext uri="{FF2B5EF4-FFF2-40B4-BE49-F238E27FC236}">
                    <a16:creationId xmlns:a16="http://schemas.microsoft.com/office/drawing/2014/main" id="{6E8C944C-CC03-40D4-9674-0373459DB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40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4" name="Freeform 7326">
                <a:extLst>
                  <a:ext uri="{FF2B5EF4-FFF2-40B4-BE49-F238E27FC236}">
                    <a16:creationId xmlns:a16="http://schemas.microsoft.com/office/drawing/2014/main" id="{58AC6952-7E14-4CFB-BB27-7B478FEE8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3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5" name="Freeform 7327">
                <a:extLst>
                  <a:ext uri="{FF2B5EF4-FFF2-40B4-BE49-F238E27FC236}">
                    <a16:creationId xmlns:a16="http://schemas.microsoft.com/office/drawing/2014/main" id="{7F098AD8-B157-48D5-BBF0-8B081B056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38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6" name="Freeform 7328">
                <a:extLst>
                  <a:ext uri="{FF2B5EF4-FFF2-40B4-BE49-F238E27FC236}">
                    <a16:creationId xmlns:a16="http://schemas.microsoft.com/office/drawing/2014/main" id="{A66B3021-88F5-454E-A826-FA9296A95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39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7" name="Freeform 7329">
                <a:extLst>
                  <a:ext uri="{FF2B5EF4-FFF2-40B4-BE49-F238E27FC236}">
                    <a16:creationId xmlns:a16="http://schemas.microsoft.com/office/drawing/2014/main" id="{3AA7FC37-E5FC-4049-9D1A-FC227B60B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4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8" name="Freeform 7330">
                <a:extLst>
                  <a:ext uri="{FF2B5EF4-FFF2-40B4-BE49-F238E27FC236}">
                    <a16:creationId xmlns:a16="http://schemas.microsoft.com/office/drawing/2014/main" id="{27073FB1-66DA-47D9-A1FE-9BC861ED2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03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9" name="Freeform 7331">
                <a:extLst>
                  <a:ext uri="{FF2B5EF4-FFF2-40B4-BE49-F238E27FC236}">
                    <a16:creationId xmlns:a16="http://schemas.microsoft.com/office/drawing/2014/main" id="{4E1C60EE-719E-4807-B07E-1574AC71F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4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0" name="Freeform 7332">
                <a:extLst>
                  <a:ext uri="{FF2B5EF4-FFF2-40B4-BE49-F238E27FC236}">
                    <a16:creationId xmlns:a16="http://schemas.microsoft.com/office/drawing/2014/main" id="{D6C36503-8241-4FA1-8E91-B87365967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4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1" name="Freeform 7333">
                <a:extLst>
                  <a:ext uri="{FF2B5EF4-FFF2-40B4-BE49-F238E27FC236}">
                    <a16:creationId xmlns:a16="http://schemas.microsoft.com/office/drawing/2014/main" id="{D4DA3C7F-9AAE-482F-8D33-229CF0936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4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2" name="Freeform 7334">
                <a:extLst>
                  <a:ext uri="{FF2B5EF4-FFF2-40B4-BE49-F238E27FC236}">
                    <a16:creationId xmlns:a16="http://schemas.microsoft.com/office/drawing/2014/main" id="{22CCF32E-4E45-41D2-8A54-3B944B7E2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43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3" name="Freeform 7335">
                <a:extLst>
                  <a:ext uri="{FF2B5EF4-FFF2-40B4-BE49-F238E27FC236}">
                    <a16:creationId xmlns:a16="http://schemas.microsoft.com/office/drawing/2014/main" id="{5FC53173-DE52-4880-AEE4-523D8518F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4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4" name="Freeform 7336">
                <a:extLst>
                  <a:ext uri="{FF2B5EF4-FFF2-40B4-BE49-F238E27FC236}">
                    <a16:creationId xmlns:a16="http://schemas.microsoft.com/office/drawing/2014/main" id="{4B5F8419-E1CE-4B2E-BBD9-2661A3E3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4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5" name="Freeform 7337">
                <a:extLst>
                  <a:ext uri="{FF2B5EF4-FFF2-40B4-BE49-F238E27FC236}">
                    <a16:creationId xmlns:a16="http://schemas.microsoft.com/office/drawing/2014/main" id="{90D71924-F7F4-466C-8A27-8662DB564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4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6" name="Freeform 7338">
                <a:extLst>
                  <a:ext uri="{FF2B5EF4-FFF2-40B4-BE49-F238E27FC236}">
                    <a16:creationId xmlns:a16="http://schemas.microsoft.com/office/drawing/2014/main" id="{DC118161-C655-469D-A139-B91E5290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3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7" name="Freeform 7339">
                <a:extLst>
                  <a:ext uri="{FF2B5EF4-FFF2-40B4-BE49-F238E27FC236}">
                    <a16:creationId xmlns:a16="http://schemas.microsoft.com/office/drawing/2014/main" id="{4BF95E91-9CBF-482C-8E42-B7E114F20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40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8" name="Freeform 7340">
                <a:extLst>
                  <a:ext uri="{FF2B5EF4-FFF2-40B4-BE49-F238E27FC236}">
                    <a16:creationId xmlns:a16="http://schemas.microsoft.com/office/drawing/2014/main" id="{1943763D-3BA2-4246-9E88-8E805C2A1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4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9" name="Freeform 7341">
                <a:extLst>
                  <a:ext uri="{FF2B5EF4-FFF2-40B4-BE49-F238E27FC236}">
                    <a16:creationId xmlns:a16="http://schemas.microsoft.com/office/drawing/2014/main" id="{7EA4B325-61FF-4395-9BCF-EDAF417A5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398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0" name="Freeform 7342">
                <a:extLst>
                  <a:ext uri="{FF2B5EF4-FFF2-40B4-BE49-F238E27FC236}">
                    <a16:creationId xmlns:a16="http://schemas.microsoft.com/office/drawing/2014/main" id="{3F30D716-0222-4099-95D9-6E7400682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39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1" name="Freeform 7343">
                <a:extLst>
                  <a:ext uri="{FF2B5EF4-FFF2-40B4-BE49-F238E27FC236}">
                    <a16:creationId xmlns:a16="http://schemas.microsoft.com/office/drawing/2014/main" id="{1A738A0E-1513-4FFF-9F43-08AF4D87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3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2" name="Freeform 7344">
                <a:extLst>
                  <a:ext uri="{FF2B5EF4-FFF2-40B4-BE49-F238E27FC236}">
                    <a16:creationId xmlns:a16="http://schemas.microsoft.com/office/drawing/2014/main" id="{98BD33E3-7CB8-4838-B876-2438EA363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37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3" name="Freeform 7345">
                <a:extLst>
                  <a:ext uri="{FF2B5EF4-FFF2-40B4-BE49-F238E27FC236}">
                    <a16:creationId xmlns:a16="http://schemas.microsoft.com/office/drawing/2014/main" id="{D8F3173D-1AB4-478D-A6BC-05E66137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3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4" name="Freeform 7346">
                <a:extLst>
                  <a:ext uri="{FF2B5EF4-FFF2-40B4-BE49-F238E27FC236}">
                    <a16:creationId xmlns:a16="http://schemas.microsoft.com/office/drawing/2014/main" id="{093095E8-49AC-46AC-9A3C-450103475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37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5" name="Freeform 7347">
                <a:extLst>
                  <a:ext uri="{FF2B5EF4-FFF2-40B4-BE49-F238E27FC236}">
                    <a16:creationId xmlns:a16="http://schemas.microsoft.com/office/drawing/2014/main" id="{20F27427-1C27-4564-8ACC-614692C4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3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6" name="Freeform 7348">
                <a:extLst>
                  <a:ext uri="{FF2B5EF4-FFF2-40B4-BE49-F238E27FC236}">
                    <a16:creationId xmlns:a16="http://schemas.microsoft.com/office/drawing/2014/main" id="{AE5A9AAA-3F6A-41D5-8409-3AA2870DD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3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7" name="Freeform 7349">
                <a:extLst>
                  <a:ext uri="{FF2B5EF4-FFF2-40B4-BE49-F238E27FC236}">
                    <a16:creationId xmlns:a16="http://schemas.microsoft.com/office/drawing/2014/main" id="{738181A4-EB7B-455C-8D5D-5BAFA7BDA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36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8" name="Freeform 7350">
                <a:extLst>
                  <a:ext uri="{FF2B5EF4-FFF2-40B4-BE49-F238E27FC236}">
                    <a16:creationId xmlns:a16="http://schemas.microsoft.com/office/drawing/2014/main" id="{A28ACDEA-C8D6-4025-8BA2-0E9505947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3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9" name="Freeform 7351">
                <a:extLst>
                  <a:ext uri="{FF2B5EF4-FFF2-40B4-BE49-F238E27FC236}">
                    <a16:creationId xmlns:a16="http://schemas.microsoft.com/office/drawing/2014/main" id="{098397BB-F4EF-4C87-9DF1-F690C421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41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0" name="Freeform 7352">
                <a:extLst>
                  <a:ext uri="{FF2B5EF4-FFF2-40B4-BE49-F238E27FC236}">
                    <a16:creationId xmlns:a16="http://schemas.microsoft.com/office/drawing/2014/main" id="{4C8AD05F-A88D-40EC-80B9-8958FE078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4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1" name="Freeform 7353">
                <a:extLst>
                  <a:ext uri="{FF2B5EF4-FFF2-40B4-BE49-F238E27FC236}">
                    <a16:creationId xmlns:a16="http://schemas.microsoft.com/office/drawing/2014/main" id="{F15D2ABC-9753-4A10-9D04-18257D82D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422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2" name="Freeform 7354">
                <a:extLst>
                  <a:ext uri="{FF2B5EF4-FFF2-40B4-BE49-F238E27FC236}">
                    <a16:creationId xmlns:a16="http://schemas.microsoft.com/office/drawing/2014/main" id="{FF739156-6296-45E2-8A87-E139D25DA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40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3" name="Freeform 7355">
                <a:extLst>
                  <a:ext uri="{FF2B5EF4-FFF2-40B4-BE49-F238E27FC236}">
                    <a16:creationId xmlns:a16="http://schemas.microsoft.com/office/drawing/2014/main" id="{50B28913-BE84-42D9-AD90-95416440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4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4" name="Freeform 7356">
                <a:extLst>
                  <a:ext uri="{FF2B5EF4-FFF2-40B4-BE49-F238E27FC236}">
                    <a16:creationId xmlns:a16="http://schemas.microsoft.com/office/drawing/2014/main" id="{C4928CEA-F04C-43AF-911A-02527D90B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3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5" name="Freeform 7357">
                <a:extLst>
                  <a:ext uri="{FF2B5EF4-FFF2-40B4-BE49-F238E27FC236}">
                    <a16:creationId xmlns:a16="http://schemas.microsoft.com/office/drawing/2014/main" id="{BE7600FC-2FE9-4FF0-8BD8-37F163F84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38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6" name="Freeform 7358">
                <a:extLst>
                  <a:ext uri="{FF2B5EF4-FFF2-40B4-BE49-F238E27FC236}">
                    <a16:creationId xmlns:a16="http://schemas.microsoft.com/office/drawing/2014/main" id="{30565494-93BA-4EF0-8D5B-8DA4C4CA7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3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7" name="Freeform 7359">
                <a:extLst>
                  <a:ext uri="{FF2B5EF4-FFF2-40B4-BE49-F238E27FC236}">
                    <a16:creationId xmlns:a16="http://schemas.microsoft.com/office/drawing/2014/main" id="{1392B025-34B0-4578-A4E6-D236817F8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40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8" name="Freeform 7360">
                <a:extLst>
                  <a:ext uri="{FF2B5EF4-FFF2-40B4-BE49-F238E27FC236}">
                    <a16:creationId xmlns:a16="http://schemas.microsoft.com/office/drawing/2014/main" id="{80EA942A-2D9D-442A-911E-ABB96A0DD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3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9" name="Freeform 7361">
                <a:extLst>
                  <a:ext uri="{FF2B5EF4-FFF2-40B4-BE49-F238E27FC236}">
                    <a16:creationId xmlns:a16="http://schemas.microsoft.com/office/drawing/2014/main" id="{C447A4AD-9567-4EE8-9945-B8B73A5FB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3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0" name="Freeform 7362">
                <a:extLst>
                  <a:ext uri="{FF2B5EF4-FFF2-40B4-BE49-F238E27FC236}">
                    <a16:creationId xmlns:a16="http://schemas.microsoft.com/office/drawing/2014/main" id="{1D9FDC85-CF2F-447A-B584-A84E1407D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3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1" name="Freeform 7363">
                <a:extLst>
                  <a:ext uri="{FF2B5EF4-FFF2-40B4-BE49-F238E27FC236}">
                    <a16:creationId xmlns:a16="http://schemas.microsoft.com/office/drawing/2014/main" id="{9813656B-C24B-4EB8-924E-8D73D930B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3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2" name="Freeform 7364">
                <a:extLst>
                  <a:ext uri="{FF2B5EF4-FFF2-40B4-BE49-F238E27FC236}">
                    <a16:creationId xmlns:a16="http://schemas.microsoft.com/office/drawing/2014/main" id="{0CE2DBD8-A776-434F-A0C4-3B6C4BFED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3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3" name="Freeform 7365">
                <a:extLst>
                  <a:ext uri="{FF2B5EF4-FFF2-40B4-BE49-F238E27FC236}">
                    <a16:creationId xmlns:a16="http://schemas.microsoft.com/office/drawing/2014/main" id="{438C0B5F-80B5-4831-8DE8-B9104F2CC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38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4" name="Freeform 7366">
                <a:extLst>
                  <a:ext uri="{FF2B5EF4-FFF2-40B4-BE49-F238E27FC236}">
                    <a16:creationId xmlns:a16="http://schemas.microsoft.com/office/drawing/2014/main" id="{F20F57FF-A57E-4692-9D69-C8966CCFB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5" name="Freeform 7367">
                <a:extLst>
                  <a:ext uri="{FF2B5EF4-FFF2-40B4-BE49-F238E27FC236}">
                    <a16:creationId xmlns:a16="http://schemas.microsoft.com/office/drawing/2014/main" id="{1F42F988-853D-4DCC-89B6-BD2A70C80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42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6" name="Freeform 7368">
                <a:extLst>
                  <a:ext uri="{FF2B5EF4-FFF2-40B4-BE49-F238E27FC236}">
                    <a16:creationId xmlns:a16="http://schemas.microsoft.com/office/drawing/2014/main" id="{AC8EA67F-11DC-4D4C-9E14-C0871A8F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7" name="Freeform 7369">
                <a:extLst>
                  <a:ext uri="{FF2B5EF4-FFF2-40B4-BE49-F238E27FC236}">
                    <a16:creationId xmlns:a16="http://schemas.microsoft.com/office/drawing/2014/main" id="{EF9221AE-3038-4183-92C8-3FE232E1D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4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8" name="Freeform 7370">
                <a:extLst>
                  <a:ext uri="{FF2B5EF4-FFF2-40B4-BE49-F238E27FC236}">
                    <a16:creationId xmlns:a16="http://schemas.microsoft.com/office/drawing/2014/main" id="{F8877A92-3A04-447A-8F6A-4B5DD7158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41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9" name="Freeform 7371">
                <a:extLst>
                  <a:ext uri="{FF2B5EF4-FFF2-40B4-BE49-F238E27FC236}">
                    <a16:creationId xmlns:a16="http://schemas.microsoft.com/office/drawing/2014/main" id="{6C95E2B3-E44B-4DE4-B4A3-776404CBF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40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0" name="Freeform 7372">
                <a:extLst>
                  <a:ext uri="{FF2B5EF4-FFF2-40B4-BE49-F238E27FC236}">
                    <a16:creationId xmlns:a16="http://schemas.microsoft.com/office/drawing/2014/main" id="{FAB7DC25-30E5-44B7-A367-7F80A8EF4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4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1" name="Freeform 7373">
                <a:extLst>
                  <a:ext uri="{FF2B5EF4-FFF2-40B4-BE49-F238E27FC236}">
                    <a16:creationId xmlns:a16="http://schemas.microsoft.com/office/drawing/2014/main" id="{2BB6B6D4-AE4E-4948-8FD7-446F76544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06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2" name="Freeform 7374">
                <a:extLst>
                  <a:ext uri="{FF2B5EF4-FFF2-40B4-BE49-F238E27FC236}">
                    <a16:creationId xmlns:a16="http://schemas.microsoft.com/office/drawing/2014/main" id="{B2697D35-FF19-41BF-ACBC-34B0CD08E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40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3" name="Freeform 7375">
                <a:extLst>
                  <a:ext uri="{FF2B5EF4-FFF2-40B4-BE49-F238E27FC236}">
                    <a16:creationId xmlns:a16="http://schemas.microsoft.com/office/drawing/2014/main" id="{3D03B5B1-77FA-4F1F-86A4-47AD855F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0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4" name="Freeform 7376">
                <a:extLst>
                  <a:ext uri="{FF2B5EF4-FFF2-40B4-BE49-F238E27FC236}">
                    <a16:creationId xmlns:a16="http://schemas.microsoft.com/office/drawing/2014/main" id="{246AAC46-16CB-47CF-8B0B-89526B346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9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5" name="Freeform 7377">
                <a:extLst>
                  <a:ext uri="{FF2B5EF4-FFF2-40B4-BE49-F238E27FC236}">
                    <a16:creationId xmlns:a16="http://schemas.microsoft.com/office/drawing/2014/main" id="{0964A877-E0D4-47DC-8AAC-324F5EE84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37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6" name="Freeform 7378">
                <a:extLst>
                  <a:ext uri="{FF2B5EF4-FFF2-40B4-BE49-F238E27FC236}">
                    <a16:creationId xmlns:a16="http://schemas.microsoft.com/office/drawing/2014/main" id="{67D6323C-C7A5-4E30-8CF7-646100D41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417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7" name="Freeform 7379">
                <a:extLst>
                  <a:ext uri="{FF2B5EF4-FFF2-40B4-BE49-F238E27FC236}">
                    <a16:creationId xmlns:a16="http://schemas.microsoft.com/office/drawing/2014/main" id="{67BE7A32-8497-4981-BD57-662DC147E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406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8" name="Freeform 7380">
                <a:extLst>
                  <a:ext uri="{FF2B5EF4-FFF2-40B4-BE49-F238E27FC236}">
                    <a16:creationId xmlns:a16="http://schemas.microsoft.com/office/drawing/2014/main" id="{B2320E88-3103-4719-90CB-C6EB1FA3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4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9" name="Freeform 7381">
                <a:extLst>
                  <a:ext uri="{FF2B5EF4-FFF2-40B4-BE49-F238E27FC236}">
                    <a16:creationId xmlns:a16="http://schemas.microsoft.com/office/drawing/2014/main" id="{9940494F-2706-440F-B58A-251A367D8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43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9" name="Group 7382">
              <a:extLst>
                <a:ext uri="{FF2B5EF4-FFF2-40B4-BE49-F238E27FC236}">
                  <a16:creationId xmlns:a16="http://schemas.microsoft.com/office/drawing/2014/main" id="{2BC78CF9-A728-47A9-9FB8-25670CE428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9" y="2257"/>
              <a:ext cx="292" cy="208"/>
              <a:chOff x="4259" y="2257"/>
              <a:chExt cx="292" cy="208"/>
            </a:xfrm>
          </p:grpSpPr>
          <p:sp>
            <p:nvSpPr>
              <p:cNvPr id="21980" name="Freeform 7383">
                <a:extLst>
                  <a:ext uri="{FF2B5EF4-FFF2-40B4-BE49-F238E27FC236}">
                    <a16:creationId xmlns:a16="http://schemas.microsoft.com/office/drawing/2014/main" id="{FE5DB373-3C50-4369-8506-000A294B3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4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Freeform 7384">
                <a:extLst>
                  <a:ext uri="{FF2B5EF4-FFF2-40B4-BE49-F238E27FC236}">
                    <a16:creationId xmlns:a16="http://schemas.microsoft.com/office/drawing/2014/main" id="{1435DFE0-686C-4E4F-B72C-E9930528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39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2" name="Freeform 7385">
                <a:extLst>
                  <a:ext uri="{FF2B5EF4-FFF2-40B4-BE49-F238E27FC236}">
                    <a16:creationId xmlns:a16="http://schemas.microsoft.com/office/drawing/2014/main" id="{F7F0E514-6800-42EE-A619-D27F69FF5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39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7386">
                <a:extLst>
                  <a:ext uri="{FF2B5EF4-FFF2-40B4-BE49-F238E27FC236}">
                    <a16:creationId xmlns:a16="http://schemas.microsoft.com/office/drawing/2014/main" id="{0E4C40A9-2756-40C0-B78E-EA241C452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Freeform 7387">
                <a:extLst>
                  <a:ext uri="{FF2B5EF4-FFF2-40B4-BE49-F238E27FC236}">
                    <a16:creationId xmlns:a16="http://schemas.microsoft.com/office/drawing/2014/main" id="{406C3045-586E-49A5-972B-4BE0093A8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37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5" name="Freeform 7388">
                <a:extLst>
                  <a:ext uri="{FF2B5EF4-FFF2-40B4-BE49-F238E27FC236}">
                    <a16:creationId xmlns:a16="http://schemas.microsoft.com/office/drawing/2014/main" id="{59C17231-3BDF-4E2E-85AD-E612E903F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32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6" name="Freeform 7389">
                <a:extLst>
                  <a:ext uri="{FF2B5EF4-FFF2-40B4-BE49-F238E27FC236}">
                    <a16:creationId xmlns:a16="http://schemas.microsoft.com/office/drawing/2014/main" id="{4B151D03-E81F-44CC-8A29-04026FE73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35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7" name="Freeform 7390">
                <a:extLst>
                  <a:ext uri="{FF2B5EF4-FFF2-40B4-BE49-F238E27FC236}">
                    <a16:creationId xmlns:a16="http://schemas.microsoft.com/office/drawing/2014/main" id="{6408610B-615F-44AA-BACE-2F220ECA6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3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8" name="Freeform 7391">
                <a:extLst>
                  <a:ext uri="{FF2B5EF4-FFF2-40B4-BE49-F238E27FC236}">
                    <a16:creationId xmlns:a16="http://schemas.microsoft.com/office/drawing/2014/main" id="{5A2490B5-A3F1-4175-9F25-60B4E99F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36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9" name="Freeform 7392">
                <a:extLst>
                  <a:ext uri="{FF2B5EF4-FFF2-40B4-BE49-F238E27FC236}">
                    <a16:creationId xmlns:a16="http://schemas.microsoft.com/office/drawing/2014/main" id="{EB4DFEA4-537C-4823-9D5C-01753CBA2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0" name="Freeform 7393">
                <a:extLst>
                  <a:ext uri="{FF2B5EF4-FFF2-40B4-BE49-F238E27FC236}">
                    <a16:creationId xmlns:a16="http://schemas.microsoft.com/office/drawing/2014/main" id="{172460EC-9885-45CA-9032-532D1B8A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3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1" name="Freeform 7394">
                <a:extLst>
                  <a:ext uri="{FF2B5EF4-FFF2-40B4-BE49-F238E27FC236}">
                    <a16:creationId xmlns:a16="http://schemas.microsoft.com/office/drawing/2014/main" id="{A7F2D131-A78A-4D11-999E-452422DFF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3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2" name="Freeform 7395">
                <a:extLst>
                  <a:ext uri="{FF2B5EF4-FFF2-40B4-BE49-F238E27FC236}">
                    <a16:creationId xmlns:a16="http://schemas.microsoft.com/office/drawing/2014/main" id="{40DAC2FA-41D8-4495-AC96-3DFD3373F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35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3" name="Freeform 7396">
                <a:extLst>
                  <a:ext uri="{FF2B5EF4-FFF2-40B4-BE49-F238E27FC236}">
                    <a16:creationId xmlns:a16="http://schemas.microsoft.com/office/drawing/2014/main" id="{8D465001-EF05-49BC-8253-F31B3D415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34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4" name="Freeform 7397">
                <a:extLst>
                  <a:ext uri="{FF2B5EF4-FFF2-40B4-BE49-F238E27FC236}">
                    <a16:creationId xmlns:a16="http://schemas.microsoft.com/office/drawing/2014/main" id="{AA0E499B-243C-4244-B3BC-46C89F709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32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7398">
                <a:extLst>
                  <a:ext uri="{FF2B5EF4-FFF2-40B4-BE49-F238E27FC236}">
                    <a16:creationId xmlns:a16="http://schemas.microsoft.com/office/drawing/2014/main" id="{8E0C6569-BF82-4695-B6F9-B9325F76C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3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Freeform 7399">
                <a:extLst>
                  <a:ext uri="{FF2B5EF4-FFF2-40B4-BE49-F238E27FC236}">
                    <a16:creationId xmlns:a16="http://schemas.microsoft.com/office/drawing/2014/main" id="{2BAFFE77-15BD-4B8E-A7A9-1EB328138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36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7" name="Freeform 7400">
                <a:extLst>
                  <a:ext uri="{FF2B5EF4-FFF2-40B4-BE49-F238E27FC236}">
                    <a16:creationId xmlns:a16="http://schemas.microsoft.com/office/drawing/2014/main" id="{65E3FC1E-69BA-4154-9F12-B6F661B49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35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Freeform 7401">
                <a:extLst>
                  <a:ext uri="{FF2B5EF4-FFF2-40B4-BE49-F238E27FC236}">
                    <a16:creationId xmlns:a16="http://schemas.microsoft.com/office/drawing/2014/main" id="{C82270DA-4F38-4D5A-B096-1A3DBD732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361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9" name="Freeform 7402">
                <a:extLst>
                  <a:ext uri="{FF2B5EF4-FFF2-40B4-BE49-F238E27FC236}">
                    <a16:creationId xmlns:a16="http://schemas.microsoft.com/office/drawing/2014/main" id="{9B14E03B-DFB5-4978-BBEA-0E279E87A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3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0" name="Freeform 7403">
                <a:extLst>
                  <a:ext uri="{FF2B5EF4-FFF2-40B4-BE49-F238E27FC236}">
                    <a16:creationId xmlns:a16="http://schemas.microsoft.com/office/drawing/2014/main" id="{8F2757D2-C9A6-4189-B026-31F1632C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6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1" name="Freeform 7404">
                <a:extLst>
                  <a:ext uri="{FF2B5EF4-FFF2-40B4-BE49-F238E27FC236}">
                    <a16:creationId xmlns:a16="http://schemas.microsoft.com/office/drawing/2014/main" id="{71C6D423-00F7-4934-A4A4-FD7DC8CB2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347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2" name="Freeform 7405">
                <a:extLst>
                  <a:ext uri="{FF2B5EF4-FFF2-40B4-BE49-F238E27FC236}">
                    <a16:creationId xmlns:a16="http://schemas.microsoft.com/office/drawing/2014/main" id="{7C18A132-DCF1-44E9-917E-12ED54A23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34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3" name="Freeform 7406">
                <a:extLst>
                  <a:ext uri="{FF2B5EF4-FFF2-40B4-BE49-F238E27FC236}">
                    <a16:creationId xmlns:a16="http://schemas.microsoft.com/office/drawing/2014/main" id="{067B316A-C0AF-495B-B1E9-D4220D1C1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34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4" name="Freeform 7407">
                <a:extLst>
                  <a:ext uri="{FF2B5EF4-FFF2-40B4-BE49-F238E27FC236}">
                    <a16:creationId xmlns:a16="http://schemas.microsoft.com/office/drawing/2014/main" id="{AF14BFD2-4350-47BC-8052-5AC5A2EB0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31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5" name="Freeform 7408">
                <a:extLst>
                  <a:ext uri="{FF2B5EF4-FFF2-40B4-BE49-F238E27FC236}">
                    <a16:creationId xmlns:a16="http://schemas.microsoft.com/office/drawing/2014/main" id="{9A89100F-D660-462E-91FB-B1284070B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37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6" name="Freeform 7409">
                <a:extLst>
                  <a:ext uri="{FF2B5EF4-FFF2-40B4-BE49-F238E27FC236}">
                    <a16:creationId xmlns:a16="http://schemas.microsoft.com/office/drawing/2014/main" id="{0A67981F-027E-4440-B4A1-6E355402F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34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7" name="Freeform 7410">
                <a:extLst>
                  <a:ext uri="{FF2B5EF4-FFF2-40B4-BE49-F238E27FC236}">
                    <a16:creationId xmlns:a16="http://schemas.microsoft.com/office/drawing/2014/main" id="{AC31C853-BE69-4305-875A-B2BC2DB25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3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8" name="Freeform 7411">
                <a:extLst>
                  <a:ext uri="{FF2B5EF4-FFF2-40B4-BE49-F238E27FC236}">
                    <a16:creationId xmlns:a16="http://schemas.microsoft.com/office/drawing/2014/main" id="{885E1355-0EC8-46B4-B92E-74480F5ED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3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9" name="Freeform 7412">
                <a:extLst>
                  <a:ext uri="{FF2B5EF4-FFF2-40B4-BE49-F238E27FC236}">
                    <a16:creationId xmlns:a16="http://schemas.microsoft.com/office/drawing/2014/main" id="{32E1DF2B-8A1F-4D12-BB7C-5865E24DB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34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0" name="Freeform 7413">
                <a:extLst>
                  <a:ext uri="{FF2B5EF4-FFF2-40B4-BE49-F238E27FC236}">
                    <a16:creationId xmlns:a16="http://schemas.microsoft.com/office/drawing/2014/main" id="{A9982C93-BB7D-49A3-A002-F1B3983C1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34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1" name="Freeform 7414">
                <a:extLst>
                  <a:ext uri="{FF2B5EF4-FFF2-40B4-BE49-F238E27FC236}">
                    <a16:creationId xmlns:a16="http://schemas.microsoft.com/office/drawing/2014/main" id="{4E282CAE-C489-4723-A735-33B9568B1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3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2" name="Freeform 7415">
                <a:extLst>
                  <a:ext uri="{FF2B5EF4-FFF2-40B4-BE49-F238E27FC236}">
                    <a16:creationId xmlns:a16="http://schemas.microsoft.com/office/drawing/2014/main" id="{F8212378-374D-4C0C-AFFD-FDAB2B902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33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3" name="Freeform 7416">
                <a:extLst>
                  <a:ext uri="{FF2B5EF4-FFF2-40B4-BE49-F238E27FC236}">
                    <a16:creationId xmlns:a16="http://schemas.microsoft.com/office/drawing/2014/main" id="{E54FE2F5-EBB1-43D2-AD52-D7CEF7850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3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4" name="Freeform 7417">
                <a:extLst>
                  <a:ext uri="{FF2B5EF4-FFF2-40B4-BE49-F238E27FC236}">
                    <a16:creationId xmlns:a16="http://schemas.microsoft.com/office/drawing/2014/main" id="{0C8334EA-42E9-4C33-B66C-EDFFA41CF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36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5" name="Freeform 7418">
                <a:extLst>
                  <a:ext uri="{FF2B5EF4-FFF2-40B4-BE49-F238E27FC236}">
                    <a16:creationId xmlns:a16="http://schemas.microsoft.com/office/drawing/2014/main" id="{08558AB1-1A00-4634-8635-7F471EC29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6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6" name="Freeform 7419">
                <a:extLst>
                  <a:ext uri="{FF2B5EF4-FFF2-40B4-BE49-F238E27FC236}">
                    <a16:creationId xmlns:a16="http://schemas.microsoft.com/office/drawing/2014/main" id="{05D101C4-F383-47D8-9761-D2E70F59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7" name="Freeform 7420">
                <a:extLst>
                  <a:ext uri="{FF2B5EF4-FFF2-40B4-BE49-F238E27FC236}">
                    <a16:creationId xmlns:a16="http://schemas.microsoft.com/office/drawing/2014/main" id="{7130697C-0378-4328-BC12-3DBBB892F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34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8" name="Freeform 7421">
                <a:extLst>
                  <a:ext uri="{FF2B5EF4-FFF2-40B4-BE49-F238E27FC236}">
                    <a16:creationId xmlns:a16="http://schemas.microsoft.com/office/drawing/2014/main" id="{7AB39A11-8439-49A4-A490-5EE1E831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33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9" name="Freeform 7422">
                <a:extLst>
                  <a:ext uri="{FF2B5EF4-FFF2-40B4-BE49-F238E27FC236}">
                    <a16:creationId xmlns:a16="http://schemas.microsoft.com/office/drawing/2014/main" id="{C691D4DE-7A77-4053-B9E1-525B9A475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4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0" name="Freeform 7423">
                <a:extLst>
                  <a:ext uri="{FF2B5EF4-FFF2-40B4-BE49-F238E27FC236}">
                    <a16:creationId xmlns:a16="http://schemas.microsoft.com/office/drawing/2014/main" id="{A89CFCC4-7A05-4DD5-9EC2-619ED9633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3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1" name="Freeform 7424">
                <a:extLst>
                  <a:ext uri="{FF2B5EF4-FFF2-40B4-BE49-F238E27FC236}">
                    <a16:creationId xmlns:a16="http://schemas.microsoft.com/office/drawing/2014/main" id="{A7F09B89-136C-46A6-8DB7-5CD91AD20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32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2" name="Freeform 7425">
                <a:extLst>
                  <a:ext uri="{FF2B5EF4-FFF2-40B4-BE49-F238E27FC236}">
                    <a16:creationId xmlns:a16="http://schemas.microsoft.com/office/drawing/2014/main" id="{526091B6-2DB5-4E43-B8C2-E05B60453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3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3" name="Freeform 7426">
                <a:extLst>
                  <a:ext uri="{FF2B5EF4-FFF2-40B4-BE49-F238E27FC236}">
                    <a16:creationId xmlns:a16="http://schemas.microsoft.com/office/drawing/2014/main" id="{2948FEE8-7A26-4D0E-AE59-AD3D817B3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33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4" name="Freeform 7427">
                <a:extLst>
                  <a:ext uri="{FF2B5EF4-FFF2-40B4-BE49-F238E27FC236}">
                    <a16:creationId xmlns:a16="http://schemas.microsoft.com/office/drawing/2014/main" id="{849E3FB4-567E-428B-A9FD-A2B24B140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3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5" name="Freeform 7428">
                <a:extLst>
                  <a:ext uri="{FF2B5EF4-FFF2-40B4-BE49-F238E27FC236}">
                    <a16:creationId xmlns:a16="http://schemas.microsoft.com/office/drawing/2014/main" id="{9F44BF51-22A8-44F2-8589-B54EDB237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33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6" name="Freeform 7429">
                <a:extLst>
                  <a:ext uri="{FF2B5EF4-FFF2-40B4-BE49-F238E27FC236}">
                    <a16:creationId xmlns:a16="http://schemas.microsoft.com/office/drawing/2014/main" id="{8F4E46DB-5E95-43B9-AA69-80C9EF2E3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377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7" name="Freeform 7430">
                <a:extLst>
                  <a:ext uri="{FF2B5EF4-FFF2-40B4-BE49-F238E27FC236}">
                    <a16:creationId xmlns:a16="http://schemas.microsoft.com/office/drawing/2014/main" id="{BB78D80E-F4CE-41DB-8BC5-3F37788FF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69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8" name="Freeform 7431">
                <a:extLst>
                  <a:ext uri="{FF2B5EF4-FFF2-40B4-BE49-F238E27FC236}">
                    <a16:creationId xmlns:a16="http://schemas.microsoft.com/office/drawing/2014/main" id="{50CCE0A0-8C57-47A6-B0E9-C3394348A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3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9" name="Freeform 7432">
                <a:extLst>
                  <a:ext uri="{FF2B5EF4-FFF2-40B4-BE49-F238E27FC236}">
                    <a16:creationId xmlns:a16="http://schemas.microsoft.com/office/drawing/2014/main" id="{1E661E5D-BCDE-4713-9A68-D0DFCF9E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5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0" name="Freeform 7433">
                <a:extLst>
                  <a:ext uri="{FF2B5EF4-FFF2-40B4-BE49-F238E27FC236}">
                    <a16:creationId xmlns:a16="http://schemas.microsoft.com/office/drawing/2014/main" id="{2C9E93A0-3884-4DFF-9389-6DB5EFC01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342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1" name="Freeform 7434">
                <a:extLst>
                  <a:ext uri="{FF2B5EF4-FFF2-40B4-BE49-F238E27FC236}">
                    <a16:creationId xmlns:a16="http://schemas.microsoft.com/office/drawing/2014/main" id="{E9BDD968-3F8E-492C-AAD5-5BB242495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53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2" name="Freeform 7435">
                <a:extLst>
                  <a:ext uri="{FF2B5EF4-FFF2-40B4-BE49-F238E27FC236}">
                    <a16:creationId xmlns:a16="http://schemas.microsoft.com/office/drawing/2014/main" id="{578F4E6E-AA77-41A0-ADDA-4ECB64017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377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12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3" name="Freeform 7436">
                <a:extLst>
                  <a:ext uri="{FF2B5EF4-FFF2-40B4-BE49-F238E27FC236}">
                    <a16:creationId xmlns:a16="http://schemas.microsoft.com/office/drawing/2014/main" id="{3AC44E55-988B-4401-92FC-0418CAAC9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36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4" name="Freeform 7437">
                <a:extLst>
                  <a:ext uri="{FF2B5EF4-FFF2-40B4-BE49-F238E27FC236}">
                    <a16:creationId xmlns:a16="http://schemas.microsoft.com/office/drawing/2014/main" id="{6550967D-4D0B-4DFB-8555-93F69243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3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5" name="Freeform 7438">
                <a:extLst>
                  <a:ext uri="{FF2B5EF4-FFF2-40B4-BE49-F238E27FC236}">
                    <a16:creationId xmlns:a16="http://schemas.microsoft.com/office/drawing/2014/main" id="{EB002FB5-CB26-46D6-A02E-B08D16541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39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6" name="Freeform 7439">
                <a:extLst>
                  <a:ext uri="{FF2B5EF4-FFF2-40B4-BE49-F238E27FC236}">
                    <a16:creationId xmlns:a16="http://schemas.microsoft.com/office/drawing/2014/main" id="{2746DB89-62A6-4AD9-A515-9B8654B51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4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7" name="Freeform 7440">
                <a:extLst>
                  <a:ext uri="{FF2B5EF4-FFF2-40B4-BE49-F238E27FC236}">
                    <a16:creationId xmlns:a16="http://schemas.microsoft.com/office/drawing/2014/main" id="{7710D21D-8C61-4F10-AFA8-C0864783F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3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8" name="Freeform 7441">
                <a:extLst>
                  <a:ext uri="{FF2B5EF4-FFF2-40B4-BE49-F238E27FC236}">
                    <a16:creationId xmlns:a16="http://schemas.microsoft.com/office/drawing/2014/main" id="{B3580B34-4CD8-4A5B-B2E2-C2DD33828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8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9" name="Freeform 7442">
                <a:extLst>
                  <a:ext uri="{FF2B5EF4-FFF2-40B4-BE49-F238E27FC236}">
                    <a16:creationId xmlns:a16="http://schemas.microsoft.com/office/drawing/2014/main" id="{9EE6467F-C59F-40F7-ADD0-913179A9A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36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0" name="Freeform 7443">
                <a:extLst>
                  <a:ext uri="{FF2B5EF4-FFF2-40B4-BE49-F238E27FC236}">
                    <a16:creationId xmlns:a16="http://schemas.microsoft.com/office/drawing/2014/main" id="{8AE52FCF-C169-4457-B765-62859EAB6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35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1" name="Freeform 7444">
                <a:extLst>
                  <a:ext uri="{FF2B5EF4-FFF2-40B4-BE49-F238E27FC236}">
                    <a16:creationId xmlns:a16="http://schemas.microsoft.com/office/drawing/2014/main" id="{05F4B482-5A62-478C-922A-154072096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36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2" name="Freeform 7445">
                <a:extLst>
                  <a:ext uri="{FF2B5EF4-FFF2-40B4-BE49-F238E27FC236}">
                    <a16:creationId xmlns:a16="http://schemas.microsoft.com/office/drawing/2014/main" id="{08986DCF-C236-431B-88BD-918E56CED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36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3" name="Freeform 7446">
                <a:extLst>
                  <a:ext uri="{FF2B5EF4-FFF2-40B4-BE49-F238E27FC236}">
                    <a16:creationId xmlns:a16="http://schemas.microsoft.com/office/drawing/2014/main" id="{636779C2-FB15-40A9-935C-9FCD2D29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3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4" name="Freeform 7447">
                <a:extLst>
                  <a:ext uri="{FF2B5EF4-FFF2-40B4-BE49-F238E27FC236}">
                    <a16:creationId xmlns:a16="http://schemas.microsoft.com/office/drawing/2014/main" id="{9371174D-AC5B-4C76-B6FA-03AF86E3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35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5" name="Freeform 7448">
                <a:extLst>
                  <a:ext uri="{FF2B5EF4-FFF2-40B4-BE49-F238E27FC236}">
                    <a16:creationId xmlns:a16="http://schemas.microsoft.com/office/drawing/2014/main" id="{5D248DB7-E7D5-4968-9661-07017E125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34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6" name="Freeform 7449">
                <a:extLst>
                  <a:ext uri="{FF2B5EF4-FFF2-40B4-BE49-F238E27FC236}">
                    <a16:creationId xmlns:a16="http://schemas.microsoft.com/office/drawing/2014/main" id="{3FFA5097-9EE5-421C-9F60-076D7CE2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3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7" name="Freeform 7450">
                <a:extLst>
                  <a:ext uri="{FF2B5EF4-FFF2-40B4-BE49-F238E27FC236}">
                    <a16:creationId xmlns:a16="http://schemas.microsoft.com/office/drawing/2014/main" id="{4AB8B250-EC6E-4292-9C97-00712A153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32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8" name="Freeform 7451">
                <a:extLst>
                  <a:ext uri="{FF2B5EF4-FFF2-40B4-BE49-F238E27FC236}">
                    <a16:creationId xmlns:a16="http://schemas.microsoft.com/office/drawing/2014/main" id="{B8C7C980-7910-45EA-B171-0BEBBAC61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3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9" name="Freeform 7452">
                <a:extLst>
                  <a:ext uri="{FF2B5EF4-FFF2-40B4-BE49-F238E27FC236}">
                    <a16:creationId xmlns:a16="http://schemas.microsoft.com/office/drawing/2014/main" id="{BF7DE483-FB6B-425A-9195-CF96371A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3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0" name="Freeform 7453">
                <a:extLst>
                  <a:ext uri="{FF2B5EF4-FFF2-40B4-BE49-F238E27FC236}">
                    <a16:creationId xmlns:a16="http://schemas.microsoft.com/office/drawing/2014/main" id="{8DADADD3-A88A-4EDA-8357-A43FCF0F8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3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1" name="Freeform 7454">
                <a:extLst>
                  <a:ext uri="{FF2B5EF4-FFF2-40B4-BE49-F238E27FC236}">
                    <a16:creationId xmlns:a16="http://schemas.microsoft.com/office/drawing/2014/main" id="{D914AC6A-AE1B-4F02-ABA3-1A5A29475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2" name="Freeform 7455">
                <a:extLst>
                  <a:ext uri="{FF2B5EF4-FFF2-40B4-BE49-F238E27FC236}">
                    <a16:creationId xmlns:a16="http://schemas.microsoft.com/office/drawing/2014/main" id="{F7996493-CD59-4964-AE3E-F91237DCD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30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3" name="Freeform 7456">
                <a:extLst>
                  <a:ext uri="{FF2B5EF4-FFF2-40B4-BE49-F238E27FC236}">
                    <a16:creationId xmlns:a16="http://schemas.microsoft.com/office/drawing/2014/main" id="{D08D041C-AFD0-4CC1-AE1F-FE610071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3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4" name="Freeform 7457">
                <a:extLst>
                  <a:ext uri="{FF2B5EF4-FFF2-40B4-BE49-F238E27FC236}">
                    <a16:creationId xmlns:a16="http://schemas.microsoft.com/office/drawing/2014/main" id="{AC85C1F2-708B-44DB-8DC3-71967FE90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7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5" name="Freeform 7458">
                <a:extLst>
                  <a:ext uri="{FF2B5EF4-FFF2-40B4-BE49-F238E27FC236}">
                    <a16:creationId xmlns:a16="http://schemas.microsoft.com/office/drawing/2014/main" id="{14B455B5-97E1-457B-9448-3098F75F0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4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6" name="Freeform 7459">
                <a:extLst>
                  <a:ext uri="{FF2B5EF4-FFF2-40B4-BE49-F238E27FC236}">
                    <a16:creationId xmlns:a16="http://schemas.microsoft.com/office/drawing/2014/main" id="{03100F7F-07ED-4378-9DA0-5415077C9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4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7" name="Freeform 7460">
                <a:extLst>
                  <a:ext uri="{FF2B5EF4-FFF2-40B4-BE49-F238E27FC236}">
                    <a16:creationId xmlns:a16="http://schemas.microsoft.com/office/drawing/2014/main" id="{CCCD5900-E8B6-46AA-B484-67D69E981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43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8" name="Freeform 7461">
                <a:extLst>
                  <a:ext uri="{FF2B5EF4-FFF2-40B4-BE49-F238E27FC236}">
                    <a16:creationId xmlns:a16="http://schemas.microsoft.com/office/drawing/2014/main" id="{8C41D6A1-62C5-4478-B2BD-EE2CF370C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4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9" name="Freeform 7462">
                <a:extLst>
                  <a:ext uri="{FF2B5EF4-FFF2-40B4-BE49-F238E27FC236}">
                    <a16:creationId xmlns:a16="http://schemas.microsoft.com/office/drawing/2014/main" id="{9E0BE34D-DAD0-4885-BDD4-3ADB04889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44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0" name="Freeform 7463">
                <a:extLst>
                  <a:ext uri="{FF2B5EF4-FFF2-40B4-BE49-F238E27FC236}">
                    <a16:creationId xmlns:a16="http://schemas.microsoft.com/office/drawing/2014/main" id="{4CB7F950-4B5A-4ED5-B961-3AE858485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4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1" name="Freeform 7464">
                <a:extLst>
                  <a:ext uri="{FF2B5EF4-FFF2-40B4-BE49-F238E27FC236}">
                    <a16:creationId xmlns:a16="http://schemas.microsoft.com/office/drawing/2014/main" id="{D59C21B8-C5FE-423E-968F-01B830114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43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2" name="Freeform 7465">
                <a:extLst>
                  <a:ext uri="{FF2B5EF4-FFF2-40B4-BE49-F238E27FC236}">
                    <a16:creationId xmlns:a16="http://schemas.microsoft.com/office/drawing/2014/main" id="{622FD1A0-0A66-4E81-B6EC-8095EF595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4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3" name="Freeform 7466">
                <a:extLst>
                  <a:ext uri="{FF2B5EF4-FFF2-40B4-BE49-F238E27FC236}">
                    <a16:creationId xmlns:a16="http://schemas.microsoft.com/office/drawing/2014/main" id="{996F239F-FABE-4BF3-AAC7-9D8A39A0B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4" name="Freeform 7467">
                <a:extLst>
                  <a:ext uri="{FF2B5EF4-FFF2-40B4-BE49-F238E27FC236}">
                    <a16:creationId xmlns:a16="http://schemas.microsoft.com/office/drawing/2014/main" id="{979E0918-A4B9-403E-B618-5A57D88C5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41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5" name="Freeform 7468">
                <a:extLst>
                  <a:ext uri="{FF2B5EF4-FFF2-40B4-BE49-F238E27FC236}">
                    <a16:creationId xmlns:a16="http://schemas.microsoft.com/office/drawing/2014/main" id="{D3A02CC6-6FD2-4854-A8DF-3114CA148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9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6" name="Freeform 7469">
                <a:extLst>
                  <a:ext uri="{FF2B5EF4-FFF2-40B4-BE49-F238E27FC236}">
                    <a16:creationId xmlns:a16="http://schemas.microsoft.com/office/drawing/2014/main" id="{E8644F5E-AA83-43E5-9B5A-098761FB7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4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7" name="Freeform 7470">
                <a:extLst>
                  <a:ext uri="{FF2B5EF4-FFF2-40B4-BE49-F238E27FC236}">
                    <a16:creationId xmlns:a16="http://schemas.microsoft.com/office/drawing/2014/main" id="{98255081-8742-4FD3-B643-61D5379E9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5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8" name="Freeform 7471">
                <a:extLst>
                  <a:ext uri="{FF2B5EF4-FFF2-40B4-BE49-F238E27FC236}">
                    <a16:creationId xmlns:a16="http://schemas.microsoft.com/office/drawing/2014/main" id="{0F041F45-D614-452A-8BC6-6F4CEDF59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30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9" name="Freeform 7472">
                <a:extLst>
                  <a:ext uri="{FF2B5EF4-FFF2-40B4-BE49-F238E27FC236}">
                    <a16:creationId xmlns:a16="http://schemas.microsoft.com/office/drawing/2014/main" id="{FF509B11-D683-42E1-9A20-910AA2CB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4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0" name="Freeform 7473">
                <a:extLst>
                  <a:ext uri="{FF2B5EF4-FFF2-40B4-BE49-F238E27FC236}">
                    <a16:creationId xmlns:a16="http://schemas.microsoft.com/office/drawing/2014/main" id="{3C8356ED-7A94-4F54-A48F-8E437DD14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38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1" name="Freeform 7474">
                <a:extLst>
                  <a:ext uri="{FF2B5EF4-FFF2-40B4-BE49-F238E27FC236}">
                    <a16:creationId xmlns:a16="http://schemas.microsoft.com/office/drawing/2014/main" id="{4F462ED4-BF16-4AD0-B837-1C3181425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36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2" name="Freeform 7475">
                <a:extLst>
                  <a:ext uri="{FF2B5EF4-FFF2-40B4-BE49-F238E27FC236}">
                    <a16:creationId xmlns:a16="http://schemas.microsoft.com/office/drawing/2014/main" id="{2401134F-AC7F-4138-BF4B-512FC2922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361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3" name="Freeform 7476">
                <a:extLst>
                  <a:ext uri="{FF2B5EF4-FFF2-40B4-BE49-F238E27FC236}">
                    <a16:creationId xmlns:a16="http://schemas.microsoft.com/office/drawing/2014/main" id="{7A2C0BF8-4F2E-4E30-8D7B-9EA0219C0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350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4" name="Freeform 7477">
                <a:extLst>
                  <a:ext uri="{FF2B5EF4-FFF2-40B4-BE49-F238E27FC236}">
                    <a16:creationId xmlns:a16="http://schemas.microsoft.com/office/drawing/2014/main" id="{25E863F9-31F3-41FC-997D-B0226F53F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3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5" name="Freeform 7478">
                <a:extLst>
                  <a:ext uri="{FF2B5EF4-FFF2-40B4-BE49-F238E27FC236}">
                    <a16:creationId xmlns:a16="http://schemas.microsoft.com/office/drawing/2014/main" id="{1CE77563-5D15-4B33-B4F8-A28CB1AA1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3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6" name="Freeform 7479">
                <a:extLst>
                  <a:ext uri="{FF2B5EF4-FFF2-40B4-BE49-F238E27FC236}">
                    <a16:creationId xmlns:a16="http://schemas.microsoft.com/office/drawing/2014/main" id="{33221D4C-9F18-4F86-9B1D-C27324A1B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36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7" name="Freeform 7480">
                <a:extLst>
                  <a:ext uri="{FF2B5EF4-FFF2-40B4-BE49-F238E27FC236}">
                    <a16:creationId xmlns:a16="http://schemas.microsoft.com/office/drawing/2014/main" id="{1797D915-000D-4221-9F44-86C29C3F0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3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8" name="Freeform 7481">
                <a:extLst>
                  <a:ext uri="{FF2B5EF4-FFF2-40B4-BE49-F238E27FC236}">
                    <a16:creationId xmlns:a16="http://schemas.microsoft.com/office/drawing/2014/main" id="{3001312E-9114-4AE4-A5F7-5ADC9A4F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35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9" name="Freeform 7482">
                <a:extLst>
                  <a:ext uri="{FF2B5EF4-FFF2-40B4-BE49-F238E27FC236}">
                    <a16:creationId xmlns:a16="http://schemas.microsoft.com/office/drawing/2014/main" id="{CDFF596B-36ED-42CF-9196-3BE4EB4F2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35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0" name="Freeform 7483">
                <a:extLst>
                  <a:ext uri="{FF2B5EF4-FFF2-40B4-BE49-F238E27FC236}">
                    <a16:creationId xmlns:a16="http://schemas.microsoft.com/office/drawing/2014/main" id="{C3A0BCC2-7F2C-49CA-914B-BC81EB7DA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3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1" name="Freeform 7484">
                <a:extLst>
                  <a:ext uri="{FF2B5EF4-FFF2-40B4-BE49-F238E27FC236}">
                    <a16:creationId xmlns:a16="http://schemas.microsoft.com/office/drawing/2014/main" id="{17FF5DAB-9CA5-4121-82CD-B8FDE213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33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2" name="Freeform 7485">
                <a:extLst>
                  <a:ext uri="{FF2B5EF4-FFF2-40B4-BE49-F238E27FC236}">
                    <a16:creationId xmlns:a16="http://schemas.microsoft.com/office/drawing/2014/main" id="{84751804-5316-4088-8AA5-4649C954D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34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3" name="Freeform 7486">
                <a:extLst>
                  <a:ext uri="{FF2B5EF4-FFF2-40B4-BE49-F238E27FC236}">
                    <a16:creationId xmlns:a16="http://schemas.microsoft.com/office/drawing/2014/main" id="{F4AB7823-B423-4EB0-8A54-087E919BB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33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4" name="Freeform 7487">
                <a:extLst>
                  <a:ext uri="{FF2B5EF4-FFF2-40B4-BE49-F238E27FC236}">
                    <a16:creationId xmlns:a16="http://schemas.microsoft.com/office/drawing/2014/main" id="{D75E126C-F2EB-41D5-AD8C-656EE7450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5" name="Freeform 7488">
                <a:extLst>
                  <a:ext uri="{FF2B5EF4-FFF2-40B4-BE49-F238E27FC236}">
                    <a16:creationId xmlns:a16="http://schemas.microsoft.com/office/drawing/2014/main" id="{731DBB4E-0834-4872-B78A-4A1DA4061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31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6" name="Freeform 7489">
                <a:extLst>
                  <a:ext uri="{FF2B5EF4-FFF2-40B4-BE49-F238E27FC236}">
                    <a16:creationId xmlns:a16="http://schemas.microsoft.com/office/drawing/2014/main" id="{C4FC4A8C-A1F3-499B-A7C0-0BE99B2D6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3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7" name="Freeform 7490">
                <a:extLst>
                  <a:ext uri="{FF2B5EF4-FFF2-40B4-BE49-F238E27FC236}">
                    <a16:creationId xmlns:a16="http://schemas.microsoft.com/office/drawing/2014/main" id="{315AA80F-85A0-4918-AE91-9CC865EA5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4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8" name="Freeform 7491">
                <a:extLst>
                  <a:ext uri="{FF2B5EF4-FFF2-40B4-BE49-F238E27FC236}">
                    <a16:creationId xmlns:a16="http://schemas.microsoft.com/office/drawing/2014/main" id="{DB39AAE2-D80D-48FE-BD7B-E33F550A5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4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9" name="Freeform 7492">
                <a:extLst>
                  <a:ext uri="{FF2B5EF4-FFF2-40B4-BE49-F238E27FC236}">
                    <a16:creationId xmlns:a16="http://schemas.microsoft.com/office/drawing/2014/main" id="{00E1DFC4-61F0-4BE3-8F1D-2D419077F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42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0" name="Freeform 7493">
                <a:extLst>
                  <a:ext uri="{FF2B5EF4-FFF2-40B4-BE49-F238E27FC236}">
                    <a16:creationId xmlns:a16="http://schemas.microsoft.com/office/drawing/2014/main" id="{25A06D76-9691-48F4-9BBF-9AFA93EBA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41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1" name="Freeform 7494">
                <a:extLst>
                  <a:ext uri="{FF2B5EF4-FFF2-40B4-BE49-F238E27FC236}">
                    <a16:creationId xmlns:a16="http://schemas.microsoft.com/office/drawing/2014/main" id="{79167697-4A48-4B01-93E0-7CFF17404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0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2" name="Freeform 7495">
                <a:extLst>
                  <a:ext uri="{FF2B5EF4-FFF2-40B4-BE49-F238E27FC236}">
                    <a16:creationId xmlns:a16="http://schemas.microsoft.com/office/drawing/2014/main" id="{C9BA566E-63BC-4491-AFE5-5943CCE1F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1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3" name="Freeform 7496">
                <a:extLst>
                  <a:ext uri="{FF2B5EF4-FFF2-40B4-BE49-F238E27FC236}">
                    <a16:creationId xmlns:a16="http://schemas.microsoft.com/office/drawing/2014/main" id="{11961619-88EB-4D5D-8937-3B3CE166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435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4" name="Freeform 7497">
                <a:extLst>
                  <a:ext uri="{FF2B5EF4-FFF2-40B4-BE49-F238E27FC236}">
                    <a16:creationId xmlns:a16="http://schemas.microsoft.com/office/drawing/2014/main" id="{66724D3D-7DBE-40A1-A705-9D37FD715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4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5" name="Freeform 7498">
                <a:extLst>
                  <a:ext uri="{FF2B5EF4-FFF2-40B4-BE49-F238E27FC236}">
                    <a16:creationId xmlns:a16="http://schemas.microsoft.com/office/drawing/2014/main" id="{3842413C-6AC3-4D40-BE5A-C6A4F0395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4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6" name="Freeform 7499">
                <a:extLst>
                  <a:ext uri="{FF2B5EF4-FFF2-40B4-BE49-F238E27FC236}">
                    <a16:creationId xmlns:a16="http://schemas.microsoft.com/office/drawing/2014/main" id="{A330EF25-70A6-4279-AD8D-7C6D1D171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7" name="Freeform 7500">
                <a:extLst>
                  <a:ext uri="{FF2B5EF4-FFF2-40B4-BE49-F238E27FC236}">
                    <a16:creationId xmlns:a16="http://schemas.microsoft.com/office/drawing/2014/main" id="{839EF932-7794-4E0E-B552-63F12BACB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44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8" name="Freeform 7501">
                <a:extLst>
                  <a:ext uri="{FF2B5EF4-FFF2-40B4-BE49-F238E27FC236}">
                    <a16:creationId xmlns:a16="http://schemas.microsoft.com/office/drawing/2014/main" id="{407AF1F0-0F30-455C-8D01-99D22751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42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9" name="Freeform 7502">
                <a:extLst>
                  <a:ext uri="{FF2B5EF4-FFF2-40B4-BE49-F238E27FC236}">
                    <a16:creationId xmlns:a16="http://schemas.microsoft.com/office/drawing/2014/main" id="{10D145C5-B799-4884-9370-794951895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4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0" name="Freeform 7503">
                <a:extLst>
                  <a:ext uri="{FF2B5EF4-FFF2-40B4-BE49-F238E27FC236}">
                    <a16:creationId xmlns:a16="http://schemas.microsoft.com/office/drawing/2014/main" id="{CD76F50F-8A9F-410E-8E33-CD81586A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42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1" name="Freeform 7504">
                <a:extLst>
                  <a:ext uri="{FF2B5EF4-FFF2-40B4-BE49-F238E27FC236}">
                    <a16:creationId xmlns:a16="http://schemas.microsoft.com/office/drawing/2014/main" id="{8FA10C04-CDB7-4094-BB7F-15315F298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4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2" name="Freeform 7505">
                <a:extLst>
                  <a:ext uri="{FF2B5EF4-FFF2-40B4-BE49-F238E27FC236}">
                    <a16:creationId xmlns:a16="http://schemas.microsoft.com/office/drawing/2014/main" id="{D3875616-0087-4E79-9E86-06FEC882F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1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3" name="Freeform 7506">
                <a:extLst>
                  <a:ext uri="{FF2B5EF4-FFF2-40B4-BE49-F238E27FC236}">
                    <a16:creationId xmlns:a16="http://schemas.microsoft.com/office/drawing/2014/main" id="{A4658ADF-9398-4833-9569-DFA1FE236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1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4" name="Freeform 7507">
                <a:extLst>
                  <a:ext uri="{FF2B5EF4-FFF2-40B4-BE49-F238E27FC236}">
                    <a16:creationId xmlns:a16="http://schemas.microsoft.com/office/drawing/2014/main" id="{11ED764F-0EFF-4CD7-94BE-8C152F4EF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4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5" name="Freeform 7508">
                <a:extLst>
                  <a:ext uri="{FF2B5EF4-FFF2-40B4-BE49-F238E27FC236}">
                    <a16:creationId xmlns:a16="http://schemas.microsoft.com/office/drawing/2014/main" id="{850B8DC3-E5F7-4D8D-9937-7AEF627B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39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6" name="Freeform 7509">
                <a:extLst>
                  <a:ext uri="{FF2B5EF4-FFF2-40B4-BE49-F238E27FC236}">
                    <a16:creationId xmlns:a16="http://schemas.microsoft.com/office/drawing/2014/main" id="{57DD3B35-637F-4805-AA92-692711DAB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3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7" name="Freeform 7510">
                <a:extLst>
                  <a:ext uri="{FF2B5EF4-FFF2-40B4-BE49-F238E27FC236}">
                    <a16:creationId xmlns:a16="http://schemas.microsoft.com/office/drawing/2014/main" id="{9F27D4F7-B8F0-4A1B-BCE9-3F2E14C29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43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8" name="Freeform 7511">
                <a:extLst>
                  <a:ext uri="{FF2B5EF4-FFF2-40B4-BE49-F238E27FC236}">
                    <a16:creationId xmlns:a16="http://schemas.microsoft.com/office/drawing/2014/main" id="{77A7CCB7-8952-4F65-8E92-65FFDF5D7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4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9" name="Freeform 7512">
                <a:extLst>
                  <a:ext uri="{FF2B5EF4-FFF2-40B4-BE49-F238E27FC236}">
                    <a16:creationId xmlns:a16="http://schemas.microsoft.com/office/drawing/2014/main" id="{4F7A94F6-9BD8-41EE-8432-AC883A71C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4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0" name="Freeform 7513">
                <a:extLst>
                  <a:ext uri="{FF2B5EF4-FFF2-40B4-BE49-F238E27FC236}">
                    <a16:creationId xmlns:a16="http://schemas.microsoft.com/office/drawing/2014/main" id="{B19ADFD9-14E7-4A3A-A151-35E2A7AC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1" name="Freeform 7514">
                <a:extLst>
                  <a:ext uri="{FF2B5EF4-FFF2-40B4-BE49-F238E27FC236}">
                    <a16:creationId xmlns:a16="http://schemas.microsoft.com/office/drawing/2014/main" id="{7447B5A4-CF35-4921-B49F-E9E90E332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2" name="Freeform 7515">
                <a:extLst>
                  <a:ext uri="{FF2B5EF4-FFF2-40B4-BE49-F238E27FC236}">
                    <a16:creationId xmlns:a16="http://schemas.microsoft.com/office/drawing/2014/main" id="{1A5A6B75-8ED6-4E38-B3DC-C3C2CB57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39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3" name="Freeform 7516">
                <a:extLst>
                  <a:ext uri="{FF2B5EF4-FFF2-40B4-BE49-F238E27FC236}">
                    <a16:creationId xmlns:a16="http://schemas.microsoft.com/office/drawing/2014/main" id="{CCCA96F7-2132-4A44-9DDE-B39F21B7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40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4" name="Freeform 7517">
                <a:extLst>
                  <a:ext uri="{FF2B5EF4-FFF2-40B4-BE49-F238E27FC236}">
                    <a16:creationId xmlns:a16="http://schemas.microsoft.com/office/drawing/2014/main" id="{D087F50D-9BB3-4F20-ADC1-3CA778C80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39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5" name="Freeform 7518">
                <a:extLst>
                  <a:ext uri="{FF2B5EF4-FFF2-40B4-BE49-F238E27FC236}">
                    <a16:creationId xmlns:a16="http://schemas.microsoft.com/office/drawing/2014/main" id="{62D78EAE-8A28-4634-A848-7E7648DE9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390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6" name="Freeform 7519">
                <a:extLst>
                  <a:ext uri="{FF2B5EF4-FFF2-40B4-BE49-F238E27FC236}">
                    <a16:creationId xmlns:a16="http://schemas.microsoft.com/office/drawing/2014/main" id="{F37ECA6C-DFD2-4E7A-9BEE-AC642127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4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7" name="Freeform 7520">
                <a:extLst>
                  <a:ext uri="{FF2B5EF4-FFF2-40B4-BE49-F238E27FC236}">
                    <a16:creationId xmlns:a16="http://schemas.microsoft.com/office/drawing/2014/main" id="{1D3226CA-34F4-4C88-8543-51DFE6342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4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8" name="Freeform 7521">
                <a:extLst>
                  <a:ext uri="{FF2B5EF4-FFF2-40B4-BE49-F238E27FC236}">
                    <a16:creationId xmlns:a16="http://schemas.microsoft.com/office/drawing/2014/main" id="{248EA0E9-6F64-4562-AD7A-F602743B0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4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9" name="Freeform 7522">
                <a:extLst>
                  <a:ext uri="{FF2B5EF4-FFF2-40B4-BE49-F238E27FC236}">
                    <a16:creationId xmlns:a16="http://schemas.microsoft.com/office/drawing/2014/main" id="{D45E92B4-16D3-4438-8A88-A3D39609C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4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0" name="Freeform 7523">
                <a:extLst>
                  <a:ext uri="{FF2B5EF4-FFF2-40B4-BE49-F238E27FC236}">
                    <a16:creationId xmlns:a16="http://schemas.microsoft.com/office/drawing/2014/main" id="{D26DD224-0818-47C4-AFC8-44A543B10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4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1" name="Freeform 7524">
                <a:extLst>
                  <a:ext uri="{FF2B5EF4-FFF2-40B4-BE49-F238E27FC236}">
                    <a16:creationId xmlns:a16="http://schemas.microsoft.com/office/drawing/2014/main" id="{FBA40F66-44E8-47F0-B3E6-F8504085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4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2" name="Freeform 7525">
                <a:extLst>
                  <a:ext uri="{FF2B5EF4-FFF2-40B4-BE49-F238E27FC236}">
                    <a16:creationId xmlns:a16="http://schemas.microsoft.com/office/drawing/2014/main" id="{69A4D864-DF68-47FC-A4F6-DB46EF611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3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3" name="Freeform 7526">
                <a:extLst>
                  <a:ext uri="{FF2B5EF4-FFF2-40B4-BE49-F238E27FC236}">
                    <a16:creationId xmlns:a16="http://schemas.microsoft.com/office/drawing/2014/main" id="{6C11D9FF-AB2F-419E-85D7-06D296AE4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4" name="Freeform 7527">
                <a:extLst>
                  <a:ext uri="{FF2B5EF4-FFF2-40B4-BE49-F238E27FC236}">
                    <a16:creationId xmlns:a16="http://schemas.microsoft.com/office/drawing/2014/main" id="{03DAA21F-FD40-407F-A0EC-E81E7FB9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4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5" name="Freeform 7528">
                <a:extLst>
                  <a:ext uri="{FF2B5EF4-FFF2-40B4-BE49-F238E27FC236}">
                    <a16:creationId xmlns:a16="http://schemas.microsoft.com/office/drawing/2014/main" id="{C4DA6697-9CE2-444C-926D-8B92F6452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4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6" name="Freeform 7529">
                <a:extLst>
                  <a:ext uri="{FF2B5EF4-FFF2-40B4-BE49-F238E27FC236}">
                    <a16:creationId xmlns:a16="http://schemas.microsoft.com/office/drawing/2014/main" id="{5EBBB22E-4DC1-4E7B-907F-DF504186C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3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7" name="Freeform 7530">
                <a:extLst>
                  <a:ext uri="{FF2B5EF4-FFF2-40B4-BE49-F238E27FC236}">
                    <a16:creationId xmlns:a16="http://schemas.microsoft.com/office/drawing/2014/main" id="{798DCCF5-FB3E-4685-8C56-7C0A5B049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0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8" name="Freeform 7531">
                <a:extLst>
                  <a:ext uri="{FF2B5EF4-FFF2-40B4-BE49-F238E27FC236}">
                    <a16:creationId xmlns:a16="http://schemas.microsoft.com/office/drawing/2014/main" id="{33F66E98-803D-4108-B3C7-A792CA6BC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3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9" name="Freeform 7532">
                <a:extLst>
                  <a:ext uri="{FF2B5EF4-FFF2-40B4-BE49-F238E27FC236}">
                    <a16:creationId xmlns:a16="http://schemas.microsoft.com/office/drawing/2014/main" id="{9ACDA57A-A105-4FD7-9EE4-4745F3AC5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390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0" name="Freeform 7533">
                <a:extLst>
                  <a:ext uri="{FF2B5EF4-FFF2-40B4-BE49-F238E27FC236}">
                    <a16:creationId xmlns:a16="http://schemas.microsoft.com/office/drawing/2014/main" id="{B414CE9A-8A8E-498C-952D-089337138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3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1" name="Freeform 7534">
                <a:extLst>
                  <a:ext uri="{FF2B5EF4-FFF2-40B4-BE49-F238E27FC236}">
                    <a16:creationId xmlns:a16="http://schemas.microsoft.com/office/drawing/2014/main" id="{00E09E98-BF1D-4984-993B-F69AA5E0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2" name="Freeform 7535">
                <a:extLst>
                  <a:ext uri="{FF2B5EF4-FFF2-40B4-BE49-F238E27FC236}">
                    <a16:creationId xmlns:a16="http://schemas.microsoft.com/office/drawing/2014/main" id="{9DB57FD2-F61A-4439-8F5C-986836349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37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3" name="Freeform 7536">
                <a:extLst>
                  <a:ext uri="{FF2B5EF4-FFF2-40B4-BE49-F238E27FC236}">
                    <a16:creationId xmlns:a16="http://schemas.microsoft.com/office/drawing/2014/main" id="{E724887B-D3A2-4243-9AA0-2DC47469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36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4" name="Freeform 7537">
                <a:extLst>
                  <a:ext uri="{FF2B5EF4-FFF2-40B4-BE49-F238E27FC236}">
                    <a16:creationId xmlns:a16="http://schemas.microsoft.com/office/drawing/2014/main" id="{14221EFA-B557-4AAB-8977-08E7B66E7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37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5" name="Freeform 7538">
                <a:extLst>
                  <a:ext uri="{FF2B5EF4-FFF2-40B4-BE49-F238E27FC236}">
                    <a16:creationId xmlns:a16="http://schemas.microsoft.com/office/drawing/2014/main" id="{E0BB979E-8C52-49CB-9F37-F43954DE7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37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6" name="Freeform 7539">
                <a:extLst>
                  <a:ext uri="{FF2B5EF4-FFF2-40B4-BE49-F238E27FC236}">
                    <a16:creationId xmlns:a16="http://schemas.microsoft.com/office/drawing/2014/main" id="{7F8C0AA5-B02A-415E-8491-A0B8B2DDC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3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7" name="Freeform 7540">
                <a:extLst>
                  <a:ext uri="{FF2B5EF4-FFF2-40B4-BE49-F238E27FC236}">
                    <a16:creationId xmlns:a16="http://schemas.microsoft.com/office/drawing/2014/main" id="{2F5E0BD2-47B8-4095-8D97-92F58A529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35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8" name="Freeform 7541">
                <a:extLst>
                  <a:ext uri="{FF2B5EF4-FFF2-40B4-BE49-F238E27FC236}">
                    <a16:creationId xmlns:a16="http://schemas.microsoft.com/office/drawing/2014/main" id="{8E2BC776-5E0E-47D8-9EDD-94DD7A3B1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36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9" name="Freeform 7542">
                <a:extLst>
                  <a:ext uri="{FF2B5EF4-FFF2-40B4-BE49-F238E27FC236}">
                    <a16:creationId xmlns:a16="http://schemas.microsoft.com/office/drawing/2014/main" id="{D7A97C4D-A708-4DE8-B5E9-EB79DDE61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3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0" name="Freeform 7543">
                <a:extLst>
                  <a:ext uri="{FF2B5EF4-FFF2-40B4-BE49-F238E27FC236}">
                    <a16:creationId xmlns:a16="http://schemas.microsoft.com/office/drawing/2014/main" id="{0CA21593-5355-4461-A57C-2C5EB36F3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33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1" name="Freeform 7544">
                <a:extLst>
                  <a:ext uri="{FF2B5EF4-FFF2-40B4-BE49-F238E27FC236}">
                    <a16:creationId xmlns:a16="http://schemas.microsoft.com/office/drawing/2014/main" id="{A0CD0048-D0E8-4814-9E1B-3CD5587E8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3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2" name="Freeform 7545">
                <a:extLst>
                  <a:ext uri="{FF2B5EF4-FFF2-40B4-BE49-F238E27FC236}">
                    <a16:creationId xmlns:a16="http://schemas.microsoft.com/office/drawing/2014/main" id="{0ED9C4F3-CB1E-4803-94C5-23845DBEB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31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3" name="Freeform 7546">
                <a:extLst>
                  <a:ext uri="{FF2B5EF4-FFF2-40B4-BE49-F238E27FC236}">
                    <a16:creationId xmlns:a16="http://schemas.microsoft.com/office/drawing/2014/main" id="{746EEC00-843A-4502-A8D0-B0F9EDAB2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31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4" name="Freeform 7547">
                <a:extLst>
                  <a:ext uri="{FF2B5EF4-FFF2-40B4-BE49-F238E27FC236}">
                    <a16:creationId xmlns:a16="http://schemas.microsoft.com/office/drawing/2014/main" id="{8442A59F-8C5C-42DC-98C4-3D36CB9E2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30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5" name="Freeform 7548">
                <a:extLst>
                  <a:ext uri="{FF2B5EF4-FFF2-40B4-BE49-F238E27FC236}">
                    <a16:creationId xmlns:a16="http://schemas.microsoft.com/office/drawing/2014/main" id="{7930C67D-BFF0-4D25-9C35-39F3DF95A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28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6" name="Freeform 7549">
                <a:extLst>
                  <a:ext uri="{FF2B5EF4-FFF2-40B4-BE49-F238E27FC236}">
                    <a16:creationId xmlns:a16="http://schemas.microsoft.com/office/drawing/2014/main" id="{E4D7FC6F-CFD3-4CE8-8F02-CC8FE4B4F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29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7" name="Freeform 7550">
                <a:extLst>
                  <a:ext uri="{FF2B5EF4-FFF2-40B4-BE49-F238E27FC236}">
                    <a16:creationId xmlns:a16="http://schemas.microsoft.com/office/drawing/2014/main" id="{D3AD2C31-EDCF-4458-923B-68859AE17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3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8" name="Freeform 7551">
                <a:extLst>
                  <a:ext uri="{FF2B5EF4-FFF2-40B4-BE49-F238E27FC236}">
                    <a16:creationId xmlns:a16="http://schemas.microsoft.com/office/drawing/2014/main" id="{BF332FD0-DE04-4D12-BE74-294059E2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31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9" name="Freeform 7552">
                <a:extLst>
                  <a:ext uri="{FF2B5EF4-FFF2-40B4-BE49-F238E27FC236}">
                    <a16:creationId xmlns:a16="http://schemas.microsoft.com/office/drawing/2014/main" id="{DC16AE9E-0D87-4054-8E5B-2AB80CE6D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3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0" name="Freeform 7553">
                <a:extLst>
                  <a:ext uri="{FF2B5EF4-FFF2-40B4-BE49-F238E27FC236}">
                    <a16:creationId xmlns:a16="http://schemas.microsoft.com/office/drawing/2014/main" id="{6D94279C-2FAF-4A31-9C6A-EBEFD4DC8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33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1" name="Freeform 7554">
                <a:extLst>
                  <a:ext uri="{FF2B5EF4-FFF2-40B4-BE49-F238E27FC236}">
                    <a16:creationId xmlns:a16="http://schemas.microsoft.com/office/drawing/2014/main" id="{90E6D4C3-12F9-48E7-92FE-5CB9612F2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3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2" name="Freeform 7555">
                <a:extLst>
                  <a:ext uri="{FF2B5EF4-FFF2-40B4-BE49-F238E27FC236}">
                    <a16:creationId xmlns:a16="http://schemas.microsoft.com/office/drawing/2014/main" id="{445F57E9-34C9-4557-8DA6-62A052F14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3" name="Freeform 7556">
                <a:extLst>
                  <a:ext uri="{FF2B5EF4-FFF2-40B4-BE49-F238E27FC236}">
                    <a16:creationId xmlns:a16="http://schemas.microsoft.com/office/drawing/2014/main" id="{6F292834-0347-4F4A-B014-D9C2C45E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31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4" name="Freeform 7557">
                <a:extLst>
                  <a:ext uri="{FF2B5EF4-FFF2-40B4-BE49-F238E27FC236}">
                    <a16:creationId xmlns:a16="http://schemas.microsoft.com/office/drawing/2014/main" id="{73C57392-A767-4DB6-9B46-20289DC43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299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5" name="Freeform 7558">
                <a:extLst>
                  <a:ext uri="{FF2B5EF4-FFF2-40B4-BE49-F238E27FC236}">
                    <a16:creationId xmlns:a16="http://schemas.microsoft.com/office/drawing/2014/main" id="{E3C84E41-FCA6-4C75-8498-99DDC64B7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31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6" name="Freeform 7559">
                <a:extLst>
                  <a:ext uri="{FF2B5EF4-FFF2-40B4-BE49-F238E27FC236}">
                    <a16:creationId xmlns:a16="http://schemas.microsoft.com/office/drawing/2014/main" id="{2C70E9C4-6345-4352-8837-2B4981622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7" name="Freeform 7560">
                <a:extLst>
                  <a:ext uri="{FF2B5EF4-FFF2-40B4-BE49-F238E27FC236}">
                    <a16:creationId xmlns:a16="http://schemas.microsoft.com/office/drawing/2014/main" id="{C7729DDF-3312-413F-B620-5B0BC0B3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30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8" name="Freeform 7561">
                <a:extLst>
                  <a:ext uri="{FF2B5EF4-FFF2-40B4-BE49-F238E27FC236}">
                    <a16:creationId xmlns:a16="http://schemas.microsoft.com/office/drawing/2014/main" id="{E166662C-F494-48C2-82C3-CFD377179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2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9" name="Freeform 7562">
                <a:extLst>
                  <a:ext uri="{FF2B5EF4-FFF2-40B4-BE49-F238E27FC236}">
                    <a16:creationId xmlns:a16="http://schemas.microsoft.com/office/drawing/2014/main" id="{077B6A35-5017-4D47-A209-174FC8713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0" name="Freeform 7563">
                <a:extLst>
                  <a:ext uri="{FF2B5EF4-FFF2-40B4-BE49-F238E27FC236}">
                    <a16:creationId xmlns:a16="http://schemas.microsoft.com/office/drawing/2014/main" id="{B72FF037-D693-4E7E-8C79-8FBB64963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315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1" name="Freeform 7564">
                <a:extLst>
                  <a:ext uri="{FF2B5EF4-FFF2-40B4-BE49-F238E27FC236}">
                    <a16:creationId xmlns:a16="http://schemas.microsoft.com/office/drawing/2014/main" id="{932ABBB4-A6DB-4E89-8B67-2740799D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2" name="Freeform 7565">
                <a:extLst>
                  <a:ext uri="{FF2B5EF4-FFF2-40B4-BE49-F238E27FC236}">
                    <a16:creationId xmlns:a16="http://schemas.microsoft.com/office/drawing/2014/main" id="{6400D529-6C1C-4869-AD75-4E3FE27DF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3" name="Freeform 7566">
                <a:extLst>
                  <a:ext uri="{FF2B5EF4-FFF2-40B4-BE49-F238E27FC236}">
                    <a16:creationId xmlns:a16="http://schemas.microsoft.com/office/drawing/2014/main" id="{1C6996A8-E671-41AD-851F-FD7F0F233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33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4" name="Freeform 7567">
                <a:extLst>
                  <a:ext uri="{FF2B5EF4-FFF2-40B4-BE49-F238E27FC236}">
                    <a16:creationId xmlns:a16="http://schemas.microsoft.com/office/drawing/2014/main" id="{DD1335C8-7FA4-4404-86F5-5D3AD5506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3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5" name="Freeform 7568">
                <a:extLst>
                  <a:ext uri="{FF2B5EF4-FFF2-40B4-BE49-F238E27FC236}">
                    <a16:creationId xmlns:a16="http://schemas.microsoft.com/office/drawing/2014/main" id="{8798C553-545D-42CE-BF2A-B2A1DE12B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0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6" name="Freeform 7569">
                <a:extLst>
                  <a:ext uri="{FF2B5EF4-FFF2-40B4-BE49-F238E27FC236}">
                    <a16:creationId xmlns:a16="http://schemas.microsoft.com/office/drawing/2014/main" id="{EDD4E0DD-430B-4527-91D9-FBB678697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9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7" name="Freeform 7570">
                <a:extLst>
                  <a:ext uri="{FF2B5EF4-FFF2-40B4-BE49-F238E27FC236}">
                    <a16:creationId xmlns:a16="http://schemas.microsoft.com/office/drawing/2014/main" id="{858D4161-8CA6-43A4-903B-AC571FE5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8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8" name="Freeform 7571">
                <a:extLst>
                  <a:ext uri="{FF2B5EF4-FFF2-40B4-BE49-F238E27FC236}">
                    <a16:creationId xmlns:a16="http://schemas.microsoft.com/office/drawing/2014/main" id="{B3C3434D-EDBE-49E9-9524-EFF6B8F3C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3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9" name="Freeform 7572">
                <a:extLst>
                  <a:ext uri="{FF2B5EF4-FFF2-40B4-BE49-F238E27FC236}">
                    <a16:creationId xmlns:a16="http://schemas.microsoft.com/office/drawing/2014/main" id="{A0D82FD1-9B96-4E3C-8AA0-63AE9AF0A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9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0" name="Freeform 7573">
                <a:extLst>
                  <a:ext uri="{FF2B5EF4-FFF2-40B4-BE49-F238E27FC236}">
                    <a16:creationId xmlns:a16="http://schemas.microsoft.com/office/drawing/2014/main" id="{BEA6AE6E-E89F-4787-A210-07DAB9E78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29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1" name="Freeform 7574">
                <a:extLst>
                  <a:ext uri="{FF2B5EF4-FFF2-40B4-BE49-F238E27FC236}">
                    <a16:creationId xmlns:a16="http://schemas.microsoft.com/office/drawing/2014/main" id="{E3CE594C-0026-4336-8686-EBEE16CCB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9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2" name="Freeform 7575">
                <a:extLst>
                  <a:ext uri="{FF2B5EF4-FFF2-40B4-BE49-F238E27FC236}">
                    <a16:creationId xmlns:a16="http://schemas.microsoft.com/office/drawing/2014/main" id="{6BF1D5B0-972A-4CFB-892F-98585E1AA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25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3" name="Freeform 7576">
                <a:extLst>
                  <a:ext uri="{FF2B5EF4-FFF2-40B4-BE49-F238E27FC236}">
                    <a16:creationId xmlns:a16="http://schemas.microsoft.com/office/drawing/2014/main" id="{0D3FC9DC-E636-40B1-8737-6E2D4387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28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4" name="Freeform 7577">
                <a:extLst>
                  <a:ext uri="{FF2B5EF4-FFF2-40B4-BE49-F238E27FC236}">
                    <a16:creationId xmlns:a16="http://schemas.microsoft.com/office/drawing/2014/main" id="{77227915-CF9B-40DF-9102-A0012C22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8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5" name="Freeform 7578">
                <a:extLst>
                  <a:ext uri="{FF2B5EF4-FFF2-40B4-BE49-F238E27FC236}">
                    <a16:creationId xmlns:a16="http://schemas.microsoft.com/office/drawing/2014/main" id="{85A4B01D-A2D4-4D7E-A7E0-81135E174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2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6" name="Freeform 7579">
                <a:extLst>
                  <a:ext uri="{FF2B5EF4-FFF2-40B4-BE49-F238E27FC236}">
                    <a16:creationId xmlns:a16="http://schemas.microsoft.com/office/drawing/2014/main" id="{3B14887F-1E4A-49D5-B218-45648B269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7" name="Freeform 7580">
                <a:extLst>
                  <a:ext uri="{FF2B5EF4-FFF2-40B4-BE49-F238E27FC236}">
                    <a16:creationId xmlns:a16="http://schemas.microsoft.com/office/drawing/2014/main" id="{2988E30A-7174-47A4-929F-78403087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29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8" name="Freeform 7581">
                <a:extLst>
                  <a:ext uri="{FF2B5EF4-FFF2-40B4-BE49-F238E27FC236}">
                    <a16:creationId xmlns:a16="http://schemas.microsoft.com/office/drawing/2014/main" id="{AD786253-CC20-42EC-B12E-BF0D2DDC0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25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9" name="Freeform 7582">
                <a:extLst>
                  <a:ext uri="{FF2B5EF4-FFF2-40B4-BE49-F238E27FC236}">
                    <a16:creationId xmlns:a16="http://schemas.microsoft.com/office/drawing/2014/main" id="{215AFA72-813D-475A-ABA3-326264FE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25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40" name="Group 7583">
              <a:extLst>
                <a:ext uri="{FF2B5EF4-FFF2-40B4-BE49-F238E27FC236}">
                  <a16:creationId xmlns:a16="http://schemas.microsoft.com/office/drawing/2014/main" id="{21F464A0-5C4E-46A4-9822-07809F4651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4" y="2155"/>
              <a:ext cx="320" cy="344"/>
              <a:chOff x="4144" y="2155"/>
              <a:chExt cx="320" cy="344"/>
            </a:xfrm>
          </p:grpSpPr>
          <p:sp>
            <p:nvSpPr>
              <p:cNvPr id="21780" name="Freeform 7584">
                <a:extLst>
                  <a:ext uri="{FF2B5EF4-FFF2-40B4-BE49-F238E27FC236}">
                    <a16:creationId xmlns:a16="http://schemas.microsoft.com/office/drawing/2014/main" id="{4763804F-ABAE-48C8-9E5B-456005EE6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286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7585">
                <a:extLst>
                  <a:ext uri="{FF2B5EF4-FFF2-40B4-BE49-F238E27FC236}">
                    <a16:creationId xmlns:a16="http://schemas.microsoft.com/office/drawing/2014/main" id="{818E35E5-0D48-4CE7-9644-75130A2A7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291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7586">
                <a:extLst>
                  <a:ext uri="{FF2B5EF4-FFF2-40B4-BE49-F238E27FC236}">
                    <a16:creationId xmlns:a16="http://schemas.microsoft.com/office/drawing/2014/main" id="{071FD408-C982-4BD3-BA0A-8D77CDF4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7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7587">
                <a:extLst>
                  <a:ext uri="{FF2B5EF4-FFF2-40B4-BE49-F238E27FC236}">
                    <a16:creationId xmlns:a16="http://schemas.microsoft.com/office/drawing/2014/main" id="{0258976B-AB76-4EDD-BC37-1AED48E8A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2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7588">
                <a:extLst>
                  <a:ext uri="{FF2B5EF4-FFF2-40B4-BE49-F238E27FC236}">
                    <a16:creationId xmlns:a16="http://schemas.microsoft.com/office/drawing/2014/main" id="{7387F003-BD1E-4B18-879E-8C8327CB7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2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7589">
                <a:extLst>
                  <a:ext uri="{FF2B5EF4-FFF2-40B4-BE49-F238E27FC236}">
                    <a16:creationId xmlns:a16="http://schemas.microsoft.com/office/drawing/2014/main" id="{B448DC30-A58F-4BCF-B506-2CC95D83B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2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7590">
                <a:extLst>
                  <a:ext uri="{FF2B5EF4-FFF2-40B4-BE49-F238E27FC236}">
                    <a16:creationId xmlns:a16="http://schemas.microsoft.com/office/drawing/2014/main" id="{0E3A1CCA-C750-4424-983C-C786D672B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24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7591">
                <a:extLst>
                  <a:ext uri="{FF2B5EF4-FFF2-40B4-BE49-F238E27FC236}">
                    <a16:creationId xmlns:a16="http://schemas.microsoft.com/office/drawing/2014/main" id="{AAB15302-BBFD-4946-90DA-CB51CB381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24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7592">
                <a:extLst>
                  <a:ext uri="{FF2B5EF4-FFF2-40B4-BE49-F238E27FC236}">
                    <a16:creationId xmlns:a16="http://schemas.microsoft.com/office/drawing/2014/main" id="{3D1F6DB9-6B2E-457A-9266-40544162B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7593">
                <a:extLst>
                  <a:ext uri="{FF2B5EF4-FFF2-40B4-BE49-F238E27FC236}">
                    <a16:creationId xmlns:a16="http://schemas.microsoft.com/office/drawing/2014/main" id="{79DC7963-ADD7-4AA9-B2D9-388C8BAD5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7594">
                <a:extLst>
                  <a:ext uri="{FF2B5EF4-FFF2-40B4-BE49-F238E27FC236}">
                    <a16:creationId xmlns:a16="http://schemas.microsoft.com/office/drawing/2014/main" id="{D249BCC7-19EF-4A6F-A3DB-FD9CD090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7595">
                <a:extLst>
                  <a:ext uri="{FF2B5EF4-FFF2-40B4-BE49-F238E27FC236}">
                    <a16:creationId xmlns:a16="http://schemas.microsoft.com/office/drawing/2014/main" id="{6D21B603-A2A4-45B0-B970-2076A9D2A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7596">
                <a:extLst>
                  <a:ext uri="{FF2B5EF4-FFF2-40B4-BE49-F238E27FC236}">
                    <a16:creationId xmlns:a16="http://schemas.microsoft.com/office/drawing/2014/main" id="{2E8431F3-639F-4F7A-95EC-7A2C89C2D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30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7597">
                <a:extLst>
                  <a:ext uri="{FF2B5EF4-FFF2-40B4-BE49-F238E27FC236}">
                    <a16:creationId xmlns:a16="http://schemas.microsoft.com/office/drawing/2014/main" id="{188353A7-2971-40C6-972A-09EEFF305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30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7598">
                <a:extLst>
                  <a:ext uri="{FF2B5EF4-FFF2-40B4-BE49-F238E27FC236}">
                    <a16:creationId xmlns:a16="http://schemas.microsoft.com/office/drawing/2014/main" id="{D386BEEE-F01E-49D7-BD0D-95C0C8DEA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294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7599">
                <a:extLst>
                  <a:ext uri="{FF2B5EF4-FFF2-40B4-BE49-F238E27FC236}">
                    <a16:creationId xmlns:a16="http://schemas.microsoft.com/office/drawing/2014/main" id="{B6E07F75-8EC5-4F12-B6F6-1166280E0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7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7600">
                <a:extLst>
                  <a:ext uri="{FF2B5EF4-FFF2-40B4-BE49-F238E27FC236}">
                    <a16:creationId xmlns:a16="http://schemas.microsoft.com/office/drawing/2014/main" id="{B1895E1D-42E8-4076-8FEA-C4DCD7552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7601">
                <a:extLst>
                  <a:ext uri="{FF2B5EF4-FFF2-40B4-BE49-F238E27FC236}">
                    <a16:creationId xmlns:a16="http://schemas.microsoft.com/office/drawing/2014/main" id="{9566789E-363B-4F79-867D-7680EC1F6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2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7602">
                <a:extLst>
                  <a:ext uri="{FF2B5EF4-FFF2-40B4-BE49-F238E27FC236}">
                    <a16:creationId xmlns:a16="http://schemas.microsoft.com/office/drawing/2014/main" id="{91F2567B-51C8-4842-BE89-A70F86EF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28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7603">
                <a:extLst>
                  <a:ext uri="{FF2B5EF4-FFF2-40B4-BE49-F238E27FC236}">
                    <a16:creationId xmlns:a16="http://schemas.microsoft.com/office/drawing/2014/main" id="{95B402EE-0AC5-406A-B47E-F34D1A4FF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7604">
                <a:extLst>
                  <a:ext uri="{FF2B5EF4-FFF2-40B4-BE49-F238E27FC236}">
                    <a16:creationId xmlns:a16="http://schemas.microsoft.com/office/drawing/2014/main" id="{9D23E916-CD92-49CE-A5FF-F11E7877F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7605">
                <a:extLst>
                  <a:ext uri="{FF2B5EF4-FFF2-40B4-BE49-F238E27FC236}">
                    <a16:creationId xmlns:a16="http://schemas.microsoft.com/office/drawing/2014/main" id="{82685750-7024-4D56-B8B0-B1A55F3BF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25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7606">
                <a:extLst>
                  <a:ext uri="{FF2B5EF4-FFF2-40B4-BE49-F238E27FC236}">
                    <a16:creationId xmlns:a16="http://schemas.microsoft.com/office/drawing/2014/main" id="{4B87C07E-7036-4ADC-BBC5-22AA554A5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7607">
                <a:extLst>
                  <a:ext uri="{FF2B5EF4-FFF2-40B4-BE49-F238E27FC236}">
                    <a16:creationId xmlns:a16="http://schemas.microsoft.com/office/drawing/2014/main" id="{2D34754C-8FF1-45CC-A0F3-CC84BE744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19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7608">
                <a:extLst>
                  <a:ext uri="{FF2B5EF4-FFF2-40B4-BE49-F238E27FC236}">
                    <a16:creationId xmlns:a16="http://schemas.microsoft.com/office/drawing/2014/main" id="{9E0F8BBE-0DFC-438C-B1EC-77BAB293E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8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7609">
                <a:extLst>
                  <a:ext uri="{FF2B5EF4-FFF2-40B4-BE49-F238E27FC236}">
                    <a16:creationId xmlns:a16="http://schemas.microsoft.com/office/drawing/2014/main" id="{1EBA4656-68C9-4EC3-9425-FF0C9FE8F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18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7610">
                <a:extLst>
                  <a:ext uri="{FF2B5EF4-FFF2-40B4-BE49-F238E27FC236}">
                    <a16:creationId xmlns:a16="http://schemas.microsoft.com/office/drawing/2014/main" id="{109037C5-9AAD-46F1-BA12-8B3A362F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1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7611">
                <a:extLst>
                  <a:ext uri="{FF2B5EF4-FFF2-40B4-BE49-F238E27FC236}">
                    <a16:creationId xmlns:a16="http://schemas.microsoft.com/office/drawing/2014/main" id="{76E553CA-9981-4478-881F-FA153053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22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7612">
                <a:extLst>
                  <a:ext uri="{FF2B5EF4-FFF2-40B4-BE49-F238E27FC236}">
                    <a16:creationId xmlns:a16="http://schemas.microsoft.com/office/drawing/2014/main" id="{3F9EAAD2-858A-45C8-B58C-354C5CC14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19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7613">
                <a:extLst>
                  <a:ext uri="{FF2B5EF4-FFF2-40B4-BE49-F238E27FC236}">
                    <a16:creationId xmlns:a16="http://schemas.microsoft.com/office/drawing/2014/main" id="{B7E06898-01C9-40B5-A592-447C5215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19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7614">
                <a:extLst>
                  <a:ext uri="{FF2B5EF4-FFF2-40B4-BE49-F238E27FC236}">
                    <a16:creationId xmlns:a16="http://schemas.microsoft.com/office/drawing/2014/main" id="{07033589-7DAB-4326-A788-5F867301F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9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7615">
                <a:extLst>
                  <a:ext uri="{FF2B5EF4-FFF2-40B4-BE49-F238E27FC236}">
                    <a16:creationId xmlns:a16="http://schemas.microsoft.com/office/drawing/2014/main" id="{F51BE21A-9E7C-40F4-8AAA-72DC4EE5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20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7616">
                <a:extLst>
                  <a:ext uri="{FF2B5EF4-FFF2-40B4-BE49-F238E27FC236}">
                    <a16:creationId xmlns:a16="http://schemas.microsoft.com/office/drawing/2014/main" id="{F0B0BC7E-0EC8-432C-8AF8-A3C3CD5B3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19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7617">
                <a:extLst>
                  <a:ext uri="{FF2B5EF4-FFF2-40B4-BE49-F238E27FC236}">
                    <a16:creationId xmlns:a16="http://schemas.microsoft.com/office/drawing/2014/main" id="{79FBD233-BB81-4B76-ABAE-841129BF4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20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7618">
                <a:extLst>
                  <a:ext uri="{FF2B5EF4-FFF2-40B4-BE49-F238E27FC236}">
                    <a16:creationId xmlns:a16="http://schemas.microsoft.com/office/drawing/2014/main" id="{26A6D0EA-B128-4AD0-9D6A-1CD7689E9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7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7619">
                <a:extLst>
                  <a:ext uri="{FF2B5EF4-FFF2-40B4-BE49-F238E27FC236}">
                    <a16:creationId xmlns:a16="http://schemas.microsoft.com/office/drawing/2014/main" id="{D3604C05-1BEC-4816-8986-1ABEA1A51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17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7620">
                <a:extLst>
                  <a:ext uri="{FF2B5EF4-FFF2-40B4-BE49-F238E27FC236}">
                    <a16:creationId xmlns:a16="http://schemas.microsoft.com/office/drawing/2014/main" id="{D67262DB-20AE-40FA-824F-2ABB5BB3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1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7621">
                <a:extLst>
                  <a:ext uri="{FF2B5EF4-FFF2-40B4-BE49-F238E27FC236}">
                    <a16:creationId xmlns:a16="http://schemas.microsoft.com/office/drawing/2014/main" id="{0177BB4A-952C-42F5-864D-0825CCAD9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185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12 w 3"/>
                  <a:gd name="T5" fmla="*/ 20 h 4"/>
                  <a:gd name="T6" fmla="*/ 37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7622">
                <a:extLst>
                  <a:ext uri="{FF2B5EF4-FFF2-40B4-BE49-F238E27FC236}">
                    <a16:creationId xmlns:a16="http://schemas.microsoft.com/office/drawing/2014/main" id="{73F0906D-0663-41FD-ADF8-BC0211F47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19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7623">
                <a:extLst>
                  <a:ext uri="{FF2B5EF4-FFF2-40B4-BE49-F238E27FC236}">
                    <a16:creationId xmlns:a16="http://schemas.microsoft.com/office/drawing/2014/main" id="{AE02B4BC-7A35-4ABA-8259-A0E17925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19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7624">
                <a:extLst>
                  <a:ext uri="{FF2B5EF4-FFF2-40B4-BE49-F238E27FC236}">
                    <a16:creationId xmlns:a16="http://schemas.microsoft.com/office/drawing/2014/main" id="{DC1AFF8E-11DA-458D-A615-65F3FFFF2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18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7625">
                <a:extLst>
                  <a:ext uri="{FF2B5EF4-FFF2-40B4-BE49-F238E27FC236}">
                    <a16:creationId xmlns:a16="http://schemas.microsoft.com/office/drawing/2014/main" id="{739ACF61-4B35-4DBE-BA25-74FE46813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21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7626">
                <a:extLst>
                  <a:ext uri="{FF2B5EF4-FFF2-40B4-BE49-F238E27FC236}">
                    <a16:creationId xmlns:a16="http://schemas.microsoft.com/office/drawing/2014/main" id="{379986FF-A57C-4DCC-AFE9-FACC1E73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21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7627">
                <a:extLst>
                  <a:ext uri="{FF2B5EF4-FFF2-40B4-BE49-F238E27FC236}">
                    <a16:creationId xmlns:a16="http://schemas.microsoft.com/office/drawing/2014/main" id="{A0ACF865-B6C7-4DE2-9F46-C4321E3D4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2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7628">
                <a:extLst>
                  <a:ext uri="{FF2B5EF4-FFF2-40B4-BE49-F238E27FC236}">
                    <a16:creationId xmlns:a16="http://schemas.microsoft.com/office/drawing/2014/main" id="{B05217C2-EC14-41B1-840F-9F3FE4042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17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7629">
                <a:extLst>
                  <a:ext uri="{FF2B5EF4-FFF2-40B4-BE49-F238E27FC236}">
                    <a16:creationId xmlns:a16="http://schemas.microsoft.com/office/drawing/2014/main" id="{817D95E4-F720-418E-80F9-1402783A2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43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7630">
                <a:extLst>
                  <a:ext uri="{FF2B5EF4-FFF2-40B4-BE49-F238E27FC236}">
                    <a16:creationId xmlns:a16="http://schemas.microsoft.com/office/drawing/2014/main" id="{7321FA56-7FB2-4565-A042-A008DD606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4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7631">
                <a:extLst>
                  <a:ext uri="{FF2B5EF4-FFF2-40B4-BE49-F238E27FC236}">
                    <a16:creationId xmlns:a16="http://schemas.microsoft.com/office/drawing/2014/main" id="{427AB943-3C31-43B6-BB71-FFD3E0EA8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417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7632">
                <a:extLst>
                  <a:ext uri="{FF2B5EF4-FFF2-40B4-BE49-F238E27FC236}">
                    <a16:creationId xmlns:a16="http://schemas.microsoft.com/office/drawing/2014/main" id="{F116E34D-8CB0-4C0D-9A7F-77A145F1E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403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7633">
                <a:extLst>
                  <a:ext uri="{FF2B5EF4-FFF2-40B4-BE49-F238E27FC236}">
                    <a16:creationId xmlns:a16="http://schemas.microsoft.com/office/drawing/2014/main" id="{4DE17E80-8911-4074-BABE-B8DC62073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40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7634">
                <a:extLst>
                  <a:ext uri="{FF2B5EF4-FFF2-40B4-BE49-F238E27FC236}">
                    <a16:creationId xmlns:a16="http://schemas.microsoft.com/office/drawing/2014/main" id="{7CBFBEB2-9D11-48A8-BCA5-C3165C6C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3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7635">
                <a:extLst>
                  <a:ext uri="{FF2B5EF4-FFF2-40B4-BE49-F238E27FC236}">
                    <a16:creationId xmlns:a16="http://schemas.microsoft.com/office/drawing/2014/main" id="{D296B208-BBBE-49A0-83C3-39B904B7C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38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7636">
                <a:extLst>
                  <a:ext uri="{FF2B5EF4-FFF2-40B4-BE49-F238E27FC236}">
                    <a16:creationId xmlns:a16="http://schemas.microsoft.com/office/drawing/2014/main" id="{56025527-A63E-4B40-A0F4-429B63400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374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7637">
                <a:extLst>
                  <a:ext uri="{FF2B5EF4-FFF2-40B4-BE49-F238E27FC236}">
                    <a16:creationId xmlns:a16="http://schemas.microsoft.com/office/drawing/2014/main" id="{EBCBA7F0-5DE2-4475-BDDB-A5B3DAD0D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473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50 h 4"/>
                  <a:gd name="T4" fmla="*/ 20 w 4"/>
                  <a:gd name="T5" fmla="*/ 20 h 4"/>
                  <a:gd name="T6" fmla="*/ 50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7638">
                <a:extLst>
                  <a:ext uri="{FF2B5EF4-FFF2-40B4-BE49-F238E27FC236}">
                    <a16:creationId xmlns:a16="http://schemas.microsoft.com/office/drawing/2014/main" id="{292F5CF4-F170-43E5-926D-F10BD3E0A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3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7639">
                <a:extLst>
                  <a:ext uri="{FF2B5EF4-FFF2-40B4-BE49-F238E27FC236}">
                    <a16:creationId xmlns:a16="http://schemas.microsoft.com/office/drawing/2014/main" id="{BF73D513-8299-43FD-9E44-D82FA264D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374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7640">
                <a:extLst>
                  <a:ext uri="{FF2B5EF4-FFF2-40B4-BE49-F238E27FC236}">
                    <a16:creationId xmlns:a16="http://schemas.microsoft.com/office/drawing/2014/main" id="{DF689097-3746-4982-BE15-D450375CA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39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7641">
                <a:extLst>
                  <a:ext uri="{FF2B5EF4-FFF2-40B4-BE49-F238E27FC236}">
                    <a16:creationId xmlns:a16="http://schemas.microsoft.com/office/drawing/2014/main" id="{72A76469-05C9-4E23-90DD-846B3555C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7642">
                <a:extLst>
                  <a:ext uri="{FF2B5EF4-FFF2-40B4-BE49-F238E27FC236}">
                    <a16:creationId xmlns:a16="http://schemas.microsoft.com/office/drawing/2014/main" id="{05C9BF42-9D29-472E-A7FE-22454324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7643">
                <a:extLst>
                  <a:ext uri="{FF2B5EF4-FFF2-40B4-BE49-F238E27FC236}">
                    <a16:creationId xmlns:a16="http://schemas.microsoft.com/office/drawing/2014/main" id="{3BFF02BC-78A7-4BD1-84DF-95B34EC1D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4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7644">
                <a:extLst>
                  <a:ext uri="{FF2B5EF4-FFF2-40B4-BE49-F238E27FC236}">
                    <a16:creationId xmlns:a16="http://schemas.microsoft.com/office/drawing/2014/main" id="{8AC75752-F7D5-41C0-8B64-97432110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48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7645">
                <a:extLst>
                  <a:ext uri="{FF2B5EF4-FFF2-40B4-BE49-F238E27FC236}">
                    <a16:creationId xmlns:a16="http://schemas.microsoft.com/office/drawing/2014/main" id="{2655026E-48ED-4313-BDB6-97A81C8E6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39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7646">
                <a:extLst>
                  <a:ext uri="{FF2B5EF4-FFF2-40B4-BE49-F238E27FC236}">
                    <a16:creationId xmlns:a16="http://schemas.microsoft.com/office/drawing/2014/main" id="{4A8A664A-DB70-4D81-ABDA-559D51E55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7647">
                <a:extLst>
                  <a:ext uri="{FF2B5EF4-FFF2-40B4-BE49-F238E27FC236}">
                    <a16:creationId xmlns:a16="http://schemas.microsoft.com/office/drawing/2014/main" id="{4A27E652-70E1-4723-83BD-009AE5566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36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7648">
                <a:extLst>
                  <a:ext uri="{FF2B5EF4-FFF2-40B4-BE49-F238E27FC236}">
                    <a16:creationId xmlns:a16="http://schemas.microsoft.com/office/drawing/2014/main" id="{83C7D3BE-586E-40FE-AFCF-099519735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7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7649">
                <a:extLst>
                  <a:ext uri="{FF2B5EF4-FFF2-40B4-BE49-F238E27FC236}">
                    <a16:creationId xmlns:a16="http://schemas.microsoft.com/office/drawing/2014/main" id="{39C32794-FC4D-4B44-8668-36794A46B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38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7650">
                <a:extLst>
                  <a:ext uri="{FF2B5EF4-FFF2-40B4-BE49-F238E27FC236}">
                    <a16:creationId xmlns:a16="http://schemas.microsoft.com/office/drawing/2014/main" id="{76EA2BC1-9C78-4A2B-8891-35DFAE5F2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3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7651">
                <a:extLst>
                  <a:ext uri="{FF2B5EF4-FFF2-40B4-BE49-F238E27FC236}">
                    <a16:creationId xmlns:a16="http://schemas.microsoft.com/office/drawing/2014/main" id="{16F55244-82AF-49D5-8BCF-43DAC5E9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4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7652">
                <a:extLst>
                  <a:ext uri="{FF2B5EF4-FFF2-40B4-BE49-F238E27FC236}">
                    <a16:creationId xmlns:a16="http://schemas.microsoft.com/office/drawing/2014/main" id="{B2E1E64D-9214-47DE-84A0-DDC2FA425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4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7653">
                <a:extLst>
                  <a:ext uri="{FF2B5EF4-FFF2-40B4-BE49-F238E27FC236}">
                    <a16:creationId xmlns:a16="http://schemas.microsoft.com/office/drawing/2014/main" id="{0041E520-14FC-463A-8939-081F8AC50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4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7654">
                <a:extLst>
                  <a:ext uri="{FF2B5EF4-FFF2-40B4-BE49-F238E27FC236}">
                    <a16:creationId xmlns:a16="http://schemas.microsoft.com/office/drawing/2014/main" id="{CB657712-EB6A-494C-93FC-9356FA4BA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4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7655">
                <a:extLst>
                  <a:ext uri="{FF2B5EF4-FFF2-40B4-BE49-F238E27FC236}">
                    <a16:creationId xmlns:a16="http://schemas.microsoft.com/office/drawing/2014/main" id="{2B4034E6-FF4B-4C56-B999-C638833A3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9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7656">
                <a:extLst>
                  <a:ext uri="{FF2B5EF4-FFF2-40B4-BE49-F238E27FC236}">
                    <a16:creationId xmlns:a16="http://schemas.microsoft.com/office/drawing/2014/main" id="{E72EADAE-A4DA-4D69-9872-43080A016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483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7657">
                <a:extLst>
                  <a:ext uri="{FF2B5EF4-FFF2-40B4-BE49-F238E27FC236}">
                    <a16:creationId xmlns:a16="http://schemas.microsoft.com/office/drawing/2014/main" id="{CDCC2E1E-F276-47B1-AEDA-D5575021D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43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7658">
                <a:extLst>
                  <a:ext uri="{FF2B5EF4-FFF2-40B4-BE49-F238E27FC236}">
                    <a16:creationId xmlns:a16="http://schemas.microsoft.com/office/drawing/2014/main" id="{321FB18A-F5E3-47D3-86F9-93F53ED0D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44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7659">
                <a:extLst>
                  <a:ext uri="{FF2B5EF4-FFF2-40B4-BE49-F238E27FC236}">
                    <a16:creationId xmlns:a16="http://schemas.microsoft.com/office/drawing/2014/main" id="{E643DF8A-0739-4779-902E-51C0C6885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42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7660">
                <a:extLst>
                  <a:ext uri="{FF2B5EF4-FFF2-40B4-BE49-F238E27FC236}">
                    <a16:creationId xmlns:a16="http://schemas.microsoft.com/office/drawing/2014/main" id="{776EEFD3-877E-40C5-8D84-C6ADD5C8A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414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7661">
                <a:extLst>
                  <a:ext uri="{FF2B5EF4-FFF2-40B4-BE49-F238E27FC236}">
                    <a16:creationId xmlns:a16="http://schemas.microsoft.com/office/drawing/2014/main" id="{98FF03B5-BF08-4ABB-9981-3520EAB83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40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7662">
                <a:extLst>
                  <a:ext uri="{FF2B5EF4-FFF2-40B4-BE49-F238E27FC236}">
                    <a16:creationId xmlns:a16="http://schemas.microsoft.com/office/drawing/2014/main" id="{345B0FF9-4BC3-4BCE-B398-7B12E41B3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42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7663">
                <a:extLst>
                  <a:ext uri="{FF2B5EF4-FFF2-40B4-BE49-F238E27FC236}">
                    <a16:creationId xmlns:a16="http://schemas.microsoft.com/office/drawing/2014/main" id="{AE71BDCC-29C8-45D7-B54B-D175D12ED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411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7664">
                <a:extLst>
                  <a:ext uri="{FF2B5EF4-FFF2-40B4-BE49-F238E27FC236}">
                    <a16:creationId xmlns:a16="http://schemas.microsoft.com/office/drawing/2014/main" id="{2E5BB6CE-274A-475B-94BE-9788616AC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49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7665">
                <a:extLst>
                  <a:ext uri="{FF2B5EF4-FFF2-40B4-BE49-F238E27FC236}">
                    <a16:creationId xmlns:a16="http://schemas.microsoft.com/office/drawing/2014/main" id="{7C3721B5-4A26-40FE-B97B-607BBBD0C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40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7666">
                <a:extLst>
                  <a:ext uri="{FF2B5EF4-FFF2-40B4-BE49-F238E27FC236}">
                    <a16:creationId xmlns:a16="http://schemas.microsoft.com/office/drawing/2014/main" id="{48DFA468-8FD2-4270-BE04-662E625E4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39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7667">
                <a:extLst>
                  <a:ext uri="{FF2B5EF4-FFF2-40B4-BE49-F238E27FC236}">
                    <a16:creationId xmlns:a16="http://schemas.microsoft.com/office/drawing/2014/main" id="{C4CD8C90-1921-4489-A7FB-4C207BF52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42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7668">
                <a:extLst>
                  <a:ext uri="{FF2B5EF4-FFF2-40B4-BE49-F238E27FC236}">
                    <a16:creationId xmlns:a16="http://schemas.microsoft.com/office/drawing/2014/main" id="{561811A6-C6DD-4B5F-AE78-ADF1626A5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44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7669">
                <a:extLst>
                  <a:ext uri="{FF2B5EF4-FFF2-40B4-BE49-F238E27FC236}">
                    <a16:creationId xmlns:a16="http://schemas.microsoft.com/office/drawing/2014/main" id="{9BF755FD-AEBE-464E-80DE-5D961EB7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4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7670">
                <a:extLst>
                  <a:ext uri="{FF2B5EF4-FFF2-40B4-BE49-F238E27FC236}">
                    <a16:creationId xmlns:a16="http://schemas.microsoft.com/office/drawing/2014/main" id="{3FB33CAF-10A0-44B2-B70B-BBC4BA42C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1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7671">
                <a:extLst>
                  <a:ext uri="{FF2B5EF4-FFF2-40B4-BE49-F238E27FC236}">
                    <a16:creationId xmlns:a16="http://schemas.microsoft.com/office/drawing/2014/main" id="{34684688-CC16-45D4-9EEF-E8693C628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7672">
                <a:extLst>
                  <a:ext uri="{FF2B5EF4-FFF2-40B4-BE49-F238E27FC236}">
                    <a16:creationId xmlns:a16="http://schemas.microsoft.com/office/drawing/2014/main" id="{9D7D1D60-053F-4E4C-B62B-1057D5021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9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7673">
                <a:extLst>
                  <a:ext uri="{FF2B5EF4-FFF2-40B4-BE49-F238E27FC236}">
                    <a16:creationId xmlns:a16="http://schemas.microsoft.com/office/drawing/2014/main" id="{EA84870D-ECA4-4190-8FEC-D45CD2B2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40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7674">
                <a:extLst>
                  <a:ext uri="{FF2B5EF4-FFF2-40B4-BE49-F238E27FC236}">
                    <a16:creationId xmlns:a16="http://schemas.microsoft.com/office/drawing/2014/main" id="{FC67C524-DBF9-4575-A008-093972612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4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7675">
                <a:extLst>
                  <a:ext uri="{FF2B5EF4-FFF2-40B4-BE49-F238E27FC236}">
                    <a16:creationId xmlns:a16="http://schemas.microsoft.com/office/drawing/2014/main" id="{B8423442-9C73-40B2-90D9-6486B2988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4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7676">
                <a:extLst>
                  <a:ext uri="{FF2B5EF4-FFF2-40B4-BE49-F238E27FC236}">
                    <a16:creationId xmlns:a16="http://schemas.microsoft.com/office/drawing/2014/main" id="{D2F90687-4B69-42BD-A361-3393718D7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39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7677">
                <a:extLst>
                  <a:ext uri="{FF2B5EF4-FFF2-40B4-BE49-F238E27FC236}">
                    <a16:creationId xmlns:a16="http://schemas.microsoft.com/office/drawing/2014/main" id="{5D0B722C-5D97-4CDE-89EF-D9B96B419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6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7678">
                <a:extLst>
                  <a:ext uri="{FF2B5EF4-FFF2-40B4-BE49-F238E27FC236}">
                    <a16:creationId xmlns:a16="http://schemas.microsoft.com/office/drawing/2014/main" id="{A34F6CDC-F7E3-4994-AEC5-32B5F1D0A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3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7679">
                <a:extLst>
                  <a:ext uri="{FF2B5EF4-FFF2-40B4-BE49-F238E27FC236}">
                    <a16:creationId xmlns:a16="http://schemas.microsoft.com/office/drawing/2014/main" id="{B3A7CECD-3CB7-4B80-8D3F-9655CAE1F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3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7680">
                <a:extLst>
                  <a:ext uri="{FF2B5EF4-FFF2-40B4-BE49-F238E27FC236}">
                    <a16:creationId xmlns:a16="http://schemas.microsoft.com/office/drawing/2014/main" id="{C2865708-07D0-4266-A453-913548222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3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7681">
                <a:extLst>
                  <a:ext uri="{FF2B5EF4-FFF2-40B4-BE49-F238E27FC236}">
                    <a16:creationId xmlns:a16="http://schemas.microsoft.com/office/drawing/2014/main" id="{5BDDB909-9EDA-4EBC-AAAA-7D5BE87C9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3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7682">
                <a:extLst>
                  <a:ext uri="{FF2B5EF4-FFF2-40B4-BE49-F238E27FC236}">
                    <a16:creationId xmlns:a16="http://schemas.microsoft.com/office/drawing/2014/main" id="{FF52D453-6E4E-416F-8223-AFE92648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4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7683">
                <a:extLst>
                  <a:ext uri="{FF2B5EF4-FFF2-40B4-BE49-F238E27FC236}">
                    <a16:creationId xmlns:a16="http://schemas.microsoft.com/office/drawing/2014/main" id="{441874F4-A7F9-4EAA-98DF-7B629F381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4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7684">
                <a:extLst>
                  <a:ext uri="{FF2B5EF4-FFF2-40B4-BE49-F238E27FC236}">
                    <a16:creationId xmlns:a16="http://schemas.microsoft.com/office/drawing/2014/main" id="{0566FD44-E1AE-4107-8E48-A62A16DA7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45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7685">
                <a:extLst>
                  <a:ext uri="{FF2B5EF4-FFF2-40B4-BE49-F238E27FC236}">
                    <a16:creationId xmlns:a16="http://schemas.microsoft.com/office/drawing/2014/main" id="{E494B8C4-BAA6-4133-A5DC-C89330710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3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7686">
                <a:extLst>
                  <a:ext uri="{FF2B5EF4-FFF2-40B4-BE49-F238E27FC236}">
                    <a16:creationId xmlns:a16="http://schemas.microsoft.com/office/drawing/2014/main" id="{1504E87B-8432-4157-B94B-A5109781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0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7687">
                <a:extLst>
                  <a:ext uri="{FF2B5EF4-FFF2-40B4-BE49-F238E27FC236}">
                    <a16:creationId xmlns:a16="http://schemas.microsoft.com/office/drawing/2014/main" id="{05022BC6-86AB-4881-9988-7ADF5DC02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42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7688">
                <a:extLst>
                  <a:ext uri="{FF2B5EF4-FFF2-40B4-BE49-F238E27FC236}">
                    <a16:creationId xmlns:a16="http://schemas.microsoft.com/office/drawing/2014/main" id="{404A3CD6-B41D-480A-B714-98552AB6B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35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7689">
                <a:extLst>
                  <a:ext uri="{FF2B5EF4-FFF2-40B4-BE49-F238E27FC236}">
                    <a16:creationId xmlns:a16="http://schemas.microsoft.com/office/drawing/2014/main" id="{4BC030E8-F223-45A1-BD72-059005DFB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45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7690">
                <a:extLst>
                  <a:ext uri="{FF2B5EF4-FFF2-40B4-BE49-F238E27FC236}">
                    <a16:creationId xmlns:a16="http://schemas.microsoft.com/office/drawing/2014/main" id="{1FE24D24-7B7D-44E2-8BEB-FCFFD4DCE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44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7691">
                <a:extLst>
                  <a:ext uri="{FF2B5EF4-FFF2-40B4-BE49-F238E27FC236}">
                    <a16:creationId xmlns:a16="http://schemas.microsoft.com/office/drawing/2014/main" id="{F50F9E53-405A-48E8-B923-27A1BD295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46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7692">
                <a:extLst>
                  <a:ext uri="{FF2B5EF4-FFF2-40B4-BE49-F238E27FC236}">
                    <a16:creationId xmlns:a16="http://schemas.microsoft.com/office/drawing/2014/main" id="{DEE7F48A-D36E-4124-8436-D7600C673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45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7693">
                <a:extLst>
                  <a:ext uri="{FF2B5EF4-FFF2-40B4-BE49-F238E27FC236}">
                    <a16:creationId xmlns:a16="http://schemas.microsoft.com/office/drawing/2014/main" id="{9123DB65-18F6-4E92-8BBF-84EB9FCD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9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7694">
                <a:extLst>
                  <a:ext uri="{FF2B5EF4-FFF2-40B4-BE49-F238E27FC236}">
                    <a16:creationId xmlns:a16="http://schemas.microsoft.com/office/drawing/2014/main" id="{61639244-9561-4E7E-B01F-03F94756B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4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7695">
                <a:extLst>
                  <a:ext uri="{FF2B5EF4-FFF2-40B4-BE49-F238E27FC236}">
                    <a16:creationId xmlns:a16="http://schemas.microsoft.com/office/drawing/2014/main" id="{4A349A0C-EDA9-43DB-9F6B-CA4F744A5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45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7696">
                <a:extLst>
                  <a:ext uri="{FF2B5EF4-FFF2-40B4-BE49-F238E27FC236}">
                    <a16:creationId xmlns:a16="http://schemas.microsoft.com/office/drawing/2014/main" id="{B3DB152E-FBFB-4DE4-ABFE-5ACF68B81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57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7697">
                <a:extLst>
                  <a:ext uri="{FF2B5EF4-FFF2-40B4-BE49-F238E27FC236}">
                    <a16:creationId xmlns:a16="http://schemas.microsoft.com/office/drawing/2014/main" id="{EB373B73-FA15-422C-BBA4-2FAAA86DC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438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7698">
                <a:extLst>
                  <a:ext uri="{FF2B5EF4-FFF2-40B4-BE49-F238E27FC236}">
                    <a16:creationId xmlns:a16="http://schemas.microsoft.com/office/drawing/2014/main" id="{FC482036-EA18-46D5-9A84-D50FE77E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41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7699">
                <a:extLst>
                  <a:ext uri="{FF2B5EF4-FFF2-40B4-BE49-F238E27FC236}">
                    <a16:creationId xmlns:a16="http://schemas.microsoft.com/office/drawing/2014/main" id="{1BED7566-C82B-4895-8524-9BB3E690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430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7700">
                <a:extLst>
                  <a:ext uri="{FF2B5EF4-FFF2-40B4-BE49-F238E27FC236}">
                    <a16:creationId xmlns:a16="http://schemas.microsoft.com/office/drawing/2014/main" id="{BD34A885-6D82-4C33-9038-56B5B842C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4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7701">
                <a:extLst>
                  <a:ext uri="{FF2B5EF4-FFF2-40B4-BE49-F238E27FC236}">
                    <a16:creationId xmlns:a16="http://schemas.microsoft.com/office/drawing/2014/main" id="{C709B646-2FC6-4AA9-BA32-04C677A1C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4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7702">
                <a:extLst>
                  <a:ext uri="{FF2B5EF4-FFF2-40B4-BE49-F238E27FC236}">
                    <a16:creationId xmlns:a16="http://schemas.microsoft.com/office/drawing/2014/main" id="{B573E9B9-D76D-4F94-B154-C5D3ED9EC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38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7703">
                <a:extLst>
                  <a:ext uri="{FF2B5EF4-FFF2-40B4-BE49-F238E27FC236}">
                    <a16:creationId xmlns:a16="http://schemas.microsoft.com/office/drawing/2014/main" id="{EC33871B-8ACC-4574-B31B-74C073DEF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37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7704">
                <a:extLst>
                  <a:ext uri="{FF2B5EF4-FFF2-40B4-BE49-F238E27FC236}">
                    <a16:creationId xmlns:a16="http://schemas.microsoft.com/office/drawing/2014/main" id="{8DE707EB-AEB1-4B70-929E-27CBF0D1D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3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7705">
                <a:extLst>
                  <a:ext uri="{FF2B5EF4-FFF2-40B4-BE49-F238E27FC236}">
                    <a16:creationId xmlns:a16="http://schemas.microsoft.com/office/drawing/2014/main" id="{384EAEDC-0A0D-44C0-81CF-1A00148AD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36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7706">
                <a:extLst>
                  <a:ext uri="{FF2B5EF4-FFF2-40B4-BE49-F238E27FC236}">
                    <a16:creationId xmlns:a16="http://schemas.microsoft.com/office/drawing/2014/main" id="{D43EA4AA-53D4-4F1E-8739-A29D80A96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37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7707">
                <a:extLst>
                  <a:ext uri="{FF2B5EF4-FFF2-40B4-BE49-F238E27FC236}">
                    <a16:creationId xmlns:a16="http://schemas.microsoft.com/office/drawing/2014/main" id="{FF20B203-6F4B-44D3-BFF4-8FED8DD95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36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7708">
                <a:extLst>
                  <a:ext uri="{FF2B5EF4-FFF2-40B4-BE49-F238E27FC236}">
                    <a16:creationId xmlns:a16="http://schemas.microsoft.com/office/drawing/2014/main" id="{8CA0C68B-434C-4ACF-8442-52E991608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371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7709">
                <a:extLst>
                  <a:ext uri="{FF2B5EF4-FFF2-40B4-BE49-F238E27FC236}">
                    <a16:creationId xmlns:a16="http://schemas.microsoft.com/office/drawing/2014/main" id="{42498725-6820-4F0A-8810-21F4D8818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37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7710">
                <a:extLst>
                  <a:ext uri="{FF2B5EF4-FFF2-40B4-BE49-F238E27FC236}">
                    <a16:creationId xmlns:a16="http://schemas.microsoft.com/office/drawing/2014/main" id="{F81841A8-72F6-4275-9F1F-1EF012709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28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7711">
                <a:extLst>
                  <a:ext uri="{FF2B5EF4-FFF2-40B4-BE49-F238E27FC236}">
                    <a16:creationId xmlns:a16="http://schemas.microsoft.com/office/drawing/2014/main" id="{79D6B9A1-8115-4BBE-910A-4E19B8DEF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3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7712">
                <a:extLst>
                  <a:ext uri="{FF2B5EF4-FFF2-40B4-BE49-F238E27FC236}">
                    <a16:creationId xmlns:a16="http://schemas.microsoft.com/office/drawing/2014/main" id="{5DDAD9FF-A631-41E9-A51E-00FC3990C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29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7713">
                <a:extLst>
                  <a:ext uri="{FF2B5EF4-FFF2-40B4-BE49-F238E27FC236}">
                    <a16:creationId xmlns:a16="http://schemas.microsoft.com/office/drawing/2014/main" id="{51348747-BA7B-4772-9DC2-2693CAA31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2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7714">
                <a:extLst>
                  <a:ext uri="{FF2B5EF4-FFF2-40B4-BE49-F238E27FC236}">
                    <a16:creationId xmlns:a16="http://schemas.microsoft.com/office/drawing/2014/main" id="{022103AF-7D44-4D55-94C2-874706101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32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7715">
                <a:extLst>
                  <a:ext uri="{FF2B5EF4-FFF2-40B4-BE49-F238E27FC236}">
                    <a16:creationId xmlns:a16="http://schemas.microsoft.com/office/drawing/2014/main" id="{6450F79A-6A01-4015-A6DD-ACC911A3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310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7716">
                <a:extLst>
                  <a:ext uri="{FF2B5EF4-FFF2-40B4-BE49-F238E27FC236}">
                    <a16:creationId xmlns:a16="http://schemas.microsoft.com/office/drawing/2014/main" id="{B9CAB066-1EE9-4300-A7E1-FC3F025EB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29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7717">
                <a:extLst>
                  <a:ext uri="{FF2B5EF4-FFF2-40B4-BE49-F238E27FC236}">
                    <a16:creationId xmlns:a16="http://schemas.microsoft.com/office/drawing/2014/main" id="{40931715-832E-4608-9916-694AFD64F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31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7718">
                <a:extLst>
                  <a:ext uri="{FF2B5EF4-FFF2-40B4-BE49-F238E27FC236}">
                    <a16:creationId xmlns:a16="http://schemas.microsoft.com/office/drawing/2014/main" id="{78719A84-C804-427E-95C4-E01FA29E2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305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7719">
                <a:extLst>
                  <a:ext uri="{FF2B5EF4-FFF2-40B4-BE49-F238E27FC236}">
                    <a16:creationId xmlns:a16="http://schemas.microsoft.com/office/drawing/2014/main" id="{EB063EA1-B0F5-4F3C-BC7B-2BA5E65E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30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7720">
                <a:extLst>
                  <a:ext uri="{FF2B5EF4-FFF2-40B4-BE49-F238E27FC236}">
                    <a16:creationId xmlns:a16="http://schemas.microsoft.com/office/drawing/2014/main" id="{9B9505C7-D70C-40DA-8B1A-4B5DA31A4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2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7721">
                <a:extLst>
                  <a:ext uri="{FF2B5EF4-FFF2-40B4-BE49-F238E27FC236}">
                    <a16:creationId xmlns:a16="http://schemas.microsoft.com/office/drawing/2014/main" id="{DDFAC4C7-F54C-44EB-867E-6E4FA852E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29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7722">
                <a:extLst>
                  <a:ext uri="{FF2B5EF4-FFF2-40B4-BE49-F238E27FC236}">
                    <a16:creationId xmlns:a16="http://schemas.microsoft.com/office/drawing/2014/main" id="{48E62B5B-6AF5-4618-9C81-B2B67659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7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7723">
                <a:extLst>
                  <a:ext uri="{FF2B5EF4-FFF2-40B4-BE49-F238E27FC236}">
                    <a16:creationId xmlns:a16="http://schemas.microsoft.com/office/drawing/2014/main" id="{0CEE62F6-BE18-4AB6-A3F9-43CD5C477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2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7724">
                <a:extLst>
                  <a:ext uri="{FF2B5EF4-FFF2-40B4-BE49-F238E27FC236}">
                    <a16:creationId xmlns:a16="http://schemas.microsoft.com/office/drawing/2014/main" id="{610B74D2-7F99-485B-B6A0-B428C3822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28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7725">
                <a:extLst>
                  <a:ext uri="{FF2B5EF4-FFF2-40B4-BE49-F238E27FC236}">
                    <a16:creationId xmlns:a16="http://schemas.microsoft.com/office/drawing/2014/main" id="{F3B706D5-1BAB-405D-8232-B92DBC4C5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2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7726">
                <a:extLst>
                  <a:ext uri="{FF2B5EF4-FFF2-40B4-BE49-F238E27FC236}">
                    <a16:creationId xmlns:a16="http://schemas.microsoft.com/office/drawing/2014/main" id="{029F23D9-470A-414B-8B60-B21C0784F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28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7727">
                <a:extLst>
                  <a:ext uri="{FF2B5EF4-FFF2-40B4-BE49-F238E27FC236}">
                    <a16:creationId xmlns:a16="http://schemas.microsoft.com/office/drawing/2014/main" id="{775E9294-FA50-4858-9287-EEC0C6468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27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7728">
                <a:extLst>
                  <a:ext uri="{FF2B5EF4-FFF2-40B4-BE49-F238E27FC236}">
                    <a16:creationId xmlns:a16="http://schemas.microsoft.com/office/drawing/2014/main" id="{BA4A02A5-3F82-41F0-893A-A67BC84B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25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7729">
                <a:extLst>
                  <a:ext uri="{FF2B5EF4-FFF2-40B4-BE49-F238E27FC236}">
                    <a16:creationId xmlns:a16="http://schemas.microsoft.com/office/drawing/2014/main" id="{EA30C045-DEBD-4A63-A11F-D8BDABD7F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31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7730">
                <a:extLst>
                  <a:ext uri="{FF2B5EF4-FFF2-40B4-BE49-F238E27FC236}">
                    <a16:creationId xmlns:a16="http://schemas.microsoft.com/office/drawing/2014/main" id="{C2E58994-7AE2-48F4-8C46-A9910EAFD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3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7731">
                <a:extLst>
                  <a:ext uri="{FF2B5EF4-FFF2-40B4-BE49-F238E27FC236}">
                    <a16:creationId xmlns:a16="http://schemas.microsoft.com/office/drawing/2014/main" id="{C52D4766-B4ED-467F-B5A1-425CBF54D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294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7732">
                <a:extLst>
                  <a:ext uri="{FF2B5EF4-FFF2-40B4-BE49-F238E27FC236}">
                    <a16:creationId xmlns:a16="http://schemas.microsoft.com/office/drawing/2014/main" id="{8E8AB2F9-5113-4683-B87C-0951C344C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28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7733">
                <a:extLst>
                  <a:ext uri="{FF2B5EF4-FFF2-40B4-BE49-F238E27FC236}">
                    <a16:creationId xmlns:a16="http://schemas.microsoft.com/office/drawing/2014/main" id="{7BA2E711-9C78-4FA4-8AEE-C20C7032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2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7734">
                <a:extLst>
                  <a:ext uri="{FF2B5EF4-FFF2-40B4-BE49-F238E27FC236}">
                    <a16:creationId xmlns:a16="http://schemas.microsoft.com/office/drawing/2014/main" id="{4852097D-294C-472E-9AB2-185C18703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2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7735">
                <a:extLst>
                  <a:ext uri="{FF2B5EF4-FFF2-40B4-BE49-F238E27FC236}">
                    <a16:creationId xmlns:a16="http://schemas.microsoft.com/office/drawing/2014/main" id="{6B809C0D-B9A9-4A03-8986-5F9977AD7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27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7736">
                <a:extLst>
                  <a:ext uri="{FF2B5EF4-FFF2-40B4-BE49-F238E27FC236}">
                    <a16:creationId xmlns:a16="http://schemas.microsoft.com/office/drawing/2014/main" id="{6E71D577-B4A5-41E2-AABD-C30C4B611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27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7737">
                <a:extLst>
                  <a:ext uri="{FF2B5EF4-FFF2-40B4-BE49-F238E27FC236}">
                    <a16:creationId xmlns:a16="http://schemas.microsoft.com/office/drawing/2014/main" id="{D4CC167C-9130-42E1-B04A-28FDE3164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28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7738">
                <a:extLst>
                  <a:ext uri="{FF2B5EF4-FFF2-40B4-BE49-F238E27FC236}">
                    <a16:creationId xmlns:a16="http://schemas.microsoft.com/office/drawing/2014/main" id="{FAD79D94-95CB-480F-9D8B-15D0919A6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3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7739">
                <a:extLst>
                  <a:ext uri="{FF2B5EF4-FFF2-40B4-BE49-F238E27FC236}">
                    <a16:creationId xmlns:a16="http://schemas.microsoft.com/office/drawing/2014/main" id="{FD82F044-2BBA-426C-B8A1-1F641EEB7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24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7740">
                <a:extLst>
                  <a:ext uri="{FF2B5EF4-FFF2-40B4-BE49-F238E27FC236}">
                    <a16:creationId xmlns:a16="http://schemas.microsoft.com/office/drawing/2014/main" id="{765DA11C-2DFA-44E1-A947-B18C5866D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7741">
                <a:extLst>
                  <a:ext uri="{FF2B5EF4-FFF2-40B4-BE49-F238E27FC236}">
                    <a16:creationId xmlns:a16="http://schemas.microsoft.com/office/drawing/2014/main" id="{81E56940-D753-402A-9728-5537E757C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25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7742">
                <a:extLst>
                  <a:ext uri="{FF2B5EF4-FFF2-40B4-BE49-F238E27FC236}">
                    <a16:creationId xmlns:a16="http://schemas.microsoft.com/office/drawing/2014/main" id="{BEF364ED-8E62-4797-821A-43929C588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6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7743">
                <a:extLst>
                  <a:ext uri="{FF2B5EF4-FFF2-40B4-BE49-F238E27FC236}">
                    <a16:creationId xmlns:a16="http://schemas.microsoft.com/office/drawing/2014/main" id="{54A6A2E2-2340-43B2-8001-8F2359BAF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7744">
                <a:extLst>
                  <a:ext uri="{FF2B5EF4-FFF2-40B4-BE49-F238E27FC236}">
                    <a16:creationId xmlns:a16="http://schemas.microsoft.com/office/drawing/2014/main" id="{7E7162C3-8E7F-49A3-B4D7-4EBA76BF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4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7745">
                <a:extLst>
                  <a:ext uri="{FF2B5EF4-FFF2-40B4-BE49-F238E27FC236}">
                    <a16:creationId xmlns:a16="http://schemas.microsoft.com/office/drawing/2014/main" id="{A8F005D3-0F01-42BE-A204-E29B3981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25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7746">
                <a:extLst>
                  <a:ext uri="{FF2B5EF4-FFF2-40B4-BE49-F238E27FC236}">
                    <a16:creationId xmlns:a16="http://schemas.microsoft.com/office/drawing/2014/main" id="{3B280AD4-DBD7-49DF-A00F-78A7A0E6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25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7747">
                <a:extLst>
                  <a:ext uri="{FF2B5EF4-FFF2-40B4-BE49-F238E27FC236}">
                    <a16:creationId xmlns:a16="http://schemas.microsoft.com/office/drawing/2014/main" id="{216C7CC1-A841-47AC-9C61-9EB62C39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249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7748">
                <a:extLst>
                  <a:ext uri="{FF2B5EF4-FFF2-40B4-BE49-F238E27FC236}">
                    <a16:creationId xmlns:a16="http://schemas.microsoft.com/office/drawing/2014/main" id="{5FBB4223-BC62-4EA8-8E2E-4404AF207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24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7749">
                <a:extLst>
                  <a:ext uri="{FF2B5EF4-FFF2-40B4-BE49-F238E27FC236}">
                    <a16:creationId xmlns:a16="http://schemas.microsoft.com/office/drawing/2014/main" id="{0FEF122C-AB50-4C17-91DA-B5230BE8B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23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7750">
                <a:extLst>
                  <a:ext uri="{FF2B5EF4-FFF2-40B4-BE49-F238E27FC236}">
                    <a16:creationId xmlns:a16="http://schemas.microsoft.com/office/drawing/2014/main" id="{0C165F0B-E0AB-4BFE-92BD-623854C7C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2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7751">
                <a:extLst>
                  <a:ext uri="{FF2B5EF4-FFF2-40B4-BE49-F238E27FC236}">
                    <a16:creationId xmlns:a16="http://schemas.microsoft.com/office/drawing/2014/main" id="{F69E1049-17C5-4377-89F6-CE58096E0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6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7752">
                <a:extLst>
                  <a:ext uri="{FF2B5EF4-FFF2-40B4-BE49-F238E27FC236}">
                    <a16:creationId xmlns:a16="http://schemas.microsoft.com/office/drawing/2014/main" id="{3C845B41-062E-47A4-8FDF-15AAA5D0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2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7753">
                <a:extLst>
                  <a:ext uri="{FF2B5EF4-FFF2-40B4-BE49-F238E27FC236}">
                    <a16:creationId xmlns:a16="http://schemas.microsoft.com/office/drawing/2014/main" id="{154B5069-8CD0-475E-906C-4EFB13A0E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25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7754">
                <a:extLst>
                  <a:ext uri="{FF2B5EF4-FFF2-40B4-BE49-F238E27FC236}">
                    <a16:creationId xmlns:a16="http://schemas.microsoft.com/office/drawing/2014/main" id="{CC1BA433-241E-4FBC-B605-C4AF5983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2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7755">
                <a:extLst>
                  <a:ext uri="{FF2B5EF4-FFF2-40B4-BE49-F238E27FC236}">
                    <a16:creationId xmlns:a16="http://schemas.microsoft.com/office/drawing/2014/main" id="{8A5968B7-A436-4C1B-AEED-2C08C7CF3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25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7756">
                <a:extLst>
                  <a:ext uri="{FF2B5EF4-FFF2-40B4-BE49-F238E27FC236}">
                    <a16:creationId xmlns:a16="http://schemas.microsoft.com/office/drawing/2014/main" id="{75C35500-798B-443B-83E5-FFDC61C1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24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7757">
                <a:extLst>
                  <a:ext uri="{FF2B5EF4-FFF2-40B4-BE49-F238E27FC236}">
                    <a16:creationId xmlns:a16="http://schemas.microsoft.com/office/drawing/2014/main" id="{501DABDF-D365-493C-ABCD-2C7A8BFA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2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7758">
                <a:extLst>
                  <a:ext uri="{FF2B5EF4-FFF2-40B4-BE49-F238E27FC236}">
                    <a16:creationId xmlns:a16="http://schemas.microsoft.com/office/drawing/2014/main" id="{7BC0384C-0980-4444-A4F4-5E61DDB6C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22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7759">
                <a:extLst>
                  <a:ext uri="{FF2B5EF4-FFF2-40B4-BE49-F238E27FC236}">
                    <a16:creationId xmlns:a16="http://schemas.microsoft.com/office/drawing/2014/main" id="{A983B20E-849F-4DB4-B47B-445CA02CC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22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7760">
                <a:extLst>
                  <a:ext uri="{FF2B5EF4-FFF2-40B4-BE49-F238E27FC236}">
                    <a16:creationId xmlns:a16="http://schemas.microsoft.com/office/drawing/2014/main" id="{F2E3CA42-76FC-442C-86BB-DC0FE915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21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7761">
                <a:extLst>
                  <a:ext uri="{FF2B5EF4-FFF2-40B4-BE49-F238E27FC236}">
                    <a16:creationId xmlns:a16="http://schemas.microsoft.com/office/drawing/2014/main" id="{78F396C8-9ED7-4091-A572-6B4CA517E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20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7762">
                <a:extLst>
                  <a:ext uri="{FF2B5EF4-FFF2-40B4-BE49-F238E27FC236}">
                    <a16:creationId xmlns:a16="http://schemas.microsoft.com/office/drawing/2014/main" id="{80DA7D2C-F437-4614-99FD-0B2BBE59B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2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7763">
                <a:extLst>
                  <a:ext uri="{FF2B5EF4-FFF2-40B4-BE49-F238E27FC236}">
                    <a16:creationId xmlns:a16="http://schemas.microsoft.com/office/drawing/2014/main" id="{FE72F50B-3D90-4CD1-BC72-CD7606411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2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7764">
                <a:extLst>
                  <a:ext uri="{FF2B5EF4-FFF2-40B4-BE49-F238E27FC236}">
                    <a16:creationId xmlns:a16="http://schemas.microsoft.com/office/drawing/2014/main" id="{08ABF642-0233-4B06-8D0A-F131F825E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35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7765">
                <a:extLst>
                  <a:ext uri="{FF2B5EF4-FFF2-40B4-BE49-F238E27FC236}">
                    <a16:creationId xmlns:a16="http://schemas.microsoft.com/office/drawing/2014/main" id="{B96066FF-B7CE-40FC-9628-98AC43A8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33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7766">
                <a:extLst>
                  <a:ext uri="{FF2B5EF4-FFF2-40B4-BE49-F238E27FC236}">
                    <a16:creationId xmlns:a16="http://schemas.microsoft.com/office/drawing/2014/main" id="{83742D86-64AD-4430-BF95-0F2E396C6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3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7767">
                <a:extLst>
                  <a:ext uri="{FF2B5EF4-FFF2-40B4-BE49-F238E27FC236}">
                    <a16:creationId xmlns:a16="http://schemas.microsoft.com/office/drawing/2014/main" id="{1C50B58E-B4B2-4695-A6A8-186FD5A9E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33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0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7768">
                <a:extLst>
                  <a:ext uri="{FF2B5EF4-FFF2-40B4-BE49-F238E27FC236}">
                    <a16:creationId xmlns:a16="http://schemas.microsoft.com/office/drawing/2014/main" id="{087A81CB-F015-4E1E-99CB-CCBC5862E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32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7769">
                <a:extLst>
                  <a:ext uri="{FF2B5EF4-FFF2-40B4-BE49-F238E27FC236}">
                    <a16:creationId xmlns:a16="http://schemas.microsoft.com/office/drawing/2014/main" id="{5243CA23-691A-437F-8A79-35FB0149B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3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7770">
                <a:extLst>
                  <a:ext uri="{FF2B5EF4-FFF2-40B4-BE49-F238E27FC236}">
                    <a16:creationId xmlns:a16="http://schemas.microsoft.com/office/drawing/2014/main" id="{FDA2A971-546C-4841-A387-E0EB71771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334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7771">
                <a:extLst>
                  <a:ext uri="{FF2B5EF4-FFF2-40B4-BE49-F238E27FC236}">
                    <a16:creationId xmlns:a16="http://schemas.microsoft.com/office/drawing/2014/main" id="{43B98507-19D5-4DD2-8738-9E7E4FAC9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3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7772">
                <a:extLst>
                  <a:ext uri="{FF2B5EF4-FFF2-40B4-BE49-F238E27FC236}">
                    <a16:creationId xmlns:a16="http://schemas.microsoft.com/office/drawing/2014/main" id="{6AB176AE-4951-48F2-B837-76B133CC4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32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7773">
                <a:extLst>
                  <a:ext uri="{FF2B5EF4-FFF2-40B4-BE49-F238E27FC236}">
                    <a16:creationId xmlns:a16="http://schemas.microsoft.com/office/drawing/2014/main" id="{5921AB8E-F60A-4C4F-BEB3-FE68EE580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2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7774">
                <a:extLst>
                  <a:ext uri="{FF2B5EF4-FFF2-40B4-BE49-F238E27FC236}">
                    <a16:creationId xmlns:a16="http://schemas.microsoft.com/office/drawing/2014/main" id="{20A5B3EA-83B7-4329-9F25-D112109C8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29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7775">
                <a:extLst>
                  <a:ext uri="{FF2B5EF4-FFF2-40B4-BE49-F238E27FC236}">
                    <a16:creationId xmlns:a16="http://schemas.microsoft.com/office/drawing/2014/main" id="{5CCA2EAE-46F6-4C8E-8A12-9274EB0C3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345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7776">
                <a:extLst>
                  <a:ext uri="{FF2B5EF4-FFF2-40B4-BE49-F238E27FC236}">
                    <a16:creationId xmlns:a16="http://schemas.microsoft.com/office/drawing/2014/main" id="{55B62426-2CF6-4F89-ADFD-BE66AAEBB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34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7777">
                <a:extLst>
                  <a:ext uri="{FF2B5EF4-FFF2-40B4-BE49-F238E27FC236}">
                    <a16:creationId xmlns:a16="http://schemas.microsoft.com/office/drawing/2014/main" id="{4D1E23AF-8E4A-4105-9732-EA1508583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3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7778">
                <a:extLst>
                  <a:ext uri="{FF2B5EF4-FFF2-40B4-BE49-F238E27FC236}">
                    <a16:creationId xmlns:a16="http://schemas.microsoft.com/office/drawing/2014/main" id="{5872458A-5DE0-483F-9FB4-864DD789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32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7779">
                <a:extLst>
                  <a:ext uri="{FF2B5EF4-FFF2-40B4-BE49-F238E27FC236}">
                    <a16:creationId xmlns:a16="http://schemas.microsoft.com/office/drawing/2014/main" id="{C1A08C90-4073-4DD2-9223-3EFFA9818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3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7780">
                <a:extLst>
                  <a:ext uri="{FF2B5EF4-FFF2-40B4-BE49-F238E27FC236}">
                    <a16:creationId xmlns:a16="http://schemas.microsoft.com/office/drawing/2014/main" id="{FBF3AD9E-1A73-4790-9385-9494CB85A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305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7781">
                <a:extLst>
                  <a:ext uri="{FF2B5EF4-FFF2-40B4-BE49-F238E27FC236}">
                    <a16:creationId xmlns:a16="http://schemas.microsoft.com/office/drawing/2014/main" id="{27CEA628-6C57-4324-81C0-048A34A9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297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7782">
                <a:extLst>
                  <a:ext uri="{FF2B5EF4-FFF2-40B4-BE49-F238E27FC236}">
                    <a16:creationId xmlns:a16="http://schemas.microsoft.com/office/drawing/2014/main" id="{684FE07C-EED1-41D9-BFF2-4A6D41227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29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7783">
                <a:extLst>
                  <a:ext uri="{FF2B5EF4-FFF2-40B4-BE49-F238E27FC236}">
                    <a16:creationId xmlns:a16="http://schemas.microsoft.com/office/drawing/2014/main" id="{29822F65-83A7-4698-A5E1-942DFEEFC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28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41" name="Group 7784">
              <a:extLst>
                <a:ext uri="{FF2B5EF4-FFF2-40B4-BE49-F238E27FC236}">
                  <a16:creationId xmlns:a16="http://schemas.microsoft.com/office/drawing/2014/main" id="{50BE7803-7BD4-4B36-83AB-E1B31EF6D3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4" y="2145"/>
              <a:ext cx="795" cy="405"/>
              <a:chOff x="4134" y="2145"/>
              <a:chExt cx="795" cy="405"/>
            </a:xfrm>
          </p:grpSpPr>
          <p:sp>
            <p:nvSpPr>
              <p:cNvPr id="21580" name="Freeform 7785">
                <a:extLst>
                  <a:ext uri="{FF2B5EF4-FFF2-40B4-BE49-F238E27FC236}">
                    <a16:creationId xmlns:a16="http://schemas.microsoft.com/office/drawing/2014/main" id="{D2B3D8F4-253C-47AB-B79B-E6BC1BFA8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27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1" name="Freeform 7786">
                <a:extLst>
                  <a:ext uri="{FF2B5EF4-FFF2-40B4-BE49-F238E27FC236}">
                    <a16:creationId xmlns:a16="http://schemas.microsoft.com/office/drawing/2014/main" id="{F660F82A-786F-4CE2-B555-D7FB5E6BD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281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2" name="Freeform 7787">
                <a:extLst>
                  <a:ext uri="{FF2B5EF4-FFF2-40B4-BE49-F238E27FC236}">
                    <a16:creationId xmlns:a16="http://schemas.microsoft.com/office/drawing/2014/main" id="{FF31042A-EB92-4A85-8F15-397792E1C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05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21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3" name="Freeform 7788">
                <a:extLst>
                  <a:ext uri="{FF2B5EF4-FFF2-40B4-BE49-F238E27FC236}">
                    <a16:creationId xmlns:a16="http://schemas.microsoft.com/office/drawing/2014/main" id="{9694725E-8721-4403-B9E7-9FECD3BC0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29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4" name="Freeform 7789">
                <a:extLst>
                  <a:ext uri="{FF2B5EF4-FFF2-40B4-BE49-F238E27FC236}">
                    <a16:creationId xmlns:a16="http://schemas.microsoft.com/office/drawing/2014/main" id="{51796BC7-81BC-4B87-812E-9A20C6464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30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5" name="Freeform 7790">
                <a:extLst>
                  <a:ext uri="{FF2B5EF4-FFF2-40B4-BE49-F238E27FC236}">
                    <a16:creationId xmlns:a16="http://schemas.microsoft.com/office/drawing/2014/main" id="{01885EB3-2A6F-4FD9-9572-4EBE46073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32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6" name="Freeform 7791">
                <a:extLst>
                  <a:ext uri="{FF2B5EF4-FFF2-40B4-BE49-F238E27FC236}">
                    <a16:creationId xmlns:a16="http://schemas.microsoft.com/office/drawing/2014/main" id="{ADC71AE1-AE7A-4504-A3A4-B6C712DD5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36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7" name="Freeform 7792">
                <a:extLst>
                  <a:ext uri="{FF2B5EF4-FFF2-40B4-BE49-F238E27FC236}">
                    <a16:creationId xmlns:a16="http://schemas.microsoft.com/office/drawing/2014/main" id="{3ADE8DAE-F072-4B37-95E9-07AB5808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8" name="Freeform 7793">
                <a:extLst>
                  <a:ext uri="{FF2B5EF4-FFF2-40B4-BE49-F238E27FC236}">
                    <a16:creationId xmlns:a16="http://schemas.microsoft.com/office/drawing/2014/main" id="{00DF5CD0-985C-4B9A-9D7A-910B05CFD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31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9" name="Freeform 7794">
                <a:extLst>
                  <a:ext uri="{FF2B5EF4-FFF2-40B4-BE49-F238E27FC236}">
                    <a16:creationId xmlns:a16="http://schemas.microsoft.com/office/drawing/2014/main" id="{F96566C1-8AF1-4EC3-83CF-E6748EDC6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29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0" name="Freeform 7795">
                <a:extLst>
                  <a:ext uri="{FF2B5EF4-FFF2-40B4-BE49-F238E27FC236}">
                    <a16:creationId xmlns:a16="http://schemas.microsoft.com/office/drawing/2014/main" id="{287CCFA1-1C58-43F1-95AD-E85CB25A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28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1" name="Freeform 7796">
                <a:extLst>
                  <a:ext uri="{FF2B5EF4-FFF2-40B4-BE49-F238E27FC236}">
                    <a16:creationId xmlns:a16="http://schemas.microsoft.com/office/drawing/2014/main" id="{F662D7DF-0BA5-4CB1-A6CD-2FDB18611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29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2" name="Freeform 7797">
                <a:extLst>
                  <a:ext uri="{FF2B5EF4-FFF2-40B4-BE49-F238E27FC236}">
                    <a16:creationId xmlns:a16="http://schemas.microsoft.com/office/drawing/2014/main" id="{312E1B60-982F-41E0-A1FD-B15B10317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28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3" name="Freeform 7798">
                <a:extLst>
                  <a:ext uri="{FF2B5EF4-FFF2-40B4-BE49-F238E27FC236}">
                    <a16:creationId xmlns:a16="http://schemas.microsoft.com/office/drawing/2014/main" id="{EFC3E4FE-9986-48C6-A735-E58CB4E3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2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4" name="Freeform 7799">
                <a:extLst>
                  <a:ext uri="{FF2B5EF4-FFF2-40B4-BE49-F238E27FC236}">
                    <a16:creationId xmlns:a16="http://schemas.microsoft.com/office/drawing/2014/main" id="{C8D2B801-35FB-47D0-B5AA-468E54EC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28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5" name="Freeform 7800">
                <a:extLst>
                  <a:ext uri="{FF2B5EF4-FFF2-40B4-BE49-F238E27FC236}">
                    <a16:creationId xmlns:a16="http://schemas.microsoft.com/office/drawing/2014/main" id="{74103435-3CCC-4558-AE29-4A6308B8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2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6" name="Freeform 7801">
                <a:extLst>
                  <a:ext uri="{FF2B5EF4-FFF2-40B4-BE49-F238E27FC236}">
                    <a16:creationId xmlns:a16="http://schemas.microsoft.com/office/drawing/2014/main" id="{E5828029-8114-4639-898B-866478561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26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7" name="Freeform 7802">
                <a:extLst>
                  <a:ext uri="{FF2B5EF4-FFF2-40B4-BE49-F238E27FC236}">
                    <a16:creationId xmlns:a16="http://schemas.microsoft.com/office/drawing/2014/main" id="{AE8F0BDE-CFD0-4F85-AC2C-0E081422A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24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8" name="Freeform 7803">
                <a:extLst>
                  <a:ext uri="{FF2B5EF4-FFF2-40B4-BE49-F238E27FC236}">
                    <a16:creationId xmlns:a16="http://schemas.microsoft.com/office/drawing/2014/main" id="{188D230C-F468-4453-84B9-42D5F64F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26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9" name="Freeform 7804">
                <a:extLst>
                  <a:ext uri="{FF2B5EF4-FFF2-40B4-BE49-F238E27FC236}">
                    <a16:creationId xmlns:a16="http://schemas.microsoft.com/office/drawing/2014/main" id="{96089E2A-DD94-41BA-8F63-EC1711E3D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2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0" name="Freeform 7805">
                <a:extLst>
                  <a:ext uri="{FF2B5EF4-FFF2-40B4-BE49-F238E27FC236}">
                    <a16:creationId xmlns:a16="http://schemas.microsoft.com/office/drawing/2014/main" id="{5FF75F07-A0E7-4C28-873F-73719E878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2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1" name="Freeform 7806">
                <a:extLst>
                  <a:ext uri="{FF2B5EF4-FFF2-40B4-BE49-F238E27FC236}">
                    <a16:creationId xmlns:a16="http://schemas.microsoft.com/office/drawing/2014/main" id="{24D94E77-A8E0-4D71-B5DB-BFEBA078D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24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2" name="Freeform 7807">
                <a:extLst>
                  <a:ext uri="{FF2B5EF4-FFF2-40B4-BE49-F238E27FC236}">
                    <a16:creationId xmlns:a16="http://schemas.microsoft.com/office/drawing/2014/main" id="{7F0EB69E-8D01-47C5-ABEB-675745ACC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23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3" name="Freeform 7808">
                <a:extLst>
                  <a:ext uri="{FF2B5EF4-FFF2-40B4-BE49-F238E27FC236}">
                    <a16:creationId xmlns:a16="http://schemas.microsoft.com/office/drawing/2014/main" id="{6B622070-7302-4E5F-B628-4B7A7F9D7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29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4" name="Freeform 7809">
                <a:extLst>
                  <a:ext uri="{FF2B5EF4-FFF2-40B4-BE49-F238E27FC236}">
                    <a16:creationId xmlns:a16="http://schemas.microsoft.com/office/drawing/2014/main" id="{0CB8DCDA-7C8C-4425-8564-9C5D871E7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30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5" name="Freeform 7810">
                <a:extLst>
                  <a:ext uri="{FF2B5EF4-FFF2-40B4-BE49-F238E27FC236}">
                    <a16:creationId xmlns:a16="http://schemas.microsoft.com/office/drawing/2014/main" id="{A10F36D5-19A0-4DB1-85C0-FD85F407F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313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6" name="Freeform 7811">
                <a:extLst>
                  <a:ext uri="{FF2B5EF4-FFF2-40B4-BE49-F238E27FC236}">
                    <a16:creationId xmlns:a16="http://schemas.microsoft.com/office/drawing/2014/main" id="{52F29C17-6FBB-4CF0-A410-9D392E8F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29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7" name="Freeform 7812">
                <a:extLst>
                  <a:ext uri="{FF2B5EF4-FFF2-40B4-BE49-F238E27FC236}">
                    <a16:creationId xmlns:a16="http://schemas.microsoft.com/office/drawing/2014/main" id="{69E0761C-8943-4571-993B-F071D62DA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89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8" name="Freeform 7813">
                <a:extLst>
                  <a:ext uri="{FF2B5EF4-FFF2-40B4-BE49-F238E27FC236}">
                    <a16:creationId xmlns:a16="http://schemas.microsoft.com/office/drawing/2014/main" id="{AB3A4A3A-5E8A-401C-A7CB-963BEDD8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78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9" name="Freeform 7814">
                <a:extLst>
                  <a:ext uri="{FF2B5EF4-FFF2-40B4-BE49-F238E27FC236}">
                    <a16:creationId xmlns:a16="http://schemas.microsoft.com/office/drawing/2014/main" id="{12A91B20-2D30-4820-AC54-D8DCDFD5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2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0" name="Freeform 7815">
                <a:extLst>
                  <a:ext uri="{FF2B5EF4-FFF2-40B4-BE49-F238E27FC236}">
                    <a16:creationId xmlns:a16="http://schemas.microsoft.com/office/drawing/2014/main" id="{062D2273-0C55-4F62-A7C5-78EA20CDB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26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1" name="Freeform 7816">
                <a:extLst>
                  <a:ext uri="{FF2B5EF4-FFF2-40B4-BE49-F238E27FC236}">
                    <a16:creationId xmlns:a16="http://schemas.microsoft.com/office/drawing/2014/main" id="{2280A369-B686-45D2-A9F2-92DF2AC3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29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2" name="Freeform 7817">
                <a:extLst>
                  <a:ext uri="{FF2B5EF4-FFF2-40B4-BE49-F238E27FC236}">
                    <a16:creationId xmlns:a16="http://schemas.microsoft.com/office/drawing/2014/main" id="{1F1BB4F0-A2CC-4775-8BFF-679C86A3B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27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3" name="Freeform 7818">
                <a:extLst>
                  <a:ext uri="{FF2B5EF4-FFF2-40B4-BE49-F238E27FC236}">
                    <a16:creationId xmlns:a16="http://schemas.microsoft.com/office/drawing/2014/main" id="{09E805DD-4E0F-45B3-86B7-E1A62C67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27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4" name="Freeform 7819">
                <a:extLst>
                  <a:ext uri="{FF2B5EF4-FFF2-40B4-BE49-F238E27FC236}">
                    <a16:creationId xmlns:a16="http://schemas.microsoft.com/office/drawing/2014/main" id="{0BA2EB89-52C8-427D-A244-30D96C2B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27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5" name="Freeform 7820">
                <a:extLst>
                  <a:ext uri="{FF2B5EF4-FFF2-40B4-BE49-F238E27FC236}">
                    <a16:creationId xmlns:a16="http://schemas.microsoft.com/office/drawing/2014/main" id="{0C3F9CFF-8B5D-49BF-ACED-19DCED762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2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6" name="Freeform 7821">
                <a:extLst>
                  <a:ext uri="{FF2B5EF4-FFF2-40B4-BE49-F238E27FC236}">
                    <a16:creationId xmlns:a16="http://schemas.microsoft.com/office/drawing/2014/main" id="{3DFE222D-D2F1-41DB-ABBF-8F456996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26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7" name="Freeform 7822">
                <a:extLst>
                  <a:ext uri="{FF2B5EF4-FFF2-40B4-BE49-F238E27FC236}">
                    <a16:creationId xmlns:a16="http://schemas.microsoft.com/office/drawing/2014/main" id="{62DB08D0-F100-4440-823B-ECC8F76EE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2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8" name="Freeform 7823">
                <a:extLst>
                  <a:ext uri="{FF2B5EF4-FFF2-40B4-BE49-F238E27FC236}">
                    <a16:creationId xmlns:a16="http://schemas.microsoft.com/office/drawing/2014/main" id="{FBBF416E-4FF2-43EC-A50E-EDFA3B1F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26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9" name="Freeform 7824">
                <a:extLst>
                  <a:ext uri="{FF2B5EF4-FFF2-40B4-BE49-F238E27FC236}">
                    <a16:creationId xmlns:a16="http://schemas.microsoft.com/office/drawing/2014/main" id="{177DD861-ADE0-45B8-8A2C-DF97E1362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21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0" name="Freeform 7825">
                <a:extLst>
                  <a:ext uri="{FF2B5EF4-FFF2-40B4-BE49-F238E27FC236}">
                    <a16:creationId xmlns:a16="http://schemas.microsoft.com/office/drawing/2014/main" id="{4AFAEEDA-D471-4557-8493-020BA9F8D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24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1" name="Freeform 7826">
                <a:extLst>
                  <a:ext uri="{FF2B5EF4-FFF2-40B4-BE49-F238E27FC236}">
                    <a16:creationId xmlns:a16="http://schemas.microsoft.com/office/drawing/2014/main" id="{F9533304-66E4-4B53-8595-BC4201CF3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2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2" name="Freeform 7827">
                <a:extLst>
                  <a:ext uri="{FF2B5EF4-FFF2-40B4-BE49-F238E27FC236}">
                    <a16:creationId xmlns:a16="http://schemas.microsoft.com/office/drawing/2014/main" id="{6E22DD85-B1DB-4B92-9635-86876FF0D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3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3" name="Freeform 7828">
                <a:extLst>
                  <a:ext uri="{FF2B5EF4-FFF2-40B4-BE49-F238E27FC236}">
                    <a16:creationId xmlns:a16="http://schemas.microsoft.com/office/drawing/2014/main" id="{97BC8381-1BF4-477B-A504-41F2E3C8F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35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4" name="Freeform 7829">
                <a:extLst>
                  <a:ext uri="{FF2B5EF4-FFF2-40B4-BE49-F238E27FC236}">
                    <a16:creationId xmlns:a16="http://schemas.microsoft.com/office/drawing/2014/main" id="{49179FFA-8978-4350-9E27-AC92F3AFF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35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5" name="Freeform 7830">
                <a:extLst>
                  <a:ext uri="{FF2B5EF4-FFF2-40B4-BE49-F238E27FC236}">
                    <a16:creationId xmlns:a16="http://schemas.microsoft.com/office/drawing/2014/main" id="{B3EA3472-F685-46F4-8B87-E82B65C6C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34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6" name="Freeform 7831">
                <a:extLst>
                  <a:ext uri="{FF2B5EF4-FFF2-40B4-BE49-F238E27FC236}">
                    <a16:creationId xmlns:a16="http://schemas.microsoft.com/office/drawing/2014/main" id="{E2F33C36-4479-4FAD-A882-673F137D9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2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7" name="Freeform 7832">
                <a:extLst>
                  <a:ext uri="{FF2B5EF4-FFF2-40B4-BE49-F238E27FC236}">
                    <a16:creationId xmlns:a16="http://schemas.microsoft.com/office/drawing/2014/main" id="{6915EEDF-878A-4BED-BE65-940E2DAB1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3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8" name="Freeform 7833">
                <a:extLst>
                  <a:ext uri="{FF2B5EF4-FFF2-40B4-BE49-F238E27FC236}">
                    <a16:creationId xmlns:a16="http://schemas.microsoft.com/office/drawing/2014/main" id="{C7B6012D-E3D1-4939-8E11-30FB7DE2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363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9" name="Freeform 7834">
                <a:extLst>
                  <a:ext uri="{FF2B5EF4-FFF2-40B4-BE49-F238E27FC236}">
                    <a16:creationId xmlns:a16="http://schemas.microsoft.com/office/drawing/2014/main" id="{4AB3ED69-3462-4159-8978-14BFE7BC6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3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0" name="Freeform 7835">
                <a:extLst>
                  <a:ext uri="{FF2B5EF4-FFF2-40B4-BE49-F238E27FC236}">
                    <a16:creationId xmlns:a16="http://schemas.microsoft.com/office/drawing/2014/main" id="{267ECA15-A2AE-4924-AA0B-BB44C7C49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6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1" name="Freeform 7836">
                <a:extLst>
                  <a:ext uri="{FF2B5EF4-FFF2-40B4-BE49-F238E27FC236}">
                    <a16:creationId xmlns:a16="http://schemas.microsoft.com/office/drawing/2014/main" id="{A40866F0-6023-4BF2-9EA3-360ECEDB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2" name="Freeform 7837">
                <a:extLst>
                  <a:ext uri="{FF2B5EF4-FFF2-40B4-BE49-F238E27FC236}">
                    <a16:creationId xmlns:a16="http://schemas.microsoft.com/office/drawing/2014/main" id="{075B1FA8-CA91-4900-AE14-C6B95A469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37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3" name="Freeform 7838">
                <a:extLst>
                  <a:ext uri="{FF2B5EF4-FFF2-40B4-BE49-F238E27FC236}">
                    <a16:creationId xmlns:a16="http://schemas.microsoft.com/office/drawing/2014/main" id="{3BF6542C-3F5F-4F8E-B791-67415AE9C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5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4" name="Freeform 7839">
                <a:extLst>
                  <a:ext uri="{FF2B5EF4-FFF2-40B4-BE49-F238E27FC236}">
                    <a16:creationId xmlns:a16="http://schemas.microsoft.com/office/drawing/2014/main" id="{80990693-A101-450D-BD81-0BB568DA7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42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5" name="Freeform 7840">
                <a:extLst>
                  <a:ext uri="{FF2B5EF4-FFF2-40B4-BE49-F238E27FC236}">
                    <a16:creationId xmlns:a16="http://schemas.microsoft.com/office/drawing/2014/main" id="{62BF3EE4-0A11-4606-8009-258FD7A39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3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56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6" name="Freeform 7841">
                <a:extLst>
                  <a:ext uri="{FF2B5EF4-FFF2-40B4-BE49-F238E27FC236}">
                    <a16:creationId xmlns:a16="http://schemas.microsoft.com/office/drawing/2014/main" id="{09BCA1A9-AED8-4C1A-A797-C9EA018B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3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7" name="Freeform 7842">
                <a:extLst>
                  <a:ext uri="{FF2B5EF4-FFF2-40B4-BE49-F238E27FC236}">
                    <a16:creationId xmlns:a16="http://schemas.microsoft.com/office/drawing/2014/main" id="{D0F2D671-442A-469A-9EDD-41AD16D17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4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8" name="Freeform 7843">
                <a:extLst>
                  <a:ext uri="{FF2B5EF4-FFF2-40B4-BE49-F238E27FC236}">
                    <a16:creationId xmlns:a16="http://schemas.microsoft.com/office/drawing/2014/main" id="{700AA10C-D7DE-4800-BDFD-0FE88BBAA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9" name="Freeform 7844">
                <a:extLst>
                  <a:ext uri="{FF2B5EF4-FFF2-40B4-BE49-F238E27FC236}">
                    <a16:creationId xmlns:a16="http://schemas.microsoft.com/office/drawing/2014/main" id="{5CC2E081-D892-4B4B-BBB3-4AB199BA0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33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0" name="Freeform 7845">
                <a:extLst>
                  <a:ext uri="{FF2B5EF4-FFF2-40B4-BE49-F238E27FC236}">
                    <a16:creationId xmlns:a16="http://schemas.microsoft.com/office/drawing/2014/main" id="{6333DEC2-CD78-4F20-8C4A-AD2FAE4C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3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1" name="Freeform 7846">
                <a:extLst>
                  <a:ext uri="{FF2B5EF4-FFF2-40B4-BE49-F238E27FC236}">
                    <a16:creationId xmlns:a16="http://schemas.microsoft.com/office/drawing/2014/main" id="{8206E632-D66A-41F7-A8F8-EB17ADAE3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5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2" name="Freeform 7847">
                <a:extLst>
                  <a:ext uri="{FF2B5EF4-FFF2-40B4-BE49-F238E27FC236}">
                    <a16:creationId xmlns:a16="http://schemas.microsoft.com/office/drawing/2014/main" id="{FD4EEA84-56F3-4F38-8ADE-C4A8FACFD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36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3" name="Freeform 7848">
                <a:extLst>
                  <a:ext uri="{FF2B5EF4-FFF2-40B4-BE49-F238E27FC236}">
                    <a16:creationId xmlns:a16="http://schemas.microsoft.com/office/drawing/2014/main" id="{FEA0ECFA-FDB6-478E-B47B-210F684B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37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4" name="Freeform 7849">
                <a:extLst>
                  <a:ext uri="{FF2B5EF4-FFF2-40B4-BE49-F238E27FC236}">
                    <a16:creationId xmlns:a16="http://schemas.microsoft.com/office/drawing/2014/main" id="{46275B33-43A6-40DC-A711-158AFB915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3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5" name="Freeform 7850">
                <a:extLst>
                  <a:ext uri="{FF2B5EF4-FFF2-40B4-BE49-F238E27FC236}">
                    <a16:creationId xmlns:a16="http://schemas.microsoft.com/office/drawing/2014/main" id="{450FC9D5-D43C-4D3F-9F58-6AC4337BE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347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6" name="Freeform 7851">
                <a:extLst>
                  <a:ext uri="{FF2B5EF4-FFF2-40B4-BE49-F238E27FC236}">
                    <a16:creationId xmlns:a16="http://schemas.microsoft.com/office/drawing/2014/main" id="{B83548BD-A0C6-48DE-8FB3-7E9D2873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3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7" name="Freeform 7852">
                <a:extLst>
                  <a:ext uri="{FF2B5EF4-FFF2-40B4-BE49-F238E27FC236}">
                    <a16:creationId xmlns:a16="http://schemas.microsoft.com/office/drawing/2014/main" id="{25DCBC56-4A85-4B3F-8079-AD6016311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2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8" name="Freeform 7853">
                <a:extLst>
                  <a:ext uri="{FF2B5EF4-FFF2-40B4-BE49-F238E27FC236}">
                    <a16:creationId xmlns:a16="http://schemas.microsoft.com/office/drawing/2014/main" id="{989B0444-C944-4BD9-9583-86709C13E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33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9" name="Freeform 7854">
                <a:extLst>
                  <a:ext uri="{FF2B5EF4-FFF2-40B4-BE49-F238E27FC236}">
                    <a16:creationId xmlns:a16="http://schemas.microsoft.com/office/drawing/2014/main" id="{AD1083AD-3154-40CA-B893-18AC87AA8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32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0" name="Freeform 7855">
                <a:extLst>
                  <a:ext uri="{FF2B5EF4-FFF2-40B4-BE49-F238E27FC236}">
                    <a16:creationId xmlns:a16="http://schemas.microsoft.com/office/drawing/2014/main" id="{D37F9EA0-2220-44FD-BA53-4A259E9DB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3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1" name="Freeform 7856">
                <a:extLst>
                  <a:ext uri="{FF2B5EF4-FFF2-40B4-BE49-F238E27FC236}">
                    <a16:creationId xmlns:a16="http://schemas.microsoft.com/office/drawing/2014/main" id="{299EDB35-8A54-419D-948A-FECD9A37A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3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2" name="Freeform 7857">
                <a:extLst>
                  <a:ext uri="{FF2B5EF4-FFF2-40B4-BE49-F238E27FC236}">
                    <a16:creationId xmlns:a16="http://schemas.microsoft.com/office/drawing/2014/main" id="{EEC15CF1-D3AC-4065-82E9-5BF990F4E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3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3" name="Freeform 7858">
                <a:extLst>
                  <a:ext uri="{FF2B5EF4-FFF2-40B4-BE49-F238E27FC236}">
                    <a16:creationId xmlns:a16="http://schemas.microsoft.com/office/drawing/2014/main" id="{CDD3989D-9095-48F3-ABD6-EE69D5743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3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4" name="Freeform 7859">
                <a:extLst>
                  <a:ext uri="{FF2B5EF4-FFF2-40B4-BE49-F238E27FC236}">
                    <a16:creationId xmlns:a16="http://schemas.microsoft.com/office/drawing/2014/main" id="{5E82EA39-6E68-4F68-936D-1B243D417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33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5" name="Freeform 7860">
                <a:extLst>
                  <a:ext uri="{FF2B5EF4-FFF2-40B4-BE49-F238E27FC236}">
                    <a16:creationId xmlns:a16="http://schemas.microsoft.com/office/drawing/2014/main" id="{CDCB5313-9261-4954-B69E-CDCD15584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33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6" name="Freeform 7861">
                <a:extLst>
                  <a:ext uri="{FF2B5EF4-FFF2-40B4-BE49-F238E27FC236}">
                    <a16:creationId xmlns:a16="http://schemas.microsoft.com/office/drawing/2014/main" id="{30710D3C-A10F-4BE9-9A1B-60E4426BC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35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7" name="Freeform 7862">
                <a:extLst>
                  <a:ext uri="{FF2B5EF4-FFF2-40B4-BE49-F238E27FC236}">
                    <a16:creationId xmlns:a16="http://schemas.microsoft.com/office/drawing/2014/main" id="{9B2BB511-D33F-421D-B0A8-257ABE54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36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8" name="Freeform 7863">
                <a:extLst>
                  <a:ext uri="{FF2B5EF4-FFF2-40B4-BE49-F238E27FC236}">
                    <a16:creationId xmlns:a16="http://schemas.microsoft.com/office/drawing/2014/main" id="{BB58C9AA-9AFD-4918-A0CC-5F322D2F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34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9" name="Freeform 7864">
                <a:extLst>
                  <a:ext uri="{FF2B5EF4-FFF2-40B4-BE49-F238E27FC236}">
                    <a16:creationId xmlns:a16="http://schemas.microsoft.com/office/drawing/2014/main" id="{F941301B-2A5B-456E-94AE-2C273DE94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35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0" name="Freeform 7865">
                <a:extLst>
                  <a:ext uri="{FF2B5EF4-FFF2-40B4-BE49-F238E27FC236}">
                    <a16:creationId xmlns:a16="http://schemas.microsoft.com/office/drawing/2014/main" id="{65E733D4-8DB7-429F-8A6E-5437338CD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34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1" name="Freeform 7866">
                <a:extLst>
                  <a:ext uri="{FF2B5EF4-FFF2-40B4-BE49-F238E27FC236}">
                    <a16:creationId xmlns:a16="http://schemas.microsoft.com/office/drawing/2014/main" id="{899A8789-AC05-433A-B814-28A149C8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32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2" name="Freeform 7867">
                <a:extLst>
                  <a:ext uri="{FF2B5EF4-FFF2-40B4-BE49-F238E27FC236}">
                    <a16:creationId xmlns:a16="http://schemas.microsoft.com/office/drawing/2014/main" id="{783F9F27-9D18-4DFD-94DE-FE27DE0EA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2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3" name="Freeform 7868">
                <a:extLst>
                  <a:ext uri="{FF2B5EF4-FFF2-40B4-BE49-F238E27FC236}">
                    <a16:creationId xmlns:a16="http://schemas.microsoft.com/office/drawing/2014/main" id="{75C7C425-D3CE-4AD8-A934-C40DA75BD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31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4" name="Freeform 7869">
                <a:extLst>
                  <a:ext uri="{FF2B5EF4-FFF2-40B4-BE49-F238E27FC236}">
                    <a16:creationId xmlns:a16="http://schemas.microsoft.com/office/drawing/2014/main" id="{34B7ADB6-D83F-4F2C-A96B-8E8C35C9B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318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5" name="Freeform 7870">
                <a:extLst>
                  <a:ext uri="{FF2B5EF4-FFF2-40B4-BE49-F238E27FC236}">
                    <a16:creationId xmlns:a16="http://schemas.microsoft.com/office/drawing/2014/main" id="{BC294E7E-D448-45BD-AFEB-A17F88A27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3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6" name="Freeform 7871">
                <a:extLst>
                  <a:ext uri="{FF2B5EF4-FFF2-40B4-BE49-F238E27FC236}">
                    <a16:creationId xmlns:a16="http://schemas.microsoft.com/office/drawing/2014/main" id="{F58D52E9-C1F9-42D9-98BC-3E8EB8F5A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3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7" name="Freeform 7872">
                <a:extLst>
                  <a:ext uri="{FF2B5EF4-FFF2-40B4-BE49-F238E27FC236}">
                    <a16:creationId xmlns:a16="http://schemas.microsoft.com/office/drawing/2014/main" id="{98E74477-4386-4323-834E-BEF5B9ADA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02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8" name="Freeform 7873">
                <a:extLst>
                  <a:ext uri="{FF2B5EF4-FFF2-40B4-BE49-F238E27FC236}">
                    <a16:creationId xmlns:a16="http://schemas.microsoft.com/office/drawing/2014/main" id="{56134F9D-EEAD-429E-9743-690A3E09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29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9" name="Freeform 7874">
                <a:extLst>
                  <a:ext uri="{FF2B5EF4-FFF2-40B4-BE49-F238E27FC236}">
                    <a16:creationId xmlns:a16="http://schemas.microsoft.com/office/drawing/2014/main" id="{4F7231E1-91FC-456E-B7EF-EB55E9A26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30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0" name="Freeform 7875">
                <a:extLst>
                  <a:ext uri="{FF2B5EF4-FFF2-40B4-BE49-F238E27FC236}">
                    <a16:creationId xmlns:a16="http://schemas.microsoft.com/office/drawing/2014/main" id="{3CE987D7-D1EB-471F-A9E1-8779E83F7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3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1" name="Freeform 7876">
                <a:extLst>
                  <a:ext uri="{FF2B5EF4-FFF2-40B4-BE49-F238E27FC236}">
                    <a16:creationId xmlns:a16="http://schemas.microsoft.com/office/drawing/2014/main" id="{FB5C234A-1A1B-4414-91A6-767C81A97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30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2" name="Freeform 7877">
                <a:extLst>
                  <a:ext uri="{FF2B5EF4-FFF2-40B4-BE49-F238E27FC236}">
                    <a16:creationId xmlns:a16="http://schemas.microsoft.com/office/drawing/2014/main" id="{028060B0-B8D1-47F6-9E77-516938D9E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286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35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3" name="Freeform 7878">
                <a:extLst>
                  <a:ext uri="{FF2B5EF4-FFF2-40B4-BE49-F238E27FC236}">
                    <a16:creationId xmlns:a16="http://schemas.microsoft.com/office/drawing/2014/main" id="{D147FE95-9697-4E84-B3BB-6F0DCFAD2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29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4" name="Freeform 7879">
                <a:extLst>
                  <a:ext uri="{FF2B5EF4-FFF2-40B4-BE49-F238E27FC236}">
                    <a16:creationId xmlns:a16="http://schemas.microsoft.com/office/drawing/2014/main" id="{D4D330A8-BFA4-4AE5-969D-D0BC65D50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30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5" name="Freeform 7880">
                <a:extLst>
                  <a:ext uri="{FF2B5EF4-FFF2-40B4-BE49-F238E27FC236}">
                    <a16:creationId xmlns:a16="http://schemas.microsoft.com/office/drawing/2014/main" id="{94CB9A2D-A7B1-45C6-AA70-87F474215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54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6" name="Freeform 7881">
                <a:extLst>
                  <a:ext uri="{FF2B5EF4-FFF2-40B4-BE49-F238E27FC236}">
                    <a16:creationId xmlns:a16="http://schemas.microsoft.com/office/drawing/2014/main" id="{E2F88D1F-BFE5-4F84-8B7D-322596710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28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7882">
                <a:extLst>
                  <a:ext uri="{FF2B5EF4-FFF2-40B4-BE49-F238E27FC236}">
                    <a16:creationId xmlns:a16="http://schemas.microsoft.com/office/drawing/2014/main" id="{C0DF541E-3802-48FA-B0F1-F3BD7E68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2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7883">
                <a:extLst>
                  <a:ext uri="{FF2B5EF4-FFF2-40B4-BE49-F238E27FC236}">
                    <a16:creationId xmlns:a16="http://schemas.microsoft.com/office/drawing/2014/main" id="{134EF334-8D9B-4D19-8A6F-D068193B1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29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7884">
                <a:extLst>
                  <a:ext uri="{FF2B5EF4-FFF2-40B4-BE49-F238E27FC236}">
                    <a16:creationId xmlns:a16="http://schemas.microsoft.com/office/drawing/2014/main" id="{83CE6C8F-EA0A-407B-AAF6-9AC0F23F5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3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7885">
                <a:extLst>
                  <a:ext uri="{FF2B5EF4-FFF2-40B4-BE49-F238E27FC236}">
                    <a16:creationId xmlns:a16="http://schemas.microsoft.com/office/drawing/2014/main" id="{08067844-6D65-4F94-A7A5-19533924E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2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7886">
                <a:extLst>
                  <a:ext uri="{FF2B5EF4-FFF2-40B4-BE49-F238E27FC236}">
                    <a16:creationId xmlns:a16="http://schemas.microsoft.com/office/drawing/2014/main" id="{005B8056-3AFF-4415-B40E-D814C7E99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2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7887">
                <a:extLst>
                  <a:ext uri="{FF2B5EF4-FFF2-40B4-BE49-F238E27FC236}">
                    <a16:creationId xmlns:a16="http://schemas.microsoft.com/office/drawing/2014/main" id="{6E623380-BF43-4E47-8DA3-808B1FA99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25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7888">
                <a:extLst>
                  <a:ext uri="{FF2B5EF4-FFF2-40B4-BE49-F238E27FC236}">
                    <a16:creationId xmlns:a16="http://schemas.microsoft.com/office/drawing/2014/main" id="{FBFE754E-A0B7-4BAA-BA25-25CAE730F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24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7889">
                <a:extLst>
                  <a:ext uri="{FF2B5EF4-FFF2-40B4-BE49-F238E27FC236}">
                    <a16:creationId xmlns:a16="http://schemas.microsoft.com/office/drawing/2014/main" id="{A99F91C4-7DDE-448B-A313-F6A404367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24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7890">
                <a:extLst>
                  <a:ext uri="{FF2B5EF4-FFF2-40B4-BE49-F238E27FC236}">
                    <a16:creationId xmlns:a16="http://schemas.microsoft.com/office/drawing/2014/main" id="{ED4AA13D-18C3-490B-9FC3-1C2463A7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23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7891">
                <a:extLst>
                  <a:ext uri="{FF2B5EF4-FFF2-40B4-BE49-F238E27FC236}">
                    <a16:creationId xmlns:a16="http://schemas.microsoft.com/office/drawing/2014/main" id="{9D94B4A9-84C3-43BA-9DD4-2B7E16D70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2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7892">
                <a:extLst>
                  <a:ext uri="{FF2B5EF4-FFF2-40B4-BE49-F238E27FC236}">
                    <a16:creationId xmlns:a16="http://schemas.microsoft.com/office/drawing/2014/main" id="{1D1819BA-361E-4AA1-839E-F357C07D8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22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7893">
                <a:extLst>
                  <a:ext uri="{FF2B5EF4-FFF2-40B4-BE49-F238E27FC236}">
                    <a16:creationId xmlns:a16="http://schemas.microsoft.com/office/drawing/2014/main" id="{7C4CE7BF-350F-40F6-99A7-63BF4E6EA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25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7894">
                <a:extLst>
                  <a:ext uri="{FF2B5EF4-FFF2-40B4-BE49-F238E27FC236}">
                    <a16:creationId xmlns:a16="http://schemas.microsoft.com/office/drawing/2014/main" id="{5631DAE4-FE13-4884-AAE9-56AA2B71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238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7895">
                <a:extLst>
                  <a:ext uri="{FF2B5EF4-FFF2-40B4-BE49-F238E27FC236}">
                    <a16:creationId xmlns:a16="http://schemas.microsoft.com/office/drawing/2014/main" id="{CE71D369-E902-4B59-B372-413254728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25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7896">
                <a:extLst>
                  <a:ext uri="{FF2B5EF4-FFF2-40B4-BE49-F238E27FC236}">
                    <a16:creationId xmlns:a16="http://schemas.microsoft.com/office/drawing/2014/main" id="{2C951ECC-3D53-4FD6-B555-7D67DFA6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2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Freeform 7897">
                <a:extLst>
                  <a:ext uri="{FF2B5EF4-FFF2-40B4-BE49-F238E27FC236}">
                    <a16:creationId xmlns:a16="http://schemas.microsoft.com/office/drawing/2014/main" id="{D116DCEC-65EB-4E77-82FB-06BBE2392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25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3" name="Freeform 7898">
                <a:extLst>
                  <a:ext uri="{FF2B5EF4-FFF2-40B4-BE49-F238E27FC236}">
                    <a16:creationId xmlns:a16="http://schemas.microsoft.com/office/drawing/2014/main" id="{74824C3D-0942-4449-950A-8D942EA3C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262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Freeform 7899">
                <a:extLst>
                  <a:ext uri="{FF2B5EF4-FFF2-40B4-BE49-F238E27FC236}">
                    <a16:creationId xmlns:a16="http://schemas.microsoft.com/office/drawing/2014/main" id="{B2E83F32-7EB2-468B-9783-21C63CCC4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2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5" name="Freeform 7900">
                <a:extLst>
                  <a:ext uri="{FF2B5EF4-FFF2-40B4-BE49-F238E27FC236}">
                    <a16:creationId xmlns:a16="http://schemas.microsoft.com/office/drawing/2014/main" id="{4A424AA6-94B4-4740-972E-917D8AFD5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227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Freeform 7901">
                <a:extLst>
                  <a:ext uri="{FF2B5EF4-FFF2-40B4-BE49-F238E27FC236}">
                    <a16:creationId xmlns:a16="http://schemas.microsoft.com/office/drawing/2014/main" id="{DA46D8F4-8590-43A6-88A3-A28A3CF0F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24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Freeform 7902">
                <a:extLst>
                  <a:ext uri="{FF2B5EF4-FFF2-40B4-BE49-F238E27FC236}">
                    <a16:creationId xmlns:a16="http://schemas.microsoft.com/office/drawing/2014/main" id="{91BB5C7B-4EBA-4487-BEC1-C041C0046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23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Freeform 7903">
                <a:extLst>
                  <a:ext uri="{FF2B5EF4-FFF2-40B4-BE49-F238E27FC236}">
                    <a16:creationId xmlns:a16="http://schemas.microsoft.com/office/drawing/2014/main" id="{2C405C33-CB51-4580-B195-A8029C4B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23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7904">
                <a:extLst>
                  <a:ext uri="{FF2B5EF4-FFF2-40B4-BE49-F238E27FC236}">
                    <a16:creationId xmlns:a16="http://schemas.microsoft.com/office/drawing/2014/main" id="{68042950-B1AC-4BA5-BED7-5786A01E1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22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7905">
                <a:extLst>
                  <a:ext uri="{FF2B5EF4-FFF2-40B4-BE49-F238E27FC236}">
                    <a16:creationId xmlns:a16="http://schemas.microsoft.com/office/drawing/2014/main" id="{B7A596B7-A7A1-411A-A248-C264B565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21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7906">
                <a:extLst>
                  <a:ext uri="{FF2B5EF4-FFF2-40B4-BE49-F238E27FC236}">
                    <a16:creationId xmlns:a16="http://schemas.microsoft.com/office/drawing/2014/main" id="{CA06B1F8-CC47-468A-B048-33482FE0A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243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7907">
                <a:extLst>
                  <a:ext uri="{FF2B5EF4-FFF2-40B4-BE49-F238E27FC236}">
                    <a16:creationId xmlns:a16="http://schemas.microsoft.com/office/drawing/2014/main" id="{122FD3E7-7EA0-4F26-8978-CC78937C8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25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7908">
                <a:extLst>
                  <a:ext uri="{FF2B5EF4-FFF2-40B4-BE49-F238E27FC236}">
                    <a16:creationId xmlns:a16="http://schemas.microsoft.com/office/drawing/2014/main" id="{7D2F60AE-3CF3-4C3E-9730-2C21D02E5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7909">
                <a:extLst>
                  <a:ext uri="{FF2B5EF4-FFF2-40B4-BE49-F238E27FC236}">
                    <a16:creationId xmlns:a16="http://schemas.microsoft.com/office/drawing/2014/main" id="{4C76F27A-C933-44DD-B3F9-DBE9A1CE2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26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37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7910">
                <a:extLst>
                  <a:ext uri="{FF2B5EF4-FFF2-40B4-BE49-F238E27FC236}">
                    <a16:creationId xmlns:a16="http://schemas.microsoft.com/office/drawing/2014/main" id="{0ADAEECD-1B00-4D19-AFA0-3B690B4A1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24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7911">
                <a:extLst>
                  <a:ext uri="{FF2B5EF4-FFF2-40B4-BE49-F238E27FC236}">
                    <a16:creationId xmlns:a16="http://schemas.microsoft.com/office/drawing/2014/main" id="{54735301-CB6E-4834-9752-B32D1AA1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7912">
                <a:extLst>
                  <a:ext uri="{FF2B5EF4-FFF2-40B4-BE49-F238E27FC236}">
                    <a16:creationId xmlns:a16="http://schemas.microsoft.com/office/drawing/2014/main" id="{D74B4070-1E47-48EE-BFD0-C3012E914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2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7913">
                <a:extLst>
                  <a:ext uri="{FF2B5EF4-FFF2-40B4-BE49-F238E27FC236}">
                    <a16:creationId xmlns:a16="http://schemas.microsoft.com/office/drawing/2014/main" id="{CAD7F0CD-E7D2-43A9-A34E-75162CDB2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21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7914">
                <a:extLst>
                  <a:ext uri="{FF2B5EF4-FFF2-40B4-BE49-F238E27FC236}">
                    <a16:creationId xmlns:a16="http://schemas.microsoft.com/office/drawing/2014/main" id="{ED2E0051-16C9-49EC-9BC6-D90DDB31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241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7915">
                <a:extLst>
                  <a:ext uri="{FF2B5EF4-FFF2-40B4-BE49-F238E27FC236}">
                    <a16:creationId xmlns:a16="http://schemas.microsoft.com/office/drawing/2014/main" id="{488A0484-C1B8-41D2-9685-1A1531A06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22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7916">
                <a:extLst>
                  <a:ext uri="{FF2B5EF4-FFF2-40B4-BE49-F238E27FC236}">
                    <a16:creationId xmlns:a16="http://schemas.microsoft.com/office/drawing/2014/main" id="{AEABCCFA-B589-4AF7-A8AE-5680A51D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22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7917">
                <a:extLst>
                  <a:ext uri="{FF2B5EF4-FFF2-40B4-BE49-F238E27FC236}">
                    <a16:creationId xmlns:a16="http://schemas.microsoft.com/office/drawing/2014/main" id="{E9B488FC-AAD2-4736-BA88-7EFABF4A3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16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7918">
                <a:extLst>
                  <a:ext uri="{FF2B5EF4-FFF2-40B4-BE49-F238E27FC236}">
                    <a16:creationId xmlns:a16="http://schemas.microsoft.com/office/drawing/2014/main" id="{79F4B829-3C4C-4360-9B3F-D8916926A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15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0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7919">
                <a:extLst>
                  <a:ext uri="{FF2B5EF4-FFF2-40B4-BE49-F238E27FC236}">
                    <a16:creationId xmlns:a16="http://schemas.microsoft.com/office/drawing/2014/main" id="{9BC429A1-2865-4F06-AF01-933302F8C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5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7920">
                <a:extLst>
                  <a:ext uri="{FF2B5EF4-FFF2-40B4-BE49-F238E27FC236}">
                    <a16:creationId xmlns:a16="http://schemas.microsoft.com/office/drawing/2014/main" id="{58A70C4A-159D-48D0-B2F8-FDDD0882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505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7921">
                <a:extLst>
                  <a:ext uri="{FF2B5EF4-FFF2-40B4-BE49-F238E27FC236}">
                    <a16:creationId xmlns:a16="http://schemas.microsoft.com/office/drawing/2014/main" id="{54601AF9-0CE8-4ABB-89BD-B45DE5017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505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7922">
                <a:extLst>
                  <a:ext uri="{FF2B5EF4-FFF2-40B4-BE49-F238E27FC236}">
                    <a16:creationId xmlns:a16="http://schemas.microsoft.com/office/drawing/2014/main" id="{223CE1A4-9A85-47A9-9184-3A9606AF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49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7923">
                <a:extLst>
                  <a:ext uri="{FF2B5EF4-FFF2-40B4-BE49-F238E27FC236}">
                    <a16:creationId xmlns:a16="http://schemas.microsoft.com/office/drawing/2014/main" id="{4A92C11F-1967-4119-BE94-F29396092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4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Freeform 7924">
                <a:extLst>
                  <a:ext uri="{FF2B5EF4-FFF2-40B4-BE49-F238E27FC236}">
                    <a16:creationId xmlns:a16="http://schemas.microsoft.com/office/drawing/2014/main" id="{0BECAA87-A945-48B8-A40A-97DC7CDB7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5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0" name="Freeform 7925">
                <a:extLst>
                  <a:ext uri="{FF2B5EF4-FFF2-40B4-BE49-F238E27FC236}">
                    <a16:creationId xmlns:a16="http://schemas.microsoft.com/office/drawing/2014/main" id="{202FF795-2B71-4649-9EE7-D8D83FE6F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2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Freeform 7926">
                <a:extLst>
                  <a:ext uri="{FF2B5EF4-FFF2-40B4-BE49-F238E27FC236}">
                    <a16:creationId xmlns:a16="http://schemas.microsoft.com/office/drawing/2014/main" id="{7FFEF225-C667-46C5-BD56-8A0BE546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49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2" name="Freeform 7927">
                <a:extLst>
                  <a:ext uri="{FF2B5EF4-FFF2-40B4-BE49-F238E27FC236}">
                    <a16:creationId xmlns:a16="http://schemas.microsoft.com/office/drawing/2014/main" id="{A70ED2CE-453B-42CD-8966-3EC48DED5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46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Freeform 7928">
                <a:extLst>
                  <a:ext uri="{FF2B5EF4-FFF2-40B4-BE49-F238E27FC236}">
                    <a16:creationId xmlns:a16="http://schemas.microsoft.com/office/drawing/2014/main" id="{453BAA3A-2609-4121-9788-C747578F0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4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Freeform 7929">
                <a:extLst>
                  <a:ext uri="{FF2B5EF4-FFF2-40B4-BE49-F238E27FC236}">
                    <a16:creationId xmlns:a16="http://schemas.microsoft.com/office/drawing/2014/main" id="{D99C931A-B298-428F-BA4C-3212BFE3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44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Freeform 7930">
                <a:extLst>
                  <a:ext uri="{FF2B5EF4-FFF2-40B4-BE49-F238E27FC236}">
                    <a16:creationId xmlns:a16="http://schemas.microsoft.com/office/drawing/2014/main" id="{300898B5-E233-46BB-90A0-E02A6B31E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48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0 w 3"/>
                  <a:gd name="T5" fmla="*/ 0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7931">
                <a:extLst>
                  <a:ext uri="{FF2B5EF4-FFF2-40B4-BE49-F238E27FC236}">
                    <a16:creationId xmlns:a16="http://schemas.microsoft.com/office/drawing/2014/main" id="{7F53352F-14BA-4049-B10B-9FF9F9368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49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7932">
                <a:extLst>
                  <a:ext uri="{FF2B5EF4-FFF2-40B4-BE49-F238E27FC236}">
                    <a16:creationId xmlns:a16="http://schemas.microsoft.com/office/drawing/2014/main" id="{A67F653D-1724-4C18-92A3-B8C4830E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481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7933">
                <a:extLst>
                  <a:ext uri="{FF2B5EF4-FFF2-40B4-BE49-F238E27FC236}">
                    <a16:creationId xmlns:a16="http://schemas.microsoft.com/office/drawing/2014/main" id="{BAA45ABC-8A6C-4231-BD91-E25C119A7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53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7934">
                <a:extLst>
                  <a:ext uri="{FF2B5EF4-FFF2-40B4-BE49-F238E27FC236}">
                    <a16:creationId xmlns:a16="http://schemas.microsoft.com/office/drawing/2014/main" id="{769FC3A9-4188-48DC-B618-78D48BD72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526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61 h 4"/>
                  <a:gd name="T4" fmla="*/ 20 w 4"/>
                  <a:gd name="T5" fmla="*/ 22 h 4"/>
                  <a:gd name="T6" fmla="*/ 50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7935">
                <a:extLst>
                  <a:ext uri="{FF2B5EF4-FFF2-40B4-BE49-F238E27FC236}">
                    <a16:creationId xmlns:a16="http://schemas.microsoft.com/office/drawing/2014/main" id="{3719FB4E-3AE8-4A44-9395-BA7471175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18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7936">
                <a:extLst>
                  <a:ext uri="{FF2B5EF4-FFF2-40B4-BE49-F238E27FC236}">
                    <a16:creationId xmlns:a16="http://schemas.microsoft.com/office/drawing/2014/main" id="{E74F1075-2FB5-4209-ABBE-0E414735E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6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7937">
                <a:extLst>
                  <a:ext uri="{FF2B5EF4-FFF2-40B4-BE49-F238E27FC236}">
                    <a16:creationId xmlns:a16="http://schemas.microsoft.com/office/drawing/2014/main" id="{3FF7393C-B0D2-41E1-A06F-B29610134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171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12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7938">
                <a:extLst>
                  <a:ext uri="{FF2B5EF4-FFF2-40B4-BE49-F238E27FC236}">
                    <a16:creationId xmlns:a16="http://schemas.microsoft.com/office/drawing/2014/main" id="{398D5AA3-3B1B-4F76-88A6-1C517AB5E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9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7939">
                <a:extLst>
                  <a:ext uri="{FF2B5EF4-FFF2-40B4-BE49-F238E27FC236}">
                    <a16:creationId xmlns:a16="http://schemas.microsoft.com/office/drawing/2014/main" id="{F20E2702-7551-4448-B6FB-A5B232B1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1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7940">
                <a:extLst>
                  <a:ext uri="{FF2B5EF4-FFF2-40B4-BE49-F238E27FC236}">
                    <a16:creationId xmlns:a16="http://schemas.microsoft.com/office/drawing/2014/main" id="{AD3917AE-7EE4-4CCD-AD08-BBEA2C7DF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18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7941">
                <a:extLst>
                  <a:ext uri="{FF2B5EF4-FFF2-40B4-BE49-F238E27FC236}">
                    <a16:creationId xmlns:a16="http://schemas.microsoft.com/office/drawing/2014/main" id="{DA5EEE9D-350E-42F0-98A4-93761E82B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1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7942">
                <a:extLst>
                  <a:ext uri="{FF2B5EF4-FFF2-40B4-BE49-F238E27FC236}">
                    <a16:creationId xmlns:a16="http://schemas.microsoft.com/office/drawing/2014/main" id="{C43B66F1-EA79-4FEE-85FF-2063C4536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19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7943">
                <a:extLst>
                  <a:ext uri="{FF2B5EF4-FFF2-40B4-BE49-F238E27FC236}">
                    <a16:creationId xmlns:a16="http://schemas.microsoft.com/office/drawing/2014/main" id="{FE35AE10-D668-4474-B41E-159F703D7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209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21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7944">
                <a:extLst>
                  <a:ext uri="{FF2B5EF4-FFF2-40B4-BE49-F238E27FC236}">
                    <a16:creationId xmlns:a16="http://schemas.microsoft.com/office/drawing/2014/main" id="{E568232E-50F7-49E4-BA84-81CC9B07C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195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7945">
                <a:extLst>
                  <a:ext uri="{FF2B5EF4-FFF2-40B4-BE49-F238E27FC236}">
                    <a16:creationId xmlns:a16="http://schemas.microsoft.com/office/drawing/2014/main" id="{1CF62216-E9BD-40AD-B3BC-E5481D333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206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7946">
                <a:extLst>
                  <a:ext uri="{FF2B5EF4-FFF2-40B4-BE49-F238E27FC236}">
                    <a16:creationId xmlns:a16="http://schemas.microsoft.com/office/drawing/2014/main" id="{40E9B837-40AC-4668-B19E-2E6F400DB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18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7947">
                <a:extLst>
                  <a:ext uri="{FF2B5EF4-FFF2-40B4-BE49-F238E27FC236}">
                    <a16:creationId xmlns:a16="http://schemas.microsoft.com/office/drawing/2014/main" id="{6757665B-10AE-42D7-9EC1-65181DA4A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17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7948">
                <a:extLst>
                  <a:ext uri="{FF2B5EF4-FFF2-40B4-BE49-F238E27FC236}">
                    <a16:creationId xmlns:a16="http://schemas.microsoft.com/office/drawing/2014/main" id="{CAB4ACF2-1416-49D8-8B5C-1CA745198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18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7949">
                <a:extLst>
                  <a:ext uri="{FF2B5EF4-FFF2-40B4-BE49-F238E27FC236}">
                    <a16:creationId xmlns:a16="http://schemas.microsoft.com/office/drawing/2014/main" id="{1AB7A363-8F8B-4675-9D16-CC7C2AB8F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19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7950">
                <a:extLst>
                  <a:ext uri="{FF2B5EF4-FFF2-40B4-BE49-F238E27FC236}">
                    <a16:creationId xmlns:a16="http://schemas.microsoft.com/office/drawing/2014/main" id="{988E1F40-D0C5-48A8-9AFF-A198DF076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19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Freeform 7951">
                <a:extLst>
                  <a:ext uri="{FF2B5EF4-FFF2-40B4-BE49-F238E27FC236}">
                    <a16:creationId xmlns:a16="http://schemas.microsoft.com/office/drawing/2014/main" id="{941217E4-6776-41C8-987F-688C90BD8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20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21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7" name="Freeform 7952">
                <a:extLst>
                  <a:ext uri="{FF2B5EF4-FFF2-40B4-BE49-F238E27FC236}">
                    <a16:creationId xmlns:a16="http://schemas.microsoft.com/office/drawing/2014/main" id="{D1C28453-1E9C-484D-A0A9-22A84879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8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Freeform 7953">
                <a:extLst>
                  <a:ext uri="{FF2B5EF4-FFF2-40B4-BE49-F238E27FC236}">
                    <a16:creationId xmlns:a16="http://schemas.microsoft.com/office/drawing/2014/main" id="{A4AA5EF1-0077-4681-A021-2ECA06E9D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21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9" name="Freeform 7954">
                <a:extLst>
                  <a:ext uri="{FF2B5EF4-FFF2-40B4-BE49-F238E27FC236}">
                    <a16:creationId xmlns:a16="http://schemas.microsoft.com/office/drawing/2014/main" id="{A39F0335-B10D-494C-AB92-030CC6BC5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21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Freeform 7955">
                <a:extLst>
                  <a:ext uri="{FF2B5EF4-FFF2-40B4-BE49-F238E27FC236}">
                    <a16:creationId xmlns:a16="http://schemas.microsoft.com/office/drawing/2014/main" id="{05D0B32B-773F-4978-A4CA-7400E0C78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20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Freeform 7956">
                <a:extLst>
                  <a:ext uri="{FF2B5EF4-FFF2-40B4-BE49-F238E27FC236}">
                    <a16:creationId xmlns:a16="http://schemas.microsoft.com/office/drawing/2014/main" id="{947A31F4-0553-48F6-887B-257DB002A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17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Freeform 7957">
                <a:extLst>
                  <a:ext uri="{FF2B5EF4-FFF2-40B4-BE49-F238E27FC236}">
                    <a16:creationId xmlns:a16="http://schemas.microsoft.com/office/drawing/2014/main" id="{9DD5C627-CA30-4228-AC1D-D2371409A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27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7958">
                <a:extLst>
                  <a:ext uri="{FF2B5EF4-FFF2-40B4-BE49-F238E27FC236}">
                    <a16:creationId xmlns:a16="http://schemas.microsoft.com/office/drawing/2014/main" id="{3A7103D1-1C99-4A64-8B5E-E208178A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265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7959">
                <a:extLst>
                  <a:ext uri="{FF2B5EF4-FFF2-40B4-BE49-F238E27FC236}">
                    <a16:creationId xmlns:a16="http://schemas.microsoft.com/office/drawing/2014/main" id="{150B1BFB-2174-43DD-8C17-9CC76293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254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0 w 3"/>
                  <a:gd name="T5" fmla="*/ 0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7960">
                <a:extLst>
                  <a:ext uri="{FF2B5EF4-FFF2-40B4-BE49-F238E27FC236}">
                    <a16:creationId xmlns:a16="http://schemas.microsoft.com/office/drawing/2014/main" id="{BBA16332-CBEB-46DB-A104-C348CBD65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20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7961">
                <a:extLst>
                  <a:ext uri="{FF2B5EF4-FFF2-40B4-BE49-F238E27FC236}">
                    <a16:creationId xmlns:a16="http://schemas.microsoft.com/office/drawing/2014/main" id="{93960114-EC5B-45DF-A03D-647BA1B72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329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7962">
                <a:extLst>
                  <a:ext uri="{FF2B5EF4-FFF2-40B4-BE49-F238E27FC236}">
                    <a16:creationId xmlns:a16="http://schemas.microsoft.com/office/drawing/2014/main" id="{16E70022-4C50-4036-A9DE-08A80FB06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51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7963">
                <a:extLst>
                  <a:ext uri="{FF2B5EF4-FFF2-40B4-BE49-F238E27FC236}">
                    <a16:creationId xmlns:a16="http://schemas.microsoft.com/office/drawing/2014/main" id="{41191EE1-62A8-4EBB-AA89-CDCD35650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5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7964">
                <a:extLst>
                  <a:ext uri="{FF2B5EF4-FFF2-40B4-BE49-F238E27FC236}">
                    <a16:creationId xmlns:a16="http://schemas.microsoft.com/office/drawing/2014/main" id="{28A49DC4-ADD3-4290-8E1C-2260B3355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48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7965">
                <a:extLst>
                  <a:ext uri="{FF2B5EF4-FFF2-40B4-BE49-F238E27FC236}">
                    <a16:creationId xmlns:a16="http://schemas.microsoft.com/office/drawing/2014/main" id="{FDD08323-F521-42F6-A3C9-5868408CA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4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7966">
                <a:extLst>
                  <a:ext uri="{FF2B5EF4-FFF2-40B4-BE49-F238E27FC236}">
                    <a16:creationId xmlns:a16="http://schemas.microsoft.com/office/drawing/2014/main" id="{614E2DB5-EE55-4AAF-AD7F-2CDDC705F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46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7967">
                <a:extLst>
                  <a:ext uri="{FF2B5EF4-FFF2-40B4-BE49-F238E27FC236}">
                    <a16:creationId xmlns:a16="http://schemas.microsoft.com/office/drawing/2014/main" id="{FDC978F0-1A12-4800-8EC0-D35E83663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52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7968">
                <a:extLst>
                  <a:ext uri="{FF2B5EF4-FFF2-40B4-BE49-F238E27FC236}">
                    <a16:creationId xmlns:a16="http://schemas.microsoft.com/office/drawing/2014/main" id="{457CC431-45BB-4308-8AFA-3299199AF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4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7969">
                <a:extLst>
                  <a:ext uri="{FF2B5EF4-FFF2-40B4-BE49-F238E27FC236}">
                    <a16:creationId xmlns:a16="http://schemas.microsoft.com/office/drawing/2014/main" id="{C2AE65AB-16CF-4F77-8B94-49919A33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489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7970">
                <a:extLst>
                  <a:ext uri="{FF2B5EF4-FFF2-40B4-BE49-F238E27FC236}">
                    <a16:creationId xmlns:a16="http://schemas.microsoft.com/office/drawing/2014/main" id="{4711DA3E-730A-4F59-AF92-FFF8E3FD6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435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7971">
                <a:extLst>
                  <a:ext uri="{FF2B5EF4-FFF2-40B4-BE49-F238E27FC236}">
                    <a16:creationId xmlns:a16="http://schemas.microsoft.com/office/drawing/2014/main" id="{CFAB5DD7-5B2C-41C9-A5F0-7BE083703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523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7972">
                <a:extLst>
                  <a:ext uri="{FF2B5EF4-FFF2-40B4-BE49-F238E27FC236}">
                    <a16:creationId xmlns:a16="http://schemas.microsoft.com/office/drawing/2014/main" id="{81CE0519-437F-4735-B3B6-A71A12E2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48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7973">
                <a:extLst>
                  <a:ext uri="{FF2B5EF4-FFF2-40B4-BE49-F238E27FC236}">
                    <a16:creationId xmlns:a16="http://schemas.microsoft.com/office/drawing/2014/main" id="{870D44B9-5C0B-4B18-A38E-20F4372F4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47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7974">
                <a:extLst>
                  <a:ext uri="{FF2B5EF4-FFF2-40B4-BE49-F238E27FC236}">
                    <a16:creationId xmlns:a16="http://schemas.microsoft.com/office/drawing/2014/main" id="{9AECFF23-029B-4FDD-BC80-B83F8253D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513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7975">
                <a:extLst>
                  <a:ext uri="{FF2B5EF4-FFF2-40B4-BE49-F238E27FC236}">
                    <a16:creationId xmlns:a16="http://schemas.microsoft.com/office/drawing/2014/main" id="{D2F4D1D1-A691-4780-B624-46996C689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454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7976">
                <a:extLst>
                  <a:ext uri="{FF2B5EF4-FFF2-40B4-BE49-F238E27FC236}">
                    <a16:creationId xmlns:a16="http://schemas.microsoft.com/office/drawing/2014/main" id="{3E492958-0DC8-49ED-BB4D-55610E042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145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7977">
                <a:extLst>
                  <a:ext uri="{FF2B5EF4-FFF2-40B4-BE49-F238E27FC236}">
                    <a16:creationId xmlns:a16="http://schemas.microsoft.com/office/drawing/2014/main" id="{5AEA3507-DB31-4823-B651-7BF3FAAB9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23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35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Freeform 7978">
                <a:extLst>
                  <a:ext uri="{FF2B5EF4-FFF2-40B4-BE49-F238E27FC236}">
                    <a16:creationId xmlns:a16="http://schemas.microsoft.com/office/drawing/2014/main" id="{6EEE5F81-1F58-47FA-940C-E7CE8663A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267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4" name="Freeform 7979">
                <a:extLst>
                  <a:ext uri="{FF2B5EF4-FFF2-40B4-BE49-F238E27FC236}">
                    <a16:creationId xmlns:a16="http://schemas.microsoft.com/office/drawing/2014/main" id="{DC395D59-49AE-46AB-8F79-82D342F51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249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56 h 3"/>
                  <a:gd name="T4" fmla="*/ 21 w 3"/>
                  <a:gd name="T5" fmla="*/ 21 h 3"/>
                  <a:gd name="T6" fmla="*/ 35 w 3"/>
                  <a:gd name="T7" fmla="*/ 21 h 3"/>
                  <a:gd name="T8" fmla="*/ 56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Freeform 7980">
                <a:extLst>
                  <a:ext uri="{FF2B5EF4-FFF2-40B4-BE49-F238E27FC236}">
                    <a16:creationId xmlns:a16="http://schemas.microsoft.com/office/drawing/2014/main" id="{F1651ACE-F614-46E8-A9B9-35E5D1EF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257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21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6" name="Freeform 7981">
                <a:extLst>
                  <a:ext uri="{FF2B5EF4-FFF2-40B4-BE49-F238E27FC236}">
                    <a16:creationId xmlns:a16="http://schemas.microsoft.com/office/drawing/2014/main" id="{28B8D533-ADC5-4C34-AFFC-84F2D89D9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25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Freeform 7982">
                <a:extLst>
                  <a:ext uri="{FF2B5EF4-FFF2-40B4-BE49-F238E27FC236}">
                    <a16:creationId xmlns:a16="http://schemas.microsoft.com/office/drawing/2014/main" id="{4D4AEC57-C2D7-4228-8D3E-92D87BAC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217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50 h 4"/>
                  <a:gd name="T4" fmla="*/ 20 w 4"/>
                  <a:gd name="T5" fmla="*/ 20 h 4"/>
                  <a:gd name="T6" fmla="*/ 50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Freeform 7983">
                <a:extLst>
                  <a:ext uri="{FF2B5EF4-FFF2-40B4-BE49-F238E27FC236}">
                    <a16:creationId xmlns:a16="http://schemas.microsoft.com/office/drawing/2014/main" id="{ED1CDAC4-AA72-4687-8A06-3372363B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23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Freeform 7984">
                <a:extLst>
                  <a:ext uri="{FF2B5EF4-FFF2-40B4-BE49-F238E27FC236}">
                    <a16:creationId xmlns:a16="http://schemas.microsoft.com/office/drawing/2014/main" id="{994A1820-696A-42F8-947A-E70B98608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254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12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D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42" name="Freeform 7985">
              <a:extLst>
                <a:ext uri="{FF2B5EF4-FFF2-40B4-BE49-F238E27FC236}">
                  <a16:creationId xmlns:a16="http://schemas.microsoft.com/office/drawing/2014/main" id="{13C62E43-E604-49AE-A07C-278D6172F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241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21 w 3"/>
                <a:gd name="T5" fmla="*/ 21 h 3"/>
                <a:gd name="T6" fmla="*/ 56 w 3"/>
                <a:gd name="T7" fmla="*/ 21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7986">
              <a:extLst>
                <a:ext uri="{FF2B5EF4-FFF2-40B4-BE49-F238E27FC236}">
                  <a16:creationId xmlns:a16="http://schemas.microsoft.com/office/drawing/2014/main" id="{878CC667-F4C9-4AE7-9B9F-EE44D7069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254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21 w 3"/>
                <a:gd name="T5" fmla="*/ 21 h 3"/>
                <a:gd name="T6" fmla="*/ 56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7987">
              <a:extLst>
                <a:ext uri="{FF2B5EF4-FFF2-40B4-BE49-F238E27FC236}">
                  <a16:creationId xmlns:a16="http://schemas.microsoft.com/office/drawing/2014/main" id="{3EDAFBBE-3FEC-4F00-A218-CB2CF4F6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241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35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7988">
              <a:extLst>
                <a:ext uri="{FF2B5EF4-FFF2-40B4-BE49-F238E27FC236}">
                  <a16:creationId xmlns:a16="http://schemas.microsoft.com/office/drawing/2014/main" id="{E58D09BE-3DDC-4AF0-B447-07E663595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233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12 w 3"/>
                <a:gd name="T3" fmla="*/ 35 h 3"/>
                <a:gd name="T4" fmla="*/ 0 w 3"/>
                <a:gd name="T5" fmla="*/ 21 h 3"/>
                <a:gd name="T6" fmla="*/ 28 w 3"/>
                <a:gd name="T7" fmla="*/ 0 h 3"/>
                <a:gd name="T8" fmla="*/ 28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7989">
              <a:extLst>
                <a:ext uri="{FF2B5EF4-FFF2-40B4-BE49-F238E27FC236}">
                  <a16:creationId xmlns:a16="http://schemas.microsoft.com/office/drawing/2014/main" id="{0468A73E-4078-4599-B0F8-40F41AB3E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246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7990">
              <a:extLst>
                <a:ext uri="{FF2B5EF4-FFF2-40B4-BE49-F238E27FC236}">
                  <a16:creationId xmlns:a16="http://schemas.microsoft.com/office/drawing/2014/main" id="{E9D88978-FEBD-41C9-80E1-D00DA5A2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38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0 w 3"/>
                <a:gd name="T3" fmla="*/ 35 h 3"/>
                <a:gd name="T4" fmla="*/ 0 w 3"/>
                <a:gd name="T5" fmla="*/ 21 h 3"/>
                <a:gd name="T6" fmla="*/ 28 w 3"/>
                <a:gd name="T7" fmla="*/ 0 h 3"/>
                <a:gd name="T8" fmla="*/ 28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7991">
              <a:extLst>
                <a:ext uri="{FF2B5EF4-FFF2-40B4-BE49-F238E27FC236}">
                  <a16:creationId xmlns:a16="http://schemas.microsoft.com/office/drawing/2014/main" id="{BEAF0586-86DF-47FE-926B-76E54B2C3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235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12 w 3"/>
                <a:gd name="T5" fmla="*/ 21 h 3"/>
                <a:gd name="T6" fmla="*/ 28 w 3"/>
                <a:gd name="T7" fmla="*/ 21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7992">
              <a:extLst>
                <a:ext uri="{FF2B5EF4-FFF2-40B4-BE49-F238E27FC236}">
                  <a16:creationId xmlns:a16="http://schemas.microsoft.com/office/drawing/2014/main" id="{E44E8E4F-70E8-4F14-89B0-651284E55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0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35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7993">
              <a:extLst>
                <a:ext uri="{FF2B5EF4-FFF2-40B4-BE49-F238E27FC236}">
                  <a16:creationId xmlns:a16="http://schemas.microsoft.com/office/drawing/2014/main" id="{22A467F6-9E3F-40D5-9025-A5C1937B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222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7994">
              <a:extLst>
                <a:ext uri="{FF2B5EF4-FFF2-40B4-BE49-F238E27FC236}">
                  <a16:creationId xmlns:a16="http://schemas.microsoft.com/office/drawing/2014/main" id="{85C4BF5C-D5DF-48C1-AAED-E8A0FCDA5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249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7995">
              <a:extLst>
                <a:ext uri="{FF2B5EF4-FFF2-40B4-BE49-F238E27FC236}">
                  <a16:creationId xmlns:a16="http://schemas.microsoft.com/office/drawing/2014/main" id="{8A4FD158-53E3-4BF6-AB28-75DA16122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21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21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7996">
              <a:extLst>
                <a:ext uri="{FF2B5EF4-FFF2-40B4-BE49-F238E27FC236}">
                  <a16:creationId xmlns:a16="http://schemas.microsoft.com/office/drawing/2014/main" id="{60CB948B-7A7F-4DB4-815C-78E0FEA30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243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28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7997">
              <a:extLst>
                <a:ext uri="{FF2B5EF4-FFF2-40B4-BE49-F238E27FC236}">
                  <a16:creationId xmlns:a16="http://schemas.microsoft.com/office/drawing/2014/main" id="{3BABD66B-F6E8-4D15-9FB5-596793AA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225"/>
              <a:ext cx="8" cy="8"/>
            </a:xfrm>
            <a:custGeom>
              <a:avLst/>
              <a:gdLst>
                <a:gd name="T0" fmla="*/ 56 w 3"/>
                <a:gd name="T1" fmla="*/ 56 h 3"/>
                <a:gd name="T2" fmla="*/ 21 w 3"/>
                <a:gd name="T3" fmla="*/ 56 h 3"/>
                <a:gd name="T4" fmla="*/ 21 w 3"/>
                <a:gd name="T5" fmla="*/ 21 h 3"/>
                <a:gd name="T6" fmla="*/ 35 w 3"/>
                <a:gd name="T7" fmla="*/ 21 h 3"/>
                <a:gd name="T8" fmla="*/ 56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7998">
              <a:extLst>
                <a:ext uri="{FF2B5EF4-FFF2-40B4-BE49-F238E27FC236}">
                  <a16:creationId xmlns:a16="http://schemas.microsoft.com/office/drawing/2014/main" id="{91FAF6BA-226C-447B-969E-43ED2E8F7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227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28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7999">
              <a:extLst>
                <a:ext uri="{FF2B5EF4-FFF2-40B4-BE49-F238E27FC236}">
                  <a16:creationId xmlns:a16="http://schemas.microsoft.com/office/drawing/2014/main" id="{8A4CFCEA-8421-4C17-9C53-781BAF8E8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225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35 h 3"/>
                <a:gd name="T4" fmla="*/ 0 w 3"/>
                <a:gd name="T5" fmla="*/ 21 h 3"/>
                <a:gd name="T6" fmla="*/ 35 w 3"/>
                <a:gd name="T7" fmla="*/ 0 h 3"/>
                <a:gd name="T8" fmla="*/ 35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8000">
              <a:extLst>
                <a:ext uri="{FF2B5EF4-FFF2-40B4-BE49-F238E27FC236}">
                  <a16:creationId xmlns:a16="http://schemas.microsoft.com/office/drawing/2014/main" id="{C8E6E3D5-2CA1-42F7-81B3-FAD953B7D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21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8001">
              <a:extLst>
                <a:ext uri="{FF2B5EF4-FFF2-40B4-BE49-F238E27FC236}">
                  <a16:creationId xmlns:a16="http://schemas.microsoft.com/office/drawing/2014/main" id="{D0105223-C123-46B7-99BD-B5D6D77B1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214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12 w 3"/>
                <a:gd name="T3" fmla="*/ 35 h 3"/>
                <a:gd name="T4" fmla="*/ 0 w 3"/>
                <a:gd name="T5" fmla="*/ 21 h 3"/>
                <a:gd name="T6" fmla="*/ 28 w 3"/>
                <a:gd name="T7" fmla="*/ 0 h 3"/>
                <a:gd name="T8" fmla="*/ 28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8002">
              <a:extLst>
                <a:ext uri="{FF2B5EF4-FFF2-40B4-BE49-F238E27FC236}">
                  <a16:creationId xmlns:a16="http://schemas.microsoft.com/office/drawing/2014/main" id="{EA764DA0-3B90-4148-B5F8-F4E8231E3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22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35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8003">
              <a:extLst>
                <a:ext uri="{FF2B5EF4-FFF2-40B4-BE49-F238E27FC236}">
                  <a16:creationId xmlns:a16="http://schemas.microsoft.com/office/drawing/2014/main" id="{E54C698F-7648-4EE9-A699-9D4255486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203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8004">
              <a:extLst>
                <a:ext uri="{FF2B5EF4-FFF2-40B4-BE49-F238E27FC236}">
                  <a16:creationId xmlns:a16="http://schemas.microsoft.com/office/drawing/2014/main" id="{620790E1-6ABC-4818-A278-7815AC29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201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35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8005">
              <a:extLst>
                <a:ext uri="{FF2B5EF4-FFF2-40B4-BE49-F238E27FC236}">
                  <a16:creationId xmlns:a16="http://schemas.microsoft.com/office/drawing/2014/main" id="{A408457D-497C-45DA-8973-FC1682959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209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8006">
              <a:extLst>
                <a:ext uri="{FF2B5EF4-FFF2-40B4-BE49-F238E27FC236}">
                  <a16:creationId xmlns:a16="http://schemas.microsoft.com/office/drawing/2014/main" id="{A76FD0D9-0AF8-48B0-96C2-33B1B175A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201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35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8007">
              <a:extLst>
                <a:ext uri="{FF2B5EF4-FFF2-40B4-BE49-F238E27FC236}">
                  <a16:creationId xmlns:a16="http://schemas.microsoft.com/office/drawing/2014/main" id="{FD76144A-E794-455B-868C-F54483913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206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8008">
              <a:extLst>
                <a:ext uri="{FF2B5EF4-FFF2-40B4-BE49-F238E27FC236}">
                  <a16:creationId xmlns:a16="http://schemas.microsoft.com/office/drawing/2014/main" id="{12B23EC0-87AC-4316-8363-A324D0B19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217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8009">
              <a:extLst>
                <a:ext uri="{FF2B5EF4-FFF2-40B4-BE49-F238E27FC236}">
                  <a16:creationId xmlns:a16="http://schemas.microsoft.com/office/drawing/2014/main" id="{8DE0E462-7B6F-4F5E-A943-86B7CE9EF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230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35 h 3"/>
                <a:gd name="T4" fmla="*/ 0 w 3"/>
                <a:gd name="T5" fmla="*/ 21 h 3"/>
                <a:gd name="T6" fmla="*/ 35 w 3"/>
                <a:gd name="T7" fmla="*/ 0 h 3"/>
                <a:gd name="T8" fmla="*/ 35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8010">
              <a:extLst>
                <a:ext uri="{FF2B5EF4-FFF2-40B4-BE49-F238E27FC236}">
                  <a16:creationId xmlns:a16="http://schemas.microsoft.com/office/drawing/2014/main" id="{F4A35E70-5837-455C-BFA4-CB43C791A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235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21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8011">
              <a:extLst>
                <a:ext uri="{FF2B5EF4-FFF2-40B4-BE49-F238E27FC236}">
                  <a16:creationId xmlns:a16="http://schemas.microsoft.com/office/drawing/2014/main" id="{C8924DF3-031A-4079-A888-EE982AE16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22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8012">
              <a:extLst>
                <a:ext uri="{FF2B5EF4-FFF2-40B4-BE49-F238E27FC236}">
                  <a16:creationId xmlns:a16="http://schemas.microsoft.com/office/drawing/2014/main" id="{49D3FF4D-51B9-44DA-9B60-2BD257C91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206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8013">
              <a:extLst>
                <a:ext uri="{FF2B5EF4-FFF2-40B4-BE49-F238E27FC236}">
                  <a16:creationId xmlns:a16="http://schemas.microsoft.com/office/drawing/2014/main" id="{963F1FA1-7205-40BA-9D13-069212903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203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0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35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8014">
              <a:extLst>
                <a:ext uri="{FF2B5EF4-FFF2-40B4-BE49-F238E27FC236}">
                  <a16:creationId xmlns:a16="http://schemas.microsoft.com/office/drawing/2014/main" id="{ED029746-30F6-4FBA-A58A-C4A845642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211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21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8015">
              <a:extLst>
                <a:ext uri="{FF2B5EF4-FFF2-40B4-BE49-F238E27FC236}">
                  <a16:creationId xmlns:a16="http://schemas.microsoft.com/office/drawing/2014/main" id="{26E00CB3-6975-45A7-A11C-D8A95517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209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21 h 3"/>
                <a:gd name="T8" fmla="*/ 37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8016">
              <a:extLst>
                <a:ext uri="{FF2B5EF4-FFF2-40B4-BE49-F238E27FC236}">
                  <a16:creationId xmlns:a16="http://schemas.microsoft.com/office/drawing/2014/main" id="{D4BD22F5-DB11-4090-9665-B0575988E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198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8017">
              <a:extLst>
                <a:ext uri="{FF2B5EF4-FFF2-40B4-BE49-F238E27FC236}">
                  <a16:creationId xmlns:a16="http://schemas.microsoft.com/office/drawing/2014/main" id="{12603F5D-6AE5-4F66-A1B9-C231BD57F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195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12 w 3"/>
                <a:gd name="T3" fmla="*/ 35 h 3"/>
                <a:gd name="T4" fmla="*/ 0 w 3"/>
                <a:gd name="T5" fmla="*/ 21 h 3"/>
                <a:gd name="T6" fmla="*/ 28 w 3"/>
                <a:gd name="T7" fmla="*/ 0 h 3"/>
                <a:gd name="T8" fmla="*/ 28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8018">
              <a:extLst>
                <a:ext uri="{FF2B5EF4-FFF2-40B4-BE49-F238E27FC236}">
                  <a16:creationId xmlns:a16="http://schemas.microsoft.com/office/drawing/2014/main" id="{BD20A455-A35E-4468-B998-5EF9A855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267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21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8019">
              <a:extLst>
                <a:ext uri="{FF2B5EF4-FFF2-40B4-BE49-F238E27FC236}">
                  <a16:creationId xmlns:a16="http://schemas.microsoft.com/office/drawing/2014/main" id="{7D9476B0-F6DA-4FC8-8E15-2BB08839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267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8020">
              <a:extLst>
                <a:ext uri="{FF2B5EF4-FFF2-40B4-BE49-F238E27FC236}">
                  <a16:creationId xmlns:a16="http://schemas.microsoft.com/office/drawing/2014/main" id="{A887BFEF-551D-42C8-89F1-D018CD85D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273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35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8021">
              <a:extLst>
                <a:ext uri="{FF2B5EF4-FFF2-40B4-BE49-F238E27FC236}">
                  <a16:creationId xmlns:a16="http://schemas.microsoft.com/office/drawing/2014/main" id="{99B7B37A-8B5F-4221-B656-8B8F78833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262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28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DC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8022">
              <a:extLst>
                <a:ext uri="{FF2B5EF4-FFF2-40B4-BE49-F238E27FC236}">
                  <a16:creationId xmlns:a16="http://schemas.microsoft.com/office/drawing/2014/main" id="{CDB77B58-5EE9-4405-9B99-D5303C05D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782"/>
              <a:ext cx="907" cy="867"/>
            </a:xfrm>
            <a:custGeom>
              <a:avLst/>
              <a:gdLst>
                <a:gd name="T0" fmla="*/ 2029 w 363"/>
                <a:gd name="T1" fmla="*/ 6056 h 325"/>
                <a:gd name="T2" fmla="*/ 1574 w 363"/>
                <a:gd name="T3" fmla="*/ 5850 h 325"/>
                <a:gd name="T4" fmla="*/ 1199 w 363"/>
                <a:gd name="T5" fmla="*/ 5749 h 325"/>
                <a:gd name="T6" fmla="*/ 855 w 363"/>
                <a:gd name="T7" fmla="*/ 5407 h 325"/>
                <a:gd name="T8" fmla="*/ 625 w 363"/>
                <a:gd name="T9" fmla="*/ 5237 h 325"/>
                <a:gd name="T10" fmla="*/ 467 w 363"/>
                <a:gd name="T11" fmla="*/ 4954 h 325"/>
                <a:gd name="T12" fmla="*/ 312 w 363"/>
                <a:gd name="T13" fmla="*/ 4767 h 325"/>
                <a:gd name="T14" fmla="*/ 137 w 363"/>
                <a:gd name="T15" fmla="*/ 4442 h 325"/>
                <a:gd name="T16" fmla="*/ 125 w 363"/>
                <a:gd name="T17" fmla="*/ 4143 h 325"/>
                <a:gd name="T18" fmla="*/ 75 w 363"/>
                <a:gd name="T19" fmla="*/ 3665 h 325"/>
                <a:gd name="T20" fmla="*/ 12 w 363"/>
                <a:gd name="T21" fmla="*/ 3231 h 325"/>
                <a:gd name="T22" fmla="*/ 137 w 363"/>
                <a:gd name="T23" fmla="*/ 2732 h 325"/>
                <a:gd name="T24" fmla="*/ 292 w 363"/>
                <a:gd name="T25" fmla="*/ 2313 h 325"/>
                <a:gd name="T26" fmla="*/ 450 w 363"/>
                <a:gd name="T27" fmla="*/ 1857 h 325"/>
                <a:gd name="T28" fmla="*/ 592 w 363"/>
                <a:gd name="T29" fmla="*/ 1502 h 325"/>
                <a:gd name="T30" fmla="*/ 717 w 363"/>
                <a:gd name="T31" fmla="*/ 1331 h 325"/>
                <a:gd name="T32" fmla="*/ 949 w 363"/>
                <a:gd name="T33" fmla="*/ 1024 h 325"/>
                <a:gd name="T34" fmla="*/ 1217 w 363"/>
                <a:gd name="T35" fmla="*/ 776 h 325"/>
                <a:gd name="T36" fmla="*/ 1574 w 363"/>
                <a:gd name="T37" fmla="*/ 397 h 325"/>
                <a:gd name="T38" fmla="*/ 1916 w 363"/>
                <a:gd name="T39" fmla="*/ 227 h 325"/>
                <a:gd name="T40" fmla="*/ 2321 w 363"/>
                <a:gd name="T41" fmla="*/ 77 h 325"/>
                <a:gd name="T42" fmla="*/ 2883 w 363"/>
                <a:gd name="T43" fmla="*/ 35 h 325"/>
                <a:gd name="T44" fmla="*/ 3433 w 363"/>
                <a:gd name="T45" fmla="*/ 77 h 325"/>
                <a:gd name="T46" fmla="*/ 3778 w 363"/>
                <a:gd name="T47" fmla="*/ 171 h 325"/>
                <a:gd name="T48" fmla="*/ 4120 w 363"/>
                <a:gd name="T49" fmla="*/ 264 h 325"/>
                <a:gd name="T50" fmla="*/ 4495 w 363"/>
                <a:gd name="T51" fmla="*/ 590 h 325"/>
                <a:gd name="T52" fmla="*/ 4807 w 363"/>
                <a:gd name="T53" fmla="*/ 910 h 325"/>
                <a:gd name="T54" fmla="*/ 5007 w 363"/>
                <a:gd name="T55" fmla="*/ 1366 h 325"/>
                <a:gd name="T56" fmla="*/ 5307 w 363"/>
                <a:gd name="T57" fmla="*/ 1707 h 325"/>
                <a:gd name="T58" fmla="*/ 5524 w 363"/>
                <a:gd name="T59" fmla="*/ 2257 h 325"/>
                <a:gd name="T60" fmla="*/ 5587 w 363"/>
                <a:gd name="T61" fmla="*/ 2620 h 325"/>
                <a:gd name="T62" fmla="*/ 5662 w 363"/>
                <a:gd name="T63" fmla="*/ 3017 h 325"/>
                <a:gd name="T64" fmla="*/ 5599 w 363"/>
                <a:gd name="T65" fmla="*/ 3401 h 325"/>
                <a:gd name="T66" fmla="*/ 5569 w 363"/>
                <a:gd name="T67" fmla="*/ 3588 h 325"/>
                <a:gd name="T68" fmla="*/ 5444 w 363"/>
                <a:gd name="T69" fmla="*/ 3930 h 325"/>
                <a:gd name="T70" fmla="*/ 5287 w 363"/>
                <a:gd name="T71" fmla="*/ 4314 h 325"/>
                <a:gd name="T72" fmla="*/ 5100 w 363"/>
                <a:gd name="T73" fmla="*/ 4655 h 325"/>
                <a:gd name="T74" fmla="*/ 4945 w 363"/>
                <a:gd name="T75" fmla="*/ 5010 h 325"/>
                <a:gd name="T76" fmla="*/ 4787 w 363"/>
                <a:gd name="T77" fmla="*/ 5125 h 325"/>
                <a:gd name="T78" fmla="*/ 4682 w 363"/>
                <a:gd name="T79" fmla="*/ 5295 h 325"/>
                <a:gd name="T80" fmla="*/ 4353 w 363"/>
                <a:gd name="T81" fmla="*/ 5565 h 325"/>
                <a:gd name="T82" fmla="*/ 3933 w 363"/>
                <a:gd name="T83" fmla="*/ 5808 h 325"/>
                <a:gd name="T84" fmla="*/ 3496 w 363"/>
                <a:gd name="T85" fmla="*/ 6000 h 325"/>
                <a:gd name="T86" fmla="*/ 3041 w 363"/>
                <a:gd name="T87" fmla="*/ 6136 h 325"/>
                <a:gd name="T88" fmla="*/ 2821 w 363"/>
                <a:gd name="T89" fmla="*/ 6114 h 325"/>
                <a:gd name="T90" fmla="*/ 2354 w 363"/>
                <a:gd name="T91" fmla="*/ 6149 h 325"/>
                <a:gd name="T92" fmla="*/ 2029 w 363"/>
                <a:gd name="T93" fmla="*/ 6056 h 32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63" h="325">
                  <a:moveTo>
                    <a:pt x="130" y="319"/>
                  </a:moveTo>
                  <a:cubicBezTo>
                    <a:pt x="120" y="316"/>
                    <a:pt x="112" y="310"/>
                    <a:pt x="101" y="308"/>
                  </a:cubicBezTo>
                  <a:cubicBezTo>
                    <a:pt x="91" y="306"/>
                    <a:pt x="87" y="309"/>
                    <a:pt x="77" y="303"/>
                  </a:cubicBezTo>
                  <a:cubicBezTo>
                    <a:pt x="69" y="298"/>
                    <a:pt x="62" y="291"/>
                    <a:pt x="55" y="285"/>
                  </a:cubicBezTo>
                  <a:cubicBezTo>
                    <a:pt x="50" y="281"/>
                    <a:pt x="44" y="280"/>
                    <a:pt x="40" y="276"/>
                  </a:cubicBezTo>
                  <a:cubicBezTo>
                    <a:pt x="35" y="271"/>
                    <a:pt x="34" y="266"/>
                    <a:pt x="30" y="261"/>
                  </a:cubicBezTo>
                  <a:cubicBezTo>
                    <a:pt x="28" y="258"/>
                    <a:pt x="22" y="255"/>
                    <a:pt x="20" y="251"/>
                  </a:cubicBezTo>
                  <a:cubicBezTo>
                    <a:pt x="17" y="246"/>
                    <a:pt x="11" y="241"/>
                    <a:pt x="9" y="234"/>
                  </a:cubicBezTo>
                  <a:cubicBezTo>
                    <a:pt x="7" y="230"/>
                    <a:pt x="9" y="224"/>
                    <a:pt x="8" y="218"/>
                  </a:cubicBezTo>
                  <a:cubicBezTo>
                    <a:pt x="6" y="209"/>
                    <a:pt x="5" y="201"/>
                    <a:pt x="5" y="193"/>
                  </a:cubicBezTo>
                  <a:cubicBezTo>
                    <a:pt x="4" y="185"/>
                    <a:pt x="0" y="178"/>
                    <a:pt x="1" y="170"/>
                  </a:cubicBezTo>
                  <a:cubicBezTo>
                    <a:pt x="2" y="162"/>
                    <a:pt x="7" y="152"/>
                    <a:pt x="9" y="144"/>
                  </a:cubicBezTo>
                  <a:cubicBezTo>
                    <a:pt x="11" y="137"/>
                    <a:pt x="16" y="128"/>
                    <a:pt x="19" y="122"/>
                  </a:cubicBezTo>
                  <a:cubicBezTo>
                    <a:pt x="23" y="114"/>
                    <a:pt x="25" y="105"/>
                    <a:pt x="29" y="98"/>
                  </a:cubicBezTo>
                  <a:cubicBezTo>
                    <a:pt x="34" y="92"/>
                    <a:pt x="33" y="85"/>
                    <a:pt x="38" y="79"/>
                  </a:cubicBezTo>
                  <a:cubicBezTo>
                    <a:pt x="41" y="76"/>
                    <a:pt x="44" y="73"/>
                    <a:pt x="46" y="70"/>
                  </a:cubicBezTo>
                  <a:cubicBezTo>
                    <a:pt x="52" y="65"/>
                    <a:pt x="56" y="58"/>
                    <a:pt x="61" y="54"/>
                  </a:cubicBezTo>
                  <a:cubicBezTo>
                    <a:pt x="67" y="50"/>
                    <a:pt x="72" y="45"/>
                    <a:pt x="78" y="41"/>
                  </a:cubicBezTo>
                  <a:cubicBezTo>
                    <a:pt x="86" y="33"/>
                    <a:pt x="91" y="27"/>
                    <a:pt x="101" y="21"/>
                  </a:cubicBezTo>
                  <a:cubicBezTo>
                    <a:pt x="106" y="18"/>
                    <a:pt x="118" y="15"/>
                    <a:pt x="123" y="12"/>
                  </a:cubicBezTo>
                  <a:cubicBezTo>
                    <a:pt x="131" y="7"/>
                    <a:pt x="141" y="8"/>
                    <a:pt x="149" y="4"/>
                  </a:cubicBezTo>
                  <a:cubicBezTo>
                    <a:pt x="156" y="0"/>
                    <a:pt x="175" y="4"/>
                    <a:pt x="185" y="2"/>
                  </a:cubicBezTo>
                  <a:cubicBezTo>
                    <a:pt x="196" y="1"/>
                    <a:pt x="209" y="1"/>
                    <a:pt x="220" y="4"/>
                  </a:cubicBezTo>
                  <a:cubicBezTo>
                    <a:pt x="229" y="6"/>
                    <a:pt x="233" y="7"/>
                    <a:pt x="242" y="9"/>
                  </a:cubicBezTo>
                  <a:cubicBezTo>
                    <a:pt x="251" y="11"/>
                    <a:pt x="256" y="9"/>
                    <a:pt x="264" y="14"/>
                  </a:cubicBezTo>
                  <a:cubicBezTo>
                    <a:pt x="272" y="19"/>
                    <a:pt x="280" y="26"/>
                    <a:pt x="288" y="31"/>
                  </a:cubicBezTo>
                  <a:cubicBezTo>
                    <a:pt x="297" y="37"/>
                    <a:pt x="304" y="41"/>
                    <a:pt x="308" y="48"/>
                  </a:cubicBezTo>
                  <a:cubicBezTo>
                    <a:pt x="312" y="55"/>
                    <a:pt x="314" y="65"/>
                    <a:pt x="321" y="72"/>
                  </a:cubicBezTo>
                  <a:cubicBezTo>
                    <a:pt x="327" y="79"/>
                    <a:pt x="335" y="84"/>
                    <a:pt x="340" y="90"/>
                  </a:cubicBezTo>
                  <a:cubicBezTo>
                    <a:pt x="346" y="99"/>
                    <a:pt x="350" y="109"/>
                    <a:pt x="354" y="119"/>
                  </a:cubicBezTo>
                  <a:cubicBezTo>
                    <a:pt x="356" y="125"/>
                    <a:pt x="356" y="132"/>
                    <a:pt x="358" y="138"/>
                  </a:cubicBezTo>
                  <a:cubicBezTo>
                    <a:pt x="360" y="145"/>
                    <a:pt x="363" y="151"/>
                    <a:pt x="363" y="159"/>
                  </a:cubicBezTo>
                  <a:cubicBezTo>
                    <a:pt x="363" y="166"/>
                    <a:pt x="361" y="172"/>
                    <a:pt x="359" y="179"/>
                  </a:cubicBezTo>
                  <a:cubicBezTo>
                    <a:pt x="359" y="179"/>
                    <a:pt x="357" y="186"/>
                    <a:pt x="357" y="189"/>
                  </a:cubicBezTo>
                  <a:cubicBezTo>
                    <a:pt x="356" y="195"/>
                    <a:pt x="351" y="201"/>
                    <a:pt x="349" y="207"/>
                  </a:cubicBezTo>
                  <a:cubicBezTo>
                    <a:pt x="345" y="215"/>
                    <a:pt x="344" y="221"/>
                    <a:pt x="339" y="227"/>
                  </a:cubicBezTo>
                  <a:cubicBezTo>
                    <a:pt x="334" y="232"/>
                    <a:pt x="331" y="239"/>
                    <a:pt x="327" y="245"/>
                  </a:cubicBezTo>
                  <a:cubicBezTo>
                    <a:pt x="323" y="251"/>
                    <a:pt x="322" y="259"/>
                    <a:pt x="317" y="264"/>
                  </a:cubicBezTo>
                  <a:cubicBezTo>
                    <a:pt x="314" y="266"/>
                    <a:pt x="310" y="268"/>
                    <a:pt x="307" y="270"/>
                  </a:cubicBezTo>
                  <a:cubicBezTo>
                    <a:pt x="304" y="273"/>
                    <a:pt x="303" y="276"/>
                    <a:pt x="300" y="279"/>
                  </a:cubicBezTo>
                  <a:cubicBezTo>
                    <a:pt x="295" y="287"/>
                    <a:pt x="287" y="289"/>
                    <a:pt x="279" y="293"/>
                  </a:cubicBezTo>
                  <a:cubicBezTo>
                    <a:pt x="270" y="298"/>
                    <a:pt x="262" y="302"/>
                    <a:pt x="252" y="306"/>
                  </a:cubicBezTo>
                  <a:cubicBezTo>
                    <a:pt x="244" y="311"/>
                    <a:pt x="234" y="313"/>
                    <a:pt x="224" y="316"/>
                  </a:cubicBezTo>
                  <a:cubicBezTo>
                    <a:pt x="215" y="318"/>
                    <a:pt x="205" y="322"/>
                    <a:pt x="195" y="323"/>
                  </a:cubicBezTo>
                  <a:cubicBezTo>
                    <a:pt x="190" y="323"/>
                    <a:pt x="187" y="321"/>
                    <a:pt x="181" y="322"/>
                  </a:cubicBezTo>
                  <a:cubicBezTo>
                    <a:pt x="173" y="321"/>
                    <a:pt x="162" y="325"/>
                    <a:pt x="151" y="324"/>
                  </a:cubicBezTo>
                  <a:cubicBezTo>
                    <a:pt x="141" y="323"/>
                    <a:pt x="134" y="321"/>
                    <a:pt x="130" y="3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9" name="semolina-box-vector-illustration">
            <a:extLst>
              <a:ext uri="{FF2B5EF4-FFF2-40B4-BE49-F238E27FC236}">
                <a16:creationId xmlns:a16="http://schemas.microsoft.com/office/drawing/2014/main" id="{74304B14-47D0-4F33-B062-C09332A4CF42}"/>
              </a:ext>
            </a:extLst>
          </p:cNvPr>
          <p:cNvGrpSpPr>
            <a:grpSpLocks/>
          </p:cNvGrpSpPr>
          <p:nvPr/>
        </p:nvGrpSpPr>
        <p:grpSpPr bwMode="auto">
          <a:xfrm>
            <a:off x="6932613" y="1749425"/>
            <a:ext cx="1333500" cy="2206625"/>
            <a:chOff x="3407" y="895"/>
            <a:chExt cx="840" cy="1390"/>
          </a:xfrm>
        </p:grpSpPr>
        <p:pic>
          <p:nvPicPr>
            <p:cNvPr id="21510" name="Picture 8023" descr="C:\Documents and Settings\asdr_cb\Bureau\Commande 17 - diététique\cliparts2\semoule_paquet.emf">
              <a:extLst>
                <a:ext uri="{FF2B5EF4-FFF2-40B4-BE49-F238E27FC236}">
                  <a16:creationId xmlns:a16="http://schemas.microsoft.com/office/drawing/2014/main" id="{C5EF49A7-0866-4FAC-9A10-E222280B95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07" y="895"/>
              <a:ext cx="840" cy="13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560" name="Text Box 8024">
              <a:extLst>
                <a:ext uri="{FF2B5EF4-FFF2-40B4-BE49-F238E27FC236}">
                  <a16:creationId xmlns:a16="http://schemas.microsoft.com/office/drawing/2014/main" id="{9AA163E8-0F5F-4628-81C5-D153F3440E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3" y="1996"/>
              <a:ext cx="7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>
                  <a:solidFill>
                    <a:schemeClr val="bg1"/>
                  </a:solidFill>
                </a:rPr>
                <a:t>Semolina</a:t>
              </a:r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4B9BFC8B-F461-44A4-8F84-26E3E0B994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Starchy food (2)</a:t>
            </a:r>
          </a:p>
        </p:txBody>
      </p:sp>
      <p:grpSp>
        <p:nvGrpSpPr>
          <p:cNvPr id="22530" name="raw-yellow-potato-vector-illustration">
            <a:extLst>
              <a:ext uri="{FF2B5EF4-FFF2-40B4-BE49-F238E27FC236}">
                <a16:creationId xmlns:a16="http://schemas.microsoft.com/office/drawing/2014/main" id="{540A3C6F-3D87-4BC2-8C2B-17757E557C7A}"/>
              </a:ext>
            </a:extLst>
          </p:cNvPr>
          <p:cNvGrpSpPr>
            <a:grpSpLocks/>
          </p:cNvGrpSpPr>
          <p:nvPr/>
        </p:nvGrpSpPr>
        <p:grpSpPr bwMode="auto">
          <a:xfrm>
            <a:off x="2849563" y="1960563"/>
            <a:ext cx="1255712" cy="2063750"/>
            <a:chOff x="853" y="1224"/>
            <a:chExt cx="370" cy="608"/>
          </a:xfrm>
        </p:grpSpPr>
        <p:sp>
          <p:nvSpPr>
            <p:cNvPr id="22609" name="Freeform 43">
              <a:extLst>
                <a:ext uri="{FF2B5EF4-FFF2-40B4-BE49-F238E27FC236}">
                  <a16:creationId xmlns:a16="http://schemas.microsoft.com/office/drawing/2014/main" id="{C37E0AD3-1C21-4081-9059-645D8CE25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224"/>
              <a:ext cx="370" cy="608"/>
            </a:xfrm>
            <a:custGeom>
              <a:avLst/>
              <a:gdLst>
                <a:gd name="T0" fmla="*/ 2020 w 148"/>
                <a:gd name="T1" fmla="*/ 227 h 228"/>
                <a:gd name="T2" fmla="*/ 1313 w 148"/>
                <a:gd name="T3" fmla="*/ 115 h 228"/>
                <a:gd name="T4" fmla="*/ 550 w 148"/>
                <a:gd name="T5" fmla="*/ 1117 h 228"/>
                <a:gd name="T6" fmla="*/ 33 w 148"/>
                <a:gd name="T7" fmla="*/ 3243 h 228"/>
                <a:gd name="T8" fmla="*/ 520 w 148"/>
                <a:gd name="T9" fmla="*/ 4211 h 228"/>
                <a:gd name="T10" fmla="*/ 1813 w 148"/>
                <a:gd name="T11" fmla="*/ 3507 h 228"/>
                <a:gd name="T12" fmla="*/ 2270 w 148"/>
                <a:gd name="T13" fmla="*/ 1536 h 228"/>
                <a:gd name="T14" fmla="*/ 2020 w 148"/>
                <a:gd name="T15" fmla="*/ 227 h 2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228">
                  <a:moveTo>
                    <a:pt x="129" y="12"/>
                  </a:moveTo>
                  <a:cubicBezTo>
                    <a:pt x="112" y="0"/>
                    <a:pt x="96" y="1"/>
                    <a:pt x="84" y="6"/>
                  </a:cubicBezTo>
                  <a:cubicBezTo>
                    <a:pt x="71" y="11"/>
                    <a:pt x="48" y="24"/>
                    <a:pt x="35" y="59"/>
                  </a:cubicBezTo>
                  <a:cubicBezTo>
                    <a:pt x="29" y="77"/>
                    <a:pt x="0" y="144"/>
                    <a:pt x="2" y="171"/>
                  </a:cubicBezTo>
                  <a:cubicBezTo>
                    <a:pt x="4" y="198"/>
                    <a:pt x="6" y="215"/>
                    <a:pt x="33" y="222"/>
                  </a:cubicBezTo>
                  <a:cubicBezTo>
                    <a:pt x="60" y="228"/>
                    <a:pt x="98" y="226"/>
                    <a:pt x="116" y="185"/>
                  </a:cubicBezTo>
                  <a:cubicBezTo>
                    <a:pt x="134" y="142"/>
                    <a:pt x="141" y="101"/>
                    <a:pt x="145" y="81"/>
                  </a:cubicBezTo>
                  <a:cubicBezTo>
                    <a:pt x="148" y="60"/>
                    <a:pt x="145" y="24"/>
                    <a:pt x="129" y="12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44">
              <a:extLst>
                <a:ext uri="{FF2B5EF4-FFF2-40B4-BE49-F238E27FC236}">
                  <a16:creationId xmlns:a16="http://schemas.microsoft.com/office/drawing/2014/main" id="{F38C085A-3404-44BD-92E5-2922E1ED8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270"/>
              <a:ext cx="330" cy="536"/>
            </a:xfrm>
            <a:custGeom>
              <a:avLst/>
              <a:gdLst>
                <a:gd name="T0" fmla="*/ 0 w 132"/>
                <a:gd name="T1" fmla="*/ 3379 h 201"/>
                <a:gd name="T2" fmla="*/ 313 w 132"/>
                <a:gd name="T3" fmla="*/ 3733 h 201"/>
                <a:gd name="T4" fmla="*/ 895 w 132"/>
                <a:gd name="T5" fmla="*/ 3789 h 201"/>
                <a:gd name="T6" fmla="*/ 1658 w 132"/>
                <a:gd name="T7" fmla="*/ 2824 h 201"/>
                <a:gd name="T8" fmla="*/ 1833 w 132"/>
                <a:gd name="T9" fmla="*/ 2125 h 201"/>
                <a:gd name="T10" fmla="*/ 1958 w 132"/>
                <a:gd name="T11" fmla="*/ 1592 h 201"/>
                <a:gd name="T12" fmla="*/ 2020 w 132"/>
                <a:gd name="T13" fmla="*/ 1229 h 201"/>
                <a:gd name="T14" fmla="*/ 2033 w 132"/>
                <a:gd name="T15" fmla="*/ 568 h 201"/>
                <a:gd name="T16" fmla="*/ 1833 w 132"/>
                <a:gd name="T17" fmla="*/ 0 h 201"/>
                <a:gd name="T18" fmla="*/ 1895 w 132"/>
                <a:gd name="T19" fmla="*/ 285 h 201"/>
                <a:gd name="T20" fmla="*/ 1908 w 132"/>
                <a:gd name="T21" fmla="*/ 648 h 201"/>
                <a:gd name="T22" fmla="*/ 1783 w 132"/>
                <a:gd name="T23" fmla="*/ 888 h 201"/>
                <a:gd name="T24" fmla="*/ 1583 w 132"/>
                <a:gd name="T25" fmla="*/ 2069 h 201"/>
                <a:gd name="T26" fmla="*/ 1113 w 132"/>
                <a:gd name="T27" fmla="*/ 3051 h 201"/>
                <a:gd name="T28" fmla="*/ 988 w 132"/>
                <a:gd name="T29" fmla="*/ 3277 h 201"/>
                <a:gd name="T30" fmla="*/ 708 w 132"/>
                <a:gd name="T31" fmla="*/ 3413 h 201"/>
                <a:gd name="T32" fmla="*/ 425 w 132"/>
                <a:gd name="T33" fmla="*/ 3528 h 201"/>
                <a:gd name="T34" fmla="*/ 250 w 132"/>
                <a:gd name="T35" fmla="*/ 3448 h 201"/>
                <a:gd name="T36" fmla="*/ 0 w 132"/>
                <a:gd name="T37" fmla="*/ 3379 h 2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" h="201">
                  <a:moveTo>
                    <a:pt x="0" y="178"/>
                  </a:moveTo>
                  <a:cubicBezTo>
                    <a:pt x="0" y="185"/>
                    <a:pt x="14" y="195"/>
                    <a:pt x="20" y="197"/>
                  </a:cubicBezTo>
                  <a:cubicBezTo>
                    <a:pt x="31" y="201"/>
                    <a:pt x="45" y="201"/>
                    <a:pt x="57" y="200"/>
                  </a:cubicBezTo>
                  <a:cubicBezTo>
                    <a:pt x="83" y="198"/>
                    <a:pt x="100" y="172"/>
                    <a:pt x="106" y="149"/>
                  </a:cubicBezTo>
                  <a:cubicBezTo>
                    <a:pt x="109" y="137"/>
                    <a:pt x="114" y="125"/>
                    <a:pt x="117" y="112"/>
                  </a:cubicBezTo>
                  <a:cubicBezTo>
                    <a:pt x="120" y="103"/>
                    <a:pt x="122" y="93"/>
                    <a:pt x="125" y="84"/>
                  </a:cubicBezTo>
                  <a:cubicBezTo>
                    <a:pt x="128" y="78"/>
                    <a:pt x="129" y="72"/>
                    <a:pt x="129" y="65"/>
                  </a:cubicBezTo>
                  <a:cubicBezTo>
                    <a:pt x="129" y="54"/>
                    <a:pt x="132" y="41"/>
                    <a:pt x="130" y="30"/>
                  </a:cubicBezTo>
                  <a:cubicBezTo>
                    <a:pt x="129" y="21"/>
                    <a:pt x="124" y="4"/>
                    <a:pt x="117" y="0"/>
                  </a:cubicBezTo>
                  <a:cubicBezTo>
                    <a:pt x="115" y="5"/>
                    <a:pt x="119" y="10"/>
                    <a:pt x="121" y="15"/>
                  </a:cubicBezTo>
                  <a:cubicBezTo>
                    <a:pt x="124" y="22"/>
                    <a:pt x="124" y="27"/>
                    <a:pt x="122" y="34"/>
                  </a:cubicBezTo>
                  <a:cubicBezTo>
                    <a:pt x="121" y="40"/>
                    <a:pt x="116" y="42"/>
                    <a:pt x="114" y="47"/>
                  </a:cubicBezTo>
                  <a:cubicBezTo>
                    <a:pt x="112" y="53"/>
                    <a:pt x="104" y="99"/>
                    <a:pt x="101" y="109"/>
                  </a:cubicBezTo>
                  <a:cubicBezTo>
                    <a:pt x="97" y="121"/>
                    <a:pt x="81" y="149"/>
                    <a:pt x="71" y="161"/>
                  </a:cubicBezTo>
                  <a:cubicBezTo>
                    <a:pt x="68" y="164"/>
                    <a:pt x="66" y="169"/>
                    <a:pt x="63" y="173"/>
                  </a:cubicBezTo>
                  <a:cubicBezTo>
                    <a:pt x="58" y="178"/>
                    <a:pt x="51" y="178"/>
                    <a:pt x="45" y="180"/>
                  </a:cubicBezTo>
                  <a:cubicBezTo>
                    <a:pt x="39" y="182"/>
                    <a:pt x="32" y="186"/>
                    <a:pt x="27" y="186"/>
                  </a:cubicBezTo>
                  <a:cubicBezTo>
                    <a:pt x="23" y="186"/>
                    <a:pt x="19" y="183"/>
                    <a:pt x="16" y="182"/>
                  </a:cubicBezTo>
                  <a:cubicBezTo>
                    <a:pt x="11" y="181"/>
                    <a:pt x="3" y="182"/>
                    <a:pt x="0" y="178"/>
                  </a:cubicBezTo>
                </a:path>
              </a:pathLst>
            </a:custGeom>
            <a:solidFill>
              <a:srgbClr val="FDD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45">
              <a:extLst>
                <a:ext uri="{FF2B5EF4-FFF2-40B4-BE49-F238E27FC236}">
                  <a16:creationId xmlns:a16="http://schemas.microsoft.com/office/drawing/2014/main" id="{485D2BE3-4066-4BCE-A414-00B7A1A53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243"/>
              <a:ext cx="225" cy="368"/>
            </a:xfrm>
            <a:custGeom>
              <a:avLst/>
              <a:gdLst>
                <a:gd name="T0" fmla="*/ 0 w 90"/>
                <a:gd name="T1" fmla="*/ 2616 h 138"/>
                <a:gd name="T2" fmla="*/ 125 w 90"/>
                <a:gd name="T3" fmla="*/ 2197 h 138"/>
                <a:gd name="T4" fmla="*/ 238 w 90"/>
                <a:gd name="T5" fmla="*/ 1800 h 138"/>
                <a:gd name="T6" fmla="*/ 470 w 90"/>
                <a:gd name="T7" fmla="*/ 1080 h 138"/>
                <a:gd name="T8" fmla="*/ 595 w 90"/>
                <a:gd name="T9" fmla="*/ 704 h 138"/>
                <a:gd name="T10" fmla="*/ 783 w 90"/>
                <a:gd name="T11" fmla="*/ 397 h 138"/>
                <a:gd name="T12" fmla="*/ 1113 w 90"/>
                <a:gd name="T13" fmla="*/ 115 h 138"/>
                <a:gd name="T14" fmla="*/ 1408 w 90"/>
                <a:gd name="T15" fmla="*/ 21 h 138"/>
                <a:gd name="T16" fmla="*/ 1125 w 90"/>
                <a:gd name="T17" fmla="*/ 192 h 138"/>
                <a:gd name="T18" fmla="*/ 925 w 90"/>
                <a:gd name="T19" fmla="*/ 547 h 138"/>
                <a:gd name="T20" fmla="*/ 770 w 90"/>
                <a:gd name="T21" fmla="*/ 797 h 138"/>
                <a:gd name="T22" fmla="*/ 688 w 90"/>
                <a:gd name="T23" fmla="*/ 1139 h 138"/>
                <a:gd name="T24" fmla="*/ 583 w 90"/>
                <a:gd name="T25" fmla="*/ 1331 h 138"/>
                <a:gd name="T26" fmla="*/ 470 w 90"/>
                <a:gd name="T27" fmla="*/ 1592 h 138"/>
                <a:gd name="T28" fmla="*/ 345 w 90"/>
                <a:gd name="T29" fmla="*/ 1821 h 138"/>
                <a:gd name="T30" fmla="*/ 375 w 90"/>
                <a:gd name="T31" fmla="*/ 2184 h 138"/>
                <a:gd name="T32" fmla="*/ 158 w 90"/>
                <a:gd name="T33" fmla="*/ 2355 h 138"/>
                <a:gd name="T34" fmla="*/ 50 w 90"/>
                <a:gd name="T35" fmla="*/ 2560 h 1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38">
                  <a:moveTo>
                    <a:pt x="0" y="138"/>
                  </a:moveTo>
                  <a:cubicBezTo>
                    <a:pt x="0" y="130"/>
                    <a:pt x="5" y="123"/>
                    <a:pt x="8" y="116"/>
                  </a:cubicBezTo>
                  <a:cubicBezTo>
                    <a:pt x="11" y="109"/>
                    <a:pt x="12" y="102"/>
                    <a:pt x="15" y="95"/>
                  </a:cubicBezTo>
                  <a:cubicBezTo>
                    <a:pt x="20" y="82"/>
                    <a:pt x="25" y="70"/>
                    <a:pt x="30" y="57"/>
                  </a:cubicBezTo>
                  <a:cubicBezTo>
                    <a:pt x="33" y="50"/>
                    <a:pt x="35" y="43"/>
                    <a:pt x="38" y="37"/>
                  </a:cubicBezTo>
                  <a:cubicBezTo>
                    <a:pt x="41" y="31"/>
                    <a:pt x="46" y="25"/>
                    <a:pt x="50" y="21"/>
                  </a:cubicBezTo>
                  <a:cubicBezTo>
                    <a:pt x="55" y="15"/>
                    <a:pt x="63" y="8"/>
                    <a:pt x="71" y="6"/>
                  </a:cubicBezTo>
                  <a:cubicBezTo>
                    <a:pt x="76" y="5"/>
                    <a:pt x="85" y="0"/>
                    <a:pt x="90" y="1"/>
                  </a:cubicBezTo>
                  <a:cubicBezTo>
                    <a:pt x="84" y="2"/>
                    <a:pt x="77" y="8"/>
                    <a:pt x="72" y="10"/>
                  </a:cubicBezTo>
                  <a:cubicBezTo>
                    <a:pt x="64" y="14"/>
                    <a:pt x="63" y="22"/>
                    <a:pt x="59" y="29"/>
                  </a:cubicBezTo>
                  <a:cubicBezTo>
                    <a:pt x="56" y="34"/>
                    <a:pt x="52" y="37"/>
                    <a:pt x="49" y="42"/>
                  </a:cubicBezTo>
                  <a:cubicBezTo>
                    <a:pt x="47" y="48"/>
                    <a:pt x="45" y="54"/>
                    <a:pt x="44" y="60"/>
                  </a:cubicBezTo>
                  <a:cubicBezTo>
                    <a:pt x="42" y="66"/>
                    <a:pt x="41" y="66"/>
                    <a:pt x="37" y="70"/>
                  </a:cubicBezTo>
                  <a:cubicBezTo>
                    <a:pt x="33" y="74"/>
                    <a:pt x="32" y="79"/>
                    <a:pt x="30" y="84"/>
                  </a:cubicBezTo>
                  <a:cubicBezTo>
                    <a:pt x="27" y="88"/>
                    <a:pt x="22" y="91"/>
                    <a:pt x="22" y="96"/>
                  </a:cubicBezTo>
                  <a:cubicBezTo>
                    <a:pt x="21" y="103"/>
                    <a:pt x="24" y="109"/>
                    <a:pt x="24" y="115"/>
                  </a:cubicBezTo>
                  <a:cubicBezTo>
                    <a:pt x="18" y="112"/>
                    <a:pt x="13" y="121"/>
                    <a:pt x="10" y="124"/>
                  </a:cubicBezTo>
                  <a:cubicBezTo>
                    <a:pt x="6" y="128"/>
                    <a:pt x="4" y="129"/>
                    <a:pt x="3" y="135"/>
                  </a:cubicBezTo>
                </a:path>
              </a:pathLst>
            </a:custGeom>
            <a:solidFill>
              <a:srgbClr val="FF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46">
              <a:extLst>
                <a:ext uri="{FF2B5EF4-FFF2-40B4-BE49-F238E27FC236}">
                  <a16:creationId xmlns:a16="http://schemas.microsoft.com/office/drawing/2014/main" id="{978C4CF1-AED2-440D-AEF6-5B1B8F3C5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64"/>
              <a:ext cx="212" cy="136"/>
            </a:xfrm>
            <a:custGeom>
              <a:avLst/>
              <a:gdLst>
                <a:gd name="T0" fmla="*/ 92 w 85"/>
                <a:gd name="T1" fmla="*/ 931 h 51"/>
                <a:gd name="T2" fmla="*/ 449 w 85"/>
                <a:gd name="T3" fmla="*/ 947 h 51"/>
                <a:gd name="T4" fmla="*/ 808 w 85"/>
                <a:gd name="T5" fmla="*/ 875 h 51"/>
                <a:gd name="T6" fmla="*/ 1319 w 85"/>
                <a:gd name="T7" fmla="*/ 0 h 51"/>
                <a:gd name="T8" fmla="*/ 1028 w 85"/>
                <a:gd name="T9" fmla="*/ 376 h 51"/>
                <a:gd name="T10" fmla="*/ 791 w 85"/>
                <a:gd name="T11" fmla="*/ 683 h 51"/>
                <a:gd name="T12" fmla="*/ 417 w 85"/>
                <a:gd name="T13" fmla="*/ 776 h 51"/>
                <a:gd name="T14" fmla="*/ 249 w 85"/>
                <a:gd name="T15" fmla="*/ 875 h 51"/>
                <a:gd name="T16" fmla="*/ 0 w 85"/>
                <a:gd name="T17" fmla="*/ 931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51">
                  <a:moveTo>
                    <a:pt x="6" y="49"/>
                  </a:moveTo>
                  <a:cubicBezTo>
                    <a:pt x="13" y="51"/>
                    <a:pt x="21" y="50"/>
                    <a:pt x="29" y="50"/>
                  </a:cubicBezTo>
                  <a:cubicBezTo>
                    <a:pt x="37" y="50"/>
                    <a:pt x="45" y="50"/>
                    <a:pt x="52" y="46"/>
                  </a:cubicBezTo>
                  <a:cubicBezTo>
                    <a:pt x="68" y="36"/>
                    <a:pt x="81" y="18"/>
                    <a:pt x="85" y="0"/>
                  </a:cubicBezTo>
                  <a:cubicBezTo>
                    <a:pt x="81" y="8"/>
                    <a:pt x="72" y="14"/>
                    <a:pt x="66" y="20"/>
                  </a:cubicBezTo>
                  <a:cubicBezTo>
                    <a:pt x="62" y="26"/>
                    <a:pt x="57" y="33"/>
                    <a:pt x="51" y="36"/>
                  </a:cubicBezTo>
                  <a:cubicBezTo>
                    <a:pt x="43" y="42"/>
                    <a:pt x="36" y="39"/>
                    <a:pt x="27" y="41"/>
                  </a:cubicBezTo>
                  <a:cubicBezTo>
                    <a:pt x="24" y="42"/>
                    <a:pt x="20" y="45"/>
                    <a:pt x="16" y="46"/>
                  </a:cubicBezTo>
                  <a:cubicBezTo>
                    <a:pt x="11" y="48"/>
                    <a:pt x="5" y="48"/>
                    <a:pt x="0" y="49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47">
              <a:extLst>
                <a:ext uri="{FF2B5EF4-FFF2-40B4-BE49-F238E27FC236}">
                  <a16:creationId xmlns:a16="http://schemas.microsoft.com/office/drawing/2014/main" id="{181C6C91-A661-4B89-A280-5C0FCB6CA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310"/>
              <a:ext cx="50" cy="304"/>
            </a:xfrm>
            <a:custGeom>
              <a:avLst/>
              <a:gdLst>
                <a:gd name="T0" fmla="*/ 313 w 20"/>
                <a:gd name="T1" fmla="*/ 363 h 114"/>
                <a:gd name="T2" fmla="*/ 208 w 20"/>
                <a:gd name="T3" fmla="*/ 1272 h 114"/>
                <a:gd name="T4" fmla="*/ 0 w 20"/>
                <a:gd name="T5" fmla="*/ 2163 h 114"/>
                <a:gd name="T6" fmla="*/ 83 w 20"/>
                <a:gd name="T7" fmla="*/ 1536 h 114"/>
                <a:gd name="T8" fmla="*/ 158 w 20"/>
                <a:gd name="T9" fmla="*/ 989 h 114"/>
                <a:gd name="T10" fmla="*/ 250 w 20"/>
                <a:gd name="T11" fmla="*/ 435 h 114"/>
                <a:gd name="T12" fmla="*/ 250 w 20"/>
                <a:gd name="T13" fmla="*/ 227 h 114"/>
                <a:gd name="T14" fmla="*/ 250 w 20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14">
                  <a:moveTo>
                    <a:pt x="20" y="19"/>
                  </a:moveTo>
                  <a:cubicBezTo>
                    <a:pt x="20" y="35"/>
                    <a:pt x="16" y="51"/>
                    <a:pt x="13" y="67"/>
                  </a:cubicBezTo>
                  <a:cubicBezTo>
                    <a:pt x="9" y="83"/>
                    <a:pt x="7" y="100"/>
                    <a:pt x="0" y="114"/>
                  </a:cubicBezTo>
                  <a:cubicBezTo>
                    <a:pt x="4" y="105"/>
                    <a:pt x="4" y="92"/>
                    <a:pt x="5" y="81"/>
                  </a:cubicBezTo>
                  <a:cubicBezTo>
                    <a:pt x="5" y="71"/>
                    <a:pt x="7" y="62"/>
                    <a:pt x="10" y="52"/>
                  </a:cubicBezTo>
                  <a:cubicBezTo>
                    <a:pt x="12" y="42"/>
                    <a:pt x="16" y="33"/>
                    <a:pt x="16" y="23"/>
                  </a:cubicBezTo>
                  <a:cubicBezTo>
                    <a:pt x="17" y="19"/>
                    <a:pt x="17" y="15"/>
                    <a:pt x="16" y="12"/>
                  </a:cubicBezTo>
                  <a:cubicBezTo>
                    <a:pt x="16" y="9"/>
                    <a:pt x="15" y="3"/>
                    <a:pt x="16" y="0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48">
              <a:extLst>
                <a:ext uri="{FF2B5EF4-FFF2-40B4-BE49-F238E27FC236}">
                  <a16:creationId xmlns:a16="http://schemas.microsoft.com/office/drawing/2014/main" id="{3758BC2A-BE53-4A97-94D9-3729DD93B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590"/>
              <a:ext cx="88" cy="48"/>
            </a:xfrm>
            <a:custGeom>
              <a:avLst/>
              <a:gdLst>
                <a:gd name="T0" fmla="*/ 0 w 35"/>
                <a:gd name="T1" fmla="*/ 341 h 18"/>
                <a:gd name="T2" fmla="*/ 556 w 35"/>
                <a:gd name="T3" fmla="*/ 77 h 18"/>
                <a:gd name="T4" fmla="*/ 0 w 35"/>
                <a:gd name="T5" fmla="*/ 30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10" y="7"/>
                    <a:pt x="22" y="4"/>
                    <a:pt x="35" y="4"/>
                  </a:cubicBezTo>
                  <a:cubicBezTo>
                    <a:pt x="25" y="0"/>
                    <a:pt x="3" y="2"/>
                    <a:pt x="0" y="16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49">
              <a:extLst>
                <a:ext uri="{FF2B5EF4-FFF2-40B4-BE49-F238E27FC236}">
                  <a16:creationId xmlns:a16="http://schemas.microsoft.com/office/drawing/2014/main" id="{E269DC34-9015-4060-B007-400E473E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39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12 w 5"/>
                <a:gd name="T3" fmla="*/ 56 h 3"/>
                <a:gd name="T4" fmla="*/ 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50">
              <a:extLst>
                <a:ext uri="{FF2B5EF4-FFF2-40B4-BE49-F238E27FC236}">
                  <a16:creationId xmlns:a16="http://schemas.microsoft.com/office/drawing/2014/main" id="{3B4B05BA-AEC9-4643-BEA7-487A604F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598"/>
              <a:ext cx="17" cy="21"/>
            </a:xfrm>
            <a:custGeom>
              <a:avLst/>
              <a:gdLst>
                <a:gd name="T0" fmla="*/ 100 w 7"/>
                <a:gd name="T1" fmla="*/ 21 h 8"/>
                <a:gd name="T2" fmla="*/ 12 w 7"/>
                <a:gd name="T3" fmla="*/ 144 h 8"/>
                <a:gd name="T4" fmla="*/ 100 w 7"/>
                <a:gd name="T5" fmla="*/ 89 h 8"/>
                <a:gd name="T6" fmla="*/ 70 w 7"/>
                <a:gd name="T7" fmla="*/ 21 h 8"/>
                <a:gd name="T8" fmla="*/ 87 w 7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1"/>
                  </a:moveTo>
                  <a:cubicBezTo>
                    <a:pt x="3" y="0"/>
                    <a:pt x="0" y="3"/>
                    <a:pt x="1" y="8"/>
                  </a:cubicBezTo>
                  <a:cubicBezTo>
                    <a:pt x="3" y="7"/>
                    <a:pt x="6" y="7"/>
                    <a:pt x="7" y="5"/>
                  </a:cubicBezTo>
                  <a:cubicBezTo>
                    <a:pt x="6" y="3"/>
                    <a:pt x="7" y="3"/>
                    <a:pt x="5" y="1"/>
                  </a:cubicBezTo>
                  <a:cubicBezTo>
                    <a:pt x="4" y="0"/>
                    <a:pt x="6" y="1"/>
                    <a:pt x="6" y="1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51">
              <a:extLst>
                <a:ext uri="{FF2B5EF4-FFF2-40B4-BE49-F238E27FC236}">
                  <a16:creationId xmlns:a16="http://schemas.microsoft.com/office/drawing/2014/main" id="{1D158A19-7A0D-46CB-BE0D-A10D4E920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654"/>
              <a:ext cx="37" cy="24"/>
            </a:xfrm>
            <a:custGeom>
              <a:avLst/>
              <a:gdLst>
                <a:gd name="T0" fmla="*/ 104 w 15"/>
                <a:gd name="T1" fmla="*/ 0 h 9"/>
                <a:gd name="T2" fmla="*/ 0 w 15"/>
                <a:gd name="T3" fmla="*/ 56 h 9"/>
                <a:gd name="T4" fmla="*/ 153 w 15"/>
                <a:gd name="T5" fmla="*/ 93 h 9"/>
                <a:gd name="T6" fmla="*/ 165 w 15"/>
                <a:gd name="T7" fmla="*/ 171 h 9"/>
                <a:gd name="T8" fmla="*/ 224 w 15"/>
                <a:gd name="T9" fmla="*/ 35 h 9"/>
                <a:gd name="T10" fmla="*/ 121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  <a:cubicBezTo>
                    <a:pt x="3" y="5"/>
                    <a:pt x="6" y="4"/>
                    <a:pt x="10" y="5"/>
                  </a:cubicBezTo>
                  <a:cubicBezTo>
                    <a:pt x="10" y="7"/>
                    <a:pt x="11" y="8"/>
                    <a:pt x="11" y="9"/>
                  </a:cubicBezTo>
                  <a:cubicBezTo>
                    <a:pt x="13" y="7"/>
                    <a:pt x="14" y="5"/>
                    <a:pt x="15" y="2"/>
                  </a:cubicBezTo>
                  <a:cubicBezTo>
                    <a:pt x="13" y="1"/>
                    <a:pt x="11" y="0"/>
                    <a:pt x="8" y="0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52">
              <a:extLst>
                <a:ext uri="{FF2B5EF4-FFF2-40B4-BE49-F238E27FC236}">
                  <a16:creationId xmlns:a16="http://schemas.microsoft.com/office/drawing/2014/main" id="{AECF61B6-F064-44CB-AFF6-D42157459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376"/>
              <a:ext cx="35" cy="88"/>
            </a:xfrm>
            <a:custGeom>
              <a:avLst/>
              <a:gdLst>
                <a:gd name="T0" fmla="*/ 208 w 14"/>
                <a:gd name="T1" fmla="*/ 0 h 33"/>
                <a:gd name="T2" fmla="*/ 0 w 14"/>
                <a:gd name="T3" fmla="*/ 627 h 33"/>
                <a:gd name="T4" fmla="*/ 220 w 1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3" y="0"/>
                  </a:moveTo>
                  <a:cubicBezTo>
                    <a:pt x="1" y="9"/>
                    <a:pt x="2" y="20"/>
                    <a:pt x="0" y="33"/>
                  </a:cubicBezTo>
                  <a:cubicBezTo>
                    <a:pt x="6" y="23"/>
                    <a:pt x="5" y="9"/>
                    <a:pt x="14" y="0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53">
              <a:extLst>
                <a:ext uri="{FF2B5EF4-FFF2-40B4-BE49-F238E27FC236}">
                  <a16:creationId xmlns:a16="http://schemas.microsoft.com/office/drawing/2014/main" id="{705B70AA-9011-43C9-875D-BE5D096E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419"/>
              <a:ext cx="18" cy="19"/>
            </a:xfrm>
            <a:custGeom>
              <a:avLst/>
              <a:gdLst>
                <a:gd name="T0" fmla="*/ 67 w 7"/>
                <a:gd name="T1" fmla="*/ 0 h 7"/>
                <a:gd name="T2" fmla="*/ 21 w 7"/>
                <a:gd name="T3" fmla="*/ 141 h 7"/>
                <a:gd name="T4" fmla="*/ 85 w 7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1" y="1"/>
                    <a:pt x="0" y="4"/>
                    <a:pt x="1" y="7"/>
                  </a:cubicBezTo>
                  <a:cubicBezTo>
                    <a:pt x="4" y="6"/>
                    <a:pt x="7" y="4"/>
                    <a:pt x="5" y="2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54">
              <a:extLst>
                <a:ext uri="{FF2B5EF4-FFF2-40B4-BE49-F238E27FC236}">
                  <a16:creationId xmlns:a16="http://schemas.microsoft.com/office/drawing/2014/main" id="{E887051E-2B8D-49E1-A713-A3FCF9FB4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739"/>
              <a:ext cx="18" cy="24"/>
            </a:xfrm>
            <a:custGeom>
              <a:avLst/>
              <a:gdLst>
                <a:gd name="T0" fmla="*/ 0 w 7"/>
                <a:gd name="T1" fmla="*/ 77 h 9"/>
                <a:gd name="T2" fmla="*/ 67 w 7"/>
                <a:gd name="T3" fmla="*/ 171 h 9"/>
                <a:gd name="T4" fmla="*/ 2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0" y="7"/>
                    <a:pt x="2" y="8"/>
                    <a:pt x="4" y="9"/>
                  </a:cubicBezTo>
                  <a:cubicBezTo>
                    <a:pt x="7" y="6"/>
                    <a:pt x="3" y="4"/>
                    <a:pt x="1" y="0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55">
              <a:extLst>
                <a:ext uri="{FF2B5EF4-FFF2-40B4-BE49-F238E27FC236}">
                  <a16:creationId xmlns:a16="http://schemas.microsoft.com/office/drawing/2014/main" id="{453E25BB-6935-42E1-8573-2CF4C09CB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60"/>
              <a:ext cx="13" cy="16"/>
            </a:xfrm>
            <a:custGeom>
              <a:avLst/>
              <a:gdLst>
                <a:gd name="T0" fmla="*/ 21 w 5"/>
                <a:gd name="T1" fmla="*/ 56 h 6"/>
                <a:gd name="T2" fmla="*/ 21 w 5"/>
                <a:gd name="T3" fmla="*/ 115 h 6"/>
                <a:gd name="T4" fmla="*/ 88 w 5"/>
                <a:gd name="T5" fmla="*/ 35 h 6"/>
                <a:gd name="T6" fmla="*/ 68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5" y="5"/>
                    <a:pt x="5" y="2"/>
                  </a:cubicBezTo>
                  <a:cubicBezTo>
                    <a:pt x="4" y="0"/>
                    <a:pt x="4" y="2"/>
                    <a:pt x="4" y="2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56">
              <a:extLst>
                <a:ext uri="{FF2B5EF4-FFF2-40B4-BE49-F238E27FC236}">
                  <a16:creationId xmlns:a16="http://schemas.microsoft.com/office/drawing/2014/main" id="{64C20664-6762-4123-BB48-15ADD652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688"/>
              <a:ext cx="13" cy="24"/>
            </a:xfrm>
            <a:custGeom>
              <a:avLst/>
              <a:gdLst>
                <a:gd name="T0" fmla="*/ 0 w 5"/>
                <a:gd name="T1" fmla="*/ 171 h 9"/>
                <a:gd name="T2" fmla="*/ 21 w 5"/>
                <a:gd name="T3" fmla="*/ 0 h 9"/>
                <a:gd name="T4" fmla="*/ 88 w 5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6"/>
                    <a:pt x="1" y="3"/>
                    <a:pt x="1" y="0"/>
                  </a:cubicBezTo>
                  <a:cubicBezTo>
                    <a:pt x="5" y="0"/>
                    <a:pt x="5" y="2"/>
                    <a:pt x="5" y="4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57">
              <a:extLst>
                <a:ext uri="{FF2B5EF4-FFF2-40B4-BE49-F238E27FC236}">
                  <a16:creationId xmlns:a16="http://schemas.microsoft.com/office/drawing/2014/main" id="{F38B68E6-1B28-4707-BCEE-50F4ACDA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592"/>
              <a:ext cx="25" cy="56"/>
            </a:xfrm>
            <a:custGeom>
              <a:avLst/>
              <a:gdLst>
                <a:gd name="T0" fmla="*/ 95 w 10"/>
                <a:gd name="T1" fmla="*/ 227 h 21"/>
                <a:gd name="T2" fmla="*/ 33 w 10"/>
                <a:gd name="T3" fmla="*/ 397 h 21"/>
                <a:gd name="T4" fmla="*/ 158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6" y="12"/>
                  </a:moveTo>
                  <a:cubicBezTo>
                    <a:pt x="2" y="14"/>
                    <a:pt x="0" y="18"/>
                    <a:pt x="2" y="21"/>
                  </a:cubicBezTo>
                  <a:cubicBezTo>
                    <a:pt x="8" y="19"/>
                    <a:pt x="7" y="5"/>
                    <a:pt x="10" y="0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58">
              <a:extLst>
                <a:ext uri="{FF2B5EF4-FFF2-40B4-BE49-F238E27FC236}">
                  <a16:creationId xmlns:a16="http://schemas.microsoft.com/office/drawing/2014/main" id="{A8D8FF28-1920-4D04-9E72-16CD5D86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550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56 w 3"/>
                <a:gd name="T5" fmla="*/ 56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59">
              <a:extLst>
                <a:ext uri="{FF2B5EF4-FFF2-40B4-BE49-F238E27FC236}">
                  <a16:creationId xmlns:a16="http://schemas.microsoft.com/office/drawing/2014/main" id="{7C69FC5B-64E5-42ED-999D-318C8BBCF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494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60">
              <a:extLst>
                <a:ext uri="{FF2B5EF4-FFF2-40B4-BE49-F238E27FC236}">
                  <a16:creationId xmlns:a16="http://schemas.microsoft.com/office/drawing/2014/main" id="{16DC66F5-0FC7-462B-9870-67BFA7850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358"/>
              <a:ext cx="10" cy="8"/>
            </a:xfrm>
            <a:custGeom>
              <a:avLst/>
              <a:gdLst>
                <a:gd name="T0" fmla="*/ 63 w 4"/>
                <a:gd name="T1" fmla="*/ 0 h 3"/>
                <a:gd name="T2" fmla="*/ 0 w 4"/>
                <a:gd name="T3" fmla="*/ 35 h 3"/>
                <a:gd name="T4" fmla="*/ 50 w 4"/>
                <a:gd name="T5" fmla="*/ 56 h 3"/>
                <a:gd name="T6" fmla="*/ 33 w 4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2" y="1"/>
                    <a:pt x="2" y="2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61">
              <a:extLst>
                <a:ext uri="{FF2B5EF4-FFF2-40B4-BE49-F238E27FC236}">
                  <a16:creationId xmlns:a16="http://schemas.microsoft.com/office/drawing/2014/main" id="{CCF3E98F-C13E-4217-B200-83E9FEBE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632"/>
              <a:ext cx="8" cy="8"/>
            </a:xfrm>
            <a:custGeom>
              <a:avLst/>
              <a:gdLst>
                <a:gd name="T0" fmla="*/ 0 w 3"/>
                <a:gd name="T1" fmla="*/ 0 h 3"/>
                <a:gd name="T2" fmla="*/ 21 w 3"/>
                <a:gd name="T3" fmla="*/ 56 h 3"/>
                <a:gd name="T4" fmla="*/ 56 w 3"/>
                <a:gd name="T5" fmla="*/ 21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C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62">
              <a:extLst>
                <a:ext uri="{FF2B5EF4-FFF2-40B4-BE49-F238E27FC236}">
                  <a16:creationId xmlns:a16="http://schemas.microsoft.com/office/drawing/2014/main" id="{2672FC66-2D7F-4B5E-98E6-67DE454A8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27"/>
              <a:ext cx="100" cy="123"/>
            </a:xfrm>
            <a:custGeom>
              <a:avLst/>
              <a:gdLst>
                <a:gd name="T0" fmla="*/ 0 w 40"/>
                <a:gd name="T1" fmla="*/ 880 h 46"/>
                <a:gd name="T2" fmla="*/ 188 w 40"/>
                <a:gd name="T3" fmla="*/ 479 h 46"/>
                <a:gd name="T4" fmla="*/ 250 w 40"/>
                <a:gd name="T5" fmla="*/ 401 h 46"/>
                <a:gd name="T6" fmla="*/ 345 w 40"/>
                <a:gd name="T7" fmla="*/ 251 h 46"/>
                <a:gd name="T8" fmla="*/ 533 w 40"/>
                <a:gd name="T9" fmla="*/ 136 h 46"/>
                <a:gd name="T10" fmla="*/ 363 w 40"/>
                <a:gd name="T11" fmla="*/ 62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6">
                  <a:moveTo>
                    <a:pt x="0" y="46"/>
                  </a:moveTo>
                  <a:cubicBezTo>
                    <a:pt x="13" y="45"/>
                    <a:pt x="8" y="31"/>
                    <a:pt x="12" y="25"/>
                  </a:cubicBezTo>
                  <a:cubicBezTo>
                    <a:pt x="14" y="22"/>
                    <a:pt x="15" y="23"/>
                    <a:pt x="16" y="21"/>
                  </a:cubicBezTo>
                  <a:cubicBezTo>
                    <a:pt x="20" y="17"/>
                    <a:pt x="20" y="18"/>
                    <a:pt x="22" y="13"/>
                  </a:cubicBezTo>
                  <a:cubicBezTo>
                    <a:pt x="24" y="7"/>
                    <a:pt x="28" y="0"/>
                    <a:pt x="34" y="7"/>
                  </a:cubicBezTo>
                  <a:cubicBezTo>
                    <a:pt x="40" y="14"/>
                    <a:pt x="29" y="28"/>
                    <a:pt x="23" y="33"/>
                  </a:cubicBezTo>
                </a:path>
              </a:pathLst>
            </a:custGeom>
            <a:solidFill>
              <a:srgbClr val="FDD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63">
              <a:extLst>
                <a:ext uri="{FF2B5EF4-FFF2-40B4-BE49-F238E27FC236}">
                  <a16:creationId xmlns:a16="http://schemas.microsoft.com/office/drawing/2014/main" id="{ED7DBD0A-8DC8-4420-987B-15067F1A6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606"/>
              <a:ext cx="65" cy="29"/>
            </a:xfrm>
            <a:custGeom>
              <a:avLst/>
              <a:gdLst>
                <a:gd name="T0" fmla="*/ 0 w 26"/>
                <a:gd name="T1" fmla="*/ 200 h 11"/>
                <a:gd name="T2" fmla="*/ 408 w 26"/>
                <a:gd name="T3" fmla="*/ 76 h 11"/>
                <a:gd name="T4" fmla="*/ 175 w 26"/>
                <a:gd name="T5" fmla="*/ 166 h 11"/>
                <a:gd name="T6" fmla="*/ 63 w 26"/>
                <a:gd name="T7" fmla="*/ 16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5" y="3"/>
                    <a:pt x="19" y="0"/>
                    <a:pt x="26" y="4"/>
                  </a:cubicBezTo>
                  <a:cubicBezTo>
                    <a:pt x="23" y="2"/>
                    <a:pt x="11" y="5"/>
                    <a:pt x="11" y="9"/>
                  </a:cubicBezTo>
                  <a:cubicBezTo>
                    <a:pt x="9" y="7"/>
                    <a:pt x="6" y="7"/>
                    <a:pt x="4" y="9"/>
                  </a:cubicBezTo>
                </a:path>
              </a:pathLst>
            </a:custGeom>
            <a:solidFill>
              <a:srgbClr val="FF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64">
              <a:extLst>
                <a:ext uri="{FF2B5EF4-FFF2-40B4-BE49-F238E27FC236}">
                  <a16:creationId xmlns:a16="http://schemas.microsoft.com/office/drawing/2014/main" id="{B6378F7C-F2D1-45A7-A43A-F66C74394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430"/>
              <a:ext cx="17" cy="53"/>
            </a:xfrm>
            <a:custGeom>
              <a:avLst/>
              <a:gdLst>
                <a:gd name="T0" fmla="*/ 87 w 7"/>
                <a:gd name="T1" fmla="*/ 0 h 20"/>
                <a:gd name="T2" fmla="*/ 29 w 7"/>
                <a:gd name="T3" fmla="*/ 133 h 20"/>
                <a:gd name="T4" fmla="*/ 0 w 7"/>
                <a:gd name="T5" fmla="*/ 281 h 20"/>
                <a:gd name="T6" fmla="*/ 41 w 7"/>
                <a:gd name="T7" fmla="*/ 204 h 20"/>
                <a:gd name="T8" fmla="*/ 87 w 7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6" y="0"/>
                  </a:moveTo>
                  <a:cubicBezTo>
                    <a:pt x="5" y="2"/>
                    <a:pt x="2" y="4"/>
                    <a:pt x="2" y="7"/>
                  </a:cubicBezTo>
                  <a:cubicBezTo>
                    <a:pt x="1" y="10"/>
                    <a:pt x="4" y="13"/>
                    <a:pt x="0" y="15"/>
                  </a:cubicBezTo>
                  <a:cubicBezTo>
                    <a:pt x="3" y="20"/>
                    <a:pt x="3" y="13"/>
                    <a:pt x="3" y="11"/>
                  </a:cubicBezTo>
                  <a:cubicBezTo>
                    <a:pt x="4" y="8"/>
                    <a:pt x="7" y="4"/>
                    <a:pt x="6" y="1"/>
                  </a:cubicBezTo>
                </a:path>
              </a:pathLst>
            </a:custGeom>
            <a:solidFill>
              <a:srgbClr val="FF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65">
              <a:extLst>
                <a:ext uri="{FF2B5EF4-FFF2-40B4-BE49-F238E27FC236}">
                  <a16:creationId xmlns:a16="http://schemas.microsoft.com/office/drawing/2014/main" id="{E3B3CA05-B1E5-4CAD-B584-E38FB4C7A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291"/>
              <a:ext cx="43" cy="53"/>
            </a:xfrm>
            <a:custGeom>
              <a:avLst/>
              <a:gdLst>
                <a:gd name="T0" fmla="*/ 243 w 17"/>
                <a:gd name="T1" fmla="*/ 0 h 20"/>
                <a:gd name="T2" fmla="*/ 210 w 17"/>
                <a:gd name="T3" fmla="*/ 260 h 20"/>
                <a:gd name="T4" fmla="*/ 0 w 17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5" y="0"/>
                  </a:moveTo>
                  <a:cubicBezTo>
                    <a:pt x="11" y="6"/>
                    <a:pt x="17" y="10"/>
                    <a:pt x="13" y="14"/>
                  </a:cubicBezTo>
                  <a:cubicBezTo>
                    <a:pt x="10" y="16"/>
                    <a:pt x="3" y="18"/>
                    <a:pt x="0" y="20"/>
                  </a:cubicBezTo>
                </a:path>
              </a:pathLst>
            </a:custGeom>
            <a:solidFill>
              <a:srgbClr val="FF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66">
              <a:extLst>
                <a:ext uri="{FF2B5EF4-FFF2-40B4-BE49-F238E27FC236}">
                  <a16:creationId xmlns:a16="http://schemas.microsoft.com/office/drawing/2014/main" id="{D39718FA-9BEF-41ED-9A34-F74CFD55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616"/>
              <a:ext cx="10" cy="104"/>
            </a:xfrm>
            <a:custGeom>
              <a:avLst/>
              <a:gdLst>
                <a:gd name="T0" fmla="*/ 33 w 4"/>
                <a:gd name="T1" fmla="*/ 149 h 39"/>
                <a:gd name="T2" fmla="*/ 20 w 4"/>
                <a:gd name="T3" fmla="*/ 397 h 39"/>
                <a:gd name="T4" fmla="*/ 63 w 4"/>
                <a:gd name="T5" fmla="*/ 739 h 39"/>
                <a:gd name="T6" fmla="*/ 63 w 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9">
                  <a:moveTo>
                    <a:pt x="2" y="8"/>
                  </a:moveTo>
                  <a:cubicBezTo>
                    <a:pt x="3" y="12"/>
                    <a:pt x="1" y="16"/>
                    <a:pt x="1" y="21"/>
                  </a:cubicBezTo>
                  <a:cubicBezTo>
                    <a:pt x="0" y="27"/>
                    <a:pt x="4" y="33"/>
                    <a:pt x="4" y="39"/>
                  </a:cubicBezTo>
                  <a:cubicBezTo>
                    <a:pt x="3" y="25"/>
                    <a:pt x="4" y="13"/>
                    <a:pt x="4" y="0"/>
                  </a:cubicBezTo>
                </a:path>
              </a:pathLst>
            </a:custGeom>
            <a:solidFill>
              <a:srgbClr val="FF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67">
              <a:extLst>
                <a:ext uri="{FF2B5EF4-FFF2-40B4-BE49-F238E27FC236}">
                  <a16:creationId xmlns:a16="http://schemas.microsoft.com/office/drawing/2014/main" id="{8F490608-9C6D-49CB-947E-E5B1E5D1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224"/>
              <a:ext cx="370" cy="608"/>
            </a:xfrm>
            <a:custGeom>
              <a:avLst/>
              <a:gdLst>
                <a:gd name="T0" fmla="*/ 2020 w 148"/>
                <a:gd name="T1" fmla="*/ 227 h 228"/>
                <a:gd name="T2" fmla="*/ 1313 w 148"/>
                <a:gd name="T3" fmla="*/ 115 h 228"/>
                <a:gd name="T4" fmla="*/ 550 w 148"/>
                <a:gd name="T5" fmla="*/ 1117 h 228"/>
                <a:gd name="T6" fmla="*/ 33 w 148"/>
                <a:gd name="T7" fmla="*/ 3243 h 228"/>
                <a:gd name="T8" fmla="*/ 520 w 148"/>
                <a:gd name="T9" fmla="*/ 4211 h 228"/>
                <a:gd name="T10" fmla="*/ 1813 w 148"/>
                <a:gd name="T11" fmla="*/ 3507 h 228"/>
                <a:gd name="T12" fmla="*/ 2270 w 148"/>
                <a:gd name="T13" fmla="*/ 1536 h 228"/>
                <a:gd name="T14" fmla="*/ 2020 w 148"/>
                <a:gd name="T15" fmla="*/ 227 h 2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228">
                  <a:moveTo>
                    <a:pt x="129" y="12"/>
                  </a:moveTo>
                  <a:cubicBezTo>
                    <a:pt x="112" y="0"/>
                    <a:pt x="96" y="1"/>
                    <a:pt x="84" y="6"/>
                  </a:cubicBezTo>
                  <a:cubicBezTo>
                    <a:pt x="71" y="11"/>
                    <a:pt x="48" y="24"/>
                    <a:pt x="35" y="59"/>
                  </a:cubicBezTo>
                  <a:cubicBezTo>
                    <a:pt x="29" y="77"/>
                    <a:pt x="0" y="144"/>
                    <a:pt x="2" y="171"/>
                  </a:cubicBezTo>
                  <a:cubicBezTo>
                    <a:pt x="4" y="198"/>
                    <a:pt x="6" y="215"/>
                    <a:pt x="33" y="222"/>
                  </a:cubicBezTo>
                  <a:cubicBezTo>
                    <a:pt x="60" y="228"/>
                    <a:pt x="98" y="226"/>
                    <a:pt x="116" y="185"/>
                  </a:cubicBezTo>
                  <a:cubicBezTo>
                    <a:pt x="134" y="142"/>
                    <a:pt x="141" y="101"/>
                    <a:pt x="145" y="81"/>
                  </a:cubicBezTo>
                  <a:cubicBezTo>
                    <a:pt x="148" y="60"/>
                    <a:pt x="145" y="24"/>
                    <a:pt x="129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68">
              <a:extLst>
                <a:ext uri="{FF2B5EF4-FFF2-40B4-BE49-F238E27FC236}">
                  <a16:creationId xmlns:a16="http://schemas.microsoft.com/office/drawing/2014/main" id="{94BC43FC-672D-490B-9967-643893653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224"/>
              <a:ext cx="370" cy="608"/>
            </a:xfrm>
            <a:custGeom>
              <a:avLst/>
              <a:gdLst>
                <a:gd name="T0" fmla="*/ 2020 w 148"/>
                <a:gd name="T1" fmla="*/ 227 h 228"/>
                <a:gd name="T2" fmla="*/ 1313 w 148"/>
                <a:gd name="T3" fmla="*/ 115 h 228"/>
                <a:gd name="T4" fmla="*/ 550 w 148"/>
                <a:gd name="T5" fmla="*/ 1117 h 228"/>
                <a:gd name="T6" fmla="*/ 33 w 148"/>
                <a:gd name="T7" fmla="*/ 3243 h 228"/>
                <a:gd name="T8" fmla="*/ 520 w 148"/>
                <a:gd name="T9" fmla="*/ 4211 h 228"/>
                <a:gd name="T10" fmla="*/ 1813 w 148"/>
                <a:gd name="T11" fmla="*/ 3507 h 228"/>
                <a:gd name="T12" fmla="*/ 2270 w 148"/>
                <a:gd name="T13" fmla="*/ 1536 h 228"/>
                <a:gd name="T14" fmla="*/ 2020 w 148"/>
                <a:gd name="T15" fmla="*/ 227 h 2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228">
                  <a:moveTo>
                    <a:pt x="129" y="12"/>
                  </a:moveTo>
                  <a:cubicBezTo>
                    <a:pt x="112" y="0"/>
                    <a:pt x="96" y="1"/>
                    <a:pt x="84" y="6"/>
                  </a:cubicBezTo>
                  <a:cubicBezTo>
                    <a:pt x="71" y="11"/>
                    <a:pt x="48" y="24"/>
                    <a:pt x="35" y="59"/>
                  </a:cubicBezTo>
                  <a:cubicBezTo>
                    <a:pt x="29" y="77"/>
                    <a:pt x="0" y="144"/>
                    <a:pt x="2" y="171"/>
                  </a:cubicBezTo>
                  <a:cubicBezTo>
                    <a:pt x="4" y="198"/>
                    <a:pt x="6" y="215"/>
                    <a:pt x="33" y="222"/>
                  </a:cubicBezTo>
                  <a:cubicBezTo>
                    <a:pt x="60" y="228"/>
                    <a:pt x="98" y="226"/>
                    <a:pt x="116" y="185"/>
                  </a:cubicBezTo>
                  <a:cubicBezTo>
                    <a:pt x="134" y="142"/>
                    <a:pt x="141" y="101"/>
                    <a:pt x="145" y="81"/>
                  </a:cubicBezTo>
                  <a:cubicBezTo>
                    <a:pt x="148" y="60"/>
                    <a:pt x="145" y="24"/>
                    <a:pt x="129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mashed-potatoes-with-butter-illustration">
            <a:extLst>
              <a:ext uri="{FF2B5EF4-FFF2-40B4-BE49-F238E27FC236}">
                <a16:creationId xmlns:a16="http://schemas.microsoft.com/office/drawing/2014/main" id="{8980C3A1-771A-4C9B-9892-B038B22EE241}"/>
              </a:ext>
            </a:extLst>
          </p:cNvPr>
          <p:cNvGrpSpPr>
            <a:grpSpLocks/>
          </p:cNvGrpSpPr>
          <p:nvPr/>
        </p:nvGrpSpPr>
        <p:grpSpPr bwMode="auto">
          <a:xfrm>
            <a:off x="4716463" y="3589338"/>
            <a:ext cx="2446337" cy="2082800"/>
            <a:chOff x="1585" y="2011"/>
            <a:chExt cx="1225" cy="1043"/>
          </a:xfrm>
        </p:grpSpPr>
        <p:sp>
          <p:nvSpPr>
            <p:cNvPr id="22567" name="Freeform 70">
              <a:extLst>
                <a:ext uri="{FF2B5EF4-FFF2-40B4-BE49-F238E27FC236}">
                  <a16:creationId xmlns:a16="http://schemas.microsoft.com/office/drawing/2014/main" id="{38AC90CD-F283-43C8-9D1C-AB4BCD0AC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011"/>
              <a:ext cx="1225" cy="1043"/>
            </a:xfrm>
            <a:custGeom>
              <a:avLst/>
              <a:gdLst>
                <a:gd name="T0" fmla="*/ 125 w 490"/>
                <a:gd name="T1" fmla="*/ 3679 h 391"/>
                <a:gd name="T2" fmla="*/ 645 w 490"/>
                <a:gd name="T3" fmla="*/ 5941 h 391"/>
                <a:gd name="T4" fmla="*/ 3520 w 490"/>
                <a:gd name="T5" fmla="*/ 7421 h 391"/>
                <a:gd name="T6" fmla="*/ 7500 w 490"/>
                <a:gd name="T7" fmla="*/ 4007 h 391"/>
                <a:gd name="T8" fmla="*/ 6988 w 490"/>
                <a:gd name="T9" fmla="*/ 1558 h 391"/>
                <a:gd name="T10" fmla="*/ 4145 w 490"/>
                <a:gd name="T11" fmla="*/ 0 h 391"/>
                <a:gd name="T12" fmla="*/ 125 w 490"/>
                <a:gd name="T13" fmla="*/ 3679 h 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0" h="391">
                  <a:moveTo>
                    <a:pt x="8" y="194"/>
                  </a:moveTo>
                  <a:cubicBezTo>
                    <a:pt x="0" y="236"/>
                    <a:pt x="12" y="278"/>
                    <a:pt x="41" y="313"/>
                  </a:cubicBezTo>
                  <a:cubicBezTo>
                    <a:pt x="81" y="362"/>
                    <a:pt x="150" y="391"/>
                    <a:pt x="225" y="391"/>
                  </a:cubicBezTo>
                  <a:cubicBezTo>
                    <a:pt x="354" y="391"/>
                    <a:pt x="457" y="319"/>
                    <a:pt x="480" y="211"/>
                  </a:cubicBezTo>
                  <a:cubicBezTo>
                    <a:pt x="490" y="166"/>
                    <a:pt x="478" y="120"/>
                    <a:pt x="447" y="82"/>
                  </a:cubicBezTo>
                  <a:cubicBezTo>
                    <a:pt x="406" y="31"/>
                    <a:pt x="338" y="0"/>
                    <a:pt x="265" y="0"/>
                  </a:cubicBezTo>
                  <a:cubicBezTo>
                    <a:pt x="135" y="0"/>
                    <a:pt x="30" y="80"/>
                    <a:pt x="8" y="194"/>
                  </a:cubicBezTo>
                  <a:close/>
                </a:path>
              </a:pathLst>
            </a:custGeom>
            <a:solidFill>
              <a:srgbClr val="D7D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71">
              <a:extLst>
                <a:ext uri="{FF2B5EF4-FFF2-40B4-BE49-F238E27FC236}">
                  <a16:creationId xmlns:a16="http://schemas.microsoft.com/office/drawing/2014/main" id="{AAE0DD25-7CF8-49EB-AF81-CEDFE92CA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046"/>
              <a:ext cx="1215" cy="973"/>
            </a:xfrm>
            <a:custGeom>
              <a:avLst/>
              <a:gdLst>
                <a:gd name="T0" fmla="*/ 300 w 486"/>
                <a:gd name="T1" fmla="*/ 3447 h 365"/>
                <a:gd name="T2" fmla="*/ 4083 w 486"/>
                <a:gd name="T3" fmla="*/ 0 h 365"/>
                <a:gd name="T4" fmla="*/ 7238 w 486"/>
                <a:gd name="T5" fmla="*/ 3711 h 365"/>
                <a:gd name="T6" fmla="*/ 3488 w 486"/>
                <a:gd name="T7" fmla="*/ 6915 h 365"/>
                <a:gd name="T8" fmla="*/ 300 w 486"/>
                <a:gd name="T9" fmla="*/ 3447 h 3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6" h="365">
                  <a:moveTo>
                    <a:pt x="19" y="182"/>
                  </a:moveTo>
                  <a:cubicBezTo>
                    <a:pt x="39" y="74"/>
                    <a:pt x="138" y="0"/>
                    <a:pt x="261" y="0"/>
                  </a:cubicBezTo>
                  <a:cubicBezTo>
                    <a:pt x="385" y="0"/>
                    <a:pt x="486" y="92"/>
                    <a:pt x="463" y="196"/>
                  </a:cubicBezTo>
                  <a:cubicBezTo>
                    <a:pt x="442" y="295"/>
                    <a:pt x="346" y="365"/>
                    <a:pt x="223" y="365"/>
                  </a:cubicBezTo>
                  <a:cubicBezTo>
                    <a:pt x="100" y="365"/>
                    <a:pt x="0" y="282"/>
                    <a:pt x="19" y="182"/>
                  </a:cubicBezTo>
                  <a:close/>
                </a:path>
              </a:pathLst>
            </a:custGeom>
            <a:solidFill>
              <a:srgbClr val="87A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72">
              <a:extLst>
                <a:ext uri="{FF2B5EF4-FFF2-40B4-BE49-F238E27FC236}">
                  <a16:creationId xmlns:a16="http://schemas.microsoft.com/office/drawing/2014/main" id="{C43C4EA8-43AB-4A56-B4CF-EBC69184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115"/>
              <a:ext cx="950" cy="904"/>
            </a:xfrm>
            <a:custGeom>
              <a:avLst/>
              <a:gdLst>
                <a:gd name="T0" fmla="*/ 4250 w 380"/>
                <a:gd name="T1" fmla="*/ 0 h 339"/>
                <a:gd name="T2" fmla="*/ 5550 w 380"/>
                <a:gd name="T3" fmla="*/ 3107 h 339"/>
                <a:gd name="T4" fmla="*/ 1800 w 380"/>
                <a:gd name="T5" fmla="*/ 6315 h 339"/>
                <a:gd name="T6" fmla="*/ 0 w 380"/>
                <a:gd name="T7" fmla="*/ 5803 h 339"/>
                <a:gd name="T8" fmla="*/ 1958 w 380"/>
                <a:gd name="T9" fmla="*/ 6429 h 339"/>
                <a:gd name="T10" fmla="*/ 5708 w 380"/>
                <a:gd name="T11" fmla="*/ 3221 h 339"/>
                <a:gd name="T12" fmla="*/ 4250 w 380"/>
                <a:gd name="T13" fmla="*/ 0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0" h="339">
                  <a:moveTo>
                    <a:pt x="272" y="0"/>
                  </a:moveTo>
                  <a:cubicBezTo>
                    <a:pt x="333" y="36"/>
                    <a:pt x="369" y="98"/>
                    <a:pt x="355" y="164"/>
                  </a:cubicBezTo>
                  <a:cubicBezTo>
                    <a:pt x="334" y="263"/>
                    <a:pt x="238" y="333"/>
                    <a:pt x="115" y="333"/>
                  </a:cubicBezTo>
                  <a:cubicBezTo>
                    <a:pt x="72" y="333"/>
                    <a:pt x="33" y="323"/>
                    <a:pt x="0" y="306"/>
                  </a:cubicBezTo>
                  <a:cubicBezTo>
                    <a:pt x="34" y="327"/>
                    <a:pt x="78" y="339"/>
                    <a:pt x="125" y="339"/>
                  </a:cubicBezTo>
                  <a:cubicBezTo>
                    <a:pt x="248" y="339"/>
                    <a:pt x="344" y="269"/>
                    <a:pt x="365" y="170"/>
                  </a:cubicBezTo>
                  <a:cubicBezTo>
                    <a:pt x="380" y="100"/>
                    <a:pt x="339" y="35"/>
                    <a:pt x="272" y="0"/>
                  </a:cubicBezTo>
                  <a:close/>
                </a:path>
              </a:pathLst>
            </a:custGeom>
            <a:solidFill>
              <a:srgbClr val="5F8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73">
              <a:extLst>
                <a:ext uri="{FF2B5EF4-FFF2-40B4-BE49-F238E27FC236}">
                  <a16:creationId xmlns:a16="http://schemas.microsoft.com/office/drawing/2014/main" id="{A024358C-28CD-46A8-BB27-773FE07B9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046"/>
              <a:ext cx="1025" cy="829"/>
            </a:xfrm>
            <a:custGeom>
              <a:avLst/>
              <a:gdLst>
                <a:gd name="T0" fmla="*/ 300 w 410"/>
                <a:gd name="T1" fmla="*/ 3617 h 311"/>
                <a:gd name="T2" fmla="*/ 4083 w 410"/>
                <a:gd name="T3" fmla="*/ 171 h 311"/>
                <a:gd name="T4" fmla="*/ 6408 w 410"/>
                <a:gd name="T5" fmla="*/ 1194 h 311"/>
                <a:gd name="T6" fmla="*/ 3925 w 410"/>
                <a:gd name="T7" fmla="*/ 0 h 311"/>
                <a:gd name="T8" fmla="*/ 145 w 410"/>
                <a:gd name="T9" fmla="*/ 3447 h 311"/>
                <a:gd name="T10" fmla="*/ 908 w 410"/>
                <a:gd name="T11" fmla="*/ 5891 h 311"/>
                <a:gd name="T12" fmla="*/ 300 w 410"/>
                <a:gd name="T13" fmla="*/ 3617 h 3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311">
                  <a:moveTo>
                    <a:pt x="19" y="191"/>
                  </a:moveTo>
                  <a:cubicBezTo>
                    <a:pt x="39" y="83"/>
                    <a:pt x="138" y="9"/>
                    <a:pt x="261" y="9"/>
                  </a:cubicBezTo>
                  <a:cubicBezTo>
                    <a:pt x="319" y="9"/>
                    <a:pt x="373" y="30"/>
                    <a:pt x="410" y="63"/>
                  </a:cubicBezTo>
                  <a:cubicBezTo>
                    <a:pt x="373" y="24"/>
                    <a:pt x="315" y="0"/>
                    <a:pt x="251" y="0"/>
                  </a:cubicBezTo>
                  <a:cubicBezTo>
                    <a:pt x="128" y="0"/>
                    <a:pt x="29" y="74"/>
                    <a:pt x="9" y="182"/>
                  </a:cubicBezTo>
                  <a:cubicBezTo>
                    <a:pt x="0" y="232"/>
                    <a:pt x="20" y="278"/>
                    <a:pt x="58" y="311"/>
                  </a:cubicBezTo>
                  <a:cubicBezTo>
                    <a:pt x="26" y="279"/>
                    <a:pt x="10" y="237"/>
                    <a:pt x="19" y="191"/>
                  </a:cubicBezTo>
                  <a:close/>
                </a:path>
              </a:pathLst>
            </a:custGeom>
            <a:solidFill>
              <a:srgbClr val="5F8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74">
              <a:extLst>
                <a:ext uri="{FF2B5EF4-FFF2-40B4-BE49-F238E27FC236}">
                  <a16:creationId xmlns:a16="http://schemas.microsoft.com/office/drawing/2014/main" id="{B27498A9-FDC6-4670-8950-21387151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160"/>
              <a:ext cx="885" cy="744"/>
            </a:xfrm>
            <a:custGeom>
              <a:avLst/>
              <a:gdLst>
                <a:gd name="T0" fmla="*/ 438 w 354"/>
                <a:gd name="T1" fmla="*/ 4232 h 279"/>
                <a:gd name="T2" fmla="*/ 83 w 354"/>
                <a:gd name="T3" fmla="*/ 2653 h 279"/>
                <a:gd name="T4" fmla="*/ 3000 w 354"/>
                <a:gd name="T5" fmla="*/ 0 h 279"/>
                <a:gd name="T6" fmla="*/ 5063 w 354"/>
                <a:gd name="T7" fmla="*/ 1117 h 279"/>
                <a:gd name="T8" fmla="*/ 5425 w 354"/>
                <a:gd name="T9" fmla="*/ 2824 h 279"/>
                <a:gd name="T10" fmla="*/ 2533 w 354"/>
                <a:gd name="T11" fmla="*/ 5291 h 279"/>
                <a:gd name="T12" fmla="*/ 438 w 354"/>
                <a:gd name="T13" fmla="*/ 4232 h 2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4" h="279">
                  <a:moveTo>
                    <a:pt x="28" y="223"/>
                  </a:moveTo>
                  <a:cubicBezTo>
                    <a:pt x="8" y="198"/>
                    <a:pt x="0" y="170"/>
                    <a:pt x="5" y="140"/>
                  </a:cubicBezTo>
                  <a:cubicBezTo>
                    <a:pt x="21" y="58"/>
                    <a:pt x="98" y="0"/>
                    <a:pt x="192" y="0"/>
                  </a:cubicBezTo>
                  <a:cubicBezTo>
                    <a:pt x="245" y="0"/>
                    <a:pt x="294" y="22"/>
                    <a:pt x="324" y="59"/>
                  </a:cubicBezTo>
                  <a:cubicBezTo>
                    <a:pt x="345" y="86"/>
                    <a:pt x="354" y="118"/>
                    <a:pt x="347" y="149"/>
                  </a:cubicBezTo>
                  <a:cubicBezTo>
                    <a:pt x="330" y="227"/>
                    <a:pt x="256" y="279"/>
                    <a:pt x="162" y="279"/>
                  </a:cubicBezTo>
                  <a:cubicBezTo>
                    <a:pt x="107" y="279"/>
                    <a:pt x="57" y="258"/>
                    <a:pt x="28" y="223"/>
                  </a:cubicBezTo>
                  <a:close/>
                </a:path>
              </a:pathLst>
            </a:custGeom>
            <a:solidFill>
              <a:srgbClr val="D8B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75">
              <a:extLst>
                <a:ext uri="{FF2B5EF4-FFF2-40B4-BE49-F238E27FC236}">
                  <a16:creationId xmlns:a16="http://schemas.microsoft.com/office/drawing/2014/main" id="{153C58D2-1997-4024-967B-131A1222C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211"/>
              <a:ext cx="468" cy="469"/>
            </a:xfrm>
            <a:custGeom>
              <a:avLst/>
              <a:gdLst>
                <a:gd name="T0" fmla="*/ 2931 w 187"/>
                <a:gd name="T1" fmla="*/ 0 h 176"/>
                <a:gd name="T2" fmla="*/ 113 w 187"/>
                <a:gd name="T3" fmla="*/ 2556 h 176"/>
                <a:gd name="T4" fmla="*/ 125 w 187"/>
                <a:gd name="T5" fmla="*/ 3331 h 176"/>
                <a:gd name="T6" fmla="*/ 2931 w 187"/>
                <a:gd name="T7" fmla="*/ 0 h 1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176">
                  <a:moveTo>
                    <a:pt x="187" y="0"/>
                  </a:moveTo>
                  <a:cubicBezTo>
                    <a:pt x="96" y="0"/>
                    <a:pt x="22" y="56"/>
                    <a:pt x="7" y="135"/>
                  </a:cubicBezTo>
                  <a:cubicBezTo>
                    <a:pt x="4" y="149"/>
                    <a:pt x="5" y="163"/>
                    <a:pt x="8" y="176"/>
                  </a:cubicBezTo>
                  <a:cubicBezTo>
                    <a:pt x="0" y="136"/>
                    <a:pt x="42" y="8"/>
                    <a:pt x="1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76">
              <a:extLst>
                <a:ext uri="{FF2B5EF4-FFF2-40B4-BE49-F238E27FC236}">
                  <a16:creationId xmlns:a16="http://schemas.microsoft.com/office/drawing/2014/main" id="{3ABC2512-FDBE-4AAC-A925-AC18F364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270"/>
              <a:ext cx="767" cy="552"/>
            </a:xfrm>
            <a:custGeom>
              <a:avLst/>
              <a:gdLst>
                <a:gd name="T0" fmla="*/ 105 w 307"/>
                <a:gd name="T1" fmla="*/ 2104 h 207"/>
                <a:gd name="T2" fmla="*/ 30 w 307"/>
                <a:gd name="T3" fmla="*/ 2824 h 207"/>
                <a:gd name="T4" fmla="*/ 62 w 307"/>
                <a:gd name="T5" fmla="*/ 3072 h 207"/>
                <a:gd name="T6" fmla="*/ 280 w 307"/>
                <a:gd name="T7" fmla="*/ 3277 h 207"/>
                <a:gd name="T8" fmla="*/ 530 w 307"/>
                <a:gd name="T9" fmla="*/ 3469 h 207"/>
                <a:gd name="T10" fmla="*/ 842 w 307"/>
                <a:gd name="T11" fmla="*/ 3661 h 207"/>
                <a:gd name="T12" fmla="*/ 1167 w 307"/>
                <a:gd name="T13" fmla="*/ 3699 h 207"/>
                <a:gd name="T14" fmla="*/ 1529 w 307"/>
                <a:gd name="T15" fmla="*/ 3699 h 207"/>
                <a:gd name="T16" fmla="*/ 2259 w 307"/>
                <a:gd name="T17" fmla="*/ 3891 h 207"/>
                <a:gd name="T18" fmla="*/ 2728 w 307"/>
                <a:gd name="T19" fmla="*/ 3891 h 207"/>
                <a:gd name="T20" fmla="*/ 3103 w 307"/>
                <a:gd name="T21" fmla="*/ 3904 h 207"/>
                <a:gd name="T22" fmla="*/ 3403 w 307"/>
                <a:gd name="T23" fmla="*/ 3720 h 207"/>
                <a:gd name="T24" fmla="*/ 3745 w 307"/>
                <a:gd name="T25" fmla="*/ 3448 h 207"/>
                <a:gd name="T26" fmla="*/ 4007 w 307"/>
                <a:gd name="T27" fmla="*/ 3016 h 207"/>
                <a:gd name="T28" fmla="*/ 4307 w 307"/>
                <a:gd name="T29" fmla="*/ 2752 h 207"/>
                <a:gd name="T30" fmla="*/ 4600 w 307"/>
                <a:gd name="T31" fmla="*/ 2163 h 207"/>
                <a:gd name="T32" fmla="*/ 4774 w 307"/>
                <a:gd name="T33" fmla="*/ 1216 h 207"/>
                <a:gd name="T34" fmla="*/ 4632 w 307"/>
                <a:gd name="T35" fmla="*/ 341 h 207"/>
                <a:gd name="T36" fmla="*/ 4307 w 307"/>
                <a:gd name="T37" fmla="*/ 115 h 207"/>
                <a:gd name="T38" fmla="*/ 4120 w 307"/>
                <a:gd name="T39" fmla="*/ 307 h 2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7" h="207">
                  <a:moveTo>
                    <a:pt x="7" y="111"/>
                  </a:moveTo>
                  <a:cubicBezTo>
                    <a:pt x="1" y="122"/>
                    <a:pt x="0" y="137"/>
                    <a:pt x="2" y="149"/>
                  </a:cubicBezTo>
                  <a:cubicBezTo>
                    <a:pt x="4" y="155"/>
                    <a:pt x="1" y="156"/>
                    <a:pt x="4" y="162"/>
                  </a:cubicBezTo>
                  <a:cubicBezTo>
                    <a:pt x="7" y="167"/>
                    <a:pt x="13" y="171"/>
                    <a:pt x="18" y="173"/>
                  </a:cubicBezTo>
                  <a:cubicBezTo>
                    <a:pt x="24" y="175"/>
                    <a:pt x="29" y="179"/>
                    <a:pt x="34" y="183"/>
                  </a:cubicBezTo>
                  <a:cubicBezTo>
                    <a:pt x="41" y="189"/>
                    <a:pt x="45" y="192"/>
                    <a:pt x="54" y="193"/>
                  </a:cubicBezTo>
                  <a:cubicBezTo>
                    <a:pt x="61" y="195"/>
                    <a:pt x="68" y="197"/>
                    <a:pt x="75" y="195"/>
                  </a:cubicBezTo>
                  <a:cubicBezTo>
                    <a:pt x="83" y="194"/>
                    <a:pt x="90" y="192"/>
                    <a:pt x="98" y="195"/>
                  </a:cubicBezTo>
                  <a:cubicBezTo>
                    <a:pt x="111" y="202"/>
                    <a:pt x="129" y="204"/>
                    <a:pt x="145" y="205"/>
                  </a:cubicBezTo>
                  <a:cubicBezTo>
                    <a:pt x="155" y="206"/>
                    <a:pt x="165" y="205"/>
                    <a:pt x="175" y="205"/>
                  </a:cubicBezTo>
                  <a:cubicBezTo>
                    <a:pt x="183" y="205"/>
                    <a:pt x="191" y="207"/>
                    <a:pt x="199" y="206"/>
                  </a:cubicBezTo>
                  <a:cubicBezTo>
                    <a:pt x="206" y="205"/>
                    <a:pt x="212" y="199"/>
                    <a:pt x="218" y="196"/>
                  </a:cubicBezTo>
                  <a:cubicBezTo>
                    <a:pt x="226" y="192"/>
                    <a:pt x="234" y="189"/>
                    <a:pt x="240" y="182"/>
                  </a:cubicBezTo>
                  <a:cubicBezTo>
                    <a:pt x="246" y="175"/>
                    <a:pt x="250" y="166"/>
                    <a:pt x="257" y="159"/>
                  </a:cubicBezTo>
                  <a:cubicBezTo>
                    <a:pt x="263" y="154"/>
                    <a:pt x="271" y="150"/>
                    <a:pt x="276" y="145"/>
                  </a:cubicBezTo>
                  <a:cubicBezTo>
                    <a:pt x="284" y="136"/>
                    <a:pt x="292" y="125"/>
                    <a:pt x="295" y="114"/>
                  </a:cubicBezTo>
                  <a:cubicBezTo>
                    <a:pt x="299" y="104"/>
                    <a:pt x="304" y="74"/>
                    <a:pt x="306" y="64"/>
                  </a:cubicBezTo>
                  <a:cubicBezTo>
                    <a:pt x="307" y="53"/>
                    <a:pt x="302" y="28"/>
                    <a:pt x="297" y="18"/>
                  </a:cubicBezTo>
                  <a:cubicBezTo>
                    <a:pt x="293" y="11"/>
                    <a:pt x="281" y="12"/>
                    <a:pt x="276" y="6"/>
                  </a:cubicBezTo>
                  <a:cubicBezTo>
                    <a:pt x="270" y="0"/>
                    <a:pt x="273" y="18"/>
                    <a:pt x="264" y="16"/>
                  </a:cubicBezTo>
                </a:path>
              </a:pathLst>
            </a:custGeom>
            <a:solidFill>
              <a:srgbClr val="CB9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77">
              <a:extLst>
                <a:ext uri="{FF2B5EF4-FFF2-40B4-BE49-F238E27FC236}">
                  <a16:creationId xmlns:a16="http://schemas.microsoft.com/office/drawing/2014/main" id="{DD39D1C4-B175-4972-8561-1F16FCA7E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171"/>
              <a:ext cx="850" cy="723"/>
            </a:xfrm>
            <a:custGeom>
              <a:avLst/>
              <a:gdLst>
                <a:gd name="T0" fmla="*/ 4875 w 340"/>
                <a:gd name="T1" fmla="*/ 1105 h 271"/>
                <a:gd name="T2" fmla="*/ 4375 w 340"/>
                <a:gd name="T3" fmla="*/ 547 h 271"/>
                <a:gd name="T4" fmla="*/ 4333 w 340"/>
                <a:gd name="T5" fmla="*/ 534 h 271"/>
                <a:gd name="T6" fmla="*/ 4313 w 340"/>
                <a:gd name="T7" fmla="*/ 512 h 271"/>
                <a:gd name="T8" fmla="*/ 4313 w 340"/>
                <a:gd name="T9" fmla="*/ 512 h 271"/>
                <a:gd name="T10" fmla="*/ 2863 w 340"/>
                <a:gd name="T11" fmla="*/ 0 h 271"/>
                <a:gd name="T12" fmla="*/ 50 w 340"/>
                <a:gd name="T13" fmla="*/ 2583 h 271"/>
                <a:gd name="T14" fmla="*/ 125 w 340"/>
                <a:gd name="T15" fmla="*/ 3551 h 271"/>
                <a:gd name="T16" fmla="*/ 313 w 340"/>
                <a:gd name="T17" fmla="*/ 3700 h 271"/>
                <a:gd name="T18" fmla="*/ 270 w 340"/>
                <a:gd name="T19" fmla="*/ 2847 h 271"/>
                <a:gd name="T20" fmla="*/ 3083 w 340"/>
                <a:gd name="T21" fmla="*/ 285 h 271"/>
                <a:gd name="T22" fmla="*/ 4188 w 340"/>
                <a:gd name="T23" fmla="*/ 568 h 271"/>
                <a:gd name="T24" fmla="*/ 5000 w 340"/>
                <a:gd name="T25" fmla="*/ 1537 h 271"/>
                <a:gd name="T26" fmla="*/ 5083 w 340"/>
                <a:gd name="T27" fmla="*/ 2663 h 271"/>
                <a:gd name="T28" fmla="*/ 2300 w 340"/>
                <a:gd name="T29" fmla="*/ 5032 h 271"/>
                <a:gd name="T30" fmla="*/ 783 w 340"/>
                <a:gd name="T31" fmla="*/ 4541 h 271"/>
                <a:gd name="T32" fmla="*/ 2425 w 340"/>
                <a:gd name="T33" fmla="*/ 5146 h 271"/>
                <a:gd name="T34" fmla="*/ 5220 w 340"/>
                <a:gd name="T35" fmla="*/ 2753 h 271"/>
                <a:gd name="T36" fmla="*/ 4875 w 340"/>
                <a:gd name="T37" fmla="*/ 1105 h 2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0" h="271">
                  <a:moveTo>
                    <a:pt x="312" y="58"/>
                  </a:moveTo>
                  <a:cubicBezTo>
                    <a:pt x="303" y="47"/>
                    <a:pt x="292" y="37"/>
                    <a:pt x="280" y="29"/>
                  </a:cubicBezTo>
                  <a:cubicBezTo>
                    <a:pt x="279" y="29"/>
                    <a:pt x="278" y="28"/>
                    <a:pt x="277" y="28"/>
                  </a:cubicBezTo>
                  <a:cubicBezTo>
                    <a:pt x="277" y="27"/>
                    <a:pt x="276" y="27"/>
                    <a:pt x="276" y="27"/>
                  </a:cubicBezTo>
                  <a:cubicBezTo>
                    <a:pt x="276" y="27"/>
                    <a:pt x="276" y="27"/>
                    <a:pt x="276" y="27"/>
                  </a:cubicBezTo>
                  <a:cubicBezTo>
                    <a:pt x="250" y="10"/>
                    <a:pt x="217" y="0"/>
                    <a:pt x="183" y="0"/>
                  </a:cubicBezTo>
                  <a:cubicBezTo>
                    <a:pt x="92" y="0"/>
                    <a:pt x="18" y="56"/>
                    <a:pt x="3" y="136"/>
                  </a:cubicBezTo>
                  <a:cubicBezTo>
                    <a:pt x="0" y="153"/>
                    <a:pt x="2" y="171"/>
                    <a:pt x="8" y="187"/>
                  </a:cubicBezTo>
                  <a:cubicBezTo>
                    <a:pt x="12" y="197"/>
                    <a:pt x="23" y="206"/>
                    <a:pt x="20" y="195"/>
                  </a:cubicBezTo>
                  <a:cubicBezTo>
                    <a:pt x="15" y="181"/>
                    <a:pt x="14" y="166"/>
                    <a:pt x="17" y="150"/>
                  </a:cubicBezTo>
                  <a:cubicBezTo>
                    <a:pt x="32" y="71"/>
                    <a:pt x="106" y="15"/>
                    <a:pt x="197" y="15"/>
                  </a:cubicBezTo>
                  <a:cubicBezTo>
                    <a:pt x="222" y="15"/>
                    <a:pt x="247" y="21"/>
                    <a:pt x="268" y="30"/>
                  </a:cubicBezTo>
                  <a:cubicBezTo>
                    <a:pt x="280" y="35"/>
                    <a:pt x="308" y="49"/>
                    <a:pt x="320" y="81"/>
                  </a:cubicBezTo>
                  <a:cubicBezTo>
                    <a:pt x="328" y="100"/>
                    <a:pt x="330" y="120"/>
                    <a:pt x="325" y="140"/>
                  </a:cubicBezTo>
                  <a:cubicBezTo>
                    <a:pt x="309" y="215"/>
                    <a:pt x="237" y="265"/>
                    <a:pt x="147" y="265"/>
                  </a:cubicBezTo>
                  <a:cubicBezTo>
                    <a:pt x="111" y="265"/>
                    <a:pt x="77" y="256"/>
                    <a:pt x="50" y="239"/>
                  </a:cubicBezTo>
                  <a:cubicBezTo>
                    <a:pt x="78" y="259"/>
                    <a:pt x="115" y="271"/>
                    <a:pt x="155" y="271"/>
                  </a:cubicBezTo>
                  <a:cubicBezTo>
                    <a:pt x="246" y="271"/>
                    <a:pt x="318" y="220"/>
                    <a:pt x="334" y="145"/>
                  </a:cubicBezTo>
                  <a:cubicBezTo>
                    <a:pt x="340" y="115"/>
                    <a:pt x="333" y="84"/>
                    <a:pt x="312" y="58"/>
                  </a:cubicBezTo>
                  <a:close/>
                </a:path>
              </a:pathLst>
            </a:custGeom>
            <a:solidFill>
              <a:srgbClr val="CB9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78">
              <a:extLst>
                <a:ext uri="{FF2B5EF4-FFF2-40B4-BE49-F238E27FC236}">
                  <a16:creationId xmlns:a16="http://schemas.microsoft.com/office/drawing/2014/main" id="{BC2A1D68-8008-4BF4-A37A-34F9341F9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160"/>
              <a:ext cx="885" cy="744"/>
            </a:xfrm>
            <a:custGeom>
              <a:avLst/>
              <a:gdLst>
                <a:gd name="T0" fmla="*/ 438 w 354"/>
                <a:gd name="T1" fmla="*/ 4232 h 279"/>
                <a:gd name="T2" fmla="*/ 83 w 354"/>
                <a:gd name="T3" fmla="*/ 2653 h 279"/>
                <a:gd name="T4" fmla="*/ 3000 w 354"/>
                <a:gd name="T5" fmla="*/ 0 h 279"/>
                <a:gd name="T6" fmla="*/ 5063 w 354"/>
                <a:gd name="T7" fmla="*/ 1117 h 279"/>
                <a:gd name="T8" fmla="*/ 5425 w 354"/>
                <a:gd name="T9" fmla="*/ 2824 h 279"/>
                <a:gd name="T10" fmla="*/ 2533 w 354"/>
                <a:gd name="T11" fmla="*/ 5291 h 279"/>
                <a:gd name="T12" fmla="*/ 438 w 354"/>
                <a:gd name="T13" fmla="*/ 4232 h 2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4" h="279">
                  <a:moveTo>
                    <a:pt x="28" y="223"/>
                  </a:moveTo>
                  <a:cubicBezTo>
                    <a:pt x="8" y="198"/>
                    <a:pt x="0" y="170"/>
                    <a:pt x="5" y="140"/>
                  </a:cubicBezTo>
                  <a:cubicBezTo>
                    <a:pt x="21" y="58"/>
                    <a:pt x="98" y="0"/>
                    <a:pt x="192" y="0"/>
                  </a:cubicBezTo>
                  <a:cubicBezTo>
                    <a:pt x="245" y="0"/>
                    <a:pt x="294" y="22"/>
                    <a:pt x="324" y="59"/>
                  </a:cubicBezTo>
                  <a:cubicBezTo>
                    <a:pt x="345" y="86"/>
                    <a:pt x="354" y="118"/>
                    <a:pt x="347" y="149"/>
                  </a:cubicBezTo>
                  <a:cubicBezTo>
                    <a:pt x="330" y="227"/>
                    <a:pt x="256" y="279"/>
                    <a:pt x="162" y="279"/>
                  </a:cubicBezTo>
                  <a:cubicBezTo>
                    <a:pt x="107" y="279"/>
                    <a:pt x="57" y="258"/>
                    <a:pt x="28" y="223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79">
              <a:extLst>
                <a:ext uri="{FF2B5EF4-FFF2-40B4-BE49-F238E27FC236}">
                  <a16:creationId xmlns:a16="http://schemas.microsoft.com/office/drawing/2014/main" id="{FB786B83-3419-499A-82DF-840170DD8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046"/>
              <a:ext cx="1215" cy="973"/>
            </a:xfrm>
            <a:custGeom>
              <a:avLst/>
              <a:gdLst>
                <a:gd name="T0" fmla="*/ 300 w 486"/>
                <a:gd name="T1" fmla="*/ 3447 h 365"/>
                <a:gd name="T2" fmla="*/ 4083 w 486"/>
                <a:gd name="T3" fmla="*/ 0 h 365"/>
                <a:gd name="T4" fmla="*/ 7238 w 486"/>
                <a:gd name="T5" fmla="*/ 3711 h 365"/>
                <a:gd name="T6" fmla="*/ 3488 w 486"/>
                <a:gd name="T7" fmla="*/ 6915 h 365"/>
                <a:gd name="T8" fmla="*/ 300 w 486"/>
                <a:gd name="T9" fmla="*/ 3447 h 3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6" h="365">
                  <a:moveTo>
                    <a:pt x="19" y="182"/>
                  </a:moveTo>
                  <a:cubicBezTo>
                    <a:pt x="39" y="74"/>
                    <a:pt x="138" y="0"/>
                    <a:pt x="261" y="0"/>
                  </a:cubicBezTo>
                  <a:cubicBezTo>
                    <a:pt x="385" y="0"/>
                    <a:pt x="486" y="92"/>
                    <a:pt x="463" y="196"/>
                  </a:cubicBezTo>
                  <a:cubicBezTo>
                    <a:pt x="442" y="295"/>
                    <a:pt x="346" y="365"/>
                    <a:pt x="223" y="365"/>
                  </a:cubicBezTo>
                  <a:cubicBezTo>
                    <a:pt x="100" y="365"/>
                    <a:pt x="0" y="282"/>
                    <a:pt x="19" y="18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80">
              <a:extLst>
                <a:ext uri="{FF2B5EF4-FFF2-40B4-BE49-F238E27FC236}">
                  <a16:creationId xmlns:a16="http://schemas.microsoft.com/office/drawing/2014/main" id="{FEF97877-BB00-4B37-9BDF-4E3B35B55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011"/>
              <a:ext cx="1225" cy="1043"/>
            </a:xfrm>
            <a:custGeom>
              <a:avLst/>
              <a:gdLst>
                <a:gd name="T0" fmla="*/ 125 w 490"/>
                <a:gd name="T1" fmla="*/ 3679 h 391"/>
                <a:gd name="T2" fmla="*/ 645 w 490"/>
                <a:gd name="T3" fmla="*/ 5941 h 391"/>
                <a:gd name="T4" fmla="*/ 3520 w 490"/>
                <a:gd name="T5" fmla="*/ 7421 h 391"/>
                <a:gd name="T6" fmla="*/ 7500 w 490"/>
                <a:gd name="T7" fmla="*/ 4007 h 391"/>
                <a:gd name="T8" fmla="*/ 6988 w 490"/>
                <a:gd name="T9" fmla="*/ 1558 h 391"/>
                <a:gd name="T10" fmla="*/ 4145 w 490"/>
                <a:gd name="T11" fmla="*/ 0 h 391"/>
                <a:gd name="T12" fmla="*/ 125 w 490"/>
                <a:gd name="T13" fmla="*/ 3679 h 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0" h="391">
                  <a:moveTo>
                    <a:pt x="8" y="194"/>
                  </a:moveTo>
                  <a:cubicBezTo>
                    <a:pt x="0" y="236"/>
                    <a:pt x="12" y="278"/>
                    <a:pt x="41" y="313"/>
                  </a:cubicBezTo>
                  <a:cubicBezTo>
                    <a:pt x="81" y="362"/>
                    <a:pt x="150" y="391"/>
                    <a:pt x="225" y="391"/>
                  </a:cubicBezTo>
                  <a:cubicBezTo>
                    <a:pt x="354" y="391"/>
                    <a:pt x="457" y="319"/>
                    <a:pt x="480" y="211"/>
                  </a:cubicBezTo>
                  <a:cubicBezTo>
                    <a:pt x="490" y="166"/>
                    <a:pt x="478" y="120"/>
                    <a:pt x="447" y="82"/>
                  </a:cubicBezTo>
                  <a:cubicBezTo>
                    <a:pt x="406" y="31"/>
                    <a:pt x="338" y="0"/>
                    <a:pt x="265" y="0"/>
                  </a:cubicBezTo>
                  <a:cubicBezTo>
                    <a:pt x="135" y="0"/>
                    <a:pt x="30" y="80"/>
                    <a:pt x="8" y="19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81">
              <a:extLst>
                <a:ext uri="{FF2B5EF4-FFF2-40B4-BE49-F238E27FC236}">
                  <a16:creationId xmlns:a16="http://schemas.microsoft.com/office/drawing/2014/main" id="{D447F1EE-4639-4C2B-9D65-D33FE080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094"/>
              <a:ext cx="740" cy="688"/>
            </a:xfrm>
            <a:custGeom>
              <a:avLst/>
              <a:gdLst>
                <a:gd name="T0" fmla="*/ 188 w 296"/>
                <a:gd name="T1" fmla="*/ 4245 h 258"/>
                <a:gd name="T2" fmla="*/ 908 w 296"/>
                <a:gd name="T3" fmla="*/ 4701 h 258"/>
                <a:gd name="T4" fmla="*/ 1408 w 296"/>
                <a:gd name="T5" fmla="*/ 4744 h 258"/>
                <a:gd name="T6" fmla="*/ 1908 w 296"/>
                <a:gd name="T7" fmla="*/ 4835 h 258"/>
                <a:gd name="T8" fmla="*/ 2875 w 296"/>
                <a:gd name="T9" fmla="*/ 4813 h 258"/>
                <a:gd name="T10" fmla="*/ 3988 w 296"/>
                <a:gd name="T11" fmla="*/ 3869 h 258"/>
                <a:gd name="T12" fmla="*/ 4613 w 296"/>
                <a:gd name="T13" fmla="*/ 2197 h 258"/>
                <a:gd name="T14" fmla="*/ 4270 w 296"/>
                <a:gd name="T15" fmla="*/ 1251 h 258"/>
                <a:gd name="T16" fmla="*/ 3925 w 296"/>
                <a:gd name="T17" fmla="*/ 968 h 258"/>
                <a:gd name="T18" fmla="*/ 3625 w 296"/>
                <a:gd name="T19" fmla="*/ 776 h 258"/>
                <a:gd name="T20" fmla="*/ 2533 w 296"/>
                <a:gd name="T21" fmla="*/ 227 h 258"/>
                <a:gd name="T22" fmla="*/ 1345 w 296"/>
                <a:gd name="T23" fmla="*/ 661 h 258"/>
                <a:gd name="T24" fmla="*/ 1020 w 296"/>
                <a:gd name="T25" fmla="*/ 1160 h 258"/>
                <a:gd name="T26" fmla="*/ 688 w 296"/>
                <a:gd name="T27" fmla="*/ 1912 h 258"/>
                <a:gd name="T28" fmla="*/ 33 w 296"/>
                <a:gd name="T29" fmla="*/ 3528 h 258"/>
                <a:gd name="T30" fmla="*/ 188 w 296"/>
                <a:gd name="T31" fmla="*/ 4245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6" h="258">
                  <a:moveTo>
                    <a:pt x="12" y="224"/>
                  </a:moveTo>
                  <a:cubicBezTo>
                    <a:pt x="26" y="234"/>
                    <a:pt x="41" y="242"/>
                    <a:pt x="58" y="248"/>
                  </a:cubicBezTo>
                  <a:cubicBezTo>
                    <a:pt x="70" y="252"/>
                    <a:pt x="78" y="249"/>
                    <a:pt x="90" y="250"/>
                  </a:cubicBezTo>
                  <a:cubicBezTo>
                    <a:pt x="101" y="250"/>
                    <a:pt x="110" y="253"/>
                    <a:pt x="122" y="255"/>
                  </a:cubicBezTo>
                  <a:cubicBezTo>
                    <a:pt x="143" y="257"/>
                    <a:pt x="163" y="258"/>
                    <a:pt x="184" y="254"/>
                  </a:cubicBezTo>
                  <a:cubicBezTo>
                    <a:pt x="210" y="248"/>
                    <a:pt x="233" y="222"/>
                    <a:pt x="255" y="204"/>
                  </a:cubicBezTo>
                  <a:cubicBezTo>
                    <a:pt x="282" y="183"/>
                    <a:pt x="296" y="152"/>
                    <a:pt x="295" y="116"/>
                  </a:cubicBezTo>
                  <a:cubicBezTo>
                    <a:pt x="294" y="98"/>
                    <a:pt x="287" y="78"/>
                    <a:pt x="273" y="66"/>
                  </a:cubicBezTo>
                  <a:cubicBezTo>
                    <a:pt x="266" y="60"/>
                    <a:pt x="259" y="55"/>
                    <a:pt x="251" y="51"/>
                  </a:cubicBezTo>
                  <a:cubicBezTo>
                    <a:pt x="245" y="47"/>
                    <a:pt x="238" y="44"/>
                    <a:pt x="232" y="41"/>
                  </a:cubicBezTo>
                  <a:cubicBezTo>
                    <a:pt x="209" y="30"/>
                    <a:pt x="185" y="24"/>
                    <a:pt x="162" y="12"/>
                  </a:cubicBezTo>
                  <a:cubicBezTo>
                    <a:pt x="137" y="0"/>
                    <a:pt x="104" y="13"/>
                    <a:pt x="86" y="35"/>
                  </a:cubicBezTo>
                  <a:cubicBezTo>
                    <a:pt x="78" y="44"/>
                    <a:pt x="74" y="53"/>
                    <a:pt x="65" y="61"/>
                  </a:cubicBezTo>
                  <a:cubicBezTo>
                    <a:pt x="55" y="71"/>
                    <a:pt x="54" y="90"/>
                    <a:pt x="44" y="101"/>
                  </a:cubicBezTo>
                  <a:cubicBezTo>
                    <a:pt x="32" y="113"/>
                    <a:pt x="0" y="149"/>
                    <a:pt x="2" y="186"/>
                  </a:cubicBezTo>
                  <a:cubicBezTo>
                    <a:pt x="1" y="200"/>
                    <a:pt x="2" y="216"/>
                    <a:pt x="12" y="224"/>
                  </a:cubicBezTo>
                  <a:close/>
                </a:path>
              </a:pathLst>
            </a:custGeom>
            <a:solidFill>
              <a:srgbClr val="FFE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82">
              <a:extLst>
                <a:ext uri="{FF2B5EF4-FFF2-40B4-BE49-F238E27FC236}">
                  <a16:creationId xmlns:a16="http://schemas.microsoft.com/office/drawing/2014/main" id="{A57790DF-DA1D-40B4-99F4-9CAA7E91C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248"/>
              <a:ext cx="147" cy="112"/>
            </a:xfrm>
            <a:custGeom>
              <a:avLst/>
              <a:gdLst>
                <a:gd name="T0" fmla="*/ 154 w 59"/>
                <a:gd name="T1" fmla="*/ 248 h 42"/>
                <a:gd name="T2" fmla="*/ 167 w 59"/>
                <a:gd name="T3" fmla="*/ 533 h 42"/>
                <a:gd name="T4" fmla="*/ 137 w 59"/>
                <a:gd name="T5" fmla="*/ 568 h 42"/>
                <a:gd name="T6" fmla="*/ 125 w 59"/>
                <a:gd name="T7" fmla="*/ 627 h 42"/>
                <a:gd name="T8" fmla="*/ 42 w 59"/>
                <a:gd name="T9" fmla="*/ 683 h 42"/>
                <a:gd name="T10" fmla="*/ 42 w 59"/>
                <a:gd name="T11" fmla="*/ 717 h 42"/>
                <a:gd name="T12" fmla="*/ 12 w 59"/>
                <a:gd name="T13" fmla="*/ 739 h 42"/>
                <a:gd name="T14" fmla="*/ 75 w 59"/>
                <a:gd name="T15" fmla="*/ 776 h 42"/>
                <a:gd name="T16" fmla="*/ 229 w 59"/>
                <a:gd name="T17" fmla="*/ 739 h 42"/>
                <a:gd name="T18" fmla="*/ 311 w 59"/>
                <a:gd name="T19" fmla="*/ 683 h 42"/>
                <a:gd name="T20" fmla="*/ 508 w 59"/>
                <a:gd name="T21" fmla="*/ 605 h 42"/>
                <a:gd name="T22" fmla="*/ 665 w 59"/>
                <a:gd name="T23" fmla="*/ 533 h 42"/>
                <a:gd name="T24" fmla="*/ 715 w 59"/>
                <a:gd name="T25" fmla="*/ 477 h 42"/>
                <a:gd name="T26" fmla="*/ 807 w 59"/>
                <a:gd name="T27" fmla="*/ 397 h 42"/>
                <a:gd name="T28" fmla="*/ 912 w 59"/>
                <a:gd name="T29" fmla="*/ 341 h 42"/>
                <a:gd name="T30" fmla="*/ 837 w 59"/>
                <a:gd name="T31" fmla="*/ 320 h 42"/>
                <a:gd name="T32" fmla="*/ 837 w 59"/>
                <a:gd name="T33" fmla="*/ 115 h 42"/>
                <a:gd name="T34" fmla="*/ 775 w 59"/>
                <a:gd name="T35" fmla="*/ 21 h 42"/>
                <a:gd name="T36" fmla="*/ 620 w 59"/>
                <a:gd name="T37" fmla="*/ 0 h 42"/>
                <a:gd name="T38" fmla="*/ 404 w 59"/>
                <a:gd name="T39" fmla="*/ 21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42">
                  <a:moveTo>
                    <a:pt x="10" y="13"/>
                  </a:moveTo>
                  <a:cubicBezTo>
                    <a:pt x="11" y="17"/>
                    <a:pt x="13" y="24"/>
                    <a:pt x="11" y="28"/>
                  </a:cubicBezTo>
                  <a:cubicBezTo>
                    <a:pt x="10" y="29"/>
                    <a:pt x="9" y="29"/>
                    <a:pt x="9" y="30"/>
                  </a:cubicBezTo>
                  <a:cubicBezTo>
                    <a:pt x="8" y="31"/>
                    <a:pt x="8" y="32"/>
                    <a:pt x="8" y="33"/>
                  </a:cubicBezTo>
                  <a:cubicBezTo>
                    <a:pt x="6" y="35"/>
                    <a:pt x="4" y="35"/>
                    <a:pt x="3" y="36"/>
                  </a:cubicBezTo>
                  <a:cubicBezTo>
                    <a:pt x="3" y="37"/>
                    <a:pt x="3" y="37"/>
                    <a:pt x="3" y="38"/>
                  </a:cubicBezTo>
                  <a:cubicBezTo>
                    <a:pt x="2" y="39"/>
                    <a:pt x="2" y="39"/>
                    <a:pt x="1" y="39"/>
                  </a:cubicBezTo>
                  <a:cubicBezTo>
                    <a:pt x="0" y="41"/>
                    <a:pt x="4" y="42"/>
                    <a:pt x="5" y="41"/>
                  </a:cubicBezTo>
                  <a:cubicBezTo>
                    <a:pt x="8" y="41"/>
                    <a:pt x="12" y="40"/>
                    <a:pt x="15" y="39"/>
                  </a:cubicBezTo>
                  <a:cubicBezTo>
                    <a:pt x="17" y="38"/>
                    <a:pt x="18" y="37"/>
                    <a:pt x="20" y="36"/>
                  </a:cubicBezTo>
                  <a:cubicBezTo>
                    <a:pt x="24" y="34"/>
                    <a:pt x="29" y="33"/>
                    <a:pt x="33" y="32"/>
                  </a:cubicBezTo>
                  <a:cubicBezTo>
                    <a:pt x="36" y="31"/>
                    <a:pt x="40" y="30"/>
                    <a:pt x="43" y="28"/>
                  </a:cubicBezTo>
                  <a:cubicBezTo>
                    <a:pt x="44" y="27"/>
                    <a:pt x="45" y="26"/>
                    <a:pt x="46" y="25"/>
                  </a:cubicBezTo>
                  <a:cubicBezTo>
                    <a:pt x="48" y="23"/>
                    <a:pt x="50" y="22"/>
                    <a:pt x="52" y="21"/>
                  </a:cubicBezTo>
                  <a:cubicBezTo>
                    <a:pt x="55" y="21"/>
                    <a:pt x="57" y="19"/>
                    <a:pt x="59" y="18"/>
                  </a:cubicBezTo>
                  <a:cubicBezTo>
                    <a:pt x="57" y="19"/>
                    <a:pt x="54" y="20"/>
                    <a:pt x="54" y="17"/>
                  </a:cubicBezTo>
                  <a:cubicBezTo>
                    <a:pt x="53" y="13"/>
                    <a:pt x="55" y="10"/>
                    <a:pt x="54" y="6"/>
                  </a:cubicBezTo>
                  <a:cubicBezTo>
                    <a:pt x="53" y="4"/>
                    <a:pt x="52" y="2"/>
                    <a:pt x="50" y="1"/>
                  </a:cubicBezTo>
                  <a:cubicBezTo>
                    <a:pt x="47" y="0"/>
                    <a:pt x="43" y="0"/>
                    <a:pt x="40" y="0"/>
                  </a:cubicBezTo>
                  <a:cubicBezTo>
                    <a:pt x="36" y="0"/>
                    <a:pt x="31" y="0"/>
                    <a:pt x="26" y="1"/>
                  </a:cubicBezTo>
                </a:path>
              </a:pathLst>
            </a:custGeom>
            <a:solidFill>
              <a:srgbClr val="FFE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83">
              <a:extLst>
                <a:ext uri="{FF2B5EF4-FFF2-40B4-BE49-F238E27FC236}">
                  <a16:creationId xmlns:a16="http://schemas.microsoft.com/office/drawing/2014/main" id="{4BED2278-7D61-478C-95EC-2C489ABE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62"/>
              <a:ext cx="20" cy="56"/>
            </a:xfrm>
            <a:custGeom>
              <a:avLst/>
              <a:gdLst>
                <a:gd name="T0" fmla="*/ 125 w 8"/>
                <a:gd name="T1" fmla="*/ 0 h 21"/>
                <a:gd name="T2" fmla="*/ 95 w 8"/>
                <a:gd name="T3" fmla="*/ 205 h 21"/>
                <a:gd name="T4" fmla="*/ 125 w 8"/>
                <a:gd name="T5" fmla="*/ 307 h 21"/>
                <a:gd name="T6" fmla="*/ 0 w 8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1">
                  <a:moveTo>
                    <a:pt x="8" y="0"/>
                  </a:moveTo>
                  <a:cubicBezTo>
                    <a:pt x="8" y="4"/>
                    <a:pt x="6" y="7"/>
                    <a:pt x="6" y="11"/>
                  </a:cubicBezTo>
                  <a:cubicBezTo>
                    <a:pt x="5" y="14"/>
                    <a:pt x="7" y="14"/>
                    <a:pt x="8" y="16"/>
                  </a:cubicBezTo>
                  <a:cubicBezTo>
                    <a:pt x="4" y="17"/>
                    <a:pt x="3" y="19"/>
                    <a:pt x="0" y="21"/>
                  </a:cubicBezTo>
                </a:path>
              </a:pathLst>
            </a:custGeom>
            <a:solidFill>
              <a:srgbClr val="FFD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84">
              <a:extLst>
                <a:ext uri="{FF2B5EF4-FFF2-40B4-BE49-F238E27FC236}">
                  <a16:creationId xmlns:a16="http://schemas.microsoft.com/office/drawing/2014/main" id="{47A62824-C05C-45BB-98BC-C876A2AC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270"/>
              <a:ext cx="700" cy="490"/>
            </a:xfrm>
            <a:custGeom>
              <a:avLst/>
              <a:gdLst>
                <a:gd name="T0" fmla="*/ 300 w 280"/>
                <a:gd name="T1" fmla="*/ 3041 h 184"/>
                <a:gd name="T2" fmla="*/ 750 w 280"/>
                <a:gd name="T3" fmla="*/ 3326 h 184"/>
                <a:gd name="T4" fmla="*/ 1313 w 280"/>
                <a:gd name="T5" fmla="*/ 3305 h 184"/>
                <a:gd name="T6" fmla="*/ 1845 w 280"/>
                <a:gd name="T7" fmla="*/ 3419 h 184"/>
                <a:gd name="T8" fmla="*/ 2458 w 280"/>
                <a:gd name="T9" fmla="*/ 3441 h 184"/>
                <a:gd name="T10" fmla="*/ 3520 w 280"/>
                <a:gd name="T11" fmla="*/ 2759 h 184"/>
                <a:gd name="T12" fmla="*/ 4270 w 280"/>
                <a:gd name="T13" fmla="*/ 1510 h 184"/>
                <a:gd name="T14" fmla="*/ 3875 w 280"/>
                <a:gd name="T15" fmla="*/ 0 h 184"/>
                <a:gd name="T16" fmla="*/ 4000 w 280"/>
                <a:gd name="T17" fmla="*/ 772 h 184"/>
                <a:gd name="T18" fmla="*/ 3813 w 280"/>
                <a:gd name="T19" fmla="*/ 1531 h 184"/>
                <a:gd name="T20" fmla="*/ 3300 w 280"/>
                <a:gd name="T21" fmla="*/ 1419 h 184"/>
                <a:gd name="T22" fmla="*/ 3238 w 280"/>
                <a:gd name="T23" fmla="*/ 1830 h 184"/>
                <a:gd name="T24" fmla="*/ 3033 w 280"/>
                <a:gd name="T25" fmla="*/ 2660 h 184"/>
                <a:gd name="T26" fmla="*/ 2208 w 280"/>
                <a:gd name="T27" fmla="*/ 3020 h 184"/>
                <a:gd name="T28" fmla="*/ 1750 w 280"/>
                <a:gd name="T29" fmla="*/ 2873 h 184"/>
                <a:gd name="T30" fmla="*/ 1645 w 280"/>
                <a:gd name="T31" fmla="*/ 2170 h 184"/>
                <a:gd name="T32" fmla="*/ 1438 w 280"/>
                <a:gd name="T33" fmla="*/ 1830 h 184"/>
                <a:gd name="T34" fmla="*/ 1550 w 280"/>
                <a:gd name="T35" fmla="*/ 2213 h 184"/>
                <a:gd name="T36" fmla="*/ 1220 w 280"/>
                <a:gd name="T37" fmla="*/ 2794 h 184"/>
                <a:gd name="T38" fmla="*/ 833 w 280"/>
                <a:gd name="T39" fmla="*/ 2815 h 184"/>
                <a:gd name="T40" fmla="*/ 645 w 280"/>
                <a:gd name="T41" fmla="*/ 2759 h 184"/>
                <a:gd name="T42" fmla="*/ 470 w 280"/>
                <a:gd name="T43" fmla="*/ 2908 h 184"/>
                <a:gd name="T44" fmla="*/ 0 w 280"/>
                <a:gd name="T45" fmla="*/ 2794 h 184"/>
                <a:gd name="T46" fmla="*/ 300 w 280"/>
                <a:gd name="T47" fmla="*/ 3041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0" h="184">
                  <a:moveTo>
                    <a:pt x="19" y="161"/>
                  </a:moveTo>
                  <a:cubicBezTo>
                    <a:pt x="30" y="165"/>
                    <a:pt x="38" y="174"/>
                    <a:pt x="48" y="176"/>
                  </a:cubicBezTo>
                  <a:cubicBezTo>
                    <a:pt x="60" y="179"/>
                    <a:pt x="72" y="176"/>
                    <a:pt x="84" y="175"/>
                  </a:cubicBezTo>
                  <a:cubicBezTo>
                    <a:pt x="96" y="175"/>
                    <a:pt x="107" y="180"/>
                    <a:pt x="118" y="181"/>
                  </a:cubicBezTo>
                  <a:cubicBezTo>
                    <a:pt x="131" y="184"/>
                    <a:pt x="145" y="183"/>
                    <a:pt x="157" y="182"/>
                  </a:cubicBezTo>
                  <a:cubicBezTo>
                    <a:pt x="185" y="178"/>
                    <a:pt x="203" y="162"/>
                    <a:pt x="225" y="146"/>
                  </a:cubicBezTo>
                  <a:cubicBezTo>
                    <a:pt x="250" y="129"/>
                    <a:pt x="266" y="110"/>
                    <a:pt x="273" y="80"/>
                  </a:cubicBezTo>
                  <a:cubicBezTo>
                    <a:pt x="280" y="50"/>
                    <a:pt x="273" y="19"/>
                    <a:pt x="248" y="0"/>
                  </a:cubicBezTo>
                  <a:cubicBezTo>
                    <a:pt x="250" y="15"/>
                    <a:pt x="256" y="26"/>
                    <a:pt x="256" y="41"/>
                  </a:cubicBezTo>
                  <a:cubicBezTo>
                    <a:pt x="256" y="52"/>
                    <a:pt x="256" y="76"/>
                    <a:pt x="244" y="81"/>
                  </a:cubicBezTo>
                  <a:cubicBezTo>
                    <a:pt x="233" y="87"/>
                    <a:pt x="223" y="68"/>
                    <a:pt x="211" y="75"/>
                  </a:cubicBezTo>
                  <a:cubicBezTo>
                    <a:pt x="203" y="79"/>
                    <a:pt x="207" y="89"/>
                    <a:pt x="207" y="97"/>
                  </a:cubicBezTo>
                  <a:cubicBezTo>
                    <a:pt x="209" y="115"/>
                    <a:pt x="210" y="128"/>
                    <a:pt x="194" y="141"/>
                  </a:cubicBezTo>
                  <a:cubicBezTo>
                    <a:pt x="180" y="153"/>
                    <a:pt x="160" y="163"/>
                    <a:pt x="141" y="160"/>
                  </a:cubicBezTo>
                  <a:cubicBezTo>
                    <a:pt x="133" y="158"/>
                    <a:pt x="119" y="156"/>
                    <a:pt x="112" y="152"/>
                  </a:cubicBezTo>
                  <a:cubicBezTo>
                    <a:pt x="99" y="142"/>
                    <a:pt x="107" y="128"/>
                    <a:pt x="105" y="115"/>
                  </a:cubicBezTo>
                  <a:cubicBezTo>
                    <a:pt x="105" y="110"/>
                    <a:pt x="99" y="90"/>
                    <a:pt x="92" y="97"/>
                  </a:cubicBezTo>
                  <a:cubicBezTo>
                    <a:pt x="98" y="102"/>
                    <a:pt x="99" y="112"/>
                    <a:pt x="99" y="117"/>
                  </a:cubicBezTo>
                  <a:cubicBezTo>
                    <a:pt x="98" y="130"/>
                    <a:pt x="91" y="144"/>
                    <a:pt x="78" y="148"/>
                  </a:cubicBezTo>
                  <a:cubicBezTo>
                    <a:pt x="70" y="150"/>
                    <a:pt x="62" y="150"/>
                    <a:pt x="53" y="149"/>
                  </a:cubicBezTo>
                  <a:cubicBezTo>
                    <a:pt x="49" y="148"/>
                    <a:pt x="46" y="145"/>
                    <a:pt x="41" y="146"/>
                  </a:cubicBezTo>
                  <a:cubicBezTo>
                    <a:pt x="36" y="147"/>
                    <a:pt x="35" y="153"/>
                    <a:pt x="30" y="154"/>
                  </a:cubicBezTo>
                  <a:cubicBezTo>
                    <a:pt x="23" y="157"/>
                    <a:pt x="7" y="150"/>
                    <a:pt x="0" y="148"/>
                  </a:cubicBezTo>
                  <a:cubicBezTo>
                    <a:pt x="0" y="153"/>
                    <a:pt x="14" y="158"/>
                    <a:pt x="19" y="161"/>
                  </a:cubicBezTo>
                  <a:close/>
                </a:path>
              </a:pathLst>
            </a:custGeom>
            <a:solidFill>
              <a:srgbClr val="FFE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85">
              <a:extLst>
                <a:ext uri="{FF2B5EF4-FFF2-40B4-BE49-F238E27FC236}">
                  <a16:creationId xmlns:a16="http://schemas.microsoft.com/office/drawing/2014/main" id="{8B62B6FF-0D7A-4A09-8774-1B4C14C67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134"/>
              <a:ext cx="255" cy="202"/>
            </a:xfrm>
            <a:custGeom>
              <a:avLst/>
              <a:gdLst>
                <a:gd name="T0" fmla="*/ 988 w 102"/>
                <a:gd name="T1" fmla="*/ 431 h 76"/>
                <a:gd name="T2" fmla="*/ 1333 w 102"/>
                <a:gd name="T3" fmla="*/ 566 h 76"/>
                <a:gd name="T4" fmla="*/ 1550 w 102"/>
                <a:gd name="T5" fmla="*/ 805 h 76"/>
                <a:gd name="T6" fmla="*/ 1550 w 102"/>
                <a:gd name="T7" fmla="*/ 1053 h 76"/>
                <a:gd name="T8" fmla="*/ 1458 w 102"/>
                <a:gd name="T9" fmla="*/ 1371 h 76"/>
                <a:gd name="T10" fmla="*/ 1438 w 102"/>
                <a:gd name="T11" fmla="*/ 1018 h 76"/>
                <a:gd name="T12" fmla="*/ 1395 w 102"/>
                <a:gd name="T13" fmla="*/ 827 h 76"/>
                <a:gd name="T14" fmla="*/ 1095 w 102"/>
                <a:gd name="T15" fmla="*/ 601 h 76"/>
                <a:gd name="T16" fmla="*/ 800 w 102"/>
                <a:gd name="T17" fmla="*/ 524 h 76"/>
                <a:gd name="T18" fmla="*/ 563 w 102"/>
                <a:gd name="T19" fmla="*/ 771 h 76"/>
                <a:gd name="T20" fmla="*/ 708 w 102"/>
                <a:gd name="T21" fmla="*/ 486 h 76"/>
                <a:gd name="T22" fmla="*/ 500 w 102"/>
                <a:gd name="T23" fmla="*/ 303 h 76"/>
                <a:gd name="T24" fmla="*/ 300 w 102"/>
                <a:gd name="T25" fmla="*/ 136 h 76"/>
                <a:gd name="T26" fmla="*/ 0 w 102"/>
                <a:gd name="T27" fmla="*/ 114 h 76"/>
                <a:gd name="T28" fmla="*/ 645 w 102"/>
                <a:gd name="T29" fmla="*/ 205 h 76"/>
                <a:gd name="T30" fmla="*/ 770 w 102"/>
                <a:gd name="T31" fmla="*/ 319 h 76"/>
                <a:gd name="T32" fmla="*/ 925 w 102"/>
                <a:gd name="T33" fmla="*/ 361 h 76"/>
                <a:gd name="T34" fmla="*/ 1020 w 102"/>
                <a:gd name="T35" fmla="*/ 452 h 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2" h="76">
                  <a:moveTo>
                    <a:pt x="63" y="23"/>
                  </a:moveTo>
                  <a:cubicBezTo>
                    <a:pt x="70" y="26"/>
                    <a:pt x="78" y="26"/>
                    <a:pt x="85" y="30"/>
                  </a:cubicBezTo>
                  <a:cubicBezTo>
                    <a:pt x="91" y="34"/>
                    <a:pt x="95" y="37"/>
                    <a:pt x="99" y="43"/>
                  </a:cubicBezTo>
                  <a:cubicBezTo>
                    <a:pt x="102" y="49"/>
                    <a:pt x="102" y="50"/>
                    <a:pt x="99" y="56"/>
                  </a:cubicBezTo>
                  <a:cubicBezTo>
                    <a:pt x="97" y="59"/>
                    <a:pt x="99" y="76"/>
                    <a:pt x="93" y="73"/>
                  </a:cubicBezTo>
                  <a:cubicBezTo>
                    <a:pt x="91" y="71"/>
                    <a:pt x="93" y="57"/>
                    <a:pt x="92" y="54"/>
                  </a:cubicBezTo>
                  <a:cubicBezTo>
                    <a:pt x="92" y="50"/>
                    <a:pt x="91" y="47"/>
                    <a:pt x="89" y="44"/>
                  </a:cubicBezTo>
                  <a:cubicBezTo>
                    <a:pt x="84" y="39"/>
                    <a:pt x="77" y="34"/>
                    <a:pt x="70" y="32"/>
                  </a:cubicBezTo>
                  <a:cubicBezTo>
                    <a:pt x="65" y="30"/>
                    <a:pt x="57" y="24"/>
                    <a:pt x="51" y="28"/>
                  </a:cubicBezTo>
                  <a:cubicBezTo>
                    <a:pt x="45" y="31"/>
                    <a:pt x="44" y="42"/>
                    <a:pt x="36" y="41"/>
                  </a:cubicBezTo>
                  <a:cubicBezTo>
                    <a:pt x="37" y="35"/>
                    <a:pt x="46" y="34"/>
                    <a:pt x="45" y="26"/>
                  </a:cubicBezTo>
                  <a:cubicBezTo>
                    <a:pt x="44" y="21"/>
                    <a:pt x="37" y="19"/>
                    <a:pt x="32" y="16"/>
                  </a:cubicBezTo>
                  <a:cubicBezTo>
                    <a:pt x="27" y="14"/>
                    <a:pt x="24" y="10"/>
                    <a:pt x="19" y="7"/>
                  </a:cubicBezTo>
                  <a:cubicBezTo>
                    <a:pt x="14" y="5"/>
                    <a:pt x="6" y="6"/>
                    <a:pt x="0" y="6"/>
                  </a:cubicBezTo>
                  <a:cubicBezTo>
                    <a:pt x="14" y="0"/>
                    <a:pt x="28" y="6"/>
                    <a:pt x="41" y="11"/>
                  </a:cubicBezTo>
                  <a:cubicBezTo>
                    <a:pt x="45" y="13"/>
                    <a:pt x="46" y="15"/>
                    <a:pt x="49" y="17"/>
                  </a:cubicBezTo>
                  <a:cubicBezTo>
                    <a:pt x="52" y="18"/>
                    <a:pt x="56" y="19"/>
                    <a:pt x="59" y="19"/>
                  </a:cubicBezTo>
                  <a:cubicBezTo>
                    <a:pt x="62" y="20"/>
                    <a:pt x="65" y="20"/>
                    <a:pt x="65" y="24"/>
                  </a:cubicBezTo>
                </a:path>
              </a:pathLst>
            </a:custGeom>
            <a:solidFill>
              <a:srgbClr val="FFE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86">
              <a:extLst>
                <a:ext uri="{FF2B5EF4-FFF2-40B4-BE49-F238E27FC236}">
                  <a16:creationId xmlns:a16="http://schemas.microsoft.com/office/drawing/2014/main" id="{0171AC80-B099-4ED4-A0C1-1D07383D7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406"/>
              <a:ext cx="135" cy="194"/>
            </a:xfrm>
            <a:custGeom>
              <a:avLst/>
              <a:gdLst>
                <a:gd name="T0" fmla="*/ 845 w 54"/>
                <a:gd name="T1" fmla="*/ 579 h 73"/>
                <a:gd name="T2" fmla="*/ 750 w 54"/>
                <a:gd name="T3" fmla="*/ 93 h 73"/>
                <a:gd name="T4" fmla="*/ 658 w 54"/>
                <a:gd name="T5" fmla="*/ 35 h 73"/>
                <a:gd name="T6" fmla="*/ 488 w 54"/>
                <a:gd name="T7" fmla="*/ 35 h 73"/>
                <a:gd name="T8" fmla="*/ 500 w 54"/>
                <a:gd name="T9" fmla="*/ 396 h 73"/>
                <a:gd name="T10" fmla="*/ 333 w 54"/>
                <a:gd name="T11" fmla="*/ 452 h 73"/>
                <a:gd name="T12" fmla="*/ 250 w 54"/>
                <a:gd name="T13" fmla="*/ 691 h 73"/>
                <a:gd name="T14" fmla="*/ 63 w 54"/>
                <a:gd name="T15" fmla="*/ 861 h 73"/>
                <a:gd name="T16" fmla="*/ 270 w 54"/>
                <a:gd name="T17" fmla="*/ 917 h 73"/>
                <a:gd name="T18" fmla="*/ 458 w 54"/>
                <a:gd name="T19" fmla="*/ 1087 h 73"/>
                <a:gd name="T20" fmla="*/ 563 w 54"/>
                <a:gd name="T21" fmla="*/ 1371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73">
                  <a:moveTo>
                    <a:pt x="54" y="31"/>
                  </a:moveTo>
                  <a:cubicBezTo>
                    <a:pt x="39" y="33"/>
                    <a:pt x="50" y="10"/>
                    <a:pt x="48" y="5"/>
                  </a:cubicBezTo>
                  <a:cubicBezTo>
                    <a:pt x="47" y="0"/>
                    <a:pt x="47" y="1"/>
                    <a:pt x="42" y="2"/>
                  </a:cubicBezTo>
                  <a:cubicBezTo>
                    <a:pt x="38" y="3"/>
                    <a:pt x="35" y="4"/>
                    <a:pt x="31" y="2"/>
                  </a:cubicBezTo>
                  <a:cubicBezTo>
                    <a:pt x="34" y="9"/>
                    <a:pt x="44" y="17"/>
                    <a:pt x="32" y="21"/>
                  </a:cubicBezTo>
                  <a:cubicBezTo>
                    <a:pt x="28" y="22"/>
                    <a:pt x="25" y="21"/>
                    <a:pt x="21" y="24"/>
                  </a:cubicBezTo>
                  <a:cubicBezTo>
                    <a:pt x="16" y="28"/>
                    <a:pt x="18" y="32"/>
                    <a:pt x="16" y="37"/>
                  </a:cubicBezTo>
                  <a:cubicBezTo>
                    <a:pt x="13" y="42"/>
                    <a:pt x="6" y="43"/>
                    <a:pt x="4" y="46"/>
                  </a:cubicBezTo>
                  <a:cubicBezTo>
                    <a:pt x="0" y="54"/>
                    <a:pt x="14" y="50"/>
                    <a:pt x="17" y="49"/>
                  </a:cubicBezTo>
                  <a:cubicBezTo>
                    <a:pt x="23" y="48"/>
                    <a:pt x="26" y="52"/>
                    <a:pt x="29" y="58"/>
                  </a:cubicBezTo>
                  <a:cubicBezTo>
                    <a:pt x="31" y="61"/>
                    <a:pt x="33" y="73"/>
                    <a:pt x="36" y="73"/>
                  </a:cubicBezTo>
                </a:path>
              </a:pathLst>
            </a:custGeom>
            <a:solidFill>
              <a:srgbClr val="FFE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87">
              <a:extLst>
                <a:ext uri="{FF2B5EF4-FFF2-40B4-BE49-F238E27FC236}">
                  <a16:creationId xmlns:a16="http://schemas.microsoft.com/office/drawing/2014/main" id="{0E586C4B-2ADB-4695-B866-D850D09C4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326"/>
              <a:ext cx="65" cy="173"/>
            </a:xfrm>
            <a:custGeom>
              <a:avLst/>
              <a:gdLst>
                <a:gd name="T0" fmla="*/ 220 w 26"/>
                <a:gd name="T1" fmla="*/ 0 h 65"/>
                <a:gd name="T2" fmla="*/ 145 w 26"/>
                <a:gd name="T3" fmla="*/ 362 h 65"/>
                <a:gd name="T4" fmla="*/ 175 w 26"/>
                <a:gd name="T5" fmla="*/ 772 h 65"/>
                <a:gd name="T6" fmla="*/ 113 w 26"/>
                <a:gd name="T7" fmla="*/ 1168 h 65"/>
                <a:gd name="T8" fmla="*/ 300 w 26"/>
                <a:gd name="T9" fmla="*/ 977 h 65"/>
                <a:gd name="T10" fmla="*/ 345 w 26"/>
                <a:gd name="T11" fmla="*/ 14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5">
                  <a:moveTo>
                    <a:pt x="14" y="0"/>
                  </a:moveTo>
                  <a:cubicBezTo>
                    <a:pt x="16" y="8"/>
                    <a:pt x="11" y="12"/>
                    <a:pt x="9" y="19"/>
                  </a:cubicBezTo>
                  <a:cubicBezTo>
                    <a:pt x="7" y="26"/>
                    <a:pt x="13" y="33"/>
                    <a:pt x="11" y="41"/>
                  </a:cubicBezTo>
                  <a:cubicBezTo>
                    <a:pt x="11" y="45"/>
                    <a:pt x="0" y="58"/>
                    <a:pt x="7" y="62"/>
                  </a:cubicBezTo>
                  <a:cubicBezTo>
                    <a:pt x="12" y="65"/>
                    <a:pt x="18" y="55"/>
                    <a:pt x="19" y="52"/>
                  </a:cubicBezTo>
                  <a:cubicBezTo>
                    <a:pt x="25" y="39"/>
                    <a:pt x="26" y="22"/>
                    <a:pt x="22" y="8"/>
                  </a:cubicBezTo>
                </a:path>
              </a:pathLst>
            </a:custGeom>
            <a:solidFill>
              <a:srgbClr val="FFE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Freeform 88">
              <a:extLst>
                <a:ext uri="{FF2B5EF4-FFF2-40B4-BE49-F238E27FC236}">
                  <a16:creationId xmlns:a16="http://schemas.microsoft.com/office/drawing/2014/main" id="{E45B1F77-3370-42B5-84ED-9DD98C6F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78"/>
              <a:ext cx="65" cy="216"/>
            </a:xfrm>
            <a:custGeom>
              <a:avLst/>
              <a:gdLst>
                <a:gd name="T0" fmla="*/ 0 w 26"/>
                <a:gd name="T1" fmla="*/ 0 h 81"/>
                <a:gd name="T2" fmla="*/ 270 w 26"/>
                <a:gd name="T3" fmla="*/ 248 h 81"/>
                <a:gd name="T4" fmla="*/ 313 w 26"/>
                <a:gd name="T5" fmla="*/ 568 h 81"/>
                <a:gd name="T6" fmla="*/ 408 w 26"/>
                <a:gd name="T7" fmla="*/ 968 h 81"/>
                <a:gd name="T8" fmla="*/ 345 w 26"/>
                <a:gd name="T9" fmla="*/ 1272 h 81"/>
                <a:gd name="T10" fmla="*/ 145 w 26"/>
                <a:gd name="T11" fmla="*/ 1536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81">
                  <a:moveTo>
                    <a:pt x="0" y="0"/>
                  </a:moveTo>
                  <a:cubicBezTo>
                    <a:pt x="5" y="1"/>
                    <a:pt x="14" y="9"/>
                    <a:pt x="17" y="13"/>
                  </a:cubicBezTo>
                  <a:cubicBezTo>
                    <a:pt x="21" y="18"/>
                    <a:pt x="18" y="24"/>
                    <a:pt x="20" y="30"/>
                  </a:cubicBezTo>
                  <a:cubicBezTo>
                    <a:pt x="22" y="37"/>
                    <a:pt x="26" y="43"/>
                    <a:pt x="26" y="51"/>
                  </a:cubicBezTo>
                  <a:cubicBezTo>
                    <a:pt x="26" y="57"/>
                    <a:pt x="25" y="62"/>
                    <a:pt x="22" y="67"/>
                  </a:cubicBezTo>
                  <a:cubicBezTo>
                    <a:pt x="19" y="73"/>
                    <a:pt x="13" y="76"/>
                    <a:pt x="9" y="81"/>
                  </a:cubicBezTo>
                </a:path>
              </a:pathLst>
            </a:custGeom>
            <a:solidFill>
              <a:srgbClr val="FFE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Freeform 89">
              <a:extLst>
                <a:ext uri="{FF2B5EF4-FFF2-40B4-BE49-F238E27FC236}">
                  <a16:creationId xmlns:a16="http://schemas.microsoft.com/office/drawing/2014/main" id="{8C5B3957-CEA7-402B-8FFD-64F909E6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248"/>
              <a:ext cx="155" cy="360"/>
            </a:xfrm>
            <a:custGeom>
              <a:avLst/>
              <a:gdLst>
                <a:gd name="T0" fmla="*/ 938 w 62"/>
                <a:gd name="T1" fmla="*/ 56 h 135"/>
                <a:gd name="T2" fmla="*/ 800 w 62"/>
                <a:gd name="T3" fmla="*/ 491 h 135"/>
                <a:gd name="T4" fmla="*/ 533 w 62"/>
                <a:gd name="T5" fmla="*/ 1024 h 135"/>
                <a:gd name="T6" fmla="*/ 208 w 62"/>
                <a:gd name="T7" fmla="*/ 1629 h 135"/>
                <a:gd name="T8" fmla="*/ 63 w 62"/>
                <a:gd name="T9" fmla="*/ 2560 h 135"/>
                <a:gd name="T10" fmla="*/ 113 w 62"/>
                <a:gd name="T11" fmla="*/ 2083 h 135"/>
                <a:gd name="T12" fmla="*/ 300 w 62"/>
                <a:gd name="T13" fmla="*/ 1629 h 135"/>
                <a:gd name="T14" fmla="*/ 688 w 62"/>
                <a:gd name="T15" fmla="*/ 1024 h 135"/>
                <a:gd name="T16" fmla="*/ 925 w 62"/>
                <a:gd name="T17" fmla="*/ 533 h 135"/>
                <a:gd name="T18" fmla="*/ 970 w 62"/>
                <a:gd name="T19" fmla="*/ 0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35">
                  <a:moveTo>
                    <a:pt x="60" y="3"/>
                  </a:moveTo>
                  <a:cubicBezTo>
                    <a:pt x="52" y="5"/>
                    <a:pt x="54" y="20"/>
                    <a:pt x="51" y="26"/>
                  </a:cubicBezTo>
                  <a:cubicBezTo>
                    <a:pt x="47" y="38"/>
                    <a:pt x="43" y="46"/>
                    <a:pt x="34" y="54"/>
                  </a:cubicBezTo>
                  <a:cubicBezTo>
                    <a:pt x="25" y="63"/>
                    <a:pt x="18" y="74"/>
                    <a:pt x="13" y="86"/>
                  </a:cubicBezTo>
                  <a:cubicBezTo>
                    <a:pt x="8" y="102"/>
                    <a:pt x="0" y="118"/>
                    <a:pt x="4" y="135"/>
                  </a:cubicBezTo>
                  <a:cubicBezTo>
                    <a:pt x="5" y="126"/>
                    <a:pt x="3" y="119"/>
                    <a:pt x="7" y="110"/>
                  </a:cubicBezTo>
                  <a:cubicBezTo>
                    <a:pt x="9" y="103"/>
                    <a:pt x="15" y="92"/>
                    <a:pt x="19" y="86"/>
                  </a:cubicBezTo>
                  <a:cubicBezTo>
                    <a:pt x="26" y="75"/>
                    <a:pt x="31" y="61"/>
                    <a:pt x="44" y="54"/>
                  </a:cubicBezTo>
                  <a:cubicBezTo>
                    <a:pt x="55" y="47"/>
                    <a:pt x="58" y="42"/>
                    <a:pt x="59" y="28"/>
                  </a:cubicBezTo>
                  <a:cubicBezTo>
                    <a:pt x="59" y="18"/>
                    <a:pt x="59" y="9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90">
              <a:extLst>
                <a:ext uri="{FF2B5EF4-FFF2-40B4-BE49-F238E27FC236}">
                  <a16:creationId xmlns:a16="http://schemas.microsoft.com/office/drawing/2014/main" id="{08825A5D-A03B-4340-9743-9CFAE2E1A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136"/>
              <a:ext cx="85" cy="56"/>
            </a:xfrm>
            <a:custGeom>
              <a:avLst/>
              <a:gdLst>
                <a:gd name="T0" fmla="*/ 0 w 34"/>
                <a:gd name="T1" fmla="*/ 397 h 21"/>
                <a:gd name="T2" fmla="*/ 533 w 34"/>
                <a:gd name="T3" fmla="*/ 21 h 21"/>
                <a:gd name="T4" fmla="*/ 125 w 34"/>
                <a:gd name="T5" fmla="*/ 3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1">
                  <a:moveTo>
                    <a:pt x="0" y="21"/>
                  </a:moveTo>
                  <a:cubicBezTo>
                    <a:pt x="6" y="10"/>
                    <a:pt x="22" y="0"/>
                    <a:pt x="34" y="1"/>
                  </a:cubicBezTo>
                  <a:cubicBezTo>
                    <a:pt x="25" y="4"/>
                    <a:pt x="16" y="11"/>
                    <a:pt x="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91">
              <a:extLst>
                <a:ext uri="{FF2B5EF4-FFF2-40B4-BE49-F238E27FC236}">
                  <a16:creationId xmlns:a16="http://schemas.microsoft.com/office/drawing/2014/main" id="{D1BC4E17-BFCD-4620-A2FD-3DE8EF59A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216"/>
              <a:ext cx="77" cy="35"/>
            </a:xfrm>
            <a:custGeom>
              <a:avLst/>
              <a:gdLst>
                <a:gd name="T0" fmla="*/ 0 w 31"/>
                <a:gd name="T1" fmla="*/ 253 h 13"/>
                <a:gd name="T2" fmla="*/ 474 w 31"/>
                <a:gd name="T3" fmla="*/ 218 h 13"/>
                <a:gd name="T4" fmla="*/ 104 w 31"/>
                <a:gd name="T5" fmla="*/ 17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7" y="0"/>
                    <a:pt x="22" y="0"/>
                    <a:pt x="31" y="11"/>
                  </a:cubicBezTo>
                  <a:cubicBezTo>
                    <a:pt x="26" y="5"/>
                    <a:pt x="14" y="4"/>
                    <a:pt x="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92">
              <a:extLst>
                <a:ext uri="{FF2B5EF4-FFF2-40B4-BE49-F238E27FC236}">
                  <a16:creationId xmlns:a16="http://schemas.microsoft.com/office/drawing/2014/main" id="{FA7E9199-A02A-4F74-868C-78669D6E3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534"/>
              <a:ext cx="68" cy="138"/>
            </a:xfrm>
            <a:custGeom>
              <a:avLst/>
              <a:gdLst>
                <a:gd name="T0" fmla="*/ 113 w 27"/>
                <a:gd name="T1" fmla="*/ 56 h 52"/>
                <a:gd name="T2" fmla="*/ 431 w 27"/>
                <a:gd name="T3" fmla="*/ 971 h 52"/>
                <a:gd name="T4" fmla="*/ 209 w 27"/>
                <a:gd name="T5" fmla="*/ 541 h 52"/>
                <a:gd name="T6" fmla="*/ 191 w 27"/>
                <a:gd name="T7" fmla="*/ 247 h 52"/>
                <a:gd name="T8" fmla="*/ 96 w 27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2">
                  <a:moveTo>
                    <a:pt x="7" y="3"/>
                  </a:moveTo>
                  <a:cubicBezTo>
                    <a:pt x="14" y="19"/>
                    <a:pt x="0" y="48"/>
                    <a:pt x="27" y="52"/>
                  </a:cubicBezTo>
                  <a:cubicBezTo>
                    <a:pt x="17" y="50"/>
                    <a:pt x="15" y="36"/>
                    <a:pt x="13" y="29"/>
                  </a:cubicBezTo>
                  <a:cubicBezTo>
                    <a:pt x="13" y="23"/>
                    <a:pt x="12" y="18"/>
                    <a:pt x="12" y="13"/>
                  </a:cubicBezTo>
                  <a:cubicBezTo>
                    <a:pt x="12" y="6"/>
                    <a:pt x="8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93">
              <a:extLst>
                <a:ext uri="{FF2B5EF4-FFF2-40B4-BE49-F238E27FC236}">
                  <a16:creationId xmlns:a16="http://schemas.microsoft.com/office/drawing/2014/main" id="{4B5C4831-82F5-4848-BE0A-8307FA14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320"/>
              <a:ext cx="232" cy="419"/>
            </a:xfrm>
            <a:custGeom>
              <a:avLst/>
              <a:gdLst>
                <a:gd name="T0" fmla="*/ 529 w 93"/>
                <a:gd name="T1" fmla="*/ 1345 h 157"/>
                <a:gd name="T2" fmla="*/ 561 w 93"/>
                <a:gd name="T3" fmla="*/ 2266 h 157"/>
                <a:gd name="T4" fmla="*/ 279 w 93"/>
                <a:gd name="T5" fmla="*/ 2607 h 157"/>
                <a:gd name="T6" fmla="*/ 0 w 93"/>
                <a:gd name="T7" fmla="*/ 2984 h 157"/>
                <a:gd name="T8" fmla="*/ 292 w 93"/>
                <a:gd name="T9" fmla="*/ 2757 h 157"/>
                <a:gd name="T10" fmla="*/ 561 w 93"/>
                <a:gd name="T11" fmla="*/ 2437 h 157"/>
                <a:gd name="T12" fmla="*/ 1040 w 93"/>
                <a:gd name="T13" fmla="*/ 1959 h 157"/>
                <a:gd name="T14" fmla="*/ 1382 w 93"/>
                <a:gd name="T15" fmla="*/ 1025 h 157"/>
                <a:gd name="T16" fmla="*/ 1399 w 93"/>
                <a:gd name="T17" fmla="*/ 534 h 157"/>
                <a:gd name="T18" fmla="*/ 1307 w 93"/>
                <a:gd name="T19" fmla="*/ 0 h 157"/>
                <a:gd name="T20" fmla="*/ 1337 w 93"/>
                <a:gd name="T21" fmla="*/ 320 h 157"/>
                <a:gd name="T22" fmla="*/ 1245 w 93"/>
                <a:gd name="T23" fmla="*/ 547 h 157"/>
                <a:gd name="T24" fmla="*/ 1287 w 93"/>
                <a:gd name="T25" fmla="*/ 875 h 157"/>
                <a:gd name="T26" fmla="*/ 1153 w 93"/>
                <a:gd name="T27" fmla="*/ 1345 h 157"/>
                <a:gd name="T28" fmla="*/ 791 w 93"/>
                <a:gd name="T29" fmla="*/ 1673 h 157"/>
                <a:gd name="T30" fmla="*/ 654 w 93"/>
                <a:gd name="T31" fmla="*/ 1425 h 157"/>
                <a:gd name="T32" fmla="*/ 561 w 93"/>
                <a:gd name="T33" fmla="*/ 1345 h 157"/>
                <a:gd name="T34" fmla="*/ 529 w 93"/>
                <a:gd name="T35" fmla="*/ 1233 h 1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3" h="157">
                  <a:moveTo>
                    <a:pt x="34" y="71"/>
                  </a:moveTo>
                  <a:cubicBezTo>
                    <a:pt x="49" y="80"/>
                    <a:pt x="45" y="107"/>
                    <a:pt x="36" y="119"/>
                  </a:cubicBezTo>
                  <a:cubicBezTo>
                    <a:pt x="31" y="126"/>
                    <a:pt x="24" y="130"/>
                    <a:pt x="18" y="137"/>
                  </a:cubicBezTo>
                  <a:cubicBezTo>
                    <a:pt x="12" y="143"/>
                    <a:pt x="8" y="152"/>
                    <a:pt x="0" y="157"/>
                  </a:cubicBezTo>
                  <a:cubicBezTo>
                    <a:pt x="6" y="153"/>
                    <a:pt x="14" y="150"/>
                    <a:pt x="19" y="145"/>
                  </a:cubicBezTo>
                  <a:cubicBezTo>
                    <a:pt x="25" y="140"/>
                    <a:pt x="30" y="133"/>
                    <a:pt x="36" y="128"/>
                  </a:cubicBezTo>
                  <a:cubicBezTo>
                    <a:pt x="47" y="119"/>
                    <a:pt x="57" y="112"/>
                    <a:pt x="67" y="103"/>
                  </a:cubicBezTo>
                  <a:cubicBezTo>
                    <a:pt x="82" y="90"/>
                    <a:pt x="83" y="72"/>
                    <a:pt x="89" y="54"/>
                  </a:cubicBezTo>
                  <a:cubicBezTo>
                    <a:pt x="93" y="45"/>
                    <a:pt x="91" y="38"/>
                    <a:pt x="90" y="28"/>
                  </a:cubicBezTo>
                  <a:cubicBezTo>
                    <a:pt x="89" y="22"/>
                    <a:pt x="91" y="3"/>
                    <a:pt x="84" y="0"/>
                  </a:cubicBezTo>
                  <a:cubicBezTo>
                    <a:pt x="83" y="5"/>
                    <a:pt x="87" y="11"/>
                    <a:pt x="86" y="17"/>
                  </a:cubicBezTo>
                  <a:cubicBezTo>
                    <a:pt x="84" y="22"/>
                    <a:pt x="80" y="24"/>
                    <a:pt x="80" y="29"/>
                  </a:cubicBezTo>
                  <a:cubicBezTo>
                    <a:pt x="80" y="35"/>
                    <a:pt x="83" y="40"/>
                    <a:pt x="83" y="46"/>
                  </a:cubicBezTo>
                  <a:cubicBezTo>
                    <a:pt x="82" y="55"/>
                    <a:pt x="77" y="64"/>
                    <a:pt x="74" y="71"/>
                  </a:cubicBezTo>
                  <a:cubicBezTo>
                    <a:pt x="69" y="82"/>
                    <a:pt x="62" y="103"/>
                    <a:pt x="51" y="88"/>
                  </a:cubicBezTo>
                  <a:cubicBezTo>
                    <a:pt x="47" y="83"/>
                    <a:pt x="46" y="78"/>
                    <a:pt x="42" y="75"/>
                  </a:cubicBezTo>
                  <a:cubicBezTo>
                    <a:pt x="40" y="73"/>
                    <a:pt x="38" y="73"/>
                    <a:pt x="36" y="71"/>
                  </a:cubicBezTo>
                  <a:cubicBezTo>
                    <a:pt x="35" y="69"/>
                    <a:pt x="36" y="67"/>
                    <a:pt x="34" y="65"/>
                  </a:cubicBezTo>
                </a:path>
              </a:pathLst>
            </a:custGeom>
            <a:solidFill>
              <a:srgbClr val="FFD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94">
              <a:extLst>
                <a:ext uri="{FF2B5EF4-FFF2-40B4-BE49-F238E27FC236}">
                  <a16:creationId xmlns:a16="http://schemas.microsoft.com/office/drawing/2014/main" id="{30192413-AFFB-45AE-BB4D-E7F646B8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667"/>
              <a:ext cx="270" cy="77"/>
            </a:xfrm>
            <a:custGeom>
              <a:avLst/>
              <a:gdLst>
                <a:gd name="T0" fmla="*/ 0 w 108"/>
                <a:gd name="T1" fmla="*/ 204 h 29"/>
                <a:gd name="T2" fmla="*/ 345 w 108"/>
                <a:gd name="T3" fmla="*/ 396 h 29"/>
                <a:gd name="T4" fmla="*/ 783 w 108"/>
                <a:gd name="T5" fmla="*/ 337 h 29"/>
                <a:gd name="T6" fmla="*/ 1175 w 108"/>
                <a:gd name="T7" fmla="*/ 451 h 29"/>
                <a:gd name="T8" fmla="*/ 1688 w 108"/>
                <a:gd name="T9" fmla="*/ 465 h 29"/>
                <a:gd name="T10" fmla="*/ 1063 w 108"/>
                <a:gd name="T11" fmla="*/ 226 h 29"/>
                <a:gd name="T12" fmla="*/ 833 w 108"/>
                <a:gd name="T13" fmla="*/ 77 h 29"/>
                <a:gd name="T14" fmla="*/ 425 w 108"/>
                <a:gd name="T15" fmla="*/ 260 h 29"/>
                <a:gd name="T16" fmla="*/ 220 w 108"/>
                <a:gd name="T17" fmla="*/ 226 h 29"/>
                <a:gd name="T18" fmla="*/ 20 w 108"/>
                <a:gd name="T19" fmla="*/ 204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29">
                  <a:moveTo>
                    <a:pt x="0" y="11"/>
                  </a:moveTo>
                  <a:cubicBezTo>
                    <a:pt x="7" y="15"/>
                    <a:pt x="14" y="20"/>
                    <a:pt x="22" y="21"/>
                  </a:cubicBezTo>
                  <a:cubicBezTo>
                    <a:pt x="32" y="22"/>
                    <a:pt x="40" y="18"/>
                    <a:pt x="50" y="18"/>
                  </a:cubicBezTo>
                  <a:cubicBezTo>
                    <a:pt x="59" y="18"/>
                    <a:pt x="67" y="22"/>
                    <a:pt x="75" y="24"/>
                  </a:cubicBezTo>
                  <a:cubicBezTo>
                    <a:pt x="85" y="27"/>
                    <a:pt x="98" y="27"/>
                    <a:pt x="108" y="25"/>
                  </a:cubicBezTo>
                  <a:cubicBezTo>
                    <a:pt x="95" y="29"/>
                    <a:pt x="74" y="25"/>
                    <a:pt x="68" y="12"/>
                  </a:cubicBezTo>
                  <a:cubicBezTo>
                    <a:pt x="64" y="2"/>
                    <a:pt x="65" y="0"/>
                    <a:pt x="53" y="4"/>
                  </a:cubicBezTo>
                  <a:cubicBezTo>
                    <a:pt x="44" y="7"/>
                    <a:pt x="36" y="12"/>
                    <a:pt x="27" y="14"/>
                  </a:cubicBezTo>
                  <a:cubicBezTo>
                    <a:pt x="22" y="14"/>
                    <a:pt x="18" y="13"/>
                    <a:pt x="14" y="12"/>
                  </a:cubicBezTo>
                  <a:cubicBezTo>
                    <a:pt x="10" y="12"/>
                    <a:pt x="4" y="13"/>
                    <a:pt x="1" y="11"/>
                  </a:cubicBezTo>
                </a:path>
              </a:pathLst>
            </a:custGeom>
            <a:solidFill>
              <a:srgbClr val="FFD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95">
              <a:extLst>
                <a:ext uri="{FF2B5EF4-FFF2-40B4-BE49-F238E27FC236}">
                  <a16:creationId xmlns:a16="http://schemas.microsoft.com/office/drawing/2014/main" id="{65D568D0-4EC9-423C-8940-4028927A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76"/>
              <a:ext cx="58" cy="30"/>
            </a:xfrm>
            <a:custGeom>
              <a:avLst/>
              <a:gdLst>
                <a:gd name="T0" fmla="*/ 0 w 23"/>
                <a:gd name="T1" fmla="*/ 0 h 11"/>
                <a:gd name="T2" fmla="*/ 113 w 23"/>
                <a:gd name="T3" fmla="*/ 185 h 11"/>
                <a:gd name="T4" fmla="*/ 222 w 23"/>
                <a:gd name="T5" fmla="*/ 164 h 11"/>
                <a:gd name="T6" fmla="*/ 368 w 23"/>
                <a:gd name="T7" fmla="*/ 224 h 11"/>
                <a:gd name="T8" fmla="*/ 33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0"/>
                  </a:moveTo>
                  <a:cubicBezTo>
                    <a:pt x="4" y="4"/>
                    <a:pt x="3" y="7"/>
                    <a:pt x="7" y="9"/>
                  </a:cubicBezTo>
                  <a:cubicBezTo>
                    <a:pt x="8" y="9"/>
                    <a:pt x="13" y="8"/>
                    <a:pt x="14" y="8"/>
                  </a:cubicBezTo>
                  <a:cubicBezTo>
                    <a:pt x="17" y="8"/>
                    <a:pt x="20" y="10"/>
                    <a:pt x="23" y="11"/>
                  </a:cubicBezTo>
                  <a:cubicBezTo>
                    <a:pt x="16" y="8"/>
                    <a:pt x="9" y="1"/>
                    <a:pt x="2" y="0"/>
                  </a:cubicBezTo>
                </a:path>
              </a:pathLst>
            </a:custGeom>
            <a:solidFill>
              <a:srgbClr val="FFD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96">
              <a:extLst>
                <a:ext uri="{FF2B5EF4-FFF2-40B4-BE49-F238E27FC236}">
                  <a16:creationId xmlns:a16="http://schemas.microsoft.com/office/drawing/2014/main" id="{96BEE454-3581-4335-912C-A0EEE659E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246"/>
              <a:ext cx="125" cy="250"/>
            </a:xfrm>
            <a:custGeom>
              <a:avLst/>
              <a:gdLst>
                <a:gd name="T0" fmla="*/ 625 w 50"/>
                <a:gd name="T1" fmla="*/ 362 h 94"/>
                <a:gd name="T2" fmla="*/ 425 w 50"/>
                <a:gd name="T3" fmla="*/ 848 h 94"/>
                <a:gd name="T4" fmla="*/ 0 w 50"/>
                <a:gd name="T5" fmla="*/ 1769 h 94"/>
                <a:gd name="T6" fmla="*/ 283 w 50"/>
                <a:gd name="T7" fmla="*/ 1189 h 94"/>
                <a:gd name="T8" fmla="*/ 550 w 50"/>
                <a:gd name="T9" fmla="*/ 827 h 94"/>
                <a:gd name="T10" fmla="*/ 658 w 50"/>
                <a:gd name="T11" fmla="*/ 340 h 94"/>
                <a:gd name="T12" fmla="*/ 783 w 50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94">
                  <a:moveTo>
                    <a:pt x="40" y="19"/>
                  </a:moveTo>
                  <a:cubicBezTo>
                    <a:pt x="36" y="29"/>
                    <a:pt x="34" y="37"/>
                    <a:pt x="27" y="45"/>
                  </a:cubicBezTo>
                  <a:cubicBezTo>
                    <a:pt x="17" y="58"/>
                    <a:pt x="3" y="77"/>
                    <a:pt x="0" y="94"/>
                  </a:cubicBezTo>
                  <a:cubicBezTo>
                    <a:pt x="6" y="83"/>
                    <a:pt x="11" y="73"/>
                    <a:pt x="18" y="63"/>
                  </a:cubicBezTo>
                  <a:cubicBezTo>
                    <a:pt x="23" y="56"/>
                    <a:pt x="30" y="51"/>
                    <a:pt x="35" y="44"/>
                  </a:cubicBezTo>
                  <a:cubicBezTo>
                    <a:pt x="42" y="36"/>
                    <a:pt x="40" y="27"/>
                    <a:pt x="42" y="18"/>
                  </a:cubicBezTo>
                  <a:cubicBezTo>
                    <a:pt x="44" y="11"/>
                    <a:pt x="47" y="6"/>
                    <a:pt x="50" y="0"/>
                  </a:cubicBezTo>
                </a:path>
              </a:pathLst>
            </a:custGeom>
            <a:solidFill>
              <a:srgbClr val="FFE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97">
              <a:extLst>
                <a:ext uri="{FF2B5EF4-FFF2-40B4-BE49-F238E27FC236}">
                  <a16:creationId xmlns:a16="http://schemas.microsoft.com/office/drawing/2014/main" id="{B713DBD1-CF2F-4534-B670-1BF47E68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224"/>
              <a:ext cx="78" cy="118"/>
            </a:xfrm>
            <a:custGeom>
              <a:avLst/>
              <a:gdLst>
                <a:gd name="T0" fmla="*/ 50 w 31"/>
                <a:gd name="T1" fmla="*/ 215 h 44"/>
                <a:gd name="T2" fmla="*/ 380 w 31"/>
                <a:gd name="T3" fmla="*/ 21 h 44"/>
                <a:gd name="T4" fmla="*/ 476 w 31"/>
                <a:gd name="T5" fmla="*/ 287 h 44"/>
                <a:gd name="T6" fmla="*/ 493 w 31"/>
                <a:gd name="T7" fmla="*/ 561 h 44"/>
                <a:gd name="T8" fmla="*/ 189 w 31"/>
                <a:gd name="T9" fmla="*/ 847 h 44"/>
                <a:gd name="T10" fmla="*/ 33 w 31"/>
                <a:gd name="T11" fmla="*/ 346 h 44"/>
                <a:gd name="T12" fmla="*/ 50 w 31"/>
                <a:gd name="T13" fmla="*/ 215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4">
                  <a:moveTo>
                    <a:pt x="3" y="11"/>
                  </a:moveTo>
                  <a:cubicBezTo>
                    <a:pt x="7" y="3"/>
                    <a:pt x="15" y="0"/>
                    <a:pt x="24" y="1"/>
                  </a:cubicBezTo>
                  <a:cubicBezTo>
                    <a:pt x="31" y="0"/>
                    <a:pt x="30" y="11"/>
                    <a:pt x="30" y="15"/>
                  </a:cubicBezTo>
                  <a:cubicBezTo>
                    <a:pt x="30" y="20"/>
                    <a:pt x="30" y="24"/>
                    <a:pt x="31" y="29"/>
                  </a:cubicBezTo>
                  <a:cubicBezTo>
                    <a:pt x="31" y="40"/>
                    <a:pt x="23" y="44"/>
                    <a:pt x="12" y="44"/>
                  </a:cubicBezTo>
                  <a:cubicBezTo>
                    <a:pt x="9" y="44"/>
                    <a:pt x="6" y="24"/>
                    <a:pt x="2" y="18"/>
                  </a:cubicBezTo>
                  <a:cubicBezTo>
                    <a:pt x="0" y="15"/>
                    <a:pt x="1" y="14"/>
                    <a:pt x="3" y="11"/>
                  </a:cubicBezTo>
                  <a:close/>
                </a:path>
              </a:pathLst>
            </a:custGeom>
            <a:solidFill>
              <a:srgbClr val="FFE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98">
              <a:extLst>
                <a:ext uri="{FF2B5EF4-FFF2-40B4-BE49-F238E27FC236}">
                  <a16:creationId xmlns:a16="http://schemas.microsoft.com/office/drawing/2014/main" id="{183628BE-C17D-4FA5-A0F9-359CD291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304"/>
              <a:ext cx="143" cy="70"/>
            </a:xfrm>
            <a:custGeom>
              <a:avLst/>
              <a:gdLst>
                <a:gd name="T0" fmla="*/ 238 w 57"/>
                <a:gd name="T1" fmla="*/ 334 h 26"/>
                <a:gd name="T2" fmla="*/ 176 w 57"/>
                <a:gd name="T3" fmla="*/ 369 h 26"/>
                <a:gd name="T4" fmla="*/ 95 w 57"/>
                <a:gd name="T5" fmla="*/ 471 h 26"/>
                <a:gd name="T6" fmla="*/ 221 w 57"/>
                <a:gd name="T7" fmla="*/ 412 h 26"/>
                <a:gd name="T8" fmla="*/ 314 w 57"/>
                <a:gd name="T9" fmla="*/ 471 h 26"/>
                <a:gd name="T10" fmla="*/ 366 w 57"/>
                <a:gd name="T11" fmla="*/ 471 h 26"/>
                <a:gd name="T12" fmla="*/ 442 w 57"/>
                <a:gd name="T13" fmla="*/ 485 h 26"/>
                <a:gd name="T14" fmla="*/ 504 w 57"/>
                <a:gd name="T15" fmla="*/ 390 h 26"/>
                <a:gd name="T16" fmla="*/ 617 w 57"/>
                <a:gd name="T17" fmla="*/ 312 h 26"/>
                <a:gd name="T18" fmla="*/ 725 w 57"/>
                <a:gd name="T19" fmla="*/ 218 h 26"/>
                <a:gd name="T20" fmla="*/ 868 w 57"/>
                <a:gd name="T21" fmla="*/ 137 h 26"/>
                <a:gd name="T22" fmla="*/ 838 w 57"/>
                <a:gd name="T23" fmla="*/ 0 h 26"/>
                <a:gd name="T24" fmla="*/ 755 w 57"/>
                <a:gd name="T25" fmla="*/ 81 h 26"/>
                <a:gd name="T26" fmla="*/ 680 w 57"/>
                <a:gd name="T27" fmla="*/ 116 h 26"/>
                <a:gd name="T28" fmla="*/ 630 w 57"/>
                <a:gd name="T29" fmla="*/ 116 h 26"/>
                <a:gd name="T30" fmla="*/ 534 w 57"/>
                <a:gd name="T31" fmla="*/ 218 h 26"/>
                <a:gd name="T32" fmla="*/ 334 w 57"/>
                <a:gd name="T33" fmla="*/ 275 h 26"/>
                <a:gd name="T34" fmla="*/ 314 w 57"/>
                <a:gd name="T35" fmla="*/ 218 h 26"/>
                <a:gd name="T36" fmla="*/ 238 w 57"/>
                <a:gd name="T37" fmla="*/ 334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7" h="26">
                  <a:moveTo>
                    <a:pt x="15" y="17"/>
                  </a:moveTo>
                  <a:cubicBezTo>
                    <a:pt x="12" y="18"/>
                    <a:pt x="13" y="18"/>
                    <a:pt x="11" y="19"/>
                  </a:cubicBezTo>
                  <a:cubicBezTo>
                    <a:pt x="9" y="20"/>
                    <a:pt x="0" y="20"/>
                    <a:pt x="6" y="24"/>
                  </a:cubicBezTo>
                  <a:cubicBezTo>
                    <a:pt x="9" y="26"/>
                    <a:pt x="11" y="20"/>
                    <a:pt x="14" y="21"/>
                  </a:cubicBezTo>
                  <a:cubicBezTo>
                    <a:pt x="18" y="23"/>
                    <a:pt x="15" y="25"/>
                    <a:pt x="20" y="24"/>
                  </a:cubicBezTo>
                  <a:cubicBezTo>
                    <a:pt x="21" y="24"/>
                    <a:pt x="22" y="24"/>
                    <a:pt x="23" y="24"/>
                  </a:cubicBezTo>
                  <a:cubicBezTo>
                    <a:pt x="25" y="24"/>
                    <a:pt x="26" y="25"/>
                    <a:pt x="28" y="25"/>
                  </a:cubicBezTo>
                  <a:cubicBezTo>
                    <a:pt x="31" y="25"/>
                    <a:pt x="31" y="22"/>
                    <a:pt x="32" y="20"/>
                  </a:cubicBezTo>
                  <a:cubicBezTo>
                    <a:pt x="34" y="17"/>
                    <a:pt x="36" y="16"/>
                    <a:pt x="39" y="16"/>
                  </a:cubicBezTo>
                  <a:cubicBezTo>
                    <a:pt x="44" y="15"/>
                    <a:pt x="43" y="14"/>
                    <a:pt x="46" y="11"/>
                  </a:cubicBezTo>
                  <a:cubicBezTo>
                    <a:pt x="48" y="8"/>
                    <a:pt x="52" y="9"/>
                    <a:pt x="55" y="7"/>
                  </a:cubicBezTo>
                  <a:cubicBezTo>
                    <a:pt x="57" y="4"/>
                    <a:pt x="57" y="0"/>
                    <a:pt x="53" y="0"/>
                  </a:cubicBezTo>
                  <a:cubicBezTo>
                    <a:pt x="50" y="0"/>
                    <a:pt x="50" y="2"/>
                    <a:pt x="48" y="4"/>
                  </a:cubicBezTo>
                  <a:cubicBezTo>
                    <a:pt x="47" y="5"/>
                    <a:pt x="45" y="5"/>
                    <a:pt x="43" y="6"/>
                  </a:cubicBezTo>
                  <a:cubicBezTo>
                    <a:pt x="42" y="6"/>
                    <a:pt x="41" y="5"/>
                    <a:pt x="40" y="6"/>
                  </a:cubicBezTo>
                  <a:cubicBezTo>
                    <a:pt x="38" y="7"/>
                    <a:pt x="36" y="10"/>
                    <a:pt x="34" y="11"/>
                  </a:cubicBezTo>
                  <a:cubicBezTo>
                    <a:pt x="30" y="13"/>
                    <a:pt x="26" y="14"/>
                    <a:pt x="21" y="14"/>
                  </a:cubicBezTo>
                  <a:cubicBezTo>
                    <a:pt x="22" y="13"/>
                    <a:pt x="20" y="12"/>
                    <a:pt x="20" y="11"/>
                  </a:cubicBezTo>
                  <a:cubicBezTo>
                    <a:pt x="20" y="13"/>
                    <a:pt x="20" y="15"/>
                    <a:pt x="15" y="17"/>
                  </a:cubicBezTo>
                  <a:close/>
                </a:path>
              </a:pathLst>
            </a:custGeom>
            <a:solidFill>
              <a:srgbClr val="FFE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99">
              <a:extLst>
                <a:ext uri="{FF2B5EF4-FFF2-40B4-BE49-F238E27FC236}">
                  <a16:creationId xmlns:a16="http://schemas.microsoft.com/office/drawing/2014/main" id="{D37735A8-4A8E-4FB3-9F9A-1021E6699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243"/>
              <a:ext cx="43" cy="80"/>
            </a:xfrm>
            <a:custGeom>
              <a:avLst/>
              <a:gdLst>
                <a:gd name="T0" fmla="*/ 33 w 17"/>
                <a:gd name="T1" fmla="*/ 21 h 30"/>
                <a:gd name="T2" fmla="*/ 0 w 17"/>
                <a:gd name="T3" fmla="*/ 248 h 30"/>
                <a:gd name="T4" fmla="*/ 0 w 17"/>
                <a:gd name="T5" fmla="*/ 435 h 30"/>
                <a:gd name="T6" fmla="*/ 51 w 17"/>
                <a:gd name="T7" fmla="*/ 547 h 30"/>
                <a:gd name="T8" fmla="*/ 159 w 17"/>
                <a:gd name="T9" fmla="*/ 533 h 30"/>
                <a:gd name="T10" fmla="*/ 147 w 17"/>
                <a:gd name="T11" fmla="*/ 491 h 30"/>
                <a:gd name="T12" fmla="*/ 255 w 17"/>
                <a:gd name="T13" fmla="*/ 171 h 30"/>
                <a:gd name="T14" fmla="*/ 83 w 17"/>
                <a:gd name="T15" fmla="*/ 2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0">
                  <a:moveTo>
                    <a:pt x="2" y="1"/>
                  </a:moveTo>
                  <a:cubicBezTo>
                    <a:pt x="2" y="5"/>
                    <a:pt x="0" y="9"/>
                    <a:pt x="0" y="13"/>
                  </a:cubicBezTo>
                  <a:cubicBezTo>
                    <a:pt x="0" y="17"/>
                    <a:pt x="0" y="20"/>
                    <a:pt x="0" y="23"/>
                  </a:cubicBezTo>
                  <a:cubicBezTo>
                    <a:pt x="1" y="26"/>
                    <a:pt x="0" y="28"/>
                    <a:pt x="3" y="29"/>
                  </a:cubicBezTo>
                  <a:cubicBezTo>
                    <a:pt x="6" y="29"/>
                    <a:pt x="8" y="30"/>
                    <a:pt x="10" y="28"/>
                  </a:cubicBezTo>
                  <a:cubicBezTo>
                    <a:pt x="10" y="28"/>
                    <a:pt x="9" y="26"/>
                    <a:pt x="9" y="26"/>
                  </a:cubicBezTo>
                  <a:cubicBezTo>
                    <a:pt x="13" y="21"/>
                    <a:pt x="15" y="14"/>
                    <a:pt x="16" y="9"/>
                  </a:cubicBezTo>
                  <a:cubicBezTo>
                    <a:pt x="17" y="1"/>
                    <a:pt x="11" y="0"/>
                    <a:pt x="5" y="1"/>
                  </a:cubicBezTo>
                </a:path>
              </a:pathLst>
            </a:custGeom>
            <a:solidFill>
              <a:srgbClr val="FFE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100">
              <a:extLst>
                <a:ext uri="{FF2B5EF4-FFF2-40B4-BE49-F238E27FC236}">
                  <a16:creationId xmlns:a16="http://schemas.microsoft.com/office/drawing/2014/main" id="{0E59237F-762E-4C38-BB8B-7415BAA7A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32"/>
              <a:ext cx="30" cy="72"/>
            </a:xfrm>
            <a:custGeom>
              <a:avLst/>
              <a:gdLst>
                <a:gd name="T0" fmla="*/ 188 w 12"/>
                <a:gd name="T1" fmla="*/ 0 h 27"/>
                <a:gd name="T2" fmla="*/ 125 w 12"/>
                <a:gd name="T3" fmla="*/ 35 h 27"/>
                <a:gd name="T4" fmla="*/ 83 w 12"/>
                <a:gd name="T5" fmla="*/ 77 h 27"/>
                <a:gd name="T6" fmla="*/ 20 w 12"/>
                <a:gd name="T7" fmla="*/ 171 h 27"/>
                <a:gd name="T8" fmla="*/ 20 w 12"/>
                <a:gd name="T9" fmla="*/ 264 h 27"/>
                <a:gd name="T10" fmla="*/ 63 w 12"/>
                <a:gd name="T11" fmla="*/ 376 h 27"/>
                <a:gd name="T12" fmla="*/ 83 w 12"/>
                <a:gd name="T13" fmla="*/ 512 h 27"/>
                <a:gd name="T14" fmla="*/ 63 w 12"/>
                <a:gd name="T15" fmla="*/ 307 h 27"/>
                <a:gd name="T16" fmla="*/ 83 w 12"/>
                <a:gd name="T17" fmla="*/ 171 h 27"/>
                <a:gd name="T18" fmla="*/ 113 w 12"/>
                <a:gd name="T19" fmla="*/ 136 h 27"/>
                <a:gd name="T20" fmla="*/ 125 w 12"/>
                <a:gd name="T21" fmla="*/ 77 h 27"/>
                <a:gd name="T22" fmla="*/ 158 w 12"/>
                <a:gd name="T23" fmla="*/ 56 h 27"/>
                <a:gd name="T24" fmla="*/ 188 w 12"/>
                <a:gd name="T25" fmla="*/ 21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27">
                  <a:moveTo>
                    <a:pt x="12" y="0"/>
                  </a:moveTo>
                  <a:cubicBezTo>
                    <a:pt x="11" y="1"/>
                    <a:pt x="9" y="1"/>
                    <a:pt x="8" y="2"/>
                  </a:cubicBezTo>
                  <a:cubicBezTo>
                    <a:pt x="7" y="2"/>
                    <a:pt x="6" y="3"/>
                    <a:pt x="5" y="4"/>
                  </a:cubicBezTo>
                  <a:cubicBezTo>
                    <a:pt x="3" y="6"/>
                    <a:pt x="2" y="7"/>
                    <a:pt x="1" y="9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1" y="16"/>
                    <a:pt x="3" y="18"/>
                    <a:pt x="4" y="20"/>
                  </a:cubicBezTo>
                  <a:cubicBezTo>
                    <a:pt x="5" y="22"/>
                    <a:pt x="5" y="24"/>
                    <a:pt x="5" y="27"/>
                  </a:cubicBezTo>
                  <a:cubicBezTo>
                    <a:pt x="6" y="23"/>
                    <a:pt x="6" y="20"/>
                    <a:pt x="4" y="16"/>
                  </a:cubicBezTo>
                  <a:cubicBezTo>
                    <a:pt x="4" y="14"/>
                    <a:pt x="3" y="11"/>
                    <a:pt x="5" y="9"/>
                  </a:cubicBezTo>
                  <a:cubicBezTo>
                    <a:pt x="6" y="8"/>
                    <a:pt x="6" y="8"/>
                    <a:pt x="7" y="7"/>
                  </a:cubicBezTo>
                  <a:cubicBezTo>
                    <a:pt x="7" y="6"/>
                    <a:pt x="7" y="5"/>
                    <a:pt x="8" y="4"/>
                  </a:cubicBezTo>
                  <a:cubicBezTo>
                    <a:pt x="9" y="4"/>
                    <a:pt x="10" y="3"/>
                    <a:pt x="10" y="3"/>
                  </a:cubicBezTo>
                  <a:cubicBezTo>
                    <a:pt x="11" y="2"/>
                    <a:pt x="10" y="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101">
              <a:extLst>
                <a:ext uri="{FF2B5EF4-FFF2-40B4-BE49-F238E27FC236}">
                  <a16:creationId xmlns:a16="http://schemas.microsoft.com/office/drawing/2014/main" id="{45A29792-C044-4517-A8F0-6320C977D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232"/>
              <a:ext cx="33" cy="99"/>
            </a:xfrm>
            <a:custGeom>
              <a:avLst/>
              <a:gdLst>
                <a:gd name="T0" fmla="*/ 63 w 13"/>
                <a:gd name="T1" fmla="*/ 0 h 37"/>
                <a:gd name="T2" fmla="*/ 147 w 13"/>
                <a:gd name="T3" fmla="*/ 56 h 37"/>
                <a:gd name="T4" fmla="*/ 160 w 13"/>
                <a:gd name="T5" fmla="*/ 230 h 37"/>
                <a:gd name="T6" fmla="*/ 160 w 13"/>
                <a:gd name="T7" fmla="*/ 401 h 37"/>
                <a:gd name="T8" fmla="*/ 193 w 13"/>
                <a:gd name="T9" fmla="*/ 538 h 37"/>
                <a:gd name="T10" fmla="*/ 213 w 13"/>
                <a:gd name="T11" fmla="*/ 559 h 37"/>
                <a:gd name="T12" fmla="*/ 193 w 13"/>
                <a:gd name="T13" fmla="*/ 615 h 37"/>
                <a:gd name="T14" fmla="*/ 160 w 13"/>
                <a:gd name="T15" fmla="*/ 650 h 37"/>
                <a:gd name="T16" fmla="*/ 51 w 13"/>
                <a:gd name="T17" fmla="*/ 688 h 37"/>
                <a:gd name="T18" fmla="*/ 33 w 13"/>
                <a:gd name="T19" fmla="*/ 650 h 37"/>
                <a:gd name="T20" fmla="*/ 96 w 13"/>
                <a:gd name="T21" fmla="*/ 516 h 37"/>
                <a:gd name="T22" fmla="*/ 96 w 13"/>
                <a:gd name="T23" fmla="*/ 342 h 37"/>
                <a:gd name="T24" fmla="*/ 96 w 13"/>
                <a:gd name="T25" fmla="*/ 193 h 37"/>
                <a:gd name="T26" fmla="*/ 117 w 13"/>
                <a:gd name="T27" fmla="*/ 94 h 37"/>
                <a:gd name="T28" fmla="*/ 84 w 13"/>
                <a:gd name="T29" fmla="*/ 0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37">
                  <a:moveTo>
                    <a:pt x="4" y="0"/>
                  </a:moveTo>
                  <a:cubicBezTo>
                    <a:pt x="7" y="0"/>
                    <a:pt x="8" y="0"/>
                    <a:pt x="9" y="3"/>
                  </a:cubicBezTo>
                  <a:cubicBezTo>
                    <a:pt x="10" y="6"/>
                    <a:pt x="10" y="9"/>
                    <a:pt x="10" y="12"/>
                  </a:cubicBezTo>
                  <a:cubicBezTo>
                    <a:pt x="10" y="15"/>
                    <a:pt x="10" y="18"/>
                    <a:pt x="10" y="21"/>
                  </a:cubicBezTo>
                  <a:cubicBezTo>
                    <a:pt x="10" y="23"/>
                    <a:pt x="10" y="26"/>
                    <a:pt x="12" y="28"/>
                  </a:cubicBezTo>
                  <a:cubicBezTo>
                    <a:pt x="12" y="28"/>
                    <a:pt x="13" y="28"/>
                    <a:pt x="13" y="29"/>
                  </a:cubicBezTo>
                  <a:cubicBezTo>
                    <a:pt x="13" y="30"/>
                    <a:pt x="12" y="31"/>
                    <a:pt x="12" y="32"/>
                  </a:cubicBezTo>
                  <a:cubicBezTo>
                    <a:pt x="11" y="34"/>
                    <a:pt x="12" y="34"/>
                    <a:pt x="10" y="34"/>
                  </a:cubicBezTo>
                  <a:cubicBezTo>
                    <a:pt x="7" y="33"/>
                    <a:pt x="5" y="35"/>
                    <a:pt x="3" y="36"/>
                  </a:cubicBezTo>
                  <a:cubicBezTo>
                    <a:pt x="1" y="37"/>
                    <a:pt x="0" y="36"/>
                    <a:pt x="2" y="34"/>
                  </a:cubicBezTo>
                  <a:cubicBezTo>
                    <a:pt x="5" y="32"/>
                    <a:pt x="5" y="30"/>
                    <a:pt x="6" y="27"/>
                  </a:cubicBezTo>
                  <a:cubicBezTo>
                    <a:pt x="7" y="24"/>
                    <a:pt x="7" y="21"/>
                    <a:pt x="6" y="18"/>
                  </a:cubicBezTo>
                  <a:cubicBezTo>
                    <a:pt x="6" y="15"/>
                    <a:pt x="6" y="12"/>
                    <a:pt x="6" y="10"/>
                  </a:cubicBezTo>
                  <a:cubicBezTo>
                    <a:pt x="6" y="8"/>
                    <a:pt x="7" y="6"/>
                    <a:pt x="7" y="5"/>
                  </a:cubicBezTo>
                  <a:cubicBezTo>
                    <a:pt x="7" y="3"/>
                    <a:pt x="6" y="1"/>
                    <a:pt x="5" y="0"/>
                  </a:cubicBezTo>
                </a:path>
              </a:pathLst>
            </a:custGeom>
            <a:solidFill>
              <a:srgbClr val="FFE3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102">
              <a:extLst>
                <a:ext uri="{FF2B5EF4-FFF2-40B4-BE49-F238E27FC236}">
                  <a16:creationId xmlns:a16="http://schemas.microsoft.com/office/drawing/2014/main" id="{1CAB34DD-C49D-4DAC-81BE-DD78769FB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248"/>
              <a:ext cx="27" cy="48"/>
            </a:xfrm>
            <a:custGeom>
              <a:avLst/>
              <a:gdLst>
                <a:gd name="T0" fmla="*/ 12 w 11"/>
                <a:gd name="T1" fmla="*/ 0 h 18"/>
                <a:gd name="T2" fmla="*/ 150 w 11"/>
                <a:gd name="T3" fmla="*/ 56 h 18"/>
                <a:gd name="T4" fmla="*/ 133 w 11"/>
                <a:gd name="T5" fmla="*/ 192 h 18"/>
                <a:gd name="T6" fmla="*/ 91 w 11"/>
                <a:gd name="T7" fmla="*/ 341 h 18"/>
                <a:gd name="T8" fmla="*/ 91 w 11"/>
                <a:gd name="T9" fmla="*/ 205 h 18"/>
                <a:gd name="T10" fmla="*/ 42 w 11"/>
                <a:gd name="T11" fmla="*/ 171 h 18"/>
                <a:gd name="T12" fmla="*/ 12 w 11"/>
                <a:gd name="T13" fmla="*/ 227 h 18"/>
                <a:gd name="T14" fmla="*/ 0 w 11"/>
                <a:gd name="T15" fmla="*/ 77 h 18"/>
                <a:gd name="T16" fmla="*/ 0 w 11"/>
                <a:gd name="T17" fmla="*/ 35 h 18"/>
                <a:gd name="T18" fmla="*/ 0 w 11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8">
                  <a:moveTo>
                    <a:pt x="1" y="0"/>
                  </a:moveTo>
                  <a:cubicBezTo>
                    <a:pt x="3" y="1"/>
                    <a:pt x="8" y="0"/>
                    <a:pt x="10" y="3"/>
                  </a:cubicBezTo>
                  <a:cubicBezTo>
                    <a:pt x="11" y="5"/>
                    <a:pt x="10" y="8"/>
                    <a:pt x="9" y="10"/>
                  </a:cubicBezTo>
                  <a:cubicBezTo>
                    <a:pt x="8" y="12"/>
                    <a:pt x="7" y="15"/>
                    <a:pt x="6" y="18"/>
                  </a:cubicBezTo>
                  <a:cubicBezTo>
                    <a:pt x="8" y="16"/>
                    <a:pt x="7" y="13"/>
                    <a:pt x="6" y="11"/>
                  </a:cubicBezTo>
                  <a:cubicBezTo>
                    <a:pt x="5" y="10"/>
                    <a:pt x="4" y="9"/>
                    <a:pt x="3" y="9"/>
                  </a:cubicBezTo>
                  <a:cubicBezTo>
                    <a:pt x="2" y="10"/>
                    <a:pt x="2" y="11"/>
                    <a:pt x="1" y="12"/>
                  </a:cubicBezTo>
                  <a:cubicBezTo>
                    <a:pt x="1" y="9"/>
                    <a:pt x="0" y="7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FE3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103">
              <a:extLst>
                <a:ext uri="{FF2B5EF4-FFF2-40B4-BE49-F238E27FC236}">
                  <a16:creationId xmlns:a16="http://schemas.microsoft.com/office/drawing/2014/main" id="{FE0DB564-1571-4C54-9D7A-57F8E7352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307"/>
              <a:ext cx="60" cy="43"/>
            </a:xfrm>
            <a:custGeom>
              <a:avLst/>
              <a:gdLst>
                <a:gd name="T0" fmla="*/ 113 w 24"/>
                <a:gd name="T1" fmla="*/ 137 h 16"/>
                <a:gd name="T2" fmla="*/ 83 w 24"/>
                <a:gd name="T3" fmla="*/ 196 h 16"/>
                <a:gd name="T4" fmla="*/ 20 w 24"/>
                <a:gd name="T5" fmla="*/ 274 h 16"/>
                <a:gd name="T6" fmla="*/ 20 w 24"/>
                <a:gd name="T7" fmla="*/ 290 h 16"/>
                <a:gd name="T8" fmla="*/ 63 w 24"/>
                <a:gd name="T9" fmla="*/ 274 h 16"/>
                <a:gd name="T10" fmla="*/ 95 w 24"/>
                <a:gd name="T11" fmla="*/ 290 h 16"/>
                <a:gd name="T12" fmla="*/ 125 w 24"/>
                <a:gd name="T13" fmla="*/ 253 h 16"/>
                <a:gd name="T14" fmla="*/ 220 w 24"/>
                <a:gd name="T15" fmla="*/ 159 h 16"/>
                <a:gd name="T16" fmla="*/ 333 w 24"/>
                <a:gd name="T17" fmla="*/ 94 h 16"/>
                <a:gd name="T18" fmla="*/ 333 w 24"/>
                <a:gd name="T19" fmla="*/ 35 h 16"/>
                <a:gd name="T20" fmla="*/ 238 w 24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6">
                  <a:moveTo>
                    <a:pt x="7" y="7"/>
                  </a:moveTo>
                  <a:cubicBezTo>
                    <a:pt x="5" y="7"/>
                    <a:pt x="6" y="8"/>
                    <a:pt x="5" y="10"/>
                  </a:cubicBezTo>
                  <a:cubicBezTo>
                    <a:pt x="5" y="13"/>
                    <a:pt x="2" y="12"/>
                    <a:pt x="1" y="14"/>
                  </a:cubicBezTo>
                  <a:cubicBezTo>
                    <a:pt x="0" y="14"/>
                    <a:pt x="0" y="15"/>
                    <a:pt x="1" y="15"/>
                  </a:cubicBezTo>
                  <a:cubicBezTo>
                    <a:pt x="2" y="16"/>
                    <a:pt x="3" y="14"/>
                    <a:pt x="4" y="14"/>
                  </a:cubicBezTo>
                  <a:cubicBezTo>
                    <a:pt x="5" y="14"/>
                    <a:pt x="5" y="15"/>
                    <a:pt x="6" y="15"/>
                  </a:cubicBezTo>
                  <a:cubicBezTo>
                    <a:pt x="7" y="15"/>
                    <a:pt x="7" y="14"/>
                    <a:pt x="8" y="13"/>
                  </a:cubicBezTo>
                  <a:cubicBezTo>
                    <a:pt x="10" y="10"/>
                    <a:pt x="11" y="9"/>
                    <a:pt x="14" y="8"/>
                  </a:cubicBezTo>
                  <a:cubicBezTo>
                    <a:pt x="17" y="7"/>
                    <a:pt x="19" y="7"/>
                    <a:pt x="21" y="5"/>
                  </a:cubicBezTo>
                  <a:cubicBezTo>
                    <a:pt x="24" y="4"/>
                    <a:pt x="23" y="3"/>
                    <a:pt x="21" y="2"/>
                  </a:cubicBezTo>
                  <a:cubicBezTo>
                    <a:pt x="19" y="0"/>
                    <a:pt x="17" y="1"/>
                    <a:pt x="15" y="0"/>
                  </a:cubicBezTo>
                </a:path>
              </a:pathLst>
            </a:custGeom>
            <a:solidFill>
              <a:srgbClr val="FFE3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104">
              <a:extLst>
                <a:ext uri="{FF2B5EF4-FFF2-40B4-BE49-F238E27FC236}">
                  <a16:creationId xmlns:a16="http://schemas.microsoft.com/office/drawing/2014/main" id="{30EF2227-D1FF-4FB4-B62F-6659ACA31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094"/>
              <a:ext cx="740" cy="688"/>
            </a:xfrm>
            <a:custGeom>
              <a:avLst/>
              <a:gdLst>
                <a:gd name="T0" fmla="*/ 188 w 296"/>
                <a:gd name="T1" fmla="*/ 4245 h 258"/>
                <a:gd name="T2" fmla="*/ 908 w 296"/>
                <a:gd name="T3" fmla="*/ 4701 h 258"/>
                <a:gd name="T4" fmla="*/ 1408 w 296"/>
                <a:gd name="T5" fmla="*/ 4744 h 258"/>
                <a:gd name="T6" fmla="*/ 1908 w 296"/>
                <a:gd name="T7" fmla="*/ 4835 h 258"/>
                <a:gd name="T8" fmla="*/ 2875 w 296"/>
                <a:gd name="T9" fmla="*/ 4813 h 258"/>
                <a:gd name="T10" fmla="*/ 3988 w 296"/>
                <a:gd name="T11" fmla="*/ 3869 h 258"/>
                <a:gd name="T12" fmla="*/ 4613 w 296"/>
                <a:gd name="T13" fmla="*/ 2197 h 258"/>
                <a:gd name="T14" fmla="*/ 4270 w 296"/>
                <a:gd name="T15" fmla="*/ 1251 h 258"/>
                <a:gd name="T16" fmla="*/ 3925 w 296"/>
                <a:gd name="T17" fmla="*/ 968 h 258"/>
                <a:gd name="T18" fmla="*/ 3625 w 296"/>
                <a:gd name="T19" fmla="*/ 776 h 258"/>
                <a:gd name="T20" fmla="*/ 2533 w 296"/>
                <a:gd name="T21" fmla="*/ 227 h 258"/>
                <a:gd name="T22" fmla="*/ 1345 w 296"/>
                <a:gd name="T23" fmla="*/ 661 h 258"/>
                <a:gd name="T24" fmla="*/ 1020 w 296"/>
                <a:gd name="T25" fmla="*/ 1160 h 258"/>
                <a:gd name="T26" fmla="*/ 688 w 296"/>
                <a:gd name="T27" fmla="*/ 1912 h 258"/>
                <a:gd name="T28" fmla="*/ 33 w 296"/>
                <a:gd name="T29" fmla="*/ 3528 h 258"/>
                <a:gd name="T30" fmla="*/ 188 w 296"/>
                <a:gd name="T31" fmla="*/ 4245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6" h="258">
                  <a:moveTo>
                    <a:pt x="12" y="224"/>
                  </a:moveTo>
                  <a:cubicBezTo>
                    <a:pt x="26" y="234"/>
                    <a:pt x="41" y="242"/>
                    <a:pt x="58" y="248"/>
                  </a:cubicBezTo>
                  <a:cubicBezTo>
                    <a:pt x="70" y="252"/>
                    <a:pt x="78" y="249"/>
                    <a:pt x="90" y="250"/>
                  </a:cubicBezTo>
                  <a:cubicBezTo>
                    <a:pt x="101" y="250"/>
                    <a:pt x="110" y="253"/>
                    <a:pt x="122" y="255"/>
                  </a:cubicBezTo>
                  <a:cubicBezTo>
                    <a:pt x="143" y="257"/>
                    <a:pt x="163" y="258"/>
                    <a:pt x="184" y="254"/>
                  </a:cubicBezTo>
                  <a:cubicBezTo>
                    <a:pt x="210" y="248"/>
                    <a:pt x="233" y="222"/>
                    <a:pt x="255" y="204"/>
                  </a:cubicBezTo>
                  <a:cubicBezTo>
                    <a:pt x="282" y="183"/>
                    <a:pt x="296" y="152"/>
                    <a:pt x="295" y="116"/>
                  </a:cubicBezTo>
                  <a:cubicBezTo>
                    <a:pt x="294" y="98"/>
                    <a:pt x="287" y="78"/>
                    <a:pt x="273" y="66"/>
                  </a:cubicBezTo>
                  <a:cubicBezTo>
                    <a:pt x="266" y="60"/>
                    <a:pt x="259" y="55"/>
                    <a:pt x="251" y="51"/>
                  </a:cubicBezTo>
                  <a:cubicBezTo>
                    <a:pt x="245" y="47"/>
                    <a:pt x="238" y="44"/>
                    <a:pt x="232" y="41"/>
                  </a:cubicBezTo>
                  <a:cubicBezTo>
                    <a:pt x="209" y="30"/>
                    <a:pt x="185" y="24"/>
                    <a:pt x="162" y="12"/>
                  </a:cubicBezTo>
                  <a:cubicBezTo>
                    <a:pt x="137" y="0"/>
                    <a:pt x="104" y="13"/>
                    <a:pt x="86" y="35"/>
                  </a:cubicBezTo>
                  <a:cubicBezTo>
                    <a:pt x="78" y="44"/>
                    <a:pt x="74" y="53"/>
                    <a:pt x="65" y="61"/>
                  </a:cubicBezTo>
                  <a:cubicBezTo>
                    <a:pt x="55" y="71"/>
                    <a:pt x="54" y="90"/>
                    <a:pt x="44" y="101"/>
                  </a:cubicBezTo>
                  <a:cubicBezTo>
                    <a:pt x="32" y="113"/>
                    <a:pt x="0" y="149"/>
                    <a:pt x="2" y="186"/>
                  </a:cubicBezTo>
                  <a:cubicBezTo>
                    <a:pt x="1" y="200"/>
                    <a:pt x="2" y="216"/>
                    <a:pt x="12" y="2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105">
              <a:extLst>
                <a:ext uri="{FF2B5EF4-FFF2-40B4-BE49-F238E27FC236}">
                  <a16:creationId xmlns:a16="http://schemas.microsoft.com/office/drawing/2014/main" id="{35D9CDAC-7BC8-45AF-93B9-10FCA1DF4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224"/>
              <a:ext cx="78" cy="107"/>
            </a:xfrm>
            <a:custGeom>
              <a:avLst/>
              <a:gdLst>
                <a:gd name="T0" fmla="*/ 159 w 31"/>
                <a:gd name="T1" fmla="*/ 765 h 40"/>
                <a:gd name="T2" fmla="*/ 33 w 31"/>
                <a:gd name="T3" fmla="*/ 342 h 40"/>
                <a:gd name="T4" fmla="*/ 50 w 31"/>
                <a:gd name="T5" fmla="*/ 209 h 40"/>
                <a:gd name="T6" fmla="*/ 380 w 31"/>
                <a:gd name="T7" fmla="*/ 21 h 40"/>
                <a:gd name="T8" fmla="*/ 476 w 31"/>
                <a:gd name="T9" fmla="*/ 286 h 40"/>
                <a:gd name="T10" fmla="*/ 493 w 31"/>
                <a:gd name="T11" fmla="*/ 559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0">
                  <a:moveTo>
                    <a:pt x="10" y="40"/>
                  </a:moveTo>
                  <a:cubicBezTo>
                    <a:pt x="7" y="35"/>
                    <a:pt x="5" y="23"/>
                    <a:pt x="2" y="18"/>
                  </a:cubicBezTo>
                  <a:cubicBezTo>
                    <a:pt x="0" y="15"/>
                    <a:pt x="1" y="14"/>
                    <a:pt x="3" y="11"/>
                  </a:cubicBezTo>
                  <a:cubicBezTo>
                    <a:pt x="7" y="3"/>
                    <a:pt x="15" y="0"/>
                    <a:pt x="24" y="1"/>
                  </a:cubicBezTo>
                  <a:cubicBezTo>
                    <a:pt x="31" y="0"/>
                    <a:pt x="30" y="11"/>
                    <a:pt x="30" y="15"/>
                  </a:cubicBezTo>
                  <a:cubicBezTo>
                    <a:pt x="30" y="20"/>
                    <a:pt x="30" y="24"/>
                    <a:pt x="31" y="29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106">
              <a:extLst>
                <a:ext uri="{FF2B5EF4-FFF2-40B4-BE49-F238E27FC236}">
                  <a16:creationId xmlns:a16="http://schemas.microsoft.com/office/drawing/2014/main" id="{8105CA2E-BD64-40D8-8293-F145505C6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91"/>
              <a:ext cx="10" cy="11"/>
            </a:xfrm>
            <a:custGeom>
              <a:avLst/>
              <a:gdLst>
                <a:gd name="T0" fmla="*/ 20 w 4"/>
                <a:gd name="T1" fmla="*/ 83 h 4"/>
                <a:gd name="T2" fmla="*/ 50 w 4"/>
                <a:gd name="T3" fmla="*/ 47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2" y="4"/>
                    <a:pt x="3" y="3"/>
                    <a:pt x="3" y="2"/>
                  </a:cubicBezTo>
                  <a:cubicBezTo>
                    <a:pt x="4" y="1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EE9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107">
              <a:extLst>
                <a:ext uri="{FF2B5EF4-FFF2-40B4-BE49-F238E27FC236}">
                  <a16:creationId xmlns:a16="http://schemas.microsoft.com/office/drawing/2014/main" id="{37BFC289-9C04-4E81-8998-B01979819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246"/>
              <a:ext cx="37" cy="66"/>
            </a:xfrm>
            <a:custGeom>
              <a:avLst/>
              <a:gdLst>
                <a:gd name="T0" fmla="*/ 0 w 15"/>
                <a:gd name="T1" fmla="*/ 0 h 25"/>
                <a:gd name="T2" fmla="*/ 195 w 15"/>
                <a:gd name="T3" fmla="*/ 34 h 25"/>
                <a:gd name="T4" fmla="*/ 165 w 15"/>
                <a:gd name="T5" fmla="*/ 259 h 25"/>
                <a:gd name="T6" fmla="*/ 104 w 15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3" y="0"/>
                    <a:pt x="11" y="0"/>
                    <a:pt x="13" y="2"/>
                  </a:cubicBezTo>
                  <a:cubicBezTo>
                    <a:pt x="15" y="5"/>
                    <a:pt x="12" y="11"/>
                    <a:pt x="11" y="14"/>
                  </a:cubicBezTo>
                  <a:cubicBezTo>
                    <a:pt x="10" y="18"/>
                    <a:pt x="8" y="21"/>
                    <a:pt x="7" y="25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108">
              <a:extLst>
                <a:ext uri="{FF2B5EF4-FFF2-40B4-BE49-F238E27FC236}">
                  <a16:creationId xmlns:a16="http://schemas.microsoft.com/office/drawing/2014/main" id="{536CFC19-FA88-4AE9-AFC4-E2FB0B01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04"/>
              <a:ext cx="23" cy="11"/>
            </a:xfrm>
            <a:custGeom>
              <a:avLst/>
              <a:gdLst>
                <a:gd name="T0" fmla="*/ 0 w 9"/>
                <a:gd name="T1" fmla="*/ 61 h 4"/>
                <a:gd name="T2" fmla="*/ 0 w 9"/>
                <a:gd name="T3" fmla="*/ 83 h 4"/>
                <a:gd name="T4" fmla="*/ 66 w 9"/>
                <a:gd name="T5" fmla="*/ 22 h 4"/>
                <a:gd name="T6" fmla="*/ 151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4"/>
                    <a:pt x="2" y="1"/>
                    <a:pt x="4" y="1"/>
                  </a:cubicBezTo>
                  <a:cubicBezTo>
                    <a:pt x="6" y="0"/>
                    <a:pt x="7" y="1"/>
                    <a:pt x="9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109">
              <a:extLst>
                <a:ext uri="{FF2B5EF4-FFF2-40B4-BE49-F238E27FC236}">
                  <a16:creationId xmlns:a16="http://schemas.microsoft.com/office/drawing/2014/main" id="{5385F817-3CBB-4292-B92D-C32F5A8B3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331"/>
              <a:ext cx="27" cy="27"/>
            </a:xfrm>
            <a:custGeom>
              <a:avLst/>
              <a:gdLst>
                <a:gd name="T0" fmla="*/ 150 w 11"/>
                <a:gd name="T1" fmla="*/ 0 h 10"/>
                <a:gd name="T2" fmla="*/ 120 w 11"/>
                <a:gd name="T3" fmla="*/ 116 h 10"/>
                <a:gd name="T4" fmla="*/ 0 w 11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11" y="2"/>
                    <a:pt x="11" y="5"/>
                    <a:pt x="8" y="6"/>
                  </a:cubicBezTo>
                  <a:cubicBezTo>
                    <a:pt x="6" y="7"/>
                    <a:pt x="2" y="10"/>
                    <a:pt x="0" y="9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110">
              <a:extLst>
                <a:ext uri="{FF2B5EF4-FFF2-40B4-BE49-F238E27FC236}">
                  <a16:creationId xmlns:a16="http://schemas.microsoft.com/office/drawing/2014/main" id="{41C2A5DB-B0FB-4B8C-9356-ACB848354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312"/>
              <a:ext cx="112" cy="62"/>
            </a:xfrm>
            <a:custGeom>
              <a:avLst/>
              <a:gdLst>
                <a:gd name="T0" fmla="*/ 0 w 45"/>
                <a:gd name="T1" fmla="*/ 369 h 23"/>
                <a:gd name="T2" fmla="*/ 12 w 45"/>
                <a:gd name="T3" fmla="*/ 394 h 23"/>
                <a:gd name="T4" fmla="*/ 42 w 45"/>
                <a:gd name="T5" fmla="*/ 415 h 23"/>
                <a:gd name="T6" fmla="*/ 137 w 45"/>
                <a:gd name="T7" fmla="*/ 415 h 23"/>
                <a:gd name="T8" fmla="*/ 217 w 45"/>
                <a:gd name="T9" fmla="*/ 429 h 23"/>
                <a:gd name="T10" fmla="*/ 279 w 45"/>
                <a:gd name="T11" fmla="*/ 291 h 23"/>
                <a:gd name="T12" fmla="*/ 478 w 45"/>
                <a:gd name="T13" fmla="*/ 175 h 23"/>
                <a:gd name="T14" fmla="*/ 528 w 45"/>
                <a:gd name="T15" fmla="*/ 116 h 23"/>
                <a:gd name="T16" fmla="*/ 600 w 45"/>
                <a:gd name="T17" fmla="*/ 94 h 23"/>
                <a:gd name="T18" fmla="*/ 694 w 45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3">
                  <a:moveTo>
                    <a:pt x="0" y="19"/>
                  </a:moveTo>
                  <a:cubicBezTo>
                    <a:pt x="1" y="19"/>
                    <a:pt x="0" y="20"/>
                    <a:pt x="1" y="20"/>
                  </a:cubicBezTo>
                  <a:cubicBezTo>
                    <a:pt x="2" y="21"/>
                    <a:pt x="2" y="21"/>
                    <a:pt x="3" y="21"/>
                  </a:cubicBezTo>
                  <a:cubicBezTo>
                    <a:pt x="5" y="21"/>
                    <a:pt x="7" y="21"/>
                    <a:pt x="9" y="21"/>
                  </a:cubicBezTo>
                  <a:cubicBezTo>
                    <a:pt x="11" y="22"/>
                    <a:pt x="12" y="23"/>
                    <a:pt x="14" y="22"/>
                  </a:cubicBezTo>
                  <a:cubicBezTo>
                    <a:pt x="16" y="20"/>
                    <a:pt x="16" y="17"/>
                    <a:pt x="18" y="15"/>
                  </a:cubicBezTo>
                  <a:cubicBezTo>
                    <a:pt x="22" y="12"/>
                    <a:pt x="28" y="13"/>
                    <a:pt x="31" y="9"/>
                  </a:cubicBezTo>
                  <a:cubicBezTo>
                    <a:pt x="32" y="8"/>
                    <a:pt x="33" y="7"/>
                    <a:pt x="34" y="6"/>
                  </a:cubicBezTo>
                  <a:cubicBezTo>
                    <a:pt x="36" y="5"/>
                    <a:pt x="38" y="5"/>
                    <a:pt x="39" y="5"/>
                  </a:cubicBezTo>
                  <a:cubicBezTo>
                    <a:pt x="42" y="4"/>
                    <a:pt x="44" y="2"/>
                    <a:pt x="45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111">
              <a:extLst>
                <a:ext uri="{FF2B5EF4-FFF2-40B4-BE49-F238E27FC236}">
                  <a16:creationId xmlns:a16="http://schemas.microsoft.com/office/drawing/2014/main" id="{8C845DFA-F91C-4B65-976A-3A5974DFA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310"/>
              <a:ext cx="8" cy="13"/>
            </a:xfrm>
            <a:custGeom>
              <a:avLst/>
              <a:gdLst>
                <a:gd name="T0" fmla="*/ 56 w 3"/>
                <a:gd name="T1" fmla="*/ 55 h 5"/>
                <a:gd name="T2" fmla="*/ 0 w 3"/>
                <a:gd name="T3" fmla="*/ 34 h 5"/>
                <a:gd name="T4" fmla="*/ 56 w 3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cubicBezTo>
                    <a:pt x="3" y="2"/>
                    <a:pt x="1" y="0"/>
                    <a:pt x="0" y="2"/>
                  </a:cubicBezTo>
                  <a:cubicBezTo>
                    <a:pt x="0" y="2"/>
                    <a:pt x="2" y="4"/>
                    <a:pt x="3" y="5"/>
                  </a:cubicBezTo>
                </a:path>
              </a:pathLst>
            </a:custGeom>
            <a:noFill/>
            <a:ln w="3175" cap="rnd">
              <a:solidFill>
                <a:srgbClr val="FFF3D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bag-of-flour-illustration">
            <a:extLst>
              <a:ext uri="{FF2B5EF4-FFF2-40B4-BE49-F238E27FC236}">
                <a16:creationId xmlns:a16="http://schemas.microsoft.com/office/drawing/2014/main" id="{E4B03776-BD8D-48EF-965B-ADB0537DB342}"/>
              </a:ext>
            </a:extLst>
          </p:cNvPr>
          <p:cNvGrpSpPr>
            <a:grpSpLocks/>
          </p:cNvGrpSpPr>
          <p:nvPr/>
        </p:nvGrpSpPr>
        <p:grpSpPr bwMode="auto">
          <a:xfrm>
            <a:off x="7820025" y="1538288"/>
            <a:ext cx="1954213" cy="2770187"/>
            <a:chOff x="3966" y="969"/>
            <a:chExt cx="1231" cy="1745"/>
          </a:xfrm>
        </p:grpSpPr>
        <p:grpSp>
          <p:nvGrpSpPr>
            <p:cNvPr id="22533" name="Group 145">
              <a:extLst>
                <a:ext uri="{FF2B5EF4-FFF2-40B4-BE49-F238E27FC236}">
                  <a16:creationId xmlns:a16="http://schemas.microsoft.com/office/drawing/2014/main" id="{9BDB8B2D-7ECB-4D45-A392-00A66B305D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6" y="969"/>
              <a:ext cx="1231" cy="1745"/>
              <a:chOff x="3983" y="918"/>
              <a:chExt cx="1231" cy="1745"/>
            </a:xfrm>
          </p:grpSpPr>
          <p:sp>
            <p:nvSpPr>
              <p:cNvPr id="22535" name="Freeform 113">
                <a:extLst>
                  <a:ext uri="{FF2B5EF4-FFF2-40B4-BE49-F238E27FC236}">
                    <a16:creationId xmlns:a16="http://schemas.microsoft.com/office/drawing/2014/main" id="{CD485D23-EA27-4DAD-9C2F-8B6F39FE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918"/>
                <a:ext cx="1231" cy="1745"/>
              </a:xfrm>
              <a:custGeom>
                <a:avLst/>
                <a:gdLst>
                  <a:gd name="T0" fmla="*/ 10469 w 418"/>
                  <a:gd name="T1" fmla="*/ 985 h 556"/>
                  <a:gd name="T2" fmla="*/ 10546 w 418"/>
                  <a:gd name="T3" fmla="*/ 8935 h 556"/>
                  <a:gd name="T4" fmla="*/ 10572 w 418"/>
                  <a:gd name="T5" fmla="*/ 14628 h 556"/>
                  <a:gd name="T6" fmla="*/ 9297 w 418"/>
                  <a:gd name="T7" fmla="*/ 16844 h 556"/>
                  <a:gd name="T8" fmla="*/ 5133 w 418"/>
                  <a:gd name="T9" fmla="*/ 17061 h 556"/>
                  <a:gd name="T10" fmla="*/ 1302 w 418"/>
                  <a:gd name="T11" fmla="*/ 17061 h 556"/>
                  <a:gd name="T12" fmla="*/ 330 w 418"/>
                  <a:gd name="T13" fmla="*/ 15614 h 556"/>
                  <a:gd name="T14" fmla="*/ 156 w 418"/>
                  <a:gd name="T15" fmla="*/ 3123 h 556"/>
                  <a:gd name="T16" fmla="*/ 1154 w 418"/>
                  <a:gd name="T17" fmla="*/ 1083 h 556"/>
                  <a:gd name="T18" fmla="*/ 1614 w 418"/>
                  <a:gd name="T19" fmla="*/ 373 h 556"/>
                  <a:gd name="T20" fmla="*/ 1970 w 418"/>
                  <a:gd name="T21" fmla="*/ 345 h 556"/>
                  <a:gd name="T22" fmla="*/ 2350 w 418"/>
                  <a:gd name="T23" fmla="*/ 60 h 556"/>
                  <a:gd name="T24" fmla="*/ 2863 w 418"/>
                  <a:gd name="T25" fmla="*/ 28 h 556"/>
                  <a:gd name="T26" fmla="*/ 4214 w 418"/>
                  <a:gd name="T27" fmla="*/ 217 h 556"/>
                  <a:gd name="T28" fmla="*/ 7156 w 418"/>
                  <a:gd name="T29" fmla="*/ 129 h 556"/>
                  <a:gd name="T30" fmla="*/ 10010 w 418"/>
                  <a:gd name="T31" fmla="*/ 304 h 556"/>
                  <a:gd name="T32" fmla="*/ 10469 w 418"/>
                  <a:gd name="T33" fmla="*/ 985 h 5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8" h="556">
                    <a:moveTo>
                      <a:pt x="410" y="32"/>
                    </a:moveTo>
                    <a:cubicBezTo>
                      <a:pt x="418" y="72"/>
                      <a:pt x="415" y="189"/>
                      <a:pt x="413" y="289"/>
                    </a:cubicBezTo>
                    <a:cubicBezTo>
                      <a:pt x="411" y="384"/>
                      <a:pt x="418" y="448"/>
                      <a:pt x="414" y="473"/>
                    </a:cubicBezTo>
                    <a:cubicBezTo>
                      <a:pt x="409" y="501"/>
                      <a:pt x="386" y="535"/>
                      <a:pt x="364" y="545"/>
                    </a:cubicBezTo>
                    <a:cubicBezTo>
                      <a:pt x="341" y="556"/>
                      <a:pt x="273" y="552"/>
                      <a:pt x="201" y="552"/>
                    </a:cubicBezTo>
                    <a:cubicBezTo>
                      <a:pt x="129" y="552"/>
                      <a:pt x="88" y="552"/>
                      <a:pt x="51" y="552"/>
                    </a:cubicBezTo>
                    <a:cubicBezTo>
                      <a:pt x="14" y="552"/>
                      <a:pt x="11" y="520"/>
                      <a:pt x="13" y="505"/>
                    </a:cubicBezTo>
                    <a:cubicBezTo>
                      <a:pt x="14" y="489"/>
                      <a:pt x="0" y="152"/>
                      <a:pt x="6" y="101"/>
                    </a:cubicBezTo>
                    <a:cubicBezTo>
                      <a:pt x="11" y="50"/>
                      <a:pt x="34" y="43"/>
                      <a:pt x="45" y="35"/>
                    </a:cubicBezTo>
                    <a:cubicBezTo>
                      <a:pt x="50" y="30"/>
                      <a:pt x="53" y="19"/>
                      <a:pt x="63" y="12"/>
                    </a:cubicBezTo>
                    <a:cubicBezTo>
                      <a:pt x="67" y="9"/>
                      <a:pt x="71" y="13"/>
                      <a:pt x="77" y="11"/>
                    </a:cubicBezTo>
                    <a:cubicBezTo>
                      <a:pt x="82" y="10"/>
                      <a:pt x="89" y="3"/>
                      <a:pt x="92" y="2"/>
                    </a:cubicBezTo>
                    <a:cubicBezTo>
                      <a:pt x="95" y="0"/>
                      <a:pt x="102" y="1"/>
                      <a:pt x="112" y="1"/>
                    </a:cubicBezTo>
                    <a:cubicBezTo>
                      <a:pt x="122" y="1"/>
                      <a:pt x="138" y="6"/>
                      <a:pt x="165" y="7"/>
                    </a:cubicBezTo>
                    <a:cubicBezTo>
                      <a:pt x="203" y="8"/>
                      <a:pt x="256" y="4"/>
                      <a:pt x="280" y="4"/>
                    </a:cubicBezTo>
                    <a:cubicBezTo>
                      <a:pt x="320" y="4"/>
                      <a:pt x="372" y="7"/>
                      <a:pt x="392" y="10"/>
                    </a:cubicBezTo>
                    <a:cubicBezTo>
                      <a:pt x="408" y="13"/>
                      <a:pt x="409" y="26"/>
                      <a:pt x="410" y="32"/>
                    </a:cubicBezTo>
                    <a:close/>
                  </a:path>
                </a:pathLst>
              </a:custGeom>
              <a:solidFill>
                <a:srgbClr val="FFE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36" name="Freeform 114">
                <a:extLst>
                  <a:ext uri="{FF2B5EF4-FFF2-40B4-BE49-F238E27FC236}">
                    <a16:creationId xmlns:a16="http://schemas.microsoft.com/office/drawing/2014/main" id="{69C5D757-57AA-4913-9AE6-2327D643D1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40" y="953"/>
                <a:ext cx="174" cy="1682"/>
              </a:xfrm>
              <a:custGeom>
                <a:avLst/>
                <a:gdLst>
                  <a:gd name="T0" fmla="*/ 27 w 59"/>
                  <a:gd name="T1" fmla="*/ 16563 h 536"/>
                  <a:gd name="T2" fmla="*/ 130 w 59"/>
                  <a:gd name="T3" fmla="*/ 16503 h 536"/>
                  <a:gd name="T4" fmla="*/ 183 w 59"/>
                  <a:gd name="T5" fmla="*/ 16475 h 536"/>
                  <a:gd name="T6" fmla="*/ 0 w 59"/>
                  <a:gd name="T7" fmla="*/ 16534 h 536"/>
                  <a:gd name="T8" fmla="*/ 27 w 59"/>
                  <a:gd name="T9" fmla="*/ 16563 h 536"/>
                  <a:gd name="T10" fmla="*/ 1383 w 59"/>
                  <a:gd name="T11" fmla="*/ 8586 h 536"/>
                  <a:gd name="T12" fmla="*/ 1304 w 59"/>
                  <a:gd name="T13" fmla="*/ 650 h 536"/>
                  <a:gd name="T14" fmla="*/ 923 w 59"/>
                  <a:gd name="T15" fmla="*/ 0 h 536"/>
                  <a:gd name="T16" fmla="*/ 487 w 59"/>
                  <a:gd name="T17" fmla="*/ 1980 h 536"/>
                  <a:gd name="T18" fmla="*/ 434 w 59"/>
                  <a:gd name="T19" fmla="*/ 11344 h 536"/>
                  <a:gd name="T20" fmla="*/ 460 w 59"/>
                  <a:gd name="T21" fmla="*/ 16070 h 536"/>
                  <a:gd name="T22" fmla="*/ 254 w 59"/>
                  <a:gd name="T23" fmla="*/ 16406 h 536"/>
                  <a:gd name="T24" fmla="*/ 1410 w 59"/>
                  <a:gd name="T25" fmla="*/ 14278 h 536"/>
                  <a:gd name="T26" fmla="*/ 1383 w 59"/>
                  <a:gd name="T27" fmla="*/ 8586 h 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9" h="536">
                    <a:moveTo>
                      <a:pt x="1" y="536"/>
                    </a:moveTo>
                    <a:cubicBezTo>
                      <a:pt x="2" y="535"/>
                      <a:pt x="4" y="535"/>
                      <a:pt x="5" y="534"/>
                    </a:cubicBezTo>
                    <a:cubicBezTo>
                      <a:pt x="6" y="534"/>
                      <a:pt x="6" y="534"/>
                      <a:pt x="7" y="533"/>
                    </a:cubicBezTo>
                    <a:cubicBezTo>
                      <a:pt x="5" y="534"/>
                      <a:pt x="3" y="535"/>
                      <a:pt x="0" y="535"/>
                    </a:cubicBezTo>
                    <a:lnTo>
                      <a:pt x="1" y="536"/>
                    </a:lnTo>
                    <a:close/>
                    <a:moveTo>
                      <a:pt x="54" y="278"/>
                    </a:moveTo>
                    <a:cubicBezTo>
                      <a:pt x="56" y="178"/>
                      <a:pt x="59" y="61"/>
                      <a:pt x="51" y="21"/>
                    </a:cubicBezTo>
                    <a:cubicBezTo>
                      <a:pt x="50" y="15"/>
                      <a:pt x="49" y="4"/>
                      <a:pt x="36" y="0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22" y="96"/>
                      <a:pt x="21" y="255"/>
                      <a:pt x="17" y="367"/>
                    </a:cubicBezTo>
                    <a:cubicBezTo>
                      <a:pt x="15" y="444"/>
                      <a:pt x="24" y="506"/>
                      <a:pt x="18" y="520"/>
                    </a:cubicBezTo>
                    <a:cubicBezTo>
                      <a:pt x="15" y="526"/>
                      <a:pt x="13" y="529"/>
                      <a:pt x="10" y="531"/>
                    </a:cubicBezTo>
                    <a:cubicBezTo>
                      <a:pt x="30" y="519"/>
                      <a:pt x="51" y="488"/>
                      <a:pt x="55" y="462"/>
                    </a:cubicBezTo>
                    <a:cubicBezTo>
                      <a:pt x="59" y="437"/>
                      <a:pt x="52" y="373"/>
                      <a:pt x="54" y="278"/>
                    </a:cubicBezTo>
                    <a:close/>
                  </a:path>
                </a:pathLst>
              </a:custGeom>
              <a:solidFill>
                <a:srgbClr val="F0CB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37" name="Freeform 115">
                <a:extLst>
                  <a:ext uri="{FF2B5EF4-FFF2-40B4-BE49-F238E27FC236}">
                    <a16:creationId xmlns:a16="http://schemas.microsoft.com/office/drawing/2014/main" id="{F40E8986-B8BF-4E8C-8908-80E88D80A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317"/>
                <a:ext cx="1210" cy="552"/>
              </a:xfrm>
              <a:custGeom>
                <a:avLst/>
                <a:gdLst>
                  <a:gd name="T0" fmla="*/ 9674 w 411"/>
                  <a:gd name="T1" fmla="*/ 1703 h 176"/>
                  <a:gd name="T2" fmla="*/ 998 w 411"/>
                  <a:gd name="T3" fmla="*/ 1703 h 176"/>
                  <a:gd name="T4" fmla="*/ 26 w 411"/>
                  <a:gd name="T5" fmla="*/ 1270 h 176"/>
                  <a:gd name="T6" fmla="*/ 77 w 411"/>
                  <a:gd name="T7" fmla="*/ 4720 h 176"/>
                  <a:gd name="T8" fmla="*/ 998 w 411"/>
                  <a:gd name="T9" fmla="*/ 5272 h 176"/>
                  <a:gd name="T10" fmla="*/ 9568 w 411"/>
                  <a:gd name="T11" fmla="*/ 5153 h 176"/>
                  <a:gd name="T12" fmla="*/ 10460 w 411"/>
                  <a:gd name="T13" fmla="*/ 3422 h 176"/>
                  <a:gd name="T14" fmla="*/ 10487 w 411"/>
                  <a:gd name="T15" fmla="*/ 0 h 176"/>
                  <a:gd name="T16" fmla="*/ 9674 w 411"/>
                  <a:gd name="T17" fmla="*/ 1703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1" h="176">
                    <a:moveTo>
                      <a:pt x="379" y="55"/>
                    </a:moveTo>
                    <a:cubicBezTo>
                      <a:pt x="366" y="60"/>
                      <a:pt x="77" y="61"/>
                      <a:pt x="39" y="55"/>
                    </a:cubicBezTo>
                    <a:cubicBezTo>
                      <a:pt x="3" y="50"/>
                      <a:pt x="1" y="42"/>
                      <a:pt x="1" y="41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3" y="153"/>
                      <a:pt x="0" y="166"/>
                      <a:pt x="39" y="171"/>
                    </a:cubicBezTo>
                    <a:cubicBezTo>
                      <a:pt x="77" y="176"/>
                      <a:pt x="361" y="171"/>
                      <a:pt x="375" y="167"/>
                    </a:cubicBezTo>
                    <a:cubicBezTo>
                      <a:pt x="380" y="166"/>
                      <a:pt x="403" y="133"/>
                      <a:pt x="410" y="111"/>
                    </a:cubicBezTo>
                    <a:cubicBezTo>
                      <a:pt x="411" y="0"/>
                      <a:pt x="411" y="0"/>
                      <a:pt x="411" y="0"/>
                    </a:cubicBezTo>
                    <a:cubicBezTo>
                      <a:pt x="404" y="21"/>
                      <a:pt x="387" y="52"/>
                      <a:pt x="379" y="55"/>
                    </a:cubicBezTo>
                    <a:close/>
                  </a:path>
                </a:pathLst>
              </a:custGeom>
              <a:solidFill>
                <a:srgbClr val="E47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38" name="Freeform 116">
                <a:extLst>
                  <a:ext uri="{FF2B5EF4-FFF2-40B4-BE49-F238E27FC236}">
                    <a16:creationId xmlns:a16="http://schemas.microsoft.com/office/drawing/2014/main" id="{A8A54B95-DBC9-4312-9440-10D2DF156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1317"/>
                <a:ext cx="109" cy="527"/>
              </a:xfrm>
              <a:custGeom>
                <a:avLst/>
                <a:gdLst>
                  <a:gd name="T0" fmla="*/ 919 w 37"/>
                  <a:gd name="T1" fmla="*/ 3426 h 168"/>
                  <a:gd name="T2" fmla="*/ 946 w 37"/>
                  <a:gd name="T3" fmla="*/ 0 h 168"/>
                  <a:gd name="T4" fmla="*/ 130 w 37"/>
                  <a:gd name="T5" fmla="*/ 1703 h 168"/>
                  <a:gd name="T6" fmla="*/ 53 w 37"/>
                  <a:gd name="T7" fmla="*/ 1732 h 168"/>
                  <a:gd name="T8" fmla="*/ 0 w 37"/>
                  <a:gd name="T9" fmla="*/ 5185 h 168"/>
                  <a:gd name="T10" fmla="*/ 27 w 37"/>
                  <a:gd name="T11" fmla="*/ 5157 h 168"/>
                  <a:gd name="T12" fmla="*/ 919 w 37"/>
                  <a:gd name="T13" fmla="*/ 3426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8">
                    <a:moveTo>
                      <a:pt x="36" y="111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0" y="21"/>
                      <a:pt x="13" y="52"/>
                      <a:pt x="5" y="55"/>
                    </a:cubicBezTo>
                    <a:cubicBezTo>
                      <a:pt x="5" y="55"/>
                      <a:pt x="3" y="56"/>
                      <a:pt x="2" y="56"/>
                    </a:cubicBezTo>
                    <a:cubicBezTo>
                      <a:pt x="1" y="90"/>
                      <a:pt x="1" y="129"/>
                      <a:pt x="0" y="168"/>
                    </a:cubicBezTo>
                    <a:cubicBezTo>
                      <a:pt x="0" y="168"/>
                      <a:pt x="1" y="168"/>
                      <a:pt x="1" y="167"/>
                    </a:cubicBezTo>
                    <a:cubicBezTo>
                      <a:pt x="6" y="166"/>
                      <a:pt x="29" y="133"/>
                      <a:pt x="36" y="111"/>
                    </a:cubicBezTo>
                    <a:close/>
                  </a:path>
                </a:pathLst>
              </a:custGeom>
              <a:solidFill>
                <a:srgbClr val="D063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39" name="Freeform 117">
                <a:extLst>
                  <a:ext uri="{FF2B5EF4-FFF2-40B4-BE49-F238E27FC236}">
                    <a16:creationId xmlns:a16="http://schemas.microsoft.com/office/drawing/2014/main" id="{0C935515-0111-4020-AC6D-3DAF4D132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918"/>
                <a:ext cx="1168" cy="273"/>
              </a:xfrm>
              <a:custGeom>
                <a:avLst/>
                <a:gdLst>
                  <a:gd name="T0" fmla="*/ 9929 w 397"/>
                  <a:gd name="T1" fmla="*/ 493 h 87"/>
                  <a:gd name="T2" fmla="*/ 9626 w 397"/>
                  <a:gd name="T3" fmla="*/ 304 h 87"/>
                  <a:gd name="T4" fmla="*/ 6779 w 397"/>
                  <a:gd name="T5" fmla="*/ 129 h 87"/>
                  <a:gd name="T6" fmla="*/ 3842 w 397"/>
                  <a:gd name="T7" fmla="*/ 217 h 87"/>
                  <a:gd name="T8" fmla="*/ 2492 w 397"/>
                  <a:gd name="T9" fmla="*/ 28 h 87"/>
                  <a:gd name="T10" fmla="*/ 1983 w 397"/>
                  <a:gd name="T11" fmla="*/ 60 h 87"/>
                  <a:gd name="T12" fmla="*/ 1600 w 397"/>
                  <a:gd name="T13" fmla="*/ 345 h 87"/>
                  <a:gd name="T14" fmla="*/ 1247 w 397"/>
                  <a:gd name="T15" fmla="*/ 373 h 87"/>
                  <a:gd name="T16" fmla="*/ 788 w 397"/>
                  <a:gd name="T17" fmla="*/ 1083 h 87"/>
                  <a:gd name="T18" fmla="*/ 0 w 397"/>
                  <a:gd name="T19" fmla="*/ 2068 h 87"/>
                  <a:gd name="T20" fmla="*/ 26 w 397"/>
                  <a:gd name="T21" fmla="*/ 2068 h 87"/>
                  <a:gd name="T22" fmla="*/ 2189 w 397"/>
                  <a:gd name="T23" fmla="*/ 2344 h 87"/>
                  <a:gd name="T24" fmla="*/ 8276 w 397"/>
                  <a:gd name="T25" fmla="*/ 2344 h 87"/>
                  <a:gd name="T26" fmla="*/ 9521 w 397"/>
                  <a:gd name="T27" fmla="*/ 1920 h 87"/>
                  <a:gd name="T28" fmla="*/ 9929 w 397"/>
                  <a:gd name="T29" fmla="*/ 493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7" h="87">
                    <a:moveTo>
                      <a:pt x="390" y="16"/>
                    </a:moveTo>
                    <a:cubicBezTo>
                      <a:pt x="387" y="14"/>
                      <a:pt x="384" y="11"/>
                      <a:pt x="378" y="10"/>
                    </a:cubicBezTo>
                    <a:cubicBezTo>
                      <a:pt x="358" y="7"/>
                      <a:pt x="306" y="4"/>
                      <a:pt x="266" y="4"/>
                    </a:cubicBezTo>
                    <a:cubicBezTo>
                      <a:pt x="242" y="4"/>
                      <a:pt x="189" y="8"/>
                      <a:pt x="151" y="7"/>
                    </a:cubicBezTo>
                    <a:cubicBezTo>
                      <a:pt x="124" y="6"/>
                      <a:pt x="108" y="1"/>
                      <a:pt x="98" y="1"/>
                    </a:cubicBezTo>
                    <a:cubicBezTo>
                      <a:pt x="88" y="1"/>
                      <a:pt x="81" y="0"/>
                      <a:pt x="78" y="2"/>
                    </a:cubicBezTo>
                    <a:cubicBezTo>
                      <a:pt x="75" y="3"/>
                      <a:pt x="68" y="10"/>
                      <a:pt x="63" y="11"/>
                    </a:cubicBezTo>
                    <a:cubicBezTo>
                      <a:pt x="57" y="13"/>
                      <a:pt x="53" y="9"/>
                      <a:pt x="49" y="12"/>
                    </a:cubicBezTo>
                    <a:cubicBezTo>
                      <a:pt x="39" y="19"/>
                      <a:pt x="36" y="30"/>
                      <a:pt x="31" y="35"/>
                    </a:cubicBezTo>
                    <a:cubicBezTo>
                      <a:pt x="23" y="41"/>
                      <a:pt x="9" y="46"/>
                      <a:pt x="0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5" y="72"/>
                      <a:pt x="25" y="75"/>
                      <a:pt x="86" y="76"/>
                    </a:cubicBezTo>
                    <a:cubicBezTo>
                      <a:pt x="148" y="78"/>
                      <a:pt x="290" y="78"/>
                      <a:pt x="325" y="76"/>
                    </a:cubicBezTo>
                    <a:cubicBezTo>
                      <a:pt x="360" y="75"/>
                      <a:pt x="359" y="87"/>
                      <a:pt x="374" y="62"/>
                    </a:cubicBezTo>
                    <a:cubicBezTo>
                      <a:pt x="381" y="46"/>
                      <a:pt x="397" y="31"/>
                      <a:pt x="390" y="16"/>
                    </a:cubicBezTo>
                    <a:close/>
                  </a:path>
                </a:pathLst>
              </a:custGeom>
              <a:solidFill>
                <a:srgbClr val="FFE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0" name="Freeform 118">
                <a:extLst>
                  <a:ext uri="{FF2B5EF4-FFF2-40B4-BE49-F238E27FC236}">
                    <a16:creationId xmlns:a16="http://schemas.microsoft.com/office/drawing/2014/main" id="{8605EE9E-4186-454B-9580-4A828BEE8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984"/>
                <a:ext cx="62" cy="138"/>
              </a:xfrm>
              <a:custGeom>
                <a:avLst/>
                <a:gdLst>
                  <a:gd name="T0" fmla="*/ 263 w 21"/>
                  <a:gd name="T1" fmla="*/ 188 h 44"/>
                  <a:gd name="T2" fmla="*/ 80 w 21"/>
                  <a:gd name="T3" fmla="*/ 709 h 44"/>
                  <a:gd name="T4" fmla="*/ 27 w 21"/>
                  <a:gd name="T5" fmla="*/ 1358 h 44"/>
                  <a:gd name="T6" fmla="*/ 357 w 21"/>
                  <a:gd name="T7" fmla="*/ 521 h 44"/>
                  <a:gd name="T8" fmla="*/ 514 w 21"/>
                  <a:gd name="T9" fmla="*/ 0 h 44"/>
                  <a:gd name="T10" fmla="*/ 410 w 21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10" y="6"/>
                    </a:moveTo>
                    <a:cubicBezTo>
                      <a:pt x="5" y="9"/>
                      <a:pt x="4" y="17"/>
                      <a:pt x="3" y="23"/>
                    </a:cubicBezTo>
                    <a:cubicBezTo>
                      <a:pt x="2" y="29"/>
                      <a:pt x="0" y="38"/>
                      <a:pt x="1" y="44"/>
                    </a:cubicBezTo>
                    <a:cubicBezTo>
                      <a:pt x="7" y="37"/>
                      <a:pt x="11" y="26"/>
                      <a:pt x="14" y="17"/>
                    </a:cubicBezTo>
                    <a:cubicBezTo>
                      <a:pt x="17" y="10"/>
                      <a:pt x="21" y="8"/>
                      <a:pt x="20" y="0"/>
                    </a:cubicBezTo>
                    <a:cubicBezTo>
                      <a:pt x="19" y="0"/>
                      <a:pt x="17" y="0"/>
                      <a:pt x="16" y="0"/>
                    </a:cubicBezTo>
                  </a:path>
                </a:pathLst>
              </a:custGeom>
              <a:solidFill>
                <a:srgbClr val="FFE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1" name="Freeform 119">
                <a:extLst>
                  <a:ext uri="{FF2B5EF4-FFF2-40B4-BE49-F238E27FC236}">
                    <a16:creationId xmlns:a16="http://schemas.microsoft.com/office/drawing/2014/main" id="{5295C766-D2E1-46A7-A060-A31E30540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931"/>
                <a:ext cx="218" cy="31"/>
              </a:xfrm>
              <a:custGeom>
                <a:avLst/>
                <a:gdLst>
                  <a:gd name="T0" fmla="*/ 0 w 74"/>
                  <a:gd name="T1" fmla="*/ 211 h 10"/>
                  <a:gd name="T2" fmla="*/ 330 w 74"/>
                  <a:gd name="T3" fmla="*/ 0 h 10"/>
                  <a:gd name="T4" fmla="*/ 816 w 74"/>
                  <a:gd name="T5" fmla="*/ 59 h 10"/>
                  <a:gd name="T6" fmla="*/ 1891 w 74"/>
                  <a:gd name="T7" fmla="*/ 270 h 10"/>
                  <a:gd name="T8" fmla="*/ 763 w 74"/>
                  <a:gd name="T9" fmla="*/ 270 h 10"/>
                  <a:gd name="T10" fmla="*/ 356 w 74"/>
                  <a:gd name="T11" fmla="*/ 298 h 10"/>
                  <a:gd name="T12" fmla="*/ 0 w 74"/>
                  <a:gd name="T13" fmla="*/ 24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0">
                    <a:moveTo>
                      <a:pt x="0" y="7"/>
                    </a:moveTo>
                    <a:cubicBezTo>
                      <a:pt x="5" y="5"/>
                      <a:pt x="7" y="0"/>
                      <a:pt x="13" y="0"/>
                    </a:cubicBezTo>
                    <a:cubicBezTo>
                      <a:pt x="19" y="0"/>
                      <a:pt x="26" y="2"/>
                      <a:pt x="32" y="2"/>
                    </a:cubicBezTo>
                    <a:cubicBezTo>
                      <a:pt x="47" y="3"/>
                      <a:pt x="60" y="7"/>
                      <a:pt x="74" y="9"/>
                    </a:cubicBezTo>
                    <a:cubicBezTo>
                      <a:pt x="59" y="9"/>
                      <a:pt x="44" y="8"/>
                      <a:pt x="30" y="9"/>
                    </a:cubicBezTo>
                    <a:cubicBezTo>
                      <a:pt x="24" y="10"/>
                      <a:pt x="19" y="10"/>
                      <a:pt x="14" y="10"/>
                    </a:cubicBezTo>
                    <a:cubicBezTo>
                      <a:pt x="9" y="10"/>
                      <a:pt x="4" y="7"/>
                      <a:pt x="0" y="8"/>
                    </a:cubicBezTo>
                  </a:path>
                </a:pathLst>
              </a:custGeom>
              <a:solidFill>
                <a:srgbClr val="FFE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2" name="Freeform 120">
                <a:extLst>
                  <a:ext uri="{FF2B5EF4-FFF2-40B4-BE49-F238E27FC236}">
                    <a16:creationId xmlns:a16="http://schemas.microsoft.com/office/drawing/2014/main" id="{334A3002-167A-4364-94F2-ACE6F333C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924"/>
                <a:ext cx="465" cy="54"/>
              </a:xfrm>
              <a:custGeom>
                <a:avLst/>
                <a:gdLst>
                  <a:gd name="T0" fmla="*/ 1021 w 158"/>
                  <a:gd name="T1" fmla="*/ 353 h 17"/>
                  <a:gd name="T2" fmla="*/ 2019 w 158"/>
                  <a:gd name="T3" fmla="*/ 413 h 17"/>
                  <a:gd name="T4" fmla="*/ 3005 w 158"/>
                  <a:gd name="T5" fmla="*/ 483 h 17"/>
                  <a:gd name="T6" fmla="*/ 3543 w 158"/>
                  <a:gd name="T7" fmla="*/ 413 h 17"/>
                  <a:gd name="T8" fmla="*/ 3897 w 158"/>
                  <a:gd name="T9" fmla="*/ 546 h 17"/>
                  <a:gd name="T10" fmla="*/ 4029 w 158"/>
                  <a:gd name="T11" fmla="*/ 515 h 17"/>
                  <a:gd name="T12" fmla="*/ 2652 w 158"/>
                  <a:gd name="T13" fmla="*/ 222 h 17"/>
                  <a:gd name="T14" fmla="*/ 1480 w 158"/>
                  <a:gd name="T15" fmla="*/ 191 h 17"/>
                  <a:gd name="T16" fmla="*/ 762 w 158"/>
                  <a:gd name="T17" fmla="*/ 191 h 17"/>
                  <a:gd name="T18" fmla="*/ 0 w 158"/>
                  <a:gd name="T19" fmla="*/ 292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8" h="17">
                    <a:moveTo>
                      <a:pt x="40" y="11"/>
                    </a:moveTo>
                    <a:cubicBezTo>
                      <a:pt x="53" y="14"/>
                      <a:pt x="66" y="13"/>
                      <a:pt x="79" y="13"/>
                    </a:cubicBezTo>
                    <a:cubicBezTo>
                      <a:pt x="92" y="13"/>
                      <a:pt x="105" y="14"/>
                      <a:pt x="118" y="15"/>
                    </a:cubicBezTo>
                    <a:cubicBezTo>
                      <a:pt x="125" y="15"/>
                      <a:pt x="132" y="14"/>
                      <a:pt x="139" y="13"/>
                    </a:cubicBezTo>
                    <a:cubicBezTo>
                      <a:pt x="143" y="13"/>
                      <a:pt x="155" y="11"/>
                      <a:pt x="153" y="17"/>
                    </a:cubicBezTo>
                    <a:cubicBezTo>
                      <a:pt x="155" y="17"/>
                      <a:pt x="156" y="17"/>
                      <a:pt x="158" y="16"/>
                    </a:cubicBezTo>
                    <a:cubicBezTo>
                      <a:pt x="151" y="0"/>
                      <a:pt x="118" y="6"/>
                      <a:pt x="104" y="7"/>
                    </a:cubicBezTo>
                    <a:cubicBezTo>
                      <a:pt x="88" y="8"/>
                      <a:pt x="74" y="7"/>
                      <a:pt x="58" y="6"/>
                    </a:cubicBezTo>
                    <a:cubicBezTo>
                      <a:pt x="49" y="5"/>
                      <a:pt x="39" y="7"/>
                      <a:pt x="30" y="6"/>
                    </a:cubicBezTo>
                    <a:cubicBezTo>
                      <a:pt x="25" y="6"/>
                      <a:pt x="5" y="9"/>
                      <a:pt x="0" y="9"/>
                    </a:cubicBezTo>
                  </a:path>
                </a:pathLst>
              </a:custGeom>
              <a:solidFill>
                <a:srgbClr val="FFE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3" name="Freeform 121">
                <a:extLst>
                  <a:ext uri="{FF2B5EF4-FFF2-40B4-BE49-F238E27FC236}">
                    <a16:creationId xmlns:a16="http://schemas.microsoft.com/office/drawing/2014/main" id="{AF091974-748D-4137-93BE-107364BB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993"/>
                <a:ext cx="936" cy="154"/>
              </a:xfrm>
              <a:custGeom>
                <a:avLst/>
                <a:gdLst>
                  <a:gd name="T0" fmla="*/ 0 w 318"/>
                  <a:gd name="T1" fmla="*/ 346 h 49"/>
                  <a:gd name="T2" fmla="*/ 815 w 318"/>
                  <a:gd name="T3" fmla="*/ 525 h 49"/>
                  <a:gd name="T4" fmla="*/ 1654 w 318"/>
                  <a:gd name="T5" fmla="*/ 563 h 49"/>
                  <a:gd name="T6" fmla="*/ 3544 w 318"/>
                  <a:gd name="T7" fmla="*/ 434 h 49"/>
                  <a:gd name="T8" fmla="*/ 4842 w 318"/>
                  <a:gd name="T9" fmla="*/ 374 h 49"/>
                  <a:gd name="T10" fmla="*/ 6861 w 318"/>
                  <a:gd name="T11" fmla="*/ 710 h 49"/>
                  <a:gd name="T12" fmla="*/ 7650 w 318"/>
                  <a:gd name="T13" fmla="*/ 899 h 49"/>
                  <a:gd name="T14" fmla="*/ 8006 w 318"/>
                  <a:gd name="T15" fmla="*/ 1521 h 49"/>
                  <a:gd name="T16" fmla="*/ 8006 w 318"/>
                  <a:gd name="T17" fmla="*/ 996 h 49"/>
                  <a:gd name="T18" fmla="*/ 8109 w 318"/>
                  <a:gd name="T19" fmla="*/ 434 h 49"/>
                  <a:gd name="T20" fmla="*/ 7347 w 318"/>
                  <a:gd name="T21" fmla="*/ 525 h 49"/>
                  <a:gd name="T22" fmla="*/ 5996 w 318"/>
                  <a:gd name="T23" fmla="*/ 277 h 49"/>
                  <a:gd name="T24" fmla="*/ 4842 w 318"/>
                  <a:gd name="T25" fmla="*/ 88 h 49"/>
                  <a:gd name="T26" fmla="*/ 4236 w 318"/>
                  <a:gd name="T27" fmla="*/ 28 h 49"/>
                  <a:gd name="T28" fmla="*/ 2063 w 318"/>
                  <a:gd name="T29" fmla="*/ 346 h 49"/>
                  <a:gd name="T30" fmla="*/ 945 w 318"/>
                  <a:gd name="T31" fmla="*/ 217 h 49"/>
                  <a:gd name="T32" fmla="*/ 53 w 318"/>
                  <a:gd name="T33" fmla="*/ 305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8" h="49">
                    <a:moveTo>
                      <a:pt x="0" y="11"/>
                    </a:moveTo>
                    <a:cubicBezTo>
                      <a:pt x="10" y="11"/>
                      <a:pt x="21" y="15"/>
                      <a:pt x="32" y="17"/>
                    </a:cubicBezTo>
                    <a:cubicBezTo>
                      <a:pt x="42" y="18"/>
                      <a:pt x="54" y="18"/>
                      <a:pt x="65" y="18"/>
                    </a:cubicBezTo>
                    <a:cubicBezTo>
                      <a:pt x="90" y="19"/>
                      <a:pt x="114" y="14"/>
                      <a:pt x="139" y="14"/>
                    </a:cubicBezTo>
                    <a:cubicBezTo>
                      <a:pt x="156" y="14"/>
                      <a:pt x="174" y="9"/>
                      <a:pt x="190" y="12"/>
                    </a:cubicBezTo>
                    <a:cubicBezTo>
                      <a:pt x="216" y="16"/>
                      <a:pt x="243" y="22"/>
                      <a:pt x="269" y="23"/>
                    </a:cubicBezTo>
                    <a:cubicBezTo>
                      <a:pt x="280" y="24"/>
                      <a:pt x="290" y="23"/>
                      <a:pt x="300" y="29"/>
                    </a:cubicBezTo>
                    <a:cubicBezTo>
                      <a:pt x="309" y="34"/>
                      <a:pt x="310" y="41"/>
                      <a:pt x="314" y="49"/>
                    </a:cubicBezTo>
                    <a:cubicBezTo>
                      <a:pt x="317" y="44"/>
                      <a:pt x="315" y="38"/>
                      <a:pt x="314" y="32"/>
                    </a:cubicBezTo>
                    <a:cubicBezTo>
                      <a:pt x="314" y="26"/>
                      <a:pt x="315" y="20"/>
                      <a:pt x="318" y="14"/>
                    </a:cubicBezTo>
                    <a:cubicBezTo>
                      <a:pt x="308" y="19"/>
                      <a:pt x="298" y="18"/>
                      <a:pt x="288" y="17"/>
                    </a:cubicBezTo>
                    <a:cubicBezTo>
                      <a:pt x="271" y="15"/>
                      <a:pt x="253" y="11"/>
                      <a:pt x="235" y="9"/>
                    </a:cubicBezTo>
                    <a:cubicBezTo>
                      <a:pt x="220" y="8"/>
                      <a:pt x="204" y="7"/>
                      <a:pt x="190" y="3"/>
                    </a:cubicBezTo>
                    <a:cubicBezTo>
                      <a:pt x="181" y="1"/>
                      <a:pt x="175" y="0"/>
                      <a:pt x="166" y="1"/>
                    </a:cubicBezTo>
                    <a:cubicBezTo>
                      <a:pt x="137" y="6"/>
                      <a:pt x="110" y="11"/>
                      <a:pt x="81" y="11"/>
                    </a:cubicBezTo>
                    <a:cubicBezTo>
                      <a:pt x="67" y="11"/>
                      <a:pt x="52" y="6"/>
                      <a:pt x="37" y="7"/>
                    </a:cubicBezTo>
                    <a:cubicBezTo>
                      <a:pt x="26" y="8"/>
                      <a:pt x="14" y="11"/>
                      <a:pt x="2" y="10"/>
                    </a:cubicBezTo>
                  </a:path>
                </a:pathLst>
              </a:custGeom>
              <a:solidFill>
                <a:srgbClr val="FFE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4" name="Freeform 122">
                <a:extLst>
                  <a:ext uri="{FF2B5EF4-FFF2-40B4-BE49-F238E27FC236}">
                    <a16:creationId xmlns:a16="http://schemas.microsoft.com/office/drawing/2014/main" id="{CFB6102B-1A45-471E-8B91-A63F523A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160"/>
                <a:ext cx="1001" cy="320"/>
              </a:xfrm>
              <a:custGeom>
                <a:avLst/>
                <a:gdLst>
                  <a:gd name="T0" fmla="*/ 0 w 340"/>
                  <a:gd name="T1" fmla="*/ 0 h 102"/>
                  <a:gd name="T2" fmla="*/ 562 w 340"/>
                  <a:gd name="T3" fmla="*/ 60 h 102"/>
                  <a:gd name="T4" fmla="*/ 1351 w 340"/>
                  <a:gd name="T5" fmla="*/ 88 h 102"/>
                  <a:gd name="T6" fmla="*/ 2982 w 340"/>
                  <a:gd name="T7" fmla="*/ 88 h 102"/>
                  <a:gd name="T8" fmla="*/ 5382 w 340"/>
                  <a:gd name="T9" fmla="*/ 157 h 102"/>
                  <a:gd name="T10" fmla="*/ 7048 w 340"/>
                  <a:gd name="T11" fmla="*/ 157 h 102"/>
                  <a:gd name="T12" fmla="*/ 8297 w 340"/>
                  <a:gd name="T13" fmla="*/ 157 h 102"/>
                  <a:gd name="T14" fmla="*/ 8600 w 340"/>
                  <a:gd name="T15" fmla="*/ 769 h 102"/>
                  <a:gd name="T16" fmla="*/ 8600 w 340"/>
                  <a:gd name="T17" fmla="*/ 1820 h 102"/>
                  <a:gd name="T18" fmla="*/ 8676 w 340"/>
                  <a:gd name="T19" fmla="*/ 3150 h 102"/>
                  <a:gd name="T20" fmla="*/ 7758 w 340"/>
                  <a:gd name="T21" fmla="*/ 1054 h 102"/>
                  <a:gd name="T22" fmla="*/ 6736 w 340"/>
                  <a:gd name="T23" fmla="*/ 894 h 102"/>
                  <a:gd name="T24" fmla="*/ 4749 w 340"/>
                  <a:gd name="T25" fmla="*/ 590 h 102"/>
                  <a:gd name="T26" fmla="*/ 668 w 340"/>
                  <a:gd name="T27" fmla="*/ 245 h 102"/>
                  <a:gd name="T28" fmla="*/ 0 w 340"/>
                  <a:gd name="T29" fmla="*/ 28 h 10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0" h="102">
                    <a:moveTo>
                      <a:pt x="0" y="0"/>
                    </a:moveTo>
                    <a:cubicBezTo>
                      <a:pt x="7" y="0"/>
                      <a:pt x="15" y="1"/>
                      <a:pt x="22" y="2"/>
                    </a:cubicBezTo>
                    <a:cubicBezTo>
                      <a:pt x="33" y="3"/>
                      <a:pt x="43" y="3"/>
                      <a:pt x="53" y="3"/>
                    </a:cubicBezTo>
                    <a:cubicBezTo>
                      <a:pt x="74" y="4"/>
                      <a:pt x="96" y="2"/>
                      <a:pt x="117" y="3"/>
                    </a:cubicBezTo>
                    <a:cubicBezTo>
                      <a:pt x="148" y="4"/>
                      <a:pt x="180" y="2"/>
                      <a:pt x="211" y="5"/>
                    </a:cubicBezTo>
                    <a:cubicBezTo>
                      <a:pt x="234" y="8"/>
                      <a:pt x="253" y="6"/>
                      <a:pt x="276" y="5"/>
                    </a:cubicBezTo>
                    <a:cubicBezTo>
                      <a:pt x="288" y="4"/>
                      <a:pt x="313" y="3"/>
                      <a:pt x="325" y="5"/>
                    </a:cubicBezTo>
                    <a:cubicBezTo>
                      <a:pt x="337" y="6"/>
                      <a:pt x="336" y="14"/>
                      <a:pt x="337" y="25"/>
                    </a:cubicBezTo>
                    <a:cubicBezTo>
                      <a:pt x="337" y="37"/>
                      <a:pt x="338" y="48"/>
                      <a:pt x="337" y="59"/>
                    </a:cubicBezTo>
                    <a:cubicBezTo>
                      <a:pt x="336" y="70"/>
                      <a:pt x="338" y="91"/>
                      <a:pt x="340" y="102"/>
                    </a:cubicBezTo>
                    <a:cubicBezTo>
                      <a:pt x="337" y="81"/>
                      <a:pt x="327" y="44"/>
                      <a:pt x="304" y="34"/>
                    </a:cubicBezTo>
                    <a:cubicBezTo>
                      <a:pt x="291" y="29"/>
                      <a:pt x="278" y="29"/>
                      <a:pt x="264" y="29"/>
                    </a:cubicBezTo>
                    <a:cubicBezTo>
                      <a:pt x="237" y="30"/>
                      <a:pt x="213" y="20"/>
                      <a:pt x="186" y="19"/>
                    </a:cubicBezTo>
                    <a:cubicBezTo>
                      <a:pt x="169" y="17"/>
                      <a:pt x="32" y="10"/>
                      <a:pt x="26" y="8"/>
                    </a:cubicBezTo>
                    <a:cubicBezTo>
                      <a:pt x="19" y="5"/>
                      <a:pt x="6" y="1"/>
                      <a:pt x="0" y="1"/>
                    </a:cubicBezTo>
                  </a:path>
                </a:pathLst>
              </a:custGeom>
              <a:solidFill>
                <a:srgbClr val="FDD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5" name="Freeform 123">
                <a:extLst>
                  <a:ext uri="{FF2B5EF4-FFF2-40B4-BE49-F238E27FC236}">
                    <a16:creationId xmlns:a16="http://schemas.microsoft.com/office/drawing/2014/main" id="{5AC7CF3E-2FCB-422F-BE8D-8A8B04A4A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962"/>
                <a:ext cx="616" cy="35"/>
              </a:xfrm>
              <a:custGeom>
                <a:avLst/>
                <a:gdLst>
                  <a:gd name="T0" fmla="*/ 1382 w 209"/>
                  <a:gd name="T1" fmla="*/ 223 h 11"/>
                  <a:gd name="T2" fmla="*/ 2762 w 209"/>
                  <a:gd name="T3" fmla="*/ 191 h 11"/>
                  <a:gd name="T4" fmla="*/ 4144 w 209"/>
                  <a:gd name="T5" fmla="*/ 325 h 11"/>
                  <a:gd name="T6" fmla="*/ 5352 w 209"/>
                  <a:gd name="T7" fmla="*/ 223 h 11"/>
                  <a:gd name="T8" fmla="*/ 4300 w 209"/>
                  <a:gd name="T9" fmla="*/ 223 h 11"/>
                  <a:gd name="T10" fmla="*/ 2841 w 209"/>
                  <a:gd name="T11" fmla="*/ 60 h 11"/>
                  <a:gd name="T12" fmla="*/ 1382 w 209"/>
                  <a:gd name="T13" fmla="*/ 102 h 11"/>
                  <a:gd name="T14" fmla="*/ 0 w 209"/>
                  <a:gd name="T15" fmla="*/ 162 h 11"/>
                  <a:gd name="T16" fmla="*/ 1382 w 209"/>
                  <a:gd name="T17" fmla="*/ 223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11">
                    <a:moveTo>
                      <a:pt x="54" y="7"/>
                    </a:moveTo>
                    <a:cubicBezTo>
                      <a:pt x="64" y="5"/>
                      <a:pt x="98" y="5"/>
                      <a:pt x="108" y="6"/>
                    </a:cubicBezTo>
                    <a:cubicBezTo>
                      <a:pt x="117" y="7"/>
                      <a:pt x="150" y="11"/>
                      <a:pt x="162" y="10"/>
                    </a:cubicBezTo>
                    <a:cubicBezTo>
                      <a:pt x="174" y="10"/>
                      <a:pt x="200" y="9"/>
                      <a:pt x="209" y="7"/>
                    </a:cubicBezTo>
                    <a:cubicBezTo>
                      <a:pt x="196" y="6"/>
                      <a:pt x="187" y="8"/>
                      <a:pt x="168" y="7"/>
                    </a:cubicBezTo>
                    <a:cubicBezTo>
                      <a:pt x="149" y="5"/>
                      <a:pt x="131" y="4"/>
                      <a:pt x="111" y="2"/>
                    </a:cubicBezTo>
                    <a:cubicBezTo>
                      <a:pt x="90" y="0"/>
                      <a:pt x="73" y="2"/>
                      <a:pt x="54" y="3"/>
                    </a:cubicBezTo>
                    <a:cubicBezTo>
                      <a:pt x="36" y="4"/>
                      <a:pt x="19" y="5"/>
                      <a:pt x="0" y="5"/>
                    </a:cubicBezTo>
                    <a:cubicBezTo>
                      <a:pt x="14" y="7"/>
                      <a:pt x="43" y="9"/>
                      <a:pt x="54" y="7"/>
                    </a:cubicBezTo>
                    <a:close/>
                  </a:path>
                </a:pathLst>
              </a:custGeom>
              <a:solidFill>
                <a:srgbClr val="FF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6" name="Freeform 124">
                <a:extLst>
                  <a:ext uri="{FF2B5EF4-FFF2-40B4-BE49-F238E27FC236}">
                    <a16:creationId xmlns:a16="http://schemas.microsoft.com/office/drawing/2014/main" id="{D0201CF8-68A0-463F-B0F9-C0AF806EF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031"/>
                <a:ext cx="138" cy="101"/>
              </a:xfrm>
              <a:custGeom>
                <a:avLst/>
                <a:gdLst>
                  <a:gd name="T0" fmla="*/ 681 w 47"/>
                  <a:gd name="T1" fmla="*/ 60 h 32"/>
                  <a:gd name="T2" fmla="*/ 329 w 47"/>
                  <a:gd name="T3" fmla="*/ 407 h 32"/>
                  <a:gd name="T4" fmla="*/ 76 w 47"/>
                  <a:gd name="T5" fmla="*/ 726 h 32"/>
                  <a:gd name="T6" fmla="*/ 1189 w 47"/>
                  <a:gd name="T7" fmla="*/ 975 h 32"/>
                  <a:gd name="T8" fmla="*/ 276 w 47"/>
                  <a:gd name="T9" fmla="*/ 657 h 32"/>
                  <a:gd name="T10" fmla="*/ 508 w 47"/>
                  <a:gd name="T11" fmla="*/ 347 h 32"/>
                  <a:gd name="T12" fmla="*/ 734 w 47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2">
                    <a:moveTo>
                      <a:pt x="27" y="2"/>
                    </a:moveTo>
                    <a:cubicBezTo>
                      <a:pt x="24" y="7"/>
                      <a:pt x="18" y="10"/>
                      <a:pt x="13" y="13"/>
                    </a:cubicBezTo>
                    <a:cubicBezTo>
                      <a:pt x="10" y="15"/>
                      <a:pt x="4" y="19"/>
                      <a:pt x="3" y="23"/>
                    </a:cubicBezTo>
                    <a:cubicBezTo>
                      <a:pt x="0" y="32"/>
                      <a:pt x="42" y="31"/>
                      <a:pt x="47" y="31"/>
                    </a:cubicBezTo>
                    <a:cubicBezTo>
                      <a:pt x="41" y="31"/>
                      <a:pt x="15" y="28"/>
                      <a:pt x="11" y="21"/>
                    </a:cubicBezTo>
                    <a:cubicBezTo>
                      <a:pt x="9" y="18"/>
                      <a:pt x="18" y="14"/>
                      <a:pt x="20" y="11"/>
                    </a:cubicBezTo>
                    <a:cubicBezTo>
                      <a:pt x="23" y="8"/>
                      <a:pt x="26" y="3"/>
                      <a:pt x="29" y="0"/>
                    </a:cubicBezTo>
                  </a:path>
                </a:pathLst>
              </a:custGeom>
              <a:solidFill>
                <a:srgbClr val="FF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7" name="Freeform 125">
                <a:extLst>
                  <a:ext uri="{FF2B5EF4-FFF2-40B4-BE49-F238E27FC236}">
                    <a16:creationId xmlns:a16="http://schemas.microsoft.com/office/drawing/2014/main" id="{8438E7FB-2CA9-45D1-B390-D219344BF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128"/>
                <a:ext cx="565" cy="22"/>
              </a:xfrm>
              <a:custGeom>
                <a:avLst/>
                <a:gdLst>
                  <a:gd name="T0" fmla="*/ 0 w 192"/>
                  <a:gd name="T1" fmla="*/ 157 h 7"/>
                  <a:gd name="T2" fmla="*/ 3387 w 192"/>
                  <a:gd name="T3" fmla="*/ 157 h 7"/>
                  <a:gd name="T4" fmla="*/ 4894 w 192"/>
                  <a:gd name="T5" fmla="*/ 157 h 7"/>
                  <a:gd name="T6" fmla="*/ 3290 w 192"/>
                  <a:gd name="T7" fmla="*/ 28 h 7"/>
                  <a:gd name="T8" fmla="*/ 0 w 192"/>
                  <a:gd name="T9" fmla="*/ 15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7">
                    <a:moveTo>
                      <a:pt x="0" y="5"/>
                    </a:moveTo>
                    <a:cubicBezTo>
                      <a:pt x="26" y="5"/>
                      <a:pt x="114" y="7"/>
                      <a:pt x="133" y="5"/>
                    </a:cubicBezTo>
                    <a:cubicBezTo>
                      <a:pt x="151" y="3"/>
                      <a:pt x="179" y="3"/>
                      <a:pt x="192" y="5"/>
                    </a:cubicBezTo>
                    <a:cubicBezTo>
                      <a:pt x="174" y="1"/>
                      <a:pt x="147" y="0"/>
                      <a:pt x="129" y="1"/>
                    </a:cubicBezTo>
                    <a:cubicBezTo>
                      <a:pt x="110" y="3"/>
                      <a:pt x="10" y="4"/>
                      <a:pt x="0" y="5"/>
                    </a:cubicBezTo>
                    <a:close/>
                  </a:path>
                </a:pathLst>
              </a:custGeom>
              <a:solidFill>
                <a:srgbClr val="FF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8" name="Freeform 126">
                <a:extLst>
                  <a:ext uri="{FF2B5EF4-FFF2-40B4-BE49-F238E27FC236}">
                    <a16:creationId xmlns:a16="http://schemas.microsoft.com/office/drawing/2014/main" id="{3053A56C-A0FC-4041-92EA-593A05F7C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981"/>
                <a:ext cx="71" cy="113"/>
              </a:xfrm>
              <a:custGeom>
                <a:avLst/>
                <a:gdLst>
                  <a:gd name="T0" fmla="*/ 210 w 24"/>
                  <a:gd name="T1" fmla="*/ 276 h 36"/>
                  <a:gd name="T2" fmla="*/ 27 w 24"/>
                  <a:gd name="T3" fmla="*/ 1114 h 36"/>
                  <a:gd name="T4" fmla="*/ 290 w 24"/>
                  <a:gd name="T5" fmla="*/ 345 h 36"/>
                  <a:gd name="T6" fmla="*/ 621 w 24"/>
                  <a:gd name="T7" fmla="*/ 0 h 36"/>
                  <a:gd name="T8" fmla="*/ 358 w 24"/>
                  <a:gd name="T9" fmla="*/ 28 h 36"/>
                  <a:gd name="T10" fmla="*/ 107 w 24"/>
                  <a:gd name="T11" fmla="*/ 374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6">
                    <a:moveTo>
                      <a:pt x="8" y="9"/>
                    </a:moveTo>
                    <a:cubicBezTo>
                      <a:pt x="2" y="15"/>
                      <a:pt x="0" y="28"/>
                      <a:pt x="1" y="36"/>
                    </a:cubicBezTo>
                    <a:cubicBezTo>
                      <a:pt x="2" y="28"/>
                      <a:pt x="6" y="18"/>
                      <a:pt x="11" y="11"/>
                    </a:cubicBezTo>
                    <a:cubicBezTo>
                      <a:pt x="14" y="7"/>
                      <a:pt x="21" y="4"/>
                      <a:pt x="24" y="0"/>
                    </a:cubicBezTo>
                    <a:cubicBezTo>
                      <a:pt x="21" y="0"/>
                      <a:pt x="17" y="0"/>
                      <a:pt x="14" y="1"/>
                    </a:cubicBezTo>
                    <a:cubicBezTo>
                      <a:pt x="10" y="3"/>
                      <a:pt x="7" y="9"/>
                      <a:pt x="4" y="12"/>
                    </a:cubicBezTo>
                  </a:path>
                </a:pathLst>
              </a:custGeom>
              <a:solidFill>
                <a:srgbClr val="F0CB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9" name="Freeform 127">
                <a:extLst>
                  <a:ext uri="{FF2B5EF4-FFF2-40B4-BE49-F238E27FC236}">
                    <a16:creationId xmlns:a16="http://schemas.microsoft.com/office/drawing/2014/main" id="{021988FC-ED13-460B-A132-FF53F6B66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1897"/>
                <a:ext cx="97" cy="675"/>
              </a:xfrm>
              <a:custGeom>
                <a:avLst/>
                <a:gdLst>
                  <a:gd name="T0" fmla="*/ 129 w 33"/>
                  <a:gd name="T1" fmla="*/ 405 h 215"/>
                  <a:gd name="T2" fmla="*/ 53 w 33"/>
                  <a:gd name="T3" fmla="*/ 3648 h 215"/>
                  <a:gd name="T4" fmla="*/ 103 w 33"/>
                  <a:gd name="T5" fmla="*/ 6653 h 215"/>
                  <a:gd name="T6" fmla="*/ 708 w 33"/>
                  <a:gd name="T7" fmla="*/ 5450 h 215"/>
                  <a:gd name="T8" fmla="*/ 838 w 33"/>
                  <a:gd name="T9" fmla="*/ 4336 h 215"/>
                  <a:gd name="T10" fmla="*/ 509 w 33"/>
                  <a:gd name="T11" fmla="*/ 4672 h 215"/>
                  <a:gd name="T12" fmla="*/ 303 w 33"/>
                  <a:gd name="T13" fmla="*/ 3224 h 215"/>
                  <a:gd name="T14" fmla="*/ 276 w 33"/>
                  <a:gd name="T15" fmla="*/ 1736 h 215"/>
                  <a:gd name="T16" fmla="*/ 53 w 33"/>
                  <a:gd name="T17" fmla="*/ 0 h 2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215">
                    <a:moveTo>
                      <a:pt x="5" y="13"/>
                    </a:moveTo>
                    <a:cubicBezTo>
                      <a:pt x="5" y="43"/>
                      <a:pt x="0" y="88"/>
                      <a:pt x="2" y="118"/>
                    </a:cubicBezTo>
                    <a:cubicBezTo>
                      <a:pt x="4" y="151"/>
                      <a:pt x="10" y="182"/>
                      <a:pt x="4" y="215"/>
                    </a:cubicBezTo>
                    <a:cubicBezTo>
                      <a:pt x="12" y="208"/>
                      <a:pt x="25" y="186"/>
                      <a:pt x="28" y="176"/>
                    </a:cubicBezTo>
                    <a:cubicBezTo>
                      <a:pt x="33" y="162"/>
                      <a:pt x="33" y="155"/>
                      <a:pt x="33" y="140"/>
                    </a:cubicBezTo>
                    <a:cubicBezTo>
                      <a:pt x="33" y="145"/>
                      <a:pt x="26" y="154"/>
                      <a:pt x="20" y="151"/>
                    </a:cubicBezTo>
                    <a:cubicBezTo>
                      <a:pt x="13" y="145"/>
                      <a:pt x="12" y="112"/>
                      <a:pt x="12" y="104"/>
                    </a:cubicBezTo>
                    <a:cubicBezTo>
                      <a:pt x="10" y="84"/>
                      <a:pt x="12" y="76"/>
                      <a:pt x="11" y="56"/>
                    </a:cubicBezTo>
                    <a:cubicBezTo>
                      <a:pt x="10" y="39"/>
                      <a:pt x="6" y="16"/>
                      <a:pt x="2" y="0"/>
                    </a:cubicBezTo>
                  </a:path>
                </a:pathLst>
              </a:custGeom>
              <a:solidFill>
                <a:srgbClr val="ECB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0" name="Freeform 128">
                <a:extLst>
                  <a:ext uri="{FF2B5EF4-FFF2-40B4-BE49-F238E27FC236}">
                    <a16:creationId xmlns:a16="http://schemas.microsoft.com/office/drawing/2014/main" id="{E35C2FE6-1879-4669-A3E8-CB4B749EF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951"/>
                <a:ext cx="671" cy="687"/>
              </a:xfrm>
              <a:custGeom>
                <a:avLst/>
                <a:gdLst>
                  <a:gd name="T0" fmla="*/ 0 w 228"/>
                  <a:gd name="T1" fmla="*/ 6575 h 219"/>
                  <a:gd name="T2" fmla="*/ 1533 w 228"/>
                  <a:gd name="T3" fmla="*/ 6575 h 219"/>
                  <a:gd name="T4" fmla="*/ 2955 w 228"/>
                  <a:gd name="T5" fmla="*/ 6632 h 219"/>
                  <a:gd name="T6" fmla="*/ 4279 w 228"/>
                  <a:gd name="T7" fmla="*/ 6575 h 219"/>
                  <a:gd name="T8" fmla="*/ 5586 w 228"/>
                  <a:gd name="T9" fmla="*/ 6170 h 219"/>
                  <a:gd name="T10" fmla="*/ 5630 w 228"/>
                  <a:gd name="T11" fmla="*/ 2067 h 219"/>
                  <a:gd name="T12" fmla="*/ 5656 w 228"/>
                  <a:gd name="T13" fmla="*/ 0 h 219"/>
                  <a:gd name="T14" fmla="*/ 5247 w 228"/>
                  <a:gd name="T15" fmla="*/ 2165 h 219"/>
                  <a:gd name="T16" fmla="*/ 4306 w 228"/>
                  <a:gd name="T17" fmla="*/ 3642 h 219"/>
                  <a:gd name="T18" fmla="*/ 3005 w 228"/>
                  <a:gd name="T19" fmla="*/ 4044 h 219"/>
                  <a:gd name="T20" fmla="*/ 4253 w 228"/>
                  <a:gd name="T21" fmla="*/ 4969 h 219"/>
                  <a:gd name="T22" fmla="*/ 2978 w 228"/>
                  <a:gd name="T23" fmla="*/ 5678 h 219"/>
                  <a:gd name="T24" fmla="*/ 2010 w 228"/>
                  <a:gd name="T25" fmla="*/ 6170 h 219"/>
                  <a:gd name="T26" fmla="*/ 683 w 228"/>
                  <a:gd name="T27" fmla="*/ 6544 h 219"/>
                  <a:gd name="T28" fmla="*/ 0 w 228"/>
                  <a:gd name="T29" fmla="*/ 6544 h 2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8" h="219">
                    <a:moveTo>
                      <a:pt x="0" y="213"/>
                    </a:moveTo>
                    <a:cubicBezTo>
                      <a:pt x="15" y="219"/>
                      <a:pt x="43" y="212"/>
                      <a:pt x="60" y="213"/>
                    </a:cubicBezTo>
                    <a:cubicBezTo>
                      <a:pt x="79" y="214"/>
                      <a:pt x="97" y="215"/>
                      <a:pt x="116" y="215"/>
                    </a:cubicBezTo>
                    <a:cubicBezTo>
                      <a:pt x="133" y="214"/>
                      <a:pt x="151" y="214"/>
                      <a:pt x="168" y="213"/>
                    </a:cubicBezTo>
                    <a:cubicBezTo>
                      <a:pt x="179" y="212"/>
                      <a:pt x="211" y="214"/>
                      <a:pt x="219" y="200"/>
                    </a:cubicBezTo>
                    <a:cubicBezTo>
                      <a:pt x="228" y="184"/>
                      <a:pt x="219" y="87"/>
                      <a:pt x="221" y="67"/>
                    </a:cubicBezTo>
                    <a:cubicBezTo>
                      <a:pt x="223" y="47"/>
                      <a:pt x="224" y="20"/>
                      <a:pt x="222" y="0"/>
                    </a:cubicBezTo>
                    <a:cubicBezTo>
                      <a:pt x="217" y="26"/>
                      <a:pt x="210" y="48"/>
                      <a:pt x="206" y="70"/>
                    </a:cubicBezTo>
                    <a:cubicBezTo>
                      <a:pt x="202" y="88"/>
                      <a:pt x="186" y="106"/>
                      <a:pt x="169" y="118"/>
                    </a:cubicBezTo>
                    <a:cubicBezTo>
                      <a:pt x="154" y="128"/>
                      <a:pt x="135" y="126"/>
                      <a:pt x="118" y="131"/>
                    </a:cubicBezTo>
                    <a:cubicBezTo>
                      <a:pt x="136" y="141"/>
                      <a:pt x="172" y="127"/>
                      <a:pt x="167" y="161"/>
                    </a:cubicBezTo>
                    <a:cubicBezTo>
                      <a:pt x="164" y="187"/>
                      <a:pt x="135" y="180"/>
                      <a:pt x="117" y="184"/>
                    </a:cubicBezTo>
                    <a:cubicBezTo>
                      <a:pt x="101" y="187"/>
                      <a:pt x="95" y="196"/>
                      <a:pt x="79" y="200"/>
                    </a:cubicBezTo>
                    <a:cubicBezTo>
                      <a:pt x="70" y="202"/>
                      <a:pt x="47" y="209"/>
                      <a:pt x="27" y="212"/>
                    </a:cubicBezTo>
                    <a:cubicBezTo>
                      <a:pt x="15" y="213"/>
                      <a:pt x="4" y="212"/>
                      <a:pt x="0" y="212"/>
                    </a:cubicBezTo>
                  </a:path>
                </a:pathLst>
              </a:custGeom>
              <a:solidFill>
                <a:srgbClr val="FDD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1" name="Freeform 129">
                <a:extLst>
                  <a:ext uri="{FF2B5EF4-FFF2-40B4-BE49-F238E27FC236}">
                    <a16:creationId xmlns:a16="http://schemas.microsoft.com/office/drawing/2014/main" id="{5FD382ED-285E-4103-90C4-A753FA4E1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869"/>
                <a:ext cx="292" cy="540"/>
              </a:xfrm>
              <a:custGeom>
                <a:avLst/>
                <a:gdLst>
                  <a:gd name="T0" fmla="*/ 2513 w 99"/>
                  <a:gd name="T1" fmla="*/ 157 h 172"/>
                  <a:gd name="T2" fmla="*/ 1209 w 99"/>
                  <a:gd name="T3" fmla="*/ 129 h 172"/>
                  <a:gd name="T4" fmla="*/ 130 w 99"/>
                  <a:gd name="T5" fmla="*/ 157 h 172"/>
                  <a:gd name="T6" fmla="*/ 53 w 99"/>
                  <a:gd name="T7" fmla="*/ 1793 h 172"/>
                  <a:gd name="T8" fmla="*/ 103 w 99"/>
                  <a:gd name="T9" fmla="*/ 3588 h 172"/>
                  <a:gd name="T10" fmla="*/ 53 w 99"/>
                  <a:gd name="T11" fmla="*/ 5322 h 172"/>
                  <a:gd name="T12" fmla="*/ 643 w 99"/>
                  <a:gd name="T13" fmla="*/ 3833 h 172"/>
                  <a:gd name="T14" fmla="*/ 923 w 99"/>
                  <a:gd name="T15" fmla="*/ 2257 h 172"/>
                  <a:gd name="T16" fmla="*/ 383 w 99"/>
                  <a:gd name="T17" fmla="*/ 1359 h 172"/>
                  <a:gd name="T18" fmla="*/ 870 w 99"/>
                  <a:gd name="T19" fmla="*/ 521 h 172"/>
                  <a:gd name="T20" fmla="*/ 2540 w 99"/>
                  <a:gd name="T21" fmla="*/ 129 h 1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172">
                    <a:moveTo>
                      <a:pt x="98" y="5"/>
                    </a:moveTo>
                    <a:cubicBezTo>
                      <a:pt x="83" y="8"/>
                      <a:pt x="62" y="5"/>
                      <a:pt x="47" y="4"/>
                    </a:cubicBezTo>
                    <a:cubicBezTo>
                      <a:pt x="35" y="3"/>
                      <a:pt x="11" y="0"/>
                      <a:pt x="5" y="5"/>
                    </a:cubicBezTo>
                    <a:cubicBezTo>
                      <a:pt x="0" y="10"/>
                      <a:pt x="2" y="42"/>
                      <a:pt x="2" y="58"/>
                    </a:cubicBezTo>
                    <a:cubicBezTo>
                      <a:pt x="2" y="77"/>
                      <a:pt x="3" y="96"/>
                      <a:pt x="4" y="116"/>
                    </a:cubicBezTo>
                    <a:cubicBezTo>
                      <a:pt x="4" y="134"/>
                      <a:pt x="1" y="153"/>
                      <a:pt x="2" y="172"/>
                    </a:cubicBezTo>
                    <a:cubicBezTo>
                      <a:pt x="8" y="157"/>
                      <a:pt x="7" y="131"/>
                      <a:pt x="25" y="124"/>
                    </a:cubicBezTo>
                    <a:cubicBezTo>
                      <a:pt x="4" y="123"/>
                      <a:pt x="16" y="66"/>
                      <a:pt x="36" y="73"/>
                    </a:cubicBezTo>
                    <a:cubicBezTo>
                      <a:pt x="22" y="74"/>
                      <a:pt x="13" y="55"/>
                      <a:pt x="15" y="44"/>
                    </a:cubicBezTo>
                    <a:cubicBezTo>
                      <a:pt x="17" y="29"/>
                      <a:pt x="21" y="21"/>
                      <a:pt x="34" y="17"/>
                    </a:cubicBezTo>
                    <a:cubicBezTo>
                      <a:pt x="50" y="13"/>
                      <a:pt x="92" y="5"/>
                      <a:pt x="99" y="4"/>
                    </a:cubicBezTo>
                  </a:path>
                </a:pathLst>
              </a:custGeom>
              <a:solidFill>
                <a:srgbClr val="FFF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2" name="Freeform 130">
                <a:extLst>
                  <a:ext uri="{FF2B5EF4-FFF2-40B4-BE49-F238E27FC236}">
                    <a16:creationId xmlns:a16="http://schemas.microsoft.com/office/drawing/2014/main" id="{265B616B-CFF2-4777-891D-08BCC879A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138"/>
                <a:ext cx="300" cy="348"/>
              </a:xfrm>
              <a:custGeom>
                <a:avLst/>
                <a:gdLst>
                  <a:gd name="T0" fmla="*/ 209 w 102"/>
                  <a:gd name="T1" fmla="*/ 894 h 111"/>
                  <a:gd name="T2" fmla="*/ 329 w 102"/>
                  <a:gd name="T3" fmla="*/ 2712 h 111"/>
                  <a:gd name="T4" fmla="*/ 2594 w 102"/>
                  <a:gd name="T5" fmla="*/ 3047 h 111"/>
                  <a:gd name="T6" fmla="*/ 2085 w 102"/>
                  <a:gd name="T7" fmla="*/ 3016 h 111"/>
                  <a:gd name="T8" fmla="*/ 1350 w 102"/>
                  <a:gd name="T9" fmla="*/ 2900 h 111"/>
                  <a:gd name="T10" fmla="*/ 1074 w 102"/>
                  <a:gd name="T11" fmla="*/ 2527 h 111"/>
                  <a:gd name="T12" fmla="*/ 1074 w 102"/>
                  <a:gd name="T13" fmla="*/ 2311 h 111"/>
                  <a:gd name="T14" fmla="*/ 682 w 102"/>
                  <a:gd name="T15" fmla="*/ 2035 h 111"/>
                  <a:gd name="T16" fmla="*/ 562 w 102"/>
                  <a:gd name="T17" fmla="*/ 1414 h 111"/>
                  <a:gd name="T18" fmla="*/ 918 w 102"/>
                  <a:gd name="T19" fmla="*/ 649 h 111"/>
                  <a:gd name="T20" fmla="*/ 276 w 102"/>
                  <a:gd name="T21" fmla="*/ 621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111">
                    <a:moveTo>
                      <a:pt x="8" y="29"/>
                    </a:moveTo>
                    <a:cubicBezTo>
                      <a:pt x="10" y="47"/>
                      <a:pt x="0" y="73"/>
                      <a:pt x="13" y="88"/>
                    </a:cubicBezTo>
                    <a:cubicBezTo>
                      <a:pt x="31" y="111"/>
                      <a:pt x="78" y="100"/>
                      <a:pt x="102" y="99"/>
                    </a:cubicBezTo>
                    <a:cubicBezTo>
                      <a:pt x="95" y="101"/>
                      <a:pt x="89" y="98"/>
                      <a:pt x="82" y="98"/>
                    </a:cubicBezTo>
                    <a:cubicBezTo>
                      <a:pt x="72" y="97"/>
                      <a:pt x="63" y="98"/>
                      <a:pt x="53" y="94"/>
                    </a:cubicBezTo>
                    <a:cubicBezTo>
                      <a:pt x="45" y="91"/>
                      <a:pt x="43" y="89"/>
                      <a:pt x="42" y="82"/>
                    </a:cubicBezTo>
                    <a:cubicBezTo>
                      <a:pt x="41" y="80"/>
                      <a:pt x="44" y="77"/>
                      <a:pt x="42" y="75"/>
                    </a:cubicBezTo>
                    <a:cubicBezTo>
                      <a:pt x="40" y="71"/>
                      <a:pt x="30" y="71"/>
                      <a:pt x="27" y="66"/>
                    </a:cubicBezTo>
                    <a:cubicBezTo>
                      <a:pt x="23" y="60"/>
                      <a:pt x="22" y="53"/>
                      <a:pt x="22" y="46"/>
                    </a:cubicBezTo>
                    <a:cubicBezTo>
                      <a:pt x="22" y="32"/>
                      <a:pt x="26" y="29"/>
                      <a:pt x="36" y="21"/>
                    </a:cubicBezTo>
                    <a:cubicBezTo>
                      <a:pt x="30" y="17"/>
                      <a:pt x="8" y="0"/>
                      <a:pt x="11" y="20"/>
                    </a:cubicBezTo>
                  </a:path>
                </a:pathLst>
              </a:custGeom>
              <a:solidFill>
                <a:srgbClr val="FFF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3" name="Freeform 131">
                <a:extLst>
                  <a:ext uri="{FF2B5EF4-FFF2-40B4-BE49-F238E27FC236}">
                    <a16:creationId xmlns:a16="http://schemas.microsoft.com/office/drawing/2014/main" id="{FE16817D-A57A-473F-B449-679215C74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99"/>
                <a:ext cx="980" cy="317"/>
              </a:xfrm>
              <a:custGeom>
                <a:avLst/>
                <a:gdLst>
                  <a:gd name="T0" fmla="*/ 53 w 333"/>
                  <a:gd name="T1" fmla="*/ 217 h 101"/>
                  <a:gd name="T2" fmla="*/ 459 w 333"/>
                  <a:gd name="T3" fmla="*/ 88 h 101"/>
                  <a:gd name="T4" fmla="*/ 8487 w 333"/>
                  <a:gd name="T5" fmla="*/ 129 h 101"/>
                  <a:gd name="T6" fmla="*/ 1195 w 333"/>
                  <a:gd name="T7" fmla="*/ 621 h 101"/>
                  <a:gd name="T8" fmla="*/ 227 w 333"/>
                  <a:gd name="T9" fmla="*/ 1704 h 101"/>
                  <a:gd name="T10" fmla="*/ 433 w 333"/>
                  <a:gd name="T11" fmla="*/ 3123 h 101"/>
                  <a:gd name="T12" fmla="*/ 53 w 333"/>
                  <a:gd name="T13" fmla="*/ 1949 h 101"/>
                  <a:gd name="T14" fmla="*/ 53 w 333"/>
                  <a:gd name="T15" fmla="*/ 217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3" h="101">
                    <a:moveTo>
                      <a:pt x="2" y="7"/>
                    </a:moveTo>
                    <a:cubicBezTo>
                      <a:pt x="3" y="0"/>
                      <a:pt x="14" y="2"/>
                      <a:pt x="18" y="3"/>
                    </a:cubicBezTo>
                    <a:cubicBezTo>
                      <a:pt x="63" y="12"/>
                      <a:pt x="243" y="12"/>
                      <a:pt x="333" y="4"/>
                    </a:cubicBezTo>
                    <a:cubicBezTo>
                      <a:pt x="280" y="20"/>
                      <a:pt x="75" y="15"/>
                      <a:pt x="47" y="20"/>
                    </a:cubicBezTo>
                    <a:cubicBezTo>
                      <a:pt x="19" y="24"/>
                      <a:pt x="10" y="31"/>
                      <a:pt x="9" y="55"/>
                    </a:cubicBezTo>
                    <a:cubicBezTo>
                      <a:pt x="8" y="80"/>
                      <a:pt x="13" y="100"/>
                      <a:pt x="17" y="101"/>
                    </a:cubicBezTo>
                    <a:cubicBezTo>
                      <a:pt x="5" y="100"/>
                      <a:pt x="1" y="86"/>
                      <a:pt x="2" y="63"/>
                    </a:cubicBezTo>
                    <a:cubicBezTo>
                      <a:pt x="2" y="48"/>
                      <a:pt x="0" y="21"/>
                      <a:pt x="2" y="7"/>
                    </a:cubicBezTo>
                    <a:close/>
                  </a:path>
                </a:pathLst>
              </a:custGeom>
              <a:solidFill>
                <a:srgbClr val="F2B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4" name="Freeform 132">
                <a:extLst>
                  <a:ext uri="{FF2B5EF4-FFF2-40B4-BE49-F238E27FC236}">
                    <a16:creationId xmlns:a16="http://schemas.microsoft.com/office/drawing/2014/main" id="{BE7D2E6C-C1D7-4CF1-A504-B6EDF6DDF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546"/>
                <a:ext cx="312" cy="298"/>
              </a:xfrm>
              <a:custGeom>
                <a:avLst/>
                <a:gdLst>
                  <a:gd name="T0" fmla="*/ 0 w 106"/>
                  <a:gd name="T1" fmla="*/ 2933 h 95"/>
                  <a:gd name="T2" fmla="*/ 2546 w 106"/>
                  <a:gd name="T3" fmla="*/ 2804 h 95"/>
                  <a:gd name="T4" fmla="*/ 2599 w 106"/>
                  <a:gd name="T5" fmla="*/ 1418 h 95"/>
                  <a:gd name="T6" fmla="*/ 2652 w 106"/>
                  <a:gd name="T7" fmla="*/ 0 h 95"/>
                  <a:gd name="T8" fmla="*/ 2399 w 106"/>
                  <a:gd name="T9" fmla="*/ 1358 h 95"/>
                  <a:gd name="T10" fmla="*/ 1784 w 106"/>
                  <a:gd name="T11" fmla="*/ 2528 h 95"/>
                  <a:gd name="T12" fmla="*/ 0 w 106"/>
                  <a:gd name="T13" fmla="*/ 2933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95">
                    <a:moveTo>
                      <a:pt x="0" y="95"/>
                    </a:moveTo>
                    <a:cubicBezTo>
                      <a:pt x="27" y="95"/>
                      <a:pt x="93" y="93"/>
                      <a:pt x="100" y="91"/>
                    </a:cubicBezTo>
                    <a:cubicBezTo>
                      <a:pt x="106" y="88"/>
                      <a:pt x="102" y="65"/>
                      <a:pt x="102" y="46"/>
                    </a:cubicBezTo>
                    <a:cubicBezTo>
                      <a:pt x="103" y="26"/>
                      <a:pt x="104" y="0"/>
                      <a:pt x="104" y="0"/>
                    </a:cubicBezTo>
                    <a:cubicBezTo>
                      <a:pt x="103" y="15"/>
                      <a:pt x="95" y="28"/>
                      <a:pt x="94" y="44"/>
                    </a:cubicBezTo>
                    <a:cubicBezTo>
                      <a:pt x="93" y="60"/>
                      <a:pt x="88" y="74"/>
                      <a:pt x="70" y="82"/>
                    </a:cubicBezTo>
                    <a:cubicBezTo>
                      <a:pt x="51" y="91"/>
                      <a:pt x="7" y="95"/>
                      <a:pt x="0" y="95"/>
                    </a:cubicBezTo>
                    <a:close/>
                  </a:path>
                </a:pathLst>
              </a:custGeom>
              <a:solidFill>
                <a:srgbClr val="D50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5" name="Freeform 133">
                <a:extLst>
                  <a:ext uri="{FF2B5EF4-FFF2-40B4-BE49-F238E27FC236}">
                    <a16:creationId xmlns:a16="http://schemas.microsoft.com/office/drawing/2014/main" id="{973CDB87-A09D-47EF-82B3-49280C37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918"/>
                <a:ext cx="1231" cy="1745"/>
              </a:xfrm>
              <a:custGeom>
                <a:avLst/>
                <a:gdLst>
                  <a:gd name="T0" fmla="*/ 10469 w 418"/>
                  <a:gd name="T1" fmla="*/ 985 h 556"/>
                  <a:gd name="T2" fmla="*/ 10546 w 418"/>
                  <a:gd name="T3" fmla="*/ 8935 h 556"/>
                  <a:gd name="T4" fmla="*/ 10572 w 418"/>
                  <a:gd name="T5" fmla="*/ 14628 h 556"/>
                  <a:gd name="T6" fmla="*/ 9297 w 418"/>
                  <a:gd name="T7" fmla="*/ 16844 h 556"/>
                  <a:gd name="T8" fmla="*/ 5133 w 418"/>
                  <a:gd name="T9" fmla="*/ 17061 h 556"/>
                  <a:gd name="T10" fmla="*/ 1302 w 418"/>
                  <a:gd name="T11" fmla="*/ 17061 h 556"/>
                  <a:gd name="T12" fmla="*/ 330 w 418"/>
                  <a:gd name="T13" fmla="*/ 15614 h 556"/>
                  <a:gd name="T14" fmla="*/ 156 w 418"/>
                  <a:gd name="T15" fmla="*/ 3123 h 556"/>
                  <a:gd name="T16" fmla="*/ 1154 w 418"/>
                  <a:gd name="T17" fmla="*/ 1083 h 556"/>
                  <a:gd name="T18" fmla="*/ 1614 w 418"/>
                  <a:gd name="T19" fmla="*/ 373 h 556"/>
                  <a:gd name="T20" fmla="*/ 1970 w 418"/>
                  <a:gd name="T21" fmla="*/ 345 h 556"/>
                  <a:gd name="T22" fmla="*/ 2350 w 418"/>
                  <a:gd name="T23" fmla="*/ 60 h 556"/>
                  <a:gd name="T24" fmla="*/ 2863 w 418"/>
                  <a:gd name="T25" fmla="*/ 28 h 556"/>
                  <a:gd name="T26" fmla="*/ 4214 w 418"/>
                  <a:gd name="T27" fmla="*/ 217 h 556"/>
                  <a:gd name="T28" fmla="*/ 7156 w 418"/>
                  <a:gd name="T29" fmla="*/ 129 h 556"/>
                  <a:gd name="T30" fmla="*/ 10010 w 418"/>
                  <a:gd name="T31" fmla="*/ 304 h 556"/>
                  <a:gd name="T32" fmla="*/ 10469 w 418"/>
                  <a:gd name="T33" fmla="*/ 985 h 5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8" h="556">
                    <a:moveTo>
                      <a:pt x="410" y="32"/>
                    </a:moveTo>
                    <a:cubicBezTo>
                      <a:pt x="418" y="72"/>
                      <a:pt x="415" y="189"/>
                      <a:pt x="413" y="289"/>
                    </a:cubicBezTo>
                    <a:cubicBezTo>
                      <a:pt x="411" y="384"/>
                      <a:pt x="418" y="448"/>
                      <a:pt x="414" y="473"/>
                    </a:cubicBezTo>
                    <a:cubicBezTo>
                      <a:pt x="409" y="501"/>
                      <a:pt x="386" y="535"/>
                      <a:pt x="364" y="545"/>
                    </a:cubicBezTo>
                    <a:cubicBezTo>
                      <a:pt x="341" y="556"/>
                      <a:pt x="273" y="552"/>
                      <a:pt x="201" y="552"/>
                    </a:cubicBezTo>
                    <a:cubicBezTo>
                      <a:pt x="129" y="552"/>
                      <a:pt x="88" y="552"/>
                      <a:pt x="51" y="552"/>
                    </a:cubicBezTo>
                    <a:cubicBezTo>
                      <a:pt x="14" y="552"/>
                      <a:pt x="11" y="520"/>
                      <a:pt x="13" y="505"/>
                    </a:cubicBezTo>
                    <a:cubicBezTo>
                      <a:pt x="14" y="489"/>
                      <a:pt x="0" y="152"/>
                      <a:pt x="6" y="101"/>
                    </a:cubicBezTo>
                    <a:cubicBezTo>
                      <a:pt x="11" y="50"/>
                      <a:pt x="34" y="43"/>
                      <a:pt x="45" y="35"/>
                    </a:cubicBezTo>
                    <a:cubicBezTo>
                      <a:pt x="50" y="30"/>
                      <a:pt x="53" y="19"/>
                      <a:pt x="63" y="12"/>
                    </a:cubicBezTo>
                    <a:cubicBezTo>
                      <a:pt x="67" y="9"/>
                      <a:pt x="71" y="13"/>
                      <a:pt x="77" y="11"/>
                    </a:cubicBezTo>
                    <a:cubicBezTo>
                      <a:pt x="82" y="10"/>
                      <a:pt x="89" y="3"/>
                      <a:pt x="92" y="2"/>
                    </a:cubicBezTo>
                    <a:cubicBezTo>
                      <a:pt x="95" y="0"/>
                      <a:pt x="102" y="1"/>
                      <a:pt x="112" y="1"/>
                    </a:cubicBezTo>
                    <a:cubicBezTo>
                      <a:pt x="122" y="1"/>
                      <a:pt x="138" y="6"/>
                      <a:pt x="165" y="7"/>
                    </a:cubicBezTo>
                    <a:cubicBezTo>
                      <a:pt x="203" y="8"/>
                      <a:pt x="256" y="4"/>
                      <a:pt x="280" y="4"/>
                    </a:cubicBezTo>
                    <a:cubicBezTo>
                      <a:pt x="320" y="4"/>
                      <a:pt x="372" y="7"/>
                      <a:pt x="392" y="10"/>
                    </a:cubicBezTo>
                    <a:cubicBezTo>
                      <a:pt x="408" y="13"/>
                      <a:pt x="409" y="26"/>
                      <a:pt x="410" y="3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6" name="Freeform 134">
                <a:extLst>
                  <a:ext uri="{FF2B5EF4-FFF2-40B4-BE49-F238E27FC236}">
                    <a16:creationId xmlns:a16="http://schemas.microsoft.com/office/drawing/2014/main" id="{912F4C06-6E5C-4C46-9C61-3082E6709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154"/>
                <a:ext cx="71" cy="1478"/>
              </a:xfrm>
              <a:custGeom>
                <a:avLst/>
                <a:gdLst>
                  <a:gd name="T0" fmla="*/ 491 w 24"/>
                  <a:gd name="T1" fmla="*/ 0 h 471"/>
                  <a:gd name="T2" fmla="*/ 438 w 24"/>
                  <a:gd name="T3" fmla="*/ 9364 h 471"/>
                  <a:gd name="T4" fmla="*/ 464 w 24"/>
                  <a:gd name="T5" fmla="*/ 14090 h 471"/>
                  <a:gd name="T6" fmla="*/ 0 w 24"/>
                  <a:gd name="T7" fmla="*/ 14554 h 4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71">
                    <a:moveTo>
                      <a:pt x="19" y="0"/>
                    </a:moveTo>
                    <a:cubicBezTo>
                      <a:pt x="22" y="32"/>
                      <a:pt x="21" y="191"/>
                      <a:pt x="17" y="303"/>
                    </a:cubicBezTo>
                    <a:cubicBezTo>
                      <a:pt x="15" y="380"/>
                      <a:pt x="24" y="442"/>
                      <a:pt x="18" y="456"/>
                    </a:cubicBezTo>
                    <a:cubicBezTo>
                      <a:pt x="13" y="467"/>
                      <a:pt x="11" y="469"/>
                      <a:pt x="0" y="471"/>
                    </a:cubicBezTo>
                  </a:path>
                </a:pathLst>
              </a:custGeom>
              <a:noFill/>
              <a:ln w="952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7" name="Freeform 135">
                <a:extLst>
                  <a:ext uri="{FF2B5EF4-FFF2-40B4-BE49-F238E27FC236}">
                    <a16:creationId xmlns:a16="http://schemas.microsoft.com/office/drawing/2014/main" id="{2C1F94AA-4AEB-4469-A0EA-F5328C1C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665"/>
                <a:ext cx="1207" cy="204"/>
              </a:xfrm>
              <a:custGeom>
                <a:avLst/>
                <a:gdLst>
                  <a:gd name="T0" fmla="*/ 10460 w 410"/>
                  <a:gd name="T1" fmla="*/ 0 h 65"/>
                  <a:gd name="T2" fmla="*/ 9568 w 410"/>
                  <a:gd name="T3" fmla="*/ 1732 h 65"/>
                  <a:gd name="T4" fmla="*/ 998 w 410"/>
                  <a:gd name="T5" fmla="*/ 1852 h 65"/>
                  <a:gd name="T6" fmla="*/ 77 w 410"/>
                  <a:gd name="T7" fmla="*/ 1299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0" h="65">
                    <a:moveTo>
                      <a:pt x="410" y="0"/>
                    </a:moveTo>
                    <a:cubicBezTo>
                      <a:pt x="403" y="22"/>
                      <a:pt x="380" y="55"/>
                      <a:pt x="375" y="56"/>
                    </a:cubicBezTo>
                    <a:cubicBezTo>
                      <a:pt x="361" y="60"/>
                      <a:pt x="77" y="65"/>
                      <a:pt x="39" y="60"/>
                    </a:cubicBezTo>
                    <a:cubicBezTo>
                      <a:pt x="0" y="55"/>
                      <a:pt x="3" y="42"/>
                      <a:pt x="3" y="42"/>
                    </a:cubicBezTo>
                  </a:path>
                </a:pathLst>
              </a:custGeom>
              <a:noFill/>
              <a:ln w="952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8" name="Freeform 136">
                <a:extLst>
                  <a:ext uri="{FF2B5EF4-FFF2-40B4-BE49-F238E27FC236}">
                    <a16:creationId xmlns:a16="http://schemas.microsoft.com/office/drawing/2014/main" id="{162FC39C-6353-4163-BDA4-5C6568492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317"/>
                <a:ext cx="1210" cy="191"/>
              </a:xfrm>
              <a:custGeom>
                <a:avLst/>
                <a:gdLst>
                  <a:gd name="T0" fmla="*/ 10487 w 411"/>
                  <a:gd name="T1" fmla="*/ 0 h 61"/>
                  <a:gd name="T2" fmla="*/ 9674 w 411"/>
                  <a:gd name="T3" fmla="*/ 1688 h 61"/>
                  <a:gd name="T4" fmla="*/ 998 w 411"/>
                  <a:gd name="T5" fmla="*/ 1688 h 61"/>
                  <a:gd name="T6" fmla="*/ 26 w 411"/>
                  <a:gd name="T7" fmla="*/ 1256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1" h="61">
                    <a:moveTo>
                      <a:pt x="411" y="0"/>
                    </a:moveTo>
                    <a:cubicBezTo>
                      <a:pt x="404" y="21"/>
                      <a:pt x="387" y="52"/>
                      <a:pt x="379" y="55"/>
                    </a:cubicBezTo>
                    <a:cubicBezTo>
                      <a:pt x="366" y="60"/>
                      <a:pt x="77" y="61"/>
                      <a:pt x="39" y="55"/>
                    </a:cubicBezTo>
                    <a:cubicBezTo>
                      <a:pt x="0" y="50"/>
                      <a:pt x="1" y="41"/>
                      <a:pt x="1" y="41"/>
                    </a:cubicBezTo>
                  </a:path>
                </a:pathLst>
              </a:custGeom>
              <a:noFill/>
              <a:ln w="952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9" name="Freeform 137">
                <a:extLst>
                  <a:ext uri="{FF2B5EF4-FFF2-40B4-BE49-F238E27FC236}">
                    <a16:creationId xmlns:a16="http://schemas.microsoft.com/office/drawing/2014/main" id="{14D43158-8F08-44D6-93A5-6DC4CB707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965"/>
                <a:ext cx="1169" cy="226"/>
              </a:xfrm>
              <a:custGeom>
                <a:avLst/>
                <a:gdLst>
                  <a:gd name="T0" fmla="*/ 0 w 397"/>
                  <a:gd name="T1" fmla="*/ 1607 h 72"/>
                  <a:gd name="T2" fmla="*/ 2167 w 397"/>
                  <a:gd name="T3" fmla="*/ 1883 h 72"/>
                  <a:gd name="T4" fmla="*/ 8271 w 397"/>
                  <a:gd name="T5" fmla="*/ 1883 h 72"/>
                  <a:gd name="T6" fmla="*/ 9520 w 397"/>
                  <a:gd name="T7" fmla="*/ 1460 h 72"/>
                  <a:gd name="T8" fmla="*/ 9903 w 397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7" h="72">
                    <a:moveTo>
                      <a:pt x="0" y="52"/>
                    </a:moveTo>
                    <a:cubicBezTo>
                      <a:pt x="4" y="57"/>
                      <a:pt x="24" y="60"/>
                      <a:pt x="85" y="61"/>
                    </a:cubicBezTo>
                    <a:cubicBezTo>
                      <a:pt x="147" y="63"/>
                      <a:pt x="289" y="63"/>
                      <a:pt x="324" y="61"/>
                    </a:cubicBezTo>
                    <a:cubicBezTo>
                      <a:pt x="359" y="60"/>
                      <a:pt x="358" y="72"/>
                      <a:pt x="373" y="47"/>
                    </a:cubicBezTo>
                    <a:cubicBezTo>
                      <a:pt x="380" y="30"/>
                      <a:pt x="397" y="15"/>
                      <a:pt x="388" y="0"/>
                    </a:cubicBezTo>
                  </a:path>
                </a:pathLst>
              </a:custGeom>
              <a:noFill/>
              <a:ln w="952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0" name="Freeform 138">
                <a:extLst>
                  <a:ext uri="{FF2B5EF4-FFF2-40B4-BE49-F238E27FC236}">
                    <a16:creationId xmlns:a16="http://schemas.microsoft.com/office/drawing/2014/main" id="{8DDC1A74-70B1-4E3E-8AC5-10D7F88C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965"/>
                <a:ext cx="53" cy="201"/>
              </a:xfrm>
              <a:custGeom>
                <a:avLst/>
                <a:gdLst>
                  <a:gd name="T0" fmla="*/ 0 w 18"/>
                  <a:gd name="T1" fmla="*/ 1982 h 64"/>
                  <a:gd name="T2" fmla="*/ 130 w 18"/>
                  <a:gd name="T3" fmla="*/ 710 h 64"/>
                  <a:gd name="T4" fmla="*/ 459 w 18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4">
                    <a:moveTo>
                      <a:pt x="0" y="64"/>
                    </a:moveTo>
                    <a:cubicBezTo>
                      <a:pt x="0" y="53"/>
                      <a:pt x="4" y="35"/>
                      <a:pt x="5" y="23"/>
                    </a:cubicBezTo>
                    <a:cubicBezTo>
                      <a:pt x="6" y="16"/>
                      <a:pt x="17" y="4"/>
                      <a:pt x="18" y="0"/>
                    </a:cubicBezTo>
                  </a:path>
                </a:pathLst>
              </a:custGeom>
              <a:noFill/>
              <a:ln w="952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1" name="Freeform 139">
                <a:extLst>
                  <a:ext uri="{FF2B5EF4-FFF2-40B4-BE49-F238E27FC236}">
                    <a16:creationId xmlns:a16="http://schemas.microsoft.com/office/drawing/2014/main" id="{16EF42B4-1916-4D64-AEC2-60594A8B2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953"/>
                <a:ext cx="942" cy="28"/>
              </a:xfrm>
              <a:custGeom>
                <a:avLst/>
                <a:gdLst>
                  <a:gd name="T0" fmla="*/ 0 w 320"/>
                  <a:gd name="T1" fmla="*/ 0 h 9"/>
                  <a:gd name="T2" fmla="*/ 971 w 320"/>
                  <a:gd name="T3" fmla="*/ 87 h 9"/>
                  <a:gd name="T4" fmla="*/ 2399 w 320"/>
                  <a:gd name="T5" fmla="*/ 115 h 9"/>
                  <a:gd name="T6" fmla="*/ 3951 w 320"/>
                  <a:gd name="T7" fmla="*/ 28 h 9"/>
                  <a:gd name="T8" fmla="*/ 5640 w 320"/>
                  <a:gd name="T9" fmla="*/ 156 h 9"/>
                  <a:gd name="T10" fmla="*/ 7401 w 320"/>
                  <a:gd name="T11" fmla="*/ 212 h 9"/>
                  <a:gd name="T12" fmla="*/ 8163 w 320"/>
                  <a:gd name="T13" fmla="*/ 8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0" h="9">
                    <a:moveTo>
                      <a:pt x="0" y="0"/>
                    </a:moveTo>
                    <a:cubicBezTo>
                      <a:pt x="11" y="5"/>
                      <a:pt x="26" y="2"/>
                      <a:pt x="38" y="3"/>
                    </a:cubicBezTo>
                    <a:cubicBezTo>
                      <a:pt x="56" y="4"/>
                      <a:pt x="75" y="5"/>
                      <a:pt x="94" y="4"/>
                    </a:cubicBezTo>
                    <a:cubicBezTo>
                      <a:pt x="114" y="2"/>
                      <a:pt x="134" y="2"/>
                      <a:pt x="155" y="1"/>
                    </a:cubicBezTo>
                    <a:cubicBezTo>
                      <a:pt x="179" y="0"/>
                      <a:pt x="198" y="3"/>
                      <a:pt x="221" y="5"/>
                    </a:cubicBezTo>
                    <a:cubicBezTo>
                      <a:pt x="246" y="7"/>
                      <a:pt x="266" y="4"/>
                      <a:pt x="290" y="7"/>
                    </a:cubicBezTo>
                    <a:cubicBezTo>
                      <a:pt x="300" y="9"/>
                      <a:pt x="311" y="6"/>
                      <a:pt x="320" y="3"/>
                    </a:cubicBezTo>
                  </a:path>
                </a:pathLst>
              </a:custGeom>
              <a:noFill/>
              <a:ln w="952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2" name="Freeform 140">
                <a:extLst>
                  <a:ext uri="{FF2B5EF4-FFF2-40B4-BE49-F238E27FC236}">
                    <a16:creationId xmlns:a16="http://schemas.microsoft.com/office/drawing/2014/main" id="{6DF513EC-1FD8-42F6-AE30-78A7202C0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025"/>
                <a:ext cx="554" cy="38"/>
              </a:xfrm>
              <a:custGeom>
                <a:avLst/>
                <a:gdLst>
                  <a:gd name="T0" fmla="*/ 0 w 188"/>
                  <a:gd name="T1" fmla="*/ 162 h 12"/>
                  <a:gd name="T2" fmla="*/ 2708 w 188"/>
                  <a:gd name="T3" fmla="*/ 190 h 12"/>
                  <a:gd name="T4" fmla="*/ 4812 w 188"/>
                  <a:gd name="T5" fmla="*/ 16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2">
                    <a:moveTo>
                      <a:pt x="0" y="5"/>
                    </a:moveTo>
                    <a:cubicBezTo>
                      <a:pt x="26" y="9"/>
                      <a:pt x="61" y="12"/>
                      <a:pt x="106" y="6"/>
                    </a:cubicBezTo>
                    <a:cubicBezTo>
                      <a:pt x="152" y="1"/>
                      <a:pt x="169" y="0"/>
                      <a:pt x="188" y="5"/>
                    </a:cubicBezTo>
                  </a:path>
                </a:pathLst>
              </a:custGeom>
              <a:noFill/>
              <a:ln w="952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3" name="Freeform 141">
                <a:extLst>
                  <a:ext uri="{FF2B5EF4-FFF2-40B4-BE49-F238E27FC236}">
                    <a16:creationId xmlns:a16="http://schemas.microsoft.com/office/drawing/2014/main" id="{711F2DC4-40C9-4D38-ABFD-A04D6BA54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971"/>
                <a:ext cx="47" cy="19"/>
              </a:xfrm>
              <a:custGeom>
                <a:avLst/>
                <a:gdLst>
                  <a:gd name="T0" fmla="*/ 0 w 16"/>
                  <a:gd name="T1" fmla="*/ 190 h 6"/>
                  <a:gd name="T2" fmla="*/ 405 w 16"/>
                  <a:gd name="T3" fmla="*/ 13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6"/>
                    </a:moveTo>
                    <a:cubicBezTo>
                      <a:pt x="7" y="0"/>
                      <a:pt x="16" y="4"/>
                      <a:pt x="16" y="4"/>
                    </a:cubicBezTo>
                  </a:path>
                </a:pathLst>
              </a:custGeom>
              <a:noFill/>
              <a:ln w="952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4" name="Freeform 142">
                <a:extLst>
                  <a:ext uri="{FF2B5EF4-FFF2-40B4-BE49-F238E27FC236}">
                    <a16:creationId xmlns:a16="http://schemas.microsoft.com/office/drawing/2014/main" id="{EC8D6768-539B-47CF-86D0-09CC2F2E7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034"/>
                <a:ext cx="15" cy="19"/>
              </a:xfrm>
              <a:custGeom>
                <a:avLst/>
                <a:gdLst>
                  <a:gd name="T0" fmla="*/ 135 w 5"/>
                  <a:gd name="T1" fmla="*/ 0 h 6"/>
                  <a:gd name="T2" fmla="*/ 81 w 5"/>
                  <a:gd name="T3" fmla="*/ 190 h 6"/>
                  <a:gd name="T4" fmla="*/ 27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5" y="1"/>
                      <a:pt x="5" y="5"/>
                      <a:pt x="3" y="6"/>
                    </a:cubicBezTo>
                    <a:cubicBezTo>
                      <a:pt x="0" y="6"/>
                      <a:pt x="1" y="2"/>
                      <a:pt x="1" y="0"/>
                    </a:cubicBezTo>
                  </a:path>
                </a:pathLst>
              </a:custGeom>
              <a:noFill/>
              <a:ln w="19050" cap="flat">
                <a:solidFill>
                  <a:srgbClr val="FFE9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5" name="Freeform 143">
                <a:extLst>
                  <a:ext uri="{FF2B5EF4-FFF2-40B4-BE49-F238E27FC236}">
                    <a16:creationId xmlns:a16="http://schemas.microsoft.com/office/drawing/2014/main" id="{3AEB7792-BC20-4CCE-BD4C-EE3BBDB34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034"/>
                <a:ext cx="1" cy="16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6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19050" cap="flat">
                <a:solidFill>
                  <a:srgbClr val="FFE9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6" name="Freeform 144">
                <a:extLst>
                  <a:ext uri="{FF2B5EF4-FFF2-40B4-BE49-F238E27FC236}">
                    <a16:creationId xmlns:a16="http://schemas.microsoft.com/office/drawing/2014/main" id="{91330DF8-AAE9-4CBF-AD08-A6B25295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041"/>
                <a:ext cx="32" cy="28"/>
              </a:xfrm>
              <a:custGeom>
                <a:avLst/>
                <a:gdLst>
                  <a:gd name="T0" fmla="*/ 76 w 11"/>
                  <a:gd name="T1" fmla="*/ 0 h 9"/>
                  <a:gd name="T2" fmla="*/ 271 w 11"/>
                  <a:gd name="T3" fmla="*/ 5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0" y="8"/>
                      <a:pt x="10" y="9"/>
                      <a:pt x="11" y="2"/>
                    </a:cubicBezTo>
                  </a:path>
                </a:pathLst>
              </a:custGeom>
              <a:noFill/>
              <a:ln w="19050" cap="flat">
                <a:solidFill>
                  <a:srgbClr val="FFE9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51" name="Text Box 146">
              <a:extLst>
                <a:ext uri="{FF2B5EF4-FFF2-40B4-BE49-F238E27FC236}">
                  <a16:creationId xmlns:a16="http://schemas.microsoft.com/office/drawing/2014/main" id="{2768509B-9342-4793-AB5D-EE8D7E470F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1599"/>
              <a:ext cx="55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2400">
                  <a:solidFill>
                    <a:schemeClr val="bg1"/>
                  </a:solidFill>
                </a:rPr>
                <a:t>Flour</a:t>
              </a: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0A15EC90-812D-47A1-94EA-C543F738C2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Cereals</a:t>
            </a:r>
          </a:p>
        </p:txBody>
      </p:sp>
      <p:grpSp>
        <p:nvGrpSpPr>
          <p:cNvPr id="23554" name="Bowl-of-breakfast-cereal">
            <a:extLst>
              <a:ext uri="{FF2B5EF4-FFF2-40B4-BE49-F238E27FC236}">
                <a16:creationId xmlns:a16="http://schemas.microsoft.com/office/drawing/2014/main" id="{2F4AD0A2-4C06-4D87-AC04-8F1E49D92B25}"/>
              </a:ext>
            </a:extLst>
          </p:cNvPr>
          <p:cNvGrpSpPr>
            <a:grpSpLocks/>
          </p:cNvGrpSpPr>
          <p:nvPr/>
        </p:nvGrpSpPr>
        <p:grpSpPr bwMode="auto">
          <a:xfrm>
            <a:off x="7361238" y="2633663"/>
            <a:ext cx="2290762" cy="2400300"/>
            <a:chOff x="952" y="1115"/>
            <a:chExt cx="1011" cy="1059"/>
          </a:xfrm>
        </p:grpSpPr>
        <p:sp>
          <p:nvSpPr>
            <p:cNvPr id="24304" name="Freeform 4">
              <a:extLst>
                <a:ext uri="{FF2B5EF4-FFF2-40B4-BE49-F238E27FC236}">
                  <a16:creationId xmlns:a16="http://schemas.microsoft.com/office/drawing/2014/main" id="{3806AC71-878D-4468-AF00-FD4F9D2DA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646"/>
              <a:ext cx="946" cy="528"/>
            </a:xfrm>
            <a:custGeom>
              <a:avLst/>
              <a:gdLst>
                <a:gd name="T0" fmla="*/ 2755 w 378"/>
                <a:gd name="T1" fmla="*/ 2333 h 198"/>
                <a:gd name="T2" fmla="*/ 363 w 378"/>
                <a:gd name="T3" fmla="*/ 1117 h 198"/>
                <a:gd name="T4" fmla="*/ 0 w 378"/>
                <a:gd name="T5" fmla="*/ 341 h 198"/>
                <a:gd name="T6" fmla="*/ 2022 w 378"/>
                <a:gd name="T7" fmla="*/ 3584 h 198"/>
                <a:gd name="T8" fmla="*/ 2868 w 378"/>
                <a:gd name="T9" fmla="*/ 3755 h 198"/>
                <a:gd name="T10" fmla="*/ 3809 w 378"/>
                <a:gd name="T11" fmla="*/ 3584 h 198"/>
                <a:gd name="T12" fmla="*/ 5926 w 378"/>
                <a:gd name="T13" fmla="*/ 0 h 198"/>
                <a:gd name="T14" fmla="*/ 5926 w 378"/>
                <a:gd name="T15" fmla="*/ 0 h 198"/>
                <a:gd name="T16" fmla="*/ 2755 w 378"/>
                <a:gd name="T17" fmla="*/ 2333 h 1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8" h="198">
                  <a:moveTo>
                    <a:pt x="176" y="123"/>
                  </a:moveTo>
                  <a:cubicBezTo>
                    <a:pt x="114" y="123"/>
                    <a:pt x="56" y="99"/>
                    <a:pt x="23" y="59"/>
                  </a:cubicBezTo>
                  <a:cubicBezTo>
                    <a:pt x="12" y="46"/>
                    <a:pt x="5" y="32"/>
                    <a:pt x="0" y="18"/>
                  </a:cubicBezTo>
                  <a:cubicBezTo>
                    <a:pt x="11" y="53"/>
                    <a:pt x="48" y="154"/>
                    <a:pt x="129" y="189"/>
                  </a:cubicBezTo>
                  <a:cubicBezTo>
                    <a:pt x="146" y="196"/>
                    <a:pt x="165" y="198"/>
                    <a:pt x="183" y="198"/>
                  </a:cubicBezTo>
                  <a:cubicBezTo>
                    <a:pt x="205" y="198"/>
                    <a:pt x="224" y="197"/>
                    <a:pt x="243" y="189"/>
                  </a:cubicBezTo>
                  <a:cubicBezTo>
                    <a:pt x="341" y="147"/>
                    <a:pt x="378" y="0"/>
                    <a:pt x="378" y="0"/>
                  </a:cubicBezTo>
                  <a:cubicBezTo>
                    <a:pt x="378" y="0"/>
                    <a:pt x="378" y="0"/>
                    <a:pt x="378" y="0"/>
                  </a:cubicBezTo>
                  <a:cubicBezTo>
                    <a:pt x="350" y="75"/>
                    <a:pt x="272" y="123"/>
                    <a:pt x="176" y="123"/>
                  </a:cubicBezTo>
                  <a:close/>
                </a:path>
              </a:pathLst>
            </a:custGeom>
            <a:solidFill>
              <a:srgbClr val="D87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5" name="Freeform 5">
              <a:extLst>
                <a:ext uri="{FF2B5EF4-FFF2-40B4-BE49-F238E27FC236}">
                  <a16:creationId xmlns:a16="http://schemas.microsoft.com/office/drawing/2014/main" id="{A46207A6-F2CD-4FEE-8C3D-2DA6FA35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115"/>
              <a:ext cx="1011" cy="859"/>
            </a:xfrm>
            <a:custGeom>
              <a:avLst/>
              <a:gdLst>
                <a:gd name="T0" fmla="*/ 95 w 404"/>
                <a:gd name="T1" fmla="*/ 3039 h 322"/>
                <a:gd name="T2" fmla="*/ 521 w 404"/>
                <a:gd name="T3" fmla="*/ 4895 h 322"/>
                <a:gd name="T4" fmla="*/ 2913 w 404"/>
                <a:gd name="T5" fmla="*/ 6114 h 322"/>
                <a:gd name="T6" fmla="*/ 6206 w 404"/>
                <a:gd name="T7" fmla="*/ 3303 h 322"/>
                <a:gd name="T8" fmla="*/ 5781 w 404"/>
                <a:gd name="T9" fmla="*/ 1275 h 322"/>
                <a:gd name="T10" fmla="*/ 3418 w 404"/>
                <a:gd name="T11" fmla="*/ 0 h 322"/>
                <a:gd name="T12" fmla="*/ 95 w 404"/>
                <a:gd name="T13" fmla="*/ 3039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4" h="322">
                  <a:moveTo>
                    <a:pt x="6" y="160"/>
                  </a:moveTo>
                  <a:cubicBezTo>
                    <a:pt x="0" y="194"/>
                    <a:pt x="9" y="229"/>
                    <a:pt x="33" y="258"/>
                  </a:cubicBezTo>
                  <a:cubicBezTo>
                    <a:pt x="66" y="298"/>
                    <a:pt x="124" y="322"/>
                    <a:pt x="186" y="322"/>
                  </a:cubicBezTo>
                  <a:cubicBezTo>
                    <a:pt x="292" y="322"/>
                    <a:pt x="376" y="263"/>
                    <a:pt x="396" y="174"/>
                  </a:cubicBezTo>
                  <a:cubicBezTo>
                    <a:pt x="404" y="137"/>
                    <a:pt x="394" y="99"/>
                    <a:pt x="369" y="67"/>
                  </a:cubicBezTo>
                  <a:cubicBezTo>
                    <a:pt x="335" y="25"/>
                    <a:pt x="279" y="0"/>
                    <a:pt x="218" y="0"/>
                  </a:cubicBezTo>
                  <a:cubicBezTo>
                    <a:pt x="111" y="0"/>
                    <a:pt x="24" y="66"/>
                    <a:pt x="6" y="160"/>
                  </a:cubicBezTo>
                  <a:close/>
                </a:path>
              </a:pathLst>
            </a:custGeom>
            <a:solidFill>
              <a:srgbClr val="EEC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6" name="Freeform 6">
              <a:extLst>
                <a:ext uri="{FF2B5EF4-FFF2-40B4-BE49-F238E27FC236}">
                  <a16:creationId xmlns:a16="http://schemas.microsoft.com/office/drawing/2014/main" id="{B3AE6556-5028-4A36-A103-475056FC6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142"/>
              <a:ext cx="1003" cy="805"/>
            </a:xfrm>
            <a:custGeom>
              <a:avLst/>
              <a:gdLst>
                <a:gd name="T0" fmla="*/ 250 w 401"/>
                <a:gd name="T1" fmla="*/ 2863 h 302"/>
                <a:gd name="T2" fmla="*/ 3379 w 401"/>
                <a:gd name="T3" fmla="*/ 0 h 302"/>
                <a:gd name="T4" fmla="*/ 5975 w 401"/>
                <a:gd name="T5" fmla="*/ 3071 h 302"/>
                <a:gd name="T6" fmla="*/ 2879 w 401"/>
                <a:gd name="T7" fmla="*/ 5720 h 302"/>
                <a:gd name="T8" fmla="*/ 250 w 401"/>
                <a:gd name="T9" fmla="*/ 2863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02">
                  <a:moveTo>
                    <a:pt x="16" y="151"/>
                  </a:moveTo>
                  <a:cubicBezTo>
                    <a:pt x="32" y="62"/>
                    <a:pt x="114" y="0"/>
                    <a:pt x="216" y="0"/>
                  </a:cubicBezTo>
                  <a:cubicBezTo>
                    <a:pt x="317" y="0"/>
                    <a:pt x="401" y="77"/>
                    <a:pt x="382" y="162"/>
                  </a:cubicBezTo>
                  <a:cubicBezTo>
                    <a:pt x="365" y="244"/>
                    <a:pt x="286" y="302"/>
                    <a:pt x="184" y="302"/>
                  </a:cubicBezTo>
                  <a:cubicBezTo>
                    <a:pt x="82" y="302"/>
                    <a:pt x="0" y="233"/>
                    <a:pt x="16" y="151"/>
                  </a:cubicBezTo>
                  <a:close/>
                </a:path>
              </a:pathLst>
            </a:custGeom>
            <a:solidFill>
              <a:srgbClr val="CD3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7" name="Freeform 7">
              <a:extLst>
                <a:ext uri="{FF2B5EF4-FFF2-40B4-BE49-F238E27FC236}">
                  <a16:creationId xmlns:a16="http://schemas.microsoft.com/office/drawing/2014/main" id="{BBB8FB1C-F65A-4576-9E1C-AD7E60A0D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14"/>
              <a:ext cx="655" cy="333"/>
            </a:xfrm>
            <a:custGeom>
              <a:avLst/>
              <a:gdLst>
                <a:gd name="T0" fmla="*/ 188 w 262"/>
                <a:gd name="T1" fmla="*/ 1830 h 125"/>
                <a:gd name="T2" fmla="*/ 1813 w 262"/>
                <a:gd name="T3" fmla="*/ 2363 h 125"/>
                <a:gd name="T4" fmla="*/ 3938 w 262"/>
                <a:gd name="T5" fmla="*/ 1548 h 125"/>
                <a:gd name="T6" fmla="*/ 2250 w 262"/>
                <a:gd name="T7" fmla="*/ 0 h 125"/>
                <a:gd name="T8" fmla="*/ 188 w 262"/>
                <a:gd name="T9" fmla="*/ 183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125">
                  <a:moveTo>
                    <a:pt x="12" y="97"/>
                  </a:moveTo>
                  <a:cubicBezTo>
                    <a:pt x="41" y="115"/>
                    <a:pt x="77" y="125"/>
                    <a:pt x="116" y="125"/>
                  </a:cubicBezTo>
                  <a:cubicBezTo>
                    <a:pt x="169" y="125"/>
                    <a:pt x="216" y="109"/>
                    <a:pt x="252" y="82"/>
                  </a:cubicBezTo>
                  <a:cubicBezTo>
                    <a:pt x="262" y="74"/>
                    <a:pt x="226" y="0"/>
                    <a:pt x="144" y="0"/>
                  </a:cubicBezTo>
                  <a:cubicBezTo>
                    <a:pt x="31" y="0"/>
                    <a:pt x="0" y="90"/>
                    <a:pt x="12" y="97"/>
                  </a:cubicBezTo>
                  <a:close/>
                </a:path>
              </a:pathLst>
            </a:custGeom>
            <a:solidFill>
              <a:srgbClr val="B10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8" name="Freeform 8">
              <a:extLst>
                <a:ext uri="{FF2B5EF4-FFF2-40B4-BE49-F238E27FC236}">
                  <a16:creationId xmlns:a16="http://schemas.microsoft.com/office/drawing/2014/main" id="{2E4ACB15-87E8-4F93-BDFB-E2C092DEC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200"/>
              <a:ext cx="785" cy="747"/>
            </a:xfrm>
            <a:custGeom>
              <a:avLst/>
              <a:gdLst>
                <a:gd name="T0" fmla="*/ 3520 w 314"/>
                <a:gd name="T1" fmla="*/ 0 h 280"/>
                <a:gd name="T2" fmla="*/ 4583 w 314"/>
                <a:gd name="T3" fmla="*/ 2582 h 280"/>
                <a:gd name="T4" fmla="*/ 1488 w 314"/>
                <a:gd name="T5" fmla="*/ 5224 h 280"/>
                <a:gd name="T6" fmla="*/ 0 w 314"/>
                <a:gd name="T7" fmla="*/ 4805 h 280"/>
                <a:gd name="T8" fmla="*/ 1613 w 314"/>
                <a:gd name="T9" fmla="*/ 5317 h 280"/>
                <a:gd name="T10" fmla="*/ 4708 w 314"/>
                <a:gd name="T11" fmla="*/ 2663 h 280"/>
                <a:gd name="T12" fmla="*/ 3520 w 314"/>
                <a:gd name="T13" fmla="*/ 0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4" h="280">
                  <a:moveTo>
                    <a:pt x="225" y="0"/>
                  </a:moveTo>
                  <a:cubicBezTo>
                    <a:pt x="275" y="29"/>
                    <a:pt x="305" y="81"/>
                    <a:pt x="293" y="136"/>
                  </a:cubicBezTo>
                  <a:cubicBezTo>
                    <a:pt x="275" y="217"/>
                    <a:pt x="196" y="275"/>
                    <a:pt x="95" y="275"/>
                  </a:cubicBezTo>
                  <a:cubicBezTo>
                    <a:pt x="60" y="275"/>
                    <a:pt x="27" y="267"/>
                    <a:pt x="0" y="253"/>
                  </a:cubicBezTo>
                  <a:cubicBezTo>
                    <a:pt x="28" y="270"/>
                    <a:pt x="64" y="280"/>
                    <a:pt x="103" y="280"/>
                  </a:cubicBezTo>
                  <a:cubicBezTo>
                    <a:pt x="205" y="280"/>
                    <a:pt x="284" y="222"/>
                    <a:pt x="301" y="140"/>
                  </a:cubicBezTo>
                  <a:cubicBezTo>
                    <a:pt x="314" y="82"/>
                    <a:pt x="280" y="29"/>
                    <a:pt x="225" y="0"/>
                  </a:cubicBezTo>
                  <a:close/>
                </a:path>
              </a:pathLst>
            </a:custGeom>
            <a:solidFill>
              <a:srgbClr val="B10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9" name="Freeform 9">
              <a:extLst>
                <a:ext uri="{FF2B5EF4-FFF2-40B4-BE49-F238E27FC236}">
                  <a16:creationId xmlns:a16="http://schemas.microsoft.com/office/drawing/2014/main" id="{4419F3DF-4E50-4E3A-B509-5CB2A1E58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142"/>
              <a:ext cx="848" cy="688"/>
            </a:xfrm>
            <a:custGeom>
              <a:avLst/>
              <a:gdLst>
                <a:gd name="T0" fmla="*/ 238 w 339"/>
                <a:gd name="T1" fmla="*/ 2995 h 258"/>
                <a:gd name="T2" fmla="*/ 3379 w 339"/>
                <a:gd name="T3" fmla="*/ 149 h 258"/>
                <a:gd name="T4" fmla="*/ 5306 w 339"/>
                <a:gd name="T5" fmla="*/ 989 h 258"/>
                <a:gd name="T6" fmla="*/ 3254 w 339"/>
                <a:gd name="T7" fmla="*/ 0 h 258"/>
                <a:gd name="T8" fmla="*/ 125 w 339"/>
                <a:gd name="T9" fmla="*/ 2867 h 258"/>
                <a:gd name="T10" fmla="*/ 750 w 339"/>
                <a:gd name="T11" fmla="*/ 4893 h 258"/>
                <a:gd name="T12" fmla="*/ 238 w 339"/>
                <a:gd name="T13" fmla="*/ 2995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9" h="258">
                  <a:moveTo>
                    <a:pt x="15" y="158"/>
                  </a:moveTo>
                  <a:cubicBezTo>
                    <a:pt x="32" y="69"/>
                    <a:pt x="114" y="8"/>
                    <a:pt x="216" y="8"/>
                  </a:cubicBezTo>
                  <a:cubicBezTo>
                    <a:pt x="264" y="8"/>
                    <a:pt x="308" y="25"/>
                    <a:pt x="339" y="52"/>
                  </a:cubicBezTo>
                  <a:cubicBezTo>
                    <a:pt x="308" y="21"/>
                    <a:pt x="260" y="0"/>
                    <a:pt x="208" y="0"/>
                  </a:cubicBezTo>
                  <a:cubicBezTo>
                    <a:pt x="106" y="0"/>
                    <a:pt x="24" y="62"/>
                    <a:pt x="8" y="151"/>
                  </a:cubicBezTo>
                  <a:cubicBezTo>
                    <a:pt x="0" y="192"/>
                    <a:pt x="17" y="230"/>
                    <a:pt x="48" y="258"/>
                  </a:cubicBezTo>
                  <a:cubicBezTo>
                    <a:pt x="22" y="231"/>
                    <a:pt x="8" y="196"/>
                    <a:pt x="15" y="158"/>
                  </a:cubicBezTo>
                  <a:close/>
                </a:path>
              </a:pathLst>
            </a:custGeom>
            <a:solidFill>
              <a:srgbClr val="B10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0" name="Freeform 10">
              <a:extLst>
                <a:ext uri="{FF2B5EF4-FFF2-40B4-BE49-F238E27FC236}">
                  <a16:creationId xmlns:a16="http://schemas.microsoft.com/office/drawing/2014/main" id="{6408422F-21F4-418F-ACA4-5681993F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806"/>
              <a:ext cx="495" cy="357"/>
            </a:xfrm>
            <a:custGeom>
              <a:avLst/>
              <a:gdLst>
                <a:gd name="T0" fmla="*/ 500 w 198"/>
                <a:gd name="T1" fmla="*/ 1377 h 134"/>
                <a:gd name="T2" fmla="*/ 3095 w 198"/>
                <a:gd name="T3" fmla="*/ 0 h 134"/>
                <a:gd name="T4" fmla="*/ 1500 w 198"/>
                <a:gd name="T5" fmla="*/ 2286 h 134"/>
                <a:gd name="T6" fmla="*/ 0 w 198"/>
                <a:gd name="T7" fmla="*/ 2456 h 134"/>
                <a:gd name="T8" fmla="*/ 1550 w 198"/>
                <a:gd name="T9" fmla="*/ 1817 h 134"/>
                <a:gd name="T10" fmla="*/ 500 w 198"/>
                <a:gd name="T11" fmla="*/ 1377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134">
                  <a:moveTo>
                    <a:pt x="32" y="73"/>
                  </a:moveTo>
                  <a:cubicBezTo>
                    <a:pt x="62" y="73"/>
                    <a:pt x="149" y="63"/>
                    <a:pt x="198" y="0"/>
                  </a:cubicBezTo>
                  <a:cubicBezTo>
                    <a:pt x="192" y="20"/>
                    <a:pt x="144" y="95"/>
                    <a:pt x="96" y="121"/>
                  </a:cubicBezTo>
                  <a:cubicBezTo>
                    <a:pt x="75" y="131"/>
                    <a:pt x="25" y="134"/>
                    <a:pt x="0" y="130"/>
                  </a:cubicBezTo>
                  <a:cubicBezTo>
                    <a:pt x="30" y="130"/>
                    <a:pt x="94" y="119"/>
                    <a:pt x="99" y="96"/>
                  </a:cubicBezTo>
                  <a:cubicBezTo>
                    <a:pt x="105" y="74"/>
                    <a:pt x="42" y="83"/>
                    <a:pt x="32" y="73"/>
                  </a:cubicBezTo>
                  <a:close/>
                </a:path>
              </a:pathLst>
            </a:custGeom>
            <a:solidFill>
              <a:srgbClr val="CE4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1" name="Freeform 11">
              <a:extLst>
                <a:ext uri="{FF2B5EF4-FFF2-40B4-BE49-F238E27FC236}">
                  <a16:creationId xmlns:a16="http://schemas.microsoft.com/office/drawing/2014/main" id="{2E6E6503-7643-4C64-B801-01958C41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886"/>
              <a:ext cx="245" cy="250"/>
            </a:xfrm>
            <a:custGeom>
              <a:avLst/>
              <a:gdLst>
                <a:gd name="T0" fmla="*/ 1533 w 98"/>
                <a:gd name="T1" fmla="*/ 1769 h 94"/>
                <a:gd name="T2" fmla="*/ 0 w 98"/>
                <a:gd name="T3" fmla="*/ 0 h 94"/>
                <a:gd name="T4" fmla="*/ 1533 w 98"/>
                <a:gd name="T5" fmla="*/ 176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94">
                  <a:moveTo>
                    <a:pt x="98" y="94"/>
                  </a:moveTo>
                  <a:cubicBezTo>
                    <a:pt x="51" y="76"/>
                    <a:pt x="5" y="16"/>
                    <a:pt x="0" y="0"/>
                  </a:cubicBezTo>
                  <a:cubicBezTo>
                    <a:pt x="8" y="15"/>
                    <a:pt x="68" y="79"/>
                    <a:pt x="98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2" name="Freeform 12">
              <a:extLst>
                <a:ext uri="{FF2B5EF4-FFF2-40B4-BE49-F238E27FC236}">
                  <a16:creationId xmlns:a16="http://schemas.microsoft.com/office/drawing/2014/main" id="{0B1EB622-7A0F-4D5C-B9FC-145A16767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280"/>
              <a:ext cx="895" cy="619"/>
            </a:xfrm>
            <a:custGeom>
              <a:avLst/>
              <a:gdLst>
                <a:gd name="T0" fmla="*/ 1625 w 358"/>
                <a:gd name="T1" fmla="*/ 2791 h 232"/>
                <a:gd name="T2" fmla="*/ 1750 w 358"/>
                <a:gd name="T3" fmla="*/ 3098 h 232"/>
                <a:gd name="T4" fmla="*/ 2688 w 358"/>
                <a:gd name="T5" fmla="*/ 3495 h 232"/>
                <a:gd name="T6" fmla="*/ 3833 w 358"/>
                <a:gd name="T7" fmla="*/ 3631 h 232"/>
                <a:gd name="T8" fmla="*/ 4333 w 358"/>
                <a:gd name="T9" fmla="*/ 3687 h 232"/>
                <a:gd name="T10" fmla="*/ 5063 w 358"/>
                <a:gd name="T11" fmla="*/ 3346 h 232"/>
                <a:gd name="T12" fmla="*/ 5208 w 358"/>
                <a:gd name="T13" fmla="*/ 1958 h 232"/>
                <a:gd name="T14" fmla="*/ 5095 w 358"/>
                <a:gd name="T15" fmla="*/ 1937 h 232"/>
                <a:gd name="T16" fmla="*/ 5033 w 358"/>
                <a:gd name="T17" fmla="*/ 1822 h 232"/>
                <a:gd name="T18" fmla="*/ 4863 w 358"/>
                <a:gd name="T19" fmla="*/ 1630 h 232"/>
                <a:gd name="T20" fmla="*/ 4783 w 358"/>
                <a:gd name="T21" fmla="*/ 1345 h 232"/>
                <a:gd name="T22" fmla="*/ 4625 w 358"/>
                <a:gd name="T23" fmla="*/ 1217 h 232"/>
                <a:gd name="T24" fmla="*/ 4425 w 358"/>
                <a:gd name="T25" fmla="*/ 1217 h 232"/>
                <a:gd name="T26" fmla="*/ 4300 w 358"/>
                <a:gd name="T27" fmla="*/ 1105 h 232"/>
                <a:gd name="T28" fmla="*/ 4113 w 358"/>
                <a:gd name="T29" fmla="*/ 739 h 232"/>
                <a:gd name="T30" fmla="*/ 3863 w 358"/>
                <a:gd name="T31" fmla="*/ 718 h 232"/>
                <a:gd name="T32" fmla="*/ 3708 w 358"/>
                <a:gd name="T33" fmla="*/ 606 h 232"/>
                <a:gd name="T34" fmla="*/ 3613 w 358"/>
                <a:gd name="T35" fmla="*/ 307 h 232"/>
                <a:gd name="T36" fmla="*/ 3425 w 358"/>
                <a:gd name="T37" fmla="*/ 93 h 232"/>
                <a:gd name="T38" fmla="*/ 2895 w 358"/>
                <a:gd name="T39" fmla="*/ 35 h 232"/>
                <a:gd name="T40" fmla="*/ 2738 w 358"/>
                <a:gd name="T41" fmla="*/ 93 h 232"/>
                <a:gd name="T42" fmla="*/ 2500 w 358"/>
                <a:gd name="T43" fmla="*/ 227 h 232"/>
                <a:gd name="T44" fmla="*/ 2158 w 358"/>
                <a:gd name="T45" fmla="*/ 435 h 232"/>
                <a:gd name="T46" fmla="*/ 2020 w 358"/>
                <a:gd name="T47" fmla="*/ 534 h 232"/>
                <a:gd name="T48" fmla="*/ 2000 w 358"/>
                <a:gd name="T49" fmla="*/ 683 h 232"/>
                <a:gd name="T50" fmla="*/ 1800 w 358"/>
                <a:gd name="T51" fmla="*/ 832 h 232"/>
                <a:gd name="T52" fmla="*/ 1500 w 358"/>
                <a:gd name="T53" fmla="*/ 776 h 232"/>
                <a:gd name="T54" fmla="*/ 1220 w 358"/>
                <a:gd name="T55" fmla="*/ 1003 h 232"/>
                <a:gd name="T56" fmla="*/ 1125 w 358"/>
                <a:gd name="T57" fmla="*/ 1331 h 232"/>
                <a:gd name="T58" fmla="*/ 845 w 358"/>
                <a:gd name="T59" fmla="*/ 1345 h 232"/>
                <a:gd name="T60" fmla="*/ 613 w 358"/>
                <a:gd name="T61" fmla="*/ 1481 h 232"/>
                <a:gd name="T62" fmla="*/ 470 w 358"/>
                <a:gd name="T63" fmla="*/ 1745 h 232"/>
                <a:gd name="T64" fmla="*/ 345 w 358"/>
                <a:gd name="T65" fmla="*/ 1972 h 232"/>
                <a:gd name="T66" fmla="*/ 595 w 358"/>
                <a:gd name="T67" fmla="*/ 2492 h 232"/>
                <a:gd name="T68" fmla="*/ 283 w 358"/>
                <a:gd name="T69" fmla="*/ 2812 h 232"/>
                <a:gd name="T70" fmla="*/ 0 w 358"/>
                <a:gd name="T71" fmla="*/ 2377 h 232"/>
                <a:gd name="T72" fmla="*/ 0 w 358"/>
                <a:gd name="T73" fmla="*/ 3018 h 232"/>
                <a:gd name="T74" fmla="*/ 563 w 358"/>
                <a:gd name="T75" fmla="*/ 3871 h 232"/>
                <a:gd name="T76" fmla="*/ 1270 w 358"/>
                <a:gd name="T77" fmla="*/ 4408 h 23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58" h="232">
                  <a:moveTo>
                    <a:pt x="104" y="147"/>
                  </a:moveTo>
                  <a:cubicBezTo>
                    <a:pt x="99" y="153"/>
                    <a:pt x="107" y="160"/>
                    <a:pt x="112" y="163"/>
                  </a:cubicBezTo>
                  <a:cubicBezTo>
                    <a:pt x="128" y="177"/>
                    <a:pt x="151" y="180"/>
                    <a:pt x="172" y="184"/>
                  </a:cubicBezTo>
                  <a:cubicBezTo>
                    <a:pt x="196" y="188"/>
                    <a:pt x="220" y="190"/>
                    <a:pt x="245" y="191"/>
                  </a:cubicBezTo>
                  <a:cubicBezTo>
                    <a:pt x="255" y="192"/>
                    <a:pt x="266" y="194"/>
                    <a:pt x="277" y="194"/>
                  </a:cubicBezTo>
                  <a:cubicBezTo>
                    <a:pt x="291" y="195"/>
                    <a:pt x="314" y="188"/>
                    <a:pt x="324" y="176"/>
                  </a:cubicBezTo>
                  <a:cubicBezTo>
                    <a:pt x="335" y="163"/>
                    <a:pt x="358" y="112"/>
                    <a:pt x="333" y="103"/>
                  </a:cubicBezTo>
                  <a:cubicBezTo>
                    <a:pt x="331" y="102"/>
                    <a:pt x="328" y="103"/>
                    <a:pt x="326" y="102"/>
                  </a:cubicBezTo>
                  <a:cubicBezTo>
                    <a:pt x="324" y="101"/>
                    <a:pt x="323" y="98"/>
                    <a:pt x="322" y="96"/>
                  </a:cubicBezTo>
                  <a:cubicBezTo>
                    <a:pt x="318" y="92"/>
                    <a:pt x="313" y="90"/>
                    <a:pt x="311" y="86"/>
                  </a:cubicBezTo>
                  <a:cubicBezTo>
                    <a:pt x="309" y="81"/>
                    <a:pt x="310" y="76"/>
                    <a:pt x="306" y="71"/>
                  </a:cubicBezTo>
                  <a:cubicBezTo>
                    <a:pt x="303" y="67"/>
                    <a:pt x="301" y="65"/>
                    <a:pt x="296" y="64"/>
                  </a:cubicBezTo>
                  <a:cubicBezTo>
                    <a:pt x="292" y="62"/>
                    <a:pt x="288" y="64"/>
                    <a:pt x="283" y="64"/>
                  </a:cubicBezTo>
                  <a:cubicBezTo>
                    <a:pt x="277" y="64"/>
                    <a:pt x="278" y="62"/>
                    <a:pt x="275" y="58"/>
                  </a:cubicBezTo>
                  <a:cubicBezTo>
                    <a:pt x="272" y="52"/>
                    <a:pt x="270" y="41"/>
                    <a:pt x="263" y="39"/>
                  </a:cubicBezTo>
                  <a:cubicBezTo>
                    <a:pt x="258" y="38"/>
                    <a:pt x="252" y="40"/>
                    <a:pt x="247" y="38"/>
                  </a:cubicBezTo>
                  <a:cubicBezTo>
                    <a:pt x="243" y="37"/>
                    <a:pt x="239" y="35"/>
                    <a:pt x="237" y="32"/>
                  </a:cubicBezTo>
                  <a:cubicBezTo>
                    <a:pt x="234" y="27"/>
                    <a:pt x="234" y="21"/>
                    <a:pt x="231" y="16"/>
                  </a:cubicBezTo>
                  <a:cubicBezTo>
                    <a:pt x="228" y="11"/>
                    <a:pt x="225" y="7"/>
                    <a:pt x="219" y="5"/>
                  </a:cubicBezTo>
                  <a:cubicBezTo>
                    <a:pt x="209" y="1"/>
                    <a:pt x="195" y="0"/>
                    <a:pt x="185" y="2"/>
                  </a:cubicBezTo>
                  <a:cubicBezTo>
                    <a:pt x="182" y="3"/>
                    <a:pt x="179" y="4"/>
                    <a:pt x="175" y="5"/>
                  </a:cubicBezTo>
                  <a:cubicBezTo>
                    <a:pt x="168" y="6"/>
                    <a:pt x="166" y="8"/>
                    <a:pt x="160" y="12"/>
                  </a:cubicBezTo>
                  <a:cubicBezTo>
                    <a:pt x="154" y="16"/>
                    <a:pt x="145" y="20"/>
                    <a:pt x="138" y="23"/>
                  </a:cubicBezTo>
                  <a:cubicBezTo>
                    <a:pt x="136" y="25"/>
                    <a:pt x="131" y="26"/>
                    <a:pt x="129" y="28"/>
                  </a:cubicBezTo>
                  <a:cubicBezTo>
                    <a:pt x="128" y="31"/>
                    <a:pt x="129" y="33"/>
                    <a:pt x="128" y="36"/>
                  </a:cubicBezTo>
                  <a:cubicBezTo>
                    <a:pt x="126" y="41"/>
                    <a:pt x="120" y="43"/>
                    <a:pt x="115" y="44"/>
                  </a:cubicBezTo>
                  <a:cubicBezTo>
                    <a:pt x="108" y="45"/>
                    <a:pt x="103" y="40"/>
                    <a:pt x="96" y="41"/>
                  </a:cubicBezTo>
                  <a:cubicBezTo>
                    <a:pt x="88" y="42"/>
                    <a:pt x="82" y="46"/>
                    <a:pt x="78" y="53"/>
                  </a:cubicBezTo>
                  <a:cubicBezTo>
                    <a:pt x="74" y="58"/>
                    <a:pt x="75" y="65"/>
                    <a:pt x="72" y="70"/>
                  </a:cubicBezTo>
                  <a:cubicBezTo>
                    <a:pt x="68" y="78"/>
                    <a:pt x="61" y="71"/>
                    <a:pt x="54" y="71"/>
                  </a:cubicBezTo>
                  <a:cubicBezTo>
                    <a:pt x="48" y="71"/>
                    <a:pt x="43" y="74"/>
                    <a:pt x="39" y="78"/>
                  </a:cubicBezTo>
                  <a:cubicBezTo>
                    <a:pt x="36" y="82"/>
                    <a:pt x="34" y="88"/>
                    <a:pt x="30" y="92"/>
                  </a:cubicBezTo>
                  <a:cubicBezTo>
                    <a:pt x="27" y="96"/>
                    <a:pt x="23" y="98"/>
                    <a:pt x="22" y="104"/>
                  </a:cubicBezTo>
                  <a:cubicBezTo>
                    <a:pt x="20" y="117"/>
                    <a:pt x="22" y="135"/>
                    <a:pt x="38" y="131"/>
                  </a:cubicBezTo>
                  <a:cubicBezTo>
                    <a:pt x="40" y="139"/>
                    <a:pt x="25" y="147"/>
                    <a:pt x="18" y="148"/>
                  </a:cubicBezTo>
                  <a:cubicBezTo>
                    <a:pt x="8" y="149"/>
                    <a:pt x="1" y="134"/>
                    <a:pt x="0" y="125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36" y="204"/>
                    <a:pt x="36" y="204"/>
                    <a:pt x="36" y="204"/>
                  </a:cubicBezTo>
                  <a:cubicBezTo>
                    <a:pt x="81" y="232"/>
                    <a:pt x="81" y="232"/>
                    <a:pt x="81" y="232"/>
                  </a:cubicBezTo>
                </a:path>
              </a:pathLst>
            </a:custGeom>
            <a:solidFill>
              <a:srgbClr val="B10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3" name="Freeform 13">
              <a:extLst>
                <a:ext uri="{FF2B5EF4-FFF2-40B4-BE49-F238E27FC236}">
                  <a16:creationId xmlns:a16="http://schemas.microsoft.com/office/drawing/2014/main" id="{5B38B8DE-5A45-4D24-AFA6-041C2BE6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336"/>
              <a:ext cx="68" cy="251"/>
            </a:xfrm>
            <a:custGeom>
              <a:avLst/>
              <a:gdLst>
                <a:gd name="T0" fmla="*/ 272 w 27"/>
                <a:gd name="T1" fmla="*/ 1789 h 94"/>
                <a:gd name="T2" fmla="*/ 0 w 27"/>
                <a:gd name="T3" fmla="*/ 0 h 94"/>
                <a:gd name="T4" fmla="*/ 272 w 27"/>
                <a:gd name="T5" fmla="*/ 178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4">
                  <a:moveTo>
                    <a:pt x="17" y="94"/>
                  </a:moveTo>
                  <a:cubicBezTo>
                    <a:pt x="27" y="67"/>
                    <a:pt x="20" y="16"/>
                    <a:pt x="0" y="0"/>
                  </a:cubicBezTo>
                  <a:cubicBezTo>
                    <a:pt x="10" y="15"/>
                    <a:pt x="22" y="63"/>
                    <a:pt x="17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4" name="Freeform 14">
              <a:extLst>
                <a:ext uri="{FF2B5EF4-FFF2-40B4-BE49-F238E27FC236}">
                  <a16:creationId xmlns:a16="http://schemas.microsoft.com/office/drawing/2014/main" id="{3AB25F24-A43D-42FB-9DCA-699519988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115"/>
              <a:ext cx="1011" cy="859"/>
            </a:xfrm>
            <a:custGeom>
              <a:avLst/>
              <a:gdLst>
                <a:gd name="T0" fmla="*/ 95 w 404"/>
                <a:gd name="T1" fmla="*/ 3039 h 322"/>
                <a:gd name="T2" fmla="*/ 521 w 404"/>
                <a:gd name="T3" fmla="*/ 4895 h 322"/>
                <a:gd name="T4" fmla="*/ 2913 w 404"/>
                <a:gd name="T5" fmla="*/ 6114 h 322"/>
                <a:gd name="T6" fmla="*/ 6206 w 404"/>
                <a:gd name="T7" fmla="*/ 3303 h 322"/>
                <a:gd name="T8" fmla="*/ 5781 w 404"/>
                <a:gd name="T9" fmla="*/ 1275 h 322"/>
                <a:gd name="T10" fmla="*/ 3418 w 404"/>
                <a:gd name="T11" fmla="*/ 0 h 322"/>
                <a:gd name="T12" fmla="*/ 95 w 404"/>
                <a:gd name="T13" fmla="*/ 3039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4" h="322">
                  <a:moveTo>
                    <a:pt x="6" y="160"/>
                  </a:moveTo>
                  <a:cubicBezTo>
                    <a:pt x="0" y="194"/>
                    <a:pt x="9" y="229"/>
                    <a:pt x="33" y="258"/>
                  </a:cubicBezTo>
                  <a:cubicBezTo>
                    <a:pt x="66" y="298"/>
                    <a:pt x="124" y="322"/>
                    <a:pt x="186" y="322"/>
                  </a:cubicBezTo>
                  <a:cubicBezTo>
                    <a:pt x="292" y="322"/>
                    <a:pt x="376" y="263"/>
                    <a:pt x="396" y="174"/>
                  </a:cubicBezTo>
                  <a:cubicBezTo>
                    <a:pt x="404" y="137"/>
                    <a:pt x="394" y="99"/>
                    <a:pt x="369" y="67"/>
                  </a:cubicBezTo>
                  <a:cubicBezTo>
                    <a:pt x="335" y="25"/>
                    <a:pt x="279" y="0"/>
                    <a:pt x="218" y="0"/>
                  </a:cubicBezTo>
                  <a:cubicBezTo>
                    <a:pt x="111" y="0"/>
                    <a:pt x="24" y="66"/>
                    <a:pt x="6" y="16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5" name="Freeform 15">
              <a:extLst>
                <a:ext uri="{FF2B5EF4-FFF2-40B4-BE49-F238E27FC236}">
                  <a16:creationId xmlns:a16="http://schemas.microsoft.com/office/drawing/2014/main" id="{79A56DEC-A793-4889-AB62-22D24F64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646"/>
              <a:ext cx="946" cy="528"/>
            </a:xfrm>
            <a:custGeom>
              <a:avLst/>
              <a:gdLst>
                <a:gd name="T0" fmla="*/ 2755 w 378"/>
                <a:gd name="T1" fmla="*/ 2333 h 198"/>
                <a:gd name="T2" fmla="*/ 363 w 378"/>
                <a:gd name="T3" fmla="*/ 1117 h 198"/>
                <a:gd name="T4" fmla="*/ 0 w 378"/>
                <a:gd name="T5" fmla="*/ 341 h 198"/>
                <a:gd name="T6" fmla="*/ 2022 w 378"/>
                <a:gd name="T7" fmla="*/ 3584 h 198"/>
                <a:gd name="T8" fmla="*/ 2868 w 378"/>
                <a:gd name="T9" fmla="*/ 3755 h 198"/>
                <a:gd name="T10" fmla="*/ 3809 w 378"/>
                <a:gd name="T11" fmla="*/ 3584 h 198"/>
                <a:gd name="T12" fmla="*/ 5926 w 378"/>
                <a:gd name="T13" fmla="*/ 0 h 198"/>
                <a:gd name="T14" fmla="*/ 5926 w 378"/>
                <a:gd name="T15" fmla="*/ 0 h 198"/>
                <a:gd name="T16" fmla="*/ 2755 w 378"/>
                <a:gd name="T17" fmla="*/ 2333 h 1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8" h="198">
                  <a:moveTo>
                    <a:pt x="176" y="123"/>
                  </a:moveTo>
                  <a:cubicBezTo>
                    <a:pt x="114" y="123"/>
                    <a:pt x="56" y="99"/>
                    <a:pt x="23" y="59"/>
                  </a:cubicBezTo>
                  <a:cubicBezTo>
                    <a:pt x="12" y="46"/>
                    <a:pt x="5" y="32"/>
                    <a:pt x="0" y="18"/>
                  </a:cubicBezTo>
                  <a:cubicBezTo>
                    <a:pt x="11" y="53"/>
                    <a:pt x="48" y="154"/>
                    <a:pt x="129" y="189"/>
                  </a:cubicBezTo>
                  <a:cubicBezTo>
                    <a:pt x="146" y="196"/>
                    <a:pt x="165" y="198"/>
                    <a:pt x="183" y="198"/>
                  </a:cubicBezTo>
                  <a:cubicBezTo>
                    <a:pt x="205" y="198"/>
                    <a:pt x="224" y="197"/>
                    <a:pt x="243" y="189"/>
                  </a:cubicBezTo>
                  <a:cubicBezTo>
                    <a:pt x="341" y="147"/>
                    <a:pt x="378" y="0"/>
                    <a:pt x="378" y="0"/>
                  </a:cubicBezTo>
                  <a:cubicBezTo>
                    <a:pt x="378" y="0"/>
                    <a:pt x="378" y="0"/>
                    <a:pt x="378" y="0"/>
                  </a:cubicBezTo>
                  <a:cubicBezTo>
                    <a:pt x="350" y="75"/>
                    <a:pt x="272" y="123"/>
                    <a:pt x="176" y="12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6" name="Freeform 16">
              <a:extLst>
                <a:ext uri="{FF2B5EF4-FFF2-40B4-BE49-F238E27FC236}">
                  <a16:creationId xmlns:a16="http://schemas.microsoft.com/office/drawing/2014/main" id="{B6592EA5-D0A8-4AA7-B5CF-21704371C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283"/>
              <a:ext cx="125" cy="91"/>
            </a:xfrm>
            <a:custGeom>
              <a:avLst/>
              <a:gdLst>
                <a:gd name="T0" fmla="*/ 188 w 50"/>
                <a:gd name="T1" fmla="*/ 632 h 34"/>
                <a:gd name="T2" fmla="*/ 345 w 50"/>
                <a:gd name="T3" fmla="*/ 632 h 34"/>
                <a:gd name="T4" fmla="*/ 550 w 50"/>
                <a:gd name="T5" fmla="*/ 458 h 34"/>
                <a:gd name="T6" fmla="*/ 720 w 50"/>
                <a:gd name="T7" fmla="*/ 265 h 34"/>
                <a:gd name="T8" fmla="*/ 488 w 50"/>
                <a:gd name="T9" fmla="*/ 21 h 34"/>
                <a:gd name="T10" fmla="*/ 33 w 50"/>
                <a:gd name="T11" fmla="*/ 367 h 34"/>
                <a:gd name="T12" fmla="*/ 220 w 50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">
                  <a:moveTo>
                    <a:pt x="12" y="33"/>
                  </a:moveTo>
                  <a:cubicBezTo>
                    <a:pt x="15" y="33"/>
                    <a:pt x="19" y="34"/>
                    <a:pt x="22" y="33"/>
                  </a:cubicBezTo>
                  <a:cubicBezTo>
                    <a:pt x="29" y="33"/>
                    <a:pt x="31" y="28"/>
                    <a:pt x="35" y="24"/>
                  </a:cubicBezTo>
                  <a:cubicBezTo>
                    <a:pt x="38" y="20"/>
                    <a:pt x="44" y="18"/>
                    <a:pt x="46" y="14"/>
                  </a:cubicBezTo>
                  <a:cubicBezTo>
                    <a:pt x="50" y="3"/>
                    <a:pt x="38" y="0"/>
                    <a:pt x="31" y="1"/>
                  </a:cubicBezTo>
                  <a:cubicBezTo>
                    <a:pt x="20" y="2"/>
                    <a:pt x="3" y="7"/>
                    <a:pt x="2" y="19"/>
                  </a:cubicBezTo>
                  <a:cubicBezTo>
                    <a:pt x="0" y="30"/>
                    <a:pt x="6" y="32"/>
                    <a:pt x="14" y="34"/>
                  </a:cubicBezTo>
                </a:path>
              </a:pathLst>
            </a:custGeom>
            <a:solidFill>
              <a:srgbClr val="FF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7" name="Freeform 17">
              <a:extLst>
                <a:ext uri="{FF2B5EF4-FFF2-40B4-BE49-F238E27FC236}">
                  <a16:creationId xmlns:a16="http://schemas.microsoft.com/office/drawing/2014/main" id="{D0D939AF-FC02-454A-83A3-C1484B783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576"/>
              <a:ext cx="68" cy="128"/>
            </a:xfrm>
            <a:custGeom>
              <a:avLst/>
              <a:gdLst>
                <a:gd name="T0" fmla="*/ 285 w 27"/>
                <a:gd name="T1" fmla="*/ 0 h 48"/>
                <a:gd name="T2" fmla="*/ 33 w 27"/>
                <a:gd name="T3" fmla="*/ 248 h 48"/>
                <a:gd name="T4" fmla="*/ 113 w 27"/>
                <a:gd name="T5" fmla="*/ 683 h 48"/>
                <a:gd name="T6" fmla="*/ 413 w 27"/>
                <a:gd name="T7" fmla="*/ 307 h 48"/>
                <a:gd name="T8" fmla="*/ 285 w 27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8">
                  <a:moveTo>
                    <a:pt x="18" y="0"/>
                  </a:moveTo>
                  <a:cubicBezTo>
                    <a:pt x="11" y="0"/>
                    <a:pt x="4" y="6"/>
                    <a:pt x="2" y="13"/>
                  </a:cubicBezTo>
                  <a:cubicBezTo>
                    <a:pt x="0" y="21"/>
                    <a:pt x="3" y="30"/>
                    <a:pt x="7" y="36"/>
                  </a:cubicBezTo>
                  <a:cubicBezTo>
                    <a:pt x="16" y="48"/>
                    <a:pt x="27" y="25"/>
                    <a:pt x="26" y="16"/>
                  </a:cubicBezTo>
                  <a:cubicBezTo>
                    <a:pt x="26" y="10"/>
                    <a:pt x="25" y="1"/>
                    <a:pt x="18" y="0"/>
                  </a:cubicBezTo>
                </a:path>
              </a:pathLst>
            </a:custGeom>
            <a:solidFill>
              <a:srgbClr val="FF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8" name="Freeform 18">
              <a:extLst>
                <a:ext uri="{FF2B5EF4-FFF2-40B4-BE49-F238E27FC236}">
                  <a16:creationId xmlns:a16="http://schemas.microsoft.com/office/drawing/2014/main" id="{106A3177-838F-4182-BF4A-E7481D139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83"/>
              <a:ext cx="105" cy="125"/>
            </a:xfrm>
            <a:custGeom>
              <a:avLst/>
              <a:gdLst>
                <a:gd name="T0" fmla="*/ 188 w 42"/>
                <a:gd name="T1" fmla="*/ 848 h 47"/>
                <a:gd name="T2" fmla="*/ 520 w 42"/>
                <a:gd name="T3" fmla="*/ 566 h 47"/>
                <a:gd name="T4" fmla="*/ 438 w 42"/>
                <a:gd name="T5" fmla="*/ 35 h 47"/>
                <a:gd name="T6" fmla="*/ 220 w 42"/>
                <a:gd name="T7" fmla="*/ 396 h 47"/>
                <a:gd name="T8" fmla="*/ 175 w 42"/>
                <a:gd name="T9" fmla="*/ 84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7">
                  <a:moveTo>
                    <a:pt x="12" y="45"/>
                  </a:moveTo>
                  <a:cubicBezTo>
                    <a:pt x="19" y="47"/>
                    <a:pt x="29" y="36"/>
                    <a:pt x="33" y="30"/>
                  </a:cubicBezTo>
                  <a:cubicBezTo>
                    <a:pt x="39" y="23"/>
                    <a:pt x="42" y="5"/>
                    <a:pt x="28" y="2"/>
                  </a:cubicBezTo>
                  <a:cubicBezTo>
                    <a:pt x="16" y="0"/>
                    <a:pt x="18" y="14"/>
                    <a:pt x="14" y="21"/>
                  </a:cubicBezTo>
                  <a:cubicBezTo>
                    <a:pt x="13" y="24"/>
                    <a:pt x="0" y="44"/>
                    <a:pt x="11" y="45"/>
                  </a:cubicBezTo>
                </a:path>
              </a:pathLst>
            </a:custGeom>
            <a:solidFill>
              <a:srgbClr val="FF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9" name="Freeform 19">
              <a:extLst>
                <a:ext uri="{FF2B5EF4-FFF2-40B4-BE49-F238E27FC236}">
                  <a16:creationId xmlns:a16="http://schemas.microsoft.com/office/drawing/2014/main" id="{4E33976A-B306-4E59-9B73-5B96EBC23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275"/>
              <a:ext cx="721" cy="672"/>
            </a:xfrm>
            <a:custGeom>
              <a:avLst/>
              <a:gdLst>
                <a:gd name="T0" fmla="*/ 4281 w 288"/>
                <a:gd name="T1" fmla="*/ 1971 h 252"/>
                <a:gd name="T2" fmla="*/ 4143 w 288"/>
                <a:gd name="T3" fmla="*/ 1800 h 252"/>
                <a:gd name="T4" fmla="*/ 4268 w 288"/>
                <a:gd name="T5" fmla="*/ 1592 h 252"/>
                <a:gd name="T6" fmla="*/ 3843 w 288"/>
                <a:gd name="T7" fmla="*/ 1480 h 252"/>
                <a:gd name="T8" fmla="*/ 3643 w 288"/>
                <a:gd name="T9" fmla="*/ 1229 h 252"/>
                <a:gd name="T10" fmla="*/ 3485 w 288"/>
                <a:gd name="T11" fmla="*/ 909 h 252"/>
                <a:gd name="T12" fmla="*/ 3184 w 288"/>
                <a:gd name="T13" fmla="*/ 931 h 252"/>
                <a:gd name="T14" fmla="*/ 3109 w 288"/>
                <a:gd name="T15" fmla="*/ 648 h 252"/>
                <a:gd name="T16" fmla="*/ 2889 w 288"/>
                <a:gd name="T17" fmla="*/ 171 h 252"/>
                <a:gd name="T18" fmla="*/ 2181 w 288"/>
                <a:gd name="T19" fmla="*/ 832 h 252"/>
                <a:gd name="T20" fmla="*/ 1838 w 288"/>
                <a:gd name="T21" fmla="*/ 704 h 252"/>
                <a:gd name="T22" fmla="*/ 1647 w 288"/>
                <a:gd name="T23" fmla="*/ 947 h 252"/>
                <a:gd name="T24" fmla="*/ 1179 w 288"/>
                <a:gd name="T25" fmla="*/ 1059 h 252"/>
                <a:gd name="T26" fmla="*/ 909 w 288"/>
                <a:gd name="T27" fmla="*/ 1059 h 252"/>
                <a:gd name="T28" fmla="*/ 771 w 288"/>
                <a:gd name="T29" fmla="*/ 1707 h 252"/>
                <a:gd name="T30" fmla="*/ 471 w 288"/>
                <a:gd name="T31" fmla="*/ 1971 h 252"/>
                <a:gd name="T32" fmla="*/ 363 w 288"/>
                <a:gd name="T33" fmla="*/ 2595 h 252"/>
                <a:gd name="T34" fmla="*/ 95 w 288"/>
                <a:gd name="T35" fmla="*/ 3448 h 252"/>
                <a:gd name="T36" fmla="*/ 396 w 288"/>
                <a:gd name="T37" fmla="*/ 4096 h 252"/>
                <a:gd name="T38" fmla="*/ 438 w 288"/>
                <a:gd name="T39" fmla="*/ 4232 h 252"/>
                <a:gd name="T40" fmla="*/ 2100 w 288"/>
                <a:gd name="T41" fmla="*/ 4779 h 252"/>
                <a:gd name="T42" fmla="*/ 4268 w 288"/>
                <a:gd name="T43" fmla="*/ 3925 h 252"/>
                <a:gd name="T44" fmla="*/ 4311 w 288"/>
                <a:gd name="T45" fmla="*/ 3720 h 252"/>
                <a:gd name="T46" fmla="*/ 4281 w 288"/>
                <a:gd name="T47" fmla="*/ 3448 h 252"/>
                <a:gd name="T48" fmla="*/ 4456 w 288"/>
                <a:gd name="T49" fmla="*/ 3208 h 252"/>
                <a:gd name="T50" fmla="*/ 4436 w 288"/>
                <a:gd name="T51" fmla="*/ 2525 h 252"/>
                <a:gd name="T52" fmla="*/ 4281 w 288"/>
                <a:gd name="T53" fmla="*/ 1971 h 25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8" h="252">
                  <a:moveTo>
                    <a:pt x="273" y="104"/>
                  </a:moveTo>
                  <a:cubicBezTo>
                    <a:pt x="270" y="100"/>
                    <a:pt x="264" y="104"/>
                    <a:pt x="264" y="95"/>
                  </a:cubicBezTo>
                  <a:cubicBezTo>
                    <a:pt x="263" y="89"/>
                    <a:pt x="272" y="90"/>
                    <a:pt x="272" y="84"/>
                  </a:cubicBezTo>
                  <a:cubicBezTo>
                    <a:pt x="271" y="62"/>
                    <a:pt x="254" y="75"/>
                    <a:pt x="245" y="78"/>
                  </a:cubicBezTo>
                  <a:cubicBezTo>
                    <a:pt x="228" y="82"/>
                    <a:pt x="232" y="77"/>
                    <a:pt x="232" y="65"/>
                  </a:cubicBezTo>
                  <a:cubicBezTo>
                    <a:pt x="231" y="53"/>
                    <a:pt x="236" y="50"/>
                    <a:pt x="222" y="48"/>
                  </a:cubicBezTo>
                  <a:cubicBezTo>
                    <a:pt x="219" y="48"/>
                    <a:pt x="210" y="54"/>
                    <a:pt x="203" y="49"/>
                  </a:cubicBezTo>
                  <a:cubicBezTo>
                    <a:pt x="191" y="42"/>
                    <a:pt x="199" y="44"/>
                    <a:pt x="198" y="34"/>
                  </a:cubicBezTo>
                  <a:cubicBezTo>
                    <a:pt x="197" y="25"/>
                    <a:pt x="195" y="12"/>
                    <a:pt x="184" y="9"/>
                  </a:cubicBezTo>
                  <a:cubicBezTo>
                    <a:pt x="151" y="0"/>
                    <a:pt x="172" y="52"/>
                    <a:pt x="139" y="44"/>
                  </a:cubicBezTo>
                  <a:cubicBezTo>
                    <a:pt x="132" y="43"/>
                    <a:pt x="127" y="36"/>
                    <a:pt x="117" y="37"/>
                  </a:cubicBezTo>
                  <a:cubicBezTo>
                    <a:pt x="102" y="38"/>
                    <a:pt x="111" y="39"/>
                    <a:pt x="105" y="50"/>
                  </a:cubicBezTo>
                  <a:cubicBezTo>
                    <a:pt x="95" y="68"/>
                    <a:pt x="88" y="64"/>
                    <a:pt x="75" y="56"/>
                  </a:cubicBezTo>
                  <a:cubicBezTo>
                    <a:pt x="65" y="49"/>
                    <a:pt x="60" y="53"/>
                    <a:pt x="58" y="56"/>
                  </a:cubicBezTo>
                  <a:cubicBezTo>
                    <a:pt x="52" y="62"/>
                    <a:pt x="56" y="79"/>
                    <a:pt x="49" y="90"/>
                  </a:cubicBezTo>
                  <a:cubicBezTo>
                    <a:pt x="45" y="96"/>
                    <a:pt x="35" y="98"/>
                    <a:pt x="30" y="104"/>
                  </a:cubicBezTo>
                  <a:cubicBezTo>
                    <a:pt x="23" y="112"/>
                    <a:pt x="27" y="128"/>
                    <a:pt x="23" y="137"/>
                  </a:cubicBezTo>
                  <a:cubicBezTo>
                    <a:pt x="13" y="154"/>
                    <a:pt x="0" y="159"/>
                    <a:pt x="6" y="182"/>
                  </a:cubicBezTo>
                  <a:cubicBezTo>
                    <a:pt x="9" y="194"/>
                    <a:pt x="15" y="209"/>
                    <a:pt x="25" y="216"/>
                  </a:cubicBezTo>
                  <a:cubicBezTo>
                    <a:pt x="28" y="223"/>
                    <a:pt x="28" y="223"/>
                    <a:pt x="28" y="223"/>
                  </a:cubicBezTo>
                  <a:cubicBezTo>
                    <a:pt x="57" y="241"/>
                    <a:pt x="94" y="252"/>
                    <a:pt x="134" y="252"/>
                  </a:cubicBezTo>
                  <a:cubicBezTo>
                    <a:pt x="189" y="252"/>
                    <a:pt x="236" y="235"/>
                    <a:pt x="272" y="207"/>
                  </a:cubicBezTo>
                  <a:cubicBezTo>
                    <a:pt x="273" y="203"/>
                    <a:pt x="274" y="200"/>
                    <a:pt x="275" y="196"/>
                  </a:cubicBezTo>
                  <a:cubicBezTo>
                    <a:pt x="276" y="191"/>
                    <a:pt x="272" y="187"/>
                    <a:pt x="273" y="182"/>
                  </a:cubicBezTo>
                  <a:cubicBezTo>
                    <a:pt x="275" y="176"/>
                    <a:pt x="281" y="175"/>
                    <a:pt x="284" y="169"/>
                  </a:cubicBezTo>
                  <a:cubicBezTo>
                    <a:pt x="288" y="160"/>
                    <a:pt x="284" y="143"/>
                    <a:pt x="283" y="133"/>
                  </a:cubicBezTo>
                  <a:cubicBezTo>
                    <a:pt x="282" y="121"/>
                    <a:pt x="280" y="114"/>
                    <a:pt x="273" y="104"/>
                  </a:cubicBezTo>
                  <a:close/>
                </a:path>
              </a:pathLst>
            </a:custGeom>
            <a:solidFill>
              <a:srgbClr val="FF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0" name="Freeform 20">
              <a:extLst>
                <a:ext uri="{FF2B5EF4-FFF2-40B4-BE49-F238E27FC236}">
                  <a16:creationId xmlns:a16="http://schemas.microsoft.com/office/drawing/2014/main" id="{7A4902DA-6406-41E3-9967-14A4124BA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443"/>
              <a:ext cx="60" cy="96"/>
            </a:xfrm>
            <a:custGeom>
              <a:avLst/>
              <a:gdLst>
                <a:gd name="T0" fmla="*/ 145 w 24"/>
                <a:gd name="T1" fmla="*/ 21 h 36"/>
                <a:gd name="T2" fmla="*/ 95 w 24"/>
                <a:gd name="T3" fmla="*/ 307 h 36"/>
                <a:gd name="T4" fmla="*/ 63 w 24"/>
                <a:gd name="T5" fmla="*/ 533 h 36"/>
                <a:gd name="T6" fmla="*/ 20 w 24"/>
                <a:gd name="T7" fmla="*/ 627 h 36"/>
                <a:gd name="T8" fmla="*/ 125 w 24"/>
                <a:gd name="T9" fmla="*/ 605 h 36"/>
                <a:gd name="T10" fmla="*/ 283 w 24"/>
                <a:gd name="T11" fmla="*/ 547 h 36"/>
                <a:gd name="T12" fmla="*/ 375 w 24"/>
                <a:gd name="T13" fmla="*/ 477 h 36"/>
                <a:gd name="T14" fmla="*/ 270 w 24"/>
                <a:gd name="T15" fmla="*/ 248 h 36"/>
                <a:gd name="T16" fmla="*/ 313 w 24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6">
                  <a:moveTo>
                    <a:pt x="9" y="1"/>
                  </a:moveTo>
                  <a:cubicBezTo>
                    <a:pt x="12" y="3"/>
                    <a:pt x="7" y="13"/>
                    <a:pt x="6" y="16"/>
                  </a:cubicBezTo>
                  <a:cubicBezTo>
                    <a:pt x="4" y="20"/>
                    <a:pt x="5" y="24"/>
                    <a:pt x="4" y="28"/>
                  </a:cubicBezTo>
                  <a:cubicBezTo>
                    <a:pt x="3" y="29"/>
                    <a:pt x="1" y="32"/>
                    <a:pt x="1" y="33"/>
                  </a:cubicBezTo>
                  <a:cubicBezTo>
                    <a:pt x="0" y="36"/>
                    <a:pt x="6" y="33"/>
                    <a:pt x="8" y="32"/>
                  </a:cubicBezTo>
                  <a:cubicBezTo>
                    <a:pt x="11" y="31"/>
                    <a:pt x="15" y="31"/>
                    <a:pt x="18" y="29"/>
                  </a:cubicBezTo>
                  <a:cubicBezTo>
                    <a:pt x="20" y="28"/>
                    <a:pt x="22" y="26"/>
                    <a:pt x="24" y="25"/>
                  </a:cubicBezTo>
                  <a:cubicBezTo>
                    <a:pt x="18" y="23"/>
                    <a:pt x="17" y="19"/>
                    <a:pt x="17" y="13"/>
                  </a:cubicBezTo>
                  <a:cubicBezTo>
                    <a:pt x="18" y="9"/>
                    <a:pt x="18" y="3"/>
                    <a:pt x="20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1" name="Freeform 21">
              <a:extLst>
                <a:ext uri="{FF2B5EF4-FFF2-40B4-BE49-F238E27FC236}">
                  <a16:creationId xmlns:a16="http://schemas.microsoft.com/office/drawing/2014/main" id="{5B6CB9AA-864B-4CBE-BC24-FCECA3B3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504"/>
              <a:ext cx="38" cy="38"/>
            </a:xfrm>
            <a:custGeom>
              <a:avLst/>
              <a:gdLst>
                <a:gd name="T0" fmla="*/ 243 w 15"/>
                <a:gd name="T1" fmla="*/ 0 h 14"/>
                <a:gd name="T2" fmla="*/ 147 w 15"/>
                <a:gd name="T3" fmla="*/ 258 h 14"/>
                <a:gd name="T4" fmla="*/ 0 w 15"/>
                <a:gd name="T5" fmla="*/ 1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4" y="3"/>
                    <a:pt x="13" y="12"/>
                    <a:pt x="9" y="13"/>
                  </a:cubicBezTo>
                  <a:cubicBezTo>
                    <a:pt x="7" y="14"/>
                    <a:pt x="3" y="7"/>
                    <a:pt x="0" y="6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2" name="Freeform 22">
              <a:extLst>
                <a:ext uri="{FF2B5EF4-FFF2-40B4-BE49-F238E27FC236}">
                  <a16:creationId xmlns:a16="http://schemas.microsoft.com/office/drawing/2014/main" id="{6CE7CA54-9CF2-48BB-A55D-EB5CC35B3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491"/>
              <a:ext cx="93" cy="91"/>
            </a:xfrm>
            <a:custGeom>
              <a:avLst/>
              <a:gdLst>
                <a:gd name="T0" fmla="*/ 189 w 37"/>
                <a:gd name="T1" fmla="*/ 78 h 34"/>
                <a:gd name="T2" fmla="*/ 334 w 37"/>
                <a:gd name="T3" fmla="*/ 21 h 34"/>
                <a:gd name="T4" fmla="*/ 410 w 37"/>
                <a:gd name="T5" fmla="*/ 137 h 34"/>
                <a:gd name="T6" fmla="*/ 588 w 37"/>
                <a:gd name="T7" fmla="*/ 193 h 34"/>
                <a:gd name="T8" fmla="*/ 347 w 37"/>
                <a:gd name="T9" fmla="*/ 252 h 34"/>
                <a:gd name="T10" fmla="*/ 271 w 37"/>
                <a:gd name="T11" fmla="*/ 367 h 34"/>
                <a:gd name="T12" fmla="*/ 347 w 37"/>
                <a:gd name="T13" fmla="*/ 444 h 34"/>
                <a:gd name="T14" fmla="*/ 241 w 37"/>
                <a:gd name="T15" fmla="*/ 594 h 34"/>
                <a:gd name="T16" fmla="*/ 0 w 37"/>
                <a:gd name="T17" fmla="*/ 653 h 34"/>
                <a:gd name="T18" fmla="*/ 63 w 37"/>
                <a:gd name="T19" fmla="*/ 444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4">
                  <a:moveTo>
                    <a:pt x="12" y="4"/>
                  </a:moveTo>
                  <a:cubicBezTo>
                    <a:pt x="15" y="4"/>
                    <a:pt x="18" y="0"/>
                    <a:pt x="21" y="1"/>
                  </a:cubicBezTo>
                  <a:cubicBezTo>
                    <a:pt x="23" y="2"/>
                    <a:pt x="24" y="5"/>
                    <a:pt x="26" y="7"/>
                  </a:cubicBezTo>
                  <a:cubicBezTo>
                    <a:pt x="30" y="10"/>
                    <a:pt x="33" y="9"/>
                    <a:pt x="37" y="10"/>
                  </a:cubicBezTo>
                  <a:cubicBezTo>
                    <a:pt x="34" y="13"/>
                    <a:pt x="26" y="12"/>
                    <a:pt x="22" y="13"/>
                  </a:cubicBezTo>
                  <a:cubicBezTo>
                    <a:pt x="19" y="14"/>
                    <a:pt x="17" y="16"/>
                    <a:pt x="17" y="19"/>
                  </a:cubicBezTo>
                  <a:cubicBezTo>
                    <a:pt x="17" y="23"/>
                    <a:pt x="19" y="23"/>
                    <a:pt x="22" y="23"/>
                  </a:cubicBezTo>
                  <a:cubicBezTo>
                    <a:pt x="21" y="25"/>
                    <a:pt x="17" y="29"/>
                    <a:pt x="15" y="31"/>
                  </a:cubicBezTo>
                  <a:cubicBezTo>
                    <a:pt x="11" y="33"/>
                    <a:pt x="4" y="34"/>
                    <a:pt x="0" y="34"/>
                  </a:cubicBezTo>
                  <a:cubicBezTo>
                    <a:pt x="2" y="31"/>
                    <a:pt x="7" y="27"/>
                    <a:pt x="4" y="23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3" name="Freeform 23">
              <a:extLst>
                <a:ext uri="{FF2B5EF4-FFF2-40B4-BE49-F238E27FC236}">
                  <a16:creationId xmlns:a16="http://schemas.microsoft.com/office/drawing/2014/main" id="{E80337BC-569E-4400-BEC8-1A373CA6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518"/>
              <a:ext cx="45" cy="66"/>
            </a:xfrm>
            <a:custGeom>
              <a:avLst/>
              <a:gdLst>
                <a:gd name="T0" fmla="*/ 0 w 18"/>
                <a:gd name="T1" fmla="*/ 293 h 25"/>
                <a:gd name="T2" fmla="*/ 145 w 18"/>
                <a:gd name="T3" fmla="*/ 127 h 25"/>
                <a:gd name="T4" fmla="*/ 50 w 18"/>
                <a:gd name="T5" fmla="*/ 55 h 25"/>
                <a:gd name="T6" fmla="*/ 283 w 18"/>
                <a:gd name="T7" fmla="*/ 0 h 25"/>
                <a:gd name="T8" fmla="*/ 250 w 18"/>
                <a:gd name="T9" fmla="*/ 370 h 25"/>
                <a:gd name="T10" fmla="*/ 250 w 18"/>
                <a:gd name="T11" fmla="*/ 425 h 25"/>
                <a:gd name="T12" fmla="*/ 95 w 18"/>
                <a:gd name="T13" fmla="*/ 45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5">
                  <a:moveTo>
                    <a:pt x="0" y="16"/>
                  </a:moveTo>
                  <a:cubicBezTo>
                    <a:pt x="4" y="18"/>
                    <a:pt x="12" y="12"/>
                    <a:pt x="9" y="7"/>
                  </a:cubicBezTo>
                  <a:cubicBezTo>
                    <a:pt x="8" y="5"/>
                    <a:pt x="3" y="7"/>
                    <a:pt x="3" y="3"/>
                  </a:cubicBezTo>
                  <a:cubicBezTo>
                    <a:pt x="8" y="3"/>
                    <a:pt x="13" y="1"/>
                    <a:pt x="18" y="0"/>
                  </a:cubicBezTo>
                  <a:cubicBezTo>
                    <a:pt x="13" y="4"/>
                    <a:pt x="14" y="15"/>
                    <a:pt x="16" y="20"/>
                  </a:cubicBezTo>
                  <a:cubicBezTo>
                    <a:pt x="16" y="22"/>
                    <a:pt x="17" y="22"/>
                    <a:pt x="16" y="23"/>
                  </a:cubicBezTo>
                  <a:cubicBezTo>
                    <a:pt x="15" y="24"/>
                    <a:pt x="7" y="25"/>
                    <a:pt x="6" y="25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4" name="Freeform 24">
              <a:extLst>
                <a:ext uri="{FF2B5EF4-FFF2-40B4-BE49-F238E27FC236}">
                  <a16:creationId xmlns:a16="http://schemas.microsoft.com/office/drawing/2014/main" id="{A8C3A4C7-9A5F-4C30-94F8-70AD2631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406"/>
              <a:ext cx="72" cy="101"/>
            </a:xfrm>
            <a:custGeom>
              <a:avLst/>
              <a:gdLst>
                <a:gd name="T0" fmla="*/ 0 w 29"/>
                <a:gd name="T1" fmla="*/ 260 h 38"/>
                <a:gd name="T2" fmla="*/ 30 w 29"/>
                <a:gd name="T3" fmla="*/ 396 h 38"/>
                <a:gd name="T4" fmla="*/ 30 w 29"/>
                <a:gd name="T5" fmla="*/ 566 h 38"/>
                <a:gd name="T6" fmla="*/ 12 w 29"/>
                <a:gd name="T7" fmla="*/ 635 h 38"/>
                <a:gd name="T8" fmla="*/ 124 w 29"/>
                <a:gd name="T9" fmla="*/ 678 h 38"/>
                <a:gd name="T10" fmla="*/ 432 w 29"/>
                <a:gd name="T11" fmla="*/ 465 h 38"/>
                <a:gd name="T12" fmla="*/ 216 w 29"/>
                <a:gd name="T13" fmla="*/ 340 h 38"/>
                <a:gd name="T14" fmla="*/ 228 w 29"/>
                <a:gd name="T15" fmla="*/ 226 h 38"/>
                <a:gd name="T16" fmla="*/ 320 w 29"/>
                <a:gd name="T17" fmla="*/ 149 h 38"/>
                <a:gd name="T18" fmla="*/ 432 w 29"/>
                <a:gd name="T19" fmla="*/ 56 h 38"/>
                <a:gd name="T20" fmla="*/ 353 w 29"/>
                <a:gd name="T21" fmla="*/ 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38">
                  <a:moveTo>
                    <a:pt x="0" y="14"/>
                  </a:moveTo>
                  <a:cubicBezTo>
                    <a:pt x="0" y="16"/>
                    <a:pt x="2" y="19"/>
                    <a:pt x="2" y="21"/>
                  </a:cubicBezTo>
                  <a:cubicBezTo>
                    <a:pt x="2" y="24"/>
                    <a:pt x="2" y="27"/>
                    <a:pt x="2" y="30"/>
                  </a:cubicBezTo>
                  <a:cubicBezTo>
                    <a:pt x="2" y="31"/>
                    <a:pt x="1" y="33"/>
                    <a:pt x="1" y="34"/>
                  </a:cubicBezTo>
                  <a:cubicBezTo>
                    <a:pt x="2" y="35"/>
                    <a:pt x="7" y="36"/>
                    <a:pt x="8" y="36"/>
                  </a:cubicBezTo>
                  <a:cubicBezTo>
                    <a:pt x="16" y="38"/>
                    <a:pt x="29" y="37"/>
                    <a:pt x="28" y="25"/>
                  </a:cubicBezTo>
                  <a:cubicBezTo>
                    <a:pt x="23" y="29"/>
                    <a:pt x="13" y="24"/>
                    <a:pt x="14" y="18"/>
                  </a:cubicBezTo>
                  <a:cubicBezTo>
                    <a:pt x="14" y="17"/>
                    <a:pt x="15" y="13"/>
                    <a:pt x="15" y="12"/>
                  </a:cubicBezTo>
                  <a:cubicBezTo>
                    <a:pt x="17" y="10"/>
                    <a:pt x="19" y="9"/>
                    <a:pt x="21" y="8"/>
                  </a:cubicBezTo>
                  <a:cubicBezTo>
                    <a:pt x="24" y="7"/>
                    <a:pt x="27" y="6"/>
                    <a:pt x="28" y="3"/>
                  </a:cubicBezTo>
                  <a:cubicBezTo>
                    <a:pt x="26" y="2"/>
                    <a:pt x="24" y="1"/>
                    <a:pt x="23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5" name="Freeform 25">
              <a:extLst>
                <a:ext uri="{FF2B5EF4-FFF2-40B4-BE49-F238E27FC236}">
                  <a16:creationId xmlns:a16="http://schemas.microsoft.com/office/drawing/2014/main" id="{BD31089C-C602-4673-99C2-F16F443AA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398"/>
              <a:ext cx="80" cy="85"/>
            </a:xfrm>
            <a:custGeom>
              <a:avLst/>
              <a:gdLst>
                <a:gd name="T0" fmla="*/ 33 w 32"/>
                <a:gd name="T1" fmla="*/ 77 h 32"/>
                <a:gd name="T2" fmla="*/ 0 w 32"/>
                <a:gd name="T3" fmla="*/ 600 h 32"/>
                <a:gd name="T4" fmla="*/ 125 w 32"/>
                <a:gd name="T5" fmla="*/ 452 h 32"/>
                <a:gd name="T6" fmla="*/ 238 w 32"/>
                <a:gd name="T7" fmla="*/ 396 h 32"/>
                <a:gd name="T8" fmla="*/ 500 w 32"/>
                <a:gd name="T9" fmla="*/ 282 h 32"/>
                <a:gd name="T10" fmla="*/ 238 w 32"/>
                <a:gd name="T11" fmla="*/ 205 h 32"/>
                <a:gd name="T12" fmla="*/ 220 w 32"/>
                <a:gd name="T13" fmla="*/ 133 h 32"/>
                <a:gd name="T14" fmla="*/ 188 w 32"/>
                <a:gd name="T15" fmla="*/ 56 h 32"/>
                <a:gd name="T16" fmla="*/ 175 w 32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2">
                  <a:moveTo>
                    <a:pt x="2" y="4"/>
                  </a:moveTo>
                  <a:cubicBezTo>
                    <a:pt x="0" y="12"/>
                    <a:pt x="5" y="24"/>
                    <a:pt x="0" y="32"/>
                  </a:cubicBezTo>
                  <a:cubicBezTo>
                    <a:pt x="3" y="28"/>
                    <a:pt x="7" y="29"/>
                    <a:pt x="8" y="24"/>
                  </a:cubicBezTo>
                  <a:cubicBezTo>
                    <a:pt x="9" y="18"/>
                    <a:pt x="9" y="19"/>
                    <a:pt x="15" y="21"/>
                  </a:cubicBezTo>
                  <a:cubicBezTo>
                    <a:pt x="21" y="23"/>
                    <a:pt x="30" y="23"/>
                    <a:pt x="32" y="15"/>
                  </a:cubicBezTo>
                  <a:cubicBezTo>
                    <a:pt x="27" y="17"/>
                    <a:pt x="18" y="17"/>
                    <a:pt x="15" y="11"/>
                  </a:cubicBezTo>
                  <a:cubicBezTo>
                    <a:pt x="14" y="10"/>
                    <a:pt x="15" y="8"/>
                    <a:pt x="14" y="7"/>
                  </a:cubicBezTo>
                  <a:cubicBezTo>
                    <a:pt x="14" y="6"/>
                    <a:pt x="12" y="5"/>
                    <a:pt x="12" y="3"/>
                  </a:cubicBezTo>
                  <a:cubicBezTo>
                    <a:pt x="11" y="2"/>
                    <a:pt x="10" y="2"/>
                    <a:pt x="11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6" name="Freeform 26">
              <a:extLst>
                <a:ext uri="{FF2B5EF4-FFF2-40B4-BE49-F238E27FC236}">
                  <a16:creationId xmlns:a16="http://schemas.microsoft.com/office/drawing/2014/main" id="{6DAD64FB-ED34-42D7-90CD-AC2BE85C9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523"/>
              <a:ext cx="55" cy="109"/>
            </a:xfrm>
            <a:custGeom>
              <a:avLst/>
              <a:gdLst>
                <a:gd name="T0" fmla="*/ 0 w 22"/>
                <a:gd name="T1" fmla="*/ 205 h 41"/>
                <a:gd name="T2" fmla="*/ 63 w 22"/>
                <a:gd name="T3" fmla="*/ 508 h 41"/>
                <a:gd name="T4" fmla="*/ 63 w 22"/>
                <a:gd name="T5" fmla="*/ 734 h 41"/>
                <a:gd name="T6" fmla="*/ 238 w 22"/>
                <a:gd name="T7" fmla="*/ 694 h 41"/>
                <a:gd name="T8" fmla="*/ 345 w 22"/>
                <a:gd name="T9" fmla="*/ 580 h 41"/>
                <a:gd name="T10" fmla="*/ 220 w 22"/>
                <a:gd name="T11" fmla="*/ 465 h 41"/>
                <a:gd name="T12" fmla="*/ 158 w 22"/>
                <a:gd name="T13" fmla="*/ 261 h 41"/>
                <a:gd name="T14" fmla="*/ 220 w 22"/>
                <a:gd name="T15" fmla="*/ 77 h 41"/>
                <a:gd name="T16" fmla="*/ 158 w 22"/>
                <a:gd name="T17" fmla="*/ 35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41">
                  <a:moveTo>
                    <a:pt x="0" y="11"/>
                  </a:moveTo>
                  <a:cubicBezTo>
                    <a:pt x="3" y="15"/>
                    <a:pt x="4" y="22"/>
                    <a:pt x="4" y="27"/>
                  </a:cubicBezTo>
                  <a:cubicBezTo>
                    <a:pt x="4" y="30"/>
                    <a:pt x="2" y="36"/>
                    <a:pt x="4" y="39"/>
                  </a:cubicBezTo>
                  <a:cubicBezTo>
                    <a:pt x="7" y="41"/>
                    <a:pt x="12" y="38"/>
                    <a:pt x="15" y="37"/>
                  </a:cubicBezTo>
                  <a:cubicBezTo>
                    <a:pt x="17" y="35"/>
                    <a:pt x="21" y="33"/>
                    <a:pt x="22" y="31"/>
                  </a:cubicBezTo>
                  <a:cubicBezTo>
                    <a:pt x="20" y="28"/>
                    <a:pt x="17" y="27"/>
                    <a:pt x="14" y="25"/>
                  </a:cubicBezTo>
                  <a:cubicBezTo>
                    <a:pt x="12" y="22"/>
                    <a:pt x="10" y="17"/>
                    <a:pt x="10" y="14"/>
                  </a:cubicBezTo>
                  <a:cubicBezTo>
                    <a:pt x="10" y="10"/>
                    <a:pt x="14" y="8"/>
                    <a:pt x="14" y="4"/>
                  </a:cubicBezTo>
                  <a:cubicBezTo>
                    <a:pt x="14" y="2"/>
                    <a:pt x="12" y="0"/>
                    <a:pt x="10" y="2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7" name="Freeform 27">
              <a:extLst>
                <a:ext uri="{FF2B5EF4-FFF2-40B4-BE49-F238E27FC236}">
                  <a16:creationId xmlns:a16="http://schemas.microsoft.com/office/drawing/2014/main" id="{397D6CA2-C957-4A74-B53D-B69CACD9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430"/>
              <a:ext cx="40" cy="88"/>
            </a:xfrm>
            <a:custGeom>
              <a:avLst/>
              <a:gdLst>
                <a:gd name="T0" fmla="*/ 63 w 16"/>
                <a:gd name="T1" fmla="*/ 0 h 33"/>
                <a:gd name="T2" fmla="*/ 220 w 16"/>
                <a:gd name="T3" fmla="*/ 115 h 33"/>
                <a:gd name="T4" fmla="*/ 188 w 16"/>
                <a:gd name="T5" fmla="*/ 307 h 33"/>
                <a:gd name="T6" fmla="*/ 175 w 16"/>
                <a:gd name="T7" fmla="*/ 533 h 33"/>
                <a:gd name="T8" fmla="*/ 0 w 16"/>
                <a:gd name="T9" fmla="*/ 627 h 33"/>
                <a:gd name="T10" fmla="*/ 83 w 16"/>
                <a:gd name="T11" fmla="*/ 285 h 33"/>
                <a:gd name="T12" fmla="*/ 50 w 16"/>
                <a:gd name="T13" fmla="*/ 136 h 33"/>
                <a:gd name="T14" fmla="*/ 33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4" y="0"/>
                  </a:moveTo>
                  <a:cubicBezTo>
                    <a:pt x="8" y="2"/>
                    <a:pt x="13" y="1"/>
                    <a:pt x="14" y="6"/>
                  </a:cubicBezTo>
                  <a:cubicBezTo>
                    <a:pt x="16" y="10"/>
                    <a:pt x="13" y="12"/>
                    <a:pt x="12" y="16"/>
                  </a:cubicBezTo>
                  <a:cubicBezTo>
                    <a:pt x="10" y="20"/>
                    <a:pt x="11" y="23"/>
                    <a:pt x="11" y="28"/>
                  </a:cubicBezTo>
                  <a:cubicBezTo>
                    <a:pt x="10" y="33"/>
                    <a:pt x="5" y="33"/>
                    <a:pt x="0" y="33"/>
                  </a:cubicBezTo>
                  <a:cubicBezTo>
                    <a:pt x="5" y="29"/>
                    <a:pt x="8" y="21"/>
                    <a:pt x="5" y="15"/>
                  </a:cubicBezTo>
                  <a:cubicBezTo>
                    <a:pt x="4" y="11"/>
                    <a:pt x="2" y="11"/>
                    <a:pt x="3" y="7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8" name="Freeform 28">
              <a:extLst>
                <a:ext uri="{FF2B5EF4-FFF2-40B4-BE49-F238E27FC236}">
                  <a16:creationId xmlns:a16="http://schemas.microsoft.com/office/drawing/2014/main" id="{D7CC4B90-2608-4EA1-8108-C40B9D23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563"/>
              <a:ext cx="55" cy="93"/>
            </a:xfrm>
            <a:custGeom>
              <a:avLst/>
              <a:gdLst>
                <a:gd name="T0" fmla="*/ 270 w 22"/>
                <a:gd name="T1" fmla="*/ 0 h 35"/>
                <a:gd name="T2" fmla="*/ 270 w 22"/>
                <a:gd name="T3" fmla="*/ 452 h 35"/>
                <a:gd name="T4" fmla="*/ 0 w 22"/>
                <a:gd name="T5" fmla="*/ 601 h 35"/>
                <a:gd name="T6" fmla="*/ 175 w 22"/>
                <a:gd name="T7" fmla="*/ 465 h 35"/>
                <a:gd name="T8" fmla="*/ 238 w 22"/>
                <a:gd name="T9" fmla="*/ 226 h 35"/>
                <a:gd name="T10" fmla="*/ 250 w 22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5">
                  <a:moveTo>
                    <a:pt x="17" y="0"/>
                  </a:moveTo>
                  <a:cubicBezTo>
                    <a:pt x="21" y="7"/>
                    <a:pt x="22" y="17"/>
                    <a:pt x="17" y="24"/>
                  </a:cubicBezTo>
                  <a:cubicBezTo>
                    <a:pt x="14" y="29"/>
                    <a:pt x="6" y="35"/>
                    <a:pt x="0" y="32"/>
                  </a:cubicBezTo>
                  <a:cubicBezTo>
                    <a:pt x="3" y="31"/>
                    <a:pt x="8" y="29"/>
                    <a:pt x="11" y="25"/>
                  </a:cubicBezTo>
                  <a:cubicBezTo>
                    <a:pt x="14" y="22"/>
                    <a:pt x="14" y="16"/>
                    <a:pt x="15" y="12"/>
                  </a:cubicBezTo>
                  <a:cubicBezTo>
                    <a:pt x="15" y="9"/>
                    <a:pt x="17" y="5"/>
                    <a:pt x="16" y="2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9" name="Freeform 29">
              <a:extLst>
                <a:ext uri="{FF2B5EF4-FFF2-40B4-BE49-F238E27FC236}">
                  <a16:creationId xmlns:a16="http://schemas.microsoft.com/office/drawing/2014/main" id="{3ECC5DCC-1E67-4B4C-9B26-2EBE882C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611"/>
              <a:ext cx="138" cy="96"/>
            </a:xfrm>
            <a:custGeom>
              <a:avLst/>
              <a:gdLst>
                <a:gd name="T0" fmla="*/ 0 w 55"/>
                <a:gd name="T1" fmla="*/ 435 h 36"/>
                <a:gd name="T2" fmla="*/ 146 w 55"/>
                <a:gd name="T3" fmla="*/ 661 h 36"/>
                <a:gd name="T4" fmla="*/ 284 w 55"/>
                <a:gd name="T5" fmla="*/ 648 h 36"/>
                <a:gd name="T6" fmla="*/ 346 w 55"/>
                <a:gd name="T7" fmla="*/ 419 h 36"/>
                <a:gd name="T8" fmla="*/ 555 w 55"/>
                <a:gd name="T9" fmla="*/ 341 h 36"/>
                <a:gd name="T10" fmla="*/ 788 w 55"/>
                <a:gd name="T11" fmla="*/ 227 h 36"/>
                <a:gd name="T12" fmla="*/ 838 w 55"/>
                <a:gd name="T13" fmla="*/ 21 h 36"/>
                <a:gd name="T14" fmla="*/ 725 w 55"/>
                <a:gd name="T15" fmla="*/ 77 h 36"/>
                <a:gd name="T16" fmla="*/ 597 w 55"/>
                <a:gd name="T17" fmla="*/ 0 h 36"/>
                <a:gd name="T18" fmla="*/ 188 w 55"/>
                <a:gd name="T19" fmla="*/ 13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36">
                  <a:moveTo>
                    <a:pt x="0" y="23"/>
                  </a:moveTo>
                  <a:cubicBezTo>
                    <a:pt x="2" y="27"/>
                    <a:pt x="4" y="34"/>
                    <a:pt x="9" y="35"/>
                  </a:cubicBezTo>
                  <a:cubicBezTo>
                    <a:pt x="11" y="36"/>
                    <a:pt x="16" y="34"/>
                    <a:pt x="18" y="34"/>
                  </a:cubicBezTo>
                  <a:cubicBezTo>
                    <a:pt x="18" y="30"/>
                    <a:pt x="19" y="24"/>
                    <a:pt x="22" y="22"/>
                  </a:cubicBezTo>
                  <a:cubicBezTo>
                    <a:pt x="26" y="19"/>
                    <a:pt x="31" y="19"/>
                    <a:pt x="35" y="18"/>
                  </a:cubicBezTo>
                  <a:cubicBezTo>
                    <a:pt x="40" y="16"/>
                    <a:pt x="45" y="14"/>
                    <a:pt x="50" y="12"/>
                  </a:cubicBezTo>
                  <a:cubicBezTo>
                    <a:pt x="54" y="10"/>
                    <a:pt x="55" y="6"/>
                    <a:pt x="53" y="1"/>
                  </a:cubicBezTo>
                  <a:cubicBezTo>
                    <a:pt x="50" y="2"/>
                    <a:pt x="49" y="4"/>
                    <a:pt x="46" y="4"/>
                  </a:cubicBezTo>
                  <a:cubicBezTo>
                    <a:pt x="43" y="4"/>
                    <a:pt x="40" y="2"/>
                    <a:pt x="38" y="0"/>
                  </a:cubicBezTo>
                  <a:cubicBezTo>
                    <a:pt x="31" y="7"/>
                    <a:pt x="22" y="12"/>
                    <a:pt x="12" y="7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0" name="Freeform 30">
              <a:extLst>
                <a:ext uri="{FF2B5EF4-FFF2-40B4-BE49-F238E27FC236}">
                  <a16:creationId xmlns:a16="http://schemas.microsoft.com/office/drawing/2014/main" id="{E227D1AE-D61E-45DE-ADFE-F9F552F17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694"/>
              <a:ext cx="43" cy="61"/>
            </a:xfrm>
            <a:custGeom>
              <a:avLst/>
              <a:gdLst>
                <a:gd name="T0" fmla="*/ 243 w 17"/>
                <a:gd name="T1" fmla="*/ 0 h 23"/>
                <a:gd name="T2" fmla="*/ 225 w 17"/>
                <a:gd name="T3" fmla="*/ 294 h 23"/>
                <a:gd name="T4" fmla="*/ 0 w 17"/>
                <a:gd name="T5" fmla="*/ 316 h 23"/>
                <a:gd name="T6" fmla="*/ 192 w 17"/>
                <a:gd name="T7" fmla="*/ 7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15" y="0"/>
                  </a:moveTo>
                  <a:cubicBezTo>
                    <a:pt x="17" y="3"/>
                    <a:pt x="17" y="13"/>
                    <a:pt x="14" y="16"/>
                  </a:cubicBezTo>
                  <a:cubicBezTo>
                    <a:pt x="11" y="21"/>
                    <a:pt x="3" y="23"/>
                    <a:pt x="0" y="17"/>
                  </a:cubicBezTo>
                  <a:cubicBezTo>
                    <a:pt x="6" y="16"/>
                    <a:pt x="11" y="9"/>
                    <a:pt x="12" y="4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1" name="Freeform 31">
              <a:extLst>
                <a:ext uri="{FF2B5EF4-FFF2-40B4-BE49-F238E27FC236}">
                  <a16:creationId xmlns:a16="http://schemas.microsoft.com/office/drawing/2014/main" id="{CCBC4322-E709-424B-AAA2-E86F3FF97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808"/>
              <a:ext cx="72" cy="80"/>
            </a:xfrm>
            <a:custGeom>
              <a:avLst/>
              <a:gdLst>
                <a:gd name="T0" fmla="*/ 290 w 29"/>
                <a:gd name="T1" fmla="*/ 0 h 30"/>
                <a:gd name="T2" fmla="*/ 353 w 29"/>
                <a:gd name="T3" fmla="*/ 456 h 30"/>
                <a:gd name="T4" fmla="*/ 184 w 29"/>
                <a:gd name="T5" fmla="*/ 568 h 30"/>
                <a:gd name="T6" fmla="*/ 0 w 29"/>
                <a:gd name="T7" fmla="*/ 435 h 30"/>
                <a:gd name="T8" fmla="*/ 246 w 29"/>
                <a:gd name="T9" fmla="*/ 376 h 30"/>
                <a:gd name="T10" fmla="*/ 340 w 29"/>
                <a:gd name="T11" fmla="*/ 205 h 30"/>
                <a:gd name="T12" fmla="*/ 308 w 29"/>
                <a:gd name="T13" fmla="*/ 7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0">
                  <a:moveTo>
                    <a:pt x="19" y="0"/>
                  </a:moveTo>
                  <a:cubicBezTo>
                    <a:pt x="27" y="3"/>
                    <a:pt x="29" y="18"/>
                    <a:pt x="23" y="24"/>
                  </a:cubicBezTo>
                  <a:cubicBezTo>
                    <a:pt x="20" y="28"/>
                    <a:pt x="17" y="30"/>
                    <a:pt x="12" y="30"/>
                  </a:cubicBezTo>
                  <a:cubicBezTo>
                    <a:pt x="7" y="29"/>
                    <a:pt x="2" y="29"/>
                    <a:pt x="0" y="23"/>
                  </a:cubicBezTo>
                  <a:cubicBezTo>
                    <a:pt x="5" y="25"/>
                    <a:pt x="12" y="24"/>
                    <a:pt x="16" y="20"/>
                  </a:cubicBezTo>
                  <a:cubicBezTo>
                    <a:pt x="19" y="18"/>
                    <a:pt x="22" y="15"/>
                    <a:pt x="22" y="11"/>
                  </a:cubicBezTo>
                  <a:cubicBezTo>
                    <a:pt x="22" y="9"/>
                    <a:pt x="19" y="6"/>
                    <a:pt x="20" y="4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2" name="Freeform 32">
              <a:extLst>
                <a:ext uri="{FF2B5EF4-FFF2-40B4-BE49-F238E27FC236}">
                  <a16:creationId xmlns:a16="http://schemas.microsoft.com/office/drawing/2014/main" id="{9B53E572-ACEF-4FCF-97ED-8BD76E81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03"/>
              <a:ext cx="52" cy="32"/>
            </a:xfrm>
            <a:custGeom>
              <a:avLst/>
              <a:gdLst>
                <a:gd name="T0" fmla="*/ 0 w 21"/>
                <a:gd name="T1" fmla="*/ 115 h 12"/>
                <a:gd name="T2" fmla="*/ 42 w 21"/>
                <a:gd name="T3" fmla="*/ 227 h 12"/>
                <a:gd name="T4" fmla="*/ 319 w 21"/>
                <a:gd name="T5" fmla="*/ 136 h 12"/>
                <a:gd name="T6" fmla="*/ 307 w 2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6"/>
                  </a:moveTo>
                  <a:cubicBezTo>
                    <a:pt x="1" y="8"/>
                    <a:pt x="1" y="10"/>
                    <a:pt x="3" y="12"/>
                  </a:cubicBezTo>
                  <a:cubicBezTo>
                    <a:pt x="7" y="7"/>
                    <a:pt x="15" y="7"/>
                    <a:pt x="21" y="7"/>
                  </a:cubicBezTo>
                  <a:cubicBezTo>
                    <a:pt x="21" y="4"/>
                    <a:pt x="19" y="2"/>
                    <a:pt x="20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3" name="Freeform 33">
              <a:extLst>
                <a:ext uri="{FF2B5EF4-FFF2-40B4-BE49-F238E27FC236}">
                  <a16:creationId xmlns:a16="http://schemas.microsoft.com/office/drawing/2014/main" id="{78EA4C01-404F-4351-B559-45A33AC1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718"/>
              <a:ext cx="70" cy="72"/>
            </a:xfrm>
            <a:custGeom>
              <a:avLst/>
              <a:gdLst>
                <a:gd name="T0" fmla="*/ 0 w 28"/>
                <a:gd name="T1" fmla="*/ 264 h 27"/>
                <a:gd name="T2" fmla="*/ 83 w 28"/>
                <a:gd name="T3" fmla="*/ 512 h 27"/>
                <a:gd name="T4" fmla="*/ 238 w 28"/>
                <a:gd name="T5" fmla="*/ 285 h 27"/>
                <a:gd name="T6" fmla="*/ 375 w 28"/>
                <a:gd name="T7" fmla="*/ 477 h 27"/>
                <a:gd name="T8" fmla="*/ 438 w 28"/>
                <a:gd name="T9" fmla="*/ 192 h 27"/>
                <a:gd name="T10" fmla="*/ 395 w 28"/>
                <a:gd name="T11" fmla="*/ 0 h 27"/>
                <a:gd name="T12" fmla="*/ 238 w 28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7">
                  <a:moveTo>
                    <a:pt x="0" y="14"/>
                  </a:moveTo>
                  <a:cubicBezTo>
                    <a:pt x="5" y="17"/>
                    <a:pt x="4" y="22"/>
                    <a:pt x="5" y="27"/>
                  </a:cubicBezTo>
                  <a:cubicBezTo>
                    <a:pt x="7" y="21"/>
                    <a:pt x="7" y="16"/>
                    <a:pt x="15" y="15"/>
                  </a:cubicBezTo>
                  <a:cubicBezTo>
                    <a:pt x="21" y="14"/>
                    <a:pt x="24" y="20"/>
                    <a:pt x="24" y="25"/>
                  </a:cubicBezTo>
                  <a:cubicBezTo>
                    <a:pt x="28" y="24"/>
                    <a:pt x="28" y="13"/>
                    <a:pt x="28" y="10"/>
                  </a:cubicBezTo>
                  <a:cubicBezTo>
                    <a:pt x="27" y="7"/>
                    <a:pt x="27" y="2"/>
                    <a:pt x="25" y="0"/>
                  </a:cubicBezTo>
                  <a:cubicBezTo>
                    <a:pt x="23" y="4"/>
                    <a:pt x="19" y="6"/>
                    <a:pt x="15" y="8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4" name="Freeform 34">
              <a:extLst>
                <a:ext uri="{FF2B5EF4-FFF2-40B4-BE49-F238E27FC236}">
                  <a16:creationId xmlns:a16="http://schemas.microsoft.com/office/drawing/2014/main" id="{330F8D3D-B178-4285-96E9-A07080DB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760"/>
              <a:ext cx="65" cy="35"/>
            </a:xfrm>
            <a:custGeom>
              <a:avLst/>
              <a:gdLst>
                <a:gd name="T0" fmla="*/ 63 w 26"/>
                <a:gd name="T1" fmla="*/ 22 h 13"/>
                <a:gd name="T2" fmla="*/ 50 w 26"/>
                <a:gd name="T3" fmla="*/ 218 h 13"/>
                <a:gd name="T4" fmla="*/ 145 w 26"/>
                <a:gd name="T5" fmla="*/ 253 h 13"/>
                <a:gd name="T6" fmla="*/ 270 w 26"/>
                <a:gd name="T7" fmla="*/ 232 h 13"/>
                <a:gd name="T8" fmla="*/ 313 w 26"/>
                <a:gd name="T9" fmla="*/ 218 h 13"/>
                <a:gd name="T10" fmla="*/ 363 w 26"/>
                <a:gd name="T11" fmla="*/ 253 h 13"/>
                <a:gd name="T12" fmla="*/ 395 w 26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3">
                  <a:moveTo>
                    <a:pt x="4" y="1"/>
                  </a:moveTo>
                  <a:cubicBezTo>
                    <a:pt x="3" y="3"/>
                    <a:pt x="0" y="9"/>
                    <a:pt x="3" y="11"/>
                  </a:cubicBezTo>
                  <a:cubicBezTo>
                    <a:pt x="4" y="12"/>
                    <a:pt x="8" y="12"/>
                    <a:pt x="9" y="13"/>
                  </a:cubicBezTo>
                  <a:cubicBezTo>
                    <a:pt x="12" y="13"/>
                    <a:pt x="14" y="13"/>
                    <a:pt x="17" y="12"/>
                  </a:cubicBezTo>
                  <a:cubicBezTo>
                    <a:pt x="18" y="12"/>
                    <a:pt x="19" y="11"/>
                    <a:pt x="20" y="11"/>
                  </a:cubicBezTo>
                  <a:cubicBezTo>
                    <a:pt x="21" y="11"/>
                    <a:pt x="22" y="13"/>
                    <a:pt x="23" y="13"/>
                  </a:cubicBezTo>
                  <a:cubicBezTo>
                    <a:pt x="26" y="11"/>
                    <a:pt x="23" y="2"/>
                    <a:pt x="25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5" name="Freeform 35">
              <a:extLst>
                <a:ext uri="{FF2B5EF4-FFF2-40B4-BE49-F238E27FC236}">
                  <a16:creationId xmlns:a16="http://schemas.microsoft.com/office/drawing/2014/main" id="{17CC2D30-AA4E-46BB-8760-7FF476377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787"/>
              <a:ext cx="217" cy="147"/>
            </a:xfrm>
            <a:custGeom>
              <a:avLst/>
              <a:gdLst>
                <a:gd name="T0" fmla="*/ 1225 w 87"/>
                <a:gd name="T1" fmla="*/ 21 h 55"/>
                <a:gd name="T2" fmla="*/ 1212 w 87"/>
                <a:gd name="T3" fmla="*/ 0 h 55"/>
                <a:gd name="T4" fmla="*/ 1287 w 87"/>
                <a:gd name="T5" fmla="*/ 192 h 55"/>
                <a:gd name="T6" fmla="*/ 1349 w 87"/>
                <a:gd name="T7" fmla="*/ 286 h 55"/>
                <a:gd name="T8" fmla="*/ 1182 w 87"/>
                <a:gd name="T9" fmla="*/ 858 h 55"/>
                <a:gd name="T10" fmla="*/ 995 w 87"/>
                <a:gd name="T11" fmla="*/ 821 h 55"/>
                <a:gd name="T12" fmla="*/ 758 w 87"/>
                <a:gd name="T13" fmla="*/ 799 h 55"/>
                <a:gd name="T14" fmla="*/ 529 w 87"/>
                <a:gd name="T15" fmla="*/ 901 h 55"/>
                <a:gd name="T16" fmla="*/ 479 w 87"/>
                <a:gd name="T17" fmla="*/ 1029 h 55"/>
                <a:gd name="T18" fmla="*/ 0 w 87"/>
                <a:gd name="T19" fmla="*/ 970 h 55"/>
                <a:gd name="T20" fmla="*/ 187 w 87"/>
                <a:gd name="T21" fmla="*/ 858 h 55"/>
                <a:gd name="T22" fmla="*/ 249 w 87"/>
                <a:gd name="T23" fmla="*/ 786 h 55"/>
                <a:gd name="T24" fmla="*/ 342 w 87"/>
                <a:gd name="T25" fmla="*/ 730 h 55"/>
                <a:gd name="T26" fmla="*/ 387 w 87"/>
                <a:gd name="T27" fmla="*/ 572 h 55"/>
                <a:gd name="T28" fmla="*/ 591 w 87"/>
                <a:gd name="T29" fmla="*/ 457 h 55"/>
                <a:gd name="T30" fmla="*/ 758 w 87"/>
                <a:gd name="T31" fmla="*/ 286 h 55"/>
                <a:gd name="T32" fmla="*/ 978 w 87"/>
                <a:gd name="T33" fmla="*/ 422 h 55"/>
                <a:gd name="T34" fmla="*/ 1162 w 87"/>
                <a:gd name="T35" fmla="*/ 251 h 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7" h="55">
                  <a:moveTo>
                    <a:pt x="79" y="1"/>
                  </a:moveTo>
                  <a:cubicBezTo>
                    <a:pt x="78" y="1"/>
                    <a:pt x="78" y="0"/>
                    <a:pt x="78" y="0"/>
                  </a:cubicBezTo>
                  <a:cubicBezTo>
                    <a:pt x="80" y="4"/>
                    <a:pt x="81" y="6"/>
                    <a:pt x="83" y="10"/>
                  </a:cubicBezTo>
                  <a:cubicBezTo>
                    <a:pt x="85" y="11"/>
                    <a:pt x="86" y="13"/>
                    <a:pt x="87" y="15"/>
                  </a:cubicBezTo>
                  <a:cubicBezTo>
                    <a:pt x="77" y="19"/>
                    <a:pt x="71" y="35"/>
                    <a:pt x="76" y="45"/>
                  </a:cubicBezTo>
                  <a:cubicBezTo>
                    <a:pt x="72" y="45"/>
                    <a:pt x="68" y="44"/>
                    <a:pt x="64" y="43"/>
                  </a:cubicBezTo>
                  <a:cubicBezTo>
                    <a:pt x="59" y="41"/>
                    <a:pt x="54" y="42"/>
                    <a:pt x="49" y="42"/>
                  </a:cubicBezTo>
                  <a:cubicBezTo>
                    <a:pt x="45" y="43"/>
                    <a:pt x="37" y="44"/>
                    <a:pt x="34" y="47"/>
                  </a:cubicBezTo>
                  <a:cubicBezTo>
                    <a:pt x="32" y="49"/>
                    <a:pt x="32" y="52"/>
                    <a:pt x="31" y="54"/>
                  </a:cubicBezTo>
                  <a:cubicBezTo>
                    <a:pt x="21" y="55"/>
                    <a:pt x="10" y="55"/>
                    <a:pt x="0" y="51"/>
                  </a:cubicBezTo>
                  <a:cubicBezTo>
                    <a:pt x="4" y="48"/>
                    <a:pt x="8" y="47"/>
                    <a:pt x="12" y="45"/>
                  </a:cubicBezTo>
                  <a:cubicBezTo>
                    <a:pt x="13" y="44"/>
                    <a:pt x="14" y="42"/>
                    <a:pt x="16" y="41"/>
                  </a:cubicBezTo>
                  <a:cubicBezTo>
                    <a:pt x="18" y="40"/>
                    <a:pt x="20" y="39"/>
                    <a:pt x="22" y="38"/>
                  </a:cubicBezTo>
                  <a:cubicBezTo>
                    <a:pt x="25" y="36"/>
                    <a:pt x="26" y="33"/>
                    <a:pt x="25" y="30"/>
                  </a:cubicBezTo>
                  <a:cubicBezTo>
                    <a:pt x="28" y="29"/>
                    <a:pt x="32" y="26"/>
                    <a:pt x="38" y="24"/>
                  </a:cubicBezTo>
                  <a:cubicBezTo>
                    <a:pt x="45" y="22"/>
                    <a:pt x="48" y="20"/>
                    <a:pt x="49" y="15"/>
                  </a:cubicBezTo>
                  <a:cubicBezTo>
                    <a:pt x="50" y="10"/>
                    <a:pt x="54" y="24"/>
                    <a:pt x="63" y="22"/>
                  </a:cubicBezTo>
                  <a:cubicBezTo>
                    <a:pt x="73" y="20"/>
                    <a:pt x="74" y="21"/>
                    <a:pt x="75" y="13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6" name="Freeform 36">
              <a:extLst>
                <a:ext uri="{FF2B5EF4-FFF2-40B4-BE49-F238E27FC236}">
                  <a16:creationId xmlns:a16="http://schemas.microsoft.com/office/drawing/2014/main" id="{53107976-3DFF-4C92-A268-5B1B852E8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824"/>
              <a:ext cx="85" cy="59"/>
            </a:xfrm>
            <a:custGeom>
              <a:avLst/>
              <a:gdLst>
                <a:gd name="T0" fmla="*/ 283 w 34"/>
                <a:gd name="T1" fmla="*/ 0 h 22"/>
                <a:gd name="T2" fmla="*/ 0 w 34"/>
                <a:gd name="T3" fmla="*/ 94 h 22"/>
                <a:gd name="T4" fmla="*/ 313 w 34"/>
                <a:gd name="T5" fmla="*/ 424 h 22"/>
                <a:gd name="T6" fmla="*/ 408 w 34"/>
                <a:gd name="T7" fmla="*/ 252 h 22"/>
                <a:gd name="T8" fmla="*/ 488 w 34"/>
                <a:gd name="T9" fmla="*/ 389 h 22"/>
                <a:gd name="T10" fmla="*/ 533 w 34"/>
                <a:gd name="T11" fmla="*/ 1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2">
                  <a:moveTo>
                    <a:pt x="18" y="0"/>
                  </a:moveTo>
                  <a:cubicBezTo>
                    <a:pt x="16" y="4"/>
                    <a:pt x="4" y="4"/>
                    <a:pt x="0" y="5"/>
                  </a:cubicBezTo>
                  <a:cubicBezTo>
                    <a:pt x="7" y="7"/>
                    <a:pt x="23" y="12"/>
                    <a:pt x="20" y="22"/>
                  </a:cubicBezTo>
                  <a:cubicBezTo>
                    <a:pt x="21" y="19"/>
                    <a:pt x="22" y="13"/>
                    <a:pt x="26" y="13"/>
                  </a:cubicBezTo>
                  <a:cubicBezTo>
                    <a:pt x="28" y="13"/>
                    <a:pt x="31" y="18"/>
                    <a:pt x="31" y="20"/>
                  </a:cubicBezTo>
                  <a:cubicBezTo>
                    <a:pt x="31" y="15"/>
                    <a:pt x="32" y="10"/>
                    <a:pt x="34" y="6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7" name="Freeform 37">
              <a:extLst>
                <a:ext uri="{FF2B5EF4-FFF2-40B4-BE49-F238E27FC236}">
                  <a16:creationId xmlns:a16="http://schemas.microsoft.com/office/drawing/2014/main" id="{DEBE7B20-785E-4CCA-9E70-95D6B709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723"/>
              <a:ext cx="113" cy="115"/>
            </a:xfrm>
            <a:custGeom>
              <a:avLst/>
              <a:gdLst>
                <a:gd name="T0" fmla="*/ 0 w 45"/>
                <a:gd name="T1" fmla="*/ 786 h 43"/>
                <a:gd name="T2" fmla="*/ 146 w 45"/>
                <a:gd name="T3" fmla="*/ 538 h 43"/>
                <a:gd name="T4" fmla="*/ 146 w 45"/>
                <a:gd name="T5" fmla="*/ 380 h 43"/>
                <a:gd name="T6" fmla="*/ 316 w 45"/>
                <a:gd name="T7" fmla="*/ 321 h 43"/>
                <a:gd name="T8" fmla="*/ 367 w 45"/>
                <a:gd name="T9" fmla="*/ 209 h 43"/>
                <a:gd name="T10" fmla="*/ 568 w 45"/>
                <a:gd name="T11" fmla="*/ 35 h 43"/>
                <a:gd name="T12" fmla="*/ 618 w 45"/>
                <a:gd name="T13" fmla="*/ 94 h 43"/>
                <a:gd name="T14" fmla="*/ 713 w 45"/>
                <a:gd name="T15" fmla="*/ 230 h 43"/>
                <a:gd name="T16" fmla="*/ 409 w 45"/>
                <a:gd name="T17" fmla="*/ 423 h 43"/>
                <a:gd name="T18" fmla="*/ 304 w 45"/>
                <a:gd name="T19" fmla="*/ 824 h 43"/>
                <a:gd name="T20" fmla="*/ 304 w 45"/>
                <a:gd name="T21" fmla="*/ 802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43">
                  <a:moveTo>
                    <a:pt x="0" y="41"/>
                  </a:moveTo>
                  <a:cubicBezTo>
                    <a:pt x="5" y="40"/>
                    <a:pt x="8" y="32"/>
                    <a:pt x="9" y="28"/>
                  </a:cubicBezTo>
                  <a:cubicBezTo>
                    <a:pt x="9" y="26"/>
                    <a:pt x="8" y="21"/>
                    <a:pt x="9" y="20"/>
                  </a:cubicBezTo>
                  <a:cubicBezTo>
                    <a:pt x="11" y="18"/>
                    <a:pt x="17" y="19"/>
                    <a:pt x="20" y="17"/>
                  </a:cubicBezTo>
                  <a:cubicBezTo>
                    <a:pt x="21" y="15"/>
                    <a:pt x="22" y="13"/>
                    <a:pt x="23" y="11"/>
                  </a:cubicBezTo>
                  <a:cubicBezTo>
                    <a:pt x="26" y="7"/>
                    <a:pt x="30" y="0"/>
                    <a:pt x="36" y="2"/>
                  </a:cubicBezTo>
                  <a:cubicBezTo>
                    <a:pt x="39" y="2"/>
                    <a:pt x="38" y="3"/>
                    <a:pt x="39" y="5"/>
                  </a:cubicBezTo>
                  <a:cubicBezTo>
                    <a:pt x="41" y="8"/>
                    <a:pt x="44" y="9"/>
                    <a:pt x="45" y="12"/>
                  </a:cubicBezTo>
                  <a:cubicBezTo>
                    <a:pt x="38" y="10"/>
                    <a:pt x="30" y="16"/>
                    <a:pt x="26" y="22"/>
                  </a:cubicBezTo>
                  <a:cubicBezTo>
                    <a:pt x="23" y="28"/>
                    <a:pt x="18" y="36"/>
                    <a:pt x="19" y="43"/>
                  </a:cubicBezTo>
                  <a:cubicBezTo>
                    <a:pt x="19" y="43"/>
                    <a:pt x="19" y="42"/>
                    <a:pt x="19" y="42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8" name="Freeform 38">
              <a:extLst>
                <a:ext uri="{FF2B5EF4-FFF2-40B4-BE49-F238E27FC236}">
                  <a16:creationId xmlns:a16="http://schemas.microsoft.com/office/drawing/2014/main" id="{4D98E554-C1BF-48D9-BEFF-B8EE6F4C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619"/>
              <a:ext cx="125" cy="85"/>
            </a:xfrm>
            <a:custGeom>
              <a:avLst/>
              <a:gdLst>
                <a:gd name="T0" fmla="*/ 0 w 50"/>
                <a:gd name="T1" fmla="*/ 409 h 32"/>
                <a:gd name="T2" fmla="*/ 33 w 50"/>
                <a:gd name="T3" fmla="*/ 507 h 32"/>
                <a:gd name="T4" fmla="*/ 158 w 50"/>
                <a:gd name="T5" fmla="*/ 600 h 32"/>
                <a:gd name="T6" fmla="*/ 345 w 50"/>
                <a:gd name="T7" fmla="*/ 452 h 32"/>
                <a:gd name="T8" fmla="*/ 520 w 50"/>
                <a:gd name="T9" fmla="*/ 409 h 32"/>
                <a:gd name="T10" fmla="*/ 675 w 50"/>
                <a:gd name="T11" fmla="*/ 465 h 32"/>
                <a:gd name="T12" fmla="*/ 770 w 50"/>
                <a:gd name="T13" fmla="*/ 282 h 32"/>
                <a:gd name="T14" fmla="*/ 770 w 50"/>
                <a:gd name="T15" fmla="*/ 226 h 32"/>
                <a:gd name="T16" fmla="*/ 708 w 50"/>
                <a:gd name="T17" fmla="*/ 149 h 32"/>
                <a:gd name="T18" fmla="*/ 625 w 50"/>
                <a:gd name="T19" fmla="*/ 0 h 32"/>
                <a:gd name="T20" fmla="*/ 595 w 50"/>
                <a:gd name="T21" fmla="*/ 35 h 32"/>
                <a:gd name="T22" fmla="*/ 500 w 50"/>
                <a:gd name="T23" fmla="*/ 77 h 32"/>
                <a:gd name="T24" fmla="*/ 333 w 50"/>
                <a:gd name="T25" fmla="*/ 93 h 32"/>
                <a:gd name="T26" fmla="*/ 158 w 50"/>
                <a:gd name="T27" fmla="*/ 303 h 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32">
                  <a:moveTo>
                    <a:pt x="0" y="22"/>
                  </a:moveTo>
                  <a:cubicBezTo>
                    <a:pt x="1" y="23"/>
                    <a:pt x="2" y="25"/>
                    <a:pt x="2" y="27"/>
                  </a:cubicBezTo>
                  <a:cubicBezTo>
                    <a:pt x="5" y="26"/>
                    <a:pt x="9" y="29"/>
                    <a:pt x="10" y="32"/>
                  </a:cubicBezTo>
                  <a:cubicBezTo>
                    <a:pt x="14" y="29"/>
                    <a:pt x="17" y="27"/>
                    <a:pt x="22" y="24"/>
                  </a:cubicBezTo>
                  <a:cubicBezTo>
                    <a:pt x="26" y="21"/>
                    <a:pt x="27" y="21"/>
                    <a:pt x="33" y="22"/>
                  </a:cubicBezTo>
                  <a:cubicBezTo>
                    <a:pt x="35" y="23"/>
                    <a:pt x="40" y="26"/>
                    <a:pt x="43" y="25"/>
                  </a:cubicBezTo>
                  <a:cubicBezTo>
                    <a:pt x="45" y="25"/>
                    <a:pt x="49" y="18"/>
                    <a:pt x="49" y="15"/>
                  </a:cubicBezTo>
                  <a:cubicBezTo>
                    <a:pt x="50" y="12"/>
                    <a:pt x="50" y="15"/>
                    <a:pt x="49" y="12"/>
                  </a:cubicBezTo>
                  <a:cubicBezTo>
                    <a:pt x="47" y="11"/>
                    <a:pt x="46" y="10"/>
                    <a:pt x="45" y="8"/>
                  </a:cubicBezTo>
                  <a:cubicBezTo>
                    <a:pt x="43" y="6"/>
                    <a:pt x="42" y="0"/>
                    <a:pt x="40" y="0"/>
                  </a:cubicBezTo>
                  <a:cubicBezTo>
                    <a:pt x="38" y="1"/>
                    <a:pt x="39" y="2"/>
                    <a:pt x="38" y="2"/>
                  </a:cubicBezTo>
                  <a:cubicBezTo>
                    <a:pt x="36" y="4"/>
                    <a:pt x="35" y="4"/>
                    <a:pt x="32" y="4"/>
                  </a:cubicBezTo>
                  <a:cubicBezTo>
                    <a:pt x="28" y="5"/>
                    <a:pt x="24" y="5"/>
                    <a:pt x="21" y="5"/>
                  </a:cubicBezTo>
                  <a:cubicBezTo>
                    <a:pt x="21" y="11"/>
                    <a:pt x="14" y="15"/>
                    <a:pt x="10" y="16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9" name="Freeform 39">
              <a:extLst>
                <a:ext uri="{FF2B5EF4-FFF2-40B4-BE49-F238E27FC236}">
                  <a16:creationId xmlns:a16="http://schemas.microsoft.com/office/drawing/2014/main" id="{C48F3D7E-A4E9-4F05-80AB-20539773E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478"/>
              <a:ext cx="73" cy="50"/>
            </a:xfrm>
            <a:custGeom>
              <a:avLst/>
              <a:gdLst>
                <a:gd name="T0" fmla="*/ 96 w 29"/>
                <a:gd name="T1" fmla="*/ 0 h 19"/>
                <a:gd name="T2" fmla="*/ 0 w 29"/>
                <a:gd name="T3" fmla="*/ 179 h 19"/>
                <a:gd name="T4" fmla="*/ 83 w 29"/>
                <a:gd name="T5" fmla="*/ 347 h 19"/>
                <a:gd name="T6" fmla="*/ 430 w 29"/>
                <a:gd name="T7" fmla="*/ 271 h 19"/>
                <a:gd name="T8" fmla="*/ 463 w 29"/>
                <a:gd name="T9" fmla="*/ 124 h 19"/>
                <a:gd name="T10" fmla="*/ 254 w 29"/>
                <a:gd name="T11" fmla="*/ 12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6" y="0"/>
                  </a:moveTo>
                  <a:cubicBezTo>
                    <a:pt x="6" y="4"/>
                    <a:pt x="1" y="6"/>
                    <a:pt x="0" y="10"/>
                  </a:cubicBezTo>
                  <a:cubicBezTo>
                    <a:pt x="4" y="12"/>
                    <a:pt x="2" y="16"/>
                    <a:pt x="5" y="19"/>
                  </a:cubicBezTo>
                  <a:cubicBezTo>
                    <a:pt x="8" y="13"/>
                    <a:pt x="21" y="12"/>
                    <a:pt x="27" y="15"/>
                  </a:cubicBezTo>
                  <a:cubicBezTo>
                    <a:pt x="28" y="12"/>
                    <a:pt x="29" y="9"/>
                    <a:pt x="29" y="7"/>
                  </a:cubicBezTo>
                  <a:cubicBezTo>
                    <a:pt x="25" y="9"/>
                    <a:pt x="21" y="11"/>
                    <a:pt x="16" y="7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0" name="Freeform 40">
              <a:extLst>
                <a:ext uri="{FF2B5EF4-FFF2-40B4-BE49-F238E27FC236}">
                  <a16:creationId xmlns:a16="http://schemas.microsoft.com/office/drawing/2014/main" id="{FF9E71AF-2F4E-4951-8132-554BC934C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568"/>
              <a:ext cx="95" cy="78"/>
            </a:xfrm>
            <a:custGeom>
              <a:avLst/>
              <a:gdLst>
                <a:gd name="T0" fmla="*/ 95 w 38"/>
                <a:gd name="T1" fmla="*/ 35 h 29"/>
                <a:gd name="T2" fmla="*/ 0 w 38"/>
                <a:gd name="T3" fmla="*/ 137 h 29"/>
                <a:gd name="T4" fmla="*/ 33 w 38"/>
                <a:gd name="T5" fmla="*/ 484 h 29"/>
                <a:gd name="T6" fmla="*/ 313 w 38"/>
                <a:gd name="T7" fmla="*/ 428 h 29"/>
                <a:gd name="T8" fmla="*/ 500 w 38"/>
                <a:gd name="T9" fmla="*/ 471 h 29"/>
                <a:gd name="T10" fmla="*/ 550 w 38"/>
                <a:gd name="T11" fmla="*/ 565 h 29"/>
                <a:gd name="T12" fmla="*/ 458 w 38"/>
                <a:gd name="T13" fmla="*/ 334 h 29"/>
                <a:gd name="T14" fmla="*/ 220 w 38"/>
                <a:gd name="T15" fmla="*/ 290 h 29"/>
                <a:gd name="T16" fmla="*/ 113 w 38"/>
                <a:gd name="T17" fmla="*/ 175 h 29"/>
                <a:gd name="T18" fmla="*/ 113 w 38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29">
                  <a:moveTo>
                    <a:pt x="6" y="2"/>
                  </a:moveTo>
                  <a:cubicBezTo>
                    <a:pt x="4" y="4"/>
                    <a:pt x="2" y="6"/>
                    <a:pt x="0" y="7"/>
                  </a:cubicBezTo>
                  <a:cubicBezTo>
                    <a:pt x="3" y="12"/>
                    <a:pt x="1" y="19"/>
                    <a:pt x="2" y="25"/>
                  </a:cubicBezTo>
                  <a:cubicBezTo>
                    <a:pt x="4" y="17"/>
                    <a:pt x="14" y="20"/>
                    <a:pt x="20" y="22"/>
                  </a:cubicBezTo>
                  <a:cubicBezTo>
                    <a:pt x="24" y="24"/>
                    <a:pt x="29" y="23"/>
                    <a:pt x="32" y="24"/>
                  </a:cubicBezTo>
                  <a:cubicBezTo>
                    <a:pt x="35" y="26"/>
                    <a:pt x="33" y="27"/>
                    <a:pt x="35" y="29"/>
                  </a:cubicBezTo>
                  <a:cubicBezTo>
                    <a:pt x="38" y="23"/>
                    <a:pt x="31" y="21"/>
                    <a:pt x="29" y="17"/>
                  </a:cubicBezTo>
                  <a:cubicBezTo>
                    <a:pt x="24" y="17"/>
                    <a:pt x="19" y="17"/>
                    <a:pt x="14" y="15"/>
                  </a:cubicBezTo>
                  <a:cubicBezTo>
                    <a:pt x="12" y="14"/>
                    <a:pt x="9" y="12"/>
                    <a:pt x="7" y="9"/>
                  </a:cubicBezTo>
                  <a:cubicBezTo>
                    <a:pt x="5" y="6"/>
                    <a:pt x="8" y="3"/>
                    <a:pt x="7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1" name="Freeform 41">
              <a:extLst>
                <a:ext uri="{FF2B5EF4-FFF2-40B4-BE49-F238E27FC236}">
                  <a16:creationId xmlns:a16="http://schemas.microsoft.com/office/drawing/2014/main" id="{C04A0F53-25E4-4A8F-A1C6-7B193E9B7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635"/>
              <a:ext cx="93" cy="80"/>
            </a:xfrm>
            <a:custGeom>
              <a:avLst/>
              <a:gdLst>
                <a:gd name="T0" fmla="*/ 0 w 37"/>
                <a:gd name="T1" fmla="*/ 397 h 30"/>
                <a:gd name="T2" fmla="*/ 20 w 37"/>
                <a:gd name="T3" fmla="*/ 568 h 30"/>
                <a:gd name="T4" fmla="*/ 83 w 37"/>
                <a:gd name="T5" fmla="*/ 512 h 30"/>
                <a:gd name="T6" fmla="*/ 176 w 37"/>
                <a:gd name="T7" fmla="*/ 512 h 30"/>
                <a:gd name="T8" fmla="*/ 304 w 37"/>
                <a:gd name="T9" fmla="*/ 456 h 30"/>
                <a:gd name="T10" fmla="*/ 367 w 37"/>
                <a:gd name="T11" fmla="*/ 307 h 30"/>
                <a:gd name="T12" fmla="*/ 538 w 37"/>
                <a:gd name="T13" fmla="*/ 533 h 30"/>
                <a:gd name="T14" fmla="*/ 410 w 37"/>
                <a:gd name="T15" fmla="*/ 21 h 30"/>
                <a:gd name="T16" fmla="*/ 347 w 37"/>
                <a:gd name="T17" fmla="*/ 0 h 30"/>
                <a:gd name="T18" fmla="*/ 317 w 37"/>
                <a:gd name="T19" fmla="*/ 77 h 30"/>
                <a:gd name="T20" fmla="*/ 189 w 37"/>
                <a:gd name="T21" fmla="*/ 341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30">
                  <a:moveTo>
                    <a:pt x="0" y="21"/>
                  </a:moveTo>
                  <a:cubicBezTo>
                    <a:pt x="0" y="24"/>
                    <a:pt x="0" y="27"/>
                    <a:pt x="1" y="30"/>
                  </a:cubicBezTo>
                  <a:cubicBezTo>
                    <a:pt x="2" y="29"/>
                    <a:pt x="3" y="27"/>
                    <a:pt x="5" y="27"/>
                  </a:cubicBezTo>
                  <a:cubicBezTo>
                    <a:pt x="8" y="26"/>
                    <a:pt x="9" y="27"/>
                    <a:pt x="11" y="27"/>
                  </a:cubicBezTo>
                  <a:cubicBezTo>
                    <a:pt x="14" y="27"/>
                    <a:pt x="17" y="26"/>
                    <a:pt x="19" y="24"/>
                  </a:cubicBezTo>
                  <a:cubicBezTo>
                    <a:pt x="20" y="22"/>
                    <a:pt x="21" y="17"/>
                    <a:pt x="23" y="16"/>
                  </a:cubicBezTo>
                  <a:cubicBezTo>
                    <a:pt x="28" y="12"/>
                    <a:pt x="34" y="24"/>
                    <a:pt x="34" y="28"/>
                  </a:cubicBezTo>
                  <a:cubicBezTo>
                    <a:pt x="37" y="19"/>
                    <a:pt x="34" y="6"/>
                    <a:pt x="26" y="1"/>
                  </a:cubicBezTo>
                  <a:cubicBezTo>
                    <a:pt x="25" y="1"/>
                    <a:pt x="23" y="0"/>
                    <a:pt x="22" y="0"/>
                  </a:cubicBezTo>
                  <a:cubicBezTo>
                    <a:pt x="20" y="0"/>
                    <a:pt x="20" y="2"/>
                    <a:pt x="20" y="4"/>
                  </a:cubicBezTo>
                  <a:cubicBezTo>
                    <a:pt x="18" y="8"/>
                    <a:pt x="16" y="15"/>
                    <a:pt x="12" y="18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2" name="Freeform 42">
              <a:extLst>
                <a:ext uri="{FF2B5EF4-FFF2-40B4-BE49-F238E27FC236}">
                  <a16:creationId xmlns:a16="http://schemas.microsoft.com/office/drawing/2014/main" id="{9DAA2905-1C78-476A-A135-AE1DD871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683"/>
              <a:ext cx="82" cy="83"/>
            </a:xfrm>
            <a:custGeom>
              <a:avLst/>
              <a:gdLst>
                <a:gd name="T0" fmla="*/ 154 w 33"/>
                <a:gd name="T1" fmla="*/ 0 h 31"/>
                <a:gd name="T2" fmla="*/ 0 w 33"/>
                <a:gd name="T3" fmla="*/ 171 h 31"/>
                <a:gd name="T4" fmla="*/ 308 w 33"/>
                <a:gd name="T5" fmla="*/ 402 h 31"/>
                <a:gd name="T6" fmla="*/ 291 w 33"/>
                <a:gd name="T7" fmla="*/ 573 h 31"/>
                <a:gd name="T8" fmla="*/ 507 w 33"/>
                <a:gd name="T9" fmla="*/ 444 h 31"/>
                <a:gd name="T10" fmla="*/ 432 w 33"/>
                <a:gd name="T11" fmla="*/ 171 h 31"/>
                <a:gd name="T12" fmla="*/ 412 w 33"/>
                <a:gd name="T13" fmla="*/ 56 h 31"/>
                <a:gd name="T14" fmla="*/ 154 w 33"/>
                <a:gd name="T15" fmla="*/ 21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1">
                  <a:moveTo>
                    <a:pt x="10" y="0"/>
                  </a:moveTo>
                  <a:cubicBezTo>
                    <a:pt x="8" y="3"/>
                    <a:pt x="1" y="6"/>
                    <a:pt x="0" y="9"/>
                  </a:cubicBezTo>
                  <a:cubicBezTo>
                    <a:pt x="7" y="7"/>
                    <a:pt x="20" y="12"/>
                    <a:pt x="20" y="21"/>
                  </a:cubicBezTo>
                  <a:cubicBezTo>
                    <a:pt x="19" y="24"/>
                    <a:pt x="15" y="29"/>
                    <a:pt x="19" y="30"/>
                  </a:cubicBezTo>
                  <a:cubicBezTo>
                    <a:pt x="24" y="31"/>
                    <a:pt x="29" y="23"/>
                    <a:pt x="33" y="23"/>
                  </a:cubicBezTo>
                  <a:cubicBezTo>
                    <a:pt x="32" y="18"/>
                    <a:pt x="29" y="14"/>
                    <a:pt x="28" y="9"/>
                  </a:cubicBezTo>
                  <a:cubicBezTo>
                    <a:pt x="28" y="7"/>
                    <a:pt x="28" y="5"/>
                    <a:pt x="27" y="3"/>
                  </a:cubicBezTo>
                  <a:cubicBezTo>
                    <a:pt x="22" y="4"/>
                    <a:pt x="15" y="3"/>
                    <a:pt x="10" y="1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3" name="Freeform 43">
              <a:extLst>
                <a:ext uri="{FF2B5EF4-FFF2-40B4-BE49-F238E27FC236}">
                  <a16:creationId xmlns:a16="http://schemas.microsoft.com/office/drawing/2014/main" id="{17984AB3-90DB-4C5A-B044-26FA6A9FD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659"/>
              <a:ext cx="75" cy="99"/>
            </a:xfrm>
            <a:custGeom>
              <a:avLst/>
              <a:gdLst>
                <a:gd name="T0" fmla="*/ 95 w 30"/>
                <a:gd name="T1" fmla="*/ 56 h 37"/>
                <a:gd name="T2" fmla="*/ 175 w 30"/>
                <a:gd name="T3" fmla="*/ 35 h 37"/>
                <a:gd name="T4" fmla="*/ 313 w 30"/>
                <a:gd name="T5" fmla="*/ 35 h 37"/>
                <a:gd name="T6" fmla="*/ 425 w 30"/>
                <a:gd name="T7" fmla="*/ 0 h 37"/>
                <a:gd name="T8" fmla="*/ 408 w 30"/>
                <a:gd name="T9" fmla="*/ 136 h 37"/>
                <a:gd name="T10" fmla="*/ 458 w 30"/>
                <a:gd name="T11" fmla="*/ 401 h 37"/>
                <a:gd name="T12" fmla="*/ 425 w 30"/>
                <a:gd name="T13" fmla="*/ 615 h 37"/>
                <a:gd name="T14" fmla="*/ 250 w 30"/>
                <a:gd name="T15" fmla="*/ 709 h 37"/>
                <a:gd name="T16" fmla="*/ 363 w 30"/>
                <a:gd name="T17" fmla="*/ 594 h 37"/>
                <a:gd name="T18" fmla="*/ 313 w 30"/>
                <a:gd name="T19" fmla="*/ 265 h 37"/>
                <a:gd name="T20" fmla="*/ 83 w 30"/>
                <a:gd name="T21" fmla="*/ 230 h 37"/>
                <a:gd name="T22" fmla="*/ 0 w 30"/>
                <a:gd name="T23" fmla="*/ 150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37">
                  <a:moveTo>
                    <a:pt x="6" y="3"/>
                  </a:moveTo>
                  <a:cubicBezTo>
                    <a:pt x="8" y="3"/>
                    <a:pt x="9" y="2"/>
                    <a:pt x="11" y="2"/>
                  </a:cubicBezTo>
                  <a:cubicBezTo>
                    <a:pt x="14" y="1"/>
                    <a:pt x="17" y="2"/>
                    <a:pt x="20" y="2"/>
                  </a:cubicBezTo>
                  <a:cubicBezTo>
                    <a:pt x="22" y="2"/>
                    <a:pt x="24" y="0"/>
                    <a:pt x="27" y="0"/>
                  </a:cubicBezTo>
                  <a:cubicBezTo>
                    <a:pt x="27" y="2"/>
                    <a:pt x="26" y="5"/>
                    <a:pt x="26" y="7"/>
                  </a:cubicBezTo>
                  <a:cubicBezTo>
                    <a:pt x="26" y="11"/>
                    <a:pt x="28" y="16"/>
                    <a:pt x="29" y="21"/>
                  </a:cubicBezTo>
                  <a:cubicBezTo>
                    <a:pt x="30" y="25"/>
                    <a:pt x="30" y="29"/>
                    <a:pt x="27" y="32"/>
                  </a:cubicBezTo>
                  <a:cubicBezTo>
                    <a:pt x="25" y="35"/>
                    <a:pt x="20" y="37"/>
                    <a:pt x="16" y="37"/>
                  </a:cubicBezTo>
                  <a:cubicBezTo>
                    <a:pt x="18" y="35"/>
                    <a:pt x="21" y="34"/>
                    <a:pt x="23" y="31"/>
                  </a:cubicBezTo>
                  <a:cubicBezTo>
                    <a:pt x="26" y="27"/>
                    <a:pt x="25" y="18"/>
                    <a:pt x="20" y="14"/>
                  </a:cubicBezTo>
                  <a:cubicBezTo>
                    <a:pt x="17" y="11"/>
                    <a:pt x="10" y="12"/>
                    <a:pt x="5" y="12"/>
                  </a:cubicBezTo>
                  <a:cubicBezTo>
                    <a:pt x="2" y="11"/>
                    <a:pt x="2" y="11"/>
                    <a:pt x="0" y="8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4" name="Freeform 44">
              <a:extLst>
                <a:ext uri="{FF2B5EF4-FFF2-40B4-BE49-F238E27FC236}">
                  <a16:creationId xmlns:a16="http://schemas.microsoft.com/office/drawing/2014/main" id="{AD6F1C35-719E-4DB9-9E05-DDEE158EE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859"/>
              <a:ext cx="115" cy="80"/>
            </a:xfrm>
            <a:custGeom>
              <a:avLst/>
              <a:gdLst>
                <a:gd name="T0" fmla="*/ 533 w 46"/>
                <a:gd name="T1" fmla="*/ 0 h 30"/>
                <a:gd name="T2" fmla="*/ 563 w 46"/>
                <a:gd name="T3" fmla="*/ 227 h 30"/>
                <a:gd name="T4" fmla="*/ 375 w 46"/>
                <a:gd name="T5" fmla="*/ 397 h 30"/>
                <a:gd name="T6" fmla="*/ 33 w 46"/>
                <a:gd name="T7" fmla="*/ 477 h 30"/>
                <a:gd name="T8" fmla="*/ 63 w 46"/>
                <a:gd name="T9" fmla="*/ 547 h 30"/>
                <a:gd name="T10" fmla="*/ 345 w 46"/>
                <a:gd name="T11" fmla="*/ 491 h 30"/>
                <a:gd name="T12" fmla="*/ 583 w 46"/>
                <a:gd name="T13" fmla="*/ 397 h 30"/>
                <a:gd name="T14" fmla="*/ 688 w 46"/>
                <a:gd name="T15" fmla="*/ 341 h 30"/>
                <a:gd name="T16" fmla="*/ 720 w 46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0">
                  <a:moveTo>
                    <a:pt x="34" y="0"/>
                  </a:moveTo>
                  <a:cubicBezTo>
                    <a:pt x="36" y="4"/>
                    <a:pt x="37" y="8"/>
                    <a:pt x="36" y="12"/>
                  </a:cubicBezTo>
                  <a:cubicBezTo>
                    <a:pt x="34" y="18"/>
                    <a:pt x="29" y="19"/>
                    <a:pt x="24" y="21"/>
                  </a:cubicBezTo>
                  <a:cubicBezTo>
                    <a:pt x="17" y="23"/>
                    <a:pt x="9" y="24"/>
                    <a:pt x="2" y="25"/>
                  </a:cubicBezTo>
                  <a:cubicBezTo>
                    <a:pt x="2" y="28"/>
                    <a:pt x="0" y="29"/>
                    <a:pt x="4" y="29"/>
                  </a:cubicBezTo>
                  <a:cubicBezTo>
                    <a:pt x="9" y="30"/>
                    <a:pt x="17" y="28"/>
                    <a:pt x="22" y="26"/>
                  </a:cubicBezTo>
                  <a:cubicBezTo>
                    <a:pt x="27" y="25"/>
                    <a:pt x="32" y="23"/>
                    <a:pt x="37" y="21"/>
                  </a:cubicBezTo>
                  <a:cubicBezTo>
                    <a:pt x="39" y="20"/>
                    <a:pt x="43" y="20"/>
                    <a:pt x="44" y="18"/>
                  </a:cubicBezTo>
                  <a:cubicBezTo>
                    <a:pt x="41" y="14"/>
                    <a:pt x="44" y="4"/>
                    <a:pt x="46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5" name="Freeform 45">
              <a:extLst>
                <a:ext uri="{FF2B5EF4-FFF2-40B4-BE49-F238E27FC236}">
                  <a16:creationId xmlns:a16="http://schemas.microsoft.com/office/drawing/2014/main" id="{BDEE6E0E-F2D4-466E-8097-ECE032BD5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752"/>
              <a:ext cx="83" cy="102"/>
            </a:xfrm>
            <a:custGeom>
              <a:avLst/>
              <a:gdLst>
                <a:gd name="T0" fmla="*/ 367 w 33"/>
                <a:gd name="T1" fmla="*/ 21 h 38"/>
                <a:gd name="T2" fmla="*/ 0 w 33"/>
                <a:gd name="T3" fmla="*/ 81 h 38"/>
                <a:gd name="T4" fmla="*/ 83 w 33"/>
                <a:gd name="T5" fmla="*/ 424 h 38"/>
                <a:gd name="T6" fmla="*/ 272 w 33"/>
                <a:gd name="T7" fmla="*/ 698 h 38"/>
                <a:gd name="T8" fmla="*/ 335 w 33"/>
                <a:gd name="T9" fmla="*/ 518 h 38"/>
                <a:gd name="T10" fmla="*/ 397 w 33"/>
                <a:gd name="T11" fmla="*/ 424 h 38"/>
                <a:gd name="T12" fmla="*/ 475 w 33"/>
                <a:gd name="T13" fmla="*/ 346 h 38"/>
                <a:gd name="T14" fmla="*/ 397 w 33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8">
                  <a:moveTo>
                    <a:pt x="23" y="1"/>
                  </a:moveTo>
                  <a:cubicBezTo>
                    <a:pt x="21" y="12"/>
                    <a:pt x="6" y="3"/>
                    <a:pt x="0" y="4"/>
                  </a:cubicBezTo>
                  <a:cubicBezTo>
                    <a:pt x="0" y="10"/>
                    <a:pt x="3" y="17"/>
                    <a:pt x="5" y="22"/>
                  </a:cubicBezTo>
                  <a:cubicBezTo>
                    <a:pt x="6" y="25"/>
                    <a:pt x="13" y="38"/>
                    <a:pt x="17" y="36"/>
                  </a:cubicBezTo>
                  <a:cubicBezTo>
                    <a:pt x="18" y="35"/>
                    <a:pt x="20" y="29"/>
                    <a:pt x="21" y="27"/>
                  </a:cubicBezTo>
                  <a:cubicBezTo>
                    <a:pt x="22" y="25"/>
                    <a:pt x="24" y="23"/>
                    <a:pt x="25" y="22"/>
                  </a:cubicBezTo>
                  <a:cubicBezTo>
                    <a:pt x="27" y="20"/>
                    <a:pt x="29" y="19"/>
                    <a:pt x="30" y="18"/>
                  </a:cubicBezTo>
                  <a:cubicBezTo>
                    <a:pt x="33" y="14"/>
                    <a:pt x="28" y="5"/>
                    <a:pt x="25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6" name="Freeform 46">
              <a:extLst>
                <a:ext uri="{FF2B5EF4-FFF2-40B4-BE49-F238E27FC236}">
                  <a16:creationId xmlns:a16="http://schemas.microsoft.com/office/drawing/2014/main" id="{B1D57008-BB98-48EB-9C64-BD01AD1B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646"/>
              <a:ext cx="75" cy="80"/>
            </a:xfrm>
            <a:custGeom>
              <a:avLst/>
              <a:gdLst>
                <a:gd name="T0" fmla="*/ 63 w 30"/>
                <a:gd name="T1" fmla="*/ 0 h 30"/>
                <a:gd name="T2" fmla="*/ 20 w 30"/>
                <a:gd name="T3" fmla="*/ 136 h 30"/>
                <a:gd name="T4" fmla="*/ 158 w 30"/>
                <a:gd name="T5" fmla="*/ 227 h 30"/>
                <a:gd name="T6" fmla="*/ 283 w 30"/>
                <a:gd name="T7" fmla="*/ 568 h 30"/>
                <a:gd name="T8" fmla="*/ 438 w 30"/>
                <a:gd name="T9" fmla="*/ 419 h 30"/>
                <a:gd name="T10" fmla="*/ 470 w 30"/>
                <a:gd name="T11" fmla="*/ 397 h 30"/>
                <a:gd name="T12" fmla="*/ 438 w 30"/>
                <a:gd name="T13" fmla="*/ 307 h 30"/>
                <a:gd name="T14" fmla="*/ 375 w 30"/>
                <a:gd name="T15" fmla="*/ 171 h 30"/>
                <a:gd name="T16" fmla="*/ 270 w 30"/>
                <a:gd name="T17" fmla="*/ 192 h 30"/>
                <a:gd name="T18" fmla="*/ 145 w 30"/>
                <a:gd name="T19" fmla="*/ 115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0">
                  <a:moveTo>
                    <a:pt x="4" y="0"/>
                  </a:moveTo>
                  <a:cubicBezTo>
                    <a:pt x="3" y="2"/>
                    <a:pt x="0" y="5"/>
                    <a:pt x="1" y="7"/>
                  </a:cubicBezTo>
                  <a:cubicBezTo>
                    <a:pt x="3" y="9"/>
                    <a:pt x="8" y="10"/>
                    <a:pt x="10" y="12"/>
                  </a:cubicBezTo>
                  <a:cubicBezTo>
                    <a:pt x="15" y="17"/>
                    <a:pt x="17" y="24"/>
                    <a:pt x="18" y="30"/>
                  </a:cubicBezTo>
                  <a:cubicBezTo>
                    <a:pt x="21" y="27"/>
                    <a:pt x="25" y="25"/>
                    <a:pt x="28" y="22"/>
                  </a:cubicBezTo>
                  <a:cubicBezTo>
                    <a:pt x="29" y="21"/>
                    <a:pt x="30" y="22"/>
                    <a:pt x="30" y="21"/>
                  </a:cubicBezTo>
                  <a:cubicBezTo>
                    <a:pt x="30" y="20"/>
                    <a:pt x="28" y="17"/>
                    <a:pt x="28" y="16"/>
                  </a:cubicBezTo>
                  <a:cubicBezTo>
                    <a:pt x="27" y="14"/>
                    <a:pt x="26" y="9"/>
                    <a:pt x="24" y="9"/>
                  </a:cubicBezTo>
                  <a:cubicBezTo>
                    <a:pt x="22" y="8"/>
                    <a:pt x="19" y="10"/>
                    <a:pt x="17" y="10"/>
                  </a:cubicBezTo>
                  <a:cubicBezTo>
                    <a:pt x="14" y="10"/>
                    <a:pt x="10" y="9"/>
                    <a:pt x="9" y="6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7" name="Freeform 47">
              <a:extLst>
                <a:ext uri="{FF2B5EF4-FFF2-40B4-BE49-F238E27FC236}">
                  <a16:creationId xmlns:a16="http://schemas.microsoft.com/office/drawing/2014/main" id="{D666419E-5803-440C-A17B-D5930A81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504"/>
              <a:ext cx="40" cy="59"/>
            </a:xfrm>
            <a:custGeom>
              <a:avLst/>
              <a:gdLst>
                <a:gd name="T0" fmla="*/ 125 w 16"/>
                <a:gd name="T1" fmla="*/ 21 h 22"/>
                <a:gd name="T2" fmla="*/ 0 w 16"/>
                <a:gd name="T3" fmla="*/ 424 h 22"/>
                <a:gd name="T4" fmla="*/ 83 w 16"/>
                <a:gd name="T5" fmla="*/ 172 h 22"/>
                <a:gd name="T6" fmla="*/ 0 w 1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8" y="1"/>
                  </a:moveTo>
                  <a:cubicBezTo>
                    <a:pt x="16" y="7"/>
                    <a:pt x="5" y="19"/>
                    <a:pt x="0" y="22"/>
                  </a:cubicBezTo>
                  <a:cubicBezTo>
                    <a:pt x="2" y="19"/>
                    <a:pt x="6" y="13"/>
                    <a:pt x="5" y="9"/>
                  </a:cubicBez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8" name="Freeform 48">
              <a:extLst>
                <a:ext uri="{FF2B5EF4-FFF2-40B4-BE49-F238E27FC236}">
                  <a16:creationId xmlns:a16="http://schemas.microsoft.com/office/drawing/2014/main" id="{564AB9E3-37FD-4E3D-8180-02B2A4A2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592"/>
              <a:ext cx="73" cy="86"/>
            </a:xfrm>
            <a:custGeom>
              <a:avLst/>
              <a:gdLst>
                <a:gd name="T0" fmla="*/ 430 w 29"/>
                <a:gd name="T1" fmla="*/ 0 h 32"/>
                <a:gd name="T2" fmla="*/ 347 w 29"/>
                <a:gd name="T3" fmla="*/ 484 h 32"/>
                <a:gd name="T4" fmla="*/ 0 w 29"/>
                <a:gd name="T5" fmla="*/ 505 h 32"/>
                <a:gd name="T6" fmla="*/ 242 w 29"/>
                <a:gd name="T7" fmla="*/ 449 h 32"/>
                <a:gd name="T8" fmla="*/ 413 w 29"/>
                <a:gd name="T9" fmla="*/ 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2">
                  <a:moveTo>
                    <a:pt x="27" y="0"/>
                  </a:moveTo>
                  <a:cubicBezTo>
                    <a:pt x="29" y="7"/>
                    <a:pt x="26" y="20"/>
                    <a:pt x="22" y="25"/>
                  </a:cubicBezTo>
                  <a:cubicBezTo>
                    <a:pt x="17" y="30"/>
                    <a:pt x="5" y="32"/>
                    <a:pt x="0" y="26"/>
                  </a:cubicBezTo>
                  <a:cubicBezTo>
                    <a:pt x="4" y="21"/>
                    <a:pt x="10" y="26"/>
                    <a:pt x="15" y="23"/>
                  </a:cubicBezTo>
                  <a:cubicBezTo>
                    <a:pt x="21" y="19"/>
                    <a:pt x="25" y="8"/>
                    <a:pt x="26" y="1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9" name="Freeform 49">
              <a:extLst>
                <a:ext uri="{FF2B5EF4-FFF2-40B4-BE49-F238E27FC236}">
                  <a16:creationId xmlns:a16="http://schemas.microsoft.com/office/drawing/2014/main" id="{6438A1E7-A5DB-4C23-A717-64F10A6D0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582"/>
              <a:ext cx="95" cy="69"/>
            </a:xfrm>
            <a:custGeom>
              <a:avLst/>
              <a:gdLst>
                <a:gd name="T0" fmla="*/ 0 w 38"/>
                <a:gd name="T1" fmla="*/ 374 h 26"/>
                <a:gd name="T2" fmla="*/ 83 w 38"/>
                <a:gd name="T3" fmla="*/ 451 h 26"/>
                <a:gd name="T4" fmla="*/ 145 w 38"/>
                <a:gd name="T5" fmla="*/ 464 h 26"/>
                <a:gd name="T6" fmla="*/ 425 w 38"/>
                <a:gd name="T7" fmla="*/ 409 h 26"/>
                <a:gd name="T8" fmla="*/ 563 w 38"/>
                <a:gd name="T9" fmla="*/ 281 h 26"/>
                <a:gd name="T10" fmla="*/ 533 w 38"/>
                <a:gd name="T11" fmla="*/ 0 h 26"/>
                <a:gd name="T12" fmla="*/ 363 w 38"/>
                <a:gd name="T13" fmla="*/ 295 h 26"/>
                <a:gd name="T14" fmla="*/ 158 w 38"/>
                <a:gd name="T15" fmla="*/ 295 h 26"/>
                <a:gd name="T16" fmla="*/ 20 w 38"/>
                <a:gd name="T17" fmla="*/ 374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26">
                  <a:moveTo>
                    <a:pt x="0" y="20"/>
                  </a:moveTo>
                  <a:cubicBezTo>
                    <a:pt x="2" y="21"/>
                    <a:pt x="3" y="22"/>
                    <a:pt x="5" y="24"/>
                  </a:cubicBezTo>
                  <a:cubicBezTo>
                    <a:pt x="7" y="26"/>
                    <a:pt x="5" y="26"/>
                    <a:pt x="9" y="25"/>
                  </a:cubicBezTo>
                  <a:cubicBezTo>
                    <a:pt x="15" y="24"/>
                    <a:pt x="21" y="23"/>
                    <a:pt x="27" y="22"/>
                  </a:cubicBezTo>
                  <a:cubicBezTo>
                    <a:pt x="31" y="21"/>
                    <a:pt x="34" y="19"/>
                    <a:pt x="36" y="15"/>
                  </a:cubicBezTo>
                  <a:cubicBezTo>
                    <a:pt x="38" y="11"/>
                    <a:pt x="38" y="3"/>
                    <a:pt x="34" y="0"/>
                  </a:cubicBezTo>
                  <a:cubicBezTo>
                    <a:pt x="35" y="7"/>
                    <a:pt x="31" y="13"/>
                    <a:pt x="23" y="16"/>
                  </a:cubicBezTo>
                  <a:cubicBezTo>
                    <a:pt x="19" y="18"/>
                    <a:pt x="14" y="16"/>
                    <a:pt x="10" y="16"/>
                  </a:cubicBezTo>
                  <a:cubicBezTo>
                    <a:pt x="5" y="16"/>
                    <a:pt x="5" y="18"/>
                    <a:pt x="1" y="2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0" name="Freeform 50">
              <a:extLst>
                <a:ext uri="{FF2B5EF4-FFF2-40B4-BE49-F238E27FC236}">
                  <a16:creationId xmlns:a16="http://schemas.microsoft.com/office/drawing/2014/main" id="{1F2991FF-2DA0-47E4-B7FF-A7C289A8A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648"/>
              <a:ext cx="30" cy="43"/>
            </a:xfrm>
            <a:custGeom>
              <a:avLst/>
              <a:gdLst>
                <a:gd name="T0" fmla="*/ 20 w 12"/>
                <a:gd name="T1" fmla="*/ 137 h 16"/>
                <a:gd name="T2" fmla="*/ 63 w 12"/>
                <a:gd name="T3" fmla="*/ 312 h 16"/>
                <a:gd name="T4" fmla="*/ 188 w 12"/>
                <a:gd name="T5" fmla="*/ 175 h 16"/>
                <a:gd name="T6" fmla="*/ 158 w 12"/>
                <a:gd name="T7" fmla="*/ 0 h 16"/>
                <a:gd name="T8" fmla="*/ 0 w 12"/>
                <a:gd name="T9" fmla="*/ 9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1" y="7"/>
                  </a:moveTo>
                  <a:cubicBezTo>
                    <a:pt x="0" y="9"/>
                    <a:pt x="0" y="16"/>
                    <a:pt x="4" y="16"/>
                  </a:cubicBezTo>
                  <a:cubicBezTo>
                    <a:pt x="7" y="16"/>
                    <a:pt x="9" y="10"/>
                    <a:pt x="12" y="9"/>
                  </a:cubicBezTo>
                  <a:cubicBezTo>
                    <a:pt x="10" y="7"/>
                    <a:pt x="10" y="3"/>
                    <a:pt x="10" y="0"/>
                  </a:cubicBezTo>
                  <a:cubicBezTo>
                    <a:pt x="7" y="3"/>
                    <a:pt x="4" y="5"/>
                    <a:pt x="0" y="5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1" name="Freeform 51">
              <a:extLst>
                <a:ext uri="{FF2B5EF4-FFF2-40B4-BE49-F238E27FC236}">
                  <a16:creationId xmlns:a16="http://schemas.microsoft.com/office/drawing/2014/main" id="{6C53B623-F73F-42A8-9A4D-0E19F7F86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656"/>
              <a:ext cx="60" cy="78"/>
            </a:xfrm>
            <a:custGeom>
              <a:avLst/>
              <a:gdLst>
                <a:gd name="T0" fmla="*/ 0 w 24"/>
                <a:gd name="T1" fmla="*/ 527 h 29"/>
                <a:gd name="T2" fmla="*/ 270 w 24"/>
                <a:gd name="T3" fmla="*/ 449 h 29"/>
                <a:gd name="T4" fmla="*/ 363 w 24"/>
                <a:gd name="T5" fmla="*/ 137 h 29"/>
                <a:gd name="T6" fmla="*/ 313 w 24"/>
                <a:gd name="T7" fmla="*/ 0 h 29"/>
                <a:gd name="T8" fmla="*/ 188 w 24"/>
                <a:gd name="T9" fmla="*/ 81 h 29"/>
                <a:gd name="T10" fmla="*/ 250 w 24"/>
                <a:gd name="T11" fmla="*/ 175 h 29"/>
                <a:gd name="T12" fmla="*/ 158 w 24"/>
                <a:gd name="T13" fmla="*/ 39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9">
                  <a:moveTo>
                    <a:pt x="0" y="27"/>
                  </a:moveTo>
                  <a:cubicBezTo>
                    <a:pt x="5" y="29"/>
                    <a:pt x="13" y="25"/>
                    <a:pt x="17" y="23"/>
                  </a:cubicBezTo>
                  <a:cubicBezTo>
                    <a:pt x="22" y="19"/>
                    <a:pt x="24" y="13"/>
                    <a:pt x="23" y="7"/>
                  </a:cubicBezTo>
                  <a:cubicBezTo>
                    <a:pt x="23" y="4"/>
                    <a:pt x="23" y="1"/>
                    <a:pt x="20" y="0"/>
                  </a:cubicBezTo>
                  <a:cubicBezTo>
                    <a:pt x="19" y="0"/>
                    <a:pt x="12" y="3"/>
                    <a:pt x="12" y="4"/>
                  </a:cubicBezTo>
                  <a:cubicBezTo>
                    <a:pt x="11" y="6"/>
                    <a:pt x="15" y="6"/>
                    <a:pt x="16" y="9"/>
                  </a:cubicBezTo>
                  <a:cubicBezTo>
                    <a:pt x="17" y="12"/>
                    <a:pt x="14" y="19"/>
                    <a:pt x="10" y="2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2" name="Freeform 52">
              <a:extLst>
                <a:ext uri="{FF2B5EF4-FFF2-40B4-BE49-F238E27FC236}">
                  <a16:creationId xmlns:a16="http://schemas.microsoft.com/office/drawing/2014/main" id="{F75E30ED-01F3-43EB-870C-5097B10C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758"/>
              <a:ext cx="50" cy="50"/>
            </a:xfrm>
            <a:custGeom>
              <a:avLst/>
              <a:gdLst>
                <a:gd name="T0" fmla="*/ 238 w 20"/>
                <a:gd name="T1" fmla="*/ 0 h 19"/>
                <a:gd name="T2" fmla="*/ 220 w 20"/>
                <a:gd name="T3" fmla="*/ 271 h 19"/>
                <a:gd name="T4" fmla="*/ 0 w 20"/>
                <a:gd name="T5" fmla="*/ 166 h 19"/>
                <a:gd name="T6" fmla="*/ 220 w 20"/>
                <a:gd name="T7" fmla="*/ 8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15" y="0"/>
                  </a:moveTo>
                  <a:cubicBezTo>
                    <a:pt x="20" y="4"/>
                    <a:pt x="18" y="11"/>
                    <a:pt x="14" y="15"/>
                  </a:cubicBezTo>
                  <a:cubicBezTo>
                    <a:pt x="8" y="19"/>
                    <a:pt x="4" y="13"/>
                    <a:pt x="0" y="9"/>
                  </a:cubicBezTo>
                  <a:cubicBezTo>
                    <a:pt x="5" y="12"/>
                    <a:pt x="13" y="11"/>
                    <a:pt x="14" y="5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3" name="Freeform 53">
              <a:extLst>
                <a:ext uri="{FF2B5EF4-FFF2-40B4-BE49-F238E27FC236}">
                  <a16:creationId xmlns:a16="http://schemas.microsoft.com/office/drawing/2014/main" id="{51C786AC-0D8F-4B49-898C-09A4F64C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803"/>
              <a:ext cx="62" cy="40"/>
            </a:xfrm>
            <a:custGeom>
              <a:avLst/>
              <a:gdLst>
                <a:gd name="T0" fmla="*/ 0 w 25"/>
                <a:gd name="T1" fmla="*/ 285 h 15"/>
                <a:gd name="T2" fmla="*/ 136 w 25"/>
                <a:gd name="T3" fmla="*/ 227 h 15"/>
                <a:gd name="T4" fmla="*/ 278 w 25"/>
                <a:gd name="T5" fmla="*/ 205 h 15"/>
                <a:gd name="T6" fmla="*/ 308 w 25"/>
                <a:gd name="T7" fmla="*/ 0 h 15"/>
                <a:gd name="T8" fmla="*/ 184 w 25"/>
                <a:gd name="T9" fmla="*/ 115 h 15"/>
                <a:gd name="T10" fmla="*/ 62 w 25"/>
                <a:gd name="T11" fmla="*/ 171 h 15"/>
                <a:gd name="T12" fmla="*/ 0 w 25"/>
                <a:gd name="T13" fmla="*/ 26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3" y="14"/>
                    <a:pt x="6" y="13"/>
                    <a:pt x="9" y="12"/>
                  </a:cubicBezTo>
                  <a:cubicBezTo>
                    <a:pt x="12" y="12"/>
                    <a:pt x="15" y="12"/>
                    <a:pt x="18" y="11"/>
                  </a:cubicBezTo>
                  <a:cubicBezTo>
                    <a:pt x="22" y="10"/>
                    <a:pt x="25" y="3"/>
                    <a:pt x="20" y="0"/>
                  </a:cubicBezTo>
                  <a:cubicBezTo>
                    <a:pt x="18" y="5"/>
                    <a:pt x="17" y="6"/>
                    <a:pt x="12" y="6"/>
                  </a:cubicBezTo>
                  <a:cubicBezTo>
                    <a:pt x="9" y="7"/>
                    <a:pt x="6" y="8"/>
                    <a:pt x="4" y="9"/>
                  </a:cubicBezTo>
                  <a:cubicBezTo>
                    <a:pt x="3" y="11"/>
                    <a:pt x="2" y="13"/>
                    <a:pt x="0" y="14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4" name="Freeform 54">
              <a:extLst>
                <a:ext uri="{FF2B5EF4-FFF2-40B4-BE49-F238E27FC236}">
                  <a16:creationId xmlns:a16="http://schemas.microsoft.com/office/drawing/2014/main" id="{3525677D-AAD3-4192-9281-76C30A38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51"/>
              <a:ext cx="52" cy="45"/>
            </a:xfrm>
            <a:custGeom>
              <a:avLst/>
              <a:gdLst>
                <a:gd name="T0" fmla="*/ 0 w 21"/>
                <a:gd name="T1" fmla="*/ 259 h 17"/>
                <a:gd name="T2" fmla="*/ 228 w 21"/>
                <a:gd name="T3" fmla="*/ 225 h 17"/>
                <a:gd name="T4" fmla="*/ 319 w 21"/>
                <a:gd name="T5" fmla="*/ 132 h 17"/>
                <a:gd name="T6" fmla="*/ 196 w 21"/>
                <a:gd name="T7" fmla="*/ 183 h 17"/>
                <a:gd name="T8" fmla="*/ 62 w 21"/>
                <a:gd name="T9" fmla="*/ 0 h 17"/>
                <a:gd name="T10" fmla="*/ 42 w 21"/>
                <a:gd name="T11" fmla="*/ 132 h 17"/>
                <a:gd name="T12" fmla="*/ 30 w 21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0" y="14"/>
                  </a:moveTo>
                  <a:cubicBezTo>
                    <a:pt x="5" y="17"/>
                    <a:pt x="10" y="15"/>
                    <a:pt x="15" y="12"/>
                  </a:cubicBezTo>
                  <a:cubicBezTo>
                    <a:pt x="17" y="11"/>
                    <a:pt x="21" y="9"/>
                    <a:pt x="21" y="7"/>
                  </a:cubicBezTo>
                  <a:cubicBezTo>
                    <a:pt x="19" y="8"/>
                    <a:pt x="16" y="10"/>
                    <a:pt x="13" y="10"/>
                  </a:cubicBezTo>
                  <a:cubicBezTo>
                    <a:pt x="8" y="9"/>
                    <a:pt x="6" y="3"/>
                    <a:pt x="4" y="0"/>
                  </a:cubicBezTo>
                  <a:cubicBezTo>
                    <a:pt x="3" y="2"/>
                    <a:pt x="2" y="5"/>
                    <a:pt x="3" y="7"/>
                  </a:cubicBezTo>
                  <a:cubicBezTo>
                    <a:pt x="3" y="9"/>
                    <a:pt x="6" y="13"/>
                    <a:pt x="2" y="14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5" name="Freeform 55">
              <a:extLst>
                <a:ext uri="{FF2B5EF4-FFF2-40B4-BE49-F238E27FC236}">
                  <a16:creationId xmlns:a16="http://schemas.microsoft.com/office/drawing/2014/main" id="{6626459B-DFE0-4662-884C-30F311BD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56"/>
              <a:ext cx="55" cy="46"/>
            </a:xfrm>
            <a:custGeom>
              <a:avLst/>
              <a:gdLst>
                <a:gd name="T0" fmla="*/ 0 w 22"/>
                <a:gd name="T1" fmla="*/ 314 h 17"/>
                <a:gd name="T2" fmla="*/ 283 w 22"/>
                <a:gd name="T3" fmla="*/ 198 h 17"/>
                <a:gd name="T4" fmla="*/ 125 w 22"/>
                <a:gd name="T5" fmla="*/ 0 h 17"/>
                <a:gd name="T6" fmla="*/ 20 w 22"/>
                <a:gd name="T7" fmla="*/ 25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5" y="17"/>
                    <a:pt x="15" y="15"/>
                    <a:pt x="18" y="10"/>
                  </a:cubicBezTo>
                  <a:cubicBezTo>
                    <a:pt x="22" y="5"/>
                    <a:pt x="13" y="0"/>
                    <a:pt x="8" y="0"/>
                  </a:cubicBezTo>
                  <a:cubicBezTo>
                    <a:pt x="12" y="7"/>
                    <a:pt x="8" y="12"/>
                    <a:pt x="1" y="13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6" name="Freeform 56">
              <a:extLst>
                <a:ext uri="{FF2B5EF4-FFF2-40B4-BE49-F238E27FC236}">
                  <a16:creationId xmlns:a16="http://schemas.microsoft.com/office/drawing/2014/main" id="{B682D1B1-68FA-4447-952A-69D17736F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534"/>
              <a:ext cx="60" cy="93"/>
            </a:xfrm>
            <a:custGeom>
              <a:avLst/>
              <a:gdLst>
                <a:gd name="T0" fmla="*/ 63 w 24"/>
                <a:gd name="T1" fmla="*/ 149 h 35"/>
                <a:gd name="T2" fmla="*/ 125 w 24"/>
                <a:gd name="T3" fmla="*/ 375 h 35"/>
                <a:gd name="T4" fmla="*/ 50 w 24"/>
                <a:gd name="T5" fmla="*/ 523 h 35"/>
                <a:gd name="T6" fmla="*/ 50 w 24"/>
                <a:gd name="T7" fmla="*/ 635 h 35"/>
                <a:gd name="T8" fmla="*/ 220 w 24"/>
                <a:gd name="T9" fmla="*/ 579 h 35"/>
                <a:gd name="T10" fmla="*/ 208 w 24"/>
                <a:gd name="T11" fmla="*/ 247 h 35"/>
                <a:gd name="T12" fmla="*/ 300 w 24"/>
                <a:gd name="T13" fmla="*/ 77 h 35"/>
                <a:gd name="T14" fmla="*/ 375 w 24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5">
                  <a:moveTo>
                    <a:pt x="4" y="8"/>
                  </a:moveTo>
                  <a:cubicBezTo>
                    <a:pt x="8" y="10"/>
                    <a:pt x="8" y="17"/>
                    <a:pt x="8" y="20"/>
                  </a:cubicBezTo>
                  <a:cubicBezTo>
                    <a:pt x="7" y="23"/>
                    <a:pt x="5" y="25"/>
                    <a:pt x="3" y="28"/>
                  </a:cubicBezTo>
                  <a:cubicBezTo>
                    <a:pt x="2" y="30"/>
                    <a:pt x="0" y="32"/>
                    <a:pt x="3" y="34"/>
                  </a:cubicBezTo>
                  <a:cubicBezTo>
                    <a:pt x="5" y="35"/>
                    <a:pt x="11" y="31"/>
                    <a:pt x="14" y="31"/>
                  </a:cubicBezTo>
                  <a:cubicBezTo>
                    <a:pt x="9" y="26"/>
                    <a:pt x="10" y="19"/>
                    <a:pt x="13" y="13"/>
                  </a:cubicBezTo>
                  <a:cubicBezTo>
                    <a:pt x="15" y="10"/>
                    <a:pt x="17" y="7"/>
                    <a:pt x="19" y="4"/>
                  </a:cubicBezTo>
                  <a:cubicBezTo>
                    <a:pt x="20" y="3"/>
                    <a:pt x="23" y="1"/>
                    <a:pt x="24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7" name="Freeform 57">
              <a:extLst>
                <a:ext uri="{FF2B5EF4-FFF2-40B4-BE49-F238E27FC236}">
                  <a16:creationId xmlns:a16="http://schemas.microsoft.com/office/drawing/2014/main" id="{41CC98F2-6817-4922-A5ED-D191B39CB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568"/>
              <a:ext cx="40" cy="86"/>
            </a:xfrm>
            <a:custGeom>
              <a:avLst/>
              <a:gdLst>
                <a:gd name="T0" fmla="*/ 95 w 16"/>
                <a:gd name="T1" fmla="*/ 35 h 32"/>
                <a:gd name="T2" fmla="*/ 0 w 16"/>
                <a:gd name="T3" fmla="*/ 505 h 32"/>
                <a:gd name="T4" fmla="*/ 83 w 16"/>
                <a:gd name="T5" fmla="*/ 390 h 32"/>
                <a:gd name="T6" fmla="*/ 63 w 16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6" y="2"/>
                  </a:moveTo>
                  <a:cubicBezTo>
                    <a:pt x="12" y="9"/>
                    <a:pt x="16" y="32"/>
                    <a:pt x="0" y="26"/>
                  </a:cubicBezTo>
                  <a:cubicBezTo>
                    <a:pt x="1" y="23"/>
                    <a:pt x="4" y="22"/>
                    <a:pt x="5" y="20"/>
                  </a:cubicBezTo>
                  <a:cubicBezTo>
                    <a:pt x="9" y="13"/>
                    <a:pt x="3" y="7"/>
                    <a:pt x="4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8" name="Freeform 58">
              <a:extLst>
                <a:ext uri="{FF2B5EF4-FFF2-40B4-BE49-F238E27FC236}">
                  <a16:creationId xmlns:a16="http://schemas.microsoft.com/office/drawing/2014/main" id="{C5115745-C615-49B6-85FB-9FFDACD7B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98"/>
              <a:ext cx="43" cy="72"/>
            </a:xfrm>
            <a:custGeom>
              <a:avLst/>
              <a:gdLst>
                <a:gd name="T0" fmla="*/ 225 w 17"/>
                <a:gd name="T1" fmla="*/ 0 h 27"/>
                <a:gd name="T2" fmla="*/ 159 w 17"/>
                <a:gd name="T3" fmla="*/ 419 h 27"/>
                <a:gd name="T4" fmla="*/ 33 w 17"/>
                <a:gd name="T5" fmla="*/ 307 h 27"/>
                <a:gd name="T6" fmla="*/ 243 w 17"/>
                <a:gd name="T7" fmla="*/ 5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4" y="0"/>
                  </a:moveTo>
                  <a:cubicBezTo>
                    <a:pt x="17" y="7"/>
                    <a:pt x="15" y="16"/>
                    <a:pt x="10" y="22"/>
                  </a:cubicBezTo>
                  <a:cubicBezTo>
                    <a:pt x="6" y="27"/>
                    <a:pt x="0" y="22"/>
                    <a:pt x="2" y="16"/>
                  </a:cubicBezTo>
                  <a:cubicBezTo>
                    <a:pt x="7" y="23"/>
                    <a:pt x="14" y="6"/>
                    <a:pt x="15" y="3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9" name="Freeform 59">
              <a:extLst>
                <a:ext uri="{FF2B5EF4-FFF2-40B4-BE49-F238E27FC236}">
                  <a16:creationId xmlns:a16="http://schemas.microsoft.com/office/drawing/2014/main" id="{9EE0A9D6-7B8F-4BE0-AF8F-5A5B0622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680"/>
              <a:ext cx="41" cy="56"/>
            </a:xfrm>
            <a:custGeom>
              <a:avLst/>
              <a:gdLst>
                <a:gd name="T0" fmla="*/ 236 w 16"/>
                <a:gd name="T1" fmla="*/ 0 h 21"/>
                <a:gd name="T2" fmla="*/ 185 w 16"/>
                <a:gd name="T3" fmla="*/ 363 h 21"/>
                <a:gd name="T4" fmla="*/ 67 w 16"/>
                <a:gd name="T5" fmla="*/ 376 h 21"/>
                <a:gd name="T6" fmla="*/ 0 w 16"/>
                <a:gd name="T7" fmla="*/ 264 h 21"/>
                <a:gd name="T8" fmla="*/ 185 w 16"/>
                <a:gd name="T9" fmla="*/ 11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4" y="0"/>
                  </a:moveTo>
                  <a:cubicBezTo>
                    <a:pt x="11" y="5"/>
                    <a:pt x="16" y="13"/>
                    <a:pt x="11" y="19"/>
                  </a:cubicBezTo>
                  <a:cubicBezTo>
                    <a:pt x="9" y="21"/>
                    <a:pt x="6" y="21"/>
                    <a:pt x="4" y="20"/>
                  </a:cubicBezTo>
                  <a:cubicBezTo>
                    <a:pt x="1" y="18"/>
                    <a:pt x="1" y="16"/>
                    <a:pt x="0" y="14"/>
                  </a:cubicBezTo>
                  <a:cubicBezTo>
                    <a:pt x="7" y="15"/>
                    <a:pt x="9" y="12"/>
                    <a:pt x="11" y="6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0" name="Freeform 60">
              <a:extLst>
                <a:ext uri="{FF2B5EF4-FFF2-40B4-BE49-F238E27FC236}">
                  <a16:creationId xmlns:a16="http://schemas.microsoft.com/office/drawing/2014/main" id="{99543CD0-2029-48A4-9D75-DD97ADD1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94"/>
              <a:ext cx="48" cy="72"/>
            </a:xfrm>
            <a:custGeom>
              <a:avLst/>
              <a:gdLst>
                <a:gd name="T0" fmla="*/ 0 w 19"/>
                <a:gd name="T1" fmla="*/ 419 h 27"/>
                <a:gd name="T2" fmla="*/ 210 w 19"/>
                <a:gd name="T3" fmla="*/ 205 h 27"/>
                <a:gd name="T4" fmla="*/ 306 w 19"/>
                <a:gd name="T5" fmla="*/ 115 h 27"/>
                <a:gd name="T6" fmla="*/ 210 w 19"/>
                <a:gd name="T7" fmla="*/ 0 h 27"/>
                <a:gd name="T8" fmla="*/ 129 w 19"/>
                <a:gd name="T9" fmla="*/ 149 h 27"/>
                <a:gd name="T10" fmla="*/ 83 w 19"/>
                <a:gd name="T11" fmla="*/ 36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7">
                  <a:moveTo>
                    <a:pt x="0" y="22"/>
                  </a:moveTo>
                  <a:cubicBezTo>
                    <a:pt x="8" y="27"/>
                    <a:pt x="10" y="13"/>
                    <a:pt x="13" y="11"/>
                  </a:cubicBezTo>
                  <a:cubicBezTo>
                    <a:pt x="16" y="9"/>
                    <a:pt x="19" y="10"/>
                    <a:pt x="19" y="6"/>
                  </a:cubicBezTo>
                  <a:cubicBezTo>
                    <a:pt x="19" y="3"/>
                    <a:pt x="15" y="2"/>
                    <a:pt x="13" y="0"/>
                  </a:cubicBezTo>
                  <a:cubicBezTo>
                    <a:pt x="18" y="5"/>
                    <a:pt x="11" y="6"/>
                    <a:pt x="8" y="8"/>
                  </a:cubicBezTo>
                  <a:cubicBezTo>
                    <a:pt x="4" y="11"/>
                    <a:pt x="6" y="15"/>
                    <a:pt x="5" y="19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1" name="Freeform 61">
              <a:extLst>
                <a:ext uri="{FF2B5EF4-FFF2-40B4-BE49-F238E27FC236}">
                  <a16:creationId xmlns:a16="http://schemas.microsoft.com/office/drawing/2014/main" id="{85731F7C-50E6-4513-A6BC-A700C402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768"/>
              <a:ext cx="52" cy="70"/>
            </a:xfrm>
            <a:custGeom>
              <a:avLst/>
              <a:gdLst>
                <a:gd name="T0" fmla="*/ 196 w 21"/>
                <a:gd name="T1" fmla="*/ 81 h 26"/>
                <a:gd name="T2" fmla="*/ 0 w 21"/>
                <a:gd name="T3" fmla="*/ 506 h 26"/>
                <a:gd name="T4" fmla="*/ 134 w 21"/>
                <a:gd name="T5" fmla="*/ 253 h 26"/>
                <a:gd name="T6" fmla="*/ 124 w 2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13" y="4"/>
                  </a:moveTo>
                  <a:cubicBezTo>
                    <a:pt x="21" y="14"/>
                    <a:pt x="8" y="23"/>
                    <a:pt x="0" y="26"/>
                  </a:cubicBezTo>
                  <a:cubicBezTo>
                    <a:pt x="1" y="22"/>
                    <a:pt x="7" y="18"/>
                    <a:pt x="9" y="13"/>
                  </a:cubicBezTo>
                  <a:cubicBezTo>
                    <a:pt x="11" y="8"/>
                    <a:pt x="11" y="4"/>
                    <a:pt x="8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2" name="Freeform 62">
              <a:extLst>
                <a:ext uri="{FF2B5EF4-FFF2-40B4-BE49-F238E27FC236}">
                  <a16:creationId xmlns:a16="http://schemas.microsoft.com/office/drawing/2014/main" id="{DF79A3CB-A2A5-44D4-A80C-BFEFBE846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696"/>
              <a:ext cx="75" cy="131"/>
            </a:xfrm>
            <a:custGeom>
              <a:avLst/>
              <a:gdLst>
                <a:gd name="T0" fmla="*/ 50 w 30"/>
                <a:gd name="T1" fmla="*/ 380 h 49"/>
                <a:gd name="T2" fmla="*/ 63 w 30"/>
                <a:gd name="T3" fmla="*/ 615 h 49"/>
                <a:gd name="T4" fmla="*/ 20 w 30"/>
                <a:gd name="T5" fmla="*/ 799 h 49"/>
                <a:gd name="T6" fmla="*/ 175 w 30"/>
                <a:gd name="T7" fmla="*/ 936 h 49"/>
                <a:gd name="T8" fmla="*/ 238 w 30"/>
                <a:gd name="T9" fmla="*/ 730 h 49"/>
                <a:gd name="T10" fmla="*/ 408 w 30"/>
                <a:gd name="T11" fmla="*/ 615 h 49"/>
                <a:gd name="T12" fmla="*/ 333 w 30"/>
                <a:gd name="T13" fmla="*/ 572 h 49"/>
                <a:gd name="T14" fmla="*/ 238 w 30"/>
                <a:gd name="T15" fmla="*/ 401 h 49"/>
                <a:gd name="T16" fmla="*/ 250 w 30"/>
                <a:gd name="T17" fmla="*/ 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49">
                  <a:moveTo>
                    <a:pt x="3" y="20"/>
                  </a:moveTo>
                  <a:cubicBezTo>
                    <a:pt x="4" y="25"/>
                    <a:pt x="6" y="27"/>
                    <a:pt x="4" y="32"/>
                  </a:cubicBezTo>
                  <a:cubicBezTo>
                    <a:pt x="3" y="35"/>
                    <a:pt x="0" y="39"/>
                    <a:pt x="1" y="42"/>
                  </a:cubicBezTo>
                  <a:cubicBezTo>
                    <a:pt x="2" y="46"/>
                    <a:pt x="7" y="47"/>
                    <a:pt x="11" y="49"/>
                  </a:cubicBezTo>
                  <a:cubicBezTo>
                    <a:pt x="5" y="44"/>
                    <a:pt x="9" y="38"/>
                    <a:pt x="15" y="38"/>
                  </a:cubicBezTo>
                  <a:cubicBezTo>
                    <a:pt x="18" y="37"/>
                    <a:pt x="30" y="39"/>
                    <a:pt x="26" y="32"/>
                  </a:cubicBezTo>
                  <a:cubicBezTo>
                    <a:pt x="25" y="30"/>
                    <a:pt x="23" y="30"/>
                    <a:pt x="21" y="30"/>
                  </a:cubicBezTo>
                  <a:cubicBezTo>
                    <a:pt x="17" y="28"/>
                    <a:pt x="15" y="26"/>
                    <a:pt x="15" y="21"/>
                  </a:cubicBezTo>
                  <a:cubicBezTo>
                    <a:pt x="14" y="14"/>
                    <a:pt x="20" y="7"/>
                    <a:pt x="16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3" name="Freeform 63">
              <a:extLst>
                <a:ext uri="{FF2B5EF4-FFF2-40B4-BE49-F238E27FC236}">
                  <a16:creationId xmlns:a16="http://schemas.microsoft.com/office/drawing/2014/main" id="{25534745-AD77-46AE-96A9-E6E1CA072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515"/>
              <a:ext cx="57" cy="67"/>
            </a:xfrm>
            <a:custGeom>
              <a:avLst/>
              <a:gdLst>
                <a:gd name="T0" fmla="*/ 307 w 23"/>
                <a:gd name="T1" fmla="*/ 35 h 25"/>
                <a:gd name="T2" fmla="*/ 278 w 23"/>
                <a:gd name="T3" fmla="*/ 367 h 25"/>
                <a:gd name="T4" fmla="*/ 183 w 23"/>
                <a:gd name="T5" fmla="*/ 389 h 25"/>
                <a:gd name="T6" fmla="*/ 0 w 23"/>
                <a:gd name="T7" fmla="*/ 482 h 25"/>
                <a:gd name="T8" fmla="*/ 74 w 23"/>
                <a:gd name="T9" fmla="*/ 346 h 25"/>
                <a:gd name="T10" fmla="*/ 216 w 23"/>
                <a:gd name="T11" fmla="*/ 273 h 25"/>
                <a:gd name="T12" fmla="*/ 228 w 23"/>
                <a:gd name="T13" fmla="*/ 56 h 25"/>
                <a:gd name="T14" fmla="*/ 287 w 23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5">
                  <a:moveTo>
                    <a:pt x="20" y="2"/>
                  </a:moveTo>
                  <a:cubicBezTo>
                    <a:pt x="23" y="8"/>
                    <a:pt x="23" y="14"/>
                    <a:pt x="18" y="19"/>
                  </a:cubicBezTo>
                  <a:cubicBezTo>
                    <a:pt x="15" y="21"/>
                    <a:pt x="15" y="20"/>
                    <a:pt x="12" y="20"/>
                  </a:cubicBezTo>
                  <a:cubicBezTo>
                    <a:pt x="8" y="20"/>
                    <a:pt x="3" y="22"/>
                    <a:pt x="0" y="25"/>
                  </a:cubicBezTo>
                  <a:cubicBezTo>
                    <a:pt x="3" y="23"/>
                    <a:pt x="3" y="20"/>
                    <a:pt x="5" y="18"/>
                  </a:cubicBezTo>
                  <a:cubicBezTo>
                    <a:pt x="8" y="15"/>
                    <a:pt x="12" y="16"/>
                    <a:pt x="14" y="14"/>
                  </a:cubicBezTo>
                  <a:cubicBezTo>
                    <a:pt x="17" y="10"/>
                    <a:pt x="13" y="6"/>
                    <a:pt x="15" y="3"/>
                  </a:cubicBezTo>
                  <a:cubicBezTo>
                    <a:pt x="15" y="2"/>
                    <a:pt x="18" y="2"/>
                    <a:pt x="19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4" name="Freeform 64">
              <a:extLst>
                <a:ext uri="{FF2B5EF4-FFF2-40B4-BE49-F238E27FC236}">
                  <a16:creationId xmlns:a16="http://schemas.microsoft.com/office/drawing/2014/main" id="{EE40224B-EAE0-4EE4-BF2E-EED2D76D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424"/>
              <a:ext cx="50" cy="67"/>
            </a:xfrm>
            <a:custGeom>
              <a:avLst/>
              <a:gdLst>
                <a:gd name="T0" fmla="*/ 0 w 20"/>
                <a:gd name="T1" fmla="*/ 273 h 25"/>
                <a:gd name="T2" fmla="*/ 250 w 20"/>
                <a:gd name="T3" fmla="*/ 402 h 25"/>
                <a:gd name="T4" fmla="*/ 270 w 20"/>
                <a:gd name="T5" fmla="*/ 0 h 25"/>
                <a:gd name="T6" fmla="*/ 238 w 20"/>
                <a:gd name="T7" fmla="*/ 193 h 25"/>
                <a:gd name="T8" fmla="*/ 50 w 20"/>
                <a:gd name="T9" fmla="*/ 27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0" y="14"/>
                  </a:moveTo>
                  <a:cubicBezTo>
                    <a:pt x="6" y="14"/>
                    <a:pt x="11" y="25"/>
                    <a:pt x="16" y="21"/>
                  </a:cubicBezTo>
                  <a:cubicBezTo>
                    <a:pt x="20" y="18"/>
                    <a:pt x="19" y="4"/>
                    <a:pt x="17" y="0"/>
                  </a:cubicBezTo>
                  <a:cubicBezTo>
                    <a:pt x="16" y="3"/>
                    <a:pt x="17" y="7"/>
                    <a:pt x="15" y="10"/>
                  </a:cubicBezTo>
                  <a:cubicBezTo>
                    <a:pt x="12" y="14"/>
                    <a:pt x="7" y="14"/>
                    <a:pt x="3" y="14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5" name="Freeform 65">
              <a:extLst>
                <a:ext uri="{FF2B5EF4-FFF2-40B4-BE49-F238E27FC236}">
                  <a16:creationId xmlns:a16="http://schemas.microsoft.com/office/drawing/2014/main" id="{79CA2928-00C2-415C-BBC8-45F94AD9C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323"/>
              <a:ext cx="57" cy="93"/>
            </a:xfrm>
            <a:custGeom>
              <a:avLst/>
              <a:gdLst>
                <a:gd name="T0" fmla="*/ 258 w 23"/>
                <a:gd name="T1" fmla="*/ 0 h 35"/>
                <a:gd name="T2" fmla="*/ 287 w 23"/>
                <a:gd name="T3" fmla="*/ 452 h 35"/>
                <a:gd name="T4" fmla="*/ 0 w 23"/>
                <a:gd name="T5" fmla="*/ 622 h 35"/>
                <a:gd name="T6" fmla="*/ 196 w 23"/>
                <a:gd name="T7" fmla="*/ 430 h 35"/>
                <a:gd name="T8" fmla="*/ 245 w 23"/>
                <a:gd name="T9" fmla="*/ 191 h 35"/>
                <a:gd name="T10" fmla="*/ 245 w 23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17" y="0"/>
                  </a:moveTo>
                  <a:cubicBezTo>
                    <a:pt x="20" y="7"/>
                    <a:pt x="23" y="16"/>
                    <a:pt x="19" y="24"/>
                  </a:cubicBezTo>
                  <a:cubicBezTo>
                    <a:pt x="16" y="29"/>
                    <a:pt x="6" y="35"/>
                    <a:pt x="0" y="33"/>
                  </a:cubicBezTo>
                  <a:cubicBezTo>
                    <a:pt x="5" y="33"/>
                    <a:pt x="10" y="27"/>
                    <a:pt x="13" y="23"/>
                  </a:cubicBezTo>
                  <a:cubicBezTo>
                    <a:pt x="15" y="19"/>
                    <a:pt x="16" y="14"/>
                    <a:pt x="16" y="10"/>
                  </a:cubicBezTo>
                  <a:cubicBezTo>
                    <a:pt x="16" y="7"/>
                    <a:pt x="15" y="3"/>
                    <a:pt x="16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6" name="Freeform 66">
              <a:extLst>
                <a:ext uri="{FF2B5EF4-FFF2-40B4-BE49-F238E27FC236}">
                  <a16:creationId xmlns:a16="http://schemas.microsoft.com/office/drawing/2014/main" id="{FCE95BA2-AF71-429D-AB08-A2B0E9F5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296"/>
              <a:ext cx="57" cy="59"/>
            </a:xfrm>
            <a:custGeom>
              <a:avLst/>
              <a:gdLst>
                <a:gd name="T0" fmla="*/ 62 w 23"/>
                <a:gd name="T1" fmla="*/ 402 h 22"/>
                <a:gd name="T2" fmla="*/ 136 w 23"/>
                <a:gd name="T3" fmla="*/ 287 h 22"/>
                <a:gd name="T4" fmla="*/ 258 w 23"/>
                <a:gd name="T5" fmla="*/ 193 h 22"/>
                <a:gd name="T6" fmla="*/ 258 w 23"/>
                <a:gd name="T7" fmla="*/ 0 h 22"/>
                <a:gd name="T8" fmla="*/ 136 w 23"/>
                <a:gd name="T9" fmla="*/ 172 h 22"/>
                <a:gd name="T10" fmla="*/ 42 w 23"/>
                <a:gd name="T11" fmla="*/ 231 h 22"/>
                <a:gd name="T12" fmla="*/ 0 w 23"/>
                <a:gd name="T13" fmla="*/ 4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4" y="21"/>
                  </a:moveTo>
                  <a:cubicBezTo>
                    <a:pt x="5" y="19"/>
                    <a:pt x="7" y="16"/>
                    <a:pt x="9" y="15"/>
                  </a:cubicBezTo>
                  <a:cubicBezTo>
                    <a:pt x="12" y="13"/>
                    <a:pt x="15" y="13"/>
                    <a:pt x="17" y="10"/>
                  </a:cubicBezTo>
                  <a:cubicBezTo>
                    <a:pt x="19" y="8"/>
                    <a:pt x="23" y="1"/>
                    <a:pt x="17" y="0"/>
                  </a:cubicBezTo>
                  <a:cubicBezTo>
                    <a:pt x="21" y="3"/>
                    <a:pt x="11" y="8"/>
                    <a:pt x="9" y="9"/>
                  </a:cubicBezTo>
                  <a:cubicBezTo>
                    <a:pt x="7" y="10"/>
                    <a:pt x="5" y="10"/>
                    <a:pt x="3" y="12"/>
                  </a:cubicBezTo>
                  <a:cubicBezTo>
                    <a:pt x="0" y="15"/>
                    <a:pt x="0" y="18"/>
                    <a:pt x="0" y="22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7" name="Freeform 67">
              <a:extLst>
                <a:ext uri="{FF2B5EF4-FFF2-40B4-BE49-F238E27FC236}">
                  <a16:creationId xmlns:a16="http://schemas.microsoft.com/office/drawing/2014/main" id="{43EB0BF2-53C9-4A4B-AD87-4EDFCBF7B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414"/>
              <a:ext cx="38" cy="72"/>
            </a:xfrm>
            <a:custGeom>
              <a:avLst/>
              <a:gdLst>
                <a:gd name="T0" fmla="*/ 225 w 15"/>
                <a:gd name="T1" fmla="*/ 0 h 27"/>
                <a:gd name="T2" fmla="*/ 225 w 15"/>
                <a:gd name="T3" fmla="*/ 285 h 27"/>
                <a:gd name="T4" fmla="*/ 0 w 15"/>
                <a:gd name="T5" fmla="*/ 512 h 27"/>
                <a:gd name="T6" fmla="*/ 147 w 15"/>
                <a:gd name="T7" fmla="*/ 341 h 27"/>
                <a:gd name="T8" fmla="*/ 193 w 15"/>
                <a:gd name="T9" fmla="*/ 2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14" y="0"/>
                  </a:moveTo>
                  <a:cubicBezTo>
                    <a:pt x="13" y="5"/>
                    <a:pt x="15" y="10"/>
                    <a:pt x="14" y="15"/>
                  </a:cubicBezTo>
                  <a:cubicBezTo>
                    <a:pt x="14" y="21"/>
                    <a:pt x="6" y="26"/>
                    <a:pt x="0" y="27"/>
                  </a:cubicBezTo>
                  <a:cubicBezTo>
                    <a:pt x="2" y="24"/>
                    <a:pt x="7" y="22"/>
                    <a:pt x="9" y="18"/>
                  </a:cubicBezTo>
                  <a:cubicBezTo>
                    <a:pt x="13" y="12"/>
                    <a:pt x="7" y="6"/>
                    <a:pt x="12" y="1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8" name="Freeform 68">
              <a:extLst>
                <a:ext uri="{FF2B5EF4-FFF2-40B4-BE49-F238E27FC236}">
                  <a16:creationId xmlns:a16="http://schemas.microsoft.com/office/drawing/2014/main" id="{B6BA1563-C840-4657-A6DD-D4DF5752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504"/>
              <a:ext cx="33" cy="30"/>
            </a:xfrm>
            <a:custGeom>
              <a:avLst/>
              <a:gdLst>
                <a:gd name="T0" fmla="*/ 0 w 13"/>
                <a:gd name="T1" fmla="*/ 104 h 11"/>
                <a:gd name="T2" fmla="*/ 213 w 13"/>
                <a:gd name="T3" fmla="*/ 0 h 11"/>
                <a:gd name="T4" fmla="*/ 117 w 13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5"/>
                  </a:moveTo>
                  <a:cubicBezTo>
                    <a:pt x="4" y="4"/>
                    <a:pt x="10" y="3"/>
                    <a:pt x="13" y="0"/>
                  </a:cubicBezTo>
                  <a:cubicBezTo>
                    <a:pt x="10" y="3"/>
                    <a:pt x="10" y="9"/>
                    <a:pt x="7" y="11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9" name="Freeform 69">
              <a:extLst>
                <a:ext uri="{FF2B5EF4-FFF2-40B4-BE49-F238E27FC236}">
                  <a16:creationId xmlns:a16="http://schemas.microsoft.com/office/drawing/2014/main" id="{4872ED33-63B0-47B0-B6B1-D0B036CA8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494"/>
              <a:ext cx="50" cy="40"/>
            </a:xfrm>
            <a:custGeom>
              <a:avLst/>
              <a:gdLst>
                <a:gd name="T0" fmla="*/ 158 w 20"/>
                <a:gd name="T1" fmla="*/ 0 h 15"/>
                <a:gd name="T2" fmla="*/ 33 w 20"/>
                <a:gd name="T3" fmla="*/ 35 h 15"/>
                <a:gd name="T4" fmla="*/ 0 w 20"/>
                <a:gd name="T5" fmla="*/ 285 h 15"/>
                <a:gd name="T6" fmla="*/ 125 w 20"/>
                <a:gd name="T7" fmla="*/ 171 h 15"/>
                <a:gd name="T8" fmla="*/ 238 w 20"/>
                <a:gd name="T9" fmla="*/ 171 h 15"/>
                <a:gd name="T10" fmla="*/ 313 w 20"/>
                <a:gd name="T11" fmla="*/ 171 h 15"/>
                <a:gd name="T12" fmla="*/ 175 w 2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">
                  <a:moveTo>
                    <a:pt x="10" y="0"/>
                  </a:moveTo>
                  <a:cubicBezTo>
                    <a:pt x="8" y="1"/>
                    <a:pt x="4" y="0"/>
                    <a:pt x="2" y="2"/>
                  </a:cubicBezTo>
                  <a:cubicBezTo>
                    <a:pt x="0" y="4"/>
                    <a:pt x="1" y="12"/>
                    <a:pt x="0" y="15"/>
                  </a:cubicBezTo>
                  <a:cubicBezTo>
                    <a:pt x="1" y="11"/>
                    <a:pt x="5" y="8"/>
                    <a:pt x="8" y="9"/>
                  </a:cubicBezTo>
                  <a:cubicBezTo>
                    <a:pt x="10" y="9"/>
                    <a:pt x="12" y="10"/>
                    <a:pt x="15" y="9"/>
                  </a:cubicBezTo>
                  <a:cubicBezTo>
                    <a:pt x="17" y="9"/>
                    <a:pt x="18" y="9"/>
                    <a:pt x="20" y="9"/>
                  </a:cubicBezTo>
                  <a:cubicBezTo>
                    <a:pt x="17" y="9"/>
                    <a:pt x="12" y="3"/>
                    <a:pt x="11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0" name="Freeform 70">
              <a:extLst>
                <a:ext uri="{FF2B5EF4-FFF2-40B4-BE49-F238E27FC236}">
                  <a16:creationId xmlns:a16="http://schemas.microsoft.com/office/drawing/2014/main" id="{8F5D04BA-CDE2-425B-988E-79D44C901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515"/>
              <a:ext cx="35" cy="69"/>
            </a:xfrm>
            <a:custGeom>
              <a:avLst/>
              <a:gdLst>
                <a:gd name="T0" fmla="*/ 20 w 14"/>
                <a:gd name="T1" fmla="*/ 56 h 26"/>
                <a:gd name="T2" fmla="*/ 95 w 14"/>
                <a:gd name="T3" fmla="*/ 260 h 26"/>
                <a:gd name="T4" fmla="*/ 0 w 14"/>
                <a:gd name="T5" fmla="*/ 374 h 26"/>
                <a:gd name="T6" fmla="*/ 50 w 14"/>
                <a:gd name="T7" fmla="*/ 486 h 26"/>
                <a:gd name="T8" fmla="*/ 208 w 14"/>
                <a:gd name="T9" fmla="*/ 451 h 26"/>
                <a:gd name="T10" fmla="*/ 145 w 14"/>
                <a:gd name="T11" fmla="*/ 191 h 26"/>
                <a:gd name="T12" fmla="*/ 208 w 14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6">
                  <a:moveTo>
                    <a:pt x="1" y="3"/>
                  </a:moveTo>
                  <a:cubicBezTo>
                    <a:pt x="7" y="4"/>
                    <a:pt x="7" y="9"/>
                    <a:pt x="6" y="14"/>
                  </a:cubicBezTo>
                  <a:cubicBezTo>
                    <a:pt x="6" y="18"/>
                    <a:pt x="5" y="20"/>
                    <a:pt x="0" y="20"/>
                  </a:cubicBezTo>
                  <a:cubicBezTo>
                    <a:pt x="2" y="22"/>
                    <a:pt x="2" y="24"/>
                    <a:pt x="3" y="26"/>
                  </a:cubicBezTo>
                  <a:cubicBezTo>
                    <a:pt x="6" y="25"/>
                    <a:pt x="10" y="23"/>
                    <a:pt x="13" y="24"/>
                  </a:cubicBezTo>
                  <a:cubicBezTo>
                    <a:pt x="14" y="19"/>
                    <a:pt x="8" y="15"/>
                    <a:pt x="9" y="10"/>
                  </a:cubicBezTo>
                  <a:cubicBezTo>
                    <a:pt x="9" y="7"/>
                    <a:pt x="12" y="3"/>
                    <a:pt x="13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1" name="Freeform 71">
              <a:extLst>
                <a:ext uri="{FF2B5EF4-FFF2-40B4-BE49-F238E27FC236}">
                  <a16:creationId xmlns:a16="http://schemas.microsoft.com/office/drawing/2014/main" id="{340A1CFF-0C60-4B5D-B2AB-EC79CD25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480"/>
              <a:ext cx="72" cy="48"/>
            </a:xfrm>
            <a:custGeom>
              <a:avLst/>
              <a:gdLst>
                <a:gd name="T0" fmla="*/ 74 w 29"/>
                <a:gd name="T1" fmla="*/ 0 h 18"/>
                <a:gd name="T2" fmla="*/ 62 w 29"/>
                <a:gd name="T3" fmla="*/ 115 h 18"/>
                <a:gd name="T4" fmla="*/ 0 w 29"/>
                <a:gd name="T5" fmla="*/ 192 h 18"/>
                <a:gd name="T6" fmla="*/ 62 w 29"/>
                <a:gd name="T7" fmla="*/ 341 h 18"/>
                <a:gd name="T8" fmla="*/ 184 w 29"/>
                <a:gd name="T9" fmla="*/ 248 h 18"/>
                <a:gd name="T10" fmla="*/ 353 w 29"/>
                <a:gd name="T11" fmla="*/ 248 h 18"/>
                <a:gd name="T12" fmla="*/ 432 w 29"/>
                <a:gd name="T13" fmla="*/ 93 h 18"/>
                <a:gd name="T14" fmla="*/ 320 w 29"/>
                <a:gd name="T15" fmla="*/ 192 h 18"/>
                <a:gd name="T16" fmla="*/ 184 w 29"/>
                <a:gd name="T17" fmla="*/ 77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8">
                  <a:moveTo>
                    <a:pt x="5" y="0"/>
                  </a:moveTo>
                  <a:cubicBezTo>
                    <a:pt x="4" y="1"/>
                    <a:pt x="5" y="4"/>
                    <a:pt x="4" y="6"/>
                  </a:cubicBezTo>
                  <a:cubicBezTo>
                    <a:pt x="3" y="7"/>
                    <a:pt x="1" y="9"/>
                    <a:pt x="0" y="10"/>
                  </a:cubicBezTo>
                  <a:cubicBezTo>
                    <a:pt x="2" y="12"/>
                    <a:pt x="2" y="16"/>
                    <a:pt x="4" y="18"/>
                  </a:cubicBezTo>
                  <a:cubicBezTo>
                    <a:pt x="7" y="16"/>
                    <a:pt x="8" y="14"/>
                    <a:pt x="12" y="13"/>
                  </a:cubicBezTo>
                  <a:cubicBezTo>
                    <a:pt x="15" y="12"/>
                    <a:pt x="19" y="13"/>
                    <a:pt x="23" y="13"/>
                  </a:cubicBezTo>
                  <a:cubicBezTo>
                    <a:pt x="29" y="14"/>
                    <a:pt x="29" y="11"/>
                    <a:pt x="28" y="5"/>
                  </a:cubicBezTo>
                  <a:cubicBezTo>
                    <a:pt x="27" y="8"/>
                    <a:pt x="25" y="10"/>
                    <a:pt x="21" y="10"/>
                  </a:cubicBezTo>
                  <a:cubicBezTo>
                    <a:pt x="17" y="10"/>
                    <a:pt x="15" y="6"/>
                    <a:pt x="12" y="4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2" name="Freeform 72">
              <a:extLst>
                <a:ext uri="{FF2B5EF4-FFF2-40B4-BE49-F238E27FC236}">
                  <a16:creationId xmlns:a16="http://schemas.microsoft.com/office/drawing/2014/main" id="{80955ADB-F52D-433A-A4FB-1E983F436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398"/>
              <a:ext cx="73" cy="74"/>
            </a:xfrm>
            <a:custGeom>
              <a:avLst/>
              <a:gdLst>
                <a:gd name="T0" fmla="*/ 0 w 29"/>
                <a:gd name="T1" fmla="*/ 280 h 28"/>
                <a:gd name="T2" fmla="*/ 33 w 29"/>
                <a:gd name="T3" fmla="*/ 518 h 28"/>
                <a:gd name="T4" fmla="*/ 176 w 29"/>
                <a:gd name="T5" fmla="*/ 370 h 28"/>
                <a:gd name="T6" fmla="*/ 463 w 29"/>
                <a:gd name="T7" fmla="*/ 77 h 28"/>
                <a:gd name="T8" fmla="*/ 347 w 29"/>
                <a:gd name="T9" fmla="*/ 0 h 28"/>
                <a:gd name="T10" fmla="*/ 126 w 29"/>
                <a:gd name="T11" fmla="*/ 18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8">
                  <a:moveTo>
                    <a:pt x="0" y="15"/>
                  </a:moveTo>
                  <a:cubicBezTo>
                    <a:pt x="0" y="19"/>
                    <a:pt x="2" y="23"/>
                    <a:pt x="2" y="28"/>
                  </a:cubicBezTo>
                  <a:cubicBezTo>
                    <a:pt x="3" y="23"/>
                    <a:pt x="5" y="20"/>
                    <a:pt x="11" y="20"/>
                  </a:cubicBezTo>
                  <a:cubicBezTo>
                    <a:pt x="11" y="9"/>
                    <a:pt x="22" y="9"/>
                    <a:pt x="29" y="4"/>
                  </a:cubicBezTo>
                  <a:cubicBezTo>
                    <a:pt x="27" y="3"/>
                    <a:pt x="24" y="2"/>
                    <a:pt x="22" y="0"/>
                  </a:cubicBezTo>
                  <a:cubicBezTo>
                    <a:pt x="17" y="3"/>
                    <a:pt x="15" y="8"/>
                    <a:pt x="8" y="1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3" name="Freeform 73">
              <a:extLst>
                <a:ext uri="{FF2B5EF4-FFF2-40B4-BE49-F238E27FC236}">
                  <a16:creationId xmlns:a16="http://schemas.microsoft.com/office/drawing/2014/main" id="{5990D012-66AF-4929-BED2-F42D5E582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472"/>
              <a:ext cx="42" cy="32"/>
            </a:xfrm>
            <a:custGeom>
              <a:avLst/>
              <a:gdLst>
                <a:gd name="T0" fmla="*/ 30 w 17"/>
                <a:gd name="T1" fmla="*/ 0 h 12"/>
                <a:gd name="T2" fmla="*/ 0 w 17"/>
                <a:gd name="T3" fmla="*/ 227 h 12"/>
                <a:gd name="T4" fmla="*/ 225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2" y="0"/>
                  </a:moveTo>
                  <a:cubicBezTo>
                    <a:pt x="7" y="2"/>
                    <a:pt x="2" y="9"/>
                    <a:pt x="0" y="12"/>
                  </a:cubicBezTo>
                  <a:cubicBezTo>
                    <a:pt x="7" y="12"/>
                    <a:pt x="17" y="10"/>
                    <a:pt x="15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4" name="Freeform 74">
              <a:extLst>
                <a:ext uri="{FF2B5EF4-FFF2-40B4-BE49-F238E27FC236}">
                  <a16:creationId xmlns:a16="http://schemas.microsoft.com/office/drawing/2014/main" id="{D451B3A4-3414-42D1-8D94-C4DAB2B42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400"/>
              <a:ext cx="48" cy="59"/>
            </a:xfrm>
            <a:custGeom>
              <a:avLst/>
              <a:gdLst>
                <a:gd name="T0" fmla="*/ 179 w 19"/>
                <a:gd name="T1" fmla="*/ 0 h 22"/>
                <a:gd name="T2" fmla="*/ 20 w 19"/>
                <a:gd name="T3" fmla="*/ 35 h 22"/>
                <a:gd name="T4" fmla="*/ 51 w 19"/>
                <a:gd name="T5" fmla="*/ 252 h 22"/>
                <a:gd name="T6" fmla="*/ 83 w 19"/>
                <a:gd name="T7" fmla="*/ 424 h 22"/>
                <a:gd name="T8" fmla="*/ 83 w 19"/>
                <a:gd name="T9" fmla="*/ 193 h 22"/>
                <a:gd name="T10" fmla="*/ 222 w 19"/>
                <a:gd name="T11" fmla="*/ 252 h 22"/>
                <a:gd name="T12" fmla="*/ 306 w 19"/>
                <a:gd name="T13" fmla="*/ 215 h 22"/>
                <a:gd name="T14" fmla="*/ 255 w 19"/>
                <a:gd name="T15" fmla="*/ 150 h 22"/>
                <a:gd name="T16" fmla="*/ 210 w 19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2">
                  <a:moveTo>
                    <a:pt x="11" y="0"/>
                  </a:moveTo>
                  <a:cubicBezTo>
                    <a:pt x="8" y="0"/>
                    <a:pt x="2" y="0"/>
                    <a:pt x="1" y="2"/>
                  </a:cubicBezTo>
                  <a:cubicBezTo>
                    <a:pt x="0" y="5"/>
                    <a:pt x="2" y="10"/>
                    <a:pt x="3" y="13"/>
                  </a:cubicBezTo>
                  <a:cubicBezTo>
                    <a:pt x="3" y="15"/>
                    <a:pt x="3" y="20"/>
                    <a:pt x="5" y="22"/>
                  </a:cubicBezTo>
                  <a:cubicBezTo>
                    <a:pt x="6" y="19"/>
                    <a:pt x="2" y="13"/>
                    <a:pt x="5" y="10"/>
                  </a:cubicBezTo>
                  <a:cubicBezTo>
                    <a:pt x="9" y="8"/>
                    <a:pt x="11" y="12"/>
                    <a:pt x="14" y="13"/>
                  </a:cubicBezTo>
                  <a:cubicBezTo>
                    <a:pt x="15" y="13"/>
                    <a:pt x="19" y="13"/>
                    <a:pt x="19" y="11"/>
                  </a:cubicBezTo>
                  <a:cubicBezTo>
                    <a:pt x="19" y="10"/>
                    <a:pt x="17" y="9"/>
                    <a:pt x="16" y="8"/>
                  </a:cubicBezTo>
                  <a:cubicBezTo>
                    <a:pt x="14" y="6"/>
                    <a:pt x="12" y="4"/>
                    <a:pt x="13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" name="Freeform 75">
              <a:extLst>
                <a:ext uri="{FF2B5EF4-FFF2-40B4-BE49-F238E27FC236}">
                  <a16:creationId xmlns:a16="http://schemas.microsoft.com/office/drawing/2014/main" id="{B2574F65-E095-4AD4-84B4-E4439524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443"/>
              <a:ext cx="72" cy="96"/>
            </a:xfrm>
            <a:custGeom>
              <a:avLst/>
              <a:gdLst>
                <a:gd name="T0" fmla="*/ 184 w 29"/>
                <a:gd name="T1" fmla="*/ 35 h 36"/>
                <a:gd name="T2" fmla="*/ 104 w 29"/>
                <a:gd name="T3" fmla="*/ 341 h 36"/>
                <a:gd name="T4" fmla="*/ 92 w 29"/>
                <a:gd name="T5" fmla="*/ 491 h 36"/>
                <a:gd name="T6" fmla="*/ 0 w 29"/>
                <a:gd name="T7" fmla="*/ 627 h 36"/>
                <a:gd name="T8" fmla="*/ 137 w 29"/>
                <a:gd name="T9" fmla="*/ 683 h 36"/>
                <a:gd name="T10" fmla="*/ 228 w 29"/>
                <a:gd name="T11" fmla="*/ 627 h 36"/>
                <a:gd name="T12" fmla="*/ 432 w 29"/>
                <a:gd name="T13" fmla="*/ 477 h 36"/>
                <a:gd name="T14" fmla="*/ 320 w 29"/>
                <a:gd name="T15" fmla="*/ 477 h 36"/>
                <a:gd name="T16" fmla="*/ 258 w 29"/>
                <a:gd name="T17" fmla="*/ 341 h 36"/>
                <a:gd name="T18" fmla="*/ 320 w 29"/>
                <a:gd name="T19" fmla="*/ 136 h 36"/>
                <a:gd name="T20" fmla="*/ 340 w 29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36">
                  <a:moveTo>
                    <a:pt x="12" y="2"/>
                  </a:moveTo>
                  <a:cubicBezTo>
                    <a:pt x="13" y="9"/>
                    <a:pt x="8" y="12"/>
                    <a:pt x="7" y="18"/>
                  </a:cubicBezTo>
                  <a:cubicBezTo>
                    <a:pt x="6" y="21"/>
                    <a:pt x="7" y="23"/>
                    <a:pt x="6" y="26"/>
                  </a:cubicBezTo>
                  <a:cubicBezTo>
                    <a:pt x="5" y="30"/>
                    <a:pt x="2" y="30"/>
                    <a:pt x="0" y="33"/>
                  </a:cubicBezTo>
                  <a:cubicBezTo>
                    <a:pt x="3" y="33"/>
                    <a:pt x="5" y="35"/>
                    <a:pt x="9" y="36"/>
                  </a:cubicBezTo>
                  <a:cubicBezTo>
                    <a:pt x="13" y="36"/>
                    <a:pt x="12" y="35"/>
                    <a:pt x="15" y="33"/>
                  </a:cubicBezTo>
                  <a:cubicBezTo>
                    <a:pt x="17" y="30"/>
                    <a:pt x="29" y="30"/>
                    <a:pt x="28" y="25"/>
                  </a:cubicBezTo>
                  <a:cubicBezTo>
                    <a:pt x="26" y="26"/>
                    <a:pt x="24" y="26"/>
                    <a:pt x="21" y="25"/>
                  </a:cubicBezTo>
                  <a:cubicBezTo>
                    <a:pt x="18" y="23"/>
                    <a:pt x="16" y="22"/>
                    <a:pt x="17" y="18"/>
                  </a:cubicBezTo>
                  <a:cubicBezTo>
                    <a:pt x="17" y="14"/>
                    <a:pt x="19" y="11"/>
                    <a:pt x="21" y="7"/>
                  </a:cubicBezTo>
                  <a:cubicBezTo>
                    <a:pt x="22" y="4"/>
                    <a:pt x="22" y="2"/>
                    <a:pt x="22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6" name="Freeform 76">
              <a:extLst>
                <a:ext uri="{FF2B5EF4-FFF2-40B4-BE49-F238E27FC236}">
                  <a16:creationId xmlns:a16="http://schemas.microsoft.com/office/drawing/2014/main" id="{388FBC71-31B1-41C2-9F63-AD2C4627A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536"/>
              <a:ext cx="35" cy="59"/>
            </a:xfrm>
            <a:custGeom>
              <a:avLst/>
              <a:gdLst>
                <a:gd name="T0" fmla="*/ 0 w 14"/>
                <a:gd name="T1" fmla="*/ 80 h 22"/>
                <a:gd name="T2" fmla="*/ 83 w 14"/>
                <a:gd name="T3" fmla="*/ 231 h 22"/>
                <a:gd name="T4" fmla="*/ 95 w 14"/>
                <a:gd name="T5" fmla="*/ 424 h 22"/>
                <a:gd name="T6" fmla="*/ 113 w 14"/>
                <a:gd name="T7" fmla="*/ 287 h 22"/>
                <a:gd name="T8" fmla="*/ 175 w 14"/>
                <a:gd name="T9" fmla="*/ 193 h 22"/>
                <a:gd name="T10" fmla="*/ 188 w 14"/>
                <a:gd name="T11" fmla="*/ 94 h 22"/>
                <a:gd name="T12" fmla="*/ 220 w 14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0" y="4"/>
                  </a:moveTo>
                  <a:cubicBezTo>
                    <a:pt x="1" y="7"/>
                    <a:pt x="3" y="9"/>
                    <a:pt x="5" y="12"/>
                  </a:cubicBezTo>
                  <a:cubicBezTo>
                    <a:pt x="6" y="15"/>
                    <a:pt x="7" y="18"/>
                    <a:pt x="6" y="22"/>
                  </a:cubicBezTo>
                  <a:cubicBezTo>
                    <a:pt x="6" y="19"/>
                    <a:pt x="6" y="17"/>
                    <a:pt x="7" y="15"/>
                  </a:cubicBezTo>
                  <a:cubicBezTo>
                    <a:pt x="8" y="13"/>
                    <a:pt x="10" y="12"/>
                    <a:pt x="11" y="10"/>
                  </a:cubicBezTo>
                  <a:cubicBezTo>
                    <a:pt x="12" y="9"/>
                    <a:pt x="11" y="7"/>
                    <a:pt x="12" y="5"/>
                  </a:cubicBezTo>
                  <a:cubicBezTo>
                    <a:pt x="12" y="4"/>
                    <a:pt x="14" y="2"/>
                    <a:pt x="14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7" name="Freeform 77">
              <a:extLst>
                <a:ext uri="{FF2B5EF4-FFF2-40B4-BE49-F238E27FC236}">
                  <a16:creationId xmlns:a16="http://schemas.microsoft.com/office/drawing/2014/main" id="{81282DF4-DE47-402E-87D4-49FC6B1F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672"/>
              <a:ext cx="43" cy="51"/>
            </a:xfrm>
            <a:custGeom>
              <a:avLst/>
              <a:gdLst>
                <a:gd name="T0" fmla="*/ 0 w 17"/>
                <a:gd name="T1" fmla="*/ 0 h 19"/>
                <a:gd name="T2" fmla="*/ 83 w 17"/>
                <a:gd name="T3" fmla="*/ 150 h 19"/>
                <a:gd name="T4" fmla="*/ 83 w 17"/>
                <a:gd name="T5" fmla="*/ 368 h 19"/>
                <a:gd name="T6" fmla="*/ 129 w 17"/>
                <a:gd name="T7" fmla="*/ 309 h 19"/>
                <a:gd name="T8" fmla="*/ 276 w 17"/>
                <a:gd name="T9" fmla="*/ 231 h 19"/>
                <a:gd name="T10" fmla="*/ 210 w 17"/>
                <a:gd name="T11" fmla="*/ 5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4" y="2"/>
                    <a:pt x="5" y="5"/>
                    <a:pt x="5" y="8"/>
                  </a:cubicBezTo>
                  <a:cubicBezTo>
                    <a:pt x="6" y="12"/>
                    <a:pt x="3" y="17"/>
                    <a:pt x="5" y="19"/>
                  </a:cubicBezTo>
                  <a:cubicBezTo>
                    <a:pt x="6" y="19"/>
                    <a:pt x="7" y="17"/>
                    <a:pt x="8" y="16"/>
                  </a:cubicBezTo>
                  <a:cubicBezTo>
                    <a:pt x="11" y="14"/>
                    <a:pt x="14" y="14"/>
                    <a:pt x="17" y="12"/>
                  </a:cubicBezTo>
                  <a:cubicBezTo>
                    <a:pt x="16" y="9"/>
                    <a:pt x="13" y="7"/>
                    <a:pt x="13" y="3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8" name="Freeform 78">
              <a:extLst>
                <a:ext uri="{FF2B5EF4-FFF2-40B4-BE49-F238E27FC236}">
                  <a16:creationId xmlns:a16="http://schemas.microsoft.com/office/drawing/2014/main" id="{30619D88-30B1-401D-8EF1-8A31E81FE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614"/>
              <a:ext cx="70" cy="45"/>
            </a:xfrm>
            <a:custGeom>
              <a:avLst/>
              <a:gdLst>
                <a:gd name="T0" fmla="*/ 0 w 28"/>
                <a:gd name="T1" fmla="*/ 132 h 17"/>
                <a:gd name="T2" fmla="*/ 158 w 28"/>
                <a:gd name="T3" fmla="*/ 0 h 17"/>
                <a:gd name="T4" fmla="*/ 425 w 28"/>
                <a:gd name="T5" fmla="*/ 0 h 17"/>
                <a:gd name="T6" fmla="*/ 425 w 28"/>
                <a:gd name="T7" fmla="*/ 183 h 17"/>
                <a:gd name="T8" fmla="*/ 188 w 28"/>
                <a:gd name="T9" fmla="*/ 315 h 17"/>
                <a:gd name="T10" fmla="*/ 208 w 28"/>
                <a:gd name="T11" fmla="*/ 169 h 17"/>
                <a:gd name="T12" fmla="*/ 95 w 28"/>
                <a:gd name="T13" fmla="*/ 9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7">
                  <a:moveTo>
                    <a:pt x="0" y="7"/>
                  </a:moveTo>
                  <a:cubicBezTo>
                    <a:pt x="4" y="5"/>
                    <a:pt x="7" y="3"/>
                    <a:pt x="10" y="0"/>
                  </a:cubicBezTo>
                  <a:cubicBezTo>
                    <a:pt x="15" y="3"/>
                    <a:pt x="22" y="1"/>
                    <a:pt x="27" y="0"/>
                  </a:cubicBezTo>
                  <a:cubicBezTo>
                    <a:pt x="28" y="3"/>
                    <a:pt x="27" y="7"/>
                    <a:pt x="27" y="10"/>
                  </a:cubicBezTo>
                  <a:cubicBezTo>
                    <a:pt x="21" y="11"/>
                    <a:pt x="16" y="14"/>
                    <a:pt x="12" y="17"/>
                  </a:cubicBezTo>
                  <a:cubicBezTo>
                    <a:pt x="14" y="15"/>
                    <a:pt x="15" y="11"/>
                    <a:pt x="13" y="9"/>
                  </a:cubicBezTo>
                  <a:cubicBezTo>
                    <a:pt x="11" y="7"/>
                    <a:pt x="6" y="8"/>
                    <a:pt x="6" y="5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9" name="Freeform 79">
              <a:extLst>
                <a:ext uri="{FF2B5EF4-FFF2-40B4-BE49-F238E27FC236}">
                  <a16:creationId xmlns:a16="http://schemas.microsoft.com/office/drawing/2014/main" id="{9E2CF4EC-04D1-49C0-9A20-3096806C8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720"/>
              <a:ext cx="55" cy="64"/>
            </a:xfrm>
            <a:custGeom>
              <a:avLst/>
              <a:gdLst>
                <a:gd name="T0" fmla="*/ 0 w 22"/>
                <a:gd name="T1" fmla="*/ 205 h 24"/>
                <a:gd name="T2" fmla="*/ 250 w 22"/>
                <a:gd name="T3" fmla="*/ 285 h 24"/>
                <a:gd name="T4" fmla="*/ 283 w 22"/>
                <a:gd name="T5" fmla="*/ 397 h 24"/>
                <a:gd name="T6" fmla="*/ 283 w 22"/>
                <a:gd name="T7" fmla="*/ 456 h 24"/>
                <a:gd name="T8" fmla="*/ 313 w 22"/>
                <a:gd name="T9" fmla="*/ 136 h 24"/>
                <a:gd name="T10" fmla="*/ 283 w 22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0" y="11"/>
                  </a:moveTo>
                  <a:cubicBezTo>
                    <a:pt x="5" y="9"/>
                    <a:pt x="13" y="8"/>
                    <a:pt x="16" y="15"/>
                  </a:cubicBezTo>
                  <a:cubicBezTo>
                    <a:pt x="16" y="17"/>
                    <a:pt x="16" y="19"/>
                    <a:pt x="18" y="21"/>
                  </a:cubicBezTo>
                  <a:cubicBezTo>
                    <a:pt x="18" y="22"/>
                    <a:pt x="18" y="23"/>
                    <a:pt x="18" y="24"/>
                  </a:cubicBezTo>
                  <a:cubicBezTo>
                    <a:pt x="19" y="18"/>
                    <a:pt x="22" y="12"/>
                    <a:pt x="20" y="7"/>
                  </a:cubicBezTo>
                  <a:cubicBezTo>
                    <a:pt x="20" y="5"/>
                    <a:pt x="18" y="0"/>
                    <a:pt x="18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0" name="Freeform 80">
              <a:extLst>
                <a:ext uri="{FF2B5EF4-FFF2-40B4-BE49-F238E27FC236}">
                  <a16:creationId xmlns:a16="http://schemas.microsoft.com/office/drawing/2014/main" id="{C168E833-D932-4E76-9103-CFD09D29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760"/>
              <a:ext cx="43" cy="32"/>
            </a:xfrm>
            <a:custGeom>
              <a:avLst/>
              <a:gdLst>
                <a:gd name="T0" fmla="*/ 0 w 17"/>
                <a:gd name="T1" fmla="*/ 56 h 12"/>
                <a:gd name="T2" fmla="*/ 96 w 17"/>
                <a:gd name="T3" fmla="*/ 115 h 12"/>
                <a:gd name="T4" fmla="*/ 129 w 17"/>
                <a:gd name="T5" fmla="*/ 205 h 12"/>
                <a:gd name="T6" fmla="*/ 225 w 17"/>
                <a:gd name="T7" fmla="*/ 227 h 12"/>
                <a:gd name="T8" fmla="*/ 276 w 1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0" y="3"/>
                  </a:moveTo>
                  <a:cubicBezTo>
                    <a:pt x="1" y="5"/>
                    <a:pt x="4" y="5"/>
                    <a:pt x="6" y="6"/>
                  </a:cubicBezTo>
                  <a:cubicBezTo>
                    <a:pt x="7" y="7"/>
                    <a:pt x="7" y="10"/>
                    <a:pt x="8" y="11"/>
                  </a:cubicBezTo>
                  <a:cubicBezTo>
                    <a:pt x="10" y="12"/>
                    <a:pt x="13" y="11"/>
                    <a:pt x="14" y="12"/>
                  </a:cubicBezTo>
                  <a:cubicBezTo>
                    <a:pt x="15" y="9"/>
                    <a:pt x="17" y="2"/>
                    <a:pt x="17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1" name="Freeform 81">
              <a:extLst>
                <a:ext uri="{FF2B5EF4-FFF2-40B4-BE49-F238E27FC236}">
                  <a16:creationId xmlns:a16="http://schemas.microsoft.com/office/drawing/2014/main" id="{B89886DB-9208-4159-96C2-A0C6964EC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790"/>
              <a:ext cx="205" cy="120"/>
            </a:xfrm>
            <a:custGeom>
              <a:avLst/>
              <a:gdLst>
                <a:gd name="T0" fmla="*/ 0 w 82"/>
                <a:gd name="T1" fmla="*/ 853 h 45"/>
                <a:gd name="T2" fmla="*/ 238 w 82"/>
                <a:gd name="T3" fmla="*/ 819 h 45"/>
                <a:gd name="T4" fmla="*/ 425 w 82"/>
                <a:gd name="T5" fmla="*/ 739 h 45"/>
                <a:gd name="T6" fmla="*/ 488 w 82"/>
                <a:gd name="T7" fmla="*/ 589 h 45"/>
                <a:gd name="T8" fmla="*/ 688 w 82"/>
                <a:gd name="T9" fmla="*/ 547 h 45"/>
                <a:gd name="T10" fmla="*/ 895 w 82"/>
                <a:gd name="T11" fmla="*/ 704 h 45"/>
                <a:gd name="T12" fmla="*/ 925 w 82"/>
                <a:gd name="T13" fmla="*/ 776 h 45"/>
                <a:gd name="T14" fmla="*/ 1113 w 82"/>
                <a:gd name="T15" fmla="*/ 832 h 45"/>
                <a:gd name="T16" fmla="*/ 1113 w 82"/>
                <a:gd name="T17" fmla="*/ 477 h 45"/>
                <a:gd name="T18" fmla="*/ 1283 w 82"/>
                <a:gd name="T19" fmla="*/ 285 h 45"/>
                <a:gd name="T20" fmla="*/ 1145 w 82"/>
                <a:gd name="T21" fmla="*/ 0 h 45"/>
                <a:gd name="T22" fmla="*/ 925 w 82"/>
                <a:gd name="T23" fmla="*/ 397 h 45"/>
                <a:gd name="T24" fmla="*/ 750 w 82"/>
                <a:gd name="T25" fmla="*/ 285 h 45"/>
                <a:gd name="T26" fmla="*/ 675 w 82"/>
                <a:gd name="T27" fmla="*/ 149 h 45"/>
                <a:gd name="T28" fmla="*/ 595 w 82"/>
                <a:gd name="T29" fmla="*/ 397 h 45"/>
                <a:gd name="T30" fmla="*/ 458 w 82"/>
                <a:gd name="T31" fmla="*/ 435 h 45"/>
                <a:gd name="T32" fmla="*/ 313 w 82"/>
                <a:gd name="T33" fmla="*/ 491 h 45"/>
                <a:gd name="T34" fmla="*/ 300 w 82"/>
                <a:gd name="T35" fmla="*/ 605 h 45"/>
                <a:gd name="T36" fmla="*/ 250 w 82"/>
                <a:gd name="T37" fmla="*/ 704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45">
                  <a:moveTo>
                    <a:pt x="0" y="45"/>
                  </a:moveTo>
                  <a:cubicBezTo>
                    <a:pt x="5" y="45"/>
                    <a:pt x="10" y="44"/>
                    <a:pt x="15" y="43"/>
                  </a:cubicBezTo>
                  <a:cubicBezTo>
                    <a:pt x="19" y="42"/>
                    <a:pt x="24" y="42"/>
                    <a:pt x="27" y="39"/>
                  </a:cubicBezTo>
                  <a:cubicBezTo>
                    <a:pt x="29" y="37"/>
                    <a:pt x="28" y="33"/>
                    <a:pt x="31" y="31"/>
                  </a:cubicBezTo>
                  <a:cubicBezTo>
                    <a:pt x="34" y="29"/>
                    <a:pt x="40" y="29"/>
                    <a:pt x="44" y="29"/>
                  </a:cubicBezTo>
                  <a:cubicBezTo>
                    <a:pt x="50" y="30"/>
                    <a:pt x="55" y="31"/>
                    <a:pt x="57" y="37"/>
                  </a:cubicBezTo>
                  <a:cubicBezTo>
                    <a:pt x="58" y="39"/>
                    <a:pt x="58" y="40"/>
                    <a:pt x="59" y="41"/>
                  </a:cubicBezTo>
                  <a:cubicBezTo>
                    <a:pt x="63" y="42"/>
                    <a:pt x="68" y="42"/>
                    <a:pt x="71" y="44"/>
                  </a:cubicBezTo>
                  <a:cubicBezTo>
                    <a:pt x="66" y="38"/>
                    <a:pt x="67" y="31"/>
                    <a:pt x="71" y="25"/>
                  </a:cubicBezTo>
                  <a:cubicBezTo>
                    <a:pt x="73" y="21"/>
                    <a:pt x="77" y="15"/>
                    <a:pt x="82" y="15"/>
                  </a:cubicBezTo>
                  <a:cubicBezTo>
                    <a:pt x="78" y="11"/>
                    <a:pt x="75" y="5"/>
                    <a:pt x="73" y="0"/>
                  </a:cubicBezTo>
                  <a:cubicBezTo>
                    <a:pt x="66" y="5"/>
                    <a:pt x="69" y="21"/>
                    <a:pt x="59" y="21"/>
                  </a:cubicBezTo>
                  <a:cubicBezTo>
                    <a:pt x="53" y="22"/>
                    <a:pt x="51" y="20"/>
                    <a:pt x="48" y="15"/>
                  </a:cubicBezTo>
                  <a:cubicBezTo>
                    <a:pt x="47" y="12"/>
                    <a:pt x="44" y="10"/>
                    <a:pt x="43" y="8"/>
                  </a:cubicBezTo>
                  <a:cubicBezTo>
                    <a:pt x="43" y="13"/>
                    <a:pt x="42" y="18"/>
                    <a:pt x="38" y="21"/>
                  </a:cubicBezTo>
                  <a:cubicBezTo>
                    <a:pt x="35" y="23"/>
                    <a:pt x="32" y="23"/>
                    <a:pt x="29" y="23"/>
                  </a:cubicBezTo>
                  <a:cubicBezTo>
                    <a:pt x="26" y="24"/>
                    <a:pt x="22" y="27"/>
                    <a:pt x="20" y="26"/>
                  </a:cubicBezTo>
                  <a:cubicBezTo>
                    <a:pt x="20" y="28"/>
                    <a:pt x="20" y="30"/>
                    <a:pt x="19" y="32"/>
                  </a:cubicBezTo>
                  <a:cubicBezTo>
                    <a:pt x="19" y="35"/>
                    <a:pt x="18" y="35"/>
                    <a:pt x="16" y="37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2" name="Freeform 82">
              <a:extLst>
                <a:ext uri="{FF2B5EF4-FFF2-40B4-BE49-F238E27FC236}">
                  <a16:creationId xmlns:a16="http://schemas.microsoft.com/office/drawing/2014/main" id="{D926346A-CA3C-4C57-A658-DDAAC2415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819"/>
              <a:ext cx="75" cy="72"/>
            </a:xfrm>
            <a:custGeom>
              <a:avLst/>
              <a:gdLst>
                <a:gd name="T0" fmla="*/ 0 w 30"/>
                <a:gd name="T1" fmla="*/ 136 h 27"/>
                <a:gd name="T2" fmla="*/ 250 w 30"/>
                <a:gd name="T3" fmla="*/ 512 h 27"/>
                <a:gd name="T4" fmla="*/ 458 w 30"/>
                <a:gd name="T5" fmla="*/ 307 h 27"/>
                <a:gd name="T6" fmla="*/ 458 w 30"/>
                <a:gd name="T7" fmla="*/ 227 h 27"/>
                <a:gd name="T8" fmla="*/ 470 w 30"/>
                <a:gd name="T9" fmla="*/ 136 h 27"/>
                <a:gd name="T10" fmla="*/ 375 w 30"/>
                <a:gd name="T11" fmla="*/ 77 h 27"/>
                <a:gd name="T12" fmla="*/ 270 w 3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0" y="7"/>
                  </a:moveTo>
                  <a:cubicBezTo>
                    <a:pt x="4" y="15"/>
                    <a:pt x="19" y="14"/>
                    <a:pt x="16" y="27"/>
                  </a:cubicBezTo>
                  <a:cubicBezTo>
                    <a:pt x="17" y="21"/>
                    <a:pt x="24" y="18"/>
                    <a:pt x="29" y="16"/>
                  </a:cubicBezTo>
                  <a:cubicBezTo>
                    <a:pt x="29" y="15"/>
                    <a:pt x="28" y="13"/>
                    <a:pt x="29" y="12"/>
                  </a:cubicBezTo>
                  <a:cubicBezTo>
                    <a:pt x="29" y="11"/>
                    <a:pt x="30" y="8"/>
                    <a:pt x="30" y="7"/>
                  </a:cubicBezTo>
                  <a:cubicBezTo>
                    <a:pt x="29" y="5"/>
                    <a:pt x="26" y="5"/>
                    <a:pt x="24" y="4"/>
                  </a:cubicBezTo>
                  <a:cubicBezTo>
                    <a:pt x="22" y="2"/>
                    <a:pt x="19" y="1"/>
                    <a:pt x="17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3" name="Freeform 83">
              <a:extLst>
                <a:ext uri="{FF2B5EF4-FFF2-40B4-BE49-F238E27FC236}">
                  <a16:creationId xmlns:a16="http://schemas.microsoft.com/office/drawing/2014/main" id="{00383754-CC00-4C05-8813-CC4EFE64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715"/>
              <a:ext cx="102" cy="107"/>
            </a:xfrm>
            <a:custGeom>
              <a:avLst/>
              <a:gdLst>
                <a:gd name="T0" fmla="*/ 30 w 41"/>
                <a:gd name="T1" fmla="*/ 457 h 40"/>
                <a:gd name="T2" fmla="*/ 0 w 41"/>
                <a:gd name="T3" fmla="*/ 765 h 40"/>
                <a:gd name="T4" fmla="*/ 124 w 41"/>
                <a:gd name="T5" fmla="*/ 559 h 40"/>
                <a:gd name="T6" fmla="*/ 229 w 41"/>
                <a:gd name="T7" fmla="*/ 559 h 40"/>
                <a:gd name="T8" fmla="*/ 341 w 41"/>
                <a:gd name="T9" fmla="*/ 401 h 40"/>
                <a:gd name="T10" fmla="*/ 465 w 41"/>
                <a:gd name="T11" fmla="*/ 308 h 40"/>
                <a:gd name="T12" fmla="*/ 632 w 41"/>
                <a:gd name="T13" fmla="*/ 286 h 40"/>
                <a:gd name="T14" fmla="*/ 508 w 41"/>
                <a:gd name="T15" fmla="*/ 136 h 40"/>
                <a:gd name="T16" fmla="*/ 445 w 41"/>
                <a:gd name="T17" fmla="*/ 0 h 40"/>
                <a:gd name="T18" fmla="*/ 353 w 41"/>
                <a:gd name="T19" fmla="*/ 94 h 40"/>
                <a:gd name="T20" fmla="*/ 279 w 41"/>
                <a:gd name="T21" fmla="*/ 23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40">
                  <a:moveTo>
                    <a:pt x="2" y="24"/>
                  </a:moveTo>
                  <a:cubicBezTo>
                    <a:pt x="5" y="28"/>
                    <a:pt x="3" y="37"/>
                    <a:pt x="0" y="40"/>
                  </a:cubicBezTo>
                  <a:cubicBezTo>
                    <a:pt x="1" y="37"/>
                    <a:pt x="5" y="29"/>
                    <a:pt x="8" y="29"/>
                  </a:cubicBezTo>
                  <a:cubicBezTo>
                    <a:pt x="12" y="29"/>
                    <a:pt x="13" y="32"/>
                    <a:pt x="15" y="29"/>
                  </a:cubicBezTo>
                  <a:cubicBezTo>
                    <a:pt x="18" y="27"/>
                    <a:pt x="19" y="24"/>
                    <a:pt x="22" y="21"/>
                  </a:cubicBezTo>
                  <a:cubicBezTo>
                    <a:pt x="24" y="19"/>
                    <a:pt x="27" y="17"/>
                    <a:pt x="30" y="16"/>
                  </a:cubicBezTo>
                  <a:cubicBezTo>
                    <a:pt x="34" y="15"/>
                    <a:pt x="37" y="16"/>
                    <a:pt x="41" y="15"/>
                  </a:cubicBezTo>
                  <a:cubicBezTo>
                    <a:pt x="38" y="13"/>
                    <a:pt x="35" y="10"/>
                    <a:pt x="33" y="7"/>
                  </a:cubicBezTo>
                  <a:cubicBezTo>
                    <a:pt x="31" y="5"/>
                    <a:pt x="31" y="2"/>
                    <a:pt x="29" y="0"/>
                  </a:cubicBezTo>
                  <a:cubicBezTo>
                    <a:pt x="27" y="2"/>
                    <a:pt x="25" y="3"/>
                    <a:pt x="23" y="5"/>
                  </a:cubicBezTo>
                  <a:cubicBezTo>
                    <a:pt x="21" y="6"/>
                    <a:pt x="18" y="9"/>
                    <a:pt x="18" y="12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4" name="Freeform 84">
              <a:extLst>
                <a:ext uri="{FF2B5EF4-FFF2-40B4-BE49-F238E27FC236}">
                  <a16:creationId xmlns:a16="http://schemas.microsoft.com/office/drawing/2014/main" id="{3A1BEC97-572C-46C8-B5A8-7022BA62C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622"/>
              <a:ext cx="130" cy="82"/>
            </a:xfrm>
            <a:custGeom>
              <a:avLst/>
              <a:gdLst>
                <a:gd name="T0" fmla="*/ 345 w 52"/>
                <a:gd name="T1" fmla="*/ 111 h 31"/>
                <a:gd name="T2" fmla="*/ 113 w 52"/>
                <a:gd name="T3" fmla="*/ 349 h 31"/>
                <a:gd name="T4" fmla="*/ 33 w 52"/>
                <a:gd name="T5" fmla="*/ 349 h 31"/>
                <a:gd name="T6" fmla="*/ 33 w 52"/>
                <a:gd name="T7" fmla="*/ 484 h 31"/>
                <a:gd name="T8" fmla="*/ 158 w 52"/>
                <a:gd name="T9" fmla="*/ 574 h 31"/>
                <a:gd name="T10" fmla="*/ 238 w 52"/>
                <a:gd name="T11" fmla="*/ 484 h 31"/>
                <a:gd name="T12" fmla="*/ 333 w 52"/>
                <a:gd name="T13" fmla="*/ 426 h 31"/>
                <a:gd name="T14" fmla="*/ 438 w 52"/>
                <a:gd name="T15" fmla="*/ 225 h 31"/>
                <a:gd name="T16" fmla="*/ 645 w 52"/>
                <a:gd name="T17" fmla="*/ 259 h 31"/>
                <a:gd name="T18" fmla="*/ 658 w 52"/>
                <a:gd name="T19" fmla="*/ 484 h 31"/>
                <a:gd name="T20" fmla="*/ 688 w 52"/>
                <a:gd name="T21" fmla="*/ 497 h 31"/>
                <a:gd name="T22" fmla="*/ 813 w 52"/>
                <a:gd name="T23" fmla="*/ 238 h 31"/>
                <a:gd name="T24" fmla="*/ 770 w 52"/>
                <a:gd name="T25" fmla="*/ 225 h 31"/>
                <a:gd name="T26" fmla="*/ 720 w 52"/>
                <a:gd name="T27" fmla="*/ 167 h 31"/>
                <a:gd name="T28" fmla="*/ 675 w 52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31">
                  <a:moveTo>
                    <a:pt x="22" y="6"/>
                  </a:moveTo>
                  <a:cubicBezTo>
                    <a:pt x="18" y="11"/>
                    <a:pt x="15" y="18"/>
                    <a:pt x="7" y="19"/>
                  </a:cubicBezTo>
                  <a:cubicBezTo>
                    <a:pt x="5" y="19"/>
                    <a:pt x="3" y="18"/>
                    <a:pt x="2" y="19"/>
                  </a:cubicBezTo>
                  <a:cubicBezTo>
                    <a:pt x="0" y="21"/>
                    <a:pt x="2" y="23"/>
                    <a:pt x="2" y="26"/>
                  </a:cubicBezTo>
                  <a:cubicBezTo>
                    <a:pt x="5" y="24"/>
                    <a:pt x="10" y="27"/>
                    <a:pt x="10" y="31"/>
                  </a:cubicBezTo>
                  <a:cubicBezTo>
                    <a:pt x="12" y="29"/>
                    <a:pt x="13" y="27"/>
                    <a:pt x="15" y="26"/>
                  </a:cubicBezTo>
                  <a:cubicBezTo>
                    <a:pt x="17" y="25"/>
                    <a:pt x="19" y="24"/>
                    <a:pt x="21" y="23"/>
                  </a:cubicBezTo>
                  <a:cubicBezTo>
                    <a:pt x="24" y="20"/>
                    <a:pt x="24" y="15"/>
                    <a:pt x="28" y="12"/>
                  </a:cubicBezTo>
                  <a:cubicBezTo>
                    <a:pt x="32" y="9"/>
                    <a:pt x="38" y="9"/>
                    <a:pt x="41" y="14"/>
                  </a:cubicBezTo>
                  <a:cubicBezTo>
                    <a:pt x="43" y="18"/>
                    <a:pt x="42" y="22"/>
                    <a:pt x="42" y="26"/>
                  </a:cubicBezTo>
                  <a:cubicBezTo>
                    <a:pt x="43" y="26"/>
                    <a:pt x="43" y="26"/>
                    <a:pt x="44" y="27"/>
                  </a:cubicBezTo>
                  <a:cubicBezTo>
                    <a:pt x="46" y="23"/>
                    <a:pt x="48" y="17"/>
                    <a:pt x="52" y="13"/>
                  </a:cubicBezTo>
                  <a:cubicBezTo>
                    <a:pt x="51" y="12"/>
                    <a:pt x="50" y="12"/>
                    <a:pt x="49" y="12"/>
                  </a:cubicBezTo>
                  <a:cubicBezTo>
                    <a:pt x="48" y="11"/>
                    <a:pt x="47" y="10"/>
                    <a:pt x="46" y="9"/>
                  </a:cubicBezTo>
                  <a:cubicBezTo>
                    <a:pt x="45" y="6"/>
                    <a:pt x="45" y="2"/>
                    <a:pt x="43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5" name="Freeform 85">
              <a:extLst>
                <a:ext uri="{FF2B5EF4-FFF2-40B4-BE49-F238E27FC236}">
                  <a16:creationId xmlns:a16="http://schemas.microsoft.com/office/drawing/2014/main" id="{B2A11E5A-1820-4234-966F-58485F6FE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683"/>
              <a:ext cx="70" cy="72"/>
            </a:xfrm>
            <a:custGeom>
              <a:avLst/>
              <a:gdLst>
                <a:gd name="T0" fmla="*/ 95 w 28"/>
                <a:gd name="T1" fmla="*/ 0 h 27"/>
                <a:gd name="T2" fmla="*/ 0 w 28"/>
                <a:gd name="T3" fmla="*/ 115 h 27"/>
                <a:gd name="T4" fmla="*/ 300 w 28"/>
                <a:gd name="T5" fmla="*/ 205 h 27"/>
                <a:gd name="T6" fmla="*/ 345 w 28"/>
                <a:gd name="T7" fmla="*/ 363 h 27"/>
                <a:gd name="T8" fmla="*/ 250 w 28"/>
                <a:gd name="T9" fmla="*/ 512 h 27"/>
                <a:gd name="T10" fmla="*/ 375 w 28"/>
                <a:gd name="T11" fmla="*/ 456 h 27"/>
                <a:gd name="T12" fmla="*/ 438 w 28"/>
                <a:gd name="T13" fmla="*/ 376 h 27"/>
                <a:gd name="T14" fmla="*/ 375 w 28"/>
                <a:gd name="T15" fmla="*/ 115 h 27"/>
                <a:gd name="T16" fmla="*/ 375 w 28"/>
                <a:gd name="T17" fmla="*/ 35 h 27"/>
                <a:gd name="T18" fmla="*/ 363 w 28"/>
                <a:gd name="T19" fmla="*/ 56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6" y="0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7" y="6"/>
                    <a:pt x="14" y="6"/>
                    <a:pt x="19" y="11"/>
                  </a:cubicBezTo>
                  <a:cubicBezTo>
                    <a:pt x="21" y="13"/>
                    <a:pt x="22" y="16"/>
                    <a:pt x="22" y="19"/>
                  </a:cubicBezTo>
                  <a:cubicBezTo>
                    <a:pt x="21" y="22"/>
                    <a:pt x="17" y="24"/>
                    <a:pt x="16" y="27"/>
                  </a:cubicBezTo>
                  <a:cubicBezTo>
                    <a:pt x="19" y="27"/>
                    <a:pt x="22" y="25"/>
                    <a:pt x="24" y="24"/>
                  </a:cubicBezTo>
                  <a:cubicBezTo>
                    <a:pt x="27" y="23"/>
                    <a:pt x="28" y="23"/>
                    <a:pt x="28" y="20"/>
                  </a:cubicBezTo>
                  <a:cubicBezTo>
                    <a:pt x="28" y="15"/>
                    <a:pt x="24" y="11"/>
                    <a:pt x="24" y="6"/>
                  </a:cubicBezTo>
                  <a:cubicBezTo>
                    <a:pt x="24" y="5"/>
                    <a:pt x="25" y="4"/>
                    <a:pt x="24" y="2"/>
                  </a:cubicBezTo>
                  <a:cubicBezTo>
                    <a:pt x="24" y="2"/>
                    <a:pt x="24" y="3"/>
                    <a:pt x="23" y="3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6" name="Freeform 86">
              <a:extLst>
                <a:ext uri="{FF2B5EF4-FFF2-40B4-BE49-F238E27FC236}">
                  <a16:creationId xmlns:a16="http://schemas.microsoft.com/office/drawing/2014/main" id="{C4A9CD1E-2338-4975-BA46-2DB95707B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560"/>
              <a:ext cx="35" cy="30"/>
            </a:xfrm>
            <a:custGeom>
              <a:avLst/>
              <a:gdLst>
                <a:gd name="T0" fmla="*/ 95 w 14"/>
                <a:gd name="T1" fmla="*/ 0 h 11"/>
                <a:gd name="T2" fmla="*/ 220 w 14"/>
                <a:gd name="T3" fmla="*/ 142 h 11"/>
                <a:gd name="T4" fmla="*/ 0 w 14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6" y="4"/>
                    <a:pt x="12" y="4"/>
                    <a:pt x="14" y="7"/>
                  </a:cubicBezTo>
                  <a:cubicBezTo>
                    <a:pt x="11" y="9"/>
                    <a:pt x="4" y="10"/>
                    <a:pt x="0" y="11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7" name="Freeform 87">
              <a:extLst>
                <a:ext uri="{FF2B5EF4-FFF2-40B4-BE49-F238E27FC236}">
                  <a16:creationId xmlns:a16="http://schemas.microsoft.com/office/drawing/2014/main" id="{9DD4A072-9A3C-4B34-876A-BB7794B21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758"/>
              <a:ext cx="50" cy="72"/>
            </a:xfrm>
            <a:custGeom>
              <a:avLst/>
              <a:gdLst>
                <a:gd name="T0" fmla="*/ 0 w 20"/>
                <a:gd name="T1" fmla="*/ 93 h 27"/>
                <a:gd name="T2" fmla="*/ 113 w 20"/>
                <a:gd name="T3" fmla="*/ 512 h 27"/>
                <a:gd name="T4" fmla="*/ 270 w 20"/>
                <a:gd name="T5" fmla="*/ 285 h 27"/>
                <a:gd name="T6" fmla="*/ 158 w 2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7">
                  <a:moveTo>
                    <a:pt x="0" y="5"/>
                  </a:moveTo>
                  <a:cubicBezTo>
                    <a:pt x="9" y="7"/>
                    <a:pt x="12" y="19"/>
                    <a:pt x="7" y="27"/>
                  </a:cubicBezTo>
                  <a:cubicBezTo>
                    <a:pt x="8" y="22"/>
                    <a:pt x="15" y="19"/>
                    <a:pt x="17" y="15"/>
                  </a:cubicBezTo>
                  <a:cubicBezTo>
                    <a:pt x="20" y="10"/>
                    <a:pt x="11" y="5"/>
                    <a:pt x="10" y="0"/>
                  </a:cubicBezTo>
                </a:path>
              </a:pathLst>
            </a:custGeom>
            <a:solidFill>
              <a:srgbClr val="EDC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8" name="Freeform 88">
              <a:extLst>
                <a:ext uri="{FF2B5EF4-FFF2-40B4-BE49-F238E27FC236}">
                  <a16:creationId xmlns:a16="http://schemas.microsoft.com/office/drawing/2014/main" id="{253455F1-EB4D-4E6F-BF24-4A7E16255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480"/>
              <a:ext cx="62" cy="48"/>
            </a:xfrm>
            <a:custGeom>
              <a:avLst/>
              <a:gdLst>
                <a:gd name="T0" fmla="*/ 0 w 25"/>
                <a:gd name="T1" fmla="*/ 320 h 18"/>
                <a:gd name="T2" fmla="*/ 154 w 25"/>
                <a:gd name="T3" fmla="*/ 307 h 18"/>
                <a:gd name="T4" fmla="*/ 228 w 25"/>
                <a:gd name="T5" fmla="*/ 264 h 18"/>
                <a:gd name="T6" fmla="*/ 278 w 25"/>
                <a:gd name="T7" fmla="*/ 192 h 18"/>
                <a:gd name="T8" fmla="*/ 382 w 25"/>
                <a:gd name="T9" fmla="*/ 115 h 18"/>
                <a:gd name="T10" fmla="*/ 350 w 25"/>
                <a:gd name="T11" fmla="*/ 0 h 18"/>
                <a:gd name="T12" fmla="*/ 216 w 25"/>
                <a:gd name="T13" fmla="*/ 149 h 18"/>
                <a:gd name="T14" fmla="*/ 166 w 25"/>
                <a:gd name="T15" fmla="*/ 248 h 18"/>
                <a:gd name="T16" fmla="*/ 42 w 25"/>
                <a:gd name="T17" fmla="*/ 307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8">
                  <a:moveTo>
                    <a:pt x="0" y="17"/>
                  </a:moveTo>
                  <a:cubicBezTo>
                    <a:pt x="3" y="18"/>
                    <a:pt x="6" y="18"/>
                    <a:pt x="10" y="16"/>
                  </a:cubicBezTo>
                  <a:cubicBezTo>
                    <a:pt x="11" y="16"/>
                    <a:pt x="13" y="15"/>
                    <a:pt x="15" y="14"/>
                  </a:cubicBezTo>
                  <a:cubicBezTo>
                    <a:pt x="16" y="13"/>
                    <a:pt x="17" y="11"/>
                    <a:pt x="18" y="10"/>
                  </a:cubicBezTo>
                  <a:cubicBezTo>
                    <a:pt x="21" y="9"/>
                    <a:pt x="24" y="9"/>
                    <a:pt x="25" y="6"/>
                  </a:cubicBezTo>
                  <a:cubicBezTo>
                    <a:pt x="25" y="4"/>
                    <a:pt x="24" y="1"/>
                    <a:pt x="23" y="0"/>
                  </a:cubicBezTo>
                  <a:cubicBezTo>
                    <a:pt x="24" y="5"/>
                    <a:pt x="18" y="6"/>
                    <a:pt x="14" y="8"/>
                  </a:cubicBezTo>
                  <a:cubicBezTo>
                    <a:pt x="13" y="9"/>
                    <a:pt x="12" y="11"/>
                    <a:pt x="11" y="13"/>
                  </a:cubicBezTo>
                  <a:cubicBezTo>
                    <a:pt x="9" y="15"/>
                    <a:pt x="5" y="14"/>
                    <a:pt x="3" y="16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9" name="Freeform 89">
              <a:extLst>
                <a:ext uri="{FF2B5EF4-FFF2-40B4-BE49-F238E27FC236}">
                  <a16:creationId xmlns:a16="http://schemas.microsoft.com/office/drawing/2014/main" id="{1D3DA789-2BE2-4CDA-A051-DDB18503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544"/>
              <a:ext cx="53" cy="59"/>
            </a:xfrm>
            <a:custGeom>
              <a:avLst/>
              <a:gdLst>
                <a:gd name="T0" fmla="*/ 242 w 21"/>
                <a:gd name="T1" fmla="*/ 0 h 22"/>
                <a:gd name="T2" fmla="*/ 242 w 21"/>
                <a:gd name="T3" fmla="*/ 330 h 22"/>
                <a:gd name="T4" fmla="*/ 0 w 21"/>
                <a:gd name="T5" fmla="*/ 308 h 22"/>
                <a:gd name="T6" fmla="*/ 96 w 21"/>
                <a:gd name="T7" fmla="*/ 287 h 22"/>
                <a:gd name="T8" fmla="*/ 209 w 21"/>
                <a:gd name="T9" fmla="*/ 274 h 22"/>
                <a:gd name="T10" fmla="*/ 242 w 21"/>
                <a:gd name="T11" fmla="*/ 115 h 22"/>
                <a:gd name="T12" fmla="*/ 242 w 2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15" y="0"/>
                  </a:moveTo>
                  <a:cubicBezTo>
                    <a:pt x="19" y="6"/>
                    <a:pt x="21" y="13"/>
                    <a:pt x="15" y="17"/>
                  </a:cubicBezTo>
                  <a:cubicBezTo>
                    <a:pt x="8" y="22"/>
                    <a:pt x="6" y="15"/>
                    <a:pt x="0" y="16"/>
                  </a:cubicBezTo>
                  <a:cubicBezTo>
                    <a:pt x="2" y="15"/>
                    <a:pt x="4" y="15"/>
                    <a:pt x="6" y="15"/>
                  </a:cubicBezTo>
                  <a:cubicBezTo>
                    <a:pt x="8" y="15"/>
                    <a:pt x="11" y="16"/>
                    <a:pt x="13" y="14"/>
                  </a:cubicBezTo>
                  <a:cubicBezTo>
                    <a:pt x="16" y="12"/>
                    <a:pt x="15" y="9"/>
                    <a:pt x="15" y="6"/>
                  </a:cubicBezTo>
                  <a:cubicBezTo>
                    <a:pt x="15" y="4"/>
                    <a:pt x="15" y="2"/>
                    <a:pt x="15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0" name="Freeform 90">
              <a:extLst>
                <a:ext uri="{FF2B5EF4-FFF2-40B4-BE49-F238E27FC236}">
                  <a16:creationId xmlns:a16="http://schemas.microsoft.com/office/drawing/2014/main" id="{DFF48634-1F2D-4963-9627-A0BB98ED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755"/>
              <a:ext cx="57" cy="67"/>
            </a:xfrm>
            <a:custGeom>
              <a:avLst/>
              <a:gdLst>
                <a:gd name="T0" fmla="*/ 337 w 23"/>
                <a:gd name="T1" fmla="*/ 35 h 25"/>
                <a:gd name="T2" fmla="*/ 245 w 23"/>
                <a:gd name="T3" fmla="*/ 402 h 25"/>
                <a:gd name="T4" fmla="*/ 0 w 23"/>
                <a:gd name="T5" fmla="*/ 482 h 25"/>
                <a:gd name="T6" fmla="*/ 216 w 23"/>
                <a:gd name="T7" fmla="*/ 346 h 25"/>
                <a:gd name="T8" fmla="*/ 349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22" y="2"/>
                  </a:moveTo>
                  <a:cubicBezTo>
                    <a:pt x="20" y="8"/>
                    <a:pt x="23" y="17"/>
                    <a:pt x="16" y="21"/>
                  </a:cubicBezTo>
                  <a:cubicBezTo>
                    <a:pt x="11" y="25"/>
                    <a:pt x="5" y="21"/>
                    <a:pt x="0" y="25"/>
                  </a:cubicBezTo>
                  <a:cubicBezTo>
                    <a:pt x="3" y="20"/>
                    <a:pt x="10" y="22"/>
                    <a:pt x="14" y="18"/>
                  </a:cubicBezTo>
                  <a:cubicBezTo>
                    <a:pt x="19" y="14"/>
                    <a:pt x="17" y="5"/>
                    <a:pt x="23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1" name="Freeform 91">
              <a:extLst>
                <a:ext uri="{FF2B5EF4-FFF2-40B4-BE49-F238E27FC236}">
                  <a16:creationId xmlns:a16="http://schemas.microsoft.com/office/drawing/2014/main" id="{34AD262A-6D13-475F-BB41-F14423862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755"/>
              <a:ext cx="43" cy="88"/>
            </a:xfrm>
            <a:custGeom>
              <a:avLst/>
              <a:gdLst>
                <a:gd name="T0" fmla="*/ 192 w 17"/>
                <a:gd name="T1" fmla="*/ 0 h 33"/>
                <a:gd name="T2" fmla="*/ 147 w 17"/>
                <a:gd name="T3" fmla="*/ 341 h 33"/>
                <a:gd name="T4" fmla="*/ 0 w 17"/>
                <a:gd name="T5" fmla="*/ 568 h 33"/>
                <a:gd name="T6" fmla="*/ 63 w 17"/>
                <a:gd name="T7" fmla="*/ 320 h 33"/>
                <a:gd name="T8" fmla="*/ 129 w 17"/>
                <a:gd name="T9" fmla="*/ 171 h 33"/>
                <a:gd name="T10" fmla="*/ 180 w 1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3">
                  <a:moveTo>
                    <a:pt x="12" y="0"/>
                  </a:moveTo>
                  <a:cubicBezTo>
                    <a:pt x="17" y="5"/>
                    <a:pt x="10" y="13"/>
                    <a:pt x="9" y="18"/>
                  </a:cubicBezTo>
                  <a:cubicBezTo>
                    <a:pt x="9" y="23"/>
                    <a:pt x="7" y="33"/>
                    <a:pt x="0" y="30"/>
                  </a:cubicBezTo>
                  <a:cubicBezTo>
                    <a:pt x="7" y="29"/>
                    <a:pt x="3" y="22"/>
                    <a:pt x="4" y="17"/>
                  </a:cubicBezTo>
                  <a:cubicBezTo>
                    <a:pt x="4" y="13"/>
                    <a:pt x="6" y="12"/>
                    <a:pt x="8" y="9"/>
                  </a:cubicBezTo>
                  <a:cubicBezTo>
                    <a:pt x="11" y="6"/>
                    <a:pt x="9" y="4"/>
                    <a:pt x="11" y="0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2" name="Freeform 92">
              <a:extLst>
                <a:ext uri="{FF2B5EF4-FFF2-40B4-BE49-F238E27FC236}">
                  <a16:creationId xmlns:a16="http://schemas.microsoft.com/office/drawing/2014/main" id="{1B258D84-770A-4395-8AD1-6D9BDDF2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350"/>
              <a:ext cx="33" cy="56"/>
            </a:xfrm>
            <a:custGeom>
              <a:avLst/>
              <a:gdLst>
                <a:gd name="T0" fmla="*/ 213 w 13"/>
                <a:gd name="T1" fmla="*/ 0 h 21"/>
                <a:gd name="T2" fmla="*/ 129 w 13"/>
                <a:gd name="T3" fmla="*/ 192 h 21"/>
                <a:gd name="T4" fmla="*/ 51 w 13"/>
                <a:gd name="T5" fmla="*/ 376 h 21"/>
                <a:gd name="T6" fmla="*/ 193 w 13"/>
                <a:gd name="T7" fmla="*/ 26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4" y="2"/>
                    <a:pt x="10" y="5"/>
                    <a:pt x="8" y="10"/>
                  </a:cubicBezTo>
                  <a:cubicBezTo>
                    <a:pt x="6" y="13"/>
                    <a:pt x="0" y="15"/>
                    <a:pt x="3" y="20"/>
                  </a:cubicBezTo>
                  <a:cubicBezTo>
                    <a:pt x="7" y="21"/>
                    <a:pt x="10" y="17"/>
                    <a:pt x="12" y="14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3" name="Freeform 93">
              <a:extLst>
                <a:ext uri="{FF2B5EF4-FFF2-40B4-BE49-F238E27FC236}">
                  <a16:creationId xmlns:a16="http://schemas.microsoft.com/office/drawing/2014/main" id="{3F1F7EEA-062F-4E7C-B77A-B4496E68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326"/>
              <a:ext cx="17" cy="32"/>
            </a:xfrm>
            <a:custGeom>
              <a:avLst/>
              <a:gdLst>
                <a:gd name="T0" fmla="*/ 100 w 7"/>
                <a:gd name="T1" fmla="*/ 0 h 12"/>
                <a:gd name="T2" fmla="*/ 29 w 7"/>
                <a:gd name="T3" fmla="*/ 35 h 12"/>
                <a:gd name="T4" fmla="*/ 29 w 7"/>
                <a:gd name="T5" fmla="*/ 93 h 12"/>
                <a:gd name="T6" fmla="*/ 70 w 7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0" y="4"/>
                    <a:pt x="2" y="3"/>
                    <a:pt x="2" y="5"/>
                  </a:cubicBezTo>
                  <a:cubicBezTo>
                    <a:pt x="1" y="7"/>
                    <a:pt x="1" y="12"/>
                    <a:pt x="5" y="11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4" name="Freeform 94">
              <a:extLst>
                <a:ext uri="{FF2B5EF4-FFF2-40B4-BE49-F238E27FC236}">
                  <a16:creationId xmlns:a16="http://schemas.microsoft.com/office/drawing/2014/main" id="{7F002A10-A209-4495-9289-702D3094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11"/>
              <a:ext cx="12" cy="37"/>
            </a:xfrm>
            <a:custGeom>
              <a:avLst/>
              <a:gdLst>
                <a:gd name="T0" fmla="*/ 58 w 5"/>
                <a:gd name="T1" fmla="*/ 34 h 14"/>
                <a:gd name="T2" fmla="*/ 29 w 5"/>
                <a:gd name="T3" fmla="*/ 148 h 14"/>
                <a:gd name="T4" fmla="*/ 70 w 5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4" y="2"/>
                  </a:moveTo>
                  <a:cubicBezTo>
                    <a:pt x="0" y="0"/>
                    <a:pt x="1" y="6"/>
                    <a:pt x="2" y="8"/>
                  </a:cubicBezTo>
                  <a:cubicBezTo>
                    <a:pt x="2" y="10"/>
                    <a:pt x="3" y="12"/>
                    <a:pt x="5" y="14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5" name="Freeform 95">
              <a:extLst>
                <a:ext uri="{FF2B5EF4-FFF2-40B4-BE49-F238E27FC236}">
                  <a16:creationId xmlns:a16="http://schemas.microsoft.com/office/drawing/2014/main" id="{AE536A90-33CF-4A35-A769-51692CDE2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534"/>
              <a:ext cx="35" cy="53"/>
            </a:xfrm>
            <a:custGeom>
              <a:avLst/>
              <a:gdLst>
                <a:gd name="T0" fmla="*/ 145 w 14"/>
                <a:gd name="T1" fmla="*/ 90 h 20"/>
                <a:gd name="T2" fmla="*/ 113 w 14"/>
                <a:gd name="T3" fmla="*/ 281 h 20"/>
                <a:gd name="T4" fmla="*/ 0 w 14"/>
                <a:gd name="T5" fmla="*/ 371 h 20"/>
                <a:gd name="T6" fmla="*/ 83 w 14"/>
                <a:gd name="T7" fmla="*/ 170 h 20"/>
                <a:gd name="T8" fmla="*/ 113 w 14"/>
                <a:gd name="T9" fmla="*/ 148 h 20"/>
                <a:gd name="T10" fmla="*/ 83 w 14"/>
                <a:gd name="T11" fmla="*/ 34 h 20"/>
                <a:gd name="T12" fmla="*/ 158 w 14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9" y="5"/>
                  </a:moveTo>
                  <a:cubicBezTo>
                    <a:pt x="14" y="9"/>
                    <a:pt x="9" y="12"/>
                    <a:pt x="7" y="15"/>
                  </a:cubicBezTo>
                  <a:cubicBezTo>
                    <a:pt x="5" y="17"/>
                    <a:pt x="4" y="20"/>
                    <a:pt x="0" y="20"/>
                  </a:cubicBezTo>
                  <a:cubicBezTo>
                    <a:pt x="0" y="15"/>
                    <a:pt x="9" y="16"/>
                    <a:pt x="5" y="9"/>
                  </a:cubicBezTo>
                  <a:cubicBezTo>
                    <a:pt x="6" y="9"/>
                    <a:pt x="7" y="8"/>
                    <a:pt x="7" y="8"/>
                  </a:cubicBezTo>
                  <a:cubicBezTo>
                    <a:pt x="7" y="7"/>
                    <a:pt x="5" y="3"/>
                    <a:pt x="5" y="2"/>
                  </a:cubicBezTo>
                  <a:cubicBezTo>
                    <a:pt x="7" y="0"/>
                    <a:pt x="9" y="2"/>
                    <a:pt x="10" y="3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6" name="Freeform 96">
              <a:extLst>
                <a:ext uri="{FF2B5EF4-FFF2-40B4-BE49-F238E27FC236}">
                  <a16:creationId xmlns:a16="http://schemas.microsoft.com/office/drawing/2014/main" id="{8049439F-8575-4C3C-9029-9EDFDDF51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606"/>
              <a:ext cx="67" cy="24"/>
            </a:xfrm>
            <a:custGeom>
              <a:avLst/>
              <a:gdLst>
                <a:gd name="T0" fmla="*/ 0 w 27"/>
                <a:gd name="T1" fmla="*/ 171 h 9"/>
                <a:gd name="T2" fmla="*/ 30 w 27"/>
                <a:gd name="T3" fmla="*/ 77 h 9"/>
                <a:gd name="T4" fmla="*/ 104 w 27"/>
                <a:gd name="T5" fmla="*/ 149 h 9"/>
                <a:gd name="T6" fmla="*/ 154 w 27"/>
                <a:gd name="T7" fmla="*/ 93 h 9"/>
                <a:gd name="T8" fmla="*/ 196 w 27"/>
                <a:gd name="T9" fmla="*/ 93 h 9"/>
                <a:gd name="T10" fmla="*/ 246 w 27"/>
                <a:gd name="T11" fmla="*/ 56 h 9"/>
                <a:gd name="T12" fmla="*/ 308 w 27"/>
                <a:gd name="T13" fmla="*/ 77 h 9"/>
                <a:gd name="T14" fmla="*/ 400 w 27"/>
                <a:gd name="T15" fmla="*/ 93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0" y="7"/>
                    <a:pt x="0" y="4"/>
                    <a:pt x="2" y="4"/>
                  </a:cubicBezTo>
                  <a:cubicBezTo>
                    <a:pt x="5" y="3"/>
                    <a:pt x="5" y="8"/>
                    <a:pt x="7" y="8"/>
                  </a:cubicBezTo>
                  <a:cubicBezTo>
                    <a:pt x="10" y="8"/>
                    <a:pt x="9" y="5"/>
                    <a:pt x="10" y="5"/>
                  </a:cubicBezTo>
                  <a:cubicBezTo>
                    <a:pt x="11" y="4"/>
                    <a:pt x="12" y="6"/>
                    <a:pt x="13" y="5"/>
                  </a:cubicBezTo>
                  <a:cubicBezTo>
                    <a:pt x="15" y="5"/>
                    <a:pt x="15" y="4"/>
                    <a:pt x="16" y="3"/>
                  </a:cubicBezTo>
                  <a:cubicBezTo>
                    <a:pt x="17" y="3"/>
                    <a:pt x="19" y="4"/>
                    <a:pt x="20" y="4"/>
                  </a:cubicBezTo>
                  <a:cubicBezTo>
                    <a:pt x="22" y="4"/>
                    <a:pt x="27" y="0"/>
                    <a:pt x="26" y="5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7" name="Freeform 97">
              <a:extLst>
                <a:ext uri="{FF2B5EF4-FFF2-40B4-BE49-F238E27FC236}">
                  <a16:creationId xmlns:a16="http://schemas.microsoft.com/office/drawing/2014/main" id="{E2C7D207-4F9F-4925-9716-B0FAF5FFA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630"/>
              <a:ext cx="30" cy="37"/>
            </a:xfrm>
            <a:custGeom>
              <a:avLst/>
              <a:gdLst>
                <a:gd name="T0" fmla="*/ 188 w 12"/>
                <a:gd name="T1" fmla="*/ 0 h 14"/>
                <a:gd name="T2" fmla="*/ 95 w 12"/>
                <a:gd name="T3" fmla="*/ 56 h 14"/>
                <a:gd name="T4" fmla="*/ 63 w 12"/>
                <a:gd name="T5" fmla="*/ 132 h 14"/>
                <a:gd name="T6" fmla="*/ 20 w 12"/>
                <a:gd name="T7" fmla="*/ 204 h 14"/>
                <a:gd name="T8" fmla="*/ 0 w 12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0" y="1"/>
                    <a:pt x="8" y="1"/>
                    <a:pt x="6" y="3"/>
                  </a:cubicBezTo>
                  <a:cubicBezTo>
                    <a:pt x="5" y="5"/>
                    <a:pt x="7" y="5"/>
                    <a:pt x="4" y="7"/>
                  </a:cubicBezTo>
                  <a:cubicBezTo>
                    <a:pt x="2" y="9"/>
                    <a:pt x="2" y="9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</a:path>
              </a:pathLst>
            </a:custGeom>
            <a:solidFill>
              <a:srgbClr val="FDD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8" name="Freeform 98">
              <a:extLst>
                <a:ext uri="{FF2B5EF4-FFF2-40B4-BE49-F238E27FC236}">
                  <a16:creationId xmlns:a16="http://schemas.microsoft.com/office/drawing/2014/main" id="{C91396ED-6D32-491D-9CFA-7E7483285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552"/>
              <a:ext cx="32" cy="64"/>
            </a:xfrm>
            <a:custGeom>
              <a:avLst/>
              <a:gdLst>
                <a:gd name="T0" fmla="*/ 121 w 13"/>
                <a:gd name="T1" fmla="*/ 35 h 24"/>
                <a:gd name="T2" fmla="*/ 12 w 13"/>
                <a:gd name="T3" fmla="*/ 192 h 24"/>
                <a:gd name="T4" fmla="*/ 42 w 13"/>
                <a:gd name="T5" fmla="*/ 456 h 24"/>
                <a:gd name="T6" fmla="*/ 42 w 13"/>
                <a:gd name="T7" fmla="*/ 264 h 24"/>
                <a:gd name="T8" fmla="*/ 74 w 13"/>
                <a:gd name="T9" fmla="*/ 227 h 24"/>
                <a:gd name="T10" fmla="*/ 74 w 13"/>
                <a:gd name="T11" fmla="*/ 192 h 24"/>
                <a:gd name="T12" fmla="*/ 91 w 13"/>
                <a:gd name="T13" fmla="*/ 136 h 24"/>
                <a:gd name="T14" fmla="*/ 103 w 13"/>
                <a:gd name="T15" fmla="*/ 136 h 24"/>
                <a:gd name="T16" fmla="*/ 194 w 13"/>
                <a:gd name="T17" fmla="*/ 0 h 24"/>
                <a:gd name="T18" fmla="*/ 182 w 13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24">
                  <a:moveTo>
                    <a:pt x="8" y="2"/>
                  </a:moveTo>
                  <a:cubicBezTo>
                    <a:pt x="5" y="5"/>
                    <a:pt x="2" y="6"/>
                    <a:pt x="1" y="10"/>
                  </a:cubicBezTo>
                  <a:cubicBezTo>
                    <a:pt x="0" y="14"/>
                    <a:pt x="1" y="21"/>
                    <a:pt x="3" y="24"/>
                  </a:cubicBezTo>
                  <a:cubicBezTo>
                    <a:pt x="5" y="21"/>
                    <a:pt x="2" y="17"/>
                    <a:pt x="3" y="14"/>
                  </a:cubicBezTo>
                  <a:cubicBezTo>
                    <a:pt x="3" y="13"/>
                    <a:pt x="5" y="13"/>
                    <a:pt x="5" y="12"/>
                  </a:cubicBezTo>
                  <a:cubicBezTo>
                    <a:pt x="5" y="11"/>
                    <a:pt x="4" y="10"/>
                    <a:pt x="5" y="10"/>
                  </a:cubicBezTo>
                  <a:cubicBezTo>
                    <a:pt x="5" y="8"/>
                    <a:pt x="5" y="8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3"/>
                    <a:pt x="13" y="4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9" name="Freeform 99">
              <a:extLst>
                <a:ext uri="{FF2B5EF4-FFF2-40B4-BE49-F238E27FC236}">
                  <a16:creationId xmlns:a16="http://schemas.microsoft.com/office/drawing/2014/main" id="{F45405BA-9270-4175-8F18-0896DF255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64"/>
              <a:ext cx="17" cy="59"/>
            </a:xfrm>
            <a:custGeom>
              <a:avLst/>
              <a:gdLst>
                <a:gd name="T0" fmla="*/ 12 w 7"/>
                <a:gd name="T1" fmla="*/ 56 h 22"/>
                <a:gd name="T2" fmla="*/ 0 w 7"/>
                <a:gd name="T3" fmla="*/ 308 h 22"/>
                <a:gd name="T4" fmla="*/ 41 w 7"/>
                <a:gd name="T5" fmla="*/ 346 h 22"/>
                <a:gd name="T6" fmla="*/ 12 w 7"/>
                <a:gd name="T7" fmla="*/ 215 h 22"/>
                <a:gd name="T8" fmla="*/ 58 w 7"/>
                <a:gd name="T9" fmla="*/ 137 h 22"/>
                <a:gd name="T10" fmla="*/ 29 w 7"/>
                <a:gd name="T11" fmla="*/ 56 h 22"/>
                <a:gd name="T12" fmla="*/ 41 w 7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2">
                  <a:moveTo>
                    <a:pt x="1" y="3"/>
                  </a:moveTo>
                  <a:cubicBezTo>
                    <a:pt x="0" y="7"/>
                    <a:pt x="0" y="11"/>
                    <a:pt x="0" y="16"/>
                  </a:cubicBezTo>
                  <a:cubicBezTo>
                    <a:pt x="0" y="18"/>
                    <a:pt x="1" y="22"/>
                    <a:pt x="3" y="18"/>
                  </a:cubicBezTo>
                  <a:cubicBezTo>
                    <a:pt x="3" y="17"/>
                    <a:pt x="1" y="13"/>
                    <a:pt x="1" y="11"/>
                  </a:cubicBezTo>
                  <a:cubicBezTo>
                    <a:pt x="2" y="9"/>
                    <a:pt x="3" y="8"/>
                    <a:pt x="4" y="7"/>
                  </a:cubicBezTo>
                  <a:cubicBezTo>
                    <a:pt x="5" y="4"/>
                    <a:pt x="7" y="0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0" name="Freeform 100">
              <a:extLst>
                <a:ext uri="{FF2B5EF4-FFF2-40B4-BE49-F238E27FC236}">
                  <a16:creationId xmlns:a16="http://schemas.microsoft.com/office/drawing/2014/main" id="{525B1A7E-96B5-40D7-B490-4AE836CF2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39"/>
              <a:ext cx="57" cy="40"/>
            </a:xfrm>
            <a:custGeom>
              <a:avLst/>
              <a:gdLst>
                <a:gd name="T0" fmla="*/ 349 w 23"/>
                <a:gd name="T1" fmla="*/ 0 h 15"/>
                <a:gd name="T2" fmla="*/ 258 w 23"/>
                <a:gd name="T3" fmla="*/ 115 h 15"/>
                <a:gd name="T4" fmla="*/ 136 w 23"/>
                <a:gd name="T5" fmla="*/ 115 h 15"/>
                <a:gd name="T6" fmla="*/ 183 w 23"/>
                <a:gd name="T7" fmla="*/ 285 h 15"/>
                <a:gd name="T8" fmla="*/ 136 w 23"/>
                <a:gd name="T9" fmla="*/ 205 h 15"/>
                <a:gd name="T10" fmla="*/ 196 w 23"/>
                <a:gd name="T11" fmla="*/ 171 h 15"/>
                <a:gd name="T12" fmla="*/ 307 w 23"/>
                <a:gd name="T13" fmla="*/ 5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">
                  <a:moveTo>
                    <a:pt x="23" y="0"/>
                  </a:moveTo>
                  <a:cubicBezTo>
                    <a:pt x="21" y="2"/>
                    <a:pt x="20" y="5"/>
                    <a:pt x="17" y="6"/>
                  </a:cubicBezTo>
                  <a:cubicBezTo>
                    <a:pt x="15" y="7"/>
                    <a:pt x="12" y="5"/>
                    <a:pt x="9" y="6"/>
                  </a:cubicBezTo>
                  <a:cubicBezTo>
                    <a:pt x="0" y="9"/>
                    <a:pt x="8" y="12"/>
                    <a:pt x="12" y="15"/>
                  </a:cubicBezTo>
                  <a:cubicBezTo>
                    <a:pt x="10" y="15"/>
                    <a:pt x="9" y="13"/>
                    <a:pt x="9" y="11"/>
                  </a:cubicBezTo>
                  <a:cubicBezTo>
                    <a:pt x="9" y="9"/>
                    <a:pt x="12" y="9"/>
                    <a:pt x="13" y="9"/>
                  </a:cubicBezTo>
                  <a:cubicBezTo>
                    <a:pt x="15" y="8"/>
                    <a:pt x="18" y="7"/>
                    <a:pt x="2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1" name="Freeform 101">
              <a:extLst>
                <a:ext uri="{FF2B5EF4-FFF2-40B4-BE49-F238E27FC236}">
                  <a16:creationId xmlns:a16="http://schemas.microsoft.com/office/drawing/2014/main" id="{3F4D2DCF-18D6-4766-AFF2-751D9D6D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48"/>
              <a:ext cx="42" cy="48"/>
            </a:xfrm>
            <a:custGeom>
              <a:avLst/>
              <a:gdLst>
                <a:gd name="T0" fmla="*/ 104 w 17"/>
                <a:gd name="T1" fmla="*/ 21 h 18"/>
                <a:gd name="T2" fmla="*/ 74 w 17"/>
                <a:gd name="T3" fmla="*/ 285 h 18"/>
                <a:gd name="T4" fmla="*/ 257 w 17"/>
                <a:gd name="T5" fmla="*/ 248 h 18"/>
                <a:gd name="T6" fmla="*/ 121 w 17"/>
                <a:gd name="T7" fmla="*/ 192 h 18"/>
                <a:gd name="T8" fmla="*/ 104 w 1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7" y="1"/>
                  </a:moveTo>
                  <a:cubicBezTo>
                    <a:pt x="4" y="5"/>
                    <a:pt x="0" y="11"/>
                    <a:pt x="5" y="15"/>
                  </a:cubicBezTo>
                  <a:cubicBezTo>
                    <a:pt x="10" y="18"/>
                    <a:pt x="13" y="15"/>
                    <a:pt x="17" y="13"/>
                  </a:cubicBezTo>
                  <a:cubicBezTo>
                    <a:pt x="12" y="15"/>
                    <a:pt x="9" y="16"/>
                    <a:pt x="8" y="10"/>
                  </a:cubicBezTo>
                  <a:cubicBezTo>
                    <a:pt x="7" y="7"/>
                    <a:pt x="7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2" name="Freeform 102">
              <a:extLst>
                <a:ext uri="{FF2B5EF4-FFF2-40B4-BE49-F238E27FC236}">
                  <a16:creationId xmlns:a16="http://schemas.microsoft.com/office/drawing/2014/main" id="{DEF89D9A-62AE-4BD5-A261-257F932EC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307"/>
              <a:ext cx="32" cy="32"/>
            </a:xfrm>
            <a:custGeom>
              <a:avLst/>
              <a:gdLst>
                <a:gd name="T0" fmla="*/ 42 w 13"/>
                <a:gd name="T1" fmla="*/ 227 h 12"/>
                <a:gd name="T2" fmla="*/ 194 w 13"/>
                <a:gd name="T3" fmla="*/ 0 h 12"/>
                <a:gd name="T4" fmla="*/ 62 w 1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3" y="12"/>
                  </a:moveTo>
                  <a:cubicBezTo>
                    <a:pt x="0" y="4"/>
                    <a:pt x="8" y="2"/>
                    <a:pt x="13" y="0"/>
                  </a:cubicBezTo>
                  <a:cubicBezTo>
                    <a:pt x="9" y="0"/>
                    <a:pt x="2" y="7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3" name="Freeform 103">
              <a:extLst>
                <a:ext uri="{FF2B5EF4-FFF2-40B4-BE49-F238E27FC236}">
                  <a16:creationId xmlns:a16="http://schemas.microsoft.com/office/drawing/2014/main" id="{5EB7A29E-5A06-46CB-BEAF-39368212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331"/>
              <a:ext cx="33" cy="80"/>
            </a:xfrm>
            <a:custGeom>
              <a:avLst/>
              <a:gdLst>
                <a:gd name="T0" fmla="*/ 160 w 13"/>
                <a:gd name="T1" fmla="*/ 35 h 30"/>
                <a:gd name="T2" fmla="*/ 84 w 13"/>
                <a:gd name="T3" fmla="*/ 341 h 30"/>
                <a:gd name="T4" fmla="*/ 63 w 13"/>
                <a:gd name="T5" fmla="*/ 533 h 30"/>
                <a:gd name="T6" fmla="*/ 117 w 13"/>
                <a:gd name="T7" fmla="*/ 477 h 30"/>
                <a:gd name="T8" fmla="*/ 160 w 13"/>
                <a:gd name="T9" fmla="*/ 307 h 30"/>
                <a:gd name="T10" fmla="*/ 180 w 1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0">
                  <a:moveTo>
                    <a:pt x="10" y="2"/>
                  </a:moveTo>
                  <a:cubicBezTo>
                    <a:pt x="10" y="8"/>
                    <a:pt x="7" y="13"/>
                    <a:pt x="5" y="18"/>
                  </a:cubicBezTo>
                  <a:cubicBezTo>
                    <a:pt x="3" y="21"/>
                    <a:pt x="0" y="26"/>
                    <a:pt x="4" y="28"/>
                  </a:cubicBezTo>
                  <a:cubicBezTo>
                    <a:pt x="9" y="30"/>
                    <a:pt x="7" y="27"/>
                    <a:pt x="7" y="25"/>
                  </a:cubicBezTo>
                  <a:cubicBezTo>
                    <a:pt x="7" y="21"/>
                    <a:pt x="8" y="19"/>
                    <a:pt x="10" y="16"/>
                  </a:cubicBezTo>
                  <a:cubicBezTo>
                    <a:pt x="13" y="10"/>
                    <a:pt x="10" y="7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4" name="Freeform 104">
              <a:extLst>
                <a:ext uri="{FF2B5EF4-FFF2-40B4-BE49-F238E27FC236}">
                  <a16:creationId xmlns:a16="http://schemas.microsoft.com/office/drawing/2014/main" id="{5376239C-CECC-407F-98E5-C1A8790A5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416"/>
              <a:ext cx="60" cy="32"/>
            </a:xfrm>
            <a:custGeom>
              <a:avLst/>
              <a:gdLst>
                <a:gd name="T0" fmla="*/ 50 w 24"/>
                <a:gd name="T1" fmla="*/ 227 h 12"/>
                <a:gd name="T2" fmla="*/ 375 w 24"/>
                <a:gd name="T3" fmla="*/ 0 h 12"/>
                <a:gd name="T4" fmla="*/ 238 w 24"/>
                <a:gd name="T5" fmla="*/ 136 h 12"/>
                <a:gd name="T6" fmla="*/ 83 w 24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3" y="12"/>
                  </a:moveTo>
                  <a:cubicBezTo>
                    <a:pt x="0" y="6"/>
                    <a:pt x="21" y="3"/>
                    <a:pt x="24" y="0"/>
                  </a:cubicBezTo>
                  <a:cubicBezTo>
                    <a:pt x="21" y="2"/>
                    <a:pt x="19" y="6"/>
                    <a:pt x="15" y="7"/>
                  </a:cubicBezTo>
                  <a:cubicBezTo>
                    <a:pt x="12" y="9"/>
                    <a:pt x="7" y="8"/>
                    <a:pt x="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5" name="Freeform 105">
              <a:extLst>
                <a:ext uri="{FF2B5EF4-FFF2-40B4-BE49-F238E27FC236}">
                  <a16:creationId xmlns:a16="http://schemas.microsoft.com/office/drawing/2014/main" id="{FF82EE29-CD2C-4F39-913A-5A8CC797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579"/>
              <a:ext cx="48" cy="61"/>
            </a:xfrm>
            <a:custGeom>
              <a:avLst/>
              <a:gdLst>
                <a:gd name="T0" fmla="*/ 0 w 19"/>
                <a:gd name="T1" fmla="*/ 430 h 23"/>
                <a:gd name="T2" fmla="*/ 306 w 19"/>
                <a:gd name="T3" fmla="*/ 133 h 23"/>
                <a:gd name="T4" fmla="*/ 159 w 19"/>
                <a:gd name="T5" fmla="*/ 225 h 23"/>
                <a:gd name="T6" fmla="*/ 129 w 19"/>
                <a:gd name="T7" fmla="*/ 294 h 23"/>
                <a:gd name="T8" fmla="*/ 51 w 19"/>
                <a:gd name="T9" fmla="*/ 37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0" y="23"/>
                  </a:moveTo>
                  <a:cubicBezTo>
                    <a:pt x="2" y="20"/>
                    <a:pt x="12" y="0"/>
                    <a:pt x="19" y="7"/>
                  </a:cubicBezTo>
                  <a:cubicBezTo>
                    <a:pt x="15" y="8"/>
                    <a:pt x="12" y="9"/>
                    <a:pt x="10" y="12"/>
                  </a:cubicBezTo>
                  <a:cubicBezTo>
                    <a:pt x="9" y="13"/>
                    <a:pt x="9" y="14"/>
                    <a:pt x="8" y="16"/>
                  </a:cubicBezTo>
                  <a:cubicBezTo>
                    <a:pt x="7" y="17"/>
                    <a:pt x="4" y="18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" name="Freeform 106">
              <a:extLst>
                <a:ext uri="{FF2B5EF4-FFF2-40B4-BE49-F238E27FC236}">
                  <a16:creationId xmlns:a16="http://schemas.microsoft.com/office/drawing/2014/main" id="{904BE072-A79F-4ADC-BD42-210D50690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528"/>
              <a:ext cx="30" cy="40"/>
            </a:xfrm>
            <a:custGeom>
              <a:avLst/>
              <a:gdLst>
                <a:gd name="T0" fmla="*/ 188 w 12"/>
                <a:gd name="T1" fmla="*/ 35 h 15"/>
                <a:gd name="T2" fmla="*/ 33 w 12"/>
                <a:gd name="T3" fmla="*/ 56 h 15"/>
                <a:gd name="T4" fmla="*/ 33 w 12"/>
                <a:gd name="T5" fmla="*/ 285 h 15"/>
                <a:gd name="T6" fmla="*/ 158 w 12"/>
                <a:gd name="T7" fmla="*/ 77 h 15"/>
                <a:gd name="T8" fmla="*/ 188 w 12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2" y="2"/>
                  </a:moveTo>
                  <a:cubicBezTo>
                    <a:pt x="9" y="1"/>
                    <a:pt x="4" y="0"/>
                    <a:pt x="2" y="3"/>
                  </a:cubicBezTo>
                  <a:cubicBezTo>
                    <a:pt x="0" y="6"/>
                    <a:pt x="2" y="12"/>
                    <a:pt x="2" y="15"/>
                  </a:cubicBezTo>
                  <a:cubicBezTo>
                    <a:pt x="2" y="9"/>
                    <a:pt x="4" y="6"/>
                    <a:pt x="10" y="4"/>
                  </a:cubicBezTo>
                  <a:cubicBezTo>
                    <a:pt x="10" y="3"/>
                    <a:pt x="11" y="2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7" name="Freeform 107">
              <a:extLst>
                <a:ext uri="{FF2B5EF4-FFF2-40B4-BE49-F238E27FC236}">
                  <a16:creationId xmlns:a16="http://schemas.microsoft.com/office/drawing/2014/main" id="{1DAC11BA-A66A-43F1-8D69-09822F4D1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568"/>
              <a:ext cx="18" cy="38"/>
            </a:xfrm>
            <a:custGeom>
              <a:avLst/>
              <a:gdLst>
                <a:gd name="T0" fmla="*/ 100 w 7"/>
                <a:gd name="T1" fmla="*/ 22 h 14"/>
                <a:gd name="T2" fmla="*/ 100 w 7"/>
                <a:gd name="T3" fmla="*/ 258 h 14"/>
                <a:gd name="T4" fmla="*/ 85 w 7"/>
                <a:gd name="T5" fmla="*/ 280 h 14"/>
                <a:gd name="T6" fmla="*/ 100 w 7"/>
                <a:gd name="T7" fmla="*/ 117 h 14"/>
                <a:gd name="T8" fmla="*/ 118 w 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4">
                  <a:moveTo>
                    <a:pt x="6" y="1"/>
                  </a:moveTo>
                  <a:cubicBezTo>
                    <a:pt x="5" y="5"/>
                    <a:pt x="0" y="11"/>
                    <a:pt x="6" y="13"/>
                  </a:cubicBezTo>
                  <a:cubicBezTo>
                    <a:pt x="6" y="13"/>
                    <a:pt x="5" y="13"/>
                    <a:pt x="5" y="14"/>
                  </a:cubicBezTo>
                  <a:cubicBezTo>
                    <a:pt x="3" y="10"/>
                    <a:pt x="5" y="8"/>
                    <a:pt x="6" y="6"/>
                  </a:cubicBezTo>
                  <a:cubicBezTo>
                    <a:pt x="7" y="4"/>
                    <a:pt x="6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8" name="Freeform 108">
              <a:extLst>
                <a:ext uri="{FF2B5EF4-FFF2-40B4-BE49-F238E27FC236}">
                  <a16:creationId xmlns:a16="http://schemas.microsoft.com/office/drawing/2014/main" id="{2726F172-3605-4F97-BB43-9725B28C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592"/>
              <a:ext cx="22" cy="32"/>
            </a:xfrm>
            <a:custGeom>
              <a:avLst/>
              <a:gdLst>
                <a:gd name="T0" fmla="*/ 120 w 9"/>
                <a:gd name="T1" fmla="*/ 0 h 12"/>
                <a:gd name="T2" fmla="*/ 12 w 9"/>
                <a:gd name="T3" fmla="*/ 227 h 12"/>
                <a:gd name="T4" fmla="*/ 71 w 9"/>
                <a:gd name="T5" fmla="*/ 77 h 12"/>
                <a:gd name="T6" fmla="*/ 132 w 9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8" y="0"/>
                  </a:moveTo>
                  <a:cubicBezTo>
                    <a:pt x="2" y="0"/>
                    <a:pt x="0" y="7"/>
                    <a:pt x="1" y="12"/>
                  </a:cubicBezTo>
                  <a:cubicBezTo>
                    <a:pt x="1" y="9"/>
                    <a:pt x="3" y="7"/>
                    <a:pt x="5" y="4"/>
                  </a:cubicBezTo>
                  <a:cubicBezTo>
                    <a:pt x="6" y="3"/>
                    <a:pt x="8" y="1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9" name="Freeform 109">
              <a:extLst>
                <a:ext uri="{FF2B5EF4-FFF2-40B4-BE49-F238E27FC236}">
                  <a16:creationId xmlns:a16="http://schemas.microsoft.com/office/drawing/2014/main" id="{2ED180BE-53FF-47BF-BD98-9175583DF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667"/>
              <a:ext cx="35" cy="35"/>
            </a:xfrm>
            <a:custGeom>
              <a:avLst/>
              <a:gdLst>
                <a:gd name="T0" fmla="*/ 208 w 14"/>
                <a:gd name="T1" fmla="*/ 0 h 13"/>
                <a:gd name="T2" fmla="*/ 83 w 14"/>
                <a:gd name="T3" fmla="*/ 253 h 13"/>
                <a:gd name="T4" fmla="*/ 22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3" y="0"/>
                  </a:moveTo>
                  <a:cubicBezTo>
                    <a:pt x="9" y="1"/>
                    <a:pt x="0" y="8"/>
                    <a:pt x="5" y="13"/>
                  </a:cubicBezTo>
                  <a:cubicBezTo>
                    <a:pt x="2" y="7"/>
                    <a:pt x="13" y="4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0" name="Freeform 110">
              <a:extLst>
                <a:ext uri="{FF2B5EF4-FFF2-40B4-BE49-F238E27FC236}">
                  <a16:creationId xmlns:a16="http://schemas.microsoft.com/office/drawing/2014/main" id="{6CD3BEAC-239F-4FF3-83EB-744DB1BE4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699"/>
              <a:ext cx="38" cy="56"/>
            </a:xfrm>
            <a:custGeom>
              <a:avLst/>
              <a:gdLst>
                <a:gd name="T0" fmla="*/ 243 w 15"/>
                <a:gd name="T1" fmla="*/ 0 h 21"/>
                <a:gd name="T2" fmla="*/ 63 w 15"/>
                <a:gd name="T3" fmla="*/ 192 h 21"/>
                <a:gd name="T4" fmla="*/ 96 w 15"/>
                <a:gd name="T5" fmla="*/ 397 h 21"/>
                <a:gd name="T6" fmla="*/ 96 w 15"/>
                <a:gd name="T7" fmla="*/ 248 h 21"/>
                <a:gd name="T8" fmla="*/ 160 w 15"/>
                <a:gd name="T9" fmla="*/ 9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15" y="0"/>
                  </a:moveTo>
                  <a:cubicBezTo>
                    <a:pt x="11" y="3"/>
                    <a:pt x="7" y="6"/>
                    <a:pt x="4" y="10"/>
                  </a:cubicBezTo>
                  <a:cubicBezTo>
                    <a:pt x="2" y="13"/>
                    <a:pt x="0" y="20"/>
                    <a:pt x="6" y="21"/>
                  </a:cubicBezTo>
                  <a:cubicBezTo>
                    <a:pt x="3" y="18"/>
                    <a:pt x="5" y="16"/>
                    <a:pt x="6" y="13"/>
                  </a:cubicBezTo>
                  <a:cubicBezTo>
                    <a:pt x="8" y="10"/>
                    <a:pt x="7" y="8"/>
                    <a:pt x="1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1" name="Freeform 111">
              <a:extLst>
                <a:ext uri="{FF2B5EF4-FFF2-40B4-BE49-F238E27FC236}">
                  <a16:creationId xmlns:a16="http://schemas.microsoft.com/office/drawing/2014/main" id="{B9286B37-06CA-490D-98C1-6629D6D1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750"/>
              <a:ext cx="53" cy="58"/>
            </a:xfrm>
            <a:custGeom>
              <a:avLst/>
              <a:gdLst>
                <a:gd name="T0" fmla="*/ 83 w 21"/>
                <a:gd name="T1" fmla="*/ 403 h 22"/>
                <a:gd name="T2" fmla="*/ 83 w 21"/>
                <a:gd name="T3" fmla="*/ 124 h 22"/>
                <a:gd name="T4" fmla="*/ 318 w 21"/>
                <a:gd name="T5" fmla="*/ 0 h 22"/>
                <a:gd name="T6" fmla="*/ 318 w 21"/>
                <a:gd name="T7" fmla="*/ 21 h 22"/>
                <a:gd name="T8" fmla="*/ 222 w 21"/>
                <a:gd name="T9" fmla="*/ 111 h 22"/>
                <a:gd name="T10" fmla="*/ 179 w 21"/>
                <a:gd name="T11" fmla="*/ 166 h 22"/>
                <a:gd name="T12" fmla="*/ 114 w 21"/>
                <a:gd name="T13" fmla="*/ 182 h 22"/>
                <a:gd name="T14" fmla="*/ 83 w 21"/>
                <a:gd name="T15" fmla="*/ 403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2">
                  <a:moveTo>
                    <a:pt x="5" y="22"/>
                  </a:moveTo>
                  <a:cubicBezTo>
                    <a:pt x="0" y="19"/>
                    <a:pt x="0" y="10"/>
                    <a:pt x="5" y="7"/>
                  </a:cubicBezTo>
                  <a:cubicBezTo>
                    <a:pt x="10" y="4"/>
                    <a:pt x="15" y="3"/>
                    <a:pt x="20" y="0"/>
                  </a:cubicBezTo>
                  <a:cubicBezTo>
                    <a:pt x="21" y="1"/>
                    <a:pt x="20" y="0"/>
                    <a:pt x="20" y="1"/>
                  </a:cubicBezTo>
                  <a:cubicBezTo>
                    <a:pt x="17" y="1"/>
                    <a:pt x="16" y="4"/>
                    <a:pt x="14" y="6"/>
                  </a:cubicBezTo>
                  <a:cubicBezTo>
                    <a:pt x="12" y="8"/>
                    <a:pt x="13" y="8"/>
                    <a:pt x="11" y="9"/>
                  </a:cubicBezTo>
                  <a:cubicBezTo>
                    <a:pt x="10" y="9"/>
                    <a:pt x="8" y="9"/>
                    <a:pt x="7" y="10"/>
                  </a:cubicBezTo>
                  <a:cubicBezTo>
                    <a:pt x="4" y="12"/>
                    <a:pt x="4" y="18"/>
                    <a:pt x="5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2" name="Freeform 112">
              <a:extLst>
                <a:ext uri="{FF2B5EF4-FFF2-40B4-BE49-F238E27FC236}">
                  <a16:creationId xmlns:a16="http://schemas.microsoft.com/office/drawing/2014/main" id="{F13B4D99-5B6C-46D8-BAC8-A1A4D572B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790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33 w 6"/>
                <a:gd name="T3" fmla="*/ 285 h 15"/>
                <a:gd name="T4" fmla="*/ 33 w 6"/>
                <a:gd name="T5" fmla="*/ 115 h 15"/>
                <a:gd name="T6" fmla="*/ 83 w 6"/>
                <a:gd name="T7" fmla="*/ 56 h 15"/>
                <a:gd name="T8" fmla="*/ 95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0" y="1"/>
                    <a:pt x="2" y="11"/>
                    <a:pt x="2" y="15"/>
                  </a:cubicBezTo>
                  <a:cubicBezTo>
                    <a:pt x="1" y="13"/>
                    <a:pt x="1" y="9"/>
                    <a:pt x="2" y="6"/>
                  </a:cubicBezTo>
                  <a:cubicBezTo>
                    <a:pt x="3" y="6"/>
                    <a:pt x="4" y="4"/>
                    <a:pt x="5" y="3"/>
                  </a:cubicBezTo>
                  <a:cubicBezTo>
                    <a:pt x="5" y="2"/>
                    <a:pt x="4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3" name="Freeform 113">
              <a:extLst>
                <a:ext uri="{FF2B5EF4-FFF2-40B4-BE49-F238E27FC236}">
                  <a16:creationId xmlns:a16="http://schemas.microsoft.com/office/drawing/2014/main" id="{D04ECDF3-288B-4E97-B20A-CFBB074F6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848"/>
              <a:ext cx="35" cy="43"/>
            </a:xfrm>
            <a:custGeom>
              <a:avLst/>
              <a:gdLst>
                <a:gd name="T0" fmla="*/ 0 w 14"/>
                <a:gd name="T1" fmla="*/ 312 h 16"/>
                <a:gd name="T2" fmla="*/ 63 w 14"/>
                <a:gd name="T3" fmla="*/ 81 h 16"/>
                <a:gd name="T4" fmla="*/ 220 w 14"/>
                <a:gd name="T5" fmla="*/ 59 h 16"/>
                <a:gd name="T6" fmla="*/ 83 w 14"/>
                <a:gd name="T7" fmla="*/ 159 h 16"/>
                <a:gd name="T8" fmla="*/ 50 w 14"/>
                <a:gd name="T9" fmla="*/ 159 h 16"/>
                <a:gd name="T10" fmla="*/ 63 w 14"/>
                <a:gd name="T11" fmla="*/ 19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6">
                  <a:moveTo>
                    <a:pt x="0" y="16"/>
                  </a:moveTo>
                  <a:cubicBezTo>
                    <a:pt x="0" y="11"/>
                    <a:pt x="1" y="8"/>
                    <a:pt x="4" y="4"/>
                  </a:cubicBezTo>
                  <a:cubicBezTo>
                    <a:pt x="8" y="0"/>
                    <a:pt x="9" y="3"/>
                    <a:pt x="14" y="3"/>
                  </a:cubicBezTo>
                  <a:cubicBezTo>
                    <a:pt x="11" y="3"/>
                    <a:pt x="5" y="4"/>
                    <a:pt x="5" y="8"/>
                  </a:cubicBezTo>
                  <a:cubicBezTo>
                    <a:pt x="5" y="8"/>
                    <a:pt x="4" y="8"/>
                    <a:pt x="3" y="8"/>
                  </a:cubicBezTo>
                  <a:cubicBezTo>
                    <a:pt x="3" y="9"/>
                    <a:pt x="3" y="9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4" name="Freeform 114">
              <a:extLst>
                <a:ext uri="{FF2B5EF4-FFF2-40B4-BE49-F238E27FC236}">
                  <a16:creationId xmlns:a16="http://schemas.microsoft.com/office/drawing/2014/main" id="{7DF95B32-AB96-468D-8F31-9CB78FFEB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798"/>
              <a:ext cx="58" cy="37"/>
            </a:xfrm>
            <a:custGeom>
              <a:avLst/>
              <a:gdLst>
                <a:gd name="T0" fmla="*/ 96 w 23"/>
                <a:gd name="T1" fmla="*/ 259 h 14"/>
                <a:gd name="T2" fmla="*/ 146 w 23"/>
                <a:gd name="T3" fmla="*/ 34 h 14"/>
                <a:gd name="T4" fmla="*/ 368 w 23"/>
                <a:gd name="T5" fmla="*/ 56 h 14"/>
                <a:gd name="T6" fmla="*/ 285 w 23"/>
                <a:gd name="T7" fmla="*/ 77 h 14"/>
                <a:gd name="T8" fmla="*/ 209 w 23"/>
                <a:gd name="T9" fmla="*/ 77 h 14"/>
                <a:gd name="T10" fmla="*/ 96 w 23"/>
                <a:gd name="T11" fmla="*/ 132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6" y="14"/>
                  </a:moveTo>
                  <a:cubicBezTo>
                    <a:pt x="0" y="13"/>
                    <a:pt x="5" y="4"/>
                    <a:pt x="9" y="2"/>
                  </a:cubicBezTo>
                  <a:cubicBezTo>
                    <a:pt x="13" y="0"/>
                    <a:pt x="18" y="3"/>
                    <a:pt x="23" y="3"/>
                  </a:cubicBezTo>
                  <a:cubicBezTo>
                    <a:pt x="20" y="3"/>
                    <a:pt x="20" y="4"/>
                    <a:pt x="18" y="4"/>
                  </a:cubicBezTo>
                  <a:cubicBezTo>
                    <a:pt x="16" y="5"/>
                    <a:pt x="14" y="4"/>
                    <a:pt x="13" y="4"/>
                  </a:cubicBezTo>
                  <a:cubicBezTo>
                    <a:pt x="10" y="4"/>
                    <a:pt x="7" y="4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5" name="Freeform 115">
              <a:extLst>
                <a:ext uri="{FF2B5EF4-FFF2-40B4-BE49-F238E27FC236}">
                  <a16:creationId xmlns:a16="http://schemas.microsoft.com/office/drawing/2014/main" id="{01150927-8FD7-4855-A58F-BFAE9A8EB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744"/>
              <a:ext cx="40" cy="22"/>
            </a:xfrm>
            <a:custGeom>
              <a:avLst/>
              <a:gdLst>
                <a:gd name="T0" fmla="*/ 83 w 16"/>
                <a:gd name="T1" fmla="*/ 168 h 8"/>
                <a:gd name="T2" fmla="*/ 250 w 16"/>
                <a:gd name="T3" fmla="*/ 83 h 8"/>
                <a:gd name="T4" fmla="*/ 113 w 16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5" y="8"/>
                  </a:moveTo>
                  <a:cubicBezTo>
                    <a:pt x="0" y="1"/>
                    <a:pt x="13" y="0"/>
                    <a:pt x="16" y="4"/>
                  </a:cubicBezTo>
                  <a:cubicBezTo>
                    <a:pt x="14" y="4"/>
                    <a:pt x="8" y="2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6" name="Freeform 116">
              <a:extLst>
                <a:ext uri="{FF2B5EF4-FFF2-40B4-BE49-F238E27FC236}">
                  <a16:creationId xmlns:a16="http://schemas.microsoft.com/office/drawing/2014/main" id="{28D69C9B-2383-4F93-A5AA-A367B95D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670"/>
              <a:ext cx="45" cy="42"/>
            </a:xfrm>
            <a:custGeom>
              <a:avLst/>
              <a:gdLst>
                <a:gd name="T0" fmla="*/ 50 w 18"/>
                <a:gd name="T1" fmla="*/ 289 h 16"/>
                <a:gd name="T2" fmla="*/ 0 w 18"/>
                <a:gd name="T3" fmla="*/ 144 h 16"/>
                <a:gd name="T4" fmla="*/ 83 w 18"/>
                <a:gd name="T5" fmla="*/ 34 h 16"/>
                <a:gd name="T6" fmla="*/ 283 w 18"/>
                <a:gd name="T7" fmla="*/ 0 h 16"/>
                <a:gd name="T8" fmla="*/ 158 w 18"/>
                <a:gd name="T9" fmla="*/ 76 h 16"/>
                <a:gd name="T10" fmla="*/ 63 w 18"/>
                <a:gd name="T11" fmla="*/ 123 h 16"/>
                <a:gd name="T12" fmla="*/ 50 w 18"/>
                <a:gd name="T13" fmla="*/ 16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3" y="16"/>
                  </a:moveTo>
                  <a:cubicBezTo>
                    <a:pt x="1" y="15"/>
                    <a:pt x="0" y="10"/>
                    <a:pt x="0" y="8"/>
                  </a:cubicBezTo>
                  <a:cubicBezTo>
                    <a:pt x="1" y="5"/>
                    <a:pt x="3" y="4"/>
                    <a:pt x="5" y="2"/>
                  </a:cubicBezTo>
                  <a:cubicBezTo>
                    <a:pt x="10" y="0"/>
                    <a:pt x="14" y="2"/>
                    <a:pt x="18" y="0"/>
                  </a:cubicBezTo>
                  <a:cubicBezTo>
                    <a:pt x="16" y="2"/>
                    <a:pt x="13" y="4"/>
                    <a:pt x="10" y="4"/>
                  </a:cubicBezTo>
                  <a:cubicBezTo>
                    <a:pt x="7" y="5"/>
                    <a:pt x="3" y="4"/>
                    <a:pt x="4" y="7"/>
                  </a:cubicBezTo>
                  <a:cubicBezTo>
                    <a:pt x="4" y="7"/>
                    <a:pt x="3" y="9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7" name="Freeform 117">
              <a:extLst>
                <a:ext uri="{FF2B5EF4-FFF2-40B4-BE49-F238E27FC236}">
                  <a16:creationId xmlns:a16="http://schemas.microsoft.com/office/drawing/2014/main" id="{7540C84A-4167-496F-A2EB-5D081413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750"/>
              <a:ext cx="20" cy="50"/>
            </a:xfrm>
            <a:custGeom>
              <a:avLst/>
              <a:gdLst>
                <a:gd name="T0" fmla="*/ 33 w 8"/>
                <a:gd name="T1" fmla="*/ 76 h 19"/>
                <a:gd name="T2" fmla="*/ 33 w 8"/>
                <a:gd name="T3" fmla="*/ 347 h 19"/>
                <a:gd name="T4" fmla="*/ 125 w 8"/>
                <a:gd name="T5" fmla="*/ 21 h 19"/>
                <a:gd name="T6" fmla="*/ 63 w 8"/>
                <a:gd name="T7" fmla="*/ 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2" y="4"/>
                  </a:moveTo>
                  <a:cubicBezTo>
                    <a:pt x="1" y="10"/>
                    <a:pt x="2" y="14"/>
                    <a:pt x="2" y="19"/>
                  </a:cubicBezTo>
                  <a:cubicBezTo>
                    <a:pt x="0" y="14"/>
                    <a:pt x="3" y="3"/>
                    <a:pt x="8" y="1"/>
                  </a:cubicBezTo>
                  <a:cubicBezTo>
                    <a:pt x="6" y="0"/>
                    <a:pt x="4" y="0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8" name="Freeform 118">
              <a:extLst>
                <a:ext uri="{FF2B5EF4-FFF2-40B4-BE49-F238E27FC236}">
                  <a16:creationId xmlns:a16="http://schemas.microsoft.com/office/drawing/2014/main" id="{FA646356-A20E-4DB2-8871-D27C99D5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488"/>
              <a:ext cx="40" cy="27"/>
            </a:xfrm>
            <a:custGeom>
              <a:avLst/>
              <a:gdLst>
                <a:gd name="T0" fmla="*/ 33 w 16"/>
                <a:gd name="T1" fmla="*/ 197 h 10"/>
                <a:gd name="T2" fmla="*/ 95 w 16"/>
                <a:gd name="T3" fmla="*/ 103 h 10"/>
                <a:gd name="T4" fmla="*/ 238 w 16"/>
                <a:gd name="T5" fmla="*/ 0 h 10"/>
                <a:gd name="T6" fmla="*/ 250 w 16"/>
                <a:gd name="T7" fmla="*/ 22 h 10"/>
                <a:gd name="T8" fmla="*/ 113 w 16"/>
                <a:gd name="T9" fmla="*/ 1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2" y="10"/>
                  </a:moveTo>
                  <a:cubicBezTo>
                    <a:pt x="0" y="7"/>
                    <a:pt x="4" y="6"/>
                    <a:pt x="6" y="5"/>
                  </a:cubicBezTo>
                  <a:cubicBezTo>
                    <a:pt x="9" y="3"/>
                    <a:pt x="12" y="2"/>
                    <a:pt x="15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2"/>
                    <a:pt x="7" y="6"/>
                    <a:pt x="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9" name="Freeform 119">
              <a:extLst>
                <a:ext uri="{FF2B5EF4-FFF2-40B4-BE49-F238E27FC236}">
                  <a16:creationId xmlns:a16="http://schemas.microsoft.com/office/drawing/2014/main" id="{FF227769-00BA-4C2E-A573-A9A58017E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848"/>
              <a:ext cx="32" cy="40"/>
            </a:xfrm>
            <a:custGeom>
              <a:avLst/>
              <a:gdLst>
                <a:gd name="T0" fmla="*/ 121 w 13"/>
                <a:gd name="T1" fmla="*/ 21 h 15"/>
                <a:gd name="T2" fmla="*/ 91 w 13"/>
                <a:gd name="T3" fmla="*/ 285 h 15"/>
                <a:gd name="T4" fmla="*/ 74 w 13"/>
                <a:gd name="T5" fmla="*/ 115 h 15"/>
                <a:gd name="T6" fmla="*/ 194 w 13"/>
                <a:gd name="T7" fmla="*/ 21 h 15"/>
                <a:gd name="T8" fmla="*/ 133 w 13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2" y="6"/>
                    <a:pt x="0" y="10"/>
                    <a:pt x="6" y="15"/>
                  </a:cubicBezTo>
                  <a:cubicBezTo>
                    <a:pt x="3" y="14"/>
                    <a:pt x="4" y="8"/>
                    <a:pt x="5" y="6"/>
                  </a:cubicBezTo>
                  <a:cubicBezTo>
                    <a:pt x="7" y="3"/>
                    <a:pt x="10" y="2"/>
                    <a:pt x="13" y="1"/>
                  </a:cubicBezTo>
                  <a:cubicBezTo>
                    <a:pt x="12" y="0"/>
                    <a:pt x="10" y="0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0" name="Freeform 120">
              <a:extLst>
                <a:ext uri="{FF2B5EF4-FFF2-40B4-BE49-F238E27FC236}">
                  <a16:creationId xmlns:a16="http://schemas.microsoft.com/office/drawing/2014/main" id="{3249DB6F-3282-4205-B343-970F78F81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707"/>
              <a:ext cx="25" cy="53"/>
            </a:xfrm>
            <a:custGeom>
              <a:avLst/>
              <a:gdLst>
                <a:gd name="T0" fmla="*/ 0 w 10"/>
                <a:gd name="T1" fmla="*/ 34 h 20"/>
                <a:gd name="T2" fmla="*/ 158 w 10"/>
                <a:gd name="T3" fmla="*/ 315 h 20"/>
                <a:gd name="T4" fmla="*/ 83 w 10"/>
                <a:gd name="T5" fmla="*/ 191 h 20"/>
                <a:gd name="T6" fmla="*/ 0 w 1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2"/>
                  </a:moveTo>
                  <a:cubicBezTo>
                    <a:pt x="1" y="7"/>
                    <a:pt x="2" y="20"/>
                    <a:pt x="10" y="17"/>
                  </a:cubicBezTo>
                  <a:cubicBezTo>
                    <a:pt x="4" y="19"/>
                    <a:pt x="5" y="12"/>
                    <a:pt x="5" y="10"/>
                  </a:cubicBezTo>
                  <a:cubicBezTo>
                    <a:pt x="3" y="6"/>
                    <a:pt x="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1" name="Freeform 121">
              <a:extLst>
                <a:ext uri="{FF2B5EF4-FFF2-40B4-BE49-F238E27FC236}">
                  <a16:creationId xmlns:a16="http://schemas.microsoft.com/office/drawing/2014/main" id="{41CC5356-0D5A-4C88-9969-DBAEF7FFF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910"/>
              <a:ext cx="52" cy="18"/>
            </a:xfrm>
            <a:custGeom>
              <a:avLst/>
              <a:gdLst>
                <a:gd name="T0" fmla="*/ 0 w 21"/>
                <a:gd name="T1" fmla="*/ 118 h 7"/>
                <a:gd name="T2" fmla="*/ 154 w 21"/>
                <a:gd name="T3" fmla="*/ 21 h 7"/>
                <a:gd name="T4" fmla="*/ 319 w 21"/>
                <a:gd name="T5" fmla="*/ 33 h 7"/>
                <a:gd name="T6" fmla="*/ 42 w 21"/>
                <a:gd name="T7" fmla="*/ 10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4" y="5"/>
                    <a:pt x="5" y="1"/>
                    <a:pt x="10" y="1"/>
                  </a:cubicBezTo>
                  <a:cubicBezTo>
                    <a:pt x="14" y="0"/>
                    <a:pt x="18" y="0"/>
                    <a:pt x="21" y="2"/>
                  </a:cubicBezTo>
                  <a:cubicBezTo>
                    <a:pt x="14" y="0"/>
                    <a:pt x="8" y="3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2" name="Freeform 122">
              <a:extLst>
                <a:ext uri="{FF2B5EF4-FFF2-40B4-BE49-F238E27FC236}">
                  <a16:creationId xmlns:a16="http://schemas.microsoft.com/office/drawing/2014/main" id="{2D60359A-8AE6-418F-8B57-947971FC4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800"/>
              <a:ext cx="35" cy="48"/>
            </a:xfrm>
            <a:custGeom>
              <a:avLst/>
              <a:gdLst>
                <a:gd name="T0" fmla="*/ 0 w 14"/>
                <a:gd name="T1" fmla="*/ 341 h 18"/>
                <a:gd name="T2" fmla="*/ 220 w 14"/>
                <a:gd name="T3" fmla="*/ 93 h 18"/>
                <a:gd name="T4" fmla="*/ 145 w 14"/>
                <a:gd name="T5" fmla="*/ 171 h 18"/>
                <a:gd name="T6" fmla="*/ 125 w 14"/>
                <a:gd name="T7" fmla="*/ 205 h 18"/>
                <a:gd name="T8" fmla="*/ 50 w 14"/>
                <a:gd name="T9" fmla="*/ 28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0" y="18"/>
                  </a:moveTo>
                  <a:cubicBezTo>
                    <a:pt x="2" y="14"/>
                    <a:pt x="8" y="0"/>
                    <a:pt x="14" y="5"/>
                  </a:cubicBezTo>
                  <a:cubicBezTo>
                    <a:pt x="12" y="4"/>
                    <a:pt x="9" y="6"/>
                    <a:pt x="9" y="9"/>
                  </a:cubicBezTo>
                  <a:cubicBezTo>
                    <a:pt x="7" y="8"/>
                    <a:pt x="7" y="10"/>
                    <a:pt x="8" y="11"/>
                  </a:cubicBezTo>
                  <a:cubicBezTo>
                    <a:pt x="6" y="12"/>
                    <a:pt x="3" y="13"/>
                    <a:pt x="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3" name="Freeform 123">
              <a:extLst>
                <a:ext uri="{FF2B5EF4-FFF2-40B4-BE49-F238E27FC236}">
                  <a16:creationId xmlns:a16="http://schemas.microsoft.com/office/drawing/2014/main" id="{F88A3323-F17F-4720-B1CC-F93F57C78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686"/>
              <a:ext cx="25" cy="42"/>
            </a:xfrm>
            <a:custGeom>
              <a:avLst/>
              <a:gdLst>
                <a:gd name="T0" fmla="*/ 145 w 10"/>
                <a:gd name="T1" fmla="*/ 0 h 16"/>
                <a:gd name="T2" fmla="*/ 50 w 10"/>
                <a:gd name="T3" fmla="*/ 289 h 16"/>
                <a:gd name="T4" fmla="*/ 63 w 10"/>
                <a:gd name="T5" fmla="*/ 165 h 16"/>
                <a:gd name="T6" fmla="*/ 113 w 10"/>
                <a:gd name="T7" fmla="*/ 110 h 16"/>
                <a:gd name="T8" fmla="*/ 158 w 1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9" y="0"/>
                  </a:moveTo>
                  <a:cubicBezTo>
                    <a:pt x="5" y="2"/>
                    <a:pt x="0" y="11"/>
                    <a:pt x="3" y="16"/>
                  </a:cubicBezTo>
                  <a:cubicBezTo>
                    <a:pt x="4" y="14"/>
                    <a:pt x="3" y="11"/>
                    <a:pt x="4" y="9"/>
                  </a:cubicBezTo>
                  <a:cubicBezTo>
                    <a:pt x="5" y="8"/>
                    <a:pt x="6" y="7"/>
                    <a:pt x="7" y="6"/>
                  </a:cubicBezTo>
                  <a:cubicBezTo>
                    <a:pt x="8" y="5"/>
                    <a:pt x="9" y="1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4" name="Freeform 124">
              <a:extLst>
                <a:ext uri="{FF2B5EF4-FFF2-40B4-BE49-F238E27FC236}">
                  <a16:creationId xmlns:a16="http://schemas.microsoft.com/office/drawing/2014/main" id="{77D97894-EAC4-4DAD-84CE-57C85FB9D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63"/>
              <a:ext cx="27" cy="35"/>
            </a:xfrm>
            <a:custGeom>
              <a:avLst/>
              <a:gdLst>
                <a:gd name="T0" fmla="*/ 0 w 11"/>
                <a:gd name="T1" fmla="*/ 253 h 13"/>
                <a:gd name="T2" fmla="*/ 162 w 11"/>
                <a:gd name="T3" fmla="*/ 137 h 13"/>
                <a:gd name="T4" fmla="*/ 29 w 11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3" y="13"/>
                    <a:pt x="9" y="0"/>
                    <a:pt x="11" y="7"/>
                  </a:cubicBezTo>
                  <a:cubicBezTo>
                    <a:pt x="7" y="5"/>
                    <a:pt x="6" y="12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5" name="Freeform 125">
              <a:extLst>
                <a:ext uri="{FF2B5EF4-FFF2-40B4-BE49-F238E27FC236}">
                  <a16:creationId xmlns:a16="http://schemas.microsoft.com/office/drawing/2014/main" id="{BEF7E925-96CB-4F86-AE84-235D134AE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390"/>
              <a:ext cx="130" cy="128"/>
            </a:xfrm>
            <a:custGeom>
              <a:avLst/>
              <a:gdLst>
                <a:gd name="T0" fmla="*/ 208 w 52"/>
                <a:gd name="T1" fmla="*/ 0 h 48"/>
                <a:gd name="T2" fmla="*/ 63 w 52"/>
                <a:gd name="T3" fmla="*/ 435 h 48"/>
                <a:gd name="T4" fmla="*/ 63 w 52"/>
                <a:gd name="T5" fmla="*/ 797 h 48"/>
                <a:gd name="T6" fmla="*/ 438 w 52"/>
                <a:gd name="T7" fmla="*/ 797 h 48"/>
                <a:gd name="T8" fmla="*/ 720 w 52"/>
                <a:gd name="T9" fmla="*/ 627 h 48"/>
                <a:gd name="T10" fmla="*/ 738 w 52"/>
                <a:gd name="T11" fmla="*/ 307 h 48"/>
                <a:gd name="T12" fmla="*/ 688 w 52"/>
                <a:gd name="T13" fmla="*/ 3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8">
                  <a:moveTo>
                    <a:pt x="13" y="0"/>
                  </a:moveTo>
                  <a:cubicBezTo>
                    <a:pt x="13" y="8"/>
                    <a:pt x="8" y="16"/>
                    <a:pt x="4" y="23"/>
                  </a:cubicBezTo>
                  <a:cubicBezTo>
                    <a:pt x="2" y="28"/>
                    <a:pt x="0" y="37"/>
                    <a:pt x="4" y="42"/>
                  </a:cubicBezTo>
                  <a:cubicBezTo>
                    <a:pt x="9" y="48"/>
                    <a:pt x="21" y="45"/>
                    <a:pt x="28" y="42"/>
                  </a:cubicBezTo>
                  <a:cubicBezTo>
                    <a:pt x="33" y="40"/>
                    <a:pt x="42" y="37"/>
                    <a:pt x="46" y="33"/>
                  </a:cubicBezTo>
                  <a:cubicBezTo>
                    <a:pt x="52" y="26"/>
                    <a:pt x="47" y="22"/>
                    <a:pt x="47" y="16"/>
                  </a:cubicBezTo>
                  <a:cubicBezTo>
                    <a:pt x="47" y="9"/>
                    <a:pt x="50" y="8"/>
                    <a:pt x="44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6" name="Freeform 126">
              <a:extLst>
                <a:ext uri="{FF2B5EF4-FFF2-40B4-BE49-F238E27FC236}">
                  <a16:creationId xmlns:a16="http://schemas.microsoft.com/office/drawing/2014/main" id="{8C2E7052-E6F3-402E-A716-6C6D5B783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368"/>
              <a:ext cx="117" cy="78"/>
            </a:xfrm>
            <a:custGeom>
              <a:avLst/>
              <a:gdLst>
                <a:gd name="T0" fmla="*/ 724 w 47"/>
                <a:gd name="T1" fmla="*/ 175 h 29"/>
                <a:gd name="T2" fmla="*/ 570 w 47"/>
                <a:gd name="T3" fmla="*/ 390 h 29"/>
                <a:gd name="T4" fmla="*/ 167 w 47"/>
                <a:gd name="T5" fmla="*/ 471 h 29"/>
                <a:gd name="T6" fmla="*/ 137 w 47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9">
                  <a:moveTo>
                    <a:pt x="47" y="9"/>
                  </a:moveTo>
                  <a:cubicBezTo>
                    <a:pt x="43" y="13"/>
                    <a:pt x="43" y="17"/>
                    <a:pt x="37" y="20"/>
                  </a:cubicBezTo>
                  <a:cubicBezTo>
                    <a:pt x="31" y="23"/>
                    <a:pt x="16" y="29"/>
                    <a:pt x="11" y="24"/>
                  </a:cubicBezTo>
                  <a:cubicBezTo>
                    <a:pt x="0" y="16"/>
                    <a:pt x="4" y="1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7" name="Freeform 127">
              <a:extLst>
                <a:ext uri="{FF2B5EF4-FFF2-40B4-BE49-F238E27FC236}">
                  <a16:creationId xmlns:a16="http://schemas.microsoft.com/office/drawing/2014/main" id="{7407B289-776F-45F2-8B3A-55833CA27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411"/>
              <a:ext cx="115" cy="99"/>
            </a:xfrm>
            <a:custGeom>
              <a:avLst/>
              <a:gdLst>
                <a:gd name="T0" fmla="*/ 375 w 46"/>
                <a:gd name="T1" fmla="*/ 0 h 37"/>
                <a:gd name="T2" fmla="*/ 50 w 46"/>
                <a:gd name="T3" fmla="*/ 265 h 37"/>
                <a:gd name="T4" fmla="*/ 408 w 46"/>
                <a:gd name="T5" fmla="*/ 500 h 37"/>
                <a:gd name="T6" fmla="*/ 625 w 46"/>
                <a:gd name="T7" fmla="*/ 650 h 37"/>
                <a:gd name="T8" fmla="*/ 720 w 46"/>
                <a:gd name="T9" fmla="*/ 53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7">
                  <a:moveTo>
                    <a:pt x="24" y="0"/>
                  </a:moveTo>
                  <a:cubicBezTo>
                    <a:pt x="17" y="4"/>
                    <a:pt x="5" y="3"/>
                    <a:pt x="3" y="14"/>
                  </a:cubicBezTo>
                  <a:cubicBezTo>
                    <a:pt x="0" y="30"/>
                    <a:pt x="19" y="21"/>
                    <a:pt x="26" y="26"/>
                  </a:cubicBezTo>
                  <a:cubicBezTo>
                    <a:pt x="31" y="30"/>
                    <a:pt x="32" y="37"/>
                    <a:pt x="40" y="34"/>
                  </a:cubicBezTo>
                  <a:cubicBezTo>
                    <a:pt x="42" y="33"/>
                    <a:pt x="46" y="28"/>
                    <a:pt x="46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8" name="Freeform 128">
              <a:extLst>
                <a:ext uri="{FF2B5EF4-FFF2-40B4-BE49-F238E27FC236}">
                  <a16:creationId xmlns:a16="http://schemas.microsoft.com/office/drawing/2014/main" id="{AD299AEF-9F2E-4A32-B0CC-990EC07D7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486"/>
              <a:ext cx="95" cy="58"/>
            </a:xfrm>
            <a:custGeom>
              <a:avLst/>
              <a:gdLst>
                <a:gd name="T0" fmla="*/ 220 w 38"/>
                <a:gd name="T1" fmla="*/ 0 h 22"/>
                <a:gd name="T2" fmla="*/ 95 w 38"/>
                <a:gd name="T3" fmla="*/ 314 h 22"/>
                <a:gd name="T4" fmla="*/ 395 w 38"/>
                <a:gd name="T5" fmla="*/ 369 h 22"/>
                <a:gd name="T6" fmla="*/ 595 w 38"/>
                <a:gd name="T7" fmla="*/ 22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2">
                  <a:moveTo>
                    <a:pt x="14" y="0"/>
                  </a:moveTo>
                  <a:cubicBezTo>
                    <a:pt x="7" y="2"/>
                    <a:pt x="0" y="10"/>
                    <a:pt x="6" y="17"/>
                  </a:cubicBezTo>
                  <a:cubicBezTo>
                    <a:pt x="10" y="22"/>
                    <a:pt x="20" y="22"/>
                    <a:pt x="25" y="20"/>
                  </a:cubicBezTo>
                  <a:cubicBezTo>
                    <a:pt x="31" y="18"/>
                    <a:pt x="33" y="15"/>
                    <a:pt x="38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9" name="Freeform 129">
              <a:extLst>
                <a:ext uri="{FF2B5EF4-FFF2-40B4-BE49-F238E27FC236}">
                  <a16:creationId xmlns:a16="http://schemas.microsoft.com/office/drawing/2014/main" id="{A6CCA21D-EF63-40E9-A514-5DA20D78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438"/>
              <a:ext cx="103" cy="82"/>
            </a:xfrm>
            <a:custGeom>
              <a:avLst/>
              <a:gdLst>
                <a:gd name="T0" fmla="*/ 0 w 41"/>
                <a:gd name="T1" fmla="*/ 391 h 31"/>
                <a:gd name="T2" fmla="*/ 209 w 41"/>
                <a:gd name="T3" fmla="*/ 574 h 31"/>
                <a:gd name="T4" fmla="*/ 379 w 41"/>
                <a:gd name="T5" fmla="*/ 518 h 31"/>
                <a:gd name="T6" fmla="*/ 555 w 41"/>
                <a:gd name="T7" fmla="*/ 484 h 31"/>
                <a:gd name="T8" fmla="*/ 568 w 4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1">
                  <a:moveTo>
                    <a:pt x="0" y="21"/>
                  </a:moveTo>
                  <a:cubicBezTo>
                    <a:pt x="4" y="25"/>
                    <a:pt x="7" y="31"/>
                    <a:pt x="13" y="31"/>
                  </a:cubicBezTo>
                  <a:cubicBezTo>
                    <a:pt x="16" y="31"/>
                    <a:pt x="21" y="29"/>
                    <a:pt x="24" y="28"/>
                  </a:cubicBezTo>
                  <a:cubicBezTo>
                    <a:pt x="27" y="28"/>
                    <a:pt x="31" y="28"/>
                    <a:pt x="35" y="26"/>
                  </a:cubicBezTo>
                  <a:cubicBezTo>
                    <a:pt x="41" y="23"/>
                    <a:pt x="41" y="6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0" name="Freeform 130">
              <a:extLst>
                <a:ext uri="{FF2B5EF4-FFF2-40B4-BE49-F238E27FC236}">
                  <a16:creationId xmlns:a16="http://schemas.microsoft.com/office/drawing/2014/main" id="{CE03201C-BC97-4005-9528-192774C1D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478"/>
              <a:ext cx="75" cy="34"/>
            </a:xfrm>
            <a:custGeom>
              <a:avLst/>
              <a:gdLst>
                <a:gd name="T0" fmla="*/ 0 w 30"/>
                <a:gd name="T1" fmla="*/ 144 h 13"/>
                <a:gd name="T2" fmla="*/ 408 w 30"/>
                <a:gd name="T3" fmla="*/ 144 h 13"/>
                <a:gd name="T4" fmla="*/ 470 w 3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8"/>
                  </a:moveTo>
                  <a:cubicBezTo>
                    <a:pt x="6" y="13"/>
                    <a:pt x="20" y="13"/>
                    <a:pt x="26" y="8"/>
                  </a:cubicBezTo>
                  <a:cubicBezTo>
                    <a:pt x="29" y="6"/>
                    <a:pt x="29" y="4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1" name="Freeform 131">
              <a:extLst>
                <a:ext uri="{FF2B5EF4-FFF2-40B4-BE49-F238E27FC236}">
                  <a16:creationId xmlns:a16="http://schemas.microsoft.com/office/drawing/2014/main" id="{0811CC45-F0C1-4516-8B28-72A3B9746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440"/>
              <a:ext cx="93" cy="110"/>
            </a:xfrm>
            <a:custGeom>
              <a:avLst/>
              <a:gdLst>
                <a:gd name="T0" fmla="*/ 33 w 37"/>
                <a:gd name="T1" fmla="*/ 389 h 41"/>
                <a:gd name="T2" fmla="*/ 63 w 37"/>
                <a:gd name="T3" fmla="*/ 735 h 41"/>
                <a:gd name="T4" fmla="*/ 460 w 37"/>
                <a:gd name="T5" fmla="*/ 577 h 41"/>
                <a:gd name="T6" fmla="*/ 493 w 37"/>
                <a:gd name="T7" fmla="*/ 368 h 41"/>
                <a:gd name="T8" fmla="*/ 555 w 37"/>
                <a:gd name="T9" fmla="*/ 231 h 41"/>
                <a:gd name="T10" fmla="*/ 525 w 37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1">
                  <a:moveTo>
                    <a:pt x="2" y="20"/>
                  </a:moveTo>
                  <a:cubicBezTo>
                    <a:pt x="3" y="24"/>
                    <a:pt x="0" y="35"/>
                    <a:pt x="4" y="38"/>
                  </a:cubicBezTo>
                  <a:cubicBezTo>
                    <a:pt x="9" y="41"/>
                    <a:pt x="26" y="34"/>
                    <a:pt x="29" y="30"/>
                  </a:cubicBezTo>
                  <a:cubicBezTo>
                    <a:pt x="32" y="26"/>
                    <a:pt x="31" y="23"/>
                    <a:pt x="31" y="19"/>
                  </a:cubicBezTo>
                  <a:cubicBezTo>
                    <a:pt x="32" y="15"/>
                    <a:pt x="33" y="15"/>
                    <a:pt x="35" y="12"/>
                  </a:cubicBezTo>
                  <a:cubicBezTo>
                    <a:pt x="36" y="8"/>
                    <a:pt x="37" y="0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2" name="Freeform 132">
              <a:extLst>
                <a:ext uri="{FF2B5EF4-FFF2-40B4-BE49-F238E27FC236}">
                  <a16:creationId xmlns:a16="http://schemas.microsoft.com/office/drawing/2014/main" id="{CE6380D4-355E-4978-BA42-89CDA174A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542"/>
              <a:ext cx="95" cy="130"/>
            </a:xfrm>
            <a:custGeom>
              <a:avLst/>
              <a:gdLst>
                <a:gd name="T0" fmla="*/ 0 w 38"/>
                <a:gd name="T1" fmla="*/ 562 h 49"/>
                <a:gd name="T2" fmla="*/ 175 w 38"/>
                <a:gd name="T3" fmla="*/ 894 h 49"/>
                <a:gd name="T4" fmla="*/ 533 w 38"/>
                <a:gd name="T5" fmla="*/ 562 h 49"/>
                <a:gd name="T6" fmla="*/ 533 w 38"/>
                <a:gd name="T7" fmla="*/ 149 h 49"/>
                <a:gd name="T8" fmla="*/ 458 w 38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9">
                  <a:moveTo>
                    <a:pt x="0" y="30"/>
                  </a:moveTo>
                  <a:cubicBezTo>
                    <a:pt x="0" y="38"/>
                    <a:pt x="2" y="49"/>
                    <a:pt x="11" y="48"/>
                  </a:cubicBezTo>
                  <a:cubicBezTo>
                    <a:pt x="22" y="48"/>
                    <a:pt x="31" y="39"/>
                    <a:pt x="34" y="30"/>
                  </a:cubicBezTo>
                  <a:cubicBezTo>
                    <a:pt x="36" y="21"/>
                    <a:pt x="38" y="17"/>
                    <a:pt x="34" y="8"/>
                  </a:cubicBezTo>
                  <a:cubicBezTo>
                    <a:pt x="33" y="5"/>
                    <a:pt x="31" y="2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3" name="Freeform 133">
              <a:extLst>
                <a:ext uri="{FF2B5EF4-FFF2-40B4-BE49-F238E27FC236}">
                  <a16:creationId xmlns:a16="http://schemas.microsoft.com/office/drawing/2014/main" id="{05EB0C46-544E-4B52-A2AB-A6106FE6F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667"/>
              <a:ext cx="78" cy="107"/>
            </a:xfrm>
            <a:custGeom>
              <a:avLst/>
              <a:gdLst>
                <a:gd name="T0" fmla="*/ 126 w 31"/>
                <a:gd name="T1" fmla="*/ 78 h 40"/>
                <a:gd name="T2" fmla="*/ 254 w 31"/>
                <a:gd name="T3" fmla="*/ 21 h 40"/>
                <a:gd name="T4" fmla="*/ 400 w 31"/>
                <a:gd name="T5" fmla="*/ 136 h 40"/>
                <a:gd name="T6" fmla="*/ 443 w 31"/>
                <a:gd name="T7" fmla="*/ 538 h 40"/>
                <a:gd name="T8" fmla="*/ 146 w 31"/>
                <a:gd name="T9" fmla="*/ 730 h 40"/>
                <a:gd name="T10" fmla="*/ 0 w 31"/>
                <a:gd name="T11" fmla="*/ 559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0">
                  <a:moveTo>
                    <a:pt x="8" y="4"/>
                  </a:moveTo>
                  <a:cubicBezTo>
                    <a:pt x="12" y="2"/>
                    <a:pt x="12" y="0"/>
                    <a:pt x="16" y="1"/>
                  </a:cubicBezTo>
                  <a:cubicBezTo>
                    <a:pt x="18" y="2"/>
                    <a:pt x="23" y="5"/>
                    <a:pt x="25" y="7"/>
                  </a:cubicBezTo>
                  <a:cubicBezTo>
                    <a:pt x="30" y="12"/>
                    <a:pt x="31" y="21"/>
                    <a:pt x="28" y="28"/>
                  </a:cubicBezTo>
                  <a:cubicBezTo>
                    <a:pt x="26" y="37"/>
                    <a:pt x="18" y="40"/>
                    <a:pt x="9" y="38"/>
                  </a:cubicBezTo>
                  <a:cubicBezTo>
                    <a:pt x="5" y="36"/>
                    <a:pt x="0" y="34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4" name="Freeform 134">
              <a:extLst>
                <a:ext uri="{FF2B5EF4-FFF2-40B4-BE49-F238E27FC236}">
                  <a16:creationId xmlns:a16="http://schemas.microsoft.com/office/drawing/2014/main" id="{F973606E-122D-4E13-9F34-9A2E9663F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638"/>
              <a:ext cx="127" cy="122"/>
            </a:xfrm>
            <a:custGeom>
              <a:avLst/>
              <a:gdLst>
                <a:gd name="T0" fmla="*/ 341 w 51"/>
                <a:gd name="T1" fmla="*/ 149 h 46"/>
                <a:gd name="T2" fmla="*/ 125 w 51"/>
                <a:gd name="T3" fmla="*/ 204 h 46"/>
                <a:gd name="T4" fmla="*/ 62 w 51"/>
                <a:gd name="T5" fmla="*/ 597 h 46"/>
                <a:gd name="T6" fmla="*/ 662 w 51"/>
                <a:gd name="T7" fmla="*/ 541 h 46"/>
                <a:gd name="T8" fmla="*/ 558 w 51"/>
                <a:gd name="T9" fmla="*/ 34 h 46"/>
                <a:gd name="T10" fmla="*/ 354 w 51"/>
                <a:gd name="T11" fmla="*/ 133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6">
                  <a:moveTo>
                    <a:pt x="22" y="8"/>
                  </a:moveTo>
                  <a:cubicBezTo>
                    <a:pt x="16" y="9"/>
                    <a:pt x="12" y="7"/>
                    <a:pt x="8" y="11"/>
                  </a:cubicBezTo>
                  <a:cubicBezTo>
                    <a:pt x="1" y="16"/>
                    <a:pt x="0" y="25"/>
                    <a:pt x="4" y="32"/>
                  </a:cubicBezTo>
                  <a:cubicBezTo>
                    <a:pt x="13" y="46"/>
                    <a:pt x="34" y="41"/>
                    <a:pt x="43" y="29"/>
                  </a:cubicBezTo>
                  <a:cubicBezTo>
                    <a:pt x="48" y="22"/>
                    <a:pt x="51" y="0"/>
                    <a:pt x="36" y="2"/>
                  </a:cubicBezTo>
                  <a:cubicBezTo>
                    <a:pt x="32" y="2"/>
                    <a:pt x="27" y="7"/>
                    <a:pt x="2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5" name="Freeform 135">
              <a:extLst>
                <a:ext uri="{FF2B5EF4-FFF2-40B4-BE49-F238E27FC236}">
                  <a16:creationId xmlns:a16="http://schemas.microsoft.com/office/drawing/2014/main" id="{FD5FA751-8512-432F-A9FA-2E59E3FEF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552"/>
              <a:ext cx="127" cy="118"/>
            </a:xfrm>
            <a:custGeom>
              <a:avLst/>
              <a:gdLst>
                <a:gd name="T0" fmla="*/ 0 w 51"/>
                <a:gd name="T1" fmla="*/ 641 h 44"/>
                <a:gd name="T2" fmla="*/ 92 w 51"/>
                <a:gd name="T3" fmla="*/ 346 h 44"/>
                <a:gd name="T4" fmla="*/ 383 w 51"/>
                <a:gd name="T5" fmla="*/ 231 h 44"/>
                <a:gd name="T6" fmla="*/ 570 w 51"/>
                <a:gd name="T7" fmla="*/ 21 h 44"/>
                <a:gd name="T8" fmla="*/ 757 w 51"/>
                <a:gd name="T9" fmla="*/ 287 h 44"/>
                <a:gd name="T10" fmla="*/ 383 w 51"/>
                <a:gd name="T11" fmla="*/ 791 h 44"/>
                <a:gd name="T12" fmla="*/ 137 w 51"/>
                <a:gd name="T13" fmla="*/ 79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4">
                  <a:moveTo>
                    <a:pt x="0" y="33"/>
                  </a:moveTo>
                  <a:cubicBezTo>
                    <a:pt x="0" y="27"/>
                    <a:pt x="1" y="22"/>
                    <a:pt x="6" y="18"/>
                  </a:cubicBezTo>
                  <a:cubicBezTo>
                    <a:pt x="12" y="13"/>
                    <a:pt x="19" y="15"/>
                    <a:pt x="25" y="12"/>
                  </a:cubicBezTo>
                  <a:cubicBezTo>
                    <a:pt x="30" y="9"/>
                    <a:pt x="32" y="2"/>
                    <a:pt x="37" y="1"/>
                  </a:cubicBezTo>
                  <a:cubicBezTo>
                    <a:pt x="45" y="0"/>
                    <a:pt x="48" y="9"/>
                    <a:pt x="49" y="15"/>
                  </a:cubicBezTo>
                  <a:cubicBezTo>
                    <a:pt x="51" y="32"/>
                    <a:pt x="40" y="40"/>
                    <a:pt x="25" y="41"/>
                  </a:cubicBezTo>
                  <a:cubicBezTo>
                    <a:pt x="21" y="41"/>
                    <a:pt x="11" y="44"/>
                    <a:pt x="9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6" name="Freeform 136">
              <a:extLst>
                <a:ext uri="{FF2B5EF4-FFF2-40B4-BE49-F238E27FC236}">
                  <a16:creationId xmlns:a16="http://schemas.microsoft.com/office/drawing/2014/main" id="{53DED073-9820-45DE-B9E9-91126B0C4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659"/>
              <a:ext cx="95" cy="112"/>
            </a:xfrm>
            <a:custGeom>
              <a:avLst/>
              <a:gdLst>
                <a:gd name="T0" fmla="*/ 0 w 38"/>
                <a:gd name="T1" fmla="*/ 376 h 42"/>
                <a:gd name="T2" fmla="*/ 208 w 38"/>
                <a:gd name="T3" fmla="*/ 776 h 42"/>
                <a:gd name="T4" fmla="*/ 550 w 38"/>
                <a:gd name="T5" fmla="*/ 547 h 42"/>
                <a:gd name="T6" fmla="*/ 488 w 38"/>
                <a:gd name="T7" fmla="*/ 171 h 42"/>
                <a:gd name="T8" fmla="*/ 488 w 38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2">
                  <a:moveTo>
                    <a:pt x="0" y="20"/>
                  </a:moveTo>
                  <a:cubicBezTo>
                    <a:pt x="2" y="27"/>
                    <a:pt x="2" y="40"/>
                    <a:pt x="13" y="41"/>
                  </a:cubicBezTo>
                  <a:cubicBezTo>
                    <a:pt x="19" y="42"/>
                    <a:pt x="33" y="36"/>
                    <a:pt x="35" y="29"/>
                  </a:cubicBezTo>
                  <a:cubicBezTo>
                    <a:pt x="38" y="22"/>
                    <a:pt x="33" y="16"/>
                    <a:pt x="31" y="9"/>
                  </a:cubicBezTo>
                  <a:cubicBezTo>
                    <a:pt x="31" y="6"/>
                    <a:pt x="32" y="1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7" name="Freeform 137">
              <a:extLst>
                <a:ext uri="{FF2B5EF4-FFF2-40B4-BE49-F238E27FC236}">
                  <a16:creationId xmlns:a16="http://schemas.microsoft.com/office/drawing/2014/main" id="{61A571D4-188B-4A3B-A86F-9889CF0F1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283"/>
              <a:ext cx="125" cy="91"/>
            </a:xfrm>
            <a:custGeom>
              <a:avLst/>
              <a:gdLst>
                <a:gd name="T0" fmla="*/ 188 w 50"/>
                <a:gd name="T1" fmla="*/ 632 h 34"/>
                <a:gd name="T2" fmla="*/ 345 w 50"/>
                <a:gd name="T3" fmla="*/ 632 h 34"/>
                <a:gd name="T4" fmla="*/ 550 w 50"/>
                <a:gd name="T5" fmla="*/ 458 h 34"/>
                <a:gd name="T6" fmla="*/ 720 w 50"/>
                <a:gd name="T7" fmla="*/ 265 h 34"/>
                <a:gd name="T8" fmla="*/ 488 w 50"/>
                <a:gd name="T9" fmla="*/ 21 h 34"/>
                <a:gd name="T10" fmla="*/ 33 w 50"/>
                <a:gd name="T11" fmla="*/ 367 h 34"/>
                <a:gd name="T12" fmla="*/ 220 w 50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">
                  <a:moveTo>
                    <a:pt x="12" y="33"/>
                  </a:moveTo>
                  <a:cubicBezTo>
                    <a:pt x="15" y="33"/>
                    <a:pt x="19" y="34"/>
                    <a:pt x="22" y="33"/>
                  </a:cubicBezTo>
                  <a:cubicBezTo>
                    <a:pt x="29" y="33"/>
                    <a:pt x="31" y="28"/>
                    <a:pt x="35" y="24"/>
                  </a:cubicBezTo>
                  <a:cubicBezTo>
                    <a:pt x="38" y="20"/>
                    <a:pt x="44" y="18"/>
                    <a:pt x="46" y="14"/>
                  </a:cubicBezTo>
                  <a:cubicBezTo>
                    <a:pt x="50" y="3"/>
                    <a:pt x="38" y="0"/>
                    <a:pt x="31" y="1"/>
                  </a:cubicBezTo>
                  <a:cubicBezTo>
                    <a:pt x="20" y="2"/>
                    <a:pt x="3" y="7"/>
                    <a:pt x="2" y="19"/>
                  </a:cubicBezTo>
                  <a:cubicBezTo>
                    <a:pt x="0" y="30"/>
                    <a:pt x="6" y="32"/>
                    <a:pt x="14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8" name="Freeform 138">
              <a:extLst>
                <a:ext uri="{FF2B5EF4-FFF2-40B4-BE49-F238E27FC236}">
                  <a16:creationId xmlns:a16="http://schemas.microsoft.com/office/drawing/2014/main" id="{FE889F75-F7E5-478E-B948-D1FF93FC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568"/>
              <a:ext cx="140" cy="126"/>
            </a:xfrm>
            <a:custGeom>
              <a:avLst/>
              <a:gdLst>
                <a:gd name="T0" fmla="*/ 333 w 56"/>
                <a:gd name="T1" fmla="*/ 273 h 47"/>
                <a:gd name="T2" fmla="*/ 208 w 56"/>
                <a:gd name="T3" fmla="*/ 847 h 47"/>
                <a:gd name="T4" fmla="*/ 520 w 56"/>
                <a:gd name="T5" fmla="*/ 869 h 47"/>
                <a:gd name="T6" fmla="*/ 720 w 56"/>
                <a:gd name="T7" fmla="*/ 633 h 47"/>
                <a:gd name="T8" fmla="*/ 563 w 56"/>
                <a:gd name="T9" fmla="*/ 56 h 47"/>
                <a:gd name="T10" fmla="*/ 345 w 56"/>
                <a:gd name="T11" fmla="*/ 27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7">
                  <a:moveTo>
                    <a:pt x="21" y="14"/>
                  </a:moveTo>
                  <a:cubicBezTo>
                    <a:pt x="17" y="22"/>
                    <a:pt x="0" y="35"/>
                    <a:pt x="13" y="44"/>
                  </a:cubicBezTo>
                  <a:cubicBezTo>
                    <a:pt x="17" y="47"/>
                    <a:pt x="28" y="45"/>
                    <a:pt x="33" y="45"/>
                  </a:cubicBezTo>
                  <a:cubicBezTo>
                    <a:pt x="41" y="45"/>
                    <a:pt x="43" y="41"/>
                    <a:pt x="46" y="33"/>
                  </a:cubicBezTo>
                  <a:cubicBezTo>
                    <a:pt x="50" y="23"/>
                    <a:pt x="56" y="0"/>
                    <a:pt x="36" y="3"/>
                  </a:cubicBezTo>
                  <a:cubicBezTo>
                    <a:pt x="32" y="4"/>
                    <a:pt x="25" y="10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9" name="Freeform 139">
              <a:extLst>
                <a:ext uri="{FF2B5EF4-FFF2-40B4-BE49-F238E27FC236}">
                  <a16:creationId xmlns:a16="http://schemas.microsoft.com/office/drawing/2014/main" id="{1BEA6097-6FA5-46D7-BE6B-C33D8E6D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84"/>
              <a:ext cx="47" cy="14"/>
            </a:xfrm>
            <a:custGeom>
              <a:avLst/>
              <a:gdLst>
                <a:gd name="T0" fmla="*/ 0 w 19"/>
                <a:gd name="T1" fmla="*/ 48 h 5"/>
                <a:gd name="T2" fmla="*/ 287 w 19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2"/>
                  </a:moveTo>
                  <a:cubicBezTo>
                    <a:pt x="8" y="1"/>
                    <a:pt x="12" y="0"/>
                    <a:pt x="19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0" name="Freeform 140">
              <a:extLst>
                <a:ext uri="{FF2B5EF4-FFF2-40B4-BE49-F238E27FC236}">
                  <a16:creationId xmlns:a16="http://schemas.microsoft.com/office/drawing/2014/main" id="{34A9C888-1F7D-4EC2-9521-51FA2A2C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680"/>
              <a:ext cx="33" cy="27"/>
            </a:xfrm>
            <a:custGeom>
              <a:avLst/>
              <a:gdLst>
                <a:gd name="T0" fmla="*/ 0 w 13"/>
                <a:gd name="T1" fmla="*/ 159 h 10"/>
                <a:gd name="T2" fmla="*/ 213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8"/>
                  </a:moveTo>
                  <a:cubicBezTo>
                    <a:pt x="4" y="10"/>
                    <a:pt x="11" y="2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1" name="Freeform 141">
              <a:extLst>
                <a:ext uri="{FF2B5EF4-FFF2-40B4-BE49-F238E27FC236}">
                  <a16:creationId xmlns:a16="http://schemas.microsoft.com/office/drawing/2014/main" id="{80F3C6D0-BCF8-4643-93F0-294E8C851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18"/>
              <a:ext cx="132" cy="106"/>
            </a:xfrm>
            <a:custGeom>
              <a:avLst/>
              <a:gdLst>
                <a:gd name="T0" fmla="*/ 279 w 53"/>
                <a:gd name="T1" fmla="*/ 148 h 40"/>
                <a:gd name="T2" fmla="*/ 75 w 53"/>
                <a:gd name="T3" fmla="*/ 239 h 40"/>
                <a:gd name="T4" fmla="*/ 154 w 53"/>
                <a:gd name="T5" fmla="*/ 485 h 40"/>
                <a:gd name="T6" fmla="*/ 371 w 53"/>
                <a:gd name="T7" fmla="*/ 710 h 40"/>
                <a:gd name="T8" fmla="*/ 633 w 53"/>
                <a:gd name="T9" fmla="*/ 562 h 40"/>
                <a:gd name="T10" fmla="*/ 819 w 53"/>
                <a:gd name="T11" fmla="*/ 281 h 40"/>
                <a:gd name="T12" fmla="*/ 662 w 53"/>
                <a:gd name="T13" fmla="*/ 0 h 40"/>
                <a:gd name="T14" fmla="*/ 403 w 53"/>
                <a:gd name="T15" fmla="*/ 90 h 40"/>
                <a:gd name="T16" fmla="*/ 279 w 53"/>
                <a:gd name="T17" fmla="*/ 14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40">
                  <a:moveTo>
                    <a:pt x="18" y="8"/>
                  </a:moveTo>
                  <a:cubicBezTo>
                    <a:pt x="14" y="6"/>
                    <a:pt x="7" y="9"/>
                    <a:pt x="5" y="13"/>
                  </a:cubicBezTo>
                  <a:cubicBezTo>
                    <a:pt x="0" y="20"/>
                    <a:pt x="5" y="23"/>
                    <a:pt x="10" y="26"/>
                  </a:cubicBezTo>
                  <a:cubicBezTo>
                    <a:pt x="16" y="29"/>
                    <a:pt x="18" y="36"/>
                    <a:pt x="24" y="38"/>
                  </a:cubicBezTo>
                  <a:cubicBezTo>
                    <a:pt x="31" y="40"/>
                    <a:pt x="36" y="35"/>
                    <a:pt x="41" y="30"/>
                  </a:cubicBezTo>
                  <a:cubicBezTo>
                    <a:pt x="45" y="27"/>
                    <a:pt x="53" y="22"/>
                    <a:pt x="53" y="15"/>
                  </a:cubicBezTo>
                  <a:cubicBezTo>
                    <a:pt x="53" y="10"/>
                    <a:pt x="48" y="1"/>
                    <a:pt x="43" y="0"/>
                  </a:cubicBezTo>
                  <a:cubicBezTo>
                    <a:pt x="39" y="0"/>
                    <a:pt x="30" y="3"/>
                    <a:pt x="26" y="5"/>
                  </a:cubicBezTo>
                  <a:cubicBezTo>
                    <a:pt x="23" y="6"/>
                    <a:pt x="22" y="8"/>
                    <a:pt x="18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2" name="Freeform 142">
              <a:extLst>
                <a:ext uri="{FF2B5EF4-FFF2-40B4-BE49-F238E27FC236}">
                  <a16:creationId xmlns:a16="http://schemas.microsoft.com/office/drawing/2014/main" id="{91702CF3-C5E2-4CB5-8715-C27B018B8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496"/>
              <a:ext cx="22" cy="46"/>
            </a:xfrm>
            <a:custGeom>
              <a:avLst/>
              <a:gdLst>
                <a:gd name="T0" fmla="*/ 0 w 9"/>
                <a:gd name="T1" fmla="*/ 336 h 17"/>
                <a:gd name="T2" fmla="*/ 132 w 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17"/>
                  </a:moveTo>
                  <a:cubicBezTo>
                    <a:pt x="6" y="15"/>
                    <a:pt x="9" y="6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3" name="Freeform 143">
              <a:extLst>
                <a:ext uri="{FF2B5EF4-FFF2-40B4-BE49-F238E27FC236}">
                  <a16:creationId xmlns:a16="http://schemas.microsoft.com/office/drawing/2014/main" id="{1B1CD422-89DB-4136-886C-13A7833BF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611"/>
              <a:ext cx="55" cy="32"/>
            </a:xfrm>
            <a:custGeom>
              <a:avLst/>
              <a:gdLst>
                <a:gd name="T0" fmla="*/ 0 w 22"/>
                <a:gd name="T1" fmla="*/ 115 h 12"/>
                <a:gd name="T2" fmla="*/ 345 w 2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6"/>
                  </a:moveTo>
                  <a:cubicBezTo>
                    <a:pt x="8" y="12"/>
                    <a:pt x="15" y="4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4" name="Freeform 144">
              <a:extLst>
                <a:ext uri="{FF2B5EF4-FFF2-40B4-BE49-F238E27FC236}">
                  <a16:creationId xmlns:a16="http://schemas.microsoft.com/office/drawing/2014/main" id="{2C31D836-D4AA-442F-861F-F4641F25E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672"/>
              <a:ext cx="48" cy="38"/>
            </a:xfrm>
            <a:custGeom>
              <a:avLst/>
              <a:gdLst>
                <a:gd name="T0" fmla="*/ 0 w 19"/>
                <a:gd name="T1" fmla="*/ 0 h 14"/>
                <a:gd name="T2" fmla="*/ 159 w 19"/>
                <a:gd name="T3" fmla="*/ 258 h 14"/>
                <a:gd name="T4" fmla="*/ 306 w 19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4" y="4"/>
                    <a:pt x="4" y="11"/>
                    <a:pt x="10" y="13"/>
                  </a:cubicBezTo>
                  <a:cubicBezTo>
                    <a:pt x="13" y="14"/>
                    <a:pt x="16" y="12"/>
                    <a:pt x="19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5" name="Freeform 145">
              <a:extLst>
                <a:ext uri="{FF2B5EF4-FFF2-40B4-BE49-F238E27FC236}">
                  <a16:creationId xmlns:a16="http://schemas.microsoft.com/office/drawing/2014/main" id="{74875F06-F3E3-4939-BB38-F873694F1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515"/>
              <a:ext cx="15" cy="72"/>
            </a:xfrm>
            <a:custGeom>
              <a:avLst/>
              <a:gdLst>
                <a:gd name="T0" fmla="*/ 95 w 6"/>
                <a:gd name="T1" fmla="*/ 0 h 27"/>
                <a:gd name="T2" fmla="*/ 20 w 6"/>
                <a:gd name="T3" fmla="*/ 307 h 27"/>
                <a:gd name="T4" fmla="*/ 63 w 6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7">
                  <a:moveTo>
                    <a:pt x="6" y="0"/>
                  </a:moveTo>
                  <a:cubicBezTo>
                    <a:pt x="4" y="5"/>
                    <a:pt x="0" y="9"/>
                    <a:pt x="1" y="16"/>
                  </a:cubicBezTo>
                  <a:cubicBezTo>
                    <a:pt x="2" y="20"/>
                    <a:pt x="5" y="23"/>
                    <a:pt x="4" y="2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6" name="Freeform 146">
              <a:extLst>
                <a:ext uri="{FF2B5EF4-FFF2-40B4-BE49-F238E27FC236}">
                  <a16:creationId xmlns:a16="http://schemas.microsoft.com/office/drawing/2014/main" id="{DD03720D-39FB-4CAF-8614-282F9BA2F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504"/>
              <a:ext cx="23" cy="75"/>
            </a:xfrm>
            <a:custGeom>
              <a:avLst/>
              <a:gdLst>
                <a:gd name="T0" fmla="*/ 0 w 9"/>
                <a:gd name="T1" fmla="*/ 538 h 28"/>
                <a:gd name="T2" fmla="*/ 84 w 9"/>
                <a:gd name="T3" fmla="*/ 137 h 28"/>
                <a:gd name="T4" fmla="*/ 33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0" y="28"/>
                  </a:moveTo>
                  <a:cubicBezTo>
                    <a:pt x="8" y="23"/>
                    <a:pt x="9" y="16"/>
                    <a:pt x="5" y="7"/>
                  </a:cubicBezTo>
                  <a:cubicBezTo>
                    <a:pt x="4" y="5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7" name="Freeform 147">
              <a:extLst>
                <a:ext uri="{FF2B5EF4-FFF2-40B4-BE49-F238E27FC236}">
                  <a16:creationId xmlns:a16="http://schemas.microsoft.com/office/drawing/2014/main" id="{A93C7F5E-2432-4A8A-96CE-0B2F5A49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542"/>
              <a:ext cx="76" cy="114"/>
            </a:xfrm>
            <a:custGeom>
              <a:avLst/>
              <a:gdLst>
                <a:gd name="T0" fmla="*/ 309 w 30"/>
                <a:gd name="T1" fmla="*/ 56 h 43"/>
                <a:gd name="T2" fmla="*/ 51 w 30"/>
                <a:gd name="T3" fmla="*/ 225 h 43"/>
                <a:gd name="T4" fmla="*/ 20 w 30"/>
                <a:gd name="T5" fmla="*/ 464 h 43"/>
                <a:gd name="T6" fmla="*/ 96 w 30"/>
                <a:gd name="T7" fmla="*/ 575 h 43"/>
                <a:gd name="T8" fmla="*/ 147 w 30"/>
                <a:gd name="T9" fmla="*/ 745 h 43"/>
                <a:gd name="T10" fmla="*/ 360 w 30"/>
                <a:gd name="T11" fmla="*/ 766 h 43"/>
                <a:gd name="T12" fmla="*/ 489 w 30"/>
                <a:gd name="T13" fmla="*/ 63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3">
                  <a:moveTo>
                    <a:pt x="19" y="3"/>
                  </a:moveTo>
                  <a:cubicBezTo>
                    <a:pt x="11" y="0"/>
                    <a:pt x="5" y="5"/>
                    <a:pt x="3" y="12"/>
                  </a:cubicBezTo>
                  <a:cubicBezTo>
                    <a:pt x="3" y="15"/>
                    <a:pt x="0" y="22"/>
                    <a:pt x="1" y="25"/>
                  </a:cubicBezTo>
                  <a:cubicBezTo>
                    <a:pt x="2" y="28"/>
                    <a:pt x="5" y="29"/>
                    <a:pt x="6" y="31"/>
                  </a:cubicBezTo>
                  <a:cubicBezTo>
                    <a:pt x="8" y="35"/>
                    <a:pt x="5" y="37"/>
                    <a:pt x="9" y="40"/>
                  </a:cubicBezTo>
                  <a:cubicBezTo>
                    <a:pt x="12" y="43"/>
                    <a:pt x="18" y="43"/>
                    <a:pt x="22" y="41"/>
                  </a:cubicBezTo>
                  <a:cubicBezTo>
                    <a:pt x="25" y="40"/>
                    <a:pt x="30" y="37"/>
                    <a:pt x="30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8" name="Freeform 148">
              <a:extLst>
                <a:ext uri="{FF2B5EF4-FFF2-40B4-BE49-F238E27FC236}">
                  <a16:creationId xmlns:a16="http://schemas.microsoft.com/office/drawing/2014/main" id="{B0EB14F1-E722-4D47-841E-BAC1A2392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752"/>
              <a:ext cx="77" cy="104"/>
            </a:xfrm>
            <a:custGeom>
              <a:avLst/>
              <a:gdLst>
                <a:gd name="T0" fmla="*/ 474 w 31"/>
                <a:gd name="T1" fmla="*/ 149 h 39"/>
                <a:gd name="T2" fmla="*/ 258 w 31"/>
                <a:gd name="T3" fmla="*/ 56 h 39"/>
                <a:gd name="T4" fmla="*/ 75 w 31"/>
                <a:gd name="T5" fmla="*/ 320 h 39"/>
                <a:gd name="T6" fmla="*/ 92 w 31"/>
                <a:gd name="T7" fmla="*/ 73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31" y="8"/>
                  </a:moveTo>
                  <a:cubicBezTo>
                    <a:pt x="26" y="4"/>
                    <a:pt x="23" y="0"/>
                    <a:pt x="17" y="3"/>
                  </a:cubicBezTo>
                  <a:cubicBezTo>
                    <a:pt x="12" y="6"/>
                    <a:pt x="7" y="12"/>
                    <a:pt x="5" y="17"/>
                  </a:cubicBezTo>
                  <a:cubicBezTo>
                    <a:pt x="2" y="22"/>
                    <a:pt x="0" y="35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9" name="Freeform 149">
              <a:extLst>
                <a:ext uri="{FF2B5EF4-FFF2-40B4-BE49-F238E27FC236}">
                  <a16:creationId xmlns:a16="http://schemas.microsoft.com/office/drawing/2014/main" id="{06D450CB-93ED-430B-80D4-5BC29B0DB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734"/>
              <a:ext cx="112" cy="104"/>
            </a:xfrm>
            <a:custGeom>
              <a:avLst/>
              <a:gdLst>
                <a:gd name="T0" fmla="*/ 261 w 45"/>
                <a:gd name="T1" fmla="*/ 93 h 39"/>
                <a:gd name="T2" fmla="*/ 30 w 45"/>
                <a:gd name="T3" fmla="*/ 320 h 39"/>
                <a:gd name="T4" fmla="*/ 261 w 45"/>
                <a:gd name="T5" fmla="*/ 739 h 39"/>
                <a:gd name="T6" fmla="*/ 353 w 45"/>
                <a:gd name="T7" fmla="*/ 704 h 39"/>
                <a:gd name="T8" fmla="*/ 495 w 45"/>
                <a:gd name="T9" fmla="*/ 704 h 39"/>
                <a:gd name="T10" fmla="*/ 632 w 45"/>
                <a:gd name="T11" fmla="*/ 477 h 39"/>
                <a:gd name="T12" fmla="*/ 682 w 45"/>
                <a:gd name="T13" fmla="*/ 149 h 39"/>
                <a:gd name="T14" fmla="*/ 446 w 45"/>
                <a:gd name="T15" fmla="*/ 21 h 39"/>
                <a:gd name="T16" fmla="*/ 291 w 45"/>
                <a:gd name="T17" fmla="*/ 77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9">
                  <a:moveTo>
                    <a:pt x="17" y="5"/>
                  </a:moveTo>
                  <a:cubicBezTo>
                    <a:pt x="11" y="5"/>
                    <a:pt x="4" y="11"/>
                    <a:pt x="2" y="17"/>
                  </a:cubicBezTo>
                  <a:cubicBezTo>
                    <a:pt x="0" y="24"/>
                    <a:pt x="8" y="38"/>
                    <a:pt x="17" y="39"/>
                  </a:cubicBezTo>
                  <a:cubicBezTo>
                    <a:pt x="20" y="39"/>
                    <a:pt x="20" y="38"/>
                    <a:pt x="23" y="37"/>
                  </a:cubicBezTo>
                  <a:cubicBezTo>
                    <a:pt x="26" y="37"/>
                    <a:pt x="29" y="38"/>
                    <a:pt x="32" y="37"/>
                  </a:cubicBezTo>
                  <a:cubicBezTo>
                    <a:pt x="40" y="35"/>
                    <a:pt x="41" y="31"/>
                    <a:pt x="41" y="25"/>
                  </a:cubicBezTo>
                  <a:cubicBezTo>
                    <a:pt x="42" y="20"/>
                    <a:pt x="45" y="13"/>
                    <a:pt x="44" y="8"/>
                  </a:cubicBezTo>
                  <a:cubicBezTo>
                    <a:pt x="42" y="2"/>
                    <a:pt x="35" y="0"/>
                    <a:pt x="29" y="1"/>
                  </a:cubicBezTo>
                  <a:cubicBezTo>
                    <a:pt x="26" y="1"/>
                    <a:pt x="23" y="3"/>
                    <a:pt x="19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0" name="Freeform 150">
              <a:extLst>
                <a:ext uri="{FF2B5EF4-FFF2-40B4-BE49-F238E27FC236}">
                  <a16:creationId xmlns:a16="http://schemas.microsoft.com/office/drawing/2014/main" id="{E3F779C2-7BC0-416B-B8F5-6F953BD2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691"/>
              <a:ext cx="13" cy="51"/>
            </a:xfrm>
            <a:custGeom>
              <a:avLst/>
              <a:gdLst>
                <a:gd name="T0" fmla="*/ 21 w 5"/>
                <a:gd name="T1" fmla="*/ 0 h 19"/>
                <a:gd name="T2" fmla="*/ 88 w 5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1" y="0"/>
                  </a:moveTo>
                  <a:cubicBezTo>
                    <a:pt x="0" y="6"/>
                    <a:pt x="1" y="18"/>
                    <a:pt x="5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1" name="Freeform 151">
              <a:extLst>
                <a:ext uri="{FF2B5EF4-FFF2-40B4-BE49-F238E27FC236}">
                  <a16:creationId xmlns:a16="http://schemas.microsoft.com/office/drawing/2014/main" id="{A04C4B74-2629-4250-81B9-29A1F5822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635"/>
              <a:ext cx="40" cy="107"/>
            </a:xfrm>
            <a:custGeom>
              <a:avLst/>
              <a:gdLst>
                <a:gd name="T0" fmla="*/ 95 w 16"/>
                <a:gd name="T1" fmla="*/ 765 h 40"/>
                <a:gd name="T2" fmla="*/ 238 w 16"/>
                <a:gd name="T3" fmla="*/ 516 h 40"/>
                <a:gd name="T4" fmla="*/ 188 w 16"/>
                <a:gd name="T5" fmla="*/ 171 h 40"/>
                <a:gd name="T6" fmla="*/ 0 w 16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0">
                  <a:moveTo>
                    <a:pt x="6" y="40"/>
                  </a:moveTo>
                  <a:cubicBezTo>
                    <a:pt x="9" y="36"/>
                    <a:pt x="15" y="32"/>
                    <a:pt x="15" y="27"/>
                  </a:cubicBezTo>
                  <a:cubicBezTo>
                    <a:pt x="16" y="23"/>
                    <a:pt x="14" y="13"/>
                    <a:pt x="12" y="9"/>
                  </a:cubicBezTo>
                  <a:cubicBezTo>
                    <a:pt x="10" y="4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2" name="Freeform 152">
              <a:extLst>
                <a:ext uri="{FF2B5EF4-FFF2-40B4-BE49-F238E27FC236}">
                  <a16:creationId xmlns:a16="http://schemas.microsoft.com/office/drawing/2014/main" id="{FAADED18-4A72-4856-B189-EC8E8A547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510"/>
              <a:ext cx="100" cy="104"/>
            </a:xfrm>
            <a:custGeom>
              <a:avLst/>
              <a:gdLst>
                <a:gd name="T0" fmla="*/ 33 w 40"/>
                <a:gd name="T1" fmla="*/ 341 h 39"/>
                <a:gd name="T2" fmla="*/ 50 w 40"/>
                <a:gd name="T3" fmla="*/ 605 h 39"/>
                <a:gd name="T4" fmla="*/ 375 w 40"/>
                <a:gd name="T5" fmla="*/ 717 h 39"/>
                <a:gd name="T6" fmla="*/ 533 w 40"/>
                <a:gd name="T7" fmla="*/ 248 h 39"/>
                <a:gd name="T8" fmla="*/ 300 w 40"/>
                <a:gd name="T9" fmla="*/ 56 h 39"/>
                <a:gd name="T10" fmla="*/ 33 w 40"/>
                <a:gd name="T11" fmla="*/ 1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9">
                  <a:moveTo>
                    <a:pt x="2" y="18"/>
                  </a:moveTo>
                  <a:cubicBezTo>
                    <a:pt x="5" y="22"/>
                    <a:pt x="0" y="27"/>
                    <a:pt x="3" y="32"/>
                  </a:cubicBezTo>
                  <a:cubicBezTo>
                    <a:pt x="7" y="38"/>
                    <a:pt x="18" y="39"/>
                    <a:pt x="24" y="38"/>
                  </a:cubicBezTo>
                  <a:cubicBezTo>
                    <a:pt x="34" y="36"/>
                    <a:pt x="40" y="23"/>
                    <a:pt x="34" y="13"/>
                  </a:cubicBezTo>
                  <a:cubicBezTo>
                    <a:pt x="31" y="10"/>
                    <a:pt x="24" y="5"/>
                    <a:pt x="19" y="3"/>
                  </a:cubicBezTo>
                  <a:cubicBezTo>
                    <a:pt x="13" y="0"/>
                    <a:pt x="8" y="5"/>
                    <a:pt x="2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3" name="Freeform 153">
              <a:extLst>
                <a:ext uri="{FF2B5EF4-FFF2-40B4-BE49-F238E27FC236}">
                  <a16:creationId xmlns:a16="http://schemas.microsoft.com/office/drawing/2014/main" id="{DA64F63E-63EF-48E2-81FE-F91F07AC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616"/>
              <a:ext cx="70" cy="22"/>
            </a:xfrm>
            <a:custGeom>
              <a:avLst/>
              <a:gdLst>
                <a:gd name="T0" fmla="*/ 0 w 28"/>
                <a:gd name="T1" fmla="*/ 0 h 8"/>
                <a:gd name="T2" fmla="*/ 83 w 28"/>
                <a:gd name="T3" fmla="*/ 129 h 8"/>
                <a:gd name="T4" fmla="*/ 238 w 28"/>
                <a:gd name="T5" fmla="*/ 143 h 8"/>
                <a:gd name="T6" fmla="*/ 438 w 28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0"/>
                  </a:moveTo>
                  <a:cubicBezTo>
                    <a:pt x="1" y="0"/>
                    <a:pt x="3" y="4"/>
                    <a:pt x="5" y="6"/>
                  </a:cubicBezTo>
                  <a:cubicBezTo>
                    <a:pt x="8" y="8"/>
                    <a:pt x="11" y="8"/>
                    <a:pt x="15" y="7"/>
                  </a:cubicBezTo>
                  <a:cubicBezTo>
                    <a:pt x="19" y="6"/>
                    <a:pt x="24" y="3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4" name="Freeform 154">
              <a:extLst>
                <a:ext uri="{FF2B5EF4-FFF2-40B4-BE49-F238E27FC236}">
                  <a16:creationId xmlns:a16="http://schemas.microsoft.com/office/drawing/2014/main" id="{0D6387A9-E7EB-4491-B423-1FBAEC57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787"/>
              <a:ext cx="98" cy="104"/>
            </a:xfrm>
            <a:custGeom>
              <a:avLst/>
              <a:gdLst>
                <a:gd name="T0" fmla="*/ 0 w 39"/>
                <a:gd name="T1" fmla="*/ 456 h 39"/>
                <a:gd name="T2" fmla="*/ 397 w 39"/>
                <a:gd name="T3" fmla="*/ 56 h 39"/>
                <a:gd name="T4" fmla="*/ 618 w 39"/>
                <a:gd name="T5" fmla="*/ 397 h 39"/>
                <a:gd name="T6" fmla="*/ 397 w 39"/>
                <a:gd name="T7" fmla="*/ 73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0" y="24"/>
                  </a:moveTo>
                  <a:cubicBezTo>
                    <a:pt x="4" y="15"/>
                    <a:pt x="13" y="0"/>
                    <a:pt x="25" y="3"/>
                  </a:cubicBezTo>
                  <a:cubicBezTo>
                    <a:pt x="31" y="5"/>
                    <a:pt x="38" y="15"/>
                    <a:pt x="39" y="21"/>
                  </a:cubicBezTo>
                  <a:cubicBezTo>
                    <a:pt x="39" y="30"/>
                    <a:pt x="32" y="38"/>
                    <a:pt x="25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5" name="Freeform 155">
              <a:extLst>
                <a:ext uri="{FF2B5EF4-FFF2-40B4-BE49-F238E27FC236}">
                  <a16:creationId xmlns:a16="http://schemas.microsoft.com/office/drawing/2014/main" id="{91AA13B5-356F-42FD-AD7B-C6264F708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723"/>
              <a:ext cx="97" cy="99"/>
            </a:xfrm>
            <a:custGeom>
              <a:avLst/>
              <a:gdLst>
                <a:gd name="T0" fmla="*/ 167 w 39"/>
                <a:gd name="T1" fmla="*/ 615 h 37"/>
                <a:gd name="T2" fmla="*/ 415 w 39"/>
                <a:gd name="T3" fmla="*/ 674 h 37"/>
                <a:gd name="T4" fmla="*/ 587 w 39"/>
                <a:gd name="T5" fmla="*/ 385 h 37"/>
                <a:gd name="T6" fmla="*/ 341 w 39"/>
                <a:gd name="T7" fmla="*/ 94 h 37"/>
                <a:gd name="T8" fmla="*/ 30 w 39"/>
                <a:gd name="T9" fmla="*/ 209 h 37"/>
                <a:gd name="T10" fmla="*/ 104 w 39"/>
                <a:gd name="T11" fmla="*/ 538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7">
                  <a:moveTo>
                    <a:pt x="11" y="32"/>
                  </a:moveTo>
                  <a:cubicBezTo>
                    <a:pt x="17" y="33"/>
                    <a:pt x="21" y="37"/>
                    <a:pt x="27" y="35"/>
                  </a:cubicBezTo>
                  <a:cubicBezTo>
                    <a:pt x="33" y="34"/>
                    <a:pt x="39" y="27"/>
                    <a:pt x="38" y="20"/>
                  </a:cubicBezTo>
                  <a:cubicBezTo>
                    <a:pt x="38" y="12"/>
                    <a:pt x="30" y="7"/>
                    <a:pt x="22" y="5"/>
                  </a:cubicBezTo>
                  <a:cubicBezTo>
                    <a:pt x="13" y="4"/>
                    <a:pt x="7" y="0"/>
                    <a:pt x="2" y="11"/>
                  </a:cubicBezTo>
                  <a:cubicBezTo>
                    <a:pt x="0" y="17"/>
                    <a:pt x="3" y="24"/>
                    <a:pt x="7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6" name="Freeform 156">
              <a:extLst>
                <a:ext uri="{FF2B5EF4-FFF2-40B4-BE49-F238E27FC236}">
                  <a16:creationId xmlns:a16="http://schemas.microsoft.com/office/drawing/2014/main" id="{7C11D882-46B1-4F1B-A768-26DE354E8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784"/>
              <a:ext cx="120" cy="80"/>
            </a:xfrm>
            <a:custGeom>
              <a:avLst/>
              <a:gdLst>
                <a:gd name="T0" fmla="*/ 470 w 48"/>
                <a:gd name="T1" fmla="*/ 93 h 30"/>
                <a:gd name="T2" fmla="*/ 208 w 48"/>
                <a:gd name="T3" fmla="*/ 21 h 30"/>
                <a:gd name="T4" fmla="*/ 33 w 48"/>
                <a:gd name="T5" fmla="*/ 205 h 30"/>
                <a:gd name="T6" fmla="*/ 220 w 48"/>
                <a:gd name="T7" fmla="*/ 568 h 30"/>
                <a:gd name="T8" fmla="*/ 563 w 48"/>
                <a:gd name="T9" fmla="*/ 477 h 30"/>
                <a:gd name="T10" fmla="*/ 750 w 48"/>
                <a:gd name="T11" fmla="*/ 248 h 30"/>
                <a:gd name="T12" fmla="*/ 625 w 48"/>
                <a:gd name="T13" fmla="*/ 35 h 30"/>
                <a:gd name="T14" fmla="*/ 500 w 48"/>
                <a:gd name="T15" fmla="*/ 93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30">
                  <a:moveTo>
                    <a:pt x="30" y="5"/>
                  </a:moveTo>
                  <a:cubicBezTo>
                    <a:pt x="24" y="4"/>
                    <a:pt x="20" y="0"/>
                    <a:pt x="13" y="1"/>
                  </a:cubicBezTo>
                  <a:cubicBezTo>
                    <a:pt x="8" y="2"/>
                    <a:pt x="3" y="6"/>
                    <a:pt x="2" y="11"/>
                  </a:cubicBezTo>
                  <a:cubicBezTo>
                    <a:pt x="0" y="19"/>
                    <a:pt x="5" y="30"/>
                    <a:pt x="14" y="30"/>
                  </a:cubicBezTo>
                  <a:cubicBezTo>
                    <a:pt x="21" y="30"/>
                    <a:pt x="29" y="26"/>
                    <a:pt x="36" y="25"/>
                  </a:cubicBezTo>
                  <a:cubicBezTo>
                    <a:pt x="43" y="23"/>
                    <a:pt x="48" y="22"/>
                    <a:pt x="48" y="13"/>
                  </a:cubicBezTo>
                  <a:cubicBezTo>
                    <a:pt x="48" y="8"/>
                    <a:pt x="46" y="3"/>
                    <a:pt x="40" y="2"/>
                  </a:cubicBezTo>
                  <a:cubicBezTo>
                    <a:pt x="37" y="2"/>
                    <a:pt x="35" y="6"/>
                    <a:pt x="32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7" name="Freeform 157">
              <a:extLst>
                <a:ext uri="{FF2B5EF4-FFF2-40B4-BE49-F238E27FC236}">
                  <a16:creationId xmlns:a16="http://schemas.microsoft.com/office/drawing/2014/main" id="{D4CD9084-896B-4BCD-93E5-915633F33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672"/>
              <a:ext cx="120" cy="107"/>
            </a:xfrm>
            <a:custGeom>
              <a:avLst/>
              <a:gdLst>
                <a:gd name="T0" fmla="*/ 363 w 48"/>
                <a:gd name="T1" fmla="*/ 94 h 40"/>
                <a:gd name="T2" fmla="*/ 145 w 48"/>
                <a:gd name="T3" fmla="*/ 650 h 40"/>
                <a:gd name="T4" fmla="*/ 533 w 48"/>
                <a:gd name="T5" fmla="*/ 629 h 40"/>
                <a:gd name="T6" fmla="*/ 613 w 48"/>
                <a:gd name="T7" fmla="*/ 444 h 40"/>
                <a:gd name="T8" fmla="*/ 708 w 48"/>
                <a:gd name="T9" fmla="*/ 364 h 40"/>
                <a:gd name="T10" fmla="*/ 645 w 48"/>
                <a:gd name="T11" fmla="*/ 115 h 40"/>
                <a:gd name="T12" fmla="*/ 363 w 48"/>
                <a:gd name="T13" fmla="*/ 9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0">
                  <a:moveTo>
                    <a:pt x="23" y="5"/>
                  </a:moveTo>
                  <a:cubicBezTo>
                    <a:pt x="14" y="11"/>
                    <a:pt x="0" y="22"/>
                    <a:pt x="9" y="34"/>
                  </a:cubicBezTo>
                  <a:cubicBezTo>
                    <a:pt x="14" y="40"/>
                    <a:pt x="30" y="38"/>
                    <a:pt x="34" y="33"/>
                  </a:cubicBezTo>
                  <a:cubicBezTo>
                    <a:pt x="36" y="31"/>
                    <a:pt x="36" y="26"/>
                    <a:pt x="39" y="23"/>
                  </a:cubicBezTo>
                  <a:cubicBezTo>
                    <a:pt x="40" y="21"/>
                    <a:pt x="43" y="21"/>
                    <a:pt x="45" y="19"/>
                  </a:cubicBezTo>
                  <a:cubicBezTo>
                    <a:pt x="48" y="14"/>
                    <a:pt x="46" y="9"/>
                    <a:pt x="41" y="6"/>
                  </a:cubicBezTo>
                  <a:cubicBezTo>
                    <a:pt x="35" y="3"/>
                    <a:pt x="29" y="0"/>
                    <a:pt x="23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8" name="Freeform 158">
              <a:extLst>
                <a:ext uri="{FF2B5EF4-FFF2-40B4-BE49-F238E27FC236}">
                  <a16:creationId xmlns:a16="http://schemas.microsoft.com/office/drawing/2014/main" id="{E8B69369-29C3-4BE0-8F3E-659E8CC9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774"/>
              <a:ext cx="78" cy="66"/>
            </a:xfrm>
            <a:custGeom>
              <a:avLst/>
              <a:gdLst>
                <a:gd name="T0" fmla="*/ 0 w 31"/>
                <a:gd name="T1" fmla="*/ 314 h 25"/>
                <a:gd name="T2" fmla="*/ 242 w 31"/>
                <a:gd name="T3" fmla="*/ 438 h 25"/>
                <a:gd name="T4" fmla="*/ 413 w 31"/>
                <a:gd name="T5" fmla="*/ 293 h 25"/>
                <a:gd name="T6" fmla="*/ 413 w 31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0" y="17"/>
                  </a:moveTo>
                  <a:cubicBezTo>
                    <a:pt x="4" y="20"/>
                    <a:pt x="10" y="25"/>
                    <a:pt x="15" y="24"/>
                  </a:cubicBezTo>
                  <a:cubicBezTo>
                    <a:pt x="18" y="24"/>
                    <a:pt x="24" y="19"/>
                    <a:pt x="26" y="16"/>
                  </a:cubicBezTo>
                  <a:cubicBezTo>
                    <a:pt x="30" y="12"/>
                    <a:pt x="31" y="5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9" name="Freeform 159">
              <a:extLst>
                <a:ext uri="{FF2B5EF4-FFF2-40B4-BE49-F238E27FC236}">
                  <a16:creationId xmlns:a16="http://schemas.microsoft.com/office/drawing/2014/main" id="{8DADE756-8F03-48D6-9CD4-AD0E23B10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691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4" y="1"/>
                    <a:pt x="6" y="4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0" name="Freeform 160">
              <a:extLst>
                <a:ext uri="{FF2B5EF4-FFF2-40B4-BE49-F238E27FC236}">
                  <a16:creationId xmlns:a16="http://schemas.microsoft.com/office/drawing/2014/main" id="{5456F17E-F42B-42E0-820B-41CCC651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632"/>
              <a:ext cx="52" cy="48"/>
            </a:xfrm>
            <a:custGeom>
              <a:avLst/>
              <a:gdLst>
                <a:gd name="T0" fmla="*/ 0 w 21"/>
                <a:gd name="T1" fmla="*/ 264 h 18"/>
                <a:gd name="T2" fmla="*/ 319 w 2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0" y="14"/>
                  </a:moveTo>
                  <a:cubicBezTo>
                    <a:pt x="9" y="18"/>
                    <a:pt x="20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1" name="Freeform 161">
              <a:extLst>
                <a:ext uri="{FF2B5EF4-FFF2-40B4-BE49-F238E27FC236}">
                  <a16:creationId xmlns:a16="http://schemas.microsoft.com/office/drawing/2014/main" id="{D9A0A221-6598-496A-9CE4-ED3B74630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646"/>
              <a:ext cx="66" cy="114"/>
            </a:xfrm>
            <a:custGeom>
              <a:avLst/>
              <a:gdLst>
                <a:gd name="T0" fmla="*/ 426 w 26"/>
                <a:gd name="T1" fmla="*/ 56 h 43"/>
                <a:gd name="T2" fmla="*/ 33 w 26"/>
                <a:gd name="T3" fmla="*/ 374 h 43"/>
                <a:gd name="T4" fmla="*/ 277 w 26"/>
                <a:gd name="T5" fmla="*/ 71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26" y="3"/>
                  </a:moveTo>
                  <a:cubicBezTo>
                    <a:pt x="14" y="0"/>
                    <a:pt x="0" y="9"/>
                    <a:pt x="2" y="20"/>
                  </a:cubicBezTo>
                  <a:cubicBezTo>
                    <a:pt x="3" y="26"/>
                    <a:pt x="8" y="43"/>
                    <a:pt x="17" y="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2" name="Freeform 162">
              <a:extLst>
                <a:ext uri="{FF2B5EF4-FFF2-40B4-BE49-F238E27FC236}">
                  <a16:creationId xmlns:a16="http://schemas.microsoft.com/office/drawing/2014/main" id="{373AA694-1B90-4733-9F7B-586BA7D47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736"/>
              <a:ext cx="80" cy="126"/>
            </a:xfrm>
            <a:custGeom>
              <a:avLst/>
              <a:gdLst>
                <a:gd name="T0" fmla="*/ 188 w 32"/>
                <a:gd name="T1" fmla="*/ 0 h 47"/>
                <a:gd name="T2" fmla="*/ 500 w 32"/>
                <a:gd name="T3" fmla="*/ 252 h 47"/>
                <a:gd name="T4" fmla="*/ 425 w 32"/>
                <a:gd name="T5" fmla="*/ 445 h 47"/>
                <a:gd name="T6" fmla="*/ 345 w 32"/>
                <a:gd name="T7" fmla="*/ 753 h 47"/>
                <a:gd name="T8" fmla="*/ 20 w 32"/>
                <a:gd name="T9" fmla="*/ 504 h 47"/>
                <a:gd name="T10" fmla="*/ 83 w 32"/>
                <a:gd name="T11" fmla="*/ 13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7">
                  <a:moveTo>
                    <a:pt x="12" y="0"/>
                  </a:moveTo>
                  <a:cubicBezTo>
                    <a:pt x="22" y="0"/>
                    <a:pt x="32" y="1"/>
                    <a:pt x="32" y="13"/>
                  </a:cubicBezTo>
                  <a:cubicBezTo>
                    <a:pt x="32" y="18"/>
                    <a:pt x="30" y="19"/>
                    <a:pt x="27" y="23"/>
                  </a:cubicBezTo>
                  <a:cubicBezTo>
                    <a:pt x="25" y="28"/>
                    <a:pt x="27" y="35"/>
                    <a:pt x="22" y="39"/>
                  </a:cubicBezTo>
                  <a:cubicBezTo>
                    <a:pt x="10" y="47"/>
                    <a:pt x="2" y="35"/>
                    <a:pt x="1" y="26"/>
                  </a:cubicBezTo>
                  <a:cubicBezTo>
                    <a:pt x="0" y="20"/>
                    <a:pt x="2" y="10"/>
                    <a:pt x="5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3" name="Freeform 163">
              <a:extLst>
                <a:ext uri="{FF2B5EF4-FFF2-40B4-BE49-F238E27FC236}">
                  <a16:creationId xmlns:a16="http://schemas.microsoft.com/office/drawing/2014/main" id="{E840EF52-12EE-4A80-8B28-47B3F271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760"/>
              <a:ext cx="12" cy="30"/>
            </a:xfrm>
            <a:custGeom>
              <a:avLst/>
              <a:gdLst>
                <a:gd name="T0" fmla="*/ 70 w 5"/>
                <a:gd name="T1" fmla="*/ 0 h 11"/>
                <a:gd name="T2" fmla="*/ 0 w 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4" name="Freeform 164">
              <a:extLst>
                <a:ext uri="{FF2B5EF4-FFF2-40B4-BE49-F238E27FC236}">
                  <a16:creationId xmlns:a16="http://schemas.microsoft.com/office/drawing/2014/main" id="{A4667901-D0D6-4E2A-B26A-A521456CA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886"/>
              <a:ext cx="127" cy="48"/>
            </a:xfrm>
            <a:custGeom>
              <a:avLst/>
              <a:gdLst>
                <a:gd name="T0" fmla="*/ 0 w 51"/>
                <a:gd name="T1" fmla="*/ 341 h 18"/>
                <a:gd name="T2" fmla="*/ 540 w 51"/>
                <a:gd name="T3" fmla="*/ 136 h 18"/>
                <a:gd name="T4" fmla="*/ 725 w 51"/>
                <a:gd name="T5" fmla="*/ 248 h 18"/>
                <a:gd name="T6" fmla="*/ 774 w 51"/>
                <a:gd name="T7" fmla="*/ 3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8">
                  <a:moveTo>
                    <a:pt x="0" y="18"/>
                  </a:moveTo>
                  <a:cubicBezTo>
                    <a:pt x="11" y="7"/>
                    <a:pt x="20" y="0"/>
                    <a:pt x="35" y="7"/>
                  </a:cubicBezTo>
                  <a:cubicBezTo>
                    <a:pt x="39" y="9"/>
                    <a:pt x="44" y="11"/>
                    <a:pt x="47" y="13"/>
                  </a:cubicBezTo>
                  <a:cubicBezTo>
                    <a:pt x="49" y="15"/>
                    <a:pt x="51" y="17"/>
                    <a:pt x="5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5" name="Freeform 165">
              <a:extLst>
                <a:ext uri="{FF2B5EF4-FFF2-40B4-BE49-F238E27FC236}">
                  <a16:creationId xmlns:a16="http://schemas.microsoft.com/office/drawing/2014/main" id="{48CDEEA7-0C48-4566-8199-0B256E9A7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864"/>
              <a:ext cx="122" cy="51"/>
            </a:xfrm>
            <a:custGeom>
              <a:avLst/>
              <a:gdLst>
                <a:gd name="T0" fmla="*/ 0 w 49"/>
                <a:gd name="T1" fmla="*/ 94 h 19"/>
                <a:gd name="T2" fmla="*/ 249 w 49"/>
                <a:gd name="T3" fmla="*/ 346 h 19"/>
                <a:gd name="T4" fmla="*/ 590 w 49"/>
                <a:gd name="T5" fmla="*/ 231 h 19"/>
                <a:gd name="T6" fmla="*/ 712 w 49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9">
                  <a:moveTo>
                    <a:pt x="0" y="5"/>
                  </a:moveTo>
                  <a:cubicBezTo>
                    <a:pt x="5" y="10"/>
                    <a:pt x="8" y="16"/>
                    <a:pt x="16" y="18"/>
                  </a:cubicBezTo>
                  <a:cubicBezTo>
                    <a:pt x="24" y="19"/>
                    <a:pt x="32" y="14"/>
                    <a:pt x="38" y="12"/>
                  </a:cubicBezTo>
                  <a:cubicBezTo>
                    <a:pt x="44" y="9"/>
                    <a:pt x="49" y="7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6" name="Freeform 166">
              <a:extLst>
                <a:ext uri="{FF2B5EF4-FFF2-40B4-BE49-F238E27FC236}">
                  <a16:creationId xmlns:a16="http://schemas.microsoft.com/office/drawing/2014/main" id="{F4756BCF-7EFD-4D77-9CE7-C57D1C118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24"/>
              <a:ext cx="45" cy="16"/>
            </a:xfrm>
            <a:custGeom>
              <a:avLst/>
              <a:gdLst>
                <a:gd name="T0" fmla="*/ 0 w 18"/>
                <a:gd name="T1" fmla="*/ 115 h 6"/>
                <a:gd name="T2" fmla="*/ 283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6" y="1"/>
                    <a:pt x="11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7" name="Freeform 167">
              <a:extLst>
                <a:ext uri="{FF2B5EF4-FFF2-40B4-BE49-F238E27FC236}">
                  <a16:creationId xmlns:a16="http://schemas.microsoft.com/office/drawing/2014/main" id="{B8EE3BDF-D7E1-413D-968B-0C8825849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758"/>
              <a:ext cx="18" cy="42"/>
            </a:xfrm>
            <a:custGeom>
              <a:avLst/>
              <a:gdLst>
                <a:gd name="T0" fmla="*/ 0 w 7"/>
                <a:gd name="T1" fmla="*/ 0 h 16"/>
                <a:gd name="T2" fmla="*/ 100 w 7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4"/>
                    <a:pt x="7" y="13"/>
                    <a:pt x="6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8" name="Freeform 168">
              <a:extLst>
                <a:ext uri="{FF2B5EF4-FFF2-40B4-BE49-F238E27FC236}">
                  <a16:creationId xmlns:a16="http://schemas.microsoft.com/office/drawing/2014/main" id="{CE7CF32E-339F-4E94-9DAC-7908D55B8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707"/>
              <a:ext cx="37" cy="24"/>
            </a:xfrm>
            <a:custGeom>
              <a:avLst/>
              <a:gdLst>
                <a:gd name="T0" fmla="*/ 0 w 15"/>
                <a:gd name="T1" fmla="*/ 171 h 9"/>
                <a:gd name="T2" fmla="*/ 224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3" y="3"/>
                    <a:pt x="8" y="1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9" name="Freeform 169">
              <a:extLst>
                <a:ext uri="{FF2B5EF4-FFF2-40B4-BE49-F238E27FC236}">
                  <a16:creationId xmlns:a16="http://schemas.microsoft.com/office/drawing/2014/main" id="{BF233460-1AF9-46CB-BA4B-F79C93FC2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824"/>
              <a:ext cx="135" cy="102"/>
            </a:xfrm>
            <a:custGeom>
              <a:avLst/>
              <a:gdLst>
                <a:gd name="T0" fmla="*/ 395 w 54"/>
                <a:gd name="T1" fmla="*/ 81 h 38"/>
                <a:gd name="T2" fmla="*/ 158 w 54"/>
                <a:gd name="T3" fmla="*/ 561 h 38"/>
                <a:gd name="T4" fmla="*/ 595 w 54"/>
                <a:gd name="T5" fmla="*/ 620 h 38"/>
                <a:gd name="T6" fmla="*/ 720 w 54"/>
                <a:gd name="T7" fmla="*/ 274 h 38"/>
                <a:gd name="T8" fmla="*/ 500 w 54"/>
                <a:gd name="T9" fmla="*/ 8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8">
                  <a:moveTo>
                    <a:pt x="25" y="4"/>
                  </a:moveTo>
                  <a:cubicBezTo>
                    <a:pt x="13" y="0"/>
                    <a:pt x="0" y="20"/>
                    <a:pt x="10" y="29"/>
                  </a:cubicBezTo>
                  <a:cubicBezTo>
                    <a:pt x="18" y="38"/>
                    <a:pt x="28" y="35"/>
                    <a:pt x="38" y="32"/>
                  </a:cubicBezTo>
                  <a:cubicBezTo>
                    <a:pt x="48" y="28"/>
                    <a:pt x="54" y="24"/>
                    <a:pt x="46" y="14"/>
                  </a:cubicBezTo>
                  <a:cubicBezTo>
                    <a:pt x="43" y="9"/>
                    <a:pt x="31" y="8"/>
                    <a:pt x="32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0" name="Freeform 170">
              <a:extLst>
                <a:ext uri="{FF2B5EF4-FFF2-40B4-BE49-F238E27FC236}">
                  <a16:creationId xmlns:a16="http://schemas.microsoft.com/office/drawing/2014/main" id="{4AB7944A-EC9C-4C3E-86D0-DE1D21DFC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830"/>
              <a:ext cx="80" cy="72"/>
            </a:xfrm>
            <a:custGeom>
              <a:avLst/>
              <a:gdLst>
                <a:gd name="T0" fmla="*/ 0 w 32"/>
                <a:gd name="T1" fmla="*/ 512 h 27"/>
                <a:gd name="T2" fmla="*/ 270 w 32"/>
                <a:gd name="T3" fmla="*/ 35 h 27"/>
                <a:gd name="T4" fmla="*/ 500 w 32"/>
                <a:gd name="T5" fmla="*/ 7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7">
                  <a:moveTo>
                    <a:pt x="0" y="27"/>
                  </a:moveTo>
                  <a:cubicBezTo>
                    <a:pt x="0" y="13"/>
                    <a:pt x="2" y="2"/>
                    <a:pt x="17" y="2"/>
                  </a:cubicBezTo>
                  <a:cubicBezTo>
                    <a:pt x="21" y="2"/>
                    <a:pt x="30" y="0"/>
                    <a:pt x="32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1" name="Freeform 171">
              <a:extLst>
                <a:ext uri="{FF2B5EF4-FFF2-40B4-BE49-F238E27FC236}">
                  <a16:creationId xmlns:a16="http://schemas.microsoft.com/office/drawing/2014/main" id="{7B7FD91C-CFFC-42A9-A600-B787B3BA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576"/>
              <a:ext cx="68" cy="128"/>
            </a:xfrm>
            <a:custGeom>
              <a:avLst/>
              <a:gdLst>
                <a:gd name="T0" fmla="*/ 285 w 27"/>
                <a:gd name="T1" fmla="*/ 0 h 48"/>
                <a:gd name="T2" fmla="*/ 33 w 27"/>
                <a:gd name="T3" fmla="*/ 248 h 48"/>
                <a:gd name="T4" fmla="*/ 113 w 27"/>
                <a:gd name="T5" fmla="*/ 683 h 48"/>
                <a:gd name="T6" fmla="*/ 413 w 27"/>
                <a:gd name="T7" fmla="*/ 307 h 48"/>
                <a:gd name="T8" fmla="*/ 285 w 27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8">
                  <a:moveTo>
                    <a:pt x="18" y="0"/>
                  </a:moveTo>
                  <a:cubicBezTo>
                    <a:pt x="11" y="0"/>
                    <a:pt x="4" y="6"/>
                    <a:pt x="2" y="13"/>
                  </a:cubicBezTo>
                  <a:cubicBezTo>
                    <a:pt x="0" y="21"/>
                    <a:pt x="3" y="30"/>
                    <a:pt x="7" y="36"/>
                  </a:cubicBezTo>
                  <a:cubicBezTo>
                    <a:pt x="16" y="48"/>
                    <a:pt x="27" y="25"/>
                    <a:pt x="26" y="16"/>
                  </a:cubicBezTo>
                  <a:cubicBezTo>
                    <a:pt x="26" y="10"/>
                    <a:pt x="25" y="1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2" name="Freeform 172">
              <a:extLst>
                <a:ext uri="{FF2B5EF4-FFF2-40B4-BE49-F238E27FC236}">
                  <a16:creationId xmlns:a16="http://schemas.microsoft.com/office/drawing/2014/main" id="{1551A50A-5E06-4BCD-946C-AFE28B017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83"/>
              <a:ext cx="105" cy="125"/>
            </a:xfrm>
            <a:custGeom>
              <a:avLst/>
              <a:gdLst>
                <a:gd name="T0" fmla="*/ 188 w 42"/>
                <a:gd name="T1" fmla="*/ 848 h 47"/>
                <a:gd name="T2" fmla="*/ 520 w 42"/>
                <a:gd name="T3" fmla="*/ 566 h 47"/>
                <a:gd name="T4" fmla="*/ 438 w 42"/>
                <a:gd name="T5" fmla="*/ 35 h 47"/>
                <a:gd name="T6" fmla="*/ 220 w 42"/>
                <a:gd name="T7" fmla="*/ 396 h 47"/>
                <a:gd name="T8" fmla="*/ 175 w 42"/>
                <a:gd name="T9" fmla="*/ 84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7">
                  <a:moveTo>
                    <a:pt x="12" y="45"/>
                  </a:moveTo>
                  <a:cubicBezTo>
                    <a:pt x="19" y="47"/>
                    <a:pt x="29" y="36"/>
                    <a:pt x="33" y="30"/>
                  </a:cubicBezTo>
                  <a:cubicBezTo>
                    <a:pt x="39" y="23"/>
                    <a:pt x="42" y="5"/>
                    <a:pt x="28" y="2"/>
                  </a:cubicBezTo>
                  <a:cubicBezTo>
                    <a:pt x="16" y="0"/>
                    <a:pt x="18" y="14"/>
                    <a:pt x="14" y="21"/>
                  </a:cubicBezTo>
                  <a:cubicBezTo>
                    <a:pt x="13" y="24"/>
                    <a:pt x="0" y="44"/>
                    <a:pt x="11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3" name="Freeform 173">
              <a:extLst>
                <a:ext uri="{FF2B5EF4-FFF2-40B4-BE49-F238E27FC236}">
                  <a16:creationId xmlns:a16="http://schemas.microsoft.com/office/drawing/2014/main" id="{CDA3B6F9-0A88-4696-88ED-451B14491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275"/>
              <a:ext cx="721" cy="672"/>
            </a:xfrm>
            <a:custGeom>
              <a:avLst/>
              <a:gdLst>
                <a:gd name="T0" fmla="*/ 4281 w 288"/>
                <a:gd name="T1" fmla="*/ 1971 h 252"/>
                <a:gd name="T2" fmla="*/ 4143 w 288"/>
                <a:gd name="T3" fmla="*/ 1800 h 252"/>
                <a:gd name="T4" fmla="*/ 4268 w 288"/>
                <a:gd name="T5" fmla="*/ 1592 h 252"/>
                <a:gd name="T6" fmla="*/ 3843 w 288"/>
                <a:gd name="T7" fmla="*/ 1480 h 252"/>
                <a:gd name="T8" fmla="*/ 3643 w 288"/>
                <a:gd name="T9" fmla="*/ 1229 h 252"/>
                <a:gd name="T10" fmla="*/ 3485 w 288"/>
                <a:gd name="T11" fmla="*/ 909 h 252"/>
                <a:gd name="T12" fmla="*/ 3184 w 288"/>
                <a:gd name="T13" fmla="*/ 931 h 252"/>
                <a:gd name="T14" fmla="*/ 3109 w 288"/>
                <a:gd name="T15" fmla="*/ 648 h 252"/>
                <a:gd name="T16" fmla="*/ 2889 w 288"/>
                <a:gd name="T17" fmla="*/ 171 h 252"/>
                <a:gd name="T18" fmla="*/ 2181 w 288"/>
                <a:gd name="T19" fmla="*/ 832 h 252"/>
                <a:gd name="T20" fmla="*/ 1838 w 288"/>
                <a:gd name="T21" fmla="*/ 704 h 252"/>
                <a:gd name="T22" fmla="*/ 1647 w 288"/>
                <a:gd name="T23" fmla="*/ 947 h 252"/>
                <a:gd name="T24" fmla="*/ 1179 w 288"/>
                <a:gd name="T25" fmla="*/ 1059 h 252"/>
                <a:gd name="T26" fmla="*/ 909 w 288"/>
                <a:gd name="T27" fmla="*/ 1059 h 252"/>
                <a:gd name="T28" fmla="*/ 771 w 288"/>
                <a:gd name="T29" fmla="*/ 1707 h 252"/>
                <a:gd name="T30" fmla="*/ 471 w 288"/>
                <a:gd name="T31" fmla="*/ 1971 h 252"/>
                <a:gd name="T32" fmla="*/ 363 w 288"/>
                <a:gd name="T33" fmla="*/ 2595 h 252"/>
                <a:gd name="T34" fmla="*/ 95 w 288"/>
                <a:gd name="T35" fmla="*/ 3448 h 252"/>
                <a:gd name="T36" fmla="*/ 396 w 288"/>
                <a:gd name="T37" fmla="*/ 4096 h 252"/>
                <a:gd name="T38" fmla="*/ 438 w 288"/>
                <a:gd name="T39" fmla="*/ 4232 h 252"/>
                <a:gd name="T40" fmla="*/ 2100 w 288"/>
                <a:gd name="T41" fmla="*/ 4779 h 252"/>
                <a:gd name="T42" fmla="*/ 4268 w 288"/>
                <a:gd name="T43" fmla="*/ 3925 h 252"/>
                <a:gd name="T44" fmla="*/ 4311 w 288"/>
                <a:gd name="T45" fmla="*/ 3720 h 252"/>
                <a:gd name="T46" fmla="*/ 4281 w 288"/>
                <a:gd name="T47" fmla="*/ 3448 h 252"/>
                <a:gd name="T48" fmla="*/ 4456 w 288"/>
                <a:gd name="T49" fmla="*/ 3208 h 252"/>
                <a:gd name="T50" fmla="*/ 4436 w 288"/>
                <a:gd name="T51" fmla="*/ 2525 h 252"/>
                <a:gd name="T52" fmla="*/ 4281 w 288"/>
                <a:gd name="T53" fmla="*/ 1971 h 25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8" h="252">
                  <a:moveTo>
                    <a:pt x="273" y="104"/>
                  </a:moveTo>
                  <a:cubicBezTo>
                    <a:pt x="270" y="100"/>
                    <a:pt x="264" y="104"/>
                    <a:pt x="264" y="95"/>
                  </a:cubicBezTo>
                  <a:cubicBezTo>
                    <a:pt x="263" y="89"/>
                    <a:pt x="272" y="90"/>
                    <a:pt x="272" y="84"/>
                  </a:cubicBezTo>
                  <a:cubicBezTo>
                    <a:pt x="271" y="62"/>
                    <a:pt x="254" y="75"/>
                    <a:pt x="245" y="78"/>
                  </a:cubicBezTo>
                  <a:cubicBezTo>
                    <a:pt x="228" y="82"/>
                    <a:pt x="232" y="77"/>
                    <a:pt x="232" y="65"/>
                  </a:cubicBezTo>
                  <a:cubicBezTo>
                    <a:pt x="231" y="53"/>
                    <a:pt x="236" y="50"/>
                    <a:pt x="222" y="48"/>
                  </a:cubicBezTo>
                  <a:cubicBezTo>
                    <a:pt x="219" y="48"/>
                    <a:pt x="210" y="54"/>
                    <a:pt x="203" y="49"/>
                  </a:cubicBezTo>
                  <a:cubicBezTo>
                    <a:pt x="191" y="42"/>
                    <a:pt x="199" y="44"/>
                    <a:pt x="198" y="34"/>
                  </a:cubicBezTo>
                  <a:cubicBezTo>
                    <a:pt x="197" y="25"/>
                    <a:pt x="195" y="12"/>
                    <a:pt x="184" y="9"/>
                  </a:cubicBezTo>
                  <a:cubicBezTo>
                    <a:pt x="151" y="0"/>
                    <a:pt x="172" y="52"/>
                    <a:pt x="139" y="44"/>
                  </a:cubicBezTo>
                  <a:cubicBezTo>
                    <a:pt x="132" y="43"/>
                    <a:pt x="127" y="36"/>
                    <a:pt x="117" y="37"/>
                  </a:cubicBezTo>
                  <a:cubicBezTo>
                    <a:pt x="102" y="38"/>
                    <a:pt x="111" y="39"/>
                    <a:pt x="105" y="50"/>
                  </a:cubicBezTo>
                  <a:cubicBezTo>
                    <a:pt x="95" y="68"/>
                    <a:pt x="88" y="64"/>
                    <a:pt x="75" y="56"/>
                  </a:cubicBezTo>
                  <a:cubicBezTo>
                    <a:pt x="65" y="49"/>
                    <a:pt x="60" y="53"/>
                    <a:pt x="58" y="56"/>
                  </a:cubicBezTo>
                  <a:cubicBezTo>
                    <a:pt x="52" y="62"/>
                    <a:pt x="56" y="79"/>
                    <a:pt x="49" y="90"/>
                  </a:cubicBezTo>
                  <a:cubicBezTo>
                    <a:pt x="45" y="96"/>
                    <a:pt x="35" y="98"/>
                    <a:pt x="30" y="104"/>
                  </a:cubicBezTo>
                  <a:cubicBezTo>
                    <a:pt x="23" y="112"/>
                    <a:pt x="27" y="128"/>
                    <a:pt x="23" y="137"/>
                  </a:cubicBezTo>
                  <a:cubicBezTo>
                    <a:pt x="13" y="154"/>
                    <a:pt x="0" y="159"/>
                    <a:pt x="6" y="182"/>
                  </a:cubicBezTo>
                  <a:cubicBezTo>
                    <a:pt x="9" y="194"/>
                    <a:pt x="15" y="209"/>
                    <a:pt x="25" y="216"/>
                  </a:cubicBezTo>
                  <a:cubicBezTo>
                    <a:pt x="28" y="223"/>
                    <a:pt x="28" y="223"/>
                    <a:pt x="28" y="223"/>
                  </a:cubicBezTo>
                  <a:cubicBezTo>
                    <a:pt x="57" y="241"/>
                    <a:pt x="94" y="252"/>
                    <a:pt x="134" y="252"/>
                  </a:cubicBezTo>
                  <a:cubicBezTo>
                    <a:pt x="189" y="252"/>
                    <a:pt x="236" y="235"/>
                    <a:pt x="272" y="207"/>
                  </a:cubicBezTo>
                  <a:cubicBezTo>
                    <a:pt x="273" y="203"/>
                    <a:pt x="274" y="200"/>
                    <a:pt x="275" y="196"/>
                  </a:cubicBezTo>
                  <a:cubicBezTo>
                    <a:pt x="276" y="191"/>
                    <a:pt x="272" y="187"/>
                    <a:pt x="273" y="182"/>
                  </a:cubicBezTo>
                  <a:cubicBezTo>
                    <a:pt x="275" y="176"/>
                    <a:pt x="281" y="175"/>
                    <a:pt x="284" y="169"/>
                  </a:cubicBezTo>
                  <a:cubicBezTo>
                    <a:pt x="288" y="160"/>
                    <a:pt x="284" y="143"/>
                    <a:pt x="283" y="133"/>
                  </a:cubicBezTo>
                  <a:cubicBezTo>
                    <a:pt x="282" y="121"/>
                    <a:pt x="280" y="114"/>
                    <a:pt x="273" y="10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4" name="Freeform 174">
              <a:extLst>
                <a:ext uri="{FF2B5EF4-FFF2-40B4-BE49-F238E27FC236}">
                  <a16:creationId xmlns:a16="http://schemas.microsoft.com/office/drawing/2014/main" id="{B52EE9AF-4F54-476B-964B-C81BD5B1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142"/>
              <a:ext cx="1003" cy="805"/>
            </a:xfrm>
            <a:custGeom>
              <a:avLst/>
              <a:gdLst>
                <a:gd name="T0" fmla="*/ 250 w 401"/>
                <a:gd name="T1" fmla="*/ 2863 h 302"/>
                <a:gd name="T2" fmla="*/ 3379 w 401"/>
                <a:gd name="T3" fmla="*/ 0 h 302"/>
                <a:gd name="T4" fmla="*/ 5975 w 401"/>
                <a:gd name="T5" fmla="*/ 3071 h 302"/>
                <a:gd name="T6" fmla="*/ 2879 w 401"/>
                <a:gd name="T7" fmla="*/ 5720 h 302"/>
                <a:gd name="T8" fmla="*/ 250 w 401"/>
                <a:gd name="T9" fmla="*/ 2863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02">
                  <a:moveTo>
                    <a:pt x="16" y="151"/>
                  </a:moveTo>
                  <a:cubicBezTo>
                    <a:pt x="32" y="62"/>
                    <a:pt x="114" y="0"/>
                    <a:pt x="216" y="0"/>
                  </a:cubicBezTo>
                  <a:cubicBezTo>
                    <a:pt x="317" y="0"/>
                    <a:pt x="401" y="77"/>
                    <a:pt x="382" y="162"/>
                  </a:cubicBezTo>
                  <a:cubicBezTo>
                    <a:pt x="365" y="244"/>
                    <a:pt x="286" y="302"/>
                    <a:pt x="184" y="302"/>
                  </a:cubicBezTo>
                  <a:cubicBezTo>
                    <a:pt x="82" y="302"/>
                    <a:pt x="0" y="233"/>
                    <a:pt x="16" y="15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bowl-of-sweet-corn-kernels">
            <a:extLst>
              <a:ext uri="{FF2B5EF4-FFF2-40B4-BE49-F238E27FC236}">
                <a16:creationId xmlns:a16="http://schemas.microsoft.com/office/drawing/2014/main" id="{EC05529C-76C1-4E9B-AB3E-EAC2633114EC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2678113"/>
            <a:ext cx="2262188" cy="2217737"/>
            <a:chOff x="719" y="1572"/>
            <a:chExt cx="878" cy="861"/>
          </a:xfrm>
        </p:grpSpPr>
        <p:grpSp>
          <p:nvGrpSpPr>
            <p:cNvPr id="23859" name="Group 176">
              <a:extLst>
                <a:ext uri="{FF2B5EF4-FFF2-40B4-BE49-F238E27FC236}">
                  <a16:creationId xmlns:a16="http://schemas.microsoft.com/office/drawing/2014/main" id="{DD7CC7DC-7FEC-4220-B8CA-1A3CDDDECF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" y="1572"/>
              <a:ext cx="878" cy="861"/>
              <a:chOff x="719" y="1572"/>
              <a:chExt cx="878" cy="861"/>
            </a:xfrm>
          </p:grpSpPr>
          <p:sp>
            <p:nvSpPr>
              <p:cNvPr id="24104" name="Freeform 177">
                <a:extLst>
                  <a:ext uri="{FF2B5EF4-FFF2-40B4-BE49-F238E27FC236}">
                    <a16:creationId xmlns:a16="http://schemas.microsoft.com/office/drawing/2014/main" id="{9C47D935-9D47-4FF5-9413-439AE67BC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031"/>
                <a:ext cx="818" cy="402"/>
              </a:xfrm>
              <a:custGeom>
                <a:avLst/>
                <a:gdLst>
                  <a:gd name="T0" fmla="*/ 2379 w 327"/>
                  <a:gd name="T1" fmla="*/ 2021 h 151"/>
                  <a:gd name="T2" fmla="*/ 300 w 327"/>
                  <a:gd name="T3" fmla="*/ 964 h 151"/>
                  <a:gd name="T4" fmla="*/ 0 w 327"/>
                  <a:gd name="T5" fmla="*/ 303 h 151"/>
                  <a:gd name="T6" fmla="*/ 1739 w 327"/>
                  <a:gd name="T7" fmla="*/ 2700 h 151"/>
                  <a:gd name="T8" fmla="*/ 2472 w 327"/>
                  <a:gd name="T9" fmla="*/ 2849 h 151"/>
                  <a:gd name="T10" fmla="*/ 3285 w 327"/>
                  <a:gd name="T11" fmla="*/ 2700 h 151"/>
                  <a:gd name="T12" fmla="*/ 5118 w 327"/>
                  <a:gd name="T13" fmla="*/ 0 h 151"/>
                  <a:gd name="T14" fmla="*/ 5118 w 327"/>
                  <a:gd name="T15" fmla="*/ 0 h 151"/>
                  <a:gd name="T16" fmla="*/ 2379 w 327"/>
                  <a:gd name="T17" fmla="*/ 2021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7" h="151">
                    <a:moveTo>
                      <a:pt x="152" y="107"/>
                    </a:moveTo>
                    <a:cubicBezTo>
                      <a:pt x="98" y="107"/>
                      <a:pt x="48" y="87"/>
                      <a:pt x="19" y="51"/>
                    </a:cubicBezTo>
                    <a:cubicBezTo>
                      <a:pt x="10" y="41"/>
                      <a:pt x="4" y="29"/>
                      <a:pt x="0" y="16"/>
                    </a:cubicBezTo>
                    <a:cubicBezTo>
                      <a:pt x="9" y="47"/>
                      <a:pt x="41" y="113"/>
                      <a:pt x="111" y="143"/>
                    </a:cubicBezTo>
                    <a:cubicBezTo>
                      <a:pt x="126" y="149"/>
                      <a:pt x="142" y="151"/>
                      <a:pt x="158" y="151"/>
                    </a:cubicBezTo>
                    <a:cubicBezTo>
                      <a:pt x="177" y="151"/>
                      <a:pt x="194" y="150"/>
                      <a:pt x="210" y="143"/>
                    </a:cubicBezTo>
                    <a:cubicBezTo>
                      <a:pt x="295" y="106"/>
                      <a:pt x="327" y="0"/>
                      <a:pt x="327" y="0"/>
                    </a:cubicBezTo>
                    <a:cubicBezTo>
                      <a:pt x="327" y="0"/>
                      <a:pt x="327" y="0"/>
                      <a:pt x="327" y="0"/>
                    </a:cubicBezTo>
                    <a:cubicBezTo>
                      <a:pt x="302" y="65"/>
                      <a:pt x="235" y="107"/>
                      <a:pt x="152" y="107"/>
                    </a:cubicBezTo>
                    <a:close/>
                  </a:path>
                </a:pathLst>
              </a:custGeom>
              <a:solidFill>
                <a:srgbClr val="E2D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" name="Freeform 178">
                <a:extLst>
                  <a:ext uri="{FF2B5EF4-FFF2-40B4-BE49-F238E27FC236}">
                    <a16:creationId xmlns:a16="http://schemas.microsoft.com/office/drawing/2014/main" id="{526F166A-CEA0-4C90-B817-EB7596F91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572"/>
                <a:ext cx="878" cy="744"/>
              </a:xfrm>
              <a:custGeom>
                <a:avLst/>
                <a:gdLst>
                  <a:gd name="T0" fmla="*/ 95 w 351"/>
                  <a:gd name="T1" fmla="*/ 2637 h 279"/>
                  <a:gd name="T2" fmla="*/ 458 w 351"/>
                  <a:gd name="T3" fmla="*/ 4232 h 279"/>
                  <a:gd name="T4" fmla="*/ 2534 w 351"/>
                  <a:gd name="T5" fmla="*/ 5291 h 279"/>
                  <a:gd name="T6" fmla="*/ 5381 w 351"/>
                  <a:gd name="T7" fmla="*/ 2867 h 279"/>
                  <a:gd name="T8" fmla="*/ 5005 w 351"/>
                  <a:gd name="T9" fmla="*/ 1101 h 279"/>
                  <a:gd name="T10" fmla="*/ 2972 w 351"/>
                  <a:gd name="T11" fmla="*/ 0 h 279"/>
                  <a:gd name="T12" fmla="*/ 95 w 351"/>
                  <a:gd name="T13" fmla="*/ 2637 h 2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1" h="279">
                    <a:moveTo>
                      <a:pt x="6" y="139"/>
                    </a:moveTo>
                    <a:cubicBezTo>
                      <a:pt x="0" y="169"/>
                      <a:pt x="9" y="199"/>
                      <a:pt x="29" y="223"/>
                    </a:cubicBezTo>
                    <a:cubicBezTo>
                      <a:pt x="58" y="259"/>
                      <a:pt x="108" y="279"/>
                      <a:pt x="162" y="279"/>
                    </a:cubicBezTo>
                    <a:cubicBezTo>
                      <a:pt x="254" y="279"/>
                      <a:pt x="327" y="228"/>
                      <a:pt x="344" y="151"/>
                    </a:cubicBezTo>
                    <a:cubicBezTo>
                      <a:pt x="351" y="118"/>
                      <a:pt x="342" y="86"/>
                      <a:pt x="320" y="58"/>
                    </a:cubicBezTo>
                    <a:cubicBezTo>
                      <a:pt x="291" y="22"/>
                      <a:pt x="242" y="0"/>
                      <a:pt x="190" y="0"/>
                    </a:cubicBezTo>
                    <a:cubicBezTo>
                      <a:pt x="97" y="0"/>
                      <a:pt x="21" y="57"/>
                      <a:pt x="6" y="139"/>
                    </a:cubicBezTo>
                    <a:close/>
                  </a:path>
                </a:pathLst>
              </a:custGeom>
              <a:solidFill>
                <a:srgbClr val="F3EA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" name="Freeform 179">
                <a:extLst>
                  <a:ext uri="{FF2B5EF4-FFF2-40B4-BE49-F238E27FC236}">
                    <a16:creationId xmlns:a16="http://schemas.microsoft.com/office/drawing/2014/main" id="{D4B8BB82-6DAF-4DFF-B218-41FF9EC9C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596"/>
                <a:ext cx="868" cy="696"/>
              </a:xfrm>
              <a:custGeom>
                <a:avLst/>
                <a:gdLst>
                  <a:gd name="T0" fmla="*/ 208 w 347"/>
                  <a:gd name="T1" fmla="*/ 2483 h 261"/>
                  <a:gd name="T2" fmla="*/ 2909 w 347"/>
                  <a:gd name="T3" fmla="*/ 0 h 261"/>
                  <a:gd name="T4" fmla="*/ 5180 w 347"/>
                  <a:gd name="T5" fmla="*/ 2653 h 261"/>
                  <a:gd name="T6" fmla="*/ 2491 w 347"/>
                  <a:gd name="T7" fmla="*/ 4949 h 261"/>
                  <a:gd name="T8" fmla="*/ 208 w 347"/>
                  <a:gd name="T9" fmla="*/ 2483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7" h="261">
                    <a:moveTo>
                      <a:pt x="13" y="131"/>
                    </a:moveTo>
                    <a:cubicBezTo>
                      <a:pt x="27" y="53"/>
                      <a:pt x="98" y="0"/>
                      <a:pt x="186" y="0"/>
                    </a:cubicBezTo>
                    <a:cubicBezTo>
                      <a:pt x="275" y="0"/>
                      <a:pt x="347" y="66"/>
                      <a:pt x="331" y="140"/>
                    </a:cubicBezTo>
                    <a:cubicBezTo>
                      <a:pt x="316" y="211"/>
                      <a:pt x="247" y="261"/>
                      <a:pt x="159" y="261"/>
                    </a:cubicBezTo>
                    <a:cubicBezTo>
                      <a:pt x="71" y="261"/>
                      <a:pt x="0" y="202"/>
                      <a:pt x="13" y="131"/>
                    </a:cubicBezTo>
                    <a:close/>
                  </a:path>
                </a:pathLst>
              </a:custGeom>
              <a:solidFill>
                <a:srgbClr val="B79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" name="Freeform 180">
                <a:extLst>
                  <a:ext uri="{FF2B5EF4-FFF2-40B4-BE49-F238E27FC236}">
                    <a16:creationId xmlns:a16="http://schemas.microsoft.com/office/drawing/2014/main" id="{155F5C44-0D26-4D73-AF33-461E7B960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647"/>
                <a:ext cx="683" cy="645"/>
              </a:xfrm>
              <a:custGeom>
                <a:avLst/>
                <a:gdLst>
                  <a:gd name="T0" fmla="*/ 3055 w 273"/>
                  <a:gd name="T1" fmla="*/ 0 h 242"/>
                  <a:gd name="T2" fmla="*/ 3993 w 273"/>
                  <a:gd name="T3" fmla="*/ 2218 h 242"/>
                  <a:gd name="T4" fmla="*/ 1301 w 273"/>
                  <a:gd name="T5" fmla="*/ 4504 h 242"/>
                  <a:gd name="T6" fmla="*/ 0 w 273"/>
                  <a:gd name="T7" fmla="*/ 4150 h 242"/>
                  <a:gd name="T8" fmla="*/ 1409 w 273"/>
                  <a:gd name="T9" fmla="*/ 4582 h 242"/>
                  <a:gd name="T10" fmla="*/ 4101 w 273"/>
                  <a:gd name="T11" fmla="*/ 2295 h 242"/>
                  <a:gd name="T12" fmla="*/ 3055 w 273"/>
                  <a:gd name="T13" fmla="*/ 0 h 2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242">
                    <a:moveTo>
                      <a:pt x="195" y="0"/>
                    </a:moveTo>
                    <a:cubicBezTo>
                      <a:pt x="239" y="25"/>
                      <a:pt x="265" y="70"/>
                      <a:pt x="255" y="117"/>
                    </a:cubicBezTo>
                    <a:cubicBezTo>
                      <a:pt x="239" y="188"/>
                      <a:pt x="171" y="238"/>
                      <a:pt x="83" y="238"/>
                    </a:cubicBezTo>
                    <a:cubicBezTo>
                      <a:pt x="52" y="238"/>
                      <a:pt x="24" y="231"/>
                      <a:pt x="0" y="219"/>
                    </a:cubicBezTo>
                    <a:cubicBezTo>
                      <a:pt x="25" y="234"/>
                      <a:pt x="56" y="242"/>
                      <a:pt x="90" y="242"/>
                    </a:cubicBezTo>
                    <a:cubicBezTo>
                      <a:pt x="178" y="242"/>
                      <a:pt x="247" y="192"/>
                      <a:pt x="262" y="121"/>
                    </a:cubicBezTo>
                    <a:cubicBezTo>
                      <a:pt x="273" y="71"/>
                      <a:pt x="243" y="25"/>
                      <a:pt x="195" y="0"/>
                    </a:cubicBezTo>
                    <a:close/>
                  </a:path>
                </a:pathLst>
              </a:custGeom>
              <a:solidFill>
                <a:srgbClr val="996F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" name="Freeform 181">
                <a:extLst>
                  <a:ext uri="{FF2B5EF4-FFF2-40B4-BE49-F238E27FC236}">
                    <a16:creationId xmlns:a16="http://schemas.microsoft.com/office/drawing/2014/main" id="{A527CD0B-2550-4AB7-AEA1-A2F4701E3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1596"/>
                <a:ext cx="735" cy="595"/>
              </a:xfrm>
              <a:custGeom>
                <a:avLst/>
                <a:gdLst>
                  <a:gd name="T0" fmla="*/ 220 w 294"/>
                  <a:gd name="T1" fmla="*/ 2607 h 223"/>
                  <a:gd name="T2" fmla="*/ 2925 w 294"/>
                  <a:gd name="T3" fmla="*/ 115 h 223"/>
                  <a:gd name="T4" fmla="*/ 4595 w 294"/>
                  <a:gd name="T5" fmla="*/ 854 h 223"/>
                  <a:gd name="T6" fmla="*/ 2813 w 294"/>
                  <a:gd name="T7" fmla="*/ 0 h 223"/>
                  <a:gd name="T8" fmla="*/ 113 w 294"/>
                  <a:gd name="T9" fmla="*/ 2492 h 223"/>
                  <a:gd name="T10" fmla="*/ 658 w 294"/>
                  <a:gd name="T11" fmla="*/ 4237 h 223"/>
                  <a:gd name="T12" fmla="*/ 220 w 294"/>
                  <a:gd name="T13" fmla="*/ 2607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4" h="223">
                    <a:moveTo>
                      <a:pt x="14" y="137"/>
                    </a:moveTo>
                    <a:cubicBezTo>
                      <a:pt x="28" y="60"/>
                      <a:pt x="99" y="6"/>
                      <a:pt x="187" y="6"/>
                    </a:cubicBezTo>
                    <a:cubicBezTo>
                      <a:pt x="229" y="6"/>
                      <a:pt x="267" y="21"/>
                      <a:pt x="294" y="45"/>
                    </a:cubicBezTo>
                    <a:cubicBezTo>
                      <a:pt x="267" y="18"/>
                      <a:pt x="226" y="0"/>
                      <a:pt x="180" y="0"/>
                    </a:cubicBezTo>
                    <a:cubicBezTo>
                      <a:pt x="92" y="0"/>
                      <a:pt x="21" y="53"/>
                      <a:pt x="7" y="131"/>
                    </a:cubicBezTo>
                    <a:cubicBezTo>
                      <a:pt x="0" y="166"/>
                      <a:pt x="15" y="199"/>
                      <a:pt x="42" y="223"/>
                    </a:cubicBezTo>
                    <a:cubicBezTo>
                      <a:pt x="19" y="200"/>
                      <a:pt x="8" y="170"/>
                      <a:pt x="14" y="137"/>
                    </a:cubicBezTo>
                    <a:close/>
                  </a:path>
                </a:pathLst>
              </a:custGeom>
              <a:solidFill>
                <a:srgbClr val="996F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" name="Freeform 182">
                <a:extLst>
                  <a:ext uri="{FF2B5EF4-FFF2-40B4-BE49-F238E27FC236}">
                    <a16:creationId xmlns:a16="http://schemas.microsoft.com/office/drawing/2014/main" id="{4E71E97E-CD18-411D-B377-1254E84FB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156"/>
                <a:ext cx="432" cy="277"/>
              </a:xfrm>
              <a:custGeom>
                <a:avLst/>
                <a:gdLst>
                  <a:gd name="T0" fmla="*/ 405 w 173"/>
                  <a:gd name="T1" fmla="*/ 1249 h 104"/>
                  <a:gd name="T2" fmla="*/ 2694 w 173"/>
                  <a:gd name="T3" fmla="*/ 0 h 104"/>
                  <a:gd name="T4" fmla="*/ 1291 w 173"/>
                  <a:gd name="T5" fmla="*/ 1681 h 104"/>
                  <a:gd name="T6" fmla="*/ 0 w 173"/>
                  <a:gd name="T7" fmla="*/ 1816 h 104"/>
                  <a:gd name="T8" fmla="*/ 1259 w 173"/>
                  <a:gd name="T9" fmla="*/ 1454 h 104"/>
                  <a:gd name="T10" fmla="*/ 405 w 173"/>
                  <a:gd name="T11" fmla="*/ 1249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04">
                    <a:moveTo>
                      <a:pt x="26" y="66"/>
                    </a:moveTo>
                    <a:cubicBezTo>
                      <a:pt x="53" y="66"/>
                      <a:pt x="131" y="54"/>
                      <a:pt x="173" y="0"/>
                    </a:cubicBezTo>
                    <a:cubicBezTo>
                      <a:pt x="169" y="18"/>
                      <a:pt x="125" y="66"/>
                      <a:pt x="83" y="89"/>
                    </a:cubicBezTo>
                    <a:cubicBezTo>
                      <a:pt x="50" y="104"/>
                      <a:pt x="22" y="100"/>
                      <a:pt x="0" y="96"/>
                    </a:cubicBezTo>
                    <a:cubicBezTo>
                      <a:pt x="26" y="97"/>
                      <a:pt x="76" y="97"/>
                      <a:pt x="81" y="77"/>
                    </a:cubicBezTo>
                    <a:cubicBezTo>
                      <a:pt x="86" y="58"/>
                      <a:pt x="35" y="75"/>
                      <a:pt x="26" y="66"/>
                    </a:cubicBezTo>
                    <a:close/>
                  </a:path>
                </a:pathLst>
              </a:custGeom>
              <a:solidFill>
                <a:srgbClr val="C9B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" name="Freeform 183">
                <a:extLst>
                  <a:ext uri="{FF2B5EF4-FFF2-40B4-BE49-F238E27FC236}">
                    <a16:creationId xmlns:a16="http://schemas.microsoft.com/office/drawing/2014/main" id="{B8B9C1D2-E5B8-4CA6-B0C0-0F0F20C33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193"/>
                <a:ext cx="208" cy="206"/>
              </a:xfrm>
              <a:custGeom>
                <a:avLst/>
                <a:gdLst>
                  <a:gd name="T0" fmla="*/ 1306 w 83"/>
                  <a:gd name="T1" fmla="*/ 1474 h 77"/>
                  <a:gd name="T2" fmla="*/ 0 w 83"/>
                  <a:gd name="T3" fmla="*/ 0 h 77"/>
                  <a:gd name="T4" fmla="*/ 1306 w 83"/>
                  <a:gd name="T5" fmla="*/ 1474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7">
                    <a:moveTo>
                      <a:pt x="83" y="77"/>
                    </a:moveTo>
                    <a:cubicBezTo>
                      <a:pt x="44" y="58"/>
                      <a:pt x="4" y="15"/>
                      <a:pt x="0" y="0"/>
                    </a:cubicBezTo>
                    <a:cubicBezTo>
                      <a:pt x="6" y="14"/>
                      <a:pt x="58" y="62"/>
                      <a:pt x="83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" name="Freeform 184">
                <a:extLst>
                  <a:ext uri="{FF2B5EF4-FFF2-40B4-BE49-F238E27FC236}">
                    <a16:creationId xmlns:a16="http://schemas.microsoft.com/office/drawing/2014/main" id="{E537BE17-612C-4308-8D30-7E9FCAEB5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751"/>
                <a:ext cx="62" cy="210"/>
              </a:xfrm>
              <a:custGeom>
                <a:avLst/>
                <a:gdLst>
                  <a:gd name="T0" fmla="*/ 308 w 25"/>
                  <a:gd name="T1" fmla="*/ 1483 h 79"/>
                  <a:gd name="T2" fmla="*/ 0 w 25"/>
                  <a:gd name="T3" fmla="*/ 0 h 79"/>
                  <a:gd name="T4" fmla="*/ 308 w 25"/>
                  <a:gd name="T5" fmla="*/ 148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79">
                    <a:moveTo>
                      <a:pt x="20" y="79"/>
                    </a:moveTo>
                    <a:cubicBezTo>
                      <a:pt x="25" y="53"/>
                      <a:pt x="15" y="14"/>
                      <a:pt x="0" y="0"/>
                    </a:cubicBezTo>
                    <a:cubicBezTo>
                      <a:pt x="12" y="13"/>
                      <a:pt x="23" y="52"/>
                      <a:pt x="2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" name="Freeform 185">
                <a:extLst>
                  <a:ext uri="{FF2B5EF4-FFF2-40B4-BE49-F238E27FC236}">
                    <a16:creationId xmlns:a16="http://schemas.microsoft.com/office/drawing/2014/main" id="{308275CB-DF7F-4771-BAEE-D01DF78B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676"/>
                <a:ext cx="778" cy="616"/>
              </a:xfrm>
              <a:custGeom>
                <a:avLst/>
                <a:gdLst>
                  <a:gd name="T0" fmla="*/ 4806 w 311"/>
                  <a:gd name="T1" fmla="*/ 1992 h 231"/>
                  <a:gd name="T2" fmla="*/ 4776 w 311"/>
                  <a:gd name="T3" fmla="*/ 2253 h 231"/>
                  <a:gd name="T4" fmla="*/ 4743 w 311"/>
                  <a:gd name="T5" fmla="*/ 1899 h 231"/>
                  <a:gd name="T6" fmla="*/ 4555 w 311"/>
                  <a:gd name="T7" fmla="*/ 1387 h 231"/>
                  <a:gd name="T8" fmla="*/ 4318 w 311"/>
                  <a:gd name="T9" fmla="*/ 776 h 231"/>
                  <a:gd name="T10" fmla="*/ 4180 w 311"/>
                  <a:gd name="T11" fmla="*/ 589 h 231"/>
                  <a:gd name="T12" fmla="*/ 3993 w 311"/>
                  <a:gd name="T13" fmla="*/ 491 h 231"/>
                  <a:gd name="T14" fmla="*/ 3847 w 311"/>
                  <a:gd name="T15" fmla="*/ 419 h 231"/>
                  <a:gd name="T16" fmla="*/ 3722 w 311"/>
                  <a:gd name="T17" fmla="*/ 307 h 231"/>
                  <a:gd name="T18" fmla="*/ 3567 w 311"/>
                  <a:gd name="T19" fmla="*/ 248 h 231"/>
                  <a:gd name="T20" fmla="*/ 3255 w 311"/>
                  <a:gd name="T21" fmla="*/ 136 h 231"/>
                  <a:gd name="T22" fmla="*/ 3054 w 311"/>
                  <a:gd name="T23" fmla="*/ 115 h 231"/>
                  <a:gd name="T24" fmla="*/ 2817 w 311"/>
                  <a:gd name="T25" fmla="*/ 21 h 231"/>
                  <a:gd name="T26" fmla="*/ 2629 w 311"/>
                  <a:gd name="T27" fmla="*/ 0 h 231"/>
                  <a:gd name="T28" fmla="*/ 2367 w 311"/>
                  <a:gd name="T29" fmla="*/ 0 h 231"/>
                  <a:gd name="T30" fmla="*/ 1991 w 311"/>
                  <a:gd name="T31" fmla="*/ 93 h 231"/>
                  <a:gd name="T32" fmla="*/ 1721 w 311"/>
                  <a:gd name="T33" fmla="*/ 115 h 231"/>
                  <a:gd name="T34" fmla="*/ 1376 w 311"/>
                  <a:gd name="T35" fmla="*/ 320 h 231"/>
                  <a:gd name="T36" fmla="*/ 1208 w 311"/>
                  <a:gd name="T37" fmla="*/ 456 h 231"/>
                  <a:gd name="T38" fmla="*/ 988 w 311"/>
                  <a:gd name="T39" fmla="*/ 547 h 231"/>
                  <a:gd name="T40" fmla="*/ 908 w 311"/>
                  <a:gd name="T41" fmla="*/ 704 h 231"/>
                  <a:gd name="T42" fmla="*/ 675 w 311"/>
                  <a:gd name="T43" fmla="*/ 968 h 231"/>
                  <a:gd name="T44" fmla="*/ 520 w 311"/>
                  <a:gd name="T45" fmla="*/ 1421 h 231"/>
                  <a:gd name="T46" fmla="*/ 458 w 311"/>
                  <a:gd name="T47" fmla="*/ 1613 h 231"/>
                  <a:gd name="T48" fmla="*/ 363 w 311"/>
                  <a:gd name="T49" fmla="*/ 1728 h 231"/>
                  <a:gd name="T50" fmla="*/ 283 w 311"/>
                  <a:gd name="T51" fmla="*/ 2069 h 231"/>
                  <a:gd name="T52" fmla="*/ 220 w 311"/>
                  <a:gd name="T53" fmla="*/ 2355 h 231"/>
                  <a:gd name="T54" fmla="*/ 125 w 311"/>
                  <a:gd name="T55" fmla="*/ 2637 h 231"/>
                  <a:gd name="T56" fmla="*/ 33 w 311"/>
                  <a:gd name="T57" fmla="*/ 2333 h 231"/>
                  <a:gd name="T58" fmla="*/ 0 w 311"/>
                  <a:gd name="T59" fmla="*/ 2411 h 231"/>
                  <a:gd name="T60" fmla="*/ 33 w 311"/>
                  <a:gd name="T61" fmla="*/ 2808 h 231"/>
                  <a:gd name="T62" fmla="*/ 63 w 311"/>
                  <a:gd name="T63" fmla="*/ 2957 h 231"/>
                  <a:gd name="T64" fmla="*/ 2241 w 311"/>
                  <a:gd name="T65" fmla="*/ 4381 h 231"/>
                  <a:gd name="T66" fmla="*/ 4538 w 311"/>
                  <a:gd name="T67" fmla="*/ 3107 h 231"/>
                  <a:gd name="T68" fmla="*/ 4618 w 311"/>
                  <a:gd name="T69" fmla="*/ 2936 h 231"/>
                  <a:gd name="T70" fmla="*/ 4663 w 311"/>
                  <a:gd name="T71" fmla="*/ 2880 h 231"/>
                  <a:gd name="T72" fmla="*/ 4776 w 311"/>
                  <a:gd name="T73" fmla="*/ 2637 h 231"/>
                  <a:gd name="T74" fmla="*/ 4806 w 311"/>
                  <a:gd name="T75" fmla="*/ 2368 h 231"/>
                  <a:gd name="T76" fmla="*/ 4851 w 311"/>
                  <a:gd name="T77" fmla="*/ 2069 h 231"/>
                  <a:gd name="T78" fmla="*/ 4806 w 311"/>
                  <a:gd name="T79" fmla="*/ 1992 h 23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11" h="231">
                    <a:moveTo>
                      <a:pt x="307" y="105"/>
                    </a:moveTo>
                    <a:cubicBezTo>
                      <a:pt x="306" y="104"/>
                      <a:pt x="305" y="118"/>
                      <a:pt x="305" y="119"/>
                    </a:cubicBezTo>
                    <a:cubicBezTo>
                      <a:pt x="306" y="121"/>
                      <a:pt x="305" y="110"/>
                      <a:pt x="303" y="100"/>
                    </a:cubicBezTo>
                    <a:cubicBezTo>
                      <a:pt x="299" y="89"/>
                      <a:pt x="293" y="77"/>
                      <a:pt x="291" y="73"/>
                    </a:cubicBezTo>
                    <a:cubicBezTo>
                      <a:pt x="289" y="68"/>
                      <a:pt x="280" y="44"/>
                      <a:pt x="276" y="41"/>
                    </a:cubicBezTo>
                    <a:cubicBezTo>
                      <a:pt x="272" y="38"/>
                      <a:pt x="272" y="34"/>
                      <a:pt x="267" y="31"/>
                    </a:cubicBezTo>
                    <a:cubicBezTo>
                      <a:pt x="264" y="29"/>
                      <a:pt x="259" y="28"/>
                      <a:pt x="255" y="26"/>
                    </a:cubicBezTo>
                    <a:cubicBezTo>
                      <a:pt x="252" y="24"/>
                      <a:pt x="249" y="24"/>
                      <a:pt x="246" y="22"/>
                    </a:cubicBezTo>
                    <a:cubicBezTo>
                      <a:pt x="243" y="20"/>
                      <a:pt x="241" y="17"/>
                      <a:pt x="238" y="16"/>
                    </a:cubicBezTo>
                    <a:cubicBezTo>
                      <a:pt x="234" y="14"/>
                      <a:pt x="231" y="14"/>
                      <a:pt x="228" y="13"/>
                    </a:cubicBezTo>
                    <a:cubicBezTo>
                      <a:pt x="222" y="11"/>
                      <a:pt x="215" y="7"/>
                      <a:pt x="208" y="7"/>
                    </a:cubicBezTo>
                    <a:cubicBezTo>
                      <a:pt x="202" y="6"/>
                      <a:pt x="200" y="6"/>
                      <a:pt x="195" y="6"/>
                    </a:cubicBezTo>
                    <a:cubicBezTo>
                      <a:pt x="189" y="6"/>
                      <a:pt x="186" y="3"/>
                      <a:pt x="180" y="1"/>
                    </a:cubicBezTo>
                    <a:cubicBezTo>
                      <a:pt x="174" y="0"/>
                      <a:pt x="174" y="0"/>
                      <a:pt x="168" y="0"/>
                    </a:cubicBezTo>
                    <a:cubicBezTo>
                      <a:pt x="163" y="1"/>
                      <a:pt x="156" y="1"/>
                      <a:pt x="151" y="0"/>
                    </a:cubicBezTo>
                    <a:cubicBezTo>
                      <a:pt x="144" y="0"/>
                      <a:pt x="133" y="4"/>
                      <a:pt x="127" y="5"/>
                    </a:cubicBezTo>
                    <a:cubicBezTo>
                      <a:pt x="121" y="6"/>
                      <a:pt x="116" y="5"/>
                      <a:pt x="110" y="6"/>
                    </a:cubicBezTo>
                    <a:cubicBezTo>
                      <a:pt x="102" y="6"/>
                      <a:pt x="95" y="13"/>
                      <a:pt x="88" y="17"/>
                    </a:cubicBezTo>
                    <a:cubicBezTo>
                      <a:pt x="83" y="21"/>
                      <a:pt x="81" y="19"/>
                      <a:pt x="77" y="24"/>
                    </a:cubicBezTo>
                    <a:cubicBezTo>
                      <a:pt x="74" y="26"/>
                      <a:pt x="66" y="27"/>
                      <a:pt x="63" y="29"/>
                    </a:cubicBezTo>
                    <a:cubicBezTo>
                      <a:pt x="61" y="30"/>
                      <a:pt x="60" y="36"/>
                      <a:pt x="58" y="37"/>
                    </a:cubicBezTo>
                    <a:cubicBezTo>
                      <a:pt x="52" y="42"/>
                      <a:pt x="48" y="46"/>
                      <a:pt x="43" y="51"/>
                    </a:cubicBezTo>
                    <a:cubicBezTo>
                      <a:pt x="36" y="59"/>
                      <a:pt x="35" y="66"/>
                      <a:pt x="33" y="75"/>
                    </a:cubicBezTo>
                    <a:cubicBezTo>
                      <a:pt x="32" y="78"/>
                      <a:pt x="31" y="83"/>
                      <a:pt x="29" y="85"/>
                    </a:cubicBezTo>
                    <a:cubicBezTo>
                      <a:pt x="28" y="88"/>
                      <a:pt x="25" y="89"/>
                      <a:pt x="23" y="91"/>
                    </a:cubicBezTo>
                    <a:cubicBezTo>
                      <a:pt x="20" y="96"/>
                      <a:pt x="20" y="104"/>
                      <a:pt x="18" y="109"/>
                    </a:cubicBezTo>
                    <a:cubicBezTo>
                      <a:pt x="17" y="114"/>
                      <a:pt x="15" y="119"/>
                      <a:pt x="14" y="124"/>
                    </a:cubicBezTo>
                    <a:cubicBezTo>
                      <a:pt x="14" y="128"/>
                      <a:pt x="14" y="139"/>
                      <a:pt x="8" y="139"/>
                    </a:cubicBezTo>
                    <a:cubicBezTo>
                      <a:pt x="3" y="139"/>
                      <a:pt x="2" y="127"/>
                      <a:pt x="2" y="123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2" y="148"/>
                      <a:pt x="2" y="148"/>
                      <a:pt x="2" y="148"/>
                    </a:cubicBezTo>
                    <a:cubicBezTo>
                      <a:pt x="4" y="156"/>
                      <a:pt x="4" y="156"/>
                      <a:pt x="4" y="156"/>
                    </a:cubicBezTo>
                    <a:cubicBezTo>
                      <a:pt x="25" y="200"/>
                      <a:pt x="79" y="231"/>
                      <a:pt x="143" y="231"/>
                    </a:cubicBezTo>
                    <a:cubicBezTo>
                      <a:pt x="207" y="231"/>
                      <a:pt x="260" y="205"/>
                      <a:pt x="290" y="164"/>
                    </a:cubicBezTo>
                    <a:cubicBezTo>
                      <a:pt x="291" y="160"/>
                      <a:pt x="293" y="157"/>
                      <a:pt x="295" y="155"/>
                    </a:cubicBezTo>
                    <a:cubicBezTo>
                      <a:pt x="296" y="155"/>
                      <a:pt x="297" y="153"/>
                      <a:pt x="298" y="152"/>
                    </a:cubicBezTo>
                    <a:cubicBezTo>
                      <a:pt x="301" y="148"/>
                      <a:pt x="303" y="144"/>
                      <a:pt x="305" y="139"/>
                    </a:cubicBezTo>
                    <a:cubicBezTo>
                      <a:pt x="306" y="135"/>
                      <a:pt x="307" y="130"/>
                      <a:pt x="307" y="125"/>
                    </a:cubicBezTo>
                    <a:cubicBezTo>
                      <a:pt x="308" y="121"/>
                      <a:pt x="311" y="113"/>
                      <a:pt x="310" y="109"/>
                    </a:cubicBezTo>
                    <a:cubicBezTo>
                      <a:pt x="310" y="108"/>
                      <a:pt x="308" y="107"/>
                      <a:pt x="307" y="105"/>
                    </a:cubicBezTo>
                    <a:close/>
                  </a:path>
                </a:pathLst>
              </a:custGeom>
              <a:solidFill>
                <a:srgbClr val="996F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" name="Freeform 186">
                <a:extLst>
                  <a:ext uri="{FF2B5EF4-FFF2-40B4-BE49-F238E27FC236}">
                    <a16:creationId xmlns:a16="http://schemas.microsoft.com/office/drawing/2014/main" id="{27D706D9-DE5F-4850-90BB-290FF347F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724"/>
                <a:ext cx="668" cy="568"/>
              </a:xfrm>
              <a:custGeom>
                <a:avLst/>
                <a:gdLst>
                  <a:gd name="T0" fmla="*/ 3680 w 267"/>
                  <a:gd name="T1" fmla="*/ 605 h 213"/>
                  <a:gd name="T2" fmla="*/ 2992 w 267"/>
                  <a:gd name="T3" fmla="*/ 248 h 213"/>
                  <a:gd name="T4" fmla="*/ 2597 w 267"/>
                  <a:gd name="T5" fmla="*/ 136 h 213"/>
                  <a:gd name="T6" fmla="*/ 1971 w 267"/>
                  <a:gd name="T7" fmla="*/ 35 h 213"/>
                  <a:gd name="T8" fmla="*/ 988 w 267"/>
                  <a:gd name="T9" fmla="*/ 341 h 213"/>
                  <a:gd name="T10" fmla="*/ 395 w 267"/>
                  <a:gd name="T11" fmla="*/ 888 h 213"/>
                  <a:gd name="T12" fmla="*/ 113 w 267"/>
                  <a:gd name="T13" fmla="*/ 1685 h 213"/>
                  <a:gd name="T14" fmla="*/ 50 w 267"/>
                  <a:gd name="T15" fmla="*/ 2581 h 213"/>
                  <a:gd name="T16" fmla="*/ 145 w 267"/>
                  <a:gd name="T17" fmla="*/ 2957 h 213"/>
                  <a:gd name="T18" fmla="*/ 270 w 267"/>
                  <a:gd name="T19" fmla="*/ 3165 h 213"/>
                  <a:gd name="T20" fmla="*/ 425 w 267"/>
                  <a:gd name="T21" fmla="*/ 3619 h 213"/>
                  <a:gd name="T22" fmla="*/ 1804 w 267"/>
                  <a:gd name="T23" fmla="*/ 4040 h 213"/>
                  <a:gd name="T24" fmla="*/ 4118 w 267"/>
                  <a:gd name="T25" fmla="*/ 2752 h 213"/>
                  <a:gd name="T26" fmla="*/ 4163 w 267"/>
                  <a:gd name="T27" fmla="*/ 2027 h 213"/>
                  <a:gd name="T28" fmla="*/ 3975 w 267"/>
                  <a:gd name="T29" fmla="*/ 1173 h 213"/>
                  <a:gd name="T30" fmla="*/ 3680 w 267"/>
                  <a:gd name="T31" fmla="*/ 605 h 2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7" h="213">
                    <a:moveTo>
                      <a:pt x="235" y="32"/>
                    </a:moveTo>
                    <a:cubicBezTo>
                      <a:pt x="222" y="22"/>
                      <a:pt x="206" y="19"/>
                      <a:pt x="191" y="13"/>
                    </a:cubicBezTo>
                    <a:cubicBezTo>
                      <a:pt x="183" y="10"/>
                      <a:pt x="174" y="9"/>
                      <a:pt x="166" y="7"/>
                    </a:cubicBezTo>
                    <a:cubicBezTo>
                      <a:pt x="153" y="3"/>
                      <a:pt x="140" y="0"/>
                      <a:pt x="126" y="2"/>
                    </a:cubicBezTo>
                    <a:cubicBezTo>
                      <a:pt x="104" y="4"/>
                      <a:pt x="83" y="11"/>
                      <a:pt x="63" y="18"/>
                    </a:cubicBezTo>
                    <a:cubicBezTo>
                      <a:pt x="47" y="24"/>
                      <a:pt x="33" y="32"/>
                      <a:pt x="25" y="47"/>
                    </a:cubicBezTo>
                    <a:cubicBezTo>
                      <a:pt x="18" y="60"/>
                      <a:pt x="13" y="75"/>
                      <a:pt x="7" y="89"/>
                    </a:cubicBezTo>
                    <a:cubicBezTo>
                      <a:pt x="0" y="105"/>
                      <a:pt x="0" y="120"/>
                      <a:pt x="3" y="136"/>
                    </a:cubicBezTo>
                    <a:cubicBezTo>
                      <a:pt x="4" y="143"/>
                      <a:pt x="6" y="150"/>
                      <a:pt x="9" y="156"/>
                    </a:cubicBezTo>
                    <a:cubicBezTo>
                      <a:pt x="12" y="160"/>
                      <a:pt x="15" y="163"/>
                      <a:pt x="17" y="167"/>
                    </a:cubicBezTo>
                    <a:cubicBezTo>
                      <a:pt x="21" y="174"/>
                      <a:pt x="23" y="183"/>
                      <a:pt x="27" y="191"/>
                    </a:cubicBezTo>
                    <a:cubicBezTo>
                      <a:pt x="51" y="205"/>
                      <a:pt x="82" y="213"/>
                      <a:pt x="115" y="213"/>
                    </a:cubicBezTo>
                    <a:cubicBezTo>
                      <a:pt x="179" y="213"/>
                      <a:pt x="233" y="186"/>
                      <a:pt x="263" y="145"/>
                    </a:cubicBezTo>
                    <a:cubicBezTo>
                      <a:pt x="263" y="132"/>
                      <a:pt x="265" y="120"/>
                      <a:pt x="266" y="107"/>
                    </a:cubicBezTo>
                    <a:cubicBezTo>
                      <a:pt x="267" y="92"/>
                      <a:pt x="260" y="75"/>
                      <a:pt x="254" y="62"/>
                    </a:cubicBezTo>
                    <a:cubicBezTo>
                      <a:pt x="248" y="51"/>
                      <a:pt x="245" y="41"/>
                      <a:pt x="235" y="32"/>
                    </a:cubicBezTo>
                    <a:close/>
                  </a:path>
                </a:pathLst>
              </a:custGeom>
              <a:solidFill>
                <a:srgbClr val="EA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" name="Freeform 187">
                <a:extLst>
                  <a:ext uri="{FF2B5EF4-FFF2-40B4-BE49-F238E27FC236}">
                    <a16:creationId xmlns:a16="http://schemas.microsoft.com/office/drawing/2014/main" id="{9F724B01-DF02-4A9D-9203-84E7C206C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681"/>
                <a:ext cx="155" cy="38"/>
              </a:xfrm>
              <a:custGeom>
                <a:avLst/>
                <a:gdLst>
                  <a:gd name="T0" fmla="*/ 0 w 62"/>
                  <a:gd name="T1" fmla="*/ 22 h 14"/>
                  <a:gd name="T2" fmla="*/ 125 w 62"/>
                  <a:gd name="T3" fmla="*/ 22 h 14"/>
                  <a:gd name="T4" fmla="*/ 220 w 62"/>
                  <a:gd name="T5" fmla="*/ 22 h 14"/>
                  <a:gd name="T6" fmla="*/ 395 w 62"/>
                  <a:gd name="T7" fmla="*/ 38 h 14"/>
                  <a:gd name="T8" fmla="*/ 470 w 62"/>
                  <a:gd name="T9" fmla="*/ 38 h 14"/>
                  <a:gd name="T10" fmla="*/ 595 w 62"/>
                  <a:gd name="T11" fmla="*/ 22 h 14"/>
                  <a:gd name="T12" fmla="*/ 688 w 62"/>
                  <a:gd name="T13" fmla="*/ 38 h 14"/>
                  <a:gd name="T14" fmla="*/ 770 w 62"/>
                  <a:gd name="T15" fmla="*/ 103 h 14"/>
                  <a:gd name="T16" fmla="*/ 895 w 62"/>
                  <a:gd name="T17" fmla="*/ 81 h 14"/>
                  <a:gd name="T18" fmla="*/ 970 w 62"/>
                  <a:gd name="T19" fmla="*/ 163 h 14"/>
                  <a:gd name="T20" fmla="*/ 625 w 62"/>
                  <a:gd name="T21" fmla="*/ 258 h 14"/>
                  <a:gd name="T22" fmla="*/ 220 w 62"/>
                  <a:gd name="T23" fmla="*/ 163 h 14"/>
                  <a:gd name="T24" fmla="*/ 0 w 62"/>
                  <a:gd name="T25" fmla="*/ 81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14">
                    <a:moveTo>
                      <a:pt x="0" y="1"/>
                    </a:moveTo>
                    <a:cubicBezTo>
                      <a:pt x="2" y="0"/>
                      <a:pt x="5" y="0"/>
                      <a:pt x="8" y="1"/>
                    </a:cubicBezTo>
                    <a:cubicBezTo>
                      <a:pt x="10" y="1"/>
                      <a:pt x="12" y="1"/>
                      <a:pt x="14" y="1"/>
                    </a:cubicBezTo>
                    <a:cubicBezTo>
                      <a:pt x="18" y="0"/>
                      <a:pt x="21" y="2"/>
                      <a:pt x="25" y="2"/>
                    </a:cubicBezTo>
                    <a:cubicBezTo>
                      <a:pt x="27" y="1"/>
                      <a:pt x="28" y="2"/>
                      <a:pt x="30" y="2"/>
                    </a:cubicBezTo>
                    <a:cubicBezTo>
                      <a:pt x="33" y="2"/>
                      <a:pt x="35" y="1"/>
                      <a:pt x="38" y="1"/>
                    </a:cubicBezTo>
                    <a:cubicBezTo>
                      <a:pt x="40" y="1"/>
                      <a:pt x="42" y="1"/>
                      <a:pt x="44" y="2"/>
                    </a:cubicBezTo>
                    <a:cubicBezTo>
                      <a:pt x="46" y="3"/>
                      <a:pt x="48" y="4"/>
                      <a:pt x="49" y="5"/>
                    </a:cubicBezTo>
                    <a:cubicBezTo>
                      <a:pt x="51" y="4"/>
                      <a:pt x="55" y="3"/>
                      <a:pt x="57" y="4"/>
                    </a:cubicBezTo>
                    <a:cubicBezTo>
                      <a:pt x="58" y="5"/>
                      <a:pt x="61" y="6"/>
                      <a:pt x="62" y="8"/>
                    </a:cubicBezTo>
                    <a:cubicBezTo>
                      <a:pt x="54" y="8"/>
                      <a:pt x="47" y="12"/>
                      <a:pt x="40" y="13"/>
                    </a:cubicBezTo>
                    <a:cubicBezTo>
                      <a:pt x="31" y="14"/>
                      <a:pt x="22" y="11"/>
                      <a:pt x="14" y="8"/>
                    </a:cubicBezTo>
                    <a:cubicBezTo>
                      <a:pt x="9" y="6"/>
                      <a:pt x="5" y="6"/>
                      <a:pt x="0" y="4"/>
                    </a:cubicBezTo>
                  </a:path>
                </a:pathLst>
              </a:custGeom>
              <a:solidFill>
                <a:srgbClr val="996F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" name="Freeform 188">
                <a:extLst>
                  <a:ext uri="{FF2B5EF4-FFF2-40B4-BE49-F238E27FC236}">
                    <a16:creationId xmlns:a16="http://schemas.microsoft.com/office/drawing/2014/main" id="{9AA9D649-B8E0-42E4-BC0E-C1CB995CA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663"/>
                <a:ext cx="217" cy="125"/>
              </a:xfrm>
              <a:custGeom>
                <a:avLst/>
                <a:gdLst>
                  <a:gd name="T0" fmla="*/ 167 w 87"/>
                  <a:gd name="T1" fmla="*/ 170 h 47"/>
                  <a:gd name="T2" fmla="*/ 529 w 87"/>
                  <a:gd name="T3" fmla="*/ 35 h 47"/>
                  <a:gd name="T4" fmla="*/ 758 w 87"/>
                  <a:gd name="T5" fmla="*/ 136 h 47"/>
                  <a:gd name="T6" fmla="*/ 1070 w 87"/>
                  <a:gd name="T7" fmla="*/ 247 h 47"/>
                  <a:gd name="T8" fmla="*/ 1319 w 87"/>
                  <a:gd name="T9" fmla="*/ 508 h 47"/>
                  <a:gd name="T10" fmla="*/ 1275 w 87"/>
                  <a:gd name="T11" fmla="*/ 715 h 47"/>
                  <a:gd name="T12" fmla="*/ 778 w 87"/>
                  <a:gd name="T13" fmla="*/ 793 h 47"/>
                  <a:gd name="T14" fmla="*/ 324 w 87"/>
                  <a:gd name="T15" fmla="*/ 657 h 47"/>
                  <a:gd name="T16" fmla="*/ 0 w 87"/>
                  <a:gd name="T17" fmla="*/ 36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7">
                    <a:moveTo>
                      <a:pt x="11" y="9"/>
                    </a:moveTo>
                    <a:cubicBezTo>
                      <a:pt x="18" y="6"/>
                      <a:pt x="26" y="0"/>
                      <a:pt x="34" y="2"/>
                    </a:cubicBezTo>
                    <a:cubicBezTo>
                      <a:pt x="36" y="2"/>
                      <a:pt x="42" y="6"/>
                      <a:pt x="49" y="7"/>
                    </a:cubicBezTo>
                    <a:cubicBezTo>
                      <a:pt x="55" y="9"/>
                      <a:pt x="62" y="10"/>
                      <a:pt x="69" y="13"/>
                    </a:cubicBezTo>
                    <a:cubicBezTo>
                      <a:pt x="75" y="15"/>
                      <a:pt x="84" y="20"/>
                      <a:pt x="85" y="27"/>
                    </a:cubicBezTo>
                    <a:cubicBezTo>
                      <a:pt x="87" y="32"/>
                      <a:pt x="86" y="34"/>
                      <a:pt x="82" y="38"/>
                    </a:cubicBezTo>
                    <a:cubicBezTo>
                      <a:pt x="75" y="47"/>
                      <a:pt x="60" y="43"/>
                      <a:pt x="50" y="42"/>
                    </a:cubicBezTo>
                    <a:cubicBezTo>
                      <a:pt x="40" y="41"/>
                      <a:pt x="30" y="39"/>
                      <a:pt x="21" y="35"/>
                    </a:cubicBezTo>
                    <a:cubicBezTo>
                      <a:pt x="13" y="31"/>
                      <a:pt x="7" y="25"/>
                      <a:pt x="0" y="19"/>
                    </a:cubicBezTo>
                  </a:path>
                </a:pathLst>
              </a:custGeom>
              <a:solidFill>
                <a:srgbClr val="996F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" name="Freeform 189">
                <a:extLst>
                  <a:ext uri="{FF2B5EF4-FFF2-40B4-BE49-F238E27FC236}">
                    <a16:creationId xmlns:a16="http://schemas.microsoft.com/office/drawing/2014/main" id="{7D3124CD-781F-4074-90FC-DC4C6530E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671"/>
                <a:ext cx="100" cy="24"/>
              </a:xfrm>
              <a:custGeom>
                <a:avLst/>
                <a:gdLst>
                  <a:gd name="T0" fmla="*/ 0 w 40"/>
                  <a:gd name="T1" fmla="*/ 149 h 9"/>
                  <a:gd name="T2" fmla="*/ 145 w 40"/>
                  <a:gd name="T3" fmla="*/ 77 h 9"/>
                  <a:gd name="T4" fmla="*/ 345 w 40"/>
                  <a:gd name="T5" fmla="*/ 21 h 9"/>
                  <a:gd name="T6" fmla="*/ 625 w 40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9">
                    <a:moveTo>
                      <a:pt x="0" y="8"/>
                    </a:moveTo>
                    <a:cubicBezTo>
                      <a:pt x="4" y="9"/>
                      <a:pt x="6" y="6"/>
                      <a:pt x="9" y="4"/>
                    </a:cubicBezTo>
                    <a:cubicBezTo>
                      <a:pt x="13" y="2"/>
                      <a:pt x="18" y="1"/>
                      <a:pt x="22" y="1"/>
                    </a:cubicBezTo>
                    <a:cubicBezTo>
                      <a:pt x="29" y="0"/>
                      <a:pt x="35" y="7"/>
                      <a:pt x="40" y="7"/>
                    </a:cubicBezTo>
                  </a:path>
                </a:pathLst>
              </a:custGeom>
              <a:solidFill>
                <a:srgbClr val="996F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" name="Freeform 190">
                <a:extLst>
                  <a:ext uri="{FF2B5EF4-FFF2-40B4-BE49-F238E27FC236}">
                    <a16:creationId xmlns:a16="http://schemas.microsoft.com/office/drawing/2014/main" id="{EB18C3D8-A6A4-4CEF-AD2C-B6E386CEE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823"/>
                <a:ext cx="43" cy="109"/>
              </a:xfrm>
              <a:custGeom>
                <a:avLst/>
                <a:gdLst>
                  <a:gd name="T0" fmla="*/ 20 w 17"/>
                  <a:gd name="T1" fmla="*/ 0 h 41"/>
                  <a:gd name="T2" fmla="*/ 147 w 17"/>
                  <a:gd name="T3" fmla="*/ 362 h 41"/>
                  <a:gd name="T4" fmla="*/ 243 w 17"/>
                  <a:gd name="T5" fmla="*/ 545 h 41"/>
                  <a:gd name="T6" fmla="*/ 243 w 17"/>
                  <a:gd name="T7" fmla="*/ 771 h 41"/>
                  <a:gd name="T8" fmla="*/ 116 w 17"/>
                  <a:gd name="T9" fmla="*/ 487 h 41"/>
                  <a:gd name="T10" fmla="*/ 0 w 17"/>
                  <a:gd name="T11" fmla="*/ 5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1">
                    <a:moveTo>
                      <a:pt x="1" y="0"/>
                    </a:moveTo>
                    <a:cubicBezTo>
                      <a:pt x="9" y="4"/>
                      <a:pt x="6" y="13"/>
                      <a:pt x="9" y="19"/>
                    </a:cubicBezTo>
                    <a:cubicBezTo>
                      <a:pt x="10" y="22"/>
                      <a:pt x="14" y="25"/>
                      <a:pt x="15" y="29"/>
                    </a:cubicBezTo>
                    <a:cubicBezTo>
                      <a:pt x="17" y="33"/>
                      <a:pt x="17" y="37"/>
                      <a:pt x="15" y="41"/>
                    </a:cubicBezTo>
                    <a:cubicBezTo>
                      <a:pt x="10" y="40"/>
                      <a:pt x="8" y="31"/>
                      <a:pt x="7" y="26"/>
                    </a:cubicBezTo>
                    <a:cubicBezTo>
                      <a:pt x="6" y="18"/>
                      <a:pt x="0" y="11"/>
                      <a:pt x="0" y="3"/>
                    </a:cubicBezTo>
                  </a:path>
                </a:pathLst>
              </a:custGeom>
              <a:solidFill>
                <a:srgbClr val="996F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" name="Freeform 191">
                <a:extLst>
                  <a:ext uri="{FF2B5EF4-FFF2-40B4-BE49-F238E27FC236}">
                    <a16:creationId xmlns:a16="http://schemas.microsoft.com/office/drawing/2014/main" id="{6147ED4E-3EA5-4737-B8AE-A0E1B404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572"/>
                <a:ext cx="878" cy="744"/>
              </a:xfrm>
              <a:custGeom>
                <a:avLst/>
                <a:gdLst>
                  <a:gd name="T0" fmla="*/ 95 w 351"/>
                  <a:gd name="T1" fmla="*/ 2637 h 279"/>
                  <a:gd name="T2" fmla="*/ 458 w 351"/>
                  <a:gd name="T3" fmla="*/ 4232 h 279"/>
                  <a:gd name="T4" fmla="*/ 2534 w 351"/>
                  <a:gd name="T5" fmla="*/ 5291 h 279"/>
                  <a:gd name="T6" fmla="*/ 5381 w 351"/>
                  <a:gd name="T7" fmla="*/ 2867 h 279"/>
                  <a:gd name="T8" fmla="*/ 5005 w 351"/>
                  <a:gd name="T9" fmla="*/ 1101 h 279"/>
                  <a:gd name="T10" fmla="*/ 2972 w 351"/>
                  <a:gd name="T11" fmla="*/ 0 h 279"/>
                  <a:gd name="T12" fmla="*/ 95 w 351"/>
                  <a:gd name="T13" fmla="*/ 2637 h 2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1" h="279">
                    <a:moveTo>
                      <a:pt x="6" y="139"/>
                    </a:moveTo>
                    <a:cubicBezTo>
                      <a:pt x="0" y="169"/>
                      <a:pt x="9" y="199"/>
                      <a:pt x="29" y="223"/>
                    </a:cubicBezTo>
                    <a:cubicBezTo>
                      <a:pt x="58" y="259"/>
                      <a:pt x="108" y="279"/>
                      <a:pt x="162" y="279"/>
                    </a:cubicBezTo>
                    <a:cubicBezTo>
                      <a:pt x="254" y="279"/>
                      <a:pt x="327" y="228"/>
                      <a:pt x="344" y="151"/>
                    </a:cubicBezTo>
                    <a:cubicBezTo>
                      <a:pt x="351" y="118"/>
                      <a:pt x="342" y="86"/>
                      <a:pt x="320" y="58"/>
                    </a:cubicBezTo>
                    <a:cubicBezTo>
                      <a:pt x="291" y="22"/>
                      <a:pt x="242" y="0"/>
                      <a:pt x="190" y="0"/>
                    </a:cubicBezTo>
                    <a:cubicBezTo>
                      <a:pt x="97" y="0"/>
                      <a:pt x="21" y="57"/>
                      <a:pt x="6" y="1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" name="Freeform 192">
                <a:extLst>
                  <a:ext uri="{FF2B5EF4-FFF2-40B4-BE49-F238E27FC236}">
                    <a16:creationId xmlns:a16="http://schemas.microsoft.com/office/drawing/2014/main" id="{1D8B7EB4-CB19-4144-B909-71558AA87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031"/>
                <a:ext cx="818" cy="402"/>
              </a:xfrm>
              <a:custGeom>
                <a:avLst/>
                <a:gdLst>
                  <a:gd name="T0" fmla="*/ 2379 w 327"/>
                  <a:gd name="T1" fmla="*/ 2021 h 151"/>
                  <a:gd name="T2" fmla="*/ 300 w 327"/>
                  <a:gd name="T3" fmla="*/ 964 h 151"/>
                  <a:gd name="T4" fmla="*/ 0 w 327"/>
                  <a:gd name="T5" fmla="*/ 303 h 151"/>
                  <a:gd name="T6" fmla="*/ 1739 w 327"/>
                  <a:gd name="T7" fmla="*/ 2700 h 151"/>
                  <a:gd name="T8" fmla="*/ 2472 w 327"/>
                  <a:gd name="T9" fmla="*/ 2849 h 151"/>
                  <a:gd name="T10" fmla="*/ 3285 w 327"/>
                  <a:gd name="T11" fmla="*/ 2700 h 151"/>
                  <a:gd name="T12" fmla="*/ 5118 w 327"/>
                  <a:gd name="T13" fmla="*/ 0 h 151"/>
                  <a:gd name="T14" fmla="*/ 5118 w 327"/>
                  <a:gd name="T15" fmla="*/ 0 h 151"/>
                  <a:gd name="T16" fmla="*/ 2379 w 327"/>
                  <a:gd name="T17" fmla="*/ 2021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7" h="151">
                    <a:moveTo>
                      <a:pt x="152" y="107"/>
                    </a:moveTo>
                    <a:cubicBezTo>
                      <a:pt x="98" y="107"/>
                      <a:pt x="48" y="87"/>
                      <a:pt x="19" y="51"/>
                    </a:cubicBezTo>
                    <a:cubicBezTo>
                      <a:pt x="10" y="41"/>
                      <a:pt x="4" y="29"/>
                      <a:pt x="0" y="16"/>
                    </a:cubicBezTo>
                    <a:cubicBezTo>
                      <a:pt x="9" y="47"/>
                      <a:pt x="41" y="113"/>
                      <a:pt x="111" y="143"/>
                    </a:cubicBezTo>
                    <a:cubicBezTo>
                      <a:pt x="126" y="149"/>
                      <a:pt x="142" y="151"/>
                      <a:pt x="158" y="151"/>
                    </a:cubicBezTo>
                    <a:cubicBezTo>
                      <a:pt x="177" y="151"/>
                      <a:pt x="194" y="150"/>
                      <a:pt x="210" y="143"/>
                    </a:cubicBezTo>
                    <a:cubicBezTo>
                      <a:pt x="295" y="106"/>
                      <a:pt x="327" y="0"/>
                      <a:pt x="327" y="0"/>
                    </a:cubicBezTo>
                    <a:cubicBezTo>
                      <a:pt x="327" y="0"/>
                      <a:pt x="327" y="0"/>
                      <a:pt x="327" y="0"/>
                    </a:cubicBezTo>
                    <a:cubicBezTo>
                      <a:pt x="302" y="65"/>
                      <a:pt x="235" y="107"/>
                      <a:pt x="152" y="10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" name="Freeform 193">
                <a:extLst>
                  <a:ext uri="{FF2B5EF4-FFF2-40B4-BE49-F238E27FC236}">
                    <a16:creationId xmlns:a16="http://schemas.microsoft.com/office/drawing/2014/main" id="{49E8700E-8B84-4C9D-9FC3-32E06126E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191"/>
                <a:ext cx="80" cy="72"/>
              </a:xfrm>
              <a:custGeom>
                <a:avLst/>
                <a:gdLst>
                  <a:gd name="T0" fmla="*/ 500 w 32"/>
                  <a:gd name="T1" fmla="*/ 264 h 27"/>
                  <a:gd name="T2" fmla="*/ 470 w 32"/>
                  <a:gd name="T3" fmla="*/ 77 h 27"/>
                  <a:gd name="T4" fmla="*/ 270 w 32"/>
                  <a:gd name="T5" fmla="*/ 0 h 27"/>
                  <a:gd name="T6" fmla="*/ 63 w 32"/>
                  <a:gd name="T7" fmla="*/ 35 h 27"/>
                  <a:gd name="T8" fmla="*/ 0 w 32"/>
                  <a:gd name="T9" fmla="*/ 227 h 27"/>
                  <a:gd name="T10" fmla="*/ 83 w 32"/>
                  <a:gd name="T11" fmla="*/ 376 h 27"/>
                  <a:gd name="T12" fmla="*/ 158 w 32"/>
                  <a:gd name="T13" fmla="*/ 51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7">
                    <a:moveTo>
                      <a:pt x="32" y="14"/>
                    </a:moveTo>
                    <a:cubicBezTo>
                      <a:pt x="32" y="11"/>
                      <a:pt x="32" y="7"/>
                      <a:pt x="30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5" y="2"/>
                      <a:pt x="4" y="2"/>
                    </a:cubicBezTo>
                    <a:cubicBezTo>
                      <a:pt x="3" y="3"/>
                      <a:pt x="0" y="12"/>
                      <a:pt x="0" y="12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3"/>
                      <a:pt x="7" y="25"/>
                      <a:pt x="10" y="27"/>
                    </a:cubicBezTo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" name="Freeform 194">
                <a:extLst>
                  <a:ext uri="{FF2B5EF4-FFF2-40B4-BE49-F238E27FC236}">
                    <a16:creationId xmlns:a16="http://schemas.microsoft.com/office/drawing/2014/main" id="{75C22A82-D04B-455F-AB28-C953B8AC1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135"/>
                <a:ext cx="60" cy="82"/>
              </a:xfrm>
              <a:custGeom>
                <a:avLst/>
                <a:gdLst>
                  <a:gd name="T0" fmla="*/ 345 w 24"/>
                  <a:gd name="T1" fmla="*/ 463 h 31"/>
                  <a:gd name="T2" fmla="*/ 363 w 24"/>
                  <a:gd name="T3" fmla="*/ 238 h 31"/>
                  <a:gd name="T4" fmla="*/ 300 w 24"/>
                  <a:gd name="T5" fmla="*/ 34 h 31"/>
                  <a:gd name="T6" fmla="*/ 145 w 24"/>
                  <a:gd name="T7" fmla="*/ 21 h 31"/>
                  <a:gd name="T8" fmla="*/ 0 w 24"/>
                  <a:gd name="T9" fmla="*/ 204 h 31"/>
                  <a:gd name="T10" fmla="*/ 50 w 24"/>
                  <a:gd name="T11" fmla="*/ 336 h 31"/>
                  <a:gd name="T12" fmla="*/ 95 w 24"/>
                  <a:gd name="T13" fmla="*/ 553 h 31"/>
                  <a:gd name="T14" fmla="*/ 333 w 24"/>
                  <a:gd name="T15" fmla="*/ 57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1">
                    <a:moveTo>
                      <a:pt x="22" y="25"/>
                    </a:moveTo>
                    <a:cubicBezTo>
                      <a:pt x="24" y="21"/>
                      <a:pt x="24" y="17"/>
                      <a:pt x="23" y="13"/>
                    </a:cubicBezTo>
                    <a:cubicBezTo>
                      <a:pt x="23" y="13"/>
                      <a:pt x="20" y="2"/>
                      <a:pt x="19" y="2"/>
                    </a:cubicBezTo>
                    <a:cubicBezTo>
                      <a:pt x="18" y="2"/>
                      <a:pt x="10" y="0"/>
                      <a:pt x="9" y="1"/>
                    </a:cubicBezTo>
                    <a:cubicBezTo>
                      <a:pt x="9" y="2"/>
                      <a:pt x="0" y="11"/>
                      <a:pt x="0" y="11"/>
                    </a:cubicBezTo>
                    <a:cubicBezTo>
                      <a:pt x="0" y="11"/>
                      <a:pt x="3" y="18"/>
                      <a:pt x="3" y="18"/>
                    </a:cubicBezTo>
                    <a:cubicBezTo>
                      <a:pt x="3" y="19"/>
                      <a:pt x="6" y="30"/>
                      <a:pt x="6" y="30"/>
                    </a:cubicBezTo>
                    <a:cubicBezTo>
                      <a:pt x="21" y="31"/>
                      <a:pt x="21" y="31"/>
                      <a:pt x="21" y="31"/>
                    </a:cubicBezTo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" name="Freeform 195">
                <a:extLst>
                  <a:ext uri="{FF2B5EF4-FFF2-40B4-BE49-F238E27FC236}">
                    <a16:creationId xmlns:a16="http://schemas.microsoft.com/office/drawing/2014/main" id="{FC62733F-AFCD-4AED-8D7C-3FC555C00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897"/>
                <a:ext cx="50" cy="67"/>
              </a:xfrm>
              <a:custGeom>
                <a:avLst/>
                <a:gdLst>
                  <a:gd name="T0" fmla="*/ 63 w 20"/>
                  <a:gd name="T1" fmla="*/ 389 h 25"/>
                  <a:gd name="T2" fmla="*/ 20 w 20"/>
                  <a:gd name="T3" fmla="*/ 209 h 25"/>
                  <a:gd name="T4" fmla="*/ 238 w 20"/>
                  <a:gd name="T5" fmla="*/ 0 h 25"/>
                  <a:gd name="T6" fmla="*/ 300 w 20"/>
                  <a:gd name="T7" fmla="*/ 209 h 25"/>
                  <a:gd name="T8" fmla="*/ 283 w 20"/>
                  <a:gd name="T9" fmla="*/ 4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4" y="20"/>
                    </a:moveTo>
                    <a:cubicBezTo>
                      <a:pt x="0" y="19"/>
                      <a:pt x="2" y="14"/>
                      <a:pt x="1" y="1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9" y="9"/>
                      <a:pt x="19" y="11"/>
                    </a:cubicBezTo>
                    <a:cubicBezTo>
                      <a:pt x="20" y="12"/>
                      <a:pt x="19" y="23"/>
                      <a:pt x="18" y="25"/>
                    </a:cubicBezTo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" name="Freeform 196">
                <a:extLst>
                  <a:ext uri="{FF2B5EF4-FFF2-40B4-BE49-F238E27FC236}">
                    <a16:creationId xmlns:a16="http://schemas.microsoft.com/office/drawing/2014/main" id="{B7819393-1569-49E6-8A6C-5A0CD9A52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47"/>
                <a:ext cx="57" cy="69"/>
              </a:xfrm>
              <a:custGeom>
                <a:avLst/>
                <a:gdLst>
                  <a:gd name="T0" fmla="*/ 337 w 23"/>
                  <a:gd name="T1" fmla="*/ 93 h 26"/>
                  <a:gd name="T2" fmla="*/ 154 w 23"/>
                  <a:gd name="T3" fmla="*/ 0 h 26"/>
                  <a:gd name="T4" fmla="*/ 62 w 23"/>
                  <a:gd name="T5" fmla="*/ 111 h 26"/>
                  <a:gd name="T6" fmla="*/ 0 w 23"/>
                  <a:gd name="T7" fmla="*/ 247 h 26"/>
                  <a:gd name="T8" fmla="*/ 136 w 23"/>
                  <a:gd name="T9" fmla="*/ 486 h 26"/>
                  <a:gd name="T10" fmla="*/ 307 w 23"/>
                  <a:gd name="T11" fmla="*/ 464 h 26"/>
                  <a:gd name="T12" fmla="*/ 349 w 23"/>
                  <a:gd name="T13" fmla="*/ 26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6">
                    <a:moveTo>
                      <a:pt x="22" y="5"/>
                    </a:moveTo>
                    <a:cubicBezTo>
                      <a:pt x="22" y="5"/>
                      <a:pt x="17" y="0"/>
                      <a:pt x="10" y="0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21" y="26"/>
                      <a:pt x="20" y="25"/>
                    </a:cubicBezTo>
                    <a:cubicBezTo>
                      <a:pt x="19" y="24"/>
                      <a:pt x="23" y="14"/>
                      <a:pt x="23" y="14"/>
                    </a:cubicBezTo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" name="Freeform 197">
                <a:extLst>
                  <a:ext uri="{FF2B5EF4-FFF2-40B4-BE49-F238E27FC236}">
                    <a16:creationId xmlns:a16="http://schemas.microsoft.com/office/drawing/2014/main" id="{4F2B7FA5-BE2E-4118-8D81-8932E075A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943"/>
                <a:ext cx="75" cy="56"/>
              </a:xfrm>
              <a:custGeom>
                <a:avLst/>
                <a:gdLst>
                  <a:gd name="T0" fmla="*/ 83 w 30"/>
                  <a:gd name="T1" fmla="*/ 77 h 21"/>
                  <a:gd name="T2" fmla="*/ 395 w 30"/>
                  <a:gd name="T3" fmla="*/ 115 h 21"/>
                  <a:gd name="T4" fmla="*/ 470 w 30"/>
                  <a:gd name="T5" fmla="*/ 248 h 21"/>
                  <a:gd name="T6" fmla="*/ 438 w 30"/>
                  <a:gd name="T7" fmla="*/ 307 h 21"/>
                  <a:gd name="T8" fmla="*/ 270 w 30"/>
                  <a:gd name="T9" fmla="*/ 376 h 21"/>
                  <a:gd name="T10" fmla="*/ 0 w 30"/>
                  <a:gd name="T11" fmla="*/ 30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5" y="4"/>
                    </a:moveTo>
                    <a:cubicBezTo>
                      <a:pt x="11" y="0"/>
                      <a:pt x="23" y="4"/>
                      <a:pt x="25" y="6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9"/>
                      <a:pt x="22" y="21"/>
                      <a:pt x="17" y="20"/>
                    </a:cubicBezTo>
                    <a:cubicBezTo>
                      <a:pt x="12" y="19"/>
                      <a:pt x="2" y="19"/>
                      <a:pt x="0" y="16"/>
                    </a:cubicBezTo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" name="Freeform 198">
                <a:extLst>
                  <a:ext uri="{FF2B5EF4-FFF2-40B4-BE49-F238E27FC236}">
                    <a16:creationId xmlns:a16="http://schemas.microsoft.com/office/drawing/2014/main" id="{20A4BDB1-38CB-4B80-B5BB-1029795C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105"/>
                <a:ext cx="100" cy="72"/>
              </a:xfrm>
              <a:custGeom>
                <a:avLst/>
                <a:gdLst>
                  <a:gd name="T0" fmla="*/ 33 w 40"/>
                  <a:gd name="T1" fmla="*/ 93 h 27"/>
                  <a:gd name="T2" fmla="*/ 208 w 40"/>
                  <a:gd name="T3" fmla="*/ 435 h 27"/>
                  <a:gd name="T4" fmla="*/ 488 w 40"/>
                  <a:gd name="T5" fmla="*/ 435 h 27"/>
                  <a:gd name="T6" fmla="*/ 533 w 40"/>
                  <a:gd name="T7" fmla="*/ 136 h 27"/>
                  <a:gd name="T8" fmla="*/ 238 w 40"/>
                  <a:gd name="T9" fmla="*/ 21 h 27"/>
                  <a:gd name="T10" fmla="*/ 33 w 40"/>
                  <a:gd name="T11" fmla="*/ 9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2" y="5"/>
                    </a:moveTo>
                    <a:cubicBezTo>
                      <a:pt x="0" y="11"/>
                      <a:pt x="8" y="19"/>
                      <a:pt x="13" y="23"/>
                    </a:cubicBezTo>
                    <a:cubicBezTo>
                      <a:pt x="19" y="27"/>
                      <a:pt x="27" y="26"/>
                      <a:pt x="31" y="23"/>
                    </a:cubicBezTo>
                    <a:cubicBezTo>
                      <a:pt x="35" y="20"/>
                      <a:pt x="40" y="11"/>
                      <a:pt x="34" y="7"/>
                    </a:cubicBezTo>
                    <a:cubicBezTo>
                      <a:pt x="29" y="4"/>
                      <a:pt x="21" y="3"/>
                      <a:pt x="15" y="1"/>
                    </a:cubicBezTo>
                    <a:cubicBezTo>
                      <a:pt x="8" y="0"/>
                      <a:pt x="3" y="1"/>
                      <a:pt x="2" y="5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" name="Freeform 199">
                <a:extLst>
                  <a:ext uri="{FF2B5EF4-FFF2-40B4-BE49-F238E27FC236}">
                    <a16:creationId xmlns:a16="http://schemas.microsoft.com/office/drawing/2014/main" id="{FF2D45D7-EF77-439B-AADC-547CC8F03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124"/>
                <a:ext cx="65" cy="21"/>
              </a:xfrm>
              <a:custGeom>
                <a:avLst/>
                <a:gdLst>
                  <a:gd name="T0" fmla="*/ 0 w 26"/>
                  <a:gd name="T1" fmla="*/ 0 h 8"/>
                  <a:gd name="T2" fmla="*/ 208 w 26"/>
                  <a:gd name="T3" fmla="*/ 144 h 8"/>
                  <a:gd name="T4" fmla="*/ 408 w 26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cubicBezTo>
                      <a:pt x="3" y="6"/>
                      <a:pt x="7" y="8"/>
                      <a:pt x="13" y="8"/>
                    </a:cubicBezTo>
                    <a:cubicBezTo>
                      <a:pt x="19" y="8"/>
                      <a:pt x="26" y="4"/>
                      <a:pt x="26" y="4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" name="Freeform 200">
                <a:extLst>
                  <a:ext uri="{FF2B5EF4-FFF2-40B4-BE49-F238E27FC236}">
                    <a16:creationId xmlns:a16="http://schemas.microsoft.com/office/drawing/2014/main" id="{1CC3437F-42E6-4763-AC26-FD750FB89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049"/>
                <a:ext cx="68" cy="75"/>
              </a:xfrm>
              <a:custGeom>
                <a:avLst/>
                <a:gdLst>
                  <a:gd name="T0" fmla="*/ 20 w 27"/>
                  <a:gd name="T1" fmla="*/ 423 h 28"/>
                  <a:gd name="T2" fmla="*/ 63 w 27"/>
                  <a:gd name="T3" fmla="*/ 423 h 28"/>
                  <a:gd name="T4" fmla="*/ 368 w 27"/>
                  <a:gd name="T5" fmla="*/ 538 h 28"/>
                  <a:gd name="T6" fmla="*/ 413 w 27"/>
                  <a:gd name="T7" fmla="*/ 171 h 28"/>
                  <a:gd name="T8" fmla="*/ 126 w 27"/>
                  <a:gd name="T9" fmla="*/ 78 h 28"/>
                  <a:gd name="T10" fmla="*/ 20 w 27"/>
                  <a:gd name="T11" fmla="*/ 402 h 28"/>
                  <a:gd name="T12" fmla="*/ 20 w 27"/>
                  <a:gd name="T13" fmla="*/ 42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1" y="22"/>
                    </a:moveTo>
                    <a:cubicBezTo>
                      <a:pt x="2" y="22"/>
                      <a:pt x="3" y="22"/>
                      <a:pt x="4" y="22"/>
                    </a:cubicBezTo>
                    <a:cubicBezTo>
                      <a:pt x="10" y="24"/>
                      <a:pt x="18" y="25"/>
                      <a:pt x="23" y="28"/>
                    </a:cubicBezTo>
                    <a:cubicBezTo>
                      <a:pt x="23" y="28"/>
                      <a:pt x="27" y="17"/>
                      <a:pt x="26" y="9"/>
                    </a:cubicBezTo>
                    <a:cubicBezTo>
                      <a:pt x="24" y="0"/>
                      <a:pt x="17" y="1"/>
                      <a:pt x="8" y="4"/>
                    </a:cubicBezTo>
                    <a:cubicBezTo>
                      <a:pt x="0" y="7"/>
                      <a:pt x="1" y="16"/>
                      <a:pt x="1" y="21"/>
                    </a:cubicBezTo>
                    <a:lnTo>
                      <a:pt x="1" y="22"/>
                    </a:ln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" name="Freeform 201">
                <a:extLst>
                  <a:ext uri="{FF2B5EF4-FFF2-40B4-BE49-F238E27FC236}">
                    <a16:creationId xmlns:a16="http://schemas.microsoft.com/office/drawing/2014/main" id="{2FFC9CE8-57F5-432A-A683-9EC7DDDC1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033"/>
                <a:ext cx="77" cy="96"/>
              </a:xfrm>
              <a:custGeom>
                <a:avLst/>
                <a:gdLst>
                  <a:gd name="T0" fmla="*/ 400 w 31"/>
                  <a:gd name="T1" fmla="*/ 605 h 36"/>
                  <a:gd name="T2" fmla="*/ 474 w 31"/>
                  <a:gd name="T3" fmla="*/ 533 h 36"/>
                  <a:gd name="T4" fmla="*/ 445 w 31"/>
                  <a:gd name="T5" fmla="*/ 376 h 36"/>
                  <a:gd name="T6" fmla="*/ 75 w 31"/>
                  <a:gd name="T7" fmla="*/ 136 h 36"/>
                  <a:gd name="T8" fmla="*/ 104 w 31"/>
                  <a:gd name="T9" fmla="*/ 547 h 36"/>
                  <a:gd name="T10" fmla="*/ 370 w 31"/>
                  <a:gd name="T11" fmla="*/ 683 h 36"/>
                  <a:gd name="T12" fmla="*/ 400 w 31"/>
                  <a:gd name="T13" fmla="*/ 683 h 36"/>
                  <a:gd name="T14" fmla="*/ 400 w 31"/>
                  <a:gd name="T15" fmla="*/ 605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6">
                    <a:moveTo>
                      <a:pt x="26" y="32"/>
                    </a:moveTo>
                    <a:cubicBezTo>
                      <a:pt x="27" y="30"/>
                      <a:pt x="28" y="28"/>
                      <a:pt x="31" y="28"/>
                    </a:cubicBezTo>
                    <a:cubicBezTo>
                      <a:pt x="31" y="26"/>
                      <a:pt x="31" y="23"/>
                      <a:pt x="29" y="20"/>
                    </a:cubicBezTo>
                    <a:cubicBezTo>
                      <a:pt x="21" y="6"/>
                      <a:pt x="11" y="0"/>
                      <a:pt x="5" y="7"/>
                    </a:cubicBezTo>
                    <a:cubicBezTo>
                      <a:pt x="0" y="14"/>
                      <a:pt x="0" y="23"/>
                      <a:pt x="7" y="29"/>
                    </a:cubicBezTo>
                    <a:cubicBezTo>
                      <a:pt x="15" y="34"/>
                      <a:pt x="21" y="36"/>
                      <a:pt x="24" y="36"/>
                    </a:cubicBezTo>
                    <a:cubicBezTo>
                      <a:pt x="25" y="35"/>
                      <a:pt x="25" y="36"/>
                      <a:pt x="26" y="36"/>
                    </a:cubicBezTo>
                    <a:cubicBezTo>
                      <a:pt x="25" y="35"/>
                      <a:pt x="25" y="33"/>
                      <a:pt x="26" y="32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" name="Freeform 202">
                <a:extLst>
                  <a:ext uri="{FF2B5EF4-FFF2-40B4-BE49-F238E27FC236}">
                    <a16:creationId xmlns:a16="http://schemas.microsoft.com/office/drawing/2014/main" id="{AC8D84B9-E8E1-413F-AE40-BA413F4E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031"/>
                <a:ext cx="82" cy="104"/>
              </a:xfrm>
              <a:custGeom>
                <a:avLst/>
                <a:gdLst>
                  <a:gd name="T0" fmla="*/ 462 w 33"/>
                  <a:gd name="T1" fmla="*/ 341 h 39"/>
                  <a:gd name="T2" fmla="*/ 216 w 33"/>
                  <a:gd name="T3" fmla="*/ 21 h 39"/>
                  <a:gd name="T4" fmla="*/ 12 w 33"/>
                  <a:gd name="T5" fmla="*/ 205 h 39"/>
                  <a:gd name="T6" fmla="*/ 42 w 33"/>
                  <a:gd name="T7" fmla="*/ 307 h 39"/>
                  <a:gd name="T8" fmla="*/ 0 w 33"/>
                  <a:gd name="T9" fmla="*/ 661 h 39"/>
                  <a:gd name="T10" fmla="*/ 42 w 33"/>
                  <a:gd name="T11" fmla="*/ 717 h 39"/>
                  <a:gd name="T12" fmla="*/ 291 w 33"/>
                  <a:gd name="T13" fmla="*/ 627 h 39"/>
                  <a:gd name="T14" fmla="*/ 462 w 33"/>
                  <a:gd name="T15" fmla="*/ 341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9">
                    <a:moveTo>
                      <a:pt x="30" y="18"/>
                    </a:moveTo>
                    <a:cubicBezTo>
                      <a:pt x="26" y="11"/>
                      <a:pt x="22" y="0"/>
                      <a:pt x="14" y="1"/>
                    </a:cubicBezTo>
                    <a:cubicBezTo>
                      <a:pt x="8" y="2"/>
                      <a:pt x="5" y="6"/>
                      <a:pt x="1" y="11"/>
                    </a:cubicBezTo>
                    <a:cubicBezTo>
                      <a:pt x="1" y="12"/>
                      <a:pt x="2" y="14"/>
                      <a:pt x="3" y="16"/>
                    </a:cubicBezTo>
                    <a:cubicBezTo>
                      <a:pt x="4" y="24"/>
                      <a:pt x="0" y="35"/>
                      <a:pt x="0" y="35"/>
                    </a:cubicBezTo>
                    <a:cubicBezTo>
                      <a:pt x="2" y="36"/>
                      <a:pt x="2" y="37"/>
                      <a:pt x="3" y="38"/>
                    </a:cubicBezTo>
                    <a:cubicBezTo>
                      <a:pt x="7" y="39"/>
                      <a:pt x="15" y="36"/>
                      <a:pt x="19" y="33"/>
                    </a:cubicBezTo>
                    <a:cubicBezTo>
                      <a:pt x="24" y="30"/>
                      <a:pt x="33" y="24"/>
                      <a:pt x="30" y="18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" name="Freeform 203">
                <a:extLst>
                  <a:ext uri="{FF2B5EF4-FFF2-40B4-BE49-F238E27FC236}">
                    <a16:creationId xmlns:a16="http://schemas.microsoft.com/office/drawing/2014/main" id="{CA943A17-29DE-4506-AE70-5E9AAE1B8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044"/>
                <a:ext cx="23" cy="43"/>
              </a:xfrm>
              <a:custGeom>
                <a:avLst/>
                <a:gdLst>
                  <a:gd name="T0" fmla="*/ 84 w 9"/>
                  <a:gd name="T1" fmla="*/ 0 h 16"/>
                  <a:gd name="T2" fmla="*/ 20 w 9"/>
                  <a:gd name="T3" fmla="*/ 81 h 16"/>
                  <a:gd name="T4" fmla="*/ 97 w 9"/>
                  <a:gd name="T5" fmla="*/ 218 h 16"/>
                  <a:gd name="T6" fmla="*/ 151 w 9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5" y="0"/>
                    </a:moveTo>
                    <a:cubicBezTo>
                      <a:pt x="1" y="0"/>
                      <a:pt x="0" y="1"/>
                      <a:pt x="1" y="4"/>
                    </a:cubicBezTo>
                    <a:cubicBezTo>
                      <a:pt x="2" y="7"/>
                      <a:pt x="5" y="8"/>
                      <a:pt x="6" y="11"/>
                    </a:cubicBezTo>
                    <a:cubicBezTo>
                      <a:pt x="7" y="13"/>
                      <a:pt x="7" y="15"/>
                      <a:pt x="9" y="16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" name="Freeform 204">
                <a:extLst>
                  <a:ext uri="{FF2B5EF4-FFF2-40B4-BE49-F238E27FC236}">
                    <a16:creationId xmlns:a16="http://schemas.microsoft.com/office/drawing/2014/main" id="{8C38A030-A008-42A5-8874-E6293258E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56"/>
                <a:ext cx="38" cy="19"/>
              </a:xfrm>
              <a:custGeom>
                <a:avLst/>
                <a:gdLst>
                  <a:gd name="T0" fmla="*/ 0 w 15"/>
                  <a:gd name="T1" fmla="*/ 60 h 7"/>
                  <a:gd name="T2" fmla="*/ 129 w 15"/>
                  <a:gd name="T3" fmla="*/ 117 h 7"/>
                  <a:gd name="T4" fmla="*/ 243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4" y="4"/>
                      <a:pt x="3" y="7"/>
                      <a:pt x="8" y="6"/>
                    </a:cubicBezTo>
                    <a:cubicBezTo>
                      <a:pt x="10" y="5"/>
                      <a:pt x="14" y="2"/>
                      <a:pt x="15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" name="Freeform 205">
                <a:extLst>
                  <a:ext uri="{FF2B5EF4-FFF2-40B4-BE49-F238E27FC236}">
                    <a16:creationId xmlns:a16="http://schemas.microsoft.com/office/drawing/2014/main" id="{47DB90BA-4A8A-4EC4-8210-B56DB5432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063"/>
                <a:ext cx="20" cy="37"/>
              </a:xfrm>
              <a:custGeom>
                <a:avLst/>
                <a:gdLst>
                  <a:gd name="T0" fmla="*/ 83 w 8"/>
                  <a:gd name="T1" fmla="*/ 0 h 14"/>
                  <a:gd name="T2" fmla="*/ 12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5" y="0"/>
                    </a:moveTo>
                    <a:cubicBezTo>
                      <a:pt x="0" y="8"/>
                      <a:pt x="1" y="9"/>
                      <a:pt x="8" y="14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" name="Freeform 206">
                <a:extLst>
                  <a:ext uri="{FF2B5EF4-FFF2-40B4-BE49-F238E27FC236}">
                    <a16:creationId xmlns:a16="http://schemas.microsoft.com/office/drawing/2014/main" id="{CBF423F0-4E64-4A90-BD1B-67B1FBFD0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988"/>
                <a:ext cx="110" cy="88"/>
              </a:xfrm>
              <a:custGeom>
                <a:avLst/>
                <a:gdLst>
                  <a:gd name="T0" fmla="*/ 113 w 44"/>
                  <a:gd name="T1" fmla="*/ 435 h 33"/>
                  <a:gd name="T2" fmla="*/ 408 w 44"/>
                  <a:gd name="T3" fmla="*/ 605 h 33"/>
                  <a:gd name="T4" fmla="*/ 408 w 44"/>
                  <a:gd name="T5" fmla="*/ 627 h 33"/>
                  <a:gd name="T6" fmla="*/ 250 w 44"/>
                  <a:gd name="T7" fmla="*/ 56 h 33"/>
                  <a:gd name="T8" fmla="*/ 113 w 44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3">
                    <a:moveTo>
                      <a:pt x="7" y="23"/>
                    </a:moveTo>
                    <a:cubicBezTo>
                      <a:pt x="12" y="19"/>
                      <a:pt x="19" y="23"/>
                      <a:pt x="26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44" y="29"/>
                      <a:pt x="23" y="6"/>
                      <a:pt x="16" y="3"/>
                    </a:cubicBezTo>
                    <a:cubicBezTo>
                      <a:pt x="8" y="0"/>
                      <a:pt x="0" y="16"/>
                      <a:pt x="7" y="23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" name="Freeform 207">
                <a:extLst>
                  <a:ext uri="{FF2B5EF4-FFF2-40B4-BE49-F238E27FC236}">
                    <a16:creationId xmlns:a16="http://schemas.microsoft.com/office/drawing/2014/main" id="{55B20515-2E90-4171-B4B1-97C7CD6D9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020"/>
                <a:ext cx="15" cy="35"/>
              </a:xfrm>
              <a:custGeom>
                <a:avLst/>
                <a:gdLst>
                  <a:gd name="T0" fmla="*/ 63 w 6"/>
                  <a:gd name="T1" fmla="*/ 253 h 13"/>
                  <a:gd name="T2" fmla="*/ 95 w 6"/>
                  <a:gd name="T3" fmla="*/ 159 h 13"/>
                  <a:gd name="T4" fmla="*/ 0 w 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13"/>
                    </a:moveTo>
                    <a:cubicBezTo>
                      <a:pt x="4" y="11"/>
                      <a:pt x="6" y="9"/>
                      <a:pt x="6" y="8"/>
                    </a:cubicBezTo>
                    <a:cubicBezTo>
                      <a:pt x="6" y="6"/>
                      <a:pt x="2" y="1"/>
                      <a:pt x="0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" name="Freeform 208">
                <a:extLst>
                  <a:ext uri="{FF2B5EF4-FFF2-40B4-BE49-F238E27FC236}">
                    <a16:creationId xmlns:a16="http://schemas.microsoft.com/office/drawing/2014/main" id="{F5D486CA-8254-4157-95AF-69F196535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081"/>
                <a:ext cx="62" cy="91"/>
              </a:xfrm>
              <a:custGeom>
                <a:avLst/>
                <a:gdLst>
                  <a:gd name="T0" fmla="*/ 62 w 25"/>
                  <a:gd name="T1" fmla="*/ 479 h 34"/>
                  <a:gd name="T2" fmla="*/ 42 w 25"/>
                  <a:gd name="T3" fmla="*/ 171 h 34"/>
                  <a:gd name="T4" fmla="*/ 290 w 25"/>
                  <a:gd name="T5" fmla="*/ 21 h 34"/>
                  <a:gd name="T6" fmla="*/ 370 w 25"/>
                  <a:gd name="T7" fmla="*/ 329 h 34"/>
                  <a:gd name="T8" fmla="*/ 196 w 25"/>
                  <a:gd name="T9" fmla="*/ 616 h 34"/>
                  <a:gd name="T10" fmla="*/ 62 w 25"/>
                  <a:gd name="T11" fmla="*/ 47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4">
                    <a:moveTo>
                      <a:pt x="4" y="25"/>
                    </a:moveTo>
                    <a:cubicBezTo>
                      <a:pt x="0" y="18"/>
                      <a:pt x="0" y="13"/>
                      <a:pt x="3" y="9"/>
                    </a:cubicBezTo>
                    <a:cubicBezTo>
                      <a:pt x="5" y="6"/>
                      <a:pt x="15" y="0"/>
                      <a:pt x="19" y="1"/>
                    </a:cubicBezTo>
                    <a:cubicBezTo>
                      <a:pt x="23" y="2"/>
                      <a:pt x="24" y="13"/>
                      <a:pt x="24" y="17"/>
                    </a:cubicBezTo>
                    <a:cubicBezTo>
                      <a:pt x="25" y="26"/>
                      <a:pt x="21" y="28"/>
                      <a:pt x="13" y="32"/>
                    </a:cubicBezTo>
                    <a:cubicBezTo>
                      <a:pt x="8" y="34"/>
                      <a:pt x="5" y="27"/>
                      <a:pt x="4" y="25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" name="Freeform 209">
                <a:extLst>
                  <a:ext uri="{FF2B5EF4-FFF2-40B4-BE49-F238E27FC236}">
                    <a16:creationId xmlns:a16="http://schemas.microsoft.com/office/drawing/2014/main" id="{D8D67EC5-09A5-4B06-A7DB-574A09305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129"/>
                <a:ext cx="88" cy="86"/>
              </a:xfrm>
              <a:custGeom>
                <a:avLst/>
                <a:gdLst>
                  <a:gd name="T0" fmla="*/ 443 w 35"/>
                  <a:gd name="T1" fmla="*/ 175 h 32"/>
                  <a:gd name="T2" fmla="*/ 272 w 35"/>
                  <a:gd name="T3" fmla="*/ 22 h 32"/>
                  <a:gd name="T4" fmla="*/ 96 w 35"/>
                  <a:gd name="T5" fmla="*/ 35 h 32"/>
                  <a:gd name="T6" fmla="*/ 83 w 35"/>
                  <a:gd name="T7" fmla="*/ 59 h 32"/>
                  <a:gd name="T8" fmla="*/ 33 w 35"/>
                  <a:gd name="T9" fmla="*/ 196 h 32"/>
                  <a:gd name="T10" fmla="*/ 20 w 35"/>
                  <a:gd name="T11" fmla="*/ 390 h 32"/>
                  <a:gd name="T12" fmla="*/ 189 w 35"/>
                  <a:gd name="T13" fmla="*/ 543 h 32"/>
                  <a:gd name="T14" fmla="*/ 505 w 35"/>
                  <a:gd name="T15" fmla="*/ 470 h 32"/>
                  <a:gd name="T16" fmla="*/ 443 w 35"/>
                  <a:gd name="T17" fmla="*/ 175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8" y="9"/>
                    </a:moveTo>
                    <a:cubicBezTo>
                      <a:pt x="25" y="5"/>
                      <a:pt x="22" y="3"/>
                      <a:pt x="17" y="1"/>
                    </a:cubicBezTo>
                    <a:cubicBezTo>
                      <a:pt x="13" y="0"/>
                      <a:pt x="11" y="1"/>
                      <a:pt x="6" y="2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6"/>
                      <a:pt x="4" y="8"/>
                      <a:pt x="2" y="10"/>
                    </a:cubicBezTo>
                    <a:cubicBezTo>
                      <a:pt x="1" y="13"/>
                      <a:pt x="0" y="17"/>
                      <a:pt x="1" y="20"/>
                    </a:cubicBezTo>
                    <a:cubicBezTo>
                      <a:pt x="3" y="23"/>
                      <a:pt x="9" y="26"/>
                      <a:pt x="12" y="28"/>
                    </a:cubicBezTo>
                    <a:cubicBezTo>
                      <a:pt x="20" y="32"/>
                      <a:pt x="27" y="32"/>
                      <a:pt x="32" y="24"/>
                    </a:cubicBezTo>
                    <a:cubicBezTo>
                      <a:pt x="35" y="19"/>
                      <a:pt x="32" y="14"/>
                      <a:pt x="28" y="9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" name="Freeform 210">
                <a:extLst>
                  <a:ext uri="{FF2B5EF4-FFF2-40B4-BE49-F238E27FC236}">
                    <a16:creationId xmlns:a16="http://schemas.microsoft.com/office/drawing/2014/main" id="{D10F4B9C-7C21-4D1C-9671-583D6746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111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" name="Freeform 211">
                <a:extLst>
                  <a:ext uri="{FF2B5EF4-FFF2-40B4-BE49-F238E27FC236}">
                    <a16:creationId xmlns:a16="http://schemas.microsoft.com/office/drawing/2014/main" id="{5EB4FB9A-5E04-4AA5-83BF-D442F2959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164"/>
                <a:ext cx="40" cy="29"/>
              </a:xfrm>
              <a:custGeom>
                <a:avLst/>
                <a:gdLst>
                  <a:gd name="T0" fmla="*/ 50 w 16"/>
                  <a:gd name="T1" fmla="*/ 0 h 11"/>
                  <a:gd name="T2" fmla="*/ 250 w 16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3" y="0"/>
                    </a:moveTo>
                    <a:cubicBezTo>
                      <a:pt x="0" y="8"/>
                      <a:pt x="12" y="9"/>
                      <a:pt x="16" y="11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" name="Freeform 212">
                <a:extLst>
                  <a:ext uri="{FF2B5EF4-FFF2-40B4-BE49-F238E27FC236}">
                    <a16:creationId xmlns:a16="http://schemas.microsoft.com/office/drawing/2014/main" id="{2CC5391C-A384-4994-9F87-89004BBEA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91"/>
                <a:ext cx="30" cy="48"/>
              </a:xfrm>
              <a:custGeom>
                <a:avLst/>
                <a:gdLst>
                  <a:gd name="T0" fmla="*/ 63 w 12"/>
                  <a:gd name="T1" fmla="*/ 0 h 18"/>
                  <a:gd name="T2" fmla="*/ 188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4" y="0"/>
                    </a:moveTo>
                    <a:cubicBezTo>
                      <a:pt x="0" y="7"/>
                      <a:pt x="8" y="13"/>
                      <a:pt x="12" y="18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" name="Freeform 213">
                <a:extLst>
                  <a:ext uri="{FF2B5EF4-FFF2-40B4-BE49-F238E27FC236}">
                    <a16:creationId xmlns:a16="http://schemas.microsoft.com/office/drawing/2014/main" id="{DBCB8427-4B3E-4E17-A460-A4B032F5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756"/>
                <a:ext cx="67" cy="99"/>
              </a:xfrm>
              <a:custGeom>
                <a:avLst/>
                <a:gdLst>
                  <a:gd name="T0" fmla="*/ 258 w 27"/>
                  <a:gd name="T1" fmla="*/ 21 h 37"/>
                  <a:gd name="T2" fmla="*/ 382 w 27"/>
                  <a:gd name="T3" fmla="*/ 94 h 37"/>
                  <a:gd name="T4" fmla="*/ 412 w 27"/>
                  <a:gd name="T5" fmla="*/ 342 h 37"/>
                  <a:gd name="T6" fmla="*/ 382 w 27"/>
                  <a:gd name="T7" fmla="*/ 629 h 37"/>
                  <a:gd name="T8" fmla="*/ 258 w 27"/>
                  <a:gd name="T9" fmla="*/ 709 h 37"/>
                  <a:gd name="T10" fmla="*/ 12 w 27"/>
                  <a:gd name="T11" fmla="*/ 500 h 37"/>
                  <a:gd name="T12" fmla="*/ 216 w 27"/>
                  <a:gd name="T13" fmla="*/ 35 h 37"/>
                  <a:gd name="T14" fmla="*/ 258 w 27"/>
                  <a:gd name="T15" fmla="*/ 2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7">
                    <a:moveTo>
                      <a:pt x="17" y="1"/>
                    </a:moveTo>
                    <a:cubicBezTo>
                      <a:pt x="21" y="2"/>
                      <a:pt x="23" y="2"/>
                      <a:pt x="25" y="5"/>
                    </a:cubicBezTo>
                    <a:cubicBezTo>
                      <a:pt x="27" y="9"/>
                      <a:pt x="27" y="14"/>
                      <a:pt x="27" y="18"/>
                    </a:cubicBezTo>
                    <a:cubicBezTo>
                      <a:pt x="27" y="22"/>
                      <a:pt x="26" y="28"/>
                      <a:pt x="25" y="33"/>
                    </a:cubicBezTo>
                    <a:cubicBezTo>
                      <a:pt x="24" y="37"/>
                      <a:pt x="21" y="37"/>
                      <a:pt x="17" y="37"/>
                    </a:cubicBezTo>
                    <a:cubicBezTo>
                      <a:pt x="10" y="36"/>
                      <a:pt x="0" y="36"/>
                      <a:pt x="1" y="26"/>
                    </a:cubicBezTo>
                    <a:cubicBezTo>
                      <a:pt x="2" y="18"/>
                      <a:pt x="6" y="6"/>
                      <a:pt x="14" y="2"/>
                    </a:cubicBezTo>
                    <a:cubicBezTo>
                      <a:pt x="15" y="1"/>
                      <a:pt x="16" y="0"/>
                      <a:pt x="17" y="1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" name="Freeform 214">
                <a:extLst>
                  <a:ext uri="{FF2B5EF4-FFF2-40B4-BE49-F238E27FC236}">
                    <a16:creationId xmlns:a16="http://schemas.microsoft.com/office/drawing/2014/main" id="{CAC04FE5-345C-4FDF-93F9-B15CB3879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1756"/>
                <a:ext cx="75" cy="120"/>
              </a:xfrm>
              <a:custGeom>
                <a:avLst/>
                <a:gdLst>
                  <a:gd name="T0" fmla="*/ 395 w 30"/>
                  <a:gd name="T1" fmla="*/ 491 h 45"/>
                  <a:gd name="T2" fmla="*/ 425 w 30"/>
                  <a:gd name="T3" fmla="*/ 363 h 45"/>
                  <a:gd name="T4" fmla="*/ 363 w 30"/>
                  <a:gd name="T5" fmla="*/ 192 h 45"/>
                  <a:gd name="T6" fmla="*/ 125 w 30"/>
                  <a:gd name="T7" fmla="*/ 136 h 45"/>
                  <a:gd name="T8" fmla="*/ 0 w 30"/>
                  <a:gd name="T9" fmla="*/ 363 h 45"/>
                  <a:gd name="T10" fmla="*/ 95 w 30"/>
                  <a:gd name="T11" fmla="*/ 589 h 45"/>
                  <a:gd name="T12" fmla="*/ 395 w 30"/>
                  <a:gd name="T13" fmla="*/ 819 h 45"/>
                  <a:gd name="T14" fmla="*/ 470 w 30"/>
                  <a:gd name="T15" fmla="*/ 661 h 45"/>
                  <a:gd name="T16" fmla="*/ 395 w 30"/>
                  <a:gd name="T17" fmla="*/ 491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5">
                    <a:moveTo>
                      <a:pt x="25" y="26"/>
                    </a:moveTo>
                    <a:cubicBezTo>
                      <a:pt x="26" y="24"/>
                      <a:pt x="26" y="22"/>
                      <a:pt x="27" y="19"/>
                    </a:cubicBezTo>
                    <a:cubicBezTo>
                      <a:pt x="26" y="16"/>
                      <a:pt x="25" y="13"/>
                      <a:pt x="23" y="10"/>
                    </a:cubicBezTo>
                    <a:cubicBezTo>
                      <a:pt x="19" y="5"/>
                      <a:pt x="15" y="0"/>
                      <a:pt x="8" y="7"/>
                    </a:cubicBezTo>
                    <a:cubicBezTo>
                      <a:pt x="5" y="10"/>
                      <a:pt x="1" y="14"/>
                      <a:pt x="0" y="19"/>
                    </a:cubicBezTo>
                    <a:cubicBezTo>
                      <a:pt x="0" y="23"/>
                      <a:pt x="4" y="28"/>
                      <a:pt x="6" y="31"/>
                    </a:cubicBezTo>
                    <a:cubicBezTo>
                      <a:pt x="10" y="35"/>
                      <a:pt x="19" y="45"/>
                      <a:pt x="25" y="43"/>
                    </a:cubicBezTo>
                    <a:cubicBezTo>
                      <a:pt x="29" y="41"/>
                      <a:pt x="30" y="38"/>
                      <a:pt x="30" y="35"/>
                    </a:cubicBezTo>
                    <a:cubicBezTo>
                      <a:pt x="27" y="33"/>
                      <a:pt x="25" y="31"/>
                      <a:pt x="25" y="26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" name="Freeform 215">
                <a:extLst>
                  <a:ext uri="{FF2B5EF4-FFF2-40B4-BE49-F238E27FC236}">
                    <a16:creationId xmlns:a16="http://schemas.microsoft.com/office/drawing/2014/main" id="{D765C091-B9F8-4258-A9D8-38B5A6F63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785"/>
                <a:ext cx="10" cy="43"/>
              </a:xfrm>
              <a:custGeom>
                <a:avLst/>
                <a:gdLst>
                  <a:gd name="T0" fmla="*/ 63 w 4"/>
                  <a:gd name="T1" fmla="*/ 0 h 16"/>
                  <a:gd name="T2" fmla="*/ 0 w 4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cubicBezTo>
                      <a:pt x="0" y="5"/>
                      <a:pt x="0" y="10"/>
                      <a:pt x="0" y="16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" name="Freeform 216">
                <a:extLst>
                  <a:ext uri="{FF2B5EF4-FFF2-40B4-BE49-F238E27FC236}">
                    <a16:creationId xmlns:a16="http://schemas.microsoft.com/office/drawing/2014/main" id="{8D6580B2-88E5-4B07-BCB2-4C25ACA10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879"/>
                <a:ext cx="97" cy="72"/>
              </a:xfrm>
              <a:custGeom>
                <a:avLst/>
                <a:gdLst>
                  <a:gd name="T0" fmla="*/ 124 w 39"/>
                  <a:gd name="T1" fmla="*/ 35 h 27"/>
                  <a:gd name="T2" fmla="*/ 30 w 39"/>
                  <a:gd name="T3" fmla="*/ 307 h 27"/>
                  <a:gd name="T4" fmla="*/ 279 w 39"/>
                  <a:gd name="T5" fmla="*/ 477 h 27"/>
                  <a:gd name="T6" fmla="*/ 495 w 39"/>
                  <a:gd name="T7" fmla="*/ 477 h 27"/>
                  <a:gd name="T8" fmla="*/ 587 w 39"/>
                  <a:gd name="T9" fmla="*/ 320 h 27"/>
                  <a:gd name="T10" fmla="*/ 321 w 39"/>
                  <a:gd name="T11" fmla="*/ 35 h 27"/>
                  <a:gd name="T12" fmla="*/ 124 w 39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7">
                    <a:moveTo>
                      <a:pt x="8" y="2"/>
                    </a:moveTo>
                    <a:cubicBezTo>
                      <a:pt x="4" y="6"/>
                      <a:pt x="0" y="8"/>
                      <a:pt x="2" y="16"/>
                    </a:cubicBezTo>
                    <a:cubicBezTo>
                      <a:pt x="4" y="23"/>
                      <a:pt x="12" y="24"/>
                      <a:pt x="18" y="25"/>
                    </a:cubicBezTo>
                    <a:cubicBezTo>
                      <a:pt x="24" y="27"/>
                      <a:pt x="27" y="27"/>
                      <a:pt x="32" y="25"/>
                    </a:cubicBezTo>
                    <a:cubicBezTo>
                      <a:pt x="37" y="23"/>
                      <a:pt x="39" y="20"/>
                      <a:pt x="38" y="17"/>
                    </a:cubicBezTo>
                    <a:cubicBezTo>
                      <a:pt x="37" y="13"/>
                      <a:pt x="25" y="4"/>
                      <a:pt x="21" y="2"/>
                    </a:cubicBezTo>
                    <a:cubicBezTo>
                      <a:pt x="17" y="0"/>
                      <a:pt x="13" y="0"/>
                      <a:pt x="8" y="2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" name="Freeform 217">
                <a:extLst>
                  <a:ext uri="{FF2B5EF4-FFF2-40B4-BE49-F238E27FC236}">
                    <a16:creationId xmlns:a16="http://schemas.microsoft.com/office/drawing/2014/main" id="{C391CE33-75DA-4F32-ABAF-7461735A0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97"/>
                <a:ext cx="20" cy="27"/>
              </a:xfrm>
              <a:custGeom>
                <a:avLst/>
                <a:gdLst>
                  <a:gd name="T0" fmla="*/ 50 w 8"/>
                  <a:gd name="T1" fmla="*/ 0 h 10"/>
                  <a:gd name="T2" fmla="*/ 125 w 8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0" y="7"/>
                      <a:pt x="4" y="6"/>
                      <a:pt x="8" y="1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" name="Freeform 218">
                <a:extLst>
                  <a:ext uri="{FF2B5EF4-FFF2-40B4-BE49-F238E27FC236}">
                    <a16:creationId xmlns:a16="http://schemas.microsoft.com/office/drawing/2014/main" id="{9580CC1E-7B01-4033-ABEE-231D44B48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679"/>
                <a:ext cx="83" cy="114"/>
              </a:xfrm>
              <a:custGeom>
                <a:avLst/>
                <a:gdLst>
                  <a:gd name="T0" fmla="*/ 126 w 33"/>
                  <a:gd name="T1" fmla="*/ 56 h 43"/>
                  <a:gd name="T2" fmla="*/ 254 w 33"/>
                  <a:gd name="T3" fmla="*/ 21 h 43"/>
                  <a:gd name="T4" fmla="*/ 397 w 33"/>
                  <a:gd name="T5" fmla="*/ 148 h 43"/>
                  <a:gd name="T6" fmla="*/ 443 w 33"/>
                  <a:gd name="T7" fmla="*/ 575 h 43"/>
                  <a:gd name="T8" fmla="*/ 126 w 33"/>
                  <a:gd name="T9" fmla="*/ 745 h 43"/>
                  <a:gd name="T10" fmla="*/ 96 w 33"/>
                  <a:gd name="T11" fmla="*/ 133 h 43"/>
                  <a:gd name="T12" fmla="*/ 126 w 33"/>
                  <a:gd name="T13" fmla="*/ 5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3">
                    <a:moveTo>
                      <a:pt x="8" y="3"/>
                    </a:moveTo>
                    <a:cubicBezTo>
                      <a:pt x="10" y="0"/>
                      <a:pt x="13" y="1"/>
                      <a:pt x="16" y="1"/>
                    </a:cubicBezTo>
                    <a:cubicBezTo>
                      <a:pt x="21" y="2"/>
                      <a:pt x="23" y="4"/>
                      <a:pt x="25" y="8"/>
                    </a:cubicBezTo>
                    <a:cubicBezTo>
                      <a:pt x="28" y="15"/>
                      <a:pt x="33" y="23"/>
                      <a:pt x="28" y="31"/>
                    </a:cubicBezTo>
                    <a:cubicBezTo>
                      <a:pt x="25" y="36"/>
                      <a:pt x="15" y="43"/>
                      <a:pt x="8" y="40"/>
                    </a:cubicBezTo>
                    <a:cubicBezTo>
                      <a:pt x="0" y="36"/>
                      <a:pt x="5" y="14"/>
                      <a:pt x="6" y="7"/>
                    </a:cubicBezTo>
                    <a:cubicBezTo>
                      <a:pt x="6" y="4"/>
                      <a:pt x="7" y="3"/>
                      <a:pt x="8" y="3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" name="Freeform 219">
                <a:extLst>
                  <a:ext uri="{FF2B5EF4-FFF2-40B4-BE49-F238E27FC236}">
                    <a16:creationId xmlns:a16="http://schemas.microsoft.com/office/drawing/2014/main" id="{BF2402C8-57C7-4981-8C45-7D0FABCAB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732"/>
                <a:ext cx="30" cy="40"/>
              </a:xfrm>
              <a:custGeom>
                <a:avLst/>
                <a:gdLst>
                  <a:gd name="T0" fmla="*/ 0 w 12"/>
                  <a:gd name="T1" fmla="*/ 56 h 15"/>
                  <a:gd name="T2" fmla="*/ 95 w 12"/>
                  <a:gd name="T3" fmla="*/ 192 h 15"/>
                  <a:gd name="T4" fmla="*/ 175 w 1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3"/>
                    </a:moveTo>
                    <a:cubicBezTo>
                      <a:pt x="0" y="7"/>
                      <a:pt x="0" y="15"/>
                      <a:pt x="6" y="10"/>
                    </a:cubicBezTo>
                    <a:cubicBezTo>
                      <a:pt x="11" y="6"/>
                      <a:pt x="12" y="6"/>
                      <a:pt x="11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" name="Freeform 220">
                <a:extLst>
                  <a:ext uri="{FF2B5EF4-FFF2-40B4-BE49-F238E27FC236}">
                    <a16:creationId xmlns:a16="http://schemas.microsoft.com/office/drawing/2014/main" id="{B1CCE0DB-62AB-4F39-8053-6C7C24459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817"/>
                <a:ext cx="30" cy="48"/>
              </a:xfrm>
              <a:custGeom>
                <a:avLst/>
                <a:gdLst>
                  <a:gd name="T0" fmla="*/ 0 w 12"/>
                  <a:gd name="T1" fmla="*/ 35 h 18"/>
                  <a:gd name="T2" fmla="*/ 125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0" y="2"/>
                    </a:moveTo>
                    <a:cubicBezTo>
                      <a:pt x="4" y="0"/>
                      <a:pt x="12" y="18"/>
                      <a:pt x="8" y="18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" name="Freeform 221">
                <a:extLst>
                  <a:ext uri="{FF2B5EF4-FFF2-40B4-BE49-F238E27FC236}">
                    <a16:creationId xmlns:a16="http://schemas.microsoft.com/office/drawing/2014/main" id="{6C406491-3429-4D04-9ACE-9918A48E6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780"/>
                <a:ext cx="67" cy="80"/>
              </a:xfrm>
              <a:custGeom>
                <a:avLst/>
                <a:gdLst>
                  <a:gd name="T0" fmla="*/ 246 w 27"/>
                  <a:gd name="T1" fmla="*/ 56 h 30"/>
                  <a:gd name="T2" fmla="*/ 228 w 27"/>
                  <a:gd name="T3" fmla="*/ 35 h 30"/>
                  <a:gd name="T4" fmla="*/ 136 w 27"/>
                  <a:gd name="T5" fmla="*/ 35 h 30"/>
                  <a:gd name="T6" fmla="*/ 124 w 27"/>
                  <a:gd name="T7" fmla="*/ 0 h 30"/>
                  <a:gd name="T8" fmla="*/ 42 w 27"/>
                  <a:gd name="T9" fmla="*/ 264 h 30"/>
                  <a:gd name="T10" fmla="*/ 228 w 27"/>
                  <a:gd name="T11" fmla="*/ 547 h 30"/>
                  <a:gd name="T12" fmla="*/ 350 w 27"/>
                  <a:gd name="T13" fmla="*/ 491 h 30"/>
                  <a:gd name="T14" fmla="*/ 400 w 27"/>
                  <a:gd name="T15" fmla="*/ 320 h 30"/>
                  <a:gd name="T16" fmla="*/ 246 w 27"/>
                  <a:gd name="T17" fmla="*/ 5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0">
                    <a:moveTo>
                      <a:pt x="16" y="3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3" y="3"/>
                      <a:pt x="11" y="3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0" y="2"/>
                      <a:pt x="0" y="8"/>
                      <a:pt x="3" y="14"/>
                    </a:cubicBezTo>
                    <a:cubicBezTo>
                      <a:pt x="5" y="19"/>
                      <a:pt x="10" y="28"/>
                      <a:pt x="15" y="29"/>
                    </a:cubicBezTo>
                    <a:cubicBezTo>
                      <a:pt x="19" y="30"/>
                      <a:pt x="20" y="28"/>
                      <a:pt x="23" y="26"/>
                    </a:cubicBezTo>
                    <a:cubicBezTo>
                      <a:pt x="26" y="23"/>
                      <a:pt x="27" y="22"/>
                      <a:pt x="26" y="17"/>
                    </a:cubicBezTo>
                    <a:cubicBezTo>
                      <a:pt x="24" y="11"/>
                      <a:pt x="20" y="7"/>
                      <a:pt x="16" y="3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" name="Freeform 222">
                <a:extLst>
                  <a:ext uri="{FF2B5EF4-FFF2-40B4-BE49-F238E27FC236}">
                    <a16:creationId xmlns:a16="http://schemas.microsoft.com/office/drawing/2014/main" id="{FCCEBC84-1368-49EA-884D-2089F7999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01"/>
                <a:ext cx="25" cy="35"/>
              </a:xfrm>
              <a:custGeom>
                <a:avLst/>
                <a:gdLst>
                  <a:gd name="T0" fmla="*/ 83 w 10"/>
                  <a:gd name="T1" fmla="*/ 0 h 13"/>
                  <a:gd name="T2" fmla="*/ 158 w 10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5" y="0"/>
                    </a:moveTo>
                    <a:cubicBezTo>
                      <a:pt x="0" y="0"/>
                      <a:pt x="9" y="12"/>
                      <a:pt x="10" y="13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" name="Freeform 223">
                <a:extLst>
                  <a:ext uri="{FF2B5EF4-FFF2-40B4-BE49-F238E27FC236}">
                    <a16:creationId xmlns:a16="http://schemas.microsoft.com/office/drawing/2014/main" id="{BD6D7A8A-5491-488B-AE77-EA121EF58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844"/>
                <a:ext cx="63" cy="101"/>
              </a:xfrm>
              <a:custGeom>
                <a:avLst/>
                <a:gdLst>
                  <a:gd name="T0" fmla="*/ 96 w 25"/>
                  <a:gd name="T1" fmla="*/ 601 h 38"/>
                  <a:gd name="T2" fmla="*/ 20 w 25"/>
                  <a:gd name="T3" fmla="*/ 260 h 38"/>
                  <a:gd name="T4" fmla="*/ 63 w 25"/>
                  <a:gd name="T5" fmla="*/ 35 h 38"/>
                  <a:gd name="T6" fmla="*/ 222 w 25"/>
                  <a:gd name="T7" fmla="*/ 21 h 38"/>
                  <a:gd name="T8" fmla="*/ 368 w 25"/>
                  <a:gd name="T9" fmla="*/ 93 h 38"/>
                  <a:gd name="T10" fmla="*/ 381 w 25"/>
                  <a:gd name="T11" fmla="*/ 340 h 38"/>
                  <a:gd name="T12" fmla="*/ 242 w 25"/>
                  <a:gd name="T13" fmla="*/ 691 h 38"/>
                  <a:gd name="T14" fmla="*/ 96 w 25"/>
                  <a:gd name="T15" fmla="*/ 60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8">
                    <a:moveTo>
                      <a:pt x="6" y="32"/>
                    </a:moveTo>
                    <a:cubicBezTo>
                      <a:pt x="3" y="27"/>
                      <a:pt x="1" y="19"/>
                      <a:pt x="1" y="14"/>
                    </a:cubicBezTo>
                    <a:cubicBezTo>
                      <a:pt x="0" y="10"/>
                      <a:pt x="1" y="5"/>
                      <a:pt x="4" y="2"/>
                    </a:cubicBezTo>
                    <a:cubicBezTo>
                      <a:pt x="6" y="0"/>
                      <a:pt x="11" y="0"/>
                      <a:pt x="14" y="1"/>
                    </a:cubicBezTo>
                    <a:cubicBezTo>
                      <a:pt x="17" y="1"/>
                      <a:pt x="21" y="2"/>
                      <a:pt x="23" y="5"/>
                    </a:cubicBezTo>
                    <a:cubicBezTo>
                      <a:pt x="25" y="8"/>
                      <a:pt x="24" y="14"/>
                      <a:pt x="24" y="18"/>
                    </a:cubicBezTo>
                    <a:cubicBezTo>
                      <a:pt x="23" y="23"/>
                      <a:pt x="22" y="35"/>
                      <a:pt x="15" y="37"/>
                    </a:cubicBezTo>
                    <a:cubicBezTo>
                      <a:pt x="11" y="38"/>
                      <a:pt x="8" y="36"/>
                      <a:pt x="6" y="32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" name="Freeform 224">
                <a:extLst>
                  <a:ext uri="{FF2B5EF4-FFF2-40B4-BE49-F238E27FC236}">
                    <a16:creationId xmlns:a16="http://schemas.microsoft.com/office/drawing/2014/main" id="{1FF43132-E048-4018-8AE8-02D1BD5C8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55"/>
                <a:ext cx="35" cy="13"/>
              </a:xfrm>
              <a:custGeom>
                <a:avLst/>
                <a:gdLst>
                  <a:gd name="T0" fmla="*/ 0 w 14"/>
                  <a:gd name="T1" fmla="*/ 88 h 5"/>
                  <a:gd name="T2" fmla="*/ 220 w 14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5"/>
                    </a:moveTo>
                    <a:cubicBezTo>
                      <a:pt x="1" y="0"/>
                      <a:pt x="12" y="3"/>
                      <a:pt x="14" y="4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" name="Freeform 225">
                <a:extLst>
                  <a:ext uri="{FF2B5EF4-FFF2-40B4-BE49-F238E27FC236}">
                    <a16:creationId xmlns:a16="http://schemas.microsoft.com/office/drawing/2014/main" id="{53C93774-38DB-4EC6-B569-1E9E7E9C4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863"/>
                <a:ext cx="37" cy="34"/>
              </a:xfrm>
              <a:custGeom>
                <a:avLst/>
                <a:gdLst>
                  <a:gd name="T0" fmla="*/ 224 w 15"/>
                  <a:gd name="T1" fmla="*/ 233 h 13"/>
                  <a:gd name="T2" fmla="*/ 104 w 15"/>
                  <a:gd name="T3" fmla="*/ 110 h 13"/>
                  <a:gd name="T4" fmla="*/ 0 w 1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13"/>
                    </a:moveTo>
                    <a:cubicBezTo>
                      <a:pt x="15" y="10"/>
                      <a:pt x="12" y="10"/>
                      <a:pt x="7" y="6"/>
                    </a:cubicBezTo>
                    <a:cubicBezTo>
                      <a:pt x="1" y="1"/>
                      <a:pt x="4" y="0"/>
                      <a:pt x="0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" name="Freeform 226">
                <a:extLst>
                  <a:ext uri="{FF2B5EF4-FFF2-40B4-BE49-F238E27FC236}">
                    <a16:creationId xmlns:a16="http://schemas.microsoft.com/office/drawing/2014/main" id="{06F0C1E4-8494-444A-A4C6-CB52A69F8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96"/>
                <a:ext cx="75" cy="85"/>
              </a:xfrm>
              <a:custGeom>
                <a:avLst/>
                <a:gdLst>
                  <a:gd name="T0" fmla="*/ 283 w 30"/>
                  <a:gd name="T1" fmla="*/ 149 h 32"/>
                  <a:gd name="T2" fmla="*/ 250 w 30"/>
                  <a:gd name="T3" fmla="*/ 35 h 32"/>
                  <a:gd name="T4" fmla="*/ 33 w 30"/>
                  <a:gd name="T5" fmla="*/ 93 h 32"/>
                  <a:gd name="T6" fmla="*/ 63 w 30"/>
                  <a:gd name="T7" fmla="*/ 396 h 32"/>
                  <a:gd name="T8" fmla="*/ 250 w 30"/>
                  <a:gd name="T9" fmla="*/ 600 h 32"/>
                  <a:gd name="T10" fmla="*/ 470 w 30"/>
                  <a:gd name="T11" fmla="*/ 452 h 32"/>
                  <a:gd name="T12" fmla="*/ 458 w 30"/>
                  <a:gd name="T13" fmla="*/ 430 h 32"/>
                  <a:gd name="T14" fmla="*/ 283 w 30"/>
                  <a:gd name="T15" fmla="*/ 14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2">
                    <a:moveTo>
                      <a:pt x="18" y="8"/>
                    </a:moveTo>
                    <a:cubicBezTo>
                      <a:pt x="17" y="6"/>
                      <a:pt x="16" y="4"/>
                      <a:pt x="16" y="2"/>
                    </a:cubicBezTo>
                    <a:cubicBezTo>
                      <a:pt x="12" y="1"/>
                      <a:pt x="5" y="0"/>
                      <a:pt x="2" y="5"/>
                    </a:cubicBezTo>
                    <a:cubicBezTo>
                      <a:pt x="0" y="10"/>
                      <a:pt x="2" y="16"/>
                      <a:pt x="4" y="21"/>
                    </a:cubicBezTo>
                    <a:cubicBezTo>
                      <a:pt x="6" y="25"/>
                      <a:pt x="10" y="32"/>
                      <a:pt x="16" y="32"/>
                    </a:cubicBezTo>
                    <a:cubicBezTo>
                      <a:pt x="20" y="31"/>
                      <a:pt x="27" y="27"/>
                      <a:pt x="30" y="24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4" y="20"/>
                      <a:pt x="20" y="13"/>
                      <a:pt x="18" y="8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" name="Freeform 227">
                <a:extLst>
                  <a:ext uri="{FF2B5EF4-FFF2-40B4-BE49-F238E27FC236}">
                    <a16:creationId xmlns:a16="http://schemas.microsoft.com/office/drawing/2014/main" id="{70BFDCF6-288F-49E3-80E6-E25DEA5B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836"/>
                <a:ext cx="77" cy="80"/>
              </a:xfrm>
              <a:custGeom>
                <a:avLst/>
                <a:gdLst>
                  <a:gd name="T0" fmla="*/ 412 w 31"/>
                  <a:gd name="T1" fmla="*/ 320 h 30"/>
                  <a:gd name="T2" fmla="*/ 229 w 31"/>
                  <a:gd name="T3" fmla="*/ 115 h 30"/>
                  <a:gd name="T4" fmla="*/ 196 w 31"/>
                  <a:gd name="T5" fmla="*/ 0 h 30"/>
                  <a:gd name="T6" fmla="*/ 75 w 31"/>
                  <a:gd name="T7" fmla="*/ 77 h 30"/>
                  <a:gd name="T8" fmla="*/ 75 w 31"/>
                  <a:gd name="T9" fmla="*/ 341 h 30"/>
                  <a:gd name="T10" fmla="*/ 308 w 31"/>
                  <a:gd name="T11" fmla="*/ 547 h 30"/>
                  <a:gd name="T12" fmla="*/ 474 w 31"/>
                  <a:gd name="T13" fmla="*/ 307 h 30"/>
                  <a:gd name="T14" fmla="*/ 474 w 31"/>
                  <a:gd name="T15" fmla="*/ 285 h 30"/>
                  <a:gd name="T16" fmla="*/ 412 w 31"/>
                  <a:gd name="T17" fmla="*/ 32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30">
                    <a:moveTo>
                      <a:pt x="27" y="17"/>
                    </a:moveTo>
                    <a:cubicBezTo>
                      <a:pt x="21" y="17"/>
                      <a:pt x="17" y="10"/>
                      <a:pt x="15" y="6"/>
                    </a:cubicBezTo>
                    <a:cubicBezTo>
                      <a:pt x="15" y="4"/>
                      <a:pt x="14" y="2"/>
                      <a:pt x="13" y="0"/>
                    </a:cubicBezTo>
                    <a:cubicBezTo>
                      <a:pt x="11" y="1"/>
                      <a:pt x="7" y="2"/>
                      <a:pt x="5" y="4"/>
                    </a:cubicBezTo>
                    <a:cubicBezTo>
                      <a:pt x="0" y="9"/>
                      <a:pt x="0" y="13"/>
                      <a:pt x="5" y="18"/>
                    </a:cubicBezTo>
                    <a:cubicBezTo>
                      <a:pt x="11" y="24"/>
                      <a:pt x="16" y="30"/>
                      <a:pt x="20" y="29"/>
                    </a:cubicBezTo>
                    <a:cubicBezTo>
                      <a:pt x="24" y="28"/>
                      <a:pt x="30" y="23"/>
                      <a:pt x="31" y="16"/>
                    </a:cubicBezTo>
                    <a:cubicBezTo>
                      <a:pt x="31" y="16"/>
                      <a:pt x="31" y="16"/>
                      <a:pt x="31" y="15"/>
                    </a:cubicBezTo>
                    <a:cubicBezTo>
                      <a:pt x="29" y="16"/>
                      <a:pt x="28" y="17"/>
                      <a:pt x="27" y="17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" name="Freeform 228">
                <a:extLst>
                  <a:ext uri="{FF2B5EF4-FFF2-40B4-BE49-F238E27FC236}">
                    <a16:creationId xmlns:a16="http://schemas.microsoft.com/office/drawing/2014/main" id="{C648BC16-C30E-475D-BFA4-3EC83AC61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017"/>
                <a:ext cx="35" cy="48"/>
              </a:xfrm>
              <a:custGeom>
                <a:avLst/>
                <a:gdLst>
                  <a:gd name="T0" fmla="*/ 175 w 14"/>
                  <a:gd name="T1" fmla="*/ 0 h 18"/>
                  <a:gd name="T2" fmla="*/ 0 w 14"/>
                  <a:gd name="T3" fmla="*/ 26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1" y="0"/>
                    </a:moveTo>
                    <a:cubicBezTo>
                      <a:pt x="14" y="3"/>
                      <a:pt x="1" y="18"/>
                      <a:pt x="0" y="14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" name="Freeform 229">
                <a:extLst>
                  <a:ext uri="{FF2B5EF4-FFF2-40B4-BE49-F238E27FC236}">
                    <a16:creationId xmlns:a16="http://schemas.microsoft.com/office/drawing/2014/main" id="{AF861D91-F582-49B1-A762-24AA1377F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999"/>
                <a:ext cx="65" cy="88"/>
              </a:xfrm>
              <a:custGeom>
                <a:avLst/>
                <a:gdLst>
                  <a:gd name="T0" fmla="*/ 270 w 26"/>
                  <a:gd name="T1" fmla="*/ 512 h 33"/>
                  <a:gd name="T2" fmla="*/ 345 w 26"/>
                  <a:gd name="T3" fmla="*/ 227 h 33"/>
                  <a:gd name="T4" fmla="*/ 408 w 26"/>
                  <a:gd name="T5" fmla="*/ 136 h 33"/>
                  <a:gd name="T6" fmla="*/ 300 w 26"/>
                  <a:gd name="T7" fmla="*/ 35 h 33"/>
                  <a:gd name="T8" fmla="*/ 63 w 26"/>
                  <a:gd name="T9" fmla="*/ 149 h 33"/>
                  <a:gd name="T10" fmla="*/ 50 w 26"/>
                  <a:gd name="T11" fmla="*/ 512 h 33"/>
                  <a:gd name="T12" fmla="*/ 313 w 26"/>
                  <a:gd name="T13" fmla="*/ 568 h 33"/>
                  <a:gd name="T14" fmla="*/ 313 w 26"/>
                  <a:gd name="T15" fmla="*/ 568 h 33"/>
                  <a:gd name="T16" fmla="*/ 270 w 26"/>
                  <a:gd name="T17" fmla="*/ 512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3">
                    <a:moveTo>
                      <a:pt x="17" y="27"/>
                    </a:moveTo>
                    <a:cubicBezTo>
                      <a:pt x="14" y="22"/>
                      <a:pt x="19" y="16"/>
                      <a:pt x="22" y="12"/>
                    </a:cubicBezTo>
                    <a:cubicBezTo>
                      <a:pt x="23" y="10"/>
                      <a:pt x="24" y="9"/>
                      <a:pt x="26" y="7"/>
                    </a:cubicBezTo>
                    <a:cubicBezTo>
                      <a:pt x="24" y="5"/>
                      <a:pt x="21" y="2"/>
                      <a:pt x="19" y="2"/>
                    </a:cubicBezTo>
                    <a:cubicBezTo>
                      <a:pt x="12" y="0"/>
                      <a:pt x="6" y="1"/>
                      <a:pt x="4" y="8"/>
                    </a:cubicBezTo>
                    <a:cubicBezTo>
                      <a:pt x="1" y="15"/>
                      <a:pt x="0" y="23"/>
                      <a:pt x="3" y="27"/>
                    </a:cubicBezTo>
                    <a:cubicBezTo>
                      <a:pt x="6" y="30"/>
                      <a:pt x="13" y="33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9" y="29"/>
                      <a:pt x="18" y="28"/>
                      <a:pt x="17" y="27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" name="Freeform 230">
                <a:extLst>
                  <a:ext uri="{FF2B5EF4-FFF2-40B4-BE49-F238E27FC236}">
                    <a16:creationId xmlns:a16="http://schemas.microsoft.com/office/drawing/2014/main" id="{B570CD75-D378-494D-AAD3-29E8C3CAE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695"/>
                <a:ext cx="97" cy="93"/>
              </a:xfrm>
              <a:custGeom>
                <a:avLst/>
                <a:gdLst>
                  <a:gd name="T0" fmla="*/ 246 w 39"/>
                  <a:gd name="T1" fmla="*/ 77 h 35"/>
                  <a:gd name="T2" fmla="*/ 0 w 39"/>
                  <a:gd name="T3" fmla="*/ 56 h 35"/>
                  <a:gd name="T4" fmla="*/ 75 w 39"/>
                  <a:gd name="T5" fmla="*/ 409 h 35"/>
                  <a:gd name="T6" fmla="*/ 75 w 39"/>
                  <a:gd name="T7" fmla="*/ 430 h 35"/>
                  <a:gd name="T8" fmla="*/ 341 w 39"/>
                  <a:gd name="T9" fmla="*/ 656 h 35"/>
                  <a:gd name="T10" fmla="*/ 570 w 39"/>
                  <a:gd name="T11" fmla="*/ 353 h 35"/>
                  <a:gd name="T12" fmla="*/ 246 w 39"/>
                  <a:gd name="T13" fmla="*/ 7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5">
                    <a:moveTo>
                      <a:pt x="16" y="4"/>
                    </a:moveTo>
                    <a:cubicBezTo>
                      <a:pt x="9" y="2"/>
                      <a:pt x="4" y="0"/>
                      <a:pt x="0" y="3"/>
                    </a:cubicBezTo>
                    <a:cubicBezTo>
                      <a:pt x="3" y="9"/>
                      <a:pt x="7" y="16"/>
                      <a:pt x="5" y="22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9" y="28"/>
                      <a:pt x="17" y="35"/>
                      <a:pt x="22" y="35"/>
                    </a:cubicBezTo>
                    <a:cubicBezTo>
                      <a:pt x="27" y="35"/>
                      <a:pt x="36" y="26"/>
                      <a:pt x="37" y="19"/>
                    </a:cubicBezTo>
                    <a:cubicBezTo>
                      <a:pt x="39" y="13"/>
                      <a:pt x="24" y="7"/>
                      <a:pt x="16" y="4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" name="Freeform 231">
                <a:extLst>
                  <a:ext uri="{FF2B5EF4-FFF2-40B4-BE49-F238E27FC236}">
                    <a16:creationId xmlns:a16="http://schemas.microsoft.com/office/drawing/2014/main" id="{710F8888-B218-4DC0-903E-4F2F4347F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745"/>
                <a:ext cx="45" cy="22"/>
              </a:xfrm>
              <a:custGeom>
                <a:avLst/>
                <a:gdLst>
                  <a:gd name="T0" fmla="*/ 0 w 18"/>
                  <a:gd name="T1" fmla="*/ 22 h 8"/>
                  <a:gd name="T2" fmla="*/ 175 w 18"/>
                  <a:gd name="T3" fmla="*/ 129 h 8"/>
                  <a:gd name="T4" fmla="*/ 283 w 1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1"/>
                    </a:moveTo>
                    <a:cubicBezTo>
                      <a:pt x="6" y="6"/>
                      <a:pt x="8" y="8"/>
                      <a:pt x="11" y="6"/>
                    </a:cubicBezTo>
                    <a:cubicBezTo>
                      <a:pt x="15" y="4"/>
                      <a:pt x="16" y="1"/>
                      <a:pt x="18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" name="Freeform 232">
                <a:extLst>
                  <a:ext uri="{FF2B5EF4-FFF2-40B4-BE49-F238E27FC236}">
                    <a16:creationId xmlns:a16="http://schemas.microsoft.com/office/drawing/2014/main" id="{6A828271-99BE-4698-8ED4-D32BDAA28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53"/>
                <a:ext cx="95" cy="75"/>
              </a:xfrm>
              <a:custGeom>
                <a:avLst/>
                <a:gdLst>
                  <a:gd name="T0" fmla="*/ 533 w 38"/>
                  <a:gd name="T1" fmla="*/ 21 h 28"/>
                  <a:gd name="T2" fmla="*/ 583 w 38"/>
                  <a:gd name="T3" fmla="*/ 150 h 28"/>
                  <a:gd name="T4" fmla="*/ 520 w 38"/>
                  <a:gd name="T5" fmla="*/ 329 h 28"/>
                  <a:gd name="T6" fmla="*/ 208 w 38"/>
                  <a:gd name="T7" fmla="*/ 479 h 28"/>
                  <a:gd name="T8" fmla="*/ 20 w 38"/>
                  <a:gd name="T9" fmla="*/ 171 h 28"/>
                  <a:gd name="T10" fmla="*/ 470 w 38"/>
                  <a:gd name="T11" fmla="*/ 0 h 28"/>
                  <a:gd name="T12" fmla="*/ 533 w 38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28">
                    <a:moveTo>
                      <a:pt x="34" y="1"/>
                    </a:moveTo>
                    <a:cubicBezTo>
                      <a:pt x="37" y="2"/>
                      <a:pt x="37" y="5"/>
                      <a:pt x="37" y="8"/>
                    </a:cubicBezTo>
                    <a:cubicBezTo>
                      <a:pt x="38" y="13"/>
                      <a:pt x="36" y="14"/>
                      <a:pt x="33" y="17"/>
                    </a:cubicBezTo>
                    <a:cubicBezTo>
                      <a:pt x="27" y="22"/>
                      <a:pt x="21" y="28"/>
                      <a:pt x="13" y="25"/>
                    </a:cubicBezTo>
                    <a:cubicBezTo>
                      <a:pt x="8" y="23"/>
                      <a:pt x="0" y="15"/>
                      <a:pt x="1" y="9"/>
                    </a:cubicBezTo>
                    <a:cubicBezTo>
                      <a:pt x="3" y="0"/>
                      <a:pt x="24" y="1"/>
                      <a:pt x="30" y="0"/>
                    </a:cubicBezTo>
                    <a:cubicBezTo>
                      <a:pt x="33" y="0"/>
                      <a:pt x="34" y="0"/>
                      <a:pt x="34" y="1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" name="Freeform 233">
                <a:extLst>
                  <a:ext uri="{FF2B5EF4-FFF2-40B4-BE49-F238E27FC236}">
                    <a16:creationId xmlns:a16="http://schemas.microsoft.com/office/drawing/2014/main" id="{BBDCFD2F-DE3A-4B94-A553-2044A1CB9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172"/>
                <a:ext cx="40" cy="29"/>
              </a:xfrm>
              <a:custGeom>
                <a:avLst/>
                <a:gdLst>
                  <a:gd name="T0" fmla="*/ 158 w 16"/>
                  <a:gd name="T1" fmla="*/ 0 h 11"/>
                  <a:gd name="T2" fmla="*/ 95 w 16"/>
                  <a:gd name="T3" fmla="*/ 124 h 11"/>
                  <a:gd name="T4" fmla="*/ 250 w 16"/>
                  <a:gd name="T5" fmla="*/ 1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0" y="0"/>
                    </a:moveTo>
                    <a:cubicBezTo>
                      <a:pt x="7" y="1"/>
                      <a:pt x="0" y="2"/>
                      <a:pt x="6" y="7"/>
                    </a:cubicBezTo>
                    <a:cubicBezTo>
                      <a:pt x="10" y="10"/>
                      <a:pt x="10" y="11"/>
                      <a:pt x="16" y="9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" name="Freeform 234">
                <a:extLst>
                  <a:ext uri="{FF2B5EF4-FFF2-40B4-BE49-F238E27FC236}">
                    <a16:creationId xmlns:a16="http://schemas.microsoft.com/office/drawing/2014/main" id="{478FA5B5-F1FC-4A04-8EF7-8DD6CA05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015"/>
                <a:ext cx="13" cy="37"/>
              </a:xfrm>
              <a:custGeom>
                <a:avLst/>
                <a:gdLst>
                  <a:gd name="T0" fmla="*/ 0 w 5"/>
                  <a:gd name="T1" fmla="*/ 0 h 14"/>
                  <a:gd name="T2" fmla="*/ 6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5" y="0"/>
                      <a:pt x="5" y="11"/>
                      <a:pt x="4" y="14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" name="Freeform 235">
                <a:extLst>
                  <a:ext uri="{FF2B5EF4-FFF2-40B4-BE49-F238E27FC236}">
                    <a16:creationId xmlns:a16="http://schemas.microsoft.com/office/drawing/2014/main" id="{1CAA237B-F82B-4B0D-9BCE-159C85E94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201"/>
                <a:ext cx="57" cy="59"/>
              </a:xfrm>
              <a:custGeom>
                <a:avLst/>
                <a:gdLst>
                  <a:gd name="T0" fmla="*/ 42 w 23"/>
                  <a:gd name="T1" fmla="*/ 137 h 22"/>
                  <a:gd name="T2" fmla="*/ 30 w 23"/>
                  <a:gd name="T3" fmla="*/ 150 h 22"/>
                  <a:gd name="T4" fmla="*/ 0 w 23"/>
                  <a:gd name="T5" fmla="*/ 231 h 22"/>
                  <a:gd name="T6" fmla="*/ 307 w 23"/>
                  <a:gd name="T7" fmla="*/ 424 h 22"/>
                  <a:gd name="T8" fmla="*/ 320 w 23"/>
                  <a:gd name="T9" fmla="*/ 274 h 22"/>
                  <a:gd name="T10" fmla="*/ 287 w 23"/>
                  <a:gd name="T11" fmla="*/ 0 h 22"/>
                  <a:gd name="T12" fmla="*/ 42 w 23"/>
                  <a:gd name="T13" fmla="*/ 137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2">
                    <a:moveTo>
                      <a:pt x="3" y="7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1" y="10"/>
                      <a:pt x="0" y="12"/>
                    </a:cubicBezTo>
                    <a:cubicBezTo>
                      <a:pt x="6" y="15"/>
                      <a:pt x="13" y="19"/>
                      <a:pt x="20" y="22"/>
                    </a:cubicBezTo>
                    <a:cubicBezTo>
                      <a:pt x="21" y="19"/>
                      <a:pt x="21" y="16"/>
                      <a:pt x="21" y="14"/>
                    </a:cubicBezTo>
                    <a:cubicBezTo>
                      <a:pt x="22" y="7"/>
                      <a:pt x="23" y="2"/>
                      <a:pt x="19" y="0"/>
                    </a:cubicBezTo>
                    <a:cubicBezTo>
                      <a:pt x="15" y="3"/>
                      <a:pt x="9" y="8"/>
                      <a:pt x="3" y="7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" name="Freeform 236">
                <a:extLst>
                  <a:ext uri="{FF2B5EF4-FFF2-40B4-BE49-F238E27FC236}">
                    <a16:creationId xmlns:a16="http://schemas.microsoft.com/office/drawing/2014/main" id="{451EA043-CE2B-4781-9411-4003FC2E5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852"/>
                <a:ext cx="65" cy="83"/>
              </a:xfrm>
              <a:custGeom>
                <a:avLst/>
                <a:gdLst>
                  <a:gd name="T0" fmla="*/ 363 w 26"/>
                  <a:gd name="T1" fmla="*/ 209 h 31"/>
                  <a:gd name="T2" fmla="*/ 363 w 26"/>
                  <a:gd name="T3" fmla="*/ 56 h 31"/>
                  <a:gd name="T4" fmla="*/ 345 w 26"/>
                  <a:gd name="T5" fmla="*/ 0 h 31"/>
                  <a:gd name="T6" fmla="*/ 250 w 26"/>
                  <a:gd name="T7" fmla="*/ 35 h 31"/>
                  <a:gd name="T8" fmla="*/ 238 w 26"/>
                  <a:gd name="T9" fmla="*/ 35 h 31"/>
                  <a:gd name="T10" fmla="*/ 238 w 26"/>
                  <a:gd name="T11" fmla="*/ 35 h 31"/>
                  <a:gd name="T12" fmla="*/ 250 w 26"/>
                  <a:gd name="T13" fmla="*/ 56 h 31"/>
                  <a:gd name="T14" fmla="*/ 95 w 26"/>
                  <a:gd name="T15" fmla="*/ 171 h 31"/>
                  <a:gd name="T16" fmla="*/ 95 w 26"/>
                  <a:gd name="T17" fmla="*/ 193 h 31"/>
                  <a:gd name="T18" fmla="*/ 0 w 26"/>
                  <a:gd name="T19" fmla="*/ 388 h 31"/>
                  <a:gd name="T20" fmla="*/ 0 w 26"/>
                  <a:gd name="T21" fmla="*/ 423 h 31"/>
                  <a:gd name="T22" fmla="*/ 113 w 26"/>
                  <a:gd name="T23" fmla="*/ 560 h 31"/>
                  <a:gd name="T24" fmla="*/ 363 w 26"/>
                  <a:gd name="T25" fmla="*/ 560 h 31"/>
                  <a:gd name="T26" fmla="*/ 408 w 26"/>
                  <a:gd name="T27" fmla="*/ 479 h 31"/>
                  <a:gd name="T28" fmla="*/ 363 w 26"/>
                  <a:gd name="T29" fmla="*/ 209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31">
                    <a:moveTo>
                      <a:pt x="23" y="11"/>
                    </a:moveTo>
                    <a:cubicBezTo>
                      <a:pt x="22" y="8"/>
                      <a:pt x="22" y="5"/>
                      <a:pt x="23" y="3"/>
                    </a:cubicBezTo>
                    <a:cubicBezTo>
                      <a:pt x="23" y="2"/>
                      <a:pt x="23" y="1"/>
                      <a:pt x="22" y="0"/>
                    </a:cubicBezTo>
                    <a:cubicBezTo>
                      <a:pt x="20" y="2"/>
                      <a:pt x="19" y="3"/>
                      <a:pt x="16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4" y="5"/>
                      <a:pt x="10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4"/>
                      <a:pt x="3" y="18"/>
                      <a:pt x="0" y="2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8"/>
                      <a:pt x="2" y="29"/>
                      <a:pt x="7" y="29"/>
                    </a:cubicBezTo>
                    <a:cubicBezTo>
                      <a:pt x="12" y="29"/>
                      <a:pt x="19" y="31"/>
                      <a:pt x="23" y="29"/>
                    </a:cubicBezTo>
                    <a:cubicBezTo>
                      <a:pt x="26" y="28"/>
                      <a:pt x="26" y="27"/>
                      <a:pt x="26" y="25"/>
                    </a:cubicBezTo>
                    <a:cubicBezTo>
                      <a:pt x="24" y="20"/>
                      <a:pt x="23" y="15"/>
                      <a:pt x="23" y="11"/>
                    </a:cubicBezTo>
                    <a:close/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" name="Freeform 237">
                <a:extLst>
                  <a:ext uri="{FF2B5EF4-FFF2-40B4-BE49-F238E27FC236}">
                    <a16:creationId xmlns:a16="http://schemas.microsoft.com/office/drawing/2014/main" id="{0E294433-7961-4C62-B820-E8E1686A1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908"/>
                <a:ext cx="33" cy="8"/>
              </a:xfrm>
              <a:custGeom>
                <a:avLst/>
                <a:gdLst>
                  <a:gd name="T0" fmla="*/ 0 w 13"/>
                  <a:gd name="T1" fmla="*/ 35 h 3"/>
                  <a:gd name="T2" fmla="*/ 213 w 13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2"/>
                    </a:moveTo>
                    <a:cubicBezTo>
                      <a:pt x="5" y="0"/>
                      <a:pt x="8" y="3"/>
                      <a:pt x="13" y="2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" name="Freeform 238">
                <a:extLst>
                  <a:ext uri="{FF2B5EF4-FFF2-40B4-BE49-F238E27FC236}">
                    <a16:creationId xmlns:a16="http://schemas.microsoft.com/office/drawing/2014/main" id="{A57D6631-0F29-4E6B-8943-0D1D71E3B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908"/>
                <a:ext cx="90" cy="77"/>
              </a:xfrm>
              <a:custGeom>
                <a:avLst/>
                <a:gdLst>
                  <a:gd name="T0" fmla="*/ 125 w 36"/>
                  <a:gd name="T1" fmla="*/ 56 h 29"/>
                  <a:gd name="T2" fmla="*/ 145 w 36"/>
                  <a:gd name="T3" fmla="*/ 430 h 29"/>
                  <a:gd name="T4" fmla="*/ 470 w 36"/>
                  <a:gd name="T5" fmla="*/ 316 h 29"/>
                  <a:gd name="T6" fmla="*/ 458 w 36"/>
                  <a:gd name="T7" fmla="*/ 35 h 29"/>
                  <a:gd name="T8" fmla="*/ 125 w 36"/>
                  <a:gd name="T9" fmla="*/ 5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8" y="3"/>
                    </a:moveTo>
                    <a:cubicBezTo>
                      <a:pt x="0" y="5"/>
                      <a:pt x="4" y="19"/>
                      <a:pt x="9" y="23"/>
                    </a:cubicBezTo>
                    <a:cubicBezTo>
                      <a:pt x="16" y="29"/>
                      <a:pt x="24" y="22"/>
                      <a:pt x="30" y="17"/>
                    </a:cubicBezTo>
                    <a:cubicBezTo>
                      <a:pt x="35" y="13"/>
                      <a:pt x="36" y="5"/>
                      <a:pt x="29" y="2"/>
                    </a:cubicBezTo>
                    <a:cubicBezTo>
                      <a:pt x="25" y="0"/>
                      <a:pt x="13" y="2"/>
                      <a:pt x="8" y="3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" name="Freeform 239">
                <a:extLst>
                  <a:ext uri="{FF2B5EF4-FFF2-40B4-BE49-F238E27FC236}">
                    <a16:creationId xmlns:a16="http://schemas.microsoft.com/office/drawing/2014/main" id="{FF0FA459-8A24-4E6B-8454-4C10CDA61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32"/>
                <a:ext cx="27" cy="29"/>
              </a:xfrm>
              <a:custGeom>
                <a:avLst/>
                <a:gdLst>
                  <a:gd name="T0" fmla="*/ 0 w 11"/>
                  <a:gd name="T1" fmla="*/ 21 h 11"/>
                  <a:gd name="T2" fmla="*/ 61 w 11"/>
                  <a:gd name="T3" fmla="*/ 90 h 11"/>
                  <a:gd name="T4" fmla="*/ 162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3" y="0"/>
                      <a:pt x="3" y="3"/>
                      <a:pt x="4" y="5"/>
                    </a:cubicBezTo>
                    <a:cubicBezTo>
                      <a:pt x="6" y="8"/>
                      <a:pt x="8" y="10"/>
                      <a:pt x="11" y="11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" name="Freeform 240">
                <a:extLst>
                  <a:ext uri="{FF2B5EF4-FFF2-40B4-BE49-F238E27FC236}">
                    <a16:creationId xmlns:a16="http://schemas.microsoft.com/office/drawing/2014/main" id="{4275393F-DB6C-4B3E-BA9A-2531BC3DE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812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188 w 12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4" y="3"/>
                      <a:pt x="8" y="2"/>
                      <a:pt x="12" y="1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" name="Freeform 241">
                <a:extLst>
                  <a:ext uri="{FF2B5EF4-FFF2-40B4-BE49-F238E27FC236}">
                    <a16:creationId xmlns:a16="http://schemas.microsoft.com/office/drawing/2014/main" id="{60679425-CC4D-4982-9BD5-86DF23DB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815"/>
                <a:ext cx="75" cy="88"/>
              </a:xfrm>
              <a:custGeom>
                <a:avLst/>
                <a:gdLst>
                  <a:gd name="T0" fmla="*/ 425 w 30"/>
                  <a:gd name="T1" fmla="*/ 264 h 33"/>
                  <a:gd name="T2" fmla="*/ 95 w 30"/>
                  <a:gd name="T3" fmla="*/ 0 h 33"/>
                  <a:gd name="T4" fmla="*/ 95 w 30"/>
                  <a:gd name="T5" fmla="*/ 21 h 33"/>
                  <a:gd name="T6" fmla="*/ 0 w 30"/>
                  <a:gd name="T7" fmla="*/ 149 h 33"/>
                  <a:gd name="T8" fmla="*/ 0 w 30"/>
                  <a:gd name="T9" fmla="*/ 149 h 33"/>
                  <a:gd name="T10" fmla="*/ 63 w 30"/>
                  <a:gd name="T11" fmla="*/ 477 h 33"/>
                  <a:gd name="T12" fmla="*/ 250 w 30"/>
                  <a:gd name="T13" fmla="*/ 547 h 33"/>
                  <a:gd name="T14" fmla="*/ 425 w 30"/>
                  <a:gd name="T15" fmla="*/ 264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3">
                    <a:moveTo>
                      <a:pt x="27" y="14"/>
                    </a:moveTo>
                    <a:cubicBezTo>
                      <a:pt x="23" y="7"/>
                      <a:pt x="13" y="3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6"/>
                      <a:pt x="3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4"/>
                      <a:pt x="1" y="19"/>
                      <a:pt x="4" y="25"/>
                    </a:cubicBezTo>
                    <a:cubicBezTo>
                      <a:pt x="8" y="31"/>
                      <a:pt x="11" y="33"/>
                      <a:pt x="16" y="29"/>
                    </a:cubicBezTo>
                    <a:cubicBezTo>
                      <a:pt x="22" y="26"/>
                      <a:pt x="30" y="21"/>
                      <a:pt x="27" y="14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" name="Freeform 242">
                <a:extLst>
                  <a:ext uri="{FF2B5EF4-FFF2-40B4-BE49-F238E27FC236}">
                    <a16:creationId xmlns:a16="http://schemas.microsoft.com/office/drawing/2014/main" id="{87E00F35-8D9F-4938-9082-FA0264DFC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852"/>
                <a:ext cx="25" cy="29"/>
              </a:xfrm>
              <a:custGeom>
                <a:avLst/>
                <a:gdLst>
                  <a:gd name="T0" fmla="*/ 0 w 10"/>
                  <a:gd name="T1" fmla="*/ 200 h 11"/>
                  <a:gd name="T2" fmla="*/ 125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10"/>
                      <a:pt x="10" y="4"/>
                      <a:pt x="8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" name="Freeform 243">
                <a:extLst>
                  <a:ext uri="{FF2B5EF4-FFF2-40B4-BE49-F238E27FC236}">
                    <a16:creationId xmlns:a16="http://schemas.microsoft.com/office/drawing/2014/main" id="{62D34EDF-74DB-4081-9B25-C9DB3C78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764"/>
                <a:ext cx="88" cy="69"/>
              </a:xfrm>
              <a:custGeom>
                <a:avLst/>
                <a:gdLst>
                  <a:gd name="T0" fmla="*/ 158 w 35"/>
                  <a:gd name="T1" fmla="*/ 0 h 26"/>
                  <a:gd name="T2" fmla="*/ 33 w 35"/>
                  <a:gd name="T3" fmla="*/ 133 h 26"/>
                  <a:gd name="T4" fmla="*/ 50 w 35"/>
                  <a:gd name="T5" fmla="*/ 430 h 26"/>
                  <a:gd name="T6" fmla="*/ 254 w 35"/>
                  <a:gd name="T7" fmla="*/ 486 h 26"/>
                  <a:gd name="T8" fmla="*/ 505 w 35"/>
                  <a:gd name="T9" fmla="*/ 374 h 26"/>
                  <a:gd name="T10" fmla="*/ 463 w 35"/>
                  <a:gd name="T11" fmla="*/ 93 h 26"/>
                  <a:gd name="T12" fmla="*/ 158 w 3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6">
                    <a:moveTo>
                      <a:pt x="10" y="0"/>
                    </a:moveTo>
                    <a:cubicBezTo>
                      <a:pt x="2" y="1"/>
                      <a:pt x="2" y="3"/>
                      <a:pt x="2" y="7"/>
                    </a:cubicBezTo>
                    <a:cubicBezTo>
                      <a:pt x="1" y="12"/>
                      <a:pt x="0" y="21"/>
                      <a:pt x="3" y="23"/>
                    </a:cubicBezTo>
                    <a:cubicBezTo>
                      <a:pt x="5" y="24"/>
                      <a:pt x="10" y="26"/>
                      <a:pt x="16" y="26"/>
                    </a:cubicBezTo>
                    <a:cubicBezTo>
                      <a:pt x="21" y="25"/>
                      <a:pt x="29" y="24"/>
                      <a:pt x="32" y="20"/>
                    </a:cubicBezTo>
                    <a:cubicBezTo>
                      <a:pt x="35" y="15"/>
                      <a:pt x="33" y="8"/>
                      <a:pt x="29" y="5"/>
                    </a:cubicBezTo>
                    <a:cubicBezTo>
                      <a:pt x="25" y="2"/>
                      <a:pt x="17" y="0"/>
                      <a:pt x="10" y="0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" name="Freeform 244">
                <a:extLst>
                  <a:ext uri="{FF2B5EF4-FFF2-40B4-BE49-F238E27FC236}">
                    <a16:creationId xmlns:a16="http://schemas.microsoft.com/office/drawing/2014/main" id="{617A0BE9-6A0E-49A9-B6DC-F3A888930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783"/>
                <a:ext cx="10" cy="26"/>
              </a:xfrm>
              <a:custGeom>
                <a:avLst/>
                <a:gdLst>
                  <a:gd name="T0" fmla="*/ 63 w 4"/>
                  <a:gd name="T1" fmla="*/ 0 h 10"/>
                  <a:gd name="T2" fmla="*/ 33 w 4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0" y="1"/>
                      <a:pt x="2" y="7"/>
                      <a:pt x="2" y="1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" name="Freeform 245">
                <a:extLst>
                  <a:ext uri="{FF2B5EF4-FFF2-40B4-BE49-F238E27FC236}">
                    <a16:creationId xmlns:a16="http://schemas.microsoft.com/office/drawing/2014/main" id="{9FF88747-0883-4D6D-AC18-DB5D5638C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684"/>
                <a:ext cx="82" cy="96"/>
              </a:xfrm>
              <a:custGeom>
                <a:avLst/>
                <a:gdLst>
                  <a:gd name="T0" fmla="*/ 62 w 33"/>
                  <a:gd name="T1" fmla="*/ 533 h 36"/>
                  <a:gd name="T2" fmla="*/ 291 w 33"/>
                  <a:gd name="T3" fmla="*/ 605 h 36"/>
                  <a:gd name="T4" fmla="*/ 462 w 33"/>
                  <a:gd name="T5" fmla="*/ 376 h 36"/>
                  <a:gd name="T6" fmla="*/ 445 w 33"/>
                  <a:gd name="T7" fmla="*/ 171 h 36"/>
                  <a:gd name="T8" fmla="*/ 186 w 33"/>
                  <a:gd name="T9" fmla="*/ 115 h 36"/>
                  <a:gd name="T10" fmla="*/ 62 w 33"/>
                  <a:gd name="T11" fmla="*/ 53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6">
                    <a:moveTo>
                      <a:pt x="4" y="28"/>
                    </a:moveTo>
                    <a:cubicBezTo>
                      <a:pt x="9" y="36"/>
                      <a:pt x="13" y="35"/>
                      <a:pt x="19" y="32"/>
                    </a:cubicBezTo>
                    <a:cubicBezTo>
                      <a:pt x="24" y="29"/>
                      <a:pt x="27" y="26"/>
                      <a:pt x="30" y="20"/>
                    </a:cubicBezTo>
                    <a:cubicBezTo>
                      <a:pt x="33" y="15"/>
                      <a:pt x="32" y="12"/>
                      <a:pt x="29" y="9"/>
                    </a:cubicBezTo>
                    <a:cubicBezTo>
                      <a:pt x="25" y="6"/>
                      <a:pt x="16" y="0"/>
                      <a:pt x="12" y="6"/>
                    </a:cubicBezTo>
                    <a:cubicBezTo>
                      <a:pt x="8" y="11"/>
                      <a:pt x="0" y="23"/>
                      <a:pt x="4" y="28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" name="Freeform 246">
                <a:extLst>
                  <a:ext uri="{FF2B5EF4-FFF2-40B4-BE49-F238E27FC236}">
                    <a16:creationId xmlns:a16="http://schemas.microsoft.com/office/drawing/2014/main" id="{983EC148-FA75-4960-97F6-AB0BB7AFA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711"/>
                <a:ext cx="25" cy="16"/>
              </a:xfrm>
              <a:custGeom>
                <a:avLst/>
                <a:gdLst>
                  <a:gd name="T0" fmla="*/ 0 w 10"/>
                  <a:gd name="T1" fmla="*/ 21 h 6"/>
                  <a:gd name="T2" fmla="*/ 158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1"/>
                    </a:moveTo>
                    <a:cubicBezTo>
                      <a:pt x="5" y="0"/>
                      <a:pt x="9" y="3"/>
                      <a:pt x="10" y="6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" name="Freeform 247">
                <a:extLst>
                  <a:ext uri="{FF2B5EF4-FFF2-40B4-BE49-F238E27FC236}">
                    <a16:creationId xmlns:a16="http://schemas.microsoft.com/office/drawing/2014/main" id="{9DB55306-E48E-4DB8-AA15-CA9137AE8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852"/>
                <a:ext cx="95" cy="75"/>
              </a:xfrm>
              <a:custGeom>
                <a:avLst/>
                <a:gdLst>
                  <a:gd name="T0" fmla="*/ 500 w 38"/>
                  <a:gd name="T1" fmla="*/ 230 h 28"/>
                  <a:gd name="T2" fmla="*/ 583 w 38"/>
                  <a:gd name="T3" fmla="*/ 209 h 28"/>
                  <a:gd name="T4" fmla="*/ 583 w 38"/>
                  <a:gd name="T5" fmla="*/ 209 h 28"/>
                  <a:gd name="T6" fmla="*/ 500 w 38"/>
                  <a:gd name="T7" fmla="*/ 0 h 28"/>
                  <a:gd name="T8" fmla="*/ 425 w 38"/>
                  <a:gd name="T9" fmla="*/ 137 h 28"/>
                  <a:gd name="T10" fmla="*/ 238 w 38"/>
                  <a:gd name="T11" fmla="*/ 35 h 28"/>
                  <a:gd name="T12" fmla="*/ 238 w 38"/>
                  <a:gd name="T13" fmla="*/ 35 h 28"/>
                  <a:gd name="T14" fmla="*/ 63 w 38"/>
                  <a:gd name="T15" fmla="*/ 346 h 28"/>
                  <a:gd name="T16" fmla="*/ 313 w 38"/>
                  <a:gd name="T17" fmla="*/ 517 h 28"/>
                  <a:gd name="T18" fmla="*/ 395 w 38"/>
                  <a:gd name="T19" fmla="*/ 402 h 28"/>
                  <a:gd name="T20" fmla="*/ 500 w 38"/>
                  <a:gd name="T21" fmla="*/ 230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28">
                    <a:moveTo>
                      <a:pt x="32" y="12"/>
                    </a:moveTo>
                    <a:cubicBezTo>
                      <a:pt x="34" y="12"/>
                      <a:pt x="36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8" y="2"/>
                      <a:pt x="32" y="0"/>
                    </a:cubicBezTo>
                    <a:cubicBezTo>
                      <a:pt x="32" y="3"/>
                      <a:pt x="30" y="5"/>
                      <a:pt x="27" y="7"/>
                    </a:cubicBezTo>
                    <a:cubicBezTo>
                      <a:pt x="24" y="8"/>
                      <a:pt x="19" y="5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0" y="5"/>
                      <a:pt x="0" y="9"/>
                      <a:pt x="4" y="18"/>
                    </a:cubicBezTo>
                    <a:cubicBezTo>
                      <a:pt x="8" y="27"/>
                      <a:pt x="16" y="28"/>
                      <a:pt x="20" y="27"/>
                    </a:cubicBezTo>
                    <a:cubicBezTo>
                      <a:pt x="24" y="26"/>
                      <a:pt x="25" y="22"/>
                      <a:pt x="25" y="21"/>
                    </a:cubicBezTo>
                    <a:cubicBezTo>
                      <a:pt x="25" y="17"/>
                      <a:pt x="29" y="15"/>
                      <a:pt x="32" y="12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" name="Freeform 248">
                <a:extLst>
                  <a:ext uri="{FF2B5EF4-FFF2-40B4-BE49-F238E27FC236}">
                    <a16:creationId xmlns:a16="http://schemas.microsoft.com/office/drawing/2014/main" id="{31523A33-96C2-4BE4-98B3-4B5A2C63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887"/>
                <a:ext cx="22" cy="26"/>
              </a:xfrm>
              <a:custGeom>
                <a:avLst/>
                <a:gdLst>
                  <a:gd name="T0" fmla="*/ 0 w 9"/>
                  <a:gd name="T1" fmla="*/ 0 h 10"/>
                  <a:gd name="T2" fmla="*/ 132 w 9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3"/>
                      <a:pt x="4" y="9"/>
                      <a:pt x="9" y="1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" name="Freeform 249">
                <a:extLst>
                  <a:ext uri="{FF2B5EF4-FFF2-40B4-BE49-F238E27FC236}">
                    <a16:creationId xmlns:a16="http://schemas.microsoft.com/office/drawing/2014/main" id="{EA5BA735-D6B3-4797-AEC2-829C38E14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708"/>
                <a:ext cx="62" cy="67"/>
              </a:xfrm>
              <a:custGeom>
                <a:avLst/>
                <a:gdLst>
                  <a:gd name="T0" fmla="*/ 124 w 25"/>
                  <a:gd name="T1" fmla="*/ 482 h 25"/>
                  <a:gd name="T2" fmla="*/ 382 w 25"/>
                  <a:gd name="T3" fmla="*/ 367 h 25"/>
                  <a:gd name="T4" fmla="*/ 370 w 25"/>
                  <a:gd name="T5" fmla="*/ 115 h 25"/>
                  <a:gd name="T6" fmla="*/ 104 w 25"/>
                  <a:gd name="T7" fmla="*/ 78 h 25"/>
                  <a:gd name="T8" fmla="*/ 12 w 25"/>
                  <a:gd name="T9" fmla="*/ 273 h 25"/>
                  <a:gd name="T10" fmla="*/ 124 w 25"/>
                  <a:gd name="T11" fmla="*/ 48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8" y="25"/>
                    </a:moveTo>
                    <a:cubicBezTo>
                      <a:pt x="13" y="22"/>
                      <a:pt x="20" y="20"/>
                      <a:pt x="25" y="19"/>
                    </a:cubicBezTo>
                    <a:cubicBezTo>
                      <a:pt x="25" y="17"/>
                      <a:pt x="25" y="10"/>
                      <a:pt x="24" y="6"/>
                    </a:cubicBezTo>
                    <a:cubicBezTo>
                      <a:pt x="24" y="2"/>
                      <a:pt x="15" y="0"/>
                      <a:pt x="7" y="4"/>
                    </a:cubicBezTo>
                    <a:cubicBezTo>
                      <a:pt x="3" y="6"/>
                      <a:pt x="0" y="9"/>
                      <a:pt x="1" y="14"/>
                    </a:cubicBezTo>
                    <a:cubicBezTo>
                      <a:pt x="2" y="19"/>
                      <a:pt x="6" y="23"/>
                      <a:pt x="8" y="25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" name="Freeform 250">
                <a:extLst>
                  <a:ext uri="{FF2B5EF4-FFF2-40B4-BE49-F238E27FC236}">
                    <a16:creationId xmlns:a16="http://schemas.microsoft.com/office/drawing/2014/main" id="{75ED0571-CD4C-4CDD-8B3C-7B4E24F3F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724"/>
                <a:ext cx="38" cy="13"/>
              </a:xfrm>
              <a:custGeom>
                <a:avLst/>
                <a:gdLst>
                  <a:gd name="T0" fmla="*/ 0 w 15"/>
                  <a:gd name="T1" fmla="*/ 88 h 5"/>
                  <a:gd name="T2" fmla="*/ 243 w 1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4" y="1"/>
                      <a:pt x="12" y="0"/>
                      <a:pt x="15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" name="Freeform 251">
                <a:extLst>
                  <a:ext uri="{FF2B5EF4-FFF2-40B4-BE49-F238E27FC236}">
                    <a16:creationId xmlns:a16="http://schemas.microsoft.com/office/drawing/2014/main" id="{C70743B2-5AC5-44F3-9A96-EA0FBB517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56"/>
                <a:ext cx="33" cy="32"/>
              </a:xfrm>
              <a:custGeom>
                <a:avLst/>
                <a:gdLst>
                  <a:gd name="T0" fmla="*/ 0 w 13"/>
                  <a:gd name="T1" fmla="*/ 35 h 12"/>
                  <a:gd name="T2" fmla="*/ 213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2"/>
                    </a:moveTo>
                    <a:cubicBezTo>
                      <a:pt x="5" y="0"/>
                      <a:pt x="10" y="7"/>
                      <a:pt x="13" y="12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" name="Freeform 252">
                <a:extLst>
                  <a:ext uri="{FF2B5EF4-FFF2-40B4-BE49-F238E27FC236}">
                    <a16:creationId xmlns:a16="http://schemas.microsoft.com/office/drawing/2014/main" id="{1E3E8301-B8F8-4692-8ADC-1D015143D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929"/>
                <a:ext cx="85" cy="104"/>
              </a:xfrm>
              <a:custGeom>
                <a:avLst/>
                <a:gdLst>
                  <a:gd name="T0" fmla="*/ 533 w 34"/>
                  <a:gd name="T1" fmla="*/ 491 h 39"/>
                  <a:gd name="T2" fmla="*/ 300 w 34"/>
                  <a:gd name="T3" fmla="*/ 627 h 39"/>
                  <a:gd name="T4" fmla="*/ 50 w 34"/>
                  <a:gd name="T5" fmla="*/ 376 h 39"/>
                  <a:gd name="T6" fmla="*/ 158 w 34"/>
                  <a:gd name="T7" fmla="*/ 77 h 39"/>
                  <a:gd name="T8" fmla="*/ 408 w 34"/>
                  <a:gd name="T9" fmla="*/ 93 h 39"/>
                  <a:gd name="T10" fmla="*/ 533 w 34"/>
                  <a:gd name="T11" fmla="*/ 49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9">
                    <a:moveTo>
                      <a:pt x="34" y="26"/>
                    </a:moveTo>
                    <a:cubicBezTo>
                      <a:pt x="34" y="32"/>
                      <a:pt x="27" y="39"/>
                      <a:pt x="19" y="33"/>
                    </a:cubicBezTo>
                    <a:cubicBezTo>
                      <a:pt x="12" y="27"/>
                      <a:pt x="7" y="26"/>
                      <a:pt x="3" y="20"/>
                    </a:cubicBezTo>
                    <a:cubicBezTo>
                      <a:pt x="0" y="14"/>
                      <a:pt x="6" y="7"/>
                      <a:pt x="10" y="4"/>
                    </a:cubicBezTo>
                    <a:cubicBezTo>
                      <a:pt x="16" y="0"/>
                      <a:pt x="24" y="0"/>
                      <a:pt x="26" y="5"/>
                    </a:cubicBezTo>
                    <a:cubicBezTo>
                      <a:pt x="29" y="10"/>
                      <a:pt x="34" y="19"/>
                      <a:pt x="34" y="26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" name="Freeform 253">
                <a:extLst>
                  <a:ext uri="{FF2B5EF4-FFF2-40B4-BE49-F238E27FC236}">
                    <a16:creationId xmlns:a16="http://schemas.microsoft.com/office/drawing/2014/main" id="{88B96447-4675-4059-AA81-19E80ADC5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951"/>
                <a:ext cx="22" cy="24"/>
              </a:xfrm>
              <a:custGeom>
                <a:avLst/>
                <a:gdLst>
                  <a:gd name="T0" fmla="*/ 0 w 9"/>
                  <a:gd name="T1" fmla="*/ 171 h 9"/>
                  <a:gd name="T2" fmla="*/ 132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4"/>
                      <a:pt x="4" y="1"/>
                      <a:pt x="9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" name="Freeform 254">
                <a:extLst>
                  <a:ext uri="{FF2B5EF4-FFF2-40B4-BE49-F238E27FC236}">
                    <a16:creationId xmlns:a16="http://schemas.microsoft.com/office/drawing/2014/main" id="{363EE70C-68B6-4A73-94D3-3C9057051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833"/>
                <a:ext cx="72" cy="88"/>
              </a:xfrm>
              <a:custGeom>
                <a:avLst/>
                <a:gdLst>
                  <a:gd name="T0" fmla="*/ 382 w 29"/>
                  <a:gd name="T1" fmla="*/ 248 h 33"/>
                  <a:gd name="T2" fmla="*/ 137 w 29"/>
                  <a:gd name="T3" fmla="*/ 21 h 33"/>
                  <a:gd name="T4" fmla="*/ 0 w 29"/>
                  <a:gd name="T5" fmla="*/ 397 h 33"/>
                  <a:gd name="T6" fmla="*/ 184 w 29"/>
                  <a:gd name="T7" fmla="*/ 568 h 33"/>
                  <a:gd name="T8" fmla="*/ 382 w 29"/>
                  <a:gd name="T9" fmla="*/ 24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3">
                    <a:moveTo>
                      <a:pt x="25" y="13"/>
                    </a:moveTo>
                    <a:cubicBezTo>
                      <a:pt x="29" y="6"/>
                      <a:pt x="15" y="0"/>
                      <a:pt x="9" y="1"/>
                    </a:cubicBezTo>
                    <a:cubicBezTo>
                      <a:pt x="0" y="3"/>
                      <a:pt x="0" y="13"/>
                      <a:pt x="0" y="21"/>
                    </a:cubicBezTo>
                    <a:cubicBezTo>
                      <a:pt x="0" y="28"/>
                      <a:pt x="6" y="33"/>
                      <a:pt x="12" y="30"/>
                    </a:cubicBezTo>
                    <a:cubicBezTo>
                      <a:pt x="17" y="28"/>
                      <a:pt x="23" y="18"/>
                      <a:pt x="25" y="13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" name="Freeform 255">
                <a:extLst>
                  <a:ext uri="{FF2B5EF4-FFF2-40B4-BE49-F238E27FC236}">
                    <a16:creationId xmlns:a16="http://schemas.microsoft.com/office/drawing/2014/main" id="{8A654ADB-02FC-4B84-A834-D43CF247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855"/>
                <a:ext cx="37" cy="8"/>
              </a:xfrm>
              <a:custGeom>
                <a:avLst/>
                <a:gdLst>
                  <a:gd name="T0" fmla="*/ 224 w 15"/>
                  <a:gd name="T1" fmla="*/ 0 h 3"/>
                  <a:gd name="T2" fmla="*/ 121 w 15"/>
                  <a:gd name="T3" fmla="*/ 21 h 3"/>
                  <a:gd name="T4" fmla="*/ 0 w 1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cubicBezTo>
                      <a:pt x="13" y="3"/>
                      <a:pt x="11" y="1"/>
                      <a:pt x="8" y="1"/>
                    </a:cubicBezTo>
                    <a:cubicBezTo>
                      <a:pt x="5" y="0"/>
                      <a:pt x="3" y="0"/>
                      <a:pt x="0" y="3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" name="Freeform 256">
                <a:extLst>
                  <a:ext uri="{FF2B5EF4-FFF2-40B4-BE49-F238E27FC236}">
                    <a16:creationId xmlns:a16="http://schemas.microsoft.com/office/drawing/2014/main" id="{B9E63516-EE8D-4859-9E99-B9318AAF1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748"/>
                <a:ext cx="85" cy="93"/>
              </a:xfrm>
              <a:custGeom>
                <a:avLst/>
                <a:gdLst>
                  <a:gd name="T0" fmla="*/ 438 w 34"/>
                  <a:gd name="T1" fmla="*/ 656 h 35"/>
                  <a:gd name="T2" fmla="*/ 533 w 34"/>
                  <a:gd name="T3" fmla="*/ 545 h 35"/>
                  <a:gd name="T4" fmla="*/ 488 w 34"/>
                  <a:gd name="T5" fmla="*/ 409 h 35"/>
                  <a:gd name="T6" fmla="*/ 520 w 34"/>
                  <a:gd name="T7" fmla="*/ 340 h 35"/>
                  <a:gd name="T8" fmla="*/ 425 w 34"/>
                  <a:gd name="T9" fmla="*/ 93 h 35"/>
                  <a:gd name="T10" fmla="*/ 175 w 34"/>
                  <a:gd name="T11" fmla="*/ 77 h 35"/>
                  <a:gd name="T12" fmla="*/ 63 w 34"/>
                  <a:gd name="T13" fmla="*/ 375 h 35"/>
                  <a:gd name="T14" fmla="*/ 313 w 34"/>
                  <a:gd name="T15" fmla="*/ 622 h 35"/>
                  <a:gd name="T16" fmla="*/ 438 w 34"/>
                  <a:gd name="T17" fmla="*/ 65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5">
                    <a:moveTo>
                      <a:pt x="28" y="35"/>
                    </a:moveTo>
                    <a:cubicBezTo>
                      <a:pt x="30" y="34"/>
                      <a:pt x="33" y="32"/>
                      <a:pt x="34" y="29"/>
                    </a:cubicBezTo>
                    <a:cubicBezTo>
                      <a:pt x="32" y="27"/>
                      <a:pt x="31" y="24"/>
                      <a:pt x="31" y="22"/>
                    </a:cubicBezTo>
                    <a:cubicBezTo>
                      <a:pt x="31" y="21"/>
                      <a:pt x="32" y="19"/>
                      <a:pt x="33" y="18"/>
                    </a:cubicBezTo>
                    <a:cubicBezTo>
                      <a:pt x="31" y="13"/>
                      <a:pt x="28" y="8"/>
                      <a:pt x="27" y="5"/>
                    </a:cubicBezTo>
                    <a:cubicBezTo>
                      <a:pt x="25" y="0"/>
                      <a:pt x="17" y="0"/>
                      <a:pt x="11" y="4"/>
                    </a:cubicBezTo>
                    <a:cubicBezTo>
                      <a:pt x="7" y="7"/>
                      <a:pt x="0" y="13"/>
                      <a:pt x="4" y="20"/>
                    </a:cubicBezTo>
                    <a:cubicBezTo>
                      <a:pt x="8" y="26"/>
                      <a:pt x="12" y="27"/>
                      <a:pt x="20" y="33"/>
                    </a:cubicBezTo>
                    <a:cubicBezTo>
                      <a:pt x="22" y="33"/>
                      <a:pt x="25" y="34"/>
                      <a:pt x="28" y="35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" name="Freeform 257">
                <a:extLst>
                  <a:ext uri="{FF2B5EF4-FFF2-40B4-BE49-F238E27FC236}">
                    <a16:creationId xmlns:a16="http://schemas.microsoft.com/office/drawing/2014/main" id="{3EBC5D9C-FE88-42FB-9474-A7F0B5DD6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769"/>
                <a:ext cx="22" cy="24"/>
              </a:xfrm>
              <a:custGeom>
                <a:avLst/>
                <a:gdLst>
                  <a:gd name="T0" fmla="*/ 0 w 9"/>
                  <a:gd name="T1" fmla="*/ 171 h 9"/>
                  <a:gd name="T2" fmla="*/ 132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0" y="4"/>
                      <a:pt x="4" y="1"/>
                      <a:pt x="9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" name="Freeform 258">
                <a:extLst>
                  <a:ext uri="{FF2B5EF4-FFF2-40B4-BE49-F238E27FC236}">
                    <a16:creationId xmlns:a16="http://schemas.microsoft.com/office/drawing/2014/main" id="{BA7046A3-4D05-4891-A27B-E43EF1A6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071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3" y="1"/>
                      <a:pt x="8" y="0"/>
                      <a:pt x="12" y="1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" name="Freeform 259">
                <a:extLst>
                  <a:ext uri="{FF2B5EF4-FFF2-40B4-BE49-F238E27FC236}">
                    <a16:creationId xmlns:a16="http://schemas.microsoft.com/office/drawing/2014/main" id="{8C4A860C-F93F-4243-A4A0-7B42788E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37"/>
                <a:ext cx="85" cy="88"/>
              </a:xfrm>
              <a:custGeom>
                <a:avLst/>
                <a:gdLst>
                  <a:gd name="T0" fmla="*/ 438 w 34"/>
                  <a:gd name="T1" fmla="*/ 77 h 33"/>
                  <a:gd name="T2" fmla="*/ 313 w 34"/>
                  <a:gd name="T3" fmla="*/ 56 h 33"/>
                  <a:gd name="T4" fmla="*/ 158 w 34"/>
                  <a:gd name="T5" fmla="*/ 0 h 33"/>
                  <a:gd name="T6" fmla="*/ 20 w 34"/>
                  <a:gd name="T7" fmla="*/ 248 h 33"/>
                  <a:gd name="T8" fmla="*/ 145 w 34"/>
                  <a:gd name="T9" fmla="*/ 435 h 33"/>
                  <a:gd name="T10" fmla="*/ 395 w 34"/>
                  <a:gd name="T11" fmla="*/ 605 h 33"/>
                  <a:gd name="T12" fmla="*/ 520 w 34"/>
                  <a:gd name="T13" fmla="*/ 491 h 33"/>
                  <a:gd name="T14" fmla="*/ 470 w 34"/>
                  <a:gd name="T15" fmla="*/ 248 h 33"/>
                  <a:gd name="T16" fmla="*/ 438 w 34"/>
                  <a:gd name="T17" fmla="*/ 77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3">
                    <a:moveTo>
                      <a:pt x="28" y="4"/>
                    </a:moveTo>
                    <a:cubicBezTo>
                      <a:pt x="26" y="4"/>
                      <a:pt x="23" y="4"/>
                      <a:pt x="20" y="3"/>
                    </a:cubicBezTo>
                    <a:cubicBezTo>
                      <a:pt x="17" y="3"/>
                      <a:pt x="13" y="2"/>
                      <a:pt x="10" y="0"/>
                    </a:cubicBezTo>
                    <a:cubicBezTo>
                      <a:pt x="5" y="2"/>
                      <a:pt x="0" y="8"/>
                      <a:pt x="1" y="13"/>
                    </a:cubicBezTo>
                    <a:cubicBezTo>
                      <a:pt x="2" y="17"/>
                      <a:pt x="7" y="21"/>
                      <a:pt x="9" y="23"/>
                    </a:cubicBezTo>
                    <a:cubicBezTo>
                      <a:pt x="13" y="26"/>
                      <a:pt x="21" y="33"/>
                      <a:pt x="25" y="32"/>
                    </a:cubicBezTo>
                    <a:cubicBezTo>
                      <a:pt x="29" y="31"/>
                      <a:pt x="32" y="30"/>
                      <a:pt x="33" y="26"/>
                    </a:cubicBezTo>
                    <a:cubicBezTo>
                      <a:pt x="34" y="22"/>
                      <a:pt x="31" y="16"/>
                      <a:pt x="30" y="13"/>
                    </a:cubicBezTo>
                    <a:cubicBezTo>
                      <a:pt x="30" y="11"/>
                      <a:pt x="29" y="8"/>
                      <a:pt x="28" y="4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" name="Freeform 260">
                <a:extLst>
                  <a:ext uri="{FF2B5EF4-FFF2-40B4-BE49-F238E27FC236}">
                    <a16:creationId xmlns:a16="http://schemas.microsoft.com/office/drawing/2014/main" id="{A6A5F68E-EA1F-40B2-85C3-AA23DAE23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943"/>
                <a:ext cx="75" cy="101"/>
              </a:xfrm>
              <a:custGeom>
                <a:avLst/>
                <a:gdLst>
                  <a:gd name="T0" fmla="*/ 425 w 30"/>
                  <a:gd name="T1" fmla="*/ 226 h 38"/>
                  <a:gd name="T2" fmla="*/ 175 w 30"/>
                  <a:gd name="T3" fmla="*/ 0 h 38"/>
                  <a:gd name="T4" fmla="*/ 33 w 30"/>
                  <a:gd name="T5" fmla="*/ 114 h 38"/>
                  <a:gd name="T6" fmla="*/ 50 w 30"/>
                  <a:gd name="T7" fmla="*/ 205 h 38"/>
                  <a:gd name="T8" fmla="*/ 95 w 30"/>
                  <a:gd name="T9" fmla="*/ 452 h 38"/>
                  <a:gd name="T10" fmla="*/ 0 w 30"/>
                  <a:gd name="T11" fmla="*/ 566 h 38"/>
                  <a:gd name="T12" fmla="*/ 33 w 30"/>
                  <a:gd name="T13" fmla="*/ 635 h 38"/>
                  <a:gd name="T14" fmla="*/ 250 w 30"/>
                  <a:gd name="T15" fmla="*/ 622 h 38"/>
                  <a:gd name="T16" fmla="*/ 425 w 30"/>
                  <a:gd name="T17" fmla="*/ 409 h 38"/>
                  <a:gd name="T18" fmla="*/ 425 w 30"/>
                  <a:gd name="T19" fmla="*/ 226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38">
                    <a:moveTo>
                      <a:pt x="27" y="12"/>
                    </a:moveTo>
                    <a:cubicBezTo>
                      <a:pt x="24" y="6"/>
                      <a:pt x="18" y="0"/>
                      <a:pt x="11" y="0"/>
                    </a:cubicBezTo>
                    <a:cubicBezTo>
                      <a:pt x="7" y="0"/>
                      <a:pt x="4" y="2"/>
                      <a:pt x="2" y="6"/>
                    </a:cubicBezTo>
                    <a:cubicBezTo>
                      <a:pt x="3" y="8"/>
                      <a:pt x="3" y="10"/>
                      <a:pt x="3" y="11"/>
                    </a:cubicBezTo>
                    <a:cubicBezTo>
                      <a:pt x="4" y="14"/>
                      <a:pt x="7" y="20"/>
                      <a:pt x="6" y="24"/>
                    </a:cubicBezTo>
                    <a:cubicBezTo>
                      <a:pt x="5" y="27"/>
                      <a:pt x="3" y="29"/>
                      <a:pt x="0" y="30"/>
                    </a:cubicBezTo>
                    <a:cubicBezTo>
                      <a:pt x="0" y="32"/>
                      <a:pt x="1" y="33"/>
                      <a:pt x="2" y="34"/>
                    </a:cubicBezTo>
                    <a:cubicBezTo>
                      <a:pt x="6" y="36"/>
                      <a:pt x="11" y="38"/>
                      <a:pt x="16" y="33"/>
                    </a:cubicBezTo>
                    <a:cubicBezTo>
                      <a:pt x="19" y="30"/>
                      <a:pt x="24" y="26"/>
                      <a:pt x="27" y="22"/>
                    </a:cubicBezTo>
                    <a:cubicBezTo>
                      <a:pt x="27" y="22"/>
                      <a:pt x="30" y="19"/>
                      <a:pt x="27" y="12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" name="Freeform 261">
                <a:extLst>
                  <a:ext uri="{FF2B5EF4-FFF2-40B4-BE49-F238E27FC236}">
                    <a16:creationId xmlns:a16="http://schemas.microsoft.com/office/drawing/2014/main" id="{5702E3AF-D5BC-40CF-9ED6-5F69C9E0A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59"/>
                <a:ext cx="23" cy="13"/>
              </a:xfrm>
              <a:custGeom>
                <a:avLst/>
                <a:gdLst>
                  <a:gd name="T0" fmla="*/ 151 w 9"/>
                  <a:gd name="T1" fmla="*/ 0 h 5"/>
                  <a:gd name="T2" fmla="*/ 51 w 9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7" y="0"/>
                      <a:pt x="0" y="3"/>
                      <a:pt x="3" y="5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" name="Freeform 262">
                <a:extLst>
                  <a:ext uri="{FF2B5EF4-FFF2-40B4-BE49-F238E27FC236}">
                    <a16:creationId xmlns:a16="http://schemas.microsoft.com/office/drawing/2014/main" id="{1451DBDC-DBB6-49C8-A9BA-15CFF5ED4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951"/>
                <a:ext cx="17" cy="29"/>
              </a:xfrm>
              <a:custGeom>
                <a:avLst/>
                <a:gdLst>
                  <a:gd name="T0" fmla="*/ 41 w 7"/>
                  <a:gd name="T1" fmla="*/ 0 h 11"/>
                  <a:gd name="T2" fmla="*/ 0 w 7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7" y="6"/>
                      <a:pt x="3" y="6"/>
                      <a:pt x="0" y="11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" name="Freeform 263">
                <a:extLst>
                  <a:ext uri="{FF2B5EF4-FFF2-40B4-BE49-F238E27FC236}">
                    <a16:creationId xmlns:a16="http://schemas.microsoft.com/office/drawing/2014/main" id="{616FD83A-9D47-4C32-92FC-AFA0DBAF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012"/>
                <a:ext cx="25" cy="11"/>
              </a:xfrm>
              <a:custGeom>
                <a:avLst/>
                <a:gdLst>
                  <a:gd name="T0" fmla="*/ 0 w 10"/>
                  <a:gd name="T1" fmla="*/ 0 h 4"/>
                  <a:gd name="T2" fmla="*/ 113 w 10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2" y="0"/>
                      <a:pt x="10" y="1"/>
                      <a:pt x="7" y="4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" name="Freeform 264">
                <a:extLst>
                  <a:ext uri="{FF2B5EF4-FFF2-40B4-BE49-F238E27FC236}">
                    <a16:creationId xmlns:a16="http://schemas.microsoft.com/office/drawing/2014/main" id="{5546D39C-9327-4ACF-8EAA-609A02328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183"/>
                <a:ext cx="52" cy="93"/>
              </a:xfrm>
              <a:custGeom>
                <a:avLst/>
                <a:gdLst>
                  <a:gd name="T0" fmla="*/ 42 w 21"/>
                  <a:gd name="T1" fmla="*/ 523 h 35"/>
                  <a:gd name="T2" fmla="*/ 228 w 21"/>
                  <a:gd name="T3" fmla="*/ 601 h 35"/>
                  <a:gd name="T4" fmla="*/ 319 w 21"/>
                  <a:gd name="T5" fmla="*/ 319 h 35"/>
                  <a:gd name="T6" fmla="*/ 275 w 21"/>
                  <a:gd name="T7" fmla="*/ 93 h 35"/>
                  <a:gd name="T8" fmla="*/ 166 w 21"/>
                  <a:gd name="T9" fmla="*/ 35 h 35"/>
                  <a:gd name="T10" fmla="*/ 12 w 21"/>
                  <a:gd name="T11" fmla="*/ 340 h 35"/>
                  <a:gd name="T12" fmla="*/ 42 w 21"/>
                  <a:gd name="T13" fmla="*/ 523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5">
                    <a:moveTo>
                      <a:pt x="3" y="28"/>
                    </a:moveTo>
                    <a:cubicBezTo>
                      <a:pt x="6" y="32"/>
                      <a:pt x="8" y="35"/>
                      <a:pt x="15" y="32"/>
                    </a:cubicBezTo>
                    <a:cubicBezTo>
                      <a:pt x="21" y="29"/>
                      <a:pt x="20" y="23"/>
                      <a:pt x="21" y="17"/>
                    </a:cubicBezTo>
                    <a:cubicBezTo>
                      <a:pt x="21" y="11"/>
                      <a:pt x="21" y="9"/>
                      <a:pt x="18" y="5"/>
                    </a:cubicBezTo>
                    <a:cubicBezTo>
                      <a:pt x="16" y="1"/>
                      <a:pt x="13" y="0"/>
                      <a:pt x="11" y="2"/>
                    </a:cubicBezTo>
                    <a:cubicBezTo>
                      <a:pt x="8" y="3"/>
                      <a:pt x="2" y="14"/>
                      <a:pt x="1" y="18"/>
                    </a:cubicBezTo>
                    <a:cubicBezTo>
                      <a:pt x="0" y="22"/>
                      <a:pt x="0" y="24"/>
                      <a:pt x="3" y="28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" name="Freeform 265">
                <a:extLst>
                  <a:ext uri="{FF2B5EF4-FFF2-40B4-BE49-F238E27FC236}">
                    <a16:creationId xmlns:a16="http://schemas.microsoft.com/office/drawing/2014/main" id="{4A600ACB-16B7-488B-B5C7-A7C854FF2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233"/>
                <a:ext cx="18" cy="19"/>
              </a:xfrm>
              <a:custGeom>
                <a:avLst/>
                <a:gdLst>
                  <a:gd name="T0" fmla="*/ 0 w 7"/>
                  <a:gd name="T1" fmla="*/ 117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5" y="7"/>
                      <a:pt x="4" y="4"/>
                      <a:pt x="7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" name="Freeform 266">
                <a:extLst>
                  <a:ext uri="{FF2B5EF4-FFF2-40B4-BE49-F238E27FC236}">
                    <a16:creationId xmlns:a16="http://schemas.microsoft.com/office/drawing/2014/main" id="{0139DD29-10D0-426D-BD49-F7C18E64D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191"/>
                <a:ext cx="62" cy="82"/>
              </a:xfrm>
              <a:custGeom>
                <a:avLst/>
                <a:gdLst>
                  <a:gd name="T0" fmla="*/ 12 w 25"/>
                  <a:gd name="T1" fmla="*/ 132 h 31"/>
                  <a:gd name="T2" fmla="*/ 12 w 25"/>
                  <a:gd name="T3" fmla="*/ 259 h 31"/>
                  <a:gd name="T4" fmla="*/ 0 w 25"/>
                  <a:gd name="T5" fmla="*/ 426 h 31"/>
                  <a:gd name="T6" fmla="*/ 166 w 25"/>
                  <a:gd name="T7" fmla="*/ 540 h 31"/>
                  <a:gd name="T8" fmla="*/ 290 w 25"/>
                  <a:gd name="T9" fmla="*/ 370 h 31"/>
                  <a:gd name="T10" fmla="*/ 370 w 25"/>
                  <a:gd name="T11" fmla="*/ 111 h 31"/>
                  <a:gd name="T12" fmla="*/ 278 w 25"/>
                  <a:gd name="T13" fmla="*/ 0 h 31"/>
                  <a:gd name="T14" fmla="*/ 104 w 25"/>
                  <a:gd name="T15" fmla="*/ 77 h 31"/>
                  <a:gd name="T16" fmla="*/ 12 w 25"/>
                  <a:gd name="T17" fmla="*/ 132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1">
                    <a:moveTo>
                      <a:pt x="1" y="7"/>
                    </a:moveTo>
                    <a:cubicBezTo>
                      <a:pt x="1" y="9"/>
                      <a:pt x="1" y="11"/>
                      <a:pt x="1" y="14"/>
                    </a:cubicBezTo>
                    <a:cubicBezTo>
                      <a:pt x="1" y="17"/>
                      <a:pt x="1" y="20"/>
                      <a:pt x="0" y="23"/>
                    </a:cubicBezTo>
                    <a:cubicBezTo>
                      <a:pt x="2" y="27"/>
                      <a:pt x="7" y="31"/>
                      <a:pt x="11" y="29"/>
                    </a:cubicBezTo>
                    <a:cubicBezTo>
                      <a:pt x="14" y="28"/>
                      <a:pt x="17" y="23"/>
                      <a:pt x="19" y="20"/>
                    </a:cubicBezTo>
                    <a:cubicBezTo>
                      <a:pt x="21" y="17"/>
                      <a:pt x="25" y="9"/>
                      <a:pt x="24" y="6"/>
                    </a:cubicBezTo>
                    <a:cubicBezTo>
                      <a:pt x="23" y="3"/>
                      <a:pt x="21" y="0"/>
                      <a:pt x="18" y="0"/>
                    </a:cubicBezTo>
                    <a:cubicBezTo>
                      <a:pt x="15" y="0"/>
                      <a:pt x="10" y="3"/>
                      <a:pt x="7" y="4"/>
                    </a:cubicBezTo>
                    <a:cubicBezTo>
                      <a:pt x="6" y="5"/>
                      <a:pt x="3" y="6"/>
                      <a:pt x="1" y="7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" name="Freeform 267">
                <a:extLst>
                  <a:ext uri="{FF2B5EF4-FFF2-40B4-BE49-F238E27FC236}">
                    <a16:creationId xmlns:a16="http://schemas.microsoft.com/office/drawing/2014/main" id="{522C607B-BC7B-4DC6-B1EC-7CD7E3588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241"/>
                <a:ext cx="15" cy="19"/>
              </a:xfrm>
              <a:custGeom>
                <a:avLst/>
                <a:gdLst>
                  <a:gd name="T0" fmla="*/ 0 w 6"/>
                  <a:gd name="T1" fmla="*/ 0 h 7"/>
                  <a:gd name="T2" fmla="*/ 95 w 6"/>
                  <a:gd name="T3" fmla="*/ 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1"/>
                      <a:pt x="4" y="7"/>
                      <a:pt x="6" y="4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" name="Freeform 268">
                <a:extLst>
                  <a:ext uri="{FF2B5EF4-FFF2-40B4-BE49-F238E27FC236}">
                    <a16:creationId xmlns:a16="http://schemas.microsoft.com/office/drawing/2014/main" id="{114C3B5B-6089-4A3C-B7EF-A1F8B2836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919"/>
                <a:ext cx="93" cy="90"/>
              </a:xfrm>
              <a:custGeom>
                <a:avLst/>
                <a:gdLst>
                  <a:gd name="T0" fmla="*/ 347 w 37"/>
                  <a:gd name="T1" fmla="*/ 77 h 34"/>
                  <a:gd name="T2" fmla="*/ 96 w 37"/>
                  <a:gd name="T3" fmla="*/ 183 h 34"/>
                  <a:gd name="T4" fmla="*/ 96 w 37"/>
                  <a:gd name="T5" fmla="*/ 498 h 34"/>
                  <a:gd name="T6" fmla="*/ 221 w 37"/>
                  <a:gd name="T7" fmla="*/ 630 h 34"/>
                  <a:gd name="T8" fmla="*/ 460 w 37"/>
                  <a:gd name="T9" fmla="*/ 463 h 34"/>
                  <a:gd name="T10" fmla="*/ 347 w 37"/>
                  <a:gd name="T11" fmla="*/ 77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4">
                    <a:moveTo>
                      <a:pt x="22" y="4"/>
                    </a:moveTo>
                    <a:cubicBezTo>
                      <a:pt x="16" y="5"/>
                      <a:pt x="10" y="7"/>
                      <a:pt x="6" y="10"/>
                    </a:cubicBezTo>
                    <a:cubicBezTo>
                      <a:pt x="0" y="15"/>
                      <a:pt x="3" y="22"/>
                      <a:pt x="6" y="27"/>
                    </a:cubicBezTo>
                    <a:cubicBezTo>
                      <a:pt x="8" y="30"/>
                      <a:pt x="9" y="34"/>
                      <a:pt x="14" y="34"/>
                    </a:cubicBezTo>
                    <a:cubicBezTo>
                      <a:pt x="19" y="34"/>
                      <a:pt x="25" y="28"/>
                      <a:pt x="29" y="25"/>
                    </a:cubicBezTo>
                    <a:cubicBezTo>
                      <a:pt x="37" y="16"/>
                      <a:pt x="35" y="0"/>
                      <a:pt x="22" y="4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" name="Freeform 269">
                <a:extLst>
                  <a:ext uri="{FF2B5EF4-FFF2-40B4-BE49-F238E27FC236}">
                    <a16:creationId xmlns:a16="http://schemas.microsoft.com/office/drawing/2014/main" id="{E4C523F6-1ABB-47EA-AF16-C32BBA6A2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961"/>
                <a:ext cx="22" cy="43"/>
              </a:xfrm>
              <a:custGeom>
                <a:avLst/>
                <a:gdLst>
                  <a:gd name="T0" fmla="*/ 12 w 9"/>
                  <a:gd name="T1" fmla="*/ 0 h 16"/>
                  <a:gd name="T2" fmla="*/ 132 w 9"/>
                  <a:gd name="T3" fmla="*/ 2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1" y="0"/>
                    </a:moveTo>
                    <a:cubicBezTo>
                      <a:pt x="0" y="4"/>
                      <a:pt x="5" y="16"/>
                      <a:pt x="9" y="12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" name="Freeform 270">
                <a:extLst>
                  <a:ext uri="{FF2B5EF4-FFF2-40B4-BE49-F238E27FC236}">
                    <a16:creationId xmlns:a16="http://schemas.microsoft.com/office/drawing/2014/main" id="{2B4271E0-29A9-4F8D-A6BB-F887514B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23"/>
                <a:ext cx="93" cy="98"/>
              </a:xfrm>
              <a:custGeom>
                <a:avLst/>
                <a:gdLst>
                  <a:gd name="T0" fmla="*/ 410 w 37"/>
                  <a:gd name="T1" fmla="*/ 21 h 37"/>
                  <a:gd name="T2" fmla="*/ 568 w 37"/>
                  <a:gd name="T3" fmla="*/ 132 h 37"/>
                  <a:gd name="T4" fmla="*/ 588 w 37"/>
                  <a:gd name="T5" fmla="*/ 238 h 37"/>
                  <a:gd name="T6" fmla="*/ 334 w 37"/>
                  <a:gd name="T7" fmla="*/ 689 h 37"/>
                  <a:gd name="T8" fmla="*/ 33 w 37"/>
                  <a:gd name="T9" fmla="*/ 429 h 37"/>
                  <a:gd name="T10" fmla="*/ 410 w 37"/>
                  <a:gd name="T11" fmla="*/ 2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7">
                    <a:moveTo>
                      <a:pt x="26" y="1"/>
                    </a:moveTo>
                    <a:cubicBezTo>
                      <a:pt x="29" y="2"/>
                      <a:pt x="33" y="4"/>
                      <a:pt x="36" y="7"/>
                    </a:cubicBezTo>
                    <a:cubicBezTo>
                      <a:pt x="37" y="8"/>
                      <a:pt x="37" y="11"/>
                      <a:pt x="37" y="13"/>
                    </a:cubicBezTo>
                    <a:cubicBezTo>
                      <a:pt x="35" y="21"/>
                      <a:pt x="31" y="37"/>
                      <a:pt x="21" y="37"/>
                    </a:cubicBezTo>
                    <a:cubicBezTo>
                      <a:pt x="10" y="37"/>
                      <a:pt x="0" y="30"/>
                      <a:pt x="2" y="23"/>
                    </a:cubicBezTo>
                    <a:cubicBezTo>
                      <a:pt x="5" y="16"/>
                      <a:pt x="20" y="0"/>
                      <a:pt x="26" y="1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" name="Freeform 271">
                <a:extLst>
                  <a:ext uri="{FF2B5EF4-FFF2-40B4-BE49-F238E27FC236}">
                    <a16:creationId xmlns:a16="http://schemas.microsoft.com/office/drawing/2014/main" id="{66D79020-9748-4186-838D-DFA2DCFC4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004"/>
                <a:ext cx="75" cy="85"/>
              </a:xfrm>
              <a:custGeom>
                <a:avLst/>
                <a:gdLst>
                  <a:gd name="T0" fmla="*/ 208 w 30"/>
                  <a:gd name="T1" fmla="*/ 566 h 32"/>
                  <a:gd name="T2" fmla="*/ 470 w 30"/>
                  <a:gd name="T3" fmla="*/ 205 h 32"/>
                  <a:gd name="T4" fmla="*/ 333 w 30"/>
                  <a:gd name="T5" fmla="*/ 21 h 32"/>
                  <a:gd name="T6" fmla="*/ 125 w 30"/>
                  <a:gd name="T7" fmla="*/ 191 h 32"/>
                  <a:gd name="T8" fmla="*/ 50 w 30"/>
                  <a:gd name="T9" fmla="*/ 465 h 32"/>
                  <a:gd name="T10" fmla="*/ 208 w 30"/>
                  <a:gd name="T11" fmla="*/ 600 h 32"/>
                  <a:gd name="T12" fmla="*/ 208 w 30"/>
                  <a:gd name="T13" fmla="*/ 56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13" y="30"/>
                    </a:moveTo>
                    <a:cubicBezTo>
                      <a:pt x="15" y="25"/>
                      <a:pt x="23" y="16"/>
                      <a:pt x="30" y="11"/>
                    </a:cubicBezTo>
                    <a:cubicBezTo>
                      <a:pt x="28" y="7"/>
                      <a:pt x="26" y="0"/>
                      <a:pt x="21" y="1"/>
                    </a:cubicBezTo>
                    <a:cubicBezTo>
                      <a:pt x="15" y="1"/>
                      <a:pt x="11" y="6"/>
                      <a:pt x="8" y="10"/>
                    </a:cubicBezTo>
                    <a:cubicBezTo>
                      <a:pt x="5" y="14"/>
                      <a:pt x="0" y="20"/>
                      <a:pt x="3" y="25"/>
                    </a:cubicBezTo>
                    <a:cubicBezTo>
                      <a:pt x="5" y="27"/>
                      <a:pt x="9" y="30"/>
                      <a:pt x="13" y="32"/>
                    </a:cubicBezTo>
                    <a:cubicBezTo>
                      <a:pt x="13" y="31"/>
                      <a:pt x="13" y="31"/>
                      <a:pt x="13" y="30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" name="Freeform 272">
                <a:extLst>
                  <a:ext uri="{FF2B5EF4-FFF2-40B4-BE49-F238E27FC236}">
                    <a16:creationId xmlns:a16="http://schemas.microsoft.com/office/drawing/2014/main" id="{F15DA407-8A4E-4763-B0B4-79D448E9F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87"/>
                <a:ext cx="30" cy="13"/>
              </a:xfrm>
              <a:custGeom>
                <a:avLst/>
                <a:gdLst>
                  <a:gd name="T0" fmla="*/ 0 w 12"/>
                  <a:gd name="T1" fmla="*/ 0 h 5"/>
                  <a:gd name="T2" fmla="*/ 188 w 1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1" y="4"/>
                      <a:pt x="9" y="5"/>
                      <a:pt x="12" y="5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" name="Freeform 273">
                <a:extLst>
                  <a:ext uri="{FF2B5EF4-FFF2-40B4-BE49-F238E27FC236}">
                    <a16:creationId xmlns:a16="http://schemas.microsoft.com/office/drawing/2014/main" id="{5068E6DD-3E1C-49E0-B05D-3E0076B29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977"/>
                <a:ext cx="83" cy="75"/>
              </a:xfrm>
              <a:custGeom>
                <a:avLst/>
                <a:gdLst>
                  <a:gd name="T0" fmla="*/ 475 w 33"/>
                  <a:gd name="T1" fmla="*/ 78 h 28"/>
                  <a:gd name="T2" fmla="*/ 63 w 33"/>
                  <a:gd name="T3" fmla="*/ 78 h 28"/>
                  <a:gd name="T4" fmla="*/ 63 w 33"/>
                  <a:gd name="T5" fmla="*/ 78 h 28"/>
                  <a:gd name="T6" fmla="*/ 83 w 33"/>
                  <a:gd name="T7" fmla="*/ 150 h 28"/>
                  <a:gd name="T8" fmla="*/ 0 w 33"/>
                  <a:gd name="T9" fmla="*/ 308 h 28"/>
                  <a:gd name="T10" fmla="*/ 0 w 33"/>
                  <a:gd name="T11" fmla="*/ 329 h 28"/>
                  <a:gd name="T12" fmla="*/ 397 w 33"/>
                  <a:gd name="T13" fmla="*/ 479 h 28"/>
                  <a:gd name="T14" fmla="*/ 475 w 33"/>
                  <a:gd name="T15" fmla="*/ 7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8">
                    <a:moveTo>
                      <a:pt x="30" y="4"/>
                    </a:moveTo>
                    <a:cubicBezTo>
                      <a:pt x="26" y="0"/>
                      <a:pt x="14" y="1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11"/>
                      <a:pt x="3" y="14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1"/>
                      <a:pt x="18" y="28"/>
                      <a:pt x="25" y="25"/>
                    </a:cubicBezTo>
                    <a:cubicBezTo>
                      <a:pt x="32" y="21"/>
                      <a:pt x="33" y="8"/>
                      <a:pt x="30" y="4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" name="Freeform 274">
                <a:extLst>
                  <a:ext uri="{FF2B5EF4-FFF2-40B4-BE49-F238E27FC236}">
                    <a16:creationId xmlns:a16="http://schemas.microsoft.com/office/drawing/2014/main" id="{A30823E6-8903-438E-BECF-95EDA7FB6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991"/>
                <a:ext cx="75" cy="88"/>
              </a:xfrm>
              <a:custGeom>
                <a:avLst/>
                <a:gdLst>
                  <a:gd name="T0" fmla="*/ 300 w 30"/>
                  <a:gd name="T1" fmla="*/ 0 h 33"/>
                  <a:gd name="T2" fmla="*/ 158 w 30"/>
                  <a:gd name="T3" fmla="*/ 77 h 33"/>
                  <a:gd name="T4" fmla="*/ 33 w 30"/>
                  <a:gd name="T5" fmla="*/ 115 h 33"/>
                  <a:gd name="T6" fmla="*/ 20 w 30"/>
                  <a:gd name="T7" fmla="*/ 285 h 33"/>
                  <a:gd name="T8" fmla="*/ 0 w 30"/>
                  <a:gd name="T9" fmla="*/ 341 h 33"/>
                  <a:gd name="T10" fmla="*/ 158 w 30"/>
                  <a:gd name="T11" fmla="*/ 627 h 33"/>
                  <a:gd name="T12" fmla="*/ 158 w 30"/>
                  <a:gd name="T13" fmla="*/ 627 h 33"/>
                  <a:gd name="T14" fmla="*/ 363 w 30"/>
                  <a:gd name="T15" fmla="*/ 419 h 33"/>
                  <a:gd name="T16" fmla="*/ 470 w 30"/>
                  <a:gd name="T17" fmla="*/ 205 h 33"/>
                  <a:gd name="T18" fmla="*/ 300 w 30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33">
                    <a:moveTo>
                      <a:pt x="19" y="0"/>
                    </a:moveTo>
                    <a:cubicBezTo>
                      <a:pt x="17" y="2"/>
                      <a:pt x="13" y="3"/>
                      <a:pt x="10" y="4"/>
                    </a:cubicBezTo>
                    <a:cubicBezTo>
                      <a:pt x="6" y="5"/>
                      <a:pt x="4" y="6"/>
                      <a:pt x="2" y="6"/>
                    </a:cubicBezTo>
                    <a:cubicBezTo>
                      <a:pt x="1" y="10"/>
                      <a:pt x="1" y="13"/>
                      <a:pt x="1" y="15"/>
                    </a:cubicBezTo>
                    <a:cubicBezTo>
                      <a:pt x="1" y="16"/>
                      <a:pt x="0" y="17"/>
                      <a:pt x="0" y="18"/>
                    </a:cubicBezTo>
                    <a:cubicBezTo>
                      <a:pt x="5" y="21"/>
                      <a:pt x="7" y="28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4" y="32"/>
                      <a:pt x="21" y="25"/>
                      <a:pt x="23" y="22"/>
                    </a:cubicBezTo>
                    <a:cubicBezTo>
                      <a:pt x="26" y="19"/>
                      <a:pt x="30" y="14"/>
                      <a:pt x="30" y="11"/>
                    </a:cubicBezTo>
                    <a:cubicBezTo>
                      <a:pt x="30" y="5"/>
                      <a:pt x="24" y="1"/>
                      <a:pt x="19" y="0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" name="Freeform 275">
                <a:extLst>
                  <a:ext uri="{FF2B5EF4-FFF2-40B4-BE49-F238E27FC236}">
                    <a16:creationId xmlns:a16="http://schemas.microsoft.com/office/drawing/2014/main" id="{B323F1A8-C9D0-4BBE-98BF-3BB811F51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999"/>
                <a:ext cx="8" cy="29"/>
              </a:xfrm>
              <a:custGeom>
                <a:avLst/>
                <a:gdLst>
                  <a:gd name="T0" fmla="*/ 0 w 3"/>
                  <a:gd name="T1" fmla="*/ 0 h 11"/>
                  <a:gd name="T2" fmla="*/ 0 w 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3" y="2"/>
                      <a:pt x="1" y="9"/>
                      <a:pt x="0" y="11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" name="Freeform 276">
                <a:extLst>
                  <a:ext uri="{FF2B5EF4-FFF2-40B4-BE49-F238E27FC236}">
                    <a16:creationId xmlns:a16="http://schemas.microsoft.com/office/drawing/2014/main" id="{0BAF67E5-C705-45D3-8F54-63ABF69F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844"/>
                <a:ext cx="88" cy="80"/>
              </a:xfrm>
              <a:custGeom>
                <a:avLst/>
                <a:gdLst>
                  <a:gd name="T0" fmla="*/ 50 w 35"/>
                  <a:gd name="T1" fmla="*/ 307 h 30"/>
                  <a:gd name="T2" fmla="*/ 272 w 35"/>
                  <a:gd name="T3" fmla="*/ 547 h 30"/>
                  <a:gd name="T4" fmla="*/ 505 w 35"/>
                  <a:gd name="T5" fmla="*/ 115 h 30"/>
                  <a:gd name="T6" fmla="*/ 380 w 35"/>
                  <a:gd name="T7" fmla="*/ 0 h 30"/>
                  <a:gd name="T8" fmla="*/ 50 w 35"/>
                  <a:gd name="T9" fmla="*/ 30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3" y="16"/>
                    </a:moveTo>
                    <a:cubicBezTo>
                      <a:pt x="4" y="20"/>
                      <a:pt x="10" y="28"/>
                      <a:pt x="17" y="29"/>
                    </a:cubicBezTo>
                    <a:cubicBezTo>
                      <a:pt x="23" y="30"/>
                      <a:pt x="35" y="12"/>
                      <a:pt x="32" y="6"/>
                    </a:cubicBezTo>
                    <a:cubicBezTo>
                      <a:pt x="29" y="0"/>
                      <a:pt x="26" y="0"/>
                      <a:pt x="24" y="0"/>
                    </a:cubicBezTo>
                    <a:cubicBezTo>
                      <a:pt x="21" y="0"/>
                      <a:pt x="0" y="8"/>
                      <a:pt x="3" y="16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" name="Freeform 277">
                <a:extLst>
                  <a:ext uri="{FF2B5EF4-FFF2-40B4-BE49-F238E27FC236}">
                    <a16:creationId xmlns:a16="http://schemas.microsoft.com/office/drawing/2014/main" id="{BB21AED5-1C4C-4DA2-B122-1037D2725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884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151 w 9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5"/>
                      <a:pt x="8" y="8"/>
                      <a:pt x="9" y="9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" name="Freeform 278">
                <a:extLst>
                  <a:ext uri="{FF2B5EF4-FFF2-40B4-BE49-F238E27FC236}">
                    <a16:creationId xmlns:a16="http://schemas.microsoft.com/office/drawing/2014/main" id="{A53D9439-6471-446C-B36E-DE6CD73FD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073"/>
                <a:ext cx="88" cy="78"/>
              </a:xfrm>
              <a:custGeom>
                <a:avLst/>
                <a:gdLst>
                  <a:gd name="T0" fmla="*/ 334 w 35"/>
                  <a:gd name="T1" fmla="*/ 543 h 29"/>
                  <a:gd name="T2" fmla="*/ 493 w 35"/>
                  <a:gd name="T3" fmla="*/ 449 h 29"/>
                  <a:gd name="T4" fmla="*/ 525 w 35"/>
                  <a:gd name="T5" fmla="*/ 159 h 29"/>
                  <a:gd name="T6" fmla="*/ 334 w 35"/>
                  <a:gd name="T7" fmla="*/ 35 h 29"/>
                  <a:gd name="T8" fmla="*/ 63 w 35"/>
                  <a:gd name="T9" fmla="*/ 81 h 29"/>
                  <a:gd name="T10" fmla="*/ 50 w 35"/>
                  <a:gd name="T11" fmla="*/ 368 h 29"/>
                  <a:gd name="T12" fmla="*/ 334 w 35"/>
                  <a:gd name="T13" fmla="*/ 54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9">
                    <a:moveTo>
                      <a:pt x="21" y="28"/>
                    </a:moveTo>
                    <a:cubicBezTo>
                      <a:pt x="29" y="29"/>
                      <a:pt x="29" y="28"/>
                      <a:pt x="31" y="23"/>
                    </a:cubicBezTo>
                    <a:cubicBezTo>
                      <a:pt x="33" y="19"/>
                      <a:pt x="35" y="10"/>
                      <a:pt x="33" y="8"/>
                    </a:cubicBezTo>
                    <a:cubicBezTo>
                      <a:pt x="31" y="6"/>
                      <a:pt x="27" y="3"/>
                      <a:pt x="21" y="2"/>
                    </a:cubicBezTo>
                    <a:cubicBezTo>
                      <a:pt x="16" y="1"/>
                      <a:pt x="9" y="0"/>
                      <a:pt x="4" y="4"/>
                    </a:cubicBezTo>
                    <a:cubicBezTo>
                      <a:pt x="0" y="8"/>
                      <a:pt x="0" y="15"/>
                      <a:pt x="3" y="19"/>
                    </a:cubicBezTo>
                    <a:cubicBezTo>
                      <a:pt x="7" y="23"/>
                      <a:pt x="14" y="26"/>
                      <a:pt x="21" y="28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" name="Freeform 279">
                <a:extLst>
                  <a:ext uri="{FF2B5EF4-FFF2-40B4-BE49-F238E27FC236}">
                    <a16:creationId xmlns:a16="http://schemas.microsoft.com/office/drawing/2014/main" id="{EBA4D2FA-B39F-4263-A213-7A7A391DE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105"/>
                <a:ext cx="10" cy="27"/>
              </a:xfrm>
              <a:custGeom>
                <a:avLst/>
                <a:gdLst>
                  <a:gd name="T0" fmla="*/ 0 w 4"/>
                  <a:gd name="T1" fmla="*/ 197 h 10"/>
                  <a:gd name="T2" fmla="*/ 63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3" y="10"/>
                      <a:pt x="4" y="3"/>
                      <a:pt x="4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" name="Freeform 280">
                <a:extLst>
                  <a:ext uri="{FF2B5EF4-FFF2-40B4-BE49-F238E27FC236}">
                    <a16:creationId xmlns:a16="http://schemas.microsoft.com/office/drawing/2014/main" id="{E264068D-6F07-4C94-9D7C-BC63EFA69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124"/>
                <a:ext cx="90" cy="88"/>
              </a:xfrm>
              <a:custGeom>
                <a:avLst/>
                <a:gdLst>
                  <a:gd name="T0" fmla="*/ 533 w 36"/>
                  <a:gd name="T1" fmla="*/ 171 h 33"/>
                  <a:gd name="T2" fmla="*/ 313 w 36"/>
                  <a:gd name="T3" fmla="*/ 21 h 33"/>
                  <a:gd name="T4" fmla="*/ 83 w 36"/>
                  <a:gd name="T5" fmla="*/ 149 h 33"/>
                  <a:gd name="T6" fmla="*/ 83 w 36"/>
                  <a:gd name="T7" fmla="*/ 419 h 33"/>
                  <a:gd name="T8" fmla="*/ 313 w 36"/>
                  <a:gd name="T9" fmla="*/ 547 h 33"/>
                  <a:gd name="T10" fmla="*/ 533 w 36"/>
                  <a:gd name="T11" fmla="*/ 17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3">
                    <a:moveTo>
                      <a:pt x="34" y="9"/>
                    </a:moveTo>
                    <a:cubicBezTo>
                      <a:pt x="30" y="0"/>
                      <a:pt x="26" y="0"/>
                      <a:pt x="20" y="1"/>
                    </a:cubicBezTo>
                    <a:cubicBezTo>
                      <a:pt x="14" y="3"/>
                      <a:pt x="9" y="4"/>
                      <a:pt x="5" y="8"/>
                    </a:cubicBezTo>
                    <a:cubicBezTo>
                      <a:pt x="0" y="13"/>
                      <a:pt x="2" y="18"/>
                      <a:pt x="5" y="22"/>
                    </a:cubicBezTo>
                    <a:cubicBezTo>
                      <a:pt x="7" y="25"/>
                      <a:pt x="15" y="33"/>
                      <a:pt x="20" y="29"/>
                    </a:cubicBezTo>
                    <a:cubicBezTo>
                      <a:pt x="25" y="24"/>
                      <a:pt x="36" y="14"/>
                      <a:pt x="34" y="9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" name="Freeform 281">
                <a:extLst>
                  <a:ext uri="{FF2B5EF4-FFF2-40B4-BE49-F238E27FC236}">
                    <a16:creationId xmlns:a16="http://schemas.microsoft.com/office/drawing/2014/main" id="{3A1E4D3B-D000-4E6C-8799-4C1BA3120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164"/>
                <a:ext cx="20" cy="21"/>
              </a:xfrm>
              <a:custGeom>
                <a:avLst/>
                <a:gdLst>
                  <a:gd name="T0" fmla="*/ 125 w 8"/>
                  <a:gd name="T1" fmla="*/ 144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3" y="7"/>
                      <a:pt x="0" y="3"/>
                      <a:pt x="0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" name="Freeform 282">
                <a:extLst>
                  <a:ext uri="{FF2B5EF4-FFF2-40B4-BE49-F238E27FC236}">
                    <a16:creationId xmlns:a16="http://schemas.microsoft.com/office/drawing/2014/main" id="{4D9DDF20-7338-4AE5-AA71-9EA40AA38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991"/>
                <a:ext cx="28" cy="18"/>
              </a:xfrm>
              <a:custGeom>
                <a:avLst/>
                <a:gdLst>
                  <a:gd name="T0" fmla="*/ 181 w 11"/>
                  <a:gd name="T1" fmla="*/ 21 h 7"/>
                  <a:gd name="T2" fmla="*/ 0 w 1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1"/>
                    </a:moveTo>
                    <a:cubicBezTo>
                      <a:pt x="6" y="0"/>
                      <a:pt x="1" y="5"/>
                      <a:pt x="0" y="7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" name="Freeform 283">
                <a:extLst>
                  <a:ext uri="{FF2B5EF4-FFF2-40B4-BE49-F238E27FC236}">
                    <a16:creationId xmlns:a16="http://schemas.microsoft.com/office/drawing/2014/main" id="{0D494F52-E2A5-429A-BFF2-696624F18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15"/>
                <a:ext cx="15" cy="32"/>
              </a:xfrm>
              <a:custGeom>
                <a:avLst/>
                <a:gdLst>
                  <a:gd name="T0" fmla="*/ 95 w 6"/>
                  <a:gd name="T1" fmla="*/ 21 h 12"/>
                  <a:gd name="T2" fmla="*/ 0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6" y="1"/>
                    </a:moveTo>
                    <a:cubicBezTo>
                      <a:pt x="1" y="0"/>
                      <a:pt x="1" y="10"/>
                      <a:pt x="0" y="12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" name="Freeform 284">
                <a:extLst>
                  <a:ext uri="{FF2B5EF4-FFF2-40B4-BE49-F238E27FC236}">
                    <a16:creationId xmlns:a16="http://schemas.microsoft.com/office/drawing/2014/main" id="{0898FD7B-45D8-498A-9273-41B874ACC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820"/>
                <a:ext cx="80" cy="85"/>
              </a:xfrm>
              <a:custGeom>
                <a:avLst/>
                <a:gdLst>
                  <a:gd name="T0" fmla="*/ 145 w 32"/>
                  <a:gd name="T1" fmla="*/ 93 h 32"/>
                  <a:gd name="T2" fmla="*/ 33 w 32"/>
                  <a:gd name="T3" fmla="*/ 452 h 32"/>
                  <a:gd name="T4" fmla="*/ 238 w 32"/>
                  <a:gd name="T5" fmla="*/ 566 h 32"/>
                  <a:gd name="T6" fmla="*/ 425 w 32"/>
                  <a:gd name="T7" fmla="*/ 545 h 32"/>
                  <a:gd name="T8" fmla="*/ 488 w 32"/>
                  <a:gd name="T9" fmla="*/ 396 h 32"/>
                  <a:gd name="T10" fmla="*/ 145 w 32"/>
                  <a:gd name="T11" fmla="*/ 9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2">
                    <a:moveTo>
                      <a:pt x="9" y="5"/>
                    </a:moveTo>
                    <a:cubicBezTo>
                      <a:pt x="2" y="11"/>
                      <a:pt x="0" y="20"/>
                      <a:pt x="2" y="24"/>
                    </a:cubicBezTo>
                    <a:cubicBezTo>
                      <a:pt x="3" y="28"/>
                      <a:pt x="9" y="29"/>
                      <a:pt x="15" y="30"/>
                    </a:cubicBezTo>
                    <a:cubicBezTo>
                      <a:pt x="21" y="32"/>
                      <a:pt x="25" y="32"/>
                      <a:pt x="27" y="29"/>
                    </a:cubicBezTo>
                    <a:cubicBezTo>
                      <a:pt x="30" y="26"/>
                      <a:pt x="32" y="23"/>
                      <a:pt x="31" y="21"/>
                    </a:cubicBezTo>
                    <a:cubicBezTo>
                      <a:pt x="30" y="18"/>
                      <a:pt x="16" y="0"/>
                      <a:pt x="9" y="5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" name="Freeform 285">
                <a:extLst>
                  <a:ext uri="{FF2B5EF4-FFF2-40B4-BE49-F238E27FC236}">
                    <a16:creationId xmlns:a16="http://schemas.microsoft.com/office/drawing/2014/main" id="{E63513B0-8461-4DCD-90B0-20BD23C1E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767"/>
                <a:ext cx="67" cy="88"/>
              </a:xfrm>
              <a:custGeom>
                <a:avLst/>
                <a:gdLst>
                  <a:gd name="T0" fmla="*/ 350 w 27"/>
                  <a:gd name="T1" fmla="*/ 248 h 33"/>
                  <a:gd name="T2" fmla="*/ 337 w 27"/>
                  <a:gd name="T3" fmla="*/ 115 h 33"/>
                  <a:gd name="T4" fmla="*/ 337 w 27"/>
                  <a:gd name="T5" fmla="*/ 115 h 33"/>
                  <a:gd name="T6" fmla="*/ 136 w 27"/>
                  <a:gd name="T7" fmla="*/ 35 h 33"/>
                  <a:gd name="T8" fmla="*/ 12 w 27"/>
                  <a:gd name="T9" fmla="*/ 341 h 33"/>
                  <a:gd name="T10" fmla="*/ 0 w 27"/>
                  <a:gd name="T11" fmla="*/ 491 h 33"/>
                  <a:gd name="T12" fmla="*/ 136 w 27"/>
                  <a:gd name="T13" fmla="*/ 627 h 33"/>
                  <a:gd name="T14" fmla="*/ 412 w 27"/>
                  <a:gd name="T15" fmla="*/ 341 h 33"/>
                  <a:gd name="T16" fmla="*/ 350 w 27"/>
                  <a:gd name="T17" fmla="*/ 248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3">
                    <a:moveTo>
                      <a:pt x="23" y="13"/>
                    </a:moveTo>
                    <a:cubicBezTo>
                      <a:pt x="22" y="10"/>
                      <a:pt x="22" y="8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9" y="0"/>
                      <a:pt x="10" y="1"/>
                      <a:pt x="9" y="2"/>
                    </a:cubicBezTo>
                    <a:cubicBezTo>
                      <a:pt x="5" y="7"/>
                      <a:pt x="3" y="13"/>
                      <a:pt x="1" y="18"/>
                    </a:cubicBezTo>
                    <a:cubicBezTo>
                      <a:pt x="0" y="22"/>
                      <a:pt x="0" y="25"/>
                      <a:pt x="0" y="26"/>
                    </a:cubicBezTo>
                    <a:cubicBezTo>
                      <a:pt x="4" y="27"/>
                      <a:pt x="7" y="31"/>
                      <a:pt x="9" y="33"/>
                    </a:cubicBezTo>
                    <a:cubicBezTo>
                      <a:pt x="11" y="32"/>
                      <a:pt x="25" y="23"/>
                      <a:pt x="27" y="18"/>
                    </a:cubicBezTo>
                    <a:cubicBezTo>
                      <a:pt x="26" y="16"/>
                      <a:pt x="24" y="15"/>
                      <a:pt x="23" y="13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" name="Freeform 286">
                <a:extLst>
                  <a:ext uri="{FF2B5EF4-FFF2-40B4-BE49-F238E27FC236}">
                    <a16:creationId xmlns:a16="http://schemas.microsoft.com/office/drawing/2014/main" id="{31C6DC7F-5447-42F7-A95C-69542DD25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847"/>
                <a:ext cx="17" cy="26"/>
              </a:xfrm>
              <a:custGeom>
                <a:avLst/>
                <a:gdLst>
                  <a:gd name="T0" fmla="*/ 100 w 7"/>
                  <a:gd name="T1" fmla="*/ 0 h 10"/>
                  <a:gd name="T2" fmla="*/ 0 w 7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3" y="2"/>
                      <a:pt x="0" y="8"/>
                      <a:pt x="0" y="1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" name="Freeform 287">
                <a:extLst>
                  <a:ext uri="{FF2B5EF4-FFF2-40B4-BE49-F238E27FC236}">
                    <a16:creationId xmlns:a16="http://schemas.microsoft.com/office/drawing/2014/main" id="{6A2D2780-51A3-4D71-8025-F9BB64BC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783"/>
                <a:ext cx="25" cy="24"/>
              </a:xfrm>
              <a:custGeom>
                <a:avLst/>
                <a:gdLst>
                  <a:gd name="T0" fmla="*/ 0 w 10"/>
                  <a:gd name="T1" fmla="*/ 171 h 9"/>
                  <a:gd name="T2" fmla="*/ 158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9"/>
                    </a:moveTo>
                    <a:cubicBezTo>
                      <a:pt x="4" y="2"/>
                      <a:pt x="8" y="0"/>
                      <a:pt x="10" y="1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" name="Freeform 288">
                <a:extLst>
                  <a:ext uri="{FF2B5EF4-FFF2-40B4-BE49-F238E27FC236}">
                    <a16:creationId xmlns:a16="http://schemas.microsoft.com/office/drawing/2014/main" id="{1B4944ED-E886-4AA1-B5FC-AFA3C7967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841"/>
                <a:ext cx="35" cy="70"/>
              </a:xfrm>
              <a:custGeom>
                <a:avLst/>
                <a:gdLst>
                  <a:gd name="T0" fmla="*/ 158 w 14"/>
                  <a:gd name="T1" fmla="*/ 347 h 26"/>
                  <a:gd name="T2" fmla="*/ 220 w 14"/>
                  <a:gd name="T3" fmla="*/ 22 h 26"/>
                  <a:gd name="T4" fmla="*/ 220 w 14"/>
                  <a:gd name="T5" fmla="*/ 22 h 26"/>
                  <a:gd name="T6" fmla="*/ 33 w 14"/>
                  <a:gd name="T7" fmla="*/ 94 h 26"/>
                  <a:gd name="T8" fmla="*/ 20 w 14"/>
                  <a:gd name="T9" fmla="*/ 347 h 26"/>
                  <a:gd name="T10" fmla="*/ 188 w 14"/>
                  <a:gd name="T11" fmla="*/ 471 h 26"/>
                  <a:gd name="T12" fmla="*/ 158 w 14"/>
                  <a:gd name="T13" fmla="*/ 34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6">
                    <a:moveTo>
                      <a:pt x="10" y="18"/>
                    </a:moveTo>
                    <a:cubicBezTo>
                      <a:pt x="10" y="13"/>
                      <a:pt x="10" y="6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0"/>
                      <a:pt x="3" y="0"/>
                      <a:pt x="2" y="5"/>
                    </a:cubicBezTo>
                    <a:cubicBezTo>
                      <a:pt x="1" y="10"/>
                      <a:pt x="2" y="13"/>
                      <a:pt x="1" y="18"/>
                    </a:cubicBezTo>
                    <a:cubicBezTo>
                      <a:pt x="0" y="24"/>
                      <a:pt x="7" y="26"/>
                      <a:pt x="12" y="24"/>
                    </a:cubicBezTo>
                    <a:cubicBezTo>
                      <a:pt x="11" y="22"/>
                      <a:pt x="10" y="20"/>
                      <a:pt x="10" y="18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" name="Freeform 289">
                <a:extLst>
                  <a:ext uri="{FF2B5EF4-FFF2-40B4-BE49-F238E27FC236}">
                    <a16:creationId xmlns:a16="http://schemas.microsoft.com/office/drawing/2014/main" id="{E75D8461-05B5-4FA2-9B1A-A6793719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860"/>
                <a:ext cx="2" cy="32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1" y="2"/>
                      <a:pt x="1" y="9"/>
                      <a:pt x="1" y="12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" name="Freeform 290">
                <a:extLst>
                  <a:ext uri="{FF2B5EF4-FFF2-40B4-BE49-F238E27FC236}">
                    <a16:creationId xmlns:a16="http://schemas.microsoft.com/office/drawing/2014/main" id="{810A0036-F73A-421F-BC9F-6621D5342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836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3" y="3"/>
                      <a:pt x="3" y="3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" name="Freeform 291">
                <a:extLst>
                  <a:ext uri="{FF2B5EF4-FFF2-40B4-BE49-F238E27FC236}">
                    <a16:creationId xmlns:a16="http://schemas.microsoft.com/office/drawing/2014/main" id="{9081B75A-1DAA-4632-804C-1F64DC60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63"/>
                <a:ext cx="90" cy="93"/>
              </a:xfrm>
              <a:custGeom>
                <a:avLst/>
                <a:gdLst>
                  <a:gd name="T0" fmla="*/ 520 w 36"/>
                  <a:gd name="T1" fmla="*/ 149 h 35"/>
                  <a:gd name="T2" fmla="*/ 83 w 36"/>
                  <a:gd name="T3" fmla="*/ 35 h 35"/>
                  <a:gd name="T4" fmla="*/ 0 w 36"/>
                  <a:gd name="T5" fmla="*/ 133 h 35"/>
                  <a:gd name="T6" fmla="*/ 145 w 36"/>
                  <a:gd name="T7" fmla="*/ 226 h 35"/>
                  <a:gd name="T8" fmla="*/ 125 w 36"/>
                  <a:gd name="T9" fmla="*/ 465 h 35"/>
                  <a:gd name="T10" fmla="*/ 125 w 36"/>
                  <a:gd name="T11" fmla="*/ 486 h 35"/>
                  <a:gd name="T12" fmla="*/ 458 w 36"/>
                  <a:gd name="T13" fmla="*/ 579 h 35"/>
                  <a:gd name="T14" fmla="*/ 520 w 36"/>
                  <a:gd name="T15" fmla="*/ 149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5">
                    <a:moveTo>
                      <a:pt x="33" y="8"/>
                    </a:moveTo>
                    <a:cubicBezTo>
                      <a:pt x="30" y="1"/>
                      <a:pt x="14" y="0"/>
                      <a:pt x="5" y="2"/>
                    </a:cubicBezTo>
                    <a:cubicBezTo>
                      <a:pt x="2" y="3"/>
                      <a:pt x="0" y="3"/>
                      <a:pt x="0" y="7"/>
                    </a:cubicBezTo>
                    <a:cubicBezTo>
                      <a:pt x="4" y="8"/>
                      <a:pt x="8" y="11"/>
                      <a:pt x="9" y="12"/>
                    </a:cubicBezTo>
                    <a:cubicBezTo>
                      <a:pt x="11" y="14"/>
                      <a:pt x="9" y="21"/>
                      <a:pt x="8" y="25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3" y="32"/>
                      <a:pt x="23" y="35"/>
                      <a:pt x="29" y="31"/>
                    </a:cubicBezTo>
                    <a:cubicBezTo>
                      <a:pt x="35" y="27"/>
                      <a:pt x="36" y="16"/>
                      <a:pt x="33" y="8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" name="Freeform 292">
                <a:extLst>
                  <a:ext uri="{FF2B5EF4-FFF2-40B4-BE49-F238E27FC236}">
                    <a16:creationId xmlns:a16="http://schemas.microsoft.com/office/drawing/2014/main" id="{EA020F68-1DBC-4230-BB45-247AA6006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004"/>
                <a:ext cx="95" cy="67"/>
              </a:xfrm>
              <a:custGeom>
                <a:avLst/>
                <a:gdLst>
                  <a:gd name="T0" fmla="*/ 208 w 38"/>
                  <a:gd name="T1" fmla="*/ 461 h 25"/>
                  <a:gd name="T2" fmla="*/ 488 w 38"/>
                  <a:gd name="T3" fmla="*/ 461 h 25"/>
                  <a:gd name="T4" fmla="*/ 563 w 38"/>
                  <a:gd name="T5" fmla="*/ 423 h 25"/>
                  <a:gd name="T6" fmla="*/ 595 w 38"/>
                  <a:gd name="T7" fmla="*/ 230 h 25"/>
                  <a:gd name="T8" fmla="*/ 550 w 38"/>
                  <a:gd name="T9" fmla="*/ 35 h 25"/>
                  <a:gd name="T10" fmla="*/ 533 w 38"/>
                  <a:gd name="T11" fmla="*/ 35 h 25"/>
                  <a:gd name="T12" fmla="*/ 533 w 38"/>
                  <a:gd name="T13" fmla="*/ 35 h 25"/>
                  <a:gd name="T14" fmla="*/ 458 w 38"/>
                  <a:gd name="T15" fmla="*/ 0 h 25"/>
                  <a:gd name="T16" fmla="*/ 345 w 38"/>
                  <a:gd name="T17" fmla="*/ 35 h 25"/>
                  <a:gd name="T18" fmla="*/ 83 w 38"/>
                  <a:gd name="T19" fmla="*/ 209 h 25"/>
                  <a:gd name="T20" fmla="*/ 50 w 38"/>
                  <a:gd name="T21" fmla="*/ 402 h 25"/>
                  <a:gd name="T22" fmla="*/ 158 w 38"/>
                  <a:gd name="T23" fmla="*/ 482 h 25"/>
                  <a:gd name="T24" fmla="*/ 208 w 38"/>
                  <a:gd name="T25" fmla="*/ 461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25">
                    <a:moveTo>
                      <a:pt x="13" y="24"/>
                    </a:moveTo>
                    <a:cubicBezTo>
                      <a:pt x="18" y="23"/>
                      <a:pt x="25" y="23"/>
                      <a:pt x="31" y="24"/>
                    </a:cubicBezTo>
                    <a:cubicBezTo>
                      <a:pt x="33" y="23"/>
                      <a:pt x="35" y="23"/>
                      <a:pt x="36" y="22"/>
                    </a:cubicBezTo>
                    <a:cubicBezTo>
                      <a:pt x="38" y="19"/>
                      <a:pt x="38" y="15"/>
                      <a:pt x="38" y="12"/>
                    </a:cubicBezTo>
                    <a:cubicBezTo>
                      <a:pt x="37" y="9"/>
                      <a:pt x="37" y="4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2" y="2"/>
                      <a:pt x="30" y="1"/>
                      <a:pt x="29" y="0"/>
                    </a:cubicBezTo>
                    <a:cubicBezTo>
                      <a:pt x="27" y="0"/>
                      <a:pt x="24" y="1"/>
                      <a:pt x="22" y="2"/>
                    </a:cubicBezTo>
                    <a:cubicBezTo>
                      <a:pt x="17" y="3"/>
                      <a:pt x="10" y="7"/>
                      <a:pt x="5" y="11"/>
                    </a:cubicBezTo>
                    <a:cubicBezTo>
                      <a:pt x="2" y="14"/>
                      <a:pt x="0" y="17"/>
                      <a:pt x="3" y="21"/>
                    </a:cubicBezTo>
                    <a:cubicBezTo>
                      <a:pt x="4" y="23"/>
                      <a:pt x="7" y="25"/>
                      <a:pt x="10" y="25"/>
                    </a:cubicBezTo>
                    <a:cubicBezTo>
                      <a:pt x="11" y="25"/>
                      <a:pt x="12" y="25"/>
                      <a:pt x="13" y="24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" name="Freeform 293">
                <a:extLst>
                  <a:ext uri="{FF2B5EF4-FFF2-40B4-BE49-F238E27FC236}">
                    <a16:creationId xmlns:a16="http://schemas.microsoft.com/office/drawing/2014/main" id="{6A1545AB-692D-4B88-B014-794E59C82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977"/>
                <a:ext cx="70" cy="86"/>
              </a:xfrm>
              <a:custGeom>
                <a:avLst/>
                <a:gdLst>
                  <a:gd name="T0" fmla="*/ 363 w 28"/>
                  <a:gd name="T1" fmla="*/ 599 h 32"/>
                  <a:gd name="T2" fmla="*/ 395 w 28"/>
                  <a:gd name="T3" fmla="*/ 406 h 32"/>
                  <a:gd name="T4" fmla="*/ 438 w 28"/>
                  <a:gd name="T5" fmla="*/ 368 h 32"/>
                  <a:gd name="T6" fmla="*/ 333 w 28"/>
                  <a:gd name="T7" fmla="*/ 22 h 32"/>
                  <a:gd name="T8" fmla="*/ 50 w 28"/>
                  <a:gd name="T9" fmla="*/ 196 h 32"/>
                  <a:gd name="T10" fmla="*/ 300 w 28"/>
                  <a:gd name="T11" fmla="*/ 621 h 32"/>
                  <a:gd name="T12" fmla="*/ 363 w 28"/>
                  <a:gd name="T13" fmla="*/ 599 h 32"/>
                  <a:gd name="T14" fmla="*/ 363 w 28"/>
                  <a:gd name="T15" fmla="*/ 59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2">
                    <a:moveTo>
                      <a:pt x="23" y="31"/>
                    </a:moveTo>
                    <a:cubicBezTo>
                      <a:pt x="20" y="27"/>
                      <a:pt x="22" y="24"/>
                      <a:pt x="25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1"/>
                      <a:pt x="26" y="1"/>
                      <a:pt x="21" y="1"/>
                    </a:cubicBezTo>
                    <a:cubicBezTo>
                      <a:pt x="16" y="0"/>
                      <a:pt x="6" y="3"/>
                      <a:pt x="3" y="10"/>
                    </a:cubicBezTo>
                    <a:cubicBezTo>
                      <a:pt x="0" y="16"/>
                      <a:pt x="13" y="32"/>
                      <a:pt x="19" y="32"/>
                    </a:cubicBezTo>
                    <a:cubicBezTo>
                      <a:pt x="21" y="31"/>
                      <a:pt x="22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" name="Freeform 294">
                <a:extLst>
                  <a:ext uri="{FF2B5EF4-FFF2-40B4-BE49-F238E27FC236}">
                    <a16:creationId xmlns:a16="http://schemas.microsoft.com/office/drawing/2014/main" id="{C2B4C037-1913-496A-941D-5114637B3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95"/>
                <a:ext cx="10" cy="40"/>
              </a:xfrm>
              <a:custGeom>
                <a:avLst/>
                <a:gdLst>
                  <a:gd name="T0" fmla="*/ 50 w 4"/>
                  <a:gd name="T1" fmla="*/ 0 h 15"/>
                  <a:gd name="T2" fmla="*/ 0 w 4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3" y="0"/>
                    </a:moveTo>
                    <a:cubicBezTo>
                      <a:pt x="4" y="5"/>
                      <a:pt x="2" y="13"/>
                      <a:pt x="0" y="15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" name="Freeform 295">
                <a:extLst>
                  <a:ext uri="{FF2B5EF4-FFF2-40B4-BE49-F238E27FC236}">
                    <a16:creationId xmlns:a16="http://schemas.microsoft.com/office/drawing/2014/main" id="{A8588567-EBB0-46DF-B4C2-D0E5B04BB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127"/>
                <a:ext cx="93" cy="58"/>
              </a:xfrm>
              <a:custGeom>
                <a:avLst/>
                <a:gdLst>
                  <a:gd name="T0" fmla="*/ 505 w 37"/>
                  <a:gd name="T1" fmla="*/ 34 h 22"/>
                  <a:gd name="T2" fmla="*/ 271 w 37"/>
                  <a:gd name="T3" fmla="*/ 21 h 22"/>
                  <a:gd name="T4" fmla="*/ 209 w 37"/>
                  <a:gd name="T5" fmla="*/ 124 h 22"/>
                  <a:gd name="T6" fmla="*/ 50 w 37"/>
                  <a:gd name="T7" fmla="*/ 145 h 22"/>
                  <a:gd name="T8" fmla="*/ 20 w 37"/>
                  <a:gd name="T9" fmla="*/ 166 h 22"/>
                  <a:gd name="T10" fmla="*/ 146 w 37"/>
                  <a:gd name="T11" fmla="*/ 382 h 22"/>
                  <a:gd name="T12" fmla="*/ 538 w 37"/>
                  <a:gd name="T13" fmla="*/ 277 h 22"/>
                  <a:gd name="T14" fmla="*/ 505 w 37"/>
                  <a:gd name="T15" fmla="*/ 3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2">
                    <a:moveTo>
                      <a:pt x="32" y="2"/>
                    </a:moveTo>
                    <a:cubicBezTo>
                      <a:pt x="30" y="0"/>
                      <a:pt x="23" y="0"/>
                      <a:pt x="17" y="1"/>
                    </a:cubicBezTo>
                    <a:cubicBezTo>
                      <a:pt x="16" y="4"/>
                      <a:pt x="15" y="6"/>
                      <a:pt x="13" y="7"/>
                    </a:cubicBezTo>
                    <a:cubicBezTo>
                      <a:pt x="10" y="9"/>
                      <a:pt x="6" y="9"/>
                      <a:pt x="3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7"/>
                      <a:pt x="2" y="20"/>
                      <a:pt x="9" y="21"/>
                    </a:cubicBezTo>
                    <a:cubicBezTo>
                      <a:pt x="15" y="22"/>
                      <a:pt x="30" y="19"/>
                      <a:pt x="34" y="15"/>
                    </a:cubicBezTo>
                    <a:cubicBezTo>
                      <a:pt x="37" y="11"/>
                      <a:pt x="36" y="4"/>
                      <a:pt x="32" y="2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" name="Freeform 296">
                <a:extLst>
                  <a:ext uri="{FF2B5EF4-FFF2-40B4-BE49-F238E27FC236}">
                    <a16:creationId xmlns:a16="http://schemas.microsoft.com/office/drawing/2014/main" id="{04DB0C43-5D61-45A5-8D86-166831BE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140"/>
                <a:ext cx="28" cy="5"/>
              </a:xfrm>
              <a:custGeom>
                <a:avLst/>
                <a:gdLst>
                  <a:gd name="T0" fmla="*/ 0 w 11"/>
                  <a:gd name="T1" fmla="*/ 33 h 2"/>
                  <a:gd name="T2" fmla="*/ 181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7" y="2"/>
                      <a:pt x="11" y="0"/>
                      <a:pt x="11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" name="Freeform 297">
                <a:extLst>
                  <a:ext uri="{FF2B5EF4-FFF2-40B4-BE49-F238E27FC236}">
                    <a16:creationId xmlns:a16="http://schemas.microsoft.com/office/drawing/2014/main" id="{3976D7EA-DFE4-4266-8FAF-A683F3D06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167"/>
                <a:ext cx="82" cy="48"/>
              </a:xfrm>
              <a:custGeom>
                <a:avLst/>
                <a:gdLst>
                  <a:gd name="T0" fmla="*/ 494 w 33"/>
                  <a:gd name="T1" fmla="*/ 56 h 18"/>
                  <a:gd name="T2" fmla="*/ 291 w 33"/>
                  <a:gd name="T3" fmla="*/ 0 h 18"/>
                  <a:gd name="T4" fmla="*/ 42 w 33"/>
                  <a:gd name="T5" fmla="*/ 115 h 18"/>
                  <a:gd name="T6" fmla="*/ 0 w 33"/>
                  <a:gd name="T7" fmla="*/ 136 h 18"/>
                  <a:gd name="T8" fmla="*/ 166 w 33"/>
                  <a:gd name="T9" fmla="*/ 307 h 18"/>
                  <a:gd name="T10" fmla="*/ 475 w 33"/>
                  <a:gd name="T11" fmla="*/ 248 h 18"/>
                  <a:gd name="T12" fmla="*/ 494 w 33"/>
                  <a:gd name="T13" fmla="*/ 5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8">
                    <a:moveTo>
                      <a:pt x="32" y="3"/>
                    </a:moveTo>
                    <a:cubicBezTo>
                      <a:pt x="30" y="1"/>
                      <a:pt x="26" y="0"/>
                      <a:pt x="19" y="0"/>
                    </a:cubicBezTo>
                    <a:cubicBezTo>
                      <a:pt x="16" y="3"/>
                      <a:pt x="9" y="5"/>
                      <a:pt x="3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2" y="15"/>
                      <a:pt x="11" y="16"/>
                    </a:cubicBezTo>
                    <a:cubicBezTo>
                      <a:pt x="21" y="17"/>
                      <a:pt x="29" y="18"/>
                      <a:pt x="31" y="13"/>
                    </a:cubicBezTo>
                    <a:cubicBezTo>
                      <a:pt x="33" y="8"/>
                      <a:pt x="33" y="4"/>
                      <a:pt x="32" y="3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" name="Freeform 298">
                <a:extLst>
                  <a:ext uri="{FF2B5EF4-FFF2-40B4-BE49-F238E27FC236}">
                    <a16:creationId xmlns:a16="http://schemas.microsoft.com/office/drawing/2014/main" id="{540CC6AE-E72E-4A02-A216-A419E1BF0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873"/>
                <a:ext cx="72" cy="91"/>
              </a:xfrm>
              <a:custGeom>
                <a:avLst/>
                <a:gdLst>
                  <a:gd name="T0" fmla="*/ 412 w 29"/>
                  <a:gd name="T1" fmla="*/ 115 h 34"/>
                  <a:gd name="T2" fmla="*/ 432 w 29"/>
                  <a:gd name="T3" fmla="*/ 21 h 34"/>
                  <a:gd name="T4" fmla="*/ 340 w 29"/>
                  <a:gd name="T5" fmla="*/ 0 h 34"/>
                  <a:gd name="T6" fmla="*/ 353 w 29"/>
                  <a:gd name="T7" fmla="*/ 21 h 34"/>
                  <a:gd name="T8" fmla="*/ 290 w 29"/>
                  <a:gd name="T9" fmla="*/ 171 h 34"/>
                  <a:gd name="T10" fmla="*/ 104 w 29"/>
                  <a:gd name="T11" fmla="*/ 193 h 34"/>
                  <a:gd name="T12" fmla="*/ 30 w 29"/>
                  <a:gd name="T13" fmla="*/ 171 h 34"/>
                  <a:gd name="T14" fmla="*/ 74 w 29"/>
                  <a:gd name="T15" fmla="*/ 500 h 34"/>
                  <a:gd name="T16" fmla="*/ 246 w 29"/>
                  <a:gd name="T17" fmla="*/ 632 h 34"/>
                  <a:gd name="T18" fmla="*/ 382 w 29"/>
                  <a:gd name="T19" fmla="*/ 500 h 34"/>
                  <a:gd name="T20" fmla="*/ 444 w 29"/>
                  <a:gd name="T21" fmla="*/ 209 h 34"/>
                  <a:gd name="T22" fmla="*/ 412 w 29"/>
                  <a:gd name="T23" fmla="*/ 115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34">
                    <a:moveTo>
                      <a:pt x="27" y="6"/>
                    </a:moveTo>
                    <a:cubicBezTo>
                      <a:pt x="28" y="4"/>
                      <a:pt x="28" y="3"/>
                      <a:pt x="28" y="1"/>
                    </a:cubicBezTo>
                    <a:cubicBezTo>
                      <a:pt x="26" y="1"/>
                      <a:pt x="24" y="0"/>
                      <a:pt x="22" y="0"/>
                    </a:cubicBezTo>
                    <a:cubicBezTo>
                      <a:pt x="22" y="0"/>
                      <a:pt x="23" y="0"/>
                      <a:pt x="23" y="1"/>
                    </a:cubicBezTo>
                    <a:cubicBezTo>
                      <a:pt x="24" y="3"/>
                      <a:pt x="22" y="6"/>
                      <a:pt x="19" y="9"/>
                    </a:cubicBezTo>
                    <a:cubicBezTo>
                      <a:pt x="17" y="12"/>
                      <a:pt x="13" y="12"/>
                      <a:pt x="7" y="10"/>
                    </a:cubicBezTo>
                    <a:cubicBezTo>
                      <a:pt x="5" y="10"/>
                      <a:pt x="4" y="10"/>
                      <a:pt x="2" y="9"/>
                    </a:cubicBezTo>
                    <a:cubicBezTo>
                      <a:pt x="0" y="14"/>
                      <a:pt x="4" y="23"/>
                      <a:pt x="5" y="26"/>
                    </a:cubicBezTo>
                    <a:cubicBezTo>
                      <a:pt x="8" y="33"/>
                      <a:pt x="9" y="34"/>
                      <a:pt x="16" y="33"/>
                    </a:cubicBezTo>
                    <a:cubicBezTo>
                      <a:pt x="22" y="32"/>
                      <a:pt x="23" y="32"/>
                      <a:pt x="25" y="26"/>
                    </a:cubicBezTo>
                    <a:cubicBezTo>
                      <a:pt x="26" y="21"/>
                      <a:pt x="28" y="16"/>
                      <a:pt x="29" y="11"/>
                    </a:cubicBezTo>
                    <a:cubicBezTo>
                      <a:pt x="28" y="10"/>
                      <a:pt x="27" y="8"/>
                      <a:pt x="27" y="6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" name="Freeform 299">
                <a:extLst>
                  <a:ext uri="{FF2B5EF4-FFF2-40B4-BE49-F238E27FC236}">
                    <a16:creationId xmlns:a16="http://schemas.microsoft.com/office/drawing/2014/main" id="{786FC464-9566-4960-969F-B1609F468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905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" name="Freeform 300">
                <a:extLst>
                  <a:ext uri="{FF2B5EF4-FFF2-40B4-BE49-F238E27FC236}">
                    <a16:creationId xmlns:a16="http://schemas.microsoft.com/office/drawing/2014/main" id="{6A42ECEA-4C6F-4D43-A88F-EEC4E0CF3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887"/>
                <a:ext cx="57" cy="69"/>
              </a:xfrm>
              <a:custGeom>
                <a:avLst/>
                <a:gdLst>
                  <a:gd name="T0" fmla="*/ 320 w 23"/>
                  <a:gd name="T1" fmla="*/ 395 h 26"/>
                  <a:gd name="T2" fmla="*/ 278 w 23"/>
                  <a:gd name="T3" fmla="*/ 77 h 26"/>
                  <a:gd name="T4" fmla="*/ 154 w 23"/>
                  <a:gd name="T5" fmla="*/ 0 h 26"/>
                  <a:gd name="T6" fmla="*/ 136 w 23"/>
                  <a:gd name="T7" fmla="*/ 21 h 26"/>
                  <a:gd name="T8" fmla="*/ 42 w 23"/>
                  <a:gd name="T9" fmla="*/ 316 h 26"/>
                  <a:gd name="T10" fmla="*/ 258 w 23"/>
                  <a:gd name="T11" fmla="*/ 451 h 26"/>
                  <a:gd name="T12" fmla="*/ 349 w 23"/>
                  <a:gd name="T13" fmla="*/ 486 h 26"/>
                  <a:gd name="T14" fmla="*/ 320 w 23"/>
                  <a:gd name="T15" fmla="*/ 395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21" y="21"/>
                    </a:moveTo>
                    <a:cubicBezTo>
                      <a:pt x="20" y="18"/>
                      <a:pt x="16" y="9"/>
                      <a:pt x="18" y="4"/>
                    </a:cubicBezTo>
                    <a:cubicBezTo>
                      <a:pt x="15" y="4"/>
                      <a:pt x="12" y="2"/>
                      <a:pt x="10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3"/>
                      <a:pt x="0" y="12"/>
                      <a:pt x="3" y="17"/>
                    </a:cubicBezTo>
                    <a:cubicBezTo>
                      <a:pt x="5" y="22"/>
                      <a:pt x="12" y="23"/>
                      <a:pt x="17" y="24"/>
                    </a:cubicBezTo>
                    <a:cubicBezTo>
                      <a:pt x="18" y="25"/>
                      <a:pt x="21" y="26"/>
                      <a:pt x="23" y="26"/>
                    </a:cubicBezTo>
                    <a:cubicBezTo>
                      <a:pt x="23" y="25"/>
                      <a:pt x="22" y="23"/>
                      <a:pt x="21" y="21"/>
                    </a:cubicBezTo>
                    <a:close/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" name="Freeform 301">
                <a:extLst>
                  <a:ext uri="{FF2B5EF4-FFF2-40B4-BE49-F238E27FC236}">
                    <a16:creationId xmlns:a16="http://schemas.microsoft.com/office/drawing/2014/main" id="{0D89129E-F56F-4360-873D-0E6B67C1E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724"/>
                <a:ext cx="65" cy="72"/>
              </a:xfrm>
              <a:custGeom>
                <a:avLst/>
                <a:gdLst>
                  <a:gd name="T0" fmla="*/ 333 w 26"/>
                  <a:gd name="T1" fmla="*/ 248 h 27"/>
                  <a:gd name="T2" fmla="*/ 345 w 26"/>
                  <a:gd name="T3" fmla="*/ 35 h 27"/>
                  <a:gd name="T4" fmla="*/ 0 w 26"/>
                  <a:gd name="T5" fmla="*/ 227 h 27"/>
                  <a:gd name="T6" fmla="*/ 0 w 26"/>
                  <a:gd name="T7" fmla="*/ 248 h 27"/>
                  <a:gd name="T8" fmla="*/ 20 w 26"/>
                  <a:gd name="T9" fmla="*/ 264 h 27"/>
                  <a:gd name="T10" fmla="*/ 113 w 26"/>
                  <a:gd name="T11" fmla="*/ 512 h 27"/>
                  <a:gd name="T12" fmla="*/ 113 w 26"/>
                  <a:gd name="T13" fmla="*/ 512 h 27"/>
                  <a:gd name="T14" fmla="*/ 208 w 26"/>
                  <a:gd name="T15" fmla="*/ 363 h 27"/>
                  <a:gd name="T16" fmla="*/ 408 w 26"/>
                  <a:gd name="T17" fmla="*/ 376 h 27"/>
                  <a:gd name="T18" fmla="*/ 408 w 26"/>
                  <a:gd name="T19" fmla="*/ 341 h 27"/>
                  <a:gd name="T20" fmla="*/ 333 w 26"/>
                  <a:gd name="T21" fmla="*/ 248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7">
                    <a:moveTo>
                      <a:pt x="21" y="13"/>
                    </a:moveTo>
                    <a:cubicBezTo>
                      <a:pt x="18" y="11"/>
                      <a:pt x="20" y="6"/>
                      <a:pt x="22" y="2"/>
                    </a:cubicBezTo>
                    <a:cubicBezTo>
                      <a:pt x="15" y="0"/>
                      <a:pt x="4" y="7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4"/>
                      <a:pt x="1" y="14"/>
                    </a:cubicBezTo>
                    <a:cubicBezTo>
                      <a:pt x="2" y="17"/>
                      <a:pt x="5" y="22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8" y="24"/>
                      <a:pt x="11" y="21"/>
                      <a:pt x="13" y="19"/>
                    </a:cubicBezTo>
                    <a:cubicBezTo>
                      <a:pt x="19" y="13"/>
                      <a:pt x="23" y="15"/>
                      <a:pt x="26" y="20"/>
                    </a:cubicBezTo>
                    <a:cubicBezTo>
                      <a:pt x="26" y="19"/>
                      <a:pt x="26" y="19"/>
                      <a:pt x="26" y="18"/>
                    </a:cubicBezTo>
                    <a:cubicBezTo>
                      <a:pt x="25" y="18"/>
                      <a:pt x="23" y="16"/>
                      <a:pt x="21" y="13"/>
                    </a:cubicBezTo>
                    <a:close/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" name="Freeform 302">
                <a:extLst>
                  <a:ext uri="{FF2B5EF4-FFF2-40B4-BE49-F238E27FC236}">
                    <a16:creationId xmlns:a16="http://schemas.microsoft.com/office/drawing/2014/main" id="{3B86DC97-E9D9-4297-8891-F2F67FC33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935"/>
                <a:ext cx="90" cy="74"/>
              </a:xfrm>
              <a:custGeom>
                <a:avLst/>
                <a:gdLst>
                  <a:gd name="T0" fmla="*/ 425 w 36"/>
                  <a:gd name="T1" fmla="*/ 21 h 28"/>
                  <a:gd name="T2" fmla="*/ 220 w 36"/>
                  <a:gd name="T3" fmla="*/ 56 h 28"/>
                  <a:gd name="T4" fmla="*/ 0 w 36"/>
                  <a:gd name="T5" fmla="*/ 349 h 28"/>
                  <a:gd name="T6" fmla="*/ 0 w 36"/>
                  <a:gd name="T7" fmla="*/ 370 h 28"/>
                  <a:gd name="T8" fmla="*/ 0 w 36"/>
                  <a:gd name="T9" fmla="*/ 370 h 28"/>
                  <a:gd name="T10" fmla="*/ 20 w 36"/>
                  <a:gd name="T11" fmla="*/ 441 h 28"/>
                  <a:gd name="T12" fmla="*/ 113 w 36"/>
                  <a:gd name="T13" fmla="*/ 497 h 28"/>
                  <a:gd name="T14" fmla="*/ 333 w 36"/>
                  <a:gd name="T15" fmla="*/ 460 h 28"/>
                  <a:gd name="T16" fmla="*/ 550 w 36"/>
                  <a:gd name="T17" fmla="*/ 238 h 28"/>
                  <a:gd name="T18" fmla="*/ 425 w 36"/>
                  <a:gd name="T19" fmla="*/ 21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28">
                    <a:moveTo>
                      <a:pt x="27" y="1"/>
                    </a:moveTo>
                    <a:cubicBezTo>
                      <a:pt x="21" y="0"/>
                      <a:pt x="18" y="0"/>
                      <a:pt x="14" y="3"/>
                    </a:cubicBezTo>
                    <a:cubicBezTo>
                      <a:pt x="10" y="6"/>
                      <a:pt x="0" y="16"/>
                      <a:pt x="0" y="1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1"/>
                      <a:pt x="1" y="23"/>
                      <a:pt x="1" y="24"/>
                    </a:cubicBezTo>
                    <a:cubicBezTo>
                      <a:pt x="3" y="25"/>
                      <a:pt x="4" y="26"/>
                      <a:pt x="7" y="27"/>
                    </a:cubicBezTo>
                    <a:cubicBezTo>
                      <a:pt x="12" y="28"/>
                      <a:pt x="14" y="27"/>
                      <a:pt x="21" y="25"/>
                    </a:cubicBezTo>
                    <a:cubicBezTo>
                      <a:pt x="27" y="23"/>
                      <a:pt x="35" y="21"/>
                      <a:pt x="35" y="13"/>
                    </a:cubicBezTo>
                    <a:cubicBezTo>
                      <a:pt x="36" y="5"/>
                      <a:pt x="32" y="3"/>
                      <a:pt x="27" y="1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" name="Freeform 303">
                <a:extLst>
                  <a:ext uri="{FF2B5EF4-FFF2-40B4-BE49-F238E27FC236}">
                    <a16:creationId xmlns:a16="http://schemas.microsoft.com/office/drawing/2014/main" id="{FF91B5D3-8980-46F4-B2C5-8DDF33493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884"/>
                <a:ext cx="50" cy="104"/>
              </a:xfrm>
              <a:custGeom>
                <a:avLst/>
                <a:gdLst>
                  <a:gd name="T0" fmla="*/ 83 w 20"/>
                  <a:gd name="T1" fmla="*/ 115 h 39"/>
                  <a:gd name="T2" fmla="*/ 95 w 20"/>
                  <a:gd name="T3" fmla="*/ 456 h 39"/>
                  <a:gd name="T4" fmla="*/ 270 w 20"/>
                  <a:gd name="T5" fmla="*/ 568 h 39"/>
                  <a:gd name="T6" fmla="*/ 250 w 20"/>
                  <a:gd name="T7" fmla="*/ 77 h 39"/>
                  <a:gd name="T8" fmla="*/ 83 w 20"/>
                  <a:gd name="T9" fmla="*/ 9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9">
                    <a:moveTo>
                      <a:pt x="5" y="6"/>
                    </a:moveTo>
                    <a:cubicBezTo>
                      <a:pt x="0" y="14"/>
                      <a:pt x="2" y="17"/>
                      <a:pt x="6" y="24"/>
                    </a:cubicBezTo>
                    <a:cubicBezTo>
                      <a:pt x="9" y="29"/>
                      <a:pt x="12" y="39"/>
                      <a:pt x="17" y="30"/>
                    </a:cubicBezTo>
                    <a:cubicBezTo>
                      <a:pt x="20" y="26"/>
                      <a:pt x="20" y="8"/>
                      <a:pt x="16" y="4"/>
                    </a:cubicBezTo>
                    <a:cubicBezTo>
                      <a:pt x="13" y="0"/>
                      <a:pt x="8" y="3"/>
                      <a:pt x="5" y="5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" name="Freeform 304">
                <a:extLst>
                  <a:ext uri="{FF2B5EF4-FFF2-40B4-BE49-F238E27FC236}">
                    <a16:creationId xmlns:a16="http://schemas.microsoft.com/office/drawing/2014/main" id="{9C3F8467-E909-459F-8680-9FFD5991C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911"/>
                <a:ext cx="10" cy="21"/>
              </a:xfrm>
              <a:custGeom>
                <a:avLst/>
                <a:gdLst>
                  <a:gd name="T0" fmla="*/ 63 w 4"/>
                  <a:gd name="T1" fmla="*/ 0 h 8"/>
                  <a:gd name="T2" fmla="*/ 20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1" y="1"/>
                      <a:pt x="0" y="5"/>
                      <a:pt x="1" y="8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" name="Freeform 305">
                <a:extLst>
                  <a:ext uri="{FF2B5EF4-FFF2-40B4-BE49-F238E27FC236}">
                    <a16:creationId xmlns:a16="http://schemas.microsoft.com/office/drawing/2014/main" id="{CBE1467D-25BE-47D4-9246-E5F1E7A6D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953"/>
                <a:ext cx="47" cy="96"/>
              </a:xfrm>
              <a:custGeom>
                <a:avLst/>
                <a:gdLst>
                  <a:gd name="T0" fmla="*/ 275 w 19"/>
                  <a:gd name="T1" fmla="*/ 205 h 36"/>
                  <a:gd name="T2" fmla="*/ 166 w 19"/>
                  <a:gd name="T3" fmla="*/ 0 h 36"/>
                  <a:gd name="T4" fmla="*/ 153 w 19"/>
                  <a:gd name="T5" fmla="*/ 0 h 36"/>
                  <a:gd name="T6" fmla="*/ 121 w 19"/>
                  <a:gd name="T7" fmla="*/ 77 h 36"/>
                  <a:gd name="T8" fmla="*/ 30 w 19"/>
                  <a:gd name="T9" fmla="*/ 136 h 36"/>
                  <a:gd name="T10" fmla="*/ 0 w 19"/>
                  <a:gd name="T11" fmla="*/ 320 h 36"/>
                  <a:gd name="T12" fmla="*/ 62 w 19"/>
                  <a:gd name="T13" fmla="*/ 477 h 36"/>
                  <a:gd name="T14" fmla="*/ 30 w 19"/>
                  <a:gd name="T15" fmla="*/ 568 h 36"/>
                  <a:gd name="T16" fmla="*/ 42 w 19"/>
                  <a:gd name="T17" fmla="*/ 605 h 36"/>
                  <a:gd name="T18" fmla="*/ 245 w 19"/>
                  <a:gd name="T19" fmla="*/ 547 h 36"/>
                  <a:gd name="T20" fmla="*/ 275 w 19"/>
                  <a:gd name="T21" fmla="*/ 205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36">
                    <a:moveTo>
                      <a:pt x="18" y="11"/>
                    </a:moveTo>
                    <a:cubicBezTo>
                      <a:pt x="18" y="4"/>
                      <a:pt x="18" y="1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9" y="3"/>
                      <a:pt x="8" y="4"/>
                    </a:cubicBezTo>
                    <a:cubicBezTo>
                      <a:pt x="6" y="9"/>
                      <a:pt x="4" y="8"/>
                      <a:pt x="2" y="7"/>
                    </a:cubicBezTo>
                    <a:cubicBezTo>
                      <a:pt x="1" y="10"/>
                      <a:pt x="1" y="14"/>
                      <a:pt x="0" y="17"/>
                    </a:cubicBezTo>
                    <a:cubicBezTo>
                      <a:pt x="3" y="19"/>
                      <a:pt x="4" y="22"/>
                      <a:pt x="4" y="25"/>
                    </a:cubicBezTo>
                    <a:cubicBezTo>
                      <a:pt x="4" y="26"/>
                      <a:pt x="3" y="28"/>
                      <a:pt x="2" y="30"/>
                    </a:cubicBezTo>
                    <a:cubicBezTo>
                      <a:pt x="2" y="31"/>
                      <a:pt x="3" y="31"/>
                      <a:pt x="3" y="32"/>
                    </a:cubicBezTo>
                    <a:cubicBezTo>
                      <a:pt x="7" y="36"/>
                      <a:pt x="14" y="34"/>
                      <a:pt x="16" y="29"/>
                    </a:cubicBezTo>
                    <a:cubicBezTo>
                      <a:pt x="19" y="23"/>
                      <a:pt x="18" y="17"/>
                      <a:pt x="18" y="11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" name="Freeform 306">
                <a:extLst>
                  <a:ext uri="{FF2B5EF4-FFF2-40B4-BE49-F238E27FC236}">
                    <a16:creationId xmlns:a16="http://schemas.microsoft.com/office/drawing/2014/main" id="{74C36FD7-B727-4460-BB2B-EB82C53DC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977"/>
                <a:ext cx="7" cy="43"/>
              </a:xfrm>
              <a:custGeom>
                <a:avLst/>
                <a:gdLst>
                  <a:gd name="T0" fmla="*/ 12 w 3"/>
                  <a:gd name="T1" fmla="*/ 0 h 16"/>
                  <a:gd name="T2" fmla="*/ 0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1" y="0"/>
                    </a:moveTo>
                    <a:cubicBezTo>
                      <a:pt x="1" y="5"/>
                      <a:pt x="3" y="13"/>
                      <a:pt x="0" y="16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" name="Freeform 307">
                <a:extLst>
                  <a:ext uri="{FF2B5EF4-FFF2-40B4-BE49-F238E27FC236}">
                    <a16:creationId xmlns:a16="http://schemas.microsoft.com/office/drawing/2014/main" id="{1EA5A0C4-A182-47B0-8715-45484DD7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807"/>
                <a:ext cx="62" cy="58"/>
              </a:xfrm>
              <a:custGeom>
                <a:avLst/>
                <a:gdLst>
                  <a:gd name="T0" fmla="*/ 228 w 25"/>
                  <a:gd name="T1" fmla="*/ 76 h 22"/>
                  <a:gd name="T2" fmla="*/ 12 w 25"/>
                  <a:gd name="T3" fmla="*/ 166 h 22"/>
                  <a:gd name="T4" fmla="*/ 30 w 25"/>
                  <a:gd name="T5" fmla="*/ 403 h 22"/>
                  <a:gd name="T6" fmla="*/ 290 w 25"/>
                  <a:gd name="T7" fmla="*/ 258 h 22"/>
                  <a:gd name="T8" fmla="*/ 350 w 25"/>
                  <a:gd name="T9" fmla="*/ 277 h 22"/>
                  <a:gd name="T10" fmla="*/ 370 w 25"/>
                  <a:gd name="T11" fmla="*/ 124 h 22"/>
                  <a:gd name="T12" fmla="*/ 258 w 25"/>
                  <a:gd name="T13" fmla="*/ 0 h 22"/>
                  <a:gd name="T14" fmla="*/ 246 w 25"/>
                  <a:gd name="T15" fmla="*/ 0 h 22"/>
                  <a:gd name="T16" fmla="*/ 228 w 25"/>
                  <a:gd name="T17" fmla="*/ 76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22">
                    <a:moveTo>
                      <a:pt x="15" y="4"/>
                    </a:moveTo>
                    <a:cubicBezTo>
                      <a:pt x="12" y="8"/>
                      <a:pt x="6" y="9"/>
                      <a:pt x="1" y="9"/>
                    </a:cubicBezTo>
                    <a:cubicBezTo>
                      <a:pt x="0" y="14"/>
                      <a:pt x="1" y="18"/>
                      <a:pt x="2" y="22"/>
                    </a:cubicBezTo>
                    <a:cubicBezTo>
                      <a:pt x="8" y="18"/>
                      <a:pt x="17" y="14"/>
                      <a:pt x="19" y="14"/>
                    </a:cubicBezTo>
                    <a:cubicBezTo>
                      <a:pt x="20" y="14"/>
                      <a:pt x="21" y="14"/>
                      <a:pt x="23" y="15"/>
                    </a:cubicBezTo>
                    <a:cubicBezTo>
                      <a:pt x="24" y="12"/>
                      <a:pt x="25" y="9"/>
                      <a:pt x="24" y="7"/>
                    </a:cubicBezTo>
                    <a:cubicBezTo>
                      <a:pt x="24" y="3"/>
                      <a:pt x="20" y="2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5" y="3"/>
                      <a:pt x="15" y="4"/>
                    </a:cubicBezTo>
                    <a:close/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" name="Freeform 308">
                <a:extLst>
                  <a:ext uri="{FF2B5EF4-FFF2-40B4-BE49-F238E27FC236}">
                    <a16:creationId xmlns:a16="http://schemas.microsoft.com/office/drawing/2014/main" id="{5AECFDEB-315D-491F-A7E0-1B82FEF4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919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" name="Freeform 309">
                <a:extLst>
                  <a:ext uri="{FF2B5EF4-FFF2-40B4-BE49-F238E27FC236}">
                    <a16:creationId xmlns:a16="http://schemas.microsoft.com/office/drawing/2014/main" id="{DF656393-AE20-405A-B7CB-A1D5A12A7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689"/>
                <a:ext cx="58" cy="64"/>
              </a:xfrm>
              <a:custGeom>
                <a:avLst/>
                <a:gdLst>
                  <a:gd name="T0" fmla="*/ 159 w 23"/>
                  <a:gd name="T1" fmla="*/ 397 h 24"/>
                  <a:gd name="T2" fmla="*/ 255 w 23"/>
                  <a:gd name="T3" fmla="*/ 205 h 24"/>
                  <a:gd name="T4" fmla="*/ 368 w 23"/>
                  <a:gd name="T5" fmla="*/ 171 h 24"/>
                  <a:gd name="T6" fmla="*/ 368 w 23"/>
                  <a:gd name="T7" fmla="*/ 149 h 24"/>
                  <a:gd name="T8" fmla="*/ 0 w 23"/>
                  <a:gd name="T9" fmla="*/ 77 h 24"/>
                  <a:gd name="T10" fmla="*/ 0 w 23"/>
                  <a:gd name="T11" fmla="*/ 77 h 24"/>
                  <a:gd name="T12" fmla="*/ 63 w 23"/>
                  <a:gd name="T13" fmla="*/ 136 h 24"/>
                  <a:gd name="T14" fmla="*/ 83 w 23"/>
                  <a:gd name="T15" fmla="*/ 341 h 24"/>
                  <a:gd name="T16" fmla="*/ 20 w 23"/>
                  <a:gd name="T17" fmla="*/ 456 h 24"/>
                  <a:gd name="T18" fmla="*/ 83 w 23"/>
                  <a:gd name="T19" fmla="*/ 456 h 24"/>
                  <a:gd name="T20" fmla="*/ 146 w 23"/>
                  <a:gd name="T21" fmla="*/ 435 h 24"/>
                  <a:gd name="T22" fmla="*/ 179 w 23"/>
                  <a:gd name="T23" fmla="*/ 435 h 24"/>
                  <a:gd name="T24" fmla="*/ 159 w 23"/>
                  <a:gd name="T25" fmla="*/ 397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24">
                    <a:moveTo>
                      <a:pt x="10" y="21"/>
                    </a:moveTo>
                    <a:cubicBezTo>
                      <a:pt x="9" y="16"/>
                      <a:pt x="12" y="13"/>
                      <a:pt x="16" y="11"/>
                    </a:cubicBezTo>
                    <a:cubicBezTo>
                      <a:pt x="18" y="10"/>
                      <a:pt x="21" y="9"/>
                      <a:pt x="23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18" y="0"/>
                      <a:pt x="7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7" y="10"/>
                      <a:pt x="8" y="13"/>
                      <a:pt x="5" y="18"/>
                    </a:cubicBezTo>
                    <a:cubicBezTo>
                      <a:pt x="4" y="21"/>
                      <a:pt x="3" y="23"/>
                      <a:pt x="1" y="24"/>
                    </a:cubicBezTo>
                    <a:cubicBezTo>
                      <a:pt x="2" y="24"/>
                      <a:pt x="4" y="24"/>
                      <a:pt x="5" y="24"/>
                    </a:cubicBezTo>
                    <a:cubicBezTo>
                      <a:pt x="6" y="24"/>
                      <a:pt x="8" y="23"/>
                      <a:pt x="9" y="23"/>
                    </a:cubicBezTo>
                    <a:cubicBezTo>
                      <a:pt x="10" y="23"/>
                      <a:pt x="10" y="23"/>
                      <a:pt x="11" y="23"/>
                    </a:cubicBezTo>
                    <a:cubicBezTo>
                      <a:pt x="11" y="23"/>
                      <a:pt x="10" y="22"/>
                      <a:pt x="10" y="21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" name="Freeform 310">
                <a:extLst>
                  <a:ext uri="{FF2B5EF4-FFF2-40B4-BE49-F238E27FC236}">
                    <a16:creationId xmlns:a16="http://schemas.microsoft.com/office/drawing/2014/main" id="{7DF7BB25-9B1C-4ACA-9BC9-8A80DD40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948"/>
                <a:ext cx="60" cy="80"/>
              </a:xfrm>
              <a:custGeom>
                <a:avLst/>
                <a:gdLst>
                  <a:gd name="T0" fmla="*/ 333 w 24"/>
                  <a:gd name="T1" fmla="*/ 419 h 30"/>
                  <a:gd name="T2" fmla="*/ 375 w 24"/>
                  <a:gd name="T3" fmla="*/ 341 h 30"/>
                  <a:gd name="T4" fmla="*/ 363 w 24"/>
                  <a:gd name="T5" fmla="*/ 307 h 30"/>
                  <a:gd name="T6" fmla="*/ 313 w 24"/>
                  <a:gd name="T7" fmla="*/ 35 h 30"/>
                  <a:gd name="T8" fmla="*/ 250 w 24"/>
                  <a:gd name="T9" fmla="*/ 0 h 30"/>
                  <a:gd name="T10" fmla="*/ 125 w 24"/>
                  <a:gd name="T11" fmla="*/ 93 h 30"/>
                  <a:gd name="T12" fmla="*/ 83 w 24"/>
                  <a:gd name="T13" fmla="*/ 93 h 30"/>
                  <a:gd name="T14" fmla="*/ 0 w 24"/>
                  <a:gd name="T15" fmla="*/ 248 h 30"/>
                  <a:gd name="T16" fmla="*/ 83 w 24"/>
                  <a:gd name="T17" fmla="*/ 547 h 30"/>
                  <a:gd name="T18" fmla="*/ 95 w 24"/>
                  <a:gd name="T19" fmla="*/ 568 h 30"/>
                  <a:gd name="T20" fmla="*/ 300 w 24"/>
                  <a:gd name="T21" fmla="*/ 435 h 30"/>
                  <a:gd name="T22" fmla="*/ 333 w 24"/>
                  <a:gd name="T23" fmla="*/ 419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30">
                    <a:moveTo>
                      <a:pt x="21" y="22"/>
                    </a:moveTo>
                    <a:cubicBezTo>
                      <a:pt x="22" y="21"/>
                      <a:pt x="23" y="19"/>
                      <a:pt x="24" y="18"/>
                    </a:cubicBezTo>
                    <a:cubicBezTo>
                      <a:pt x="23" y="17"/>
                      <a:pt x="23" y="16"/>
                      <a:pt x="23" y="16"/>
                    </a:cubicBezTo>
                    <a:cubicBezTo>
                      <a:pt x="20" y="12"/>
                      <a:pt x="18" y="7"/>
                      <a:pt x="20" y="2"/>
                    </a:cubicBezTo>
                    <a:cubicBezTo>
                      <a:pt x="19" y="1"/>
                      <a:pt x="17" y="0"/>
                      <a:pt x="16" y="0"/>
                    </a:cubicBezTo>
                    <a:cubicBezTo>
                      <a:pt x="15" y="4"/>
                      <a:pt x="13" y="4"/>
                      <a:pt x="8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3" y="7"/>
                      <a:pt x="1" y="10"/>
                      <a:pt x="0" y="13"/>
                    </a:cubicBezTo>
                    <a:cubicBezTo>
                      <a:pt x="4" y="16"/>
                      <a:pt x="5" y="23"/>
                      <a:pt x="5" y="29"/>
                    </a:cubicBezTo>
                    <a:cubicBezTo>
                      <a:pt x="5" y="29"/>
                      <a:pt x="5" y="29"/>
                      <a:pt x="6" y="30"/>
                    </a:cubicBezTo>
                    <a:cubicBezTo>
                      <a:pt x="10" y="27"/>
                      <a:pt x="15" y="24"/>
                      <a:pt x="19" y="23"/>
                    </a:cubicBezTo>
                    <a:cubicBezTo>
                      <a:pt x="20" y="22"/>
                      <a:pt x="20" y="22"/>
                      <a:pt x="21" y="22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" name="Freeform 311">
                <a:extLst>
                  <a:ext uri="{FF2B5EF4-FFF2-40B4-BE49-F238E27FC236}">
                    <a16:creationId xmlns:a16="http://schemas.microsoft.com/office/drawing/2014/main" id="{93B95AD8-CF6B-4DD1-B789-B544B8632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972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3" y="1"/>
                      <a:pt x="7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" name="Freeform 312">
                <a:extLst>
                  <a:ext uri="{FF2B5EF4-FFF2-40B4-BE49-F238E27FC236}">
                    <a16:creationId xmlns:a16="http://schemas.microsoft.com/office/drawing/2014/main" id="{83FCD702-9EB9-40DC-9D72-0FC90B807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111"/>
                <a:ext cx="25" cy="5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2"/>
                      <a:pt x="7" y="1"/>
                      <a:pt x="10" y="1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" name="Freeform 313">
                <a:extLst>
                  <a:ext uri="{FF2B5EF4-FFF2-40B4-BE49-F238E27FC236}">
                    <a16:creationId xmlns:a16="http://schemas.microsoft.com/office/drawing/2014/main" id="{F9A88B17-4CC0-436B-9A52-EEC648E22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007"/>
                <a:ext cx="83" cy="77"/>
              </a:xfrm>
              <a:custGeom>
                <a:avLst/>
                <a:gdLst>
                  <a:gd name="T0" fmla="*/ 317 w 33"/>
                  <a:gd name="T1" fmla="*/ 542 h 29"/>
                  <a:gd name="T2" fmla="*/ 506 w 33"/>
                  <a:gd name="T3" fmla="*/ 486 h 29"/>
                  <a:gd name="T4" fmla="*/ 526 w 33"/>
                  <a:gd name="T5" fmla="*/ 374 h 29"/>
                  <a:gd name="T6" fmla="*/ 493 w 33"/>
                  <a:gd name="T7" fmla="*/ 396 h 29"/>
                  <a:gd name="T8" fmla="*/ 241 w 33"/>
                  <a:gd name="T9" fmla="*/ 56 h 29"/>
                  <a:gd name="T10" fmla="*/ 33 w 33"/>
                  <a:gd name="T11" fmla="*/ 56 h 29"/>
                  <a:gd name="T12" fmla="*/ 20 w 33"/>
                  <a:gd name="T13" fmla="*/ 316 h 29"/>
                  <a:gd name="T14" fmla="*/ 272 w 33"/>
                  <a:gd name="T15" fmla="*/ 542 h 29"/>
                  <a:gd name="T16" fmla="*/ 317 w 33"/>
                  <a:gd name="T17" fmla="*/ 542 h 29"/>
                  <a:gd name="T18" fmla="*/ 317 w 33"/>
                  <a:gd name="T19" fmla="*/ 542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9">
                    <a:moveTo>
                      <a:pt x="20" y="29"/>
                    </a:moveTo>
                    <a:cubicBezTo>
                      <a:pt x="23" y="26"/>
                      <a:pt x="28" y="26"/>
                      <a:pt x="32" y="26"/>
                    </a:cubicBezTo>
                    <a:cubicBezTo>
                      <a:pt x="33" y="25"/>
                      <a:pt x="33" y="23"/>
                      <a:pt x="33" y="20"/>
                    </a:cubicBezTo>
                    <a:cubicBezTo>
                      <a:pt x="32" y="20"/>
                      <a:pt x="32" y="21"/>
                      <a:pt x="31" y="21"/>
                    </a:cubicBezTo>
                    <a:cubicBezTo>
                      <a:pt x="26" y="21"/>
                      <a:pt x="16" y="10"/>
                      <a:pt x="15" y="3"/>
                    </a:cubicBezTo>
                    <a:cubicBezTo>
                      <a:pt x="11" y="1"/>
                      <a:pt x="5" y="0"/>
                      <a:pt x="2" y="3"/>
                    </a:cubicBezTo>
                    <a:cubicBezTo>
                      <a:pt x="0" y="5"/>
                      <a:pt x="0" y="13"/>
                      <a:pt x="1" y="17"/>
                    </a:cubicBezTo>
                    <a:cubicBezTo>
                      <a:pt x="3" y="26"/>
                      <a:pt x="8" y="29"/>
                      <a:pt x="17" y="29"/>
                    </a:cubicBezTo>
                    <a:cubicBezTo>
                      <a:pt x="18" y="29"/>
                      <a:pt x="19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" name="Freeform 314">
                <a:extLst>
                  <a:ext uri="{FF2B5EF4-FFF2-40B4-BE49-F238E27FC236}">
                    <a16:creationId xmlns:a16="http://schemas.microsoft.com/office/drawing/2014/main" id="{74EBC740-2AB5-4433-A303-509C0611A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031"/>
                <a:ext cx="7" cy="29"/>
              </a:xfrm>
              <a:custGeom>
                <a:avLst/>
                <a:gdLst>
                  <a:gd name="T0" fmla="*/ 28 w 3"/>
                  <a:gd name="T1" fmla="*/ 0 h 11"/>
                  <a:gd name="T2" fmla="*/ 37 w 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0" y="2"/>
                      <a:pt x="0" y="9"/>
                      <a:pt x="3" y="11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" name="Freeform 315">
                <a:extLst>
                  <a:ext uri="{FF2B5EF4-FFF2-40B4-BE49-F238E27FC236}">
                    <a16:creationId xmlns:a16="http://schemas.microsoft.com/office/drawing/2014/main" id="{8E32862C-F550-4241-98CF-DF5632AB4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959"/>
                <a:ext cx="5" cy="18"/>
              </a:xfrm>
              <a:custGeom>
                <a:avLst/>
                <a:gdLst>
                  <a:gd name="T0" fmla="*/ 33 w 2"/>
                  <a:gd name="T1" fmla="*/ 0 h 7"/>
                  <a:gd name="T2" fmla="*/ 20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" name="Freeform 316">
                <a:extLst>
                  <a:ext uri="{FF2B5EF4-FFF2-40B4-BE49-F238E27FC236}">
                    <a16:creationId xmlns:a16="http://schemas.microsoft.com/office/drawing/2014/main" id="{61D3F580-E313-4402-B51E-329124A75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124"/>
                <a:ext cx="75" cy="51"/>
              </a:xfrm>
              <a:custGeom>
                <a:avLst/>
                <a:gdLst>
                  <a:gd name="T0" fmla="*/ 458 w 30"/>
                  <a:gd name="T1" fmla="*/ 217 h 19"/>
                  <a:gd name="T2" fmla="*/ 470 w 30"/>
                  <a:gd name="T3" fmla="*/ 172 h 19"/>
                  <a:gd name="T4" fmla="*/ 425 w 30"/>
                  <a:gd name="T5" fmla="*/ 172 h 19"/>
                  <a:gd name="T6" fmla="*/ 145 w 30"/>
                  <a:gd name="T7" fmla="*/ 0 h 19"/>
                  <a:gd name="T8" fmla="*/ 145 w 30"/>
                  <a:gd name="T9" fmla="*/ 0 h 19"/>
                  <a:gd name="T10" fmla="*/ 0 w 30"/>
                  <a:gd name="T11" fmla="*/ 56 h 19"/>
                  <a:gd name="T12" fmla="*/ 0 w 30"/>
                  <a:gd name="T13" fmla="*/ 81 h 19"/>
                  <a:gd name="T14" fmla="*/ 125 w 30"/>
                  <a:gd name="T15" fmla="*/ 330 h 19"/>
                  <a:gd name="T16" fmla="*/ 158 w 30"/>
                  <a:gd name="T17" fmla="*/ 368 h 19"/>
                  <a:gd name="T18" fmla="*/ 458 w 30"/>
                  <a:gd name="T19" fmla="*/ 217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19">
                    <a:moveTo>
                      <a:pt x="29" y="11"/>
                    </a:moveTo>
                    <a:cubicBezTo>
                      <a:pt x="30" y="11"/>
                      <a:pt x="30" y="10"/>
                      <a:pt x="30" y="9"/>
                    </a:cubicBezTo>
                    <a:cubicBezTo>
                      <a:pt x="29" y="9"/>
                      <a:pt x="28" y="9"/>
                      <a:pt x="27" y="9"/>
                    </a:cubicBezTo>
                    <a:cubicBezTo>
                      <a:pt x="20" y="7"/>
                      <a:pt x="13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3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8"/>
                      <a:pt x="3" y="13"/>
                      <a:pt x="8" y="17"/>
                    </a:cubicBezTo>
                    <a:cubicBezTo>
                      <a:pt x="8" y="18"/>
                      <a:pt x="9" y="18"/>
                      <a:pt x="10" y="19"/>
                    </a:cubicBezTo>
                    <a:cubicBezTo>
                      <a:pt x="12" y="14"/>
                      <a:pt x="21" y="12"/>
                      <a:pt x="29" y="11"/>
                    </a:cubicBezTo>
                    <a:close/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" name="Freeform 317">
                <a:extLst>
                  <a:ext uri="{FF2B5EF4-FFF2-40B4-BE49-F238E27FC236}">
                    <a16:creationId xmlns:a16="http://schemas.microsoft.com/office/drawing/2014/main" id="{3F0A24F0-BF16-4E83-84A3-F64FFB786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228"/>
                <a:ext cx="80" cy="64"/>
              </a:xfrm>
              <a:custGeom>
                <a:avLst/>
                <a:gdLst>
                  <a:gd name="T0" fmla="*/ 283 w 32"/>
                  <a:gd name="T1" fmla="*/ 0 h 24"/>
                  <a:gd name="T2" fmla="*/ 50 w 32"/>
                  <a:gd name="T3" fmla="*/ 115 h 24"/>
                  <a:gd name="T4" fmla="*/ 20 w 32"/>
                  <a:gd name="T5" fmla="*/ 397 h 24"/>
                  <a:gd name="T6" fmla="*/ 395 w 32"/>
                  <a:gd name="T7" fmla="*/ 456 h 24"/>
                  <a:gd name="T8" fmla="*/ 283 w 3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18" y="0"/>
                    </a:moveTo>
                    <a:cubicBezTo>
                      <a:pt x="12" y="0"/>
                      <a:pt x="6" y="0"/>
                      <a:pt x="3" y="6"/>
                    </a:cubicBezTo>
                    <a:cubicBezTo>
                      <a:pt x="1" y="9"/>
                      <a:pt x="0" y="16"/>
                      <a:pt x="1" y="21"/>
                    </a:cubicBezTo>
                    <a:cubicBezTo>
                      <a:pt x="9" y="22"/>
                      <a:pt x="17" y="23"/>
                      <a:pt x="25" y="24"/>
                    </a:cubicBezTo>
                    <a:cubicBezTo>
                      <a:pt x="28" y="14"/>
                      <a:pt x="32" y="0"/>
                      <a:pt x="18" y="0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" name="Freeform 318">
                <a:extLst>
                  <a:ext uri="{FF2B5EF4-FFF2-40B4-BE49-F238E27FC236}">
                    <a16:creationId xmlns:a16="http://schemas.microsoft.com/office/drawing/2014/main" id="{125A719B-4C08-4B1C-A906-15CC333C1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215"/>
                <a:ext cx="20" cy="18"/>
              </a:xfrm>
              <a:custGeom>
                <a:avLst/>
                <a:gdLst>
                  <a:gd name="T0" fmla="*/ 0 w 8"/>
                  <a:gd name="T1" fmla="*/ 118 h 7"/>
                  <a:gd name="T2" fmla="*/ 125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5" y="7"/>
                      <a:pt x="7" y="5"/>
                      <a:pt x="8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" name="Freeform 319">
                <a:extLst>
                  <a:ext uri="{FF2B5EF4-FFF2-40B4-BE49-F238E27FC236}">
                    <a16:creationId xmlns:a16="http://schemas.microsoft.com/office/drawing/2014/main" id="{4B62EFAF-FA6C-429D-9819-E7F01370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247"/>
                <a:ext cx="33" cy="8"/>
              </a:xfrm>
              <a:custGeom>
                <a:avLst/>
                <a:gdLst>
                  <a:gd name="T0" fmla="*/ 213 w 13"/>
                  <a:gd name="T1" fmla="*/ 21 h 3"/>
                  <a:gd name="T2" fmla="*/ 0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13" y="1"/>
                    </a:moveTo>
                    <a:cubicBezTo>
                      <a:pt x="8" y="1"/>
                      <a:pt x="4" y="0"/>
                      <a:pt x="0" y="3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" name="Freeform 320">
                <a:extLst>
                  <a:ext uri="{FF2B5EF4-FFF2-40B4-BE49-F238E27FC236}">
                    <a16:creationId xmlns:a16="http://schemas.microsoft.com/office/drawing/2014/main" id="{FAF8C411-F086-4759-B719-06A457DD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188"/>
                <a:ext cx="93" cy="72"/>
              </a:xfrm>
              <a:custGeom>
                <a:avLst/>
                <a:gdLst>
                  <a:gd name="T0" fmla="*/ 555 w 37"/>
                  <a:gd name="T1" fmla="*/ 149 h 27"/>
                  <a:gd name="T2" fmla="*/ 555 w 37"/>
                  <a:gd name="T3" fmla="*/ 149 h 27"/>
                  <a:gd name="T4" fmla="*/ 505 w 37"/>
                  <a:gd name="T5" fmla="*/ 171 h 27"/>
                  <a:gd name="T6" fmla="*/ 304 w 37"/>
                  <a:gd name="T7" fmla="*/ 0 h 27"/>
                  <a:gd name="T8" fmla="*/ 284 w 37"/>
                  <a:gd name="T9" fmla="*/ 0 h 27"/>
                  <a:gd name="T10" fmla="*/ 33 w 37"/>
                  <a:gd name="T11" fmla="*/ 320 h 27"/>
                  <a:gd name="T12" fmla="*/ 96 w 37"/>
                  <a:gd name="T13" fmla="*/ 512 h 27"/>
                  <a:gd name="T14" fmla="*/ 588 w 37"/>
                  <a:gd name="T15" fmla="*/ 248 h 27"/>
                  <a:gd name="T16" fmla="*/ 555 w 37"/>
                  <a:gd name="T17" fmla="*/ 14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7">
                    <a:moveTo>
                      <a:pt x="35" y="8"/>
                    </a:moveTo>
                    <a:cubicBezTo>
                      <a:pt x="35" y="8"/>
                      <a:pt x="35" y="8"/>
                      <a:pt x="35" y="8"/>
                    </a:cubicBezTo>
                    <a:cubicBezTo>
                      <a:pt x="34" y="9"/>
                      <a:pt x="33" y="9"/>
                      <a:pt x="32" y="9"/>
                    </a:cubicBezTo>
                    <a:cubicBezTo>
                      <a:pt x="25" y="10"/>
                      <a:pt x="22" y="5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3"/>
                      <a:pt x="0" y="8"/>
                      <a:pt x="2" y="17"/>
                    </a:cubicBezTo>
                    <a:cubicBezTo>
                      <a:pt x="3" y="20"/>
                      <a:pt x="4" y="24"/>
                      <a:pt x="6" y="27"/>
                    </a:cubicBezTo>
                    <a:cubicBezTo>
                      <a:pt x="17" y="23"/>
                      <a:pt x="28" y="18"/>
                      <a:pt x="37" y="13"/>
                    </a:cubicBezTo>
                    <a:cubicBezTo>
                      <a:pt x="37" y="11"/>
                      <a:pt x="36" y="10"/>
                      <a:pt x="35" y="8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" name="Freeform 321">
                <a:extLst>
                  <a:ext uri="{FF2B5EF4-FFF2-40B4-BE49-F238E27FC236}">
                    <a16:creationId xmlns:a16="http://schemas.microsoft.com/office/drawing/2014/main" id="{D4F9EA16-2422-4042-AAF8-B87AC4D27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217"/>
                <a:ext cx="8" cy="22"/>
              </a:xfrm>
              <a:custGeom>
                <a:avLst/>
                <a:gdLst>
                  <a:gd name="T0" fmla="*/ 35 w 3"/>
                  <a:gd name="T1" fmla="*/ 0 h 8"/>
                  <a:gd name="T2" fmla="*/ 56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0" y="2"/>
                      <a:pt x="1" y="6"/>
                      <a:pt x="3" y="8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" name="Freeform 322">
                <a:extLst>
                  <a:ext uri="{FF2B5EF4-FFF2-40B4-BE49-F238E27FC236}">
                    <a16:creationId xmlns:a16="http://schemas.microsoft.com/office/drawing/2014/main" id="{3B3B1B51-AD37-43D6-892A-075FCD70C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076"/>
                <a:ext cx="80" cy="91"/>
              </a:xfrm>
              <a:custGeom>
                <a:avLst/>
                <a:gdLst>
                  <a:gd name="T0" fmla="*/ 363 w 32"/>
                  <a:gd name="T1" fmla="*/ 35 h 34"/>
                  <a:gd name="T2" fmla="*/ 175 w 32"/>
                  <a:gd name="T3" fmla="*/ 94 h 34"/>
                  <a:gd name="T4" fmla="*/ 50 w 32"/>
                  <a:gd name="T5" fmla="*/ 517 h 34"/>
                  <a:gd name="T6" fmla="*/ 175 w 32"/>
                  <a:gd name="T7" fmla="*/ 653 h 34"/>
                  <a:gd name="T8" fmla="*/ 238 w 32"/>
                  <a:gd name="T9" fmla="*/ 632 h 34"/>
                  <a:gd name="T10" fmla="*/ 500 w 32"/>
                  <a:gd name="T11" fmla="*/ 252 h 34"/>
                  <a:gd name="T12" fmla="*/ 363 w 32"/>
                  <a:gd name="T13" fmla="*/ 3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4">
                    <a:moveTo>
                      <a:pt x="23" y="2"/>
                    </a:moveTo>
                    <a:cubicBezTo>
                      <a:pt x="19" y="0"/>
                      <a:pt x="14" y="1"/>
                      <a:pt x="11" y="5"/>
                    </a:cubicBezTo>
                    <a:cubicBezTo>
                      <a:pt x="5" y="11"/>
                      <a:pt x="0" y="18"/>
                      <a:pt x="3" y="27"/>
                    </a:cubicBezTo>
                    <a:cubicBezTo>
                      <a:pt x="4" y="30"/>
                      <a:pt x="7" y="34"/>
                      <a:pt x="11" y="34"/>
                    </a:cubicBezTo>
                    <a:cubicBezTo>
                      <a:pt x="12" y="34"/>
                      <a:pt x="14" y="33"/>
                      <a:pt x="15" y="33"/>
                    </a:cubicBezTo>
                    <a:cubicBezTo>
                      <a:pt x="21" y="27"/>
                      <a:pt x="27" y="20"/>
                      <a:pt x="32" y="13"/>
                    </a:cubicBezTo>
                    <a:cubicBezTo>
                      <a:pt x="31" y="9"/>
                      <a:pt x="28" y="5"/>
                      <a:pt x="23" y="2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" name="Freeform 323">
                <a:extLst>
                  <a:ext uri="{FF2B5EF4-FFF2-40B4-BE49-F238E27FC236}">
                    <a16:creationId xmlns:a16="http://schemas.microsoft.com/office/drawing/2014/main" id="{8D206D67-9910-4F72-9352-E326BF99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100"/>
                <a:ext cx="27" cy="11"/>
              </a:xfrm>
              <a:custGeom>
                <a:avLst/>
                <a:gdLst>
                  <a:gd name="T0" fmla="*/ 162 w 11"/>
                  <a:gd name="T1" fmla="*/ 83 h 4"/>
                  <a:gd name="T2" fmla="*/ 0 w 1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9" y="2"/>
                      <a:pt x="5" y="0"/>
                      <a:pt x="0" y="4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" name="Freeform 324">
                <a:extLst>
                  <a:ext uri="{FF2B5EF4-FFF2-40B4-BE49-F238E27FC236}">
                    <a16:creationId xmlns:a16="http://schemas.microsoft.com/office/drawing/2014/main" id="{4EEDE5D9-3E12-49B6-BA45-31E23513A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036"/>
                <a:ext cx="47" cy="75"/>
              </a:xfrm>
              <a:custGeom>
                <a:avLst/>
                <a:gdLst>
                  <a:gd name="T0" fmla="*/ 228 w 19"/>
                  <a:gd name="T1" fmla="*/ 0 h 28"/>
                  <a:gd name="T2" fmla="*/ 195 w 19"/>
                  <a:gd name="T3" fmla="*/ 0 h 28"/>
                  <a:gd name="T4" fmla="*/ 62 w 19"/>
                  <a:gd name="T5" fmla="*/ 35 h 28"/>
                  <a:gd name="T6" fmla="*/ 12 w 19"/>
                  <a:gd name="T7" fmla="*/ 329 h 28"/>
                  <a:gd name="T8" fmla="*/ 12 w 19"/>
                  <a:gd name="T9" fmla="*/ 329 h 28"/>
                  <a:gd name="T10" fmla="*/ 153 w 19"/>
                  <a:gd name="T11" fmla="*/ 538 h 28"/>
                  <a:gd name="T12" fmla="*/ 153 w 19"/>
                  <a:gd name="T13" fmla="*/ 538 h 28"/>
                  <a:gd name="T14" fmla="*/ 257 w 19"/>
                  <a:gd name="T15" fmla="*/ 329 h 28"/>
                  <a:gd name="T16" fmla="*/ 228 w 19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8">
                    <a:moveTo>
                      <a:pt x="15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0" y="3"/>
                      <a:pt x="7" y="3"/>
                      <a:pt x="4" y="2"/>
                    </a:cubicBezTo>
                    <a:cubicBezTo>
                      <a:pt x="2" y="6"/>
                      <a:pt x="0" y="12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6" y="20"/>
                      <a:pt x="9" y="24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3" y="25"/>
                      <a:pt x="15" y="21"/>
                      <a:pt x="17" y="17"/>
                    </a:cubicBezTo>
                    <a:cubicBezTo>
                      <a:pt x="18" y="11"/>
                      <a:pt x="19" y="3"/>
                      <a:pt x="15" y="0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" name="Freeform 325">
                <a:extLst>
                  <a:ext uri="{FF2B5EF4-FFF2-40B4-BE49-F238E27FC236}">
                    <a16:creationId xmlns:a16="http://schemas.microsoft.com/office/drawing/2014/main" id="{9B585F33-A456-4EC5-9599-236B6E366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204"/>
                <a:ext cx="72" cy="83"/>
              </a:xfrm>
              <a:custGeom>
                <a:avLst/>
                <a:gdLst>
                  <a:gd name="T0" fmla="*/ 308 w 29"/>
                  <a:gd name="T1" fmla="*/ 0 h 31"/>
                  <a:gd name="T2" fmla="*/ 137 w 29"/>
                  <a:gd name="T3" fmla="*/ 35 h 31"/>
                  <a:gd name="T4" fmla="*/ 137 w 29"/>
                  <a:gd name="T5" fmla="*/ 35 h 31"/>
                  <a:gd name="T6" fmla="*/ 12 w 29"/>
                  <a:gd name="T7" fmla="*/ 479 h 31"/>
                  <a:gd name="T8" fmla="*/ 412 w 29"/>
                  <a:gd name="T9" fmla="*/ 444 h 31"/>
                  <a:gd name="T10" fmla="*/ 308 w 29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16" y="3"/>
                      <a:pt x="13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4" y="8"/>
                      <a:pt x="0" y="19"/>
                      <a:pt x="1" y="25"/>
                    </a:cubicBezTo>
                    <a:cubicBezTo>
                      <a:pt x="3" y="31"/>
                      <a:pt x="24" y="29"/>
                      <a:pt x="27" y="23"/>
                    </a:cubicBezTo>
                    <a:cubicBezTo>
                      <a:pt x="29" y="18"/>
                      <a:pt x="23" y="5"/>
                      <a:pt x="20" y="0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" name="Freeform 326">
                <a:extLst>
                  <a:ext uri="{FF2B5EF4-FFF2-40B4-BE49-F238E27FC236}">
                    <a16:creationId xmlns:a16="http://schemas.microsoft.com/office/drawing/2014/main" id="{61D2D275-56AB-4003-A1CA-796AA374C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255"/>
                <a:ext cx="27" cy="8"/>
              </a:xfrm>
              <a:custGeom>
                <a:avLst/>
                <a:gdLst>
                  <a:gd name="T0" fmla="*/ 0 w 11"/>
                  <a:gd name="T1" fmla="*/ 0 h 3"/>
                  <a:gd name="T2" fmla="*/ 162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5" y="2"/>
                      <a:pt x="7" y="3"/>
                      <a:pt x="11" y="0"/>
                    </a:cubicBezTo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" name="Freeform 327">
                <a:extLst>
                  <a:ext uri="{FF2B5EF4-FFF2-40B4-BE49-F238E27FC236}">
                    <a16:creationId xmlns:a16="http://schemas.microsoft.com/office/drawing/2014/main" id="{8A187F5D-C8AF-4075-882E-0432627D3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209"/>
                <a:ext cx="48" cy="75"/>
              </a:xfrm>
              <a:custGeom>
                <a:avLst/>
                <a:gdLst>
                  <a:gd name="T0" fmla="*/ 222 w 19"/>
                  <a:gd name="T1" fmla="*/ 0 h 28"/>
                  <a:gd name="T2" fmla="*/ 210 w 19"/>
                  <a:gd name="T3" fmla="*/ 0 h 28"/>
                  <a:gd name="T4" fmla="*/ 129 w 19"/>
                  <a:gd name="T5" fmla="*/ 252 h 28"/>
                  <a:gd name="T6" fmla="*/ 0 w 19"/>
                  <a:gd name="T7" fmla="*/ 423 h 28"/>
                  <a:gd name="T8" fmla="*/ 147 w 19"/>
                  <a:gd name="T9" fmla="*/ 538 h 28"/>
                  <a:gd name="T10" fmla="*/ 275 w 19"/>
                  <a:gd name="T11" fmla="*/ 517 h 28"/>
                  <a:gd name="T12" fmla="*/ 288 w 19"/>
                  <a:gd name="T13" fmla="*/ 504 h 28"/>
                  <a:gd name="T14" fmla="*/ 222 w 19"/>
                  <a:gd name="T15" fmla="*/ 445 h 28"/>
                  <a:gd name="T16" fmla="*/ 306 w 19"/>
                  <a:gd name="T17" fmla="*/ 78 h 28"/>
                  <a:gd name="T18" fmla="*/ 222 w 1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28">
                    <a:moveTo>
                      <a:pt x="14" y="0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4" y="4"/>
                      <a:pt x="10" y="10"/>
                      <a:pt x="8" y="13"/>
                    </a:cubicBezTo>
                    <a:cubicBezTo>
                      <a:pt x="6" y="16"/>
                      <a:pt x="3" y="21"/>
                      <a:pt x="0" y="22"/>
                    </a:cubicBezTo>
                    <a:cubicBezTo>
                      <a:pt x="1" y="25"/>
                      <a:pt x="5" y="27"/>
                      <a:pt x="9" y="28"/>
                    </a:cubicBezTo>
                    <a:cubicBezTo>
                      <a:pt x="12" y="28"/>
                      <a:pt x="14" y="27"/>
                      <a:pt x="17" y="27"/>
                    </a:cubicBezTo>
                    <a:cubicBezTo>
                      <a:pt x="17" y="27"/>
                      <a:pt x="18" y="26"/>
                      <a:pt x="18" y="26"/>
                    </a:cubicBezTo>
                    <a:cubicBezTo>
                      <a:pt x="16" y="25"/>
                      <a:pt x="15" y="24"/>
                      <a:pt x="14" y="23"/>
                    </a:cubicBezTo>
                    <a:cubicBezTo>
                      <a:pt x="13" y="18"/>
                      <a:pt x="16" y="9"/>
                      <a:pt x="19" y="4"/>
                    </a:cubicBezTo>
                    <a:cubicBezTo>
                      <a:pt x="18" y="2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" name="Freeform 328">
                <a:extLst>
                  <a:ext uri="{FF2B5EF4-FFF2-40B4-BE49-F238E27FC236}">
                    <a16:creationId xmlns:a16="http://schemas.microsoft.com/office/drawing/2014/main" id="{21643955-0A9C-4FA2-93F2-4B84A3876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225"/>
                <a:ext cx="47" cy="72"/>
              </a:xfrm>
              <a:custGeom>
                <a:avLst/>
                <a:gdLst>
                  <a:gd name="T0" fmla="*/ 166 w 19"/>
                  <a:gd name="T1" fmla="*/ 227 h 27"/>
                  <a:gd name="T2" fmla="*/ 134 w 19"/>
                  <a:gd name="T3" fmla="*/ 35 h 27"/>
                  <a:gd name="T4" fmla="*/ 134 w 19"/>
                  <a:gd name="T5" fmla="*/ 0 h 27"/>
                  <a:gd name="T6" fmla="*/ 30 w 19"/>
                  <a:gd name="T7" fmla="*/ 115 h 27"/>
                  <a:gd name="T8" fmla="*/ 0 w 19"/>
                  <a:gd name="T9" fmla="*/ 435 h 27"/>
                  <a:gd name="T10" fmla="*/ 12 w 19"/>
                  <a:gd name="T11" fmla="*/ 456 h 27"/>
                  <a:gd name="T12" fmla="*/ 287 w 19"/>
                  <a:gd name="T13" fmla="*/ 320 h 27"/>
                  <a:gd name="T14" fmla="*/ 166 w 19"/>
                  <a:gd name="T15" fmla="*/ 2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27">
                    <a:moveTo>
                      <a:pt x="11" y="12"/>
                    </a:moveTo>
                    <a:cubicBezTo>
                      <a:pt x="8" y="8"/>
                      <a:pt x="8" y="6"/>
                      <a:pt x="9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7" y="2"/>
                      <a:pt x="4" y="4"/>
                      <a:pt x="2" y="6"/>
                    </a:cubicBezTo>
                    <a:cubicBezTo>
                      <a:pt x="4" y="11"/>
                      <a:pt x="2" y="17"/>
                      <a:pt x="0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8" y="27"/>
                      <a:pt x="16" y="23"/>
                      <a:pt x="19" y="17"/>
                    </a:cubicBezTo>
                    <a:cubicBezTo>
                      <a:pt x="15" y="17"/>
                      <a:pt x="13" y="15"/>
                      <a:pt x="11" y="12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" name="Freeform 329">
                <a:extLst>
                  <a:ext uri="{FF2B5EF4-FFF2-40B4-BE49-F238E27FC236}">
                    <a16:creationId xmlns:a16="http://schemas.microsoft.com/office/drawing/2014/main" id="{F01E20B9-11BA-4FA0-BB6D-95C9CC1CA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127"/>
                <a:ext cx="90" cy="90"/>
              </a:xfrm>
              <a:custGeom>
                <a:avLst/>
                <a:gdLst>
                  <a:gd name="T0" fmla="*/ 345 w 36"/>
                  <a:gd name="T1" fmla="*/ 0 h 34"/>
                  <a:gd name="T2" fmla="*/ 208 w 36"/>
                  <a:gd name="T3" fmla="*/ 34 h 34"/>
                  <a:gd name="T4" fmla="*/ 113 w 36"/>
                  <a:gd name="T5" fmla="*/ 281 h 34"/>
                  <a:gd name="T6" fmla="*/ 0 w 36"/>
                  <a:gd name="T7" fmla="*/ 336 h 34"/>
                  <a:gd name="T8" fmla="*/ 0 w 36"/>
                  <a:gd name="T9" fmla="*/ 336 h 34"/>
                  <a:gd name="T10" fmla="*/ 270 w 36"/>
                  <a:gd name="T11" fmla="*/ 596 h 34"/>
                  <a:gd name="T12" fmla="*/ 550 w 36"/>
                  <a:gd name="T13" fmla="*/ 281 h 34"/>
                  <a:gd name="T14" fmla="*/ 345 w 36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4">
                    <a:moveTo>
                      <a:pt x="22" y="0"/>
                    </a:moveTo>
                    <a:cubicBezTo>
                      <a:pt x="19" y="2"/>
                      <a:pt x="15" y="2"/>
                      <a:pt x="13" y="2"/>
                    </a:cubicBezTo>
                    <a:cubicBezTo>
                      <a:pt x="14" y="7"/>
                      <a:pt x="10" y="13"/>
                      <a:pt x="7" y="15"/>
                    </a:cubicBezTo>
                    <a:cubicBezTo>
                      <a:pt x="5" y="17"/>
                      <a:pt x="3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5" y="24"/>
                      <a:pt x="7" y="34"/>
                      <a:pt x="17" y="32"/>
                    </a:cubicBezTo>
                    <a:cubicBezTo>
                      <a:pt x="23" y="31"/>
                      <a:pt x="34" y="22"/>
                      <a:pt x="35" y="15"/>
                    </a:cubicBezTo>
                    <a:cubicBezTo>
                      <a:pt x="36" y="9"/>
                      <a:pt x="29" y="4"/>
                      <a:pt x="22" y="0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" name="Freeform 330">
                <a:extLst>
                  <a:ext uri="{FF2B5EF4-FFF2-40B4-BE49-F238E27FC236}">
                    <a16:creationId xmlns:a16="http://schemas.microsoft.com/office/drawing/2014/main" id="{F98AA0B5-5730-42E2-8BA0-48461F3F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759"/>
                <a:ext cx="70" cy="80"/>
              </a:xfrm>
              <a:custGeom>
                <a:avLst/>
                <a:gdLst>
                  <a:gd name="T0" fmla="*/ 20 w 28"/>
                  <a:gd name="T1" fmla="*/ 320 h 30"/>
                  <a:gd name="T2" fmla="*/ 0 w 28"/>
                  <a:gd name="T3" fmla="*/ 533 h 30"/>
                  <a:gd name="T4" fmla="*/ 113 w 28"/>
                  <a:gd name="T5" fmla="*/ 568 h 30"/>
                  <a:gd name="T6" fmla="*/ 113 w 28"/>
                  <a:gd name="T7" fmla="*/ 363 h 30"/>
                  <a:gd name="T8" fmla="*/ 333 w 28"/>
                  <a:gd name="T9" fmla="*/ 307 h 30"/>
                  <a:gd name="T10" fmla="*/ 333 w 28"/>
                  <a:gd name="T11" fmla="*/ 307 h 30"/>
                  <a:gd name="T12" fmla="*/ 438 w 28"/>
                  <a:gd name="T13" fmla="*/ 149 h 30"/>
                  <a:gd name="T14" fmla="*/ 438 w 28"/>
                  <a:gd name="T15" fmla="*/ 149 h 30"/>
                  <a:gd name="T16" fmla="*/ 395 w 28"/>
                  <a:gd name="T17" fmla="*/ 0 h 30"/>
                  <a:gd name="T18" fmla="*/ 375 w 28"/>
                  <a:gd name="T19" fmla="*/ 0 h 30"/>
                  <a:gd name="T20" fmla="*/ 0 w 28"/>
                  <a:gd name="T21" fmla="*/ 149 h 30"/>
                  <a:gd name="T22" fmla="*/ 20 w 28"/>
                  <a:gd name="T23" fmla="*/ 32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30">
                    <a:moveTo>
                      <a:pt x="1" y="17"/>
                    </a:moveTo>
                    <a:cubicBezTo>
                      <a:pt x="1" y="20"/>
                      <a:pt x="0" y="24"/>
                      <a:pt x="0" y="28"/>
                    </a:cubicBezTo>
                    <a:cubicBezTo>
                      <a:pt x="2" y="28"/>
                      <a:pt x="5" y="29"/>
                      <a:pt x="7" y="30"/>
                    </a:cubicBezTo>
                    <a:cubicBezTo>
                      <a:pt x="6" y="26"/>
                      <a:pt x="6" y="22"/>
                      <a:pt x="7" y="19"/>
                    </a:cubicBezTo>
                    <a:cubicBezTo>
                      <a:pt x="10" y="14"/>
                      <a:pt x="17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2"/>
                      <a:pt x="22" y="10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6" y="7"/>
                      <a:pt x="25" y="4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5" y="4"/>
                      <a:pt x="0" y="8"/>
                    </a:cubicBezTo>
                    <a:cubicBezTo>
                      <a:pt x="1" y="11"/>
                      <a:pt x="1" y="14"/>
                      <a:pt x="1" y="17"/>
                    </a:cubicBezTo>
                    <a:close/>
                  </a:path>
                </a:pathLst>
              </a:custGeom>
              <a:solidFill>
                <a:srgbClr val="F5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" name="Freeform 331">
                <a:extLst>
                  <a:ext uri="{FF2B5EF4-FFF2-40B4-BE49-F238E27FC236}">
                    <a16:creationId xmlns:a16="http://schemas.microsoft.com/office/drawing/2014/main" id="{F90E8EDF-97DB-4431-A9BF-D7A100A05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753"/>
                <a:ext cx="65" cy="86"/>
              </a:xfrm>
              <a:custGeom>
                <a:avLst/>
                <a:gdLst>
                  <a:gd name="T0" fmla="*/ 363 w 26"/>
                  <a:gd name="T1" fmla="*/ 253 h 32"/>
                  <a:gd name="T2" fmla="*/ 113 w 26"/>
                  <a:gd name="T3" fmla="*/ 22 h 32"/>
                  <a:gd name="T4" fmla="*/ 113 w 26"/>
                  <a:gd name="T5" fmla="*/ 0 h 32"/>
                  <a:gd name="T6" fmla="*/ 83 w 26"/>
                  <a:gd name="T7" fmla="*/ 59 h 32"/>
                  <a:gd name="T8" fmla="*/ 0 w 26"/>
                  <a:gd name="T9" fmla="*/ 159 h 32"/>
                  <a:gd name="T10" fmla="*/ 0 w 26"/>
                  <a:gd name="T11" fmla="*/ 159 h 32"/>
                  <a:gd name="T12" fmla="*/ 50 w 26"/>
                  <a:gd name="T13" fmla="*/ 484 h 32"/>
                  <a:gd name="T14" fmla="*/ 250 w 26"/>
                  <a:gd name="T15" fmla="*/ 599 h 32"/>
                  <a:gd name="T16" fmla="*/ 395 w 26"/>
                  <a:gd name="T17" fmla="*/ 470 h 32"/>
                  <a:gd name="T18" fmla="*/ 363 w 26"/>
                  <a:gd name="T19" fmla="*/ 25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2">
                    <a:moveTo>
                      <a:pt x="23" y="13"/>
                    </a:moveTo>
                    <a:cubicBezTo>
                      <a:pt x="18" y="12"/>
                      <a:pt x="11" y="6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4" y="5"/>
                      <a:pt x="2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2" y="21"/>
                      <a:pt x="3" y="25"/>
                    </a:cubicBezTo>
                    <a:cubicBezTo>
                      <a:pt x="5" y="31"/>
                      <a:pt x="10" y="32"/>
                      <a:pt x="16" y="31"/>
                    </a:cubicBezTo>
                    <a:cubicBezTo>
                      <a:pt x="21" y="31"/>
                      <a:pt x="25" y="30"/>
                      <a:pt x="25" y="24"/>
                    </a:cubicBezTo>
                    <a:cubicBezTo>
                      <a:pt x="26" y="21"/>
                      <a:pt x="24" y="16"/>
                      <a:pt x="23" y="13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" name="Freeform 332">
                <a:extLst>
                  <a:ext uri="{FF2B5EF4-FFF2-40B4-BE49-F238E27FC236}">
                    <a16:creationId xmlns:a16="http://schemas.microsoft.com/office/drawing/2014/main" id="{3789EBC9-E440-4B7F-BF84-497E45BFE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79"/>
                <a:ext cx="62" cy="58"/>
              </a:xfrm>
              <a:custGeom>
                <a:avLst/>
                <a:gdLst>
                  <a:gd name="T0" fmla="*/ 290 w 25"/>
                  <a:gd name="T1" fmla="*/ 76 h 22"/>
                  <a:gd name="T2" fmla="*/ 184 w 25"/>
                  <a:gd name="T3" fmla="*/ 0 h 22"/>
                  <a:gd name="T4" fmla="*/ 184 w 25"/>
                  <a:gd name="T5" fmla="*/ 0 h 22"/>
                  <a:gd name="T6" fmla="*/ 30 w 25"/>
                  <a:gd name="T7" fmla="*/ 0 h 22"/>
                  <a:gd name="T8" fmla="*/ 42 w 25"/>
                  <a:gd name="T9" fmla="*/ 293 h 22"/>
                  <a:gd name="T10" fmla="*/ 278 w 25"/>
                  <a:gd name="T11" fmla="*/ 382 h 22"/>
                  <a:gd name="T12" fmla="*/ 382 w 25"/>
                  <a:gd name="T13" fmla="*/ 221 h 22"/>
                  <a:gd name="T14" fmla="*/ 290 w 25"/>
                  <a:gd name="T15" fmla="*/ 7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2">
                    <a:moveTo>
                      <a:pt x="19" y="4"/>
                    </a:moveTo>
                    <a:cubicBezTo>
                      <a:pt x="17" y="3"/>
                      <a:pt x="14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2"/>
                      <a:pt x="5" y="1"/>
                      <a:pt x="2" y="0"/>
                    </a:cubicBezTo>
                    <a:cubicBezTo>
                      <a:pt x="1" y="6"/>
                      <a:pt x="0" y="11"/>
                      <a:pt x="3" y="16"/>
                    </a:cubicBezTo>
                    <a:cubicBezTo>
                      <a:pt x="5" y="19"/>
                      <a:pt x="14" y="22"/>
                      <a:pt x="18" y="21"/>
                    </a:cubicBezTo>
                    <a:cubicBezTo>
                      <a:pt x="21" y="20"/>
                      <a:pt x="23" y="16"/>
                      <a:pt x="25" y="12"/>
                    </a:cubicBezTo>
                    <a:cubicBezTo>
                      <a:pt x="21" y="10"/>
                      <a:pt x="19" y="7"/>
                      <a:pt x="19" y="4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" name="Freeform 333">
                <a:extLst>
                  <a:ext uri="{FF2B5EF4-FFF2-40B4-BE49-F238E27FC236}">
                    <a16:creationId xmlns:a16="http://schemas.microsoft.com/office/drawing/2014/main" id="{DC4296E6-0694-41E1-BCDD-035CAD85A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935"/>
                <a:ext cx="77" cy="72"/>
              </a:xfrm>
              <a:custGeom>
                <a:avLst/>
                <a:gdLst>
                  <a:gd name="T0" fmla="*/ 92 w 31"/>
                  <a:gd name="T1" fmla="*/ 491 h 27"/>
                  <a:gd name="T2" fmla="*/ 370 w 31"/>
                  <a:gd name="T3" fmla="*/ 320 h 27"/>
                  <a:gd name="T4" fmla="*/ 400 w 31"/>
                  <a:gd name="T5" fmla="*/ 341 h 27"/>
                  <a:gd name="T6" fmla="*/ 474 w 31"/>
                  <a:gd name="T7" fmla="*/ 192 h 27"/>
                  <a:gd name="T8" fmla="*/ 383 w 31"/>
                  <a:gd name="T9" fmla="*/ 149 h 27"/>
                  <a:gd name="T10" fmla="*/ 291 w 31"/>
                  <a:gd name="T11" fmla="*/ 115 h 27"/>
                  <a:gd name="T12" fmla="*/ 75 w 31"/>
                  <a:gd name="T13" fmla="*/ 0 h 27"/>
                  <a:gd name="T14" fmla="*/ 62 w 31"/>
                  <a:gd name="T15" fmla="*/ 21 h 27"/>
                  <a:gd name="T16" fmla="*/ 92 w 31"/>
                  <a:gd name="T17" fmla="*/ 512 h 27"/>
                  <a:gd name="T18" fmla="*/ 92 w 31"/>
                  <a:gd name="T19" fmla="*/ 491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27">
                    <a:moveTo>
                      <a:pt x="6" y="26"/>
                    </a:moveTo>
                    <a:cubicBezTo>
                      <a:pt x="9" y="19"/>
                      <a:pt x="19" y="16"/>
                      <a:pt x="24" y="17"/>
                    </a:cubicBezTo>
                    <a:cubicBezTo>
                      <a:pt x="25" y="17"/>
                      <a:pt x="26" y="17"/>
                      <a:pt x="26" y="18"/>
                    </a:cubicBezTo>
                    <a:cubicBezTo>
                      <a:pt x="27" y="15"/>
                      <a:pt x="29" y="12"/>
                      <a:pt x="31" y="10"/>
                    </a:cubicBezTo>
                    <a:cubicBezTo>
                      <a:pt x="28" y="10"/>
                      <a:pt x="27" y="10"/>
                      <a:pt x="25" y="8"/>
                    </a:cubicBezTo>
                    <a:cubicBezTo>
                      <a:pt x="23" y="8"/>
                      <a:pt x="20" y="7"/>
                      <a:pt x="19" y="6"/>
                    </a:cubicBezTo>
                    <a:cubicBezTo>
                      <a:pt x="15" y="5"/>
                      <a:pt x="8" y="4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5"/>
                      <a:pt x="0" y="21"/>
                      <a:pt x="6" y="27"/>
                    </a:cubicBezTo>
                    <a:cubicBezTo>
                      <a:pt x="6" y="26"/>
                      <a:pt x="6" y="26"/>
                      <a:pt x="6" y="26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" name="Freeform 334">
                <a:extLst>
                  <a:ext uri="{FF2B5EF4-FFF2-40B4-BE49-F238E27FC236}">
                    <a16:creationId xmlns:a16="http://schemas.microsoft.com/office/drawing/2014/main" id="{F3439B99-4879-445A-AE63-E2D8F0DF5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2076"/>
                <a:ext cx="55" cy="59"/>
              </a:xfrm>
              <a:custGeom>
                <a:avLst/>
                <a:gdLst>
                  <a:gd name="T0" fmla="*/ 345 w 22"/>
                  <a:gd name="T1" fmla="*/ 56 h 22"/>
                  <a:gd name="T2" fmla="*/ 345 w 22"/>
                  <a:gd name="T3" fmla="*/ 56 h 22"/>
                  <a:gd name="T4" fmla="*/ 300 w 22"/>
                  <a:gd name="T5" fmla="*/ 56 h 22"/>
                  <a:gd name="T6" fmla="*/ 125 w 22"/>
                  <a:gd name="T7" fmla="*/ 0 h 22"/>
                  <a:gd name="T8" fmla="*/ 20 w 22"/>
                  <a:gd name="T9" fmla="*/ 193 h 22"/>
                  <a:gd name="T10" fmla="*/ 95 w 22"/>
                  <a:gd name="T11" fmla="*/ 402 h 22"/>
                  <a:gd name="T12" fmla="*/ 333 w 22"/>
                  <a:gd name="T13" fmla="*/ 346 h 22"/>
                  <a:gd name="T14" fmla="*/ 345 w 22"/>
                  <a:gd name="T15" fmla="*/ 5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2">
                    <a:moveTo>
                      <a:pt x="22" y="3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21" y="3"/>
                      <a:pt x="20" y="3"/>
                      <a:pt x="19" y="3"/>
                    </a:cubicBezTo>
                    <a:cubicBezTo>
                      <a:pt x="14" y="3"/>
                      <a:pt x="11" y="2"/>
                      <a:pt x="8" y="0"/>
                    </a:cubicBezTo>
                    <a:cubicBezTo>
                      <a:pt x="6" y="3"/>
                      <a:pt x="3" y="7"/>
                      <a:pt x="1" y="10"/>
                    </a:cubicBezTo>
                    <a:cubicBezTo>
                      <a:pt x="0" y="14"/>
                      <a:pt x="2" y="20"/>
                      <a:pt x="6" y="21"/>
                    </a:cubicBezTo>
                    <a:cubicBezTo>
                      <a:pt x="9" y="22"/>
                      <a:pt x="17" y="19"/>
                      <a:pt x="21" y="18"/>
                    </a:cubicBezTo>
                    <a:cubicBezTo>
                      <a:pt x="18" y="14"/>
                      <a:pt x="19" y="7"/>
                      <a:pt x="22" y="3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" name="Freeform 335">
                <a:extLst>
                  <a:ext uri="{FF2B5EF4-FFF2-40B4-BE49-F238E27FC236}">
                    <a16:creationId xmlns:a16="http://schemas.microsoft.com/office/drawing/2014/main" id="{8EE679E9-36A6-44FA-B02B-1887A35FC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185"/>
                <a:ext cx="77" cy="64"/>
              </a:xfrm>
              <a:custGeom>
                <a:avLst/>
                <a:gdLst>
                  <a:gd name="T0" fmla="*/ 308 w 31"/>
                  <a:gd name="T1" fmla="*/ 0 h 24"/>
                  <a:gd name="T2" fmla="*/ 75 w 31"/>
                  <a:gd name="T3" fmla="*/ 77 h 24"/>
                  <a:gd name="T4" fmla="*/ 0 w 31"/>
                  <a:gd name="T5" fmla="*/ 115 h 24"/>
                  <a:gd name="T6" fmla="*/ 12 w 31"/>
                  <a:gd name="T7" fmla="*/ 376 h 24"/>
                  <a:gd name="T8" fmla="*/ 12 w 31"/>
                  <a:gd name="T9" fmla="*/ 419 h 24"/>
                  <a:gd name="T10" fmla="*/ 216 w 31"/>
                  <a:gd name="T11" fmla="*/ 435 h 24"/>
                  <a:gd name="T12" fmla="*/ 400 w 31"/>
                  <a:gd name="T13" fmla="*/ 419 h 24"/>
                  <a:gd name="T14" fmla="*/ 462 w 31"/>
                  <a:gd name="T15" fmla="*/ 171 h 24"/>
                  <a:gd name="T16" fmla="*/ 308 w 31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4">
                    <a:moveTo>
                      <a:pt x="20" y="0"/>
                    </a:moveTo>
                    <a:cubicBezTo>
                      <a:pt x="15" y="0"/>
                      <a:pt x="9" y="3"/>
                      <a:pt x="5" y="4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3" y="8"/>
                      <a:pt x="2" y="14"/>
                      <a:pt x="1" y="20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5" y="23"/>
                      <a:pt x="10" y="23"/>
                      <a:pt x="14" y="23"/>
                    </a:cubicBezTo>
                    <a:cubicBezTo>
                      <a:pt x="17" y="23"/>
                      <a:pt x="23" y="24"/>
                      <a:pt x="26" y="22"/>
                    </a:cubicBezTo>
                    <a:cubicBezTo>
                      <a:pt x="30" y="20"/>
                      <a:pt x="31" y="14"/>
                      <a:pt x="30" y="9"/>
                    </a:cubicBezTo>
                    <a:cubicBezTo>
                      <a:pt x="22" y="8"/>
                      <a:pt x="20" y="5"/>
                      <a:pt x="20" y="0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" name="Freeform 336">
                <a:extLst>
                  <a:ext uri="{FF2B5EF4-FFF2-40B4-BE49-F238E27FC236}">
                    <a16:creationId xmlns:a16="http://schemas.microsoft.com/office/drawing/2014/main" id="{D6BD3BEC-33F4-4AFD-8D48-65D5BF306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36"/>
                <a:ext cx="50" cy="69"/>
              </a:xfrm>
              <a:custGeom>
                <a:avLst/>
                <a:gdLst>
                  <a:gd name="T0" fmla="*/ 300 w 20"/>
                  <a:gd name="T1" fmla="*/ 0 h 26"/>
                  <a:gd name="T2" fmla="*/ 83 w 20"/>
                  <a:gd name="T3" fmla="*/ 247 h 26"/>
                  <a:gd name="T4" fmla="*/ 20 w 20"/>
                  <a:gd name="T5" fmla="*/ 337 h 26"/>
                  <a:gd name="T6" fmla="*/ 158 w 20"/>
                  <a:gd name="T7" fmla="*/ 486 h 26"/>
                  <a:gd name="T8" fmla="*/ 145 w 20"/>
                  <a:gd name="T9" fmla="*/ 226 h 26"/>
                  <a:gd name="T10" fmla="*/ 270 w 20"/>
                  <a:gd name="T11" fmla="*/ 93 h 26"/>
                  <a:gd name="T12" fmla="*/ 313 w 2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6">
                    <a:moveTo>
                      <a:pt x="19" y="0"/>
                    </a:moveTo>
                    <a:cubicBezTo>
                      <a:pt x="14" y="4"/>
                      <a:pt x="9" y="8"/>
                      <a:pt x="5" y="13"/>
                    </a:cubicBezTo>
                    <a:cubicBezTo>
                      <a:pt x="4" y="14"/>
                      <a:pt x="2" y="16"/>
                      <a:pt x="1" y="18"/>
                    </a:cubicBezTo>
                    <a:cubicBezTo>
                      <a:pt x="0" y="22"/>
                      <a:pt x="6" y="26"/>
                      <a:pt x="10" y="26"/>
                    </a:cubicBezTo>
                    <a:cubicBezTo>
                      <a:pt x="2" y="22"/>
                      <a:pt x="5" y="17"/>
                      <a:pt x="9" y="12"/>
                    </a:cubicBezTo>
                    <a:cubicBezTo>
                      <a:pt x="12" y="10"/>
                      <a:pt x="15" y="8"/>
                      <a:pt x="17" y="5"/>
                    </a:cubicBezTo>
                    <a:cubicBezTo>
                      <a:pt x="18" y="3"/>
                      <a:pt x="18" y="1"/>
                      <a:pt x="20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" name="Freeform 337">
                <a:extLst>
                  <a:ext uri="{FF2B5EF4-FFF2-40B4-BE49-F238E27FC236}">
                    <a16:creationId xmlns:a16="http://schemas.microsoft.com/office/drawing/2014/main" id="{889C6BAF-F203-4E68-82C8-42127FF1D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039"/>
                <a:ext cx="35" cy="37"/>
              </a:xfrm>
              <a:custGeom>
                <a:avLst/>
                <a:gdLst>
                  <a:gd name="T0" fmla="*/ 20 w 14"/>
                  <a:gd name="T1" fmla="*/ 148 h 14"/>
                  <a:gd name="T2" fmla="*/ 220 w 14"/>
                  <a:gd name="T3" fmla="*/ 0 h 14"/>
                  <a:gd name="T4" fmla="*/ 113 w 14"/>
                  <a:gd name="T5" fmla="*/ 238 h 14"/>
                  <a:gd name="T6" fmla="*/ 0 w 14"/>
                  <a:gd name="T7" fmla="*/ 14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1" y="8"/>
                    </a:moveTo>
                    <a:cubicBezTo>
                      <a:pt x="6" y="11"/>
                      <a:pt x="11" y="3"/>
                      <a:pt x="14" y="0"/>
                    </a:cubicBezTo>
                    <a:cubicBezTo>
                      <a:pt x="11" y="3"/>
                      <a:pt x="6" y="9"/>
                      <a:pt x="7" y="13"/>
                    </a:cubicBezTo>
                    <a:cubicBezTo>
                      <a:pt x="3" y="14"/>
                      <a:pt x="1" y="11"/>
                      <a:pt x="0" y="8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" name="Freeform 338">
                <a:extLst>
                  <a:ext uri="{FF2B5EF4-FFF2-40B4-BE49-F238E27FC236}">
                    <a16:creationId xmlns:a16="http://schemas.microsoft.com/office/drawing/2014/main" id="{84C31156-0565-4BF5-9E16-32A4ECFE0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48"/>
                <a:ext cx="27" cy="35"/>
              </a:xfrm>
              <a:custGeom>
                <a:avLst/>
                <a:gdLst>
                  <a:gd name="T0" fmla="*/ 120 w 11"/>
                  <a:gd name="T1" fmla="*/ 0 h 13"/>
                  <a:gd name="T2" fmla="*/ 103 w 11"/>
                  <a:gd name="T3" fmla="*/ 253 h 13"/>
                  <a:gd name="T4" fmla="*/ 162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cubicBezTo>
                      <a:pt x="2" y="3"/>
                      <a:pt x="0" y="8"/>
                      <a:pt x="7" y="13"/>
                    </a:cubicBezTo>
                    <a:cubicBezTo>
                      <a:pt x="2" y="8"/>
                      <a:pt x="7" y="3"/>
                      <a:pt x="11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" name="Freeform 339">
                <a:extLst>
                  <a:ext uri="{FF2B5EF4-FFF2-40B4-BE49-F238E27FC236}">
                    <a16:creationId xmlns:a16="http://schemas.microsoft.com/office/drawing/2014/main" id="{3963B7DF-F356-419A-B35D-A6952C3CD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887"/>
                <a:ext cx="25" cy="40"/>
              </a:xfrm>
              <a:custGeom>
                <a:avLst/>
                <a:gdLst>
                  <a:gd name="T0" fmla="*/ 145 w 10"/>
                  <a:gd name="T1" fmla="*/ 0 h 15"/>
                  <a:gd name="T2" fmla="*/ 158 w 10"/>
                  <a:gd name="T3" fmla="*/ 285 h 15"/>
                  <a:gd name="T4" fmla="*/ 125 w 10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9" y="0"/>
                    </a:moveTo>
                    <a:cubicBezTo>
                      <a:pt x="0" y="2"/>
                      <a:pt x="0" y="15"/>
                      <a:pt x="10" y="15"/>
                    </a:cubicBezTo>
                    <a:cubicBezTo>
                      <a:pt x="7" y="13"/>
                      <a:pt x="3" y="4"/>
                      <a:pt x="8" y="2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" name="Freeform 340">
                <a:extLst>
                  <a:ext uri="{FF2B5EF4-FFF2-40B4-BE49-F238E27FC236}">
                    <a16:creationId xmlns:a16="http://schemas.microsoft.com/office/drawing/2014/main" id="{38EE3C9F-4CC4-49F6-A0EC-264CE69F9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764"/>
                <a:ext cx="30" cy="37"/>
              </a:xfrm>
              <a:custGeom>
                <a:avLst/>
                <a:gdLst>
                  <a:gd name="T0" fmla="*/ 145 w 12"/>
                  <a:gd name="T1" fmla="*/ 0 h 14"/>
                  <a:gd name="T2" fmla="*/ 63 w 12"/>
                  <a:gd name="T3" fmla="*/ 77 h 14"/>
                  <a:gd name="T4" fmla="*/ 50 w 12"/>
                  <a:gd name="T5" fmla="*/ 259 h 14"/>
                  <a:gd name="T6" fmla="*/ 188 w 12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9" y="0"/>
                    </a:moveTo>
                    <a:cubicBezTo>
                      <a:pt x="8" y="1"/>
                      <a:pt x="5" y="2"/>
                      <a:pt x="4" y="4"/>
                    </a:cubicBezTo>
                    <a:cubicBezTo>
                      <a:pt x="2" y="6"/>
                      <a:pt x="0" y="12"/>
                      <a:pt x="3" y="14"/>
                    </a:cubicBezTo>
                    <a:cubicBezTo>
                      <a:pt x="3" y="7"/>
                      <a:pt x="6" y="3"/>
                      <a:pt x="12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" name="Freeform 341">
                <a:extLst>
                  <a:ext uri="{FF2B5EF4-FFF2-40B4-BE49-F238E27FC236}">
                    <a16:creationId xmlns:a16="http://schemas.microsoft.com/office/drawing/2014/main" id="{AC7E18C9-ABDA-428E-AC9A-5D1B880B5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695"/>
                <a:ext cx="55" cy="61"/>
              </a:xfrm>
              <a:custGeom>
                <a:avLst/>
                <a:gdLst>
                  <a:gd name="T0" fmla="*/ 345 w 22"/>
                  <a:gd name="T1" fmla="*/ 111 h 23"/>
                  <a:gd name="T2" fmla="*/ 158 w 22"/>
                  <a:gd name="T3" fmla="*/ 56 h 23"/>
                  <a:gd name="T4" fmla="*/ 95 w 22"/>
                  <a:gd name="T5" fmla="*/ 170 h 23"/>
                  <a:gd name="T6" fmla="*/ 0 w 22"/>
                  <a:gd name="T7" fmla="*/ 430 h 23"/>
                  <a:gd name="T8" fmla="*/ 333 w 22"/>
                  <a:gd name="T9" fmla="*/ 11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6"/>
                    </a:moveTo>
                    <a:cubicBezTo>
                      <a:pt x="20" y="4"/>
                      <a:pt x="13" y="0"/>
                      <a:pt x="10" y="3"/>
                    </a:cubicBezTo>
                    <a:cubicBezTo>
                      <a:pt x="8" y="4"/>
                      <a:pt x="7" y="7"/>
                      <a:pt x="6" y="9"/>
                    </a:cubicBezTo>
                    <a:cubicBezTo>
                      <a:pt x="3" y="13"/>
                      <a:pt x="1" y="18"/>
                      <a:pt x="0" y="23"/>
                    </a:cubicBezTo>
                    <a:cubicBezTo>
                      <a:pt x="4" y="13"/>
                      <a:pt x="9" y="1"/>
                      <a:pt x="21" y="6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" name="Freeform 342">
                <a:extLst>
                  <a:ext uri="{FF2B5EF4-FFF2-40B4-BE49-F238E27FC236}">
                    <a16:creationId xmlns:a16="http://schemas.microsoft.com/office/drawing/2014/main" id="{D85741C8-BBAE-49E4-A445-390E06834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689"/>
                <a:ext cx="23" cy="54"/>
              </a:xfrm>
              <a:custGeom>
                <a:avLst/>
                <a:gdLst>
                  <a:gd name="T0" fmla="*/ 151 w 9"/>
                  <a:gd name="T1" fmla="*/ 0 h 20"/>
                  <a:gd name="T2" fmla="*/ 33 w 9"/>
                  <a:gd name="T3" fmla="*/ 103 h 20"/>
                  <a:gd name="T4" fmla="*/ 0 w 9"/>
                  <a:gd name="T5" fmla="*/ 394 h 20"/>
                  <a:gd name="T6" fmla="*/ 151 w 9"/>
                  <a:gd name="T7" fmla="*/ 2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5" y="0"/>
                      <a:pt x="3" y="1"/>
                      <a:pt x="2" y="5"/>
                    </a:cubicBezTo>
                    <a:cubicBezTo>
                      <a:pt x="0" y="9"/>
                      <a:pt x="0" y="15"/>
                      <a:pt x="0" y="20"/>
                    </a:cubicBezTo>
                    <a:cubicBezTo>
                      <a:pt x="2" y="16"/>
                      <a:pt x="3" y="1"/>
                      <a:pt x="9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" name="Freeform 343">
                <a:extLst>
                  <a:ext uri="{FF2B5EF4-FFF2-40B4-BE49-F238E27FC236}">
                    <a16:creationId xmlns:a16="http://schemas.microsoft.com/office/drawing/2014/main" id="{D968C965-D972-4D22-B48C-17252B796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745"/>
                <a:ext cx="33" cy="32"/>
              </a:xfrm>
              <a:custGeom>
                <a:avLst/>
                <a:gdLst>
                  <a:gd name="T0" fmla="*/ 0 w 13"/>
                  <a:gd name="T1" fmla="*/ 171 h 12"/>
                  <a:gd name="T2" fmla="*/ 213 w 13"/>
                  <a:gd name="T3" fmla="*/ 0 h 12"/>
                  <a:gd name="T4" fmla="*/ 20 w 13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4" y="11"/>
                      <a:pt x="11" y="3"/>
                      <a:pt x="13" y="0"/>
                    </a:cubicBezTo>
                    <a:cubicBezTo>
                      <a:pt x="13" y="5"/>
                      <a:pt x="7" y="12"/>
                      <a:pt x="1" y="1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" name="Freeform 344">
                <a:extLst>
                  <a:ext uri="{FF2B5EF4-FFF2-40B4-BE49-F238E27FC236}">
                    <a16:creationId xmlns:a16="http://schemas.microsoft.com/office/drawing/2014/main" id="{1A6F8E11-E3E8-480B-972A-5230F1010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804"/>
                <a:ext cx="28" cy="56"/>
              </a:xfrm>
              <a:custGeom>
                <a:avLst/>
                <a:gdLst>
                  <a:gd name="T0" fmla="*/ 0 w 11"/>
                  <a:gd name="T1" fmla="*/ 56 h 21"/>
                  <a:gd name="T2" fmla="*/ 64 w 11"/>
                  <a:gd name="T3" fmla="*/ 136 h 21"/>
                  <a:gd name="T4" fmla="*/ 117 w 11"/>
                  <a:gd name="T5" fmla="*/ 227 h 21"/>
                  <a:gd name="T6" fmla="*/ 163 w 11"/>
                  <a:gd name="T7" fmla="*/ 397 h 21"/>
                  <a:gd name="T8" fmla="*/ 97 w 11"/>
                  <a:gd name="T9" fmla="*/ 93 h 21"/>
                  <a:gd name="T10" fmla="*/ 97 w 11"/>
                  <a:gd name="T11" fmla="*/ 21 h 21"/>
                  <a:gd name="T12" fmla="*/ 0 w 11"/>
                  <a:gd name="T13" fmla="*/ 3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0" y="3"/>
                    </a:moveTo>
                    <a:cubicBezTo>
                      <a:pt x="1" y="4"/>
                      <a:pt x="3" y="5"/>
                      <a:pt x="4" y="7"/>
                    </a:cubicBezTo>
                    <a:cubicBezTo>
                      <a:pt x="5" y="8"/>
                      <a:pt x="6" y="10"/>
                      <a:pt x="7" y="12"/>
                    </a:cubicBezTo>
                    <a:cubicBezTo>
                      <a:pt x="9" y="15"/>
                      <a:pt x="9" y="18"/>
                      <a:pt x="10" y="21"/>
                    </a:cubicBezTo>
                    <a:cubicBezTo>
                      <a:pt x="11" y="15"/>
                      <a:pt x="6" y="11"/>
                      <a:pt x="6" y="5"/>
                    </a:cubicBezTo>
                    <a:cubicBezTo>
                      <a:pt x="6" y="3"/>
                      <a:pt x="7" y="3"/>
                      <a:pt x="6" y="1"/>
                    </a:cubicBezTo>
                    <a:cubicBezTo>
                      <a:pt x="5" y="0"/>
                      <a:pt x="0" y="0"/>
                      <a:pt x="0" y="2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" name="Freeform 345">
                <a:extLst>
                  <a:ext uri="{FF2B5EF4-FFF2-40B4-BE49-F238E27FC236}">
                    <a16:creationId xmlns:a16="http://schemas.microsoft.com/office/drawing/2014/main" id="{D148C0A0-B03B-4F5F-8C10-DAC5BE6FE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761"/>
                <a:ext cx="45" cy="70"/>
              </a:xfrm>
              <a:custGeom>
                <a:avLst/>
                <a:gdLst>
                  <a:gd name="T0" fmla="*/ 188 w 18"/>
                  <a:gd name="T1" fmla="*/ 22 h 26"/>
                  <a:gd name="T2" fmla="*/ 20 w 18"/>
                  <a:gd name="T3" fmla="*/ 506 h 26"/>
                  <a:gd name="T4" fmla="*/ 50 w 18"/>
                  <a:gd name="T5" fmla="*/ 312 h 26"/>
                  <a:gd name="T6" fmla="*/ 125 w 18"/>
                  <a:gd name="T7" fmla="*/ 159 h 26"/>
                  <a:gd name="T8" fmla="*/ 250 w 18"/>
                  <a:gd name="T9" fmla="*/ 137 h 26"/>
                  <a:gd name="T10" fmla="*/ 188 w 18"/>
                  <a:gd name="T11" fmla="*/ 2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6">
                    <a:moveTo>
                      <a:pt x="12" y="1"/>
                    </a:moveTo>
                    <a:cubicBezTo>
                      <a:pt x="3" y="6"/>
                      <a:pt x="0" y="17"/>
                      <a:pt x="1" y="26"/>
                    </a:cubicBezTo>
                    <a:cubicBezTo>
                      <a:pt x="3" y="23"/>
                      <a:pt x="2" y="19"/>
                      <a:pt x="3" y="16"/>
                    </a:cubicBezTo>
                    <a:cubicBezTo>
                      <a:pt x="4" y="14"/>
                      <a:pt x="6" y="11"/>
                      <a:pt x="8" y="8"/>
                    </a:cubicBezTo>
                    <a:cubicBezTo>
                      <a:pt x="10" y="5"/>
                      <a:pt x="13" y="6"/>
                      <a:pt x="16" y="7"/>
                    </a:cubicBezTo>
                    <a:cubicBezTo>
                      <a:pt x="18" y="5"/>
                      <a:pt x="15" y="0"/>
                      <a:pt x="12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" name="Freeform 346">
                <a:extLst>
                  <a:ext uri="{FF2B5EF4-FFF2-40B4-BE49-F238E27FC236}">
                    <a16:creationId xmlns:a16="http://schemas.microsoft.com/office/drawing/2014/main" id="{93BF6882-990D-4539-9986-7EC7447CB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841"/>
                <a:ext cx="30" cy="16"/>
              </a:xfrm>
              <a:custGeom>
                <a:avLst/>
                <a:gdLst>
                  <a:gd name="T0" fmla="*/ 175 w 12"/>
                  <a:gd name="T1" fmla="*/ 21 h 6"/>
                  <a:gd name="T2" fmla="*/ 20 w 12"/>
                  <a:gd name="T3" fmla="*/ 115 h 6"/>
                  <a:gd name="T4" fmla="*/ 188 w 12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8" y="0"/>
                      <a:pt x="0" y="2"/>
                      <a:pt x="1" y="6"/>
                    </a:cubicBezTo>
                    <a:cubicBezTo>
                      <a:pt x="3" y="2"/>
                      <a:pt x="7" y="2"/>
                      <a:pt x="12" y="2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" name="Freeform 347">
                <a:extLst>
                  <a:ext uri="{FF2B5EF4-FFF2-40B4-BE49-F238E27FC236}">
                    <a16:creationId xmlns:a16="http://schemas.microsoft.com/office/drawing/2014/main" id="{C8487E1F-A0EE-4C14-8FC8-1509F83B4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788"/>
                <a:ext cx="20" cy="45"/>
              </a:xfrm>
              <a:custGeom>
                <a:avLst/>
                <a:gdLst>
                  <a:gd name="T0" fmla="*/ 63 w 8"/>
                  <a:gd name="T1" fmla="*/ 0 h 17"/>
                  <a:gd name="T2" fmla="*/ 0 w 8"/>
                  <a:gd name="T3" fmla="*/ 148 h 17"/>
                  <a:gd name="T4" fmla="*/ 125 w 8"/>
                  <a:gd name="T5" fmla="*/ 315 h 17"/>
                  <a:gd name="T6" fmla="*/ 63 w 8"/>
                  <a:gd name="T7" fmla="*/ 34 h 17"/>
                  <a:gd name="T8" fmla="*/ 63 w 8"/>
                  <a:gd name="T9" fmla="*/ 2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3" y="3"/>
                      <a:pt x="0" y="4"/>
                      <a:pt x="0" y="8"/>
                    </a:cubicBezTo>
                    <a:cubicBezTo>
                      <a:pt x="1" y="12"/>
                      <a:pt x="5" y="14"/>
                      <a:pt x="8" y="17"/>
                    </a:cubicBezTo>
                    <a:cubicBezTo>
                      <a:pt x="5" y="12"/>
                      <a:pt x="0" y="7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" name="Freeform 348">
                <a:extLst>
                  <a:ext uri="{FF2B5EF4-FFF2-40B4-BE49-F238E27FC236}">
                    <a16:creationId xmlns:a16="http://schemas.microsoft.com/office/drawing/2014/main" id="{B8C197D6-2344-4307-96E5-DF75B3799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775"/>
                <a:ext cx="25" cy="21"/>
              </a:xfrm>
              <a:custGeom>
                <a:avLst/>
                <a:gdLst>
                  <a:gd name="T0" fmla="*/ 0 w 10"/>
                  <a:gd name="T1" fmla="*/ 144 h 8"/>
                  <a:gd name="T2" fmla="*/ 83 w 10"/>
                  <a:gd name="T3" fmla="*/ 21 h 8"/>
                  <a:gd name="T4" fmla="*/ 158 w 10"/>
                  <a:gd name="T5" fmla="*/ 34 h 8"/>
                  <a:gd name="T6" fmla="*/ 33 w 10"/>
                  <a:gd name="T7" fmla="*/ 8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1" y="5"/>
                      <a:pt x="1" y="2"/>
                      <a:pt x="5" y="1"/>
                    </a:cubicBezTo>
                    <a:cubicBezTo>
                      <a:pt x="7" y="0"/>
                      <a:pt x="7" y="1"/>
                      <a:pt x="10" y="2"/>
                    </a:cubicBezTo>
                    <a:cubicBezTo>
                      <a:pt x="8" y="1"/>
                      <a:pt x="2" y="3"/>
                      <a:pt x="2" y="5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" name="Freeform 349">
                <a:extLst>
                  <a:ext uri="{FF2B5EF4-FFF2-40B4-BE49-F238E27FC236}">
                    <a16:creationId xmlns:a16="http://schemas.microsoft.com/office/drawing/2014/main" id="{D8C4A7AD-558D-4F4D-A73C-75BBFA506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708"/>
                <a:ext cx="47" cy="27"/>
              </a:xfrm>
              <a:custGeom>
                <a:avLst/>
                <a:gdLst>
                  <a:gd name="T0" fmla="*/ 12 w 19"/>
                  <a:gd name="T1" fmla="*/ 0 h 10"/>
                  <a:gd name="T2" fmla="*/ 287 w 19"/>
                  <a:gd name="T3" fmla="*/ 197 h 10"/>
                  <a:gd name="T4" fmla="*/ 153 w 19"/>
                  <a:gd name="T5" fmla="*/ 103 h 10"/>
                  <a:gd name="T6" fmla="*/ 62 w 19"/>
                  <a:gd name="T7" fmla="*/ 103 h 10"/>
                  <a:gd name="T8" fmla="*/ 0 w 19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0">
                    <a:moveTo>
                      <a:pt x="1" y="0"/>
                    </a:moveTo>
                    <a:cubicBezTo>
                      <a:pt x="8" y="2"/>
                      <a:pt x="13" y="6"/>
                      <a:pt x="19" y="10"/>
                    </a:cubicBezTo>
                    <a:cubicBezTo>
                      <a:pt x="16" y="8"/>
                      <a:pt x="13" y="6"/>
                      <a:pt x="10" y="5"/>
                    </a:cubicBezTo>
                    <a:cubicBezTo>
                      <a:pt x="8" y="4"/>
                      <a:pt x="6" y="5"/>
                      <a:pt x="4" y="5"/>
                    </a:cubicBezTo>
                    <a:cubicBezTo>
                      <a:pt x="4" y="3"/>
                      <a:pt x="2" y="1"/>
                      <a:pt x="0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" name="Freeform 350">
                <a:extLst>
                  <a:ext uri="{FF2B5EF4-FFF2-40B4-BE49-F238E27FC236}">
                    <a16:creationId xmlns:a16="http://schemas.microsoft.com/office/drawing/2014/main" id="{B24CB546-FEC8-4AC3-88FF-3FB64B538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777"/>
                <a:ext cx="38" cy="30"/>
              </a:xfrm>
              <a:custGeom>
                <a:avLst/>
                <a:gdLst>
                  <a:gd name="T0" fmla="*/ 0 w 15"/>
                  <a:gd name="T1" fmla="*/ 0 h 11"/>
                  <a:gd name="T2" fmla="*/ 160 w 15"/>
                  <a:gd name="T3" fmla="*/ 38 h 11"/>
                  <a:gd name="T4" fmla="*/ 243 w 15"/>
                  <a:gd name="T5" fmla="*/ 224 h 11"/>
                  <a:gd name="T6" fmla="*/ 51 w 15"/>
                  <a:gd name="T7" fmla="*/ 2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3" y="1"/>
                      <a:pt x="7" y="1"/>
                      <a:pt x="10" y="2"/>
                    </a:cubicBezTo>
                    <a:cubicBezTo>
                      <a:pt x="14" y="4"/>
                      <a:pt x="15" y="7"/>
                      <a:pt x="15" y="11"/>
                    </a:cubicBezTo>
                    <a:cubicBezTo>
                      <a:pt x="15" y="6"/>
                      <a:pt x="8" y="3"/>
                      <a:pt x="3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" name="Freeform 351">
                <a:extLst>
                  <a:ext uri="{FF2B5EF4-FFF2-40B4-BE49-F238E27FC236}">
                    <a16:creationId xmlns:a16="http://schemas.microsoft.com/office/drawing/2014/main" id="{5B8D8268-A43A-4987-8CD6-9BE10C0CF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849"/>
                <a:ext cx="42" cy="22"/>
              </a:xfrm>
              <a:custGeom>
                <a:avLst/>
                <a:gdLst>
                  <a:gd name="T0" fmla="*/ 0 w 17"/>
                  <a:gd name="T1" fmla="*/ 168 h 8"/>
                  <a:gd name="T2" fmla="*/ 166 w 17"/>
                  <a:gd name="T3" fmla="*/ 22 h 8"/>
                  <a:gd name="T4" fmla="*/ 257 w 17"/>
                  <a:gd name="T5" fmla="*/ 83 h 8"/>
                  <a:gd name="T6" fmla="*/ 74 w 17"/>
                  <a:gd name="T7" fmla="*/ 10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2" y="5"/>
                      <a:pt x="7" y="2"/>
                      <a:pt x="11" y="1"/>
                    </a:cubicBezTo>
                    <a:cubicBezTo>
                      <a:pt x="15" y="0"/>
                      <a:pt x="15" y="1"/>
                      <a:pt x="17" y="4"/>
                    </a:cubicBezTo>
                    <a:cubicBezTo>
                      <a:pt x="17" y="1"/>
                      <a:pt x="7" y="4"/>
                      <a:pt x="5" y="5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" name="Freeform 352">
                <a:extLst>
                  <a:ext uri="{FF2B5EF4-FFF2-40B4-BE49-F238E27FC236}">
                    <a16:creationId xmlns:a16="http://schemas.microsoft.com/office/drawing/2014/main" id="{4BD4E61D-DA9D-4B69-80D0-AA6718B2C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839"/>
                <a:ext cx="12" cy="32"/>
              </a:xfrm>
              <a:custGeom>
                <a:avLst/>
                <a:gdLst>
                  <a:gd name="T0" fmla="*/ 0 w 5"/>
                  <a:gd name="T1" fmla="*/ 35 h 12"/>
                  <a:gd name="T2" fmla="*/ 70 w 5"/>
                  <a:gd name="T3" fmla="*/ 227 h 12"/>
                  <a:gd name="T4" fmla="*/ 29 w 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0" y="2"/>
                    </a:moveTo>
                    <a:cubicBezTo>
                      <a:pt x="1" y="6"/>
                      <a:pt x="2" y="9"/>
                      <a:pt x="5" y="12"/>
                    </a:cubicBezTo>
                    <a:cubicBezTo>
                      <a:pt x="5" y="8"/>
                      <a:pt x="1" y="5"/>
                      <a:pt x="2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" name="Freeform 353">
                <a:extLst>
                  <a:ext uri="{FF2B5EF4-FFF2-40B4-BE49-F238E27FC236}">
                    <a16:creationId xmlns:a16="http://schemas.microsoft.com/office/drawing/2014/main" id="{D1A91D1F-8878-43FE-B4DF-3EDD0754D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76"/>
                <a:ext cx="20" cy="53"/>
              </a:xfrm>
              <a:custGeom>
                <a:avLst/>
                <a:gdLst>
                  <a:gd name="T0" fmla="*/ 0 w 8"/>
                  <a:gd name="T1" fmla="*/ 34 h 20"/>
                  <a:gd name="T2" fmla="*/ 125 w 8"/>
                  <a:gd name="T3" fmla="*/ 371 h 20"/>
                  <a:gd name="T4" fmla="*/ 50 w 8"/>
                  <a:gd name="T5" fmla="*/ 148 h 20"/>
                  <a:gd name="T6" fmla="*/ 20 w 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2"/>
                    </a:moveTo>
                    <a:cubicBezTo>
                      <a:pt x="1" y="8"/>
                      <a:pt x="3" y="17"/>
                      <a:pt x="8" y="20"/>
                    </a:cubicBezTo>
                    <a:cubicBezTo>
                      <a:pt x="6" y="18"/>
                      <a:pt x="4" y="11"/>
                      <a:pt x="3" y="8"/>
                    </a:cubicBezTo>
                    <a:cubicBezTo>
                      <a:pt x="2" y="5"/>
                      <a:pt x="2" y="3"/>
                      <a:pt x="1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" name="Freeform 354">
                <a:extLst>
                  <a:ext uri="{FF2B5EF4-FFF2-40B4-BE49-F238E27FC236}">
                    <a16:creationId xmlns:a16="http://schemas.microsoft.com/office/drawing/2014/main" id="{CA9B7726-17C2-42E0-B41D-5E254A7B1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943"/>
                <a:ext cx="35" cy="32"/>
              </a:xfrm>
              <a:custGeom>
                <a:avLst/>
                <a:gdLst>
                  <a:gd name="T0" fmla="*/ 0 w 14"/>
                  <a:gd name="T1" fmla="*/ 93 h 12"/>
                  <a:gd name="T2" fmla="*/ 220 w 14"/>
                  <a:gd name="T3" fmla="*/ 227 h 12"/>
                  <a:gd name="T4" fmla="*/ 0 w 14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5"/>
                    </a:moveTo>
                    <a:cubicBezTo>
                      <a:pt x="6" y="3"/>
                      <a:pt x="10" y="8"/>
                      <a:pt x="14" y="12"/>
                    </a:cubicBezTo>
                    <a:cubicBezTo>
                      <a:pt x="14" y="6"/>
                      <a:pt x="5" y="0"/>
                      <a:pt x="0" y="3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" name="Freeform 355">
                <a:extLst>
                  <a:ext uri="{FF2B5EF4-FFF2-40B4-BE49-F238E27FC236}">
                    <a16:creationId xmlns:a16="http://schemas.microsoft.com/office/drawing/2014/main" id="{6C449CA7-4B68-48EC-B57E-62B44977D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948"/>
                <a:ext cx="20" cy="32"/>
              </a:xfrm>
              <a:custGeom>
                <a:avLst/>
                <a:gdLst>
                  <a:gd name="T0" fmla="*/ 125 w 8"/>
                  <a:gd name="T1" fmla="*/ 0 h 12"/>
                  <a:gd name="T2" fmla="*/ 33 w 8"/>
                  <a:gd name="T3" fmla="*/ 93 h 12"/>
                  <a:gd name="T4" fmla="*/ 50 w 8"/>
                  <a:gd name="T5" fmla="*/ 227 h 12"/>
                  <a:gd name="T6" fmla="*/ 125 w 8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6" y="1"/>
                      <a:pt x="3" y="3"/>
                      <a:pt x="2" y="5"/>
                    </a:cubicBezTo>
                    <a:cubicBezTo>
                      <a:pt x="0" y="8"/>
                      <a:pt x="1" y="9"/>
                      <a:pt x="3" y="12"/>
                    </a:cubicBezTo>
                    <a:cubicBezTo>
                      <a:pt x="3" y="7"/>
                      <a:pt x="4" y="3"/>
                      <a:pt x="8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" name="Freeform 356">
                <a:extLst>
                  <a:ext uri="{FF2B5EF4-FFF2-40B4-BE49-F238E27FC236}">
                    <a16:creationId xmlns:a16="http://schemas.microsoft.com/office/drawing/2014/main" id="{38C1E906-5FBF-4ECB-9ACC-56315BDAA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057"/>
                <a:ext cx="18" cy="51"/>
              </a:xfrm>
              <a:custGeom>
                <a:avLst/>
                <a:gdLst>
                  <a:gd name="T0" fmla="*/ 85 w 7"/>
                  <a:gd name="T1" fmla="*/ 0 h 19"/>
                  <a:gd name="T2" fmla="*/ 21 w 7"/>
                  <a:gd name="T3" fmla="*/ 172 h 19"/>
                  <a:gd name="T4" fmla="*/ 118 w 7"/>
                  <a:gd name="T5" fmla="*/ 368 h 19"/>
                  <a:gd name="T6" fmla="*/ 85 w 7"/>
                  <a:gd name="T7" fmla="*/ 2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5" y="0"/>
                    </a:moveTo>
                    <a:cubicBezTo>
                      <a:pt x="2" y="3"/>
                      <a:pt x="1" y="6"/>
                      <a:pt x="1" y="9"/>
                    </a:cubicBezTo>
                    <a:cubicBezTo>
                      <a:pt x="0" y="14"/>
                      <a:pt x="4" y="15"/>
                      <a:pt x="7" y="19"/>
                    </a:cubicBezTo>
                    <a:cubicBezTo>
                      <a:pt x="5" y="15"/>
                      <a:pt x="1" y="5"/>
                      <a:pt x="5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" name="Freeform 357">
                <a:extLst>
                  <a:ext uri="{FF2B5EF4-FFF2-40B4-BE49-F238E27FC236}">
                    <a16:creationId xmlns:a16="http://schemas.microsoft.com/office/drawing/2014/main" id="{6E42FBC5-49EB-4BCA-BB45-AB635CCDE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092"/>
                <a:ext cx="30" cy="35"/>
              </a:xfrm>
              <a:custGeom>
                <a:avLst/>
                <a:gdLst>
                  <a:gd name="T0" fmla="*/ 175 w 12"/>
                  <a:gd name="T1" fmla="*/ 0 h 13"/>
                  <a:gd name="T2" fmla="*/ 20 w 12"/>
                  <a:gd name="T3" fmla="*/ 253 h 13"/>
                  <a:gd name="T4" fmla="*/ 83 w 12"/>
                  <a:gd name="T5" fmla="*/ 94 h 13"/>
                  <a:gd name="T6" fmla="*/ 188 w 1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1" y="0"/>
                    </a:moveTo>
                    <a:cubicBezTo>
                      <a:pt x="5" y="3"/>
                      <a:pt x="0" y="6"/>
                      <a:pt x="1" y="13"/>
                    </a:cubicBezTo>
                    <a:cubicBezTo>
                      <a:pt x="3" y="10"/>
                      <a:pt x="2" y="8"/>
                      <a:pt x="5" y="5"/>
                    </a:cubicBezTo>
                    <a:cubicBezTo>
                      <a:pt x="8" y="4"/>
                      <a:pt x="10" y="3"/>
                      <a:pt x="12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" name="Freeform 358">
                <a:extLst>
                  <a:ext uri="{FF2B5EF4-FFF2-40B4-BE49-F238E27FC236}">
                    <a16:creationId xmlns:a16="http://schemas.microsoft.com/office/drawing/2014/main" id="{0A2103F1-205E-48AD-ACF9-7C5A23A31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113"/>
                <a:ext cx="42" cy="14"/>
              </a:xfrm>
              <a:custGeom>
                <a:avLst/>
                <a:gdLst>
                  <a:gd name="T0" fmla="*/ 0 w 17"/>
                  <a:gd name="T1" fmla="*/ 0 h 5"/>
                  <a:gd name="T2" fmla="*/ 153 w 17"/>
                  <a:gd name="T3" fmla="*/ 62 h 5"/>
                  <a:gd name="T4" fmla="*/ 257 w 17"/>
                  <a:gd name="T5" fmla="*/ 87 h 5"/>
                  <a:gd name="T6" fmla="*/ 153 w 17"/>
                  <a:gd name="T7" fmla="*/ 109 h 5"/>
                  <a:gd name="T8" fmla="*/ 0 w 17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cubicBezTo>
                      <a:pt x="3" y="1"/>
                      <a:pt x="7" y="2"/>
                      <a:pt x="10" y="3"/>
                    </a:cubicBezTo>
                    <a:cubicBezTo>
                      <a:pt x="12" y="3"/>
                      <a:pt x="15" y="3"/>
                      <a:pt x="17" y="4"/>
                    </a:cubicBezTo>
                    <a:cubicBezTo>
                      <a:pt x="15" y="5"/>
                      <a:pt x="12" y="5"/>
                      <a:pt x="10" y="5"/>
                    </a:cubicBezTo>
                    <a:cubicBezTo>
                      <a:pt x="8" y="5"/>
                      <a:pt x="1" y="4"/>
                      <a:pt x="0" y="2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" name="Freeform 359">
                <a:extLst>
                  <a:ext uri="{FF2B5EF4-FFF2-40B4-BE49-F238E27FC236}">
                    <a16:creationId xmlns:a16="http://schemas.microsoft.com/office/drawing/2014/main" id="{724E64EB-A575-4BC7-8C8C-E3FDB3B4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044"/>
                <a:ext cx="18" cy="51"/>
              </a:xfrm>
              <a:custGeom>
                <a:avLst/>
                <a:gdLst>
                  <a:gd name="T0" fmla="*/ 118 w 7"/>
                  <a:gd name="T1" fmla="*/ 0 h 19"/>
                  <a:gd name="T2" fmla="*/ 0 w 7"/>
                  <a:gd name="T3" fmla="*/ 94 h 19"/>
                  <a:gd name="T4" fmla="*/ 21 w 7"/>
                  <a:gd name="T5" fmla="*/ 193 h 19"/>
                  <a:gd name="T6" fmla="*/ 21 w 7"/>
                  <a:gd name="T7" fmla="*/ 368 h 19"/>
                  <a:gd name="T8" fmla="*/ 67 w 7"/>
                  <a:gd name="T9" fmla="*/ 150 h 19"/>
                  <a:gd name="T10" fmla="*/ 67 w 7"/>
                  <a:gd name="T11" fmla="*/ 81 h 19"/>
                  <a:gd name="T12" fmla="*/ 100 w 7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9">
                    <a:moveTo>
                      <a:pt x="7" y="0"/>
                    </a:moveTo>
                    <a:cubicBezTo>
                      <a:pt x="4" y="0"/>
                      <a:pt x="1" y="3"/>
                      <a:pt x="0" y="5"/>
                    </a:cubicBezTo>
                    <a:cubicBezTo>
                      <a:pt x="0" y="7"/>
                      <a:pt x="1" y="8"/>
                      <a:pt x="1" y="10"/>
                    </a:cubicBezTo>
                    <a:cubicBezTo>
                      <a:pt x="2" y="13"/>
                      <a:pt x="1" y="16"/>
                      <a:pt x="1" y="19"/>
                    </a:cubicBezTo>
                    <a:cubicBezTo>
                      <a:pt x="2" y="16"/>
                      <a:pt x="4" y="11"/>
                      <a:pt x="4" y="8"/>
                    </a:cubicBezTo>
                    <a:cubicBezTo>
                      <a:pt x="4" y="7"/>
                      <a:pt x="3" y="6"/>
                      <a:pt x="4" y="4"/>
                    </a:cubicBezTo>
                    <a:cubicBezTo>
                      <a:pt x="4" y="3"/>
                      <a:pt x="5" y="2"/>
                      <a:pt x="6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" name="Freeform 360">
                <a:extLst>
                  <a:ext uri="{FF2B5EF4-FFF2-40B4-BE49-F238E27FC236}">
                    <a16:creationId xmlns:a16="http://schemas.microsoft.com/office/drawing/2014/main" id="{3445DE8B-3673-4EDC-B198-05C074110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940"/>
                <a:ext cx="67" cy="37"/>
              </a:xfrm>
              <a:custGeom>
                <a:avLst/>
                <a:gdLst>
                  <a:gd name="T0" fmla="*/ 0 w 27"/>
                  <a:gd name="T1" fmla="*/ 238 h 14"/>
                  <a:gd name="T2" fmla="*/ 216 w 27"/>
                  <a:gd name="T3" fmla="*/ 21 h 14"/>
                  <a:gd name="T4" fmla="*/ 350 w 27"/>
                  <a:gd name="T5" fmla="*/ 56 h 14"/>
                  <a:gd name="T6" fmla="*/ 337 w 27"/>
                  <a:gd name="T7" fmla="*/ 259 h 14"/>
                  <a:gd name="T8" fmla="*/ 290 w 27"/>
                  <a:gd name="T9" fmla="*/ 56 h 14"/>
                  <a:gd name="T10" fmla="*/ 196 w 27"/>
                  <a:gd name="T11" fmla="*/ 5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4">
                    <a:moveTo>
                      <a:pt x="0" y="13"/>
                    </a:moveTo>
                    <a:cubicBezTo>
                      <a:pt x="4" y="8"/>
                      <a:pt x="7" y="2"/>
                      <a:pt x="14" y="1"/>
                    </a:cubicBezTo>
                    <a:cubicBezTo>
                      <a:pt x="17" y="0"/>
                      <a:pt x="21" y="1"/>
                      <a:pt x="23" y="3"/>
                    </a:cubicBezTo>
                    <a:cubicBezTo>
                      <a:pt x="27" y="6"/>
                      <a:pt x="27" y="12"/>
                      <a:pt x="22" y="14"/>
                    </a:cubicBezTo>
                    <a:cubicBezTo>
                      <a:pt x="23" y="10"/>
                      <a:pt x="23" y="5"/>
                      <a:pt x="19" y="3"/>
                    </a:cubicBezTo>
                    <a:cubicBezTo>
                      <a:pt x="17" y="2"/>
                      <a:pt x="15" y="3"/>
                      <a:pt x="13" y="3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" name="Freeform 361">
                <a:extLst>
                  <a:ext uri="{FF2B5EF4-FFF2-40B4-BE49-F238E27FC236}">
                    <a16:creationId xmlns:a16="http://schemas.microsoft.com/office/drawing/2014/main" id="{9D5E0EA4-CC22-4D41-82F0-7BA05F207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897"/>
                <a:ext cx="20" cy="32"/>
              </a:xfrm>
              <a:custGeom>
                <a:avLst/>
                <a:gdLst>
                  <a:gd name="T0" fmla="*/ 95 w 8"/>
                  <a:gd name="T1" fmla="*/ 21 h 12"/>
                  <a:gd name="T2" fmla="*/ 63 w 8"/>
                  <a:gd name="T3" fmla="*/ 227 h 12"/>
                  <a:gd name="T4" fmla="*/ 125 w 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6" y="1"/>
                    </a:moveTo>
                    <a:cubicBezTo>
                      <a:pt x="3" y="3"/>
                      <a:pt x="0" y="10"/>
                      <a:pt x="4" y="12"/>
                    </a:cubicBezTo>
                    <a:cubicBezTo>
                      <a:pt x="4" y="7"/>
                      <a:pt x="5" y="4"/>
                      <a:pt x="8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" name="Freeform 362">
                <a:extLst>
                  <a:ext uri="{FF2B5EF4-FFF2-40B4-BE49-F238E27FC236}">
                    <a16:creationId xmlns:a16="http://schemas.microsoft.com/office/drawing/2014/main" id="{A06051F0-3553-402B-91FF-D59E3F15B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081"/>
                <a:ext cx="48" cy="40"/>
              </a:xfrm>
              <a:custGeom>
                <a:avLst/>
                <a:gdLst>
                  <a:gd name="T0" fmla="*/ 0 w 19"/>
                  <a:gd name="T1" fmla="*/ 285 h 15"/>
                  <a:gd name="T2" fmla="*/ 159 w 19"/>
                  <a:gd name="T3" fmla="*/ 35 h 15"/>
                  <a:gd name="T4" fmla="*/ 306 w 19"/>
                  <a:gd name="T5" fmla="*/ 115 h 15"/>
                  <a:gd name="T6" fmla="*/ 129 w 19"/>
                  <a:gd name="T7" fmla="*/ 1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1" y="11"/>
                      <a:pt x="6" y="4"/>
                      <a:pt x="10" y="2"/>
                    </a:cubicBezTo>
                    <a:cubicBezTo>
                      <a:pt x="15" y="0"/>
                      <a:pt x="17" y="2"/>
                      <a:pt x="19" y="6"/>
                    </a:cubicBezTo>
                    <a:cubicBezTo>
                      <a:pt x="17" y="3"/>
                      <a:pt x="11" y="3"/>
                      <a:pt x="8" y="6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" name="Freeform 363">
                <a:extLst>
                  <a:ext uri="{FF2B5EF4-FFF2-40B4-BE49-F238E27FC236}">
                    <a16:creationId xmlns:a16="http://schemas.microsoft.com/office/drawing/2014/main" id="{30AC03F7-9F46-48CC-8B2B-E45837271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35"/>
                <a:ext cx="50" cy="37"/>
              </a:xfrm>
              <a:custGeom>
                <a:avLst/>
                <a:gdLst>
                  <a:gd name="T0" fmla="*/ 0 w 20"/>
                  <a:gd name="T1" fmla="*/ 56 h 14"/>
                  <a:gd name="T2" fmla="*/ 313 w 20"/>
                  <a:gd name="T3" fmla="*/ 259 h 14"/>
                  <a:gd name="T4" fmla="*/ 145 w 20"/>
                  <a:gd name="T5" fmla="*/ 111 h 14"/>
                  <a:gd name="T6" fmla="*/ 0 w 20"/>
                  <a:gd name="T7" fmla="*/ 7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0" y="3"/>
                    </a:moveTo>
                    <a:cubicBezTo>
                      <a:pt x="10" y="0"/>
                      <a:pt x="15" y="8"/>
                      <a:pt x="20" y="14"/>
                    </a:cubicBezTo>
                    <a:cubicBezTo>
                      <a:pt x="16" y="12"/>
                      <a:pt x="13" y="8"/>
                      <a:pt x="9" y="6"/>
                    </a:cubicBezTo>
                    <a:cubicBezTo>
                      <a:pt x="7" y="5"/>
                      <a:pt x="2" y="3"/>
                      <a:pt x="0" y="4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" name="Freeform 364">
                <a:extLst>
                  <a:ext uri="{FF2B5EF4-FFF2-40B4-BE49-F238E27FC236}">
                    <a16:creationId xmlns:a16="http://schemas.microsoft.com/office/drawing/2014/main" id="{D5FD6E6D-D3FC-4901-A0CB-6F38B1B8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135"/>
                <a:ext cx="65" cy="40"/>
              </a:xfrm>
              <a:custGeom>
                <a:avLst/>
                <a:gdLst>
                  <a:gd name="T0" fmla="*/ 408 w 26"/>
                  <a:gd name="T1" fmla="*/ 0 h 15"/>
                  <a:gd name="T2" fmla="*/ 175 w 26"/>
                  <a:gd name="T3" fmla="*/ 285 h 15"/>
                  <a:gd name="T4" fmla="*/ 208 w 26"/>
                  <a:gd name="T5" fmla="*/ 115 h 15"/>
                  <a:gd name="T6" fmla="*/ 375 w 2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5">
                    <a:moveTo>
                      <a:pt x="26" y="0"/>
                    </a:moveTo>
                    <a:cubicBezTo>
                      <a:pt x="20" y="1"/>
                      <a:pt x="0" y="6"/>
                      <a:pt x="11" y="15"/>
                    </a:cubicBezTo>
                    <a:cubicBezTo>
                      <a:pt x="7" y="14"/>
                      <a:pt x="11" y="8"/>
                      <a:pt x="13" y="6"/>
                    </a:cubicBezTo>
                    <a:cubicBezTo>
                      <a:pt x="16" y="5"/>
                      <a:pt x="23" y="4"/>
                      <a:pt x="24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" name="Freeform 365">
                <a:extLst>
                  <a:ext uri="{FF2B5EF4-FFF2-40B4-BE49-F238E27FC236}">
                    <a16:creationId xmlns:a16="http://schemas.microsoft.com/office/drawing/2014/main" id="{3149DC38-F807-4347-934C-A9CBE61A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084"/>
                <a:ext cx="63" cy="35"/>
              </a:xfrm>
              <a:custGeom>
                <a:avLst/>
                <a:gdLst>
                  <a:gd name="T0" fmla="*/ 401 w 25"/>
                  <a:gd name="T1" fmla="*/ 59 h 13"/>
                  <a:gd name="T2" fmla="*/ 126 w 25"/>
                  <a:gd name="T3" fmla="*/ 0 h 13"/>
                  <a:gd name="T4" fmla="*/ 33 w 25"/>
                  <a:gd name="T5" fmla="*/ 35 h 13"/>
                  <a:gd name="T6" fmla="*/ 50 w 25"/>
                  <a:gd name="T7" fmla="*/ 253 h 13"/>
                  <a:gd name="T8" fmla="*/ 63 w 25"/>
                  <a:gd name="T9" fmla="*/ 94 h 13"/>
                  <a:gd name="T10" fmla="*/ 179 w 25"/>
                  <a:gd name="T11" fmla="*/ 35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3">
                    <a:moveTo>
                      <a:pt x="25" y="3"/>
                    </a:moveTo>
                    <a:cubicBezTo>
                      <a:pt x="19" y="2"/>
                      <a:pt x="14" y="0"/>
                      <a:pt x="8" y="0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5"/>
                      <a:pt x="1" y="10"/>
                      <a:pt x="3" y="13"/>
                    </a:cubicBezTo>
                    <a:cubicBezTo>
                      <a:pt x="4" y="10"/>
                      <a:pt x="3" y="8"/>
                      <a:pt x="4" y="5"/>
                    </a:cubicBezTo>
                    <a:cubicBezTo>
                      <a:pt x="5" y="2"/>
                      <a:pt x="8" y="2"/>
                      <a:pt x="11" y="2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" name="Freeform 366">
                <a:extLst>
                  <a:ext uri="{FF2B5EF4-FFF2-40B4-BE49-F238E27FC236}">
                    <a16:creationId xmlns:a16="http://schemas.microsoft.com/office/drawing/2014/main" id="{3CF00F59-445B-4B89-9F94-93CF30594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2017"/>
                <a:ext cx="67" cy="43"/>
              </a:xfrm>
              <a:custGeom>
                <a:avLst/>
                <a:gdLst>
                  <a:gd name="T0" fmla="*/ 412 w 27"/>
                  <a:gd name="T1" fmla="*/ 0 h 16"/>
                  <a:gd name="T2" fmla="*/ 216 w 27"/>
                  <a:gd name="T3" fmla="*/ 312 h 16"/>
                  <a:gd name="T4" fmla="*/ 370 w 27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6">
                    <a:moveTo>
                      <a:pt x="27" y="0"/>
                    </a:moveTo>
                    <a:cubicBezTo>
                      <a:pt x="23" y="3"/>
                      <a:pt x="0" y="10"/>
                      <a:pt x="14" y="16"/>
                    </a:cubicBezTo>
                    <a:cubicBezTo>
                      <a:pt x="8" y="11"/>
                      <a:pt x="21" y="5"/>
                      <a:pt x="24" y="2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" name="Freeform 367">
                <a:extLst>
                  <a:ext uri="{FF2B5EF4-FFF2-40B4-BE49-F238E27FC236}">
                    <a16:creationId xmlns:a16="http://schemas.microsoft.com/office/drawing/2014/main" id="{C301F67C-8CF1-465C-B9D3-51D4E5EBA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937"/>
                <a:ext cx="50" cy="22"/>
              </a:xfrm>
              <a:custGeom>
                <a:avLst/>
                <a:gdLst>
                  <a:gd name="T0" fmla="*/ 0 w 20"/>
                  <a:gd name="T1" fmla="*/ 107 h 8"/>
                  <a:gd name="T2" fmla="*/ 238 w 20"/>
                  <a:gd name="T3" fmla="*/ 22 h 8"/>
                  <a:gd name="T4" fmla="*/ 313 w 20"/>
                  <a:gd name="T5" fmla="*/ 168 h 8"/>
                  <a:gd name="T6" fmla="*/ 250 w 20"/>
                  <a:gd name="T7" fmla="*/ 61 h 8"/>
                  <a:gd name="T8" fmla="*/ 125 w 20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">
                    <a:moveTo>
                      <a:pt x="0" y="5"/>
                    </a:moveTo>
                    <a:cubicBezTo>
                      <a:pt x="4" y="2"/>
                      <a:pt x="10" y="1"/>
                      <a:pt x="15" y="1"/>
                    </a:cubicBezTo>
                    <a:cubicBezTo>
                      <a:pt x="20" y="0"/>
                      <a:pt x="19" y="3"/>
                      <a:pt x="20" y="8"/>
                    </a:cubicBezTo>
                    <a:cubicBezTo>
                      <a:pt x="19" y="5"/>
                      <a:pt x="18" y="4"/>
                      <a:pt x="16" y="3"/>
                    </a:cubicBezTo>
                    <a:cubicBezTo>
                      <a:pt x="14" y="2"/>
                      <a:pt x="10" y="2"/>
                      <a:pt x="8" y="4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" name="Freeform 368">
                <a:extLst>
                  <a:ext uri="{FF2B5EF4-FFF2-40B4-BE49-F238E27FC236}">
                    <a16:creationId xmlns:a16="http://schemas.microsoft.com/office/drawing/2014/main" id="{055693A0-931F-4021-A82D-734FF22AA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908"/>
                <a:ext cx="30" cy="43"/>
              </a:xfrm>
              <a:custGeom>
                <a:avLst/>
                <a:gdLst>
                  <a:gd name="T0" fmla="*/ 0 w 12"/>
                  <a:gd name="T1" fmla="*/ 22 h 16"/>
                  <a:gd name="T2" fmla="*/ 83 w 12"/>
                  <a:gd name="T3" fmla="*/ 231 h 16"/>
                  <a:gd name="T4" fmla="*/ 188 w 12"/>
                  <a:gd name="T5" fmla="*/ 312 h 16"/>
                  <a:gd name="T6" fmla="*/ 63 w 12"/>
                  <a:gd name="T7" fmla="*/ 116 h 16"/>
                  <a:gd name="T8" fmla="*/ 0 w 12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1"/>
                    </a:moveTo>
                    <a:cubicBezTo>
                      <a:pt x="1" y="5"/>
                      <a:pt x="3" y="8"/>
                      <a:pt x="5" y="12"/>
                    </a:cubicBezTo>
                    <a:cubicBezTo>
                      <a:pt x="6" y="15"/>
                      <a:pt x="8" y="16"/>
                      <a:pt x="12" y="16"/>
                    </a:cubicBezTo>
                    <a:cubicBezTo>
                      <a:pt x="8" y="14"/>
                      <a:pt x="6" y="10"/>
                      <a:pt x="4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" name="Freeform 369">
                <a:extLst>
                  <a:ext uri="{FF2B5EF4-FFF2-40B4-BE49-F238E27FC236}">
                    <a16:creationId xmlns:a16="http://schemas.microsoft.com/office/drawing/2014/main" id="{1AE506CC-109D-43FC-BEBC-0CDC13722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009"/>
                <a:ext cx="20" cy="46"/>
              </a:xfrm>
              <a:custGeom>
                <a:avLst/>
                <a:gdLst>
                  <a:gd name="T0" fmla="*/ 125 w 8"/>
                  <a:gd name="T1" fmla="*/ 81 h 17"/>
                  <a:gd name="T2" fmla="*/ 95 w 8"/>
                  <a:gd name="T3" fmla="*/ 336 h 17"/>
                  <a:gd name="T4" fmla="*/ 125 w 8"/>
                  <a:gd name="T5" fmla="*/ 6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8" y="4"/>
                    </a:moveTo>
                    <a:cubicBezTo>
                      <a:pt x="0" y="0"/>
                      <a:pt x="4" y="15"/>
                      <a:pt x="6" y="17"/>
                    </a:cubicBezTo>
                    <a:cubicBezTo>
                      <a:pt x="6" y="13"/>
                      <a:pt x="3" y="6"/>
                      <a:pt x="8" y="3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" name="Freeform 370">
                <a:extLst>
                  <a:ext uri="{FF2B5EF4-FFF2-40B4-BE49-F238E27FC236}">
                    <a16:creationId xmlns:a16="http://schemas.microsoft.com/office/drawing/2014/main" id="{2D23E9ED-E795-4D50-93E8-C47546DD3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089"/>
                <a:ext cx="17" cy="38"/>
              </a:xfrm>
              <a:custGeom>
                <a:avLst/>
                <a:gdLst>
                  <a:gd name="T0" fmla="*/ 87 w 7"/>
                  <a:gd name="T1" fmla="*/ 0 h 14"/>
                  <a:gd name="T2" fmla="*/ 12 w 7"/>
                  <a:gd name="T3" fmla="*/ 163 h 14"/>
                  <a:gd name="T4" fmla="*/ 87 w 7"/>
                  <a:gd name="T5" fmla="*/ 244 h 14"/>
                  <a:gd name="T6" fmla="*/ 100 w 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6" y="0"/>
                    </a:moveTo>
                    <a:cubicBezTo>
                      <a:pt x="4" y="2"/>
                      <a:pt x="1" y="5"/>
                      <a:pt x="1" y="8"/>
                    </a:cubicBezTo>
                    <a:cubicBezTo>
                      <a:pt x="0" y="11"/>
                      <a:pt x="3" y="14"/>
                      <a:pt x="6" y="12"/>
                    </a:cubicBezTo>
                    <a:cubicBezTo>
                      <a:pt x="3" y="9"/>
                      <a:pt x="6" y="3"/>
                      <a:pt x="7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" name="Freeform 371">
                <a:extLst>
                  <a:ext uri="{FF2B5EF4-FFF2-40B4-BE49-F238E27FC236}">
                    <a16:creationId xmlns:a16="http://schemas.microsoft.com/office/drawing/2014/main" id="{EF7A2B52-077B-4633-B020-BE2ABBB99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161"/>
                <a:ext cx="42" cy="40"/>
              </a:xfrm>
              <a:custGeom>
                <a:avLst/>
                <a:gdLst>
                  <a:gd name="T0" fmla="*/ 257 w 17"/>
                  <a:gd name="T1" fmla="*/ 0 h 15"/>
                  <a:gd name="T2" fmla="*/ 74 w 17"/>
                  <a:gd name="T3" fmla="*/ 56 h 15"/>
                  <a:gd name="T4" fmla="*/ 121 w 17"/>
                  <a:gd name="T5" fmla="*/ 285 h 15"/>
                  <a:gd name="T6" fmla="*/ 133 w 17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17" y="0"/>
                    </a:moveTo>
                    <a:cubicBezTo>
                      <a:pt x="13" y="0"/>
                      <a:pt x="8" y="1"/>
                      <a:pt x="5" y="3"/>
                    </a:cubicBezTo>
                    <a:cubicBezTo>
                      <a:pt x="0" y="6"/>
                      <a:pt x="3" y="13"/>
                      <a:pt x="8" y="15"/>
                    </a:cubicBezTo>
                    <a:cubicBezTo>
                      <a:pt x="6" y="10"/>
                      <a:pt x="4" y="6"/>
                      <a:pt x="9" y="3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" name="Freeform 372">
                <a:extLst>
                  <a:ext uri="{FF2B5EF4-FFF2-40B4-BE49-F238E27FC236}">
                    <a16:creationId xmlns:a16="http://schemas.microsoft.com/office/drawing/2014/main" id="{C4D4BDD3-36F4-4116-BA0B-884DAB088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145"/>
                <a:ext cx="42" cy="14"/>
              </a:xfrm>
              <a:custGeom>
                <a:avLst/>
                <a:gdLst>
                  <a:gd name="T0" fmla="*/ 0 w 17"/>
                  <a:gd name="T1" fmla="*/ 48 h 5"/>
                  <a:gd name="T2" fmla="*/ 121 w 17"/>
                  <a:gd name="T3" fmla="*/ 48 h 5"/>
                  <a:gd name="T4" fmla="*/ 212 w 17"/>
                  <a:gd name="T5" fmla="*/ 0 h 5"/>
                  <a:gd name="T6" fmla="*/ 166 w 17"/>
                  <a:gd name="T7" fmla="*/ 87 h 5"/>
                  <a:gd name="T8" fmla="*/ 0 w 17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0" y="2"/>
                    </a:moveTo>
                    <a:cubicBezTo>
                      <a:pt x="2" y="3"/>
                      <a:pt x="6" y="3"/>
                      <a:pt x="8" y="2"/>
                    </a:cubicBezTo>
                    <a:cubicBezTo>
                      <a:pt x="9" y="2"/>
                      <a:pt x="13" y="0"/>
                      <a:pt x="14" y="0"/>
                    </a:cubicBezTo>
                    <a:cubicBezTo>
                      <a:pt x="17" y="2"/>
                      <a:pt x="12" y="4"/>
                      <a:pt x="11" y="4"/>
                    </a:cubicBezTo>
                    <a:cubicBezTo>
                      <a:pt x="8" y="5"/>
                      <a:pt x="3" y="5"/>
                      <a:pt x="0" y="3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" name="Freeform 373">
                <a:extLst>
                  <a:ext uri="{FF2B5EF4-FFF2-40B4-BE49-F238E27FC236}">
                    <a16:creationId xmlns:a16="http://schemas.microsoft.com/office/drawing/2014/main" id="{9466AF75-2C61-45FF-A5E3-193313AFA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788"/>
                <a:ext cx="12" cy="29"/>
              </a:xfrm>
              <a:custGeom>
                <a:avLst/>
                <a:gdLst>
                  <a:gd name="T0" fmla="*/ 70 w 5"/>
                  <a:gd name="T1" fmla="*/ 0 h 11"/>
                  <a:gd name="T2" fmla="*/ 58 w 5"/>
                  <a:gd name="T3" fmla="*/ 200 h 11"/>
                  <a:gd name="T4" fmla="*/ 70 w 5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0" y="3"/>
                      <a:pt x="2" y="7"/>
                      <a:pt x="4" y="11"/>
                    </a:cubicBezTo>
                    <a:cubicBezTo>
                      <a:pt x="3" y="8"/>
                      <a:pt x="4" y="4"/>
                      <a:pt x="5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" name="Freeform 374">
                <a:extLst>
                  <a:ext uri="{FF2B5EF4-FFF2-40B4-BE49-F238E27FC236}">
                    <a16:creationId xmlns:a16="http://schemas.microsoft.com/office/drawing/2014/main" id="{46E621D8-595A-4D0B-9279-C2941394D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988"/>
                <a:ext cx="33" cy="16"/>
              </a:xfrm>
              <a:custGeom>
                <a:avLst/>
                <a:gdLst>
                  <a:gd name="T0" fmla="*/ 0 w 13"/>
                  <a:gd name="T1" fmla="*/ 21 h 6"/>
                  <a:gd name="T2" fmla="*/ 160 w 13"/>
                  <a:gd name="T3" fmla="*/ 21 h 6"/>
                  <a:gd name="T4" fmla="*/ 213 w 13"/>
                  <a:gd name="T5" fmla="*/ 115 h 6"/>
                  <a:gd name="T6" fmla="*/ 117 w 13"/>
                  <a:gd name="T7" fmla="*/ 35 h 6"/>
                  <a:gd name="T8" fmla="*/ 0 w 13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0" y="1"/>
                    </a:moveTo>
                    <a:cubicBezTo>
                      <a:pt x="3" y="1"/>
                      <a:pt x="7" y="0"/>
                      <a:pt x="10" y="1"/>
                    </a:cubicBezTo>
                    <a:cubicBezTo>
                      <a:pt x="13" y="1"/>
                      <a:pt x="13" y="3"/>
                      <a:pt x="13" y="6"/>
                    </a:cubicBezTo>
                    <a:cubicBezTo>
                      <a:pt x="12" y="3"/>
                      <a:pt x="10" y="3"/>
                      <a:pt x="7" y="2"/>
                    </a:cubicBezTo>
                    <a:cubicBezTo>
                      <a:pt x="5" y="2"/>
                      <a:pt x="1" y="2"/>
                      <a:pt x="0" y="2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" name="Freeform 375">
                <a:extLst>
                  <a:ext uri="{FF2B5EF4-FFF2-40B4-BE49-F238E27FC236}">
                    <a16:creationId xmlns:a16="http://schemas.microsoft.com/office/drawing/2014/main" id="{F3305A4D-3F73-49D1-9F7A-8F3D530B7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916"/>
                <a:ext cx="52" cy="13"/>
              </a:xfrm>
              <a:custGeom>
                <a:avLst/>
                <a:gdLst>
                  <a:gd name="T0" fmla="*/ 0 w 21"/>
                  <a:gd name="T1" fmla="*/ 55 h 5"/>
                  <a:gd name="T2" fmla="*/ 245 w 21"/>
                  <a:gd name="T3" fmla="*/ 21 h 5"/>
                  <a:gd name="T4" fmla="*/ 319 w 21"/>
                  <a:gd name="T5" fmla="*/ 88 h 5"/>
                  <a:gd name="T6" fmla="*/ 166 w 21"/>
                  <a:gd name="T7" fmla="*/ 55 h 5"/>
                  <a:gd name="T8" fmla="*/ 0 w 21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2" y="0"/>
                      <a:pt x="12" y="1"/>
                      <a:pt x="16" y="1"/>
                    </a:cubicBezTo>
                    <a:cubicBezTo>
                      <a:pt x="19" y="1"/>
                      <a:pt x="20" y="1"/>
                      <a:pt x="21" y="5"/>
                    </a:cubicBezTo>
                    <a:cubicBezTo>
                      <a:pt x="20" y="2"/>
                      <a:pt x="14" y="3"/>
                      <a:pt x="11" y="3"/>
                    </a:cubicBezTo>
                    <a:cubicBezTo>
                      <a:pt x="8" y="3"/>
                      <a:pt x="4" y="2"/>
                      <a:pt x="0" y="3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" name="Freeform 376">
                <a:extLst>
                  <a:ext uri="{FF2B5EF4-FFF2-40B4-BE49-F238E27FC236}">
                    <a16:creationId xmlns:a16="http://schemas.microsoft.com/office/drawing/2014/main" id="{9FE8BED6-AF7A-4C36-A7BB-27CD3E401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007"/>
                <a:ext cx="20" cy="29"/>
              </a:xfrm>
              <a:custGeom>
                <a:avLst/>
                <a:gdLst>
                  <a:gd name="T0" fmla="*/ 125 w 8"/>
                  <a:gd name="T1" fmla="*/ 0 h 11"/>
                  <a:gd name="T2" fmla="*/ 50 w 8"/>
                  <a:gd name="T3" fmla="*/ 200 h 11"/>
                  <a:gd name="T4" fmla="*/ 125 w 8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4" y="1"/>
                      <a:pt x="0" y="7"/>
                      <a:pt x="3" y="11"/>
                    </a:cubicBezTo>
                    <a:cubicBezTo>
                      <a:pt x="4" y="7"/>
                      <a:pt x="4" y="1"/>
                      <a:pt x="8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860" name="Group 377">
              <a:extLst>
                <a:ext uri="{FF2B5EF4-FFF2-40B4-BE49-F238E27FC236}">
                  <a16:creationId xmlns:a16="http://schemas.microsoft.com/office/drawing/2014/main" id="{2A568681-72B2-40FA-B198-5736099D07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1" y="1679"/>
              <a:ext cx="695" cy="618"/>
              <a:chOff x="821" y="1679"/>
              <a:chExt cx="695" cy="618"/>
            </a:xfrm>
          </p:grpSpPr>
          <p:sp>
            <p:nvSpPr>
              <p:cNvPr id="23904" name="Freeform 378">
                <a:extLst>
                  <a:ext uri="{FF2B5EF4-FFF2-40B4-BE49-F238E27FC236}">
                    <a16:creationId xmlns:a16="http://schemas.microsoft.com/office/drawing/2014/main" id="{DFD54237-A585-4746-82EF-D162DA646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185"/>
                <a:ext cx="28" cy="43"/>
              </a:xfrm>
              <a:custGeom>
                <a:avLst/>
                <a:gdLst>
                  <a:gd name="T0" fmla="*/ 0 w 11"/>
                  <a:gd name="T1" fmla="*/ 312 h 16"/>
                  <a:gd name="T2" fmla="*/ 84 w 11"/>
                  <a:gd name="T3" fmla="*/ 94 h 16"/>
                  <a:gd name="T4" fmla="*/ 181 w 11"/>
                  <a:gd name="T5" fmla="*/ 218 h 16"/>
                  <a:gd name="T6" fmla="*/ 84 w 11"/>
                  <a:gd name="T7" fmla="*/ 15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16"/>
                    </a:moveTo>
                    <a:cubicBezTo>
                      <a:pt x="2" y="12"/>
                      <a:pt x="3" y="8"/>
                      <a:pt x="5" y="5"/>
                    </a:cubicBezTo>
                    <a:cubicBezTo>
                      <a:pt x="9" y="0"/>
                      <a:pt x="10" y="8"/>
                      <a:pt x="11" y="11"/>
                    </a:cubicBezTo>
                    <a:cubicBezTo>
                      <a:pt x="10" y="8"/>
                      <a:pt x="6" y="5"/>
                      <a:pt x="5" y="8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5" name="Freeform 379">
                <a:extLst>
                  <a:ext uri="{FF2B5EF4-FFF2-40B4-BE49-F238E27FC236}">
                    <a16:creationId xmlns:a16="http://schemas.microsoft.com/office/drawing/2014/main" id="{F70B1A79-98C1-41B8-A0A7-148EA1E7C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193"/>
                <a:ext cx="42" cy="19"/>
              </a:xfrm>
              <a:custGeom>
                <a:avLst/>
                <a:gdLst>
                  <a:gd name="T0" fmla="*/ 0 w 17"/>
                  <a:gd name="T1" fmla="*/ 141 h 7"/>
                  <a:gd name="T2" fmla="*/ 166 w 17"/>
                  <a:gd name="T3" fmla="*/ 22 h 7"/>
                  <a:gd name="T4" fmla="*/ 257 w 17"/>
                  <a:gd name="T5" fmla="*/ 103 h 7"/>
                  <a:gd name="T6" fmla="*/ 121 w 17"/>
                  <a:gd name="T7" fmla="*/ 10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3" y="5"/>
                      <a:pt x="7" y="3"/>
                      <a:pt x="11" y="1"/>
                    </a:cubicBezTo>
                    <a:cubicBezTo>
                      <a:pt x="14" y="0"/>
                      <a:pt x="16" y="2"/>
                      <a:pt x="17" y="5"/>
                    </a:cubicBezTo>
                    <a:cubicBezTo>
                      <a:pt x="15" y="2"/>
                      <a:pt x="10" y="3"/>
                      <a:pt x="8" y="5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6" name="Freeform 380">
                <a:extLst>
                  <a:ext uri="{FF2B5EF4-FFF2-40B4-BE49-F238E27FC236}">
                    <a16:creationId xmlns:a16="http://schemas.microsoft.com/office/drawing/2014/main" id="{E42ED070-5350-4135-9D06-AD824AEB5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220"/>
                <a:ext cx="15" cy="43"/>
              </a:xfrm>
              <a:custGeom>
                <a:avLst/>
                <a:gdLst>
                  <a:gd name="T0" fmla="*/ 83 w 6"/>
                  <a:gd name="T1" fmla="*/ 0 h 16"/>
                  <a:gd name="T2" fmla="*/ 20 w 6"/>
                  <a:gd name="T3" fmla="*/ 175 h 16"/>
                  <a:gd name="T4" fmla="*/ 20 w 6"/>
                  <a:gd name="T5" fmla="*/ 312 h 16"/>
                  <a:gd name="T6" fmla="*/ 95 w 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5" y="0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1"/>
                      <a:pt x="0" y="14"/>
                      <a:pt x="1" y="16"/>
                    </a:cubicBezTo>
                    <a:cubicBezTo>
                      <a:pt x="2" y="11"/>
                      <a:pt x="5" y="5"/>
                      <a:pt x="6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7" name="Freeform 381">
                <a:extLst>
                  <a:ext uri="{FF2B5EF4-FFF2-40B4-BE49-F238E27FC236}">
                    <a16:creationId xmlns:a16="http://schemas.microsoft.com/office/drawing/2014/main" id="{16F283B7-FE58-4D00-8D35-AFF338E8C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67"/>
                <a:ext cx="38" cy="24"/>
              </a:xfrm>
              <a:custGeom>
                <a:avLst/>
                <a:gdLst>
                  <a:gd name="T0" fmla="*/ 0 w 15"/>
                  <a:gd name="T1" fmla="*/ 56 h 9"/>
                  <a:gd name="T2" fmla="*/ 243 w 15"/>
                  <a:gd name="T3" fmla="*/ 0 h 9"/>
                  <a:gd name="T4" fmla="*/ 129 w 15"/>
                  <a:gd name="T5" fmla="*/ 136 h 9"/>
                  <a:gd name="T6" fmla="*/ 0 w 15"/>
                  <a:gd name="T7" fmla="*/ 7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3"/>
                    </a:moveTo>
                    <a:cubicBezTo>
                      <a:pt x="5" y="8"/>
                      <a:pt x="10" y="3"/>
                      <a:pt x="15" y="0"/>
                    </a:cubicBezTo>
                    <a:cubicBezTo>
                      <a:pt x="12" y="2"/>
                      <a:pt x="12" y="6"/>
                      <a:pt x="8" y="7"/>
                    </a:cubicBezTo>
                    <a:cubicBezTo>
                      <a:pt x="6" y="9"/>
                      <a:pt x="1" y="7"/>
                      <a:pt x="0" y="4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8" name="Freeform 382">
                <a:extLst>
                  <a:ext uri="{FF2B5EF4-FFF2-40B4-BE49-F238E27FC236}">
                    <a16:creationId xmlns:a16="http://schemas.microsoft.com/office/drawing/2014/main" id="{3EFDEB5A-ADBC-4901-83A0-E180A6879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049"/>
                <a:ext cx="13" cy="30"/>
              </a:xfrm>
              <a:custGeom>
                <a:avLst/>
                <a:gdLst>
                  <a:gd name="T0" fmla="*/ 21 w 5"/>
                  <a:gd name="T1" fmla="*/ 38 h 11"/>
                  <a:gd name="T2" fmla="*/ 21 w 5"/>
                  <a:gd name="T3" fmla="*/ 224 h 11"/>
                  <a:gd name="T4" fmla="*/ 88 w 5"/>
                  <a:gd name="T5" fmla="*/ 22 h 11"/>
                  <a:gd name="T6" fmla="*/ 34 w 5"/>
                  <a:gd name="T7" fmla="*/ 2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1" y="4"/>
                      <a:pt x="0" y="8"/>
                      <a:pt x="1" y="11"/>
                    </a:cubicBezTo>
                    <a:cubicBezTo>
                      <a:pt x="1" y="7"/>
                      <a:pt x="3" y="4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9" name="Freeform 383">
                <a:extLst>
                  <a:ext uri="{FF2B5EF4-FFF2-40B4-BE49-F238E27FC236}">
                    <a16:creationId xmlns:a16="http://schemas.microsoft.com/office/drawing/2014/main" id="{C200A161-22EF-40D7-A2E0-14A12057E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060"/>
                <a:ext cx="40" cy="13"/>
              </a:xfrm>
              <a:custGeom>
                <a:avLst/>
                <a:gdLst>
                  <a:gd name="T0" fmla="*/ 20 w 16"/>
                  <a:gd name="T1" fmla="*/ 88 h 5"/>
                  <a:gd name="T2" fmla="*/ 158 w 16"/>
                  <a:gd name="T3" fmla="*/ 55 h 5"/>
                  <a:gd name="T4" fmla="*/ 238 w 16"/>
                  <a:gd name="T5" fmla="*/ 34 h 5"/>
                  <a:gd name="T6" fmla="*/ 158 w 16"/>
                  <a:gd name="T7" fmla="*/ 0 h 5"/>
                  <a:gd name="T8" fmla="*/ 0 w 1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1" y="5"/>
                    </a:moveTo>
                    <a:cubicBezTo>
                      <a:pt x="3" y="4"/>
                      <a:pt x="7" y="3"/>
                      <a:pt x="10" y="3"/>
                    </a:cubicBezTo>
                    <a:cubicBezTo>
                      <a:pt x="11" y="2"/>
                      <a:pt x="15" y="3"/>
                      <a:pt x="15" y="2"/>
                    </a:cubicBezTo>
                    <a:cubicBezTo>
                      <a:pt x="16" y="0"/>
                      <a:pt x="11" y="0"/>
                      <a:pt x="10" y="0"/>
                    </a:cubicBezTo>
                    <a:cubicBezTo>
                      <a:pt x="7" y="0"/>
                      <a:pt x="2" y="2"/>
                      <a:pt x="0" y="5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0" name="Freeform 384">
                <a:extLst>
                  <a:ext uri="{FF2B5EF4-FFF2-40B4-BE49-F238E27FC236}">
                    <a16:creationId xmlns:a16="http://schemas.microsoft.com/office/drawing/2014/main" id="{6B6D5CE4-D5B1-46B2-86B5-D77F8AADB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068"/>
                <a:ext cx="52" cy="53"/>
              </a:xfrm>
              <a:custGeom>
                <a:avLst/>
                <a:gdLst>
                  <a:gd name="T0" fmla="*/ 0 w 21"/>
                  <a:gd name="T1" fmla="*/ 34 h 20"/>
                  <a:gd name="T2" fmla="*/ 245 w 21"/>
                  <a:gd name="T3" fmla="*/ 77 h 20"/>
                  <a:gd name="T4" fmla="*/ 275 w 21"/>
                  <a:gd name="T5" fmla="*/ 371 h 20"/>
                  <a:gd name="T6" fmla="*/ 228 w 21"/>
                  <a:gd name="T7" fmla="*/ 111 h 20"/>
                  <a:gd name="T8" fmla="*/ 0 w 21"/>
                  <a:gd name="T9" fmla="*/ 3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0" y="2"/>
                    </a:moveTo>
                    <a:cubicBezTo>
                      <a:pt x="5" y="2"/>
                      <a:pt x="12" y="0"/>
                      <a:pt x="16" y="4"/>
                    </a:cubicBezTo>
                    <a:cubicBezTo>
                      <a:pt x="21" y="7"/>
                      <a:pt x="21" y="15"/>
                      <a:pt x="18" y="20"/>
                    </a:cubicBezTo>
                    <a:cubicBezTo>
                      <a:pt x="18" y="16"/>
                      <a:pt x="19" y="9"/>
                      <a:pt x="15" y="6"/>
                    </a:cubicBezTo>
                    <a:cubicBezTo>
                      <a:pt x="12" y="3"/>
                      <a:pt x="4" y="1"/>
                      <a:pt x="0" y="2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1" name="Freeform 385">
                <a:extLst>
                  <a:ext uri="{FF2B5EF4-FFF2-40B4-BE49-F238E27FC236}">
                    <a16:creationId xmlns:a16="http://schemas.microsoft.com/office/drawing/2014/main" id="{9351A2A8-7D3A-4FF2-BFFE-C8FF01D90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231"/>
                <a:ext cx="40" cy="24"/>
              </a:xfrm>
              <a:custGeom>
                <a:avLst/>
                <a:gdLst>
                  <a:gd name="T0" fmla="*/ 0 w 16"/>
                  <a:gd name="T1" fmla="*/ 171 h 9"/>
                  <a:gd name="T2" fmla="*/ 250 w 16"/>
                  <a:gd name="T3" fmla="*/ 56 h 9"/>
                  <a:gd name="T4" fmla="*/ 33 w 16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9"/>
                    </a:moveTo>
                    <a:cubicBezTo>
                      <a:pt x="1" y="2"/>
                      <a:pt x="10" y="0"/>
                      <a:pt x="16" y="3"/>
                    </a:cubicBezTo>
                    <a:cubicBezTo>
                      <a:pt x="11" y="3"/>
                      <a:pt x="6" y="4"/>
                      <a:pt x="2" y="7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2" name="Freeform 386">
                <a:extLst>
                  <a:ext uri="{FF2B5EF4-FFF2-40B4-BE49-F238E27FC236}">
                    <a16:creationId xmlns:a16="http://schemas.microsoft.com/office/drawing/2014/main" id="{F366358E-CEAF-4D33-89C1-E6F0CDBF0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169"/>
                <a:ext cx="58" cy="24"/>
              </a:xfrm>
              <a:custGeom>
                <a:avLst/>
                <a:gdLst>
                  <a:gd name="T0" fmla="*/ 0 w 23"/>
                  <a:gd name="T1" fmla="*/ 136 h 9"/>
                  <a:gd name="T2" fmla="*/ 179 w 23"/>
                  <a:gd name="T3" fmla="*/ 93 h 9"/>
                  <a:gd name="T4" fmla="*/ 368 w 23"/>
                  <a:gd name="T5" fmla="*/ 93 h 9"/>
                  <a:gd name="T6" fmla="*/ 222 w 23"/>
                  <a:gd name="T7" fmla="*/ 93 h 9"/>
                  <a:gd name="T8" fmla="*/ 20 w 23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0" y="7"/>
                    </a:moveTo>
                    <a:cubicBezTo>
                      <a:pt x="4" y="7"/>
                      <a:pt x="7" y="6"/>
                      <a:pt x="11" y="5"/>
                    </a:cubicBezTo>
                    <a:cubicBezTo>
                      <a:pt x="16" y="2"/>
                      <a:pt x="18" y="0"/>
                      <a:pt x="23" y="5"/>
                    </a:cubicBezTo>
                    <a:cubicBezTo>
                      <a:pt x="20" y="4"/>
                      <a:pt x="17" y="4"/>
                      <a:pt x="14" y="5"/>
                    </a:cubicBezTo>
                    <a:cubicBezTo>
                      <a:pt x="12" y="6"/>
                      <a:pt x="3" y="9"/>
                      <a:pt x="1" y="7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3" name="Freeform 387">
                <a:extLst>
                  <a:ext uri="{FF2B5EF4-FFF2-40B4-BE49-F238E27FC236}">
                    <a16:creationId xmlns:a16="http://schemas.microsoft.com/office/drawing/2014/main" id="{16158C27-3270-47C6-8927-2FD2F72F7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900"/>
                <a:ext cx="17" cy="32"/>
              </a:xfrm>
              <a:custGeom>
                <a:avLst/>
                <a:gdLst>
                  <a:gd name="T0" fmla="*/ 58 w 7"/>
                  <a:gd name="T1" fmla="*/ 0 h 12"/>
                  <a:gd name="T2" fmla="*/ 100 w 7"/>
                  <a:gd name="T3" fmla="*/ 227 h 12"/>
                  <a:gd name="T4" fmla="*/ 58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4" y="0"/>
                    </a:moveTo>
                    <a:cubicBezTo>
                      <a:pt x="1" y="5"/>
                      <a:pt x="0" y="11"/>
                      <a:pt x="7" y="12"/>
                    </a:cubicBezTo>
                    <a:cubicBezTo>
                      <a:pt x="3" y="9"/>
                      <a:pt x="3" y="4"/>
                      <a:pt x="4" y="0"/>
                    </a:cubicBezTo>
                  </a:path>
                </a:pathLst>
              </a:custGeom>
              <a:solidFill>
                <a:srgbClr val="FD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4" name="Freeform 388">
                <a:extLst>
                  <a:ext uri="{FF2B5EF4-FFF2-40B4-BE49-F238E27FC236}">
                    <a16:creationId xmlns:a16="http://schemas.microsoft.com/office/drawing/2014/main" id="{E48A9A26-C9E4-4A94-B01D-46A47264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105"/>
                <a:ext cx="100" cy="72"/>
              </a:xfrm>
              <a:custGeom>
                <a:avLst/>
                <a:gdLst>
                  <a:gd name="T0" fmla="*/ 33 w 40"/>
                  <a:gd name="T1" fmla="*/ 93 h 27"/>
                  <a:gd name="T2" fmla="*/ 208 w 40"/>
                  <a:gd name="T3" fmla="*/ 435 h 27"/>
                  <a:gd name="T4" fmla="*/ 488 w 40"/>
                  <a:gd name="T5" fmla="*/ 435 h 27"/>
                  <a:gd name="T6" fmla="*/ 533 w 40"/>
                  <a:gd name="T7" fmla="*/ 136 h 27"/>
                  <a:gd name="T8" fmla="*/ 238 w 40"/>
                  <a:gd name="T9" fmla="*/ 21 h 27"/>
                  <a:gd name="T10" fmla="*/ 33 w 40"/>
                  <a:gd name="T11" fmla="*/ 9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7">
                    <a:moveTo>
                      <a:pt x="2" y="5"/>
                    </a:moveTo>
                    <a:cubicBezTo>
                      <a:pt x="0" y="11"/>
                      <a:pt x="8" y="19"/>
                      <a:pt x="13" y="23"/>
                    </a:cubicBezTo>
                    <a:cubicBezTo>
                      <a:pt x="19" y="27"/>
                      <a:pt x="27" y="26"/>
                      <a:pt x="31" y="23"/>
                    </a:cubicBezTo>
                    <a:cubicBezTo>
                      <a:pt x="35" y="20"/>
                      <a:pt x="40" y="11"/>
                      <a:pt x="34" y="7"/>
                    </a:cubicBezTo>
                    <a:cubicBezTo>
                      <a:pt x="29" y="4"/>
                      <a:pt x="21" y="3"/>
                      <a:pt x="15" y="1"/>
                    </a:cubicBezTo>
                    <a:cubicBezTo>
                      <a:pt x="8" y="0"/>
                      <a:pt x="3" y="1"/>
                      <a:pt x="2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5" name="Freeform 389">
                <a:extLst>
                  <a:ext uri="{FF2B5EF4-FFF2-40B4-BE49-F238E27FC236}">
                    <a16:creationId xmlns:a16="http://schemas.microsoft.com/office/drawing/2014/main" id="{799C0774-08A3-4431-ADE0-C7C2FF2B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124"/>
                <a:ext cx="65" cy="21"/>
              </a:xfrm>
              <a:custGeom>
                <a:avLst/>
                <a:gdLst>
                  <a:gd name="T0" fmla="*/ 0 w 26"/>
                  <a:gd name="T1" fmla="*/ 0 h 8"/>
                  <a:gd name="T2" fmla="*/ 208 w 26"/>
                  <a:gd name="T3" fmla="*/ 144 h 8"/>
                  <a:gd name="T4" fmla="*/ 408 w 26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cubicBezTo>
                      <a:pt x="3" y="6"/>
                      <a:pt x="7" y="8"/>
                      <a:pt x="13" y="8"/>
                    </a:cubicBezTo>
                    <a:cubicBezTo>
                      <a:pt x="19" y="8"/>
                      <a:pt x="26" y="4"/>
                      <a:pt x="26" y="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6" name="Freeform 390">
                <a:extLst>
                  <a:ext uri="{FF2B5EF4-FFF2-40B4-BE49-F238E27FC236}">
                    <a16:creationId xmlns:a16="http://schemas.microsoft.com/office/drawing/2014/main" id="{D2DE9736-EC60-4B5F-AFE9-F4AB188F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049"/>
                <a:ext cx="68" cy="75"/>
              </a:xfrm>
              <a:custGeom>
                <a:avLst/>
                <a:gdLst>
                  <a:gd name="T0" fmla="*/ 20 w 27"/>
                  <a:gd name="T1" fmla="*/ 423 h 28"/>
                  <a:gd name="T2" fmla="*/ 63 w 27"/>
                  <a:gd name="T3" fmla="*/ 423 h 28"/>
                  <a:gd name="T4" fmla="*/ 368 w 27"/>
                  <a:gd name="T5" fmla="*/ 538 h 28"/>
                  <a:gd name="T6" fmla="*/ 413 w 27"/>
                  <a:gd name="T7" fmla="*/ 171 h 28"/>
                  <a:gd name="T8" fmla="*/ 126 w 27"/>
                  <a:gd name="T9" fmla="*/ 78 h 28"/>
                  <a:gd name="T10" fmla="*/ 20 w 27"/>
                  <a:gd name="T11" fmla="*/ 402 h 28"/>
                  <a:gd name="T12" fmla="*/ 20 w 27"/>
                  <a:gd name="T13" fmla="*/ 42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1" y="22"/>
                    </a:moveTo>
                    <a:cubicBezTo>
                      <a:pt x="2" y="22"/>
                      <a:pt x="3" y="22"/>
                      <a:pt x="4" y="22"/>
                    </a:cubicBezTo>
                    <a:cubicBezTo>
                      <a:pt x="10" y="24"/>
                      <a:pt x="18" y="25"/>
                      <a:pt x="23" y="28"/>
                    </a:cubicBezTo>
                    <a:cubicBezTo>
                      <a:pt x="23" y="28"/>
                      <a:pt x="27" y="17"/>
                      <a:pt x="26" y="9"/>
                    </a:cubicBezTo>
                    <a:cubicBezTo>
                      <a:pt x="24" y="0"/>
                      <a:pt x="17" y="1"/>
                      <a:pt x="8" y="4"/>
                    </a:cubicBezTo>
                    <a:cubicBezTo>
                      <a:pt x="0" y="7"/>
                      <a:pt x="1" y="16"/>
                      <a:pt x="1" y="21"/>
                    </a:cubicBezTo>
                    <a:lnTo>
                      <a:pt x="1" y="2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7" name="Freeform 391">
                <a:extLst>
                  <a:ext uri="{FF2B5EF4-FFF2-40B4-BE49-F238E27FC236}">
                    <a16:creationId xmlns:a16="http://schemas.microsoft.com/office/drawing/2014/main" id="{C22489B2-ABD6-4D43-98C4-93CECD3C8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033"/>
                <a:ext cx="77" cy="96"/>
              </a:xfrm>
              <a:custGeom>
                <a:avLst/>
                <a:gdLst>
                  <a:gd name="T0" fmla="*/ 400 w 31"/>
                  <a:gd name="T1" fmla="*/ 605 h 36"/>
                  <a:gd name="T2" fmla="*/ 474 w 31"/>
                  <a:gd name="T3" fmla="*/ 533 h 36"/>
                  <a:gd name="T4" fmla="*/ 445 w 31"/>
                  <a:gd name="T5" fmla="*/ 376 h 36"/>
                  <a:gd name="T6" fmla="*/ 75 w 31"/>
                  <a:gd name="T7" fmla="*/ 136 h 36"/>
                  <a:gd name="T8" fmla="*/ 104 w 31"/>
                  <a:gd name="T9" fmla="*/ 547 h 36"/>
                  <a:gd name="T10" fmla="*/ 370 w 31"/>
                  <a:gd name="T11" fmla="*/ 683 h 36"/>
                  <a:gd name="T12" fmla="*/ 400 w 31"/>
                  <a:gd name="T13" fmla="*/ 683 h 36"/>
                  <a:gd name="T14" fmla="*/ 400 w 31"/>
                  <a:gd name="T15" fmla="*/ 605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6">
                    <a:moveTo>
                      <a:pt x="26" y="32"/>
                    </a:moveTo>
                    <a:cubicBezTo>
                      <a:pt x="27" y="30"/>
                      <a:pt x="28" y="28"/>
                      <a:pt x="31" y="28"/>
                    </a:cubicBezTo>
                    <a:cubicBezTo>
                      <a:pt x="31" y="26"/>
                      <a:pt x="31" y="23"/>
                      <a:pt x="29" y="20"/>
                    </a:cubicBezTo>
                    <a:cubicBezTo>
                      <a:pt x="21" y="6"/>
                      <a:pt x="11" y="0"/>
                      <a:pt x="5" y="7"/>
                    </a:cubicBezTo>
                    <a:cubicBezTo>
                      <a:pt x="0" y="14"/>
                      <a:pt x="0" y="23"/>
                      <a:pt x="7" y="29"/>
                    </a:cubicBezTo>
                    <a:cubicBezTo>
                      <a:pt x="15" y="34"/>
                      <a:pt x="21" y="36"/>
                      <a:pt x="24" y="36"/>
                    </a:cubicBezTo>
                    <a:cubicBezTo>
                      <a:pt x="25" y="35"/>
                      <a:pt x="25" y="36"/>
                      <a:pt x="26" y="36"/>
                    </a:cubicBezTo>
                    <a:cubicBezTo>
                      <a:pt x="25" y="35"/>
                      <a:pt x="25" y="33"/>
                      <a:pt x="2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8" name="Freeform 392">
                <a:extLst>
                  <a:ext uri="{FF2B5EF4-FFF2-40B4-BE49-F238E27FC236}">
                    <a16:creationId xmlns:a16="http://schemas.microsoft.com/office/drawing/2014/main" id="{9F520B35-AD75-4AAF-8089-236D49FD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031"/>
                <a:ext cx="82" cy="104"/>
              </a:xfrm>
              <a:custGeom>
                <a:avLst/>
                <a:gdLst>
                  <a:gd name="T0" fmla="*/ 462 w 33"/>
                  <a:gd name="T1" fmla="*/ 341 h 39"/>
                  <a:gd name="T2" fmla="*/ 216 w 33"/>
                  <a:gd name="T3" fmla="*/ 21 h 39"/>
                  <a:gd name="T4" fmla="*/ 12 w 33"/>
                  <a:gd name="T5" fmla="*/ 205 h 39"/>
                  <a:gd name="T6" fmla="*/ 42 w 33"/>
                  <a:gd name="T7" fmla="*/ 307 h 39"/>
                  <a:gd name="T8" fmla="*/ 0 w 33"/>
                  <a:gd name="T9" fmla="*/ 661 h 39"/>
                  <a:gd name="T10" fmla="*/ 42 w 33"/>
                  <a:gd name="T11" fmla="*/ 717 h 39"/>
                  <a:gd name="T12" fmla="*/ 291 w 33"/>
                  <a:gd name="T13" fmla="*/ 627 h 39"/>
                  <a:gd name="T14" fmla="*/ 462 w 33"/>
                  <a:gd name="T15" fmla="*/ 341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9">
                    <a:moveTo>
                      <a:pt x="30" y="18"/>
                    </a:moveTo>
                    <a:cubicBezTo>
                      <a:pt x="26" y="11"/>
                      <a:pt x="22" y="0"/>
                      <a:pt x="14" y="1"/>
                    </a:cubicBezTo>
                    <a:cubicBezTo>
                      <a:pt x="8" y="2"/>
                      <a:pt x="5" y="6"/>
                      <a:pt x="1" y="11"/>
                    </a:cubicBezTo>
                    <a:cubicBezTo>
                      <a:pt x="1" y="12"/>
                      <a:pt x="2" y="14"/>
                      <a:pt x="3" y="16"/>
                    </a:cubicBezTo>
                    <a:cubicBezTo>
                      <a:pt x="4" y="24"/>
                      <a:pt x="0" y="35"/>
                      <a:pt x="0" y="35"/>
                    </a:cubicBezTo>
                    <a:cubicBezTo>
                      <a:pt x="2" y="36"/>
                      <a:pt x="2" y="37"/>
                      <a:pt x="3" y="38"/>
                    </a:cubicBezTo>
                    <a:cubicBezTo>
                      <a:pt x="7" y="39"/>
                      <a:pt x="15" y="36"/>
                      <a:pt x="19" y="33"/>
                    </a:cubicBezTo>
                    <a:cubicBezTo>
                      <a:pt x="24" y="30"/>
                      <a:pt x="33" y="24"/>
                      <a:pt x="3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9" name="Freeform 393">
                <a:extLst>
                  <a:ext uri="{FF2B5EF4-FFF2-40B4-BE49-F238E27FC236}">
                    <a16:creationId xmlns:a16="http://schemas.microsoft.com/office/drawing/2014/main" id="{39C1AA63-0E8F-4685-9435-37D5121A4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044"/>
                <a:ext cx="23" cy="43"/>
              </a:xfrm>
              <a:custGeom>
                <a:avLst/>
                <a:gdLst>
                  <a:gd name="T0" fmla="*/ 84 w 9"/>
                  <a:gd name="T1" fmla="*/ 0 h 16"/>
                  <a:gd name="T2" fmla="*/ 20 w 9"/>
                  <a:gd name="T3" fmla="*/ 81 h 16"/>
                  <a:gd name="T4" fmla="*/ 97 w 9"/>
                  <a:gd name="T5" fmla="*/ 218 h 16"/>
                  <a:gd name="T6" fmla="*/ 151 w 9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5" y="0"/>
                    </a:moveTo>
                    <a:cubicBezTo>
                      <a:pt x="1" y="0"/>
                      <a:pt x="0" y="1"/>
                      <a:pt x="1" y="4"/>
                    </a:cubicBezTo>
                    <a:cubicBezTo>
                      <a:pt x="2" y="7"/>
                      <a:pt x="5" y="8"/>
                      <a:pt x="6" y="11"/>
                    </a:cubicBezTo>
                    <a:cubicBezTo>
                      <a:pt x="7" y="13"/>
                      <a:pt x="7" y="15"/>
                      <a:pt x="9" y="16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0" name="Freeform 394">
                <a:extLst>
                  <a:ext uri="{FF2B5EF4-FFF2-40B4-BE49-F238E27FC236}">
                    <a16:creationId xmlns:a16="http://schemas.microsoft.com/office/drawing/2014/main" id="{57A2BB4A-D268-4EDC-879E-22119E0A1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1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1" name="Freeform 395">
                <a:extLst>
                  <a:ext uri="{FF2B5EF4-FFF2-40B4-BE49-F238E27FC236}">
                    <a16:creationId xmlns:a16="http://schemas.microsoft.com/office/drawing/2014/main" id="{E906745B-DF8B-417D-A12C-FB37748B2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127"/>
                <a:ext cx="90" cy="90"/>
              </a:xfrm>
              <a:custGeom>
                <a:avLst/>
                <a:gdLst>
                  <a:gd name="T0" fmla="*/ 345 w 36"/>
                  <a:gd name="T1" fmla="*/ 0 h 34"/>
                  <a:gd name="T2" fmla="*/ 208 w 36"/>
                  <a:gd name="T3" fmla="*/ 34 h 34"/>
                  <a:gd name="T4" fmla="*/ 113 w 36"/>
                  <a:gd name="T5" fmla="*/ 281 h 34"/>
                  <a:gd name="T6" fmla="*/ 0 w 36"/>
                  <a:gd name="T7" fmla="*/ 336 h 34"/>
                  <a:gd name="T8" fmla="*/ 0 w 36"/>
                  <a:gd name="T9" fmla="*/ 336 h 34"/>
                  <a:gd name="T10" fmla="*/ 270 w 36"/>
                  <a:gd name="T11" fmla="*/ 596 h 34"/>
                  <a:gd name="T12" fmla="*/ 550 w 36"/>
                  <a:gd name="T13" fmla="*/ 281 h 34"/>
                  <a:gd name="T14" fmla="*/ 345 w 36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4">
                    <a:moveTo>
                      <a:pt x="22" y="0"/>
                    </a:moveTo>
                    <a:cubicBezTo>
                      <a:pt x="19" y="2"/>
                      <a:pt x="15" y="2"/>
                      <a:pt x="13" y="2"/>
                    </a:cubicBezTo>
                    <a:cubicBezTo>
                      <a:pt x="14" y="7"/>
                      <a:pt x="10" y="13"/>
                      <a:pt x="7" y="15"/>
                    </a:cubicBezTo>
                    <a:cubicBezTo>
                      <a:pt x="5" y="17"/>
                      <a:pt x="3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5" y="24"/>
                      <a:pt x="7" y="34"/>
                      <a:pt x="17" y="32"/>
                    </a:cubicBezTo>
                    <a:cubicBezTo>
                      <a:pt x="23" y="31"/>
                      <a:pt x="34" y="22"/>
                      <a:pt x="35" y="15"/>
                    </a:cubicBezTo>
                    <a:cubicBezTo>
                      <a:pt x="36" y="9"/>
                      <a:pt x="29" y="4"/>
                      <a:pt x="2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2" name="Freeform 396">
                <a:extLst>
                  <a:ext uri="{FF2B5EF4-FFF2-40B4-BE49-F238E27FC236}">
                    <a16:creationId xmlns:a16="http://schemas.microsoft.com/office/drawing/2014/main" id="{D439F709-85F3-4E5B-AF5B-5981EFBE4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56"/>
                <a:ext cx="38" cy="19"/>
              </a:xfrm>
              <a:custGeom>
                <a:avLst/>
                <a:gdLst>
                  <a:gd name="T0" fmla="*/ 0 w 15"/>
                  <a:gd name="T1" fmla="*/ 60 h 7"/>
                  <a:gd name="T2" fmla="*/ 129 w 15"/>
                  <a:gd name="T3" fmla="*/ 117 h 7"/>
                  <a:gd name="T4" fmla="*/ 243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4" y="4"/>
                      <a:pt x="3" y="7"/>
                      <a:pt x="8" y="6"/>
                    </a:cubicBezTo>
                    <a:cubicBezTo>
                      <a:pt x="10" y="5"/>
                      <a:pt x="14" y="2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3" name="Freeform 397">
                <a:extLst>
                  <a:ext uri="{FF2B5EF4-FFF2-40B4-BE49-F238E27FC236}">
                    <a16:creationId xmlns:a16="http://schemas.microsoft.com/office/drawing/2014/main" id="{1F7046CE-A2D2-47E3-980C-8F575E8C3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063"/>
                <a:ext cx="20" cy="37"/>
              </a:xfrm>
              <a:custGeom>
                <a:avLst/>
                <a:gdLst>
                  <a:gd name="T0" fmla="*/ 83 w 8"/>
                  <a:gd name="T1" fmla="*/ 0 h 14"/>
                  <a:gd name="T2" fmla="*/ 12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5" y="0"/>
                    </a:moveTo>
                    <a:cubicBezTo>
                      <a:pt x="0" y="8"/>
                      <a:pt x="1" y="9"/>
                      <a:pt x="8" y="1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4" name="Freeform 398">
                <a:extLst>
                  <a:ext uri="{FF2B5EF4-FFF2-40B4-BE49-F238E27FC236}">
                    <a16:creationId xmlns:a16="http://schemas.microsoft.com/office/drawing/2014/main" id="{0804E25B-1B33-4E0E-BAA6-C079149BC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988"/>
                <a:ext cx="110" cy="88"/>
              </a:xfrm>
              <a:custGeom>
                <a:avLst/>
                <a:gdLst>
                  <a:gd name="T0" fmla="*/ 113 w 44"/>
                  <a:gd name="T1" fmla="*/ 435 h 33"/>
                  <a:gd name="T2" fmla="*/ 408 w 44"/>
                  <a:gd name="T3" fmla="*/ 605 h 33"/>
                  <a:gd name="T4" fmla="*/ 408 w 44"/>
                  <a:gd name="T5" fmla="*/ 627 h 33"/>
                  <a:gd name="T6" fmla="*/ 250 w 44"/>
                  <a:gd name="T7" fmla="*/ 56 h 33"/>
                  <a:gd name="T8" fmla="*/ 113 w 44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3">
                    <a:moveTo>
                      <a:pt x="7" y="23"/>
                    </a:moveTo>
                    <a:cubicBezTo>
                      <a:pt x="12" y="19"/>
                      <a:pt x="19" y="23"/>
                      <a:pt x="26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44" y="29"/>
                      <a:pt x="23" y="6"/>
                      <a:pt x="16" y="3"/>
                    </a:cubicBezTo>
                    <a:cubicBezTo>
                      <a:pt x="8" y="0"/>
                      <a:pt x="0" y="16"/>
                      <a:pt x="7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5" name="Freeform 399">
                <a:extLst>
                  <a:ext uri="{FF2B5EF4-FFF2-40B4-BE49-F238E27FC236}">
                    <a16:creationId xmlns:a16="http://schemas.microsoft.com/office/drawing/2014/main" id="{0F097459-D6C8-4E4F-B196-B83D59778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020"/>
                <a:ext cx="15" cy="35"/>
              </a:xfrm>
              <a:custGeom>
                <a:avLst/>
                <a:gdLst>
                  <a:gd name="T0" fmla="*/ 63 w 6"/>
                  <a:gd name="T1" fmla="*/ 253 h 13"/>
                  <a:gd name="T2" fmla="*/ 95 w 6"/>
                  <a:gd name="T3" fmla="*/ 159 h 13"/>
                  <a:gd name="T4" fmla="*/ 0 w 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13"/>
                    </a:moveTo>
                    <a:cubicBezTo>
                      <a:pt x="4" y="11"/>
                      <a:pt x="6" y="9"/>
                      <a:pt x="6" y="8"/>
                    </a:cubicBezTo>
                    <a:cubicBezTo>
                      <a:pt x="6" y="6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6" name="Freeform 400">
                <a:extLst>
                  <a:ext uri="{FF2B5EF4-FFF2-40B4-BE49-F238E27FC236}">
                    <a16:creationId xmlns:a16="http://schemas.microsoft.com/office/drawing/2014/main" id="{FB7C6935-C45D-43AF-B7F8-ECD36FADC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081"/>
                <a:ext cx="62" cy="91"/>
              </a:xfrm>
              <a:custGeom>
                <a:avLst/>
                <a:gdLst>
                  <a:gd name="T0" fmla="*/ 62 w 25"/>
                  <a:gd name="T1" fmla="*/ 479 h 34"/>
                  <a:gd name="T2" fmla="*/ 42 w 25"/>
                  <a:gd name="T3" fmla="*/ 171 h 34"/>
                  <a:gd name="T4" fmla="*/ 290 w 25"/>
                  <a:gd name="T5" fmla="*/ 21 h 34"/>
                  <a:gd name="T6" fmla="*/ 370 w 25"/>
                  <a:gd name="T7" fmla="*/ 329 h 34"/>
                  <a:gd name="T8" fmla="*/ 196 w 25"/>
                  <a:gd name="T9" fmla="*/ 616 h 34"/>
                  <a:gd name="T10" fmla="*/ 62 w 25"/>
                  <a:gd name="T11" fmla="*/ 47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4">
                    <a:moveTo>
                      <a:pt x="4" y="25"/>
                    </a:moveTo>
                    <a:cubicBezTo>
                      <a:pt x="0" y="18"/>
                      <a:pt x="0" y="13"/>
                      <a:pt x="3" y="9"/>
                    </a:cubicBezTo>
                    <a:cubicBezTo>
                      <a:pt x="5" y="6"/>
                      <a:pt x="15" y="0"/>
                      <a:pt x="19" y="1"/>
                    </a:cubicBezTo>
                    <a:cubicBezTo>
                      <a:pt x="23" y="2"/>
                      <a:pt x="24" y="13"/>
                      <a:pt x="24" y="17"/>
                    </a:cubicBezTo>
                    <a:cubicBezTo>
                      <a:pt x="25" y="26"/>
                      <a:pt x="21" y="28"/>
                      <a:pt x="13" y="32"/>
                    </a:cubicBezTo>
                    <a:cubicBezTo>
                      <a:pt x="8" y="34"/>
                      <a:pt x="5" y="27"/>
                      <a:pt x="4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7" name="Freeform 401">
                <a:extLst>
                  <a:ext uri="{FF2B5EF4-FFF2-40B4-BE49-F238E27FC236}">
                    <a16:creationId xmlns:a16="http://schemas.microsoft.com/office/drawing/2014/main" id="{0BB7BEBC-C477-449B-AD77-E912E079D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129"/>
                <a:ext cx="88" cy="86"/>
              </a:xfrm>
              <a:custGeom>
                <a:avLst/>
                <a:gdLst>
                  <a:gd name="T0" fmla="*/ 443 w 35"/>
                  <a:gd name="T1" fmla="*/ 175 h 32"/>
                  <a:gd name="T2" fmla="*/ 272 w 35"/>
                  <a:gd name="T3" fmla="*/ 22 h 32"/>
                  <a:gd name="T4" fmla="*/ 96 w 35"/>
                  <a:gd name="T5" fmla="*/ 35 h 32"/>
                  <a:gd name="T6" fmla="*/ 83 w 35"/>
                  <a:gd name="T7" fmla="*/ 59 h 32"/>
                  <a:gd name="T8" fmla="*/ 33 w 35"/>
                  <a:gd name="T9" fmla="*/ 196 h 32"/>
                  <a:gd name="T10" fmla="*/ 20 w 35"/>
                  <a:gd name="T11" fmla="*/ 390 h 32"/>
                  <a:gd name="T12" fmla="*/ 189 w 35"/>
                  <a:gd name="T13" fmla="*/ 543 h 32"/>
                  <a:gd name="T14" fmla="*/ 505 w 35"/>
                  <a:gd name="T15" fmla="*/ 470 h 32"/>
                  <a:gd name="T16" fmla="*/ 443 w 35"/>
                  <a:gd name="T17" fmla="*/ 175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8" y="9"/>
                    </a:moveTo>
                    <a:cubicBezTo>
                      <a:pt x="25" y="5"/>
                      <a:pt x="22" y="3"/>
                      <a:pt x="17" y="1"/>
                    </a:cubicBezTo>
                    <a:cubicBezTo>
                      <a:pt x="13" y="0"/>
                      <a:pt x="11" y="1"/>
                      <a:pt x="6" y="2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6"/>
                      <a:pt x="4" y="8"/>
                      <a:pt x="2" y="10"/>
                    </a:cubicBezTo>
                    <a:cubicBezTo>
                      <a:pt x="1" y="13"/>
                      <a:pt x="0" y="17"/>
                      <a:pt x="1" y="20"/>
                    </a:cubicBezTo>
                    <a:cubicBezTo>
                      <a:pt x="3" y="23"/>
                      <a:pt x="9" y="26"/>
                      <a:pt x="12" y="28"/>
                    </a:cubicBezTo>
                    <a:cubicBezTo>
                      <a:pt x="20" y="32"/>
                      <a:pt x="27" y="32"/>
                      <a:pt x="32" y="24"/>
                    </a:cubicBezTo>
                    <a:cubicBezTo>
                      <a:pt x="35" y="19"/>
                      <a:pt x="32" y="14"/>
                      <a:pt x="28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8" name="Freeform 402">
                <a:extLst>
                  <a:ext uri="{FF2B5EF4-FFF2-40B4-BE49-F238E27FC236}">
                    <a16:creationId xmlns:a16="http://schemas.microsoft.com/office/drawing/2014/main" id="{C0F71E14-ADE1-44AA-A62C-FAA8065F2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111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9" name="Freeform 403">
                <a:extLst>
                  <a:ext uri="{FF2B5EF4-FFF2-40B4-BE49-F238E27FC236}">
                    <a16:creationId xmlns:a16="http://schemas.microsoft.com/office/drawing/2014/main" id="{697D98D7-700C-4CB3-9E06-0AA7DB1D3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164"/>
                <a:ext cx="40" cy="29"/>
              </a:xfrm>
              <a:custGeom>
                <a:avLst/>
                <a:gdLst>
                  <a:gd name="T0" fmla="*/ 50 w 16"/>
                  <a:gd name="T1" fmla="*/ 0 h 11"/>
                  <a:gd name="T2" fmla="*/ 250 w 16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3" y="0"/>
                    </a:moveTo>
                    <a:cubicBezTo>
                      <a:pt x="0" y="8"/>
                      <a:pt x="12" y="9"/>
                      <a:pt x="16" y="1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0" name="Freeform 404">
                <a:extLst>
                  <a:ext uri="{FF2B5EF4-FFF2-40B4-BE49-F238E27FC236}">
                    <a16:creationId xmlns:a16="http://schemas.microsoft.com/office/drawing/2014/main" id="{B8CCC133-130D-4795-817A-69B157069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91"/>
                <a:ext cx="30" cy="48"/>
              </a:xfrm>
              <a:custGeom>
                <a:avLst/>
                <a:gdLst>
                  <a:gd name="T0" fmla="*/ 63 w 12"/>
                  <a:gd name="T1" fmla="*/ 0 h 18"/>
                  <a:gd name="T2" fmla="*/ 188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4" y="0"/>
                    </a:moveTo>
                    <a:cubicBezTo>
                      <a:pt x="0" y="7"/>
                      <a:pt x="8" y="13"/>
                      <a:pt x="12" y="18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1" name="Freeform 405">
                <a:extLst>
                  <a:ext uri="{FF2B5EF4-FFF2-40B4-BE49-F238E27FC236}">
                    <a16:creationId xmlns:a16="http://schemas.microsoft.com/office/drawing/2014/main" id="{FB121641-27F0-4711-91F3-D1508894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756"/>
                <a:ext cx="67" cy="99"/>
              </a:xfrm>
              <a:custGeom>
                <a:avLst/>
                <a:gdLst>
                  <a:gd name="T0" fmla="*/ 258 w 27"/>
                  <a:gd name="T1" fmla="*/ 21 h 37"/>
                  <a:gd name="T2" fmla="*/ 382 w 27"/>
                  <a:gd name="T3" fmla="*/ 94 h 37"/>
                  <a:gd name="T4" fmla="*/ 412 w 27"/>
                  <a:gd name="T5" fmla="*/ 342 h 37"/>
                  <a:gd name="T6" fmla="*/ 382 w 27"/>
                  <a:gd name="T7" fmla="*/ 629 h 37"/>
                  <a:gd name="T8" fmla="*/ 258 w 27"/>
                  <a:gd name="T9" fmla="*/ 709 h 37"/>
                  <a:gd name="T10" fmla="*/ 12 w 27"/>
                  <a:gd name="T11" fmla="*/ 500 h 37"/>
                  <a:gd name="T12" fmla="*/ 216 w 27"/>
                  <a:gd name="T13" fmla="*/ 35 h 37"/>
                  <a:gd name="T14" fmla="*/ 258 w 27"/>
                  <a:gd name="T15" fmla="*/ 2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7">
                    <a:moveTo>
                      <a:pt x="17" y="1"/>
                    </a:moveTo>
                    <a:cubicBezTo>
                      <a:pt x="21" y="2"/>
                      <a:pt x="23" y="2"/>
                      <a:pt x="25" y="5"/>
                    </a:cubicBezTo>
                    <a:cubicBezTo>
                      <a:pt x="27" y="9"/>
                      <a:pt x="27" y="14"/>
                      <a:pt x="27" y="18"/>
                    </a:cubicBezTo>
                    <a:cubicBezTo>
                      <a:pt x="27" y="22"/>
                      <a:pt x="26" y="28"/>
                      <a:pt x="25" y="33"/>
                    </a:cubicBezTo>
                    <a:cubicBezTo>
                      <a:pt x="24" y="37"/>
                      <a:pt x="21" y="37"/>
                      <a:pt x="17" y="37"/>
                    </a:cubicBezTo>
                    <a:cubicBezTo>
                      <a:pt x="10" y="36"/>
                      <a:pt x="0" y="36"/>
                      <a:pt x="1" y="26"/>
                    </a:cubicBezTo>
                    <a:cubicBezTo>
                      <a:pt x="2" y="18"/>
                      <a:pt x="6" y="6"/>
                      <a:pt x="14" y="2"/>
                    </a:cubicBezTo>
                    <a:cubicBezTo>
                      <a:pt x="15" y="1"/>
                      <a:pt x="16" y="0"/>
                      <a:pt x="1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2" name="Freeform 406">
                <a:extLst>
                  <a:ext uri="{FF2B5EF4-FFF2-40B4-BE49-F238E27FC236}">
                    <a16:creationId xmlns:a16="http://schemas.microsoft.com/office/drawing/2014/main" id="{9EC6938E-BB58-4537-A951-A87E5A73C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1756"/>
                <a:ext cx="75" cy="120"/>
              </a:xfrm>
              <a:custGeom>
                <a:avLst/>
                <a:gdLst>
                  <a:gd name="T0" fmla="*/ 395 w 30"/>
                  <a:gd name="T1" fmla="*/ 491 h 45"/>
                  <a:gd name="T2" fmla="*/ 425 w 30"/>
                  <a:gd name="T3" fmla="*/ 363 h 45"/>
                  <a:gd name="T4" fmla="*/ 363 w 30"/>
                  <a:gd name="T5" fmla="*/ 192 h 45"/>
                  <a:gd name="T6" fmla="*/ 125 w 30"/>
                  <a:gd name="T7" fmla="*/ 136 h 45"/>
                  <a:gd name="T8" fmla="*/ 0 w 30"/>
                  <a:gd name="T9" fmla="*/ 363 h 45"/>
                  <a:gd name="T10" fmla="*/ 95 w 30"/>
                  <a:gd name="T11" fmla="*/ 589 h 45"/>
                  <a:gd name="T12" fmla="*/ 395 w 30"/>
                  <a:gd name="T13" fmla="*/ 819 h 45"/>
                  <a:gd name="T14" fmla="*/ 470 w 30"/>
                  <a:gd name="T15" fmla="*/ 661 h 45"/>
                  <a:gd name="T16" fmla="*/ 395 w 30"/>
                  <a:gd name="T17" fmla="*/ 491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5">
                    <a:moveTo>
                      <a:pt x="25" y="26"/>
                    </a:moveTo>
                    <a:cubicBezTo>
                      <a:pt x="26" y="24"/>
                      <a:pt x="26" y="22"/>
                      <a:pt x="27" y="19"/>
                    </a:cubicBezTo>
                    <a:cubicBezTo>
                      <a:pt x="26" y="16"/>
                      <a:pt x="25" y="13"/>
                      <a:pt x="23" y="10"/>
                    </a:cubicBezTo>
                    <a:cubicBezTo>
                      <a:pt x="19" y="5"/>
                      <a:pt x="15" y="0"/>
                      <a:pt x="8" y="7"/>
                    </a:cubicBezTo>
                    <a:cubicBezTo>
                      <a:pt x="5" y="10"/>
                      <a:pt x="1" y="14"/>
                      <a:pt x="0" y="19"/>
                    </a:cubicBezTo>
                    <a:cubicBezTo>
                      <a:pt x="0" y="23"/>
                      <a:pt x="4" y="28"/>
                      <a:pt x="6" y="31"/>
                    </a:cubicBezTo>
                    <a:cubicBezTo>
                      <a:pt x="10" y="35"/>
                      <a:pt x="19" y="45"/>
                      <a:pt x="25" y="43"/>
                    </a:cubicBezTo>
                    <a:cubicBezTo>
                      <a:pt x="29" y="41"/>
                      <a:pt x="30" y="38"/>
                      <a:pt x="30" y="35"/>
                    </a:cubicBezTo>
                    <a:cubicBezTo>
                      <a:pt x="27" y="33"/>
                      <a:pt x="25" y="31"/>
                      <a:pt x="25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3" name="Freeform 407">
                <a:extLst>
                  <a:ext uri="{FF2B5EF4-FFF2-40B4-BE49-F238E27FC236}">
                    <a16:creationId xmlns:a16="http://schemas.microsoft.com/office/drawing/2014/main" id="{22C0D832-5B0D-442B-BC21-720AF999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785"/>
                <a:ext cx="10" cy="43"/>
              </a:xfrm>
              <a:custGeom>
                <a:avLst/>
                <a:gdLst>
                  <a:gd name="T0" fmla="*/ 63 w 4"/>
                  <a:gd name="T1" fmla="*/ 0 h 16"/>
                  <a:gd name="T2" fmla="*/ 0 w 4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cubicBezTo>
                      <a:pt x="0" y="5"/>
                      <a:pt x="0" y="10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4" name="Freeform 408">
                <a:extLst>
                  <a:ext uri="{FF2B5EF4-FFF2-40B4-BE49-F238E27FC236}">
                    <a16:creationId xmlns:a16="http://schemas.microsoft.com/office/drawing/2014/main" id="{1A4575E1-2352-40D7-B9A2-16EEBB08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879"/>
                <a:ext cx="97" cy="72"/>
              </a:xfrm>
              <a:custGeom>
                <a:avLst/>
                <a:gdLst>
                  <a:gd name="T0" fmla="*/ 124 w 39"/>
                  <a:gd name="T1" fmla="*/ 35 h 27"/>
                  <a:gd name="T2" fmla="*/ 30 w 39"/>
                  <a:gd name="T3" fmla="*/ 307 h 27"/>
                  <a:gd name="T4" fmla="*/ 279 w 39"/>
                  <a:gd name="T5" fmla="*/ 477 h 27"/>
                  <a:gd name="T6" fmla="*/ 495 w 39"/>
                  <a:gd name="T7" fmla="*/ 477 h 27"/>
                  <a:gd name="T8" fmla="*/ 587 w 39"/>
                  <a:gd name="T9" fmla="*/ 320 h 27"/>
                  <a:gd name="T10" fmla="*/ 321 w 39"/>
                  <a:gd name="T11" fmla="*/ 35 h 27"/>
                  <a:gd name="T12" fmla="*/ 124 w 39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7">
                    <a:moveTo>
                      <a:pt x="8" y="2"/>
                    </a:moveTo>
                    <a:cubicBezTo>
                      <a:pt x="4" y="6"/>
                      <a:pt x="0" y="8"/>
                      <a:pt x="2" y="16"/>
                    </a:cubicBezTo>
                    <a:cubicBezTo>
                      <a:pt x="4" y="23"/>
                      <a:pt x="12" y="24"/>
                      <a:pt x="18" y="25"/>
                    </a:cubicBezTo>
                    <a:cubicBezTo>
                      <a:pt x="24" y="27"/>
                      <a:pt x="27" y="27"/>
                      <a:pt x="32" y="25"/>
                    </a:cubicBezTo>
                    <a:cubicBezTo>
                      <a:pt x="37" y="23"/>
                      <a:pt x="39" y="20"/>
                      <a:pt x="38" y="17"/>
                    </a:cubicBezTo>
                    <a:cubicBezTo>
                      <a:pt x="37" y="13"/>
                      <a:pt x="25" y="4"/>
                      <a:pt x="21" y="2"/>
                    </a:cubicBezTo>
                    <a:cubicBezTo>
                      <a:pt x="17" y="0"/>
                      <a:pt x="13" y="0"/>
                      <a:pt x="8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5" name="Freeform 409">
                <a:extLst>
                  <a:ext uri="{FF2B5EF4-FFF2-40B4-BE49-F238E27FC236}">
                    <a16:creationId xmlns:a16="http://schemas.microsoft.com/office/drawing/2014/main" id="{F5587AAC-4CBA-4FEE-8209-2518FDFFD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97"/>
                <a:ext cx="20" cy="27"/>
              </a:xfrm>
              <a:custGeom>
                <a:avLst/>
                <a:gdLst>
                  <a:gd name="T0" fmla="*/ 50 w 8"/>
                  <a:gd name="T1" fmla="*/ 0 h 10"/>
                  <a:gd name="T2" fmla="*/ 125 w 8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0" y="7"/>
                      <a:pt x="4" y="6"/>
                      <a:pt x="8" y="1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6" name="Freeform 410">
                <a:extLst>
                  <a:ext uri="{FF2B5EF4-FFF2-40B4-BE49-F238E27FC236}">
                    <a16:creationId xmlns:a16="http://schemas.microsoft.com/office/drawing/2014/main" id="{E4786A55-83FF-45CE-B704-AB9CB9929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679"/>
                <a:ext cx="83" cy="114"/>
              </a:xfrm>
              <a:custGeom>
                <a:avLst/>
                <a:gdLst>
                  <a:gd name="T0" fmla="*/ 126 w 33"/>
                  <a:gd name="T1" fmla="*/ 56 h 43"/>
                  <a:gd name="T2" fmla="*/ 254 w 33"/>
                  <a:gd name="T3" fmla="*/ 21 h 43"/>
                  <a:gd name="T4" fmla="*/ 397 w 33"/>
                  <a:gd name="T5" fmla="*/ 148 h 43"/>
                  <a:gd name="T6" fmla="*/ 443 w 33"/>
                  <a:gd name="T7" fmla="*/ 575 h 43"/>
                  <a:gd name="T8" fmla="*/ 126 w 33"/>
                  <a:gd name="T9" fmla="*/ 745 h 43"/>
                  <a:gd name="T10" fmla="*/ 96 w 33"/>
                  <a:gd name="T11" fmla="*/ 133 h 43"/>
                  <a:gd name="T12" fmla="*/ 126 w 33"/>
                  <a:gd name="T13" fmla="*/ 5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3">
                    <a:moveTo>
                      <a:pt x="8" y="3"/>
                    </a:moveTo>
                    <a:cubicBezTo>
                      <a:pt x="10" y="0"/>
                      <a:pt x="13" y="1"/>
                      <a:pt x="16" y="1"/>
                    </a:cubicBezTo>
                    <a:cubicBezTo>
                      <a:pt x="21" y="2"/>
                      <a:pt x="23" y="4"/>
                      <a:pt x="25" y="8"/>
                    </a:cubicBezTo>
                    <a:cubicBezTo>
                      <a:pt x="28" y="15"/>
                      <a:pt x="33" y="23"/>
                      <a:pt x="28" y="31"/>
                    </a:cubicBezTo>
                    <a:cubicBezTo>
                      <a:pt x="25" y="36"/>
                      <a:pt x="15" y="43"/>
                      <a:pt x="8" y="40"/>
                    </a:cubicBezTo>
                    <a:cubicBezTo>
                      <a:pt x="0" y="36"/>
                      <a:pt x="5" y="14"/>
                      <a:pt x="6" y="7"/>
                    </a:cubicBezTo>
                    <a:cubicBezTo>
                      <a:pt x="6" y="4"/>
                      <a:pt x="7" y="3"/>
                      <a:pt x="8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7" name="Freeform 411">
                <a:extLst>
                  <a:ext uri="{FF2B5EF4-FFF2-40B4-BE49-F238E27FC236}">
                    <a16:creationId xmlns:a16="http://schemas.microsoft.com/office/drawing/2014/main" id="{4D4155E2-7B16-4F61-87CF-19C445849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732"/>
                <a:ext cx="30" cy="40"/>
              </a:xfrm>
              <a:custGeom>
                <a:avLst/>
                <a:gdLst>
                  <a:gd name="T0" fmla="*/ 0 w 12"/>
                  <a:gd name="T1" fmla="*/ 56 h 15"/>
                  <a:gd name="T2" fmla="*/ 95 w 12"/>
                  <a:gd name="T3" fmla="*/ 192 h 15"/>
                  <a:gd name="T4" fmla="*/ 175 w 1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3"/>
                    </a:moveTo>
                    <a:cubicBezTo>
                      <a:pt x="0" y="7"/>
                      <a:pt x="0" y="15"/>
                      <a:pt x="6" y="10"/>
                    </a:cubicBezTo>
                    <a:cubicBezTo>
                      <a:pt x="11" y="6"/>
                      <a:pt x="12" y="6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8" name="Freeform 412">
                <a:extLst>
                  <a:ext uri="{FF2B5EF4-FFF2-40B4-BE49-F238E27FC236}">
                    <a16:creationId xmlns:a16="http://schemas.microsoft.com/office/drawing/2014/main" id="{D84E987E-552D-4E6E-9F52-55E5370E7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817"/>
                <a:ext cx="30" cy="48"/>
              </a:xfrm>
              <a:custGeom>
                <a:avLst/>
                <a:gdLst>
                  <a:gd name="T0" fmla="*/ 0 w 12"/>
                  <a:gd name="T1" fmla="*/ 35 h 18"/>
                  <a:gd name="T2" fmla="*/ 125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0" y="2"/>
                    </a:moveTo>
                    <a:cubicBezTo>
                      <a:pt x="4" y="0"/>
                      <a:pt x="12" y="18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9" name="Freeform 413">
                <a:extLst>
                  <a:ext uri="{FF2B5EF4-FFF2-40B4-BE49-F238E27FC236}">
                    <a16:creationId xmlns:a16="http://schemas.microsoft.com/office/drawing/2014/main" id="{4F67829E-84AE-4654-B6A5-7CE28C8DC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780"/>
                <a:ext cx="67" cy="80"/>
              </a:xfrm>
              <a:custGeom>
                <a:avLst/>
                <a:gdLst>
                  <a:gd name="T0" fmla="*/ 246 w 27"/>
                  <a:gd name="T1" fmla="*/ 56 h 30"/>
                  <a:gd name="T2" fmla="*/ 228 w 27"/>
                  <a:gd name="T3" fmla="*/ 35 h 30"/>
                  <a:gd name="T4" fmla="*/ 136 w 27"/>
                  <a:gd name="T5" fmla="*/ 35 h 30"/>
                  <a:gd name="T6" fmla="*/ 124 w 27"/>
                  <a:gd name="T7" fmla="*/ 0 h 30"/>
                  <a:gd name="T8" fmla="*/ 42 w 27"/>
                  <a:gd name="T9" fmla="*/ 264 h 30"/>
                  <a:gd name="T10" fmla="*/ 228 w 27"/>
                  <a:gd name="T11" fmla="*/ 547 h 30"/>
                  <a:gd name="T12" fmla="*/ 350 w 27"/>
                  <a:gd name="T13" fmla="*/ 491 h 30"/>
                  <a:gd name="T14" fmla="*/ 400 w 27"/>
                  <a:gd name="T15" fmla="*/ 320 h 30"/>
                  <a:gd name="T16" fmla="*/ 246 w 27"/>
                  <a:gd name="T17" fmla="*/ 5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0">
                    <a:moveTo>
                      <a:pt x="16" y="3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3" y="3"/>
                      <a:pt x="11" y="3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0" y="2"/>
                      <a:pt x="0" y="8"/>
                      <a:pt x="3" y="14"/>
                    </a:cubicBezTo>
                    <a:cubicBezTo>
                      <a:pt x="5" y="19"/>
                      <a:pt x="10" y="28"/>
                      <a:pt x="15" y="29"/>
                    </a:cubicBezTo>
                    <a:cubicBezTo>
                      <a:pt x="19" y="30"/>
                      <a:pt x="20" y="28"/>
                      <a:pt x="23" y="26"/>
                    </a:cubicBezTo>
                    <a:cubicBezTo>
                      <a:pt x="26" y="23"/>
                      <a:pt x="27" y="22"/>
                      <a:pt x="26" y="17"/>
                    </a:cubicBezTo>
                    <a:cubicBezTo>
                      <a:pt x="24" y="11"/>
                      <a:pt x="20" y="7"/>
                      <a:pt x="16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0" name="Freeform 414">
                <a:extLst>
                  <a:ext uri="{FF2B5EF4-FFF2-40B4-BE49-F238E27FC236}">
                    <a16:creationId xmlns:a16="http://schemas.microsoft.com/office/drawing/2014/main" id="{3A7DC1FA-1752-489F-B7B3-08D1613BC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01"/>
                <a:ext cx="25" cy="35"/>
              </a:xfrm>
              <a:custGeom>
                <a:avLst/>
                <a:gdLst>
                  <a:gd name="T0" fmla="*/ 83 w 10"/>
                  <a:gd name="T1" fmla="*/ 0 h 13"/>
                  <a:gd name="T2" fmla="*/ 158 w 10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5" y="0"/>
                    </a:moveTo>
                    <a:cubicBezTo>
                      <a:pt x="0" y="0"/>
                      <a:pt x="9" y="12"/>
                      <a:pt x="10" y="1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1" name="Freeform 415">
                <a:extLst>
                  <a:ext uri="{FF2B5EF4-FFF2-40B4-BE49-F238E27FC236}">
                    <a16:creationId xmlns:a16="http://schemas.microsoft.com/office/drawing/2014/main" id="{A4062C4E-AD02-4190-B598-15BD7335A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844"/>
                <a:ext cx="63" cy="101"/>
              </a:xfrm>
              <a:custGeom>
                <a:avLst/>
                <a:gdLst>
                  <a:gd name="T0" fmla="*/ 96 w 25"/>
                  <a:gd name="T1" fmla="*/ 601 h 38"/>
                  <a:gd name="T2" fmla="*/ 20 w 25"/>
                  <a:gd name="T3" fmla="*/ 260 h 38"/>
                  <a:gd name="T4" fmla="*/ 63 w 25"/>
                  <a:gd name="T5" fmla="*/ 35 h 38"/>
                  <a:gd name="T6" fmla="*/ 222 w 25"/>
                  <a:gd name="T7" fmla="*/ 21 h 38"/>
                  <a:gd name="T8" fmla="*/ 368 w 25"/>
                  <a:gd name="T9" fmla="*/ 93 h 38"/>
                  <a:gd name="T10" fmla="*/ 381 w 25"/>
                  <a:gd name="T11" fmla="*/ 340 h 38"/>
                  <a:gd name="T12" fmla="*/ 242 w 25"/>
                  <a:gd name="T13" fmla="*/ 691 h 38"/>
                  <a:gd name="T14" fmla="*/ 96 w 25"/>
                  <a:gd name="T15" fmla="*/ 60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8">
                    <a:moveTo>
                      <a:pt x="6" y="32"/>
                    </a:moveTo>
                    <a:cubicBezTo>
                      <a:pt x="3" y="27"/>
                      <a:pt x="1" y="19"/>
                      <a:pt x="1" y="14"/>
                    </a:cubicBezTo>
                    <a:cubicBezTo>
                      <a:pt x="0" y="10"/>
                      <a:pt x="1" y="5"/>
                      <a:pt x="4" y="2"/>
                    </a:cubicBezTo>
                    <a:cubicBezTo>
                      <a:pt x="6" y="0"/>
                      <a:pt x="11" y="0"/>
                      <a:pt x="14" y="1"/>
                    </a:cubicBezTo>
                    <a:cubicBezTo>
                      <a:pt x="17" y="1"/>
                      <a:pt x="21" y="2"/>
                      <a:pt x="23" y="5"/>
                    </a:cubicBezTo>
                    <a:cubicBezTo>
                      <a:pt x="25" y="8"/>
                      <a:pt x="24" y="14"/>
                      <a:pt x="24" y="18"/>
                    </a:cubicBezTo>
                    <a:cubicBezTo>
                      <a:pt x="23" y="23"/>
                      <a:pt x="22" y="35"/>
                      <a:pt x="15" y="37"/>
                    </a:cubicBezTo>
                    <a:cubicBezTo>
                      <a:pt x="11" y="38"/>
                      <a:pt x="8" y="36"/>
                      <a:pt x="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2" name="Freeform 416">
                <a:extLst>
                  <a:ext uri="{FF2B5EF4-FFF2-40B4-BE49-F238E27FC236}">
                    <a16:creationId xmlns:a16="http://schemas.microsoft.com/office/drawing/2014/main" id="{3BA2CD79-13FD-4C6B-B708-F023F2EEB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55"/>
                <a:ext cx="35" cy="13"/>
              </a:xfrm>
              <a:custGeom>
                <a:avLst/>
                <a:gdLst>
                  <a:gd name="T0" fmla="*/ 0 w 14"/>
                  <a:gd name="T1" fmla="*/ 88 h 5"/>
                  <a:gd name="T2" fmla="*/ 220 w 14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5"/>
                    </a:moveTo>
                    <a:cubicBezTo>
                      <a:pt x="1" y="0"/>
                      <a:pt x="12" y="3"/>
                      <a:pt x="14" y="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3" name="Freeform 417">
                <a:extLst>
                  <a:ext uri="{FF2B5EF4-FFF2-40B4-BE49-F238E27FC236}">
                    <a16:creationId xmlns:a16="http://schemas.microsoft.com/office/drawing/2014/main" id="{76A7DE63-08A9-4486-9D77-A9F6D4F5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863"/>
                <a:ext cx="37" cy="34"/>
              </a:xfrm>
              <a:custGeom>
                <a:avLst/>
                <a:gdLst>
                  <a:gd name="T0" fmla="*/ 224 w 15"/>
                  <a:gd name="T1" fmla="*/ 233 h 13"/>
                  <a:gd name="T2" fmla="*/ 104 w 15"/>
                  <a:gd name="T3" fmla="*/ 110 h 13"/>
                  <a:gd name="T4" fmla="*/ 0 w 1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13"/>
                    </a:moveTo>
                    <a:cubicBezTo>
                      <a:pt x="15" y="10"/>
                      <a:pt x="12" y="10"/>
                      <a:pt x="7" y="6"/>
                    </a:cubicBezTo>
                    <a:cubicBezTo>
                      <a:pt x="1" y="1"/>
                      <a:pt x="4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4" name="Freeform 418">
                <a:extLst>
                  <a:ext uri="{FF2B5EF4-FFF2-40B4-BE49-F238E27FC236}">
                    <a16:creationId xmlns:a16="http://schemas.microsoft.com/office/drawing/2014/main" id="{8D8B7C36-2E3A-4441-B0CB-FF24521E9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96"/>
                <a:ext cx="75" cy="85"/>
              </a:xfrm>
              <a:custGeom>
                <a:avLst/>
                <a:gdLst>
                  <a:gd name="T0" fmla="*/ 283 w 30"/>
                  <a:gd name="T1" fmla="*/ 149 h 32"/>
                  <a:gd name="T2" fmla="*/ 250 w 30"/>
                  <a:gd name="T3" fmla="*/ 35 h 32"/>
                  <a:gd name="T4" fmla="*/ 33 w 30"/>
                  <a:gd name="T5" fmla="*/ 93 h 32"/>
                  <a:gd name="T6" fmla="*/ 63 w 30"/>
                  <a:gd name="T7" fmla="*/ 396 h 32"/>
                  <a:gd name="T8" fmla="*/ 250 w 30"/>
                  <a:gd name="T9" fmla="*/ 600 h 32"/>
                  <a:gd name="T10" fmla="*/ 470 w 30"/>
                  <a:gd name="T11" fmla="*/ 452 h 32"/>
                  <a:gd name="T12" fmla="*/ 458 w 30"/>
                  <a:gd name="T13" fmla="*/ 430 h 32"/>
                  <a:gd name="T14" fmla="*/ 283 w 30"/>
                  <a:gd name="T15" fmla="*/ 14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2">
                    <a:moveTo>
                      <a:pt x="18" y="8"/>
                    </a:moveTo>
                    <a:cubicBezTo>
                      <a:pt x="17" y="6"/>
                      <a:pt x="16" y="4"/>
                      <a:pt x="16" y="2"/>
                    </a:cubicBezTo>
                    <a:cubicBezTo>
                      <a:pt x="12" y="1"/>
                      <a:pt x="5" y="0"/>
                      <a:pt x="2" y="5"/>
                    </a:cubicBezTo>
                    <a:cubicBezTo>
                      <a:pt x="0" y="10"/>
                      <a:pt x="2" y="16"/>
                      <a:pt x="4" y="21"/>
                    </a:cubicBezTo>
                    <a:cubicBezTo>
                      <a:pt x="6" y="25"/>
                      <a:pt x="10" y="32"/>
                      <a:pt x="16" y="32"/>
                    </a:cubicBezTo>
                    <a:cubicBezTo>
                      <a:pt x="20" y="31"/>
                      <a:pt x="27" y="27"/>
                      <a:pt x="30" y="24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4" y="20"/>
                      <a:pt x="20" y="13"/>
                      <a:pt x="18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5" name="Freeform 419">
                <a:extLst>
                  <a:ext uri="{FF2B5EF4-FFF2-40B4-BE49-F238E27FC236}">
                    <a16:creationId xmlns:a16="http://schemas.microsoft.com/office/drawing/2014/main" id="{FB4E55B0-6AE8-4830-99C7-55091C39D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836"/>
                <a:ext cx="77" cy="80"/>
              </a:xfrm>
              <a:custGeom>
                <a:avLst/>
                <a:gdLst>
                  <a:gd name="T0" fmla="*/ 412 w 31"/>
                  <a:gd name="T1" fmla="*/ 320 h 30"/>
                  <a:gd name="T2" fmla="*/ 229 w 31"/>
                  <a:gd name="T3" fmla="*/ 115 h 30"/>
                  <a:gd name="T4" fmla="*/ 196 w 31"/>
                  <a:gd name="T5" fmla="*/ 0 h 30"/>
                  <a:gd name="T6" fmla="*/ 75 w 31"/>
                  <a:gd name="T7" fmla="*/ 77 h 30"/>
                  <a:gd name="T8" fmla="*/ 75 w 31"/>
                  <a:gd name="T9" fmla="*/ 341 h 30"/>
                  <a:gd name="T10" fmla="*/ 308 w 31"/>
                  <a:gd name="T11" fmla="*/ 547 h 30"/>
                  <a:gd name="T12" fmla="*/ 474 w 31"/>
                  <a:gd name="T13" fmla="*/ 307 h 30"/>
                  <a:gd name="T14" fmla="*/ 474 w 31"/>
                  <a:gd name="T15" fmla="*/ 285 h 30"/>
                  <a:gd name="T16" fmla="*/ 412 w 31"/>
                  <a:gd name="T17" fmla="*/ 32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30">
                    <a:moveTo>
                      <a:pt x="27" y="17"/>
                    </a:moveTo>
                    <a:cubicBezTo>
                      <a:pt x="21" y="17"/>
                      <a:pt x="17" y="10"/>
                      <a:pt x="15" y="6"/>
                    </a:cubicBezTo>
                    <a:cubicBezTo>
                      <a:pt x="15" y="4"/>
                      <a:pt x="14" y="2"/>
                      <a:pt x="13" y="0"/>
                    </a:cubicBezTo>
                    <a:cubicBezTo>
                      <a:pt x="11" y="1"/>
                      <a:pt x="7" y="2"/>
                      <a:pt x="5" y="4"/>
                    </a:cubicBezTo>
                    <a:cubicBezTo>
                      <a:pt x="0" y="9"/>
                      <a:pt x="0" y="13"/>
                      <a:pt x="5" y="18"/>
                    </a:cubicBezTo>
                    <a:cubicBezTo>
                      <a:pt x="11" y="24"/>
                      <a:pt x="16" y="30"/>
                      <a:pt x="20" y="29"/>
                    </a:cubicBezTo>
                    <a:cubicBezTo>
                      <a:pt x="24" y="28"/>
                      <a:pt x="30" y="23"/>
                      <a:pt x="31" y="16"/>
                    </a:cubicBezTo>
                    <a:cubicBezTo>
                      <a:pt x="31" y="16"/>
                      <a:pt x="31" y="16"/>
                      <a:pt x="31" y="15"/>
                    </a:cubicBezTo>
                    <a:cubicBezTo>
                      <a:pt x="29" y="16"/>
                      <a:pt x="28" y="17"/>
                      <a:pt x="27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6" name="Freeform 420">
                <a:extLst>
                  <a:ext uri="{FF2B5EF4-FFF2-40B4-BE49-F238E27FC236}">
                    <a16:creationId xmlns:a16="http://schemas.microsoft.com/office/drawing/2014/main" id="{2D5750E3-6602-455D-B371-E1AA01D91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017"/>
                <a:ext cx="35" cy="48"/>
              </a:xfrm>
              <a:custGeom>
                <a:avLst/>
                <a:gdLst>
                  <a:gd name="T0" fmla="*/ 175 w 14"/>
                  <a:gd name="T1" fmla="*/ 0 h 18"/>
                  <a:gd name="T2" fmla="*/ 0 w 14"/>
                  <a:gd name="T3" fmla="*/ 26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1" y="0"/>
                    </a:moveTo>
                    <a:cubicBezTo>
                      <a:pt x="14" y="3"/>
                      <a:pt x="1" y="18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7" name="Freeform 421">
                <a:extLst>
                  <a:ext uri="{FF2B5EF4-FFF2-40B4-BE49-F238E27FC236}">
                    <a16:creationId xmlns:a16="http://schemas.microsoft.com/office/drawing/2014/main" id="{4CF2B0BD-1027-4ED1-B45B-FFC83D98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999"/>
                <a:ext cx="65" cy="88"/>
              </a:xfrm>
              <a:custGeom>
                <a:avLst/>
                <a:gdLst>
                  <a:gd name="T0" fmla="*/ 270 w 26"/>
                  <a:gd name="T1" fmla="*/ 512 h 33"/>
                  <a:gd name="T2" fmla="*/ 345 w 26"/>
                  <a:gd name="T3" fmla="*/ 227 h 33"/>
                  <a:gd name="T4" fmla="*/ 408 w 26"/>
                  <a:gd name="T5" fmla="*/ 136 h 33"/>
                  <a:gd name="T6" fmla="*/ 300 w 26"/>
                  <a:gd name="T7" fmla="*/ 35 h 33"/>
                  <a:gd name="T8" fmla="*/ 63 w 26"/>
                  <a:gd name="T9" fmla="*/ 149 h 33"/>
                  <a:gd name="T10" fmla="*/ 50 w 26"/>
                  <a:gd name="T11" fmla="*/ 512 h 33"/>
                  <a:gd name="T12" fmla="*/ 313 w 26"/>
                  <a:gd name="T13" fmla="*/ 568 h 33"/>
                  <a:gd name="T14" fmla="*/ 313 w 26"/>
                  <a:gd name="T15" fmla="*/ 568 h 33"/>
                  <a:gd name="T16" fmla="*/ 270 w 26"/>
                  <a:gd name="T17" fmla="*/ 512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3">
                    <a:moveTo>
                      <a:pt x="17" y="27"/>
                    </a:moveTo>
                    <a:cubicBezTo>
                      <a:pt x="14" y="22"/>
                      <a:pt x="19" y="16"/>
                      <a:pt x="22" y="12"/>
                    </a:cubicBezTo>
                    <a:cubicBezTo>
                      <a:pt x="23" y="10"/>
                      <a:pt x="24" y="9"/>
                      <a:pt x="26" y="7"/>
                    </a:cubicBezTo>
                    <a:cubicBezTo>
                      <a:pt x="24" y="5"/>
                      <a:pt x="21" y="2"/>
                      <a:pt x="19" y="2"/>
                    </a:cubicBezTo>
                    <a:cubicBezTo>
                      <a:pt x="12" y="0"/>
                      <a:pt x="6" y="1"/>
                      <a:pt x="4" y="8"/>
                    </a:cubicBezTo>
                    <a:cubicBezTo>
                      <a:pt x="1" y="15"/>
                      <a:pt x="0" y="23"/>
                      <a:pt x="3" y="27"/>
                    </a:cubicBezTo>
                    <a:cubicBezTo>
                      <a:pt x="6" y="30"/>
                      <a:pt x="13" y="33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9" y="29"/>
                      <a:pt x="18" y="28"/>
                      <a:pt x="17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8" name="Freeform 422">
                <a:extLst>
                  <a:ext uri="{FF2B5EF4-FFF2-40B4-BE49-F238E27FC236}">
                    <a16:creationId xmlns:a16="http://schemas.microsoft.com/office/drawing/2014/main" id="{81BEC779-8838-4D4D-8F8A-4F6D796E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695"/>
                <a:ext cx="97" cy="93"/>
              </a:xfrm>
              <a:custGeom>
                <a:avLst/>
                <a:gdLst>
                  <a:gd name="T0" fmla="*/ 246 w 39"/>
                  <a:gd name="T1" fmla="*/ 77 h 35"/>
                  <a:gd name="T2" fmla="*/ 0 w 39"/>
                  <a:gd name="T3" fmla="*/ 56 h 35"/>
                  <a:gd name="T4" fmla="*/ 75 w 39"/>
                  <a:gd name="T5" fmla="*/ 409 h 35"/>
                  <a:gd name="T6" fmla="*/ 75 w 39"/>
                  <a:gd name="T7" fmla="*/ 430 h 35"/>
                  <a:gd name="T8" fmla="*/ 341 w 39"/>
                  <a:gd name="T9" fmla="*/ 656 h 35"/>
                  <a:gd name="T10" fmla="*/ 570 w 39"/>
                  <a:gd name="T11" fmla="*/ 353 h 35"/>
                  <a:gd name="T12" fmla="*/ 246 w 39"/>
                  <a:gd name="T13" fmla="*/ 7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5">
                    <a:moveTo>
                      <a:pt x="16" y="4"/>
                    </a:moveTo>
                    <a:cubicBezTo>
                      <a:pt x="9" y="2"/>
                      <a:pt x="4" y="0"/>
                      <a:pt x="0" y="3"/>
                    </a:cubicBezTo>
                    <a:cubicBezTo>
                      <a:pt x="3" y="9"/>
                      <a:pt x="7" y="16"/>
                      <a:pt x="5" y="22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9" y="28"/>
                      <a:pt x="17" y="35"/>
                      <a:pt x="22" y="35"/>
                    </a:cubicBezTo>
                    <a:cubicBezTo>
                      <a:pt x="27" y="35"/>
                      <a:pt x="36" y="26"/>
                      <a:pt x="37" y="19"/>
                    </a:cubicBezTo>
                    <a:cubicBezTo>
                      <a:pt x="39" y="13"/>
                      <a:pt x="24" y="7"/>
                      <a:pt x="1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9" name="Freeform 423">
                <a:extLst>
                  <a:ext uri="{FF2B5EF4-FFF2-40B4-BE49-F238E27FC236}">
                    <a16:creationId xmlns:a16="http://schemas.microsoft.com/office/drawing/2014/main" id="{69BB9437-689D-4709-B93C-A44BE934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745"/>
                <a:ext cx="45" cy="22"/>
              </a:xfrm>
              <a:custGeom>
                <a:avLst/>
                <a:gdLst>
                  <a:gd name="T0" fmla="*/ 0 w 18"/>
                  <a:gd name="T1" fmla="*/ 22 h 8"/>
                  <a:gd name="T2" fmla="*/ 175 w 18"/>
                  <a:gd name="T3" fmla="*/ 129 h 8"/>
                  <a:gd name="T4" fmla="*/ 283 w 1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1"/>
                    </a:moveTo>
                    <a:cubicBezTo>
                      <a:pt x="6" y="6"/>
                      <a:pt x="8" y="8"/>
                      <a:pt x="11" y="6"/>
                    </a:cubicBezTo>
                    <a:cubicBezTo>
                      <a:pt x="15" y="4"/>
                      <a:pt x="16" y="1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0" name="Freeform 424">
                <a:extLst>
                  <a:ext uri="{FF2B5EF4-FFF2-40B4-BE49-F238E27FC236}">
                    <a16:creationId xmlns:a16="http://schemas.microsoft.com/office/drawing/2014/main" id="{EBD56C86-659C-42CC-B78F-A1D1B78E9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53"/>
                <a:ext cx="95" cy="75"/>
              </a:xfrm>
              <a:custGeom>
                <a:avLst/>
                <a:gdLst>
                  <a:gd name="T0" fmla="*/ 533 w 38"/>
                  <a:gd name="T1" fmla="*/ 21 h 28"/>
                  <a:gd name="T2" fmla="*/ 583 w 38"/>
                  <a:gd name="T3" fmla="*/ 150 h 28"/>
                  <a:gd name="T4" fmla="*/ 520 w 38"/>
                  <a:gd name="T5" fmla="*/ 329 h 28"/>
                  <a:gd name="T6" fmla="*/ 208 w 38"/>
                  <a:gd name="T7" fmla="*/ 479 h 28"/>
                  <a:gd name="T8" fmla="*/ 20 w 38"/>
                  <a:gd name="T9" fmla="*/ 171 h 28"/>
                  <a:gd name="T10" fmla="*/ 470 w 38"/>
                  <a:gd name="T11" fmla="*/ 0 h 28"/>
                  <a:gd name="T12" fmla="*/ 533 w 38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28">
                    <a:moveTo>
                      <a:pt x="34" y="1"/>
                    </a:moveTo>
                    <a:cubicBezTo>
                      <a:pt x="37" y="2"/>
                      <a:pt x="37" y="5"/>
                      <a:pt x="37" y="8"/>
                    </a:cubicBezTo>
                    <a:cubicBezTo>
                      <a:pt x="38" y="13"/>
                      <a:pt x="36" y="14"/>
                      <a:pt x="33" y="17"/>
                    </a:cubicBezTo>
                    <a:cubicBezTo>
                      <a:pt x="27" y="22"/>
                      <a:pt x="21" y="28"/>
                      <a:pt x="13" y="25"/>
                    </a:cubicBezTo>
                    <a:cubicBezTo>
                      <a:pt x="8" y="23"/>
                      <a:pt x="0" y="15"/>
                      <a:pt x="1" y="9"/>
                    </a:cubicBezTo>
                    <a:cubicBezTo>
                      <a:pt x="3" y="0"/>
                      <a:pt x="24" y="1"/>
                      <a:pt x="30" y="0"/>
                    </a:cubicBezTo>
                    <a:cubicBezTo>
                      <a:pt x="33" y="0"/>
                      <a:pt x="34" y="0"/>
                      <a:pt x="34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1" name="Freeform 425">
                <a:extLst>
                  <a:ext uri="{FF2B5EF4-FFF2-40B4-BE49-F238E27FC236}">
                    <a16:creationId xmlns:a16="http://schemas.microsoft.com/office/drawing/2014/main" id="{F03069A4-7337-4AD4-94EF-C4C3A9C1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172"/>
                <a:ext cx="40" cy="29"/>
              </a:xfrm>
              <a:custGeom>
                <a:avLst/>
                <a:gdLst>
                  <a:gd name="T0" fmla="*/ 158 w 16"/>
                  <a:gd name="T1" fmla="*/ 0 h 11"/>
                  <a:gd name="T2" fmla="*/ 95 w 16"/>
                  <a:gd name="T3" fmla="*/ 124 h 11"/>
                  <a:gd name="T4" fmla="*/ 250 w 16"/>
                  <a:gd name="T5" fmla="*/ 1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0" y="0"/>
                    </a:moveTo>
                    <a:cubicBezTo>
                      <a:pt x="7" y="1"/>
                      <a:pt x="0" y="2"/>
                      <a:pt x="6" y="7"/>
                    </a:cubicBezTo>
                    <a:cubicBezTo>
                      <a:pt x="10" y="10"/>
                      <a:pt x="10" y="11"/>
                      <a:pt x="16" y="9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2" name="Freeform 426">
                <a:extLst>
                  <a:ext uri="{FF2B5EF4-FFF2-40B4-BE49-F238E27FC236}">
                    <a16:creationId xmlns:a16="http://schemas.microsoft.com/office/drawing/2014/main" id="{7814440B-2401-4729-9934-3113A4AEF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015"/>
                <a:ext cx="13" cy="37"/>
              </a:xfrm>
              <a:custGeom>
                <a:avLst/>
                <a:gdLst>
                  <a:gd name="T0" fmla="*/ 0 w 5"/>
                  <a:gd name="T1" fmla="*/ 0 h 14"/>
                  <a:gd name="T2" fmla="*/ 6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5" y="0"/>
                      <a:pt x="5" y="11"/>
                      <a:pt x="4" y="1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3" name="Freeform 427">
                <a:extLst>
                  <a:ext uri="{FF2B5EF4-FFF2-40B4-BE49-F238E27FC236}">
                    <a16:creationId xmlns:a16="http://schemas.microsoft.com/office/drawing/2014/main" id="{24B3689D-C3F1-47C1-B282-FA935A524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201"/>
                <a:ext cx="57" cy="59"/>
              </a:xfrm>
              <a:custGeom>
                <a:avLst/>
                <a:gdLst>
                  <a:gd name="T0" fmla="*/ 42 w 23"/>
                  <a:gd name="T1" fmla="*/ 137 h 22"/>
                  <a:gd name="T2" fmla="*/ 30 w 23"/>
                  <a:gd name="T3" fmla="*/ 150 h 22"/>
                  <a:gd name="T4" fmla="*/ 0 w 23"/>
                  <a:gd name="T5" fmla="*/ 231 h 22"/>
                  <a:gd name="T6" fmla="*/ 307 w 23"/>
                  <a:gd name="T7" fmla="*/ 424 h 22"/>
                  <a:gd name="T8" fmla="*/ 320 w 23"/>
                  <a:gd name="T9" fmla="*/ 274 h 22"/>
                  <a:gd name="T10" fmla="*/ 287 w 23"/>
                  <a:gd name="T11" fmla="*/ 0 h 22"/>
                  <a:gd name="T12" fmla="*/ 42 w 23"/>
                  <a:gd name="T13" fmla="*/ 137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2">
                    <a:moveTo>
                      <a:pt x="3" y="7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1" y="10"/>
                      <a:pt x="0" y="12"/>
                    </a:cubicBezTo>
                    <a:cubicBezTo>
                      <a:pt x="6" y="15"/>
                      <a:pt x="13" y="19"/>
                      <a:pt x="20" y="22"/>
                    </a:cubicBezTo>
                    <a:cubicBezTo>
                      <a:pt x="21" y="19"/>
                      <a:pt x="21" y="16"/>
                      <a:pt x="21" y="14"/>
                    </a:cubicBezTo>
                    <a:cubicBezTo>
                      <a:pt x="22" y="7"/>
                      <a:pt x="23" y="2"/>
                      <a:pt x="19" y="0"/>
                    </a:cubicBezTo>
                    <a:cubicBezTo>
                      <a:pt x="15" y="3"/>
                      <a:pt x="9" y="8"/>
                      <a:pt x="3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4" name="Freeform 428">
                <a:extLst>
                  <a:ext uri="{FF2B5EF4-FFF2-40B4-BE49-F238E27FC236}">
                    <a16:creationId xmlns:a16="http://schemas.microsoft.com/office/drawing/2014/main" id="{AEAA3BA4-47CC-4313-B344-9716321E0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852"/>
                <a:ext cx="65" cy="83"/>
              </a:xfrm>
              <a:custGeom>
                <a:avLst/>
                <a:gdLst>
                  <a:gd name="T0" fmla="*/ 363 w 26"/>
                  <a:gd name="T1" fmla="*/ 209 h 31"/>
                  <a:gd name="T2" fmla="*/ 363 w 26"/>
                  <a:gd name="T3" fmla="*/ 56 h 31"/>
                  <a:gd name="T4" fmla="*/ 345 w 26"/>
                  <a:gd name="T5" fmla="*/ 0 h 31"/>
                  <a:gd name="T6" fmla="*/ 250 w 26"/>
                  <a:gd name="T7" fmla="*/ 35 h 31"/>
                  <a:gd name="T8" fmla="*/ 238 w 26"/>
                  <a:gd name="T9" fmla="*/ 35 h 31"/>
                  <a:gd name="T10" fmla="*/ 238 w 26"/>
                  <a:gd name="T11" fmla="*/ 35 h 31"/>
                  <a:gd name="T12" fmla="*/ 250 w 26"/>
                  <a:gd name="T13" fmla="*/ 56 h 31"/>
                  <a:gd name="T14" fmla="*/ 95 w 26"/>
                  <a:gd name="T15" fmla="*/ 171 h 31"/>
                  <a:gd name="T16" fmla="*/ 95 w 26"/>
                  <a:gd name="T17" fmla="*/ 193 h 31"/>
                  <a:gd name="T18" fmla="*/ 0 w 26"/>
                  <a:gd name="T19" fmla="*/ 388 h 31"/>
                  <a:gd name="T20" fmla="*/ 0 w 26"/>
                  <a:gd name="T21" fmla="*/ 423 h 31"/>
                  <a:gd name="T22" fmla="*/ 113 w 26"/>
                  <a:gd name="T23" fmla="*/ 560 h 31"/>
                  <a:gd name="T24" fmla="*/ 363 w 26"/>
                  <a:gd name="T25" fmla="*/ 560 h 31"/>
                  <a:gd name="T26" fmla="*/ 408 w 26"/>
                  <a:gd name="T27" fmla="*/ 479 h 31"/>
                  <a:gd name="T28" fmla="*/ 363 w 26"/>
                  <a:gd name="T29" fmla="*/ 209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31">
                    <a:moveTo>
                      <a:pt x="23" y="11"/>
                    </a:moveTo>
                    <a:cubicBezTo>
                      <a:pt x="22" y="8"/>
                      <a:pt x="22" y="5"/>
                      <a:pt x="23" y="3"/>
                    </a:cubicBezTo>
                    <a:cubicBezTo>
                      <a:pt x="23" y="2"/>
                      <a:pt x="23" y="1"/>
                      <a:pt x="22" y="0"/>
                    </a:cubicBezTo>
                    <a:cubicBezTo>
                      <a:pt x="20" y="2"/>
                      <a:pt x="19" y="3"/>
                      <a:pt x="16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4" y="5"/>
                      <a:pt x="10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4"/>
                      <a:pt x="3" y="18"/>
                      <a:pt x="0" y="2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8"/>
                      <a:pt x="2" y="29"/>
                      <a:pt x="7" y="29"/>
                    </a:cubicBezTo>
                    <a:cubicBezTo>
                      <a:pt x="12" y="29"/>
                      <a:pt x="19" y="31"/>
                      <a:pt x="23" y="29"/>
                    </a:cubicBezTo>
                    <a:cubicBezTo>
                      <a:pt x="26" y="28"/>
                      <a:pt x="26" y="27"/>
                      <a:pt x="26" y="25"/>
                    </a:cubicBezTo>
                    <a:cubicBezTo>
                      <a:pt x="24" y="20"/>
                      <a:pt x="23" y="15"/>
                      <a:pt x="2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5" name="Freeform 429">
                <a:extLst>
                  <a:ext uri="{FF2B5EF4-FFF2-40B4-BE49-F238E27FC236}">
                    <a16:creationId xmlns:a16="http://schemas.microsoft.com/office/drawing/2014/main" id="{DA64BEB3-89C1-46BB-9E3F-2C9D55A11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908"/>
                <a:ext cx="33" cy="8"/>
              </a:xfrm>
              <a:custGeom>
                <a:avLst/>
                <a:gdLst>
                  <a:gd name="T0" fmla="*/ 0 w 13"/>
                  <a:gd name="T1" fmla="*/ 35 h 3"/>
                  <a:gd name="T2" fmla="*/ 213 w 13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2"/>
                    </a:moveTo>
                    <a:cubicBezTo>
                      <a:pt x="5" y="0"/>
                      <a:pt x="8" y="3"/>
                      <a:pt x="13" y="2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6" name="Freeform 430">
                <a:extLst>
                  <a:ext uri="{FF2B5EF4-FFF2-40B4-BE49-F238E27FC236}">
                    <a16:creationId xmlns:a16="http://schemas.microsoft.com/office/drawing/2014/main" id="{0E766FA6-68EC-4136-ADCE-C5D094C1E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908"/>
                <a:ext cx="90" cy="77"/>
              </a:xfrm>
              <a:custGeom>
                <a:avLst/>
                <a:gdLst>
                  <a:gd name="T0" fmla="*/ 125 w 36"/>
                  <a:gd name="T1" fmla="*/ 56 h 29"/>
                  <a:gd name="T2" fmla="*/ 145 w 36"/>
                  <a:gd name="T3" fmla="*/ 430 h 29"/>
                  <a:gd name="T4" fmla="*/ 470 w 36"/>
                  <a:gd name="T5" fmla="*/ 316 h 29"/>
                  <a:gd name="T6" fmla="*/ 458 w 36"/>
                  <a:gd name="T7" fmla="*/ 35 h 29"/>
                  <a:gd name="T8" fmla="*/ 125 w 36"/>
                  <a:gd name="T9" fmla="*/ 5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8" y="3"/>
                    </a:moveTo>
                    <a:cubicBezTo>
                      <a:pt x="0" y="5"/>
                      <a:pt x="4" y="19"/>
                      <a:pt x="9" y="23"/>
                    </a:cubicBezTo>
                    <a:cubicBezTo>
                      <a:pt x="16" y="29"/>
                      <a:pt x="24" y="22"/>
                      <a:pt x="30" y="17"/>
                    </a:cubicBezTo>
                    <a:cubicBezTo>
                      <a:pt x="35" y="13"/>
                      <a:pt x="36" y="5"/>
                      <a:pt x="29" y="2"/>
                    </a:cubicBezTo>
                    <a:cubicBezTo>
                      <a:pt x="25" y="0"/>
                      <a:pt x="13" y="2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7" name="Freeform 431">
                <a:extLst>
                  <a:ext uri="{FF2B5EF4-FFF2-40B4-BE49-F238E27FC236}">
                    <a16:creationId xmlns:a16="http://schemas.microsoft.com/office/drawing/2014/main" id="{EF0A44C9-8A0B-4617-AAD7-F0272D79E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32"/>
                <a:ext cx="27" cy="29"/>
              </a:xfrm>
              <a:custGeom>
                <a:avLst/>
                <a:gdLst>
                  <a:gd name="T0" fmla="*/ 0 w 11"/>
                  <a:gd name="T1" fmla="*/ 21 h 11"/>
                  <a:gd name="T2" fmla="*/ 61 w 11"/>
                  <a:gd name="T3" fmla="*/ 90 h 11"/>
                  <a:gd name="T4" fmla="*/ 162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3" y="0"/>
                      <a:pt x="3" y="3"/>
                      <a:pt x="4" y="5"/>
                    </a:cubicBezTo>
                    <a:cubicBezTo>
                      <a:pt x="6" y="8"/>
                      <a:pt x="8" y="10"/>
                      <a:pt x="11" y="1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8" name="Freeform 432">
                <a:extLst>
                  <a:ext uri="{FF2B5EF4-FFF2-40B4-BE49-F238E27FC236}">
                    <a16:creationId xmlns:a16="http://schemas.microsoft.com/office/drawing/2014/main" id="{96C5F8D1-DF31-445A-AAC8-697A690D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759"/>
                <a:ext cx="70" cy="80"/>
              </a:xfrm>
              <a:custGeom>
                <a:avLst/>
                <a:gdLst>
                  <a:gd name="T0" fmla="*/ 20 w 28"/>
                  <a:gd name="T1" fmla="*/ 320 h 30"/>
                  <a:gd name="T2" fmla="*/ 0 w 28"/>
                  <a:gd name="T3" fmla="*/ 533 h 30"/>
                  <a:gd name="T4" fmla="*/ 113 w 28"/>
                  <a:gd name="T5" fmla="*/ 568 h 30"/>
                  <a:gd name="T6" fmla="*/ 113 w 28"/>
                  <a:gd name="T7" fmla="*/ 363 h 30"/>
                  <a:gd name="T8" fmla="*/ 333 w 28"/>
                  <a:gd name="T9" fmla="*/ 307 h 30"/>
                  <a:gd name="T10" fmla="*/ 333 w 28"/>
                  <a:gd name="T11" fmla="*/ 307 h 30"/>
                  <a:gd name="T12" fmla="*/ 438 w 28"/>
                  <a:gd name="T13" fmla="*/ 149 h 30"/>
                  <a:gd name="T14" fmla="*/ 438 w 28"/>
                  <a:gd name="T15" fmla="*/ 149 h 30"/>
                  <a:gd name="T16" fmla="*/ 395 w 28"/>
                  <a:gd name="T17" fmla="*/ 0 h 30"/>
                  <a:gd name="T18" fmla="*/ 375 w 28"/>
                  <a:gd name="T19" fmla="*/ 0 h 30"/>
                  <a:gd name="T20" fmla="*/ 0 w 28"/>
                  <a:gd name="T21" fmla="*/ 149 h 30"/>
                  <a:gd name="T22" fmla="*/ 20 w 28"/>
                  <a:gd name="T23" fmla="*/ 32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30">
                    <a:moveTo>
                      <a:pt x="1" y="17"/>
                    </a:moveTo>
                    <a:cubicBezTo>
                      <a:pt x="1" y="20"/>
                      <a:pt x="0" y="24"/>
                      <a:pt x="0" y="28"/>
                    </a:cubicBezTo>
                    <a:cubicBezTo>
                      <a:pt x="2" y="28"/>
                      <a:pt x="5" y="29"/>
                      <a:pt x="7" y="30"/>
                    </a:cubicBezTo>
                    <a:cubicBezTo>
                      <a:pt x="6" y="26"/>
                      <a:pt x="6" y="22"/>
                      <a:pt x="7" y="19"/>
                    </a:cubicBezTo>
                    <a:cubicBezTo>
                      <a:pt x="10" y="14"/>
                      <a:pt x="17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2"/>
                      <a:pt x="22" y="10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6" y="7"/>
                      <a:pt x="25" y="4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5" y="4"/>
                      <a:pt x="0" y="8"/>
                    </a:cubicBezTo>
                    <a:cubicBezTo>
                      <a:pt x="1" y="11"/>
                      <a:pt x="1" y="14"/>
                      <a:pt x="1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9" name="Freeform 433">
                <a:extLst>
                  <a:ext uri="{FF2B5EF4-FFF2-40B4-BE49-F238E27FC236}">
                    <a16:creationId xmlns:a16="http://schemas.microsoft.com/office/drawing/2014/main" id="{A551E4C1-E344-4985-8FA6-40ECDD3F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753"/>
                <a:ext cx="65" cy="86"/>
              </a:xfrm>
              <a:custGeom>
                <a:avLst/>
                <a:gdLst>
                  <a:gd name="T0" fmla="*/ 363 w 26"/>
                  <a:gd name="T1" fmla="*/ 253 h 32"/>
                  <a:gd name="T2" fmla="*/ 113 w 26"/>
                  <a:gd name="T3" fmla="*/ 22 h 32"/>
                  <a:gd name="T4" fmla="*/ 113 w 26"/>
                  <a:gd name="T5" fmla="*/ 0 h 32"/>
                  <a:gd name="T6" fmla="*/ 83 w 26"/>
                  <a:gd name="T7" fmla="*/ 59 h 32"/>
                  <a:gd name="T8" fmla="*/ 0 w 26"/>
                  <a:gd name="T9" fmla="*/ 159 h 32"/>
                  <a:gd name="T10" fmla="*/ 0 w 26"/>
                  <a:gd name="T11" fmla="*/ 159 h 32"/>
                  <a:gd name="T12" fmla="*/ 50 w 26"/>
                  <a:gd name="T13" fmla="*/ 484 h 32"/>
                  <a:gd name="T14" fmla="*/ 250 w 26"/>
                  <a:gd name="T15" fmla="*/ 599 h 32"/>
                  <a:gd name="T16" fmla="*/ 395 w 26"/>
                  <a:gd name="T17" fmla="*/ 470 h 32"/>
                  <a:gd name="T18" fmla="*/ 363 w 26"/>
                  <a:gd name="T19" fmla="*/ 25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2">
                    <a:moveTo>
                      <a:pt x="23" y="13"/>
                    </a:moveTo>
                    <a:cubicBezTo>
                      <a:pt x="18" y="12"/>
                      <a:pt x="11" y="6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4" y="5"/>
                      <a:pt x="2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2" y="21"/>
                      <a:pt x="3" y="25"/>
                    </a:cubicBezTo>
                    <a:cubicBezTo>
                      <a:pt x="5" y="31"/>
                      <a:pt x="10" y="32"/>
                      <a:pt x="16" y="31"/>
                    </a:cubicBezTo>
                    <a:cubicBezTo>
                      <a:pt x="21" y="31"/>
                      <a:pt x="25" y="30"/>
                      <a:pt x="25" y="24"/>
                    </a:cubicBezTo>
                    <a:cubicBezTo>
                      <a:pt x="26" y="21"/>
                      <a:pt x="24" y="16"/>
                      <a:pt x="23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0" name="Freeform 434">
                <a:extLst>
                  <a:ext uri="{FF2B5EF4-FFF2-40B4-BE49-F238E27FC236}">
                    <a16:creationId xmlns:a16="http://schemas.microsoft.com/office/drawing/2014/main" id="{A724151E-8D86-45A6-9ED0-BB739ACCB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812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188 w 12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4" y="3"/>
                      <a:pt x="8" y="2"/>
                      <a:pt x="1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1" name="Freeform 435">
                <a:extLst>
                  <a:ext uri="{FF2B5EF4-FFF2-40B4-BE49-F238E27FC236}">
                    <a16:creationId xmlns:a16="http://schemas.microsoft.com/office/drawing/2014/main" id="{9E7E3A74-503A-422B-A476-19D8B2856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815"/>
                <a:ext cx="75" cy="88"/>
              </a:xfrm>
              <a:custGeom>
                <a:avLst/>
                <a:gdLst>
                  <a:gd name="T0" fmla="*/ 425 w 30"/>
                  <a:gd name="T1" fmla="*/ 264 h 33"/>
                  <a:gd name="T2" fmla="*/ 95 w 30"/>
                  <a:gd name="T3" fmla="*/ 0 h 33"/>
                  <a:gd name="T4" fmla="*/ 95 w 30"/>
                  <a:gd name="T5" fmla="*/ 21 h 33"/>
                  <a:gd name="T6" fmla="*/ 0 w 30"/>
                  <a:gd name="T7" fmla="*/ 149 h 33"/>
                  <a:gd name="T8" fmla="*/ 0 w 30"/>
                  <a:gd name="T9" fmla="*/ 149 h 33"/>
                  <a:gd name="T10" fmla="*/ 63 w 30"/>
                  <a:gd name="T11" fmla="*/ 477 h 33"/>
                  <a:gd name="T12" fmla="*/ 250 w 30"/>
                  <a:gd name="T13" fmla="*/ 547 h 33"/>
                  <a:gd name="T14" fmla="*/ 425 w 30"/>
                  <a:gd name="T15" fmla="*/ 264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3">
                    <a:moveTo>
                      <a:pt x="27" y="14"/>
                    </a:moveTo>
                    <a:cubicBezTo>
                      <a:pt x="23" y="7"/>
                      <a:pt x="13" y="3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6"/>
                      <a:pt x="3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4"/>
                      <a:pt x="1" y="19"/>
                      <a:pt x="4" y="25"/>
                    </a:cubicBezTo>
                    <a:cubicBezTo>
                      <a:pt x="8" y="31"/>
                      <a:pt x="11" y="33"/>
                      <a:pt x="16" y="29"/>
                    </a:cubicBezTo>
                    <a:cubicBezTo>
                      <a:pt x="22" y="26"/>
                      <a:pt x="30" y="21"/>
                      <a:pt x="2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2" name="Freeform 436">
                <a:extLst>
                  <a:ext uri="{FF2B5EF4-FFF2-40B4-BE49-F238E27FC236}">
                    <a16:creationId xmlns:a16="http://schemas.microsoft.com/office/drawing/2014/main" id="{AA7A9D73-6DBD-4EEC-85B6-5252A9E70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852"/>
                <a:ext cx="25" cy="29"/>
              </a:xfrm>
              <a:custGeom>
                <a:avLst/>
                <a:gdLst>
                  <a:gd name="T0" fmla="*/ 0 w 10"/>
                  <a:gd name="T1" fmla="*/ 200 h 11"/>
                  <a:gd name="T2" fmla="*/ 125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10"/>
                      <a:pt x="10" y="4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3" name="Freeform 437">
                <a:extLst>
                  <a:ext uri="{FF2B5EF4-FFF2-40B4-BE49-F238E27FC236}">
                    <a16:creationId xmlns:a16="http://schemas.microsoft.com/office/drawing/2014/main" id="{6A189D49-4545-47CF-B223-D999CF51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764"/>
                <a:ext cx="88" cy="69"/>
              </a:xfrm>
              <a:custGeom>
                <a:avLst/>
                <a:gdLst>
                  <a:gd name="T0" fmla="*/ 158 w 35"/>
                  <a:gd name="T1" fmla="*/ 0 h 26"/>
                  <a:gd name="T2" fmla="*/ 33 w 35"/>
                  <a:gd name="T3" fmla="*/ 133 h 26"/>
                  <a:gd name="T4" fmla="*/ 50 w 35"/>
                  <a:gd name="T5" fmla="*/ 430 h 26"/>
                  <a:gd name="T6" fmla="*/ 254 w 35"/>
                  <a:gd name="T7" fmla="*/ 486 h 26"/>
                  <a:gd name="T8" fmla="*/ 505 w 35"/>
                  <a:gd name="T9" fmla="*/ 374 h 26"/>
                  <a:gd name="T10" fmla="*/ 463 w 35"/>
                  <a:gd name="T11" fmla="*/ 93 h 26"/>
                  <a:gd name="T12" fmla="*/ 158 w 3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6">
                    <a:moveTo>
                      <a:pt x="10" y="0"/>
                    </a:moveTo>
                    <a:cubicBezTo>
                      <a:pt x="2" y="1"/>
                      <a:pt x="2" y="3"/>
                      <a:pt x="2" y="7"/>
                    </a:cubicBezTo>
                    <a:cubicBezTo>
                      <a:pt x="1" y="12"/>
                      <a:pt x="0" y="21"/>
                      <a:pt x="3" y="23"/>
                    </a:cubicBezTo>
                    <a:cubicBezTo>
                      <a:pt x="5" y="24"/>
                      <a:pt x="10" y="26"/>
                      <a:pt x="16" y="26"/>
                    </a:cubicBezTo>
                    <a:cubicBezTo>
                      <a:pt x="21" y="25"/>
                      <a:pt x="29" y="24"/>
                      <a:pt x="32" y="20"/>
                    </a:cubicBezTo>
                    <a:cubicBezTo>
                      <a:pt x="35" y="15"/>
                      <a:pt x="33" y="8"/>
                      <a:pt x="29" y="5"/>
                    </a:cubicBezTo>
                    <a:cubicBezTo>
                      <a:pt x="25" y="2"/>
                      <a:pt x="17" y="0"/>
                      <a:pt x="1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4" name="Freeform 438">
                <a:extLst>
                  <a:ext uri="{FF2B5EF4-FFF2-40B4-BE49-F238E27FC236}">
                    <a16:creationId xmlns:a16="http://schemas.microsoft.com/office/drawing/2014/main" id="{E2CA5C5C-F1F3-4860-BE3F-2727BCF9E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783"/>
                <a:ext cx="10" cy="26"/>
              </a:xfrm>
              <a:custGeom>
                <a:avLst/>
                <a:gdLst>
                  <a:gd name="T0" fmla="*/ 63 w 4"/>
                  <a:gd name="T1" fmla="*/ 0 h 10"/>
                  <a:gd name="T2" fmla="*/ 33 w 4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0" y="1"/>
                      <a:pt x="2" y="7"/>
                      <a:pt x="2" y="1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5" name="Freeform 439">
                <a:extLst>
                  <a:ext uri="{FF2B5EF4-FFF2-40B4-BE49-F238E27FC236}">
                    <a16:creationId xmlns:a16="http://schemas.microsoft.com/office/drawing/2014/main" id="{FCD275A3-CB06-4374-B682-D603F5780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684"/>
                <a:ext cx="82" cy="96"/>
              </a:xfrm>
              <a:custGeom>
                <a:avLst/>
                <a:gdLst>
                  <a:gd name="T0" fmla="*/ 62 w 33"/>
                  <a:gd name="T1" fmla="*/ 533 h 36"/>
                  <a:gd name="T2" fmla="*/ 291 w 33"/>
                  <a:gd name="T3" fmla="*/ 605 h 36"/>
                  <a:gd name="T4" fmla="*/ 462 w 33"/>
                  <a:gd name="T5" fmla="*/ 376 h 36"/>
                  <a:gd name="T6" fmla="*/ 445 w 33"/>
                  <a:gd name="T7" fmla="*/ 171 h 36"/>
                  <a:gd name="T8" fmla="*/ 186 w 33"/>
                  <a:gd name="T9" fmla="*/ 115 h 36"/>
                  <a:gd name="T10" fmla="*/ 62 w 33"/>
                  <a:gd name="T11" fmla="*/ 53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6">
                    <a:moveTo>
                      <a:pt x="4" y="28"/>
                    </a:moveTo>
                    <a:cubicBezTo>
                      <a:pt x="9" y="36"/>
                      <a:pt x="13" y="35"/>
                      <a:pt x="19" y="32"/>
                    </a:cubicBezTo>
                    <a:cubicBezTo>
                      <a:pt x="24" y="29"/>
                      <a:pt x="27" y="26"/>
                      <a:pt x="30" y="20"/>
                    </a:cubicBezTo>
                    <a:cubicBezTo>
                      <a:pt x="33" y="15"/>
                      <a:pt x="32" y="12"/>
                      <a:pt x="29" y="9"/>
                    </a:cubicBezTo>
                    <a:cubicBezTo>
                      <a:pt x="25" y="6"/>
                      <a:pt x="16" y="0"/>
                      <a:pt x="12" y="6"/>
                    </a:cubicBezTo>
                    <a:cubicBezTo>
                      <a:pt x="8" y="11"/>
                      <a:pt x="0" y="23"/>
                      <a:pt x="4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6" name="Freeform 440">
                <a:extLst>
                  <a:ext uri="{FF2B5EF4-FFF2-40B4-BE49-F238E27FC236}">
                    <a16:creationId xmlns:a16="http://schemas.microsoft.com/office/drawing/2014/main" id="{45889BDB-210E-4C3F-AC37-9DDCDC0A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711"/>
                <a:ext cx="25" cy="16"/>
              </a:xfrm>
              <a:custGeom>
                <a:avLst/>
                <a:gdLst>
                  <a:gd name="T0" fmla="*/ 0 w 10"/>
                  <a:gd name="T1" fmla="*/ 21 h 6"/>
                  <a:gd name="T2" fmla="*/ 158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1"/>
                    </a:moveTo>
                    <a:cubicBezTo>
                      <a:pt x="5" y="0"/>
                      <a:pt x="9" y="3"/>
                      <a:pt x="10" y="6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7" name="Freeform 441">
                <a:extLst>
                  <a:ext uri="{FF2B5EF4-FFF2-40B4-BE49-F238E27FC236}">
                    <a16:creationId xmlns:a16="http://schemas.microsoft.com/office/drawing/2014/main" id="{2658C234-5A92-41AE-A346-3812538A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852"/>
                <a:ext cx="95" cy="75"/>
              </a:xfrm>
              <a:custGeom>
                <a:avLst/>
                <a:gdLst>
                  <a:gd name="T0" fmla="*/ 500 w 38"/>
                  <a:gd name="T1" fmla="*/ 230 h 28"/>
                  <a:gd name="T2" fmla="*/ 583 w 38"/>
                  <a:gd name="T3" fmla="*/ 209 h 28"/>
                  <a:gd name="T4" fmla="*/ 583 w 38"/>
                  <a:gd name="T5" fmla="*/ 209 h 28"/>
                  <a:gd name="T6" fmla="*/ 500 w 38"/>
                  <a:gd name="T7" fmla="*/ 0 h 28"/>
                  <a:gd name="T8" fmla="*/ 425 w 38"/>
                  <a:gd name="T9" fmla="*/ 137 h 28"/>
                  <a:gd name="T10" fmla="*/ 238 w 38"/>
                  <a:gd name="T11" fmla="*/ 35 h 28"/>
                  <a:gd name="T12" fmla="*/ 238 w 38"/>
                  <a:gd name="T13" fmla="*/ 35 h 28"/>
                  <a:gd name="T14" fmla="*/ 63 w 38"/>
                  <a:gd name="T15" fmla="*/ 346 h 28"/>
                  <a:gd name="T16" fmla="*/ 313 w 38"/>
                  <a:gd name="T17" fmla="*/ 517 h 28"/>
                  <a:gd name="T18" fmla="*/ 395 w 38"/>
                  <a:gd name="T19" fmla="*/ 402 h 28"/>
                  <a:gd name="T20" fmla="*/ 500 w 38"/>
                  <a:gd name="T21" fmla="*/ 230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28">
                    <a:moveTo>
                      <a:pt x="32" y="12"/>
                    </a:moveTo>
                    <a:cubicBezTo>
                      <a:pt x="34" y="12"/>
                      <a:pt x="36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8" y="2"/>
                      <a:pt x="32" y="0"/>
                    </a:cubicBezTo>
                    <a:cubicBezTo>
                      <a:pt x="32" y="3"/>
                      <a:pt x="30" y="5"/>
                      <a:pt x="27" y="7"/>
                    </a:cubicBezTo>
                    <a:cubicBezTo>
                      <a:pt x="24" y="8"/>
                      <a:pt x="19" y="5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0" y="5"/>
                      <a:pt x="0" y="9"/>
                      <a:pt x="4" y="18"/>
                    </a:cubicBezTo>
                    <a:cubicBezTo>
                      <a:pt x="8" y="27"/>
                      <a:pt x="16" y="28"/>
                      <a:pt x="20" y="27"/>
                    </a:cubicBezTo>
                    <a:cubicBezTo>
                      <a:pt x="24" y="26"/>
                      <a:pt x="25" y="22"/>
                      <a:pt x="25" y="21"/>
                    </a:cubicBezTo>
                    <a:cubicBezTo>
                      <a:pt x="25" y="17"/>
                      <a:pt x="29" y="15"/>
                      <a:pt x="32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8" name="Freeform 442">
                <a:extLst>
                  <a:ext uri="{FF2B5EF4-FFF2-40B4-BE49-F238E27FC236}">
                    <a16:creationId xmlns:a16="http://schemas.microsoft.com/office/drawing/2014/main" id="{D2E9F2A9-FDBA-46B7-B232-5E93C016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887"/>
                <a:ext cx="22" cy="26"/>
              </a:xfrm>
              <a:custGeom>
                <a:avLst/>
                <a:gdLst>
                  <a:gd name="T0" fmla="*/ 0 w 9"/>
                  <a:gd name="T1" fmla="*/ 0 h 10"/>
                  <a:gd name="T2" fmla="*/ 132 w 9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3"/>
                      <a:pt x="4" y="9"/>
                      <a:pt x="9" y="1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9" name="Freeform 443">
                <a:extLst>
                  <a:ext uri="{FF2B5EF4-FFF2-40B4-BE49-F238E27FC236}">
                    <a16:creationId xmlns:a16="http://schemas.microsoft.com/office/drawing/2014/main" id="{B2B2729B-D684-45CD-90FA-EBC4C27F5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708"/>
                <a:ext cx="62" cy="67"/>
              </a:xfrm>
              <a:custGeom>
                <a:avLst/>
                <a:gdLst>
                  <a:gd name="T0" fmla="*/ 124 w 25"/>
                  <a:gd name="T1" fmla="*/ 482 h 25"/>
                  <a:gd name="T2" fmla="*/ 382 w 25"/>
                  <a:gd name="T3" fmla="*/ 367 h 25"/>
                  <a:gd name="T4" fmla="*/ 370 w 25"/>
                  <a:gd name="T5" fmla="*/ 115 h 25"/>
                  <a:gd name="T6" fmla="*/ 104 w 25"/>
                  <a:gd name="T7" fmla="*/ 78 h 25"/>
                  <a:gd name="T8" fmla="*/ 12 w 25"/>
                  <a:gd name="T9" fmla="*/ 273 h 25"/>
                  <a:gd name="T10" fmla="*/ 124 w 25"/>
                  <a:gd name="T11" fmla="*/ 48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8" y="25"/>
                    </a:moveTo>
                    <a:cubicBezTo>
                      <a:pt x="13" y="22"/>
                      <a:pt x="20" y="20"/>
                      <a:pt x="25" y="19"/>
                    </a:cubicBezTo>
                    <a:cubicBezTo>
                      <a:pt x="25" y="17"/>
                      <a:pt x="25" y="10"/>
                      <a:pt x="24" y="6"/>
                    </a:cubicBezTo>
                    <a:cubicBezTo>
                      <a:pt x="24" y="2"/>
                      <a:pt x="15" y="0"/>
                      <a:pt x="7" y="4"/>
                    </a:cubicBezTo>
                    <a:cubicBezTo>
                      <a:pt x="3" y="6"/>
                      <a:pt x="0" y="9"/>
                      <a:pt x="1" y="14"/>
                    </a:cubicBezTo>
                    <a:cubicBezTo>
                      <a:pt x="2" y="19"/>
                      <a:pt x="6" y="23"/>
                      <a:pt x="8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0" name="Freeform 444">
                <a:extLst>
                  <a:ext uri="{FF2B5EF4-FFF2-40B4-BE49-F238E27FC236}">
                    <a16:creationId xmlns:a16="http://schemas.microsoft.com/office/drawing/2014/main" id="{45B5CE5C-1B90-4209-80F3-A5BC1247E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724"/>
                <a:ext cx="38" cy="13"/>
              </a:xfrm>
              <a:custGeom>
                <a:avLst/>
                <a:gdLst>
                  <a:gd name="T0" fmla="*/ 0 w 15"/>
                  <a:gd name="T1" fmla="*/ 88 h 5"/>
                  <a:gd name="T2" fmla="*/ 243 w 1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4" y="1"/>
                      <a:pt x="12" y="0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1" name="Freeform 445">
                <a:extLst>
                  <a:ext uri="{FF2B5EF4-FFF2-40B4-BE49-F238E27FC236}">
                    <a16:creationId xmlns:a16="http://schemas.microsoft.com/office/drawing/2014/main" id="{CA5430DD-1F8E-443E-B09A-501FBF472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56"/>
                <a:ext cx="33" cy="32"/>
              </a:xfrm>
              <a:custGeom>
                <a:avLst/>
                <a:gdLst>
                  <a:gd name="T0" fmla="*/ 0 w 13"/>
                  <a:gd name="T1" fmla="*/ 35 h 12"/>
                  <a:gd name="T2" fmla="*/ 213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2"/>
                    </a:moveTo>
                    <a:cubicBezTo>
                      <a:pt x="5" y="0"/>
                      <a:pt x="10" y="7"/>
                      <a:pt x="13" y="12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2" name="Freeform 446">
                <a:extLst>
                  <a:ext uri="{FF2B5EF4-FFF2-40B4-BE49-F238E27FC236}">
                    <a16:creationId xmlns:a16="http://schemas.microsoft.com/office/drawing/2014/main" id="{1D7D9164-DB59-4BB3-8C16-C959917D8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929"/>
                <a:ext cx="85" cy="104"/>
              </a:xfrm>
              <a:custGeom>
                <a:avLst/>
                <a:gdLst>
                  <a:gd name="T0" fmla="*/ 533 w 34"/>
                  <a:gd name="T1" fmla="*/ 491 h 39"/>
                  <a:gd name="T2" fmla="*/ 300 w 34"/>
                  <a:gd name="T3" fmla="*/ 627 h 39"/>
                  <a:gd name="T4" fmla="*/ 50 w 34"/>
                  <a:gd name="T5" fmla="*/ 376 h 39"/>
                  <a:gd name="T6" fmla="*/ 158 w 34"/>
                  <a:gd name="T7" fmla="*/ 77 h 39"/>
                  <a:gd name="T8" fmla="*/ 408 w 34"/>
                  <a:gd name="T9" fmla="*/ 93 h 39"/>
                  <a:gd name="T10" fmla="*/ 533 w 34"/>
                  <a:gd name="T11" fmla="*/ 49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9">
                    <a:moveTo>
                      <a:pt x="34" y="26"/>
                    </a:moveTo>
                    <a:cubicBezTo>
                      <a:pt x="34" y="32"/>
                      <a:pt x="27" y="39"/>
                      <a:pt x="19" y="33"/>
                    </a:cubicBezTo>
                    <a:cubicBezTo>
                      <a:pt x="12" y="27"/>
                      <a:pt x="7" y="26"/>
                      <a:pt x="3" y="20"/>
                    </a:cubicBezTo>
                    <a:cubicBezTo>
                      <a:pt x="0" y="14"/>
                      <a:pt x="6" y="7"/>
                      <a:pt x="10" y="4"/>
                    </a:cubicBezTo>
                    <a:cubicBezTo>
                      <a:pt x="16" y="0"/>
                      <a:pt x="24" y="0"/>
                      <a:pt x="26" y="5"/>
                    </a:cubicBezTo>
                    <a:cubicBezTo>
                      <a:pt x="29" y="10"/>
                      <a:pt x="34" y="19"/>
                      <a:pt x="34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3" name="Freeform 447">
                <a:extLst>
                  <a:ext uri="{FF2B5EF4-FFF2-40B4-BE49-F238E27FC236}">
                    <a16:creationId xmlns:a16="http://schemas.microsoft.com/office/drawing/2014/main" id="{DC25BF4D-001C-452D-BFA9-96178415E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951"/>
                <a:ext cx="22" cy="24"/>
              </a:xfrm>
              <a:custGeom>
                <a:avLst/>
                <a:gdLst>
                  <a:gd name="T0" fmla="*/ 0 w 9"/>
                  <a:gd name="T1" fmla="*/ 171 h 9"/>
                  <a:gd name="T2" fmla="*/ 132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4"/>
                      <a:pt x="4" y="1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4" name="Freeform 448">
                <a:extLst>
                  <a:ext uri="{FF2B5EF4-FFF2-40B4-BE49-F238E27FC236}">
                    <a16:creationId xmlns:a16="http://schemas.microsoft.com/office/drawing/2014/main" id="{4C854ECB-E470-4D15-88AD-1DBF6A6D8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833"/>
                <a:ext cx="72" cy="88"/>
              </a:xfrm>
              <a:custGeom>
                <a:avLst/>
                <a:gdLst>
                  <a:gd name="T0" fmla="*/ 382 w 29"/>
                  <a:gd name="T1" fmla="*/ 248 h 33"/>
                  <a:gd name="T2" fmla="*/ 137 w 29"/>
                  <a:gd name="T3" fmla="*/ 21 h 33"/>
                  <a:gd name="T4" fmla="*/ 0 w 29"/>
                  <a:gd name="T5" fmla="*/ 397 h 33"/>
                  <a:gd name="T6" fmla="*/ 184 w 29"/>
                  <a:gd name="T7" fmla="*/ 568 h 33"/>
                  <a:gd name="T8" fmla="*/ 382 w 29"/>
                  <a:gd name="T9" fmla="*/ 24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3">
                    <a:moveTo>
                      <a:pt x="25" y="13"/>
                    </a:moveTo>
                    <a:cubicBezTo>
                      <a:pt x="29" y="6"/>
                      <a:pt x="15" y="0"/>
                      <a:pt x="9" y="1"/>
                    </a:cubicBezTo>
                    <a:cubicBezTo>
                      <a:pt x="0" y="3"/>
                      <a:pt x="0" y="13"/>
                      <a:pt x="0" y="21"/>
                    </a:cubicBezTo>
                    <a:cubicBezTo>
                      <a:pt x="0" y="28"/>
                      <a:pt x="6" y="33"/>
                      <a:pt x="12" y="30"/>
                    </a:cubicBezTo>
                    <a:cubicBezTo>
                      <a:pt x="17" y="28"/>
                      <a:pt x="23" y="18"/>
                      <a:pt x="25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5" name="Freeform 449">
                <a:extLst>
                  <a:ext uri="{FF2B5EF4-FFF2-40B4-BE49-F238E27FC236}">
                    <a16:creationId xmlns:a16="http://schemas.microsoft.com/office/drawing/2014/main" id="{1ED4C6B5-7BEB-47AE-AC4B-457BAB4A7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855"/>
                <a:ext cx="37" cy="8"/>
              </a:xfrm>
              <a:custGeom>
                <a:avLst/>
                <a:gdLst>
                  <a:gd name="T0" fmla="*/ 224 w 15"/>
                  <a:gd name="T1" fmla="*/ 0 h 3"/>
                  <a:gd name="T2" fmla="*/ 121 w 15"/>
                  <a:gd name="T3" fmla="*/ 21 h 3"/>
                  <a:gd name="T4" fmla="*/ 0 w 1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cubicBezTo>
                      <a:pt x="13" y="3"/>
                      <a:pt x="11" y="1"/>
                      <a:pt x="8" y="1"/>
                    </a:cubicBezTo>
                    <a:cubicBezTo>
                      <a:pt x="5" y="0"/>
                      <a:pt x="3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6" name="Freeform 450">
                <a:extLst>
                  <a:ext uri="{FF2B5EF4-FFF2-40B4-BE49-F238E27FC236}">
                    <a16:creationId xmlns:a16="http://schemas.microsoft.com/office/drawing/2014/main" id="{CAA6C8F3-2AF1-48C1-A774-44AF9105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748"/>
                <a:ext cx="85" cy="93"/>
              </a:xfrm>
              <a:custGeom>
                <a:avLst/>
                <a:gdLst>
                  <a:gd name="T0" fmla="*/ 438 w 34"/>
                  <a:gd name="T1" fmla="*/ 656 h 35"/>
                  <a:gd name="T2" fmla="*/ 533 w 34"/>
                  <a:gd name="T3" fmla="*/ 545 h 35"/>
                  <a:gd name="T4" fmla="*/ 488 w 34"/>
                  <a:gd name="T5" fmla="*/ 409 h 35"/>
                  <a:gd name="T6" fmla="*/ 520 w 34"/>
                  <a:gd name="T7" fmla="*/ 340 h 35"/>
                  <a:gd name="T8" fmla="*/ 425 w 34"/>
                  <a:gd name="T9" fmla="*/ 93 h 35"/>
                  <a:gd name="T10" fmla="*/ 175 w 34"/>
                  <a:gd name="T11" fmla="*/ 77 h 35"/>
                  <a:gd name="T12" fmla="*/ 63 w 34"/>
                  <a:gd name="T13" fmla="*/ 375 h 35"/>
                  <a:gd name="T14" fmla="*/ 313 w 34"/>
                  <a:gd name="T15" fmla="*/ 622 h 35"/>
                  <a:gd name="T16" fmla="*/ 438 w 34"/>
                  <a:gd name="T17" fmla="*/ 65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5">
                    <a:moveTo>
                      <a:pt x="28" y="35"/>
                    </a:moveTo>
                    <a:cubicBezTo>
                      <a:pt x="30" y="34"/>
                      <a:pt x="33" y="32"/>
                      <a:pt x="34" y="29"/>
                    </a:cubicBezTo>
                    <a:cubicBezTo>
                      <a:pt x="32" y="27"/>
                      <a:pt x="31" y="24"/>
                      <a:pt x="31" y="22"/>
                    </a:cubicBezTo>
                    <a:cubicBezTo>
                      <a:pt x="31" y="21"/>
                      <a:pt x="32" y="19"/>
                      <a:pt x="33" y="18"/>
                    </a:cubicBezTo>
                    <a:cubicBezTo>
                      <a:pt x="31" y="13"/>
                      <a:pt x="28" y="8"/>
                      <a:pt x="27" y="5"/>
                    </a:cubicBezTo>
                    <a:cubicBezTo>
                      <a:pt x="25" y="0"/>
                      <a:pt x="17" y="0"/>
                      <a:pt x="11" y="4"/>
                    </a:cubicBezTo>
                    <a:cubicBezTo>
                      <a:pt x="7" y="7"/>
                      <a:pt x="0" y="13"/>
                      <a:pt x="4" y="20"/>
                    </a:cubicBezTo>
                    <a:cubicBezTo>
                      <a:pt x="8" y="26"/>
                      <a:pt x="12" y="27"/>
                      <a:pt x="20" y="33"/>
                    </a:cubicBezTo>
                    <a:cubicBezTo>
                      <a:pt x="22" y="33"/>
                      <a:pt x="25" y="34"/>
                      <a:pt x="28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7" name="Freeform 451">
                <a:extLst>
                  <a:ext uri="{FF2B5EF4-FFF2-40B4-BE49-F238E27FC236}">
                    <a16:creationId xmlns:a16="http://schemas.microsoft.com/office/drawing/2014/main" id="{E5C2EF4A-64B1-4C05-A556-913E54FB1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769"/>
                <a:ext cx="22" cy="24"/>
              </a:xfrm>
              <a:custGeom>
                <a:avLst/>
                <a:gdLst>
                  <a:gd name="T0" fmla="*/ 0 w 9"/>
                  <a:gd name="T1" fmla="*/ 171 h 9"/>
                  <a:gd name="T2" fmla="*/ 132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0" y="4"/>
                      <a:pt x="4" y="1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8" name="Freeform 452">
                <a:extLst>
                  <a:ext uri="{FF2B5EF4-FFF2-40B4-BE49-F238E27FC236}">
                    <a16:creationId xmlns:a16="http://schemas.microsoft.com/office/drawing/2014/main" id="{3C5B4BB0-69CC-42B2-9C52-998139E91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071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3" y="1"/>
                      <a:pt x="8" y="0"/>
                      <a:pt x="12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9" name="Freeform 453">
                <a:extLst>
                  <a:ext uri="{FF2B5EF4-FFF2-40B4-BE49-F238E27FC236}">
                    <a16:creationId xmlns:a16="http://schemas.microsoft.com/office/drawing/2014/main" id="{9DDB0A80-2679-4734-8FC9-51A441D51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37"/>
                <a:ext cx="85" cy="88"/>
              </a:xfrm>
              <a:custGeom>
                <a:avLst/>
                <a:gdLst>
                  <a:gd name="T0" fmla="*/ 438 w 34"/>
                  <a:gd name="T1" fmla="*/ 77 h 33"/>
                  <a:gd name="T2" fmla="*/ 313 w 34"/>
                  <a:gd name="T3" fmla="*/ 56 h 33"/>
                  <a:gd name="T4" fmla="*/ 158 w 34"/>
                  <a:gd name="T5" fmla="*/ 0 h 33"/>
                  <a:gd name="T6" fmla="*/ 20 w 34"/>
                  <a:gd name="T7" fmla="*/ 248 h 33"/>
                  <a:gd name="T8" fmla="*/ 145 w 34"/>
                  <a:gd name="T9" fmla="*/ 435 h 33"/>
                  <a:gd name="T10" fmla="*/ 395 w 34"/>
                  <a:gd name="T11" fmla="*/ 605 h 33"/>
                  <a:gd name="T12" fmla="*/ 520 w 34"/>
                  <a:gd name="T13" fmla="*/ 491 h 33"/>
                  <a:gd name="T14" fmla="*/ 470 w 34"/>
                  <a:gd name="T15" fmla="*/ 248 h 33"/>
                  <a:gd name="T16" fmla="*/ 438 w 34"/>
                  <a:gd name="T17" fmla="*/ 77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3">
                    <a:moveTo>
                      <a:pt x="28" y="4"/>
                    </a:moveTo>
                    <a:cubicBezTo>
                      <a:pt x="26" y="4"/>
                      <a:pt x="23" y="4"/>
                      <a:pt x="20" y="3"/>
                    </a:cubicBezTo>
                    <a:cubicBezTo>
                      <a:pt x="17" y="3"/>
                      <a:pt x="13" y="2"/>
                      <a:pt x="10" y="0"/>
                    </a:cubicBezTo>
                    <a:cubicBezTo>
                      <a:pt x="5" y="2"/>
                      <a:pt x="0" y="8"/>
                      <a:pt x="1" y="13"/>
                    </a:cubicBezTo>
                    <a:cubicBezTo>
                      <a:pt x="2" y="17"/>
                      <a:pt x="7" y="21"/>
                      <a:pt x="9" y="23"/>
                    </a:cubicBezTo>
                    <a:cubicBezTo>
                      <a:pt x="13" y="26"/>
                      <a:pt x="21" y="33"/>
                      <a:pt x="25" y="32"/>
                    </a:cubicBezTo>
                    <a:cubicBezTo>
                      <a:pt x="29" y="31"/>
                      <a:pt x="32" y="30"/>
                      <a:pt x="33" y="26"/>
                    </a:cubicBezTo>
                    <a:cubicBezTo>
                      <a:pt x="34" y="22"/>
                      <a:pt x="31" y="16"/>
                      <a:pt x="30" y="13"/>
                    </a:cubicBezTo>
                    <a:cubicBezTo>
                      <a:pt x="30" y="11"/>
                      <a:pt x="29" y="8"/>
                      <a:pt x="28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0" name="Freeform 454">
                <a:extLst>
                  <a:ext uri="{FF2B5EF4-FFF2-40B4-BE49-F238E27FC236}">
                    <a16:creationId xmlns:a16="http://schemas.microsoft.com/office/drawing/2014/main" id="{1B2471E3-D10B-4050-8FE4-33EB5ACDA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943"/>
                <a:ext cx="75" cy="101"/>
              </a:xfrm>
              <a:custGeom>
                <a:avLst/>
                <a:gdLst>
                  <a:gd name="T0" fmla="*/ 425 w 30"/>
                  <a:gd name="T1" fmla="*/ 226 h 38"/>
                  <a:gd name="T2" fmla="*/ 175 w 30"/>
                  <a:gd name="T3" fmla="*/ 0 h 38"/>
                  <a:gd name="T4" fmla="*/ 33 w 30"/>
                  <a:gd name="T5" fmla="*/ 114 h 38"/>
                  <a:gd name="T6" fmla="*/ 50 w 30"/>
                  <a:gd name="T7" fmla="*/ 205 h 38"/>
                  <a:gd name="T8" fmla="*/ 95 w 30"/>
                  <a:gd name="T9" fmla="*/ 452 h 38"/>
                  <a:gd name="T10" fmla="*/ 0 w 30"/>
                  <a:gd name="T11" fmla="*/ 566 h 38"/>
                  <a:gd name="T12" fmla="*/ 33 w 30"/>
                  <a:gd name="T13" fmla="*/ 635 h 38"/>
                  <a:gd name="T14" fmla="*/ 250 w 30"/>
                  <a:gd name="T15" fmla="*/ 622 h 38"/>
                  <a:gd name="T16" fmla="*/ 425 w 30"/>
                  <a:gd name="T17" fmla="*/ 409 h 38"/>
                  <a:gd name="T18" fmla="*/ 425 w 30"/>
                  <a:gd name="T19" fmla="*/ 226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38">
                    <a:moveTo>
                      <a:pt x="27" y="12"/>
                    </a:moveTo>
                    <a:cubicBezTo>
                      <a:pt x="24" y="6"/>
                      <a:pt x="18" y="0"/>
                      <a:pt x="11" y="0"/>
                    </a:cubicBezTo>
                    <a:cubicBezTo>
                      <a:pt x="7" y="0"/>
                      <a:pt x="4" y="2"/>
                      <a:pt x="2" y="6"/>
                    </a:cubicBezTo>
                    <a:cubicBezTo>
                      <a:pt x="3" y="8"/>
                      <a:pt x="3" y="10"/>
                      <a:pt x="3" y="11"/>
                    </a:cubicBezTo>
                    <a:cubicBezTo>
                      <a:pt x="4" y="14"/>
                      <a:pt x="7" y="20"/>
                      <a:pt x="6" y="24"/>
                    </a:cubicBezTo>
                    <a:cubicBezTo>
                      <a:pt x="5" y="27"/>
                      <a:pt x="3" y="29"/>
                      <a:pt x="0" y="30"/>
                    </a:cubicBezTo>
                    <a:cubicBezTo>
                      <a:pt x="0" y="32"/>
                      <a:pt x="1" y="33"/>
                      <a:pt x="2" y="34"/>
                    </a:cubicBezTo>
                    <a:cubicBezTo>
                      <a:pt x="6" y="36"/>
                      <a:pt x="11" y="38"/>
                      <a:pt x="16" y="33"/>
                    </a:cubicBezTo>
                    <a:cubicBezTo>
                      <a:pt x="19" y="30"/>
                      <a:pt x="24" y="26"/>
                      <a:pt x="27" y="22"/>
                    </a:cubicBezTo>
                    <a:cubicBezTo>
                      <a:pt x="27" y="22"/>
                      <a:pt x="30" y="19"/>
                      <a:pt x="27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1" name="Freeform 455">
                <a:extLst>
                  <a:ext uri="{FF2B5EF4-FFF2-40B4-BE49-F238E27FC236}">
                    <a16:creationId xmlns:a16="http://schemas.microsoft.com/office/drawing/2014/main" id="{8AC7FF4F-2477-4072-B081-1994C428F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59"/>
                <a:ext cx="23" cy="13"/>
              </a:xfrm>
              <a:custGeom>
                <a:avLst/>
                <a:gdLst>
                  <a:gd name="T0" fmla="*/ 151 w 9"/>
                  <a:gd name="T1" fmla="*/ 0 h 5"/>
                  <a:gd name="T2" fmla="*/ 51 w 9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7" y="0"/>
                      <a:pt x="0" y="3"/>
                      <a:pt x="3" y="5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2" name="Freeform 456">
                <a:extLst>
                  <a:ext uri="{FF2B5EF4-FFF2-40B4-BE49-F238E27FC236}">
                    <a16:creationId xmlns:a16="http://schemas.microsoft.com/office/drawing/2014/main" id="{A8F74630-B94E-46F7-B2B1-641C920B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951"/>
                <a:ext cx="17" cy="29"/>
              </a:xfrm>
              <a:custGeom>
                <a:avLst/>
                <a:gdLst>
                  <a:gd name="T0" fmla="*/ 41 w 7"/>
                  <a:gd name="T1" fmla="*/ 0 h 11"/>
                  <a:gd name="T2" fmla="*/ 0 w 7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7" y="6"/>
                      <a:pt x="3" y="6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3" name="Freeform 457">
                <a:extLst>
                  <a:ext uri="{FF2B5EF4-FFF2-40B4-BE49-F238E27FC236}">
                    <a16:creationId xmlns:a16="http://schemas.microsoft.com/office/drawing/2014/main" id="{A5065756-6CD8-4E6D-A7A6-93C5F6EF0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012"/>
                <a:ext cx="25" cy="11"/>
              </a:xfrm>
              <a:custGeom>
                <a:avLst/>
                <a:gdLst>
                  <a:gd name="T0" fmla="*/ 0 w 10"/>
                  <a:gd name="T1" fmla="*/ 0 h 4"/>
                  <a:gd name="T2" fmla="*/ 113 w 10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2" y="0"/>
                      <a:pt x="10" y="1"/>
                      <a:pt x="7" y="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4" name="Freeform 458">
                <a:extLst>
                  <a:ext uri="{FF2B5EF4-FFF2-40B4-BE49-F238E27FC236}">
                    <a16:creationId xmlns:a16="http://schemas.microsoft.com/office/drawing/2014/main" id="{C009F82D-0996-409B-99DA-EBE18B0B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183"/>
                <a:ext cx="52" cy="93"/>
              </a:xfrm>
              <a:custGeom>
                <a:avLst/>
                <a:gdLst>
                  <a:gd name="T0" fmla="*/ 42 w 21"/>
                  <a:gd name="T1" fmla="*/ 523 h 35"/>
                  <a:gd name="T2" fmla="*/ 228 w 21"/>
                  <a:gd name="T3" fmla="*/ 601 h 35"/>
                  <a:gd name="T4" fmla="*/ 319 w 21"/>
                  <a:gd name="T5" fmla="*/ 319 h 35"/>
                  <a:gd name="T6" fmla="*/ 275 w 21"/>
                  <a:gd name="T7" fmla="*/ 93 h 35"/>
                  <a:gd name="T8" fmla="*/ 166 w 21"/>
                  <a:gd name="T9" fmla="*/ 35 h 35"/>
                  <a:gd name="T10" fmla="*/ 12 w 21"/>
                  <a:gd name="T11" fmla="*/ 340 h 35"/>
                  <a:gd name="T12" fmla="*/ 42 w 21"/>
                  <a:gd name="T13" fmla="*/ 523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5">
                    <a:moveTo>
                      <a:pt x="3" y="28"/>
                    </a:moveTo>
                    <a:cubicBezTo>
                      <a:pt x="6" y="32"/>
                      <a:pt x="8" y="35"/>
                      <a:pt x="15" y="32"/>
                    </a:cubicBezTo>
                    <a:cubicBezTo>
                      <a:pt x="21" y="29"/>
                      <a:pt x="20" y="23"/>
                      <a:pt x="21" y="17"/>
                    </a:cubicBezTo>
                    <a:cubicBezTo>
                      <a:pt x="21" y="11"/>
                      <a:pt x="21" y="9"/>
                      <a:pt x="18" y="5"/>
                    </a:cubicBezTo>
                    <a:cubicBezTo>
                      <a:pt x="16" y="1"/>
                      <a:pt x="13" y="0"/>
                      <a:pt x="11" y="2"/>
                    </a:cubicBezTo>
                    <a:cubicBezTo>
                      <a:pt x="8" y="3"/>
                      <a:pt x="2" y="14"/>
                      <a:pt x="1" y="18"/>
                    </a:cubicBezTo>
                    <a:cubicBezTo>
                      <a:pt x="0" y="22"/>
                      <a:pt x="0" y="24"/>
                      <a:pt x="3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5" name="Freeform 459">
                <a:extLst>
                  <a:ext uri="{FF2B5EF4-FFF2-40B4-BE49-F238E27FC236}">
                    <a16:creationId xmlns:a16="http://schemas.microsoft.com/office/drawing/2014/main" id="{A95DA400-2939-4791-A8FD-A22765F3B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233"/>
                <a:ext cx="18" cy="19"/>
              </a:xfrm>
              <a:custGeom>
                <a:avLst/>
                <a:gdLst>
                  <a:gd name="T0" fmla="*/ 0 w 7"/>
                  <a:gd name="T1" fmla="*/ 117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5" y="7"/>
                      <a:pt x="4" y="4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6" name="Freeform 460">
                <a:extLst>
                  <a:ext uri="{FF2B5EF4-FFF2-40B4-BE49-F238E27FC236}">
                    <a16:creationId xmlns:a16="http://schemas.microsoft.com/office/drawing/2014/main" id="{FB6F52B1-F2F0-409A-B63E-1B6BABD76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191"/>
                <a:ext cx="62" cy="82"/>
              </a:xfrm>
              <a:custGeom>
                <a:avLst/>
                <a:gdLst>
                  <a:gd name="T0" fmla="*/ 12 w 25"/>
                  <a:gd name="T1" fmla="*/ 132 h 31"/>
                  <a:gd name="T2" fmla="*/ 12 w 25"/>
                  <a:gd name="T3" fmla="*/ 259 h 31"/>
                  <a:gd name="T4" fmla="*/ 0 w 25"/>
                  <a:gd name="T5" fmla="*/ 426 h 31"/>
                  <a:gd name="T6" fmla="*/ 166 w 25"/>
                  <a:gd name="T7" fmla="*/ 540 h 31"/>
                  <a:gd name="T8" fmla="*/ 290 w 25"/>
                  <a:gd name="T9" fmla="*/ 370 h 31"/>
                  <a:gd name="T10" fmla="*/ 370 w 25"/>
                  <a:gd name="T11" fmla="*/ 111 h 31"/>
                  <a:gd name="T12" fmla="*/ 278 w 25"/>
                  <a:gd name="T13" fmla="*/ 0 h 31"/>
                  <a:gd name="T14" fmla="*/ 104 w 25"/>
                  <a:gd name="T15" fmla="*/ 77 h 31"/>
                  <a:gd name="T16" fmla="*/ 12 w 25"/>
                  <a:gd name="T17" fmla="*/ 132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1">
                    <a:moveTo>
                      <a:pt x="1" y="7"/>
                    </a:moveTo>
                    <a:cubicBezTo>
                      <a:pt x="1" y="9"/>
                      <a:pt x="1" y="11"/>
                      <a:pt x="1" y="14"/>
                    </a:cubicBezTo>
                    <a:cubicBezTo>
                      <a:pt x="1" y="17"/>
                      <a:pt x="1" y="20"/>
                      <a:pt x="0" y="23"/>
                    </a:cubicBezTo>
                    <a:cubicBezTo>
                      <a:pt x="2" y="27"/>
                      <a:pt x="7" y="31"/>
                      <a:pt x="11" y="29"/>
                    </a:cubicBezTo>
                    <a:cubicBezTo>
                      <a:pt x="14" y="28"/>
                      <a:pt x="17" y="23"/>
                      <a:pt x="19" y="20"/>
                    </a:cubicBezTo>
                    <a:cubicBezTo>
                      <a:pt x="21" y="17"/>
                      <a:pt x="25" y="9"/>
                      <a:pt x="24" y="6"/>
                    </a:cubicBezTo>
                    <a:cubicBezTo>
                      <a:pt x="23" y="3"/>
                      <a:pt x="21" y="0"/>
                      <a:pt x="18" y="0"/>
                    </a:cubicBezTo>
                    <a:cubicBezTo>
                      <a:pt x="15" y="0"/>
                      <a:pt x="10" y="3"/>
                      <a:pt x="7" y="4"/>
                    </a:cubicBezTo>
                    <a:cubicBezTo>
                      <a:pt x="6" y="5"/>
                      <a:pt x="3" y="6"/>
                      <a:pt x="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7" name="Freeform 461">
                <a:extLst>
                  <a:ext uri="{FF2B5EF4-FFF2-40B4-BE49-F238E27FC236}">
                    <a16:creationId xmlns:a16="http://schemas.microsoft.com/office/drawing/2014/main" id="{9B4E28ED-D863-4BEA-BE53-3AB45ECC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241"/>
                <a:ext cx="15" cy="19"/>
              </a:xfrm>
              <a:custGeom>
                <a:avLst/>
                <a:gdLst>
                  <a:gd name="T0" fmla="*/ 0 w 6"/>
                  <a:gd name="T1" fmla="*/ 0 h 7"/>
                  <a:gd name="T2" fmla="*/ 95 w 6"/>
                  <a:gd name="T3" fmla="*/ 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1"/>
                      <a:pt x="4" y="7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8" name="Freeform 462">
                <a:extLst>
                  <a:ext uri="{FF2B5EF4-FFF2-40B4-BE49-F238E27FC236}">
                    <a16:creationId xmlns:a16="http://schemas.microsoft.com/office/drawing/2014/main" id="{1A242AC2-381A-48CB-8370-C3790CF85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919"/>
                <a:ext cx="93" cy="90"/>
              </a:xfrm>
              <a:custGeom>
                <a:avLst/>
                <a:gdLst>
                  <a:gd name="T0" fmla="*/ 347 w 37"/>
                  <a:gd name="T1" fmla="*/ 77 h 34"/>
                  <a:gd name="T2" fmla="*/ 96 w 37"/>
                  <a:gd name="T3" fmla="*/ 183 h 34"/>
                  <a:gd name="T4" fmla="*/ 96 w 37"/>
                  <a:gd name="T5" fmla="*/ 498 h 34"/>
                  <a:gd name="T6" fmla="*/ 221 w 37"/>
                  <a:gd name="T7" fmla="*/ 630 h 34"/>
                  <a:gd name="T8" fmla="*/ 460 w 37"/>
                  <a:gd name="T9" fmla="*/ 463 h 34"/>
                  <a:gd name="T10" fmla="*/ 347 w 37"/>
                  <a:gd name="T11" fmla="*/ 77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4">
                    <a:moveTo>
                      <a:pt x="22" y="4"/>
                    </a:moveTo>
                    <a:cubicBezTo>
                      <a:pt x="16" y="5"/>
                      <a:pt x="10" y="7"/>
                      <a:pt x="6" y="10"/>
                    </a:cubicBezTo>
                    <a:cubicBezTo>
                      <a:pt x="0" y="15"/>
                      <a:pt x="3" y="22"/>
                      <a:pt x="6" y="27"/>
                    </a:cubicBezTo>
                    <a:cubicBezTo>
                      <a:pt x="8" y="30"/>
                      <a:pt x="9" y="34"/>
                      <a:pt x="14" y="34"/>
                    </a:cubicBezTo>
                    <a:cubicBezTo>
                      <a:pt x="19" y="34"/>
                      <a:pt x="25" y="28"/>
                      <a:pt x="29" y="25"/>
                    </a:cubicBezTo>
                    <a:cubicBezTo>
                      <a:pt x="37" y="16"/>
                      <a:pt x="35" y="0"/>
                      <a:pt x="22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9" name="Freeform 463">
                <a:extLst>
                  <a:ext uri="{FF2B5EF4-FFF2-40B4-BE49-F238E27FC236}">
                    <a16:creationId xmlns:a16="http://schemas.microsoft.com/office/drawing/2014/main" id="{BFCA721C-252D-4B84-B8DB-12FCFD5E4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961"/>
                <a:ext cx="22" cy="43"/>
              </a:xfrm>
              <a:custGeom>
                <a:avLst/>
                <a:gdLst>
                  <a:gd name="T0" fmla="*/ 12 w 9"/>
                  <a:gd name="T1" fmla="*/ 0 h 16"/>
                  <a:gd name="T2" fmla="*/ 132 w 9"/>
                  <a:gd name="T3" fmla="*/ 2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1" y="0"/>
                    </a:moveTo>
                    <a:cubicBezTo>
                      <a:pt x="0" y="4"/>
                      <a:pt x="5" y="16"/>
                      <a:pt x="9" y="12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0" name="Freeform 464">
                <a:extLst>
                  <a:ext uri="{FF2B5EF4-FFF2-40B4-BE49-F238E27FC236}">
                    <a16:creationId xmlns:a16="http://schemas.microsoft.com/office/drawing/2014/main" id="{C4BF0686-B50D-4EF4-94DF-EFC9655C4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23"/>
                <a:ext cx="93" cy="98"/>
              </a:xfrm>
              <a:custGeom>
                <a:avLst/>
                <a:gdLst>
                  <a:gd name="T0" fmla="*/ 410 w 37"/>
                  <a:gd name="T1" fmla="*/ 21 h 37"/>
                  <a:gd name="T2" fmla="*/ 568 w 37"/>
                  <a:gd name="T3" fmla="*/ 132 h 37"/>
                  <a:gd name="T4" fmla="*/ 588 w 37"/>
                  <a:gd name="T5" fmla="*/ 238 h 37"/>
                  <a:gd name="T6" fmla="*/ 334 w 37"/>
                  <a:gd name="T7" fmla="*/ 689 h 37"/>
                  <a:gd name="T8" fmla="*/ 33 w 37"/>
                  <a:gd name="T9" fmla="*/ 429 h 37"/>
                  <a:gd name="T10" fmla="*/ 410 w 37"/>
                  <a:gd name="T11" fmla="*/ 2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7">
                    <a:moveTo>
                      <a:pt x="26" y="1"/>
                    </a:moveTo>
                    <a:cubicBezTo>
                      <a:pt x="29" y="2"/>
                      <a:pt x="33" y="4"/>
                      <a:pt x="36" y="7"/>
                    </a:cubicBezTo>
                    <a:cubicBezTo>
                      <a:pt x="37" y="8"/>
                      <a:pt x="37" y="11"/>
                      <a:pt x="37" y="13"/>
                    </a:cubicBezTo>
                    <a:cubicBezTo>
                      <a:pt x="35" y="21"/>
                      <a:pt x="31" y="37"/>
                      <a:pt x="21" y="37"/>
                    </a:cubicBezTo>
                    <a:cubicBezTo>
                      <a:pt x="10" y="37"/>
                      <a:pt x="0" y="30"/>
                      <a:pt x="2" y="23"/>
                    </a:cubicBezTo>
                    <a:cubicBezTo>
                      <a:pt x="5" y="16"/>
                      <a:pt x="20" y="0"/>
                      <a:pt x="2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1" name="Freeform 465">
                <a:extLst>
                  <a:ext uri="{FF2B5EF4-FFF2-40B4-BE49-F238E27FC236}">
                    <a16:creationId xmlns:a16="http://schemas.microsoft.com/office/drawing/2014/main" id="{06DAD767-8DF9-4553-AFDB-3CEA59FAA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004"/>
                <a:ext cx="75" cy="85"/>
              </a:xfrm>
              <a:custGeom>
                <a:avLst/>
                <a:gdLst>
                  <a:gd name="T0" fmla="*/ 208 w 30"/>
                  <a:gd name="T1" fmla="*/ 566 h 32"/>
                  <a:gd name="T2" fmla="*/ 470 w 30"/>
                  <a:gd name="T3" fmla="*/ 205 h 32"/>
                  <a:gd name="T4" fmla="*/ 333 w 30"/>
                  <a:gd name="T5" fmla="*/ 21 h 32"/>
                  <a:gd name="T6" fmla="*/ 125 w 30"/>
                  <a:gd name="T7" fmla="*/ 191 h 32"/>
                  <a:gd name="T8" fmla="*/ 50 w 30"/>
                  <a:gd name="T9" fmla="*/ 465 h 32"/>
                  <a:gd name="T10" fmla="*/ 208 w 30"/>
                  <a:gd name="T11" fmla="*/ 600 h 32"/>
                  <a:gd name="T12" fmla="*/ 208 w 30"/>
                  <a:gd name="T13" fmla="*/ 56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13" y="30"/>
                    </a:moveTo>
                    <a:cubicBezTo>
                      <a:pt x="15" y="25"/>
                      <a:pt x="23" y="16"/>
                      <a:pt x="30" y="11"/>
                    </a:cubicBezTo>
                    <a:cubicBezTo>
                      <a:pt x="28" y="7"/>
                      <a:pt x="26" y="0"/>
                      <a:pt x="21" y="1"/>
                    </a:cubicBezTo>
                    <a:cubicBezTo>
                      <a:pt x="15" y="1"/>
                      <a:pt x="11" y="6"/>
                      <a:pt x="8" y="10"/>
                    </a:cubicBezTo>
                    <a:cubicBezTo>
                      <a:pt x="5" y="14"/>
                      <a:pt x="0" y="20"/>
                      <a:pt x="3" y="25"/>
                    </a:cubicBezTo>
                    <a:cubicBezTo>
                      <a:pt x="5" y="27"/>
                      <a:pt x="9" y="30"/>
                      <a:pt x="13" y="32"/>
                    </a:cubicBezTo>
                    <a:cubicBezTo>
                      <a:pt x="13" y="31"/>
                      <a:pt x="13" y="31"/>
                      <a:pt x="13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2" name="Freeform 466">
                <a:extLst>
                  <a:ext uri="{FF2B5EF4-FFF2-40B4-BE49-F238E27FC236}">
                    <a16:creationId xmlns:a16="http://schemas.microsoft.com/office/drawing/2014/main" id="{C762B930-6286-4AB0-B3D3-3979043C2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87"/>
                <a:ext cx="30" cy="13"/>
              </a:xfrm>
              <a:custGeom>
                <a:avLst/>
                <a:gdLst>
                  <a:gd name="T0" fmla="*/ 0 w 12"/>
                  <a:gd name="T1" fmla="*/ 0 h 5"/>
                  <a:gd name="T2" fmla="*/ 188 w 1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1" y="4"/>
                      <a:pt x="9" y="5"/>
                      <a:pt x="12" y="5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3" name="Freeform 467">
                <a:extLst>
                  <a:ext uri="{FF2B5EF4-FFF2-40B4-BE49-F238E27FC236}">
                    <a16:creationId xmlns:a16="http://schemas.microsoft.com/office/drawing/2014/main" id="{68530EAB-E39E-4A40-8502-5E12BAB45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977"/>
                <a:ext cx="83" cy="75"/>
              </a:xfrm>
              <a:custGeom>
                <a:avLst/>
                <a:gdLst>
                  <a:gd name="T0" fmla="*/ 475 w 33"/>
                  <a:gd name="T1" fmla="*/ 78 h 28"/>
                  <a:gd name="T2" fmla="*/ 63 w 33"/>
                  <a:gd name="T3" fmla="*/ 78 h 28"/>
                  <a:gd name="T4" fmla="*/ 63 w 33"/>
                  <a:gd name="T5" fmla="*/ 78 h 28"/>
                  <a:gd name="T6" fmla="*/ 83 w 33"/>
                  <a:gd name="T7" fmla="*/ 150 h 28"/>
                  <a:gd name="T8" fmla="*/ 0 w 33"/>
                  <a:gd name="T9" fmla="*/ 308 h 28"/>
                  <a:gd name="T10" fmla="*/ 0 w 33"/>
                  <a:gd name="T11" fmla="*/ 329 h 28"/>
                  <a:gd name="T12" fmla="*/ 397 w 33"/>
                  <a:gd name="T13" fmla="*/ 479 h 28"/>
                  <a:gd name="T14" fmla="*/ 475 w 33"/>
                  <a:gd name="T15" fmla="*/ 7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8">
                    <a:moveTo>
                      <a:pt x="30" y="4"/>
                    </a:moveTo>
                    <a:cubicBezTo>
                      <a:pt x="26" y="0"/>
                      <a:pt x="14" y="1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11"/>
                      <a:pt x="3" y="14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1"/>
                      <a:pt x="18" y="28"/>
                      <a:pt x="25" y="25"/>
                    </a:cubicBezTo>
                    <a:cubicBezTo>
                      <a:pt x="32" y="21"/>
                      <a:pt x="33" y="8"/>
                      <a:pt x="3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4" name="Freeform 468">
                <a:extLst>
                  <a:ext uri="{FF2B5EF4-FFF2-40B4-BE49-F238E27FC236}">
                    <a16:creationId xmlns:a16="http://schemas.microsoft.com/office/drawing/2014/main" id="{F6CE03BF-D184-483C-831B-BD7FDC4BE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991"/>
                <a:ext cx="75" cy="88"/>
              </a:xfrm>
              <a:custGeom>
                <a:avLst/>
                <a:gdLst>
                  <a:gd name="T0" fmla="*/ 300 w 30"/>
                  <a:gd name="T1" fmla="*/ 0 h 33"/>
                  <a:gd name="T2" fmla="*/ 158 w 30"/>
                  <a:gd name="T3" fmla="*/ 77 h 33"/>
                  <a:gd name="T4" fmla="*/ 33 w 30"/>
                  <a:gd name="T5" fmla="*/ 115 h 33"/>
                  <a:gd name="T6" fmla="*/ 20 w 30"/>
                  <a:gd name="T7" fmla="*/ 285 h 33"/>
                  <a:gd name="T8" fmla="*/ 0 w 30"/>
                  <a:gd name="T9" fmla="*/ 341 h 33"/>
                  <a:gd name="T10" fmla="*/ 158 w 30"/>
                  <a:gd name="T11" fmla="*/ 627 h 33"/>
                  <a:gd name="T12" fmla="*/ 158 w 30"/>
                  <a:gd name="T13" fmla="*/ 627 h 33"/>
                  <a:gd name="T14" fmla="*/ 363 w 30"/>
                  <a:gd name="T15" fmla="*/ 419 h 33"/>
                  <a:gd name="T16" fmla="*/ 470 w 30"/>
                  <a:gd name="T17" fmla="*/ 205 h 33"/>
                  <a:gd name="T18" fmla="*/ 300 w 30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33">
                    <a:moveTo>
                      <a:pt x="19" y="0"/>
                    </a:moveTo>
                    <a:cubicBezTo>
                      <a:pt x="17" y="2"/>
                      <a:pt x="13" y="3"/>
                      <a:pt x="10" y="4"/>
                    </a:cubicBezTo>
                    <a:cubicBezTo>
                      <a:pt x="6" y="5"/>
                      <a:pt x="4" y="6"/>
                      <a:pt x="2" y="6"/>
                    </a:cubicBezTo>
                    <a:cubicBezTo>
                      <a:pt x="1" y="10"/>
                      <a:pt x="1" y="13"/>
                      <a:pt x="1" y="15"/>
                    </a:cubicBezTo>
                    <a:cubicBezTo>
                      <a:pt x="1" y="16"/>
                      <a:pt x="0" y="17"/>
                      <a:pt x="0" y="18"/>
                    </a:cubicBezTo>
                    <a:cubicBezTo>
                      <a:pt x="5" y="21"/>
                      <a:pt x="7" y="28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4" y="32"/>
                      <a:pt x="21" y="25"/>
                      <a:pt x="23" y="22"/>
                    </a:cubicBezTo>
                    <a:cubicBezTo>
                      <a:pt x="26" y="19"/>
                      <a:pt x="30" y="14"/>
                      <a:pt x="30" y="11"/>
                    </a:cubicBezTo>
                    <a:cubicBezTo>
                      <a:pt x="30" y="5"/>
                      <a:pt x="24" y="1"/>
                      <a:pt x="19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5" name="Freeform 469">
                <a:extLst>
                  <a:ext uri="{FF2B5EF4-FFF2-40B4-BE49-F238E27FC236}">
                    <a16:creationId xmlns:a16="http://schemas.microsoft.com/office/drawing/2014/main" id="{0BD89105-8709-4829-8C7D-480BD23F3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999"/>
                <a:ext cx="8" cy="29"/>
              </a:xfrm>
              <a:custGeom>
                <a:avLst/>
                <a:gdLst>
                  <a:gd name="T0" fmla="*/ 0 w 3"/>
                  <a:gd name="T1" fmla="*/ 0 h 11"/>
                  <a:gd name="T2" fmla="*/ 0 w 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3" y="2"/>
                      <a:pt x="1" y="9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6" name="Freeform 470">
                <a:extLst>
                  <a:ext uri="{FF2B5EF4-FFF2-40B4-BE49-F238E27FC236}">
                    <a16:creationId xmlns:a16="http://schemas.microsoft.com/office/drawing/2014/main" id="{46D41FFE-59C7-4F17-86F4-9EE9C06C3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844"/>
                <a:ext cx="88" cy="80"/>
              </a:xfrm>
              <a:custGeom>
                <a:avLst/>
                <a:gdLst>
                  <a:gd name="T0" fmla="*/ 50 w 35"/>
                  <a:gd name="T1" fmla="*/ 307 h 30"/>
                  <a:gd name="T2" fmla="*/ 272 w 35"/>
                  <a:gd name="T3" fmla="*/ 547 h 30"/>
                  <a:gd name="T4" fmla="*/ 505 w 35"/>
                  <a:gd name="T5" fmla="*/ 115 h 30"/>
                  <a:gd name="T6" fmla="*/ 380 w 35"/>
                  <a:gd name="T7" fmla="*/ 0 h 30"/>
                  <a:gd name="T8" fmla="*/ 50 w 35"/>
                  <a:gd name="T9" fmla="*/ 30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3" y="16"/>
                    </a:moveTo>
                    <a:cubicBezTo>
                      <a:pt x="4" y="20"/>
                      <a:pt x="10" y="28"/>
                      <a:pt x="17" y="29"/>
                    </a:cubicBezTo>
                    <a:cubicBezTo>
                      <a:pt x="23" y="30"/>
                      <a:pt x="35" y="12"/>
                      <a:pt x="32" y="6"/>
                    </a:cubicBezTo>
                    <a:cubicBezTo>
                      <a:pt x="29" y="0"/>
                      <a:pt x="26" y="0"/>
                      <a:pt x="24" y="0"/>
                    </a:cubicBezTo>
                    <a:cubicBezTo>
                      <a:pt x="21" y="0"/>
                      <a:pt x="0" y="8"/>
                      <a:pt x="3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7" name="Freeform 471">
                <a:extLst>
                  <a:ext uri="{FF2B5EF4-FFF2-40B4-BE49-F238E27FC236}">
                    <a16:creationId xmlns:a16="http://schemas.microsoft.com/office/drawing/2014/main" id="{BACA95BC-61B9-4C11-B3EC-D20A573F1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884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151 w 9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5"/>
                      <a:pt x="8" y="8"/>
                      <a:pt x="9" y="9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8" name="Freeform 472">
                <a:extLst>
                  <a:ext uri="{FF2B5EF4-FFF2-40B4-BE49-F238E27FC236}">
                    <a16:creationId xmlns:a16="http://schemas.microsoft.com/office/drawing/2014/main" id="{086049B6-6095-4D79-AC6A-9568085B4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073"/>
                <a:ext cx="88" cy="78"/>
              </a:xfrm>
              <a:custGeom>
                <a:avLst/>
                <a:gdLst>
                  <a:gd name="T0" fmla="*/ 334 w 35"/>
                  <a:gd name="T1" fmla="*/ 543 h 29"/>
                  <a:gd name="T2" fmla="*/ 493 w 35"/>
                  <a:gd name="T3" fmla="*/ 449 h 29"/>
                  <a:gd name="T4" fmla="*/ 525 w 35"/>
                  <a:gd name="T5" fmla="*/ 159 h 29"/>
                  <a:gd name="T6" fmla="*/ 334 w 35"/>
                  <a:gd name="T7" fmla="*/ 35 h 29"/>
                  <a:gd name="T8" fmla="*/ 63 w 35"/>
                  <a:gd name="T9" fmla="*/ 81 h 29"/>
                  <a:gd name="T10" fmla="*/ 50 w 35"/>
                  <a:gd name="T11" fmla="*/ 368 h 29"/>
                  <a:gd name="T12" fmla="*/ 334 w 35"/>
                  <a:gd name="T13" fmla="*/ 54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9">
                    <a:moveTo>
                      <a:pt x="21" y="28"/>
                    </a:moveTo>
                    <a:cubicBezTo>
                      <a:pt x="29" y="29"/>
                      <a:pt x="29" y="28"/>
                      <a:pt x="31" y="23"/>
                    </a:cubicBezTo>
                    <a:cubicBezTo>
                      <a:pt x="33" y="19"/>
                      <a:pt x="35" y="10"/>
                      <a:pt x="33" y="8"/>
                    </a:cubicBezTo>
                    <a:cubicBezTo>
                      <a:pt x="31" y="6"/>
                      <a:pt x="27" y="3"/>
                      <a:pt x="21" y="2"/>
                    </a:cubicBezTo>
                    <a:cubicBezTo>
                      <a:pt x="16" y="1"/>
                      <a:pt x="9" y="0"/>
                      <a:pt x="4" y="4"/>
                    </a:cubicBezTo>
                    <a:cubicBezTo>
                      <a:pt x="0" y="8"/>
                      <a:pt x="0" y="15"/>
                      <a:pt x="3" y="19"/>
                    </a:cubicBezTo>
                    <a:cubicBezTo>
                      <a:pt x="7" y="23"/>
                      <a:pt x="14" y="26"/>
                      <a:pt x="2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9" name="Freeform 473">
                <a:extLst>
                  <a:ext uri="{FF2B5EF4-FFF2-40B4-BE49-F238E27FC236}">
                    <a16:creationId xmlns:a16="http://schemas.microsoft.com/office/drawing/2014/main" id="{8840132E-7910-4D80-AE04-0B818DFB6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105"/>
                <a:ext cx="10" cy="27"/>
              </a:xfrm>
              <a:custGeom>
                <a:avLst/>
                <a:gdLst>
                  <a:gd name="T0" fmla="*/ 0 w 4"/>
                  <a:gd name="T1" fmla="*/ 197 h 10"/>
                  <a:gd name="T2" fmla="*/ 63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3" y="10"/>
                      <a:pt x="4" y="3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0" name="Freeform 474">
                <a:extLst>
                  <a:ext uri="{FF2B5EF4-FFF2-40B4-BE49-F238E27FC236}">
                    <a16:creationId xmlns:a16="http://schemas.microsoft.com/office/drawing/2014/main" id="{C8183AB5-67C9-4946-ADB4-684E9F7AC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124"/>
                <a:ext cx="90" cy="88"/>
              </a:xfrm>
              <a:custGeom>
                <a:avLst/>
                <a:gdLst>
                  <a:gd name="T0" fmla="*/ 533 w 36"/>
                  <a:gd name="T1" fmla="*/ 171 h 33"/>
                  <a:gd name="T2" fmla="*/ 313 w 36"/>
                  <a:gd name="T3" fmla="*/ 21 h 33"/>
                  <a:gd name="T4" fmla="*/ 83 w 36"/>
                  <a:gd name="T5" fmla="*/ 149 h 33"/>
                  <a:gd name="T6" fmla="*/ 83 w 36"/>
                  <a:gd name="T7" fmla="*/ 419 h 33"/>
                  <a:gd name="T8" fmla="*/ 313 w 36"/>
                  <a:gd name="T9" fmla="*/ 547 h 33"/>
                  <a:gd name="T10" fmla="*/ 533 w 36"/>
                  <a:gd name="T11" fmla="*/ 17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3">
                    <a:moveTo>
                      <a:pt x="34" y="9"/>
                    </a:moveTo>
                    <a:cubicBezTo>
                      <a:pt x="30" y="0"/>
                      <a:pt x="26" y="0"/>
                      <a:pt x="20" y="1"/>
                    </a:cubicBezTo>
                    <a:cubicBezTo>
                      <a:pt x="14" y="3"/>
                      <a:pt x="9" y="4"/>
                      <a:pt x="5" y="8"/>
                    </a:cubicBezTo>
                    <a:cubicBezTo>
                      <a:pt x="0" y="13"/>
                      <a:pt x="2" y="18"/>
                      <a:pt x="5" y="22"/>
                    </a:cubicBezTo>
                    <a:cubicBezTo>
                      <a:pt x="7" y="25"/>
                      <a:pt x="15" y="33"/>
                      <a:pt x="20" y="29"/>
                    </a:cubicBezTo>
                    <a:cubicBezTo>
                      <a:pt x="25" y="24"/>
                      <a:pt x="36" y="14"/>
                      <a:pt x="34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1" name="Freeform 475">
                <a:extLst>
                  <a:ext uri="{FF2B5EF4-FFF2-40B4-BE49-F238E27FC236}">
                    <a16:creationId xmlns:a16="http://schemas.microsoft.com/office/drawing/2014/main" id="{993AA82C-849D-4492-B1D5-7AC0DEE1D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164"/>
                <a:ext cx="20" cy="21"/>
              </a:xfrm>
              <a:custGeom>
                <a:avLst/>
                <a:gdLst>
                  <a:gd name="T0" fmla="*/ 125 w 8"/>
                  <a:gd name="T1" fmla="*/ 144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3" y="7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2" name="Freeform 476">
                <a:extLst>
                  <a:ext uri="{FF2B5EF4-FFF2-40B4-BE49-F238E27FC236}">
                    <a16:creationId xmlns:a16="http://schemas.microsoft.com/office/drawing/2014/main" id="{7287D9CF-EAA1-4702-9439-36B533FB8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991"/>
                <a:ext cx="28" cy="18"/>
              </a:xfrm>
              <a:custGeom>
                <a:avLst/>
                <a:gdLst>
                  <a:gd name="T0" fmla="*/ 181 w 11"/>
                  <a:gd name="T1" fmla="*/ 21 h 7"/>
                  <a:gd name="T2" fmla="*/ 0 w 1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1"/>
                    </a:moveTo>
                    <a:cubicBezTo>
                      <a:pt x="6" y="0"/>
                      <a:pt x="1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3" name="Freeform 477">
                <a:extLst>
                  <a:ext uri="{FF2B5EF4-FFF2-40B4-BE49-F238E27FC236}">
                    <a16:creationId xmlns:a16="http://schemas.microsoft.com/office/drawing/2014/main" id="{14024781-E6CD-4B88-B25C-E81D73B5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15"/>
                <a:ext cx="15" cy="32"/>
              </a:xfrm>
              <a:custGeom>
                <a:avLst/>
                <a:gdLst>
                  <a:gd name="T0" fmla="*/ 95 w 6"/>
                  <a:gd name="T1" fmla="*/ 21 h 12"/>
                  <a:gd name="T2" fmla="*/ 0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6" y="1"/>
                    </a:moveTo>
                    <a:cubicBezTo>
                      <a:pt x="1" y="0"/>
                      <a:pt x="1" y="10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4" name="Freeform 478">
                <a:extLst>
                  <a:ext uri="{FF2B5EF4-FFF2-40B4-BE49-F238E27FC236}">
                    <a16:creationId xmlns:a16="http://schemas.microsoft.com/office/drawing/2014/main" id="{9EBEBADC-F954-4B0C-B793-85316F36E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076"/>
                <a:ext cx="17" cy="13"/>
              </a:xfrm>
              <a:custGeom>
                <a:avLst/>
                <a:gdLst>
                  <a:gd name="T0" fmla="*/ 0 w 7"/>
                  <a:gd name="T1" fmla="*/ 0 h 5"/>
                  <a:gd name="T2" fmla="*/ 100 w 7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1" y="3"/>
                      <a:pt x="6" y="5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5" name="Freeform 479">
                <a:extLst>
                  <a:ext uri="{FF2B5EF4-FFF2-40B4-BE49-F238E27FC236}">
                    <a16:creationId xmlns:a16="http://schemas.microsoft.com/office/drawing/2014/main" id="{81B1F2A9-FBCC-48E6-B8CB-EFF38DAE5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047"/>
                <a:ext cx="30" cy="13"/>
              </a:xfrm>
              <a:custGeom>
                <a:avLst/>
                <a:gdLst>
                  <a:gd name="T0" fmla="*/ 0 w 12"/>
                  <a:gd name="T1" fmla="*/ 0 h 5"/>
                  <a:gd name="T2" fmla="*/ 188 w 1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7" y="0"/>
                      <a:pt x="12" y="5"/>
                      <a:pt x="1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6" name="Freeform 480">
                <a:extLst>
                  <a:ext uri="{FF2B5EF4-FFF2-40B4-BE49-F238E27FC236}">
                    <a16:creationId xmlns:a16="http://schemas.microsoft.com/office/drawing/2014/main" id="{354BB784-6D72-4203-A489-AC8D0A624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820"/>
                <a:ext cx="80" cy="85"/>
              </a:xfrm>
              <a:custGeom>
                <a:avLst/>
                <a:gdLst>
                  <a:gd name="T0" fmla="*/ 145 w 32"/>
                  <a:gd name="T1" fmla="*/ 93 h 32"/>
                  <a:gd name="T2" fmla="*/ 33 w 32"/>
                  <a:gd name="T3" fmla="*/ 452 h 32"/>
                  <a:gd name="T4" fmla="*/ 238 w 32"/>
                  <a:gd name="T5" fmla="*/ 566 h 32"/>
                  <a:gd name="T6" fmla="*/ 425 w 32"/>
                  <a:gd name="T7" fmla="*/ 545 h 32"/>
                  <a:gd name="T8" fmla="*/ 488 w 32"/>
                  <a:gd name="T9" fmla="*/ 396 h 32"/>
                  <a:gd name="T10" fmla="*/ 145 w 32"/>
                  <a:gd name="T11" fmla="*/ 9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2">
                    <a:moveTo>
                      <a:pt x="9" y="5"/>
                    </a:moveTo>
                    <a:cubicBezTo>
                      <a:pt x="2" y="11"/>
                      <a:pt x="0" y="20"/>
                      <a:pt x="2" y="24"/>
                    </a:cubicBezTo>
                    <a:cubicBezTo>
                      <a:pt x="3" y="28"/>
                      <a:pt x="9" y="29"/>
                      <a:pt x="15" y="30"/>
                    </a:cubicBezTo>
                    <a:cubicBezTo>
                      <a:pt x="21" y="32"/>
                      <a:pt x="25" y="32"/>
                      <a:pt x="27" y="29"/>
                    </a:cubicBezTo>
                    <a:cubicBezTo>
                      <a:pt x="30" y="26"/>
                      <a:pt x="32" y="23"/>
                      <a:pt x="31" y="21"/>
                    </a:cubicBezTo>
                    <a:cubicBezTo>
                      <a:pt x="30" y="18"/>
                      <a:pt x="16" y="0"/>
                      <a:pt x="9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7" name="Freeform 481">
                <a:extLst>
                  <a:ext uri="{FF2B5EF4-FFF2-40B4-BE49-F238E27FC236}">
                    <a16:creationId xmlns:a16="http://schemas.microsoft.com/office/drawing/2014/main" id="{084439FB-6A0D-4EBE-B014-F8A501345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767"/>
                <a:ext cx="67" cy="88"/>
              </a:xfrm>
              <a:custGeom>
                <a:avLst/>
                <a:gdLst>
                  <a:gd name="T0" fmla="*/ 350 w 27"/>
                  <a:gd name="T1" fmla="*/ 248 h 33"/>
                  <a:gd name="T2" fmla="*/ 337 w 27"/>
                  <a:gd name="T3" fmla="*/ 115 h 33"/>
                  <a:gd name="T4" fmla="*/ 337 w 27"/>
                  <a:gd name="T5" fmla="*/ 115 h 33"/>
                  <a:gd name="T6" fmla="*/ 136 w 27"/>
                  <a:gd name="T7" fmla="*/ 35 h 33"/>
                  <a:gd name="T8" fmla="*/ 12 w 27"/>
                  <a:gd name="T9" fmla="*/ 341 h 33"/>
                  <a:gd name="T10" fmla="*/ 0 w 27"/>
                  <a:gd name="T11" fmla="*/ 491 h 33"/>
                  <a:gd name="T12" fmla="*/ 136 w 27"/>
                  <a:gd name="T13" fmla="*/ 627 h 33"/>
                  <a:gd name="T14" fmla="*/ 412 w 27"/>
                  <a:gd name="T15" fmla="*/ 341 h 33"/>
                  <a:gd name="T16" fmla="*/ 350 w 27"/>
                  <a:gd name="T17" fmla="*/ 248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3">
                    <a:moveTo>
                      <a:pt x="23" y="13"/>
                    </a:moveTo>
                    <a:cubicBezTo>
                      <a:pt x="22" y="10"/>
                      <a:pt x="22" y="8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9" y="0"/>
                      <a:pt x="10" y="1"/>
                      <a:pt x="9" y="2"/>
                    </a:cubicBezTo>
                    <a:cubicBezTo>
                      <a:pt x="5" y="7"/>
                      <a:pt x="3" y="13"/>
                      <a:pt x="1" y="18"/>
                    </a:cubicBezTo>
                    <a:cubicBezTo>
                      <a:pt x="0" y="22"/>
                      <a:pt x="0" y="25"/>
                      <a:pt x="0" y="26"/>
                    </a:cubicBezTo>
                    <a:cubicBezTo>
                      <a:pt x="4" y="27"/>
                      <a:pt x="7" y="31"/>
                      <a:pt x="9" y="33"/>
                    </a:cubicBezTo>
                    <a:cubicBezTo>
                      <a:pt x="11" y="32"/>
                      <a:pt x="25" y="23"/>
                      <a:pt x="27" y="18"/>
                    </a:cubicBezTo>
                    <a:cubicBezTo>
                      <a:pt x="26" y="16"/>
                      <a:pt x="24" y="15"/>
                      <a:pt x="23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8" name="Freeform 482">
                <a:extLst>
                  <a:ext uri="{FF2B5EF4-FFF2-40B4-BE49-F238E27FC236}">
                    <a16:creationId xmlns:a16="http://schemas.microsoft.com/office/drawing/2014/main" id="{7933A5CA-8091-43E4-8ECE-D5A9ADC55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847"/>
                <a:ext cx="17" cy="26"/>
              </a:xfrm>
              <a:custGeom>
                <a:avLst/>
                <a:gdLst>
                  <a:gd name="T0" fmla="*/ 100 w 7"/>
                  <a:gd name="T1" fmla="*/ 0 h 10"/>
                  <a:gd name="T2" fmla="*/ 0 w 7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3" y="2"/>
                      <a:pt x="0" y="8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9" name="Freeform 483">
                <a:extLst>
                  <a:ext uri="{FF2B5EF4-FFF2-40B4-BE49-F238E27FC236}">
                    <a16:creationId xmlns:a16="http://schemas.microsoft.com/office/drawing/2014/main" id="{1A7C0C65-D4F6-4F2C-B440-EBD1FA5BE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783"/>
                <a:ext cx="25" cy="24"/>
              </a:xfrm>
              <a:custGeom>
                <a:avLst/>
                <a:gdLst>
                  <a:gd name="T0" fmla="*/ 0 w 10"/>
                  <a:gd name="T1" fmla="*/ 171 h 9"/>
                  <a:gd name="T2" fmla="*/ 158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9"/>
                    </a:moveTo>
                    <a:cubicBezTo>
                      <a:pt x="4" y="2"/>
                      <a:pt x="8" y="0"/>
                      <a:pt x="10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0" name="Freeform 484">
                <a:extLst>
                  <a:ext uri="{FF2B5EF4-FFF2-40B4-BE49-F238E27FC236}">
                    <a16:creationId xmlns:a16="http://schemas.microsoft.com/office/drawing/2014/main" id="{F0DB5C08-F23B-4E91-BE2D-EF1641257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841"/>
                <a:ext cx="35" cy="70"/>
              </a:xfrm>
              <a:custGeom>
                <a:avLst/>
                <a:gdLst>
                  <a:gd name="T0" fmla="*/ 158 w 14"/>
                  <a:gd name="T1" fmla="*/ 347 h 26"/>
                  <a:gd name="T2" fmla="*/ 220 w 14"/>
                  <a:gd name="T3" fmla="*/ 22 h 26"/>
                  <a:gd name="T4" fmla="*/ 220 w 14"/>
                  <a:gd name="T5" fmla="*/ 22 h 26"/>
                  <a:gd name="T6" fmla="*/ 33 w 14"/>
                  <a:gd name="T7" fmla="*/ 94 h 26"/>
                  <a:gd name="T8" fmla="*/ 20 w 14"/>
                  <a:gd name="T9" fmla="*/ 347 h 26"/>
                  <a:gd name="T10" fmla="*/ 188 w 14"/>
                  <a:gd name="T11" fmla="*/ 471 h 26"/>
                  <a:gd name="T12" fmla="*/ 158 w 14"/>
                  <a:gd name="T13" fmla="*/ 34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6">
                    <a:moveTo>
                      <a:pt x="10" y="18"/>
                    </a:moveTo>
                    <a:cubicBezTo>
                      <a:pt x="10" y="13"/>
                      <a:pt x="10" y="6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0"/>
                      <a:pt x="3" y="0"/>
                      <a:pt x="2" y="5"/>
                    </a:cubicBezTo>
                    <a:cubicBezTo>
                      <a:pt x="1" y="10"/>
                      <a:pt x="2" y="13"/>
                      <a:pt x="1" y="18"/>
                    </a:cubicBezTo>
                    <a:cubicBezTo>
                      <a:pt x="0" y="24"/>
                      <a:pt x="7" y="26"/>
                      <a:pt x="12" y="24"/>
                    </a:cubicBezTo>
                    <a:cubicBezTo>
                      <a:pt x="11" y="22"/>
                      <a:pt x="10" y="20"/>
                      <a:pt x="1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1" name="Freeform 485">
                <a:extLst>
                  <a:ext uri="{FF2B5EF4-FFF2-40B4-BE49-F238E27FC236}">
                    <a16:creationId xmlns:a16="http://schemas.microsoft.com/office/drawing/2014/main" id="{492C8D02-7692-4DBE-9486-144F8A73B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860"/>
                <a:ext cx="2" cy="32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1" y="2"/>
                      <a:pt x="1" y="9"/>
                      <a:pt x="1" y="12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2" name="Freeform 486">
                <a:extLst>
                  <a:ext uri="{FF2B5EF4-FFF2-40B4-BE49-F238E27FC236}">
                    <a16:creationId xmlns:a16="http://schemas.microsoft.com/office/drawing/2014/main" id="{15A9C44E-4868-4487-9DC3-F102DD39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836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3" y="3"/>
                      <a:pt x="3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3" name="Freeform 487">
                <a:extLst>
                  <a:ext uri="{FF2B5EF4-FFF2-40B4-BE49-F238E27FC236}">
                    <a16:creationId xmlns:a16="http://schemas.microsoft.com/office/drawing/2014/main" id="{06B6C39E-083F-472E-ADD4-8F3FB8AF5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943"/>
                <a:ext cx="50" cy="16"/>
              </a:xfrm>
              <a:custGeom>
                <a:avLst/>
                <a:gdLst>
                  <a:gd name="T0" fmla="*/ 0 w 20"/>
                  <a:gd name="T1" fmla="*/ 77 h 6"/>
                  <a:gd name="T2" fmla="*/ 313 w 2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4"/>
                    </a:moveTo>
                    <a:cubicBezTo>
                      <a:pt x="6" y="0"/>
                      <a:pt x="18" y="4"/>
                      <a:pt x="2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4" name="Freeform 488">
                <a:extLst>
                  <a:ext uri="{FF2B5EF4-FFF2-40B4-BE49-F238E27FC236}">
                    <a16:creationId xmlns:a16="http://schemas.microsoft.com/office/drawing/2014/main" id="{A4427584-1C86-463F-81E0-82A3832E5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985"/>
                <a:ext cx="70" cy="14"/>
              </a:xfrm>
              <a:custGeom>
                <a:avLst/>
                <a:gdLst>
                  <a:gd name="T0" fmla="*/ 0 w 28"/>
                  <a:gd name="T1" fmla="*/ 0 h 5"/>
                  <a:gd name="T2" fmla="*/ 270 w 28"/>
                  <a:gd name="T3" fmla="*/ 87 h 5"/>
                  <a:gd name="T4" fmla="*/ 438 w 2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">
                    <a:moveTo>
                      <a:pt x="0" y="0"/>
                    </a:moveTo>
                    <a:cubicBezTo>
                      <a:pt x="2" y="3"/>
                      <a:pt x="12" y="3"/>
                      <a:pt x="17" y="4"/>
                    </a:cubicBezTo>
                    <a:cubicBezTo>
                      <a:pt x="22" y="5"/>
                      <a:pt x="28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5" name="Freeform 489">
                <a:extLst>
                  <a:ext uri="{FF2B5EF4-FFF2-40B4-BE49-F238E27FC236}">
                    <a16:creationId xmlns:a16="http://schemas.microsoft.com/office/drawing/2014/main" id="{614B688B-0A7A-4268-945D-3FB9665D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927"/>
                <a:ext cx="10" cy="24"/>
              </a:xfrm>
              <a:custGeom>
                <a:avLst/>
                <a:gdLst>
                  <a:gd name="T0" fmla="*/ 20 w 4"/>
                  <a:gd name="T1" fmla="*/ 0 h 9"/>
                  <a:gd name="T2" fmla="*/ 63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1" y="0"/>
                    </a:moveTo>
                    <a:cubicBezTo>
                      <a:pt x="2" y="3"/>
                      <a:pt x="0" y="8"/>
                      <a:pt x="4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6" name="Freeform 490">
                <a:extLst>
                  <a:ext uri="{FF2B5EF4-FFF2-40B4-BE49-F238E27FC236}">
                    <a16:creationId xmlns:a16="http://schemas.microsoft.com/office/drawing/2014/main" id="{553FE228-CFDB-48F5-8759-D19A80009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929"/>
                <a:ext cx="18" cy="27"/>
              </a:xfrm>
              <a:custGeom>
                <a:avLst/>
                <a:gdLst>
                  <a:gd name="T0" fmla="*/ 0 w 7"/>
                  <a:gd name="T1" fmla="*/ 197 h 10"/>
                  <a:gd name="T2" fmla="*/ 118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9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7" name="Freeform 491">
                <a:extLst>
                  <a:ext uri="{FF2B5EF4-FFF2-40B4-BE49-F238E27FC236}">
                    <a16:creationId xmlns:a16="http://schemas.microsoft.com/office/drawing/2014/main" id="{47571D7B-4B0C-4756-BCE5-ECD85A2B1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63"/>
                <a:ext cx="90" cy="93"/>
              </a:xfrm>
              <a:custGeom>
                <a:avLst/>
                <a:gdLst>
                  <a:gd name="T0" fmla="*/ 520 w 36"/>
                  <a:gd name="T1" fmla="*/ 149 h 35"/>
                  <a:gd name="T2" fmla="*/ 83 w 36"/>
                  <a:gd name="T3" fmla="*/ 35 h 35"/>
                  <a:gd name="T4" fmla="*/ 0 w 36"/>
                  <a:gd name="T5" fmla="*/ 133 h 35"/>
                  <a:gd name="T6" fmla="*/ 145 w 36"/>
                  <a:gd name="T7" fmla="*/ 226 h 35"/>
                  <a:gd name="T8" fmla="*/ 125 w 36"/>
                  <a:gd name="T9" fmla="*/ 465 h 35"/>
                  <a:gd name="T10" fmla="*/ 125 w 36"/>
                  <a:gd name="T11" fmla="*/ 486 h 35"/>
                  <a:gd name="T12" fmla="*/ 458 w 36"/>
                  <a:gd name="T13" fmla="*/ 579 h 35"/>
                  <a:gd name="T14" fmla="*/ 520 w 36"/>
                  <a:gd name="T15" fmla="*/ 149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5">
                    <a:moveTo>
                      <a:pt x="33" y="8"/>
                    </a:moveTo>
                    <a:cubicBezTo>
                      <a:pt x="30" y="1"/>
                      <a:pt x="14" y="0"/>
                      <a:pt x="5" y="2"/>
                    </a:cubicBezTo>
                    <a:cubicBezTo>
                      <a:pt x="2" y="3"/>
                      <a:pt x="0" y="3"/>
                      <a:pt x="0" y="7"/>
                    </a:cubicBezTo>
                    <a:cubicBezTo>
                      <a:pt x="4" y="8"/>
                      <a:pt x="8" y="11"/>
                      <a:pt x="9" y="12"/>
                    </a:cubicBezTo>
                    <a:cubicBezTo>
                      <a:pt x="11" y="14"/>
                      <a:pt x="9" y="21"/>
                      <a:pt x="8" y="25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3" y="32"/>
                      <a:pt x="23" y="35"/>
                      <a:pt x="29" y="31"/>
                    </a:cubicBezTo>
                    <a:cubicBezTo>
                      <a:pt x="35" y="27"/>
                      <a:pt x="36" y="16"/>
                      <a:pt x="3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8" name="Freeform 492">
                <a:extLst>
                  <a:ext uri="{FF2B5EF4-FFF2-40B4-BE49-F238E27FC236}">
                    <a16:creationId xmlns:a16="http://schemas.microsoft.com/office/drawing/2014/main" id="{C4A81037-49DD-48D9-A0A6-EC8010349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004"/>
                <a:ext cx="95" cy="67"/>
              </a:xfrm>
              <a:custGeom>
                <a:avLst/>
                <a:gdLst>
                  <a:gd name="T0" fmla="*/ 208 w 38"/>
                  <a:gd name="T1" fmla="*/ 461 h 25"/>
                  <a:gd name="T2" fmla="*/ 488 w 38"/>
                  <a:gd name="T3" fmla="*/ 461 h 25"/>
                  <a:gd name="T4" fmla="*/ 563 w 38"/>
                  <a:gd name="T5" fmla="*/ 423 h 25"/>
                  <a:gd name="T6" fmla="*/ 595 w 38"/>
                  <a:gd name="T7" fmla="*/ 230 h 25"/>
                  <a:gd name="T8" fmla="*/ 550 w 38"/>
                  <a:gd name="T9" fmla="*/ 35 h 25"/>
                  <a:gd name="T10" fmla="*/ 533 w 38"/>
                  <a:gd name="T11" fmla="*/ 35 h 25"/>
                  <a:gd name="T12" fmla="*/ 533 w 38"/>
                  <a:gd name="T13" fmla="*/ 35 h 25"/>
                  <a:gd name="T14" fmla="*/ 458 w 38"/>
                  <a:gd name="T15" fmla="*/ 0 h 25"/>
                  <a:gd name="T16" fmla="*/ 345 w 38"/>
                  <a:gd name="T17" fmla="*/ 35 h 25"/>
                  <a:gd name="T18" fmla="*/ 83 w 38"/>
                  <a:gd name="T19" fmla="*/ 209 h 25"/>
                  <a:gd name="T20" fmla="*/ 50 w 38"/>
                  <a:gd name="T21" fmla="*/ 402 h 25"/>
                  <a:gd name="T22" fmla="*/ 158 w 38"/>
                  <a:gd name="T23" fmla="*/ 482 h 25"/>
                  <a:gd name="T24" fmla="*/ 208 w 38"/>
                  <a:gd name="T25" fmla="*/ 461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25">
                    <a:moveTo>
                      <a:pt x="13" y="24"/>
                    </a:moveTo>
                    <a:cubicBezTo>
                      <a:pt x="18" y="23"/>
                      <a:pt x="25" y="23"/>
                      <a:pt x="31" y="24"/>
                    </a:cubicBezTo>
                    <a:cubicBezTo>
                      <a:pt x="33" y="23"/>
                      <a:pt x="35" y="23"/>
                      <a:pt x="36" y="22"/>
                    </a:cubicBezTo>
                    <a:cubicBezTo>
                      <a:pt x="38" y="19"/>
                      <a:pt x="38" y="15"/>
                      <a:pt x="38" y="12"/>
                    </a:cubicBezTo>
                    <a:cubicBezTo>
                      <a:pt x="37" y="9"/>
                      <a:pt x="37" y="4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2" y="2"/>
                      <a:pt x="30" y="1"/>
                      <a:pt x="29" y="0"/>
                    </a:cubicBezTo>
                    <a:cubicBezTo>
                      <a:pt x="27" y="0"/>
                      <a:pt x="24" y="1"/>
                      <a:pt x="22" y="2"/>
                    </a:cubicBezTo>
                    <a:cubicBezTo>
                      <a:pt x="17" y="3"/>
                      <a:pt x="10" y="7"/>
                      <a:pt x="5" y="11"/>
                    </a:cubicBezTo>
                    <a:cubicBezTo>
                      <a:pt x="2" y="14"/>
                      <a:pt x="0" y="17"/>
                      <a:pt x="3" y="21"/>
                    </a:cubicBezTo>
                    <a:cubicBezTo>
                      <a:pt x="4" y="23"/>
                      <a:pt x="7" y="25"/>
                      <a:pt x="10" y="25"/>
                    </a:cubicBezTo>
                    <a:cubicBezTo>
                      <a:pt x="11" y="25"/>
                      <a:pt x="12" y="25"/>
                      <a:pt x="13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9" name="Freeform 493">
                <a:extLst>
                  <a:ext uri="{FF2B5EF4-FFF2-40B4-BE49-F238E27FC236}">
                    <a16:creationId xmlns:a16="http://schemas.microsoft.com/office/drawing/2014/main" id="{E521AA2A-B046-48ED-9D09-050AF06AE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977"/>
                <a:ext cx="70" cy="86"/>
              </a:xfrm>
              <a:custGeom>
                <a:avLst/>
                <a:gdLst>
                  <a:gd name="T0" fmla="*/ 363 w 28"/>
                  <a:gd name="T1" fmla="*/ 599 h 32"/>
                  <a:gd name="T2" fmla="*/ 395 w 28"/>
                  <a:gd name="T3" fmla="*/ 406 h 32"/>
                  <a:gd name="T4" fmla="*/ 438 w 28"/>
                  <a:gd name="T5" fmla="*/ 368 h 32"/>
                  <a:gd name="T6" fmla="*/ 333 w 28"/>
                  <a:gd name="T7" fmla="*/ 22 h 32"/>
                  <a:gd name="T8" fmla="*/ 50 w 28"/>
                  <a:gd name="T9" fmla="*/ 196 h 32"/>
                  <a:gd name="T10" fmla="*/ 300 w 28"/>
                  <a:gd name="T11" fmla="*/ 621 h 32"/>
                  <a:gd name="T12" fmla="*/ 363 w 28"/>
                  <a:gd name="T13" fmla="*/ 599 h 32"/>
                  <a:gd name="T14" fmla="*/ 363 w 28"/>
                  <a:gd name="T15" fmla="*/ 59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2">
                    <a:moveTo>
                      <a:pt x="23" y="31"/>
                    </a:moveTo>
                    <a:cubicBezTo>
                      <a:pt x="20" y="27"/>
                      <a:pt x="22" y="24"/>
                      <a:pt x="25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1"/>
                      <a:pt x="26" y="1"/>
                      <a:pt x="21" y="1"/>
                    </a:cubicBezTo>
                    <a:cubicBezTo>
                      <a:pt x="16" y="0"/>
                      <a:pt x="6" y="3"/>
                      <a:pt x="3" y="10"/>
                    </a:cubicBezTo>
                    <a:cubicBezTo>
                      <a:pt x="0" y="16"/>
                      <a:pt x="13" y="32"/>
                      <a:pt x="19" y="32"/>
                    </a:cubicBezTo>
                    <a:cubicBezTo>
                      <a:pt x="21" y="31"/>
                      <a:pt x="22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0" name="Freeform 494">
                <a:extLst>
                  <a:ext uri="{FF2B5EF4-FFF2-40B4-BE49-F238E27FC236}">
                    <a16:creationId xmlns:a16="http://schemas.microsoft.com/office/drawing/2014/main" id="{60A2C5E1-8A26-4CCC-AE6A-28A45A5A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95"/>
                <a:ext cx="10" cy="40"/>
              </a:xfrm>
              <a:custGeom>
                <a:avLst/>
                <a:gdLst>
                  <a:gd name="T0" fmla="*/ 50 w 4"/>
                  <a:gd name="T1" fmla="*/ 0 h 15"/>
                  <a:gd name="T2" fmla="*/ 0 w 4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3" y="0"/>
                    </a:moveTo>
                    <a:cubicBezTo>
                      <a:pt x="4" y="5"/>
                      <a:pt x="2" y="13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1" name="Freeform 495">
                <a:extLst>
                  <a:ext uri="{FF2B5EF4-FFF2-40B4-BE49-F238E27FC236}">
                    <a16:creationId xmlns:a16="http://schemas.microsoft.com/office/drawing/2014/main" id="{5489008C-993F-4C40-99C2-C2B4E732F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127"/>
                <a:ext cx="93" cy="58"/>
              </a:xfrm>
              <a:custGeom>
                <a:avLst/>
                <a:gdLst>
                  <a:gd name="T0" fmla="*/ 505 w 37"/>
                  <a:gd name="T1" fmla="*/ 34 h 22"/>
                  <a:gd name="T2" fmla="*/ 271 w 37"/>
                  <a:gd name="T3" fmla="*/ 21 h 22"/>
                  <a:gd name="T4" fmla="*/ 209 w 37"/>
                  <a:gd name="T5" fmla="*/ 124 h 22"/>
                  <a:gd name="T6" fmla="*/ 50 w 37"/>
                  <a:gd name="T7" fmla="*/ 145 h 22"/>
                  <a:gd name="T8" fmla="*/ 20 w 37"/>
                  <a:gd name="T9" fmla="*/ 166 h 22"/>
                  <a:gd name="T10" fmla="*/ 146 w 37"/>
                  <a:gd name="T11" fmla="*/ 382 h 22"/>
                  <a:gd name="T12" fmla="*/ 538 w 37"/>
                  <a:gd name="T13" fmla="*/ 277 h 22"/>
                  <a:gd name="T14" fmla="*/ 505 w 37"/>
                  <a:gd name="T15" fmla="*/ 3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2">
                    <a:moveTo>
                      <a:pt x="32" y="2"/>
                    </a:moveTo>
                    <a:cubicBezTo>
                      <a:pt x="30" y="0"/>
                      <a:pt x="23" y="0"/>
                      <a:pt x="17" y="1"/>
                    </a:cubicBezTo>
                    <a:cubicBezTo>
                      <a:pt x="16" y="4"/>
                      <a:pt x="15" y="6"/>
                      <a:pt x="13" y="7"/>
                    </a:cubicBezTo>
                    <a:cubicBezTo>
                      <a:pt x="10" y="9"/>
                      <a:pt x="6" y="9"/>
                      <a:pt x="3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7"/>
                      <a:pt x="2" y="20"/>
                      <a:pt x="9" y="21"/>
                    </a:cubicBezTo>
                    <a:cubicBezTo>
                      <a:pt x="15" y="22"/>
                      <a:pt x="30" y="19"/>
                      <a:pt x="34" y="15"/>
                    </a:cubicBezTo>
                    <a:cubicBezTo>
                      <a:pt x="37" y="11"/>
                      <a:pt x="36" y="4"/>
                      <a:pt x="32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2" name="Freeform 496">
                <a:extLst>
                  <a:ext uri="{FF2B5EF4-FFF2-40B4-BE49-F238E27FC236}">
                    <a16:creationId xmlns:a16="http://schemas.microsoft.com/office/drawing/2014/main" id="{0D837527-6E7B-47BF-8274-C1BD047B3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140"/>
                <a:ext cx="28" cy="5"/>
              </a:xfrm>
              <a:custGeom>
                <a:avLst/>
                <a:gdLst>
                  <a:gd name="T0" fmla="*/ 0 w 11"/>
                  <a:gd name="T1" fmla="*/ 33 h 2"/>
                  <a:gd name="T2" fmla="*/ 181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7" y="2"/>
                      <a:pt x="11" y="0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3" name="Freeform 497">
                <a:extLst>
                  <a:ext uri="{FF2B5EF4-FFF2-40B4-BE49-F238E27FC236}">
                    <a16:creationId xmlns:a16="http://schemas.microsoft.com/office/drawing/2014/main" id="{F052BF33-B31E-4A4B-B981-7784EBA97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167"/>
                <a:ext cx="82" cy="48"/>
              </a:xfrm>
              <a:custGeom>
                <a:avLst/>
                <a:gdLst>
                  <a:gd name="T0" fmla="*/ 494 w 33"/>
                  <a:gd name="T1" fmla="*/ 56 h 18"/>
                  <a:gd name="T2" fmla="*/ 291 w 33"/>
                  <a:gd name="T3" fmla="*/ 0 h 18"/>
                  <a:gd name="T4" fmla="*/ 42 w 33"/>
                  <a:gd name="T5" fmla="*/ 115 h 18"/>
                  <a:gd name="T6" fmla="*/ 0 w 33"/>
                  <a:gd name="T7" fmla="*/ 136 h 18"/>
                  <a:gd name="T8" fmla="*/ 166 w 33"/>
                  <a:gd name="T9" fmla="*/ 307 h 18"/>
                  <a:gd name="T10" fmla="*/ 475 w 33"/>
                  <a:gd name="T11" fmla="*/ 248 h 18"/>
                  <a:gd name="T12" fmla="*/ 494 w 33"/>
                  <a:gd name="T13" fmla="*/ 5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8">
                    <a:moveTo>
                      <a:pt x="32" y="3"/>
                    </a:moveTo>
                    <a:cubicBezTo>
                      <a:pt x="30" y="1"/>
                      <a:pt x="26" y="0"/>
                      <a:pt x="19" y="0"/>
                    </a:cubicBezTo>
                    <a:cubicBezTo>
                      <a:pt x="16" y="3"/>
                      <a:pt x="9" y="5"/>
                      <a:pt x="3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2" y="15"/>
                      <a:pt x="11" y="16"/>
                    </a:cubicBezTo>
                    <a:cubicBezTo>
                      <a:pt x="21" y="17"/>
                      <a:pt x="29" y="18"/>
                      <a:pt x="31" y="13"/>
                    </a:cubicBezTo>
                    <a:cubicBezTo>
                      <a:pt x="33" y="8"/>
                      <a:pt x="33" y="4"/>
                      <a:pt x="3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4" name="Freeform 498">
                <a:extLst>
                  <a:ext uri="{FF2B5EF4-FFF2-40B4-BE49-F238E27FC236}">
                    <a16:creationId xmlns:a16="http://schemas.microsoft.com/office/drawing/2014/main" id="{8BD35ACD-B074-4A16-A4DF-441BF3CB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169"/>
                <a:ext cx="5" cy="32"/>
              </a:xfrm>
              <a:custGeom>
                <a:avLst/>
                <a:gdLst>
                  <a:gd name="T0" fmla="*/ 20 w 2"/>
                  <a:gd name="T1" fmla="*/ 0 h 12"/>
                  <a:gd name="T2" fmla="*/ 0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1" y="0"/>
                    </a:moveTo>
                    <a:cubicBezTo>
                      <a:pt x="2" y="4"/>
                      <a:pt x="2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5" name="Freeform 499">
                <a:extLst>
                  <a:ext uri="{FF2B5EF4-FFF2-40B4-BE49-F238E27FC236}">
                    <a16:creationId xmlns:a16="http://schemas.microsoft.com/office/drawing/2014/main" id="{64AF8677-3620-4003-AC3A-C47CBFA2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873"/>
                <a:ext cx="72" cy="91"/>
              </a:xfrm>
              <a:custGeom>
                <a:avLst/>
                <a:gdLst>
                  <a:gd name="T0" fmla="*/ 412 w 29"/>
                  <a:gd name="T1" fmla="*/ 115 h 34"/>
                  <a:gd name="T2" fmla="*/ 432 w 29"/>
                  <a:gd name="T3" fmla="*/ 21 h 34"/>
                  <a:gd name="T4" fmla="*/ 340 w 29"/>
                  <a:gd name="T5" fmla="*/ 0 h 34"/>
                  <a:gd name="T6" fmla="*/ 353 w 29"/>
                  <a:gd name="T7" fmla="*/ 21 h 34"/>
                  <a:gd name="T8" fmla="*/ 290 w 29"/>
                  <a:gd name="T9" fmla="*/ 171 h 34"/>
                  <a:gd name="T10" fmla="*/ 104 w 29"/>
                  <a:gd name="T11" fmla="*/ 193 h 34"/>
                  <a:gd name="T12" fmla="*/ 30 w 29"/>
                  <a:gd name="T13" fmla="*/ 171 h 34"/>
                  <a:gd name="T14" fmla="*/ 74 w 29"/>
                  <a:gd name="T15" fmla="*/ 500 h 34"/>
                  <a:gd name="T16" fmla="*/ 246 w 29"/>
                  <a:gd name="T17" fmla="*/ 632 h 34"/>
                  <a:gd name="T18" fmla="*/ 382 w 29"/>
                  <a:gd name="T19" fmla="*/ 500 h 34"/>
                  <a:gd name="T20" fmla="*/ 444 w 29"/>
                  <a:gd name="T21" fmla="*/ 209 h 34"/>
                  <a:gd name="T22" fmla="*/ 412 w 29"/>
                  <a:gd name="T23" fmla="*/ 115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34">
                    <a:moveTo>
                      <a:pt x="27" y="6"/>
                    </a:moveTo>
                    <a:cubicBezTo>
                      <a:pt x="28" y="4"/>
                      <a:pt x="28" y="3"/>
                      <a:pt x="28" y="1"/>
                    </a:cubicBezTo>
                    <a:cubicBezTo>
                      <a:pt x="26" y="1"/>
                      <a:pt x="24" y="0"/>
                      <a:pt x="22" y="0"/>
                    </a:cubicBezTo>
                    <a:cubicBezTo>
                      <a:pt x="22" y="0"/>
                      <a:pt x="23" y="0"/>
                      <a:pt x="23" y="1"/>
                    </a:cubicBezTo>
                    <a:cubicBezTo>
                      <a:pt x="24" y="3"/>
                      <a:pt x="22" y="6"/>
                      <a:pt x="19" y="9"/>
                    </a:cubicBezTo>
                    <a:cubicBezTo>
                      <a:pt x="17" y="12"/>
                      <a:pt x="13" y="12"/>
                      <a:pt x="7" y="10"/>
                    </a:cubicBezTo>
                    <a:cubicBezTo>
                      <a:pt x="5" y="10"/>
                      <a:pt x="4" y="10"/>
                      <a:pt x="2" y="9"/>
                    </a:cubicBezTo>
                    <a:cubicBezTo>
                      <a:pt x="0" y="14"/>
                      <a:pt x="4" y="23"/>
                      <a:pt x="5" y="26"/>
                    </a:cubicBezTo>
                    <a:cubicBezTo>
                      <a:pt x="8" y="33"/>
                      <a:pt x="9" y="34"/>
                      <a:pt x="16" y="33"/>
                    </a:cubicBezTo>
                    <a:cubicBezTo>
                      <a:pt x="22" y="32"/>
                      <a:pt x="23" y="32"/>
                      <a:pt x="25" y="26"/>
                    </a:cubicBezTo>
                    <a:cubicBezTo>
                      <a:pt x="26" y="21"/>
                      <a:pt x="28" y="16"/>
                      <a:pt x="29" y="11"/>
                    </a:cubicBezTo>
                    <a:cubicBezTo>
                      <a:pt x="28" y="10"/>
                      <a:pt x="27" y="8"/>
                      <a:pt x="27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6" name="Freeform 500">
                <a:extLst>
                  <a:ext uri="{FF2B5EF4-FFF2-40B4-BE49-F238E27FC236}">
                    <a16:creationId xmlns:a16="http://schemas.microsoft.com/office/drawing/2014/main" id="{956B312E-165A-4C21-AE76-9BDAB11D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905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7" name="Freeform 501">
                <a:extLst>
                  <a:ext uri="{FF2B5EF4-FFF2-40B4-BE49-F238E27FC236}">
                    <a16:creationId xmlns:a16="http://schemas.microsoft.com/office/drawing/2014/main" id="{D1B77899-E5FC-4140-B17C-FA056774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887"/>
                <a:ext cx="57" cy="69"/>
              </a:xfrm>
              <a:custGeom>
                <a:avLst/>
                <a:gdLst>
                  <a:gd name="T0" fmla="*/ 320 w 23"/>
                  <a:gd name="T1" fmla="*/ 395 h 26"/>
                  <a:gd name="T2" fmla="*/ 278 w 23"/>
                  <a:gd name="T3" fmla="*/ 77 h 26"/>
                  <a:gd name="T4" fmla="*/ 154 w 23"/>
                  <a:gd name="T5" fmla="*/ 0 h 26"/>
                  <a:gd name="T6" fmla="*/ 136 w 23"/>
                  <a:gd name="T7" fmla="*/ 21 h 26"/>
                  <a:gd name="T8" fmla="*/ 42 w 23"/>
                  <a:gd name="T9" fmla="*/ 316 h 26"/>
                  <a:gd name="T10" fmla="*/ 258 w 23"/>
                  <a:gd name="T11" fmla="*/ 451 h 26"/>
                  <a:gd name="T12" fmla="*/ 349 w 23"/>
                  <a:gd name="T13" fmla="*/ 486 h 26"/>
                  <a:gd name="T14" fmla="*/ 320 w 23"/>
                  <a:gd name="T15" fmla="*/ 395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21" y="21"/>
                    </a:moveTo>
                    <a:cubicBezTo>
                      <a:pt x="20" y="18"/>
                      <a:pt x="16" y="9"/>
                      <a:pt x="18" y="4"/>
                    </a:cubicBezTo>
                    <a:cubicBezTo>
                      <a:pt x="15" y="4"/>
                      <a:pt x="12" y="2"/>
                      <a:pt x="10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3"/>
                      <a:pt x="0" y="12"/>
                      <a:pt x="3" y="17"/>
                    </a:cubicBezTo>
                    <a:cubicBezTo>
                      <a:pt x="5" y="22"/>
                      <a:pt x="12" y="23"/>
                      <a:pt x="17" y="24"/>
                    </a:cubicBezTo>
                    <a:cubicBezTo>
                      <a:pt x="18" y="25"/>
                      <a:pt x="21" y="26"/>
                      <a:pt x="23" y="26"/>
                    </a:cubicBezTo>
                    <a:cubicBezTo>
                      <a:pt x="23" y="25"/>
                      <a:pt x="22" y="23"/>
                      <a:pt x="21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8" name="Freeform 502">
                <a:extLst>
                  <a:ext uri="{FF2B5EF4-FFF2-40B4-BE49-F238E27FC236}">
                    <a16:creationId xmlns:a16="http://schemas.microsoft.com/office/drawing/2014/main" id="{78741BCD-AE98-4AB5-B601-BF6AED81D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724"/>
                <a:ext cx="65" cy="72"/>
              </a:xfrm>
              <a:custGeom>
                <a:avLst/>
                <a:gdLst>
                  <a:gd name="T0" fmla="*/ 333 w 26"/>
                  <a:gd name="T1" fmla="*/ 248 h 27"/>
                  <a:gd name="T2" fmla="*/ 345 w 26"/>
                  <a:gd name="T3" fmla="*/ 35 h 27"/>
                  <a:gd name="T4" fmla="*/ 0 w 26"/>
                  <a:gd name="T5" fmla="*/ 227 h 27"/>
                  <a:gd name="T6" fmla="*/ 0 w 26"/>
                  <a:gd name="T7" fmla="*/ 248 h 27"/>
                  <a:gd name="T8" fmla="*/ 20 w 26"/>
                  <a:gd name="T9" fmla="*/ 264 h 27"/>
                  <a:gd name="T10" fmla="*/ 113 w 26"/>
                  <a:gd name="T11" fmla="*/ 512 h 27"/>
                  <a:gd name="T12" fmla="*/ 113 w 26"/>
                  <a:gd name="T13" fmla="*/ 512 h 27"/>
                  <a:gd name="T14" fmla="*/ 208 w 26"/>
                  <a:gd name="T15" fmla="*/ 363 h 27"/>
                  <a:gd name="T16" fmla="*/ 408 w 26"/>
                  <a:gd name="T17" fmla="*/ 376 h 27"/>
                  <a:gd name="T18" fmla="*/ 408 w 26"/>
                  <a:gd name="T19" fmla="*/ 341 h 27"/>
                  <a:gd name="T20" fmla="*/ 333 w 26"/>
                  <a:gd name="T21" fmla="*/ 248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7">
                    <a:moveTo>
                      <a:pt x="21" y="13"/>
                    </a:moveTo>
                    <a:cubicBezTo>
                      <a:pt x="18" y="11"/>
                      <a:pt x="20" y="6"/>
                      <a:pt x="22" y="2"/>
                    </a:cubicBezTo>
                    <a:cubicBezTo>
                      <a:pt x="15" y="0"/>
                      <a:pt x="4" y="7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4"/>
                      <a:pt x="1" y="14"/>
                    </a:cubicBezTo>
                    <a:cubicBezTo>
                      <a:pt x="2" y="17"/>
                      <a:pt x="5" y="22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8" y="24"/>
                      <a:pt x="11" y="21"/>
                      <a:pt x="13" y="19"/>
                    </a:cubicBezTo>
                    <a:cubicBezTo>
                      <a:pt x="19" y="13"/>
                      <a:pt x="23" y="15"/>
                      <a:pt x="26" y="20"/>
                    </a:cubicBezTo>
                    <a:cubicBezTo>
                      <a:pt x="26" y="19"/>
                      <a:pt x="26" y="19"/>
                      <a:pt x="26" y="18"/>
                    </a:cubicBezTo>
                    <a:cubicBezTo>
                      <a:pt x="25" y="18"/>
                      <a:pt x="23" y="16"/>
                      <a:pt x="2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9" name="Freeform 503">
                <a:extLst>
                  <a:ext uri="{FF2B5EF4-FFF2-40B4-BE49-F238E27FC236}">
                    <a16:creationId xmlns:a16="http://schemas.microsoft.com/office/drawing/2014/main" id="{11E27B54-F9F7-4FC7-B0BD-E2FEF7949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935"/>
                <a:ext cx="90" cy="74"/>
              </a:xfrm>
              <a:custGeom>
                <a:avLst/>
                <a:gdLst>
                  <a:gd name="T0" fmla="*/ 425 w 36"/>
                  <a:gd name="T1" fmla="*/ 21 h 28"/>
                  <a:gd name="T2" fmla="*/ 220 w 36"/>
                  <a:gd name="T3" fmla="*/ 56 h 28"/>
                  <a:gd name="T4" fmla="*/ 0 w 36"/>
                  <a:gd name="T5" fmla="*/ 349 h 28"/>
                  <a:gd name="T6" fmla="*/ 0 w 36"/>
                  <a:gd name="T7" fmla="*/ 370 h 28"/>
                  <a:gd name="T8" fmla="*/ 0 w 36"/>
                  <a:gd name="T9" fmla="*/ 370 h 28"/>
                  <a:gd name="T10" fmla="*/ 20 w 36"/>
                  <a:gd name="T11" fmla="*/ 441 h 28"/>
                  <a:gd name="T12" fmla="*/ 113 w 36"/>
                  <a:gd name="T13" fmla="*/ 497 h 28"/>
                  <a:gd name="T14" fmla="*/ 333 w 36"/>
                  <a:gd name="T15" fmla="*/ 460 h 28"/>
                  <a:gd name="T16" fmla="*/ 550 w 36"/>
                  <a:gd name="T17" fmla="*/ 238 h 28"/>
                  <a:gd name="T18" fmla="*/ 425 w 36"/>
                  <a:gd name="T19" fmla="*/ 21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28">
                    <a:moveTo>
                      <a:pt x="27" y="1"/>
                    </a:moveTo>
                    <a:cubicBezTo>
                      <a:pt x="21" y="0"/>
                      <a:pt x="18" y="0"/>
                      <a:pt x="14" y="3"/>
                    </a:cubicBezTo>
                    <a:cubicBezTo>
                      <a:pt x="10" y="6"/>
                      <a:pt x="0" y="16"/>
                      <a:pt x="0" y="1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1"/>
                      <a:pt x="1" y="23"/>
                      <a:pt x="1" y="24"/>
                    </a:cubicBezTo>
                    <a:cubicBezTo>
                      <a:pt x="3" y="25"/>
                      <a:pt x="4" y="26"/>
                      <a:pt x="7" y="27"/>
                    </a:cubicBezTo>
                    <a:cubicBezTo>
                      <a:pt x="12" y="28"/>
                      <a:pt x="14" y="27"/>
                      <a:pt x="21" y="25"/>
                    </a:cubicBezTo>
                    <a:cubicBezTo>
                      <a:pt x="27" y="23"/>
                      <a:pt x="35" y="21"/>
                      <a:pt x="35" y="13"/>
                    </a:cubicBezTo>
                    <a:cubicBezTo>
                      <a:pt x="36" y="5"/>
                      <a:pt x="32" y="3"/>
                      <a:pt x="2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0" name="Freeform 504">
                <a:extLst>
                  <a:ext uri="{FF2B5EF4-FFF2-40B4-BE49-F238E27FC236}">
                    <a16:creationId xmlns:a16="http://schemas.microsoft.com/office/drawing/2014/main" id="{43084CD0-EBA5-4B58-853B-26B143B9B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884"/>
                <a:ext cx="50" cy="104"/>
              </a:xfrm>
              <a:custGeom>
                <a:avLst/>
                <a:gdLst>
                  <a:gd name="T0" fmla="*/ 83 w 20"/>
                  <a:gd name="T1" fmla="*/ 115 h 39"/>
                  <a:gd name="T2" fmla="*/ 95 w 20"/>
                  <a:gd name="T3" fmla="*/ 456 h 39"/>
                  <a:gd name="T4" fmla="*/ 270 w 20"/>
                  <a:gd name="T5" fmla="*/ 568 h 39"/>
                  <a:gd name="T6" fmla="*/ 250 w 20"/>
                  <a:gd name="T7" fmla="*/ 77 h 39"/>
                  <a:gd name="T8" fmla="*/ 83 w 20"/>
                  <a:gd name="T9" fmla="*/ 9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9">
                    <a:moveTo>
                      <a:pt x="5" y="6"/>
                    </a:moveTo>
                    <a:cubicBezTo>
                      <a:pt x="0" y="14"/>
                      <a:pt x="2" y="17"/>
                      <a:pt x="6" y="24"/>
                    </a:cubicBezTo>
                    <a:cubicBezTo>
                      <a:pt x="9" y="29"/>
                      <a:pt x="12" y="39"/>
                      <a:pt x="17" y="30"/>
                    </a:cubicBezTo>
                    <a:cubicBezTo>
                      <a:pt x="20" y="26"/>
                      <a:pt x="20" y="8"/>
                      <a:pt x="16" y="4"/>
                    </a:cubicBezTo>
                    <a:cubicBezTo>
                      <a:pt x="13" y="0"/>
                      <a:pt x="8" y="3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1" name="Freeform 505">
                <a:extLst>
                  <a:ext uri="{FF2B5EF4-FFF2-40B4-BE49-F238E27FC236}">
                    <a16:creationId xmlns:a16="http://schemas.microsoft.com/office/drawing/2014/main" id="{E3D5E6AC-4E47-44CC-8F17-0CAC736FC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911"/>
                <a:ext cx="10" cy="21"/>
              </a:xfrm>
              <a:custGeom>
                <a:avLst/>
                <a:gdLst>
                  <a:gd name="T0" fmla="*/ 63 w 4"/>
                  <a:gd name="T1" fmla="*/ 0 h 8"/>
                  <a:gd name="T2" fmla="*/ 20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1" y="1"/>
                      <a:pt x="0" y="5"/>
                      <a:pt x="1" y="8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2" name="Freeform 506">
                <a:extLst>
                  <a:ext uri="{FF2B5EF4-FFF2-40B4-BE49-F238E27FC236}">
                    <a16:creationId xmlns:a16="http://schemas.microsoft.com/office/drawing/2014/main" id="{3D667567-2618-4C4E-978D-69B2CC1B2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953"/>
                <a:ext cx="47" cy="96"/>
              </a:xfrm>
              <a:custGeom>
                <a:avLst/>
                <a:gdLst>
                  <a:gd name="T0" fmla="*/ 275 w 19"/>
                  <a:gd name="T1" fmla="*/ 205 h 36"/>
                  <a:gd name="T2" fmla="*/ 166 w 19"/>
                  <a:gd name="T3" fmla="*/ 0 h 36"/>
                  <a:gd name="T4" fmla="*/ 153 w 19"/>
                  <a:gd name="T5" fmla="*/ 0 h 36"/>
                  <a:gd name="T6" fmla="*/ 121 w 19"/>
                  <a:gd name="T7" fmla="*/ 77 h 36"/>
                  <a:gd name="T8" fmla="*/ 30 w 19"/>
                  <a:gd name="T9" fmla="*/ 136 h 36"/>
                  <a:gd name="T10" fmla="*/ 0 w 19"/>
                  <a:gd name="T11" fmla="*/ 320 h 36"/>
                  <a:gd name="T12" fmla="*/ 62 w 19"/>
                  <a:gd name="T13" fmla="*/ 477 h 36"/>
                  <a:gd name="T14" fmla="*/ 30 w 19"/>
                  <a:gd name="T15" fmla="*/ 568 h 36"/>
                  <a:gd name="T16" fmla="*/ 42 w 19"/>
                  <a:gd name="T17" fmla="*/ 605 h 36"/>
                  <a:gd name="T18" fmla="*/ 245 w 19"/>
                  <a:gd name="T19" fmla="*/ 547 h 36"/>
                  <a:gd name="T20" fmla="*/ 275 w 19"/>
                  <a:gd name="T21" fmla="*/ 205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36">
                    <a:moveTo>
                      <a:pt x="18" y="11"/>
                    </a:moveTo>
                    <a:cubicBezTo>
                      <a:pt x="18" y="4"/>
                      <a:pt x="18" y="1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9" y="3"/>
                      <a:pt x="8" y="4"/>
                    </a:cubicBezTo>
                    <a:cubicBezTo>
                      <a:pt x="6" y="9"/>
                      <a:pt x="4" y="8"/>
                      <a:pt x="2" y="7"/>
                    </a:cubicBezTo>
                    <a:cubicBezTo>
                      <a:pt x="1" y="10"/>
                      <a:pt x="1" y="14"/>
                      <a:pt x="0" y="17"/>
                    </a:cubicBezTo>
                    <a:cubicBezTo>
                      <a:pt x="3" y="19"/>
                      <a:pt x="4" y="22"/>
                      <a:pt x="4" y="25"/>
                    </a:cubicBezTo>
                    <a:cubicBezTo>
                      <a:pt x="4" y="26"/>
                      <a:pt x="3" y="28"/>
                      <a:pt x="2" y="30"/>
                    </a:cubicBezTo>
                    <a:cubicBezTo>
                      <a:pt x="2" y="31"/>
                      <a:pt x="3" y="31"/>
                      <a:pt x="3" y="32"/>
                    </a:cubicBezTo>
                    <a:cubicBezTo>
                      <a:pt x="7" y="36"/>
                      <a:pt x="14" y="34"/>
                      <a:pt x="16" y="29"/>
                    </a:cubicBezTo>
                    <a:cubicBezTo>
                      <a:pt x="19" y="23"/>
                      <a:pt x="18" y="17"/>
                      <a:pt x="18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3" name="Freeform 507">
                <a:extLst>
                  <a:ext uri="{FF2B5EF4-FFF2-40B4-BE49-F238E27FC236}">
                    <a16:creationId xmlns:a16="http://schemas.microsoft.com/office/drawing/2014/main" id="{3E13B6B0-3896-4AA9-86BE-360ED88E0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977"/>
                <a:ext cx="7" cy="43"/>
              </a:xfrm>
              <a:custGeom>
                <a:avLst/>
                <a:gdLst>
                  <a:gd name="T0" fmla="*/ 12 w 3"/>
                  <a:gd name="T1" fmla="*/ 0 h 16"/>
                  <a:gd name="T2" fmla="*/ 0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1" y="0"/>
                    </a:moveTo>
                    <a:cubicBezTo>
                      <a:pt x="1" y="5"/>
                      <a:pt x="3" y="13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4" name="Freeform 508">
                <a:extLst>
                  <a:ext uri="{FF2B5EF4-FFF2-40B4-BE49-F238E27FC236}">
                    <a16:creationId xmlns:a16="http://schemas.microsoft.com/office/drawing/2014/main" id="{A1B64A1F-000B-408C-9C9A-38308529B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807"/>
                <a:ext cx="62" cy="58"/>
              </a:xfrm>
              <a:custGeom>
                <a:avLst/>
                <a:gdLst>
                  <a:gd name="T0" fmla="*/ 228 w 25"/>
                  <a:gd name="T1" fmla="*/ 76 h 22"/>
                  <a:gd name="T2" fmla="*/ 12 w 25"/>
                  <a:gd name="T3" fmla="*/ 166 h 22"/>
                  <a:gd name="T4" fmla="*/ 30 w 25"/>
                  <a:gd name="T5" fmla="*/ 403 h 22"/>
                  <a:gd name="T6" fmla="*/ 290 w 25"/>
                  <a:gd name="T7" fmla="*/ 258 h 22"/>
                  <a:gd name="T8" fmla="*/ 350 w 25"/>
                  <a:gd name="T9" fmla="*/ 277 h 22"/>
                  <a:gd name="T10" fmla="*/ 370 w 25"/>
                  <a:gd name="T11" fmla="*/ 124 h 22"/>
                  <a:gd name="T12" fmla="*/ 258 w 25"/>
                  <a:gd name="T13" fmla="*/ 0 h 22"/>
                  <a:gd name="T14" fmla="*/ 246 w 25"/>
                  <a:gd name="T15" fmla="*/ 0 h 22"/>
                  <a:gd name="T16" fmla="*/ 228 w 25"/>
                  <a:gd name="T17" fmla="*/ 76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22">
                    <a:moveTo>
                      <a:pt x="15" y="4"/>
                    </a:moveTo>
                    <a:cubicBezTo>
                      <a:pt x="12" y="8"/>
                      <a:pt x="6" y="9"/>
                      <a:pt x="1" y="9"/>
                    </a:cubicBezTo>
                    <a:cubicBezTo>
                      <a:pt x="0" y="14"/>
                      <a:pt x="1" y="18"/>
                      <a:pt x="2" y="22"/>
                    </a:cubicBezTo>
                    <a:cubicBezTo>
                      <a:pt x="8" y="18"/>
                      <a:pt x="17" y="14"/>
                      <a:pt x="19" y="14"/>
                    </a:cubicBezTo>
                    <a:cubicBezTo>
                      <a:pt x="20" y="14"/>
                      <a:pt x="21" y="14"/>
                      <a:pt x="23" y="15"/>
                    </a:cubicBezTo>
                    <a:cubicBezTo>
                      <a:pt x="24" y="12"/>
                      <a:pt x="25" y="9"/>
                      <a:pt x="24" y="7"/>
                    </a:cubicBezTo>
                    <a:cubicBezTo>
                      <a:pt x="24" y="3"/>
                      <a:pt x="20" y="2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5" y="3"/>
                      <a:pt x="1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5" name="Freeform 509">
                <a:extLst>
                  <a:ext uri="{FF2B5EF4-FFF2-40B4-BE49-F238E27FC236}">
                    <a16:creationId xmlns:a16="http://schemas.microsoft.com/office/drawing/2014/main" id="{6F9F484C-E8AB-47F8-9280-4B30F8E3F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95"/>
                <a:ext cx="8" cy="16"/>
              </a:xfrm>
              <a:custGeom>
                <a:avLst/>
                <a:gdLst>
                  <a:gd name="T0" fmla="*/ 0 w 3"/>
                  <a:gd name="T1" fmla="*/ 0 h 6"/>
                  <a:gd name="T2" fmla="*/ 56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6" name="Freeform 510">
                <a:extLst>
                  <a:ext uri="{FF2B5EF4-FFF2-40B4-BE49-F238E27FC236}">
                    <a16:creationId xmlns:a16="http://schemas.microsoft.com/office/drawing/2014/main" id="{E43DEFB7-B93B-4DAB-B653-1144DBF71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919"/>
                <a:ext cx="17" cy="10"/>
              </a:xfrm>
              <a:custGeom>
                <a:avLst/>
                <a:gdLst>
                  <a:gd name="T0" fmla="*/ 0 w 7"/>
                  <a:gd name="T1" fmla="*/ 63 h 4"/>
                  <a:gd name="T2" fmla="*/ 10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4"/>
                      <a:pt x="5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7" name="Freeform 511">
                <a:extLst>
                  <a:ext uri="{FF2B5EF4-FFF2-40B4-BE49-F238E27FC236}">
                    <a16:creationId xmlns:a16="http://schemas.microsoft.com/office/drawing/2014/main" id="{4E529FDC-ADE0-49E7-86B6-1D76CDC4F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967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1"/>
                      <a:pt x="0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8" name="Freeform 512">
                <a:extLst>
                  <a:ext uri="{FF2B5EF4-FFF2-40B4-BE49-F238E27FC236}">
                    <a16:creationId xmlns:a16="http://schemas.microsoft.com/office/drawing/2014/main" id="{E36FC988-1DD0-49E5-A76B-CA8B659B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919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9" name="Freeform 513">
                <a:extLst>
                  <a:ext uri="{FF2B5EF4-FFF2-40B4-BE49-F238E27FC236}">
                    <a16:creationId xmlns:a16="http://schemas.microsoft.com/office/drawing/2014/main" id="{019FD2E7-2BF3-4275-9705-E0C173CD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689"/>
                <a:ext cx="58" cy="64"/>
              </a:xfrm>
              <a:custGeom>
                <a:avLst/>
                <a:gdLst>
                  <a:gd name="T0" fmla="*/ 159 w 23"/>
                  <a:gd name="T1" fmla="*/ 397 h 24"/>
                  <a:gd name="T2" fmla="*/ 255 w 23"/>
                  <a:gd name="T3" fmla="*/ 205 h 24"/>
                  <a:gd name="T4" fmla="*/ 368 w 23"/>
                  <a:gd name="T5" fmla="*/ 171 h 24"/>
                  <a:gd name="T6" fmla="*/ 368 w 23"/>
                  <a:gd name="T7" fmla="*/ 149 h 24"/>
                  <a:gd name="T8" fmla="*/ 0 w 23"/>
                  <a:gd name="T9" fmla="*/ 77 h 24"/>
                  <a:gd name="T10" fmla="*/ 0 w 23"/>
                  <a:gd name="T11" fmla="*/ 77 h 24"/>
                  <a:gd name="T12" fmla="*/ 63 w 23"/>
                  <a:gd name="T13" fmla="*/ 136 h 24"/>
                  <a:gd name="T14" fmla="*/ 83 w 23"/>
                  <a:gd name="T15" fmla="*/ 341 h 24"/>
                  <a:gd name="T16" fmla="*/ 20 w 23"/>
                  <a:gd name="T17" fmla="*/ 456 h 24"/>
                  <a:gd name="T18" fmla="*/ 83 w 23"/>
                  <a:gd name="T19" fmla="*/ 456 h 24"/>
                  <a:gd name="T20" fmla="*/ 146 w 23"/>
                  <a:gd name="T21" fmla="*/ 435 h 24"/>
                  <a:gd name="T22" fmla="*/ 179 w 23"/>
                  <a:gd name="T23" fmla="*/ 435 h 24"/>
                  <a:gd name="T24" fmla="*/ 159 w 23"/>
                  <a:gd name="T25" fmla="*/ 397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24">
                    <a:moveTo>
                      <a:pt x="10" y="21"/>
                    </a:moveTo>
                    <a:cubicBezTo>
                      <a:pt x="9" y="16"/>
                      <a:pt x="12" y="13"/>
                      <a:pt x="16" y="11"/>
                    </a:cubicBezTo>
                    <a:cubicBezTo>
                      <a:pt x="18" y="10"/>
                      <a:pt x="21" y="9"/>
                      <a:pt x="23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18" y="0"/>
                      <a:pt x="7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7" y="10"/>
                      <a:pt x="8" y="13"/>
                      <a:pt x="5" y="18"/>
                    </a:cubicBezTo>
                    <a:cubicBezTo>
                      <a:pt x="4" y="21"/>
                      <a:pt x="3" y="23"/>
                      <a:pt x="1" y="24"/>
                    </a:cubicBezTo>
                    <a:cubicBezTo>
                      <a:pt x="2" y="24"/>
                      <a:pt x="4" y="24"/>
                      <a:pt x="5" y="24"/>
                    </a:cubicBezTo>
                    <a:cubicBezTo>
                      <a:pt x="6" y="24"/>
                      <a:pt x="8" y="23"/>
                      <a:pt x="9" y="23"/>
                    </a:cubicBezTo>
                    <a:cubicBezTo>
                      <a:pt x="10" y="23"/>
                      <a:pt x="10" y="23"/>
                      <a:pt x="11" y="23"/>
                    </a:cubicBezTo>
                    <a:cubicBezTo>
                      <a:pt x="11" y="23"/>
                      <a:pt x="10" y="22"/>
                      <a:pt x="10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0" name="Freeform 514">
                <a:extLst>
                  <a:ext uri="{FF2B5EF4-FFF2-40B4-BE49-F238E27FC236}">
                    <a16:creationId xmlns:a16="http://schemas.microsoft.com/office/drawing/2014/main" id="{A9A5AE66-D9E5-413E-85AE-AB549D805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948"/>
                <a:ext cx="60" cy="80"/>
              </a:xfrm>
              <a:custGeom>
                <a:avLst/>
                <a:gdLst>
                  <a:gd name="T0" fmla="*/ 333 w 24"/>
                  <a:gd name="T1" fmla="*/ 419 h 30"/>
                  <a:gd name="T2" fmla="*/ 375 w 24"/>
                  <a:gd name="T3" fmla="*/ 341 h 30"/>
                  <a:gd name="T4" fmla="*/ 363 w 24"/>
                  <a:gd name="T5" fmla="*/ 307 h 30"/>
                  <a:gd name="T6" fmla="*/ 313 w 24"/>
                  <a:gd name="T7" fmla="*/ 35 h 30"/>
                  <a:gd name="T8" fmla="*/ 250 w 24"/>
                  <a:gd name="T9" fmla="*/ 0 h 30"/>
                  <a:gd name="T10" fmla="*/ 125 w 24"/>
                  <a:gd name="T11" fmla="*/ 93 h 30"/>
                  <a:gd name="T12" fmla="*/ 83 w 24"/>
                  <a:gd name="T13" fmla="*/ 93 h 30"/>
                  <a:gd name="T14" fmla="*/ 0 w 24"/>
                  <a:gd name="T15" fmla="*/ 248 h 30"/>
                  <a:gd name="T16" fmla="*/ 83 w 24"/>
                  <a:gd name="T17" fmla="*/ 547 h 30"/>
                  <a:gd name="T18" fmla="*/ 95 w 24"/>
                  <a:gd name="T19" fmla="*/ 568 h 30"/>
                  <a:gd name="T20" fmla="*/ 300 w 24"/>
                  <a:gd name="T21" fmla="*/ 435 h 30"/>
                  <a:gd name="T22" fmla="*/ 333 w 24"/>
                  <a:gd name="T23" fmla="*/ 419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30">
                    <a:moveTo>
                      <a:pt x="21" y="22"/>
                    </a:moveTo>
                    <a:cubicBezTo>
                      <a:pt x="22" y="21"/>
                      <a:pt x="23" y="19"/>
                      <a:pt x="24" y="18"/>
                    </a:cubicBezTo>
                    <a:cubicBezTo>
                      <a:pt x="23" y="17"/>
                      <a:pt x="23" y="16"/>
                      <a:pt x="23" y="16"/>
                    </a:cubicBezTo>
                    <a:cubicBezTo>
                      <a:pt x="20" y="12"/>
                      <a:pt x="18" y="7"/>
                      <a:pt x="20" y="2"/>
                    </a:cubicBezTo>
                    <a:cubicBezTo>
                      <a:pt x="19" y="1"/>
                      <a:pt x="17" y="0"/>
                      <a:pt x="16" y="0"/>
                    </a:cubicBezTo>
                    <a:cubicBezTo>
                      <a:pt x="15" y="4"/>
                      <a:pt x="13" y="4"/>
                      <a:pt x="8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3" y="7"/>
                      <a:pt x="1" y="10"/>
                      <a:pt x="0" y="13"/>
                    </a:cubicBezTo>
                    <a:cubicBezTo>
                      <a:pt x="4" y="16"/>
                      <a:pt x="5" y="23"/>
                      <a:pt x="5" y="29"/>
                    </a:cubicBezTo>
                    <a:cubicBezTo>
                      <a:pt x="5" y="29"/>
                      <a:pt x="5" y="29"/>
                      <a:pt x="6" y="30"/>
                    </a:cubicBezTo>
                    <a:cubicBezTo>
                      <a:pt x="10" y="27"/>
                      <a:pt x="15" y="24"/>
                      <a:pt x="19" y="23"/>
                    </a:cubicBezTo>
                    <a:cubicBezTo>
                      <a:pt x="20" y="22"/>
                      <a:pt x="20" y="22"/>
                      <a:pt x="21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1" name="Freeform 515">
                <a:extLst>
                  <a:ext uri="{FF2B5EF4-FFF2-40B4-BE49-F238E27FC236}">
                    <a16:creationId xmlns:a16="http://schemas.microsoft.com/office/drawing/2014/main" id="{21E48403-4378-483A-A15A-EDCABA04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972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3" y="1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2" name="Freeform 516">
                <a:extLst>
                  <a:ext uri="{FF2B5EF4-FFF2-40B4-BE49-F238E27FC236}">
                    <a16:creationId xmlns:a16="http://schemas.microsoft.com/office/drawing/2014/main" id="{D573FD65-90FF-44B7-BE0F-4F391EE1C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79"/>
                <a:ext cx="62" cy="58"/>
              </a:xfrm>
              <a:custGeom>
                <a:avLst/>
                <a:gdLst>
                  <a:gd name="T0" fmla="*/ 290 w 25"/>
                  <a:gd name="T1" fmla="*/ 76 h 22"/>
                  <a:gd name="T2" fmla="*/ 184 w 25"/>
                  <a:gd name="T3" fmla="*/ 0 h 22"/>
                  <a:gd name="T4" fmla="*/ 184 w 25"/>
                  <a:gd name="T5" fmla="*/ 0 h 22"/>
                  <a:gd name="T6" fmla="*/ 30 w 25"/>
                  <a:gd name="T7" fmla="*/ 0 h 22"/>
                  <a:gd name="T8" fmla="*/ 42 w 25"/>
                  <a:gd name="T9" fmla="*/ 293 h 22"/>
                  <a:gd name="T10" fmla="*/ 278 w 25"/>
                  <a:gd name="T11" fmla="*/ 382 h 22"/>
                  <a:gd name="T12" fmla="*/ 382 w 25"/>
                  <a:gd name="T13" fmla="*/ 221 h 22"/>
                  <a:gd name="T14" fmla="*/ 290 w 25"/>
                  <a:gd name="T15" fmla="*/ 7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2">
                    <a:moveTo>
                      <a:pt x="19" y="4"/>
                    </a:moveTo>
                    <a:cubicBezTo>
                      <a:pt x="17" y="3"/>
                      <a:pt x="14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2"/>
                      <a:pt x="5" y="1"/>
                      <a:pt x="2" y="0"/>
                    </a:cubicBezTo>
                    <a:cubicBezTo>
                      <a:pt x="1" y="6"/>
                      <a:pt x="0" y="11"/>
                      <a:pt x="3" y="16"/>
                    </a:cubicBezTo>
                    <a:cubicBezTo>
                      <a:pt x="5" y="19"/>
                      <a:pt x="14" y="22"/>
                      <a:pt x="18" y="21"/>
                    </a:cubicBezTo>
                    <a:cubicBezTo>
                      <a:pt x="21" y="20"/>
                      <a:pt x="23" y="16"/>
                      <a:pt x="25" y="12"/>
                    </a:cubicBezTo>
                    <a:cubicBezTo>
                      <a:pt x="21" y="10"/>
                      <a:pt x="19" y="7"/>
                      <a:pt x="19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3" name="Freeform 517">
                <a:extLst>
                  <a:ext uri="{FF2B5EF4-FFF2-40B4-BE49-F238E27FC236}">
                    <a16:creationId xmlns:a16="http://schemas.microsoft.com/office/drawing/2014/main" id="{22611DD6-15D9-49FF-A94E-808ED149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111"/>
                <a:ext cx="25" cy="5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2"/>
                      <a:pt x="7" y="1"/>
                      <a:pt x="10" y="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4" name="Freeform 518">
                <a:extLst>
                  <a:ext uri="{FF2B5EF4-FFF2-40B4-BE49-F238E27FC236}">
                    <a16:creationId xmlns:a16="http://schemas.microsoft.com/office/drawing/2014/main" id="{FD88B91C-A3C1-4778-B9FF-73AB34BF4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089"/>
                <a:ext cx="22" cy="11"/>
              </a:xfrm>
              <a:custGeom>
                <a:avLst/>
                <a:gdLst>
                  <a:gd name="T0" fmla="*/ 0 w 9"/>
                  <a:gd name="T1" fmla="*/ 83 h 4"/>
                  <a:gd name="T2" fmla="*/ 132 w 9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2"/>
                      <a:pt x="7" y="0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5" name="Freeform 519">
                <a:extLst>
                  <a:ext uri="{FF2B5EF4-FFF2-40B4-BE49-F238E27FC236}">
                    <a16:creationId xmlns:a16="http://schemas.microsoft.com/office/drawing/2014/main" id="{68F8ECCF-8EC0-422F-812A-7A98F520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132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1" y="2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6" name="Freeform 520">
                <a:extLst>
                  <a:ext uri="{FF2B5EF4-FFF2-40B4-BE49-F238E27FC236}">
                    <a16:creationId xmlns:a16="http://schemas.microsoft.com/office/drawing/2014/main" id="{44F75C0E-23B8-4BEF-9122-F5B8AF942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007"/>
                <a:ext cx="83" cy="77"/>
              </a:xfrm>
              <a:custGeom>
                <a:avLst/>
                <a:gdLst>
                  <a:gd name="T0" fmla="*/ 317 w 33"/>
                  <a:gd name="T1" fmla="*/ 542 h 29"/>
                  <a:gd name="T2" fmla="*/ 506 w 33"/>
                  <a:gd name="T3" fmla="*/ 486 h 29"/>
                  <a:gd name="T4" fmla="*/ 526 w 33"/>
                  <a:gd name="T5" fmla="*/ 374 h 29"/>
                  <a:gd name="T6" fmla="*/ 493 w 33"/>
                  <a:gd name="T7" fmla="*/ 396 h 29"/>
                  <a:gd name="T8" fmla="*/ 241 w 33"/>
                  <a:gd name="T9" fmla="*/ 56 h 29"/>
                  <a:gd name="T10" fmla="*/ 33 w 33"/>
                  <a:gd name="T11" fmla="*/ 56 h 29"/>
                  <a:gd name="T12" fmla="*/ 20 w 33"/>
                  <a:gd name="T13" fmla="*/ 316 h 29"/>
                  <a:gd name="T14" fmla="*/ 272 w 33"/>
                  <a:gd name="T15" fmla="*/ 542 h 29"/>
                  <a:gd name="T16" fmla="*/ 317 w 33"/>
                  <a:gd name="T17" fmla="*/ 542 h 29"/>
                  <a:gd name="T18" fmla="*/ 317 w 33"/>
                  <a:gd name="T19" fmla="*/ 542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9">
                    <a:moveTo>
                      <a:pt x="20" y="29"/>
                    </a:moveTo>
                    <a:cubicBezTo>
                      <a:pt x="23" y="26"/>
                      <a:pt x="28" y="26"/>
                      <a:pt x="32" y="26"/>
                    </a:cubicBezTo>
                    <a:cubicBezTo>
                      <a:pt x="33" y="25"/>
                      <a:pt x="33" y="23"/>
                      <a:pt x="33" y="20"/>
                    </a:cubicBezTo>
                    <a:cubicBezTo>
                      <a:pt x="32" y="20"/>
                      <a:pt x="32" y="21"/>
                      <a:pt x="31" y="21"/>
                    </a:cubicBezTo>
                    <a:cubicBezTo>
                      <a:pt x="26" y="21"/>
                      <a:pt x="16" y="10"/>
                      <a:pt x="15" y="3"/>
                    </a:cubicBezTo>
                    <a:cubicBezTo>
                      <a:pt x="11" y="1"/>
                      <a:pt x="5" y="0"/>
                      <a:pt x="2" y="3"/>
                    </a:cubicBezTo>
                    <a:cubicBezTo>
                      <a:pt x="0" y="5"/>
                      <a:pt x="0" y="13"/>
                      <a:pt x="1" y="17"/>
                    </a:cubicBezTo>
                    <a:cubicBezTo>
                      <a:pt x="3" y="26"/>
                      <a:pt x="8" y="29"/>
                      <a:pt x="17" y="29"/>
                    </a:cubicBezTo>
                    <a:cubicBezTo>
                      <a:pt x="18" y="29"/>
                      <a:pt x="19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7" name="Freeform 521">
                <a:extLst>
                  <a:ext uri="{FF2B5EF4-FFF2-40B4-BE49-F238E27FC236}">
                    <a16:creationId xmlns:a16="http://schemas.microsoft.com/office/drawing/2014/main" id="{E133142E-90DC-48C8-ADED-24757DC24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031"/>
                <a:ext cx="7" cy="29"/>
              </a:xfrm>
              <a:custGeom>
                <a:avLst/>
                <a:gdLst>
                  <a:gd name="T0" fmla="*/ 28 w 3"/>
                  <a:gd name="T1" fmla="*/ 0 h 11"/>
                  <a:gd name="T2" fmla="*/ 37 w 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0" y="2"/>
                      <a:pt x="0" y="9"/>
                      <a:pt x="3" y="11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8" name="Freeform 522">
                <a:extLst>
                  <a:ext uri="{FF2B5EF4-FFF2-40B4-BE49-F238E27FC236}">
                    <a16:creationId xmlns:a16="http://schemas.microsoft.com/office/drawing/2014/main" id="{0E144B46-8146-4345-9A44-7E8AE79AC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935"/>
                <a:ext cx="77" cy="72"/>
              </a:xfrm>
              <a:custGeom>
                <a:avLst/>
                <a:gdLst>
                  <a:gd name="T0" fmla="*/ 92 w 31"/>
                  <a:gd name="T1" fmla="*/ 491 h 27"/>
                  <a:gd name="T2" fmla="*/ 370 w 31"/>
                  <a:gd name="T3" fmla="*/ 320 h 27"/>
                  <a:gd name="T4" fmla="*/ 400 w 31"/>
                  <a:gd name="T5" fmla="*/ 341 h 27"/>
                  <a:gd name="T6" fmla="*/ 474 w 31"/>
                  <a:gd name="T7" fmla="*/ 192 h 27"/>
                  <a:gd name="T8" fmla="*/ 383 w 31"/>
                  <a:gd name="T9" fmla="*/ 149 h 27"/>
                  <a:gd name="T10" fmla="*/ 291 w 31"/>
                  <a:gd name="T11" fmla="*/ 115 h 27"/>
                  <a:gd name="T12" fmla="*/ 75 w 31"/>
                  <a:gd name="T13" fmla="*/ 0 h 27"/>
                  <a:gd name="T14" fmla="*/ 62 w 31"/>
                  <a:gd name="T15" fmla="*/ 21 h 27"/>
                  <a:gd name="T16" fmla="*/ 92 w 31"/>
                  <a:gd name="T17" fmla="*/ 512 h 27"/>
                  <a:gd name="T18" fmla="*/ 92 w 31"/>
                  <a:gd name="T19" fmla="*/ 491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27">
                    <a:moveTo>
                      <a:pt x="6" y="26"/>
                    </a:moveTo>
                    <a:cubicBezTo>
                      <a:pt x="9" y="19"/>
                      <a:pt x="19" y="16"/>
                      <a:pt x="24" y="17"/>
                    </a:cubicBezTo>
                    <a:cubicBezTo>
                      <a:pt x="25" y="17"/>
                      <a:pt x="26" y="17"/>
                      <a:pt x="26" y="18"/>
                    </a:cubicBezTo>
                    <a:cubicBezTo>
                      <a:pt x="27" y="15"/>
                      <a:pt x="29" y="12"/>
                      <a:pt x="31" y="10"/>
                    </a:cubicBezTo>
                    <a:cubicBezTo>
                      <a:pt x="28" y="10"/>
                      <a:pt x="27" y="10"/>
                      <a:pt x="25" y="8"/>
                    </a:cubicBezTo>
                    <a:cubicBezTo>
                      <a:pt x="23" y="8"/>
                      <a:pt x="20" y="7"/>
                      <a:pt x="19" y="6"/>
                    </a:cubicBezTo>
                    <a:cubicBezTo>
                      <a:pt x="15" y="5"/>
                      <a:pt x="8" y="4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5"/>
                      <a:pt x="0" y="21"/>
                      <a:pt x="6" y="27"/>
                    </a:cubicBezTo>
                    <a:cubicBezTo>
                      <a:pt x="6" y="26"/>
                      <a:pt x="6" y="26"/>
                      <a:pt x="6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9" name="Freeform 523">
                <a:extLst>
                  <a:ext uri="{FF2B5EF4-FFF2-40B4-BE49-F238E27FC236}">
                    <a16:creationId xmlns:a16="http://schemas.microsoft.com/office/drawing/2014/main" id="{D6080B79-3B49-412E-B26B-FA02FFE8A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959"/>
                <a:ext cx="5" cy="18"/>
              </a:xfrm>
              <a:custGeom>
                <a:avLst/>
                <a:gdLst>
                  <a:gd name="T0" fmla="*/ 33 w 2"/>
                  <a:gd name="T1" fmla="*/ 0 h 7"/>
                  <a:gd name="T2" fmla="*/ 20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0" name="Freeform 524">
                <a:extLst>
                  <a:ext uri="{FF2B5EF4-FFF2-40B4-BE49-F238E27FC236}">
                    <a16:creationId xmlns:a16="http://schemas.microsoft.com/office/drawing/2014/main" id="{83760934-C497-43E1-A903-26F1D4389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2076"/>
                <a:ext cx="55" cy="59"/>
              </a:xfrm>
              <a:custGeom>
                <a:avLst/>
                <a:gdLst>
                  <a:gd name="T0" fmla="*/ 345 w 22"/>
                  <a:gd name="T1" fmla="*/ 56 h 22"/>
                  <a:gd name="T2" fmla="*/ 345 w 22"/>
                  <a:gd name="T3" fmla="*/ 56 h 22"/>
                  <a:gd name="T4" fmla="*/ 300 w 22"/>
                  <a:gd name="T5" fmla="*/ 56 h 22"/>
                  <a:gd name="T6" fmla="*/ 125 w 22"/>
                  <a:gd name="T7" fmla="*/ 0 h 22"/>
                  <a:gd name="T8" fmla="*/ 20 w 22"/>
                  <a:gd name="T9" fmla="*/ 193 h 22"/>
                  <a:gd name="T10" fmla="*/ 95 w 22"/>
                  <a:gd name="T11" fmla="*/ 402 h 22"/>
                  <a:gd name="T12" fmla="*/ 333 w 22"/>
                  <a:gd name="T13" fmla="*/ 346 h 22"/>
                  <a:gd name="T14" fmla="*/ 345 w 22"/>
                  <a:gd name="T15" fmla="*/ 5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2">
                    <a:moveTo>
                      <a:pt x="22" y="3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21" y="3"/>
                      <a:pt x="20" y="3"/>
                      <a:pt x="19" y="3"/>
                    </a:cubicBezTo>
                    <a:cubicBezTo>
                      <a:pt x="14" y="3"/>
                      <a:pt x="11" y="2"/>
                      <a:pt x="8" y="0"/>
                    </a:cubicBezTo>
                    <a:cubicBezTo>
                      <a:pt x="6" y="3"/>
                      <a:pt x="3" y="7"/>
                      <a:pt x="1" y="10"/>
                    </a:cubicBezTo>
                    <a:cubicBezTo>
                      <a:pt x="0" y="14"/>
                      <a:pt x="2" y="20"/>
                      <a:pt x="6" y="21"/>
                    </a:cubicBezTo>
                    <a:cubicBezTo>
                      <a:pt x="9" y="22"/>
                      <a:pt x="17" y="19"/>
                      <a:pt x="21" y="18"/>
                    </a:cubicBezTo>
                    <a:cubicBezTo>
                      <a:pt x="18" y="14"/>
                      <a:pt x="19" y="7"/>
                      <a:pt x="2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1" name="Freeform 525">
                <a:extLst>
                  <a:ext uri="{FF2B5EF4-FFF2-40B4-BE49-F238E27FC236}">
                    <a16:creationId xmlns:a16="http://schemas.microsoft.com/office/drawing/2014/main" id="{80EDEF97-1486-4281-83E0-303E0D568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124"/>
                <a:ext cx="75" cy="51"/>
              </a:xfrm>
              <a:custGeom>
                <a:avLst/>
                <a:gdLst>
                  <a:gd name="T0" fmla="*/ 458 w 30"/>
                  <a:gd name="T1" fmla="*/ 217 h 19"/>
                  <a:gd name="T2" fmla="*/ 470 w 30"/>
                  <a:gd name="T3" fmla="*/ 172 h 19"/>
                  <a:gd name="T4" fmla="*/ 425 w 30"/>
                  <a:gd name="T5" fmla="*/ 172 h 19"/>
                  <a:gd name="T6" fmla="*/ 145 w 30"/>
                  <a:gd name="T7" fmla="*/ 0 h 19"/>
                  <a:gd name="T8" fmla="*/ 145 w 30"/>
                  <a:gd name="T9" fmla="*/ 0 h 19"/>
                  <a:gd name="T10" fmla="*/ 0 w 30"/>
                  <a:gd name="T11" fmla="*/ 56 h 19"/>
                  <a:gd name="T12" fmla="*/ 0 w 30"/>
                  <a:gd name="T13" fmla="*/ 81 h 19"/>
                  <a:gd name="T14" fmla="*/ 125 w 30"/>
                  <a:gd name="T15" fmla="*/ 330 h 19"/>
                  <a:gd name="T16" fmla="*/ 158 w 30"/>
                  <a:gd name="T17" fmla="*/ 368 h 19"/>
                  <a:gd name="T18" fmla="*/ 458 w 30"/>
                  <a:gd name="T19" fmla="*/ 217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19">
                    <a:moveTo>
                      <a:pt x="29" y="11"/>
                    </a:moveTo>
                    <a:cubicBezTo>
                      <a:pt x="30" y="11"/>
                      <a:pt x="30" y="10"/>
                      <a:pt x="30" y="9"/>
                    </a:cubicBezTo>
                    <a:cubicBezTo>
                      <a:pt x="29" y="9"/>
                      <a:pt x="28" y="9"/>
                      <a:pt x="27" y="9"/>
                    </a:cubicBezTo>
                    <a:cubicBezTo>
                      <a:pt x="20" y="7"/>
                      <a:pt x="13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3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8"/>
                      <a:pt x="3" y="13"/>
                      <a:pt x="8" y="17"/>
                    </a:cubicBezTo>
                    <a:cubicBezTo>
                      <a:pt x="8" y="18"/>
                      <a:pt x="9" y="18"/>
                      <a:pt x="10" y="19"/>
                    </a:cubicBezTo>
                    <a:cubicBezTo>
                      <a:pt x="12" y="14"/>
                      <a:pt x="21" y="12"/>
                      <a:pt x="29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2" name="Freeform 526">
                <a:extLst>
                  <a:ext uri="{FF2B5EF4-FFF2-40B4-BE49-F238E27FC236}">
                    <a16:creationId xmlns:a16="http://schemas.microsoft.com/office/drawing/2014/main" id="{D9484D71-6247-4F9A-B601-E983657F7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185"/>
                <a:ext cx="77" cy="64"/>
              </a:xfrm>
              <a:custGeom>
                <a:avLst/>
                <a:gdLst>
                  <a:gd name="T0" fmla="*/ 308 w 31"/>
                  <a:gd name="T1" fmla="*/ 0 h 24"/>
                  <a:gd name="T2" fmla="*/ 75 w 31"/>
                  <a:gd name="T3" fmla="*/ 77 h 24"/>
                  <a:gd name="T4" fmla="*/ 0 w 31"/>
                  <a:gd name="T5" fmla="*/ 115 h 24"/>
                  <a:gd name="T6" fmla="*/ 12 w 31"/>
                  <a:gd name="T7" fmla="*/ 376 h 24"/>
                  <a:gd name="T8" fmla="*/ 12 w 31"/>
                  <a:gd name="T9" fmla="*/ 419 h 24"/>
                  <a:gd name="T10" fmla="*/ 216 w 31"/>
                  <a:gd name="T11" fmla="*/ 435 h 24"/>
                  <a:gd name="T12" fmla="*/ 400 w 31"/>
                  <a:gd name="T13" fmla="*/ 419 h 24"/>
                  <a:gd name="T14" fmla="*/ 462 w 31"/>
                  <a:gd name="T15" fmla="*/ 171 h 24"/>
                  <a:gd name="T16" fmla="*/ 308 w 31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4">
                    <a:moveTo>
                      <a:pt x="20" y="0"/>
                    </a:moveTo>
                    <a:cubicBezTo>
                      <a:pt x="15" y="0"/>
                      <a:pt x="9" y="3"/>
                      <a:pt x="5" y="4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3" y="8"/>
                      <a:pt x="2" y="14"/>
                      <a:pt x="1" y="20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5" y="23"/>
                      <a:pt x="10" y="23"/>
                      <a:pt x="14" y="23"/>
                    </a:cubicBezTo>
                    <a:cubicBezTo>
                      <a:pt x="17" y="23"/>
                      <a:pt x="23" y="24"/>
                      <a:pt x="26" y="22"/>
                    </a:cubicBezTo>
                    <a:cubicBezTo>
                      <a:pt x="30" y="20"/>
                      <a:pt x="31" y="14"/>
                      <a:pt x="30" y="9"/>
                    </a:cubicBezTo>
                    <a:cubicBezTo>
                      <a:pt x="22" y="8"/>
                      <a:pt x="20" y="5"/>
                      <a:pt x="2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3" name="Freeform 527">
                <a:extLst>
                  <a:ext uri="{FF2B5EF4-FFF2-40B4-BE49-F238E27FC236}">
                    <a16:creationId xmlns:a16="http://schemas.microsoft.com/office/drawing/2014/main" id="{9737C481-0BDA-4EEC-916B-B73DF8B87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228"/>
                <a:ext cx="80" cy="64"/>
              </a:xfrm>
              <a:custGeom>
                <a:avLst/>
                <a:gdLst>
                  <a:gd name="T0" fmla="*/ 283 w 32"/>
                  <a:gd name="T1" fmla="*/ 0 h 24"/>
                  <a:gd name="T2" fmla="*/ 50 w 32"/>
                  <a:gd name="T3" fmla="*/ 115 h 24"/>
                  <a:gd name="T4" fmla="*/ 20 w 32"/>
                  <a:gd name="T5" fmla="*/ 397 h 24"/>
                  <a:gd name="T6" fmla="*/ 395 w 32"/>
                  <a:gd name="T7" fmla="*/ 456 h 24"/>
                  <a:gd name="T8" fmla="*/ 283 w 3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18" y="0"/>
                    </a:moveTo>
                    <a:cubicBezTo>
                      <a:pt x="12" y="0"/>
                      <a:pt x="6" y="0"/>
                      <a:pt x="3" y="6"/>
                    </a:cubicBezTo>
                    <a:cubicBezTo>
                      <a:pt x="1" y="9"/>
                      <a:pt x="0" y="16"/>
                      <a:pt x="1" y="21"/>
                    </a:cubicBezTo>
                    <a:cubicBezTo>
                      <a:pt x="9" y="22"/>
                      <a:pt x="17" y="23"/>
                      <a:pt x="25" y="24"/>
                    </a:cubicBezTo>
                    <a:cubicBezTo>
                      <a:pt x="28" y="14"/>
                      <a:pt x="32" y="0"/>
                      <a:pt x="1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4" name="Freeform 528">
                <a:extLst>
                  <a:ext uri="{FF2B5EF4-FFF2-40B4-BE49-F238E27FC236}">
                    <a16:creationId xmlns:a16="http://schemas.microsoft.com/office/drawing/2014/main" id="{290BBC47-3E81-43F3-9367-3EB05A04C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215"/>
                <a:ext cx="20" cy="18"/>
              </a:xfrm>
              <a:custGeom>
                <a:avLst/>
                <a:gdLst>
                  <a:gd name="T0" fmla="*/ 0 w 8"/>
                  <a:gd name="T1" fmla="*/ 118 h 7"/>
                  <a:gd name="T2" fmla="*/ 125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5" y="7"/>
                      <a:pt x="7" y="5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5" name="Freeform 529">
                <a:extLst>
                  <a:ext uri="{FF2B5EF4-FFF2-40B4-BE49-F238E27FC236}">
                    <a16:creationId xmlns:a16="http://schemas.microsoft.com/office/drawing/2014/main" id="{B9818377-58A8-4A74-B3B3-421BC1AF4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247"/>
                <a:ext cx="33" cy="8"/>
              </a:xfrm>
              <a:custGeom>
                <a:avLst/>
                <a:gdLst>
                  <a:gd name="T0" fmla="*/ 213 w 13"/>
                  <a:gd name="T1" fmla="*/ 21 h 3"/>
                  <a:gd name="T2" fmla="*/ 0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13" y="1"/>
                    </a:moveTo>
                    <a:cubicBezTo>
                      <a:pt x="8" y="1"/>
                      <a:pt x="4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6" name="Freeform 530">
                <a:extLst>
                  <a:ext uri="{FF2B5EF4-FFF2-40B4-BE49-F238E27FC236}">
                    <a16:creationId xmlns:a16="http://schemas.microsoft.com/office/drawing/2014/main" id="{038F3982-3F8C-4F3C-B3BA-B50803691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244"/>
                <a:ext cx="13" cy="19"/>
              </a:xfrm>
              <a:custGeom>
                <a:avLst/>
                <a:gdLst>
                  <a:gd name="T0" fmla="*/ 0 w 5"/>
                  <a:gd name="T1" fmla="*/ 0 h 7"/>
                  <a:gd name="T2" fmla="*/ 88 w 5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0" y="3"/>
                      <a:pt x="2" y="5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7" name="Freeform 531">
                <a:extLst>
                  <a:ext uri="{FF2B5EF4-FFF2-40B4-BE49-F238E27FC236}">
                    <a16:creationId xmlns:a16="http://schemas.microsoft.com/office/drawing/2014/main" id="{9E06CB62-D326-44E2-B840-6745426CE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201"/>
                <a:ext cx="5" cy="27"/>
              </a:xfrm>
              <a:custGeom>
                <a:avLst/>
                <a:gdLst>
                  <a:gd name="T0" fmla="*/ 0 w 2"/>
                  <a:gd name="T1" fmla="*/ 0 h 10"/>
                  <a:gd name="T2" fmla="*/ 33 w 2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3"/>
                      <a:pt x="2" y="7"/>
                      <a:pt x="2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8" name="Freeform 532">
                <a:extLst>
                  <a:ext uri="{FF2B5EF4-FFF2-40B4-BE49-F238E27FC236}">
                    <a16:creationId xmlns:a16="http://schemas.microsoft.com/office/drawing/2014/main" id="{3D177EE7-02ED-4E10-888B-4CE805200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188"/>
                <a:ext cx="93" cy="72"/>
              </a:xfrm>
              <a:custGeom>
                <a:avLst/>
                <a:gdLst>
                  <a:gd name="T0" fmla="*/ 555 w 37"/>
                  <a:gd name="T1" fmla="*/ 149 h 27"/>
                  <a:gd name="T2" fmla="*/ 555 w 37"/>
                  <a:gd name="T3" fmla="*/ 149 h 27"/>
                  <a:gd name="T4" fmla="*/ 505 w 37"/>
                  <a:gd name="T5" fmla="*/ 171 h 27"/>
                  <a:gd name="T6" fmla="*/ 304 w 37"/>
                  <a:gd name="T7" fmla="*/ 0 h 27"/>
                  <a:gd name="T8" fmla="*/ 284 w 37"/>
                  <a:gd name="T9" fmla="*/ 0 h 27"/>
                  <a:gd name="T10" fmla="*/ 33 w 37"/>
                  <a:gd name="T11" fmla="*/ 320 h 27"/>
                  <a:gd name="T12" fmla="*/ 96 w 37"/>
                  <a:gd name="T13" fmla="*/ 512 h 27"/>
                  <a:gd name="T14" fmla="*/ 588 w 37"/>
                  <a:gd name="T15" fmla="*/ 248 h 27"/>
                  <a:gd name="T16" fmla="*/ 555 w 37"/>
                  <a:gd name="T17" fmla="*/ 14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7">
                    <a:moveTo>
                      <a:pt x="35" y="8"/>
                    </a:moveTo>
                    <a:cubicBezTo>
                      <a:pt x="35" y="8"/>
                      <a:pt x="35" y="8"/>
                      <a:pt x="35" y="8"/>
                    </a:cubicBezTo>
                    <a:cubicBezTo>
                      <a:pt x="34" y="9"/>
                      <a:pt x="33" y="9"/>
                      <a:pt x="32" y="9"/>
                    </a:cubicBezTo>
                    <a:cubicBezTo>
                      <a:pt x="25" y="10"/>
                      <a:pt x="22" y="5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3"/>
                      <a:pt x="0" y="8"/>
                      <a:pt x="2" y="17"/>
                    </a:cubicBezTo>
                    <a:cubicBezTo>
                      <a:pt x="3" y="20"/>
                      <a:pt x="4" y="24"/>
                      <a:pt x="6" y="27"/>
                    </a:cubicBezTo>
                    <a:cubicBezTo>
                      <a:pt x="17" y="23"/>
                      <a:pt x="28" y="18"/>
                      <a:pt x="37" y="13"/>
                    </a:cubicBezTo>
                    <a:cubicBezTo>
                      <a:pt x="37" y="11"/>
                      <a:pt x="36" y="10"/>
                      <a:pt x="3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9" name="Freeform 533">
                <a:extLst>
                  <a:ext uri="{FF2B5EF4-FFF2-40B4-BE49-F238E27FC236}">
                    <a16:creationId xmlns:a16="http://schemas.microsoft.com/office/drawing/2014/main" id="{043EEF65-67D2-4CBF-9D66-A141F2BA2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217"/>
                <a:ext cx="8" cy="22"/>
              </a:xfrm>
              <a:custGeom>
                <a:avLst/>
                <a:gdLst>
                  <a:gd name="T0" fmla="*/ 35 w 3"/>
                  <a:gd name="T1" fmla="*/ 0 h 8"/>
                  <a:gd name="T2" fmla="*/ 56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0" y="2"/>
                      <a:pt x="1" y="6"/>
                      <a:pt x="3" y="8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0" name="Freeform 534">
                <a:extLst>
                  <a:ext uri="{FF2B5EF4-FFF2-40B4-BE49-F238E27FC236}">
                    <a16:creationId xmlns:a16="http://schemas.microsoft.com/office/drawing/2014/main" id="{02231335-32B6-41EA-ACA5-AC70C6BEA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076"/>
                <a:ext cx="80" cy="91"/>
              </a:xfrm>
              <a:custGeom>
                <a:avLst/>
                <a:gdLst>
                  <a:gd name="T0" fmla="*/ 363 w 32"/>
                  <a:gd name="T1" fmla="*/ 35 h 34"/>
                  <a:gd name="T2" fmla="*/ 175 w 32"/>
                  <a:gd name="T3" fmla="*/ 94 h 34"/>
                  <a:gd name="T4" fmla="*/ 50 w 32"/>
                  <a:gd name="T5" fmla="*/ 517 h 34"/>
                  <a:gd name="T6" fmla="*/ 175 w 32"/>
                  <a:gd name="T7" fmla="*/ 653 h 34"/>
                  <a:gd name="T8" fmla="*/ 238 w 32"/>
                  <a:gd name="T9" fmla="*/ 632 h 34"/>
                  <a:gd name="T10" fmla="*/ 500 w 32"/>
                  <a:gd name="T11" fmla="*/ 252 h 34"/>
                  <a:gd name="T12" fmla="*/ 363 w 32"/>
                  <a:gd name="T13" fmla="*/ 3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4">
                    <a:moveTo>
                      <a:pt x="23" y="2"/>
                    </a:moveTo>
                    <a:cubicBezTo>
                      <a:pt x="19" y="0"/>
                      <a:pt x="14" y="1"/>
                      <a:pt x="11" y="5"/>
                    </a:cubicBezTo>
                    <a:cubicBezTo>
                      <a:pt x="5" y="11"/>
                      <a:pt x="0" y="18"/>
                      <a:pt x="3" y="27"/>
                    </a:cubicBezTo>
                    <a:cubicBezTo>
                      <a:pt x="4" y="30"/>
                      <a:pt x="7" y="34"/>
                      <a:pt x="11" y="34"/>
                    </a:cubicBezTo>
                    <a:cubicBezTo>
                      <a:pt x="12" y="34"/>
                      <a:pt x="14" y="33"/>
                      <a:pt x="15" y="33"/>
                    </a:cubicBezTo>
                    <a:cubicBezTo>
                      <a:pt x="21" y="27"/>
                      <a:pt x="27" y="20"/>
                      <a:pt x="32" y="13"/>
                    </a:cubicBezTo>
                    <a:cubicBezTo>
                      <a:pt x="31" y="9"/>
                      <a:pt x="28" y="5"/>
                      <a:pt x="23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1" name="Freeform 535">
                <a:extLst>
                  <a:ext uri="{FF2B5EF4-FFF2-40B4-BE49-F238E27FC236}">
                    <a16:creationId xmlns:a16="http://schemas.microsoft.com/office/drawing/2014/main" id="{0038F819-25C7-4D5B-B1C3-D213C41A2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100"/>
                <a:ext cx="27" cy="11"/>
              </a:xfrm>
              <a:custGeom>
                <a:avLst/>
                <a:gdLst>
                  <a:gd name="T0" fmla="*/ 162 w 11"/>
                  <a:gd name="T1" fmla="*/ 83 h 4"/>
                  <a:gd name="T2" fmla="*/ 0 w 1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9" y="2"/>
                      <a:pt x="5" y="0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2" name="Freeform 536">
                <a:extLst>
                  <a:ext uri="{FF2B5EF4-FFF2-40B4-BE49-F238E27FC236}">
                    <a16:creationId xmlns:a16="http://schemas.microsoft.com/office/drawing/2014/main" id="{6CF62202-A56F-4B40-B9FD-896D23EB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036"/>
                <a:ext cx="47" cy="75"/>
              </a:xfrm>
              <a:custGeom>
                <a:avLst/>
                <a:gdLst>
                  <a:gd name="T0" fmla="*/ 228 w 19"/>
                  <a:gd name="T1" fmla="*/ 0 h 28"/>
                  <a:gd name="T2" fmla="*/ 195 w 19"/>
                  <a:gd name="T3" fmla="*/ 0 h 28"/>
                  <a:gd name="T4" fmla="*/ 62 w 19"/>
                  <a:gd name="T5" fmla="*/ 35 h 28"/>
                  <a:gd name="T6" fmla="*/ 12 w 19"/>
                  <a:gd name="T7" fmla="*/ 329 h 28"/>
                  <a:gd name="T8" fmla="*/ 12 w 19"/>
                  <a:gd name="T9" fmla="*/ 329 h 28"/>
                  <a:gd name="T10" fmla="*/ 153 w 19"/>
                  <a:gd name="T11" fmla="*/ 538 h 28"/>
                  <a:gd name="T12" fmla="*/ 153 w 19"/>
                  <a:gd name="T13" fmla="*/ 538 h 28"/>
                  <a:gd name="T14" fmla="*/ 257 w 19"/>
                  <a:gd name="T15" fmla="*/ 329 h 28"/>
                  <a:gd name="T16" fmla="*/ 228 w 19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8">
                    <a:moveTo>
                      <a:pt x="15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0" y="3"/>
                      <a:pt x="7" y="3"/>
                      <a:pt x="4" y="2"/>
                    </a:cubicBezTo>
                    <a:cubicBezTo>
                      <a:pt x="2" y="6"/>
                      <a:pt x="0" y="12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6" y="20"/>
                      <a:pt x="9" y="24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3" y="25"/>
                      <a:pt x="15" y="21"/>
                      <a:pt x="17" y="17"/>
                    </a:cubicBezTo>
                    <a:cubicBezTo>
                      <a:pt x="18" y="11"/>
                      <a:pt x="19" y="3"/>
                      <a:pt x="1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3" name="Freeform 537">
                <a:extLst>
                  <a:ext uri="{FF2B5EF4-FFF2-40B4-BE49-F238E27FC236}">
                    <a16:creationId xmlns:a16="http://schemas.microsoft.com/office/drawing/2014/main" id="{96F93C04-FA7B-4E22-A5AF-F63ECADFC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100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3"/>
                      <a:pt x="2" y="4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" name="Freeform 538">
                <a:extLst>
                  <a:ext uri="{FF2B5EF4-FFF2-40B4-BE49-F238E27FC236}">
                    <a16:creationId xmlns:a16="http://schemas.microsoft.com/office/drawing/2014/main" id="{19C4202D-93DC-4B05-9014-F9E91E582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83"/>
                <a:ext cx="8" cy="16"/>
              </a:xfrm>
              <a:custGeom>
                <a:avLst/>
                <a:gdLst>
                  <a:gd name="T0" fmla="*/ 0 w 3"/>
                  <a:gd name="T1" fmla="*/ 0 h 6"/>
                  <a:gd name="T2" fmla="*/ 56 w 3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6"/>
                      <a:pt x="3" y="5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" name="Freeform 539">
                <a:extLst>
                  <a:ext uri="{FF2B5EF4-FFF2-40B4-BE49-F238E27FC236}">
                    <a16:creationId xmlns:a16="http://schemas.microsoft.com/office/drawing/2014/main" id="{270AB741-E0F6-4161-92DA-07C640D61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204"/>
                <a:ext cx="72" cy="75"/>
              </a:xfrm>
              <a:custGeom>
                <a:avLst/>
                <a:gdLst>
                  <a:gd name="T0" fmla="*/ 137 w 29"/>
                  <a:gd name="T1" fmla="*/ 35 h 28"/>
                  <a:gd name="T2" fmla="*/ 137 w 29"/>
                  <a:gd name="T3" fmla="*/ 35 h 28"/>
                  <a:gd name="T4" fmla="*/ 12 w 29"/>
                  <a:gd name="T5" fmla="*/ 479 h 28"/>
                  <a:gd name="T6" fmla="*/ 104 w 29"/>
                  <a:gd name="T7" fmla="*/ 538 h 28"/>
                  <a:gd name="T8" fmla="*/ 412 w 29"/>
                  <a:gd name="T9" fmla="*/ 445 h 28"/>
                  <a:gd name="T10" fmla="*/ 308 w 29"/>
                  <a:gd name="T11" fmla="*/ 0 h 28"/>
                  <a:gd name="T12" fmla="*/ 137 w 29"/>
                  <a:gd name="T13" fmla="*/ 3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8"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4" y="8"/>
                      <a:pt x="0" y="19"/>
                      <a:pt x="1" y="25"/>
                    </a:cubicBezTo>
                    <a:cubicBezTo>
                      <a:pt x="2" y="27"/>
                      <a:pt x="4" y="28"/>
                      <a:pt x="7" y="28"/>
                    </a:cubicBezTo>
                    <a:cubicBezTo>
                      <a:pt x="14" y="27"/>
                      <a:pt x="20" y="25"/>
                      <a:pt x="27" y="23"/>
                    </a:cubicBezTo>
                    <a:cubicBezTo>
                      <a:pt x="29" y="17"/>
                      <a:pt x="23" y="5"/>
                      <a:pt x="20" y="0"/>
                    </a:cubicBezTo>
                    <a:cubicBezTo>
                      <a:pt x="16" y="3"/>
                      <a:pt x="13" y="3"/>
                      <a:pt x="9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" name="Freeform 540">
                <a:extLst>
                  <a:ext uri="{FF2B5EF4-FFF2-40B4-BE49-F238E27FC236}">
                    <a16:creationId xmlns:a16="http://schemas.microsoft.com/office/drawing/2014/main" id="{796D24F9-2CC4-4F29-BA1C-6C2FFE33F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255"/>
                <a:ext cx="27" cy="8"/>
              </a:xfrm>
              <a:custGeom>
                <a:avLst/>
                <a:gdLst>
                  <a:gd name="T0" fmla="*/ 0 w 11"/>
                  <a:gd name="T1" fmla="*/ 0 h 3"/>
                  <a:gd name="T2" fmla="*/ 162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5" y="2"/>
                      <a:pt x="7" y="3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" name="Freeform 541">
                <a:extLst>
                  <a:ext uri="{FF2B5EF4-FFF2-40B4-BE49-F238E27FC236}">
                    <a16:creationId xmlns:a16="http://schemas.microsoft.com/office/drawing/2014/main" id="{1DA8BF2D-7099-4EDB-BE80-1A97A1DE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209"/>
                <a:ext cx="48" cy="75"/>
              </a:xfrm>
              <a:custGeom>
                <a:avLst/>
                <a:gdLst>
                  <a:gd name="T0" fmla="*/ 222 w 19"/>
                  <a:gd name="T1" fmla="*/ 0 h 28"/>
                  <a:gd name="T2" fmla="*/ 210 w 19"/>
                  <a:gd name="T3" fmla="*/ 0 h 28"/>
                  <a:gd name="T4" fmla="*/ 129 w 19"/>
                  <a:gd name="T5" fmla="*/ 252 h 28"/>
                  <a:gd name="T6" fmla="*/ 0 w 19"/>
                  <a:gd name="T7" fmla="*/ 423 h 28"/>
                  <a:gd name="T8" fmla="*/ 147 w 19"/>
                  <a:gd name="T9" fmla="*/ 538 h 28"/>
                  <a:gd name="T10" fmla="*/ 275 w 19"/>
                  <a:gd name="T11" fmla="*/ 517 h 28"/>
                  <a:gd name="T12" fmla="*/ 288 w 19"/>
                  <a:gd name="T13" fmla="*/ 504 h 28"/>
                  <a:gd name="T14" fmla="*/ 222 w 19"/>
                  <a:gd name="T15" fmla="*/ 445 h 28"/>
                  <a:gd name="T16" fmla="*/ 306 w 19"/>
                  <a:gd name="T17" fmla="*/ 78 h 28"/>
                  <a:gd name="T18" fmla="*/ 222 w 1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28">
                    <a:moveTo>
                      <a:pt x="14" y="0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4" y="4"/>
                      <a:pt x="10" y="10"/>
                      <a:pt x="8" y="13"/>
                    </a:cubicBezTo>
                    <a:cubicBezTo>
                      <a:pt x="6" y="16"/>
                      <a:pt x="3" y="21"/>
                      <a:pt x="0" y="22"/>
                    </a:cubicBezTo>
                    <a:cubicBezTo>
                      <a:pt x="1" y="25"/>
                      <a:pt x="5" y="27"/>
                      <a:pt x="9" y="28"/>
                    </a:cubicBezTo>
                    <a:cubicBezTo>
                      <a:pt x="12" y="28"/>
                      <a:pt x="14" y="27"/>
                      <a:pt x="17" y="27"/>
                    </a:cubicBezTo>
                    <a:cubicBezTo>
                      <a:pt x="17" y="27"/>
                      <a:pt x="18" y="26"/>
                      <a:pt x="18" y="26"/>
                    </a:cubicBezTo>
                    <a:cubicBezTo>
                      <a:pt x="16" y="25"/>
                      <a:pt x="15" y="24"/>
                      <a:pt x="14" y="23"/>
                    </a:cubicBezTo>
                    <a:cubicBezTo>
                      <a:pt x="13" y="18"/>
                      <a:pt x="16" y="9"/>
                      <a:pt x="19" y="4"/>
                    </a:cubicBezTo>
                    <a:cubicBezTo>
                      <a:pt x="18" y="2"/>
                      <a:pt x="16" y="0"/>
                      <a:pt x="1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" name="Freeform 542">
                <a:extLst>
                  <a:ext uri="{FF2B5EF4-FFF2-40B4-BE49-F238E27FC236}">
                    <a16:creationId xmlns:a16="http://schemas.microsoft.com/office/drawing/2014/main" id="{61F61DAE-703E-4234-A0B9-65346E569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225"/>
                <a:ext cx="47" cy="72"/>
              </a:xfrm>
              <a:custGeom>
                <a:avLst/>
                <a:gdLst>
                  <a:gd name="T0" fmla="*/ 166 w 19"/>
                  <a:gd name="T1" fmla="*/ 227 h 27"/>
                  <a:gd name="T2" fmla="*/ 134 w 19"/>
                  <a:gd name="T3" fmla="*/ 35 h 27"/>
                  <a:gd name="T4" fmla="*/ 134 w 19"/>
                  <a:gd name="T5" fmla="*/ 0 h 27"/>
                  <a:gd name="T6" fmla="*/ 30 w 19"/>
                  <a:gd name="T7" fmla="*/ 115 h 27"/>
                  <a:gd name="T8" fmla="*/ 0 w 19"/>
                  <a:gd name="T9" fmla="*/ 435 h 27"/>
                  <a:gd name="T10" fmla="*/ 12 w 19"/>
                  <a:gd name="T11" fmla="*/ 456 h 27"/>
                  <a:gd name="T12" fmla="*/ 287 w 19"/>
                  <a:gd name="T13" fmla="*/ 320 h 27"/>
                  <a:gd name="T14" fmla="*/ 166 w 19"/>
                  <a:gd name="T15" fmla="*/ 2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27">
                    <a:moveTo>
                      <a:pt x="11" y="12"/>
                    </a:moveTo>
                    <a:cubicBezTo>
                      <a:pt x="8" y="8"/>
                      <a:pt x="8" y="6"/>
                      <a:pt x="9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7" y="2"/>
                      <a:pt x="4" y="4"/>
                      <a:pt x="2" y="6"/>
                    </a:cubicBezTo>
                    <a:cubicBezTo>
                      <a:pt x="4" y="11"/>
                      <a:pt x="2" y="17"/>
                      <a:pt x="0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8" y="27"/>
                      <a:pt x="16" y="23"/>
                      <a:pt x="19" y="17"/>
                    </a:cubicBezTo>
                    <a:cubicBezTo>
                      <a:pt x="15" y="17"/>
                      <a:pt x="13" y="15"/>
                      <a:pt x="1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" name="Freeform 543">
                <a:extLst>
                  <a:ext uri="{FF2B5EF4-FFF2-40B4-BE49-F238E27FC236}">
                    <a16:creationId xmlns:a16="http://schemas.microsoft.com/office/drawing/2014/main" id="{7B111812-2F69-4B3C-A52D-5B6785BF2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45"/>
                <a:ext cx="28" cy="27"/>
              </a:xfrm>
              <a:custGeom>
                <a:avLst/>
                <a:gdLst>
                  <a:gd name="T0" fmla="*/ 130 w 11"/>
                  <a:gd name="T1" fmla="*/ 138 h 10"/>
                  <a:gd name="T2" fmla="*/ 97 w 1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8" y="7"/>
                    </a:moveTo>
                    <a:cubicBezTo>
                      <a:pt x="11" y="0"/>
                      <a:pt x="0" y="3"/>
                      <a:pt x="6" y="10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" name="Freeform 544">
                <a:extLst>
                  <a:ext uri="{FF2B5EF4-FFF2-40B4-BE49-F238E27FC236}">
                    <a16:creationId xmlns:a16="http://schemas.microsoft.com/office/drawing/2014/main" id="{F1DE4FA6-0330-4C2C-8466-595BF698B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975"/>
                <a:ext cx="15" cy="13"/>
              </a:xfrm>
              <a:custGeom>
                <a:avLst/>
                <a:gdLst>
                  <a:gd name="T0" fmla="*/ 95 w 6"/>
                  <a:gd name="T1" fmla="*/ 55 h 5"/>
                  <a:gd name="T2" fmla="*/ 0 w 6"/>
                  <a:gd name="T3" fmla="*/ 88 h 5"/>
                  <a:gd name="T4" fmla="*/ 63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5"/>
                      <a:pt x="2" y="5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" name="Freeform 545">
                <a:extLst>
                  <a:ext uri="{FF2B5EF4-FFF2-40B4-BE49-F238E27FC236}">
                    <a16:creationId xmlns:a16="http://schemas.microsoft.com/office/drawing/2014/main" id="{EBE94832-FF0A-460D-804E-4F3E60B2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905"/>
                <a:ext cx="22" cy="19"/>
              </a:xfrm>
              <a:custGeom>
                <a:avLst/>
                <a:gdLst>
                  <a:gd name="T0" fmla="*/ 42 w 9"/>
                  <a:gd name="T1" fmla="*/ 141 h 7"/>
                  <a:gd name="T2" fmla="*/ 0 w 9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cubicBezTo>
                      <a:pt x="9" y="5"/>
                      <a:pt x="1" y="0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" name="Freeform 546">
                <a:extLst>
                  <a:ext uri="{FF2B5EF4-FFF2-40B4-BE49-F238E27FC236}">
                    <a16:creationId xmlns:a16="http://schemas.microsoft.com/office/drawing/2014/main" id="{F78A015E-2B0A-4504-8DF7-F1249F61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860"/>
                <a:ext cx="18" cy="19"/>
              </a:xfrm>
              <a:custGeom>
                <a:avLst/>
                <a:gdLst>
                  <a:gd name="T0" fmla="*/ 0 w 7"/>
                  <a:gd name="T1" fmla="*/ 81 h 7"/>
                  <a:gd name="T2" fmla="*/ 54 w 7"/>
                  <a:gd name="T3" fmla="*/ 22 h 7"/>
                  <a:gd name="T4" fmla="*/ 21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7" y="2"/>
                      <a:pt x="2" y="6"/>
                      <a:pt x="1" y="7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" name="Freeform 547">
                <a:extLst>
                  <a:ext uri="{FF2B5EF4-FFF2-40B4-BE49-F238E27FC236}">
                    <a16:creationId xmlns:a16="http://schemas.microsoft.com/office/drawing/2014/main" id="{9C261697-3182-426B-B06C-01B2313BF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860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" name="Freeform 548">
                <a:extLst>
                  <a:ext uri="{FF2B5EF4-FFF2-40B4-BE49-F238E27FC236}">
                    <a16:creationId xmlns:a16="http://schemas.microsoft.com/office/drawing/2014/main" id="{FE1866E2-C51A-4854-B2DE-C03A31ECD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788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95 w 6"/>
                  <a:gd name="T3" fmla="*/ 55 h 5"/>
                  <a:gd name="T4" fmla="*/ 0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3" y="0"/>
                      <a:pt x="5" y="2"/>
                      <a:pt x="6" y="3"/>
                    </a:cubicBezTo>
                    <a:cubicBezTo>
                      <a:pt x="4" y="5"/>
                      <a:pt x="2" y="5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" name="Freeform 549">
                <a:extLst>
                  <a:ext uri="{FF2B5EF4-FFF2-40B4-BE49-F238E27FC236}">
                    <a16:creationId xmlns:a16="http://schemas.microsoft.com/office/drawing/2014/main" id="{8953F310-CDF3-4511-B274-33E277CE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825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" name="Freeform 550">
                <a:extLst>
                  <a:ext uri="{FF2B5EF4-FFF2-40B4-BE49-F238E27FC236}">
                    <a16:creationId xmlns:a16="http://schemas.microsoft.com/office/drawing/2014/main" id="{233039D4-9E75-4FB4-8CCD-1DA9A357A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828"/>
                <a:ext cx="15" cy="11"/>
              </a:xfrm>
              <a:custGeom>
                <a:avLst/>
                <a:gdLst>
                  <a:gd name="T0" fmla="*/ 63 w 6"/>
                  <a:gd name="T1" fmla="*/ 83 h 4"/>
                  <a:gd name="T2" fmla="*/ 95 w 6"/>
                  <a:gd name="T3" fmla="*/ 0 h 4"/>
                  <a:gd name="T4" fmla="*/ 0 w 6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cubicBezTo>
                      <a:pt x="6" y="3"/>
                      <a:pt x="6" y="1"/>
                      <a:pt x="6" y="0"/>
                    </a:cubicBezTo>
                    <a:cubicBezTo>
                      <a:pt x="4" y="0"/>
                      <a:pt x="1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" name="Freeform 551">
                <a:extLst>
                  <a:ext uri="{FF2B5EF4-FFF2-40B4-BE49-F238E27FC236}">
                    <a16:creationId xmlns:a16="http://schemas.microsoft.com/office/drawing/2014/main" id="{EC40C405-7785-47DF-9671-433FC6AB6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764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1" y="5"/>
                      <a:pt x="2" y="6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" name="Freeform 552">
                <a:extLst>
                  <a:ext uri="{FF2B5EF4-FFF2-40B4-BE49-F238E27FC236}">
                    <a16:creationId xmlns:a16="http://schemas.microsoft.com/office/drawing/2014/main" id="{EFD06EED-F68F-4814-A47B-EDADF36B5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793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70 w 5"/>
                  <a:gd name="T3" fmla="*/ 56 h 6"/>
                  <a:gd name="T4" fmla="*/ 0 w 5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2" y="1"/>
                      <a:pt x="5" y="2"/>
                      <a:pt x="5" y="3"/>
                    </a:cubicBezTo>
                    <a:cubicBezTo>
                      <a:pt x="5" y="6"/>
                      <a:pt x="1" y="5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" name="Freeform 553">
                <a:extLst>
                  <a:ext uri="{FF2B5EF4-FFF2-40B4-BE49-F238E27FC236}">
                    <a16:creationId xmlns:a16="http://schemas.microsoft.com/office/drawing/2014/main" id="{EEAEEE8C-AD0D-4A81-A3C2-E1AE84E1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788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" name="Freeform 554">
                <a:extLst>
                  <a:ext uri="{FF2B5EF4-FFF2-40B4-BE49-F238E27FC236}">
                    <a16:creationId xmlns:a16="http://schemas.microsoft.com/office/drawing/2014/main" id="{01A77800-FB17-4A20-A6CD-293F0675D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788"/>
                <a:ext cx="12" cy="21"/>
              </a:xfrm>
              <a:custGeom>
                <a:avLst/>
                <a:gdLst>
                  <a:gd name="T0" fmla="*/ 0 w 5"/>
                  <a:gd name="T1" fmla="*/ 76 h 8"/>
                  <a:gd name="T2" fmla="*/ 58 w 5"/>
                  <a:gd name="T3" fmla="*/ 110 h 8"/>
                  <a:gd name="T4" fmla="*/ 29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4"/>
                    </a:moveTo>
                    <a:cubicBezTo>
                      <a:pt x="0" y="6"/>
                      <a:pt x="3" y="8"/>
                      <a:pt x="4" y="6"/>
                    </a:cubicBezTo>
                    <a:cubicBezTo>
                      <a:pt x="5" y="5"/>
                      <a:pt x="3" y="1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" name="Freeform 555">
                <a:extLst>
                  <a:ext uri="{FF2B5EF4-FFF2-40B4-BE49-F238E27FC236}">
                    <a16:creationId xmlns:a16="http://schemas.microsoft.com/office/drawing/2014/main" id="{368BADE3-6ADC-40B4-BCBA-9617BFB7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863"/>
                <a:ext cx="10" cy="2"/>
              </a:xfrm>
              <a:custGeom>
                <a:avLst/>
                <a:gdLst>
                  <a:gd name="T0" fmla="*/ 0 w 4"/>
                  <a:gd name="T1" fmla="*/ 8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" name="Freeform 556">
                <a:extLst>
                  <a:ext uri="{FF2B5EF4-FFF2-40B4-BE49-F238E27FC236}">
                    <a16:creationId xmlns:a16="http://schemas.microsoft.com/office/drawing/2014/main" id="{6413E522-B6C5-4690-B3AD-A14BD8194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855"/>
                <a:ext cx="23" cy="16"/>
              </a:xfrm>
              <a:custGeom>
                <a:avLst/>
                <a:gdLst>
                  <a:gd name="T0" fmla="*/ 33 w 9"/>
                  <a:gd name="T1" fmla="*/ 21 h 6"/>
                  <a:gd name="T2" fmla="*/ 97 w 9"/>
                  <a:gd name="T3" fmla="*/ 0 h 6"/>
                  <a:gd name="T4" fmla="*/ 84 w 9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2" y="1"/>
                    </a:moveTo>
                    <a:cubicBezTo>
                      <a:pt x="0" y="6"/>
                      <a:pt x="9" y="6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" name="Freeform 557">
                <a:extLst>
                  <a:ext uri="{FF2B5EF4-FFF2-40B4-BE49-F238E27FC236}">
                    <a16:creationId xmlns:a16="http://schemas.microsoft.com/office/drawing/2014/main" id="{3D87E1A1-F756-44D6-96F2-56C6B3D65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857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" name="Freeform 558">
                <a:extLst>
                  <a:ext uri="{FF2B5EF4-FFF2-40B4-BE49-F238E27FC236}">
                    <a16:creationId xmlns:a16="http://schemas.microsoft.com/office/drawing/2014/main" id="{293A892B-79D9-46DF-855D-A12B6A138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884"/>
                <a:ext cx="20" cy="21"/>
              </a:xfrm>
              <a:custGeom>
                <a:avLst/>
                <a:gdLst>
                  <a:gd name="T0" fmla="*/ 0 w 8"/>
                  <a:gd name="T1" fmla="*/ 21 h 8"/>
                  <a:gd name="T2" fmla="*/ 83 w 8"/>
                  <a:gd name="T3" fmla="*/ 34 h 8"/>
                  <a:gd name="T4" fmla="*/ 33 w 8"/>
                  <a:gd name="T5" fmla="*/ 89 h 8"/>
                  <a:gd name="T6" fmla="*/ 125 w 8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1" y="2"/>
                      <a:pt x="5" y="0"/>
                      <a:pt x="5" y="2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4" y="8"/>
                      <a:pt x="6" y="4"/>
                      <a:pt x="8" y="4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" name="Freeform 559">
                <a:extLst>
                  <a:ext uri="{FF2B5EF4-FFF2-40B4-BE49-F238E27FC236}">
                    <a16:creationId xmlns:a16="http://schemas.microsoft.com/office/drawing/2014/main" id="{5C4001F6-5FDD-468A-8D62-4EAD84DB4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08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" name="Freeform 560">
                <a:extLst>
                  <a:ext uri="{FF2B5EF4-FFF2-40B4-BE49-F238E27FC236}">
                    <a16:creationId xmlns:a16="http://schemas.microsoft.com/office/drawing/2014/main" id="{9399FC4F-98B4-4BD8-8125-6126CBB0A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020"/>
                <a:ext cx="15" cy="13"/>
              </a:xfrm>
              <a:custGeom>
                <a:avLst/>
                <a:gdLst>
                  <a:gd name="T0" fmla="*/ 0 w 6"/>
                  <a:gd name="T1" fmla="*/ 34 h 5"/>
                  <a:gd name="T2" fmla="*/ 83 w 6"/>
                  <a:gd name="T3" fmla="*/ 21 h 5"/>
                  <a:gd name="T4" fmla="*/ 33 w 6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4"/>
                      <a:pt x="4" y="4"/>
                      <a:pt x="2" y="5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" name="Freeform 561">
                <a:extLst>
                  <a:ext uri="{FF2B5EF4-FFF2-40B4-BE49-F238E27FC236}">
                    <a16:creationId xmlns:a16="http://schemas.microsoft.com/office/drawing/2014/main" id="{B12994B4-DB81-4552-B23B-7464EA7B5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948"/>
                <a:ext cx="8" cy="16"/>
              </a:xfrm>
              <a:custGeom>
                <a:avLst/>
                <a:gdLst>
                  <a:gd name="T0" fmla="*/ 35 w 3"/>
                  <a:gd name="T1" fmla="*/ 0 h 6"/>
                  <a:gd name="T2" fmla="*/ 56 w 3"/>
                  <a:gd name="T3" fmla="*/ 93 h 6"/>
                  <a:gd name="T4" fmla="*/ 0 w 3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2" y="2"/>
                      <a:pt x="3" y="3"/>
                      <a:pt x="3" y="5"/>
                    </a:cubicBezTo>
                    <a:cubicBezTo>
                      <a:pt x="0" y="6"/>
                      <a:pt x="0" y="3"/>
                      <a:pt x="0" y="1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" name="Freeform 562">
                <a:extLst>
                  <a:ext uri="{FF2B5EF4-FFF2-40B4-BE49-F238E27FC236}">
                    <a16:creationId xmlns:a16="http://schemas.microsoft.com/office/drawing/2014/main" id="{361CE1AB-46BA-413F-A92C-8F226BECD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847"/>
                <a:ext cx="18" cy="26"/>
              </a:xfrm>
              <a:custGeom>
                <a:avLst/>
                <a:gdLst>
                  <a:gd name="T0" fmla="*/ 118 w 7"/>
                  <a:gd name="T1" fmla="*/ 88 h 10"/>
                  <a:gd name="T2" fmla="*/ 85 w 7"/>
                  <a:gd name="T3" fmla="*/ 143 h 10"/>
                  <a:gd name="T4" fmla="*/ 67 w 7"/>
                  <a:gd name="T5" fmla="*/ 68 h 10"/>
                  <a:gd name="T6" fmla="*/ 21 w 7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7" y="5"/>
                    </a:moveTo>
                    <a:cubicBezTo>
                      <a:pt x="7" y="6"/>
                      <a:pt x="7" y="10"/>
                      <a:pt x="5" y="8"/>
                    </a:cubicBezTo>
                    <a:cubicBezTo>
                      <a:pt x="4" y="7"/>
                      <a:pt x="5" y="5"/>
                      <a:pt x="4" y="4"/>
                    </a:cubicBezTo>
                    <a:cubicBezTo>
                      <a:pt x="2" y="0"/>
                      <a:pt x="0" y="7"/>
                      <a:pt x="1" y="9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" name="Freeform 563">
                <a:extLst>
                  <a:ext uri="{FF2B5EF4-FFF2-40B4-BE49-F238E27FC236}">
                    <a16:creationId xmlns:a16="http://schemas.microsoft.com/office/drawing/2014/main" id="{64E4709B-1C9A-47FC-A8F3-57D94D641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809"/>
                <a:ext cx="23" cy="22"/>
              </a:xfrm>
              <a:custGeom>
                <a:avLst/>
                <a:gdLst>
                  <a:gd name="T0" fmla="*/ 66 w 9"/>
                  <a:gd name="T1" fmla="*/ 22 h 8"/>
                  <a:gd name="T2" fmla="*/ 51 w 9"/>
                  <a:gd name="T3" fmla="*/ 129 h 8"/>
                  <a:gd name="T4" fmla="*/ 151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1"/>
                    </a:moveTo>
                    <a:cubicBezTo>
                      <a:pt x="3" y="2"/>
                      <a:pt x="0" y="5"/>
                      <a:pt x="3" y="6"/>
                    </a:cubicBezTo>
                    <a:cubicBezTo>
                      <a:pt x="6" y="8"/>
                      <a:pt x="8" y="3"/>
                      <a:pt x="9" y="0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" name="Freeform 564">
                <a:extLst>
                  <a:ext uri="{FF2B5EF4-FFF2-40B4-BE49-F238E27FC236}">
                    <a16:creationId xmlns:a16="http://schemas.microsoft.com/office/drawing/2014/main" id="{B800C038-EBFD-4C9A-8C0A-FEFE2811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82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88 w 5"/>
                  <a:gd name="T3" fmla="*/ 22 h 4"/>
                  <a:gd name="T4" fmla="*/ 0 w 5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4" y="3"/>
                      <a:pt x="5" y="2"/>
                      <a:pt x="5" y="1"/>
                    </a:cubicBez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" name="Freeform 565">
                <a:extLst>
                  <a:ext uri="{FF2B5EF4-FFF2-40B4-BE49-F238E27FC236}">
                    <a16:creationId xmlns:a16="http://schemas.microsoft.com/office/drawing/2014/main" id="{9DF4F87E-01F8-4ED9-9AEA-000DC201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820"/>
                <a:ext cx="3" cy="13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" name="Freeform 566">
                <a:extLst>
                  <a:ext uri="{FF2B5EF4-FFF2-40B4-BE49-F238E27FC236}">
                    <a16:creationId xmlns:a16="http://schemas.microsoft.com/office/drawing/2014/main" id="{816DC429-9947-4A3C-B464-3DEDBF407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724"/>
                <a:ext cx="18" cy="24"/>
              </a:xfrm>
              <a:custGeom>
                <a:avLst/>
                <a:gdLst>
                  <a:gd name="T0" fmla="*/ 21 w 7"/>
                  <a:gd name="T1" fmla="*/ 21 h 9"/>
                  <a:gd name="T2" fmla="*/ 85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1" y="1"/>
                    </a:moveTo>
                    <a:cubicBezTo>
                      <a:pt x="0" y="5"/>
                      <a:pt x="7" y="9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" name="Freeform 567">
                <a:extLst>
                  <a:ext uri="{FF2B5EF4-FFF2-40B4-BE49-F238E27FC236}">
                    <a16:creationId xmlns:a16="http://schemas.microsoft.com/office/drawing/2014/main" id="{3156D362-FAE4-4AD9-B50D-DC4B1DD13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737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0 w 6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5" y="0"/>
                      <a:pt x="6" y="6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" name="Freeform 568">
                <a:extLst>
                  <a:ext uri="{FF2B5EF4-FFF2-40B4-BE49-F238E27FC236}">
                    <a16:creationId xmlns:a16="http://schemas.microsoft.com/office/drawing/2014/main" id="{FCA719AE-442E-440A-8608-F541AADF8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732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" name="Freeform 569">
                <a:extLst>
                  <a:ext uri="{FF2B5EF4-FFF2-40B4-BE49-F238E27FC236}">
                    <a16:creationId xmlns:a16="http://schemas.microsoft.com/office/drawing/2014/main" id="{233EC567-8348-4661-BD44-CE6925D82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745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83 w 6"/>
                  <a:gd name="T3" fmla="*/ 38 h 7"/>
                  <a:gd name="T4" fmla="*/ 50 w 6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1" y="2"/>
                      <a:pt x="4" y="0"/>
                      <a:pt x="5" y="2"/>
                    </a:cubicBezTo>
                    <a:cubicBezTo>
                      <a:pt x="6" y="4"/>
                      <a:pt x="4" y="5"/>
                      <a:pt x="3" y="7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" name="Freeform 570">
                <a:extLst>
                  <a:ext uri="{FF2B5EF4-FFF2-40B4-BE49-F238E27FC236}">
                    <a16:creationId xmlns:a16="http://schemas.microsoft.com/office/drawing/2014/main" id="{623BEC39-F504-4C48-9A6F-B4647CB23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35"/>
                <a:ext cx="30" cy="26"/>
              </a:xfrm>
              <a:custGeom>
                <a:avLst/>
                <a:gdLst>
                  <a:gd name="T0" fmla="*/ 188 w 12"/>
                  <a:gd name="T1" fmla="*/ 122 h 10"/>
                  <a:gd name="T2" fmla="*/ 158 w 12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7"/>
                    </a:moveTo>
                    <a:cubicBezTo>
                      <a:pt x="12" y="0"/>
                      <a:pt x="0" y="6"/>
                      <a:pt x="10" y="10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" name="Freeform 571">
                <a:extLst>
                  <a:ext uri="{FF2B5EF4-FFF2-40B4-BE49-F238E27FC236}">
                    <a16:creationId xmlns:a16="http://schemas.microsoft.com/office/drawing/2014/main" id="{37420D5E-D79B-439B-B9A4-6966FC81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783"/>
                <a:ext cx="12" cy="8"/>
              </a:xfrm>
              <a:custGeom>
                <a:avLst/>
                <a:gdLst>
                  <a:gd name="T0" fmla="*/ 0 w 5"/>
                  <a:gd name="T1" fmla="*/ 0 h 3"/>
                  <a:gd name="T2" fmla="*/ 70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" name="Freeform 572">
                <a:extLst>
                  <a:ext uri="{FF2B5EF4-FFF2-40B4-BE49-F238E27FC236}">
                    <a16:creationId xmlns:a16="http://schemas.microsoft.com/office/drawing/2014/main" id="{B223EDBD-7ADA-4E6C-8929-6D617DE9A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07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" name="Freeform 573">
                <a:extLst>
                  <a:ext uri="{FF2B5EF4-FFF2-40B4-BE49-F238E27FC236}">
                    <a16:creationId xmlns:a16="http://schemas.microsoft.com/office/drawing/2014/main" id="{3250C7F7-87DC-436C-8965-6B1F64E16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852"/>
                <a:ext cx="15" cy="16"/>
              </a:xfrm>
              <a:custGeom>
                <a:avLst/>
                <a:gdLst>
                  <a:gd name="T0" fmla="*/ 95 w 6"/>
                  <a:gd name="T1" fmla="*/ 21 h 6"/>
                  <a:gd name="T2" fmla="*/ 20 w 6"/>
                  <a:gd name="T3" fmla="*/ 35 h 6"/>
                  <a:gd name="T4" fmla="*/ 95 w 6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5" y="1"/>
                      <a:pt x="2" y="0"/>
                      <a:pt x="1" y="2"/>
                    </a:cubicBezTo>
                    <a:cubicBezTo>
                      <a:pt x="0" y="5"/>
                      <a:pt x="4" y="6"/>
                      <a:pt x="6" y="5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" name="Freeform 574">
                <a:extLst>
                  <a:ext uri="{FF2B5EF4-FFF2-40B4-BE49-F238E27FC236}">
                    <a16:creationId xmlns:a16="http://schemas.microsoft.com/office/drawing/2014/main" id="{31DA06A1-C3B1-4F5A-8D70-AA455D818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887"/>
                <a:ext cx="10" cy="13"/>
              </a:xfrm>
              <a:custGeom>
                <a:avLst/>
                <a:gdLst>
                  <a:gd name="T0" fmla="*/ 0 w 4"/>
                  <a:gd name="T1" fmla="*/ 21 h 5"/>
                  <a:gd name="T2" fmla="*/ 63 w 4"/>
                  <a:gd name="T3" fmla="*/ 0 h 5"/>
                  <a:gd name="T4" fmla="*/ 33 w 4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4" y="2"/>
                      <a:pt x="2" y="4"/>
                      <a:pt x="2" y="5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" name="Freeform 575">
                <a:extLst>
                  <a:ext uri="{FF2B5EF4-FFF2-40B4-BE49-F238E27FC236}">
                    <a16:creationId xmlns:a16="http://schemas.microsoft.com/office/drawing/2014/main" id="{848913C7-978A-45A7-8DA0-6B48B8A9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964"/>
                <a:ext cx="15" cy="16"/>
              </a:xfrm>
              <a:custGeom>
                <a:avLst/>
                <a:gdLst>
                  <a:gd name="T0" fmla="*/ 83 w 6"/>
                  <a:gd name="T1" fmla="*/ 115 h 6"/>
                  <a:gd name="T2" fmla="*/ 0 w 6"/>
                  <a:gd name="T3" fmla="*/ 35 h 6"/>
                  <a:gd name="T4" fmla="*/ 95 w 6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6"/>
                    </a:moveTo>
                    <a:cubicBezTo>
                      <a:pt x="3" y="5"/>
                      <a:pt x="1" y="4"/>
                      <a:pt x="0" y="2"/>
                    </a:cubicBezTo>
                    <a:cubicBezTo>
                      <a:pt x="3" y="0"/>
                      <a:pt x="4" y="3"/>
                      <a:pt x="6" y="4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" name="Freeform 576">
                <a:extLst>
                  <a:ext uri="{FF2B5EF4-FFF2-40B4-BE49-F238E27FC236}">
                    <a16:creationId xmlns:a16="http://schemas.microsoft.com/office/drawing/2014/main" id="{548F2A71-BC72-4E47-AC45-02BBCF256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919"/>
                <a:ext cx="15" cy="10"/>
              </a:xfrm>
              <a:custGeom>
                <a:avLst/>
                <a:gdLst>
                  <a:gd name="T0" fmla="*/ 0 w 6"/>
                  <a:gd name="T1" fmla="*/ 63 h 4"/>
                  <a:gd name="T2" fmla="*/ 20 w 6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6" y="4"/>
                      <a:pt x="4" y="0"/>
                      <a:pt x="1" y="1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" name="Freeform 577">
                <a:extLst>
                  <a:ext uri="{FF2B5EF4-FFF2-40B4-BE49-F238E27FC236}">
                    <a16:creationId xmlns:a16="http://schemas.microsoft.com/office/drawing/2014/main" id="{AF83CF83-E039-4A1E-8A2F-1B2B7D6ED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977"/>
                <a:ext cx="17" cy="30"/>
              </a:xfrm>
              <a:custGeom>
                <a:avLst/>
                <a:gdLst>
                  <a:gd name="T0" fmla="*/ 41 w 7"/>
                  <a:gd name="T1" fmla="*/ 22 h 11"/>
                  <a:gd name="T2" fmla="*/ 87 w 7"/>
                  <a:gd name="T3" fmla="*/ 60 h 11"/>
                  <a:gd name="T4" fmla="*/ 41 w 7"/>
                  <a:gd name="T5" fmla="*/ 120 h 11"/>
                  <a:gd name="T6" fmla="*/ 100 w 7"/>
                  <a:gd name="T7" fmla="*/ 18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3" y="1"/>
                    </a:moveTo>
                    <a:cubicBezTo>
                      <a:pt x="5" y="1"/>
                      <a:pt x="7" y="0"/>
                      <a:pt x="6" y="3"/>
                    </a:cubicBezTo>
                    <a:cubicBezTo>
                      <a:pt x="6" y="6"/>
                      <a:pt x="5" y="5"/>
                      <a:pt x="3" y="6"/>
                    </a:cubicBezTo>
                    <a:cubicBezTo>
                      <a:pt x="0" y="8"/>
                      <a:pt x="4" y="11"/>
                      <a:pt x="7" y="9"/>
                    </a:cubicBezTo>
                  </a:path>
                </a:pathLst>
              </a:custGeom>
              <a:noFill/>
              <a:ln w="7938" cap="flat">
                <a:solidFill>
                  <a:srgbClr val="F7D3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861" name="Freeform 578">
              <a:extLst>
                <a:ext uri="{FF2B5EF4-FFF2-40B4-BE49-F238E27FC236}">
                  <a16:creationId xmlns:a16="http://schemas.microsoft.com/office/drawing/2014/main" id="{BC131AFA-506C-4510-BB8D-BDE653EEF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00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50 w 6"/>
                <a:gd name="T3" fmla="*/ 93 h 6"/>
                <a:gd name="T4" fmla="*/ 95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3" y="1"/>
                    <a:pt x="0" y="6"/>
                    <a:pt x="3" y="5"/>
                  </a:cubicBezTo>
                  <a:cubicBezTo>
                    <a:pt x="6" y="5"/>
                    <a:pt x="6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" name="Freeform 579">
              <a:extLst>
                <a:ext uri="{FF2B5EF4-FFF2-40B4-BE49-F238E27FC236}">
                  <a16:creationId xmlns:a16="http://schemas.microsoft.com/office/drawing/2014/main" id="{422E4BCA-2587-4C19-A14D-9D4E919B2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073"/>
              <a:ext cx="20" cy="11"/>
            </a:xfrm>
            <a:custGeom>
              <a:avLst/>
              <a:gdLst>
                <a:gd name="T0" fmla="*/ 63 w 8"/>
                <a:gd name="T1" fmla="*/ 83 h 4"/>
                <a:gd name="T2" fmla="*/ 113 w 8"/>
                <a:gd name="T3" fmla="*/ 0 h 4"/>
                <a:gd name="T4" fmla="*/ 0 w 8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4"/>
                  </a:moveTo>
                  <a:cubicBezTo>
                    <a:pt x="6" y="4"/>
                    <a:pt x="8" y="2"/>
                    <a:pt x="7" y="0"/>
                  </a:cubicBezTo>
                  <a:cubicBezTo>
                    <a:pt x="5" y="0"/>
                    <a:pt x="1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" name="Freeform 580">
              <a:extLst>
                <a:ext uri="{FF2B5EF4-FFF2-40B4-BE49-F238E27FC236}">
                  <a16:creationId xmlns:a16="http://schemas.microsoft.com/office/drawing/2014/main" id="{5DE08D03-2E30-4F54-A013-0099661B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041"/>
              <a:ext cx="2" cy="8"/>
            </a:xfrm>
            <a:custGeom>
              <a:avLst/>
              <a:gdLst>
                <a:gd name="T0" fmla="*/ 8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" name="Freeform 581">
              <a:extLst>
                <a:ext uri="{FF2B5EF4-FFF2-40B4-BE49-F238E27FC236}">
                  <a16:creationId xmlns:a16="http://schemas.microsoft.com/office/drawing/2014/main" id="{AF47AC92-BB92-42B7-A1D1-8D610AA0D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999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95 w 6"/>
                <a:gd name="T3" fmla="*/ 0 h 6"/>
                <a:gd name="T4" fmla="*/ 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3" y="1"/>
                    <a:pt x="4" y="1"/>
                    <a:pt x="6" y="0"/>
                  </a:cubicBezTo>
                  <a:cubicBezTo>
                    <a:pt x="6" y="3"/>
                    <a:pt x="3" y="6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" name="Freeform 582">
              <a:extLst>
                <a:ext uri="{FF2B5EF4-FFF2-40B4-BE49-F238E27FC236}">
                  <a16:creationId xmlns:a16="http://schemas.microsoft.com/office/drawing/2014/main" id="{ED45A64C-CEAC-4899-A654-128185FD2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943"/>
              <a:ext cx="20" cy="21"/>
            </a:xfrm>
            <a:custGeom>
              <a:avLst/>
              <a:gdLst>
                <a:gd name="T0" fmla="*/ 125 w 8"/>
                <a:gd name="T1" fmla="*/ 55 h 8"/>
                <a:gd name="T2" fmla="*/ 63 w 8"/>
                <a:gd name="T3" fmla="*/ 144 h 8"/>
                <a:gd name="T4" fmla="*/ 8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7" y="5"/>
                    <a:pt x="6" y="8"/>
                    <a:pt x="4" y="8"/>
                  </a:cubicBezTo>
                  <a:cubicBezTo>
                    <a:pt x="0" y="7"/>
                    <a:pt x="4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" name="Freeform 583">
              <a:extLst>
                <a:ext uri="{FF2B5EF4-FFF2-40B4-BE49-F238E27FC236}">
                  <a16:creationId xmlns:a16="http://schemas.microsoft.com/office/drawing/2014/main" id="{62215E71-A65B-447B-80E1-ECB61CACA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087"/>
              <a:ext cx="15" cy="13"/>
            </a:xfrm>
            <a:custGeom>
              <a:avLst/>
              <a:gdLst>
                <a:gd name="T0" fmla="*/ 50 w 6"/>
                <a:gd name="T1" fmla="*/ 88 h 5"/>
                <a:gd name="T2" fmla="*/ 83 w 6"/>
                <a:gd name="T3" fmla="*/ 0 h 5"/>
                <a:gd name="T4" fmla="*/ 0 w 6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5"/>
                  </a:moveTo>
                  <a:cubicBezTo>
                    <a:pt x="5" y="4"/>
                    <a:pt x="6" y="2"/>
                    <a:pt x="5" y="0"/>
                  </a:cubicBezTo>
                  <a:cubicBezTo>
                    <a:pt x="4" y="0"/>
                    <a:pt x="0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" name="Freeform 584">
              <a:extLst>
                <a:ext uri="{FF2B5EF4-FFF2-40B4-BE49-F238E27FC236}">
                  <a16:creationId xmlns:a16="http://schemas.microsoft.com/office/drawing/2014/main" id="{6CFF2D4A-765E-42F7-901F-BA0DA1DD9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065"/>
              <a:ext cx="7" cy="6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" name="Freeform 585">
              <a:extLst>
                <a:ext uri="{FF2B5EF4-FFF2-40B4-BE49-F238E27FC236}">
                  <a16:creationId xmlns:a16="http://schemas.microsoft.com/office/drawing/2014/main" id="{1EC210C3-67A0-4CE5-A948-708E2F16E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127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83 w 6"/>
                <a:gd name="T3" fmla="*/ 21 h 6"/>
                <a:gd name="T4" fmla="*/ 5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6" y="2"/>
                    <a:pt x="3" y="5"/>
                    <a:pt x="3" y="6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9" name="Freeform 586">
              <a:extLst>
                <a:ext uri="{FF2B5EF4-FFF2-40B4-BE49-F238E27FC236}">
                  <a16:creationId xmlns:a16="http://schemas.microsoft.com/office/drawing/2014/main" id="{455BCAA6-266F-4D3B-9B53-E4185D53B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13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0" name="Freeform 587">
              <a:extLst>
                <a:ext uri="{FF2B5EF4-FFF2-40B4-BE49-F238E27FC236}">
                  <a16:creationId xmlns:a16="http://schemas.microsoft.com/office/drawing/2014/main" id="{9F1C90ED-8F55-40B5-A5A6-737CC6997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159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1" name="Freeform 588">
              <a:extLst>
                <a:ext uri="{FF2B5EF4-FFF2-40B4-BE49-F238E27FC236}">
                  <a16:creationId xmlns:a16="http://schemas.microsoft.com/office/drawing/2014/main" id="{6A278A02-624E-4C3A-9F65-3112682D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153"/>
              <a:ext cx="5" cy="11"/>
            </a:xfrm>
            <a:custGeom>
              <a:avLst/>
              <a:gdLst>
                <a:gd name="T0" fmla="*/ 33 w 2"/>
                <a:gd name="T1" fmla="*/ 8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2" name="Freeform 589">
              <a:extLst>
                <a:ext uri="{FF2B5EF4-FFF2-40B4-BE49-F238E27FC236}">
                  <a16:creationId xmlns:a16="http://schemas.microsoft.com/office/drawing/2014/main" id="{ED199069-7440-4336-AD34-AC3077A8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097"/>
              <a:ext cx="27" cy="24"/>
            </a:xfrm>
            <a:custGeom>
              <a:avLst/>
              <a:gdLst>
                <a:gd name="T0" fmla="*/ 42 w 11"/>
                <a:gd name="T1" fmla="*/ 35 h 9"/>
                <a:gd name="T2" fmla="*/ 103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3" y="2"/>
                  </a:moveTo>
                  <a:cubicBezTo>
                    <a:pt x="0" y="9"/>
                    <a:pt x="11" y="6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3" name="Freeform 590">
              <a:extLst>
                <a:ext uri="{FF2B5EF4-FFF2-40B4-BE49-F238E27FC236}">
                  <a16:creationId xmlns:a16="http://schemas.microsoft.com/office/drawing/2014/main" id="{CDA34586-44F1-4570-8A36-84BC5271F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068"/>
              <a:ext cx="2" cy="13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4" name="Freeform 591">
              <a:extLst>
                <a:ext uri="{FF2B5EF4-FFF2-40B4-BE49-F238E27FC236}">
                  <a16:creationId xmlns:a16="http://schemas.microsoft.com/office/drawing/2014/main" id="{35D965C9-2A88-44AE-8FF1-0806D7476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020"/>
              <a:ext cx="15" cy="11"/>
            </a:xfrm>
            <a:custGeom>
              <a:avLst/>
              <a:gdLst>
                <a:gd name="T0" fmla="*/ 0 w 6"/>
                <a:gd name="T1" fmla="*/ 22 h 4"/>
                <a:gd name="T2" fmla="*/ 95 w 6"/>
                <a:gd name="T3" fmla="*/ 47 h 4"/>
                <a:gd name="T4" fmla="*/ 20 w 6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1"/>
                    <a:pt x="6" y="0"/>
                    <a:pt x="6" y="2"/>
                  </a:cubicBezTo>
                  <a:cubicBezTo>
                    <a:pt x="6" y="4"/>
                    <a:pt x="1" y="4"/>
                    <a:pt x="1" y="3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5" name="Freeform 592">
              <a:extLst>
                <a:ext uri="{FF2B5EF4-FFF2-40B4-BE49-F238E27FC236}">
                  <a16:creationId xmlns:a16="http://schemas.microsoft.com/office/drawing/2014/main" id="{702A1028-932A-4C39-8904-F5A3A04B1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012"/>
              <a:ext cx="5" cy="11"/>
            </a:xfrm>
            <a:custGeom>
              <a:avLst/>
              <a:gdLst>
                <a:gd name="T0" fmla="*/ 33 w 2"/>
                <a:gd name="T1" fmla="*/ 8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6" name="Freeform 593">
              <a:extLst>
                <a:ext uri="{FF2B5EF4-FFF2-40B4-BE49-F238E27FC236}">
                  <a16:creationId xmlns:a16="http://schemas.microsoft.com/office/drawing/2014/main" id="{C556557D-D1E9-4685-A898-3074EEEA6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036"/>
              <a:ext cx="17" cy="11"/>
            </a:xfrm>
            <a:custGeom>
              <a:avLst/>
              <a:gdLst>
                <a:gd name="T0" fmla="*/ 12 w 7"/>
                <a:gd name="T1" fmla="*/ 61 h 4"/>
                <a:gd name="T2" fmla="*/ 100 w 7"/>
                <a:gd name="T3" fmla="*/ 47 h 4"/>
                <a:gd name="T4" fmla="*/ 0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1" y="3"/>
                  </a:moveTo>
                  <a:cubicBezTo>
                    <a:pt x="2" y="4"/>
                    <a:pt x="5" y="3"/>
                    <a:pt x="7" y="2"/>
                  </a:cubicBez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7" name="Freeform 594">
              <a:extLst>
                <a:ext uri="{FF2B5EF4-FFF2-40B4-BE49-F238E27FC236}">
                  <a16:creationId xmlns:a16="http://schemas.microsoft.com/office/drawing/2014/main" id="{726DEAB9-58FE-4304-947E-7FF41C34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028"/>
              <a:ext cx="15" cy="21"/>
            </a:xfrm>
            <a:custGeom>
              <a:avLst/>
              <a:gdLst>
                <a:gd name="T0" fmla="*/ 33 w 6"/>
                <a:gd name="T1" fmla="*/ 110 h 8"/>
                <a:gd name="T2" fmla="*/ 0 w 6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2" y="6"/>
                  </a:moveTo>
                  <a:cubicBezTo>
                    <a:pt x="6" y="8"/>
                    <a:pt x="6" y="0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8" name="Freeform 595">
              <a:extLst>
                <a:ext uri="{FF2B5EF4-FFF2-40B4-BE49-F238E27FC236}">
                  <a16:creationId xmlns:a16="http://schemas.microsoft.com/office/drawing/2014/main" id="{54A3DF63-8005-4D49-BA7E-660AEB7EB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964"/>
              <a:ext cx="12" cy="16"/>
            </a:xfrm>
            <a:custGeom>
              <a:avLst/>
              <a:gdLst>
                <a:gd name="T0" fmla="*/ 0 w 5"/>
                <a:gd name="T1" fmla="*/ 21 h 6"/>
                <a:gd name="T2" fmla="*/ 58 w 5"/>
                <a:gd name="T3" fmla="*/ 21 h 6"/>
                <a:gd name="T4" fmla="*/ 12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3"/>
                    <a:pt x="1" y="5"/>
                    <a:pt x="1" y="6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9" name="Freeform 596">
              <a:extLst>
                <a:ext uri="{FF2B5EF4-FFF2-40B4-BE49-F238E27FC236}">
                  <a16:creationId xmlns:a16="http://schemas.microsoft.com/office/drawing/2014/main" id="{7EF19439-2743-4433-A126-BE9930440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88"/>
              <a:ext cx="8" cy="16"/>
            </a:xfrm>
            <a:custGeom>
              <a:avLst/>
              <a:gdLst>
                <a:gd name="T0" fmla="*/ 56 w 3"/>
                <a:gd name="T1" fmla="*/ 0 h 6"/>
                <a:gd name="T2" fmla="*/ 56 w 3"/>
                <a:gd name="T3" fmla="*/ 115 h 6"/>
                <a:gd name="T4" fmla="*/ 0 w 3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3" y="4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0" name="Freeform 597">
              <a:extLst>
                <a:ext uri="{FF2B5EF4-FFF2-40B4-BE49-F238E27FC236}">
                  <a16:creationId xmlns:a16="http://schemas.microsoft.com/office/drawing/2014/main" id="{DD24D155-8F11-4E99-940C-C3913B232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980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63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1"/>
                    <a:pt x="3" y="2"/>
                    <a:pt x="4" y="4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1" name="Freeform 598">
              <a:extLst>
                <a:ext uri="{FF2B5EF4-FFF2-40B4-BE49-F238E27FC236}">
                  <a16:creationId xmlns:a16="http://schemas.microsoft.com/office/drawing/2014/main" id="{4B205B4A-07C6-4DC5-B21A-BDD4CFB3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969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2" name="Freeform 599">
              <a:extLst>
                <a:ext uri="{FF2B5EF4-FFF2-40B4-BE49-F238E27FC236}">
                  <a16:creationId xmlns:a16="http://schemas.microsoft.com/office/drawing/2014/main" id="{A480F8D4-4744-456D-A767-FB161A99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033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3" name="Freeform 600">
              <a:extLst>
                <a:ext uri="{FF2B5EF4-FFF2-40B4-BE49-F238E27FC236}">
                  <a16:creationId xmlns:a16="http://schemas.microsoft.com/office/drawing/2014/main" id="{BE06FFC4-0387-433D-AECF-CCB1A1238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111"/>
              <a:ext cx="18" cy="13"/>
            </a:xfrm>
            <a:custGeom>
              <a:avLst/>
              <a:gdLst>
                <a:gd name="T0" fmla="*/ 21 w 7"/>
                <a:gd name="T1" fmla="*/ 0 h 5"/>
                <a:gd name="T2" fmla="*/ 100 w 7"/>
                <a:gd name="T3" fmla="*/ 34 h 5"/>
                <a:gd name="T4" fmla="*/ 0 w 7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2" y="2"/>
                    <a:pt x="5" y="0"/>
                    <a:pt x="6" y="2"/>
                  </a:cubicBezTo>
                  <a:cubicBezTo>
                    <a:pt x="7" y="5"/>
                    <a:pt x="1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4" name="Freeform 601">
              <a:extLst>
                <a:ext uri="{FF2B5EF4-FFF2-40B4-BE49-F238E27FC236}">
                  <a16:creationId xmlns:a16="http://schemas.microsoft.com/office/drawing/2014/main" id="{36FFEEC1-B835-422F-BBA7-9310FCE6C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100"/>
              <a:ext cx="12" cy="11"/>
            </a:xfrm>
            <a:custGeom>
              <a:avLst/>
              <a:gdLst>
                <a:gd name="T0" fmla="*/ 70 w 5"/>
                <a:gd name="T1" fmla="*/ 0 h 4"/>
                <a:gd name="T2" fmla="*/ 7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0" y="0"/>
                    <a:pt x="1" y="4"/>
                    <a:pt x="5" y="4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5" name="Freeform 602">
              <a:extLst>
                <a:ext uri="{FF2B5EF4-FFF2-40B4-BE49-F238E27FC236}">
                  <a16:creationId xmlns:a16="http://schemas.microsoft.com/office/drawing/2014/main" id="{3A70E1BC-C430-47A1-B04F-5015BE89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140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20 w 4"/>
                <a:gd name="T3" fmla="*/ 0 h 4"/>
                <a:gd name="T4" fmla="*/ 63 w 4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3" y="0"/>
                    <a:pt x="2" y="3"/>
                    <a:pt x="4" y="4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6" name="Freeform 603">
              <a:extLst>
                <a:ext uri="{FF2B5EF4-FFF2-40B4-BE49-F238E27FC236}">
                  <a16:creationId xmlns:a16="http://schemas.microsoft.com/office/drawing/2014/main" id="{8B3BB513-B5E8-44F5-AE4D-C50581330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105"/>
              <a:ext cx="10" cy="16"/>
            </a:xfrm>
            <a:custGeom>
              <a:avLst/>
              <a:gdLst>
                <a:gd name="T0" fmla="*/ 0 w 4"/>
                <a:gd name="T1" fmla="*/ 77 h 6"/>
                <a:gd name="T2" fmla="*/ 33 w 4"/>
                <a:gd name="T3" fmla="*/ 0 h 6"/>
                <a:gd name="T4" fmla="*/ 63 w 4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  <a:cubicBezTo>
                    <a:pt x="4" y="2"/>
                    <a:pt x="3" y="4"/>
                    <a:pt x="4" y="6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7" name="Freeform 604">
              <a:extLst>
                <a:ext uri="{FF2B5EF4-FFF2-40B4-BE49-F238E27FC236}">
                  <a16:creationId xmlns:a16="http://schemas.microsoft.com/office/drawing/2014/main" id="{EADC2B51-D9ED-496F-80FD-A237BB5AD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64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63 w 6"/>
                <a:gd name="T3" fmla="*/ 22 h 7"/>
                <a:gd name="T4" fmla="*/ 20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3"/>
                    <a:pt x="2" y="6"/>
                    <a:pt x="1" y="7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8" name="Freeform 605">
              <a:extLst>
                <a:ext uri="{FF2B5EF4-FFF2-40B4-BE49-F238E27FC236}">
                  <a16:creationId xmlns:a16="http://schemas.microsoft.com/office/drawing/2014/main" id="{5655490E-0973-4A24-8E04-1169FF70B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244"/>
              <a:ext cx="10" cy="19"/>
            </a:xfrm>
            <a:custGeom>
              <a:avLst/>
              <a:gdLst>
                <a:gd name="T0" fmla="*/ 0 w 4"/>
                <a:gd name="T1" fmla="*/ 38 h 7"/>
                <a:gd name="T2" fmla="*/ 33 w 4"/>
                <a:gd name="T3" fmla="*/ 141 h 7"/>
                <a:gd name="T4" fmla="*/ 5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5"/>
                    <a:pt x="3" y="2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9" name="Freeform 606">
              <a:extLst>
                <a:ext uri="{FF2B5EF4-FFF2-40B4-BE49-F238E27FC236}">
                  <a16:creationId xmlns:a16="http://schemas.microsoft.com/office/drawing/2014/main" id="{093F6D1E-8830-4399-96D1-20489192D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233"/>
              <a:ext cx="18" cy="14"/>
            </a:xfrm>
            <a:custGeom>
              <a:avLst/>
              <a:gdLst>
                <a:gd name="T0" fmla="*/ 118 w 7"/>
                <a:gd name="T1" fmla="*/ 48 h 5"/>
                <a:gd name="T2" fmla="*/ 54 w 7"/>
                <a:gd name="T3" fmla="*/ 0 h 5"/>
                <a:gd name="T4" fmla="*/ 100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0" y="1"/>
                    <a:pt x="4" y="5"/>
                    <a:pt x="6" y="5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0" name="Freeform 607">
              <a:extLst>
                <a:ext uri="{FF2B5EF4-FFF2-40B4-BE49-F238E27FC236}">
                  <a16:creationId xmlns:a16="http://schemas.microsoft.com/office/drawing/2014/main" id="{54A2E60C-C285-4339-8A70-099BE271F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233"/>
              <a:ext cx="12" cy="22"/>
            </a:xfrm>
            <a:custGeom>
              <a:avLst/>
              <a:gdLst>
                <a:gd name="T0" fmla="*/ 0 w 5"/>
                <a:gd name="T1" fmla="*/ 83 h 8"/>
                <a:gd name="T2" fmla="*/ 29 w 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5" y="0"/>
                    <a:pt x="5" y="7"/>
                    <a:pt x="2" y="8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1" name="Freeform 608">
              <a:extLst>
                <a:ext uri="{FF2B5EF4-FFF2-40B4-BE49-F238E27FC236}">
                  <a16:creationId xmlns:a16="http://schemas.microsoft.com/office/drawing/2014/main" id="{E3F17295-4B75-461C-8F5B-4EA517BD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167"/>
              <a:ext cx="23" cy="24"/>
            </a:xfrm>
            <a:custGeom>
              <a:avLst/>
              <a:gdLst>
                <a:gd name="T0" fmla="*/ 0 w 9"/>
                <a:gd name="T1" fmla="*/ 21 h 9"/>
                <a:gd name="T2" fmla="*/ 66 w 9"/>
                <a:gd name="T3" fmla="*/ 0 h 9"/>
                <a:gd name="T4" fmla="*/ 0 w 9"/>
                <a:gd name="T5" fmla="*/ 115 h 9"/>
                <a:gd name="T6" fmla="*/ 118 w 9"/>
                <a:gd name="T7" fmla="*/ 56 h 9"/>
                <a:gd name="T8" fmla="*/ 118 w 9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4" y="2"/>
                    <a:pt x="1" y="4"/>
                    <a:pt x="0" y="6"/>
                  </a:cubicBezTo>
                  <a:cubicBezTo>
                    <a:pt x="2" y="5"/>
                    <a:pt x="6" y="2"/>
                    <a:pt x="7" y="3"/>
                  </a:cubicBezTo>
                  <a:cubicBezTo>
                    <a:pt x="9" y="5"/>
                    <a:pt x="7" y="7"/>
                    <a:pt x="7" y="9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2" name="Freeform 609">
              <a:extLst>
                <a:ext uri="{FF2B5EF4-FFF2-40B4-BE49-F238E27FC236}">
                  <a16:creationId xmlns:a16="http://schemas.microsoft.com/office/drawing/2014/main" id="{27AEF4D5-CE80-4DDB-8C8D-5C6E33B3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249"/>
              <a:ext cx="12" cy="14"/>
            </a:xfrm>
            <a:custGeom>
              <a:avLst/>
              <a:gdLst>
                <a:gd name="T0" fmla="*/ 12 w 5"/>
                <a:gd name="T1" fmla="*/ 109 h 5"/>
                <a:gd name="T2" fmla="*/ 58 w 5"/>
                <a:gd name="T3" fmla="*/ 0 h 5"/>
                <a:gd name="T4" fmla="*/ 70 w 5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5" y="1"/>
                    <a:pt x="5" y="3"/>
                    <a:pt x="5" y="5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3" name="Freeform 610">
              <a:extLst>
                <a:ext uri="{FF2B5EF4-FFF2-40B4-BE49-F238E27FC236}">
                  <a16:creationId xmlns:a16="http://schemas.microsoft.com/office/drawing/2014/main" id="{11BB71CE-E161-4C49-9BA2-84A219940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223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4" name="Freeform 611">
              <a:extLst>
                <a:ext uri="{FF2B5EF4-FFF2-40B4-BE49-F238E27FC236}">
                  <a16:creationId xmlns:a16="http://schemas.microsoft.com/office/drawing/2014/main" id="{FEBD2CF5-BE16-4BF0-BE72-DB485655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084"/>
              <a:ext cx="13" cy="21"/>
            </a:xfrm>
            <a:custGeom>
              <a:avLst/>
              <a:gdLst>
                <a:gd name="T0" fmla="*/ 68 w 5"/>
                <a:gd name="T1" fmla="*/ 123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4" y="7"/>
                  </a:moveTo>
                  <a:cubicBezTo>
                    <a:pt x="5" y="0"/>
                    <a:pt x="1" y="3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5" name="Freeform 612">
              <a:extLst>
                <a:ext uri="{FF2B5EF4-FFF2-40B4-BE49-F238E27FC236}">
                  <a16:creationId xmlns:a16="http://schemas.microsoft.com/office/drawing/2014/main" id="{0A1AF76D-F3F8-4928-BEC9-A4F55F26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111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6" name="Freeform 613">
              <a:extLst>
                <a:ext uri="{FF2B5EF4-FFF2-40B4-BE49-F238E27FC236}">
                  <a16:creationId xmlns:a16="http://schemas.microsoft.com/office/drawing/2014/main" id="{399DFE5A-D374-4844-8C74-571617842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223"/>
              <a:ext cx="15" cy="18"/>
            </a:xfrm>
            <a:custGeom>
              <a:avLst/>
              <a:gdLst>
                <a:gd name="T0" fmla="*/ 20 w 6"/>
                <a:gd name="T1" fmla="*/ 85 h 7"/>
                <a:gd name="T2" fmla="*/ 20 w 6"/>
                <a:gd name="T3" fmla="*/ 0 h 7"/>
                <a:gd name="T4" fmla="*/ 95 w 6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5"/>
                  </a:moveTo>
                  <a:cubicBezTo>
                    <a:pt x="0" y="4"/>
                    <a:pt x="0" y="2"/>
                    <a:pt x="1" y="0"/>
                  </a:cubicBezTo>
                  <a:cubicBezTo>
                    <a:pt x="4" y="0"/>
                    <a:pt x="5" y="4"/>
                    <a:pt x="6" y="7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7" name="Freeform 614">
              <a:extLst>
                <a:ext uri="{FF2B5EF4-FFF2-40B4-BE49-F238E27FC236}">
                  <a16:creationId xmlns:a16="http://schemas.microsoft.com/office/drawing/2014/main" id="{4817547C-5CB7-41F2-BAEC-DA448F17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169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8" name="Freeform 615">
              <a:extLst>
                <a:ext uri="{FF2B5EF4-FFF2-40B4-BE49-F238E27FC236}">
                  <a16:creationId xmlns:a16="http://schemas.microsoft.com/office/drawing/2014/main" id="{F5506BE9-A497-4B79-B83C-152A8AAE1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188"/>
              <a:ext cx="18" cy="21"/>
            </a:xfrm>
            <a:custGeom>
              <a:avLst/>
              <a:gdLst>
                <a:gd name="T0" fmla="*/ 67 w 7"/>
                <a:gd name="T1" fmla="*/ 34 h 8"/>
                <a:gd name="T2" fmla="*/ 54 w 7"/>
                <a:gd name="T3" fmla="*/ 123 h 8"/>
                <a:gd name="T4" fmla="*/ 2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5" y="3"/>
                    <a:pt x="7" y="8"/>
                    <a:pt x="3" y="7"/>
                  </a:cubicBezTo>
                  <a:cubicBezTo>
                    <a:pt x="0" y="6"/>
                    <a:pt x="0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9" name="Freeform 616">
              <a:extLst>
                <a:ext uri="{FF2B5EF4-FFF2-40B4-BE49-F238E27FC236}">
                  <a16:creationId xmlns:a16="http://schemas.microsoft.com/office/drawing/2014/main" id="{DE008DE4-6432-4769-98E7-106335B84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844"/>
              <a:ext cx="27" cy="21"/>
            </a:xfrm>
            <a:custGeom>
              <a:avLst/>
              <a:gdLst>
                <a:gd name="T0" fmla="*/ 42 w 11"/>
                <a:gd name="T1" fmla="*/ 0 h 8"/>
                <a:gd name="T2" fmla="*/ 0 w 11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3" y="0"/>
                  </a:moveTo>
                  <a:cubicBezTo>
                    <a:pt x="11" y="4"/>
                    <a:pt x="1" y="8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0" name="Freeform 617">
              <a:extLst>
                <a:ext uri="{FF2B5EF4-FFF2-40B4-BE49-F238E27FC236}">
                  <a16:creationId xmlns:a16="http://schemas.microsoft.com/office/drawing/2014/main" id="{16F4619A-CD7B-4AD3-8375-CD2559D1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905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1" name="Freeform 618">
              <a:extLst>
                <a:ext uri="{FF2B5EF4-FFF2-40B4-BE49-F238E27FC236}">
                  <a16:creationId xmlns:a16="http://schemas.microsoft.com/office/drawing/2014/main" id="{170D8BD3-D275-417A-A291-C10E8BCE9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716"/>
              <a:ext cx="23" cy="16"/>
            </a:xfrm>
            <a:custGeom>
              <a:avLst/>
              <a:gdLst>
                <a:gd name="T0" fmla="*/ 66 w 9"/>
                <a:gd name="T1" fmla="*/ 115 h 6"/>
                <a:gd name="T2" fmla="*/ 130 w 9"/>
                <a:gd name="T3" fmla="*/ 21 h 6"/>
                <a:gd name="T4" fmla="*/ 0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6"/>
                  </a:moveTo>
                  <a:cubicBezTo>
                    <a:pt x="5" y="5"/>
                    <a:pt x="9" y="3"/>
                    <a:pt x="8" y="1"/>
                  </a:cubicBezTo>
                  <a:cubicBezTo>
                    <a:pt x="6" y="0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7D35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2" name="Freeform 619">
              <a:extLst>
                <a:ext uri="{FF2B5EF4-FFF2-40B4-BE49-F238E27FC236}">
                  <a16:creationId xmlns:a16="http://schemas.microsoft.com/office/drawing/2014/main" id="{FCB2DAE3-B1E0-4B53-B046-E853A8DB0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97"/>
              <a:ext cx="15" cy="24"/>
            </a:xfrm>
            <a:custGeom>
              <a:avLst/>
              <a:gdLst>
                <a:gd name="T0" fmla="*/ 50 w 6"/>
                <a:gd name="T1" fmla="*/ 171 h 9"/>
                <a:gd name="T2" fmla="*/ 63 w 6"/>
                <a:gd name="T3" fmla="*/ 35 h 9"/>
                <a:gd name="T4" fmla="*/ 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9"/>
                  </a:moveTo>
                  <a:cubicBezTo>
                    <a:pt x="4" y="8"/>
                    <a:pt x="6" y="3"/>
                    <a:pt x="4" y="2"/>
                  </a:cubicBezTo>
                  <a:cubicBezTo>
                    <a:pt x="1" y="0"/>
                    <a:pt x="0" y="8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5C8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3" name="Freeform 620">
              <a:extLst>
                <a:ext uri="{FF2B5EF4-FFF2-40B4-BE49-F238E27FC236}">
                  <a16:creationId xmlns:a16="http://schemas.microsoft.com/office/drawing/2014/main" id="{ADC01BCA-B003-47F0-A32D-B36547C6F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596"/>
              <a:ext cx="868" cy="696"/>
            </a:xfrm>
            <a:custGeom>
              <a:avLst/>
              <a:gdLst>
                <a:gd name="T0" fmla="*/ 208 w 347"/>
                <a:gd name="T1" fmla="*/ 2483 h 261"/>
                <a:gd name="T2" fmla="*/ 2909 w 347"/>
                <a:gd name="T3" fmla="*/ 0 h 261"/>
                <a:gd name="T4" fmla="*/ 5180 w 347"/>
                <a:gd name="T5" fmla="*/ 2653 h 261"/>
                <a:gd name="T6" fmla="*/ 2491 w 347"/>
                <a:gd name="T7" fmla="*/ 4949 h 261"/>
                <a:gd name="T8" fmla="*/ 208 w 347"/>
                <a:gd name="T9" fmla="*/ 2483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7" h="261">
                  <a:moveTo>
                    <a:pt x="13" y="131"/>
                  </a:moveTo>
                  <a:cubicBezTo>
                    <a:pt x="27" y="53"/>
                    <a:pt x="98" y="0"/>
                    <a:pt x="186" y="0"/>
                  </a:cubicBezTo>
                  <a:cubicBezTo>
                    <a:pt x="275" y="0"/>
                    <a:pt x="347" y="66"/>
                    <a:pt x="331" y="140"/>
                  </a:cubicBezTo>
                  <a:cubicBezTo>
                    <a:pt x="316" y="211"/>
                    <a:pt x="247" y="261"/>
                    <a:pt x="159" y="261"/>
                  </a:cubicBezTo>
                  <a:cubicBezTo>
                    <a:pt x="71" y="261"/>
                    <a:pt x="0" y="202"/>
                    <a:pt x="13" y="13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Ear-of-yellow-corn-illustration">
            <a:extLst>
              <a:ext uri="{FF2B5EF4-FFF2-40B4-BE49-F238E27FC236}">
                <a16:creationId xmlns:a16="http://schemas.microsoft.com/office/drawing/2014/main" id="{6434A3C4-2D9C-4B9F-9BD3-6A9D9EA4DB6D}"/>
              </a:ext>
            </a:extLst>
          </p:cNvPr>
          <p:cNvGrpSpPr>
            <a:grpSpLocks/>
          </p:cNvGrpSpPr>
          <p:nvPr/>
        </p:nvGrpSpPr>
        <p:grpSpPr bwMode="auto">
          <a:xfrm>
            <a:off x="4406900" y="2087563"/>
            <a:ext cx="1543050" cy="3502025"/>
            <a:chOff x="2070" y="1631"/>
            <a:chExt cx="511" cy="1160"/>
          </a:xfrm>
        </p:grpSpPr>
        <p:grpSp>
          <p:nvGrpSpPr>
            <p:cNvPr id="23557" name="Group 622">
              <a:extLst>
                <a:ext uri="{FF2B5EF4-FFF2-40B4-BE49-F238E27FC236}">
                  <a16:creationId xmlns:a16="http://schemas.microsoft.com/office/drawing/2014/main" id="{59959882-8BE7-4500-88B7-81C90ADFE9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70" y="1631"/>
              <a:ext cx="511" cy="1160"/>
              <a:chOff x="2070" y="1631"/>
              <a:chExt cx="511" cy="1160"/>
            </a:xfrm>
          </p:grpSpPr>
          <p:sp>
            <p:nvSpPr>
              <p:cNvPr id="23659" name="Freeform 623">
                <a:extLst>
                  <a:ext uri="{FF2B5EF4-FFF2-40B4-BE49-F238E27FC236}">
                    <a16:creationId xmlns:a16="http://schemas.microsoft.com/office/drawing/2014/main" id="{EC019682-F0C0-478E-9083-EF83EC5BF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631"/>
                <a:ext cx="511" cy="1160"/>
              </a:xfrm>
              <a:custGeom>
                <a:avLst/>
                <a:gdLst>
                  <a:gd name="T0" fmla="*/ 2152 w 204"/>
                  <a:gd name="T1" fmla="*/ 320 h 435"/>
                  <a:gd name="T2" fmla="*/ 1901 w 204"/>
                  <a:gd name="T3" fmla="*/ 739 h 435"/>
                  <a:gd name="T4" fmla="*/ 1493 w 204"/>
                  <a:gd name="T5" fmla="*/ 1763 h 435"/>
                  <a:gd name="T6" fmla="*/ 1318 w 204"/>
                  <a:gd name="T7" fmla="*/ 2368 h 435"/>
                  <a:gd name="T8" fmla="*/ 1085 w 204"/>
                  <a:gd name="T9" fmla="*/ 2995 h 435"/>
                  <a:gd name="T10" fmla="*/ 847 w 204"/>
                  <a:gd name="T11" fmla="*/ 3699 h 435"/>
                  <a:gd name="T12" fmla="*/ 188 w 204"/>
                  <a:gd name="T13" fmla="*/ 6237 h 435"/>
                  <a:gd name="T14" fmla="*/ 83 w 204"/>
                  <a:gd name="T15" fmla="*/ 7701 h 435"/>
                  <a:gd name="T16" fmla="*/ 438 w 204"/>
                  <a:gd name="T17" fmla="*/ 7944 h 435"/>
                  <a:gd name="T18" fmla="*/ 1606 w 204"/>
                  <a:gd name="T19" fmla="*/ 8056 h 435"/>
                  <a:gd name="T20" fmla="*/ 1889 w 204"/>
                  <a:gd name="T21" fmla="*/ 7587 h 435"/>
                  <a:gd name="T22" fmla="*/ 2089 w 204"/>
                  <a:gd name="T23" fmla="*/ 6904 h 435"/>
                  <a:gd name="T24" fmla="*/ 2485 w 204"/>
                  <a:gd name="T25" fmla="*/ 5235 h 435"/>
                  <a:gd name="T26" fmla="*/ 2547 w 204"/>
                  <a:gd name="T27" fmla="*/ 4835 h 435"/>
                  <a:gd name="T28" fmla="*/ 2673 w 204"/>
                  <a:gd name="T29" fmla="*/ 4232 h 435"/>
                  <a:gd name="T30" fmla="*/ 2873 w 204"/>
                  <a:gd name="T31" fmla="*/ 3128 h 435"/>
                  <a:gd name="T32" fmla="*/ 3081 w 204"/>
                  <a:gd name="T33" fmla="*/ 1387 h 435"/>
                  <a:gd name="T34" fmla="*/ 2998 w 204"/>
                  <a:gd name="T35" fmla="*/ 491 h 435"/>
                  <a:gd name="T36" fmla="*/ 2152 w 204"/>
                  <a:gd name="T37" fmla="*/ 320 h 4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04" h="435">
                    <a:moveTo>
                      <a:pt x="137" y="17"/>
                    </a:moveTo>
                    <a:cubicBezTo>
                      <a:pt x="131" y="22"/>
                      <a:pt x="125" y="33"/>
                      <a:pt x="121" y="39"/>
                    </a:cubicBezTo>
                    <a:cubicBezTo>
                      <a:pt x="110" y="56"/>
                      <a:pt x="103" y="75"/>
                      <a:pt x="95" y="93"/>
                    </a:cubicBezTo>
                    <a:cubicBezTo>
                      <a:pt x="91" y="103"/>
                      <a:pt x="88" y="114"/>
                      <a:pt x="84" y="125"/>
                    </a:cubicBezTo>
                    <a:cubicBezTo>
                      <a:pt x="80" y="136"/>
                      <a:pt x="73" y="147"/>
                      <a:pt x="69" y="158"/>
                    </a:cubicBezTo>
                    <a:cubicBezTo>
                      <a:pt x="64" y="170"/>
                      <a:pt x="59" y="183"/>
                      <a:pt x="54" y="195"/>
                    </a:cubicBezTo>
                    <a:cubicBezTo>
                      <a:pt x="49" y="209"/>
                      <a:pt x="19" y="298"/>
                      <a:pt x="12" y="329"/>
                    </a:cubicBezTo>
                    <a:cubicBezTo>
                      <a:pt x="2" y="368"/>
                      <a:pt x="0" y="402"/>
                      <a:pt x="5" y="406"/>
                    </a:cubicBezTo>
                    <a:cubicBezTo>
                      <a:pt x="10" y="411"/>
                      <a:pt x="17" y="416"/>
                      <a:pt x="28" y="419"/>
                    </a:cubicBezTo>
                    <a:cubicBezTo>
                      <a:pt x="43" y="426"/>
                      <a:pt x="81" y="435"/>
                      <a:pt x="102" y="425"/>
                    </a:cubicBezTo>
                    <a:cubicBezTo>
                      <a:pt x="111" y="419"/>
                      <a:pt x="116" y="413"/>
                      <a:pt x="120" y="400"/>
                    </a:cubicBezTo>
                    <a:cubicBezTo>
                      <a:pt x="123" y="388"/>
                      <a:pt x="129" y="376"/>
                      <a:pt x="133" y="364"/>
                    </a:cubicBezTo>
                    <a:cubicBezTo>
                      <a:pt x="141" y="335"/>
                      <a:pt x="149" y="305"/>
                      <a:pt x="158" y="276"/>
                    </a:cubicBezTo>
                    <a:cubicBezTo>
                      <a:pt x="160" y="269"/>
                      <a:pt x="161" y="262"/>
                      <a:pt x="162" y="255"/>
                    </a:cubicBezTo>
                    <a:cubicBezTo>
                      <a:pt x="164" y="245"/>
                      <a:pt x="168" y="233"/>
                      <a:pt x="170" y="223"/>
                    </a:cubicBezTo>
                    <a:cubicBezTo>
                      <a:pt x="173" y="206"/>
                      <a:pt x="179" y="181"/>
                      <a:pt x="183" y="165"/>
                    </a:cubicBezTo>
                    <a:cubicBezTo>
                      <a:pt x="190" y="130"/>
                      <a:pt x="193" y="109"/>
                      <a:pt x="196" y="73"/>
                    </a:cubicBezTo>
                    <a:cubicBezTo>
                      <a:pt x="197" y="58"/>
                      <a:pt x="204" y="38"/>
                      <a:pt x="191" y="26"/>
                    </a:cubicBezTo>
                    <a:cubicBezTo>
                      <a:pt x="184" y="19"/>
                      <a:pt x="153" y="0"/>
                      <a:pt x="137" y="17"/>
                    </a:cubicBezTo>
                    <a:close/>
                  </a:path>
                </a:pathLst>
              </a:custGeom>
              <a:solidFill>
                <a:srgbClr val="F7D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0" name="Freeform 624">
                <a:extLst>
                  <a:ext uri="{FF2B5EF4-FFF2-40B4-BE49-F238E27FC236}">
                    <a16:creationId xmlns:a16="http://schemas.microsoft.com/office/drawing/2014/main" id="{105352D9-DDBE-4258-9A9D-CBCA6E58C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741"/>
                <a:ext cx="190" cy="45"/>
              </a:xfrm>
              <a:custGeom>
                <a:avLst/>
                <a:gdLst>
                  <a:gd name="T0" fmla="*/ 1188 w 76"/>
                  <a:gd name="T1" fmla="*/ 225 h 17"/>
                  <a:gd name="T2" fmla="*/ 1083 w 76"/>
                  <a:gd name="T3" fmla="*/ 183 h 17"/>
                  <a:gd name="T4" fmla="*/ 925 w 76"/>
                  <a:gd name="T5" fmla="*/ 169 h 17"/>
                  <a:gd name="T6" fmla="*/ 750 w 76"/>
                  <a:gd name="T7" fmla="*/ 132 h 17"/>
                  <a:gd name="T8" fmla="*/ 613 w 76"/>
                  <a:gd name="T9" fmla="*/ 90 h 17"/>
                  <a:gd name="T10" fmla="*/ 33 w 76"/>
                  <a:gd name="T11" fmla="*/ 0 h 17"/>
                  <a:gd name="T12" fmla="*/ 0 w 76"/>
                  <a:gd name="T13" fmla="*/ 0 h 17"/>
                  <a:gd name="T14" fmla="*/ 158 w 76"/>
                  <a:gd name="T15" fmla="*/ 56 h 17"/>
                  <a:gd name="T16" fmla="*/ 1188 w 76"/>
                  <a:gd name="T17" fmla="*/ 22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7">
                    <a:moveTo>
                      <a:pt x="76" y="12"/>
                    </a:moveTo>
                    <a:cubicBezTo>
                      <a:pt x="74" y="11"/>
                      <a:pt x="71" y="11"/>
                      <a:pt x="69" y="10"/>
                    </a:cubicBezTo>
                    <a:cubicBezTo>
                      <a:pt x="66" y="10"/>
                      <a:pt x="62" y="9"/>
                      <a:pt x="59" y="9"/>
                    </a:cubicBezTo>
                    <a:cubicBezTo>
                      <a:pt x="55" y="8"/>
                      <a:pt x="51" y="8"/>
                      <a:pt x="48" y="7"/>
                    </a:cubicBezTo>
                    <a:cubicBezTo>
                      <a:pt x="45" y="6"/>
                      <a:pt x="42" y="5"/>
                      <a:pt x="39" y="5"/>
                    </a:cubicBezTo>
                    <a:cubicBezTo>
                      <a:pt x="26" y="4"/>
                      <a:pt x="14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10" y="3"/>
                    </a:cubicBezTo>
                    <a:cubicBezTo>
                      <a:pt x="23" y="9"/>
                      <a:pt x="55" y="17"/>
                      <a:pt x="76" y="12"/>
                    </a:cubicBezTo>
                    <a:close/>
                  </a:path>
                </a:pathLst>
              </a:custGeom>
              <a:solidFill>
                <a:srgbClr val="CAA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1" name="Freeform 625">
                <a:extLst>
                  <a:ext uri="{FF2B5EF4-FFF2-40B4-BE49-F238E27FC236}">
                    <a16:creationId xmlns:a16="http://schemas.microsoft.com/office/drawing/2014/main" id="{60FF466E-300A-4552-9001-E31CFE1AC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874"/>
                <a:ext cx="50" cy="29"/>
              </a:xfrm>
              <a:custGeom>
                <a:avLst/>
                <a:gdLst>
                  <a:gd name="T0" fmla="*/ 313 w 20"/>
                  <a:gd name="T1" fmla="*/ 55 h 11"/>
                  <a:gd name="T2" fmla="*/ 83 w 20"/>
                  <a:gd name="T3" fmla="*/ 34 h 11"/>
                  <a:gd name="T4" fmla="*/ 0 w 20"/>
                  <a:gd name="T5" fmla="*/ 200 h 11"/>
                  <a:gd name="T6" fmla="*/ 250 w 20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1">
                    <a:moveTo>
                      <a:pt x="20" y="3"/>
                    </a:moveTo>
                    <a:cubicBezTo>
                      <a:pt x="15" y="1"/>
                      <a:pt x="10" y="0"/>
                      <a:pt x="5" y="2"/>
                    </a:cubicBezTo>
                    <a:cubicBezTo>
                      <a:pt x="1" y="3"/>
                      <a:pt x="1" y="8"/>
                      <a:pt x="0" y="11"/>
                    </a:cubicBezTo>
                    <a:cubicBezTo>
                      <a:pt x="2" y="5"/>
                      <a:pt x="9" y="1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2" name="Freeform 626">
                <a:extLst>
                  <a:ext uri="{FF2B5EF4-FFF2-40B4-BE49-F238E27FC236}">
                    <a16:creationId xmlns:a16="http://schemas.microsoft.com/office/drawing/2014/main" id="{C3149FD0-6DEF-44A3-B15D-2CCF9AEC6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22"/>
                <a:ext cx="40" cy="32"/>
              </a:xfrm>
              <a:custGeom>
                <a:avLst/>
                <a:gdLst>
                  <a:gd name="T0" fmla="*/ 250 w 16"/>
                  <a:gd name="T1" fmla="*/ 21 h 12"/>
                  <a:gd name="T2" fmla="*/ 83 w 16"/>
                  <a:gd name="T3" fmla="*/ 21 h 12"/>
                  <a:gd name="T4" fmla="*/ 0 w 16"/>
                  <a:gd name="T5" fmla="*/ 227 h 12"/>
                  <a:gd name="T6" fmla="*/ 220 w 16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1"/>
                    </a:moveTo>
                    <a:cubicBezTo>
                      <a:pt x="13" y="0"/>
                      <a:pt x="8" y="0"/>
                      <a:pt x="5" y="1"/>
                    </a:cubicBezTo>
                    <a:cubicBezTo>
                      <a:pt x="1" y="3"/>
                      <a:pt x="1" y="8"/>
                      <a:pt x="0" y="12"/>
                    </a:cubicBezTo>
                    <a:cubicBezTo>
                      <a:pt x="2" y="5"/>
                      <a:pt x="7" y="2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3" name="Freeform 627">
                <a:extLst>
                  <a:ext uri="{FF2B5EF4-FFF2-40B4-BE49-F238E27FC236}">
                    <a16:creationId xmlns:a16="http://schemas.microsoft.com/office/drawing/2014/main" id="{9B4DCD67-A867-4BE5-B621-9ED0F408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970"/>
                <a:ext cx="40" cy="27"/>
              </a:xfrm>
              <a:custGeom>
                <a:avLst/>
                <a:gdLst>
                  <a:gd name="T0" fmla="*/ 250 w 16"/>
                  <a:gd name="T1" fmla="*/ 38 h 10"/>
                  <a:gd name="T2" fmla="*/ 95 w 16"/>
                  <a:gd name="T3" fmla="*/ 0 h 10"/>
                  <a:gd name="T4" fmla="*/ 0 w 16"/>
                  <a:gd name="T5" fmla="*/ 197 h 10"/>
                  <a:gd name="T6" fmla="*/ 220 w 16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6" y="2"/>
                    </a:moveTo>
                    <a:cubicBezTo>
                      <a:pt x="14" y="0"/>
                      <a:pt x="9" y="0"/>
                      <a:pt x="6" y="0"/>
                    </a:cubicBezTo>
                    <a:cubicBezTo>
                      <a:pt x="0" y="2"/>
                      <a:pt x="2" y="6"/>
                      <a:pt x="0" y="10"/>
                    </a:cubicBezTo>
                    <a:cubicBezTo>
                      <a:pt x="4" y="5"/>
                      <a:pt x="6" y="1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4" name="Freeform 628">
                <a:extLst>
                  <a:ext uri="{FF2B5EF4-FFF2-40B4-BE49-F238E27FC236}">
                    <a16:creationId xmlns:a16="http://schemas.microsoft.com/office/drawing/2014/main" id="{F0EAC230-F511-4F06-A96B-BD0A42D35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018"/>
                <a:ext cx="40" cy="32"/>
              </a:xfrm>
              <a:custGeom>
                <a:avLst/>
                <a:gdLst>
                  <a:gd name="T0" fmla="*/ 250 w 16"/>
                  <a:gd name="T1" fmla="*/ 35 h 12"/>
                  <a:gd name="T2" fmla="*/ 83 w 16"/>
                  <a:gd name="T3" fmla="*/ 21 h 12"/>
                  <a:gd name="T4" fmla="*/ 0 w 16"/>
                  <a:gd name="T5" fmla="*/ 227 h 12"/>
                  <a:gd name="T6" fmla="*/ 95 w 16"/>
                  <a:gd name="T7" fmla="*/ 77 h 12"/>
                  <a:gd name="T8" fmla="*/ 175 w 16"/>
                  <a:gd name="T9" fmla="*/ 56 h 12"/>
                  <a:gd name="T10" fmla="*/ 238 w 16"/>
                  <a:gd name="T11" fmla="*/ 3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2"/>
                    </a:moveTo>
                    <a:cubicBezTo>
                      <a:pt x="13" y="1"/>
                      <a:pt x="8" y="0"/>
                      <a:pt x="5" y="1"/>
                    </a:cubicBezTo>
                    <a:cubicBezTo>
                      <a:pt x="2" y="2"/>
                      <a:pt x="1" y="8"/>
                      <a:pt x="0" y="12"/>
                    </a:cubicBezTo>
                    <a:cubicBezTo>
                      <a:pt x="2" y="8"/>
                      <a:pt x="3" y="6"/>
                      <a:pt x="6" y="4"/>
                    </a:cubicBezTo>
                    <a:cubicBezTo>
                      <a:pt x="7" y="3"/>
                      <a:pt x="9" y="3"/>
                      <a:pt x="11" y="3"/>
                    </a:cubicBezTo>
                    <a:cubicBezTo>
                      <a:pt x="12" y="2"/>
                      <a:pt x="14" y="3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5" name="Freeform 629">
                <a:extLst>
                  <a:ext uri="{FF2B5EF4-FFF2-40B4-BE49-F238E27FC236}">
                    <a16:creationId xmlns:a16="http://schemas.microsoft.com/office/drawing/2014/main" id="{0A837218-3254-479A-9A37-2A5BD0990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058"/>
                <a:ext cx="40" cy="40"/>
              </a:xfrm>
              <a:custGeom>
                <a:avLst/>
                <a:gdLst>
                  <a:gd name="T0" fmla="*/ 250 w 16"/>
                  <a:gd name="T1" fmla="*/ 77 h 15"/>
                  <a:gd name="T2" fmla="*/ 20 w 16"/>
                  <a:gd name="T3" fmla="*/ 285 h 15"/>
                  <a:gd name="T4" fmla="*/ 220 w 16"/>
                  <a:gd name="T5" fmla="*/ 9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16" y="4"/>
                    </a:moveTo>
                    <a:cubicBezTo>
                      <a:pt x="7" y="0"/>
                      <a:pt x="0" y="6"/>
                      <a:pt x="1" y="15"/>
                    </a:cubicBezTo>
                    <a:cubicBezTo>
                      <a:pt x="2" y="10"/>
                      <a:pt x="9" y="4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6" name="Freeform 630">
                <a:extLst>
                  <a:ext uri="{FF2B5EF4-FFF2-40B4-BE49-F238E27FC236}">
                    <a16:creationId xmlns:a16="http://schemas.microsoft.com/office/drawing/2014/main" id="{9035F984-3AFB-404F-A3F8-32EB5F527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11"/>
                <a:ext cx="45" cy="30"/>
              </a:xfrm>
              <a:custGeom>
                <a:avLst/>
                <a:gdLst>
                  <a:gd name="T0" fmla="*/ 238 w 18"/>
                  <a:gd name="T1" fmla="*/ 60 h 11"/>
                  <a:gd name="T2" fmla="*/ 63 w 18"/>
                  <a:gd name="T3" fmla="*/ 22 h 11"/>
                  <a:gd name="T4" fmla="*/ 0 w 18"/>
                  <a:gd name="T5" fmla="*/ 224 h 11"/>
                  <a:gd name="T6" fmla="*/ 283 w 18"/>
                  <a:gd name="T7" fmla="*/ 10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15" y="3"/>
                    </a:moveTo>
                    <a:cubicBezTo>
                      <a:pt x="13" y="2"/>
                      <a:pt x="7" y="0"/>
                      <a:pt x="4" y="1"/>
                    </a:cubicBezTo>
                    <a:cubicBezTo>
                      <a:pt x="1" y="3"/>
                      <a:pt x="1" y="8"/>
                      <a:pt x="0" y="11"/>
                    </a:cubicBezTo>
                    <a:cubicBezTo>
                      <a:pt x="4" y="4"/>
                      <a:pt x="11" y="1"/>
                      <a:pt x="1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7" name="Freeform 631">
                <a:extLst>
                  <a:ext uri="{FF2B5EF4-FFF2-40B4-BE49-F238E27FC236}">
                    <a16:creationId xmlns:a16="http://schemas.microsoft.com/office/drawing/2014/main" id="{E522CF66-886E-420C-B5B9-593C4D9D3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159"/>
                <a:ext cx="45" cy="30"/>
              </a:xfrm>
              <a:custGeom>
                <a:avLst/>
                <a:gdLst>
                  <a:gd name="T0" fmla="*/ 283 w 18"/>
                  <a:gd name="T1" fmla="*/ 60 h 11"/>
                  <a:gd name="T2" fmla="*/ 95 w 18"/>
                  <a:gd name="T3" fmla="*/ 22 h 11"/>
                  <a:gd name="T4" fmla="*/ 0 w 18"/>
                  <a:gd name="T5" fmla="*/ 224 h 11"/>
                  <a:gd name="T6" fmla="*/ 283 w 18"/>
                  <a:gd name="T7" fmla="*/ 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18" y="3"/>
                    </a:moveTo>
                    <a:cubicBezTo>
                      <a:pt x="15" y="2"/>
                      <a:pt x="10" y="0"/>
                      <a:pt x="6" y="1"/>
                    </a:cubicBezTo>
                    <a:cubicBezTo>
                      <a:pt x="2" y="2"/>
                      <a:pt x="1" y="7"/>
                      <a:pt x="0" y="11"/>
                    </a:cubicBezTo>
                    <a:cubicBezTo>
                      <a:pt x="4" y="2"/>
                      <a:pt x="10" y="1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8" name="Freeform 632">
                <a:extLst>
                  <a:ext uri="{FF2B5EF4-FFF2-40B4-BE49-F238E27FC236}">
                    <a16:creationId xmlns:a16="http://schemas.microsoft.com/office/drawing/2014/main" id="{E2A533FD-DA1F-4806-B380-3AFC01140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207"/>
                <a:ext cx="45" cy="22"/>
              </a:xfrm>
              <a:custGeom>
                <a:avLst/>
                <a:gdLst>
                  <a:gd name="T0" fmla="*/ 283 w 18"/>
                  <a:gd name="T1" fmla="*/ 47 h 8"/>
                  <a:gd name="T2" fmla="*/ 113 w 18"/>
                  <a:gd name="T3" fmla="*/ 0 h 8"/>
                  <a:gd name="T4" fmla="*/ 20 w 18"/>
                  <a:gd name="T5" fmla="*/ 168 h 8"/>
                  <a:gd name="T6" fmla="*/ 250 w 18"/>
                  <a:gd name="T7" fmla="*/ 6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18" y="2"/>
                    </a:moveTo>
                    <a:cubicBezTo>
                      <a:pt x="15" y="1"/>
                      <a:pt x="11" y="0"/>
                      <a:pt x="7" y="0"/>
                    </a:cubicBezTo>
                    <a:cubicBezTo>
                      <a:pt x="4" y="0"/>
                      <a:pt x="0" y="5"/>
                      <a:pt x="1" y="8"/>
                    </a:cubicBezTo>
                    <a:cubicBezTo>
                      <a:pt x="4" y="3"/>
                      <a:pt x="11" y="0"/>
                      <a:pt x="1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9" name="Freeform 633">
                <a:extLst>
                  <a:ext uri="{FF2B5EF4-FFF2-40B4-BE49-F238E27FC236}">
                    <a16:creationId xmlns:a16="http://schemas.microsoft.com/office/drawing/2014/main" id="{F132DFCB-595F-49D1-9FE2-10DAF3D09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826"/>
                <a:ext cx="43" cy="27"/>
              </a:xfrm>
              <a:custGeom>
                <a:avLst/>
                <a:gdLst>
                  <a:gd name="T0" fmla="*/ 276 w 17"/>
                  <a:gd name="T1" fmla="*/ 59 h 10"/>
                  <a:gd name="T2" fmla="*/ 83 w 17"/>
                  <a:gd name="T3" fmla="*/ 38 h 10"/>
                  <a:gd name="T4" fmla="*/ 0 w 17"/>
                  <a:gd name="T5" fmla="*/ 197 h 10"/>
                  <a:gd name="T6" fmla="*/ 276 w 17"/>
                  <a:gd name="T7" fmla="*/ 8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17" y="3"/>
                    </a:moveTo>
                    <a:cubicBezTo>
                      <a:pt x="13" y="3"/>
                      <a:pt x="8" y="0"/>
                      <a:pt x="5" y="2"/>
                    </a:cubicBezTo>
                    <a:cubicBezTo>
                      <a:pt x="2" y="3"/>
                      <a:pt x="1" y="7"/>
                      <a:pt x="0" y="10"/>
                    </a:cubicBezTo>
                    <a:cubicBezTo>
                      <a:pt x="2" y="4"/>
                      <a:pt x="12" y="3"/>
                      <a:pt x="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0" name="Freeform 634">
                <a:extLst>
                  <a:ext uri="{FF2B5EF4-FFF2-40B4-BE49-F238E27FC236}">
                    <a16:creationId xmlns:a16="http://schemas.microsoft.com/office/drawing/2014/main" id="{FD7CDD21-5BB0-4A41-BC00-B1E4A2A42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781"/>
                <a:ext cx="37" cy="26"/>
              </a:xfrm>
              <a:custGeom>
                <a:avLst/>
                <a:gdLst>
                  <a:gd name="T0" fmla="*/ 224 w 15"/>
                  <a:gd name="T1" fmla="*/ 55 h 10"/>
                  <a:gd name="T2" fmla="*/ 74 w 15"/>
                  <a:gd name="T3" fmla="*/ 21 h 10"/>
                  <a:gd name="T4" fmla="*/ 0 w 15"/>
                  <a:gd name="T5" fmla="*/ 177 h 10"/>
                  <a:gd name="T6" fmla="*/ 121 w 15"/>
                  <a:gd name="T7" fmla="*/ 68 h 10"/>
                  <a:gd name="T8" fmla="*/ 224 w 15"/>
                  <a:gd name="T9" fmla="*/ 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3"/>
                    </a:moveTo>
                    <a:cubicBezTo>
                      <a:pt x="12" y="2"/>
                      <a:pt x="8" y="0"/>
                      <a:pt x="5" y="1"/>
                    </a:cubicBezTo>
                    <a:cubicBezTo>
                      <a:pt x="2" y="3"/>
                      <a:pt x="1" y="7"/>
                      <a:pt x="0" y="10"/>
                    </a:cubicBezTo>
                    <a:cubicBezTo>
                      <a:pt x="1" y="7"/>
                      <a:pt x="4" y="5"/>
                      <a:pt x="8" y="4"/>
                    </a:cubicBezTo>
                    <a:cubicBezTo>
                      <a:pt x="10" y="3"/>
                      <a:pt x="13" y="4"/>
                      <a:pt x="1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1" name="Freeform 635">
                <a:extLst>
                  <a:ext uri="{FF2B5EF4-FFF2-40B4-BE49-F238E27FC236}">
                    <a16:creationId xmlns:a16="http://schemas.microsoft.com/office/drawing/2014/main" id="{F123CC1F-5AE0-48B1-B463-9D17617A9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749"/>
                <a:ext cx="38" cy="18"/>
              </a:xfrm>
              <a:custGeom>
                <a:avLst/>
                <a:gdLst>
                  <a:gd name="T0" fmla="*/ 0 w 15"/>
                  <a:gd name="T1" fmla="*/ 118 h 7"/>
                  <a:gd name="T2" fmla="*/ 84 w 15"/>
                  <a:gd name="T3" fmla="*/ 21 h 7"/>
                  <a:gd name="T4" fmla="*/ 243 w 15"/>
                  <a:gd name="T5" fmla="*/ 67 h 7"/>
                  <a:gd name="T6" fmla="*/ 51 w 15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1" y="4"/>
                      <a:pt x="2" y="2"/>
                      <a:pt x="5" y="1"/>
                    </a:cubicBezTo>
                    <a:cubicBezTo>
                      <a:pt x="9" y="0"/>
                      <a:pt x="13" y="2"/>
                      <a:pt x="15" y="4"/>
                    </a:cubicBezTo>
                    <a:cubicBezTo>
                      <a:pt x="12" y="2"/>
                      <a:pt x="4" y="1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2" name="Freeform 636">
                <a:extLst>
                  <a:ext uri="{FF2B5EF4-FFF2-40B4-BE49-F238E27FC236}">
                    <a16:creationId xmlns:a16="http://schemas.microsoft.com/office/drawing/2014/main" id="{ACDA2481-DE3F-4BA4-87AD-665ED5D55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714"/>
                <a:ext cx="37" cy="19"/>
              </a:xfrm>
              <a:custGeom>
                <a:avLst/>
                <a:gdLst>
                  <a:gd name="T0" fmla="*/ 0 w 15"/>
                  <a:gd name="T1" fmla="*/ 141 h 7"/>
                  <a:gd name="T2" fmla="*/ 74 w 15"/>
                  <a:gd name="T3" fmla="*/ 22 h 7"/>
                  <a:gd name="T4" fmla="*/ 224 w 15"/>
                  <a:gd name="T5" fmla="*/ 81 h 7"/>
                  <a:gd name="T6" fmla="*/ 30 w 15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1" y="5"/>
                      <a:pt x="3" y="1"/>
                      <a:pt x="5" y="1"/>
                    </a:cubicBezTo>
                    <a:cubicBezTo>
                      <a:pt x="7" y="0"/>
                      <a:pt x="13" y="2"/>
                      <a:pt x="15" y="4"/>
                    </a:cubicBezTo>
                    <a:cubicBezTo>
                      <a:pt x="10" y="2"/>
                      <a:pt x="6" y="2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3" name="Freeform 637">
                <a:extLst>
                  <a:ext uri="{FF2B5EF4-FFF2-40B4-BE49-F238E27FC236}">
                    <a16:creationId xmlns:a16="http://schemas.microsoft.com/office/drawing/2014/main" id="{C3A8B23C-01A2-4B63-9FF0-A6C722773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685"/>
                <a:ext cx="30" cy="16"/>
              </a:xfrm>
              <a:custGeom>
                <a:avLst/>
                <a:gdLst>
                  <a:gd name="T0" fmla="*/ 0 w 12"/>
                  <a:gd name="T1" fmla="*/ 115 h 6"/>
                  <a:gd name="T2" fmla="*/ 188 w 12"/>
                  <a:gd name="T3" fmla="*/ 56 h 6"/>
                  <a:gd name="T4" fmla="*/ 20 w 12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cubicBezTo>
                      <a:pt x="2" y="0"/>
                      <a:pt x="8" y="1"/>
                      <a:pt x="12" y="3"/>
                    </a:cubicBezTo>
                    <a:cubicBezTo>
                      <a:pt x="9" y="3"/>
                      <a:pt x="4" y="3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4" name="Freeform 638">
                <a:extLst>
                  <a:ext uri="{FF2B5EF4-FFF2-40B4-BE49-F238E27FC236}">
                    <a16:creationId xmlns:a16="http://schemas.microsoft.com/office/drawing/2014/main" id="{8E646CEA-D3C4-4C63-87C2-F88DF907C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781"/>
                <a:ext cx="35" cy="24"/>
              </a:xfrm>
              <a:custGeom>
                <a:avLst/>
                <a:gdLst>
                  <a:gd name="T0" fmla="*/ 0 w 14"/>
                  <a:gd name="T1" fmla="*/ 171 h 9"/>
                  <a:gd name="T2" fmla="*/ 63 w 14"/>
                  <a:gd name="T3" fmla="*/ 35 h 9"/>
                  <a:gd name="T4" fmla="*/ 220 w 14"/>
                  <a:gd name="T5" fmla="*/ 93 h 9"/>
                  <a:gd name="T6" fmla="*/ 113 w 14"/>
                  <a:gd name="T7" fmla="*/ 77 h 9"/>
                  <a:gd name="T8" fmla="*/ 33 w 14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0" y="7"/>
                      <a:pt x="2" y="3"/>
                      <a:pt x="4" y="2"/>
                    </a:cubicBezTo>
                    <a:cubicBezTo>
                      <a:pt x="6" y="0"/>
                      <a:pt x="12" y="3"/>
                      <a:pt x="14" y="5"/>
                    </a:cubicBezTo>
                    <a:cubicBezTo>
                      <a:pt x="12" y="4"/>
                      <a:pt x="9" y="3"/>
                      <a:pt x="7" y="4"/>
                    </a:cubicBezTo>
                    <a:cubicBezTo>
                      <a:pt x="4" y="4"/>
                      <a:pt x="3" y="7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5" name="Freeform 639">
                <a:extLst>
                  <a:ext uri="{FF2B5EF4-FFF2-40B4-BE49-F238E27FC236}">
                    <a16:creationId xmlns:a16="http://schemas.microsoft.com/office/drawing/2014/main" id="{C25C87CE-4359-43CC-9D91-1C14F80A9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821"/>
                <a:ext cx="33" cy="26"/>
              </a:xfrm>
              <a:custGeom>
                <a:avLst/>
                <a:gdLst>
                  <a:gd name="T0" fmla="*/ 0 w 13"/>
                  <a:gd name="T1" fmla="*/ 177 h 10"/>
                  <a:gd name="T2" fmla="*/ 63 w 13"/>
                  <a:gd name="T3" fmla="*/ 34 h 10"/>
                  <a:gd name="T4" fmla="*/ 213 w 13"/>
                  <a:gd name="T5" fmla="*/ 68 h 10"/>
                  <a:gd name="T6" fmla="*/ 33 w 13"/>
                  <a:gd name="T7" fmla="*/ 14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1" y="8"/>
                      <a:pt x="2" y="3"/>
                      <a:pt x="4" y="2"/>
                    </a:cubicBezTo>
                    <a:cubicBezTo>
                      <a:pt x="7" y="0"/>
                      <a:pt x="11" y="2"/>
                      <a:pt x="13" y="4"/>
                    </a:cubicBezTo>
                    <a:cubicBezTo>
                      <a:pt x="8" y="2"/>
                      <a:pt x="5" y="3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6" name="Freeform 640">
                <a:extLst>
                  <a:ext uri="{FF2B5EF4-FFF2-40B4-BE49-F238E27FC236}">
                    <a16:creationId xmlns:a16="http://schemas.microsoft.com/office/drawing/2014/main" id="{89842B86-DF25-42B8-AC82-786C845EB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63"/>
                <a:ext cx="32" cy="30"/>
              </a:xfrm>
              <a:custGeom>
                <a:avLst/>
                <a:gdLst>
                  <a:gd name="T0" fmla="*/ 0 w 13"/>
                  <a:gd name="T1" fmla="*/ 224 h 11"/>
                  <a:gd name="T2" fmla="*/ 42 w 13"/>
                  <a:gd name="T3" fmla="*/ 38 h 11"/>
                  <a:gd name="T4" fmla="*/ 194 w 13"/>
                  <a:gd name="T5" fmla="*/ 82 h 11"/>
                  <a:gd name="T6" fmla="*/ 0 w 13"/>
                  <a:gd name="T7" fmla="*/ 2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0" y="9"/>
                      <a:pt x="1" y="3"/>
                      <a:pt x="3" y="2"/>
                    </a:cubicBezTo>
                    <a:cubicBezTo>
                      <a:pt x="6" y="0"/>
                      <a:pt x="11" y="2"/>
                      <a:pt x="13" y="4"/>
                    </a:cubicBezTo>
                    <a:cubicBezTo>
                      <a:pt x="8" y="2"/>
                      <a:pt x="0" y="5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7" name="Freeform 641">
                <a:extLst>
                  <a:ext uri="{FF2B5EF4-FFF2-40B4-BE49-F238E27FC236}">
                    <a16:creationId xmlns:a16="http://schemas.microsoft.com/office/drawing/2014/main" id="{EEE76A13-CD79-4BB3-B85E-742DDC89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895"/>
                <a:ext cx="32" cy="32"/>
              </a:xfrm>
              <a:custGeom>
                <a:avLst/>
                <a:gdLst>
                  <a:gd name="T0" fmla="*/ 0 w 13"/>
                  <a:gd name="T1" fmla="*/ 227 h 12"/>
                  <a:gd name="T2" fmla="*/ 62 w 13"/>
                  <a:gd name="T3" fmla="*/ 56 h 12"/>
                  <a:gd name="T4" fmla="*/ 194 w 13"/>
                  <a:gd name="T5" fmla="*/ 93 h 12"/>
                  <a:gd name="T6" fmla="*/ 12 w 13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12"/>
                    </a:moveTo>
                    <a:cubicBezTo>
                      <a:pt x="1" y="10"/>
                      <a:pt x="2" y="4"/>
                      <a:pt x="4" y="3"/>
                    </a:cubicBezTo>
                    <a:cubicBezTo>
                      <a:pt x="6" y="0"/>
                      <a:pt x="11" y="3"/>
                      <a:pt x="13" y="5"/>
                    </a:cubicBezTo>
                    <a:cubicBezTo>
                      <a:pt x="6" y="1"/>
                      <a:pt x="5" y="7"/>
                      <a:pt x="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8" name="Freeform 642">
                <a:extLst>
                  <a:ext uri="{FF2B5EF4-FFF2-40B4-BE49-F238E27FC236}">
                    <a16:creationId xmlns:a16="http://schemas.microsoft.com/office/drawing/2014/main" id="{D9F421CA-879F-4FD1-9C63-9FF33859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914"/>
                <a:ext cx="32" cy="19"/>
              </a:xfrm>
              <a:custGeom>
                <a:avLst/>
                <a:gdLst>
                  <a:gd name="T0" fmla="*/ 0 w 13"/>
                  <a:gd name="T1" fmla="*/ 141 h 7"/>
                  <a:gd name="T2" fmla="*/ 74 w 13"/>
                  <a:gd name="T3" fmla="*/ 22 h 7"/>
                  <a:gd name="T4" fmla="*/ 194 w 13"/>
                  <a:gd name="T5" fmla="*/ 81 h 7"/>
                  <a:gd name="T6" fmla="*/ 12 w 13"/>
                  <a:gd name="T7" fmla="*/ 1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1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3" y="4"/>
                    </a:cubicBezTo>
                    <a:cubicBezTo>
                      <a:pt x="9" y="2"/>
                      <a:pt x="2" y="2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9" name="Freeform 643">
                <a:extLst>
                  <a:ext uri="{FF2B5EF4-FFF2-40B4-BE49-F238E27FC236}">
                    <a16:creationId xmlns:a16="http://schemas.microsoft.com/office/drawing/2014/main" id="{279AD897-C94C-4C84-957A-82C2FE5DE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951"/>
                <a:ext cx="35" cy="24"/>
              </a:xfrm>
              <a:custGeom>
                <a:avLst/>
                <a:gdLst>
                  <a:gd name="T0" fmla="*/ 0 w 14"/>
                  <a:gd name="T1" fmla="*/ 149 h 9"/>
                  <a:gd name="T2" fmla="*/ 220 w 14"/>
                  <a:gd name="T3" fmla="*/ 77 h 9"/>
                  <a:gd name="T4" fmla="*/ 95 w 14"/>
                  <a:gd name="T5" fmla="*/ 56 h 9"/>
                  <a:gd name="T6" fmla="*/ 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0" y="8"/>
                    </a:moveTo>
                    <a:cubicBezTo>
                      <a:pt x="1" y="0"/>
                      <a:pt x="7" y="0"/>
                      <a:pt x="14" y="4"/>
                    </a:cubicBezTo>
                    <a:cubicBezTo>
                      <a:pt x="12" y="4"/>
                      <a:pt x="8" y="3"/>
                      <a:pt x="6" y="3"/>
                    </a:cubicBezTo>
                    <a:cubicBezTo>
                      <a:pt x="3" y="4"/>
                      <a:pt x="2" y="6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0" name="Freeform 644">
                <a:extLst>
                  <a:ext uri="{FF2B5EF4-FFF2-40B4-BE49-F238E27FC236}">
                    <a16:creationId xmlns:a16="http://schemas.microsoft.com/office/drawing/2014/main" id="{3862B1CC-86D6-4784-BBB0-578C109B3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994"/>
                <a:ext cx="40" cy="35"/>
              </a:xfrm>
              <a:custGeom>
                <a:avLst/>
                <a:gdLst>
                  <a:gd name="T0" fmla="*/ 0 w 16"/>
                  <a:gd name="T1" fmla="*/ 232 h 13"/>
                  <a:gd name="T2" fmla="*/ 83 w 16"/>
                  <a:gd name="T3" fmla="*/ 59 h 13"/>
                  <a:gd name="T4" fmla="*/ 250 w 16"/>
                  <a:gd name="T5" fmla="*/ 94 h 13"/>
                  <a:gd name="T6" fmla="*/ 0 w 16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0" y="12"/>
                    </a:moveTo>
                    <a:cubicBezTo>
                      <a:pt x="0" y="9"/>
                      <a:pt x="2" y="4"/>
                      <a:pt x="5" y="3"/>
                    </a:cubicBezTo>
                    <a:cubicBezTo>
                      <a:pt x="9" y="0"/>
                      <a:pt x="12" y="3"/>
                      <a:pt x="16" y="5"/>
                    </a:cubicBezTo>
                    <a:cubicBezTo>
                      <a:pt x="8" y="2"/>
                      <a:pt x="4" y="6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1" name="Freeform 645">
                <a:extLst>
                  <a:ext uri="{FF2B5EF4-FFF2-40B4-BE49-F238E27FC236}">
                    <a16:creationId xmlns:a16="http://schemas.microsoft.com/office/drawing/2014/main" id="{54EAE881-7783-4B35-8854-067EB98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050"/>
                <a:ext cx="37" cy="24"/>
              </a:xfrm>
              <a:custGeom>
                <a:avLst/>
                <a:gdLst>
                  <a:gd name="T0" fmla="*/ 0 w 15"/>
                  <a:gd name="T1" fmla="*/ 171 h 9"/>
                  <a:gd name="T2" fmla="*/ 91 w 15"/>
                  <a:gd name="T3" fmla="*/ 0 h 9"/>
                  <a:gd name="T4" fmla="*/ 224 w 15"/>
                  <a:gd name="T5" fmla="*/ 56 h 9"/>
                  <a:gd name="T6" fmla="*/ 0 w 15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1" y="6"/>
                      <a:pt x="2" y="1"/>
                      <a:pt x="6" y="0"/>
                    </a:cubicBezTo>
                    <a:cubicBezTo>
                      <a:pt x="8" y="0"/>
                      <a:pt x="14" y="1"/>
                      <a:pt x="15" y="3"/>
                    </a:cubicBezTo>
                    <a:cubicBezTo>
                      <a:pt x="10" y="1"/>
                      <a:pt x="2" y="3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2" name="Freeform 646">
                <a:extLst>
                  <a:ext uri="{FF2B5EF4-FFF2-40B4-BE49-F238E27FC236}">
                    <a16:creationId xmlns:a16="http://schemas.microsoft.com/office/drawing/2014/main" id="{F1DE6D11-2246-49BE-BFB9-31F2571D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093"/>
                <a:ext cx="37" cy="32"/>
              </a:xfrm>
              <a:custGeom>
                <a:avLst/>
                <a:gdLst>
                  <a:gd name="T0" fmla="*/ 12 w 15"/>
                  <a:gd name="T1" fmla="*/ 192 h 12"/>
                  <a:gd name="T2" fmla="*/ 224 w 15"/>
                  <a:gd name="T3" fmla="*/ 77 h 12"/>
                  <a:gd name="T4" fmla="*/ 12 w 15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" y="10"/>
                    </a:moveTo>
                    <a:cubicBezTo>
                      <a:pt x="0" y="0"/>
                      <a:pt x="10" y="0"/>
                      <a:pt x="15" y="4"/>
                    </a:cubicBezTo>
                    <a:cubicBezTo>
                      <a:pt x="11" y="3"/>
                      <a:pt x="0" y="5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3" name="Freeform 647">
                <a:extLst>
                  <a:ext uri="{FF2B5EF4-FFF2-40B4-BE49-F238E27FC236}">
                    <a16:creationId xmlns:a16="http://schemas.microsoft.com/office/drawing/2014/main" id="{7F2BBE98-A188-4B82-AF35-B43A5D733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141"/>
                <a:ext cx="43" cy="34"/>
              </a:xfrm>
              <a:custGeom>
                <a:avLst/>
                <a:gdLst>
                  <a:gd name="T0" fmla="*/ 0 w 17"/>
                  <a:gd name="T1" fmla="*/ 233 h 13"/>
                  <a:gd name="T2" fmla="*/ 83 w 17"/>
                  <a:gd name="T3" fmla="*/ 34 h 13"/>
                  <a:gd name="T4" fmla="*/ 276 w 17"/>
                  <a:gd name="T5" fmla="*/ 89 h 13"/>
                  <a:gd name="T6" fmla="*/ 20 w 17"/>
                  <a:gd name="T7" fmla="*/ 2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1" y="9"/>
                      <a:pt x="1" y="4"/>
                      <a:pt x="5" y="2"/>
                    </a:cubicBezTo>
                    <a:cubicBezTo>
                      <a:pt x="9" y="0"/>
                      <a:pt x="14" y="3"/>
                      <a:pt x="17" y="5"/>
                    </a:cubicBezTo>
                    <a:cubicBezTo>
                      <a:pt x="11" y="1"/>
                      <a:pt x="2" y="6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4" name="Freeform 648">
                <a:extLst>
                  <a:ext uri="{FF2B5EF4-FFF2-40B4-BE49-F238E27FC236}">
                    <a16:creationId xmlns:a16="http://schemas.microsoft.com/office/drawing/2014/main" id="{8A01D863-A1FC-4871-80FC-A0EF496CA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087"/>
                <a:ext cx="30" cy="32"/>
              </a:xfrm>
              <a:custGeom>
                <a:avLst/>
                <a:gdLst>
                  <a:gd name="T0" fmla="*/ 188 w 12"/>
                  <a:gd name="T1" fmla="*/ 35 h 12"/>
                  <a:gd name="T2" fmla="*/ 63 w 12"/>
                  <a:gd name="T3" fmla="*/ 35 h 12"/>
                  <a:gd name="T4" fmla="*/ 20 w 12"/>
                  <a:gd name="T5" fmla="*/ 227 h 12"/>
                  <a:gd name="T6" fmla="*/ 188 w 12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2" y="2"/>
                    </a:moveTo>
                    <a:cubicBezTo>
                      <a:pt x="10" y="1"/>
                      <a:pt x="6" y="0"/>
                      <a:pt x="4" y="2"/>
                    </a:cubicBezTo>
                    <a:cubicBezTo>
                      <a:pt x="3" y="3"/>
                      <a:pt x="0" y="10"/>
                      <a:pt x="1" y="12"/>
                    </a:cubicBezTo>
                    <a:cubicBezTo>
                      <a:pt x="1" y="6"/>
                      <a:pt x="7" y="3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5" name="Freeform 649">
                <a:extLst>
                  <a:ext uri="{FF2B5EF4-FFF2-40B4-BE49-F238E27FC236}">
                    <a16:creationId xmlns:a16="http://schemas.microsoft.com/office/drawing/2014/main" id="{177BA428-6780-4131-8A59-DF87711B6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045"/>
                <a:ext cx="37" cy="29"/>
              </a:xfrm>
              <a:custGeom>
                <a:avLst/>
                <a:gdLst>
                  <a:gd name="T0" fmla="*/ 212 w 15"/>
                  <a:gd name="T1" fmla="*/ 21 h 11"/>
                  <a:gd name="T2" fmla="*/ 42 w 15"/>
                  <a:gd name="T3" fmla="*/ 200 h 11"/>
                  <a:gd name="T4" fmla="*/ 224 w 15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4" y="1"/>
                    </a:moveTo>
                    <a:cubicBezTo>
                      <a:pt x="9" y="0"/>
                      <a:pt x="0" y="5"/>
                      <a:pt x="3" y="11"/>
                    </a:cubicBezTo>
                    <a:cubicBezTo>
                      <a:pt x="5" y="6"/>
                      <a:pt x="10" y="2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6" name="Freeform 650">
                <a:extLst>
                  <a:ext uri="{FF2B5EF4-FFF2-40B4-BE49-F238E27FC236}">
                    <a16:creationId xmlns:a16="http://schemas.microsoft.com/office/drawing/2014/main" id="{DE77273E-DB76-4B41-81D6-E424BE81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997"/>
                <a:ext cx="30" cy="32"/>
              </a:xfrm>
              <a:custGeom>
                <a:avLst/>
                <a:gdLst>
                  <a:gd name="T0" fmla="*/ 188 w 12"/>
                  <a:gd name="T1" fmla="*/ 21 h 12"/>
                  <a:gd name="T2" fmla="*/ 33 w 12"/>
                  <a:gd name="T3" fmla="*/ 56 h 12"/>
                  <a:gd name="T4" fmla="*/ 20 w 12"/>
                  <a:gd name="T5" fmla="*/ 227 h 12"/>
                  <a:gd name="T6" fmla="*/ 175 w 12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2" y="1"/>
                    </a:moveTo>
                    <a:cubicBezTo>
                      <a:pt x="9" y="0"/>
                      <a:pt x="4" y="1"/>
                      <a:pt x="2" y="3"/>
                    </a:cubicBezTo>
                    <a:cubicBezTo>
                      <a:pt x="0" y="6"/>
                      <a:pt x="0" y="9"/>
                      <a:pt x="1" y="12"/>
                    </a:cubicBezTo>
                    <a:cubicBezTo>
                      <a:pt x="3" y="6"/>
                      <a:pt x="6" y="5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7" name="Freeform 651">
                <a:extLst>
                  <a:ext uri="{FF2B5EF4-FFF2-40B4-BE49-F238E27FC236}">
                    <a16:creationId xmlns:a16="http://schemas.microsoft.com/office/drawing/2014/main" id="{86FAA299-2B6A-4016-A6DD-0C2777BAD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951"/>
                <a:ext cx="30" cy="32"/>
              </a:xfrm>
              <a:custGeom>
                <a:avLst/>
                <a:gdLst>
                  <a:gd name="T0" fmla="*/ 188 w 12"/>
                  <a:gd name="T1" fmla="*/ 21 h 12"/>
                  <a:gd name="T2" fmla="*/ 0 w 12"/>
                  <a:gd name="T3" fmla="*/ 227 h 12"/>
                  <a:gd name="T4" fmla="*/ 175 w 12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1"/>
                    </a:moveTo>
                    <a:cubicBezTo>
                      <a:pt x="5" y="0"/>
                      <a:pt x="1" y="6"/>
                      <a:pt x="0" y="12"/>
                    </a:cubicBezTo>
                    <a:cubicBezTo>
                      <a:pt x="1" y="8"/>
                      <a:pt x="7" y="1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8" name="Freeform 652">
                <a:extLst>
                  <a:ext uri="{FF2B5EF4-FFF2-40B4-BE49-F238E27FC236}">
                    <a16:creationId xmlns:a16="http://schemas.microsoft.com/office/drawing/2014/main" id="{0C78A42A-909E-4909-963E-A7A83F731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903"/>
                <a:ext cx="32" cy="30"/>
              </a:xfrm>
              <a:custGeom>
                <a:avLst/>
                <a:gdLst>
                  <a:gd name="T0" fmla="*/ 182 w 13"/>
                  <a:gd name="T1" fmla="*/ 0 h 11"/>
                  <a:gd name="T2" fmla="*/ 42 w 13"/>
                  <a:gd name="T3" fmla="*/ 224 h 11"/>
                  <a:gd name="T4" fmla="*/ 194 w 13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2" y="0"/>
                    </a:moveTo>
                    <a:cubicBezTo>
                      <a:pt x="7" y="2"/>
                      <a:pt x="0" y="3"/>
                      <a:pt x="3" y="11"/>
                    </a:cubicBezTo>
                    <a:cubicBezTo>
                      <a:pt x="5" y="7"/>
                      <a:pt x="8" y="1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9" name="Freeform 653">
                <a:extLst>
                  <a:ext uri="{FF2B5EF4-FFF2-40B4-BE49-F238E27FC236}">
                    <a16:creationId xmlns:a16="http://schemas.microsoft.com/office/drawing/2014/main" id="{B83364A5-AC00-4CD6-8F23-ADEA1848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869"/>
                <a:ext cx="30" cy="21"/>
              </a:xfrm>
              <a:custGeom>
                <a:avLst/>
                <a:gdLst>
                  <a:gd name="T0" fmla="*/ 188 w 12"/>
                  <a:gd name="T1" fmla="*/ 0 h 8"/>
                  <a:gd name="T2" fmla="*/ 33 w 12"/>
                  <a:gd name="T3" fmla="*/ 144 h 8"/>
                  <a:gd name="T4" fmla="*/ 175 w 1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7" y="0"/>
                      <a:pt x="0" y="1"/>
                      <a:pt x="2" y="8"/>
                    </a:cubicBezTo>
                    <a:cubicBezTo>
                      <a:pt x="4" y="4"/>
                      <a:pt x="7" y="2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0" name="Freeform 654">
                <a:extLst>
                  <a:ext uri="{FF2B5EF4-FFF2-40B4-BE49-F238E27FC236}">
                    <a16:creationId xmlns:a16="http://schemas.microsoft.com/office/drawing/2014/main" id="{9E55F663-D157-475E-A5FF-AF9DCF96D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826"/>
                <a:ext cx="20" cy="21"/>
              </a:xfrm>
              <a:custGeom>
                <a:avLst/>
                <a:gdLst>
                  <a:gd name="T0" fmla="*/ 125 w 8"/>
                  <a:gd name="T1" fmla="*/ 0 h 8"/>
                  <a:gd name="T2" fmla="*/ 0 w 8"/>
                  <a:gd name="T3" fmla="*/ 144 h 8"/>
                  <a:gd name="T4" fmla="*/ 113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4" y="0"/>
                      <a:pt x="0" y="5"/>
                      <a:pt x="0" y="8"/>
                    </a:cubicBezTo>
                    <a:cubicBezTo>
                      <a:pt x="3" y="6"/>
                      <a:pt x="3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1" name="Freeform 655">
                <a:extLst>
                  <a:ext uri="{FF2B5EF4-FFF2-40B4-BE49-F238E27FC236}">
                    <a16:creationId xmlns:a16="http://schemas.microsoft.com/office/drawing/2014/main" id="{E1CCA890-682F-4FFB-AA35-8D84B137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789"/>
                <a:ext cx="15" cy="16"/>
              </a:xfrm>
              <a:custGeom>
                <a:avLst/>
                <a:gdLst>
                  <a:gd name="T0" fmla="*/ 95 w 6"/>
                  <a:gd name="T1" fmla="*/ 0 h 6"/>
                  <a:gd name="T2" fmla="*/ 0 w 6"/>
                  <a:gd name="T3" fmla="*/ 115 h 6"/>
                  <a:gd name="T4" fmla="*/ 95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2" name="Freeform 656">
                <a:extLst>
                  <a:ext uri="{FF2B5EF4-FFF2-40B4-BE49-F238E27FC236}">
                    <a16:creationId xmlns:a16="http://schemas.microsoft.com/office/drawing/2014/main" id="{3E7D2DA7-F4C9-4F26-9CA1-2F021BC17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746"/>
                <a:ext cx="27" cy="19"/>
              </a:xfrm>
              <a:custGeom>
                <a:avLst/>
                <a:gdLst>
                  <a:gd name="T0" fmla="*/ 162 w 11"/>
                  <a:gd name="T1" fmla="*/ 60 h 7"/>
                  <a:gd name="T2" fmla="*/ 0 w 11"/>
                  <a:gd name="T3" fmla="*/ 141 h 7"/>
                  <a:gd name="T4" fmla="*/ 162 w 11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3"/>
                    </a:moveTo>
                    <a:cubicBezTo>
                      <a:pt x="6" y="1"/>
                      <a:pt x="0" y="0"/>
                      <a:pt x="0" y="7"/>
                    </a:cubicBezTo>
                    <a:cubicBezTo>
                      <a:pt x="4" y="5"/>
                      <a:pt x="5" y="2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3" name="Freeform 657">
                <a:extLst>
                  <a:ext uri="{FF2B5EF4-FFF2-40B4-BE49-F238E27FC236}">
                    <a16:creationId xmlns:a16="http://schemas.microsoft.com/office/drawing/2014/main" id="{D9327403-CF02-4E01-828C-D301E5276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711"/>
                <a:ext cx="33" cy="27"/>
              </a:xfrm>
              <a:custGeom>
                <a:avLst/>
                <a:gdLst>
                  <a:gd name="T0" fmla="*/ 213 w 13"/>
                  <a:gd name="T1" fmla="*/ 81 h 10"/>
                  <a:gd name="T2" fmla="*/ 20 w 13"/>
                  <a:gd name="T3" fmla="*/ 197 h 10"/>
                  <a:gd name="T4" fmla="*/ 117 w 13"/>
                  <a:gd name="T5" fmla="*/ 81 h 10"/>
                  <a:gd name="T6" fmla="*/ 213 w 13"/>
                  <a:gd name="T7" fmla="*/ 8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3" y="4"/>
                    </a:moveTo>
                    <a:cubicBezTo>
                      <a:pt x="7" y="0"/>
                      <a:pt x="0" y="2"/>
                      <a:pt x="1" y="10"/>
                    </a:cubicBezTo>
                    <a:cubicBezTo>
                      <a:pt x="2" y="8"/>
                      <a:pt x="4" y="5"/>
                      <a:pt x="7" y="4"/>
                    </a:cubicBezTo>
                    <a:cubicBezTo>
                      <a:pt x="9" y="3"/>
                      <a:pt x="11" y="4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4" name="Freeform 658">
                <a:extLst>
                  <a:ext uri="{FF2B5EF4-FFF2-40B4-BE49-F238E27FC236}">
                    <a16:creationId xmlns:a16="http://schemas.microsoft.com/office/drawing/2014/main" id="{1FCCED7F-5646-4C80-8FCB-BE1A12BD1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682"/>
                <a:ext cx="25" cy="16"/>
              </a:xfrm>
              <a:custGeom>
                <a:avLst/>
                <a:gdLst>
                  <a:gd name="T0" fmla="*/ 158 w 10"/>
                  <a:gd name="T1" fmla="*/ 56 h 6"/>
                  <a:gd name="T2" fmla="*/ 0 w 10"/>
                  <a:gd name="T3" fmla="*/ 115 h 6"/>
                  <a:gd name="T4" fmla="*/ 158 w 10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3"/>
                    </a:moveTo>
                    <a:cubicBezTo>
                      <a:pt x="6" y="0"/>
                      <a:pt x="1" y="0"/>
                      <a:pt x="0" y="6"/>
                    </a:cubicBezTo>
                    <a:cubicBezTo>
                      <a:pt x="3" y="4"/>
                      <a:pt x="6" y="2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5" name="Freeform 659">
                <a:extLst>
                  <a:ext uri="{FF2B5EF4-FFF2-40B4-BE49-F238E27FC236}">
                    <a16:creationId xmlns:a16="http://schemas.microsoft.com/office/drawing/2014/main" id="{2148AEDB-4C23-41A3-9FAF-0708F2812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663"/>
                <a:ext cx="23" cy="11"/>
              </a:xfrm>
              <a:custGeom>
                <a:avLst/>
                <a:gdLst>
                  <a:gd name="T0" fmla="*/ 151 w 9"/>
                  <a:gd name="T1" fmla="*/ 22 h 4"/>
                  <a:gd name="T2" fmla="*/ 0 w 9"/>
                  <a:gd name="T3" fmla="*/ 61 h 4"/>
                  <a:gd name="T4" fmla="*/ 151 w 9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1"/>
                    </a:moveTo>
                    <a:cubicBezTo>
                      <a:pt x="6" y="1"/>
                      <a:pt x="2" y="0"/>
                      <a:pt x="0" y="3"/>
                    </a:cubicBezTo>
                    <a:cubicBezTo>
                      <a:pt x="2" y="4"/>
                      <a:pt x="6" y="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6" name="Freeform 660">
                <a:extLst>
                  <a:ext uri="{FF2B5EF4-FFF2-40B4-BE49-F238E27FC236}">
                    <a16:creationId xmlns:a16="http://schemas.microsoft.com/office/drawing/2014/main" id="{88C4BC9A-1F4F-4DBA-969D-B44F372EC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717"/>
                <a:ext cx="27" cy="18"/>
              </a:xfrm>
              <a:custGeom>
                <a:avLst/>
                <a:gdLst>
                  <a:gd name="T0" fmla="*/ 0 w 11"/>
                  <a:gd name="T1" fmla="*/ 118 h 7"/>
                  <a:gd name="T2" fmla="*/ 42 w 11"/>
                  <a:gd name="T3" fmla="*/ 21 h 7"/>
                  <a:gd name="T4" fmla="*/ 162 w 11"/>
                  <a:gd name="T5" fmla="*/ 67 h 7"/>
                  <a:gd name="T6" fmla="*/ 12 w 11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1" y="5"/>
                      <a:pt x="1" y="1"/>
                      <a:pt x="3" y="1"/>
                    </a:cubicBezTo>
                    <a:cubicBezTo>
                      <a:pt x="6" y="0"/>
                      <a:pt x="10" y="3"/>
                      <a:pt x="11" y="4"/>
                    </a:cubicBezTo>
                    <a:cubicBezTo>
                      <a:pt x="8" y="2"/>
                      <a:pt x="3" y="1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661">
                <a:extLst>
                  <a:ext uri="{FF2B5EF4-FFF2-40B4-BE49-F238E27FC236}">
                    <a16:creationId xmlns:a16="http://schemas.microsoft.com/office/drawing/2014/main" id="{5219E7DB-BD6E-442F-B7E0-79630A09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746"/>
                <a:ext cx="28" cy="24"/>
              </a:xfrm>
              <a:custGeom>
                <a:avLst/>
                <a:gdLst>
                  <a:gd name="T0" fmla="*/ 0 w 11"/>
                  <a:gd name="T1" fmla="*/ 149 h 9"/>
                  <a:gd name="T2" fmla="*/ 181 w 11"/>
                  <a:gd name="T3" fmla="*/ 115 h 9"/>
                  <a:gd name="T4" fmla="*/ 0 w 11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1" y="0"/>
                      <a:pt x="7" y="1"/>
                      <a:pt x="11" y="6"/>
                    </a:cubicBezTo>
                    <a:cubicBezTo>
                      <a:pt x="7" y="3"/>
                      <a:pt x="1" y="4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Freeform 662">
                <a:extLst>
                  <a:ext uri="{FF2B5EF4-FFF2-40B4-BE49-F238E27FC236}">
                    <a16:creationId xmlns:a16="http://schemas.microsoft.com/office/drawing/2014/main" id="{33F93737-2339-4BBC-8A85-64C2CDE6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783"/>
                <a:ext cx="33" cy="22"/>
              </a:xfrm>
              <a:custGeom>
                <a:avLst/>
                <a:gdLst>
                  <a:gd name="T0" fmla="*/ 0 w 13"/>
                  <a:gd name="T1" fmla="*/ 168 h 8"/>
                  <a:gd name="T2" fmla="*/ 63 w 13"/>
                  <a:gd name="T3" fmla="*/ 22 h 8"/>
                  <a:gd name="T4" fmla="*/ 213 w 13"/>
                  <a:gd name="T5" fmla="*/ 129 h 8"/>
                  <a:gd name="T6" fmla="*/ 33 w 13"/>
                  <a:gd name="T7" fmla="*/ 14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1" y="6"/>
                      <a:pt x="2" y="2"/>
                      <a:pt x="4" y="1"/>
                    </a:cubicBezTo>
                    <a:cubicBezTo>
                      <a:pt x="7" y="0"/>
                      <a:pt x="12" y="4"/>
                      <a:pt x="13" y="6"/>
                    </a:cubicBezTo>
                    <a:cubicBezTo>
                      <a:pt x="9" y="3"/>
                      <a:pt x="4" y="3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9" name="Freeform 663">
                <a:extLst>
                  <a:ext uri="{FF2B5EF4-FFF2-40B4-BE49-F238E27FC236}">
                    <a16:creationId xmlns:a16="http://schemas.microsoft.com/office/drawing/2014/main" id="{3C3C1DE4-50A6-46BC-BCE5-609D896DC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821"/>
                <a:ext cx="33" cy="24"/>
              </a:xfrm>
              <a:custGeom>
                <a:avLst/>
                <a:gdLst>
                  <a:gd name="T0" fmla="*/ 0 w 13"/>
                  <a:gd name="T1" fmla="*/ 171 h 9"/>
                  <a:gd name="T2" fmla="*/ 213 w 13"/>
                  <a:gd name="T3" fmla="*/ 93 h 9"/>
                  <a:gd name="T4" fmla="*/ 20 w 13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0" y="0"/>
                      <a:pt x="8" y="0"/>
                      <a:pt x="13" y="5"/>
                    </a:cubicBezTo>
                    <a:cubicBezTo>
                      <a:pt x="8" y="3"/>
                      <a:pt x="3" y="5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0" name="Freeform 664">
                <a:extLst>
                  <a:ext uri="{FF2B5EF4-FFF2-40B4-BE49-F238E27FC236}">
                    <a16:creationId xmlns:a16="http://schemas.microsoft.com/office/drawing/2014/main" id="{04A7AAEA-EC48-4F85-A0C7-F3C89948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863"/>
                <a:ext cx="35" cy="22"/>
              </a:xfrm>
              <a:custGeom>
                <a:avLst/>
                <a:gdLst>
                  <a:gd name="T0" fmla="*/ 0 w 14"/>
                  <a:gd name="T1" fmla="*/ 143 h 8"/>
                  <a:gd name="T2" fmla="*/ 63 w 14"/>
                  <a:gd name="T3" fmla="*/ 22 h 8"/>
                  <a:gd name="T4" fmla="*/ 220 w 14"/>
                  <a:gd name="T5" fmla="*/ 83 h 8"/>
                  <a:gd name="T6" fmla="*/ 0 w 14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0" y="7"/>
                    </a:moveTo>
                    <a:cubicBezTo>
                      <a:pt x="1" y="4"/>
                      <a:pt x="2" y="1"/>
                      <a:pt x="4" y="1"/>
                    </a:cubicBezTo>
                    <a:cubicBezTo>
                      <a:pt x="7" y="0"/>
                      <a:pt x="12" y="3"/>
                      <a:pt x="14" y="4"/>
                    </a:cubicBezTo>
                    <a:cubicBezTo>
                      <a:pt x="9" y="4"/>
                      <a:pt x="2" y="1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665">
                <a:extLst>
                  <a:ext uri="{FF2B5EF4-FFF2-40B4-BE49-F238E27FC236}">
                    <a16:creationId xmlns:a16="http://schemas.microsoft.com/office/drawing/2014/main" id="{588D609F-660E-4209-919C-F2C1CAAC7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791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63 w 4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1" y="0"/>
                      <a:pt x="0" y="3"/>
                      <a:pt x="0" y="6"/>
                    </a:cubicBezTo>
                    <a:cubicBezTo>
                      <a:pt x="1" y="4"/>
                      <a:pt x="1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666">
                <a:extLst>
                  <a:ext uri="{FF2B5EF4-FFF2-40B4-BE49-F238E27FC236}">
                    <a16:creationId xmlns:a16="http://schemas.microsoft.com/office/drawing/2014/main" id="{1BD4CEAE-0EA2-4107-996C-89314134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823"/>
                <a:ext cx="17" cy="24"/>
              </a:xfrm>
              <a:custGeom>
                <a:avLst/>
                <a:gdLst>
                  <a:gd name="T0" fmla="*/ 87 w 7"/>
                  <a:gd name="T1" fmla="*/ 35 h 9"/>
                  <a:gd name="T2" fmla="*/ 0 w 7"/>
                  <a:gd name="T3" fmla="*/ 171 h 9"/>
                  <a:gd name="T4" fmla="*/ 100 w 7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1" y="0"/>
                      <a:pt x="0" y="5"/>
                      <a:pt x="0" y="9"/>
                    </a:cubicBezTo>
                    <a:cubicBezTo>
                      <a:pt x="2" y="6"/>
                      <a:pt x="3" y="2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667">
                <a:extLst>
                  <a:ext uri="{FF2B5EF4-FFF2-40B4-BE49-F238E27FC236}">
                    <a16:creationId xmlns:a16="http://schemas.microsoft.com/office/drawing/2014/main" id="{0A20CF0D-64CD-46AA-9040-DE5FA17F0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861"/>
                <a:ext cx="18" cy="24"/>
              </a:xfrm>
              <a:custGeom>
                <a:avLst/>
                <a:gdLst>
                  <a:gd name="T0" fmla="*/ 100 w 7"/>
                  <a:gd name="T1" fmla="*/ 77 h 9"/>
                  <a:gd name="T2" fmla="*/ 0 w 7"/>
                  <a:gd name="T3" fmla="*/ 171 h 9"/>
                  <a:gd name="T4" fmla="*/ 118 w 7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4"/>
                    </a:moveTo>
                    <a:cubicBezTo>
                      <a:pt x="2" y="0"/>
                      <a:pt x="0" y="5"/>
                      <a:pt x="0" y="9"/>
                    </a:cubicBezTo>
                    <a:cubicBezTo>
                      <a:pt x="2" y="6"/>
                      <a:pt x="3" y="4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668">
                <a:extLst>
                  <a:ext uri="{FF2B5EF4-FFF2-40B4-BE49-F238E27FC236}">
                    <a16:creationId xmlns:a16="http://schemas.microsoft.com/office/drawing/2014/main" id="{A3B92727-1B4D-4435-BB1A-EBD2EAB9B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903"/>
                <a:ext cx="20" cy="24"/>
              </a:xfrm>
              <a:custGeom>
                <a:avLst/>
                <a:gdLst>
                  <a:gd name="T0" fmla="*/ 125 w 8"/>
                  <a:gd name="T1" fmla="*/ 35 h 9"/>
                  <a:gd name="T2" fmla="*/ 33 w 8"/>
                  <a:gd name="T3" fmla="*/ 21 h 9"/>
                  <a:gd name="T4" fmla="*/ 0 w 8"/>
                  <a:gd name="T5" fmla="*/ 171 h 9"/>
                  <a:gd name="T6" fmla="*/ 125 w 8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2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3"/>
                      <a:pt x="1" y="7"/>
                      <a:pt x="0" y="9"/>
                    </a:cubicBezTo>
                    <a:cubicBezTo>
                      <a:pt x="1" y="6"/>
                      <a:pt x="5" y="0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669">
                <a:extLst>
                  <a:ext uri="{FF2B5EF4-FFF2-40B4-BE49-F238E27FC236}">
                    <a16:creationId xmlns:a16="http://schemas.microsoft.com/office/drawing/2014/main" id="{9C3CE71E-44C1-467B-805F-6946E4968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946"/>
                <a:ext cx="20" cy="19"/>
              </a:xfrm>
              <a:custGeom>
                <a:avLst/>
                <a:gdLst>
                  <a:gd name="T0" fmla="*/ 125 w 8"/>
                  <a:gd name="T1" fmla="*/ 22 h 7"/>
                  <a:gd name="T2" fmla="*/ 50 w 8"/>
                  <a:gd name="T3" fmla="*/ 0 h 7"/>
                  <a:gd name="T4" fmla="*/ 0 w 8"/>
                  <a:gd name="T5" fmla="*/ 141 h 7"/>
                  <a:gd name="T6" fmla="*/ 125 w 8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1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0" y="1"/>
                      <a:pt x="0" y="5"/>
                      <a:pt x="0" y="7"/>
                    </a:cubicBezTo>
                    <a:cubicBezTo>
                      <a:pt x="3" y="4"/>
                      <a:pt x="4" y="0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670">
                <a:extLst>
                  <a:ext uri="{FF2B5EF4-FFF2-40B4-BE49-F238E27FC236}">
                    <a16:creationId xmlns:a16="http://schemas.microsoft.com/office/drawing/2014/main" id="{25837404-F7D2-4197-80C0-5012F6487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978"/>
                <a:ext cx="25" cy="32"/>
              </a:xfrm>
              <a:custGeom>
                <a:avLst/>
                <a:gdLst>
                  <a:gd name="T0" fmla="*/ 158 w 10"/>
                  <a:gd name="T1" fmla="*/ 56 h 12"/>
                  <a:gd name="T2" fmla="*/ 33 w 10"/>
                  <a:gd name="T3" fmla="*/ 21 h 12"/>
                  <a:gd name="T4" fmla="*/ 0 w 10"/>
                  <a:gd name="T5" fmla="*/ 227 h 12"/>
                  <a:gd name="T6" fmla="*/ 158 w 1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3"/>
                    </a:moveTo>
                    <a:cubicBezTo>
                      <a:pt x="9" y="2"/>
                      <a:pt x="4" y="0"/>
                      <a:pt x="2" y="1"/>
                    </a:cubicBezTo>
                    <a:cubicBezTo>
                      <a:pt x="0" y="3"/>
                      <a:pt x="1" y="10"/>
                      <a:pt x="0" y="12"/>
                    </a:cubicBezTo>
                    <a:cubicBezTo>
                      <a:pt x="0" y="7"/>
                      <a:pt x="5" y="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671">
                <a:extLst>
                  <a:ext uri="{FF2B5EF4-FFF2-40B4-BE49-F238E27FC236}">
                    <a16:creationId xmlns:a16="http://schemas.microsoft.com/office/drawing/2014/main" id="{BA56234E-3983-4EDF-BD63-5FA9048E7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946"/>
                <a:ext cx="30" cy="21"/>
              </a:xfrm>
              <a:custGeom>
                <a:avLst/>
                <a:gdLst>
                  <a:gd name="T0" fmla="*/ 188 w 12"/>
                  <a:gd name="T1" fmla="*/ 34 h 8"/>
                  <a:gd name="T2" fmla="*/ 20 w 12"/>
                  <a:gd name="T3" fmla="*/ 144 h 8"/>
                  <a:gd name="T4" fmla="*/ 175 w 12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2"/>
                    </a:moveTo>
                    <a:cubicBezTo>
                      <a:pt x="6" y="0"/>
                      <a:pt x="0" y="0"/>
                      <a:pt x="1" y="8"/>
                    </a:cubicBezTo>
                    <a:cubicBezTo>
                      <a:pt x="1" y="4"/>
                      <a:pt x="8" y="2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672">
                <a:extLst>
                  <a:ext uri="{FF2B5EF4-FFF2-40B4-BE49-F238E27FC236}">
                    <a16:creationId xmlns:a16="http://schemas.microsoft.com/office/drawing/2014/main" id="{3F0E86A7-B07E-47CD-885F-B9C12220B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981"/>
                <a:ext cx="35" cy="37"/>
              </a:xfrm>
              <a:custGeom>
                <a:avLst/>
                <a:gdLst>
                  <a:gd name="T0" fmla="*/ 220 w 14"/>
                  <a:gd name="T1" fmla="*/ 77 h 14"/>
                  <a:gd name="T2" fmla="*/ 63 w 14"/>
                  <a:gd name="T3" fmla="*/ 21 h 14"/>
                  <a:gd name="T4" fmla="*/ 0 w 14"/>
                  <a:gd name="T5" fmla="*/ 259 h 14"/>
                  <a:gd name="T6" fmla="*/ 220 w 14"/>
                  <a:gd name="T7" fmla="*/ 5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14" y="4"/>
                    </a:moveTo>
                    <a:cubicBezTo>
                      <a:pt x="12" y="3"/>
                      <a:pt x="6" y="0"/>
                      <a:pt x="4" y="1"/>
                    </a:cubicBezTo>
                    <a:cubicBezTo>
                      <a:pt x="0" y="3"/>
                      <a:pt x="1" y="10"/>
                      <a:pt x="0" y="14"/>
                    </a:cubicBezTo>
                    <a:cubicBezTo>
                      <a:pt x="0" y="8"/>
                      <a:pt x="8" y="1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673">
                <a:extLst>
                  <a:ext uri="{FF2B5EF4-FFF2-40B4-BE49-F238E27FC236}">
                    <a16:creationId xmlns:a16="http://schemas.microsoft.com/office/drawing/2014/main" id="{A461479C-2611-449F-B711-7296C3ACE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037"/>
                <a:ext cx="40" cy="26"/>
              </a:xfrm>
              <a:custGeom>
                <a:avLst/>
                <a:gdLst>
                  <a:gd name="T0" fmla="*/ 238 w 16"/>
                  <a:gd name="T1" fmla="*/ 34 h 10"/>
                  <a:gd name="T2" fmla="*/ 95 w 16"/>
                  <a:gd name="T3" fmla="*/ 0 h 10"/>
                  <a:gd name="T4" fmla="*/ 0 w 16"/>
                  <a:gd name="T5" fmla="*/ 177 h 10"/>
                  <a:gd name="T6" fmla="*/ 250 w 16"/>
                  <a:gd name="T7" fmla="*/ 6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5" y="2"/>
                    </a:moveTo>
                    <a:cubicBezTo>
                      <a:pt x="13" y="1"/>
                      <a:pt x="8" y="0"/>
                      <a:pt x="6" y="0"/>
                    </a:cubicBezTo>
                    <a:cubicBezTo>
                      <a:pt x="1" y="1"/>
                      <a:pt x="2" y="6"/>
                      <a:pt x="0" y="10"/>
                    </a:cubicBezTo>
                    <a:cubicBezTo>
                      <a:pt x="4" y="6"/>
                      <a:pt x="10" y="0"/>
                      <a:pt x="1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674">
                <a:extLst>
                  <a:ext uri="{FF2B5EF4-FFF2-40B4-BE49-F238E27FC236}">
                    <a16:creationId xmlns:a16="http://schemas.microsoft.com/office/drawing/2014/main" id="{C99850EE-BE9D-493F-8FFB-B69EA44B2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077"/>
                <a:ext cx="37" cy="26"/>
              </a:xfrm>
              <a:custGeom>
                <a:avLst/>
                <a:gdLst>
                  <a:gd name="T0" fmla="*/ 224 w 15"/>
                  <a:gd name="T1" fmla="*/ 68 h 10"/>
                  <a:gd name="T2" fmla="*/ 74 w 15"/>
                  <a:gd name="T3" fmla="*/ 21 h 10"/>
                  <a:gd name="T4" fmla="*/ 12 w 15"/>
                  <a:gd name="T5" fmla="*/ 177 h 10"/>
                  <a:gd name="T6" fmla="*/ 183 w 15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15" y="4"/>
                    </a:moveTo>
                    <a:cubicBezTo>
                      <a:pt x="13" y="3"/>
                      <a:pt x="7" y="0"/>
                      <a:pt x="5" y="1"/>
                    </a:cubicBezTo>
                    <a:cubicBezTo>
                      <a:pt x="1" y="2"/>
                      <a:pt x="1" y="6"/>
                      <a:pt x="1" y="10"/>
                    </a:cubicBezTo>
                    <a:cubicBezTo>
                      <a:pt x="0" y="5"/>
                      <a:pt x="8" y="1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675">
                <a:extLst>
                  <a:ext uri="{FF2B5EF4-FFF2-40B4-BE49-F238E27FC236}">
                    <a16:creationId xmlns:a16="http://schemas.microsoft.com/office/drawing/2014/main" id="{F1A4D527-E6C9-4359-B459-C1D672370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066"/>
                <a:ext cx="25" cy="24"/>
              </a:xfrm>
              <a:custGeom>
                <a:avLst/>
                <a:gdLst>
                  <a:gd name="T0" fmla="*/ 125 w 10"/>
                  <a:gd name="T1" fmla="*/ 35 h 9"/>
                  <a:gd name="T2" fmla="*/ 0 w 10"/>
                  <a:gd name="T3" fmla="*/ 171 h 9"/>
                  <a:gd name="T4" fmla="*/ 158 w 10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8" y="2"/>
                    </a:moveTo>
                    <a:cubicBezTo>
                      <a:pt x="3" y="0"/>
                      <a:pt x="0" y="4"/>
                      <a:pt x="0" y="9"/>
                    </a:cubicBezTo>
                    <a:cubicBezTo>
                      <a:pt x="3" y="6"/>
                      <a:pt x="5" y="2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676">
                <a:extLst>
                  <a:ext uri="{FF2B5EF4-FFF2-40B4-BE49-F238E27FC236}">
                    <a16:creationId xmlns:a16="http://schemas.microsoft.com/office/drawing/2014/main" id="{F2761577-5D6D-4691-9214-C665556A9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026"/>
                <a:ext cx="25" cy="24"/>
              </a:xfrm>
              <a:custGeom>
                <a:avLst/>
                <a:gdLst>
                  <a:gd name="T0" fmla="*/ 158 w 10"/>
                  <a:gd name="T1" fmla="*/ 77 h 9"/>
                  <a:gd name="T2" fmla="*/ 0 w 10"/>
                  <a:gd name="T3" fmla="*/ 171 h 9"/>
                  <a:gd name="T4" fmla="*/ 158 w 10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4" y="0"/>
                      <a:pt x="1" y="2"/>
                      <a:pt x="0" y="9"/>
                    </a:cubicBezTo>
                    <a:cubicBezTo>
                      <a:pt x="3" y="6"/>
                      <a:pt x="6" y="1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677">
                <a:extLst>
                  <a:ext uri="{FF2B5EF4-FFF2-40B4-BE49-F238E27FC236}">
                    <a16:creationId xmlns:a16="http://schemas.microsoft.com/office/drawing/2014/main" id="{634746DD-89D7-46B1-96CC-9C8DC2606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111"/>
                <a:ext cx="23" cy="22"/>
              </a:xfrm>
              <a:custGeom>
                <a:avLst/>
                <a:gdLst>
                  <a:gd name="T0" fmla="*/ 151 w 9"/>
                  <a:gd name="T1" fmla="*/ 47 h 8"/>
                  <a:gd name="T2" fmla="*/ 0 w 9"/>
                  <a:gd name="T3" fmla="*/ 168 h 8"/>
                  <a:gd name="T4" fmla="*/ 151 w 9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3" y="0"/>
                      <a:pt x="0" y="3"/>
                      <a:pt x="0" y="8"/>
                    </a:cubicBezTo>
                    <a:cubicBezTo>
                      <a:pt x="2" y="5"/>
                      <a:pt x="4" y="3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678">
                <a:extLst>
                  <a:ext uri="{FF2B5EF4-FFF2-40B4-BE49-F238E27FC236}">
                    <a16:creationId xmlns:a16="http://schemas.microsoft.com/office/drawing/2014/main" id="{B5D3024A-2379-475F-888B-DC76D8F15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117"/>
                <a:ext cx="30" cy="21"/>
              </a:xfrm>
              <a:custGeom>
                <a:avLst/>
                <a:gdLst>
                  <a:gd name="T0" fmla="*/ 188 w 12"/>
                  <a:gd name="T1" fmla="*/ 76 h 8"/>
                  <a:gd name="T2" fmla="*/ 0 w 12"/>
                  <a:gd name="T3" fmla="*/ 144 h 8"/>
                  <a:gd name="T4" fmla="*/ 188 w 12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4"/>
                    </a:moveTo>
                    <a:cubicBezTo>
                      <a:pt x="7" y="2"/>
                      <a:pt x="0" y="0"/>
                      <a:pt x="0" y="8"/>
                    </a:cubicBezTo>
                    <a:cubicBezTo>
                      <a:pt x="4" y="4"/>
                      <a:pt x="7" y="4"/>
                      <a:pt x="1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679">
                <a:extLst>
                  <a:ext uri="{FF2B5EF4-FFF2-40B4-BE49-F238E27FC236}">
                    <a16:creationId xmlns:a16="http://schemas.microsoft.com/office/drawing/2014/main" id="{5FC35611-1059-4D78-89DA-DF4641711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151"/>
                <a:ext cx="33" cy="22"/>
              </a:xfrm>
              <a:custGeom>
                <a:avLst/>
                <a:gdLst>
                  <a:gd name="T0" fmla="*/ 213 w 13"/>
                  <a:gd name="T1" fmla="*/ 83 h 8"/>
                  <a:gd name="T2" fmla="*/ 63 w 13"/>
                  <a:gd name="T3" fmla="*/ 47 h 8"/>
                  <a:gd name="T4" fmla="*/ 33 w 13"/>
                  <a:gd name="T5" fmla="*/ 168 h 8"/>
                  <a:gd name="T6" fmla="*/ 193 w 13"/>
                  <a:gd name="T7" fmla="*/ 6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3" y="4"/>
                    </a:moveTo>
                    <a:cubicBezTo>
                      <a:pt x="12" y="3"/>
                      <a:pt x="7" y="1"/>
                      <a:pt x="4" y="2"/>
                    </a:cubicBezTo>
                    <a:cubicBezTo>
                      <a:pt x="2" y="2"/>
                      <a:pt x="0" y="6"/>
                      <a:pt x="2" y="8"/>
                    </a:cubicBezTo>
                    <a:cubicBezTo>
                      <a:pt x="5" y="7"/>
                      <a:pt x="7" y="0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680">
                <a:extLst>
                  <a:ext uri="{FF2B5EF4-FFF2-40B4-BE49-F238E27FC236}">
                    <a16:creationId xmlns:a16="http://schemas.microsoft.com/office/drawing/2014/main" id="{4D6881E1-444A-41B9-969F-6116B2C7B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191"/>
                <a:ext cx="35" cy="22"/>
              </a:xfrm>
              <a:custGeom>
                <a:avLst/>
                <a:gdLst>
                  <a:gd name="T0" fmla="*/ 220 w 14"/>
                  <a:gd name="T1" fmla="*/ 61 h 8"/>
                  <a:gd name="T2" fmla="*/ 83 w 14"/>
                  <a:gd name="T3" fmla="*/ 0 h 8"/>
                  <a:gd name="T4" fmla="*/ 0 w 14"/>
                  <a:gd name="T5" fmla="*/ 168 h 8"/>
                  <a:gd name="T6" fmla="*/ 113 w 14"/>
                  <a:gd name="T7" fmla="*/ 47 h 8"/>
                  <a:gd name="T8" fmla="*/ 188 w 14"/>
                  <a:gd name="T9" fmla="*/ 4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3"/>
                    </a:moveTo>
                    <a:cubicBezTo>
                      <a:pt x="12" y="2"/>
                      <a:pt x="8" y="0"/>
                      <a:pt x="5" y="0"/>
                    </a:cubicBezTo>
                    <a:cubicBezTo>
                      <a:pt x="1" y="1"/>
                      <a:pt x="1" y="5"/>
                      <a:pt x="0" y="8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9" y="2"/>
                      <a:pt x="10" y="3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681">
                <a:extLst>
                  <a:ext uri="{FF2B5EF4-FFF2-40B4-BE49-F238E27FC236}">
                    <a16:creationId xmlns:a16="http://schemas.microsoft.com/office/drawing/2014/main" id="{0C2C895F-0904-40FD-B0BB-7BC0A4648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191"/>
                <a:ext cx="30" cy="24"/>
              </a:xfrm>
              <a:custGeom>
                <a:avLst/>
                <a:gdLst>
                  <a:gd name="T0" fmla="*/ 188 w 12"/>
                  <a:gd name="T1" fmla="*/ 35 h 9"/>
                  <a:gd name="T2" fmla="*/ 50 w 12"/>
                  <a:gd name="T3" fmla="*/ 171 h 9"/>
                  <a:gd name="T4" fmla="*/ 158 w 12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12" y="2"/>
                    </a:moveTo>
                    <a:cubicBezTo>
                      <a:pt x="7" y="0"/>
                      <a:pt x="0" y="3"/>
                      <a:pt x="3" y="9"/>
                    </a:cubicBezTo>
                    <a:cubicBezTo>
                      <a:pt x="4" y="6"/>
                      <a:pt x="7" y="3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682">
                <a:extLst>
                  <a:ext uri="{FF2B5EF4-FFF2-40B4-BE49-F238E27FC236}">
                    <a16:creationId xmlns:a16="http://schemas.microsoft.com/office/drawing/2014/main" id="{65BE7242-B8E0-4CFF-AF5B-093843580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157"/>
                <a:ext cx="18" cy="21"/>
              </a:xfrm>
              <a:custGeom>
                <a:avLst/>
                <a:gdLst>
                  <a:gd name="T0" fmla="*/ 118 w 7"/>
                  <a:gd name="T1" fmla="*/ 21 h 8"/>
                  <a:gd name="T2" fmla="*/ 0 w 7"/>
                  <a:gd name="T3" fmla="*/ 144 h 8"/>
                  <a:gd name="T4" fmla="*/ 100 w 7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0" y="0"/>
                      <a:pt x="1" y="1"/>
                      <a:pt x="0" y="8"/>
                    </a:cubicBezTo>
                    <a:cubicBezTo>
                      <a:pt x="2" y="5"/>
                      <a:pt x="3" y="3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683">
                <a:extLst>
                  <a:ext uri="{FF2B5EF4-FFF2-40B4-BE49-F238E27FC236}">
                    <a16:creationId xmlns:a16="http://schemas.microsoft.com/office/drawing/2014/main" id="{BCAB492D-7ACC-42F5-8934-5845CBF32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197"/>
                <a:ext cx="38" cy="32"/>
              </a:xfrm>
              <a:custGeom>
                <a:avLst/>
                <a:gdLst>
                  <a:gd name="T0" fmla="*/ 243 w 15"/>
                  <a:gd name="T1" fmla="*/ 35 h 12"/>
                  <a:gd name="T2" fmla="*/ 96 w 15"/>
                  <a:gd name="T3" fmla="*/ 21 h 12"/>
                  <a:gd name="T4" fmla="*/ 20 w 15"/>
                  <a:gd name="T5" fmla="*/ 227 h 12"/>
                  <a:gd name="T6" fmla="*/ 243 w 15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5" y="2"/>
                    </a:moveTo>
                    <a:cubicBezTo>
                      <a:pt x="13" y="1"/>
                      <a:pt x="9" y="0"/>
                      <a:pt x="6" y="1"/>
                    </a:cubicBezTo>
                    <a:cubicBezTo>
                      <a:pt x="3" y="2"/>
                      <a:pt x="0" y="8"/>
                      <a:pt x="1" y="12"/>
                    </a:cubicBezTo>
                    <a:cubicBezTo>
                      <a:pt x="4" y="7"/>
                      <a:pt x="7" y="1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684">
                <a:extLst>
                  <a:ext uri="{FF2B5EF4-FFF2-40B4-BE49-F238E27FC236}">
                    <a16:creationId xmlns:a16="http://schemas.microsoft.com/office/drawing/2014/main" id="{7797C3CE-BE12-44F7-A2AB-AEBBEC014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234"/>
                <a:ext cx="33" cy="29"/>
              </a:xfrm>
              <a:custGeom>
                <a:avLst/>
                <a:gdLst>
                  <a:gd name="T0" fmla="*/ 213 w 13"/>
                  <a:gd name="T1" fmla="*/ 21 h 11"/>
                  <a:gd name="T2" fmla="*/ 96 w 13"/>
                  <a:gd name="T3" fmla="*/ 21 h 11"/>
                  <a:gd name="T4" fmla="*/ 0 w 13"/>
                  <a:gd name="T5" fmla="*/ 200 h 11"/>
                  <a:gd name="T6" fmla="*/ 193 w 13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3" y="1"/>
                    </a:moveTo>
                    <a:cubicBezTo>
                      <a:pt x="11" y="1"/>
                      <a:pt x="8" y="0"/>
                      <a:pt x="6" y="1"/>
                    </a:cubicBezTo>
                    <a:cubicBezTo>
                      <a:pt x="2" y="3"/>
                      <a:pt x="1" y="8"/>
                      <a:pt x="0" y="11"/>
                    </a:cubicBezTo>
                    <a:cubicBezTo>
                      <a:pt x="4" y="8"/>
                      <a:pt x="7" y="1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685">
                <a:extLst>
                  <a:ext uri="{FF2B5EF4-FFF2-40B4-BE49-F238E27FC236}">
                    <a16:creationId xmlns:a16="http://schemas.microsoft.com/office/drawing/2014/main" id="{B33B1958-4A3F-4770-B49A-B2DE4678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245"/>
                <a:ext cx="35" cy="26"/>
              </a:xfrm>
              <a:custGeom>
                <a:avLst/>
                <a:gdLst>
                  <a:gd name="T0" fmla="*/ 220 w 14"/>
                  <a:gd name="T1" fmla="*/ 55 h 10"/>
                  <a:gd name="T2" fmla="*/ 83 w 14"/>
                  <a:gd name="T3" fmla="*/ 21 h 10"/>
                  <a:gd name="T4" fmla="*/ 20 w 14"/>
                  <a:gd name="T5" fmla="*/ 177 h 10"/>
                  <a:gd name="T6" fmla="*/ 113 w 14"/>
                  <a:gd name="T7" fmla="*/ 68 h 10"/>
                  <a:gd name="T8" fmla="*/ 220 w 14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4" y="3"/>
                    </a:moveTo>
                    <a:cubicBezTo>
                      <a:pt x="12" y="2"/>
                      <a:pt x="8" y="0"/>
                      <a:pt x="5" y="1"/>
                    </a:cubicBezTo>
                    <a:cubicBezTo>
                      <a:pt x="3" y="2"/>
                      <a:pt x="0" y="8"/>
                      <a:pt x="1" y="10"/>
                    </a:cubicBezTo>
                    <a:cubicBezTo>
                      <a:pt x="2" y="7"/>
                      <a:pt x="4" y="5"/>
                      <a:pt x="7" y="4"/>
                    </a:cubicBezTo>
                    <a:cubicBezTo>
                      <a:pt x="10" y="2"/>
                      <a:pt x="11" y="3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686">
                <a:extLst>
                  <a:ext uri="{FF2B5EF4-FFF2-40B4-BE49-F238E27FC236}">
                    <a16:creationId xmlns:a16="http://schemas.microsoft.com/office/drawing/2014/main" id="{7AB93F23-E1F7-4A4D-A800-2D066A728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95"/>
                <a:ext cx="40" cy="16"/>
              </a:xfrm>
              <a:custGeom>
                <a:avLst/>
                <a:gdLst>
                  <a:gd name="T0" fmla="*/ 250 w 16"/>
                  <a:gd name="T1" fmla="*/ 21 h 6"/>
                  <a:gd name="T2" fmla="*/ 83 w 16"/>
                  <a:gd name="T3" fmla="*/ 0 h 6"/>
                  <a:gd name="T4" fmla="*/ 0 w 16"/>
                  <a:gd name="T5" fmla="*/ 115 h 6"/>
                  <a:gd name="T6" fmla="*/ 208 w 16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6" y="1"/>
                    </a:moveTo>
                    <a:cubicBezTo>
                      <a:pt x="12" y="0"/>
                      <a:pt x="9" y="0"/>
                      <a:pt x="5" y="0"/>
                    </a:cubicBezTo>
                    <a:cubicBezTo>
                      <a:pt x="1" y="0"/>
                      <a:pt x="0" y="2"/>
                      <a:pt x="0" y="6"/>
                    </a:cubicBezTo>
                    <a:cubicBezTo>
                      <a:pt x="3" y="2"/>
                      <a:pt x="8" y="1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687">
                <a:extLst>
                  <a:ext uri="{FF2B5EF4-FFF2-40B4-BE49-F238E27FC236}">
                    <a16:creationId xmlns:a16="http://schemas.microsoft.com/office/drawing/2014/main" id="{61FB6657-3E80-4089-BCEC-6CCE0B19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245"/>
                <a:ext cx="42" cy="29"/>
              </a:xfrm>
              <a:custGeom>
                <a:avLst/>
                <a:gdLst>
                  <a:gd name="T0" fmla="*/ 257 w 17"/>
                  <a:gd name="T1" fmla="*/ 55 h 11"/>
                  <a:gd name="T2" fmla="*/ 62 w 17"/>
                  <a:gd name="T3" fmla="*/ 34 h 11"/>
                  <a:gd name="T4" fmla="*/ 0 w 17"/>
                  <a:gd name="T5" fmla="*/ 200 h 11"/>
                  <a:gd name="T6" fmla="*/ 121 w 17"/>
                  <a:gd name="T7" fmla="*/ 55 h 11"/>
                  <a:gd name="T8" fmla="*/ 245 w 17"/>
                  <a:gd name="T9" fmla="*/ 3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17" y="3"/>
                    </a:moveTo>
                    <a:cubicBezTo>
                      <a:pt x="14" y="1"/>
                      <a:pt x="8" y="0"/>
                      <a:pt x="4" y="2"/>
                    </a:cubicBezTo>
                    <a:cubicBezTo>
                      <a:pt x="1" y="3"/>
                      <a:pt x="1" y="7"/>
                      <a:pt x="0" y="11"/>
                    </a:cubicBezTo>
                    <a:cubicBezTo>
                      <a:pt x="2" y="8"/>
                      <a:pt x="5" y="4"/>
                      <a:pt x="8" y="3"/>
                    </a:cubicBezTo>
                    <a:cubicBezTo>
                      <a:pt x="10" y="2"/>
                      <a:pt x="14" y="1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688">
                <a:extLst>
                  <a:ext uri="{FF2B5EF4-FFF2-40B4-BE49-F238E27FC236}">
                    <a16:creationId xmlns:a16="http://schemas.microsoft.com/office/drawing/2014/main" id="{52F60D30-80AE-43F5-B300-7DEAAB144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90"/>
                <a:ext cx="47" cy="27"/>
              </a:xfrm>
              <a:custGeom>
                <a:avLst/>
                <a:gdLst>
                  <a:gd name="T0" fmla="*/ 275 w 19"/>
                  <a:gd name="T1" fmla="*/ 59 h 10"/>
                  <a:gd name="T2" fmla="*/ 92 w 19"/>
                  <a:gd name="T3" fmla="*/ 38 h 10"/>
                  <a:gd name="T4" fmla="*/ 0 w 19"/>
                  <a:gd name="T5" fmla="*/ 197 h 10"/>
                  <a:gd name="T6" fmla="*/ 287 w 19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18" y="3"/>
                    </a:moveTo>
                    <a:cubicBezTo>
                      <a:pt x="14" y="1"/>
                      <a:pt x="10" y="1"/>
                      <a:pt x="6" y="2"/>
                    </a:cubicBezTo>
                    <a:cubicBezTo>
                      <a:pt x="2" y="3"/>
                      <a:pt x="1" y="6"/>
                      <a:pt x="0" y="10"/>
                    </a:cubicBezTo>
                    <a:cubicBezTo>
                      <a:pt x="3" y="5"/>
                      <a:pt x="14" y="0"/>
                      <a:pt x="1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689">
                <a:extLst>
                  <a:ext uri="{FF2B5EF4-FFF2-40B4-BE49-F238E27FC236}">
                    <a16:creationId xmlns:a16="http://schemas.microsoft.com/office/drawing/2014/main" id="{7F5C1148-E9F7-4D81-8F79-64F0117C6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253"/>
                <a:ext cx="35" cy="32"/>
              </a:xfrm>
              <a:custGeom>
                <a:avLst/>
                <a:gdLst>
                  <a:gd name="T0" fmla="*/ 220 w 14"/>
                  <a:gd name="T1" fmla="*/ 21 h 12"/>
                  <a:gd name="T2" fmla="*/ 95 w 14"/>
                  <a:gd name="T3" fmla="*/ 21 h 12"/>
                  <a:gd name="T4" fmla="*/ 20 w 14"/>
                  <a:gd name="T5" fmla="*/ 227 h 12"/>
                  <a:gd name="T6" fmla="*/ 188 w 14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4" y="1"/>
                    </a:moveTo>
                    <a:cubicBezTo>
                      <a:pt x="12" y="1"/>
                      <a:pt x="8" y="0"/>
                      <a:pt x="6" y="1"/>
                    </a:cubicBezTo>
                    <a:cubicBezTo>
                      <a:pt x="3" y="2"/>
                      <a:pt x="0" y="9"/>
                      <a:pt x="1" y="12"/>
                    </a:cubicBezTo>
                    <a:cubicBezTo>
                      <a:pt x="3" y="8"/>
                      <a:pt x="6" y="0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690">
                <a:extLst>
                  <a:ext uri="{FF2B5EF4-FFF2-40B4-BE49-F238E27FC236}">
                    <a16:creationId xmlns:a16="http://schemas.microsoft.com/office/drawing/2014/main" id="{0838A8C5-F04D-470D-A439-0ECCB357D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221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20 w 10"/>
                  <a:gd name="T3" fmla="*/ 115 h 6"/>
                  <a:gd name="T4" fmla="*/ 145 w 10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1"/>
                      <a:pt x="0" y="0"/>
                      <a:pt x="1" y="6"/>
                    </a:cubicBezTo>
                    <a:cubicBezTo>
                      <a:pt x="4" y="3"/>
                      <a:pt x="5" y="3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691">
                <a:extLst>
                  <a:ext uri="{FF2B5EF4-FFF2-40B4-BE49-F238E27FC236}">
                    <a16:creationId xmlns:a16="http://schemas.microsoft.com/office/drawing/2014/main" id="{3DB2E9F3-0036-425F-A120-C3E65453C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178"/>
                <a:ext cx="25" cy="21"/>
              </a:xfrm>
              <a:custGeom>
                <a:avLst/>
                <a:gdLst>
                  <a:gd name="T0" fmla="*/ 158 w 10"/>
                  <a:gd name="T1" fmla="*/ 34 h 8"/>
                  <a:gd name="T2" fmla="*/ 63 w 10"/>
                  <a:gd name="T3" fmla="*/ 21 h 8"/>
                  <a:gd name="T4" fmla="*/ 0 w 10"/>
                  <a:gd name="T5" fmla="*/ 144 h 8"/>
                  <a:gd name="T6" fmla="*/ 158 w 10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2"/>
                      <a:pt x="5" y="0"/>
                      <a:pt x="4" y="1"/>
                    </a:cubicBezTo>
                    <a:cubicBezTo>
                      <a:pt x="1" y="2"/>
                      <a:pt x="0" y="6"/>
                      <a:pt x="0" y="8"/>
                    </a:cubicBezTo>
                    <a:cubicBezTo>
                      <a:pt x="2" y="5"/>
                      <a:pt x="5" y="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692">
                <a:extLst>
                  <a:ext uri="{FF2B5EF4-FFF2-40B4-BE49-F238E27FC236}">
                    <a16:creationId xmlns:a16="http://schemas.microsoft.com/office/drawing/2014/main" id="{2848E5D6-F0B8-4487-B193-FD280211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141"/>
                <a:ext cx="28" cy="21"/>
              </a:xfrm>
              <a:custGeom>
                <a:avLst/>
                <a:gdLst>
                  <a:gd name="T0" fmla="*/ 181 w 11"/>
                  <a:gd name="T1" fmla="*/ 0 h 8"/>
                  <a:gd name="T2" fmla="*/ 20 w 11"/>
                  <a:gd name="T3" fmla="*/ 144 h 8"/>
                  <a:gd name="T4" fmla="*/ 163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5" y="0"/>
                      <a:pt x="0" y="1"/>
                      <a:pt x="1" y="8"/>
                    </a:cubicBezTo>
                    <a:cubicBezTo>
                      <a:pt x="4" y="5"/>
                      <a:pt x="5" y="1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693">
                <a:extLst>
                  <a:ext uri="{FF2B5EF4-FFF2-40B4-BE49-F238E27FC236}">
                    <a16:creationId xmlns:a16="http://schemas.microsoft.com/office/drawing/2014/main" id="{277B5809-5E60-4BD7-A40D-4BF50C3F1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301"/>
                <a:ext cx="38" cy="40"/>
              </a:xfrm>
              <a:custGeom>
                <a:avLst/>
                <a:gdLst>
                  <a:gd name="T0" fmla="*/ 243 w 15"/>
                  <a:gd name="T1" fmla="*/ 21 h 15"/>
                  <a:gd name="T2" fmla="*/ 117 w 15"/>
                  <a:gd name="T3" fmla="*/ 35 h 15"/>
                  <a:gd name="T4" fmla="*/ 0 w 15"/>
                  <a:gd name="T5" fmla="*/ 285 h 15"/>
                  <a:gd name="T6" fmla="*/ 225 w 15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15" y="1"/>
                    </a:moveTo>
                    <a:cubicBezTo>
                      <a:pt x="12" y="1"/>
                      <a:pt x="9" y="0"/>
                      <a:pt x="7" y="2"/>
                    </a:cubicBezTo>
                    <a:cubicBezTo>
                      <a:pt x="3" y="4"/>
                      <a:pt x="1" y="11"/>
                      <a:pt x="0" y="15"/>
                    </a:cubicBezTo>
                    <a:cubicBezTo>
                      <a:pt x="5" y="12"/>
                      <a:pt x="5" y="0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694">
                <a:extLst>
                  <a:ext uri="{FF2B5EF4-FFF2-40B4-BE49-F238E27FC236}">
                    <a16:creationId xmlns:a16="http://schemas.microsoft.com/office/drawing/2014/main" id="{E8C87C9E-BA0D-491C-920F-BE63D0C9D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354"/>
                <a:ext cx="35" cy="32"/>
              </a:xfrm>
              <a:custGeom>
                <a:avLst/>
                <a:gdLst>
                  <a:gd name="T0" fmla="*/ 208 w 14"/>
                  <a:gd name="T1" fmla="*/ 21 h 12"/>
                  <a:gd name="T2" fmla="*/ 83 w 14"/>
                  <a:gd name="T3" fmla="*/ 35 h 12"/>
                  <a:gd name="T4" fmla="*/ 20 w 14"/>
                  <a:gd name="T5" fmla="*/ 227 h 12"/>
                  <a:gd name="T6" fmla="*/ 95 w 14"/>
                  <a:gd name="T7" fmla="*/ 77 h 12"/>
                  <a:gd name="T8" fmla="*/ 220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3" y="1"/>
                    </a:moveTo>
                    <a:cubicBezTo>
                      <a:pt x="11" y="1"/>
                      <a:pt x="7" y="0"/>
                      <a:pt x="5" y="2"/>
                    </a:cubicBezTo>
                    <a:cubicBezTo>
                      <a:pt x="3" y="3"/>
                      <a:pt x="0" y="10"/>
                      <a:pt x="1" y="12"/>
                    </a:cubicBezTo>
                    <a:cubicBezTo>
                      <a:pt x="3" y="10"/>
                      <a:pt x="4" y="6"/>
                      <a:pt x="6" y="4"/>
                    </a:cubicBezTo>
                    <a:cubicBezTo>
                      <a:pt x="9" y="2"/>
                      <a:pt x="12" y="1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695">
                <a:extLst>
                  <a:ext uri="{FF2B5EF4-FFF2-40B4-BE49-F238E27FC236}">
                    <a16:creationId xmlns:a16="http://schemas.microsoft.com/office/drawing/2014/main" id="{7C57A2BD-BF4B-4B06-898D-5EF07C945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397"/>
                <a:ext cx="33" cy="32"/>
              </a:xfrm>
              <a:custGeom>
                <a:avLst/>
                <a:gdLst>
                  <a:gd name="T0" fmla="*/ 213 w 13"/>
                  <a:gd name="T1" fmla="*/ 35 h 12"/>
                  <a:gd name="T2" fmla="*/ 0 w 13"/>
                  <a:gd name="T3" fmla="*/ 227 h 12"/>
                  <a:gd name="T4" fmla="*/ 193 w 13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2"/>
                    </a:moveTo>
                    <a:cubicBezTo>
                      <a:pt x="5" y="0"/>
                      <a:pt x="0" y="4"/>
                      <a:pt x="0" y="12"/>
                    </a:cubicBezTo>
                    <a:cubicBezTo>
                      <a:pt x="2" y="8"/>
                      <a:pt x="6" y="1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696">
                <a:extLst>
                  <a:ext uri="{FF2B5EF4-FFF2-40B4-BE49-F238E27FC236}">
                    <a16:creationId xmlns:a16="http://schemas.microsoft.com/office/drawing/2014/main" id="{00B1BB63-0470-4B88-AD87-D849F1D4B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450"/>
                <a:ext cx="27" cy="29"/>
              </a:xfrm>
              <a:custGeom>
                <a:avLst/>
                <a:gdLst>
                  <a:gd name="T0" fmla="*/ 162 w 11"/>
                  <a:gd name="T1" fmla="*/ 21 h 11"/>
                  <a:gd name="T2" fmla="*/ 0 w 11"/>
                  <a:gd name="T3" fmla="*/ 200 h 11"/>
                  <a:gd name="T4" fmla="*/ 150 w 11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"/>
                    </a:moveTo>
                    <a:cubicBezTo>
                      <a:pt x="2" y="0"/>
                      <a:pt x="1" y="3"/>
                      <a:pt x="0" y="11"/>
                    </a:cubicBezTo>
                    <a:cubicBezTo>
                      <a:pt x="1" y="9"/>
                      <a:pt x="6" y="0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697">
                <a:extLst>
                  <a:ext uri="{FF2B5EF4-FFF2-40B4-BE49-F238E27FC236}">
                    <a16:creationId xmlns:a16="http://schemas.microsoft.com/office/drawing/2014/main" id="{8DF372E5-E0DD-4342-A893-C46A5C3C9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498"/>
                <a:ext cx="28" cy="37"/>
              </a:xfrm>
              <a:custGeom>
                <a:avLst/>
                <a:gdLst>
                  <a:gd name="T0" fmla="*/ 163 w 11"/>
                  <a:gd name="T1" fmla="*/ 34 h 14"/>
                  <a:gd name="T2" fmla="*/ 51 w 11"/>
                  <a:gd name="T3" fmla="*/ 56 h 14"/>
                  <a:gd name="T4" fmla="*/ 0 w 11"/>
                  <a:gd name="T5" fmla="*/ 259 h 14"/>
                  <a:gd name="T6" fmla="*/ 181 w 11"/>
                  <a:gd name="T7" fmla="*/ 3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10" y="2"/>
                    </a:moveTo>
                    <a:cubicBezTo>
                      <a:pt x="8" y="2"/>
                      <a:pt x="5" y="2"/>
                      <a:pt x="3" y="3"/>
                    </a:cubicBezTo>
                    <a:cubicBezTo>
                      <a:pt x="1" y="5"/>
                      <a:pt x="0" y="11"/>
                      <a:pt x="0" y="14"/>
                    </a:cubicBezTo>
                    <a:cubicBezTo>
                      <a:pt x="4" y="11"/>
                      <a:pt x="4" y="0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698">
                <a:extLst>
                  <a:ext uri="{FF2B5EF4-FFF2-40B4-BE49-F238E27FC236}">
                    <a16:creationId xmlns:a16="http://schemas.microsoft.com/office/drawing/2014/main" id="{04C854A0-36DA-413A-AB6D-7577C1066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482"/>
                <a:ext cx="40" cy="32"/>
              </a:xfrm>
              <a:custGeom>
                <a:avLst/>
                <a:gdLst>
                  <a:gd name="T0" fmla="*/ 250 w 16"/>
                  <a:gd name="T1" fmla="*/ 77 h 12"/>
                  <a:gd name="T2" fmla="*/ 83 w 16"/>
                  <a:gd name="T3" fmla="*/ 35 h 12"/>
                  <a:gd name="T4" fmla="*/ 20 w 16"/>
                  <a:gd name="T5" fmla="*/ 227 h 12"/>
                  <a:gd name="T6" fmla="*/ 220 w 16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4"/>
                    </a:moveTo>
                    <a:cubicBezTo>
                      <a:pt x="14" y="3"/>
                      <a:pt x="7" y="1"/>
                      <a:pt x="5" y="2"/>
                    </a:cubicBezTo>
                    <a:cubicBezTo>
                      <a:pt x="3" y="3"/>
                      <a:pt x="0" y="9"/>
                      <a:pt x="1" y="12"/>
                    </a:cubicBezTo>
                    <a:cubicBezTo>
                      <a:pt x="3" y="7"/>
                      <a:pt x="10" y="0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699">
                <a:extLst>
                  <a:ext uri="{FF2B5EF4-FFF2-40B4-BE49-F238E27FC236}">
                    <a16:creationId xmlns:a16="http://schemas.microsoft.com/office/drawing/2014/main" id="{8F188D96-3308-4C89-B929-0E278948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533"/>
                <a:ext cx="37" cy="37"/>
              </a:xfrm>
              <a:custGeom>
                <a:avLst/>
                <a:gdLst>
                  <a:gd name="T0" fmla="*/ 224 w 15"/>
                  <a:gd name="T1" fmla="*/ 56 h 14"/>
                  <a:gd name="T2" fmla="*/ 62 w 15"/>
                  <a:gd name="T3" fmla="*/ 34 h 14"/>
                  <a:gd name="T4" fmla="*/ 12 w 15"/>
                  <a:gd name="T5" fmla="*/ 259 h 14"/>
                  <a:gd name="T6" fmla="*/ 195 w 15"/>
                  <a:gd name="T7" fmla="*/ 5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15" y="3"/>
                    </a:moveTo>
                    <a:cubicBezTo>
                      <a:pt x="13" y="1"/>
                      <a:pt x="6" y="0"/>
                      <a:pt x="4" y="2"/>
                    </a:cubicBezTo>
                    <a:cubicBezTo>
                      <a:pt x="1" y="4"/>
                      <a:pt x="0" y="11"/>
                      <a:pt x="1" y="14"/>
                    </a:cubicBezTo>
                    <a:cubicBezTo>
                      <a:pt x="2" y="9"/>
                      <a:pt x="6" y="1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700">
                <a:extLst>
                  <a:ext uri="{FF2B5EF4-FFF2-40B4-BE49-F238E27FC236}">
                    <a16:creationId xmlns:a16="http://schemas.microsoft.com/office/drawing/2014/main" id="{7EB2E2D3-9D93-4FD9-BF63-650A6529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586"/>
                <a:ext cx="32" cy="27"/>
              </a:xfrm>
              <a:custGeom>
                <a:avLst/>
                <a:gdLst>
                  <a:gd name="T0" fmla="*/ 194 w 13"/>
                  <a:gd name="T1" fmla="*/ 22 h 10"/>
                  <a:gd name="T2" fmla="*/ 30 w 13"/>
                  <a:gd name="T3" fmla="*/ 197 h 10"/>
                  <a:gd name="T4" fmla="*/ 194 w 13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1"/>
                    </a:moveTo>
                    <a:cubicBezTo>
                      <a:pt x="7" y="0"/>
                      <a:pt x="0" y="3"/>
                      <a:pt x="2" y="10"/>
                    </a:cubicBezTo>
                    <a:cubicBezTo>
                      <a:pt x="3" y="6"/>
                      <a:pt x="8" y="1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701">
                <a:extLst>
                  <a:ext uri="{FF2B5EF4-FFF2-40B4-BE49-F238E27FC236}">
                    <a16:creationId xmlns:a16="http://schemas.microsoft.com/office/drawing/2014/main" id="{64255308-4AB9-4619-827E-8D6C421F9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549"/>
                <a:ext cx="28" cy="34"/>
              </a:xfrm>
              <a:custGeom>
                <a:avLst/>
                <a:gdLst>
                  <a:gd name="T0" fmla="*/ 181 w 11"/>
                  <a:gd name="T1" fmla="*/ 55 h 13"/>
                  <a:gd name="T2" fmla="*/ 33 w 11"/>
                  <a:gd name="T3" fmla="*/ 55 h 13"/>
                  <a:gd name="T4" fmla="*/ 0 w 11"/>
                  <a:gd name="T5" fmla="*/ 233 h 13"/>
                  <a:gd name="T6" fmla="*/ 163 w 11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3"/>
                    </a:moveTo>
                    <a:cubicBezTo>
                      <a:pt x="8" y="3"/>
                      <a:pt x="5" y="1"/>
                      <a:pt x="2" y="3"/>
                    </a:cubicBezTo>
                    <a:cubicBezTo>
                      <a:pt x="0" y="6"/>
                      <a:pt x="0" y="10"/>
                      <a:pt x="0" y="13"/>
                    </a:cubicBezTo>
                    <a:cubicBezTo>
                      <a:pt x="2" y="11"/>
                      <a:pt x="5" y="0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702">
                <a:extLst>
                  <a:ext uri="{FF2B5EF4-FFF2-40B4-BE49-F238E27FC236}">
                    <a16:creationId xmlns:a16="http://schemas.microsoft.com/office/drawing/2014/main" id="{7AD93756-BD1F-4966-A336-43B576DEA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599"/>
                <a:ext cx="28" cy="35"/>
              </a:xfrm>
              <a:custGeom>
                <a:avLst/>
                <a:gdLst>
                  <a:gd name="T0" fmla="*/ 181 w 11"/>
                  <a:gd name="T1" fmla="*/ 59 h 13"/>
                  <a:gd name="T2" fmla="*/ 33 w 11"/>
                  <a:gd name="T3" fmla="*/ 59 h 13"/>
                  <a:gd name="T4" fmla="*/ 20 w 11"/>
                  <a:gd name="T5" fmla="*/ 253 h 13"/>
                  <a:gd name="T6" fmla="*/ 163 w 11"/>
                  <a:gd name="T7" fmla="*/ 8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3"/>
                    </a:moveTo>
                    <a:cubicBezTo>
                      <a:pt x="8" y="3"/>
                      <a:pt x="4" y="2"/>
                      <a:pt x="2" y="3"/>
                    </a:cubicBezTo>
                    <a:cubicBezTo>
                      <a:pt x="0" y="5"/>
                      <a:pt x="0" y="11"/>
                      <a:pt x="1" y="13"/>
                    </a:cubicBezTo>
                    <a:cubicBezTo>
                      <a:pt x="2" y="10"/>
                      <a:pt x="4" y="0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703">
                <a:extLst>
                  <a:ext uri="{FF2B5EF4-FFF2-40B4-BE49-F238E27FC236}">
                    <a16:creationId xmlns:a16="http://schemas.microsoft.com/office/drawing/2014/main" id="{6C9B6303-06D5-4051-A223-D48F2F092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650"/>
                <a:ext cx="20" cy="19"/>
              </a:xfrm>
              <a:custGeom>
                <a:avLst/>
                <a:gdLst>
                  <a:gd name="T0" fmla="*/ 125 w 8"/>
                  <a:gd name="T1" fmla="*/ 22 h 7"/>
                  <a:gd name="T2" fmla="*/ 33 w 8"/>
                  <a:gd name="T3" fmla="*/ 141 h 7"/>
                  <a:gd name="T4" fmla="*/ 125 w 8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1"/>
                    </a:moveTo>
                    <a:cubicBezTo>
                      <a:pt x="4" y="0"/>
                      <a:pt x="0" y="3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704">
                <a:extLst>
                  <a:ext uri="{FF2B5EF4-FFF2-40B4-BE49-F238E27FC236}">
                    <a16:creationId xmlns:a16="http://schemas.microsoft.com/office/drawing/2014/main" id="{C6CEB0B5-FCF3-4DF6-B6DA-642E1F44F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629"/>
                <a:ext cx="30" cy="26"/>
              </a:xfrm>
              <a:custGeom>
                <a:avLst/>
                <a:gdLst>
                  <a:gd name="T0" fmla="*/ 188 w 12"/>
                  <a:gd name="T1" fmla="*/ 55 h 10"/>
                  <a:gd name="T2" fmla="*/ 20 w 12"/>
                  <a:gd name="T3" fmla="*/ 177 h 10"/>
                  <a:gd name="T4" fmla="*/ 175 w 12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2" y="3"/>
                    </a:moveTo>
                    <a:cubicBezTo>
                      <a:pt x="6" y="4"/>
                      <a:pt x="0" y="0"/>
                      <a:pt x="1" y="10"/>
                    </a:cubicBezTo>
                    <a:cubicBezTo>
                      <a:pt x="3" y="3"/>
                      <a:pt x="8" y="7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705">
                <a:extLst>
                  <a:ext uri="{FF2B5EF4-FFF2-40B4-BE49-F238E27FC236}">
                    <a16:creationId xmlns:a16="http://schemas.microsoft.com/office/drawing/2014/main" id="{6D992C07-4B85-4377-B455-C7E245844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669"/>
                <a:ext cx="27" cy="26"/>
              </a:xfrm>
              <a:custGeom>
                <a:avLst/>
                <a:gdLst>
                  <a:gd name="T0" fmla="*/ 162 w 11"/>
                  <a:gd name="T1" fmla="*/ 55 h 10"/>
                  <a:gd name="T2" fmla="*/ 42 w 11"/>
                  <a:gd name="T3" fmla="*/ 21 h 10"/>
                  <a:gd name="T4" fmla="*/ 29 w 11"/>
                  <a:gd name="T5" fmla="*/ 177 h 10"/>
                  <a:gd name="T6" fmla="*/ 133 w 11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3"/>
                    </a:moveTo>
                    <a:cubicBezTo>
                      <a:pt x="9" y="2"/>
                      <a:pt x="4" y="0"/>
                      <a:pt x="3" y="1"/>
                    </a:cubicBezTo>
                    <a:cubicBezTo>
                      <a:pt x="0" y="3"/>
                      <a:pt x="2" y="8"/>
                      <a:pt x="2" y="10"/>
                    </a:cubicBezTo>
                    <a:cubicBezTo>
                      <a:pt x="3" y="6"/>
                      <a:pt x="4" y="2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706">
                <a:extLst>
                  <a:ext uri="{FF2B5EF4-FFF2-40B4-BE49-F238E27FC236}">
                    <a16:creationId xmlns:a16="http://schemas.microsoft.com/office/drawing/2014/main" id="{1E56A836-CCEA-4DCD-B6DA-1F004EB7D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690"/>
                <a:ext cx="23" cy="13"/>
              </a:xfrm>
              <a:custGeom>
                <a:avLst/>
                <a:gdLst>
                  <a:gd name="T0" fmla="*/ 151 w 9"/>
                  <a:gd name="T1" fmla="*/ 0 h 5"/>
                  <a:gd name="T2" fmla="*/ 66 w 9"/>
                  <a:gd name="T3" fmla="*/ 88 h 5"/>
                  <a:gd name="T4" fmla="*/ 130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6" y="0"/>
                      <a:pt x="0" y="2"/>
                      <a:pt x="4" y="5"/>
                    </a:cubicBezTo>
                    <a:cubicBezTo>
                      <a:pt x="5" y="3"/>
                      <a:pt x="6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707">
                <a:extLst>
                  <a:ext uri="{FF2B5EF4-FFF2-40B4-BE49-F238E27FC236}">
                    <a16:creationId xmlns:a16="http://schemas.microsoft.com/office/drawing/2014/main" id="{8A5426F7-857D-46DE-942B-CD2DB1649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669"/>
                <a:ext cx="10" cy="18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18 h 7"/>
                  <a:gd name="T4" fmla="*/ 63 w 4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0" y="1"/>
                      <a:pt x="0" y="3"/>
                      <a:pt x="0" y="7"/>
                    </a:cubicBezTo>
                    <a:cubicBezTo>
                      <a:pt x="1" y="5"/>
                      <a:pt x="2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708">
                <a:extLst>
                  <a:ext uri="{FF2B5EF4-FFF2-40B4-BE49-F238E27FC236}">
                    <a16:creationId xmlns:a16="http://schemas.microsoft.com/office/drawing/2014/main" id="{F6662186-9487-4E5D-8103-2A9563D10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626"/>
                <a:ext cx="10" cy="19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41 h 7"/>
                  <a:gd name="T4" fmla="*/ 63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0"/>
                      <a:pt x="0" y="4"/>
                      <a:pt x="0" y="7"/>
                    </a:cubicBezTo>
                    <a:cubicBezTo>
                      <a:pt x="2" y="7"/>
                      <a:pt x="3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709">
                <a:extLst>
                  <a:ext uri="{FF2B5EF4-FFF2-40B4-BE49-F238E27FC236}">
                    <a16:creationId xmlns:a16="http://schemas.microsoft.com/office/drawing/2014/main" id="{2AA80E6C-CFBE-43D4-AC8E-29F16DD8D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613"/>
                <a:ext cx="50" cy="24"/>
              </a:xfrm>
              <a:custGeom>
                <a:avLst/>
                <a:gdLst>
                  <a:gd name="T0" fmla="*/ 313 w 20"/>
                  <a:gd name="T1" fmla="*/ 93 h 9"/>
                  <a:gd name="T2" fmla="*/ 50 w 20"/>
                  <a:gd name="T3" fmla="*/ 171 h 9"/>
                  <a:gd name="T4" fmla="*/ 270 w 20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9">
                    <a:moveTo>
                      <a:pt x="20" y="5"/>
                    </a:moveTo>
                    <a:cubicBezTo>
                      <a:pt x="15" y="3"/>
                      <a:pt x="0" y="0"/>
                      <a:pt x="3" y="9"/>
                    </a:cubicBezTo>
                    <a:cubicBezTo>
                      <a:pt x="6" y="5"/>
                      <a:pt x="12" y="4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710">
                <a:extLst>
                  <a:ext uri="{FF2B5EF4-FFF2-40B4-BE49-F238E27FC236}">
                    <a16:creationId xmlns:a16="http://schemas.microsoft.com/office/drawing/2014/main" id="{D0C847E8-FAE6-44B5-8442-223F3261F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645"/>
                <a:ext cx="35" cy="32"/>
              </a:xfrm>
              <a:custGeom>
                <a:avLst/>
                <a:gdLst>
                  <a:gd name="T0" fmla="*/ 220 w 14"/>
                  <a:gd name="T1" fmla="*/ 115 h 12"/>
                  <a:gd name="T2" fmla="*/ 0 w 14"/>
                  <a:gd name="T3" fmla="*/ 227 h 12"/>
                  <a:gd name="T4" fmla="*/ 220 w 14"/>
                  <a:gd name="T5" fmla="*/ 13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6"/>
                    </a:moveTo>
                    <a:cubicBezTo>
                      <a:pt x="7" y="8"/>
                      <a:pt x="2" y="0"/>
                      <a:pt x="0" y="12"/>
                    </a:cubicBezTo>
                    <a:cubicBezTo>
                      <a:pt x="4" y="5"/>
                      <a:pt x="8" y="8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711">
                <a:extLst>
                  <a:ext uri="{FF2B5EF4-FFF2-40B4-BE49-F238E27FC236}">
                    <a16:creationId xmlns:a16="http://schemas.microsoft.com/office/drawing/2014/main" id="{B61BD8A9-C8EF-4A23-AAAF-5A6D67975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690"/>
                <a:ext cx="27" cy="24"/>
              </a:xfrm>
              <a:custGeom>
                <a:avLst/>
                <a:gdLst>
                  <a:gd name="T0" fmla="*/ 162 w 11"/>
                  <a:gd name="T1" fmla="*/ 77 h 9"/>
                  <a:gd name="T2" fmla="*/ 29 w 11"/>
                  <a:gd name="T3" fmla="*/ 171 h 9"/>
                  <a:gd name="T4" fmla="*/ 162 w 11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6" y="3"/>
                      <a:pt x="0" y="0"/>
                      <a:pt x="2" y="9"/>
                    </a:cubicBezTo>
                    <a:cubicBezTo>
                      <a:pt x="4" y="5"/>
                      <a:pt x="6" y="4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712">
                <a:extLst>
                  <a:ext uri="{FF2B5EF4-FFF2-40B4-BE49-F238E27FC236}">
                    <a16:creationId xmlns:a16="http://schemas.microsoft.com/office/drawing/2014/main" id="{8A65D962-CFE3-4B5B-B3C9-A3CC28B5B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578"/>
                <a:ext cx="32" cy="21"/>
              </a:xfrm>
              <a:custGeom>
                <a:avLst/>
                <a:gdLst>
                  <a:gd name="T0" fmla="*/ 0 w 13"/>
                  <a:gd name="T1" fmla="*/ 123 h 8"/>
                  <a:gd name="T2" fmla="*/ 62 w 13"/>
                  <a:gd name="T3" fmla="*/ 21 h 8"/>
                  <a:gd name="T4" fmla="*/ 194 w 13"/>
                  <a:gd name="T5" fmla="*/ 89 h 8"/>
                  <a:gd name="T6" fmla="*/ 0 w 13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7"/>
                    </a:moveTo>
                    <a:cubicBezTo>
                      <a:pt x="1" y="3"/>
                      <a:pt x="0" y="1"/>
                      <a:pt x="4" y="1"/>
                    </a:cubicBezTo>
                    <a:cubicBezTo>
                      <a:pt x="8" y="0"/>
                      <a:pt x="11" y="3"/>
                      <a:pt x="13" y="5"/>
                    </a:cubicBezTo>
                    <a:cubicBezTo>
                      <a:pt x="9" y="2"/>
                      <a:pt x="1" y="1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713">
                <a:extLst>
                  <a:ext uri="{FF2B5EF4-FFF2-40B4-BE49-F238E27FC236}">
                    <a16:creationId xmlns:a16="http://schemas.microsoft.com/office/drawing/2014/main" id="{6BB22E53-8497-4D1A-9007-8690DF8D7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530"/>
                <a:ext cx="43" cy="27"/>
              </a:xfrm>
              <a:custGeom>
                <a:avLst/>
                <a:gdLst>
                  <a:gd name="T0" fmla="*/ 0 w 17"/>
                  <a:gd name="T1" fmla="*/ 159 h 10"/>
                  <a:gd name="T2" fmla="*/ 83 w 17"/>
                  <a:gd name="T3" fmla="*/ 22 h 10"/>
                  <a:gd name="T4" fmla="*/ 276 w 17"/>
                  <a:gd name="T5" fmla="*/ 116 h 10"/>
                  <a:gd name="T6" fmla="*/ 0 w 17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8"/>
                    </a:moveTo>
                    <a:cubicBezTo>
                      <a:pt x="1" y="6"/>
                      <a:pt x="2" y="2"/>
                      <a:pt x="5" y="1"/>
                    </a:cubicBezTo>
                    <a:cubicBezTo>
                      <a:pt x="8" y="0"/>
                      <a:pt x="16" y="3"/>
                      <a:pt x="17" y="6"/>
                    </a:cubicBezTo>
                    <a:cubicBezTo>
                      <a:pt x="12" y="4"/>
                      <a:pt x="1" y="0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714">
                <a:extLst>
                  <a:ext uri="{FF2B5EF4-FFF2-40B4-BE49-F238E27FC236}">
                    <a16:creationId xmlns:a16="http://schemas.microsoft.com/office/drawing/2014/main" id="{8E8005AB-57C2-44E2-AEAF-981C9F847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482"/>
                <a:ext cx="47" cy="27"/>
              </a:xfrm>
              <a:custGeom>
                <a:avLst/>
                <a:gdLst>
                  <a:gd name="T0" fmla="*/ 287 w 19"/>
                  <a:gd name="T1" fmla="*/ 81 h 10"/>
                  <a:gd name="T2" fmla="*/ 92 w 19"/>
                  <a:gd name="T3" fmla="*/ 22 h 10"/>
                  <a:gd name="T4" fmla="*/ 0 w 19"/>
                  <a:gd name="T5" fmla="*/ 197 h 10"/>
                  <a:gd name="T6" fmla="*/ 275 w 19"/>
                  <a:gd name="T7" fmla="*/ 8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19" y="4"/>
                    </a:moveTo>
                    <a:cubicBezTo>
                      <a:pt x="15" y="2"/>
                      <a:pt x="11" y="0"/>
                      <a:pt x="6" y="1"/>
                    </a:cubicBezTo>
                    <a:cubicBezTo>
                      <a:pt x="1" y="1"/>
                      <a:pt x="1" y="5"/>
                      <a:pt x="0" y="10"/>
                    </a:cubicBezTo>
                    <a:cubicBezTo>
                      <a:pt x="5" y="4"/>
                      <a:pt x="11" y="1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715">
                <a:extLst>
                  <a:ext uri="{FF2B5EF4-FFF2-40B4-BE49-F238E27FC236}">
                    <a16:creationId xmlns:a16="http://schemas.microsoft.com/office/drawing/2014/main" id="{D6891562-0A00-4CE9-8A69-2A28DF182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431"/>
                <a:ext cx="45" cy="30"/>
              </a:xfrm>
              <a:custGeom>
                <a:avLst/>
                <a:gdLst>
                  <a:gd name="T0" fmla="*/ 283 w 18"/>
                  <a:gd name="T1" fmla="*/ 60 h 11"/>
                  <a:gd name="T2" fmla="*/ 95 w 18"/>
                  <a:gd name="T3" fmla="*/ 22 h 11"/>
                  <a:gd name="T4" fmla="*/ 0 w 18"/>
                  <a:gd name="T5" fmla="*/ 224 h 11"/>
                  <a:gd name="T6" fmla="*/ 113 w 18"/>
                  <a:gd name="T7" fmla="*/ 82 h 11"/>
                  <a:gd name="T8" fmla="*/ 250 w 18"/>
                  <a:gd name="T9" fmla="*/ 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18" y="3"/>
                    </a:moveTo>
                    <a:cubicBezTo>
                      <a:pt x="14" y="1"/>
                      <a:pt x="10" y="0"/>
                      <a:pt x="6" y="1"/>
                    </a:cubicBezTo>
                    <a:cubicBezTo>
                      <a:pt x="1" y="1"/>
                      <a:pt x="1" y="6"/>
                      <a:pt x="0" y="11"/>
                    </a:cubicBezTo>
                    <a:cubicBezTo>
                      <a:pt x="2" y="8"/>
                      <a:pt x="4" y="5"/>
                      <a:pt x="7" y="4"/>
                    </a:cubicBezTo>
                    <a:cubicBezTo>
                      <a:pt x="9" y="3"/>
                      <a:pt x="14" y="2"/>
                      <a:pt x="1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716">
                <a:extLst>
                  <a:ext uri="{FF2B5EF4-FFF2-40B4-BE49-F238E27FC236}">
                    <a16:creationId xmlns:a16="http://schemas.microsoft.com/office/drawing/2014/main" id="{54697A70-224B-4ECD-B16F-3C8EFC1F3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378"/>
                <a:ext cx="40" cy="35"/>
              </a:xfrm>
              <a:custGeom>
                <a:avLst/>
                <a:gdLst>
                  <a:gd name="T0" fmla="*/ 250 w 16"/>
                  <a:gd name="T1" fmla="*/ 59 h 13"/>
                  <a:gd name="T2" fmla="*/ 83 w 16"/>
                  <a:gd name="T3" fmla="*/ 35 h 13"/>
                  <a:gd name="T4" fmla="*/ 33 w 16"/>
                  <a:gd name="T5" fmla="*/ 94 h 13"/>
                  <a:gd name="T6" fmla="*/ 0 w 16"/>
                  <a:gd name="T7" fmla="*/ 253 h 13"/>
                  <a:gd name="T8" fmla="*/ 238 w 16"/>
                  <a:gd name="T9" fmla="*/ 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3"/>
                    </a:moveTo>
                    <a:cubicBezTo>
                      <a:pt x="13" y="2"/>
                      <a:pt x="9" y="0"/>
                      <a:pt x="5" y="2"/>
                    </a:cubicBezTo>
                    <a:cubicBezTo>
                      <a:pt x="3" y="3"/>
                      <a:pt x="3" y="3"/>
                      <a:pt x="2" y="5"/>
                    </a:cubicBezTo>
                    <a:cubicBezTo>
                      <a:pt x="2" y="7"/>
                      <a:pt x="0" y="11"/>
                      <a:pt x="0" y="13"/>
                    </a:cubicBezTo>
                    <a:cubicBezTo>
                      <a:pt x="5" y="10"/>
                      <a:pt x="8" y="1"/>
                      <a:pt x="1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717">
                <a:extLst>
                  <a:ext uri="{FF2B5EF4-FFF2-40B4-BE49-F238E27FC236}">
                    <a16:creationId xmlns:a16="http://schemas.microsoft.com/office/drawing/2014/main" id="{40169A31-12C0-4D9F-9B70-CBA707524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333"/>
                <a:ext cx="35" cy="24"/>
              </a:xfrm>
              <a:custGeom>
                <a:avLst/>
                <a:gdLst>
                  <a:gd name="T0" fmla="*/ 220 w 14"/>
                  <a:gd name="T1" fmla="*/ 56 h 9"/>
                  <a:gd name="T2" fmla="*/ 63 w 14"/>
                  <a:gd name="T3" fmla="*/ 21 h 9"/>
                  <a:gd name="T4" fmla="*/ 0 w 14"/>
                  <a:gd name="T5" fmla="*/ 171 h 9"/>
                  <a:gd name="T6" fmla="*/ 188 w 14"/>
                  <a:gd name="T7" fmla="*/ 7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14" y="3"/>
                    </a:moveTo>
                    <a:cubicBezTo>
                      <a:pt x="12" y="2"/>
                      <a:pt x="7" y="0"/>
                      <a:pt x="4" y="1"/>
                    </a:cubicBezTo>
                    <a:cubicBezTo>
                      <a:pt x="1" y="2"/>
                      <a:pt x="1" y="7"/>
                      <a:pt x="0" y="9"/>
                    </a:cubicBezTo>
                    <a:cubicBezTo>
                      <a:pt x="3" y="7"/>
                      <a:pt x="7" y="0"/>
                      <a:pt x="1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718">
                <a:extLst>
                  <a:ext uri="{FF2B5EF4-FFF2-40B4-BE49-F238E27FC236}">
                    <a16:creationId xmlns:a16="http://schemas.microsoft.com/office/drawing/2014/main" id="{BC9E9CC8-4CF6-4FF8-A492-A88E213A1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338"/>
                <a:ext cx="40" cy="32"/>
              </a:xfrm>
              <a:custGeom>
                <a:avLst/>
                <a:gdLst>
                  <a:gd name="T0" fmla="*/ 238 w 16"/>
                  <a:gd name="T1" fmla="*/ 35 h 12"/>
                  <a:gd name="T2" fmla="*/ 95 w 16"/>
                  <a:gd name="T3" fmla="*/ 0 h 12"/>
                  <a:gd name="T4" fmla="*/ 0 w 16"/>
                  <a:gd name="T5" fmla="*/ 227 h 12"/>
                  <a:gd name="T6" fmla="*/ 113 w 16"/>
                  <a:gd name="T7" fmla="*/ 77 h 12"/>
                  <a:gd name="T8" fmla="*/ 250 w 16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5" y="2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2" y="1"/>
                      <a:pt x="1" y="8"/>
                      <a:pt x="0" y="12"/>
                    </a:cubicBezTo>
                    <a:cubicBezTo>
                      <a:pt x="2" y="9"/>
                      <a:pt x="4" y="5"/>
                      <a:pt x="7" y="4"/>
                    </a:cubicBezTo>
                    <a:cubicBezTo>
                      <a:pt x="10" y="2"/>
                      <a:pt x="12" y="3"/>
                      <a:pt x="1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719">
                <a:extLst>
                  <a:ext uri="{FF2B5EF4-FFF2-40B4-BE49-F238E27FC236}">
                    <a16:creationId xmlns:a16="http://schemas.microsoft.com/office/drawing/2014/main" id="{8CCD50C5-C704-419B-8A97-9B104A60C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383"/>
                <a:ext cx="45" cy="32"/>
              </a:xfrm>
              <a:custGeom>
                <a:avLst/>
                <a:gdLst>
                  <a:gd name="T0" fmla="*/ 283 w 18"/>
                  <a:gd name="T1" fmla="*/ 77 h 12"/>
                  <a:gd name="T2" fmla="*/ 113 w 18"/>
                  <a:gd name="T3" fmla="*/ 35 h 12"/>
                  <a:gd name="T4" fmla="*/ 20 w 18"/>
                  <a:gd name="T5" fmla="*/ 227 h 12"/>
                  <a:gd name="T6" fmla="*/ 270 w 18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8" y="4"/>
                    </a:moveTo>
                    <a:cubicBezTo>
                      <a:pt x="15" y="3"/>
                      <a:pt x="11" y="2"/>
                      <a:pt x="7" y="2"/>
                    </a:cubicBezTo>
                    <a:cubicBezTo>
                      <a:pt x="2" y="3"/>
                      <a:pt x="0" y="8"/>
                      <a:pt x="1" y="12"/>
                    </a:cubicBezTo>
                    <a:cubicBezTo>
                      <a:pt x="4" y="7"/>
                      <a:pt x="10" y="0"/>
                      <a:pt x="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720">
                <a:extLst>
                  <a:ext uri="{FF2B5EF4-FFF2-40B4-BE49-F238E27FC236}">
                    <a16:creationId xmlns:a16="http://schemas.microsoft.com/office/drawing/2014/main" id="{137A816A-BEEB-4BC9-8FC3-B091B814C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437"/>
                <a:ext cx="37" cy="29"/>
              </a:xfrm>
              <a:custGeom>
                <a:avLst/>
                <a:gdLst>
                  <a:gd name="T0" fmla="*/ 224 w 15"/>
                  <a:gd name="T1" fmla="*/ 34 h 11"/>
                  <a:gd name="T2" fmla="*/ 42 w 15"/>
                  <a:gd name="T3" fmla="*/ 200 h 11"/>
                  <a:gd name="T4" fmla="*/ 224 w 15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5" y="2"/>
                    </a:moveTo>
                    <a:cubicBezTo>
                      <a:pt x="8" y="0"/>
                      <a:pt x="0" y="2"/>
                      <a:pt x="3" y="11"/>
                    </a:cubicBezTo>
                    <a:cubicBezTo>
                      <a:pt x="5" y="6"/>
                      <a:pt x="8" y="0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721">
                <a:extLst>
                  <a:ext uri="{FF2B5EF4-FFF2-40B4-BE49-F238E27FC236}">
                    <a16:creationId xmlns:a16="http://schemas.microsoft.com/office/drawing/2014/main" id="{2D6EFDE6-F322-4949-96CB-6A3838EC6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282"/>
                <a:ext cx="38" cy="29"/>
              </a:xfrm>
              <a:custGeom>
                <a:avLst/>
                <a:gdLst>
                  <a:gd name="T0" fmla="*/ 0 w 15"/>
                  <a:gd name="T1" fmla="*/ 200 h 11"/>
                  <a:gd name="T2" fmla="*/ 84 w 15"/>
                  <a:gd name="T3" fmla="*/ 21 h 11"/>
                  <a:gd name="T4" fmla="*/ 243 w 15"/>
                  <a:gd name="T5" fmla="*/ 76 h 11"/>
                  <a:gd name="T6" fmla="*/ 51 w 15"/>
                  <a:gd name="T7" fmla="*/ 14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cubicBezTo>
                      <a:pt x="1" y="9"/>
                      <a:pt x="2" y="3"/>
                      <a:pt x="5" y="1"/>
                    </a:cubicBezTo>
                    <a:cubicBezTo>
                      <a:pt x="7" y="0"/>
                      <a:pt x="14" y="2"/>
                      <a:pt x="15" y="4"/>
                    </a:cubicBezTo>
                    <a:cubicBezTo>
                      <a:pt x="9" y="1"/>
                      <a:pt x="6" y="3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722">
                <a:extLst>
                  <a:ext uri="{FF2B5EF4-FFF2-40B4-BE49-F238E27FC236}">
                    <a16:creationId xmlns:a16="http://schemas.microsoft.com/office/drawing/2014/main" id="{99FC83FD-51F8-4EC8-A5E0-BFA135FE4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330"/>
                <a:ext cx="40" cy="27"/>
              </a:xfrm>
              <a:custGeom>
                <a:avLst/>
                <a:gdLst>
                  <a:gd name="T0" fmla="*/ 250 w 16"/>
                  <a:gd name="T1" fmla="*/ 81 h 10"/>
                  <a:gd name="T2" fmla="*/ 83 w 16"/>
                  <a:gd name="T3" fmla="*/ 22 h 10"/>
                  <a:gd name="T4" fmla="*/ 20 w 16"/>
                  <a:gd name="T5" fmla="*/ 197 h 10"/>
                  <a:gd name="T6" fmla="*/ 188 w 16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6" y="4"/>
                    </a:moveTo>
                    <a:cubicBezTo>
                      <a:pt x="13" y="2"/>
                      <a:pt x="8" y="0"/>
                      <a:pt x="5" y="1"/>
                    </a:cubicBezTo>
                    <a:cubicBezTo>
                      <a:pt x="1" y="1"/>
                      <a:pt x="0" y="6"/>
                      <a:pt x="1" y="10"/>
                    </a:cubicBezTo>
                    <a:cubicBezTo>
                      <a:pt x="2" y="4"/>
                      <a:pt x="7" y="3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723">
                <a:extLst>
                  <a:ext uri="{FF2B5EF4-FFF2-40B4-BE49-F238E27FC236}">
                    <a16:creationId xmlns:a16="http://schemas.microsoft.com/office/drawing/2014/main" id="{3263C2A7-0646-43E4-AFB3-CE3848F3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75"/>
                <a:ext cx="32" cy="24"/>
              </a:xfrm>
              <a:custGeom>
                <a:avLst/>
                <a:gdLst>
                  <a:gd name="T0" fmla="*/ 194 w 13"/>
                  <a:gd name="T1" fmla="*/ 56 h 9"/>
                  <a:gd name="T2" fmla="*/ 74 w 13"/>
                  <a:gd name="T3" fmla="*/ 0 h 9"/>
                  <a:gd name="T4" fmla="*/ 0 w 13"/>
                  <a:gd name="T5" fmla="*/ 171 h 9"/>
                  <a:gd name="T6" fmla="*/ 74 w 13"/>
                  <a:gd name="T7" fmla="*/ 56 h 9"/>
                  <a:gd name="T8" fmla="*/ 182 w 13"/>
                  <a:gd name="T9" fmla="*/ 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3" y="3"/>
                    </a:moveTo>
                    <a:cubicBezTo>
                      <a:pt x="11" y="2"/>
                      <a:pt x="7" y="0"/>
                      <a:pt x="5" y="0"/>
                    </a:cubicBezTo>
                    <a:cubicBezTo>
                      <a:pt x="2" y="1"/>
                      <a:pt x="0" y="7"/>
                      <a:pt x="0" y="9"/>
                    </a:cubicBezTo>
                    <a:cubicBezTo>
                      <a:pt x="1" y="7"/>
                      <a:pt x="3" y="4"/>
                      <a:pt x="5" y="3"/>
                    </a:cubicBezTo>
                    <a:cubicBezTo>
                      <a:pt x="9" y="1"/>
                      <a:pt x="9" y="3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724">
                <a:extLst>
                  <a:ext uri="{FF2B5EF4-FFF2-40B4-BE49-F238E27FC236}">
                    <a16:creationId xmlns:a16="http://schemas.microsoft.com/office/drawing/2014/main" id="{DB159DCF-3329-466D-BBBB-4448D9DB8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375"/>
                <a:ext cx="38" cy="22"/>
              </a:xfrm>
              <a:custGeom>
                <a:avLst/>
                <a:gdLst>
                  <a:gd name="T0" fmla="*/ 243 w 15"/>
                  <a:gd name="T1" fmla="*/ 47 h 8"/>
                  <a:gd name="T2" fmla="*/ 96 w 15"/>
                  <a:gd name="T3" fmla="*/ 22 h 8"/>
                  <a:gd name="T4" fmla="*/ 20 w 15"/>
                  <a:gd name="T5" fmla="*/ 168 h 8"/>
                  <a:gd name="T6" fmla="*/ 213 w 15"/>
                  <a:gd name="T7" fmla="*/ 6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2"/>
                    </a:moveTo>
                    <a:cubicBezTo>
                      <a:pt x="12" y="3"/>
                      <a:pt x="9" y="0"/>
                      <a:pt x="6" y="1"/>
                    </a:cubicBezTo>
                    <a:cubicBezTo>
                      <a:pt x="3" y="1"/>
                      <a:pt x="0" y="5"/>
                      <a:pt x="1" y="8"/>
                    </a:cubicBezTo>
                    <a:cubicBezTo>
                      <a:pt x="3" y="3"/>
                      <a:pt x="9" y="3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725">
                <a:extLst>
                  <a:ext uri="{FF2B5EF4-FFF2-40B4-BE49-F238E27FC236}">
                    <a16:creationId xmlns:a16="http://schemas.microsoft.com/office/drawing/2014/main" id="{4F34CF3F-BBBF-4193-9EEC-DE857B617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330"/>
                <a:ext cx="33" cy="27"/>
              </a:xfrm>
              <a:custGeom>
                <a:avLst/>
                <a:gdLst>
                  <a:gd name="T0" fmla="*/ 213 w 13"/>
                  <a:gd name="T1" fmla="*/ 38 h 10"/>
                  <a:gd name="T2" fmla="*/ 63 w 13"/>
                  <a:gd name="T3" fmla="*/ 22 h 10"/>
                  <a:gd name="T4" fmla="*/ 0 w 13"/>
                  <a:gd name="T5" fmla="*/ 197 h 10"/>
                  <a:gd name="T6" fmla="*/ 84 w 13"/>
                  <a:gd name="T7" fmla="*/ 81 h 10"/>
                  <a:gd name="T8" fmla="*/ 193 w 13"/>
                  <a:gd name="T9" fmla="*/ 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3" y="2"/>
                    </a:moveTo>
                    <a:cubicBezTo>
                      <a:pt x="10" y="3"/>
                      <a:pt x="7" y="0"/>
                      <a:pt x="4" y="1"/>
                    </a:cubicBezTo>
                    <a:cubicBezTo>
                      <a:pt x="0" y="1"/>
                      <a:pt x="0" y="7"/>
                      <a:pt x="0" y="10"/>
                    </a:cubicBezTo>
                    <a:cubicBezTo>
                      <a:pt x="0" y="7"/>
                      <a:pt x="2" y="5"/>
                      <a:pt x="5" y="4"/>
                    </a:cubicBezTo>
                    <a:cubicBezTo>
                      <a:pt x="7" y="2"/>
                      <a:pt x="9" y="4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726">
                <a:extLst>
                  <a:ext uri="{FF2B5EF4-FFF2-40B4-BE49-F238E27FC236}">
                    <a16:creationId xmlns:a16="http://schemas.microsoft.com/office/drawing/2014/main" id="{01BD55CA-04FF-49C6-B11A-C12D89DF7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279"/>
                <a:ext cx="35" cy="35"/>
              </a:xfrm>
              <a:custGeom>
                <a:avLst/>
                <a:gdLst>
                  <a:gd name="T0" fmla="*/ 220 w 14"/>
                  <a:gd name="T1" fmla="*/ 59 h 13"/>
                  <a:gd name="T2" fmla="*/ 95 w 14"/>
                  <a:gd name="T3" fmla="*/ 22 h 13"/>
                  <a:gd name="T4" fmla="*/ 0 w 14"/>
                  <a:gd name="T5" fmla="*/ 253 h 13"/>
                  <a:gd name="T6" fmla="*/ 95 w 14"/>
                  <a:gd name="T7" fmla="*/ 94 h 13"/>
                  <a:gd name="T8" fmla="*/ 220 w 14"/>
                  <a:gd name="T9" fmla="*/ 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2" y="3"/>
                      <a:pt x="8" y="0"/>
                      <a:pt x="6" y="1"/>
                    </a:cubicBezTo>
                    <a:cubicBezTo>
                      <a:pt x="1" y="3"/>
                      <a:pt x="1" y="9"/>
                      <a:pt x="0" y="13"/>
                    </a:cubicBezTo>
                    <a:cubicBezTo>
                      <a:pt x="1" y="9"/>
                      <a:pt x="3" y="7"/>
                      <a:pt x="6" y="5"/>
                    </a:cubicBezTo>
                    <a:cubicBezTo>
                      <a:pt x="9" y="3"/>
                      <a:pt x="11" y="4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727">
                <a:extLst>
                  <a:ext uri="{FF2B5EF4-FFF2-40B4-BE49-F238E27FC236}">
                    <a16:creationId xmlns:a16="http://schemas.microsoft.com/office/drawing/2014/main" id="{67B9FA74-589F-4B72-8777-D672F306E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234"/>
                <a:ext cx="30" cy="24"/>
              </a:xfrm>
              <a:custGeom>
                <a:avLst/>
                <a:gdLst>
                  <a:gd name="T0" fmla="*/ 188 w 12"/>
                  <a:gd name="T1" fmla="*/ 35 h 9"/>
                  <a:gd name="T2" fmla="*/ 83 w 12"/>
                  <a:gd name="T3" fmla="*/ 0 h 9"/>
                  <a:gd name="T4" fmla="*/ 0 w 12"/>
                  <a:gd name="T5" fmla="*/ 171 h 9"/>
                  <a:gd name="T6" fmla="*/ 188 w 12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2"/>
                    </a:moveTo>
                    <a:cubicBezTo>
                      <a:pt x="10" y="2"/>
                      <a:pt x="7" y="0"/>
                      <a:pt x="5" y="0"/>
                    </a:cubicBezTo>
                    <a:cubicBezTo>
                      <a:pt x="2" y="1"/>
                      <a:pt x="1" y="6"/>
                      <a:pt x="0" y="9"/>
                    </a:cubicBezTo>
                    <a:cubicBezTo>
                      <a:pt x="3" y="5"/>
                      <a:pt x="7" y="1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728">
                <a:extLst>
                  <a:ext uri="{FF2B5EF4-FFF2-40B4-BE49-F238E27FC236}">
                    <a16:creationId xmlns:a16="http://schemas.microsoft.com/office/drawing/2014/main" id="{0EBEC313-5631-4AC9-8FA4-2E7A06E68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415"/>
                <a:ext cx="32" cy="35"/>
              </a:xfrm>
              <a:custGeom>
                <a:avLst/>
                <a:gdLst>
                  <a:gd name="T0" fmla="*/ 194 w 13"/>
                  <a:gd name="T1" fmla="*/ 81 h 13"/>
                  <a:gd name="T2" fmla="*/ 62 w 13"/>
                  <a:gd name="T3" fmla="*/ 35 h 13"/>
                  <a:gd name="T4" fmla="*/ 0 w 13"/>
                  <a:gd name="T5" fmla="*/ 253 h 13"/>
                  <a:gd name="T6" fmla="*/ 194 w 13"/>
                  <a:gd name="T7" fmla="*/ 8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4"/>
                    </a:moveTo>
                    <a:cubicBezTo>
                      <a:pt x="10" y="4"/>
                      <a:pt x="7" y="0"/>
                      <a:pt x="4" y="2"/>
                    </a:cubicBezTo>
                    <a:cubicBezTo>
                      <a:pt x="0" y="4"/>
                      <a:pt x="2" y="10"/>
                      <a:pt x="0" y="13"/>
                    </a:cubicBezTo>
                    <a:cubicBezTo>
                      <a:pt x="3" y="7"/>
                      <a:pt x="6" y="3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729">
                <a:extLst>
                  <a:ext uri="{FF2B5EF4-FFF2-40B4-BE49-F238E27FC236}">
                    <a16:creationId xmlns:a16="http://schemas.microsoft.com/office/drawing/2014/main" id="{CF009B19-8CF8-4995-B570-E00680E14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471"/>
                <a:ext cx="33" cy="30"/>
              </a:xfrm>
              <a:custGeom>
                <a:avLst/>
                <a:gdLst>
                  <a:gd name="T0" fmla="*/ 193 w 13"/>
                  <a:gd name="T1" fmla="*/ 38 h 11"/>
                  <a:gd name="T2" fmla="*/ 84 w 13"/>
                  <a:gd name="T3" fmla="*/ 22 h 11"/>
                  <a:gd name="T4" fmla="*/ 20 w 13"/>
                  <a:gd name="T5" fmla="*/ 224 h 11"/>
                  <a:gd name="T6" fmla="*/ 213 w 13"/>
                  <a:gd name="T7" fmla="*/ 3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2"/>
                    </a:moveTo>
                    <a:cubicBezTo>
                      <a:pt x="10" y="2"/>
                      <a:pt x="7" y="0"/>
                      <a:pt x="5" y="1"/>
                    </a:cubicBezTo>
                    <a:cubicBezTo>
                      <a:pt x="3" y="2"/>
                      <a:pt x="0" y="9"/>
                      <a:pt x="1" y="11"/>
                    </a:cubicBezTo>
                    <a:cubicBezTo>
                      <a:pt x="4" y="8"/>
                      <a:pt x="6" y="0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730">
                <a:extLst>
                  <a:ext uri="{FF2B5EF4-FFF2-40B4-BE49-F238E27FC236}">
                    <a16:creationId xmlns:a16="http://schemas.microsoft.com/office/drawing/2014/main" id="{FA8B9D23-FE44-40B3-99A6-51FA31650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517"/>
                <a:ext cx="30" cy="18"/>
              </a:xfrm>
              <a:custGeom>
                <a:avLst/>
                <a:gdLst>
                  <a:gd name="T0" fmla="*/ 188 w 12"/>
                  <a:gd name="T1" fmla="*/ 54 h 7"/>
                  <a:gd name="T2" fmla="*/ 83 w 12"/>
                  <a:gd name="T3" fmla="*/ 0 h 7"/>
                  <a:gd name="T4" fmla="*/ 33 w 12"/>
                  <a:gd name="T5" fmla="*/ 118 h 7"/>
                  <a:gd name="T6" fmla="*/ 158 w 12"/>
                  <a:gd name="T7" fmla="*/ 6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2" y="3"/>
                    </a:moveTo>
                    <a:cubicBezTo>
                      <a:pt x="9" y="3"/>
                      <a:pt x="7" y="1"/>
                      <a:pt x="5" y="0"/>
                    </a:cubicBezTo>
                    <a:cubicBezTo>
                      <a:pt x="3" y="1"/>
                      <a:pt x="0" y="5"/>
                      <a:pt x="2" y="7"/>
                    </a:cubicBezTo>
                    <a:cubicBezTo>
                      <a:pt x="4" y="5"/>
                      <a:pt x="7" y="0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731">
                <a:extLst>
                  <a:ext uri="{FF2B5EF4-FFF2-40B4-BE49-F238E27FC236}">
                    <a16:creationId xmlns:a16="http://schemas.microsoft.com/office/drawing/2014/main" id="{11FA7CA0-0628-4983-9FBC-24B612C93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543"/>
                <a:ext cx="25" cy="22"/>
              </a:xfrm>
              <a:custGeom>
                <a:avLst/>
                <a:gdLst>
                  <a:gd name="T0" fmla="*/ 158 w 10"/>
                  <a:gd name="T1" fmla="*/ 107 h 8"/>
                  <a:gd name="T2" fmla="*/ 0 w 10"/>
                  <a:gd name="T3" fmla="*/ 168 h 8"/>
                  <a:gd name="T4" fmla="*/ 145 w 10"/>
                  <a:gd name="T5" fmla="*/ 1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5"/>
                    </a:moveTo>
                    <a:cubicBezTo>
                      <a:pt x="6" y="6"/>
                      <a:pt x="0" y="0"/>
                      <a:pt x="0" y="8"/>
                    </a:cubicBezTo>
                    <a:cubicBezTo>
                      <a:pt x="2" y="5"/>
                      <a:pt x="5" y="5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732">
                <a:extLst>
                  <a:ext uri="{FF2B5EF4-FFF2-40B4-BE49-F238E27FC236}">
                    <a16:creationId xmlns:a16="http://schemas.microsoft.com/office/drawing/2014/main" id="{8CC72016-F572-47AA-BFBB-2C3FD18D5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581"/>
                <a:ext cx="22" cy="18"/>
              </a:xfrm>
              <a:custGeom>
                <a:avLst/>
                <a:gdLst>
                  <a:gd name="T0" fmla="*/ 132 w 9"/>
                  <a:gd name="T1" fmla="*/ 54 h 7"/>
                  <a:gd name="T2" fmla="*/ 0 w 9"/>
                  <a:gd name="T3" fmla="*/ 118 h 7"/>
                  <a:gd name="T4" fmla="*/ 132 w 9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3"/>
                    </a:moveTo>
                    <a:cubicBezTo>
                      <a:pt x="4" y="4"/>
                      <a:pt x="1" y="0"/>
                      <a:pt x="0" y="7"/>
                    </a:cubicBezTo>
                    <a:cubicBezTo>
                      <a:pt x="3" y="3"/>
                      <a:pt x="5" y="3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733">
                <a:extLst>
                  <a:ext uri="{FF2B5EF4-FFF2-40B4-BE49-F238E27FC236}">
                    <a16:creationId xmlns:a16="http://schemas.microsoft.com/office/drawing/2014/main" id="{A4005EB0-88C6-4434-B848-73D2E80DB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613"/>
                <a:ext cx="20" cy="16"/>
              </a:xfrm>
              <a:custGeom>
                <a:avLst/>
                <a:gdLst>
                  <a:gd name="T0" fmla="*/ 125 w 8"/>
                  <a:gd name="T1" fmla="*/ 77 h 6"/>
                  <a:gd name="T2" fmla="*/ 0 w 8"/>
                  <a:gd name="T3" fmla="*/ 115 h 6"/>
                  <a:gd name="T4" fmla="*/ 113 w 8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4" y="4"/>
                      <a:pt x="1" y="0"/>
                      <a:pt x="0" y="6"/>
                    </a:cubicBezTo>
                    <a:cubicBezTo>
                      <a:pt x="1" y="3"/>
                      <a:pt x="5" y="4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734">
                <a:extLst>
                  <a:ext uri="{FF2B5EF4-FFF2-40B4-BE49-F238E27FC236}">
                    <a16:creationId xmlns:a16="http://schemas.microsoft.com/office/drawing/2014/main" id="{DD93C2AD-8251-49F6-8024-1B780EE6B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645"/>
                <a:ext cx="25" cy="18"/>
              </a:xfrm>
              <a:custGeom>
                <a:avLst/>
                <a:gdLst>
                  <a:gd name="T0" fmla="*/ 33 w 10"/>
                  <a:gd name="T1" fmla="*/ 67 h 7"/>
                  <a:gd name="T2" fmla="*/ 20 w 10"/>
                  <a:gd name="T3" fmla="*/ 118 h 7"/>
                  <a:gd name="T4" fmla="*/ 158 w 10"/>
                  <a:gd name="T5" fmla="*/ 54 h 7"/>
                  <a:gd name="T6" fmla="*/ 125 w 10"/>
                  <a:gd name="T7" fmla="*/ 54 h 7"/>
                  <a:gd name="T8" fmla="*/ 0 w 10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2" y="4"/>
                    </a:moveTo>
                    <a:cubicBezTo>
                      <a:pt x="2" y="5"/>
                      <a:pt x="1" y="6"/>
                      <a:pt x="1" y="7"/>
                    </a:cubicBezTo>
                    <a:cubicBezTo>
                      <a:pt x="0" y="0"/>
                      <a:pt x="6" y="2"/>
                      <a:pt x="10" y="3"/>
                    </a:cubicBezTo>
                    <a:cubicBezTo>
                      <a:pt x="9" y="5"/>
                      <a:pt x="9" y="3"/>
                      <a:pt x="8" y="3"/>
                    </a:cubicBezTo>
                    <a:cubicBezTo>
                      <a:pt x="4" y="4"/>
                      <a:pt x="3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735">
                <a:extLst>
                  <a:ext uri="{FF2B5EF4-FFF2-40B4-BE49-F238E27FC236}">
                    <a16:creationId xmlns:a16="http://schemas.microsoft.com/office/drawing/2014/main" id="{B37A7176-E000-40A6-A50E-DA00A66BF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685"/>
                <a:ext cx="30" cy="13"/>
              </a:xfrm>
              <a:custGeom>
                <a:avLst/>
                <a:gdLst>
                  <a:gd name="T0" fmla="*/ 0 w 12"/>
                  <a:gd name="T1" fmla="*/ 68 h 5"/>
                  <a:gd name="T2" fmla="*/ 63 w 12"/>
                  <a:gd name="T3" fmla="*/ 0 h 5"/>
                  <a:gd name="T4" fmla="*/ 188 w 12"/>
                  <a:gd name="T5" fmla="*/ 21 h 5"/>
                  <a:gd name="T6" fmla="*/ 95 w 12"/>
                  <a:gd name="T7" fmla="*/ 21 h 5"/>
                  <a:gd name="T8" fmla="*/ 0 w 12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0" y="4"/>
                    </a:moveTo>
                    <a:cubicBezTo>
                      <a:pt x="2" y="3"/>
                      <a:pt x="2" y="0"/>
                      <a:pt x="4" y="0"/>
                    </a:cubicBezTo>
                    <a:cubicBezTo>
                      <a:pt x="6" y="0"/>
                      <a:pt x="11" y="0"/>
                      <a:pt x="12" y="1"/>
                    </a:cubicBezTo>
                    <a:cubicBezTo>
                      <a:pt x="10" y="2"/>
                      <a:pt x="9" y="1"/>
                      <a:pt x="6" y="1"/>
                    </a:cubicBezTo>
                    <a:cubicBezTo>
                      <a:pt x="4" y="1"/>
                      <a:pt x="2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736">
                <a:extLst>
                  <a:ext uri="{FF2B5EF4-FFF2-40B4-BE49-F238E27FC236}">
                    <a16:creationId xmlns:a16="http://schemas.microsoft.com/office/drawing/2014/main" id="{619B00F1-C5FA-4ED4-B9AC-5152BBBC1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655"/>
                <a:ext cx="30" cy="16"/>
              </a:xfrm>
              <a:custGeom>
                <a:avLst/>
                <a:gdLst>
                  <a:gd name="T0" fmla="*/ 20 w 12"/>
                  <a:gd name="T1" fmla="*/ 0 h 6"/>
                  <a:gd name="T2" fmla="*/ 188 w 12"/>
                  <a:gd name="T3" fmla="*/ 21 h 6"/>
                  <a:gd name="T4" fmla="*/ 0 w 12"/>
                  <a:gd name="T5" fmla="*/ 93 h 6"/>
                  <a:gd name="T6" fmla="*/ 20 w 12"/>
                  <a:gd name="T7" fmla="*/ 3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1" y="0"/>
                    </a:moveTo>
                    <a:cubicBezTo>
                      <a:pt x="4" y="3"/>
                      <a:pt x="9" y="1"/>
                      <a:pt x="12" y="1"/>
                    </a:cubicBezTo>
                    <a:cubicBezTo>
                      <a:pt x="10" y="6"/>
                      <a:pt x="4" y="1"/>
                      <a:pt x="0" y="5"/>
                    </a:cubicBezTo>
                    <a:cubicBezTo>
                      <a:pt x="0" y="4"/>
                      <a:pt x="0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737">
                <a:extLst>
                  <a:ext uri="{FF2B5EF4-FFF2-40B4-BE49-F238E27FC236}">
                    <a16:creationId xmlns:a16="http://schemas.microsoft.com/office/drawing/2014/main" id="{8A4771E7-8F36-4898-9487-8C440B702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618"/>
                <a:ext cx="27" cy="19"/>
              </a:xfrm>
              <a:custGeom>
                <a:avLst/>
                <a:gdLst>
                  <a:gd name="T0" fmla="*/ 162 w 11"/>
                  <a:gd name="T1" fmla="*/ 38 h 7"/>
                  <a:gd name="T2" fmla="*/ 42 w 11"/>
                  <a:gd name="T3" fmla="*/ 22 h 7"/>
                  <a:gd name="T4" fmla="*/ 12 w 11"/>
                  <a:gd name="T5" fmla="*/ 141 h 7"/>
                  <a:gd name="T6" fmla="*/ 150 w 11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1" y="2"/>
                    </a:moveTo>
                    <a:cubicBezTo>
                      <a:pt x="9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2"/>
                      <a:pt x="6" y="3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738">
                <a:extLst>
                  <a:ext uri="{FF2B5EF4-FFF2-40B4-BE49-F238E27FC236}">
                    <a16:creationId xmlns:a16="http://schemas.microsoft.com/office/drawing/2014/main" id="{BA418AE5-2BFE-47FC-9D40-DFCB3D250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586"/>
                <a:ext cx="27" cy="19"/>
              </a:xfrm>
              <a:custGeom>
                <a:avLst/>
                <a:gdLst>
                  <a:gd name="T0" fmla="*/ 162 w 11"/>
                  <a:gd name="T1" fmla="*/ 38 h 7"/>
                  <a:gd name="T2" fmla="*/ 61 w 11"/>
                  <a:gd name="T3" fmla="*/ 22 h 7"/>
                  <a:gd name="T4" fmla="*/ 0 w 11"/>
                  <a:gd name="T5" fmla="*/ 141 h 7"/>
                  <a:gd name="T6" fmla="*/ 120 w 11"/>
                  <a:gd name="T7" fmla="*/ 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1" y="2"/>
                    </a:moveTo>
                    <a:cubicBezTo>
                      <a:pt x="9" y="2"/>
                      <a:pt x="6" y="0"/>
                      <a:pt x="4" y="1"/>
                    </a:cubicBezTo>
                    <a:cubicBezTo>
                      <a:pt x="2" y="1"/>
                      <a:pt x="1" y="5"/>
                      <a:pt x="0" y="7"/>
                    </a:cubicBezTo>
                    <a:cubicBezTo>
                      <a:pt x="3" y="5"/>
                      <a:pt x="3" y="3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739">
                <a:extLst>
                  <a:ext uri="{FF2B5EF4-FFF2-40B4-BE49-F238E27FC236}">
                    <a16:creationId xmlns:a16="http://schemas.microsoft.com/office/drawing/2014/main" id="{4B438751-E81D-4130-A0BA-405E24C51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549"/>
                <a:ext cx="38" cy="18"/>
              </a:xfrm>
              <a:custGeom>
                <a:avLst/>
                <a:gdLst>
                  <a:gd name="T0" fmla="*/ 20 w 15"/>
                  <a:gd name="T1" fmla="*/ 118 h 7"/>
                  <a:gd name="T2" fmla="*/ 84 w 15"/>
                  <a:gd name="T3" fmla="*/ 21 h 7"/>
                  <a:gd name="T4" fmla="*/ 243 w 15"/>
                  <a:gd name="T5" fmla="*/ 67 h 7"/>
                  <a:gd name="T6" fmla="*/ 20 w 15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" y="7"/>
                    </a:moveTo>
                    <a:cubicBezTo>
                      <a:pt x="2" y="4"/>
                      <a:pt x="3" y="1"/>
                      <a:pt x="5" y="1"/>
                    </a:cubicBezTo>
                    <a:cubicBezTo>
                      <a:pt x="7" y="0"/>
                      <a:pt x="13" y="1"/>
                      <a:pt x="15" y="4"/>
                    </a:cubicBezTo>
                    <a:cubicBezTo>
                      <a:pt x="11" y="2"/>
                      <a:pt x="0" y="0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740">
                <a:extLst>
                  <a:ext uri="{FF2B5EF4-FFF2-40B4-BE49-F238E27FC236}">
                    <a16:creationId xmlns:a16="http://schemas.microsoft.com/office/drawing/2014/main" id="{38147651-83F3-47E3-813A-FCE9FE774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506"/>
                <a:ext cx="40" cy="24"/>
              </a:xfrm>
              <a:custGeom>
                <a:avLst/>
                <a:gdLst>
                  <a:gd name="T0" fmla="*/ 20 w 16"/>
                  <a:gd name="T1" fmla="*/ 171 h 9"/>
                  <a:gd name="T2" fmla="*/ 250 w 16"/>
                  <a:gd name="T3" fmla="*/ 93 h 9"/>
                  <a:gd name="T4" fmla="*/ 33 w 1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1" y="9"/>
                    </a:moveTo>
                    <a:cubicBezTo>
                      <a:pt x="0" y="0"/>
                      <a:pt x="11" y="2"/>
                      <a:pt x="16" y="5"/>
                    </a:cubicBezTo>
                    <a:cubicBezTo>
                      <a:pt x="12" y="5"/>
                      <a:pt x="2" y="3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741">
                <a:extLst>
                  <a:ext uri="{FF2B5EF4-FFF2-40B4-BE49-F238E27FC236}">
                    <a16:creationId xmlns:a16="http://schemas.microsoft.com/office/drawing/2014/main" id="{F04DD485-F0B0-4F97-8862-DFCC5C724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466"/>
                <a:ext cx="42" cy="29"/>
              </a:xfrm>
              <a:custGeom>
                <a:avLst/>
                <a:gdLst>
                  <a:gd name="T0" fmla="*/ 257 w 17"/>
                  <a:gd name="T1" fmla="*/ 90 h 11"/>
                  <a:gd name="T2" fmla="*/ 30 w 17"/>
                  <a:gd name="T3" fmla="*/ 200 h 11"/>
                  <a:gd name="T4" fmla="*/ 212 w 17"/>
                  <a:gd name="T5" fmla="*/ 9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17" y="5"/>
                    </a:moveTo>
                    <a:cubicBezTo>
                      <a:pt x="11" y="2"/>
                      <a:pt x="0" y="0"/>
                      <a:pt x="2" y="11"/>
                    </a:cubicBezTo>
                    <a:cubicBezTo>
                      <a:pt x="3" y="6"/>
                      <a:pt x="10" y="4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742">
                <a:extLst>
                  <a:ext uri="{FF2B5EF4-FFF2-40B4-BE49-F238E27FC236}">
                    <a16:creationId xmlns:a16="http://schemas.microsoft.com/office/drawing/2014/main" id="{95AECFC5-28B8-439D-9EDA-1C803BF5A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421"/>
                <a:ext cx="30" cy="29"/>
              </a:xfrm>
              <a:custGeom>
                <a:avLst/>
                <a:gdLst>
                  <a:gd name="T0" fmla="*/ 188 w 12"/>
                  <a:gd name="T1" fmla="*/ 55 h 11"/>
                  <a:gd name="T2" fmla="*/ 50 w 12"/>
                  <a:gd name="T3" fmla="*/ 21 h 11"/>
                  <a:gd name="T4" fmla="*/ 20 w 12"/>
                  <a:gd name="T5" fmla="*/ 200 h 11"/>
                  <a:gd name="T6" fmla="*/ 175 w 12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3"/>
                    </a:moveTo>
                    <a:cubicBezTo>
                      <a:pt x="10" y="2"/>
                      <a:pt x="6" y="0"/>
                      <a:pt x="3" y="1"/>
                    </a:cubicBezTo>
                    <a:cubicBezTo>
                      <a:pt x="0" y="2"/>
                      <a:pt x="0" y="8"/>
                      <a:pt x="1" y="11"/>
                    </a:cubicBezTo>
                    <a:cubicBezTo>
                      <a:pt x="3" y="6"/>
                      <a:pt x="4" y="2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743">
                <a:extLst>
                  <a:ext uri="{FF2B5EF4-FFF2-40B4-BE49-F238E27FC236}">
                    <a16:creationId xmlns:a16="http://schemas.microsoft.com/office/drawing/2014/main" id="{C802C40F-E865-4AD7-81E0-55752ACF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685"/>
                <a:ext cx="28" cy="26"/>
              </a:xfrm>
              <a:custGeom>
                <a:avLst/>
                <a:gdLst>
                  <a:gd name="T0" fmla="*/ 181 w 11"/>
                  <a:gd name="T1" fmla="*/ 34 h 10"/>
                  <a:gd name="T2" fmla="*/ 64 w 11"/>
                  <a:gd name="T3" fmla="*/ 21 h 10"/>
                  <a:gd name="T4" fmla="*/ 0 w 11"/>
                  <a:gd name="T5" fmla="*/ 177 h 10"/>
                  <a:gd name="T6" fmla="*/ 163 w 11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2"/>
                    </a:moveTo>
                    <a:cubicBezTo>
                      <a:pt x="9" y="2"/>
                      <a:pt x="6" y="0"/>
                      <a:pt x="4" y="1"/>
                    </a:cubicBezTo>
                    <a:cubicBezTo>
                      <a:pt x="1" y="3"/>
                      <a:pt x="3" y="8"/>
                      <a:pt x="0" y="10"/>
                    </a:cubicBezTo>
                    <a:cubicBezTo>
                      <a:pt x="3" y="8"/>
                      <a:pt x="6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744">
                <a:extLst>
                  <a:ext uri="{FF2B5EF4-FFF2-40B4-BE49-F238E27FC236}">
                    <a16:creationId xmlns:a16="http://schemas.microsoft.com/office/drawing/2014/main" id="{D931BA4B-0C5B-4036-9384-7F5ADFAF8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717"/>
                <a:ext cx="22" cy="13"/>
              </a:xfrm>
              <a:custGeom>
                <a:avLst/>
                <a:gdLst>
                  <a:gd name="T0" fmla="*/ 132 w 9"/>
                  <a:gd name="T1" fmla="*/ 34 h 5"/>
                  <a:gd name="T2" fmla="*/ 42 w 9"/>
                  <a:gd name="T3" fmla="*/ 0 h 5"/>
                  <a:gd name="T4" fmla="*/ 0 w 9"/>
                  <a:gd name="T5" fmla="*/ 88 h 5"/>
                  <a:gd name="T6" fmla="*/ 120 w 9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9" y="2"/>
                    </a:moveTo>
                    <a:cubicBezTo>
                      <a:pt x="7" y="2"/>
                      <a:pt x="4" y="1"/>
                      <a:pt x="3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4" y="3"/>
                      <a:pt x="4" y="2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745">
                <a:extLst>
                  <a:ext uri="{FF2B5EF4-FFF2-40B4-BE49-F238E27FC236}">
                    <a16:creationId xmlns:a16="http://schemas.microsoft.com/office/drawing/2014/main" id="{48A2ECB4-106F-4D3A-9F8E-21F6B14AC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711"/>
                <a:ext cx="18" cy="16"/>
              </a:xfrm>
              <a:custGeom>
                <a:avLst/>
                <a:gdLst>
                  <a:gd name="T0" fmla="*/ 100 w 7"/>
                  <a:gd name="T1" fmla="*/ 0 h 6"/>
                  <a:gd name="T2" fmla="*/ 33 w 7"/>
                  <a:gd name="T3" fmla="*/ 0 h 6"/>
                  <a:gd name="T4" fmla="*/ 0 w 7"/>
                  <a:gd name="T5" fmla="*/ 115 h 6"/>
                  <a:gd name="T6" fmla="*/ 118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5" y="0"/>
                      <a:pt x="4" y="0"/>
                      <a:pt x="2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2" y="4"/>
                      <a:pt x="4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746">
                <a:extLst>
                  <a:ext uri="{FF2B5EF4-FFF2-40B4-BE49-F238E27FC236}">
                    <a16:creationId xmlns:a16="http://schemas.microsoft.com/office/drawing/2014/main" id="{76B77778-5DC7-4D04-8B3A-7E21AF99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725"/>
                <a:ext cx="25" cy="16"/>
              </a:xfrm>
              <a:custGeom>
                <a:avLst/>
                <a:gdLst>
                  <a:gd name="T0" fmla="*/ 158 w 10"/>
                  <a:gd name="T1" fmla="*/ 56 h 6"/>
                  <a:gd name="T2" fmla="*/ 0 w 10"/>
                  <a:gd name="T3" fmla="*/ 115 h 6"/>
                  <a:gd name="T4" fmla="*/ 125 w 10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3"/>
                    </a:moveTo>
                    <a:cubicBezTo>
                      <a:pt x="6" y="3"/>
                      <a:pt x="1" y="0"/>
                      <a:pt x="0" y="6"/>
                    </a:cubicBezTo>
                    <a:cubicBezTo>
                      <a:pt x="3" y="4"/>
                      <a:pt x="4" y="3"/>
                      <a:pt x="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747">
                <a:extLst>
                  <a:ext uri="{FF2B5EF4-FFF2-40B4-BE49-F238E27FC236}">
                    <a16:creationId xmlns:a16="http://schemas.microsoft.com/office/drawing/2014/main" id="{0B5FD9DD-DDF7-42F4-BE61-2C3D247E9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693"/>
                <a:ext cx="15" cy="10"/>
              </a:xfrm>
              <a:custGeom>
                <a:avLst/>
                <a:gdLst>
                  <a:gd name="T0" fmla="*/ 0 w 6"/>
                  <a:gd name="T1" fmla="*/ 50 h 4"/>
                  <a:gd name="T2" fmla="*/ 20 w 6"/>
                  <a:gd name="T3" fmla="*/ 0 h 4"/>
                  <a:gd name="T4" fmla="*/ 95 w 6"/>
                  <a:gd name="T5" fmla="*/ 50 h 4"/>
                  <a:gd name="T6" fmla="*/ 20 w 6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5" y="2"/>
                      <a:pt x="6" y="3"/>
                    </a:cubicBezTo>
                    <a:cubicBezTo>
                      <a:pt x="5" y="2"/>
                      <a:pt x="1" y="0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748">
                <a:extLst>
                  <a:ext uri="{FF2B5EF4-FFF2-40B4-BE49-F238E27FC236}">
                    <a16:creationId xmlns:a16="http://schemas.microsoft.com/office/drawing/2014/main" id="{2384AC2F-86FD-415E-A05C-54BA7ED8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666"/>
                <a:ext cx="78" cy="171"/>
              </a:xfrm>
              <a:custGeom>
                <a:avLst/>
                <a:gdLst>
                  <a:gd name="T0" fmla="*/ 476 w 31"/>
                  <a:gd name="T1" fmla="*/ 94 h 64"/>
                  <a:gd name="T2" fmla="*/ 380 w 31"/>
                  <a:gd name="T3" fmla="*/ 401 h 64"/>
                  <a:gd name="T4" fmla="*/ 304 w 31"/>
                  <a:gd name="T5" fmla="*/ 687 h 64"/>
                  <a:gd name="T6" fmla="*/ 176 w 31"/>
                  <a:gd name="T7" fmla="*/ 1221 h 64"/>
                  <a:gd name="T8" fmla="*/ 0 w 31"/>
                  <a:gd name="T9" fmla="*/ 1085 h 64"/>
                  <a:gd name="T10" fmla="*/ 146 w 31"/>
                  <a:gd name="T11" fmla="*/ 991 h 64"/>
                  <a:gd name="T12" fmla="*/ 126 w 31"/>
                  <a:gd name="T13" fmla="*/ 842 h 64"/>
                  <a:gd name="T14" fmla="*/ 242 w 31"/>
                  <a:gd name="T15" fmla="*/ 743 h 64"/>
                  <a:gd name="T16" fmla="*/ 242 w 31"/>
                  <a:gd name="T17" fmla="*/ 615 h 64"/>
                  <a:gd name="T18" fmla="*/ 304 w 31"/>
                  <a:gd name="T19" fmla="*/ 363 h 64"/>
                  <a:gd name="T20" fmla="*/ 400 w 31"/>
                  <a:gd name="T21" fmla="*/ 136 h 64"/>
                  <a:gd name="T22" fmla="*/ 493 w 31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64">
                    <a:moveTo>
                      <a:pt x="30" y="5"/>
                    </a:moveTo>
                    <a:cubicBezTo>
                      <a:pt x="29" y="10"/>
                      <a:pt x="26" y="16"/>
                      <a:pt x="24" y="21"/>
                    </a:cubicBezTo>
                    <a:cubicBezTo>
                      <a:pt x="22" y="26"/>
                      <a:pt x="21" y="31"/>
                      <a:pt x="19" y="36"/>
                    </a:cubicBezTo>
                    <a:cubicBezTo>
                      <a:pt x="16" y="45"/>
                      <a:pt x="12" y="54"/>
                      <a:pt x="11" y="64"/>
                    </a:cubicBezTo>
                    <a:cubicBezTo>
                      <a:pt x="9" y="60"/>
                      <a:pt x="3" y="58"/>
                      <a:pt x="0" y="57"/>
                    </a:cubicBezTo>
                    <a:cubicBezTo>
                      <a:pt x="4" y="57"/>
                      <a:pt x="7" y="56"/>
                      <a:pt x="9" y="52"/>
                    </a:cubicBezTo>
                    <a:cubicBezTo>
                      <a:pt x="12" y="49"/>
                      <a:pt x="11" y="47"/>
                      <a:pt x="8" y="44"/>
                    </a:cubicBezTo>
                    <a:cubicBezTo>
                      <a:pt x="11" y="42"/>
                      <a:pt x="13" y="43"/>
                      <a:pt x="15" y="39"/>
                    </a:cubicBezTo>
                    <a:cubicBezTo>
                      <a:pt x="16" y="37"/>
                      <a:pt x="18" y="34"/>
                      <a:pt x="15" y="32"/>
                    </a:cubicBezTo>
                    <a:cubicBezTo>
                      <a:pt x="19" y="30"/>
                      <a:pt x="23" y="23"/>
                      <a:pt x="19" y="19"/>
                    </a:cubicBezTo>
                    <a:cubicBezTo>
                      <a:pt x="24" y="17"/>
                      <a:pt x="27" y="12"/>
                      <a:pt x="25" y="7"/>
                    </a:cubicBezTo>
                    <a:cubicBezTo>
                      <a:pt x="28" y="6"/>
                      <a:pt x="29" y="3"/>
                      <a:pt x="31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749">
                <a:extLst>
                  <a:ext uri="{FF2B5EF4-FFF2-40B4-BE49-F238E27FC236}">
                    <a16:creationId xmlns:a16="http://schemas.microsoft.com/office/drawing/2014/main" id="{53C45483-23D2-4580-91C3-B338AFDE7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15"/>
                <a:ext cx="97" cy="254"/>
              </a:xfrm>
              <a:custGeom>
                <a:avLst/>
                <a:gdLst>
                  <a:gd name="T0" fmla="*/ 465 w 39"/>
                  <a:gd name="T1" fmla="*/ 56 h 95"/>
                  <a:gd name="T2" fmla="*/ 371 w 39"/>
                  <a:gd name="T3" fmla="*/ 380 h 95"/>
                  <a:gd name="T4" fmla="*/ 383 w 39"/>
                  <a:gd name="T5" fmla="*/ 628 h 95"/>
                  <a:gd name="T6" fmla="*/ 167 w 39"/>
                  <a:gd name="T7" fmla="*/ 687 h 95"/>
                  <a:gd name="T8" fmla="*/ 341 w 39"/>
                  <a:gd name="T9" fmla="*/ 901 h 95"/>
                  <a:gd name="T10" fmla="*/ 92 w 39"/>
                  <a:gd name="T11" fmla="*/ 1051 h 95"/>
                  <a:gd name="T12" fmla="*/ 246 w 39"/>
                  <a:gd name="T13" fmla="*/ 1107 h 95"/>
                  <a:gd name="T14" fmla="*/ 246 w 39"/>
                  <a:gd name="T15" fmla="*/ 1281 h 95"/>
                  <a:gd name="T16" fmla="*/ 0 w 39"/>
                  <a:gd name="T17" fmla="*/ 1393 h 95"/>
                  <a:gd name="T18" fmla="*/ 167 w 39"/>
                  <a:gd name="T19" fmla="*/ 1551 h 95"/>
                  <a:gd name="T20" fmla="*/ 30 w 39"/>
                  <a:gd name="T21" fmla="*/ 1759 h 95"/>
                  <a:gd name="T22" fmla="*/ 167 w 39"/>
                  <a:gd name="T23" fmla="*/ 1794 h 95"/>
                  <a:gd name="T24" fmla="*/ 246 w 39"/>
                  <a:gd name="T25" fmla="*/ 1666 h 95"/>
                  <a:gd name="T26" fmla="*/ 383 w 39"/>
                  <a:gd name="T27" fmla="*/ 995 h 95"/>
                  <a:gd name="T28" fmla="*/ 507 w 39"/>
                  <a:gd name="T29" fmla="*/ 479 h 95"/>
                  <a:gd name="T30" fmla="*/ 537 w 39"/>
                  <a:gd name="T31" fmla="*/ 230 h 95"/>
                  <a:gd name="T32" fmla="*/ 599 w 39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95">
                    <a:moveTo>
                      <a:pt x="30" y="3"/>
                    </a:moveTo>
                    <a:cubicBezTo>
                      <a:pt x="33" y="9"/>
                      <a:pt x="33" y="19"/>
                      <a:pt x="24" y="20"/>
                    </a:cubicBezTo>
                    <a:cubicBezTo>
                      <a:pt x="29" y="23"/>
                      <a:pt x="28" y="30"/>
                      <a:pt x="25" y="33"/>
                    </a:cubicBezTo>
                    <a:cubicBezTo>
                      <a:pt x="22" y="36"/>
                      <a:pt x="16" y="36"/>
                      <a:pt x="11" y="36"/>
                    </a:cubicBezTo>
                    <a:cubicBezTo>
                      <a:pt x="17" y="35"/>
                      <a:pt x="24" y="41"/>
                      <a:pt x="22" y="47"/>
                    </a:cubicBezTo>
                    <a:cubicBezTo>
                      <a:pt x="20" y="53"/>
                      <a:pt x="11" y="54"/>
                      <a:pt x="6" y="55"/>
                    </a:cubicBezTo>
                    <a:cubicBezTo>
                      <a:pt x="9" y="54"/>
                      <a:pt x="14" y="55"/>
                      <a:pt x="16" y="58"/>
                    </a:cubicBezTo>
                    <a:cubicBezTo>
                      <a:pt x="19" y="60"/>
                      <a:pt x="18" y="64"/>
                      <a:pt x="16" y="67"/>
                    </a:cubicBezTo>
                    <a:cubicBezTo>
                      <a:pt x="13" y="73"/>
                      <a:pt x="6" y="71"/>
                      <a:pt x="0" y="73"/>
                    </a:cubicBezTo>
                    <a:cubicBezTo>
                      <a:pt x="4" y="73"/>
                      <a:pt x="12" y="76"/>
                      <a:pt x="11" y="81"/>
                    </a:cubicBezTo>
                    <a:cubicBezTo>
                      <a:pt x="11" y="85"/>
                      <a:pt x="5" y="91"/>
                      <a:pt x="2" y="92"/>
                    </a:cubicBezTo>
                    <a:cubicBezTo>
                      <a:pt x="5" y="90"/>
                      <a:pt x="8" y="95"/>
                      <a:pt x="11" y="94"/>
                    </a:cubicBezTo>
                    <a:cubicBezTo>
                      <a:pt x="14" y="94"/>
                      <a:pt x="15" y="89"/>
                      <a:pt x="16" y="87"/>
                    </a:cubicBezTo>
                    <a:cubicBezTo>
                      <a:pt x="19" y="75"/>
                      <a:pt x="20" y="63"/>
                      <a:pt x="25" y="52"/>
                    </a:cubicBezTo>
                    <a:cubicBezTo>
                      <a:pt x="29" y="43"/>
                      <a:pt x="32" y="34"/>
                      <a:pt x="33" y="25"/>
                    </a:cubicBezTo>
                    <a:cubicBezTo>
                      <a:pt x="34" y="20"/>
                      <a:pt x="34" y="16"/>
                      <a:pt x="35" y="12"/>
                    </a:cubicBezTo>
                    <a:cubicBezTo>
                      <a:pt x="36" y="8"/>
                      <a:pt x="39" y="5"/>
                      <a:pt x="39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750">
                <a:extLst>
                  <a:ext uri="{FF2B5EF4-FFF2-40B4-BE49-F238E27FC236}">
                    <a16:creationId xmlns:a16="http://schemas.microsoft.com/office/drawing/2014/main" id="{1819D4E0-A840-47B4-8827-770E65545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047"/>
                <a:ext cx="108" cy="259"/>
              </a:xfrm>
              <a:custGeom>
                <a:avLst/>
                <a:gdLst>
                  <a:gd name="T0" fmla="*/ 568 w 43"/>
                  <a:gd name="T1" fmla="*/ 93 h 97"/>
                  <a:gd name="T2" fmla="*/ 522 w 43"/>
                  <a:gd name="T3" fmla="*/ 320 h 97"/>
                  <a:gd name="T4" fmla="*/ 304 w 43"/>
                  <a:gd name="T5" fmla="*/ 422 h 97"/>
                  <a:gd name="T6" fmla="*/ 460 w 43"/>
                  <a:gd name="T7" fmla="*/ 606 h 97"/>
                  <a:gd name="T8" fmla="*/ 239 w 43"/>
                  <a:gd name="T9" fmla="*/ 777 h 97"/>
                  <a:gd name="T10" fmla="*/ 397 w 43"/>
                  <a:gd name="T11" fmla="*/ 956 h 97"/>
                  <a:gd name="T12" fmla="*/ 188 w 43"/>
                  <a:gd name="T13" fmla="*/ 1084 h 97"/>
                  <a:gd name="T14" fmla="*/ 304 w 43"/>
                  <a:gd name="T15" fmla="*/ 1354 h 97"/>
                  <a:gd name="T16" fmla="*/ 146 w 43"/>
                  <a:gd name="T17" fmla="*/ 1412 h 97"/>
                  <a:gd name="T18" fmla="*/ 158 w 43"/>
                  <a:gd name="T19" fmla="*/ 1618 h 97"/>
                  <a:gd name="T20" fmla="*/ 0 w 43"/>
                  <a:gd name="T21" fmla="*/ 1674 h 97"/>
                  <a:gd name="T22" fmla="*/ 208 w 43"/>
                  <a:gd name="T23" fmla="*/ 1848 h 97"/>
                  <a:gd name="T24" fmla="*/ 347 w 43"/>
                  <a:gd name="T25" fmla="*/ 1391 h 97"/>
                  <a:gd name="T26" fmla="*/ 442 w 43"/>
                  <a:gd name="T27" fmla="*/ 956 h 97"/>
                  <a:gd name="T28" fmla="*/ 568 w 43"/>
                  <a:gd name="T29" fmla="*/ 513 h 97"/>
                  <a:gd name="T30" fmla="*/ 630 w 43"/>
                  <a:gd name="T31" fmla="*/ 248 h 97"/>
                  <a:gd name="T32" fmla="*/ 663 w 43"/>
                  <a:gd name="T33" fmla="*/ 0 h 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" h="97">
                    <a:moveTo>
                      <a:pt x="36" y="5"/>
                    </a:moveTo>
                    <a:cubicBezTo>
                      <a:pt x="38" y="8"/>
                      <a:pt x="36" y="14"/>
                      <a:pt x="33" y="17"/>
                    </a:cubicBezTo>
                    <a:cubicBezTo>
                      <a:pt x="29" y="21"/>
                      <a:pt x="25" y="22"/>
                      <a:pt x="19" y="22"/>
                    </a:cubicBezTo>
                    <a:cubicBezTo>
                      <a:pt x="25" y="22"/>
                      <a:pt x="29" y="26"/>
                      <a:pt x="29" y="32"/>
                    </a:cubicBezTo>
                    <a:cubicBezTo>
                      <a:pt x="28" y="39"/>
                      <a:pt x="21" y="41"/>
                      <a:pt x="15" y="41"/>
                    </a:cubicBezTo>
                    <a:cubicBezTo>
                      <a:pt x="21" y="39"/>
                      <a:pt x="26" y="45"/>
                      <a:pt x="25" y="50"/>
                    </a:cubicBezTo>
                    <a:cubicBezTo>
                      <a:pt x="23" y="57"/>
                      <a:pt x="17" y="59"/>
                      <a:pt x="12" y="57"/>
                    </a:cubicBezTo>
                    <a:cubicBezTo>
                      <a:pt x="18" y="58"/>
                      <a:pt x="23" y="65"/>
                      <a:pt x="19" y="71"/>
                    </a:cubicBezTo>
                    <a:cubicBezTo>
                      <a:pt x="17" y="75"/>
                      <a:pt x="13" y="75"/>
                      <a:pt x="9" y="74"/>
                    </a:cubicBezTo>
                    <a:cubicBezTo>
                      <a:pt x="13" y="76"/>
                      <a:pt x="12" y="82"/>
                      <a:pt x="10" y="85"/>
                    </a:cubicBezTo>
                    <a:cubicBezTo>
                      <a:pt x="7" y="88"/>
                      <a:pt x="4" y="89"/>
                      <a:pt x="0" y="88"/>
                    </a:cubicBezTo>
                    <a:cubicBezTo>
                      <a:pt x="5" y="90"/>
                      <a:pt x="10" y="93"/>
                      <a:pt x="13" y="97"/>
                    </a:cubicBezTo>
                    <a:cubicBezTo>
                      <a:pt x="15" y="88"/>
                      <a:pt x="19" y="81"/>
                      <a:pt x="22" y="73"/>
                    </a:cubicBezTo>
                    <a:cubicBezTo>
                      <a:pt x="25" y="65"/>
                      <a:pt x="26" y="57"/>
                      <a:pt x="28" y="50"/>
                    </a:cubicBezTo>
                    <a:cubicBezTo>
                      <a:pt x="31" y="42"/>
                      <a:pt x="33" y="34"/>
                      <a:pt x="36" y="27"/>
                    </a:cubicBezTo>
                    <a:cubicBezTo>
                      <a:pt x="37" y="22"/>
                      <a:pt x="38" y="17"/>
                      <a:pt x="40" y="13"/>
                    </a:cubicBezTo>
                    <a:cubicBezTo>
                      <a:pt x="41" y="9"/>
                      <a:pt x="43" y="4"/>
                      <a:pt x="42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751">
                <a:extLst>
                  <a:ext uri="{FF2B5EF4-FFF2-40B4-BE49-F238E27FC236}">
                    <a16:creationId xmlns:a16="http://schemas.microsoft.com/office/drawing/2014/main" id="{2554A2FB-DADF-4AC2-B9F5-D39F9E0A1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271"/>
                <a:ext cx="132" cy="355"/>
              </a:xfrm>
              <a:custGeom>
                <a:avLst/>
                <a:gdLst>
                  <a:gd name="T0" fmla="*/ 695 w 53"/>
                  <a:gd name="T1" fmla="*/ 171 h 133"/>
                  <a:gd name="T2" fmla="*/ 620 w 53"/>
                  <a:gd name="T3" fmla="*/ 363 h 133"/>
                  <a:gd name="T4" fmla="*/ 416 w 53"/>
                  <a:gd name="T5" fmla="*/ 435 h 133"/>
                  <a:gd name="T6" fmla="*/ 570 w 53"/>
                  <a:gd name="T7" fmla="*/ 627 h 133"/>
                  <a:gd name="T8" fmla="*/ 324 w 53"/>
                  <a:gd name="T9" fmla="*/ 819 h 133"/>
                  <a:gd name="T10" fmla="*/ 466 w 53"/>
                  <a:gd name="T11" fmla="*/ 990 h 133"/>
                  <a:gd name="T12" fmla="*/ 279 w 53"/>
                  <a:gd name="T13" fmla="*/ 1174 h 133"/>
                  <a:gd name="T14" fmla="*/ 371 w 53"/>
                  <a:gd name="T15" fmla="*/ 1353 h 133"/>
                  <a:gd name="T16" fmla="*/ 217 w 53"/>
                  <a:gd name="T17" fmla="*/ 1481 h 133"/>
                  <a:gd name="T18" fmla="*/ 249 w 53"/>
                  <a:gd name="T19" fmla="*/ 1674 h 133"/>
                  <a:gd name="T20" fmla="*/ 105 w 53"/>
                  <a:gd name="T21" fmla="*/ 1823 h 133"/>
                  <a:gd name="T22" fmla="*/ 167 w 53"/>
                  <a:gd name="T23" fmla="*/ 1994 h 133"/>
                  <a:gd name="T24" fmla="*/ 62 w 53"/>
                  <a:gd name="T25" fmla="*/ 2109 h 133"/>
                  <a:gd name="T26" fmla="*/ 0 w 53"/>
                  <a:gd name="T27" fmla="*/ 2151 h 133"/>
                  <a:gd name="T28" fmla="*/ 137 w 53"/>
                  <a:gd name="T29" fmla="*/ 2322 h 133"/>
                  <a:gd name="T30" fmla="*/ 12 w 53"/>
                  <a:gd name="T31" fmla="*/ 2509 h 133"/>
                  <a:gd name="T32" fmla="*/ 154 w 53"/>
                  <a:gd name="T33" fmla="*/ 2493 h 133"/>
                  <a:gd name="T34" fmla="*/ 167 w 53"/>
                  <a:gd name="T35" fmla="*/ 2336 h 133"/>
                  <a:gd name="T36" fmla="*/ 217 w 53"/>
                  <a:gd name="T37" fmla="*/ 2165 h 133"/>
                  <a:gd name="T38" fmla="*/ 324 w 53"/>
                  <a:gd name="T39" fmla="*/ 1823 h 133"/>
                  <a:gd name="T40" fmla="*/ 446 w 53"/>
                  <a:gd name="T41" fmla="*/ 1388 h 133"/>
                  <a:gd name="T42" fmla="*/ 528 w 53"/>
                  <a:gd name="T43" fmla="*/ 1046 h 133"/>
                  <a:gd name="T44" fmla="*/ 653 w 53"/>
                  <a:gd name="T45" fmla="*/ 683 h 133"/>
                  <a:gd name="T46" fmla="*/ 725 w 53"/>
                  <a:gd name="T47" fmla="*/ 398 h 133"/>
                  <a:gd name="T48" fmla="*/ 819 w 53"/>
                  <a:gd name="T49" fmla="*/ 0 h 13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133">
                    <a:moveTo>
                      <a:pt x="45" y="9"/>
                    </a:moveTo>
                    <a:cubicBezTo>
                      <a:pt x="45" y="13"/>
                      <a:pt x="42" y="17"/>
                      <a:pt x="40" y="19"/>
                    </a:cubicBezTo>
                    <a:cubicBezTo>
                      <a:pt x="36" y="23"/>
                      <a:pt x="32" y="23"/>
                      <a:pt x="27" y="23"/>
                    </a:cubicBezTo>
                    <a:cubicBezTo>
                      <a:pt x="32" y="24"/>
                      <a:pt x="37" y="27"/>
                      <a:pt x="37" y="33"/>
                    </a:cubicBezTo>
                    <a:cubicBezTo>
                      <a:pt x="36" y="40"/>
                      <a:pt x="27" y="43"/>
                      <a:pt x="21" y="43"/>
                    </a:cubicBezTo>
                    <a:cubicBezTo>
                      <a:pt x="26" y="44"/>
                      <a:pt x="30" y="46"/>
                      <a:pt x="30" y="52"/>
                    </a:cubicBezTo>
                    <a:cubicBezTo>
                      <a:pt x="29" y="58"/>
                      <a:pt x="23" y="62"/>
                      <a:pt x="18" y="62"/>
                    </a:cubicBezTo>
                    <a:cubicBezTo>
                      <a:pt x="23" y="61"/>
                      <a:pt x="25" y="67"/>
                      <a:pt x="24" y="71"/>
                    </a:cubicBezTo>
                    <a:cubicBezTo>
                      <a:pt x="23" y="75"/>
                      <a:pt x="18" y="78"/>
                      <a:pt x="14" y="78"/>
                    </a:cubicBezTo>
                    <a:cubicBezTo>
                      <a:pt x="18" y="79"/>
                      <a:pt x="18" y="85"/>
                      <a:pt x="16" y="88"/>
                    </a:cubicBezTo>
                    <a:cubicBezTo>
                      <a:pt x="14" y="92"/>
                      <a:pt x="11" y="94"/>
                      <a:pt x="7" y="96"/>
                    </a:cubicBezTo>
                    <a:cubicBezTo>
                      <a:pt x="12" y="95"/>
                      <a:pt x="13" y="101"/>
                      <a:pt x="11" y="105"/>
                    </a:cubicBezTo>
                    <a:cubicBezTo>
                      <a:pt x="9" y="107"/>
                      <a:pt x="7" y="109"/>
                      <a:pt x="4" y="111"/>
                    </a:cubicBezTo>
                    <a:cubicBezTo>
                      <a:pt x="3" y="111"/>
                      <a:pt x="1" y="111"/>
                      <a:pt x="0" y="113"/>
                    </a:cubicBezTo>
                    <a:cubicBezTo>
                      <a:pt x="4" y="113"/>
                      <a:pt x="10" y="118"/>
                      <a:pt x="9" y="122"/>
                    </a:cubicBezTo>
                    <a:cubicBezTo>
                      <a:pt x="8" y="126"/>
                      <a:pt x="4" y="130"/>
                      <a:pt x="1" y="132"/>
                    </a:cubicBezTo>
                    <a:cubicBezTo>
                      <a:pt x="3" y="132"/>
                      <a:pt x="8" y="133"/>
                      <a:pt x="10" y="131"/>
                    </a:cubicBezTo>
                    <a:cubicBezTo>
                      <a:pt x="11" y="131"/>
                      <a:pt x="11" y="125"/>
                      <a:pt x="11" y="123"/>
                    </a:cubicBezTo>
                    <a:cubicBezTo>
                      <a:pt x="12" y="120"/>
                      <a:pt x="13" y="117"/>
                      <a:pt x="14" y="114"/>
                    </a:cubicBezTo>
                    <a:cubicBezTo>
                      <a:pt x="16" y="108"/>
                      <a:pt x="19" y="102"/>
                      <a:pt x="21" y="96"/>
                    </a:cubicBezTo>
                    <a:cubicBezTo>
                      <a:pt x="23" y="88"/>
                      <a:pt x="26" y="81"/>
                      <a:pt x="29" y="73"/>
                    </a:cubicBezTo>
                    <a:cubicBezTo>
                      <a:pt x="30" y="67"/>
                      <a:pt x="32" y="62"/>
                      <a:pt x="34" y="55"/>
                    </a:cubicBezTo>
                    <a:cubicBezTo>
                      <a:pt x="36" y="49"/>
                      <a:pt x="40" y="43"/>
                      <a:pt x="42" y="36"/>
                    </a:cubicBezTo>
                    <a:cubicBezTo>
                      <a:pt x="44" y="31"/>
                      <a:pt x="46" y="26"/>
                      <a:pt x="47" y="21"/>
                    </a:cubicBezTo>
                    <a:cubicBezTo>
                      <a:pt x="48" y="14"/>
                      <a:pt x="52" y="7"/>
                      <a:pt x="53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752">
                <a:extLst>
                  <a:ext uri="{FF2B5EF4-FFF2-40B4-BE49-F238E27FC236}">
                    <a16:creationId xmlns:a16="http://schemas.microsoft.com/office/drawing/2014/main" id="{0B718FBE-DE4E-4672-B049-0DB5EB1C1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607"/>
                <a:ext cx="45" cy="144"/>
              </a:xfrm>
              <a:custGeom>
                <a:avLst/>
                <a:gdLst>
                  <a:gd name="T0" fmla="*/ 175 w 18"/>
                  <a:gd name="T1" fmla="*/ 136 h 54"/>
                  <a:gd name="T2" fmla="*/ 63 w 18"/>
                  <a:gd name="T3" fmla="*/ 397 h 54"/>
                  <a:gd name="T4" fmla="*/ 175 w 18"/>
                  <a:gd name="T5" fmla="*/ 477 h 54"/>
                  <a:gd name="T6" fmla="*/ 0 w 18"/>
                  <a:gd name="T7" fmla="*/ 683 h 54"/>
                  <a:gd name="T8" fmla="*/ 113 w 18"/>
                  <a:gd name="T9" fmla="*/ 776 h 54"/>
                  <a:gd name="T10" fmla="*/ 20 w 18"/>
                  <a:gd name="T11" fmla="*/ 909 h 54"/>
                  <a:gd name="T12" fmla="*/ 0 w 18"/>
                  <a:gd name="T13" fmla="*/ 1003 h 54"/>
                  <a:gd name="T14" fmla="*/ 113 w 18"/>
                  <a:gd name="T15" fmla="*/ 1024 h 54"/>
                  <a:gd name="T16" fmla="*/ 175 w 18"/>
                  <a:gd name="T17" fmla="*/ 547 h 54"/>
                  <a:gd name="T18" fmla="*/ 220 w 18"/>
                  <a:gd name="T19" fmla="*/ 264 h 54"/>
                  <a:gd name="T20" fmla="*/ 283 w 18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4">
                    <a:moveTo>
                      <a:pt x="11" y="7"/>
                    </a:moveTo>
                    <a:cubicBezTo>
                      <a:pt x="14" y="11"/>
                      <a:pt x="9" y="22"/>
                      <a:pt x="4" y="21"/>
                    </a:cubicBezTo>
                    <a:cubicBezTo>
                      <a:pt x="8" y="21"/>
                      <a:pt x="11" y="20"/>
                      <a:pt x="11" y="25"/>
                    </a:cubicBezTo>
                    <a:cubicBezTo>
                      <a:pt x="11" y="30"/>
                      <a:pt x="6" y="35"/>
                      <a:pt x="0" y="36"/>
                    </a:cubicBezTo>
                    <a:cubicBezTo>
                      <a:pt x="5" y="34"/>
                      <a:pt x="10" y="37"/>
                      <a:pt x="7" y="41"/>
                    </a:cubicBezTo>
                    <a:cubicBezTo>
                      <a:pt x="6" y="44"/>
                      <a:pt x="2" y="46"/>
                      <a:pt x="1" y="48"/>
                    </a:cubicBezTo>
                    <a:cubicBezTo>
                      <a:pt x="1" y="49"/>
                      <a:pt x="1" y="52"/>
                      <a:pt x="0" y="53"/>
                    </a:cubicBezTo>
                    <a:cubicBezTo>
                      <a:pt x="2" y="54"/>
                      <a:pt x="5" y="53"/>
                      <a:pt x="7" y="54"/>
                    </a:cubicBezTo>
                    <a:cubicBezTo>
                      <a:pt x="8" y="46"/>
                      <a:pt x="10" y="37"/>
                      <a:pt x="11" y="29"/>
                    </a:cubicBezTo>
                    <a:cubicBezTo>
                      <a:pt x="12" y="24"/>
                      <a:pt x="13" y="19"/>
                      <a:pt x="14" y="14"/>
                    </a:cubicBezTo>
                    <a:cubicBezTo>
                      <a:pt x="16" y="10"/>
                      <a:pt x="18" y="5"/>
                      <a:pt x="18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753">
                <a:extLst>
                  <a:ext uri="{FF2B5EF4-FFF2-40B4-BE49-F238E27FC236}">
                    <a16:creationId xmlns:a16="http://schemas.microsoft.com/office/drawing/2014/main" id="{CC9C65EA-8A08-403B-AA6E-788251CDC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671"/>
                <a:ext cx="92" cy="286"/>
              </a:xfrm>
              <a:custGeom>
                <a:avLst/>
                <a:gdLst>
                  <a:gd name="T0" fmla="*/ 445 w 37"/>
                  <a:gd name="T1" fmla="*/ 0 h 107"/>
                  <a:gd name="T2" fmla="*/ 475 w 37"/>
                  <a:gd name="T3" fmla="*/ 115 h 107"/>
                  <a:gd name="T4" fmla="*/ 445 w 37"/>
                  <a:gd name="T5" fmla="*/ 230 h 107"/>
                  <a:gd name="T6" fmla="*/ 321 w 37"/>
                  <a:gd name="T7" fmla="*/ 265 h 107"/>
                  <a:gd name="T8" fmla="*/ 308 w 37"/>
                  <a:gd name="T9" fmla="*/ 513 h 107"/>
                  <a:gd name="T10" fmla="*/ 370 w 37"/>
                  <a:gd name="T11" fmla="*/ 671 h 107"/>
                  <a:gd name="T12" fmla="*/ 246 w 37"/>
                  <a:gd name="T13" fmla="*/ 764 h 107"/>
                  <a:gd name="T14" fmla="*/ 199 w 37"/>
                  <a:gd name="T15" fmla="*/ 1085 h 107"/>
                  <a:gd name="T16" fmla="*/ 199 w 37"/>
                  <a:gd name="T17" fmla="*/ 1256 h 107"/>
                  <a:gd name="T18" fmla="*/ 92 w 37"/>
                  <a:gd name="T19" fmla="*/ 1336 h 107"/>
                  <a:gd name="T20" fmla="*/ 30 w 37"/>
                  <a:gd name="T21" fmla="*/ 1679 h 107"/>
                  <a:gd name="T22" fmla="*/ 0 w 37"/>
                  <a:gd name="T23" fmla="*/ 1986 h 107"/>
                  <a:gd name="T24" fmla="*/ 124 w 37"/>
                  <a:gd name="T25" fmla="*/ 2042 h 107"/>
                  <a:gd name="T26" fmla="*/ 167 w 37"/>
                  <a:gd name="T27" fmla="*/ 1850 h 107"/>
                  <a:gd name="T28" fmla="*/ 246 w 37"/>
                  <a:gd name="T29" fmla="*/ 1550 h 107"/>
                  <a:gd name="T30" fmla="*/ 341 w 37"/>
                  <a:gd name="T31" fmla="*/ 1085 h 107"/>
                  <a:gd name="T32" fmla="*/ 462 w 37"/>
                  <a:gd name="T33" fmla="*/ 535 h 107"/>
                  <a:gd name="T34" fmla="*/ 569 w 37"/>
                  <a:gd name="T35" fmla="*/ 56 h 10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" h="107">
                    <a:moveTo>
                      <a:pt x="29" y="0"/>
                    </a:moveTo>
                    <a:cubicBezTo>
                      <a:pt x="31" y="1"/>
                      <a:pt x="35" y="4"/>
                      <a:pt x="31" y="6"/>
                    </a:cubicBezTo>
                    <a:cubicBezTo>
                      <a:pt x="33" y="8"/>
                      <a:pt x="31" y="10"/>
                      <a:pt x="29" y="12"/>
                    </a:cubicBezTo>
                    <a:cubicBezTo>
                      <a:pt x="27" y="14"/>
                      <a:pt x="24" y="14"/>
                      <a:pt x="21" y="14"/>
                    </a:cubicBezTo>
                    <a:cubicBezTo>
                      <a:pt x="30" y="13"/>
                      <a:pt x="28" y="28"/>
                      <a:pt x="20" y="27"/>
                    </a:cubicBezTo>
                    <a:cubicBezTo>
                      <a:pt x="25" y="28"/>
                      <a:pt x="26" y="31"/>
                      <a:pt x="24" y="35"/>
                    </a:cubicBezTo>
                    <a:cubicBezTo>
                      <a:pt x="22" y="39"/>
                      <a:pt x="20" y="40"/>
                      <a:pt x="16" y="40"/>
                    </a:cubicBezTo>
                    <a:cubicBezTo>
                      <a:pt x="24" y="42"/>
                      <a:pt x="18" y="55"/>
                      <a:pt x="13" y="57"/>
                    </a:cubicBezTo>
                    <a:cubicBezTo>
                      <a:pt x="16" y="59"/>
                      <a:pt x="15" y="64"/>
                      <a:pt x="13" y="66"/>
                    </a:cubicBezTo>
                    <a:cubicBezTo>
                      <a:pt x="11" y="69"/>
                      <a:pt x="9" y="69"/>
                      <a:pt x="6" y="70"/>
                    </a:cubicBezTo>
                    <a:cubicBezTo>
                      <a:pt x="18" y="71"/>
                      <a:pt x="9" y="86"/>
                      <a:pt x="2" y="88"/>
                    </a:cubicBezTo>
                    <a:cubicBezTo>
                      <a:pt x="11" y="91"/>
                      <a:pt x="7" y="101"/>
                      <a:pt x="0" y="104"/>
                    </a:cubicBezTo>
                    <a:cubicBezTo>
                      <a:pt x="3" y="103"/>
                      <a:pt x="5" y="105"/>
                      <a:pt x="8" y="107"/>
                    </a:cubicBezTo>
                    <a:cubicBezTo>
                      <a:pt x="10" y="104"/>
                      <a:pt x="10" y="100"/>
                      <a:pt x="11" y="97"/>
                    </a:cubicBezTo>
                    <a:cubicBezTo>
                      <a:pt x="12" y="91"/>
                      <a:pt x="14" y="86"/>
                      <a:pt x="16" y="81"/>
                    </a:cubicBezTo>
                    <a:cubicBezTo>
                      <a:pt x="18" y="73"/>
                      <a:pt x="19" y="65"/>
                      <a:pt x="22" y="57"/>
                    </a:cubicBezTo>
                    <a:cubicBezTo>
                      <a:pt x="25" y="47"/>
                      <a:pt x="28" y="38"/>
                      <a:pt x="30" y="28"/>
                    </a:cubicBezTo>
                    <a:cubicBezTo>
                      <a:pt x="32" y="20"/>
                      <a:pt x="36" y="11"/>
                      <a:pt x="37" y="3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754">
                <a:extLst>
                  <a:ext uri="{FF2B5EF4-FFF2-40B4-BE49-F238E27FC236}">
                    <a16:creationId xmlns:a16="http://schemas.microsoft.com/office/drawing/2014/main" id="{B636E825-BA50-4B54-A437-EC4678A45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25"/>
                <a:ext cx="103" cy="277"/>
              </a:xfrm>
              <a:custGeom>
                <a:avLst/>
                <a:gdLst>
                  <a:gd name="T0" fmla="*/ 538 w 41"/>
                  <a:gd name="T1" fmla="*/ 226 h 104"/>
                  <a:gd name="T2" fmla="*/ 347 w 41"/>
                  <a:gd name="T3" fmla="*/ 431 h 104"/>
                  <a:gd name="T4" fmla="*/ 460 w 41"/>
                  <a:gd name="T5" fmla="*/ 453 h 104"/>
                  <a:gd name="T6" fmla="*/ 472 w 41"/>
                  <a:gd name="T7" fmla="*/ 602 h 104"/>
                  <a:gd name="T8" fmla="*/ 239 w 41"/>
                  <a:gd name="T9" fmla="*/ 815 h 104"/>
                  <a:gd name="T10" fmla="*/ 379 w 41"/>
                  <a:gd name="T11" fmla="*/ 985 h 104"/>
                  <a:gd name="T12" fmla="*/ 188 w 41"/>
                  <a:gd name="T13" fmla="*/ 1135 h 104"/>
                  <a:gd name="T14" fmla="*/ 284 w 41"/>
                  <a:gd name="T15" fmla="*/ 1318 h 104"/>
                  <a:gd name="T16" fmla="*/ 158 w 41"/>
                  <a:gd name="T17" fmla="*/ 1489 h 104"/>
                  <a:gd name="T18" fmla="*/ 176 w 41"/>
                  <a:gd name="T19" fmla="*/ 1761 h 104"/>
                  <a:gd name="T20" fmla="*/ 0 w 41"/>
                  <a:gd name="T21" fmla="*/ 1830 h 104"/>
                  <a:gd name="T22" fmla="*/ 146 w 41"/>
                  <a:gd name="T23" fmla="*/ 1907 h 104"/>
                  <a:gd name="T24" fmla="*/ 221 w 41"/>
                  <a:gd name="T25" fmla="*/ 1907 h 104"/>
                  <a:gd name="T26" fmla="*/ 251 w 41"/>
                  <a:gd name="T27" fmla="*/ 1761 h 104"/>
                  <a:gd name="T28" fmla="*/ 284 w 41"/>
                  <a:gd name="T29" fmla="*/ 1625 h 104"/>
                  <a:gd name="T30" fmla="*/ 379 w 41"/>
                  <a:gd name="T31" fmla="*/ 1262 h 104"/>
                  <a:gd name="T32" fmla="*/ 525 w 41"/>
                  <a:gd name="T33" fmla="*/ 661 h 104"/>
                  <a:gd name="T34" fmla="*/ 538 w 41"/>
                  <a:gd name="T35" fmla="*/ 453 h 104"/>
                  <a:gd name="T36" fmla="*/ 568 w 41"/>
                  <a:gd name="T37" fmla="*/ 306 h 104"/>
                  <a:gd name="T38" fmla="*/ 618 w 41"/>
                  <a:gd name="T39" fmla="*/ 0 h 10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" h="104">
                    <a:moveTo>
                      <a:pt x="34" y="12"/>
                    </a:moveTo>
                    <a:cubicBezTo>
                      <a:pt x="31" y="17"/>
                      <a:pt x="29" y="25"/>
                      <a:pt x="22" y="23"/>
                    </a:cubicBezTo>
                    <a:cubicBezTo>
                      <a:pt x="23" y="22"/>
                      <a:pt x="27" y="23"/>
                      <a:pt x="29" y="24"/>
                    </a:cubicBezTo>
                    <a:cubicBezTo>
                      <a:pt x="32" y="26"/>
                      <a:pt x="31" y="29"/>
                      <a:pt x="30" y="32"/>
                    </a:cubicBezTo>
                    <a:cubicBezTo>
                      <a:pt x="27" y="38"/>
                      <a:pt x="22" y="43"/>
                      <a:pt x="15" y="43"/>
                    </a:cubicBezTo>
                    <a:cubicBezTo>
                      <a:pt x="20" y="42"/>
                      <a:pt x="26" y="47"/>
                      <a:pt x="24" y="52"/>
                    </a:cubicBezTo>
                    <a:cubicBezTo>
                      <a:pt x="23" y="60"/>
                      <a:pt x="17" y="59"/>
                      <a:pt x="12" y="60"/>
                    </a:cubicBezTo>
                    <a:cubicBezTo>
                      <a:pt x="16" y="62"/>
                      <a:pt x="19" y="65"/>
                      <a:pt x="18" y="70"/>
                    </a:cubicBezTo>
                    <a:cubicBezTo>
                      <a:pt x="18" y="74"/>
                      <a:pt x="14" y="80"/>
                      <a:pt x="10" y="79"/>
                    </a:cubicBezTo>
                    <a:cubicBezTo>
                      <a:pt x="15" y="83"/>
                      <a:pt x="16" y="88"/>
                      <a:pt x="11" y="93"/>
                    </a:cubicBezTo>
                    <a:cubicBezTo>
                      <a:pt x="7" y="96"/>
                      <a:pt x="3" y="96"/>
                      <a:pt x="0" y="97"/>
                    </a:cubicBezTo>
                    <a:cubicBezTo>
                      <a:pt x="3" y="98"/>
                      <a:pt x="6" y="100"/>
                      <a:pt x="9" y="101"/>
                    </a:cubicBezTo>
                    <a:cubicBezTo>
                      <a:pt x="12" y="103"/>
                      <a:pt x="12" y="104"/>
                      <a:pt x="14" y="101"/>
                    </a:cubicBezTo>
                    <a:cubicBezTo>
                      <a:pt x="15" y="99"/>
                      <a:pt x="15" y="95"/>
                      <a:pt x="16" y="93"/>
                    </a:cubicBezTo>
                    <a:cubicBezTo>
                      <a:pt x="16" y="90"/>
                      <a:pt x="17" y="88"/>
                      <a:pt x="18" y="86"/>
                    </a:cubicBezTo>
                    <a:cubicBezTo>
                      <a:pt x="21" y="80"/>
                      <a:pt x="22" y="73"/>
                      <a:pt x="24" y="67"/>
                    </a:cubicBezTo>
                    <a:cubicBezTo>
                      <a:pt x="27" y="57"/>
                      <a:pt x="31" y="46"/>
                      <a:pt x="33" y="35"/>
                    </a:cubicBezTo>
                    <a:cubicBezTo>
                      <a:pt x="33" y="32"/>
                      <a:pt x="33" y="28"/>
                      <a:pt x="34" y="24"/>
                    </a:cubicBezTo>
                    <a:cubicBezTo>
                      <a:pt x="35" y="22"/>
                      <a:pt x="35" y="19"/>
                      <a:pt x="36" y="16"/>
                    </a:cubicBezTo>
                    <a:cubicBezTo>
                      <a:pt x="38" y="11"/>
                      <a:pt x="41" y="6"/>
                      <a:pt x="39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755">
                <a:extLst>
                  <a:ext uri="{FF2B5EF4-FFF2-40B4-BE49-F238E27FC236}">
                    <a16:creationId xmlns:a16="http://schemas.microsoft.com/office/drawing/2014/main" id="{625BE4B2-18F8-423D-9FF0-417675169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175"/>
                <a:ext cx="112" cy="267"/>
              </a:xfrm>
              <a:custGeom>
                <a:avLst/>
                <a:gdLst>
                  <a:gd name="T0" fmla="*/ 558 w 45"/>
                  <a:gd name="T1" fmla="*/ 171 h 100"/>
                  <a:gd name="T2" fmla="*/ 465 w 45"/>
                  <a:gd name="T3" fmla="*/ 401 h 100"/>
                  <a:gd name="T4" fmla="*/ 279 w 45"/>
                  <a:gd name="T5" fmla="*/ 422 h 100"/>
                  <a:gd name="T6" fmla="*/ 433 w 45"/>
                  <a:gd name="T7" fmla="*/ 478 h 100"/>
                  <a:gd name="T8" fmla="*/ 478 w 45"/>
                  <a:gd name="T9" fmla="*/ 593 h 100"/>
                  <a:gd name="T10" fmla="*/ 261 w 45"/>
                  <a:gd name="T11" fmla="*/ 798 h 100"/>
                  <a:gd name="T12" fmla="*/ 353 w 45"/>
                  <a:gd name="T13" fmla="*/ 969 h 100"/>
                  <a:gd name="T14" fmla="*/ 154 w 45"/>
                  <a:gd name="T15" fmla="*/ 1105 h 100"/>
                  <a:gd name="T16" fmla="*/ 279 w 45"/>
                  <a:gd name="T17" fmla="*/ 1242 h 100"/>
                  <a:gd name="T18" fmla="*/ 105 w 45"/>
                  <a:gd name="T19" fmla="*/ 1391 h 100"/>
                  <a:gd name="T20" fmla="*/ 187 w 45"/>
                  <a:gd name="T21" fmla="*/ 1562 h 100"/>
                  <a:gd name="T22" fmla="*/ 0 w 45"/>
                  <a:gd name="T23" fmla="*/ 1789 h 100"/>
                  <a:gd name="T24" fmla="*/ 137 w 45"/>
                  <a:gd name="T25" fmla="*/ 1848 h 100"/>
                  <a:gd name="T26" fmla="*/ 217 w 45"/>
                  <a:gd name="T27" fmla="*/ 1869 h 100"/>
                  <a:gd name="T28" fmla="*/ 249 w 45"/>
                  <a:gd name="T29" fmla="*/ 1733 h 100"/>
                  <a:gd name="T30" fmla="*/ 291 w 45"/>
                  <a:gd name="T31" fmla="*/ 1618 h 100"/>
                  <a:gd name="T32" fmla="*/ 371 w 45"/>
                  <a:gd name="T33" fmla="*/ 1298 h 100"/>
                  <a:gd name="T34" fmla="*/ 465 w 45"/>
                  <a:gd name="T35" fmla="*/ 1025 h 100"/>
                  <a:gd name="T36" fmla="*/ 540 w 45"/>
                  <a:gd name="T37" fmla="*/ 662 h 100"/>
                  <a:gd name="T38" fmla="*/ 620 w 45"/>
                  <a:gd name="T39" fmla="*/ 342 h 100"/>
                  <a:gd name="T40" fmla="*/ 694 w 45"/>
                  <a:gd name="T41" fmla="*/ 0 h 1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100">
                    <a:moveTo>
                      <a:pt x="36" y="9"/>
                    </a:moveTo>
                    <a:cubicBezTo>
                      <a:pt x="41" y="12"/>
                      <a:pt x="33" y="20"/>
                      <a:pt x="30" y="21"/>
                    </a:cubicBezTo>
                    <a:cubicBezTo>
                      <a:pt x="26" y="23"/>
                      <a:pt x="22" y="23"/>
                      <a:pt x="18" y="22"/>
                    </a:cubicBezTo>
                    <a:cubicBezTo>
                      <a:pt x="20" y="22"/>
                      <a:pt x="26" y="24"/>
                      <a:pt x="28" y="25"/>
                    </a:cubicBezTo>
                    <a:cubicBezTo>
                      <a:pt x="30" y="27"/>
                      <a:pt x="31" y="29"/>
                      <a:pt x="31" y="31"/>
                    </a:cubicBezTo>
                    <a:cubicBezTo>
                      <a:pt x="31" y="38"/>
                      <a:pt x="24" y="44"/>
                      <a:pt x="17" y="42"/>
                    </a:cubicBezTo>
                    <a:cubicBezTo>
                      <a:pt x="23" y="42"/>
                      <a:pt x="25" y="46"/>
                      <a:pt x="23" y="51"/>
                    </a:cubicBezTo>
                    <a:cubicBezTo>
                      <a:pt x="21" y="57"/>
                      <a:pt x="15" y="57"/>
                      <a:pt x="10" y="58"/>
                    </a:cubicBezTo>
                    <a:cubicBezTo>
                      <a:pt x="14" y="59"/>
                      <a:pt x="18" y="59"/>
                      <a:pt x="18" y="65"/>
                    </a:cubicBezTo>
                    <a:cubicBezTo>
                      <a:pt x="18" y="70"/>
                      <a:pt x="12" y="74"/>
                      <a:pt x="7" y="73"/>
                    </a:cubicBezTo>
                    <a:cubicBezTo>
                      <a:pt x="12" y="73"/>
                      <a:pt x="13" y="78"/>
                      <a:pt x="12" y="82"/>
                    </a:cubicBezTo>
                    <a:cubicBezTo>
                      <a:pt x="10" y="89"/>
                      <a:pt x="6" y="91"/>
                      <a:pt x="0" y="94"/>
                    </a:cubicBezTo>
                    <a:cubicBezTo>
                      <a:pt x="3" y="95"/>
                      <a:pt x="6" y="95"/>
                      <a:pt x="9" y="97"/>
                    </a:cubicBezTo>
                    <a:cubicBezTo>
                      <a:pt x="12" y="98"/>
                      <a:pt x="12" y="100"/>
                      <a:pt x="14" y="98"/>
                    </a:cubicBezTo>
                    <a:cubicBezTo>
                      <a:pt x="16" y="96"/>
                      <a:pt x="16" y="93"/>
                      <a:pt x="16" y="91"/>
                    </a:cubicBezTo>
                    <a:cubicBezTo>
                      <a:pt x="17" y="89"/>
                      <a:pt x="18" y="87"/>
                      <a:pt x="19" y="85"/>
                    </a:cubicBezTo>
                    <a:cubicBezTo>
                      <a:pt x="22" y="79"/>
                      <a:pt x="23" y="73"/>
                      <a:pt x="24" y="68"/>
                    </a:cubicBezTo>
                    <a:cubicBezTo>
                      <a:pt x="26" y="63"/>
                      <a:pt x="28" y="59"/>
                      <a:pt x="30" y="54"/>
                    </a:cubicBezTo>
                    <a:cubicBezTo>
                      <a:pt x="32" y="47"/>
                      <a:pt x="33" y="41"/>
                      <a:pt x="35" y="35"/>
                    </a:cubicBezTo>
                    <a:cubicBezTo>
                      <a:pt x="37" y="29"/>
                      <a:pt x="39" y="24"/>
                      <a:pt x="40" y="18"/>
                    </a:cubicBezTo>
                    <a:cubicBezTo>
                      <a:pt x="42" y="13"/>
                      <a:pt x="41" y="5"/>
                      <a:pt x="45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756">
                <a:extLst>
                  <a:ext uri="{FF2B5EF4-FFF2-40B4-BE49-F238E27FC236}">
                    <a16:creationId xmlns:a16="http://schemas.microsoft.com/office/drawing/2014/main" id="{052209CB-545F-425D-8B01-5AB25AB0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410"/>
                <a:ext cx="145" cy="339"/>
              </a:xfrm>
              <a:custGeom>
                <a:avLst/>
                <a:gdLst>
                  <a:gd name="T0" fmla="*/ 750 w 58"/>
                  <a:gd name="T1" fmla="*/ 192 h 127"/>
                  <a:gd name="T2" fmla="*/ 500 w 58"/>
                  <a:gd name="T3" fmla="*/ 435 h 127"/>
                  <a:gd name="T4" fmla="*/ 645 w 58"/>
                  <a:gd name="T5" fmla="*/ 662 h 127"/>
                  <a:gd name="T6" fmla="*/ 470 w 58"/>
                  <a:gd name="T7" fmla="*/ 833 h 127"/>
                  <a:gd name="T8" fmla="*/ 363 w 58"/>
                  <a:gd name="T9" fmla="*/ 1161 h 127"/>
                  <a:gd name="T10" fmla="*/ 458 w 58"/>
                  <a:gd name="T11" fmla="*/ 1332 h 127"/>
                  <a:gd name="T12" fmla="*/ 333 w 58"/>
                  <a:gd name="T13" fmla="*/ 1468 h 127"/>
                  <a:gd name="T14" fmla="*/ 270 w 58"/>
                  <a:gd name="T15" fmla="*/ 1711 h 127"/>
                  <a:gd name="T16" fmla="*/ 333 w 58"/>
                  <a:gd name="T17" fmla="*/ 1844 h 127"/>
                  <a:gd name="T18" fmla="*/ 250 w 58"/>
                  <a:gd name="T19" fmla="*/ 1981 h 127"/>
                  <a:gd name="T20" fmla="*/ 283 w 58"/>
                  <a:gd name="T21" fmla="*/ 2109 h 127"/>
                  <a:gd name="T22" fmla="*/ 158 w 58"/>
                  <a:gd name="T23" fmla="*/ 2266 h 127"/>
                  <a:gd name="T24" fmla="*/ 158 w 58"/>
                  <a:gd name="T25" fmla="*/ 2245 h 127"/>
                  <a:gd name="T26" fmla="*/ 113 w 58"/>
                  <a:gd name="T27" fmla="*/ 2301 h 127"/>
                  <a:gd name="T28" fmla="*/ 0 w 58"/>
                  <a:gd name="T29" fmla="*/ 2381 h 127"/>
                  <a:gd name="T30" fmla="*/ 63 w 58"/>
                  <a:gd name="T31" fmla="*/ 2394 h 127"/>
                  <a:gd name="T32" fmla="*/ 175 w 58"/>
                  <a:gd name="T33" fmla="*/ 2416 h 127"/>
                  <a:gd name="T34" fmla="*/ 250 w 58"/>
                  <a:gd name="T35" fmla="*/ 2266 h 127"/>
                  <a:gd name="T36" fmla="*/ 458 w 58"/>
                  <a:gd name="T37" fmla="*/ 1540 h 127"/>
                  <a:gd name="T38" fmla="*/ 675 w 58"/>
                  <a:gd name="T39" fmla="*/ 763 h 127"/>
                  <a:gd name="T40" fmla="*/ 770 w 58"/>
                  <a:gd name="T41" fmla="*/ 435 h 127"/>
                  <a:gd name="T42" fmla="*/ 908 w 58"/>
                  <a:gd name="T43" fmla="*/ 0 h 1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127">
                    <a:moveTo>
                      <a:pt x="48" y="10"/>
                    </a:moveTo>
                    <a:cubicBezTo>
                      <a:pt x="49" y="20"/>
                      <a:pt x="41" y="25"/>
                      <a:pt x="32" y="23"/>
                    </a:cubicBezTo>
                    <a:cubicBezTo>
                      <a:pt x="38" y="22"/>
                      <a:pt x="42" y="30"/>
                      <a:pt x="41" y="35"/>
                    </a:cubicBezTo>
                    <a:cubicBezTo>
                      <a:pt x="39" y="41"/>
                      <a:pt x="35" y="44"/>
                      <a:pt x="30" y="44"/>
                    </a:cubicBezTo>
                    <a:cubicBezTo>
                      <a:pt x="39" y="49"/>
                      <a:pt x="31" y="60"/>
                      <a:pt x="23" y="61"/>
                    </a:cubicBezTo>
                    <a:cubicBezTo>
                      <a:pt x="28" y="60"/>
                      <a:pt x="30" y="65"/>
                      <a:pt x="29" y="70"/>
                    </a:cubicBezTo>
                    <a:cubicBezTo>
                      <a:pt x="27" y="74"/>
                      <a:pt x="25" y="75"/>
                      <a:pt x="21" y="77"/>
                    </a:cubicBezTo>
                    <a:cubicBezTo>
                      <a:pt x="26" y="75"/>
                      <a:pt x="23" y="89"/>
                      <a:pt x="17" y="90"/>
                    </a:cubicBezTo>
                    <a:cubicBezTo>
                      <a:pt x="21" y="90"/>
                      <a:pt x="21" y="94"/>
                      <a:pt x="21" y="97"/>
                    </a:cubicBezTo>
                    <a:cubicBezTo>
                      <a:pt x="21" y="101"/>
                      <a:pt x="19" y="102"/>
                      <a:pt x="16" y="104"/>
                    </a:cubicBezTo>
                    <a:cubicBezTo>
                      <a:pt x="18" y="105"/>
                      <a:pt x="18" y="109"/>
                      <a:pt x="18" y="111"/>
                    </a:cubicBezTo>
                    <a:cubicBezTo>
                      <a:pt x="17" y="116"/>
                      <a:pt x="13" y="116"/>
                      <a:pt x="10" y="119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8" y="118"/>
                      <a:pt x="9" y="120"/>
                      <a:pt x="7" y="121"/>
                    </a:cubicBezTo>
                    <a:cubicBezTo>
                      <a:pt x="5" y="123"/>
                      <a:pt x="2" y="124"/>
                      <a:pt x="0" y="125"/>
                    </a:cubicBezTo>
                    <a:cubicBezTo>
                      <a:pt x="1" y="126"/>
                      <a:pt x="3" y="126"/>
                      <a:pt x="4" y="126"/>
                    </a:cubicBezTo>
                    <a:cubicBezTo>
                      <a:pt x="6" y="126"/>
                      <a:pt x="10" y="127"/>
                      <a:pt x="11" y="127"/>
                    </a:cubicBezTo>
                    <a:cubicBezTo>
                      <a:pt x="14" y="126"/>
                      <a:pt x="15" y="122"/>
                      <a:pt x="16" y="119"/>
                    </a:cubicBezTo>
                    <a:cubicBezTo>
                      <a:pt x="21" y="107"/>
                      <a:pt x="25" y="94"/>
                      <a:pt x="29" y="81"/>
                    </a:cubicBezTo>
                    <a:cubicBezTo>
                      <a:pt x="33" y="67"/>
                      <a:pt x="39" y="54"/>
                      <a:pt x="43" y="40"/>
                    </a:cubicBezTo>
                    <a:cubicBezTo>
                      <a:pt x="45" y="34"/>
                      <a:pt x="47" y="28"/>
                      <a:pt x="49" y="23"/>
                    </a:cubicBezTo>
                    <a:cubicBezTo>
                      <a:pt x="52" y="16"/>
                      <a:pt x="53" y="7"/>
                      <a:pt x="58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757">
                <a:extLst>
                  <a:ext uri="{FF2B5EF4-FFF2-40B4-BE49-F238E27FC236}">
                    <a16:creationId xmlns:a16="http://schemas.microsoft.com/office/drawing/2014/main" id="{D821F77B-B599-4B04-9AE4-6EF8FB61D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701"/>
                <a:ext cx="80" cy="282"/>
              </a:xfrm>
              <a:custGeom>
                <a:avLst/>
                <a:gdLst>
                  <a:gd name="T0" fmla="*/ 408 w 32"/>
                  <a:gd name="T1" fmla="*/ 0 h 106"/>
                  <a:gd name="T2" fmla="*/ 333 w 32"/>
                  <a:gd name="T3" fmla="*/ 93 h 106"/>
                  <a:gd name="T4" fmla="*/ 408 w 32"/>
                  <a:gd name="T5" fmla="*/ 226 h 106"/>
                  <a:gd name="T6" fmla="*/ 283 w 32"/>
                  <a:gd name="T7" fmla="*/ 303 h 106"/>
                  <a:gd name="T8" fmla="*/ 363 w 32"/>
                  <a:gd name="T9" fmla="*/ 511 h 106"/>
                  <a:gd name="T10" fmla="*/ 250 w 32"/>
                  <a:gd name="T11" fmla="*/ 580 h 106"/>
                  <a:gd name="T12" fmla="*/ 188 w 32"/>
                  <a:gd name="T13" fmla="*/ 827 h 106"/>
                  <a:gd name="T14" fmla="*/ 125 w 32"/>
                  <a:gd name="T15" fmla="*/ 1133 h 106"/>
                  <a:gd name="T16" fmla="*/ 113 w 32"/>
                  <a:gd name="T17" fmla="*/ 1394 h 106"/>
                  <a:gd name="T18" fmla="*/ 125 w 32"/>
                  <a:gd name="T19" fmla="*/ 1543 h 106"/>
                  <a:gd name="T20" fmla="*/ 0 w 32"/>
                  <a:gd name="T21" fmla="*/ 1692 h 106"/>
                  <a:gd name="T22" fmla="*/ 95 w 32"/>
                  <a:gd name="T23" fmla="*/ 1790 h 106"/>
                  <a:gd name="T24" fmla="*/ 0 w 32"/>
                  <a:gd name="T25" fmla="*/ 1918 h 106"/>
                  <a:gd name="T26" fmla="*/ 125 w 32"/>
                  <a:gd name="T27" fmla="*/ 1974 h 106"/>
                  <a:gd name="T28" fmla="*/ 188 w 32"/>
                  <a:gd name="T29" fmla="*/ 1657 h 106"/>
                  <a:gd name="T30" fmla="*/ 283 w 32"/>
                  <a:gd name="T31" fmla="*/ 1338 h 106"/>
                  <a:gd name="T32" fmla="*/ 313 w 32"/>
                  <a:gd name="T33" fmla="*/ 1133 h 106"/>
                  <a:gd name="T34" fmla="*/ 425 w 32"/>
                  <a:gd name="T35" fmla="*/ 567 h 106"/>
                  <a:gd name="T36" fmla="*/ 470 w 32"/>
                  <a:gd name="T37" fmla="*/ 303 h 106"/>
                  <a:gd name="T38" fmla="*/ 488 w 32"/>
                  <a:gd name="T39" fmla="*/ 136 h 10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" h="106">
                    <a:moveTo>
                      <a:pt x="26" y="0"/>
                    </a:moveTo>
                    <a:cubicBezTo>
                      <a:pt x="27" y="3"/>
                      <a:pt x="24" y="6"/>
                      <a:pt x="21" y="5"/>
                    </a:cubicBezTo>
                    <a:cubicBezTo>
                      <a:pt x="25" y="5"/>
                      <a:pt x="27" y="9"/>
                      <a:pt x="26" y="12"/>
                    </a:cubicBezTo>
                    <a:cubicBezTo>
                      <a:pt x="24" y="16"/>
                      <a:pt x="21" y="16"/>
                      <a:pt x="18" y="16"/>
                    </a:cubicBezTo>
                    <a:cubicBezTo>
                      <a:pt x="22" y="19"/>
                      <a:pt x="25" y="22"/>
                      <a:pt x="23" y="27"/>
                    </a:cubicBezTo>
                    <a:cubicBezTo>
                      <a:pt x="21" y="30"/>
                      <a:pt x="19" y="30"/>
                      <a:pt x="16" y="31"/>
                    </a:cubicBezTo>
                    <a:cubicBezTo>
                      <a:pt x="25" y="31"/>
                      <a:pt x="21" y="47"/>
                      <a:pt x="12" y="44"/>
                    </a:cubicBezTo>
                    <a:cubicBezTo>
                      <a:pt x="21" y="46"/>
                      <a:pt x="13" y="59"/>
                      <a:pt x="8" y="60"/>
                    </a:cubicBezTo>
                    <a:cubicBezTo>
                      <a:pt x="15" y="61"/>
                      <a:pt x="12" y="72"/>
                      <a:pt x="7" y="74"/>
                    </a:cubicBezTo>
                    <a:cubicBezTo>
                      <a:pt x="11" y="75"/>
                      <a:pt x="10" y="79"/>
                      <a:pt x="8" y="82"/>
                    </a:cubicBezTo>
                    <a:cubicBezTo>
                      <a:pt x="6" y="87"/>
                      <a:pt x="4" y="88"/>
                      <a:pt x="0" y="90"/>
                    </a:cubicBezTo>
                    <a:cubicBezTo>
                      <a:pt x="3" y="90"/>
                      <a:pt x="6" y="93"/>
                      <a:pt x="6" y="95"/>
                    </a:cubicBezTo>
                    <a:cubicBezTo>
                      <a:pt x="6" y="99"/>
                      <a:pt x="2" y="100"/>
                      <a:pt x="0" y="102"/>
                    </a:cubicBezTo>
                    <a:cubicBezTo>
                      <a:pt x="3" y="103"/>
                      <a:pt x="6" y="106"/>
                      <a:pt x="8" y="105"/>
                    </a:cubicBezTo>
                    <a:cubicBezTo>
                      <a:pt x="10" y="104"/>
                      <a:pt x="12" y="91"/>
                      <a:pt x="12" y="88"/>
                    </a:cubicBezTo>
                    <a:cubicBezTo>
                      <a:pt x="14" y="82"/>
                      <a:pt x="16" y="77"/>
                      <a:pt x="18" y="71"/>
                    </a:cubicBezTo>
                    <a:cubicBezTo>
                      <a:pt x="19" y="67"/>
                      <a:pt x="19" y="64"/>
                      <a:pt x="20" y="60"/>
                    </a:cubicBezTo>
                    <a:cubicBezTo>
                      <a:pt x="21" y="50"/>
                      <a:pt x="24" y="40"/>
                      <a:pt x="27" y="30"/>
                    </a:cubicBezTo>
                    <a:cubicBezTo>
                      <a:pt x="28" y="25"/>
                      <a:pt x="29" y="21"/>
                      <a:pt x="30" y="16"/>
                    </a:cubicBezTo>
                    <a:cubicBezTo>
                      <a:pt x="31" y="13"/>
                      <a:pt x="32" y="10"/>
                      <a:pt x="31" y="7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Freeform 758">
                <a:extLst>
                  <a:ext uri="{FF2B5EF4-FFF2-40B4-BE49-F238E27FC236}">
                    <a16:creationId xmlns:a16="http://schemas.microsoft.com/office/drawing/2014/main" id="{047F2C21-B6B7-4348-BA46-8880571F3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975"/>
                <a:ext cx="98" cy="312"/>
              </a:xfrm>
              <a:custGeom>
                <a:avLst/>
                <a:gdLst>
                  <a:gd name="T0" fmla="*/ 555 w 39"/>
                  <a:gd name="T1" fmla="*/ 56 h 117"/>
                  <a:gd name="T2" fmla="*/ 505 w 39"/>
                  <a:gd name="T3" fmla="*/ 307 h 117"/>
                  <a:gd name="T4" fmla="*/ 367 w 39"/>
                  <a:gd name="T5" fmla="*/ 397 h 117"/>
                  <a:gd name="T6" fmla="*/ 334 w 39"/>
                  <a:gd name="T7" fmla="*/ 739 h 117"/>
                  <a:gd name="T8" fmla="*/ 397 w 39"/>
                  <a:gd name="T9" fmla="*/ 888 h 117"/>
                  <a:gd name="T10" fmla="*/ 271 w 39"/>
                  <a:gd name="T11" fmla="*/ 1024 h 117"/>
                  <a:gd name="T12" fmla="*/ 221 w 39"/>
                  <a:gd name="T13" fmla="*/ 1309 h 117"/>
                  <a:gd name="T14" fmla="*/ 254 w 39"/>
                  <a:gd name="T15" fmla="*/ 1421 h 117"/>
                  <a:gd name="T16" fmla="*/ 176 w 39"/>
                  <a:gd name="T17" fmla="*/ 1515 h 117"/>
                  <a:gd name="T18" fmla="*/ 239 w 39"/>
                  <a:gd name="T19" fmla="*/ 1672 h 117"/>
                  <a:gd name="T20" fmla="*/ 113 w 39"/>
                  <a:gd name="T21" fmla="*/ 1784 h 117"/>
                  <a:gd name="T22" fmla="*/ 146 w 39"/>
                  <a:gd name="T23" fmla="*/ 1992 h 117"/>
                  <a:gd name="T24" fmla="*/ 0 w 39"/>
                  <a:gd name="T25" fmla="*/ 2141 h 117"/>
                  <a:gd name="T26" fmla="*/ 146 w 39"/>
                  <a:gd name="T27" fmla="*/ 2219 h 117"/>
                  <a:gd name="T28" fmla="*/ 209 w 39"/>
                  <a:gd name="T29" fmla="*/ 1971 h 117"/>
                  <a:gd name="T30" fmla="*/ 304 w 39"/>
                  <a:gd name="T31" fmla="*/ 1629 h 117"/>
                  <a:gd name="T32" fmla="*/ 367 w 39"/>
                  <a:gd name="T33" fmla="*/ 1195 h 117"/>
                  <a:gd name="T34" fmla="*/ 493 w 39"/>
                  <a:gd name="T35" fmla="*/ 832 h 117"/>
                  <a:gd name="T36" fmla="*/ 555 w 39"/>
                  <a:gd name="T37" fmla="*/ 568 h 117"/>
                  <a:gd name="T38" fmla="*/ 601 w 39"/>
                  <a:gd name="T39" fmla="*/ 227 h 117"/>
                  <a:gd name="T40" fmla="*/ 618 w 39"/>
                  <a:gd name="T41" fmla="*/ 0 h 1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" h="117">
                    <a:moveTo>
                      <a:pt x="35" y="3"/>
                    </a:moveTo>
                    <a:cubicBezTo>
                      <a:pt x="37" y="6"/>
                      <a:pt x="34" y="13"/>
                      <a:pt x="32" y="16"/>
                    </a:cubicBezTo>
                    <a:cubicBezTo>
                      <a:pt x="30" y="20"/>
                      <a:pt x="27" y="21"/>
                      <a:pt x="23" y="21"/>
                    </a:cubicBezTo>
                    <a:cubicBezTo>
                      <a:pt x="34" y="21"/>
                      <a:pt x="30" y="38"/>
                      <a:pt x="21" y="39"/>
                    </a:cubicBezTo>
                    <a:cubicBezTo>
                      <a:pt x="25" y="39"/>
                      <a:pt x="25" y="45"/>
                      <a:pt x="25" y="47"/>
                    </a:cubicBezTo>
                    <a:cubicBezTo>
                      <a:pt x="24" y="52"/>
                      <a:pt x="21" y="52"/>
                      <a:pt x="17" y="54"/>
                    </a:cubicBezTo>
                    <a:cubicBezTo>
                      <a:pt x="26" y="56"/>
                      <a:pt x="20" y="67"/>
                      <a:pt x="14" y="69"/>
                    </a:cubicBezTo>
                    <a:cubicBezTo>
                      <a:pt x="17" y="68"/>
                      <a:pt x="17" y="73"/>
                      <a:pt x="16" y="75"/>
                    </a:cubicBezTo>
                    <a:cubicBezTo>
                      <a:pt x="15" y="77"/>
                      <a:pt x="13" y="79"/>
                      <a:pt x="11" y="80"/>
                    </a:cubicBezTo>
                    <a:cubicBezTo>
                      <a:pt x="14" y="78"/>
                      <a:pt x="15" y="86"/>
                      <a:pt x="15" y="88"/>
                    </a:cubicBezTo>
                    <a:cubicBezTo>
                      <a:pt x="14" y="91"/>
                      <a:pt x="11" y="94"/>
                      <a:pt x="7" y="94"/>
                    </a:cubicBezTo>
                    <a:cubicBezTo>
                      <a:pt x="12" y="94"/>
                      <a:pt x="11" y="103"/>
                      <a:pt x="9" y="105"/>
                    </a:cubicBezTo>
                    <a:cubicBezTo>
                      <a:pt x="8" y="108"/>
                      <a:pt x="3" y="111"/>
                      <a:pt x="0" y="113"/>
                    </a:cubicBezTo>
                    <a:cubicBezTo>
                      <a:pt x="2" y="114"/>
                      <a:pt x="7" y="117"/>
                      <a:pt x="9" y="117"/>
                    </a:cubicBezTo>
                    <a:cubicBezTo>
                      <a:pt x="12" y="116"/>
                      <a:pt x="13" y="106"/>
                      <a:pt x="13" y="104"/>
                    </a:cubicBezTo>
                    <a:cubicBezTo>
                      <a:pt x="15" y="98"/>
                      <a:pt x="17" y="92"/>
                      <a:pt x="19" y="86"/>
                    </a:cubicBezTo>
                    <a:cubicBezTo>
                      <a:pt x="21" y="79"/>
                      <a:pt x="23" y="71"/>
                      <a:pt x="23" y="63"/>
                    </a:cubicBezTo>
                    <a:cubicBezTo>
                      <a:pt x="24" y="56"/>
                      <a:pt x="29" y="50"/>
                      <a:pt x="31" y="44"/>
                    </a:cubicBezTo>
                    <a:cubicBezTo>
                      <a:pt x="32" y="39"/>
                      <a:pt x="34" y="34"/>
                      <a:pt x="35" y="30"/>
                    </a:cubicBezTo>
                    <a:cubicBezTo>
                      <a:pt x="36" y="24"/>
                      <a:pt x="38" y="18"/>
                      <a:pt x="38" y="12"/>
                    </a:cubicBezTo>
                    <a:cubicBezTo>
                      <a:pt x="38" y="8"/>
                      <a:pt x="37" y="3"/>
                      <a:pt x="39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5" name="Freeform 759">
                <a:extLst>
                  <a:ext uri="{FF2B5EF4-FFF2-40B4-BE49-F238E27FC236}">
                    <a16:creationId xmlns:a16="http://schemas.microsoft.com/office/drawing/2014/main" id="{EA0A889F-6E44-42FF-A6A6-F31298053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269"/>
                <a:ext cx="80" cy="210"/>
              </a:xfrm>
              <a:custGeom>
                <a:avLst/>
                <a:gdLst>
                  <a:gd name="T0" fmla="*/ 425 w 32"/>
                  <a:gd name="T1" fmla="*/ 93 h 79"/>
                  <a:gd name="T2" fmla="*/ 188 w 32"/>
                  <a:gd name="T3" fmla="*/ 396 h 79"/>
                  <a:gd name="T4" fmla="*/ 300 w 32"/>
                  <a:gd name="T5" fmla="*/ 524 h 79"/>
                  <a:gd name="T6" fmla="*/ 145 w 32"/>
                  <a:gd name="T7" fmla="*/ 712 h 79"/>
                  <a:gd name="T8" fmla="*/ 125 w 32"/>
                  <a:gd name="T9" fmla="*/ 1087 h 79"/>
                  <a:gd name="T10" fmla="*/ 0 w 32"/>
                  <a:gd name="T11" fmla="*/ 1406 h 79"/>
                  <a:gd name="T12" fmla="*/ 125 w 32"/>
                  <a:gd name="T13" fmla="*/ 1393 h 79"/>
                  <a:gd name="T14" fmla="*/ 238 w 32"/>
                  <a:gd name="T15" fmla="*/ 920 h 79"/>
                  <a:gd name="T16" fmla="*/ 500 w 32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79">
                    <a:moveTo>
                      <a:pt x="27" y="5"/>
                    </a:moveTo>
                    <a:cubicBezTo>
                      <a:pt x="25" y="13"/>
                      <a:pt x="22" y="22"/>
                      <a:pt x="12" y="21"/>
                    </a:cubicBezTo>
                    <a:cubicBezTo>
                      <a:pt x="16" y="17"/>
                      <a:pt x="20" y="25"/>
                      <a:pt x="19" y="28"/>
                    </a:cubicBezTo>
                    <a:cubicBezTo>
                      <a:pt x="18" y="33"/>
                      <a:pt x="14" y="38"/>
                      <a:pt x="9" y="38"/>
                    </a:cubicBezTo>
                    <a:cubicBezTo>
                      <a:pt x="19" y="40"/>
                      <a:pt x="13" y="54"/>
                      <a:pt x="8" y="58"/>
                    </a:cubicBezTo>
                    <a:cubicBezTo>
                      <a:pt x="16" y="61"/>
                      <a:pt x="5" y="73"/>
                      <a:pt x="0" y="75"/>
                    </a:cubicBezTo>
                    <a:cubicBezTo>
                      <a:pt x="5" y="76"/>
                      <a:pt x="7" y="79"/>
                      <a:pt x="8" y="74"/>
                    </a:cubicBezTo>
                    <a:cubicBezTo>
                      <a:pt x="11" y="65"/>
                      <a:pt x="12" y="57"/>
                      <a:pt x="15" y="49"/>
                    </a:cubicBezTo>
                    <a:cubicBezTo>
                      <a:pt x="21" y="33"/>
                      <a:pt x="27" y="16"/>
                      <a:pt x="32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760">
                <a:extLst>
                  <a:ext uri="{FF2B5EF4-FFF2-40B4-BE49-F238E27FC236}">
                    <a16:creationId xmlns:a16="http://schemas.microsoft.com/office/drawing/2014/main" id="{73A27235-EF08-4492-9A95-B60EAEFE6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445"/>
                <a:ext cx="100" cy="240"/>
              </a:xfrm>
              <a:custGeom>
                <a:avLst/>
                <a:gdLst>
                  <a:gd name="T0" fmla="*/ 500 w 40"/>
                  <a:gd name="T1" fmla="*/ 192 h 90"/>
                  <a:gd name="T2" fmla="*/ 313 w 40"/>
                  <a:gd name="T3" fmla="*/ 435 h 90"/>
                  <a:gd name="T4" fmla="*/ 270 w 40"/>
                  <a:gd name="T5" fmla="*/ 704 h 90"/>
                  <a:gd name="T6" fmla="*/ 220 w 40"/>
                  <a:gd name="T7" fmla="*/ 1024 h 90"/>
                  <a:gd name="T8" fmla="*/ 238 w 40"/>
                  <a:gd name="T9" fmla="*/ 1139 h 90"/>
                  <a:gd name="T10" fmla="*/ 188 w 40"/>
                  <a:gd name="T11" fmla="*/ 1229 h 90"/>
                  <a:gd name="T12" fmla="*/ 175 w 40"/>
                  <a:gd name="T13" fmla="*/ 1344 h 90"/>
                  <a:gd name="T14" fmla="*/ 63 w 40"/>
                  <a:gd name="T15" fmla="*/ 1443 h 90"/>
                  <a:gd name="T16" fmla="*/ 0 w 40"/>
                  <a:gd name="T17" fmla="*/ 1685 h 90"/>
                  <a:gd name="T18" fmla="*/ 113 w 40"/>
                  <a:gd name="T19" fmla="*/ 1685 h 90"/>
                  <a:gd name="T20" fmla="*/ 175 w 40"/>
                  <a:gd name="T21" fmla="*/ 1571 h 90"/>
                  <a:gd name="T22" fmla="*/ 313 w 40"/>
                  <a:gd name="T23" fmla="*/ 1139 h 90"/>
                  <a:gd name="T24" fmla="*/ 363 w 40"/>
                  <a:gd name="T25" fmla="*/ 888 h 90"/>
                  <a:gd name="T26" fmla="*/ 458 w 40"/>
                  <a:gd name="T27" fmla="*/ 589 h 90"/>
                  <a:gd name="T28" fmla="*/ 625 w 40"/>
                  <a:gd name="T29" fmla="*/ 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90">
                    <a:moveTo>
                      <a:pt x="32" y="10"/>
                    </a:moveTo>
                    <a:cubicBezTo>
                      <a:pt x="33" y="16"/>
                      <a:pt x="26" y="24"/>
                      <a:pt x="20" y="23"/>
                    </a:cubicBezTo>
                    <a:cubicBezTo>
                      <a:pt x="28" y="20"/>
                      <a:pt x="25" y="40"/>
                      <a:pt x="17" y="37"/>
                    </a:cubicBezTo>
                    <a:cubicBezTo>
                      <a:pt x="22" y="39"/>
                      <a:pt x="19" y="53"/>
                      <a:pt x="14" y="54"/>
                    </a:cubicBezTo>
                    <a:cubicBezTo>
                      <a:pt x="15" y="55"/>
                      <a:pt x="16" y="58"/>
                      <a:pt x="15" y="60"/>
                    </a:cubicBezTo>
                    <a:cubicBezTo>
                      <a:pt x="15" y="63"/>
                      <a:pt x="12" y="63"/>
                      <a:pt x="12" y="65"/>
                    </a:cubicBezTo>
                    <a:cubicBezTo>
                      <a:pt x="11" y="67"/>
                      <a:pt x="12" y="69"/>
                      <a:pt x="11" y="71"/>
                    </a:cubicBezTo>
                    <a:cubicBezTo>
                      <a:pt x="9" y="74"/>
                      <a:pt x="7" y="74"/>
                      <a:pt x="4" y="76"/>
                    </a:cubicBezTo>
                    <a:cubicBezTo>
                      <a:pt x="7" y="81"/>
                      <a:pt x="5" y="86"/>
                      <a:pt x="0" y="89"/>
                    </a:cubicBezTo>
                    <a:cubicBezTo>
                      <a:pt x="2" y="88"/>
                      <a:pt x="5" y="90"/>
                      <a:pt x="7" y="89"/>
                    </a:cubicBezTo>
                    <a:cubicBezTo>
                      <a:pt x="9" y="88"/>
                      <a:pt x="10" y="85"/>
                      <a:pt x="11" y="83"/>
                    </a:cubicBezTo>
                    <a:cubicBezTo>
                      <a:pt x="14" y="75"/>
                      <a:pt x="18" y="68"/>
                      <a:pt x="20" y="60"/>
                    </a:cubicBezTo>
                    <a:cubicBezTo>
                      <a:pt x="21" y="56"/>
                      <a:pt x="22" y="51"/>
                      <a:pt x="23" y="47"/>
                    </a:cubicBezTo>
                    <a:cubicBezTo>
                      <a:pt x="25" y="42"/>
                      <a:pt x="27" y="36"/>
                      <a:pt x="29" y="31"/>
                    </a:cubicBezTo>
                    <a:cubicBezTo>
                      <a:pt x="32" y="21"/>
                      <a:pt x="36" y="10"/>
                      <a:pt x="40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761">
                <a:extLst>
                  <a:ext uri="{FF2B5EF4-FFF2-40B4-BE49-F238E27FC236}">
                    <a16:creationId xmlns:a16="http://schemas.microsoft.com/office/drawing/2014/main" id="{8002E2BB-4708-405E-9123-787A3D9FB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661"/>
                <a:ext cx="62" cy="104"/>
              </a:xfrm>
              <a:custGeom>
                <a:avLst/>
                <a:gdLst>
                  <a:gd name="T0" fmla="*/ 166 w 25"/>
                  <a:gd name="T1" fmla="*/ 149 h 39"/>
                  <a:gd name="T2" fmla="*/ 92 w 25"/>
                  <a:gd name="T3" fmla="*/ 419 h 39"/>
                  <a:gd name="T4" fmla="*/ 74 w 25"/>
                  <a:gd name="T5" fmla="*/ 661 h 39"/>
                  <a:gd name="T6" fmla="*/ 0 w 25"/>
                  <a:gd name="T7" fmla="*/ 739 h 39"/>
                  <a:gd name="T8" fmla="*/ 74 w 25"/>
                  <a:gd name="T9" fmla="*/ 717 h 39"/>
                  <a:gd name="T10" fmla="*/ 184 w 25"/>
                  <a:gd name="T11" fmla="*/ 568 h 39"/>
                  <a:gd name="T12" fmla="*/ 382 w 2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9">
                    <a:moveTo>
                      <a:pt x="11" y="8"/>
                    </a:moveTo>
                    <a:cubicBezTo>
                      <a:pt x="21" y="10"/>
                      <a:pt x="13" y="23"/>
                      <a:pt x="6" y="22"/>
                    </a:cubicBezTo>
                    <a:cubicBezTo>
                      <a:pt x="12" y="23"/>
                      <a:pt x="9" y="32"/>
                      <a:pt x="5" y="35"/>
                    </a:cubicBezTo>
                    <a:cubicBezTo>
                      <a:pt x="4" y="37"/>
                      <a:pt x="0" y="36"/>
                      <a:pt x="0" y="39"/>
                    </a:cubicBezTo>
                    <a:cubicBezTo>
                      <a:pt x="1" y="39"/>
                      <a:pt x="3" y="39"/>
                      <a:pt x="5" y="38"/>
                    </a:cubicBezTo>
                    <a:cubicBezTo>
                      <a:pt x="9" y="37"/>
                      <a:pt x="10" y="34"/>
                      <a:pt x="12" y="30"/>
                    </a:cubicBezTo>
                    <a:cubicBezTo>
                      <a:pt x="17" y="20"/>
                      <a:pt x="22" y="10"/>
                      <a:pt x="25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762">
                <a:extLst>
                  <a:ext uri="{FF2B5EF4-FFF2-40B4-BE49-F238E27FC236}">
                    <a16:creationId xmlns:a16="http://schemas.microsoft.com/office/drawing/2014/main" id="{C2C6AED9-CA81-47F1-8F06-4399E36C2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613"/>
                <a:ext cx="90" cy="154"/>
              </a:xfrm>
              <a:custGeom>
                <a:avLst/>
                <a:gdLst>
                  <a:gd name="T0" fmla="*/ 145 w 36"/>
                  <a:gd name="T1" fmla="*/ 1065 h 58"/>
                  <a:gd name="T2" fmla="*/ 0 w 36"/>
                  <a:gd name="T3" fmla="*/ 1051 h 58"/>
                  <a:gd name="T4" fmla="*/ 125 w 36"/>
                  <a:gd name="T5" fmla="*/ 916 h 58"/>
                  <a:gd name="T6" fmla="*/ 238 w 36"/>
                  <a:gd name="T7" fmla="*/ 860 h 58"/>
                  <a:gd name="T8" fmla="*/ 250 w 36"/>
                  <a:gd name="T9" fmla="*/ 746 h 58"/>
                  <a:gd name="T10" fmla="*/ 345 w 36"/>
                  <a:gd name="T11" fmla="*/ 451 h 58"/>
                  <a:gd name="T12" fmla="*/ 425 w 36"/>
                  <a:gd name="T13" fmla="*/ 337 h 58"/>
                  <a:gd name="T14" fmla="*/ 458 w 36"/>
                  <a:gd name="T15" fmla="*/ 226 h 58"/>
                  <a:gd name="T16" fmla="*/ 520 w 36"/>
                  <a:gd name="T17" fmla="*/ 112 h 58"/>
                  <a:gd name="T18" fmla="*/ 500 w 36"/>
                  <a:gd name="T19" fmla="*/ 35 h 58"/>
                  <a:gd name="T20" fmla="*/ 563 w 36"/>
                  <a:gd name="T21" fmla="*/ 0 h 58"/>
                  <a:gd name="T22" fmla="*/ 520 w 36"/>
                  <a:gd name="T23" fmla="*/ 247 h 58"/>
                  <a:gd name="T24" fmla="*/ 425 w 36"/>
                  <a:gd name="T25" fmla="*/ 563 h 58"/>
                  <a:gd name="T26" fmla="*/ 175 w 36"/>
                  <a:gd name="T27" fmla="*/ 1051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58">
                    <a:moveTo>
                      <a:pt x="9" y="57"/>
                    </a:moveTo>
                    <a:cubicBezTo>
                      <a:pt x="6" y="56"/>
                      <a:pt x="3" y="58"/>
                      <a:pt x="0" y="56"/>
                    </a:cubicBezTo>
                    <a:cubicBezTo>
                      <a:pt x="3" y="55"/>
                      <a:pt x="7" y="53"/>
                      <a:pt x="8" y="49"/>
                    </a:cubicBezTo>
                    <a:cubicBezTo>
                      <a:pt x="11" y="49"/>
                      <a:pt x="13" y="49"/>
                      <a:pt x="15" y="46"/>
                    </a:cubicBezTo>
                    <a:cubicBezTo>
                      <a:pt x="16" y="44"/>
                      <a:pt x="15" y="41"/>
                      <a:pt x="16" y="40"/>
                    </a:cubicBezTo>
                    <a:cubicBezTo>
                      <a:pt x="17" y="37"/>
                      <a:pt x="28" y="26"/>
                      <a:pt x="22" y="24"/>
                    </a:cubicBezTo>
                    <a:cubicBezTo>
                      <a:pt x="24" y="22"/>
                      <a:pt x="26" y="21"/>
                      <a:pt x="27" y="18"/>
                    </a:cubicBezTo>
                    <a:cubicBezTo>
                      <a:pt x="28" y="16"/>
                      <a:pt x="28" y="13"/>
                      <a:pt x="29" y="12"/>
                    </a:cubicBezTo>
                    <a:cubicBezTo>
                      <a:pt x="30" y="9"/>
                      <a:pt x="33" y="10"/>
                      <a:pt x="33" y="6"/>
                    </a:cubicBezTo>
                    <a:cubicBezTo>
                      <a:pt x="33" y="5"/>
                      <a:pt x="33" y="3"/>
                      <a:pt x="32" y="2"/>
                    </a:cubicBezTo>
                    <a:cubicBezTo>
                      <a:pt x="33" y="1"/>
                      <a:pt x="35" y="1"/>
                      <a:pt x="36" y="0"/>
                    </a:cubicBezTo>
                    <a:cubicBezTo>
                      <a:pt x="36" y="5"/>
                      <a:pt x="35" y="9"/>
                      <a:pt x="33" y="13"/>
                    </a:cubicBezTo>
                    <a:cubicBezTo>
                      <a:pt x="31" y="19"/>
                      <a:pt x="29" y="25"/>
                      <a:pt x="27" y="30"/>
                    </a:cubicBezTo>
                    <a:cubicBezTo>
                      <a:pt x="22" y="39"/>
                      <a:pt x="17" y="48"/>
                      <a:pt x="11" y="56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763">
                <a:extLst>
                  <a:ext uri="{FF2B5EF4-FFF2-40B4-BE49-F238E27FC236}">
                    <a16:creationId xmlns:a16="http://schemas.microsoft.com/office/drawing/2014/main" id="{27BC677D-5E3E-4983-964C-B0F138AF8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418"/>
                <a:ext cx="95" cy="208"/>
              </a:xfrm>
              <a:custGeom>
                <a:avLst/>
                <a:gdLst>
                  <a:gd name="T0" fmla="*/ 438 w 38"/>
                  <a:gd name="T1" fmla="*/ 0 h 78"/>
                  <a:gd name="T2" fmla="*/ 425 w 38"/>
                  <a:gd name="T3" fmla="*/ 227 h 78"/>
                  <a:gd name="T4" fmla="*/ 270 w 38"/>
                  <a:gd name="T5" fmla="*/ 307 h 78"/>
                  <a:gd name="T6" fmla="*/ 188 w 38"/>
                  <a:gd name="T7" fmla="*/ 648 h 78"/>
                  <a:gd name="T8" fmla="*/ 113 w 38"/>
                  <a:gd name="T9" fmla="*/ 909 h 78"/>
                  <a:gd name="T10" fmla="*/ 95 w 38"/>
                  <a:gd name="T11" fmla="*/ 1173 h 78"/>
                  <a:gd name="T12" fmla="*/ 0 w 38"/>
                  <a:gd name="T13" fmla="*/ 1400 h 78"/>
                  <a:gd name="T14" fmla="*/ 145 w 38"/>
                  <a:gd name="T15" fmla="*/ 1309 h 78"/>
                  <a:gd name="T16" fmla="*/ 313 w 38"/>
                  <a:gd name="T17" fmla="*/ 760 h 78"/>
                  <a:gd name="T18" fmla="*/ 488 w 38"/>
                  <a:gd name="T19" fmla="*/ 307 h 78"/>
                  <a:gd name="T20" fmla="*/ 595 w 38"/>
                  <a:gd name="T21" fmla="*/ 0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78">
                    <a:moveTo>
                      <a:pt x="28" y="0"/>
                    </a:moveTo>
                    <a:cubicBezTo>
                      <a:pt x="32" y="3"/>
                      <a:pt x="29" y="9"/>
                      <a:pt x="27" y="12"/>
                    </a:cubicBezTo>
                    <a:cubicBezTo>
                      <a:pt x="24" y="15"/>
                      <a:pt x="21" y="16"/>
                      <a:pt x="17" y="16"/>
                    </a:cubicBezTo>
                    <a:cubicBezTo>
                      <a:pt x="29" y="16"/>
                      <a:pt x="21" y="36"/>
                      <a:pt x="12" y="34"/>
                    </a:cubicBezTo>
                    <a:cubicBezTo>
                      <a:pt x="19" y="37"/>
                      <a:pt x="13" y="48"/>
                      <a:pt x="7" y="48"/>
                    </a:cubicBezTo>
                    <a:cubicBezTo>
                      <a:pt x="14" y="50"/>
                      <a:pt x="10" y="59"/>
                      <a:pt x="6" y="62"/>
                    </a:cubicBezTo>
                    <a:cubicBezTo>
                      <a:pt x="10" y="67"/>
                      <a:pt x="2" y="71"/>
                      <a:pt x="0" y="74"/>
                    </a:cubicBezTo>
                    <a:cubicBezTo>
                      <a:pt x="4" y="78"/>
                      <a:pt x="7" y="73"/>
                      <a:pt x="9" y="69"/>
                    </a:cubicBezTo>
                    <a:cubicBezTo>
                      <a:pt x="12" y="60"/>
                      <a:pt x="16" y="50"/>
                      <a:pt x="20" y="40"/>
                    </a:cubicBezTo>
                    <a:cubicBezTo>
                      <a:pt x="24" y="32"/>
                      <a:pt x="27" y="24"/>
                      <a:pt x="31" y="16"/>
                    </a:cubicBezTo>
                    <a:cubicBezTo>
                      <a:pt x="33" y="11"/>
                      <a:pt x="37" y="5"/>
                      <a:pt x="38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764">
                <a:extLst>
                  <a:ext uri="{FF2B5EF4-FFF2-40B4-BE49-F238E27FC236}">
                    <a16:creationId xmlns:a16="http://schemas.microsoft.com/office/drawing/2014/main" id="{1D2A12B0-2127-4115-8B5E-5734F204D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466"/>
                <a:ext cx="125" cy="307"/>
              </a:xfrm>
              <a:custGeom>
                <a:avLst/>
                <a:gdLst>
                  <a:gd name="T0" fmla="*/ 645 w 50"/>
                  <a:gd name="T1" fmla="*/ 363 h 115"/>
                  <a:gd name="T2" fmla="*/ 520 w 50"/>
                  <a:gd name="T3" fmla="*/ 763 h 115"/>
                  <a:gd name="T4" fmla="*/ 533 w 50"/>
                  <a:gd name="T5" fmla="*/ 934 h 115"/>
                  <a:gd name="T6" fmla="*/ 520 w 50"/>
                  <a:gd name="T7" fmla="*/ 969 h 115"/>
                  <a:gd name="T8" fmla="*/ 520 w 50"/>
                  <a:gd name="T9" fmla="*/ 1025 h 115"/>
                  <a:gd name="T10" fmla="*/ 438 w 50"/>
                  <a:gd name="T11" fmla="*/ 1217 h 115"/>
                  <a:gd name="T12" fmla="*/ 425 w 50"/>
                  <a:gd name="T13" fmla="*/ 1332 h 115"/>
                  <a:gd name="T14" fmla="*/ 363 w 50"/>
                  <a:gd name="T15" fmla="*/ 1426 h 115"/>
                  <a:gd name="T16" fmla="*/ 250 w 50"/>
                  <a:gd name="T17" fmla="*/ 1652 h 115"/>
                  <a:gd name="T18" fmla="*/ 188 w 50"/>
                  <a:gd name="T19" fmla="*/ 1903 h 115"/>
                  <a:gd name="T20" fmla="*/ 113 w 50"/>
                  <a:gd name="T21" fmla="*/ 1925 h 115"/>
                  <a:gd name="T22" fmla="*/ 0 w 50"/>
                  <a:gd name="T23" fmla="*/ 2130 h 115"/>
                  <a:gd name="T24" fmla="*/ 375 w 50"/>
                  <a:gd name="T25" fmla="*/ 1674 h 115"/>
                  <a:gd name="T26" fmla="*/ 550 w 50"/>
                  <a:gd name="T27" fmla="*/ 1062 h 115"/>
                  <a:gd name="T28" fmla="*/ 688 w 50"/>
                  <a:gd name="T29" fmla="*/ 435 h 115"/>
                  <a:gd name="T30" fmla="*/ 783 w 50"/>
                  <a:gd name="T31" fmla="*/ 0 h 1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15">
                    <a:moveTo>
                      <a:pt x="41" y="19"/>
                    </a:moveTo>
                    <a:cubicBezTo>
                      <a:pt x="36" y="25"/>
                      <a:pt x="35" y="33"/>
                      <a:pt x="33" y="40"/>
                    </a:cubicBezTo>
                    <a:cubicBezTo>
                      <a:pt x="36" y="41"/>
                      <a:pt x="35" y="47"/>
                      <a:pt x="34" y="49"/>
                    </a:cubicBezTo>
                    <a:cubicBezTo>
                      <a:pt x="34" y="49"/>
                      <a:pt x="33" y="50"/>
                      <a:pt x="33" y="51"/>
                    </a:cubicBezTo>
                    <a:cubicBezTo>
                      <a:pt x="32" y="52"/>
                      <a:pt x="33" y="53"/>
                      <a:pt x="33" y="54"/>
                    </a:cubicBezTo>
                    <a:cubicBezTo>
                      <a:pt x="33" y="58"/>
                      <a:pt x="29" y="61"/>
                      <a:pt x="28" y="64"/>
                    </a:cubicBezTo>
                    <a:cubicBezTo>
                      <a:pt x="27" y="66"/>
                      <a:pt x="28" y="68"/>
                      <a:pt x="27" y="70"/>
                    </a:cubicBezTo>
                    <a:cubicBezTo>
                      <a:pt x="26" y="72"/>
                      <a:pt x="25" y="73"/>
                      <a:pt x="23" y="75"/>
                    </a:cubicBezTo>
                    <a:cubicBezTo>
                      <a:pt x="25" y="81"/>
                      <a:pt x="18" y="83"/>
                      <a:pt x="16" y="87"/>
                    </a:cubicBezTo>
                    <a:cubicBezTo>
                      <a:pt x="22" y="90"/>
                      <a:pt x="15" y="99"/>
                      <a:pt x="12" y="100"/>
                    </a:cubicBezTo>
                    <a:cubicBezTo>
                      <a:pt x="10" y="101"/>
                      <a:pt x="9" y="100"/>
                      <a:pt x="7" y="101"/>
                    </a:cubicBezTo>
                    <a:cubicBezTo>
                      <a:pt x="4" y="102"/>
                      <a:pt x="2" y="109"/>
                      <a:pt x="0" y="112"/>
                    </a:cubicBezTo>
                    <a:cubicBezTo>
                      <a:pt x="13" y="115"/>
                      <a:pt x="22" y="98"/>
                      <a:pt x="24" y="88"/>
                    </a:cubicBezTo>
                    <a:cubicBezTo>
                      <a:pt x="26" y="77"/>
                      <a:pt x="32" y="67"/>
                      <a:pt x="35" y="56"/>
                    </a:cubicBezTo>
                    <a:cubicBezTo>
                      <a:pt x="39" y="45"/>
                      <a:pt x="42" y="34"/>
                      <a:pt x="44" y="23"/>
                    </a:cubicBezTo>
                    <a:cubicBezTo>
                      <a:pt x="46" y="15"/>
                      <a:pt x="48" y="8"/>
                      <a:pt x="50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765">
                <a:extLst>
                  <a:ext uri="{FF2B5EF4-FFF2-40B4-BE49-F238E27FC236}">
                    <a16:creationId xmlns:a16="http://schemas.microsoft.com/office/drawing/2014/main" id="{854CE801-0E32-401B-8412-0A0CDD526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746"/>
                <a:ext cx="75" cy="320"/>
              </a:xfrm>
              <a:custGeom>
                <a:avLst/>
                <a:gdLst>
                  <a:gd name="T0" fmla="*/ 408 w 30"/>
                  <a:gd name="T1" fmla="*/ 77 h 120"/>
                  <a:gd name="T2" fmla="*/ 333 w 30"/>
                  <a:gd name="T3" fmla="*/ 248 h 120"/>
                  <a:gd name="T4" fmla="*/ 313 w 30"/>
                  <a:gd name="T5" fmla="*/ 491 h 120"/>
                  <a:gd name="T6" fmla="*/ 375 w 30"/>
                  <a:gd name="T7" fmla="*/ 605 h 120"/>
                  <a:gd name="T8" fmla="*/ 313 w 30"/>
                  <a:gd name="T9" fmla="*/ 760 h 120"/>
                  <a:gd name="T10" fmla="*/ 345 w 30"/>
                  <a:gd name="T11" fmla="*/ 832 h 120"/>
                  <a:gd name="T12" fmla="*/ 333 w 30"/>
                  <a:gd name="T13" fmla="*/ 947 h 120"/>
                  <a:gd name="T14" fmla="*/ 250 w 30"/>
                  <a:gd name="T15" fmla="*/ 1045 h 120"/>
                  <a:gd name="T16" fmla="*/ 220 w 30"/>
                  <a:gd name="T17" fmla="*/ 1344 h 120"/>
                  <a:gd name="T18" fmla="*/ 188 w 30"/>
                  <a:gd name="T19" fmla="*/ 1592 h 120"/>
                  <a:gd name="T20" fmla="*/ 95 w 30"/>
                  <a:gd name="T21" fmla="*/ 1933 h 120"/>
                  <a:gd name="T22" fmla="*/ 158 w 30"/>
                  <a:gd name="T23" fmla="*/ 2069 h 120"/>
                  <a:gd name="T24" fmla="*/ 125 w 30"/>
                  <a:gd name="T25" fmla="*/ 2253 h 120"/>
                  <a:gd name="T26" fmla="*/ 250 w 30"/>
                  <a:gd name="T27" fmla="*/ 1933 h 120"/>
                  <a:gd name="T28" fmla="*/ 313 w 30"/>
                  <a:gd name="T29" fmla="*/ 1728 h 120"/>
                  <a:gd name="T30" fmla="*/ 313 w 30"/>
                  <a:gd name="T31" fmla="*/ 1515 h 120"/>
                  <a:gd name="T32" fmla="*/ 408 w 30"/>
                  <a:gd name="T33" fmla="*/ 1024 h 120"/>
                  <a:gd name="T34" fmla="*/ 425 w 30"/>
                  <a:gd name="T35" fmla="*/ 661 h 120"/>
                  <a:gd name="T36" fmla="*/ 438 w 30"/>
                  <a:gd name="T37" fmla="*/ 320 h 120"/>
                  <a:gd name="T38" fmla="*/ 458 w 30"/>
                  <a:gd name="T39" fmla="*/ 149 h 120"/>
                  <a:gd name="T40" fmla="*/ 458 w 30"/>
                  <a:gd name="T41" fmla="*/ 0 h 1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0" h="120">
                    <a:moveTo>
                      <a:pt x="26" y="4"/>
                    </a:moveTo>
                    <a:cubicBezTo>
                      <a:pt x="26" y="7"/>
                      <a:pt x="24" y="12"/>
                      <a:pt x="21" y="13"/>
                    </a:cubicBezTo>
                    <a:cubicBezTo>
                      <a:pt x="30" y="13"/>
                      <a:pt x="25" y="23"/>
                      <a:pt x="20" y="26"/>
                    </a:cubicBezTo>
                    <a:cubicBezTo>
                      <a:pt x="23" y="27"/>
                      <a:pt x="24" y="30"/>
                      <a:pt x="24" y="32"/>
                    </a:cubicBezTo>
                    <a:cubicBezTo>
                      <a:pt x="24" y="35"/>
                      <a:pt x="21" y="38"/>
                      <a:pt x="20" y="40"/>
                    </a:cubicBezTo>
                    <a:cubicBezTo>
                      <a:pt x="20" y="42"/>
                      <a:pt x="22" y="43"/>
                      <a:pt x="22" y="44"/>
                    </a:cubicBezTo>
                    <a:cubicBezTo>
                      <a:pt x="22" y="46"/>
                      <a:pt x="21" y="48"/>
                      <a:pt x="21" y="50"/>
                    </a:cubicBezTo>
                    <a:cubicBezTo>
                      <a:pt x="20" y="52"/>
                      <a:pt x="19" y="54"/>
                      <a:pt x="16" y="55"/>
                    </a:cubicBezTo>
                    <a:cubicBezTo>
                      <a:pt x="24" y="56"/>
                      <a:pt x="19" y="68"/>
                      <a:pt x="14" y="71"/>
                    </a:cubicBezTo>
                    <a:cubicBezTo>
                      <a:pt x="21" y="73"/>
                      <a:pt x="16" y="81"/>
                      <a:pt x="12" y="84"/>
                    </a:cubicBezTo>
                    <a:cubicBezTo>
                      <a:pt x="19" y="88"/>
                      <a:pt x="8" y="99"/>
                      <a:pt x="6" y="102"/>
                    </a:cubicBezTo>
                    <a:cubicBezTo>
                      <a:pt x="9" y="102"/>
                      <a:pt x="11" y="107"/>
                      <a:pt x="10" y="109"/>
                    </a:cubicBezTo>
                    <a:cubicBezTo>
                      <a:pt x="10" y="112"/>
                      <a:pt x="0" y="120"/>
                      <a:pt x="8" y="119"/>
                    </a:cubicBezTo>
                    <a:cubicBezTo>
                      <a:pt x="15" y="119"/>
                      <a:pt x="15" y="107"/>
                      <a:pt x="16" y="102"/>
                    </a:cubicBezTo>
                    <a:cubicBezTo>
                      <a:pt x="18" y="98"/>
                      <a:pt x="19" y="95"/>
                      <a:pt x="20" y="91"/>
                    </a:cubicBezTo>
                    <a:cubicBezTo>
                      <a:pt x="20" y="87"/>
                      <a:pt x="20" y="84"/>
                      <a:pt x="20" y="80"/>
                    </a:cubicBezTo>
                    <a:cubicBezTo>
                      <a:pt x="20" y="71"/>
                      <a:pt x="25" y="63"/>
                      <a:pt x="26" y="54"/>
                    </a:cubicBezTo>
                    <a:cubicBezTo>
                      <a:pt x="27" y="48"/>
                      <a:pt x="26" y="41"/>
                      <a:pt x="27" y="35"/>
                    </a:cubicBezTo>
                    <a:cubicBezTo>
                      <a:pt x="27" y="29"/>
                      <a:pt x="27" y="23"/>
                      <a:pt x="28" y="17"/>
                    </a:cubicBezTo>
                    <a:cubicBezTo>
                      <a:pt x="28" y="14"/>
                      <a:pt x="29" y="11"/>
                      <a:pt x="29" y="8"/>
                    </a:cubicBezTo>
                    <a:cubicBezTo>
                      <a:pt x="29" y="5"/>
                      <a:pt x="30" y="2"/>
                      <a:pt x="29" y="0"/>
                    </a:cubicBezTo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766">
                <a:extLst>
                  <a:ext uri="{FF2B5EF4-FFF2-40B4-BE49-F238E27FC236}">
                    <a16:creationId xmlns:a16="http://schemas.microsoft.com/office/drawing/2014/main" id="{F3503247-1DE1-4163-A74A-D04942961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045"/>
                <a:ext cx="105" cy="384"/>
              </a:xfrm>
              <a:custGeom>
                <a:avLst/>
                <a:gdLst>
                  <a:gd name="T0" fmla="*/ 345 w 42"/>
                  <a:gd name="T1" fmla="*/ 1003 h 144"/>
                  <a:gd name="T2" fmla="*/ 300 w 42"/>
                  <a:gd name="T3" fmla="*/ 1288 h 144"/>
                  <a:gd name="T4" fmla="*/ 188 w 42"/>
                  <a:gd name="T5" fmla="*/ 1629 h 144"/>
                  <a:gd name="T6" fmla="*/ 220 w 42"/>
                  <a:gd name="T7" fmla="*/ 1763 h 144"/>
                  <a:gd name="T8" fmla="*/ 95 w 42"/>
                  <a:gd name="T9" fmla="*/ 1955 h 144"/>
                  <a:gd name="T10" fmla="*/ 158 w 42"/>
                  <a:gd name="T11" fmla="*/ 2125 h 144"/>
                  <a:gd name="T12" fmla="*/ 50 w 42"/>
                  <a:gd name="T13" fmla="*/ 2296 h 144"/>
                  <a:gd name="T14" fmla="*/ 0 w 42"/>
                  <a:gd name="T15" fmla="*/ 2637 h 144"/>
                  <a:gd name="T16" fmla="*/ 125 w 42"/>
                  <a:gd name="T17" fmla="*/ 2731 h 144"/>
                  <a:gd name="T18" fmla="*/ 238 w 42"/>
                  <a:gd name="T19" fmla="*/ 2296 h 144"/>
                  <a:gd name="T20" fmla="*/ 300 w 42"/>
                  <a:gd name="T21" fmla="*/ 1899 h 144"/>
                  <a:gd name="T22" fmla="*/ 425 w 42"/>
                  <a:gd name="T23" fmla="*/ 1288 h 144"/>
                  <a:gd name="T24" fmla="*/ 625 w 42"/>
                  <a:gd name="T25" fmla="*/ 192 h 144"/>
                  <a:gd name="T26" fmla="*/ 658 w 42"/>
                  <a:gd name="T27" fmla="*/ 0 h 144"/>
                  <a:gd name="T28" fmla="*/ 583 w 42"/>
                  <a:gd name="T29" fmla="*/ 171 h 144"/>
                  <a:gd name="T30" fmla="*/ 425 w 42"/>
                  <a:gd name="T31" fmla="*/ 435 h 144"/>
                  <a:gd name="T32" fmla="*/ 500 w 42"/>
                  <a:gd name="T33" fmla="*/ 568 h 144"/>
                  <a:gd name="T34" fmla="*/ 395 w 42"/>
                  <a:gd name="T35" fmla="*/ 760 h 144"/>
                  <a:gd name="T36" fmla="*/ 345 w 42"/>
                  <a:gd name="T37" fmla="*/ 1003 h 14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2" h="144">
                    <a:moveTo>
                      <a:pt x="22" y="53"/>
                    </a:moveTo>
                    <a:cubicBezTo>
                      <a:pt x="24" y="58"/>
                      <a:pt x="23" y="65"/>
                      <a:pt x="19" y="68"/>
                    </a:cubicBezTo>
                    <a:cubicBezTo>
                      <a:pt x="27" y="72"/>
                      <a:pt x="17" y="84"/>
                      <a:pt x="12" y="86"/>
                    </a:cubicBezTo>
                    <a:cubicBezTo>
                      <a:pt x="16" y="84"/>
                      <a:pt x="15" y="92"/>
                      <a:pt x="14" y="93"/>
                    </a:cubicBezTo>
                    <a:cubicBezTo>
                      <a:pt x="12" y="97"/>
                      <a:pt x="9" y="100"/>
                      <a:pt x="6" y="103"/>
                    </a:cubicBezTo>
                    <a:cubicBezTo>
                      <a:pt x="10" y="103"/>
                      <a:pt x="12" y="109"/>
                      <a:pt x="10" y="112"/>
                    </a:cubicBezTo>
                    <a:cubicBezTo>
                      <a:pt x="9" y="116"/>
                      <a:pt x="6" y="119"/>
                      <a:pt x="3" y="121"/>
                    </a:cubicBezTo>
                    <a:cubicBezTo>
                      <a:pt x="12" y="120"/>
                      <a:pt x="0" y="138"/>
                      <a:pt x="0" y="139"/>
                    </a:cubicBezTo>
                    <a:cubicBezTo>
                      <a:pt x="2" y="139"/>
                      <a:pt x="6" y="142"/>
                      <a:pt x="8" y="144"/>
                    </a:cubicBezTo>
                    <a:cubicBezTo>
                      <a:pt x="10" y="136"/>
                      <a:pt x="13" y="129"/>
                      <a:pt x="15" y="121"/>
                    </a:cubicBezTo>
                    <a:cubicBezTo>
                      <a:pt x="17" y="114"/>
                      <a:pt x="18" y="107"/>
                      <a:pt x="19" y="100"/>
                    </a:cubicBezTo>
                    <a:cubicBezTo>
                      <a:pt x="21" y="90"/>
                      <a:pt x="25" y="78"/>
                      <a:pt x="27" y="68"/>
                    </a:cubicBezTo>
                    <a:cubicBezTo>
                      <a:pt x="30" y="51"/>
                      <a:pt x="36" y="26"/>
                      <a:pt x="40" y="10"/>
                    </a:cubicBezTo>
                    <a:cubicBezTo>
                      <a:pt x="40" y="6"/>
                      <a:pt x="41" y="3"/>
                      <a:pt x="42" y="0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15"/>
                      <a:pt x="32" y="21"/>
                      <a:pt x="27" y="23"/>
                    </a:cubicBezTo>
                    <a:cubicBezTo>
                      <a:pt x="30" y="20"/>
                      <a:pt x="32" y="28"/>
                      <a:pt x="32" y="30"/>
                    </a:cubicBezTo>
                    <a:cubicBezTo>
                      <a:pt x="31" y="34"/>
                      <a:pt x="28" y="37"/>
                      <a:pt x="25" y="40"/>
                    </a:cubicBezTo>
                    <a:cubicBezTo>
                      <a:pt x="30" y="40"/>
                      <a:pt x="25" y="51"/>
                      <a:pt x="22" y="53"/>
                    </a:cubicBezTo>
                    <a:close/>
                  </a:path>
                </a:pathLst>
              </a:custGeom>
              <a:solidFill>
                <a:srgbClr val="F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767">
                <a:extLst>
                  <a:ext uri="{FF2B5EF4-FFF2-40B4-BE49-F238E27FC236}">
                    <a16:creationId xmlns:a16="http://schemas.microsoft.com/office/drawing/2014/main" id="{5ACA68FB-D37A-42B6-AF44-B687282EF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631"/>
                <a:ext cx="511" cy="1160"/>
              </a:xfrm>
              <a:custGeom>
                <a:avLst/>
                <a:gdLst>
                  <a:gd name="T0" fmla="*/ 2152 w 204"/>
                  <a:gd name="T1" fmla="*/ 320 h 435"/>
                  <a:gd name="T2" fmla="*/ 1901 w 204"/>
                  <a:gd name="T3" fmla="*/ 739 h 435"/>
                  <a:gd name="T4" fmla="*/ 1493 w 204"/>
                  <a:gd name="T5" fmla="*/ 1763 h 435"/>
                  <a:gd name="T6" fmla="*/ 1318 w 204"/>
                  <a:gd name="T7" fmla="*/ 2368 h 435"/>
                  <a:gd name="T8" fmla="*/ 1085 w 204"/>
                  <a:gd name="T9" fmla="*/ 2995 h 435"/>
                  <a:gd name="T10" fmla="*/ 847 w 204"/>
                  <a:gd name="T11" fmla="*/ 3699 h 435"/>
                  <a:gd name="T12" fmla="*/ 188 w 204"/>
                  <a:gd name="T13" fmla="*/ 6237 h 435"/>
                  <a:gd name="T14" fmla="*/ 83 w 204"/>
                  <a:gd name="T15" fmla="*/ 7701 h 435"/>
                  <a:gd name="T16" fmla="*/ 438 w 204"/>
                  <a:gd name="T17" fmla="*/ 7944 h 435"/>
                  <a:gd name="T18" fmla="*/ 1606 w 204"/>
                  <a:gd name="T19" fmla="*/ 8056 h 435"/>
                  <a:gd name="T20" fmla="*/ 1889 w 204"/>
                  <a:gd name="T21" fmla="*/ 7587 h 435"/>
                  <a:gd name="T22" fmla="*/ 2089 w 204"/>
                  <a:gd name="T23" fmla="*/ 6904 h 435"/>
                  <a:gd name="T24" fmla="*/ 2485 w 204"/>
                  <a:gd name="T25" fmla="*/ 5235 h 435"/>
                  <a:gd name="T26" fmla="*/ 2547 w 204"/>
                  <a:gd name="T27" fmla="*/ 4835 h 435"/>
                  <a:gd name="T28" fmla="*/ 2673 w 204"/>
                  <a:gd name="T29" fmla="*/ 4232 h 435"/>
                  <a:gd name="T30" fmla="*/ 2873 w 204"/>
                  <a:gd name="T31" fmla="*/ 3128 h 435"/>
                  <a:gd name="T32" fmla="*/ 3081 w 204"/>
                  <a:gd name="T33" fmla="*/ 1387 h 435"/>
                  <a:gd name="T34" fmla="*/ 2998 w 204"/>
                  <a:gd name="T35" fmla="*/ 491 h 435"/>
                  <a:gd name="T36" fmla="*/ 2152 w 204"/>
                  <a:gd name="T37" fmla="*/ 320 h 4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04" h="435">
                    <a:moveTo>
                      <a:pt x="137" y="17"/>
                    </a:moveTo>
                    <a:cubicBezTo>
                      <a:pt x="131" y="22"/>
                      <a:pt x="125" y="33"/>
                      <a:pt x="121" y="39"/>
                    </a:cubicBezTo>
                    <a:cubicBezTo>
                      <a:pt x="110" y="56"/>
                      <a:pt x="103" y="75"/>
                      <a:pt x="95" y="93"/>
                    </a:cubicBezTo>
                    <a:cubicBezTo>
                      <a:pt x="91" y="103"/>
                      <a:pt x="88" y="114"/>
                      <a:pt x="84" y="125"/>
                    </a:cubicBezTo>
                    <a:cubicBezTo>
                      <a:pt x="80" y="136"/>
                      <a:pt x="73" y="147"/>
                      <a:pt x="69" y="158"/>
                    </a:cubicBezTo>
                    <a:cubicBezTo>
                      <a:pt x="64" y="170"/>
                      <a:pt x="59" y="183"/>
                      <a:pt x="54" y="195"/>
                    </a:cubicBezTo>
                    <a:cubicBezTo>
                      <a:pt x="49" y="209"/>
                      <a:pt x="19" y="298"/>
                      <a:pt x="12" y="329"/>
                    </a:cubicBezTo>
                    <a:cubicBezTo>
                      <a:pt x="2" y="368"/>
                      <a:pt x="0" y="402"/>
                      <a:pt x="5" y="406"/>
                    </a:cubicBezTo>
                    <a:cubicBezTo>
                      <a:pt x="10" y="411"/>
                      <a:pt x="17" y="416"/>
                      <a:pt x="28" y="419"/>
                    </a:cubicBezTo>
                    <a:cubicBezTo>
                      <a:pt x="43" y="426"/>
                      <a:pt x="81" y="435"/>
                      <a:pt x="102" y="425"/>
                    </a:cubicBezTo>
                    <a:cubicBezTo>
                      <a:pt x="111" y="419"/>
                      <a:pt x="116" y="413"/>
                      <a:pt x="120" y="400"/>
                    </a:cubicBezTo>
                    <a:cubicBezTo>
                      <a:pt x="123" y="388"/>
                      <a:pt x="129" y="376"/>
                      <a:pt x="133" y="364"/>
                    </a:cubicBezTo>
                    <a:cubicBezTo>
                      <a:pt x="141" y="335"/>
                      <a:pt x="149" y="305"/>
                      <a:pt x="158" y="276"/>
                    </a:cubicBezTo>
                    <a:cubicBezTo>
                      <a:pt x="160" y="269"/>
                      <a:pt x="161" y="262"/>
                      <a:pt x="162" y="255"/>
                    </a:cubicBezTo>
                    <a:cubicBezTo>
                      <a:pt x="164" y="245"/>
                      <a:pt x="168" y="233"/>
                      <a:pt x="170" y="223"/>
                    </a:cubicBezTo>
                    <a:cubicBezTo>
                      <a:pt x="173" y="206"/>
                      <a:pt x="179" y="181"/>
                      <a:pt x="183" y="165"/>
                    </a:cubicBezTo>
                    <a:cubicBezTo>
                      <a:pt x="190" y="130"/>
                      <a:pt x="193" y="109"/>
                      <a:pt x="196" y="73"/>
                    </a:cubicBezTo>
                    <a:cubicBezTo>
                      <a:pt x="197" y="58"/>
                      <a:pt x="204" y="38"/>
                      <a:pt x="191" y="26"/>
                    </a:cubicBezTo>
                    <a:cubicBezTo>
                      <a:pt x="184" y="19"/>
                      <a:pt x="153" y="0"/>
                      <a:pt x="137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768">
                <a:extLst>
                  <a:ext uri="{FF2B5EF4-FFF2-40B4-BE49-F238E27FC236}">
                    <a16:creationId xmlns:a16="http://schemas.microsoft.com/office/drawing/2014/main" id="{80903BB7-83C8-4CC4-B009-9B300A74B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682"/>
                <a:ext cx="302" cy="1075"/>
              </a:xfrm>
              <a:custGeom>
                <a:avLst/>
                <a:gdLst>
                  <a:gd name="T0" fmla="*/ 1882 w 121"/>
                  <a:gd name="T1" fmla="*/ 0 h 403"/>
                  <a:gd name="T2" fmla="*/ 1650 w 121"/>
                  <a:gd name="T3" fmla="*/ 931 h 403"/>
                  <a:gd name="T4" fmla="*/ 1478 w 121"/>
                  <a:gd name="T5" fmla="*/ 1787 h 403"/>
                  <a:gd name="T6" fmla="*/ 1103 w 121"/>
                  <a:gd name="T7" fmla="*/ 3700 h 403"/>
                  <a:gd name="T8" fmla="*/ 62 w 121"/>
                  <a:gd name="T9" fmla="*/ 7557 h 403"/>
                  <a:gd name="T10" fmla="*/ 0 w 121"/>
                  <a:gd name="T11" fmla="*/ 7650 h 4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403">
                    <a:moveTo>
                      <a:pt x="121" y="0"/>
                    </a:moveTo>
                    <a:cubicBezTo>
                      <a:pt x="116" y="14"/>
                      <a:pt x="110" y="34"/>
                      <a:pt x="106" y="49"/>
                    </a:cubicBezTo>
                    <a:cubicBezTo>
                      <a:pt x="102" y="64"/>
                      <a:pt x="99" y="78"/>
                      <a:pt x="95" y="94"/>
                    </a:cubicBezTo>
                    <a:cubicBezTo>
                      <a:pt x="88" y="128"/>
                      <a:pt x="82" y="162"/>
                      <a:pt x="71" y="195"/>
                    </a:cubicBezTo>
                    <a:cubicBezTo>
                      <a:pt x="59" y="230"/>
                      <a:pt x="17" y="378"/>
                      <a:pt x="4" y="398"/>
                    </a:cubicBezTo>
                    <a:cubicBezTo>
                      <a:pt x="3" y="401"/>
                      <a:pt x="0" y="403"/>
                      <a:pt x="0" y="40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769">
                <a:extLst>
                  <a:ext uri="{FF2B5EF4-FFF2-40B4-BE49-F238E27FC236}">
                    <a16:creationId xmlns:a16="http://schemas.microsoft.com/office/drawing/2014/main" id="{FB91B80A-9209-4BA9-B8EB-FCCB533A1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711"/>
                <a:ext cx="260" cy="59"/>
              </a:xfrm>
              <a:custGeom>
                <a:avLst/>
                <a:gdLst>
                  <a:gd name="T0" fmla="*/ 0 w 104"/>
                  <a:gd name="T1" fmla="*/ 0 h 22"/>
                  <a:gd name="T2" fmla="*/ 408 w 104"/>
                  <a:gd name="T3" fmla="*/ 231 h 22"/>
                  <a:gd name="T4" fmla="*/ 1125 w 104"/>
                  <a:gd name="T5" fmla="*/ 389 h 22"/>
                  <a:gd name="T6" fmla="*/ 1625 w 104"/>
                  <a:gd name="T7" fmla="*/ 28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22">
                    <a:moveTo>
                      <a:pt x="0" y="0"/>
                    </a:moveTo>
                    <a:cubicBezTo>
                      <a:pt x="5" y="6"/>
                      <a:pt x="19" y="11"/>
                      <a:pt x="26" y="12"/>
                    </a:cubicBezTo>
                    <a:cubicBezTo>
                      <a:pt x="38" y="13"/>
                      <a:pt x="58" y="19"/>
                      <a:pt x="72" y="20"/>
                    </a:cubicBezTo>
                    <a:cubicBezTo>
                      <a:pt x="86" y="22"/>
                      <a:pt x="95" y="21"/>
                      <a:pt x="104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770">
                <a:extLst>
                  <a:ext uri="{FF2B5EF4-FFF2-40B4-BE49-F238E27FC236}">
                    <a16:creationId xmlns:a16="http://schemas.microsoft.com/office/drawing/2014/main" id="{651A0EFE-A8A6-44D9-B97B-DB81065B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661"/>
                <a:ext cx="295" cy="1088"/>
              </a:xfrm>
              <a:custGeom>
                <a:avLst/>
                <a:gdLst>
                  <a:gd name="T0" fmla="*/ 1845 w 118"/>
                  <a:gd name="T1" fmla="*/ 0 h 408"/>
                  <a:gd name="T2" fmla="*/ 1533 w 118"/>
                  <a:gd name="T3" fmla="*/ 1173 h 408"/>
                  <a:gd name="T4" fmla="*/ 1095 w 118"/>
                  <a:gd name="T5" fmla="*/ 3149 h 408"/>
                  <a:gd name="T6" fmla="*/ 300 w 118"/>
                  <a:gd name="T7" fmla="*/ 6123 h 408"/>
                  <a:gd name="T8" fmla="*/ 20 w 118"/>
                  <a:gd name="T9" fmla="*/ 7680 h 408"/>
                  <a:gd name="T10" fmla="*/ 0 w 118"/>
                  <a:gd name="T11" fmla="*/ 7736 h 4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408">
                    <a:moveTo>
                      <a:pt x="118" y="0"/>
                    </a:moveTo>
                    <a:cubicBezTo>
                      <a:pt x="115" y="9"/>
                      <a:pt x="100" y="52"/>
                      <a:pt x="98" y="62"/>
                    </a:cubicBezTo>
                    <a:cubicBezTo>
                      <a:pt x="93" y="82"/>
                      <a:pt x="81" y="128"/>
                      <a:pt x="70" y="166"/>
                    </a:cubicBezTo>
                    <a:cubicBezTo>
                      <a:pt x="55" y="225"/>
                      <a:pt x="32" y="281"/>
                      <a:pt x="19" y="323"/>
                    </a:cubicBezTo>
                    <a:cubicBezTo>
                      <a:pt x="7" y="363"/>
                      <a:pt x="2" y="403"/>
                      <a:pt x="1" y="405"/>
                    </a:cubicBezTo>
                    <a:cubicBezTo>
                      <a:pt x="1" y="407"/>
                      <a:pt x="0" y="408"/>
                      <a:pt x="0" y="40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771">
                <a:extLst>
                  <a:ext uri="{FF2B5EF4-FFF2-40B4-BE49-F238E27FC236}">
                    <a16:creationId xmlns:a16="http://schemas.microsoft.com/office/drawing/2014/main" id="{9E0EEACE-9B04-4138-BF2A-BEAD2A3AD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714"/>
                <a:ext cx="292" cy="1051"/>
              </a:xfrm>
              <a:custGeom>
                <a:avLst/>
                <a:gdLst>
                  <a:gd name="T0" fmla="*/ 1819 w 117"/>
                  <a:gd name="T1" fmla="*/ 0 h 394"/>
                  <a:gd name="T2" fmla="*/ 1445 w 117"/>
                  <a:gd name="T3" fmla="*/ 2219 h 394"/>
                  <a:gd name="T4" fmla="*/ 437 w 117"/>
                  <a:gd name="T5" fmla="*/ 6303 h 394"/>
                  <a:gd name="T6" fmla="*/ 92 w 117"/>
                  <a:gd name="T7" fmla="*/ 7365 h 394"/>
                  <a:gd name="T8" fmla="*/ 0 w 117"/>
                  <a:gd name="T9" fmla="*/ 7480 h 3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394">
                    <a:moveTo>
                      <a:pt x="117" y="0"/>
                    </a:moveTo>
                    <a:cubicBezTo>
                      <a:pt x="111" y="33"/>
                      <a:pt x="99" y="84"/>
                      <a:pt x="93" y="117"/>
                    </a:cubicBezTo>
                    <a:cubicBezTo>
                      <a:pt x="81" y="187"/>
                      <a:pt x="41" y="297"/>
                      <a:pt x="28" y="332"/>
                    </a:cubicBezTo>
                    <a:cubicBezTo>
                      <a:pt x="20" y="355"/>
                      <a:pt x="14" y="370"/>
                      <a:pt x="6" y="388"/>
                    </a:cubicBezTo>
                    <a:cubicBezTo>
                      <a:pt x="4" y="392"/>
                      <a:pt x="0" y="394"/>
                      <a:pt x="0" y="39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772">
                <a:extLst>
                  <a:ext uri="{FF2B5EF4-FFF2-40B4-BE49-F238E27FC236}">
                    <a16:creationId xmlns:a16="http://schemas.microsoft.com/office/drawing/2014/main" id="{E0BD814B-0598-4E85-B9B5-5957B31B4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365"/>
                <a:ext cx="165" cy="400"/>
              </a:xfrm>
              <a:custGeom>
                <a:avLst/>
                <a:gdLst>
                  <a:gd name="T0" fmla="*/ 1033 w 66"/>
                  <a:gd name="T1" fmla="*/ 0 h 150"/>
                  <a:gd name="T2" fmla="*/ 750 w 66"/>
                  <a:gd name="T3" fmla="*/ 909 h 150"/>
                  <a:gd name="T4" fmla="*/ 500 w 66"/>
                  <a:gd name="T5" fmla="*/ 1707 h 150"/>
                  <a:gd name="T6" fmla="*/ 83 w 66"/>
                  <a:gd name="T7" fmla="*/ 2752 h 150"/>
                  <a:gd name="T8" fmla="*/ 0 w 66"/>
                  <a:gd name="T9" fmla="*/ 2845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50">
                    <a:moveTo>
                      <a:pt x="66" y="0"/>
                    </a:moveTo>
                    <a:cubicBezTo>
                      <a:pt x="64" y="11"/>
                      <a:pt x="52" y="38"/>
                      <a:pt x="48" y="48"/>
                    </a:cubicBezTo>
                    <a:cubicBezTo>
                      <a:pt x="42" y="62"/>
                      <a:pt x="37" y="76"/>
                      <a:pt x="32" y="90"/>
                    </a:cubicBezTo>
                    <a:cubicBezTo>
                      <a:pt x="26" y="104"/>
                      <a:pt x="14" y="134"/>
                      <a:pt x="5" y="145"/>
                    </a:cubicBezTo>
                    <a:cubicBezTo>
                      <a:pt x="4" y="146"/>
                      <a:pt x="1" y="149"/>
                      <a:pt x="0" y="15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773">
                <a:extLst>
                  <a:ext uri="{FF2B5EF4-FFF2-40B4-BE49-F238E27FC236}">
                    <a16:creationId xmlns:a16="http://schemas.microsoft.com/office/drawing/2014/main" id="{C00A64FE-EDA7-4A4D-8085-94C54E678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661"/>
                <a:ext cx="305" cy="1082"/>
              </a:xfrm>
              <a:custGeom>
                <a:avLst/>
                <a:gdLst>
                  <a:gd name="T0" fmla="*/ 1908 w 122"/>
                  <a:gd name="T1" fmla="*/ 0 h 406"/>
                  <a:gd name="T2" fmla="*/ 1270 w 122"/>
                  <a:gd name="T3" fmla="*/ 1647 h 406"/>
                  <a:gd name="T4" fmla="*/ 395 w 122"/>
                  <a:gd name="T5" fmla="*/ 5183 h 406"/>
                  <a:gd name="T6" fmla="*/ 95 w 122"/>
                  <a:gd name="T7" fmla="*/ 7606 h 406"/>
                  <a:gd name="T8" fmla="*/ 113 w 122"/>
                  <a:gd name="T9" fmla="*/ 7686 h 4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406">
                    <a:moveTo>
                      <a:pt x="122" y="0"/>
                    </a:moveTo>
                    <a:cubicBezTo>
                      <a:pt x="102" y="20"/>
                      <a:pt x="88" y="60"/>
                      <a:pt x="81" y="87"/>
                    </a:cubicBezTo>
                    <a:cubicBezTo>
                      <a:pt x="72" y="120"/>
                      <a:pt x="31" y="256"/>
                      <a:pt x="25" y="274"/>
                    </a:cubicBezTo>
                    <a:cubicBezTo>
                      <a:pt x="13" y="308"/>
                      <a:pt x="0" y="363"/>
                      <a:pt x="6" y="402"/>
                    </a:cubicBezTo>
                    <a:cubicBezTo>
                      <a:pt x="7" y="405"/>
                      <a:pt x="7" y="406"/>
                      <a:pt x="7" y="40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774">
                <a:extLst>
                  <a:ext uri="{FF2B5EF4-FFF2-40B4-BE49-F238E27FC236}">
                    <a16:creationId xmlns:a16="http://schemas.microsoft.com/office/drawing/2014/main" id="{F33DAFBE-1A9E-4533-93AA-282608FCB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981"/>
                <a:ext cx="173" cy="752"/>
              </a:xfrm>
              <a:custGeom>
                <a:avLst/>
                <a:gdLst>
                  <a:gd name="T0" fmla="*/ 1088 w 69"/>
                  <a:gd name="T1" fmla="*/ 0 h 282"/>
                  <a:gd name="T2" fmla="*/ 722 w 69"/>
                  <a:gd name="T3" fmla="*/ 1365 h 282"/>
                  <a:gd name="T4" fmla="*/ 346 w 69"/>
                  <a:gd name="T5" fmla="*/ 2709 h 282"/>
                  <a:gd name="T6" fmla="*/ 50 w 69"/>
                  <a:gd name="T7" fmla="*/ 4152 h 282"/>
                  <a:gd name="T8" fmla="*/ 83 w 69"/>
                  <a:gd name="T9" fmla="*/ 5291 h 282"/>
                  <a:gd name="T10" fmla="*/ 83 w 69"/>
                  <a:gd name="T11" fmla="*/ 5347 h 2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82">
                    <a:moveTo>
                      <a:pt x="69" y="0"/>
                    </a:moveTo>
                    <a:cubicBezTo>
                      <a:pt x="66" y="10"/>
                      <a:pt x="57" y="43"/>
                      <a:pt x="46" y="72"/>
                    </a:cubicBezTo>
                    <a:cubicBezTo>
                      <a:pt x="38" y="93"/>
                      <a:pt x="29" y="122"/>
                      <a:pt x="22" y="143"/>
                    </a:cubicBezTo>
                    <a:cubicBezTo>
                      <a:pt x="13" y="168"/>
                      <a:pt x="8" y="192"/>
                      <a:pt x="3" y="219"/>
                    </a:cubicBezTo>
                    <a:cubicBezTo>
                      <a:pt x="0" y="241"/>
                      <a:pt x="1" y="259"/>
                      <a:pt x="5" y="279"/>
                    </a:cubicBezTo>
                    <a:cubicBezTo>
                      <a:pt x="5" y="281"/>
                      <a:pt x="5" y="282"/>
                      <a:pt x="5" y="28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775">
                <a:extLst>
                  <a:ext uri="{FF2B5EF4-FFF2-40B4-BE49-F238E27FC236}">
                    <a16:creationId xmlns:a16="http://schemas.microsoft.com/office/drawing/2014/main" id="{4084D498-3980-40E2-9955-8B8029017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77"/>
                <a:ext cx="65" cy="26"/>
              </a:xfrm>
              <a:custGeom>
                <a:avLst/>
                <a:gdLst>
                  <a:gd name="T0" fmla="*/ 0 w 26"/>
                  <a:gd name="T1" fmla="*/ 68 h 10"/>
                  <a:gd name="T2" fmla="*/ 408 w 26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4"/>
                    </a:moveTo>
                    <a:cubicBezTo>
                      <a:pt x="9" y="0"/>
                      <a:pt x="20" y="6"/>
                      <a:pt x="26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776">
                <a:extLst>
                  <a:ext uri="{FF2B5EF4-FFF2-40B4-BE49-F238E27FC236}">
                    <a16:creationId xmlns:a16="http://schemas.microsoft.com/office/drawing/2014/main" id="{51F58569-7816-4B48-843A-50B0626E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325"/>
                <a:ext cx="65" cy="24"/>
              </a:xfrm>
              <a:custGeom>
                <a:avLst/>
                <a:gdLst>
                  <a:gd name="T0" fmla="*/ 0 w 26"/>
                  <a:gd name="T1" fmla="*/ 56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10" y="0"/>
                      <a:pt x="17" y="6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777">
                <a:extLst>
                  <a:ext uri="{FF2B5EF4-FFF2-40B4-BE49-F238E27FC236}">
                    <a16:creationId xmlns:a16="http://schemas.microsoft.com/office/drawing/2014/main" id="{61EDFEEB-FBEC-4273-AB07-20C5B2627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381"/>
                <a:ext cx="65" cy="21"/>
              </a:xfrm>
              <a:custGeom>
                <a:avLst/>
                <a:gdLst>
                  <a:gd name="T0" fmla="*/ 0 w 26"/>
                  <a:gd name="T1" fmla="*/ 21 h 8"/>
                  <a:gd name="T2" fmla="*/ 408 w 2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0" y="1"/>
                    </a:moveTo>
                    <a:cubicBezTo>
                      <a:pt x="8" y="0"/>
                      <a:pt x="20" y="2"/>
                      <a:pt x="26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778">
                <a:extLst>
                  <a:ext uri="{FF2B5EF4-FFF2-40B4-BE49-F238E27FC236}">
                    <a16:creationId xmlns:a16="http://schemas.microsoft.com/office/drawing/2014/main" id="{82E8F373-9850-4C57-894A-C4FE4D559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423"/>
                <a:ext cx="67" cy="27"/>
              </a:xfrm>
              <a:custGeom>
                <a:avLst/>
                <a:gdLst>
                  <a:gd name="T0" fmla="*/ 0 w 27"/>
                  <a:gd name="T1" fmla="*/ 81 h 10"/>
                  <a:gd name="T2" fmla="*/ 412 w 27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4"/>
                    </a:moveTo>
                    <a:cubicBezTo>
                      <a:pt x="6" y="0"/>
                      <a:pt x="23" y="5"/>
                      <a:pt x="27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779">
                <a:extLst>
                  <a:ext uri="{FF2B5EF4-FFF2-40B4-BE49-F238E27FC236}">
                    <a16:creationId xmlns:a16="http://schemas.microsoft.com/office/drawing/2014/main" id="{723D4D26-7369-4170-9158-4C6EE5BFE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477"/>
                <a:ext cx="60" cy="18"/>
              </a:xfrm>
              <a:custGeom>
                <a:avLst/>
                <a:gdLst>
                  <a:gd name="T0" fmla="*/ 0 w 24"/>
                  <a:gd name="T1" fmla="*/ 33 h 7"/>
                  <a:gd name="T2" fmla="*/ 375 w 2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2"/>
                    </a:moveTo>
                    <a:cubicBezTo>
                      <a:pt x="7" y="0"/>
                      <a:pt x="18" y="2"/>
                      <a:pt x="24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780">
                <a:extLst>
                  <a:ext uri="{FF2B5EF4-FFF2-40B4-BE49-F238E27FC236}">
                    <a16:creationId xmlns:a16="http://schemas.microsoft.com/office/drawing/2014/main" id="{CA9313A5-D7E0-4726-8CA1-ADD9C78ED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519"/>
                <a:ext cx="60" cy="24"/>
              </a:xfrm>
              <a:custGeom>
                <a:avLst/>
                <a:gdLst>
                  <a:gd name="T0" fmla="*/ 0 w 24"/>
                  <a:gd name="T1" fmla="*/ 77 h 9"/>
                  <a:gd name="T2" fmla="*/ 375 w 2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4"/>
                    </a:moveTo>
                    <a:cubicBezTo>
                      <a:pt x="6" y="0"/>
                      <a:pt x="19" y="5"/>
                      <a:pt x="24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781">
                <a:extLst>
                  <a:ext uri="{FF2B5EF4-FFF2-40B4-BE49-F238E27FC236}">
                    <a16:creationId xmlns:a16="http://schemas.microsoft.com/office/drawing/2014/main" id="{1EBF46BF-148F-4903-A9BB-F418E153F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573"/>
                <a:ext cx="58" cy="18"/>
              </a:xfrm>
              <a:custGeom>
                <a:avLst/>
                <a:gdLst>
                  <a:gd name="T0" fmla="*/ 0 w 23"/>
                  <a:gd name="T1" fmla="*/ 67 h 7"/>
                  <a:gd name="T2" fmla="*/ 368 w 23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4"/>
                    </a:moveTo>
                    <a:cubicBezTo>
                      <a:pt x="5" y="0"/>
                      <a:pt x="17" y="4"/>
                      <a:pt x="23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782">
                <a:extLst>
                  <a:ext uri="{FF2B5EF4-FFF2-40B4-BE49-F238E27FC236}">
                    <a16:creationId xmlns:a16="http://schemas.microsoft.com/office/drawing/2014/main" id="{E33C8982-4406-4865-8869-962B28889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621"/>
                <a:ext cx="55" cy="10"/>
              </a:xfrm>
              <a:custGeom>
                <a:avLst/>
                <a:gdLst>
                  <a:gd name="T0" fmla="*/ 0 w 22"/>
                  <a:gd name="T1" fmla="*/ 0 h 4"/>
                  <a:gd name="T2" fmla="*/ 345 w 22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0"/>
                    </a:moveTo>
                    <a:cubicBezTo>
                      <a:pt x="6" y="2"/>
                      <a:pt x="18" y="4"/>
                      <a:pt x="2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783">
                <a:extLst>
                  <a:ext uri="{FF2B5EF4-FFF2-40B4-BE49-F238E27FC236}">
                    <a16:creationId xmlns:a16="http://schemas.microsoft.com/office/drawing/2014/main" id="{69743583-15BB-4D77-BC03-E11E31EDD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658"/>
                <a:ext cx="50" cy="13"/>
              </a:xfrm>
              <a:custGeom>
                <a:avLst/>
                <a:gdLst>
                  <a:gd name="T0" fmla="*/ 0 w 20"/>
                  <a:gd name="T1" fmla="*/ 0 h 5"/>
                  <a:gd name="T2" fmla="*/ 313 w 20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0"/>
                    </a:moveTo>
                    <a:cubicBezTo>
                      <a:pt x="4" y="2"/>
                      <a:pt x="19" y="5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784">
                <a:extLst>
                  <a:ext uri="{FF2B5EF4-FFF2-40B4-BE49-F238E27FC236}">
                    <a16:creationId xmlns:a16="http://schemas.microsoft.com/office/drawing/2014/main" id="{A51A6A22-5C74-4597-9D98-5250E14C6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698"/>
                <a:ext cx="42" cy="5"/>
              </a:xfrm>
              <a:custGeom>
                <a:avLst/>
                <a:gdLst>
                  <a:gd name="T0" fmla="*/ 0 w 17"/>
                  <a:gd name="T1" fmla="*/ 0 h 2"/>
                  <a:gd name="T2" fmla="*/ 257 w 17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6" y="2"/>
                      <a:pt x="12" y="2"/>
                      <a:pt x="17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785">
                <a:extLst>
                  <a:ext uri="{FF2B5EF4-FFF2-40B4-BE49-F238E27FC236}">
                    <a16:creationId xmlns:a16="http://schemas.microsoft.com/office/drawing/2014/main" id="{BCE40A4E-0D6D-47A5-A7C0-B7A8AF7C7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237"/>
                <a:ext cx="67" cy="24"/>
              </a:xfrm>
              <a:custGeom>
                <a:avLst/>
                <a:gdLst>
                  <a:gd name="T0" fmla="*/ 0 w 27"/>
                  <a:gd name="T1" fmla="*/ 35 h 9"/>
                  <a:gd name="T2" fmla="*/ 320 w 27"/>
                  <a:gd name="T3" fmla="*/ 93 h 9"/>
                  <a:gd name="T4" fmla="*/ 412 w 27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">
                    <a:moveTo>
                      <a:pt x="0" y="2"/>
                    </a:moveTo>
                    <a:cubicBezTo>
                      <a:pt x="6" y="0"/>
                      <a:pt x="14" y="1"/>
                      <a:pt x="21" y="5"/>
                    </a:cubicBezTo>
                    <a:cubicBezTo>
                      <a:pt x="23" y="6"/>
                      <a:pt x="27" y="7"/>
                      <a:pt x="27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786">
                <a:extLst>
                  <a:ext uri="{FF2B5EF4-FFF2-40B4-BE49-F238E27FC236}">
                    <a16:creationId xmlns:a16="http://schemas.microsoft.com/office/drawing/2014/main" id="{1BD6C66D-821D-4DC1-91EA-5A8E8BC3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194"/>
                <a:ext cx="68" cy="24"/>
              </a:xfrm>
              <a:custGeom>
                <a:avLst/>
                <a:gdLst>
                  <a:gd name="T0" fmla="*/ 0 w 27"/>
                  <a:gd name="T1" fmla="*/ 35 h 9"/>
                  <a:gd name="T2" fmla="*/ 431 w 27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9">
                    <a:moveTo>
                      <a:pt x="0" y="2"/>
                    </a:moveTo>
                    <a:cubicBezTo>
                      <a:pt x="10" y="0"/>
                      <a:pt x="19" y="4"/>
                      <a:pt x="27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787">
                <a:extLst>
                  <a:ext uri="{FF2B5EF4-FFF2-40B4-BE49-F238E27FC236}">
                    <a16:creationId xmlns:a16="http://schemas.microsoft.com/office/drawing/2014/main" id="{D57C3E59-2F91-42CF-A782-F6E73561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49"/>
                <a:ext cx="72" cy="24"/>
              </a:xfrm>
              <a:custGeom>
                <a:avLst/>
                <a:gdLst>
                  <a:gd name="T0" fmla="*/ 0 w 29"/>
                  <a:gd name="T1" fmla="*/ 35 h 9"/>
                  <a:gd name="T2" fmla="*/ 308 w 29"/>
                  <a:gd name="T3" fmla="*/ 93 h 9"/>
                  <a:gd name="T4" fmla="*/ 444 w 29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9">
                    <a:moveTo>
                      <a:pt x="0" y="2"/>
                    </a:moveTo>
                    <a:cubicBezTo>
                      <a:pt x="7" y="0"/>
                      <a:pt x="14" y="2"/>
                      <a:pt x="20" y="5"/>
                    </a:cubicBezTo>
                    <a:cubicBezTo>
                      <a:pt x="23" y="6"/>
                      <a:pt x="27" y="7"/>
                      <a:pt x="29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788">
                <a:extLst>
                  <a:ext uri="{FF2B5EF4-FFF2-40B4-BE49-F238E27FC236}">
                    <a16:creationId xmlns:a16="http://schemas.microsoft.com/office/drawing/2014/main" id="{5DD47AAB-7D9B-47A7-96BA-F653E1737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103"/>
                <a:ext cx="70" cy="19"/>
              </a:xfrm>
              <a:custGeom>
                <a:avLst/>
                <a:gdLst>
                  <a:gd name="T0" fmla="*/ 0 w 28"/>
                  <a:gd name="T1" fmla="*/ 38 h 7"/>
                  <a:gd name="T2" fmla="*/ 363 w 28"/>
                  <a:gd name="T3" fmla="*/ 81 h 7"/>
                  <a:gd name="T4" fmla="*/ 438 w 28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">
                    <a:moveTo>
                      <a:pt x="0" y="2"/>
                    </a:moveTo>
                    <a:cubicBezTo>
                      <a:pt x="8" y="1"/>
                      <a:pt x="15" y="0"/>
                      <a:pt x="23" y="4"/>
                    </a:cubicBezTo>
                    <a:cubicBezTo>
                      <a:pt x="24" y="5"/>
                      <a:pt x="27" y="7"/>
                      <a:pt x="28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789">
                <a:extLst>
                  <a:ext uri="{FF2B5EF4-FFF2-40B4-BE49-F238E27FC236}">
                    <a16:creationId xmlns:a16="http://schemas.microsoft.com/office/drawing/2014/main" id="{26C98052-E5C9-48E1-B0FD-F21C4A8ED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053"/>
                <a:ext cx="70" cy="18"/>
              </a:xfrm>
              <a:custGeom>
                <a:avLst/>
                <a:gdLst>
                  <a:gd name="T0" fmla="*/ 0 w 28"/>
                  <a:gd name="T1" fmla="*/ 54 h 7"/>
                  <a:gd name="T2" fmla="*/ 438 w 28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">
                    <a:moveTo>
                      <a:pt x="0" y="3"/>
                    </a:moveTo>
                    <a:cubicBezTo>
                      <a:pt x="11" y="0"/>
                      <a:pt x="18" y="2"/>
                      <a:pt x="28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790">
                <a:extLst>
                  <a:ext uri="{FF2B5EF4-FFF2-40B4-BE49-F238E27FC236}">
                    <a16:creationId xmlns:a16="http://schemas.microsoft.com/office/drawing/2014/main" id="{6C4E253C-EC13-4B9D-9B84-82AAF7FCA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07"/>
                <a:ext cx="75" cy="19"/>
              </a:xfrm>
              <a:custGeom>
                <a:avLst/>
                <a:gdLst>
                  <a:gd name="T0" fmla="*/ 0 w 30"/>
                  <a:gd name="T1" fmla="*/ 22 h 7"/>
                  <a:gd name="T2" fmla="*/ 470 w 30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">
                    <a:moveTo>
                      <a:pt x="0" y="1"/>
                    </a:moveTo>
                    <a:cubicBezTo>
                      <a:pt x="12" y="0"/>
                      <a:pt x="20" y="2"/>
                      <a:pt x="3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Freeform 791">
                <a:extLst>
                  <a:ext uri="{FF2B5EF4-FFF2-40B4-BE49-F238E27FC236}">
                    <a16:creationId xmlns:a16="http://schemas.microsoft.com/office/drawing/2014/main" id="{2CC6D9BB-35C7-44C0-9DD5-9FC23987B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959"/>
                <a:ext cx="72" cy="16"/>
              </a:xfrm>
              <a:custGeom>
                <a:avLst/>
                <a:gdLst>
                  <a:gd name="T0" fmla="*/ 0 w 29"/>
                  <a:gd name="T1" fmla="*/ 56 h 6"/>
                  <a:gd name="T2" fmla="*/ 444 w 29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">
                    <a:moveTo>
                      <a:pt x="0" y="3"/>
                    </a:moveTo>
                    <a:cubicBezTo>
                      <a:pt x="10" y="0"/>
                      <a:pt x="21" y="1"/>
                      <a:pt x="29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8" name="Freeform 792">
                <a:extLst>
                  <a:ext uri="{FF2B5EF4-FFF2-40B4-BE49-F238E27FC236}">
                    <a16:creationId xmlns:a16="http://schemas.microsoft.com/office/drawing/2014/main" id="{FB3512AD-2BC2-4C1B-B10C-69D36CAF3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906"/>
                <a:ext cx="67" cy="21"/>
              </a:xfrm>
              <a:custGeom>
                <a:avLst/>
                <a:gdLst>
                  <a:gd name="T0" fmla="*/ 0 w 27"/>
                  <a:gd name="T1" fmla="*/ 89 h 8"/>
                  <a:gd name="T2" fmla="*/ 412 w 27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5"/>
                    </a:moveTo>
                    <a:cubicBezTo>
                      <a:pt x="8" y="0"/>
                      <a:pt x="20" y="3"/>
                      <a:pt x="27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793">
                <a:extLst>
                  <a:ext uri="{FF2B5EF4-FFF2-40B4-BE49-F238E27FC236}">
                    <a16:creationId xmlns:a16="http://schemas.microsoft.com/office/drawing/2014/main" id="{84EBB559-B153-4841-A3EA-D22727CEC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858"/>
                <a:ext cx="70" cy="19"/>
              </a:xfrm>
              <a:custGeom>
                <a:avLst/>
                <a:gdLst>
                  <a:gd name="T0" fmla="*/ 0 w 28"/>
                  <a:gd name="T1" fmla="*/ 117 h 7"/>
                  <a:gd name="T2" fmla="*/ 438 w 2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">
                    <a:moveTo>
                      <a:pt x="0" y="6"/>
                    </a:moveTo>
                    <a:cubicBezTo>
                      <a:pt x="6" y="0"/>
                      <a:pt x="22" y="4"/>
                      <a:pt x="28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Freeform 794">
                <a:extLst>
                  <a:ext uri="{FF2B5EF4-FFF2-40B4-BE49-F238E27FC236}">
                    <a16:creationId xmlns:a16="http://schemas.microsoft.com/office/drawing/2014/main" id="{15BB192A-D8CE-4C40-9F02-87D95824B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810"/>
                <a:ext cx="67" cy="27"/>
              </a:xfrm>
              <a:custGeom>
                <a:avLst/>
                <a:gdLst>
                  <a:gd name="T0" fmla="*/ 0 w 27"/>
                  <a:gd name="T1" fmla="*/ 116 h 10"/>
                  <a:gd name="T2" fmla="*/ 412 w 27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6"/>
                    </a:moveTo>
                    <a:cubicBezTo>
                      <a:pt x="10" y="0"/>
                      <a:pt x="19" y="6"/>
                      <a:pt x="27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1" name="Freeform 795">
                <a:extLst>
                  <a:ext uri="{FF2B5EF4-FFF2-40B4-BE49-F238E27FC236}">
                    <a16:creationId xmlns:a16="http://schemas.microsoft.com/office/drawing/2014/main" id="{3D612CF6-3CA7-437F-A5A7-42EB3F7D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773"/>
                <a:ext cx="60" cy="16"/>
              </a:xfrm>
              <a:custGeom>
                <a:avLst/>
                <a:gdLst>
                  <a:gd name="T0" fmla="*/ 0 w 24"/>
                  <a:gd name="T1" fmla="*/ 35 h 6"/>
                  <a:gd name="T2" fmla="*/ 250 w 24"/>
                  <a:gd name="T3" fmla="*/ 56 h 6"/>
                  <a:gd name="T4" fmla="*/ 375 w 2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2"/>
                    </a:moveTo>
                    <a:cubicBezTo>
                      <a:pt x="6" y="1"/>
                      <a:pt x="11" y="0"/>
                      <a:pt x="16" y="3"/>
                    </a:cubicBezTo>
                    <a:cubicBezTo>
                      <a:pt x="19" y="4"/>
                      <a:pt x="21" y="5"/>
                      <a:pt x="24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2" name="Freeform 796">
                <a:extLst>
                  <a:ext uri="{FF2B5EF4-FFF2-40B4-BE49-F238E27FC236}">
                    <a16:creationId xmlns:a16="http://schemas.microsoft.com/office/drawing/2014/main" id="{07AEF8F9-EE9D-448F-86A5-23947A189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738"/>
                <a:ext cx="55" cy="19"/>
              </a:xfrm>
              <a:custGeom>
                <a:avLst/>
                <a:gdLst>
                  <a:gd name="T0" fmla="*/ 0 w 22"/>
                  <a:gd name="T1" fmla="*/ 38 h 7"/>
                  <a:gd name="T2" fmla="*/ 345 w 2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">
                    <a:moveTo>
                      <a:pt x="0" y="2"/>
                    </a:moveTo>
                    <a:cubicBezTo>
                      <a:pt x="8" y="0"/>
                      <a:pt x="16" y="3"/>
                      <a:pt x="2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3" name="Freeform 797">
                <a:extLst>
                  <a:ext uri="{FF2B5EF4-FFF2-40B4-BE49-F238E27FC236}">
                    <a16:creationId xmlns:a16="http://schemas.microsoft.com/office/drawing/2014/main" id="{1D55C0C8-D529-406B-93EF-D3E591DEA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703"/>
                <a:ext cx="50" cy="16"/>
              </a:xfrm>
              <a:custGeom>
                <a:avLst/>
                <a:gdLst>
                  <a:gd name="T0" fmla="*/ 0 w 20"/>
                  <a:gd name="T1" fmla="*/ 35 h 6"/>
                  <a:gd name="T2" fmla="*/ 313 w 2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2"/>
                    </a:moveTo>
                    <a:cubicBezTo>
                      <a:pt x="7" y="0"/>
                      <a:pt x="14" y="4"/>
                      <a:pt x="2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4" name="Freeform 798">
                <a:extLst>
                  <a:ext uri="{FF2B5EF4-FFF2-40B4-BE49-F238E27FC236}">
                    <a16:creationId xmlns:a16="http://schemas.microsoft.com/office/drawing/2014/main" id="{2231D3F3-D96C-4A7F-B903-744319A2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679"/>
                <a:ext cx="45" cy="8"/>
              </a:xfrm>
              <a:custGeom>
                <a:avLst/>
                <a:gdLst>
                  <a:gd name="T0" fmla="*/ 0 w 18"/>
                  <a:gd name="T1" fmla="*/ 21 h 3"/>
                  <a:gd name="T2" fmla="*/ 283 w 1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1"/>
                    </a:moveTo>
                    <a:cubicBezTo>
                      <a:pt x="6" y="0"/>
                      <a:pt x="14" y="0"/>
                      <a:pt x="18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5" name="Freeform 799">
                <a:extLst>
                  <a:ext uri="{FF2B5EF4-FFF2-40B4-BE49-F238E27FC236}">
                    <a16:creationId xmlns:a16="http://schemas.microsoft.com/office/drawing/2014/main" id="{B0C7F7EB-748D-46E0-AB6C-BCFDFFBE9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245"/>
                <a:ext cx="42" cy="8"/>
              </a:xfrm>
              <a:custGeom>
                <a:avLst/>
                <a:gdLst>
                  <a:gd name="T0" fmla="*/ 0 w 17"/>
                  <a:gd name="T1" fmla="*/ 21 h 3"/>
                  <a:gd name="T2" fmla="*/ 257 w 1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">
                    <a:moveTo>
                      <a:pt x="0" y="1"/>
                    </a:moveTo>
                    <a:cubicBezTo>
                      <a:pt x="6" y="0"/>
                      <a:pt x="12" y="0"/>
                      <a:pt x="1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6" name="Freeform 800">
                <a:extLst>
                  <a:ext uri="{FF2B5EF4-FFF2-40B4-BE49-F238E27FC236}">
                    <a16:creationId xmlns:a16="http://schemas.microsoft.com/office/drawing/2014/main" id="{DFECF67B-6361-4C42-B042-0ECF9854E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290"/>
                <a:ext cx="47" cy="11"/>
              </a:xfrm>
              <a:custGeom>
                <a:avLst/>
                <a:gdLst>
                  <a:gd name="T0" fmla="*/ 0 w 19"/>
                  <a:gd name="T1" fmla="*/ 47 h 4"/>
                  <a:gd name="T2" fmla="*/ 287 w 1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7" y="0"/>
                      <a:pt x="12" y="2"/>
                      <a:pt x="19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7" name="Freeform 801">
                <a:extLst>
                  <a:ext uri="{FF2B5EF4-FFF2-40B4-BE49-F238E27FC236}">
                    <a16:creationId xmlns:a16="http://schemas.microsoft.com/office/drawing/2014/main" id="{E3C48A31-61C1-40AE-8A98-3E75FACAE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343"/>
                <a:ext cx="43" cy="11"/>
              </a:xfrm>
              <a:custGeom>
                <a:avLst/>
                <a:gdLst>
                  <a:gd name="T0" fmla="*/ 0 w 17"/>
                  <a:gd name="T1" fmla="*/ 22 h 4"/>
                  <a:gd name="T2" fmla="*/ 276 w 1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1"/>
                    </a:moveTo>
                    <a:cubicBezTo>
                      <a:pt x="5" y="0"/>
                      <a:pt x="13" y="1"/>
                      <a:pt x="1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8" name="Freeform 802">
                <a:extLst>
                  <a:ext uri="{FF2B5EF4-FFF2-40B4-BE49-F238E27FC236}">
                    <a16:creationId xmlns:a16="http://schemas.microsoft.com/office/drawing/2014/main" id="{D546369A-7851-4DB4-83FD-2C19534E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391"/>
                <a:ext cx="45" cy="8"/>
              </a:xfrm>
              <a:custGeom>
                <a:avLst/>
                <a:gdLst>
                  <a:gd name="T0" fmla="*/ 0 w 18"/>
                  <a:gd name="T1" fmla="*/ 35 h 3"/>
                  <a:gd name="T2" fmla="*/ 283 w 1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6" y="0"/>
                      <a:pt x="12" y="1"/>
                      <a:pt x="18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9" name="Freeform 803">
                <a:extLst>
                  <a:ext uri="{FF2B5EF4-FFF2-40B4-BE49-F238E27FC236}">
                    <a16:creationId xmlns:a16="http://schemas.microsoft.com/office/drawing/2014/main" id="{3AC59168-B3A6-4615-ABD5-51BA45842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439"/>
                <a:ext cx="45" cy="8"/>
              </a:xfrm>
              <a:custGeom>
                <a:avLst/>
                <a:gdLst>
                  <a:gd name="T0" fmla="*/ 0 w 18"/>
                  <a:gd name="T1" fmla="*/ 35 h 3"/>
                  <a:gd name="T2" fmla="*/ 220 w 18"/>
                  <a:gd name="T3" fmla="*/ 35 h 3"/>
                  <a:gd name="T4" fmla="*/ 270 w 18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4" y="0"/>
                      <a:pt x="10" y="1"/>
                      <a:pt x="14" y="2"/>
                    </a:cubicBezTo>
                    <a:cubicBezTo>
                      <a:pt x="15" y="2"/>
                      <a:pt x="18" y="2"/>
                      <a:pt x="1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0" name="Freeform 804">
                <a:extLst>
                  <a:ext uri="{FF2B5EF4-FFF2-40B4-BE49-F238E27FC236}">
                    <a16:creationId xmlns:a16="http://schemas.microsoft.com/office/drawing/2014/main" id="{BC7EFF95-94F9-4360-9C44-CDB70421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490"/>
                <a:ext cx="45" cy="8"/>
              </a:xfrm>
              <a:custGeom>
                <a:avLst/>
                <a:gdLst>
                  <a:gd name="T0" fmla="*/ 0 w 18"/>
                  <a:gd name="T1" fmla="*/ 35 h 3"/>
                  <a:gd name="T2" fmla="*/ 283 w 1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5" y="0"/>
                      <a:pt x="12" y="1"/>
                      <a:pt x="18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1" name="Freeform 805">
                <a:extLst>
                  <a:ext uri="{FF2B5EF4-FFF2-40B4-BE49-F238E27FC236}">
                    <a16:creationId xmlns:a16="http://schemas.microsoft.com/office/drawing/2014/main" id="{5094DC85-7DF8-4B2D-B2BD-8B7AEA0BA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541"/>
                <a:ext cx="48" cy="10"/>
              </a:xfrm>
              <a:custGeom>
                <a:avLst/>
                <a:gdLst>
                  <a:gd name="T0" fmla="*/ 0 w 19"/>
                  <a:gd name="T1" fmla="*/ 50 h 4"/>
                  <a:gd name="T2" fmla="*/ 306 w 19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3"/>
                    </a:moveTo>
                    <a:cubicBezTo>
                      <a:pt x="6" y="0"/>
                      <a:pt x="14" y="3"/>
                      <a:pt x="19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2" name="Freeform 806">
                <a:extLst>
                  <a:ext uri="{FF2B5EF4-FFF2-40B4-BE49-F238E27FC236}">
                    <a16:creationId xmlns:a16="http://schemas.microsoft.com/office/drawing/2014/main" id="{D91B44D5-0083-4277-B34A-AEAC81E8C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597"/>
                <a:ext cx="43" cy="5"/>
              </a:xfrm>
              <a:custGeom>
                <a:avLst/>
                <a:gdLst>
                  <a:gd name="T0" fmla="*/ 0 w 17"/>
                  <a:gd name="T1" fmla="*/ 0 h 2"/>
                  <a:gd name="T2" fmla="*/ 276 w 17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6" y="0"/>
                      <a:pt x="12" y="0"/>
                      <a:pt x="17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3" name="Freeform 807">
                <a:extLst>
                  <a:ext uri="{FF2B5EF4-FFF2-40B4-BE49-F238E27FC236}">
                    <a16:creationId xmlns:a16="http://schemas.microsoft.com/office/drawing/2014/main" id="{2479778A-E28B-4038-99B2-E69F44C31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639"/>
                <a:ext cx="40" cy="8"/>
              </a:xfrm>
              <a:custGeom>
                <a:avLst/>
                <a:gdLst>
                  <a:gd name="T0" fmla="*/ 0 w 16"/>
                  <a:gd name="T1" fmla="*/ 35 h 3"/>
                  <a:gd name="T2" fmla="*/ 250 w 1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2"/>
                    </a:moveTo>
                    <a:cubicBezTo>
                      <a:pt x="5" y="1"/>
                      <a:pt x="12" y="0"/>
                      <a:pt x="1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4" name="Freeform 808">
                <a:extLst>
                  <a:ext uri="{FF2B5EF4-FFF2-40B4-BE49-F238E27FC236}">
                    <a16:creationId xmlns:a16="http://schemas.microsoft.com/office/drawing/2014/main" id="{876119B4-2534-4ED0-A4F3-EC5C34042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679"/>
                <a:ext cx="37" cy="3"/>
              </a:xfrm>
              <a:custGeom>
                <a:avLst/>
                <a:gdLst>
                  <a:gd name="T0" fmla="*/ 0 w 15"/>
                  <a:gd name="T1" fmla="*/ 27 h 1"/>
                  <a:gd name="T2" fmla="*/ 212 w 15"/>
                  <a:gd name="T3" fmla="*/ 27 h 1"/>
                  <a:gd name="T4" fmla="*/ 212 w 15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">
                    <a:moveTo>
                      <a:pt x="0" y="1"/>
                    </a:moveTo>
                    <a:cubicBezTo>
                      <a:pt x="5" y="0"/>
                      <a:pt x="9" y="0"/>
                      <a:pt x="14" y="1"/>
                    </a:cubicBezTo>
                    <a:cubicBezTo>
                      <a:pt x="15" y="1"/>
                      <a:pt x="14" y="1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5" name="Freeform 809">
                <a:extLst>
                  <a:ext uri="{FF2B5EF4-FFF2-40B4-BE49-F238E27FC236}">
                    <a16:creationId xmlns:a16="http://schemas.microsoft.com/office/drawing/2014/main" id="{3862C332-E65B-4E98-BA52-AE6EF419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711"/>
                <a:ext cx="38" cy="6"/>
              </a:xfrm>
              <a:custGeom>
                <a:avLst/>
                <a:gdLst>
                  <a:gd name="T0" fmla="*/ 0 w 15"/>
                  <a:gd name="T1" fmla="*/ 0 h 2"/>
                  <a:gd name="T2" fmla="*/ 243 w 15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">
                    <a:moveTo>
                      <a:pt x="0" y="0"/>
                    </a:moveTo>
                    <a:cubicBezTo>
                      <a:pt x="5" y="1"/>
                      <a:pt x="10" y="2"/>
                      <a:pt x="1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6" name="Freeform 810">
                <a:extLst>
                  <a:ext uri="{FF2B5EF4-FFF2-40B4-BE49-F238E27FC236}">
                    <a16:creationId xmlns:a16="http://schemas.microsoft.com/office/drawing/2014/main" id="{DA935C81-3659-4230-BBF5-939461683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519"/>
                <a:ext cx="13" cy="3"/>
              </a:xfrm>
              <a:custGeom>
                <a:avLst/>
                <a:gdLst>
                  <a:gd name="T0" fmla="*/ 0 w 5"/>
                  <a:gd name="T1" fmla="*/ 0 h 1"/>
                  <a:gd name="T2" fmla="*/ 88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7" name="Freeform 811">
                <a:extLst>
                  <a:ext uri="{FF2B5EF4-FFF2-40B4-BE49-F238E27FC236}">
                    <a16:creationId xmlns:a16="http://schemas.microsoft.com/office/drawing/2014/main" id="{7EB046EA-FF06-467E-97A3-D5D038044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567"/>
                <a:ext cx="18" cy="3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6" y="1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8" name="Freeform 812">
                <a:extLst>
                  <a:ext uri="{FF2B5EF4-FFF2-40B4-BE49-F238E27FC236}">
                    <a16:creationId xmlns:a16="http://schemas.microsoft.com/office/drawing/2014/main" id="{75236B02-0E94-480F-AD46-D7256C196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613"/>
                <a:ext cx="20" cy="2"/>
              </a:xfrm>
              <a:custGeom>
                <a:avLst/>
                <a:gdLst>
                  <a:gd name="T0" fmla="*/ 0 w 8"/>
                  <a:gd name="T1" fmla="*/ 0 h 1"/>
                  <a:gd name="T2" fmla="*/ 125 w 8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1"/>
                      <a:pt x="5" y="1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9" name="Freeform 813">
                <a:extLst>
                  <a:ext uri="{FF2B5EF4-FFF2-40B4-BE49-F238E27FC236}">
                    <a16:creationId xmlns:a16="http://schemas.microsoft.com/office/drawing/2014/main" id="{4DB8831A-089F-4C55-85D4-CE36F209E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658"/>
                <a:ext cx="27" cy="5"/>
              </a:xfrm>
              <a:custGeom>
                <a:avLst/>
                <a:gdLst>
                  <a:gd name="T0" fmla="*/ 0 w 11"/>
                  <a:gd name="T1" fmla="*/ 0 h 2"/>
                  <a:gd name="T2" fmla="*/ 162 w 11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3" y="2"/>
                      <a:pt x="8" y="2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0" name="Freeform 814">
                <a:extLst>
                  <a:ext uri="{FF2B5EF4-FFF2-40B4-BE49-F238E27FC236}">
                    <a16:creationId xmlns:a16="http://schemas.microsoft.com/office/drawing/2014/main" id="{278BC170-982E-434A-BD6E-480992543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695"/>
                <a:ext cx="27" cy="8"/>
              </a:xfrm>
              <a:custGeom>
                <a:avLst/>
                <a:gdLst>
                  <a:gd name="T0" fmla="*/ 0 w 11"/>
                  <a:gd name="T1" fmla="*/ 0 h 3"/>
                  <a:gd name="T2" fmla="*/ 162 w 11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2" y="1"/>
                      <a:pt x="11" y="3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1" name="Freeform 815">
                <a:extLst>
                  <a:ext uri="{FF2B5EF4-FFF2-40B4-BE49-F238E27FC236}">
                    <a16:creationId xmlns:a16="http://schemas.microsoft.com/office/drawing/2014/main" id="{180ADAC1-6642-4063-8351-E95D535F4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477"/>
                <a:ext cx="10" cy="2"/>
              </a:xfrm>
              <a:custGeom>
                <a:avLst/>
                <a:gdLst>
                  <a:gd name="T0" fmla="*/ 0 w 4"/>
                  <a:gd name="T1" fmla="*/ 8 h 1"/>
                  <a:gd name="T2" fmla="*/ 63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2" name="Freeform 816">
                <a:extLst>
                  <a:ext uri="{FF2B5EF4-FFF2-40B4-BE49-F238E27FC236}">
                    <a16:creationId xmlns:a16="http://schemas.microsoft.com/office/drawing/2014/main" id="{0B016465-2E4B-457E-B852-B5E5AB591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426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70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0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3" name="Freeform 817">
                <a:extLst>
                  <a:ext uri="{FF2B5EF4-FFF2-40B4-BE49-F238E27FC236}">
                    <a16:creationId xmlns:a16="http://schemas.microsoft.com/office/drawing/2014/main" id="{76CA6B8E-ABCD-48E6-8E49-1DE4B86CA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375"/>
                <a:ext cx="12" cy="3"/>
              </a:xfrm>
              <a:custGeom>
                <a:avLst/>
                <a:gdLst>
                  <a:gd name="T0" fmla="*/ 0 w 5"/>
                  <a:gd name="T1" fmla="*/ 27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0"/>
                      <a:pt x="4" y="0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4" name="Freeform 818">
                <a:extLst>
                  <a:ext uri="{FF2B5EF4-FFF2-40B4-BE49-F238E27FC236}">
                    <a16:creationId xmlns:a16="http://schemas.microsoft.com/office/drawing/2014/main" id="{589BDED4-44AF-414E-8796-CB216E39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327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5" name="Freeform 819">
                <a:extLst>
                  <a:ext uri="{FF2B5EF4-FFF2-40B4-BE49-F238E27FC236}">
                    <a16:creationId xmlns:a16="http://schemas.microsoft.com/office/drawing/2014/main" id="{1976C833-13C9-428F-A016-05D187CD9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279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6" name="Freeform 820">
                <a:extLst>
                  <a:ext uri="{FF2B5EF4-FFF2-40B4-BE49-F238E27FC236}">
                    <a16:creationId xmlns:a16="http://schemas.microsoft.com/office/drawing/2014/main" id="{DFA2C4F9-25C7-4C62-9939-42D0BE5E8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210"/>
                <a:ext cx="45" cy="11"/>
              </a:xfrm>
              <a:custGeom>
                <a:avLst/>
                <a:gdLst>
                  <a:gd name="T0" fmla="*/ 0 w 18"/>
                  <a:gd name="T1" fmla="*/ 47 h 4"/>
                  <a:gd name="T2" fmla="*/ 283 w 18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2"/>
                    </a:moveTo>
                    <a:cubicBezTo>
                      <a:pt x="6" y="0"/>
                      <a:pt x="13" y="2"/>
                      <a:pt x="18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7" name="Freeform 821">
                <a:extLst>
                  <a:ext uri="{FF2B5EF4-FFF2-40B4-BE49-F238E27FC236}">
                    <a16:creationId xmlns:a16="http://schemas.microsoft.com/office/drawing/2014/main" id="{96FE6B55-DECC-4C9A-9FB8-2CCB0AA7F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170"/>
                <a:ext cx="37" cy="11"/>
              </a:xfrm>
              <a:custGeom>
                <a:avLst/>
                <a:gdLst>
                  <a:gd name="T0" fmla="*/ 0 w 15"/>
                  <a:gd name="T1" fmla="*/ 22 h 4"/>
                  <a:gd name="T2" fmla="*/ 224 w 1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1"/>
                    </a:moveTo>
                    <a:cubicBezTo>
                      <a:pt x="5" y="0"/>
                      <a:pt x="11" y="2"/>
                      <a:pt x="1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8" name="Freeform 822">
                <a:extLst>
                  <a:ext uri="{FF2B5EF4-FFF2-40B4-BE49-F238E27FC236}">
                    <a16:creationId xmlns:a16="http://schemas.microsoft.com/office/drawing/2014/main" id="{42B20C3B-45F2-471A-85EF-1981EDEDB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125"/>
                <a:ext cx="40" cy="8"/>
              </a:xfrm>
              <a:custGeom>
                <a:avLst/>
                <a:gdLst>
                  <a:gd name="T0" fmla="*/ 0 w 16"/>
                  <a:gd name="T1" fmla="*/ 56 h 3"/>
                  <a:gd name="T2" fmla="*/ 250 w 1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3"/>
                    </a:moveTo>
                    <a:cubicBezTo>
                      <a:pt x="5" y="0"/>
                      <a:pt x="10" y="1"/>
                      <a:pt x="1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58" name="Freeform 823">
              <a:extLst>
                <a:ext uri="{FF2B5EF4-FFF2-40B4-BE49-F238E27FC236}">
                  <a16:creationId xmlns:a16="http://schemas.microsoft.com/office/drawing/2014/main" id="{A1E19DC8-ABA8-49FA-91EC-29B75928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82"/>
              <a:ext cx="38" cy="5"/>
            </a:xfrm>
            <a:custGeom>
              <a:avLst/>
              <a:gdLst>
                <a:gd name="T0" fmla="*/ 0 w 15"/>
                <a:gd name="T1" fmla="*/ 20 h 2"/>
                <a:gd name="T2" fmla="*/ 243 w 1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1"/>
                  </a:moveTo>
                  <a:cubicBezTo>
                    <a:pt x="5" y="1"/>
                    <a:pt x="10" y="0"/>
                    <a:pt x="15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824">
              <a:extLst>
                <a:ext uri="{FF2B5EF4-FFF2-40B4-BE49-F238E27FC236}">
                  <a16:creationId xmlns:a16="http://schemas.microsoft.com/office/drawing/2014/main" id="{1DCC5081-52A4-4292-8B84-418F4E785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29"/>
              <a:ext cx="15" cy="2"/>
            </a:xfrm>
            <a:custGeom>
              <a:avLst/>
              <a:gdLst>
                <a:gd name="T0" fmla="*/ 0 w 6"/>
                <a:gd name="T1" fmla="*/ 8 h 1"/>
                <a:gd name="T2" fmla="*/ 95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5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825">
              <a:extLst>
                <a:ext uri="{FF2B5EF4-FFF2-40B4-BE49-F238E27FC236}">
                  <a16:creationId xmlns:a16="http://schemas.microsoft.com/office/drawing/2014/main" id="{318C3854-5066-4F56-9E34-C453C5B8E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189"/>
              <a:ext cx="17" cy="2"/>
            </a:xfrm>
            <a:custGeom>
              <a:avLst/>
              <a:gdLst>
                <a:gd name="T0" fmla="*/ 0 w 7"/>
                <a:gd name="T1" fmla="*/ 8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4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826">
              <a:extLst>
                <a:ext uri="{FF2B5EF4-FFF2-40B4-BE49-F238E27FC236}">
                  <a16:creationId xmlns:a16="http://schemas.microsoft.com/office/drawing/2014/main" id="{57C8F9D6-8E6A-48D3-BB64-343E74577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151"/>
              <a:ext cx="18" cy="3"/>
            </a:xfrm>
            <a:custGeom>
              <a:avLst/>
              <a:gdLst>
                <a:gd name="T0" fmla="*/ 0 w 7"/>
                <a:gd name="T1" fmla="*/ 27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6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827">
              <a:extLst>
                <a:ext uri="{FF2B5EF4-FFF2-40B4-BE49-F238E27FC236}">
                  <a16:creationId xmlns:a16="http://schemas.microsoft.com/office/drawing/2014/main" id="{A49F3078-D63B-40BC-B70D-AB6A4FCD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111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828">
              <a:extLst>
                <a:ext uri="{FF2B5EF4-FFF2-40B4-BE49-F238E27FC236}">
                  <a16:creationId xmlns:a16="http://schemas.microsoft.com/office/drawing/2014/main" id="{1FFE3853-C2DC-4FB8-8785-99EE0FCE1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037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4" y="0"/>
                    <a:pt x="11" y="1"/>
                    <a:pt x="16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829">
              <a:extLst>
                <a:ext uri="{FF2B5EF4-FFF2-40B4-BE49-F238E27FC236}">
                  <a16:creationId xmlns:a16="http://schemas.microsoft.com/office/drawing/2014/main" id="{EBC00F52-9D93-413E-A120-F59EBFBF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989"/>
              <a:ext cx="40" cy="10"/>
            </a:xfrm>
            <a:custGeom>
              <a:avLst/>
              <a:gdLst>
                <a:gd name="T0" fmla="*/ 0 w 16"/>
                <a:gd name="T1" fmla="*/ 63 h 4"/>
                <a:gd name="T2" fmla="*/ 250 w 1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1"/>
                    <a:pt x="12" y="0"/>
                    <a:pt x="16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830">
              <a:extLst>
                <a:ext uri="{FF2B5EF4-FFF2-40B4-BE49-F238E27FC236}">
                  <a16:creationId xmlns:a16="http://schemas.microsoft.com/office/drawing/2014/main" id="{71865098-DD83-48C8-AAD3-B99F35A06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941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2"/>
                    <a:pt x="9" y="0"/>
                    <a:pt x="14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831">
              <a:extLst>
                <a:ext uri="{FF2B5EF4-FFF2-40B4-BE49-F238E27FC236}">
                  <a16:creationId xmlns:a16="http://schemas.microsoft.com/office/drawing/2014/main" id="{FE052A3D-5D5E-463C-867C-42EEF11D9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98"/>
              <a:ext cx="38" cy="8"/>
            </a:xfrm>
            <a:custGeom>
              <a:avLst/>
              <a:gdLst>
                <a:gd name="T0" fmla="*/ 0 w 15"/>
                <a:gd name="T1" fmla="*/ 56 h 3"/>
                <a:gd name="T2" fmla="*/ 243 w 1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0"/>
                    <a:pt x="10" y="0"/>
                    <a:pt x="15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832">
              <a:extLst>
                <a:ext uri="{FF2B5EF4-FFF2-40B4-BE49-F238E27FC236}">
                  <a16:creationId xmlns:a16="http://schemas.microsoft.com/office/drawing/2014/main" id="{A3974CD5-12B4-44ED-9CFF-8CEF9BAF0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858"/>
              <a:ext cx="30" cy="8"/>
            </a:xfrm>
            <a:custGeom>
              <a:avLst/>
              <a:gdLst>
                <a:gd name="T0" fmla="*/ 0 w 12"/>
                <a:gd name="T1" fmla="*/ 56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2" y="0"/>
                    <a:pt x="9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833">
              <a:extLst>
                <a:ext uri="{FF2B5EF4-FFF2-40B4-BE49-F238E27FC236}">
                  <a16:creationId xmlns:a16="http://schemas.microsoft.com/office/drawing/2014/main" id="{D22572D8-40AA-4B0B-9E92-BB6C8C859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813"/>
              <a:ext cx="25" cy="5"/>
            </a:xfrm>
            <a:custGeom>
              <a:avLst/>
              <a:gdLst>
                <a:gd name="T0" fmla="*/ 0 w 10"/>
                <a:gd name="T1" fmla="*/ 33 h 2"/>
                <a:gd name="T2" fmla="*/ 158 w 1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0"/>
                    <a:pt x="7" y="0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834">
              <a:extLst>
                <a:ext uri="{FF2B5EF4-FFF2-40B4-BE49-F238E27FC236}">
                  <a16:creationId xmlns:a16="http://schemas.microsoft.com/office/drawing/2014/main" id="{E30639AA-7C36-4F95-9025-F7BFA267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781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835">
              <a:extLst>
                <a:ext uri="{FF2B5EF4-FFF2-40B4-BE49-F238E27FC236}">
                  <a16:creationId xmlns:a16="http://schemas.microsoft.com/office/drawing/2014/main" id="{4EF47DC0-E8FD-41E1-A31E-0BC1BA7F1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749"/>
              <a:ext cx="20" cy="2"/>
            </a:xfrm>
            <a:custGeom>
              <a:avLst/>
              <a:gdLst>
                <a:gd name="T0" fmla="*/ 0 w 8"/>
                <a:gd name="T1" fmla="*/ 8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836">
              <a:extLst>
                <a:ext uri="{FF2B5EF4-FFF2-40B4-BE49-F238E27FC236}">
                  <a16:creationId xmlns:a16="http://schemas.microsoft.com/office/drawing/2014/main" id="{C6842590-6CA3-4B4C-A475-0EBDA4C9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717"/>
              <a:ext cx="15" cy="2"/>
            </a:xfrm>
            <a:custGeom>
              <a:avLst/>
              <a:gdLst>
                <a:gd name="T0" fmla="*/ 0 w 6"/>
                <a:gd name="T1" fmla="*/ 8 h 1"/>
                <a:gd name="T2" fmla="*/ 95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837">
              <a:extLst>
                <a:ext uri="{FF2B5EF4-FFF2-40B4-BE49-F238E27FC236}">
                  <a16:creationId xmlns:a16="http://schemas.microsoft.com/office/drawing/2014/main" id="{2EDE2EFB-8CAC-4045-90A5-F92AFE402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693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838">
              <a:extLst>
                <a:ext uri="{FF2B5EF4-FFF2-40B4-BE49-F238E27FC236}">
                  <a16:creationId xmlns:a16="http://schemas.microsoft.com/office/drawing/2014/main" id="{B2B47713-E4EE-4952-9A54-0331BE546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674"/>
              <a:ext cx="40" cy="21"/>
            </a:xfrm>
            <a:custGeom>
              <a:avLst/>
              <a:gdLst>
                <a:gd name="T0" fmla="*/ 0 w 16"/>
                <a:gd name="T1" fmla="*/ 0 h 8"/>
                <a:gd name="T2" fmla="*/ 250 w 1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7" y="1"/>
                    <a:pt x="11" y="5"/>
                    <a:pt x="16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839">
              <a:extLst>
                <a:ext uri="{FF2B5EF4-FFF2-40B4-BE49-F238E27FC236}">
                  <a16:creationId xmlns:a16="http://schemas.microsoft.com/office/drawing/2014/main" id="{96E46D95-01DA-4359-AE65-97B90E3F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703"/>
              <a:ext cx="45" cy="19"/>
            </a:xfrm>
            <a:custGeom>
              <a:avLst/>
              <a:gdLst>
                <a:gd name="T0" fmla="*/ 0 w 18"/>
                <a:gd name="T1" fmla="*/ 0 h 7"/>
                <a:gd name="T2" fmla="*/ 283 w 18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8" y="1"/>
                    <a:pt x="15" y="6"/>
                    <a:pt x="18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840">
              <a:extLst>
                <a:ext uri="{FF2B5EF4-FFF2-40B4-BE49-F238E27FC236}">
                  <a16:creationId xmlns:a16="http://schemas.microsoft.com/office/drawing/2014/main" id="{8F3439A5-C10A-4549-A620-FD0FDBF5A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741"/>
              <a:ext cx="45" cy="16"/>
            </a:xfrm>
            <a:custGeom>
              <a:avLst/>
              <a:gdLst>
                <a:gd name="T0" fmla="*/ 0 w 18"/>
                <a:gd name="T1" fmla="*/ 21 h 6"/>
                <a:gd name="T2" fmla="*/ 283 w 1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1"/>
                  </a:moveTo>
                  <a:cubicBezTo>
                    <a:pt x="6" y="0"/>
                    <a:pt x="14" y="3"/>
                    <a:pt x="18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841">
              <a:extLst>
                <a:ext uri="{FF2B5EF4-FFF2-40B4-BE49-F238E27FC236}">
                  <a16:creationId xmlns:a16="http://schemas.microsoft.com/office/drawing/2014/main" id="{78309537-78E8-44D9-9637-EBFBBE470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773"/>
              <a:ext cx="45" cy="13"/>
            </a:xfrm>
            <a:custGeom>
              <a:avLst/>
              <a:gdLst>
                <a:gd name="T0" fmla="*/ 0 w 18"/>
                <a:gd name="T1" fmla="*/ 21 h 5"/>
                <a:gd name="T2" fmla="*/ 283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1"/>
                  </a:moveTo>
                  <a:cubicBezTo>
                    <a:pt x="6" y="0"/>
                    <a:pt x="14" y="3"/>
                    <a:pt x="18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842">
              <a:extLst>
                <a:ext uri="{FF2B5EF4-FFF2-40B4-BE49-F238E27FC236}">
                  <a16:creationId xmlns:a16="http://schemas.microsoft.com/office/drawing/2014/main" id="{C35569D6-91C5-4542-B564-8565549BC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15"/>
              <a:ext cx="42" cy="14"/>
            </a:xfrm>
            <a:custGeom>
              <a:avLst/>
              <a:gdLst>
                <a:gd name="T0" fmla="*/ 0 w 17"/>
                <a:gd name="T1" fmla="*/ 0 h 5"/>
                <a:gd name="T2" fmla="*/ 257 w 17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6" y="0"/>
                    <a:pt x="12" y="2"/>
                    <a:pt x="17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843">
              <a:extLst>
                <a:ext uri="{FF2B5EF4-FFF2-40B4-BE49-F238E27FC236}">
                  <a16:creationId xmlns:a16="http://schemas.microsoft.com/office/drawing/2014/main" id="{060C6CA6-2A98-45B2-A911-51F4E06F9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855"/>
              <a:ext cx="42" cy="14"/>
            </a:xfrm>
            <a:custGeom>
              <a:avLst/>
              <a:gdLst>
                <a:gd name="T0" fmla="*/ 0 w 17"/>
                <a:gd name="T1" fmla="*/ 22 h 5"/>
                <a:gd name="T2" fmla="*/ 257 w 17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1"/>
                  </a:moveTo>
                  <a:cubicBezTo>
                    <a:pt x="6" y="0"/>
                    <a:pt x="12" y="3"/>
                    <a:pt x="17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844">
              <a:extLst>
                <a:ext uri="{FF2B5EF4-FFF2-40B4-BE49-F238E27FC236}">
                  <a16:creationId xmlns:a16="http://schemas.microsoft.com/office/drawing/2014/main" id="{0D09042D-7913-4E22-BB6C-167614F9B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03"/>
              <a:ext cx="48" cy="16"/>
            </a:xfrm>
            <a:custGeom>
              <a:avLst/>
              <a:gdLst>
                <a:gd name="T0" fmla="*/ 0 w 19"/>
                <a:gd name="T1" fmla="*/ 21 h 6"/>
                <a:gd name="T2" fmla="*/ 306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1"/>
                  </a:moveTo>
                  <a:cubicBezTo>
                    <a:pt x="5" y="0"/>
                    <a:pt x="14" y="3"/>
                    <a:pt x="19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845">
              <a:extLst>
                <a:ext uri="{FF2B5EF4-FFF2-40B4-BE49-F238E27FC236}">
                  <a16:creationId xmlns:a16="http://schemas.microsoft.com/office/drawing/2014/main" id="{CDD5D715-8D42-4915-8C42-3A39F7C57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941"/>
              <a:ext cx="50" cy="18"/>
            </a:xfrm>
            <a:custGeom>
              <a:avLst/>
              <a:gdLst>
                <a:gd name="T0" fmla="*/ 0 w 20"/>
                <a:gd name="T1" fmla="*/ 21 h 7"/>
                <a:gd name="T2" fmla="*/ 313 w 2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7" y="0"/>
                    <a:pt x="15" y="3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846">
              <a:extLst>
                <a:ext uri="{FF2B5EF4-FFF2-40B4-BE49-F238E27FC236}">
                  <a16:creationId xmlns:a16="http://schemas.microsoft.com/office/drawing/2014/main" id="{19AB03AB-B0FD-4AE0-9BF9-3B3B92676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986"/>
              <a:ext cx="53" cy="13"/>
            </a:xfrm>
            <a:custGeom>
              <a:avLst/>
              <a:gdLst>
                <a:gd name="T0" fmla="*/ 0 w 21"/>
                <a:gd name="T1" fmla="*/ 21 h 5"/>
                <a:gd name="T2" fmla="*/ 338 w 2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1"/>
                  </a:moveTo>
                  <a:cubicBezTo>
                    <a:pt x="6" y="0"/>
                    <a:pt x="16" y="1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847">
              <a:extLst>
                <a:ext uri="{FF2B5EF4-FFF2-40B4-BE49-F238E27FC236}">
                  <a16:creationId xmlns:a16="http://schemas.microsoft.com/office/drawing/2014/main" id="{441EB2B2-130D-41CE-A541-5E39431AA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37"/>
              <a:ext cx="52" cy="16"/>
            </a:xfrm>
            <a:custGeom>
              <a:avLst/>
              <a:gdLst>
                <a:gd name="T0" fmla="*/ 0 w 21"/>
                <a:gd name="T1" fmla="*/ 35 h 6"/>
                <a:gd name="T2" fmla="*/ 319 w 2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2"/>
                  </a:moveTo>
                  <a:cubicBezTo>
                    <a:pt x="5" y="0"/>
                    <a:pt x="16" y="3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848">
              <a:extLst>
                <a:ext uri="{FF2B5EF4-FFF2-40B4-BE49-F238E27FC236}">
                  <a16:creationId xmlns:a16="http://schemas.microsoft.com/office/drawing/2014/main" id="{1FB68017-7848-4161-9C5A-37779EA0C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082"/>
              <a:ext cx="57" cy="21"/>
            </a:xfrm>
            <a:custGeom>
              <a:avLst/>
              <a:gdLst>
                <a:gd name="T0" fmla="*/ 0 w 23"/>
                <a:gd name="T1" fmla="*/ 21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1"/>
                  </a:moveTo>
                  <a:cubicBezTo>
                    <a:pt x="7" y="0"/>
                    <a:pt x="18" y="4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849">
              <a:extLst>
                <a:ext uri="{FF2B5EF4-FFF2-40B4-BE49-F238E27FC236}">
                  <a16:creationId xmlns:a16="http://schemas.microsoft.com/office/drawing/2014/main" id="{3ADED556-977B-4524-B329-F13C55EAF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130"/>
              <a:ext cx="58" cy="24"/>
            </a:xfrm>
            <a:custGeom>
              <a:avLst/>
              <a:gdLst>
                <a:gd name="T0" fmla="*/ 0 w 23"/>
                <a:gd name="T1" fmla="*/ 35 h 9"/>
                <a:gd name="T2" fmla="*/ 368 w 2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2"/>
                  </a:moveTo>
                  <a:cubicBezTo>
                    <a:pt x="5" y="0"/>
                    <a:pt x="20" y="4"/>
                    <a:pt x="23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850">
              <a:extLst>
                <a:ext uri="{FF2B5EF4-FFF2-40B4-BE49-F238E27FC236}">
                  <a16:creationId xmlns:a16="http://schemas.microsoft.com/office/drawing/2014/main" id="{FBC6B476-E6AB-4950-986F-C8355D9BB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183"/>
              <a:ext cx="55" cy="22"/>
            </a:xfrm>
            <a:custGeom>
              <a:avLst/>
              <a:gdLst>
                <a:gd name="T0" fmla="*/ 0 w 22"/>
                <a:gd name="T1" fmla="*/ 22 h 8"/>
                <a:gd name="T2" fmla="*/ 300 w 22"/>
                <a:gd name="T3" fmla="*/ 129 h 8"/>
                <a:gd name="T4" fmla="*/ 345 w 22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0" y="1"/>
                  </a:moveTo>
                  <a:cubicBezTo>
                    <a:pt x="6" y="0"/>
                    <a:pt x="13" y="3"/>
                    <a:pt x="19" y="6"/>
                  </a:cubicBezTo>
                  <a:cubicBezTo>
                    <a:pt x="20" y="7"/>
                    <a:pt x="22" y="8"/>
                    <a:pt x="22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851">
              <a:extLst>
                <a:ext uri="{FF2B5EF4-FFF2-40B4-BE49-F238E27FC236}">
                  <a16:creationId xmlns:a16="http://schemas.microsoft.com/office/drawing/2014/main" id="{0D890E4F-D5C9-4BEC-9330-618E2D836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234"/>
              <a:ext cx="55" cy="21"/>
            </a:xfrm>
            <a:custGeom>
              <a:avLst/>
              <a:gdLst>
                <a:gd name="T0" fmla="*/ 0 w 22"/>
                <a:gd name="T1" fmla="*/ 0 h 8"/>
                <a:gd name="T2" fmla="*/ 345 w 2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7" y="1"/>
                    <a:pt x="16" y="4"/>
                    <a:pt x="22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852">
              <a:extLst>
                <a:ext uri="{FF2B5EF4-FFF2-40B4-BE49-F238E27FC236}">
                  <a16:creationId xmlns:a16="http://schemas.microsoft.com/office/drawing/2014/main" id="{A10D553E-0562-4FCB-873E-E35256DF9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282"/>
              <a:ext cx="57" cy="19"/>
            </a:xfrm>
            <a:custGeom>
              <a:avLst/>
              <a:gdLst>
                <a:gd name="T0" fmla="*/ 0 w 23"/>
                <a:gd name="T1" fmla="*/ 0 h 7"/>
                <a:gd name="T2" fmla="*/ 349 w 2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7" y="0"/>
                    <a:pt x="17" y="3"/>
                    <a:pt x="2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853">
              <a:extLst>
                <a:ext uri="{FF2B5EF4-FFF2-40B4-BE49-F238E27FC236}">
                  <a16:creationId xmlns:a16="http://schemas.microsoft.com/office/drawing/2014/main" id="{D974FBC7-69AC-424D-884C-0294FF8A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322"/>
              <a:ext cx="57" cy="24"/>
            </a:xfrm>
            <a:custGeom>
              <a:avLst/>
              <a:gdLst>
                <a:gd name="T0" fmla="*/ 0 w 23"/>
                <a:gd name="T1" fmla="*/ 35 h 9"/>
                <a:gd name="T2" fmla="*/ 349 w 2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2"/>
                  </a:moveTo>
                  <a:cubicBezTo>
                    <a:pt x="7" y="0"/>
                    <a:pt x="19" y="5"/>
                    <a:pt x="23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854">
              <a:extLst>
                <a:ext uri="{FF2B5EF4-FFF2-40B4-BE49-F238E27FC236}">
                  <a16:creationId xmlns:a16="http://schemas.microsoft.com/office/drawing/2014/main" id="{C1621688-921E-4123-8609-2044D1E4B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370"/>
              <a:ext cx="55" cy="16"/>
            </a:xfrm>
            <a:custGeom>
              <a:avLst/>
              <a:gdLst>
                <a:gd name="T0" fmla="*/ 0 w 22"/>
                <a:gd name="T1" fmla="*/ 0 h 6"/>
                <a:gd name="T2" fmla="*/ 345 w 2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8" y="0"/>
                    <a:pt x="16" y="2"/>
                    <a:pt x="22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855">
              <a:extLst>
                <a:ext uri="{FF2B5EF4-FFF2-40B4-BE49-F238E27FC236}">
                  <a16:creationId xmlns:a16="http://schemas.microsoft.com/office/drawing/2014/main" id="{5863B32F-6809-4540-A457-A01F0FC64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423"/>
              <a:ext cx="60" cy="22"/>
            </a:xfrm>
            <a:custGeom>
              <a:avLst/>
              <a:gdLst>
                <a:gd name="T0" fmla="*/ 0 w 24"/>
                <a:gd name="T1" fmla="*/ 0 h 8"/>
                <a:gd name="T2" fmla="*/ 375 w 2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0" y="0"/>
                  </a:moveTo>
                  <a:cubicBezTo>
                    <a:pt x="6" y="0"/>
                    <a:pt x="19" y="4"/>
                    <a:pt x="24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856">
              <a:extLst>
                <a:ext uri="{FF2B5EF4-FFF2-40B4-BE49-F238E27FC236}">
                  <a16:creationId xmlns:a16="http://schemas.microsoft.com/office/drawing/2014/main" id="{4B006AA5-6619-47C2-A195-A86073F41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469"/>
              <a:ext cx="65" cy="24"/>
            </a:xfrm>
            <a:custGeom>
              <a:avLst/>
              <a:gdLst>
                <a:gd name="T0" fmla="*/ 0 w 26"/>
                <a:gd name="T1" fmla="*/ 21 h 9"/>
                <a:gd name="T2" fmla="*/ 408 w 2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1"/>
                  </a:moveTo>
                  <a:cubicBezTo>
                    <a:pt x="8" y="0"/>
                    <a:pt x="18" y="5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857">
              <a:extLst>
                <a:ext uri="{FF2B5EF4-FFF2-40B4-BE49-F238E27FC236}">
                  <a16:creationId xmlns:a16="http://schemas.microsoft.com/office/drawing/2014/main" id="{4BC6B5AD-9E09-4D64-BF2E-8E3BB9A33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519"/>
              <a:ext cx="63" cy="27"/>
            </a:xfrm>
            <a:custGeom>
              <a:avLst/>
              <a:gdLst>
                <a:gd name="T0" fmla="*/ 0 w 25"/>
                <a:gd name="T1" fmla="*/ 22 h 10"/>
                <a:gd name="T2" fmla="*/ 272 w 25"/>
                <a:gd name="T3" fmla="*/ 103 h 10"/>
                <a:gd name="T4" fmla="*/ 401 w 25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6" y="0"/>
                    <a:pt x="12" y="3"/>
                    <a:pt x="17" y="5"/>
                  </a:cubicBezTo>
                  <a:cubicBezTo>
                    <a:pt x="19" y="6"/>
                    <a:pt x="24" y="7"/>
                    <a:pt x="25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858">
              <a:extLst>
                <a:ext uri="{FF2B5EF4-FFF2-40B4-BE49-F238E27FC236}">
                  <a16:creationId xmlns:a16="http://schemas.microsoft.com/office/drawing/2014/main" id="{1BB32457-B64C-4AEC-B404-4F7C46180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567"/>
              <a:ext cx="62" cy="22"/>
            </a:xfrm>
            <a:custGeom>
              <a:avLst/>
              <a:gdLst>
                <a:gd name="T0" fmla="*/ 0 w 25"/>
                <a:gd name="T1" fmla="*/ 0 h 8"/>
                <a:gd name="T2" fmla="*/ 246 w 25"/>
                <a:gd name="T3" fmla="*/ 61 h 8"/>
                <a:gd name="T4" fmla="*/ 382 w 25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5" y="1"/>
                    <a:pt x="11" y="1"/>
                    <a:pt x="16" y="3"/>
                  </a:cubicBezTo>
                  <a:cubicBezTo>
                    <a:pt x="18" y="4"/>
                    <a:pt x="23" y="5"/>
                    <a:pt x="25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859">
              <a:extLst>
                <a:ext uri="{FF2B5EF4-FFF2-40B4-BE49-F238E27FC236}">
                  <a16:creationId xmlns:a16="http://schemas.microsoft.com/office/drawing/2014/main" id="{F1C90DDD-23D1-445E-84B9-645F740A2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10"/>
              <a:ext cx="60" cy="16"/>
            </a:xfrm>
            <a:custGeom>
              <a:avLst/>
              <a:gdLst>
                <a:gd name="T0" fmla="*/ 0 w 24"/>
                <a:gd name="T1" fmla="*/ 21 h 6"/>
                <a:gd name="T2" fmla="*/ 238 w 24"/>
                <a:gd name="T3" fmla="*/ 77 h 6"/>
                <a:gd name="T4" fmla="*/ 375 w 24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">
                  <a:moveTo>
                    <a:pt x="0" y="1"/>
                  </a:moveTo>
                  <a:cubicBezTo>
                    <a:pt x="5" y="0"/>
                    <a:pt x="10" y="2"/>
                    <a:pt x="15" y="4"/>
                  </a:cubicBezTo>
                  <a:cubicBezTo>
                    <a:pt x="18" y="4"/>
                    <a:pt x="22" y="5"/>
                    <a:pt x="24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860">
              <a:extLst>
                <a:ext uri="{FF2B5EF4-FFF2-40B4-BE49-F238E27FC236}">
                  <a16:creationId xmlns:a16="http://schemas.microsoft.com/office/drawing/2014/main" id="{9DF6D95C-DE8B-4353-8E2A-5E502F669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645"/>
              <a:ext cx="57" cy="13"/>
            </a:xfrm>
            <a:custGeom>
              <a:avLst/>
              <a:gdLst>
                <a:gd name="T0" fmla="*/ 0 w 23"/>
                <a:gd name="T1" fmla="*/ 0 h 5"/>
                <a:gd name="T2" fmla="*/ 349 w 23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0"/>
                  </a:moveTo>
                  <a:cubicBezTo>
                    <a:pt x="7" y="3"/>
                    <a:pt x="15" y="5"/>
                    <a:pt x="23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861">
              <a:extLst>
                <a:ext uri="{FF2B5EF4-FFF2-40B4-BE49-F238E27FC236}">
                  <a16:creationId xmlns:a16="http://schemas.microsoft.com/office/drawing/2014/main" id="{95DF4BE3-ACC5-406F-93AE-84CFE61A4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685"/>
              <a:ext cx="52" cy="16"/>
            </a:xfrm>
            <a:custGeom>
              <a:avLst/>
              <a:gdLst>
                <a:gd name="T0" fmla="*/ 0 w 21"/>
                <a:gd name="T1" fmla="*/ 0 h 6"/>
                <a:gd name="T2" fmla="*/ 319 w 21"/>
                <a:gd name="T3" fmla="*/ 5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0"/>
                  </a:moveTo>
                  <a:cubicBezTo>
                    <a:pt x="4" y="1"/>
                    <a:pt x="19" y="6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862">
              <a:extLst>
                <a:ext uri="{FF2B5EF4-FFF2-40B4-BE49-F238E27FC236}">
                  <a16:creationId xmlns:a16="http://schemas.microsoft.com/office/drawing/2014/main" id="{623E7BFB-FE0A-4BED-A6AE-F416E366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719"/>
              <a:ext cx="43" cy="16"/>
            </a:xfrm>
            <a:custGeom>
              <a:avLst/>
              <a:gdLst>
                <a:gd name="T0" fmla="*/ 0 w 17"/>
                <a:gd name="T1" fmla="*/ 0 h 6"/>
                <a:gd name="T2" fmla="*/ 276 w 17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4" y="4"/>
                    <a:pt x="11" y="6"/>
                    <a:pt x="17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863">
              <a:extLst>
                <a:ext uri="{FF2B5EF4-FFF2-40B4-BE49-F238E27FC236}">
                  <a16:creationId xmlns:a16="http://schemas.microsoft.com/office/drawing/2014/main" id="{D52E16BC-C9E7-445D-8478-C3B46EC5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717"/>
              <a:ext cx="45" cy="10"/>
            </a:xfrm>
            <a:custGeom>
              <a:avLst/>
              <a:gdLst>
                <a:gd name="T0" fmla="*/ 0 w 18"/>
                <a:gd name="T1" fmla="*/ 0 h 4"/>
                <a:gd name="T2" fmla="*/ 283 w 18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0"/>
                  </a:moveTo>
                  <a:cubicBezTo>
                    <a:pt x="5" y="3"/>
                    <a:pt x="13" y="4"/>
                    <a:pt x="18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864">
              <a:extLst>
                <a:ext uri="{FF2B5EF4-FFF2-40B4-BE49-F238E27FC236}">
                  <a16:creationId xmlns:a16="http://schemas.microsoft.com/office/drawing/2014/main" id="{9221DF3E-4EDC-4B19-B62D-2F7657131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677"/>
              <a:ext cx="50" cy="8"/>
            </a:xfrm>
            <a:custGeom>
              <a:avLst/>
              <a:gdLst>
                <a:gd name="T0" fmla="*/ 0 w 20"/>
                <a:gd name="T1" fmla="*/ 0 h 3"/>
                <a:gd name="T2" fmla="*/ 313 w 2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0"/>
                  </a:moveTo>
                  <a:cubicBezTo>
                    <a:pt x="6" y="1"/>
                    <a:pt x="15" y="2"/>
                    <a:pt x="2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865">
              <a:extLst>
                <a:ext uri="{FF2B5EF4-FFF2-40B4-BE49-F238E27FC236}">
                  <a16:creationId xmlns:a16="http://schemas.microsoft.com/office/drawing/2014/main" id="{7C516630-BA84-46B2-ACFF-9AF72218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642"/>
              <a:ext cx="50" cy="11"/>
            </a:xfrm>
            <a:custGeom>
              <a:avLst/>
              <a:gdLst>
                <a:gd name="T0" fmla="*/ 0 w 20"/>
                <a:gd name="T1" fmla="*/ 0 h 4"/>
                <a:gd name="T2" fmla="*/ 313 w 20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4"/>
                    <a:pt x="14" y="3"/>
                    <a:pt x="2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866">
              <a:extLst>
                <a:ext uri="{FF2B5EF4-FFF2-40B4-BE49-F238E27FC236}">
                  <a16:creationId xmlns:a16="http://schemas.microsoft.com/office/drawing/2014/main" id="{A53813B3-0E73-47CA-A632-B0A19A282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709"/>
              <a:ext cx="35" cy="21"/>
            </a:xfrm>
            <a:custGeom>
              <a:avLst/>
              <a:gdLst>
                <a:gd name="T0" fmla="*/ 0 w 14"/>
                <a:gd name="T1" fmla="*/ 0 h 8"/>
                <a:gd name="T2" fmla="*/ 220 w 1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4" y="1"/>
                    <a:pt x="12" y="5"/>
                    <a:pt x="14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867">
              <a:extLst>
                <a:ext uri="{FF2B5EF4-FFF2-40B4-BE49-F238E27FC236}">
                  <a16:creationId xmlns:a16="http://schemas.microsoft.com/office/drawing/2014/main" id="{F2542208-2A1A-4A5C-B3C8-1A8C5204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741"/>
              <a:ext cx="38" cy="21"/>
            </a:xfrm>
            <a:custGeom>
              <a:avLst/>
              <a:gdLst>
                <a:gd name="T0" fmla="*/ 0 w 15"/>
                <a:gd name="T1" fmla="*/ 0 h 8"/>
                <a:gd name="T2" fmla="*/ 243 w 1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5" y="0"/>
                    <a:pt x="12" y="4"/>
                    <a:pt x="15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868">
              <a:extLst>
                <a:ext uri="{FF2B5EF4-FFF2-40B4-BE49-F238E27FC236}">
                  <a16:creationId xmlns:a16="http://schemas.microsoft.com/office/drawing/2014/main" id="{3D487C4A-8402-4849-AED6-6559D987C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773"/>
              <a:ext cx="43" cy="24"/>
            </a:xfrm>
            <a:custGeom>
              <a:avLst/>
              <a:gdLst>
                <a:gd name="T0" fmla="*/ 0 w 17"/>
                <a:gd name="T1" fmla="*/ 0 h 9"/>
                <a:gd name="T2" fmla="*/ 276 w 1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4" y="2"/>
                    <a:pt x="15" y="5"/>
                    <a:pt x="17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869">
              <a:extLst>
                <a:ext uri="{FF2B5EF4-FFF2-40B4-BE49-F238E27FC236}">
                  <a16:creationId xmlns:a16="http://schemas.microsoft.com/office/drawing/2014/main" id="{3D0D44D1-1CF1-449D-B9E1-0A3FF221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813"/>
              <a:ext cx="47" cy="21"/>
            </a:xfrm>
            <a:custGeom>
              <a:avLst/>
              <a:gdLst>
                <a:gd name="T0" fmla="*/ 0 w 19"/>
                <a:gd name="T1" fmla="*/ 0 h 8"/>
                <a:gd name="T2" fmla="*/ 74 w 19"/>
                <a:gd name="T3" fmla="*/ 21 h 8"/>
                <a:gd name="T4" fmla="*/ 183 w 19"/>
                <a:gd name="T5" fmla="*/ 76 h 8"/>
                <a:gd name="T6" fmla="*/ 287 w 19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8" y="1"/>
                    <a:pt x="10" y="3"/>
                    <a:pt x="12" y="4"/>
                  </a:cubicBezTo>
                  <a:cubicBezTo>
                    <a:pt x="14" y="5"/>
                    <a:pt x="17" y="6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870">
              <a:extLst>
                <a:ext uri="{FF2B5EF4-FFF2-40B4-BE49-F238E27FC236}">
                  <a16:creationId xmlns:a16="http://schemas.microsoft.com/office/drawing/2014/main" id="{54F9602C-D690-43B0-9E39-90A46013E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55"/>
              <a:ext cx="48" cy="16"/>
            </a:xfrm>
            <a:custGeom>
              <a:avLst/>
              <a:gdLst>
                <a:gd name="T0" fmla="*/ 0 w 19"/>
                <a:gd name="T1" fmla="*/ 0 h 6"/>
                <a:gd name="T2" fmla="*/ 306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7" y="1"/>
                    <a:pt x="13" y="3"/>
                    <a:pt x="19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871">
              <a:extLst>
                <a:ext uri="{FF2B5EF4-FFF2-40B4-BE49-F238E27FC236}">
                  <a16:creationId xmlns:a16="http://schemas.microsoft.com/office/drawing/2014/main" id="{EB2821D5-5B1B-41AD-993D-4BBECA78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887"/>
              <a:ext cx="50" cy="22"/>
            </a:xfrm>
            <a:custGeom>
              <a:avLst/>
              <a:gdLst>
                <a:gd name="T0" fmla="*/ 0 w 20"/>
                <a:gd name="T1" fmla="*/ 47 h 8"/>
                <a:gd name="T2" fmla="*/ 313 w 20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2"/>
                  </a:moveTo>
                  <a:cubicBezTo>
                    <a:pt x="7" y="0"/>
                    <a:pt x="15" y="5"/>
                    <a:pt x="2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872">
              <a:extLst>
                <a:ext uri="{FF2B5EF4-FFF2-40B4-BE49-F238E27FC236}">
                  <a16:creationId xmlns:a16="http://schemas.microsoft.com/office/drawing/2014/main" id="{C00E900A-4AAE-4A8A-9A61-048B465C0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938"/>
              <a:ext cx="47" cy="19"/>
            </a:xfrm>
            <a:custGeom>
              <a:avLst/>
              <a:gdLst>
                <a:gd name="T0" fmla="*/ 0 w 19"/>
                <a:gd name="T1" fmla="*/ 0 h 7"/>
                <a:gd name="T2" fmla="*/ 287 w 19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8" y="1"/>
                    <a:pt x="12" y="3"/>
                    <a:pt x="19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873">
              <a:extLst>
                <a:ext uri="{FF2B5EF4-FFF2-40B4-BE49-F238E27FC236}">
                  <a16:creationId xmlns:a16="http://schemas.microsoft.com/office/drawing/2014/main" id="{115CEF10-D8F0-4AC5-AA83-F57F506B3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973"/>
              <a:ext cx="50" cy="16"/>
            </a:xfrm>
            <a:custGeom>
              <a:avLst/>
              <a:gdLst>
                <a:gd name="T0" fmla="*/ 0 w 20"/>
                <a:gd name="T1" fmla="*/ 21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1"/>
                  </a:moveTo>
                  <a:cubicBezTo>
                    <a:pt x="7" y="0"/>
                    <a:pt x="14" y="3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874">
              <a:extLst>
                <a:ext uri="{FF2B5EF4-FFF2-40B4-BE49-F238E27FC236}">
                  <a16:creationId xmlns:a16="http://schemas.microsoft.com/office/drawing/2014/main" id="{1C33E9F2-9A52-4B78-814D-5DB6A0F3D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026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7" y="1"/>
                    <a:pt x="14" y="2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875">
              <a:extLst>
                <a:ext uri="{FF2B5EF4-FFF2-40B4-BE49-F238E27FC236}">
                  <a16:creationId xmlns:a16="http://schemas.microsoft.com/office/drawing/2014/main" id="{C5A89ADC-AA1B-4934-9279-376CB8473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018"/>
              <a:ext cx="38" cy="16"/>
            </a:xfrm>
            <a:custGeom>
              <a:avLst/>
              <a:gdLst>
                <a:gd name="T0" fmla="*/ 0 w 15"/>
                <a:gd name="T1" fmla="*/ 0 h 6"/>
                <a:gd name="T2" fmla="*/ 243 w 1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6" y="0"/>
                    <a:pt x="10" y="3"/>
                    <a:pt x="15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876">
              <a:extLst>
                <a:ext uri="{FF2B5EF4-FFF2-40B4-BE49-F238E27FC236}">
                  <a16:creationId xmlns:a16="http://schemas.microsoft.com/office/drawing/2014/main" id="{77E01C5F-EA6A-4C15-9958-F8D9B010F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970"/>
              <a:ext cx="35" cy="13"/>
            </a:xfrm>
            <a:custGeom>
              <a:avLst/>
              <a:gdLst>
                <a:gd name="T0" fmla="*/ 0 w 14"/>
                <a:gd name="T1" fmla="*/ 0 h 5"/>
                <a:gd name="T2" fmla="*/ 220 w 1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5" y="1"/>
                    <a:pt x="9" y="2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877">
              <a:extLst>
                <a:ext uri="{FF2B5EF4-FFF2-40B4-BE49-F238E27FC236}">
                  <a16:creationId xmlns:a16="http://schemas.microsoft.com/office/drawing/2014/main" id="{56945C0F-20AD-4F0F-BCDC-6F49DD1AB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935"/>
              <a:ext cx="32" cy="16"/>
            </a:xfrm>
            <a:custGeom>
              <a:avLst/>
              <a:gdLst>
                <a:gd name="T0" fmla="*/ 0 w 13"/>
                <a:gd name="T1" fmla="*/ 0 h 6"/>
                <a:gd name="T2" fmla="*/ 194 w 1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5" y="1"/>
                    <a:pt x="10" y="2"/>
                    <a:pt x="13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878">
              <a:extLst>
                <a:ext uri="{FF2B5EF4-FFF2-40B4-BE49-F238E27FC236}">
                  <a16:creationId xmlns:a16="http://schemas.microsoft.com/office/drawing/2014/main" id="{B2323C23-DD65-421C-9FAA-B9AFDE04E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890"/>
              <a:ext cx="33" cy="16"/>
            </a:xfrm>
            <a:custGeom>
              <a:avLst/>
              <a:gdLst>
                <a:gd name="T0" fmla="*/ 0 w 13"/>
                <a:gd name="T1" fmla="*/ 0 h 6"/>
                <a:gd name="T2" fmla="*/ 147 w 13"/>
                <a:gd name="T3" fmla="*/ 56 h 6"/>
                <a:gd name="T4" fmla="*/ 213 w 13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3" y="2"/>
                    <a:pt x="6" y="2"/>
                    <a:pt x="9" y="3"/>
                  </a:cubicBezTo>
                  <a:cubicBezTo>
                    <a:pt x="10" y="4"/>
                    <a:pt x="11" y="5"/>
                    <a:pt x="13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879">
              <a:extLst>
                <a:ext uri="{FF2B5EF4-FFF2-40B4-BE49-F238E27FC236}">
                  <a16:creationId xmlns:a16="http://schemas.microsoft.com/office/drawing/2014/main" id="{C1AD7236-F517-429F-84A3-7CF33D720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855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1"/>
                    <a:pt x="8" y="1"/>
                    <a:pt x="1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880">
              <a:extLst>
                <a:ext uri="{FF2B5EF4-FFF2-40B4-BE49-F238E27FC236}">
                  <a16:creationId xmlns:a16="http://schemas.microsoft.com/office/drawing/2014/main" id="{BEFB3B20-5811-43F8-88EA-5F3440049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815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6" y="1"/>
                    <a:pt x="8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881">
              <a:extLst>
                <a:ext uri="{FF2B5EF4-FFF2-40B4-BE49-F238E27FC236}">
                  <a16:creationId xmlns:a16="http://schemas.microsoft.com/office/drawing/2014/main" id="{5A75BDA8-41BB-4892-B476-FE6A5498B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783"/>
              <a:ext cx="18" cy="11"/>
            </a:xfrm>
            <a:custGeom>
              <a:avLst/>
              <a:gdLst>
                <a:gd name="T0" fmla="*/ 0 w 7"/>
                <a:gd name="T1" fmla="*/ 0 h 4"/>
                <a:gd name="T2" fmla="*/ 118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0"/>
                    <a:pt x="6" y="2"/>
                    <a:pt x="7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882">
              <a:extLst>
                <a:ext uri="{FF2B5EF4-FFF2-40B4-BE49-F238E27FC236}">
                  <a16:creationId xmlns:a16="http://schemas.microsoft.com/office/drawing/2014/main" id="{B471A783-269D-4FF6-A133-050ADFACD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751"/>
              <a:ext cx="15" cy="14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1"/>
                    <a:pt x="4" y="2"/>
                    <a:pt x="6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883">
              <a:extLst>
                <a:ext uri="{FF2B5EF4-FFF2-40B4-BE49-F238E27FC236}">
                  <a16:creationId xmlns:a16="http://schemas.microsoft.com/office/drawing/2014/main" id="{6CE3AF38-7DD2-4331-97BE-49BEA59D3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69"/>
              <a:ext cx="47" cy="18"/>
            </a:xfrm>
            <a:custGeom>
              <a:avLst/>
              <a:gdLst>
                <a:gd name="T0" fmla="*/ 0 w 19"/>
                <a:gd name="T1" fmla="*/ 0 h 7"/>
                <a:gd name="T2" fmla="*/ 287 w 1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6" y="2"/>
                    <a:pt x="13" y="3"/>
                    <a:pt x="19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884">
              <a:extLst>
                <a:ext uri="{FF2B5EF4-FFF2-40B4-BE49-F238E27FC236}">
                  <a16:creationId xmlns:a16="http://schemas.microsoft.com/office/drawing/2014/main" id="{319BCAF8-4B20-4D4F-9B1D-300B5CCBA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058"/>
              <a:ext cx="38" cy="13"/>
            </a:xfrm>
            <a:custGeom>
              <a:avLst/>
              <a:gdLst>
                <a:gd name="T0" fmla="*/ 0 w 15"/>
                <a:gd name="T1" fmla="*/ 0 h 5"/>
                <a:gd name="T2" fmla="*/ 243 w 1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5" y="0"/>
                    <a:pt x="10" y="4"/>
                    <a:pt x="15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885">
              <a:extLst>
                <a:ext uri="{FF2B5EF4-FFF2-40B4-BE49-F238E27FC236}">
                  <a16:creationId xmlns:a16="http://schemas.microsoft.com/office/drawing/2014/main" id="{ABA08CD6-BDCE-477B-A2AD-6B2D881A0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101"/>
              <a:ext cx="32" cy="10"/>
            </a:xfrm>
            <a:custGeom>
              <a:avLst/>
              <a:gdLst>
                <a:gd name="T0" fmla="*/ 0 w 13"/>
                <a:gd name="T1" fmla="*/ 0 h 4"/>
                <a:gd name="T2" fmla="*/ 194 w 1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4" y="0"/>
                    <a:pt x="10" y="4"/>
                    <a:pt x="13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886">
              <a:extLst>
                <a:ext uri="{FF2B5EF4-FFF2-40B4-BE49-F238E27FC236}">
                  <a16:creationId xmlns:a16="http://schemas.microsoft.com/office/drawing/2014/main" id="{577D8963-4F44-4A1D-98D5-2B4246F43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111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6" y="0"/>
                    <a:pt x="15" y="4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887">
              <a:extLst>
                <a:ext uri="{FF2B5EF4-FFF2-40B4-BE49-F238E27FC236}">
                  <a16:creationId xmlns:a16="http://schemas.microsoft.com/office/drawing/2014/main" id="{D28D0425-E47F-4611-97CF-A0403C856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146"/>
              <a:ext cx="38" cy="13"/>
            </a:xfrm>
            <a:custGeom>
              <a:avLst/>
              <a:gdLst>
                <a:gd name="T0" fmla="*/ 0 w 15"/>
                <a:gd name="T1" fmla="*/ 0 h 5"/>
                <a:gd name="T2" fmla="*/ 243 w 1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5" y="1"/>
                    <a:pt x="10" y="2"/>
                    <a:pt x="15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888">
              <a:extLst>
                <a:ext uri="{FF2B5EF4-FFF2-40B4-BE49-F238E27FC236}">
                  <a16:creationId xmlns:a16="http://schemas.microsoft.com/office/drawing/2014/main" id="{4DF9CE78-2AFA-4A68-8460-957F299E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143"/>
              <a:ext cx="50" cy="24"/>
            </a:xfrm>
            <a:custGeom>
              <a:avLst/>
              <a:gdLst>
                <a:gd name="T0" fmla="*/ 0 w 20"/>
                <a:gd name="T1" fmla="*/ 35 h 9"/>
                <a:gd name="T2" fmla="*/ 313 w 20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2"/>
                  </a:moveTo>
                  <a:cubicBezTo>
                    <a:pt x="7" y="0"/>
                    <a:pt x="16" y="6"/>
                    <a:pt x="20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889">
              <a:extLst>
                <a:ext uri="{FF2B5EF4-FFF2-40B4-BE49-F238E27FC236}">
                  <a16:creationId xmlns:a16="http://schemas.microsoft.com/office/drawing/2014/main" id="{D0FA5995-1C28-4A7D-87C5-DB98DEAEA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181"/>
              <a:ext cx="52" cy="21"/>
            </a:xfrm>
            <a:custGeom>
              <a:avLst/>
              <a:gdLst>
                <a:gd name="T0" fmla="*/ 0 w 21"/>
                <a:gd name="T1" fmla="*/ 0 h 8"/>
                <a:gd name="T2" fmla="*/ 319 w 2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7" y="1"/>
                    <a:pt x="15" y="3"/>
                    <a:pt x="21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890">
              <a:extLst>
                <a:ext uri="{FF2B5EF4-FFF2-40B4-BE49-F238E27FC236}">
                  <a16:creationId xmlns:a16="http://schemas.microsoft.com/office/drawing/2014/main" id="{25B112CB-2C6C-442E-8B63-7106CD280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21"/>
              <a:ext cx="53" cy="21"/>
            </a:xfrm>
            <a:custGeom>
              <a:avLst/>
              <a:gdLst>
                <a:gd name="T0" fmla="*/ 0 w 21"/>
                <a:gd name="T1" fmla="*/ 0 h 8"/>
                <a:gd name="T2" fmla="*/ 338 w 2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6" y="0"/>
                    <a:pt x="17" y="4"/>
                    <a:pt x="21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891">
              <a:extLst>
                <a:ext uri="{FF2B5EF4-FFF2-40B4-BE49-F238E27FC236}">
                  <a16:creationId xmlns:a16="http://schemas.microsoft.com/office/drawing/2014/main" id="{548CD764-C7D3-4EFF-8E35-B2DEB9BE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269"/>
              <a:ext cx="53" cy="24"/>
            </a:xfrm>
            <a:custGeom>
              <a:avLst/>
              <a:gdLst>
                <a:gd name="T0" fmla="*/ 0 w 21"/>
                <a:gd name="T1" fmla="*/ 0 h 9"/>
                <a:gd name="T2" fmla="*/ 338 w 2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7" y="3"/>
                    <a:pt x="16" y="3"/>
                    <a:pt x="21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892">
              <a:extLst>
                <a:ext uri="{FF2B5EF4-FFF2-40B4-BE49-F238E27FC236}">
                  <a16:creationId xmlns:a16="http://schemas.microsoft.com/office/drawing/2014/main" id="{774E3675-911C-4F38-AE6C-8F9B10102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19"/>
              <a:ext cx="55" cy="22"/>
            </a:xfrm>
            <a:custGeom>
              <a:avLst/>
              <a:gdLst>
                <a:gd name="T0" fmla="*/ 0 w 22"/>
                <a:gd name="T1" fmla="*/ 0 h 8"/>
                <a:gd name="T2" fmla="*/ 345 w 2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8" y="2"/>
                    <a:pt x="16" y="4"/>
                    <a:pt x="22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893">
              <a:extLst>
                <a:ext uri="{FF2B5EF4-FFF2-40B4-BE49-F238E27FC236}">
                  <a16:creationId xmlns:a16="http://schemas.microsoft.com/office/drawing/2014/main" id="{9314F134-30F3-4CB2-BA28-0E0C9BBC9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365"/>
              <a:ext cx="57" cy="16"/>
            </a:xfrm>
            <a:custGeom>
              <a:avLst/>
              <a:gdLst>
                <a:gd name="T0" fmla="*/ 0 w 23"/>
                <a:gd name="T1" fmla="*/ 0 h 6"/>
                <a:gd name="T2" fmla="*/ 349 w 2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0"/>
                  </a:moveTo>
                  <a:cubicBezTo>
                    <a:pt x="8" y="0"/>
                    <a:pt x="15" y="4"/>
                    <a:pt x="23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894">
              <a:extLst>
                <a:ext uri="{FF2B5EF4-FFF2-40B4-BE49-F238E27FC236}">
                  <a16:creationId xmlns:a16="http://schemas.microsoft.com/office/drawing/2014/main" id="{93F8A15F-AAA7-4657-9366-B98B5326A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10"/>
              <a:ext cx="53" cy="21"/>
            </a:xfrm>
            <a:custGeom>
              <a:avLst/>
              <a:gdLst>
                <a:gd name="T0" fmla="*/ 0 w 21"/>
                <a:gd name="T1" fmla="*/ 0 h 8"/>
                <a:gd name="T2" fmla="*/ 288 w 21"/>
                <a:gd name="T3" fmla="*/ 110 h 8"/>
                <a:gd name="T4" fmla="*/ 338 w 2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7" y="1"/>
                    <a:pt x="12" y="3"/>
                    <a:pt x="18" y="6"/>
                  </a:cubicBezTo>
                  <a:cubicBezTo>
                    <a:pt x="19" y="7"/>
                    <a:pt x="21" y="8"/>
                    <a:pt x="21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895">
              <a:extLst>
                <a:ext uri="{FF2B5EF4-FFF2-40B4-BE49-F238E27FC236}">
                  <a16:creationId xmlns:a16="http://schemas.microsoft.com/office/drawing/2014/main" id="{E9D149BB-3B82-4AC6-98A6-83CEB2BC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458"/>
              <a:ext cx="53" cy="21"/>
            </a:xfrm>
            <a:custGeom>
              <a:avLst/>
              <a:gdLst>
                <a:gd name="T0" fmla="*/ 0 w 21"/>
                <a:gd name="T1" fmla="*/ 0 h 8"/>
                <a:gd name="T2" fmla="*/ 222 w 21"/>
                <a:gd name="T3" fmla="*/ 76 h 8"/>
                <a:gd name="T4" fmla="*/ 338 w 2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6" y="0"/>
                    <a:pt x="10" y="2"/>
                    <a:pt x="14" y="4"/>
                  </a:cubicBezTo>
                  <a:cubicBezTo>
                    <a:pt x="17" y="6"/>
                    <a:pt x="20" y="6"/>
                    <a:pt x="21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896">
              <a:extLst>
                <a:ext uri="{FF2B5EF4-FFF2-40B4-BE49-F238E27FC236}">
                  <a16:creationId xmlns:a16="http://schemas.microsoft.com/office/drawing/2014/main" id="{1C03B292-52F3-42AA-8B35-6F433072A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503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7" y="1"/>
                    <a:pt x="16" y="3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897">
              <a:extLst>
                <a:ext uri="{FF2B5EF4-FFF2-40B4-BE49-F238E27FC236}">
                  <a16:creationId xmlns:a16="http://schemas.microsoft.com/office/drawing/2014/main" id="{604F0382-B4A0-47E3-9464-FC7AC2A6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538"/>
              <a:ext cx="55" cy="13"/>
            </a:xfrm>
            <a:custGeom>
              <a:avLst/>
              <a:gdLst>
                <a:gd name="T0" fmla="*/ 0 w 22"/>
                <a:gd name="T1" fmla="*/ 0 h 5"/>
                <a:gd name="T2" fmla="*/ 220 w 22"/>
                <a:gd name="T3" fmla="*/ 34 h 5"/>
                <a:gd name="T4" fmla="*/ 345 w 22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">
                  <a:moveTo>
                    <a:pt x="0" y="0"/>
                  </a:moveTo>
                  <a:cubicBezTo>
                    <a:pt x="5" y="1"/>
                    <a:pt x="9" y="1"/>
                    <a:pt x="14" y="2"/>
                  </a:cubicBezTo>
                  <a:cubicBezTo>
                    <a:pt x="16" y="3"/>
                    <a:pt x="20" y="5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898">
              <a:extLst>
                <a:ext uri="{FF2B5EF4-FFF2-40B4-BE49-F238E27FC236}">
                  <a16:creationId xmlns:a16="http://schemas.microsoft.com/office/drawing/2014/main" id="{1D80C03C-CD07-40D2-B1DE-8FFF9DCA2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573"/>
              <a:ext cx="47" cy="16"/>
            </a:xfrm>
            <a:custGeom>
              <a:avLst/>
              <a:gdLst>
                <a:gd name="T0" fmla="*/ 0 w 19"/>
                <a:gd name="T1" fmla="*/ 0 h 6"/>
                <a:gd name="T2" fmla="*/ 195 w 19"/>
                <a:gd name="T3" fmla="*/ 93 h 6"/>
                <a:gd name="T4" fmla="*/ 287 w 1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5" y="2"/>
                    <a:pt x="9" y="4"/>
                    <a:pt x="13" y="5"/>
                  </a:cubicBezTo>
                  <a:cubicBezTo>
                    <a:pt x="15" y="5"/>
                    <a:pt x="17" y="5"/>
                    <a:pt x="19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899">
              <a:extLst>
                <a:ext uri="{FF2B5EF4-FFF2-40B4-BE49-F238E27FC236}">
                  <a16:creationId xmlns:a16="http://schemas.microsoft.com/office/drawing/2014/main" id="{E5B6CA55-F9C2-4EA8-9A35-3FB7E8FFF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610"/>
              <a:ext cx="53" cy="11"/>
            </a:xfrm>
            <a:custGeom>
              <a:avLst/>
              <a:gdLst>
                <a:gd name="T0" fmla="*/ 0 w 21"/>
                <a:gd name="T1" fmla="*/ 0 h 4"/>
                <a:gd name="T2" fmla="*/ 338 w 21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6" y="1"/>
                    <a:pt x="15" y="4"/>
                    <a:pt x="21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900">
              <a:extLst>
                <a:ext uri="{FF2B5EF4-FFF2-40B4-BE49-F238E27FC236}">
                  <a16:creationId xmlns:a16="http://schemas.microsoft.com/office/drawing/2014/main" id="{DE1D7E1A-9946-4005-B6FF-71ECE69F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186"/>
              <a:ext cx="40" cy="11"/>
            </a:xfrm>
            <a:custGeom>
              <a:avLst/>
              <a:gdLst>
                <a:gd name="T0" fmla="*/ 0 w 16"/>
                <a:gd name="T1" fmla="*/ 0 h 4"/>
                <a:gd name="T2" fmla="*/ 250 w 1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0"/>
                    <a:pt x="14" y="1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901">
              <a:extLst>
                <a:ext uri="{FF2B5EF4-FFF2-40B4-BE49-F238E27FC236}">
                  <a16:creationId xmlns:a16="http://schemas.microsoft.com/office/drawing/2014/main" id="{0ECFB8BA-3B37-4280-8E39-F8334967B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223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5" y="2"/>
                    <a:pt x="12" y="3"/>
                    <a:pt x="16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902">
              <a:extLst>
                <a:ext uri="{FF2B5EF4-FFF2-40B4-BE49-F238E27FC236}">
                  <a16:creationId xmlns:a16="http://schemas.microsoft.com/office/drawing/2014/main" id="{7C447A08-7418-45EC-B4C0-91E0818B5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266"/>
              <a:ext cx="40" cy="13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4" y="3"/>
                    <a:pt x="11" y="3"/>
                    <a:pt x="16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903">
              <a:extLst>
                <a:ext uri="{FF2B5EF4-FFF2-40B4-BE49-F238E27FC236}">
                  <a16:creationId xmlns:a16="http://schemas.microsoft.com/office/drawing/2014/main" id="{784BACA2-C7EE-4AD3-B8CC-78F65F12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317"/>
              <a:ext cx="45" cy="10"/>
            </a:xfrm>
            <a:custGeom>
              <a:avLst/>
              <a:gdLst>
                <a:gd name="T0" fmla="*/ 0 w 18"/>
                <a:gd name="T1" fmla="*/ 0 h 4"/>
                <a:gd name="T2" fmla="*/ 283 w 1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0"/>
                  </a:moveTo>
                  <a:cubicBezTo>
                    <a:pt x="5" y="3"/>
                    <a:pt x="13" y="4"/>
                    <a:pt x="18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904">
              <a:extLst>
                <a:ext uri="{FF2B5EF4-FFF2-40B4-BE49-F238E27FC236}">
                  <a16:creationId xmlns:a16="http://schemas.microsoft.com/office/drawing/2014/main" id="{F4AA8BAD-7297-4636-B8AB-C2DE21B4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362"/>
              <a:ext cx="50" cy="13"/>
            </a:xfrm>
            <a:custGeom>
              <a:avLst/>
              <a:gdLst>
                <a:gd name="T0" fmla="*/ 0 w 20"/>
                <a:gd name="T1" fmla="*/ 0 h 5"/>
                <a:gd name="T2" fmla="*/ 313 w 20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3"/>
                    <a:pt x="13" y="4"/>
                    <a:pt x="2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905">
              <a:extLst>
                <a:ext uri="{FF2B5EF4-FFF2-40B4-BE49-F238E27FC236}">
                  <a16:creationId xmlns:a16="http://schemas.microsoft.com/office/drawing/2014/main" id="{176954A5-20AD-43F5-85FF-44E5D239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405"/>
              <a:ext cx="45" cy="18"/>
            </a:xfrm>
            <a:custGeom>
              <a:avLst/>
              <a:gdLst>
                <a:gd name="T0" fmla="*/ 0 w 18"/>
                <a:gd name="T1" fmla="*/ 0 h 7"/>
                <a:gd name="T2" fmla="*/ 283 w 18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4" y="2"/>
                    <a:pt x="15" y="7"/>
                    <a:pt x="18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906">
              <a:extLst>
                <a:ext uri="{FF2B5EF4-FFF2-40B4-BE49-F238E27FC236}">
                  <a16:creationId xmlns:a16="http://schemas.microsoft.com/office/drawing/2014/main" id="{2FA581CA-BBB7-439A-BE94-D2CDE7F4A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458"/>
              <a:ext cx="42" cy="13"/>
            </a:xfrm>
            <a:custGeom>
              <a:avLst/>
              <a:gdLst>
                <a:gd name="T0" fmla="*/ 0 w 17"/>
                <a:gd name="T1" fmla="*/ 0 h 5"/>
                <a:gd name="T2" fmla="*/ 257 w 1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6" y="2"/>
                    <a:pt x="11" y="4"/>
                    <a:pt x="17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2" name="Freeform 907">
              <a:extLst>
                <a:ext uri="{FF2B5EF4-FFF2-40B4-BE49-F238E27FC236}">
                  <a16:creationId xmlns:a16="http://schemas.microsoft.com/office/drawing/2014/main" id="{9D46D528-017F-4B56-BF0D-EC4AB754F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03"/>
              <a:ext cx="35" cy="16"/>
            </a:xfrm>
            <a:custGeom>
              <a:avLst/>
              <a:gdLst>
                <a:gd name="T0" fmla="*/ 0 w 14"/>
                <a:gd name="T1" fmla="*/ 0 h 6"/>
                <a:gd name="T2" fmla="*/ 113 w 14"/>
                <a:gd name="T3" fmla="*/ 93 h 6"/>
                <a:gd name="T4" fmla="*/ 220 w 14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2" y="2"/>
                    <a:pt x="5" y="4"/>
                    <a:pt x="7" y="5"/>
                  </a:cubicBezTo>
                  <a:cubicBezTo>
                    <a:pt x="9" y="6"/>
                    <a:pt x="13" y="6"/>
                    <a:pt x="14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908">
              <a:extLst>
                <a:ext uri="{FF2B5EF4-FFF2-40B4-BE49-F238E27FC236}">
                  <a16:creationId xmlns:a16="http://schemas.microsoft.com/office/drawing/2014/main" id="{6E3712F2-E192-47ED-9544-6A071F164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541"/>
              <a:ext cx="45" cy="10"/>
            </a:xfrm>
            <a:custGeom>
              <a:avLst/>
              <a:gdLst>
                <a:gd name="T0" fmla="*/ 0 w 18"/>
                <a:gd name="T1" fmla="*/ 0 h 4"/>
                <a:gd name="T2" fmla="*/ 188 w 18"/>
                <a:gd name="T3" fmla="*/ 63 h 4"/>
                <a:gd name="T4" fmla="*/ 283 w 18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">
                  <a:moveTo>
                    <a:pt x="0" y="0"/>
                  </a:moveTo>
                  <a:cubicBezTo>
                    <a:pt x="3" y="2"/>
                    <a:pt x="9" y="4"/>
                    <a:pt x="12" y="4"/>
                  </a:cubicBezTo>
                  <a:cubicBezTo>
                    <a:pt x="14" y="4"/>
                    <a:pt x="18" y="4"/>
                    <a:pt x="18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909">
              <a:extLst>
                <a:ext uri="{FF2B5EF4-FFF2-40B4-BE49-F238E27FC236}">
                  <a16:creationId xmlns:a16="http://schemas.microsoft.com/office/drawing/2014/main" id="{53F6424B-778D-471B-96AD-7CEF38420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575"/>
              <a:ext cx="45" cy="8"/>
            </a:xfrm>
            <a:custGeom>
              <a:avLst/>
              <a:gdLst>
                <a:gd name="T0" fmla="*/ 0 w 18"/>
                <a:gd name="T1" fmla="*/ 0 h 3"/>
                <a:gd name="T2" fmla="*/ 283 w 1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cubicBezTo>
                    <a:pt x="6" y="1"/>
                    <a:pt x="13" y="3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910">
              <a:extLst>
                <a:ext uri="{FF2B5EF4-FFF2-40B4-BE49-F238E27FC236}">
                  <a16:creationId xmlns:a16="http://schemas.microsoft.com/office/drawing/2014/main" id="{98110058-6688-4058-9E39-5F2980AE7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607"/>
              <a:ext cx="40" cy="11"/>
            </a:xfrm>
            <a:custGeom>
              <a:avLst/>
              <a:gdLst>
                <a:gd name="T0" fmla="*/ 0 w 16"/>
                <a:gd name="T1" fmla="*/ 0 h 4"/>
                <a:gd name="T2" fmla="*/ 250 w 16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4" y="3"/>
                    <a:pt x="11" y="4"/>
                    <a:pt x="16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911">
              <a:extLst>
                <a:ext uri="{FF2B5EF4-FFF2-40B4-BE49-F238E27FC236}">
                  <a16:creationId xmlns:a16="http://schemas.microsoft.com/office/drawing/2014/main" id="{02752E36-235D-47AB-9A5C-004BBC73D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639"/>
              <a:ext cx="40" cy="8"/>
            </a:xfrm>
            <a:custGeom>
              <a:avLst/>
              <a:gdLst>
                <a:gd name="T0" fmla="*/ 0 w 16"/>
                <a:gd name="T1" fmla="*/ 0 h 3"/>
                <a:gd name="T2" fmla="*/ 145 w 16"/>
                <a:gd name="T3" fmla="*/ 56 h 3"/>
                <a:gd name="T4" fmla="*/ 250 w 16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3" y="2"/>
                    <a:pt x="6" y="3"/>
                    <a:pt x="9" y="3"/>
                  </a:cubicBezTo>
                  <a:cubicBezTo>
                    <a:pt x="11" y="3"/>
                    <a:pt x="15" y="3"/>
                    <a:pt x="16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912">
              <a:extLst>
                <a:ext uri="{FF2B5EF4-FFF2-40B4-BE49-F238E27FC236}">
                  <a16:creationId xmlns:a16="http://schemas.microsoft.com/office/drawing/2014/main" id="{1BDC1D3F-2693-48C7-994D-19E1D145F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674"/>
              <a:ext cx="40" cy="5"/>
            </a:xfrm>
            <a:custGeom>
              <a:avLst/>
              <a:gdLst>
                <a:gd name="T0" fmla="*/ 0 w 16"/>
                <a:gd name="T1" fmla="*/ 0 h 2"/>
                <a:gd name="T2" fmla="*/ 250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4" y="2"/>
                    <a:pt x="11" y="2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913">
              <a:extLst>
                <a:ext uri="{FF2B5EF4-FFF2-40B4-BE49-F238E27FC236}">
                  <a16:creationId xmlns:a16="http://schemas.microsoft.com/office/drawing/2014/main" id="{5C430BC0-2C06-4E32-89F1-19595DDBA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706"/>
              <a:ext cx="32" cy="16"/>
            </a:xfrm>
            <a:custGeom>
              <a:avLst/>
              <a:gdLst>
                <a:gd name="T0" fmla="*/ 0 w 13"/>
                <a:gd name="T1" fmla="*/ 0 h 6"/>
                <a:gd name="T2" fmla="*/ 194 w 13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1" y="3"/>
                    <a:pt x="11" y="6"/>
                    <a:pt x="13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914">
              <a:extLst>
                <a:ext uri="{FF2B5EF4-FFF2-40B4-BE49-F238E27FC236}">
                  <a16:creationId xmlns:a16="http://schemas.microsoft.com/office/drawing/2014/main" id="{C9037DD2-8C7C-4F84-802F-D955ED25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741"/>
              <a:ext cx="32" cy="8"/>
            </a:xfrm>
            <a:custGeom>
              <a:avLst/>
              <a:gdLst>
                <a:gd name="T0" fmla="*/ 0 w 13"/>
                <a:gd name="T1" fmla="*/ 0 h 3"/>
                <a:gd name="T2" fmla="*/ 194 w 13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1"/>
                    <a:pt x="8" y="3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915">
              <a:extLst>
                <a:ext uri="{FF2B5EF4-FFF2-40B4-BE49-F238E27FC236}">
                  <a16:creationId xmlns:a16="http://schemas.microsoft.com/office/drawing/2014/main" id="{C2E0FE7A-61B4-4846-8B82-3884FFD09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538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Freeform 916">
              <a:extLst>
                <a:ext uri="{FF2B5EF4-FFF2-40B4-BE49-F238E27FC236}">
                  <a16:creationId xmlns:a16="http://schemas.microsoft.com/office/drawing/2014/main" id="{F5FC6655-D12B-4AE4-91D6-9192C4B0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567"/>
              <a:ext cx="15" cy="3"/>
            </a:xfrm>
            <a:custGeom>
              <a:avLst/>
              <a:gdLst>
                <a:gd name="T0" fmla="*/ 0 w 6"/>
                <a:gd name="T1" fmla="*/ 0 h 1"/>
                <a:gd name="T2" fmla="*/ 83 w 6"/>
                <a:gd name="T3" fmla="*/ 27 h 1"/>
                <a:gd name="T4" fmla="*/ 83 w 6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4" y="1"/>
                    <a:pt x="5" y="1"/>
                  </a:cubicBezTo>
                  <a:cubicBezTo>
                    <a:pt x="6" y="0"/>
                    <a:pt x="6" y="1"/>
                    <a:pt x="5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917">
              <a:extLst>
                <a:ext uri="{FF2B5EF4-FFF2-40B4-BE49-F238E27FC236}">
                  <a16:creationId xmlns:a16="http://schemas.microsoft.com/office/drawing/2014/main" id="{ACD240FC-5C82-4F35-B574-98BABD2C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599"/>
              <a:ext cx="17" cy="6"/>
            </a:xfrm>
            <a:custGeom>
              <a:avLst/>
              <a:gdLst>
                <a:gd name="T0" fmla="*/ 0 w 7"/>
                <a:gd name="T1" fmla="*/ 0 h 2"/>
                <a:gd name="T2" fmla="*/ 100 w 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918">
              <a:extLst>
                <a:ext uri="{FF2B5EF4-FFF2-40B4-BE49-F238E27FC236}">
                  <a16:creationId xmlns:a16="http://schemas.microsoft.com/office/drawing/2014/main" id="{BF9EBDA3-E9C5-408E-B5FC-E4559F8F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634"/>
              <a:ext cx="20" cy="5"/>
            </a:xfrm>
            <a:custGeom>
              <a:avLst/>
              <a:gdLst>
                <a:gd name="T0" fmla="*/ 0 w 8"/>
                <a:gd name="T1" fmla="*/ 0 h 2"/>
                <a:gd name="T2" fmla="*/ 125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6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919">
              <a:extLst>
                <a:ext uri="{FF2B5EF4-FFF2-40B4-BE49-F238E27FC236}">
                  <a16:creationId xmlns:a16="http://schemas.microsoft.com/office/drawing/2014/main" id="{75623E03-7913-4F98-AE05-8AB4DF338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669"/>
              <a:ext cx="23" cy="2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2" y="0"/>
                    <a:pt x="8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920">
              <a:extLst>
                <a:ext uri="{FF2B5EF4-FFF2-40B4-BE49-F238E27FC236}">
                  <a16:creationId xmlns:a16="http://schemas.microsoft.com/office/drawing/2014/main" id="{B654999C-2ACB-4E59-A2DE-CD8DBBF4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698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62 w 11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3"/>
                    <a:pt x="7" y="1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921">
              <a:extLst>
                <a:ext uri="{FF2B5EF4-FFF2-40B4-BE49-F238E27FC236}">
                  <a16:creationId xmlns:a16="http://schemas.microsoft.com/office/drawing/2014/main" id="{A203411A-8878-4071-92B0-66651044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33"/>
              <a:ext cx="30" cy="10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3"/>
                    <a:pt x="9" y="4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922">
              <a:extLst>
                <a:ext uri="{FF2B5EF4-FFF2-40B4-BE49-F238E27FC236}">
                  <a16:creationId xmlns:a16="http://schemas.microsoft.com/office/drawing/2014/main" id="{A44014BF-3856-407B-B39E-8FCB440EA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49"/>
              <a:ext cx="42" cy="8"/>
            </a:xfrm>
            <a:custGeom>
              <a:avLst/>
              <a:gdLst>
                <a:gd name="T0" fmla="*/ 0 w 17"/>
                <a:gd name="T1" fmla="*/ 0 h 3"/>
                <a:gd name="T2" fmla="*/ 257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5" y="3"/>
                    <a:pt x="12" y="3"/>
                    <a:pt x="17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923">
              <a:extLst>
                <a:ext uri="{FF2B5EF4-FFF2-40B4-BE49-F238E27FC236}">
                  <a16:creationId xmlns:a16="http://schemas.microsoft.com/office/drawing/2014/main" id="{CEBA2B7A-9B87-43FD-9662-AFBD4A67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733"/>
              <a:ext cx="35" cy="5"/>
            </a:xfrm>
            <a:custGeom>
              <a:avLst/>
              <a:gdLst>
                <a:gd name="T0" fmla="*/ 0 w 14"/>
                <a:gd name="T1" fmla="*/ 0 h 2"/>
                <a:gd name="T2" fmla="*/ 158 w 14"/>
                <a:gd name="T3" fmla="*/ 33 h 2"/>
                <a:gd name="T4" fmla="*/ 220 w 14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cubicBezTo>
                    <a:pt x="3" y="0"/>
                    <a:pt x="6" y="2"/>
                    <a:pt x="10" y="2"/>
                  </a:cubicBezTo>
                  <a:cubicBezTo>
                    <a:pt x="11" y="2"/>
                    <a:pt x="13" y="1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A2858F20-7258-40AB-94C1-84896728AE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Bread</a:t>
            </a:r>
          </a:p>
        </p:txBody>
      </p:sp>
      <p:grpSp>
        <p:nvGrpSpPr>
          <p:cNvPr id="24578" name="sliced-french-baguette-bread">
            <a:extLst>
              <a:ext uri="{FF2B5EF4-FFF2-40B4-BE49-F238E27FC236}">
                <a16:creationId xmlns:a16="http://schemas.microsoft.com/office/drawing/2014/main" id="{485F980B-CC73-4E9D-BBFE-82FB2B67267C}"/>
              </a:ext>
            </a:extLst>
          </p:cNvPr>
          <p:cNvGrpSpPr>
            <a:grpSpLocks/>
          </p:cNvGrpSpPr>
          <p:nvPr/>
        </p:nvGrpSpPr>
        <p:grpSpPr bwMode="auto">
          <a:xfrm>
            <a:off x="7645400" y="3292475"/>
            <a:ext cx="2311400" cy="2747963"/>
            <a:chOff x="2436" y="1616"/>
            <a:chExt cx="938" cy="1115"/>
          </a:xfrm>
        </p:grpSpPr>
        <p:sp>
          <p:nvSpPr>
            <p:cNvPr id="25377" name="Freeform 807">
              <a:extLst>
                <a:ext uri="{FF2B5EF4-FFF2-40B4-BE49-F238E27FC236}">
                  <a16:creationId xmlns:a16="http://schemas.microsoft.com/office/drawing/2014/main" id="{AB0D520D-1A33-4877-BCA8-D73FF156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376"/>
              <a:ext cx="360" cy="355"/>
            </a:xfrm>
            <a:custGeom>
              <a:avLst/>
              <a:gdLst>
                <a:gd name="T0" fmla="*/ 1613 w 144"/>
                <a:gd name="T1" fmla="*/ 206 h 133"/>
                <a:gd name="T2" fmla="*/ 1800 w 144"/>
                <a:gd name="T3" fmla="*/ 456 h 133"/>
                <a:gd name="T4" fmla="*/ 2188 w 144"/>
                <a:gd name="T5" fmla="*/ 798 h 133"/>
                <a:gd name="T6" fmla="*/ 2220 w 144"/>
                <a:gd name="T7" fmla="*/ 1695 h 133"/>
                <a:gd name="T8" fmla="*/ 813 w 144"/>
                <a:gd name="T9" fmla="*/ 2109 h 133"/>
                <a:gd name="T10" fmla="*/ 238 w 144"/>
                <a:gd name="T11" fmla="*/ 534 h 133"/>
                <a:gd name="T12" fmla="*/ 970 w 144"/>
                <a:gd name="T13" fmla="*/ 21 h 133"/>
                <a:gd name="T14" fmla="*/ 1613 w 144"/>
                <a:gd name="T15" fmla="*/ 206 h 1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33">
                  <a:moveTo>
                    <a:pt x="103" y="11"/>
                  </a:moveTo>
                  <a:cubicBezTo>
                    <a:pt x="107" y="14"/>
                    <a:pt x="111" y="22"/>
                    <a:pt x="115" y="24"/>
                  </a:cubicBezTo>
                  <a:cubicBezTo>
                    <a:pt x="126" y="8"/>
                    <a:pt x="136" y="32"/>
                    <a:pt x="140" y="42"/>
                  </a:cubicBezTo>
                  <a:cubicBezTo>
                    <a:pt x="144" y="57"/>
                    <a:pt x="144" y="74"/>
                    <a:pt x="142" y="89"/>
                  </a:cubicBezTo>
                  <a:cubicBezTo>
                    <a:pt x="134" y="133"/>
                    <a:pt x="84" y="115"/>
                    <a:pt x="52" y="111"/>
                  </a:cubicBezTo>
                  <a:cubicBezTo>
                    <a:pt x="13" y="106"/>
                    <a:pt x="0" y="59"/>
                    <a:pt x="15" y="28"/>
                  </a:cubicBezTo>
                  <a:cubicBezTo>
                    <a:pt x="23" y="12"/>
                    <a:pt x="46" y="3"/>
                    <a:pt x="62" y="1"/>
                  </a:cubicBezTo>
                  <a:cubicBezTo>
                    <a:pt x="74" y="0"/>
                    <a:pt x="94" y="0"/>
                    <a:pt x="103" y="11"/>
                  </a:cubicBezTo>
                  <a:close/>
                </a:path>
              </a:pathLst>
            </a:custGeom>
            <a:solidFill>
              <a:srgbClr val="FFF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8" name="Freeform 808">
              <a:extLst>
                <a:ext uri="{FF2B5EF4-FFF2-40B4-BE49-F238E27FC236}">
                  <a16:creationId xmlns:a16="http://schemas.microsoft.com/office/drawing/2014/main" id="{F1588FC5-014B-421B-A51D-96A2F3B1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16"/>
              <a:ext cx="918" cy="1040"/>
            </a:xfrm>
            <a:custGeom>
              <a:avLst/>
              <a:gdLst>
                <a:gd name="T0" fmla="*/ 4788 w 367"/>
                <a:gd name="T1" fmla="*/ 115 h 390"/>
                <a:gd name="T2" fmla="*/ 4067 w 367"/>
                <a:gd name="T3" fmla="*/ 363 h 390"/>
                <a:gd name="T4" fmla="*/ 3722 w 367"/>
                <a:gd name="T5" fmla="*/ 648 h 390"/>
                <a:gd name="T6" fmla="*/ 3347 w 367"/>
                <a:gd name="T7" fmla="*/ 875 h 390"/>
                <a:gd name="T8" fmla="*/ 2804 w 367"/>
                <a:gd name="T9" fmla="*/ 1613 h 390"/>
                <a:gd name="T10" fmla="*/ 2534 w 367"/>
                <a:gd name="T11" fmla="*/ 2424 h 390"/>
                <a:gd name="T12" fmla="*/ 2284 w 367"/>
                <a:gd name="T13" fmla="*/ 2637 h 390"/>
                <a:gd name="T14" fmla="*/ 1751 w 367"/>
                <a:gd name="T15" fmla="*/ 3392 h 390"/>
                <a:gd name="T16" fmla="*/ 1533 w 367"/>
                <a:gd name="T17" fmla="*/ 3925 h 390"/>
                <a:gd name="T18" fmla="*/ 1346 w 367"/>
                <a:gd name="T19" fmla="*/ 4360 h 390"/>
                <a:gd name="T20" fmla="*/ 1221 w 367"/>
                <a:gd name="T21" fmla="*/ 4515 h 390"/>
                <a:gd name="T22" fmla="*/ 845 w 367"/>
                <a:gd name="T23" fmla="*/ 4779 h 390"/>
                <a:gd name="T24" fmla="*/ 208 w 367"/>
                <a:gd name="T25" fmla="*/ 5611 h 390"/>
                <a:gd name="T26" fmla="*/ 0 w 367"/>
                <a:gd name="T27" fmla="*/ 6408 h 390"/>
                <a:gd name="T28" fmla="*/ 20 w 367"/>
                <a:gd name="T29" fmla="*/ 6371 h 390"/>
                <a:gd name="T30" fmla="*/ 113 w 367"/>
                <a:gd name="T31" fmla="*/ 5939 h 390"/>
                <a:gd name="T32" fmla="*/ 845 w 367"/>
                <a:gd name="T33" fmla="*/ 5427 h 390"/>
                <a:gd name="T34" fmla="*/ 1488 w 367"/>
                <a:gd name="T35" fmla="*/ 5611 h 390"/>
                <a:gd name="T36" fmla="*/ 1676 w 367"/>
                <a:gd name="T37" fmla="*/ 5859 h 390"/>
                <a:gd name="T38" fmla="*/ 2064 w 367"/>
                <a:gd name="T39" fmla="*/ 6200 h 390"/>
                <a:gd name="T40" fmla="*/ 2096 w 367"/>
                <a:gd name="T41" fmla="*/ 7091 h 390"/>
                <a:gd name="T42" fmla="*/ 1989 w 367"/>
                <a:gd name="T43" fmla="*/ 7395 h 390"/>
                <a:gd name="T44" fmla="*/ 2021 w 367"/>
                <a:gd name="T45" fmla="*/ 7373 h 390"/>
                <a:gd name="T46" fmla="*/ 3192 w 367"/>
                <a:gd name="T47" fmla="*/ 5496 h 390"/>
                <a:gd name="T48" fmla="*/ 4097 w 367"/>
                <a:gd name="T49" fmla="*/ 3869 h 390"/>
                <a:gd name="T50" fmla="*/ 4900 w 367"/>
                <a:gd name="T51" fmla="*/ 2368 h 390"/>
                <a:gd name="T52" fmla="*/ 4788 w 367"/>
                <a:gd name="T53" fmla="*/ 115 h 39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67" h="390">
                  <a:moveTo>
                    <a:pt x="306" y="6"/>
                  </a:moveTo>
                  <a:cubicBezTo>
                    <a:pt x="287" y="0"/>
                    <a:pt x="271" y="12"/>
                    <a:pt x="260" y="19"/>
                  </a:cubicBezTo>
                  <a:cubicBezTo>
                    <a:pt x="249" y="26"/>
                    <a:pt x="247" y="26"/>
                    <a:pt x="238" y="34"/>
                  </a:cubicBezTo>
                  <a:cubicBezTo>
                    <a:pt x="229" y="42"/>
                    <a:pt x="224" y="39"/>
                    <a:pt x="214" y="46"/>
                  </a:cubicBezTo>
                  <a:cubicBezTo>
                    <a:pt x="203" y="52"/>
                    <a:pt x="188" y="69"/>
                    <a:pt x="179" y="85"/>
                  </a:cubicBezTo>
                  <a:cubicBezTo>
                    <a:pt x="169" y="102"/>
                    <a:pt x="162" y="128"/>
                    <a:pt x="162" y="128"/>
                  </a:cubicBezTo>
                  <a:cubicBezTo>
                    <a:pt x="162" y="128"/>
                    <a:pt x="155" y="134"/>
                    <a:pt x="146" y="139"/>
                  </a:cubicBezTo>
                  <a:cubicBezTo>
                    <a:pt x="137" y="145"/>
                    <a:pt x="119" y="165"/>
                    <a:pt x="112" y="179"/>
                  </a:cubicBezTo>
                  <a:cubicBezTo>
                    <a:pt x="104" y="192"/>
                    <a:pt x="103" y="194"/>
                    <a:pt x="98" y="207"/>
                  </a:cubicBezTo>
                  <a:cubicBezTo>
                    <a:pt x="92" y="221"/>
                    <a:pt x="92" y="231"/>
                    <a:pt x="86" y="230"/>
                  </a:cubicBezTo>
                  <a:cubicBezTo>
                    <a:pt x="81" y="230"/>
                    <a:pt x="83" y="234"/>
                    <a:pt x="78" y="238"/>
                  </a:cubicBezTo>
                  <a:cubicBezTo>
                    <a:pt x="74" y="242"/>
                    <a:pt x="67" y="246"/>
                    <a:pt x="54" y="252"/>
                  </a:cubicBezTo>
                  <a:cubicBezTo>
                    <a:pt x="41" y="257"/>
                    <a:pt x="25" y="274"/>
                    <a:pt x="13" y="296"/>
                  </a:cubicBezTo>
                  <a:cubicBezTo>
                    <a:pt x="4" y="311"/>
                    <a:pt x="3" y="327"/>
                    <a:pt x="0" y="338"/>
                  </a:cubicBezTo>
                  <a:cubicBezTo>
                    <a:pt x="1" y="337"/>
                    <a:pt x="1" y="337"/>
                    <a:pt x="1" y="336"/>
                  </a:cubicBezTo>
                  <a:cubicBezTo>
                    <a:pt x="2" y="328"/>
                    <a:pt x="4" y="320"/>
                    <a:pt x="7" y="313"/>
                  </a:cubicBezTo>
                  <a:cubicBezTo>
                    <a:pt x="15" y="297"/>
                    <a:pt x="38" y="288"/>
                    <a:pt x="54" y="286"/>
                  </a:cubicBezTo>
                  <a:cubicBezTo>
                    <a:pt x="66" y="285"/>
                    <a:pt x="86" y="285"/>
                    <a:pt x="95" y="296"/>
                  </a:cubicBezTo>
                  <a:cubicBezTo>
                    <a:pt x="99" y="299"/>
                    <a:pt x="103" y="307"/>
                    <a:pt x="107" y="309"/>
                  </a:cubicBezTo>
                  <a:cubicBezTo>
                    <a:pt x="118" y="293"/>
                    <a:pt x="128" y="317"/>
                    <a:pt x="132" y="327"/>
                  </a:cubicBezTo>
                  <a:cubicBezTo>
                    <a:pt x="136" y="342"/>
                    <a:pt x="136" y="359"/>
                    <a:pt x="134" y="374"/>
                  </a:cubicBezTo>
                  <a:cubicBezTo>
                    <a:pt x="132" y="381"/>
                    <a:pt x="130" y="386"/>
                    <a:pt x="127" y="390"/>
                  </a:cubicBezTo>
                  <a:cubicBezTo>
                    <a:pt x="128" y="390"/>
                    <a:pt x="128" y="390"/>
                    <a:pt x="129" y="389"/>
                  </a:cubicBezTo>
                  <a:cubicBezTo>
                    <a:pt x="141" y="381"/>
                    <a:pt x="179" y="316"/>
                    <a:pt x="204" y="290"/>
                  </a:cubicBezTo>
                  <a:cubicBezTo>
                    <a:pt x="229" y="265"/>
                    <a:pt x="240" y="240"/>
                    <a:pt x="262" y="204"/>
                  </a:cubicBezTo>
                  <a:cubicBezTo>
                    <a:pt x="283" y="167"/>
                    <a:pt x="292" y="159"/>
                    <a:pt x="313" y="125"/>
                  </a:cubicBezTo>
                  <a:cubicBezTo>
                    <a:pt x="367" y="41"/>
                    <a:pt x="324" y="12"/>
                    <a:pt x="306" y="6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9" name="Freeform 809">
              <a:extLst>
                <a:ext uri="{FF2B5EF4-FFF2-40B4-BE49-F238E27FC236}">
                  <a16:creationId xmlns:a16="http://schemas.microsoft.com/office/drawing/2014/main" id="{72AEC800-0B81-4F00-BC2B-9D9D90883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1"/>
              <a:ext cx="227" cy="253"/>
            </a:xfrm>
            <a:custGeom>
              <a:avLst/>
              <a:gdLst>
                <a:gd name="T0" fmla="*/ 0 w 91"/>
                <a:gd name="T1" fmla="*/ 738 h 95"/>
                <a:gd name="T2" fmla="*/ 561 w 91"/>
                <a:gd name="T3" fmla="*/ 1020 h 95"/>
                <a:gd name="T4" fmla="*/ 1182 w 91"/>
                <a:gd name="T5" fmla="*/ 1795 h 95"/>
                <a:gd name="T6" fmla="*/ 1337 w 91"/>
                <a:gd name="T7" fmla="*/ 1318 h 95"/>
                <a:gd name="T8" fmla="*/ 1337 w 91"/>
                <a:gd name="T9" fmla="*/ 567 h 95"/>
                <a:gd name="T10" fmla="*/ 683 w 91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95">
                  <a:moveTo>
                    <a:pt x="0" y="39"/>
                  </a:moveTo>
                  <a:cubicBezTo>
                    <a:pt x="4" y="53"/>
                    <a:pt x="25" y="50"/>
                    <a:pt x="36" y="54"/>
                  </a:cubicBezTo>
                  <a:cubicBezTo>
                    <a:pt x="55" y="59"/>
                    <a:pt x="69" y="79"/>
                    <a:pt x="76" y="95"/>
                  </a:cubicBezTo>
                  <a:cubicBezTo>
                    <a:pt x="75" y="86"/>
                    <a:pt x="83" y="78"/>
                    <a:pt x="86" y="70"/>
                  </a:cubicBezTo>
                  <a:cubicBezTo>
                    <a:pt x="91" y="57"/>
                    <a:pt x="91" y="43"/>
                    <a:pt x="86" y="30"/>
                  </a:cubicBezTo>
                  <a:cubicBezTo>
                    <a:pt x="79" y="11"/>
                    <a:pt x="62" y="4"/>
                    <a:pt x="44" y="0"/>
                  </a:cubicBezTo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0" name="Freeform 810">
              <a:extLst>
                <a:ext uri="{FF2B5EF4-FFF2-40B4-BE49-F238E27FC236}">
                  <a16:creationId xmlns:a16="http://schemas.microsoft.com/office/drawing/2014/main" id="{0A004AB8-89B6-48FA-892F-969AF7CE5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87"/>
              <a:ext cx="240" cy="253"/>
            </a:xfrm>
            <a:custGeom>
              <a:avLst/>
              <a:gdLst>
                <a:gd name="T0" fmla="*/ 0 w 96"/>
                <a:gd name="T1" fmla="*/ 980 h 95"/>
                <a:gd name="T2" fmla="*/ 675 w 96"/>
                <a:gd name="T3" fmla="*/ 1454 h 95"/>
                <a:gd name="T4" fmla="*/ 1363 w 96"/>
                <a:gd name="T5" fmla="*/ 1795 h 95"/>
                <a:gd name="T6" fmla="*/ 1408 w 96"/>
                <a:gd name="T7" fmla="*/ 1377 h 95"/>
                <a:gd name="T8" fmla="*/ 1470 w 96"/>
                <a:gd name="T9" fmla="*/ 644 h 95"/>
                <a:gd name="T10" fmla="*/ 750 w 96"/>
                <a:gd name="T11" fmla="*/ 0 h 95"/>
                <a:gd name="T12" fmla="*/ 0 w 96"/>
                <a:gd name="T13" fmla="*/ 98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95">
                  <a:moveTo>
                    <a:pt x="0" y="52"/>
                  </a:moveTo>
                  <a:cubicBezTo>
                    <a:pt x="1" y="69"/>
                    <a:pt x="30" y="75"/>
                    <a:pt x="43" y="77"/>
                  </a:cubicBezTo>
                  <a:cubicBezTo>
                    <a:pt x="58" y="79"/>
                    <a:pt x="77" y="84"/>
                    <a:pt x="87" y="95"/>
                  </a:cubicBezTo>
                  <a:cubicBezTo>
                    <a:pt x="90" y="89"/>
                    <a:pt x="89" y="80"/>
                    <a:pt x="90" y="73"/>
                  </a:cubicBezTo>
                  <a:cubicBezTo>
                    <a:pt x="92" y="59"/>
                    <a:pt x="96" y="48"/>
                    <a:pt x="94" y="34"/>
                  </a:cubicBezTo>
                  <a:cubicBezTo>
                    <a:pt x="91" y="9"/>
                    <a:pt x="68" y="7"/>
                    <a:pt x="48" y="0"/>
                  </a:cubicBezTo>
                  <a:cubicBezTo>
                    <a:pt x="36" y="7"/>
                    <a:pt x="4" y="34"/>
                    <a:pt x="0" y="52"/>
                  </a:cubicBezTo>
                  <a:close/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1" name="Freeform 811">
              <a:extLst>
                <a:ext uri="{FF2B5EF4-FFF2-40B4-BE49-F238E27FC236}">
                  <a16:creationId xmlns:a16="http://schemas.microsoft.com/office/drawing/2014/main" id="{F38D4935-96AE-402C-AC7F-55D80EC4A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235"/>
              <a:ext cx="180" cy="162"/>
            </a:xfrm>
            <a:custGeom>
              <a:avLst/>
              <a:gdLst>
                <a:gd name="T0" fmla="*/ 270 w 72"/>
                <a:gd name="T1" fmla="*/ 430 h 61"/>
                <a:gd name="T2" fmla="*/ 188 w 72"/>
                <a:gd name="T3" fmla="*/ 507 h 61"/>
                <a:gd name="T4" fmla="*/ 188 w 72"/>
                <a:gd name="T5" fmla="*/ 523 h 61"/>
                <a:gd name="T6" fmla="*/ 95 w 72"/>
                <a:gd name="T7" fmla="*/ 621 h 61"/>
                <a:gd name="T8" fmla="*/ 95 w 72"/>
                <a:gd name="T9" fmla="*/ 621 h 61"/>
                <a:gd name="T10" fmla="*/ 0 w 72"/>
                <a:gd name="T11" fmla="*/ 733 h 61"/>
                <a:gd name="T12" fmla="*/ 20 w 72"/>
                <a:gd name="T13" fmla="*/ 1142 h 61"/>
                <a:gd name="T14" fmla="*/ 375 w 72"/>
                <a:gd name="T15" fmla="*/ 1009 h 61"/>
                <a:gd name="T16" fmla="*/ 988 w 72"/>
                <a:gd name="T17" fmla="*/ 1142 h 61"/>
                <a:gd name="T18" fmla="*/ 1113 w 72"/>
                <a:gd name="T19" fmla="*/ 621 h 61"/>
                <a:gd name="T20" fmla="*/ 938 w 72"/>
                <a:gd name="T21" fmla="*/ 0 h 61"/>
                <a:gd name="T22" fmla="*/ 783 w 72"/>
                <a:gd name="T23" fmla="*/ 77 h 61"/>
                <a:gd name="T24" fmla="*/ 783 w 72"/>
                <a:gd name="T25" fmla="*/ 77 h 61"/>
                <a:gd name="T26" fmla="*/ 750 w 72"/>
                <a:gd name="T27" fmla="*/ 112 h 61"/>
                <a:gd name="T28" fmla="*/ 375 w 72"/>
                <a:gd name="T29" fmla="*/ 374 h 61"/>
                <a:gd name="T30" fmla="*/ 283 w 72"/>
                <a:gd name="T31" fmla="*/ 430 h 61"/>
                <a:gd name="T32" fmla="*/ 270 w 72"/>
                <a:gd name="T33" fmla="*/ 430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61">
                  <a:moveTo>
                    <a:pt x="17" y="23"/>
                  </a:moveTo>
                  <a:cubicBezTo>
                    <a:pt x="16" y="24"/>
                    <a:pt x="14" y="26"/>
                    <a:pt x="12" y="27"/>
                  </a:cubicBezTo>
                  <a:cubicBezTo>
                    <a:pt x="12" y="27"/>
                    <a:pt x="12" y="27"/>
                    <a:pt x="12" y="28"/>
                  </a:cubicBezTo>
                  <a:cubicBezTo>
                    <a:pt x="10" y="29"/>
                    <a:pt x="8" y="31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4" y="35"/>
                    <a:pt x="2" y="37"/>
                    <a:pt x="0" y="39"/>
                  </a:cubicBezTo>
                  <a:cubicBezTo>
                    <a:pt x="0" y="46"/>
                    <a:pt x="0" y="53"/>
                    <a:pt x="1" y="61"/>
                  </a:cubicBezTo>
                  <a:cubicBezTo>
                    <a:pt x="8" y="57"/>
                    <a:pt x="17" y="55"/>
                    <a:pt x="24" y="54"/>
                  </a:cubicBezTo>
                  <a:cubicBezTo>
                    <a:pt x="35" y="53"/>
                    <a:pt x="53" y="53"/>
                    <a:pt x="63" y="61"/>
                  </a:cubicBezTo>
                  <a:cubicBezTo>
                    <a:pt x="63" y="51"/>
                    <a:pt x="71" y="44"/>
                    <a:pt x="71" y="33"/>
                  </a:cubicBezTo>
                  <a:cubicBezTo>
                    <a:pt x="72" y="21"/>
                    <a:pt x="65" y="10"/>
                    <a:pt x="60" y="0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5"/>
                    <a:pt x="49" y="5"/>
                    <a:pt x="48" y="6"/>
                  </a:cubicBezTo>
                  <a:cubicBezTo>
                    <a:pt x="44" y="10"/>
                    <a:pt x="37" y="14"/>
                    <a:pt x="24" y="20"/>
                  </a:cubicBezTo>
                  <a:cubicBezTo>
                    <a:pt x="22" y="20"/>
                    <a:pt x="20" y="21"/>
                    <a:pt x="18" y="23"/>
                  </a:cubicBezTo>
                  <a:cubicBezTo>
                    <a:pt x="18" y="23"/>
                    <a:pt x="17" y="23"/>
                    <a:pt x="17" y="23"/>
                  </a:cubicBezTo>
                  <a:close/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2" name="Freeform 812">
              <a:extLst>
                <a:ext uri="{FF2B5EF4-FFF2-40B4-BE49-F238E27FC236}">
                  <a16:creationId xmlns:a16="http://schemas.microsoft.com/office/drawing/2014/main" id="{CD149E01-DAA4-4AAC-B6B9-F628A0398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99"/>
              <a:ext cx="48" cy="48"/>
            </a:xfrm>
            <a:custGeom>
              <a:avLst/>
              <a:gdLst>
                <a:gd name="T0" fmla="*/ 147 w 19"/>
                <a:gd name="T1" fmla="*/ 0 h 18"/>
                <a:gd name="T2" fmla="*/ 20 w 19"/>
                <a:gd name="T3" fmla="*/ 149 h 18"/>
                <a:gd name="T4" fmla="*/ 114 w 19"/>
                <a:gd name="T5" fmla="*/ 320 h 18"/>
                <a:gd name="T6" fmla="*/ 243 w 19"/>
                <a:gd name="T7" fmla="*/ 227 h 18"/>
                <a:gd name="T8" fmla="*/ 306 w 19"/>
                <a:gd name="T9" fmla="*/ 192 h 18"/>
                <a:gd name="T10" fmla="*/ 306 w 19"/>
                <a:gd name="T11" fmla="*/ 149 h 18"/>
                <a:gd name="T12" fmla="*/ 306 w 19"/>
                <a:gd name="T13" fmla="*/ 136 h 18"/>
                <a:gd name="T14" fmla="*/ 147 w 1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5" y="0"/>
                    <a:pt x="2" y="3"/>
                    <a:pt x="1" y="8"/>
                  </a:cubicBezTo>
                  <a:cubicBezTo>
                    <a:pt x="0" y="12"/>
                    <a:pt x="4" y="16"/>
                    <a:pt x="7" y="17"/>
                  </a:cubicBezTo>
                  <a:cubicBezTo>
                    <a:pt x="11" y="18"/>
                    <a:pt x="14" y="16"/>
                    <a:pt x="15" y="12"/>
                  </a:cubicBezTo>
                  <a:cubicBezTo>
                    <a:pt x="17" y="12"/>
                    <a:pt x="18" y="12"/>
                    <a:pt x="19" y="10"/>
                  </a:cubicBezTo>
                  <a:cubicBezTo>
                    <a:pt x="19" y="10"/>
                    <a:pt x="19" y="9"/>
                    <a:pt x="19" y="8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18" y="3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3" name="Freeform 813">
              <a:extLst>
                <a:ext uri="{FF2B5EF4-FFF2-40B4-BE49-F238E27FC236}">
                  <a16:creationId xmlns:a16="http://schemas.microsoft.com/office/drawing/2014/main" id="{036402F0-342A-4D59-82CA-C65471F334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9" y="2563"/>
              <a:ext cx="40" cy="40"/>
            </a:xfrm>
            <a:custGeom>
              <a:avLst/>
              <a:gdLst>
                <a:gd name="T0" fmla="*/ 113 w 16"/>
                <a:gd name="T1" fmla="*/ 0 h 15"/>
                <a:gd name="T2" fmla="*/ 63 w 16"/>
                <a:gd name="T3" fmla="*/ 35 h 15"/>
                <a:gd name="T4" fmla="*/ 63 w 16"/>
                <a:gd name="T5" fmla="*/ 35 h 15"/>
                <a:gd name="T6" fmla="*/ 0 w 16"/>
                <a:gd name="T7" fmla="*/ 115 h 15"/>
                <a:gd name="T8" fmla="*/ 0 w 16"/>
                <a:gd name="T9" fmla="*/ 136 h 15"/>
                <a:gd name="T10" fmla="*/ 20 w 16"/>
                <a:gd name="T11" fmla="*/ 171 h 15"/>
                <a:gd name="T12" fmla="*/ 158 w 16"/>
                <a:gd name="T13" fmla="*/ 264 h 15"/>
                <a:gd name="T14" fmla="*/ 238 w 16"/>
                <a:gd name="T15" fmla="*/ 93 h 15"/>
                <a:gd name="T16" fmla="*/ 113 w 16"/>
                <a:gd name="T17" fmla="*/ 0 h 15"/>
                <a:gd name="T18" fmla="*/ 125 w 16"/>
                <a:gd name="T19" fmla="*/ 136 h 15"/>
                <a:gd name="T20" fmla="*/ 125 w 16"/>
                <a:gd name="T21" fmla="*/ 136 h 15"/>
                <a:gd name="T22" fmla="*/ 145 w 16"/>
                <a:gd name="T23" fmla="*/ 136 h 15"/>
                <a:gd name="T24" fmla="*/ 125 w 16"/>
                <a:gd name="T25" fmla="*/ 149 h 15"/>
                <a:gd name="T26" fmla="*/ 113 w 16"/>
                <a:gd name="T27" fmla="*/ 192 h 15"/>
                <a:gd name="T28" fmla="*/ 125 w 16"/>
                <a:gd name="T29" fmla="*/ 149 h 15"/>
                <a:gd name="T30" fmla="*/ 125 w 16"/>
                <a:gd name="T31" fmla="*/ 149 h 15"/>
                <a:gd name="T32" fmla="*/ 125 w 16"/>
                <a:gd name="T33" fmla="*/ 149 h 15"/>
                <a:gd name="T34" fmla="*/ 125 w 16"/>
                <a:gd name="T35" fmla="*/ 136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" h="15">
                  <a:moveTo>
                    <a:pt x="7" y="0"/>
                  </a:moveTo>
                  <a:cubicBezTo>
                    <a:pt x="5" y="0"/>
                    <a:pt x="5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1" y="9"/>
                  </a:cubicBezTo>
                  <a:cubicBezTo>
                    <a:pt x="4" y="15"/>
                    <a:pt x="8" y="15"/>
                    <a:pt x="10" y="14"/>
                  </a:cubicBezTo>
                  <a:cubicBezTo>
                    <a:pt x="14" y="13"/>
                    <a:pt x="16" y="9"/>
                    <a:pt x="15" y="5"/>
                  </a:cubicBezTo>
                  <a:cubicBezTo>
                    <a:pt x="14" y="2"/>
                    <a:pt x="12" y="0"/>
                    <a:pt x="7" y="0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9" y="7"/>
                    <a:pt x="9" y="7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4" name="Freeform 814">
              <a:extLst>
                <a:ext uri="{FF2B5EF4-FFF2-40B4-BE49-F238E27FC236}">
                  <a16:creationId xmlns:a16="http://schemas.microsoft.com/office/drawing/2014/main" id="{6635644F-78AC-416F-93CC-6E54E2FC86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4" y="2523"/>
              <a:ext cx="30" cy="32"/>
            </a:xfrm>
            <a:custGeom>
              <a:avLst/>
              <a:gdLst>
                <a:gd name="T0" fmla="*/ 83 w 12"/>
                <a:gd name="T1" fmla="*/ 0 h 12"/>
                <a:gd name="T2" fmla="*/ 50 w 12"/>
                <a:gd name="T3" fmla="*/ 35 h 12"/>
                <a:gd name="T4" fmla="*/ 33 w 12"/>
                <a:gd name="T5" fmla="*/ 77 h 12"/>
                <a:gd name="T6" fmla="*/ 0 w 12"/>
                <a:gd name="T7" fmla="*/ 115 h 12"/>
                <a:gd name="T8" fmla="*/ 0 w 12"/>
                <a:gd name="T9" fmla="*/ 136 h 12"/>
                <a:gd name="T10" fmla="*/ 33 w 12"/>
                <a:gd name="T11" fmla="*/ 192 h 12"/>
                <a:gd name="T12" fmla="*/ 175 w 12"/>
                <a:gd name="T13" fmla="*/ 171 h 12"/>
                <a:gd name="T14" fmla="*/ 188 w 12"/>
                <a:gd name="T15" fmla="*/ 136 h 12"/>
                <a:gd name="T16" fmla="*/ 188 w 12"/>
                <a:gd name="T17" fmla="*/ 136 h 12"/>
                <a:gd name="T18" fmla="*/ 188 w 12"/>
                <a:gd name="T19" fmla="*/ 136 h 12"/>
                <a:gd name="T20" fmla="*/ 188 w 12"/>
                <a:gd name="T21" fmla="*/ 93 h 12"/>
                <a:gd name="T22" fmla="*/ 188 w 12"/>
                <a:gd name="T23" fmla="*/ 56 h 12"/>
                <a:gd name="T24" fmla="*/ 83 w 12"/>
                <a:gd name="T25" fmla="*/ 0 h 12"/>
                <a:gd name="T26" fmla="*/ 145 w 12"/>
                <a:gd name="T27" fmla="*/ 35 h 12"/>
                <a:gd name="T28" fmla="*/ 158 w 12"/>
                <a:gd name="T29" fmla="*/ 56 h 12"/>
                <a:gd name="T30" fmla="*/ 158 w 12"/>
                <a:gd name="T31" fmla="*/ 77 h 12"/>
                <a:gd name="T32" fmla="*/ 145 w 12"/>
                <a:gd name="T33" fmla="*/ 3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2">
                  <a:moveTo>
                    <a:pt x="5" y="0"/>
                  </a:moveTo>
                  <a:cubicBezTo>
                    <a:pt x="4" y="1"/>
                    <a:pt x="3" y="1"/>
                    <a:pt x="3" y="2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6" y="12"/>
                    <a:pt x="9" y="11"/>
                    <a:pt x="11" y="9"/>
                  </a:cubicBezTo>
                  <a:cubicBezTo>
                    <a:pt x="11" y="8"/>
                    <a:pt x="11" y="8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1" y="2"/>
                    <a:pt x="10" y="0"/>
                    <a:pt x="5" y="0"/>
                  </a:cubicBezTo>
                  <a:close/>
                  <a:moveTo>
                    <a:pt x="9" y="2"/>
                  </a:moveTo>
                  <a:cubicBezTo>
                    <a:pt x="9" y="2"/>
                    <a:pt x="10" y="3"/>
                    <a:pt x="10" y="3"/>
                  </a:cubicBezTo>
                  <a:cubicBezTo>
                    <a:pt x="10" y="3"/>
                    <a:pt x="10" y="3"/>
                    <a:pt x="10" y="4"/>
                  </a:cubicBezTo>
                  <a:cubicBezTo>
                    <a:pt x="9" y="3"/>
                    <a:pt x="10" y="2"/>
                    <a:pt x="9" y="2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5" name="Freeform 815">
              <a:extLst>
                <a:ext uri="{FF2B5EF4-FFF2-40B4-BE49-F238E27FC236}">
                  <a16:creationId xmlns:a16="http://schemas.microsoft.com/office/drawing/2014/main" id="{B29916CC-5530-4638-A4EB-BE73AA9640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4" y="2453"/>
              <a:ext cx="27" cy="27"/>
            </a:xfrm>
            <a:custGeom>
              <a:avLst/>
              <a:gdLst>
                <a:gd name="T0" fmla="*/ 150 w 11"/>
                <a:gd name="T1" fmla="*/ 59 h 10"/>
                <a:gd name="T2" fmla="*/ 150 w 11"/>
                <a:gd name="T3" fmla="*/ 81 h 10"/>
                <a:gd name="T4" fmla="*/ 103 w 11"/>
                <a:gd name="T5" fmla="*/ 22 h 10"/>
                <a:gd name="T6" fmla="*/ 42 w 11"/>
                <a:gd name="T7" fmla="*/ 38 h 10"/>
                <a:gd name="T8" fmla="*/ 29 w 11"/>
                <a:gd name="T9" fmla="*/ 138 h 10"/>
                <a:gd name="T10" fmla="*/ 103 w 11"/>
                <a:gd name="T11" fmla="*/ 176 h 10"/>
                <a:gd name="T12" fmla="*/ 150 w 11"/>
                <a:gd name="T13" fmla="*/ 138 h 10"/>
                <a:gd name="T14" fmla="*/ 120 w 11"/>
                <a:gd name="T15" fmla="*/ 0 h 10"/>
                <a:gd name="T16" fmla="*/ 150 w 11"/>
                <a:gd name="T17" fmla="*/ 59 h 10"/>
                <a:gd name="T18" fmla="*/ 61 w 11"/>
                <a:gd name="T19" fmla="*/ 116 h 10"/>
                <a:gd name="T20" fmla="*/ 42 w 11"/>
                <a:gd name="T21" fmla="*/ 59 h 10"/>
                <a:gd name="T22" fmla="*/ 71 w 11"/>
                <a:gd name="T23" fmla="*/ 38 h 10"/>
                <a:gd name="T24" fmla="*/ 133 w 11"/>
                <a:gd name="T25" fmla="*/ 59 h 10"/>
                <a:gd name="T26" fmla="*/ 133 w 11"/>
                <a:gd name="T27" fmla="*/ 103 h 10"/>
                <a:gd name="T28" fmla="*/ 133 w 11"/>
                <a:gd name="T29" fmla="*/ 116 h 10"/>
                <a:gd name="T30" fmla="*/ 61 w 11"/>
                <a:gd name="T31" fmla="*/ 116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" h="10">
                  <a:moveTo>
                    <a:pt x="10" y="3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9" y="3"/>
                    <a:pt x="8" y="2"/>
                    <a:pt x="7" y="1"/>
                  </a:cubicBezTo>
                  <a:cubicBezTo>
                    <a:pt x="6" y="1"/>
                    <a:pt x="4" y="1"/>
                    <a:pt x="3" y="2"/>
                  </a:cubicBezTo>
                  <a:cubicBezTo>
                    <a:pt x="0" y="5"/>
                    <a:pt x="2" y="7"/>
                    <a:pt x="2" y="7"/>
                  </a:cubicBezTo>
                  <a:cubicBezTo>
                    <a:pt x="3" y="9"/>
                    <a:pt x="4" y="10"/>
                    <a:pt x="7" y="9"/>
                  </a:cubicBezTo>
                  <a:cubicBezTo>
                    <a:pt x="8" y="9"/>
                    <a:pt x="9" y="8"/>
                    <a:pt x="10" y="7"/>
                  </a:cubicBezTo>
                  <a:cubicBezTo>
                    <a:pt x="11" y="5"/>
                    <a:pt x="11" y="2"/>
                    <a:pt x="8" y="0"/>
                  </a:cubicBezTo>
                  <a:cubicBezTo>
                    <a:pt x="9" y="1"/>
                    <a:pt x="10" y="2"/>
                    <a:pt x="10" y="3"/>
                  </a:cubicBezTo>
                  <a:close/>
                  <a:moveTo>
                    <a:pt x="4" y="6"/>
                  </a:moveTo>
                  <a:cubicBezTo>
                    <a:pt x="3" y="6"/>
                    <a:pt x="2" y="4"/>
                    <a:pt x="3" y="3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6" y="1"/>
                    <a:pt x="8" y="2"/>
                    <a:pt x="9" y="3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6"/>
                    <a:pt x="9" y="6"/>
                  </a:cubicBezTo>
                  <a:cubicBezTo>
                    <a:pt x="8" y="7"/>
                    <a:pt x="5" y="8"/>
                    <a:pt x="4" y="6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6" name="Freeform 816">
              <a:extLst>
                <a:ext uri="{FF2B5EF4-FFF2-40B4-BE49-F238E27FC236}">
                  <a16:creationId xmlns:a16="http://schemas.microsoft.com/office/drawing/2014/main" id="{E1ADF911-B862-4236-BE72-79C6ED17B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563"/>
              <a:ext cx="55" cy="53"/>
            </a:xfrm>
            <a:custGeom>
              <a:avLst/>
              <a:gdLst>
                <a:gd name="T0" fmla="*/ 158 w 22"/>
                <a:gd name="T1" fmla="*/ 21 h 20"/>
                <a:gd name="T2" fmla="*/ 0 w 22"/>
                <a:gd name="T3" fmla="*/ 204 h 20"/>
                <a:gd name="T4" fmla="*/ 50 w 22"/>
                <a:gd name="T5" fmla="*/ 294 h 20"/>
                <a:gd name="T6" fmla="*/ 313 w 22"/>
                <a:gd name="T7" fmla="*/ 281 h 20"/>
                <a:gd name="T8" fmla="*/ 345 w 22"/>
                <a:gd name="T9" fmla="*/ 191 h 20"/>
                <a:gd name="T10" fmla="*/ 300 w 22"/>
                <a:gd name="T11" fmla="*/ 90 h 20"/>
                <a:gd name="T12" fmla="*/ 250 w 22"/>
                <a:gd name="T13" fmla="*/ 77 h 20"/>
                <a:gd name="T14" fmla="*/ 208 w 22"/>
                <a:gd name="T15" fmla="*/ 21 h 20"/>
                <a:gd name="T16" fmla="*/ 158 w 22"/>
                <a:gd name="T17" fmla="*/ 2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0">
                  <a:moveTo>
                    <a:pt x="10" y="1"/>
                  </a:moveTo>
                  <a:cubicBezTo>
                    <a:pt x="5" y="3"/>
                    <a:pt x="2" y="6"/>
                    <a:pt x="0" y="11"/>
                  </a:cubicBezTo>
                  <a:cubicBezTo>
                    <a:pt x="0" y="13"/>
                    <a:pt x="1" y="15"/>
                    <a:pt x="3" y="16"/>
                  </a:cubicBezTo>
                  <a:cubicBezTo>
                    <a:pt x="4" y="16"/>
                    <a:pt x="16" y="20"/>
                    <a:pt x="20" y="15"/>
                  </a:cubicBezTo>
                  <a:cubicBezTo>
                    <a:pt x="21" y="14"/>
                    <a:pt x="22" y="12"/>
                    <a:pt x="22" y="10"/>
                  </a:cubicBezTo>
                  <a:cubicBezTo>
                    <a:pt x="22" y="8"/>
                    <a:pt x="21" y="7"/>
                    <a:pt x="19" y="5"/>
                  </a:cubicBezTo>
                  <a:cubicBezTo>
                    <a:pt x="18" y="4"/>
                    <a:pt x="17" y="4"/>
                    <a:pt x="16" y="4"/>
                  </a:cubicBezTo>
                  <a:cubicBezTo>
                    <a:pt x="15" y="2"/>
                    <a:pt x="14" y="1"/>
                    <a:pt x="13" y="1"/>
                  </a:cubicBezTo>
                  <a:cubicBezTo>
                    <a:pt x="12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7" name="Freeform 817">
              <a:extLst>
                <a:ext uri="{FF2B5EF4-FFF2-40B4-BE49-F238E27FC236}">
                  <a16:creationId xmlns:a16="http://schemas.microsoft.com/office/drawing/2014/main" id="{3FB2518E-9819-4F05-8794-E87C5CEB4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592"/>
              <a:ext cx="20" cy="24"/>
            </a:xfrm>
            <a:custGeom>
              <a:avLst/>
              <a:gdLst>
                <a:gd name="T0" fmla="*/ 50 w 8"/>
                <a:gd name="T1" fmla="*/ 21 h 9"/>
                <a:gd name="T2" fmla="*/ 0 w 8"/>
                <a:gd name="T3" fmla="*/ 93 h 9"/>
                <a:gd name="T4" fmla="*/ 95 w 8"/>
                <a:gd name="T5" fmla="*/ 149 h 9"/>
                <a:gd name="T6" fmla="*/ 125 w 8"/>
                <a:gd name="T7" fmla="*/ 149 h 9"/>
                <a:gd name="T8" fmla="*/ 63 w 8"/>
                <a:gd name="T9" fmla="*/ 93 h 9"/>
                <a:gd name="T10" fmla="*/ 113 w 8"/>
                <a:gd name="T11" fmla="*/ 0 h 9"/>
                <a:gd name="T12" fmla="*/ 50 w 8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7"/>
                    <a:pt x="3" y="9"/>
                    <a:pt x="6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8"/>
                    <a:pt x="4" y="7"/>
                    <a:pt x="4" y="5"/>
                  </a:cubicBezTo>
                  <a:cubicBezTo>
                    <a:pt x="3" y="2"/>
                    <a:pt x="5" y="0"/>
                    <a:pt x="7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8" name="Freeform 818">
              <a:extLst>
                <a:ext uri="{FF2B5EF4-FFF2-40B4-BE49-F238E27FC236}">
                  <a16:creationId xmlns:a16="http://schemas.microsoft.com/office/drawing/2014/main" id="{F8384891-6B09-4656-8CDF-BC826AE77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39"/>
              <a:ext cx="40" cy="42"/>
            </a:xfrm>
            <a:custGeom>
              <a:avLst/>
              <a:gdLst>
                <a:gd name="T0" fmla="*/ 20 w 16"/>
                <a:gd name="T1" fmla="*/ 76 h 16"/>
                <a:gd name="T2" fmla="*/ 50 w 16"/>
                <a:gd name="T3" fmla="*/ 221 h 16"/>
                <a:gd name="T4" fmla="*/ 220 w 16"/>
                <a:gd name="T5" fmla="*/ 234 h 16"/>
                <a:gd name="T6" fmla="*/ 250 w 16"/>
                <a:gd name="T7" fmla="*/ 179 h 16"/>
                <a:gd name="T8" fmla="*/ 238 w 16"/>
                <a:gd name="T9" fmla="*/ 179 h 16"/>
                <a:gd name="T10" fmla="*/ 250 w 16"/>
                <a:gd name="T11" fmla="*/ 179 h 16"/>
                <a:gd name="T12" fmla="*/ 238 w 16"/>
                <a:gd name="T13" fmla="*/ 165 h 16"/>
                <a:gd name="T14" fmla="*/ 113 w 16"/>
                <a:gd name="T15" fmla="*/ 0 h 16"/>
                <a:gd name="T16" fmla="*/ 20 w 16"/>
                <a:gd name="T17" fmla="*/ 7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6">
                  <a:moveTo>
                    <a:pt x="1" y="4"/>
                  </a:moveTo>
                  <a:cubicBezTo>
                    <a:pt x="0" y="7"/>
                    <a:pt x="0" y="10"/>
                    <a:pt x="3" y="12"/>
                  </a:cubicBezTo>
                  <a:cubicBezTo>
                    <a:pt x="6" y="15"/>
                    <a:pt x="11" y="16"/>
                    <a:pt x="14" y="13"/>
                  </a:cubicBezTo>
                  <a:cubicBezTo>
                    <a:pt x="15" y="12"/>
                    <a:pt x="16" y="11"/>
                    <a:pt x="16" y="10"/>
                  </a:cubicBezTo>
                  <a:cubicBezTo>
                    <a:pt x="16" y="10"/>
                    <a:pt x="16" y="10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9"/>
                    <a:pt x="16" y="9"/>
                    <a:pt x="15" y="9"/>
                  </a:cubicBezTo>
                  <a:cubicBezTo>
                    <a:pt x="15" y="9"/>
                    <a:pt x="13" y="1"/>
                    <a:pt x="7" y="0"/>
                  </a:cubicBezTo>
                  <a:cubicBezTo>
                    <a:pt x="6" y="0"/>
                    <a:pt x="3" y="0"/>
                    <a:pt x="1" y="4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9" name="Freeform 819">
              <a:extLst>
                <a:ext uri="{FF2B5EF4-FFF2-40B4-BE49-F238E27FC236}">
                  <a16:creationId xmlns:a16="http://schemas.microsoft.com/office/drawing/2014/main" id="{EC7D87BB-423C-47F9-AF7D-367FE8D163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1" y="2475"/>
              <a:ext cx="38" cy="24"/>
            </a:xfrm>
            <a:custGeom>
              <a:avLst/>
              <a:gdLst>
                <a:gd name="T0" fmla="*/ 63 w 15"/>
                <a:gd name="T1" fmla="*/ 35 h 9"/>
                <a:gd name="T2" fmla="*/ 0 w 15"/>
                <a:gd name="T3" fmla="*/ 93 h 9"/>
                <a:gd name="T4" fmla="*/ 20 w 15"/>
                <a:gd name="T5" fmla="*/ 93 h 9"/>
                <a:gd name="T6" fmla="*/ 84 w 15"/>
                <a:gd name="T7" fmla="*/ 171 h 9"/>
                <a:gd name="T8" fmla="*/ 96 w 15"/>
                <a:gd name="T9" fmla="*/ 171 h 9"/>
                <a:gd name="T10" fmla="*/ 193 w 15"/>
                <a:gd name="T11" fmla="*/ 136 h 9"/>
                <a:gd name="T12" fmla="*/ 225 w 15"/>
                <a:gd name="T13" fmla="*/ 56 h 9"/>
                <a:gd name="T14" fmla="*/ 160 w 15"/>
                <a:gd name="T15" fmla="*/ 0 h 9"/>
                <a:gd name="T16" fmla="*/ 96 w 15"/>
                <a:gd name="T17" fmla="*/ 0 h 9"/>
                <a:gd name="T18" fmla="*/ 63 w 15"/>
                <a:gd name="T19" fmla="*/ 35 h 9"/>
                <a:gd name="T20" fmla="*/ 96 w 15"/>
                <a:gd name="T21" fmla="*/ 136 h 9"/>
                <a:gd name="T22" fmla="*/ 96 w 15"/>
                <a:gd name="T23" fmla="*/ 136 h 9"/>
                <a:gd name="T24" fmla="*/ 96 w 15"/>
                <a:gd name="T25" fmla="*/ 136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9">
                  <a:moveTo>
                    <a:pt x="4" y="2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8"/>
                    <a:pt x="3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4" y="6"/>
                    <a:pt x="15" y="5"/>
                    <a:pt x="14" y="3"/>
                  </a:cubicBezTo>
                  <a:cubicBezTo>
                    <a:pt x="14" y="1"/>
                    <a:pt x="12" y="0"/>
                    <a:pt x="1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4" y="2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0" name="Freeform 820">
              <a:extLst>
                <a:ext uri="{FF2B5EF4-FFF2-40B4-BE49-F238E27FC236}">
                  <a16:creationId xmlns:a16="http://schemas.microsoft.com/office/drawing/2014/main" id="{42FED9D4-8B26-4224-8624-7A88C9F50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451"/>
              <a:ext cx="22" cy="18"/>
            </a:xfrm>
            <a:custGeom>
              <a:avLst/>
              <a:gdLst>
                <a:gd name="T0" fmla="*/ 12 w 9"/>
                <a:gd name="T1" fmla="*/ 67 h 7"/>
                <a:gd name="T2" fmla="*/ 0 w 9"/>
                <a:gd name="T3" fmla="*/ 85 h 7"/>
                <a:gd name="T4" fmla="*/ 42 w 9"/>
                <a:gd name="T5" fmla="*/ 54 h 7"/>
                <a:gd name="T6" fmla="*/ 90 w 9"/>
                <a:gd name="T7" fmla="*/ 67 h 7"/>
                <a:gd name="T8" fmla="*/ 120 w 9"/>
                <a:gd name="T9" fmla="*/ 118 h 7"/>
                <a:gd name="T10" fmla="*/ 120 w 9"/>
                <a:gd name="T11" fmla="*/ 85 h 7"/>
                <a:gd name="T12" fmla="*/ 71 w 9"/>
                <a:gd name="T13" fmla="*/ 0 h 7"/>
                <a:gd name="T14" fmla="*/ 12 w 9"/>
                <a:gd name="T15" fmla="*/ 6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7">
                  <a:moveTo>
                    <a:pt x="1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3"/>
                    <a:pt x="3" y="3"/>
                  </a:cubicBezTo>
                  <a:cubicBezTo>
                    <a:pt x="4" y="3"/>
                    <a:pt x="5" y="3"/>
                    <a:pt x="6" y="4"/>
                  </a:cubicBezTo>
                  <a:cubicBezTo>
                    <a:pt x="7" y="4"/>
                    <a:pt x="8" y="6"/>
                    <a:pt x="8" y="7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3"/>
                    <a:pt x="7" y="1"/>
                    <a:pt x="5" y="0"/>
                  </a:cubicBezTo>
                  <a:cubicBezTo>
                    <a:pt x="3" y="0"/>
                    <a:pt x="1" y="1"/>
                    <a:pt x="1" y="4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1" name="Freeform 821">
              <a:extLst>
                <a:ext uri="{FF2B5EF4-FFF2-40B4-BE49-F238E27FC236}">
                  <a16:creationId xmlns:a16="http://schemas.microsoft.com/office/drawing/2014/main" id="{299A7B54-868A-48F6-8C0E-0FFD7E610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504"/>
              <a:ext cx="41" cy="48"/>
            </a:xfrm>
            <a:custGeom>
              <a:avLst/>
              <a:gdLst>
                <a:gd name="T0" fmla="*/ 85 w 16"/>
                <a:gd name="T1" fmla="*/ 21 h 18"/>
                <a:gd name="T2" fmla="*/ 0 w 16"/>
                <a:gd name="T3" fmla="*/ 192 h 18"/>
                <a:gd name="T4" fmla="*/ 97 w 16"/>
                <a:gd name="T5" fmla="*/ 320 h 18"/>
                <a:gd name="T6" fmla="*/ 236 w 16"/>
                <a:gd name="T7" fmla="*/ 264 h 18"/>
                <a:gd name="T8" fmla="*/ 269 w 16"/>
                <a:gd name="T9" fmla="*/ 171 h 18"/>
                <a:gd name="T10" fmla="*/ 249 w 16"/>
                <a:gd name="T11" fmla="*/ 115 h 18"/>
                <a:gd name="T12" fmla="*/ 249 w 16"/>
                <a:gd name="T13" fmla="*/ 93 h 18"/>
                <a:gd name="T14" fmla="*/ 236 w 16"/>
                <a:gd name="T15" fmla="*/ 35 h 18"/>
                <a:gd name="T16" fmla="*/ 85 w 16"/>
                <a:gd name="T17" fmla="*/ 2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8">
                  <a:moveTo>
                    <a:pt x="5" y="1"/>
                  </a:moveTo>
                  <a:cubicBezTo>
                    <a:pt x="2" y="3"/>
                    <a:pt x="0" y="6"/>
                    <a:pt x="0" y="10"/>
                  </a:cubicBezTo>
                  <a:cubicBezTo>
                    <a:pt x="1" y="13"/>
                    <a:pt x="3" y="16"/>
                    <a:pt x="6" y="17"/>
                  </a:cubicBezTo>
                  <a:cubicBezTo>
                    <a:pt x="9" y="18"/>
                    <a:pt x="12" y="17"/>
                    <a:pt x="14" y="14"/>
                  </a:cubicBezTo>
                  <a:cubicBezTo>
                    <a:pt x="15" y="13"/>
                    <a:pt x="16" y="11"/>
                    <a:pt x="16" y="9"/>
                  </a:cubicBezTo>
                  <a:cubicBezTo>
                    <a:pt x="16" y="8"/>
                    <a:pt x="15" y="7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1" y="0"/>
                    <a:pt x="8" y="0"/>
                    <a:pt x="5" y="1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2" name="Freeform 822">
              <a:extLst>
                <a:ext uri="{FF2B5EF4-FFF2-40B4-BE49-F238E27FC236}">
                  <a16:creationId xmlns:a16="http://schemas.microsoft.com/office/drawing/2014/main" id="{17B5F06B-031F-44A1-99D1-0539882538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2581"/>
              <a:ext cx="22" cy="24"/>
            </a:xfrm>
            <a:custGeom>
              <a:avLst/>
              <a:gdLst>
                <a:gd name="T0" fmla="*/ 12 w 9"/>
                <a:gd name="T1" fmla="*/ 35 h 9"/>
                <a:gd name="T2" fmla="*/ 12 w 9"/>
                <a:gd name="T3" fmla="*/ 77 h 9"/>
                <a:gd name="T4" fmla="*/ 12 w 9"/>
                <a:gd name="T5" fmla="*/ 77 h 9"/>
                <a:gd name="T6" fmla="*/ 90 w 9"/>
                <a:gd name="T7" fmla="*/ 115 h 9"/>
                <a:gd name="T8" fmla="*/ 103 w 9"/>
                <a:gd name="T9" fmla="*/ 77 h 9"/>
                <a:gd name="T10" fmla="*/ 103 w 9"/>
                <a:gd name="T11" fmla="*/ 56 h 9"/>
                <a:gd name="T12" fmla="*/ 71 w 9"/>
                <a:gd name="T13" fmla="*/ 21 h 9"/>
                <a:gd name="T14" fmla="*/ 12 w 9"/>
                <a:gd name="T15" fmla="*/ 35 h 9"/>
                <a:gd name="T16" fmla="*/ 120 w 9"/>
                <a:gd name="T17" fmla="*/ 56 h 9"/>
                <a:gd name="T18" fmla="*/ 103 w 9"/>
                <a:gd name="T19" fmla="*/ 77 h 9"/>
                <a:gd name="T20" fmla="*/ 120 w 9"/>
                <a:gd name="T21" fmla="*/ 77 h 9"/>
                <a:gd name="T22" fmla="*/ 103 w 9"/>
                <a:gd name="T23" fmla="*/ 136 h 9"/>
                <a:gd name="T24" fmla="*/ 59 w 9"/>
                <a:gd name="T25" fmla="*/ 171 h 9"/>
                <a:gd name="T26" fmla="*/ 120 w 9"/>
                <a:gd name="T27" fmla="*/ 136 h 9"/>
                <a:gd name="T28" fmla="*/ 120 w 9"/>
                <a:gd name="T29" fmla="*/ 56 h 9"/>
                <a:gd name="T30" fmla="*/ 120 w 9"/>
                <a:gd name="T31" fmla="*/ 21 h 9"/>
                <a:gd name="T32" fmla="*/ 120 w 9"/>
                <a:gd name="T33" fmla="*/ 56 h 9"/>
                <a:gd name="T34" fmla="*/ 12 w 9"/>
                <a:gd name="T35" fmla="*/ 115 h 9"/>
                <a:gd name="T36" fmla="*/ 12 w 9"/>
                <a:gd name="T37" fmla="*/ 77 h 9"/>
                <a:gd name="T38" fmla="*/ 0 w 9"/>
                <a:gd name="T39" fmla="*/ 77 h 9"/>
                <a:gd name="T40" fmla="*/ 12 w 9"/>
                <a:gd name="T41" fmla="*/ 115 h 9"/>
                <a:gd name="T42" fmla="*/ 59 w 9"/>
                <a:gd name="T43" fmla="*/ 171 h 9"/>
                <a:gd name="T44" fmla="*/ 42 w 9"/>
                <a:gd name="T45" fmla="*/ 149 h 9"/>
                <a:gd name="T46" fmla="*/ 59 w 9"/>
                <a:gd name="T47" fmla="*/ 171 h 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" h="9">
                  <a:moveTo>
                    <a:pt x="1" y="2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6"/>
                    <a:pt x="4" y="7"/>
                    <a:pt x="6" y="6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5"/>
                    <a:pt x="7" y="6"/>
                    <a:pt x="7" y="7"/>
                  </a:cubicBezTo>
                  <a:cubicBezTo>
                    <a:pt x="6" y="8"/>
                    <a:pt x="5" y="9"/>
                    <a:pt x="4" y="9"/>
                  </a:cubicBezTo>
                  <a:cubicBezTo>
                    <a:pt x="5" y="9"/>
                    <a:pt x="6" y="8"/>
                    <a:pt x="8" y="7"/>
                  </a:cubicBezTo>
                  <a:cubicBezTo>
                    <a:pt x="9" y="6"/>
                    <a:pt x="9" y="5"/>
                    <a:pt x="8" y="3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3"/>
                  </a:cubicBezTo>
                  <a:close/>
                  <a:moveTo>
                    <a:pt x="1" y="6"/>
                  </a:moveTo>
                  <a:cubicBezTo>
                    <a:pt x="1" y="5"/>
                    <a:pt x="1" y="5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lnTo>
                    <a:pt x="1" y="6"/>
                  </a:lnTo>
                  <a:close/>
                  <a:moveTo>
                    <a:pt x="4" y="9"/>
                  </a:moveTo>
                  <a:cubicBezTo>
                    <a:pt x="4" y="9"/>
                    <a:pt x="3" y="9"/>
                    <a:pt x="3" y="8"/>
                  </a:cubicBezTo>
                  <a:cubicBezTo>
                    <a:pt x="3" y="9"/>
                    <a:pt x="4" y="9"/>
                    <a:pt x="4" y="9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3" name="Freeform 823">
              <a:extLst>
                <a:ext uri="{FF2B5EF4-FFF2-40B4-BE49-F238E27FC236}">
                  <a16:creationId xmlns:a16="http://schemas.microsoft.com/office/drawing/2014/main" id="{D79CE3C6-6ACE-4462-8BC8-8ED9EEA60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621"/>
              <a:ext cx="17" cy="24"/>
            </a:xfrm>
            <a:custGeom>
              <a:avLst/>
              <a:gdLst>
                <a:gd name="T0" fmla="*/ 12 w 7"/>
                <a:gd name="T1" fmla="*/ 21 h 9"/>
                <a:gd name="T2" fmla="*/ 0 w 7"/>
                <a:gd name="T3" fmla="*/ 21 h 9"/>
                <a:gd name="T4" fmla="*/ 70 w 7"/>
                <a:gd name="T5" fmla="*/ 77 h 9"/>
                <a:gd name="T6" fmla="*/ 29 w 7"/>
                <a:gd name="T7" fmla="*/ 171 h 9"/>
                <a:gd name="T8" fmla="*/ 58 w 7"/>
                <a:gd name="T9" fmla="*/ 149 h 9"/>
                <a:gd name="T10" fmla="*/ 87 w 7"/>
                <a:gd name="T11" fmla="*/ 56 h 9"/>
                <a:gd name="T12" fmla="*/ 12 w 7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9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2"/>
                    <a:pt x="5" y="4"/>
                  </a:cubicBezTo>
                  <a:cubicBezTo>
                    <a:pt x="6" y="6"/>
                    <a:pt x="4" y="8"/>
                    <a:pt x="2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8"/>
                    <a:pt x="7" y="5"/>
                    <a:pt x="6" y="3"/>
                  </a:cubicBezTo>
                  <a:cubicBezTo>
                    <a:pt x="5" y="1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4" name="Freeform 824">
              <a:extLst>
                <a:ext uri="{FF2B5EF4-FFF2-40B4-BE49-F238E27FC236}">
                  <a16:creationId xmlns:a16="http://schemas.microsoft.com/office/drawing/2014/main" id="{8FFD5780-77A9-44A4-A9E6-4A2ED57E2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37"/>
              <a:ext cx="25" cy="24"/>
            </a:xfrm>
            <a:custGeom>
              <a:avLst/>
              <a:gdLst>
                <a:gd name="T0" fmla="*/ 95 w 10"/>
                <a:gd name="T1" fmla="*/ 93 h 9"/>
                <a:gd name="T2" fmla="*/ 0 w 10"/>
                <a:gd name="T3" fmla="*/ 115 h 9"/>
                <a:gd name="T4" fmla="*/ 63 w 10"/>
                <a:gd name="T5" fmla="*/ 149 h 9"/>
                <a:gd name="T6" fmla="*/ 145 w 10"/>
                <a:gd name="T7" fmla="*/ 115 h 9"/>
                <a:gd name="T8" fmla="*/ 95 w 10"/>
                <a:gd name="T9" fmla="*/ 0 h 9"/>
                <a:gd name="T10" fmla="*/ 83 w 10"/>
                <a:gd name="T11" fmla="*/ 0 h 9"/>
                <a:gd name="T12" fmla="*/ 95 w 10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6" y="5"/>
                  </a:moveTo>
                  <a:cubicBezTo>
                    <a:pt x="5" y="7"/>
                    <a:pt x="2" y="7"/>
                    <a:pt x="0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9"/>
                    <a:pt x="8" y="8"/>
                    <a:pt x="9" y="6"/>
                  </a:cubicBezTo>
                  <a:cubicBezTo>
                    <a:pt x="10" y="4"/>
                    <a:pt x="8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5" name="Freeform 825">
              <a:extLst>
                <a:ext uri="{FF2B5EF4-FFF2-40B4-BE49-F238E27FC236}">
                  <a16:creationId xmlns:a16="http://schemas.microsoft.com/office/drawing/2014/main" id="{BB2C850C-3247-490D-9BCB-0E01F10643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1" y="2525"/>
              <a:ext cx="28" cy="35"/>
            </a:xfrm>
            <a:custGeom>
              <a:avLst/>
              <a:gdLst>
                <a:gd name="T0" fmla="*/ 20 w 11"/>
                <a:gd name="T1" fmla="*/ 35 h 13"/>
                <a:gd name="T2" fmla="*/ 0 w 11"/>
                <a:gd name="T3" fmla="*/ 81 h 13"/>
                <a:gd name="T4" fmla="*/ 0 w 11"/>
                <a:gd name="T5" fmla="*/ 94 h 13"/>
                <a:gd name="T6" fmla="*/ 0 w 11"/>
                <a:gd name="T7" fmla="*/ 94 h 13"/>
                <a:gd name="T8" fmla="*/ 0 w 11"/>
                <a:gd name="T9" fmla="*/ 116 h 13"/>
                <a:gd name="T10" fmla="*/ 20 w 11"/>
                <a:gd name="T11" fmla="*/ 175 h 13"/>
                <a:gd name="T12" fmla="*/ 20 w 11"/>
                <a:gd name="T13" fmla="*/ 197 h 13"/>
                <a:gd name="T14" fmla="*/ 97 w 11"/>
                <a:gd name="T15" fmla="*/ 253 h 13"/>
                <a:gd name="T16" fmla="*/ 150 w 11"/>
                <a:gd name="T17" fmla="*/ 253 h 13"/>
                <a:gd name="T18" fmla="*/ 181 w 11"/>
                <a:gd name="T19" fmla="*/ 175 h 13"/>
                <a:gd name="T20" fmla="*/ 97 w 11"/>
                <a:gd name="T21" fmla="*/ 22 h 13"/>
                <a:gd name="T22" fmla="*/ 20 w 11"/>
                <a:gd name="T23" fmla="*/ 35 h 13"/>
                <a:gd name="T24" fmla="*/ 20 w 11"/>
                <a:gd name="T25" fmla="*/ 137 h 13"/>
                <a:gd name="T26" fmla="*/ 20 w 11"/>
                <a:gd name="T27" fmla="*/ 116 h 13"/>
                <a:gd name="T28" fmla="*/ 20 w 11"/>
                <a:gd name="T29" fmla="*/ 137 h 13"/>
                <a:gd name="T30" fmla="*/ 20 w 11"/>
                <a:gd name="T31" fmla="*/ 137 h 13"/>
                <a:gd name="T32" fmla="*/ 64 w 11"/>
                <a:gd name="T33" fmla="*/ 94 h 13"/>
                <a:gd name="T34" fmla="*/ 117 w 11"/>
                <a:gd name="T35" fmla="*/ 94 h 13"/>
                <a:gd name="T36" fmla="*/ 117 w 11"/>
                <a:gd name="T37" fmla="*/ 137 h 13"/>
                <a:gd name="T38" fmla="*/ 117 w 11"/>
                <a:gd name="T39" fmla="*/ 137 h 13"/>
                <a:gd name="T40" fmla="*/ 97 w 11"/>
                <a:gd name="T41" fmla="*/ 175 h 13"/>
                <a:gd name="T42" fmla="*/ 51 w 11"/>
                <a:gd name="T43" fmla="*/ 159 h 13"/>
                <a:gd name="T44" fmla="*/ 64 w 11"/>
                <a:gd name="T45" fmla="*/ 94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" h="13">
                  <a:moveTo>
                    <a:pt x="1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3"/>
                    <a:pt x="8" y="13"/>
                    <a:pt x="9" y="13"/>
                  </a:cubicBezTo>
                  <a:cubicBezTo>
                    <a:pt x="10" y="12"/>
                    <a:pt x="11" y="10"/>
                    <a:pt x="11" y="9"/>
                  </a:cubicBezTo>
                  <a:cubicBezTo>
                    <a:pt x="10" y="7"/>
                    <a:pt x="10" y="3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lose/>
                  <a:moveTo>
                    <a:pt x="1" y="7"/>
                  </a:moveTo>
                  <a:cubicBezTo>
                    <a:pt x="1" y="7"/>
                    <a:pt x="1" y="6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4" y="5"/>
                  </a:moveTo>
                  <a:cubicBezTo>
                    <a:pt x="5" y="5"/>
                    <a:pt x="6" y="4"/>
                    <a:pt x="7" y="5"/>
                  </a:cubicBezTo>
                  <a:cubicBezTo>
                    <a:pt x="7" y="5"/>
                    <a:pt x="7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3" y="7"/>
                    <a:pt x="3" y="6"/>
                    <a:pt x="4" y="5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6" name="Freeform 826">
              <a:extLst>
                <a:ext uri="{FF2B5EF4-FFF2-40B4-BE49-F238E27FC236}">
                  <a16:creationId xmlns:a16="http://schemas.microsoft.com/office/drawing/2014/main" id="{9078003D-F52C-4858-91C9-0AFE8C11A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475"/>
              <a:ext cx="25" cy="26"/>
            </a:xfrm>
            <a:custGeom>
              <a:avLst/>
              <a:gdLst>
                <a:gd name="T0" fmla="*/ 50 w 10"/>
                <a:gd name="T1" fmla="*/ 34 h 10"/>
                <a:gd name="T2" fmla="*/ 0 w 10"/>
                <a:gd name="T3" fmla="*/ 122 h 10"/>
                <a:gd name="T4" fmla="*/ 95 w 10"/>
                <a:gd name="T5" fmla="*/ 88 h 10"/>
                <a:gd name="T6" fmla="*/ 113 w 10"/>
                <a:gd name="T7" fmla="*/ 177 h 10"/>
                <a:gd name="T8" fmla="*/ 145 w 10"/>
                <a:gd name="T9" fmla="*/ 143 h 10"/>
                <a:gd name="T10" fmla="*/ 125 w 10"/>
                <a:gd name="T11" fmla="*/ 21 h 10"/>
                <a:gd name="T12" fmla="*/ 50 w 10"/>
                <a:gd name="T13" fmla="*/ 3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" y="5"/>
                    <a:pt x="4" y="4"/>
                    <a:pt x="6" y="5"/>
                  </a:cubicBezTo>
                  <a:cubicBezTo>
                    <a:pt x="7" y="6"/>
                    <a:pt x="8" y="8"/>
                    <a:pt x="7" y="10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6"/>
                    <a:pt x="10" y="3"/>
                    <a:pt x="8" y="1"/>
                  </a:cubicBezTo>
                  <a:cubicBezTo>
                    <a:pt x="6" y="0"/>
                    <a:pt x="5" y="0"/>
                    <a:pt x="3" y="2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7" name="Freeform 827">
              <a:extLst>
                <a:ext uri="{FF2B5EF4-FFF2-40B4-BE49-F238E27FC236}">
                  <a16:creationId xmlns:a16="http://schemas.microsoft.com/office/drawing/2014/main" id="{0DEADA08-08F3-4E54-9D4B-3436C9A78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459"/>
              <a:ext cx="25" cy="29"/>
            </a:xfrm>
            <a:custGeom>
              <a:avLst/>
              <a:gdLst>
                <a:gd name="T0" fmla="*/ 83 w 10"/>
                <a:gd name="T1" fmla="*/ 0 h 11"/>
                <a:gd name="T2" fmla="*/ 0 w 10"/>
                <a:gd name="T3" fmla="*/ 34 h 11"/>
                <a:gd name="T4" fmla="*/ 113 w 10"/>
                <a:gd name="T5" fmla="*/ 76 h 11"/>
                <a:gd name="T6" fmla="*/ 83 w 10"/>
                <a:gd name="T7" fmla="*/ 145 h 11"/>
                <a:gd name="T8" fmla="*/ 63 w 10"/>
                <a:gd name="T9" fmla="*/ 145 h 11"/>
                <a:gd name="T10" fmla="*/ 33 w 10"/>
                <a:gd name="T11" fmla="*/ 124 h 11"/>
                <a:gd name="T12" fmla="*/ 33 w 10"/>
                <a:gd name="T13" fmla="*/ 90 h 11"/>
                <a:gd name="T14" fmla="*/ 33 w 10"/>
                <a:gd name="T15" fmla="*/ 182 h 11"/>
                <a:gd name="T16" fmla="*/ 125 w 10"/>
                <a:gd name="T17" fmla="*/ 166 h 11"/>
                <a:gd name="T18" fmla="*/ 113 w 10"/>
                <a:gd name="T19" fmla="*/ 34 h 11"/>
                <a:gd name="T20" fmla="*/ 83 w 10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6" y="2"/>
                    <a:pt x="7" y="4"/>
                  </a:cubicBezTo>
                  <a:cubicBezTo>
                    <a:pt x="7" y="6"/>
                    <a:pt x="8" y="7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9"/>
                    <a:pt x="3" y="8"/>
                    <a:pt x="2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0" y="6"/>
                    <a:pt x="1" y="9"/>
                    <a:pt x="2" y="10"/>
                  </a:cubicBezTo>
                  <a:cubicBezTo>
                    <a:pt x="4" y="11"/>
                    <a:pt x="7" y="11"/>
                    <a:pt x="8" y="9"/>
                  </a:cubicBezTo>
                  <a:cubicBezTo>
                    <a:pt x="10" y="7"/>
                    <a:pt x="10" y="4"/>
                    <a:pt x="7" y="2"/>
                  </a:cubicBezTo>
                  <a:cubicBezTo>
                    <a:pt x="6" y="1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8" name="Freeform 828">
              <a:extLst>
                <a:ext uri="{FF2B5EF4-FFF2-40B4-BE49-F238E27FC236}">
                  <a16:creationId xmlns:a16="http://schemas.microsoft.com/office/drawing/2014/main" id="{49C15F4D-BE30-4473-975C-B26767B1E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477"/>
              <a:ext cx="35" cy="30"/>
            </a:xfrm>
            <a:custGeom>
              <a:avLst/>
              <a:gdLst>
                <a:gd name="T0" fmla="*/ 113 w 14"/>
                <a:gd name="T1" fmla="*/ 22 h 11"/>
                <a:gd name="T2" fmla="*/ 20 w 14"/>
                <a:gd name="T3" fmla="*/ 82 h 11"/>
                <a:gd name="T4" fmla="*/ 20 w 14"/>
                <a:gd name="T5" fmla="*/ 142 h 11"/>
                <a:gd name="T6" fmla="*/ 33 w 14"/>
                <a:gd name="T7" fmla="*/ 202 h 11"/>
                <a:gd name="T8" fmla="*/ 158 w 14"/>
                <a:gd name="T9" fmla="*/ 202 h 11"/>
                <a:gd name="T10" fmla="*/ 208 w 14"/>
                <a:gd name="T11" fmla="*/ 82 h 11"/>
                <a:gd name="T12" fmla="*/ 158 w 14"/>
                <a:gd name="T13" fmla="*/ 0 h 11"/>
                <a:gd name="T14" fmla="*/ 113 w 14"/>
                <a:gd name="T15" fmla="*/ 2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1">
                  <a:moveTo>
                    <a:pt x="7" y="1"/>
                  </a:moveTo>
                  <a:cubicBezTo>
                    <a:pt x="5" y="1"/>
                    <a:pt x="3" y="2"/>
                    <a:pt x="1" y="4"/>
                  </a:cubicBezTo>
                  <a:cubicBezTo>
                    <a:pt x="1" y="5"/>
                    <a:pt x="0" y="6"/>
                    <a:pt x="1" y="7"/>
                  </a:cubicBezTo>
                  <a:cubicBezTo>
                    <a:pt x="1" y="8"/>
                    <a:pt x="1" y="9"/>
                    <a:pt x="2" y="10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10"/>
                    <a:pt x="13" y="8"/>
                    <a:pt x="13" y="4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9" name="Freeform 829">
              <a:extLst>
                <a:ext uri="{FF2B5EF4-FFF2-40B4-BE49-F238E27FC236}">
                  <a16:creationId xmlns:a16="http://schemas.microsoft.com/office/drawing/2014/main" id="{AD5944E1-90FC-4427-A3F7-0B7B6928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573"/>
              <a:ext cx="30" cy="27"/>
            </a:xfrm>
            <a:custGeom>
              <a:avLst/>
              <a:gdLst>
                <a:gd name="T0" fmla="*/ 83 w 12"/>
                <a:gd name="T1" fmla="*/ 22 h 10"/>
                <a:gd name="T2" fmla="*/ 33 w 12"/>
                <a:gd name="T3" fmla="*/ 38 h 10"/>
                <a:gd name="T4" fmla="*/ 20 w 12"/>
                <a:gd name="T5" fmla="*/ 159 h 10"/>
                <a:gd name="T6" fmla="*/ 113 w 12"/>
                <a:gd name="T7" fmla="*/ 197 h 10"/>
                <a:gd name="T8" fmla="*/ 158 w 12"/>
                <a:gd name="T9" fmla="*/ 138 h 10"/>
                <a:gd name="T10" fmla="*/ 175 w 12"/>
                <a:gd name="T11" fmla="*/ 81 h 10"/>
                <a:gd name="T12" fmla="*/ 125 w 12"/>
                <a:gd name="T13" fmla="*/ 0 h 10"/>
                <a:gd name="T14" fmla="*/ 83 w 12"/>
                <a:gd name="T15" fmla="*/ 22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0">
                  <a:moveTo>
                    <a:pt x="5" y="1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3" y="9"/>
                    <a:pt x="5" y="10"/>
                    <a:pt x="7" y="10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2"/>
                    <a:pt x="10" y="1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0" name="Freeform 830">
              <a:extLst>
                <a:ext uri="{FF2B5EF4-FFF2-40B4-BE49-F238E27FC236}">
                  <a16:creationId xmlns:a16="http://schemas.microsoft.com/office/drawing/2014/main" id="{74A2F693-67EB-4F8D-A669-412674B49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07"/>
              <a:ext cx="30" cy="32"/>
            </a:xfrm>
            <a:custGeom>
              <a:avLst/>
              <a:gdLst>
                <a:gd name="T0" fmla="*/ 33 w 12"/>
                <a:gd name="T1" fmla="*/ 56 h 12"/>
                <a:gd name="T2" fmla="*/ 20 w 12"/>
                <a:gd name="T3" fmla="*/ 115 h 12"/>
                <a:gd name="T4" fmla="*/ 20 w 12"/>
                <a:gd name="T5" fmla="*/ 136 h 12"/>
                <a:gd name="T6" fmla="*/ 63 w 12"/>
                <a:gd name="T7" fmla="*/ 56 h 12"/>
                <a:gd name="T8" fmla="*/ 145 w 12"/>
                <a:gd name="T9" fmla="*/ 93 h 12"/>
                <a:gd name="T10" fmla="*/ 145 w 12"/>
                <a:gd name="T11" fmla="*/ 115 h 12"/>
                <a:gd name="T12" fmla="*/ 125 w 12"/>
                <a:gd name="T13" fmla="*/ 149 h 12"/>
                <a:gd name="T14" fmla="*/ 95 w 12"/>
                <a:gd name="T15" fmla="*/ 149 h 12"/>
                <a:gd name="T16" fmla="*/ 83 w 12"/>
                <a:gd name="T17" fmla="*/ 149 h 12"/>
                <a:gd name="T18" fmla="*/ 63 w 12"/>
                <a:gd name="T19" fmla="*/ 115 h 12"/>
                <a:gd name="T20" fmla="*/ 63 w 12"/>
                <a:gd name="T21" fmla="*/ 93 h 12"/>
                <a:gd name="T22" fmla="*/ 63 w 12"/>
                <a:gd name="T23" fmla="*/ 205 h 12"/>
                <a:gd name="T24" fmla="*/ 158 w 12"/>
                <a:gd name="T25" fmla="*/ 192 h 12"/>
                <a:gd name="T26" fmla="*/ 175 w 12"/>
                <a:gd name="T27" fmla="*/ 77 h 12"/>
                <a:gd name="T28" fmla="*/ 158 w 12"/>
                <a:gd name="T29" fmla="*/ 35 h 12"/>
                <a:gd name="T30" fmla="*/ 95 w 12"/>
                <a:gd name="T31" fmla="*/ 0 h 12"/>
                <a:gd name="T32" fmla="*/ 33 w 12"/>
                <a:gd name="T33" fmla="*/ 56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2">
                  <a:moveTo>
                    <a:pt x="2" y="3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5"/>
                    <a:pt x="2" y="3"/>
                    <a:pt x="4" y="3"/>
                  </a:cubicBezTo>
                  <a:cubicBezTo>
                    <a:pt x="6" y="2"/>
                    <a:pt x="8" y="3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8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3" y="7"/>
                    <a:pt x="4" y="8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3" y="7"/>
                    <a:pt x="3" y="9"/>
                    <a:pt x="4" y="11"/>
                  </a:cubicBezTo>
                  <a:cubicBezTo>
                    <a:pt x="6" y="12"/>
                    <a:pt x="8" y="12"/>
                    <a:pt x="10" y="10"/>
                  </a:cubicBezTo>
                  <a:cubicBezTo>
                    <a:pt x="12" y="8"/>
                    <a:pt x="12" y="6"/>
                    <a:pt x="11" y="4"/>
                  </a:cubicBezTo>
                  <a:cubicBezTo>
                    <a:pt x="11" y="3"/>
                    <a:pt x="11" y="3"/>
                    <a:pt x="10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1" name="Freeform 831">
              <a:extLst>
                <a:ext uri="{FF2B5EF4-FFF2-40B4-BE49-F238E27FC236}">
                  <a16:creationId xmlns:a16="http://schemas.microsoft.com/office/drawing/2014/main" id="{6CF1345C-B92F-4D3F-9F95-832116A08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581"/>
              <a:ext cx="22" cy="27"/>
            </a:xfrm>
            <a:custGeom>
              <a:avLst/>
              <a:gdLst>
                <a:gd name="T0" fmla="*/ 12 w 9"/>
                <a:gd name="T1" fmla="*/ 38 h 10"/>
                <a:gd name="T2" fmla="*/ 0 w 9"/>
                <a:gd name="T3" fmla="*/ 81 h 10"/>
                <a:gd name="T4" fmla="*/ 12 w 9"/>
                <a:gd name="T5" fmla="*/ 116 h 10"/>
                <a:gd name="T6" fmla="*/ 29 w 9"/>
                <a:gd name="T7" fmla="*/ 159 h 10"/>
                <a:gd name="T8" fmla="*/ 90 w 9"/>
                <a:gd name="T9" fmla="*/ 197 h 10"/>
                <a:gd name="T10" fmla="*/ 103 w 9"/>
                <a:gd name="T11" fmla="*/ 176 h 10"/>
                <a:gd name="T12" fmla="*/ 132 w 9"/>
                <a:gd name="T13" fmla="*/ 138 h 10"/>
                <a:gd name="T14" fmla="*/ 132 w 9"/>
                <a:gd name="T15" fmla="*/ 138 h 10"/>
                <a:gd name="T16" fmla="*/ 132 w 9"/>
                <a:gd name="T17" fmla="*/ 116 h 10"/>
                <a:gd name="T18" fmla="*/ 132 w 9"/>
                <a:gd name="T19" fmla="*/ 116 h 10"/>
                <a:gd name="T20" fmla="*/ 132 w 9"/>
                <a:gd name="T21" fmla="*/ 116 h 10"/>
                <a:gd name="T22" fmla="*/ 132 w 9"/>
                <a:gd name="T23" fmla="*/ 103 h 10"/>
                <a:gd name="T24" fmla="*/ 103 w 9"/>
                <a:gd name="T25" fmla="*/ 59 h 10"/>
                <a:gd name="T26" fmla="*/ 90 w 9"/>
                <a:gd name="T27" fmla="*/ 22 h 10"/>
                <a:gd name="T28" fmla="*/ 12 w 9"/>
                <a:gd name="T29" fmla="*/ 38 h 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" h="10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" y="7"/>
                    <a:pt x="1" y="8"/>
                    <a:pt x="2" y="8"/>
                  </a:cubicBezTo>
                  <a:cubicBezTo>
                    <a:pt x="3" y="10"/>
                    <a:pt x="5" y="10"/>
                    <a:pt x="6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8" y="8"/>
                    <a:pt x="8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4"/>
                    <a:pt x="8" y="4"/>
                    <a:pt x="7" y="3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2" name="Freeform 832">
              <a:extLst>
                <a:ext uri="{FF2B5EF4-FFF2-40B4-BE49-F238E27FC236}">
                  <a16:creationId xmlns:a16="http://schemas.microsoft.com/office/drawing/2014/main" id="{7820863A-B681-4CA4-8DA0-A5A5A0D47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565"/>
              <a:ext cx="22" cy="24"/>
            </a:xfrm>
            <a:custGeom>
              <a:avLst/>
              <a:gdLst>
                <a:gd name="T0" fmla="*/ 0 w 9"/>
                <a:gd name="T1" fmla="*/ 56 h 9"/>
                <a:gd name="T2" fmla="*/ 0 w 9"/>
                <a:gd name="T3" fmla="*/ 77 h 9"/>
                <a:gd name="T4" fmla="*/ 29 w 9"/>
                <a:gd name="T5" fmla="*/ 136 h 9"/>
                <a:gd name="T6" fmla="*/ 90 w 9"/>
                <a:gd name="T7" fmla="*/ 171 h 9"/>
                <a:gd name="T8" fmla="*/ 132 w 9"/>
                <a:gd name="T9" fmla="*/ 77 h 9"/>
                <a:gd name="T10" fmla="*/ 59 w 9"/>
                <a:gd name="T11" fmla="*/ 0 h 9"/>
                <a:gd name="T12" fmla="*/ 0 w 9"/>
                <a:gd name="T13" fmla="*/ 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6"/>
                    <a:pt x="2" y="7"/>
                  </a:cubicBezTo>
                  <a:cubicBezTo>
                    <a:pt x="2" y="8"/>
                    <a:pt x="4" y="9"/>
                    <a:pt x="6" y="9"/>
                  </a:cubicBezTo>
                  <a:cubicBezTo>
                    <a:pt x="8" y="8"/>
                    <a:pt x="9" y="6"/>
                    <a:pt x="9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3" name="Freeform 833">
              <a:extLst>
                <a:ext uri="{FF2B5EF4-FFF2-40B4-BE49-F238E27FC236}">
                  <a16:creationId xmlns:a16="http://schemas.microsoft.com/office/drawing/2014/main" id="{AE87C764-7367-4BD2-BDCA-66D8CA6AE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531"/>
              <a:ext cx="28" cy="26"/>
            </a:xfrm>
            <a:custGeom>
              <a:avLst/>
              <a:gdLst>
                <a:gd name="T0" fmla="*/ 33 w 11"/>
                <a:gd name="T1" fmla="*/ 34 h 10"/>
                <a:gd name="T2" fmla="*/ 33 w 11"/>
                <a:gd name="T3" fmla="*/ 122 h 10"/>
                <a:gd name="T4" fmla="*/ 51 w 11"/>
                <a:gd name="T5" fmla="*/ 156 h 10"/>
                <a:gd name="T6" fmla="*/ 150 w 11"/>
                <a:gd name="T7" fmla="*/ 156 h 10"/>
                <a:gd name="T8" fmla="*/ 150 w 11"/>
                <a:gd name="T9" fmla="*/ 55 h 10"/>
                <a:gd name="T10" fmla="*/ 117 w 11"/>
                <a:gd name="T11" fmla="*/ 34 h 10"/>
                <a:gd name="T12" fmla="*/ 33 w 11"/>
                <a:gd name="T13" fmla="*/ 3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">
                  <a:moveTo>
                    <a:pt x="2" y="2"/>
                  </a:moveTo>
                  <a:cubicBezTo>
                    <a:pt x="0" y="3"/>
                    <a:pt x="0" y="6"/>
                    <a:pt x="2" y="7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0"/>
                    <a:pt x="8" y="10"/>
                    <a:pt x="9" y="9"/>
                  </a:cubicBezTo>
                  <a:cubicBezTo>
                    <a:pt x="11" y="7"/>
                    <a:pt x="11" y="5"/>
                    <a:pt x="9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0"/>
                    <a:pt x="3" y="0"/>
                    <a:pt x="2" y="2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4" name="Freeform 834">
              <a:extLst>
                <a:ext uri="{FF2B5EF4-FFF2-40B4-BE49-F238E27FC236}">
                  <a16:creationId xmlns:a16="http://schemas.microsoft.com/office/drawing/2014/main" id="{1D1DD587-7D5F-40B1-A6E7-CBA00838A9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9" y="2547"/>
              <a:ext cx="25" cy="26"/>
            </a:xfrm>
            <a:custGeom>
              <a:avLst/>
              <a:gdLst>
                <a:gd name="T0" fmla="*/ 33 w 10"/>
                <a:gd name="T1" fmla="*/ 34 h 10"/>
                <a:gd name="T2" fmla="*/ 0 w 10"/>
                <a:gd name="T3" fmla="*/ 109 h 10"/>
                <a:gd name="T4" fmla="*/ 20 w 10"/>
                <a:gd name="T5" fmla="*/ 143 h 10"/>
                <a:gd name="T6" fmla="*/ 83 w 10"/>
                <a:gd name="T7" fmla="*/ 156 h 10"/>
                <a:gd name="T8" fmla="*/ 145 w 10"/>
                <a:gd name="T9" fmla="*/ 68 h 10"/>
                <a:gd name="T10" fmla="*/ 113 w 10"/>
                <a:gd name="T11" fmla="*/ 21 h 10"/>
                <a:gd name="T12" fmla="*/ 33 w 10"/>
                <a:gd name="T13" fmla="*/ 34 h 10"/>
                <a:gd name="T14" fmla="*/ 33 w 10"/>
                <a:gd name="T15" fmla="*/ 55 h 10"/>
                <a:gd name="T16" fmla="*/ 33 w 10"/>
                <a:gd name="T17" fmla="*/ 34 h 10"/>
                <a:gd name="T18" fmla="*/ 33 w 10"/>
                <a:gd name="T19" fmla="*/ 34 h 10"/>
                <a:gd name="T20" fmla="*/ 33 w 10"/>
                <a:gd name="T21" fmla="*/ 55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2" y="9"/>
                    <a:pt x="4" y="10"/>
                    <a:pt x="5" y="9"/>
                  </a:cubicBezTo>
                  <a:cubicBezTo>
                    <a:pt x="7" y="8"/>
                    <a:pt x="9" y="6"/>
                    <a:pt x="9" y="4"/>
                  </a:cubicBezTo>
                  <a:cubicBezTo>
                    <a:pt x="10" y="2"/>
                    <a:pt x="8" y="2"/>
                    <a:pt x="7" y="1"/>
                  </a:cubicBezTo>
                  <a:cubicBezTo>
                    <a:pt x="5" y="0"/>
                    <a:pt x="3" y="1"/>
                    <a:pt x="2" y="2"/>
                  </a:cubicBezTo>
                  <a:close/>
                  <a:moveTo>
                    <a:pt x="2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5" name="Freeform 835">
              <a:extLst>
                <a:ext uri="{FF2B5EF4-FFF2-40B4-BE49-F238E27FC236}">
                  <a16:creationId xmlns:a16="http://schemas.microsoft.com/office/drawing/2014/main" id="{D695DC93-82A1-469B-8373-50BC242D2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515"/>
              <a:ext cx="18" cy="24"/>
            </a:xfrm>
            <a:custGeom>
              <a:avLst/>
              <a:gdLst>
                <a:gd name="T0" fmla="*/ 85 w 7"/>
                <a:gd name="T1" fmla="*/ 93 h 9"/>
                <a:gd name="T2" fmla="*/ 0 w 7"/>
                <a:gd name="T3" fmla="*/ 136 h 9"/>
                <a:gd name="T4" fmla="*/ 21 w 7"/>
                <a:gd name="T5" fmla="*/ 149 h 9"/>
                <a:gd name="T6" fmla="*/ 100 w 7"/>
                <a:gd name="T7" fmla="*/ 115 h 9"/>
                <a:gd name="T8" fmla="*/ 67 w 7"/>
                <a:gd name="T9" fmla="*/ 0 h 9"/>
                <a:gd name="T10" fmla="*/ 54 w 7"/>
                <a:gd name="T11" fmla="*/ 0 h 9"/>
                <a:gd name="T12" fmla="*/ 85 w 7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9">
                  <a:moveTo>
                    <a:pt x="5" y="5"/>
                  </a:moveTo>
                  <a:cubicBezTo>
                    <a:pt x="4" y="7"/>
                    <a:pt x="2" y="8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9"/>
                    <a:pt x="5" y="8"/>
                    <a:pt x="6" y="6"/>
                  </a:cubicBezTo>
                  <a:cubicBezTo>
                    <a:pt x="7" y="4"/>
                    <a:pt x="6" y="1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1"/>
                    <a:pt x="6" y="3"/>
                    <a:pt x="5" y="5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6" name="Freeform 836">
              <a:extLst>
                <a:ext uri="{FF2B5EF4-FFF2-40B4-BE49-F238E27FC236}">
                  <a16:creationId xmlns:a16="http://schemas.microsoft.com/office/drawing/2014/main" id="{B8C041AD-00E0-4883-9D25-FEC63FC8E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480"/>
              <a:ext cx="25" cy="24"/>
            </a:xfrm>
            <a:custGeom>
              <a:avLst/>
              <a:gdLst>
                <a:gd name="T0" fmla="*/ 33 w 10"/>
                <a:gd name="T1" fmla="*/ 35 h 9"/>
                <a:gd name="T2" fmla="*/ 50 w 10"/>
                <a:gd name="T3" fmla="*/ 149 h 9"/>
                <a:gd name="T4" fmla="*/ 50 w 10"/>
                <a:gd name="T5" fmla="*/ 171 h 9"/>
                <a:gd name="T6" fmla="*/ 63 w 10"/>
                <a:gd name="T7" fmla="*/ 77 h 9"/>
                <a:gd name="T8" fmla="*/ 158 w 10"/>
                <a:gd name="T9" fmla="*/ 93 h 9"/>
                <a:gd name="T10" fmla="*/ 95 w 10"/>
                <a:gd name="T11" fmla="*/ 21 h 9"/>
                <a:gd name="T12" fmla="*/ 33 w 10"/>
                <a:gd name="T13" fmla="*/ 3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2" y="2"/>
                  </a:moveTo>
                  <a:cubicBezTo>
                    <a:pt x="0" y="3"/>
                    <a:pt x="1" y="7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3" y="6"/>
                    <a:pt x="4" y="4"/>
                  </a:cubicBezTo>
                  <a:cubicBezTo>
                    <a:pt x="6" y="3"/>
                    <a:pt x="9" y="4"/>
                    <a:pt x="10" y="5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2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7" name="Freeform 837">
              <a:extLst>
                <a:ext uri="{FF2B5EF4-FFF2-40B4-BE49-F238E27FC236}">
                  <a16:creationId xmlns:a16="http://schemas.microsoft.com/office/drawing/2014/main" id="{50F458DA-5E62-4C00-A45C-C77D8E6747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1" y="2536"/>
              <a:ext cx="20" cy="27"/>
            </a:xfrm>
            <a:custGeom>
              <a:avLst/>
              <a:gdLst>
                <a:gd name="T0" fmla="*/ 0 w 8"/>
                <a:gd name="T1" fmla="*/ 81 h 10"/>
                <a:gd name="T2" fmla="*/ 50 w 8"/>
                <a:gd name="T3" fmla="*/ 176 h 10"/>
                <a:gd name="T4" fmla="*/ 95 w 8"/>
                <a:gd name="T5" fmla="*/ 159 h 10"/>
                <a:gd name="T6" fmla="*/ 33 w 8"/>
                <a:gd name="T7" fmla="*/ 81 h 10"/>
                <a:gd name="T8" fmla="*/ 33 w 8"/>
                <a:gd name="T9" fmla="*/ 81 h 10"/>
                <a:gd name="T10" fmla="*/ 95 w 8"/>
                <a:gd name="T11" fmla="*/ 0 h 10"/>
                <a:gd name="T12" fmla="*/ 0 w 8"/>
                <a:gd name="T13" fmla="*/ 81 h 10"/>
                <a:gd name="T14" fmla="*/ 95 w 8"/>
                <a:gd name="T15" fmla="*/ 159 h 10"/>
                <a:gd name="T16" fmla="*/ 95 w 8"/>
                <a:gd name="T17" fmla="*/ 159 h 10"/>
                <a:gd name="T18" fmla="*/ 125 w 8"/>
                <a:gd name="T19" fmla="*/ 138 h 10"/>
                <a:gd name="T20" fmla="*/ 95 w 8"/>
                <a:gd name="T21" fmla="*/ 15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0">
                  <a:moveTo>
                    <a:pt x="0" y="4"/>
                  </a:moveTo>
                  <a:cubicBezTo>
                    <a:pt x="0" y="6"/>
                    <a:pt x="1" y="8"/>
                    <a:pt x="3" y="9"/>
                  </a:cubicBezTo>
                  <a:cubicBezTo>
                    <a:pt x="4" y="10"/>
                    <a:pt x="5" y="9"/>
                    <a:pt x="6" y="8"/>
                  </a:cubicBezTo>
                  <a:cubicBezTo>
                    <a:pt x="4" y="8"/>
                    <a:pt x="2" y="6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3" y="0"/>
                    <a:pt x="1" y="2"/>
                    <a:pt x="0" y="4"/>
                  </a:cubicBezTo>
                  <a:close/>
                  <a:moveTo>
                    <a:pt x="6" y="8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7" y="8"/>
                    <a:pt x="8" y="7"/>
                  </a:cubicBezTo>
                  <a:cubicBezTo>
                    <a:pt x="7" y="7"/>
                    <a:pt x="6" y="8"/>
                    <a:pt x="6" y="8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8" name="Freeform 838">
              <a:extLst>
                <a:ext uri="{FF2B5EF4-FFF2-40B4-BE49-F238E27FC236}">
                  <a16:creationId xmlns:a16="http://schemas.microsoft.com/office/drawing/2014/main" id="{187E97C1-FC22-4E88-ACB4-07CAF15B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595"/>
              <a:ext cx="25" cy="24"/>
            </a:xfrm>
            <a:custGeom>
              <a:avLst/>
              <a:gdLst>
                <a:gd name="T0" fmla="*/ 95 w 10"/>
                <a:gd name="T1" fmla="*/ 93 h 9"/>
                <a:gd name="T2" fmla="*/ 0 w 10"/>
                <a:gd name="T3" fmla="*/ 115 h 9"/>
                <a:gd name="T4" fmla="*/ 63 w 10"/>
                <a:gd name="T5" fmla="*/ 149 h 9"/>
                <a:gd name="T6" fmla="*/ 145 w 10"/>
                <a:gd name="T7" fmla="*/ 115 h 9"/>
                <a:gd name="T8" fmla="*/ 95 w 10"/>
                <a:gd name="T9" fmla="*/ 21 h 9"/>
                <a:gd name="T10" fmla="*/ 83 w 10"/>
                <a:gd name="T11" fmla="*/ 0 h 9"/>
                <a:gd name="T12" fmla="*/ 95 w 10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6" y="5"/>
                  </a:moveTo>
                  <a:cubicBezTo>
                    <a:pt x="5" y="7"/>
                    <a:pt x="2" y="7"/>
                    <a:pt x="0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9"/>
                    <a:pt x="8" y="8"/>
                    <a:pt x="9" y="6"/>
                  </a:cubicBezTo>
                  <a:cubicBezTo>
                    <a:pt x="10" y="4"/>
                    <a:pt x="8" y="2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9" name="Freeform 839">
              <a:extLst>
                <a:ext uri="{FF2B5EF4-FFF2-40B4-BE49-F238E27FC236}">
                  <a16:creationId xmlns:a16="http://schemas.microsoft.com/office/drawing/2014/main" id="{2EF26770-8583-466B-A368-9BD6AE091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477"/>
              <a:ext cx="25" cy="22"/>
            </a:xfrm>
            <a:custGeom>
              <a:avLst/>
              <a:gdLst>
                <a:gd name="T0" fmla="*/ 63 w 10"/>
                <a:gd name="T1" fmla="*/ 0 h 8"/>
                <a:gd name="T2" fmla="*/ 0 w 10"/>
                <a:gd name="T3" fmla="*/ 83 h 8"/>
                <a:gd name="T4" fmla="*/ 63 w 10"/>
                <a:gd name="T5" fmla="*/ 168 h 8"/>
                <a:gd name="T6" fmla="*/ 95 w 10"/>
                <a:gd name="T7" fmla="*/ 168 h 8"/>
                <a:gd name="T8" fmla="*/ 158 w 10"/>
                <a:gd name="T9" fmla="*/ 83 h 8"/>
                <a:gd name="T10" fmla="*/ 95 w 10"/>
                <a:gd name="T11" fmla="*/ 0 h 8"/>
                <a:gd name="T12" fmla="*/ 63 w 10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8"/>
                    <a:pt x="10" y="6"/>
                    <a:pt x="10" y="4"/>
                  </a:cubicBezTo>
                  <a:cubicBezTo>
                    <a:pt x="10" y="2"/>
                    <a:pt x="8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0" name="Freeform 840">
              <a:extLst>
                <a:ext uri="{FF2B5EF4-FFF2-40B4-BE49-F238E27FC236}">
                  <a16:creationId xmlns:a16="http://schemas.microsoft.com/office/drawing/2014/main" id="{B82A27CF-C817-4A5B-AB76-F0FFA95DB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459"/>
              <a:ext cx="22" cy="29"/>
            </a:xfrm>
            <a:custGeom>
              <a:avLst/>
              <a:gdLst>
                <a:gd name="T0" fmla="*/ 29 w 9"/>
                <a:gd name="T1" fmla="*/ 34 h 11"/>
                <a:gd name="T2" fmla="*/ 0 w 9"/>
                <a:gd name="T3" fmla="*/ 76 h 11"/>
                <a:gd name="T4" fmla="*/ 12 w 9"/>
                <a:gd name="T5" fmla="*/ 111 h 11"/>
                <a:gd name="T6" fmla="*/ 12 w 9"/>
                <a:gd name="T7" fmla="*/ 111 h 11"/>
                <a:gd name="T8" fmla="*/ 59 w 9"/>
                <a:gd name="T9" fmla="*/ 182 h 11"/>
                <a:gd name="T10" fmla="*/ 132 w 9"/>
                <a:gd name="T11" fmla="*/ 124 h 11"/>
                <a:gd name="T12" fmla="*/ 103 w 9"/>
                <a:gd name="T13" fmla="*/ 34 h 11"/>
                <a:gd name="T14" fmla="*/ 29 w 9"/>
                <a:gd name="T15" fmla="*/ 3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1">
                  <a:moveTo>
                    <a:pt x="2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2" y="10"/>
                    <a:pt x="4" y="10"/>
                  </a:cubicBezTo>
                  <a:cubicBezTo>
                    <a:pt x="6" y="11"/>
                    <a:pt x="9" y="9"/>
                    <a:pt x="9" y="7"/>
                  </a:cubicBezTo>
                  <a:cubicBezTo>
                    <a:pt x="9" y="5"/>
                    <a:pt x="8" y="3"/>
                    <a:pt x="7" y="2"/>
                  </a:cubicBezTo>
                  <a:cubicBezTo>
                    <a:pt x="6" y="0"/>
                    <a:pt x="3" y="0"/>
                    <a:pt x="2" y="2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1" name="Freeform 841">
              <a:extLst>
                <a:ext uri="{FF2B5EF4-FFF2-40B4-BE49-F238E27FC236}">
                  <a16:creationId xmlns:a16="http://schemas.microsoft.com/office/drawing/2014/main" id="{E4BF7989-5520-45CE-B721-9BB88BD09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872"/>
              <a:ext cx="150" cy="112"/>
            </a:xfrm>
            <a:custGeom>
              <a:avLst/>
              <a:gdLst>
                <a:gd name="T0" fmla="*/ 0 w 60"/>
                <a:gd name="T1" fmla="*/ 0 h 42"/>
                <a:gd name="T2" fmla="*/ 438 w 60"/>
                <a:gd name="T3" fmla="*/ 149 h 42"/>
                <a:gd name="T4" fmla="*/ 863 w 60"/>
                <a:gd name="T5" fmla="*/ 797 h 42"/>
                <a:gd name="T6" fmla="*/ 720 w 60"/>
                <a:gd name="T7" fmla="*/ 547 h 42"/>
                <a:gd name="T8" fmla="*/ 458 w 60"/>
                <a:gd name="T9" fmla="*/ 285 h 42"/>
                <a:gd name="T10" fmla="*/ 0 w 60"/>
                <a:gd name="T11" fmla="*/ 77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2">
                  <a:moveTo>
                    <a:pt x="0" y="0"/>
                  </a:moveTo>
                  <a:cubicBezTo>
                    <a:pt x="7" y="6"/>
                    <a:pt x="20" y="4"/>
                    <a:pt x="28" y="8"/>
                  </a:cubicBezTo>
                  <a:cubicBezTo>
                    <a:pt x="39" y="12"/>
                    <a:pt x="60" y="29"/>
                    <a:pt x="55" y="42"/>
                  </a:cubicBezTo>
                  <a:cubicBezTo>
                    <a:pt x="49" y="39"/>
                    <a:pt x="49" y="33"/>
                    <a:pt x="46" y="29"/>
                  </a:cubicBezTo>
                  <a:cubicBezTo>
                    <a:pt x="41" y="23"/>
                    <a:pt x="36" y="19"/>
                    <a:pt x="29" y="15"/>
                  </a:cubicBezTo>
                  <a:cubicBezTo>
                    <a:pt x="20" y="11"/>
                    <a:pt x="10" y="5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2" name="Freeform 842">
              <a:extLst>
                <a:ext uri="{FF2B5EF4-FFF2-40B4-BE49-F238E27FC236}">
                  <a16:creationId xmlns:a16="http://schemas.microsoft.com/office/drawing/2014/main" id="{EEEF6BDF-B2EB-4C61-90C8-95E73C494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155"/>
              <a:ext cx="180" cy="101"/>
            </a:xfrm>
            <a:custGeom>
              <a:avLst/>
              <a:gdLst>
                <a:gd name="T0" fmla="*/ 95 w 72"/>
                <a:gd name="T1" fmla="*/ 35 h 38"/>
                <a:gd name="T2" fmla="*/ 1125 w 72"/>
                <a:gd name="T3" fmla="*/ 712 h 38"/>
                <a:gd name="T4" fmla="*/ 488 w 72"/>
                <a:gd name="T5" fmla="*/ 465 h 38"/>
                <a:gd name="T6" fmla="*/ 0 w 7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8">
                  <a:moveTo>
                    <a:pt x="6" y="2"/>
                  </a:moveTo>
                  <a:cubicBezTo>
                    <a:pt x="7" y="29"/>
                    <a:pt x="64" y="16"/>
                    <a:pt x="72" y="38"/>
                  </a:cubicBezTo>
                  <a:cubicBezTo>
                    <a:pt x="58" y="32"/>
                    <a:pt x="47" y="27"/>
                    <a:pt x="31" y="25"/>
                  </a:cubicBezTo>
                  <a:cubicBezTo>
                    <a:pt x="13" y="22"/>
                    <a:pt x="8" y="1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3" name="Freeform 843">
              <a:extLst>
                <a:ext uri="{FF2B5EF4-FFF2-40B4-BE49-F238E27FC236}">
                  <a16:creationId xmlns:a16="http://schemas.microsoft.com/office/drawing/2014/main" id="{6BCEA8AC-3995-4F31-B046-91534FCE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229"/>
              <a:ext cx="55" cy="147"/>
            </a:xfrm>
            <a:custGeom>
              <a:avLst/>
              <a:gdLst>
                <a:gd name="T0" fmla="*/ 0 w 22"/>
                <a:gd name="T1" fmla="*/ 78 h 55"/>
                <a:gd name="T2" fmla="*/ 158 w 22"/>
                <a:gd name="T3" fmla="*/ 513 h 55"/>
                <a:gd name="T4" fmla="*/ 95 w 22"/>
                <a:gd name="T5" fmla="*/ 1050 h 55"/>
                <a:gd name="T6" fmla="*/ 33 w 2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5">
                  <a:moveTo>
                    <a:pt x="0" y="4"/>
                  </a:moveTo>
                  <a:cubicBezTo>
                    <a:pt x="4" y="12"/>
                    <a:pt x="9" y="18"/>
                    <a:pt x="10" y="27"/>
                  </a:cubicBezTo>
                  <a:cubicBezTo>
                    <a:pt x="10" y="37"/>
                    <a:pt x="6" y="46"/>
                    <a:pt x="6" y="55"/>
                  </a:cubicBezTo>
                  <a:cubicBezTo>
                    <a:pt x="22" y="39"/>
                    <a:pt x="12" y="17"/>
                    <a:pt x="2" y="0"/>
                  </a:cubicBezTo>
                </a:path>
              </a:pathLst>
            </a:custGeom>
            <a:solidFill>
              <a:srgbClr val="DB9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4" name="Freeform 844">
              <a:extLst>
                <a:ext uri="{FF2B5EF4-FFF2-40B4-BE49-F238E27FC236}">
                  <a16:creationId xmlns:a16="http://schemas.microsoft.com/office/drawing/2014/main" id="{4EF38394-03B9-4006-9D10-A8213A89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992"/>
              <a:ext cx="118" cy="192"/>
            </a:xfrm>
            <a:custGeom>
              <a:avLst/>
              <a:gdLst>
                <a:gd name="T0" fmla="*/ 20 w 47"/>
                <a:gd name="T1" fmla="*/ 0 h 72"/>
                <a:gd name="T2" fmla="*/ 630 w 47"/>
                <a:gd name="T3" fmla="*/ 363 h 72"/>
                <a:gd name="T4" fmla="*/ 567 w 47"/>
                <a:gd name="T5" fmla="*/ 1365 h 72"/>
                <a:gd name="T6" fmla="*/ 585 w 47"/>
                <a:gd name="T7" fmla="*/ 512 h 72"/>
                <a:gd name="T8" fmla="*/ 0 w 47"/>
                <a:gd name="T9" fmla="*/ 2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2">
                  <a:moveTo>
                    <a:pt x="1" y="0"/>
                  </a:moveTo>
                  <a:cubicBezTo>
                    <a:pt x="16" y="2"/>
                    <a:pt x="33" y="4"/>
                    <a:pt x="40" y="19"/>
                  </a:cubicBezTo>
                  <a:cubicBezTo>
                    <a:pt x="47" y="36"/>
                    <a:pt x="45" y="56"/>
                    <a:pt x="36" y="72"/>
                  </a:cubicBezTo>
                  <a:cubicBezTo>
                    <a:pt x="41" y="56"/>
                    <a:pt x="42" y="43"/>
                    <a:pt x="37" y="27"/>
                  </a:cubicBezTo>
                  <a:cubicBezTo>
                    <a:pt x="34" y="15"/>
                    <a:pt x="13" y="3"/>
                    <a:pt x="0" y="1"/>
                  </a:cubicBezTo>
                </a:path>
              </a:pathLst>
            </a:custGeom>
            <a:solidFill>
              <a:srgbClr val="DB9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5" name="Freeform 845">
              <a:extLst>
                <a:ext uri="{FF2B5EF4-FFF2-40B4-BE49-F238E27FC236}">
                  <a16:creationId xmlns:a16="http://schemas.microsoft.com/office/drawing/2014/main" id="{072B386C-BAE2-4259-B4BF-83173E53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744"/>
              <a:ext cx="87" cy="168"/>
            </a:xfrm>
            <a:custGeom>
              <a:avLst/>
              <a:gdLst>
                <a:gd name="T0" fmla="*/ 0 w 35"/>
                <a:gd name="T1" fmla="*/ 0 h 63"/>
                <a:gd name="T2" fmla="*/ 415 w 35"/>
                <a:gd name="T3" fmla="*/ 1195 h 63"/>
                <a:gd name="T4" fmla="*/ 475 w 35"/>
                <a:gd name="T5" fmla="*/ 397 h 63"/>
                <a:gd name="T6" fmla="*/ 30 w 35"/>
                <a:gd name="T7" fmla="*/ 21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3">
                  <a:moveTo>
                    <a:pt x="0" y="0"/>
                  </a:moveTo>
                  <a:cubicBezTo>
                    <a:pt x="28" y="0"/>
                    <a:pt x="35" y="43"/>
                    <a:pt x="27" y="63"/>
                  </a:cubicBezTo>
                  <a:cubicBezTo>
                    <a:pt x="34" y="56"/>
                    <a:pt x="35" y="31"/>
                    <a:pt x="31" y="21"/>
                  </a:cubicBezTo>
                  <a:cubicBezTo>
                    <a:pt x="25" y="6"/>
                    <a:pt x="15" y="5"/>
                    <a:pt x="2" y="1"/>
                  </a:cubicBezTo>
                </a:path>
              </a:pathLst>
            </a:custGeom>
            <a:solidFill>
              <a:srgbClr val="DB9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6" name="Freeform 846">
              <a:extLst>
                <a:ext uri="{FF2B5EF4-FFF2-40B4-BE49-F238E27FC236}">
                  <a16:creationId xmlns:a16="http://schemas.microsoft.com/office/drawing/2014/main" id="{87982AEF-A9E4-4F77-BF5A-442FFACD8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376"/>
              <a:ext cx="175" cy="219"/>
            </a:xfrm>
            <a:custGeom>
              <a:avLst/>
              <a:gdLst>
                <a:gd name="T0" fmla="*/ 1095 w 70"/>
                <a:gd name="T1" fmla="*/ 35 h 82"/>
                <a:gd name="T2" fmla="*/ 533 w 70"/>
                <a:gd name="T3" fmla="*/ 900 h 82"/>
                <a:gd name="T4" fmla="*/ 175 w 70"/>
                <a:gd name="T5" fmla="*/ 1562 h 82"/>
                <a:gd name="T6" fmla="*/ 0 w 70"/>
                <a:gd name="T7" fmla="*/ 721 h 82"/>
                <a:gd name="T8" fmla="*/ 300 w 70"/>
                <a:gd name="T9" fmla="*/ 956 h 82"/>
                <a:gd name="T10" fmla="*/ 520 w 70"/>
                <a:gd name="T11" fmla="*/ 513 h 82"/>
                <a:gd name="T12" fmla="*/ 783 w 70"/>
                <a:gd name="T13" fmla="*/ 227 h 82"/>
                <a:gd name="T14" fmla="*/ 1083 w 70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2">
                  <a:moveTo>
                    <a:pt x="70" y="2"/>
                  </a:moveTo>
                  <a:cubicBezTo>
                    <a:pt x="62" y="15"/>
                    <a:pt x="41" y="34"/>
                    <a:pt x="34" y="47"/>
                  </a:cubicBezTo>
                  <a:cubicBezTo>
                    <a:pt x="27" y="60"/>
                    <a:pt x="16" y="70"/>
                    <a:pt x="11" y="82"/>
                  </a:cubicBezTo>
                  <a:cubicBezTo>
                    <a:pt x="15" y="71"/>
                    <a:pt x="9" y="45"/>
                    <a:pt x="0" y="38"/>
                  </a:cubicBezTo>
                  <a:cubicBezTo>
                    <a:pt x="6" y="42"/>
                    <a:pt x="11" y="54"/>
                    <a:pt x="19" y="50"/>
                  </a:cubicBezTo>
                  <a:cubicBezTo>
                    <a:pt x="24" y="47"/>
                    <a:pt x="29" y="32"/>
                    <a:pt x="33" y="27"/>
                  </a:cubicBezTo>
                  <a:cubicBezTo>
                    <a:pt x="38" y="22"/>
                    <a:pt x="44" y="16"/>
                    <a:pt x="50" y="12"/>
                  </a:cubicBezTo>
                  <a:cubicBezTo>
                    <a:pt x="56" y="8"/>
                    <a:pt x="65" y="7"/>
                    <a:pt x="69" y="0"/>
                  </a:cubicBezTo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7" name="Freeform 847">
              <a:extLst>
                <a:ext uri="{FF2B5EF4-FFF2-40B4-BE49-F238E27FC236}">
                  <a16:creationId xmlns:a16="http://schemas.microsoft.com/office/drawing/2014/main" id="{B1522FE0-DCBD-4452-A1C4-47F49EEA2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363"/>
              <a:ext cx="15" cy="32"/>
            </a:xfrm>
            <a:custGeom>
              <a:avLst/>
              <a:gdLst>
                <a:gd name="T0" fmla="*/ 83 w 6"/>
                <a:gd name="T1" fmla="*/ 0 h 12"/>
                <a:gd name="T2" fmla="*/ 20 w 6"/>
                <a:gd name="T3" fmla="*/ 227 h 12"/>
                <a:gd name="T4" fmla="*/ 63 w 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5" y="0"/>
                  </a:moveTo>
                  <a:cubicBezTo>
                    <a:pt x="3" y="4"/>
                    <a:pt x="6" y="10"/>
                    <a:pt x="1" y="12"/>
                  </a:cubicBezTo>
                  <a:cubicBezTo>
                    <a:pt x="0" y="8"/>
                    <a:pt x="0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8" name="Freeform 848">
              <a:extLst>
                <a:ext uri="{FF2B5EF4-FFF2-40B4-BE49-F238E27FC236}">
                  <a16:creationId xmlns:a16="http://schemas.microsoft.com/office/drawing/2014/main" id="{6393AFAD-D0A5-4955-ADEC-0B15D2688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1"/>
              <a:ext cx="105" cy="122"/>
            </a:xfrm>
            <a:custGeom>
              <a:avLst/>
              <a:gdLst>
                <a:gd name="T0" fmla="*/ 658 w 42"/>
                <a:gd name="T1" fmla="*/ 0 h 46"/>
                <a:gd name="T2" fmla="*/ 220 w 42"/>
                <a:gd name="T3" fmla="*/ 353 h 46"/>
                <a:gd name="T4" fmla="*/ 63 w 42"/>
                <a:gd name="T5" fmla="*/ 780 h 46"/>
                <a:gd name="T6" fmla="*/ 208 w 42"/>
                <a:gd name="T7" fmla="*/ 766 h 46"/>
                <a:gd name="T8" fmla="*/ 625 w 42"/>
                <a:gd name="T9" fmla="*/ 57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6">
                  <a:moveTo>
                    <a:pt x="42" y="0"/>
                  </a:moveTo>
                  <a:cubicBezTo>
                    <a:pt x="31" y="4"/>
                    <a:pt x="22" y="9"/>
                    <a:pt x="14" y="19"/>
                  </a:cubicBezTo>
                  <a:cubicBezTo>
                    <a:pt x="10" y="24"/>
                    <a:pt x="0" y="35"/>
                    <a:pt x="4" y="42"/>
                  </a:cubicBezTo>
                  <a:cubicBezTo>
                    <a:pt x="6" y="46"/>
                    <a:pt x="9" y="43"/>
                    <a:pt x="13" y="41"/>
                  </a:cubicBezTo>
                  <a:cubicBezTo>
                    <a:pt x="22" y="37"/>
                    <a:pt x="33" y="37"/>
                    <a:pt x="40" y="31"/>
                  </a:cubicBezTo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9" name="Freeform 849">
              <a:extLst>
                <a:ext uri="{FF2B5EF4-FFF2-40B4-BE49-F238E27FC236}">
                  <a16:creationId xmlns:a16="http://schemas.microsoft.com/office/drawing/2014/main" id="{E9B25443-8C69-4C37-A50F-B7E7564F9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069"/>
              <a:ext cx="230" cy="360"/>
            </a:xfrm>
            <a:custGeom>
              <a:avLst/>
              <a:gdLst>
                <a:gd name="T0" fmla="*/ 208 w 92"/>
                <a:gd name="T1" fmla="*/ 2312 h 135"/>
                <a:gd name="T2" fmla="*/ 800 w 92"/>
                <a:gd name="T3" fmla="*/ 1229 h 135"/>
                <a:gd name="T4" fmla="*/ 1000 w 92"/>
                <a:gd name="T5" fmla="*/ 704 h 135"/>
                <a:gd name="T6" fmla="*/ 1208 w 92"/>
                <a:gd name="T7" fmla="*/ 341 h 135"/>
                <a:gd name="T8" fmla="*/ 1438 w 92"/>
                <a:gd name="T9" fmla="*/ 0 h 135"/>
                <a:gd name="T10" fmla="*/ 925 w 92"/>
                <a:gd name="T11" fmla="*/ 533 h 135"/>
                <a:gd name="T12" fmla="*/ 645 w 92"/>
                <a:gd name="T13" fmla="*/ 1272 h 135"/>
                <a:gd name="T14" fmla="*/ 300 w 92"/>
                <a:gd name="T15" fmla="*/ 1800 h 135"/>
                <a:gd name="T16" fmla="*/ 0 w 92"/>
                <a:gd name="T17" fmla="*/ 256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35">
                  <a:moveTo>
                    <a:pt x="13" y="122"/>
                  </a:moveTo>
                  <a:cubicBezTo>
                    <a:pt x="30" y="104"/>
                    <a:pt x="40" y="87"/>
                    <a:pt x="51" y="65"/>
                  </a:cubicBezTo>
                  <a:cubicBezTo>
                    <a:pt x="56" y="56"/>
                    <a:pt x="59" y="45"/>
                    <a:pt x="64" y="37"/>
                  </a:cubicBezTo>
                  <a:cubicBezTo>
                    <a:pt x="68" y="30"/>
                    <a:pt x="73" y="24"/>
                    <a:pt x="77" y="18"/>
                  </a:cubicBezTo>
                  <a:cubicBezTo>
                    <a:pt x="81" y="12"/>
                    <a:pt x="91" y="6"/>
                    <a:pt x="92" y="0"/>
                  </a:cubicBezTo>
                  <a:cubicBezTo>
                    <a:pt x="80" y="8"/>
                    <a:pt x="69" y="18"/>
                    <a:pt x="59" y="28"/>
                  </a:cubicBezTo>
                  <a:cubicBezTo>
                    <a:pt x="48" y="41"/>
                    <a:pt x="45" y="51"/>
                    <a:pt x="41" y="67"/>
                  </a:cubicBezTo>
                  <a:cubicBezTo>
                    <a:pt x="38" y="80"/>
                    <a:pt x="27" y="85"/>
                    <a:pt x="19" y="95"/>
                  </a:cubicBezTo>
                  <a:cubicBezTo>
                    <a:pt x="11" y="107"/>
                    <a:pt x="10" y="123"/>
                    <a:pt x="0" y="135"/>
                  </a:cubicBezTo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0" name="Freeform 850">
              <a:extLst>
                <a:ext uri="{FF2B5EF4-FFF2-40B4-BE49-F238E27FC236}">
                  <a16:creationId xmlns:a16="http://schemas.microsoft.com/office/drawing/2014/main" id="{BD833812-7F3A-43F1-85D0-819EB8B4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376"/>
              <a:ext cx="360" cy="355"/>
            </a:xfrm>
            <a:custGeom>
              <a:avLst/>
              <a:gdLst>
                <a:gd name="T0" fmla="*/ 1613 w 144"/>
                <a:gd name="T1" fmla="*/ 206 h 133"/>
                <a:gd name="T2" fmla="*/ 1800 w 144"/>
                <a:gd name="T3" fmla="*/ 456 h 133"/>
                <a:gd name="T4" fmla="*/ 2188 w 144"/>
                <a:gd name="T5" fmla="*/ 798 h 133"/>
                <a:gd name="T6" fmla="*/ 2220 w 144"/>
                <a:gd name="T7" fmla="*/ 1695 h 133"/>
                <a:gd name="T8" fmla="*/ 813 w 144"/>
                <a:gd name="T9" fmla="*/ 2109 h 133"/>
                <a:gd name="T10" fmla="*/ 238 w 144"/>
                <a:gd name="T11" fmla="*/ 534 h 133"/>
                <a:gd name="T12" fmla="*/ 970 w 144"/>
                <a:gd name="T13" fmla="*/ 21 h 133"/>
                <a:gd name="T14" fmla="*/ 1613 w 144"/>
                <a:gd name="T15" fmla="*/ 206 h 1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33">
                  <a:moveTo>
                    <a:pt x="103" y="11"/>
                  </a:moveTo>
                  <a:cubicBezTo>
                    <a:pt x="107" y="14"/>
                    <a:pt x="111" y="22"/>
                    <a:pt x="115" y="24"/>
                  </a:cubicBezTo>
                  <a:cubicBezTo>
                    <a:pt x="126" y="8"/>
                    <a:pt x="136" y="32"/>
                    <a:pt x="140" y="42"/>
                  </a:cubicBezTo>
                  <a:cubicBezTo>
                    <a:pt x="144" y="57"/>
                    <a:pt x="144" y="74"/>
                    <a:pt x="142" y="89"/>
                  </a:cubicBezTo>
                  <a:cubicBezTo>
                    <a:pt x="134" y="133"/>
                    <a:pt x="84" y="115"/>
                    <a:pt x="52" y="111"/>
                  </a:cubicBezTo>
                  <a:cubicBezTo>
                    <a:pt x="13" y="106"/>
                    <a:pt x="0" y="59"/>
                    <a:pt x="15" y="28"/>
                  </a:cubicBezTo>
                  <a:cubicBezTo>
                    <a:pt x="23" y="12"/>
                    <a:pt x="46" y="3"/>
                    <a:pt x="62" y="1"/>
                  </a:cubicBezTo>
                  <a:cubicBezTo>
                    <a:pt x="74" y="0"/>
                    <a:pt x="94" y="0"/>
                    <a:pt x="103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1" name="Freeform 851">
              <a:extLst>
                <a:ext uri="{FF2B5EF4-FFF2-40B4-BE49-F238E27FC236}">
                  <a16:creationId xmlns:a16="http://schemas.microsoft.com/office/drawing/2014/main" id="{1C13C9F3-4C69-42E1-8F97-253AB33A3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16"/>
              <a:ext cx="918" cy="1040"/>
            </a:xfrm>
            <a:custGeom>
              <a:avLst/>
              <a:gdLst>
                <a:gd name="T0" fmla="*/ 4788 w 367"/>
                <a:gd name="T1" fmla="*/ 115 h 390"/>
                <a:gd name="T2" fmla="*/ 4067 w 367"/>
                <a:gd name="T3" fmla="*/ 363 h 390"/>
                <a:gd name="T4" fmla="*/ 3722 w 367"/>
                <a:gd name="T5" fmla="*/ 648 h 390"/>
                <a:gd name="T6" fmla="*/ 3347 w 367"/>
                <a:gd name="T7" fmla="*/ 875 h 390"/>
                <a:gd name="T8" fmla="*/ 2804 w 367"/>
                <a:gd name="T9" fmla="*/ 1613 h 390"/>
                <a:gd name="T10" fmla="*/ 2534 w 367"/>
                <a:gd name="T11" fmla="*/ 2424 h 390"/>
                <a:gd name="T12" fmla="*/ 2284 w 367"/>
                <a:gd name="T13" fmla="*/ 2637 h 390"/>
                <a:gd name="T14" fmla="*/ 1751 w 367"/>
                <a:gd name="T15" fmla="*/ 3392 h 390"/>
                <a:gd name="T16" fmla="*/ 1533 w 367"/>
                <a:gd name="T17" fmla="*/ 3925 h 390"/>
                <a:gd name="T18" fmla="*/ 1346 w 367"/>
                <a:gd name="T19" fmla="*/ 4360 h 390"/>
                <a:gd name="T20" fmla="*/ 1221 w 367"/>
                <a:gd name="T21" fmla="*/ 4515 h 390"/>
                <a:gd name="T22" fmla="*/ 845 w 367"/>
                <a:gd name="T23" fmla="*/ 4779 h 390"/>
                <a:gd name="T24" fmla="*/ 208 w 367"/>
                <a:gd name="T25" fmla="*/ 5611 h 390"/>
                <a:gd name="T26" fmla="*/ 0 w 367"/>
                <a:gd name="T27" fmla="*/ 6408 h 390"/>
                <a:gd name="T28" fmla="*/ 20 w 367"/>
                <a:gd name="T29" fmla="*/ 6371 h 390"/>
                <a:gd name="T30" fmla="*/ 113 w 367"/>
                <a:gd name="T31" fmla="*/ 5939 h 390"/>
                <a:gd name="T32" fmla="*/ 845 w 367"/>
                <a:gd name="T33" fmla="*/ 5427 h 390"/>
                <a:gd name="T34" fmla="*/ 1488 w 367"/>
                <a:gd name="T35" fmla="*/ 5611 h 390"/>
                <a:gd name="T36" fmla="*/ 1676 w 367"/>
                <a:gd name="T37" fmla="*/ 5859 h 390"/>
                <a:gd name="T38" fmla="*/ 2064 w 367"/>
                <a:gd name="T39" fmla="*/ 6200 h 390"/>
                <a:gd name="T40" fmla="*/ 2096 w 367"/>
                <a:gd name="T41" fmla="*/ 7091 h 390"/>
                <a:gd name="T42" fmla="*/ 1989 w 367"/>
                <a:gd name="T43" fmla="*/ 7395 h 390"/>
                <a:gd name="T44" fmla="*/ 2021 w 367"/>
                <a:gd name="T45" fmla="*/ 7373 h 390"/>
                <a:gd name="T46" fmla="*/ 3192 w 367"/>
                <a:gd name="T47" fmla="*/ 5496 h 390"/>
                <a:gd name="T48" fmla="*/ 4097 w 367"/>
                <a:gd name="T49" fmla="*/ 3869 h 390"/>
                <a:gd name="T50" fmla="*/ 4900 w 367"/>
                <a:gd name="T51" fmla="*/ 2368 h 390"/>
                <a:gd name="T52" fmla="*/ 4788 w 367"/>
                <a:gd name="T53" fmla="*/ 115 h 39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67" h="390">
                  <a:moveTo>
                    <a:pt x="306" y="6"/>
                  </a:moveTo>
                  <a:cubicBezTo>
                    <a:pt x="287" y="0"/>
                    <a:pt x="271" y="12"/>
                    <a:pt x="260" y="19"/>
                  </a:cubicBezTo>
                  <a:cubicBezTo>
                    <a:pt x="249" y="26"/>
                    <a:pt x="247" y="26"/>
                    <a:pt x="238" y="34"/>
                  </a:cubicBezTo>
                  <a:cubicBezTo>
                    <a:pt x="229" y="42"/>
                    <a:pt x="224" y="39"/>
                    <a:pt x="214" y="46"/>
                  </a:cubicBezTo>
                  <a:cubicBezTo>
                    <a:pt x="203" y="52"/>
                    <a:pt x="188" y="69"/>
                    <a:pt x="179" y="85"/>
                  </a:cubicBezTo>
                  <a:cubicBezTo>
                    <a:pt x="169" y="102"/>
                    <a:pt x="162" y="128"/>
                    <a:pt x="162" y="128"/>
                  </a:cubicBezTo>
                  <a:cubicBezTo>
                    <a:pt x="162" y="128"/>
                    <a:pt x="155" y="134"/>
                    <a:pt x="146" y="139"/>
                  </a:cubicBezTo>
                  <a:cubicBezTo>
                    <a:pt x="137" y="145"/>
                    <a:pt x="119" y="165"/>
                    <a:pt x="112" y="179"/>
                  </a:cubicBezTo>
                  <a:cubicBezTo>
                    <a:pt x="104" y="192"/>
                    <a:pt x="103" y="194"/>
                    <a:pt x="98" y="207"/>
                  </a:cubicBezTo>
                  <a:cubicBezTo>
                    <a:pt x="92" y="221"/>
                    <a:pt x="92" y="231"/>
                    <a:pt x="86" y="230"/>
                  </a:cubicBezTo>
                  <a:cubicBezTo>
                    <a:pt x="81" y="230"/>
                    <a:pt x="83" y="234"/>
                    <a:pt x="78" y="238"/>
                  </a:cubicBezTo>
                  <a:cubicBezTo>
                    <a:pt x="74" y="242"/>
                    <a:pt x="67" y="246"/>
                    <a:pt x="54" y="252"/>
                  </a:cubicBezTo>
                  <a:cubicBezTo>
                    <a:pt x="41" y="257"/>
                    <a:pt x="25" y="274"/>
                    <a:pt x="13" y="296"/>
                  </a:cubicBezTo>
                  <a:cubicBezTo>
                    <a:pt x="4" y="311"/>
                    <a:pt x="3" y="327"/>
                    <a:pt x="0" y="338"/>
                  </a:cubicBezTo>
                  <a:cubicBezTo>
                    <a:pt x="1" y="337"/>
                    <a:pt x="1" y="337"/>
                    <a:pt x="1" y="336"/>
                  </a:cubicBezTo>
                  <a:cubicBezTo>
                    <a:pt x="2" y="328"/>
                    <a:pt x="4" y="320"/>
                    <a:pt x="7" y="313"/>
                  </a:cubicBezTo>
                  <a:cubicBezTo>
                    <a:pt x="15" y="297"/>
                    <a:pt x="38" y="288"/>
                    <a:pt x="54" y="286"/>
                  </a:cubicBezTo>
                  <a:cubicBezTo>
                    <a:pt x="66" y="285"/>
                    <a:pt x="86" y="285"/>
                    <a:pt x="95" y="296"/>
                  </a:cubicBezTo>
                  <a:cubicBezTo>
                    <a:pt x="99" y="299"/>
                    <a:pt x="103" y="307"/>
                    <a:pt x="107" y="309"/>
                  </a:cubicBezTo>
                  <a:cubicBezTo>
                    <a:pt x="118" y="293"/>
                    <a:pt x="128" y="317"/>
                    <a:pt x="132" y="327"/>
                  </a:cubicBezTo>
                  <a:cubicBezTo>
                    <a:pt x="136" y="342"/>
                    <a:pt x="136" y="359"/>
                    <a:pt x="134" y="374"/>
                  </a:cubicBezTo>
                  <a:cubicBezTo>
                    <a:pt x="132" y="381"/>
                    <a:pt x="130" y="386"/>
                    <a:pt x="127" y="390"/>
                  </a:cubicBezTo>
                  <a:cubicBezTo>
                    <a:pt x="128" y="390"/>
                    <a:pt x="128" y="390"/>
                    <a:pt x="129" y="389"/>
                  </a:cubicBezTo>
                  <a:cubicBezTo>
                    <a:pt x="141" y="381"/>
                    <a:pt x="179" y="316"/>
                    <a:pt x="204" y="290"/>
                  </a:cubicBezTo>
                  <a:cubicBezTo>
                    <a:pt x="229" y="265"/>
                    <a:pt x="240" y="240"/>
                    <a:pt x="262" y="204"/>
                  </a:cubicBezTo>
                  <a:cubicBezTo>
                    <a:pt x="283" y="167"/>
                    <a:pt x="292" y="159"/>
                    <a:pt x="313" y="125"/>
                  </a:cubicBezTo>
                  <a:cubicBezTo>
                    <a:pt x="367" y="41"/>
                    <a:pt x="324" y="12"/>
                    <a:pt x="306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79" name="loaf-of-bread-cross-section">
            <a:extLst>
              <a:ext uri="{FF2B5EF4-FFF2-40B4-BE49-F238E27FC236}">
                <a16:creationId xmlns:a16="http://schemas.microsoft.com/office/drawing/2014/main" id="{E501C3EF-D8CA-48B3-BE3E-A9F54D0453F8}"/>
              </a:ext>
            </a:extLst>
          </p:cNvPr>
          <p:cNvGrpSpPr>
            <a:grpSpLocks/>
          </p:cNvGrpSpPr>
          <p:nvPr/>
        </p:nvGrpSpPr>
        <p:grpSpPr bwMode="auto">
          <a:xfrm>
            <a:off x="2184400" y="1570038"/>
            <a:ext cx="2541588" cy="2301875"/>
            <a:chOff x="1482" y="2157"/>
            <a:chExt cx="1296" cy="1174"/>
          </a:xfrm>
        </p:grpSpPr>
        <p:sp>
          <p:nvSpPr>
            <p:cNvPr id="25214" name="Freeform 853">
              <a:extLst>
                <a:ext uri="{FF2B5EF4-FFF2-40B4-BE49-F238E27FC236}">
                  <a16:creationId xmlns:a16="http://schemas.microsoft.com/office/drawing/2014/main" id="{E3651596-E781-431F-BCA1-C3B9C71C9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653"/>
              <a:ext cx="935" cy="678"/>
            </a:xfrm>
            <a:custGeom>
              <a:avLst/>
              <a:gdLst>
                <a:gd name="T0" fmla="*/ 3095 w 374"/>
                <a:gd name="T1" fmla="*/ 0 h 254"/>
                <a:gd name="T2" fmla="*/ 238 w 374"/>
                <a:gd name="T3" fmla="*/ 1481 h 254"/>
                <a:gd name="T4" fmla="*/ 2800 w 374"/>
                <a:gd name="T5" fmla="*/ 4751 h 254"/>
                <a:gd name="T6" fmla="*/ 5845 w 374"/>
                <a:gd name="T7" fmla="*/ 2450 h 254"/>
                <a:gd name="T8" fmla="*/ 3095 w 374"/>
                <a:gd name="T9" fmla="*/ 0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254">
                  <a:moveTo>
                    <a:pt x="198" y="0"/>
                  </a:moveTo>
                  <a:cubicBezTo>
                    <a:pt x="89" y="0"/>
                    <a:pt x="31" y="16"/>
                    <a:pt x="15" y="78"/>
                  </a:cubicBezTo>
                  <a:cubicBezTo>
                    <a:pt x="0" y="141"/>
                    <a:pt x="11" y="254"/>
                    <a:pt x="179" y="250"/>
                  </a:cubicBezTo>
                  <a:cubicBezTo>
                    <a:pt x="347" y="246"/>
                    <a:pt x="374" y="203"/>
                    <a:pt x="374" y="129"/>
                  </a:cubicBezTo>
                  <a:cubicBezTo>
                    <a:pt x="374" y="55"/>
                    <a:pt x="308" y="0"/>
                    <a:pt x="198" y="0"/>
                  </a:cubicBezTo>
                  <a:close/>
                </a:path>
              </a:pathLst>
            </a:custGeom>
            <a:solidFill>
              <a:srgbClr val="D5B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5" name="Freeform 854">
              <a:extLst>
                <a:ext uri="{FF2B5EF4-FFF2-40B4-BE49-F238E27FC236}">
                  <a16:creationId xmlns:a16="http://schemas.microsoft.com/office/drawing/2014/main" id="{686D69EC-5B7A-4261-97AB-5CA4D41C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675"/>
              <a:ext cx="758" cy="565"/>
            </a:xfrm>
            <a:custGeom>
              <a:avLst/>
              <a:gdLst>
                <a:gd name="T0" fmla="*/ 333 w 303"/>
                <a:gd name="T1" fmla="*/ 1570 h 212"/>
                <a:gd name="T2" fmla="*/ 3067 w 303"/>
                <a:gd name="T3" fmla="*/ 205 h 212"/>
                <a:gd name="T4" fmla="*/ 4743 w 303"/>
                <a:gd name="T5" fmla="*/ 648 h 212"/>
                <a:gd name="T6" fmla="*/ 2804 w 303"/>
                <a:gd name="T7" fmla="*/ 0 h 212"/>
                <a:gd name="T8" fmla="*/ 158 w 303"/>
                <a:gd name="T9" fmla="*/ 1365 h 212"/>
                <a:gd name="T10" fmla="*/ 1021 w 303"/>
                <a:gd name="T11" fmla="*/ 4014 h 212"/>
                <a:gd name="T12" fmla="*/ 333 w 303"/>
                <a:gd name="T13" fmla="*/ 157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3" h="212">
                  <a:moveTo>
                    <a:pt x="21" y="83"/>
                  </a:moveTo>
                  <a:cubicBezTo>
                    <a:pt x="35" y="25"/>
                    <a:pt x="95" y="11"/>
                    <a:pt x="196" y="11"/>
                  </a:cubicBezTo>
                  <a:cubicBezTo>
                    <a:pt x="236" y="11"/>
                    <a:pt x="277" y="20"/>
                    <a:pt x="303" y="34"/>
                  </a:cubicBezTo>
                  <a:cubicBezTo>
                    <a:pt x="275" y="12"/>
                    <a:pt x="231" y="0"/>
                    <a:pt x="179" y="0"/>
                  </a:cubicBezTo>
                  <a:cubicBezTo>
                    <a:pt x="79" y="0"/>
                    <a:pt x="25" y="14"/>
                    <a:pt x="10" y="72"/>
                  </a:cubicBezTo>
                  <a:cubicBezTo>
                    <a:pt x="0" y="114"/>
                    <a:pt x="3" y="181"/>
                    <a:pt x="65" y="212"/>
                  </a:cubicBezTo>
                  <a:cubicBezTo>
                    <a:pt x="11" y="180"/>
                    <a:pt x="12" y="119"/>
                    <a:pt x="21" y="83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6" name="Freeform 855">
              <a:extLst>
                <a:ext uri="{FF2B5EF4-FFF2-40B4-BE49-F238E27FC236}">
                  <a16:creationId xmlns:a16="http://schemas.microsoft.com/office/drawing/2014/main" id="{A81EA3F5-2855-437E-960A-72C30082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157"/>
              <a:ext cx="1241" cy="1048"/>
            </a:xfrm>
            <a:custGeom>
              <a:avLst/>
              <a:gdLst>
                <a:gd name="T0" fmla="*/ 5027 w 496"/>
                <a:gd name="T1" fmla="*/ 648 h 393"/>
                <a:gd name="T2" fmla="*/ 0 w 496"/>
                <a:gd name="T3" fmla="*/ 4664 h 393"/>
                <a:gd name="T4" fmla="*/ 0 w 496"/>
                <a:gd name="T5" fmla="*/ 4664 h 393"/>
                <a:gd name="T6" fmla="*/ 2755 w 496"/>
                <a:gd name="T7" fmla="*/ 3528 h 393"/>
                <a:gd name="T8" fmla="*/ 5514 w 496"/>
                <a:gd name="T9" fmla="*/ 5973 h 393"/>
                <a:gd name="T10" fmla="*/ 5139 w 496"/>
                <a:gd name="T11" fmla="*/ 7453 h 393"/>
                <a:gd name="T12" fmla="*/ 5027 w 496"/>
                <a:gd name="T13" fmla="*/ 648 h 3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393">
                  <a:moveTo>
                    <a:pt x="321" y="34"/>
                  </a:moveTo>
                  <a:cubicBezTo>
                    <a:pt x="144" y="0"/>
                    <a:pt x="58" y="106"/>
                    <a:pt x="0" y="246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22" y="199"/>
                    <a:pt x="79" y="186"/>
                    <a:pt x="176" y="186"/>
                  </a:cubicBezTo>
                  <a:cubicBezTo>
                    <a:pt x="286" y="186"/>
                    <a:pt x="352" y="241"/>
                    <a:pt x="352" y="315"/>
                  </a:cubicBezTo>
                  <a:cubicBezTo>
                    <a:pt x="352" y="347"/>
                    <a:pt x="347" y="373"/>
                    <a:pt x="328" y="393"/>
                  </a:cubicBezTo>
                  <a:cubicBezTo>
                    <a:pt x="407" y="326"/>
                    <a:pt x="496" y="68"/>
                    <a:pt x="321" y="34"/>
                  </a:cubicBezTo>
                  <a:close/>
                </a:path>
              </a:pathLst>
            </a:custGeom>
            <a:solidFill>
              <a:srgbClr val="C69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7" name="Freeform 856">
              <a:extLst>
                <a:ext uri="{FF2B5EF4-FFF2-40B4-BE49-F238E27FC236}">
                  <a16:creationId xmlns:a16="http://schemas.microsoft.com/office/drawing/2014/main" id="{BAF5241B-E98C-4C32-87CC-4740891F4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312"/>
              <a:ext cx="370" cy="237"/>
            </a:xfrm>
            <a:custGeom>
              <a:avLst/>
              <a:gdLst>
                <a:gd name="T0" fmla="*/ 0 w 148"/>
                <a:gd name="T1" fmla="*/ 170 h 89"/>
                <a:gd name="T2" fmla="*/ 1488 w 148"/>
                <a:gd name="T3" fmla="*/ 264 h 89"/>
                <a:gd name="T4" fmla="*/ 2313 w 148"/>
                <a:gd name="T5" fmla="*/ 1680 h 89"/>
                <a:gd name="T6" fmla="*/ 1425 w 148"/>
                <a:gd name="T7" fmla="*/ 511 h 89"/>
                <a:gd name="T8" fmla="*/ 63 w 148"/>
                <a:gd name="T9" fmla="*/ 136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89">
                  <a:moveTo>
                    <a:pt x="0" y="9"/>
                  </a:moveTo>
                  <a:cubicBezTo>
                    <a:pt x="31" y="1"/>
                    <a:pt x="65" y="0"/>
                    <a:pt x="95" y="14"/>
                  </a:cubicBezTo>
                  <a:cubicBezTo>
                    <a:pt x="129" y="29"/>
                    <a:pt x="141" y="54"/>
                    <a:pt x="148" y="89"/>
                  </a:cubicBezTo>
                  <a:cubicBezTo>
                    <a:pt x="130" y="66"/>
                    <a:pt x="120" y="36"/>
                    <a:pt x="91" y="27"/>
                  </a:cubicBezTo>
                  <a:cubicBezTo>
                    <a:pt x="70" y="21"/>
                    <a:pt x="13" y="31"/>
                    <a:pt x="4" y="7"/>
                  </a:cubicBezTo>
                </a:path>
              </a:pathLst>
            </a:custGeom>
            <a:solidFill>
              <a:srgbClr val="B57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8" name="Freeform 857">
              <a:extLst>
                <a:ext uri="{FF2B5EF4-FFF2-40B4-BE49-F238E27FC236}">
                  <a16:creationId xmlns:a16="http://schemas.microsoft.com/office/drawing/2014/main" id="{EEFF486F-82C0-469C-8F5D-553642F6B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443"/>
              <a:ext cx="357" cy="144"/>
            </a:xfrm>
            <a:custGeom>
              <a:avLst/>
              <a:gdLst>
                <a:gd name="T0" fmla="*/ 667 w 143"/>
                <a:gd name="T1" fmla="*/ 0 h 54"/>
                <a:gd name="T2" fmla="*/ 2224 w 143"/>
                <a:gd name="T3" fmla="*/ 1024 h 54"/>
                <a:gd name="T4" fmla="*/ 1291 w 143"/>
                <a:gd name="T5" fmla="*/ 512 h 54"/>
                <a:gd name="T6" fmla="*/ 0 w 143"/>
                <a:gd name="T7" fmla="*/ 9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54">
                  <a:moveTo>
                    <a:pt x="43" y="0"/>
                  </a:moveTo>
                  <a:cubicBezTo>
                    <a:pt x="121" y="8"/>
                    <a:pt x="108" y="8"/>
                    <a:pt x="143" y="54"/>
                  </a:cubicBezTo>
                  <a:cubicBezTo>
                    <a:pt x="127" y="42"/>
                    <a:pt x="103" y="34"/>
                    <a:pt x="83" y="27"/>
                  </a:cubicBezTo>
                  <a:cubicBezTo>
                    <a:pt x="67" y="21"/>
                    <a:pt x="4" y="25"/>
                    <a:pt x="0" y="5"/>
                  </a:cubicBezTo>
                </a:path>
              </a:pathLst>
            </a:custGeom>
            <a:solidFill>
              <a:srgbClr val="B57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9" name="Freeform 858">
              <a:extLst>
                <a:ext uri="{FF2B5EF4-FFF2-40B4-BE49-F238E27FC236}">
                  <a16:creationId xmlns:a16="http://schemas.microsoft.com/office/drawing/2014/main" id="{14F90B52-24EF-4652-A3EC-26D605F5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547"/>
              <a:ext cx="267" cy="50"/>
            </a:xfrm>
            <a:custGeom>
              <a:avLst/>
              <a:gdLst>
                <a:gd name="T0" fmla="*/ 187 w 107"/>
                <a:gd name="T1" fmla="*/ 311 h 19"/>
                <a:gd name="T2" fmla="*/ 1662 w 107"/>
                <a:gd name="T3" fmla="*/ 347 h 19"/>
                <a:gd name="T4" fmla="*/ 916 w 107"/>
                <a:gd name="T5" fmla="*/ 55 h 19"/>
                <a:gd name="T6" fmla="*/ 0 w 107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9">
                  <a:moveTo>
                    <a:pt x="12" y="17"/>
                  </a:moveTo>
                  <a:cubicBezTo>
                    <a:pt x="45" y="16"/>
                    <a:pt x="72" y="13"/>
                    <a:pt x="107" y="19"/>
                  </a:cubicBezTo>
                  <a:cubicBezTo>
                    <a:pt x="90" y="13"/>
                    <a:pt x="79" y="5"/>
                    <a:pt x="59" y="3"/>
                  </a:cubicBezTo>
                  <a:cubicBezTo>
                    <a:pt x="34" y="0"/>
                    <a:pt x="25" y="14"/>
                    <a:pt x="0" y="19"/>
                  </a:cubicBezTo>
                </a:path>
              </a:pathLst>
            </a:custGeom>
            <a:solidFill>
              <a:srgbClr val="B57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0" name="Freeform 859">
              <a:extLst>
                <a:ext uri="{FF2B5EF4-FFF2-40B4-BE49-F238E27FC236}">
                  <a16:creationId xmlns:a16="http://schemas.microsoft.com/office/drawing/2014/main" id="{4DE42D3B-92B1-4CAD-9634-219A63F2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355"/>
              <a:ext cx="220" cy="672"/>
            </a:xfrm>
            <a:custGeom>
              <a:avLst/>
              <a:gdLst>
                <a:gd name="T0" fmla="*/ 1158 w 88"/>
                <a:gd name="T1" fmla="*/ 589 h 252"/>
                <a:gd name="T2" fmla="*/ 1208 w 88"/>
                <a:gd name="T3" fmla="*/ 2696 h 252"/>
                <a:gd name="T4" fmla="*/ 970 w 88"/>
                <a:gd name="T5" fmla="*/ 3869 h 252"/>
                <a:gd name="T6" fmla="*/ 645 w 88"/>
                <a:gd name="T7" fmla="*/ 4779 h 252"/>
                <a:gd name="T8" fmla="*/ 0 w 88"/>
                <a:gd name="T9" fmla="*/ 2696 h 252"/>
                <a:gd name="T10" fmla="*/ 488 w 88"/>
                <a:gd name="T11" fmla="*/ 2731 h 252"/>
                <a:gd name="T12" fmla="*/ 845 w 88"/>
                <a:gd name="T13" fmla="*/ 1843 h 252"/>
                <a:gd name="T14" fmla="*/ 770 w 88"/>
                <a:gd name="T15" fmla="*/ 0 h 252"/>
                <a:gd name="T16" fmla="*/ 1158 w 88"/>
                <a:gd name="T17" fmla="*/ 605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52">
                  <a:moveTo>
                    <a:pt x="74" y="31"/>
                  </a:moveTo>
                  <a:cubicBezTo>
                    <a:pt x="88" y="63"/>
                    <a:pt x="85" y="108"/>
                    <a:pt x="77" y="142"/>
                  </a:cubicBezTo>
                  <a:cubicBezTo>
                    <a:pt x="72" y="163"/>
                    <a:pt x="69" y="184"/>
                    <a:pt x="62" y="204"/>
                  </a:cubicBezTo>
                  <a:cubicBezTo>
                    <a:pt x="56" y="219"/>
                    <a:pt x="43" y="237"/>
                    <a:pt x="41" y="252"/>
                  </a:cubicBezTo>
                  <a:cubicBezTo>
                    <a:pt x="51" y="216"/>
                    <a:pt x="30" y="162"/>
                    <a:pt x="0" y="142"/>
                  </a:cubicBezTo>
                  <a:cubicBezTo>
                    <a:pt x="12" y="143"/>
                    <a:pt x="19" y="151"/>
                    <a:pt x="31" y="144"/>
                  </a:cubicBezTo>
                  <a:cubicBezTo>
                    <a:pt x="47" y="135"/>
                    <a:pt x="50" y="113"/>
                    <a:pt x="54" y="97"/>
                  </a:cubicBezTo>
                  <a:cubicBezTo>
                    <a:pt x="61" y="76"/>
                    <a:pt x="73" y="15"/>
                    <a:pt x="49" y="0"/>
                  </a:cubicBezTo>
                  <a:cubicBezTo>
                    <a:pt x="55" y="4"/>
                    <a:pt x="69" y="16"/>
                    <a:pt x="74" y="32"/>
                  </a:cubicBezTo>
                </a:path>
              </a:pathLst>
            </a:custGeom>
            <a:solidFill>
              <a:srgbClr val="B57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1" name="Freeform 860">
              <a:extLst>
                <a:ext uri="{FF2B5EF4-FFF2-40B4-BE49-F238E27FC236}">
                  <a16:creationId xmlns:a16="http://schemas.microsoft.com/office/drawing/2014/main" id="{6D7F968F-218A-4373-B53C-87EB45C02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301"/>
              <a:ext cx="315" cy="222"/>
            </a:xfrm>
            <a:custGeom>
              <a:avLst/>
              <a:gdLst>
                <a:gd name="T0" fmla="*/ 1863 w 126"/>
                <a:gd name="T1" fmla="*/ 1589 h 83"/>
                <a:gd name="T2" fmla="*/ 0 w 126"/>
                <a:gd name="T3" fmla="*/ 171 h 83"/>
                <a:gd name="T4" fmla="*/ 1863 w 126"/>
                <a:gd name="T5" fmla="*/ 1589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83">
                  <a:moveTo>
                    <a:pt x="119" y="83"/>
                  </a:moveTo>
                  <a:cubicBezTo>
                    <a:pt x="111" y="11"/>
                    <a:pt x="49" y="9"/>
                    <a:pt x="0" y="9"/>
                  </a:cubicBezTo>
                  <a:cubicBezTo>
                    <a:pt x="44" y="0"/>
                    <a:pt x="126" y="0"/>
                    <a:pt x="119" y="83"/>
                  </a:cubicBezTo>
                  <a:close/>
                </a:path>
              </a:pathLst>
            </a:custGeom>
            <a:solidFill>
              <a:srgbClr val="A05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2" name="Freeform 861">
              <a:extLst>
                <a:ext uri="{FF2B5EF4-FFF2-40B4-BE49-F238E27FC236}">
                  <a16:creationId xmlns:a16="http://schemas.microsoft.com/office/drawing/2014/main" id="{33DD2010-3A0E-452E-AC50-9503DE1D3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416"/>
              <a:ext cx="322" cy="171"/>
            </a:xfrm>
            <a:custGeom>
              <a:avLst/>
              <a:gdLst>
                <a:gd name="T0" fmla="*/ 2007 w 129"/>
                <a:gd name="T1" fmla="*/ 1221 h 64"/>
                <a:gd name="T2" fmla="*/ 0 w 129"/>
                <a:gd name="T3" fmla="*/ 251 h 64"/>
                <a:gd name="T4" fmla="*/ 2007 w 129"/>
                <a:gd name="T5" fmla="*/ 122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64">
                  <a:moveTo>
                    <a:pt x="129" y="64"/>
                  </a:moveTo>
                  <a:cubicBezTo>
                    <a:pt x="99" y="11"/>
                    <a:pt x="44" y="14"/>
                    <a:pt x="0" y="13"/>
                  </a:cubicBezTo>
                  <a:cubicBezTo>
                    <a:pt x="35" y="5"/>
                    <a:pt x="107" y="0"/>
                    <a:pt x="129" y="64"/>
                  </a:cubicBezTo>
                  <a:close/>
                </a:path>
              </a:pathLst>
            </a:custGeom>
            <a:solidFill>
              <a:srgbClr val="A05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3" name="Freeform 862">
              <a:extLst>
                <a:ext uri="{FF2B5EF4-FFF2-40B4-BE49-F238E27FC236}">
                  <a16:creationId xmlns:a16="http://schemas.microsoft.com/office/drawing/2014/main" id="{D15160FD-B294-473D-B675-678A28F16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512"/>
              <a:ext cx="182" cy="69"/>
            </a:xfrm>
            <a:custGeom>
              <a:avLst/>
              <a:gdLst>
                <a:gd name="T0" fmla="*/ 1132 w 73"/>
                <a:gd name="T1" fmla="*/ 486 h 26"/>
                <a:gd name="T2" fmla="*/ 0 w 73"/>
                <a:gd name="T3" fmla="*/ 374 h 26"/>
                <a:gd name="T4" fmla="*/ 1132 w 73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73" y="26"/>
                  </a:moveTo>
                  <a:cubicBezTo>
                    <a:pt x="52" y="13"/>
                    <a:pt x="20" y="9"/>
                    <a:pt x="0" y="20"/>
                  </a:cubicBezTo>
                  <a:cubicBezTo>
                    <a:pt x="25" y="1"/>
                    <a:pt x="60" y="0"/>
                    <a:pt x="73" y="26"/>
                  </a:cubicBezTo>
                  <a:close/>
                </a:path>
              </a:pathLst>
            </a:custGeom>
            <a:solidFill>
              <a:srgbClr val="A05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4" name="Freeform 863">
              <a:extLst>
                <a:ext uri="{FF2B5EF4-FFF2-40B4-BE49-F238E27FC236}">
                  <a16:creationId xmlns:a16="http://schemas.microsoft.com/office/drawing/2014/main" id="{1E8AE0D2-81D1-4852-BFEC-5C7DF23E1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467"/>
              <a:ext cx="192" cy="69"/>
            </a:xfrm>
            <a:custGeom>
              <a:avLst/>
              <a:gdLst>
                <a:gd name="T0" fmla="*/ 0 w 77"/>
                <a:gd name="T1" fmla="*/ 21 h 26"/>
                <a:gd name="T2" fmla="*/ 1194 w 77"/>
                <a:gd name="T3" fmla="*/ 374 h 26"/>
                <a:gd name="T4" fmla="*/ 30 w 7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26">
                  <a:moveTo>
                    <a:pt x="0" y="1"/>
                  </a:moveTo>
                  <a:cubicBezTo>
                    <a:pt x="26" y="19"/>
                    <a:pt x="45" y="26"/>
                    <a:pt x="77" y="20"/>
                  </a:cubicBezTo>
                  <a:cubicBezTo>
                    <a:pt x="49" y="20"/>
                    <a:pt x="26" y="11"/>
                    <a:pt x="2" y="0"/>
                  </a:cubicBezTo>
                </a:path>
              </a:pathLst>
            </a:custGeom>
            <a:solidFill>
              <a:srgbClr val="E4C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5" name="Freeform 864">
              <a:extLst>
                <a:ext uri="{FF2B5EF4-FFF2-40B4-BE49-F238E27FC236}">
                  <a16:creationId xmlns:a16="http://schemas.microsoft.com/office/drawing/2014/main" id="{6FDAED64-DE93-4EB0-A078-FDF15D1F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68"/>
              <a:ext cx="287" cy="112"/>
            </a:xfrm>
            <a:custGeom>
              <a:avLst/>
              <a:gdLst>
                <a:gd name="T0" fmla="*/ 125 w 115"/>
                <a:gd name="T1" fmla="*/ 21 h 42"/>
                <a:gd name="T2" fmla="*/ 1153 w 115"/>
                <a:gd name="T3" fmla="*/ 136 h 42"/>
                <a:gd name="T4" fmla="*/ 1787 w 115"/>
                <a:gd name="T5" fmla="*/ 797 h 42"/>
                <a:gd name="T6" fmla="*/ 1071 w 115"/>
                <a:gd name="T7" fmla="*/ 264 h 42"/>
                <a:gd name="T8" fmla="*/ 0 w 115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2">
                  <a:moveTo>
                    <a:pt x="8" y="1"/>
                  </a:moveTo>
                  <a:cubicBezTo>
                    <a:pt x="27" y="8"/>
                    <a:pt x="53" y="0"/>
                    <a:pt x="74" y="7"/>
                  </a:cubicBezTo>
                  <a:cubicBezTo>
                    <a:pt x="92" y="13"/>
                    <a:pt x="108" y="25"/>
                    <a:pt x="115" y="42"/>
                  </a:cubicBezTo>
                  <a:cubicBezTo>
                    <a:pt x="101" y="24"/>
                    <a:pt x="91" y="18"/>
                    <a:pt x="69" y="14"/>
                  </a:cubicBezTo>
                  <a:cubicBezTo>
                    <a:pt x="45" y="9"/>
                    <a:pt x="22" y="11"/>
                    <a:pt x="0" y="0"/>
                  </a:cubicBezTo>
                </a:path>
              </a:pathLst>
            </a:custGeom>
            <a:solidFill>
              <a:srgbClr val="E4C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6" name="Freeform 865">
              <a:extLst>
                <a:ext uri="{FF2B5EF4-FFF2-40B4-BE49-F238E27FC236}">
                  <a16:creationId xmlns:a16="http://schemas.microsoft.com/office/drawing/2014/main" id="{D0126E66-C2F7-4EE9-A096-D49965EEF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581"/>
              <a:ext cx="165" cy="67"/>
            </a:xfrm>
            <a:custGeom>
              <a:avLst/>
              <a:gdLst>
                <a:gd name="T0" fmla="*/ 0 w 66"/>
                <a:gd name="T1" fmla="*/ 482 h 25"/>
                <a:gd name="T2" fmla="*/ 1033 w 66"/>
                <a:gd name="T3" fmla="*/ 150 h 25"/>
                <a:gd name="T4" fmla="*/ 125 w 66"/>
                <a:gd name="T5" fmla="*/ 33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5">
                  <a:moveTo>
                    <a:pt x="0" y="25"/>
                  </a:moveTo>
                  <a:cubicBezTo>
                    <a:pt x="13" y="14"/>
                    <a:pt x="50" y="1"/>
                    <a:pt x="66" y="8"/>
                  </a:cubicBezTo>
                  <a:cubicBezTo>
                    <a:pt x="46" y="0"/>
                    <a:pt x="25" y="5"/>
                    <a:pt x="8" y="17"/>
                  </a:cubicBezTo>
                </a:path>
              </a:pathLst>
            </a:custGeom>
            <a:solidFill>
              <a:srgbClr val="E4C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7" name="Freeform 866">
              <a:extLst>
                <a:ext uri="{FF2B5EF4-FFF2-40B4-BE49-F238E27FC236}">
                  <a16:creationId xmlns:a16="http://schemas.microsoft.com/office/drawing/2014/main" id="{913CC39C-0BF2-428A-B202-09587F190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248"/>
              <a:ext cx="502" cy="312"/>
            </a:xfrm>
            <a:custGeom>
              <a:avLst/>
              <a:gdLst>
                <a:gd name="T0" fmla="*/ 0 w 201"/>
                <a:gd name="T1" fmla="*/ 2219 h 117"/>
                <a:gd name="T2" fmla="*/ 3132 w 201"/>
                <a:gd name="T3" fmla="*/ 21 h 117"/>
                <a:gd name="T4" fmla="*/ 0 w 201"/>
                <a:gd name="T5" fmla="*/ 2219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1" h="117">
                  <a:moveTo>
                    <a:pt x="0" y="117"/>
                  </a:moveTo>
                  <a:cubicBezTo>
                    <a:pt x="24" y="79"/>
                    <a:pt x="89" y="0"/>
                    <a:pt x="201" y="1"/>
                  </a:cubicBezTo>
                  <a:cubicBezTo>
                    <a:pt x="162" y="12"/>
                    <a:pt x="89" y="20"/>
                    <a:pt x="0" y="117"/>
                  </a:cubicBezTo>
                  <a:close/>
                </a:path>
              </a:pathLst>
            </a:custGeom>
            <a:solidFill>
              <a:srgbClr val="E4C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8" name="Freeform 867">
              <a:extLst>
                <a:ext uri="{FF2B5EF4-FFF2-40B4-BE49-F238E27FC236}">
                  <a16:creationId xmlns:a16="http://schemas.microsoft.com/office/drawing/2014/main" id="{93E47452-1BA9-4CC2-8297-480164118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800"/>
              <a:ext cx="720" cy="504"/>
            </a:xfrm>
            <a:custGeom>
              <a:avLst/>
              <a:gdLst>
                <a:gd name="T0" fmla="*/ 4033 w 288"/>
                <a:gd name="T1" fmla="*/ 0 h 189"/>
                <a:gd name="T2" fmla="*/ 4333 w 288"/>
                <a:gd name="T3" fmla="*/ 1331 h 189"/>
                <a:gd name="T4" fmla="*/ 1425 w 288"/>
                <a:gd name="T5" fmla="*/ 3435 h 189"/>
                <a:gd name="T6" fmla="*/ 0 w 288"/>
                <a:gd name="T7" fmla="*/ 3165 h 189"/>
                <a:gd name="T8" fmla="*/ 1625 w 288"/>
                <a:gd name="T9" fmla="*/ 3563 h 189"/>
                <a:gd name="T10" fmla="*/ 4500 w 288"/>
                <a:gd name="T11" fmla="*/ 1400 h 189"/>
                <a:gd name="T12" fmla="*/ 4033 w 288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8" h="189">
                  <a:moveTo>
                    <a:pt x="258" y="0"/>
                  </a:moveTo>
                  <a:cubicBezTo>
                    <a:pt x="269" y="23"/>
                    <a:pt x="277" y="29"/>
                    <a:pt x="277" y="70"/>
                  </a:cubicBezTo>
                  <a:cubicBezTo>
                    <a:pt x="277" y="140"/>
                    <a:pt x="249" y="178"/>
                    <a:pt x="91" y="181"/>
                  </a:cubicBezTo>
                  <a:cubicBezTo>
                    <a:pt x="53" y="182"/>
                    <a:pt x="23" y="177"/>
                    <a:pt x="0" y="167"/>
                  </a:cubicBezTo>
                  <a:cubicBezTo>
                    <a:pt x="25" y="181"/>
                    <a:pt x="58" y="189"/>
                    <a:pt x="104" y="188"/>
                  </a:cubicBezTo>
                  <a:cubicBezTo>
                    <a:pt x="262" y="184"/>
                    <a:pt x="288" y="144"/>
                    <a:pt x="288" y="74"/>
                  </a:cubicBezTo>
                  <a:cubicBezTo>
                    <a:pt x="288" y="46"/>
                    <a:pt x="277" y="20"/>
                    <a:pt x="258" y="0"/>
                  </a:cubicBezTo>
                  <a:close/>
                </a:path>
              </a:pathLst>
            </a:custGeom>
            <a:solidFill>
              <a:srgbClr val="BF9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9" name="Freeform 868">
              <a:extLst>
                <a:ext uri="{FF2B5EF4-FFF2-40B4-BE49-F238E27FC236}">
                  <a16:creationId xmlns:a16="http://schemas.microsoft.com/office/drawing/2014/main" id="{EA66C1DF-CB6A-458F-8B81-657ABDB25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811"/>
              <a:ext cx="65" cy="80"/>
            </a:xfrm>
            <a:custGeom>
              <a:avLst/>
              <a:gdLst>
                <a:gd name="T0" fmla="*/ 95 w 26"/>
                <a:gd name="T1" fmla="*/ 77 h 30"/>
                <a:gd name="T2" fmla="*/ 20 w 26"/>
                <a:gd name="T3" fmla="*/ 285 h 30"/>
                <a:gd name="T4" fmla="*/ 0 w 26"/>
                <a:gd name="T5" fmla="*/ 320 h 30"/>
                <a:gd name="T6" fmla="*/ 20 w 26"/>
                <a:gd name="T7" fmla="*/ 435 h 30"/>
                <a:gd name="T8" fmla="*/ 33 w 26"/>
                <a:gd name="T9" fmla="*/ 435 h 30"/>
                <a:gd name="T10" fmla="*/ 33 w 26"/>
                <a:gd name="T11" fmla="*/ 456 h 30"/>
                <a:gd name="T12" fmla="*/ 220 w 26"/>
                <a:gd name="T13" fmla="*/ 533 h 30"/>
                <a:gd name="T14" fmla="*/ 408 w 26"/>
                <a:gd name="T15" fmla="*/ 285 h 30"/>
                <a:gd name="T16" fmla="*/ 408 w 26"/>
                <a:gd name="T17" fmla="*/ 285 h 30"/>
                <a:gd name="T18" fmla="*/ 363 w 26"/>
                <a:gd name="T19" fmla="*/ 149 h 30"/>
                <a:gd name="T20" fmla="*/ 345 w 26"/>
                <a:gd name="T21" fmla="*/ 93 h 30"/>
                <a:gd name="T22" fmla="*/ 95 w 26"/>
                <a:gd name="T23" fmla="*/ 77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30">
                  <a:moveTo>
                    <a:pt x="6" y="4"/>
                  </a:moveTo>
                  <a:cubicBezTo>
                    <a:pt x="3" y="6"/>
                    <a:pt x="1" y="11"/>
                    <a:pt x="1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0" y="19"/>
                    <a:pt x="0" y="21"/>
                    <a:pt x="1" y="23"/>
                  </a:cubicBezTo>
                  <a:cubicBezTo>
                    <a:pt x="1" y="23"/>
                    <a:pt x="2" y="23"/>
                    <a:pt x="2" y="23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4" y="28"/>
                    <a:pt x="9" y="30"/>
                    <a:pt x="14" y="28"/>
                  </a:cubicBezTo>
                  <a:cubicBezTo>
                    <a:pt x="20" y="27"/>
                    <a:pt x="26" y="21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2"/>
                    <a:pt x="25" y="10"/>
                    <a:pt x="23" y="8"/>
                  </a:cubicBezTo>
                  <a:cubicBezTo>
                    <a:pt x="22" y="7"/>
                    <a:pt x="23" y="6"/>
                    <a:pt x="22" y="5"/>
                  </a:cubicBezTo>
                  <a:cubicBezTo>
                    <a:pt x="17" y="0"/>
                    <a:pt x="11" y="0"/>
                    <a:pt x="6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0" name="Freeform 869">
              <a:extLst>
                <a:ext uri="{FF2B5EF4-FFF2-40B4-BE49-F238E27FC236}">
                  <a16:creationId xmlns:a16="http://schemas.microsoft.com/office/drawing/2014/main" id="{873DBEEB-7D68-4E21-AAD7-1F45F398DD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7" y="2853"/>
              <a:ext cx="53" cy="64"/>
            </a:xfrm>
            <a:custGeom>
              <a:avLst/>
              <a:gdLst>
                <a:gd name="T0" fmla="*/ 96 w 21"/>
                <a:gd name="T1" fmla="*/ 56 h 24"/>
                <a:gd name="T2" fmla="*/ 33 w 21"/>
                <a:gd name="T3" fmla="*/ 171 h 24"/>
                <a:gd name="T4" fmla="*/ 33 w 21"/>
                <a:gd name="T5" fmla="*/ 171 h 24"/>
                <a:gd name="T6" fmla="*/ 0 w 21"/>
                <a:gd name="T7" fmla="*/ 227 h 24"/>
                <a:gd name="T8" fmla="*/ 20 w 21"/>
                <a:gd name="T9" fmla="*/ 264 h 24"/>
                <a:gd name="T10" fmla="*/ 0 w 21"/>
                <a:gd name="T11" fmla="*/ 285 h 24"/>
                <a:gd name="T12" fmla="*/ 20 w 21"/>
                <a:gd name="T13" fmla="*/ 307 h 24"/>
                <a:gd name="T14" fmla="*/ 50 w 21"/>
                <a:gd name="T15" fmla="*/ 376 h 24"/>
                <a:gd name="T16" fmla="*/ 222 w 21"/>
                <a:gd name="T17" fmla="*/ 419 h 24"/>
                <a:gd name="T18" fmla="*/ 338 w 21"/>
                <a:gd name="T19" fmla="*/ 227 h 24"/>
                <a:gd name="T20" fmla="*/ 338 w 21"/>
                <a:gd name="T21" fmla="*/ 227 h 24"/>
                <a:gd name="T22" fmla="*/ 305 w 21"/>
                <a:gd name="T23" fmla="*/ 136 h 24"/>
                <a:gd name="T24" fmla="*/ 242 w 21"/>
                <a:gd name="T25" fmla="*/ 93 h 24"/>
                <a:gd name="T26" fmla="*/ 222 w 21"/>
                <a:gd name="T27" fmla="*/ 35 h 24"/>
                <a:gd name="T28" fmla="*/ 96 w 21"/>
                <a:gd name="T29" fmla="*/ 56 h 24"/>
                <a:gd name="T30" fmla="*/ 159 w 21"/>
                <a:gd name="T31" fmla="*/ 205 h 24"/>
                <a:gd name="T32" fmla="*/ 192 w 21"/>
                <a:gd name="T33" fmla="*/ 264 h 24"/>
                <a:gd name="T34" fmla="*/ 179 w 21"/>
                <a:gd name="T35" fmla="*/ 285 h 24"/>
                <a:gd name="T36" fmla="*/ 159 w 21"/>
                <a:gd name="T37" fmla="*/ 285 h 24"/>
                <a:gd name="T38" fmla="*/ 146 w 21"/>
                <a:gd name="T39" fmla="*/ 248 h 24"/>
                <a:gd name="T40" fmla="*/ 146 w 21"/>
                <a:gd name="T41" fmla="*/ 205 h 24"/>
                <a:gd name="T42" fmla="*/ 159 w 21"/>
                <a:gd name="T43" fmla="*/ 205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" h="24">
                  <a:moveTo>
                    <a:pt x="6" y="3"/>
                  </a:moveTo>
                  <a:cubicBezTo>
                    <a:pt x="4" y="4"/>
                    <a:pt x="3" y="6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3"/>
                    <a:pt x="1" y="13"/>
                    <a:pt x="1" y="14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6"/>
                    <a:pt x="1" y="16"/>
                  </a:cubicBezTo>
                  <a:cubicBezTo>
                    <a:pt x="1" y="18"/>
                    <a:pt x="1" y="19"/>
                    <a:pt x="3" y="20"/>
                  </a:cubicBezTo>
                  <a:cubicBezTo>
                    <a:pt x="6" y="23"/>
                    <a:pt x="10" y="24"/>
                    <a:pt x="14" y="22"/>
                  </a:cubicBezTo>
                  <a:cubicBezTo>
                    <a:pt x="17" y="21"/>
                    <a:pt x="20" y="17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0"/>
                    <a:pt x="20" y="8"/>
                    <a:pt x="19" y="7"/>
                  </a:cubicBezTo>
                  <a:cubicBezTo>
                    <a:pt x="18" y="6"/>
                    <a:pt x="16" y="5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2" y="0"/>
                    <a:pt x="8" y="0"/>
                    <a:pt x="6" y="3"/>
                  </a:cubicBezTo>
                  <a:close/>
                  <a:moveTo>
                    <a:pt x="10" y="11"/>
                  </a:moveTo>
                  <a:cubicBezTo>
                    <a:pt x="11" y="12"/>
                    <a:pt x="12" y="13"/>
                    <a:pt x="12" y="14"/>
                  </a:cubicBezTo>
                  <a:cubicBezTo>
                    <a:pt x="12" y="14"/>
                    <a:pt x="12" y="15"/>
                    <a:pt x="11" y="15"/>
                  </a:cubicBezTo>
                  <a:cubicBezTo>
                    <a:pt x="11" y="15"/>
                    <a:pt x="11" y="15"/>
                    <a:pt x="10" y="15"/>
                  </a:cubicBezTo>
                  <a:cubicBezTo>
                    <a:pt x="9" y="14"/>
                    <a:pt x="9" y="14"/>
                    <a:pt x="9" y="13"/>
                  </a:cubicBezTo>
                  <a:cubicBezTo>
                    <a:pt x="9" y="13"/>
                    <a:pt x="9" y="12"/>
                    <a:pt x="9" y="11"/>
                  </a:cubicBezTo>
                  <a:cubicBezTo>
                    <a:pt x="9" y="11"/>
                    <a:pt x="10" y="11"/>
                    <a:pt x="10" y="1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1" name="Freeform 870">
              <a:extLst>
                <a:ext uri="{FF2B5EF4-FFF2-40B4-BE49-F238E27FC236}">
                  <a16:creationId xmlns:a16="http://schemas.microsoft.com/office/drawing/2014/main" id="{7601C1D4-C48B-48A4-A30F-1D7B844F8B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7" y="2813"/>
              <a:ext cx="43" cy="40"/>
            </a:xfrm>
            <a:custGeom>
              <a:avLst/>
              <a:gdLst>
                <a:gd name="T0" fmla="*/ 192 w 17"/>
                <a:gd name="T1" fmla="*/ 0 h 15"/>
                <a:gd name="T2" fmla="*/ 96 w 17"/>
                <a:gd name="T3" fmla="*/ 21 h 15"/>
                <a:gd name="T4" fmla="*/ 63 w 17"/>
                <a:gd name="T5" fmla="*/ 56 h 15"/>
                <a:gd name="T6" fmla="*/ 51 w 17"/>
                <a:gd name="T7" fmla="*/ 77 h 15"/>
                <a:gd name="T8" fmla="*/ 0 w 17"/>
                <a:gd name="T9" fmla="*/ 149 h 15"/>
                <a:gd name="T10" fmla="*/ 20 w 17"/>
                <a:gd name="T11" fmla="*/ 205 h 15"/>
                <a:gd name="T12" fmla="*/ 147 w 17"/>
                <a:gd name="T13" fmla="*/ 264 h 15"/>
                <a:gd name="T14" fmla="*/ 159 w 17"/>
                <a:gd name="T15" fmla="*/ 264 h 15"/>
                <a:gd name="T16" fmla="*/ 255 w 17"/>
                <a:gd name="T17" fmla="*/ 136 h 15"/>
                <a:gd name="T18" fmla="*/ 255 w 17"/>
                <a:gd name="T19" fmla="*/ 21 h 15"/>
                <a:gd name="T20" fmla="*/ 192 w 17"/>
                <a:gd name="T21" fmla="*/ 0 h 15"/>
                <a:gd name="T22" fmla="*/ 159 w 17"/>
                <a:gd name="T23" fmla="*/ 56 h 15"/>
                <a:gd name="T24" fmla="*/ 225 w 17"/>
                <a:gd name="T25" fmla="*/ 171 h 15"/>
                <a:gd name="T26" fmla="*/ 147 w 17"/>
                <a:gd name="T27" fmla="*/ 205 h 15"/>
                <a:gd name="T28" fmla="*/ 96 w 17"/>
                <a:gd name="T29" fmla="*/ 171 h 15"/>
                <a:gd name="T30" fmla="*/ 83 w 17"/>
                <a:gd name="T31" fmla="*/ 115 h 15"/>
                <a:gd name="T32" fmla="*/ 83 w 17"/>
                <a:gd name="T33" fmla="*/ 93 h 15"/>
                <a:gd name="T34" fmla="*/ 83 w 17"/>
                <a:gd name="T35" fmla="*/ 77 h 15"/>
                <a:gd name="T36" fmla="*/ 159 w 17"/>
                <a:gd name="T37" fmla="*/ 56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" h="15">
                  <a:moveTo>
                    <a:pt x="12" y="0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2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2" y="14"/>
                    <a:pt x="6" y="15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3"/>
                    <a:pt x="15" y="12"/>
                    <a:pt x="16" y="7"/>
                  </a:cubicBezTo>
                  <a:cubicBezTo>
                    <a:pt x="17" y="5"/>
                    <a:pt x="17" y="3"/>
                    <a:pt x="16" y="1"/>
                  </a:cubicBezTo>
                  <a:cubicBezTo>
                    <a:pt x="14" y="0"/>
                    <a:pt x="14" y="0"/>
                    <a:pt x="12" y="0"/>
                  </a:cubicBezTo>
                  <a:close/>
                  <a:moveTo>
                    <a:pt x="10" y="3"/>
                  </a:moveTo>
                  <a:cubicBezTo>
                    <a:pt x="13" y="4"/>
                    <a:pt x="15" y="6"/>
                    <a:pt x="14" y="9"/>
                  </a:cubicBezTo>
                  <a:cubicBezTo>
                    <a:pt x="14" y="10"/>
                    <a:pt x="12" y="12"/>
                    <a:pt x="9" y="11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7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2" name="Freeform 871">
              <a:extLst>
                <a:ext uri="{FF2B5EF4-FFF2-40B4-BE49-F238E27FC236}">
                  <a16:creationId xmlns:a16="http://schemas.microsoft.com/office/drawing/2014/main" id="{20EA8A2A-D1E1-4C27-828D-E362DAD014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7" y="2901"/>
              <a:ext cx="58" cy="56"/>
            </a:xfrm>
            <a:custGeom>
              <a:avLst/>
              <a:gdLst>
                <a:gd name="T0" fmla="*/ 179 w 23"/>
                <a:gd name="T1" fmla="*/ 21 h 21"/>
                <a:gd name="T2" fmla="*/ 113 w 23"/>
                <a:gd name="T3" fmla="*/ 21 h 21"/>
                <a:gd name="T4" fmla="*/ 50 w 23"/>
                <a:gd name="T5" fmla="*/ 77 h 21"/>
                <a:gd name="T6" fmla="*/ 50 w 23"/>
                <a:gd name="T7" fmla="*/ 320 h 21"/>
                <a:gd name="T8" fmla="*/ 209 w 23"/>
                <a:gd name="T9" fmla="*/ 397 h 21"/>
                <a:gd name="T10" fmla="*/ 351 w 23"/>
                <a:gd name="T11" fmla="*/ 227 h 21"/>
                <a:gd name="T12" fmla="*/ 305 w 23"/>
                <a:gd name="T13" fmla="*/ 35 h 21"/>
                <a:gd name="T14" fmla="*/ 179 w 23"/>
                <a:gd name="T15" fmla="*/ 21 h 21"/>
                <a:gd name="T16" fmla="*/ 192 w 23"/>
                <a:gd name="T17" fmla="*/ 171 h 21"/>
                <a:gd name="T18" fmla="*/ 209 w 23"/>
                <a:gd name="T19" fmla="*/ 192 h 21"/>
                <a:gd name="T20" fmla="*/ 192 w 23"/>
                <a:gd name="T21" fmla="*/ 205 h 21"/>
                <a:gd name="T22" fmla="*/ 192 w 23"/>
                <a:gd name="T23" fmla="*/ 205 h 21"/>
                <a:gd name="T24" fmla="*/ 179 w 23"/>
                <a:gd name="T25" fmla="*/ 171 h 21"/>
                <a:gd name="T26" fmla="*/ 192 w 23"/>
                <a:gd name="T27" fmla="*/ 171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" h="21">
                  <a:moveTo>
                    <a:pt x="11" y="1"/>
                  </a:moveTo>
                  <a:cubicBezTo>
                    <a:pt x="10" y="0"/>
                    <a:pt x="9" y="0"/>
                    <a:pt x="7" y="1"/>
                  </a:cubicBezTo>
                  <a:cubicBezTo>
                    <a:pt x="5" y="1"/>
                    <a:pt x="4" y="2"/>
                    <a:pt x="3" y="4"/>
                  </a:cubicBezTo>
                  <a:cubicBezTo>
                    <a:pt x="0" y="8"/>
                    <a:pt x="1" y="13"/>
                    <a:pt x="3" y="17"/>
                  </a:cubicBezTo>
                  <a:cubicBezTo>
                    <a:pt x="5" y="20"/>
                    <a:pt x="9" y="21"/>
                    <a:pt x="13" y="21"/>
                  </a:cubicBezTo>
                  <a:cubicBezTo>
                    <a:pt x="17" y="20"/>
                    <a:pt x="20" y="17"/>
                    <a:pt x="22" y="12"/>
                  </a:cubicBezTo>
                  <a:cubicBezTo>
                    <a:pt x="23" y="8"/>
                    <a:pt x="22" y="4"/>
                    <a:pt x="19" y="2"/>
                  </a:cubicBezTo>
                  <a:cubicBezTo>
                    <a:pt x="17" y="0"/>
                    <a:pt x="14" y="0"/>
                    <a:pt x="11" y="1"/>
                  </a:cubicBezTo>
                  <a:close/>
                  <a:moveTo>
                    <a:pt x="12" y="9"/>
                  </a:moveTo>
                  <a:cubicBezTo>
                    <a:pt x="12" y="9"/>
                    <a:pt x="12" y="10"/>
                    <a:pt x="13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0"/>
                    <a:pt x="11" y="10"/>
                    <a:pt x="11" y="9"/>
                  </a:cubicBezTo>
                  <a:cubicBezTo>
                    <a:pt x="11" y="9"/>
                    <a:pt x="11" y="9"/>
                    <a:pt x="12" y="9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3" name="Freeform 872">
              <a:extLst>
                <a:ext uri="{FF2B5EF4-FFF2-40B4-BE49-F238E27FC236}">
                  <a16:creationId xmlns:a16="http://schemas.microsoft.com/office/drawing/2014/main" id="{F1D94CA3-CE19-4D4D-A84A-824F419B7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955"/>
              <a:ext cx="40" cy="37"/>
            </a:xfrm>
            <a:custGeom>
              <a:avLst/>
              <a:gdLst>
                <a:gd name="T0" fmla="*/ 50 w 16"/>
                <a:gd name="T1" fmla="*/ 56 h 14"/>
                <a:gd name="T2" fmla="*/ 20 w 16"/>
                <a:gd name="T3" fmla="*/ 204 h 14"/>
                <a:gd name="T4" fmla="*/ 145 w 16"/>
                <a:gd name="T5" fmla="*/ 225 h 14"/>
                <a:gd name="T6" fmla="*/ 158 w 16"/>
                <a:gd name="T7" fmla="*/ 225 h 14"/>
                <a:gd name="T8" fmla="*/ 113 w 16"/>
                <a:gd name="T9" fmla="*/ 225 h 14"/>
                <a:gd name="T10" fmla="*/ 63 w 16"/>
                <a:gd name="T11" fmla="*/ 167 h 14"/>
                <a:gd name="T12" fmla="*/ 188 w 16"/>
                <a:gd name="T13" fmla="*/ 225 h 14"/>
                <a:gd name="T14" fmla="*/ 250 w 16"/>
                <a:gd name="T15" fmla="*/ 111 h 14"/>
                <a:gd name="T16" fmla="*/ 175 w 16"/>
                <a:gd name="T17" fmla="*/ 21 h 14"/>
                <a:gd name="T18" fmla="*/ 50 w 16"/>
                <a:gd name="T19" fmla="*/ 56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3" y="3"/>
                  </a:moveTo>
                  <a:cubicBezTo>
                    <a:pt x="0" y="4"/>
                    <a:pt x="0" y="8"/>
                    <a:pt x="1" y="11"/>
                  </a:cubicBezTo>
                  <a:cubicBezTo>
                    <a:pt x="3" y="13"/>
                    <a:pt x="7" y="14"/>
                    <a:pt x="9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11"/>
                    <a:pt x="10" y="13"/>
                    <a:pt x="12" y="12"/>
                  </a:cubicBezTo>
                  <a:cubicBezTo>
                    <a:pt x="15" y="10"/>
                    <a:pt x="16" y="8"/>
                    <a:pt x="16" y="6"/>
                  </a:cubicBezTo>
                  <a:cubicBezTo>
                    <a:pt x="15" y="4"/>
                    <a:pt x="13" y="2"/>
                    <a:pt x="11" y="1"/>
                  </a:cubicBezTo>
                  <a:cubicBezTo>
                    <a:pt x="9" y="0"/>
                    <a:pt x="6" y="1"/>
                    <a:pt x="3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4" name="Freeform 873">
              <a:extLst>
                <a:ext uri="{FF2B5EF4-FFF2-40B4-BE49-F238E27FC236}">
                  <a16:creationId xmlns:a16="http://schemas.microsoft.com/office/drawing/2014/main" id="{D62285E8-D4ED-4D5E-858A-9D7EB255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925"/>
              <a:ext cx="38" cy="35"/>
            </a:xfrm>
            <a:custGeom>
              <a:avLst/>
              <a:gdLst>
                <a:gd name="T0" fmla="*/ 129 w 15"/>
                <a:gd name="T1" fmla="*/ 0 h 13"/>
                <a:gd name="T2" fmla="*/ 84 w 15"/>
                <a:gd name="T3" fmla="*/ 0 h 13"/>
                <a:gd name="T4" fmla="*/ 0 w 15"/>
                <a:gd name="T5" fmla="*/ 116 h 13"/>
                <a:gd name="T6" fmla="*/ 0 w 15"/>
                <a:gd name="T7" fmla="*/ 137 h 13"/>
                <a:gd name="T8" fmla="*/ 63 w 15"/>
                <a:gd name="T9" fmla="*/ 218 h 13"/>
                <a:gd name="T10" fmla="*/ 84 w 15"/>
                <a:gd name="T11" fmla="*/ 232 h 13"/>
                <a:gd name="T12" fmla="*/ 160 w 15"/>
                <a:gd name="T13" fmla="*/ 232 h 13"/>
                <a:gd name="T14" fmla="*/ 213 w 15"/>
                <a:gd name="T15" fmla="*/ 175 h 13"/>
                <a:gd name="T16" fmla="*/ 225 w 15"/>
                <a:gd name="T17" fmla="*/ 175 h 13"/>
                <a:gd name="T18" fmla="*/ 213 w 15"/>
                <a:gd name="T19" fmla="*/ 35 h 13"/>
                <a:gd name="T20" fmla="*/ 129 w 15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3">
                  <a:moveTo>
                    <a:pt x="8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9"/>
                    <a:pt x="2" y="10"/>
                    <a:pt x="4" y="11"/>
                  </a:cubicBezTo>
                  <a:cubicBezTo>
                    <a:pt x="4" y="11"/>
                    <a:pt x="5" y="12"/>
                    <a:pt x="5" y="12"/>
                  </a:cubicBezTo>
                  <a:cubicBezTo>
                    <a:pt x="6" y="13"/>
                    <a:pt x="8" y="13"/>
                    <a:pt x="10" y="12"/>
                  </a:cubicBezTo>
                  <a:cubicBezTo>
                    <a:pt x="11" y="12"/>
                    <a:pt x="13" y="11"/>
                    <a:pt x="13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7"/>
                    <a:pt x="15" y="4"/>
                    <a:pt x="13" y="2"/>
                  </a:cubicBezTo>
                  <a:cubicBezTo>
                    <a:pt x="12" y="1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5" name="Freeform 874">
              <a:extLst>
                <a:ext uri="{FF2B5EF4-FFF2-40B4-BE49-F238E27FC236}">
                  <a16:creationId xmlns:a16="http://schemas.microsoft.com/office/drawing/2014/main" id="{E97FE4E2-1BEF-4A7A-A68D-E33316C1D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880"/>
              <a:ext cx="75" cy="88"/>
            </a:xfrm>
            <a:custGeom>
              <a:avLst/>
              <a:gdLst>
                <a:gd name="T0" fmla="*/ 125 w 30"/>
                <a:gd name="T1" fmla="*/ 77 h 33"/>
                <a:gd name="T2" fmla="*/ 95 w 30"/>
                <a:gd name="T3" fmla="*/ 115 h 33"/>
                <a:gd name="T4" fmla="*/ 20 w 30"/>
                <a:gd name="T5" fmla="*/ 205 h 33"/>
                <a:gd name="T6" fmla="*/ 0 w 30"/>
                <a:gd name="T7" fmla="*/ 307 h 33"/>
                <a:gd name="T8" fmla="*/ 113 w 30"/>
                <a:gd name="T9" fmla="*/ 547 h 33"/>
                <a:gd name="T10" fmla="*/ 395 w 30"/>
                <a:gd name="T11" fmla="*/ 363 h 33"/>
                <a:gd name="T12" fmla="*/ 363 w 30"/>
                <a:gd name="T13" fmla="*/ 56 h 33"/>
                <a:gd name="T14" fmla="*/ 125 w 30"/>
                <a:gd name="T15" fmla="*/ 7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3">
                  <a:moveTo>
                    <a:pt x="8" y="4"/>
                  </a:moveTo>
                  <a:cubicBezTo>
                    <a:pt x="7" y="5"/>
                    <a:pt x="7" y="5"/>
                    <a:pt x="6" y="6"/>
                  </a:cubicBezTo>
                  <a:cubicBezTo>
                    <a:pt x="4" y="7"/>
                    <a:pt x="2" y="9"/>
                    <a:pt x="1" y="11"/>
                  </a:cubicBezTo>
                  <a:cubicBezTo>
                    <a:pt x="0" y="12"/>
                    <a:pt x="0" y="14"/>
                    <a:pt x="0" y="16"/>
                  </a:cubicBezTo>
                  <a:cubicBezTo>
                    <a:pt x="0" y="21"/>
                    <a:pt x="3" y="27"/>
                    <a:pt x="7" y="29"/>
                  </a:cubicBezTo>
                  <a:cubicBezTo>
                    <a:pt x="10" y="30"/>
                    <a:pt x="18" y="33"/>
                    <a:pt x="25" y="19"/>
                  </a:cubicBezTo>
                  <a:cubicBezTo>
                    <a:pt x="30" y="10"/>
                    <a:pt x="25" y="5"/>
                    <a:pt x="23" y="3"/>
                  </a:cubicBezTo>
                  <a:cubicBezTo>
                    <a:pt x="19" y="0"/>
                    <a:pt x="12" y="0"/>
                    <a:pt x="8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6" name="Freeform 875">
              <a:extLst>
                <a:ext uri="{FF2B5EF4-FFF2-40B4-BE49-F238E27FC236}">
                  <a16:creationId xmlns:a16="http://schemas.microsoft.com/office/drawing/2014/main" id="{41996227-8E21-44BC-9425-A5694D1F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971"/>
              <a:ext cx="35" cy="40"/>
            </a:xfrm>
            <a:custGeom>
              <a:avLst/>
              <a:gdLst>
                <a:gd name="T0" fmla="*/ 50 w 14"/>
                <a:gd name="T1" fmla="*/ 56 h 15"/>
                <a:gd name="T2" fmla="*/ 20 w 14"/>
                <a:gd name="T3" fmla="*/ 93 h 15"/>
                <a:gd name="T4" fmla="*/ 0 w 14"/>
                <a:gd name="T5" fmla="*/ 149 h 15"/>
                <a:gd name="T6" fmla="*/ 50 w 14"/>
                <a:gd name="T7" fmla="*/ 248 h 15"/>
                <a:gd name="T8" fmla="*/ 83 w 14"/>
                <a:gd name="T9" fmla="*/ 264 h 15"/>
                <a:gd name="T10" fmla="*/ 83 w 14"/>
                <a:gd name="T11" fmla="*/ 264 h 15"/>
                <a:gd name="T12" fmla="*/ 188 w 14"/>
                <a:gd name="T13" fmla="*/ 205 h 15"/>
                <a:gd name="T14" fmla="*/ 208 w 14"/>
                <a:gd name="T15" fmla="*/ 149 h 15"/>
                <a:gd name="T16" fmla="*/ 158 w 14"/>
                <a:gd name="T17" fmla="*/ 21 h 15"/>
                <a:gd name="T18" fmla="*/ 50 w 14"/>
                <a:gd name="T19" fmla="*/ 56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5">
                  <a:moveTo>
                    <a:pt x="3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10"/>
                    <a:pt x="1" y="12"/>
                    <a:pt x="3" y="13"/>
                  </a:cubicBezTo>
                  <a:cubicBezTo>
                    <a:pt x="3" y="14"/>
                    <a:pt x="4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8" y="15"/>
                    <a:pt x="11" y="14"/>
                    <a:pt x="12" y="1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6"/>
                    <a:pt x="13" y="3"/>
                    <a:pt x="10" y="1"/>
                  </a:cubicBezTo>
                  <a:cubicBezTo>
                    <a:pt x="8" y="0"/>
                    <a:pt x="5" y="0"/>
                    <a:pt x="3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7" name="Freeform 876">
              <a:extLst>
                <a:ext uri="{FF2B5EF4-FFF2-40B4-BE49-F238E27FC236}">
                  <a16:creationId xmlns:a16="http://schemas.microsoft.com/office/drawing/2014/main" id="{29B959D0-23D1-4D3F-B8E9-4A75BC394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797"/>
              <a:ext cx="42" cy="43"/>
            </a:xfrm>
            <a:custGeom>
              <a:avLst/>
              <a:gdLst>
                <a:gd name="T0" fmla="*/ 42 w 17"/>
                <a:gd name="T1" fmla="*/ 22 h 16"/>
                <a:gd name="T2" fmla="*/ 30 w 17"/>
                <a:gd name="T3" fmla="*/ 196 h 16"/>
                <a:gd name="T4" fmla="*/ 30 w 17"/>
                <a:gd name="T5" fmla="*/ 196 h 16"/>
                <a:gd name="T6" fmla="*/ 166 w 17"/>
                <a:gd name="T7" fmla="*/ 290 h 16"/>
                <a:gd name="T8" fmla="*/ 183 w 17"/>
                <a:gd name="T9" fmla="*/ 290 h 16"/>
                <a:gd name="T10" fmla="*/ 257 w 17"/>
                <a:gd name="T11" fmla="*/ 196 h 16"/>
                <a:gd name="T12" fmla="*/ 225 w 17"/>
                <a:gd name="T13" fmla="*/ 81 h 16"/>
                <a:gd name="T14" fmla="*/ 245 w 17"/>
                <a:gd name="T15" fmla="*/ 137 h 16"/>
                <a:gd name="T16" fmla="*/ 195 w 17"/>
                <a:gd name="T17" fmla="*/ 231 h 16"/>
                <a:gd name="T18" fmla="*/ 91 w 17"/>
                <a:gd name="T19" fmla="*/ 175 h 16"/>
                <a:gd name="T20" fmla="*/ 91 w 17"/>
                <a:gd name="T21" fmla="*/ 159 h 16"/>
                <a:gd name="T22" fmla="*/ 91 w 17"/>
                <a:gd name="T23" fmla="*/ 137 h 16"/>
                <a:gd name="T24" fmla="*/ 133 w 17"/>
                <a:gd name="T25" fmla="*/ 81 h 16"/>
                <a:gd name="T26" fmla="*/ 153 w 17"/>
                <a:gd name="T27" fmla="*/ 59 h 16"/>
                <a:gd name="T28" fmla="*/ 195 w 17"/>
                <a:gd name="T29" fmla="*/ 94 h 16"/>
                <a:gd name="T30" fmla="*/ 166 w 17"/>
                <a:gd name="T31" fmla="*/ 59 h 16"/>
                <a:gd name="T32" fmla="*/ 42 w 17"/>
                <a:gd name="T33" fmla="*/ 22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" h="16">
                  <a:moveTo>
                    <a:pt x="3" y="1"/>
                  </a:moveTo>
                  <a:cubicBezTo>
                    <a:pt x="1" y="3"/>
                    <a:pt x="0" y="7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5" y="16"/>
                    <a:pt x="11" y="15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5" y="14"/>
                    <a:pt x="17" y="12"/>
                    <a:pt x="17" y="10"/>
                  </a:cubicBezTo>
                  <a:cubicBezTo>
                    <a:pt x="17" y="9"/>
                    <a:pt x="16" y="5"/>
                    <a:pt x="15" y="4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10"/>
                    <a:pt x="16" y="11"/>
                    <a:pt x="13" y="12"/>
                  </a:cubicBezTo>
                  <a:cubicBezTo>
                    <a:pt x="11" y="13"/>
                    <a:pt x="8" y="11"/>
                    <a:pt x="6" y="9"/>
                  </a:cubicBezTo>
                  <a:cubicBezTo>
                    <a:pt x="6" y="9"/>
                    <a:pt x="6" y="8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5"/>
                    <a:pt x="8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11" y="3"/>
                    <a:pt x="12" y="4"/>
                    <a:pt x="13" y="5"/>
                  </a:cubicBezTo>
                  <a:cubicBezTo>
                    <a:pt x="12" y="4"/>
                    <a:pt x="11" y="3"/>
                    <a:pt x="11" y="3"/>
                  </a:cubicBezTo>
                  <a:cubicBezTo>
                    <a:pt x="9" y="0"/>
                    <a:pt x="6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8" name="Freeform 877">
              <a:extLst>
                <a:ext uri="{FF2B5EF4-FFF2-40B4-BE49-F238E27FC236}">
                  <a16:creationId xmlns:a16="http://schemas.microsoft.com/office/drawing/2014/main" id="{9BBDE20B-C75F-42C4-BBC2-7A5347B62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741"/>
              <a:ext cx="43" cy="38"/>
            </a:xfrm>
            <a:custGeom>
              <a:avLst/>
              <a:gdLst>
                <a:gd name="T0" fmla="*/ 33 w 17"/>
                <a:gd name="T1" fmla="*/ 60 h 14"/>
                <a:gd name="T2" fmla="*/ 51 w 17"/>
                <a:gd name="T3" fmla="*/ 220 h 14"/>
                <a:gd name="T4" fmla="*/ 159 w 17"/>
                <a:gd name="T5" fmla="*/ 258 h 14"/>
                <a:gd name="T6" fmla="*/ 255 w 17"/>
                <a:gd name="T7" fmla="*/ 176 h 14"/>
                <a:gd name="T8" fmla="*/ 210 w 17"/>
                <a:gd name="T9" fmla="*/ 60 h 14"/>
                <a:gd name="T10" fmla="*/ 83 w 17"/>
                <a:gd name="T11" fmla="*/ 81 h 14"/>
                <a:gd name="T12" fmla="*/ 129 w 17"/>
                <a:gd name="T13" fmla="*/ 38 h 14"/>
                <a:gd name="T14" fmla="*/ 159 w 17"/>
                <a:gd name="T15" fmla="*/ 38 h 14"/>
                <a:gd name="T16" fmla="*/ 33 w 17"/>
                <a:gd name="T17" fmla="*/ 6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4">
                  <a:moveTo>
                    <a:pt x="2" y="3"/>
                  </a:moveTo>
                  <a:cubicBezTo>
                    <a:pt x="0" y="6"/>
                    <a:pt x="0" y="9"/>
                    <a:pt x="3" y="11"/>
                  </a:cubicBezTo>
                  <a:cubicBezTo>
                    <a:pt x="6" y="14"/>
                    <a:pt x="9" y="14"/>
                    <a:pt x="10" y="13"/>
                  </a:cubicBezTo>
                  <a:cubicBezTo>
                    <a:pt x="13" y="13"/>
                    <a:pt x="15" y="11"/>
                    <a:pt x="16" y="9"/>
                  </a:cubicBezTo>
                  <a:cubicBezTo>
                    <a:pt x="17" y="7"/>
                    <a:pt x="15" y="5"/>
                    <a:pt x="13" y="3"/>
                  </a:cubicBezTo>
                  <a:cubicBezTo>
                    <a:pt x="11" y="1"/>
                    <a:pt x="7" y="2"/>
                    <a:pt x="5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8" y="0"/>
                    <a:pt x="4" y="1"/>
                    <a:pt x="2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9" name="Freeform 878">
              <a:extLst>
                <a:ext uri="{FF2B5EF4-FFF2-40B4-BE49-F238E27FC236}">
                  <a16:creationId xmlns:a16="http://schemas.microsoft.com/office/drawing/2014/main" id="{B9A7B94E-96F8-47F6-B82A-DA2631B04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2" y="2795"/>
              <a:ext cx="45" cy="40"/>
            </a:xfrm>
            <a:custGeom>
              <a:avLst/>
              <a:gdLst>
                <a:gd name="T0" fmla="*/ 20 w 18"/>
                <a:gd name="T1" fmla="*/ 35 h 15"/>
                <a:gd name="T2" fmla="*/ 0 w 18"/>
                <a:gd name="T3" fmla="*/ 93 h 15"/>
                <a:gd name="T4" fmla="*/ 20 w 18"/>
                <a:gd name="T5" fmla="*/ 149 h 15"/>
                <a:gd name="T6" fmla="*/ 63 w 18"/>
                <a:gd name="T7" fmla="*/ 227 h 15"/>
                <a:gd name="T8" fmla="*/ 83 w 18"/>
                <a:gd name="T9" fmla="*/ 264 h 15"/>
                <a:gd name="T10" fmla="*/ 175 w 18"/>
                <a:gd name="T11" fmla="*/ 264 h 15"/>
                <a:gd name="T12" fmla="*/ 208 w 18"/>
                <a:gd name="T13" fmla="*/ 248 h 15"/>
                <a:gd name="T14" fmla="*/ 220 w 18"/>
                <a:gd name="T15" fmla="*/ 227 h 15"/>
                <a:gd name="T16" fmla="*/ 238 w 18"/>
                <a:gd name="T17" fmla="*/ 227 h 15"/>
                <a:gd name="T18" fmla="*/ 250 w 18"/>
                <a:gd name="T19" fmla="*/ 227 h 15"/>
                <a:gd name="T20" fmla="*/ 238 w 18"/>
                <a:gd name="T21" fmla="*/ 227 h 15"/>
                <a:gd name="T22" fmla="*/ 283 w 18"/>
                <a:gd name="T23" fmla="*/ 136 h 15"/>
                <a:gd name="T24" fmla="*/ 283 w 18"/>
                <a:gd name="T25" fmla="*/ 115 h 15"/>
                <a:gd name="T26" fmla="*/ 220 w 18"/>
                <a:gd name="T27" fmla="*/ 35 h 15"/>
                <a:gd name="T28" fmla="*/ 158 w 18"/>
                <a:gd name="T29" fmla="*/ 21 h 15"/>
                <a:gd name="T30" fmla="*/ 175 w 18"/>
                <a:gd name="T31" fmla="*/ 21 h 15"/>
                <a:gd name="T32" fmla="*/ 158 w 18"/>
                <a:gd name="T33" fmla="*/ 21 h 15"/>
                <a:gd name="T34" fmla="*/ 83 w 18"/>
                <a:gd name="T35" fmla="*/ 0 h 15"/>
                <a:gd name="T36" fmla="*/ 20 w 18"/>
                <a:gd name="T37" fmla="*/ 35 h 15"/>
                <a:gd name="T38" fmla="*/ 175 w 18"/>
                <a:gd name="T39" fmla="*/ 77 h 15"/>
                <a:gd name="T40" fmla="*/ 188 w 18"/>
                <a:gd name="T41" fmla="*/ 93 h 15"/>
                <a:gd name="T42" fmla="*/ 188 w 18"/>
                <a:gd name="T43" fmla="*/ 115 h 15"/>
                <a:gd name="T44" fmla="*/ 175 w 18"/>
                <a:gd name="T45" fmla="*/ 171 h 15"/>
                <a:gd name="T46" fmla="*/ 158 w 18"/>
                <a:gd name="T47" fmla="*/ 192 h 15"/>
                <a:gd name="T48" fmla="*/ 125 w 18"/>
                <a:gd name="T49" fmla="*/ 149 h 15"/>
                <a:gd name="T50" fmla="*/ 125 w 18"/>
                <a:gd name="T51" fmla="*/ 115 h 15"/>
                <a:gd name="T52" fmla="*/ 125 w 18"/>
                <a:gd name="T53" fmla="*/ 56 h 15"/>
                <a:gd name="T54" fmla="*/ 175 w 18"/>
                <a:gd name="T55" fmla="*/ 77 h 15"/>
                <a:gd name="T56" fmla="*/ 220 w 18"/>
                <a:gd name="T57" fmla="*/ 136 h 15"/>
                <a:gd name="T58" fmla="*/ 220 w 18"/>
                <a:gd name="T59" fmla="*/ 136 h 15"/>
                <a:gd name="T60" fmla="*/ 238 w 18"/>
                <a:gd name="T61" fmla="*/ 149 h 15"/>
                <a:gd name="T62" fmla="*/ 220 w 18"/>
                <a:gd name="T63" fmla="*/ 192 h 15"/>
                <a:gd name="T64" fmla="*/ 208 w 18"/>
                <a:gd name="T65" fmla="*/ 205 h 15"/>
                <a:gd name="T66" fmla="*/ 188 w 18"/>
                <a:gd name="T67" fmla="*/ 205 h 15"/>
                <a:gd name="T68" fmla="*/ 220 w 18"/>
                <a:gd name="T69" fmla="*/ 136 h 15"/>
                <a:gd name="T70" fmla="*/ 175 w 18"/>
                <a:gd name="T71" fmla="*/ 21 h 15"/>
                <a:gd name="T72" fmla="*/ 175 w 18"/>
                <a:gd name="T73" fmla="*/ 21 h 15"/>
                <a:gd name="T74" fmla="*/ 175 w 18"/>
                <a:gd name="T75" fmla="*/ 21 h 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" h="15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9"/>
                    <a:pt x="2" y="11"/>
                    <a:pt x="4" y="12"/>
                  </a:cubicBezTo>
                  <a:cubicBezTo>
                    <a:pt x="4" y="12"/>
                    <a:pt x="4" y="13"/>
                    <a:pt x="5" y="14"/>
                  </a:cubicBezTo>
                  <a:cubicBezTo>
                    <a:pt x="7" y="15"/>
                    <a:pt x="9" y="15"/>
                    <a:pt x="11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6" y="12"/>
                    <a:pt x="16" y="12"/>
                  </a:cubicBezTo>
                  <a:cubicBezTo>
                    <a:pt x="16" y="12"/>
                    <a:pt x="15" y="12"/>
                    <a:pt x="15" y="12"/>
                  </a:cubicBezTo>
                  <a:cubicBezTo>
                    <a:pt x="17" y="10"/>
                    <a:pt x="18" y="9"/>
                    <a:pt x="18" y="7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7" y="4"/>
                    <a:pt x="17" y="2"/>
                    <a:pt x="14" y="2"/>
                  </a:cubicBezTo>
                  <a:cubicBezTo>
                    <a:pt x="14" y="2"/>
                    <a:pt x="12" y="2"/>
                    <a:pt x="10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8" y="1"/>
                    <a:pt x="5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lose/>
                  <a:moveTo>
                    <a:pt x="11" y="4"/>
                  </a:moveTo>
                  <a:cubicBezTo>
                    <a:pt x="12" y="4"/>
                    <a:pt x="12" y="4"/>
                    <a:pt x="12" y="5"/>
                  </a:cubicBezTo>
                  <a:cubicBezTo>
                    <a:pt x="12" y="5"/>
                    <a:pt x="12" y="6"/>
                    <a:pt x="12" y="6"/>
                  </a:cubicBezTo>
                  <a:cubicBezTo>
                    <a:pt x="12" y="7"/>
                    <a:pt x="12" y="8"/>
                    <a:pt x="11" y="9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9" y="10"/>
                    <a:pt x="8" y="9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9" y="3"/>
                    <a:pt x="10" y="3"/>
                    <a:pt x="11" y="4"/>
                  </a:cubicBezTo>
                  <a:close/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5" y="8"/>
                    <a:pt x="15" y="8"/>
                  </a:cubicBezTo>
                  <a:cubicBezTo>
                    <a:pt x="15" y="9"/>
                    <a:pt x="14" y="9"/>
                    <a:pt x="14" y="10"/>
                  </a:cubicBezTo>
                  <a:cubicBezTo>
                    <a:pt x="14" y="10"/>
                    <a:pt x="13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4" y="9"/>
                    <a:pt x="14" y="7"/>
                  </a:cubicBez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0" name="Freeform 879">
              <a:extLst>
                <a:ext uri="{FF2B5EF4-FFF2-40B4-BE49-F238E27FC236}">
                  <a16:creationId xmlns:a16="http://schemas.microsoft.com/office/drawing/2014/main" id="{B17E2698-F2EA-4851-896B-7B607C7EE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739"/>
              <a:ext cx="33" cy="34"/>
            </a:xfrm>
            <a:custGeom>
              <a:avLst/>
              <a:gdLst>
                <a:gd name="T0" fmla="*/ 96 w 13"/>
                <a:gd name="T1" fmla="*/ 21 h 13"/>
                <a:gd name="T2" fmla="*/ 0 w 13"/>
                <a:gd name="T3" fmla="*/ 34 h 13"/>
                <a:gd name="T4" fmla="*/ 129 w 13"/>
                <a:gd name="T5" fmla="*/ 110 h 13"/>
                <a:gd name="T6" fmla="*/ 84 w 13"/>
                <a:gd name="T7" fmla="*/ 233 h 13"/>
                <a:gd name="T8" fmla="*/ 117 w 13"/>
                <a:gd name="T9" fmla="*/ 233 h 13"/>
                <a:gd name="T10" fmla="*/ 193 w 13"/>
                <a:gd name="T11" fmla="*/ 89 h 13"/>
                <a:gd name="T12" fmla="*/ 96 w 13"/>
                <a:gd name="T13" fmla="*/ 2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8" y="3"/>
                    <a:pt x="8" y="6"/>
                  </a:cubicBezTo>
                  <a:cubicBezTo>
                    <a:pt x="9" y="9"/>
                    <a:pt x="8" y="12"/>
                    <a:pt x="5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2"/>
                    <a:pt x="13" y="8"/>
                    <a:pt x="12" y="5"/>
                  </a:cubicBezTo>
                  <a:cubicBezTo>
                    <a:pt x="12" y="2"/>
                    <a:pt x="9" y="0"/>
                    <a:pt x="6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1" name="Freeform 880">
              <a:extLst>
                <a:ext uri="{FF2B5EF4-FFF2-40B4-BE49-F238E27FC236}">
                  <a16:creationId xmlns:a16="http://schemas.microsoft.com/office/drawing/2014/main" id="{1412DB2B-17B3-4F55-A147-CDF79A3AC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821"/>
              <a:ext cx="67" cy="56"/>
            </a:xfrm>
            <a:custGeom>
              <a:avLst/>
              <a:gdLst>
                <a:gd name="T0" fmla="*/ 166 w 27"/>
                <a:gd name="T1" fmla="*/ 0 h 21"/>
                <a:gd name="T2" fmla="*/ 12 w 27"/>
                <a:gd name="T3" fmla="*/ 136 h 21"/>
                <a:gd name="T4" fmla="*/ 42 w 27"/>
                <a:gd name="T5" fmla="*/ 307 h 21"/>
                <a:gd name="T6" fmla="*/ 246 w 27"/>
                <a:gd name="T7" fmla="*/ 376 h 21"/>
                <a:gd name="T8" fmla="*/ 400 w 27"/>
                <a:gd name="T9" fmla="*/ 205 h 21"/>
                <a:gd name="T10" fmla="*/ 350 w 27"/>
                <a:gd name="T11" fmla="*/ 35 h 21"/>
                <a:gd name="T12" fmla="*/ 216 w 27"/>
                <a:gd name="T13" fmla="*/ 21 h 21"/>
                <a:gd name="T14" fmla="*/ 166 w 27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1">
                  <a:moveTo>
                    <a:pt x="11" y="0"/>
                  </a:moveTo>
                  <a:cubicBezTo>
                    <a:pt x="6" y="1"/>
                    <a:pt x="3" y="3"/>
                    <a:pt x="1" y="7"/>
                  </a:cubicBezTo>
                  <a:cubicBezTo>
                    <a:pt x="0" y="10"/>
                    <a:pt x="1" y="14"/>
                    <a:pt x="3" y="16"/>
                  </a:cubicBezTo>
                  <a:cubicBezTo>
                    <a:pt x="6" y="19"/>
                    <a:pt x="10" y="21"/>
                    <a:pt x="16" y="20"/>
                  </a:cubicBezTo>
                  <a:cubicBezTo>
                    <a:pt x="21" y="18"/>
                    <a:pt x="25" y="15"/>
                    <a:pt x="26" y="11"/>
                  </a:cubicBezTo>
                  <a:cubicBezTo>
                    <a:pt x="27" y="7"/>
                    <a:pt x="25" y="4"/>
                    <a:pt x="23" y="2"/>
                  </a:cubicBezTo>
                  <a:cubicBezTo>
                    <a:pt x="20" y="0"/>
                    <a:pt x="17" y="0"/>
                    <a:pt x="14" y="1"/>
                  </a:cubicBezTo>
                  <a:cubicBezTo>
                    <a:pt x="13" y="0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2" name="Freeform 881">
              <a:extLst>
                <a:ext uri="{FF2B5EF4-FFF2-40B4-BE49-F238E27FC236}">
                  <a16:creationId xmlns:a16="http://schemas.microsoft.com/office/drawing/2014/main" id="{9DE62180-890F-4DE5-A26B-840FD938C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901"/>
              <a:ext cx="35" cy="48"/>
            </a:xfrm>
            <a:custGeom>
              <a:avLst/>
              <a:gdLst>
                <a:gd name="T0" fmla="*/ 0 w 14"/>
                <a:gd name="T1" fmla="*/ 136 h 18"/>
                <a:gd name="T2" fmla="*/ 0 w 14"/>
                <a:gd name="T3" fmla="*/ 149 h 18"/>
                <a:gd name="T4" fmla="*/ 95 w 14"/>
                <a:gd name="T5" fmla="*/ 320 h 18"/>
                <a:gd name="T6" fmla="*/ 175 w 14"/>
                <a:gd name="T7" fmla="*/ 320 h 18"/>
                <a:gd name="T8" fmla="*/ 220 w 14"/>
                <a:gd name="T9" fmla="*/ 248 h 18"/>
                <a:gd name="T10" fmla="*/ 220 w 14"/>
                <a:gd name="T11" fmla="*/ 227 h 18"/>
                <a:gd name="T12" fmla="*/ 188 w 14"/>
                <a:gd name="T13" fmla="*/ 115 h 18"/>
                <a:gd name="T14" fmla="*/ 188 w 14"/>
                <a:gd name="T15" fmla="*/ 115 h 18"/>
                <a:gd name="T16" fmla="*/ 95 w 14"/>
                <a:gd name="T17" fmla="*/ 0 h 18"/>
                <a:gd name="T18" fmla="*/ 0 w 14"/>
                <a:gd name="T19" fmla="*/ 136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8">
                  <a:moveTo>
                    <a:pt x="0" y="7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5"/>
                    <a:pt x="6" y="17"/>
                  </a:cubicBezTo>
                  <a:cubicBezTo>
                    <a:pt x="7" y="18"/>
                    <a:pt x="9" y="18"/>
                    <a:pt x="11" y="17"/>
                  </a:cubicBezTo>
                  <a:cubicBezTo>
                    <a:pt x="12" y="16"/>
                    <a:pt x="13" y="15"/>
                    <a:pt x="14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0"/>
                    <a:pt x="13" y="8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3" name="Freeform 882">
              <a:extLst>
                <a:ext uri="{FF2B5EF4-FFF2-40B4-BE49-F238E27FC236}">
                  <a16:creationId xmlns:a16="http://schemas.microsoft.com/office/drawing/2014/main" id="{9D03CC15-7385-4807-A526-6FADBA95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981"/>
              <a:ext cx="50" cy="59"/>
            </a:xfrm>
            <a:custGeom>
              <a:avLst/>
              <a:gdLst>
                <a:gd name="T0" fmla="*/ 95 w 20"/>
                <a:gd name="T1" fmla="*/ 35 h 22"/>
                <a:gd name="T2" fmla="*/ 33 w 20"/>
                <a:gd name="T3" fmla="*/ 308 h 22"/>
                <a:gd name="T4" fmla="*/ 95 w 20"/>
                <a:gd name="T5" fmla="*/ 402 h 22"/>
                <a:gd name="T6" fmla="*/ 313 w 20"/>
                <a:gd name="T7" fmla="*/ 252 h 22"/>
                <a:gd name="T8" fmla="*/ 313 w 20"/>
                <a:gd name="T9" fmla="*/ 215 h 22"/>
                <a:gd name="T10" fmla="*/ 283 w 20"/>
                <a:gd name="T11" fmla="*/ 115 h 22"/>
                <a:gd name="T12" fmla="*/ 220 w 20"/>
                <a:gd name="T13" fmla="*/ 21 h 22"/>
                <a:gd name="T14" fmla="*/ 175 w 20"/>
                <a:gd name="T15" fmla="*/ 0 h 22"/>
                <a:gd name="T16" fmla="*/ 95 w 20"/>
                <a:gd name="T17" fmla="*/ 35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2">
                  <a:moveTo>
                    <a:pt x="6" y="2"/>
                  </a:moveTo>
                  <a:cubicBezTo>
                    <a:pt x="2" y="6"/>
                    <a:pt x="0" y="11"/>
                    <a:pt x="2" y="16"/>
                  </a:cubicBezTo>
                  <a:cubicBezTo>
                    <a:pt x="2" y="19"/>
                    <a:pt x="4" y="20"/>
                    <a:pt x="6" y="21"/>
                  </a:cubicBezTo>
                  <a:cubicBezTo>
                    <a:pt x="12" y="22"/>
                    <a:pt x="19" y="19"/>
                    <a:pt x="20" y="13"/>
                  </a:cubicBezTo>
                  <a:cubicBezTo>
                    <a:pt x="20" y="13"/>
                    <a:pt x="20" y="12"/>
                    <a:pt x="20" y="11"/>
                  </a:cubicBezTo>
                  <a:cubicBezTo>
                    <a:pt x="20" y="9"/>
                    <a:pt x="20" y="8"/>
                    <a:pt x="18" y="6"/>
                  </a:cubicBezTo>
                  <a:cubicBezTo>
                    <a:pt x="18" y="3"/>
                    <a:pt x="16" y="1"/>
                    <a:pt x="14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7" y="0"/>
                    <a:pt x="6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4" name="Freeform 883">
              <a:extLst>
                <a:ext uri="{FF2B5EF4-FFF2-40B4-BE49-F238E27FC236}">
                  <a16:creationId xmlns:a16="http://schemas.microsoft.com/office/drawing/2014/main" id="{F0613A22-5535-4B85-9B93-396A5CBC0E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0" y="2973"/>
              <a:ext cx="37" cy="48"/>
            </a:xfrm>
            <a:custGeom>
              <a:avLst/>
              <a:gdLst>
                <a:gd name="T0" fmla="*/ 91 w 15"/>
                <a:gd name="T1" fmla="*/ 0 h 18"/>
                <a:gd name="T2" fmla="*/ 12 w 15"/>
                <a:gd name="T3" fmla="*/ 136 h 18"/>
                <a:gd name="T4" fmla="*/ 0 w 15"/>
                <a:gd name="T5" fmla="*/ 171 h 18"/>
                <a:gd name="T6" fmla="*/ 30 w 15"/>
                <a:gd name="T7" fmla="*/ 285 h 18"/>
                <a:gd name="T8" fmla="*/ 74 w 15"/>
                <a:gd name="T9" fmla="*/ 341 h 18"/>
                <a:gd name="T10" fmla="*/ 153 w 15"/>
                <a:gd name="T11" fmla="*/ 285 h 18"/>
                <a:gd name="T12" fmla="*/ 165 w 15"/>
                <a:gd name="T13" fmla="*/ 285 h 18"/>
                <a:gd name="T14" fmla="*/ 212 w 15"/>
                <a:gd name="T15" fmla="*/ 136 h 18"/>
                <a:gd name="T16" fmla="*/ 212 w 15"/>
                <a:gd name="T17" fmla="*/ 115 h 18"/>
                <a:gd name="T18" fmla="*/ 165 w 15"/>
                <a:gd name="T19" fmla="*/ 21 h 18"/>
                <a:gd name="T20" fmla="*/ 91 w 15"/>
                <a:gd name="T21" fmla="*/ 0 h 18"/>
                <a:gd name="T22" fmla="*/ 104 w 15"/>
                <a:gd name="T23" fmla="*/ 93 h 18"/>
                <a:gd name="T24" fmla="*/ 153 w 15"/>
                <a:gd name="T25" fmla="*/ 136 h 18"/>
                <a:gd name="T26" fmla="*/ 153 w 15"/>
                <a:gd name="T27" fmla="*/ 136 h 18"/>
                <a:gd name="T28" fmla="*/ 165 w 15"/>
                <a:gd name="T29" fmla="*/ 192 h 18"/>
                <a:gd name="T30" fmla="*/ 165 w 15"/>
                <a:gd name="T31" fmla="*/ 192 h 18"/>
                <a:gd name="T32" fmla="*/ 165 w 15"/>
                <a:gd name="T33" fmla="*/ 192 h 18"/>
                <a:gd name="T34" fmla="*/ 153 w 15"/>
                <a:gd name="T35" fmla="*/ 227 h 18"/>
                <a:gd name="T36" fmla="*/ 62 w 15"/>
                <a:gd name="T37" fmla="*/ 205 h 18"/>
                <a:gd name="T38" fmla="*/ 30 w 15"/>
                <a:gd name="T39" fmla="*/ 149 h 18"/>
                <a:gd name="T40" fmla="*/ 42 w 15"/>
                <a:gd name="T41" fmla="*/ 136 h 18"/>
                <a:gd name="T42" fmla="*/ 42 w 15"/>
                <a:gd name="T43" fmla="*/ 136 h 18"/>
                <a:gd name="T44" fmla="*/ 42 w 15"/>
                <a:gd name="T45" fmla="*/ 136 h 18"/>
                <a:gd name="T46" fmla="*/ 42 w 15"/>
                <a:gd name="T47" fmla="*/ 93 h 18"/>
                <a:gd name="T48" fmla="*/ 30 w 15"/>
                <a:gd name="T49" fmla="*/ 115 h 18"/>
                <a:gd name="T50" fmla="*/ 42 w 15"/>
                <a:gd name="T51" fmla="*/ 93 h 18"/>
                <a:gd name="T52" fmla="*/ 104 w 15"/>
                <a:gd name="T53" fmla="*/ 93 h 18"/>
                <a:gd name="T54" fmla="*/ 30 w 15"/>
                <a:gd name="T55" fmla="*/ 136 h 18"/>
                <a:gd name="T56" fmla="*/ 30 w 15"/>
                <a:gd name="T57" fmla="*/ 136 h 18"/>
                <a:gd name="T58" fmla="*/ 30 w 15"/>
                <a:gd name="T59" fmla="*/ 149 h 18"/>
                <a:gd name="T60" fmla="*/ 30 w 15"/>
                <a:gd name="T61" fmla="*/ 136 h 18"/>
                <a:gd name="T62" fmla="*/ 30 w 15"/>
                <a:gd name="T63" fmla="*/ 149 h 18"/>
                <a:gd name="T64" fmla="*/ 30 w 15"/>
                <a:gd name="T65" fmla="*/ 149 h 18"/>
                <a:gd name="T66" fmla="*/ 30 w 15"/>
                <a:gd name="T67" fmla="*/ 171 h 18"/>
                <a:gd name="T68" fmla="*/ 30 w 15"/>
                <a:gd name="T69" fmla="*/ 149 h 18"/>
                <a:gd name="T70" fmla="*/ 42 w 15"/>
                <a:gd name="T71" fmla="*/ 136 h 18"/>
                <a:gd name="T72" fmla="*/ 42 w 15"/>
                <a:gd name="T73" fmla="*/ 136 h 18"/>
                <a:gd name="T74" fmla="*/ 74 w 15"/>
                <a:gd name="T75" fmla="*/ 205 h 18"/>
                <a:gd name="T76" fmla="*/ 153 w 15"/>
                <a:gd name="T77" fmla="*/ 205 h 18"/>
                <a:gd name="T78" fmla="*/ 165 w 15"/>
                <a:gd name="T79" fmla="*/ 192 h 18"/>
                <a:gd name="T80" fmla="*/ 153 w 15"/>
                <a:gd name="T81" fmla="*/ 136 h 18"/>
                <a:gd name="T82" fmla="*/ 91 w 15"/>
                <a:gd name="T83" fmla="*/ 93 h 18"/>
                <a:gd name="T84" fmla="*/ 42 w 15"/>
                <a:gd name="T85" fmla="*/ 136 h 1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" h="18">
                  <a:moveTo>
                    <a:pt x="6" y="0"/>
                  </a:moveTo>
                  <a:cubicBezTo>
                    <a:pt x="1" y="2"/>
                    <a:pt x="1" y="6"/>
                    <a:pt x="1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7"/>
                    <a:pt x="3" y="17"/>
                    <a:pt x="5" y="18"/>
                  </a:cubicBezTo>
                  <a:cubicBezTo>
                    <a:pt x="7" y="18"/>
                    <a:pt x="9" y="17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3" y="13"/>
                    <a:pt x="15" y="11"/>
                    <a:pt x="14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4"/>
                    <a:pt x="13" y="2"/>
                    <a:pt x="11" y="1"/>
                  </a:cubicBezTo>
                  <a:cubicBezTo>
                    <a:pt x="9" y="0"/>
                    <a:pt x="7" y="0"/>
                    <a:pt x="6" y="0"/>
                  </a:cubicBezTo>
                  <a:close/>
                  <a:moveTo>
                    <a:pt x="7" y="5"/>
                  </a:moveTo>
                  <a:cubicBezTo>
                    <a:pt x="9" y="5"/>
                    <a:pt x="10" y="6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8"/>
                    <a:pt x="11" y="9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2"/>
                    <a:pt x="10" y="12"/>
                  </a:cubicBezTo>
                  <a:cubicBezTo>
                    <a:pt x="8" y="14"/>
                    <a:pt x="6" y="13"/>
                    <a:pt x="4" y="11"/>
                  </a:cubicBezTo>
                  <a:cubicBezTo>
                    <a:pt x="3" y="11"/>
                    <a:pt x="3" y="9"/>
                    <a:pt x="2" y="8"/>
                  </a:cubicBezTo>
                  <a:cubicBezTo>
                    <a:pt x="2" y="8"/>
                    <a:pt x="3" y="8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2" y="6"/>
                    <a:pt x="2" y="6"/>
                  </a:cubicBezTo>
                  <a:cubicBezTo>
                    <a:pt x="2" y="6"/>
                    <a:pt x="3" y="6"/>
                    <a:pt x="3" y="5"/>
                  </a:cubicBezTo>
                  <a:cubicBezTo>
                    <a:pt x="4" y="5"/>
                    <a:pt x="6" y="4"/>
                    <a:pt x="7" y="5"/>
                  </a:cubicBezTo>
                  <a:close/>
                  <a:moveTo>
                    <a:pt x="2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close/>
                  <a:moveTo>
                    <a:pt x="2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9"/>
                    <a:pt x="4" y="10"/>
                    <a:pt x="5" y="11"/>
                  </a:cubicBezTo>
                  <a:cubicBezTo>
                    <a:pt x="7" y="11"/>
                    <a:pt x="9" y="12"/>
                    <a:pt x="10" y="11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9"/>
                    <a:pt x="11" y="8"/>
                    <a:pt x="10" y="7"/>
                  </a:cubicBezTo>
                  <a:cubicBezTo>
                    <a:pt x="9" y="6"/>
                    <a:pt x="8" y="5"/>
                    <a:pt x="6" y="5"/>
                  </a:cubicBezTo>
                  <a:cubicBezTo>
                    <a:pt x="5" y="5"/>
                    <a:pt x="4" y="6"/>
                    <a:pt x="3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5" name="Freeform 884">
              <a:extLst>
                <a:ext uri="{FF2B5EF4-FFF2-40B4-BE49-F238E27FC236}">
                  <a16:creationId xmlns:a16="http://schemas.microsoft.com/office/drawing/2014/main" id="{99FF64AE-D840-491B-BD8A-A568852DF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987"/>
              <a:ext cx="65" cy="64"/>
            </a:xfrm>
            <a:custGeom>
              <a:avLst/>
              <a:gdLst>
                <a:gd name="T0" fmla="*/ 145 w 26"/>
                <a:gd name="T1" fmla="*/ 0 h 24"/>
                <a:gd name="T2" fmla="*/ 50 w 26"/>
                <a:gd name="T3" fmla="*/ 307 h 24"/>
                <a:gd name="T4" fmla="*/ 145 w 26"/>
                <a:gd name="T5" fmla="*/ 376 h 24"/>
                <a:gd name="T6" fmla="*/ 145 w 26"/>
                <a:gd name="T7" fmla="*/ 376 h 24"/>
                <a:gd name="T8" fmla="*/ 250 w 26"/>
                <a:gd name="T9" fmla="*/ 435 h 24"/>
                <a:gd name="T10" fmla="*/ 395 w 26"/>
                <a:gd name="T11" fmla="*/ 227 h 24"/>
                <a:gd name="T12" fmla="*/ 395 w 26"/>
                <a:gd name="T13" fmla="*/ 227 h 24"/>
                <a:gd name="T14" fmla="*/ 395 w 26"/>
                <a:gd name="T15" fmla="*/ 205 h 24"/>
                <a:gd name="T16" fmla="*/ 408 w 26"/>
                <a:gd name="T17" fmla="*/ 149 h 24"/>
                <a:gd name="T18" fmla="*/ 375 w 26"/>
                <a:gd name="T19" fmla="*/ 77 h 24"/>
                <a:gd name="T20" fmla="*/ 270 w 26"/>
                <a:gd name="T21" fmla="*/ 35 h 24"/>
                <a:gd name="T22" fmla="*/ 145 w 26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4">
                  <a:moveTo>
                    <a:pt x="9" y="0"/>
                  </a:moveTo>
                  <a:cubicBezTo>
                    <a:pt x="7" y="1"/>
                    <a:pt x="0" y="4"/>
                    <a:pt x="3" y="16"/>
                  </a:cubicBezTo>
                  <a:cubicBezTo>
                    <a:pt x="4" y="18"/>
                    <a:pt x="6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2"/>
                    <a:pt x="13" y="24"/>
                    <a:pt x="16" y="23"/>
                  </a:cubicBezTo>
                  <a:cubicBezTo>
                    <a:pt x="23" y="20"/>
                    <a:pt x="25" y="16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0"/>
                    <a:pt x="26" y="9"/>
                    <a:pt x="26" y="8"/>
                  </a:cubicBezTo>
                  <a:cubicBezTo>
                    <a:pt x="26" y="6"/>
                    <a:pt x="26" y="5"/>
                    <a:pt x="24" y="4"/>
                  </a:cubicBezTo>
                  <a:cubicBezTo>
                    <a:pt x="22" y="2"/>
                    <a:pt x="19" y="1"/>
                    <a:pt x="17" y="2"/>
                  </a:cubicBezTo>
                  <a:cubicBezTo>
                    <a:pt x="14" y="0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6" name="Freeform 885">
              <a:extLst>
                <a:ext uri="{FF2B5EF4-FFF2-40B4-BE49-F238E27FC236}">
                  <a16:creationId xmlns:a16="http://schemas.microsoft.com/office/drawing/2014/main" id="{21013FD6-6286-46B3-8DC9-F528ABF6A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053"/>
              <a:ext cx="35" cy="51"/>
            </a:xfrm>
            <a:custGeom>
              <a:avLst/>
              <a:gdLst>
                <a:gd name="T0" fmla="*/ 145 w 14"/>
                <a:gd name="T1" fmla="*/ 0 h 19"/>
                <a:gd name="T2" fmla="*/ 63 w 14"/>
                <a:gd name="T3" fmla="*/ 21 h 19"/>
                <a:gd name="T4" fmla="*/ 20 w 14"/>
                <a:gd name="T5" fmla="*/ 137 h 19"/>
                <a:gd name="T6" fmla="*/ 0 w 14"/>
                <a:gd name="T7" fmla="*/ 172 h 19"/>
                <a:gd name="T8" fmla="*/ 33 w 14"/>
                <a:gd name="T9" fmla="*/ 217 h 19"/>
                <a:gd name="T10" fmla="*/ 20 w 14"/>
                <a:gd name="T11" fmla="*/ 217 h 19"/>
                <a:gd name="T12" fmla="*/ 20 w 14"/>
                <a:gd name="T13" fmla="*/ 231 h 19"/>
                <a:gd name="T14" fmla="*/ 95 w 14"/>
                <a:gd name="T15" fmla="*/ 346 h 19"/>
                <a:gd name="T16" fmla="*/ 208 w 14"/>
                <a:gd name="T17" fmla="*/ 252 h 19"/>
                <a:gd name="T18" fmla="*/ 208 w 14"/>
                <a:gd name="T19" fmla="*/ 217 h 19"/>
                <a:gd name="T20" fmla="*/ 220 w 14"/>
                <a:gd name="T21" fmla="*/ 150 h 19"/>
                <a:gd name="T22" fmla="*/ 220 w 14"/>
                <a:gd name="T23" fmla="*/ 115 h 19"/>
                <a:gd name="T24" fmla="*/ 220 w 14"/>
                <a:gd name="T25" fmla="*/ 115 h 19"/>
                <a:gd name="T26" fmla="*/ 220 w 14"/>
                <a:gd name="T27" fmla="*/ 81 h 19"/>
                <a:gd name="T28" fmla="*/ 208 w 14"/>
                <a:gd name="T29" fmla="*/ 35 h 19"/>
                <a:gd name="T30" fmla="*/ 145 w 14"/>
                <a:gd name="T31" fmla="*/ 0 h 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19">
                  <a:moveTo>
                    <a:pt x="9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10"/>
                    <a:pt x="1" y="10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2"/>
                    <a:pt x="1" y="12"/>
                  </a:cubicBezTo>
                  <a:cubicBezTo>
                    <a:pt x="1" y="15"/>
                    <a:pt x="3" y="17"/>
                    <a:pt x="6" y="18"/>
                  </a:cubicBezTo>
                  <a:cubicBezTo>
                    <a:pt x="9" y="19"/>
                    <a:pt x="12" y="16"/>
                    <a:pt x="13" y="13"/>
                  </a:cubicBezTo>
                  <a:cubicBezTo>
                    <a:pt x="13" y="13"/>
                    <a:pt x="13" y="12"/>
                    <a:pt x="13" y="11"/>
                  </a:cubicBezTo>
                  <a:cubicBezTo>
                    <a:pt x="13" y="11"/>
                    <a:pt x="14" y="8"/>
                    <a:pt x="14" y="8"/>
                  </a:cubicBezTo>
                  <a:cubicBezTo>
                    <a:pt x="14" y="7"/>
                    <a:pt x="14" y="7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5"/>
                    <a:pt x="14" y="5"/>
                    <a:pt x="14" y="4"/>
                  </a:cubicBezTo>
                  <a:cubicBezTo>
                    <a:pt x="14" y="3"/>
                    <a:pt x="14" y="2"/>
                    <a:pt x="13" y="2"/>
                  </a:cubicBezTo>
                  <a:cubicBezTo>
                    <a:pt x="12" y="0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7" name="Freeform 886">
              <a:extLst>
                <a:ext uri="{FF2B5EF4-FFF2-40B4-BE49-F238E27FC236}">
                  <a16:creationId xmlns:a16="http://schemas.microsoft.com/office/drawing/2014/main" id="{D2D328F5-F58F-4161-B4E4-7C3D5F4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083"/>
              <a:ext cx="50" cy="50"/>
            </a:xfrm>
            <a:custGeom>
              <a:avLst/>
              <a:gdLst>
                <a:gd name="T0" fmla="*/ 125 w 20"/>
                <a:gd name="T1" fmla="*/ 21 h 19"/>
                <a:gd name="T2" fmla="*/ 113 w 20"/>
                <a:gd name="T3" fmla="*/ 34 h 19"/>
                <a:gd name="T4" fmla="*/ 95 w 20"/>
                <a:gd name="T5" fmla="*/ 76 h 19"/>
                <a:gd name="T6" fmla="*/ 63 w 20"/>
                <a:gd name="T7" fmla="*/ 76 h 19"/>
                <a:gd name="T8" fmla="*/ 0 w 20"/>
                <a:gd name="T9" fmla="*/ 166 h 19"/>
                <a:gd name="T10" fmla="*/ 20 w 20"/>
                <a:gd name="T11" fmla="*/ 221 h 19"/>
                <a:gd name="T12" fmla="*/ 63 w 20"/>
                <a:gd name="T13" fmla="*/ 255 h 19"/>
                <a:gd name="T14" fmla="*/ 63 w 20"/>
                <a:gd name="T15" fmla="*/ 271 h 19"/>
                <a:gd name="T16" fmla="*/ 113 w 20"/>
                <a:gd name="T17" fmla="*/ 326 h 19"/>
                <a:gd name="T18" fmla="*/ 188 w 20"/>
                <a:gd name="T19" fmla="*/ 311 h 19"/>
                <a:gd name="T20" fmla="*/ 300 w 20"/>
                <a:gd name="T21" fmla="*/ 200 h 19"/>
                <a:gd name="T22" fmla="*/ 313 w 20"/>
                <a:gd name="T23" fmla="*/ 145 h 19"/>
                <a:gd name="T24" fmla="*/ 300 w 20"/>
                <a:gd name="T25" fmla="*/ 111 h 19"/>
                <a:gd name="T26" fmla="*/ 250 w 20"/>
                <a:gd name="T27" fmla="*/ 76 h 19"/>
                <a:gd name="T28" fmla="*/ 250 w 20"/>
                <a:gd name="T29" fmla="*/ 76 h 19"/>
                <a:gd name="T30" fmla="*/ 125 w 20"/>
                <a:gd name="T31" fmla="*/ 21 h 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9">
                  <a:moveTo>
                    <a:pt x="8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2" y="5"/>
                    <a:pt x="0" y="7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1" y="13"/>
                    <a:pt x="3" y="14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6"/>
                    <a:pt x="5" y="17"/>
                    <a:pt x="7" y="18"/>
                  </a:cubicBezTo>
                  <a:cubicBezTo>
                    <a:pt x="8" y="19"/>
                    <a:pt x="10" y="18"/>
                    <a:pt x="12" y="17"/>
                  </a:cubicBezTo>
                  <a:cubicBezTo>
                    <a:pt x="15" y="16"/>
                    <a:pt x="17" y="15"/>
                    <a:pt x="19" y="11"/>
                  </a:cubicBezTo>
                  <a:cubicBezTo>
                    <a:pt x="19" y="10"/>
                    <a:pt x="20" y="9"/>
                    <a:pt x="20" y="8"/>
                  </a:cubicBezTo>
                  <a:cubicBezTo>
                    <a:pt x="20" y="8"/>
                    <a:pt x="19" y="7"/>
                    <a:pt x="19" y="6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1"/>
                    <a:pt x="11" y="0"/>
                    <a:pt x="8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8" name="Freeform 887">
              <a:extLst>
                <a:ext uri="{FF2B5EF4-FFF2-40B4-BE49-F238E27FC236}">
                  <a16:creationId xmlns:a16="http://schemas.microsoft.com/office/drawing/2014/main" id="{E93E41B5-FCDB-4CA7-BF35-6E3F9993A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3013"/>
              <a:ext cx="32" cy="32"/>
            </a:xfrm>
            <a:custGeom>
              <a:avLst/>
              <a:gdLst>
                <a:gd name="T0" fmla="*/ 74 w 13"/>
                <a:gd name="T1" fmla="*/ 0 h 12"/>
                <a:gd name="T2" fmla="*/ 0 w 13"/>
                <a:gd name="T3" fmla="*/ 136 h 12"/>
                <a:gd name="T4" fmla="*/ 30 w 13"/>
                <a:gd name="T5" fmla="*/ 227 h 12"/>
                <a:gd name="T6" fmla="*/ 91 w 13"/>
                <a:gd name="T7" fmla="*/ 77 h 12"/>
                <a:gd name="T8" fmla="*/ 194 w 13"/>
                <a:gd name="T9" fmla="*/ 149 h 12"/>
                <a:gd name="T10" fmla="*/ 182 w 13"/>
                <a:gd name="T11" fmla="*/ 115 h 12"/>
                <a:gd name="T12" fmla="*/ 74 w 13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2" y="1"/>
                    <a:pt x="0" y="3"/>
                    <a:pt x="0" y="7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9"/>
                    <a:pt x="3" y="5"/>
                    <a:pt x="6" y="4"/>
                  </a:cubicBezTo>
                  <a:cubicBezTo>
                    <a:pt x="9" y="4"/>
                    <a:pt x="12" y="5"/>
                    <a:pt x="13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9" name="Freeform 888">
              <a:extLst>
                <a:ext uri="{FF2B5EF4-FFF2-40B4-BE49-F238E27FC236}">
                  <a16:creationId xmlns:a16="http://schemas.microsoft.com/office/drawing/2014/main" id="{3EE235D1-418F-464D-A07C-8E6165B95F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20" y="2757"/>
              <a:ext cx="32" cy="32"/>
            </a:xfrm>
            <a:custGeom>
              <a:avLst/>
              <a:gdLst>
                <a:gd name="T0" fmla="*/ 42 w 13"/>
                <a:gd name="T1" fmla="*/ 77 h 12"/>
                <a:gd name="T2" fmla="*/ 42 w 13"/>
                <a:gd name="T3" fmla="*/ 205 h 12"/>
                <a:gd name="T4" fmla="*/ 133 w 13"/>
                <a:gd name="T5" fmla="*/ 227 h 12"/>
                <a:gd name="T6" fmla="*/ 91 w 13"/>
                <a:gd name="T7" fmla="*/ 171 h 12"/>
                <a:gd name="T8" fmla="*/ 74 w 13"/>
                <a:gd name="T9" fmla="*/ 136 h 12"/>
                <a:gd name="T10" fmla="*/ 153 w 13"/>
                <a:gd name="T11" fmla="*/ 0 h 12"/>
                <a:gd name="T12" fmla="*/ 42 w 13"/>
                <a:gd name="T13" fmla="*/ 77 h 12"/>
                <a:gd name="T14" fmla="*/ 133 w 13"/>
                <a:gd name="T15" fmla="*/ 227 h 12"/>
                <a:gd name="T16" fmla="*/ 182 w 13"/>
                <a:gd name="T17" fmla="*/ 205 h 12"/>
                <a:gd name="T18" fmla="*/ 194 w 13"/>
                <a:gd name="T19" fmla="*/ 205 h 12"/>
                <a:gd name="T20" fmla="*/ 133 w 13"/>
                <a:gd name="T21" fmla="*/ 227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2">
                  <a:moveTo>
                    <a:pt x="3" y="4"/>
                  </a:moveTo>
                  <a:cubicBezTo>
                    <a:pt x="0" y="6"/>
                    <a:pt x="1" y="8"/>
                    <a:pt x="3" y="11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5" y="4"/>
                    <a:pt x="8" y="1"/>
                    <a:pt x="10" y="0"/>
                  </a:cubicBezTo>
                  <a:lnTo>
                    <a:pt x="3" y="4"/>
                  </a:lnTo>
                  <a:close/>
                  <a:moveTo>
                    <a:pt x="9" y="12"/>
                  </a:moveTo>
                  <a:cubicBezTo>
                    <a:pt x="10" y="12"/>
                    <a:pt x="11" y="12"/>
                    <a:pt x="12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0" y="11"/>
                    <a:pt x="9" y="1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0" name="Freeform 889">
              <a:extLst>
                <a:ext uri="{FF2B5EF4-FFF2-40B4-BE49-F238E27FC236}">
                  <a16:creationId xmlns:a16="http://schemas.microsoft.com/office/drawing/2014/main" id="{B253A7FD-EAF6-489A-B72E-0DCE4B362E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45" y="2840"/>
              <a:ext cx="37" cy="43"/>
            </a:xfrm>
            <a:custGeom>
              <a:avLst/>
              <a:gdLst>
                <a:gd name="T0" fmla="*/ 42 w 15"/>
                <a:gd name="T1" fmla="*/ 59 h 16"/>
                <a:gd name="T2" fmla="*/ 42 w 15"/>
                <a:gd name="T3" fmla="*/ 274 h 16"/>
                <a:gd name="T4" fmla="*/ 133 w 15"/>
                <a:gd name="T5" fmla="*/ 312 h 16"/>
                <a:gd name="T6" fmla="*/ 212 w 15"/>
                <a:gd name="T7" fmla="*/ 159 h 16"/>
                <a:gd name="T8" fmla="*/ 212 w 15"/>
                <a:gd name="T9" fmla="*/ 175 h 16"/>
                <a:gd name="T10" fmla="*/ 121 w 15"/>
                <a:gd name="T11" fmla="*/ 253 h 16"/>
                <a:gd name="T12" fmla="*/ 42 w 15"/>
                <a:gd name="T13" fmla="*/ 137 h 16"/>
                <a:gd name="T14" fmla="*/ 91 w 15"/>
                <a:gd name="T15" fmla="*/ 81 h 16"/>
                <a:gd name="T16" fmla="*/ 165 w 15"/>
                <a:gd name="T17" fmla="*/ 116 h 16"/>
                <a:gd name="T18" fmla="*/ 183 w 15"/>
                <a:gd name="T19" fmla="*/ 196 h 16"/>
                <a:gd name="T20" fmla="*/ 165 w 15"/>
                <a:gd name="T21" fmla="*/ 35 h 16"/>
                <a:gd name="T22" fmla="*/ 42 w 15"/>
                <a:gd name="T23" fmla="*/ 59 h 16"/>
                <a:gd name="T24" fmla="*/ 42 w 15"/>
                <a:gd name="T25" fmla="*/ 175 h 16"/>
                <a:gd name="T26" fmla="*/ 42 w 15"/>
                <a:gd name="T27" fmla="*/ 175 h 16"/>
                <a:gd name="T28" fmla="*/ 42 w 15"/>
                <a:gd name="T29" fmla="*/ 175 h 16"/>
                <a:gd name="T30" fmla="*/ 42 w 15"/>
                <a:gd name="T31" fmla="*/ 175 h 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" h="16">
                  <a:moveTo>
                    <a:pt x="3" y="3"/>
                  </a:moveTo>
                  <a:cubicBezTo>
                    <a:pt x="0" y="7"/>
                    <a:pt x="0" y="11"/>
                    <a:pt x="3" y="14"/>
                  </a:cubicBezTo>
                  <a:cubicBezTo>
                    <a:pt x="5" y="16"/>
                    <a:pt x="7" y="16"/>
                    <a:pt x="9" y="16"/>
                  </a:cubicBezTo>
                  <a:cubicBezTo>
                    <a:pt x="13" y="14"/>
                    <a:pt x="15" y="12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4" y="13"/>
                    <a:pt x="11" y="14"/>
                    <a:pt x="8" y="13"/>
                  </a:cubicBezTo>
                  <a:cubicBezTo>
                    <a:pt x="5" y="13"/>
                    <a:pt x="3" y="10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8" y="4"/>
                    <a:pt x="10" y="4"/>
                    <a:pt x="11" y="6"/>
                  </a:cubicBezTo>
                  <a:cubicBezTo>
                    <a:pt x="13" y="7"/>
                    <a:pt x="13" y="9"/>
                    <a:pt x="12" y="10"/>
                  </a:cubicBezTo>
                  <a:cubicBezTo>
                    <a:pt x="14" y="8"/>
                    <a:pt x="14" y="4"/>
                    <a:pt x="11" y="2"/>
                  </a:cubicBezTo>
                  <a:cubicBezTo>
                    <a:pt x="9" y="0"/>
                    <a:pt x="5" y="1"/>
                    <a:pt x="3" y="3"/>
                  </a:cubicBezTo>
                  <a:close/>
                  <a:moveTo>
                    <a:pt x="3" y="9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1" name="Freeform 890">
              <a:extLst>
                <a:ext uri="{FF2B5EF4-FFF2-40B4-BE49-F238E27FC236}">
                  <a16:creationId xmlns:a16="http://schemas.microsoft.com/office/drawing/2014/main" id="{2BEF80AA-4970-4598-8771-897E6AF62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997"/>
              <a:ext cx="43" cy="35"/>
            </a:xfrm>
            <a:custGeom>
              <a:avLst/>
              <a:gdLst>
                <a:gd name="T0" fmla="*/ 63 w 17"/>
                <a:gd name="T1" fmla="*/ 35 h 13"/>
                <a:gd name="T2" fmla="*/ 33 w 17"/>
                <a:gd name="T3" fmla="*/ 175 h 13"/>
                <a:gd name="T4" fmla="*/ 159 w 17"/>
                <a:gd name="T5" fmla="*/ 253 h 13"/>
                <a:gd name="T6" fmla="*/ 255 w 17"/>
                <a:gd name="T7" fmla="*/ 159 h 13"/>
                <a:gd name="T8" fmla="*/ 192 w 17"/>
                <a:gd name="T9" fmla="*/ 22 h 13"/>
                <a:gd name="T10" fmla="*/ 159 w 17"/>
                <a:gd name="T11" fmla="*/ 22 h 13"/>
                <a:gd name="T12" fmla="*/ 192 w 17"/>
                <a:gd name="T13" fmla="*/ 59 h 13"/>
                <a:gd name="T14" fmla="*/ 63 w 17"/>
                <a:gd name="T15" fmla="*/ 35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3">
                  <a:moveTo>
                    <a:pt x="4" y="2"/>
                  </a:moveTo>
                  <a:cubicBezTo>
                    <a:pt x="2" y="4"/>
                    <a:pt x="0" y="6"/>
                    <a:pt x="2" y="9"/>
                  </a:cubicBezTo>
                  <a:cubicBezTo>
                    <a:pt x="4" y="12"/>
                    <a:pt x="7" y="13"/>
                    <a:pt x="10" y="13"/>
                  </a:cubicBezTo>
                  <a:cubicBezTo>
                    <a:pt x="13" y="13"/>
                    <a:pt x="16" y="11"/>
                    <a:pt x="16" y="8"/>
                  </a:cubicBezTo>
                  <a:cubicBezTo>
                    <a:pt x="17" y="5"/>
                    <a:pt x="15" y="2"/>
                    <a:pt x="12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1"/>
                    <a:pt x="6" y="0"/>
                    <a:pt x="4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2" name="Freeform 891">
              <a:extLst>
                <a:ext uri="{FF2B5EF4-FFF2-40B4-BE49-F238E27FC236}">
                  <a16:creationId xmlns:a16="http://schemas.microsoft.com/office/drawing/2014/main" id="{BC5674B5-4F06-438B-9D99-6D40E614C2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7" y="3131"/>
              <a:ext cx="30" cy="37"/>
            </a:xfrm>
            <a:custGeom>
              <a:avLst/>
              <a:gdLst>
                <a:gd name="T0" fmla="*/ 50 w 12"/>
                <a:gd name="T1" fmla="*/ 34 h 14"/>
                <a:gd name="T2" fmla="*/ 20 w 12"/>
                <a:gd name="T3" fmla="*/ 204 h 14"/>
                <a:gd name="T4" fmla="*/ 95 w 12"/>
                <a:gd name="T5" fmla="*/ 259 h 14"/>
                <a:gd name="T6" fmla="*/ 188 w 12"/>
                <a:gd name="T7" fmla="*/ 167 h 14"/>
                <a:gd name="T8" fmla="*/ 188 w 12"/>
                <a:gd name="T9" fmla="*/ 132 h 14"/>
                <a:gd name="T10" fmla="*/ 158 w 12"/>
                <a:gd name="T11" fmla="*/ 34 h 14"/>
                <a:gd name="T12" fmla="*/ 50 w 12"/>
                <a:gd name="T13" fmla="*/ 34 h 14"/>
                <a:gd name="T14" fmla="*/ 188 w 12"/>
                <a:gd name="T15" fmla="*/ 167 h 14"/>
                <a:gd name="T16" fmla="*/ 188 w 12"/>
                <a:gd name="T17" fmla="*/ 182 h 14"/>
                <a:gd name="T18" fmla="*/ 188 w 12"/>
                <a:gd name="T19" fmla="*/ 167 h 14"/>
                <a:gd name="T20" fmla="*/ 188 w 12"/>
                <a:gd name="T21" fmla="*/ 167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4">
                  <a:moveTo>
                    <a:pt x="3" y="2"/>
                  </a:moveTo>
                  <a:cubicBezTo>
                    <a:pt x="1" y="5"/>
                    <a:pt x="0" y="8"/>
                    <a:pt x="1" y="11"/>
                  </a:cubicBezTo>
                  <a:cubicBezTo>
                    <a:pt x="1" y="14"/>
                    <a:pt x="3" y="14"/>
                    <a:pt x="6" y="14"/>
                  </a:cubicBezTo>
                  <a:cubicBezTo>
                    <a:pt x="9" y="14"/>
                    <a:pt x="11" y="12"/>
                    <a:pt x="12" y="9"/>
                  </a:cubicBezTo>
                  <a:cubicBezTo>
                    <a:pt x="12" y="9"/>
                    <a:pt x="12" y="8"/>
                    <a:pt x="12" y="7"/>
                  </a:cubicBezTo>
                  <a:cubicBezTo>
                    <a:pt x="12" y="5"/>
                    <a:pt x="11" y="3"/>
                    <a:pt x="10" y="2"/>
                  </a:cubicBezTo>
                  <a:cubicBezTo>
                    <a:pt x="7" y="0"/>
                    <a:pt x="5" y="0"/>
                    <a:pt x="3" y="2"/>
                  </a:cubicBezTo>
                  <a:close/>
                  <a:moveTo>
                    <a:pt x="12" y="9"/>
                  </a:moveTo>
                  <a:cubicBezTo>
                    <a:pt x="12" y="9"/>
                    <a:pt x="12" y="9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3" name="Freeform 892">
              <a:extLst>
                <a:ext uri="{FF2B5EF4-FFF2-40B4-BE49-F238E27FC236}">
                  <a16:creationId xmlns:a16="http://schemas.microsoft.com/office/drawing/2014/main" id="{49ADEBD4-3E45-4FA1-A6D3-242FF2C25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3040"/>
              <a:ext cx="42" cy="51"/>
            </a:xfrm>
            <a:custGeom>
              <a:avLst/>
              <a:gdLst>
                <a:gd name="T0" fmla="*/ 74 w 17"/>
                <a:gd name="T1" fmla="*/ 35 h 19"/>
                <a:gd name="T2" fmla="*/ 12 w 17"/>
                <a:gd name="T3" fmla="*/ 252 h 19"/>
                <a:gd name="T4" fmla="*/ 91 w 17"/>
                <a:gd name="T5" fmla="*/ 346 h 19"/>
                <a:gd name="T6" fmla="*/ 183 w 17"/>
                <a:gd name="T7" fmla="*/ 346 h 19"/>
                <a:gd name="T8" fmla="*/ 257 w 17"/>
                <a:gd name="T9" fmla="*/ 252 h 19"/>
                <a:gd name="T10" fmla="*/ 257 w 17"/>
                <a:gd name="T11" fmla="*/ 252 h 19"/>
                <a:gd name="T12" fmla="*/ 257 w 17"/>
                <a:gd name="T13" fmla="*/ 231 h 19"/>
                <a:gd name="T14" fmla="*/ 257 w 17"/>
                <a:gd name="T15" fmla="*/ 217 h 19"/>
                <a:gd name="T16" fmla="*/ 225 w 17"/>
                <a:gd name="T17" fmla="*/ 94 h 19"/>
                <a:gd name="T18" fmla="*/ 74 w 17"/>
                <a:gd name="T19" fmla="*/ 3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9">
                  <a:moveTo>
                    <a:pt x="5" y="2"/>
                  </a:moveTo>
                  <a:cubicBezTo>
                    <a:pt x="1" y="3"/>
                    <a:pt x="0" y="7"/>
                    <a:pt x="1" y="13"/>
                  </a:cubicBezTo>
                  <a:cubicBezTo>
                    <a:pt x="2" y="16"/>
                    <a:pt x="3" y="18"/>
                    <a:pt x="6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5" y="19"/>
                    <a:pt x="17" y="16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2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cubicBezTo>
                    <a:pt x="17" y="9"/>
                    <a:pt x="17" y="7"/>
                    <a:pt x="15" y="5"/>
                  </a:cubicBezTo>
                  <a:cubicBezTo>
                    <a:pt x="12" y="2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4" name="Freeform 893">
              <a:extLst>
                <a:ext uri="{FF2B5EF4-FFF2-40B4-BE49-F238E27FC236}">
                  <a16:creationId xmlns:a16="http://schemas.microsoft.com/office/drawing/2014/main" id="{5624406F-310E-4DC0-9110-C86837A21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885"/>
              <a:ext cx="48" cy="70"/>
            </a:xfrm>
            <a:custGeom>
              <a:avLst/>
              <a:gdLst>
                <a:gd name="T0" fmla="*/ 20 w 19"/>
                <a:gd name="T1" fmla="*/ 116 h 26"/>
                <a:gd name="T2" fmla="*/ 51 w 19"/>
                <a:gd name="T3" fmla="*/ 81 h 26"/>
                <a:gd name="T4" fmla="*/ 147 w 19"/>
                <a:gd name="T5" fmla="*/ 59 h 26"/>
                <a:gd name="T6" fmla="*/ 179 w 19"/>
                <a:gd name="T7" fmla="*/ 159 h 26"/>
                <a:gd name="T8" fmla="*/ 129 w 19"/>
                <a:gd name="T9" fmla="*/ 137 h 26"/>
                <a:gd name="T10" fmla="*/ 179 w 19"/>
                <a:gd name="T11" fmla="*/ 159 h 26"/>
                <a:gd name="T12" fmla="*/ 179 w 19"/>
                <a:gd name="T13" fmla="*/ 175 h 26"/>
                <a:gd name="T14" fmla="*/ 147 w 19"/>
                <a:gd name="T15" fmla="*/ 159 h 26"/>
                <a:gd name="T16" fmla="*/ 63 w 19"/>
                <a:gd name="T17" fmla="*/ 175 h 26"/>
                <a:gd name="T18" fmla="*/ 33 w 19"/>
                <a:gd name="T19" fmla="*/ 116 h 26"/>
                <a:gd name="T20" fmla="*/ 51 w 19"/>
                <a:gd name="T21" fmla="*/ 197 h 26"/>
                <a:gd name="T22" fmla="*/ 33 w 19"/>
                <a:gd name="T23" fmla="*/ 218 h 26"/>
                <a:gd name="T24" fmla="*/ 0 w 19"/>
                <a:gd name="T25" fmla="*/ 334 h 26"/>
                <a:gd name="T26" fmla="*/ 33 w 19"/>
                <a:gd name="T27" fmla="*/ 471 h 26"/>
                <a:gd name="T28" fmla="*/ 114 w 19"/>
                <a:gd name="T29" fmla="*/ 506 h 26"/>
                <a:gd name="T30" fmla="*/ 306 w 19"/>
                <a:gd name="T31" fmla="*/ 334 h 26"/>
                <a:gd name="T32" fmla="*/ 306 w 19"/>
                <a:gd name="T33" fmla="*/ 334 h 26"/>
                <a:gd name="T34" fmla="*/ 222 w 19"/>
                <a:gd name="T35" fmla="*/ 175 h 26"/>
                <a:gd name="T36" fmla="*/ 222 w 19"/>
                <a:gd name="T37" fmla="*/ 159 h 26"/>
                <a:gd name="T38" fmla="*/ 222 w 19"/>
                <a:gd name="T39" fmla="*/ 137 h 26"/>
                <a:gd name="T40" fmla="*/ 147 w 19"/>
                <a:gd name="T41" fmla="*/ 0 h 26"/>
                <a:gd name="T42" fmla="*/ 20 w 19"/>
                <a:gd name="T43" fmla="*/ 116 h 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9" h="26">
                  <a:moveTo>
                    <a:pt x="1" y="6"/>
                  </a:moveTo>
                  <a:cubicBezTo>
                    <a:pt x="1" y="6"/>
                    <a:pt x="3" y="4"/>
                    <a:pt x="3" y="4"/>
                  </a:cubicBezTo>
                  <a:cubicBezTo>
                    <a:pt x="5" y="1"/>
                    <a:pt x="7" y="2"/>
                    <a:pt x="9" y="3"/>
                  </a:cubicBezTo>
                  <a:cubicBezTo>
                    <a:pt x="11" y="4"/>
                    <a:pt x="11" y="6"/>
                    <a:pt x="11" y="8"/>
                  </a:cubicBezTo>
                  <a:cubicBezTo>
                    <a:pt x="10" y="7"/>
                    <a:pt x="9" y="7"/>
                    <a:pt x="8" y="7"/>
                  </a:cubicBezTo>
                  <a:cubicBezTo>
                    <a:pt x="9" y="7"/>
                    <a:pt x="10" y="8"/>
                    <a:pt x="11" y="8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0" y="8"/>
                    <a:pt x="9" y="8"/>
                  </a:cubicBezTo>
                  <a:cubicBezTo>
                    <a:pt x="7" y="7"/>
                    <a:pt x="5" y="8"/>
                    <a:pt x="4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2" y="6"/>
                    <a:pt x="3" y="10"/>
                    <a:pt x="3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1" y="12"/>
                    <a:pt x="0" y="14"/>
                    <a:pt x="0" y="17"/>
                  </a:cubicBezTo>
                  <a:cubicBezTo>
                    <a:pt x="0" y="19"/>
                    <a:pt x="1" y="21"/>
                    <a:pt x="2" y="24"/>
                  </a:cubicBezTo>
                  <a:cubicBezTo>
                    <a:pt x="4" y="25"/>
                    <a:pt x="5" y="26"/>
                    <a:pt x="7" y="26"/>
                  </a:cubicBezTo>
                  <a:cubicBezTo>
                    <a:pt x="14" y="26"/>
                    <a:pt x="18" y="22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4"/>
                    <a:pt x="17" y="11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4"/>
                    <a:pt x="12" y="1"/>
                    <a:pt x="9" y="0"/>
                  </a:cubicBezTo>
                  <a:cubicBezTo>
                    <a:pt x="5" y="0"/>
                    <a:pt x="2" y="2"/>
                    <a:pt x="1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5" name="Freeform 894">
              <a:extLst>
                <a:ext uri="{FF2B5EF4-FFF2-40B4-BE49-F238E27FC236}">
                  <a16:creationId xmlns:a16="http://schemas.microsoft.com/office/drawing/2014/main" id="{AB1CEEF7-FFBE-4855-80DF-BB967FEB6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955"/>
              <a:ext cx="48" cy="50"/>
            </a:xfrm>
            <a:custGeom>
              <a:avLst/>
              <a:gdLst>
                <a:gd name="T0" fmla="*/ 147 w 19"/>
                <a:gd name="T1" fmla="*/ 21 h 19"/>
                <a:gd name="T2" fmla="*/ 83 w 19"/>
                <a:gd name="T3" fmla="*/ 55 h 19"/>
                <a:gd name="T4" fmla="*/ 0 w 19"/>
                <a:gd name="T5" fmla="*/ 221 h 19"/>
                <a:gd name="T6" fmla="*/ 0 w 19"/>
                <a:gd name="T7" fmla="*/ 234 h 19"/>
                <a:gd name="T8" fmla="*/ 114 w 19"/>
                <a:gd name="T9" fmla="*/ 326 h 19"/>
                <a:gd name="T10" fmla="*/ 179 w 19"/>
                <a:gd name="T11" fmla="*/ 311 h 19"/>
                <a:gd name="T12" fmla="*/ 179 w 19"/>
                <a:gd name="T13" fmla="*/ 311 h 19"/>
                <a:gd name="T14" fmla="*/ 275 w 19"/>
                <a:gd name="T15" fmla="*/ 221 h 19"/>
                <a:gd name="T16" fmla="*/ 275 w 19"/>
                <a:gd name="T17" fmla="*/ 200 h 19"/>
                <a:gd name="T18" fmla="*/ 275 w 19"/>
                <a:gd name="T19" fmla="*/ 179 h 19"/>
                <a:gd name="T20" fmla="*/ 306 w 19"/>
                <a:gd name="T21" fmla="*/ 124 h 19"/>
                <a:gd name="T22" fmla="*/ 306 w 19"/>
                <a:gd name="T23" fmla="*/ 111 h 19"/>
                <a:gd name="T24" fmla="*/ 243 w 19"/>
                <a:gd name="T25" fmla="*/ 21 h 19"/>
                <a:gd name="T26" fmla="*/ 147 w 19"/>
                <a:gd name="T27" fmla="*/ 21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" h="19">
                  <a:moveTo>
                    <a:pt x="9" y="1"/>
                  </a:moveTo>
                  <a:cubicBezTo>
                    <a:pt x="8" y="1"/>
                    <a:pt x="7" y="2"/>
                    <a:pt x="5" y="3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6"/>
                    <a:pt x="4" y="19"/>
                    <a:pt x="7" y="18"/>
                  </a:cubicBezTo>
                  <a:cubicBezTo>
                    <a:pt x="8" y="18"/>
                    <a:pt x="9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4" y="17"/>
                    <a:pt x="17" y="15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8" y="9"/>
                    <a:pt x="18" y="9"/>
                    <a:pt x="19" y="7"/>
                  </a:cubicBezTo>
                  <a:cubicBezTo>
                    <a:pt x="19" y="7"/>
                    <a:pt x="19" y="7"/>
                    <a:pt x="19" y="6"/>
                  </a:cubicBezTo>
                  <a:cubicBezTo>
                    <a:pt x="19" y="4"/>
                    <a:pt x="17" y="2"/>
                    <a:pt x="15" y="1"/>
                  </a:cubicBezTo>
                  <a:cubicBezTo>
                    <a:pt x="13" y="0"/>
                    <a:pt x="11" y="1"/>
                    <a:pt x="9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6" name="Freeform 895">
              <a:extLst>
                <a:ext uri="{FF2B5EF4-FFF2-40B4-BE49-F238E27FC236}">
                  <a16:creationId xmlns:a16="http://schemas.microsoft.com/office/drawing/2014/main" id="{5D3720F5-C150-4035-85B6-AF4EB6E648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2" y="3000"/>
              <a:ext cx="40" cy="61"/>
            </a:xfrm>
            <a:custGeom>
              <a:avLst/>
              <a:gdLst>
                <a:gd name="T0" fmla="*/ 33 w 16"/>
                <a:gd name="T1" fmla="*/ 34 h 23"/>
                <a:gd name="T2" fmla="*/ 0 w 16"/>
                <a:gd name="T3" fmla="*/ 149 h 23"/>
                <a:gd name="T4" fmla="*/ 20 w 16"/>
                <a:gd name="T5" fmla="*/ 90 h 23"/>
                <a:gd name="T6" fmla="*/ 113 w 16"/>
                <a:gd name="T7" fmla="*/ 56 h 23"/>
                <a:gd name="T8" fmla="*/ 175 w 16"/>
                <a:gd name="T9" fmla="*/ 170 h 23"/>
                <a:gd name="T10" fmla="*/ 158 w 16"/>
                <a:gd name="T11" fmla="*/ 191 h 23"/>
                <a:gd name="T12" fmla="*/ 145 w 16"/>
                <a:gd name="T13" fmla="*/ 204 h 23"/>
                <a:gd name="T14" fmla="*/ 175 w 16"/>
                <a:gd name="T15" fmla="*/ 239 h 23"/>
                <a:gd name="T16" fmla="*/ 83 w 16"/>
                <a:gd name="T17" fmla="*/ 294 h 23"/>
                <a:gd name="T18" fmla="*/ 0 w 16"/>
                <a:gd name="T19" fmla="*/ 191 h 23"/>
                <a:gd name="T20" fmla="*/ 0 w 16"/>
                <a:gd name="T21" fmla="*/ 353 h 23"/>
                <a:gd name="T22" fmla="*/ 50 w 16"/>
                <a:gd name="T23" fmla="*/ 408 h 23"/>
                <a:gd name="T24" fmla="*/ 125 w 16"/>
                <a:gd name="T25" fmla="*/ 408 h 23"/>
                <a:gd name="T26" fmla="*/ 238 w 16"/>
                <a:gd name="T27" fmla="*/ 260 h 23"/>
                <a:gd name="T28" fmla="*/ 175 w 16"/>
                <a:gd name="T29" fmla="*/ 34 h 23"/>
                <a:gd name="T30" fmla="*/ 125 w 16"/>
                <a:gd name="T31" fmla="*/ 0 h 23"/>
                <a:gd name="T32" fmla="*/ 33 w 16"/>
                <a:gd name="T33" fmla="*/ 34 h 23"/>
                <a:gd name="T34" fmla="*/ 63 w 16"/>
                <a:gd name="T35" fmla="*/ 191 h 23"/>
                <a:gd name="T36" fmla="*/ 63 w 16"/>
                <a:gd name="T37" fmla="*/ 204 h 23"/>
                <a:gd name="T38" fmla="*/ 95 w 16"/>
                <a:gd name="T39" fmla="*/ 225 h 23"/>
                <a:gd name="T40" fmla="*/ 145 w 16"/>
                <a:gd name="T41" fmla="*/ 204 h 23"/>
                <a:gd name="T42" fmla="*/ 145 w 16"/>
                <a:gd name="T43" fmla="*/ 191 h 23"/>
                <a:gd name="T44" fmla="*/ 63 w 16"/>
                <a:gd name="T45" fmla="*/ 191 h 23"/>
                <a:gd name="T46" fmla="*/ 63 w 16"/>
                <a:gd name="T47" fmla="*/ 204 h 23"/>
                <a:gd name="T48" fmla="*/ 63 w 16"/>
                <a:gd name="T49" fmla="*/ 204 h 23"/>
                <a:gd name="T50" fmla="*/ 63 w 16"/>
                <a:gd name="T51" fmla="*/ 204 h 23"/>
                <a:gd name="T52" fmla="*/ 50 w 16"/>
                <a:gd name="T53" fmla="*/ 191 h 23"/>
                <a:gd name="T54" fmla="*/ 63 w 16"/>
                <a:gd name="T55" fmla="*/ 204 h 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" h="23">
                  <a:moveTo>
                    <a:pt x="2" y="2"/>
                  </a:moveTo>
                  <a:cubicBezTo>
                    <a:pt x="1" y="3"/>
                    <a:pt x="0" y="7"/>
                    <a:pt x="0" y="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2"/>
                    <a:pt x="4" y="2"/>
                    <a:pt x="7" y="3"/>
                  </a:cubicBezTo>
                  <a:cubicBezTo>
                    <a:pt x="9" y="3"/>
                    <a:pt x="11" y="7"/>
                    <a:pt x="11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10" y="11"/>
                    <a:pt x="10" y="12"/>
                    <a:pt x="11" y="13"/>
                  </a:cubicBezTo>
                  <a:cubicBezTo>
                    <a:pt x="10" y="15"/>
                    <a:pt x="8" y="16"/>
                    <a:pt x="5" y="16"/>
                  </a:cubicBezTo>
                  <a:cubicBezTo>
                    <a:pt x="2" y="16"/>
                    <a:pt x="0" y="13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1" y="21"/>
                    <a:pt x="3" y="22"/>
                  </a:cubicBezTo>
                  <a:cubicBezTo>
                    <a:pt x="4" y="23"/>
                    <a:pt x="6" y="22"/>
                    <a:pt x="8" y="22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0"/>
                    <a:pt x="15" y="5"/>
                    <a:pt x="11" y="2"/>
                  </a:cubicBezTo>
                  <a:cubicBezTo>
                    <a:pt x="11" y="1"/>
                    <a:pt x="9" y="1"/>
                    <a:pt x="8" y="0"/>
                  </a:cubicBezTo>
                  <a:cubicBezTo>
                    <a:pt x="7" y="0"/>
                    <a:pt x="4" y="0"/>
                    <a:pt x="2" y="2"/>
                  </a:cubicBezTo>
                  <a:close/>
                  <a:moveTo>
                    <a:pt x="4" y="10"/>
                  </a:moveTo>
                  <a:cubicBezTo>
                    <a:pt x="4" y="10"/>
                    <a:pt x="4" y="11"/>
                    <a:pt x="4" y="11"/>
                  </a:cubicBezTo>
                  <a:cubicBezTo>
                    <a:pt x="4" y="12"/>
                    <a:pt x="5" y="12"/>
                    <a:pt x="6" y="12"/>
                  </a:cubicBezTo>
                  <a:cubicBezTo>
                    <a:pt x="7" y="12"/>
                    <a:pt x="8" y="11"/>
                    <a:pt x="9" y="11"/>
                  </a:cubicBezTo>
                  <a:cubicBezTo>
                    <a:pt x="9" y="11"/>
                    <a:pt x="9" y="10"/>
                    <a:pt x="9" y="10"/>
                  </a:cubicBezTo>
                  <a:cubicBezTo>
                    <a:pt x="7" y="9"/>
                    <a:pt x="6" y="10"/>
                    <a:pt x="4" y="10"/>
                  </a:cubicBezTo>
                  <a:close/>
                  <a:moveTo>
                    <a:pt x="4" y="11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3" y="10"/>
                  </a:cubicBezTo>
                  <a:lnTo>
                    <a:pt x="4" y="11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7" name="Freeform 896">
              <a:extLst>
                <a:ext uri="{FF2B5EF4-FFF2-40B4-BE49-F238E27FC236}">
                  <a16:creationId xmlns:a16="http://schemas.microsoft.com/office/drawing/2014/main" id="{053152CC-C32E-4C00-A4FF-6D3282E4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061"/>
              <a:ext cx="55" cy="67"/>
            </a:xfrm>
            <a:custGeom>
              <a:avLst/>
              <a:gdLst>
                <a:gd name="T0" fmla="*/ 33 w 22"/>
                <a:gd name="T1" fmla="*/ 78 h 25"/>
                <a:gd name="T2" fmla="*/ 0 w 22"/>
                <a:gd name="T3" fmla="*/ 172 h 25"/>
                <a:gd name="T4" fmla="*/ 20 w 22"/>
                <a:gd name="T5" fmla="*/ 230 h 25"/>
                <a:gd name="T6" fmla="*/ 50 w 22"/>
                <a:gd name="T7" fmla="*/ 308 h 25"/>
                <a:gd name="T8" fmla="*/ 63 w 22"/>
                <a:gd name="T9" fmla="*/ 346 h 25"/>
                <a:gd name="T10" fmla="*/ 270 w 22"/>
                <a:gd name="T11" fmla="*/ 461 h 25"/>
                <a:gd name="T12" fmla="*/ 345 w 22"/>
                <a:gd name="T13" fmla="*/ 346 h 25"/>
                <a:gd name="T14" fmla="*/ 345 w 22"/>
                <a:gd name="T15" fmla="*/ 330 h 25"/>
                <a:gd name="T16" fmla="*/ 270 w 22"/>
                <a:gd name="T17" fmla="*/ 252 h 25"/>
                <a:gd name="T18" fmla="*/ 270 w 22"/>
                <a:gd name="T19" fmla="*/ 252 h 25"/>
                <a:gd name="T20" fmla="*/ 270 w 22"/>
                <a:gd name="T21" fmla="*/ 230 h 25"/>
                <a:gd name="T22" fmla="*/ 188 w 22"/>
                <a:gd name="T23" fmla="*/ 35 h 25"/>
                <a:gd name="T24" fmla="*/ 33 w 22"/>
                <a:gd name="T25" fmla="*/ 78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25">
                  <a:moveTo>
                    <a:pt x="2" y="4"/>
                  </a:moveTo>
                  <a:cubicBezTo>
                    <a:pt x="0" y="5"/>
                    <a:pt x="0" y="7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1" y="13"/>
                    <a:pt x="2" y="15"/>
                    <a:pt x="3" y="16"/>
                  </a:cubicBezTo>
                  <a:cubicBezTo>
                    <a:pt x="3" y="17"/>
                    <a:pt x="3" y="18"/>
                    <a:pt x="4" y="18"/>
                  </a:cubicBezTo>
                  <a:cubicBezTo>
                    <a:pt x="6" y="23"/>
                    <a:pt x="11" y="25"/>
                    <a:pt x="17" y="24"/>
                  </a:cubicBezTo>
                  <a:cubicBezTo>
                    <a:pt x="20" y="24"/>
                    <a:pt x="22" y="21"/>
                    <a:pt x="22" y="18"/>
                  </a:cubicBezTo>
                  <a:cubicBezTo>
                    <a:pt x="22" y="18"/>
                    <a:pt x="22" y="18"/>
                    <a:pt x="22" y="17"/>
                  </a:cubicBezTo>
                  <a:cubicBezTo>
                    <a:pt x="22" y="15"/>
                    <a:pt x="19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6"/>
                    <a:pt x="14" y="3"/>
                    <a:pt x="12" y="2"/>
                  </a:cubicBezTo>
                  <a:cubicBezTo>
                    <a:pt x="10" y="1"/>
                    <a:pt x="7" y="0"/>
                    <a:pt x="2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8" name="Freeform 897">
              <a:extLst>
                <a:ext uri="{FF2B5EF4-FFF2-40B4-BE49-F238E27FC236}">
                  <a16:creationId xmlns:a16="http://schemas.microsoft.com/office/drawing/2014/main" id="{5104854D-AE69-49F4-950A-DEBFD36288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0" y="3104"/>
              <a:ext cx="37" cy="37"/>
            </a:xfrm>
            <a:custGeom>
              <a:avLst/>
              <a:gdLst>
                <a:gd name="T0" fmla="*/ 62 w 15"/>
                <a:gd name="T1" fmla="*/ 21 h 14"/>
                <a:gd name="T2" fmla="*/ 0 w 15"/>
                <a:gd name="T3" fmla="*/ 132 h 14"/>
                <a:gd name="T4" fmla="*/ 30 w 15"/>
                <a:gd name="T5" fmla="*/ 225 h 14"/>
                <a:gd name="T6" fmla="*/ 104 w 15"/>
                <a:gd name="T7" fmla="*/ 238 h 14"/>
                <a:gd name="T8" fmla="*/ 183 w 15"/>
                <a:gd name="T9" fmla="*/ 225 h 14"/>
                <a:gd name="T10" fmla="*/ 133 w 15"/>
                <a:gd name="T11" fmla="*/ 204 h 14"/>
                <a:gd name="T12" fmla="*/ 133 w 15"/>
                <a:gd name="T13" fmla="*/ 204 h 14"/>
                <a:gd name="T14" fmla="*/ 62 w 15"/>
                <a:gd name="T15" fmla="*/ 204 h 14"/>
                <a:gd name="T16" fmla="*/ 91 w 15"/>
                <a:gd name="T17" fmla="*/ 167 h 14"/>
                <a:gd name="T18" fmla="*/ 62 w 15"/>
                <a:gd name="T19" fmla="*/ 90 h 14"/>
                <a:gd name="T20" fmla="*/ 62 w 15"/>
                <a:gd name="T21" fmla="*/ 90 h 14"/>
                <a:gd name="T22" fmla="*/ 42 w 15"/>
                <a:gd name="T23" fmla="*/ 182 h 14"/>
                <a:gd name="T24" fmla="*/ 12 w 15"/>
                <a:gd name="T25" fmla="*/ 111 h 14"/>
                <a:gd name="T26" fmla="*/ 42 w 15"/>
                <a:gd name="T27" fmla="*/ 56 h 14"/>
                <a:gd name="T28" fmla="*/ 74 w 15"/>
                <a:gd name="T29" fmla="*/ 34 h 14"/>
                <a:gd name="T30" fmla="*/ 133 w 15"/>
                <a:gd name="T31" fmla="*/ 56 h 14"/>
                <a:gd name="T32" fmla="*/ 165 w 15"/>
                <a:gd name="T33" fmla="*/ 132 h 14"/>
                <a:gd name="T34" fmla="*/ 165 w 15"/>
                <a:gd name="T35" fmla="*/ 132 h 14"/>
                <a:gd name="T36" fmla="*/ 165 w 15"/>
                <a:gd name="T37" fmla="*/ 148 h 14"/>
                <a:gd name="T38" fmla="*/ 224 w 15"/>
                <a:gd name="T39" fmla="*/ 259 h 14"/>
                <a:gd name="T40" fmla="*/ 224 w 15"/>
                <a:gd name="T41" fmla="*/ 259 h 14"/>
                <a:gd name="T42" fmla="*/ 224 w 15"/>
                <a:gd name="T43" fmla="*/ 167 h 14"/>
                <a:gd name="T44" fmla="*/ 224 w 15"/>
                <a:gd name="T45" fmla="*/ 148 h 14"/>
                <a:gd name="T46" fmla="*/ 195 w 15"/>
                <a:gd name="T47" fmla="*/ 56 h 14"/>
                <a:gd name="T48" fmla="*/ 104 w 15"/>
                <a:gd name="T49" fmla="*/ 21 h 14"/>
                <a:gd name="T50" fmla="*/ 104 w 15"/>
                <a:gd name="T51" fmla="*/ 21 h 14"/>
                <a:gd name="T52" fmla="*/ 104 w 15"/>
                <a:gd name="T53" fmla="*/ 21 h 14"/>
                <a:gd name="T54" fmla="*/ 74 w 15"/>
                <a:gd name="T55" fmla="*/ 21 h 14"/>
                <a:gd name="T56" fmla="*/ 165 w 15"/>
                <a:gd name="T57" fmla="*/ 34 h 14"/>
                <a:gd name="T58" fmla="*/ 62 w 15"/>
                <a:gd name="T59" fmla="*/ 21 h 14"/>
                <a:gd name="T60" fmla="*/ 91 w 15"/>
                <a:gd name="T61" fmla="*/ 167 h 14"/>
                <a:gd name="T62" fmla="*/ 91 w 15"/>
                <a:gd name="T63" fmla="*/ 182 h 14"/>
                <a:gd name="T64" fmla="*/ 133 w 15"/>
                <a:gd name="T65" fmla="*/ 204 h 14"/>
                <a:gd name="T66" fmla="*/ 165 w 15"/>
                <a:gd name="T67" fmla="*/ 148 h 14"/>
                <a:gd name="T68" fmla="*/ 153 w 15"/>
                <a:gd name="T69" fmla="*/ 148 h 14"/>
                <a:gd name="T70" fmla="*/ 91 w 15"/>
                <a:gd name="T71" fmla="*/ 167 h 14"/>
                <a:gd name="T72" fmla="*/ 104 w 15"/>
                <a:gd name="T73" fmla="*/ 238 h 14"/>
                <a:gd name="T74" fmla="*/ 91 w 15"/>
                <a:gd name="T75" fmla="*/ 238 h 14"/>
                <a:gd name="T76" fmla="*/ 104 w 15"/>
                <a:gd name="T77" fmla="*/ 238 h 14"/>
                <a:gd name="T78" fmla="*/ 104 w 15"/>
                <a:gd name="T79" fmla="*/ 238 h 14"/>
                <a:gd name="T80" fmla="*/ 91 w 15"/>
                <a:gd name="T81" fmla="*/ 238 h 14"/>
                <a:gd name="T82" fmla="*/ 91 w 15"/>
                <a:gd name="T83" fmla="*/ 238 h 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" h="14">
                  <a:moveTo>
                    <a:pt x="4" y="1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0" y="9"/>
                    <a:pt x="1" y="10"/>
                    <a:pt x="2" y="12"/>
                  </a:cubicBezTo>
                  <a:cubicBezTo>
                    <a:pt x="3" y="13"/>
                    <a:pt x="5" y="13"/>
                    <a:pt x="7" y="13"/>
                  </a:cubicBezTo>
                  <a:cubicBezTo>
                    <a:pt x="8" y="13"/>
                    <a:pt x="12" y="12"/>
                    <a:pt x="12" y="12"/>
                  </a:cubicBezTo>
                  <a:cubicBezTo>
                    <a:pt x="11" y="12"/>
                    <a:pt x="10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7" y="12"/>
                    <a:pt x="5" y="12"/>
                    <a:pt x="4" y="11"/>
                  </a:cubicBezTo>
                  <a:cubicBezTo>
                    <a:pt x="4" y="10"/>
                    <a:pt x="5" y="9"/>
                    <a:pt x="6" y="9"/>
                  </a:cubicBezTo>
                  <a:cubicBezTo>
                    <a:pt x="5" y="7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9"/>
                    <a:pt x="3" y="10"/>
                  </a:cubicBezTo>
                  <a:cubicBezTo>
                    <a:pt x="2" y="9"/>
                    <a:pt x="1" y="8"/>
                    <a:pt x="1" y="6"/>
                  </a:cubicBezTo>
                  <a:cubicBezTo>
                    <a:pt x="1" y="5"/>
                    <a:pt x="2" y="4"/>
                    <a:pt x="3" y="3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6" y="2"/>
                    <a:pt x="8" y="2"/>
                    <a:pt x="9" y="3"/>
                  </a:cubicBezTo>
                  <a:cubicBezTo>
                    <a:pt x="10" y="4"/>
                    <a:pt x="11" y="5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9"/>
                    <a:pt x="15" y="12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6"/>
                    <a:pt x="14" y="4"/>
                    <a:pt x="13" y="3"/>
                  </a:cubicBezTo>
                  <a:cubicBezTo>
                    <a:pt x="11" y="1"/>
                    <a:pt x="9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7" y="1"/>
                    <a:pt x="9" y="0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lose/>
                  <a:moveTo>
                    <a:pt x="6" y="9"/>
                  </a:moveTo>
                  <a:cubicBezTo>
                    <a:pt x="6" y="9"/>
                    <a:pt x="6" y="10"/>
                    <a:pt x="6" y="10"/>
                  </a:cubicBezTo>
                  <a:cubicBezTo>
                    <a:pt x="7" y="10"/>
                    <a:pt x="8" y="11"/>
                    <a:pt x="9" y="11"/>
                  </a:cubicBezTo>
                  <a:cubicBezTo>
                    <a:pt x="10" y="10"/>
                    <a:pt x="10" y="9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8"/>
                    <a:pt x="7" y="8"/>
                    <a:pt x="6" y="9"/>
                  </a:cubicBezTo>
                  <a:close/>
                  <a:moveTo>
                    <a:pt x="7" y="13"/>
                  </a:moveTo>
                  <a:cubicBezTo>
                    <a:pt x="7" y="13"/>
                    <a:pt x="6" y="13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lose/>
                  <a:moveTo>
                    <a:pt x="6" y="13"/>
                  </a:moveTo>
                  <a:cubicBezTo>
                    <a:pt x="6" y="13"/>
                    <a:pt x="6" y="13"/>
                    <a:pt x="6" y="1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9" name="Freeform 898">
              <a:extLst>
                <a:ext uri="{FF2B5EF4-FFF2-40B4-BE49-F238E27FC236}">
                  <a16:creationId xmlns:a16="http://schemas.microsoft.com/office/drawing/2014/main" id="{05937D6B-6CCD-482D-8B75-ED75E04BB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189"/>
              <a:ext cx="40" cy="38"/>
            </a:xfrm>
            <a:custGeom>
              <a:avLst/>
              <a:gdLst>
                <a:gd name="T0" fmla="*/ 125 w 16"/>
                <a:gd name="T1" fmla="*/ 22 h 14"/>
                <a:gd name="T2" fmla="*/ 83 w 16"/>
                <a:gd name="T3" fmla="*/ 38 h 14"/>
                <a:gd name="T4" fmla="*/ 20 w 16"/>
                <a:gd name="T5" fmla="*/ 176 h 14"/>
                <a:gd name="T6" fmla="*/ 145 w 16"/>
                <a:gd name="T7" fmla="*/ 258 h 14"/>
                <a:gd name="T8" fmla="*/ 188 w 16"/>
                <a:gd name="T9" fmla="*/ 244 h 14"/>
                <a:gd name="T10" fmla="*/ 238 w 16"/>
                <a:gd name="T11" fmla="*/ 103 h 14"/>
                <a:gd name="T12" fmla="*/ 125 w 16"/>
                <a:gd name="T13" fmla="*/ 2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8" y="1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2" y="3"/>
                    <a:pt x="0" y="6"/>
                    <a:pt x="1" y="9"/>
                  </a:cubicBezTo>
                  <a:cubicBezTo>
                    <a:pt x="2" y="12"/>
                    <a:pt x="6" y="14"/>
                    <a:pt x="9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5" y="11"/>
                    <a:pt x="16" y="8"/>
                    <a:pt x="15" y="5"/>
                  </a:cubicBezTo>
                  <a:cubicBezTo>
                    <a:pt x="14" y="1"/>
                    <a:pt x="11" y="0"/>
                    <a:pt x="8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0" name="Freeform 899">
              <a:extLst>
                <a:ext uri="{FF2B5EF4-FFF2-40B4-BE49-F238E27FC236}">
                  <a16:creationId xmlns:a16="http://schemas.microsoft.com/office/drawing/2014/main" id="{B8E5BBEB-4D99-4617-9573-145AE03767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4" y="3003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0 w 14"/>
                <a:gd name="T3" fmla="*/ 111 h 14"/>
                <a:gd name="T4" fmla="*/ 0 w 14"/>
                <a:gd name="T5" fmla="*/ 132 h 14"/>
                <a:gd name="T6" fmla="*/ 20 w 14"/>
                <a:gd name="T7" fmla="*/ 148 h 14"/>
                <a:gd name="T8" fmla="*/ 20 w 14"/>
                <a:gd name="T9" fmla="*/ 148 h 14"/>
                <a:gd name="T10" fmla="*/ 50 w 14"/>
                <a:gd name="T11" fmla="*/ 238 h 14"/>
                <a:gd name="T12" fmla="*/ 158 w 14"/>
                <a:gd name="T13" fmla="*/ 238 h 14"/>
                <a:gd name="T14" fmla="*/ 220 w 14"/>
                <a:gd name="T15" fmla="*/ 132 h 14"/>
                <a:gd name="T16" fmla="*/ 220 w 14"/>
                <a:gd name="T17" fmla="*/ 111 h 14"/>
                <a:gd name="T18" fmla="*/ 208 w 14"/>
                <a:gd name="T19" fmla="*/ 56 h 14"/>
                <a:gd name="T20" fmla="*/ 175 w 14"/>
                <a:gd name="T21" fmla="*/ 34 h 14"/>
                <a:gd name="T22" fmla="*/ 175 w 14"/>
                <a:gd name="T23" fmla="*/ 34 h 14"/>
                <a:gd name="T24" fmla="*/ 175 w 14"/>
                <a:gd name="T25" fmla="*/ 34 h 14"/>
                <a:gd name="T26" fmla="*/ 145 w 14"/>
                <a:gd name="T27" fmla="*/ 21 h 14"/>
                <a:gd name="T28" fmla="*/ 20 w 14"/>
                <a:gd name="T29" fmla="*/ 90 h 14"/>
                <a:gd name="T30" fmla="*/ 83 w 14"/>
                <a:gd name="T31" fmla="*/ 56 h 14"/>
                <a:gd name="T32" fmla="*/ 83 w 14"/>
                <a:gd name="T33" fmla="*/ 56 h 14"/>
                <a:gd name="T34" fmla="*/ 83 w 14"/>
                <a:gd name="T35" fmla="*/ 56 h 14"/>
                <a:gd name="T36" fmla="*/ 83 w 14"/>
                <a:gd name="T37" fmla="*/ 56 h 14"/>
                <a:gd name="T38" fmla="*/ 145 w 14"/>
                <a:gd name="T39" fmla="*/ 56 h 14"/>
                <a:gd name="T40" fmla="*/ 158 w 14"/>
                <a:gd name="T41" fmla="*/ 56 h 14"/>
                <a:gd name="T42" fmla="*/ 188 w 14"/>
                <a:gd name="T43" fmla="*/ 90 h 14"/>
                <a:gd name="T44" fmla="*/ 208 w 14"/>
                <a:gd name="T45" fmla="*/ 148 h 14"/>
                <a:gd name="T46" fmla="*/ 188 w 14"/>
                <a:gd name="T47" fmla="*/ 182 h 14"/>
                <a:gd name="T48" fmla="*/ 113 w 14"/>
                <a:gd name="T49" fmla="*/ 225 h 14"/>
                <a:gd name="T50" fmla="*/ 83 w 14"/>
                <a:gd name="T51" fmla="*/ 204 h 14"/>
                <a:gd name="T52" fmla="*/ 63 w 14"/>
                <a:gd name="T53" fmla="*/ 148 h 14"/>
                <a:gd name="T54" fmla="*/ 63 w 14"/>
                <a:gd name="T55" fmla="*/ 132 h 14"/>
                <a:gd name="T56" fmla="*/ 145 w 14"/>
                <a:gd name="T57" fmla="*/ 56 h 14"/>
                <a:gd name="T58" fmla="*/ 158 w 14"/>
                <a:gd name="T59" fmla="*/ 56 h 14"/>
                <a:gd name="T60" fmla="*/ 145 w 14"/>
                <a:gd name="T61" fmla="*/ 56 h 14"/>
                <a:gd name="T62" fmla="*/ 145 w 14"/>
                <a:gd name="T63" fmla="*/ 56 h 14"/>
                <a:gd name="T64" fmla="*/ 125 w 14"/>
                <a:gd name="T65" fmla="*/ 238 h 14"/>
                <a:gd name="T66" fmla="*/ 125 w 14"/>
                <a:gd name="T67" fmla="*/ 238 h 14"/>
                <a:gd name="T68" fmla="*/ 125 w 14"/>
                <a:gd name="T69" fmla="*/ 238 h 14"/>
                <a:gd name="T70" fmla="*/ 125 w 14"/>
                <a:gd name="T71" fmla="*/ 238 h 1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1"/>
                    <a:pt x="3" y="13"/>
                  </a:cubicBezTo>
                  <a:cubicBezTo>
                    <a:pt x="6" y="14"/>
                    <a:pt x="9" y="14"/>
                    <a:pt x="10" y="13"/>
                  </a:cubicBezTo>
                  <a:cubicBezTo>
                    <a:pt x="11" y="13"/>
                    <a:pt x="13" y="11"/>
                    <a:pt x="14" y="7"/>
                  </a:cubicBezTo>
                  <a:cubicBezTo>
                    <a:pt x="14" y="7"/>
                    <a:pt x="14" y="7"/>
                    <a:pt x="14" y="6"/>
                  </a:cubicBezTo>
                  <a:cubicBezTo>
                    <a:pt x="14" y="5"/>
                    <a:pt x="14" y="4"/>
                    <a:pt x="13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9" y="1"/>
                  </a:cubicBezTo>
                  <a:cubicBezTo>
                    <a:pt x="7" y="0"/>
                    <a:pt x="2" y="0"/>
                    <a:pt x="1" y="5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  <a:moveTo>
                    <a:pt x="9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6"/>
                    <a:pt x="13" y="7"/>
                    <a:pt x="13" y="8"/>
                  </a:cubicBezTo>
                  <a:cubicBezTo>
                    <a:pt x="13" y="8"/>
                    <a:pt x="13" y="9"/>
                    <a:pt x="12" y="10"/>
                  </a:cubicBezTo>
                  <a:cubicBezTo>
                    <a:pt x="11" y="12"/>
                    <a:pt x="9" y="12"/>
                    <a:pt x="7" y="12"/>
                  </a:cubicBezTo>
                  <a:cubicBezTo>
                    <a:pt x="6" y="12"/>
                    <a:pt x="6" y="11"/>
                    <a:pt x="5" y="11"/>
                  </a:cubicBezTo>
                  <a:cubicBezTo>
                    <a:pt x="4" y="10"/>
                    <a:pt x="4" y="9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4" y="5"/>
                    <a:pt x="7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0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lose/>
                  <a:moveTo>
                    <a:pt x="8" y="13"/>
                  </a:move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1" name="Freeform 900">
              <a:extLst>
                <a:ext uri="{FF2B5EF4-FFF2-40B4-BE49-F238E27FC236}">
                  <a16:creationId xmlns:a16="http://schemas.microsoft.com/office/drawing/2014/main" id="{5BA07D91-E444-49BD-AB0B-554BF8F29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093"/>
              <a:ext cx="40" cy="38"/>
            </a:xfrm>
            <a:custGeom>
              <a:avLst/>
              <a:gdLst>
                <a:gd name="T0" fmla="*/ 95 w 16"/>
                <a:gd name="T1" fmla="*/ 22 h 14"/>
                <a:gd name="T2" fmla="*/ 63 w 16"/>
                <a:gd name="T3" fmla="*/ 60 h 14"/>
                <a:gd name="T4" fmla="*/ 33 w 16"/>
                <a:gd name="T5" fmla="*/ 220 h 14"/>
                <a:gd name="T6" fmla="*/ 158 w 16"/>
                <a:gd name="T7" fmla="*/ 258 h 14"/>
                <a:gd name="T8" fmla="*/ 188 w 16"/>
                <a:gd name="T9" fmla="*/ 220 h 14"/>
                <a:gd name="T10" fmla="*/ 220 w 16"/>
                <a:gd name="T11" fmla="*/ 60 h 14"/>
                <a:gd name="T12" fmla="*/ 95 w 16"/>
                <a:gd name="T13" fmla="*/ 2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6" y="1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1" y="5"/>
                    <a:pt x="0" y="8"/>
                    <a:pt x="2" y="11"/>
                  </a:cubicBezTo>
                  <a:cubicBezTo>
                    <a:pt x="4" y="14"/>
                    <a:pt x="7" y="14"/>
                    <a:pt x="10" y="13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5" y="9"/>
                    <a:pt x="16" y="6"/>
                    <a:pt x="14" y="3"/>
                  </a:cubicBezTo>
                  <a:cubicBezTo>
                    <a:pt x="12" y="0"/>
                    <a:pt x="9" y="0"/>
                    <a:pt x="6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2" name="Freeform 901">
              <a:extLst>
                <a:ext uri="{FF2B5EF4-FFF2-40B4-BE49-F238E27FC236}">
                  <a16:creationId xmlns:a16="http://schemas.microsoft.com/office/drawing/2014/main" id="{E5E0AB43-EE08-4162-8AC9-BF1F9843F0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5" y="3035"/>
              <a:ext cx="42" cy="48"/>
            </a:xfrm>
            <a:custGeom>
              <a:avLst/>
              <a:gdLst>
                <a:gd name="T0" fmla="*/ 104 w 17"/>
                <a:gd name="T1" fmla="*/ 0 h 18"/>
                <a:gd name="T2" fmla="*/ 30 w 17"/>
                <a:gd name="T3" fmla="*/ 93 h 18"/>
                <a:gd name="T4" fmla="*/ 30 w 17"/>
                <a:gd name="T5" fmla="*/ 93 h 18"/>
                <a:gd name="T6" fmla="*/ 12 w 17"/>
                <a:gd name="T7" fmla="*/ 136 h 18"/>
                <a:gd name="T8" fmla="*/ 0 w 17"/>
                <a:gd name="T9" fmla="*/ 171 h 18"/>
                <a:gd name="T10" fmla="*/ 0 w 17"/>
                <a:gd name="T11" fmla="*/ 192 h 18"/>
                <a:gd name="T12" fmla="*/ 74 w 17"/>
                <a:gd name="T13" fmla="*/ 320 h 18"/>
                <a:gd name="T14" fmla="*/ 183 w 17"/>
                <a:gd name="T15" fmla="*/ 285 h 18"/>
                <a:gd name="T16" fmla="*/ 195 w 17"/>
                <a:gd name="T17" fmla="*/ 56 h 18"/>
                <a:gd name="T18" fmla="*/ 104 w 17"/>
                <a:gd name="T19" fmla="*/ 0 h 18"/>
                <a:gd name="T20" fmla="*/ 62 w 17"/>
                <a:gd name="T21" fmla="*/ 115 h 18"/>
                <a:gd name="T22" fmla="*/ 153 w 17"/>
                <a:gd name="T23" fmla="*/ 115 h 18"/>
                <a:gd name="T24" fmla="*/ 183 w 17"/>
                <a:gd name="T25" fmla="*/ 192 h 18"/>
                <a:gd name="T26" fmla="*/ 183 w 17"/>
                <a:gd name="T27" fmla="*/ 192 h 18"/>
                <a:gd name="T28" fmla="*/ 166 w 17"/>
                <a:gd name="T29" fmla="*/ 205 h 18"/>
                <a:gd name="T30" fmla="*/ 195 w 17"/>
                <a:gd name="T31" fmla="*/ 192 h 18"/>
                <a:gd name="T32" fmla="*/ 166 w 17"/>
                <a:gd name="T33" fmla="*/ 205 h 18"/>
                <a:gd name="T34" fmla="*/ 166 w 17"/>
                <a:gd name="T35" fmla="*/ 227 h 18"/>
                <a:gd name="T36" fmla="*/ 121 w 17"/>
                <a:gd name="T37" fmla="*/ 264 h 18"/>
                <a:gd name="T38" fmla="*/ 121 w 17"/>
                <a:gd name="T39" fmla="*/ 264 h 18"/>
                <a:gd name="T40" fmla="*/ 91 w 17"/>
                <a:gd name="T41" fmla="*/ 248 h 18"/>
                <a:gd name="T42" fmla="*/ 91 w 17"/>
                <a:gd name="T43" fmla="*/ 248 h 18"/>
                <a:gd name="T44" fmla="*/ 104 w 17"/>
                <a:gd name="T45" fmla="*/ 248 h 18"/>
                <a:gd name="T46" fmla="*/ 42 w 17"/>
                <a:gd name="T47" fmla="*/ 171 h 18"/>
                <a:gd name="T48" fmla="*/ 62 w 17"/>
                <a:gd name="T49" fmla="*/ 115 h 18"/>
                <a:gd name="T50" fmla="*/ 104 w 17"/>
                <a:gd name="T51" fmla="*/ 248 h 18"/>
                <a:gd name="T52" fmla="*/ 121 w 17"/>
                <a:gd name="T53" fmla="*/ 264 h 18"/>
                <a:gd name="T54" fmla="*/ 153 w 17"/>
                <a:gd name="T55" fmla="*/ 248 h 18"/>
                <a:gd name="T56" fmla="*/ 166 w 17"/>
                <a:gd name="T57" fmla="*/ 205 h 18"/>
                <a:gd name="T58" fmla="*/ 166 w 17"/>
                <a:gd name="T59" fmla="*/ 205 h 18"/>
                <a:gd name="T60" fmla="*/ 104 w 17"/>
                <a:gd name="T61" fmla="*/ 248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18">
                  <a:moveTo>
                    <a:pt x="7" y="0"/>
                  </a:moveTo>
                  <a:cubicBezTo>
                    <a:pt x="4" y="1"/>
                    <a:pt x="3" y="2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3"/>
                    <a:pt x="2" y="16"/>
                    <a:pt x="5" y="17"/>
                  </a:cubicBezTo>
                  <a:cubicBezTo>
                    <a:pt x="7" y="18"/>
                    <a:pt x="10" y="17"/>
                    <a:pt x="12" y="15"/>
                  </a:cubicBezTo>
                  <a:cubicBezTo>
                    <a:pt x="15" y="13"/>
                    <a:pt x="17" y="9"/>
                    <a:pt x="13" y="3"/>
                  </a:cubicBezTo>
                  <a:cubicBezTo>
                    <a:pt x="11" y="2"/>
                    <a:pt x="9" y="0"/>
                    <a:pt x="7" y="0"/>
                  </a:cubicBezTo>
                  <a:close/>
                  <a:moveTo>
                    <a:pt x="4" y="6"/>
                  </a:moveTo>
                  <a:cubicBezTo>
                    <a:pt x="6" y="5"/>
                    <a:pt x="7" y="5"/>
                    <a:pt x="10" y="6"/>
                  </a:cubicBezTo>
                  <a:cubicBezTo>
                    <a:pt x="11" y="7"/>
                    <a:pt x="12" y="8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1"/>
                    <a:pt x="11" y="11"/>
                  </a:cubicBezTo>
                  <a:cubicBezTo>
                    <a:pt x="12" y="11"/>
                    <a:pt x="12" y="10"/>
                    <a:pt x="13" y="10"/>
                  </a:cubicBezTo>
                  <a:cubicBezTo>
                    <a:pt x="13" y="10"/>
                    <a:pt x="12" y="11"/>
                    <a:pt x="11" y="11"/>
                  </a:cubicBezTo>
                  <a:cubicBezTo>
                    <a:pt x="11" y="11"/>
                    <a:pt x="11" y="12"/>
                    <a:pt x="11" y="12"/>
                  </a:cubicBezTo>
                  <a:cubicBezTo>
                    <a:pt x="11" y="13"/>
                    <a:pt x="9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4"/>
                    <a:pt x="7" y="14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5" y="13"/>
                    <a:pt x="4" y="11"/>
                    <a:pt x="3" y="9"/>
                  </a:cubicBezTo>
                  <a:cubicBezTo>
                    <a:pt x="4" y="8"/>
                    <a:pt x="4" y="7"/>
                    <a:pt x="4" y="6"/>
                  </a:cubicBezTo>
                  <a:close/>
                  <a:moveTo>
                    <a:pt x="7" y="13"/>
                  </a:moveTo>
                  <a:cubicBezTo>
                    <a:pt x="7" y="13"/>
                    <a:pt x="8" y="14"/>
                    <a:pt x="8" y="14"/>
                  </a:cubicBezTo>
                  <a:cubicBezTo>
                    <a:pt x="8" y="14"/>
                    <a:pt x="9" y="13"/>
                    <a:pt x="10" y="13"/>
                  </a:cubicBezTo>
                  <a:cubicBezTo>
                    <a:pt x="10" y="13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2"/>
                    <a:pt x="9" y="13"/>
                    <a:pt x="7" y="1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3" name="Freeform 902">
              <a:extLst>
                <a:ext uri="{FF2B5EF4-FFF2-40B4-BE49-F238E27FC236}">
                  <a16:creationId xmlns:a16="http://schemas.microsoft.com/office/drawing/2014/main" id="{77303F66-369F-489F-93F3-30E5652D00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5" y="3059"/>
              <a:ext cx="45" cy="53"/>
            </a:xfrm>
            <a:custGeom>
              <a:avLst/>
              <a:gdLst>
                <a:gd name="T0" fmla="*/ 50 w 18"/>
                <a:gd name="T1" fmla="*/ 21 h 20"/>
                <a:gd name="T2" fmla="*/ 0 w 18"/>
                <a:gd name="T3" fmla="*/ 148 h 20"/>
                <a:gd name="T4" fmla="*/ 20 w 18"/>
                <a:gd name="T5" fmla="*/ 204 h 20"/>
                <a:gd name="T6" fmla="*/ 20 w 18"/>
                <a:gd name="T7" fmla="*/ 225 h 20"/>
                <a:gd name="T8" fmla="*/ 95 w 18"/>
                <a:gd name="T9" fmla="*/ 352 h 20"/>
                <a:gd name="T10" fmla="*/ 250 w 18"/>
                <a:gd name="T11" fmla="*/ 239 h 20"/>
                <a:gd name="T12" fmla="*/ 145 w 18"/>
                <a:gd name="T13" fmla="*/ 21 h 20"/>
                <a:gd name="T14" fmla="*/ 50 w 18"/>
                <a:gd name="T15" fmla="*/ 21 h 20"/>
                <a:gd name="T16" fmla="*/ 145 w 18"/>
                <a:gd name="T17" fmla="*/ 148 h 20"/>
                <a:gd name="T18" fmla="*/ 175 w 18"/>
                <a:gd name="T19" fmla="*/ 170 h 20"/>
                <a:gd name="T20" fmla="*/ 158 w 18"/>
                <a:gd name="T21" fmla="*/ 204 h 20"/>
                <a:gd name="T22" fmla="*/ 83 w 18"/>
                <a:gd name="T23" fmla="*/ 225 h 20"/>
                <a:gd name="T24" fmla="*/ 83 w 18"/>
                <a:gd name="T25" fmla="*/ 191 h 20"/>
                <a:gd name="T26" fmla="*/ 83 w 18"/>
                <a:gd name="T27" fmla="*/ 191 h 20"/>
                <a:gd name="T28" fmla="*/ 83 w 18"/>
                <a:gd name="T29" fmla="*/ 170 h 20"/>
                <a:gd name="T30" fmla="*/ 83 w 18"/>
                <a:gd name="T31" fmla="*/ 170 h 20"/>
                <a:gd name="T32" fmla="*/ 145 w 18"/>
                <a:gd name="T33" fmla="*/ 148 h 20"/>
                <a:gd name="T34" fmla="*/ 158 w 18"/>
                <a:gd name="T35" fmla="*/ 281 h 20"/>
                <a:gd name="T36" fmla="*/ 188 w 18"/>
                <a:gd name="T37" fmla="*/ 204 h 20"/>
                <a:gd name="T38" fmla="*/ 188 w 18"/>
                <a:gd name="T39" fmla="*/ 225 h 20"/>
                <a:gd name="T40" fmla="*/ 188 w 18"/>
                <a:gd name="T41" fmla="*/ 225 h 20"/>
                <a:gd name="T42" fmla="*/ 175 w 18"/>
                <a:gd name="T43" fmla="*/ 281 h 20"/>
                <a:gd name="T44" fmla="*/ 125 w 18"/>
                <a:gd name="T45" fmla="*/ 294 h 20"/>
                <a:gd name="T46" fmla="*/ 125 w 18"/>
                <a:gd name="T47" fmla="*/ 294 h 20"/>
                <a:gd name="T48" fmla="*/ 158 w 18"/>
                <a:gd name="T49" fmla="*/ 281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" h="20">
                  <a:moveTo>
                    <a:pt x="3" y="1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1" y="11"/>
                    <a:pt x="1" y="11"/>
                    <a:pt x="1" y="12"/>
                  </a:cubicBezTo>
                  <a:cubicBezTo>
                    <a:pt x="1" y="16"/>
                    <a:pt x="3" y="18"/>
                    <a:pt x="6" y="19"/>
                  </a:cubicBezTo>
                  <a:cubicBezTo>
                    <a:pt x="10" y="20"/>
                    <a:pt x="14" y="18"/>
                    <a:pt x="16" y="13"/>
                  </a:cubicBezTo>
                  <a:cubicBezTo>
                    <a:pt x="18" y="9"/>
                    <a:pt x="16" y="4"/>
                    <a:pt x="9" y="1"/>
                  </a:cubicBezTo>
                  <a:cubicBezTo>
                    <a:pt x="7" y="0"/>
                    <a:pt x="5" y="0"/>
                    <a:pt x="3" y="1"/>
                  </a:cubicBezTo>
                  <a:close/>
                  <a:moveTo>
                    <a:pt x="9" y="8"/>
                  </a:moveTo>
                  <a:cubicBezTo>
                    <a:pt x="10" y="8"/>
                    <a:pt x="11" y="9"/>
                    <a:pt x="11" y="9"/>
                  </a:cubicBezTo>
                  <a:cubicBezTo>
                    <a:pt x="11" y="10"/>
                    <a:pt x="11" y="10"/>
                    <a:pt x="10" y="11"/>
                  </a:cubicBezTo>
                  <a:cubicBezTo>
                    <a:pt x="9" y="12"/>
                    <a:pt x="7" y="12"/>
                    <a:pt x="5" y="12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8" y="7"/>
                    <a:pt x="9" y="8"/>
                  </a:cubicBezTo>
                  <a:close/>
                  <a:moveTo>
                    <a:pt x="10" y="15"/>
                  </a:moveTo>
                  <a:cubicBezTo>
                    <a:pt x="11" y="14"/>
                    <a:pt x="12" y="13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10" y="16"/>
                    <a:pt x="9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6"/>
                    <a:pt x="9" y="15"/>
                    <a:pt x="10" y="1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4" name="Freeform 903">
              <a:extLst>
                <a:ext uri="{FF2B5EF4-FFF2-40B4-BE49-F238E27FC236}">
                  <a16:creationId xmlns:a16="http://schemas.microsoft.com/office/drawing/2014/main" id="{F4FC5B66-4740-40BF-94D5-A49929326C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2" y="3112"/>
              <a:ext cx="40" cy="51"/>
            </a:xfrm>
            <a:custGeom>
              <a:avLst/>
              <a:gdLst>
                <a:gd name="T0" fmla="*/ 83 w 16"/>
                <a:gd name="T1" fmla="*/ 35 h 19"/>
                <a:gd name="T2" fmla="*/ 63 w 16"/>
                <a:gd name="T3" fmla="*/ 35 h 19"/>
                <a:gd name="T4" fmla="*/ 50 w 16"/>
                <a:gd name="T5" fmla="*/ 56 h 19"/>
                <a:gd name="T6" fmla="*/ 33 w 16"/>
                <a:gd name="T7" fmla="*/ 115 h 19"/>
                <a:gd name="T8" fmla="*/ 0 w 16"/>
                <a:gd name="T9" fmla="*/ 172 h 19"/>
                <a:gd name="T10" fmla="*/ 0 w 16"/>
                <a:gd name="T11" fmla="*/ 217 h 19"/>
                <a:gd name="T12" fmla="*/ 0 w 16"/>
                <a:gd name="T13" fmla="*/ 252 h 19"/>
                <a:gd name="T14" fmla="*/ 20 w 16"/>
                <a:gd name="T15" fmla="*/ 287 h 19"/>
                <a:gd name="T16" fmla="*/ 63 w 16"/>
                <a:gd name="T17" fmla="*/ 346 h 19"/>
                <a:gd name="T18" fmla="*/ 175 w 16"/>
                <a:gd name="T19" fmla="*/ 330 h 19"/>
                <a:gd name="T20" fmla="*/ 220 w 16"/>
                <a:gd name="T21" fmla="*/ 81 h 19"/>
                <a:gd name="T22" fmla="*/ 158 w 16"/>
                <a:gd name="T23" fmla="*/ 0 h 19"/>
                <a:gd name="T24" fmla="*/ 83 w 16"/>
                <a:gd name="T25" fmla="*/ 35 h 19"/>
                <a:gd name="T26" fmla="*/ 125 w 16"/>
                <a:gd name="T27" fmla="*/ 94 h 19"/>
                <a:gd name="T28" fmla="*/ 188 w 16"/>
                <a:gd name="T29" fmla="*/ 193 h 19"/>
                <a:gd name="T30" fmla="*/ 188 w 16"/>
                <a:gd name="T31" fmla="*/ 193 h 19"/>
                <a:gd name="T32" fmla="*/ 175 w 16"/>
                <a:gd name="T33" fmla="*/ 217 h 19"/>
                <a:gd name="T34" fmla="*/ 113 w 16"/>
                <a:gd name="T35" fmla="*/ 231 h 19"/>
                <a:gd name="T36" fmla="*/ 63 w 16"/>
                <a:gd name="T37" fmla="*/ 172 h 19"/>
                <a:gd name="T38" fmla="*/ 63 w 16"/>
                <a:gd name="T39" fmla="*/ 172 h 19"/>
                <a:gd name="T40" fmla="*/ 83 w 16"/>
                <a:gd name="T41" fmla="*/ 137 h 19"/>
                <a:gd name="T42" fmla="*/ 125 w 16"/>
                <a:gd name="T43" fmla="*/ 94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19">
                  <a:moveTo>
                    <a:pt x="5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4"/>
                    <a:pt x="2" y="5"/>
                    <a:pt x="2" y="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1" y="14"/>
                    <a:pt x="1" y="15"/>
                  </a:cubicBezTo>
                  <a:cubicBezTo>
                    <a:pt x="2" y="16"/>
                    <a:pt x="3" y="18"/>
                    <a:pt x="4" y="18"/>
                  </a:cubicBezTo>
                  <a:cubicBezTo>
                    <a:pt x="6" y="19"/>
                    <a:pt x="9" y="18"/>
                    <a:pt x="11" y="17"/>
                  </a:cubicBezTo>
                  <a:cubicBezTo>
                    <a:pt x="15" y="13"/>
                    <a:pt x="16" y="9"/>
                    <a:pt x="14" y="4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8" y="0"/>
                    <a:pt x="6" y="0"/>
                    <a:pt x="5" y="2"/>
                  </a:cubicBezTo>
                  <a:close/>
                  <a:moveTo>
                    <a:pt x="8" y="5"/>
                  </a:moveTo>
                  <a:cubicBezTo>
                    <a:pt x="10" y="6"/>
                    <a:pt x="12" y="8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1"/>
                    <a:pt x="11" y="11"/>
                  </a:cubicBezTo>
                  <a:cubicBezTo>
                    <a:pt x="10" y="12"/>
                    <a:pt x="8" y="12"/>
                    <a:pt x="7" y="12"/>
                  </a:cubicBezTo>
                  <a:cubicBezTo>
                    <a:pt x="5" y="11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4" y="7"/>
                    <a:pt x="5" y="7"/>
                  </a:cubicBezTo>
                  <a:cubicBezTo>
                    <a:pt x="6" y="6"/>
                    <a:pt x="7" y="5"/>
                    <a:pt x="8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5" name="Freeform 904">
              <a:extLst>
                <a:ext uri="{FF2B5EF4-FFF2-40B4-BE49-F238E27FC236}">
                  <a16:creationId xmlns:a16="http://schemas.microsoft.com/office/drawing/2014/main" id="{E0BEBDBA-889D-4F90-BC40-1A3156B19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3197"/>
              <a:ext cx="40" cy="38"/>
            </a:xfrm>
            <a:custGeom>
              <a:avLst/>
              <a:gdLst>
                <a:gd name="T0" fmla="*/ 83 w 16"/>
                <a:gd name="T1" fmla="*/ 38 h 14"/>
                <a:gd name="T2" fmla="*/ 20 w 16"/>
                <a:gd name="T3" fmla="*/ 176 h 14"/>
                <a:gd name="T4" fmla="*/ 113 w 16"/>
                <a:gd name="T5" fmla="*/ 258 h 14"/>
                <a:gd name="T6" fmla="*/ 188 w 16"/>
                <a:gd name="T7" fmla="*/ 258 h 14"/>
                <a:gd name="T8" fmla="*/ 238 w 16"/>
                <a:gd name="T9" fmla="*/ 103 h 14"/>
                <a:gd name="T10" fmla="*/ 83 w 16"/>
                <a:gd name="T11" fmla="*/ 3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5" y="2"/>
                  </a:moveTo>
                  <a:cubicBezTo>
                    <a:pt x="2" y="2"/>
                    <a:pt x="0" y="6"/>
                    <a:pt x="1" y="9"/>
                  </a:cubicBezTo>
                  <a:cubicBezTo>
                    <a:pt x="2" y="11"/>
                    <a:pt x="4" y="13"/>
                    <a:pt x="7" y="13"/>
                  </a:cubicBezTo>
                  <a:cubicBezTo>
                    <a:pt x="8" y="14"/>
                    <a:pt x="10" y="14"/>
                    <a:pt x="12" y="13"/>
                  </a:cubicBezTo>
                  <a:cubicBezTo>
                    <a:pt x="15" y="12"/>
                    <a:pt x="16" y="8"/>
                    <a:pt x="15" y="5"/>
                  </a:cubicBezTo>
                  <a:cubicBezTo>
                    <a:pt x="13" y="2"/>
                    <a:pt x="9" y="0"/>
                    <a:pt x="5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6" name="Freeform 905">
              <a:extLst>
                <a:ext uri="{FF2B5EF4-FFF2-40B4-BE49-F238E27FC236}">
                  <a16:creationId xmlns:a16="http://schemas.microsoft.com/office/drawing/2014/main" id="{080BE16B-D3FA-4B11-83AB-E302AB2705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7" y="3112"/>
              <a:ext cx="48" cy="56"/>
            </a:xfrm>
            <a:custGeom>
              <a:avLst/>
              <a:gdLst>
                <a:gd name="T0" fmla="*/ 114 w 19"/>
                <a:gd name="T1" fmla="*/ 21 h 21"/>
                <a:gd name="T2" fmla="*/ 63 w 19"/>
                <a:gd name="T3" fmla="*/ 93 h 21"/>
                <a:gd name="T4" fmla="*/ 20 w 19"/>
                <a:gd name="T5" fmla="*/ 171 h 21"/>
                <a:gd name="T6" fmla="*/ 0 w 19"/>
                <a:gd name="T7" fmla="*/ 227 h 21"/>
                <a:gd name="T8" fmla="*/ 63 w 19"/>
                <a:gd name="T9" fmla="*/ 363 h 21"/>
                <a:gd name="T10" fmla="*/ 210 w 19"/>
                <a:gd name="T11" fmla="*/ 363 h 21"/>
                <a:gd name="T12" fmla="*/ 306 w 19"/>
                <a:gd name="T13" fmla="*/ 205 h 21"/>
                <a:gd name="T14" fmla="*/ 306 w 19"/>
                <a:gd name="T15" fmla="*/ 192 h 21"/>
                <a:gd name="T16" fmla="*/ 243 w 19"/>
                <a:gd name="T17" fmla="*/ 77 h 21"/>
                <a:gd name="T18" fmla="*/ 222 w 19"/>
                <a:gd name="T19" fmla="*/ 35 h 21"/>
                <a:gd name="T20" fmla="*/ 210 w 19"/>
                <a:gd name="T21" fmla="*/ 21 h 21"/>
                <a:gd name="T22" fmla="*/ 114 w 19"/>
                <a:gd name="T23" fmla="*/ 21 h 21"/>
                <a:gd name="T24" fmla="*/ 114 w 19"/>
                <a:gd name="T25" fmla="*/ 192 h 21"/>
                <a:gd name="T26" fmla="*/ 114 w 19"/>
                <a:gd name="T27" fmla="*/ 171 h 21"/>
                <a:gd name="T28" fmla="*/ 159 w 19"/>
                <a:gd name="T29" fmla="*/ 171 h 21"/>
                <a:gd name="T30" fmla="*/ 192 w 19"/>
                <a:gd name="T31" fmla="*/ 227 h 21"/>
                <a:gd name="T32" fmla="*/ 114 w 19"/>
                <a:gd name="T33" fmla="*/ 205 h 21"/>
                <a:gd name="T34" fmla="*/ 114 w 19"/>
                <a:gd name="T35" fmla="*/ 192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" h="21">
                  <a:moveTo>
                    <a:pt x="7" y="1"/>
                  </a:moveTo>
                  <a:cubicBezTo>
                    <a:pt x="6" y="2"/>
                    <a:pt x="5" y="3"/>
                    <a:pt x="4" y="5"/>
                  </a:cubicBezTo>
                  <a:cubicBezTo>
                    <a:pt x="3" y="6"/>
                    <a:pt x="1" y="8"/>
                    <a:pt x="1" y="9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5"/>
                    <a:pt x="2" y="17"/>
                    <a:pt x="4" y="19"/>
                  </a:cubicBezTo>
                  <a:cubicBezTo>
                    <a:pt x="6" y="21"/>
                    <a:pt x="10" y="21"/>
                    <a:pt x="13" y="19"/>
                  </a:cubicBezTo>
                  <a:cubicBezTo>
                    <a:pt x="16" y="17"/>
                    <a:pt x="18" y="14"/>
                    <a:pt x="19" y="11"/>
                  </a:cubicBezTo>
                  <a:cubicBezTo>
                    <a:pt x="19" y="11"/>
                    <a:pt x="19" y="11"/>
                    <a:pt x="19" y="10"/>
                  </a:cubicBezTo>
                  <a:cubicBezTo>
                    <a:pt x="19" y="8"/>
                    <a:pt x="17" y="6"/>
                    <a:pt x="15" y="4"/>
                  </a:cubicBezTo>
                  <a:cubicBezTo>
                    <a:pt x="15" y="3"/>
                    <a:pt x="15" y="3"/>
                    <a:pt x="14" y="2"/>
                  </a:cubicBezTo>
                  <a:cubicBezTo>
                    <a:pt x="14" y="2"/>
                    <a:pt x="14" y="2"/>
                    <a:pt x="13" y="1"/>
                  </a:cubicBezTo>
                  <a:cubicBezTo>
                    <a:pt x="12" y="0"/>
                    <a:pt x="9" y="0"/>
                    <a:pt x="7" y="1"/>
                  </a:cubicBezTo>
                  <a:close/>
                  <a:moveTo>
                    <a:pt x="7" y="10"/>
                  </a:moveTo>
                  <a:cubicBezTo>
                    <a:pt x="7" y="10"/>
                    <a:pt x="7" y="9"/>
                    <a:pt x="7" y="9"/>
                  </a:cubicBezTo>
                  <a:cubicBezTo>
                    <a:pt x="8" y="9"/>
                    <a:pt x="9" y="9"/>
                    <a:pt x="10" y="9"/>
                  </a:cubicBezTo>
                  <a:cubicBezTo>
                    <a:pt x="11" y="10"/>
                    <a:pt x="12" y="11"/>
                    <a:pt x="12" y="12"/>
                  </a:cubicBezTo>
                  <a:cubicBezTo>
                    <a:pt x="10" y="12"/>
                    <a:pt x="8" y="12"/>
                    <a:pt x="7" y="11"/>
                  </a:cubicBezTo>
                  <a:cubicBezTo>
                    <a:pt x="7" y="11"/>
                    <a:pt x="7" y="11"/>
                    <a:pt x="7" y="1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7" name="Freeform 906">
              <a:extLst>
                <a:ext uri="{FF2B5EF4-FFF2-40B4-BE49-F238E27FC236}">
                  <a16:creationId xmlns:a16="http://schemas.microsoft.com/office/drawing/2014/main" id="{25D6FB1B-E06B-4523-A3E3-57755552F6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2" y="3123"/>
              <a:ext cx="45" cy="61"/>
            </a:xfrm>
            <a:custGeom>
              <a:avLst/>
              <a:gdLst>
                <a:gd name="T0" fmla="*/ 125 w 18"/>
                <a:gd name="T1" fmla="*/ 21 h 23"/>
                <a:gd name="T2" fmla="*/ 50 w 18"/>
                <a:gd name="T3" fmla="*/ 90 h 23"/>
                <a:gd name="T4" fmla="*/ 33 w 18"/>
                <a:gd name="T5" fmla="*/ 204 h 23"/>
                <a:gd name="T6" fmla="*/ 113 w 18"/>
                <a:gd name="T7" fmla="*/ 77 h 23"/>
                <a:gd name="T8" fmla="*/ 208 w 18"/>
                <a:gd name="T9" fmla="*/ 133 h 23"/>
                <a:gd name="T10" fmla="*/ 208 w 18"/>
                <a:gd name="T11" fmla="*/ 149 h 23"/>
                <a:gd name="T12" fmla="*/ 208 w 18"/>
                <a:gd name="T13" fmla="*/ 170 h 23"/>
                <a:gd name="T14" fmla="*/ 113 w 18"/>
                <a:gd name="T15" fmla="*/ 149 h 23"/>
                <a:gd name="T16" fmla="*/ 63 w 18"/>
                <a:gd name="T17" fmla="*/ 191 h 23"/>
                <a:gd name="T18" fmla="*/ 63 w 18"/>
                <a:gd name="T19" fmla="*/ 170 h 23"/>
                <a:gd name="T20" fmla="*/ 63 w 18"/>
                <a:gd name="T21" fmla="*/ 191 h 23"/>
                <a:gd name="T22" fmla="*/ 0 w 18"/>
                <a:gd name="T23" fmla="*/ 294 h 23"/>
                <a:gd name="T24" fmla="*/ 0 w 18"/>
                <a:gd name="T25" fmla="*/ 316 h 23"/>
                <a:gd name="T26" fmla="*/ 33 w 18"/>
                <a:gd name="T27" fmla="*/ 395 h 23"/>
                <a:gd name="T28" fmla="*/ 113 w 18"/>
                <a:gd name="T29" fmla="*/ 430 h 23"/>
                <a:gd name="T30" fmla="*/ 125 w 18"/>
                <a:gd name="T31" fmla="*/ 408 h 23"/>
                <a:gd name="T32" fmla="*/ 250 w 18"/>
                <a:gd name="T33" fmla="*/ 353 h 23"/>
                <a:gd name="T34" fmla="*/ 283 w 18"/>
                <a:gd name="T35" fmla="*/ 294 h 23"/>
                <a:gd name="T36" fmla="*/ 250 w 18"/>
                <a:gd name="T37" fmla="*/ 225 h 23"/>
                <a:gd name="T38" fmla="*/ 250 w 18"/>
                <a:gd name="T39" fmla="*/ 225 h 23"/>
                <a:gd name="T40" fmla="*/ 250 w 18"/>
                <a:gd name="T41" fmla="*/ 204 h 23"/>
                <a:gd name="T42" fmla="*/ 238 w 18"/>
                <a:gd name="T43" fmla="*/ 90 h 23"/>
                <a:gd name="T44" fmla="*/ 188 w 18"/>
                <a:gd name="T45" fmla="*/ 21 h 23"/>
                <a:gd name="T46" fmla="*/ 125 w 18"/>
                <a:gd name="T47" fmla="*/ 21 h 23"/>
                <a:gd name="T48" fmla="*/ 113 w 18"/>
                <a:gd name="T49" fmla="*/ 225 h 23"/>
                <a:gd name="T50" fmla="*/ 113 w 18"/>
                <a:gd name="T51" fmla="*/ 225 h 23"/>
                <a:gd name="T52" fmla="*/ 158 w 18"/>
                <a:gd name="T53" fmla="*/ 239 h 23"/>
                <a:gd name="T54" fmla="*/ 113 w 18"/>
                <a:gd name="T55" fmla="*/ 225 h 23"/>
                <a:gd name="T56" fmla="*/ 113 w 18"/>
                <a:gd name="T57" fmla="*/ 225 h 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" h="23">
                  <a:moveTo>
                    <a:pt x="8" y="1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8"/>
                    <a:pt x="4" y="5"/>
                    <a:pt x="7" y="4"/>
                  </a:cubicBezTo>
                  <a:cubicBezTo>
                    <a:pt x="10" y="4"/>
                    <a:pt x="12" y="4"/>
                    <a:pt x="13" y="7"/>
                  </a:cubicBezTo>
                  <a:cubicBezTo>
                    <a:pt x="13" y="7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8"/>
                    <a:pt x="9" y="7"/>
                    <a:pt x="7" y="8"/>
                  </a:cubicBezTo>
                  <a:cubicBezTo>
                    <a:pt x="6" y="8"/>
                    <a:pt x="5" y="9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2" y="11"/>
                    <a:pt x="1" y="13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3" y="22"/>
                    <a:pt x="5" y="23"/>
                    <a:pt x="7" y="23"/>
                  </a:cubicBezTo>
                  <a:cubicBezTo>
                    <a:pt x="7" y="23"/>
                    <a:pt x="8" y="22"/>
                    <a:pt x="8" y="22"/>
                  </a:cubicBezTo>
                  <a:cubicBezTo>
                    <a:pt x="11" y="23"/>
                    <a:pt x="14" y="22"/>
                    <a:pt x="16" y="19"/>
                  </a:cubicBezTo>
                  <a:cubicBezTo>
                    <a:pt x="17" y="18"/>
                    <a:pt x="18" y="17"/>
                    <a:pt x="18" y="16"/>
                  </a:cubicBezTo>
                  <a:cubicBezTo>
                    <a:pt x="18" y="14"/>
                    <a:pt x="17" y="13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9"/>
                    <a:pt x="16" y="7"/>
                    <a:pt x="15" y="5"/>
                  </a:cubicBezTo>
                  <a:cubicBezTo>
                    <a:pt x="14" y="3"/>
                    <a:pt x="14" y="1"/>
                    <a:pt x="12" y="1"/>
                  </a:cubicBezTo>
                  <a:cubicBezTo>
                    <a:pt x="10" y="0"/>
                    <a:pt x="9" y="0"/>
                    <a:pt x="8" y="1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9" y="12"/>
                    <a:pt x="10" y="13"/>
                  </a:cubicBezTo>
                  <a:cubicBezTo>
                    <a:pt x="9" y="13"/>
                    <a:pt x="8" y="13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8" name="Freeform 907">
              <a:extLst>
                <a:ext uri="{FF2B5EF4-FFF2-40B4-BE49-F238E27FC236}">
                  <a16:creationId xmlns:a16="http://schemas.microsoft.com/office/drawing/2014/main" id="{D46F44E8-6BC7-4C16-90B2-3B51C133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208"/>
              <a:ext cx="25" cy="35"/>
            </a:xfrm>
            <a:custGeom>
              <a:avLst/>
              <a:gdLst>
                <a:gd name="T0" fmla="*/ 63 w 10"/>
                <a:gd name="T1" fmla="*/ 22 h 13"/>
                <a:gd name="T2" fmla="*/ 20 w 10"/>
                <a:gd name="T3" fmla="*/ 159 h 13"/>
                <a:gd name="T4" fmla="*/ 145 w 10"/>
                <a:gd name="T5" fmla="*/ 232 h 13"/>
                <a:gd name="T6" fmla="*/ 158 w 10"/>
                <a:gd name="T7" fmla="*/ 232 h 13"/>
                <a:gd name="T8" fmla="*/ 63 w 10"/>
                <a:gd name="T9" fmla="*/ 137 h 13"/>
                <a:gd name="T10" fmla="*/ 158 w 10"/>
                <a:gd name="T11" fmla="*/ 0 h 13"/>
                <a:gd name="T12" fmla="*/ 63 w 10"/>
                <a:gd name="T13" fmla="*/ 2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3">
                  <a:moveTo>
                    <a:pt x="4" y="1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1" y="11"/>
                    <a:pt x="5" y="13"/>
                    <a:pt x="9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7" y="12"/>
                    <a:pt x="5" y="10"/>
                    <a:pt x="4" y="7"/>
                  </a:cubicBezTo>
                  <a:cubicBezTo>
                    <a:pt x="4" y="4"/>
                    <a:pt x="7" y="1"/>
                    <a:pt x="10" y="0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9" name="Freeform 908">
              <a:extLst>
                <a:ext uri="{FF2B5EF4-FFF2-40B4-BE49-F238E27FC236}">
                  <a16:creationId xmlns:a16="http://schemas.microsoft.com/office/drawing/2014/main" id="{DEBBABB6-111E-491D-86B2-D84943F5E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165"/>
              <a:ext cx="40" cy="46"/>
            </a:xfrm>
            <a:custGeom>
              <a:avLst/>
              <a:gdLst>
                <a:gd name="T0" fmla="*/ 33 w 16"/>
                <a:gd name="T1" fmla="*/ 81 h 17"/>
                <a:gd name="T2" fmla="*/ 33 w 16"/>
                <a:gd name="T3" fmla="*/ 103 h 17"/>
                <a:gd name="T4" fmla="*/ 20 w 16"/>
                <a:gd name="T5" fmla="*/ 162 h 17"/>
                <a:gd name="T6" fmla="*/ 20 w 16"/>
                <a:gd name="T7" fmla="*/ 176 h 17"/>
                <a:gd name="T8" fmla="*/ 20 w 16"/>
                <a:gd name="T9" fmla="*/ 198 h 17"/>
                <a:gd name="T10" fmla="*/ 0 w 16"/>
                <a:gd name="T11" fmla="*/ 219 h 17"/>
                <a:gd name="T12" fmla="*/ 0 w 16"/>
                <a:gd name="T13" fmla="*/ 235 h 17"/>
                <a:gd name="T14" fmla="*/ 33 w 16"/>
                <a:gd name="T15" fmla="*/ 314 h 17"/>
                <a:gd name="T16" fmla="*/ 95 w 16"/>
                <a:gd name="T17" fmla="*/ 336 h 17"/>
                <a:gd name="T18" fmla="*/ 238 w 16"/>
                <a:gd name="T19" fmla="*/ 235 h 17"/>
                <a:gd name="T20" fmla="*/ 250 w 16"/>
                <a:gd name="T21" fmla="*/ 176 h 17"/>
                <a:gd name="T22" fmla="*/ 208 w 16"/>
                <a:gd name="T23" fmla="*/ 60 h 17"/>
                <a:gd name="T24" fmla="*/ 158 w 16"/>
                <a:gd name="T25" fmla="*/ 38 h 17"/>
                <a:gd name="T26" fmla="*/ 125 w 16"/>
                <a:gd name="T27" fmla="*/ 0 h 17"/>
                <a:gd name="T28" fmla="*/ 33 w 16"/>
                <a:gd name="T29" fmla="*/ 81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7">
                  <a:moveTo>
                    <a:pt x="2" y="4"/>
                  </a:moveTo>
                  <a:cubicBezTo>
                    <a:pt x="2" y="4"/>
                    <a:pt x="2" y="5"/>
                    <a:pt x="2" y="5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1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4"/>
                    <a:pt x="2" y="16"/>
                  </a:cubicBezTo>
                  <a:cubicBezTo>
                    <a:pt x="3" y="17"/>
                    <a:pt x="5" y="17"/>
                    <a:pt x="6" y="17"/>
                  </a:cubicBezTo>
                  <a:cubicBezTo>
                    <a:pt x="13" y="17"/>
                    <a:pt x="15" y="13"/>
                    <a:pt x="15" y="12"/>
                  </a:cubicBezTo>
                  <a:cubicBezTo>
                    <a:pt x="15" y="11"/>
                    <a:pt x="16" y="10"/>
                    <a:pt x="16" y="9"/>
                  </a:cubicBezTo>
                  <a:cubicBezTo>
                    <a:pt x="16" y="7"/>
                    <a:pt x="14" y="5"/>
                    <a:pt x="13" y="3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1"/>
                    <a:pt x="9" y="1"/>
                    <a:pt x="8" y="0"/>
                  </a:cubicBezTo>
                  <a:cubicBezTo>
                    <a:pt x="5" y="0"/>
                    <a:pt x="2" y="0"/>
                    <a:pt x="2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0" name="Freeform 909">
              <a:extLst>
                <a:ext uri="{FF2B5EF4-FFF2-40B4-BE49-F238E27FC236}">
                  <a16:creationId xmlns:a16="http://schemas.microsoft.com/office/drawing/2014/main" id="{ED5BAF0D-00C2-46E9-AE5C-C39B22022D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92" y="3184"/>
              <a:ext cx="35" cy="48"/>
            </a:xfrm>
            <a:custGeom>
              <a:avLst/>
              <a:gdLst>
                <a:gd name="T0" fmla="*/ 33 w 14"/>
                <a:gd name="T1" fmla="*/ 77 h 18"/>
                <a:gd name="T2" fmla="*/ 20 w 14"/>
                <a:gd name="T3" fmla="*/ 136 h 18"/>
                <a:gd name="T4" fmla="*/ 63 w 14"/>
                <a:gd name="T5" fmla="*/ 285 h 18"/>
                <a:gd name="T6" fmla="*/ 158 w 14"/>
                <a:gd name="T7" fmla="*/ 307 h 18"/>
                <a:gd name="T8" fmla="*/ 208 w 14"/>
                <a:gd name="T9" fmla="*/ 192 h 18"/>
                <a:gd name="T10" fmla="*/ 188 w 14"/>
                <a:gd name="T11" fmla="*/ 171 h 18"/>
                <a:gd name="T12" fmla="*/ 220 w 14"/>
                <a:gd name="T13" fmla="*/ 136 h 18"/>
                <a:gd name="T14" fmla="*/ 220 w 14"/>
                <a:gd name="T15" fmla="*/ 115 h 18"/>
                <a:gd name="T16" fmla="*/ 125 w 14"/>
                <a:gd name="T17" fmla="*/ 0 h 18"/>
                <a:gd name="T18" fmla="*/ 33 w 14"/>
                <a:gd name="T19" fmla="*/ 77 h 18"/>
                <a:gd name="T20" fmla="*/ 188 w 14"/>
                <a:gd name="T21" fmla="*/ 136 h 18"/>
                <a:gd name="T22" fmla="*/ 188 w 14"/>
                <a:gd name="T23" fmla="*/ 136 h 18"/>
                <a:gd name="T24" fmla="*/ 188 w 14"/>
                <a:gd name="T25" fmla="*/ 149 h 18"/>
                <a:gd name="T26" fmla="*/ 188 w 14"/>
                <a:gd name="T27" fmla="*/ 149 h 18"/>
                <a:gd name="T28" fmla="*/ 188 w 14"/>
                <a:gd name="T29" fmla="*/ 136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18">
                  <a:moveTo>
                    <a:pt x="2" y="4"/>
                  </a:moveTo>
                  <a:cubicBezTo>
                    <a:pt x="0" y="5"/>
                    <a:pt x="0" y="5"/>
                    <a:pt x="1" y="7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8"/>
                    <a:pt x="7" y="17"/>
                    <a:pt x="10" y="16"/>
                  </a:cubicBezTo>
                  <a:cubicBezTo>
                    <a:pt x="12" y="15"/>
                    <a:pt x="13" y="13"/>
                    <a:pt x="13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3" y="8"/>
                    <a:pt x="14" y="8"/>
                    <a:pt x="14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3"/>
                    <a:pt x="11" y="1"/>
                    <a:pt x="8" y="0"/>
                  </a:cubicBezTo>
                  <a:cubicBezTo>
                    <a:pt x="5" y="0"/>
                    <a:pt x="3" y="1"/>
                    <a:pt x="2" y="4"/>
                  </a:cubicBezTo>
                  <a:close/>
                  <a:moveTo>
                    <a:pt x="12" y="7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1" name="Freeform 910">
              <a:extLst>
                <a:ext uri="{FF2B5EF4-FFF2-40B4-BE49-F238E27FC236}">
                  <a16:creationId xmlns:a16="http://schemas.microsoft.com/office/drawing/2014/main" id="{EEE0980E-E0D6-4FB4-93EF-820F3251A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213"/>
              <a:ext cx="35" cy="38"/>
            </a:xfrm>
            <a:custGeom>
              <a:avLst/>
              <a:gdLst>
                <a:gd name="T0" fmla="*/ 63 w 14"/>
                <a:gd name="T1" fmla="*/ 38 h 14"/>
                <a:gd name="T2" fmla="*/ 33 w 14"/>
                <a:gd name="T3" fmla="*/ 81 h 14"/>
                <a:gd name="T4" fmla="*/ 33 w 14"/>
                <a:gd name="T5" fmla="*/ 244 h 14"/>
                <a:gd name="T6" fmla="*/ 158 w 14"/>
                <a:gd name="T7" fmla="*/ 244 h 14"/>
                <a:gd name="T8" fmla="*/ 188 w 14"/>
                <a:gd name="T9" fmla="*/ 198 h 14"/>
                <a:gd name="T10" fmla="*/ 188 w 14"/>
                <a:gd name="T11" fmla="*/ 38 h 14"/>
                <a:gd name="T12" fmla="*/ 63 w 14"/>
                <a:gd name="T13" fmla="*/ 3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6"/>
                    <a:pt x="0" y="9"/>
                    <a:pt x="2" y="12"/>
                  </a:cubicBezTo>
                  <a:cubicBezTo>
                    <a:pt x="4" y="14"/>
                    <a:pt x="8" y="14"/>
                    <a:pt x="10" y="1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8"/>
                    <a:pt x="14" y="4"/>
                    <a:pt x="12" y="2"/>
                  </a:cubicBezTo>
                  <a:cubicBezTo>
                    <a:pt x="10" y="0"/>
                    <a:pt x="6" y="0"/>
                    <a:pt x="4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2" name="Freeform 911">
              <a:extLst>
                <a:ext uri="{FF2B5EF4-FFF2-40B4-BE49-F238E27FC236}">
                  <a16:creationId xmlns:a16="http://schemas.microsoft.com/office/drawing/2014/main" id="{B3605491-FAB1-4410-95FF-36E03BDEE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827"/>
              <a:ext cx="33" cy="37"/>
            </a:xfrm>
            <a:custGeom>
              <a:avLst/>
              <a:gdLst>
                <a:gd name="T0" fmla="*/ 33 w 13"/>
                <a:gd name="T1" fmla="*/ 34 h 14"/>
                <a:gd name="T2" fmla="*/ 0 w 13"/>
                <a:gd name="T3" fmla="*/ 132 h 14"/>
                <a:gd name="T4" fmla="*/ 20 w 13"/>
                <a:gd name="T5" fmla="*/ 167 h 14"/>
                <a:gd name="T6" fmla="*/ 51 w 13"/>
                <a:gd name="T7" fmla="*/ 204 h 14"/>
                <a:gd name="T8" fmla="*/ 51 w 13"/>
                <a:gd name="T9" fmla="*/ 225 h 14"/>
                <a:gd name="T10" fmla="*/ 96 w 13"/>
                <a:gd name="T11" fmla="*/ 259 h 14"/>
                <a:gd name="T12" fmla="*/ 213 w 13"/>
                <a:gd name="T13" fmla="*/ 167 h 14"/>
                <a:gd name="T14" fmla="*/ 213 w 13"/>
                <a:gd name="T15" fmla="*/ 132 h 14"/>
                <a:gd name="T16" fmla="*/ 213 w 13"/>
                <a:gd name="T17" fmla="*/ 132 h 14"/>
                <a:gd name="T18" fmla="*/ 213 w 13"/>
                <a:gd name="T19" fmla="*/ 132 h 14"/>
                <a:gd name="T20" fmla="*/ 180 w 13"/>
                <a:gd name="T21" fmla="*/ 77 h 14"/>
                <a:gd name="T22" fmla="*/ 160 w 13"/>
                <a:gd name="T23" fmla="*/ 21 h 14"/>
                <a:gd name="T24" fmla="*/ 33 w 13"/>
                <a:gd name="T25" fmla="*/ 34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14">
                  <a:moveTo>
                    <a:pt x="2" y="2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5" y="14"/>
                    <a:pt x="6" y="14"/>
                  </a:cubicBezTo>
                  <a:cubicBezTo>
                    <a:pt x="10" y="14"/>
                    <a:pt x="12" y="11"/>
                    <a:pt x="13" y="9"/>
                  </a:cubicBezTo>
                  <a:cubicBezTo>
                    <a:pt x="13" y="9"/>
                    <a:pt x="13" y="8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2" y="5"/>
                    <a:pt x="11" y="4"/>
                  </a:cubicBezTo>
                  <a:cubicBezTo>
                    <a:pt x="11" y="3"/>
                    <a:pt x="11" y="2"/>
                    <a:pt x="10" y="1"/>
                  </a:cubicBezTo>
                  <a:cubicBezTo>
                    <a:pt x="8" y="0"/>
                    <a:pt x="5" y="0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3" name="Freeform 912">
              <a:extLst>
                <a:ext uri="{FF2B5EF4-FFF2-40B4-BE49-F238E27FC236}">
                  <a16:creationId xmlns:a16="http://schemas.microsoft.com/office/drawing/2014/main" id="{E35DC335-BF9E-4FD5-8035-DF4A5DA90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792"/>
              <a:ext cx="33" cy="40"/>
            </a:xfrm>
            <a:custGeom>
              <a:avLst/>
              <a:gdLst>
                <a:gd name="T0" fmla="*/ 84 w 13"/>
                <a:gd name="T1" fmla="*/ 21 h 15"/>
                <a:gd name="T2" fmla="*/ 0 w 13"/>
                <a:gd name="T3" fmla="*/ 149 h 15"/>
                <a:gd name="T4" fmla="*/ 0 w 13"/>
                <a:gd name="T5" fmla="*/ 149 h 15"/>
                <a:gd name="T6" fmla="*/ 0 w 13"/>
                <a:gd name="T7" fmla="*/ 171 h 15"/>
                <a:gd name="T8" fmla="*/ 0 w 13"/>
                <a:gd name="T9" fmla="*/ 171 h 15"/>
                <a:gd name="T10" fmla="*/ 33 w 13"/>
                <a:gd name="T11" fmla="*/ 264 h 15"/>
                <a:gd name="T12" fmla="*/ 147 w 13"/>
                <a:gd name="T13" fmla="*/ 248 h 15"/>
                <a:gd name="T14" fmla="*/ 193 w 13"/>
                <a:gd name="T15" fmla="*/ 93 h 15"/>
                <a:gd name="T16" fmla="*/ 84 w 13"/>
                <a:gd name="T17" fmla="*/ 21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5" y="1"/>
                  </a:moveTo>
                  <a:cubicBezTo>
                    <a:pt x="2" y="1"/>
                    <a:pt x="0" y="4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1" y="13"/>
                    <a:pt x="2" y="14"/>
                  </a:cubicBezTo>
                  <a:cubicBezTo>
                    <a:pt x="4" y="15"/>
                    <a:pt x="7" y="15"/>
                    <a:pt x="9" y="13"/>
                  </a:cubicBezTo>
                  <a:cubicBezTo>
                    <a:pt x="12" y="11"/>
                    <a:pt x="13" y="8"/>
                    <a:pt x="12" y="5"/>
                  </a:cubicBezTo>
                  <a:cubicBezTo>
                    <a:pt x="10" y="1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4" name="Freeform 913">
              <a:extLst>
                <a:ext uri="{FF2B5EF4-FFF2-40B4-BE49-F238E27FC236}">
                  <a16:creationId xmlns:a16="http://schemas.microsoft.com/office/drawing/2014/main" id="{BB594F8A-1D0C-4A30-9FAC-75D8F03A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875"/>
              <a:ext cx="23" cy="29"/>
            </a:xfrm>
            <a:custGeom>
              <a:avLst/>
              <a:gdLst>
                <a:gd name="T0" fmla="*/ 66 w 9"/>
                <a:gd name="T1" fmla="*/ 21 h 11"/>
                <a:gd name="T2" fmla="*/ 20 w 9"/>
                <a:gd name="T3" fmla="*/ 55 h 11"/>
                <a:gd name="T4" fmla="*/ 0 w 9"/>
                <a:gd name="T5" fmla="*/ 90 h 11"/>
                <a:gd name="T6" fmla="*/ 0 w 9"/>
                <a:gd name="T7" fmla="*/ 124 h 11"/>
                <a:gd name="T8" fmla="*/ 0 w 9"/>
                <a:gd name="T9" fmla="*/ 124 h 11"/>
                <a:gd name="T10" fmla="*/ 33 w 9"/>
                <a:gd name="T11" fmla="*/ 166 h 11"/>
                <a:gd name="T12" fmla="*/ 51 w 9"/>
                <a:gd name="T13" fmla="*/ 200 h 11"/>
                <a:gd name="T14" fmla="*/ 118 w 9"/>
                <a:gd name="T15" fmla="*/ 200 h 11"/>
                <a:gd name="T16" fmla="*/ 151 w 9"/>
                <a:gd name="T17" fmla="*/ 145 h 11"/>
                <a:gd name="T18" fmla="*/ 151 w 9"/>
                <a:gd name="T19" fmla="*/ 76 h 11"/>
                <a:gd name="T20" fmla="*/ 118 w 9"/>
                <a:gd name="T21" fmla="*/ 21 h 11"/>
                <a:gd name="T22" fmla="*/ 66 w 9"/>
                <a:gd name="T23" fmla="*/ 21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11">
                  <a:moveTo>
                    <a:pt x="4" y="1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4" y="11"/>
                    <a:pt x="6" y="11"/>
                    <a:pt x="7" y="11"/>
                  </a:cubicBezTo>
                  <a:cubicBezTo>
                    <a:pt x="8" y="10"/>
                    <a:pt x="9" y="9"/>
                    <a:pt x="9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1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5" name="Freeform 914">
              <a:extLst>
                <a:ext uri="{FF2B5EF4-FFF2-40B4-BE49-F238E27FC236}">
                  <a16:creationId xmlns:a16="http://schemas.microsoft.com/office/drawing/2014/main" id="{5AD1FBA8-F680-4C56-8264-41EBAEBEB6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00" y="2912"/>
              <a:ext cx="27" cy="32"/>
            </a:xfrm>
            <a:custGeom>
              <a:avLst/>
              <a:gdLst>
                <a:gd name="T0" fmla="*/ 71 w 11"/>
                <a:gd name="T1" fmla="*/ 0 h 12"/>
                <a:gd name="T2" fmla="*/ 0 w 11"/>
                <a:gd name="T3" fmla="*/ 115 h 12"/>
                <a:gd name="T4" fmla="*/ 42 w 11"/>
                <a:gd name="T5" fmla="*/ 227 h 12"/>
                <a:gd name="T6" fmla="*/ 42 w 11"/>
                <a:gd name="T7" fmla="*/ 205 h 12"/>
                <a:gd name="T8" fmla="*/ 61 w 11"/>
                <a:gd name="T9" fmla="*/ 227 h 12"/>
                <a:gd name="T10" fmla="*/ 120 w 11"/>
                <a:gd name="T11" fmla="*/ 205 h 12"/>
                <a:gd name="T12" fmla="*/ 133 w 11"/>
                <a:gd name="T13" fmla="*/ 35 h 12"/>
                <a:gd name="T14" fmla="*/ 71 w 11"/>
                <a:gd name="T15" fmla="*/ 0 h 12"/>
                <a:gd name="T16" fmla="*/ 71 w 11"/>
                <a:gd name="T17" fmla="*/ 77 h 12"/>
                <a:gd name="T18" fmla="*/ 103 w 11"/>
                <a:gd name="T19" fmla="*/ 93 h 12"/>
                <a:gd name="T20" fmla="*/ 120 w 11"/>
                <a:gd name="T21" fmla="*/ 115 h 12"/>
                <a:gd name="T22" fmla="*/ 120 w 11"/>
                <a:gd name="T23" fmla="*/ 115 h 12"/>
                <a:gd name="T24" fmla="*/ 103 w 11"/>
                <a:gd name="T25" fmla="*/ 149 h 12"/>
                <a:gd name="T26" fmla="*/ 42 w 11"/>
                <a:gd name="T27" fmla="*/ 115 h 12"/>
                <a:gd name="T28" fmla="*/ 42 w 11"/>
                <a:gd name="T29" fmla="*/ 115 h 12"/>
                <a:gd name="T30" fmla="*/ 71 w 11"/>
                <a:gd name="T31" fmla="*/ 93 h 12"/>
                <a:gd name="T32" fmla="*/ 71 w 11"/>
                <a:gd name="T33" fmla="*/ 77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2" y="1"/>
                    <a:pt x="0" y="3"/>
                    <a:pt x="0" y="6"/>
                  </a:cubicBezTo>
                  <a:cubicBezTo>
                    <a:pt x="0" y="8"/>
                    <a:pt x="1" y="11"/>
                    <a:pt x="3" y="12"/>
                  </a:cubicBezTo>
                  <a:cubicBezTo>
                    <a:pt x="3" y="12"/>
                    <a:pt x="3" y="11"/>
                    <a:pt x="3" y="11"/>
                  </a:cubicBezTo>
                  <a:cubicBezTo>
                    <a:pt x="3" y="11"/>
                    <a:pt x="4" y="12"/>
                    <a:pt x="4" y="12"/>
                  </a:cubicBezTo>
                  <a:cubicBezTo>
                    <a:pt x="6" y="12"/>
                    <a:pt x="7" y="12"/>
                    <a:pt x="8" y="11"/>
                  </a:cubicBezTo>
                  <a:cubicBezTo>
                    <a:pt x="11" y="8"/>
                    <a:pt x="11" y="5"/>
                    <a:pt x="9" y="2"/>
                  </a:cubicBezTo>
                  <a:cubicBezTo>
                    <a:pt x="8" y="0"/>
                    <a:pt x="6" y="0"/>
                    <a:pt x="5" y="0"/>
                  </a:cubicBezTo>
                  <a:close/>
                  <a:moveTo>
                    <a:pt x="5" y="4"/>
                  </a:moveTo>
                  <a:cubicBezTo>
                    <a:pt x="6" y="4"/>
                    <a:pt x="6" y="4"/>
                    <a:pt x="7" y="5"/>
                  </a:cubicBezTo>
                  <a:cubicBezTo>
                    <a:pt x="7" y="5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7" y="7"/>
                    <a:pt x="7" y="8"/>
                  </a:cubicBezTo>
                  <a:cubicBezTo>
                    <a:pt x="5" y="8"/>
                    <a:pt x="4" y="8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6" name="Freeform 915">
              <a:extLst>
                <a:ext uri="{FF2B5EF4-FFF2-40B4-BE49-F238E27FC236}">
                  <a16:creationId xmlns:a16="http://schemas.microsoft.com/office/drawing/2014/main" id="{E406B5CE-DB72-40F2-B420-6C1790AD34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95" y="2813"/>
              <a:ext cx="27" cy="38"/>
            </a:xfrm>
            <a:custGeom>
              <a:avLst/>
              <a:gdLst>
                <a:gd name="T0" fmla="*/ 29 w 11"/>
                <a:gd name="T1" fmla="*/ 60 h 14"/>
                <a:gd name="T2" fmla="*/ 12 w 11"/>
                <a:gd name="T3" fmla="*/ 198 h 14"/>
                <a:gd name="T4" fmla="*/ 120 w 11"/>
                <a:gd name="T5" fmla="*/ 280 h 14"/>
                <a:gd name="T6" fmla="*/ 162 w 11"/>
                <a:gd name="T7" fmla="*/ 198 h 14"/>
                <a:gd name="T8" fmla="*/ 162 w 11"/>
                <a:gd name="T9" fmla="*/ 176 h 14"/>
                <a:gd name="T10" fmla="*/ 162 w 11"/>
                <a:gd name="T11" fmla="*/ 176 h 14"/>
                <a:gd name="T12" fmla="*/ 162 w 11"/>
                <a:gd name="T13" fmla="*/ 141 h 14"/>
                <a:gd name="T14" fmla="*/ 133 w 11"/>
                <a:gd name="T15" fmla="*/ 38 h 14"/>
                <a:gd name="T16" fmla="*/ 29 w 11"/>
                <a:gd name="T17" fmla="*/ 60 h 14"/>
                <a:gd name="T18" fmla="*/ 61 w 11"/>
                <a:gd name="T19" fmla="*/ 141 h 14"/>
                <a:gd name="T20" fmla="*/ 61 w 11"/>
                <a:gd name="T21" fmla="*/ 117 h 14"/>
                <a:gd name="T22" fmla="*/ 61 w 11"/>
                <a:gd name="T23" fmla="*/ 141 h 14"/>
                <a:gd name="T24" fmla="*/ 61 w 11"/>
                <a:gd name="T25" fmla="*/ 141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14">
                  <a:moveTo>
                    <a:pt x="2" y="3"/>
                  </a:moveTo>
                  <a:cubicBezTo>
                    <a:pt x="0" y="5"/>
                    <a:pt x="0" y="8"/>
                    <a:pt x="1" y="10"/>
                  </a:cubicBezTo>
                  <a:cubicBezTo>
                    <a:pt x="2" y="13"/>
                    <a:pt x="5" y="14"/>
                    <a:pt x="8" y="14"/>
                  </a:cubicBezTo>
                  <a:cubicBezTo>
                    <a:pt x="10" y="14"/>
                    <a:pt x="11" y="12"/>
                    <a:pt x="11" y="10"/>
                  </a:cubicBezTo>
                  <a:cubicBezTo>
                    <a:pt x="11" y="10"/>
                    <a:pt x="11" y="10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1" y="5"/>
                    <a:pt x="11" y="3"/>
                    <a:pt x="9" y="2"/>
                  </a:cubicBezTo>
                  <a:cubicBezTo>
                    <a:pt x="7" y="1"/>
                    <a:pt x="4" y="0"/>
                    <a:pt x="2" y="3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7" name="Freeform 916">
              <a:extLst>
                <a:ext uri="{FF2B5EF4-FFF2-40B4-BE49-F238E27FC236}">
                  <a16:creationId xmlns:a16="http://schemas.microsoft.com/office/drawing/2014/main" id="{2EA7B590-2471-4A76-9953-7BE6C874CB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0" y="2744"/>
              <a:ext cx="25" cy="27"/>
            </a:xfrm>
            <a:custGeom>
              <a:avLst/>
              <a:gdLst>
                <a:gd name="T0" fmla="*/ 63 w 10"/>
                <a:gd name="T1" fmla="*/ 22 h 10"/>
                <a:gd name="T2" fmla="*/ 0 w 10"/>
                <a:gd name="T3" fmla="*/ 81 h 10"/>
                <a:gd name="T4" fmla="*/ 33 w 10"/>
                <a:gd name="T5" fmla="*/ 159 h 10"/>
                <a:gd name="T6" fmla="*/ 113 w 10"/>
                <a:gd name="T7" fmla="*/ 176 h 10"/>
                <a:gd name="T8" fmla="*/ 158 w 10"/>
                <a:gd name="T9" fmla="*/ 116 h 10"/>
                <a:gd name="T10" fmla="*/ 158 w 10"/>
                <a:gd name="T11" fmla="*/ 103 h 10"/>
                <a:gd name="T12" fmla="*/ 113 w 10"/>
                <a:gd name="T13" fmla="*/ 38 h 10"/>
                <a:gd name="T14" fmla="*/ 63 w 10"/>
                <a:gd name="T15" fmla="*/ 22 h 10"/>
                <a:gd name="T16" fmla="*/ 125 w 10"/>
                <a:gd name="T17" fmla="*/ 116 h 10"/>
                <a:gd name="T18" fmla="*/ 125 w 10"/>
                <a:gd name="T19" fmla="*/ 116 h 10"/>
                <a:gd name="T20" fmla="*/ 95 w 10"/>
                <a:gd name="T21" fmla="*/ 159 h 10"/>
                <a:gd name="T22" fmla="*/ 125 w 10"/>
                <a:gd name="T23" fmla="*/ 116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3" y="1"/>
                    <a:pt x="1" y="1"/>
                    <a:pt x="0" y="4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3" y="9"/>
                    <a:pt x="5" y="10"/>
                    <a:pt x="7" y="9"/>
                  </a:cubicBezTo>
                  <a:cubicBezTo>
                    <a:pt x="9" y="9"/>
                    <a:pt x="10" y="7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9" y="3"/>
                    <a:pt x="7" y="2"/>
                  </a:cubicBezTo>
                  <a:cubicBezTo>
                    <a:pt x="6" y="1"/>
                    <a:pt x="5" y="0"/>
                    <a:pt x="4" y="1"/>
                  </a:cubicBezTo>
                  <a:close/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7" y="7"/>
                    <a:pt x="7" y="8"/>
                    <a:pt x="6" y="8"/>
                  </a:cubicBezTo>
                  <a:cubicBezTo>
                    <a:pt x="7" y="8"/>
                    <a:pt x="7" y="7"/>
                    <a:pt x="8" y="6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8" name="Freeform 917">
              <a:extLst>
                <a:ext uri="{FF2B5EF4-FFF2-40B4-BE49-F238E27FC236}">
                  <a16:creationId xmlns:a16="http://schemas.microsoft.com/office/drawing/2014/main" id="{48359B1C-FEA2-47C4-98E9-370EAD0CB2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0" y="2797"/>
              <a:ext cx="32" cy="35"/>
            </a:xfrm>
            <a:custGeom>
              <a:avLst/>
              <a:gdLst>
                <a:gd name="T0" fmla="*/ 42 w 13"/>
                <a:gd name="T1" fmla="*/ 22 h 13"/>
                <a:gd name="T2" fmla="*/ 0 w 13"/>
                <a:gd name="T3" fmla="*/ 116 h 13"/>
                <a:gd name="T4" fmla="*/ 0 w 13"/>
                <a:gd name="T5" fmla="*/ 159 h 13"/>
                <a:gd name="T6" fmla="*/ 12 w 13"/>
                <a:gd name="T7" fmla="*/ 197 h 13"/>
                <a:gd name="T8" fmla="*/ 12 w 13"/>
                <a:gd name="T9" fmla="*/ 218 h 13"/>
                <a:gd name="T10" fmla="*/ 62 w 13"/>
                <a:gd name="T11" fmla="*/ 232 h 13"/>
                <a:gd name="T12" fmla="*/ 182 w 13"/>
                <a:gd name="T13" fmla="*/ 175 h 13"/>
                <a:gd name="T14" fmla="*/ 153 w 13"/>
                <a:gd name="T15" fmla="*/ 35 h 13"/>
                <a:gd name="T16" fmla="*/ 42 w 13"/>
                <a:gd name="T17" fmla="*/ 22 h 13"/>
                <a:gd name="T18" fmla="*/ 74 w 13"/>
                <a:gd name="T19" fmla="*/ 59 h 13"/>
                <a:gd name="T20" fmla="*/ 74 w 13"/>
                <a:gd name="T21" fmla="*/ 59 h 13"/>
                <a:gd name="T22" fmla="*/ 103 w 13"/>
                <a:gd name="T23" fmla="*/ 81 h 13"/>
                <a:gd name="T24" fmla="*/ 74 w 13"/>
                <a:gd name="T25" fmla="*/ 59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13">
                  <a:moveTo>
                    <a:pt x="3" y="1"/>
                  </a:moveTo>
                  <a:cubicBezTo>
                    <a:pt x="2" y="1"/>
                    <a:pt x="0" y="3"/>
                    <a:pt x="0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9"/>
                    <a:pt x="0" y="9"/>
                    <a:pt x="1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2" y="12"/>
                    <a:pt x="3" y="12"/>
                    <a:pt x="4" y="12"/>
                  </a:cubicBezTo>
                  <a:cubicBezTo>
                    <a:pt x="9" y="13"/>
                    <a:pt x="11" y="11"/>
                    <a:pt x="12" y="9"/>
                  </a:cubicBezTo>
                  <a:cubicBezTo>
                    <a:pt x="13" y="7"/>
                    <a:pt x="12" y="4"/>
                    <a:pt x="10" y="2"/>
                  </a:cubicBezTo>
                  <a:cubicBezTo>
                    <a:pt x="7" y="0"/>
                    <a:pt x="5" y="0"/>
                    <a:pt x="3" y="1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6" y="4"/>
                    <a:pt x="6" y="3"/>
                    <a:pt x="5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9" name="Freeform 918">
              <a:extLst>
                <a:ext uri="{FF2B5EF4-FFF2-40B4-BE49-F238E27FC236}">
                  <a16:creationId xmlns:a16="http://schemas.microsoft.com/office/drawing/2014/main" id="{C12A083C-00E1-46A3-905C-9E7C57B1A2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5" y="2891"/>
              <a:ext cx="35" cy="40"/>
            </a:xfrm>
            <a:custGeom>
              <a:avLst/>
              <a:gdLst>
                <a:gd name="T0" fmla="*/ 63 w 14"/>
                <a:gd name="T1" fmla="*/ 21 h 15"/>
                <a:gd name="T2" fmla="*/ 33 w 14"/>
                <a:gd name="T3" fmla="*/ 56 h 15"/>
                <a:gd name="T4" fmla="*/ 33 w 14"/>
                <a:gd name="T5" fmla="*/ 77 h 15"/>
                <a:gd name="T6" fmla="*/ 20 w 14"/>
                <a:gd name="T7" fmla="*/ 93 h 15"/>
                <a:gd name="T8" fmla="*/ 0 w 14"/>
                <a:gd name="T9" fmla="*/ 171 h 15"/>
                <a:gd name="T10" fmla="*/ 50 w 14"/>
                <a:gd name="T11" fmla="*/ 285 h 15"/>
                <a:gd name="T12" fmla="*/ 113 w 14"/>
                <a:gd name="T13" fmla="*/ 285 h 15"/>
                <a:gd name="T14" fmla="*/ 208 w 14"/>
                <a:gd name="T15" fmla="*/ 171 h 15"/>
                <a:gd name="T16" fmla="*/ 220 w 14"/>
                <a:gd name="T17" fmla="*/ 115 h 15"/>
                <a:gd name="T18" fmla="*/ 208 w 14"/>
                <a:gd name="T19" fmla="*/ 77 h 15"/>
                <a:gd name="T20" fmla="*/ 95 w 14"/>
                <a:gd name="T21" fmla="*/ 21 h 15"/>
                <a:gd name="T22" fmla="*/ 63 w 14"/>
                <a:gd name="T23" fmla="*/ 21 h 15"/>
                <a:gd name="T24" fmla="*/ 125 w 14"/>
                <a:gd name="T25" fmla="*/ 136 h 15"/>
                <a:gd name="T26" fmla="*/ 113 w 14"/>
                <a:gd name="T27" fmla="*/ 93 h 15"/>
                <a:gd name="T28" fmla="*/ 145 w 14"/>
                <a:gd name="T29" fmla="*/ 136 h 15"/>
                <a:gd name="T30" fmla="*/ 145 w 14"/>
                <a:gd name="T31" fmla="*/ 136 h 15"/>
                <a:gd name="T32" fmla="*/ 125 w 14"/>
                <a:gd name="T33" fmla="*/ 171 h 15"/>
                <a:gd name="T34" fmla="*/ 113 w 14"/>
                <a:gd name="T35" fmla="*/ 192 h 15"/>
                <a:gd name="T36" fmla="*/ 95 w 14"/>
                <a:gd name="T37" fmla="*/ 149 h 15"/>
                <a:gd name="T38" fmla="*/ 95 w 14"/>
                <a:gd name="T39" fmla="*/ 136 h 15"/>
                <a:gd name="T40" fmla="*/ 125 w 14"/>
                <a:gd name="T41" fmla="*/ 149 h 15"/>
                <a:gd name="T42" fmla="*/ 125 w 14"/>
                <a:gd name="T43" fmla="*/ 171 h 15"/>
                <a:gd name="T44" fmla="*/ 125 w 14"/>
                <a:gd name="T45" fmla="*/ 136 h 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" h="15">
                  <a:moveTo>
                    <a:pt x="4" y="1"/>
                  </a:moveTo>
                  <a:cubicBezTo>
                    <a:pt x="2" y="1"/>
                    <a:pt x="3" y="2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0" y="11"/>
                    <a:pt x="1" y="13"/>
                    <a:pt x="3" y="15"/>
                  </a:cubicBezTo>
                  <a:cubicBezTo>
                    <a:pt x="4" y="15"/>
                    <a:pt x="6" y="15"/>
                    <a:pt x="7" y="15"/>
                  </a:cubicBezTo>
                  <a:cubicBezTo>
                    <a:pt x="10" y="13"/>
                    <a:pt x="12" y="11"/>
                    <a:pt x="13" y="9"/>
                  </a:cubicBezTo>
                  <a:cubicBezTo>
                    <a:pt x="14" y="8"/>
                    <a:pt x="14" y="7"/>
                    <a:pt x="14" y="6"/>
                  </a:cubicBezTo>
                  <a:cubicBezTo>
                    <a:pt x="14" y="5"/>
                    <a:pt x="14" y="5"/>
                    <a:pt x="13" y="4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0"/>
                    <a:pt x="4" y="1"/>
                  </a:cubicBezTo>
                  <a:close/>
                  <a:moveTo>
                    <a:pt x="8" y="7"/>
                  </a:moveTo>
                  <a:cubicBezTo>
                    <a:pt x="8" y="6"/>
                    <a:pt x="7" y="5"/>
                    <a:pt x="7" y="5"/>
                  </a:cubicBezTo>
                  <a:cubicBezTo>
                    <a:pt x="8" y="5"/>
                    <a:pt x="9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9"/>
                    <a:pt x="8" y="9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7" y="8"/>
                    <a:pt x="8" y="8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8" y="8"/>
                    <a:pt x="8" y="8"/>
                    <a:pt x="8" y="7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0" name="Freeform 919">
              <a:extLst>
                <a:ext uri="{FF2B5EF4-FFF2-40B4-BE49-F238E27FC236}">
                  <a16:creationId xmlns:a16="http://schemas.microsoft.com/office/drawing/2014/main" id="{F3C59657-9005-4CD0-8861-50488A8852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7" y="3008"/>
              <a:ext cx="25" cy="21"/>
            </a:xfrm>
            <a:custGeom>
              <a:avLst/>
              <a:gdLst>
                <a:gd name="T0" fmla="*/ 63 w 10"/>
                <a:gd name="T1" fmla="*/ 0 h 8"/>
                <a:gd name="T2" fmla="*/ 20 w 10"/>
                <a:gd name="T3" fmla="*/ 110 h 8"/>
                <a:gd name="T4" fmla="*/ 20 w 10"/>
                <a:gd name="T5" fmla="*/ 110 h 8"/>
                <a:gd name="T6" fmla="*/ 33 w 10"/>
                <a:gd name="T7" fmla="*/ 76 h 8"/>
                <a:gd name="T8" fmla="*/ 33 w 10"/>
                <a:gd name="T9" fmla="*/ 123 h 8"/>
                <a:gd name="T10" fmla="*/ 33 w 10"/>
                <a:gd name="T11" fmla="*/ 110 h 8"/>
                <a:gd name="T12" fmla="*/ 33 w 10"/>
                <a:gd name="T13" fmla="*/ 110 h 8"/>
                <a:gd name="T14" fmla="*/ 33 w 10"/>
                <a:gd name="T15" fmla="*/ 144 h 8"/>
                <a:gd name="T16" fmla="*/ 33 w 10"/>
                <a:gd name="T17" fmla="*/ 144 h 8"/>
                <a:gd name="T18" fmla="*/ 50 w 10"/>
                <a:gd name="T19" fmla="*/ 110 h 8"/>
                <a:gd name="T20" fmla="*/ 33 w 10"/>
                <a:gd name="T21" fmla="*/ 89 h 8"/>
                <a:gd name="T22" fmla="*/ 63 w 10"/>
                <a:gd name="T23" fmla="*/ 34 h 8"/>
                <a:gd name="T24" fmla="*/ 125 w 10"/>
                <a:gd name="T25" fmla="*/ 76 h 8"/>
                <a:gd name="T26" fmla="*/ 125 w 10"/>
                <a:gd name="T27" fmla="*/ 76 h 8"/>
                <a:gd name="T28" fmla="*/ 145 w 10"/>
                <a:gd name="T29" fmla="*/ 89 h 8"/>
                <a:gd name="T30" fmla="*/ 125 w 10"/>
                <a:gd name="T31" fmla="*/ 89 h 8"/>
                <a:gd name="T32" fmla="*/ 145 w 10"/>
                <a:gd name="T33" fmla="*/ 110 h 8"/>
                <a:gd name="T34" fmla="*/ 125 w 10"/>
                <a:gd name="T35" fmla="*/ 76 h 8"/>
                <a:gd name="T36" fmla="*/ 145 w 10"/>
                <a:gd name="T37" fmla="*/ 110 h 8"/>
                <a:gd name="T38" fmla="*/ 145 w 10"/>
                <a:gd name="T39" fmla="*/ 110 h 8"/>
                <a:gd name="T40" fmla="*/ 145 w 10"/>
                <a:gd name="T41" fmla="*/ 110 h 8"/>
                <a:gd name="T42" fmla="*/ 158 w 10"/>
                <a:gd name="T43" fmla="*/ 110 h 8"/>
                <a:gd name="T44" fmla="*/ 158 w 10"/>
                <a:gd name="T45" fmla="*/ 110 h 8"/>
                <a:gd name="T46" fmla="*/ 158 w 10"/>
                <a:gd name="T47" fmla="*/ 76 h 8"/>
                <a:gd name="T48" fmla="*/ 158 w 10"/>
                <a:gd name="T49" fmla="*/ 76 h 8"/>
                <a:gd name="T50" fmla="*/ 125 w 10"/>
                <a:gd name="T51" fmla="*/ 21 h 8"/>
                <a:gd name="T52" fmla="*/ 113 w 10"/>
                <a:gd name="T53" fmla="*/ 21 h 8"/>
                <a:gd name="T54" fmla="*/ 63 w 10"/>
                <a:gd name="T55" fmla="*/ 0 h 8"/>
                <a:gd name="T56" fmla="*/ 33 w 10"/>
                <a:gd name="T57" fmla="*/ 55 h 8"/>
                <a:gd name="T58" fmla="*/ 33 w 10"/>
                <a:gd name="T59" fmla="*/ 76 h 8"/>
                <a:gd name="T60" fmla="*/ 33 w 10"/>
                <a:gd name="T61" fmla="*/ 76 h 8"/>
                <a:gd name="T62" fmla="*/ 33 w 10"/>
                <a:gd name="T63" fmla="*/ 89 h 8"/>
                <a:gd name="T64" fmla="*/ 33 w 10"/>
                <a:gd name="T65" fmla="*/ 76 h 8"/>
                <a:gd name="T66" fmla="*/ 33 w 10"/>
                <a:gd name="T67" fmla="*/ 55 h 8"/>
                <a:gd name="T68" fmla="*/ 95 w 10"/>
                <a:gd name="T69" fmla="*/ 55 h 8"/>
                <a:gd name="T70" fmla="*/ 50 w 10"/>
                <a:gd name="T71" fmla="*/ 110 h 8"/>
                <a:gd name="T72" fmla="*/ 50 w 10"/>
                <a:gd name="T73" fmla="*/ 123 h 8"/>
                <a:gd name="T74" fmla="*/ 95 w 10"/>
                <a:gd name="T75" fmla="*/ 144 h 8"/>
                <a:gd name="T76" fmla="*/ 125 w 10"/>
                <a:gd name="T77" fmla="*/ 89 h 8"/>
                <a:gd name="T78" fmla="*/ 125 w 10"/>
                <a:gd name="T79" fmla="*/ 76 h 8"/>
                <a:gd name="T80" fmla="*/ 95 w 10"/>
                <a:gd name="T81" fmla="*/ 55 h 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2" y="1"/>
                    <a:pt x="0" y="3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1" y="5"/>
                    <a:pt x="2" y="4"/>
                  </a:cubicBezTo>
                  <a:cubicBezTo>
                    <a:pt x="2" y="5"/>
                    <a:pt x="2" y="7"/>
                    <a:pt x="2" y="7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3" y="7"/>
                    <a:pt x="3" y="6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6" y="2"/>
                    <a:pt x="7" y="3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ubicBezTo>
                    <a:pt x="8" y="5"/>
                    <a:pt x="9" y="6"/>
                    <a:pt x="9" y="6"/>
                  </a:cubicBezTo>
                  <a:cubicBezTo>
                    <a:pt x="9" y="6"/>
                    <a:pt x="8" y="4"/>
                    <a:pt x="8" y="4"/>
                  </a:cubicBezTo>
                  <a:cubicBezTo>
                    <a:pt x="9" y="4"/>
                    <a:pt x="9" y="5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7" y="0"/>
                    <a:pt x="5" y="0"/>
                    <a:pt x="4" y="0"/>
                  </a:cubicBezTo>
                  <a:close/>
                  <a:moveTo>
                    <a:pt x="2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lose/>
                  <a:moveTo>
                    <a:pt x="6" y="3"/>
                  </a:moveTo>
                  <a:cubicBezTo>
                    <a:pt x="4" y="4"/>
                    <a:pt x="3" y="5"/>
                    <a:pt x="3" y="6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7" y="7"/>
                    <a:pt x="8" y="6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7" y="4"/>
                    <a:pt x="6" y="3"/>
                    <a:pt x="6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1" name="Freeform 920">
              <a:extLst>
                <a:ext uri="{FF2B5EF4-FFF2-40B4-BE49-F238E27FC236}">
                  <a16:creationId xmlns:a16="http://schemas.microsoft.com/office/drawing/2014/main" id="{11A67941-B1D7-45A7-A309-CD44D206D0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7" y="2976"/>
              <a:ext cx="28" cy="29"/>
            </a:xfrm>
            <a:custGeom>
              <a:avLst/>
              <a:gdLst>
                <a:gd name="T0" fmla="*/ 84 w 11"/>
                <a:gd name="T1" fmla="*/ 21 h 11"/>
                <a:gd name="T2" fmla="*/ 20 w 11"/>
                <a:gd name="T3" fmla="*/ 111 h 11"/>
                <a:gd name="T4" fmla="*/ 64 w 11"/>
                <a:gd name="T5" fmla="*/ 200 h 11"/>
                <a:gd name="T6" fmla="*/ 97 w 11"/>
                <a:gd name="T7" fmla="*/ 200 h 11"/>
                <a:gd name="T8" fmla="*/ 130 w 11"/>
                <a:gd name="T9" fmla="*/ 166 h 11"/>
                <a:gd name="T10" fmla="*/ 163 w 11"/>
                <a:gd name="T11" fmla="*/ 76 h 11"/>
                <a:gd name="T12" fmla="*/ 150 w 11"/>
                <a:gd name="T13" fmla="*/ 21 h 11"/>
                <a:gd name="T14" fmla="*/ 84 w 11"/>
                <a:gd name="T15" fmla="*/ 21 h 11"/>
                <a:gd name="T16" fmla="*/ 33 w 11"/>
                <a:gd name="T17" fmla="*/ 111 h 11"/>
                <a:gd name="T18" fmla="*/ 33 w 11"/>
                <a:gd name="T19" fmla="*/ 90 h 11"/>
                <a:gd name="T20" fmla="*/ 51 w 11"/>
                <a:gd name="T21" fmla="*/ 76 h 11"/>
                <a:gd name="T22" fmla="*/ 33 w 11"/>
                <a:gd name="T23" fmla="*/ 111 h 11"/>
                <a:gd name="T24" fmla="*/ 51 w 11"/>
                <a:gd name="T25" fmla="*/ 111 h 11"/>
                <a:gd name="T26" fmla="*/ 33 w 11"/>
                <a:gd name="T27" fmla="*/ 11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5" y="1"/>
                  </a:moveTo>
                  <a:cubicBezTo>
                    <a:pt x="2" y="2"/>
                    <a:pt x="1" y="5"/>
                    <a:pt x="1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5" y="11"/>
                    <a:pt x="6" y="11"/>
                  </a:cubicBezTo>
                  <a:cubicBezTo>
                    <a:pt x="7" y="11"/>
                    <a:pt x="8" y="11"/>
                    <a:pt x="8" y="9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2"/>
                    <a:pt x="10" y="2"/>
                    <a:pt x="9" y="1"/>
                  </a:cubicBezTo>
                  <a:cubicBezTo>
                    <a:pt x="8" y="0"/>
                    <a:pt x="6" y="0"/>
                    <a:pt x="5" y="1"/>
                  </a:cubicBezTo>
                  <a:close/>
                  <a:moveTo>
                    <a:pt x="2" y="6"/>
                  </a:moveTo>
                  <a:cubicBezTo>
                    <a:pt x="2" y="6"/>
                    <a:pt x="2" y="5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2" name="Freeform 921">
              <a:extLst>
                <a:ext uri="{FF2B5EF4-FFF2-40B4-BE49-F238E27FC236}">
                  <a16:creationId xmlns:a16="http://schemas.microsoft.com/office/drawing/2014/main" id="{F1C03430-606B-47F1-AB87-E119841EF5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0" y="3043"/>
              <a:ext cx="25" cy="29"/>
            </a:xfrm>
            <a:custGeom>
              <a:avLst/>
              <a:gdLst>
                <a:gd name="T0" fmla="*/ 83 w 10"/>
                <a:gd name="T1" fmla="*/ 21 h 11"/>
                <a:gd name="T2" fmla="*/ 33 w 10"/>
                <a:gd name="T3" fmla="*/ 34 h 11"/>
                <a:gd name="T4" fmla="*/ 20 w 10"/>
                <a:gd name="T5" fmla="*/ 76 h 11"/>
                <a:gd name="T6" fmla="*/ 20 w 10"/>
                <a:gd name="T7" fmla="*/ 166 h 11"/>
                <a:gd name="T8" fmla="*/ 83 w 10"/>
                <a:gd name="T9" fmla="*/ 200 h 11"/>
                <a:gd name="T10" fmla="*/ 83 w 10"/>
                <a:gd name="T11" fmla="*/ 182 h 11"/>
                <a:gd name="T12" fmla="*/ 125 w 10"/>
                <a:gd name="T13" fmla="*/ 182 h 11"/>
                <a:gd name="T14" fmla="*/ 158 w 10"/>
                <a:gd name="T15" fmla="*/ 111 h 11"/>
                <a:gd name="T16" fmla="*/ 158 w 10"/>
                <a:gd name="T17" fmla="*/ 111 h 11"/>
                <a:gd name="T18" fmla="*/ 125 w 10"/>
                <a:gd name="T19" fmla="*/ 34 h 11"/>
                <a:gd name="T20" fmla="*/ 83 w 10"/>
                <a:gd name="T21" fmla="*/ 21 h 11"/>
                <a:gd name="T22" fmla="*/ 125 w 10"/>
                <a:gd name="T23" fmla="*/ 111 h 11"/>
                <a:gd name="T24" fmla="*/ 125 w 10"/>
                <a:gd name="T25" fmla="*/ 124 h 11"/>
                <a:gd name="T26" fmla="*/ 125 w 10"/>
                <a:gd name="T27" fmla="*/ 145 h 11"/>
                <a:gd name="T28" fmla="*/ 113 w 10"/>
                <a:gd name="T29" fmla="*/ 145 h 11"/>
                <a:gd name="T30" fmla="*/ 125 w 10"/>
                <a:gd name="T31" fmla="*/ 11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0" y="5"/>
                    <a:pt x="0" y="8"/>
                    <a:pt x="1" y="9"/>
                  </a:cubicBezTo>
                  <a:cubicBezTo>
                    <a:pt x="1" y="11"/>
                    <a:pt x="3" y="11"/>
                    <a:pt x="5" y="11"/>
                  </a:cubicBezTo>
                  <a:cubicBezTo>
                    <a:pt x="5" y="11"/>
                    <a:pt x="5" y="10"/>
                    <a:pt x="5" y="10"/>
                  </a:cubicBezTo>
                  <a:cubicBezTo>
                    <a:pt x="6" y="10"/>
                    <a:pt x="7" y="10"/>
                    <a:pt x="8" y="10"/>
                  </a:cubicBezTo>
                  <a:cubicBezTo>
                    <a:pt x="9" y="9"/>
                    <a:pt x="10" y="7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4"/>
                    <a:pt x="8" y="2"/>
                    <a:pt x="8" y="2"/>
                  </a:cubicBezTo>
                  <a:cubicBezTo>
                    <a:pt x="7" y="1"/>
                    <a:pt x="6" y="0"/>
                    <a:pt x="5" y="1"/>
                  </a:cubicBezTo>
                  <a:close/>
                  <a:moveTo>
                    <a:pt x="8" y="6"/>
                  </a:moveTo>
                  <a:cubicBezTo>
                    <a:pt x="8" y="6"/>
                    <a:pt x="8" y="7"/>
                    <a:pt x="8" y="7"/>
                  </a:cubicBezTo>
                  <a:cubicBezTo>
                    <a:pt x="8" y="7"/>
                    <a:pt x="8" y="8"/>
                    <a:pt x="8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7" y="7"/>
                    <a:pt x="8" y="7"/>
                    <a:pt x="8" y="6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3" name="Freeform 922">
              <a:extLst>
                <a:ext uri="{FF2B5EF4-FFF2-40B4-BE49-F238E27FC236}">
                  <a16:creationId xmlns:a16="http://schemas.microsoft.com/office/drawing/2014/main" id="{F8D57583-F635-4FB8-BECB-B3338AE4B3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3064"/>
              <a:ext cx="25" cy="35"/>
            </a:xfrm>
            <a:custGeom>
              <a:avLst/>
              <a:gdLst>
                <a:gd name="T0" fmla="*/ 33 w 10"/>
                <a:gd name="T1" fmla="*/ 22 h 13"/>
                <a:gd name="T2" fmla="*/ 20 w 10"/>
                <a:gd name="T3" fmla="*/ 59 h 13"/>
                <a:gd name="T4" fmla="*/ 0 w 10"/>
                <a:gd name="T5" fmla="*/ 159 h 13"/>
                <a:gd name="T6" fmla="*/ 0 w 10"/>
                <a:gd name="T7" fmla="*/ 159 h 13"/>
                <a:gd name="T8" fmla="*/ 33 w 10"/>
                <a:gd name="T9" fmla="*/ 197 h 13"/>
                <a:gd name="T10" fmla="*/ 95 w 10"/>
                <a:gd name="T11" fmla="*/ 232 h 13"/>
                <a:gd name="T12" fmla="*/ 158 w 10"/>
                <a:gd name="T13" fmla="*/ 137 h 13"/>
                <a:gd name="T14" fmla="*/ 83 w 10"/>
                <a:gd name="T15" fmla="*/ 22 h 13"/>
                <a:gd name="T16" fmla="*/ 33 w 10"/>
                <a:gd name="T17" fmla="*/ 22 h 13"/>
                <a:gd name="T18" fmla="*/ 125 w 10"/>
                <a:gd name="T19" fmla="*/ 116 h 13"/>
                <a:gd name="T20" fmla="*/ 113 w 10"/>
                <a:gd name="T21" fmla="*/ 137 h 13"/>
                <a:gd name="T22" fmla="*/ 95 w 10"/>
                <a:gd name="T23" fmla="*/ 175 h 13"/>
                <a:gd name="T24" fmla="*/ 125 w 10"/>
                <a:gd name="T25" fmla="*/ 116 h 13"/>
                <a:gd name="T26" fmla="*/ 95 w 10"/>
                <a:gd name="T27" fmla="*/ 175 h 13"/>
                <a:gd name="T28" fmla="*/ 95 w 10"/>
                <a:gd name="T29" fmla="*/ 175 h 13"/>
                <a:gd name="T30" fmla="*/ 95 w 10"/>
                <a:gd name="T31" fmla="*/ 175 h 13"/>
                <a:gd name="T32" fmla="*/ 95 w 10"/>
                <a:gd name="T33" fmla="*/ 17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13">
                  <a:moveTo>
                    <a:pt x="2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1" y="10"/>
                    <a:pt x="2" y="10"/>
                  </a:cubicBezTo>
                  <a:cubicBezTo>
                    <a:pt x="3" y="12"/>
                    <a:pt x="4" y="13"/>
                    <a:pt x="6" y="12"/>
                  </a:cubicBezTo>
                  <a:cubicBezTo>
                    <a:pt x="8" y="12"/>
                    <a:pt x="10" y="10"/>
                    <a:pt x="10" y="7"/>
                  </a:cubicBezTo>
                  <a:cubicBezTo>
                    <a:pt x="10" y="5"/>
                    <a:pt x="8" y="2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  <a:moveTo>
                    <a:pt x="8" y="6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6" y="9"/>
                  </a:cubicBezTo>
                  <a:cubicBezTo>
                    <a:pt x="7" y="8"/>
                    <a:pt x="7" y="7"/>
                    <a:pt x="8" y="6"/>
                  </a:cubicBezTo>
                  <a:close/>
                  <a:moveTo>
                    <a:pt x="6" y="9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4" name="Freeform 923">
              <a:extLst>
                <a:ext uri="{FF2B5EF4-FFF2-40B4-BE49-F238E27FC236}">
                  <a16:creationId xmlns:a16="http://schemas.microsoft.com/office/drawing/2014/main" id="{965F5CE6-E994-4514-AE21-DE46EA26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3120"/>
              <a:ext cx="25" cy="35"/>
            </a:xfrm>
            <a:custGeom>
              <a:avLst/>
              <a:gdLst>
                <a:gd name="T0" fmla="*/ 50 w 10"/>
                <a:gd name="T1" fmla="*/ 35 h 13"/>
                <a:gd name="T2" fmla="*/ 20 w 10"/>
                <a:gd name="T3" fmla="*/ 197 h 13"/>
                <a:gd name="T4" fmla="*/ 95 w 10"/>
                <a:gd name="T5" fmla="*/ 253 h 13"/>
                <a:gd name="T6" fmla="*/ 145 w 10"/>
                <a:gd name="T7" fmla="*/ 159 h 13"/>
                <a:gd name="T8" fmla="*/ 145 w 10"/>
                <a:gd name="T9" fmla="*/ 137 h 13"/>
                <a:gd name="T10" fmla="*/ 83 w 10"/>
                <a:gd name="T11" fmla="*/ 175 h 13"/>
                <a:gd name="T12" fmla="*/ 50 w 10"/>
                <a:gd name="T13" fmla="*/ 137 h 13"/>
                <a:gd name="T14" fmla="*/ 83 w 10"/>
                <a:gd name="T15" fmla="*/ 59 h 13"/>
                <a:gd name="T16" fmla="*/ 158 w 10"/>
                <a:gd name="T17" fmla="*/ 116 h 13"/>
                <a:gd name="T18" fmla="*/ 125 w 10"/>
                <a:gd name="T19" fmla="*/ 35 h 13"/>
                <a:gd name="T20" fmla="*/ 95 w 10"/>
                <a:gd name="T21" fmla="*/ 0 h 13"/>
                <a:gd name="T22" fmla="*/ 50 w 10"/>
                <a:gd name="T23" fmla="*/ 35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13">
                  <a:moveTo>
                    <a:pt x="3" y="2"/>
                  </a:moveTo>
                  <a:cubicBezTo>
                    <a:pt x="1" y="5"/>
                    <a:pt x="0" y="7"/>
                    <a:pt x="1" y="10"/>
                  </a:cubicBezTo>
                  <a:cubicBezTo>
                    <a:pt x="2" y="12"/>
                    <a:pt x="4" y="13"/>
                    <a:pt x="6" y="13"/>
                  </a:cubicBezTo>
                  <a:cubicBezTo>
                    <a:pt x="8" y="12"/>
                    <a:pt x="9" y="10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9"/>
                    <a:pt x="6" y="9"/>
                    <a:pt x="5" y="9"/>
                  </a:cubicBezTo>
                  <a:cubicBezTo>
                    <a:pt x="4" y="9"/>
                    <a:pt x="3" y="8"/>
                    <a:pt x="3" y="7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7" y="3"/>
                    <a:pt x="9" y="4"/>
                    <a:pt x="10" y="6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7" y="1"/>
                    <a:pt x="6" y="0"/>
                  </a:cubicBezTo>
                  <a:cubicBezTo>
                    <a:pt x="4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5" name="Freeform 924">
              <a:extLst>
                <a:ext uri="{FF2B5EF4-FFF2-40B4-BE49-F238E27FC236}">
                  <a16:creationId xmlns:a16="http://schemas.microsoft.com/office/drawing/2014/main" id="{3FCA2202-F523-4C6A-8B1C-A31489335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120"/>
              <a:ext cx="23" cy="27"/>
            </a:xfrm>
            <a:custGeom>
              <a:avLst/>
              <a:gdLst>
                <a:gd name="T0" fmla="*/ 51 w 9"/>
                <a:gd name="T1" fmla="*/ 38 h 10"/>
                <a:gd name="T2" fmla="*/ 0 w 9"/>
                <a:gd name="T3" fmla="*/ 138 h 10"/>
                <a:gd name="T4" fmla="*/ 66 w 9"/>
                <a:gd name="T5" fmla="*/ 197 h 10"/>
                <a:gd name="T6" fmla="*/ 118 w 9"/>
                <a:gd name="T7" fmla="*/ 159 h 10"/>
                <a:gd name="T8" fmla="*/ 151 w 9"/>
                <a:gd name="T9" fmla="*/ 138 h 10"/>
                <a:gd name="T10" fmla="*/ 151 w 9"/>
                <a:gd name="T11" fmla="*/ 103 h 10"/>
                <a:gd name="T12" fmla="*/ 130 w 9"/>
                <a:gd name="T13" fmla="*/ 38 h 10"/>
                <a:gd name="T14" fmla="*/ 51 w 9"/>
                <a:gd name="T15" fmla="*/ 38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0" y="9"/>
                    <a:pt x="2" y="10"/>
                    <a:pt x="4" y="10"/>
                  </a:cubicBezTo>
                  <a:cubicBezTo>
                    <a:pt x="5" y="10"/>
                    <a:pt x="6" y="9"/>
                    <a:pt x="7" y="8"/>
                  </a:cubicBezTo>
                  <a:cubicBezTo>
                    <a:pt x="8" y="8"/>
                    <a:pt x="8" y="8"/>
                    <a:pt x="9" y="7"/>
                  </a:cubicBezTo>
                  <a:cubicBezTo>
                    <a:pt x="9" y="7"/>
                    <a:pt x="9" y="6"/>
                    <a:pt x="9" y="5"/>
                  </a:cubicBezTo>
                  <a:cubicBezTo>
                    <a:pt x="9" y="4"/>
                    <a:pt x="9" y="3"/>
                    <a:pt x="8" y="2"/>
                  </a:cubicBezTo>
                  <a:cubicBezTo>
                    <a:pt x="5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6" name="Freeform 925">
              <a:extLst>
                <a:ext uri="{FF2B5EF4-FFF2-40B4-BE49-F238E27FC236}">
                  <a16:creationId xmlns:a16="http://schemas.microsoft.com/office/drawing/2014/main" id="{E5321287-0988-4B4D-8648-D2B4E715FC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0" y="3136"/>
              <a:ext cx="27" cy="35"/>
            </a:xfrm>
            <a:custGeom>
              <a:avLst/>
              <a:gdLst>
                <a:gd name="T0" fmla="*/ 29 w 11"/>
                <a:gd name="T1" fmla="*/ 35 h 13"/>
                <a:gd name="T2" fmla="*/ 12 w 11"/>
                <a:gd name="T3" fmla="*/ 116 h 13"/>
                <a:gd name="T4" fmla="*/ 12 w 11"/>
                <a:gd name="T5" fmla="*/ 137 h 13"/>
                <a:gd name="T6" fmla="*/ 12 w 11"/>
                <a:gd name="T7" fmla="*/ 159 h 13"/>
                <a:gd name="T8" fmla="*/ 0 w 11"/>
                <a:gd name="T9" fmla="*/ 197 h 13"/>
                <a:gd name="T10" fmla="*/ 0 w 11"/>
                <a:gd name="T11" fmla="*/ 218 h 13"/>
                <a:gd name="T12" fmla="*/ 42 w 11"/>
                <a:gd name="T13" fmla="*/ 232 h 13"/>
                <a:gd name="T14" fmla="*/ 71 w 11"/>
                <a:gd name="T15" fmla="*/ 232 h 13"/>
                <a:gd name="T16" fmla="*/ 91 w 11"/>
                <a:gd name="T17" fmla="*/ 253 h 13"/>
                <a:gd name="T18" fmla="*/ 103 w 11"/>
                <a:gd name="T19" fmla="*/ 253 h 13"/>
                <a:gd name="T20" fmla="*/ 120 w 11"/>
                <a:gd name="T21" fmla="*/ 253 h 13"/>
                <a:gd name="T22" fmla="*/ 103 w 11"/>
                <a:gd name="T23" fmla="*/ 232 h 13"/>
                <a:gd name="T24" fmla="*/ 133 w 11"/>
                <a:gd name="T25" fmla="*/ 232 h 13"/>
                <a:gd name="T26" fmla="*/ 162 w 11"/>
                <a:gd name="T27" fmla="*/ 137 h 13"/>
                <a:gd name="T28" fmla="*/ 133 w 11"/>
                <a:gd name="T29" fmla="*/ 59 h 13"/>
                <a:gd name="T30" fmla="*/ 120 w 11"/>
                <a:gd name="T31" fmla="*/ 35 h 13"/>
                <a:gd name="T32" fmla="*/ 103 w 11"/>
                <a:gd name="T33" fmla="*/ 22 h 13"/>
                <a:gd name="T34" fmla="*/ 29 w 11"/>
                <a:gd name="T35" fmla="*/ 35 h 13"/>
                <a:gd name="T36" fmla="*/ 103 w 11"/>
                <a:gd name="T37" fmla="*/ 94 h 13"/>
                <a:gd name="T38" fmla="*/ 133 w 11"/>
                <a:gd name="T39" fmla="*/ 159 h 13"/>
                <a:gd name="T40" fmla="*/ 133 w 11"/>
                <a:gd name="T41" fmla="*/ 159 h 13"/>
                <a:gd name="T42" fmla="*/ 91 w 11"/>
                <a:gd name="T43" fmla="*/ 197 h 13"/>
                <a:gd name="T44" fmla="*/ 61 w 11"/>
                <a:gd name="T45" fmla="*/ 175 h 13"/>
                <a:gd name="T46" fmla="*/ 103 w 11"/>
                <a:gd name="T47" fmla="*/ 94 h 1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" h="13">
                  <a:moveTo>
                    <a:pt x="2" y="2"/>
                  </a:moveTo>
                  <a:cubicBezTo>
                    <a:pt x="1" y="3"/>
                    <a:pt x="1" y="4"/>
                    <a:pt x="1" y="6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0" y="9"/>
                    <a:pt x="0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1" y="12"/>
                    <a:pt x="1" y="12"/>
                    <a:pt x="3" y="12"/>
                  </a:cubicBezTo>
                  <a:cubicBezTo>
                    <a:pt x="3" y="12"/>
                    <a:pt x="4" y="12"/>
                    <a:pt x="5" y="12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8" y="13"/>
                    <a:pt x="7" y="12"/>
                  </a:cubicBezTo>
                  <a:cubicBezTo>
                    <a:pt x="8" y="12"/>
                    <a:pt x="9" y="12"/>
                    <a:pt x="9" y="12"/>
                  </a:cubicBezTo>
                  <a:cubicBezTo>
                    <a:pt x="10" y="10"/>
                    <a:pt x="11" y="9"/>
                    <a:pt x="11" y="7"/>
                  </a:cubicBezTo>
                  <a:cubicBezTo>
                    <a:pt x="11" y="6"/>
                    <a:pt x="10" y="5"/>
                    <a:pt x="9" y="3"/>
                  </a:cubicBezTo>
                  <a:cubicBezTo>
                    <a:pt x="9" y="3"/>
                    <a:pt x="8" y="2"/>
                    <a:pt x="8" y="2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5" y="0"/>
                    <a:pt x="3" y="0"/>
                    <a:pt x="2" y="2"/>
                  </a:cubicBezTo>
                  <a:close/>
                  <a:moveTo>
                    <a:pt x="7" y="5"/>
                  </a:moveTo>
                  <a:cubicBezTo>
                    <a:pt x="8" y="6"/>
                    <a:pt x="9" y="7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10"/>
                    <a:pt x="7" y="10"/>
                    <a:pt x="6" y="10"/>
                  </a:cubicBezTo>
                  <a:cubicBezTo>
                    <a:pt x="5" y="10"/>
                    <a:pt x="5" y="9"/>
                    <a:pt x="4" y="9"/>
                  </a:cubicBezTo>
                  <a:cubicBezTo>
                    <a:pt x="4" y="7"/>
                    <a:pt x="5" y="6"/>
                    <a:pt x="7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7" name="Freeform 926">
              <a:extLst>
                <a:ext uri="{FF2B5EF4-FFF2-40B4-BE49-F238E27FC236}">
                  <a16:creationId xmlns:a16="http://schemas.microsoft.com/office/drawing/2014/main" id="{733F8A37-77D4-447D-ADF6-3598169767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00" y="3096"/>
              <a:ext cx="22" cy="24"/>
            </a:xfrm>
            <a:custGeom>
              <a:avLst/>
              <a:gdLst>
                <a:gd name="T0" fmla="*/ 29 w 9"/>
                <a:gd name="T1" fmla="*/ 21 h 9"/>
                <a:gd name="T2" fmla="*/ 12 w 9"/>
                <a:gd name="T3" fmla="*/ 136 h 9"/>
                <a:gd name="T4" fmla="*/ 12 w 9"/>
                <a:gd name="T5" fmla="*/ 115 h 9"/>
                <a:gd name="T6" fmla="*/ 12 w 9"/>
                <a:gd name="T7" fmla="*/ 93 h 9"/>
                <a:gd name="T8" fmla="*/ 59 w 9"/>
                <a:gd name="T9" fmla="*/ 171 h 9"/>
                <a:gd name="T10" fmla="*/ 120 w 9"/>
                <a:gd name="T11" fmla="*/ 149 h 9"/>
                <a:gd name="T12" fmla="*/ 132 w 9"/>
                <a:gd name="T13" fmla="*/ 115 h 9"/>
                <a:gd name="T14" fmla="*/ 132 w 9"/>
                <a:gd name="T15" fmla="*/ 115 h 9"/>
                <a:gd name="T16" fmla="*/ 132 w 9"/>
                <a:gd name="T17" fmla="*/ 93 h 9"/>
                <a:gd name="T18" fmla="*/ 132 w 9"/>
                <a:gd name="T19" fmla="*/ 93 h 9"/>
                <a:gd name="T20" fmla="*/ 120 w 9"/>
                <a:gd name="T21" fmla="*/ 35 h 9"/>
                <a:gd name="T22" fmla="*/ 71 w 9"/>
                <a:gd name="T23" fmla="*/ 0 h 9"/>
                <a:gd name="T24" fmla="*/ 29 w 9"/>
                <a:gd name="T25" fmla="*/ 21 h 9"/>
                <a:gd name="T26" fmla="*/ 59 w 9"/>
                <a:gd name="T27" fmla="*/ 56 h 9"/>
                <a:gd name="T28" fmla="*/ 120 w 9"/>
                <a:gd name="T29" fmla="*/ 93 h 9"/>
                <a:gd name="T30" fmla="*/ 120 w 9"/>
                <a:gd name="T31" fmla="*/ 115 h 9"/>
                <a:gd name="T32" fmla="*/ 59 w 9"/>
                <a:gd name="T33" fmla="*/ 149 h 9"/>
                <a:gd name="T34" fmla="*/ 12 w 9"/>
                <a:gd name="T35" fmla="*/ 93 h 9"/>
                <a:gd name="T36" fmla="*/ 59 w 9"/>
                <a:gd name="T37" fmla="*/ 56 h 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4"/>
                    <a:pt x="1" y="6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2" y="7"/>
                    <a:pt x="2" y="8"/>
                    <a:pt x="4" y="9"/>
                  </a:cubicBezTo>
                  <a:cubicBezTo>
                    <a:pt x="5" y="9"/>
                    <a:pt x="7" y="9"/>
                    <a:pt x="8" y="8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"/>
                    <a:pt x="8" y="2"/>
                    <a:pt x="8" y="2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4" y="3"/>
                  </a:moveTo>
                  <a:cubicBezTo>
                    <a:pt x="6" y="2"/>
                    <a:pt x="7" y="4"/>
                    <a:pt x="8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3" y="7"/>
                    <a:pt x="2" y="6"/>
                    <a:pt x="1" y="5"/>
                  </a:cubicBezTo>
                  <a:cubicBezTo>
                    <a:pt x="2" y="4"/>
                    <a:pt x="3" y="3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8" name="Freeform 927">
              <a:extLst>
                <a:ext uri="{FF2B5EF4-FFF2-40B4-BE49-F238E27FC236}">
                  <a16:creationId xmlns:a16="http://schemas.microsoft.com/office/drawing/2014/main" id="{012E8594-8103-43F9-9A57-98D2F17A8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104"/>
              <a:ext cx="28" cy="35"/>
            </a:xfrm>
            <a:custGeom>
              <a:avLst/>
              <a:gdLst>
                <a:gd name="T0" fmla="*/ 84 w 11"/>
                <a:gd name="T1" fmla="*/ 0 h 13"/>
                <a:gd name="T2" fmla="*/ 0 w 11"/>
                <a:gd name="T3" fmla="*/ 94 h 13"/>
                <a:gd name="T4" fmla="*/ 0 w 11"/>
                <a:gd name="T5" fmla="*/ 116 h 13"/>
                <a:gd name="T6" fmla="*/ 20 w 11"/>
                <a:gd name="T7" fmla="*/ 137 h 13"/>
                <a:gd name="T8" fmla="*/ 20 w 11"/>
                <a:gd name="T9" fmla="*/ 137 h 13"/>
                <a:gd name="T10" fmla="*/ 64 w 11"/>
                <a:gd name="T11" fmla="*/ 232 h 13"/>
                <a:gd name="T12" fmla="*/ 130 w 11"/>
                <a:gd name="T13" fmla="*/ 218 h 13"/>
                <a:gd name="T14" fmla="*/ 163 w 11"/>
                <a:gd name="T15" fmla="*/ 81 h 13"/>
                <a:gd name="T16" fmla="*/ 84 w 11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5" y="0"/>
                    <a:pt x="2" y="1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9"/>
                    <a:pt x="2" y="11"/>
                    <a:pt x="4" y="12"/>
                  </a:cubicBezTo>
                  <a:cubicBezTo>
                    <a:pt x="5" y="13"/>
                    <a:pt x="7" y="12"/>
                    <a:pt x="8" y="11"/>
                  </a:cubicBezTo>
                  <a:cubicBezTo>
                    <a:pt x="10" y="10"/>
                    <a:pt x="11" y="7"/>
                    <a:pt x="10" y="4"/>
                  </a:cubicBezTo>
                  <a:cubicBezTo>
                    <a:pt x="10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9" name="Freeform 928">
              <a:extLst>
                <a:ext uri="{FF2B5EF4-FFF2-40B4-BE49-F238E27FC236}">
                  <a16:creationId xmlns:a16="http://schemas.microsoft.com/office/drawing/2014/main" id="{2DE1CFBB-3B7D-43C4-B281-8EB87F4DE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011"/>
              <a:ext cx="28" cy="34"/>
            </a:xfrm>
            <a:custGeom>
              <a:avLst/>
              <a:gdLst>
                <a:gd name="T0" fmla="*/ 0 w 11"/>
                <a:gd name="T1" fmla="*/ 55 h 13"/>
                <a:gd name="T2" fmla="*/ 0 w 11"/>
                <a:gd name="T3" fmla="*/ 89 h 13"/>
                <a:gd name="T4" fmla="*/ 20 w 11"/>
                <a:gd name="T5" fmla="*/ 165 h 13"/>
                <a:gd name="T6" fmla="*/ 33 w 11"/>
                <a:gd name="T7" fmla="*/ 178 h 13"/>
                <a:gd name="T8" fmla="*/ 51 w 11"/>
                <a:gd name="T9" fmla="*/ 199 h 13"/>
                <a:gd name="T10" fmla="*/ 150 w 11"/>
                <a:gd name="T11" fmla="*/ 199 h 13"/>
                <a:gd name="T12" fmla="*/ 181 w 11"/>
                <a:gd name="T13" fmla="*/ 144 h 13"/>
                <a:gd name="T14" fmla="*/ 181 w 11"/>
                <a:gd name="T15" fmla="*/ 144 h 13"/>
                <a:gd name="T16" fmla="*/ 181 w 11"/>
                <a:gd name="T17" fmla="*/ 123 h 13"/>
                <a:gd name="T18" fmla="*/ 181 w 11"/>
                <a:gd name="T19" fmla="*/ 123 h 13"/>
                <a:gd name="T20" fmla="*/ 181 w 11"/>
                <a:gd name="T21" fmla="*/ 89 h 13"/>
                <a:gd name="T22" fmla="*/ 84 w 11"/>
                <a:gd name="T23" fmla="*/ 21 h 13"/>
                <a:gd name="T24" fmla="*/ 0 w 11"/>
                <a:gd name="T25" fmla="*/ 55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0" y="7"/>
                    <a:pt x="0" y="8"/>
                    <a:pt x="1" y="9"/>
                  </a:cubicBezTo>
                  <a:cubicBezTo>
                    <a:pt x="1" y="9"/>
                    <a:pt x="2" y="9"/>
                    <a:pt x="2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5" y="13"/>
                    <a:pt x="8" y="12"/>
                    <a:pt x="9" y="11"/>
                  </a:cubicBezTo>
                  <a:cubicBezTo>
                    <a:pt x="10" y="11"/>
                    <a:pt x="10" y="9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0" name="Freeform 929">
              <a:extLst>
                <a:ext uri="{FF2B5EF4-FFF2-40B4-BE49-F238E27FC236}">
                  <a16:creationId xmlns:a16="http://schemas.microsoft.com/office/drawing/2014/main" id="{F1B616DB-41A8-4F0C-9EA0-85FDB25FC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891"/>
              <a:ext cx="33" cy="34"/>
            </a:xfrm>
            <a:custGeom>
              <a:avLst/>
              <a:gdLst>
                <a:gd name="T0" fmla="*/ 84 w 13"/>
                <a:gd name="T1" fmla="*/ 21 h 13"/>
                <a:gd name="T2" fmla="*/ 51 w 13"/>
                <a:gd name="T3" fmla="*/ 55 h 13"/>
                <a:gd name="T4" fmla="*/ 33 w 13"/>
                <a:gd name="T5" fmla="*/ 68 h 13"/>
                <a:gd name="T6" fmla="*/ 0 w 13"/>
                <a:gd name="T7" fmla="*/ 144 h 13"/>
                <a:gd name="T8" fmla="*/ 20 w 13"/>
                <a:gd name="T9" fmla="*/ 165 h 13"/>
                <a:gd name="T10" fmla="*/ 51 w 13"/>
                <a:gd name="T11" fmla="*/ 212 h 13"/>
                <a:gd name="T12" fmla="*/ 193 w 13"/>
                <a:gd name="T13" fmla="*/ 144 h 13"/>
                <a:gd name="T14" fmla="*/ 129 w 13"/>
                <a:gd name="T15" fmla="*/ 21 h 13"/>
                <a:gd name="T16" fmla="*/ 84 w 13"/>
                <a:gd name="T17" fmla="*/ 21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2" y="3"/>
                    <a:pt x="2" y="4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8"/>
                    <a:pt x="1" y="9"/>
                    <a:pt x="1" y="9"/>
                  </a:cubicBezTo>
                  <a:cubicBezTo>
                    <a:pt x="1" y="10"/>
                    <a:pt x="2" y="12"/>
                    <a:pt x="3" y="12"/>
                  </a:cubicBezTo>
                  <a:cubicBezTo>
                    <a:pt x="7" y="13"/>
                    <a:pt x="10" y="12"/>
                    <a:pt x="12" y="8"/>
                  </a:cubicBezTo>
                  <a:cubicBezTo>
                    <a:pt x="13" y="6"/>
                    <a:pt x="12" y="3"/>
                    <a:pt x="8" y="1"/>
                  </a:cubicBezTo>
                  <a:cubicBezTo>
                    <a:pt x="7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1" name="Freeform 930">
              <a:extLst>
                <a:ext uri="{FF2B5EF4-FFF2-40B4-BE49-F238E27FC236}">
                  <a16:creationId xmlns:a16="http://schemas.microsoft.com/office/drawing/2014/main" id="{FDF5F3D0-E2CC-4A3D-AF39-76CBE9E0C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848"/>
              <a:ext cx="27" cy="32"/>
            </a:xfrm>
            <a:custGeom>
              <a:avLst/>
              <a:gdLst>
                <a:gd name="T0" fmla="*/ 61 w 11"/>
                <a:gd name="T1" fmla="*/ 21 h 12"/>
                <a:gd name="T2" fmla="*/ 0 w 11"/>
                <a:gd name="T3" fmla="*/ 149 h 12"/>
                <a:gd name="T4" fmla="*/ 61 w 11"/>
                <a:gd name="T5" fmla="*/ 227 h 12"/>
                <a:gd name="T6" fmla="*/ 150 w 11"/>
                <a:gd name="T7" fmla="*/ 171 h 12"/>
                <a:gd name="T8" fmla="*/ 162 w 11"/>
                <a:gd name="T9" fmla="*/ 136 h 12"/>
                <a:gd name="T10" fmla="*/ 150 w 11"/>
                <a:gd name="T11" fmla="*/ 93 h 12"/>
                <a:gd name="T12" fmla="*/ 133 w 11"/>
                <a:gd name="T13" fmla="*/ 77 h 12"/>
                <a:gd name="T14" fmla="*/ 133 w 11"/>
                <a:gd name="T15" fmla="*/ 35 h 12"/>
                <a:gd name="T16" fmla="*/ 61 w 11"/>
                <a:gd name="T17" fmla="*/ 2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4" y="1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1" y="10"/>
                    <a:pt x="2" y="11"/>
                    <a:pt x="4" y="12"/>
                  </a:cubicBezTo>
                  <a:cubicBezTo>
                    <a:pt x="6" y="12"/>
                    <a:pt x="9" y="11"/>
                    <a:pt x="10" y="9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1" y="6"/>
                    <a:pt x="11" y="5"/>
                    <a:pt x="10" y="5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3"/>
                    <a:pt x="9" y="3"/>
                    <a:pt x="9" y="2"/>
                  </a:cubicBezTo>
                  <a:cubicBezTo>
                    <a:pt x="8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2" name="Freeform 931">
              <a:extLst>
                <a:ext uri="{FF2B5EF4-FFF2-40B4-BE49-F238E27FC236}">
                  <a16:creationId xmlns:a16="http://schemas.microsoft.com/office/drawing/2014/main" id="{F6E9D754-2C3C-425F-A12D-3DCE192FCB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2" y="2965"/>
              <a:ext cx="25" cy="32"/>
            </a:xfrm>
            <a:custGeom>
              <a:avLst/>
              <a:gdLst>
                <a:gd name="T0" fmla="*/ 33 w 10"/>
                <a:gd name="T1" fmla="*/ 21 h 12"/>
                <a:gd name="T2" fmla="*/ 0 w 10"/>
                <a:gd name="T3" fmla="*/ 93 h 12"/>
                <a:gd name="T4" fmla="*/ 0 w 10"/>
                <a:gd name="T5" fmla="*/ 93 h 12"/>
                <a:gd name="T6" fmla="*/ 20 w 10"/>
                <a:gd name="T7" fmla="*/ 136 h 12"/>
                <a:gd name="T8" fmla="*/ 33 w 10"/>
                <a:gd name="T9" fmla="*/ 171 h 12"/>
                <a:gd name="T10" fmla="*/ 50 w 10"/>
                <a:gd name="T11" fmla="*/ 205 h 12"/>
                <a:gd name="T12" fmla="*/ 125 w 10"/>
                <a:gd name="T13" fmla="*/ 192 h 12"/>
                <a:gd name="T14" fmla="*/ 125 w 10"/>
                <a:gd name="T15" fmla="*/ 149 h 12"/>
                <a:gd name="T16" fmla="*/ 158 w 10"/>
                <a:gd name="T17" fmla="*/ 93 h 12"/>
                <a:gd name="T18" fmla="*/ 158 w 10"/>
                <a:gd name="T19" fmla="*/ 93 h 12"/>
                <a:gd name="T20" fmla="*/ 113 w 10"/>
                <a:gd name="T21" fmla="*/ 21 h 12"/>
                <a:gd name="T22" fmla="*/ 95 w 10"/>
                <a:gd name="T23" fmla="*/ 21 h 12"/>
                <a:gd name="T24" fmla="*/ 33 w 10"/>
                <a:gd name="T25" fmla="*/ 21 h 12"/>
                <a:gd name="T26" fmla="*/ 113 w 10"/>
                <a:gd name="T27" fmla="*/ 77 h 12"/>
                <a:gd name="T28" fmla="*/ 113 w 10"/>
                <a:gd name="T29" fmla="*/ 93 h 12"/>
                <a:gd name="T30" fmla="*/ 113 w 10"/>
                <a:gd name="T31" fmla="*/ 93 h 12"/>
                <a:gd name="T32" fmla="*/ 113 w 10"/>
                <a:gd name="T33" fmla="*/ 77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12">
                  <a:moveTo>
                    <a:pt x="2" y="1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1" y="8"/>
                    <a:pt x="1" y="9"/>
                    <a:pt x="2" y="9"/>
                  </a:cubicBezTo>
                  <a:cubicBezTo>
                    <a:pt x="2" y="10"/>
                    <a:pt x="2" y="10"/>
                    <a:pt x="3" y="11"/>
                  </a:cubicBezTo>
                  <a:cubicBezTo>
                    <a:pt x="5" y="12"/>
                    <a:pt x="7" y="11"/>
                    <a:pt x="8" y="10"/>
                  </a:cubicBezTo>
                  <a:cubicBezTo>
                    <a:pt x="8" y="9"/>
                    <a:pt x="8" y="9"/>
                    <a:pt x="8" y="8"/>
                  </a:cubicBezTo>
                  <a:cubicBezTo>
                    <a:pt x="9" y="7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3"/>
                    <a:pt x="9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3" name="Freeform 932">
              <a:extLst>
                <a:ext uri="{FF2B5EF4-FFF2-40B4-BE49-F238E27FC236}">
                  <a16:creationId xmlns:a16="http://schemas.microsoft.com/office/drawing/2014/main" id="{C3F0562C-0D2B-473B-84AD-6481E5E32F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7" y="2995"/>
              <a:ext cx="20" cy="24"/>
            </a:xfrm>
            <a:custGeom>
              <a:avLst/>
              <a:gdLst>
                <a:gd name="T0" fmla="*/ 20 w 8"/>
                <a:gd name="T1" fmla="*/ 35 h 9"/>
                <a:gd name="T2" fmla="*/ 0 w 8"/>
                <a:gd name="T3" fmla="*/ 77 h 9"/>
                <a:gd name="T4" fmla="*/ 0 w 8"/>
                <a:gd name="T5" fmla="*/ 93 h 9"/>
                <a:gd name="T6" fmla="*/ 0 w 8"/>
                <a:gd name="T7" fmla="*/ 115 h 9"/>
                <a:gd name="T8" fmla="*/ 0 w 8"/>
                <a:gd name="T9" fmla="*/ 115 h 9"/>
                <a:gd name="T10" fmla="*/ 0 w 8"/>
                <a:gd name="T11" fmla="*/ 136 h 9"/>
                <a:gd name="T12" fmla="*/ 20 w 8"/>
                <a:gd name="T13" fmla="*/ 136 h 9"/>
                <a:gd name="T14" fmla="*/ 33 w 8"/>
                <a:gd name="T15" fmla="*/ 149 h 9"/>
                <a:gd name="T16" fmla="*/ 50 w 8"/>
                <a:gd name="T17" fmla="*/ 171 h 9"/>
                <a:gd name="T18" fmla="*/ 83 w 8"/>
                <a:gd name="T19" fmla="*/ 171 h 9"/>
                <a:gd name="T20" fmla="*/ 83 w 8"/>
                <a:gd name="T21" fmla="*/ 171 h 9"/>
                <a:gd name="T22" fmla="*/ 83 w 8"/>
                <a:gd name="T23" fmla="*/ 171 h 9"/>
                <a:gd name="T24" fmla="*/ 113 w 8"/>
                <a:gd name="T25" fmla="*/ 149 h 9"/>
                <a:gd name="T26" fmla="*/ 125 w 8"/>
                <a:gd name="T27" fmla="*/ 93 h 9"/>
                <a:gd name="T28" fmla="*/ 125 w 8"/>
                <a:gd name="T29" fmla="*/ 56 h 9"/>
                <a:gd name="T30" fmla="*/ 113 w 8"/>
                <a:gd name="T31" fmla="*/ 35 h 9"/>
                <a:gd name="T32" fmla="*/ 125 w 8"/>
                <a:gd name="T33" fmla="*/ 35 h 9"/>
                <a:gd name="T34" fmla="*/ 113 w 8"/>
                <a:gd name="T35" fmla="*/ 35 h 9"/>
                <a:gd name="T36" fmla="*/ 63 w 8"/>
                <a:gd name="T37" fmla="*/ 0 h 9"/>
                <a:gd name="T38" fmla="*/ 20 w 8"/>
                <a:gd name="T39" fmla="*/ 35 h 9"/>
                <a:gd name="T40" fmla="*/ 63 w 8"/>
                <a:gd name="T41" fmla="*/ 21 h 9"/>
                <a:gd name="T42" fmla="*/ 63 w 8"/>
                <a:gd name="T43" fmla="*/ 21 h 9"/>
                <a:gd name="T44" fmla="*/ 63 w 8"/>
                <a:gd name="T45" fmla="*/ 21 h 9"/>
                <a:gd name="T46" fmla="*/ 20 w 8"/>
                <a:gd name="T47" fmla="*/ 77 h 9"/>
                <a:gd name="T48" fmla="*/ 20 w 8"/>
                <a:gd name="T49" fmla="*/ 56 h 9"/>
                <a:gd name="T50" fmla="*/ 20 w 8"/>
                <a:gd name="T51" fmla="*/ 77 h 9"/>
                <a:gd name="T52" fmla="*/ 20 w 8"/>
                <a:gd name="T53" fmla="*/ 77 h 9"/>
                <a:gd name="T54" fmla="*/ 33 w 8"/>
                <a:gd name="T55" fmla="*/ 115 h 9"/>
                <a:gd name="T56" fmla="*/ 33 w 8"/>
                <a:gd name="T57" fmla="*/ 77 h 9"/>
                <a:gd name="T58" fmla="*/ 83 w 8"/>
                <a:gd name="T59" fmla="*/ 35 h 9"/>
                <a:gd name="T60" fmla="*/ 113 w 8"/>
                <a:gd name="T61" fmla="*/ 77 h 9"/>
                <a:gd name="T62" fmla="*/ 113 w 8"/>
                <a:gd name="T63" fmla="*/ 77 h 9"/>
                <a:gd name="T64" fmla="*/ 95 w 8"/>
                <a:gd name="T65" fmla="*/ 136 h 9"/>
                <a:gd name="T66" fmla="*/ 50 w 8"/>
                <a:gd name="T67" fmla="*/ 149 h 9"/>
                <a:gd name="T68" fmla="*/ 33 w 8"/>
                <a:gd name="T69" fmla="*/ 115 h 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2" y="8"/>
                    <a:pt x="3" y="9"/>
                    <a:pt x="3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7" y="9"/>
                    <a:pt x="7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2"/>
                    <a:pt x="7" y="2"/>
                  </a:cubicBezTo>
                  <a:cubicBezTo>
                    <a:pt x="7" y="2"/>
                    <a:pt x="7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6" y="1"/>
                    <a:pt x="6" y="1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1" y="4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  <a:moveTo>
                    <a:pt x="2" y="6"/>
                  </a:moveTo>
                  <a:cubicBezTo>
                    <a:pt x="2" y="6"/>
                    <a:pt x="2" y="5"/>
                    <a:pt x="2" y="4"/>
                  </a:cubicBezTo>
                  <a:cubicBezTo>
                    <a:pt x="2" y="3"/>
                    <a:pt x="4" y="2"/>
                    <a:pt x="5" y="2"/>
                  </a:cubicBezTo>
                  <a:cubicBezTo>
                    <a:pt x="6" y="3"/>
                    <a:pt x="7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6"/>
                    <a:pt x="6" y="7"/>
                  </a:cubicBezTo>
                  <a:cubicBezTo>
                    <a:pt x="5" y="8"/>
                    <a:pt x="4" y="8"/>
                    <a:pt x="3" y="8"/>
                  </a:cubicBezTo>
                  <a:cubicBezTo>
                    <a:pt x="2" y="8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4" name="Freeform 933">
              <a:extLst>
                <a:ext uri="{FF2B5EF4-FFF2-40B4-BE49-F238E27FC236}">
                  <a16:creationId xmlns:a16="http://schemas.microsoft.com/office/drawing/2014/main" id="{F9D5814A-F5C0-4BA8-8A30-699C08C1BD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25" y="2763"/>
              <a:ext cx="25" cy="29"/>
            </a:xfrm>
            <a:custGeom>
              <a:avLst/>
              <a:gdLst>
                <a:gd name="T0" fmla="*/ 50 w 10"/>
                <a:gd name="T1" fmla="*/ 0 h 11"/>
                <a:gd name="T2" fmla="*/ 0 w 10"/>
                <a:gd name="T3" fmla="*/ 55 h 11"/>
                <a:gd name="T4" fmla="*/ 0 w 10"/>
                <a:gd name="T5" fmla="*/ 76 h 11"/>
                <a:gd name="T6" fmla="*/ 20 w 10"/>
                <a:gd name="T7" fmla="*/ 111 h 11"/>
                <a:gd name="T8" fmla="*/ 20 w 10"/>
                <a:gd name="T9" fmla="*/ 111 h 11"/>
                <a:gd name="T10" fmla="*/ 50 w 10"/>
                <a:gd name="T11" fmla="*/ 182 h 11"/>
                <a:gd name="T12" fmla="*/ 113 w 10"/>
                <a:gd name="T13" fmla="*/ 166 h 11"/>
                <a:gd name="T14" fmla="*/ 145 w 10"/>
                <a:gd name="T15" fmla="*/ 124 h 11"/>
                <a:gd name="T16" fmla="*/ 158 w 10"/>
                <a:gd name="T17" fmla="*/ 90 h 11"/>
                <a:gd name="T18" fmla="*/ 158 w 10"/>
                <a:gd name="T19" fmla="*/ 76 h 11"/>
                <a:gd name="T20" fmla="*/ 125 w 10"/>
                <a:gd name="T21" fmla="*/ 34 h 11"/>
                <a:gd name="T22" fmla="*/ 113 w 10"/>
                <a:gd name="T23" fmla="*/ 21 h 11"/>
                <a:gd name="T24" fmla="*/ 95 w 10"/>
                <a:gd name="T25" fmla="*/ 21 h 11"/>
                <a:gd name="T26" fmla="*/ 95 w 10"/>
                <a:gd name="T27" fmla="*/ 21 h 11"/>
                <a:gd name="T28" fmla="*/ 50 w 10"/>
                <a:gd name="T29" fmla="*/ 0 h 11"/>
                <a:gd name="T30" fmla="*/ 113 w 10"/>
                <a:gd name="T31" fmla="*/ 111 h 11"/>
                <a:gd name="T32" fmla="*/ 83 w 10"/>
                <a:gd name="T33" fmla="*/ 145 h 11"/>
                <a:gd name="T34" fmla="*/ 63 w 10"/>
                <a:gd name="T35" fmla="*/ 145 h 11"/>
                <a:gd name="T36" fmla="*/ 50 w 10"/>
                <a:gd name="T37" fmla="*/ 124 h 11"/>
                <a:gd name="T38" fmla="*/ 113 w 10"/>
                <a:gd name="T39" fmla="*/ 111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" h="11">
                  <a:moveTo>
                    <a:pt x="3" y="0"/>
                  </a:moveTo>
                  <a:cubicBezTo>
                    <a:pt x="1" y="1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1" y="9"/>
                    <a:pt x="3" y="10"/>
                  </a:cubicBezTo>
                  <a:cubicBezTo>
                    <a:pt x="4" y="11"/>
                    <a:pt x="6" y="11"/>
                    <a:pt x="7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3"/>
                    <a:pt x="9" y="3"/>
                    <a:pt x="8" y="2"/>
                  </a:cubicBezTo>
                  <a:cubicBezTo>
                    <a:pt x="8" y="2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7" y="6"/>
                  </a:moveTo>
                  <a:cubicBezTo>
                    <a:pt x="5" y="8"/>
                    <a:pt x="5" y="8"/>
                    <a:pt x="5" y="8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5" y="8"/>
                    <a:pt x="6" y="7"/>
                    <a:pt x="7" y="6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" name="Freeform 934">
              <a:extLst>
                <a:ext uri="{FF2B5EF4-FFF2-40B4-BE49-F238E27FC236}">
                  <a16:creationId xmlns:a16="http://schemas.microsoft.com/office/drawing/2014/main" id="{8034344E-0AEE-47BD-BB41-BE352A1E5B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0" y="2984"/>
              <a:ext cx="32" cy="32"/>
            </a:xfrm>
            <a:custGeom>
              <a:avLst/>
              <a:gdLst>
                <a:gd name="T0" fmla="*/ 30 w 13"/>
                <a:gd name="T1" fmla="*/ 21 h 12"/>
                <a:gd name="T2" fmla="*/ 30 w 13"/>
                <a:gd name="T3" fmla="*/ 192 h 12"/>
                <a:gd name="T4" fmla="*/ 62 w 13"/>
                <a:gd name="T5" fmla="*/ 227 h 12"/>
                <a:gd name="T6" fmla="*/ 91 w 13"/>
                <a:gd name="T7" fmla="*/ 205 h 12"/>
                <a:gd name="T8" fmla="*/ 153 w 13"/>
                <a:gd name="T9" fmla="*/ 149 h 12"/>
                <a:gd name="T10" fmla="*/ 194 w 13"/>
                <a:gd name="T11" fmla="*/ 77 h 12"/>
                <a:gd name="T12" fmla="*/ 194 w 13"/>
                <a:gd name="T13" fmla="*/ 77 h 12"/>
                <a:gd name="T14" fmla="*/ 121 w 13"/>
                <a:gd name="T15" fmla="*/ 21 h 12"/>
                <a:gd name="T16" fmla="*/ 103 w 13"/>
                <a:gd name="T17" fmla="*/ 21 h 12"/>
                <a:gd name="T18" fmla="*/ 103 w 13"/>
                <a:gd name="T19" fmla="*/ 21 h 12"/>
                <a:gd name="T20" fmla="*/ 74 w 13"/>
                <a:gd name="T21" fmla="*/ 0 h 12"/>
                <a:gd name="T22" fmla="*/ 30 w 13"/>
                <a:gd name="T23" fmla="*/ 21 h 12"/>
                <a:gd name="T24" fmla="*/ 42 w 13"/>
                <a:gd name="T25" fmla="*/ 115 h 12"/>
                <a:gd name="T26" fmla="*/ 42 w 13"/>
                <a:gd name="T27" fmla="*/ 93 h 12"/>
                <a:gd name="T28" fmla="*/ 62 w 13"/>
                <a:gd name="T29" fmla="*/ 77 h 12"/>
                <a:gd name="T30" fmla="*/ 121 w 13"/>
                <a:gd name="T31" fmla="*/ 93 h 12"/>
                <a:gd name="T32" fmla="*/ 74 w 13"/>
                <a:gd name="T33" fmla="*/ 136 h 12"/>
                <a:gd name="T34" fmla="*/ 42 w 13"/>
                <a:gd name="T35" fmla="*/ 115 h 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" h="12">
                  <a:moveTo>
                    <a:pt x="2" y="1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3" y="11"/>
                    <a:pt x="3" y="12"/>
                    <a:pt x="4" y="12"/>
                  </a:cubicBezTo>
                  <a:cubicBezTo>
                    <a:pt x="5" y="12"/>
                    <a:pt x="6" y="12"/>
                    <a:pt x="6" y="11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3" y="6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1"/>
                    <a:pt x="10" y="0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3" y="6"/>
                  </a:move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4" y="4"/>
                    <a:pt x="4" y="4"/>
                  </a:cubicBezTo>
                  <a:cubicBezTo>
                    <a:pt x="6" y="3"/>
                    <a:pt x="7" y="4"/>
                    <a:pt x="8" y="5"/>
                  </a:cubicBezTo>
                  <a:cubicBezTo>
                    <a:pt x="7" y="6"/>
                    <a:pt x="6" y="7"/>
                    <a:pt x="5" y="7"/>
                  </a:cubicBezTo>
                  <a:cubicBezTo>
                    <a:pt x="4" y="6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6" name="Freeform 935">
              <a:extLst>
                <a:ext uri="{FF2B5EF4-FFF2-40B4-BE49-F238E27FC236}">
                  <a16:creationId xmlns:a16="http://schemas.microsoft.com/office/drawing/2014/main" id="{1C6AB3D6-B0D7-4E08-8124-C4A6051847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5" y="2923"/>
              <a:ext cx="22" cy="29"/>
            </a:xfrm>
            <a:custGeom>
              <a:avLst/>
              <a:gdLst>
                <a:gd name="T0" fmla="*/ 59 w 9"/>
                <a:gd name="T1" fmla="*/ 21 h 11"/>
                <a:gd name="T2" fmla="*/ 0 w 9"/>
                <a:gd name="T3" fmla="*/ 124 h 11"/>
                <a:gd name="T4" fmla="*/ 42 w 9"/>
                <a:gd name="T5" fmla="*/ 182 h 11"/>
                <a:gd name="T6" fmla="*/ 120 w 9"/>
                <a:gd name="T7" fmla="*/ 145 h 11"/>
                <a:gd name="T8" fmla="*/ 132 w 9"/>
                <a:gd name="T9" fmla="*/ 90 h 11"/>
                <a:gd name="T10" fmla="*/ 120 w 9"/>
                <a:gd name="T11" fmla="*/ 55 h 11"/>
                <a:gd name="T12" fmla="*/ 59 w 9"/>
                <a:gd name="T13" fmla="*/ 21 h 11"/>
                <a:gd name="T14" fmla="*/ 120 w 9"/>
                <a:gd name="T15" fmla="*/ 145 h 11"/>
                <a:gd name="T16" fmla="*/ 120 w 9"/>
                <a:gd name="T17" fmla="*/ 145 h 11"/>
                <a:gd name="T18" fmla="*/ 120 w 9"/>
                <a:gd name="T19" fmla="*/ 145 h 11"/>
                <a:gd name="T20" fmla="*/ 120 w 9"/>
                <a:gd name="T21" fmla="*/ 145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1">
                  <a:moveTo>
                    <a:pt x="4" y="1"/>
                  </a:moveTo>
                  <a:cubicBezTo>
                    <a:pt x="2" y="2"/>
                    <a:pt x="0" y="5"/>
                    <a:pt x="0" y="7"/>
                  </a:cubicBezTo>
                  <a:cubicBezTo>
                    <a:pt x="0" y="9"/>
                    <a:pt x="2" y="10"/>
                    <a:pt x="3" y="10"/>
                  </a:cubicBezTo>
                  <a:cubicBezTo>
                    <a:pt x="5" y="11"/>
                    <a:pt x="7" y="10"/>
                    <a:pt x="8" y="8"/>
                  </a:cubicBezTo>
                  <a:cubicBezTo>
                    <a:pt x="8" y="7"/>
                    <a:pt x="9" y="6"/>
                    <a:pt x="9" y="5"/>
                  </a:cubicBezTo>
                  <a:cubicBezTo>
                    <a:pt x="9" y="4"/>
                    <a:pt x="9" y="3"/>
                    <a:pt x="8" y="3"/>
                  </a:cubicBezTo>
                  <a:cubicBezTo>
                    <a:pt x="7" y="2"/>
                    <a:pt x="6" y="0"/>
                    <a:pt x="4" y="1"/>
                  </a:cubicBez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7" name="Freeform 936">
              <a:extLst>
                <a:ext uri="{FF2B5EF4-FFF2-40B4-BE49-F238E27FC236}">
                  <a16:creationId xmlns:a16="http://schemas.microsoft.com/office/drawing/2014/main" id="{FBEE63AC-B22F-409F-9685-E8B3727FDF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827"/>
              <a:ext cx="32" cy="37"/>
            </a:xfrm>
            <a:custGeom>
              <a:avLst/>
              <a:gdLst>
                <a:gd name="T0" fmla="*/ 12 w 13"/>
                <a:gd name="T1" fmla="*/ 77 h 14"/>
                <a:gd name="T2" fmla="*/ 30 w 13"/>
                <a:gd name="T3" fmla="*/ 204 h 14"/>
                <a:gd name="T4" fmla="*/ 133 w 13"/>
                <a:gd name="T5" fmla="*/ 238 h 14"/>
                <a:gd name="T6" fmla="*/ 194 w 13"/>
                <a:gd name="T7" fmla="*/ 132 h 14"/>
                <a:gd name="T8" fmla="*/ 194 w 13"/>
                <a:gd name="T9" fmla="*/ 111 h 14"/>
                <a:gd name="T10" fmla="*/ 162 w 13"/>
                <a:gd name="T11" fmla="*/ 77 h 14"/>
                <a:gd name="T12" fmla="*/ 162 w 13"/>
                <a:gd name="T13" fmla="*/ 77 h 14"/>
                <a:gd name="T14" fmla="*/ 133 w 13"/>
                <a:gd name="T15" fmla="*/ 21 h 14"/>
                <a:gd name="T16" fmla="*/ 12 w 13"/>
                <a:gd name="T17" fmla="*/ 77 h 14"/>
                <a:gd name="T18" fmla="*/ 103 w 13"/>
                <a:gd name="T19" fmla="*/ 111 h 14"/>
                <a:gd name="T20" fmla="*/ 133 w 13"/>
                <a:gd name="T21" fmla="*/ 111 h 14"/>
                <a:gd name="T22" fmla="*/ 121 w 13"/>
                <a:gd name="T23" fmla="*/ 148 h 14"/>
                <a:gd name="T24" fmla="*/ 103 w 13"/>
                <a:gd name="T25" fmla="*/ 167 h 14"/>
                <a:gd name="T26" fmla="*/ 162 w 13"/>
                <a:gd name="T27" fmla="*/ 111 h 14"/>
                <a:gd name="T28" fmla="*/ 162 w 13"/>
                <a:gd name="T29" fmla="*/ 132 h 14"/>
                <a:gd name="T30" fmla="*/ 162 w 13"/>
                <a:gd name="T31" fmla="*/ 148 h 14"/>
                <a:gd name="T32" fmla="*/ 121 w 13"/>
                <a:gd name="T33" fmla="*/ 182 h 14"/>
                <a:gd name="T34" fmla="*/ 91 w 13"/>
                <a:gd name="T35" fmla="*/ 182 h 14"/>
                <a:gd name="T36" fmla="*/ 74 w 13"/>
                <a:gd name="T37" fmla="*/ 148 h 14"/>
                <a:gd name="T38" fmla="*/ 74 w 13"/>
                <a:gd name="T39" fmla="*/ 132 h 14"/>
                <a:gd name="T40" fmla="*/ 103 w 13"/>
                <a:gd name="T41" fmla="*/ 111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" h="14">
                  <a:moveTo>
                    <a:pt x="1" y="4"/>
                  </a:moveTo>
                  <a:cubicBezTo>
                    <a:pt x="0" y="6"/>
                    <a:pt x="1" y="9"/>
                    <a:pt x="2" y="11"/>
                  </a:cubicBezTo>
                  <a:cubicBezTo>
                    <a:pt x="4" y="13"/>
                    <a:pt x="7" y="14"/>
                    <a:pt x="9" y="13"/>
                  </a:cubicBezTo>
                  <a:cubicBezTo>
                    <a:pt x="10" y="13"/>
                    <a:pt x="12" y="11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5"/>
                    <a:pt x="12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4" y="0"/>
                    <a:pt x="2" y="2"/>
                    <a:pt x="1" y="4"/>
                  </a:cubicBezTo>
                  <a:close/>
                  <a:moveTo>
                    <a:pt x="7" y="6"/>
                  </a:moveTo>
                  <a:cubicBezTo>
                    <a:pt x="8" y="5"/>
                    <a:pt x="8" y="6"/>
                    <a:pt x="9" y="6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8" y="9"/>
                    <a:pt x="10" y="8"/>
                    <a:pt x="11" y="6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1" y="10"/>
                    <a:pt x="10" y="11"/>
                    <a:pt x="8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9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8" name="Freeform 937">
              <a:extLst>
                <a:ext uri="{FF2B5EF4-FFF2-40B4-BE49-F238E27FC236}">
                  <a16:creationId xmlns:a16="http://schemas.microsoft.com/office/drawing/2014/main" id="{1563BF39-CAD4-426A-9D56-6A3AEACA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35"/>
              <a:ext cx="27" cy="37"/>
            </a:xfrm>
            <a:custGeom>
              <a:avLst/>
              <a:gdLst>
                <a:gd name="T0" fmla="*/ 42 w 11"/>
                <a:gd name="T1" fmla="*/ 0 h 14"/>
                <a:gd name="T2" fmla="*/ 29 w 11"/>
                <a:gd name="T3" fmla="*/ 34 h 14"/>
                <a:gd name="T4" fmla="*/ 29 w 11"/>
                <a:gd name="T5" fmla="*/ 34 h 14"/>
                <a:gd name="T6" fmla="*/ 12 w 11"/>
                <a:gd name="T7" fmla="*/ 34 h 14"/>
                <a:gd name="T8" fmla="*/ 0 w 11"/>
                <a:gd name="T9" fmla="*/ 90 h 14"/>
                <a:gd name="T10" fmla="*/ 0 w 11"/>
                <a:gd name="T11" fmla="*/ 111 h 14"/>
                <a:gd name="T12" fmla="*/ 0 w 11"/>
                <a:gd name="T13" fmla="*/ 167 h 14"/>
                <a:gd name="T14" fmla="*/ 0 w 11"/>
                <a:gd name="T15" fmla="*/ 182 h 14"/>
                <a:gd name="T16" fmla="*/ 42 w 11"/>
                <a:gd name="T17" fmla="*/ 259 h 14"/>
                <a:gd name="T18" fmla="*/ 133 w 11"/>
                <a:gd name="T19" fmla="*/ 204 h 14"/>
                <a:gd name="T20" fmla="*/ 162 w 11"/>
                <a:gd name="T21" fmla="*/ 111 h 14"/>
                <a:gd name="T22" fmla="*/ 150 w 11"/>
                <a:gd name="T23" fmla="*/ 56 h 14"/>
                <a:gd name="T24" fmla="*/ 150 w 11"/>
                <a:gd name="T25" fmla="*/ 56 h 14"/>
                <a:gd name="T26" fmla="*/ 133 w 11"/>
                <a:gd name="T27" fmla="*/ 34 h 14"/>
                <a:gd name="T28" fmla="*/ 133 w 11"/>
                <a:gd name="T29" fmla="*/ 34 h 14"/>
                <a:gd name="T30" fmla="*/ 120 w 11"/>
                <a:gd name="T31" fmla="*/ 21 h 14"/>
                <a:gd name="T32" fmla="*/ 91 w 11"/>
                <a:gd name="T33" fmla="*/ 0 h 14"/>
                <a:gd name="T34" fmla="*/ 42 w 11"/>
                <a:gd name="T35" fmla="*/ 0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" h="14">
                  <a:moveTo>
                    <a:pt x="3" y="0"/>
                  </a:moveTo>
                  <a:cubicBezTo>
                    <a:pt x="3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2"/>
                    <a:pt x="1" y="14"/>
                    <a:pt x="3" y="14"/>
                  </a:cubicBezTo>
                  <a:cubicBezTo>
                    <a:pt x="6" y="14"/>
                    <a:pt x="7" y="13"/>
                    <a:pt x="9" y="11"/>
                  </a:cubicBezTo>
                  <a:cubicBezTo>
                    <a:pt x="10" y="10"/>
                    <a:pt x="11" y="8"/>
                    <a:pt x="11" y="6"/>
                  </a:cubicBezTo>
                  <a:cubicBezTo>
                    <a:pt x="11" y="5"/>
                    <a:pt x="11" y="4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9" name="Freeform 938">
              <a:extLst>
                <a:ext uri="{FF2B5EF4-FFF2-40B4-BE49-F238E27FC236}">
                  <a16:creationId xmlns:a16="http://schemas.microsoft.com/office/drawing/2014/main" id="{9BA39867-1688-4BF2-AB7B-ADD0E97BC0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0" y="2744"/>
              <a:ext cx="20" cy="29"/>
            </a:xfrm>
            <a:custGeom>
              <a:avLst/>
              <a:gdLst>
                <a:gd name="T0" fmla="*/ 63 w 8"/>
                <a:gd name="T1" fmla="*/ 21 h 11"/>
                <a:gd name="T2" fmla="*/ 0 w 8"/>
                <a:gd name="T3" fmla="*/ 111 h 11"/>
                <a:gd name="T4" fmla="*/ 20 w 8"/>
                <a:gd name="T5" fmla="*/ 145 h 11"/>
                <a:gd name="T6" fmla="*/ 95 w 8"/>
                <a:gd name="T7" fmla="*/ 182 h 11"/>
                <a:gd name="T8" fmla="*/ 33 w 8"/>
                <a:gd name="T9" fmla="*/ 145 h 11"/>
                <a:gd name="T10" fmla="*/ 63 w 8"/>
                <a:gd name="T11" fmla="*/ 55 h 11"/>
                <a:gd name="T12" fmla="*/ 113 w 8"/>
                <a:gd name="T13" fmla="*/ 76 h 11"/>
                <a:gd name="T14" fmla="*/ 125 w 8"/>
                <a:gd name="T15" fmla="*/ 111 h 11"/>
                <a:gd name="T16" fmla="*/ 125 w 8"/>
                <a:gd name="T17" fmla="*/ 90 h 11"/>
                <a:gd name="T18" fmla="*/ 125 w 8"/>
                <a:gd name="T19" fmla="*/ 76 h 11"/>
                <a:gd name="T20" fmla="*/ 63 w 8"/>
                <a:gd name="T21" fmla="*/ 21 h 11"/>
                <a:gd name="T22" fmla="*/ 83 w 8"/>
                <a:gd name="T23" fmla="*/ 166 h 11"/>
                <a:gd name="T24" fmla="*/ 125 w 8"/>
                <a:gd name="T25" fmla="*/ 111 h 11"/>
                <a:gd name="T26" fmla="*/ 125 w 8"/>
                <a:gd name="T27" fmla="*/ 111 h 11"/>
                <a:gd name="T28" fmla="*/ 83 w 8"/>
                <a:gd name="T29" fmla="*/ 166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1">
                  <a:moveTo>
                    <a:pt x="4" y="1"/>
                  </a:moveTo>
                  <a:cubicBezTo>
                    <a:pt x="0" y="2"/>
                    <a:pt x="0" y="5"/>
                    <a:pt x="0" y="6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2" y="10"/>
                    <a:pt x="4" y="11"/>
                    <a:pt x="6" y="10"/>
                  </a:cubicBezTo>
                  <a:cubicBezTo>
                    <a:pt x="4" y="11"/>
                    <a:pt x="2" y="10"/>
                    <a:pt x="2" y="8"/>
                  </a:cubicBezTo>
                  <a:cubicBezTo>
                    <a:pt x="1" y="6"/>
                    <a:pt x="2" y="3"/>
                    <a:pt x="4" y="3"/>
                  </a:cubicBezTo>
                  <a:cubicBezTo>
                    <a:pt x="5" y="3"/>
                    <a:pt x="6" y="3"/>
                    <a:pt x="7" y="4"/>
                  </a:cubicBezTo>
                  <a:cubicBezTo>
                    <a:pt x="7" y="4"/>
                    <a:pt x="8" y="5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1"/>
                  </a:cubicBezTo>
                  <a:close/>
                  <a:moveTo>
                    <a:pt x="5" y="9"/>
                  </a:moveTo>
                  <a:cubicBezTo>
                    <a:pt x="7" y="8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7"/>
                    <a:pt x="7" y="8"/>
                    <a:pt x="5" y="9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0" name="Freeform 939">
              <a:extLst>
                <a:ext uri="{FF2B5EF4-FFF2-40B4-BE49-F238E27FC236}">
                  <a16:creationId xmlns:a16="http://schemas.microsoft.com/office/drawing/2014/main" id="{4C00A17F-3410-48D2-AB46-A13C7C62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995"/>
              <a:ext cx="32" cy="40"/>
            </a:xfrm>
            <a:custGeom>
              <a:avLst/>
              <a:gdLst>
                <a:gd name="T0" fmla="*/ 74 w 13"/>
                <a:gd name="T1" fmla="*/ 0 h 15"/>
                <a:gd name="T2" fmla="*/ 30 w 13"/>
                <a:gd name="T3" fmla="*/ 56 h 15"/>
                <a:gd name="T4" fmla="*/ 0 w 13"/>
                <a:gd name="T5" fmla="*/ 149 h 15"/>
                <a:gd name="T6" fmla="*/ 0 w 13"/>
                <a:gd name="T7" fmla="*/ 192 h 15"/>
                <a:gd name="T8" fmla="*/ 74 w 13"/>
                <a:gd name="T9" fmla="*/ 285 h 15"/>
                <a:gd name="T10" fmla="*/ 182 w 13"/>
                <a:gd name="T11" fmla="*/ 192 h 15"/>
                <a:gd name="T12" fmla="*/ 162 w 13"/>
                <a:gd name="T13" fmla="*/ 35 h 15"/>
                <a:gd name="T14" fmla="*/ 74 w 13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5">
                  <a:moveTo>
                    <a:pt x="5" y="0"/>
                  </a:moveTo>
                  <a:cubicBezTo>
                    <a:pt x="4" y="1"/>
                    <a:pt x="3" y="2"/>
                    <a:pt x="2" y="3"/>
                  </a:cubicBezTo>
                  <a:cubicBezTo>
                    <a:pt x="1" y="5"/>
                    <a:pt x="0" y="7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2"/>
                    <a:pt x="3" y="14"/>
                    <a:pt x="5" y="15"/>
                  </a:cubicBezTo>
                  <a:cubicBezTo>
                    <a:pt x="8" y="15"/>
                    <a:pt x="11" y="13"/>
                    <a:pt x="12" y="10"/>
                  </a:cubicBezTo>
                  <a:cubicBezTo>
                    <a:pt x="13" y="7"/>
                    <a:pt x="13" y="4"/>
                    <a:pt x="11" y="2"/>
                  </a:cubicBezTo>
                  <a:cubicBezTo>
                    <a:pt x="9" y="0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1" name="Freeform 940">
              <a:extLst>
                <a:ext uri="{FF2B5EF4-FFF2-40B4-BE49-F238E27FC236}">
                  <a16:creationId xmlns:a16="http://schemas.microsoft.com/office/drawing/2014/main" id="{58EEE21C-A5F2-41DC-87E1-AE9BACD8C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2" y="2995"/>
              <a:ext cx="18" cy="26"/>
            </a:xfrm>
            <a:custGeom>
              <a:avLst/>
              <a:gdLst>
                <a:gd name="T0" fmla="*/ 21 w 7"/>
                <a:gd name="T1" fmla="*/ 55 h 10"/>
                <a:gd name="T2" fmla="*/ 67 w 7"/>
                <a:gd name="T3" fmla="*/ 0 h 10"/>
                <a:gd name="T4" fmla="*/ 21 w 7"/>
                <a:gd name="T5" fmla="*/ 55 h 10"/>
                <a:gd name="T6" fmla="*/ 0 w 7"/>
                <a:gd name="T7" fmla="*/ 88 h 10"/>
                <a:gd name="T8" fmla="*/ 0 w 7"/>
                <a:gd name="T9" fmla="*/ 109 h 10"/>
                <a:gd name="T10" fmla="*/ 33 w 7"/>
                <a:gd name="T11" fmla="*/ 156 h 10"/>
                <a:gd name="T12" fmla="*/ 118 w 7"/>
                <a:gd name="T13" fmla="*/ 122 h 10"/>
                <a:gd name="T14" fmla="*/ 118 w 7"/>
                <a:gd name="T15" fmla="*/ 109 h 10"/>
                <a:gd name="T16" fmla="*/ 85 w 7"/>
                <a:gd name="T17" fmla="*/ 143 h 10"/>
                <a:gd name="T18" fmla="*/ 21 w 7"/>
                <a:gd name="T19" fmla="*/ 88 h 10"/>
                <a:gd name="T20" fmla="*/ 21 w 7"/>
                <a:gd name="T21" fmla="*/ 68 h 10"/>
                <a:gd name="T22" fmla="*/ 21 w 7"/>
                <a:gd name="T23" fmla="*/ 55 h 10"/>
                <a:gd name="T24" fmla="*/ 0 w 7"/>
                <a:gd name="T25" fmla="*/ 88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10">
                  <a:moveTo>
                    <a:pt x="1" y="3"/>
                  </a:moveTo>
                  <a:cubicBezTo>
                    <a:pt x="2" y="2"/>
                    <a:pt x="2" y="0"/>
                    <a:pt x="4" y="0"/>
                  </a:cubicBezTo>
                  <a:cubicBezTo>
                    <a:pt x="2" y="0"/>
                    <a:pt x="1" y="2"/>
                    <a:pt x="1" y="3"/>
                  </a:cubicBezTo>
                  <a:close/>
                  <a:moveTo>
                    <a:pt x="0" y="5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1" y="9"/>
                    <a:pt x="2" y="9"/>
                  </a:cubicBezTo>
                  <a:cubicBezTo>
                    <a:pt x="4" y="10"/>
                    <a:pt x="6" y="9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6" y="8"/>
                    <a:pt x="5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4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2" name="Freeform 941">
              <a:extLst>
                <a:ext uri="{FF2B5EF4-FFF2-40B4-BE49-F238E27FC236}">
                  <a16:creationId xmlns:a16="http://schemas.microsoft.com/office/drawing/2014/main" id="{387A0A09-C5FF-4B59-BDE3-157BDBB52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061"/>
              <a:ext cx="28" cy="30"/>
            </a:xfrm>
            <a:custGeom>
              <a:avLst/>
              <a:gdLst>
                <a:gd name="T0" fmla="*/ 64 w 11"/>
                <a:gd name="T1" fmla="*/ 22 h 11"/>
                <a:gd name="T2" fmla="*/ 51 w 11"/>
                <a:gd name="T3" fmla="*/ 60 h 11"/>
                <a:gd name="T4" fmla="*/ 33 w 11"/>
                <a:gd name="T5" fmla="*/ 82 h 11"/>
                <a:gd name="T6" fmla="*/ 64 w 11"/>
                <a:gd name="T7" fmla="*/ 38 h 11"/>
                <a:gd name="T8" fmla="*/ 97 w 11"/>
                <a:gd name="T9" fmla="*/ 38 h 11"/>
                <a:gd name="T10" fmla="*/ 130 w 11"/>
                <a:gd name="T11" fmla="*/ 104 h 11"/>
                <a:gd name="T12" fmla="*/ 130 w 11"/>
                <a:gd name="T13" fmla="*/ 142 h 11"/>
                <a:gd name="T14" fmla="*/ 33 w 11"/>
                <a:gd name="T15" fmla="*/ 142 h 11"/>
                <a:gd name="T16" fmla="*/ 33 w 11"/>
                <a:gd name="T17" fmla="*/ 22 h 11"/>
                <a:gd name="T18" fmla="*/ 20 w 11"/>
                <a:gd name="T19" fmla="*/ 164 h 11"/>
                <a:gd name="T20" fmla="*/ 51 w 11"/>
                <a:gd name="T21" fmla="*/ 202 h 11"/>
                <a:gd name="T22" fmla="*/ 97 w 11"/>
                <a:gd name="T23" fmla="*/ 202 h 11"/>
                <a:gd name="T24" fmla="*/ 150 w 11"/>
                <a:gd name="T25" fmla="*/ 142 h 11"/>
                <a:gd name="T26" fmla="*/ 150 w 11"/>
                <a:gd name="T27" fmla="*/ 38 h 11"/>
                <a:gd name="T28" fmla="*/ 64 w 11"/>
                <a:gd name="T29" fmla="*/ 22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11">
                  <a:moveTo>
                    <a:pt x="4" y="1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4" y="2"/>
                    <a:pt x="4" y="2"/>
                  </a:cubicBezTo>
                  <a:cubicBezTo>
                    <a:pt x="4" y="1"/>
                    <a:pt x="5" y="2"/>
                    <a:pt x="6" y="2"/>
                  </a:cubicBezTo>
                  <a:cubicBezTo>
                    <a:pt x="8" y="2"/>
                    <a:pt x="8" y="4"/>
                    <a:pt x="8" y="5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6" y="9"/>
                    <a:pt x="4" y="8"/>
                    <a:pt x="2" y="7"/>
                  </a:cubicBezTo>
                  <a:cubicBezTo>
                    <a:pt x="1" y="5"/>
                    <a:pt x="1" y="3"/>
                    <a:pt x="2" y="1"/>
                  </a:cubicBezTo>
                  <a:cubicBezTo>
                    <a:pt x="1" y="3"/>
                    <a:pt x="0" y="5"/>
                    <a:pt x="1" y="8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4" y="11"/>
                    <a:pt x="5" y="11"/>
                    <a:pt x="6" y="10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0" y="4"/>
                    <a:pt x="9" y="2"/>
                  </a:cubicBezTo>
                  <a:cubicBezTo>
                    <a:pt x="8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3" name="Freeform 942">
              <a:extLst>
                <a:ext uri="{FF2B5EF4-FFF2-40B4-BE49-F238E27FC236}">
                  <a16:creationId xmlns:a16="http://schemas.microsoft.com/office/drawing/2014/main" id="{97280B6B-9F10-4B3A-99AB-C4BB9804E0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5" y="3019"/>
              <a:ext cx="27" cy="32"/>
            </a:xfrm>
            <a:custGeom>
              <a:avLst/>
              <a:gdLst>
                <a:gd name="T0" fmla="*/ 71 w 11"/>
                <a:gd name="T1" fmla="*/ 0 h 12"/>
                <a:gd name="T2" fmla="*/ 0 w 11"/>
                <a:gd name="T3" fmla="*/ 77 h 12"/>
                <a:gd name="T4" fmla="*/ 29 w 11"/>
                <a:gd name="T5" fmla="*/ 171 h 12"/>
                <a:gd name="T6" fmla="*/ 133 w 11"/>
                <a:gd name="T7" fmla="*/ 205 h 12"/>
                <a:gd name="T8" fmla="*/ 162 w 11"/>
                <a:gd name="T9" fmla="*/ 136 h 12"/>
                <a:gd name="T10" fmla="*/ 162 w 11"/>
                <a:gd name="T11" fmla="*/ 115 h 12"/>
                <a:gd name="T12" fmla="*/ 150 w 11"/>
                <a:gd name="T13" fmla="*/ 77 h 12"/>
                <a:gd name="T14" fmla="*/ 150 w 11"/>
                <a:gd name="T15" fmla="*/ 56 h 12"/>
                <a:gd name="T16" fmla="*/ 120 w 11"/>
                <a:gd name="T17" fmla="*/ 21 h 12"/>
                <a:gd name="T18" fmla="*/ 71 w 11"/>
                <a:gd name="T19" fmla="*/ 0 h 12"/>
                <a:gd name="T20" fmla="*/ 29 w 11"/>
                <a:gd name="T21" fmla="*/ 93 h 12"/>
                <a:gd name="T22" fmla="*/ 42 w 11"/>
                <a:gd name="T23" fmla="*/ 56 h 12"/>
                <a:gd name="T24" fmla="*/ 29 w 11"/>
                <a:gd name="T25" fmla="*/ 93 h 12"/>
                <a:gd name="T26" fmla="*/ 29 w 11"/>
                <a:gd name="T27" fmla="*/ 93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0" y="6"/>
                    <a:pt x="0" y="8"/>
                    <a:pt x="2" y="9"/>
                  </a:cubicBezTo>
                  <a:cubicBezTo>
                    <a:pt x="4" y="11"/>
                    <a:pt x="6" y="12"/>
                    <a:pt x="9" y="11"/>
                  </a:cubicBezTo>
                  <a:cubicBezTo>
                    <a:pt x="10" y="10"/>
                    <a:pt x="11" y="9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5"/>
                    <a:pt x="10" y="4"/>
                    <a:pt x="10" y="4"/>
                  </a:cubicBezTo>
                  <a:cubicBezTo>
                    <a:pt x="10" y="4"/>
                    <a:pt x="10" y="4"/>
                    <a:pt x="10" y="3"/>
                  </a:cubicBezTo>
                  <a:cubicBezTo>
                    <a:pt x="9" y="2"/>
                    <a:pt x="9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lose/>
                  <a:moveTo>
                    <a:pt x="2" y="5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2" y="3"/>
                    <a:pt x="2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4" name="Freeform 943">
              <a:extLst>
                <a:ext uri="{FF2B5EF4-FFF2-40B4-BE49-F238E27FC236}">
                  <a16:creationId xmlns:a16="http://schemas.microsoft.com/office/drawing/2014/main" id="{F78D5AB6-E5FA-47E8-A1CE-3F62C7DD1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3069"/>
              <a:ext cx="30" cy="32"/>
            </a:xfrm>
            <a:custGeom>
              <a:avLst/>
              <a:gdLst>
                <a:gd name="T0" fmla="*/ 63 w 12"/>
                <a:gd name="T1" fmla="*/ 35 h 12"/>
                <a:gd name="T2" fmla="*/ 33 w 12"/>
                <a:gd name="T3" fmla="*/ 192 h 12"/>
                <a:gd name="T4" fmla="*/ 95 w 12"/>
                <a:gd name="T5" fmla="*/ 227 h 12"/>
                <a:gd name="T6" fmla="*/ 175 w 12"/>
                <a:gd name="T7" fmla="*/ 192 h 12"/>
                <a:gd name="T8" fmla="*/ 188 w 12"/>
                <a:gd name="T9" fmla="*/ 136 h 12"/>
                <a:gd name="T10" fmla="*/ 175 w 12"/>
                <a:gd name="T11" fmla="*/ 93 h 12"/>
                <a:gd name="T12" fmla="*/ 158 w 12"/>
                <a:gd name="T13" fmla="*/ 77 h 12"/>
                <a:gd name="T14" fmla="*/ 145 w 12"/>
                <a:gd name="T15" fmla="*/ 35 h 12"/>
                <a:gd name="T16" fmla="*/ 63 w 12"/>
                <a:gd name="T17" fmla="*/ 35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4" y="2"/>
                  </a:moveTo>
                  <a:cubicBezTo>
                    <a:pt x="0" y="5"/>
                    <a:pt x="1" y="8"/>
                    <a:pt x="2" y="10"/>
                  </a:cubicBezTo>
                  <a:cubicBezTo>
                    <a:pt x="3" y="12"/>
                    <a:pt x="4" y="12"/>
                    <a:pt x="6" y="12"/>
                  </a:cubicBezTo>
                  <a:cubicBezTo>
                    <a:pt x="6" y="12"/>
                    <a:pt x="9" y="12"/>
                    <a:pt x="11" y="10"/>
                  </a:cubicBezTo>
                  <a:cubicBezTo>
                    <a:pt x="11" y="9"/>
                    <a:pt x="12" y="8"/>
                    <a:pt x="12" y="7"/>
                  </a:cubicBezTo>
                  <a:cubicBezTo>
                    <a:pt x="12" y="6"/>
                    <a:pt x="11" y="5"/>
                    <a:pt x="11" y="5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8" y="1"/>
                    <a:pt x="6" y="0"/>
                    <a:pt x="4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" name="Freeform 944">
              <a:extLst>
                <a:ext uri="{FF2B5EF4-FFF2-40B4-BE49-F238E27FC236}">
                  <a16:creationId xmlns:a16="http://schemas.microsoft.com/office/drawing/2014/main" id="{23575260-5F7B-4558-BC1B-F940CF90E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093"/>
              <a:ext cx="28" cy="30"/>
            </a:xfrm>
            <a:custGeom>
              <a:avLst/>
              <a:gdLst>
                <a:gd name="T0" fmla="*/ 117 w 11"/>
                <a:gd name="T1" fmla="*/ 0 h 11"/>
                <a:gd name="T2" fmla="*/ 20 w 11"/>
                <a:gd name="T3" fmla="*/ 142 h 11"/>
                <a:gd name="T4" fmla="*/ 84 w 11"/>
                <a:gd name="T5" fmla="*/ 224 h 11"/>
                <a:gd name="T6" fmla="*/ 130 w 11"/>
                <a:gd name="T7" fmla="*/ 142 h 11"/>
                <a:gd name="T8" fmla="*/ 181 w 11"/>
                <a:gd name="T9" fmla="*/ 82 h 11"/>
                <a:gd name="T10" fmla="*/ 181 w 11"/>
                <a:gd name="T11" fmla="*/ 60 h 11"/>
                <a:gd name="T12" fmla="*/ 117 w 11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3" y="1"/>
                    <a:pt x="0" y="4"/>
                    <a:pt x="1" y="7"/>
                  </a:cubicBezTo>
                  <a:cubicBezTo>
                    <a:pt x="1" y="10"/>
                    <a:pt x="3" y="11"/>
                    <a:pt x="5" y="11"/>
                  </a:cubicBezTo>
                  <a:cubicBezTo>
                    <a:pt x="7" y="10"/>
                    <a:pt x="8" y="9"/>
                    <a:pt x="8" y="7"/>
                  </a:cubicBezTo>
                  <a:cubicBezTo>
                    <a:pt x="10" y="7"/>
                    <a:pt x="11" y="5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0" y="1"/>
                    <a:pt x="9" y="0"/>
                    <a:pt x="7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6" name="Freeform 945">
              <a:extLst>
                <a:ext uri="{FF2B5EF4-FFF2-40B4-BE49-F238E27FC236}">
                  <a16:creationId xmlns:a16="http://schemas.microsoft.com/office/drawing/2014/main" id="{F6C3710F-ED93-41C1-9C4A-22FBC02328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27" y="3189"/>
              <a:ext cx="23" cy="32"/>
            </a:xfrm>
            <a:custGeom>
              <a:avLst/>
              <a:gdLst>
                <a:gd name="T0" fmla="*/ 66 w 9"/>
                <a:gd name="T1" fmla="*/ 21 h 12"/>
                <a:gd name="T2" fmla="*/ 20 w 9"/>
                <a:gd name="T3" fmla="*/ 192 h 12"/>
                <a:gd name="T4" fmla="*/ 97 w 9"/>
                <a:gd name="T5" fmla="*/ 227 h 12"/>
                <a:gd name="T6" fmla="*/ 130 w 9"/>
                <a:gd name="T7" fmla="*/ 149 h 12"/>
                <a:gd name="T8" fmla="*/ 130 w 9"/>
                <a:gd name="T9" fmla="*/ 136 h 12"/>
                <a:gd name="T10" fmla="*/ 151 w 9"/>
                <a:gd name="T11" fmla="*/ 93 h 12"/>
                <a:gd name="T12" fmla="*/ 151 w 9"/>
                <a:gd name="T13" fmla="*/ 56 h 12"/>
                <a:gd name="T14" fmla="*/ 66 w 9"/>
                <a:gd name="T15" fmla="*/ 21 h 12"/>
                <a:gd name="T16" fmla="*/ 130 w 9"/>
                <a:gd name="T17" fmla="*/ 136 h 12"/>
                <a:gd name="T18" fmla="*/ 130 w 9"/>
                <a:gd name="T19" fmla="*/ 136 h 12"/>
                <a:gd name="T20" fmla="*/ 118 w 9"/>
                <a:gd name="T21" fmla="*/ 149 h 12"/>
                <a:gd name="T22" fmla="*/ 130 w 9"/>
                <a:gd name="T23" fmla="*/ 136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12">
                  <a:moveTo>
                    <a:pt x="4" y="1"/>
                  </a:moveTo>
                  <a:cubicBezTo>
                    <a:pt x="1" y="3"/>
                    <a:pt x="0" y="6"/>
                    <a:pt x="1" y="10"/>
                  </a:cubicBezTo>
                  <a:cubicBezTo>
                    <a:pt x="2" y="11"/>
                    <a:pt x="4" y="12"/>
                    <a:pt x="6" y="12"/>
                  </a:cubicBezTo>
                  <a:cubicBezTo>
                    <a:pt x="7" y="11"/>
                    <a:pt x="8" y="9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8"/>
                    <a:pt x="7" y="8"/>
                  </a:cubicBezTo>
                  <a:cubicBezTo>
                    <a:pt x="8" y="8"/>
                    <a:pt x="8" y="7"/>
                    <a:pt x="8" y="7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7" name="Freeform 946">
              <a:extLst>
                <a:ext uri="{FF2B5EF4-FFF2-40B4-BE49-F238E27FC236}">
                  <a16:creationId xmlns:a16="http://schemas.microsoft.com/office/drawing/2014/main" id="{6E7ECD0A-E418-4DBB-80B1-45316CB0E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173"/>
              <a:ext cx="28" cy="35"/>
            </a:xfrm>
            <a:custGeom>
              <a:avLst/>
              <a:gdLst>
                <a:gd name="T0" fmla="*/ 20 w 11"/>
                <a:gd name="T1" fmla="*/ 81 h 13"/>
                <a:gd name="T2" fmla="*/ 20 w 11"/>
                <a:gd name="T3" fmla="*/ 94 h 13"/>
                <a:gd name="T4" fmla="*/ 0 w 11"/>
                <a:gd name="T5" fmla="*/ 137 h 13"/>
                <a:gd name="T6" fmla="*/ 0 w 11"/>
                <a:gd name="T7" fmla="*/ 137 h 13"/>
                <a:gd name="T8" fmla="*/ 51 w 11"/>
                <a:gd name="T9" fmla="*/ 232 h 13"/>
                <a:gd name="T10" fmla="*/ 117 w 11"/>
                <a:gd name="T11" fmla="*/ 253 h 13"/>
                <a:gd name="T12" fmla="*/ 181 w 11"/>
                <a:gd name="T13" fmla="*/ 94 h 13"/>
                <a:gd name="T14" fmla="*/ 117 w 11"/>
                <a:gd name="T15" fmla="*/ 22 h 13"/>
                <a:gd name="T16" fmla="*/ 20 w 11"/>
                <a:gd name="T17" fmla="*/ 81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1" y="4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11"/>
                    <a:pt x="3" y="12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10" y="11"/>
                    <a:pt x="11" y="8"/>
                    <a:pt x="11" y="5"/>
                  </a:cubicBezTo>
                  <a:cubicBezTo>
                    <a:pt x="11" y="3"/>
                    <a:pt x="9" y="1"/>
                    <a:pt x="7" y="1"/>
                  </a:cubicBezTo>
                  <a:cubicBezTo>
                    <a:pt x="6" y="0"/>
                    <a:pt x="3" y="0"/>
                    <a:pt x="1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8" name="Freeform 947">
              <a:extLst>
                <a:ext uri="{FF2B5EF4-FFF2-40B4-BE49-F238E27FC236}">
                  <a16:creationId xmlns:a16="http://schemas.microsoft.com/office/drawing/2014/main" id="{CEC9DCED-01F7-4F33-9E3E-52F7DDAA57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5" y="3219"/>
              <a:ext cx="20" cy="24"/>
            </a:xfrm>
            <a:custGeom>
              <a:avLst/>
              <a:gdLst>
                <a:gd name="T0" fmla="*/ 63 w 8"/>
                <a:gd name="T1" fmla="*/ 0 h 9"/>
                <a:gd name="T2" fmla="*/ 0 w 8"/>
                <a:gd name="T3" fmla="*/ 56 h 9"/>
                <a:gd name="T4" fmla="*/ 33 w 8"/>
                <a:gd name="T5" fmla="*/ 149 h 9"/>
                <a:gd name="T6" fmla="*/ 95 w 8"/>
                <a:gd name="T7" fmla="*/ 136 h 9"/>
                <a:gd name="T8" fmla="*/ 125 w 8"/>
                <a:gd name="T9" fmla="*/ 77 h 9"/>
                <a:gd name="T10" fmla="*/ 63 w 8"/>
                <a:gd name="T11" fmla="*/ 0 h 9"/>
                <a:gd name="T12" fmla="*/ 125 w 8"/>
                <a:gd name="T13" fmla="*/ 56 h 9"/>
                <a:gd name="T14" fmla="*/ 125 w 8"/>
                <a:gd name="T15" fmla="*/ 77 h 9"/>
                <a:gd name="T16" fmla="*/ 125 w 8"/>
                <a:gd name="T17" fmla="*/ 77 h 9"/>
                <a:gd name="T18" fmla="*/ 125 w 8"/>
                <a:gd name="T19" fmla="*/ 35 h 9"/>
                <a:gd name="T20" fmla="*/ 125 w 8"/>
                <a:gd name="T21" fmla="*/ 56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1" y="6"/>
                    <a:pt x="2" y="8"/>
                  </a:cubicBezTo>
                  <a:cubicBezTo>
                    <a:pt x="3" y="9"/>
                    <a:pt x="5" y="8"/>
                    <a:pt x="6" y="7"/>
                  </a:cubicBezTo>
                  <a:cubicBezTo>
                    <a:pt x="7" y="7"/>
                    <a:pt x="8" y="5"/>
                    <a:pt x="8" y="4"/>
                  </a:cubicBezTo>
                  <a:cubicBezTo>
                    <a:pt x="7" y="2"/>
                    <a:pt x="6" y="0"/>
                    <a:pt x="4" y="0"/>
                  </a:cubicBezTo>
                  <a:close/>
                  <a:moveTo>
                    <a:pt x="8" y="3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9" name="Freeform 948">
              <a:extLst>
                <a:ext uri="{FF2B5EF4-FFF2-40B4-BE49-F238E27FC236}">
                  <a16:creationId xmlns:a16="http://schemas.microsoft.com/office/drawing/2014/main" id="{0AECDF9C-EA1F-468A-BD5D-8125172F5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0" y="3208"/>
              <a:ext cx="25" cy="27"/>
            </a:xfrm>
            <a:custGeom>
              <a:avLst/>
              <a:gdLst>
                <a:gd name="T0" fmla="*/ 83 w 10"/>
                <a:gd name="T1" fmla="*/ 0 h 10"/>
                <a:gd name="T2" fmla="*/ 0 w 10"/>
                <a:gd name="T3" fmla="*/ 103 h 10"/>
                <a:gd name="T4" fmla="*/ 33 w 10"/>
                <a:gd name="T5" fmla="*/ 81 h 10"/>
                <a:gd name="T6" fmla="*/ 20 w 10"/>
                <a:gd name="T7" fmla="*/ 103 h 10"/>
                <a:gd name="T8" fmla="*/ 20 w 10"/>
                <a:gd name="T9" fmla="*/ 116 h 10"/>
                <a:gd name="T10" fmla="*/ 50 w 10"/>
                <a:gd name="T11" fmla="*/ 176 h 10"/>
                <a:gd name="T12" fmla="*/ 125 w 10"/>
                <a:gd name="T13" fmla="*/ 159 h 10"/>
                <a:gd name="T14" fmla="*/ 145 w 10"/>
                <a:gd name="T15" fmla="*/ 59 h 10"/>
                <a:gd name="T16" fmla="*/ 83 w 10"/>
                <a:gd name="T17" fmla="*/ 0 h 10"/>
                <a:gd name="T18" fmla="*/ 83 w 10"/>
                <a:gd name="T19" fmla="*/ 59 h 10"/>
                <a:gd name="T20" fmla="*/ 125 w 10"/>
                <a:gd name="T21" fmla="*/ 116 h 10"/>
                <a:gd name="T22" fmla="*/ 83 w 10"/>
                <a:gd name="T23" fmla="*/ 159 h 10"/>
                <a:gd name="T24" fmla="*/ 33 w 10"/>
                <a:gd name="T25" fmla="*/ 116 h 10"/>
                <a:gd name="T26" fmla="*/ 33 w 10"/>
                <a:gd name="T27" fmla="*/ 81 h 10"/>
                <a:gd name="T28" fmla="*/ 33 w 10"/>
                <a:gd name="T29" fmla="*/ 81 h 10"/>
                <a:gd name="T30" fmla="*/ 83 w 10"/>
                <a:gd name="T31" fmla="*/ 59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cubicBezTo>
                    <a:pt x="4" y="0"/>
                    <a:pt x="1" y="1"/>
                    <a:pt x="0" y="5"/>
                  </a:cubicBezTo>
                  <a:cubicBezTo>
                    <a:pt x="0" y="4"/>
                    <a:pt x="1" y="5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2" y="8"/>
                    <a:pt x="3" y="9"/>
                  </a:cubicBezTo>
                  <a:cubicBezTo>
                    <a:pt x="4" y="10"/>
                    <a:pt x="7" y="9"/>
                    <a:pt x="8" y="8"/>
                  </a:cubicBezTo>
                  <a:cubicBezTo>
                    <a:pt x="10" y="6"/>
                    <a:pt x="9" y="3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lose/>
                  <a:moveTo>
                    <a:pt x="5" y="3"/>
                  </a:moveTo>
                  <a:cubicBezTo>
                    <a:pt x="6" y="3"/>
                    <a:pt x="7" y="5"/>
                    <a:pt x="8" y="6"/>
                  </a:cubicBezTo>
                  <a:cubicBezTo>
                    <a:pt x="7" y="7"/>
                    <a:pt x="6" y="8"/>
                    <a:pt x="5" y="8"/>
                  </a:cubicBezTo>
                  <a:cubicBezTo>
                    <a:pt x="4" y="8"/>
                    <a:pt x="3" y="7"/>
                    <a:pt x="2" y="6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4" y="2"/>
                    <a:pt x="5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0" name="Freeform 949">
              <a:extLst>
                <a:ext uri="{FF2B5EF4-FFF2-40B4-BE49-F238E27FC236}">
                  <a16:creationId xmlns:a16="http://schemas.microsoft.com/office/drawing/2014/main" id="{647B28F4-DD86-4F0F-AB6E-CCD8B612A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096"/>
              <a:ext cx="23" cy="29"/>
            </a:xfrm>
            <a:custGeom>
              <a:avLst/>
              <a:gdLst>
                <a:gd name="T0" fmla="*/ 33 w 9"/>
                <a:gd name="T1" fmla="*/ 34 h 11"/>
                <a:gd name="T2" fmla="*/ 0 w 9"/>
                <a:gd name="T3" fmla="*/ 145 h 11"/>
                <a:gd name="T4" fmla="*/ 84 w 9"/>
                <a:gd name="T5" fmla="*/ 200 h 11"/>
                <a:gd name="T6" fmla="*/ 130 w 9"/>
                <a:gd name="T7" fmla="*/ 111 h 11"/>
                <a:gd name="T8" fmla="*/ 118 w 9"/>
                <a:gd name="T9" fmla="*/ 145 h 11"/>
                <a:gd name="T10" fmla="*/ 33 w 9"/>
                <a:gd name="T11" fmla="*/ 145 h 11"/>
                <a:gd name="T12" fmla="*/ 20 w 9"/>
                <a:gd name="T13" fmla="*/ 111 h 11"/>
                <a:gd name="T14" fmla="*/ 33 w 9"/>
                <a:gd name="T15" fmla="*/ 55 h 11"/>
                <a:gd name="T16" fmla="*/ 97 w 9"/>
                <a:gd name="T17" fmla="*/ 55 h 11"/>
                <a:gd name="T18" fmla="*/ 151 w 9"/>
                <a:gd name="T19" fmla="*/ 90 h 11"/>
                <a:gd name="T20" fmla="*/ 118 w 9"/>
                <a:gd name="T21" fmla="*/ 34 h 11"/>
                <a:gd name="T22" fmla="*/ 84 w 9"/>
                <a:gd name="T23" fmla="*/ 21 h 11"/>
                <a:gd name="T24" fmla="*/ 33 w 9"/>
                <a:gd name="T25" fmla="*/ 34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11">
                  <a:moveTo>
                    <a:pt x="2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1" y="10"/>
                    <a:pt x="3" y="11"/>
                    <a:pt x="5" y="11"/>
                  </a:cubicBezTo>
                  <a:cubicBezTo>
                    <a:pt x="7" y="10"/>
                    <a:pt x="9" y="8"/>
                    <a:pt x="8" y="6"/>
                  </a:cubicBezTo>
                  <a:cubicBezTo>
                    <a:pt x="8" y="6"/>
                    <a:pt x="8" y="7"/>
                    <a:pt x="7" y="8"/>
                  </a:cubicBezTo>
                  <a:cubicBezTo>
                    <a:pt x="6" y="9"/>
                    <a:pt x="4" y="10"/>
                    <a:pt x="2" y="8"/>
                  </a:cubicBezTo>
                  <a:cubicBezTo>
                    <a:pt x="1" y="8"/>
                    <a:pt x="1" y="7"/>
                    <a:pt x="1" y="6"/>
                  </a:cubicBezTo>
                  <a:cubicBezTo>
                    <a:pt x="1" y="5"/>
                    <a:pt x="1" y="4"/>
                    <a:pt x="2" y="3"/>
                  </a:cubicBezTo>
                  <a:cubicBezTo>
                    <a:pt x="3" y="2"/>
                    <a:pt x="4" y="3"/>
                    <a:pt x="6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1" name="Freeform 950">
              <a:extLst>
                <a:ext uri="{FF2B5EF4-FFF2-40B4-BE49-F238E27FC236}">
                  <a16:creationId xmlns:a16="http://schemas.microsoft.com/office/drawing/2014/main" id="{C2DDED70-B5E0-480C-B930-719E1EB8F5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5" y="2981"/>
              <a:ext cx="27" cy="35"/>
            </a:xfrm>
            <a:custGeom>
              <a:avLst/>
              <a:gdLst>
                <a:gd name="T0" fmla="*/ 29 w 11"/>
                <a:gd name="T1" fmla="*/ 81 h 13"/>
                <a:gd name="T2" fmla="*/ 29 w 11"/>
                <a:gd name="T3" fmla="*/ 59 h 13"/>
                <a:gd name="T4" fmla="*/ 29 w 11"/>
                <a:gd name="T5" fmla="*/ 81 h 13"/>
                <a:gd name="T6" fmla="*/ 12 w 11"/>
                <a:gd name="T7" fmla="*/ 81 h 13"/>
                <a:gd name="T8" fmla="*/ 12 w 11"/>
                <a:gd name="T9" fmla="*/ 116 h 13"/>
                <a:gd name="T10" fmla="*/ 12 w 11"/>
                <a:gd name="T11" fmla="*/ 116 h 13"/>
                <a:gd name="T12" fmla="*/ 0 w 11"/>
                <a:gd name="T13" fmla="*/ 175 h 13"/>
                <a:gd name="T14" fmla="*/ 0 w 11"/>
                <a:gd name="T15" fmla="*/ 197 h 13"/>
                <a:gd name="T16" fmla="*/ 12 w 11"/>
                <a:gd name="T17" fmla="*/ 232 h 13"/>
                <a:gd name="T18" fmla="*/ 61 w 11"/>
                <a:gd name="T19" fmla="*/ 253 h 13"/>
                <a:gd name="T20" fmla="*/ 162 w 11"/>
                <a:gd name="T21" fmla="*/ 137 h 13"/>
                <a:gd name="T22" fmla="*/ 120 w 11"/>
                <a:gd name="T23" fmla="*/ 35 h 13"/>
                <a:gd name="T24" fmla="*/ 29 w 11"/>
                <a:gd name="T25" fmla="*/ 81 h 13"/>
                <a:gd name="T26" fmla="*/ 71 w 11"/>
                <a:gd name="T27" fmla="*/ 175 h 13"/>
                <a:gd name="T28" fmla="*/ 42 w 11"/>
                <a:gd name="T29" fmla="*/ 116 h 13"/>
                <a:gd name="T30" fmla="*/ 61 w 11"/>
                <a:gd name="T31" fmla="*/ 94 h 13"/>
                <a:gd name="T32" fmla="*/ 120 w 11"/>
                <a:gd name="T33" fmla="*/ 94 h 13"/>
                <a:gd name="T34" fmla="*/ 120 w 11"/>
                <a:gd name="T35" fmla="*/ 137 h 13"/>
                <a:gd name="T36" fmla="*/ 120 w 11"/>
                <a:gd name="T37" fmla="*/ 159 h 13"/>
                <a:gd name="T38" fmla="*/ 91 w 11"/>
                <a:gd name="T39" fmla="*/ 175 h 13"/>
                <a:gd name="T40" fmla="*/ 71 w 11"/>
                <a:gd name="T41" fmla="*/ 17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" h="13">
                  <a:moveTo>
                    <a:pt x="2" y="4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1"/>
                    <a:pt x="0" y="11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8" y="12"/>
                    <a:pt x="10" y="10"/>
                    <a:pt x="11" y="7"/>
                  </a:cubicBezTo>
                  <a:cubicBezTo>
                    <a:pt x="11" y="5"/>
                    <a:pt x="10" y="2"/>
                    <a:pt x="8" y="2"/>
                  </a:cubicBezTo>
                  <a:cubicBezTo>
                    <a:pt x="7" y="1"/>
                    <a:pt x="4" y="0"/>
                    <a:pt x="2" y="4"/>
                  </a:cubicBezTo>
                  <a:close/>
                  <a:moveTo>
                    <a:pt x="5" y="9"/>
                  </a:moveTo>
                  <a:cubicBezTo>
                    <a:pt x="4" y="8"/>
                    <a:pt x="3" y="7"/>
                    <a:pt x="3" y="6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5"/>
                    <a:pt x="7" y="4"/>
                    <a:pt x="8" y="5"/>
                  </a:cubicBezTo>
                  <a:cubicBezTo>
                    <a:pt x="8" y="6"/>
                    <a:pt x="8" y="6"/>
                    <a:pt x="8" y="7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2" name="Freeform 951">
              <a:extLst>
                <a:ext uri="{FF2B5EF4-FFF2-40B4-BE49-F238E27FC236}">
                  <a16:creationId xmlns:a16="http://schemas.microsoft.com/office/drawing/2014/main" id="{2F4193C2-19AE-4BF8-90C8-A1214BBF32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2997"/>
              <a:ext cx="30" cy="35"/>
            </a:xfrm>
            <a:custGeom>
              <a:avLst/>
              <a:gdLst>
                <a:gd name="T0" fmla="*/ 50 w 12"/>
                <a:gd name="T1" fmla="*/ 35 h 13"/>
                <a:gd name="T2" fmla="*/ 20 w 12"/>
                <a:gd name="T3" fmla="*/ 116 h 13"/>
                <a:gd name="T4" fmla="*/ 20 w 12"/>
                <a:gd name="T5" fmla="*/ 137 h 13"/>
                <a:gd name="T6" fmla="*/ 20 w 12"/>
                <a:gd name="T7" fmla="*/ 137 h 13"/>
                <a:gd name="T8" fmla="*/ 0 w 12"/>
                <a:gd name="T9" fmla="*/ 175 h 13"/>
                <a:gd name="T10" fmla="*/ 20 w 12"/>
                <a:gd name="T11" fmla="*/ 197 h 13"/>
                <a:gd name="T12" fmla="*/ 113 w 12"/>
                <a:gd name="T13" fmla="*/ 253 h 13"/>
                <a:gd name="T14" fmla="*/ 188 w 12"/>
                <a:gd name="T15" fmla="*/ 116 h 13"/>
                <a:gd name="T16" fmla="*/ 145 w 12"/>
                <a:gd name="T17" fmla="*/ 22 h 13"/>
                <a:gd name="T18" fmla="*/ 50 w 12"/>
                <a:gd name="T19" fmla="*/ 35 h 13"/>
                <a:gd name="T20" fmla="*/ 125 w 12"/>
                <a:gd name="T21" fmla="*/ 81 h 13"/>
                <a:gd name="T22" fmla="*/ 145 w 12"/>
                <a:gd name="T23" fmla="*/ 137 h 13"/>
                <a:gd name="T24" fmla="*/ 95 w 12"/>
                <a:gd name="T25" fmla="*/ 159 h 13"/>
                <a:gd name="T26" fmla="*/ 83 w 12"/>
                <a:gd name="T27" fmla="*/ 137 h 13"/>
                <a:gd name="T28" fmla="*/ 63 w 12"/>
                <a:gd name="T29" fmla="*/ 116 h 13"/>
                <a:gd name="T30" fmla="*/ 83 w 12"/>
                <a:gd name="T31" fmla="*/ 116 h 13"/>
                <a:gd name="T32" fmla="*/ 83 w 12"/>
                <a:gd name="T33" fmla="*/ 94 h 13"/>
                <a:gd name="T34" fmla="*/ 83 w 12"/>
                <a:gd name="T35" fmla="*/ 94 h 13"/>
                <a:gd name="T36" fmla="*/ 83 w 12"/>
                <a:gd name="T37" fmla="*/ 94 h 13"/>
                <a:gd name="T38" fmla="*/ 83 w 12"/>
                <a:gd name="T39" fmla="*/ 94 h 13"/>
                <a:gd name="T40" fmla="*/ 125 w 12"/>
                <a:gd name="T41" fmla="*/ 81 h 13"/>
                <a:gd name="T42" fmla="*/ 83 w 12"/>
                <a:gd name="T43" fmla="*/ 94 h 13"/>
                <a:gd name="T44" fmla="*/ 83 w 12"/>
                <a:gd name="T45" fmla="*/ 94 h 13"/>
                <a:gd name="T46" fmla="*/ 113 w 12"/>
                <a:gd name="T47" fmla="*/ 116 h 13"/>
                <a:gd name="T48" fmla="*/ 95 w 12"/>
                <a:gd name="T49" fmla="*/ 94 h 13"/>
                <a:gd name="T50" fmla="*/ 83 w 12"/>
                <a:gd name="T51" fmla="*/ 94 h 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" h="13">
                  <a:moveTo>
                    <a:pt x="3" y="2"/>
                  </a:moveTo>
                  <a:cubicBezTo>
                    <a:pt x="1" y="3"/>
                    <a:pt x="1" y="4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0" y="9"/>
                    <a:pt x="0" y="10"/>
                    <a:pt x="1" y="10"/>
                  </a:cubicBezTo>
                  <a:cubicBezTo>
                    <a:pt x="2" y="12"/>
                    <a:pt x="4" y="13"/>
                    <a:pt x="7" y="13"/>
                  </a:cubicBezTo>
                  <a:cubicBezTo>
                    <a:pt x="10" y="12"/>
                    <a:pt x="12" y="9"/>
                    <a:pt x="12" y="6"/>
                  </a:cubicBezTo>
                  <a:cubicBezTo>
                    <a:pt x="12" y="4"/>
                    <a:pt x="11" y="2"/>
                    <a:pt x="9" y="1"/>
                  </a:cubicBezTo>
                  <a:cubicBezTo>
                    <a:pt x="6" y="0"/>
                    <a:pt x="4" y="0"/>
                    <a:pt x="3" y="2"/>
                  </a:cubicBezTo>
                  <a:close/>
                  <a:moveTo>
                    <a:pt x="8" y="4"/>
                  </a:moveTo>
                  <a:cubicBezTo>
                    <a:pt x="8" y="5"/>
                    <a:pt x="9" y="5"/>
                    <a:pt x="9" y="7"/>
                  </a:cubicBezTo>
                  <a:cubicBezTo>
                    <a:pt x="8" y="8"/>
                    <a:pt x="7" y="9"/>
                    <a:pt x="6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7" y="4"/>
                    <a:pt x="8" y="4"/>
                  </a:cubicBezTo>
                  <a:close/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5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3" name="Freeform 952">
              <a:extLst>
                <a:ext uri="{FF2B5EF4-FFF2-40B4-BE49-F238E27FC236}">
                  <a16:creationId xmlns:a16="http://schemas.microsoft.com/office/drawing/2014/main" id="{27F2D6D3-811C-4518-9DF2-4C3C9C4C1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915"/>
              <a:ext cx="25" cy="26"/>
            </a:xfrm>
            <a:custGeom>
              <a:avLst/>
              <a:gdLst>
                <a:gd name="T0" fmla="*/ 95 w 10"/>
                <a:gd name="T1" fmla="*/ 0 h 10"/>
                <a:gd name="T2" fmla="*/ 33 w 10"/>
                <a:gd name="T3" fmla="*/ 34 h 10"/>
                <a:gd name="T4" fmla="*/ 20 w 10"/>
                <a:gd name="T5" fmla="*/ 55 h 10"/>
                <a:gd name="T6" fmla="*/ 50 w 10"/>
                <a:gd name="T7" fmla="*/ 156 h 10"/>
                <a:gd name="T8" fmla="*/ 125 w 10"/>
                <a:gd name="T9" fmla="*/ 156 h 10"/>
                <a:gd name="T10" fmla="*/ 145 w 10"/>
                <a:gd name="T11" fmla="*/ 109 h 10"/>
                <a:gd name="T12" fmla="*/ 145 w 10"/>
                <a:gd name="T13" fmla="*/ 88 h 10"/>
                <a:gd name="T14" fmla="*/ 158 w 10"/>
                <a:gd name="T15" fmla="*/ 68 h 10"/>
                <a:gd name="T16" fmla="*/ 158 w 10"/>
                <a:gd name="T17" fmla="*/ 68 h 10"/>
                <a:gd name="T18" fmla="*/ 95 w 10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5" y="0"/>
                    <a:pt x="3" y="0"/>
                    <a:pt x="2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6"/>
                    <a:pt x="2" y="8"/>
                    <a:pt x="3" y="9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9" y="8"/>
                    <a:pt x="9" y="7"/>
                    <a:pt x="9" y="6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5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2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4" name="Freeform 953">
              <a:extLst>
                <a:ext uri="{FF2B5EF4-FFF2-40B4-BE49-F238E27FC236}">
                  <a16:creationId xmlns:a16="http://schemas.microsoft.com/office/drawing/2014/main" id="{5AC39497-B91E-470A-B66F-2F43BA204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3040"/>
              <a:ext cx="30" cy="35"/>
            </a:xfrm>
            <a:custGeom>
              <a:avLst/>
              <a:gdLst>
                <a:gd name="T0" fmla="*/ 113 w 12"/>
                <a:gd name="T1" fmla="*/ 0 h 13"/>
                <a:gd name="T2" fmla="*/ 20 w 12"/>
                <a:gd name="T3" fmla="*/ 81 h 13"/>
                <a:gd name="T4" fmla="*/ 0 w 12"/>
                <a:gd name="T5" fmla="*/ 116 h 13"/>
                <a:gd name="T6" fmla="*/ 0 w 12"/>
                <a:gd name="T7" fmla="*/ 137 h 13"/>
                <a:gd name="T8" fmla="*/ 20 w 12"/>
                <a:gd name="T9" fmla="*/ 137 h 13"/>
                <a:gd name="T10" fmla="*/ 0 w 12"/>
                <a:gd name="T11" fmla="*/ 159 h 13"/>
                <a:gd name="T12" fmla="*/ 20 w 12"/>
                <a:gd name="T13" fmla="*/ 218 h 13"/>
                <a:gd name="T14" fmla="*/ 83 w 12"/>
                <a:gd name="T15" fmla="*/ 253 h 13"/>
                <a:gd name="T16" fmla="*/ 175 w 12"/>
                <a:gd name="T17" fmla="*/ 175 h 13"/>
                <a:gd name="T18" fmla="*/ 175 w 12"/>
                <a:gd name="T19" fmla="*/ 35 h 13"/>
                <a:gd name="T20" fmla="*/ 113 w 12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7" y="0"/>
                  </a:moveTo>
                  <a:cubicBezTo>
                    <a:pt x="4" y="0"/>
                    <a:pt x="2" y="1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2" y="12"/>
                    <a:pt x="3" y="13"/>
                    <a:pt x="5" y="13"/>
                  </a:cubicBezTo>
                  <a:cubicBezTo>
                    <a:pt x="7" y="13"/>
                    <a:pt x="10" y="11"/>
                    <a:pt x="11" y="9"/>
                  </a:cubicBezTo>
                  <a:cubicBezTo>
                    <a:pt x="12" y="6"/>
                    <a:pt x="12" y="4"/>
                    <a:pt x="11" y="2"/>
                  </a:cubicBezTo>
                  <a:cubicBezTo>
                    <a:pt x="10" y="0"/>
                    <a:pt x="9" y="0"/>
                    <a:pt x="7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5" name="Freeform 954">
              <a:extLst>
                <a:ext uri="{FF2B5EF4-FFF2-40B4-BE49-F238E27FC236}">
                  <a16:creationId xmlns:a16="http://schemas.microsoft.com/office/drawing/2014/main" id="{2E2343B1-D7A2-429A-913B-D8BEBD2C8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0" y="3133"/>
              <a:ext cx="22" cy="24"/>
            </a:xfrm>
            <a:custGeom>
              <a:avLst/>
              <a:gdLst>
                <a:gd name="T0" fmla="*/ 0 w 9"/>
                <a:gd name="T1" fmla="*/ 77 h 9"/>
                <a:gd name="T2" fmla="*/ 29 w 9"/>
                <a:gd name="T3" fmla="*/ 56 h 9"/>
                <a:gd name="T4" fmla="*/ 12 w 9"/>
                <a:gd name="T5" fmla="*/ 77 h 9"/>
                <a:gd name="T6" fmla="*/ 29 w 9"/>
                <a:gd name="T7" fmla="*/ 77 h 9"/>
                <a:gd name="T8" fmla="*/ 42 w 9"/>
                <a:gd name="T9" fmla="*/ 35 h 9"/>
                <a:gd name="T10" fmla="*/ 59 w 9"/>
                <a:gd name="T11" fmla="*/ 35 h 9"/>
                <a:gd name="T12" fmla="*/ 71 w 9"/>
                <a:gd name="T13" fmla="*/ 35 h 9"/>
                <a:gd name="T14" fmla="*/ 132 w 9"/>
                <a:gd name="T15" fmla="*/ 136 h 9"/>
                <a:gd name="T16" fmla="*/ 120 w 9"/>
                <a:gd name="T17" fmla="*/ 56 h 9"/>
                <a:gd name="T18" fmla="*/ 90 w 9"/>
                <a:gd name="T19" fmla="*/ 21 h 9"/>
                <a:gd name="T20" fmla="*/ 0 w 9"/>
                <a:gd name="T21" fmla="*/ 77 h 9"/>
                <a:gd name="T22" fmla="*/ 29 w 9"/>
                <a:gd name="T23" fmla="*/ 77 h 9"/>
                <a:gd name="T24" fmla="*/ 12 w 9"/>
                <a:gd name="T25" fmla="*/ 93 h 9"/>
                <a:gd name="T26" fmla="*/ 12 w 9"/>
                <a:gd name="T27" fmla="*/ 93 h 9"/>
                <a:gd name="T28" fmla="*/ 59 w 9"/>
                <a:gd name="T29" fmla="*/ 149 h 9"/>
                <a:gd name="T30" fmla="*/ 103 w 9"/>
                <a:gd name="T31" fmla="*/ 136 h 9"/>
                <a:gd name="T32" fmla="*/ 103 w 9"/>
                <a:gd name="T33" fmla="*/ 115 h 9"/>
                <a:gd name="T34" fmla="*/ 71 w 9"/>
                <a:gd name="T35" fmla="*/ 56 h 9"/>
                <a:gd name="T36" fmla="*/ 59 w 9"/>
                <a:gd name="T37" fmla="*/ 35 h 9"/>
                <a:gd name="T38" fmla="*/ 29 w 9"/>
                <a:gd name="T39" fmla="*/ 77 h 9"/>
                <a:gd name="T40" fmla="*/ 103 w 9"/>
                <a:gd name="T41" fmla="*/ 136 h 9"/>
                <a:gd name="T42" fmla="*/ 103 w 9"/>
                <a:gd name="T43" fmla="*/ 149 h 9"/>
                <a:gd name="T44" fmla="*/ 120 w 9"/>
                <a:gd name="T45" fmla="*/ 136 h 9"/>
                <a:gd name="T46" fmla="*/ 103 w 9"/>
                <a:gd name="T47" fmla="*/ 136 h 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7" y="3"/>
                    <a:pt x="8" y="5"/>
                    <a:pt x="9" y="7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8" y="1"/>
                    <a:pt x="6" y="1"/>
                  </a:cubicBezTo>
                  <a:cubicBezTo>
                    <a:pt x="4" y="0"/>
                    <a:pt x="1" y="1"/>
                    <a:pt x="0" y="4"/>
                  </a:cubicBezTo>
                  <a:close/>
                  <a:moveTo>
                    <a:pt x="2" y="4"/>
                  </a:moveTo>
                  <a:cubicBezTo>
                    <a:pt x="2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7"/>
                    <a:pt x="2" y="8"/>
                    <a:pt x="4" y="8"/>
                  </a:cubicBezTo>
                  <a:cubicBezTo>
                    <a:pt x="5" y="9"/>
                    <a:pt x="6" y="8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5"/>
                    <a:pt x="6" y="3"/>
                    <a:pt x="5" y="3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3" y="3"/>
                    <a:pt x="3" y="3"/>
                    <a:pt x="2" y="4"/>
                  </a:cubicBezTo>
                  <a:close/>
                  <a:moveTo>
                    <a:pt x="7" y="7"/>
                  </a:moveTo>
                  <a:cubicBezTo>
                    <a:pt x="7" y="7"/>
                    <a:pt x="7" y="8"/>
                    <a:pt x="7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6" name="Freeform 955">
              <a:extLst>
                <a:ext uri="{FF2B5EF4-FFF2-40B4-BE49-F238E27FC236}">
                  <a16:creationId xmlns:a16="http://schemas.microsoft.com/office/drawing/2014/main" id="{D0498695-680C-4F81-AE43-DB73ADD0D8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0" y="2949"/>
              <a:ext cx="27" cy="24"/>
            </a:xfrm>
            <a:custGeom>
              <a:avLst/>
              <a:gdLst>
                <a:gd name="T0" fmla="*/ 61 w 11"/>
                <a:gd name="T1" fmla="*/ 21 h 9"/>
                <a:gd name="T2" fmla="*/ 29 w 11"/>
                <a:gd name="T3" fmla="*/ 56 h 9"/>
                <a:gd name="T4" fmla="*/ 12 w 11"/>
                <a:gd name="T5" fmla="*/ 136 h 9"/>
                <a:gd name="T6" fmla="*/ 61 w 11"/>
                <a:gd name="T7" fmla="*/ 171 h 9"/>
                <a:gd name="T8" fmla="*/ 120 w 11"/>
                <a:gd name="T9" fmla="*/ 149 h 9"/>
                <a:gd name="T10" fmla="*/ 150 w 11"/>
                <a:gd name="T11" fmla="*/ 115 h 9"/>
                <a:gd name="T12" fmla="*/ 150 w 11"/>
                <a:gd name="T13" fmla="*/ 77 h 9"/>
                <a:gd name="T14" fmla="*/ 150 w 11"/>
                <a:gd name="T15" fmla="*/ 77 h 9"/>
                <a:gd name="T16" fmla="*/ 133 w 11"/>
                <a:gd name="T17" fmla="*/ 136 h 9"/>
                <a:gd name="T18" fmla="*/ 91 w 11"/>
                <a:gd name="T19" fmla="*/ 149 h 9"/>
                <a:gd name="T20" fmla="*/ 42 w 11"/>
                <a:gd name="T21" fmla="*/ 115 h 9"/>
                <a:gd name="T22" fmla="*/ 42 w 11"/>
                <a:gd name="T23" fmla="*/ 93 h 9"/>
                <a:gd name="T24" fmla="*/ 61 w 11"/>
                <a:gd name="T25" fmla="*/ 35 h 9"/>
                <a:gd name="T26" fmla="*/ 91 w 11"/>
                <a:gd name="T27" fmla="*/ 35 h 9"/>
                <a:gd name="T28" fmla="*/ 71 w 11"/>
                <a:gd name="T29" fmla="*/ 21 h 9"/>
                <a:gd name="T30" fmla="*/ 91 w 11"/>
                <a:gd name="T31" fmla="*/ 21 h 9"/>
                <a:gd name="T32" fmla="*/ 120 w 11"/>
                <a:gd name="T33" fmla="*/ 21 h 9"/>
                <a:gd name="T34" fmla="*/ 103 w 11"/>
                <a:gd name="T35" fmla="*/ 0 h 9"/>
                <a:gd name="T36" fmla="*/ 61 w 11"/>
                <a:gd name="T37" fmla="*/ 21 h 9"/>
                <a:gd name="T38" fmla="*/ 162 w 11"/>
                <a:gd name="T39" fmla="*/ 56 h 9"/>
                <a:gd name="T40" fmla="*/ 120 w 11"/>
                <a:gd name="T41" fmla="*/ 21 h 9"/>
                <a:gd name="T42" fmla="*/ 120 w 11"/>
                <a:gd name="T43" fmla="*/ 21 h 9"/>
                <a:gd name="T44" fmla="*/ 162 w 11"/>
                <a:gd name="T45" fmla="*/ 56 h 9"/>
                <a:gd name="T46" fmla="*/ 103 w 11"/>
                <a:gd name="T47" fmla="*/ 21 h 9"/>
                <a:gd name="T48" fmla="*/ 91 w 11"/>
                <a:gd name="T49" fmla="*/ 21 h 9"/>
                <a:gd name="T50" fmla="*/ 91 w 11"/>
                <a:gd name="T51" fmla="*/ 35 h 9"/>
                <a:gd name="T52" fmla="*/ 150 w 11"/>
                <a:gd name="T53" fmla="*/ 77 h 9"/>
                <a:gd name="T54" fmla="*/ 150 w 11"/>
                <a:gd name="T55" fmla="*/ 77 h 9"/>
                <a:gd name="T56" fmla="*/ 150 w 11"/>
                <a:gd name="T57" fmla="*/ 56 h 9"/>
                <a:gd name="T58" fmla="*/ 103 w 11"/>
                <a:gd name="T59" fmla="*/ 21 h 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" y="8"/>
                    <a:pt x="10" y="7"/>
                    <a:pt x="10" y="6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9" y="6"/>
                    <a:pt x="9" y="7"/>
                  </a:cubicBezTo>
                  <a:cubicBezTo>
                    <a:pt x="8" y="8"/>
                    <a:pt x="7" y="8"/>
                    <a:pt x="6" y="8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5" y="0"/>
                    <a:pt x="5" y="0"/>
                    <a:pt x="4" y="1"/>
                  </a:cubicBezTo>
                  <a:close/>
                  <a:moveTo>
                    <a:pt x="11" y="3"/>
                  </a:moveTo>
                  <a:cubicBezTo>
                    <a:pt x="10" y="2"/>
                    <a:pt x="9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10" y="2"/>
                    <a:pt x="11" y="3"/>
                  </a:cubicBezTo>
                  <a:close/>
                  <a:moveTo>
                    <a:pt x="7" y="1"/>
                  </a:move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8" y="2"/>
                    <a:pt x="10" y="3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3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7" name="Freeform 956">
              <a:extLst>
                <a:ext uri="{FF2B5EF4-FFF2-40B4-BE49-F238E27FC236}">
                  <a16:creationId xmlns:a16="http://schemas.microsoft.com/office/drawing/2014/main" id="{E3715797-0097-460E-8933-1CF20BAF79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0" y="2917"/>
              <a:ext cx="22" cy="27"/>
            </a:xfrm>
            <a:custGeom>
              <a:avLst/>
              <a:gdLst>
                <a:gd name="T0" fmla="*/ 0 w 9"/>
                <a:gd name="T1" fmla="*/ 59 h 10"/>
                <a:gd name="T2" fmla="*/ 59 w 9"/>
                <a:gd name="T3" fmla="*/ 176 h 10"/>
                <a:gd name="T4" fmla="*/ 120 w 9"/>
                <a:gd name="T5" fmla="*/ 138 h 10"/>
                <a:gd name="T6" fmla="*/ 132 w 9"/>
                <a:gd name="T7" fmla="*/ 116 h 10"/>
                <a:gd name="T8" fmla="*/ 120 w 9"/>
                <a:gd name="T9" fmla="*/ 103 h 10"/>
                <a:gd name="T10" fmla="*/ 132 w 9"/>
                <a:gd name="T11" fmla="*/ 81 h 10"/>
                <a:gd name="T12" fmla="*/ 132 w 9"/>
                <a:gd name="T13" fmla="*/ 81 h 10"/>
                <a:gd name="T14" fmla="*/ 71 w 9"/>
                <a:gd name="T15" fmla="*/ 0 h 10"/>
                <a:gd name="T16" fmla="*/ 0 w 9"/>
                <a:gd name="T17" fmla="*/ 59 h 10"/>
                <a:gd name="T18" fmla="*/ 90 w 9"/>
                <a:gd name="T19" fmla="*/ 138 h 10"/>
                <a:gd name="T20" fmla="*/ 71 w 9"/>
                <a:gd name="T21" fmla="*/ 159 h 10"/>
                <a:gd name="T22" fmla="*/ 90 w 9"/>
                <a:gd name="T23" fmla="*/ 138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0" y="5"/>
                    <a:pt x="0" y="7"/>
                    <a:pt x="4" y="9"/>
                  </a:cubicBezTo>
                  <a:cubicBezTo>
                    <a:pt x="5" y="10"/>
                    <a:pt x="7" y="9"/>
                    <a:pt x="8" y="7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5"/>
                    <a:pt x="8" y="5"/>
                    <a:pt x="8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1" y="0"/>
                    <a:pt x="0" y="3"/>
                    <a:pt x="0" y="3"/>
                  </a:cubicBezTo>
                  <a:close/>
                  <a:moveTo>
                    <a:pt x="6" y="7"/>
                  </a:moveTo>
                  <a:cubicBezTo>
                    <a:pt x="6" y="8"/>
                    <a:pt x="5" y="8"/>
                    <a:pt x="5" y="8"/>
                  </a:cubicBezTo>
                  <a:cubicBezTo>
                    <a:pt x="6" y="8"/>
                    <a:pt x="6" y="7"/>
                    <a:pt x="6" y="7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8" name="Freeform 957">
              <a:extLst>
                <a:ext uri="{FF2B5EF4-FFF2-40B4-BE49-F238E27FC236}">
                  <a16:creationId xmlns:a16="http://schemas.microsoft.com/office/drawing/2014/main" id="{C0CCCD8C-5300-4D29-BE33-7923B0AB51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2" y="2832"/>
              <a:ext cx="23" cy="27"/>
            </a:xfrm>
            <a:custGeom>
              <a:avLst/>
              <a:gdLst>
                <a:gd name="T0" fmla="*/ 84 w 9"/>
                <a:gd name="T1" fmla="*/ 0 h 10"/>
                <a:gd name="T2" fmla="*/ 0 w 9"/>
                <a:gd name="T3" fmla="*/ 81 h 10"/>
                <a:gd name="T4" fmla="*/ 20 w 9"/>
                <a:gd name="T5" fmla="*/ 138 h 10"/>
                <a:gd name="T6" fmla="*/ 97 w 9"/>
                <a:gd name="T7" fmla="*/ 176 h 10"/>
                <a:gd name="T8" fmla="*/ 151 w 9"/>
                <a:gd name="T9" fmla="*/ 103 h 10"/>
                <a:gd name="T10" fmla="*/ 151 w 9"/>
                <a:gd name="T11" fmla="*/ 81 h 10"/>
                <a:gd name="T12" fmla="*/ 151 w 9"/>
                <a:gd name="T13" fmla="*/ 81 h 10"/>
                <a:gd name="T14" fmla="*/ 151 w 9"/>
                <a:gd name="T15" fmla="*/ 59 h 10"/>
                <a:gd name="T16" fmla="*/ 84 w 9"/>
                <a:gd name="T17" fmla="*/ 0 h 10"/>
                <a:gd name="T18" fmla="*/ 97 w 9"/>
                <a:gd name="T19" fmla="*/ 38 h 10"/>
                <a:gd name="T20" fmla="*/ 118 w 9"/>
                <a:gd name="T21" fmla="*/ 59 h 10"/>
                <a:gd name="T22" fmla="*/ 118 w 9"/>
                <a:gd name="T23" fmla="*/ 59 h 10"/>
                <a:gd name="T24" fmla="*/ 97 w 9"/>
                <a:gd name="T25" fmla="*/ 38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4" y="0"/>
                    <a:pt x="1" y="1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9"/>
                    <a:pt x="4" y="10"/>
                    <a:pt x="6" y="9"/>
                  </a:cubicBezTo>
                  <a:cubicBezTo>
                    <a:pt x="8" y="9"/>
                    <a:pt x="9" y="7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1"/>
                    <a:pt x="7" y="0"/>
                    <a:pt x="5" y="0"/>
                  </a:cubicBezTo>
                  <a:close/>
                  <a:moveTo>
                    <a:pt x="6" y="2"/>
                  </a:move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3"/>
                    <a:pt x="6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9" name="Freeform 958">
              <a:extLst>
                <a:ext uri="{FF2B5EF4-FFF2-40B4-BE49-F238E27FC236}">
                  <a16:creationId xmlns:a16="http://schemas.microsoft.com/office/drawing/2014/main" id="{9F8BBD2A-DDD3-4A0E-A342-96CF427660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92" y="2821"/>
              <a:ext cx="20" cy="22"/>
            </a:xfrm>
            <a:custGeom>
              <a:avLst/>
              <a:gdLst>
                <a:gd name="T0" fmla="*/ 20 w 8"/>
                <a:gd name="T1" fmla="*/ 107 h 8"/>
                <a:gd name="T2" fmla="*/ 63 w 8"/>
                <a:gd name="T3" fmla="*/ 143 h 8"/>
                <a:gd name="T4" fmla="*/ 95 w 8"/>
                <a:gd name="T5" fmla="*/ 143 h 8"/>
                <a:gd name="T6" fmla="*/ 63 w 8"/>
                <a:gd name="T7" fmla="*/ 129 h 8"/>
                <a:gd name="T8" fmla="*/ 20 w 8"/>
                <a:gd name="T9" fmla="*/ 22 h 8"/>
                <a:gd name="T10" fmla="*/ 20 w 8"/>
                <a:gd name="T11" fmla="*/ 0 h 8"/>
                <a:gd name="T12" fmla="*/ 20 w 8"/>
                <a:gd name="T13" fmla="*/ 107 h 8"/>
                <a:gd name="T14" fmla="*/ 113 w 8"/>
                <a:gd name="T15" fmla="*/ 129 h 8"/>
                <a:gd name="T16" fmla="*/ 125 w 8"/>
                <a:gd name="T17" fmla="*/ 107 h 8"/>
                <a:gd name="T18" fmla="*/ 125 w 8"/>
                <a:gd name="T19" fmla="*/ 61 h 8"/>
                <a:gd name="T20" fmla="*/ 113 w 8"/>
                <a:gd name="T21" fmla="*/ 129 h 8"/>
                <a:gd name="T22" fmla="*/ 95 w 8"/>
                <a:gd name="T23" fmla="*/ 129 h 8"/>
                <a:gd name="T24" fmla="*/ 113 w 8"/>
                <a:gd name="T25" fmla="*/ 129 h 8"/>
                <a:gd name="T26" fmla="*/ 95 w 8"/>
                <a:gd name="T27" fmla="*/ 129 h 8"/>
                <a:gd name="T28" fmla="*/ 95 w 8"/>
                <a:gd name="T29" fmla="*/ 143 h 8"/>
                <a:gd name="T30" fmla="*/ 95 w 8"/>
                <a:gd name="T31" fmla="*/ 129 h 8"/>
                <a:gd name="T32" fmla="*/ 95 w 8"/>
                <a:gd name="T33" fmla="*/ 143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0" y="7"/>
                    <a:pt x="2" y="7"/>
                    <a:pt x="4" y="7"/>
                  </a:cubicBezTo>
                  <a:cubicBezTo>
                    <a:pt x="4" y="8"/>
                    <a:pt x="5" y="7"/>
                    <a:pt x="6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2" y="6"/>
                    <a:pt x="1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lnTo>
                    <a:pt x="1" y="5"/>
                  </a:lnTo>
                  <a:close/>
                  <a:moveTo>
                    <a:pt x="7" y="6"/>
                  </a:moveTo>
                  <a:cubicBezTo>
                    <a:pt x="7" y="5"/>
                    <a:pt x="8" y="5"/>
                    <a:pt x="8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7" y="5"/>
                    <a:pt x="7" y="6"/>
                  </a:cubicBezTo>
                  <a:close/>
                  <a:moveTo>
                    <a:pt x="6" y="6"/>
                  </a:moveTo>
                  <a:cubicBezTo>
                    <a:pt x="6" y="6"/>
                    <a:pt x="7" y="6"/>
                    <a:pt x="7" y="6"/>
                  </a:cubicBezTo>
                  <a:cubicBezTo>
                    <a:pt x="7" y="6"/>
                    <a:pt x="6" y="6"/>
                    <a:pt x="6" y="6"/>
                  </a:cubicBezTo>
                  <a:close/>
                  <a:moveTo>
                    <a:pt x="6" y="7"/>
                  </a:move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7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0" name="Freeform 959">
              <a:extLst>
                <a:ext uri="{FF2B5EF4-FFF2-40B4-BE49-F238E27FC236}">
                  <a16:creationId xmlns:a16="http://schemas.microsoft.com/office/drawing/2014/main" id="{4605D002-0127-4CC4-A62E-EAE1862248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2" y="2792"/>
              <a:ext cx="23" cy="27"/>
            </a:xfrm>
            <a:custGeom>
              <a:avLst/>
              <a:gdLst>
                <a:gd name="T0" fmla="*/ 84 w 9"/>
                <a:gd name="T1" fmla="*/ 0 h 10"/>
                <a:gd name="T2" fmla="*/ 20 w 9"/>
                <a:gd name="T3" fmla="*/ 81 h 10"/>
                <a:gd name="T4" fmla="*/ 33 w 9"/>
                <a:gd name="T5" fmla="*/ 176 h 10"/>
                <a:gd name="T6" fmla="*/ 130 w 9"/>
                <a:gd name="T7" fmla="*/ 176 h 10"/>
                <a:gd name="T8" fmla="*/ 151 w 9"/>
                <a:gd name="T9" fmla="*/ 116 h 10"/>
                <a:gd name="T10" fmla="*/ 130 w 9"/>
                <a:gd name="T11" fmla="*/ 103 h 10"/>
                <a:gd name="T12" fmla="*/ 151 w 9"/>
                <a:gd name="T13" fmla="*/ 81 h 10"/>
                <a:gd name="T14" fmla="*/ 151 w 9"/>
                <a:gd name="T15" fmla="*/ 59 h 10"/>
                <a:gd name="T16" fmla="*/ 84 w 9"/>
                <a:gd name="T17" fmla="*/ 0 h 10"/>
                <a:gd name="T18" fmla="*/ 130 w 9"/>
                <a:gd name="T19" fmla="*/ 116 h 10"/>
                <a:gd name="T20" fmla="*/ 130 w 9"/>
                <a:gd name="T21" fmla="*/ 116 h 10"/>
                <a:gd name="T22" fmla="*/ 118 w 9"/>
                <a:gd name="T23" fmla="*/ 159 h 10"/>
                <a:gd name="T24" fmla="*/ 130 w 9"/>
                <a:gd name="T25" fmla="*/ 116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2" y="1"/>
                    <a:pt x="1" y="3"/>
                    <a:pt x="1" y="4"/>
                  </a:cubicBezTo>
                  <a:cubicBezTo>
                    <a:pt x="0" y="5"/>
                    <a:pt x="0" y="7"/>
                    <a:pt x="2" y="9"/>
                  </a:cubicBezTo>
                  <a:cubicBezTo>
                    <a:pt x="4" y="10"/>
                    <a:pt x="6" y="10"/>
                    <a:pt x="8" y="9"/>
                  </a:cubicBezTo>
                  <a:cubicBezTo>
                    <a:pt x="8" y="8"/>
                    <a:pt x="9" y="7"/>
                    <a:pt x="9" y="6"/>
                  </a:cubicBezTo>
                  <a:cubicBezTo>
                    <a:pt x="9" y="6"/>
                    <a:pt x="9" y="6"/>
                    <a:pt x="8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1"/>
                    <a:pt x="7" y="0"/>
                    <a:pt x="5" y="0"/>
                  </a:cubicBezTo>
                  <a:close/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7" y="8"/>
                    <a:pt x="7" y="8"/>
                  </a:cubicBezTo>
                  <a:cubicBezTo>
                    <a:pt x="8" y="7"/>
                    <a:pt x="8" y="6"/>
                    <a:pt x="8" y="6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1" name="Freeform 960">
              <a:extLst>
                <a:ext uri="{FF2B5EF4-FFF2-40B4-BE49-F238E27FC236}">
                  <a16:creationId xmlns:a16="http://schemas.microsoft.com/office/drawing/2014/main" id="{B3642AA3-7BE4-4077-B3B3-D61707FD1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832"/>
              <a:ext cx="25" cy="32"/>
            </a:xfrm>
            <a:custGeom>
              <a:avLst/>
              <a:gdLst>
                <a:gd name="T0" fmla="*/ 63 w 10"/>
                <a:gd name="T1" fmla="*/ 0 h 12"/>
                <a:gd name="T2" fmla="*/ 33 w 10"/>
                <a:gd name="T3" fmla="*/ 35 h 12"/>
                <a:gd name="T4" fmla="*/ 33 w 10"/>
                <a:gd name="T5" fmla="*/ 192 h 12"/>
                <a:gd name="T6" fmla="*/ 125 w 10"/>
                <a:gd name="T7" fmla="*/ 192 h 12"/>
                <a:gd name="T8" fmla="*/ 145 w 10"/>
                <a:gd name="T9" fmla="*/ 149 h 12"/>
                <a:gd name="T10" fmla="*/ 145 w 10"/>
                <a:gd name="T11" fmla="*/ 136 h 12"/>
                <a:gd name="T12" fmla="*/ 158 w 10"/>
                <a:gd name="T13" fmla="*/ 93 h 12"/>
                <a:gd name="T14" fmla="*/ 145 w 10"/>
                <a:gd name="T15" fmla="*/ 56 h 12"/>
                <a:gd name="T16" fmla="*/ 63 w 10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4" y="0"/>
                  </a:moveTo>
                  <a:cubicBezTo>
                    <a:pt x="3" y="1"/>
                    <a:pt x="3" y="1"/>
                    <a:pt x="2" y="2"/>
                  </a:cubicBezTo>
                  <a:cubicBezTo>
                    <a:pt x="0" y="4"/>
                    <a:pt x="0" y="8"/>
                    <a:pt x="2" y="10"/>
                  </a:cubicBezTo>
                  <a:cubicBezTo>
                    <a:pt x="4" y="12"/>
                    <a:pt x="6" y="12"/>
                    <a:pt x="8" y="10"/>
                  </a:cubicBezTo>
                  <a:cubicBezTo>
                    <a:pt x="9" y="10"/>
                    <a:pt x="9" y="9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4"/>
                    <a:pt x="10" y="3"/>
                    <a:pt x="9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2" name="Freeform 961">
              <a:extLst>
                <a:ext uri="{FF2B5EF4-FFF2-40B4-BE49-F238E27FC236}">
                  <a16:creationId xmlns:a16="http://schemas.microsoft.com/office/drawing/2014/main" id="{179BD2F4-CDD3-4304-8792-1790F338A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899"/>
              <a:ext cx="25" cy="37"/>
            </a:xfrm>
            <a:custGeom>
              <a:avLst/>
              <a:gdLst>
                <a:gd name="T0" fmla="*/ 20 w 10"/>
                <a:gd name="T1" fmla="*/ 77 h 14"/>
                <a:gd name="T2" fmla="*/ 83 w 10"/>
                <a:gd name="T3" fmla="*/ 238 h 14"/>
                <a:gd name="T4" fmla="*/ 145 w 10"/>
                <a:gd name="T5" fmla="*/ 225 h 14"/>
                <a:gd name="T6" fmla="*/ 145 w 10"/>
                <a:gd name="T7" fmla="*/ 111 h 14"/>
                <a:gd name="T8" fmla="*/ 145 w 10"/>
                <a:gd name="T9" fmla="*/ 90 h 14"/>
                <a:gd name="T10" fmla="*/ 125 w 10"/>
                <a:gd name="T11" fmla="*/ 148 h 14"/>
                <a:gd name="T12" fmla="*/ 83 w 10"/>
                <a:gd name="T13" fmla="*/ 167 h 14"/>
                <a:gd name="T14" fmla="*/ 33 w 10"/>
                <a:gd name="T15" fmla="*/ 77 h 14"/>
                <a:gd name="T16" fmla="*/ 113 w 10"/>
                <a:gd name="T17" fmla="*/ 21 h 14"/>
                <a:gd name="T18" fmla="*/ 20 w 10"/>
                <a:gd name="T19" fmla="*/ 7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4">
                  <a:moveTo>
                    <a:pt x="1" y="4"/>
                  </a:moveTo>
                  <a:cubicBezTo>
                    <a:pt x="0" y="7"/>
                    <a:pt x="3" y="11"/>
                    <a:pt x="5" y="13"/>
                  </a:cubicBezTo>
                  <a:cubicBezTo>
                    <a:pt x="6" y="14"/>
                    <a:pt x="8" y="13"/>
                    <a:pt x="9" y="12"/>
                  </a:cubicBezTo>
                  <a:cubicBezTo>
                    <a:pt x="10" y="10"/>
                    <a:pt x="10" y="8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7" y="9"/>
                    <a:pt x="6" y="9"/>
                    <a:pt x="5" y="9"/>
                  </a:cubicBezTo>
                  <a:cubicBezTo>
                    <a:pt x="3" y="8"/>
                    <a:pt x="2" y="6"/>
                    <a:pt x="2" y="4"/>
                  </a:cubicBezTo>
                  <a:cubicBezTo>
                    <a:pt x="3" y="2"/>
                    <a:pt x="5" y="1"/>
                    <a:pt x="7" y="1"/>
                  </a:cubicBezTo>
                  <a:cubicBezTo>
                    <a:pt x="4" y="0"/>
                    <a:pt x="2" y="2"/>
                    <a:pt x="1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3" name="Freeform 962">
              <a:extLst>
                <a:ext uri="{FF2B5EF4-FFF2-40B4-BE49-F238E27FC236}">
                  <a16:creationId xmlns:a16="http://schemas.microsoft.com/office/drawing/2014/main" id="{9A10C6D1-026B-4C29-891E-C2997C95C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008"/>
              <a:ext cx="22" cy="24"/>
            </a:xfrm>
            <a:custGeom>
              <a:avLst/>
              <a:gdLst>
                <a:gd name="T0" fmla="*/ 12 w 9"/>
                <a:gd name="T1" fmla="*/ 56 h 9"/>
                <a:gd name="T2" fmla="*/ 29 w 9"/>
                <a:gd name="T3" fmla="*/ 149 h 9"/>
                <a:gd name="T4" fmla="*/ 59 w 9"/>
                <a:gd name="T5" fmla="*/ 149 h 9"/>
                <a:gd name="T6" fmla="*/ 71 w 9"/>
                <a:gd name="T7" fmla="*/ 149 h 9"/>
                <a:gd name="T8" fmla="*/ 132 w 9"/>
                <a:gd name="T9" fmla="*/ 93 h 9"/>
                <a:gd name="T10" fmla="*/ 132 w 9"/>
                <a:gd name="T11" fmla="*/ 35 h 9"/>
                <a:gd name="T12" fmla="*/ 90 w 9"/>
                <a:gd name="T13" fmla="*/ 0 h 9"/>
                <a:gd name="T14" fmla="*/ 12 w 9"/>
                <a:gd name="T15" fmla="*/ 5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9">
                  <a:moveTo>
                    <a:pt x="1" y="3"/>
                  </a:moveTo>
                  <a:cubicBezTo>
                    <a:pt x="0" y="4"/>
                    <a:pt x="0" y="7"/>
                    <a:pt x="2" y="8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7" y="8"/>
                    <a:pt x="9" y="7"/>
                    <a:pt x="9" y="5"/>
                  </a:cubicBezTo>
                  <a:cubicBezTo>
                    <a:pt x="9" y="4"/>
                    <a:pt x="9" y="2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4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4" name="Freeform 963">
              <a:extLst>
                <a:ext uri="{FF2B5EF4-FFF2-40B4-BE49-F238E27FC236}">
                  <a16:creationId xmlns:a16="http://schemas.microsoft.com/office/drawing/2014/main" id="{FC8B725C-06C1-4FC4-96A5-109EE5D0B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035"/>
              <a:ext cx="22" cy="29"/>
            </a:xfrm>
            <a:custGeom>
              <a:avLst/>
              <a:gdLst>
                <a:gd name="T0" fmla="*/ 42 w 9"/>
                <a:gd name="T1" fmla="*/ 21 h 11"/>
                <a:gd name="T2" fmla="*/ 0 w 9"/>
                <a:gd name="T3" fmla="*/ 90 h 11"/>
                <a:gd name="T4" fmla="*/ 29 w 9"/>
                <a:gd name="T5" fmla="*/ 166 h 11"/>
                <a:gd name="T6" fmla="*/ 120 w 9"/>
                <a:gd name="T7" fmla="*/ 166 h 11"/>
                <a:gd name="T8" fmla="*/ 132 w 9"/>
                <a:gd name="T9" fmla="*/ 111 h 11"/>
                <a:gd name="T10" fmla="*/ 120 w 9"/>
                <a:gd name="T11" fmla="*/ 90 h 11"/>
                <a:gd name="T12" fmla="*/ 132 w 9"/>
                <a:gd name="T13" fmla="*/ 76 h 11"/>
                <a:gd name="T14" fmla="*/ 120 w 9"/>
                <a:gd name="T15" fmla="*/ 34 h 11"/>
                <a:gd name="T16" fmla="*/ 42 w 9"/>
                <a:gd name="T17" fmla="*/ 21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1" y="2"/>
                    <a:pt x="1" y="4"/>
                    <a:pt x="0" y="5"/>
                  </a:cubicBezTo>
                  <a:cubicBezTo>
                    <a:pt x="0" y="6"/>
                    <a:pt x="1" y="8"/>
                    <a:pt x="2" y="9"/>
                  </a:cubicBezTo>
                  <a:cubicBezTo>
                    <a:pt x="4" y="11"/>
                    <a:pt x="6" y="10"/>
                    <a:pt x="8" y="9"/>
                  </a:cubicBezTo>
                  <a:cubicBezTo>
                    <a:pt x="9" y="8"/>
                    <a:pt x="9" y="7"/>
                    <a:pt x="9" y="6"/>
                  </a:cubicBezTo>
                  <a:cubicBezTo>
                    <a:pt x="9" y="6"/>
                    <a:pt x="8" y="6"/>
                    <a:pt x="8" y="5"/>
                  </a:cubicBezTo>
                  <a:cubicBezTo>
                    <a:pt x="8" y="5"/>
                    <a:pt x="9" y="5"/>
                    <a:pt x="9" y="4"/>
                  </a:cubicBezTo>
                  <a:cubicBezTo>
                    <a:pt x="9" y="3"/>
                    <a:pt x="9" y="3"/>
                    <a:pt x="8" y="2"/>
                  </a:cubicBezTo>
                  <a:cubicBezTo>
                    <a:pt x="7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5" name="Freeform 964">
              <a:extLst>
                <a:ext uri="{FF2B5EF4-FFF2-40B4-BE49-F238E27FC236}">
                  <a16:creationId xmlns:a16="http://schemas.microsoft.com/office/drawing/2014/main" id="{92F88700-16CA-4B80-839E-5C07A2FD1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099"/>
              <a:ext cx="20" cy="16"/>
            </a:xfrm>
            <a:custGeom>
              <a:avLst/>
              <a:gdLst>
                <a:gd name="T0" fmla="*/ 0 w 8"/>
                <a:gd name="T1" fmla="*/ 77 h 6"/>
                <a:gd name="T2" fmla="*/ 0 w 8"/>
                <a:gd name="T3" fmla="*/ 93 h 6"/>
                <a:gd name="T4" fmla="*/ 63 w 8"/>
                <a:gd name="T5" fmla="*/ 35 h 6"/>
                <a:gd name="T6" fmla="*/ 113 w 8"/>
                <a:gd name="T7" fmla="*/ 115 h 6"/>
                <a:gd name="T8" fmla="*/ 125 w 8"/>
                <a:gd name="T9" fmla="*/ 93 h 6"/>
                <a:gd name="T10" fmla="*/ 63 w 8"/>
                <a:gd name="T11" fmla="*/ 21 h 6"/>
                <a:gd name="T12" fmla="*/ 0 w 8"/>
                <a:gd name="T13" fmla="*/ 7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2" y="2"/>
                    <a:pt x="4" y="2"/>
                  </a:cubicBezTo>
                  <a:cubicBezTo>
                    <a:pt x="6" y="2"/>
                    <a:pt x="8" y="4"/>
                    <a:pt x="7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6" name="Freeform 965">
              <a:extLst>
                <a:ext uri="{FF2B5EF4-FFF2-40B4-BE49-F238E27FC236}">
                  <a16:creationId xmlns:a16="http://schemas.microsoft.com/office/drawing/2014/main" id="{6A9ACA27-FB5D-4F23-A357-42A95397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115"/>
              <a:ext cx="22" cy="26"/>
            </a:xfrm>
            <a:custGeom>
              <a:avLst/>
              <a:gdLst>
                <a:gd name="T0" fmla="*/ 42 w 9"/>
                <a:gd name="T1" fmla="*/ 21 h 10"/>
                <a:gd name="T2" fmla="*/ 0 w 9"/>
                <a:gd name="T3" fmla="*/ 109 h 10"/>
                <a:gd name="T4" fmla="*/ 59 w 9"/>
                <a:gd name="T5" fmla="*/ 177 h 10"/>
                <a:gd name="T6" fmla="*/ 120 w 9"/>
                <a:gd name="T7" fmla="*/ 109 h 10"/>
                <a:gd name="T8" fmla="*/ 90 w 9"/>
                <a:gd name="T9" fmla="*/ 156 h 10"/>
                <a:gd name="T10" fmla="*/ 120 w 9"/>
                <a:gd name="T11" fmla="*/ 68 h 10"/>
                <a:gd name="T12" fmla="*/ 42 w 9"/>
                <a:gd name="T13" fmla="*/ 2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">
                  <a:moveTo>
                    <a:pt x="3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6" y="10"/>
                    <a:pt x="8" y="8"/>
                    <a:pt x="8" y="6"/>
                  </a:cubicBezTo>
                  <a:cubicBezTo>
                    <a:pt x="8" y="7"/>
                    <a:pt x="7" y="8"/>
                    <a:pt x="6" y="9"/>
                  </a:cubicBezTo>
                  <a:cubicBezTo>
                    <a:pt x="8" y="8"/>
                    <a:pt x="9" y="6"/>
                    <a:pt x="8" y="4"/>
                  </a:cubicBezTo>
                  <a:cubicBezTo>
                    <a:pt x="8" y="2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7" name="Freeform 966">
              <a:extLst>
                <a:ext uri="{FF2B5EF4-FFF2-40B4-BE49-F238E27FC236}">
                  <a16:creationId xmlns:a16="http://schemas.microsoft.com/office/drawing/2014/main" id="{CBA855B6-2E71-4E44-B464-03DB9FB251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0" y="3131"/>
              <a:ext cx="22" cy="29"/>
            </a:xfrm>
            <a:custGeom>
              <a:avLst/>
              <a:gdLst>
                <a:gd name="T0" fmla="*/ 42 w 9"/>
                <a:gd name="T1" fmla="*/ 21 h 11"/>
                <a:gd name="T2" fmla="*/ 12 w 9"/>
                <a:gd name="T3" fmla="*/ 124 h 11"/>
                <a:gd name="T4" fmla="*/ 71 w 9"/>
                <a:gd name="T5" fmla="*/ 182 h 11"/>
                <a:gd name="T6" fmla="*/ 120 w 9"/>
                <a:gd name="T7" fmla="*/ 111 h 11"/>
                <a:gd name="T8" fmla="*/ 120 w 9"/>
                <a:gd name="T9" fmla="*/ 111 h 11"/>
                <a:gd name="T10" fmla="*/ 132 w 9"/>
                <a:gd name="T11" fmla="*/ 76 h 11"/>
                <a:gd name="T12" fmla="*/ 120 w 9"/>
                <a:gd name="T13" fmla="*/ 34 h 11"/>
                <a:gd name="T14" fmla="*/ 42 w 9"/>
                <a:gd name="T15" fmla="*/ 21 h 11"/>
                <a:gd name="T16" fmla="*/ 120 w 9"/>
                <a:gd name="T17" fmla="*/ 111 h 11"/>
                <a:gd name="T18" fmla="*/ 120 w 9"/>
                <a:gd name="T19" fmla="*/ 111 h 11"/>
                <a:gd name="T20" fmla="*/ 103 w 9"/>
                <a:gd name="T21" fmla="*/ 145 h 11"/>
                <a:gd name="T22" fmla="*/ 120 w 9"/>
                <a:gd name="T23" fmla="*/ 111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1" y="9"/>
                    <a:pt x="3" y="11"/>
                    <a:pt x="5" y="10"/>
                  </a:cubicBezTo>
                  <a:cubicBezTo>
                    <a:pt x="7" y="10"/>
                    <a:pt x="8" y="8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3"/>
                    <a:pt x="8" y="2"/>
                  </a:cubicBezTo>
                  <a:cubicBezTo>
                    <a:pt x="7" y="0"/>
                    <a:pt x="5" y="0"/>
                    <a:pt x="3" y="1"/>
                  </a:cubicBezTo>
                  <a:close/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7" y="8"/>
                  </a:cubicBezTo>
                  <a:cubicBezTo>
                    <a:pt x="8" y="7"/>
                    <a:pt x="8" y="7"/>
                    <a:pt x="8" y="6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8" name="Freeform 967">
              <a:extLst>
                <a:ext uri="{FF2B5EF4-FFF2-40B4-BE49-F238E27FC236}">
                  <a16:creationId xmlns:a16="http://schemas.microsoft.com/office/drawing/2014/main" id="{A93F778C-9FEF-4B8B-B898-9DF938A10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205"/>
              <a:ext cx="23" cy="24"/>
            </a:xfrm>
            <a:custGeom>
              <a:avLst/>
              <a:gdLst>
                <a:gd name="T0" fmla="*/ 66 w 9"/>
                <a:gd name="T1" fmla="*/ 0 h 9"/>
                <a:gd name="T2" fmla="*/ 0 w 9"/>
                <a:gd name="T3" fmla="*/ 93 h 9"/>
                <a:gd name="T4" fmla="*/ 66 w 9"/>
                <a:gd name="T5" fmla="*/ 171 h 9"/>
                <a:gd name="T6" fmla="*/ 130 w 9"/>
                <a:gd name="T7" fmla="*/ 93 h 9"/>
                <a:gd name="T8" fmla="*/ 97 w 9"/>
                <a:gd name="T9" fmla="*/ 149 h 9"/>
                <a:gd name="T10" fmla="*/ 151 w 9"/>
                <a:gd name="T11" fmla="*/ 56 h 9"/>
                <a:gd name="T12" fmla="*/ 66 w 9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6" y="9"/>
                    <a:pt x="8" y="7"/>
                    <a:pt x="8" y="5"/>
                  </a:cubicBezTo>
                  <a:cubicBezTo>
                    <a:pt x="8" y="6"/>
                    <a:pt x="8" y="7"/>
                    <a:pt x="6" y="8"/>
                  </a:cubicBezTo>
                  <a:cubicBezTo>
                    <a:pt x="8" y="7"/>
                    <a:pt x="9" y="5"/>
                    <a:pt x="9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9" name="Freeform 968">
              <a:extLst>
                <a:ext uri="{FF2B5EF4-FFF2-40B4-BE49-F238E27FC236}">
                  <a16:creationId xmlns:a16="http://schemas.microsoft.com/office/drawing/2014/main" id="{D3886D18-A551-4AA1-A035-BF619BEA2B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7" y="3149"/>
              <a:ext cx="23" cy="30"/>
            </a:xfrm>
            <a:custGeom>
              <a:avLst/>
              <a:gdLst>
                <a:gd name="T0" fmla="*/ 51 w 9"/>
                <a:gd name="T1" fmla="*/ 22 h 11"/>
                <a:gd name="T2" fmla="*/ 20 w 9"/>
                <a:gd name="T3" fmla="*/ 164 h 11"/>
                <a:gd name="T4" fmla="*/ 97 w 9"/>
                <a:gd name="T5" fmla="*/ 202 h 11"/>
                <a:gd name="T6" fmla="*/ 151 w 9"/>
                <a:gd name="T7" fmla="*/ 120 h 11"/>
                <a:gd name="T8" fmla="*/ 130 w 9"/>
                <a:gd name="T9" fmla="*/ 104 h 11"/>
                <a:gd name="T10" fmla="*/ 151 w 9"/>
                <a:gd name="T11" fmla="*/ 104 h 11"/>
                <a:gd name="T12" fmla="*/ 130 w 9"/>
                <a:gd name="T13" fmla="*/ 38 h 11"/>
                <a:gd name="T14" fmla="*/ 51 w 9"/>
                <a:gd name="T15" fmla="*/ 22 h 11"/>
                <a:gd name="T16" fmla="*/ 130 w 9"/>
                <a:gd name="T17" fmla="*/ 104 h 11"/>
                <a:gd name="T18" fmla="*/ 130 w 9"/>
                <a:gd name="T19" fmla="*/ 120 h 11"/>
                <a:gd name="T20" fmla="*/ 118 w 9"/>
                <a:gd name="T21" fmla="*/ 164 h 11"/>
                <a:gd name="T22" fmla="*/ 130 w 9"/>
                <a:gd name="T23" fmla="*/ 104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2" y="10"/>
                    <a:pt x="4" y="11"/>
                    <a:pt x="6" y="10"/>
                  </a:cubicBezTo>
                  <a:cubicBezTo>
                    <a:pt x="7" y="10"/>
                    <a:pt x="9" y="8"/>
                    <a:pt x="9" y="6"/>
                  </a:cubicBezTo>
                  <a:cubicBezTo>
                    <a:pt x="9" y="6"/>
                    <a:pt x="9" y="6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3"/>
                    <a:pt x="8" y="2"/>
                  </a:cubicBezTo>
                  <a:cubicBezTo>
                    <a:pt x="7" y="1"/>
                    <a:pt x="5" y="0"/>
                    <a:pt x="3" y="1"/>
                  </a:cubicBezTo>
                  <a:close/>
                  <a:moveTo>
                    <a:pt x="8" y="5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7" y="8"/>
                  </a:cubicBezTo>
                  <a:cubicBezTo>
                    <a:pt x="8" y="7"/>
                    <a:pt x="8" y="6"/>
                    <a:pt x="8" y="5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0" name="Freeform 969">
              <a:extLst>
                <a:ext uri="{FF2B5EF4-FFF2-40B4-BE49-F238E27FC236}">
                  <a16:creationId xmlns:a16="http://schemas.microsoft.com/office/drawing/2014/main" id="{D2EDC8D7-1038-4764-94D5-486C65E82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07" y="3184"/>
              <a:ext cx="23" cy="29"/>
            </a:xfrm>
            <a:custGeom>
              <a:avLst/>
              <a:gdLst>
                <a:gd name="T0" fmla="*/ 51 w 9"/>
                <a:gd name="T1" fmla="*/ 21 h 11"/>
                <a:gd name="T2" fmla="*/ 0 w 9"/>
                <a:gd name="T3" fmla="*/ 90 h 11"/>
                <a:gd name="T4" fmla="*/ 20 w 9"/>
                <a:gd name="T5" fmla="*/ 166 h 11"/>
                <a:gd name="T6" fmla="*/ 66 w 9"/>
                <a:gd name="T7" fmla="*/ 182 h 11"/>
                <a:gd name="T8" fmla="*/ 130 w 9"/>
                <a:gd name="T9" fmla="*/ 166 h 11"/>
                <a:gd name="T10" fmla="*/ 151 w 9"/>
                <a:gd name="T11" fmla="*/ 124 h 11"/>
                <a:gd name="T12" fmla="*/ 151 w 9"/>
                <a:gd name="T13" fmla="*/ 90 h 11"/>
                <a:gd name="T14" fmla="*/ 151 w 9"/>
                <a:gd name="T15" fmla="*/ 90 h 11"/>
                <a:gd name="T16" fmla="*/ 151 w 9"/>
                <a:gd name="T17" fmla="*/ 76 h 11"/>
                <a:gd name="T18" fmla="*/ 118 w 9"/>
                <a:gd name="T19" fmla="*/ 0 h 11"/>
                <a:gd name="T20" fmla="*/ 51 w 9"/>
                <a:gd name="T21" fmla="*/ 21 h 11"/>
                <a:gd name="T22" fmla="*/ 33 w 9"/>
                <a:gd name="T23" fmla="*/ 124 h 11"/>
                <a:gd name="T24" fmla="*/ 33 w 9"/>
                <a:gd name="T25" fmla="*/ 34 h 11"/>
                <a:gd name="T26" fmla="*/ 84 w 9"/>
                <a:gd name="T27" fmla="*/ 21 h 11"/>
                <a:gd name="T28" fmla="*/ 130 w 9"/>
                <a:gd name="T29" fmla="*/ 76 h 11"/>
                <a:gd name="T30" fmla="*/ 130 w 9"/>
                <a:gd name="T31" fmla="*/ 90 h 11"/>
                <a:gd name="T32" fmla="*/ 97 w 9"/>
                <a:gd name="T33" fmla="*/ 55 h 11"/>
                <a:gd name="T34" fmla="*/ 118 w 9"/>
                <a:gd name="T35" fmla="*/ 76 h 11"/>
                <a:gd name="T36" fmla="*/ 130 w 9"/>
                <a:gd name="T37" fmla="*/ 111 h 11"/>
                <a:gd name="T38" fmla="*/ 130 w 9"/>
                <a:gd name="T39" fmla="*/ 124 h 11"/>
                <a:gd name="T40" fmla="*/ 118 w 9"/>
                <a:gd name="T41" fmla="*/ 145 h 11"/>
                <a:gd name="T42" fmla="*/ 33 w 9"/>
                <a:gd name="T43" fmla="*/ 124 h 11"/>
                <a:gd name="T44" fmla="*/ 66 w 9"/>
                <a:gd name="T45" fmla="*/ 55 h 11"/>
                <a:gd name="T46" fmla="*/ 51 w 9"/>
                <a:gd name="T47" fmla="*/ 55 h 11"/>
                <a:gd name="T48" fmla="*/ 97 w 9"/>
                <a:gd name="T49" fmla="*/ 55 h 11"/>
                <a:gd name="T50" fmla="*/ 66 w 9"/>
                <a:gd name="T51" fmla="*/ 55 h 1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2" y="10"/>
                    <a:pt x="2" y="11"/>
                    <a:pt x="4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3"/>
                    <a:pt x="8" y="1"/>
                    <a:pt x="7" y="0"/>
                  </a:cubicBezTo>
                  <a:cubicBezTo>
                    <a:pt x="5" y="0"/>
                    <a:pt x="4" y="0"/>
                    <a:pt x="3" y="1"/>
                  </a:cubicBezTo>
                  <a:close/>
                  <a:moveTo>
                    <a:pt x="2" y="7"/>
                  </a:moveTo>
                  <a:cubicBezTo>
                    <a:pt x="1" y="6"/>
                    <a:pt x="1" y="4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2"/>
                    <a:pt x="8" y="3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4"/>
                    <a:pt x="7" y="3"/>
                    <a:pt x="6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8" y="4"/>
                    <a:pt x="8" y="5"/>
                    <a:pt x="8" y="6"/>
                  </a:cubicBezTo>
                  <a:cubicBezTo>
                    <a:pt x="8" y="6"/>
                    <a:pt x="8" y="6"/>
                    <a:pt x="8" y="7"/>
                  </a:cubicBezTo>
                  <a:cubicBezTo>
                    <a:pt x="8" y="7"/>
                    <a:pt x="8" y="8"/>
                    <a:pt x="7" y="8"/>
                  </a:cubicBezTo>
                  <a:cubicBezTo>
                    <a:pt x="5" y="9"/>
                    <a:pt x="3" y="9"/>
                    <a:pt x="2" y="7"/>
                  </a:cubicBezTo>
                  <a:close/>
                  <a:moveTo>
                    <a:pt x="4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6" y="3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1" name="Freeform 970">
              <a:extLst>
                <a:ext uri="{FF2B5EF4-FFF2-40B4-BE49-F238E27FC236}">
                  <a16:creationId xmlns:a16="http://schemas.microsoft.com/office/drawing/2014/main" id="{AC8FCDD0-5FC2-4A3F-B308-4881BF99E0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07" y="3093"/>
              <a:ext cx="23" cy="24"/>
            </a:xfrm>
            <a:custGeom>
              <a:avLst/>
              <a:gdLst>
                <a:gd name="T0" fmla="*/ 66 w 9"/>
                <a:gd name="T1" fmla="*/ 0 h 9"/>
                <a:gd name="T2" fmla="*/ 20 w 9"/>
                <a:gd name="T3" fmla="*/ 56 h 9"/>
                <a:gd name="T4" fmla="*/ 20 w 9"/>
                <a:gd name="T5" fmla="*/ 149 h 9"/>
                <a:gd name="T6" fmla="*/ 84 w 9"/>
                <a:gd name="T7" fmla="*/ 171 h 9"/>
                <a:gd name="T8" fmla="*/ 118 w 9"/>
                <a:gd name="T9" fmla="*/ 136 h 9"/>
                <a:gd name="T10" fmla="*/ 97 w 9"/>
                <a:gd name="T11" fmla="*/ 149 h 9"/>
                <a:gd name="T12" fmla="*/ 130 w 9"/>
                <a:gd name="T13" fmla="*/ 35 h 9"/>
                <a:gd name="T14" fmla="*/ 66 w 9"/>
                <a:gd name="T15" fmla="*/ 0 h 9"/>
                <a:gd name="T16" fmla="*/ 118 w 9"/>
                <a:gd name="T17" fmla="*/ 136 h 9"/>
                <a:gd name="T18" fmla="*/ 130 w 9"/>
                <a:gd name="T19" fmla="*/ 115 h 9"/>
                <a:gd name="T20" fmla="*/ 130 w 9"/>
                <a:gd name="T21" fmla="*/ 93 h 9"/>
                <a:gd name="T22" fmla="*/ 118 w 9"/>
                <a:gd name="T23" fmla="*/ 136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3" y="1"/>
                    <a:pt x="1" y="2"/>
                    <a:pt x="1" y="3"/>
                  </a:cubicBezTo>
                  <a:cubicBezTo>
                    <a:pt x="0" y="4"/>
                    <a:pt x="0" y="6"/>
                    <a:pt x="1" y="8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6" y="9"/>
                    <a:pt x="7" y="8"/>
                    <a:pt x="7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8" y="6"/>
                    <a:pt x="9" y="4"/>
                    <a:pt x="8" y="2"/>
                  </a:cubicBezTo>
                  <a:cubicBezTo>
                    <a:pt x="7" y="1"/>
                    <a:pt x="6" y="0"/>
                    <a:pt x="4" y="0"/>
                  </a:cubicBezTo>
                  <a:close/>
                  <a:moveTo>
                    <a:pt x="7" y="7"/>
                  </a:moveTo>
                  <a:cubicBezTo>
                    <a:pt x="7" y="7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6"/>
                    <a:pt x="7" y="7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2" name="Freeform 971">
              <a:extLst>
                <a:ext uri="{FF2B5EF4-FFF2-40B4-BE49-F238E27FC236}">
                  <a16:creationId xmlns:a16="http://schemas.microsoft.com/office/drawing/2014/main" id="{8A28820B-3319-48E8-90F5-29DBFD8B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083"/>
              <a:ext cx="28" cy="26"/>
            </a:xfrm>
            <a:custGeom>
              <a:avLst/>
              <a:gdLst>
                <a:gd name="T0" fmla="*/ 97 w 11"/>
                <a:gd name="T1" fmla="*/ 0 h 10"/>
                <a:gd name="T2" fmla="*/ 51 w 11"/>
                <a:gd name="T3" fmla="*/ 0 h 10"/>
                <a:gd name="T4" fmla="*/ 51 w 11"/>
                <a:gd name="T5" fmla="*/ 21 h 10"/>
                <a:gd name="T6" fmla="*/ 51 w 11"/>
                <a:gd name="T7" fmla="*/ 21 h 10"/>
                <a:gd name="T8" fmla="*/ 0 w 11"/>
                <a:gd name="T9" fmla="*/ 109 h 10"/>
                <a:gd name="T10" fmla="*/ 0 w 11"/>
                <a:gd name="T11" fmla="*/ 109 h 10"/>
                <a:gd name="T12" fmla="*/ 64 w 11"/>
                <a:gd name="T13" fmla="*/ 177 h 10"/>
                <a:gd name="T14" fmla="*/ 163 w 11"/>
                <a:gd name="T15" fmla="*/ 109 h 10"/>
                <a:gd name="T16" fmla="*/ 163 w 11"/>
                <a:gd name="T17" fmla="*/ 21 h 10"/>
                <a:gd name="T18" fmla="*/ 97 w 11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2" y="9"/>
                    <a:pt x="4" y="10"/>
                  </a:cubicBezTo>
                  <a:cubicBezTo>
                    <a:pt x="8" y="10"/>
                    <a:pt x="10" y="7"/>
                    <a:pt x="10" y="6"/>
                  </a:cubicBezTo>
                  <a:cubicBezTo>
                    <a:pt x="11" y="4"/>
                    <a:pt x="11" y="2"/>
                    <a:pt x="10" y="1"/>
                  </a:cubicBezTo>
                  <a:cubicBezTo>
                    <a:pt x="8" y="0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3" name="Freeform 972">
              <a:extLst>
                <a:ext uri="{FF2B5EF4-FFF2-40B4-BE49-F238E27FC236}">
                  <a16:creationId xmlns:a16="http://schemas.microsoft.com/office/drawing/2014/main" id="{9E81308C-325C-47FD-B3BF-90E9445E14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5" y="2957"/>
              <a:ext cx="25" cy="30"/>
            </a:xfrm>
            <a:custGeom>
              <a:avLst/>
              <a:gdLst>
                <a:gd name="T0" fmla="*/ 33 w 10"/>
                <a:gd name="T1" fmla="*/ 22 h 11"/>
                <a:gd name="T2" fmla="*/ 0 w 10"/>
                <a:gd name="T3" fmla="*/ 104 h 11"/>
                <a:gd name="T4" fmla="*/ 20 w 10"/>
                <a:gd name="T5" fmla="*/ 104 h 11"/>
                <a:gd name="T6" fmla="*/ 20 w 10"/>
                <a:gd name="T7" fmla="*/ 120 h 11"/>
                <a:gd name="T8" fmla="*/ 20 w 10"/>
                <a:gd name="T9" fmla="*/ 142 h 11"/>
                <a:gd name="T10" fmla="*/ 20 w 10"/>
                <a:gd name="T11" fmla="*/ 142 h 11"/>
                <a:gd name="T12" fmla="*/ 33 w 10"/>
                <a:gd name="T13" fmla="*/ 202 h 11"/>
                <a:gd name="T14" fmla="*/ 95 w 10"/>
                <a:gd name="T15" fmla="*/ 224 h 11"/>
                <a:gd name="T16" fmla="*/ 158 w 10"/>
                <a:gd name="T17" fmla="*/ 120 h 11"/>
                <a:gd name="T18" fmla="*/ 95 w 10"/>
                <a:gd name="T19" fmla="*/ 0 h 11"/>
                <a:gd name="T20" fmla="*/ 33 w 10"/>
                <a:gd name="T21" fmla="*/ 22 h 11"/>
                <a:gd name="T22" fmla="*/ 145 w 10"/>
                <a:gd name="T23" fmla="*/ 142 h 11"/>
                <a:gd name="T24" fmla="*/ 145 w 10"/>
                <a:gd name="T25" fmla="*/ 142 h 11"/>
                <a:gd name="T26" fmla="*/ 113 w 10"/>
                <a:gd name="T27" fmla="*/ 185 h 11"/>
                <a:gd name="T28" fmla="*/ 145 w 10"/>
                <a:gd name="T29" fmla="*/ 142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" h="11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9"/>
                    <a:pt x="2" y="10"/>
                  </a:cubicBezTo>
                  <a:cubicBezTo>
                    <a:pt x="3" y="11"/>
                    <a:pt x="5" y="11"/>
                    <a:pt x="6" y="11"/>
                  </a:cubicBezTo>
                  <a:cubicBezTo>
                    <a:pt x="8" y="10"/>
                    <a:pt x="10" y="8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lose/>
                  <a:moveTo>
                    <a:pt x="9" y="7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8" y="9"/>
                    <a:pt x="7" y="9"/>
                  </a:cubicBezTo>
                  <a:cubicBezTo>
                    <a:pt x="8" y="9"/>
                    <a:pt x="8" y="8"/>
                    <a:pt x="9" y="7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4" name="Freeform 973">
              <a:extLst>
                <a:ext uri="{FF2B5EF4-FFF2-40B4-BE49-F238E27FC236}">
                  <a16:creationId xmlns:a16="http://schemas.microsoft.com/office/drawing/2014/main" id="{72184482-F1D8-49B4-B8F6-A7CEDA074D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0" y="2861"/>
              <a:ext cx="22" cy="27"/>
            </a:xfrm>
            <a:custGeom>
              <a:avLst/>
              <a:gdLst>
                <a:gd name="T0" fmla="*/ 59 w 9"/>
                <a:gd name="T1" fmla="*/ 22 h 10"/>
                <a:gd name="T2" fmla="*/ 0 w 9"/>
                <a:gd name="T3" fmla="*/ 103 h 10"/>
                <a:gd name="T4" fmla="*/ 12 w 9"/>
                <a:gd name="T5" fmla="*/ 159 h 10"/>
                <a:gd name="T6" fmla="*/ 42 w 9"/>
                <a:gd name="T7" fmla="*/ 197 h 10"/>
                <a:gd name="T8" fmla="*/ 90 w 9"/>
                <a:gd name="T9" fmla="*/ 197 h 10"/>
                <a:gd name="T10" fmla="*/ 132 w 9"/>
                <a:gd name="T11" fmla="*/ 116 h 10"/>
                <a:gd name="T12" fmla="*/ 132 w 9"/>
                <a:gd name="T13" fmla="*/ 116 h 10"/>
                <a:gd name="T14" fmla="*/ 132 w 9"/>
                <a:gd name="T15" fmla="*/ 103 h 10"/>
                <a:gd name="T16" fmla="*/ 132 w 9"/>
                <a:gd name="T17" fmla="*/ 103 h 10"/>
                <a:gd name="T18" fmla="*/ 132 w 9"/>
                <a:gd name="T19" fmla="*/ 59 h 10"/>
                <a:gd name="T20" fmla="*/ 59 w 9"/>
                <a:gd name="T21" fmla="*/ 22 h 10"/>
                <a:gd name="T22" fmla="*/ 71 w 9"/>
                <a:gd name="T23" fmla="*/ 38 h 10"/>
                <a:gd name="T24" fmla="*/ 71 w 9"/>
                <a:gd name="T25" fmla="*/ 38 h 10"/>
                <a:gd name="T26" fmla="*/ 120 w 9"/>
                <a:gd name="T27" fmla="*/ 59 h 10"/>
                <a:gd name="T28" fmla="*/ 71 w 9"/>
                <a:gd name="T29" fmla="*/ 38 h 10"/>
                <a:gd name="T30" fmla="*/ 120 w 9"/>
                <a:gd name="T31" fmla="*/ 59 h 10"/>
                <a:gd name="T32" fmla="*/ 120 w 9"/>
                <a:gd name="T33" fmla="*/ 81 h 10"/>
                <a:gd name="T34" fmla="*/ 132 w 9"/>
                <a:gd name="T35" fmla="*/ 81 h 10"/>
                <a:gd name="T36" fmla="*/ 120 w 9"/>
                <a:gd name="T37" fmla="*/ 59 h 10"/>
                <a:gd name="T38" fmla="*/ 120 w 9"/>
                <a:gd name="T39" fmla="*/ 116 h 10"/>
                <a:gd name="T40" fmla="*/ 120 w 9"/>
                <a:gd name="T41" fmla="*/ 138 h 10"/>
                <a:gd name="T42" fmla="*/ 103 w 9"/>
                <a:gd name="T43" fmla="*/ 159 h 10"/>
                <a:gd name="T44" fmla="*/ 120 w 9"/>
                <a:gd name="T45" fmla="*/ 116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" h="10">
                  <a:moveTo>
                    <a:pt x="4" y="1"/>
                  </a:moveTo>
                  <a:cubicBezTo>
                    <a:pt x="3" y="1"/>
                    <a:pt x="1" y="2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0"/>
                    <a:pt x="9" y="8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7" y="3"/>
                    <a:pt x="6" y="2"/>
                    <a:pt x="5" y="2"/>
                  </a:cubicBezTo>
                  <a:close/>
                  <a:moveTo>
                    <a:pt x="8" y="3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8" y="4"/>
                    <a:pt x="8" y="4"/>
                    <a:pt x="8" y="3"/>
                  </a:cubicBezTo>
                  <a:close/>
                  <a:moveTo>
                    <a:pt x="8" y="6"/>
                  </a:moveTo>
                  <a:cubicBezTo>
                    <a:pt x="8" y="6"/>
                    <a:pt x="8" y="7"/>
                    <a:pt x="8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7"/>
                    <a:pt x="8" y="6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5" name="Freeform 974">
              <a:extLst>
                <a:ext uri="{FF2B5EF4-FFF2-40B4-BE49-F238E27FC236}">
                  <a16:creationId xmlns:a16="http://schemas.microsoft.com/office/drawing/2014/main" id="{277062A0-A735-4823-8CF6-A84DFB890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757"/>
              <a:ext cx="7" cy="14"/>
            </a:xfrm>
            <a:custGeom>
              <a:avLst/>
              <a:gdLst>
                <a:gd name="T0" fmla="*/ 37 w 3"/>
                <a:gd name="T1" fmla="*/ 109 h 5"/>
                <a:gd name="T2" fmla="*/ 0 w 3"/>
                <a:gd name="T3" fmla="*/ 0 h 5"/>
                <a:gd name="T4" fmla="*/ 37 w 3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4"/>
                    <a:pt x="0" y="2"/>
                    <a:pt x="0" y="0"/>
                  </a:cubicBezTo>
                  <a:cubicBezTo>
                    <a:pt x="0" y="1"/>
                    <a:pt x="0" y="3"/>
                    <a:pt x="3" y="5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6" name="Freeform 975">
              <a:extLst>
                <a:ext uri="{FF2B5EF4-FFF2-40B4-BE49-F238E27FC236}">
                  <a16:creationId xmlns:a16="http://schemas.microsoft.com/office/drawing/2014/main" id="{413DD5C4-D3C5-4882-8C13-76EC6F81B6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5" y="2792"/>
              <a:ext cx="25" cy="29"/>
            </a:xfrm>
            <a:custGeom>
              <a:avLst/>
              <a:gdLst>
                <a:gd name="T0" fmla="*/ 63 w 10"/>
                <a:gd name="T1" fmla="*/ 21 h 11"/>
                <a:gd name="T2" fmla="*/ 50 w 10"/>
                <a:gd name="T3" fmla="*/ 34 h 11"/>
                <a:gd name="T4" fmla="*/ 20 w 10"/>
                <a:gd name="T5" fmla="*/ 124 h 11"/>
                <a:gd name="T6" fmla="*/ 95 w 10"/>
                <a:gd name="T7" fmla="*/ 182 h 11"/>
                <a:gd name="T8" fmla="*/ 113 w 10"/>
                <a:gd name="T9" fmla="*/ 166 h 11"/>
                <a:gd name="T10" fmla="*/ 113 w 10"/>
                <a:gd name="T11" fmla="*/ 166 h 11"/>
                <a:gd name="T12" fmla="*/ 158 w 10"/>
                <a:gd name="T13" fmla="*/ 90 h 11"/>
                <a:gd name="T14" fmla="*/ 158 w 10"/>
                <a:gd name="T15" fmla="*/ 76 h 11"/>
                <a:gd name="T16" fmla="*/ 63 w 10"/>
                <a:gd name="T17" fmla="*/ 21 h 11"/>
                <a:gd name="T18" fmla="*/ 33 w 10"/>
                <a:gd name="T19" fmla="*/ 111 h 11"/>
                <a:gd name="T20" fmla="*/ 83 w 10"/>
                <a:gd name="T21" fmla="*/ 166 h 11"/>
                <a:gd name="T22" fmla="*/ 33 w 10"/>
                <a:gd name="T23" fmla="*/ 111 h 11"/>
                <a:gd name="T24" fmla="*/ 125 w 10"/>
                <a:gd name="T25" fmla="*/ 124 h 11"/>
                <a:gd name="T26" fmla="*/ 125 w 10"/>
                <a:gd name="T27" fmla="*/ 145 h 11"/>
                <a:gd name="T28" fmla="*/ 113 w 10"/>
                <a:gd name="T29" fmla="*/ 145 h 11"/>
                <a:gd name="T30" fmla="*/ 125 w 10"/>
                <a:gd name="T31" fmla="*/ 124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" h="11">
                  <a:moveTo>
                    <a:pt x="4" y="1"/>
                  </a:moveTo>
                  <a:cubicBezTo>
                    <a:pt x="4" y="1"/>
                    <a:pt x="3" y="1"/>
                    <a:pt x="3" y="2"/>
                  </a:cubicBezTo>
                  <a:cubicBezTo>
                    <a:pt x="1" y="3"/>
                    <a:pt x="0" y="5"/>
                    <a:pt x="1" y="7"/>
                  </a:cubicBezTo>
                  <a:cubicBezTo>
                    <a:pt x="2" y="9"/>
                    <a:pt x="4" y="11"/>
                    <a:pt x="6" y="10"/>
                  </a:cubicBezTo>
                  <a:cubicBezTo>
                    <a:pt x="6" y="10"/>
                    <a:pt x="6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8"/>
                    <a:pt x="10" y="7"/>
                    <a:pt x="10" y="5"/>
                  </a:cubicBezTo>
                  <a:cubicBezTo>
                    <a:pt x="10" y="5"/>
                    <a:pt x="10" y="4"/>
                    <a:pt x="10" y="4"/>
                  </a:cubicBezTo>
                  <a:cubicBezTo>
                    <a:pt x="9" y="2"/>
                    <a:pt x="7" y="0"/>
                    <a:pt x="4" y="1"/>
                  </a:cubicBezTo>
                  <a:close/>
                  <a:moveTo>
                    <a:pt x="2" y="6"/>
                  </a:moveTo>
                  <a:cubicBezTo>
                    <a:pt x="3" y="8"/>
                    <a:pt x="4" y="8"/>
                    <a:pt x="5" y="9"/>
                  </a:cubicBezTo>
                  <a:cubicBezTo>
                    <a:pt x="4" y="9"/>
                    <a:pt x="3" y="8"/>
                    <a:pt x="2" y="6"/>
                  </a:cubicBezTo>
                  <a:close/>
                  <a:moveTo>
                    <a:pt x="8" y="7"/>
                  </a:moveTo>
                  <a:cubicBezTo>
                    <a:pt x="8" y="7"/>
                    <a:pt x="8" y="8"/>
                    <a:pt x="8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7" y="8"/>
                    <a:pt x="8" y="7"/>
                    <a:pt x="8" y="7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7" name="Freeform 976">
              <a:extLst>
                <a:ext uri="{FF2B5EF4-FFF2-40B4-BE49-F238E27FC236}">
                  <a16:creationId xmlns:a16="http://schemas.microsoft.com/office/drawing/2014/main" id="{6FAA6889-9316-4DCB-AE1C-575CD43A4A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" y="2909"/>
              <a:ext cx="25" cy="30"/>
            </a:xfrm>
            <a:custGeom>
              <a:avLst/>
              <a:gdLst>
                <a:gd name="T0" fmla="*/ 83 w 10"/>
                <a:gd name="T1" fmla="*/ 0 h 11"/>
                <a:gd name="T2" fmla="*/ 63 w 10"/>
                <a:gd name="T3" fmla="*/ 22 h 11"/>
                <a:gd name="T4" fmla="*/ 63 w 10"/>
                <a:gd name="T5" fmla="*/ 22 h 11"/>
                <a:gd name="T6" fmla="*/ 20 w 10"/>
                <a:gd name="T7" fmla="*/ 60 h 11"/>
                <a:gd name="T8" fmla="*/ 20 w 10"/>
                <a:gd name="T9" fmla="*/ 60 h 11"/>
                <a:gd name="T10" fmla="*/ 0 w 10"/>
                <a:gd name="T11" fmla="*/ 104 h 11"/>
                <a:gd name="T12" fmla="*/ 20 w 10"/>
                <a:gd name="T13" fmla="*/ 164 h 11"/>
                <a:gd name="T14" fmla="*/ 20 w 10"/>
                <a:gd name="T15" fmla="*/ 164 h 11"/>
                <a:gd name="T16" fmla="*/ 63 w 10"/>
                <a:gd name="T17" fmla="*/ 202 h 11"/>
                <a:gd name="T18" fmla="*/ 145 w 10"/>
                <a:gd name="T19" fmla="*/ 185 h 11"/>
                <a:gd name="T20" fmla="*/ 145 w 10"/>
                <a:gd name="T21" fmla="*/ 60 h 11"/>
                <a:gd name="T22" fmla="*/ 113 w 10"/>
                <a:gd name="T23" fmla="*/ 0 h 11"/>
                <a:gd name="T24" fmla="*/ 83 w 10"/>
                <a:gd name="T25" fmla="*/ 0 h 11"/>
                <a:gd name="T26" fmla="*/ 125 w 10"/>
                <a:gd name="T27" fmla="*/ 142 h 11"/>
                <a:gd name="T28" fmla="*/ 113 w 10"/>
                <a:gd name="T29" fmla="*/ 164 h 11"/>
                <a:gd name="T30" fmla="*/ 63 w 10"/>
                <a:gd name="T31" fmla="*/ 164 h 11"/>
                <a:gd name="T32" fmla="*/ 125 w 10"/>
                <a:gd name="T33" fmla="*/ 142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5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9"/>
                    <a:pt x="3" y="10"/>
                    <a:pt x="4" y="10"/>
                  </a:cubicBezTo>
                  <a:cubicBezTo>
                    <a:pt x="5" y="11"/>
                    <a:pt x="8" y="10"/>
                    <a:pt x="9" y="9"/>
                  </a:cubicBezTo>
                  <a:cubicBezTo>
                    <a:pt x="10" y="7"/>
                    <a:pt x="10" y="5"/>
                    <a:pt x="9" y="3"/>
                  </a:cubicBezTo>
                  <a:cubicBezTo>
                    <a:pt x="9" y="2"/>
                    <a:pt x="8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lose/>
                  <a:moveTo>
                    <a:pt x="8" y="7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6" y="9"/>
                    <a:pt x="5" y="9"/>
                    <a:pt x="4" y="8"/>
                  </a:cubicBezTo>
                  <a:cubicBezTo>
                    <a:pt x="6" y="8"/>
                    <a:pt x="7" y="8"/>
                    <a:pt x="8" y="7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8" name="Freeform 977">
              <a:extLst>
                <a:ext uri="{FF2B5EF4-FFF2-40B4-BE49-F238E27FC236}">
                  <a16:creationId xmlns:a16="http://schemas.microsoft.com/office/drawing/2014/main" id="{6BD01DA6-56A7-4BA8-B879-7152EED93C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7" y="2963"/>
              <a:ext cx="25" cy="26"/>
            </a:xfrm>
            <a:custGeom>
              <a:avLst/>
              <a:gdLst>
                <a:gd name="T0" fmla="*/ 83 w 10"/>
                <a:gd name="T1" fmla="*/ 21 h 10"/>
                <a:gd name="T2" fmla="*/ 20 w 10"/>
                <a:gd name="T3" fmla="*/ 122 h 10"/>
                <a:gd name="T4" fmla="*/ 83 w 10"/>
                <a:gd name="T5" fmla="*/ 177 h 10"/>
                <a:gd name="T6" fmla="*/ 145 w 10"/>
                <a:gd name="T7" fmla="*/ 109 h 10"/>
                <a:gd name="T8" fmla="*/ 145 w 10"/>
                <a:gd name="T9" fmla="*/ 109 h 10"/>
                <a:gd name="T10" fmla="*/ 158 w 10"/>
                <a:gd name="T11" fmla="*/ 68 h 10"/>
                <a:gd name="T12" fmla="*/ 158 w 10"/>
                <a:gd name="T13" fmla="*/ 55 h 10"/>
                <a:gd name="T14" fmla="*/ 83 w 10"/>
                <a:gd name="T15" fmla="*/ 21 h 10"/>
                <a:gd name="T16" fmla="*/ 145 w 10"/>
                <a:gd name="T17" fmla="*/ 109 h 10"/>
                <a:gd name="T18" fmla="*/ 145 w 10"/>
                <a:gd name="T19" fmla="*/ 109 h 10"/>
                <a:gd name="T20" fmla="*/ 113 w 10"/>
                <a:gd name="T21" fmla="*/ 143 h 10"/>
                <a:gd name="T22" fmla="*/ 145 w 10"/>
                <a:gd name="T23" fmla="*/ 109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10">
                  <a:moveTo>
                    <a:pt x="5" y="1"/>
                  </a:moveTo>
                  <a:cubicBezTo>
                    <a:pt x="2" y="1"/>
                    <a:pt x="0" y="4"/>
                    <a:pt x="1" y="7"/>
                  </a:cubicBezTo>
                  <a:cubicBezTo>
                    <a:pt x="1" y="9"/>
                    <a:pt x="3" y="10"/>
                    <a:pt x="5" y="10"/>
                  </a:cubicBezTo>
                  <a:cubicBezTo>
                    <a:pt x="7" y="10"/>
                    <a:pt x="9" y="8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4"/>
                    <a:pt x="10" y="4"/>
                    <a:pt x="10" y="3"/>
                  </a:cubicBezTo>
                  <a:cubicBezTo>
                    <a:pt x="9" y="1"/>
                    <a:pt x="7" y="0"/>
                    <a:pt x="5" y="1"/>
                  </a:cubicBezTo>
                  <a:close/>
                  <a:moveTo>
                    <a:pt x="9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8" y="8"/>
                    <a:pt x="7" y="8"/>
                  </a:cubicBezTo>
                  <a:cubicBezTo>
                    <a:pt x="8" y="8"/>
                    <a:pt x="8" y="7"/>
                    <a:pt x="9" y="6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9" name="Freeform 978">
              <a:extLst>
                <a:ext uri="{FF2B5EF4-FFF2-40B4-BE49-F238E27FC236}">
                  <a16:creationId xmlns:a16="http://schemas.microsoft.com/office/drawing/2014/main" id="{C8C9D20C-6D45-4FC1-A05D-8A36F327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92"/>
              <a:ext cx="20" cy="24"/>
            </a:xfrm>
            <a:custGeom>
              <a:avLst/>
              <a:gdLst>
                <a:gd name="T0" fmla="*/ 0 w 8"/>
                <a:gd name="T1" fmla="*/ 77 h 9"/>
                <a:gd name="T2" fmla="*/ 0 w 8"/>
                <a:gd name="T3" fmla="*/ 93 h 9"/>
                <a:gd name="T4" fmla="*/ 63 w 8"/>
                <a:gd name="T5" fmla="*/ 171 h 9"/>
                <a:gd name="T6" fmla="*/ 125 w 8"/>
                <a:gd name="T7" fmla="*/ 93 h 9"/>
                <a:gd name="T8" fmla="*/ 125 w 8"/>
                <a:gd name="T9" fmla="*/ 77 h 9"/>
                <a:gd name="T10" fmla="*/ 63 w 8"/>
                <a:gd name="T11" fmla="*/ 0 h 9"/>
                <a:gd name="T12" fmla="*/ 0 w 8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6" y="9"/>
                    <a:pt x="8" y="7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0" name="Freeform 979">
              <a:extLst>
                <a:ext uri="{FF2B5EF4-FFF2-40B4-BE49-F238E27FC236}">
                  <a16:creationId xmlns:a16="http://schemas.microsoft.com/office/drawing/2014/main" id="{DC88A0E1-920B-45DE-8FD6-8D66277EC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053"/>
              <a:ext cx="25" cy="27"/>
            </a:xfrm>
            <a:custGeom>
              <a:avLst/>
              <a:gdLst>
                <a:gd name="T0" fmla="*/ 33 w 10"/>
                <a:gd name="T1" fmla="*/ 22 h 10"/>
                <a:gd name="T2" fmla="*/ 0 w 10"/>
                <a:gd name="T3" fmla="*/ 116 h 10"/>
                <a:gd name="T4" fmla="*/ 63 w 10"/>
                <a:gd name="T5" fmla="*/ 197 h 10"/>
                <a:gd name="T6" fmla="*/ 113 w 10"/>
                <a:gd name="T7" fmla="*/ 138 h 10"/>
                <a:gd name="T8" fmla="*/ 158 w 10"/>
                <a:gd name="T9" fmla="*/ 103 h 10"/>
                <a:gd name="T10" fmla="*/ 158 w 10"/>
                <a:gd name="T11" fmla="*/ 81 h 10"/>
                <a:gd name="T12" fmla="*/ 113 w 10"/>
                <a:gd name="T13" fmla="*/ 0 h 10"/>
                <a:gd name="T14" fmla="*/ 33 w 10"/>
                <a:gd name="T15" fmla="*/ 22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0">
                  <a:moveTo>
                    <a:pt x="2" y="1"/>
                  </a:moveTo>
                  <a:cubicBezTo>
                    <a:pt x="1" y="2"/>
                    <a:pt x="0" y="3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5" y="10"/>
                    <a:pt x="6" y="9"/>
                    <a:pt x="7" y="7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2"/>
                    <a:pt x="9" y="1"/>
                    <a:pt x="7" y="0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1" name="Freeform 980">
              <a:extLst>
                <a:ext uri="{FF2B5EF4-FFF2-40B4-BE49-F238E27FC236}">
                  <a16:creationId xmlns:a16="http://schemas.microsoft.com/office/drawing/2014/main" id="{E9722E3F-5F1C-40D4-8450-B89DB821E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992"/>
              <a:ext cx="25" cy="29"/>
            </a:xfrm>
            <a:custGeom>
              <a:avLst/>
              <a:gdLst>
                <a:gd name="T0" fmla="*/ 33 w 10"/>
                <a:gd name="T1" fmla="*/ 34 h 11"/>
                <a:gd name="T2" fmla="*/ 33 w 10"/>
                <a:gd name="T3" fmla="*/ 76 h 11"/>
                <a:gd name="T4" fmla="*/ 0 w 10"/>
                <a:gd name="T5" fmla="*/ 111 h 11"/>
                <a:gd name="T6" fmla="*/ 20 w 10"/>
                <a:gd name="T7" fmla="*/ 145 h 11"/>
                <a:gd name="T8" fmla="*/ 33 w 10"/>
                <a:gd name="T9" fmla="*/ 166 h 11"/>
                <a:gd name="T10" fmla="*/ 83 w 10"/>
                <a:gd name="T11" fmla="*/ 200 h 11"/>
                <a:gd name="T12" fmla="*/ 83 w 10"/>
                <a:gd name="T13" fmla="*/ 200 h 11"/>
                <a:gd name="T14" fmla="*/ 95 w 10"/>
                <a:gd name="T15" fmla="*/ 200 h 11"/>
                <a:gd name="T16" fmla="*/ 95 w 10"/>
                <a:gd name="T17" fmla="*/ 200 h 11"/>
                <a:gd name="T18" fmla="*/ 125 w 10"/>
                <a:gd name="T19" fmla="*/ 182 h 11"/>
                <a:gd name="T20" fmla="*/ 158 w 10"/>
                <a:gd name="T21" fmla="*/ 145 h 11"/>
                <a:gd name="T22" fmla="*/ 158 w 10"/>
                <a:gd name="T23" fmla="*/ 90 h 11"/>
                <a:gd name="T24" fmla="*/ 158 w 10"/>
                <a:gd name="T25" fmla="*/ 90 h 11"/>
                <a:gd name="T26" fmla="*/ 145 w 10"/>
                <a:gd name="T27" fmla="*/ 34 h 11"/>
                <a:gd name="T28" fmla="*/ 125 w 10"/>
                <a:gd name="T29" fmla="*/ 21 h 11"/>
                <a:gd name="T30" fmla="*/ 113 w 10"/>
                <a:gd name="T31" fmla="*/ 21 h 11"/>
                <a:gd name="T32" fmla="*/ 33 w 10"/>
                <a:gd name="T33" fmla="*/ 34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11">
                  <a:moveTo>
                    <a:pt x="2" y="2"/>
                  </a:moveTo>
                  <a:cubicBezTo>
                    <a:pt x="2" y="2"/>
                    <a:pt x="2" y="3"/>
                    <a:pt x="2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3" y="9"/>
                    <a:pt x="3" y="10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1"/>
                    <a:pt x="8" y="11"/>
                    <a:pt x="8" y="10"/>
                  </a:cubicBezTo>
                  <a:cubicBezTo>
                    <a:pt x="9" y="10"/>
                    <a:pt x="10" y="9"/>
                    <a:pt x="10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2"/>
                    <a:pt x="9" y="2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6" y="0"/>
                    <a:pt x="3" y="0"/>
                    <a:pt x="2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2" name="Freeform 981">
              <a:extLst>
                <a:ext uri="{FF2B5EF4-FFF2-40B4-BE49-F238E27FC236}">
                  <a16:creationId xmlns:a16="http://schemas.microsoft.com/office/drawing/2014/main" id="{E53A7769-563F-4133-94B9-23FA32A736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2" y="3024"/>
              <a:ext cx="23" cy="21"/>
            </a:xfrm>
            <a:custGeom>
              <a:avLst/>
              <a:gdLst>
                <a:gd name="T0" fmla="*/ 33 w 9"/>
                <a:gd name="T1" fmla="*/ 34 h 8"/>
                <a:gd name="T2" fmla="*/ 33 w 9"/>
                <a:gd name="T3" fmla="*/ 123 h 8"/>
                <a:gd name="T4" fmla="*/ 84 w 9"/>
                <a:gd name="T5" fmla="*/ 144 h 8"/>
                <a:gd name="T6" fmla="*/ 51 w 9"/>
                <a:gd name="T7" fmla="*/ 110 h 8"/>
                <a:gd name="T8" fmla="*/ 51 w 9"/>
                <a:gd name="T9" fmla="*/ 89 h 8"/>
                <a:gd name="T10" fmla="*/ 97 w 9"/>
                <a:gd name="T11" fmla="*/ 0 h 8"/>
                <a:gd name="T12" fmla="*/ 33 w 9"/>
                <a:gd name="T13" fmla="*/ 34 h 8"/>
                <a:gd name="T14" fmla="*/ 84 w 9"/>
                <a:gd name="T15" fmla="*/ 144 h 8"/>
                <a:gd name="T16" fmla="*/ 118 w 9"/>
                <a:gd name="T17" fmla="*/ 144 h 8"/>
                <a:gd name="T18" fmla="*/ 151 w 9"/>
                <a:gd name="T19" fmla="*/ 123 h 8"/>
                <a:gd name="T20" fmla="*/ 84 w 9"/>
                <a:gd name="T21" fmla="*/ 144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4"/>
                    <a:pt x="1" y="5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5" y="7"/>
                    <a:pt x="4" y="7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3"/>
                    <a:pt x="4" y="1"/>
                    <a:pt x="6" y="0"/>
                  </a:cubicBezTo>
                  <a:lnTo>
                    <a:pt x="2" y="2"/>
                  </a:lnTo>
                  <a:close/>
                  <a:moveTo>
                    <a:pt x="5" y="8"/>
                  </a:moveTo>
                  <a:cubicBezTo>
                    <a:pt x="6" y="8"/>
                    <a:pt x="6" y="8"/>
                    <a:pt x="7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7" y="8"/>
                    <a:pt x="5" y="8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3" name="Freeform 982">
              <a:extLst>
                <a:ext uri="{FF2B5EF4-FFF2-40B4-BE49-F238E27FC236}">
                  <a16:creationId xmlns:a16="http://schemas.microsoft.com/office/drawing/2014/main" id="{42CEF976-DADA-4A18-AF35-06A74304A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997"/>
              <a:ext cx="28" cy="35"/>
            </a:xfrm>
            <a:custGeom>
              <a:avLst/>
              <a:gdLst>
                <a:gd name="T0" fmla="*/ 84 w 11"/>
                <a:gd name="T1" fmla="*/ 0 h 13"/>
                <a:gd name="T2" fmla="*/ 33 w 11"/>
                <a:gd name="T3" fmla="*/ 35 h 13"/>
                <a:gd name="T4" fmla="*/ 20 w 11"/>
                <a:gd name="T5" fmla="*/ 94 h 13"/>
                <a:gd name="T6" fmla="*/ 20 w 11"/>
                <a:gd name="T7" fmla="*/ 137 h 13"/>
                <a:gd name="T8" fmla="*/ 51 w 11"/>
                <a:gd name="T9" fmla="*/ 232 h 13"/>
                <a:gd name="T10" fmla="*/ 130 w 11"/>
                <a:gd name="T11" fmla="*/ 197 h 13"/>
                <a:gd name="T12" fmla="*/ 150 w 11"/>
                <a:gd name="T13" fmla="*/ 159 h 13"/>
                <a:gd name="T14" fmla="*/ 150 w 11"/>
                <a:gd name="T15" fmla="*/ 116 h 13"/>
                <a:gd name="T16" fmla="*/ 181 w 11"/>
                <a:gd name="T17" fmla="*/ 94 h 13"/>
                <a:gd name="T18" fmla="*/ 163 w 11"/>
                <a:gd name="T19" fmla="*/ 81 h 13"/>
                <a:gd name="T20" fmla="*/ 130 w 11"/>
                <a:gd name="T21" fmla="*/ 0 h 13"/>
                <a:gd name="T22" fmla="*/ 84 w 11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9"/>
                    <a:pt x="1" y="11"/>
                    <a:pt x="3" y="12"/>
                  </a:cubicBezTo>
                  <a:cubicBezTo>
                    <a:pt x="5" y="13"/>
                    <a:pt x="8" y="12"/>
                    <a:pt x="8" y="10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7"/>
                    <a:pt x="9" y="6"/>
                  </a:cubicBezTo>
                  <a:cubicBezTo>
                    <a:pt x="10" y="6"/>
                    <a:pt x="11" y="5"/>
                    <a:pt x="11" y="5"/>
                  </a:cubicBezTo>
                  <a:cubicBezTo>
                    <a:pt x="11" y="5"/>
                    <a:pt x="11" y="4"/>
                    <a:pt x="10" y="4"/>
                  </a:cubicBezTo>
                  <a:cubicBezTo>
                    <a:pt x="10" y="3"/>
                    <a:pt x="10" y="1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4" name="Freeform 983">
              <a:extLst>
                <a:ext uri="{FF2B5EF4-FFF2-40B4-BE49-F238E27FC236}">
                  <a16:creationId xmlns:a16="http://schemas.microsoft.com/office/drawing/2014/main" id="{3E40FF1D-A279-473D-999D-104CA5CD3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845"/>
              <a:ext cx="45" cy="56"/>
            </a:xfrm>
            <a:custGeom>
              <a:avLst/>
              <a:gdLst>
                <a:gd name="T0" fmla="*/ 220 w 18"/>
                <a:gd name="T1" fmla="*/ 0 h 21"/>
                <a:gd name="T2" fmla="*/ 0 w 18"/>
                <a:gd name="T3" fmla="*/ 341 h 21"/>
                <a:gd name="T4" fmla="*/ 33 w 18"/>
                <a:gd name="T5" fmla="*/ 397 h 21"/>
                <a:gd name="T6" fmla="*/ 270 w 18"/>
                <a:gd name="T7" fmla="*/ 0 h 21"/>
                <a:gd name="T8" fmla="*/ 220 w 18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cubicBezTo>
                    <a:pt x="14" y="8"/>
                    <a:pt x="10" y="13"/>
                    <a:pt x="0" y="18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3" y="16"/>
                    <a:pt x="18" y="10"/>
                    <a:pt x="17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5" name="Freeform 984">
              <a:extLst>
                <a:ext uri="{FF2B5EF4-FFF2-40B4-BE49-F238E27FC236}">
                  <a16:creationId xmlns:a16="http://schemas.microsoft.com/office/drawing/2014/main" id="{E888593D-50B1-4508-8452-A20093758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928"/>
              <a:ext cx="20" cy="37"/>
            </a:xfrm>
            <a:custGeom>
              <a:avLst/>
              <a:gdLst>
                <a:gd name="T0" fmla="*/ 33 w 8"/>
                <a:gd name="T1" fmla="*/ 34 h 14"/>
                <a:gd name="T2" fmla="*/ 0 w 8"/>
                <a:gd name="T3" fmla="*/ 204 h 14"/>
                <a:gd name="T4" fmla="*/ 50 w 8"/>
                <a:gd name="T5" fmla="*/ 259 h 14"/>
                <a:gd name="T6" fmla="*/ 83 w 8"/>
                <a:gd name="T7" fmla="*/ 0 h 14"/>
                <a:gd name="T8" fmla="*/ 33 w 8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2" y="2"/>
                  </a:moveTo>
                  <a:cubicBezTo>
                    <a:pt x="3" y="5"/>
                    <a:pt x="3" y="8"/>
                    <a:pt x="0" y="11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7" y="11"/>
                    <a:pt x="8" y="5"/>
                    <a:pt x="5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6" name="Freeform 985">
              <a:extLst>
                <a:ext uri="{FF2B5EF4-FFF2-40B4-BE49-F238E27FC236}">
                  <a16:creationId xmlns:a16="http://schemas.microsoft.com/office/drawing/2014/main" id="{2DC1C628-E5F7-48DF-8C33-F131ABE6A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021"/>
              <a:ext cx="50" cy="48"/>
            </a:xfrm>
            <a:custGeom>
              <a:avLst/>
              <a:gdLst>
                <a:gd name="T0" fmla="*/ 238 w 20"/>
                <a:gd name="T1" fmla="*/ 56 h 18"/>
                <a:gd name="T2" fmla="*/ 20 w 20"/>
                <a:gd name="T3" fmla="*/ 205 h 18"/>
                <a:gd name="T4" fmla="*/ 0 w 20"/>
                <a:gd name="T5" fmla="*/ 285 h 18"/>
                <a:gd name="T6" fmla="*/ 283 w 20"/>
                <a:gd name="T7" fmla="*/ 93 h 18"/>
                <a:gd name="T8" fmla="*/ 313 w 20"/>
                <a:gd name="T9" fmla="*/ 35 h 18"/>
                <a:gd name="T10" fmla="*/ 270 w 20"/>
                <a:gd name="T11" fmla="*/ 0 h 18"/>
                <a:gd name="T12" fmla="*/ 238 w 20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8">
                  <a:moveTo>
                    <a:pt x="15" y="3"/>
                  </a:moveTo>
                  <a:cubicBezTo>
                    <a:pt x="11" y="10"/>
                    <a:pt x="8" y="14"/>
                    <a:pt x="1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" y="18"/>
                    <a:pt x="15" y="11"/>
                    <a:pt x="18" y="5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15" y="3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7" name="Freeform 986">
              <a:extLst>
                <a:ext uri="{FF2B5EF4-FFF2-40B4-BE49-F238E27FC236}">
                  <a16:creationId xmlns:a16="http://schemas.microsoft.com/office/drawing/2014/main" id="{BEF6BB3A-BC67-4B70-81FE-AB08DC4C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3083"/>
              <a:ext cx="30" cy="29"/>
            </a:xfrm>
            <a:custGeom>
              <a:avLst/>
              <a:gdLst>
                <a:gd name="T0" fmla="*/ 0 w 12"/>
                <a:gd name="T1" fmla="*/ 124 h 11"/>
                <a:gd name="T2" fmla="*/ 20 w 12"/>
                <a:gd name="T3" fmla="*/ 200 h 11"/>
                <a:gd name="T4" fmla="*/ 188 w 12"/>
                <a:gd name="T5" fmla="*/ 21 h 11"/>
                <a:gd name="T6" fmla="*/ 125 w 12"/>
                <a:gd name="T7" fmla="*/ 0 h 11"/>
                <a:gd name="T8" fmla="*/ 0 w 12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7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6" y="11"/>
                    <a:pt x="12" y="6"/>
                    <a:pt x="12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8" name="Freeform 987">
              <a:extLst>
                <a:ext uri="{FF2B5EF4-FFF2-40B4-BE49-F238E27FC236}">
                  <a16:creationId xmlns:a16="http://schemas.microsoft.com/office/drawing/2014/main" id="{0CFED0EE-DAE2-46C5-9671-EDB7772F4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992"/>
              <a:ext cx="30" cy="43"/>
            </a:xfrm>
            <a:custGeom>
              <a:avLst/>
              <a:gdLst>
                <a:gd name="T0" fmla="*/ 113 w 12"/>
                <a:gd name="T1" fmla="*/ 94 h 16"/>
                <a:gd name="T2" fmla="*/ 95 w 12"/>
                <a:gd name="T3" fmla="*/ 175 h 16"/>
                <a:gd name="T4" fmla="*/ 0 w 12"/>
                <a:gd name="T5" fmla="*/ 253 h 16"/>
                <a:gd name="T6" fmla="*/ 33 w 12"/>
                <a:gd name="T7" fmla="*/ 312 h 16"/>
                <a:gd name="T8" fmla="*/ 145 w 12"/>
                <a:gd name="T9" fmla="*/ 218 h 16"/>
                <a:gd name="T10" fmla="*/ 175 w 12"/>
                <a:gd name="T11" fmla="*/ 116 h 16"/>
                <a:gd name="T12" fmla="*/ 188 w 12"/>
                <a:gd name="T13" fmla="*/ 35 h 16"/>
                <a:gd name="T14" fmla="*/ 145 w 12"/>
                <a:gd name="T15" fmla="*/ 0 h 16"/>
                <a:gd name="T16" fmla="*/ 113 w 12"/>
                <a:gd name="T17" fmla="*/ 9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6">
                  <a:moveTo>
                    <a:pt x="7" y="5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4" y="11"/>
                    <a:pt x="2" y="12"/>
                    <a:pt x="0" y="13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4" y="15"/>
                    <a:pt x="7" y="14"/>
                    <a:pt x="9" y="11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0"/>
                    <a:pt x="9" y="0"/>
                    <a:pt x="9" y="0"/>
                  </a:cubicBezTo>
                  <a:lnTo>
                    <a:pt x="7" y="5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9" name="Freeform 988">
              <a:extLst>
                <a:ext uri="{FF2B5EF4-FFF2-40B4-BE49-F238E27FC236}">
                  <a16:creationId xmlns:a16="http://schemas.microsoft.com/office/drawing/2014/main" id="{88368D39-769C-4861-AC43-FB9E926E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891"/>
              <a:ext cx="30" cy="34"/>
            </a:xfrm>
            <a:custGeom>
              <a:avLst/>
              <a:gdLst>
                <a:gd name="T0" fmla="*/ 0 w 12"/>
                <a:gd name="T1" fmla="*/ 165 h 13"/>
                <a:gd name="T2" fmla="*/ 20 w 12"/>
                <a:gd name="T3" fmla="*/ 233 h 13"/>
                <a:gd name="T4" fmla="*/ 188 w 12"/>
                <a:gd name="T5" fmla="*/ 0 h 13"/>
                <a:gd name="T6" fmla="*/ 125 w 12"/>
                <a:gd name="T7" fmla="*/ 0 h 13"/>
                <a:gd name="T8" fmla="*/ 0 w 12"/>
                <a:gd name="T9" fmla="*/ 1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9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6" y="13"/>
                    <a:pt x="12" y="6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0" name="Freeform 989">
              <a:extLst>
                <a:ext uri="{FF2B5EF4-FFF2-40B4-BE49-F238E27FC236}">
                  <a16:creationId xmlns:a16="http://schemas.microsoft.com/office/drawing/2014/main" id="{EECA9BD2-E90D-41D3-8B5C-25FD261A5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805"/>
              <a:ext cx="18" cy="32"/>
            </a:xfrm>
            <a:custGeom>
              <a:avLst/>
              <a:gdLst>
                <a:gd name="T0" fmla="*/ 33 w 7"/>
                <a:gd name="T1" fmla="*/ 21 h 12"/>
                <a:gd name="T2" fmla="*/ 0 w 7"/>
                <a:gd name="T3" fmla="*/ 171 h 12"/>
                <a:gd name="T4" fmla="*/ 21 w 7"/>
                <a:gd name="T5" fmla="*/ 227 h 12"/>
                <a:gd name="T6" fmla="*/ 100 w 7"/>
                <a:gd name="T7" fmla="*/ 0 h 12"/>
                <a:gd name="T8" fmla="*/ 33 w 7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2" y="1"/>
                  </a:moveTo>
                  <a:cubicBezTo>
                    <a:pt x="3" y="4"/>
                    <a:pt x="2" y="8"/>
                    <a:pt x="0" y="9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6" y="10"/>
                    <a:pt x="7" y="4"/>
                    <a:pt x="6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1" name="Freeform 990">
              <a:extLst>
                <a:ext uri="{FF2B5EF4-FFF2-40B4-BE49-F238E27FC236}">
                  <a16:creationId xmlns:a16="http://schemas.microsoft.com/office/drawing/2014/main" id="{8CAB61A1-C28E-4CC0-92A4-8DCD12B66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760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0 w 8"/>
                <a:gd name="T3" fmla="*/ 76 h 8"/>
                <a:gd name="T4" fmla="*/ 0 w 8"/>
                <a:gd name="T5" fmla="*/ 144 h 8"/>
                <a:gd name="T6" fmla="*/ 113 w 8"/>
                <a:gd name="T7" fmla="*/ 0 h 8"/>
                <a:gd name="T8" fmla="*/ 63 w 8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4" y="3"/>
                    <a:pt x="1" y="4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7"/>
                    <a:pt x="8" y="4"/>
                    <a:pt x="7" y="0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2" name="Freeform 991">
              <a:extLst>
                <a:ext uri="{FF2B5EF4-FFF2-40B4-BE49-F238E27FC236}">
                  <a16:creationId xmlns:a16="http://schemas.microsoft.com/office/drawing/2014/main" id="{73D92B33-C6D8-47AF-84DF-712D16E64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40"/>
              <a:ext cx="22" cy="21"/>
            </a:xfrm>
            <a:custGeom>
              <a:avLst/>
              <a:gdLst>
                <a:gd name="T0" fmla="*/ 59 w 9"/>
                <a:gd name="T1" fmla="*/ 0 h 8"/>
                <a:gd name="T2" fmla="*/ 0 w 9"/>
                <a:gd name="T3" fmla="*/ 89 h 8"/>
                <a:gd name="T4" fmla="*/ 29 w 9"/>
                <a:gd name="T5" fmla="*/ 144 h 8"/>
                <a:gd name="T6" fmla="*/ 120 w 9"/>
                <a:gd name="T7" fmla="*/ 0 h 8"/>
                <a:gd name="T8" fmla="*/ 59 w 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5" y="3"/>
                    <a:pt x="2" y="4"/>
                    <a:pt x="0" y="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6" y="7"/>
                    <a:pt x="9" y="3"/>
                    <a:pt x="8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3" name="Freeform 992">
              <a:extLst>
                <a:ext uri="{FF2B5EF4-FFF2-40B4-BE49-F238E27FC236}">
                  <a16:creationId xmlns:a16="http://schemas.microsoft.com/office/drawing/2014/main" id="{4EAD0BE3-5A73-4FFB-944D-8A56E7F3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939"/>
              <a:ext cx="35" cy="29"/>
            </a:xfrm>
            <a:custGeom>
              <a:avLst/>
              <a:gdLst>
                <a:gd name="T0" fmla="*/ 20 w 14"/>
                <a:gd name="T1" fmla="*/ 124 h 11"/>
                <a:gd name="T2" fmla="*/ 0 w 14"/>
                <a:gd name="T3" fmla="*/ 200 h 11"/>
                <a:gd name="T4" fmla="*/ 220 w 14"/>
                <a:gd name="T5" fmla="*/ 21 h 11"/>
                <a:gd name="T6" fmla="*/ 158 w 14"/>
                <a:gd name="T7" fmla="*/ 0 h 11"/>
                <a:gd name="T8" fmla="*/ 20 w 14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1" y="7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12" y="8"/>
                    <a:pt x="14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2"/>
                    <a:pt x="7" y="7"/>
                    <a:pt x="1" y="7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4" name="Freeform 993">
              <a:extLst>
                <a:ext uri="{FF2B5EF4-FFF2-40B4-BE49-F238E27FC236}">
                  <a16:creationId xmlns:a16="http://schemas.microsoft.com/office/drawing/2014/main" id="{048456DF-110F-4E9E-9CBB-7D70F123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3008"/>
              <a:ext cx="35" cy="45"/>
            </a:xfrm>
            <a:custGeom>
              <a:avLst/>
              <a:gdLst>
                <a:gd name="T0" fmla="*/ 158 w 14"/>
                <a:gd name="T1" fmla="*/ 0 h 17"/>
                <a:gd name="T2" fmla="*/ 95 w 14"/>
                <a:gd name="T3" fmla="*/ 183 h 17"/>
                <a:gd name="T4" fmla="*/ 0 w 14"/>
                <a:gd name="T5" fmla="*/ 238 h 17"/>
                <a:gd name="T6" fmla="*/ 0 w 14"/>
                <a:gd name="T7" fmla="*/ 315 h 17"/>
                <a:gd name="T8" fmla="*/ 125 w 14"/>
                <a:gd name="T9" fmla="*/ 238 h 17"/>
                <a:gd name="T10" fmla="*/ 220 w 14"/>
                <a:gd name="T11" fmla="*/ 0 h 17"/>
                <a:gd name="T12" fmla="*/ 158 w 14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0" y="0"/>
                  </a:moveTo>
                  <a:cubicBezTo>
                    <a:pt x="10" y="3"/>
                    <a:pt x="8" y="8"/>
                    <a:pt x="6" y="10"/>
                  </a:cubicBezTo>
                  <a:cubicBezTo>
                    <a:pt x="4" y="12"/>
                    <a:pt x="3" y="13"/>
                    <a:pt x="0" y="1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7"/>
                    <a:pt x="6" y="16"/>
                    <a:pt x="8" y="13"/>
                  </a:cubicBezTo>
                  <a:cubicBezTo>
                    <a:pt x="12" y="10"/>
                    <a:pt x="14" y="4"/>
                    <a:pt x="14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5" name="Freeform 994">
              <a:extLst>
                <a:ext uri="{FF2B5EF4-FFF2-40B4-BE49-F238E27FC236}">
                  <a16:creationId xmlns:a16="http://schemas.microsoft.com/office/drawing/2014/main" id="{EDD23590-A223-44FC-A6D8-DCC95923C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027"/>
              <a:ext cx="23" cy="37"/>
            </a:xfrm>
            <a:custGeom>
              <a:avLst/>
              <a:gdLst>
                <a:gd name="T0" fmla="*/ 51 w 9"/>
                <a:gd name="T1" fmla="*/ 34 h 14"/>
                <a:gd name="T2" fmla="*/ 0 w 9"/>
                <a:gd name="T3" fmla="*/ 204 h 14"/>
                <a:gd name="T4" fmla="*/ 51 w 9"/>
                <a:gd name="T5" fmla="*/ 259 h 14"/>
                <a:gd name="T6" fmla="*/ 118 w 9"/>
                <a:gd name="T7" fmla="*/ 0 h 14"/>
                <a:gd name="T8" fmla="*/ 51 w 9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3" y="2"/>
                  </a:moveTo>
                  <a:cubicBezTo>
                    <a:pt x="5" y="5"/>
                    <a:pt x="4" y="8"/>
                    <a:pt x="0" y="11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7" y="10"/>
                    <a:pt x="9" y="6"/>
                    <a:pt x="7" y="0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6" name="Freeform 995">
              <a:extLst>
                <a:ext uri="{FF2B5EF4-FFF2-40B4-BE49-F238E27FC236}">
                  <a16:creationId xmlns:a16="http://schemas.microsoft.com/office/drawing/2014/main" id="{79F1134A-E7E3-499B-83E1-2F108B5E5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3067"/>
              <a:ext cx="37" cy="37"/>
            </a:xfrm>
            <a:custGeom>
              <a:avLst/>
              <a:gdLst>
                <a:gd name="T0" fmla="*/ 153 w 15"/>
                <a:gd name="T1" fmla="*/ 21 h 14"/>
                <a:gd name="T2" fmla="*/ 12 w 15"/>
                <a:gd name="T3" fmla="*/ 182 h 14"/>
                <a:gd name="T4" fmla="*/ 0 w 15"/>
                <a:gd name="T5" fmla="*/ 182 h 14"/>
                <a:gd name="T6" fmla="*/ 12 w 15"/>
                <a:gd name="T7" fmla="*/ 259 h 14"/>
                <a:gd name="T8" fmla="*/ 42 w 15"/>
                <a:gd name="T9" fmla="*/ 238 h 14"/>
                <a:gd name="T10" fmla="*/ 212 w 15"/>
                <a:gd name="T11" fmla="*/ 0 h 14"/>
                <a:gd name="T12" fmla="*/ 153 w 15"/>
                <a:gd name="T13" fmla="*/ 2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10" y="1"/>
                  </a:moveTo>
                  <a:cubicBezTo>
                    <a:pt x="10" y="6"/>
                    <a:pt x="8" y="8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8" y="11"/>
                    <a:pt x="15" y="9"/>
                    <a:pt x="14" y="0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7" name="Freeform 996">
              <a:extLst>
                <a:ext uri="{FF2B5EF4-FFF2-40B4-BE49-F238E27FC236}">
                  <a16:creationId xmlns:a16="http://schemas.microsoft.com/office/drawing/2014/main" id="{4603FABB-E3DC-4FB6-9A0C-8DF997D53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131"/>
              <a:ext cx="28" cy="26"/>
            </a:xfrm>
            <a:custGeom>
              <a:avLst/>
              <a:gdLst>
                <a:gd name="T0" fmla="*/ 0 w 11"/>
                <a:gd name="T1" fmla="*/ 109 h 10"/>
                <a:gd name="T2" fmla="*/ 0 w 11"/>
                <a:gd name="T3" fmla="*/ 177 h 10"/>
                <a:gd name="T4" fmla="*/ 181 w 11"/>
                <a:gd name="T5" fmla="*/ 21 h 10"/>
                <a:gd name="T6" fmla="*/ 117 w 11"/>
                <a:gd name="T7" fmla="*/ 0 h 10"/>
                <a:gd name="T8" fmla="*/ 0 w 11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0" y="6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5" y="10"/>
                    <a:pt x="11" y="6"/>
                    <a:pt x="1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3"/>
                    <a:pt x="3" y="6"/>
                    <a:pt x="0" y="6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8" name="Freeform 997">
              <a:extLst>
                <a:ext uri="{FF2B5EF4-FFF2-40B4-BE49-F238E27FC236}">
                  <a16:creationId xmlns:a16="http://schemas.microsoft.com/office/drawing/2014/main" id="{5F0703DC-DED8-4447-999C-E07C3B80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3107"/>
              <a:ext cx="25" cy="34"/>
            </a:xfrm>
            <a:custGeom>
              <a:avLst/>
              <a:gdLst>
                <a:gd name="T0" fmla="*/ 0 w 10"/>
                <a:gd name="T1" fmla="*/ 165 h 13"/>
                <a:gd name="T2" fmla="*/ 33 w 10"/>
                <a:gd name="T3" fmla="*/ 233 h 13"/>
                <a:gd name="T4" fmla="*/ 158 w 10"/>
                <a:gd name="T5" fmla="*/ 21 h 13"/>
                <a:gd name="T6" fmla="*/ 95 w 10"/>
                <a:gd name="T7" fmla="*/ 0 h 13"/>
                <a:gd name="T8" fmla="*/ 0 w 10"/>
                <a:gd name="T9" fmla="*/ 1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6" y="10"/>
                    <a:pt x="9" y="5"/>
                    <a:pt x="10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3"/>
                    <a:pt x="3" y="7"/>
                    <a:pt x="0" y="9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9" name="Freeform 998">
              <a:extLst>
                <a:ext uri="{FF2B5EF4-FFF2-40B4-BE49-F238E27FC236}">
                  <a16:creationId xmlns:a16="http://schemas.microsoft.com/office/drawing/2014/main" id="{FDD48546-2106-4ACE-B1C6-701797514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123"/>
              <a:ext cx="20" cy="18"/>
            </a:xfrm>
            <a:custGeom>
              <a:avLst/>
              <a:gdLst>
                <a:gd name="T0" fmla="*/ 0 w 8"/>
                <a:gd name="T1" fmla="*/ 67 h 7"/>
                <a:gd name="T2" fmla="*/ 20 w 8"/>
                <a:gd name="T3" fmla="*/ 118 h 7"/>
                <a:gd name="T4" fmla="*/ 125 w 8"/>
                <a:gd name="T5" fmla="*/ 33 h 7"/>
                <a:gd name="T6" fmla="*/ 63 w 8"/>
                <a:gd name="T7" fmla="*/ 0 h 7"/>
                <a:gd name="T8" fmla="*/ 0 w 8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0" name="Freeform 999">
              <a:extLst>
                <a:ext uri="{FF2B5EF4-FFF2-40B4-BE49-F238E27FC236}">
                  <a16:creationId xmlns:a16="http://schemas.microsoft.com/office/drawing/2014/main" id="{3F1D2852-AD42-4325-9F74-1568F87D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171"/>
              <a:ext cx="18" cy="18"/>
            </a:xfrm>
            <a:custGeom>
              <a:avLst/>
              <a:gdLst>
                <a:gd name="T0" fmla="*/ 0 w 7"/>
                <a:gd name="T1" fmla="*/ 67 h 7"/>
                <a:gd name="T2" fmla="*/ 21 w 7"/>
                <a:gd name="T3" fmla="*/ 118 h 7"/>
                <a:gd name="T4" fmla="*/ 118 w 7"/>
                <a:gd name="T5" fmla="*/ 21 h 7"/>
                <a:gd name="T6" fmla="*/ 54 w 7"/>
                <a:gd name="T7" fmla="*/ 0 h 7"/>
                <a:gd name="T8" fmla="*/ 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4" y="6"/>
                    <a:pt x="7" y="4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1" name="Freeform 1000">
              <a:extLst>
                <a:ext uri="{FF2B5EF4-FFF2-40B4-BE49-F238E27FC236}">
                  <a16:creationId xmlns:a16="http://schemas.microsoft.com/office/drawing/2014/main" id="{3DF427EC-5B80-4A34-8417-8F37E33AF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3093"/>
              <a:ext cx="30" cy="30"/>
            </a:xfrm>
            <a:custGeom>
              <a:avLst/>
              <a:gdLst>
                <a:gd name="T0" fmla="*/ 20 w 12"/>
                <a:gd name="T1" fmla="*/ 120 h 11"/>
                <a:gd name="T2" fmla="*/ 0 w 12"/>
                <a:gd name="T3" fmla="*/ 202 h 11"/>
                <a:gd name="T4" fmla="*/ 188 w 12"/>
                <a:gd name="T5" fmla="*/ 38 h 11"/>
                <a:gd name="T6" fmla="*/ 125 w 12"/>
                <a:gd name="T7" fmla="*/ 0 h 11"/>
                <a:gd name="T8" fmla="*/ 20 w 12"/>
                <a:gd name="T9" fmla="*/ 12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6" y="11"/>
                    <a:pt x="10" y="6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3"/>
                    <a:pt x="4" y="7"/>
                    <a:pt x="1" y="6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2" name="Freeform 1001">
              <a:extLst>
                <a:ext uri="{FF2B5EF4-FFF2-40B4-BE49-F238E27FC236}">
                  <a16:creationId xmlns:a16="http://schemas.microsoft.com/office/drawing/2014/main" id="{F5A737AC-AB31-435C-857B-1C284322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917"/>
              <a:ext cx="40" cy="51"/>
            </a:xfrm>
            <a:custGeom>
              <a:avLst/>
              <a:gdLst>
                <a:gd name="T0" fmla="*/ 175 w 16"/>
                <a:gd name="T1" fmla="*/ 0 h 19"/>
                <a:gd name="T2" fmla="*/ 0 w 16"/>
                <a:gd name="T3" fmla="*/ 287 h 19"/>
                <a:gd name="T4" fmla="*/ 20 w 16"/>
                <a:gd name="T5" fmla="*/ 368 h 19"/>
                <a:gd name="T6" fmla="*/ 238 w 16"/>
                <a:gd name="T7" fmla="*/ 0 h 19"/>
                <a:gd name="T8" fmla="*/ 175 w 16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1" y="0"/>
                  </a:moveTo>
                  <a:cubicBezTo>
                    <a:pt x="12" y="8"/>
                    <a:pt x="6" y="13"/>
                    <a:pt x="0" y="15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0" y="16"/>
                    <a:pt x="16" y="8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3" name="Freeform 1002">
              <a:extLst>
                <a:ext uri="{FF2B5EF4-FFF2-40B4-BE49-F238E27FC236}">
                  <a16:creationId xmlns:a16="http://schemas.microsoft.com/office/drawing/2014/main" id="{969D7712-8046-44C4-803C-3E89697F4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989"/>
              <a:ext cx="18" cy="24"/>
            </a:xfrm>
            <a:custGeom>
              <a:avLst/>
              <a:gdLst>
                <a:gd name="T0" fmla="*/ 54 w 7"/>
                <a:gd name="T1" fmla="*/ 0 h 9"/>
                <a:gd name="T2" fmla="*/ 0 w 7"/>
                <a:gd name="T3" fmla="*/ 115 h 9"/>
                <a:gd name="T4" fmla="*/ 33 w 7"/>
                <a:gd name="T5" fmla="*/ 171 h 9"/>
                <a:gd name="T6" fmla="*/ 118 w 7"/>
                <a:gd name="T7" fmla="*/ 0 h 9"/>
                <a:gd name="T8" fmla="*/ 54 w 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3" y="2"/>
                    <a:pt x="2" y="5"/>
                    <a:pt x="0" y="6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5" y="7"/>
                    <a:pt x="7" y="3"/>
                    <a:pt x="7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4" name="Freeform 1003">
              <a:extLst>
                <a:ext uri="{FF2B5EF4-FFF2-40B4-BE49-F238E27FC236}">
                  <a16:creationId xmlns:a16="http://schemas.microsoft.com/office/drawing/2014/main" id="{A54B0A60-78B4-47AF-A0B5-17282ADF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059"/>
              <a:ext cx="23" cy="26"/>
            </a:xfrm>
            <a:custGeom>
              <a:avLst/>
              <a:gdLst>
                <a:gd name="T0" fmla="*/ 66 w 9"/>
                <a:gd name="T1" fmla="*/ 21 h 10"/>
                <a:gd name="T2" fmla="*/ 0 w 9"/>
                <a:gd name="T3" fmla="*/ 122 h 10"/>
                <a:gd name="T4" fmla="*/ 20 w 9"/>
                <a:gd name="T5" fmla="*/ 177 h 10"/>
                <a:gd name="T6" fmla="*/ 130 w 9"/>
                <a:gd name="T7" fmla="*/ 0 h 10"/>
                <a:gd name="T8" fmla="*/ 66 w 9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4" y="1"/>
                  </a:moveTo>
                  <a:cubicBezTo>
                    <a:pt x="5" y="4"/>
                    <a:pt x="3" y="6"/>
                    <a:pt x="0" y="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6" y="9"/>
                    <a:pt x="9" y="5"/>
                    <a:pt x="8" y="0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5" name="Freeform 1004">
              <a:extLst>
                <a:ext uri="{FF2B5EF4-FFF2-40B4-BE49-F238E27FC236}">
                  <a16:creationId xmlns:a16="http://schemas.microsoft.com/office/drawing/2014/main" id="{26B436EA-3DB7-4536-A55D-B4F9C8332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144"/>
              <a:ext cx="18" cy="27"/>
            </a:xfrm>
            <a:custGeom>
              <a:avLst/>
              <a:gdLst>
                <a:gd name="T0" fmla="*/ 0 w 7"/>
                <a:gd name="T1" fmla="*/ 138 h 10"/>
                <a:gd name="T2" fmla="*/ 33 w 7"/>
                <a:gd name="T3" fmla="*/ 197 h 10"/>
                <a:gd name="T4" fmla="*/ 118 w 7"/>
                <a:gd name="T5" fmla="*/ 38 h 10"/>
                <a:gd name="T6" fmla="*/ 67 w 7"/>
                <a:gd name="T7" fmla="*/ 0 h 10"/>
                <a:gd name="T8" fmla="*/ 0 w 7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7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4" y="8"/>
                    <a:pt x="6" y="5"/>
                    <a:pt x="7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1" y="5"/>
                    <a:pt x="0" y="7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6" name="Freeform 1005">
              <a:extLst>
                <a:ext uri="{FF2B5EF4-FFF2-40B4-BE49-F238E27FC236}">
                  <a16:creationId xmlns:a16="http://schemas.microsoft.com/office/drawing/2014/main" id="{F8A68AC8-BABF-4987-8A65-3D520BB7A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773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21 w 7"/>
                <a:gd name="T3" fmla="*/ 115 h 6"/>
                <a:gd name="T4" fmla="*/ 118 w 7"/>
                <a:gd name="T5" fmla="*/ 21 h 6"/>
                <a:gd name="T6" fmla="*/ 54 w 7"/>
                <a:gd name="T7" fmla="*/ 0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4" y="5"/>
                    <a:pt x="6" y="4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7" name="Freeform 1006">
              <a:extLst>
                <a:ext uri="{FF2B5EF4-FFF2-40B4-BE49-F238E27FC236}">
                  <a16:creationId xmlns:a16="http://schemas.microsoft.com/office/drawing/2014/main" id="{05441849-C19F-4311-921F-721436CD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853"/>
              <a:ext cx="30" cy="30"/>
            </a:xfrm>
            <a:custGeom>
              <a:avLst/>
              <a:gdLst>
                <a:gd name="T0" fmla="*/ 0 w 12"/>
                <a:gd name="T1" fmla="*/ 164 h 11"/>
                <a:gd name="T2" fmla="*/ 0 w 12"/>
                <a:gd name="T3" fmla="*/ 224 h 11"/>
                <a:gd name="T4" fmla="*/ 188 w 12"/>
                <a:gd name="T5" fmla="*/ 38 h 11"/>
                <a:gd name="T6" fmla="*/ 125 w 12"/>
                <a:gd name="T7" fmla="*/ 0 h 11"/>
                <a:gd name="T8" fmla="*/ 0 w 12"/>
                <a:gd name="T9" fmla="*/ 1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11"/>
                    <a:pt x="9" y="7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"/>
                    <a:pt x="5" y="7"/>
                    <a:pt x="0" y="8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8" name="Freeform 1007">
              <a:extLst>
                <a:ext uri="{FF2B5EF4-FFF2-40B4-BE49-F238E27FC236}">
                  <a16:creationId xmlns:a16="http://schemas.microsoft.com/office/drawing/2014/main" id="{6D389DFD-B446-48C1-9105-3475ED94D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944"/>
              <a:ext cx="25" cy="24"/>
            </a:xfrm>
            <a:custGeom>
              <a:avLst/>
              <a:gdLst>
                <a:gd name="T0" fmla="*/ 0 w 10"/>
                <a:gd name="T1" fmla="*/ 93 h 9"/>
                <a:gd name="T2" fmla="*/ 0 w 10"/>
                <a:gd name="T3" fmla="*/ 171 h 9"/>
                <a:gd name="T4" fmla="*/ 158 w 10"/>
                <a:gd name="T5" fmla="*/ 21 h 9"/>
                <a:gd name="T6" fmla="*/ 113 w 10"/>
                <a:gd name="T7" fmla="*/ 0 h 9"/>
                <a:gd name="T8" fmla="*/ 0 w 10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5" y="9"/>
                    <a:pt x="9" y="6"/>
                    <a:pt x="1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3" y="5"/>
                    <a:pt x="0" y="5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9" name="Freeform 1008">
              <a:extLst>
                <a:ext uri="{FF2B5EF4-FFF2-40B4-BE49-F238E27FC236}">
                  <a16:creationId xmlns:a16="http://schemas.microsoft.com/office/drawing/2014/main" id="{56959815-0BBB-4262-88EC-6A3EC3655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987"/>
              <a:ext cx="18" cy="18"/>
            </a:xfrm>
            <a:custGeom>
              <a:avLst/>
              <a:gdLst>
                <a:gd name="T0" fmla="*/ 0 w 18"/>
                <a:gd name="T1" fmla="*/ 16 h 18"/>
                <a:gd name="T2" fmla="*/ 10 w 18"/>
                <a:gd name="T3" fmla="*/ 18 h 18"/>
                <a:gd name="T4" fmla="*/ 18 w 18"/>
                <a:gd name="T5" fmla="*/ 8 h 18"/>
                <a:gd name="T6" fmla="*/ 10 w 18"/>
                <a:gd name="T7" fmla="*/ 0 h 18"/>
                <a:gd name="T8" fmla="*/ 0 w 18"/>
                <a:gd name="T9" fmla="*/ 1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0" y="16"/>
                  </a:moveTo>
                  <a:lnTo>
                    <a:pt x="10" y="18"/>
                  </a:lnTo>
                  <a:lnTo>
                    <a:pt x="18" y="8"/>
                  </a:lnTo>
                  <a:lnTo>
                    <a:pt x="1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0" name="Freeform 1009">
              <a:extLst>
                <a:ext uri="{FF2B5EF4-FFF2-40B4-BE49-F238E27FC236}">
                  <a16:creationId xmlns:a16="http://schemas.microsoft.com/office/drawing/2014/main" id="{64D486CC-2BDD-4641-BD55-FE732EE4C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864"/>
              <a:ext cx="15" cy="21"/>
            </a:xfrm>
            <a:custGeom>
              <a:avLst/>
              <a:gdLst>
                <a:gd name="T0" fmla="*/ 0 w 6"/>
                <a:gd name="T1" fmla="*/ 76 h 8"/>
                <a:gd name="T2" fmla="*/ 20 w 6"/>
                <a:gd name="T3" fmla="*/ 144 h 8"/>
                <a:gd name="T4" fmla="*/ 95 w 6"/>
                <a:gd name="T5" fmla="*/ 0 h 8"/>
                <a:gd name="T6" fmla="*/ 33 w 6"/>
                <a:gd name="T7" fmla="*/ 0 h 8"/>
                <a:gd name="T8" fmla="*/ 0 w 6"/>
                <a:gd name="T9" fmla="*/ 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6" y="7"/>
                    <a:pt x="6" y="2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3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1" name="Freeform 1010">
              <a:extLst>
                <a:ext uri="{FF2B5EF4-FFF2-40B4-BE49-F238E27FC236}">
                  <a16:creationId xmlns:a16="http://schemas.microsoft.com/office/drawing/2014/main" id="{910F1C1E-3C68-4794-9F47-0321B464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016"/>
              <a:ext cx="12" cy="16"/>
            </a:xfrm>
            <a:custGeom>
              <a:avLst/>
              <a:gdLst>
                <a:gd name="T0" fmla="*/ 2 w 12"/>
                <a:gd name="T1" fmla="*/ 3 h 16"/>
                <a:gd name="T2" fmla="*/ 0 w 12"/>
                <a:gd name="T3" fmla="*/ 13 h 16"/>
                <a:gd name="T4" fmla="*/ 10 w 12"/>
                <a:gd name="T5" fmla="*/ 16 h 16"/>
                <a:gd name="T6" fmla="*/ 12 w 12"/>
                <a:gd name="T7" fmla="*/ 0 h 16"/>
                <a:gd name="T8" fmla="*/ 2 w 12"/>
                <a:gd name="T9" fmla="*/ 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2" y="3"/>
                  </a:moveTo>
                  <a:lnTo>
                    <a:pt x="0" y="13"/>
                  </a:lnTo>
                  <a:lnTo>
                    <a:pt x="10" y="16"/>
                  </a:lnTo>
                  <a:lnTo>
                    <a:pt x="12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2" name="Freeform 1011">
              <a:extLst>
                <a:ext uri="{FF2B5EF4-FFF2-40B4-BE49-F238E27FC236}">
                  <a16:creationId xmlns:a16="http://schemas.microsoft.com/office/drawing/2014/main" id="{52B929BF-80F9-4D53-9411-F899C1BC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208"/>
              <a:ext cx="15" cy="24"/>
            </a:xfrm>
            <a:custGeom>
              <a:avLst/>
              <a:gdLst>
                <a:gd name="T0" fmla="*/ 0 w 6"/>
                <a:gd name="T1" fmla="*/ 93 h 9"/>
                <a:gd name="T2" fmla="*/ 20 w 6"/>
                <a:gd name="T3" fmla="*/ 171 h 9"/>
                <a:gd name="T4" fmla="*/ 95 w 6"/>
                <a:gd name="T5" fmla="*/ 21 h 9"/>
                <a:gd name="T6" fmla="*/ 50 w 6"/>
                <a:gd name="T7" fmla="*/ 0 h 9"/>
                <a:gd name="T8" fmla="*/ 0 w 6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3" y="8"/>
                    <a:pt x="6" y="5"/>
                    <a:pt x="6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2"/>
                    <a:pt x="1" y="4"/>
                    <a:pt x="0" y="5"/>
                  </a:cubicBez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3" name="Freeform 1012">
              <a:extLst>
                <a:ext uri="{FF2B5EF4-FFF2-40B4-BE49-F238E27FC236}">
                  <a16:creationId xmlns:a16="http://schemas.microsoft.com/office/drawing/2014/main" id="{B78BF366-CED2-4B3B-9752-C8D4F030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205"/>
              <a:ext cx="30" cy="24"/>
            </a:xfrm>
            <a:custGeom>
              <a:avLst/>
              <a:gdLst>
                <a:gd name="T0" fmla="*/ 113 w 12"/>
                <a:gd name="T1" fmla="*/ 35 h 9"/>
                <a:gd name="T2" fmla="*/ 63 w 12"/>
                <a:gd name="T3" fmla="*/ 35 h 9"/>
                <a:gd name="T4" fmla="*/ 33 w 12"/>
                <a:gd name="T5" fmla="*/ 21 h 9"/>
                <a:gd name="T6" fmla="*/ 33 w 12"/>
                <a:gd name="T7" fmla="*/ 77 h 9"/>
                <a:gd name="T8" fmla="*/ 20 w 12"/>
                <a:gd name="T9" fmla="*/ 115 h 9"/>
                <a:gd name="T10" fmla="*/ 0 w 12"/>
                <a:gd name="T11" fmla="*/ 136 h 9"/>
                <a:gd name="T12" fmla="*/ 63 w 12"/>
                <a:gd name="T13" fmla="*/ 171 h 9"/>
                <a:gd name="T14" fmla="*/ 63 w 12"/>
                <a:gd name="T15" fmla="*/ 149 h 9"/>
                <a:gd name="T16" fmla="*/ 83 w 12"/>
                <a:gd name="T17" fmla="*/ 115 h 9"/>
                <a:gd name="T18" fmla="*/ 145 w 12"/>
                <a:gd name="T19" fmla="*/ 93 h 9"/>
                <a:gd name="T20" fmla="*/ 188 w 12"/>
                <a:gd name="T21" fmla="*/ 21 h 9"/>
                <a:gd name="T22" fmla="*/ 125 w 12"/>
                <a:gd name="T23" fmla="*/ 0 h 9"/>
                <a:gd name="T24" fmla="*/ 113 w 12"/>
                <a:gd name="T25" fmla="*/ 35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9">
                  <a:moveTo>
                    <a:pt x="7" y="2"/>
                  </a:moveTo>
                  <a:cubicBezTo>
                    <a:pt x="6" y="2"/>
                    <a:pt x="5" y="2"/>
                    <a:pt x="4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5" y="7"/>
                    <a:pt x="5" y="6"/>
                  </a:cubicBezTo>
                  <a:cubicBezTo>
                    <a:pt x="6" y="6"/>
                    <a:pt x="8" y="6"/>
                    <a:pt x="9" y="5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4" name="Freeform 1013">
              <a:extLst>
                <a:ext uri="{FF2B5EF4-FFF2-40B4-BE49-F238E27FC236}">
                  <a16:creationId xmlns:a16="http://schemas.microsoft.com/office/drawing/2014/main" id="{D89B1DFF-F963-4992-B9BF-341481057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227"/>
              <a:ext cx="12" cy="8"/>
            </a:xfrm>
            <a:custGeom>
              <a:avLst/>
              <a:gdLst>
                <a:gd name="T0" fmla="*/ 0 w 12"/>
                <a:gd name="T1" fmla="*/ 8 h 8"/>
                <a:gd name="T2" fmla="*/ 10 w 12"/>
                <a:gd name="T3" fmla="*/ 8 h 8"/>
                <a:gd name="T4" fmla="*/ 12 w 12"/>
                <a:gd name="T5" fmla="*/ 5 h 8"/>
                <a:gd name="T6" fmla="*/ 2 w 12"/>
                <a:gd name="T7" fmla="*/ 0 h 8"/>
                <a:gd name="T8" fmla="*/ 0 w 12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lnTo>
                    <a:pt x="10" y="8"/>
                  </a:lnTo>
                  <a:lnTo>
                    <a:pt x="12" y="5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D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5" name="Freeform 1014">
              <a:extLst>
                <a:ext uri="{FF2B5EF4-FFF2-40B4-BE49-F238E27FC236}">
                  <a16:creationId xmlns:a16="http://schemas.microsoft.com/office/drawing/2014/main" id="{178778C6-9738-4455-BC6F-8FD37C57E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653"/>
              <a:ext cx="935" cy="678"/>
            </a:xfrm>
            <a:custGeom>
              <a:avLst/>
              <a:gdLst>
                <a:gd name="T0" fmla="*/ 3095 w 374"/>
                <a:gd name="T1" fmla="*/ 0 h 254"/>
                <a:gd name="T2" fmla="*/ 238 w 374"/>
                <a:gd name="T3" fmla="*/ 1481 h 254"/>
                <a:gd name="T4" fmla="*/ 2800 w 374"/>
                <a:gd name="T5" fmla="*/ 4751 h 254"/>
                <a:gd name="T6" fmla="*/ 5845 w 374"/>
                <a:gd name="T7" fmla="*/ 2450 h 254"/>
                <a:gd name="T8" fmla="*/ 3095 w 374"/>
                <a:gd name="T9" fmla="*/ 0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254">
                  <a:moveTo>
                    <a:pt x="198" y="0"/>
                  </a:moveTo>
                  <a:cubicBezTo>
                    <a:pt x="89" y="0"/>
                    <a:pt x="31" y="16"/>
                    <a:pt x="15" y="78"/>
                  </a:cubicBezTo>
                  <a:cubicBezTo>
                    <a:pt x="0" y="141"/>
                    <a:pt x="11" y="254"/>
                    <a:pt x="179" y="250"/>
                  </a:cubicBezTo>
                  <a:cubicBezTo>
                    <a:pt x="347" y="246"/>
                    <a:pt x="374" y="203"/>
                    <a:pt x="374" y="129"/>
                  </a:cubicBezTo>
                  <a:cubicBezTo>
                    <a:pt x="374" y="55"/>
                    <a:pt x="308" y="0"/>
                    <a:pt x="19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6" name="Freeform 1015">
              <a:extLst>
                <a:ext uri="{FF2B5EF4-FFF2-40B4-BE49-F238E27FC236}">
                  <a16:creationId xmlns:a16="http://schemas.microsoft.com/office/drawing/2014/main" id="{F1DDD870-40BB-48FD-BD32-D9931FD18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157"/>
              <a:ext cx="1241" cy="1048"/>
            </a:xfrm>
            <a:custGeom>
              <a:avLst/>
              <a:gdLst>
                <a:gd name="T0" fmla="*/ 5027 w 496"/>
                <a:gd name="T1" fmla="*/ 648 h 393"/>
                <a:gd name="T2" fmla="*/ 0 w 496"/>
                <a:gd name="T3" fmla="*/ 4664 h 393"/>
                <a:gd name="T4" fmla="*/ 0 w 496"/>
                <a:gd name="T5" fmla="*/ 4664 h 393"/>
                <a:gd name="T6" fmla="*/ 2755 w 496"/>
                <a:gd name="T7" fmla="*/ 3528 h 393"/>
                <a:gd name="T8" fmla="*/ 5514 w 496"/>
                <a:gd name="T9" fmla="*/ 5973 h 393"/>
                <a:gd name="T10" fmla="*/ 5139 w 496"/>
                <a:gd name="T11" fmla="*/ 7453 h 393"/>
                <a:gd name="T12" fmla="*/ 5027 w 496"/>
                <a:gd name="T13" fmla="*/ 648 h 3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393">
                  <a:moveTo>
                    <a:pt x="321" y="34"/>
                  </a:moveTo>
                  <a:cubicBezTo>
                    <a:pt x="144" y="0"/>
                    <a:pt x="58" y="106"/>
                    <a:pt x="0" y="246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22" y="199"/>
                    <a:pt x="79" y="186"/>
                    <a:pt x="176" y="186"/>
                  </a:cubicBezTo>
                  <a:cubicBezTo>
                    <a:pt x="286" y="186"/>
                    <a:pt x="352" y="241"/>
                    <a:pt x="352" y="315"/>
                  </a:cubicBezTo>
                  <a:cubicBezTo>
                    <a:pt x="352" y="347"/>
                    <a:pt x="347" y="373"/>
                    <a:pt x="328" y="393"/>
                  </a:cubicBezTo>
                  <a:cubicBezTo>
                    <a:pt x="407" y="326"/>
                    <a:pt x="496" y="68"/>
                    <a:pt x="321" y="3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0" name="white-bread-slice-illustration">
            <a:extLst>
              <a:ext uri="{FF2B5EF4-FFF2-40B4-BE49-F238E27FC236}">
                <a16:creationId xmlns:a16="http://schemas.microsoft.com/office/drawing/2014/main" id="{E5315F23-8939-42AC-B7D0-DB0B59D9CA7B}"/>
              </a:ext>
            </a:extLst>
          </p:cNvPr>
          <p:cNvGrpSpPr>
            <a:grpSpLocks/>
          </p:cNvGrpSpPr>
          <p:nvPr/>
        </p:nvGrpSpPr>
        <p:grpSpPr bwMode="auto">
          <a:xfrm>
            <a:off x="5076825" y="1647825"/>
            <a:ext cx="1681163" cy="1109663"/>
            <a:chOff x="3402" y="2688"/>
            <a:chExt cx="788" cy="520"/>
          </a:xfrm>
        </p:grpSpPr>
        <p:sp>
          <p:nvSpPr>
            <p:cNvPr id="25110" name="Freeform 1017">
              <a:extLst>
                <a:ext uri="{FF2B5EF4-FFF2-40B4-BE49-F238E27FC236}">
                  <a16:creationId xmlns:a16="http://schemas.microsoft.com/office/drawing/2014/main" id="{956295CE-C9AC-49B2-AF06-A3024D8FC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688"/>
              <a:ext cx="788" cy="453"/>
            </a:xfrm>
            <a:custGeom>
              <a:avLst/>
              <a:gdLst>
                <a:gd name="T0" fmla="*/ 4475 w 315"/>
                <a:gd name="T1" fmla="*/ 2968 h 170"/>
                <a:gd name="T2" fmla="*/ 4163 w 315"/>
                <a:gd name="T3" fmla="*/ 3216 h 170"/>
                <a:gd name="T4" fmla="*/ 375 w 315"/>
                <a:gd name="T5" fmla="*/ 3216 h 170"/>
                <a:gd name="T6" fmla="*/ 50 w 315"/>
                <a:gd name="T7" fmla="*/ 2798 h 170"/>
                <a:gd name="T8" fmla="*/ 550 w 315"/>
                <a:gd name="T9" fmla="*/ 285 h 170"/>
                <a:gd name="T10" fmla="*/ 863 w 315"/>
                <a:gd name="T11" fmla="*/ 0 h 170"/>
                <a:gd name="T12" fmla="*/ 4555 w 315"/>
                <a:gd name="T13" fmla="*/ 0 h 170"/>
                <a:gd name="T14" fmla="*/ 4881 w 315"/>
                <a:gd name="T15" fmla="*/ 418 h 170"/>
                <a:gd name="T16" fmla="*/ 4475 w 315"/>
                <a:gd name="T17" fmla="*/ 2968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5" h="170">
                  <a:moveTo>
                    <a:pt x="286" y="157"/>
                  </a:moveTo>
                  <a:cubicBezTo>
                    <a:pt x="282" y="164"/>
                    <a:pt x="275" y="170"/>
                    <a:pt x="266" y="170"/>
                  </a:cubicBezTo>
                  <a:cubicBezTo>
                    <a:pt x="24" y="170"/>
                    <a:pt x="24" y="170"/>
                    <a:pt x="24" y="170"/>
                  </a:cubicBezTo>
                  <a:cubicBezTo>
                    <a:pt x="12" y="170"/>
                    <a:pt x="0" y="160"/>
                    <a:pt x="3" y="148"/>
                  </a:cubicBezTo>
                  <a:cubicBezTo>
                    <a:pt x="3" y="148"/>
                    <a:pt x="34" y="17"/>
                    <a:pt x="35" y="15"/>
                  </a:cubicBezTo>
                  <a:cubicBezTo>
                    <a:pt x="38" y="7"/>
                    <a:pt x="46" y="0"/>
                    <a:pt x="55" y="0"/>
                  </a:cubicBezTo>
                  <a:cubicBezTo>
                    <a:pt x="291" y="0"/>
                    <a:pt x="291" y="0"/>
                    <a:pt x="291" y="0"/>
                  </a:cubicBezTo>
                  <a:cubicBezTo>
                    <a:pt x="303" y="0"/>
                    <a:pt x="315" y="5"/>
                    <a:pt x="312" y="22"/>
                  </a:cubicBezTo>
                  <a:cubicBezTo>
                    <a:pt x="312" y="22"/>
                    <a:pt x="287" y="154"/>
                    <a:pt x="286" y="157"/>
                  </a:cubicBezTo>
                  <a:close/>
                </a:path>
              </a:pathLst>
            </a:custGeom>
            <a:solidFill>
              <a:srgbClr val="FFF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1" name="Freeform 1018">
              <a:extLst>
                <a:ext uri="{FF2B5EF4-FFF2-40B4-BE49-F238E27FC236}">
                  <a16:creationId xmlns:a16="http://schemas.microsoft.com/office/drawing/2014/main" id="{C1035B9D-B5C0-47B0-BBAB-E301E480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709"/>
              <a:ext cx="728" cy="376"/>
            </a:xfrm>
            <a:custGeom>
              <a:avLst/>
              <a:gdLst>
                <a:gd name="T0" fmla="*/ 33 w 291"/>
                <a:gd name="T1" fmla="*/ 2581 h 141"/>
                <a:gd name="T2" fmla="*/ 625 w 291"/>
                <a:gd name="T3" fmla="*/ 491 h 141"/>
                <a:gd name="T4" fmla="*/ 926 w 291"/>
                <a:gd name="T5" fmla="*/ 248 h 141"/>
                <a:gd name="T6" fmla="*/ 4225 w 291"/>
                <a:gd name="T7" fmla="*/ 77 h 141"/>
                <a:gd name="T8" fmla="*/ 4556 w 291"/>
                <a:gd name="T9" fmla="*/ 285 h 141"/>
                <a:gd name="T10" fmla="*/ 4255 w 291"/>
                <a:gd name="T11" fmla="*/ 0 h 141"/>
                <a:gd name="T12" fmla="*/ 771 w 291"/>
                <a:gd name="T13" fmla="*/ 0 h 141"/>
                <a:gd name="T14" fmla="*/ 470 w 291"/>
                <a:gd name="T15" fmla="*/ 248 h 141"/>
                <a:gd name="T16" fmla="*/ 20 w 291"/>
                <a:gd name="T17" fmla="*/ 2539 h 141"/>
                <a:gd name="T18" fmla="*/ 33 w 291"/>
                <a:gd name="T19" fmla="*/ 2581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1" h="141">
                  <a:moveTo>
                    <a:pt x="2" y="136"/>
                  </a:moveTo>
                  <a:cubicBezTo>
                    <a:pt x="2" y="136"/>
                    <a:pt x="40" y="28"/>
                    <a:pt x="40" y="26"/>
                  </a:cubicBezTo>
                  <a:cubicBezTo>
                    <a:pt x="43" y="19"/>
                    <a:pt x="50" y="13"/>
                    <a:pt x="59" y="13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86" y="4"/>
                    <a:pt x="290" y="10"/>
                    <a:pt x="291" y="15"/>
                  </a:cubicBezTo>
                  <a:cubicBezTo>
                    <a:pt x="291" y="3"/>
                    <a:pt x="281" y="0"/>
                    <a:pt x="27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0" y="0"/>
                    <a:pt x="33" y="6"/>
                    <a:pt x="30" y="13"/>
                  </a:cubicBezTo>
                  <a:cubicBezTo>
                    <a:pt x="30" y="15"/>
                    <a:pt x="1" y="134"/>
                    <a:pt x="1" y="134"/>
                  </a:cubicBezTo>
                  <a:cubicBezTo>
                    <a:pt x="0" y="141"/>
                    <a:pt x="2" y="138"/>
                    <a:pt x="2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2" name="Freeform 1019">
              <a:extLst>
                <a:ext uri="{FF2B5EF4-FFF2-40B4-BE49-F238E27FC236}">
                  <a16:creationId xmlns:a16="http://schemas.microsoft.com/office/drawing/2014/main" id="{60DFE0CC-7047-4B8C-900E-3E6DA95A6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725"/>
              <a:ext cx="775" cy="483"/>
            </a:xfrm>
            <a:custGeom>
              <a:avLst/>
              <a:gdLst>
                <a:gd name="T0" fmla="*/ 4833 w 310"/>
                <a:gd name="T1" fmla="*/ 0 h 181"/>
                <a:gd name="T2" fmla="*/ 4833 w 310"/>
                <a:gd name="T3" fmla="*/ 149 h 181"/>
                <a:gd name="T4" fmla="*/ 4425 w 310"/>
                <a:gd name="T5" fmla="*/ 2719 h 181"/>
                <a:gd name="T6" fmla="*/ 4113 w 310"/>
                <a:gd name="T7" fmla="*/ 2962 h 181"/>
                <a:gd name="T8" fmla="*/ 333 w 310"/>
                <a:gd name="T9" fmla="*/ 2962 h 181"/>
                <a:gd name="T10" fmla="*/ 0 w 310"/>
                <a:gd name="T11" fmla="*/ 2642 h 181"/>
                <a:gd name="T12" fmla="*/ 0 w 310"/>
                <a:gd name="T13" fmla="*/ 3039 h 181"/>
                <a:gd name="T14" fmla="*/ 333 w 310"/>
                <a:gd name="T15" fmla="*/ 3440 h 181"/>
                <a:gd name="T16" fmla="*/ 4113 w 310"/>
                <a:gd name="T17" fmla="*/ 3440 h 181"/>
                <a:gd name="T18" fmla="*/ 4425 w 310"/>
                <a:gd name="T19" fmla="*/ 3189 h 181"/>
                <a:gd name="T20" fmla="*/ 4833 w 310"/>
                <a:gd name="T21" fmla="*/ 627 h 181"/>
                <a:gd name="T22" fmla="*/ 4845 w 310"/>
                <a:gd name="T23" fmla="*/ 568 h 181"/>
                <a:gd name="T24" fmla="*/ 4845 w 310"/>
                <a:gd name="T25" fmla="*/ 0 h 181"/>
                <a:gd name="T26" fmla="*/ 4833 w 310"/>
                <a:gd name="T27" fmla="*/ 0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0" h="181">
                  <a:moveTo>
                    <a:pt x="309" y="0"/>
                  </a:moveTo>
                  <a:cubicBezTo>
                    <a:pt x="310" y="3"/>
                    <a:pt x="310" y="5"/>
                    <a:pt x="309" y="8"/>
                  </a:cubicBezTo>
                  <a:cubicBezTo>
                    <a:pt x="309" y="8"/>
                    <a:pt x="284" y="140"/>
                    <a:pt x="283" y="143"/>
                  </a:cubicBezTo>
                  <a:cubicBezTo>
                    <a:pt x="279" y="150"/>
                    <a:pt x="272" y="156"/>
                    <a:pt x="263" y="156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11" y="156"/>
                    <a:pt x="1" y="148"/>
                    <a:pt x="0" y="139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73"/>
                    <a:pt x="9" y="181"/>
                    <a:pt x="21" y="181"/>
                  </a:cubicBezTo>
                  <a:cubicBezTo>
                    <a:pt x="263" y="181"/>
                    <a:pt x="263" y="181"/>
                    <a:pt x="263" y="181"/>
                  </a:cubicBezTo>
                  <a:cubicBezTo>
                    <a:pt x="272" y="181"/>
                    <a:pt x="279" y="176"/>
                    <a:pt x="283" y="168"/>
                  </a:cubicBezTo>
                  <a:cubicBezTo>
                    <a:pt x="284" y="165"/>
                    <a:pt x="309" y="33"/>
                    <a:pt x="309" y="33"/>
                  </a:cubicBezTo>
                  <a:cubicBezTo>
                    <a:pt x="310" y="32"/>
                    <a:pt x="310" y="31"/>
                    <a:pt x="310" y="30"/>
                  </a:cubicBezTo>
                  <a:cubicBezTo>
                    <a:pt x="310" y="0"/>
                    <a:pt x="310" y="0"/>
                    <a:pt x="310" y="0"/>
                  </a:cubicBezTo>
                  <a:lnTo>
                    <a:pt x="309" y="0"/>
                  </a:lnTo>
                  <a:close/>
                </a:path>
              </a:pathLst>
            </a:custGeom>
            <a:solidFill>
              <a:srgbClr val="E9C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3" name="Freeform 1020">
              <a:extLst>
                <a:ext uri="{FF2B5EF4-FFF2-40B4-BE49-F238E27FC236}">
                  <a16:creationId xmlns:a16="http://schemas.microsoft.com/office/drawing/2014/main" id="{638106E3-121E-4767-9B8D-070693AEB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800"/>
              <a:ext cx="540" cy="314"/>
            </a:xfrm>
            <a:custGeom>
              <a:avLst/>
              <a:gdLst>
                <a:gd name="T0" fmla="*/ 0 w 216"/>
                <a:gd name="T1" fmla="*/ 2225 h 118"/>
                <a:gd name="T2" fmla="*/ 2688 w 216"/>
                <a:gd name="T3" fmla="*/ 2225 h 118"/>
                <a:gd name="T4" fmla="*/ 3083 w 216"/>
                <a:gd name="T5" fmla="*/ 1863 h 118"/>
                <a:gd name="T6" fmla="*/ 3375 w 216"/>
                <a:gd name="T7" fmla="*/ 0 h 118"/>
                <a:gd name="T8" fmla="*/ 2863 w 216"/>
                <a:gd name="T9" fmla="*/ 1974 h 118"/>
                <a:gd name="T10" fmla="*/ 0 w 216"/>
                <a:gd name="T11" fmla="*/ 2225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" h="118">
                  <a:moveTo>
                    <a:pt x="0" y="118"/>
                  </a:moveTo>
                  <a:cubicBezTo>
                    <a:pt x="56" y="118"/>
                    <a:pt x="157" y="118"/>
                    <a:pt x="172" y="118"/>
                  </a:cubicBezTo>
                  <a:cubicBezTo>
                    <a:pt x="186" y="118"/>
                    <a:pt x="195" y="114"/>
                    <a:pt x="197" y="99"/>
                  </a:cubicBezTo>
                  <a:cubicBezTo>
                    <a:pt x="200" y="84"/>
                    <a:pt x="216" y="0"/>
                    <a:pt x="216" y="0"/>
                  </a:cubicBezTo>
                  <a:cubicBezTo>
                    <a:pt x="203" y="40"/>
                    <a:pt x="192" y="97"/>
                    <a:pt x="183" y="105"/>
                  </a:cubicBezTo>
                  <a:cubicBezTo>
                    <a:pt x="171" y="116"/>
                    <a:pt x="44" y="118"/>
                    <a:pt x="0" y="118"/>
                  </a:cubicBezTo>
                  <a:close/>
                </a:path>
              </a:pathLst>
            </a:custGeom>
            <a:solidFill>
              <a:srgbClr val="FDE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4" name="Freeform 1021">
              <a:extLst>
                <a:ext uri="{FF2B5EF4-FFF2-40B4-BE49-F238E27FC236}">
                  <a16:creationId xmlns:a16="http://schemas.microsoft.com/office/drawing/2014/main" id="{0F1CD966-2DAA-443D-8142-D19C9E35F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138"/>
              <a:ext cx="55" cy="65"/>
            </a:xfrm>
            <a:custGeom>
              <a:avLst/>
              <a:gdLst>
                <a:gd name="T0" fmla="*/ 63 w 22"/>
                <a:gd name="T1" fmla="*/ 163 h 24"/>
                <a:gd name="T2" fmla="*/ 175 w 22"/>
                <a:gd name="T3" fmla="*/ 395 h 24"/>
                <a:gd name="T4" fmla="*/ 333 w 22"/>
                <a:gd name="T5" fmla="*/ 0 h 24"/>
                <a:gd name="T6" fmla="*/ 158 w 22"/>
                <a:gd name="T7" fmla="*/ 116 h 24"/>
                <a:gd name="T8" fmla="*/ 0 w 22"/>
                <a:gd name="T9" fmla="*/ 17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4" y="8"/>
                  </a:moveTo>
                  <a:cubicBezTo>
                    <a:pt x="8" y="14"/>
                    <a:pt x="0" y="24"/>
                    <a:pt x="11" y="20"/>
                  </a:cubicBezTo>
                  <a:cubicBezTo>
                    <a:pt x="19" y="18"/>
                    <a:pt x="22" y="8"/>
                    <a:pt x="21" y="0"/>
                  </a:cubicBezTo>
                  <a:cubicBezTo>
                    <a:pt x="18" y="2"/>
                    <a:pt x="15" y="4"/>
                    <a:pt x="10" y="6"/>
                  </a:cubicBezTo>
                  <a:cubicBezTo>
                    <a:pt x="7" y="8"/>
                    <a:pt x="3" y="10"/>
                    <a:pt x="0" y="9"/>
                  </a:cubicBezTo>
                </a:path>
              </a:pathLst>
            </a:custGeom>
            <a:solidFill>
              <a:srgbClr val="E1B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5" name="Freeform 1022">
              <a:extLst>
                <a:ext uri="{FF2B5EF4-FFF2-40B4-BE49-F238E27FC236}">
                  <a16:creationId xmlns:a16="http://schemas.microsoft.com/office/drawing/2014/main" id="{1E0EDEB8-DFEE-4332-AB05-6740958D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160"/>
              <a:ext cx="260" cy="32"/>
            </a:xfrm>
            <a:custGeom>
              <a:avLst/>
              <a:gdLst>
                <a:gd name="T0" fmla="*/ 0 w 104"/>
                <a:gd name="T1" fmla="*/ 227 h 12"/>
                <a:gd name="T2" fmla="*/ 1625 w 104"/>
                <a:gd name="T3" fmla="*/ 227 h 12"/>
                <a:gd name="T4" fmla="*/ 1595 w 104"/>
                <a:gd name="T5" fmla="*/ 93 h 12"/>
                <a:gd name="T6" fmla="*/ 1550 w 104"/>
                <a:gd name="T7" fmla="*/ 0 h 12"/>
                <a:gd name="T8" fmla="*/ 0 w 104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2">
                  <a:moveTo>
                    <a:pt x="0" y="12"/>
                  </a:moveTo>
                  <a:cubicBezTo>
                    <a:pt x="22" y="12"/>
                    <a:pt x="104" y="12"/>
                    <a:pt x="104" y="12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43" y="12"/>
                    <a:pt x="0" y="12"/>
                  </a:cubicBezTo>
                  <a:close/>
                </a:path>
              </a:pathLst>
            </a:custGeom>
            <a:solidFill>
              <a:srgbClr val="E1B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6" name="Freeform 1023">
              <a:extLst>
                <a:ext uri="{FF2B5EF4-FFF2-40B4-BE49-F238E27FC236}">
                  <a16:creationId xmlns:a16="http://schemas.microsoft.com/office/drawing/2014/main" id="{9F2F9493-E7B3-4B7F-87FB-052FC09C5E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32" y="2792"/>
              <a:ext cx="35" cy="29"/>
            </a:xfrm>
            <a:custGeom>
              <a:avLst/>
              <a:gdLst>
                <a:gd name="T0" fmla="*/ 50 w 14"/>
                <a:gd name="T1" fmla="*/ 34 h 11"/>
                <a:gd name="T2" fmla="*/ 0 w 14"/>
                <a:gd name="T3" fmla="*/ 111 h 11"/>
                <a:gd name="T4" fmla="*/ 0 w 14"/>
                <a:gd name="T5" fmla="*/ 124 h 11"/>
                <a:gd name="T6" fmla="*/ 63 w 14"/>
                <a:gd name="T7" fmla="*/ 182 h 11"/>
                <a:gd name="T8" fmla="*/ 63 w 14"/>
                <a:gd name="T9" fmla="*/ 182 h 11"/>
                <a:gd name="T10" fmla="*/ 95 w 14"/>
                <a:gd name="T11" fmla="*/ 200 h 11"/>
                <a:gd name="T12" fmla="*/ 158 w 14"/>
                <a:gd name="T13" fmla="*/ 166 h 11"/>
                <a:gd name="T14" fmla="*/ 220 w 14"/>
                <a:gd name="T15" fmla="*/ 90 h 11"/>
                <a:gd name="T16" fmla="*/ 220 w 14"/>
                <a:gd name="T17" fmla="*/ 90 h 11"/>
                <a:gd name="T18" fmla="*/ 188 w 14"/>
                <a:gd name="T19" fmla="*/ 34 h 11"/>
                <a:gd name="T20" fmla="*/ 175 w 14"/>
                <a:gd name="T21" fmla="*/ 55 h 11"/>
                <a:gd name="T22" fmla="*/ 158 w 14"/>
                <a:gd name="T23" fmla="*/ 21 h 11"/>
                <a:gd name="T24" fmla="*/ 50 w 14"/>
                <a:gd name="T25" fmla="*/ 34 h 11"/>
                <a:gd name="T26" fmla="*/ 113 w 14"/>
                <a:gd name="T27" fmla="*/ 90 h 11"/>
                <a:gd name="T28" fmla="*/ 113 w 14"/>
                <a:gd name="T29" fmla="*/ 90 h 11"/>
                <a:gd name="T30" fmla="*/ 113 w 14"/>
                <a:gd name="T31" fmla="*/ 90 h 11"/>
                <a:gd name="T32" fmla="*/ 113 w 14"/>
                <a:gd name="T33" fmla="*/ 90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11">
                  <a:moveTo>
                    <a:pt x="3" y="2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2" y="9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5" y="11"/>
                    <a:pt x="6" y="11"/>
                  </a:cubicBezTo>
                  <a:cubicBezTo>
                    <a:pt x="7" y="11"/>
                    <a:pt x="9" y="10"/>
                    <a:pt x="10" y="9"/>
                  </a:cubicBezTo>
                  <a:cubicBezTo>
                    <a:pt x="11" y="8"/>
                    <a:pt x="13" y="7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3" y="3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8" y="0"/>
                    <a:pt x="5" y="0"/>
                    <a:pt x="3" y="2"/>
                  </a:cubicBezTo>
                  <a:close/>
                  <a:moveTo>
                    <a:pt x="7" y="5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7" name="Freeform 1024">
              <a:extLst>
                <a:ext uri="{FF2B5EF4-FFF2-40B4-BE49-F238E27FC236}">
                  <a16:creationId xmlns:a16="http://schemas.microsoft.com/office/drawing/2014/main" id="{3484D847-5A9B-4DE5-B6C6-89ED0714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808"/>
              <a:ext cx="25" cy="24"/>
            </a:xfrm>
            <a:custGeom>
              <a:avLst/>
              <a:gdLst>
                <a:gd name="T0" fmla="*/ 33 w 10"/>
                <a:gd name="T1" fmla="*/ 35 h 9"/>
                <a:gd name="T2" fmla="*/ 83 w 10"/>
                <a:gd name="T3" fmla="*/ 21 h 9"/>
                <a:gd name="T4" fmla="*/ 95 w 10"/>
                <a:gd name="T5" fmla="*/ 56 h 9"/>
                <a:gd name="T6" fmla="*/ 95 w 10"/>
                <a:gd name="T7" fmla="*/ 56 h 9"/>
                <a:gd name="T8" fmla="*/ 95 w 10"/>
                <a:gd name="T9" fmla="*/ 56 h 9"/>
                <a:gd name="T10" fmla="*/ 83 w 10"/>
                <a:gd name="T11" fmla="*/ 35 h 9"/>
                <a:gd name="T12" fmla="*/ 83 w 10"/>
                <a:gd name="T13" fmla="*/ 35 h 9"/>
                <a:gd name="T14" fmla="*/ 50 w 10"/>
                <a:gd name="T15" fmla="*/ 77 h 9"/>
                <a:gd name="T16" fmla="*/ 50 w 10"/>
                <a:gd name="T17" fmla="*/ 77 h 9"/>
                <a:gd name="T18" fmla="*/ 50 w 10"/>
                <a:gd name="T19" fmla="*/ 77 h 9"/>
                <a:gd name="T20" fmla="*/ 0 w 10"/>
                <a:gd name="T21" fmla="*/ 35 h 9"/>
                <a:gd name="T22" fmla="*/ 20 w 10"/>
                <a:gd name="T23" fmla="*/ 149 h 9"/>
                <a:gd name="T24" fmla="*/ 20 w 10"/>
                <a:gd name="T25" fmla="*/ 171 h 9"/>
                <a:gd name="T26" fmla="*/ 50 w 10"/>
                <a:gd name="T27" fmla="*/ 171 h 9"/>
                <a:gd name="T28" fmla="*/ 158 w 10"/>
                <a:gd name="T29" fmla="*/ 35 h 9"/>
                <a:gd name="T30" fmla="*/ 145 w 10"/>
                <a:gd name="T31" fmla="*/ 21 h 9"/>
                <a:gd name="T32" fmla="*/ 125 w 10"/>
                <a:gd name="T33" fmla="*/ 0 h 9"/>
                <a:gd name="T34" fmla="*/ 50 w 10"/>
                <a:gd name="T35" fmla="*/ 0 h 9"/>
                <a:gd name="T36" fmla="*/ 33 w 10"/>
                <a:gd name="T37" fmla="*/ 35 h 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" h="9">
                  <a:moveTo>
                    <a:pt x="2" y="2"/>
                  </a:moveTo>
                  <a:cubicBezTo>
                    <a:pt x="2" y="2"/>
                    <a:pt x="4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6" y="9"/>
                    <a:pt x="9" y="6"/>
                    <a:pt x="10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8" name="Freeform 1025">
              <a:extLst>
                <a:ext uri="{FF2B5EF4-FFF2-40B4-BE49-F238E27FC236}">
                  <a16:creationId xmlns:a16="http://schemas.microsoft.com/office/drawing/2014/main" id="{F45FE3C9-161A-4C33-A39A-440075C3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837"/>
              <a:ext cx="30" cy="29"/>
            </a:xfrm>
            <a:custGeom>
              <a:avLst/>
              <a:gdLst>
                <a:gd name="T0" fmla="*/ 95 w 12"/>
                <a:gd name="T1" fmla="*/ 0 h 11"/>
                <a:gd name="T2" fmla="*/ 0 w 12"/>
                <a:gd name="T3" fmla="*/ 111 h 11"/>
                <a:gd name="T4" fmla="*/ 0 w 12"/>
                <a:gd name="T5" fmla="*/ 145 h 11"/>
                <a:gd name="T6" fmla="*/ 125 w 12"/>
                <a:gd name="T7" fmla="*/ 166 h 11"/>
                <a:gd name="T8" fmla="*/ 158 w 12"/>
                <a:gd name="T9" fmla="*/ 34 h 11"/>
                <a:gd name="T10" fmla="*/ 113 w 12"/>
                <a:gd name="T11" fmla="*/ 21 h 11"/>
                <a:gd name="T12" fmla="*/ 95 w 12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3" y="1"/>
                    <a:pt x="0" y="3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3" y="11"/>
                    <a:pt x="6" y="11"/>
                    <a:pt x="8" y="9"/>
                  </a:cubicBezTo>
                  <a:cubicBezTo>
                    <a:pt x="10" y="8"/>
                    <a:pt x="12" y="4"/>
                    <a:pt x="10" y="2"/>
                  </a:cubicBezTo>
                  <a:cubicBezTo>
                    <a:pt x="10" y="2"/>
                    <a:pt x="9" y="1"/>
                    <a:pt x="7" y="1"/>
                  </a:cubicBezTo>
                  <a:cubicBezTo>
                    <a:pt x="7" y="1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9" name="Freeform 1026">
              <a:extLst>
                <a:ext uri="{FF2B5EF4-FFF2-40B4-BE49-F238E27FC236}">
                  <a16:creationId xmlns:a16="http://schemas.microsoft.com/office/drawing/2014/main" id="{E9864729-F76E-4FE1-97C1-AFB2D89D6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848"/>
              <a:ext cx="20" cy="18"/>
            </a:xfrm>
            <a:custGeom>
              <a:avLst/>
              <a:gdLst>
                <a:gd name="T0" fmla="*/ 0 w 8"/>
                <a:gd name="T1" fmla="*/ 67 h 7"/>
                <a:gd name="T2" fmla="*/ 0 w 8"/>
                <a:gd name="T3" fmla="*/ 100 h 7"/>
                <a:gd name="T4" fmla="*/ 50 w 8"/>
                <a:gd name="T5" fmla="*/ 100 h 7"/>
                <a:gd name="T6" fmla="*/ 113 w 8"/>
                <a:gd name="T7" fmla="*/ 85 h 7"/>
                <a:gd name="T8" fmla="*/ 113 w 8"/>
                <a:gd name="T9" fmla="*/ 33 h 7"/>
                <a:gd name="T10" fmla="*/ 63 w 8"/>
                <a:gd name="T11" fmla="*/ 21 h 7"/>
                <a:gd name="T12" fmla="*/ 33 w 8"/>
                <a:gd name="T13" fmla="*/ 33 h 7"/>
                <a:gd name="T14" fmla="*/ 63 w 8"/>
                <a:gd name="T15" fmla="*/ 33 h 7"/>
                <a:gd name="T16" fmla="*/ 83 w 8"/>
                <a:gd name="T17" fmla="*/ 54 h 7"/>
                <a:gd name="T18" fmla="*/ 50 w 8"/>
                <a:gd name="T19" fmla="*/ 67 h 7"/>
                <a:gd name="T20" fmla="*/ 33 w 8"/>
                <a:gd name="T21" fmla="*/ 0 h 7"/>
                <a:gd name="T22" fmla="*/ 0 w 8"/>
                <a:gd name="T23" fmla="*/ 67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1" y="7"/>
                    <a:pt x="2" y="7"/>
                    <a:pt x="3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7" y="2"/>
                  </a:cubicBezTo>
                  <a:cubicBezTo>
                    <a:pt x="7" y="1"/>
                    <a:pt x="5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1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2" y="3"/>
                    <a:pt x="2" y="1"/>
                    <a:pt x="2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0" name="Freeform 1027">
              <a:extLst>
                <a:ext uri="{FF2B5EF4-FFF2-40B4-BE49-F238E27FC236}">
                  <a16:creationId xmlns:a16="http://schemas.microsoft.com/office/drawing/2014/main" id="{C99EB146-F3C5-4914-91CF-726EA9A70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797"/>
              <a:ext cx="23" cy="24"/>
            </a:xfrm>
            <a:custGeom>
              <a:avLst/>
              <a:gdLst>
                <a:gd name="T0" fmla="*/ 20 w 9"/>
                <a:gd name="T1" fmla="*/ 56 h 9"/>
                <a:gd name="T2" fmla="*/ 0 w 9"/>
                <a:gd name="T3" fmla="*/ 77 h 9"/>
                <a:gd name="T4" fmla="*/ 0 w 9"/>
                <a:gd name="T5" fmla="*/ 93 h 9"/>
                <a:gd name="T6" fmla="*/ 0 w 9"/>
                <a:gd name="T7" fmla="*/ 115 h 9"/>
                <a:gd name="T8" fmla="*/ 0 w 9"/>
                <a:gd name="T9" fmla="*/ 115 h 9"/>
                <a:gd name="T10" fmla="*/ 0 w 9"/>
                <a:gd name="T11" fmla="*/ 115 h 9"/>
                <a:gd name="T12" fmla="*/ 20 w 9"/>
                <a:gd name="T13" fmla="*/ 171 h 9"/>
                <a:gd name="T14" fmla="*/ 130 w 9"/>
                <a:gd name="T15" fmla="*/ 136 h 9"/>
                <a:gd name="T16" fmla="*/ 151 w 9"/>
                <a:gd name="T17" fmla="*/ 93 h 9"/>
                <a:gd name="T18" fmla="*/ 130 w 9"/>
                <a:gd name="T19" fmla="*/ 56 h 9"/>
                <a:gd name="T20" fmla="*/ 66 w 9"/>
                <a:gd name="T21" fmla="*/ 21 h 9"/>
                <a:gd name="T22" fmla="*/ 84 w 9"/>
                <a:gd name="T23" fmla="*/ 0 h 9"/>
                <a:gd name="T24" fmla="*/ 20 w 9"/>
                <a:gd name="T25" fmla="*/ 56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9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9"/>
                  </a:cubicBezTo>
                  <a:cubicBezTo>
                    <a:pt x="4" y="9"/>
                    <a:pt x="6" y="9"/>
                    <a:pt x="8" y="7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4"/>
                    <a:pt x="9" y="4"/>
                    <a:pt x="8" y="3"/>
                  </a:cubicBezTo>
                  <a:cubicBezTo>
                    <a:pt x="7" y="2"/>
                    <a:pt x="6" y="1"/>
                    <a:pt x="4" y="1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1" name="Freeform 1028">
              <a:extLst>
                <a:ext uri="{FF2B5EF4-FFF2-40B4-BE49-F238E27FC236}">
                  <a16:creationId xmlns:a16="http://schemas.microsoft.com/office/drawing/2014/main" id="{B1EA2486-77D2-4BAF-88F7-03FEB9E022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2" y="2845"/>
              <a:ext cx="13" cy="13"/>
            </a:xfrm>
            <a:custGeom>
              <a:avLst/>
              <a:gdLst>
                <a:gd name="T0" fmla="*/ 0 w 5"/>
                <a:gd name="T1" fmla="*/ 21 h 5"/>
                <a:gd name="T2" fmla="*/ 0 w 5"/>
                <a:gd name="T3" fmla="*/ 55 h 5"/>
                <a:gd name="T4" fmla="*/ 0 w 5"/>
                <a:gd name="T5" fmla="*/ 68 h 5"/>
                <a:gd name="T6" fmla="*/ 34 w 5"/>
                <a:gd name="T7" fmla="*/ 88 h 5"/>
                <a:gd name="T8" fmla="*/ 88 w 5"/>
                <a:gd name="T9" fmla="*/ 68 h 5"/>
                <a:gd name="T10" fmla="*/ 88 w 5"/>
                <a:gd name="T11" fmla="*/ 68 h 5"/>
                <a:gd name="T12" fmla="*/ 55 w 5"/>
                <a:gd name="T13" fmla="*/ 34 h 5"/>
                <a:gd name="T14" fmla="*/ 21 w 5"/>
                <a:gd name="T15" fmla="*/ 34 h 5"/>
                <a:gd name="T16" fmla="*/ 68 w 5"/>
                <a:gd name="T17" fmla="*/ 21 h 5"/>
                <a:gd name="T18" fmla="*/ 0 w 5"/>
                <a:gd name="T19" fmla="*/ 21 h 5"/>
                <a:gd name="T20" fmla="*/ 34 w 5"/>
                <a:gd name="T21" fmla="*/ 88 h 5"/>
                <a:gd name="T22" fmla="*/ 55 w 5"/>
                <a:gd name="T23" fmla="*/ 88 h 5"/>
                <a:gd name="T24" fmla="*/ 34 w 5"/>
                <a:gd name="T25" fmla="*/ 88 h 5"/>
                <a:gd name="T26" fmla="*/ 34 w 5"/>
                <a:gd name="T27" fmla="*/ 88 h 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3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4" y="1"/>
                    <a:pt x="4" y="1"/>
                  </a:cubicBezTo>
                  <a:cubicBezTo>
                    <a:pt x="2" y="0"/>
                    <a:pt x="1" y="1"/>
                    <a:pt x="0" y="1"/>
                  </a:cubicBezTo>
                  <a:close/>
                  <a:moveTo>
                    <a:pt x="2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2" name="Freeform 1029">
              <a:extLst>
                <a:ext uri="{FF2B5EF4-FFF2-40B4-BE49-F238E27FC236}">
                  <a16:creationId xmlns:a16="http://schemas.microsoft.com/office/drawing/2014/main" id="{8C511585-E5E6-4F19-ADAA-060F62F4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776"/>
              <a:ext cx="25" cy="26"/>
            </a:xfrm>
            <a:custGeom>
              <a:avLst/>
              <a:gdLst>
                <a:gd name="T0" fmla="*/ 0 w 10"/>
                <a:gd name="T1" fmla="*/ 122 h 10"/>
                <a:gd name="T2" fmla="*/ 0 w 10"/>
                <a:gd name="T3" fmla="*/ 156 h 10"/>
                <a:gd name="T4" fmla="*/ 20 w 10"/>
                <a:gd name="T5" fmla="*/ 177 h 10"/>
                <a:gd name="T6" fmla="*/ 145 w 10"/>
                <a:gd name="T7" fmla="*/ 143 h 10"/>
                <a:gd name="T8" fmla="*/ 158 w 10"/>
                <a:gd name="T9" fmla="*/ 109 h 10"/>
                <a:gd name="T10" fmla="*/ 95 w 10"/>
                <a:gd name="T11" fmla="*/ 21 h 10"/>
                <a:gd name="T12" fmla="*/ 50 w 10"/>
                <a:gd name="T13" fmla="*/ 34 h 10"/>
                <a:gd name="T14" fmla="*/ 33 w 10"/>
                <a:gd name="T15" fmla="*/ 21 h 10"/>
                <a:gd name="T16" fmla="*/ 50 w 10"/>
                <a:gd name="T17" fmla="*/ 0 h 10"/>
                <a:gd name="T18" fmla="*/ 0 w 10"/>
                <a:gd name="T19" fmla="*/ 122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1" y="9"/>
                    <a:pt x="1" y="10"/>
                  </a:cubicBezTo>
                  <a:cubicBezTo>
                    <a:pt x="4" y="10"/>
                    <a:pt x="7" y="10"/>
                    <a:pt x="9" y="8"/>
                  </a:cubicBezTo>
                  <a:cubicBezTo>
                    <a:pt x="10" y="7"/>
                    <a:pt x="10" y="7"/>
                    <a:pt x="10" y="6"/>
                  </a:cubicBezTo>
                  <a:cubicBezTo>
                    <a:pt x="10" y="3"/>
                    <a:pt x="8" y="2"/>
                    <a:pt x="6" y="1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2" y="1"/>
                    <a:pt x="2" y="0"/>
                    <a:pt x="3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3" name="Freeform 1030">
              <a:extLst>
                <a:ext uri="{FF2B5EF4-FFF2-40B4-BE49-F238E27FC236}">
                  <a16:creationId xmlns:a16="http://schemas.microsoft.com/office/drawing/2014/main" id="{69FE4A2C-4F6C-4B43-ACFB-ACFF15AEA5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5" y="2762"/>
              <a:ext cx="25" cy="19"/>
            </a:xfrm>
            <a:custGeom>
              <a:avLst/>
              <a:gdLst>
                <a:gd name="T0" fmla="*/ 33 w 10"/>
                <a:gd name="T1" fmla="*/ 22 h 7"/>
                <a:gd name="T2" fmla="*/ 33 w 10"/>
                <a:gd name="T3" fmla="*/ 38 h 7"/>
                <a:gd name="T4" fmla="*/ 20 w 10"/>
                <a:gd name="T5" fmla="*/ 22 h 7"/>
                <a:gd name="T6" fmla="*/ 20 w 10"/>
                <a:gd name="T7" fmla="*/ 22 h 7"/>
                <a:gd name="T8" fmla="*/ 0 w 10"/>
                <a:gd name="T9" fmla="*/ 81 h 7"/>
                <a:gd name="T10" fmla="*/ 20 w 10"/>
                <a:gd name="T11" fmla="*/ 117 h 7"/>
                <a:gd name="T12" fmla="*/ 50 w 10"/>
                <a:gd name="T13" fmla="*/ 141 h 7"/>
                <a:gd name="T14" fmla="*/ 125 w 10"/>
                <a:gd name="T15" fmla="*/ 117 h 7"/>
                <a:gd name="T16" fmla="*/ 145 w 10"/>
                <a:gd name="T17" fmla="*/ 81 h 7"/>
                <a:gd name="T18" fmla="*/ 125 w 10"/>
                <a:gd name="T19" fmla="*/ 38 h 7"/>
                <a:gd name="T20" fmla="*/ 33 w 10"/>
                <a:gd name="T21" fmla="*/ 22 h 7"/>
                <a:gd name="T22" fmla="*/ 63 w 10"/>
                <a:gd name="T23" fmla="*/ 81 h 7"/>
                <a:gd name="T24" fmla="*/ 63 w 10"/>
                <a:gd name="T25" fmla="*/ 60 h 7"/>
                <a:gd name="T26" fmla="*/ 83 w 10"/>
                <a:gd name="T27" fmla="*/ 38 h 7"/>
                <a:gd name="T28" fmla="*/ 83 w 10"/>
                <a:gd name="T29" fmla="*/ 38 h 7"/>
                <a:gd name="T30" fmla="*/ 83 w 10"/>
                <a:gd name="T31" fmla="*/ 60 h 7"/>
                <a:gd name="T32" fmla="*/ 63 w 10"/>
                <a:gd name="T33" fmla="*/ 81 h 7"/>
                <a:gd name="T34" fmla="*/ 63 w 10"/>
                <a:gd name="T35" fmla="*/ 81 h 7"/>
                <a:gd name="T36" fmla="*/ 83 w 10"/>
                <a:gd name="T37" fmla="*/ 60 h 7"/>
                <a:gd name="T38" fmla="*/ 83 w 10"/>
                <a:gd name="T39" fmla="*/ 60 h 7"/>
                <a:gd name="T40" fmla="*/ 83 w 10"/>
                <a:gd name="T41" fmla="*/ 81 h 7"/>
                <a:gd name="T42" fmla="*/ 83 w 10"/>
                <a:gd name="T43" fmla="*/ 60 h 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" h="7">
                  <a:moveTo>
                    <a:pt x="2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2" y="7"/>
                    <a:pt x="2" y="7"/>
                    <a:pt x="3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5"/>
                    <a:pt x="9" y="4"/>
                  </a:cubicBezTo>
                  <a:cubicBezTo>
                    <a:pt x="10" y="3"/>
                    <a:pt x="9" y="3"/>
                    <a:pt x="8" y="2"/>
                  </a:cubicBezTo>
                  <a:cubicBezTo>
                    <a:pt x="6" y="0"/>
                    <a:pt x="4" y="1"/>
                    <a:pt x="2" y="1"/>
                  </a:cubicBezTo>
                  <a:close/>
                  <a:moveTo>
                    <a:pt x="4" y="4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4" name="Freeform 1031">
              <a:extLst>
                <a:ext uri="{FF2B5EF4-FFF2-40B4-BE49-F238E27FC236}">
                  <a16:creationId xmlns:a16="http://schemas.microsoft.com/office/drawing/2014/main" id="{5E6D0424-E030-4BBD-84AA-77B06ABD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813"/>
              <a:ext cx="15" cy="21"/>
            </a:xfrm>
            <a:custGeom>
              <a:avLst/>
              <a:gdLst>
                <a:gd name="T0" fmla="*/ 20 w 6"/>
                <a:gd name="T1" fmla="*/ 34 h 8"/>
                <a:gd name="T2" fmla="*/ 33 w 6"/>
                <a:gd name="T3" fmla="*/ 76 h 8"/>
                <a:gd name="T4" fmla="*/ 33 w 6"/>
                <a:gd name="T5" fmla="*/ 76 h 8"/>
                <a:gd name="T6" fmla="*/ 33 w 6"/>
                <a:gd name="T7" fmla="*/ 123 h 8"/>
                <a:gd name="T8" fmla="*/ 63 w 6"/>
                <a:gd name="T9" fmla="*/ 123 h 8"/>
                <a:gd name="T10" fmla="*/ 95 w 6"/>
                <a:gd name="T11" fmla="*/ 34 h 8"/>
                <a:gd name="T12" fmla="*/ 33 w 6"/>
                <a:gd name="T13" fmla="*/ 0 h 8"/>
                <a:gd name="T14" fmla="*/ 20 w 6"/>
                <a:gd name="T15" fmla="*/ 34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3" y="8"/>
                    <a:pt x="4" y="8"/>
                    <a:pt x="4" y="7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5" name="Freeform 1032">
              <a:extLst>
                <a:ext uri="{FF2B5EF4-FFF2-40B4-BE49-F238E27FC236}">
                  <a16:creationId xmlns:a16="http://schemas.microsoft.com/office/drawing/2014/main" id="{31BD2ED3-9BD3-4A0D-BFF5-2D9E567F4F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2" y="2880"/>
              <a:ext cx="33" cy="40"/>
            </a:xfrm>
            <a:custGeom>
              <a:avLst/>
              <a:gdLst>
                <a:gd name="T0" fmla="*/ 96 w 13"/>
                <a:gd name="T1" fmla="*/ 21 h 15"/>
                <a:gd name="T2" fmla="*/ 51 w 13"/>
                <a:gd name="T3" fmla="*/ 93 h 15"/>
                <a:gd name="T4" fmla="*/ 51 w 13"/>
                <a:gd name="T5" fmla="*/ 115 h 15"/>
                <a:gd name="T6" fmla="*/ 51 w 13"/>
                <a:gd name="T7" fmla="*/ 115 h 15"/>
                <a:gd name="T8" fmla="*/ 0 w 13"/>
                <a:gd name="T9" fmla="*/ 192 h 15"/>
                <a:gd name="T10" fmla="*/ 0 w 13"/>
                <a:gd name="T11" fmla="*/ 205 h 15"/>
                <a:gd name="T12" fmla="*/ 33 w 13"/>
                <a:gd name="T13" fmla="*/ 248 h 15"/>
                <a:gd name="T14" fmla="*/ 180 w 13"/>
                <a:gd name="T15" fmla="*/ 192 h 15"/>
                <a:gd name="T16" fmla="*/ 129 w 13"/>
                <a:gd name="T17" fmla="*/ 21 h 15"/>
                <a:gd name="T18" fmla="*/ 96 w 13"/>
                <a:gd name="T19" fmla="*/ 21 h 15"/>
                <a:gd name="T20" fmla="*/ 84 w 13"/>
                <a:gd name="T21" fmla="*/ 93 h 15"/>
                <a:gd name="T22" fmla="*/ 96 w 13"/>
                <a:gd name="T23" fmla="*/ 93 h 15"/>
                <a:gd name="T24" fmla="*/ 117 w 13"/>
                <a:gd name="T25" fmla="*/ 93 h 15"/>
                <a:gd name="T26" fmla="*/ 84 w 13"/>
                <a:gd name="T27" fmla="*/ 93 h 15"/>
                <a:gd name="T28" fmla="*/ 84 w 13"/>
                <a:gd name="T29" fmla="*/ 93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15">
                  <a:moveTo>
                    <a:pt x="6" y="1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7"/>
                    <a:pt x="1" y="8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1" y="12"/>
                    <a:pt x="2" y="13"/>
                  </a:cubicBezTo>
                  <a:cubicBezTo>
                    <a:pt x="6" y="15"/>
                    <a:pt x="10" y="13"/>
                    <a:pt x="11" y="10"/>
                  </a:cubicBezTo>
                  <a:cubicBezTo>
                    <a:pt x="13" y="7"/>
                    <a:pt x="13" y="3"/>
                    <a:pt x="8" y="1"/>
                  </a:cubicBezTo>
                  <a:cubicBezTo>
                    <a:pt x="7" y="0"/>
                    <a:pt x="7" y="0"/>
                    <a:pt x="6" y="1"/>
                  </a:cubicBezTo>
                  <a:close/>
                  <a:moveTo>
                    <a:pt x="5" y="5"/>
                  </a:moveTo>
                  <a:cubicBezTo>
                    <a:pt x="5" y="5"/>
                    <a:pt x="6" y="5"/>
                    <a:pt x="6" y="5"/>
                  </a:cubicBezTo>
                  <a:cubicBezTo>
                    <a:pt x="7" y="5"/>
                    <a:pt x="6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6" name="Freeform 1033">
              <a:extLst>
                <a:ext uri="{FF2B5EF4-FFF2-40B4-BE49-F238E27FC236}">
                  <a16:creationId xmlns:a16="http://schemas.microsoft.com/office/drawing/2014/main" id="{8C24E79F-B36A-4966-9D80-8DCD15BAB7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0" y="2890"/>
              <a:ext cx="17" cy="24"/>
            </a:xfrm>
            <a:custGeom>
              <a:avLst/>
              <a:gdLst>
                <a:gd name="T0" fmla="*/ 29 w 7"/>
                <a:gd name="T1" fmla="*/ 35 h 9"/>
                <a:gd name="T2" fmla="*/ 41 w 7"/>
                <a:gd name="T3" fmla="*/ 21 h 9"/>
                <a:gd name="T4" fmla="*/ 70 w 7"/>
                <a:gd name="T5" fmla="*/ 35 h 9"/>
                <a:gd name="T6" fmla="*/ 87 w 7"/>
                <a:gd name="T7" fmla="*/ 56 h 9"/>
                <a:gd name="T8" fmla="*/ 87 w 7"/>
                <a:gd name="T9" fmla="*/ 56 h 9"/>
                <a:gd name="T10" fmla="*/ 41 w 7"/>
                <a:gd name="T11" fmla="*/ 56 h 9"/>
                <a:gd name="T12" fmla="*/ 41 w 7"/>
                <a:gd name="T13" fmla="*/ 35 h 9"/>
                <a:gd name="T14" fmla="*/ 41 w 7"/>
                <a:gd name="T15" fmla="*/ 56 h 9"/>
                <a:gd name="T16" fmla="*/ 29 w 7"/>
                <a:gd name="T17" fmla="*/ 56 h 9"/>
                <a:gd name="T18" fmla="*/ 0 w 7"/>
                <a:gd name="T19" fmla="*/ 93 h 9"/>
                <a:gd name="T20" fmla="*/ 0 w 7"/>
                <a:gd name="T21" fmla="*/ 136 h 9"/>
                <a:gd name="T22" fmla="*/ 29 w 7"/>
                <a:gd name="T23" fmla="*/ 149 h 9"/>
                <a:gd name="T24" fmla="*/ 58 w 7"/>
                <a:gd name="T25" fmla="*/ 149 h 9"/>
                <a:gd name="T26" fmla="*/ 87 w 7"/>
                <a:gd name="T27" fmla="*/ 115 h 9"/>
                <a:gd name="T28" fmla="*/ 100 w 7"/>
                <a:gd name="T29" fmla="*/ 77 h 9"/>
                <a:gd name="T30" fmla="*/ 87 w 7"/>
                <a:gd name="T31" fmla="*/ 35 h 9"/>
                <a:gd name="T32" fmla="*/ 58 w 7"/>
                <a:gd name="T33" fmla="*/ 21 h 9"/>
                <a:gd name="T34" fmla="*/ 29 w 7"/>
                <a:gd name="T35" fmla="*/ 35 h 9"/>
                <a:gd name="T36" fmla="*/ 41 w 7"/>
                <a:gd name="T37" fmla="*/ 77 h 9"/>
                <a:gd name="T38" fmla="*/ 58 w 7"/>
                <a:gd name="T39" fmla="*/ 93 h 9"/>
                <a:gd name="T40" fmla="*/ 41 w 7"/>
                <a:gd name="T41" fmla="*/ 93 h 9"/>
                <a:gd name="T42" fmla="*/ 29 w 7"/>
                <a:gd name="T43" fmla="*/ 77 h 9"/>
                <a:gd name="T44" fmla="*/ 41 w 7"/>
                <a:gd name="T45" fmla="*/ 77 h 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" h="9">
                  <a:moveTo>
                    <a:pt x="2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4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9"/>
                    <a:pt x="3" y="8"/>
                    <a:pt x="4" y="8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7" y="4"/>
                    <a:pt x="7" y="4"/>
                  </a:cubicBezTo>
                  <a:cubicBezTo>
                    <a:pt x="7" y="3"/>
                    <a:pt x="7" y="2"/>
                    <a:pt x="6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  <a:close/>
                  <a:moveTo>
                    <a:pt x="3" y="4"/>
                  </a:move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7" name="Freeform 1034">
              <a:extLst>
                <a:ext uri="{FF2B5EF4-FFF2-40B4-BE49-F238E27FC236}">
                  <a16:creationId xmlns:a16="http://schemas.microsoft.com/office/drawing/2014/main" id="{A05678EF-2DF5-4647-A149-284E9D2DB8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35" y="2882"/>
              <a:ext cx="32" cy="30"/>
            </a:xfrm>
            <a:custGeom>
              <a:avLst/>
              <a:gdLst>
                <a:gd name="T0" fmla="*/ 74 w 13"/>
                <a:gd name="T1" fmla="*/ 0 h 11"/>
                <a:gd name="T2" fmla="*/ 12 w 13"/>
                <a:gd name="T3" fmla="*/ 104 h 11"/>
                <a:gd name="T4" fmla="*/ 62 w 13"/>
                <a:gd name="T5" fmla="*/ 202 h 11"/>
                <a:gd name="T6" fmla="*/ 182 w 13"/>
                <a:gd name="T7" fmla="*/ 142 h 11"/>
                <a:gd name="T8" fmla="*/ 182 w 13"/>
                <a:gd name="T9" fmla="*/ 104 h 11"/>
                <a:gd name="T10" fmla="*/ 133 w 13"/>
                <a:gd name="T11" fmla="*/ 22 h 11"/>
                <a:gd name="T12" fmla="*/ 103 w 13"/>
                <a:gd name="T13" fmla="*/ 22 h 11"/>
                <a:gd name="T14" fmla="*/ 74 w 13"/>
                <a:gd name="T15" fmla="*/ 0 h 11"/>
                <a:gd name="T16" fmla="*/ 91 w 13"/>
                <a:gd name="T17" fmla="*/ 104 h 11"/>
                <a:gd name="T18" fmla="*/ 91 w 13"/>
                <a:gd name="T19" fmla="*/ 104 h 11"/>
                <a:gd name="T20" fmla="*/ 91 w 13"/>
                <a:gd name="T21" fmla="*/ 104 h 11"/>
                <a:gd name="T22" fmla="*/ 91 w 13"/>
                <a:gd name="T23" fmla="*/ 104 h 11"/>
                <a:gd name="T24" fmla="*/ 91 w 13"/>
                <a:gd name="T25" fmla="*/ 104 h 11"/>
                <a:gd name="T26" fmla="*/ 91 w 13"/>
                <a:gd name="T27" fmla="*/ 104 h 11"/>
                <a:gd name="T28" fmla="*/ 91 w 13"/>
                <a:gd name="T29" fmla="*/ 104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2" y="1"/>
                    <a:pt x="1" y="3"/>
                    <a:pt x="1" y="5"/>
                  </a:cubicBezTo>
                  <a:cubicBezTo>
                    <a:pt x="0" y="7"/>
                    <a:pt x="2" y="9"/>
                    <a:pt x="4" y="10"/>
                  </a:cubicBezTo>
                  <a:cubicBezTo>
                    <a:pt x="5" y="10"/>
                    <a:pt x="9" y="11"/>
                    <a:pt x="12" y="7"/>
                  </a:cubicBezTo>
                  <a:cubicBezTo>
                    <a:pt x="12" y="6"/>
                    <a:pt x="13" y="5"/>
                    <a:pt x="12" y="5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6" y="0"/>
                    <a:pt x="6" y="0"/>
                    <a:pt x="5" y="0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8" name="Freeform 1035">
              <a:extLst>
                <a:ext uri="{FF2B5EF4-FFF2-40B4-BE49-F238E27FC236}">
                  <a16:creationId xmlns:a16="http://schemas.microsoft.com/office/drawing/2014/main" id="{0C2CBFFF-CA95-47A8-8063-447E3E3121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2" y="2842"/>
              <a:ext cx="20" cy="19"/>
            </a:xfrm>
            <a:custGeom>
              <a:avLst/>
              <a:gdLst>
                <a:gd name="T0" fmla="*/ 95 w 8"/>
                <a:gd name="T1" fmla="*/ 0 h 7"/>
                <a:gd name="T2" fmla="*/ 50 w 8"/>
                <a:gd name="T3" fmla="*/ 0 h 7"/>
                <a:gd name="T4" fmla="*/ 20 w 8"/>
                <a:gd name="T5" fmla="*/ 38 h 7"/>
                <a:gd name="T6" fmla="*/ 33 w 8"/>
                <a:gd name="T7" fmla="*/ 22 h 7"/>
                <a:gd name="T8" fmla="*/ 83 w 8"/>
                <a:gd name="T9" fmla="*/ 0 h 7"/>
                <a:gd name="T10" fmla="*/ 95 w 8"/>
                <a:gd name="T11" fmla="*/ 60 h 7"/>
                <a:gd name="T12" fmla="*/ 63 w 8"/>
                <a:gd name="T13" fmla="*/ 81 h 7"/>
                <a:gd name="T14" fmla="*/ 50 w 8"/>
                <a:gd name="T15" fmla="*/ 60 h 7"/>
                <a:gd name="T16" fmla="*/ 33 w 8"/>
                <a:gd name="T17" fmla="*/ 81 h 7"/>
                <a:gd name="T18" fmla="*/ 0 w 8"/>
                <a:gd name="T19" fmla="*/ 22 h 7"/>
                <a:gd name="T20" fmla="*/ 20 w 8"/>
                <a:gd name="T21" fmla="*/ 117 h 7"/>
                <a:gd name="T22" fmla="*/ 33 w 8"/>
                <a:gd name="T23" fmla="*/ 141 h 7"/>
                <a:gd name="T24" fmla="*/ 63 w 8"/>
                <a:gd name="T25" fmla="*/ 117 h 7"/>
                <a:gd name="T26" fmla="*/ 83 w 8"/>
                <a:gd name="T27" fmla="*/ 103 h 7"/>
                <a:gd name="T28" fmla="*/ 113 w 8"/>
                <a:gd name="T29" fmla="*/ 60 h 7"/>
                <a:gd name="T30" fmla="*/ 125 w 8"/>
                <a:gd name="T31" fmla="*/ 22 h 7"/>
                <a:gd name="T32" fmla="*/ 95 w 8"/>
                <a:gd name="T33" fmla="*/ 0 h 7"/>
                <a:gd name="T34" fmla="*/ 33 w 8"/>
                <a:gd name="T35" fmla="*/ 38 h 7"/>
                <a:gd name="T36" fmla="*/ 20 w 8"/>
                <a:gd name="T37" fmla="*/ 60 h 7"/>
                <a:gd name="T38" fmla="*/ 50 w 8"/>
                <a:gd name="T39" fmla="*/ 22 h 7"/>
                <a:gd name="T40" fmla="*/ 50 w 8"/>
                <a:gd name="T41" fmla="*/ 22 h 7"/>
                <a:gd name="T42" fmla="*/ 33 w 8"/>
                <a:gd name="T43" fmla="*/ 38 h 7"/>
                <a:gd name="T44" fmla="*/ 50 w 8"/>
                <a:gd name="T45" fmla="*/ 22 h 7"/>
                <a:gd name="T46" fmla="*/ 33 w 8"/>
                <a:gd name="T47" fmla="*/ 38 h 7"/>
                <a:gd name="T48" fmla="*/ 50 w 8"/>
                <a:gd name="T49" fmla="*/ 60 h 7"/>
                <a:gd name="T50" fmla="*/ 50 w 8"/>
                <a:gd name="T51" fmla="*/ 60 h 7"/>
                <a:gd name="T52" fmla="*/ 63 w 8"/>
                <a:gd name="T53" fmla="*/ 38 h 7"/>
                <a:gd name="T54" fmla="*/ 50 w 8"/>
                <a:gd name="T55" fmla="*/ 22 h 7"/>
                <a:gd name="T56" fmla="*/ 50 w 8"/>
                <a:gd name="T57" fmla="*/ 22 h 7"/>
                <a:gd name="T58" fmla="*/ 63 w 8"/>
                <a:gd name="T59" fmla="*/ 38 h 7"/>
                <a:gd name="T60" fmla="*/ 63 w 8"/>
                <a:gd name="T61" fmla="*/ 38 h 7"/>
                <a:gd name="T62" fmla="*/ 63 w 8"/>
                <a:gd name="T63" fmla="*/ 60 h 7"/>
                <a:gd name="T64" fmla="*/ 63 w 8"/>
                <a:gd name="T65" fmla="*/ 38 h 7"/>
                <a:gd name="T66" fmla="*/ 63 w 8"/>
                <a:gd name="T67" fmla="*/ 38 h 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6" y="3"/>
                    <a:pt x="5" y="4"/>
                    <a:pt x="4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3"/>
                    <a:pt x="3" y="3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2" y="7"/>
                  </a:cubicBezTo>
                  <a:cubicBezTo>
                    <a:pt x="3" y="7"/>
                    <a:pt x="4" y="6"/>
                    <a:pt x="4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close/>
                  <a:moveTo>
                    <a:pt x="2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2" y="2"/>
                  </a:lnTo>
                  <a:close/>
                  <a:moveTo>
                    <a:pt x="3" y="1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9" name="Freeform 1036">
              <a:extLst>
                <a:ext uri="{FF2B5EF4-FFF2-40B4-BE49-F238E27FC236}">
                  <a16:creationId xmlns:a16="http://schemas.microsoft.com/office/drawing/2014/main" id="{B3E2D684-60DA-4E6D-B784-CD962C0D0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840"/>
              <a:ext cx="25" cy="24"/>
            </a:xfrm>
            <a:custGeom>
              <a:avLst/>
              <a:gdLst>
                <a:gd name="T0" fmla="*/ 83 w 10"/>
                <a:gd name="T1" fmla="*/ 0 h 9"/>
                <a:gd name="T2" fmla="*/ 20 w 10"/>
                <a:gd name="T3" fmla="*/ 56 h 9"/>
                <a:gd name="T4" fmla="*/ 33 w 10"/>
                <a:gd name="T5" fmla="*/ 149 h 9"/>
                <a:gd name="T6" fmla="*/ 63 w 10"/>
                <a:gd name="T7" fmla="*/ 171 h 9"/>
                <a:gd name="T8" fmla="*/ 158 w 10"/>
                <a:gd name="T9" fmla="*/ 115 h 9"/>
                <a:gd name="T10" fmla="*/ 158 w 10"/>
                <a:gd name="T11" fmla="*/ 77 h 9"/>
                <a:gd name="T12" fmla="*/ 125 w 10"/>
                <a:gd name="T13" fmla="*/ 21 h 9"/>
                <a:gd name="T14" fmla="*/ 95 w 10"/>
                <a:gd name="T15" fmla="*/ 21 h 9"/>
                <a:gd name="T16" fmla="*/ 83 w 10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7" y="9"/>
                    <a:pt x="9" y="8"/>
                    <a:pt x="10" y="6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3"/>
                    <a:pt x="9" y="2"/>
                    <a:pt x="8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6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0" name="Freeform 1037">
              <a:extLst>
                <a:ext uri="{FF2B5EF4-FFF2-40B4-BE49-F238E27FC236}">
                  <a16:creationId xmlns:a16="http://schemas.microsoft.com/office/drawing/2014/main" id="{B4FBEB90-5ACB-4F1B-B044-544B95077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84"/>
              <a:ext cx="22" cy="24"/>
            </a:xfrm>
            <a:custGeom>
              <a:avLst/>
              <a:gdLst>
                <a:gd name="T0" fmla="*/ 12 w 9"/>
                <a:gd name="T1" fmla="*/ 136 h 9"/>
                <a:gd name="T2" fmla="*/ 29 w 9"/>
                <a:gd name="T3" fmla="*/ 149 h 9"/>
                <a:gd name="T4" fmla="*/ 42 w 9"/>
                <a:gd name="T5" fmla="*/ 171 h 9"/>
                <a:gd name="T6" fmla="*/ 103 w 9"/>
                <a:gd name="T7" fmla="*/ 136 h 9"/>
                <a:gd name="T8" fmla="*/ 120 w 9"/>
                <a:gd name="T9" fmla="*/ 93 h 9"/>
                <a:gd name="T10" fmla="*/ 120 w 9"/>
                <a:gd name="T11" fmla="*/ 56 h 9"/>
                <a:gd name="T12" fmla="*/ 103 w 9"/>
                <a:gd name="T13" fmla="*/ 35 h 9"/>
                <a:gd name="T14" fmla="*/ 90 w 9"/>
                <a:gd name="T15" fmla="*/ 21 h 9"/>
                <a:gd name="T16" fmla="*/ 59 w 9"/>
                <a:gd name="T17" fmla="*/ 21 h 9"/>
                <a:gd name="T18" fmla="*/ 42 w 9"/>
                <a:gd name="T19" fmla="*/ 35 h 9"/>
                <a:gd name="T20" fmla="*/ 42 w 9"/>
                <a:gd name="T21" fmla="*/ 35 h 9"/>
                <a:gd name="T22" fmla="*/ 59 w 9"/>
                <a:gd name="T23" fmla="*/ 0 h 9"/>
                <a:gd name="T24" fmla="*/ 12 w 9"/>
                <a:gd name="T25" fmla="*/ 136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9">
                  <a:moveTo>
                    <a:pt x="1" y="7"/>
                  </a:moveTo>
                  <a:cubicBezTo>
                    <a:pt x="1" y="8"/>
                    <a:pt x="1" y="8"/>
                    <a:pt x="2" y="8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9" y="5"/>
                    <a:pt x="8" y="4"/>
                    <a:pt x="8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0" y="2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1" name="Freeform 1038">
              <a:extLst>
                <a:ext uri="{FF2B5EF4-FFF2-40B4-BE49-F238E27FC236}">
                  <a16:creationId xmlns:a16="http://schemas.microsoft.com/office/drawing/2014/main" id="{1253A35D-15CE-4D8F-8BC9-A94ADBAA7A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0" y="2784"/>
              <a:ext cx="15" cy="16"/>
            </a:xfrm>
            <a:custGeom>
              <a:avLst/>
              <a:gdLst>
                <a:gd name="T0" fmla="*/ 83 w 6"/>
                <a:gd name="T1" fmla="*/ 21 h 6"/>
                <a:gd name="T2" fmla="*/ 83 w 6"/>
                <a:gd name="T3" fmla="*/ 21 h 6"/>
                <a:gd name="T4" fmla="*/ 83 w 6"/>
                <a:gd name="T5" fmla="*/ 0 h 6"/>
                <a:gd name="T6" fmla="*/ 83 w 6"/>
                <a:gd name="T7" fmla="*/ 21 h 6"/>
                <a:gd name="T8" fmla="*/ 33 w 6"/>
                <a:gd name="T9" fmla="*/ 21 h 6"/>
                <a:gd name="T10" fmla="*/ 20 w 6"/>
                <a:gd name="T11" fmla="*/ 35 h 6"/>
                <a:gd name="T12" fmla="*/ 20 w 6"/>
                <a:gd name="T13" fmla="*/ 35 h 6"/>
                <a:gd name="T14" fmla="*/ 20 w 6"/>
                <a:gd name="T15" fmla="*/ 56 h 6"/>
                <a:gd name="T16" fmla="*/ 33 w 6"/>
                <a:gd name="T17" fmla="*/ 77 h 6"/>
                <a:gd name="T18" fmla="*/ 63 w 6"/>
                <a:gd name="T19" fmla="*/ 35 h 6"/>
                <a:gd name="T20" fmla="*/ 50 w 6"/>
                <a:gd name="T21" fmla="*/ 21 h 6"/>
                <a:gd name="T22" fmla="*/ 33 w 6"/>
                <a:gd name="T23" fmla="*/ 21 h 6"/>
                <a:gd name="T24" fmla="*/ 20 w 6"/>
                <a:gd name="T25" fmla="*/ 21 h 6"/>
                <a:gd name="T26" fmla="*/ 33 w 6"/>
                <a:gd name="T27" fmla="*/ 21 h 6"/>
                <a:gd name="T28" fmla="*/ 33 w 6"/>
                <a:gd name="T29" fmla="*/ 21 h 6"/>
                <a:gd name="T30" fmla="*/ 20 w 6"/>
                <a:gd name="T31" fmla="*/ 21 h 6"/>
                <a:gd name="T32" fmla="*/ 0 w 6"/>
                <a:gd name="T33" fmla="*/ 77 h 6"/>
                <a:gd name="T34" fmla="*/ 20 w 6"/>
                <a:gd name="T35" fmla="*/ 93 h 6"/>
                <a:gd name="T36" fmla="*/ 50 w 6"/>
                <a:gd name="T37" fmla="*/ 93 h 6"/>
                <a:gd name="T38" fmla="*/ 95 w 6"/>
                <a:gd name="T39" fmla="*/ 56 h 6"/>
                <a:gd name="T40" fmla="*/ 95 w 6"/>
                <a:gd name="T41" fmla="*/ 56 h 6"/>
                <a:gd name="T42" fmla="*/ 83 w 6"/>
                <a:gd name="T43" fmla="*/ 21 h 6"/>
                <a:gd name="T44" fmla="*/ 83 w 6"/>
                <a:gd name="T45" fmla="*/ 35 h 6"/>
                <a:gd name="T46" fmla="*/ 63 w 6"/>
                <a:gd name="T47" fmla="*/ 77 h 6"/>
                <a:gd name="T48" fmla="*/ 33 w 6"/>
                <a:gd name="T49" fmla="*/ 77 h 6"/>
                <a:gd name="T50" fmla="*/ 20 w 6"/>
                <a:gd name="T51" fmla="*/ 56 h 6"/>
                <a:gd name="T52" fmla="*/ 0 w 6"/>
                <a:gd name="T53" fmla="*/ 21 h 6"/>
                <a:gd name="T54" fmla="*/ 0 w 6"/>
                <a:gd name="T55" fmla="*/ 77 h 6"/>
                <a:gd name="T56" fmla="*/ 63 w 6"/>
                <a:gd name="T57" fmla="*/ 35 h 6"/>
                <a:gd name="T58" fmla="*/ 63 w 6"/>
                <a:gd name="T59" fmla="*/ 35 h 6"/>
                <a:gd name="T60" fmla="*/ 63 w 6"/>
                <a:gd name="T61" fmla="*/ 56 h 6"/>
                <a:gd name="T62" fmla="*/ 63 w 6"/>
                <a:gd name="T63" fmla="*/ 35 h 6"/>
                <a:gd name="T64" fmla="*/ 63 w 6"/>
                <a:gd name="T65" fmla="*/ 35 h 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1"/>
                    <a:pt x="5" y="1"/>
                  </a:cubicBezTo>
                  <a:close/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lose/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lnTo>
                    <a:pt x="1" y="1"/>
                  </a:lnTo>
                  <a:close/>
                  <a:moveTo>
                    <a:pt x="0" y="4"/>
                  </a:moveTo>
                  <a:cubicBezTo>
                    <a:pt x="0" y="5"/>
                    <a:pt x="0" y="5"/>
                    <a:pt x="1" y="5"/>
                  </a:cubicBezTo>
                  <a:cubicBezTo>
                    <a:pt x="2" y="6"/>
                    <a:pt x="2" y="6"/>
                    <a:pt x="3" y="5"/>
                  </a:cubicBezTo>
                  <a:cubicBezTo>
                    <a:pt x="4" y="5"/>
                    <a:pt x="5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2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4" y="4"/>
                    <a:pt x="2" y="4"/>
                    <a:pt x="2" y="4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lnTo>
                    <a:pt x="0" y="4"/>
                  </a:ln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2" name="Freeform 1039">
              <a:extLst>
                <a:ext uri="{FF2B5EF4-FFF2-40B4-BE49-F238E27FC236}">
                  <a16:creationId xmlns:a16="http://schemas.microsoft.com/office/drawing/2014/main" id="{1DB44A4C-A81F-49A4-B523-F993BFD5A5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0" y="2808"/>
              <a:ext cx="17" cy="18"/>
            </a:xfrm>
            <a:custGeom>
              <a:avLst/>
              <a:gdLst>
                <a:gd name="T0" fmla="*/ 12 w 7"/>
                <a:gd name="T1" fmla="*/ 21 h 7"/>
                <a:gd name="T2" fmla="*/ 12 w 7"/>
                <a:gd name="T3" fmla="*/ 100 h 7"/>
                <a:gd name="T4" fmla="*/ 41 w 7"/>
                <a:gd name="T5" fmla="*/ 118 h 7"/>
                <a:gd name="T6" fmla="*/ 58 w 7"/>
                <a:gd name="T7" fmla="*/ 118 h 7"/>
                <a:gd name="T8" fmla="*/ 100 w 7"/>
                <a:gd name="T9" fmla="*/ 67 h 7"/>
                <a:gd name="T10" fmla="*/ 87 w 7"/>
                <a:gd name="T11" fmla="*/ 33 h 7"/>
                <a:gd name="T12" fmla="*/ 41 w 7"/>
                <a:gd name="T13" fmla="*/ 21 h 7"/>
                <a:gd name="T14" fmla="*/ 12 w 7"/>
                <a:gd name="T15" fmla="*/ 21 h 7"/>
                <a:gd name="T16" fmla="*/ 29 w 7"/>
                <a:gd name="T17" fmla="*/ 67 h 7"/>
                <a:gd name="T18" fmla="*/ 29 w 7"/>
                <a:gd name="T19" fmla="*/ 67 h 7"/>
                <a:gd name="T20" fmla="*/ 41 w 7"/>
                <a:gd name="T21" fmla="*/ 33 h 7"/>
                <a:gd name="T22" fmla="*/ 29 w 7"/>
                <a:gd name="T23" fmla="*/ 67 h 7"/>
                <a:gd name="T24" fmla="*/ 29 w 7"/>
                <a:gd name="T25" fmla="*/ 67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1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6"/>
                    <a:pt x="7" y="4"/>
                    <a:pt x="7" y="4"/>
                  </a:cubicBezTo>
                  <a:cubicBezTo>
                    <a:pt x="7" y="3"/>
                    <a:pt x="6" y="2"/>
                    <a:pt x="6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3" name="Freeform 1040">
              <a:extLst>
                <a:ext uri="{FF2B5EF4-FFF2-40B4-BE49-F238E27FC236}">
                  <a16:creationId xmlns:a16="http://schemas.microsoft.com/office/drawing/2014/main" id="{DCBB242A-380C-40A3-8967-968FCFFA9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752"/>
              <a:ext cx="25" cy="24"/>
            </a:xfrm>
            <a:custGeom>
              <a:avLst/>
              <a:gdLst>
                <a:gd name="T0" fmla="*/ 33 w 10"/>
                <a:gd name="T1" fmla="*/ 56 h 9"/>
                <a:gd name="T2" fmla="*/ 33 w 10"/>
                <a:gd name="T3" fmla="*/ 56 h 9"/>
                <a:gd name="T4" fmla="*/ 0 w 10"/>
                <a:gd name="T5" fmla="*/ 77 h 9"/>
                <a:gd name="T6" fmla="*/ 0 w 10"/>
                <a:gd name="T7" fmla="*/ 93 h 9"/>
                <a:gd name="T8" fmla="*/ 20 w 10"/>
                <a:gd name="T9" fmla="*/ 136 h 9"/>
                <a:gd name="T10" fmla="*/ 145 w 10"/>
                <a:gd name="T11" fmla="*/ 93 h 9"/>
                <a:gd name="T12" fmla="*/ 158 w 10"/>
                <a:gd name="T13" fmla="*/ 77 h 9"/>
                <a:gd name="T14" fmla="*/ 145 w 10"/>
                <a:gd name="T15" fmla="*/ 35 h 9"/>
                <a:gd name="T16" fmla="*/ 33 w 10"/>
                <a:gd name="T17" fmla="*/ 5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9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4" y="9"/>
                    <a:pt x="7" y="8"/>
                    <a:pt x="9" y="5"/>
                  </a:cubicBezTo>
                  <a:cubicBezTo>
                    <a:pt x="10" y="5"/>
                    <a:pt x="10" y="4"/>
                    <a:pt x="10" y="4"/>
                  </a:cubicBezTo>
                  <a:cubicBezTo>
                    <a:pt x="10" y="3"/>
                    <a:pt x="9" y="2"/>
                    <a:pt x="9" y="2"/>
                  </a:cubicBezTo>
                  <a:cubicBezTo>
                    <a:pt x="5" y="0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4" name="Freeform 1041">
              <a:extLst>
                <a:ext uri="{FF2B5EF4-FFF2-40B4-BE49-F238E27FC236}">
                  <a16:creationId xmlns:a16="http://schemas.microsoft.com/office/drawing/2014/main" id="{C6194488-A026-472A-9328-63E6EE2220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5" y="2762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33 w 6"/>
                <a:gd name="T3" fmla="*/ 22 h 5"/>
                <a:gd name="T4" fmla="*/ 50 w 6"/>
                <a:gd name="T5" fmla="*/ 48 h 5"/>
                <a:gd name="T6" fmla="*/ 50 w 6"/>
                <a:gd name="T7" fmla="*/ 62 h 5"/>
                <a:gd name="T8" fmla="*/ 50 w 6"/>
                <a:gd name="T9" fmla="*/ 87 h 5"/>
                <a:gd name="T10" fmla="*/ 50 w 6"/>
                <a:gd name="T11" fmla="*/ 109 h 5"/>
                <a:gd name="T12" fmla="*/ 83 w 6"/>
                <a:gd name="T13" fmla="*/ 22 h 5"/>
                <a:gd name="T14" fmla="*/ 50 w 6"/>
                <a:gd name="T15" fmla="*/ 0 h 5"/>
                <a:gd name="T16" fmla="*/ 33 w 6"/>
                <a:gd name="T17" fmla="*/ 22 h 5"/>
                <a:gd name="T18" fmla="*/ 0 w 6"/>
                <a:gd name="T19" fmla="*/ 22 h 5"/>
                <a:gd name="T20" fmla="*/ 20 w 6"/>
                <a:gd name="T21" fmla="*/ 22 h 5"/>
                <a:gd name="T22" fmla="*/ 33 w 6"/>
                <a:gd name="T23" fmla="*/ 22 h 5"/>
                <a:gd name="T24" fmla="*/ 0 w 6"/>
                <a:gd name="T25" fmla="*/ 22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6" y="3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lose/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5" name="Freeform 1042">
              <a:extLst>
                <a:ext uri="{FF2B5EF4-FFF2-40B4-BE49-F238E27FC236}">
                  <a16:creationId xmlns:a16="http://schemas.microsoft.com/office/drawing/2014/main" id="{E6C09268-8B51-458D-AF54-565A8561A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893"/>
              <a:ext cx="22" cy="29"/>
            </a:xfrm>
            <a:custGeom>
              <a:avLst/>
              <a:gdLst>
                <a:gd name="T0" fmla="*/ 71 w 9"/>
                <a:gd name="T1" fmla="*/ 0 h 11"/>
                <a:gd name="T2" fmla="*/ 59 w 9"/>
                <a:gd name="T3" fmla="*/ 21 h 11"/>
                <a:gd name="T4" fmla="*/ 12 w 9"/>
                <a:gd name="T5" fmla="*/ 111 h 11"/>
                <a:gd name="T6" fmla="*/ 12 w 9"/>
                <a:gd name="T7" fmla="*/ 145 h 11"/>
                <a:gd name="T8" fmla="*/ 29 w 9"/>
                <a:gd name="T9" fmla="*/ 166 h 11"/>
                <a:gd name="T10" fmla="*/ 42 w 9"/>
                <a:gd name="T11" fmla="*/ 182 h 11"/>
                <a:gd name="T12" fmla="*/ 90 w 9"/>
                <a:gd name="T13" fmla="*/ 200 h 11"/>
                <a:gd name="T14" fmla="*/ 132 w 9"/>
                <a:gd name="T15" fmla="*/ 124 h 11"/>
                <a:gd name="T16" fmla="*/ 103 w 9"/>
                <a:gd name="T17" fmla="*/ 21 h 11"/>
                <a:gd name="T18" fmla="*/ 71 w 9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5" y="0"/>
                    <a:pt x="4" y="0"/>
                    <a:pt x="4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4" y="11"/>
                    <a:pt x="5" y="11"/>
                    <a:pt x="6" y="11"/>
                  </a:cubicBezTo>
                  <a:cubicBezTo>
                    <a:pt x="7" y="10"/>
                    <a:pt x="9" y="8"/>
                    <a:pt x="9" y="7"/>
                  </a:cubicBezTo>
                  <a:cubicBezTo>
                    <a:pt x="9" y="5"/>
                    <a:pt x="9" y="3"/>
                    <a:pt x="7" y="1"/>
                  </a:cubicBezTo>
                  <a:cubicBezTo>
                    <a:pt x="6" y="1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6" name="Freeform 1043">
              <a:extLst>
                <a:ext uri="{FF2B5EF4-FFF2-40B4-BE49-F238E27FC236}">
                  <a16:creationId xmlns:a16="http://schemas.microsoft.com/office/drawing/2014/main" id="{6655DA8D-5D13-4C0A-9ACB-C6557AC3DB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0" y="2850"/>
              <a:ext cx="17" cy="22"/>
            </a:xfrm>
            <a:custGeom>
              <a:avLst/>
              <a:gdLst>
                <a:gd name="T0" fmla="*/ 0 w 7"/>
                <a:gd name="T1" fmla="*/ 107 h 8"/>
                <a:gd name="T2" fmla="*/ 12 w 7"/>
                <a:gd name="T3" fmla="*/ 143 h 8"/>
                <a:gd name="T4" fmla="*/ 29 w 7"/>
                <a:gd name="T5" fmla="*/ 168 h 8"/>
                <a:gd name="T6" fmla="*/ 100 w 7"/>
                <a:gd name="T7" fmla="*/ 83 h 8"/>
                <a:gd name="T8" fmla="*/ 100 w 7"/>
                <a:gd name="T9" fmla="*/ 83 h 8"/>
                <a:gd name="T10" fmla="*/ 100 w 7"/>
                <a:gd name="T11" fmla="*/ 83 h 8"/>
                <a:gd name="T12" fmla="*/ 100 w 7"/>
                <a:gd name="T13" fmla="*/ 83 h 8"/>
                <a:gd name="T14" fmla="*/ 100 w 7"/>
                <a:gd name="T15" fmla="*/ 83 h 8"/>
                <a:gd name="T16" fmla="*/ 70 w 7"/>
                <a:gd name="T17" fmla="*/ 47 h 8"/>
                <a:gd name="T18" fmla="*/ 58 w 7"/>
                <a:gd name="T19" fmla="*/ 61 h 8"/>
                <a:gd name="T20" fmla="*/ 58 w 7"/>
                <a:gd name="T21" fmla="*/ 61 h 8"/>
                <a:gd name="T22" fmla="*/ 41 w 7"/>
                <a:gd name="T23" fmla="*/ 47 h 8"/>
                <a:gd name="T24" fmla="*/ 58 w 7"/>
                <a:gd name="T25" fmla="*/ 0 h 8"/>
                <a:gd name="T26" fmla="*/ 0 w 7"/>
                <a:gd name="T27" fmla="*/ 107 h 8"/>
                <a:gd name="T28" fmla="*/ 41 w 7"/>
                <a:gd name="T29" fmla="*/ 61 h 8"/>
                <a:gd name="T30" fmla="*/ 41 w 7"/>
                <a:gd name="T31" fmla="*/ 61 h 8"/>
                <a:gd name="T32" fmla="*/ 29 w 7"/>
                <a:gd name="T33" fmla="*/ 83 h 8"/>
                <a:gd name="T34" fmla="*/ 41 w 7"/>
                <a:gd name="T35" fmla="*/ 61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0" y="6"/>
                    <a:pt x="0" y="6"/>
                    <a:pt x="1" y="7"/>
                  </a:cubicBezTo>
                  <a:cubicBezTo>
                    <a:pt x="1" y="7"/>
                    <a:pt x="2" y="8"/>
                    <a:pt x="2" y="8"/>
                  </a:cubicBezTo>
                  <a:cubicBezTo>
                    <a:pt x="5" y="8"/>
                    <a:pt x="7" y="7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3" y="1"/>
                    <a:pt x="1" y="2"/>
                    <a:pt x="0" y="5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7" name="Freeform 1044">
              <a:extLst>
                <a:ext uri="{FF2B5EF4-FFF2-40B4-BE49-F238E27FC236}">
                  <a16:creationId xmlns:a16="http://schemas.microsoft.com/office/drawing/2014/main" id="{65C9A21F-9135-449D-8927-9F569A466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781"/>
              <a:ext cx="23" cy="24"/>
            </a:xfrm>
            <a:custGeom>
              <a:avLst/>
              <a:gdLst>
                <a:gd name="T0" fmla="*/ 66 w 9"/>
                <a:gd name="T1" fmla="*/ 21 h 9"/>
                <a:gd name="T2" fmla="*/ 66 w 9"/>
                <a:gd name="T3" fmla="*/ 21 h 9"/>
                <a:gd name="T4" fmla="*/ 0 w 9"/>
                <a:gd name="T5" fmla="*/ 56 h 9"/>
                <a:gd name="T6" fmla="*/ 0 w 9"/>
                <a:gd name="T7" fmla="*/ 93 h 9"/>
                <a:gd name="T8" fmla="*/ 66 w 9"/>
                <a:gd name="T9" fmla="*/ 171 h 9"/>
                <a:gd name="T10" fmla="*/ 151 w 9"/>
                <a:gd name="T11" fmla="*/ 93 h 9"/>
                <a:gd name="T12" fmla="*/ 118 w 9"/>
                <a:gd name="T13" fmla="*/ 21 h 9"/>
                <a:gd name="T14" fmla="*/ 66 w 9"/>
                <a:gd name="T15" fmla="*/ 21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7" y="9"/>
                    <a:pt x="8" y="7"/>
                    <a:pt x="9" y="5"/>
                  </a:cubicBezTo>
                  <a:cubicBezTo>
                    <a:pt x="9" y="3"/>
                    <a:pt x="9" y="1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8" name="Freeform 1045">
              <a:extLst>
                <a:ext uri="{FF2B5EF4-FFF2-40B4-BE49-F238E27FC236}">
                  <a16:creationId xmlns:a16="http://schemas.microsoft.com/office/drawing/2014/main" id="{5B34DE4C-FC86-4231-A34C-9925BB96D6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0" y="2914"/>
              <a:ext cx="15" cy="22"/>
            </a:xfrm>
            <a:custGeom>
              <a:avLst/>
              <a:gdLst>
                <a:gd name="T0" fmla="*/ 33 w 6"/>
                <a:gd name="T1" fmla="*/ 22 h 8"/>
                <a:gd name="T2" fmla="*/ 20 w 6"/>
                <a:gd name="T3" fmla="*/ 22 h 8"/>
                <a:gd name="T4" fmla="*/ 20 w 6"/>
                <a:gd name="T5" fmla="*/ 22 h 8"/>
                <a:gd name="T6" fmla="*/ 0 w 6"/>
                <a:gd name="T7" fmla="*/ 47 h 8"/>
                <a:gd name="T8" fmla="*/ 0 w 6"/>
                <a:gd name="T9" fmla="*/ 61 h 8"/>
                <a:gd name="T10" fmla="*/ 0 w 6"/>
                <a:gd name="T11" fmla="*/ 129 h 8"/>
                <a:gd name="T12" fmla="*/ 33 w 6"/>
                <a:gd name="T13" fmla="*/ 168 h 8"/>
                <a:gd name="T14" fmla="*/ 63 w 6"/>
                <a:gd name="T15" fmla="*/ 143 h 8"/>
                <a:gd name="T16" fmla="*/ 95 w 6"/>
                <a:gd name="T17" fmla="*/ 83 h 8"/>
                <a:gd name="T18" fmla="*/ 95 w 6"/>
                <a:gd name="T19" fmla="*/ 61 h 8"/>
                <a:gd name="T20" fmla="*/ 83 w 6"/>
                <a:gd name="T21" fmla="*/ 47 h 8"/>
                <a:gd name="T22" fmla="*/ 63 w 6"/>
                <a:gd name="T23" fmla="*/ 22 h 8"/>
                <a:gd name="T24" fmla="*/ 50 w 6"/>
                <a:gd name="T25" fmla="*/ 0 h 8"/>
                <a:gd name="T26" fmla="*/ 33 w 6"/>
                <a:gd name="T27" fmla="*/ 22 h 8"/>
                <a:gd name="T28" fmla="*/ 20 w 6"/>
                <a:gd name="T29" fmla="*/ 83 h 8"/>
                <a:gd name="T30" fmla="*/ 20 w 6"/>
                <a:gd name="T31" fmla="*/ 83 h 8"/>
                <a:gd name="T32" fmla="*/ 33 w 6"/>
                <a:gd name="T33" fmla="*/ 83 h 8"/>
                <a:gd name="T34" fmla="*/ 20 w 6"/>
                <a:gd name="T35" fmla="*/ 83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2" y="8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9" name="Freeform 1046">
              <a:extLst>
                <a:ext uri="{FF2B5EF4-FFF2-40B4-BE49-F238E27FC236}">
                  <a16:creationId xmlns:a16="http://schemas.microsoft.com/office/drawing/2014/main" id="{35BE3957-5A0A-411D-8DD8-FFE13207F7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7" y="2880"/>
              <a:ext cx="18" cy="24"/>
            </a:xfrm>
            <a:custGeom>
              <a:avLst/>
              <a:gdLst>
                <a:gd name="T0" fmla="*/ 21 w 7"/>
                <a:gd name="T1" fmla="*/ 21 h 9"/>
                <a:gd name="T2" fmla="*/ 0 w 7"/>
                <a:gd name="T3" fmla="*/ 35 h 9"/>
                <a:gd name="T4" fmla="*/ 0 w 7"/>
                <a:gd name="T5" fmla="*/ 56 h 9"/>
                <a:gd name="T6" fmla="*/ 0 w 7"/>
                <a:gd name="T7" fmla="*/ 93 h 9"/>
                <a:gd name="T8" fmla="*/ 33 w 7"/>
                <a:gd name="T9" fmla="*/ 171 h 9"/>
                <a:gd name="T10" fmla="*/ 85 w 7"/>
                <a:gd name="T11" fmla="*/ 149 h 9"/>
                <a:gd name="T12" fmla="*/ 100 w 7"/>
                <a:gd name="T13" fmla="*/ 77 h 9"/>
                <a:gd name="T14" fmla="*/ 54 w 7"/>
                <a:gd name="T15" fmla="*/ 0 h 9"/>
                <a:gd name="T16" fmla="*/ 21 w 7"/>
                <a:gd name="T17" fmla="*/ 21 h 9"/>
                <a:gd name="T18" fmla="*/ 67 w 7"/>
                <a:gd name="T19" fmla="*/ 77 h 9"/>
                <a:gd name="T20" fmla="*/ 67 w 7"/>
                <a:gd name="T21" fmla="*/ 77 h 9"/>
                <a:gd name="T22" fmla="*/ 67 w 7"/>
                <a:gd name="T23" fmla="*/ 77 h 9"/>
                <a:gd name="T24" fmla="*/ 67 w 7"/>
                <a:gd name="T25" fmla="*/ 77 h 9"/>
                <a:gd name="T26" fmla="*/ 67 w 7"/>
                <a:gd name="T27" fmla="*/ 77 h 9"/>
                <a:gd name="T28" fmla="*/ 54 w 7"/>
                <a:gd name="T29" fmla="*/ 93 h 9"/>
                <a:gd name="T30" fmla="*/ 33 w 7"/>
                <a:gd name="T31" fmla="*/ 93 h 9"/>
                <a:gd name="T32" fmla="*/ 67 w 7"/>
                <a:gd name="T33" fmla="*/ 77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9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6"/>
                    <a:pt x="0" y="8"/>
                    <a:pt x="2" y="9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7" y="6"/>
                    <a:pt x="7" y="5"/>
                    <a:pt x="6" y="4"/>
                  </a:cubicBez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4" y="4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3" y="4"/>
                    <a:pt x="3" y="4"/>
                    <a:pt x="4" y="4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0" name="Freeform 1047">
              <a:extLst>
                <a:ext uri="{FF2B5EF4-FFF2-40B4-BE49-F238E27FC236}">
                  <a16:creationId xmlns:a16="http://schemas.microsoft.com/office/drawing/2014/main" id="{539EBE7A-F670-456F-BE79-ACF1A49EAE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7" y="2888"/>
              <a:ext cx="15" cy="18"/>
            </a:xfrm>
            <a:custGeom>
              <a:avLst/>
              <a:gdLst>
                <a:gd name="T0" fmla="*/ 63 w 6"/>
                <a:gd name="T1" fmla="*/ 0 h 7"/>
                <a:gd name="T2" fmla="*/ 20 w 6"/>
                <a:gd name="T3" fmla="*/ 54 h 7"/>
                <a:gd name="T4" fmla="*/ 0 w 6"/>
                <a:gd name="T5" fmla="*/ 33 h 7"/>
                <a:gd name="T6" fmla="*/ 0 w 6"/>
                <a:gd name="T7" fmla="*/ 54 h 7"/>
                <a:gd name="T8" fmla="*/ 0 w 6"/>
                <a:gd name="T9" fmla="*/ 54 h 7"/>
                <a:gd name="T10" fmla="*/ 0 w 6"/>
                <a:gd name="T11" fmla="*/ 54 h 7"/>
                <a:gd name="T12" fmla="*/ 0 w 6"/>
                <a:gd name="T13" fmla="*/ 54 h 7"/>
                <a:gd name="T14" fmla="*/ 20 w 6"/>
                <a:gd name="T15" fmla="*/ 85 h 7"/>
                <a:gd name="T16" fmla="*/ 33 w 6"/>
                <a:gd name="T17" fmla="*/ 118 h 7"/>
                <a:gd name="T18" fmla="*/ 63 w 6"/>
                <a:gd name="T19" fmla="*/ 100 h 7"/>
                <a:gd name="T20" fmla="*/ 83 w 6"/>
                <a:gd name="T21" fmla="*/ 85 h 7"/>
                <a:gd name="T22" fmla="*/ 95 w 6"/>
                <a:gd name="T23" fmla="*/ 54 h 7"/>
                <a:gd name="T24" fmla="*/ 95 w 6"/>
                <a:gd name="T25" fmla="*/ 33 h 7"/>
                <a:gd name="T26" fmla="*/ 83 w 6"/>
                <a:gd name="T27" fmla="*/ 21 h 7"/>
                <a:gd name="T28" fmla="*/ 63 w 6"/>
                <a:gd name="T29" fmla="*/ 0 h 7"/>
                <a:gd name="T30" fmla="*/ 50 w 6"/>
                <a:gd name="T31" fmla="*/ 33 h 7"/>
                <a:gd name="T32" fmla="*/ 83 w 6"/>
                <a:gd name="T33" fmla="*/ 54 h 7"/>
                <a:gd name="T34" fmla="*/ 50 w 6"/>
                <a:gd name="T35" fmla="*/ 85 h 7"/>
                <a:gd name="T36" fmla="*/ 50 w 6"/>
                <a:gd name="T37" fmla="*/ 85 h 7"/>
                <a:gd name="T38" fmla="*/ 33 w 6"/>
                <a:gd name="T39" fmla="*/ 54 h 7"/>
                <a:gd name="T40" fmla="*/ 33 w 6"/>
                <a:gd name="T41" fmla="*/ 54 h 7"/>
                <a:gd name="T42" fmla="*/ 33 w 6"/>
                <a:gd name="T43" fmla="*/ 33 h 7"/>
                <a:gd name="T44" fmla="*/ 50 w 6"/>
                <a:gd name="T45" fmla="*/ 33 h 7"/>
                <a:gd name="T46" fmla="*/ 63 w 6"/>
                <a:gd name="T47" fmla="*/ 85 h 7"/>
                <a:gd name="T48" fmla="*/ 50 w 6"/>
                <a:gd name="T49" fmla="*/ 85 h 7"/>
                <a:gd name="T50" fmla="*/ 63 w 6"/>
                <a:gd name="T51" fmla="*/ 85 h 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0"/>
                    <a:pt x="1" y="1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6"/>
                    <a:pt x="2" y="7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lose/>
                  <a:moveTo>
                    <a:pt x="3" y="2"/>
                  </a:moveTo>
                  <a:cubicBezTo>
                    <a:pt x="4" y="2"/>
                    <a:pt x="5" y="3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lose/>
                  <a:moveTo>
                    <a:pt x="4" y="5"/>
                  </a:move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1" name="Freeform 1048">
              <a:extLst>
                <a:ext uri="{FF2B5EF4-FFF2-40B4-BE49-F238E27FC236}">
                  <a16:creationId xmlns:a16="http://schemas.microsoft.com/office/drawing/2014/main" id="{776AAC42-FAF0-4BFD-A475-DEA37B6A9B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7" y="2824"/>
              <a:ext cx="15" cy="18"/>
            </a:xfrm>
            <a:custGeom>
              <a:avLst/>
              <a:gdLst>
                <a:gd name="T0" fmla="*/ 33 w 6"/>
                <a:gd name="T1" fmla="*/ 0 h 7"/>
                <a:gd name="T2" fmla="*/ 20 w 6"/>
                <a:gd name="T3" fmla="*/ 21 h 7"/>
                <a:gd name="T4" fmla="*/ 0 w 6"/>
                <a:gd name="T5" fmla="*/ 21 h 7"/>
                <a:gd name="T6" fmla="*/ 0 w 6"/>
                <a:gd name="T7" fmla="*/ 0 h 7"/>
                <a:gd name="T8" fmla="*/ 0 w 6"/>
                <a:gd name="T9" fmla="*/ 85 h 7"/>
                <a:gd name="T10" fmla="*/ 20 w 6"/>
                <a:gd name="T11" fmla="*/ 118 h 7"/>
                <a:gd name="T12" fmla="*/ 50 w 6"/>
                <a:gd name="T13" fmla="*/ 100 h 7"/>
                <a:gd name="T14" fmla="*/ 63 w 6"/>
                <a:gd name="T15" fmla="*/ 100 h 7"/>
                <a:gd name="T16" fmla="*/ 95 w 6"/>
                <a:gd name="T17" fmla="*/ 54 h 7"/>
                <a:gd name="T18" fmla="*/ 95 w 6"/>
                <a:gd name="T19" fmla="*/ 33 h 7"/>
                <a:gd name="T20" fmla="*/ 63 w 6"/>
                <a:gd name="T21" fmla="*/ 0 h 7"/>
                <a:gd name="T22" fmla="*/ 33 w 6"/>
                <a:gd name="T23" fmla="*/ 0 h 7"/>
                <a:gd name="T24" fmla="*/ 33 w 6"/>
                <a:gd name="T25" fmla="*/ 33 h 7"/>
                <a:gd name="T26" fmla="*/ 50 w 6"/>
                <a:gd name="T27" fmla="*/ 54 h 7"/>
                <a:gd name="T28" fmla="*/ 33 w 6"/>
                <a:gd name="T29" fmla="*/ 54 h 7"/>
                <a:gd name="T30" fmla="*/ 33 w 6"/>
                <a:gd name="T31" fmla="*/ 33 h 7"/>
                <a:gd name="T32" fmla="*/ 33 w 6"/>
                <a:gd name="T33" fmla="*/ 33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7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1"/>
                    <a:pt x="4" y="0"/>
                  </a:cubicBezTo>
                  <a:cubicBezTo>
                    <a:pt x="4" y="0"/>
                    <a:pt x="2" y="0"/>
                    <a:pt x="2" y="0"/>
                  </a:cubicBezTo>
                  <a:close/>
                  <a:moveTo>
                    <a:pt x="2" y="2"/>
                  </a:moveTo>
                  <a:cubicBezTo>
                    <a:pt x="2" y="2"/>
                    <a:pt x="3" y="2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2" name="Freeform 1049">
              <a:extLst>
                <a:ext uri="{FF2B5EF4-FFF2-40B4-BE49-F238E27FC236}">
                  <a16:creationId xmlns:a16="http://schemas.microsoft.com/office/drawing/2014/main" id="{31F8AFBA-EA9B-410E-87D4-21C3F34CC6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0" y="2946"/>
              <a:ext cx="12" cy="19"/>
            </a:xfrm>
            <a:custGeom>
              <a:avLst/>
              <a:gdLst>
                <a:gd name="T0" fmla="*/ 0 w 5"/>
                <a:gd name="T1" fmla="*/ 22 h 7"/>
                <a:gd name="T2" fmla="*/ 0 w 5"/>
                <a:gd name="T3" fmla="*/ 38 h 7"/>
                <a:gd name="T4" fmla="*/ 0 w 5"/>
                <a:gd name="T5" fmla="*/ 60 h 7"/>
                <a:gd name="T6" fmla="*/ 0 w 5"/>
                <a:gd name="T7" fmla="*/ 81 h 7"/>
                <a:gd name="T8" fmla="*/ 0 w 5"/>
                <a:gd name="T9" fmla="*/ 103 h 7"/>
                <a:gd name="T10" fmla="*/ 29 w 5"/>
                <a:gd name="T11" fmla="*/ 141 h 7"/>
                <a:gd name="T12" fmla="*/ 58 w 5"/>
                <a:gd name="T13" fmla="*/ 103 h 7"/>
                <a:gd name="T14" fmla="*/ 70 w 5"/>
                <a:gd name="T15" fmla="*/ 38 h 7"/>
                <a:gd name="T16" fmla="*/ 41 w 5"/>
                <a:gd name="T17" fmla="*/ 0 h 7"/>
                <a:gd name="T18" fmla="*/ 0 w 5"/>
                <a:gd name="T19" fmla="*/ 22 h 7"/>
                <a:gd name="T20" fmla="*/ 41 w 5"/>
                <a:gd name="T21" fmla="*/ 22 h 7"/>
                <a:gd name="T22" fmla="*/ 58 w 5"/>
                <a:gd name="T23" fmla="*/ 60 h 7"/>
                <a:gd name="T24" fmla="*/ 41 w 5"/>
                <a:gd name="T25" fmla="*/ 81 h 7"/>
                <a:gd name="T26" fmla="*/ 12 w 5"/>
                <a:gd name="T27" fmla="*/ 38 h 7"/>
                <a:gd name="T28" fmla="*/ 41 w 5"/>
                <a:gd name="T29" fmla="*/ 22 h 7"/>
                <a:gd name="T30" fmla="*/ 58 w 5"/>
                <a:gd name="T31" fmla="*/ 60 h 7"/>
                <a:gd name="T32" fmla="*/ 70 w 5"/>
                <a:gd name="T33" fmla="*/ 60 h 7"/>
                <a:gd name="T34" fmla="*/ 41 w 5"/>
                <a:gd name="T35" fmla="*/ 81 h 7"/>
                <a:gd name="T36" fmla="*/ 58 w 5"/>
                <a:gd name="T37" fmla="*/ 60 h 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  <a:moveTo>
                    <a:pt x="3" y="1"/>
                  </a:move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lose/>
                  <a:moveTo>
                    <a:pt x="4" y="3"/>
                  </a:moveTo>
                  <a:cubicBezTo>
                    <a:pt x="4" y="3"/>
                    <a:pt x="5" y="3"/>
                    <a:pt x="5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3" name="Freeform 1050">
              <a:extLst>
                <a:ext uri="{FF2B5EF4-FFF2-40B4-BE49-F238E27FC236}">
                  <a16:creationId xmlns:a16="http://schemas.microsoft.com/office/drawing/2014/main" id="{15E30466-98D4-4397-9D71-37FCC9DB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933"/>
              <a:ext cx="22" cy="29"/>
            </a:xfrm>
            <a:custGeom>
              <a:avLst/>
              <a:gdLst>
                <a:gd name="T0" fmla="*/ 42 w 9"/>
                <a:gd name="T1" fmla="*/ 21 h 11"/>
                <a:gd name="T2" fmla="*/ 12 w 9"/>
                <a:gd name="T3" fmla="*/ 76 h 11"/>
                <a:gd name="T4" fmla="*/ 12 w 9"/>
                <a:gd name="T5" fmla="*/ 90 h 11"/>
                <a:gd name="T6" fmla="*/ 0 w 9"/>
                <a:gd name="T7" fmla="*/ 111 h 11"/>
                <a:gd name="T8" fmla="*/ 0 w 9"/>
                <a:gd name="T9" fmla="*/ 124 h 11"/>
                <a:gd name="T10" fmla="*/ 0 w 9"/>
                <a:gd name="T11" fmla="*/ 166 h 11"/>
                <a:gd name="T12" fmla="*/ 90 w 9"/>
                <a:gd name="T13" fmla="*/ 182 h 11"/>
                <a:gd name="T14" fmla="*/ 132 w 9"/>
                <a:gd name="T15" fmla="*/ 90 h 11"/>
                <a:gd name="T16" fmla="*/ 71 w 9"/>
                <a:gd name="T17" fmla="*/ 21 h 11"/>
                <a:gd name="T18" fmla="*/ 42 w 9"/>
                <a:gd name="T19" fmla="*/ 2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2" y="11"/>
                    <a:pt x="4" y="11"/>
                    <a:pt x="6" y="10"/>
                  </a:cubicBezTo>
                  <a:cubicBezTo>
                    <a:pt x="8" y="10"/>
                    <a:pt x="9" y="8"/>
                    <a:pt x="9" y="5"/>
                  </a:cubicBezTo>
                  <a:cubicBezTo>
                    <a:pt x="9" y="3"/>
                    <a:pt x="8" y="1"/>
                    <a:pt x="5" y="1"/>
                  </a:cubicBezTo>
                  <a:cubicBezTo>
                    <a:pt x="4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4" name="Freeform 1051">
              <a:extLst>
                <a:ext uri="{FF2B5EF4-FFF2-40B4-BE49-F238E27FC236}">
                  <a16:creationId xmlns:a16="http://schemas.microsoft.com/office/drawing/2014/main" id="{7F607AFE-CBB0-4300-AF05-907ED499A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925"/>
              <a:ext cx="22" cy="27"/>
            </a:xfrm>
            <a:custGeom>
              <a:avLst/>
              <a:gdLst>
                <a:gd name="T0" fmla="*/ 0 w 9"/>
                <a:gd name="T1" fmla="*/ 38 h 10"/>
                <a:gd name="T2" fmla="*/ 0 w 9"/>
                <a:gd name="T3" fmla="*/ 81 h 10"/>
                <a:gd name="T4" fmla="*/ 12 w 9"/>
                <a:gd name="T5" fmla="*/ 116 h 10"/>
                <a:gd name="T6" fmla="*/ 42 w 9"/>
                <a:gd name="T7" fmla="*/ 138 h 10"/>
                <a:gd name="T8" fmla="*/ 42 w 9"/>
                <a:gd name="T9" fmla="*/ 138 h 10"/>
                <a:gd name="T10" fmla="*/ 59 w 9"/>
                <a:gd name="T11" fmla="*/ 176 h 10"/>
                <a:gd name="T12" fmla="*/ 90 w 9"/>
                <a:gd name="T13" fmla="*/ 197 h 10"/>
                <a:gd name="T14" fmla="*/ 120 w 9"/>
                <a:gd name="T15" fmla="*/ 176 h 10"/>
                <a:gd name="T16" fmla="*/ 132 w 9"/>
                <a:gd name="T17" fmla="*/ 59 h 10"/>
                <a:gd name="T18" fmla="*/ 29 w 9"/>
                <a:gd name="T19" fmla="*/ 0 h 10"/>
                <a:gd name="T20" fmla="*/ 0 w 9"/>
                <a:gd name="T21" fmla="*/ 38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4" y="9"/>
                  </a:cubicBezTo>
                  <a:cubicBezTo>
                    <a:pt x="4" y="9"/>
                    <a:pt x="5" y="10"/>
                    <a:pt x="6" y="10"/>
                  </a:cubicBezTo>
                  <a:cubicBezTo>
                    <a:pt x="6" y="10"/>
                    <a:pt x="7" y="9"/>
                    <a:pt x="8" y="9"/>
                  </a:cubicBezTo>
                  <a:cubicBezTo>
                    <a:pt x="9" y="7"/>
                    <a:pt x="9" y="5"/>
                    <a:pt x="9" y="3"/>
                  </a:cubicBezTo>
                  <a:cubicBezTo>
                    <a:pt x="8" y="1"/>
                    <a:pt x="5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5" name="Freeform 1052">
              <a:extLst>
                <a:ext uri="{FF2B5EF4-FFF2-40B4-BE49-F238E27FC236}">
                  <a16:creationId xmlns:a16="http://schemas.microsoft.com/office/drawing/2014/main" id="{82153853-AB41-4CD0-9F04-EB281C1A6C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5" y="2933"/>
              <a:ext cx="22" cy="16"/>
            </a:xfrm>
            <a:custGeom>
              <a:avLst/>
              <a:gdLst>
                <a:gd name="T0" fmla="*/ 90 w 9"/>
                <a:gd name="T1" fmla="*/ 0 h 6"/>
                <a:gd name="T2" fmla="*/ 29 w 9"/>
                <a:gd name="T3" fmla="*/ 21 h 6"/>
                <a:gd name="T4" fmla="*/ 12 w 9"/>
                <a:gd name="T5" fmla="*/ 35 h 6"/>
                <a:gd name="T6" fmla="*/ 0 w 9"/>
                <a:gd name="T7" fmla="*/ 56 h 6"/>
                <a:gd name="T8" fmla="*/ 12 w 9"/>
                <a:gd name="T9" fmla="*/ 93 h 6"/>
                <a:gd name="T10" fmla="*/ 42 w 9"/>
                <a:gd name="T11" fmla="*/ 115 h 6"/>
                <a:gd name="T12" fmla="*/ 42 w 9"/>
                <a:gd name="T13" fmla="*/ 115 h 6"/>
                <a:gd name="T14" fmla="*/ 59 w 9"/>
                <a:gd name="T15" fmla="*/ 115 h 6"/>
                <a:gd name="T16" fmla="*/ 71 w 9"/>
                <a:gd name="T17" fmla="*/ 115 h 6"/>
                <a:gd name="T18" fmla="*/ 90 w 9"/>
                <a:gd name="T19" fmla="*/ 115 h 6"/>
                <a:gd name="T20" fmla="*/ 120 w 9"/>
                <a:gd name="T21" fmla="*/ 56 h 6"/>
                <a:gd name="T22" fmla="*/ 132 w 9"/>
                <a:gd name="T23" fmla="*/ 35 h 6"/>
                <a:gd name="T24" fmla="*/ 120 w 9"/>
                <a:gd name="T25" fmla="*/ 21 h 6"/>
                <a:gd name="T26" fmla="*/ 90 w 9"/>
                <a:gd name="T27" fmla="*/ 0 h 6"/>
                <a:gd name="T28" fmla="*/ 59 w 9"/>
                <a:gd name="T29" fmla="*/ 77 h 6"/>
                <a:gd name="T30" fmla="*/ 42 w 9"/>
                <a:gd name="T31" fmla="*/ 56 h 6"/>
                <a:gd name="T32" fmla="*/ 59 w 9"/>
                <a:gd name="T33" fmla="*/ 35 h 6"/>
                <a:gd name="T34" fmla="*/ 59 w 9"/>
                <a:gd name="T35" fmla="*/ 35 h 6"/>
                <a:gd name="T36" fmla="*/ 71 w 9"/>
                <a:gd name="T37" fmla="*/ 77 h 6"/>
                <a:gd name="T38" fmla="*/ 71 w 9"/>
                <a:gd name="T39" fmla="*/ 77 h 6"/>
                <a:gd name="T40" fmla="*/ 71 w 9"/>
                <a:gd name="T41" fmla="*/ 77 h 6"/>
                <a:gd name="T42" fmla="*/ 59 w 9"/>
                <a:gd name="T43" fmla="*/ 77 h 6"/>
                <a:gd name="T44" fmla="*/ 59 w 9"/>
                <a:gd name="T45" fmla="*/ 35 h 6"/>
                <a:gd name="T46" fmla="*/ 59 w 9"/>
                <a:gd name="T47" fmla="*/ 35 h 6"/>
                <a:gd name="T48" fmla="*/ 90 w 9"/>
                <a:gd name="T49" fmla="*/ 56 h 6"/>
                <a:gd name="T50" fmla="*/ 90 w 9"/>
                <a:gd name="T51" fmla="*/ 56 h 6"/>
                <a:gd name="T52" fmla="*/ 90 w 9"/>
                <a:gd name="T53" fmla="*/ 56 h 6"/>
                <a:gd name="T54" fmla="*/ 71 w 9"/>
                <a:gd name="T55" fmla="*/ 35 h 6"/>
                <a:gd name="T56" fmla="*/ 71 w 9"/>
                <a:gd name="T57" fmla="*/ 35 h 6"/>
                <a:gd name="T58" fmla="*/ 71 w 9"/>
                <a:gd name="T59" fmla="*/ 35 h 6"/>
                <a:gd name="T60" fmla="*/ 59 w 9"/>
                <a:gd name="T61" fmla="*/ 35 h 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" h="6">
                  <a:moveTo>
                    <a:pt x="6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0"/>
                    <a:pt x="7" y="0"/>
                    <a:pt x="6" y="0"/>
                  </a:cubicBezTo>
                  <a:close/>
                  <a:moveTo>
                    <a:pt x="4" y="4"/>
                  </a:move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6" name="Freeform 1053">
              <a:extLst>
                <a:ext uri="{FF2B5EF4-FFF2-40B4-BE49-F238E27FC236}">
                  <a16:creationId xmlns:a16="http://schemas.microsoft.com/office/drawing/2014/main" id="{2CEDCE84-3418-4107-85AB-C801912C32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7" y="2938"/>
              <a:ext cx="23" cy="30"/>
            </a:xfrm>
            <a:custGeom>
              <a:avLst/>
              <a:gdLst>
                <a:gd name="T0" fmla="*/ 66 w 9"/>
                <a:gd name="T1" fmla="*/ 0 h 11"/>
                <a:gd name="T2" fmla="*/ 20 w 9"/>
                <a:gd name="T3" fmla="*/ 82 h 11"/>
                <a:gd name="T4" fmla="*/ 20 w 9"/>
                <a:gd name="T5" fmla="*/ 82 h 11"/>
                <a:gd name="T6" fmla="*/ 33 w 9"/>
                <a:gd name="T7" fmla="*/ 104 h 11"/>
                <a:gd name="T8" fmla="*/ 0 w 9"/>
                <a:gd name="T9" fmla="*/ 164 h 11"/>
                <a:gd name="T10" fmla="*/ 20 w 9"/>
                <a:gd name="T11" fmla="*/ 202 h 11"/>
                <a:gd name="T12" fmla="*/ 51 w 9"/>
                <a:gd name="T13" fmla="*/ 224 h 11"/>
                <a:gd name="T14" fmla="*/ 151 w 9"/>
                <a:gd name="T15" fmla="*/ 120 h 11"/>
                <a:gd name="T16" fmla="*/ 84 w 9"/>
                <a:gd name="T17" fmla="*/ 0 h 11"/>
                <a:gd name="T18" fmla="*/ 66 w 9"/>
                <a:gd name="T19" fmla="*/ 0 h 11"/>
                <a:gd name="T20" fmla="*/ 84 w 9"/>
                <a:gd name="T21" fmla="*/ 104 h 11"/>
                <a:gd name="T22" fmla="*/ 84 w 9"/>
                <a:gd name="T23" fmla="*/ 104 h 11"/>
                <a:gd name="T24" fmla="*/ 84 w 9"/>
                <a:gd name="T25" fmla="*/ 104 h 11"/>
                <a:gd name="T26" fmla="*/ 84 w 9"/>
                <a:gd name="T27" fmla="*/ 104 h 11"/>
                <a:gd name="T28" fmla="*/ 84 w 9"/>
                <a:gd name="T29" fmla="*/ 104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2" y="1"/>
                    <a:pt x="1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9"/>
                    <a:pt x="1" y="9"/>
                    <a:pt x="1" y="10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6" y="11"/>
                    <a:pt x="9" y="9"/>
                    <a:pt x="9" y="6"/>
                  </a:cubicBezTo>
                  <a:cubicBezTo>
                    <a:pt x="9" y="4"/>
                    <a:pt x="8" y="2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lose/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7" name="Freeform 1054">
              <a:extLst>
                <a:ext uri="{FF2B5EF4-FFF2-40B4-BE49-F238E27FC236}">
                  <a16:creationId xmlns:a16="http://schemas.microsoft.com/office/drawing/2014/main" id="{460B35A3-0265-4BFC-AD14-2B2F4007A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981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12 w 7"/>
                <a:gd name="T3" fmla="*/ 38 h 7"/>
                <a:gd name="T4" fmla="*/ 41 w 7"/>
                <a:gd name="T5" fmla="*/ 22 h 7"/>
                <a:gd name="T6" fmla="*/ 0 w 7"/>
                <a:gd name="T7" fmla="*/ 81 h 7"/>
                <a:gd name="T8" fmla="*/ 29 w 7"/>
                <a:gd name="T9" fmla="*/ 117 h 7"/>
                <a:gd name="T10" fmla="*/ 58 w 7"/>
                <a:gd name="T11" fmla="*/ 103 h 7"/>
                <a:gd name="T12" fmla="*/ 70 w 7"/>
                <a:gd name="T13" fmla="*/ 117 h 7"/>
                <a:gd name="T14" fmla="*/ 100 w 7"/>
                <a:gd name="T15" fmla="*/ 22 h 7"/>
                <a:gd name="T16" fmla="*/ 41 w 7"/>
                <a:gd name="T17" fmla="*/ 0 h 7"/>
                <a:gd name="T18" fmla="*/ 12 w 7"/>
                <a:gd name="T19" fmla="*/ 22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7"/>
                    <a:pt x="3" y="6"/>
                    <a:pt x="4" y="5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7" y="5"/>
                    <a:pt x="7" y="3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8" name="Freeform 1055">
              <a:extLst>
                <a:ext uri="{FF2B5EF4-FFF2-40B4-BE49-F238E27FC236}">
                  <a16:creationId xmlns:a16="http://schemas.microsoft.com/office/drawing/2014/main" id="{46847E17-8FA3-4876-9380-AC816DD82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67" y="3045"/>
              <a:ext cx="23" cy="27"/>
            </a:xfrm>
            <a:custGeom>
              <a:avLst/>
              <a:gdLst>
                <a:gd name="T0" fmla="*/ 51 w 9"/>
                <a:gd name="T1" fmla="*/ 38 h 10"/>
                <a:gd name="T2" fmla="*/ 66 w 9"/>
                <a:gd name="T3" fmla="*/ 22 h 10"/>
                <a:gd name="T4" fmla="*/ 118 w 9"/>
                <a:gd name="T5" fmla="*/ 38 h 10"/>
                <a:gd name="T6" fmla="*/ 97 w 9"/>
                <a:gd name="T7" fmla="*/ 103 h 10"/>
                <a:gd name="T8" fmla="*/ 84 w 9"/>
                <a:gd name="T9" fmla="*/ 103 h 10"/>
                <a:gd name="T10" fmla="*/ 84 w 9"/>
                <a:gd name="T11" fmla="*/ 59 h 10"/>
                <a:gd name="T12" fmla="*/ 84 w 9"/>
                <a:gd name="T13" fmla="*/ 59 h 10"/>
                <a:gd name="T14" fmla="*/ 66 w 9"/>
                <a:gd name="T15" fmla="*/ 81 h 10"/>
                <a:gd name="T16" fmla="*/ 66 w 9"/>
                <a:gd name="T17" fmla="*/ 81 h 10"/>
                <a:gd name="T18" fmla="*/ 66 w 9"/>
                <a:gd name="T19" fmla="*/ 103 h 10"/>
                <a:gd name="T20" fmla="*/ 66 w 9"/>
                <a:gd name="T21" fmla="*/ 103 h 10"/>
                <a:gd name="T22" fmla="*/ 66 w 9"/>
                <a:gd name="T23" fmla="*/ 81 h 10"/>
                <a:gd name="T24" fmla="*/ 51 w 9"/>
                <a:gd name="T25" fmla="*/ 103 h 10"/>
                <a:gd name="T26" fmla="*/ 33 w 9"/>
                <a:gd name="T27" fmla="*/ 103 h 10"/>
                <a:gd name="T28" fmla="*/ 66 w 9"/>
                <a:gd name="T29" fmla="*/ 81 h 10"/>
                <a:gd name="T30" fmla="*/ 51 w 9"/>
                <a:gd name="T31" fmla="*/ 81 h 10"/>
                <a:gd name="T32" fmla="*/ 51 w 9"/>
                <a:gd name="T33" fmla="*/ 59 h 10"/>
                <a:gd name="T34" fmla="*/ 66 w 9"/>
                <a:gd name="T35" fmla="*/ 59 h 10"/>
                <a:gd name="T36" fmla="*/ 33 w 9"/>
                <a:gd name="T37" fmla="*/ 103 h 10"/>
                <a:gd name="T38" fmla="*/ 0 w 9"/>
                <a:gd name="T39" fmla="*/ 59 h 10"/>
                <a:gd name="T40" fmla="*/ 20 w 9"/>
                <a:gd name="T41" fmla="*/ 159 h 10"/>
                <a:gd name="T42" fmla="*/ 33 w 9"/>
                <a:gd name="T43" fmla="*/ 197 h 10"/>
                <a:gd name="T44" fmla="*/ 66 w 9"/>
                <a:gd name="T45" fmla="*/ 176 h 10"/>
                <a:gd name="T46" fmla="*/ 130 w 9"/>
                <a:gd name="T47" fmla="*/ 81 h 10"/>
                <a:gd name="T48" fmla="*/ 151 w 9"/>
                <a:gd name="T49" fmla="*/ 59 h 10"/>
                <a:gd name="T50" fmla="*/ 130 w 9"/>
                <a:gd name="T51" fmla="*/ 38 h 10"/>
                <a:gd name="T52" fmla="*/ 84 w 9"/>
                <a:gd name="T53" fmla="*/ 0 h 10"/>
                <a:gd name="T54" fmla="*/ 51 w 9"/>
                <a:gd name="T55" fmla="*/ 38 h 10"/>
                <a:gd name="T56" fmla="*/ 66 w 9"/>
                <a:gd name="T57" fmla="*/ 81 h 10"/>
                <a:gd name="T58" fmla="*/ 66 w 9"/>
                <a:gd name="T59" fmla="*/ 81 h 10"/>
                <a:gd name="T60" fmla="*/ 66 w 9"/>
                <a:gd name="T61" fmla="*/ 81 h 1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6" y="1"/>
                    <a:pt x="7" y="2"/>
                  </a:cubicBezTo>
                  <a:cubicBezTo>
                    <a:pt x="7" y="3"/>
                    <a:pt x="7" y="4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2" y="4"/>
                    <a:pt x="2" y="5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3" y="10"/>
                    <a:pt x="4" y="10"/>
                    <a:pt x="4" y="9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1"/>
                    <a:pt x="3" y="2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9" name="Freeform 1056">
              <a:extLst>
                <a:ext uri="{FF2B5EF4-FFF2-40B4-BE49-F238E27FC236}">
                  <a16:creationId xmlns:a16="http://schemas.microsoft.com/office/drawing/2014/main" id="{B04730FB-AF67-457A-8776-C4EBFB2104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5" y="2994"/>
              <a:ext cx="22" cy="22"/>
            </a:xfrm>
            <a:custGeom>
              <a:avLst/>
              <a:gdLst>
                <a:gd name="T0" fmla="*/ 59 w 9"/>
                <a:gd name="T1" fmla="*/ 22 h 8"/>
                <a:gd name="T2" fmla="*/ 12 w 9"/>
                <a:gd name="T3" fmla="*/ 47 h 8"/>
                <a:gd name="T4" fmla="*/ 29 w 9"/>
                <a:gd name="T5" fmla="*/ 143 h 8"/>
                <a:gd name="T6" fmla="*/ 59 w 9"/>
                <a:gd name="T7" fmla="*/ 168 h 8"/>
                <a:gd name="T8" fmla="*/ 90 w 9"/>
                <a:gd name="T9" fmla="*/ 143 h 8"/>
                <a:gd name="T10" fmla="*/ 120 w 9"/>
                <a:gd name="T11" fmla="*/ 83 h 8"/>
                <a:gd name="T12" fmla="*/ 132 w 9"/>
                <a:gd name="T13" fmla="*/ 61 h 8"/>
                <a:gd name="T14" fmla="*/ 120 w 9"/>
                <a:gd name="T15" fmla="*/ 22 h 8"/>
                <a:gd name="T16" fmla="*/ 71 w 9"/>
                <a:gd name="T17" fmla="*/ 0 h 8"/>
                <a:gd name="T18" fmla="*/ 59 w 9"/>
                <a:gd name="T19" fmla="*/ 22 h 8"/>
                <a:gd name="T20" fmla="*/ 59 w 9"/>
                <a:gd name="T21" fmla="*/ 22 h 8"/>
                <a:gd name="T22" fmla="*/ 103 w 9"/>
                <a:gd name="T23" fmla="*/ 22 h 8"/>
                <a:gd name="T24" fmla="*/ 103 w 9"/>
                <a:gd name="T25" fmla="*/ 83 h 8"/>
                <a:gd name="T26" fmla="*/ 71 w 9"/>
                <a:gd name="T27" fmla="*/ 83 h 8"/>
                <a:gd name="T28" fmla="*/ 59 w 9"/>
                <a:gd name="T29" fmla="*/ 61 h 8"/>
                <a:gd name="T30" fmla="*/ 59 w 9"/>
                <a:gd name="T31" fmla="*/ 61 h 8"/>
                <a:gd name="T32" fmla="*/ 59 w 9"/>
                <a:gd name="T33" fmla="*/ 61 h 8"/>
                <a:gd name="T34" fmla="*/ 59 w 9"/>
                <a:gd name="T35" fmla="*/ 61 h 8"/>
                <a:gd name="T36" fmla="*/ 71 w 9"/>
                <a:gd name="T37" fmla="*/ 83 h 8"/>
                <a:gd name="T38" fmla="*/ 71 w 9"/>
                <a:gd name="T39" fmla="*/ 83 h 8"/>
                <a:gd name="T40" fmla="*/ 90 w 9"/>
                <a:gd name="T41" fmla="*/ 61 h 8"/>
                <a:gd name="T42" fmla="*/ 59 w 9"/>
                <a:gd name="T43" fmla="*/ 22 h 8"/>
                <a:gd name="T44" fmla="*/ 59 w 9"/>
                <a:gd name="T45" fmla="*/ 22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" h="8">
                  <a:moveTo>
                    <a:pt x="4" y="1"/>
                  </a:moveTo>
                  <a:cubicBezTo>
                    <a:pt x="3" y="1"/>
                    <a:pt x="2" y="1"/>
                    <a:pt x="1" y="2"/>
                  </a:cubicBezTo>
                  <a:cubicBezTo>
                    <a:pt x="1" y="3"/>
                    <a:pt x="0" y="5"/>
                    <a:pt x="2" y="7"/>
                  </a:cubicBezTo>
                  <a:cubicBezTo>
                    <a:pt x="2" y="7"/>
                    <a:pt x="3" y="8"/>
                    <a:pt x="4" y="8"/>
                  </a:cubicBezTo>
                  <a:cubicBezTo>
                    <a:pt x="4" y="8"/>
                    <a:pt x="5" y="8"/>
                    <a:pt x="6" y="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2"/>
                    <a:pt x="9" y="2"/>
                    <a:pt x="8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1"/>
                  </a:cubicBezTo>
                  <a:close/>
                  <a:moveTo>
                    <a:pt x="4" y="1"/>
                  </a:moveTo>
                  <a:cubicBezTo>
                    <a:pt x="5" y="0"/>
                    <a:pt x="6" y="1"/>
                    <a:pt x="7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0" name="Freeform 1057">
              <a:extLst>
                <a:ext uri="{FF2B5EF4-FFF2-40B4-BE49-F238E27FC236}">
                  <a16:creationId xmlns:a16="http://schemas.microsoft.com/office/drawing/2014/main" id="{6D31DBD9-0C78-480A-BCA0-C438406B44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2" y="2952"/>
              <a:ext cx="23" cy="21"/>
            </a:xfrm>
            <a:custGeom>
              <a:avLst/>
              <a:gdLst>
                <a:gd name="T0" fmla="*/ 51 w 9"/>
                <a:gd name="T1" fmla="*/ 21 h 8"/>
                <a:gd name="T2" fmla="*/ 66 w 9"/>
                <a:gd name="T3" fmla="*/ 21 h 8"/>
                <a:gd name="T4" fmla="*/ 118 w 9"/>
                <a:gd name="T5" fmla="*/ 21 h 8"/>
                <a:gd name="T6" fmla="*/ 97 w 9"/>
                <a:gd name="T7" fmla="*/ 76 h 8"/>
                <a:gd name="T8" fmla="*/ 66 w 9"/>
                <a:gd name="T9" fmla="*/ 76 h 8"/>
                <a:gd name="T10" fmla="*/ 66 w 9"/>
                <a:gd name="T11" fmla="*/ 55 h 8"/>
                <a:gd name="T12" fmla="*/ 66 w 9"/>
                <a:gd name="T13" fmla="*/ 55 h 8"/>
                <a:gd name="T14" fmla="*/ 51 w 9"/>
                <a:gd name="T15" fmla="*/ 76 h 8"/>
                <a:gd name="T16" fmla="*/ 0 w 9"/>
                <a:gd name="T17" fmla="*/ 21 h 8"/>
                <a:gd name="T18" fmla="*/ 20 w 9"/>
                <a:gd name="T19" fmla="*/ 110 h 8"/>
                <a:gd name="T20" fmla="*/ 33 w 9"/>
                <a:gd name="T21" fmla="*/ 144 h 8"/>
                <a:gd name="T22" fmla="*/ 66 w 9"/>
                <a:gd name="T23" fmla="*/ 123 h 8"/>
                <a:gd name="T24" fmla="*/ 130 w 9"/>
                <a:gd name="T25" fmla="*/ 76 h 8"/>
                <a:gd name="T26" fmla="*/ 151 w 9"/>
                <a:gd name="T27" fmla="*/ 55 h 8"/>
                <a:gd name="T28" fmla="*/ 130 w 9"/>
                <a:gd name="T29" fmla="*/ 21 h 8"/>
                <a:gd name="T30" fmla="*/ 84 w 9"/>
                <a:gd name="T31" fmla="*/ 0 h 8"/>
                <a:gd name="T32" fmla="*/ 51 w 9"/>
                <a:gd name="T33" fmla="*/ 21 h 8"/>
                <a:gd name="T34" fmla="*/ 66 w 9"/>
                <a:gd name="T35" fmla="*/ 55 h 8"/>
                <a:gd name="T36" fmla="*/ 33 w 9"/>
                <a:gd name="T37" fmla="*/ 55 h 8"/>
                <a:gd name="T38" fmla="*/ 66 w 9"/>
                <a:gd name="T39" fmla="*/ 55 h 8"/>
                <a:gd name="T40" fmla="*/ 66 w 9"/>
                <a:gd name="T41" fmla="*/ 34 h 8"/>
                <a:gd name="T42" fmla="*/ 66 w 9"/>
                <a:gd name="T43" fmla="*/ 55 h 8"/>
                <a:gd name="T44" fmla="*/ 84 w 9"/>
                <a:gd name="T45" fmla="*/ 34 h 8"/>
                <a:gd name="T46" fmla="*/ 66 w 9"/>
                <a:gd name="T47" fmla="*/ 55 h 8"/>
                <a:gd name="T48" fmla="*/ 66 w 9"/>
                <a:gd name="T49" fmla="*/ 55 h 8"/>
                <a:gd name="T50" fmla="*/ 84 w 9"/>
                <a:gd name="T51" fmla="*/ 76 h 8"/>
                <a:gd name="T52" fmla="*/ 84 w 9"/>
                <a:gd name="T53" fmla="*/ 34 h 8"/>
                <a:gd name="T54" fmla="*/ 84 w 9"/>
                <a:gd name="T55" fmla="*/ 34 h 8"/>
                <a:gd name="T56" fmla="*/ 66 w 9"/>
                <a:gd name="T57" fmla="*/ 55 h 8"/>
                <a:gd name="T58" fmla="*/ 66 w 9"/>
                <a:gd name="T59" fmla="*/ 55 h 8"/>
                <a:gd name="T60" fmla="*/ 66 w 9"/>
                <a:gd name="T61" fmla="*/ 55 h 8"/>
                <a:gd name="T62" fmla="*/ 66 w 9"/>
                <a:gd name="T63" fmla="*/ 55 h 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" h="8">
                  <a:moveTo>
                    <a:pt x="3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8"/>
                    <a:pt x="2" y="8"/>
                  </a:cubicBezTo>
                  <a:cubicBezTo>
                    <a:pt x="3" y="8"/>
                    <a:pt x="3" y="8"/>
                    <a:pt x="4" y="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8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1"/>
                    <a:pt x="3" y="1"/>
                  </a:cubicBezTo>
                  <a:close/>
                  <a:moveTo>
                    <a:pt x="4" y="3"/>
                  </a:moveTo>
                  <a:cubicBezTo>
                    <a:pt x="4" y="3"/>
                    <a:pt x="2" y="3"/>
                    <a:pt x="2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lnTo>
                    <a:pt x="4" y="3"/>
                  </a:lnTo>
                  <a:close/>
                  <a:moveTo>
                    <a:pt x="5" y="2"/>
                  </a:moveTo>
                  <a:cubicBezTo>
                    <a:pt x="5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1" name="Freeform 1058">
              <a:extLst>
                <a:ext uri="{FF2B5EF4-FFF2-40B4-BE49-F238E27FC236}">
                  <a16:creationId xmlns:a16="http://schemas.microsoft.com/office/drawing/2014/main" id="{B9FC92D4-6E2C-4F80-AECB-0EB79D7437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0" y="2981"/>
              <a:ext cx="22" cy="24"/>
            </a:xfrm>
            <a:custGeom>
              <a:avLst/>
              <a:gdLst>
                <a:gd name="T0" fmla="*/ 59 w 9"/>
                <a:gd name="T1" fmla="*/ 21 h 9"/>
                <a:gd name="T2" fmla="*/ 42 w 9"/>
                <a:gd name="T3" fmla="*/ 21 h 9"/>
                <a:gd name="T4" fmla="*/ 42 w 9"/>
                <a:gd name="T5" fmla="*/ 35 h 9"/>
                <a:gd name="T6" fmla="*/ 0 w 9"/>
                <a:gd name="T7" fmla="*/ 115 h 9"/>
                <a:gd name="T8" fmla="*/ 0 w 9"/>
                <a:gd name="T9" fmla="*/ 136 h 9"/>
                <a:gd name="T10" fmla="*/ 29 w 9"/>
                <a:gd name="T11" fmla="*/ 171 h 9"/>
                <a:gd name="T12" fmla="*/ 120 w 9"/>
                <a:gd name="T13" fmla="*/ 115 h 9"/>
                <a:gd name="T14" fmla="*/ 120 w 9"/>
                <a:gd name="T15" fmla="*/ 56 h 9"/>
                <a:gd name="T16" fmla="*/ 90 w 9"/>
                <a:gd name="T17" fmla="*/ 21 h 9"/>
                <a:gd name="T18" fmla="*/ 59 w 9"/>
                <a:gd name="T19" fmla="*/ 21 h 9"/>
                <a:gd name="T20" fmla="*/ 90 w 9"/>
                <a:gd name="T21" fmla="*/ 56 h 9"/>
                <a:gd name="T22" fmla="*/ 90 w 9"/>
                <a:gd name="T23" fmla="*/ 77 h 9"/>
                <a:gd name="T24" fmla="*/ 71 w 9"/>
                <a:gd name="T25" fmla="*/ 115 h 9"/>
                <a:gd name="T26" fmla="*/ 59 w 9"/>
                <a:gd name="T27" fmla="*/ 93 h 9"/>
                <a:gd name="T28" fmla="*/ 71 w 9"/>
                <a:gd name="T29" fmla="*/ 56 h 9"/>
                <a:gd name="T30" fmla="*/ 71 w 9"/>
                <a:gd name="T31" fmla="*/ 56 h 9"/>
                <a:gd name="T32" fmla="*/ 90 w 9"/>
                <a:gd name="T33" fmla="*/ 56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2"/>
                    <a:pt x="0" y="3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4" y="9"/>
                    <a:pt x="6" y="9"/>
                    <a:pt x="8" y="6"/>
                  </a:cubicBezTo>
                  <a:cubicBezTo>
                    <a:pt x="9" y="5"/>
                    <a:pt x="9" y="4"/>
                    <a:pt x="8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4" y="0"/>
                    <a:pt x="4" y="1"/>
                  </a:cubicBezTo>
                  <a:close/>
                  <a:moveTo>
                    <a:pt x="6" y="3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2" name="Freeform 1059">
              <a:extLst>
                <a:ext uri="{FF2B5EF4-FFF2-40B4-BE49-F238E27FC236}">
                  <a16:creationId xmlns:a16="http://schemas.microsoft.com/office/drawing/2014/main" id="{E55D41AE-2775-4D33-87CD-35D058ACD2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5" y="3016"/>
              <a:ext cx="17" cy="18"/>
            </a:xfrm>
            <a:custGeom>
              <a:avLst/>
              <a:gdLst>
                <a:gd name="T0" fmla="*/ 12 w 7"/>
                <a:gd name="T1" fmla="*/ 21 h 7"/>
                <a:gd name="T2" fmla="*/ 0 w 7"/>
                <a:gd name="T3" fmla="*/ 67 h 7"/>
                <a:gd name="T4" fmla="*/ 41 w 7"/>
                <a:gd name="T5" fmla="*/ 118 h 7"/>
                <a:gd name="T6" fmla="*/ 87 w 7"/>
                <a:gd name="T7" fmla="*/ 100 h 7"/>
                <a:gd name="T8" fmla="*/ 100 w 7"/>
                <a:gd name="T9" fmla="*/ 85 h 7"/>
                <a:gd name="T10" fmla="*/ 87 w 7"/>
                <a:gd name="T11" fmla="*/ 67 h 7"/>
                <a:gd name="T12" fmla="*/ 87 w 7"/>
                <a:gd name="T13" fmla="*/ 54 h 7"/>
                <a:gd name="T14" fmla="*/ 100 w 7"/>
                <a:gd name="T15" fmla="*/ 33 h 7"/>
                <a:gd name="T16" fmla="*/ 100 w 7"/>
                <a:gd name="T17" fmla="*/ 21 h 7"/>
                <a:gd name="T18" fmla="*/ 70 w 7"/>
                <a:gd name="T19" fmla="*/ 0 h 7"/>
                <a:gd name="T20" fmla="*/ 41 w 7"/>
                <a:gd name="T21" fmla="*/ 0 h 7"/>
                <a:gd name="T22" fmla="*/ 12 w 7"/>
                <a:gd name="T23" fmla="*/ 21 h 7"/>
                <a:gd name="T24" fmla="*/ 70 w 7"/>
                <a:gd name="T25" fmla="*/ 33 h 7"/>
                <a:gd name="T26" fmla="*/ 70 w 7"/>
                <a:gd name="T27" fmla="*/ 54 h 7"/>
                <a:gd name="T28" fmla="*/ 58 w 7"/>
                <a:gd name="T29" fmla="*/ 33 h 7"/>
                <a:gd name="T30" fmla="*/ 70 w 7"/>
                <a:gd name="T31" fmla="*/ 67 h 7"/>
                <a:gd name="T32" fmla="*/ 41 w 7"/>
                <a:gd name="T33" fmla="*/ 67 h 7"/>
                <a:gd name="T34" fmla="*/ 41 w 7"/>
                <a:gd name="T35" fmla="*/ 67 h 7"/>
                <a:gd name="T36" fmla="*/ 29 w 7"/>
                <a:gd name="T37" fmla="*/ 54 h 7"/>
                <a:gd name="T38" fmla="*/ 29 w 7"/>
                <a:gd name="T39" fmla="*/ 54 h 7"/>
                <a:gd name="T40" fmla="*/ 29 w 7"/>
                <a:gd name="T41" fmla="*/ 33 h 7"/>
                <a:gd name="T42" fmla="*/ 70 w 7"/>
                <a:gd name="T43" fmla="*/ 33 h 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6"/>
                    <a:pt x="2" y="6"/>
                    <a:pt x="3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3" name="Freeform 1060">
              <a:extLst>
                <a:ext uri="{FF2B5EF4-FFF2-40B4-BE49-F238E27FC236}">
                  <a16:creationId xmlns:a16="http://schemas.microsoft.com/office/drawing/2014/main" id="{2842A55F-E902-47DC-81BC-9F745A09C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013"/>
              <a:ext cx="1" cy="8"/>
            </a:xfrm>
            <a:custGeom>
              <a:avLst/>
              <a:gdLst>
                <a:gd name="T0" fmla="*/ 0 w 1"/>
                <a:gd name="T1" fmla="*/ 8 h 8"/>
                <a:gd name="T2" fmla="*/ 0 w 1"/>
                <a:gd name="T3" fmla="*/ 0 h 8"/>
                <a:gd name="T4" fmla="*/ 0 w 1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4" name="Freeform 1061">
              <a:extLst>
                <a:ext uri="{FF2B5EF4-FFF2-40B4-BE49-F238E27FC236}">
                  <a16:creationId xmlns:a16="http://schemas.microsoft.com/office/drawing/2014/main" id="{AAC3E321-6971-4777-B32C-FC1592147E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0" y="2941"/>
              <a:ext cx="22" cy="27"/>
            </a:xfrm>
            <a:custGeom>
              <a:avLst/>
              <a:gdLst>
                <a:gd name="T0" fmla="*/ 42 w 9"/>
                <a:gd name="T1" fmla="*/ 0 h 10"/>
                <a:gd name="T2" fmla="*/ 29 w 9"/>
                <a:gd name="T3" fmla="*/ 22 h 10"/>
                <a:gd name="T4" fmla="*/ 12 w 9"/>
                <a:gd name="T5" fmla="*/ 81 h 10"/>
                <a:gd name="T6" fmla="*/ 12 w 9"/>
                <a:gd name="T7" fmla="*/ 103 h 10"/>
                <a:gd name="T8" fmla="*/ 12 w 9"/>
                <a:gd name="T9" fmla="*/ 103 h 10"/>
                <a:gd name="T10" fmla="*/ 0 w 9"/>
                <a:gd name="T11" fmla="*/ 138 h 10"/>
                <a:gd name="T12" fmla="*/ 12 w 9"/>
                <a:gd name="T13" fmla="*/ 159 h 10"/>
                <a:gd name="T14" fmla="*/ 42 w 9"/>
                <a:gd name="T15" fmla="*/ 197 h 10"/>
                <a:gd name="T16" fmla="*/ 132 w 9"/>
                <a:gd name="T17" fmla="*/ 138 h 10"/>
                <a:gd name="T18" fmla="*/ 71 w 9"/>
                <a:gd name="T19" fmla="*/ 22 h 10"/>
                <a:gd name="T20" fmla="*/ 42 w 9"/>
                <a:gd name="T21" fmla="*/ 0 h 10"/>
                <a:gd name="T22" fmla="*/ 90 w 9"/>
                <a:gd name="T23" fmla="*/ 81 h 10"/>
                <a:gd name="T24" fmla="*/ 90 w 9"/>
                <a:gd name="T25" fmla="*/ 81 h 10"/>
                <a:gd name="T26" fmla="*/ 71 w 9"/>
                <a:gd name="T27" fmla="*/ 103 h 10"/>
                <a:gd name="T28" fmla="*/ 71 w 9"/>
                <a:gd name="T29" fmla="*/ 103 h 10"/>
                <a:gd name="T30" fmla="*/ 90 w 9"/>
                <a:gd name="T31" fmla="*/ 81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3" y="0"/>
                    <a:pt x="3" y="1"/>
                    <a:pt x="2" y="1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6" y="10"/>
                    <a:pt x="8" y="8"/>
                    <a:pt x="9" y="7"/>
                  </a:cubicBezTo>
                  <a:cubicBezTo>
                    <a:pt x="9" y="4"/>
                    <a:pt x="8" y="2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6" y="4"/>
                    <a:pt x="6" y="4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5" name="Freeform 1062">
              <a:extLst>
                <a:ext uri="{FF2B5EF4-FFF2-40B4-BE49-F238E27FC236}">
                  <a16:creationId xmlns:a16="http://schemas.microsoft.com/office/drawing/2014/main" id="{19A3E908-A334-4310-A626-E971038AA4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0" y="2984"/>
              <a:ext cx="17" cy="18"/>
            </a:xfrm>
            <a:custGeom>
              <a:avLst/>
              <a:gdLst>
                <a:gd name="T0" fmla="*/ 58 w 7"/>
                <a:gd name="T1" fmla="*/ 21 h 7"/>
                <a:gd name="T2" fmla="*/ 12 w 7"/>
                <a:gd name="T3" fmla="*/ 33 h 7"/>
                <a:gd name="T4" fmla="*/ 0 w 7"/>
                <a:gd name="T5" fmla="*/ 33 h 7"/>
                <a:gd name="T6" fmla="*/ 12 w 7"/>
                <a:gd name="T7" fmla="*/ 67 h 7"/>
                <a:gd name="T8" fmla="*/ 29 w 7"/>
                <a:gd name="T9" fmla="*/ 100 h 7"/>
                <a:gd name="T10" fmla="*/ 58 w 7"/>
                <a:gd name="T11" fmla="*/ 118 h 7"/>
                <a:gd name="T12" fmla="*/ 58 w 7"/>
                <a:gd name="T13" fmla="*/ 118 h 7"/>
                <a:gd name="T14" fmla="*/ 70 w 7"/>
                <a:gd name="T15" fmla="*/ 100 h 7"/>
                <a:gd name="T16" fmla="*/ 70 w 7"/>
                <a:gd name="T17" fmla="*/ 100 h 7"/>
                <a:gd name="T18" fmla="*/ 100 w 7"/>
                <a:gd name="T19" fmla="*/ 85 h 7"/>
                <a:gd name="T20" fmla="*/ 100 w 7"/>
                <a:gd name="T21" fmla="*/ 85 h 7"/>
                <a:gd name="T22" fmla="*/ 100 w 7"/>
                <a:gd name="T23" fmla="*/ 85 h 7"/>
                <a:gd name="T24" fmla="*/ 100 w 7"/>
                <a:gd name="T25" fmla="*/ 85 h 7"/>
                <a:gd name="T26" fmla="*/ 100 w 7"/>
                <a:gd name="T27" fmla="*/ 67 h 7"/>
                <a:gd name="T28" fmla="*/ 100 w 7"/>
                <a:gd name="T29" fmla="*/ 54 h 7"/>
                <a:gd name="T30" fmla="*/ 87 w 7"/>
                <a:gd name="T31" fmla="*/ 33 h 7"/>
                <a:gd name="T32" fmla="*/ 87 w 7"/>
                <a:gd name="T33" fmla="*/ 33 h 7"/>
                <a:gd name="T34" fmla="*/ 58 w 7"/>
                <a:gd name="T35" fmla="*/ 21 h 7"/>
                <a:gd name="T36" fmla="*/ 58 w 7"/>
                <a:gd name="T37" fmla="*/ 33 h 7"/>
                <a:gd name="T38" fmla="*/ 58 w 7"/>
                <a:gd name="T39" fmla="*/ 33 h 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6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7" y="3"/>
                  </a:cubicBezTo>
                  <a:cubicBezTo>
                    <a:pt x="7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0"/>
                    <a:pt x="4" y="1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6" name="Freeform 1063">
              <a:extLst>
                <a:ext uri="{FF2B5EF4-FFF2-40B4-BE49-F238E27FC236}">
                  <a16:creationId xmlns:a16="http://schemas.microsoft.com/office/drawing/2014/main" id="{137471EE-F0B8-45CB-AB28-DEC89B9F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917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0 w 7"/>
                <a:gd name="T3" fmla="*/ 136 h 9"/>
                <a:gd name="T4" fmla="*/ 12 w 7"/>
                <a:gd name="T5" fmla="*/ 171 h 9"/>
                <a:gd name="T6" fmla="*/ 41 w 7"/>
                <a:gd name="T7" fmla="*/ 171 h 9"/>
                <a:gd name="T8" fmla="*/ 87 w 7"/>
                <a:gd name="T9" fmla="*/ 136 h 9"/>
                <a:gd name="T10" fmla="*/ 100 w 7"/>
                <a:gd name="T11" fmla="*/ 115 h 9"/>
                <a:gd name="T12" fmla="*/ 87 w 7"/>
                <a:gd name="T13" fmla="*/ 77 h 9"/>
                <a:gd name="T14" fmla="*/ 87 w 7"/>
                <a:gd name="T15" fmla="*/ 77 h 9"/>
                <a:gd name="T16" fmla="*/ 100 w 7"/>
                <a:gd name="T17" fmla="*/ 35 h 9"/>
                <a:gd name="T18" fmla="*/ 100 w 7"/>
                <a:gd name="T19" fmla="*/ 21 h 9"/>
                <a:gd name="T20" fmla="*/ 58 w 7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0" y="8"/>
                    <a:pt x="0" y="8"/>
                    <a:pt x="1" y="9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7" y="6"/>
                    <a:pt x="7" y="6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7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7" name="Freeform 1064">
              <a:extLst>
                <a:ext uri="{FF2B5EF4-FFF2-40B4-BE49-F238E27FC236}">
                  <a16:creationId xmlns:a16="http://schemas.microsoft.com/office/drawing/2014/main" id="{1C9BFD28-AC80-48D8-905C-1FA6AB02E1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2" y="3013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20 w 6"/>
                <a:gd name="T3" fmla="*/ 81 h 7"/>
                <a:gd name="T4" fmla="*/ 50 w 6"/>
                <a:gd name="T5" fmla="*/ 117 h 7"/>
                <a:gd name="T6" fmla="*/ 83 w 6"/>
                <a:gd name="T7" fmla="*/ 103 h 7"/>
                <a:gd name="T8" fmla="*/ 95 w 6"/>
                <a:gd name="T9" fmla="*/ 81 h 7"/>
                <a:gd name="T10" fmla="*/ 95 w 6"/>
                <a:gd name="T11" fmla="*/ 60 h 7"/>
                <a:gd name="T12" fmla="*/ 95 w 6"/>
                <a:gd name="T13" fmla="*/ 38 h 7"/>
                <a:gd name="T14" fmla="*/ 63 w 6"/>
                <a:gd name="T15" fmla="*/ 0 h 7"/>
                <a:gd name="T16" fmla="*/ 20 w 6"/>
                <a:gd name="T17" fmla="*/ 22 h 7"/>
                <a:gd name="T18" fmla="*/ 33 w 6"/>
                <a:gd name="T19" fmla="*/ 81 h 7"/>
                <a:gd name="T20" fmla="*/ 33 w 6"/>
                <a:gd name="T21" fmla="*/ 60 h 7"/>
                <a:gd name="T22" fmla="*/ 50 w 6"/>
                <a:gd name="T23" fmla="*/ 38 h 7"/>
                <a:gd name="T24" fmla="*/ 83 w 6"/>
                <a:gd name="T25" fmla="*/ 60 h 7"/>
                <a:gd name="T26" fmla="*/ 83 w 6"/>
                <a:gd name="T27" fmla="*/ 38 h 7"/>
                <a:gd name="T28" fmla="*/ 95 w 6"/>
                <a:gd name="T29" fmla="*/ 60 h 7"/>
                <a:gd name="T30" fmla="*/ 95 w 6"/>
                <a:gd name="T31" fmla="*/ 60 h 7"/>
                <a:gd name="T32" fmla="*/ 95 w 6"/>
                <a:gd name="T33" fmla="*/ 60 h 7"/>
                <a:gd name="T34" fmla="*/ 95 w 6"/>
                <a:gd name="T35" fmla="*/ 60 h 7"/>
                <a:gd name="T36" fmla="*/ 83 w 6"/>
                <a:gd name="T37" fmla="*/ 81 h 7"/>
                <a:gd name="T38" fmla="*/ 63 w 6"/>
                <a:gd name="T39" fmla="*/ 103 h 7"/>
                <a:gd name="T40" fmla="*/ 33 w 6"/>
                <a:gd name="T41" fmla="*/ 81 h 7"/>
                <a:gd name="T42" fmla="*/ 95 w 6"/>
                <a:gd name="T43" fmla="*/ 60 h 7"/>
                <a:gd name="T44" fmla="*/ 83 w 6"/>
                <a:gd name="T45" fmla="*/ 60 h 7"/>
                <a:gd name="T46" fmla="*/ 83 w 6"/>
                <a:gd name="T47" fmla="*/ 60 h 7"/>
                <a:gd name="T48" fmla="*/ 95 w 6"/>
                <a:gd name="T49" fmla="*/ 60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2" y="6"/>
                    <a:pt x="3" y="6"/>
                  </a:cubicBezTo>
                  <a:cubicBezTo>
                    <a:pt x="4" y="7"/>
                    <a:pt x="5" y="6"/>
                    <a:pt x="5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1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lose/>
                  <a:moveTo>
                    <a:pt x="2" y="4"/>
                  </a:moveTo>
                  <a:cubicBezTo>
                    <a:pt x="2" y="4"/>
                    <a:pt x="1" y="3"/>
                    <a:pt x="2" y="3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3" y="5"/>
                    <a:pt x="3" y="5"/>
                    <a:pt x="2" y="4"/>
                  </a:cubicBezTo>
                  <a:close/>
                  <a:moveTo>
                    <a:pt x="6" y="3"/>
                  </a:move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6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8" name="Freeform 1065">
              <a:extLst>
                <a:ext uri="{FF2B5EF4-FFF2-40B4-BE49-F238E27FC236}">
                  <a16:creationId xmlns:a16="http://schemas.microsoft.com/office/drawing/2014/main" id="{553FBB11-6D4F-4C4F-A788-2B239E81B2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5" y="2970"/>
              <a:ext cx="22" cy="24"/>
            </a:xfrm>
            <a:custGeom>
              <a:avLst/>
              <a:gdLst>
                <a:gd name="T0" fmla="*/ 0 w 9"/>
                <a:gd name="T1" fmla="*/ 93 h 9"/>
                <a:gd name="T2" fmla="*/ 12 w 9"/>
                <a:gd name="T3" fmla="*/ 136 h 9"/>
                <a:gd name="T4" fmla="*/ 120 w 9"/>
                <a:gd name="T5" fmla="*/ 115 h 9"/>
                <a:gd name="T6" fmla="*/ 132 w 9"/>
                <a:gd name="T7" fmla="*/ 93 h 9"/>
                <a:gd name="T8" fmla="*/ 132 w 9"/>
                <a:gd name="T9" fmla="*/ 77 h 9"/>
                <a:gd name="T10" fmla="*/ 120 w 9"/>
                <a:gd name="T11" fmla="*/ 56 h 9"/>
                <a:gd name="T12" fmla="*/ 120 w 9"/>
                <a:gd name="T13" fmla="*/ 35 h 9"/>
                <a:gd name="T14" fmla="*/ 120 w 9"/>
                <a:gd name="T15" fmla="*/ 35 h 9"/>
                <a:gd name="T16" fmla="*/ 90 w 9"/>
                <a:gd name="T17" fmla="*/ 0 h 9"/>
                <a:gd name="T18" fmla="*/ 0 w 9"/>
                <a:gd name="T19" fmla="*/ 93 h 9"/>
                <a:gd name="T20" fmla="*/ 71 w 9"/>
                <a:gd name="T21" fmla="*/ 93 h 9"/>
                <a:gd name="T22" fmla="*/ 71 w 9"/>
                <a:gd name="T23" fmla="*/ 115 h 9"/>
                <a:gd name="T24" fmla="*/ 71 w 9"/>
                <a:gd name="T25" fmla="*/ 93 h 9"/>
                <a:gd name="T26" fmla="*/ 71 w 9"/>
                <a:gd name="T27" fmla="*/ 93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6"/>
                    <a:pt x="0" y="7"/>
                    <a:pt x="1" y="7"/>
                  </a:cubicBezTo>
                  <a:cubicBezTo>
                    <a:pt x="4" y="8"/>
                    <a:pt x="5" y="9"/>
                    <a:pt x="8" y="6"/>
                  </a:cubicBezTo>
                  <a:cubicBezTo>
                    <a:pt x="9" y="6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2" y="0"/>
                    <a:pt x="0" y="2"/>
                    <a:pt x="0" y="5"/>
                  </a:cubicBezTo>
                  <a:close/>
                  <a:moveTo>
                    <a:pt x="5" y="5"/>
                  </a:move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9" name="Freeform 1066">
              <a:extLst>
                <a:ext uri="{FF2B5EF4-FFF2-40B4-BE49-F238E27FC236}">
                  <a16:creationId xmlns:a16="http://schemas.microsoft.com/office/drawing/2014/main" id="{2101BF3E-B9B7-49FD-B805-25855DB24F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5" y="3034"/>
              <a:ext cx="15" cy="14"/>
            </a:xfrm>
            <a:custGeom>
              <a:avLst/>
              <a:gdLst>
                <a:gd name="T0" fmla="*/ 50 w 6"/>
                <a:gd name="T1" fmla="*/ 22 h 5"/>
                <a:gd name="T2" fmla="*/ 33 w 6"/>
                <a:gd name="T3" fmla="*/ 109 h 5"/>
                <a:gd name="T4" fmla="*/ 50 w 6"/>
                <a:gd name="T5" fmla="*/ 62 h 5"/>
                <a:gd name="T6" fmla="*/ 83 w 6"/>
                <a:gd name="T7" fmla="*/ 87 h 5"/>
                <a:gd name="T8" fmla="*/ 83 w 6"/>
                <a:gd name="T9" fmla="*/ 87 h 5"/>
                <a:gd name="T10" fmla="*/ 83 w 6"/>
                <a:gd name="T11" fmla="*/ 87 h 5"/>
                <a:gd name="T12" fmla="*/ 83 w 6"/>
                <a:gd name="T13" fmla="*/ 87 h 5"/>
                <a:gd name="T14" fmla="*/ 95 w 6"/>
                <a:gd name="T15" fmla="*/ 62 h 5"/>
                <a:gd name="T16" fmla="*/ 95 w 6"/>
                <a:gd name="T17" fmla="*/ 87 h 5"/>
                <a:gd name="T18" fmla="*/ 83 w 6"/>
                <a:gd name="T19" fmla="*/ 87 h 5"/>
                <a:gd name="T20" fmla="*/ 95 w 6"/>
                <a:gd name="T21" fmla="*/ 109 h 5"/>
                <a:gd name="T22" fmla="*/ 95 w 6"/>
                <a:gd name="T23" fmla="*/ 62 h 5"/>
                <a:gd name="T24" fmla="*/ 95 w 6"/>
                <a:gd name="T25" fmla="*/ 62 h 5"/>
                <a:gd name="T26" fmla="*/ 95 w 6"/>
                <a:gd name="T27" fmla="*/ 48 h 5"/>
                <a:gd name="T28" fmla="*/ 83 w 6"/>
                <a:gd name="T29" fmla="*/ 0 h 5"/>
                <a:gd name="T30" fmla="*/ 50 w 6"/>
                <a:gd name="T31" fmla="*/ 22 h 5"/>
                <a:gd name="T32" fmla="*/ 83 w 6"/>
                <a:gd name="T33" fmla="*/ 109 h 5"/>
                <a:gd name="T34" fmla="*/ 83 w 6"/>
                <a:gd name="T35" fmla="*/ 87 h 5"/>
                <a:gd name="T36" fmla="*/ 83 w 6"/>
                <a:gd name="T37" fmla="*/ 87 h 5"/>
                <a:gd name="T38" fmla="*/ 83 w 6"/>
                <a:gd name="T39" fmla="*/ 109 h 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2" y="1"/>
                    <a:pt x="0" y="2"/>
                    <a:pt x="2" y="5"/>
                  </a:cubicBezTo>
                  <a:cubicBezTo>
                    <a:pt x="1" y="4"/>
                    <a:pt x="2" y="3"/>
                    <a:pt x="3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6" y="4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1"/>
                    <a:pt x="5" y="1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lose/>
                  <a:moveTo>
                    <a:pt x="5" y="5"/>
                  </a:move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0" name="Freeform 1067">
              <a:extLst>
                <a:ext uri="{FF2B5EF4-FFF2-40B4-BE49-F238E27FC236}">
                  <a16:creationId xmlns:a16="http://schemas.microsoft.com/office/drawing/2014/main" id="{42329A79-BE98-4B20-A02C-EB6FCF17CD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7" y="2946"/>
              <a:ext cx="13" cy="14"/>
            </a:xfrm>
            <a:custGeom>
              <a:avLst/>
              <a:gdLst>
                <a:gd name="T0" fmla="*/ 34 w 5"/>
                <a:gd name="T1" fmla="*/ 0 h 5"/>
                <a:gd name="T2" fmla="*/ 34 w 5"/>
                <a:gd name="T3" fmla="*/ 0 h 5"/>
                <a:gd name="T4" fmla="*/ 34 w 5"/>
                <a:gd name="T5" fmla="*/ 0 h 5"/>
                <a:gd name="T6" fmla="*/ 0 w 5"/>
                <a:gd name="T7" fmla="*/ 22 h 5"/>
                <a:gd name="T8" fmla="*/ 0 w 5"/>
                <a:gd name="T9" fmla="*/ 22 h 5"/>
                <a:gd name="T10" fmla="*/ 0 w 5"/>
                <a:gd name="T11" fmla="*/ 48 h 5"/>
                <a:gd name="T12" fmla="*/ 0 w 5"/>
                <a:gd name="T13" fmla="*/ 62 h 5"/>
                <a:gd name="T14" fmla="*/ 0 w 5"/>
                <a:gd name="T15" fmla="*/ 48 h 5"/>
                <a:gd name="T16" fmla="*/ 0 w 5"/>
                <a:gd name="T17" fmla="*/ 62 h 5"/>
                <a:gd name="T18" fmla="*/ 0 w 5"/>
                <a:gd name="T19" fmla="*/ 62 h 5"/>
                <a:gd name="T20" fmla="*/ 0 w 5"/>
                <a:gd name="T21" fmla="*/ 62 h 5"/>
                <a:gd name="T22" fmla="*/ 0 w 5"/>
                <a:gd name="T23" fmla="*/ 62 h 5"/>
                <a:gd name="T24" fmla="*/ 21 w 5"/>
                <a:gd name="T25" fmla="*/ 48 h 5"/>
                <a:gd name="T26" fmla="*/ 21 w 5"/>
                <a:gd name="T27" fmla="*/ 48 h 5"/>
                <a:gd name="T28" fmla="*/ 34 w 5"/>
                <a:gd name="T29" fmla="*/ 22 h 5"/>
                <a:gd name="T30" fmla="*/ 34 w 5"/>
                <a:gd name="T31" fmla="*/ 22 h 5"/>
                <a:gd name="T32" fmla="*/ 34 w 5"/>
                <a:gd name="T33" fmla="*/ 22 h 5"/>
                <a:gd name="T34" fmla="*/ 55 w 5"/>
                <a:gd name="T35" fmla="*/ 22 h 5"/>
                <a:gd name="T36" fmla="*/ 88 w 5"/>
                <a:gd name="T37" fmla="*/ 62 h 5"/>
                <a:gd name="T38" fmla="*/ 88 w 5"/>
                <a:gd name="T39" fmla="*/ 62 h 5"/>
                <a:gd name="T40" fmla="*/ 68 w 5"/>
                <a:gd name="T41" fmla="*/ 0 h 5"/>
                <a:gd name="T42" fmla="*/ 34 w 5"/>
                <a:gd name="T43" fmla="*/ 0 h 5"/>
                <a:gd name="T44" fmla="*/ 34 w 5"/>
                <a:gd name="T45" fmla="*/ 22 h 5"/>
                <a:gd name="T46" fmla="*/ 34 w 5"/>
                <a:gd name="T47" fmla="*/ 22 h 5"/>
                <a:gd name="T48" fmla="*/ 21 w 5"/>
                <a:gd name="T49" fmla="*/ 48 h 5"/>
                <a:gd name="T50" fmla="*/ 21 w 5"/>
                <a:gd name="T51" fmla="*/ 48 h 5"/>
                <a:gd name="T52" fmla="*/ 21 w 5"/>
                <a:gd name="T53" fmla="*/ 87 h 5"/>
                <a:gd name="T54" fmla="*/ 68 w 5"/>
                <a:gd name="T55" fmla="*/ 87 h 5"/>
                <a:gd name="T56" fmla="*/ 68 w 5"/>
                <a:gd name="T57" fmla="*/ 48 h 5"/>
                <a:gd name="T58" fmla="*/ 34 w 5"/>
                <a:gd name="T59" fmla="*/ 22 h 5"/>
                <a:gd name="T60" fmla="*/ 21 w 5"/>
                <a:gd name="T61" fmla="*/ 62 h 5"/>
                <a:gd name="T62" fmla="*/ 34 w 5"/>
                <a:gd name="T63" fmla="*/ 87 h 5"/>
                <a:gd name="T64" fmla="*/ 55 w 5"/>
                <a:gd name="T65" fmla="*/ 87 h 5"/>
                <a:gd name="T66" fmla="*/ 0 w 5"/>
                <a:gd name="T67" fmla="*/ 62 h 5"/>
                <a:gd name="T68" fmla="*/ 21 w 5"/>
                <a:gd name="T69" fmla="*/ 62 h 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4"/>
                    <a:pt x="3" y="5"/>
                    <a:pt x="4" y="4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lose/>
                  <a:moveTo>
                    <a:pt x="1" y="3"/>
                  </a:moveTo>
                  <a:cubicBezTo>
                    <a:pt x="1" y="4"/>
                    <a:pt x="1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1" name="Freeform 1068">
              <a:extLst>
                <a:ext uri="{FF2B5EF4-FFF2-40B4-BE49-F238E27FC236}">
                  <a16:creationId xmlns:a16="http://schemas.microsoft.com/office/drawing/2014/main" id="{F51B8EAD-184C-4267-B176-68B3F7DCB6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5" y="2874"/>
              <a:ext cx="23" cy="22"/>
            </a:xfrm>
            <a:custGeom>
              <a:avLst/>
              <a:gdLst>
                <a:gd name="T0" fmla="*/ 66 w 9"/>
                <a:gd name="T1" fmla="*/ 0 h 8"/>
                <a:gd name="T2" fmla="*/ 51 w 9"/>
                <a:gd name="T3" fmla="*/ 22 h 8"/>
                <a:gd name="T4" fmla="*/ 33 w 9"/>
                <a:gd name="T5" fmla="*/ 47 h 8"/>
                <a:gd name="T6" fmla="*/ 33 w 9"/>
                <a:gd name="T7" fmla="*/ 47 h 8"/>
                <a:gd name="T8" fmla="*/ 51 w 9"/>
                <a:gd name="T9" fmla="*/ 0 h 8"/>
                <a:gd name="T10" fmla="*/ 0 w 9"/>
                <a:gd name="T11" fmla="*/ 129 h 8"/>
                <a:gd name="T12" fmla="*/ 20 w 9"/>
                <a:gd name="T13" fmla="*/ 168 h 8"/>
                <a:gd name="T14" fmla="*/ 33 w 9"/>
                <a:gd name="T15" fmla="*/ 168 h 8"/>
                <a:gd name="T16" fmla="*/ 118 w 9"/>
                <a:gd name="T17" fmla="*/ 143 h 8"/>
                <a:gd name="T18" fmla="*/ 130 w 9"/>
                <a:gd name="T19" fmla="*/ 129 h 8"/>
                <a:gd name="T20" fmla="*/ 130 w 9"/>
                <a:gd name="T21" fmla="*/ 83 h 8"/>
                <a:gd name="T22" fmla="*/ 97 w 9"/>
                <a:gd name="T23" fmla="*/ 22 h 8"/>
                <a:gd name="T24" fmla="*/ 66 w 9"/>
                <a:gd name="T25" fmla="*/ 0 h 8"/>
                <a:gd name="T26" fmla="*/ 51 w 9"/>
                <a:gd name="T27" fmla="*/ 83 h 8"/>
                <a:gd name="T28" fmla="*/ 66 w 9"/>
                <a:gd name="T29" fmla="*/ 83 h 8"/>
                <a:gd name="T30" fmla="*/ 66 w 9"/>
                <a:gd name="T31" fmla="*/ 83 h 8"/>
                <a:gd name="T32" fmla="*/ 66 w 9"/>
                <a:gd name="T33" fmla="*/ 83 h 8"/>
                <a:gd name="T34" fmla="*/ 51 w 9"/>
                <a:gd name="T35" fmla="*/ 83 h 8"/>
                <a:gd name="T36" fmla="*/ 51 w 9"/>
                <a:gd name="T37" fmla="*/ 83 h 8"/>
                <a:gd name="T38" fmla="*/ 66 w 9"/>
                <a:gd name="T39" fmla="*/ 107 h 8"/>
                <a:gd name="T40" fmla="*/ 84 w 9"/>
                <a:gd name="T41" fmla="*/ 107 h 8"/>
                <a:gd name="T42" fmla="*/ 66 w 9"/>
                <a:gd name="T43" fmla="*/ 107 h 8"/>
                <a:gd name="T44" fmla="*/ 66 w 9"/>
                <a:gd name="T45" fmla="*/ 107 h 8"/>
                <a:gd name="T46" fmla="*/ 97 w 9"/>
                <a:gd name="T47" fmla="*/ 83 h 8"/>
                <a:gd name="T48" fmla="*/ 84 w 9"/>
                <a:gd name="T49" fmla="*/ 107 h 8"/>
                <a:gd name="T50" fmla="*/ 84 w 9"/>
                <a:gd name="T51" fmla="*/ 107 h 8"/>
                <a:gd name="T52" fmla="*/ 84 w 9"/>
                <a:gd name="T53" fmla="*/ 107 h 8"/>
                <a:gd name="T54" fmla="*/ 97 w 9"/>
                <a:gd name="T55" fmla="*/ 83 h 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4" y="0"/>
                    <a:pt x="4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2" y="2"/>
                    <a:pt x="0" y="3"/>
                    <a:pt x="0" y="6"/>
                  </a:cubicBezTo>
                  <a:cubicBezTo>
                    <a:pt x="0" y="7"/>
                    <a:pt x="0" y="7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8" y="6"/>
                    <a:pt x="8" y="6"/>
                  </a:cubicBezTo>
                  <a:cubicBezTo>
                    <a:pt x="9" y="5"/>
                    <a:pt x="9" y="4"/>
                    <a:pt x="8" y="4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lose/>
                  <a:moveTo>
                    <a:pt x="3" y="4"/>
                  </a:moveTo>
                  <a:cubicBezTo>
                    <a:pt x="3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  <a:moveTo>
                    <a:pt x="4" y="5"/>
                  </a:moveTo>
                  <a:cubicBezTo>
                    <a:pt x="4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lose/>
                  <a:moveTo>
                    <a:pt x="6" y="4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6" y="4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2" name="Freeform 1069">
              <a:extLst>
                <a:ext uri="{FF2B5EF4-FFF2-40B4-BE49-F238E27FC236}">
                  <a16:creationId xmlns:a16="http://schemas.microsoft.com/office/drawing/2014/main" id="{4CA714D6-112B-45AB-8B61-FC5AC8EBD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08"/>
              <a:ext cx="22" cy="29"/>
            </a:xfrm>
            <a:custGeom>
              <a:avLst/>
              <a:gdLst>
                <a:gd name="T0" fmla="*/ 12 w 9"/>
                <a:gd name="T1" fmla="*/ 55 h 11"/>
                <a:gd name="T2" fmla="*/ 0 w 9"/>
                <a:gd name="T3" fmla="*/ 111 h 11"/>
                <a:gd name="T4" fmla="*/ 12 w 9"/>
                <a:gd name="T5" fmla="*/ 124 h 11"/>
                <a:gd name="T6" fmla="*/ 12 w 9"/>
                <a:gd name="T7" fmla="*/ 166 h 11"/>
                <a:gd name="T8" fmla="*/ 29 w 9"/>
                <a:gd name="T9" fmla="*/ 182 h 11"/>
                <a:gd name="T10" fmla="*/ 42 w 9"/>
                <a:gd name="T11" fmla="*/ 200 h 11"/>
                <a:gd name="T12" fmla="*/ 132 w 9"/>
                <a:gd name="T13" fmla="*/ 111 h 11"/>
                <a:gd name="T14" fmla="*/ 120 w 9"/>
                <a:gd name="T15" fmla="*/ 76 h 11"/>
                <a:gd name="T16" fmla="*/ 12 w 9"/>
                <a:gd name="T17" fmla="*/ 55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1">
                  <a:moveTo>
                    <a:pt x="1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7" y="10"/>
                    <a:pt x="8" y="9"/>
                    <a:pt x="9" y="6"/>
                  </a:cubicBezTo>
                  <a:cubicBezTo>
                    <a:pt x="9" y="6"/>
                    <a:pt x="9" y="4"/>
                    <a:pt x="8" y="4"/>
                  </a:cubicBezTo>
                  <a:cubicBezTo>
                    <a:pt x="4" y="0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3" name="Freeform 1070">
              <a:extLst>
                <a:ext uri="{FF2B5EF4-FFF2-40B4-BE49-F238E27FC236}">
                  <a16:creationId xmlns:a16="http://schemas.microsoft.com/office/drawing/2014/main" id="{1BB2ED72-1678-44F1-B598-6D3CE21AA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984"/>
              <a:ext cx="15" cy="18"/>
            </a:xfrm>
            <a:custGeom>
              <a:avLst/>
              <a:gdLst>
                <a:gd name="T0" fmla="*/ 0 w 6"/>
                <a:gd name="T1" fmla="*/ 33 h 7"/>
                <a:gd name="T2" fmla="*/ 0 w 6"/>
                <a:gd name="T3" fmla="*/ 33 h 7"/>
                <a:gd name="T4" fmla="*/ 20 w 6"/>
                <a:gd name="T5" fmla="*/ 67 h 7"/>
                <a:gd name="T6" fmla="*/ 20 w 6"/>
                <a:gd name="T7" fmla="*/ 67 h 7"/>
                <a:gd name="T8" fmla="*/ 0 w 6"/>
                <a:gd name="T9" fmla="*/ 85 h 7"/>
                <a:gd name="T10" fmla="*/ 20 w 6"/>
                <a:gd name="T11" fmla="*/ 100 h 7"/>
                <a:gd name="T12" fmla="*/ 63 w 6"/>
                <a:gd name="T13" fmla="*/ 100 h 7"/>
                <a:gd name="T14" fmla="*/ 63 w 6"/>
                <a:gd name="T15" fmla="*/ 100 h 7"/>
                <a:gd name="T16" fmla="*/ 83 w 6"/>
                <a:gd name="T17" fmla="*/ 100 h 7"/>
                <a:gd name="T18" fmla="*/ 95 w 6"/>
                <a:gd name="T19" fmla="*/ 85 h 7"/>
                <a:gd name="T20" fmla="*/ 95 w 6"/>
                <a:gd name="T21" fmla="*/ 33 h 7"/>
                <a:gd name="T22" fmla="*/ 50 w 6"/>
                <a:gd name="T23" fmla="*/ 21 h 7"/>
                <a:gd name="T24" fmla="*/ 0 w 6"/>
                <a:gd name="T25" fmla="*/ 33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2" y="7"/>
                    <a:pt x="3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7"/>
                    <a:pt x="5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1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4" name="Freeform 1071">
              <a:extLst>
                <a:ext uri="{FF2B5EF4-FFF2-40B4-BE49-F238E27FC236}">
                  <a16:creationId xmlns:a16="http://schemas.microsoft.com/office/drawing/2014/main" id="{63EBF899-C28A-46C3-85BC-7FE6916AE3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0" y="3026"/>
              <a:ext cx="27" cy="30"/>
            </a:xfrm>
            <a:custGeom>
              <a:avLst/>
              <a:gdLst>
                <a:gd name="T0" fmla="*/ 12 w 11"/>
                <a:gd name="T1" fmla="*/ 38 h 11"/>
                <a:gd name="T2" fmla="*/ 12 w 11"/>
                <a:gd name="T3" fmla="*/ 38 h 11"/>
                <a:gd name="T4" fmla="*/ 0 w 11"/>
                <a:gd name="T5" fmla="*/ 60 h 11"/>
                <a:gd name="T6" fmla="*/ 0 w 11"/>
                <a:gd name="T7" fmla="*/ 104 h 11"/>
                <a:gd name="T8" fmla="*/ 42 w 11"/>
                <a:gd name="T9" fmla="*/ 202 h 11"/>
                <a:gd name="T10" fmla="*/ 150 w 11"/>
                <a:gd name="T11" fmla="*/ 142 h 11"/>
                <a:gd name="T12" fmla="*/ 150 w 11"/>
                <a:gd name="T13" fmla="*/ 104 h 11"/>
                <a:gd name="T14" fmla="*/ 71 w 11"/>
                <a:gd name="T15" fmla="*/ 0 h 11"/>
                <a:gd name="T16" fmla="*/ 12 w 11"/>
                <a:gd name="T17" fmla="*/ 38 h 11"/>
                <a:gd name="T18" fmla="*/ 71 w 11"/>
                <a:gd name="T19" fmla="*/ 120 h 11"/>
                <a:gd name="T20" fmla="*/ 71 w 11"/>
                <a:gd name="T21" fmla="*/ 120 h 11"/>
                <a:gd name="T22" fmla="*/ 71 w 11"/>
                <a:gd name="T23" fmla="*/ 120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7"/>
                    <a:pt x="1" y="9"/>
                    <a:pt x="3" y="10"/>
                  </a:cubicBezTo>
                  <a:cubicBezTo>
                    <a:pt x="4" y="10"/>
                    <a:pt x="7" y="11"/>
                    <a:pt x="10" y="7"/>
                  </a:cubicBezTo>
                  <a:cubicBezTo>
                    <a:pt x="10" y="6"/>
                    <a:pt x="11" y="5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5" name="Freeform 1072">
              <a:extLst>
                <a:ext uri="{FF2B5EF4-FFF2-40B4-BE49-F238E27FC236}">
                  <a16:creationId xmlns:a16="http://schemas.microsoft.com/office/drawing/2014/main" id="{A17B0F50-7806-4A68-BD38-202D5DF8A2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5" y="3064"/>
              <a:ext cx="15" cy="21"/>
            </a:xfrm>
            <a:custGeom>
              <a:avLst/>
              <a:gdLst>
                <a:gd name="T0" fmla="*/ 0 w 6"/>
                <a:gd name="T1" fmla="*/ 34 h 8"/>
                <a:gd name="T2" fmla="*/ 0 w 6"/>
                <a:gd name="T3" fmla="*/ 55 h 8"/>
                <a:gd name="T4" fmla="*/ 0 w 6"/>
                <a:gd name="T5" fmla="*/ 34 h 8"/>
                <a:gd name="T6" fmla="*/ 0 w 6"/>
                <a:gd name="T7" fmla="*/ 110 h 8"/>
                <a:gd name="T8" fmla="*/ 33 w 6"/>
                <a:gd name="T9" fmla="*/ 123 h 8"/>
                <a:gd name="T10" fmla="*/ 63 w 6"/>
                <a:gd name="T11" fmla="*/ 110 h 8"/>
                <a:gd name="T12" fmla="*/ 83 w 6"/>
                <a:gd name="T13" fmla="*/ 55 h 8"/>
                <a:gd name="T14" fmla="*/ 63 w 6"/>
                <a:gd name="T15" fmla="*/ 21 h 8"/>
                <a:gd name="T16" fmla="*/ 0 w 6"/>
                <a:gd name="T17" fmla="*/ 34 h 8"/>
                <a:gd name="T18" fmla="*/ 50 w 6"/>
                <a:gd name="T19" fmla="*/ 55 h 8"/>
                <a:gd name="T20" fmla="*/ 50 w 6"/>
                <a:gd name="T21" fmla="*/ 76 h 8"/>
                <a:gd name="T22" fmla="*/ 33 w 6"/>
                <a:gd name="T23" fmla="*/ 89 h 8"/>
                <a:gd name="T24" fmla="*/ 33 w 6"/>
                <a:gd name="T25" fmla="*/ 76 h 8"/>
                <a:gd name="T26" fmla="*/ 20 w 6"/>
                <a:gd name="T27" fmla="*/ 76 h 8"/>
                <a:gd name="T28" fmla="*/ 20 w 6"/>
                <a:gd name="T29" fmla="*/ 55 h 8"/>
                <a:gd name="T30" fmla="*/ 50 w 6"/>
                <a:gd name="T31" fmla="*/ 55 h 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2" y="7"/>
                  </a:cubicBezTo>
                  <a:cubicBezTo>
                    <a:pt x="3" y="8"/>
                    <a:pt x="4" y="7"/>
                    <a:pt x="4" y="6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6" name="Freeform 1073">
              <a:extLst>
                <a:ext uri="{FF2B5EF4-FFF2-40B4-BE49-F238E27FC236}">
                  <a16:creationId xmlns:a16="http://schemas.microsoft.com/office/drawing/2014/main" id="{28C3545D-17A3-44A5-A946-6488EDB9A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3040"/>
              <a:ext cx="17" cy="18"/>
            </a:xfrm>
            <a:custGeom>
              <a:avLst/>
              <a:gdLst>
                <a:gd name="T0" fmla="*/ 12 w 7"/>
                <a:gd name="T1" fmla="*/ 21 h 7"/>
                <a:gd name="T2" fmla="*/ 0 w 7"/>
                <a:gd name="T3" fmla="*/ 54 h 7"/>
                <a:gd name="T4" fmla="*/ 12 w 7"/>
                <a:gd name="T5" fmla="*/ 67 h 7"/>
                <a:gd name="T6" fmla="*/ 12 w 7"/>
                <a:gd name="T7" fmla="*/ 67 h 7"/>
                <a:gd name="T8" fmla="*/ 12 w 7"/>
                <a:gd name="T9" fmla="*/ 85 h 7"/>
                <a:gd name="T10" fmla="*/ 12 w 7"/>
                <a:gd name="T11" fmla="*/ 85 h 7"/>
                <a:gd name="T12" fmla="*/ 12 w 7"/>
                <a:gd name="T13" fmla="*/ 100 h 7"/>
                <a:gd name="T14" fmla="*/ 29 w 7"/>
                <a:gd name="T15" fmla="*/ 100 h 7"/>
                <a:gd name="T16" fmla="*/ 41 w 7"/>
                <a:gd name="T17" fmla="*/ 118 h 7"/>
                <a:gd name="T18" fmla="*/ 70 w 7"/>
                <a:gd name="T19" fmla="*/ 85 h 7"/>
                <a:gd name="T20" fmla="*/ 87 w 7"/>
                <a:gd name="T21" fmla="*/ 67 h 7"/>
                <a:gd name="T22" fmla="*/ 87 w 7"/>
                <a:gd name="T23" fmla="*/ 54 h 7"/>
                <a:gd name="T24" fmla="*/ 100 w 7"/>
                <a:gd name="T25" fmla="*/ 33 h 7"/>
                <a:gd name="T26" fmla="*/ 87 w 7"/>
                <a:gd name="T27" fmla="*/ 21 h 7"/>
                <a:gd name="T28" fmla="*/ 58 w 7"/>
                <a:gd name="T29" fmla="*/ 21 h 7"/>
                <a:gd name="T30" fmla="*/ 58 w 7"/>
                <a:gd name="T31" fmla="*/ 0 h 7"/>
                <a:gd name="T32" fmla="*/ 12 w 7"/>
                <a:gd name="T33" fmla="*/ 21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4" y="7"/>
                    <a:pt x="5" y="6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7" name="Freeform 1074">
              <a:extLst>
                <a:ext uri="{FF2B5EF4-FFF2-40B4-BE49-F238E27FC236}">
                  <a16:creationId xmlns:a16="http://schemas.microsoft.com/office/drawing/2014/main" id="{26D6C5C1-7103-42E5-B253-3E87CE5A62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0" y="2986"/>
              <a:ext cx="22" cy="22"/>
            </a:xfrm>
            <a:custGeom>
              <a:avLst/>
              <a:gdLst>
                <a:gd name="T0" fmla="*/ 29 w 9"/>
                <a:gd name="T1" fmla="*/ 0 h 8"/>
                <a:gd name="T2" fmla="*/ 12 w 9"/>
                <a:gd name="T3" fmla="*/ 61 h 8"/>
                <a:gd name="T4" fmla="*/ 29 w 9"/>
                <a:gd name="T5" fmla="*/ 143 h 8"/>
                <a:gd name="T6" fmla="*/ 59 w 9"/>
                <a:gd name="T7" fmla="*/ 168 h 8"/>
                <a:gd name="T8" fmla="*/ 90 w 9"/>
                <a:gd name="T9" fmla="*/ 168 h 8"/>
                <a:gd name="T10" fmla="*/ 132 w 9"/>
                <a:gd name="T11" fmla="*/ 129 h 8"/>
                <a:gd name="T12" fmla="*/ 132 w 9"/>
                <a:gd name="T13" fmla="*/ 83 h 8"/>
                <a:gd name="T14" fmla="*/ 120 w 9"/>
                <a:gd name="T15" fmla="*/ 61 h 8"/>
                <a:gd name="T16" fmla="*/ 71 w 9"/>
                <a:gd name="T17" fmla="*/ 47 h 8"/>
                <a:gd name="T18" fmla="*/ 71 w 9"/>
                <a:gd name="T19" fmla="*/ 47 h 8"/>
                <a:gd name="T20" fmla="*/ 29 w 9"/>
                <a:gd name="T21" fmla="*/ 0 h 8"/>
                <a:gd name="T22" fmla="*/ 120 w 9"/>
                <a:gd name="T23" fmla="*/ 61 h 8"/>
                <a:gd name="T24" fmla="*/ 120 w 9"/>
                <a:gd name="T25" fmla="*/ 107 h 8"/>
                <a:gd name="T26" fmla="*/ 90 w 9"/>
                <a:gd name="T27" fmla="*/ 129 h 8"/>
                <a:gd name="T28" fmla="*/ 71 w 9"/>
                <a:gd name="T29" fmla="*/ 129 h 8"/>
                <a:gd name="T30" fmla="*/ 71 w 9"/>
                <a:gd name="T31" fmla="*/ 129 h 8"/>
                <a:gd name="T32" fmla="*/ 59 w 9"/>
                <a:gd name="T33" fmla="*/ 107 h 8"/>
                <a:gd name="T34" fmla="*/ 59 w 9"/>
                <a:gd name="T35" fmla="*/ 107 h 8"/>
                <a:gd name="T36" fmla="*/ 71 w 9"/>
                <a:gd name="T37" fmla="*/ 61 h 8"/>
                <a:gd name="T38" fmla="*/ 90 w 9"/>
                <a:gd name="T39" fmla="*/ 61 h 8"/>
                <a:gd name="T40" fmla="*/ 90 w 9"/>
                <a:gd name="T41" fmla="*/ 107 h 8"/>
                <a:gd name="T42" fmla="*/ 71 w 9"/>
                <a:gd name="T43" fmla="*/ 47 h 8"/>
                <a:gd name="T44" fmla="*/ 120 w 9"/>
                <a:gd name="T45" fmla="*/ 61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2"/>
                    <a:pt x="7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8" y="3"/>
                  </a:moveTo>
                  <a:cubicBezTo>
                    <a:pt x="9" y="4"/>
                    <a:pt x="9" y="5"/>
                    <a:pt x="8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7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5" y="4"/>
                    <a:pt x="5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5" y="3"/>
                    <a:pt x="5" y="2"/>
                  </a:cubicBezTo>
                  <a:cubicBezTo>
                    <a:pt x="6" y="2"/>
                    <a:pt x="7" y="2"/>
                    <a:pt x="8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8" name="Freeform 1075">
              <a:extLst>
                <a:ext uri="{FF2B5EF4-FFF2-40B4-BE49-F238E27FC236}">
                  <a16:creationId xmlns:a16="http://schemas.microsoft.com/office/drawing/2014/main" id="{FACAF15A-AC61-49DA-9DFA-68676333D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2" y="3058"/>
              <a:ext cx="15" cy="14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48 h 5"/>
                <a:gd name="T4" fmla="*/ 33 w 6"/>
                <a:gd name="T5" fmla="*/ 109 h 5"/>
                <a:gd name="T6" fmla="*/ 33 w 6"/>
                <a:gd name="T7" fmla="*/ 109 h 5"/>
                <a:gd name="T8" fmla="*/ 33 w 6"/>
                <a:gd name="T9" fmla="*/ 109 h 5"/>
                <a:gd name="T10" fmla="*/ 20 w 6"/>
                <a:gd name="T11" fmla="*/ 62 h 5"/>
                <a:gd name="T12" fmla="*/ 20 w 6"/>
                <a:gd name="T13" fmla="*/ 62 h 5"/>
                <a:gd name="T14" fmla="*/ 33 w 6"/>
                <a:gd name="T15" fmla="*/ 22 h 5"/>
                <a:gd name="T16" fmla="*/ 63 w 6"/>
                <a:gd name="T17" fmla="*/ 22 h 5"/>
                <a:gd name="T18" fmla="*/ 63 w 6"/>
                <a:gd name="T19" fmla="*/ 0 h 5"/>
                <a:gd name="T20" fmla="*/ 20 w 6"/>
                <a:gd name="T21" fmla="*/ 0 h 5"/>
                <a:gd name="T22" fmla="*/ 63 w 6"/>
                <a:gd name="T23" fmla="*/ 48 h 5"/>
                <a:gd name="T24" fmla="*/ 83 w 6"/>
                <a:gd name="T25" fmla="*/ 48 h 5"/>
                <a:gd name="T26" fmla="*/ 95 w 6"/>
                <a:gd name="T27" fmla="*/ 62 h 5"/>
                <a:gd name="T28" fmla="*/ 63 w 6"/>
                <a:gd name="T29" fmla="*/ 22 h 5"/>
                <a:gd name="T30" fmla="*/ 63 w 6"/>
                <a:gd name="T31" fmla="*/ 48 h 5"/>
                <a:gd name="T32" fmla="*/ 33 w 6"/>
                <a:gd name="T33" fmla="*/ 62 h 5"/>
                <a:gd name="T34" fmla="*/ 33 w 6"/>
                <a:gd name="T35" fmla="*/ 87 h 5"/>
                <a:gd name="T36" fmla="*/ 33 w 6"/>
                <a:gd name="T37" fmla="*/ 109 h 5"/>
                <a:gd name="T38" fmla="*/ 63 w 6"/>
                <a:gd name="T39" fmla="*/ 109 h 5"/>
                <a:gd name="T40" fmla="*/ 83 w 6"/>
                <a:gd name="T41" fmla="*/ 62 h 5"/>
                <a:gd name="T42" fmla="*/ 83 w 6"/>
                <a:gd name="T43" fmla="*/ 48 h 5"/>
                <a:gd name="T44" fmla="*/ 33 w 6"/>
                <a:gd name="T45" fmla="*/ 62 h 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5" y="2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lose/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4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9" name="Freeform 1076">
              <a:extLst>
                <a:ext uri="{FF2B5EF4-FFF2-40B4-BE49-F238E27FC236}">
                  <a16:creationId xmlns:a16="http://schemas.microsoft.com/office/drawing/2014/main" id="{5EF8AAA1-C8D4-400B-8BC1-96508A57C5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2" y="3053"/>
              <a:ext cx="18" cy="21"/>
            </a:xfrm>
            <a:custGeom>
              <a:avLst/>
              <a:gdLst>
                <a:gd name="T0" fmla="*/ 67 w 7"/>
                <a:gd name="T1" fmla="*/ 0 h 8"/>
                <a:gd name="T2" fmla="*/ 100 w 7"/>
                <a:gd name="T3" fmla="*/ 21 h 8"/>
                <a:gd name="T4" fmla="*/ 100 w 7"/>
                <a:gd name="T5" fmla="*/ 34 h 8"/>
                <a:gd name="T6" fmla="*/ 100 w 7"/>
                <a:gd name="T7" fmla="*/ 34 h 8"/>
                <a:gd name="T8" fmla="*/ 85 w 7"/>
                <a:gd name="T9" fmla="*/ 21 h 8"/>
                <a:gd name="T10" fmla="*/ 33 w 7"/>
                <a:gd name="T11" fmla="*/ 34 h 8"/>
                <a:gd name="T12" fmla="*/ 33 w 7"/>
                <a:gd name="T13" fmla="*/ 55 h 8"/>
                <a:gd name="T14" fmla="*/ 21 w 7"/>
                <a:gd name="T15" fmla="*/ 89 h 8"/>
                <a:gd name="T16" fmla="*/ 33 w 7"/>
                <a:gd name="T17" fmla="*/ 144 h 8"/>
                <a:gd name="T18" fmla="*/ 67 w 7"/>
                <a:gd name="T19" fmla="*/ 123 h 8"/>
                <a:gd name="T20" fmla="*/ 118 w 7"/>
                <a:gd name="T21" fmla="*/ 76 h 8"/>
                <a:gd name="T22" fmla="*/ 118 w 7"/>
                <a:gd name="T23" fmla="*/ 34 h 8"/>
                <a:gd name="T24" fmla="*/ 67 w 7"/>
                <a:gd name="T25" fmla="*/ 0 h 8"/>
                <a:gd name="T26" fmla="*/ 85 w 7"/>
                <a:gd name="T27" fmla="*/ 55 h 8"/>
                <a:gd name="T28" fmla="*/ 85 w 7"/>
                <a:gd name="T29" fmla="*/ 76 h 8"/>
                <a:gd name="T30" fmla="*/ 85 w 7"/>
                <a:gd name="T31" fmla="*/ 76 h 8"/>
                <a:gd name="T32" fmla="*/ 54 w 7"/>
                <a:gd name="T33" fmla="*/ 76 h 8"/>
                <a:gd name="T34" fmla="*/ 54 w 7"/>
                <a:gd name="T35" fmla="*/ 55 h 8"/>
                <a:gd name="T36" fmla="*/ 85 w 7"/>
                <a:gd name="T37" fmla="*/ 55 h 8"/>
                <a:gd name="T38" fmla="*/ 54 w 7"/>
                <a:gd name="T39" fmla="*/ 0 h 8"/>
                <a:gd name="T40" fmla="*/ 67 w 7"/>
                <a:gd name="T41" fmla="*/ 0 h 8"/>
                <a:gd name="T42" fmla="*/ 54 w 7"/>
                <a:gd name="T43" fmla="*/ 0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5" y="0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4" y="0"/>
                    <a:pt x="2" y="1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1" y="7"/>
                    <a:pt x="2" y="8"/>
                  </a:cubicBezTo>
                  <a:cubicBezTo>
                    <a:pt x="2" y="8"/>
                    <a:pt x="4" y="8"/>
                    <a:pt x="4" y="7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1"/>
                    <a:pt x="5" y="0"/>
                    <a:pt x="4" y="0"/>
                  </a:cubicBezTo>
                  <a:close/>
                  <a:moveTo>
                    <a:pt x="5" y="3"/>
                  </a:move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5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4" y="2"/>
                    <a:pt x="5" y="3"/>
                  </a:cubicBezTo>
                  <a:close/>
                  <a:moveTo>
                    <a:pt x="3" y="0"/>
                  </a:move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0" name="Freeform 1077">
              <a:extLst>
                <a:ext uri="{FF2B5EF4-FFF2-40B4-BE49-F238E27FC236}">
                  <a16:creationId xmlns:a16="http://schemas.microsoft.com/office/drawing/2014/main" id="{CA8018A0-2863-42CF-9B92-0550D699E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746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20 w 6"/>
                <a:gd name="T3" fmla="*/ 35 h 6"/>
                <a:gd name="T4" fmla="*/ 20 w 6"/>
                <a:gd name="T5" fmla="*/ 56 h 6"/>
                <a:gd name="T6" fmla="*/ 0 w 6"/>
                <a:gd name="T7" fmla="*/ 77 h 6"/>
                <a:gd name="T8" fmla="*/ 0 w 6"/>
                <a:gd name="T9" fmla="*/ 77 h 6"/>
                <a:gd name="T10" fmla="*/ 0 w 6"/>
                <a:gd name="T11" fmla="*/ 77 h 6"/>
                <a:gd name="T12" fmla="*/ 0 w 6"/>
                <a:gd name="T13" fmla="*/ 77 h 6"/>
                <a:gd name="T14" fmla="*/ 20 w 6"/>
                <a:gd name="T15" fmla="*/ 77 h 6"/>
                <a:gd name="T16" fmla="*/ 33 w 6"/>
                <a:gd name="T17" fmla="*/ 115 h 6"/>
                <a:gd name="T18" fmla="*/ 33 w 6"/>
                <a:gd name="T19" fmla="*/ 115 h 6"/>
                <a:gd name="T20" fmla="*/ 33 w 6"/>
                <a:gd name="T21" fmla="*/ 115 h 6"/>
                <a:gd name="T22" fmla="*/ 50 w 6"/>
                <a:gd name="T23" fmla="*/ 115 h 6"/>
                <a:gd name="T24" fmla="*/ 63 w 6"/>
                <a:gd name="T25" fmla="*/ 93 h 6"/>
                <a:gd name="T26" fmla="*/ 83 w 6"/>
                <a:gd name="T27" fmla="*/ 93 h 6"/>
                <a:gd name="T28" fmla="*/ 63 w 6"/>
                <a:gd name="T29" fmla="*/ 93 h 6"/>
                <a:gd name="T30" fmla="*/ 83 w 6"/>
                <a:gd name="T31" fmla="*/ 77 h 6"/>
                <a:gd name="T32" fmla="*/ 83 w 6"/>
                <a:gd name="T33" fmla="*/ 56 h 6"/>
                <a:gd name="T34" fmla="*/ 95 w 6"/>
                <a:gd name="T35" fmla="*/ 77 h 6"/>
                <a:gd name="T36" fmla="*/ 95 w 6"/>
                <a:gd name="T37" fmla="*/ 56 h 6"/>
                <a:gd name="T38" fmla="*/ 83 w 6"/>
                <a:gd name="T39" fmla="*/ 21 h 6"/>
                <a:gd name="T40" fmla="*/ 63 w 6"/>
                <a:gd name="T41" fmla="*/ 21 h 6"/>
                <a:gd name="T42" fmla="*/ 33 w 6"/>
                <a:gd name="T43" fmla="*/ 21 h 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5" y="5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1" name="Freeform 1078">
              <a:extLst>
                <a:ext uri="{FF2B5EF4-FFF2-40B4-BE49-F238E27FC236}">
                  <a16:creationId xmlns:a16="http://schemas.microsoft.com/office/drawing/2014/main" id="{0ED2FD75-9B1A-4F19-8681-D0B3B86979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3" y="2818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20 w 6"/>
                <a:gd name="T3" fmla="*/ 93 h 6"/>
                <a:gd name="T4" fmla="*/ 50 w 6"/>
                <a:gd name="T5" fmla="*/ 93 h 6"/>
                <a:gd name="T6" fmla="*/ 95 w 6"/>
                <a:gd name="T7" fmla="*/ 77 h 6"/>
                <a:gd name="T8" fmla="*/ 95 w 6"/>
                <a:gd name="T9" fmla="*/ 56 h 6"/>
                <a:gd name="T10" fmla="*/ 95 w 6"/>
                <a:gd name="T11" fmla="*/ 35 h 6"/>
                <a:gd name="T12" fmla="*/ 95 w 6"/>
                <a:gd name="T13" fmla="*/ 35 h 6"/>
                <a:gd name="T14" fmla="*/ 83 w 6"/>
                <a:gd name="T15" fmla="*/ 56 h 6"/>
                <a:gd name="T16" fmla="*/ 83 w 6"/>
                <a:gd name="T17" fmla="*/ 35 h 6"/>
                <a:gd name="T18" fmla="*/ 83 w 6"/>
                <a:gd name="T19" fmla="*/ 35 h 6"/>
                <a:gd name="T20" fmla="*/ 83 w 6"/>
                <a:gd name="T21" fmla="*/ 56 h 6"/>
                <a:gd name="T22" fmla="*/ 83 w 6"/>
                <a:gd name="T23" fmla="*/ 56 h 6"/>
                <a:gd name="T24" fmla="*/ 63 w 6"/>
                <a:gd name="T25" fmla="*/ 77 h 6"/>
                <a:gd name="T26" fmla="*/ 33 w 6"/>
                <a:gd name="T27" fmla="*/ 56 h 6"/>
                <a:gd name="T28" fmla="*/ 20 w 6"/>
                <a:gd name="T29" fmla="*/ 35 h 6"/>
                <a:gd name="T30" fmla="*/ 20 w 6"/>
                <a:gd name="T31" fmla="*/ 35 h 6"/>
                <a:gd name="T32" fmla="*/ 33 w 6"/>
                <a:gd name="T33" fmla="*/ 21 h 6"/>
                <a:gd name="T34" fmla="*/ 20 w 6"/>
                <a:gd name="T35" fmla="*/ 0 h 6"/>
                <a:gd name="T36" fmla="*/ 20 w 6"/>
                <a:gd name="T37" fmla="*/ 0 h 6"/>
                <a:gd name="T38" fmla="*/ 0 w 6"/>
                <a:gd name="T39" fmla="*/ 56 h 6"/>
                <a:gd name="T40" fmla="*/ 33 w 6"/>
                <a:gd name="T41" fmla="*/ 21 h 6"/>
                <a:gd name="T42" fmla="*/ 33 w 6"/>
                <a:gd name="T43" fmla="*/ 21 h 6"/>
                <a:gd name="T44" fmla="*/ 50 w 6"/>
                <a:gd name="T45" fmla="*/ 56 h 6"/>
                <a:gd name="T46" fmla="*/ 83 w 6"/>
                <a:gd name="T47" fmla="*/ 35 h 6"/>
                <a:gd name="T48" fmla="*/ 63 w 6"/>
                <a:gd name="T49" fmla="*/ 21 h 6"/>
                <a:gd name="T50" fmla="*/ 33 w 6"/>
                <a:gd name="T51" fmla="*/ 21 h 6"/>
                <a:gd name="T52" fmla="*/ 95 w 6"/>
                <a:gd name="T53" fmla="*/ 35 h 6"/>
                <a:gd name="T54" fmla="*/ 83 w 6"/>
                <a:gd name="T55" fmla="*/ 21 h 6"/>
                <a:gd name="T56" fmla="*/ 95 w 6"/>
                <a:gd name="T57" fmla="*/ 35 h 6"/>
                <a:gd name="T58" fmla="*/ 33 w 6"/>
                <a:gd name="T59" fmla="*/ 21 h 6"/>
                <a:gd name="T60" fmla="*/ 33 w 6"/>
                <a:gd name="T61" fmla="*/ 21 h 6"/>
                <a:gd name="T62" fmla="*/ 33 w 6"/>
                <a:gd name="T63" fmla="*/ 21 h 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6"/>
                    <a:pt x="3" y="5"/>
                  </a:cubicBezTo>
                  <a:cubicBezTo>
                    <a:pt x="4" y="5"/>
                    <a:pt x="5" y="5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3"/>
                  </a:ln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3" y="3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lose/>
                  <a:moveTo>
                    <a:pt x="6" y="2"/>
                  </a:move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5" y="1"/>
                    <a:pt x="6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2" name="Freeform 1079">
              <a:extLst>
                <a:ext uri="{FF2B5EF4-FFF2-40B4-BE49-F238E27FC236}">
                  <a16:creationId xmlns:a16="http://schemas.microsoft.com/office/drawing/2014/main" id="{07042A05-F1F3-4363-ACFA-A3E78DCAF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5" y="2920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35 h 6"/>
                <a:gd name="T4" fmla="*/ 0 w 5"/>
                <a:gd name="T5" fmla="*/ 35 h 6"/>
                <a:gd name="T6" fmla="*/ 21 w 5"/>
                <a:gd name="T7" fmla="*/ 35 h 6"/>
                <a:gd name="T8" fmla="*/ 0 w 5"/>
                <a:gd name="T9" fmla="*/ 35 h 6"/>
                <a:gd name="T10" fmla="*/ 0 w 5"/>
                <a:gd name="T11" fmla="*/ 35 h 6"/>
                <a:gd name="T12" fmla="*/ 0 w 5"/>
                <a:gd name="T13" fmla="*/ 35 h 6"/>
                <a:gd name="T14" fmla="*/ 0 w 5"/>
                <a:gd name="T15" fmla="*/ 35 h 6"/>
                <a:gd name="T16" fmla="*/ 0 w 5"/>
                <a:gd name="T17" fmla="*/ 56 h 6"/>
                <a:gd name="T18" fmla="*/ 0 w 5"/>
                <a:gd name="T19" fmla="*/ 56 h 6"/>
                <a:gd name="T20" fmla="*/ 0 w 5"/>
                <a:gd name="T21" fmla="*/ 77 h 6"/>
                <a:gd name="T22" fmla="*/ 21 w 5"/>
                <a:gd name="T23" fmla="*/ 93 h 6"/>
                <a:gd name="T24" fmla="*/ 55 w 5"/>
                <a:gd name="T25" fmla="*/ 115 h 6"/>
                <a:gd name="T26" fmla="*/ 88 w 5"/>
                <a:gd name="T27" fmla="*/ 56 h 6"/>
                <a:gd name="T28" fmla="*/ 88 w 5"/>
                <a:gd name="T29" fmla="*/ 56 h 6"/>
                <a:gd name="T30" fmla="*/ 34 w 5"/>
                <a:gd name="T31" fmla="*/ 77 h 6"/>
                <a:gd name="T32" fmla="*/ 21 w 5"/>
                <a:gd name="T33" fmla="*/ 56 h 6"/>
                <a:gd name="T34" fmla="*/ 21 w 5"/>
                <a:gd name="T35" fmla="*/ 77 h 6"/>
                <a:gd name="T36" fmla="*/ 21 w 5"/>
                <a:gd name="T37" fmla="*/ 56 h 6"/>
                <a:gd name="T38" fmla="*/ 21 w 5"/>
                <a:gd name="T39" fmla="*/ 56 h 6"/>
                <a:gd name="T40" fmla="*/ 21 w 5"/>
                <a:gd name="T41" fmla="*/ 35 h 6"/>
                <a:gd name="T42" fmla="*/ 21 w 5"/>
                <a:gd name="T43" fmla="*/ 35 h 6"/>
                <a:gd name="T44" fmla="*/ 55 w 5"/>
                <a:gd name="T45" fmla="*/ 21 h 6"/>
                <a:gd name="T46" fmla="*/ 55 w 5"/>
                <a:gd name="T47" fmla="*/ 0 h 6"/>
                <a:gd name="T48" fmla="*/ 21 w 5"/>
                <a:gd name="T49" fmla="*/ 35 h 6"/>
                <a:gd name="T50" fmla="*/ 55 w 5"/>
                <a:gd name="T51" fmla="*/ 21 h 6"/>
                <a:gd name="T52" fmla="*/ 55 w 5"/>
                <a:gd name="T53" fmla="*/ 21 h 6"/>
                <a:gd name="T54" fmla="*/ 55 w 5"/>
                <a:gd name="T55" fmla="*/ 21 h 6"/>
                <a:gd name="T56" fmla="*/ 55 w 5"/>
                <a:gd name="T57" fmla="*/ 21 h 6"/>
                <a:gd name="T58" fmla="*/ 21 w 5"/>
                <a:gd name="T59" fmla="*/ 35 h 6"/>
                <a:gd name="T60" fmla="*/ 21 w 5"/>
                <a:gd name="T61" fmla="*/ 56 h 6"/>
                <a:gd name="T62" fmla="*/ 21 w 5"/>
                <a:gd name="T63" fmla="*/ 56 h 6"/>
                <a:gd name="T64" fmla="*/ 55 w 5"/>
                <a:gd name="T65" fmla="*/ 21 h 6"/>
                <a:gd name="T66" fmla="*/ 88 w 5"/>
                <a:gd name="T67" fmla="*/ 56 h 6"/>
                <a:gd name="T68" fmla="*/ 88 w 5"/>
                <a:gd name="T69" fmla="*/ 56 h 6"/>
                <a:gd name="T70" fmla="*/ 88 w 5"/>
                <a:gd name="T71" fmla="*/ 56 h 6"/>
                <a:gd name="T72" fmla="*/ 88 w 5"/>
                <a:gd name="T73" fmla="*/ 56 h 6"/>
                <a:gd name="T74" fmla="*/ 88 w 5"/>
                <a:gd name="T75" fmla="*/ 56 h 6"/>
                <a:gd name="T76" fmla="*/ 88 w 5"/>
                <a:gd name="T77" fmla="*/ 56 h 6"/>
                <a:gd name="T78" fmla="*/ 88 w 5"/>
                <a:gd name="T79" fmla="*/ 56 h 6"/>
                <a:gd name="T80" fmla="*/ 88 w 5"/>
                <a:gd name="T81" fmla="*/ 56 h 6"/>
                <a:gd name="T82" fmla="*/ 88 w 5"/>
                <a:gd name="T83" fmla="*/ 77 h 6"/>
                <a:gd name="T84" fmla="*/ 88 w 5"/>
                <a:gd name="T85" fmla="*/ 56 h 6"/>
                <a:gd name="T86" fmla="*/ 88 w 5"/>
                <a:gd name="T87" fmla="*/ 35 h 6"/>
                <a:gd name="T88" fmla="*/ 88 w 5"/>
                <a:gd name="T89" fmla="*/ 35 h 6"/>
                <a:gd name="T90" fmla="*/ 88 w 5"/>
                <a:gd name="T91" fmla="*/ 56 h 6"/>
                <a:gd name="T92" fmla="*/ 88 w 5"/>
                <a:gd name="T93" fmla="*/ 56 h 6"/>
                <a:gd name="T94" fmla="*/ 68 w 5"/>
                <a:gd name="T95" fmla="*/ 35 h 6"/>
                <a:gd name="T96" fmla="*/ 55 w 5"/>
                <a:gd name="T97" fmla="*/ 21 h 6"/>
                <a:gd name="T98" fmla="*/ 21 w 5"/>
                <a:gd name="T99" fmla="*/ 35 h 6"/>
                <a:gd name="T100" fmla="*/ 68 w 5"/>
                <a:gd name="T101" fmla="*/ 35 h 6"/>
                <a:gd name="T102" fmla="*/ 88 w 5"/>
                <a:gd name="T103" fmla="*/ 35 h 6"/>
                <a:gd name="T104" fmla="*/ 88 w 5"/>
                <a:gd name="T105" fmla="*/ 35 h 6"/>
                <a:gd name="T106" fmla="*/ 88 w 5"/>
                <a:gd name="T107" fmla="*/ 35 h 6"/>
                <a:gd name="T108" fmla="*/ 55 w 5"/>
                <a:gd name="T109" fmla="*/ 21 h 6"/>
                <a:gd name="T110" fmla="*/ 68 w 5"/>
                <a:gd name="T111" fmla="*/ 35 h 6"/>
                <a:gd name="T112" fmla="*/ 21 w 5"/>
                <a:gd name="T113" fmla="*/ 35 h 6"/>
                <a:gd name="T114" fmla="*/ 21 w 5"/>
                <a:gd name="T115" fmla="*/ 35 h 6"/>
                <a:gd name="T116" fmla="*/ 21 w 5"/>
                <a:gd name="T117" fmla="*/ 35 h 6"/>
                <a:gd name="T118" fmla="*/ 21 w 5"/>
                <a:gd name="T119" fmla="*/ 35 h 6"/>
                <a:gd name="T120" fmla="*/ 88 w 5"/>
                <a:gd name="T121" fmla="*/ 56 h 6"/>
                <a:gd name="T122" fmla="*/ 88 w 5"/>
                <a:gd name="T123" fmla="*/ 56 h 6"/>
                <a:gd name="T124" fmla="*/ 88 w 5"/>
                <a:gd name="T125" fmla="*/ 56 h 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6"/>
                    <a:pt x="4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1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lose/>
                  <a:moveTo>
                    <a:pt x="4" y="2"/>
                  </a:move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3" name="Freeform 1080">
              <a:extLst>
                <a:ext uri="{FF2B5EF4-FFF2-40B4-BE49-F238E27FC236}">
                  <a16:creationId xmlns:a16="http://schemas.microsoft.com/office/drawing/2014/main" id="{E9A7CF03-B5B3-4E11-8432-2436039392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5" y="3053"/>
              <a:ext cx="15" cy="19"/>
            </a:xfrm>
            <a:custGeom>
              <a:avLst/>
              <a:gdLst>
                <a:gd name="T0" fmla="*/ 33 w 6"/>
                <a:gd name="T1" fmla="*/ 22 h 7"/>
                <a:gd name="T2" fmla="*/ 20 w 6"/>
                <a:gd name="T3" fmla="*/ 38 h 7"/>
                <a:gd name="T4" fmla="*/ 20 w 6"/>
                <a:gd name="T5" fmla="*/ 60 h 7"/>
                <a:gd name="T6" fmla="*/ 20 w 6"/>
                <a:gd name="T7" fmla="*/ 60 h 7"/>
                <a:gd name="T8" fmla="*/ 0 w 6"/>
                <a:gd name="T9" fmla="*/ 60 h 7"/>
                <a:gd name="T10" fmla="*/ 0 w 6"/>
                <a:gd name="T11" fmla="*/ 81 h 7"/>
                <a:gd name="T12" fmla="*/ 33 w 6"/>
                <a:gd name="T13" fmla="*/ 117 h 7"/>
                <a:gd name="T14" fmla="*/ 83 w 6"/>
                <a:gd name="T15" fmla="*/ 117 h 7"/>
                <a:gd name="T16" fmla="*/ 83 w 6"/>
                <a:gd name="T17" fmla="*/ 103 h 7"/>
                <a:gd name="T18" fmla="*/ 83 w 6"/>
                <a:gd name="T19" fmla="*/ 38 h 7"/>
                <a:gd name="T20" fmla="*/ 63 w 6"/>
                <a:gd name="T21" fmla="*/ 22 h 7"/>
                <a:gd name="T22" fmla="*/ 33 w 6"/>
                <a:gd name="T23" fmla="*/ 22 h 7"/>
                <a:gd name="T24" fmla="*/ 50 w 6"/>
                <a:gd name="T25" fmla="*/ 38 h 7"/>
                <a:gd name="T26" fmla="*/ 50 w 6"/>
                <a:gd name="T27" fmla="*/ 38 h 7"/>
                <a:gd name="T28" fmla="*/ 83 w 6"/>
                <a:gd name="T29" fmla="*/ 60 h 7"/>
                <a:gd name="T30" fmla="*/ 50 w 6"/>
                <a:gd name="T31" fmla="*/ 38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7"/>
                    <a:pt x="4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4" name="Freeform 1081">
              <a:extLst>
                <a:ext uri="{FF2B5EF4-FFF2-40B4-BE49-F238E27FC236}">
                  <a16:creationId xmlns:a16="http://schemas.microsoft.com/office/drawing/2014/main" id="{62AB228E-8681-4A50-A9F0-EA48B9449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762"/>
              <a:ext cx="17" cy="16"/>
            </a:xfrm>
            <a:custGeom>
              <a:avLst/>
              <a:gdLst>
                <a:gd name="T0" fmla="*/ 41 w 7"/>
                <a:gd name="T1" fmla="*/ 0 h 6"/>
                <a:gd name="T2" fmla="*/ 12 w 7"/>
                <a:gd name="T3" fmla="*/ 21 h 6"/>
                <a:gd name="T4" fmla="*/ 41 w 7"/>
                <a:gd name="T5" fmla="*/ 93 h 6"/>
                <a:gd name="T6" fmla="*/ 87 w 7"/>
                <a:gd name="T7" fmla="*/ 93 h 6"/>
                <a:gd name="T8" fmla="*/ 87 w 7"/>
                <a:gd name="T9" fmla="*/ 35 h 6"/>
                <a:gd name="T10" fmla="*/ 58 w 7"/>
                <a:gd name="T11" fmla="*/ 21 h 6"/>
                <a:gd name="T12" fmla="*/ 41 w 7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3"/>
                    <a:pt x="1" y="4"/>
                    <a:pt x="3" y="5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4"/>
                    <a:pt x="7" y="2"/>
                    <a:pt x="6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5" name="Freeform 1082">
              <a:extLst>
                <a:ext uri="{FF2B5EF4-FFF2-40B4-BE49-F238E27FC236}">
                  <a16:creationId xmlns:a16="http://schemas.microsoft.com/office/drawing/2014/main" id="{DE9A0DA2-4929-4529-AC56-39B3554D11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5" y="2741"/>
              <a:ext cx="20" cy="16"/>
            </a:xfrm>
            <a:custGeom>
              <a:avLst/>
              <a:gdLst>
                <a:gd name="T0" fmla="*/ 20 w 8"/>
                <a:gd name="T1" fmla="*/ 21 h 6"/>
                <a:gd name="T2" fmla="*/ 20 w 8"/>
                <a:gd name="T3" fmla="*/ 93 h 6"/>
                <a:gd name="T4" fmla="*/ 33 w 8"/>
                <a:gd name="T5" fmla="*/ 115 h 6"/>
                <a:gd name="T6" fmla="*/ 63 w 8"/>
                <a:gd name="T7" fmla="*/ 115 h 6"/>
                <a:gd name="T8" fmla="*/ 113 w 8"/>
                <a:gd name="T9" fmla="*/ 93 h 6"/>
                <a:gd name="T10" fmla="*/ 125 w 8"/>
                <a:gd name="T11" fmla="*/ 56 h 6"/>
                <a:gd name="T12" fmla="*/ 95 w 8"/>
                <a:gd name="T13" fmla="*/ 21 h 6"/>
                <a:gd name="T14" fmla="*/ 50 w 8"/>
                <a:gd name="T15" fmla="*/ 0 h 6"/>
                <a:gd name="T16" fmla="*/ 20 w 8"/>
                <a:gd name="T17" fmla="*/ 21 h 6"/>
                <a:gd name="T18" fmla="*/ 63 w 8"/>
                <a:gd name="T19" fmla="*/ 35 h 6"/>
                <a:gd name="T20" fmla="*/ 83 w 8"/>
                <a:gd name="T21" fmla="*/ 35 h 6"/>
                <a:gd name="T22" fmla="*/ 83 w 8"/>
                <a:gd name="T23" fmla="*/ 35 h 6"/>
                <a:gd name="T24" fmla="*/ 63 w 8"/>
                <a:gd name="T25" fmla="*/ 35 h 6"/>
                <a:gd name="T26" fmla="*/ 63 w 8"/>
                <a:gd name="T27" fmla="*/ 35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5"/>
                    <a:pt x="2" y="5"/>
                    <a:pt x="2" y="6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5" y="6"/>
                    <a:pt x="6" y="6"/>
                    <a:pt x="7" y="5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4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CE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6" name="Freeform 1083">
              <a:extLst>
                <a:ext uri="{FF2B5EF4-FFF2-40B4-BE49-F238E27FC236}">
                  <a16:creationId xmlns:a16="http://schemas.microsoft.com/office/drawing/2014/main" id="{8C1FC19A-FCAD-4A7C-87BB-2E02DCAABF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5" y="2842"/>
              <a:ext cx="20" cy="19"/>
            </a:xfrm>
            <a:custGeom>
              <a:avLst/>
              <a:gdLst>
                <a:gd name="T0" fmla="*/ 50 w 8"/>
                <a:gd name="T1" fmla="*/ 0 h 7"/>
                <a:gd name="T2" fmla="*/ 50 w 8"/>
                <a:gd name="T3" fmla="*/ 0 h 7"/>
                <a:gd name="T4" fmla="*/ 20 w 8"/>
                <a:gd name="T5" fmla="*/ 38 h 7"/>
                <a:gd name="T6" fmla="*/ 20 w 8"/>
                <a:gd name="T7" fmla="*/ 60 h 7"/>
                <a:gd name="T8" fmla="*/ 20 w 8"/>
                <a:gd name="T9" fmla="*/ 60 h 7"/>
                <a:gd name="T10" fmla="*/ 0 w 8"/>
                <a:gd name="T11" fmla="*/ 103 h 7"/>
                <a:gd name="T12" fmla="*/ 20 w 8"/>
                <a:gd name="T13" fmla="*/ 117 h 7"/>
                <a:gd name="T14" fmla="*/ 50 w 8"/>
                <a:gd name="T15" fmla="*/ 141 h 7"/>
                <a:gd name="T16" fmla="*/ 95 w 8"/>
                <a:gd name="T17" fmla="*/ 141 h 7"/>
                <a:gd name="T18" fmla="*/ 113 w 8"/>
                <a:gd name="T19" fmla="*/ 103 h 7"/>
                <a:gd name="T20" fmla="*/ 113 w 8"/>
                <a:gd name="T21" fmla="*/ 81 h 7"/>
                <a:gd name="T22" fmla="*/ 125 w 8"/>
                <a:gd name="T23" fmla="*/ 81 h 7"/>
                <a:gd name="T24" fmla="*/ 113 w 8"/>
                <a:gd name="T25" fmla="*/ 81 h 7"/>
                <a:gd name="T26" fmla="*/ 83 w 8"/>
                <a:gd name="T27" fmla="*/ 22 h 7"/>
                <a:gd name="T28" fmla="*/ 50 w 8"/>
                <a:gd name="T29" fmla="*/ 0 h 7"/>
                <a:gd name="T30" fmla="*/ 63 w 8"/>
                <a:gd name="T31" fmla="*/ 60 h 7"/>
                <a:gd name="T32" fmla="*/ 83 w 8"/>
                <a:gd name="T33" fmla="*/ 81 h 7"/>
                <a:gd name="T34" fmla="*/ 63 w 8"/>
                <a:gd name="T35" fmla="*/ 81 h 7"/>
                <a:gd name="T36" fmla="*/ 63 w 8"/>
                <a:gd name="T37" fmla="*/ 60 h 7"/>
                <a:gd name="T38" fmla="*/ 63 w 8"/>
                <a:gd name="T39" fmla="*/ 60 h 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7"/>
                    <a:pt x="5" y="7"/>
                    <a:pt x="6" y="7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6" y="3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  <a:close/>
                  <a:moveTo>
                    <a:pt x="4" y="3"/>
                  </a:move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7" name="Freeform 1084">
              <a:extLst>
                <a:ext uri="{FF2B5EF4-FFF2-40B4-BE49-F238E27FC236}">
                  <a16:creationId xmlns:a16="http://schemas.microsoft.com/office/drawing/2014/main" id="{934902D7-E5CC-4501-AB42-DAFBA4D580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7" y="2808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20 w 6"/>
                <a:gd name="T3" fmla="*/ 115 h 6"/>
                <a:gd name="T4" fmla="*/ 63 w 6"/>
                <a:gd name="T5" fmla="*/ 115 h 6"/>
                <a:gd name="T6" fmla="*/ 63 w 6"/>
                <a:gd name="T7" fmla="*/ 115 h 6"/>
                <a:gd name="T8" fmla="*/ 63 w 6"/>
                <a:gd name="T9" fmla="*/ 93 h 6"/>
                <a:gd name="T10" fmla="*/ 83 w 6"/>
                <a:gd name="T11" fmla="*/ 93 h 6"/>
                <a:gd name="T12" fmla="*/ 83 w 6"/>
                <a:gd name="T13" fmla="*/ 93 h 6"/>
                <a:gd name="T14" fmla="*/ 95 w 6"/>
                <a:gd name="T15" fmla="*/ 56 h 6"/>
                <a:gd name="T16" fmla="*/ 95 w 6"/>
                <a:gd name="T17" fmla="*/ 35 h 6"/>
                <a:gd name="T18" fmla="*/ 63 w 6"/>
                <a:gd name="T19" fmla="*/ 0 h 6"/>
                <a:gd name="T20" fmla="*/ 20 w 6"/>
                <a:gd name="T21" fmla="*/ 35 h 6"/>
                <a:gd name="T22" fmla="*/ 33 w 6"/>
                <a:gd name="T23" fmla="*/ 56 h 6"/>
                <a:gd name="T24" fmla="*/ 50 w 6"/>
                <a:gd name="T25" fmla="*/ 21 h 6"/>
                <a:gd name="T26" fmla="*/ 33 w 6"/>
                <a:gd name="T27" fmla="*/ 56 h 6"/>
                <a:gd name="T28" fmla="*/ 33 w 6"/>
                <a:gd name="T29" fmla="*/ 56 h 6"/>
                <a:gd name="T30" fmla="*/ 63 w 6"/>
                <a:gd name="T31" fmla="*/ 35 h 6"/>
                <a:gd name="T32" fmla="*/ 83 w 6"/>
                <a:gd name="T33" fmla="*/ 56 h 6"/>
                <a:gd name="T34" fmla="*/ 83 w 6"/>
                <a:gd name="T35" fmla="*/ 56 h 6"/>
                <a:gd name="T36" fmla="*/ 63 w 6"/>
                <a:gd name="T37" fmla="*/ 35 h 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6" y="4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lose/>
                  <a:moveTo>
                    <a:pt x="2" y="3"/>
                  </a:moveTo>
                  <a:cubicBezTo>
                    <a:pt x="2" y="2"/>
                    <a:pt x="2" y="2"/>
                    <a:pt x="3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  <a:moveTo>
                    <a:pt x="4" y="2"/>
                  </a:move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4" y="2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8" name="Freeform 1085">
              <a:extLst>
                <a:ext uri="{FF2B5EF4-FFF2-40B4-BE49-F238E27FC236}">
                  <a16:creationId xmlns:a16="http://schemas.microsoft.com/office/drawing/2014/main" id="{333773B7-9CFE-499C-9EE1-C668DC601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0" y="2888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33 w 6"/>
                <a:gd name="T3" fmla="*/ 0 h 6"/>
                <a:gd name="T4" fmla="*/ 33 w 6"/>
                <a:gd name="T5" fmla="*/ 0 h 6"/>
                <a:gd name="T6" fmla="*/ 33 w 6"/>
                <a:gd name="T7" fmla="*/ 21 h 6"/>
                <a:gd name="T8" fmla="*/ 20 w 6"/>
                <a:gd name="T9" fmla="*/ 21 h 6"/>
                <a:gd name="T10" fmla="*/ 20 w 6"/>
                <a:gd name="T11" fmla="*/ 35 h 6"/>
                <a:gd name="T12" fmla="*/ 20 w 6"/>
                <a:gd name="T13" fmla="*/ 35 h 6"/>
                <a:gd name="T14" fmla="*/ 20 w 6"/>
                <a:gd name="T15" fmla="*/ 35 h 6"/>
                <a:gd name="T16" fmla="*/ 20 w 6"/>
                <a:gd name="T17" fmla="*/ 56 h 6"/>
                <a:gd name="T18" fmla="*/ 0 w 6"/>
                <a:gd name="T19" fmla="*/ 77 h 6"/>
                <a:gd name="T20" fmla="*/ 20 w 6"/>
                <a:gd name="T21" fmla="*/ 93 h 6"/>
                <a:gd name="T22" fmla="*/ 50 w 6"/>
                <a:gd name="T23" fmla="*/ 115 h 6"/>
                <a:gd name="T24" fmla="*/ 83 w 6"/>
                <a:gd name="T25" fmla="*/ 77 h 6"/>
                <a:gd name="T26" fmla="*/ 83 w 6"/>
                <a:gd name="T27" fmla="*/ 77 h 6"/>
                <a:gd name="T28" fmla="*/ 83 w 6"/>
                <a:gd name="T29" fmla="*/ 77 h 6"/>
                <a:gd name="T30" fmla="*/ 95 w 6"/>
                <a:gd name="T31" fmla="*/ 56 h 6"/>
                <a:gd name="T32" fmla="*/ 95 w 6"/>
                <a:gd name="T33" fmla="*/ 35 h 6"/>
                <a:gd name="T34" fmla="*/ 83 w 6"/>
                <a:gd name="T35" fmla="*/ 0 h 6"/>
                <a:gd name="T36" fmla="*/ 50 w 6"/>
                <a:gd name="T37" fmla="*/ 0 h 6"/>
                <a:gd name="T38" fmla="*/ 50 w 6"/>
                <a:gd name="T39" fmla="*/ 93 h 6"/>
                <a:gd name="T40" fmla="*/ 33 w 6"/>
                <a:gd name="T41" fmla="*/ 35 h 6"/>
                <a:gd name="T42" fmla="*/ 50 w 6"/>
                <a:gd name="T43" fmla="*/ 21 h 6"/>
                <a:gd name="T44" fmla="*/ 83 w 6"/>
                <a:gd name="T45" fmla="*/ 35 h 6"/>
                <a:gd name="T46" fmla="*/ 83 w 6"/>
                <a:gd name="T47" fmla="*/ 56 h 6"/>
                <a:gd name="T48" fmla="*/ 83 w 6"/>
                <a:gd name="T49" fmla="*/ 77 h 6"/>
                <a:gd name="T50" fmla="*/ 83 w 6"/>
                <a:gd name="T51" fmla="*/ 77 h 6"/>
                <a:gd name="T52" fmla="*/ 50 w 6"/>
                <a:gd name="T53" fmla="*/ 93 h 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lose/>
                  <a:moveTo>
                    <a:pt x="3" y="5"/>
                  </a:move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4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9" name="Freeform 1086">
              <a:extLst>
                <a:ext uri="{FF2B5EF4-FFF2-40B4-BE49-F238E27FC236}">
                  <a16:creationId xmlns:a16="http://schemas.microsoft.com/office/drawing/2014/main" id="{95C0A5E4-829B-427F-9C95-9D84EEFFE4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0" y="2944"/>
              <a:ext cx="7" cy="8"/>
            </a:xfrm>
            <a:custGeom>
              <a:avLst/>
              <a:gdLst>
                <a:gd name="T0" fmla="*/ 28 w 3"/>
                <a:gd name="T1" fmla="*/ 35 h 3"/>
                <a:gd name="T2" fmla="*/ 0 w 3"/>
                <a:gd name="T3" fmla="*/ 0 h 3"/>
                <a:gd name="T4" fmla="*/ 28 w 3"/>
                <a:gd name="T5" fmla="*/ 35 h 3"/>
                <a:gd name="T6" fmla="*/ 37 w 3"/>
                <a:gd name="T7" fmla="*/ 56 h 3"/>
                <a:gd name="T8" fmla="*/ 37 w 3"/>
                <a:gd name="T9" fmla="*/ 56 h 3"/>
                <a:gd name="T10" fmla="*/ 37 w 3"/>
                <a:gd name="T11" fmla="*/ 56 h 3"/>
                <a:gd name="T12" fmla="*/ 28 w 3"/>
                <a:gd name="T13" fmla="*/ 35 h 3"/>
                <a:gd name="T14" fmla="*/ 37 w 3"/>
                <a:gd name="T15" fmla="*/ 56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2" y="0"/>
                    <a:pt x="2" y="1"/>
                    <a:pt x="2" y="2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0" name="Freeform 1087">
              <a:extLst>
                <a:ext uri="{FF2B5EF4-FFF2-40B4-BE49-F238E27FC236}">
                  <a16:creationId xmlns:a16="http://schemas.microsoft.com/office/drawing/2014/main" id="{89CDFABD-8E9F-4890-A925-0937237AA6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2" y="3024"/>
              <a:ext cx="18" cy="26"/>
            </a:xfrm>
            <a:custGeom>
              <a:avLst/>
              <a:gdLst>
                <a:gd name="T0" fmla="*/ 54 w 7"/>
                <a:gd name="T1" fmla="*/ 21 h 10"/>
                <a:gd name="T2" fmla="*/ 0 w 7"/>
                <a:gd name="T3" fmla="*/ 88 h 10"/>
                <a:gd name="T4" fmla="*/ 33 w 7"/>
                <a:gd name="T5" fmla="*/ 156 h 10"/>
                <a:gd name="T6" fmla="*/ 100 w 7"/>
                <a:gd name="T7" fmla="*/ 143 h 10"/>
                <a:gd name="T8" fmla="*/ 118 w 7"/>
                <a:gd name="T9" fmla="*/ 122 h 10"/>
                <a:gd name="T10" fmla="*/ 100 w 7"/>
                <a:gd name="T11" fmla="*/ 109 h 10"/>
                <a:gd name="T12" fmla="*/ 100 w 7"/>
                <a:gd name="T13" fmla="*/ 109 h 10"/>
                <a:gd name="T14" fmla="*/ 118 w 7"/>
                <a:gd name="T15" fmla="*/ 68 h 10"/>
                <a:gd name="T16" fmla="*/ 85 w 7"/>
                <a:gd name="T17" fmla="*/ 21 h 10"/>
                <a:gd name="T18" fmla="*/ 54 w 7"/>
                <a:gd name="T19" fmla="*/ 21 h 10"/>
                <a:gd name="T20" fmla="*/ 33 w 7"/>
                <a:gd name="T21" fmla="*/ 88 h 10"/>
                <a:gd name="T22" fmla="*/ 33 w 7"/>
                <a:gd name="T23" fmla="*/ 68 h 10"/>
                <a:gd name="T24" fmla="*/ 67 w 7"/>
                <a:gd name="T25" fmla="*/ 68 h 10"/>
                <a:gd name="T26" fmla="*/ 85 w 7"/>
                <a:gd name="T27" fmla="*/ 88 h 10"/>
                <a:gd name="T28" fmla="*/ 85 w 7"/>
                <a:gd name="T29" fmla="*/ 88 h 10"/>
                <a:gd name="T30" fmla="*/ 54 w 7"/>
                <a:gd name="T31" fmla="*/ 88 h 10"/>
                <a:gd name="T32" fmla="*/ 67 w 7"/>
                <a:gd name="T33" fmla="*/ 88 h 10"/>
                <a:gd name="T34" fmla="*/ 33 w 7"/>
                <a:gd name="T35" fmla="*/ 88 h 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10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7"/>
                    <a:pt x="1" y="9"/>
                    <a:pt x="2" y="9"/>
                  </a:cubicBezTo>
                  <a:cubicBezTo>
                    <a:pt x="3" y="10"/>
                    <a:pt x="4" y="10"/>
                    <a:pt x="6" y="8"/>
                  </a:cubicBezTo>
                  <a:cubicBezTo>
                    <a:pt x="7" y="8"/>
                    <a:pt x="7" y="8"/>
                    <a:pt x="7" y="7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7" y="4"/>
                    <a:pt x="7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1"/>
                    <a:pt x="3" y="1"/>
                  </a:cubicBezTo>
                  <a:close/>
                  <a:moveTo>
                    <a:pt x="2" y="5"/>
                  </a:moveTo>
                  <a:cubicBezTo>
                    <a:pt x="2" y="5"/>
                    <a:pt x="2" y="4"/>
                    <a:pt x="2" y="4"/>
                  </a:cubicBezTo>
                  <a:cubicBezTo>
                    <a:pt x="3" y="3"/>
                    <a:pt x="3" y="3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1" name="Freeform 1088">
              <a:extLst>
                <a:ext uri="{FF2B5EF4-FFF2-40B4-BE49-F238E27FC236}">
                  <a16:creationId xmlns:a16="http://schemas.microsoft.com/office/drawing/2014/main" id="{16E159EA-1895-49A7-B440-A921D8F2E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91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0 w 6"/>
                <a:gd name="T3" fmla="*/ 35 h 6"/>
                <a:gd name="T4" fmla="*/ 0 w 6"/>
                <a:gd name="T5" fmla="*/ 77 h 6"/>
                <a:gd name="T6" fmla="*/ 33 w 6"/>
                <a:gd name="T7" fmla="*/ 115 h 6"/>
                <a:gd name="T8" fmla="*/ 50 w 6"/>
                <a:gd name="T9" fmla="*/ 93 h 6"/>
                <a:gd name="T10" fmla="*/ 83 w 6"/>
                <a:gd name="T11" fmla="*/ 77 h 6"/>
                <a:gd name="T12" fmla="*/ 83 w 6"/>
                <a:gd name="T13" fmla="*/ 21 h 6"/>
                <a:gd name="T14" fmla="*/ 20 w 6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4" y="5"/>
                    <a:pt x="5" y="5"/>
                    <a:pt x="5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2" name="Freeform 1089">
              <a:extLst>
                <a:ext uri="{FF2B5EF4-FFF2-40B4-BE49-F238E27FC236}">
                  <a16:creationId xmlns:a16="http://schemas.microsoft.com/office/drawing/2014/main" id="{9A18D3BD-B436-47FF-AF0A-91F13ED79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874"/>
              <a:ext cx="13" cy="14"/>
            </a:xfrm>
            <a:custGeom>
              <a:avLst/>
              <a:gdLst>
                <a:gd name="T0" fmla="*/ 21 w 5"/>
                <a:gd name="T1" fmla="*/ 22 h 5"/>
                <a:gd name="T2" fmla="*/ 0 w 5"/>
                <a:gd name="T3" fmla="*/ 22 h 5"/>
                <a:gd name="T4" fmla="*/ 55 w 5"/>
                <a:gd name="T5" fmla="*/ 48 h 5"/>
                <a:gd name="T6" fmla="*/ 21 w 5"/>
                <a:gd name="T7" fmla="*/ 109 h 5"/>
                <a:gd name="T8" fmla="*/ 55 w 5"/>
                <a:gd name="T9" fmla="*/ 109 h 5"/>
                <a:gd name="T10" fmla="*/ 68 w 5"/>
                <a:gd name="T11" fmla="*/ 48 h 5"/>
                <a:gd name="T12" fmla="*/ 21 w 5"/>
                <a:gd name="T13" fmla="*/ 2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3" name="Freeform 1090">
              <a:extLst>
                <a:ext uri="{FF2B5EF4-FFF2-40B4-BE49-F238E27FC236}">
                  <a16:creationId xmlns:a16="http://schemas.microsoft.com/office/drawing/2014/main" id="{FB10142D-9B5B-4C8C-B6F0-5A6DAA8927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0" y="2917"/>
              <a:ext cx="13" cy="13"/>
            </a:xfrm>
            <a:custGeom>
              <a:avLst/>
              <a:gdLst>
                <a:gd name="T0" fmla="*/ 21 w 5"/>
                <a:gd name="T1" fmla="*/ 34 h 5"/>
                <a:gd name="T2" fmla="*/ 21 w 5"/>
                <a:gd name="T3" fmla="*/ 88 h 5"/>
                <a:gd name="T4" fmla="*/ 68 w 5"/>
                <a:gd name="T5" fmla="*/ 88 h 5"/>
                <a:gd name="T6" fmla="*/ 34 w 5"/>
                <a:gd name="T7" fmla="*/ 68 h 5"/>
                <a:gd name="T8" fmla="*/ 34 w 5"/>
                <a:gd name="T9" fmla="*/ 55 h 5"/>
                <a:gd name="T10" fmla="*/ 68 w 5"/>
                <a:gd name="T11" fmla="*/ 0 h 5"/>
                <a:gd name="T12" fmla="*/ 21 w 5"/>
                <a:gd name="T13" fmla="*/ 34 h 5"/>
                <a:gd name="T14" fmla="*/ 68 w 5"/>
                <a:gd name="T15" fmla="*/ 88 h 5"/>
                <a:gd name="T16" fmla="*/ 88 w 5"/>
                <a:gd name="T17" fmla="*/ 88 h 5"/>
                <a:gd name="T18" fmla="*/ 88 w 5"/>
                <a:gd name="T19" fmla="*/ 88 h 5"/>
                <a:gd name="T20" fmla="*/ 68 w 5"/>
                <a:gd name="T21" fmla="*/ 88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2"/>
                    <a:pt x="3" y="1"/>
                    <a:pt x="4" y="0"/>
                  </a:cubicBezTo>
                  <a:lnTo>
                    <a:pt x="1" y="2"/>
                  </a:lnTo>
                  <a:close/>
                  <a:moveTo>
                    <a:pt x="4" y="5"/>
                  </a:move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4" name="Freeform 1091">
              <a:extLst>
                <a:ext uri="{FF2B5EF4-FFF2-40B4-BE49-F238E27FC236}">
                  <a16:creationId xmlns:a16="http://schemas.microsoft.com/office/drawing/2014/main" id="{DCBC5668-089E-4BA4-B264-4B8980CC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765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27 w 1"/>
                <a:gd name="T3" fmla="*/ 0 h 3"/>
                <a:gd name="T4" fmla="*/ 27 w 1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1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5" name="Freeform 1092">
              <a:extLst>
                <a:ext uri="{FF2B5EF4-FFF2-40B4-BE49-F238E27FC236}">
                  <a16:creationId xmlns:a16="http://schemas.microsoft.com/office/drawing/2014/main" id="{0468D6A4-A538-4EE2-A67F-100580654F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5" y="2794"/>
              <a:ext cx="15" cy="22"/>
            </a:xfrm>
            <a:custGeom>
              <a:avLst/>
              <a:gdLst>
                <a:gd name="T0" fmla="*/ 0 w 6"/>
                <a:gd name="T1" fmla="*/ 22 h 8"/>
                <a:gd name="T2" fmla="*/ 0 w 6"/>
                <a:gd name="T3" fmla="*/ 61 h 8"/>
                <a:gd name="T4" fmla="*/ 0 w 6"/>
                <a:gd name="T5" fmla="*/ 107 h 8"/>
                <a:gd name="T6" fmla="*/ 0 w 6"/>
                <a:gd name="T7" fmla="*/ 129 h 8"/>
                <a:gd name="T8" fmla="*/ 0 w 6"/>
                <a:gd name="T9" fmla="*/ 129 h 8"/>
                <a:gd name="T10" fmla="*/ 33 w 6"/>
                <a:gd name="T11" fmla="*/ 168 h 8"/>
                <a:gd name="T12" fmla="*/ 95 w 6"/>
                <a:gd name="T13" fmla="*/ 83 h 8"/>
                <a:gd name="T14" fmla="*/ 50 w 6"/>
                <a:gd name="T15" fmla="*/ 0 h 8"/>
                <a:gd name="T16" fmla="*/ 0 w 6"/>
                <a:gd name="T17" fmla="*/ 22 h 8"/>
                <a:gd name="T18" fmla="*/ 63 w 6"/>
                <a:gd name="T19" fmla="*/ 61 h 8"/>
                <a:gd name="T20" fmla="*/ 63 w 6"/>
                <a:gd name="T21" fmla="*/ 83 h 8"/>
                <a:gd name="T22" fmla="*/ 50 w 6"/>
                <a:gd name="T23" fmla="*/ 107 h 8"/>
                <a:gd name="T24" fmla="*/ 50 w 6"/>
                <a:gd name="T25" fmla="*/ 107 h 8"/>
                <a:gd name="T26" fmla="*/ 63 w 6"/>
                <a:gd name="T27" fmla="*/ 61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4" y="7"/>
                    <a:pt x="6" y="6"/>
                    <a:pt x="6" y="4"/>
                  </a:cubicBez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  <a:moveTo>
                    <a:pt x="4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6" name="Freeform 1093">
              <a:extLst>
                <a:ext uri="{FF2B5EF4-FFF2-40B4-BE49-F238E27FC236}">
                  <a16:creationId xmlns:a16="http://schemas.microsoft.com/office/drawing/2014/main" id="{894D39A0-862A-4A0A-AFD3-38CDBFC6F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773"/>
              <a:ext cx="18" cy="19"/>
            </a:xfrm>
            <a:custGeom>
              <a:avLst/>
              <a:gdLst>
                <a:gd name="T0" fmla="*/ 21 w 7"/>
                <a:gd name="T1" fmla="*/ 22 h 7"/>
                <a:gd name="T2" fmla="*/ 0 w 7"/>
                <a:gd name="T3" fmla="*/ 60 h 7"/>
                <a:gd name="T4" fmla="*/ 0 w 7"/>
                <a:gd name="T5" fmla="*/ 60 h 7"/>
                <a:gd name="T6" fmla="*/ 0 w 7"/>
                <a:gd name="T7" fmla="*/ 81 h 7"/>
                <a:gd name="T8" fmla="*/ 0 w 7"/>
                <a:gd name="T9" fmla="*/ 103 h 7"/>
                <a:gd name="T10" fmla="*/ 21 w 7"/>
                <a:gd name="T11" fmla="*/ 141 h 7"/>
                <a:gd name="T12" fmla="*/ 100 w 7"/>
                <a:gd name="T13" fmla="*/ 117 h 7"/>
                <a:gd name="T14" fmla="*/ 118 w 7"/>
                <a:gd name="T15" fmla="*/ 81 h 7"/>
                <a:gd name="T16" fmla="*/ 85 w 7"/>
                <a:gd name="T17" fmla="*/ 22 h 7"/>
                <a:gd name="T18" fmla="*/ 21 w 7"/>
                <a:gd name="T19" fmla="*/ 22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3" y="7"/>
                    <a:pt x="4" y="7"/>
                    <a:pt x="6" y="6"/>
                  </a:cubicBezTo>
                  <a:cubicBezTo>
                    <a:pt x="6" y="6"/>
                    <a:pt x="7" y="5"/>
                    <a:pt x="7" y="4"/>
                  </a:cubicBezTo>
                  <a:cubicBezTo>
                    <a:pt x="7" y="3"/>
                    <a:pt x="6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7" name="Freeform 1094">
              <a:extLst>
                <a:ext uri="{FF2B5EF4-FFF2-40B4-BE49-F238E27FC236}">
                  <a16:creationId xmlns:a16="http://schemas.microsoft.com/office/drawing/2014/main" id="{9EBA5C6D-C7DC-4560-9387-6337C54D0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5" y="2781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20 w 6"/>
                <a:gd name="T3" fmla="*/ 117 h 7"/>
                <a:gd name="T4" fmla="*/ 63 w 6"/>
                <a:gd name="T5" fmla="*/ 117 h 7"/>
                <a:gd name="T6" fmla="*/ 63 w 6"/>
                <a:gd name="T7" fmla="*/ 103 h 7"/>
                <a:gd name="T8" fmla="*/ 83 w 6"/>
                <a:gd name="T9" fmla="*/ 81 h 7"/>
                <a:gd name="T10" fmla="*/ 95 w 6"/>
                <a:gd name="T11" fmla="*/ 60 h 7"/>
                <a:gd name="T12" fmla="*/ 83 w 6"/>
                <a:gd name="T13" fmla="*/ 22 h 7"/>
                <a:gd name="T14" fmla="*/ 20 w 6"/>
                <a:gd name="T15" fmla="*/ 22 h 7"/>
                <a:gd name="T16" fmla="*/ 33 w 6"/>
                <a:gd name="T17" fmla="*/ 103 h 7"/>
                <a:gd name="T18" fmla="*/ 50 w 6"/>
                <a:gd name="T19" fmla="*/ 103 h 7"/>
                <a:gd name="T20" fmla="*/ 33 w 6"/>
                <a:gd name="T21" fmla="*/ 103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3" y="7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2" y="5"/>
                  </a:move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8" name="Freeform 1095">
              <a:extLst>
                <a:ext uri="{FF2B5EF4-FFF2-40B4-BE49-F238E27FC236}">
                  <a16:creationId xmlns:a16="http://schemas.microsoft.com/office/drawing/2014/main" id="{8F1131E5-F250-4AB8-BE74-5D01CE8DC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0" y="2880"/>
              <a:ext cx="20" cy="21"/>
            </a:xfrm>
            <a:custGeom>
              <a:avLst/>
              <a:gdLst>
                <a:gd name="T0" fmla="*/ 33 w 8"/>
                <a:gd name="T1" fmla="*/ 21 h 8"/>
                <a:gd name="T2" fmla="*/ 20 w 8"/>
                <a:gd name="T3" fmla="*/ 34 h 8"/>
                <a:gd name="T4" fmla="*/ 20 w 8"/>
                <a:gd name="T5" fmla="*/ 34 h 8"/>
                <a:gd name="T6" fmla="*/ 0 w 8"/>
                <a:gd name="T7" fmla="*/ 55 h 8"/>
                <a:gd name="T8" fmla="*/ 0 w 8"/>
                <a:gd name="T9" fmla="*/ 76 h 8"/>
                <a:gd name="T10" fmla="*/ 0 w 8"/>
                <a:gd name="T11" fmla="*/ 76 h 8"/>
                <a:gd name="T12" fmla="*/ 0 w 8"/>
                <a:gd name="T13" fmla="*/ 89 h 8"/>
                <a:gd name="T14" fmla="*/ 20 w 8"/>
                <a:gd name="T15" fmla="*/ 123 h 8"/>
                <a:gd name="T16" fmla="*/ 50 w 8"/>
                <a:gd name="T17" fmla="*/ 144 h 8"/>
                <a:gd name="T18" fmla="*/ 113 w 8"/>
                <a:gd name="T19" fmla="*/ 89 h 8"/>
                <a:gd name="T20" fmla="*/ 95 w 8"/>
                <a:gd name="T21" fmla="*/ 21 h 8"/>
                <a:gd name="T22" fmla="*/ 33 w 8"/>
                <a:gd name="T23" fmla="*/ 21 h 8"/>
                <a:gd name="T24" fmla="*/ 83 w 8"/>
                <a:gd name="T25" fmla="*/ 55 h 8"/>
                <a:gd name="T26" fmla="*/ 83 w 8"/>
                <a:gd name="T27" fmla="*/ 76 h 8"/>
                <a:gd name="T28" fmla="*/ 83 w 8"/>
                <a:gd name="T29" fmla="*/ 76 h 8"/>
                <a:gd name="T30" fmla="*/ 83 w 8"/>
                <a:gd name="T31" fmla="*/ 55 h 8"/>
                <a:gd name="T32" fmla="*/ 63 w 8"/>
                <a:gd name="T33" fmla="*/ 76 h 8"/>
                <a:gd name="T34" fmla="*/ 63 w 8"/>
                <a:gd name="T35" fmla="*/ 76 h 8"/>
                <a:gd name="T36" fmla="*/ 63 w 8"/>
                <a:gd name="T37" fmla="*/ 76 h 8"/>
                <a:gd name="T38" fmla="*/ 63 w 8"/>
                <a:gd name="T39" fmla="*/ 76 h 8"/>
                <a:gd name="T40" fmla="*/ 63 w 8"/>
                <a:gd name="T41" fmla="*/ 76 h 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6" y="8"/>
                    <a:pt x="7" y="6"/>
                    <a:pt x="7" y="5"/>
                  </a:cubicBezTo>
                  <a:cubicBezTo>
                    <a:pt x="8" y="4"/>
                    <a:pt x="7" y="2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9" name="Freeform 1096">
              <a:extLst>
                <a:ext uri="{FF2B5EF4-FFF2-40B4-BE49-F238E27FC236}">
                  <a16:creationId xmlns:a16="http://schemas.microsoft.com/office/drawing/2014/main" id="{A635EC1A-9208-45FA-A719-26243A02A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890"/>
              <a:ext cx="5" cy="8"/>
            </a:xfrm>
            <a:custGeom>
              <a:avLst/>
              <a:gdLst>
                <a:gd name="T0" fmla="*/ 0 w 5"/>
                <a:gd name="T1" fmla="*/ 8 h 8"/>
                <a:gd name="T2" fmla="*/ 5 w 5"/>
                <a:gd name="T3" fmla="*/ 0 h 8"/>
                <a:gd name="T4" fmla="*/ 0 w 5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lnTo>
                    <a:pt x="5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0" name="Freeform 1097">
              <a:extLst>
                <a:ext uri="{FF2B5EF4-FFF2-40B4-BE49-F238E27FC236}">
                  <a16:creationId xmlns:a16="http://schemas.microsoft.com/office/drawing/2014/main" id="{E1952797-60A6-492A-96F7-731C6F99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941"/>
              <a:ext cx="15" cy="21"/>
            </a:xfrm>
            <a:custGeom>
              <a:avLst/>
              <a:gdLst>
                <a:gd name="T0" fmla="*/ 33 w 6"/>
                <a:gd name="T1" fmla="*/ 0 h 8"/>
                <a:gd name="T2" fmla="*/ 0 w 6"/>
                <a:gd name="T3" fmla="*/ 76 h 8"/>
                <a:gd name="T4" fmla="*/ 50 w 6"/>
                <a:gd name="T5" fmla="*/ 123 h 8"/>
                <a:gd name="T6" fmla="*/ 95 w 6"/>
                <a:gd name="T7" fmla="*/ 110 h 8"/>
                <a:gd name="T8" fmla="*/ 95 w 6"/>
                <a:gd name="T9" fmla="*/ 89 h 8"/>
                <a:gd name="T10" fmla="*/ 83 w 6"/>
                <a:gd name="T11" fmla="*/ 76 h 8"/>
                <a:gd name="T12" fmla="*/ 95 w 6"/>
                <a:gd name="T13" fmla="*/ 34 h 8"/>
                <a:gd name="T14" fmla="*/ 83 w 6"/>
                <a:gd name="T15" fmla="*/ 21 h 8"/>
                <a:gd name="T16" fmla="*/ 33 w 6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5"/>
                    <a:pt x="2" y="7"/>
                    <a:pt x="3" y="7"/>
                  </a:cubicBezTo>
                  <a:cubicBezTo>
                    <a:pt x="4" y="8"/>
                    <a:pt x="5" y="7"/>
                    <a:pt x="6" y="6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6" y="5"/>
                    <a:pt x="5" y="4"/>
                    <a:pt x="5" y="4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1" name="Freeform 1098">
              <a:extLst>
                <a:ext uri="{FF2B5EF4-FFF2-40B4-BE49-F238E27FC236}">
                  <a16:creationId xmlns:a16="http://schemas.microsoft.com/office/drawing/2014/main" id="{C266BB18-7A99-4EB7-8CD6-04149105A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933"/>
              <a:ext cx="13" cy="11"/>
            </a:xfrm>
            <a:custGeom>
              <a:avLst/>
              <a:gdLst>
                <a:gd name="T0" fmla="*/ 34 w 5"/>
                <a:gd name="T1" fmla="*/ 22 h 4"/>
                <a:gd name="T2" fmla="*/ 0 w 5"/>
                <a:gd name="T3" fmla="*/ 83 h 4"/>
                <a:gd name="T4" fmla="*/ 55 w 5"/>
                <a:gd name="T5" fmla="*/ 47 h 4"/>
                <a:gd name="T6" fmla="*/ 88 w 5"/>
                <a:gd name="T7" fmla="*/ 83 h 4"/>
                <a:gd name="T8" fmla="*/ 88 w 5"/>
                <a:gd name="T9" fmla="*/ 83 h 4"/>
                <a:gd name="T10" fmla="*/ 68 w 5"/>
                <a:gd name="T11" fmla="*/ 0 h 4"/>
                <a:gd name="T12" fmla="*/ 34 w 5"/>
                <a:gd name="T13" fmla="*/ 22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1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2" name="Freeform 1099">
              <a:extLst>
                <a:ext uri="{FF2B5EF4-FFF2-40B4-BE49-F238E27FC236}">
                  <a16:creationId xmlns:a16="http://schemas.microsoft.com/office/drawing/2014/main" id="{41A68F39-4308-4F0C-B03E-E2660F6607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0" y="2981"/>
              <a:ext cx="17" cy="16"/>
            </a:xfrm>
            <a:custGeom>
              <a:avLst/>
              <a:gdLst>
                <a:gd name="T0" fmla="*/ 70 w 7"/>
                <a:gd name="T1" fmla="*/ 0 h 6"/>
                <a:gd name="T2" fmla="*/ 0 w 7"/>
                <a:gd name="T3" fmla="*/ 77 h 6"/>
                <a:gd name="T4" fmla="*/ 29 w 7"/>
                <a:gd name="T5" fmla="*/ 115 h 6"/>
                <a:gd name="T6" fmla="*/ 70 w 7"/>
                <a:gd name="T7" fmla="*/ 93 h 6"/>
                <a:gd name="T8" fmla="*/ 100 w 7"/>
                <a:gd name="T9" fmla="*/ 56 h 6"/>
                <a:gd name="T10" fmla="*/ 100 w 7"/>
                <a:gd name="T11" fmla="*/ 35 h 6"/>
                <a:gd name="T12" fmla="*/ 70 w 7"/>
                <a:gd name="T13" fmla="*/ 0 h 6"/>
                <a:gd name="T14" fmla="*/ 70 w 7"/>
                <a:gd name="T15" fmla="*/ 93 h 6"/>
                <a:gd name="T16" fmla="*/ 70 w 7"/>
                <a:gd name="T17" fmla="*/ 93 h 6"/>
                <a:gd name="T18" fmla="*/ 70 w 7"/>
                <a:gd name="T19" fmla="*/ 93 h 6"/>
                <a:gd name="T20" fmla="*/ 70 w 7"/>
                <a:gd name="T21" fmla="*/ 93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2" y="0"/>
                    <a:pt x="1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5"/>
                    <a:pt x="7" y="4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  <a:close/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3" name="Freeform 1100">
              <a:extLst>
                <a:ext uri="{FF2B5EF4-FFF2-40B4-BE49-F238E27FC236}">
                  <a16:creationId xmlns:a16="http://schemas.microsoft.com/office/drawing/2014/main" id="{E17D2D9D-4082-4CB9-90A1-5ABB8C4BC1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5" y="2949"/>
              <a:ext cx="17" cy="19"/>
            </a:xfrm>
            <a:custGeom>
              <a:avLst/>
              <a:gdLst>
                <a:gd name="T0" fmla="*/ 41 w 7"/>
                <a:gd name="T1" fmla="*/ 0 h 7"/>
                <a:gd name="T2" fmla="*/ 12 w 7"/>
                <a:gd name="T3" fmla="*/ 81 h 7"/>
                <a:gd name="T4" fmla="*/ 12 w 7"/>
                <a:gd name="T5" fmla="*/ 81 h 7"/>
                <a:gd name="T6" fmla="*/ 0 w 7"/>
                <a:gd name="T7" fmla="*/ 103 h 7"/>
                <a:gd name="T8" fmla="*/ 29 w 7"/>
                <a:gd name="T9" fmla="*/ 141 h 7"/>
                <a:gd name="T10" fmla="*/ 87 w 7"/>
                <a:gd name="T11" fmla="*/ 103 h 7"/>
                <a:gd name="T12" fmla="*/ 70 w 7"/>
                <a:gd name="T13" fmla="*/ 22 h 7"/>
                <a:gd name="T14" fmla="*/ 41 w 7"/>
                <a:gd name="T15" fmla="*/ 0 h 7"/>
                <a:gd name="T16" fmla="*/ 70 w 7"/>
                <a:gd name="T17" fmla="*/ 81 h 7"/>
                <a:gd name="T18" fmla="*/ 70 w 7"/>
                <a:gd name="T19" fmla="*/ 103 h 7"/>
                <a:gd name="T20" fmla="*/ 58 w 7"/>
                <a:gd name="T21" fmla="*/ 103 h 7"/>
                <a:gd name="T22" fmla="*/ 70 w 7"/>
                <a:gd name="T23" fmla="*/ 81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1"/>
                    <a:pt x="1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4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5" y="4"/>
                  </a:move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4" name="Freeform 1101">
              <a:extLst>
                <a:ext uri="{FF2B5EF4-FFF2-40B4-BE49-F238E27FC236}">
                  <a16:creationId xmlns:a16="http://schemas.microsoft.com/office/drawing/2014/main" id="{B8239D63-C418-43D6-A32D-BD89DFE77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992"/>
              <a:ext cx="15" cy="18"/>
            </a:xfrm>
            <a:custGeom>
              <a:avLst/>
              <a:gdLst>
                <a:gd name="T0" fmla="*/ 0 w 6"/>
                <a:gd name="T1" fmla="*/ 67 h 7"/>
                <a:gd name="T2" fmla="*/ 20 w 6"/>
                <a:gd name="T3" fmla="*/ 100 h 7"/>
                <a:gd name="T4" fmla="*/ 83 w 6"/>
                <a:gd name="T5" fmla="*/ 85 h 7"/>
                <a:gd name="T6" fmla="*/ 95 w 6"/>
                <a:gd name="T7" fmla="*/ 67 h 7"/>
                <a:gd name="T8" fmla="*/ 50 w 6"/>
                <a:gd name="T9" fmla="*/ 67 h 7"/>
                <a:gd name="T10" fmla="*/ 50 w 6"/>
                <a:gd name="T11" fmla="*/ 0 h 7"/>
                <a:gd name="T12" fmla="*/ 0 w 6"/>
                <a:gd name="T13" fmla="*/ 6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2" y="7"/>
                    <a:pt x="4" y="6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5"/>
                    <a:pt x="4" y="4"/>
                    <a:pt x="3" y="4"/>
                  </a:cubicBezTo>
                  <a:cubicBezTo>
                    <a:pt x="2" y="3"/>
                    <a:pt x="3" y="1"/>
                    <a:pt x="3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5" name="Freeform 1102">
              <a:extLst>
                <a:ext uri="{FF2B5EF4-FFF2-40B4-BE49-F238E27FC236}">
                  <a16:creationId xmlns:a16="http://schemas.microsoft.com/office/drawing/2014/main" id="{1C9E8B05-39DC-4F5F-B877-9BFDCD53FD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7" y="2986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0 w 6"/>
                <a:gd name="T3" fmla="*/ 77 h 6"/>
                <a:gd name="T4" fmla="*/ 50 w 6"/>
                <a:gd name="T5" fmla="*/ 115 h 6"/>
                <a:gd name="T6" fmla="*/ 63 w 6"/>
                <a:gd name="T7" fmla="*/ 93 h 6"/>
                <a:gd name="T8" fmla="*/ 33 w 6"/>
                <a:gd name="T9" fmla="*/ 77 h 6"/>
                <a:gd name="T10" fmla="*/ 33 w 6"/>
                <a:gd name="T11" fmla="*/ 56 h 6"/>
                <a:gd name="T12" fmla="*/ 83 w 6"/>
                <a:gd name="T13" fmla="*/ 35 h 6"/>
                <a:gd name="T14" fmla="*/ 95 w 6"/>
                <a:gd name="T15" fmla="*/ 77 h 6"/>
                <a:gd name="T16" fmla="*/ 83 w 6"/>
                <a:gd name="T17" fmla="*/ 21 h 6"/>
                <a:gd name="T18" fmla="*/ 50 w 6"/>
                <a:gd name="T19" fmla="*/ 0 h 6"/>
                <a:gd name="T20" fmla="*/ 63 w 6"/>
                <a:gd name="T21" fmla="*/ 93 h 6"/>
                <a:gd name="T22" fmla="*/ 63 w 6"/>
                <a:gd name="T23" fmla="*/ 93 h 6"/>
                <a:gd name="T24" fmla="*/ 83 w 6"/>
                <a:gd name="T25" fmla="*/ 77 h 6"/>
                <a:gd name="T26" fmla="*/ 63 w 6"/>
                <a:gd name="T27" fmla="*/ 9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5"/>
                    <a:pt x="1" y="6"/>
                    <a:pt x="3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6" name="Freeform 1103">
              <a:extLst>
                <a:ext uri="{FF2B5EF4-FFF2-40B4-BE49-F238E27FC236}">
                  <a16:creationId xmlns:a16="http://schemas.microsoft.com/office/drawing/2014/main" id="{C2724BEC-7EA2-426C-8353-45B699A61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936"/>
              <a:ext cx="12" cy="13"/>
            </a:xfrm>
            <a:custGeom>
              <a:avLst/>
              <a:gdLst>
                <a:gd name="T0" fmla="*/ 0 w 5"/>
                <a:gd name="T1" fmla="*/ 21 h 5"/>
                <a:gd name="T2" fmla="*/ 0 w 5"/>
                <a:gd name="T3" fmla="*/ 68 h 5"/>
                <a:gd name="T4" fmla="*/ 41 w 5"/>
                <a:gd name="T5" fmla="*/ 34 h 5"/>
                <a:gd name="T6" fmla="*/ 58 w 5"/>
                <a:gd name="T7" fmla="*/ 88 h 5"/>
                <a:gd name="T8" fmla="*/ 70 w 5"/>
                <a:gd name="T9" fmla="*/ 55 h 5"/>
                <a:gd name="T10" fmla="*/ 41 w 5"/>
                <a:gd name="T11" fmla="*/ 0 h 5"/>
                <a:gd name="T12" fmla="*/ 0 w 5"/>
                <a:gd name="T13" fmla="*/ 21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2"/>
                    <a:pt x="3" y="2"/>
                  </a:cubicBezTo>
                  <a:cubicBezTo>
                    <a:pt x="4" y="3"/>
                    <a:pt x="5" y="4"/>
                    <a:pt x="4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7" name="Freeform 1104">
              <a:extLst>
                <a:ext uri="{FF2B5EF4-FFF2-40B4-BE49-F238E27FC236}">
                  <a16:creationId xmlns:a16="http://schemas.microsoft.com/office/drawing/2014/main" id="{C0A7EC88-C051-4DF0-AC9C-32369ECDC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885"/>
              <a:ext cx="12" cy="13"/>
            </a:xfrm>
            <a:custGeom>
              <a:avLst/>
              <a:gdLst>
                <a:gd name="T0" fmla="*/ 12 w 5"/>
                <a:gd name="T1" fmla="*/ 0 h 5"/>
                <a:gd name="T2" fmla="*/ 0 w 5"/>
                <a:gd name="T3" fmla="*/ 21 h 5"/>
                <a:gd name="T4" fmla="*/ 41 w 5"/>
                <a:gd name="T5" fmla="*/ 34 h 5"/>
                <a:gd name="T6" fmla="*/ 12 w 5"/>
                <a:gd name="T7" fmla="*/ 88 h 5"/>
                <a:gd name="T8" fmla="*/ 58 w 5"/>
                <a:gd name="T9" fmla="*/ 68 h 5"/>
                <a:gd name="T10" fmla="*/ 58 w 5"/>
                <a:gd name="T11" fmla="*/ 21 h 5"/>
                <a:gd name="T12" fmla="*/ 12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3"/>
                    <a:pt x="2" y="5"/>
                    <a:pt x="1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2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8" name="Freeform 1105">
              <a:extLst>
                <a:ext uri="{FF2B5EF4-FFF2-40B4-BE49-F238E27FC236}">
                  <a16:creationId xmlns:a16="http://schemas.microsoft.com/office/drawing/2014/main" id="{EA146401-2EF0-4FAA-B14B-BC13BEF54F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7" y="2840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0 w 6"/>
                <a:gd name="T3" fmla="*/ 54 h 7"/>
                <a:gd name="T4" fmla="*/ 0 w 6"/>
                <a:gd name="T5" fmla="*/ 67 h 7"/>
                <a:gd name="T6" fmla="*/ 0 w 6"/>
                <a:gd name="T7" fmla="*/ 67 h 7"/>
                <a:gd name="T8" fmla="*/ 0 w 6"/>
                <a:gd name="T9" fmla="*/ 85 h 7"/>
                <a:gd name="T10" fmla="*/ 0 w 6"/>
                <a:gd name="T11" fmla="*/ 85 h 7"/>
                <a:gd name="T12" fmla="*/ 50 w 6"/>
                <a:gd name="T13" fmla="*/ 118 h 7"/>
                <a:gd name="T14" fmla="*/ 95 w 6"/>
                <a:gd name="T15" fmla="*/ 33 h 7"/>
                <a:gd name="T16" fmla="*/ 50 w 6"/>
                <a:gd name="T17" fmla="*/ 0 h 7"/>
                <a:gd name="T18" fmla="*/ 20 w 6"/>
                <a:gd name="T19" fmla="*/ 54 h 7"/>
                <a:gd name="T20" fmla="*/ 20 w 6"/>
                <a:gd name="T21" fmla="*/ 54 h 7"/>
                <a:gd name="T22" fmla="*/ 33 w 6"/>
                <a:gd name="T23" fmla="*/ 33 h 7"/>
                <a:gd name="T24" fmla="*/ 20 w 6"/>
                <a:gd name="T25" fmla="*/ 54 h 7"/>
                <a:gd name="T26" fmla="*/ 20 w 6"/>
                <a:gd name="T27" fmla="*/ 54 h 7"/>
                <a:gd name="T28" fmla="*/ 83 w 6"/>
                <a:gd name="T29" fmla="*/ 67 h 7"/>
                <a:gd name="T30" fmla="*/ 63 w 6"/>
                <a:gd name="T31" fmla="*/ 85 h 7"/>
                <a:gd name="T32" fmla="*/ 50 w 6"/>
                <a:gd name="T33" fmla="*/ 85 h 7"/>
                <a:gd name="T34" fmla="*/ 83 w 6"/>
                <a:gd name="T35" fmla="*/ 67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1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4" y="6"/>
                    <a:pt x="6" y="4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5" y="4"/>
                  </a:move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4" y="5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9" name="Freeform 1106">
              <a:extLst>
                <a:ext uri="{FF2B5EF4-FFF2-40B4-BE49-F238E27FC236}">
                  <a16:creationId xmlns:a16="http://schemas.microsoft.com/office/drawing/2014/main" id="{5AC56672-3920-4E6D-9B51-2A88658BA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81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0 w 6"/>
                <a:gd name="T3" fmla="*/ 68 h 5"/>
                <a:gd name="T4" fmla="*/ 63 w 6"/>
                <a:gd name="T5" fmla="*/ 55 h 5"/>
                <a:gd name="T6" fmla="*/ 83 w 6"/>
                <a:gd name="T7" fmla="*/ 88 h 5"/>
                <a:gd name="T8" fmla="*/ 83 w 6"/>
                <a:gd name="T9" fmla="*/ 88 h 5"/>
                <a:gd name="T10" fmla="*/ 83 w 6"/>
                <a:gd name="T11" fmla="*/ 21 h 5"/>
                <a:gd name="T12" fmla="*/ 33 w 6"/>
                <a:gd name="T13" fmla="*/ 21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6" y="2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0" name="Freeform 1107">
              <a:extLst>
                <a:ext uri="{FF2B5EF4-FFF2-40B4-BE49-F238E27FC236}">
                  <a16:creationId xmlns:a16="http://schemas.microsoft.com/office/drawing/2014/main" id="{8A7497AA-9452-498F-AF6C-53770B902D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0" y="2752"/>
              <a:ext cx="17" cy="16"/>
            </a:xfrm>
            <a:custGeom>
              <a:avLst/>
              <a:gdLst>
                <a:gd name="T0" fmla="*/ 41 w 7"/>
                <a:gd name="T1" fmla="*/ 0 h 6"/>
                <a:gd name="T2" fmla="*/ 0 w 7"/>
                <a:gd name="T3" fmla="*/ 56 h 6"/>
                <a:gd name="T4" fmla="*/ 41 w 7"/>
                <a:gd name="T5" fmla="*/ 115 h 6"/>
                <a:gd name="T6" fmla="*/ 58 w 7"/>
                <a:gd name="T7" fmla="*/ 93 h 6"/>
                <a:gd name="T8" fmla="*/ 29 w 7"/>
                <a:gd name="T9" fmla="*/ 77 h 6"/>
                <a:gd name="T10" fmla="*/ 29 w 7"/>
                <a:gd name="T11" fmla="*/ 56 h 6"/>
                <a:gd name="T12" fmla="*/ 29 w 7"/>
                <a:gd name="T13" fmla="*/ 35 h 6"/>
                <a:gd name="T14" fmla="*/ 41 w 7"/>
                <a:gd name="T15" fmla="*/ 21 h 6"/>
                <a:gd name="T16" fmla="*/ 100 w 7"/>
                <a:gd name="T17" fmla="*/ 56 h 6"/>
                <a:gd name="T18" fmla="*/ 41 w 7"/>
                <a:gd name="T19" fmla="*/ 0 h 6"/>
                <a:gd name="T20" fmla="*/ 70 w 7"/>
                <a:gd name="T21" fmla="*/ 56 h 6"/>
                <a:gd name="T22" fmla="*/ 58 w 7"/>
                <a:gd name="T23" fmla="*/ 77 h 6"/>
                <a:gd name="T24" fmla="*/ 70 w 7"/>
                <a:gd name="T25" fmla="*/ 56 h 6"/>
                <a:gd name="T26" fmla="*/ 70 w 7"/>
                <a:gd name="T27" fmla="*/ 56 h 6"/>
                <a:gd name="T28" fmla="*/ 70 w 7"/>
                <a:gd name="T29" fmla="*/ 56 h 6"/>
                <a:gd name="T30" fmla="*/ 58 w 7"/>
                <a:gd name="T31" fmla="*/ 93 h 6"/>
                <a:gd name="T32" fmla="*/ 58 w 7"/>
                <a:gd name="T33" fmla="*/ 93 h 6"/>
                <a:gd name="T34" fmla="*/ 58 w 7"/>
                <a:gd name="T35" fmla="*/ 77 h 6"/>
                <a:gd name="T36" fmla="*/ 58 w 7"/>
                <a:gd name="T37" fmla="*/ 93 h 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5" y="1"/>
                    <a:pt x="6" y="2"/>
                    <a:pt x="7" y="3"/>
                  </a:cubicBezTo>
                  <a:cubicBezTo>
                    <a:pt x="6" y="1"/>
                    <a:pt x="5" y="0"/>
                    <a:pt x="3" y="0"/>
                  </a:cubicBezTo>
                  <a:close/>
                  <a:moveTo>
                    <a:pt x="5" y="3"/>
                  </a:moveTo>
                  <a:cubicBezTo>
                    <a:pt x="5" y="3"/>
                    <a:pt x="4" y="3"/>
                    <a:pt x="4" y="4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5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1" name="Freeform 1108">
              <a:extLst>
                <a:ext uri="{FF2B5EF4-FFF2-40B4-BE49-F238E27FC236}">
                  <a16:creationId xmlns:a16="http://schemas.microsoft.com/office/drawing/2014/main" id="{7941F0F5-D16C-46C4-ABDE-39862DABDB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778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0 w 6"/>
                <a:gd name="T3" fmla="*/ 56 h 6"/>
                <a:gd name="T4" fmla="*/ 20 w 6"/>
                <a:gd name="T5" fmla="*/ 93 h 6"/>
                <a:gd name="T6" fmla="*/ 50 w 6"/>
                <a:gd name="T7" fmla="*/ 115 h 6"/>
                <a:gd name="T8" fmla="*/ 63 w 6"/>
                <a:gd name="T9" fmla="*/ 115 h 6"/>
                <a:gd name="T10" fmla="*/ 20 w 6"/>
                <a:gd name="T11" fmla="*/ 77 h 6"/>
                <a:gd name="T12" fmla="*/ 20 w 6"/>
                <a:gd name="T13" fmla="*/ 77 h 6"/>
                <a:gd name="T14" fmla="*/ 33 w 6"/>
                <a:gd name="T15" fmla="*/ 35 h 6"/>
                <a:gd name="T16" fmla="*/ 63 w 6"/>
                <a:gd name="T17" fmla="*/ 35 h 6"/>
                <a:gd name="T18" fmla="*/ 83 w 6"/>
                <a:gd name="T19" fmla="*/ 77 h 6"/>
                <a:gd name="T20" fmla="*/ 63 w 6"/>
                <a:gd name="T21" fmla="*/ 77 h 6"/>
                <a:gd name="T22" fmla="*/ 95 w 6"/>
                <a:gd name="T23" fmla="*/ 35 h 6"/>
                <a:gd name="T24" fmla="*/ 95 w 6"/>
                <a:gd name="T25" fmla="*/ 35 h 6"/>
                <a:gd name="T26" fmla="*/ 50 w 6"/>
                <a:gd name="T27" fmla="*/ 0 h 6"/>
                <a:gd name="T28" fmla="*/ 63 w 6"/>
                <a:gd name="T29" fmla="*/ 93 h 6"/>
                <a:gd name="T30" fmla="*/ 63 w 6"/>
                <a:gd name="T31" fmla="*/ 93 h 6"/>
                <a:gd name="T32" fmla="*/ 63 w 6"/>
                <a:gd name="T33" fmla="*/ 77 h 6"/>
                <a:gd name="T34" fmla="*/ 63 w 6"/>
                <a:gd name="T35" fmla="*/ 93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" name="Freeform 1109">
              <a:extLst>
                <a:ext uri="{FF2B5EF4-FFF2-40B4-BE49-F238E27FC236}">
                  <a16:creationId xmlns:a16="http://schemas.microsoft.com/office/drawing/2014/main" id="{73BE4873-73B8-45EB-A2D6-C7D79CF4B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840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0 w 6"/>
                <a:gd name="T3" fmla="*/ 55 h 5"/>
                <a:gd name="T4" fmla="*/ 63 w 6"/>
                <a:gd name="T5" fmla="*/ 34 h 5"/>
                <a:gd name="T6" fmla="*/ 63 w 6"/>
                <a:gd name="T7" fmla="*/ 88 h 5"/>
                <a:gd name="T8" fmla="*/ 63 w 6"/>
                <a:gd name="T9" fmla="*/ 88 h 5"/>
                <a:gd name="T10" fmla="*/ 83 w 6"/>
                <a:gd name="T11" fmla="*/ 21 h 5"/>
                <a:gd name="T12" fmla="*/ 50 w 6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3" y="1"/>
                    <a:pt x="4" y="2"/>
                  </a:cubicBezTo>
                  <a:cubicBezTo>
                    <a:pt x="4" y="3"/>
                    <a:pt x="5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4"/>
                    <a:pt x="6" y="2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" name="Freeform 1110">
              <a:extLst>
                <a:ext uri="{FF2B5EF4-FFF2-40B4-BE49-F238E27FC236}">
                  <a16:creationId xmlns:a16="http://schemas.microsoft.com/office/drawing/2014/main" id="{42479FD1-7ABD-4FB2-AC71-572273ACBA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0" y="2794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0 w 6"/>
                <a:gd name="T3" fmla="*/ 60 h 7"/>
                <a:gd name="T4" fmla="*/ 0 w 6"/>
                <a:gd name="T5" fmla="*/ 81 h 7"/>
                <a:gd name="T6" fmla="*/ 0 w 6"/>
                <a:gd name="T7" fmla="*/ 81 h 7"/>
                <a:gd name="T8" fmla="*/ 0 w 6"/>
                <a:gd name="T9" fmla="*/ 81 h 7"/>
                <a:gd name="T10" fmla="*/ 0 w 6"/>
                <a:gd name="T11" fmla="*/ 81 h 7"/>
                <a:gd name="T12" fmla="*/ 20 w 6"/>
                <a:gd name="T13" fmla="*/ 117 h 7"/>
                <a:gd name="T14" fmla="*/ 83 w 6"/>
                <a:gd name="T15" fmla="*/ 103 h 7"/>
                <a:gd name="T16" fmla="*/ 95 w 6"/>
                <a:gd name="T17" fmla="*/ 38 h 7"/>
                <a:gd name="T18" fmla="*/ 63 w 6"/>
                <a:gd name="T19" fmla="*/ 0 h 7"/>
                <a:gd name="T20" fmla="*/ 20 w 6"/>
                <a:gd name="T21" fmla="*/ 22 h 7"/>
                <a:gd name="T22" fmla="*/ 63 w 6"/>
                <a:gd name="T23" fmla="*/ 60 h 7"/>
                <a:gd name="T24" fmla="*/ 63 w 6"/>
                <a:gd name="T25" fmla="*/ 81 h 7"/>
                <a:gd name="T26" fmla="*/ 50 w 6"/>
                <a:gd name="T27" fmla="*/ 81 h 7"/>
                <a:gd name="T28" fmla="*/ 63 w 6"/>
                <a:gd name="T29" fmla="*/ 60 h 7"/>
                <a:gd name="T30" fmla="*/ 63 w 6"/>
                <a:gd name="T31" fmla="*/ 81 h 7"/>
                <a:gd name="T32" fmla="*/ 63 w 6"/>
                <a:gd name="T33" fmla="*/ 81 h 7"/>
                <a:gd name="T34" fmla="*/ 63 w 6"/>
                <a:gd name="T35" fmla="*/ 81 h 7"/>
                <a:gd name="T36" fmla="*/ 63 w 6"/>
                <a:gd name="T37" fmla="*/ 81 h 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4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3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4" name="Freeform 1111">
              <a:extLst>
                <a:ext uri="{FF2B5EF4-FFF2-40B4-BE49-F238E27FC236}">
                  <a16:creationId xmlns:a16="http://schemas.microsoft.com/office/drawing/2014/main" id="{8D9D6F5F-4D1A-48EF-BBA4-3CBAFFF67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893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0 w 7"/>
                <a:gd name="T3" fmla="*/ 81 h 7"/>
                <a:gd name="T4" fmla="*/ 0 w 7"/>
                <a:gd name="T5" fmla="*/ 81 h 7"/>
                <a:gd name="T6" fmla="*/ 0 w 7"/>
                <a:gd name="T7" fmla="*/ 81 h 7"/>
                <a:gd name="T8" fmla="*/ 0 w 7"/>
                <a:gd name="T9" fmla="*/ 103 h 7"/>
                <a:gd name="T10" fmla="*/ 54 w 7"/>
                <a:gd name="T11" fmla="*/ 141 h 7"/>
                <a:gd name="T12" fmla="*/ 118 w 7"/>
                <a:gd name="T13" fmla="*/ 81 h 7"/>
                <a:gd name="T14" fmla="*/ 118 w 7"/>
                <a:gd name="T15" fmla="*/ 81 h 7"/>
                <a:gd name="T16" fmla="*/ 85 w 7"/>
                <a:gd name="T17" fmla="*/ 38 h 7"/>
                <a:gd name="T18" fmla="*/ 85 w 7"/>
                <a:gd name="T19" fmla="*/ 38 h 7"/>
                <a:gd name="T20" fmla="*/ 85 w 7"/>
                <a:gd name="T21" fmla="*/ 38 h 7"/>
                <a:gd name="T22" fmla="*/ 67 w 7"/>
                <a:gd name="T23" fmla="*/ 0 h 7"/>
                <a:gd name="T24" fmla="*/ 0 w 7"/>
                <a:gd name="T25" fmla="*/ 60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5" y="7"/>
                    <a:pt x="6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6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5" name="Freeform 1112">
              <a:extLst>
                <a:ext uri="{FF2B5EF4-FFF2-40B4-BE49-F238E27FC236}">
                  <a16:creationId xmlns:a16="http://schemas.microsoft.com/office/drawing/2014/main" id="{4B4567DA-6723-4BD7-BA0A-3A15B66C8D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2" y="3034"/>
              <a:ext cx="13" cy="16"/>
            </a:xfrm>
            <a:custGeom>
              <a:avLst/>
              <a:gdLst>
                <a:gd name="T0" fmla="*/ 0 w 5"/>
                <a:gd name="T1" fmla="*/ 77 h 6"/>
                <a:gd name="T2" fmla="*/ 34 w 5"/>
                <a:gd name="T3" fmla="*/ 115 h 6"/>
                <a:gd name="T4" fmla="*/ 68 w 5"/>
                <a:gd name="T5" fmla="*/ 77 h 6"/>
                <a:gd name="T6" fmla="*/ 21 w 5"/>
                <a:gd name="T7" fmla="*/ 56 h 6"/>
                <a:gd name="T8" fmla="*/ 55 w 5"/>
                <a:gd name="T9" fmla="*/ 0 h 6"/>
                <a:gd name="T10" fmla="*/ 0 w 5"/>
                <a:gd name="T11" fmla="*/ 77 h 6"/>
                <a:gd name="T12" fmla="*/ 68 w 5"/>
                <a:gd name="T13" fmla="*/ 77 h 6"/>
                <a:gd name="T14" fmla="*/ 68 w 5"/>
                <a:gd name="T15" fmla="*/ 77 h 6"/>
                <a:gd name="T16" fmla="*/ 88 w 5"/>
                <a:gd name="T17" fmla="*/ 77 h 6"/>
                <a:gd name="T18" fmla="*/ 68 w 5"/>
                <a:gd name="T19" fmla="*/ 77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0" y="5"/>
                    <a:pt x="1" y="5"/>
                    <a:pt x="2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6" name="Freeform 1113">
              <a:extLst>
                <a:ext uri="{FF2B5EF4-FFF2-40B4-BE49-F238E27FC236}">
                  <a16:creationId xmlns:a16="http://schemas.microsoft.com/office/drawing/2014/main" id="{A1135642-D421-4E10-AAC4-80E20523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741"/>
              <a:ext cx="3" cy="5"/>
            </a:xfrm>
            <a:custGeom>
              <a:avLst/>
              <a:gdLst>
                <a:gd name="T0" fmla="*/ 0 w 3"/>
                <a:gd name="T1" fmla="*/ 5 h 5"/>
                <a:gd name="T2" fmla="*/ 3 w 3"/>
                <a:gd name="T3" fmla="*/ 0 h 5"/>
                <a:gd name="T4" fmla="*/ 0 w 3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7" name="Freeform 1114">
              <a:extLst>
                <a:ext uri="{FF2B5EF4-FFF2-40B4-BE49-F238E27FC236}">
                  <a16:creationId xmlns:a16="http://schemas.microsoft.com/office/drawing/2014/main" id="{82E8F03E-2870-4793-9713-F7E27D9B3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018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2" y="1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8" name="Freeform 1115">
              <a:extLst>
                <a:ext uri="{FF2B5EF4-FFF2-40B4-BE49-F238E27FC236}">
                  <a16:creationId xmlns:a16="http://schemas.microsoft.com/office/drawing/2014/main" id="{29D1B495-12E0-4669-B2E7-6653CEA1F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78"/>
              <a:ext cx="13" cy="14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22 h 5"/>
                <a:gd name="T4" fmla="*/ 55 w 5"/>
                <a:gd name="T5" fmla="*/ 48 h 5"/>
                <a:gd name="T6" fmla="*/ 55 w 5"/>
                <a:gd name="T7" fmla="*/ 109 h 5"/>
                <a:gd name="T8" fmla="*/ 55 w 5"/>
                <a:gd name="T9" fmla="*/ 109 h 5"/>
                <a:gd name="T10" fmla="*/ 68 w 5"/>
                <a:gd name="T11" fmla="*/ 22 h 5"/>
                <a:gd name="T12" fmla="*/ 34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3" y="2"/>
                  </a:cubicBezTo>
                  <a:cubicBezTo>
                    <a:pt x="4" y="3"/>
                    <a:pt x="4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5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9" name="Freeform 1116">
              <a:extLst>
                <a:ext uri="{FF2B5EF4-FFF2-40B4-BE49-F238E27FC236}">
                  <a16:creationId xmlns:a16="http://schemas.microsoft.com/office/drawing/2014/main" id="{95B120C7-487C-447F-963C-AC3BA9623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037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35 h 6"/>
                <a:gd name="T4" fmla="*/ 34 w 5"/>
                <a:gd name="T5" fmla="*/ 35 h 6"/>
                <a:gd name="T6" fmla="*/ 34 w 5"/>
                <a:gd name="T7" fmla="*/ 115 h 6"/>
                <a:gd name="T8" fmla="*/ 68 w 5"/>
                <a:gd name="T9" fmla="*/ 77 h 6"/>
                <a:gd name="T10" fmla="*/ 55 w 5"/>
                <a:gd name="T11" fmla="*/ 21 h 6"/>
                <a:gd name="T12" fmla="*/ 0 w 5"/>
                <a:gd name="T13" fmla="*/ 35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3" y="3"/>
                    <a:pt x="3" y="5"/>
                    <a:pt x="2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3"/>
                    <a:pt x="4" y="2"/>
                    <a:pt x="3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0" name="Freeform 1117">
              <a:extLst>
                <a:ext uri="{FF2B5EF4-FFF2-40B4-BE49-F238E27FC236}">
                  <a16:creationId xmlns:a16="http://schemas.microsoft.com/office/drawing/2014/main" id="{A728DEBD-13A7-4516-9412-99F4694814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67" y="3045"/>
              <a:ext cx="18" cy="19"/>
            </a:xfrm>
            <a:custGeom>
              <a:avLst/>
              <a:gdLst>
                <a:gd name="T0" fmla="*/ 33 w 7"/>
                <a:gd name="T1" fmla="*/ 22 h 7"/>
                <a:gd name="T2" fmla="*/ 21 w 7"/>
                <a:gd name="T3" fmla="*/ 60 h 7"/>
                <a:gd name="T4" fmla="*/ 33 w 7"/>
                <a:gd name="T5" fmla="*/ 117 h 7"/>
                <a:gd name="T6" fmla="*/ 85 w 7"/>
                <a:gd name="T7" fmla="*/ 103 h 7"/>
                <a:gd name="T8" fmla="*/ 85 w 7"/>
                <a:gd name="T9" fmla="*/ 81 h 7"/>
                <a:gd name="T10" fmla="*/ 100 w 7"/>
                <a:gd name="T11" fmla="*/ 81 h 7"/>
                <a:gd name="T12" fmla="*/ 118 w 7"/>
                <a:gd name="T13" fmla="*/ 60 h 7"/>
                <a:gd name="T14" fmla="*/ 100 w 7"/>
                <a:gd name="T15" fmla="*/ 22 h 7"/>
                <a:gd name="T16" fmla="*/ 33 w 7"/>
                <a:gd name="T17" fmla="*/ 22 h 7"/>
                <a:gd name="T18" fmla="*/ 85 w 7"/>
                <a:gd name="T19" fmla="*/ 103 h 7"/>
                <a:gd name="T20" fmla="*/ 85 w 7"/>
                <a:gd name="T21" fmla="*/ 103 h 7"/>
                <a:gd name="T22" fmla="*/ 67 w 7"/>
                <a:gd name="T23" fmla="*/ 103 h 7"/>
                <a:gd name="T24" fmla="*/ 67 w 7"/>
                <a:gd name="T25" fmla="*/ 103 h 7"/>
                <a:gd name="T26" fmla="*/ 85 w 7"/>
                <a:gd name="T27" fmla="*/ 10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3" y="7"/>
                    <a:pt x="5" y="6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5" y="0"/>
                    <a:pt x="3" y="1"/>
                    <a:pt x="2" y="1"/>
                  </a:cubicBezTo>
                  <a:close/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1" name="Freeform 1118">
              <a:extLst>
                <a:ext uri="{FF2B5EF4-FFF2-40B4-BE49-F238E27FC236}">
                  <a16:creationId xmlns:a16="http://schemas.microsoft.com/office/drawing/2014/main" id="{9795990E-44B0-4BCC-8F17-73235A62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82"/>
              <a:ext cx="13" cy="14"/>
            </a:xfrm>
            <a:custGeom>
              <a:avLst/>
              <a:gdLst>
                <a:gd name="T0" fmla="*/ 21 w 5"/>
                <a:gd name="T1" fmla="*/ 22 h 5"/>
                <a:gd name="T2" fmla="*/ 0 w 5"/>
                <a:gd name="T3" fmla="*/ 87 h 5"/>
                <a:gd name="T4" fmla="*/ 55 w 5"/>
                <a:gd name="T5" fmla="*/ 48 h 5"/>
                <a:gd name="T6" fmla="*/ 68 w 5"/>
                <a:gd name="T7" fmla="*/ 109 h 5"/>
                <a:gd name="T8" fmla="*/ 88 w 5"/>
                <a:gd name="T9" fmla="*/ 109 h 5"/>
                <a:gd name="T10" fmla="*/ 68 w 5"/>
                <a:gd name="T11" fmla="*/ 22 h 5"/>
                <a:gd name="T12" fmla="*/ 21 w 5"/>
                <a:gd name="T13" fmla="*/ 2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3"/>
                    <a:pt x="5" y="4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EDD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2" name="Freeform 1119">
              <a:extLst>
                <a:ext uri="{FF2B5EF4-FFF2-40B4-BE49-F238E27FC236}">
                  <a16:creationId xmlns:a16="http://schemas.microsoft.com/office/drawing/2014/main" id="{AEDD0983-F87F-47E5-B471-04B2A6660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688"/>
              <a:ext cx="788" cy="453"/>
            </a:xfrm>
            <a:custGeom>
              <a:avLst/>
              <a:gdLst>
                <a:gd name="T0" fmla="*/ 4475 w 315"/>
                <a:gd name="T1" fmla="*/ 2968 h 170"/>
                <a:gd name="T2" fmla="*/ 4163 w 315"/>
                <a:gd name="T3" fmla="*/ 3216 h 170"/>
                <a:gd name="T4" fmla="*/ 375 w 315"/>
                <a:gd name="T5" fmla="*/ 3216 h 170"/>
                <a:gd name="T6" fmla="*/ 50 w 315"/>
                <a:gd name="T7" fmla="*/ 2798 h 170"/>
                <a:gd name="T8" fmla="*/ 550 w 315"/>
                <a:gd name="T9" fmla="*/ 285 h 170"/>
                <a:gd name="T10" fmla="*/ 863 w 315"/>
                <a:gd name="T11" fmla="*/ 0 h 170"/>
                <a:gd name="T12" fmla="*/ 4555 w 315"/>
                <a:gd name="T13" fmla="*/ 0 h 170"/>
                <a:gd name="T14" fmla="*/ 4881 w 315"/>
                <a:gd name="T15" fmla="*/ 418 h 170"/>
                <a:gd name="T16" fmla="*/ 4475 w 315"/>
                <a:gd name="T17" fmla="*/ 2968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5" h="170">
                  <a:moveTo>
                    <a:pt x="286" y="157"/>
                  </a:moveTo>
                  <a:cubicBezTo>
                    <a:pt x="282" y="164"/>
                    <a:pt x="275" y="170"/>
                    <a:pt x="266" y="170"/>
                  </a:cubicBezTo>
                  <a:cubicBezTo>
                    <a:pt x="24" y="170"/>
                    <a:pt x="24" y="170"/>
                    <a:pt x="24" y="170"/>
                  </a:cubicBezTo>
                  <a:cubicBezTo>
                    <a:pt x="12" y="170"/>
                    <a:pt x="0" y="160"/>
                    <a:pt x="3" y="148"/>
                  </a:cubicBezTo>
                  <a:cubicBezTo>
                    <a:pt x="3" y="148"/>
                    <a:pt x="34" y="17"/>
                    <a:pt x="35" y="15"/>
                  </a:cubicBezTo>
                  <a:cubicBezTo>
                    <a:pt x="38" y="7"/>
                    <a:pt x="46" y="0"/>
                    <a:pt x="55" y="0"/>
                  </a:cubicBezTo>
                  <a:cubicBezTo>
                    <a:pt x="291" y="0"/>
                    <a:pt x="291" y="0"/>
                    <a:pt x="291" y="0"/>
                  </a:cubicBezTo>
                  <a:cubicBezTo>
                    <a:pt x="303" y="0"/>
                    <a:pt x="315" y="5"/>
                    <a:pt x="312" y="22"/>
                  </a:cubicBezTo>
                  <a:cubicBezTo>
                    <a:pt x="312" y="22"/>
                    <a:pt x="287" y="154"/>
                    <a:pt x="286" y="15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3" name="Freeform 1120">
              <a:extLst>
                <a:ext uri="{FF2B5EF4-FFF2-40B4-BE49-F238E27FC236}">
                  <a16:creationId xmlns:a16="http://schemas.microsoft.com/office/drawing/2014/main" id="{CEB8F8B0-0DFA-43B5-B0C5-4BDAF2D0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725"/>
              <a:ext cx="775" cy="483"/>
            </a:xfrm>
            <a:custGeom>
              <a:avLst/>
              <a:gdLst>
                <a:gd name="T0" fmla="*/ 4833 w 310"/>
                <a:gd name="T1" fmla="*/ 0 h 181"/>
                <a:gd name="T2" fmla="*/ 4833 w 310"/>
                <a:gd name="T3" fmla="*/ 149 h 181"/>
                <a:gd name="T4" fmla="*/ 4425 w 310"/>
                <a:gd name="T5" fmla="*/ 2719 h 181"/>
                <a:gd name="T6" fmla="*/ 4113 w 310"/>
                <a:gd name="T7" fmla="*/ 2962 h 181"/>
                <a:gd name="T8" fmla="*/ 333 w 310"/>
                <a:gd name="T9" fmla="*/ 2962 h 181"/>
                <a:gd name="T10" fmla="*/ 0 w 310"/>
                <a:gd name="T11" fmla="*/ 2642 h 181"/>
                <a:gd name="T12" fmla="*/ 0 w 310"/>
                <a:gd name="T13" fmla="*/ 3039 h 181"/>
                <a:gd name="T14" fmla="*/ 333 w 310"/>
                <a:gd name="T15" fmla="*/ 3440 h 181"/>
                <a:gd name="T16" fmla="*/ 4113 w 310"/>
                <a:gd name="T17" fmla="*/ 3440 h 181"/>
                <a:gd name="T18" fmla="*/ 4425 w 310"/>
                <a:gd name="T19" fmla="*/ 3189 h 181"/>
                <a:gd name="T20" fmla="*/ 4833 w 310"/>
                <a:gd name="T21" fmla="*/ 627 h 181"/>
                <a:gd name="T22" fmla="*/ 4845 w 310"/>
                <a:gd name="T23" fmla="*/ 568 h 181"/>
                <a:gd name="T24" fmla="*/ 4845 w 310"/>
                <a:gd name="T25" fmla="*/ 0 h 181"/>
                <a:gd name="T26" fmla="*/ 4833 w 310"/>
                <a:gd name="T27" fmla="*/ 0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0" h="181">
                  <a:moveTo>
                    <a:pt x="309" y="0"/>
                  </a:moveTo>
                  <a:cubicBezTo>
                    <a:pt x="310" y="3"/>
                    <a:pt x="310" y="5"/>
                    <a:pt x="309" y="8"/>
                  </a:cubicBezTo>
                  <a:cubicBezTo>
                    <a:pt x="309" y="8"/>
                    <a:pt x="284" y="140"/>
                    <a:pt x="283" y="143"/>
                  </a:cubicBezTo>
                  <a:cubicBezTo>
                    <a:pt x="279" y="150"/>
                    <a:pt x="272" y="156"/>
                    <a:pt x="263" y="156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11" y="156"/>
                    <a:pt x="1" y="148"/>
                    <a:pt x="0" y="139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73"/>
                    <a:pt x="9" y="181"/>
                    <a:pt x="21" y="181"/>
                  </a:cubicBezTo>
                  <a:cubicBezTo>
                    <a:pt x="263" y="181"/>
                    <a:pt x="263" y="181"/>
                    <a:pt x="263" y="181"/>
                  </a:cubicBezTo>
                  <a:cubicBezTo>
                    <a:pt x="272" y="181"/>
                    <a:pt x="279" y="176"/>
                    <a:pt x="283" y="168"/>
                  </a:cubicBezTo>
                  <a:cubicBezTo>
                    <a:pt x="284" y="165"/>
                    <a:pt x="309" y="33"/>
                    <a:pt x="309" y="33"/>
                  </a:cubicBezTo>
                  <a:cubicBezTo>
                    <a:pt x="310" y="32"/>
                    <a:pt x="310" y="31"/>
                    <a:pt x="310" y="30"/>
                  </a:cubicBezTo>
                  <a:cubicBezTo>
                    <a:pt x="310" y="0"/>
                    <a:pt x="310" y="0"/>
                    <a:pt x="310" y="0"/>
                  </a:cubicBezTo>
                  <a:lnTo>
                    <a:pt x="309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1" name="french-baguette-bread-illustration">
            <a:extLst>
              <a:ext uri="{FF2B5EF4-FFF2-40B4-BE49-F238E27FC236}">
                <a16:creationId xmlns:a16="http://schemas.microsoft.com/office/drawing/2014/main" id="{A58BA2EB-EE3B-473C-A66A-0A507FEF820D}"/>
              </a:ext>
            </a:extLst>
          </p:cNvPr>
          <p:cNvGrpSpPr>
            <a:grpSpLocks/>
          </p:cNvGrpSpPr>
          <p:nvPr/>
        </p:nvGrpSpPr>
        <p:grpSpPr bwMode="auto">
          <a:xfrm>
            <a:off x="2968625" y="2963863"/>
            <a:ext cx="4297363" cy="2849562"/>
            <a:chOff x="417" y="1733"/>
            <a:chExt cx="2707" cy="1795"/>
          </a:xfrm>
        </p:grpSpPr>
        <p:sp>
          <p:nvSpPr>
            <p:cNvPr id="24900" name="Freeform 1122">
              <a:extLst>
                <a:ext uri="{FF2B5EF4-FFF2-40B4-BE49-F238E27FC236}">
                  <a16:creationId xmlns:a16="http://schemas.microsoft.com/office/drawing/2014/main" id="{6B0F053D-8C43-46D6-B5B1-12C5558EA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3121"/>
              <a:ext cx="2469" cy="407"/>
            </a:xfrm>
            <a:custGeom>
              <a:avLst/>
              <a:gdLst>
                <a:gd name="T0" fmla="*/ 401 w 769"/>
                <a:gd name="T1" fmla="*/ 1919 h 119"/>
                <a:gd name="T2" fmla="*/ 1390 w 769"/>
                <a:gd name="T3" fmla="*/ 4084 h 119"/>
                <a:gd name="T4" fmla="*/ 5885 w 769"/>
                <a:gd name="T5" fmla="*/ 4480 h 119"/>
                <a:gd name="T6" fmla="*/ 12380 w 769"/>
                <a:gd name="T7" fmla="*/ 4645 h 119"/>
                <a:gd name="T8" fmla="*/ 20988 w 769"/>
                <a:gd name="T9" fmla="*/ 4727 h 119"/>
                <a:gd name="T10" fmla="*/ 25091 w 769"/>
                <a:gd name="T11" fmla="*/ 3557 h 119"/>
                <a:gd name="T12" fmla="*/ 23069 w 769"/>
                <a:gd name="T13" fmla="*/ 1885 h 119"/>
                <a:gd name="T14" fmla="*/ 20523 w 769"/>
                <a:gd name="T15" fmla="*/ 923 h 119"/>
                <a:gd name="T16" fmla="*/ 18204 w 769"/>
                <a:gd name="T17" fmla="*/ 1077 h 119"/>
                <a:gd name="T18" fmla="*/ 16050 w 769"/>
                <a:gd name="T19" fmla="*/ 1006 h 119"/>
                <a:gd name="T20" fmla="*/ 13639 w 769"/>
                <a:gd name="T21" fmla="*/ 246 h 119"/>
                <a:gd name="T22" fmla="*/ 10753 w 769"/>
                <a:gd name="T23" fmla="*/ 479 h 119"/>
                <a:gd name="T24" fmla="*/ 8011 w 769"/>
                <a:gd name="T25" fmla="*/ 513 h 119"/>
                <a:gd name="T26" fmla="*/ 5493 w 769"/>
                <a:gd name="T27" fmla="*/ 34 h 119"/>
                <a:gd name="T28" fmla="*/ 2578 w 769"/>
                <a:gd name="T29" fmla="*/ 725 h 119"/>
                <a:gd name="T30" fmla="*/ 401 w 769"/>
                <a:gd name="T31" fmla="*/ 1919 h 1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69" h="119">
                  <a:moveTo>
                    <a:pt x="12" y="48"/>
                  </a:moveTo>
                  <a:cubicBezTo>
                    <a:pt x="0" y="73"/>
                    <a:pt x="4" y="98"/>
                    <a:pt x="42" y="102"/>
                  </a:cubicBezTo>
                  <a:cubicBezTo>
                    <a:pt x="79" y="106"/>
                    <a:pt x="115" y="107"/>
                    <a:pt x="178" y="112"/>
                  </a:cubicBezTo>
                  <a:cubicBezTo>
                    <a:pt x="242" y="117"/>
                    <a:pt x="298" y="112"/>
                    <a:pt x="374" y="116"/>
                  </a:cubicBezTo>
                  <a:cubicBezTo>
                    <a:pt x="450" y="119"/>
                    <a:pt x="588" y="117"/>
                    <a:pt x="634" y="118"/>
                  </a:cubicBezTo>
                  <a:cubicBezTo>
                    <a:pt x="680" y="119"/>
                    <a:pt x="747" y="117"/>
                    <a:pt x="758" y="89"/>
                  </a:cubicBezTo>
                  <a:cubicBezTo>
                    <a:pt x="769" y="62"/>
                    <a:pt x="719" y="51"/>
                    <a:pt x="697" y="47"/>
                  </a:cubicBezTo>
                  <a:cubicBezTo>
                    <a:pt x="676" y="43"/>
                    <a:pt x="646" y="27"/>
                    <a:pt x="620" y="23"/>
                  </a:cubicBezTo>
                  <a:cubicBezTo>
                    <a:pt x="594" y="20"/>
                    <a:pt x="562" y="25"/>
                    <a:pt x="550" y="27"/>
                  </a:cubicBezTo>
                  <a:cubicBezTo>
                    <a:pt x="538" y="30"/>
                    <a:pt x="501" y="26"/>
                    <a:pt x="485" y="25"/>
                  </a:cubicBezTo>
                  <a:cubicBezTo>
                    <a:pt x="469" y="23"/>
                    <a:pt x="442" y="7"/>
                    <a:pt x="412" y="6"/>
                  </a:cubicBezTo>
                  <a:cubicBezTo>
                    <a:pt x="382" y="5"/>
                    <a:pt x="344" y="5"/>
                    <a:pt x="325" y="12"/>
                  </a:cubicBezTo>
                  <a:cubicBezTo>
                    <a:pt x="307" y="20"/>
                    <a:pt x="269" y="13"/>
                    <a:pt x="242" y="13"/>
                  </a:cubicBezTo>
                  <a:cubicBezTo>
                    <a:pt x="215" y="13"/>
                    <a:pt x="200" y="0"/>
                    <a:pt x="166" y="1"/>
                  </a:cubicBezTo>
                  <a:cubicBezTo>
                    <a:pt x="132" y="2"/>
                    <a:pt x="116" y="15"/>
                    <a:pt x="78" y="18"/>
                  </a:cubicBezTo>
                  <a:cubicBezTo>
                    <a:pt x="58" y="20"/>
                    <a:pt x="24" y="23"/>
                    <a:pt x="12" y="48"/>
                  </a:cubicBezTo>
                  <a:close/>
                </a:path>
              </a:pathLst>
            </a:custGeom>
            <a:solidFill>
              <a:srgbClr val="F3D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1" name="Freeform 1123">
              <a:extLst>
                <a:ext uri="{FF2B5EF4-FFF2-40B4-BE49-F238E27FC236}">
                  <a16:creationId xmlns:a16="http://schemas.microsoft.com/office/drawing/2014/main" id="{CD89D12C-537F-4DC0-AD7E-250BA9D03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860"/>
              <a:ext cx="401" cy="343"/>
            </a:xfrm>
            <a:custGeom>
              <a:avLst/>
              <a:gdLst>
                <a:gd name="T0" fmla="*/ 2018 w 125"/>
                <a:gd name="T1" fmla="*/ 765 h 100"/>
                <a:gd name="T2" fmla="*/ 3035 w 125"/>
                <a:gd name="T3" fmla="*/ 847 h 100"/>
                <a:gd name="T4" fmla="*/ 3272 w 125"/>
                <a:gd name="T5" fmla="*/ 3505 h 100"/>
                <a:gd name="T6" fmla="*/ 1421 w 125"/>
                <a:gd name="T7" fmla="*/ 3917 h 100"/>
                <a:gd name="T8" fmla="*/ 61 w 125"/>
                <a:gd name="T9" fmla="*/ 2789 h 100"/>
                <a:gd name="T10" fmla="*/ 1059 w 125"/>
                <a:gd name="T11" fmla="*/ 281 h 100"/>
                <a:gd name="T12" fmla="*/ 2018 w 125"/>
                <a:gd name="T13" fmla="*/ 765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00">
                  <a:moveTo>
                    <a:pt x="61" y="19"/>
                  </a:moveTo>
                  <a:cubicBezTo>
                    <a:pt x="72" y="21"/>
                    <a:pt x="77" y="13"/>
                    <a:pt x="92" y="21"/>
                  </a:cubicBezTo>
                  <a:cubicBezTo>
                    <a:pt x="113" y="32"/>
                    <a:pt x="125" y="74"/>
                    <a:pt x="99" y="87"/>
                  </a:cubicBezTo>
                  <a:cubicBezTo>
                    <a:pt x="85" y="94"/>
                    <a:pt x="59" y="95"/>
                    <a:pt x="43" y="97"/>
                  </a:cubicBezTo>
                  <a:cubicBezTo>
                    <a:pt x="23" y="100"/>
                    <a:pt x="4" y="92"/>
                    <a:pt x="2" y="69"/>
                  </a:cubicBezTo>
                  <a:cubicBezTo>
                    <a:pt x="0" y="50"/>
                    <a:pt x="15" y="17"/>
                    <a:pt x="32" y="7"/>
                  </a:cubicBezTo>
                  <a:cubicBezTo>
                    <a:pt x="47" y="0"/>
                    <a:pt x="53" y="18"/>
                    <a:pt x="61" y="19"/>
                  </a:cubicBezTo>
                  <a:close/>
                </a:path>
              </a:pathLst>
            </a:custGeom>
            <a:solidFill>
              <a:srgbClr val="FFF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2" name="Freeform 1124">
              <a:extLst>
                <a:ext uri="{FF2B5EF4-FFF2-40B4-BE49-F238E27FC236}">
                  <a16:creationId xmlns:a16="http://schemas.microsoft.com/office/drawing/2014/main" id="{87EED806-DA0C-4DF4-8245-FDCD394C5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733"/>
              <a:ext cx="581" cy="1340"/>
            </a:xfrm>
            <a:custGeom>
              <a:avLst/>
              <a:gdLst>
                <a:gd name="T0" fmla="*/ 4998 w 181"/>
                <a:gd name="T1" fmla="*/ 644 h 391"/>
                <a:gd name="T2" fmla="*/ 2574 w 181"/>
                <a:gd name="T3" fmla="*/ 3102 h 391"/>
                <a:gd name="T4" fmla="*/ 2112 w 181"/>
                <a:gd name="T5" fmla="*/ 5237 h 391"/>
                <a:gd name="T6" fmla="*/ 1390 w 181"/>
                <a:gd name="T7" fmla="*/ 6964 h 391"/>
                <a:gd name="T8" fmla="*/ 1062 w 181"/>
                <a:gd name="T9" fmla="*/ 9137 h 391"/>
                <a:gd name="T10" fmla="*/ 299 w 181"/>
                <a:gd name="T11" fmla="*/ 12320 h 391"/>
                <a:gd name="T12" fmla="*/ 0 w 181"/>
                <a:gd name="T13" fmla="*/ 15374 h 391"/>
                <a:gd name="T14" fmla="*/ 960 w 181"/>
                <a:gd name="T15" fmla="*/ 13530 h 391"/>
                <a:gd name="T16" fmla="*/ 1916 w 181"/>
                <a:gd name="T17" fmla="*/ 14013 h 391"/>
                <a:gd name="T18" fmla="*/ 2947 w 181"/>
                <a:gd name="T19" fmla="*/ 14082 h 391"/>
                <a:gd name="T20" fmla="*/ 3637 w 181"/>
                <a:gd name="T21" fmla="*/ 15737 h 391"/>
                <a:gd name="T22" fmla="*/ 3907 w 181"/>
                <a:gd name="T23" fmla="*/ 12920 h 391"/>
                <a:gd name="T24" fmla="*/ 4626 w 181"/>
                <a:gd name="T25" fmla="*/ 8856 h 391"/>
                <a:gd name="T26" fmla="*/ 5329 w 181"/>
                <a:gd name="T27" fmla="*/ 5274 h 391"/>
                <a:gd name="T28" fmla="*/ 4998 w 181"/>
                <a:gd name="T29" fmla="*/ 644 h 3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1" h="391">
                  <a:moveTo>
                    <a:pt x="151" y="16"/>
                  </a:moveTo>
                  <a:cubicBezTo>
                    <a:pt x="122" y="0"/>
                    <a:pt x="86" y="57"/>
                    <a:pt x="78" y="77"/>
                  </a:cubicBezTo>
                  <a:cubicBezTo>
                    <a:pt x="73" y="90"/>
                    <a:pt x="68" y="118"/>
                    <a:pt x="64" y="130"/>
                  </a:cubicBezTo>
                  <a:cubicBezTo>
                    <a:pt x="58" y="147"/>
                    <a:pt x="49" y="157"/>
                    <a:pt x="42" y="173"/>
                  </a:cubicBezTo>
                  <a:cubicBezTo>
                    <a:pt x="35" y="192"/>
                    <a:pt x="30" y="208"/>
                    <a:pt x="32" y="227"/>
                  </a:cubicBezTo>
                  <a:cubicBezTo>
                    <a:pt x="35" y="258"/>
                    <a:pt x="17" y="277"/>
                    <a:pt x="9" y="306"/>
                  </a:cubicBezTo>
                  <a:cubicBezTo>
                    <a:pt x="2" y="334"/>
                    <a:pt x="2" y="354"/>
                    <a:pt x="0" y="382"/>
                  </a:cubicBezTo>
                  <a:cubicBezTo>
                    <a:pt x="4" y="364"/>
                    <a:pt x="16" y="343"/>
                    <a:pt x="29" y="336"/>
                  </a:cubicBezTo>
                  <a:cubicBezTo>
                    <a:pt x="44" y="329"/>
                    <a:pt x="50" y="347"/>
                    <a:pt x="58" y="348"/>
                  </a:cubicBezTo>
                  <a:cubicBezTo>
                    <a:pt x="69" y="350"/>
                    <a:pt x="74" y="342"/>
                    <a:pt x="89" y="350"/>
                  </a:cubicBezTo>
                  <a:cubicBezTo>
                    <a:pt x="102" y="357"/>
                    <a:pt x="111" y="375"/>
                    <a:pt x="110" y="391"/>
                  </a:cubicBezTo>
                  <a:cubicBezTo>
                    <a:pt x="114" y="369"/>
                    <a:pt x="115" y="336"/>
                    <a:pt x="118" y="321"/>
                  </a:cubicBezTo>
                  <a:cubicBezTo>
                    <a:pt x="124" y="286"/>
                    <a:pt x="130" y="253"/>
                    <a:pt x="140" y="220"/>
                  </a:cubicBezTo>
                  <a:cubicBezTo>
                    <a:pt x="148" y="190"/>
                    <a:pt x="153" y="160"/>
                    <a:pt x="161" y="131"/>
                  </a:cubicBezTo>
                  <a:cubicBezTo>
                    <a:pt x="170" y="101"/>
                    <a:pt x="181" y="31"/>
                    <a:pt x="151" y="16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3" name="Freeform 1125">
              <a:extLst>
                <a:ext uri="{FF2B5EF4-FFF2-40B4-BE49-F238E27FC236}">
                  <a16:creationId xmlns:a16="http://schemas.microsoft.com/office/drawing/2014/main" id="{F1A73623-36AB-44B7-B2E1-41524A63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586"/>
              <a:ext cx="2001" cy="600"/>
            </a:xfrm>
            <a:custGeom>
              <a:avLst/>
              <a:gdLst>
                <a:gd name="T0" fmla="*/ 331 w 623"/>
                <a:gd name="T1" fmla="*/ 7053 h 175"/>
                <a:gd name="T2" fmla="*/ 662 w 623"/>
                <a:gd name="T3" fmla="*/ 7018 h 175"/>
                <a:gd name="T4" fmla="*/ 3581 w 623"/>
                <a:gd name="T5" fmla="*/ 6326 h 175"/>
                <a:gd name="T6" fmla="*/ 6096 w 623"/>
                <a:gd name="T7" fmla="*/ 6806 h 175"/>
                <a:gd name="T8" fmla="*/ 6995 w 623"/>
                <a:gd name="T9" fmla="*/ 6888 h 175"/>
                <a:gd name="T10" fmla="*/ 8316 w 623"/>
                <a:gd name="T11" fmla="*/ 6123 h 175"/>
                <a:gd name="T12" fmla="*/ 12420 w 623"/>
                <a:gd name="T13" fmla="*/ 4632 h 175"/>
                <a:gd name="T14" fmla="*/ 16104 w 623"/>
                <a:gd name="T15" fmla="*/ 3549 h 175"/>
                <a:gd name="T16" fmla="*/ 18786 w 623"/>
                <a:gd name="T17" fmla="*/ 2294 h 175"/>
                <a:gd name="T18" fmla="*/ 20643 w 623"/>
                <a:gd name="T19" fmla="*/ 730 h 175"/>
                <a:gd name="T20" fmla="*/ 19085 w 623"/>
                <a:gd name="T21" fmla="*/ 363 h 175"/>
                <a:gd name="T22" fmla="*/ 16702 w 623"/>
                <a:gd name="T23" fmla="*/ 117 h 175"/>
                <a:gd name="T24" fmla="*/ 14514 w 623"/>
                <a:gd name="T25" fmla="*/ 730 h 175"/>
                <a:gd name="T26" fmla="*/ 11460 w 623"/>
                <a:gd name="T27" fmla="*/ 1409 h 175"/>
                <a:gd name="T28" fmla="*/ 8913 w 623"/>
                <a:gd name="T29" fmla="*/ 2657 h 175"/>
                <a:gd name="T30" fmla="*/ 5663 w 623"/>
                <a:gd name="T31" fmla="*/ 3586 h 175"/>
                <a:gd name="T32" fmla="*/ 3045 w 623"/>
                <a:gd name="T33" fmla="*/ 4231 h 175"/>
                <a:gd name="T34" fmla="*/ 1526 w 623"/>
                <a:gd name="T35" fmla="*/ 5678 h 175"/>
                <a:gd name="T36" fmla="*/ 164 w 623"/>
                <a:gd name="T37" fmla="*/ 6970 h 175"/>
                <a:gd name="T38" fmla="*/ 331 w 623"/>
                <a:gd name="T39" fmla="*/ 7053 h 1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3" h="175">
                  <a:moveTo>
                    <a:pt x="10" y="175"/>
                  </a:moveTo>
                  <a:cubicBezTo>
                    <a:pt x="13" y="175"/>
                    <a:pt x="17" y="175"/>
                    <a:pt x="20" y="174"/>
                  </a:cubicBezTo>
                  <a:cubicBezTo>
                    <a:pt x="58" y="171"/>
                    <a:pt x="74" y="158"/>
                    <a:pt x="108" y="157"/>
                  </a:cubicBezTo>
                  <a:cubicBezTo>
                    <a:pt x="142" y="156"/>
                    <a:pt x="157" y="169"/>
                    <a:pt x="184" y="169"/>
                  </a:cubicBezTo>
                  <a:cubicBezTo>
                    <a:pt x="192" y="169"/>
                    <a:pt x="201" y="170"/>
                    <a:pt x="211" y="171"/>
                  </a:cubicBezTo>
                  <a:cubicBezTo>
                    <a:pt x="224" y="166"/>
                    <a:pt x="242" y="156"/>
                    <a:pt x="251" y="152"/>
                  </a:cubicBezTo>
                  <a:cubicBezTo>
                    <a:pt x="290" y="134"/>
                    <a:pt x="334" y="128"/>
                    <a:pt x="375" y="115"/>
                  </a:cubicBezTo>
                  <a:cubicBezTo>
                    <a:pt x="411" y="104"/>
                    <a:pt x="449" y="92"/>
                    <a:pt x="486" y="88"/>
                  </a:cubicBezTo>
                  <a:cubicBezTo>
                    <a:pt x="504" y="86"/>
                    <a:pt x="537" y="70"/>
                    <a:pt x="567" y="57"/>
                  </a:cubicBezTo>
                  <a:cubicBezTo>
                    <a:pt x="591" y="46"/>
                    <a:pt x="623" y="31"/>
                    <a:pt x="623" y="18"/>
                  </a:cubicBezTo>
                  <a:cubicBezTo>
                    <a:pt x="623" y="5"/>
                    <a:pt x="603" y="13"/>
                    <a:pt x="576" y="9"/>
                  </a:cubicBezTo>
                  <a:cubicBezTo>
                    <a:pt x="554" y="6"/>
                    <a:pt x="517" y="0"/>
                    <a:pt x="504" y="3"/>
                  </a:cubicBezTo>
                  <a:cubicBezTo>
                    <a:pt x="480" y="10"/>
                    <a:pt x="463" y="14"/>
                    <a:pt x="438" y="18"/>
                  </a:cubicBezTo>
                  <a:cubicBezTo>
                    <a:pt x="405" y="23"/>
                    <a:pt x="378" y="17"/>
                    <a:pt x="346" y="35"/>
                  </a:cubicBezTo>
                  <a:cubicBezTo>
                    <a:pt x="320" y="50"/>
                    <a:pt x="300" y="61"/>
                    <a:pt x="269" y="66"/>
                  </a:cubicBezTo>
                  <a:cubicBezTo>
                    <a:pt x="232" y="72"/>
                    <a:pt x="206" y="72"/>
                    <a:pt x="171" y="89"/>
                  </a:cubicBezTo>
                  <a:cubicBezTo>
                    <a:pt x="152" y="98"/>
                    <a:pt x="116" y="90"/>
                    <a:pt x="92" y="105"/>
                  </a:cubicBezTo>
                  <a:cubicBezTo>
                    <a:pt x="79" y="113"/>
                    <a:pt x="57" y="136"/>
                    <a:pt x="46" y="141"/>
                  </a:cubicBezTo>
                  <a:cubicBezTo>
                    <a:pt x="23" y="151"/>
                    <a:pt x="0" y="159"/>
                    <a:pt x="5" y="173"/>
                  </a:cubicBezTo>
                  <a:lnTo>
                    <a:pt x="10" y="175"/>
                  </a:lnTo>
                  <a:close/>
                </a:path>
              </a:pathLst>
            </a:custGeom>
            <a:solidFill>
              <a:srgbClr val="E5C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4" name="Freeform 1126">
              <a:extLst>
                <a:ext uri="{FF2B5EF4-FFF2-40B4-BE49-F238E27FC236}">
                  <a16:creationId xmlns:a16="http://schemas.microsoft.com/office/drawing/2014/main" id="{256F2601-BC62-4FA6-80F1-A5E7986AF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3014"/>
              <a:ext cx="51" cy="52"/>
            </a:xfrm>
            <a:custGeom>
              <a:avLst/>
              <a:gdLst>
                <a:gd name="T0" fmla="*/ 265 w 16"/>
                <a:gd name="T1" fmla="*/ 35 h 15"/>
                <a:gd name="T2" fmla="*/ 32 w 16"/>
                <a:gd name="T3" fmla="*/ 288 h 15"/>
                <a:gd name="T4" fmla="*/ 194 w 16"/>
                <a:gd name="T5" fmla="*/ 589 h 15"/>
                <a:gd name="T6" fmla="*/ 386 w 16"/>
                <a:gd name="T7" fmla="*/ 419 h 15"/>
                <a:gd name="T8" fmla="*/ 488 w 16"/>
                <a:gd name="T9" fmla="*/ 371 h 15"/>
                <a:gd name="T10" fmla="*/ 520 w 16"/>
                <a:gd name="T11" fmla="*/ 288 h 15"/>
                <a:gd name="T12" fmla="*/ 488 w 16"/>
                <a:gd name="T13" fmla="*/ 253 h 15"/>
                <a:gd name="T14" fmla="*/ 265 w 16"/>
                <a:gd name="T15" fmla="*/ 35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5">
                  <a:moveTo>
                    <a:pt x="8" y="1"/>
                  </a:moveTo>
                  <a:cubicBezTo>
                    <a:pt x="4" y="1"/>
                    <a:pt x="2" y="3"/>
                    <a:pt x="1" y="7"/>
                  </a:cubicBezTo>
                  <a:cubicBezTo>
                    <a:pt x="0" y="10"/>
                    <a:pt x="3" y="13"/>
                    <a:pt x="6" y="14"/>
                  </a:cubicBezTo>
                  <a:cubicBezTo>
                    <a:pt x="9" y="15"/>
                    <a:pt x="11" y="13"/>
                    <a:pt x="12" y="10"/>
                  </a:cubicBezTo>
                  <a:cubicBezTo>
                    <a:pt x="13" y="10"/>
                    <a:pt x="15" y="10"/>
                    <a:pt x="15" y="9"/>
                  </a:cubicBezTo>
                  <a:cubicBezTo>
                    <a:pt x="15" y="8"/>
                    <a:pt x="16" y="8"/>
                    <a:pt x="16" y="7"/>
                  </a:cubicBezTo>
                  <a:cubicBezTo>
                    <a:pt x="16" y="7"/>
                    <a:pt x="16" y="7"/>
                    <a:pt x="15" y="6"/>
                  </a:cubicBezTo>
                  <a:cubicBezTo>
                    <a:pt x="15" y="3"/>
                    <a:pt x="11" y="0"/>
                    <a:pt x="8" y="1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5" name="Freeform 1127">
              <a:extLst>
                <a:ext uri="{FF2B5EF4-FFF2-40B4-BE49-F238E27FC236}">
                  <a16:creationId xmlns:a16="http://schemas.microsoft.com/office/drawing/2014/main" id="{C2C069BB-1E21-47A4-B7CD-876FE5027A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" y="3079"/>
              <a:ext cx="42" cy="45"/>
            </a:xfrm>
            <a:custGeom>
              <a:avLst/>
              <a:gdLst>
                <a:gd name="T0" fmla="*/ 197 w 13"/>
                <a:gd name="T1" fmla="*/ 35 h 13"/>
                <a:gd name="T2" fmla="*/ 136 w 13"/>
                <a:gd name="T3" fmla="*/ 83 h 13"/>
                <a:gd name="T4" fmla="*/ 103 w 13"/>
                <a:gd name="T5" fmla="*/ 121 h 13"/>
                <a:gd name="T6" fmla="*/ 32 w 13"/>
                <a:gd name="T7" fmla="*/ 253 h 13"/>
                <a:gd name="T8" fmla="*/ 0 w 13"/>
                <a:gd name="T9" fmla="*/ 253 h 13"/>
                <a:gd name="T10" fmla="*/ 32 w 13"/>
                <a:gd name="T11" fmla="*/ 336 h 13"/>
                <a:gd name="T12" fmla="*/ 304 w 13"/>
                <a:gd name="T13" fmla="*/ 502 h 13"/>
                <a:gd name="T14" fmla="*/ 407 w 13"/>
                <a:gd name="T15" fmla="*/ 204 h 13"/>
                <a:gd name="T16" fmla="*/ 197 w 13"/>
                <a:gd name="T17" fmla="*/ 35 h 13"/>
                <a:gd name="T18" fmla="*/ 239 w 13"/>
                <a:gd name="T19" fmla="*/ 253 h 13"/>
                <a:gd name="T20" fmla="*/ 239 w 13"/>
                <a:gd name="T21" fmla="*/ 253 h 13"/>
                <a:gd name="T22" fmla="*/ 239 w 13"/>
                <a:gd name="T23" fmla="*/ 253 h 13"/>
                <a:gd name="T24" fmla="*/ 239 w 13"/>
                <a:gd name="T25" fmla="*/ 287 h 13"/>
                <a:gd name="T26" fmla="*/ 197 w 13"/>
                <a:gd name="T27" fmla="*/ 336 h 13"/>
                <a:gd name="T28" fmla="*/ 197 w 13"/>
                <a:gd name="T29" fmla="*/ 287 h 13"/>
                <a:gd name="T30" fmla="*/ 239 w 13"/>
                <a:gd name="T31" fmla="*/ 287 h 13"/>
                <a:gd name="T32" fmla="*/ 239 w 13"/>
                <a:gd name="T33" fmla="*/ 287 h 13"/>
                <a:gd name="T34" fmla="*/ 239 w 13"/>
                <a:gd name="T35" fmla="*/ 253 h 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" h="13">
                  <a:moveTo>
                    <a:pt x="6" y="1"/>
                  </a:moveTo>
                  <a:cubicBezTo>
                    <a:pt x="5" y="1"/>
                    <a:pt x="4" y="2"/>
                    <a:pt x="4" y="2"/>
                  </a:cubicBezTo>
                  <a:cubicBezTo>
                    <a:pt x="4" y="2"/>
                    <a:pt x="3" y="2"/>
                    <a:pt x="3" y="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3" y="12"/>
                    <a:pt x="6" y="13"/>
                    <a:pt x="9" y="12"/>
                  </a:cubicBezTo>
                  <a:cubicBezTo>
                    <a:pt x="11" y="11"/>
                    <a:pt x="13" y="7"/>
                    <a:pt x="12" y="5"/>
                  </a:cubicBezTo>
                  <a:cubicBezTo>
                    <a:pt x="12" y="3"/>
                    <a:pt x="10" y="0"/>
                    <a:pt x="6" y="1"/>
                  </a:cubicBezTo>
                  <a:close/>
                  <a:moveTo>
                    <a:pt x="7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6" name="Freeform 1128">
              <a:extLst>
                <a:ext uri="{FF2B5EF4-FFF2-40B4-BE49-F238E27FC236}">
                  <a16:creationId xmlns:a16="http://schemas.microsoft.com/office/drawing/2014/main" id="{C44077FB-83FF-4AAB-8F12-D53C673962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3" y="3042"/>
              <a:ext cx="29" cy="31"/>
            </a:xfrm>
            <a:custGeom>
              <a:avLst/>
              <a:gdLst>
                <a:gd name="T0" fmla="*/ 135 w 9"/>
                <a:gd name="T1" fmla="*/ 0 h 9"/>
                <a:gd name="T2" fmla="*/ 61 w 9"/>
                <a:gd name="T3" fmla="*/ 34 h 9"/>
                <a:gd name="T4" fmla="*/ 32 w 9"/>
                <a:gd name="T5" fmla="*/ 117 h 9"/>
                <a:gd name="T6" fmla="*/ 0 w 9"/>
                <a:gd name="T7" fmla="*/ 165 h 9"/>
                <a:gd name="T8" fmla="*/ 0 w 9"/>
                <a:gd name="T9" fmla="*/ 203 h 9"/>
                <a:gd name="T10" fmla="*/ 32 w 9"/>
                <a:gd name="T11" fmla="*/ 331 h 9"/>
                <a:gd name="T12" fmla="*/ 271 w 9"/>
                <a:gd name="T13" fmla="*/ 286 h 9"/>
                <a:gd name="T14" fmla="*/ 300 w 9"/>
                <a:gd name="T15" fmla="*/ 203 h 9"/>
                <a:gd name="T16" fmla="*/ 300 w 9"/>
                <a:gd name="T17" fmla="*/ 203 h 9"/>
                <a:gd name="T18" fmla="*/ 300 w 9"/>
                <a:gd name="T19" fmla="*/ 203 h 9"/>
                <a:gd name="T20" fmla="*/ 300 w 9"/>
                <a:gd name="T21" fmla="*/ 165 h 9"/>
                <a:gd name="T22" fmla="*/ 300 w 9"/>
                <a:gd name="T23" fmla="*/ 83 h 9"/>
                <a:gd name="T24" fmla="*/ 135 w 9"/>
                <a:gd name="T25" fmla="*/ 0 h 9"/>
                <a:gd name="T26" fmla="*/ 238 w 9"/>
                <a:gd name="T27" fmla="*/ 83 h 9"/>
                <a:gd name="T28" fmla="*/ 238 w 9"/>
                <a:gd name="T29" fmla="*/ 83 h 9"/>
                <a:gd name="T30" fmla="*/ 238 w 9"/>
                <a:gd name="T31" fmla="*/ 117 h 9"/>
                <a:gd name="T32" fmla="*/ 238 w 9"/>
                <a:gd name="T33" fmla="*/ 83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4" y="9"/>
                    <a:pt x="7" y="8"/>
                    <a:pt x="8" y="7"/>
                  </a:cubicBezTo>
                  <a:cubicBezTo>
                    <a:pt x="9" y="6"/>
                    <a:pt x="8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9" y="3"/>
                    <a:pt x="9" y="2"/>
                  </a:cubicBezTo>
                  <a:cubicBezTo>
                    <a:pt x="9" y="1"/>
                    <a:pt x="7" y="0"/>
                    <a:pt x="4" y="0"/>
                  </a:cubicBezTo>
                  <a:close/>
                  <a:moveTo>
                    <a:pt x="7" y="2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7" name="Freeform 1129">
              <a:extLst>
                <a:ext uri="{FF2B5EF4-FFF2-40B4-BE49-F238E27FC236}">
                  <a16:creationId xmlns:a16="http://schemas.microsoft.com/office/drawing/2014/main" id="{60EADEBB-12B8-4754-954A-8EC2C511C1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3" y="2970"/>
              <a:ext cx="26" cy="27"/>
            </a:xfrm>
            <a:custGeom>
              <a:avLst/>
              <a:gdLst>
                <a:gd name="T0" fmla="*/ 244 w 8"/>
                <a:gd name="T1" fmla="*/ 115 h 8"/>
                <a:gd name="T2" fmla="*/ 244 w 8"/>
                <a:gd name="T3" fmla="*/ 115 h 8"/>
                <a:gd name="T4" fmla="*/ 169 w 8"/>
                <a:gd name="T5" fmla="*/ 34 h 8"/>
                <a:gd name="T6" fmla="*/ 75 w 8"/>
                <a:gd name="T7" fmla="*/ 81 h 8"/>
                <a:gd name="T8" fmla="*/ 33 w 8"/>
                <a:gd name="T9" fmla="*/ 230 h 8"/>
                <a:gd name="T10" fmla="*/ 169 w 8"/>
                <a:gd name="T11" fmla="*/ 273 h 8"/>
                <a:gd name="T12" fmla="*/ 244 w 8"/>
                <a:gd name="T13" fmla="*/ 230 h 8"/>
                <a:gd name="T14" fmla="*/ 211 w 8"/>
                <a:gd name="T15" fmla="*/ 0 h 8"/>
                <a:gd name="T16" fmla="*/ 244 w 8"/>
                <a:gd name="T17" fmla="*/ 115 h 8"/>
                <a:gd name="T18" fmla="*/ 75 w 8"/>
                <a:gd name="T19" fmla="*/ 192 h 8"/>
                <a:gd name="T20" fmla="*/ 75 w 8"/>
                <a:gd name="T21" fmla="*/ 115 h 8"/>
                <a:gd name="T22" fmla="*/ 107 w 8"/>
                <a:gd name="T23" fmla="*/ 34 h 8"/>
                <a:gd name="T24" fmla="*/ 244 w 8"/>
                <a:gd name="T25" fmla="*/ 115 h 8"/>
                <a:gd name="T26" fmla="*/ 244 w 8"/>
                <a:gd name="T27" fmla="*/ 159 h 8"/>
                <a:gd name="T28" fmla="*/ 244 w 8"/>
                <a:gd name="T29" fmla="*/ 192 h 8"/>
                <a:gd name="T30" fmla="*/ 75 w 8"/>
                <a:gd name="T31" fmla="*/ 192 h 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0" y="4"/>
                    <a:pt x="1" y="6"/>
                    <a:pt x="1" y="6"/>
                  </a:cubicBezTo>
                  <a:cubicBezTo>
                    <a:pt x="2" y="7"/>
                    <a:pt x="3" y="8"/>
                    <a:pt x="5" y="7"/>
                  </a:cubicBezTo>
                  <a:cubicBezTo>
                    <a:pt x="6" y="7"/>
                    <a:pt x="7" y="6"/>
                    <a:pt x="7" y="6"/>
                  </a:cubicBezTo>
                  <a:cubicBezTo>
                    <a:pt x="8" y="4"/>
                    <a:pt x="8" y="2"/>
                    <a:pt x="6" y="0"/>
                  </a:cubicBezTo>
                  <a:cubicBezTo>
                    <a:pt x="7" y="1"/>
                    <a:pt x="7" y="2"/>
                    <a:pt x="7" y="3"/>
                  </a:cubicBezTo>
                  <a:close/>
                  <a:moveTo>
                    <a:pt x="2" y="5"/>
                  </a:moveTo>
                  <a:cubicBezTo>
                    <a:pt x="2" y="5"/>
                    <a:pt x="1" y="3"/>
                    <a:pt x="2" y="3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4" y="1"/>
                    <a:pt x="6" y="1"/>
                    <a:pt x="7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6" y="6"/>
                    <a:pt x="4" y="6"/>
                    <a:pt x="2" y="5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8" name="Freeform 1130">
              <a:extLst>
                <a:ext uri="{FF2B5EF4-FFF2-40B4-BE49-F238E27FC236}">
                  <a16:creationId xmlns:a16="http://schemas.microsoft.com/office/drawing/2014/main" id="{7A47026E-7DB2-4719-8914-CBD4E3385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083"/>
              <a:ext cx="58" cy="55"/>
            </a:xfrm>
            <a:custGeom>
              <a:avLst/>
              <a:gdLst>
                <a:gd name="T0" fmla="*/ 271 w 18"/>
                <a:gd name="T1" fmla="*/ 0 h 16"/>
                <a:gd name="T2" fmla="*/ 32 w 18"/>
                <a:gd name="T3" fmla="*/ 330 h 16"/>
                <a:gd name="T4" fmla="*/ 103 w 18"/>
                <a:gd name="T5" fmla="*/ 485 h 16"/>
                <a:gd name="T6" fmla="*/ 541 w 18"/>
                <a:gd name="T7" fmla="*/ 485 h 16"/>
                <a:gd name="T8" fmla="*/ 603 w 18"/>
                <a:gd name="T9" fmla="*/ 330 h 16"/>
                <a:gd name="T10" fmla="*/ 541 w 18"/>
                <a:gd name="T11" fmla="*/ 165 h 16"/>
                <a:gd name="T12" fmla="*/ 435 w 18"/>
                <a:gd name="T13" fmla="*/ 117 h 16"/>
                <a:gd name="T14" fmla="*/ 364 w 18"/>
                <a:gd name="T15" fmla="*/ 0 h 16"/>
                <a:gd name="T16" fmla="*/ 271 w 18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6">
                  <a:moveTo>
                    <a:pt x="8" y="0"/>
                  </a:moveTo>
                  <a:cubicBezTo>
                    <a:pt x="5" y="2"/>
                    <a:pt x="2" y="5"/>
                    <a:pt x="1" y="8"/>
                  </a:cubicBezTo>
                  <a:cubicBezTo>
                    <a:pt x="0" y="10"/>
                    <a:pt x="1" y="12"/>
                    <a:pt x="3" y="12"/>
                  </a:cubicBezTo>
                  <a:cubicBezTo>
                    <a:pt x="4" y="13"/>
                    <a:pt x="13" y="16"/>
                    <a:pt x="16" y="12"/>
                  </a:cubicBezTo>
                  <a:cubicBezTo>
                    <a:pt x="17" y="10"/>
                    <a:pt x="18" y="9"/>
                    <a:pt x="18" y="8"/>
                  </a:cubicBezTo>
                  <a:cubicBezTo>
                    <a:pt x="18" y="6"/>
                    <a:pt x="17" y="5"/>
                    <a:pt x="16" y="4"/>
                  </a:cubicBezTo>
                  <a:cubicBezTo>
                    <a:pt x="15" y="3"/>
                    <a:pt x="14" y="3"/>
                    <a:pt x="13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9" name="Freeform 1131">
              <a:extLst>
                <a:ext uri="{FF2B5EF4-FFF2-40B4-BE49-F238E27FC236}">
                  <a16:creationId xmlns:a16="http://schemas.microsoft.com/office/drawing/2014/main" id="{3695A5E0-B9B4-4448-875B-DEC5FD726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59"/>
              <a:ext cx="42" cy="41"/>
            </a:xfrm>
            <a:custGeom>
              <a:avLst/>
              <a:gdLst>
                <a:gd name="T0" fmla="*/ 61 w 13"/>
                <a:gd name="T1" fmla="*/ 82 h 12"/>
                <a:gd name="T2" fmla="*/ 103 w 13"/>
                <a:gd name="T3" fmla="*/ 362 h 12"/>
                <a:gd name="T4" fmla="*/ 407 w 13"/>
                <a:gd name="T5" fmla="*/ 396 h 12"/>
                <a:gd name="T6" fmla="*/ 439 w 13"/>
                <a:gd name="T7" fmla="*/ 314 h 12"/>
                <a:gd name="T8" fmla="*/ 439 w 13"/>
                <a:gd name="T9" fmla="*/ 280 h 12"/>
                <a:gd name="T10" fmla="*/ 439 w 13"/>
                <a:gd name="T11" fmla="*/ 280 h 12"/>
                <a:gd name="T12" fmla="*/ 439 w 13"/>
                <a:gd name="T13" fmla="*/ 246 h 12"/>
                <a:gd name="T14" fmla="*/ 197 w 13"/>
                <a:gd name="T15" fmla="*/ 0 h 12"/>
                <a:gd name="T16" fmla="*/ 61 w 13"/>
                <a:gd name="T17" fmla="*/ 8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2">
                  <a:moveTo>
                    <a:pt x="2" y="2"/>
                  </a:moveTo>
                  <a:cubicBezTo>
                    <a:pt x="0" y="5"/>
                    <a:pt x="1" y="7"/>
                    <a:pt x="3" y="9"/>
                  </a:cubicBezTo>
                  <a:cubicBezTo>
                    <a:pt x="5" y="11"/>
                    <a:pt x="9" y="12"/>
                    <a:pt x="12" y="10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3" y="8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6"/>
                    <a:pt x="11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0" name="Freeform 1132">
              <a:extLst>
                <a:ext uri="{FF2B5EF4-FFF2-40B4-BE49-F238E27FC236}">
                  <a16:creationId xmlns:a16="http://schemas.microsoft.com/office/drawing/2014/main" id="{9E62BC8E-4839-4961-8DB3-4144B60E7A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9" y="2994"/>
              <a:ext cx="35" cy="24"/>
            </a:xfrm>
            <a:custGeom>
              <a:avLst/>
              <a:gdLst>
                <a:gd name="T0" fmla="*/ 102 w 11"/>
                <a:gd name="T1" fmla="*/ 34 h 7"/>
                <a:gd name="T2" fmla="*/ 0 w 11"/>
                <a:gd name="T3" fmla="*/ 165 h 7"/>
                <a:gd name="T4" fmla="*/ 0 w 11"/>
                <a:gd name="T5" fmla="*/ 165 h 7"/>
                <a:gd name="T6" fmla="*/ 130 w 11"/>
                <a:gd name="T7" fmla="*/ 281 h 7"/>
                <a:gd name="T8" fmla="*/ 162 w 11"/>
                <a:gd name="T9" fmla="*/ 281 h 7"/>
                <a:gd name="T10" fmla="*/ 293 w 11"/>
                <a:gd name="T11" fmla="*/ 199 h 7"/>
                <a:gd name="T12" fmla="*/ 353 w 11"/>
                <a:gd name="T13" fmla="*/ 82 h 7"/>
                <a:gd name="T14" fmla="*/ 255 w 11"/>
                <a:gd name="T15" fmla="*/ 0 h 7"/>
                <a:gd name="T16" fmla="*/ 162 w 11"/>
                <a:gd name="T17" fmla="*/ 0 h 7"/>
                <a:gd name="T18" fmla="*/ 102 w 11"/>
                <a:gd name="T19" fmla="*/ 34 h 7"/>
                <a:gd name="T20" fmla="*/ 162 w 11"/>
                <a:gd name="T21" fmla="*/ 199 h 7"/>
                <a:gd name="T22" fmla="*/ 162 w 11"/>
                <a:gd name="T23" fmla="*/ 199 h 7"/>
                <a:gd name="T24" fmla="*/ 162 w 11"/>
                <a:gd name="T25" fmla="*/ 199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7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1" y="5"/>
                    <a:pt x="11" y="3"/>
                    <a:pt x="11" y="2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lose/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1" name="Freeform 1133">
              <a:extLst>
                <a:ext uri="{FF2B5EF4-FFF2-40B4-BE49-F238E27FC236}">
                  <a16:creationId xmlns:a16="http://schemas.microsoft.com/office/drawing/2014/main" id="{29F5268F-E62C-4FEB-B2A0-280F1DDCF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966"/>
              <a:ext cx="23" cy="21"/>
            </a:xfrm>
            <a:custGeom>
              <a:avLst/>
              <a:gdLst>
                <a:gd name="T0" fmla="*/ 33 w 7"/>
                <a:gd name="T1" fmla="*/ 137 h 6"/>
                <a:gd name="T2" fmla="*/ 0 w 7"/>
                <a:gd name="T3" fmla="*/ 221 h 6"/>
                <a:gd name="T4" fmla="*/ 76 w 7"/>
                <a:gd name="T5" fmla="*/ 137 h 6"/>
                <a:gd name="T6" fmla="*/ 174 w 7"/>
                <a:gd name="T7" fmla="*/ 137 h 6"/>
                <a:gd name="T8" fmla="*/ 217 w 7"/>
                <a:gd name="T9" fmla="*/ 259 h 6"/>
                <a:gd name="T10" fmla="*/ 250 w 7"/>
                <a:gd name="T11" fmla="*/ 172 h 6"/>
                <a:gd name="T12" fmla="*/ 141 w 7"/>
                <a:gd name="T13" fmla="*/ 49 h 6"/>
                <a:gd name="T14" fmla="*/ 33 w 7"/>
                <a:gd name="T15" fmla="*/ 13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4" y="3"/>
                    <a:pt x="5" y="3"/>
                  </a:cubicBezTo>
                  <a:cubicBezTo>
                    <a:pt x="6" y="4"/>
                    <a:pt x="7" y="5"/>
                    <a:pt x="6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2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2" name="Freeform 1134">
              <a:extLst>
                <a:ext uri="{FF2B5EF4-FFF2-40B4-BE49-F238E27FC236}">
                  <a16:creationId xmlns:a16="http://schemas.microsoft.com/office/drawing/2014/main" id="{81C465B9-BBAA-41B3-B8BE-FB6437FF3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021"/>
              <a:ext cx="41" cy="52"/>
            </a:xfrm>
            <a:custGeom>
              <a:avLst/>
              <a:gdLst>
                <a:gd name="T0" fmla="*/ 129 w 13"/>
                <a:gd name="T1" fmla="*/ 35 h 15"/>
                <a:gd name="T2" fmla="*/ 0 w 13"/>
                <a:gd name="T3" fmla="*/ 336 h 15"/>
                <a:gd name="T4" fmla="*/ 129 w 13"/>
                <a:gd name="T5" fmla="*/ 589 h 15"/>
                <a:gd name="T6" fmla="*/ 347 w 13"/>
                <a:gd name="T7" fmla="*/ 506 h 15"/>
                <a:gd name="T8" fmla="*/ 407 w 13"/>
                <a:gd name="T9" fmla="*/ 288 h 15"/>
                <a:gd name="T10" fmla="*/ 378 w 13"/>
                <a:gd name="T11" fmla="*/ 205 h 15"/>
                <a:gd name="T12" fmla="*/ 378 w 13"/>
                <a:gd name="T13" fmla="*/ 170 h 15"/>
                <a:gd name="T14" fmla="*/ 347 w 13"/>
                <a:gd name="T15" fmla="*/ 83 h 15"/>
                <a:gd name="T16" fmla="*/ 129 w 13"/>
                <a:gd name="T17" fmla="*/ 3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4" y="1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1" y="11"/>
                    <a:pt x="2" y="13"/>
                    <a:pt x="4" y="14"/>
                  </a:cubicBezTo>
                  <a:cubicBezTo>
                    <a:pt x="7" y="15"/>
                    <a:pt x="10" y="14"/>
                    <a:pt x="11" y="12"/>
                  </a:cubicBezTo>
                  <a:cubicBezTo>
                    <a:pt x="12" y="10"/>
                    <a:pt x="13" y="9"/>
                    <a:pt x="13" y="7"/>
                  </a:cubicBezTo>
                  <a:cubicBezTo>
                    <a:pt x="13" y="6"/>
                    <a:pt x="12" y="6"/>
                    <a:pt x="12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3" name="Freeform 1135">
              <a:extLst>
                <a:ext uri="{FF2B5EF4-FFF2-40B4-BE49-F238E27FC236}">
                  <a16:creationId xmlns:a16="http://schemas.microsoft.com/office/drawing/2014/main" id="{76AA2121-A76C-4801-992A-95EEC2622F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0" y="3121"/>
              <a:ext cx="22" cy="24"/>
            </a:xfrm>
            <a:custGeom>
              <a:avLst/>
              <a:gdLst>
                <a:gd name="T0" fmla="*/ 28 w 7"/>
                <a:gd name="T1" fmla="*/ 82 h 7"/>
                <a:gd name="T2" fmla="*/ 0 w 7"/>
                <a:gd name="T3" fmla="*/ 117 h 7"/>
                <a:gd name="T4" fmla="*/ 0 w 7"/>
                <a:gd name="T5" fmla="*/ 165 h 7"/>
                <a:gd name="T6" fmla="*/ 129 w 7"/>
                <a:gd name="T7" fmla="*/ 199 h 7"/>
                <a:gd name="T8" fmla="*/ 189 w 7"/>
                <a:gd name="T9" fmla="*/ 117 h 7"/>
                <a:gd name="T10" fmla="*/ 157 w 7"/>
                <a:gd name="T11" fmla="*/ 82 h 7"/>
                <a:gd name="T12" fmla="*/ 129 w 7"/>
                <a:gd name="T13" fmla="*/ 34 h 7"/>
                <a:gd name="T14" fmla="*/ 28 w 7"/>
                <a:gd name="T15" fmla="*/ 82 h 7"/>
                <a:gd name="T16" fmla="*/ 189 w 7"/>
                <a:gd name="T17" fmla="*/ 82 h 7"/>
                <a:gd name="T18" fmla="*/ 189 w 7"/>
                <a:gd name="T19" fmla="*/ 117 h 7"/>
                <a:gd name="T20" fmla="*/ 189 w 7"/>
                <a:gd name="T21" fmla="*/ 165 h 7"/>
                <a:gd name="T22" fmla="*/ 157 w 7"/>
                <a:gd name="T23" fmla="*/ 247 h 7"/>
                <a:gd name="T24" fmla="*/ 88 w 7"/>
                <a:gd name="T25" fmla="*/ 281 h 7"/>
                <a:gd name="T26" fmla="*/ 189 w 7"/>
                <a:gd name="T27" fmla="*/ 247 h 7"/>
                <a:gd name="T28" fmla="*/ 189 w 7"/>
                <a:gd name="T29" fmla="*/ 117 h 7"/>
                <a:gd name="T30" fmla="*/ 189 w 7"/>
                <a:gd name="T31" fmla="*/ 34 h 7"/>
                <a:gd name="T32" fmla="*/ 189 w 7"/>
                <a:gd name="T33" fmla="*/ 82 h 7"/>
                <a:gd name="T34" fmla="*/ 28 w 7"/>
                <a:gd name="T35" fmla="*/ 199 h 7"/>
                <a:gd name="T36" fmla="*/ 0 w 7"/>
                <a:gd name="T37" fmla="*/ 165 h 7"/>
                <a:gd name="T38" fmla="*/ 0 w 7"/>
                <a:gd name="T39" fmla="*/ 117 h 7"/>
                <a:gd name="T40" fmla="*/ 28 w 7"/>
                <a:gd name="T41" fmla="*/ 199 h 7"/>
                <a:gd name="T42" fmla="*/ 88 w 7"/>
                <a:gd name="T43" fmla="*/ 281 h 7"/>
                <a:gd name="T44" fmla="*/ 60 w 7"/>
                <a:gd name="T45" fmla="*/ 281 h 7"/>
                <a:gd name="T46" fmla="*/ 88 w 7"/>
                <a:gd name="T47" fmla="*/ 281 h 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5"/>
                    <a:pt x="3" y="6"/>
                    <a:pt x="4" y="5"/>
                  </a:cubicBezTo>
                  <a:cubicBezTo>
                    <a:pt x="5" y="5"/>
                    <a:pt x="5" y="4"/>
                    <a:pt x="6" y="3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lose/>
                  <a:moveTo>
                    <a:pt x="6" y="2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5"/>
                    <a:pt x="5" y="6"/>
                  </a:cubicBezTo>
                  <a:cubicBezTo>
                    <a:pt x="4" y="6"/>
                    <a:pt x="4" y="7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ubicBezTo>
                    <a:pt x="7" y="5"/>
                    <a:pt x="7" y="4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lose/>
                  <a:moveTo>
                    <a:pt x="1" y="5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lnTo>
                    <a:pt x="1" y="5"/>
                  </a:lnTo>
                  <a:close/>
                  <a:moveTo>
                    <a:pt x="3" y="7"/>
                  </a:moveTo>
                  <a:cubicBezTo>
                    <a:pt x="3" y="7"/>
                    <a:pt x="2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4" name="Freeform 1136">
              <a:extLst>
                <a:ext uri="{FF2B5EF4-FFF2-40B4-BE49-F238E27FC236}">
                  <a16:creationId xmlns:a16="http://schemas.microsoft.com/office/drawing/2014/main" id="{6AD7F1E4-9A8F-44F9-9118-1EED7BED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942"/>
              <a:ext cx="26" cy="24"/>
            </a:xfrm>
            <a:custGeom>
              <a:avLst/>
              <a:gdLst>
                <a:gd name="T0" fmla="*/ 169 w 8"/>
                <a:gd name="T1" fmla="*/ 165 h 7"/>
                <a:gd name="T2" fmla="*/ 0 w 8"/>
                <a:gd name="T3" fmla="*/ 199 h 7"/>
                <a:gd name="T4" fmla="*/ 107 w 8"/>
                <a:gd name="T5" fmla="*/ 247 h 7"/>
                <a:gd name="T6" fmla="*/ 244 w 8"/>
                <a:gd name="T7" fmla="*/ 199 h 7"/>
                <a:gd name="T8" fmla="*/ 169 w 8"/>
                <a:gd name="T9" fmla="*/ 0 h 7"/>
                <a:gd name="T10" fmla="*/ 137 w 8"/>
                <a:gd name="T11" fmla="*/ 0 h 7"/>
                <a:gd name="T12" fmla="*/ 169 w 8"/>
                <a:gd name="T13" fmla="*/ 165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5" y="4"/>
                  </a:moveTo>
                  <a:cubicBezTo>
                    <a:pt x="4" y="5"/>
                    <a:pt x="2" y="5"/>
                    <a:pt x="0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7"/>
                    <a:pt x="6" y="6"/>
                    <a:pt x="7" y="5"/>
                  </a:cubicBezTo>
                  <a:cubicBezTo>
                    <a:pt x="8" y="3"/>
                    <a:pt x="6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1"/>
                    <a:pt x="6" y="2"/>
                    <a:pt x="5" y="4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5" name="Freeform 1137">
              <a:extLst>
                <a:ext uri="{FF2B5EF4-FFF2-40B4-BE49-F238E27FC236}">
                  <a16:creationId xmlns:a16="http://schemas.microsoft.com/office/drawing/2014/main" id="{AAFD5592-581F-48A8-83D1-24583D6068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3042"/>
              <a:ext cx="29" cy="37"/>
            </a:xfrm>
            <a:custGeom>
              <a:avLst/>
              <a:gdLst>
                <a:gd name="T0" fmla="*/ 32 w 9"/>
                <a:gd name="T1" fmla="*/ 81 h 11"/>
                <a:gd name="T2" fmla="*/ 32 w 9"/>
                <a:gd name="T3" fmla="*/ 148 h 11"/>
                <a:gd name="T4" fmla="*/ 32 w 9"/>
                <a:gd name="T5" fmla="*/ 148 h 11"/>
                <a:gd name="T6" fmla="*/ 0 w 9"/>
                <a:gd name="T7" fmla="*/ 192 h 11"/>
                <a:gd name="T8" fmla="*/ 0 w 9"/>
                <a:gd name="T9" fmla="*/ 192 h 11"/>
                <a:gd name="T10" fmla="*/ 32 w 9"/>
                <a:gd name="T11" fmla="*/ 306 h 11"/>
                <a:gd name="T12" fmla="*/ 61 w 9"/>
                <a:gd name="T13" fmla="*/ 306 h 11"/>
                <a:gd name="T14" fmla="*/ 168 w 9"/>
                <a:gd name="T15" fmla="*/ 417 h 11"/>
                <a:gd name="T16" fmla="*/ 271 w 9"/>
                <a:gd name="T17" fmla="*/ 383 h 11"/>
                <a:gd name="T18" fmla="*/ 300 w 9"/>
                <a:gd name="T19" fmla="*/ 272 h 11"/>
                <a:gd name="T20" fmla="*/ 197 w 9"/>
                <a:gd name="T21" fmla="*/ 34 h 11"/>
                <a:gd name="T22" fmla="*/ 32 w 9"/>
                <a:gd name="T23" fmla="*/ 81 h 11"/>
                <a:gd name="T24" fmla="*/ 61 w 9"/>
                <a:gd name="T25" fmla="*/ 225 h 11"/>
                <a:gd name="T26" fmla="*/ 32 w 9"/>
                <a:gd name="T27" fmla="*/ 192 h 11"/>
                <a:gd name="T28" fmla="*/ 61 w 9"/>
                <a:gd name="T29" fmla="*/ 225 h 11"/>
                <a:gd name="T30" fmla="*/ 61 w 9"/>
                <a:gd name="T31" fmla="*/ 225 h 11"/>
                <a:gd name="T32" fmla="*/ 135 w 9"/>
                <a:gd name="T33" fmla="*/ 192 h 11"/>
                <a:gd name="T34" fmla="*/ 197 w 9"/>
                <a:gd name="T35" fmla="*/ 148 h 11"/>
                <a:gd name="T36" fmla="*/ 238 w 9"/>
                <a:gd name="T37" fmla="*/ 225 h 11"/>
                <a:gd name="T38" fmla="*/ 197 w 9"/>
                <a:gd name="T39" fmla="*/ 225 h 11"/>
                <a:gd name="T40" fmla="*/ 197 w 9"/>
                <a:gd name="T41" fmla="*/ 272 h 11"/>
                <a:gd name="T42" fmla="*/ 103 w 9"/>
                <a:gd name="T43" fmla="*/ 272 h 11"/>
                <a:gd name="T44" fmla="*/ 135 w 9"/>
                <a:gd name="T45" fmla="*/ 192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" h="11">
                  <a:moveTo>
                    <a:pt x="1" y="2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7" y="11"/>
                    <a:pt x="8" y="10"/>
                  </a:cubicBezTo>
                  <a:cubicBezTo>
                    <a:pt x="9" y="10"/>
                    <a:pt x="9" y="9"/>
                    <a:pt x="9" y="7"/>
                  </a:cubicBezTo>
                  <a:cubicBezTo>
                    <a:pt x="9" y="6"/>
                    <a:pt x="8" y="3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lose/>
                  <a:moveTo>
                    <a:pt x="2" y="6"/>
                  </a:moveTo>
                  <a:cubicBezTo>
                    <a:pt x="1" y="6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lose/>
                  <a:moveTo>
                    <a:pt x="4" y="5"/>
                  </a:moveTo>
                  <a:cubicBezTo>
                    <a:pt x="5" y="4"/>
                    <a:pt x="5" y="4"/>
                    <a:pt x="6" y="4"/>
                  </a:cubicBezTo>
                  <a:cubicBezTo>
                    <a:pt x="6" y="5"/>
                    <a:pt x="7" y="5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8"/>
                    <a:pt x="4" y="7"/>
                    <a:pt x="3" y="7"/>
                  </a:cubicBezTo>
                  <a:cubicBezTo>
                    <a:pt x="3" y="6"/>
                    <a:pt x="3" y="5"/>
                    <a:pt x="4" y="5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6" name="Freeform 1138">
              <a:extLst>
                <a:ext uri="{FF2B5EF4-FFF2-40B4-BE49-F238E27FC236}">
                  <a16:creationId xmlns:a16="http://schemas.microsoft.com/office/drawing/2014/main" id="{7DE7C67A-EB7A-42DD-BEDD-DF826E7EF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990"/>
              <a:ext cx="25" cy="28"/>
            </a:xfrm>
            <a:custGeom>
              <a:avLst/>
              <a:gdLst>
                <a:gd name="T0" fmla="*/ 88 w 8"/>
                <a:gd name="T1" fmla="*/ 88 h 8"/>
                <a:gd name="T2" fmla="*/ 0 w 8"/>
                <a:gd name="T3" fmla="*/ 259 h 8"/>
                <a:gd name="T4" fmla="*/ 156 w 8"/>
                <a:gd name="T5" fmla="*/ 221 h 8"/>
                <a:gd name="T6" fmla="*/ 184 w 8"/>
                <a:gd name="T7" fmla="*/ 343 h 8"/>
                <a:gd name="T8" fmla="*/ 216 w 8"/>
                <a:gd name="T9" fmla="*/ 308 h 8"/>
                <a:gd name="T10" fmla="*/ 184 w 8"/>
                <a:gd name="T11" fmla="*/ 88 h 8"/>
                <a:gd name="T12" fmla="*/ 88 w 8"/>
                <a:gd name="T13" fmla="*/ 8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3" y="4"/>
                    <a:pt x="5" y="5"/>
                  </a:cubicBezTo>
                  <a:cubicBezTo>
                    <a:pt x="6" y="6"/>
                    <a:pt x="7" y="7"/>
                    <a:pt x="6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5"/>
                    <a:pt x="8" y="3"/>
                    <a:pt x="6" y="2"/>
                  </a:cubicBezTo>
                  <a:cubicBezTo>
                    <a:pt x="5" y="1"/>
                    <a:pt x="4" y="0"/>
                    <a:pt x="3" y="2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7" name="Freeform 1139">
              <a:extLst>
                <a:ext uri="{FF2B5EF4-FFF2-40B4-BE49-F238E27FC236}">
                  <a16:creationId xmlns:a16="http://schemas.microsoft.com/office/drawing/2014/main" id="{91C551EE-4B25-4BFF-8B3C-1005D45DE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77"/>
              <a:ext cx="26" cy="31"/>
            </a:xfrm>
            <a:custGeom>
              <a:avLst/>
              <a:gdLst>
                <a:gd name="T0" fmla="*/ 137 w 8"/>
                <a:gd name="T1" fmla="*/ 0 h 9"/>
                <a:gd name="T2" fmla="*/ 0 w 8"/>
                <a:gd name="T3" fmla="*/ 34 h 9"/>
                <a:gd name="T4" fmla="*/ 169 w 8"/>
                <a:gd name="T5" fmla="*/ 117 h 9"/>
                <a:gd name="T6" fmla="*/ 169 w 8"/>
                <a:gd name="T7" fmla="*/ 248 h 9"/>
                <a:gd name="T8" fmla="*/ 137 w 8"/>
                <a:gd name="T9" fmla="*/ 248 h 9"/>
                <a:gd name="T10" fmla="*/ 75 w 8"/>
                <a:gd name="T11" fmla="*/ 203 h 9"/>
                <a:gd name="T12" fmla="*/ 33 w 8"/>
                <a:gd name="T13" fmla="*/ 117 h 9"/>
                <a:gd name="T14" fmla="*/ 75 w 8"/>
                <a:gd name="T15" fmla="*/ 331 h 9"/>
                <a:gd name="T16" fmla="*/ 211 w 8"/>
                <a:gd name="T17" fmla="*/ 286 h 9"/>
                <a:gd name="T18" fmla="*/ 211 w 8"/>
                <a:gd name="T19" fmla="*/ 34 h 9"/>
                <a:gd name="T20" fmla="*/ 137 w 8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5" y="1"/>
                    <a:pt x="5" y="3"/>
                  </a:cubicBezTo>
                  <a:cubicBezTo>
                    <a:pt x="6" y="4"/>
                    <a:pt x="6" y="5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6"/>
                    <a:pt x="2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0" y="5"/>
                    <a:pt x="1" y="7"/>
                    <a:pt x="2" y="8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8" y="5"/>
                    <a:pt x="8" y="3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8" name="Freeform 1140">
              <a:extLst>
                <a:ext uri="{FF2B5EF4-FFF2-40B4-BE49-F238E27FC236}">
                  <a16:creationId xmlns:a16="http://schemas.microsoft.com/office/drawing/2014/main" id="{C4B0106E-95C9-4078-9029-1162938BD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994"/>
              <a:ext cx="32" cy="31"/>
            </a:xfrm>
            <a:custGeom>
              <a:avLst/>
              <a:gdLst>
                <a:gd name="T0" fmla="*/ 163 w 10"/>
                <a:gd name="T1" fmla="*/ 34 h 9"/>
                <a:gd name="T2" fmla="*/ 32 w 10"/>
                <a:gd name="T3" fmla="*/ 117 h 9"/>
                <a:gd name="T4" fmla="*/ 0 w 10"/>
                <a:gd name="T5" fmla="*/ 248 h 9"/>
                <a:gd name="T6" fmla="*/ 61 w 10"/>
                <a:gd name="T7" fmla="*/ 331 h 9"/>
                <a:gd name="T8" fmla="*/ 224 w 10"/>
                <a:gd name="T9" fmla="*/ 331 h 9"/>
                <a:gd name="T10" fmla="*/ 326 w 10"/>
                <a:gd name="T11" fmla="*/ 117 h 9"/>
                <a:gd name="T12" fmla="*/ 266 w 10"/>
                <a:gd name="T13" fmla="*/ 0 h 9"/>
                <a:gd name="T14" fmla="*/ 163 w 10"/>
                <a:gd name="T15" fmla="*/ 34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9">
                  <a:moveTo>
                    <a:pt x="5" y="1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1" y="7"/>
                    <a:pt x="2" y="8"/>
                  </a:cubicBezTo>
                  <a:cubicBezTo>
                    <a:pt x="4" y="9"/>
                    <a:pt x="6" y="9"/>
                    <a:pt x="7" y="8"/>
                  </a:cubicBezTo>
                  <a:cubicBezTo>
                    <a:pt x="8" y="8"/>
                    <a:pt x="10" y="7"/>
                    <a:pt x="10" y="3"/>
                  </a:cubicBezTo>
                  <a:cubicBezTo>
                    <a:pt x="10" y="2"/>
                    <a:pt x="9" y="0"/>
                    <a:pt x="8" y="0"/>
                  </a:cubicBezTo>
                  <a:cubicBezTo>
                    <a:pt x="7" y="0"/>
                    <a:pt x="6" y="1"/>
                    <a:pt x="5" y="1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9" name="Freeform 1141">
              <a:extLst>
                <a:ext uri="{FF2B5EF4-FFF2-40B4-BE49-F238E27FC236}">
                  <a16:creationId xmlns:a16="http://schemas.microsoft.com/office/drawing/2014/main" id="{1815715A-B001-4306-AC25-DC4A6502A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093"/>
              <a:ext cx="29" cy="28"/>
            </a:xfrm>
            <a:custGeom>
              <a:avLst/>
              <a:gdLst>
                <a:gd name="T0" fmla="*/ 103 w 9"/>
                <a:gd name="T1" fmla="*/ 49 h 8"/>
                <a:gd name="T2" fmla="*/ 32 w 9"/>
                <a:gd name="T3" fmla="*/ 49 h 8"/>
                <a:gd name="T4" fmla="*/ 32 w 9"/>
                <a:gd name="T5" fmla="*/ 259 h 8"/>
                <a:gd name="T6" fmla="*/ 168 w 9"/>
                <a:gd name="T7" fmla="*/ 308 h 8"/>
                <a:gd name="T8" fmla="*/ 271 w 9"/>
                <a:gd name="T9" fmla="*/ 221 h 8"/>
                <a:gd name="T10" fmla="*/ 271 w 9"/>
                <a:gd name="T11" fmla="*/ 137 h 8"/>
                <a:gd name="T12" fmla="*/ 197 w 9"/>
                <a:gd name="T13" fmla="*/ 0 h 8"/>
                <a:gd name="T14" fmla="*/ 103 w 9"/>
                <a:gd name="T15" fmla="*/ 49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8">
                  <a:moveTo>
                    <a:pt x="3" y="1"/>
                  </a:moveTo>
                  <a:cubicBezTo>
                    <a:pt x="3" y="1"/>
                    <a:pt x="2" y="1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8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0" name="Freeform 1142">
              <a:extLst>
                <a:ext uri="{FF2B5EF4-FFF2-40B4-BE49-F238E27FC236}">
                  <a16:creationId xmlns:a16="http://schemas.microsoft.com/office/drawing/2014/main" id="{01C9D521-16D0-4FD1-A03F-044FE47CA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025"/>
              <a:ext cx="29" cy="34"/>
            </a:xfrm>
            <a:custGeom>
              <a:avLst/>
              <a:gdLst>
                <a:gd name="T0" fmla="*/ 32 w 9"/>
                <a:gd name="T1" fmla="*/ 82 h 10"/>
                <a:gd name="T2" fmla="*/ 0 w 9"/>
                <a:gd name="T3" fmla="*/ 197 h 10"/>
                <a:gd name="T4" fmla="*/ 0 w 9"/>
                <a:gd name="T5" fmla="*/ 231 h 10"/>
                <a:gd name="T6" fmla="*/ 103 w 9"/>
                <a:gd name="T7" fmla="*/ 82 h 10"/>
                <a:gd name="T8" fmla="*/ 197 w 9"/>
                <a:gd name="T9" fmla="*/ 163 h 10"/>
                <a:gd name="T10" fmla="*/ 238 w 9"/>
                <a:gd name="T11" fmla="*/ 197 h 10"/>
                <a:gd name="T12" fmla="*/ 197 w 9"/>
                <a:gd name="T13" fmla="*/ 231 h 10"/>
                <a:gd name="T14" fmla="*/ 135 w 9"/>
                <a:gd name="T15" fmla="*/ 231 h 10"/>
                <a:gd name="T16" fmla="*/ 103 w 9"/>
                <a:gd name="T17" fmla="*/ 231 h 10"/>
                <a:gd name="T18" fmla="*/ 61 w 9"/>
                <a:gd name="T19" fmla="*/ 197 h 10"/>
                <a:gd name="T20" fmla="*/ 103 w 9"/>
                <a:gd name="T21" fmla="*/ 163 h 10"/>
                <a:gd name="T22" fmla="*/ 103 w 9"/>
                <a:gd name="T23" fmla="*/ 313 h 10"/>
                <a:gd name="T24" fmla="*/ 238 w 9"/>
                <a:gd name="T25" fmla="*/ 313 h 10"/>
                <a:gd name="T26" fmla="*/ 271 w 9"/>
                <a:gd name="T27" fmla="*/ 116 h 10"/>
                <a:gd name="T28" fmla="*/ 271 w 9"/>
                <a:gd name="T29" fmla="*/ 82 h 10"/>
                <a:gd name="T30" fmla="*/ 135 w 9"/>
                <a:gd name="T31" fmla="*/ 0 h 10"/>
                <a:gd name="T32" fmla="*/ 32 w 9"/>
                <a:gd name="T33" fmla="*/ 82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10">
                  <a:moveTo>
                    <a:pt x="1" y="2"/>
                  </a:moveTo>
                  <a:cubicBezTo>
                    <a:pt x="0" y="3"/>
                    <a:pt x="0" y="3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2"/>
                    <a:pt x="3" y="2"/>
                  </a:cubicBezTo>
                  <a:cubicBezTo>
                    <a:pt x="4" y="2"/>
                    <a:pt x="6" y="3"/>
                    <a:pt x="6" y="4"/>
                  </a:cubicBezTo>
                  <a:cubicBezTo>
                    <a:pt x="6" y="4"/>
                    <a:pt x="7" y="5"/>
                    <a:pt x="7" y="5"/>
                  </a:cubicBezTo>
                  <a:cubicBezTo>
                    <a:pt x="7" y="5"/>
                    <a:pt x="6" y="6"/>
                    <a:pt x="6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3" y="6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2" y="5"/>
                    <a:pt x="2" y="7"/>
                    <a:pt x="3" y="8"/>
                  </a:cubicBezTo>
                  <a:cubicBezTo>
                    <a:pt x="4" y="10"/>
                    <a:pt x="6" y="9"/>
                    <a:pt x="7" y="8"/>
                  </a:cubicBezTo>
                  <a:cubicBezTo>
                    <a:pt x="9" y="7"/>
                    <a:pt x="9" y="5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1" name="Freeform 1143">
              <a:extLst>
                <a:ext uri="{FF2B5EF4-FFF2-40B4-BE49-F238E27FC236}">
                  <a16:creationId xmlns:a16="http://schemas.microsoft.com/office/drawing/2014/main" id="{6AF5707F-ADA7-4D33-A5FC-5411EE94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100"/>
              <a:ext cx="22" cy="27"/>
            </a:xfrm>
            <a:custGeom>
              <a:avLst/>
              <a:gdLst>
                <a:gd name="T0" fmla="*/ 0 w 7"/>
                <a:gd name="T1" fmla="*/ 34 h 8"/>
                <a:gd name="T2" fmla="*/ 0 w 7"/>
                <a:gd name="T3" fmla="*/ 115 h 8"/>
                <a:gd name="T4" fmla="*/ 28 w 7"/>
                <a:gd name="T5" fmla="*/ 192 h 8"/>
                <a:gd name="T6" fmla="*/ 28 w 7"/>
                <a:gd name="T7" fmla="*/ 273 h 8"/>
                <a:gd name="T8" fmla="*/ 157 w 7"/>
                <a:gd name="T9" fmla="*/ 307 h 8"/>
                <a:gd name="T10" fmla="*/ 157 w 7"/>
                <a:gd name="T11" fmla="*/ 273 h 8"/>
                <a:gd name="T12" fmla="*/ 217 w 7"/>
                <a:gd name="T13" fmla="*/ 192 h 8"/>
                <a:gd name="T14" fmla="*/ 217 w 7"/>
                <a:gd name="T15" fmla="*/ 192 h 8"/>
                <a:gd name="T16" fmla="*/ 217 w 7"/>
                <a:gd name="T17" fmla="*/ 192 h 8"/>
                <a:gd name="T18" fmla="*/ 217 w 7"/>
                <a:gd name="T19" fmla="*/ 192 h 8"/>
                <a:gd name="T20" fmla="*/ 217 w 7"/>
                <a:gd name="T21" fmla="*/ 192 h 8"/>
                <a:gd name="T22" fmla="*/ 217 w 7"/>
                <a:gd name="T23" fmla="*/ 159 h 8"/>
                <a:gd name="T24" fmla="*/ 189 w 7"/>
                <a:gd name="T25" fmla="*/ 115 h 8"/>
                <a:gd name="T26" fmla="*/ 157 w 7"/>
                <a:gd name="T27" fmla="*/ 34 h 8"/>
                <a:gd name="T28" fmla="*/ 0 w 7"/>
                <a:gd name="T29" fmla="*/ 3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2" y="8"/>
                    <a:pt x="3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3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2" name="Freeform 1144">
              <a:extLst>
                <a:ext uri="{FF2B5EF4-FFF2-40B4-BE49-F238E27FC236}">
                  <a16:creationId xmlns:a16="http://schemas.microsoft.com/office/drawing/2014/main" id="{E54F2CAC-D3D2-455E-BE9A-12710127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3083"/>
              <a:ext cx="26" cy="27"/>
            </a:xfrm>
            <a:custGeom>
              <a:avLst/>
              <a:gdLst>
                <a:gd name="T0" fmla="*/ 33 w 8"/>
                <a:gd name="T1" fmla="*/ 115 h 8"/>
                <a:gd name="T2" fmla="*/ 0 w 8"/>
                <a:gd name="T3" fmla="*/ 115 h 8"/>
                <a:gd name="T4" fmla="*/ 75 w 8"/>
                <a:gd name="T5" fmla="*/ 230 h 8"/>
                <a:gd name="T6" fmla="*/ 169 w 8"/>
                <a:gd name="T7" fmla="*/ 273 h 8"/>
                <a:gd name="T8" fmla="*/ 276 w 8"/>
                <a:gd name="T9" fmla="*/ 159 h 8"/>
                <a:gd name="T10" fmla="*/ 137 w 8"/>
                <a:gd name="T11" fmla="*/ 0 h 8"/>
                <a:gd name="T12" fmla="*/ 33 w 8"/>
                <a:gd name="T13" fmla="*/ 11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3" y="7"/>
                    <a:pt x="4" y="8"/>
                    <a:pt x="5" y="7"/>
                  </a:cubicBezTo>
                  <a:cubicBezTo>
                    <a:pt x="7" y="7"/>
                    <a:pt x="8" y="5"/>
                    <a:pt x="8" y="4"/>
                  </a:cubicBezTo>
                  <a:cubicBezTo>
                    <a:pt x="7" y="2"/>
                    <a:pt x="6" y="1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3" name="Freeform 1145">
              <a:extLst>
                <a:ext uri="{FF2B5EF4-FFF2-40B4-BE49-F238E27FC236}">
                  <a16:creationId xmlns:a16="http://schemas.microsoft.com/office/drawing/2014/main" id="{0E338F7C-9D22-4DD8-92D4-BED43F07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049"/>
              <a:ext cx="26" cy="27"/>
            </a:xfrm>
            <a:custGeom>
              <a:avLst/>
              <a:gdLst>
                <a:gd name="T0" fmla="*/ 33 w 8"/>
                <a:gd name="T1" fmla="*/ 34 h 8"/>
                <a:gd name="T2" fmla="*/ 33 w 8"/>
                <a:gd name="T3" fmla="*/ 230 h 8"/>
                <a:gd name="T4" fmla="*/ 107 w 8"/>
                <a:gd name="T5" fmla="*/ 273 h 8"/>
                <a:gd name="T6" fmla="*/ 244 w 8"/>
                <a:gd name="T7" fmla="*/ 273 h 8"/>
                <a:gd name="T8" fmla="*/ 244 w 8"/>
                <a:gd name="T9" fmla="*/ 115 h 8"/>
                <a:gd name="T10" fmla="*/ 211 w 8"/>
                <a:gd name="T11" fmla="*/ 34 h 8"/>
                <a:gd name="T12" fmla="*/ 33 w 8"/>
                <a:gd name="T13" fmla="*/ 34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6" y="8"/>
                    <a:pt x="7" y="7"/>
                  </a:cubicBezTo>
                  <a:cubicBezTo>
                    <a:pt x="8" y="6"/>
                    <a:pt x="8" y="4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4" name="Freeform 1146">
              <a:extLst>
                <a:ext uri="{FF2B5EF4-FFF2-40B4-BE49-F238E27FC236}">
                  <a16:creationId xmlns:a16="http://schemas.microsoft.com/office/drawing/2014/main" id="{25A66C10-58AE-4C33-A7E5-45C5590DE3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9" y="3066"/>
              <a:ext cx="22" cy="27"/>
            </a:xfrm>
            <a:custGeom>
              <a:avLst/>
              <a:gdLst>
                <a:gd name="T0" fmla="*/ 28 w 7"/>
                <a:gd name="T1" fmla="*/ 81 h 8"/>
                <a:gd name="T2" fmla="*/ 0 w 7"/>
                <a:gd name="T3" fmla="*/ 159 h 8"/>
                <a:gd name="T4" fmla="*/ 0 w 7"/>
                <a:gd name="T5" fmla="*/ 230 h 8"/>
                <a:gd name="T6" fmla="*/ 88 w 7"/>
                <a:gd name="T7" fmla="*/ 273 h 8"/>
                <a:gd name="T8" fmla="*/ 217 w 7"/>
                <a:gd name="T9" fmla="*/ 115 h 8"/>
                <a:gd name="T10" fmla="*/ 157 w 7"/>
                <a:gd name="T11" fmla="*/ 0 h 8"/>
                <a:gd name="T12" fmla="*/ 28 w 7"/>
                <a:gd name="T13" fmla="*/ 81 h 8"/>
                <a:gd name="T14" fmla="*/ 0 w 7"/>
                <a:gd name="T15" fmla="*/ 81 h 8"/>
                <a:gd name="T16" fmla="*/ 28 w 7"/>
                <a:gd name="T17" fmla="*/ 81 h 8"/>
                <a:gd name="T18" fmla="*/ 28 w 7"/>
                <a:gd name="T19" fmla="*/ 81 h 8"/>
                <a:gd name="T20" fmla="*/ 0 w 7"/>
                <a:gd name="T21" fmla="*/ 81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7"/>
                    <a:pt x="2" y="8"/>
                    <a:pt x="3" y="7"/>
                  </a:cubicBezTo>
                  <a:cubicBezTo>
                    <a:pt x="5" y="6"/>
                    <a:pt x="6" y="5"/>
                    <a:pt x="7" y="3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lose/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5" name="Freeform 1147">
              <a:extLst>
                <a:ext uri="{FF2B5EF4-FFF2-40B4-BE49-F238E27FC236}">
                  <a16:creationId xmlns:a16="http://schemas.microsoft.com/office/drawing/2014/main" id="{57414AE6-7601-4D2A-9444-FA135C67B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3031"/>
              <a:ext cx="19" cy="24"/>
            </a:xfrm>
            <a:custGeom>
              <a:avLst/>
              <a:gdLst>
                <a:gd name="T0" fmla="*/ 130 w 6"/>
                <a:gd name="T1" fmla="*/ 165 h 7"/>
                <a:gd name="T2" fmla="*/ 0 w 6"/>
                <a:gd name="T3" fmla="*/ 247 h 7"/>
                <a:gd name="T4" fmla="*/ 32 w 6"/>
                <a:gd name="T5" fmla="*/ 247 h 7"/>
                <a:gd name="T6" fmla="*/ 162 w 6"/>
                <a:gd name="T7" fmla="*/ 199 h 7"/>
                <a:gd name="T8" fmla="*/ 130 w 6"/>
                <a:gd name="T9" fmla="*/ 34 h 7"/>
                <a:gd name="T10" fmla="*/ 101 w 6"/>
                <a:gd name="T11" fmla="*/ 0 h 7"/>
                <a:gd name="T12" fmla="*/ 130 w 6"/>
                <a:gd name="T13" fmla="*/ 165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4" y="4"/>
                  </a:moveTo>
                  <a:cubicBezTo>
                    <a:pt x="4" y="6"/>
                    <a:pt x="2" y="7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7"/>
                    <a:pt x="5" y="6"/>
                    <a:pt x="5" y="5"/>
                  </a:cubicBezTo>
                  <a:cubicBezTo>
                    <a:pt x="6" y="3"/>
                    <a:pt x="6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1"/>
                    <a:pt x="5" y="3"/>
                    <a:pt x="4" y="4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6" name="Freeform 1148">
              <a:extLst>
                <a:ext uri="{FF2B5EF4-FFF2-40B4-BE49-F238E27FC236}">
                  <a16:creationId xmlns:a16="http://schemas.microsoft.com/office/drawing/2014/main" id="{B06F5240-D0FD-411B-9B0D-4BB7E3AA8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997"/>
              <a:ext cx="26" cy="24"/>
            </a:xfrm>
            <a:custGeom>
              <a:avLst/>
              <a:gdLst>
                <a:gd name="T0" fmla="*/ 33 w 8"/>
                <a:gd name="T1" fmla="*/ 34 h 7"/>
                <a:gd name="T2" fmla="*/ 75 w 8"/>
                <a:gd name="T3" fmla="*/ 247 h 7"/>
                <a:gd name="T4" fmla="*/ 75 w 8"/>
                <a:gd name="T5" fmla="*/ 281 h 7"/>
                <a:gd name="T6" fmla="*/ 107 w 8"/>
                <a:gd name="T7" fmla="*/ 117 h 7"/>
                <a:gd name="T8" fmla="*/ 276 w 8"/>
                <a:gd name="T9" fmla="*/ 165 h 7"/>
                <a:gd name="T10" fmla="*/ 169 w 8"/>
                <a:gd name="T11" fmla="*/ 34 h 7"/>
                <a:gd name="T12" fmla="*/ 33 w 8"/>
                <a:gd name="T13" fmla="*/ 34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2" y="5"/>
                    <a:pt x="3" y="3"/>
                  </a:cubicBezTo>
                  <a:cubicBezTo>
                    <a:pt x="4" y="2"/>
                    <a:pt x="7" y="3"/>
                    <a:pt x="8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7" name="Freeform 1149">
              <a:extLst>
                <a:ext uri="{FF2B5EF4-FFF2-40B4-BE49-F238E27FC236}">
                  <a16:creationId xmlns:a16="http://schemas.microsoft.com/office/drawing/2014/main" id="{FB02C9C7-C25C-430A-9A0B-3CF55267CB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3055"/>
              <a:ext cx="22" cy="24"/>
            </a:xfrm>
            <a:custGeom>
              <a:avLst/>
              <a:gdLst>
                <a:gd name="T0" fmla="*/ 28 w 7"/>
                <a:gd name="T1" fmla="*/ 117 h 7"/>
                <a:gd name="T2" fmla="*/ 88 w 7"/>
                <a:gd name="T3" fmla="*/ 281 h 7"/>
                <a:gd name="T4" fmla="*/ 157 w 7"/>
                <a:gd name="T5" fmla="*/ 247 h 7"/>
                <a:gd name="T6" fmla="*/ 60 w 7"/>
                <a:gd name="T7" fmla="*/ 117 h 7"/>
                <a:gd name="T8" fmla="*/ 60 w 7"/>
                <a:gd name="T9" fmla="*/ 117 h 7"/>
                <a:gd name="T10" fmla="*/ 157 w 7"/>
                <a:gd name="T11" fmla="*/ 0 h 7"/>
                <a:gd name="T12" fmla="*/ 28 w 7"/>
                <a:gd name="T13" fmla="*/ 117 h 7"/>
                <a:gd name="T14" fmla="*/ 157 w 7"/>
                <a:gd name="T15" fmla="*/ 247 h 7"/>
                <a:gd name="T16" fmla="*/ 157 w 7"/>
                <a:gd name="T17" fmla="*/ 247 h 7"/>
                <a:gd name="T18" fmla="*/ 217 w 7"/>
                <a:gd name="T19" fmla="*/ 199 h 7"/>
                <a:gd name="T20" fmla="*/ 157 w 7"/>
                <a:gd name="T21" fmla="*/ 247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0" y="5"/>
                    <a:pt x="1" y="6"/>
                    <a:pt x="3" y="7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4" y="6"/>
                    <a:pt x="2" y="5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lose/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6"/>
                    <a:pt x="6" y="6"/>
                    <a:pt x="5" y="6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8" name="Freeform 1150">
              <a:extLst>
                <a:ext uri="{FF2B5EF4-FFF2-40B4-BE49-F238E27FC236}">
                  <a16:creationId xmlns:a16="http://schemas.microsoft.com/office/drawing/2014/main" id="{1AA20885-49DD-4E61-B660-97ECE5C74B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8" y="3090"/>
              <a:ext cx="29" cy="34"/>
            </a:xfrm>
            <a:custGeom>
              <a:avLst/>
              <a:gdLst>
                <a:gd name="T0" fmla="*/ 32 w 9"/>
                <a:gd name="T1" fmla="*/ 82 h 10"/>
                <a:gd name="T2" fmla="*/ 0 w 9"/>
                <a:gd name="T3" fmla="*/ 116 h 10"/>
                <a:gd name="T4" fmla="*/ 0 w 9"/>
                <a:gd name="T5" fmla="*/ 163 h 10"/>
                <a:gd name="T6" fmla="*/ 0 w 9"/>
                <a:gd name="T7" fmla="*/ 163 h 10"/>
                <a:gd name="T8" fmla="*/ 0 w 9"/>
                <a:gd name="T9" fmla="*/ 197 h 10"/>
                <a:gd name="T10" fmla="*/ 32 w 9"/>
                <a:gd name="T11" fmla="*/ 279 h 10"/>
                <a:gd name="T12" fmla="*/ 32 w 9"/>
                <a:gd name="T13" fmla="*/ 313 h 10"/>
                <a:gd name="T14" fmla="*/ 168 w 9"/>
                <a:gd name="T15" fmla="*/ 394 h 10"/>
                <a:gd name="T16" fmla="*/ 238 w 9"/>
                <a:gd name="T17" fmla="*/ 394 h 10"/>
                <a:gd name="T18" fmla="*/ 300 w 9"/>
                <a:gd name="T19" fmla="*/ 279 h 10"/>
                <a:gd name="T20" fmla="*/ 168 w 9"/>
                <a:gd name="T21" fmla="*/ 34 h 10"/>
                <a:gd name="T22" fmla="*/ 32 w 9"/>
                <a:gd name="T23" fmla="*/ 82 h 10"/>
                <a:gd name="T24" fmla="*/ 32 w 9"/>
                <a:gd name="T25" fmla="*/ 197 h 10"/>
                <a:gd name="T26" fmla="*/ 32 w 9"/>
                <a:gd name="T27" fmla="*/ 197 h 10"/>
                <a:gd name="T28" fmla="*/ 32 w 9"/>
                <a:gd name="T29" fmla="*/ 197 h 10"/>
                <a:gd name="T30" fmla="*/ 32 w 9"/>
                <a:gd name="T31" fmla="*/ 197 h 10"/>
                <a:gd name="T32" fmla="*/ 103 w 9"/>
                <a:gd name="T33" fmla="*/ 163 h 10"/>
                <a:gd name="T34" fmla="*/ 168 w 9"/>
                <a:gd name="T35" fmla="*/ 163 h 10"/>
                <a:gd name="T36" fmla="*/ 197 w 9"/>
                <a:gd name="T37" fmla="*/ 197 h 10"/>
                <a:gd name="T38" fmla="*/ 197 w 9"/>
                <a:gd name="T39" fmla="*/ 231 h 10"/>
                <a:gd name="T40" fmla="*/ 168 w 9"/>
                <a:gd name="T41" fmla="*/ 279 h 10"/>
                <a:gd name="T42" fmla="*/ 103 w 9"/>
                <a:gd name="T43" fmla="*/ 231 h 10"/>
                <a:gd name="T44" fmla="*/ 103 w 9"/>
                <a:gd name="T45" fmla="*/ 163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" h="10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9" y="5"/>
                    <a:pt x="8" y="3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lose/>
                  <a:moveTo>
                    <a:pt x="1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lose/>
                  <a:moveTo>
                    <a:pt x="3" y="4"/>
                  </a:moveTo>
                  <a:cubicBezTo>
                    <a:pt x="4" y="3"/>
                    <a:pt x="5" y="3"/>
                    <a:pt x="5" y="4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6" y="5"/>
                    <a:pt x="6" y="6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7"/>
                    <a:pt x="3" y="7"/>
                    <a:pt x="3" y="6"/>
                  </a:cubicBezTo>
                  <a:cubicBezTo>
                    <a:pt x="3" y="5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9" name="Freeform 1151">
              <a:extLst>
                <a:ext uri="{FF2B5EF4-FFF2-40B4-BE49-F238E27FC236}">
                  <a16:creationId xmlns:a16="http://schemas.microsoft.com/office/drawing/2014/main" id="{37876234-444F-4146-A6BE-8BDA5AC600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8" y="3100"/>
              <a:ext cx="19" cy="27"/>
            </a:xfrm>
            <a:custGeom>
              <a:avLst/>
              <a:gdLst>
                <a:gd name="T0" fmla="*/ 0 w 6"/>
                <a:gd name="T1" fmla="*/ 115 h 8"/>
                <a:gd name="T2" fmla="*/ 60 w 6"/>
                <a:gd name="T3" fmla="*/ 273 h 8"/>
                <a:gd name="T4" fmla="*/ 162 w 6"/>
                <a:gd name="T5" fmla="*/ 230 h 8"/>
                <a:gd name="T6" fmla="*/ 60 w 6"/>
                <a:gd name="T7" fmla="*/ 115 h 8"/>
                <a:gd name="T8" fmla="*/ 60 w 6"/>
                <a:gd name="T9" fmla="*/ 115 h 8"/>
                <a:gd name="T10" fmla="*/ 162 w 6"/>
                <a:gd name="T11" fmla="*/ 0 h 8"/>
                <a:gd name="T12" fmla="*/ 0 w 6"/>
                <a:gd name="T13" fmla="*/ 115 h 8"/>
                <a:gd name="T14" fmla="*/ 162 w 6"/>
                <a:gd name="T15" fmla="*/ 230 h 8"/>
                <a:gd name="T16" fmla="*/ 162 w 6"/>
                <a:gd name="T17" fmla="*/ 230 h 8"/>
                <a:gd name="T18" fmla="*/ 190 w 6"/>
                <a:gd name="T19" fmla="*/ 192 h 8"/>
                <a:gd name="T20" fmla="*/ 162 w 6"/>
                <a:gd name="T21" fmla="*/ 23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3" y="6"/>
                    <a:pt x="2" y="5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6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0" name="Freeform 1152">
              <a:extLst>
                <a:ext uri="{FF2B5EF4-FFF2-40B4-BE49-F238E27FC236}">
                  <a16:creationId xmlns:a16="http://schemas.microsoft.com/office/drawing/2014/main" id="{7F76880C-A7A6-45A3-A9C8-E17D6C028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3124"/>
              <a:ext cx="22" cy="27"/>
            </a:xfrm>
            <a:custGeom>
              <a:avLst/>
              <a:gdLst>
                <a:gd name="T0" fmla="*/ 157 w 7"/>
                <a:gd name="T1" fmla="*/ 159 h 8"/>
                <a:gd name="T2" fmla="*/ 0 w 7"/>
                <a:gd name="T3" fmla="*/ 192 h 8"/>
                <a:gd name="T4" fmla="*/ 88 w 7"/>
                <a:gd name="T5" fmla="*/ 273 h 8"/>
                <a:gd name="T6" fmla="*/ 217 w 7"/>
                <a:gd name="T7" fmla="*/ 192 h 8"/>
                <a:gd name="T8" fmla="*/ 157 w 7"/>
                <a:gd name="T9" fmla="*/ 34 h 8"/>
                <a:gd name="T10" fmla="*/ 129 w 7"/>
                <a:gd name="T11" fmla="*/ 0 h 8"/>
                <a:gd name="T12" fmla="*/ 157 w 7"/>
                <a:gd name="T13" fmla="*/ 15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5" y="4"/>
                  </a:moveTo>
                  <a:cubicBezTo>
                    <a:pt x="4" y="6"/>
                    <a:pt x="2" y="6"/>
                    <a:pt x="0" y="5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8"/>
                    <a:pt x="6" y="7"/>
                    <a:pt x="7" y="5"/>
                  </a:cubicBezTo>
                  <a:cubicBezTo>
                    <a:pt x="7" y="4"/>
                    <a:pt x="6" y="2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1" name="Freeform 1153">
              <a:extLst>
                <a:ext uri="{FF2B5EF4-FFF2-40B4-BE49-F238E27FC236}">
                  <a16:creationId xmlns:a16="http://schemas.microsoft.com/office/drawing/2014/main" id="{7B2E15AC-5605-4217-B6B6-0C61943A3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994"/>
              <a:ext cx="26" cy="20"/>
            </a:xfrm>
            <a:custGeom>
              <a:avLst/>
              <a:gdLst>
                <a:gd name="T0" fmla="*/ 107 w 8"/>
                <a:gd name="T1" fmla="*/ 0 h 6"/>
                <a:gd name="T2" fmla="*/ 0 w 8"/>
                <a:gd name="T3" fmla="*/ 110 h 6"/>
                <a:gd name="T4" fmla="*/ 107 w 8"/>
                <a:gd name="T5" fmla="*/ 223 h 6"/>
                <a:gd name="T6" fmla="*/ 137 w 8"/>
                <a:gd name="T7" fmla="*/ 223 h 6"/>
                <a:gd name="T8" fmla="*/ 276 w 8"/>
                <a:gd name="T9" fmla="*/ 110 h 6"/>
                <a:gd name="T10" fmla="*/ 137 w 8"/>
                <a:gd name="T11" fmla="*/ 0 h 6"/>
                <a:gd name="T12" fmla="*/ 107 w 8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6"/>
                    <a:pt x="8" y="5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2" name="Freeform 1154">
              <a:extLst>
                <a:ext uri="{FF2B5EF4-FFF2-40B4-BE49-F238E27FC236}">
                  <a16:creationId xmlns:a16="http://schemas.microsoft.com/office/drawing/2014/main" id="{9F3EC229-C65D-40BD-A1F3-D8CA49215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977"/>
              <a:ext cx="22" cy="27"/>
            </a:xfrm>
            <a:custGeom>
              <a:avLst/>
              <a:gdLst>
                <a:gd name="T0" fmla="*/ 28 w 7"/>
                <a:gd name="T1" fmla="*/ 34 h 8"/>
                <a:gd name="T2" fmla="*/ 0 w 7"/>
                <a:gd name="T3" fmla="*/ 115 h 8"/>
                <a:gd name="T4" fmla="*/ 28 w 7"/>
                <a:gd name="T5" fmla="*/ 159 h 8"/>
                <a:gd name="T6" fmla="*/ 28 w 7"/>
                <a:gd name="T7" fmla="*/ 192 h 8"/>
                <a:gd name="T8" fmla="*/ 129 w 7"/>
                <a:gd name="T9" fmla="*/ 307 h 8"/>
                <a:gd name="T10" fmla="*/ 217 w 7"/>
                <a:gd name="T11" fmla="*/ 192 h 8"/>
                <a:gd name="T12" fmla="*/ 189 w 7"/>
                <a:gd name="T13" fmla="*/ 34 h 8"/>
                <a:gd name="T14" fmla="*/ 28 w 7"/>
                <a:gd name="T15" fmla="*/ 34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8"/>
                    <a:pt x="4" y="8"/>
                  </a:cubicBezTo>
                  <a:cubicBezTo>
                    <a:pt x="5" y="8"/>
                    <a:pt x="7" y="7"/>
                    <a:pt x="7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3" name="Freeform 1155">
              <a:extLst>
                <a:ext uri="{FF2B5EF4-FFF2-40B4-BE49-F238E27FC236}">
                  <a16:creationId xmlns:a16="http://schemas.microsoft.com/office/drawing/2014/main" id="{173D60CA-F75B-4008-B44B-A3C5BD323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973"/>
              <a:ext cx="23" cy="31"/>
            </a:xfrm>
            <a:custGeom>
              <a:avLst/>
              <a:gdLst>
                <a:gd name="T0" fmla="*/ 33 w 7"/>
                <a:gd name="T1" fmla="*/ 83 h 9"/>
                <a:gd name="T2" fmla="*/ 0 w 7"/>
                <a:gd name="T3" fmla="*/ 165 h 9"/>
                <a:gd name="T4" fmla="*/ 33 w 7"/>
                <a:gd name="T5" fmla="*/ 203 h 9"/>
                <a:gd name="T6" fmla="*/ 33 w 7"/>
                <a:gd name="T7" fmla="*/ 203 h 9"/>
                <a:gd name="T8" fmla="*/ 108 w 7"/>
                <a:gd name="T9" fmla="*/ 331 h 9"/>
                <a:gd name="T10" fmla="*/ 250 w 7"/>
                <a:gd name="T11" fmla="*/ 248 h 9"/>
                <a:gd name="T12" fmla="*/ 174 w 7"/>
                <a:gd name="T13" fmla="*/ 83 h 9"/>
                <a:gd name="T14" fmla="*/ 33 w 7"/>
                <a:gd name="T15" fmla="*/ 83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9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7"/>
                    <a:pt x="2" y="8"/>
                    <a:pt x="3" y="8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4" name="Freeform 1156">
              <a:extLst>
                <a:ext uri="{FF2B5EF4-FFF2-40B4-BE49-F238E27FC236}">
                  <a16:creationId xmlns:a16="http://schemas.microsoft.com/office/drawing/2014/main" id="{262855D3-1A84-4432-A45D-652FE641D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001"/>
              <a:ext cx="16" cy="20"/>
            </a:xfrm>
            <a:custGeom>
              <a:avLst/>
              <a:gdLst>
                <a:gd name="T0" fmla="*/ 32 w 5"/>
                <a:gd name="T1" fmla="*/ 33 h 6"/>
                <a:gd name="T2" fmla="*/ 0 w 5"/>
                <a:gd name="T3" fmla="*/ 77 h 6"/>
                <a:gd name="T4" fmla="*/ 32 w 5"/>
                <a:gd name="T5" fmla="*/ 110 h 6"/>
                <a:gd name="T6" fmla="*/ 32 w 5"/>
                <a:gd name="T7" fmla="*/ 143 h 6"/>
                <a:gd name="T8" fmla="*/ 61 w 5"/>
                <a:gd name="T9" fmla="*/ 223 h 6"/>
                <a:gd name="T10" fmla="*/ 163 w 5"/>
                <a:gd name="T11" fmla="*/ 143 h 6"/>
                <a:gd name="T12" fmla="*/ 134 w 5"/>
                <a:gd name="T13" fmla="*/ 33 h 6"/>
                <a:gd name="T14" fmla="*/ 32 w 5"/>
                <a:gd name="T15" fmla="*/ 33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5" name="Freeform 1157">
              <a:extLst>
                <a:ext uri="{FF2B5EF4-FFF2-40B4-BE49-F238E27FC236}">
                  <a16:creationId xmlns:a16="http://schemas.microsoft.com/office/drawing/2014/main" id="{7C705965-4385-4EE9-8BC6-6E4A59D3E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093"/>
              <a:ext cx="16" cy="21"/>
            </a:xfrm>
            <a:custGeom>
              <a:avLst/>
              <a:gdLst>
                <a:gd name="T0" fmla="*/ 32 w 5"/>
                <a:gd name="T1" fmla="*/ 49 h 6"/>
                <a:gd name="T2" fmla="*/ 0 w 5"/>
                <a:gd name="T3" fmla="*/ 88 h 6"/>
                <a:gd name="T4" fmla="*/ 0 w 5"/>
                <a:gd name="T5" fmla="*/ 137 h 6"/>
                <a:gd name="T6" fmla="*/ 0 w 5"/>
                <a:gd name="T7" fmla="*/ 172 h 6"/>
                <a:gd name="T8" fmla="*/ 61 w 5"/>
                <a:gd name="T9" fmla="*/ 259 h 6"/>
                <a:gd name="T10" fmla="*/ 163 w 5"/>
                <a:gd name="T11" fmla="*/ 172 h 6"/>
                <a:gd name="T12" fmla="*/ 134 w 5"/>
                <a:gd name="T13" fmla="*/ 49 h 6"/>
                <a:gd name="T14" fmla="*/ 32 w 5"/>
                <a:gd name="T15" fmla="*/ 49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6" name="Freeform 1158">
              <a:extLst>
                <a:ext uri="{FF2B5EF4-FFF2-40B4-BE49-F238E27FC236}">
                  <a16:creationId xmlns:a16="http://schemas.microsoft.com/office/drawing/2014/main" id="{1AC4B26A-AB71-4DE6-B6B6-40FA0C51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966"/>
              <a:ext cx="16" cy="21"/>
            </a:xfrm>
            <a:custGeom>
              <a:avLst/>
              <a:gdLst>
                <a:gd name="T0" fmla="*/ 32 w 5"/>
                <a:gd name="T1" fmla="*/ 49 h 6"/>
                <a:gd name="T2" fmla="*/ 0 w 5"/>
                <a:gd name="T3" fmla="*/ 88 h 6"/>
                <a:gd name="T4" fmla="*/ 32 w 5"/>
                <a:gd name="T5" fmla="*/ 137 h 6"/>
                <a:gd name="T6" fmla="*/ 32 w 5"/>
                <a:gd name="T7" fmla="*/ 172 h 6"/>
                <a:gd name="T8" fmla="*/ 102 w 5"/>
                <a:gd name="T9" fmla="*/ 259 h 6"/>
                <a:gd name="T10" fmla="*/ 163 w 5"/>
                <a:gd name="T11" fmla="*/ 172 h 6"/>
                <a:gd name="T12" fmla="*/ 134 w 5"/>
                <a:gd name="T13" fmla="*/ 49 h 6"/>
                <a:gd name="T14" fmla="*/ 32 w 5"/>
                <a:gd name="T15" fmla="*/ 49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5"/>
                    <a:pt x="1" y="6"/>
                    <a:pt x="3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7" name="Freeform 1159">
              <a:extLst>
                <a:ext uri="{FF2B5EF4-FFF2-40B4-BE49-F238E27FC236}">
                  <a16:creationId xmlns:a16="http://schemas.microsoft.com/office/drawing/2014/main" id="{B25D8C7E-8C98-4D90-BA08-1E46ADC6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028"/>
              <a:ext cx="16" cy="21"/>
            </a:xfrm>
            <a:custGeom>
              <a:avLst/>
              <a:gdLst>
                <a:gd name="T0" fmla="*/ 0 w 5"/>
                <a:gd name="T1" fmla="*/ 49 h 6"/>
                <a:gd name="T2" fmla="*/ 0 w 5"/>
                <a:gd name="T3" fmla="*/ 88 h 6"/>
                <a:gd name="T4" fmla="*/ 0 w 5"/>
                <a:gd name="T5" fmla="*/ 137 h 6"/>
                <a:gd name="T6" fmla="*/ 0 w 5"/>
                <a:gd name="T7" fmla="*/ 137 h 6"/>
                <a:gd name="T8" fmla="*/ 61 w 5"/>
                <a:gd name="T9" fmla="*/ 259 h 6"/>
                <a:gd name="T10" fmla="*/ 163 w 5"/>
                <a:gd name="T11" fmla="*/ 172 h 6"/>
                <a:gd name="T12" fmla="*/ 134 w 5"/>
                <a:gd name="T13" fmla="*/ 49 h 6"/>
                <a:gd name="T14" fmla="*/ 0 w 5"/>
                <a:gd name="T15" fmla="*/ 49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8" name="Freeform 1160">
              <a:extLst>
                <a:ext uri="{FF2B5EF4-FFF2-40B4-BE49-F238E27FC236}">
                  <a16:creationId xmlns:a16="http://schemas.microsoft.com/office/drawing/2014/main" id="{897D34D4-88BB-447B-9178-45DE51BA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117"/>
              <a:ext cx="22" cy="31"/>
            </a:xfrm>
            <a:custGeom>
              <a:avLst/>
              <a:gdLst>
                <a:gd name="T0" fmla="*/ 129 w 7"/>
                <a:gd name="T1" fmla="*/ 0 h 9"/>
                <a:gd name="T2" fmla="*/ 0 w 7"/>
                <a:gd name="T3" fmla="*/ 34 h 9"/>
                <a:gd name="T4" fmla="*/ 157 w 7"/>
                <a:gd name="T5" fmla="*/ 117 h 9"/>
                <a:gd name="T6" fmla="*/ 129 w 7"/>
                <a:gd name="T7" fmla="*/ 248 h 9"/>
                <a:gd name="T8" fmla="*/ 88 w 7"/>
                <a:gd name="T9" fmla="*/ 248 h 9"/>
                <a:gd name="T10" fmla="*/ 28 w 7"/>
                <a:gd name="T11" fmla="*/ 203 h 9"/>
                <a:gd name="T12" fmla="*/ 28 w 7"/>
                <a:gd name="T13" fmla="*/ 117 h 9"/>
                <a:gd name="T14" fmla="*/ 60 w 7"/>
                <a:gd name="T15" fmla="*/ 331 h 9"/>
                <a:gd name="T16" fmla="*/ 189 w 7"/>
                <a:gd name="T17" fmla="*/ 286 h 9"/>
                <a:gd name="T18" fmla="*/ 189 w 7"/>
                <a:gd name="T19" fmla="*/ 34 h 9"/>
                <a:gd name="T20" fmla="*/ 129 w 7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4" y="1"/>
                    <a:pt x="5" y="3"/>
                  </a:cubicBezTo>
                  <a:cubicBezTo>
                    <a:pt x="5" y="4"/>
                    <a:pt x="6" y="5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7"/>
                    <a:pt x="2" y="6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3" y="9"/>
                    <a:pt x="5" y="8"/>
                    <a:pt x="6" y="7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9" name="Freeform 1161">
              <a:extLst>
                <a:ext uri="{FF2B5EF4-FFF2-40B4-BE49-F238E27FC236}">
                  <a16:creationId xmlns:a16="http://schemas.microsoft.com/office/drawing/2014/main" id="{B69C8E83-94CF-4EAD-91F5-2CABF6C44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117"/>
              <a:ext cx="23" cy="28"/>
            </a:xfrm>
            <a:custGeom>
              <a:avLst/>
              <a:gdLst>
                <a:gd name="T0" fmla="*/ 33 w 7"/>
                <a:gd name="T1" fmla="*/ 49 h 8"/>
                <a:gd name="T2" fmla="*/ 0 w 7"/>
                <a:gd name="T3" fmla="*/ 137 h 8"/>
                <a:gd name="T4" fmla="*/ 0 w 7"/>
                <a:gd name="T5" fmla="*/ 172 h 8"/>
                <a:gd name="T6" fmla="*/ 0 w 7"/>
                <a:gd name="T7" fmla="*/ 221 h 8"/>
                <a:gd name="T8" fmla="*/ 108 w 7"/>
                <a:gd name="T9" fmla="*/ 343 h 8"/>
                <a:gd name="T10" fmla="*/ 250 w 7"/>
                <a:gd name="T11" fmla="*/ 221 h 8"/>
                <a:gd name="T12" fmla="*/ 174 w 7"/>
                <a:gd name="T13" fmla="*/ 49 h 8"/>
                <a:gd name="T14" fmla="*/ 33 w 7"/>
                <a:gd name="T15" fmla="*/ 49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5" y="8"/>
                    <a:pt x="6" y="7"/>
                    <a:pt x="7" y="5"/>
                  </a:cubicBezTo>
                  <a:cubicBezTo>
                    <a:pt x="7" y="4"/>
                    <a:pt x="6" y="2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0" name="Freeform 1162">
              <a:extLst>
                <a:ext uri="{FF2B5EF4-FFF2-40B4-BE49-F238E27FC236}">
                  <a16:creationId xmlns:a16="http://schemas.microsoft.com/office/drawing/2014/main" id="{F7DED97F-B5C6-45A4-B5FA-CB573BA55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932"/>
              <a:ext cx="23" cy="28"/>
            </a:xfrm>
            <a:custGeom>
              <a:avLst/>
              <a:gdLst>
                <a:gd name="T0" fmla="*/ 33 w 7"/>
                <a:gd name="T1" fmla="*/ 49 h 8"/>
                <a:gd name="T2" fmla="*/ 0 w 7"/>
                <a:gd name="T3" fmla="*/ 137 h 8"/>
                <a:gd name="T4" fmla="*/ 33 w 7"/>
                <a:gd name="T5" fmla="*/ 172 h 8"/>
                <a:gd name="T6" fmla="*/ 33 w 7"/>
                <a:gd name="T7" fmla="*/ 172 h 8"/>
                <a:gd name="T8" fmla="*/ 108 w 7"/>
                <a:gd name="T9" fmla="*/ 343 h 8"/>
                <a:gd name="T10" fmla="*/ 250 w 7"/>
                <a:gd name="T11" fmla="*/ 221 h 8"/>
                <a:gd name="T12" fmla="*/ 217 w 7"/>
                <a:gd name="T13" fmla="*/ 49 h 8"/>
                <a:gd name="T14" fmla="*/ 33 w 7"/>
                <a:gd name="T15" fmla="*/ 49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6"/>
                    <a:pt x="2" y="7"/>
                    <a:pt x="3" y="8"/>
                  </a:cubicBezTo>
                  <a:cubicBezTo>
                    <a:pt x="5" y="8"/>
                    <a:pt x="7" y="7"/>
                    <a:pt x="7" y="5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1" name="Freeform 1163">
              <a:extLst>
                <a:ext uri="{FF2B5EF4-FFF2-40B4-BE49-F238E27FC236}">
                  <a16:creationId xmlns:a16="http://schemas.microsoft.com/office/drawing/2014/main" id="{E2C35597-DE03-4F69-A1F1-06170A69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250"/>
              <a:ext cx="302" cy="288"/>
            </a:xfrm>
            <a:custGeom>
              <a:avLst/>
              <a:gdLst>
                <a:gd name="T0" fmla="*/ 1227 w 94"/>
                <a:gd name="T1" fmla="*/ 319 h 84"/>
                <a:gd name="T2" fmla="*/ 228 w 94"/>
                <a:gd name="T3" fmla="*/ 1728 h 84"/>
                <a:gd name="T4" fmla="*/ 961 w 94"/>
                <a:gd name="T5" fmla="*/ 2503 h 84"/>
                <a:gd name="T6" fmla="*/ 1786 w 94"/>
                <a:gd name="T7" fmla="*/ 1656 h 84"/>
                <a:gd name="T8" fmla="*/ 2654 w 94"/>
                <a:gd name="T9" fmla="*/ 1046 h 84"/>
                <a:gd name="T10" fmla="*/ 1558 w 94"/>
                <a:gd name="T11" fmla="*/ 281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84">
                  <a:moveTo>
                    <a:pt x="37" y="8"/>
                  </a:moveTo>
                  <a:cubicBezTo>
                    <a:pt x="21" y="18"/>
                    <a:pt x="13" y="24"/>
                    <a:pt x="7" y="43"/>
                  </a:cubicBezTo>
                  <a:cubicBezTo>
                    <a:pt x="0" y="67"/>
                    <a:pt x="8" y="84"/>
                    <a:pt x="29" y="62"/>
                  </a:cubicBezTo>
                  <a:cubicBezTo>
                    <a:pt x="37" y="53"/>
                    <a:pt x="43" y="46"/>
                    <a:pt x="54" y="41"/>
                  </a:cubicBezTo>
                  <a:cubicBezTo>
                    <a:pt x="65" y="37"/>
                    <a:pt x="73" y="37"/>
                    <a:pt x="80" y="26"/>
                  </a:cubicBezTo>
                  <a:cubicBezTo>
                    <a:pt x="94" y="0"/>
                    <a:pt x="63" y="3"/>
                    <a:pt x="47" y="7"/>
                  </a:cubicBezTo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2" name="Freeform 1164">
              <a:extLst>
                <a:ext uri="{FF2B5EF4-FFF2-40B4-BE49-F238E27FC236}">
                  <a16:creationId xmlns:a16="http://schemas.microsoft.com/office/drawing/2014/main" id="{31A353A6-546A-4777-98FC-46078F027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874"/>
              <a:ext cx="250" cy="281"/>
            </a:xfrm>
            <a:custGeom>
              <a:avLst/>
              <a:gdLst>
                <a:gd name="T0" fmla="*/ 955 w 78"/>
                <a:gd name="T1" fmla="*/ 528 h 82"/>
                <a:gd name="T2" fmla="*/ 61 w 78"/>
                <a:gd name="T3" fmla="*/ 2207 h 82"/>
                <a:gd name="T4" fmla="*/ 1221 w 78"/>
                <a:gd name="T5" fmla="*/ 2173 h 82"/>
                <a:gd name="T6" fmla="*/ 2538 w 78"/>
                <a:gd name="T7" fmla="*/ 1127 h 82"/>
                <a:gd name="T8" fmla="*/ 1221 w 78"/>
                <a:gd name="T9" fmla="*/ 363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2">
                  <a:moveTo>
                    <a:pt x="29" y="13"/>
                  </a:moveTo>
                  <a:cubicBezTo>
                    <a:pt x="13" y="26"/>
                    <a:pt x="3" y="34"/>
                    <a:pt x="2" y="55"/>
                  </a:cubicBezTo>
                  <a:cubicBezTo>
                    <a:pt x="0" y="82"/>
                    <a:pt x="23" y="63"/>
                    <a:pt x="37" y="54"/>
                  </a:cubicBezTo>
                  <a:cubicBezTo>
                    <a:pt x="50" y="45"/>
                    <a:pt x="75" y="47"/>
                    <a:pt x="77" y="28"/>
                  </a:cubicBezTo>
                  <a:cubicBezTo>
                    <a:pt x="78" y="0"/>
                    <a:pt x="52" y="8"/>
                    <a:pt x="37" y="9"/>
                  </a:cubicBezTo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3" name="Freeform 1165">
              <a:extLst>
                <a:ext uri="{FF2B5EF4-FFF2-40B4-BE49-F238E27FC236}">
                  <a16:creationId xmlns:a16="http://schemas.microsoft.com/office/drawing/2014/main" id="{2A50851B-4826-443C-B1DF-93D1735D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501"/>
              <a:ext cx="267" cy="462"/>
            </a:xfrm>
            <a:custGeom>
              <a:avLst/>
              <a:gdLst>
                <a:gd name="T0" fmla="*/ 798 w 83"/>
                <a:gd name="T1" fmla="*/ 2050 h 135"/>
                <a:gd name="T2" fmla="*/ 331 w 83"/>
                <a:gd name="T3" fmla="*/ 3853 h 135"/>
                <a:gd name="T4" fmla="*/ 1895 w 83"/>
                <a:gd name="T5" fmla="*/ 3491 h 135"/>
                <a:gd name="T6" fmla="*/ 2030 w 83"/>
                <a:gd name="T7" fmla="*/ 2529 h 135"/>
                <a:gd name="T8" fmla="*/ 2358 w 83"/>
                <a:gd name="T9" fmla="*/ 1489 h 135"/>
                <a:gd name="T10" fmla="*/ 1004 w 83"/>
                <a:gd name="T11" fmla="*/ 1886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135">
                  <a:moveTo>
                    <a:pt x="24" y="51"/>
                  </a:moveTo>
                  <a:cubicBezTo>
                    <a:pt x="14" y="62"/>
                    <a:pt x="0" y="82"/>
                    <a:pt x="10" y="96"/>
                  </a:cubicBezTo>
                  <a:cubicBezTo>
                    <a:pt x="34" y="80"/>
                    <a:pt x="43" y="135"/>
                    <a:pt x="57" y="87"/>
                  </a:cubicBezTo>
                  <a:cubicBezTo>
                    <a:pt x="60" y="79"/>
                    <a:pt x="60" y="72"/>
                    <a:pt x="61" y="63"/>
                  </a:cubicBezTo>
                  <a:cubicBezTo>
                    <a:pt x="62" y="52"/>
                    <a:pt x="68" y="47"/>
                    <a:pt x="71" y="37"/>
                  </a:cubicBezTo>
                  <a:cubicBezTo>
                    <a:pt x="83" y="0"/>
                    <a:pt x="38" y="35"/>
                    <a:pt x="30" y="47"/>
                  </a:cubicBezTo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4" name="Freeform 1166">
              <a:extLst>
                <a:ext uri="{FF2B5EF4-FFF2-40B4-BE49-F238E27FC236}">
                  <a16:creationId xmlns:a16="http://schemas.microsoft.com/office/drawing/2014/main" id="{DE652C07-3EAC-4206-BDC4-4C47A478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388"/>
              <a:ext cx="180" cy="554"/>
            </a:xfrm>
            <a:custGeom>
              <a:avLst/>
              <a:gdLst>
                <a:gd name="T0" fmla="*/ 1726 w 56"/>
                <a:gd name="T1" fmla="*/ 595 h 162"/>
                <a:gd name="T2" fmla="*/ 993 w 56"/>
                <a:gd name="T3" fmla="*/ 3881 h 162"/>
                <a:gd name="T4" fmla="*/ 598 w 56"/>
                <a:gd name="T5" fmla="*/ 6480 h 162"/>
                <a:gd name="T6" fmla="*/ 0 w 56"/>
                <a:gd name="T7" fmla="*/ 6036 h 162"/>
                <a:gd name="T8" fmla="*/ 299 w 56"/>
                <a:gd name="T9" fmla="*/ 5718 h 162"/>
                <a:gd name="T10" fmla="*/ 466 w 56"/>
                <a:gd name="T11" fmla="*/ 4877 h 162"/>
                <a:gd name="T12" fmla="*/ 765 w 56"/>
                <a:gd name="T13" fmla="*/ 2876 h 162"/>
                <a:gd name="T14" fmla="*/ 1861 w 56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62">
                  <a:moveTo>
                    <a:pt x="52" y="15"/>
                  </a:moveTo>
                  <a:cubicBezTo>
                    <a:pt x="37" y="40"/>
                    <a:pt x="33" y="69"/>
                    <a:pt x="30" y="97"/>
                  </a:cubicBezTo>
                  <a:cubicBezTo>
                    <a:pt x="27" y="117"/>
                    <a:pt x="26" y="145"/>
                    <a:pt x="18" y="162"/>
                  </a:cubicBezTo>
                  <a:cubicBezTo>
                    <a:pt x="16" y="153"/>
                    <a:pt x="8" y="151"/>
                    <a:pt x="0" y="151"/>
                  </a:cubicBezTo>
                  <a:cubicBezTo>
                    <a:pt x="1" y="144"/>
                    <a:pt x="6" y="148"/>
                    <a:pt x="9" y="143"/>
                  </a:cubicBezTo>
                  <a:cubicBezTo>
                    <a:pt x="14" y="135"/>
                    <a:pt x="12" y="130"/>
                    <a:pt x="14" y="122"/>
                  </a:cubicBezTo>
                  <a:cubicBezTo>
                    <a:pt x="16" y="105"/>
                    <a:pt x="21" y="89"/>
                    <a:pt x="23" y="72"/>
                  </a:cubicBezTo>
                  <a:cubicBezTo>
                    <a:pt x="26" y="43"/>
                    <a:pt x="46" y="26"/>
                    <a:pt x="56" y="0"/>
                  </a:cubicBezTo>
                </a:path>
              </a:pathLst>
            </a:custGeom>
            <a:solidFill>
              <a:srgbClr val="F9C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5" name="Freeform 1167">
              <a:extLst>
                <a:ext uri="{FF2B5EF4-FFF2-40B4-BE49-F238E27FC236}">
                  <a16:creationId xmlns:a16="http://schemas.microsoft.com/office/drawing/2014/main" id="{B140F770-F061-4D43-918A-6B557A2F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686"/>
              <a:ext cx="1429" cy="489"/>
            </a:xfrm>
            <a:custGeom>
              <a:avLst/>
              <a:gdLst>
                <a:gd name="T0" fmla="*/ 299 w 445"/>
                <a:gd name="T1" fmla="*/ 5205 h 143"/>
                <a:gd name="T2" fmla="*/ 3577 w 445"/>
                <a:gd name="T3" fmla="*/ 4480 h 143"/>
                <a:gd name="T4" fmla="*/ 8250 w 445"/>
                <a:gd name="T5" fmla="*/ 2760 h 143"/>
                <a:gd name="T6" fmla="*/ 12116 w 445"/>
                <a:gd name="T7" fmla="*/ 1556 h 143"/>
                <a:gd name="T8" fmla="*/ 14736 w 445"/>
                <a:gd name="T9" fmla="*/ 0 h 143"/>
                <a:gd name="T10" fmla="*/ 11952 w 445"/>
                <a:gd name="T11" fmla="*/ 1358 h 143"/>
                <a:gd name="T12" fmla="*/ 7322 w 445"/>
                <a:gd name="T13" fmla="*/ 2595 h 143"/>
                <a:gd name="T14" fmla="*/ 3609 w 445"/>
                <a:gd name="T15" fmla="*/ 3837 h 143"/>
                <a:gd name="T16" fmla="*/ 1394 w 445"/>
                <a:gd name="T17" fmla="*/ 4644 h 143"/>
                <a:gd name="T18" fmla="*/ 0 w 445"/>
                <a:gd name="T19" fmla="*/ 5123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5" h="143">
                  <a:moveTo>
                    <a:pt x="9" y="130"/>
                  </a:moveTo>
                  <a:cubicBezTo>
                    <a:pt x="42" y="143"/>
                    <a:pt x="76" y="120"/>
                    <a:pt x="108" y="112"/>
                  </a:cubicBezTo>
                  <a:cubicBezTo>
                    <a:pt x="155" y="99"/>
                    <a:pt x="202" y="83"/>
                    <a:pt x="249" y="69"/>
                  </a:cubicBezTo>
                  <a:cubicBezTo>
                    <a:pt x="288" y="58"/>
                    <a:pt x="329" y="55"/>
                    <a:pt x="366" y="39"/>
                  </a:cubicBezTo>
                  <a:cubicBezTo>
                    <a:pt x="388" y="31"/>
                    <a:pt x="429" y="18"/>
                    <a:pt x="445" y="0"/>
                  </a:cubicBezTo>
                  <a:cubicBezTo>
                    <a:pt x="417" y="8"/>
                    <a:pt x="389" y="26"/>
                    <a:pt x="361" y="34"/>
                  </a:cubicBezTo>
                  <a:cubicBezTo>
                    <a:pt x="315" y="49"/>
                    <a:pt x="268" y="54"/>
                    <a:pt x="221" y="65"/>
                  </a:cubicBezTo>
                  <a:cubicBezTo>
                    <a:pt x="183" y="74"/>
                    <a:pt x="146" y="85"/>
                    <a:pt x="109" y="96"/>
                  </a:cubicBezTo>
                  <a:cubicBezTo>
                    <a:pt x="87" y="103"/>
                    <a:pt x="64" y="107"/>
                    <a:pt x="42" y="116"/>
                  </a:cubicBezTo>
                  <a:cubicBezTo>
                    <a:pt x="29" y="121"/>
                    <a:pt x="14" y="127"/>
                    <a:pt x="0" y="128"/>
                  </a:cubicBezTo>
                </a:path>
              </a:pathLst>
            </a:custGeom>
            <a:solidFill>
              <a:srgbClr val="D7AA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6" name="Freeform 1168">
              <a:extLst>
                <a:ext uri="{FF2B5EF4-FFF2-40B4-BE49-F238E27FC236}">
                  <a16:creationId xmlns:a16="http://schemas.microsoft.com/office/drawing/2014/main" id="{F2CF7BE8-3D63-4EBB-8C6E-C13E88205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912"/>
              <a:ext cx="170" cy="215"/>
            </a:xfrm>
            <a:custGeom>
              <a:avLst/>
              <a:gdLst>
                <a:gd name="T0" fmla="*/ 228 w 53"/>
                <a:gd name="T1" fmla="*/ 444 h 63"/>
                <a:gd name="T2" fmla="*/ 266 w 53"/>
                <a:gd name="T3" fmla="*/ 1072 h 63"/>
                <a:gd name="T4" fmla="*/ 61 w 53"/>
                <a:gd name="T5" fmla="*/ 1863 h 63"/>
                <a:gd name="T6" fmla="*/ 1286 w 53"/>
                <a:gd name="T7" fmla="*/ 1747 h 63"/>
                <a:gd name="T8" fmla="*/ 1617 w 53"/>
                <a:gd name="T9" fmla="*/ 444 h 63"/>
                <a:gd name="T10" fmla="*/ 359 w 53"/>
                <a:gd name="T11" fmla="*/ 478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3">
                  <a:moveTo>
                    <a:pt x="7" y="11"/>
                  </a:moveTo>
                  <a:cubicBezTo>
                    <a:pt x="6" y="16"/>
                    <a:pt x="9" y="22"/>
                    <a:pt x="8" y="27"/>
                  </a:cubicBezTo>
                  <a:cubicBezTo>
                    <a:pt x="8" y="33"/>
                    <a:pt x="0" y="42"/>
                    <a:pt x="2" y="47"/>
                  </a:cubicBezTo>
                  <a:cubicBezTo>
                    <a:pt x="6" y="63"/>
                    <a:pt x="31" y="51"/>
                    <a:pt x="39" y="44"/>
                  </a:cubicBezTo>
                  <a:cubicBezTo>
                    <a:pt x="43" y="39"/>
                    <a:pt x="53" y="18"/>
                    <a:pt x="49" y="11"/>
                  </a:cubicBezTo>
                  <a:cubicBezTo>
                    <a:pt x="43" y="0"/>
                    <a:pt x="19" y="11"/>
                    <a:pt x="11" y="12"/>
                  </a:cubicBezTo>
                </a:path>
              </a:pathLst>
            </a:custGeom>
            <a:solidFill>
              <a:srgbClr val="D7AA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7" name="Freeform 1169">
              <a:extLst>
                <a:ext uri="{FF2B5EF4-FFF2-40B4-BE49-F238E27FC236}">
                  <a16:creationId xmlns:a16="http://schemas.microsoft.com/office/drawing/2014/main" id="{6A384F20-5BEF-4B8D-85D4-FF5762644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799"/>
              <a:ext cx="282" cy="212"/>
            </a:xfrm>
            <a:custGeom>
              <a:avLst/>
              <a:gdLst>
                <a:gd name="T0" fmla="*/ 0 w 88"/>
                <a:gd name="T1" fmla="*/ 841 h 62"/>
                <a:gd name="T2" fmla="*/ 1477 w 88"/>
                <a:gd name="T3" fmla="*/ 595 h 62"/>
                <a:gd name="T4" fmla="*/ 2794 w 88"/>
                <a:gd name="T5" fmla="*/ 34 h 62"/>
                <a:gd name="T6" fmla="*/ 266 w 88"/>
                <a:gd name="T7" fmla="*/ 995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62">
                  <a:moveTo>
                    <a:pt x="0" y="21"/>
                  </a:moveTo>
                  <a:cubicBezTo>
                    <a:pt x="15" y="16"/>
                    <a:pt x="29" y="18"/>
                    <a:pt x="45" y="15"/>
                  </a:cubicBezTo>
                  <a:cubicBezTo>
                    <a:pt x="57" y="13"/>
                    <a:pt x="74" y="0"/>
                    <a:pt x="85" y="1"/>
                  </a:cubicBezTo>
                  <a:cubicBezTo>
                    <a:pt x="88" y="34"/>
                    <a:pt x="23" y="62"/>
                    <a:pt x="8" y="25"/>
                  </a:cubicBezTo>
                </a:path>
              </a:pathLst>
            </a:custGeom>
            <a:solidFill>
              <a:srgbClr val="D7AA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8" name="Freeform 1170">
              <a:extLst>
                <a:ext uri="{FF2B5EF4-FFF2-40B4-BE49-F238E27FC236}">
                  <a16:creationId xmlns:a16="http://schemas.microsoft.com/office/drawing/2014/main" id="{F80C1314-C2B4-460B-A3FC-34A38997C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58"/>
              <a:ext cx="334" cy="141"/>
            </a:xfrm>
            <a:custGeom>
              <a:avLst/>
              <a:gdLst>
                <a:gd name="T0" fmla="*/ 0 w 104"/>
                <a:gd name="T1" fmla="*/ 980 h 41"/>
                <a:gd name="T2" fmla="*/ 989 w 104"/>
                <a:gd name="T3" fmla="*/ 368 h 41"/>
                <a:gd name="T4" fmla="*/ 1692 w 104"/>
                <a:gd name="T5" fmla="*/ 368 h 41"/>
                <a:gd name="T6" fmla="*/ 2878 w 104"/>
                <a:gd name="T7" fmla="*/ 165 h 41"/>
                <a:gd name="T8" fmla="*/ 2020 w 104"/>
                <a:gd name="T9" fmla="*/ 1338 h 41"/>
                <a:gd name="T10" fmla="*/ 196 w 104"/>
                <a:gd name="T11" fmla="*/ 1135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41">
                  <a:moveTo>
                    <a:pt x="0" y="24"/>
                  </a:moveTo>
                  <a:cubicBezTo>
                    <a:pt x="10" y="22"/>
                    <a:pt x="17" y="11"/>
                    <a:pt x="30" y="9"/>
                  </a:cubicBezTo>
                  <a:cubicBezTo>
                    <a:pt x="37" y="8"/>
                    <a:pt x="44" y="9"/>
                    <a:pt x="51" y="9"/>
                  </a:cubicBezTo>
                  <a:cubicBezTo>
                    <a:pt x="59" y="8"/>
                    <a:pt x="80" y="0"/>
                    <a:pt x="87" y="4"/>
                  </a:cubicBezTo>
                  <a:cubicBezTo>
                    <a:pt x="104" y="12"/>
                    <a:pt x="69" y="30"/>
                    <a:pt x="61" y="33"/>
                  </a:cubicBezTo>
                  <a:cubicBezTo>
                    <a:pt x="41" y="41"/>
                    <a:pt x="24" y="39"/>
                    <a:pt x="6" y="28"/>
                  </a:cubicBezTo>
                </a:path>
              </a:pathLst>
            </a:custGeom>
            <a:solidFill>
              <a:srgbClr val="D7AA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9" name="Freeform 1171">
              <a:extLst>
                <a:ext uri="{FF2B5EF4-FFF2-40B4-BE49-F238E27FC236}">
                  <a16:creationId xmlns:a16="http://schemas.microsoft.com/office/drawing/2014/main" id="{5BE5FF48-8518-4096-AD21-FE90CC67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14"/>
              <a:ext cx="234" cy="119"/>
            </a:xfrm>
            <a:custGeom>
              <a:avLst/>
              <a:gdLst>
                <a:gd name="T0" fmla="*/ 555 w 73"/>
                <a:gd name="T1" fmla="*/ 231 h 35"/>
                <a:gd name="T2" fmla="*/ 61 w 73"/>
                <a:gd name="T3" fmla="*/ 1146 h 35"/>
                <a:gd name="T4" fmla="*/ 2269 w 73"/>
                <a:gd name="T5" fmla="*/ 554 h 35"/>
                <a:gd name="T6" fmla="*/ 923 w 73"/>
                <a:gd name="T7" fmla="*/ 11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35">
                  <a:moveTo>
                    <a:pt x="17" y="6"/>
                  </a:moveTo>
                  <a:cubicBezTo>
                    <a:pt x="8" y="10"/>
                    <a:pt x="0" y="18"/>
                    <a:pt x="2" y="29"/>
                  </a:cubicBezTo>
                  <a:cubicBezTo>
                    <a:pt x="14" y="35"/>
                    <a:pt x="65" y="27"/>
                    <a:pt x="69" y="14"/>
                  </a:cubicBezTo>
                  <a:cubicBezTo>
                    <a:pt x="73" y="0"/>
                    <a:pt x="36" y="2"/>
                    <a:pt x="28" y="3"/>
                  </a:cubicBezTo>
                </a:path>
              </a:pathLst>
            </a:custGeom>
            <a:solidFill>
              <a:srgbClr val="D7AA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0" name="Freeform 1172">
              <a:extLst>
                <a:ext uri="{FF2B5EF4-FFF2-40B4-BE49-F238E27FC236}">
                  <a16:creationId xmlns:a16="http://schemas.microsoft.com/office/drawing/2014/main" id="{C33F94BF-65E1-4F55-85EA-FCB527B5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162"/>
              <a:ext cx="324" cy="202"/>
            </a:xfrm>
            <a:custGeom>
              <a:avLst/>
              <a:gdLst>
                <a:gd name="T0" fmla="*/ 0 w 101"/>
                <a:gd name="T1" fmla="*/ 561 h 59"/>
                <a:gd name="T2" fmla="*/ 1883 w 101"/>
                <a:gd name="T3" fmla="*/ 0 h 59"/>
                <a:gd name="T4" fmla="*/ 2643 w 101"/>
                <a:gd name="T5" fmla="*/ 798 h 59"/>
                <a:gd name="T6" fmla="*/ 3230 w 101"/>
                <a:gd name="T7" fmla="*/ 2123 h 59"/>
                <a:gd name="T8" fmla="*/ 1421 w 101"/>
                <a:gd name="T9" fmla="*/ 1921 h 59"/>
                <a:gd name="T10" fmla="*/ 494 w 101"/>
                <a:gd name="T11" fmla="*/ 1291 h 59"/>
                <a:gd name="T12" fmla="*/ 32 w 101"/>
                <a:gd name="T13" fmla="*/ 726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59">
                  <a:moveTo>
                    <a:pt x="0" y="14"/>
                  </a:moveTo>
                  <a:cubicBezTo>
                    <a:pt x="22" y="16"/>
                    <a:pt x="35" y="0"/>
                    <a:pt x="57" y="0"/>
                  </a:cubicBezTo>
                  <a:cubicBezTo>
                    <a:pt x="72" y="0"/>
                    <a:pt x="73" y="9"/>
                    <a:pt x="80" y="20"/>
                  </a:cubicBezTo>
                  <a:cubicBezTo>
                    <a:pt x="88" y="30"/>
                    <a:pt x="101" y="38"/>
                    <a:pt x="98" y="53"/>
                  </a:cubicBezTo>
                  <a:cubicBezTo>
                    <a:pt x="81" y="59"/>
                    <a:pt x="59" y="56"/>
                    <a:pt x="43" y="48"/>
                  </a:cubicBezTo>
                  <a:cubicBezTo>
                    <a:pt x="34" y="42"/>
                    <a:pt x="25" y="37"/>
                    <a:pt x="15" y="32"/>
                  </a:cubicBezTo>
                  <a:cubicBezTo>
                    <a:pt x="9" y="28"/>
                    <a:pt x="3" y="26"/>
                    <a:pt x="1" y="18"/>
                  </a:cubicBezTo>
                </a:path>
              </a:pathLst>
            </a:custGeom>
            <a:solidFill>
              <a:srgbClr val="EBB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1" name="Freeform 1173">
              <a:extLst>
                <a:ext uri="{FF2B5EF4-FFF2-40B4-BE49-F238E27FC236}">
                  <a16:creationId xmlns:a16="http://schemas.microsoft.com/office/drawing/2014/main" id="{938EBE88-507A-491E-A5C5-42898AC2F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179"/>
              <a:ext cx="411" cy="161"/>
            </a:xfrm>
            <a:custGeom>
              <a:avLst/>
              <a:gdLst>
                <a:gd name="T0" fmla="*/ 0 w 128"/>
                <a:gd name="T1" fmla="*/ 644 h 47"/>
                <a:gd name="T2" fmla="*/ 2155 w 128"/>
                <a:gd name="T3" fmla="*/ 34 h 47"/>
                <a:gd name="T4" fmla="*/ 4238 w 128"/>
                <a:gd name="T5" fmla="*/ 1442 h 47"/>
                <a:gd name="T6" fmla="*/ 2318 w 128"/>
                <a:gd name="T7" fmla="*/ 1726 h 47"/>
                <a:gd name="T8" fmla="*/ 1031 w 128"/>
                <a:gd name="T9" fmla="*/ 1127 h 47"/>
                <a:gd name="T10" fmla="*/ 267 w 128"/>
                <a:gd name="T11" fmla="*/ 64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47">
                  <a:moveTo>
                    <a:pt x="0" y="16"/>
                  </a:moveTo>
                  <a:cubicBezTo>
                    <a:pt x="23" y="9"/>
                    <a:pt x="41" y="1"/>
                    <a:pt x="65" y="1"/>
                  </a:cubicBezTo>
                  <a:cubicBezTo>
                    <a:pt x="93" y="0"/>
                    <a:pt x="107" y="20"/>
                    <a:pt x="128" y="36"/>
                  </a:cubicBezTo>
                  <a:cubicBezTo>
                    <a:pt x="108" y="36"/>
                    <a:pt x="91" y="47"/>
                    <a:pt x="70" y="43"/>
                  </a:cubicBezTo>
                  <a:cubicBezTo>
                    <a:pt x="55" y="41"/>
                    <a:pt x="43" y="34"/>
                    <a:pt x="31" y="28"/>
                  </a:cubicBezTo>
                  <a:cubicBezTo>
                    <a:pt x="24" y="25"/>
                    <a:pt x="12" y="23"/>
                    <a:pt x="8" y="16"/>
                  </a:cubicBezTo>
                </a:path>
              </a:pathLst>
            </a:custGeom>
            <a:solidFill>
              <a:srgbClr val="EBB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2" name="Freeform 1174">
              <a:extLst>
                <a:ext uri="{FF2B5EF4-FFF2-40B4-BE49-F238E27FC236}">
                  <a16:creationId xmlns:a16="http://schemas.microsoft.com/office/drawing/2014/main" id="{C1F369A7-A9E4-4EB5-B34D-783C7699E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216"/>
              <a:ext cx="334" cy="151"/>
            </a:xfrm>
            <a:custGeom>
              <a:avLst/>
              <a:gdLst>
                <a:gd name="T0" fmla="*/ 0 w 104"/>
                <a:gd name="T1" fmla="*/ 402 h 44"/>
                <a:gd name="T2" fmla="*/ 2052 w 104"/>
                <a:gd name="T3" fmla="*/ 247 h 44"/>
                <a:gd name="T4" fmla="*/ 3446 w 104"/>
                <a:gd name="T5" fmla="*/ 1743 h 44"/>
                <a:gd name="T6" fmla="*/ 1754 w 104"/>
                <a:gd name="T7" fmla="*/ 1579 h 44"/>
                <a:gd name="T8" fmla="*/ 135 w 104"/>
                <a:gd name="T9" fmla="*/ 56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44">
                  <a:moveTo>
                    <a:pt x="0" y="10"/>
                  </a:moveTo>
                  <a:cubicBezTo>
                    <a:pt x="22" y="10"/>
                    <a:pt x="40" y="0"/>
                    <a:pt x="62" y="6"/>
                  </a:cubicBezTo>
                  <a:cubicBezTo>
                    <a:pt x="79" y="11"/>
                    <a:pt x="95" y="28"/>
                    <a:pt x="104" y="43"/>
                  </a:cubicBezTo>
                  <a:cubicBezTo>
                    <a:pt x="87" y="44"/>
                    <a:pt x="70" y="43"/>
                    <a:pt x="53" y="39"/>
                  </a:cubicBezTo>
                  <a:cubicBezTo>
                    <a:pt x="43" y="36"/>
                    <a:pt x="6" y="25"/>
                    <a:pt x="4" y="14"/>
                  </a:cubicBezTo>
                </a:path>
              </a:pathLst>
            </a:custGeom>
            <a:solidFill>
              <a:srgbClr val="EBB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3" name="Freeform 1175">
              <a:extLst>
                <a:ext uri="{FF2B5EF4-FFF2-40B4-BE49-F238E27FC236}">
                  <a16:creationId xmlns:a16="http://schemas.microsoft.com/office/drawing/2014/main" id="{204363E3-33EC-4676-A470-6DF627449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360"/>
              <a:ext cx="2199" cy="148"/>
            </a:xfrm>
            <a:custGeom>
              <a:avLst/>
              <a:gdLst>
                <a:gd name="T0" fmla="*/ 360 w 685"/>
                <a:gd name="T1" fmla="*/ 984 h 43"/>
                <a:gd name="T2" fmla="*/ 6719 w 685"/>
                <a:gd name="T3" fmla="*/ 1349 h 43"/>
                <a:gd name="T4" fmla="*/ 13798 w 685"/>
                <a:gd name="T5" fmla="*/ 1470 h 43"/>
                <a:gd name="T6" fmla="*/ 19383 w 685"/>
                <a:gd name="T7" fmla="*/ 1470 h 43"/>
                <a:gd name="T8" fmla="*/ 22394 w 685"/>
                <a:gd name="T9" fmla="*/ 0 h 43"/>
                <a:gd name="T10" fmla="*/ 20478 w 685"/>
                <a:gd name="T11" fmla="*/ 1101 h 43"/>
                <a:gd name="T12" fmla="*/ 17871 w 685"/>
                <a:gd name="T13" fmla="*/ 854 h 43"/>
                <a:gd name="T14" fmla="*/ 15181 w 685"/>
                <a:gd name="T15" fmla="*/ 816 h 43"/>
                <a:gd name="T16" fmla="*/ 11480 w 685"/>
                <a:gd name="T17" fmla="*/ 854 h 43"/>
                <a:gd name="T18" fmla="*/ 7904 w 685"/>
                <a:gd name="T19" fmla="*/ 936 h 43"/>
                <a:gd name="T20" fmla="*/ 5030 w 685"/>
                <a:gd name="T21" fmla="*/ 771 h 43"/>
                <a:gd name="T22" fmla="*/ 2154 w 685"/>
                <a:gd name="T23" fmla="*/ 1101 h 43"/>
                <a:gd name="T24" fmla="*/ 1194 w 685"/>
                <a:gd name="T25" fmla="*/ 699 h 43"/>
                <a:gd name="T26" fmla="*/ 401 w 685"/>
                <a:gd name="T27" fmla="*/ 902 h 43"/>
                <a:gd name="T28" fmla="*/ 0 w 685"/>
                <a:gd name="T29" fmla="*/ 771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5" h="43">
                  <a:moveTo>
                    <a:pt x="11" y="24"/>
                  </a:moveTo>
                  <a:cubicBezTo>
                    <a:pt x="74" y="37"/>
                    <a:pt x="139" y="34"/>
                    <a:pt x="203" y="33"/>
                  </a:cubicBezTo>
                  <a:cubicBezTo>
                    <a:pt x="274" y="33"/>
                    <a:pt x="346" y="40"/>
                    <a:pt x="417" y="36"/>
                  </a:cubicBezTo>
                  <a:cubicBezTo>
                    <a:pt x="473" y="34"/>
                    <a:pt x="530" y="36"/>
                    <a:pt x="586" y="36"/>
                  </a:cubicBezTo>
                  <a:cubicBezTo>
                    <a:pt x="609" y="36"/>
                    <a:pt x="685" y="43"/>
                    <a:pt x="677" y="0"/>
                  </a:cubicBezTo>
                  <a:cubicBezTo>
                    <a:pt x="668" y="20"/>
                    <a:pt x="638" y="26"/>
                    <a:pt x="619" y="27"/>
                  </a:cubicBezTo>
                  <a:cubicBezTo>
                    <a:pt x="592" y="28"/>
                    <a:pt x="567" y="20"/>
                    <a:pt x="540" y="21"/>
                  </a:cubicBezTo>
                  <a:cubicBezTo>
                    <a:pt x="508" y="23"/>
                    <a:pt x="491" y="17"/>
                    <a:pt x="459" y="20"/>
                  </a:cubicBezTo>
                  <a:cubicBezTo>
                    <a:pt x="421" y="24"/>
                    <a:pt x="384" y="27"/>
                    <a:pt x="347" y="21"/>
                  </a:cubicBezTo>
                  <a:cubicBezTo>
                    <a:pt x="314" y="17"/>
                    <a:pt x="271" y="24"/>
                    <a:pt x="239" y="23"/>
                  </a:cubicBezTo>
                  <a:cubicBezTo>
                    <a:pt x="209" y="22"/>
                    <a:pt x="182" y="17"/>
                    <a:pt x="152" y="19"/>
                  </a:cubicBezTo>
                  <a:cubicBezTo>
                    <a:pt x="128" y="20"/>
                    <a:pt x="89" y="31"/>
                    <a:pt x="65" y="27"/>
                  </a:cubicBezTo>
                  <a:cubicBezTo>
                    <a:pt x="55" y="25"/>
                    <a:pt x="47" y="18"/>
                    <a:pt x="36" y="17"/>
                  </a:cubicBezTo>
                  <a:cubicBezTo>
                    <a:pt x="27" y="17"/>
                    <a:pt x="20" y="22"/>
                    <a:pt x="12" y="22"/>
                  </a:cubicBezTo>
                  <a:cubicBezTo>
                    <a:pt x="7" y="22"/>
                    <a:pt x="3" y="23"/>
                    <a:pt x="0" y="19"/>
                  </a:cubicBezTo>
                </a:path>
              </a:pathLst>
            </a:custGeom>
            <a:solidFill>
              <a:srgbClr val="EBB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4" name="Freeform 1176">
              <a:extLst>
                <a:ext uri="{FF2B5EF4-FFF2-40B4-BE49-F238E27FC236}">
                  <a16:creationId xmlns:a16="http://schemas.microsoft.com/office/drawing/2014/main" id="{F132DB90-B6A4-4224-B334-A120630E1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3124"/>
              <a:ext cx="180" cy="223"/>
            </a:xfrm>
            <a:custGeom>
              <a:avLst/>
              <a:gdLst>
                <a:gd name="T0" fmla="*/ 0 w 56"/>
                <a:gd name="T1" fmla="*/ 364 h 65"/>
                <a:gd name="T2" fmla="*/ 868 w 56"/>
                <a:gd name="T3" fmla="*/ 1293 h 65"/>
                <a:gd name="T4" fmla="*/ 1199 w 56"/>
                <a:gd name="T5" fmla="*/ 2625 h 65"/>
                <a:gd name="T6" fmla="*/ 1125 w 56"/>
                <a:gd name="T7" fmla="*/ 1530 h 65"/>
                <a:gd name="T8" fmla="*/ 270 w 56"/>
                <a:gd name="T9" fmla="*/ 31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5">
                  <a:moveTo>
                    <a:pt x="0" y="9"/>
                  </a:moveTo>
                  <a:cubicBezTo>
                    <a:pt x="15" y="13"/>
                    <a:pt x="18" y="19"/>
                    <a:pt x="26" y="32"/>
                  </a:cubicBezTo>
                  <a:cubicBezTo>
                    <a:pt x="30" y="39"/>
                    <a:pt x="45" y="56"/>
                    <a:pt x="36" y="65"/>
                  </a:cubicBezTo>
                  <a:cubicBezTo>
                    <a:pt x="56" y="59"/>
                    <a:pt x="40" y="46"/>
                    <a:pt x="34" y="38"/>
                  </a:cubicBezTo>
                  <a:cubicBezTo>
                    <a:pt x="29" y="30"/>
                    <a:pt x="21" y="0"/>
                    <a:pt x="8" y="8"/>
                  </a:cubicBezTo>
                </a:path>
              </a:pathLst>
            </a:custGeom>
            <a:solidFill>
              <a:srgbClr val="D79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5" name="Freeform 1177">
              <a:extLst>
                <a:ext uri="{FF2B5EF4-FFF2-40B4-BE49-F238E27FC236}">
                  <a16:creationId xmlns:a16="http://schemas.microsoft.com/office/drawing/2014/main" id="{38F9EBF1-E8B4-4FDE-B946-A16F21B1E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155"/>
              <a:ext cx="344" cy="133"/>
            </a:xfrm>
            <a:custGeom>
              <a:avLst/>
              <a:gdLst>
                <a:gd name="T0" fmla="*/ 32 w 107"/>
                <a:gd name="T1" fmla="*/ 559 h 39"/>
                <a:gd name="T2" fmla="*/ 1861 w 107"/>
                <a:gd name="T3" fmla="*/ 443 h 39"/>
                <a:gd name="T4" fmla="*/ 2562 w 107"/>
                <a:gd name="T5" fmla="*/ 873 h 39"/>
                <a:gd name="T6" fmla="*/ 3556 w 107"/>
                <a:gd name="T7" fmla="*/ 1548 h 39"/>
                <a:gd name="T8" fmla="*/ 2263 w 107"/>
                <a:gd name="T9" fmla="*/ 280 h 39"/>
                <a:gd name="T10" fmla="*/ 1363 w 107"/>
                <a:gd name="T11" fmla="*/ 0 h 39"/>
                <a:gd name="T12" fmla="*/ 0 w 107"/>
                <a:gd name="T13" fmla="*/ 55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39">
                  <a:moveTo>
                    <a:pt x="1" y="14"/>
                  </a:moveTo>
                  <a:cubicBezTo>
                    <a:pt x="16" y="9"/>
                    <a:pt x="40" y="5"/>
                    <a:pt x="56" y="11"/>
                  </a:cubicBezTo>
                  <a:cubicBezTo>
                    <a:pt x="63" y="13"/>
                    <a:pt x="70" y="17"/>
                    <a:pt x="77" y="22"/>
                  </a:cubicBezTo>
                  <a:cubicBezTo>
                    <a:pt x="87" y="28"/>
                    <a:pt x="97" y="33"/>
                    <a:pt x="107" y="39"/>
                  </a:cubicBezTo>
                  <a:cubicBezTo>
                    <a:pt x="88" y="39"/>
                    <a:pt x="84" y="14"/>
                    <a:pt x="68" y="7"/>
                  </a:cubicBezTo>
                  <a:cubicBezTo>
                    <a:pt x="59" y="2"/>
                    <a:pt x="51" y="0"/>
                    <a:pt x="41" y="0"/>
                  </a:cubicBezTo>
                  <a:cubicBezTo>
                    <a:pt x="27" y="1"/>
                    <a:pt x="13" y="11"/>
                    <a:pt x="0" y="14"/>
                  </a:cubicBezTo>
                </a:path>
              </a:pathLst>
            </a:custGeom>
            <a:solidFill>
              <a:srgbClr val="D79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6" name="Freeform 1178">
              <a:extLst>
                <a:ext uri="{FF2B5EF4-FFF2-40B4-BE49-F238E27FC236}">
                  <a16:creationId xmlns:a16="http://schemas.microsoft.com/office/drawing/2014/main" id="{9EEA056A-8598-4B64-A02A-3684B4389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220"/>
              <a:ext cx="241" cy="151"/>
            </a:xfrm>
            <a:custGeom>
              <a:avLst/>
              <a:gdLst>
                <a:gd name="T0" fmla="*/ 0 w 75"/>
                <a:gd name="T1" fmla="*/ 117 h 44"/>
                <a:gd name="T2" fmla="*/ 2487 w 75"/>
                <a:gd name="T3" fmla="*/ 1743 h 44"/>
                <a:gd name="T4" fmla="*/ 1395 w 75"/>
                <a:gd name="T5" fmla="*/ 601 h 44"/>
                <a:gd name="T6" fmla="*/ 0 w 75"/>
                <a:gd name="T7" fmla="*/ 11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44">
                  <a:moveTo>
                    <a:pt x="0" y="3"/>
                  </a:moveTo>
                  <a:cubicBezTo>
                    <a:pt x="34" y="0"/>
                    <a:pt x="44" y="39"/>
                    <a:pt x="75" y="43"/>
                  </a:cubicBezTo>
                  <a:cubicBezTo>
                    <a:pt x="60" y="44"/>
                    <a:pt x="52" y="23"/>
                    <a:pt x="42" y="15"/>
                  </a:cubicBezTo>
                  <a:cubicBezTo>
                    <a:pt x="29" y="3"/>
                    <a:pt x="17" y="1"/>
                    <a:pt x="0" y="3"/>
                  </a:cubicBezTo>
                </a:path>
              </a:pathLst>
            </a:custGeom>
            <a:solidFill>
              <a:srgbClr val="D79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7" name="Freeform 1179">
              <a:extLst>
                <a:ext uri="{FF2B5EF4-FFF2-40B4-BE49-F238E27FC236}">
                  <a16:creationId xmlns:a16="http://schemas.microsoft.com/office/drawing/2014/main" id="{1C9F5008-0426-4555-92F2-E1168548B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932"/>
              <a:ext cx="122" cy="147"/>
            </a:xfrm>
            <a:custGeom>
              <a:avLst/>
              <a:gdLst>
                <a:gd name="T0" fmla="*/ 597 w 38"/>
                <a:gd name="T1" fmla="*/ 0 h 43"/>
                <a:gd name="T2" fmla="*/ 0 w 38"/>
                <a:gd name="T3" fmla="*/ 1720 h 43"/>
                <a:gd name="T4" fmla="*/ 597 w 38"/>
                <a:gd name="T5" fmla="*/ 3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3">
                  <a:moveTo>
                    <a:pt x="18" y="0"/>
                  </a:moveTo>
                  <a:cubicBezTo>
                    <a:pt x="24" y="17"/>
                    <a:pt x="8" y="32"/>
                    <a:pt x="0" y="43"/>
                  </a:cubicBezTo>
                  <a:cubicBezTo>
                    <a:pt x="8" y="38"/>
                    <a:pt x="38" y="9"/>
                    <a:pt x="18" y="1"/>
                  </a:cubicBezTo>
                </a:path>
              </a:pathLst>
            </a:custGeom>
            <a:solidFill>
              <a:srgbClr val="A37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8" name="Freeform 1180">
              <a:extLst>
                <a:ext uri="{FF2B5EF4-FFF2-40B4-BE49-F238E27FC236}">
                  <a16:creationId xmlns:a16="http://schemas.microsoft.com/office/drawing/2014/main" id="{F803AE22-CD81-4B3E-9B5C-7DFE53AE1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805"/>
              <a:ext cx="183" cy="144"/>
            </a:xfrm>
            <a:custGeom>
              <a:avLst/>
              <a:gdLst>
                <a:gd name="T0" fmla="*/ 0 w 57"/>
                <a:gd name="T1" fmla="*/ 1656 h 42"/>
                <a:gd name="T2" fmla="*/ 1287 w 57"/>
                <a:gd name="T3" fmla="*/ 0 h 42"/>
                <a:gd name="T4" fmla="*/ 433 w 57"/>
                <a:gd name="T5" fmla="*/ 16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2">
                  <a:moveTo>
                    <a:pt x="0" y="41"/>
                  </a:moveTo>
                  <a:cubicBezTo>
                    <a:pt x="12" y="42"/>
                    <a:pt x="57" y="13"/>
                    <a:pt x="39" y="0"/>
                  </a:cubicBezTo>
                  <a:cubicBezTo>
                    <a:pt x="56" y="9"/>
                    <a:pt x="24" y="42"/>
                    <a:pt x="13" y="41"/>
                  </a:cubicBezTo>
                </a:path>
              </a:pathLst>
            </a:custGeom>
            <a:solidFill>
              <a:srgbClr val="A37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9" name="Freeform 1181">
              <a:extLst>
                <a:ext uri="{FF2B5EF4-FFF2-40B4-BE49-F238E27FC236}">
                  <a16:creationId xmlns:a16="http://schemas.microsoft.com/office/drawing/2014/main" id="{96D085A9-A3AA-4E77-BAC8-D18D607C4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672"/>
              <a:ext cx="240" cy="185"/>
            </a:xfrm>
            <a:custGeom>
              <a:avLst/>
              <a:gdLst>
                <a:gd name="T0" fmla="*/ 0 w 75"/>
                <a:gd name="T1" fmla="*/ 1326 h 54"/>
                <a:gd name="T2" fmla="*/ 1414 w 75"/>
                <a:gd name="T3" fmla="*/ 963 h 54"/>
                <a:gd name="T4" fmla="*/ 1834 w 75"/>
                <a:gd name="T5" fmla="*/ 0 h 54"/>
                <a:gd name="T6" fmla="*/ 326 w 75"/>
                <a:gd name="T7" fmla="*/ 132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54">
                  <a:moveTo>
                    <a:pt x="0" y="33"/>
                  </a:moveTo>
                  <a:cubicBezTo>
                    <a:pt x="16" y="32"/>
                    <a:pt x="28" y="32"/>
                    <a:pt x="43" y="24"/>
                  </a:cubicBezTo>
                  <a:cubicBezTo>
                    <a:pt x="52" y="20"/>
                    <a:pt x="63" y="10"/>
                    <a:pt x="56" y="0"/>
                  </a:cubicBezTo>
                  <a:cubicBezTo>
                    <a:pt x="75" y="9"/>
                    <a:pt x="25" y="54"/>
                    <a:pt x="10" y="33"/>
                  </a:cubicBezTo>
                </a:path>
              </a:pathLst>
            </a:custGeom>
            <a:solidFill>
              <a:srgbClr val="A37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0" name="Freeform 1182">
              <a:extLst>
                <a:ext uri="{FF2B5EF4-FFF2-40B4-BE49-F238E27FC236}">
                  <a16:creationId xmlns:a16="http://schemas.microsoft.com/office/drawing/2014/main" id="{2930E66F-D09D-4221-AFFF-8DB9E12E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648"/>
              <a:ext cx="167" cy="89"/>
            </a:xfrm>
            <a:custGeom>
              <a:avLst/>
              <a:gdLst>
                <a:gd name="T0" fmla="*/ 0 w 52"/>
                <a:gd name="T1" fmla="*/ 842 h 26"/>
                <a:gd name="T2" fmla="*/ 1525 w 52"/>
                <a:gd name="T3" fmla="*/ 0 h 26"/>
                <a:gd name="T4" fmla="*/ 1198 w 52"/>
                <a:gd name="T5" fmla="*/ 924 h 26"/>
                <a:gd name="T6" fmla="*/ 360 w 52"/>
                <a:gd name="T7" fmla="*/ 88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6">
                  <a:moveTo>
                    <a:pt x="0" y="21"/>
                  </a:moveTo>
                  <a:cubicBezTo>
                    <a:pt x="12" y="21"/>
                    <a:pt x="52" y="20"/>
                    <a:pt x="46" y="0"/>
                  </a:cubicBezTo>
                  <a:cubicBezTo>
                    <a:pt x="51" y="10"/>
                    <a:pt x="47" y="20"/>
                    <a:pt x="36" y="23"/>
                  </a:cubicBezTo>
                  <a:cubicBezTo>
                    <a:pt x="27" y="26"/>
                    <a:pt x="18" y="20"/>
                    <a:pt x="11" y="22"/>
                  </a:cubicBezTo>
                </a:path>
              </a:pathLst>
            </a:custGeom>
            <a:solidFill>
              <a:srgbClr val="A37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1" name="Freeform 1183">
              <a:extLst>
                <a:ext uri="{FF2B5EF4-FFF2-40B4-BE49-F238E27FC236}">
                  <a16:creationId xmlns:a16="http://schemas.microsoft.com/office/drawing/2014/main" id="{DF1D56E8-FE18-4AE3-B0D5-3815707D6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233"/>
              <a:ext cx="254" cy="172"/>
            </a:xfrm>
            <a:custGeom>
              <a:avLst/>
              <a:gdLst>
                <a:gd name="T0" fmla="*/ 103 w 79"/>
                <a:gd name="T1" fmla="*/ 2036 h 50"/>
                <a:gd name="T2" fmla="*/ 1260 w 79"/>
                <a:gd name="T3" fmla="*/ 688 h 50"/>
                <a:gd name="T4" fmla="*/ 2524 w 79"/>
                <a:gd name="T5" fmla="*/ 771 h 50"/>
                <a:gd name="T6" fmla="*/ 993 w 79"/>
                <a:gd name="T7" fmla="*/ 485 h 50"/>
                <a:gd name="T8" fmla="*/ 331 w 79"/>
                <a:gd name="T9" fmla="*/ 898 h 50"/>
                <a:gd name="T10" fmla="*/ 61 w 79"/>
                <a:gd name="T11" fmla="*/ 191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50">
                  <a:moveTo>
                    <a:pt x="3" y="50"/>
                  </a:moveTo>
                  <a:cubicBezTo>
                    <a:pt x="3" y="32"/>
                    <a:pt x="21" y="18"/>
                    <a:pt x="38" y="17"/>
                  </a:cubicBezTo>
                  <a:cubicBezTo>
                    <a:pt x="47" y="16"/>
                    <a:pt x="72" y="8"/>
                    <a:pt x="76" y="19"/>
                  </a:cubicBezTo>
                  <a:cubicBezTo>
                    <a:pt x="79" y="0"/>
                    <a:pt x="40" y="8"/>
                    <a:pt x="30" y="12"/>
                  </a:cubicBezTo>
                  <a:cubicBezTo>
                    <a:pt x="24" y="14"/>
                    <a:pt x="15" y="18"/>
                    <a:pt x="10" y="22"/>
                  </a:cubicBezTo>
                  <a:cubicBezTo>
                    <a:pt x="0" y="30"/>
                    <a:pt x="5" y="38"/>
                    <a:pt x="2" y="47"/>
                  </a:cubicBezTo>
                </a:path>
              </a:pathLst>
            </a:custGeom>
            <a:solidFill>
              <a:srgbClr val="DB9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2" name="Freeform 1184">
              <a:extLst>
                <a:ext uri="{FF2B5EF4-FFF2-40B4-BE49-F238E27FC236}">
                  <a16:creationId xmlns:a16="http://schemas.microsoft.com/office/drawing/2014/main" id="{19FD6556-2F17-405D-960F-17BFC527E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881"/>
              <a:ext cx="219" cy="161"/>
            </a:xfrm>
            <a:custGeom>
              <a:avLst/>
              <a:gdLst>
                <a:gd name="T0" fmla="*/ 61 w 68"/>
                <a:gd name="T1" fmla="*/ 1891 h 47"/>
                <a:gd name="T2" fmla="*/ 966 w 68"/>
                <a:gd name="T3" fmla="*/ 363 h 47"/>
                <a:gd name="T4" fmla="*/ 2271 w 68"/>
                <a:gd name="T5" fmla="*/ 682 h 47"/>
                <a:gd name="T6" fmla="*/ 1337 w 68"/>
                <a:gd name="T7" fmla="*/ 82 h 47"/>
                <a:gd name="T8" fmla="*/ 167 w 68"/>
                <a:gd name="T9" fmla="*/ 112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7">
                  <a:moveTo>
                    <a:pt x="2" y="47"/>
                  </a:moveTo>
                  <a:cubicBezTo>
                    <a:pt x="0" y="34"/>
                    <a:pt x="17" y="14"/>
                    <a:pt x="29" y="9"/>
                  </a:cubicBezTo>
                  <a:cubicBezTo>
                    <a:pt x="43" y="4"/>
                    <a:pt x="60" y="4"/>
                    <a:pt x="68" y="17"/>
                  </a:cubicBezTo>
                  <a:cubicBezTo>
                    <a:pt x="66" y="1"/>
                    <a:pt x="51" y="0"/>
                    <a:pt x="40" y="2"/>
                  </a:cubicBezTo>
                  <a:cubicBezTo>
                    <a:pt x="23" y="6"/>
                    <a:pt x="14" y="14"/>
                    <a:pt x="5" y="28"/>
                  </a:cubicBezTo>
                </a:path>
              </a:pathLst>
            </a:custGeom>
            <a:solidFill>
              <a:srgbClr val="DB9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3" name="Freeform 1185">
              <a:extLst>
                <a:ext uri="{FF2B5EF4-FFF2-40B4-BE49-F238E27FC236}">
                  <a16:creationId xmlns:a16="http://schemas.microsoft.com/office/drawing/2014/main" id="{808C8767-53B7-46CE-89BB-20DC7AD8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535"/>
              <a:ext cx="205" cy="229"/>
            </a:xfrm>
            <a:custGeom>
              <a:avLst/>
              <a:gdLst>
                <a:gd name="T0" fmla="*/ 0 w 64"/>
                <a:gd name="T1" fmla="*/ 2676 h 67"/>
                <a:gd name="T2" fmla="*/ 432 w 64"/>
                <a:gd name="T3" fmla="*/ 1798 h 67"/>
                <a:gd name="T4" fmla="*/ 1150 w 64"/>
                <a:gd name="T5" fmla="*/ 1155 h 67"/>
                <a:gd name="T6" fmla="*/ 2104 w 64"/>
                <a:gd name="T7" fmla="*/ 957 h 67"/>
                <a:gd name="T8" fmla="*/ 1384 w 64"/>
                <a:gd name="T9" fmla="*/ 643 h 67"/>
                <a:gd name="T10" fmla="*/ 224 w 64"/>
                <a:gd name="T11" fmla="*/ 203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67">
                  <a:moveTo>
                    <a:pt x="0" y="67"/>
                  </a:moveTo>
                  <a:cubicBezTo>
                    <a:pt x="5" y="60"/>
                    <a:pt x="5" y="51"/>
                    <a:pt x="13" y="45"/>
                  </a:cubicBezTo>
                  <a:cubicBezTo>
                    <a:pt x="19" y="39"/>
                    <a:pt x="28" y="35"/>
                    <a:pt x="35" y="29"/>
                  </a:cubicBezTo>
                  <a:cubicBezTo>
                    <a:pt x="43" y="22"/>
                    <a:pt x="62" y="0"/>
                    <a:pt x="64" y="24"/>
                  </a:cubicBezTo>
                  <a:cubicBezTo>
                    <a:pt x="64" y="7"/>
                    <a:pt x="55" y="5"/>
                    <a:pt x="42" y="16"/>
                  </a:cubicBezTo>
                  <a:cubicBezTo>
                    <a:pt x="30" y="28"/>
                    <a:pt x="18" y="39"/>
                    <a:pt x="7" y="51"/>
                  </a:cubicBezTo>
                </a:path>
              </a:pathLst>
            </a:custGeom>
            <a:solidFill>
              <a:srgbClr val="DB9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4" name="Freeform 1186">
              <a:extLst>
                <a:ext uri="{FF2B5EF4-FFF2-40B4-BE49-F238E27FC236}">
                  <a16:creationId xmlns:a16="http://schemas.microsoft.com/office/drawing/2014/main" id="{08D52025-17DB-4238-8FDB-F39F20224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49"/>
              <a:ext cx="106" cy="144"/>
            </a:xfrm>
            <a:custGeom>
              <a:avLst/>
              <a:gdLst>
                <a:gd name="T0" fmla="*/ 1063 w 33"/>
                <a:gd name="T1" fmla="*/ 199 h 42"/>
                <a:gd name="T2" fmla="*/ 764 w 33"/>
                <a:gd name="T3" fmla="*/ 1694 h 42"/>
                <a:gd name="T4" fmla="*/ 662 w 33"/>
                <a:gd name="T5" fmla="*/ 1210 h 42"/>
                <a:gd name="T6" fmla="*/ 793 w 33"/>
                <a:gd name="T7" fmla="*/ 528 h 42"/>
                <a:gd name="T8" fmla="*/ 0 w 33"/>
                <a:gd name="T9" fmla="*/ 813 h 42"/>
                <a:gd name="T10" fmla="*/ 896 w 33"/>
                <a:gd name="T11" fmla="*/ 8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32" y="5"/>
                  </a:moveTo>
                  <a:cubicBezTo>
                    <a:pt x="33" y="19"/>
                    <a:pt x="21" y="29"/>
                    <a:pt x="23" y="42"/>
                  </a:cubicBezTo>
                  <a:cubicBezTo>
                    <a:pt x="22" y="38"/>
                    <a:pt x="20" y="34"/>
                    <a:pt x="20" y="30"/>
                  </a:cubicBezTo>
                  <a:cubicBezTo>
                    <a:pt x="21" y="25"/>
                    <a:pt x="25" y="18"/>
                    <a:pt x="24" y="13"/>
                  </a:cubicBezTo>
                  <a:cubicBezTo>
                    <a:pt x="20" y="2"/>
                    <a:pt x="5" y="13"/>
                    <a:pt x="0" y="20"/>
                  </a:cubicBezTo>
                  <a:cubicBezTo>
                    <a:pt x="5" y="12"/>
                    <a:pt x="16" y="0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5" name="Freeform 1187">
              <a:extLst>
                <a:ext uri="{FF2B5EF4-FFF2-40B4-BE49-F238E27FC236}">
                  <a16:creationId xmlns:a16="http://schemas.microsoft.com/office/drawing/2014/main" id="{B8C6E466-DF0E-4687-8E5D-57BF316E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850"/>
              <a:ext cx="180" cy="79"/>
            </a:xfrm>
            <a:custGeom>
              <a:avLst/>
              <a:gdLst>
                <a:gd name="T0" fmla="*/ 0 w 56"/>
                <a:gd name="T1" fmla="*/ 732 h 23"/>
                <a:gd name="T2" fmla="*/ 1167 w 56"/>
                <a:gd name="T3" fmla="*/ 117 h 23"/>
                <a:gd name="T4" fmla="*/ 1861 w 56"/>
                <a:gd name="T5" fmla="*/ 931 h 23"/>
                <a:gd name="T6" fmla="*/ 1231 w 56"/>
                <a:gd name="T7" fmla="*/ 450 h 23"/>
                <a:gd name="T8" fmla="*/ 299 w 56"/>
                <a:gd name="T9" fmla="*/ 45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3">
                  <a:moveTo>
                    <a:pt x="0" y="18"/>
                  </a:moveTo>
                  <a:cubicBezTo>
                    <a:pt x="9" y="13"/>
                    <a:pt x="22" y="0"/>
                    <a:pt x="35" y="3"/>
                  </a:cubicBezTo>
                  <a:cubicBezTo>
                    <a:pt x="44" y="6"/>
                    <a:pt x="46" y="19"/>
                    <a:pt x="56" y="23"/>
                  </a:cubicBezTo>
                  <a:cubicBezTo>
                    <a:pt x="45" y="23"/>
                    <a:pt x="45" y="14"/>
                    <a:pt x="37" y="11"/>
                  </a:cubicBezTo>
                  <a:cubicBezTo>
                    <a:pt x="31" y="8"/>
                    <a:pt x="16" y="11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6" name="Freeform 1188">
              <a:extLst>
                <a:ext uri="{FF2B5EF4-FFF2-40B4-BE49-F238E27FC236}">
                  <a16:creationId xmlns:a16="http://schemas.microsoft.com/office/drawing/2014/main" id="{F40BCFF3-2809-4A3B-9450-B3A7BF23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747"/>
              <a:ext cx="157" cy="34"/>
            </a:xfrm>
            <a:custGeom>
              <a:avLst/>
              <a:gdLst>
                <a:gd name="T0" fmla="*/ 0 w 49"/>
                <a:gd name="T1" fmla="*/ 394 h 10"/>
                <a:gd name="T2" fmla="*/ 759 w 49"/>
                <a:gd name="T3" fmla="*/ 82 h 10"/>
                <a:gd name="T4" fmla="*/ 1612 w 49"/>
                <a:gd name="T5" fmla="*/ 394 h 10"/>
                <a:gd name="T6" fmla="*/ 61 w 49"/>
                <a:gd name="T7" fmla="*/ 35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0">
                  <a:moveTo>
                    <a:pt x="0" y="10"/>
                  </a:moveTo>
                  <a:cubicBezTo>
                    <a:pt x="9" y="4"/>
                    <a:pt x="12" y="0"/>
                    <a:pt x="23" y="2"/>
                  </a:cubicBezTo>
                  <a:cubicBezTo>
                    <a:pt x="32" y="4"/>
                    <a:pt x="40" y="8"/>
                    <a:pt x="49" y="10"/>
                  </a:cubicBezTo>
                  <a:cubicBezTo>
                    <a:pt x="38" y="9"/>
                    <a:pt x="8" y="0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7" name="Freeform 1189">
              <a:extLst>
                <a:ext uri="{FF2B5EF4-FFF2-40B4-BE49-F238E27FC236}">
                  <a16:creationId xmlns:a16="http://schemas.microsoft.com/office/drawing/2014/main" id="{D0E64A6A-D902-4855-A186-0EA6859AE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000"/>
              <a:ext cx="311" cy="244"/>
            </a:xfrm>
            <a:custGeom>
              <a:avLst/>
              <a:gdLst>
                <a:gd name="T0" fmla="*/ 689 w 97"/>
                <a:gd name="T1" fmla="*/ 1619 h 71"/>
                <a:gd name="T2" fmla="*/ 1911 w 97"/>
                <a:gd name="T3" fmla="*/ 897 h 71"/>
                <a:gd name="T4" fmla="*/ 3197 w 97"/>
                <a:gd name="T5" fmla="*/ 0 h 71"/>
                <a:gd name="T6" fmla="*/ 2302 w 97"/>
                <a:gd name="T7" fmla="*/ 931 h 71"/>
                <a:gd name="T8" fmla="*/ 1584 w 97"/>
                <a:gd name="T9" fmla="*/ 1584 h 71"/>
                <a:gd name="T10" fmla="*/ 0 w 97"/>
                <a:gd name="T11" fmla="*/ 2883 h 71"/>
                <a:gd name="T12" fmla="*/ 596 w 97"/>
                <a:gd name="T13" fmla="*/ 161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71">
                  <a:moveTo>
                    <a:pt x="21" y="40"/>
                  </a:moveTo>
                  <a:cubicBezTo>
                    <a:pt x="32" y="48"/>
                    <a:pt x="49" y="27"/>
                    <a:pt x="58" y="22"/>
                  </a:cubicBezTo>
                  <a:cubicBezTo>
                    <a:pt x="71" y="14"/>
                    <a:pt x="88" y="16"/>
                    <a:pt x="97" y="0"/>
                  </a:cubicBezTo>
                  <a:cubicBezTo>
                    <a:pt x="96" y="11"/>
                    <a:pt x="82" y="16"/>
                    <a:pt x="70" y="23"/>
                  </a:cubicBezTo>
                  <a:cubicBezTo>
                    <a:pt x="61" y="28"/>
                    <a:pt x="54" y="36"/>
                    <a:pt x="48" y="39"/>
                  </a:cubicBezTo>
                  <a:cubicBezTo>
                    <a:pt x="27" y="50"/>
                    <a:pt x="12" y="49"/>
                    <a:pt x="0" y="71"/>
                  </a:cubicBezTo>
                  <a:cubicBezTo>
                    <a:pt x="6" y="61"/>
                    <a:pt x="7" y="47"/>
                    <a:pt x="18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8" name="Freeform 1190">
              <a:extLst>
                <a:ext uri="{FF2B5EF4-FFF2-40B4-BE49-F238E27FC236}">
                  <a16:creationId xmlns:a16="http://schemas.microsoft.com/office/drawing/2014/main" id="{8D3B6E14-E6C6-4AED-B567-6C1C1C316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268"/>
              <a:ext cx="331" cy="380"/>
            </a:xfrm>
            <a:custGeom>
              <a:avLst/>
              <a:gdLst>
                <a:gd name="T0" fmla="*/ 0 w 103"/>
                <a:gd name="T1" fmla="*/ 4454 h 111"/>
                <a:gd name="T2" fmla="*/ 270 w 103"/>
                <a:gd name="T3" fmla="*/ 3608 h 111"/>
                <a:gd name="T4" fmla="*/ 598 w 103"/>
                <a:gd name="T5" fmla="*/ 3129 h 111"/>
                <a:gd name="T6" fmla="*/ 1498 w 103"/>
                <a:gd name="T7" fmla="*/ 2123 h 111"/>
                <a:gd name="T8" fmla="*/ 2921 w 103"/>
                <a:gd name="T9" fmla="*/ 0 h 111"/>
                <a:gd name="T10" fmla="*/ 1922 w 103"/>
                <a:gd name="T11" fmla="*/ 2003 h 111"/>
                <a:gd name="T12" fmla="*/ 993 w 103"/>
                <a:gd name="T13" fmla="*/ 3095 h 111"/>
                <a:gd name="T14" fmla="*/ 630 w 103"/>
                <a:gd name="T15" fmla="*/ 3444 h 111"/>
                <a:gd name="T16" fmla="*/ 196 w 103"/>
                <a:gd name="T17" fmla="*/ 4057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1">
                  <a:moveTo>
                    <a:pt x="0" y="111"/>
                  </a:moveTo>
                  <a:cubicBezTo>
                    <a:pt x="8" y="106"/>
                    <a:pt x="5" y="98"/>
                    <a:pt x="8" y="90"/>
                  </a:cubicBezTo>
                  <a:cubicBezTo>
                    <a:pt x="10" y="82"/>
                    <a:pt x="12" y="82"/>
                    <a:pt x="18" y="78"/>
                  </a:cubicBezTo>
                  <a:cubicBezTo>
                    <a:pt x="27" y="70"/>
                    <a:pt x="35" y="60"/>
                    <a:pt x="45" y="53"/>
                  </a:cubicBezTo>
                  <a:cubicBezTo>
                    <a:pt x="63" y="40"/>
                    <a:pt x="101" y="30"/>
                    <a:pt x="88" y="0"/>
                  </a:cubicBezTo>
                  <a:cubicBezTo>
                    <a:pt x="103" y="21"/>
                    <a:pt x="77" y="42"/>
                    <a:pt x="58" y="50"/>
                  </a:cubicBezTo>
                  <a:cubicBezTo>
                    <a:pt x="46" y="55"/>
                    <a:pt x="38" y="68"/>
                    <a:pt x="30" y="77"/>
                  </a:cubicBezTo>
                  <a:cubicBezTo>
                    <a:pt x="26" y="82"/>
                    <a:pt x="23" y="83"/>
                    <a:pt x="19" y="86"/>
                  </a:cubicBezTo>
                  <a:cubicBezTo>
                    <a:pt x="13" y="90"/>
                    <a:pt x="11" y="98"/>
                    <a:pt x="6" y="1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9" name="Freeform 1191">
              <a:extLst>
                <a:ext uri="{FF2B5EF4-FFF2-40B4-BE49-F238E27FC236}">
                  <a16:creationId xmlns:a16="http://schemas.microsoft.com/office/drawing/2014/main" id="{9034E5EA-F084-4572-BFB5-9349298B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662"/>
              <a:ext cx="84" cy="229"/>
            </a:xfrm>
            <a:custGeom>
              <a:avLst/>
              <a:gdLst>
                <a:gd name="T0" fmla="*/ 740 w 26"/>
                <a:gd name="T1" fmla="*/ 0 h 67"/>
                <a:gd name="T2" fmla="*/ 439 w 26"/>
                <a:gd name="T3" fmla="*/ 1637 h 67"/>
                <a:gd name="T4" fmla="*/ 0 w 26"/>
                <a:gd name="T5" fmla="*/ 2594 h 67"/>
                <a:gd name="T6" fmla="*/ 772 w 26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7">
                  <a:moveTo>
                    <a:pt x="22" y="0"/>
                  </a:moveTo>
                  <a:cubicBezTo>
                    <a:pt x="16" y="14"/>
                    <a:pt x="15" y="27"/>
                    <a:pt x="13" y="41"/>
                  </a:cubicBezTo>
                  <a:cubicBezTo>
                    <a:pt x="12" y="49"/>
                    <a:pt x="10" y="65"/>
                    <a:pt x="0" y="65"/>
                  </a:cubicBezTo>
                  <a:cubicBezTo>
                    <a:pt x="26" y="67"/>
                    <a:pt x="20" y="16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0" name="Freeform 1192">
              <a:extLst>
                <a:ext uri="{FF2B5EF4-FFF2-40B4-BE49-F238E27FC236}">
                  <a16:creationId xmlns:a16="http://schemas.microsoft.com/office/drawing/2014/main" id="{D2CE249B-02A2-4302-A59C-19453461F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36"/>
              <a:ext cx="38" cy="96"/>
            </a:xfrm>
            <a:custGeom>
              <a:avLst/>
              <a:gdLst>
                <a:gd name="T0" fmla="*/ 250 w 12"/>
                <a:gd name="T1" fmla="*/ 0 h 28"/>
                <a:gd name="T2" fmla="*/ 130 w 12"/>
                <a:gd name="T3" fmla="*/ 1128 h 28"/>
                <a:gd name="T4" fmla="*/ 380 w 12"/>
                <a:gd name="T5" fmla="*/ 363 h 28"/>
                <a:gd name="T6" fmla="*/ 291 w 12"/>
                <a:gd name="T7" fmla="*/ 3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8" y="0"/>
                  </a:moveTo>
                  <a:cubicBezTo>
                    <a:pt x="4" y="9"/>
                    <a:pt x="0" y="20"/>
                    <a:pt x="4" y="28"/>
                  </a:cubicBezTo>
                  <a:cubicBezTo>
                    <a:pt x="5" y="21"/>
                    <a:pt x="8" y="15"/>
                    <a:pt x="12" y="9"/>
                  </a:cubicBezTo>
                  <a:cubicBezTo>
                    <a:pt x="9" y="7"/>
                    <a:pt x="9" y="5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1" name="Freeform 1193">
              <a:extLst>
                <a:ext uri="{FF2B5EF4-FFF2-40B4-BE49-F238E27FC236}">
                  <a16:creationId xmlns:a16="http://schemas.microsoft.com/office/drawing/2014/main" id="{11527757-2403-415A-8387-CD46FFEC0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3240"/>
              <a:ext cx="286" cy="172"/>
            </a:xfrm>
            <a:custGeom>
              <a:avLst/>
              <a:gdLst>
                <a:gd name="T0" fmla="*/ 61 w 89"/>
                <a:gd name="T1" fmla="*/ 83 h 50"/>
                <a:gd name="T2" fmla="*/ 1199 w 89"/>
                <a:gd name="T3" fmla="*/ 1018 h 50"/>
                <a:gd name="T4" fmla="*/ 1796 w 89"/>
                <a:gd name="T5" fmla="*/ 1551 h 50"/>
                <a:gd name="T6" fmla="*/ 2953 w 89"/>
                <a:gd name="T7" fmla="*/ 1586 h 50"/>
                <a:gd name="T8" fmla="*/ 1922 w 89"/>
                <a:gd name="T9" fmla="*/ 1954 h 50"/>
                <a:gd name="T10" fmla="*/ 1199 w 89"/>
                <a:gd name="T11" fmla="*/ 1469 h 50"/>
                <a:gd name="T12" fmla="*/ 331 w 89"/>
                <a:gd name="T13" fmla="*/ 936 h 50"/>
                <a:gd name="T14" fmla="*/ 0 w 89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50">
                  <a:moveTo>
                    <a:pt x="2" y="2"/>
                  </a:moveTo>
                  <a:cubicBezTo>
                    <a:pt x="10" y="18"/>
                    <a:pt x="21" y="18"/>
                    <a:pt x="36" y="25"/>
                  </a:cubicBezTo>
                  <a:cubicBezTo>
                    <a:pt x="42" y="28"/>
                    <a:pt x="47" y="34"/>
                    <a:pt x="54" y="38"/>
                  </a:cubicBezTo>
                  <a:cubicBezTo>
                    <a:pt x="63" y="43"/>
                    <a:pt x="78" y="43"/>
                    <a:pt x="89" y="39"/>
                  </a:cubicBezTo>
                  <a:cubicBezTo>
                    <a:pt x="80" y="45"/>
                    <a:pt x="69" y="50"/>
                    <a:pt x="58" y="48"/>
                  </a:cubicBezTo>
                  <a:cubicBezTo>
                    <a:pt x="49" y="46"/>
                    <a:pt x="44" y="41"/>
                    <a:pt x="36" y="36"/>
                  </a:cubicBezTo>
                  <a:cubicBezTo>
                    <a:pt x="28" y="31"/>
                    <a:pt x="17" y="29"/>
                    <a:pt x="10" y="23"/>
                  </a:cubicBezTo>
                  <a:cubicBezTo>
                    <a:pt x="1" y="17"/>
                    <a:pt x="6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2" name="Freeform 1194">
              <a:extLst>
                <a:ext uri="{FF2B5EF4-FFF2-40B4-BE49-F238E27FC236}">
                  <a16:creationId xmlns:a16="http://schemas.microsoft.com/office/drawing/2014/main" id="{C84B5551-2F7B-4FA8-B263-4942013C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271"/>
              <a:ext cx="356" cy="127"/>
            </a:xfrm>
            <a:custGeom>
              <a:avLst/>
              <a:gdLst>
                <a:gd name="T0" fmla="*/ 0 w 111"/>
                <a:gd name="T1" fmla="*/ 0 h 37"/>
                <a:gd name="T2" fmla="*/ 1616 w 111"/>
                <a:gd name="T3" fmla="*/ 930 h 37"/>
                <a:gd name="T4" fmla="*/ 3663 w 111"/>
                <a:gd name="T5" fmla="*/ 364 h 37"/>
                <a:gd name="T6" fmla="*/ 1687 w 111"/>
                <a:gd name="T7" fmla="*/ 1249 h 37"/>
                <a:gd name="T8" fmla="*/ 228 w 111"/>
                <a:gd name="T9" fmla="*/ 19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37">
                  <a:moveTo>
                    <a:pt x="0" y="0"/>
                  </a:moveTo>
                  <a:cubicBezTo>
                    <a:pt x="13" y="10"/>
                    <a:pt x="32" y="19"/>
                    <a:pt x="49" y="23"/>
                  </a:cubicBezTo>
                  <a:cubicBezTo>
                    <a:pt x="70" y="29"/>
                    <a:pt x="92" y="18"/>
                    <a:pt x="111" y="9"/>
                  </a:cubicBezTo>
                  <a:cubicBezTo>
                    <a:pt x="93" y="15"/>
                    <a:pt x="75" y="37"/>
                    <a:pt x="51" y="31"/>
                  </a:cubicBezTo>
                  <a:cubicBezTo>
                    <a:pt x="38" y="29"/>
                    <a:pt x="15" y="16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3" name="Freeform 1195">
              <a:extLst>
                <a:ext uri="{FF2B5EF4-FFF2-40B4-BE49-F238E27FC236}">
                  <a16:creationId xmlns:a16="http://schemas.microsoft.com/office/drawing/2014/main" id="{2949860F-C6AC-4083-987C-BA65F09C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275"/>
              <a:ext cx="302" cy="116"/>
            </a:xfrm>
            <a:custGeom>
              <a:avLst/>
              <a:gdLst>
                <a:gd name="T0" fmla="*/ 331 w 94"/>
                <a:gd name="T1" fmla="*/ 396 h 34"/>
                <a:gd name="T2" fmla="*/ 3116 w 94"/>
                <a:gd name="T3" fmla="*/ 1187 h 34"/>
                <a:gd name="T4" fmla="*/ 1063 w 94"/>
                <a:gd name="T5" fmla="*/ 1119 h 34"/>
                <a:gd name="T6" fmla="*/ 196 w 94"/>
                <a:gd name="T7" fmla="*/ 757 h 34"/>
                <a:gd name="T8" fmla="*/ 0 w 94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34">
                  <a:moveTo>
                    <a:pt x="10" y="10"/>
                  </a:moveTo>
                  <a:cubicBezTo>
                    <a:pt x="30" y="27"/>
                    <a:pt x="69" y="30"/>
                    <a:pt x="94" y="30"/>
                  </a:cubicBezTo>
                  <a:cubicBezTo>
                    <a:pt x="72" y="34"/>
                    <a:pt x="53" y="29"/>
                    <a:pt x="32" y="28"/>
                  </a:cubicBezTo>
                  <a:cubicBezTo>
                    <a:pt x="23" y="27"/>
                    <a:pt x="11" y="25"/>
                    <a:pt x="6" y="19"/>
                  </a:cubicBezTo>
                  <a:cubicBezTo>
                    <a:pt x="3" y="15"/>
                    <a:pt x="3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4" name="Freeform 1196">
              <a:extLst>
                <a:ext uri="{FF2B5EF4-FFF2-40B4-BE49-F238E27FC236}">
                  <a16:creationId xmlns:a16="http://schemas.microsoft.com/office/drawing/2014/main" id="{889855B3-B9EE-450F-A105-945978757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3192"/>
              <a:ext cx="273" cy="192"/>
            </a:xfrm>
            <a:custGeom>
              <a:avLst/>
              <a:gdLst>
                <a:gd name="T0" fmla="*/ 228 w 85"/>
                <a:gd name="T1" fmla="*/ 2256 h 56"/>
                <a:gd name="T2" fmla="*/ 2817 w 85"/>
                <a:gd name="T3" fmla="*/ 0 h 56"/>
                <a:gd name="T4" fmla="*/ 1991 w 85"/>
                <a:gd name="T5" fmla="*/ 528 h 56"/>
                <a:gd name="T6" fmla="*/ 1198 w 85"/>
                <a:gd name="T7" fmla="*/ 765 h 56"/>
                <a:gd name="T8" fmla="*/ 299 w 85"/>
                <a:gd name="T9" fmla="*/ 197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56">
                  <a:moveTo>
                    <a:pt x="7" y="56"/>
                  </a:moveTo>
                  <a:cubicBezTo>
                    <a:pt x="0" y="6"/>
                    <a:pt x="52" y="10"/>
                    <a:pt x="85" y="0"/>
                  </a:cubicBezTo>
                  <a:cubicBezTo>
                    <a:pt x="76" y="3"/>
                    <a:pt x="68" y="9"/>
                    <a:pt x="60" y="13"/>
                  </a:cubicBezTo>
                  <a:cubicBezTo>
                    <a:pt x="52" y="15"/>
                    <a:pt x="43" y="16"/>
                    <a:pt x="36" y="19"/>
                  </a:cubicBezTo>
                  <a:cubicBezTo>
                    <a:pt x="27" y="23"/>
                    <a:pt x="5" y="39"/>
                    <a:pt x="9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5" name="Freeform 1197">
              <a:extLst>
                <a:ext uri="{FF2B5EF4-FFF2-40B4-BE49-F238E27FC236}">
                  <a16:creationId xmlns:a16="http://schemas.microsoft.com/office/drawing/2014/main" id="{174BDF07-CCDD-4B2A-A597-BE89D451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3121"/>
              <a:ext cx="2469" cy="407"/>
            </a:xfrm>
            <a:custGeom>
              <a:avLst/>
              <a:gdLst>
                <a:gd name="T0" fmla="*/ 401 w 769"/>
                <a:gd name="T1" fmla="*/ 1919 h 119"/>
                <a:gd name="T2" fmla="*/ 1390 w 769"/>
                <a:gd name="T3" fmla="*/ 4084 h 119"/>
                <a:gd name="T4" fmla="*/ 5885 w 769"/>
                <a:gd name="T5" fmla="*/ 4480 h 119"/>
                <a:gd name="T6" fmla="*/ 12380 w 769"/>
                <a:gd name="T7" fmla="*/ 4645 h 119"/>
                <a:gd name="T8" fmla="*/ 20988 w 769"/>
                <a:gd name="T9" fmla="*/ 4727 h 119"/>
                <a:gd name="T10" fmla="*/ 25091 w 769"/>
                <a:gd name="T11" fmla="*/ 3557 h 119"/>
                <a:gd name="T12" fmla="*/ 23069 w 769"/>
                <a:gd name="T13" fmla="*/ 1885 h 119"/>
                <a:gd name="T14" fmla="*/ 20523 w 769"/>
                <a:gd name="T15" fmla="*/ 923 h 119"/>
                <a:gd name="T16" fmla="*/ 18204 w 769"/>
                <a:gd name="T17" fmla="*/ 1077 h 119"/>
                <a:gd name="T18" fmla="*/ 16050 w 769"/>
                <a:gd name="T19" fmla="*/ 1006 h 119"/>
                <a:gd name="T20" fmla="*/ 13639 w 769"/>
                <a:gd name="T21" fmla="*/ 246 h 119"/>
                <a:gd name="T22" fmla="*/ 10753 w 769"/>
                <a:gd name="T23" fmla="*/ 479 h 119"/>
                <a:gd name="T24" fmla="*/ 8011 w 769"/>
                <a:gd name="T25" fmla="*/ 513 h 119"/>
                <a:gd name="T26" fmla="*/ 5493 w 769"/>
                <a:gd name="T27" fmla="*/ 34 h 119"/>
                <a:gd name="T28" fmla="*/ 2578 w 769"/>
                <a:gd name="T29" fmla="*/ 725 h 119"/>
                <a:gd name="T30" fmla="*/ 401 w 769"/>
                <a:gd name="T31" fmla="*/ 1919 h 1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69" h="119">
                  <a:moveTo>
                    <a:pt x="12" y="48"/>
                  </a:moveTo>
                  <a:cubicBezTo>
                    <a:pt x="0" y="73"/>
                    <a:pt x="4" y="98"/>
                    <a:pt x="42" y="102"/>
                  </a:cubicBezTo>
                  <a:cubicBezTo>
                    <a:pt x="79" y="106"/>
                    <a:pt x="115" y="107"/>
                    <a:pt x="178" y="112"/>
                  </a:cubicBezTo>
                  <a:cubicBezTo>
                    <a:pt x="242" y="117"/>
                    <a:pt x="298" y="112"/>
                    <a:pt x="374" y="116"/>
                  </a:cubicBezTo>
                  <a:cubicBezTo>
                    <a:pt x="450" y="119"/>
                    <a:pt x="588" y="117"/>
                    <a:pt x="634" y="118"/>
                  </a:cubicBezTo>
                  <a:cubicBezTo>
                    <a:pt x="680" y="119"/>
                    <a:pt x="747" y="117"/>
                    <a:pt x="758" y="89"/>
                  </a:cubicBezTo>
                  <a:cubicBezTo>
                    <a:pt x="769" y="62"/>
                    <a:pt x="719" y="51"/>
                    <a:pt x="697" y="47"/>
                  </a:cubicBezTo>
                  <a:cubicBezTo>
                    <a:pt x="676" y="43"/>
                    <a:pt x="646" y="27"/>
                    <a:pt x="620" y="23"/>
                  </a:cubicBezTo>
                  <a:cubicBezTo>
                    <a:pt x="594" y="20"/>
                    <a:pt x="562" y="25"/>
                    <a:pt x="550" y="27"/>
                  </a:cubicBezTo>
                  <a:cubicBezTo>
                    <a:pt x="538" y="30"/>
                    <a:pt x="501" y="26"/>
                    <a:pt x="485" y="25"/>
                  </a:cubicBezTo>
                  <a:cubicBezTo>
                    <a:pt x="469" y="23"/>
                    <a:pt x="442" y="7"/>
                    <a:pt x="412" y="6"/>
                  </a:cubicBezTo>
                  <a:cubicBezTo>
                    <a:pt x="382" y="5"/>
                    <a:pt x="344" y="5"/>
                    <a:pt x="325" y="12"/>
                  </a:cubicBezTo>
                  <a:cubicBezTo>
                    <a:pt x="307" y="20"/>
                    <a:pt x="269" y="13"/>
                    <a:pt x="242" y="13"/>
                  </a:cubicBezTo>
                  <a:cubicBezTo>
                    <a:pt x="215" y="13"/>
                    <a:pt x="200" y="0"/>
                    <a:pt x="166" y="1"/>
                  </a:cubicBezTo>
                  <a:cubicBezTo>
                    <a:pt x="132" y="2"/>
                    <a:pt x="116" y="15"/>
                    <a:pt x="78" y="18"/>
                  </a:cubicBezTo>
                  <a:cubicBezTo>
                    <a:pt x="58" y="20"/>
                    <a:pt x="24" y="23"/>
                    <a:pt x="12" y="48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6" name="Freeform 1198">
              <a:extLst>
                <a:ext uri="{FF2B5EF4-FFF2-40B4-BE49-F238E27FC236}">
                  <a16:creationId xmlns:a16="http://schemas.microsoft.com/office/drawing/2014/main" id="{3792A6B5-C599-4BDA-AB12-B04DC3E77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860"/>
              <a:ext cx="401" cy="343"/>
            </a:xfrm>
            <a:custGeom>
              <a:avLst/>
              <a:gdLst>
                <a:gd name="T0" fmla="*/ 2018 w 125"/>
                <a:gd name="T1" fmla="*/ 765 h 100"/>
                <a:gd name="T2" fmla="*/ 3035 w 125"/>
                <a:gd name="T3" fmla="*/ 847 h 100"/>
                <a:gd name="T4" fmla="*/ 3272 w 125"/>
                <a:gd name="T5" fmla="*/ 3505 h 100"/>
                <a:gd name="T6" fmla="*/ 1421 w 125"/>
                <a:gd name="T7" fmla="*/ 3917 h 100"/>
                <a:gd name="T8" fmla="*/ 61 w 125"/>
                <a:gd name="T9" fmla="*/ 2789 h 100"/>
                <a:gd name="T10" fmla="*/ 1059 w 125"/>
                <a:gd name="T11" fmla="*/ 281 h 100"/>
                <a:gd name="T12" fmla="*/ 2018 w 125"/>
                <a:gd name="T13" fmla="*/ 765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00">
                  <a:moveTo>
                    <a:pt x="61" y="19"/>
                  </a:moveTo>
                  <a:cubicBezTo>
                    <a:pt x="72" y="21"/>
                    <a:pt x="77" y="13"/>
                    <a:pt x="92" y="21"/>
                  </a:cubicBezTo>
                  <a:cubicBezTo>
                    <a:pt x="113" y="32"/>
                    <a:pt x="125" y="74"/>
                    <a:pt x="99" y="87"/>
                  </a:cubicBezTo>
                  <a:cubicBezTo>
                    <a:pt x="85" y="94"/>
                    <a:pt x="59" y="95"/>
                    <a:pt x="43" y="97"/>
                  </a:cubicBezTo>
                  <a:cubicBezTo>
                    <a:pt x="23" y="100"/>
                    <a:pt x="4" y="92"/>
                    <a:pt x="2" y="69"/>
                  </a:cubicBezTo>
                  <a:cubicBezTo>
                    <a:pt x="0" y="50"/>
                    <a:pt x="15" y="17"/>
                    <a:pt x="32" y="7"/>
                  </a:cubicBezTo>
                  <a:cubicBezTo>
                    <a:pt x="47" y="0"/>
                    <a:pt x="53" y="18"/>
                    <a:pt x="61" y="1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7" name="Freeform 1199">
              <a:extLst>
                <a:ext uri="{FF2B5EF4-FFF2-40B4-BE49-F238E27FC236}">
                  <a16:creationId xmlns:a16="http://schemas.microsoft.com/office/drawing/2014/main" id="{345153D8-6E4E-4817-BDDE-1ACF1A87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733"/>
              <a:ext cx="581" cy="1340"/>
            </a:xfrm>
            <a:custGeom>
              <a:avLst/>
              <a:gdLst>
                <a:gd name="T0" fmla="*/ 4998 w 181"/>
                <a:gd name="T1" fmla="*/ 644 h 391"/>
                <a:gd name="T2" fmla="*/ 2574 w 181"/>
                <a:gd name="T3" fmla="*/ 3102 h 391"/>
                <a:gd name="T4" fmla="*/ 2112 w 181"/>
                <a:gd name="T5" fmla="*/ 5237 h 391"/>
                <a:gd name="T6" fmla="*/ 1390 w 181"/>
                <a:gd name="T7" fmla="*/ 6964 h 391"/>
                <a:gd name="T8" fmla="*/ 1062 w 181"/>
                <a:gd name="T9" fmla="*/ 9137 h 391"/>
                <a:gd name="T10" fmla="*/ 299 w 181"/>
                <a:gd name="T11" fmla="*/ 12320 h 391"/>
                <a:gd name="T12" fmla="*/ 0 w 181"/>
                <a:gd name="T13" fmla="*/ 15374 h 391"/>
                <a:gd name="T14" fmla="*/ 960 w 181"/>
                <a:gd name="T15" fmla="*/ 13530 h 391"/>
                <a:gd name="T16" fmla="*/ 1916 w 181"/>
                <a:gd name="T17" fmla="*/ 14013 h 391"/>
                <a:gd name="T18" fmla="*/ 2947 w 181"/>
                <a:gd name="T19" fmla="*/ 14082 h 391"/>
                <a:gd name="T20" fmla="*/ 3637 w 181"/>
                <a:gd name="T21" fmla="*/ 15737 h 391"/>
                <a:gd name="T22" fmla="*/ 3907 w 181"/>
                <a:gd name="T23" fmla="*/ 12920 h 391"/>
                <a:gd name="T24" fmla="*/ 4626 w 181"/>
                <a:gd name="T25" fmla="*/ 8856 h 391"/>
                <a:gd name="T26" fmla="*/ 5329 w 181"/>
                <a:gd name="T27" fmla="*/ 5274 h 391"/>
                <a:gd name="T28" fmla="*/ 4998 w 181"/>
                <a:gd name="T29" fmla="*/ 644 h 3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1" h="391">
                  <a:moveTo>
                    <a:pt x="151" y="16"/>
                  </a:moveTo>
                  <a:cubicBezTo>
                    <a:pt x="122" y="0"/>
                    <a:pt x="86" y="57"/>
                    <a:pt x="78" y="77"/>
                  </a:cubicBezTo>
                  <a:cubicBezTo>
                    <a:pt x="73" y="90"/>
                    <a:pt x="68" y="118"/>
                    <a:pt x="64" y="130"/>
                  </a:cubicBezTo>
                  <a:cubicBezTo>
                    <a:pt x="58" y="147"/>
                    <a:pt x="49" y="157"/>
                    <a:pt x="42" y="173"/>
                  </a:cubicBezTo>
                  <a:cubicBezTo>
                    <a:pt x="35" y="192"/>
                    <a:pt x="30" y="208"/>
                    <a:pt x="32" y="227"/>
                  </a:cubicBezTo>
                  <a:cubicBezTo>
                    <a:pt x="35" y="258"/>
                    <a:pt x="17" y="277"/>
                    <a:pt x="9" y="306"/>
                  </a:cubicBezTo>
                  <a:cubicBezTo>
                    <a:pt x="2" y="334"/>
                    <a:pt x="2" y="354"/>
                    <a:pt x="0" y="382"/>
                  </a:cubicBezTo>
                  <a:cubicBezTo>
                    <a:pt x="4" y="364"/>
                    <a:pt x="16" y="343"/>
                    <a:pt x="29" y="336"/>
                  </a:cubicBezTo>
                  <a:cubicBezTo>
                    <a:pt x="44" y="329"/>
                    <a:pt x="50" y="347"/>
                    <a:pt x="58" y="348"/>
                  </a:cubicBezTo>
                  <a:cubicBezTo>
                    <a:pt x="69" y="350"/>
                    <a:pt x="74" y="342"/>
                    <a:pt x="89" y="350"/>
                  </a:cubicBezTo>
                  <a:cubicBezTo>
                    <a:pt x="102" y="357"/>
                    <a:pt x="111" y="375"/>
                    <a:pt x="110" y="391"/>
                  </a:cubicBezTo>
                  <a:cubicBezTo>
                    <a:pt x="114" y="369"/>
                    <a:pt x="115" y="336"/>
                    <a:pt x="118" y="321"/>
                  </a:cubicBezTo>
                  <a:cubicBezTo>
                    <a:pt x="124" y="286"/>
                    <a:pt x="130" y="253"/>
                    <a:pt x="140" y="220"/>
                  </a:cubicBezTo>
                  <a:cubicBezTo>
                    <a:pt x="148" y="190"/>
                    <a:pt x="153" y="160"/>
                    <a:pt x="161" y="131"/>
                  </a:cubicBezTo>
                  <a:cubicBezTo>
                    <a:pt x="170" y="101"/>
                    <a:pt x="181" y="31"/>
                    <a:pt x="151" y="1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8" name="Freeform 1200">
              <a:extLst>
                <a:ext uri="{FF2B5EF4-FFF2-40B4-BE49-F238E27FC236}">
                  <a16:creationId xmlns:a16="http://schemas.microsoft.com/office/drawing/2014/main" id="{330BC19E-FE96-47F6-95E4-44A4EE944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586"/>
              <a:ext cx="2001" cy="600"/>
            </a:xfrm>
            <a:custGeom>
              <a:avLst/>
              <a:gdLst>
                <a:gd name="T0" fmla="*/ 331 w 623"/>
                <a:gd name="T1" fmla="*/ 7053 h 175"/>
                <a:gd name="T2" fmla="*/ 662 w 623"/>
                <a:gd name="T3" fmla="*/ 7018 h 175"/>
                <a:gd name="T4" fmla="*/ 3581 w 623"/>
                <a:gd name="T5" fmla="*/ 6326 h 175"/>
                <a:gd name="T6" fmla="*/ 6096 w 623"/>
                <a:gd name="T7" fmla="*/ 6806 h 175"/>
                <a:gd name="T8" fmla="*/ 6995 w 623"/>
                <a:gd name="T9" fmla="*/ 6888 h 175"/>
                <a:gd name="T10" fmla="*/ 8316 w 623"/>
                <a:gd name="T11" fmla="*/ 6123 h 175"/>
                <a:gd name="T12" fmla="*/ 12420 w 623"/>
                <a:gd name="T13" fmla="*/ 4632 h 175"/>
                <a:gd name="T14" fmla="*/ 16104 w 623"/>
                <a:gd name="T15" fmla="*/ 3549 h 175"/>
                <a:gd name="T16" fmla="*/ 18786 w 623"/>
                <a:gd name="T17" fmla="*/ 2294 h 175"/>
                <a:gd name="T18" fmla="*/ 20643 w 623"/>
                <a:gd name="T19" fmla="*/ 730 h 175"/>
                <a:gd name="T20" fmla="*/ 19085 w 623"/>
                <a:gd name="T21" fmla="*/ 363 h 175"/>
                <a:gd name="T22" fmla="*/ 16702 w 623"/>
                <a:gd name="T23" fmla="*/ 117 h 175"/>
                <a:gd name="T24" fmla="*/ 14514 w 623"/>
                <a:gd name="T25" fmla="*/ 730 h 175"/>
                <a:gd name="T26" fmla="*/ 11460 w 623"/>
                <a:gd name="T27" fmla="*/ 1409 h 175"/>
                <a:gd name="T28" fmla="*/ 8913 w 623"/>
                <a:gd name="T29" fmla="*/ 2657 h 175"/>
                <a:gd name="T30" fmla="*/ 5663 w 623"/>
                <a:gd name="T31" fmla="*/ 3586 h 175"/>
                <a:gd name="T32" fmla="*/ 3045 w 623"/>
                <a:gd name="T33" fmla="*/ 4231 h 175"/>
                <a:gd name="T34" fmla="*/ 1526 w 623"/>
                <a:gd name="T35" fmla="*/ 5678 h 175"/>
                <a:gd name="T36" fmla="*/ 164 w 623"/>
                <a:gd name="T37" fmla="*/ 6970 h 175"/>
                <a:gd name="T38" fmla="*/ 331 w 623"/>
                <a:gd name="T39" fmla="*/ 7053 h 1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3" h="175">
                  <a:moveTo>
                    <a:pt x="10" y="175"/>
                  </a:moveTo>
                  <a:cubicBezTo>
                    <a:pt x="13" y="175"/>
                    <a:pt x="17" y="175"/>
                    <a:pt x="20" y="174"/>
                  </a:cubicBezTo>
                  <a:cubicBezTo>
                    <a:pt x="58" y="171"/>
                    <a:pt x="74" y="158"/>
                    <a:pt x="108" y="157"/>
                  </a:cubicBezTo>
                  <a:cubicBezTo>
                    <a:pt x="142" y="156"/>
                    <a:pt x="157" y="169"/>
                    <a:pt x="184" y="169"/>
                  </a:cubicBezTo>
                  <a:cubicBezTo>
                    <a:pt x="192" y="169"/>
                    <a:pt x="201" y="170"/>
                    <a:pt x="211" y="171"/>
                  </a:cubicBezTo>
                  <a:cubicBezTo>
                    <a:pt x="224" y="166"/>
                    <a:pt x="242" y="156"/>
                    <a:pt x="251" y="152"/>
                  </a:cubicBezTo>
                  <a:cubicBezTo>
                    <a:pt x="290" y="134"/>
                    <a:pt x="334" y="128"/>
                    <a:pt x="375" y="115"/>
                  </a:cubicBezTo>
                  <a:cubicBezTo>
                    <a:pt x="411" y="104"/>
                    <a:pt x="449" y="92"/>
                    <a:pt x="486" y="88"/>
                  </a:cubicBezTo>
                  <a:cubicBezTo>
                    <a:pt x="504" y="86"/>
                    <a:pt x="537" y="70"/>
                    <a:pt x="567" y="57"/>
                  </a:cubicBezTo>
                  <a:cubicBezTo>
                    <a:pt x="591" y="46"/>
                    <a:pt x="623" y="31"/>
                    <a:pt x="623" y="18"/>
                  </a:cubicBezTo>
                  <a:cubicBezTo>
                    <a:pt x="623" y="5"/>
                    <a:pt x="603" y="13"/>
                    <a:pt x="576" y="9"/>
                  </a:cubicBezTo>
                  <a:cubicBezTo>
                    <a:pt x="554" y="6"/>
                    <a:pt x="517" y="0"/>
                    <a:pt x="504" y="3"/>
                  </a:cubicBezTo>
                  <a:cubicBezTo>
                    <a:pt x="480" y="10"/>
                    <a:pt x="463" y="14"/>
                    <a:pt x="438" y="18"/>
                  </a:cubicBezTo>
                  <a:cubicBezTo>
                    <a:pt x="405" y="23"/>
                    <a:pt x="378" y="17"/>
                    <a:pt x="346" y="35"/>
                  </a:cubicBezTo>
                  <a:cubicBezTo>
                    <a:pt x="320" y="50"/>
                    <a:pt x="300" y="61"/>
                    <a:pt x="269" y="66"/>
                  </a:cubicBezTo>
                  <a:cubicBezTo>
                    <a:pt x="232" y="72"/>
                    <a:pt x="206" y="72"/>
                    <a:pt x="171" y="89"/>
                  </a:cubicBezTo>
                  <a:cubicBezTo>
                    <a:pt x="152" y="98"/>
                    <a:pt x="116" y="90"/>
                    <a:pt x="92" y="105"/>
                  </a:cubicBezTo>
                  <a:cubicBezTo>
                    <a:pt x="79" y="113"/>
                    <a:pt x="57" y="136"/>
                    <a:pt x="46" y="141"/>
                  </a:cubicBezTo>
                  <a:cubicBezTo>
                    <a:pt x="23" y="151"/>
                    <a:pt x="0" y="159"/>
                    <a:pt x="5" y="173"/>
                  </a:cubicBezTo>
                  <a:lnTo>
                    <a:pt x="10" y="175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9" name="Oval 1201">
              <a:extLst>
                <a:ext uri="{FF2B5EF4-FFF2-40B4-BE49-F238E27FC236}">
                  <a16:creationId xmlns:a16="http://schemas.microsoft.com/office/drawing/2014/main" id="{54AFA7DB-22EA-411B-8EA0-AABBDABE3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3244"/>
              <a:ext cx="20" cy="10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0" name="Oval 1202">
              <a:extLst>
                <a:ext uri="{FF2B5EF4-FFF2-40B4-BE49-F238E27FC236}">
                  <a16:creationId xmlns:a16="http://schemas.microsoft.com/office/drawing/2014/main" id="{18907815-BC88-44D8-8861-1D234A84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3175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1" name="Freeform 1203">
              <a:extLst>
                <a:ext uri="{FF2B5EF4-FFF2-40B4-BE49-F238E27FC236}">
                  <a16:creationId xmlns:a16="http://schemas.microsoft.com/office/drawing/2014/main" id="{B040BEF8-2414-4974-8B6B-93EB534EA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3199"/>
              <a:ext cx="20" cy="17"/>
            </a:xfrm>
            <a:custGeom>
              <a:avLst/>
              <a:gdLst>
                <a:gd name="T0" fmla="*/ 0 w 6"/>
                <a:gd name="T1" fmla="*/ 34 h 5"/>
                <a:gd name="T2" fmla="*/ 143 w 6"/>
                <a:gd name="T3" fmla="*/ 0 h 5"/>
                <a:gd name="T4" fmla="*/ 190 w 6"/>
                <a:gd name="T5" fmla="*/ 116 h 5"/>
                <a:gd name="T6" fmla="*/ 77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0" y="0"/>
                    <a:pt x="2" y="0"/>
                    <a:pt x="4" y="0"/>
                  </a:cubicBezTo>
                  <a:cubicBezTo>
                    <a:pt x="5" y="1"/>
                    <a:pt x="6" y="3"/>
                    <a:pt x="5" y="3"/>
                  </a:cubicBezTo>
                  <a:cubicBezTo>
                    <a:pt x="5" y="4"/>
                    <a:pt x="3" y="5"/>
                    <a:pt x="2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82" name="Oval 1204">
              <a:extLst>
                <a:ext uri="{FF2B5EF4-FFF2-40B4-BE49-F238E27FC236}">
                  <a16:creationId xmlns:a16="http://schemas.microsoft.com/office/drawing/2014/main" id="{CA6CA30D-4E4D-40A3-B7B3-1639F2BC4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3230"/>
              <a:ext cx="20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3" name="Freeform 1205">
              <a:extLst>
                <a:ext uri="{FF2B5EF4-FFF2-40B4-BE49-F238E27FC236}">
                  <a16:creationId xmlns:a16="http://schemas.microsoft.com/office/drawing/2014/main" id="{2D50459C-EE45-493E-BE5E-32596BCF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3251"/>
              <a:ext cx="23" cy="17"/>
            </a:xfrm>
            <a:custGeom>
              <a:avLst/>
              <a:gdLst>
                <a:gd name="T0" fmla="*/ 33 w 7"/>
                <a:gd name="T1" fmla="*/ 82 h 5"/>
                <a:gd name="T2" fmla="*/ 141 w 7"/>
                <a:gd name="T3" fmla="*/ 34 h 5"/>
                <a:gd name="T4" fmla="*/ 217 w 7"/>
                <a:gd name="T5" fmla="*/ 163 h 5"/>
                <a:gd name="T6" fmla="*/ 108 w 7"/>
                <a:gd name="T7" fmla="*/ 197 h 5"/>
                <a:gd name="T8" fmla="*/ 33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7" y="3"/>
                    <a:pt x="6" y="4"/>
                  </a:cubicBezTo>
                  <a:cubicBezTo>
                    <a:pt x="6" y="5"/>
                    <a:pt x="4" y="5"/>
                    <a:pt x="3" y="5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84" name="Oval 1206">
              <a:extLst>
                <a:ext uri="{FF2B5EF4-FFF2-40B4-BE49-F238E27FC236}">
                  <a16:creationId xmlns:a16="http://schemas.microsoft.com/office/drawing/2014/main" id="{11DD6792-0CFB-4D8C-8DA7-806C2F3B3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06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5" name="Oval 1207">
              <a:extLst>
                <a:ext uri="{FF2B5EF4-FFF2-40B4-BE49-F238E27FC236}">
                  <a16:creationId xmlns:a16="http://schemas.microsoft.com/office/drawing/2014/main" id="{BDC9CA12-79DE-4A84-9EE1-4D80C89B6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3192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6" name="Freeform 1208">
              <a:extLst>
                <a:ext uri="{FF2B5EF4-FFF2-40B4-BE49-F238E27FC236}">
                  <a16:creationId xmlns:a16="http://schemas.microsoft.com/office/drawing/2014/main" id="{17B470CF-17CA-4F33-B65C-33BBD2223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189"/>
              <a:ext cx="22" cy="17"/>
            </a:xfrm>
            <a:custGeom>
              <a:avLst/>
              <a:gdLst>
                <a:gd name="T0" fmla="*/ 0 w 7"/>
                <a:gd name="T1" fmla="*/ 116 h 5"/>
                <a:gd name="T2" fmla="*/ 88 w 7"/>
                <a:gd name="T3" fmla="*/ 0 h 5"/>
                <a:gd name="T4" fmla="*/ 189 w 7"/>
                <a:gd name="T5" fmla="*/ 82 h 5"/>
                <a:gd name="T6" fmla="*/ 129 w 7"/>
                <a:gd name="T7" fmla="*/ 163 h 5"/>
                <a:gd name="T8" fmla="*/ 0 w 7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7" y="3"/>
                    <a:pt x="5" y="4"/>
                    <a:pt x="4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87" name="Freeform 1209">
              <a:extLst>
                <a:ext uri="{FF2B5EF4-FFF2-40B4-BE49-F238E27FC236}">
                  <a16:creationId xmlns:a16="http://schemas.microsoft.com/office/drawing/2014/main" id="{B5129049-0F02-49F5-92D9-F2AAE4793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216"/>
              <a:ext cx="19" cy="18"/>
            </a:xfrm>
            <a:custGeom>
              <a:avLst/>
              <a:gdLst>
                <a:gd name="T0" fmla="*/ 32 w 6"/>
                <a:gd name="T1" fmla="*/ 50 h 5"/>
                <a:gd name="T2" fmla="*/ 130 w 6"/>
                <a:gd name="T3" fmla="*/ 50 h 5"/>
                <a:gd name="T4" fmla="*/ 190 w 6"/>
                <a:gd name="T5" fmla="*/ 180 h 5"/>
                <a:gd name="T6" fmla="*/ 60 w 6"/>
                <a:gd name="T7" fmla="*/ 180 h 5"/>
                <a:gd name="T8" fmla="*/ 32 w 6"/>
                <a:gd name="T9" fmla="*/ 5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88" name="Freeform 1210">
              <a:extLst>
                <a:ext uri="{FF2B5EF4-FFF2-40B4-BE49-F238E27FC236}">
                  <a16:creationId xmlns:a16="http://schemas.microsoft.com/office/drawing/2014/main" id="{7FD66016-83EB-4654-A7D1-1E93D9EA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3172"/>
              <a:ext cx="19" cy="17"/>
            </a:xfrm>
            <a:custGeom>
              <a:avLst/>
              <a:gdLst>
                <a:gd name="T0" fmla="*/ 0 w 6"/>
                <a:gd name="T1" fmla="*/ 82 h 5"/>
                <a:gd name="T2" fmla="*/ 130 w 6"/>
                <a:gd name="T3" fmla="*/ 34 h 5"/>
                <a:gd name="T4" fmla="*/ 162 w 6"/>
                <a:gd name="T5" fmla="*/ 163 h 5"/>
                <a:gd name="T6" fmla="*/ 60 w 6"/>
                <a:gd name="T7" fmla="*/ 197 h 5"/>
                <a:gd name="T8" fmla="*/ 0 w 6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89" name="Freeform 1211">
              <a:extLst>
                <a:ext uri="{FF2B5EF4-FFF2-40B4-BE49-F238E27FC236}">
                  <a16:creationId xmlns:a16="http://schemas.microsoft.com/office/drawing/2014/main" id="{C1D2D183-2EA0-470B-B42F-7C463005D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199"/>
              <a:ext cx="19" cy="14"/>
            </a:xfrm>
            <a:custGeom>
              <a:avLst/>
              <a:gdLst>
                <a:gd name="T0" fmla="*/ 0 w 6"/>
                <a:gd name="T1" fmla="*/ 88 h 4"/>
                <a:gd name="T2" fmla="*/ 60 w 6"/>
                <a:gd name="T3" fmla="*/ 0 h 4"/>
                <a:gd name="T4" fmla="*/ 190 w 6"/>
                <a:gd name="T5" fmla="*/ 49 h 4"/>
                <a:gd name="T6" fmla="*/ 101 w 6"/>
                <a:gd name="T7" fmla="*/ 172 h 4"/>
                <a:gd name="T8" fmla="*/ 0 w 6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2"/>
                    <a:pt x="5" y="3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90" name="Oval 1212">
              <a:extLst>
                <a:ext uri="{FF2B5EF4-FFF2-40B4-BE49-F238E27FC236}">
                  <a16:creationId xmlns:a16="http://schemas.microsoft.com/office/drawing/2014/main" id="{E4C452DF-BA36-4957-9352-DB079A68C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4" y="3234"/>
              <a:ext cx="20" cy="13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1" name="Oval 1213">
              <a:extLst>
                <a:ext uri="{FF2B5EF4-FFF2-40B4-BE49-F238E27FC236}">
                  <a16:creationId xmlns:a16="http://schemas.microsoft.com/office/drawing/2014/main" id="{37812077-EFDE-410F-BCE1-A36A1C762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3220"/>
              <a:ext cx="16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2" name="Freeform 1214">
              <a:extLst>
                <a:ext uri="{FF2B5EF4-FFF2-40B4-BE49-F238E27FC236}">
                  <a16:creationId xmlns:a16="http://schemas.microsoft.com/office/drawing/2014/main" id="{A5735961-4F88-47F4-BEE4-CCEC23456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3213"/>
              <a:ext cx="19" cy="17"/>
            </a:xfrm>
            <a:custGeom>
              <a:avLst/>
              <a:gdLst>
                <a:gd name="T0" fmla="*/ 0 w 6"/>
                <a:gd name="T1" fmla="*/ 116 h 5"/>
                <a:gd name="T2" fmla="*/ 101 w 6"/>
                <a:gd name="T3" fmla="*/ 34 h 5"/>
                <a:gd name="T4" fmla="*/ 190 w 6"/>
                <a:gd name="T5" fmla="*/ 82 h 5"/>
                <a:gd name="T6" fmla="*/ 101 w 6"/>
                <a:gd name="T7" fmla="*/ 197 h 5"/>
                <a:gd name="T8" fmla="*/ 0 w 6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2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3"/>
                    <a:pt x="5" y="4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93" name="Freeform 1215">
              <a:extLst>
                <a:ext uri="{FF2B5EF4-FFF2-40B4-BE49-F238E27FC236}">
                  <a16:creationId xmlns:a16="http://schemas.microsoft.com/office/drawing/2014/main" id="{8A153D84-73EF-4D5B-9623-04594B2B4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240"/>
              <a:ext cx="19" cy="18"/>
            </a:xfrm>
            <a:custGeom>
              <a:avLst/>
              <a:gdLst>
                <a:gd name="T0" fmla="*/ 0 w 6"/>
                <a:gd name="T1" fmla="*/ 90 h 5"/>
                <a:gd name="T2" fmla="*/ 130 w 6"/>
                <a:gd name="T3" fmla="*/ 50 h 5"/>
                <a:gd name="T4" fmla="*/ 190 w 6"/>
                <a:gd name="T5" fmla="*/ 180 h 5"/>
                <a:gd name="T6" fmla="*/ 60 w 6"/>
                <a:gd name="T7" fmla="*/ 234 h 5"/>
                <a:gd name="T8" fmla="*/ 0 w 6"/>
                <a:gd name="T9" fmla="*/ 9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2"/>
                    <a:pt x="6" y="3"/>
                    <a:pt x="6" y="4"/>
                  </a:cubicBezTo>
                  <a:cubicBezTo>
                    <a:pt x="5" y="5"/>
                    <a:pt x="4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94" name="Freeform 1216">
              <a:extLst>
                <a:ext uri="{FF2B5EF4-FFF2-40B4-BE49-F238E27FC236}">
                  <a16:creationId xmlns:a16="http://schemas.microsoft.com/office/drawing/2014/main" id="{12BE57A8-0B03-42E7-8FB2-37997EB3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3199"/>
              <a:ext cx="23" cy="17"/>
            </a:xfrm>
            <a:custGeom>
              <a:avLst/>
              <a:gdLst>
                <a:gd name="T0" fmla="*/ 33 w 7"/>
                <a:gd name="T1" fmla="*/ 34 h 5"/>
                <a:gd name="T2" fmla="*/ 141 w 7"/>
                <a:gd name="T3" fmla="*/ 0 h 5"/>
                <a:gd name="T4" fmla="*/ 217 w 7"/>
                <a:gd name="T5" fmla="*/ 116 h 5"/>
                <a:gd name="T6" fmla="*/ 108 w 7"/>
                <a:gd name="T7" fmla="*/ 163 h 5"/>
                <a:gd name="T8" fmla="*/ 33 w 7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7" y="3"/>
                    <a:pt x="6" y="3"/>
                  </a:cubicBezTo>
                  <a:cubicBezTo>
                    <a:pt x="6" y="4"/>
                    <a:pt x="4" y="5"/>
                    <a:pt x="3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95" name="Freeform 1217">
              <a:extLst>
                <a:ext uri="{FF2B5EF4-FFF2-40B4-BE49-F238E27FC236}">
                  <a16:creationId xmlns:a16="http://schemas.microsoft.com/office/drawing/2014/main" id="{AA10544A-F8A4-4DC4-A56A-7A737F6B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3223"/>
              <a:ext cx="20" cy="14"/>
            </a:xfrm>
            <a:custGeom>
              <a:avLst/>
              <a:gdLst>
                <a:gd name="T0" fmla="*/ 0 w 6"/>
                <a:gd name="T1" fmla="*/ 137 h 4"/>
                <a:gd name="T2" fmla="*/ 110 w 6"/>
                <a:gd name="T3" fmla="*/ 0 h 4"/>
                <a:gd name="T4" fmla="*/ 223 w 6"/>
                <a:gd name="T5" fmla="*/ 88 h 4"/>
                <a:gd name="T6" fmla="*/ 143 w 6"/>
                <a:gd name="T7" fmla="*/ 172 h 4"/>
                <a:gd name="T8" fmla="*/ 0 w 6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5" y="4"/>
                    <a:pt x="4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96" name="Oval 1218">
              <a:extLst>
                <a:ext uri="{FF2B5EF4-FFF2-40B4-BE49-F238E27FC236}">
                  <a16:creationId xmlns:a16="http://schemas.microsoft.com/office/drawing/2014/main" id="{1F4F1C64-5C1A-4903-9681-8494272EA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3295"/>
              <a:ext cx="19" cy="11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7" name="Oval 1219">
              <a:extLst>
                <a:ext uri="{FF2B5EF4-FFF2-40B4-BE49-F238E27FC236}">
                  <a16:creationId xmlns:a16="http://schemas.microsoft.com/office/drawing/2014/main" id="{39143655-92D4-4505-8739-9587F224F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3227"/>
              <a:ext cx="19" cy="13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8" name="Freeform 1220">
              <a:extLst>
                <a:ext uri="{FF2B5EF4-FFF2-40B4-BE49-F238E27FC236}">
                  <a16:creationId xmlns:a16="http://schemas.microsoft.com/office/drawing/2014/main" id="{AD681A33-80A6-4F29-BED2-30F3C4FC6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251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0 h 5"/>
                <a:gd name="T4" fmla="*/ 190 w 6"/>
                <a:gd name="T5" fmla="*/ 116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6" y="3"/>
                    <a:pt x="6" y="3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99" name="Oval 1221">
              <a:extLst>
                <a:ext uri="{FF2B5EF4-FFF2-40B4-BE49-F238E27FC236}">
                  <a16:creationId xmlns:a16="http://schemas.microsoft.com/office/drawing/2014/main" id="{46D3B2F6-5DB4-403E-B8E7-F8E9917CD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3254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0" name="Freeform 1222">
              <a:extLst>
                <a:ext uri="{FF2B5EF4-FFF2-40B4-BE49-F238E27FC236}">
                  <a16:creationId xmlns:a16="http://schemas.microsoft.com/office/drawing/2014/main" id="{BA828243-D62B-4882-BE8B-6B9E37222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264"/>
              <a:ext cx="20" cy="18"/>
            </a:xfrm>
            <a:custGeom>
              <a:avLst/>
              <a:gdLst>
                <a:gd name="T0" fmla="*/ 33 w 6"/>
                <a:gd name="T1" fmla="*/ 90 h 5"/>
                <a:gd name="T2" fmla="*/ 143 w 6"/>
                <a:gd name="T3" fmla="*/ 50 h 5"/>
                <a:gd name="T4" fmla="*/ 223 w 6"/>
                <a:gd name="T5" fmla="*/ 180 h 5"/>
                <a:gd name="T6" fmla="*/ 77 w 6"/>
                <a:gd name="T7" fmla="*/ 234 h 5"/>
                <a:gd name="T8" fmla="*/ 33 w 6"/>
                <a:gd name="T9" fmla="*/ 9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4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01" name="Freeform 1223">
              <a:extLst>
                <a:ext uri="{FF2B5EF4-FFF2-40B4-BE49-F238E27FC236}">
                  <a16:creationId xmlns:a16="http://schemas.microsoft.com/office/drawing/2014/main" id="{C9792185-543C-4CF3-8BEA-A8C44F3A7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220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34 h 5"/>
                <a:gd name="T4" fmla="*/ 190 w 6"/>
                <a:gd name="T5" fmla="*/ 163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5" y="2"/>
                    <a:pt x="6" y="3"/>
                    <a:pt x="6" y="4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02" name="Freeform 1224">
              <a:extLst>
                <a:ext uri="{FF2B5EF4-FFF2-40B4-BE49-F238E27FC236}">
                  <a16:creationId xmlns:a16="http://schemas.microsoft.com/office/drawing/2014/main" id="{770A2F71-22E1-48B1-9ECB-35E7BA3B8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3213"/>
              <a:ext cx="19" cy="14"/>
            </a:xfrm>
            <a:custGeom>
              <a:avLst/>
              <a:gdLst>
                <a:gd name="T0" fmla="*/ 0 w 6"/>
                <a:gd name="T1" fmla="*/ 137 h 4"/>
                <a:gd name="T2" fmla="*/ 101 w 6"/>
                <a:gd name="T3" fmla="*/ 0 h 4"/>
                <a:gd name="T4" fmla="*/ 190 w 6"/>
                <a:gd name="T5" fmla="*/ 49 h 4"/>
                <a:gd name="T6" fmla="*/ 130 w 6"/>
                <a:gd name="T7" fmla="*/ 172 h 4"/>
                <a:gd name="T8" fmla="*/ 0 w 6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6" y="2"/>
                    <a:pt x="5" y="3"/>
                    <a:pt x="4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03" name="Freeform 1225">
              <a:extLst>
                <a:ext uri="{FF2B5EF4-FFF2-40B4-BE49-F238E27FC236}">
                  <a16:creationId xmlns:a16="http://schemas.microsoft.com/office/drawing/2014/main" id="{C6A7FC48-2FC8-42BD-B763-346B20556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206"/>
              <a:ext cx="19" cy="17"/>
            </a:xfrm>
            <a:custGeom>
              <a:avLst/>
              <a:gdLst>
                <a:gd name="T0" fmla="*/ 0 w 6"/>
                <a:gd name="T1" fmla="*/ 116 h 5"/>
                <a:gd name="T2" fmla="*/ 101 w 6"/>
                <a:gd name="T3" fmla="*/ 0 h 5"/>
                <a:gd name="T4" fmla="*/ 190 w 6"/>
                <a:gd name="T5" fmla="*/ 34 h 5"/>
                <a:gd name="T6" fmla="*/ 130 w 6"/>
                <a:gd name="T7" fmla="*/ 163 h 5"/>
                <a:gd name="T8" fmla="*/ 0 w 6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6" y="2"/>
                    <a:pt x="5" y="4"/>
                    <a:pt x="4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04" name="Oval 1226">
              <a:extLst>
                <a:ext uri="{FF2B5EF4-FFF2-40B4-BE49-F238E27FC236}">
                  <a16:creationId xmlns:a16="http://schemas.microsoft.com/office/drawing/2014/main" id="{E2BD28B1-8CFB-49E7-8B87-66DE7FB2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3285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5" name="Oval 1227">
              <a:extLst>
                <a:ext uri="{FF2B5EF4-FFF2-40B4-BE49-F238E27FC236}">
                  <a16:creationId xmlns:a16="http://schemas.microsoft.com/office/drawing/2014/main" id="{47421A47-F464-4D13-A323-1938600D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3271"/>
              <a:ext cx="20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6" name="Freeform 1228">
              <a:extLst>
                <a:ext uri="{FF2B5EF4-FFF2-40B4-BE49-F238E27FC236}">
                  <a16:creationId xmlns:a16="http://schemas.microsoft.com/office/drawing/2014/main" id="{4E0E78EC-9A32-43DA-B0C4-C01B61335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244"/>
              <a:ext cx="20" cy="17"/>
            </a:xfrm>
            <a:custGeom>
              <a:avLst/>
              <a:gdLst>
                <a:gd name="T0" fmla="*/ 0 w 6"/>
                <a:gd name="T1" fmla="*/ 116 h 5"/>
                <a:gd name="T2" fmla="*/ 110 w 6"/>
                <a:gd name="T3" fmla="*/ 0 h 5"/>
                <a:gd name="T4" fmla="*/ 223 w 6"/>
                <a:gd name="T5" fmla="*/ 82 h 5"/>
                <a:gd name="T6" fmla="*/ 110 w 6"/>
                <a:gd name="T7" fmla="*/ 163 h 5"/>
                <a:gd name="T8" fmla="*/ 0 w 6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3"/>
                    <a:pt x="5" y="4"/>
                    <a:pt x="3" y="4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07" name="Freeform 1229">
              <a:extLst>
                <a:ext uri="{FF2B5EF4-FFF2-40B4-BE49-F238E27FC236}">
                  <a16:creationId xmlns:a16="http://schemas.microsoft.com/office/drawing/2014/main" id="{AC1296D4-0224-4A06-AEEB-4FBB37782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3223"/>
              <a:ext cx="22" cy="17"/>
            </a:xfrm>
            <a:custGeom>
              <a:avLst/>
              <a:gdLst>
                <a:gd name="T0" fmla="*/ 28 w 7"/>
                <a:gd name="T1" fmla="*/ 82 h 5"/>
                <a:gd name="T2" fmla="*/ 129 w 7"/>
                <a:gd name="T3" fmla="*/ 34 h 5"/>
                <a:gd name="T4" fmla="*/ 189 w 7"/>
                <a:gd name="T5" fmla="*/ 163 h 5"/>
                <a:gd name="T6" fmla="*/ 88 w 7"/>
                <a:gd name="T7" fmla="*/ 197 h 5"/>
                <a:gd name="T8" fmla="*/ 28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7" y="3"/>
                    <a:pt x="6" y="4"/>
                  </a:cubicBezTo>
                  <a:cubicBezTo>
                    <a:pt x="6" y="5"/>
                    <a:pt x="4" y="5"/>
                    <a:pt x="3" y="5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08" name="Freeform 1230">
              <a:extLst>
                <a:ext uri="{FF2B5EF4-FFF2-40B4-BE49-F238E27FC236}">
                  <a16:creationId xmlns:a16="http://schemas.microsoft.com/office/drawing/2014/main" id="{48AA5912-3802-4027-9A0C-F20DD156B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309"/>
              <a:ext cx="20" cy="17"/>
            </a:xfrm>
            <a:custGeom>
              <a:avLst/>
              <a:gdLst>
                <a:gd name="T0" fmla="*/ 0 w 6"/>
                <a:gd name="T1" fmla="*/ 82 h 5"/>
                <a:gd name="T2" fmla="*/ 143 w 6"/>
                <a:gd name="T3" fmla="*/ 34 h 5"/>
                <a:gd name="T4" fmla="*/ 223 w 6"/>
                <a:gd name="T5" fmla="*/ 163 h 5"/>
                <a:gd name="T6" fmla="*/ 77 w 6"/>
                <a:gd name="T7" fmla="*/ 197 h 5"/>
                <a:gd name="T8" fmla="*/ 0 w 6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2"/>
                    <a:pt x="6" y="3"/>
                    <a:pt x="6" y="4"/>
                  </a:cubicBezTo>
                  <a:cubicBezTo>
                    <a:pt x="5" y="5"/>
                    <a:pt x="4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09" name="Freeform 1231">
              <a:extLst>
                <a:ext uri="{FF2B5EF4-FFF2-40B4-BE49-F238E27FC236}">
                  <a16:creationId xmlns:a16="http://schemas.microsoft.com/office/drawing/2014/main" id="{B2731A07-0BFD-498D-9129-21D7CBB3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3182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34 h 5"/>
                <a:gd name="T4" fmla="*/ 190 w 6"/>
                <a:gd name="T5" fmla="*/ 163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0" name="Freeform 1232">
              <a:extLst>
                <a:ext uri="{FF2B5EF4-FFF2-40B4-BE49-F238E27FC236}">
                  <a16:creationId xmlns:a16="http://schemas.microsoft.com/office/drawing/2014/main" id="{61628D76-DCE5-4BEB-901D-8B9DD4CB1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169"/>
              <a:ext cx="22" cy="17"/>
            </a:xfrm>
            <a:custGeom>
              <a:avLst/>
              <a:gdLst>
                <a:gd name="T0" fmla="*/ 28 w 7"/>
                <a:gd name="T1" fmla="*/ 82 h 5"/>
                <a:gd name="T2" fmla="*/ 129 w 7"/>
                <a:gd name="T3" fmla="*/ 34 h 5"/>
                <a:gd name="T4" fmla="*/ 189 w 7"/>
                <a:gd name="T5" fmla="*/ 163 h 5"/>
                <a:gd name="T6" fmla="*/ 88 w 7"/>
                <a:gd name="T7" fmla="*/ 197 h 5"/>
                <a:gd name="T8" fmla="*/ 28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7" y="3"/>
                    <a:pt x="6" y="4"/>
                  </a:cubicBezTo>
                  <a:cubicBezTo>
                    <a:pt x="6" y="5"/>
                    <a:pt x="4" y="5"/>
                    <a:pt x="3" y="5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1" name="Freeform 1233">
              <a:extLst>
                <a:ext uri="{FF2B5EF4-FFF2-40B4-BE49-F238E27FC236}">
                  <a16:creationId xmlns:a16="http://schemas.microsoft.com/office/drawing/2014/main" id="{F85F559C-DA48-41D7-A5A3-4A5922C6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213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34 h 5"/>
                <a:gd name="T4" fmla="*/ 190 w 6"/>
                <a:gd name="T5" fmla="*/ 163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2" name="Freeform 1234">
              <a:extLst>
                <a:ext uri="{FF2B5EF4-FFF2-40B4-BE49-F238E27FC236}">
                  <a16:creationId xmlns:a16="http://schemas.microsoft.com/office/drawing/2014/main" id="{558F1CB9-1B0D-4B3D-B7C8-380F24C9A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3234"/>
              <a:ext cx="22" cy="17"/>
            </a:xfrm>
            <a:custGeom>
              <a:avLst/>
              <a:gdLst>
                <a:gd name="T0" fmla="*/ 28 w 7"/>
                <a:gd name="T1" fmla="*/ 34 h 5"/>
                <a:gd name="T2" fmla="*/ 129 w 7"/>
                <a:gd name="T3" fmla="*/ 0 h 5"/>
                <a:gd name="T4" fmla="*/ 189 w 7"/>
                <a:gd name="T5" fmla="*/ 116 h 5"/>
                <a:gd name="T6" fmla="*/ 88 w 7"/>
                <a:gd name="T7" fmla="*/ 163 h 5"/>
                <a:gd name="T8" fmla="*/ 28 w 7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7" y="3"/>
                    <a:pt x="6" y="3"/>
                  </a:cubicBezTo>
                  <a:cubicBezTo>
                    <a:pt x="6" y="4"/>
                    <a:pt x="4" y="5"/>
                    <a:pt x="3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3" name="Freeform 1235">
              <a:extLst>
                <a:ext uri="{FF2B5EF4-FFF2-40B4-BE49-F238E27FC236}">
                  <a16:creationId xmlns:a16="http://schemas.microsoft.com/office/drawing/2014/main" id="{68AE77F7-6D10-4B83-8C43-58D58CD8C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275"/>
              <a:ext cx="19" cy="13"/>
            </a:xfrm>
            <a:custGeom>
              <a:avLst/>
              <a:gdLst>
                <a:gd name="T0" fmla="*/ 0 w 6"/>
                <a:gd name="T1" fmla="*/ 107 h 4"/>
                <a:gd name="T2" fmla="*/ 101 w 6"/>
                <a:gd name="T3" fmla="*/ 0 h 4"/>
                <a:gd name="T4" fmla="*/ 190 w 6"/>
                <a:gd name="T5" fmla="*/ 75 h 4"/>
                <a:gd name="T6" fmla="*/ 101 w 6"/>
                <a:gd name="T7" fmla="*/ 137 h 4"/>
                <a:gd name="T8" fmla="*/ 0 w 6"/>
                <a:gd name="T9" fmla="*/ 10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3"/>
                    <a:pt x="5" y="4"/>
                    <a:pt x="3" y="4"/>
                  </a:cubicBezTo>
                  <a:cubicBezTo>
                    <a:pt x="2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4" name="Oval 1236">
              <a:extLst>
                <a:ext uri="{FF2B5EF4-FFF2-40B4-BE49-F238E27FC236}">
                  <a16:creationId xmlns:a16="http://schemas.microsoft.com/office/drawing/2014/main" id="{475D9D15-8DCD-41C2-B1F9-0588902D9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3268"/>
              <a:ext cx="19" cy="10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5" name="Oval 1237">
              <a:extLst>
                <a:ext uri="{FF2B5EF4-FFF2-40B4-BE49-F238E27FC236}">
                  <a16:creationId xmlns:a16="http://schemas.microsoft.com/office/drawing/2014/main" id="{D22362E6-8A51-4A56-8961-871018534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3" y="3199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6" name="Freeform 1238">
              <a:extLst>
                <a:ext uri="{FF2B5EF4-FFF2-40B4-BE49-F238E27FC236}">
                  <a16:creationId xmlns:a16="http://schemas.microsoft.com/office/drawing/2014/main" id="{B8EFD9D8-E2FA-4CB3-B262-6C17A7BF3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23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0 h 5"/>
                <a:gd name="T4" fmla="*/ 190 w 6"/>
                <a:gd name="T5" fmla="*/ 116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6" y="3"/>
                    <a:pt x="6" y="3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7" name="Oval 1239">
              <a:extLst>
                <a:ext uri="{FF2B5EF4-FFF2-40B4-BE49-F238E27FC236}">
                  <a16:creationId xmlns:a16="http://schemas.microsoft.com/office/drawing/2014/main" id="{17ABD94B-F70E-4E38-A21E-9076CEDE3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" y="3254"/>
              <a:ext cx="16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8" name="Freeform 1240">
              <a:extLst>
                <a:ext uri="{FF2B5EF4-FFF2-40B4-BE49-F238E27FC236}">
                  <a16:creationId xmlns:a16="http://schemas.microsoft.com/office/drawing/2014/main" id="{91EC541E-3A31-4505-96C8-F246CD370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275"/>
              <a:ext cx="20" cy="17"/>
            </a:xfrm>
            <a:custGeom>
              <a:avLst/>
              <a:gdLst>
                <a:gd name="T0" fmla="*/ 0 w 6"/>
                <a:gd name="T1" fmla="*/ 82 h 5"/>
                <a:gd name="T2" fmla="*/ 143 w 6"/>
                <a:gd name="T3" fmla="*/ 34 h 5"/>
                <a:gd name="T4" fmla="*/ 223 w 6"/>
                <a:gd name="T5" fmla="*/ 163 h 5"/>
                <a:gd name="T6" fmla="*/ 77 w 6"/>
                <a:gd name="T7" fmla="*/ 197 h 5"/>
                <a:gd name="T8" fmla="*/ 0 w 6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2"/>
                    <a:pt x="6" y="3"/>
                    <a:pt x="6" y="4"/>
                  </a:cubicBezTo>
                  <a:cubicBezTo>
                    <a:pt x="5" y="5"/>
                    <a:pt x="4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9" name="Oval 1241">
              <a:extLst>
                <a:ext uri="{FF2B5EF4-FFF2-40B4-BE49-F238E27FC236}">
                  <a16:creationId xmlns:a16="http://schemas.microsoft.com/office/drawing/2014/main" id="{037AFD62-4AC3-45DB-95A0-E598D30B3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" y="3258"/>
              <a:ext cx="20" cy="13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20" name="Oval 1242">
              <a:extLst>
                <a:ext uri="{FF2B5EF4-FFF2-40B4-BE49-F238E27FC236}">
                  <a16:creationId xmlns:a16="http://schemas.microsoft.com/office/drawing/2014/main" id="{FAB53E98-41D9-4B84-978C-E0A69912C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44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21" name="Freeform 1243">
              <a:extLst>
                <a:ext uri="{FF2B5EF4-FFF2-40B4-BE49-F238E27FC236}">
                  <a16:creationId xmlns:a16="http://schemas.microsoft.com/office/drawing/2014/main" id="{2B7357E1-D64A-4D3D-95EB-09C78736E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237"/>
              <a:ext cx="19" cy="17"/>
            </a:xfrm>
            <a:custGeom>
              <a:avLst/>
              <a:gdLst>
                <a:gd name="T0" fmla="*/ 0 w 6"/>
                <a:gd name="T1" fmla="*/ 116 h 5"/>
                <a:gd name="T2" fmla="*/ 60 w 6"/>
                <a:gd name="T3" fmla="*/ 34 h 5"/>
                <a:gd name="T4" fmla="*/ 190 w 6"/>
                <a:gd name="T5" fmla="*/ 82 h 5"/>
                <a:gd name="T6" fmla="*/ 101 w 6"/>
                <a:gd name="T7" fmla="*/ 197 h 5"/>
                <a:gd name="T8" fmla="*/ 0 w 6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3"/>
                    <a:pt x="5" y="4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2" name="Freeform 1244">
              <a:extLst>
                <a:ext uri="{FF2B5EF4-FFF2-40B4-BE49-F238E27FC236}">
                  <a16:creationId xmlns:a16="http://schemas.microsoft.com/office/drawing/2014/main" id="{601F1BBD-46C1-4E21-8E38-82513BBD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3264"/>
              <a:ext cx="23" cy="18"/>
            </a:xfrm>
            <a:custGeom>
              <a:avLst/>
              <a:gdLst>
                <a:gd name="T0" fmla="*/ 33 w 7"/>
                <a:gd name="T1" fmla="*/ 90 h 5"/>
                <a:gd name="T2" fmla="*/ 141 w 7"/>
                <a:gd name="T3" fmla="*/ 50 h 5"/>
                <a:gd name="T4" fmla="*/ 217 w 7"/>
                <a:gd name="T5" fmla="*/ 180 h 5"/>
                <a:gd name="T6" fmla="*/ 108 w 7"/>
                <a:gd name="T7" fmla="*/ 234 h 5"/>
                <a:gd name="T8" fmla="*/ 33 w 7"/>
                <a:gd name="T9" fmla="*/ 9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7" y="3"/>
                    <a:pt x="6" y="4"/>
                  </a:cubicBezTo>
                  <a:cubicBezTo>
                    <a:pt x="6" y="5"/>
                    <a:pt x="4" y="5"/>
                    <a:pt x="3" y="5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3" name="Freeform 1245">
              <a:extLst>
                <a:ext uri="{FF2B5EF4-FFF2-40B4-BE49-F238E27FC236}">
                  <a16:creationId xmlns:a16="http://schemas.microsoft.com/office/drawing/2014/main" id="{7AA0A237-26D9-49AF-A1DA-8D53D317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158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0 h 5"/>
                <a:gd name="T4" fmla="*/ 190 w 6"/>
                <a:gd name="T5" fmla="*/ 116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6" y="3"/>
                    <a:pt x="6" y="3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4" name="Freeform 1246">
              <a:extLst>
                <a:ext uri="{FF2B5EF4-FFF2-40B4-BE49-F238E27FC236}">
                  <a16:creationId xmlns:a16="http://schemas.microsoft.com/office/drawing/2014/main" id="{2FE805EA-22FA-4CB4-8E3C-4ACD6213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247"/>
              <a:ext cx="20" cy="14"/>
            </a:xfrm>
            <a:custGeom>
              <a:avLst/>
              <a:gdLst>
                <a:gd name="T0" fmla="*/ 0 w 6"/>
                <a:gd name="T1" fmla="*/ 137 h 4"/>
                <a:gd name="T2" fmla="*/ 110 w 6"/>
                <a:gd name="T3" fmla="*/ 0 h 4"/>
                <a:gd name="T4" fmla="*/ 223 w 6"/>
                <a:gd name="T5" fmla="*/ 88 h 4"/>
                <a:gd name="T6" fmla="*/ 110 w 6"/>
                <a:gd name="T7" fmla="*/ 172 h 4"/>
                <a:gd name="T8" fmla="*/ 0 w 6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3"/>
                    <a:pt x="5" y="4"/>
                    <a:pt x="3" y="4"/>
                  </a:cubicBezTo>
                  <a:cubicBezTo>
                    <a:pt x="2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5" name="Freeform 1247">
              <a:extLst>
                <a:ext uri="{FF2B5EF4-FFF2-40B4-BE49-F238E27FC236}">
                  <a16:creationId xmlns:a16="http://schemas.microsoft.com/office/drawing/2014/main" id="{3C70845B-4F91-4589-8B9A-311F4B58A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179"/>
              <a:ext cx="23" cy="17"/>
            </a:xfrm>
            <a:custGeom>
              <a:avLst/>
              <a:gdLst>
                <a:gd name="T0" fmla="*/ 33 w 7"/>
                <a:gd name="T1" fmla="*/ 82 h 5"/>
                <a:gd name="T2" fmla="*/ 141 w 7"/>
                <a:gd name="T3" fmla="*/ 34 h 5"/>
                <a:gd name="T4" fmla="*/ 217 w 7"/>
                <a:gd name="T5" fmla="*/ 116 h 5"/>
                <a:gd name="T6" fmla="*/ 108 w 7"/>
                <a:gd name="T7" fmla="*/ 197 h 5"/>
                <a:gd name="T8" fmla="*/ 33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2"/>
                    <a:pt x="6" y="3"/>
                  </a:cubicBezTo>
                  <a:cubicBezTo>
                    <a:pt x="6" y="5"/>
                    <a:pt x="5" y="5"/>
                    <a:pt x="3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6" name="Freeform 1248">
              <a:extLst>
                <a:ext uri="{FF2B5EF4-FFF2-40B4-BE49-F238E27FC236}">
                  <a16:creationId xmlns:a16="http://schemas.microsoft.com/office/drawing/2014/main" id="{E21C74AA-2D63-4635-A38F-179A97550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172"/>
              <a:ext cx="19" cy="17"/>
            </a:xfrm>
            <a:custGeom>
              <a:avLst/>
              <a:gdLst>
                <a:gd name="T0" fmla="*/ 0 w 6"/>
                <a:gd name="T1" fmla="*/ 82 h 5"/>
                <a:gd name="T2" fmla="*/ 101 w 6"/>
                <a:gd name="T3" fmla="*/ 0 h 5"/>
                <a:gd name="T4" fmla="*/ 190 w 6"/>
                <a:gd name="T5" fmla="*/ 116 h 5"/>
                <a:gd name="T6" fmla="*/ 60 w 6"/>
                <a:gd name="T7" fmla="*/ 163 h 5"/>
                <a:gd name="T8" fmla="*/ 0 w 6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0"/>
                    <a:pt x="2" y="0"/>
                    <a:pt x="3" y="0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7" name="Freeform 1249">
              <a:extLst>
                <a:ext uri="{FF2B5EF4-FFF2-40B4-BE49-F238E27FC236}">
                  <a16:creationId xmlns:a16="http://schemas.microsoft.com/office/drawing/2014/main" id="{FE5C200D-DB11-4543-9E11-F7BCFAC70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86"/>
              <a:ext cx="19" cy="13"/>
            </a:xfrm>
            <a:custGeom>
              <a:avLst/>
              <a:gdLst>
                <a:gd name="T0" fmla="*/ 0 w 6"/>
                <a:gd name="T1" fmla="*/ 75 h 4"/>
                <a:gd name="T2" fmla="*/ 101 w 6"/>
                <a:gd name="T3" fmla="*/ 0 h 4"/>
                <a:gd name="T4" fmla="*/ 190 w 6"/>
                <a:gd name="T5" fmla="*/ 107 h 4"/>
                <a:gd name="T6" fmla="*/ 101 w 6"/>
                <a:gd name="T7" fmla="*/ 137 h 4"/>
                <a:gd name="T8" fmla="*/ 0 w 6"/>
                <a:gd name="T9" fmla="*/ 7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8" name="Freeform 1250">
              <a:extLst>
                <a:ext uri="{FF2B5EF4-FFF2-40B4-BE49-F238E27FC236}">
                  <a16:creationId xmlns:a16="http://schemas.microsoft.com/office/drawing/2014/main" id="{278301F1-56FC-4CBA-BF71-ED511968B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210"/>
              <a:ext cx="19" cy="13"/>
            </a:xfrm>
            <a:custGeom>
              <a:avLst/>
              <a:gdLst>
                <a:gd name="T0" fmla="*/ 0 w 6"/>
                <a:gd name="T1" fmla="*/ 75 h 4"/>
                <a:gd name="T2" fmla="*/ 101 w 6"/>
                <a:gd name="T3" fmla="*/ 0 h 4"/>
                <a:gd name="T4" fmla="*/ 190 w 6"/>
                <a:gd name="T5" fmla="*/ 75 h 4"/>
                <a:gd name="T6" fmla="*/ 101 w 6"/>
                <a:gd name="T7" fmla="*/ 137 h 4"/>
                <a:gd name="T8" fmla="*/ 0 w 6"/>
                <a:gd name="T9" fmla="*/ 7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0"/>
                    <a:pt x="2" y="0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5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9" name="Freeform 1251">
              <a:extLst>
                <a:ext uri="{FF2B5EF4-FFF2-40B4-BE49-F238E27FC236}">
                  <a16:creationId xmlns:a16="http://schemas.microsoft.com/office/drawing/2014/main" id="{C68D997A-C272-4728-92CE-04D233A7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3192"/>
              <a:ext cx="23" cy="14"/>
            </a:xfrm>
            <a:custGeom>
              <a:avLst/>
              <a:gdLst>
                <a:gd name="T0" fmla="*/ 33 w 7"/>
                <a:gd name="T1" fmla="*/ 88 h 4"/>
                <a:gd name="T2" fmla="*/ 141 w 7"/>
                <a:gd name="T3" fmla="*/ 0 h 4"/>
                <a:gd name="T4" fmla="*/ 250 w 7"/>
                <a:gd name="T5" fmla="*/ 137 h 4"/>
                <a:gd name="T6" fmla="*/ 108 w 7"/>
                <a:gd name="T7" fmla="*/ 172 h 4"/>
                <a:gd name="T8" fmla="*/ 33 w 7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4"/>
                    <a:pt x="5" y="4"/>
                    <a:pt x="3" y="4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0" name="Freeform 1252">
              <a:extLst>
                <a:ext uri="{FF2B5EF4-FFF2-40B4-BE49-F238E27FC236}">
                  <a16:creationId xmlns:a16="http://schemas.microsoft.com/office/drawing/2014/main" id="{4A4DF99E-7BD1-4DE6-AFE6-7CAB3C28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210"/>
              <a:ext cx="20" cy="13"/>
            </a:xfrm>
            <a:custGeom>
              <a:avLst/>
              <a:gdLst>
                <a:gd name="T0" fmla="*/ 0 w 6"/>
                <a:gd name="T1" fmla="*/ 75 h 4"/>
                <a:gd name="T2" fmla="*/ 110 w 6"/>
                <a:gd name="T3" fmla="*/ 0 h 4"/>
                <a:gd name="T4" fmla="*/ 223 w 6"/>
                <a:gd name="T5" fmla="*/ 107 h 4"/>
                <a:gd name="T6" fmla="*/ 110 w 6"/>
                <a:gd name="T7" fmla="*/ 137 h 4"/>
                <a:gd name="T8" fmla="*/ 0 w 6"/>
                <a:gd name="T9" fmla="*/ 7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1" name="Freeform 1253">
              <a:extLst>
                <a:ext uri="{FF2B5EF4-FFF2-40B4-BE49-F238E27FC236}">
                  <a16:creationId xmlns:a16="http://schemas.microsoft.com/office/drawing/2014/main" id="{58CEEFE3-1C6F-4A5A-868A-87F0E4AB3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199"/>
              <a:ext cx="19" cy="17"/>
            </a:xfrm>
            <a:custGeom>
              <a:avLst/>
              <a:gdLst>
                <a:gd name="T0" fmla="*/ 32 w 6"/>
                <a:gd name="T1" fmla="*/ 34 h 5"/>
                <a:gd name="T2" fmla="*/ 130 w 6"/>
                <a:gd name="T3" fmla="*/ 34 h 5"/>
                <a:gd name="T4" fmla="*/ 162 w 6"/>
                <a:gd name="T5" fmla="*/ 163 h 5"/>
                <a:gd name="T6" fmla="*/ 60 w 6"/>
                <a:gd name="T7" fmla="*/ 163 h 5"/>
                <a:gd name="T8" fmla="*/ 3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4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2" name="Freeform 1254">
              <a:extLst>
                <a:ext uri="{FF2B5EF4-FFF2-40B4-BE49-F238E27FC236}">
                  <a16:creationId xmlns:a16="http://schemas.microsoft.com/office/drawing/2014/main" id="{6A3083A0-2C32-4E96-BCF6-33D20D56E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3179"/>
              <a:ext cx="20" cy="20"/>
            </a:xfrm>
            <a:custGeom>
              <a:avLst/>
              <a:gdLst>
                <a:gd name="T0" fmla="*/ 33 w 6"/>
                <a:gd name="T1" fmla="*/ 33 h 6"/>
                <a:gd name="T2" fmla="*/ 143 w 6"/>
                <a:gd name="T3" fmla="*/ 77 h 6"/>
                <a:gd name="T4" fmla="*/ 190 w 6"/>
                <a:gd name="T5" fmla="*/ 190 h 6"/>
                <a:gd name="T6" fmla="*/ 77 w 6"/>
                <a:gd name="T7" fmla="*/ 190 h 6"/>
                <a:gd name="T8" fmla="*/ 33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3" name="Freeform 1255">
              <a:extLst>
                <a:ext uri="{FF2B5EF4-FFF2-40B4-BE49-F238E27FC236}">
                  <a16:creationId xmlns:a16="http://schemas.microsoft.com/office/drawing/2014/main" id="{D6BA9E4F-F102-42E3-8CD7-42EC11DBF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206"/>
              <a:ext cx="19" cy="21"/>
            </a:xfrm>
            <a:custGeom>
              <a:avLst/>
              <a:gdLst>
                <a:gd name="T0" fmla="*/ 32 w 6"/>
                <a:gd name="T1" fmla="*/ 49 h 6"/>
                <a:gd name="T2" fmla="*/ 130 w 6"/>
                <a:gd name="T3" fmla="*/ 88 h 6"/>
                <a:gd name="T4" fmla="*/ 162 w 6"/>
                <a:gd name="T5" fmla="*/ 221 h 6"/>
                <a:gd name="T6" fmla="*/ 60 w 6"/>
                <a:gd name="T7" fmla="*/ 221 h 6"/>
                <a:gd name="T8" fmla="*/ 32 w 6"/>
                <a:gd name="T9" fmla="*/ 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4" name="Freeform 1256">
              <a:extLst>
                <a:ext uri="{FF2B5EF4-FFF2-40B4-BE49-F238E27FC236}">
                  <a16:creationId xmlns:a16="http://schemas.microsoft.com/office/drawing/2014/main" id="{02859133-8C7E-49DB-A8C2-EA59367D4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186"/>
              <a:ext cx="20" cy="13"/>
            </a:xfrm>
            <a:custGeom>
              <a:avLst/>
              <a:gdLst>
                <a:gd name="T0" fmla="*/ 0 w 6"/>
                <a:gd name="T1" fmla="*/ 75 h 4"/>
                <a:gd name="T2" fmla="*/ 110 w 6"/>
                <a:gd name="T3" fmla="*/ 0 h 4"/>
                <a:gd name="T4" fmla="*/ 223 w 6"/>
                <a:gd name="T5" fmla="*/ 75 h 4"/>
                <a:gd name="T6" fmla="*/ 110 w 6"/>
                <a:gd name="T7" fmla="*/ 137 h 4"/>
                <a:gd name="T8" fmla="*/ 0 w 6"/>
                <a:gd name="T9" fmla="*/ 7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5" name="Freeform 1257">
              <a:extLst>
                <a:ext uri="{FF2B5EF4-FFF2-40B4-BE49-F238E27FC236}">
                  <a16:creationId xmlns:a16="http://schemas.microsoft.com/office/drawing/2014/main" id="{E99DF0E0-FB2B-43B5-94E2-5321D13EA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3258"/>
              <a:ext cx="19" cy="13"/>
            </a:xfrm>
            <a:custGeom>
              <a:avLst/>
              <a:gdLst>
                <a:gd name="T0" fmla="*/ 0 w 6"/>
                <a:gd name="T1" fmla="*/ 33 h 4"/>
                <a:gd name="T2" fmla="*/ 130 w 6"/>
                <a:gd name="T3" fmla="*/ 0 h 4"/>
                <a:gd name="T4" fmla="*/ 190 w 6"/>
                <a:gd name="T5" fmla="*/ 107 h 4"/>
                <a:gd name="T6" fmla="*/ 101 w 6"/>
                <a:gd name="T7" fmla="*/ 137 h 4"/>
                <a:gd name="T8" fmla="*/ 0 w 6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4"/>
                    <a:pt x="4" y="4"/>
                    <a:pt x="3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6" name="Freeform 1258">
              <a:extLst>
                <a:ext uri="{FF2B5EF4-FFF2-40B4-BE49-F238E27FC236}">
                  <a16:creationId xmlns:a16="http://schemas.microsoft.com/office/drawing/2014/main" id="{87F8B0D3-664D-4BEE-8199-68775D192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162"/>
              <a:ext cx="19" cy="17"/>
            </a:xfrm>
            <a:custGeom>
              <a:avLst/>
              <a:gdLst>
                <a:gd name="T0" fmla="*/ 0 w 6"/>
                <a:gd name="T1" fmla="*/ 82 h 5"/>
                <a:gd name="T2" fmla="*/ 101 w 6"/>
                <a:gd name="T3" fmla="*/ 34 h 5"/>
                <a:gd name="T4" fmla="*/ 190 w 6"/>
                <a:gd name="T5" fmla="*/ 116 h 5"/>
                <a:gd name="T6" fmla="*/ 60 w 6"/>
                <a:gd name="T7" fmla="*/ 163 h 5"/>
                <a:gd name="T8" fmla="*/ 0 w 6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6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7" name="Freeform 1259">
              <a:extLst>
                <a:ext uri="{FF2B5EF4-FFF2-40B4-BE49-F238E27FC236}">
                  <a16:creationId xmlns:a16="http://schemas.microsoft.com/office/drawing/2014/main" id="{2DA8AE77-AF37-455E-ABF8-8B88B672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3189"/>
              <a:ext cx="20" cy="17"/>
            </a:xfrm>
            <a:custGeom>
              <a:avLst/>
              <a:gdLst>
                <a:gd name="T0" fmla="*/ 33 w 6"/>
                <a:gd name="T1" fmla="*/ 34 h 5"/>
                <a:gd name="T2" fmla="*/ 190 w 6"/>
                <a:gd name="T3" fmla="*/ 34 h 5"/>
                <a:gd name="T4" fmla="*/ 223 w 6"/>
                <a:gd name="T5" fmla="*/ 197 h 5"/>
                <a:gd name="T6" fmla="*/ 77 w 6"/>
                <a:gd name="T7" fmla="*/ 163 h 5"/>
                <a:gd name="T8" fmla="*/ 33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6" y="5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8" name="Freeform 1260">
              <a:extLst>
                <a:ext uri="{FF2B5EF4-FFF2-40B4-BE49-F238E27FC236}">
                  <a16:creationId xmlns:a16="http://schemas.microsoft.com/office/drawing/2014/main" id="{DDB869F3-D63C-4A04-82CE-BBFEB9B1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3247"/>
              <a:ext cx="22" cy="17"/>
            </a:xfrm>
            <a:custGeom>
              <a:avLst/>
              <a:gdLst>
                <a:gd name="T0" fmla="*/ 28 w 7"/>
                <a:gd name="T1" fmla="*/ 82 h 5"/>
                <a:gd name="T2" fmla="*/ 129 w 7"/>
                <a:gd name="T3" fmla="*/ 34 h 5"/>
                <a:gd name="T4" fmla="*/ 189 w 7"/>
                <a:gd name="T5" fmla="*/ 116 h 5"/>
                <a:gd name="T6" fmla="*/ 88 w 7"/>
                <a:gd name="T7" fmla="*/ 163 h 5"/>
                <a:gd name="T8" fmla="*/ 28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7" y="2"/>
                    <a:pt x="6" y="3"/>
                  </a:cubicBezTo>
                  <a:cubicBezTo>
                    <a:pt x="6" y="4"/>
                    <a:pt x="4" y="5"/>
                    <a:pt x="3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9" name="Freeform 1261">
              <a:extLst>
                <a:ext uri="{FF2B5EF4-FFF2-40B4-BE49-F238E27FC236}">
                  <a16:creationId xmlns:a16="http://schemas.microsoft.com/office/drawing/2014/main" id="{8DABBF02-E1F1-43A0-89AE-4F4D8643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3234"/>
              <a:ext cx="20" cy="17"/>
            </a:xfrm>
            <a:custGeom>
              <a:avLst/>
              <a:gdLst>
                <a:gd name="T0" fmla="*/ 33 w 6"/>
                <a:gd name="T1" fmla="*/ 0 h 5"/>
                <a:gd name="T2" fmla="*/ 143 w 6"/>
                <a:gd name="T3" fmla="*/ 34 h 5"/>
                <a:gd name="T4" fmla="*/ 190 w 6"/>
                <a:gd name="T5" fmla="*/ 163 h 5"/>
                <a:gd name="T6" fmla="*/ 77 w 6"/>
                <a:gd name="T7" fmla="*/ 163 h 5"/>
                <a:gd name="T8" fmla="*/ 3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ubicBezTo>
                    <a:pt x="4" y="5"/>
                    <a:pt x="3" y="5"/>
                    <a:pt x="2" y="4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0" name="Freeform 1262">
              <a:extLst>
                <a:ext uri="{FF2B5EF4-FFF2-40B4-BE49-F238E27FC236}">
                  <a16:creationId xmlns:a16="http://schemas.microsoft.com/office/drawing/2014/main" id="{4404212D-63C2-4A12-B482-B816D5108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302"/>
              <a:ext cx="19" cy="17"/>
            </a:xfrm>
            <a:custGeom>
              <a:avLst/>
              <a:gdLst>
                <a:gd name="T0" fmla="*/ 32 w 6"/>
                <a:gd name="T1" fmla="*/ 0 h 5"/>
                <a:gd name="T2" fmla="*/ 130 w 6"/>
                <a:gd name="T3" fmla="*/ 34 h 5"/>
                <a:gd name="T4" fmla="*/ 162 w 6"/>
                <a:gd name="T5" fmla="*/ 163 h 5"/>
                <a:gd name="T6" fmla="*/ 60 w 6"/>
                <a:gd name="T7" fmla="*/ 163 h 5"/>
                <a:gd name="T8" fmla="*/ 32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ubicBezTo>
                    <a:pt x="4" y="5"/>
                    <a:pt x="3" y="5"/>
                    <a:pt x="2" y="4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1" name="Freeform 1263">
              <a:extLst>
                <a:ext uri="{FF2B5EF4-FFF2-40B4-BE49-F238E27FC236}">
                  <a16:creationId xmlns:a16="http://schemas.microsoft.com/office/drawing/2014/main" id="{F168B291-AC23-4E76-BDD5-5ECF06817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357"/>
              <a:ext cx="20" cy="17"/>
            </a:xfrm>
            <a:custGeom>
              <a:avLst/>
              <a:gdLst>
                <a:gd name="T0" fmla="*/ 33 w 6"/>
                <a:gd name="T1" fmla="*/ 34 h 5"/>
                <a:gd name="T2" fmla="*/ 143 w 6"/>
                <a:gd name="T3" fmla="*/ 34 h 5"/>
                <a:gd name="T4" fmla="*/ 190 w 6"/>
                <a:gd name="T5" fmla="*/ 197 h 5"/>
                <a:gd name="T6" fmla="*/ 77 w 6"/>
                <a:gd name="T7" fmla="*/ 163 h 5"/>
                <a:gd name="T8" fmla="*/ 33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6" y="4"/>
                    <a:pt x="5" y="5"/>
                  </a:cubicBezTo>
                  <a:cubicBezTo>
                    <a:pt x="4" y="5"/>
                    <a:pt x="3" y="5"/>
                    <a:pt x="2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2" name="Freeform 1264">
              <a:extLst>
                <a:ext uri="{FF2B5EF4-FFF2-40B4-BE49-F238E27FC236}">
                  <a16:creationId xmlns:a16="http://schemas.microsoft.com/office/drawing/2014/main" id="{C6625108-DBFC-4625-A991-3B5433E36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3312"/>
              <a:ext cx="20" cy="18"/>
            </a:xfrm>
            <a:custGeom>
              <a:avLst/>
              <a:gdLst>
                <a:gd name="T0" fmla="*/ 33 w 6"/>
                <a:gd name="T1" fmla="*/ 0 h 5"/>
                <a:gd name="T2" fmla="*/ 143 w 6"/>
                <a:gd name="T3" fmla="*/ 50 h 5"/>
                <a:gd name="T4" fmla="*/ 190 w 6"/>
                <a:gd name="T5" fmla="*/ 180 h 5"/>
                <a:gd name="T6" fmla="*/ 77 w 6"/>
                <a:gd name="T7" fmla="*/ 180 h 5"/>
                <a:gd name="T8" fmla="*/ 3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ubicBezTo>
                    <a:pt x="4" y="5"/>
                    <a:pt x="3" y="5"/>
                    <a:pt x="2" y="4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3" name="Freeform 1265">
              <a:extLst>
                <a:ext uri="{FF2B5EF4-FFF2-40B4-BE49-F238E27FC236}">
                  <a16:creationId xmlns:a16="http://schemas.microsoft.com/office/drawing/2014/main" id="{9DE145FD-6213-4CF1-A312-C395D3D57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3223"/>
              <a:ext cx="23" cy="14"/>
            </a:xfrm>
            <a:custGeom>
              <a:avLst/>
              <a:gdLst>
                <a:gd name="T0" fmla="*/ 33 w 7"/>
                <a:gd name="T1" fmla="*/ 49 h 4"/>
                <a:gd name="T2" fmla="*/ 141 w 7"/>
                <a:gd name="T3" fmla="*/ 0 h 4"/>
                <a:gd name="T4" fmla="*/ 217 w 7"/>
                <a:gd name="T5" fmla="*/ 137 h 4"/>
                <a:gd name="T6" fmla="*/ 108 w 7"/>
                <a:gd name="T7" fmla="*/ 172 h 4"/>
                <a:gd name="T8" fmla="*/ 33 w 7"/>
                <a:gd name="T9" fmla="*/ 49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7" y="2"/>
                    <a:pt x="6" y="3"/>
                  </a:cubicBezTo>
                  <a:cubicBezTo>
                    <a:pt x="6" y="4"/>
                    <a:pt x="4" y="4"/>
                    <a:pt x="3" y="4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4" name="Freeform 1266">
              <a:extLst>
                <a:ext uri="{FF2B5EF4-FFF2-40B4-BE49-F238E27FC236}">
                  <a16:creationId xmlns:a16="http://schemas.microsoft.com/office/drawing/2014/main" id="{C555C6E4-83B1-463D-95ED-E144F5292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213"/>
              <a:ext cx="22" cy="17"/>
            </a:xfrm>
            <a:custGeom>
              <a:avLst/>
              <a:gdLst>
                <a:gd name="T0" fmla="*/ 28 w 7"/>
                <a:gd name="T1" fmla="*/ 82 h 5"/>
                <a:gd name="T2" fmla="*/ 129 w 7"/>
                <a:gd name="T3" fmla="*/ 34 h 5"/>
                <a:gd name="T4" fmla="*/ 189 w 7"/>
                <a:gd name="T5" fmla="*/ 116 h 5"/>
                <a:gd name="T6" fmla="*/ 88 w 7"/>
                <a:gd name="T7" fmla="*/ 197 h 5"/>
                <a:gd name="T8" fmla="*/ 28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2"/>
                    <a:pt x="6" y="3"/>
                  </a:cubicBezTo>
                  <a:cubicBezTo>
                    <a:pt x="6" y="5"/>
                    <a:pt x="5" y="5"/>
                    <a:pt x="3" y="5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5" name="Freeform 1267">
              <a:extLst>
                <a:ext uri="{FF2B5EF4-FFF2-40B4-BE49-F238E27FC236}">
                  <a16:creationId xmlns:a16="http://schemas.microsoft.com/office/drawing/2014/main" id="{A80D3B8C-E71A-4192-A670-21B17ECA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3230"/>
              <a:ext cx="19" cy="14"/>
            </a:xfrm>
            <a:custGeom>
              <a:avLst/>
              <a:gdLst>
                <a:gd name="T0" fmla="*/ 0 w 6"/>
                <a:gd name="T1" fmla="*/ 49 h 4"/>
                <a:gd name="T2" fmla="*/ 101 w 6"/>
                <a:gd name="T3" fmla="*/ 0 h 4"/>
                <a:gd name="T4" fmla="*/ 190 w 6"/>
                <a:gd name="T5" fmla="*/ 88 h 4"/>
                <a:gd name="T6" fmla="*/ 101 w 6"/>
                <a:gd name="T7" fmla="*/ 172 h 4"/>
                <a:gd name="T8" fmla="*/ 0 w 6"/>
                <a:gd name="T9" fmla="*/ 49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4" y="4"/>
                    <a:pt x="3" y="4"/>
                  </a:cubicBezTo>
                  <a:cubicBezTo>
                    <a:pt x="1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6" name="Freeform 1268">
              <a:extLst>
                <a:ext uri="{FF2B5EF4-FFF2-40B4-BE49-F238E27FC236}">
                  <a16:creationId xmlns:a16="http://schemas.microsoft.com/office/drawing/2014/main" id="{9AAB0A3B-E476-4E92-9AA2-78D1771A3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240"/>
              <a:ext cx="19" cy="21"/>
            </a:xfrm>
            <a:custGeom>
              <a:avLst/>
              <a:gdLst>
                <a:gd name="T0" fmla="*/ 32 w 6"/>
                <a:gd name="T1" fmla="*/ 49 h 6"/>
                <a:gd name="T2" fmla="*/ 130 w 6"/>
                <a:gd name="T3" fmla="*/ 49 h 6"/>
                <a:gd name="T4" fmla="*/ 162 w 6"/>
                <a:gd name="T5" fmla="*/ 221 h 6"/>
                <a:gd name="T6" fmla="*/ 60 w 6"/>
                <a:gd name="T7" fmla="*/ 172 h 6"/>
                <a:gd name="T8" fmla="*/ 32 w 6"/>
                <a:gd name="T9" fmla="*/ 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5" y="6"/>
                    <a:pt x="3" y="5"/>
                    <a:pt x="2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7" name="Freeform 1269">
              <a:extLst>
                <a:ext uri="{FF2B5EF4-FFF2-40B4-BE49-F238E27FC236}">
                  <a16:creationId xmlns:a16="http://schemas.microsoft.com/office/drawing/2014/main" id="{2A842EB9-774E-4C09-815F-514A3A185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288"/>
              <a:ext cx="16" cy="18"/>
            </a:xfrm>
            <a:custGeom>
              <a:avLst/>
              <a:gdLst>
                <a:gd name="T0" fmla="*/ 0 w 5"/>
                <a:gd name="T1" fmla="*/ 50 h 5"/>
                <a:gd name="T2" fmla="*/ 134 w 5"/>
                <a:gd name="T3" fmla="*/ 50 h 5"/>
                <a:gd name="T4" fmla="*/ 163 w 5"/>
                <a:gd name="T5" fmla="*/ 180 h 5"/>
                <a:gd name="T6" fmla="*/ 32 w 5"/>
                <a:gd name="T7" fmla="*/ 180 h 5"/>
                <a:gd name="T8" fmla="*/ 0 w 5"/>
                <a:gd name="T9" fmla="*/ 5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5" y="4"/>
                  </a:cubicBezTo>
                  <a:cubicBezTo>
                    <a:pt x="4" y="5"/>
                    <a:pt x="2" y="5"/>
                    <a:pt x="1" y="4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8" name="Freeform 1270">
              <a:extLst>
                <a:ext uri="{FF2B5EF4-FFF2-40B4-BE49-F238E27FC236}">
                  <a16:creationId xmlns:a16="http://schemas.microsoft.com/office/drawing/2014/main" id="{BE409A40-98DD-4E7A-AD81-B48B4433D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223"/>
              <a:ext cx="20" cy="17"/>
            </a:xfrm>
            <a:custGeom>
              <a:avLst/>
              <a:gdLst>
                <a:gd name="T0" fmla="*/ 33 w 6"/>
                <a:gd name="T1" fmla="*/ 34 h 5"/>
                <a:gd name="T2" fmla="*/ 143 w 6"/>
                <a:gd name="T3" fmla="*/ 34 h 5"/>
                <a:gd name="T4" fmla="*/ 190 w 6"/>
                <a:gd name="T5" fmla="*/ 163 h 5"/>
                <a:gd name="T6" fmla="*/ 77 w 6"/>
                <a:gd name="T7" fmla="*/ 163 h 5"/>
                <a:gd name="T8" fmla="*/ 33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6" y="4"/>
                    <a:pt x="5" y="4"/>
                  </a:cubicBezTo>
                  <a:cubicBezTo>
                    <a:pt x="4" y="5"/>
                    <a:pt x="3" y="5"/>
                    <a:pt x="2" y="4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9" name="Freeform 1271">
              <a:extLst>
                <a:ext uri="{FF2B5EF4-FFF2-40B4-BE49-F238E27FC236}">
                  <a16:creationId xmlns:a16="http://schemas.microsoft.com/office/drawing/2014/main" id="{291652E9-36FC-4372-B1F1-85885CD50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227"/>
              <a:ext cx="20" cy="13"/>
            </a:xfrm>
            <a:custGeom>
              <a:avLst/>
              <a:gdLst>
                <a:gd name="T0" fmla="*/ 0 w 6"/>
                <a:gd name="T1" fmla="*/ 75 h 4"/>
                <a:gd name="T2" fmla="*/ 110 w 6"/>
                <a:gd name="T3" fmla="*/ 0 h 4"/>
                <a:gd name="T4" fmla="*/ 223 w 6"/>
                <a:gd name="T5" fmla="*/ 107 h 4"/>
                <a:gd name="T6" fmla="*/ 110 w 6"/>
                <a:gd name="T7" fmla="*/ 137 h 4"/>
                <a:gd name="T8" fmla="*/ 0 w 6"/>
                <a:gd name="T9" fmla="*/ 7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6" y="4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0" name="Oval 1272">
              <a:extLst>
                <a:ext uri="{FF2B5EF4-FFF2-40B4-BE49-F238E27FC236}">
                  <a16:creationId xmlns:a16="http://schemas.microsoft.com/office/drawing/2014/main" id="{719A0D27-0C6C-412A-9DD2-B2A623ECC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3172"/>
              <a:ext cx="20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51" name="Oval 1273">
              <a:extLst>
                <a:ext uri="{FF2B5EF4-FFF2-40B4-BE49-F238E27FC236}">
                  <a16:creationId xmlns:a16="http://schemas.microsoft.com/office/drawing/2014/main" id="{B9CB46F5-B967-4955-8FD2-50BE9AE88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3158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52" name="Freeform 1274">
              <a:extLst>
                <a:ext uri="{FF2B5EF4-FFF2-40B4-BE49-F238E27FC236}">
                  <a16:creationId xmlns:a16="http://schemas.microsoft.com/office/drawing/2014/main" id="{AC0B4F4A-E149-4432-918F-0C201D6E7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261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0 h 5"/>
                <a:gd name="T4" fmla="*/ 162 w 6"/>
                <a:gd name="T5" fmla="*/ 116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0" y="0"/>
                    <a:pt x="2" y="0"/>
                    <a:pt x="4" y="0"/>
                  </a:cubicBezTo>
                  <a:cubicBezTo>
                    <a:pt x="5" y="1"/>
                    <a:pt x="6" y="2"/>
                    <a:pt x="5" y="3"/>
                  </a:cubicBezTo>
                  <a:cubicBezTo>
                    <a:pt x="5" y="4"/>
                    <a:pt x="3" y="5"/>
                    <a:pt x="2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3" name="Oval 1275">
              <a:extLst>
                <a:ext uri="{FF2B5EF4-FFF2-40B4-BE49-F238E27FC236}">
                  <a16:creationId xmlns:a16="http://schemas.microsoft.com/office/drawing/2014/main" id="{18426C3D-AE26-4565-A15F-612F10596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312"/>
              <a:ext cx="20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54" name="Oval 1276">
              <a:extLst>
                <a:ext uri="{FF2B5EF4-FFF2-40B4-BE49-F238E27FC236}">
                  <a16:creationId xmlns:a16="http://schemas.microsoft.com/office/drawing/2014/main" id="{1BCA12E1-8081-402A-9EC4-FC1805588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1" y="3299"/>
              <a:ext cx="20" cy="13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55" name="Freeform 1277">
              <a:extLst>
                <a:ext uri="{FF2B5EF4-FFF2-40B4-BE49-F238E27FC236}">
                  <a16:creationId xmlns:a16="http://schemas.microsoft.com/office/drawing/2014/main" id="{7DC86030-5CCB-4303-85F7-7F516025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319"/>
              <a:ext cx="23" cy="17"/>
            </a:xfrm>
            <a:custGeom>
              <a:avLst/>
              <a:gdLst>
                <a:gd name="T0" fmla="*/ 0 w 7"/>
                <a:gd name="T1" fmla="*/ 116 h 5"/>
                <a:gd name="T2" fmla="*/ 108 w 7"/>
                <a:gd name="T3" fmla="*/ 0 h 5"/>
                <a:gd name="T4" fmla="*/ 217 w 7"/>
                <a:gd name="T5" fmla="*/ 82 h 5"/>
                <a:gd name="T6" fmla="*/ 141 w 7"/>
                <a:gd name="T7" fmla="*/ 163 h 5"/>
                <a:gd name="T8" fmla="*/ 0 w 7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7" y="3"/>
                    <a:pt x="5" y="4"/>
                    <a:pt x="4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6" name="Freeform 1278">
              <a:extLst>
                <a:ext uri="{FF2B5EF4-FFF2-40B4-BE49-F238E27FC236}">
                  <a16:creationId xmlns:a16="http://schemas.microsoft.com/office/drawing/2014/main" id="{64617FBA-C90C-4CFA-A472-D02168AD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323"/>
              <a:ext cx="20" cy="17"/>
            </a:xfrm>
            <a:custGeom>
              <a:avLst/>
              <a:gdLst>
                <a:gd name="T0" fmla="*/ 0 w 6"/>
                <a:gd name="T1" fmla="*/ 34 h 5"/>
                <a:gd name="T2" fmla="*/ 143 w 6"/>
                <a:gd name="T3" fmla="*/ 0 h 5"/>
                <a:gd name="T4" fmla="*/ 190 w 6"/>
                <a:gd name="T5" fmla="*/ 116 h 5"/>
                <a:gd name="T6" fmla="*/ 77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0" y="0"/>
                    <a:pt x="2" y="0"/>
                    <a:pt x="4" y="0"/>
                  </a:cubicBezTo>
                  <a:cubicBezTo>
                    <a:pt x="5" y="1"/>
                    <a:pt x="6" y="2"/>
                    <a:pt x="5" y="3"/>
                  </a:cubicBezTo>
                  <a:cubicBezTo>
                    <a:pt x="5" y="4"/>
                    <a:pt x="3" y="5"/>
                    <a:pt x="2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7" name="Freeform 1279">
              <a:extLst>
                <a:ext uri="{FF2B5EF4-FFF2-40B4-BE49-F238E27FC236}">
                  <a16:creationId xmlns:a16="http://schemas.microsoft.com/office/drawing/2014/main" id="{ADB286BB-15C8-40E9-BA55-B135762E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347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34 h 5"/>
                <a:gd name="T4" fmla="*/ 190 w 6"/>
                <a:gd name="T5" fmla="*/ 163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8" name="Freeform 1280">
              <a:extLst>
                <a:ext uri="{FF2B5EF4-FFF2-40B4-BE49-F238E27FC236}">
                  <a16:creationId xmlns:a16="http://schemas.microsoft.com/office/drawing/2014/main" id="{97A0B010-4D42-4263-8D31-ED5E06F67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302"/>
              <a:ext cx="19" cy="14"/>
            </a:xfrm>
            <a:custGeom>
              <a:avLst/>
              <a:gdLst>
                <a:gd name="T0" fmla="*/ 0 w 6"/>
                <a:gd name="T1" fmla="*/ 137 h 4"/>
                <a:gd name="T2" fmla="*/ 101 w 6"/>
                <a:gd name="T3" fmla="*/ 0 h 4"/>
                <a:gd name="T4" fmla="*/ 190 w 6"/>
                <a:gd name="T5" fmla="*/ 88 h 4"/>
                <a:gd name="T6" fmla="*/ 101 w 6"/>
                <a:gd name="T7" fmla="*/ 172 h 4"/>
                <a:gd name="T8" fmla="*/ 0 w 6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3"/>
                    <a:pt x="5" y="4"/>
                    <a:pt x="3" y="4"/>
                  </a:cubicBezTo>
                  <a:cubicBezTo>
                    <a:pt x="2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9" name="Oval 1281">
              <a:extLst>
                <a:ext uri="{FF2B5EF4-FFF2-40B4-BE49-F238E27FC236}">
                  <a16:creationId xmlns:a16="http://schemas.microsoft.com/office/drawing/2014/main" id="{064ED68E-3E58-4D14-A499-1157062A0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3371"/>
              <a:ext cx="19" cy="13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60" name="Oval 1282">
              <a:extLst>
                <a:ext uri="{FF2B5EF4-FFF2-40B4-BE49-F238E27FC236}">
                  <a16:creationId xmlns:a16="http://schemas.microsoft.com/office/drawing/2014/main" id="{16036C36-1C0B-4E13-9E84-888976A0D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4" y="3288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61" name="Freeform 1283">
              <a:extLst>
                <a:ext uri="{FF2B5EF4-FFF2-40B4-BE49-F238E27FC236}">
                  <a16:creationId xmlns:a16="http://schemas.microsoft.com/office/drawing/2014/main" id="{A4955D79-1133-4D02-8F6E-D7BCC2DCB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3326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34 h 5"/>
                <a:gd name="T4" fmla="*/ 162 w 6"/>
                <a:gd name="T5" fmla="*/ 163 h 5"/>
                <a:gd name="T6" fmla="*/ 60 w 6"/>
                <a:gd name="T7" fmla="*/ 197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0" y="0"/>
                    <a:pt x="2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0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2" name="Oval 1284">
              <a:extLst>
                <a:ext uri="{FF2B5EF4-FFF2-40B4-BE49-F238E27FC236}">
                  <a16:creationId xmlns:a16="http://schemas.microsoft.com/office/drawing/2014/main" id="{29422330-4402-46DF-BCC0-B084022C8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357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63" name="Freeform 1285">
              <a:extLst>
                <a:ext uri="{FF2B5EF4-FFF2-40B4-BE49-F238E27FC236}">
                  <a16:creationId xmlns:a16="http://schemas.microsoft.com/office/drawing/2014/main" id="{A1CED8D3-6778-4BCE-BC60-11BFB8EC0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3381"/>
              <a:ext cx="22" cy="17"/>
            </a:xfrm>
            <a:custGeom>
              <a:avLst/>
              <a:gdLst>
                <a:gd name="T0" fmla="*/ 28 w 7"/>
                <a:gd name="T1" fmla="*/ 34 h 5"/>
                <a:gd name="T2" fmla="*/ 129 w 7"/>
                <a:gd name="T3" fmla="*/ 34 h 5"/>
                <a:gd name="T4" fmla="*/ 189 w 7"/>
                <a:gd name="T5" fmla="*/ 163 h 5"/>
                <a:gd name="T6" fmla="*/ 88 w 7"/>
                <a:gd name="T7" fmla="*/ 163 h 5"/>
                <a:gd name="T8" fmla="*/ 28 w 7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5"/>
                    <a:pt x="4" y="5"/>
                    <a:pt x="3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4" name="Oval 1286">
              <a:extLst>
                <a:ext uri="{FF2B5EF4-FFF2-40B4-BE49-F238E27FC236}">
                  <a16:creationId xmlns:a16="http://schemas.microsoft.com/office/drawing/2014/main" id="{256761B3-2344-4067-A929-20A9A2BFF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360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65" name="Oval 1287">
              <a:extLst>
                <a:ext uri="{FF2B5EF4-FFF2-40B4-BE49-F238E27FC236}">
                  <a16:creationId xmlns:a16="http://schemas.microsoft.com/office/drawing/2014/main" id="{9CD99546-19E3-4AEB-BCFA-B5E265555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347"/>
              <a:ext cx="20" cy="13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66" name="Freeform 1288">
              <a:extLst>
                <a:ext uri="{FF2B5EF4-FFF2-40B4-BE49-F238E27FC236}">
                  <a16:creationId xmlns:a16="http://schemas.microsoft.com/office/drawing/2014/main" id="{C74C8E84-36EF-4B73-9058-26BD46F70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343"/>
              <a:ext cx="20" cy="14"/>
            </a:xfrm>
            <a:custGeom>
              <a:avLst/>
              <a:gdLst>
                <a:gd name="T0" fmla="*/ 0 w 6"/>
                <a:gd name="T1" fmla="*/ 137 h 4"/>
                <a:gd name="T2" fmla="*/ 110 w 6"/>
                <a:gd name="T3" fmla="*/ 0 h 4"/>
                <a:gd name="T4" fmla="*/ 223 w 6"/>
                <a:gd name="T5" fmla="*/ 88 h 4"/>
                <a:gd name="T6" fmla="*/ 110 w 6"/>
                <a:gd name="T7" fmla="*/ 172 h 4"/>
                <a:gd name="T8" fmla="*/ 0 w 6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3"/>
                    <a:pt x="5" y="4"/>
                    <a:pt x="3" y="4"/>
                  </a:cubicBezTo>
                  <a:cubicBezTo>
                    <a:pt x="2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7" name="Freeform 1289">
              <a:extLst>
                <a:ext uri="{FF2B5EF4-FFF2-40B4-BE49-F238E27FC236}">
                  <a16:creationId xmlns:a16="http://schemas.microsoft.com/office/drawing/2014/main" id="{523F36C2-4187-4BC2-B096-6B974A0D4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371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34 h 5"/>
                <a:gd name="T4" fmla="*/ 190 w 6"/>
                <a:gd name="T5" fmla="*/ 163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8" name="Freeform 1290">
              <a:extLst>
                <a:ext uri="{FF2B5EF4-FFF2-40B4-BE49-F238E27FC236}">
                  <a16:creationId xmlns:a16="http://schemas.microsoft.com/office/drawing/2014/main" id="{2C9452C2-C670-4EE8-9F74-3BC04E33A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3247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0 h 5"/>
                <a:gd name="T4" fmla="*/ 190 w 6"/>
                <a:gd name="T5" fmla="*/ 116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6" y="3"/>
                    <a:pt x="6" y="3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9" name="Freeform 1291">
              <a:extLst>
                <a:ext uri="{FF2B5EF4-FFF2-40B4-BE49-F238E27FC236}">
                  <a16:creationId xmlns:a16="http://schemas.microsoft.com/office/drawing/2014/main" id="{E3B36269-D1FB-4601-909A-ED5861865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271"/>
              <a:ext cx="22" cy="17"/>
            </a:xfrm>
            <a:custGeom>
              <a:avLst/>
              <a:gdLst>
                <a:gd name="T0" fmla="*/ 28 w 7"/>
                <a:gd name="T1" fmla="*/ 34 h 5"/>
                <a:gd name="T2" fmla="*/ 129 w 7"/>
                <a:gd name="T3" fmla="*/ 0 h 5"/>
                <a:gd name="T4" fmla="*/ 189 w 7"/>
                <a:gd name="T5" fmla="*/ 116 h 5"/>
                <a:gd name="T6" fmla="*/ 88 w 7"/>
                <a:gd name="T7" fmla="*/ 163 h 5"/>
                <a:gd name="T8" fmla="*/ 28 w 7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7" y="3"/>
                    <a:pt x="6" y="3"/>
                  </a:cubicBezTo>
                  <a:cubicBezTo>
                    <a:pt x="6" y="4"/>
                    <a:pt x="4" y="5"/>
                    <a:pt x="3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0" name="Freeform 1292">
              <a:extLst>
                <a:ext uri="{FF2B5EF4-FFF2-40B4-BE49-F238E27FC236}">
                  <a16:creationId xmlns:a16="http://schemas.microsoft.com/office/drawing/2014/main" id="{296F5A51-4417-42B9-830A-3AE30D6C2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230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0 h 5"/>
                <a:gd name="T4" fmla="*/ 190 w 6"/>
                <a:gd name="T5" fmla="*/ 116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6" y="3"/>
                    <a:pt x="6" y="3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1" name="Freeform 1293">
              <a:extLst>
                <a:ext uri="{FF2B5EF4-FFF2-40B4-BE49-F238E27FC236}">
                  <a16:creationId xmlns:a16="http://schemas.microsoft.com/office/drawing/2014/main" id="{77F56F4A-1246-48CD-99E3-16BAE9B33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203"/>
              <a:ext cx="19" cy="17"/>
            </a:xfrm>
            <a:custGeom>
              <a:avLst/>
              <a:gdLst>
                <a:gd name="T0" fmla="*/ 32 w 6"/>
                <a:gd name="T1" fmla="*/ 82 h 5"/>
                <a:gd name="T2" fmla="*/ 130 w 6"/>
                <a:gd name="T3" fmla="*/ 34 h 5"/>
                <a:gd name="T4" fmla="*/ 190 w 6"/>
                <a:gd name="T5" fmla="*/ 163 h 5"/>
                <a:gd name="T6" fmla="*/ 60 w 6"/>
                <a:gd name="T7" fmla="*/ 197 h 5"/>
                <a:gd name="T8" fmla="*/ 32 w 6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4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2" name="Freeform 1294">
              <a:extLst>
                <a:ext uri="{FF2B5EF4-FFF2-40B4-BE49-F238E27FC236}">
                  <a16:creationId xmlns:a16="http://schemas.microsoft.com/office/drawing/2014/main" id="{5C51C549-975F-4E8F-BC60-8D3D58EE1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3350"/>
              <a:ext cx="19" cy="17"/>
            </a:xfrm>
            <a:custGeom>
              <a:avLst/>
              <a:gdLst>
                <a:gd name="T0" fmla="*/ 0 w 6"/>
                <a:gd name="T1" fmla="*/ 116 h 5"/>
                <a:gd name="T2" fmla="*/ 101 w 6"/>
                <a:gd name="T3" fmla="*/ 34 h 5"/>
                <a:gd name="T4" fmla="*/ 190 w 6"/>
                <a:gd name="T5" fmla="*/ 82 h 5"/>
                <a:gd name="T6" fmla="*/ 130 w 6"/>
                <a:gd name="T7" fmla="*/ 197 h 5"/>
                <a:gd name="T8" fmla="*/ 0 w 6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2"/>
                    <a:pt x="1" y="1"/>
                    <a:pt x="3" y="1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3" name="Freeform 1295">
              <a:extLst>
                <a:ext uri="{FF2B5EF4-FFF2-40B4-BE49-F238E27FC236}">
                  <a16:creationId xmlns:a16="http://schemas.microsoft.com/office/drawing/2014/main" id="{06EC23C9-6025-480C-862B-E56A3534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3312"/>
              <a:ext cx="23" cy="14"/>
            </a:xfrm>
            <a:custGeom>
              <a:avLst/>
              <a:gdLst>
                <a:gd name="T0" fmla="*/ 33 w 7"/>
                <a:gd name="T1" fmla="*/ 88 h 4"/>
                <a:gd name="T2" fmla="*/ 141 w 7"/>
                <a:gd name="T3" fmla="*/ 0 h 4"/>
                <a:gd name="T4" fmla="*/ 250 w 7"/>
                <a:gd name="T5" fmla="*/ 137 h 4"/>
                <a:gd name="T6" fmla="*/ 108 w 7"/>
                <a:gd name="T7" fmla="*/ 172 h 4"/>
                <a:gd name="T8" fmla="*/ 33 w 7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4"/>
                    <a:pt x="5" y="4"/>
                    <a:pt x="3" y="4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4" name="Freeform 1296">
              <a:extLst>
                <a:ext uri="{FF2B5EF4-FFF2-40B4-BE49-F238E27FC236}">
                  <a16:creationId xmlns:a16="http://schemas.microsoft.com/office/drawing/2014/main" id="{6A758DF9-F7EC-4B6D-92FF-D71471B33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275"/>
              <a:ext cx="22" cy="13"/>
            </a:xfrm>
            <a:custGeom>
              <a:avLst/>
              <a:gdLst>
                <a:gd name="T0" fmla="*/ 28 w 7"/>
                <a:gd name="T1" fmla="*/ 75 h 4"/>
                <a:gd name="T2" fmla="*/ 129 w 7"/>
                <a:gd name="T3" fmla="*/ 0 h 4"/>
                <a:gd name="T4" fmla="*/ 217 w 7"/>
                <a:gd name="T5" fmla="*/ 75 h 4"/>
                <a:gd name="T6" fmla="*/ 88 w 7"/>
                <a:gd name="T7" fmla="*/ 137 h 4"/>
                <a:gd name="T8" fmla="*/ 28 w 7"/>
                <a:gd name="T9" fmla="*/ 7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2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6" y="3"/>
                    <a:pt x="5" y="4"/>
                    <a:pt x="3" y="4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5" name="Freeform 1297">
              <a:extLst>
                <a:ext uri="{FF2B5EF4-FFF2-40B4-BE49-F238E27FC236}">
                  <a16:creationId xmlns:a16="http://schemas.microsoft.com/office/drawing/2014/main" id="{67DBF79E-941E-482B-82F8-4C3AB7D51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3292"/>
              <a:ext cx="23" cy="14"/>
            </a:xfrm>
            <a:custGeom>
              <a:avLst/>
              <a:gdLst>
                <a:gd name="T0" fmla="*/ 33 w 7"/>
                <a:gd name="T1" fmla="*/ 88 h 4"/>
                <a:gd name="T2" fmla="*/ 141 w 7"/>
                <a:gd name="T3" fmla="*/ 0 h 4"/>
                <a:gd name="T4" fmla="*/ 250 w 7"/>
                <a:gd name="T5" fmla="*/ 137 h 4"/>
                <a:gd name="T6" fmla="*/ 108 w 7"/>
                <a:gd name="T7" fmla="*/ 172 h 4"/>
                <a:gd name="T8" fmla="*/ 33 w 7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4"/>
                    <a:pt x="5" y="4"/>
                    <a:pt x="3" y="4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6" name="Freeform 1298">
              <a:extLst>
                <a:ext uri="{FF2B5EF4-FFF2-40B4-BE49-F238E27FC236}">
                  <a16:creationId xmlns:a16="http://schemas.microsoft.com/office/drawing/2014/main" id="{EB38522F-9858-4AC8-A9A4-2D9CB4336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3227"/>
              <a:ext cx="22" cy="13"/>
            </a:xfrm>
            <a:custGeom>
              <a:avLst/>
              <a:gdLst>
                <a:gd name="T0" fmla="*/ 28 w 7"/>
                <a:gd name="T1" fmla="*/ 75 h 4"/>
                <a:gd name="T2" fmla="*/ 129 w 7"/>
                <a:gd name="T3" fmla="*/ 0 h 4"/>
                <a:gd name="T4" fmla="*/ 217 w 7"/>
                <a:gd name="T5" fmla="*/ 107 h 4"/>
                <a:gd name="T6" fmla="*/ 88 w 7"/>
                <a:gd name="T7" fmla="*/ 137 h 4"/>
                <a:gd name="T8" fmla="*/ 28 w 7"/>
                <a:gd name="T9" fmla="*/ 7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4"/>
                    <a:pt x="5" y="4"/>
                    <a:pt x="3" y="4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7" name="Freeform 1299">
              <a:extLst>
                <a:ext uri="{FF2B5EF4-FFF2-40B4-BE49-F238E27FC236}">
                  <a16:creationId xmlns:a16="http://schemas.microsoft.com/office/drawing/2014/main" id="{546AA4F2-E0D8-4F07-B22E-9944C8C51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244"/>
              <a:ext cx="19" cy="14"/>
            </a:xfrm>
            <a:custGeom>
              <a:avLst/>
              <a:gdLst>
                <a:gd name="T0" fmla="*/ 0 w 6"/>
                <a:gd name="T1" fmla="*/ 88 h 4"/>
                <a:gd name="T2" fmla="*/ 101 w 6"/>
                <a:gd name="T3" fmla="*/ 0 h 4"/>
                <a:gd name="T4" fmla="*/ 190 w 6"/>
                <a:gd name="T5" fmla="*/ 137 h 4"/>
                <a:gd name="T6" fmla="*/ 101 w 6"/>
                <a:gd name="T7" fmla="*/ 172 h 4"/>
                <a:gd name="T8" fmla="*/ 0 w 6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8" name="Freeform 1300">
              <a:extLst>
                <a:ext uri="{FF2B5EF4-FFF2-40B4-BE49-F238E27FC236}">
                  <a16:creationId xmlns:a16="http://schemas.microsoft.com/office/drawing/2014/main" id="{945944E9-4E01-4A4B-9E07-69854C701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264"/>
              <a:ext cx="16" cy="18"/>
            </a:xfrm>
            <a:custGeom>
              <a:avLst/>
              <a:gdLst>
                <a:gd name="T0" fmla="*/ 0 w 5"/>
                <a:gd name="T1" fmla="*/ 50 h 5"/>
                <a:gd name="T2" fmla="*/ 134 w 5"/>
                <a:gd name="T3" fmla="*/ 50 h 5"/>
                <a:gd name="T4" fmla="*/ 163 w 5"/>
                <a:gd name="T5" fmla="*/ 234 h 5"/>
                <a:gd name="T6" fmla="*/ 32 w 5"/>
                <a:gd name="T7" fmla="*/ 180 h 5"/>
                <a:gd name="T8" fmla="*/ 0 w 5"/>
                <a:gd name="T9" fmla="*/ 5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5" y="5"/>
                  </a:cubicBezTo>
                  <a:cubicBezTo>
                    <a:pt x="4" y="5"/>
                    <a:pt x="3" y="5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9" name="Freeform 1301">
              <a:extLst>
                <a:ext uri="{FF2B5EF4-FFF2-40B4-BE49-F238E27FC236}">
                  <a16:creationId xmlns:a16="http://schemas.microsoft.com/office/drawing/2014/main" id="{EDB8EF5C-63B7-45DB-8A2B-54980F51E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312"/>
              <a:ext cx="19" cy="18"/>
            </a:xfrm>
            <a:custGeom>
              <a:avLst/>
              <a:gdLst>
                <a:gd name="T0" fmla="*/ 32 w 6"/>
                <a:gd name="T1" fmla="*/ 0 h 5"/>
                <a:gd name="T2" fmla="*/ 162 w 6"/>
                <a:gd name="T3" fmla="*/ 50 h 5"/>
                <a:gd name="T4" fmla="*/ 190 w 6"/>
                <a:gd name="T5" fmla="*/ 180 h 5"/>
                <a:gd name="T6" fmla="*/ 60 w 6"/>
                <a:gd name="T7" fmla="*/ 180 h 5"/>
                <a:gd name="T8" fmla="*/ 32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0" name="Freeform 1302">
              <a:extLst>
                <a:ext uri="{FF2B5EF4-FFF2-40B4-BE49-F238E27FC236}">
                  <a16:creationId xmlns:a16="http://schemas.microsoft.com/office/drawing/2014/main" id="{351828A5-0B0F-4C13-812D-4A013D886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309"/>
              <a:ext cx="19" cy="17"/>
            </a:xfrm>
            <a:custGeom>
              <a:avLst/>
              <a:gdLst>
                <a:gd name="T0" fmla="*/ 32 w 6"/>
                <a:gd name="T1" fmla="*/ 34 h 5"/>
                <a:gd name="T2" fmla="*/ 162 w 6"/>
                <a:gd name="T3" fmla="*/ 34 h 5"/>
                <a:gd name="T4" fmla="*/ 190 w 6"/>
                <a:gd name="T5" fmla="*/ 197 h 5"/>
                <a:gd name="T6" fmla="*/ 60 w 6"/>
                <a:gd name="T7" fmla="*/ 163 h 5"/>
                <a:gd name="T8" fmla="*/ 3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6" y="5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1" name="Freeform 1303">
              <a:extLst>
                <a:ext uri="{FF2B5EF4-FFF2-40B4-BE49-F238E27FC236}">
                  <a16:creationId xmlns:a16="http://schemas.microsoft.com/office/drawing/2014/main" id="{EA952F3A-F2E6-44C3-8B88-9F3615438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381"/>
              <a:ext cx="19" cy="17"/>
            </a:xfrm>
            <a:custGeom>
              <a:avLst/>
              <a:gdLst>
                <a:gd name="T0" fmla="*/ 32 w 6"/>
                <a:gd name="T1" fmla="*/ 0 h 5"/>
                <a:gd name="T2" fmla="*/ 162 w 6"/>
                <a:gd name="T3" fmla="*/ 34 h 5"/>
                <a:gd name="T4" fmla="*/ 190 w 6"/>
                <a:gd name="T5" fmla="*/ 163 h 5"/>
                <a:gd name="T6" fmla="*/ 60 w 6"/>
                <a:gd name="T7" fmla="*/ 163 h 5"/>
                <a:gd name="T8" fmla="*/ 32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2" name="Freeform 1304">
              <a:extLst>
                <a:ext uri="{FF2B5EF4-FFF2-40B4-BE49-F238E27FC236}">
                  <a16:creationId xmlns:a16="http://schemas.microsoft.com/office/drawing/2014/main" id="{0880EBD4-D24F-4E3C-90A0-A38A7F67E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340"/>
              <a:ext cx="19" cy="17"/>
            </a:xfrm>
            <a:custGeom>
              <a:avLst/>
              <a:gdLst>
                <a:gd name="T0" fmla="*/ 32 w 6"/>
                <a:gd name="T1" fmla="*/ 34 h 5"/>
                <a:gd name="T2" fmla="*/ 130 w 6"/>
                <a:gd name="T3" fmla="*/ 0 h 5"/>
                <a:gd name="T4" fmla="*/ 190 w 6"/>
                <a:gd name="T5" fmla="*/ 116 h 5"/>
                <a:gd name="T6" fmla="*/ 60 w 6"/>
                <a:gd name="T7" fmla="*/ 163 h 5"/>
                <a:gd name="T8" fmla="*/ 3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3" name="Freeform 1305">
              <a:extLst>
                <a:ext uri="{FF2B5EF4-FFF2-40B4-BE49-F238E27FC236}">
                  <a16:creationId xmlns:a16="http://schemas.microsoft.com/office/drawing/2014/main" id="{741AB0B9-9E03-49FF-ACBD-2493F2888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165"/>
              <a:ext cx="20" cy="14"/>
            </a:xfrm>
            <a:custGeom>
              <a:avLst/>
              <a:gdLst>
                <a:gd name="T0" fmla="*/ 0 w 6"/>
                <a:gd name="T1" fmla="*/ 88 h 4"/>
                <a:gd name="T2" fmla="*/ 110 w 6"/>
                <a:gd name="T3" fmla="*/ 0 h 4"/>
                <a:gd name="T4" fmla="*/ 223 w 6"/>
                <a:gd name="T5" fmla="*/ 49 h 4"/>
                <a:gd name="T6" fmla="*/ 110 w 6"/>
                <a:gd name="T7" fmla="*/ 172 h 4"/>
                <a:gd name="T8" fmla="*/ 0 w 6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6" y="2"/>
                    <a:pt x="5" y="3"/>
                    <a:pt x="3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4" name="Oval 1306">
              <a:extLst>
                <a:ext uri="{FF2B5EF4-FFF2-40B4-BE49-F238E27FC236}">
                  <a16:creationId xmlns:a16="http://schemas.microsoft.com/office/drawing/2014/main" id="{747B20CB-3DFF-4BBB-BDA9-3D179EFFF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3186"/>
              <a:ext cx="19" cy="10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85" name="Oval 1307">
              <a:extLst>
                <a:ext uri="{FF2B5EF4-FFF2-40B4-BE49-F238E27FC236}">
                  <a16:creationId xmlns:a16="http://schemas.microsoft.com/office/drawing/2014/main" id="{79518D5F-52F5-4EF4-A108-230396C1B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3223"/>
              <a:ext cx="20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86" name="Freeform 1308">
              <a:extLst>
                <a:ext uri="{FF2B5EF4-FFF2-40B4-BE49-F238E27FC236}">
                  <a16:creationId xmlns:a16="http://schemas.microsoft.com/office/drawing/2014/main" id="{A9DE4EBA-DEEF-4CBB-BBD1-FE3B07C93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3247"/>
              <a:ext cx="19" cy="17"/>
            </a:xfrm>
            <a:custGeom>
              <a:avLst/>
              <a:gdLst>
                <a:gd name="T0" fmla="*/ 0 w 6"/>
                <a:gd name="T1" fmla="*/ 34 h 5"/>
                <a:gd name="T2" fmla="*/ 130 w 6"/>
                <a:gd name="T3" fmla="*/ 0 h 5"/>
                <a:gd name="T4" fmla="*/ 190 w 6"/>
                <a:gd name="T5" fmla="*/ 116 h 5"/>
                <a:gd name="T6" fmla="*/ 60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6" y="3"/>
                    <a:pt x="6" y="3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7" name="Oval 1309">
              <a:extLst>
                <a:ext uri="{FF2B5EF4-FFF2-40B4-BE49-F238E27FC236}">
                  <a16:creationId xmlns:a16="http://schemas.microsoft.com/office/drawing/2014/main" id="{67F33F3A-30DA-4C7E-9633-CE5D6D384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285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88" name="Freeform 1310">
              <a:extLst>
                <a:ext uri="{FF2B5EF4-FFF2-40B4-BE49-F238E27FC236}">
                  <a16:creationId xmlns:a16="http://schemas.microsoft.com/office/drawing/2014/main" id="{440B04B4-10E7-41D0-B223-2383025CB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3306"/>
              <a:ext cx="22" cy="17"/>
            </a:xfrm>
            <a:custGeom>
              <a:avLst/>
              <a:gdLst>
                <a:gd name="T0" fmla="*/ 28 w 7"/>
                <a:gd name="T1" fmla="*/ 82 h 5"/>
                <a:gd name="T2" fmla="*/ 129 w 7"/>
                <a:gd name="T3" fmla="*/ 34 h 5"/>
                <a:gd name="T4" fmla="*/ 189 w 7"/>
                <a:gd name="T5" fmla="*/ 163 h 5"/>
                <a:gd name="T6" fmla="*/ 88 w 7"/>
                <a:gd name="T7" fmla="*/ 197 h 5"/>
                <a:gd name="T8" fmla="*/ 28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7" y="3"/>
                    <a:pt x="6" y="4"/>
                  </a:cubicBezTo>
                  <a:cubicBezTo>
                    <a:pt x="6" y="5"/>
                    <a:pt x="4" y="5"/>
                    <a:pt x="3" y="5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9" name="Oval 1311">
              <a:extLst>
                <a:ext uri="{FF2B5EF4-FFF2-40B4-BE49-F238E27FC236}">
                  <a16:creationId xmlns:a16="http://schemas.microsoft.com/office/drawing/2014/main" id="{0A9621FA-1953-4AB2-832A-18F3E56F7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" y="3182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90" name="Oval 1312">
              <a:extLst>
                <a:ext uri="{FF2B5EF4-FFF2-40B4-BE49-F238E27FC236}">
                  <a16:creationId xmlns:a16="http://schemas.microsoft.com/office/drawing/2014/main" id="{249A3604-A3FE-4B35-BA83-039DB84DF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" y="3285"/>
              <a:ext cx="19" cy="14"/>
            </a:xfrm>
            <a:prstGeom prst="ellipse">
              <a:avLst/>
            </a:pr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91" name="Freeform 1313">
              <a:extLst>
                <a:ext uri="{FF2B5EF4-FFF2-40B4-BE49-F238E27FC236}">
                  <a16:creationId xmlns:a16="http://schemas.microsoft.com/office/drawing/2014/main" id="{53BA2939-480D-4B10-9D0E-0D6D2E57D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155"/>
              <a:ext cx="19" cy="17"/>
            </a:xfrm>
            <a:custGeom>
              <a:avLst/>
              <a:gdLst>
                <a:gd name="T0" fmla="*/ 0 w 6"/>
                <a:gd name="T1" fmla="*/ 116 h 5"/>
                <a:gd name="T2" fmla="*/ 60 w 6"/>
                <a:gd name="T3" fmla="*/ 34 h 5"/>
                <a:gd name="T4" fmla="*/ 190 w 6"/>
                <a:gd name="T5" fmla="*/ 82 h 5"/>
                <a:gd name="T6" fmla="*/ 101 w 6"/>
                <a:gd name="T7" fmla="*/ 197 h 5"/>
                <a:gd name="T8" fmla="*/ 0 w 6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3"/>
                    <a:pt x="5" y="4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2" name="Freeform 1314">
              <a:extLst>
                <a:ext uri="{FF2B5EF4-FFF2-40B4-BE49-F238E27FC236}">
                  <a16:creationId xmlns:a16="http://schemas.microsoft.com/office/drawing/2014/main" id="{E32D28B3-6198-47C8-A07D-069E5C7E8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3292"/>
              <a:ext cx="22" cy="17"/>
            </a:xfrm>
            <a:custGeom>
              <a:avLst/>
              <a:gdLst>
                <a:gd name="T0" fmla="*/ 28 w 7"/>
                <a:gd name="T1" fmla="*/ 34 h 5"/>
                <a:gd name="T2" fmla="*/ 129 w 7"/>
                <a:gd name="T3" fmla="*/ 34 h 5"/>
                <a:gd name="T4" fmla="*/ 189 w 7"/>
                <a:gd name="T5" fmla="*/ 163 h 5"/>
                <a:gd name="T6" fmla="*/ 88 w 7"/>
                <a:gd name="T7" fmla="*/ 163 h 5"/>
                <a:gd name="T8" fmla="*/ 28 w 7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5"/>
                    <a:pt x="4" y="5"/>
                    <a:pt x="3" y="4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3" name="Freeform 1315">
              <a:extLst>
                <a:ext uri="{FF2B5EF4-FFF2-40B4-BE49-F238E27FC236}">
                  <a16:creationId xmlns:a16="http://schemas.microsoft.com/office/drawing/2014/main" id="{A272B28D-E45A-44E4-A1BD-A2651B13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3333"/>
              <a:ext cx="20" cy="17"/>
            </a:xfrm>
            <a:custGeom>
              <a:avLst/>
              <a:gdLst>
                <a:gd name="T0" fmla="*/ 0 w 6"/>
                <a:gd name="T1" fmla="*/ 34 h 5"/>
                <a:gd name="T2" fmla="*/ 143 w 6"/>
                <a:gd name="T3" fmla="*/ 0 h 5"/>
                <a:gd name="T4" fmla="*/ 223 w 6"/>
                <a:gd name="T5" fmla="*/ 116 h 5"/>
                <a:gd name="T6" fmla="*/ 77 w 6"/>
                <a:gd name="T7" fmla="*/ 163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6" y="3"/>
                    <a:pt x="6" y="3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4" name="Freeform 1316">
              <a:extLst>
                <a:ext uri="{FF2B5EF4-FFF2-40B4-BE49-F238E27FC236}">
                  <a16:creationId xmlns:a16="http://schemas.microsoft.com/office/drawing/2014/main" id="{04DB406D-CD68-4256-992B-C1A266B2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3271"/>
              <a:ext cx="19" cy="17"/>
            </a:xfrm>
            <a:custGeom>
              <a:avLst/>
              <a:gdLst>
                <a:gd name="T0" fmla="*/ 0 w 6"/>
                <a:gd name="T1" fmla="*/ 116 h 5"/>
                <a:gd name="T2" fmla="*/ 101 w 6"/>
                <a:gd name="T3" fmla="*/ 34 h 5"/>
                <a:gd name="T4" fmla="*/ 190 w 6"/>
                <a:gd name="T5" fmla="*/ 82 h 5"/>
                <a:gd name="T6" fmla="*/ 101 w 6"/>
                <a:gd name="T7" fmla="*/ 197 h 5"/>
                <a:gd name="T8" fmla="*/ 0 w 6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2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3"/>
                    <a:pt x="5" y="4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5" name="Freeform 1317">
              <a:extLst>
                <a:ext uri="{FF2B5EF4-FFF2-40B4-BE49-F238E27FC236}">
                  <a16:creationId xmlns:a16="http://schemas.microsoft.com/office/drawing/2014/main" id="{B0225345-154F-49C8-980C-59780320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234"/>
              <a:ext cx="19" cy="13"/>
            </a:xfrm>
            <a:custGeom>
              <a:avLst/>
              <a:gdLst>
                <a:gd name="T0" fmla="*/ 0 w 6"/>
                <a:gd name="T1" fmla="*/ 75 h 4"/>
                <a:gd name="T2" fmla="*/ 101 w 6"/>
                <a:gd name="T3" fmla="*/ 0 h 4"/>
                <a:gd name="T4" fmla="*/ 190 w 6"/>
                <a:gd name="T5" fmla="*/ 75 h 4"/>
                <a:gd name="T6" fmla="*/ 101 w 6"/>
                <a:gd name="T7" fmla="*/ 137 h 4"/>
                <a:gd name="T8" fmla="*/ 0 w 6"/>
                <a:gd name="T9" fmla="*/ 7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0"/>
                    <a:pt x="2" y="0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5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6" name="Freeform 1318">
              <a:extLst>
                <a:ext uri="{FF2B5EF4-FFF2-40B4-BE49-F238E27FC236}">
                  <a16:creationId xmlns:a16="http://schemas.microsoft.com/office/drawing/2014/main" id="{CAA3D4D8-5B76-482C-B873-489665DF9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3216"/>
              <a:ext cx="23" cy="14"/>
            </a:xfrm>
            <a:custGeom>
              <a:avLst/>
              <a:gdLst>
                <a:gd name="T0" fmla="*/ 33 w 7"/>
                <a:gd name="T1" fmla="*/ 88 h 4"/>
                <a:gd name="T2" fmla="*/ 141 w 7"/>
                <a:gd name="T3" fmla="*/ 0 h 4"/>
                <a:gd name="T4" fmla="*/ 250 w 7"/>
                <a:gd name="T5" fmla="*/ 137 h 4"/>
                <a:gd name="T6" fmla="*/ 108 w 7"/>
                <a:gd name="T7" fmla="*/ 172 h 4"/>
                <a:gd name="T8" fmla="*/ 33 w 7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4"/>
                    <a:pt x="5" y="4"/>
                    <a:pt x="3" y="4"/>
                  </a:cubicBezTo>
                  <a:cubicBezTo>
                    <a:pt x="2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7" name="Freeform 1319">
              <a:extLst>
                <a:ext uri="{FF2B5EF4-FFF2-40B4-BE49-F238E27FC236}">
                  <a16:creationId xmlns:a16="http://schemas.microsoft.com/office/drawing/2014/main" id="{0A14C2A5-1900-45AB-959B-2B3EFA78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3234"/>
              <a:ext cx="20" cy="13"/>
            </a:xfrm>
            <a:custGeom>
              <a:avLst/>
              <a:gdLst>
                <a:gd name="T0" fmla="*/ 0 w 6"/>
                <a:gd name="T1" fmla="*/ 75 h 4"/>
                <a:gd name="T2" fmla="*/ 110 w 6"/>
                <a:gd name="T3" fmla="*/ 0 h 4"/>
                <a:gd name="T4" fmla="*/ 223 w 6"/>
                <a:gd name="T5" fmla="*/ 107 h 4"/>
                <a:gd name="T6" fmla="*/ 110 w 6"/>
                <a:gd name="T7" fmla="*/ 137 h 4"/>
                <a:gd name="T8" fmla="*/ 0 w 6"/>
                <a:gd name="T9" fmla="*/ 7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8" name="Freeform 1320">
              <a:extLst>
                <a:ext uri="{FF2B5EF4-FFF2-40B4-BE49-F238E27FC236}">
                  <a16:creationId xmlns:a16="http://schemas.microsoft.com/office/drawing/2014/main" id="{8F653A71-6BF9-421C-85A9-0B6FE7F2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3312"/>
              <a:ext cx="20" cy="21"/>
            </a:xfrm>
            <a:custGeom>
              <a:avLst/>
              <a:gdLst>
                <a:gd name="T0" fmla="*/ 0 w 6"/>
                <a:gd name="T1" fmla="*/ 49 h 6"/>
                <a:gd name="T2" fmla="*/ 143 w 6"/>
                <a:gd name="T3" fmla="*/ 88 h 6"/>
                <a:gd name="T4" fmla="*/ 190 w 6"/>
                <a:gd name="T5" fmla="*/ 221 h 6"/>
                <a:gd name="T6" fmla="*/ 33 w 6"/>
                <a:gd name="T7" fmla="*/ 221 h 6"/>
                <a:gd name="T8" fmla="*/ 0 w 6"/>
                <a:gd name="T9" fmla="*/ 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1" y="0"/>
                    <a:pt x="3" y="0"/>
                    <a:pt x="4" y="2"/>
                  </a:cubicBezTo>
                  <a:cubicBezTo>
                    <a:pt x="5" y="3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" name="Freeform 1321">
              <a:extLst>
                <a:ext uri="{FF2B5EF4-FFF2-40B4-BE49-F238E27FC236}">
                  <a16:creationId xmlns:a16="http://schemas.microsoft.com/office/drawing/2014/main" id="{85900BCC-4F72-4D2D-836C-4CBA42F82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3196"/>
              <a:ext cx="19" cy="17"/>
            </a:xfrm>
            <a:custGeom>
              <a:avLst/>
              <a:gdLst>
                <a:gd name="T0" fmla="*/ 32 w 6"/>
                <a:gd name="T1" fmla="*/ 34 h 5"/>
                <a:gd name="T2" fmla="*/ 130 w 6"/>
                <a:gd name="T3" fmla="*/ 34 h 5"/>
                <a:gd name="T4" fmla="*/ 162 w 6"/>
                <a:gd name="T5" fmla="*/ 197 h 5"/>
                <a:gd name="T6" fmla="*/ 60 w 6"/>
                <a:gd name="T7" fmla="*/ 163 h 5"/>
                <a:gd name="T8" fmla="*/ 3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" name="Freeform 1322">
              <a:extLst>
                <a:ext uri="{FF2B5EF4-FFF2-40B4-BE49-F238E27FC236}">
                  <a16:creationId xmlns:a16="http://schemas.microsoft.com/office/drawing/2014/main" id="{B0F2B9F7-A21F-427C-A311-2E8307A68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3282"/>
              <a:ext cx="19" cy="13"/>
            </a:xfrm>
            <a:custGeom>
              <a:avLst/>
              <a:gdLst>
                <a:gd name="T0" fmla="*/ 0 w 6"/>
                <a:gd name="T1" fmla="*/ 33 h 4"/>
                <a:gd name="T2" fmla="*/ 130 w 6"/>
                <a:gd name="T3" fmla="*/ 0 h 4"/>
                <a:gd name="T4" fmla="*/ 190 w 6"/>
                <a:gd name="T5" fmla="*/ 107 h 4"/>
                <a:gd name="T6" fmla="*/ 101 w 6"/>
                <a:gd name="T7" fmla="*/ 137 h 4"/>
                <a:gd name="T8" fmla="*/ 0 w 6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4"/>
                    <a:pt x="4" y="4"/>
                    <a:pt x="3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1" name="Freeform 1323">
              <a:extLst>
                <a:ext uri="{FF2B5EF4-FFF2-40B4-BE49-F238E27FC236}">
                  <a16:creationId xmlns:a16="http://schemas.microsoft.com/office/drawing/2014/main" id="{623440D4-1A5E-42D6-8DA6-B062B5B4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3271"/>
              <a:ext cx="23" cy="17"/>
            </a:xfrm>
            <a:custGeom>
              <a:avLst/>
              <a:gdLst>
                <a:gd name="T0" fmla="*/ 33 w 7"/>
                <a:gd name="T1" fmla="*/ 82 h 5"/>
                <a:gd name="T2" fmla="*/ 141 w 7"/>
                <a:gd name="T3" fmla="*/ 34 h 5"/>
                <a:gd name="T4" fmla="*/ 217 w 7"/>
                <a:gd name="T5" fmla="*/ 116 h 5"/>
                <a:gd name="T6" fmla="*/ 108 w 7"/>
                <a:gd name="T7" fmla="*/ 163 h 5"/>
                <a:gd name="T8" fmla="*/ 33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7" y="2"/>
                    <a:pt x="6" y="3"/>
                  </a:cubicBezTo>
                  <a:cubicBezTo>
                    <a:pt x="6" y="4"/>
                    <a:pt x="4" y="5"/>
                    <a:pt x="3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2" name="Freeform 1324">
              <a:extLst>
                <a:ext uri="{FF2B5EF4-FFF2-40B4-BE49-F238E27FC236}">
                  <a16:creationId xmlns:a16="http://schemas.microsoft.com/office/drawing/2014/main" id="{C265A65A-4B99-43F0-A102-2BFEE66D7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3258"/>
              <a:ext cx="20" cy="17"/>
            </a:xfrm>
            <a:custGeom>
              <a:avLst/>
              <a:gdLst>
                <a:gd name="T0" fmla="*/ 33 w 6"/>
                <a:gd name="T1" fmla="*/ 0 h 5"/>
                <a:gd name="T2" fmla="*/ 143 w 6"/>
                <a:gd name="T3" fmla="*/ 34 h 5"/>
                <a:gd name="T4" fmla="*/ 190 w 6"/>
                <a:gd name="T5" fmla="*/ 163 h 5"/>
                <a:gd name="T6" fmla="*/ 77 w 6"/>
                <a:gd name="T7" fmla="*/ 163 h 5"/>
                <a:gd name="T8" fmla="*/ 3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ubicBezTo>
                    <a:pt x="4" y="5"/>
                    <a:pt x="3" y="5"/>
                    <a:pt x="2" y="4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3" name="Freeform 1325">
              <a:extLst>
                <a:ext uri="{FF2B5EF4-FFF2-40B4-BE49-F238E27FC236}">
                  <a16:creationId xmlns:a16="http://schemas.microsoft.com/office/drawing/2014/main" id="{B3F599C7-72B9-4F2D-A8E2-F8BE99A6D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3306"/>
              <a:ext cx="19" cy="17"/>
            </a:xfrm>
            <a:custGeom>
              <a:avLst/>
              <a:gdLst>
                <a:gd name="T0" fmla="*/ 32 w 6"/>
                <a:gd name="T1" fmla="*/ 0 h 5"/>
                <a:gd name="T2" fmla="*/ 162 w 6"/>
                <a:gd name="T3" fmla="*/ 34 h 5"/>
                <a:gd name="T4" fmla="*/ 190 w 6"/>
                <a:gd name="T5" fmla="*/ 163 h 5"/>
                <a:gd name="T6" fmla="*/ 60 w 6"/>
                <a:gd name="T7" fmla="*/ 163 h 5"/>
                <a:gd name="T8" fmla="*/ 32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" name="Freeform 1326">
              <a:extLst>
                <a:ext uri="{FF2B5EF4-FFF2-40B4-BE49-F238E27FC236}">
                  <a16:creationId xmlns:a16="http://schemas.microsoft.com/office/drawing/2014/main" id="{AC98A528-B1E4-461B-8498-F2338EAA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3179"/>
              <a:ext cx="19" cy="17"/>
            </a:xfrm>
            <a:custGeom>
              <a:avLst/>
              <a:gdLst>
                <a:gd name="T0" fmla="*/ 32 w 6"/>
                <a:gd name="T1" fmla="*/ 0 h 5"/>
                <a:gd name="T2" fmla="*/ 162 w 6"/>
                <a:gd name="T3" fmla="*/ 34 h 5"/>
                <a:gd name="T4" fmla="*/ 190 w 6"/>
                <a:gd name="T5" fmla="*/ 163 h 5"/>
                <a:gd name="T6" fmla="*/ 60 w 6"/>
                <a:gd name="T7" fmla="*/ 163 h 5"/>
                <a:gd name="T8" fmla="*/ 32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5" name="Freeform 1327">
              <a:extLst>
                <a:ext uri="{FF2B5EF4-FFF2-40B4-BE49-F238E27FC236}">
                  <a16:creationId xmlns:a16="http://schemas.microsoft.com/office/drawing/2014/main" id="{349B78C2-81FF-45D7-B4E9-74FF01807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210"/>
              <a:ext cx="19" cy="17"/>
            </a:xfrm>
            <a:custGeom>
              <a:avLst/>
              <a:gdLst>
                <a:gd name="T0" fmla="*/ 32 w 6"/>
                <a:gd name="T1" fmla="*/ 34 h 5"/>
                <a:gd name="T2" fmla="*/ 162 w 6"/>
                <a:gd name="T3" fmla="*/ 34 h 5"/>
                <a:gd name="T4" fmla="*/ 190 w 6"/>
                <a:gd name="T5" fmla="*/ 197 h 5"/>
                <a:gd name="T6" fmla="*/ 60 w 6"/>
                <a:gd name="T7" fmla="*/ 163 h 5"/>
                <a:gd name="T8" fmla="*/ 3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6" y="5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6" name="Freeform 1328">
              <a:extLst>
                <a:ext uri="{FF2B5EF4-FFF2-40B4-BE49-F238E27FC236}">
                  <a16:creationId xmlns:a16="http://schemas.microsoft.com/office/drawing/2014/main" id="{F070D86F-1520-479F-ACCF-3542FC95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138"/>
              <a:ext cx="20" cy="17"/>
            </a:xfrm>
            <a:custGeom>
              <a:avLst/>
              <a:gdLst>
                <a:gd name="T0" fmla="*/ 33 w 6"/>
                <a:gd name="T1" fmla="*/ 0 h 5"/>
                <a:gd name="T2" fmla="*/ 143 w 6"/>
                <a:gd name="T3" fmla="*/ 34 h 5"/>
                <a:gd name="T4" fmla="*/ 190 w 6"/>
                <a:gd name="T5" fmla="*/ 163 h 5"/>
                <a:gd name="T6" fmla="*/ 77 w 6"/>
                <a:gd name="T7" fmla="*/ 163 h 5"/>
                <a:gd name="T8" fmla="*/ 3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ubicBezTo>
                    <a:pt x="4" y="5"/>
                    <a:pt x="3" y="5"/>
                    <a:pt x="2" y="4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7" name="Freeform 1329">
              <a:extLst>
                <a:ext uri="{FF2B5EF4-FFF2-40B4-BE49-F238E27FC236}">
                  <a16:creationId xmlns:a16="http://schemas.microsoft.com/office/drawing/2014/main" id="{3EA598D3-3ED8-4014-A51E-7DAE1A57A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3254"/>
              <a:ext cx="19" cy="14"/>
            </a:xfrm>
            <a:custGeom>
              <a:avLst/>
              <a:gdLst>
                <a:gd name="T0" fmla="*/ 0 w 6"/>
                <a:gd name="T1" fmla="*/ 49 h 4"/>
                <a:gd name="T2" fmla="*/ 101 w 6"/>
                <a:gd name="T3" fmla="*/ 0 h 4"/>
                <a:gd name="T4" fmla="*/ 190 w 6"/>
                <a:gd name="T5" fmla="*/ 88 h 4"/>
                <a:gd name="T6" fmla="*/ 101 w 6"/>
                <a:gd name="T7" fmla="*/ 172 h 4"/>
                <a:gd name="T8" fmla="*/ 0 w 6"/>
                <a:gd name="T9" fmla="*/ 49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4" y="4"/>
                    <a:pt x="3" y="4"/>
                  </a:cubicBezTo>
                  <a:cubicBezTo>
                    <a:pt x="1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8" name="Freeform 1330">
              <a:extLst>
                <a:ext uri="{FF2B5EF4-FFF2-40B4-BE49-F238E27FC236}">
                  <a16:creationId xmlns:a16="http://schemas.microsoft.com/office/drawing/2014/main" id="{DE9C375F-524D-4F8B-8D0F-E621068CF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247"/>
              <a:ext cx="19" cy="17"/>
            </a:xfrm>
            <a:custGeom>
              <a:avLst/>
              <a:gdLst>
                <a:gd name="T0" fmla="*/ 32 w 6"/>
                <a:gd name="T1" fmla="*/ 34 h 5"/>
                <a:gd name="T2" fmla="*/ 130 w 6"/>
                <a:gd name="T3" fmla="*/ 34 h 5"/>
                <a:gd name="T4" fmla="*/ 162 w 6"/>
                <a:gd name="T5" fmla="*/ 163 h 5"/>
                <a:gd name="T6" fmla="*/ 60 w 6"/>
                <a:gd name="T7" fmla="*/ 163 h 5"/>
                <a:gd name="T8" fmla="*/ 3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6" y="4"/>
                    <a:pt x="5" y="4"/>
                  </a:cubicBezTo>
                  <a:cubicBezTo>
                    <a:pt x="4" y="5"/>
                    <a:pt x="3" y="5"/>
                    <a:pt x="2" y="4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9" name="Freeform 1331">
              <a:extLst>
                <a:ext uri="{FF2B5EF4-FFF2-40B4-BE49-F238E27FC236}">
                  <a16:creationId xmlns:a16="http://schemas.microsoft.com/office/drawing/2014/main" id="{52E7AE7F-675F-45F1-9F01-710E2767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3268"/>
              <a:ext cx="19" cy="14"/>
            </a:xfrm>
            <a:custGeom>
              <a:avLst/>
              <a:gdLst>
                <a:gd name="T0" fmla="*/ 0 w 6"/>
                <a:gd name="T1" fmla="*/ 88 h 4"/>
                <a:gd name="T2" fmla="*/ 101 w 6"/>
                <a:gd name="T3" fmla="*/ 0 h 4"/>
                <a:gd name="T4" fmla="*/ 190 w 6"/>
                <a:gd name="T5" fmla="*/ 88 h 4"/>
                <a:gd name="T6" fmla="*/ 101 w 6"/>
                <a:gd name="T7" fmla="*/ 172 h 4"/>
                <a:gd name="T8" fmla="*/ 0 w 6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5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7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2" name="Slice-of-white-bread-illustration">
            <a:extLst>
              <a:ext uri="{FF2B5EF4-FFF2-40B4-BE49-F238E27FC236}">
                <a16:creationId xmlns:a16="http://schemas.microsoft.com/office/drawing/2014/main" id="{CE94A0BE-2395-4628-844B-F80D2846898B}"/>
              </a:ext>
            </a:extLst>
          </p:cNvPr>
          <p:cNvGrpSpPr>
            <a:grpSpLocks/>
          </p:cNvGrpSpPr>
          <p:nvPr/>
        </p:nvGrpSpPr>
        <p:grpSpPr bwMode="auto">
          <a:xfrm>
            <a:off x="7705725" y="1487488"/>
            <a:ext cx="1747838" cy="1371600"/>
            <a:chOff x="3894" y="937"/>
            <a:chExt cx="1101" cy="864"/>
          </a:xfrm>
        </p:grpSpPr>
        <p:grpSp>
          <p:nvGrpSpPr>
            <p:cNvPr id="24583" name="Group 1333">
              <a:extLst>
                <a:ext uri="{FF2B5EF4-FFF2-40B4-BE49-F238E27FC236}">
                  <a16:creationId xmlns:a16="http://schemas.microsoft.com/office/drawing/2014/main" id="{27B38606-2A40-4CC2-83D4-CC4F08BBA9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4" y="937"/>
              <a:ext cx="1101" cy="864"/>
              <a:chOff x="3894" y="937"/>
              <a:chExt cx="1101" cy="864"/>
            </a:xfrm>
          </p:grpSpPr>
          <p:sp>
            <p:nvSpPr>
              <p:cNvPr id="24700" name="Freeform 1334">
                <a:extLst>
                  <a:ext uri="{FF2B5EF4-FFF2-40B4-BE49-F238E27FC236}">
                    <a16:creationId xmlns:a16="http://schemas.microsoft.com/office/drawing/2014/main" id="{F36014B3-6D94-4991-B6FF-5202FCCF7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351"/>
                <a:ext cx="1019" cy="450"/>
              </a:xfrm>
              <a:custGeom>
                <a:avLst/>
                <a:gdLst>
                  <a:gd name="T0" fmla="*/ 0 w 1549"/>
                  <a:gd name="T1" fmla="*/ 33 h 642"/>
                  <a:gd name="T2" fmla="*/ 17 w 1549"/>
                  <a:gd name="T3" fmla="*/ 86 h 642"/>
                  <a:gd name="T4" fmla="*/ 35 w 1549"/>
                  <a:gd name="T5" fmla="*/ 130 h 642"/>
                  <a:gd name="T6" fmla="*/ 62 w 1549"/>
                  <a:gd name="T7" fmla="*/ 125 h 642"/>
                  <a:gd name="T8" fmla="*/ 79 w 1549"/>
                  <a:gd name="T9" fmla="*/ 132 h 642"/>
                  <a:gd name="T10" fmla="*/ 191 w 1549"/>
                  <a:gd name="T11" fmla="*/ 191 h 642"/>
                  <a:gd name="T12" fmla="*/ 304 w 1549"/>
                  <a:gd name="T13" fmla="*/ 211 h 642"/>
                  <a:gd name="T14" fmla="*/ 431 w 1549"/>
                  <a:gd name="T15" fmla="*/ 131 h 642"/>
                  <a:gd name="T16" fmla="*/ 441 w 1549"/>
                  <a:gd name="T17" fmla="*/ 0 h 642"/>
                  <a:gd name="T18" fmla="*/ 0 w 1549"/>
                  <a:gd name="T19" fmla="*/ 33 h 6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49" h="642">
                    <a:moveTo>
                      <a:pt x="0" y="96"/>
                    </a:moveTo>
                    <a:cubicBezTo>
                      <a:pt x="0" y="96"/>
                      <a:pt x="32" y="213"/>
                      <a:pt x="61" y="250"/>
                    </a:cubicBezTo>
                    <a:cubicBezTo>
                      <a:pt x="91" y="288"/>
                      <a:pt x="115" y="338"/>
                      <a:pt x="123" y="378"/>
                    </a:cubicBezTo>
                    <a:cubicBezTo>
                      <a:pt x="123" y="378"/>
                      <a:pt x="189" y="397"/>
                      <a:pt x="221" y="365"/>
                    </a:cubicBezTo>
                    <a:cubicBezTo>
                      <a:pt x="253" y="333"/>
                      <a:pt x="256" y="338"/>
                      <a:pt x="277" y="384"/>
                    </a:cubicBezTo>
                    <a:cubicBezTo>
                      <a:pt x="299" y="429"/>
                      <a:pt x="456" y="520"/>
                      <a:pt x="672" y="554"/>
                    </a:cubicBezTo>
                    <a:cubicBezTo>
                      <a:pt x="888" y="589"/>
                      <a:pt x="915" y="642"/>
                      <a:pt x="1069" y="613"/>
                    </a:cubicBezTo>
                    <a:cubicBezTo>
                      <a:pt x="1224" y="584"/>
                      <a:pt x="1453" y="573"/>
                      <a:pt x="1512" y="381"/>
                    </a:cubicBezTo>
                    <a:cubicBezTo>
                      <a:pt x="1512" y="381"/>
                      <a:pt x="1541" y="85"/>
                      <a:pt x="1549" y="0"/>
                    </a:cubicBezTo>
                    <a:lnTo>
                      <a:pt x="0" y="96"/>
                    </a:lnTo>
                    <a:close/>
                  </a:path>
                </a:pathLst>
              </a:custGeom>
              <a:solidFill>
                <a:srgbClr val="F2B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1" name="Freeform 1335">
                <a:extLst>
                  <a:ext uri="{FF2B5EF4-FFF2-40B4-BE49-F238E27FC236}">
                    <a16:creationId xmlns:a16="http://schemas.microsoft.com/office/drawing/2014/main" id="{0DACA73D-4F9F-4645-9FA5-6F151958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937"/>
                <a:ext cx="1099" cy="637"/>
              </a:xfrm>
              <a:custGeom>
                <a:avLst/>
                <a:gdLst>
                  <a:gd name="T0" fmla="*/ 234 w 1670"/>
                  <a:gd name="T1" fmla="*/ 311 h 908"/>
                  <a:gd name="T2" fmla="*/ 314 w 1670"/>
                  <a:gd name="T3" fmla="*/ 303 h 908"/>
                  <a:gd name="T4" fmla="*/ 467 w 1670"/>
                  <a:gd name="T5" fmla="*/ 209 h 908"/>
                  <a:gd name="T6" fmla="*/ 328 w 1670"/>
                  <a:gd name="T7" fmla="*/ 30 h 908"/>
                  <a:gd name="T8" fmla="*/ 224 w 1670"/>
                  <a:gd name="T9" fmla="*/ 6 h 908"/>
                  <a:gd name="T10" fmla="*/ 112 w 1670"/>
                  <a:gd name="T11" fmla="*/ 43 h 908"/>
                  <a:gd name="T12" fmla="*/ 34 w 1670"/>
                  <a:gd name="T13" fmla="*/ 135 h 908"/>
                  <a:gd name="T14" fmla="*/ 51 w 1670"/>
                  <a:gd name="T15" fmla="*/ 250 h 908"/>
                  <a:gd name="T16" fmla="*/ 105 w 1670"/>
                  <a:gd name="T17" fmla="*/ 271 h 908"/>
                  <a:gd name="T18" fmla="*/ 234 w 1670"/>
                  <a:gd name="T19" fmla="*/ 311 h 9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0" h="908">
                    <a:moveTo>
                      <a:pt x="820" y="900"/>
                    </a:moveTo>
                    <a:cubicBezTo>
                      <a:pt x="926" y="908"/>
                      <a:pt x="1030" y="903"/>
                      <a:pt x="1102" y="878"/>
                    </a:cubicBezTo>
                    <a:cubicBezTo>
                      <a:pt x="1312" y="803"/>
                      <a:pt x="1611" y="848"/>
                      <a:pt x="1640" y="606"/>
                    </a:cubicBezTo>
                    <a:cubicBezTo>
                      <a:pt x="1670" y="363"/>
                      <a:pt x="1328" y="166"/>
                      <a:pt x="1152" y="88"/>
                    </a:cubicBezTo>
                    <a:cubicBezTo>
                      <a:pt x="976" y="11"/>
                      <a:pt x="787" y="16"/>
                      <a:pt x="787" y="16"/>
                    </a:cubicBezTo>
                    <a:cubicBezTo>
                      <a:pt x="646" y="0"/>
                      <a:pt x="443" y="83"/>
                      <a:pt x="392" y="126"/>
                    </a:cubicBezTo>
                    <a:cubicBezTo>
                      <a:pt x="342" y="168"/>
                      <a:pt x="112" y="291"/>
                      <a:pt x="120" y="392"/>
                    </a:cubicBezTo>
                    <a:cubicBezTo>
                      <a:pt x="128" y="494"/>
                      <a:pt x="0" y="747"/>
                      <a:pt x="179" y="726"/>
                    </a:cubicBezTo>
                    <a:cubicBezTo>
                      <a:pt x="358" y="704"/>
                      <a:pt x="323" y="726"/>
                      <a:pt x="368" y="787"/>
                    </a:cubicBezTo>
                    <a:cubicBezTo>
                      <a:pt x="398" y="827"/>
                      <a:pt x="615" y="886"/>
                      <a:pt x="820" y="900"/>
                    </a:cubicBezTo>
                  </a:path>
                </a:pathLst>
              </a:custGeom>
              <a:solidFill>
                <a:srgbClr val="F9F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2" name="Freeform 1336">
                <a:extLst>
                  <a:ext uri="{FF2B5EF4-FFF2-40B4-BE49-F238E27FC236}">
                    <a16:creationId xmlns:a16="http://schemas.microsoft.com/office/drawing/2014/main" id="{AFDC7AC1-57CD-434E-8FD8-C657AC4205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7" y="937"/>
                <a:ext cx="1098" cy="637"/>
              </a:xfrm>
              <a:custGeom>
                <a:avLst/>
                <a:gdLst>
                  <a:gd name="T0" fmla="*/ 327 w 1670"/>
                  <a:gd name="T1" fmla="*/ 30 h 908"/>
                  <a:gd name="T2" fmla="*/ 224 w 1670"/>
                  <a:gd name="T3" fmla="*/ 6 h 908"/>
                  <a:gd name="T4" fmla="*/ 112 w 1670"/>
                  <a:gd name="T5" fmla="*/ 43 h 908"/>
                  <a:gd name="T6" fmla="*/ 34 w 1670"/>
                  <a:gd name="T7" fmla="*/ 135 h 908"/>
                  <a:gd name="T8" fmla="*/ 51 w 1670"/>
                  <a:gd name="T9" fmla="*/ 250 h 908"/>
                  <a:gd name="T10" fmla="*/ 105 w 1670"/>
                  <a:gd name="T11" fmla="*/ 271 h 908"/>
                  <a:gd name="T12" fmla="*/ 233 w 1670"/>
                  <a:gd name="T13" fmla="*/ 311 h 908"/>
                  <a:gd name="T14" fmla="*/ 314 w 1670"/>
                  <a:gd name="T15" fmla="*/ 303 h 908"/>
                  <a:gd name="T16" fmla="*/ 466 w 1670"/>
                  <a:gd name="T17" fmla="*/ 209 h 908"/>
                  <a:gd name="T18" fmla="*/ 327 w 1670"/>
                  <a:gd name="T19" fmla="*/ 30 h 908"/>
                  <a:gd name="T20" fmla="*/ 458 w 1670"/>
                  <a:gd name="T21" fmla="*/ 205 h 908"/>
                  <a:gd name="T22" fmla="*/ 311 w 1670"/>
                  <a:gd name="T23" fmla="*/ 293 h 908"/>
                  <a:gd name="T24" fmla="*/ 234 w 1670"/>
                  <a:gd name="T25" fmla="*/ 301 h 908"/>
                  <a:gd name="T26" fmla="*/ 110 w 1670"/>
                  <a:gd name="T27" fmla="*/ 264 h 908"/>
                  <a:gd name="T28" fmla="*/ 59 w 1670"/>
                  <a:gd name="T29" fmla="*/ 243 h 908"/>
                  <a:gd name="T30" fmla="*/ 43 w 1670"/>
                  <a:gd name="T31" fmla="*/ 135 h 908"/>
                  <a:gd name="T32" fmla="*/ 117 w 1670"/>
                  <a:gd name="T33" fmla="*/ 48 h 908"/>
                  <a:gd name="T34" fmla="*/ 226 w 1670"/>
                  <a:gd name="T35" fmla="*/ 13 h 908"/>
                  <a:gd name="T36" fmla="*/ 325 w 1670"/>
                  <a:gd name="T37" fmla="*/ 36 h 908"/>
                  <a:gd name="T38" fmla="*/ 458 w 1670"/>
                  <a:gd name="T39" fmla="*/ 205 h 90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70" h="908">
                    <a:moveTo>
                      <a:pt x="1152" y="88"/>
                    </a:moveTo>
                    <a:cubicBezTo>
                      <a:pt x="976" y="11"/>
                      <a:pt x="787" y="16"/>
                      <a:pt x="787" y="16"/>
                    </a:cubicBezTo>
                    <a:cubicBezTo>
                      <a:pt x="646" y="0"/>
                      <a:pt x="443" y="83"/>
                      <a:pt x="392" y="126"/>
                    </a:cubicBezTo>
                    <a:cubicBezTo>
                      <a:pt x="342" y="168"/>
                      <a:pt x="112" y="291"/>
                      <a:pt x="120" y="392"/>
                    </a:cubicBezTo>
                    <a:cubicBezTo>
                      <a:pt x="128" y="494"/>
                      <a:pt x="0" y="747"/>
                      <a:pt x="179" y="726"/>
                    </a:cubicBezTo>
                    <a:cubicBezTo>
                      <a:pt x="358" y="704"/>
                      <a:pt x="323" y="726"/>
                      <a:pt x="368" y="787"/>
                    </a:cubicBezTo>
                    <a:cubicBezTo>
                      <a:pt x="398" y="827"/>
                      <a:pt x="615" y="886"/>
                      <a:pt x="820" y="900"/>
                    </a:cubicBezTo>
                    <a:cubicBezTo>
                      <a:pt x="926" y="908"/>
                      <a:pt x="1030" y="903"/>
                      <a:pt x="1102" y="878"/>
                    </a:cubicBezTo>
                    <a:cubicBezTo>
                      <a:pt x="1312" y="803"/>
                      <a:pt x="1611" y="848"/>
                      <a:pt x="1640" y="606"/>
                    </a:cubicBezTo>
                    <a:cubicBezTo>
                      <a:pt x="1670" y="363"/>
                      <a:pt x="1328" y="166"/>
                      <a:pt x="1152" y="88"/>
                    </a:cubicBezTo>
                    <a:close/>
                    <a:moveTo>
                      <a:pt x="1612" y="593"/>
                    </a:moveTo>
                    <a:cubicBezTo>
                      <a:pt x="1584" y="822"/>
                      <a:pt x="1297" y="779"/>
                      <a:pt x="1094" y="850"/>
                    </a:cubicBezTo>
                    <a:cubicBezTo>
                      <a:pt x="1025" y="874"/>
                      <a:pt x="926" y="879"/>
                      <a:pt x="823" y="871"/>
                    </a:cubicBezTo>
                    <a:cubicBezTo>
                      <a:pt x="626" y="858"/>
                      <a:pt x="418" y="802"/>
                      <a:pt x="389" y="764"/>
                    </a:cubicBezTo>
                    <a:cubicBezTo>
                      <a:pt x="346" y="706"/>
                      <a:pt x="379" y="686"/>
                      <a:pt x="207" y="706"/>
                    </a:cubicBezTo>
                    <a:cubicBezTo>
                      <a:pt x="35" y="727"/>
                      <a:pt x="159" y="487"/>
                      <a:pt x="151" y="391"/>
                    </a:cubicBezTo>
                    <a:cubicBezTo>
                      <a:pt x="143" y="296"/>
                      <a:pt x="364" y="180"/>
                      <a:pt x="412" y="140"/>
                    </a:cubicBezTo>
                    <a:cubicBezTo>
                      <a:pt x="461" y="99"/>
                      <a:pt x="656" y="21"/>
                      <a:pt x="792" y="36"/>
                    </a:cubicBezTo>
                    <a:cubicBezTo>
                      <a:pt x="792" y="36"/>
                      <a:pt x="974" y="31"/>
                      <a:pt x="1143" y="104"/>
                    </a:cubicBezTo>
                    <a:cubicBezTo>
                      <a:pt x="1312" y="177"/>
                      <a:pt x="1641" y="364"/>
                      <a:pt x="1612" y="593"/>
                    </a:cubicBezTo>
                    <a:close/>
                  </a:path>
                </a:pathLst>
              </a:custGeom>
              <a:solidFill>
                <a:srgbClr val="F9D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3" name="Freeform 1337">
                <a:extLst>
                  <a:ext uri="{FF2B5EF4-FFF2-40B4-BE49-F238E27FC236}">
                    <a16:creationId xmlns:a16="http://schemas.microsoft.com/office/drawing/2014/main" id="{6E3A6A04-827E-4A93-B419-13A740EDC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538"/>
                <a:ext cx="298" cy="234"/>
              </a:xfrm>
              <a:custGeom>
                <a:avLst/>
                <a:gdLst>
                  <a:gd name="T0" fmla="*/ 0 w 454"/>
                  <a:gd name="T1" fmla="*/ 99 h 333"/>
                  <a:gd name="T2" fmla="*/ 46 w 454"/>
                  <a:gd name="T3" fmla="*/ 62 h 333"/>
                  <a:gd name="T4" fmla="*/ 60 w 454"/>
                  <a:gd name="T5" fmla="*/ 32 h 333"/>
                  <a:gd name="T6" fmla="*/ 57 w 454"/>
                  <a:gd name="T7" fmla="*/ 3 h 333"/>
                  <a:gd name="T8" fmla="*/ 78 w 454"/>
                  <a:gd name="T9" fmla="*/ 4 h 333"/>
                  <a:gd name="T10" fmla="*/ 97 w 454"/>
                  <a:gd name="T11" fmla="*/ 4 h 333"/>
                  <a:gd name="T12" fmla="*/ 117 w 454"/>
                  <a:gd name="T13" fmla="*/ 22 h 333"/>
                  <a:gd name="T14" fmla="*/ 129 w 454"/>
                  <a:gd name="T15" fmla="*/ 39 h 333"/>
                  <a:gd name="T16" fmla="*/ 104 w 454"/>
                  <a:gd name="T17" fmla="*/ 76 h 333"/>
                  <a:gd name="T18" fmla="*/ 86 w 454"/>
                  <a:gd name="T19" fmla="*/ 91 h 333"/>
                  <a:gd name="T20" fmla="*/ 71 w 454"/>
                  <a:gd name="T21" fmla="*/ 105 h 333"/>
                  <a:gd name="T22" fmla="*/ 52 w 454"/>
                  <a:gd name="T23" fmla="*/ 110 h 333"/>
                  <a:gd name="T24" fmla="*/ 35 w 454"/>
                  <a:gd name="T25" fmla="*/ 114 h 333"/>
                  <a:gd name="T26" fmla="*/ 19 w 454"/>
                  <a:gd name="T27" fmla="*/ 105 h 333"/>
                  <a:gd name="T28" fmla="*/ 0 w 454"/>
                  <a:gd name="T29" fmla="*/ 98 h 3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4" h="333">
                    <a:moveTo>
                      <a:pt x="0" y="285"/>
                    </a:moveTo>
                    <a:cubicBezTo>
                      <a:pt x="57" y="261"/>
                      <a:pt x="116" y="221"/>
                      <a:pt x="163" y="178"/>
                    </a:cubicBezTo>
                    <a:cubicBezTo>
                      <a:pt x="189" y="154"/>
                      <a:pt x="208" y="130"/>
                      <a:pt x="211" y="93"/>
                    </a:cubicBezTo>
                    <a:cubicBezTo>
                      <a:pt x="213" y="64"/>
                      <a:pt x="201" y="36"/>
                      <a:pt x="203" y="8"/>
                    </a:cubicBezTo>
                    <a:cubicBezTo>
                      <a:pt x="227" y="6"/>
                      <a:pt x="251" y="12"/>
                      <a:pt x="275" y="10"/>
                    </a:cubicBezTo>
                    <a:cubicBezTo>
                      <a:pt x="301" y="7"/>
                      <a:pt x="321" y="0"/>
                      <a:pt x="344" y="12"/>
                    </a:cubicBezTo>
                    <a:cubicBezTo>
                      <a:pt x="368" y="25"/>
                      <a:pt x="392" y="50"/>
                      <a:pt x="414" y="66"/>
                    </a:cubicBezTo>
                    <a:cubicBezTo>
                      <a:pt x="432" y="81"/>
                      <a:pt x="454" y="85"/>
                      <a:pt x="454" y="111"/>
                    </a:cubicBezTo>
                    <a:cubicBezTo>
                      <a:pt x="453" y="159"/>
                      <a:pt x="404" y="197"/>
                      <a:pt x="368" y="218"/>
                    </a:cubicBezTo>
                    <a:cubicBezTo>
                      <a:pt x="346" y="231"/>
                      <a:pt x="323" y="241"/>
                      <a:pt x="305" y="261"/>
                    </a:cubicBezTo>
                    <a:cubicBezTo>
                      <a:pt x="287" y="280"/>
                      <a:pt x="278" y="295"/>
                      <a:pt x="252" y="301"/>
                    </a:cubicBezTo>
                    <a:cubicBezTo>
                      <a:pt x="230" y="307"/>
                      <a:pt x="207" y="309"/>
                      <a:pt x="184" y="316"/>
                    </a:cubicBezTo>
                    <a:cubicBezTo>
                      <a:pt x="164" y="322"/>
                      <a:pt x="144" y="333"/>
                      <a:pt x="123" y="327"/>
                    </a:cubicBezTo>
                    <a:cubicBezTo>
                      <a:pt x="106" y="323"/>
                      <a:pt x="86" y="310"/>
                      <a:pt x="67" y="303"/>
                    </a:cubicBezTo>
                    <a:cubicBezTo>
                      <a:pt x="46" y="295"/>
                      <a:pt x="20" y="292"/>
                      <a:pt x="0" y="282"/>
                    </a:cubicBezTo>
                  </a:path>
                </a:pathLst>
              </a:custGeom>
              <a:solidFill>
                <a:srgbClr val="E5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4" name="Freeform 1338">
                <a:extLst>
                  <a:ext uri="{FF2B5EF4-FFF2-40B4-BE49-F238E27FC236}">
                    <a16:creationId xmlns:a16="http://schemas.microsoft.com/office/drawing/2014/main" id="{53EC8494-F4E0-4AE8-B1A0-D7FF3873F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550"/>
                <a:ext cx="257" cy="242"/>
              </a:xfrm>
              <a:custGeom>
                <a:avLst/>
                <a:gdLst>
                  <a:gd name="T0" fmla="*/ 29 w 390"/>
                  <a:gd name="T1" fmla="*/ 118 h 346"/>
                  <a:gd name="T2" fmla="*/ 9 w 390"/>
                  <a:gd name="T3" fmla="*/ 92 h 346"/>
                  <a:gd name="T4" fmla="*/ 14 w 390"/>
                  <a:gd name="T5" fmla="*/ 68 h 346"/>
                  <a:gd name="T6" fmla="*/ 18 w 390"/>
                  <a:gd name="T7" fmla="*/ 48 h 346"/>
                  <a:gd name="T8" fmla="*/ 39 w 390"/>
                  <a:gd name="T9" fmla="*/ 36 h 346"/>
                  <a:gd name="T10" fmla="*/ 59 w 390"/>
                  <a:gd name="T11" fmla="*/ 26 h 346"/>
                  <a:gd name="T12" fmla="*/ 101 w 390"/>
                  <a:gd name="T13" fmla="*/ 13 h 346"/>
                  <a:gd name="T14" fmla="*/ 109 w 390"/>
                  <a:gd name="T15" fmla="*/ 58 h 346"/>
                  <a:gd name="T16" fmla="*/ 109 w 390"/>
                  <a:gd name="T17" fmla="*/ 71 h 346"/>
                  <a:gd name="T18" fmla="*/ 105 w 390"/>
                  <a:gd name="T19" fmla="*/ 80 h 346"/>
                  <a:gd name="T20" fmla="*/ 97 w 390"/>
                  <a:gd name="T21" fmla="*/ 95 h 346"/>
                  <a:gd name="T22" fmla="*/ 80 w 390"/>
                  <a:gd name="T23" fmla="*/ 101 h 346"/>
                  <a:gd name="T24" fmla="*/ 61 w 390"/>
                  <a:gd name="T25" fmla="*/ 112 h 346"/>
                  <a:gd name="T26" fmla="*/ 28 w 390"/>
                  <a:gd name="T27" fmla="*/ 118 h 3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0" h="346">
                    <a:moveTo>
                      <a:pt x="101" y="343"/>
                    </a:moveTo>
                    <a:cubicBezTo>
                      <a:pt x="71" y="314"/>
                      <a:pt x="0" y="326"/>
                      <a:pt x="29" y="269"/>
                    </a:cubicBezTo>
                    <a:cubicBezTo>
                      <a:pt x="40" y="246"/>
                      <a:pt x="48" y="225"/>
                      <a:pt x="50" y="199"/>
                    </a:cubicBezTo>
                    <a:cubicBezTo>
                      <a:pt x="52" y="173"/>
                      <a:pt x="48" y="159"/>
                      <a:pt x="66" y="140"/>
                    </a:cubicBezTo>
                    <a:cubicBezTo>
                      <a:pt x="85" y="120"/>
                      <a:pt x="111" y="115"/>
                      <a:pt x="136" y="106"/>
                    </a:cubicBezTo>
                    <a:cubicBezTo>
                      <a:pt x="160" y="97"/>
                      <a:pt x="184" y="88"/>
                      <a:pt x="208" y="76"/>
                    </a:cubicBezTo>
                    <a:cubicBezTo>
                      <a:pt x="247" y="56"/>
                      <a:pt x="312" y="0"/>
                      <a:pt x="354" y="37"/>
                    </a:cubicBezTo>
                    <a:cubicBezTo>
                      <a:pt x="390" y="70"/>
                      <a:pt x="383" y="124"/>
                      <a:pt x="381" y="168"/>
                    </a:cubicBezTo>
                    <a:cubicBezTo>
                      <a:pt x="380" y="181"/>
                      <a:pt x="383" y="195"/>
                      <a:pt x="381" y="207"/>
                    </a:cubicBezTo>
                    <a:cubicBezTo>
                      <a:pt x="378" y="220"/>
                      <a:pt x="370" y="225"/>
                      <a:pt x="367" y="233"/>
                    </a:cubicBezTo>
                    <a:cubicBezTo>
                      <a:pt x="357" y="258"/>
                      <a:pt x="368" y="267"/>
                      <a:pt x="338" y="277"/>
                    </a:cubicBezTo>
                    <a:cubicBezTo>
                      <a:pt x="318" y="283"/>
                      <a:pt x="299" y="286"/>
                      <a:pt x="280" y="298"/>
                    </a:cubicBezTo>
                    <a:cubicBezTo>
                      <a:pt x="258" y="312"/>
                      <a:pt x="240" y="323"/>
                      <a:pt x="213" y="327"/>
                    </a:cubicBezTo>
                    <a:cubicBezTo>
                      <a:pt x="175" y="333"/>
                      <a:pt x="127" y="330"/>
                      <a:pt x="96" y="346"/>
                    </a:cubicBezTo>
                  </a:path>
                </a:pathLst>
              </a:custGeom>
              <a:solidFill>
                <a:srgbClr val="DB8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5" name="Freeform 1339">
                <a:extLst>
                  <a:ext uri="{FF2B5EF4-FFF2-40B4-BE49-F238E27FC236}">
                    <a16:creationId xmlns:a16="http://schemas.microsoft.com/office/drawing/2014/main" id="{0C6FCEB5-11B5-48F0-B58C-DE77599BF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465"/>
                <a:ext cx="83" cy="155"/>
              </a:xfrm>
              <a:custGeom>
                <a:avLst/>
                <a:gdLst>
                  <a:gd name="T0" fmla="*/ 3 w 126"/>
                  <a:gd name="T1" fmla="*/ 52 h 221"/>
                  <a:gd name="T2" fmla="*/ 0 w 126"/>
                  <a:gd name="T3" fmla="*/ 41 h 221"/>
                  <a:gd name="T4" fmla="*/ 5 w 126"/>
                  <a:gd name="T5" fmla="*/ 32 h 221"/>
                  <a:gd name="T6" fmla="*/ 2 w 126"/>
                  <a:gd name="T7" fmla="*/ 11 h 221"/>
                  <a:gd name="T8" fmla="*/ 24 w 126"/>
                  <a:gd name="T9" fmla="*/ 6 h 221"/>
                  <a:gd name="T10" fmla="*/ 27 w 126"/>
                  <a:gd name="T11" fmla="*/ 19 h 221"/>
                  <a:gd name="T12" fmla="*/ 32 w 126"/>
                  <a:gd name="T13" fmla="*/ 29 h 221"/>
                  <a:gd name="T14" fmla="*/ 32 w 126"/>
                  <a:gd name="T15" fmla="*/ 56 h 221"/>
                  <a:gd name="T16" fmla="*/ 22 w 126"/>
                  <a:gd name="T17" fmla="*/ 68 h 221"/>
                  <a:gd name="T18" fmla="*/ 17 w 126"/>
                  <a:gd name="T19" fmla="*/ 76 h 221"/>
                  <a:gd name="T20" fmla="*/ 2 w 126"/>
                  <a:gd name="T21" fmla="*/ 52 h 2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221">
                    <a:moveTo>
                      <a:pt x="10" y="150"/>
                    </a:moveTo>
                    <a:cubicBezTo>
                      <a:pt x="10" y="138"/>
                      <a:pt x="0" y="130"/>
                      <a:pt x="0" y="120"/>
                    </a:cubicBezTo>
                    <a:cubicBezTo>
                      <a:pt x="0" y="103"/>
                      <a:pt x="12" y="104"/>
                      <a:pt x="16" y="92"/>
                    </a:cubicBezTo>
                    <a:cubicBezTo>
                      <a:pt x="22" y="71"/>
                      <a:pt x="4" y="57"/>
                      <a:pt x="8" y="33"/>
                    </a:cubicBezTo>
                    <a:cubicBezTo>
                      <a:pt x="27" y="27"/>
                      <a:pt x="70" y="0"/>
                      <a:pt x="85" y="16"/>
                    </a:cubicBezTo>
                    <a:cubicBezTo>
                      <a:pt x="92" y="24"/>
                      <a:pt x="89" y="46"/>
                      <a:pt x="94" y="56"/>
                    </a:cubicBezTo>
                    <a:cubicBezTo>
                      <a:pt x="99" y="68"/>
                      <a:pt x="109" y="74"/>
                      <a:pt x="114" y="85"/>
                    </a:cubicBezTo>
                    <a:cubicBezTo>
                      <a:pt x="126" y="108"/>
                      <a:pt x="118" y="139"/>
                      <a:pt x="114" y="163"/>
                    </a:cubicBezTo>
                    <a:cubicBezTo>
                      <a:pt x="108" y="189"/>
                      <a:pt x="110" y="221"/>
                      <a:pt x="78" y="198"/>
                    </a:cubicBezTo>
                    <a:cubicBezTo>
                      <a:pt x="71" y="204"/>
                      <a:pt x="63" y="213"/>
                      <a:pt x="59" y="219"/>
                    </a:cubicBezTo>
                    <a:cubicBezTo>
                      <a:pt x="58" y="191"/>
                      <a:pt x="32" y="160"/>
                      <a:pt x="8" y="150"/>
                    </a:cubicBezTo>
                  </a:path>
                </a:pathLst>
              </a:custGeom>
              <a:solidFill>
                <a:srgbClr val="E5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6" name="Freeform 1340">
                <a:extLst>
                  <a:ext uri="{FF2B5EF4-FFF2-40B4-BE49-F238E27FC236}">
                    <a16:creationId xmlns:a16="http://schemas.microsoft.com/office/drawing/2014/main" id="{6E0ADC91-588B-4C94-9C78-73BBFB8F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1513"/>
                <a:ext cx="77" cy="213"/>
              </a:xfrm>
              <a:custGeom>
                <a:avLst/>
                <a:gdLst>
                  <a:gd name="T0" fmla="*/ 18 w 117"/>
                  <a:gd name="T1" fmla="*/ 6 h 304"/>
                  <a:gd name="T2" fmla="*/ 28 w 117"/>
                  <a:gd name="T3" fmla="*/ 1 h 304"/>
                  <a:gd name="T4" fmla="*/ 31 w 117"/>
                  <a:gd name="T5" fmla="*/ 29 h 304"/>
                  <a:gd name="T6" fmla="*/ 31 w 117"/>
                  <a:gd name="T7" fmla="*/ 60 h 304"/>
                  <a:gd name="T8" fmla="*/ 30 w 117"/>
                  <a:gd name="T9" fmla="*/ 88 h 304"/>
                  <a:gd name="T10" fmla="*/ 11 w 117"/>
                  <a:gd name="T11" fmla="*/ 104 h 304"/>
                  <a:gd name="T12" fmla="*/ 1 w 117"/>
                  <a:gd name="T13" fmla="*/ 59 h 304"/>
                  <a:gd name="T14" fmla="*/ 4 w 117"/>
                  <a:gd name="T15" fmla="*/ 34 h 304"/>
                  <a:gd name="T16" fmla="*/ 15 w 117"/>
                  <a:gd name="T17" fmla="*/ 9 h 3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7" h="304">
                    <a:moveTo>
                      <a:pt x="66" y="17"/>
                    </a:moveTo>
                    <a:cubicBezTo>
                      <a:pt x="71" y="7"/>
                      <a:pt x="85" y="0"/>
                      <a:pt x="98" y="1"/>
                    </a:cubicBezTo>
                    <a:cubicBezTo>
                      <a:pt x="97" y="27"/>
                      <a:pt x="106" y="57"/>
                      <a:pt x="109" y="83"/>
                    </a:cubicBezTo>
                    <a:cubicBezTo>
                      <a:pt x="111" y="113"/>
                      <a:pt x="109" y="144"/>
                      <a:pt x="109" y="174"/>
                    </a:cubicBezTo>
                    <a:cubicBezTo>
                      <a:pt x="109" y="202"/>
                      <a:pt x="117" y="237"/>
                      <a:pt x="104" y="255"/>
                    </a:cubicBezTo>
                    <a:cubicBezTo>
                      <a:pt x="91" y="272"/>
                      <a:pt x="61" y="304"/>
                      <a:pt x="37" y="302"/>
                    </a:cubicBezTo>
                    <a:cubicBezTo>
                      <a:pt x="11" y="266"/>
                      <a:pt x="9" y="214"/>
                      <a:pt x="4" y="171"/>
                    </a:cubicBezTo>
                    <a:cubicBezTo>
                      <a:pt x="2" y="144"/>
                      <a:pt x="0" y="124"/>
                      <a:pt x="13" y="99"/>
                    </a:cubicBezTo>
                    <a:cubicBezTo>
                      <a:pt x="26" y="74"/>
                      <a:pt x="44" y="51"/>
                      <a:pt x="53" y="25"/>
                    </a:cubicBezTo>
                  </a:path>
                </a:pathLst>
              </a:custGeom>
              <a:solidFill>
                <a:srgbClr val="D18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7" name="Freeform 1341">
                <a:extLst>
                  <a:ext uri="{FF2B5EF4-FFF2-40B4-BE49-F238E27FC236}">
                    <a16:creationId xmlns:a16="http://schemas.microsoft.com/office/drawing/2014/main" id="{D068AA96-B189-4253-9BD1-22674B3AD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409"/>
                <a:ext cx="51" cy="266"/>
              </a:xfrm>
              <a:custGeom>
                <a:avLst/>
                <a:gdLst>
                  <a:gd name="T0" fmla="*/ 11 w 77"/>
                  <a:gd name="T1" fmla="*/ 132 h 378"/>
                  <a:gd name="T2" fmla="*/ 15 w 77"/>
                  <a:gd name="T3" fmla="*/ 58 h 378"/>
                  <a:gd name="T4" fmla="*/ 18 w 77"/>
                  <a:gd name="T5" fmla="*/ 28 h 378"/>
                  <a:gd name="T6" fmla="*/ 19 w 77"/>
                  <a:gd name="T7" fmla="*/ 0 h 378"/>
                  <a:gd name="T8" fmla="*/ 14 w 77"/>
                  <a:gd name="T9" fmla="*/ 16 h 378"/>
                  <a:gd name="T10" fmla="*/ 5 w 77"/>
                  <a:gd name="T11" fmla="*/ 27 h 378"/>
                  <a:gd name="T12" fmla="*/ 6 w 77"/>
                  <a:gd name="T13" fmla="*/ 64 h 378"/>
                  <a:gd name="T14" fmla="*/ 6 w 77"/>
                  <a:gd name="T15" fmla="*/ 101 h 378"/>
                  <a:gd name="T16" fmla="*/ 11 w 77"/>
                  <a:gd name="T17" fmla="*/ 132 h 3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378">
                    <a:moveTo>
                      <a:pt x="40" y="378"/>
                    </a:moveTo>
                    <a:cubicBezTo>
                      <a:pt x="58" y="317"/>
                      <a:pt x="53" y="232"/>
                      <a:pt x="53" y="167"/>
                    </a:cubicBezTo>
                    <a:cubicBezTo>
                      <a:pt x="53" y="138"/>
                      <a:pt x="58" y="110"/>
                      <a:pt x="62" y="81"/>
                    </a:cubicBezTo>
                    <a:cubicBezTo>
                      <a:pt x="65" y="58"/>
                      <a:pt x="77" y="22"/>
                      <a:pt x="66" y="0"/>
                    </a:cubicBezTo>
                    <a:cubicBezTo>
                      <a:pt x="55" y="9"/>
                      <a:pt x="55" y="32"/>
                      <a:pt x="48" y="45"/>
                    </a:cubicBezTo>
                    <a:cubicBezTo>
                      <a:pt x="40" y="60"/>
                      <a:pt x="26" y="67"/>
                      <a:pt x="18" y="79"/>
                    </a:cubicBezTo>
                    <a:cubicBezTo>
                      <a:pt x="0" y="105"/>
                      <a:pt x="21" y="152"/>
                      <a:pt x="21" y="183"/>
                    </a:cubicBezTo>
                    <a:cubicBezTo>
                      <a:pt x="21" y="219"/>
                      <a:pt x="23" y="255"/>
                      <a:pt x="21" y="290"/>
                    </a:cubicBezTo>
                    <a:cubicBezTo>
                      <a:pt x="20" y="319"/>
                      <a:pt x="1" y="365"/>
                      <a:pt x="40" y="378"/>
                    </a:cubicBezTo>
                  </a:path>
                </a:pathLst>
              </a:custGeom>
              <a:solidFill>
                <a:srgbClr val="DB8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8" name="Freeform 1342">
                <a:extLst>
                  <a:ext uri="{FF2B5EF4-FFF2-40B4-BE49-F238E27FC236}">
                    <a16:creationId xmlns:a16="http://schemas.microsoft.com/office/drawing/2014/main" id="{E53EDAB1-E7D8-4782-9B5E-C08E07C1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527"/>
                <a:ext cx="77" cy="132"/>
              </a:xfrm>
              <a:custGeom>
                <a:avLst/>
                <a:gdLst>
                  <a:gd name="T0" fmla="*/ 26 w 117"/>
                  <a:gd name="T1" fmla="*/ 4 h 188"/>
                  <a:gd name="T2" fmla="*/ 11 w 117"/>
                  <a:gd name="T3" fmla="*/ 11 h 188"/>
                  <a:gd name="T4" fmla="*/ 20 w 117"/>
                  <a:gd name="T5" fmla="*/ 20 h 188"/>
                  <a:gd name="T6" fmla="*/ 20 w 117"/>
                  <a:gd name="T7" fmla="*/ 44 h 188"/>
                  <a:gd name="T8" fmla="*/ 28 w 117"/>
                  <a:gd name="T9" fmla="*/ 65 h 188"/>
                  <a:gd name="T10" fmla="*/ 11 w 117"/>
                  <a:gd name="T11" fmla="*/ 26 h 188"/>
                  <a:gd name="T12" fmla="*/ 5 w 117"/>
                  <a:gd name="T13" fmla="*/ 4 h 188"/>
                  <a:gd name="T14" fmla="*/ 24 w 117"/>
                  <a:gd name="T15" fmla="*/ 4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" h="188">
                    <a:moveTo>
                      <a:pt x="90" y="10"/>
                    </a:moveTo>
                    <a:cubicBezTo>
                      <a:pt x="82" y="12"/>
                      <a:pt x="42" y="26"/>
                      <a:pt x="39" y="33"/>
                    </a:cubicBezTo>
                    <a:cubicBezTo>
                      <a:pt x="32" y="51"/>
                      <a:pt x="58" y="51"/>
                      <a:pt x="69" y="58"/>
                    </a:cubicBezTo>
                    <a:cubicBezTo>
                      <a:pt x="52" y="81"/>
                      <a:pt x="55" y="105"/>
                      <a:pt x="71" y="125"/>
                    </a:cubicBezTo>
                    <a:cubicBezTo>
                      <a:pt x="83" y="140"/>
                      <a:pt x="117" y="163"/>
                      <a:pt x="100" y="188"/>
                    </a:cubicBezTo>
                    <a:cubicBezTo>
                      <a:pt x="79" y="171"/>
                      <a:pt x="17" y="102"/>
                      <a:pt x="37" y="74"/>
                    </a:cubicBezTo>
                    <a:cubicBezTo>
                      <a:pt x="25" y="62"/>
                      <a:pt x="0" y="31"/>
                      <a:pt x="16" y="13"/>
                    </a:cubicBezTo>
                    <a:cubicBezTo>
                      <a:pt x="27" y="0"/>
                      <a:pt x="66" y="13"/>
                      <a:pt x="82" y="13"/>
                    </a:cubicBezTo>
                  </a:path>
                </a:pathLst>
              </a:custGeom>
              <a:solidFill>
                <a:srgbClr val="EAA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9" name="Freeform 1343">
                <a:extLst>
                  <a:ext uri="{FF2B5EF4-FFF2-40B4-BE49-F238E27FC236}">
                    <a16:creationId xmlns:a16="http://schemas.microsoft.com/office/drawing/2014/main" id="{39C84091-CA21-48D0-9D56-49DB7161E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489"/>
                <a:ext cx="70" cy="134"/>
              </a:xfrm>
              <a:custGeom>
                <a:avLst/>
                <a:gdLst>
                  <a:gd name="T0" fmla="*/ 15 w 106"/>
                  <a:gd name="T1" fmla="*/ 8 h 190"/>
                  <a:gd name="T2" fmla="*/ 18 w 106"/>
                  <a:gd name="T3" fmla="*/ 67 h 190"/>
                  <a:gd name="T4" fmla="*/ 14 w 106"/>
                  <a:gd name="T5" fmla="*/ 48 h 190"/>
                  <a:gd name="T6" fmla="*/ 7 w 106"/>
                  <a:gd name="T7" fmla="*/ 47 h 190"/>
                  <a:gd name="T8" fmla="*/ 5 w 106"/>
                  <a:gd name="T9" fmla="*/ 38 h 190"/>
                  <a:gd name="T10" fmla="*/ 5 w 106"/>
                  <a:gd name="T11" fmla="*/ 0 h 190"/>
                  <a:gd name="T12" fmla="*/ 17 w 106"/>
                  <a:gd name="T13" fmla="*/ 1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190">
                    <a:moveTo>
                      <a:pt x="52" y="24"/>
                    </a:moveTo>
                    <a:cubicBezTo>
                      <a:pt x="78" y="55"/>
                      <a:pt x="106" y="161"/>
                      <a:pt x="65" y="190"/>
                    </a:cubicBezTo>
                    <a:cubicBezTo>
                      <a:pt x="50" y="176"/>
                      <a:pt x="64" y="152"/>
                      <a:pt x="49" y="138"/>
                    </a:cubicBezTo>
                    <a:cubicBezTo>
                      <a:pt x="46" y="135"/>
                      <a:pt x="32" y="138"/>
                      <a:pt x="26" y="133"/>
                    </a:cubicBezTo>
                    <a:cubicBezTo>
                      <a:pt x="17" y="125"/>
                      <a:pt x="18" y="119"/>
                      <a:pt x="15" y="109"/>
                    </a:cubicBezTo>
                    <a:cubicBezTo>
                      <a:pt x="4" y="76"/>
                      <a:pt x="0" y="31"/>
                      <a:pt x="18" y="0"/>
                    </a:cubicBezTo>
                    <a:cubicBezTo>
                      <a:pt x="36" y="0"/>
                      <a:pt x="46" y="25"/>
                      <a:pt x="60" y="35"/>
                    </a:cubicBezTo>
                  </a:path>
                </a:pathLst>
              </a:custGeom>
              <a:solidFill>
                <a:srgbClr val="EAA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0" name="Freeform 1344">
                <a:extLst>
                  <a:ext uri="{FF2B5EF4-FFF2-40B4-BE49-F238E27FC236}">
                    <a16:creationId xmlns:a16="http://schemas.microsoft.com/office/drawing/2014/main" id="{40EF653B-962C-4085-B2C7-DEB29CAA8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644"/>
                <a:ext cx="23" cy="82"/>
              </a:xfrm>
              <a:custGeom>
                <a:avLst/>
                <a:gdLst>
                  <a:gd name="T0" fmla="*/ 10 w 36"/>
                  <a:gd name="T1" fmla="*/ 0 h 117"/>
                  <a:gd name="T2" fmla="*/ 4 w 36"/>
                  <a:gd name="T3" fmla="*/ 15 h 117"/>
                  <a:gd name="T4" fmla="*/ 3 w 36"/>
                  <a:gd name="T5" fmla="*/ 27 h 117"/>
                  <a:gd name="T6" fmla="*/ 0 w 36"/>
                  <a:gd name="T7" fmla="*/ 40 h 117"/>
                  <a:gd name="T8" fmla="*/ 3 w 36"/>
                  <a:gd name="T9" fmla="*/ 32 h 117"/>
                  <a:gd name="T10" fmla="*/ 4 w 36"/>
                  <a:gd name="T11" fmla="*/ 25 h 117"/>
                  <a:gd name="T12" fmla="*/ 4 w 36"/>
                  <a:gd name="T13" fmla="*/ 15 h 117"/>
                  <a:gd name="T14" fmla="*/ 9 w 36"/>
                  <a:gd name="T15" fmla="*/ 1 h 1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17">
                    <a:moveTo>
                      <a:pt x="36" y="0"/>
                    </a:moveTo>
                    <a:cubicBezTo>
                      <a:pt x="18" y="7"/>
                      <a:pt x="17" y="29"/>
                      <a:pt x="15" y="44"/>
                    </a:cubicBezTo>
                    <a:cubicBezTo>
                      <a:pt x="13" y="55"/>
                      <a:pt x="12" y="66"/>
                      <a:pt x="11" y="77"/>
                    </a:cubicBezTo>
                    <a:cubicBezTo>
                      <a:pt x="10" y="91"/>
                      <a:pt x="4" y="104"/>
                      <a:pt x="0" y="117"/>
                    </a:cubicBezTo>
                    <a:cubicBezTo>
                      <a:pt x="5" y="114"/>
                      <a:pt x="7" y="100"/>
                      <a:pt x="9" y="94"/>
                    </a:cubicBezTo>
                    <a:cubicBezTo>
                      <a:pt x="11" y="86"/>
                      <a:pt x="13" y="79"/>
                      <a:pt x="14" y="72"/>
                    </a:cubicBezTo>
                    <a:cubicBezTo>
                      <a:pt x="15" y="62"/>
                      <a:pt x="15" y="52"/>
                      <a:pt x="16" y="43"/>
                    </a:cubicBezTo>
                    <a:cubicBezTo>
                      <a:pt x="17" y="27"/>
                      <a:pt x="23" y="11"/>
                      <a:pt x="35" y="1"/>
                    </a:cubicBezTo>
                  </a:path>
                </a:pathLst>
              </a:custGeom>
              <a:solidFill>
                <a:srgbClr val="C67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1" name="Freeform 1345">
                <a:extLst>
                  <a:ext uri="{FF2B5EF4-FFF2-40B4-BE49-F238E27FC236}">
                    <a16:creationId xmlns:a16="http://schemas.microsoft.com/office/drawing/2014/main" id="{6EC19C44-EC97-4AE3-969B-FC5B701DF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1546"/>
                <a:ext cx="12" cy="57"/>
              </a:xfrm>
              <a:custGeom>
                <a:avLst/>
                <a:gdLst>
                  <a:gd name="T0" fmla="*/ 1 w 17"/>
                  <a:gd name="T1" fmla="*/ 0 h 81"/>
                  <a:gd name="T2" fmla="*/ 3 w 17"/>
                  <a:gd name="T3" fmla="*/ 12 h 81"/>
                  <a:gd name="T4" fmla="*/ 4 w 17"/>
                  <a:gd name="T5" fmla="*/ 28 h 81"/>
                  <a:gd name="T6" fmla="*/ 4 w 17"/>
                  <a:gd name="T7" fmla="*/ 11 h 81"/>
                  <a:gd name="T8" fmla="*/ 1 w 17"/>
                  <a:gd name="T9" fmla="*/ 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1">
                    <a:moveTo>
                      <a:pt x="4" y="0"/>
                    </a:moveTo>
                    <a:cubicBezTo>
                      <a:pt x="0" y="8"/>
                      <a:pt x="7" y="25"/>
                      <a:pt x="9" y="34"/>
                    </a:cubicBezTo>
                    <a:cubicBezTo>
                      <a:pt x="12" y="49"/>
                      <a:pt x="12" y="66"/>
                      <a:pt x="12" y="81"/>
                    </a:cubicBezTo>
                    <a:cubicBezTo>
                      <a:pt x="17" y="66"/>
                      <a:pt x="14" y="45"/>
                      <a:pt x="11" y="30"/>
                    </a:cubicBezTo>
                    <a:cubicBezTo>
                      <a:pt x="9" y="21"/>
                      <a:pt x="3" y="12"/>
                      <a:pt x="4" y="2"/>
                    </a:cubicBezTo>
                  </a:path>
                </a:pathLst>
              </a:custGeom>
              <a:solidFill>
                <a:srgbClr val="C67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2" name="Freeform 1346">
                <a:extLst>
                  <a:ext uri="{FF2B5EF4-FFF2-40B4-BE49-F238E27FC236}">
                    <a16:creationId xmlns:a16="http://schemas.microsoft.com/office/drawing/2014/main" id="{58BC3FA2-2E5D-4CA8-B6FA-9939923D5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529"/>
                <a:ext cx="35" cy="94"/>
              </a:xfrm>
              <a:custGeom>
                <a:avLst/>
                <a:gdLst>
                  <a:gd name="T0" fmla="*/ 15 w 54"/>
                  <a:gd name="T1" fmla="*/ 0 h 133"/>
                  <a:gd name="T2" fmla="*/ 12 w 54"/>
                  <a:gd name="T3" fmla="*/ 8 h 133"/>
                  <a:gd name="T4" fmla="*/ 8 w 54"/>
                  <a:gd name="T5" fmla="*/ 16 h 133"/>
                  <a:gd name="T6" fmla="*/ 0 w 54"/>
                  <a:gd name="T7" fmla="*/ 37 h 133"/>
                  <a:gd name="T8" fmla="*/ 0 w 54"/>
                  <a:gd name="T9" fmla="*/ 47 h 133"/>
                  <a:gd name="T10" fmla="*/ 2 w 54"/>
                  <a:gd name="T11" fmla="*/ 30 h 133"/>
                  <a:gd name="T12" fmla="*/ 6 w 54"/>
                  <a:gd name="T13" fmla="*/ 20 h 133"/>
                  <a:gd name="T14" fmla="*/ 14 w 54"/>
                  <a:gd name="T15" fmla="*/ 1 h 133"/>
                  <a:gd name="T16" fmla="*/ 14 w 54"/>
                  <a:gd name="T17" fmla="*/ 0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33">
                    <a:moveTo>
                      <a:pt x="54" y="0"/>
                    </a:moveTo>
                    <a:cubicBezTo>
                      <a:pt x="46" y="2"/>
                      <a:pt x="44" y="15"/>
                      <a:pt x="41" y="22"/>
                    </a:cubicBezTo>
                    <a:cubicBezTo>
                      <a:pt x="37" y="31"/>
                      <a:pt x="32" y="39"/>
                      <a:pt x="27" y="47"/>
                    </a:cubicBezTo>
                    <a:cubicBezTo>
                      <a:pt x="14" y="66"/>
                      <a:pt x="1" y="82"/>
                      <a:pt x="0" y="106"/>
                    </a:cubicBezTo>
                    <a:cubicBezTo>
                      <a:pt x="0" y="115"/>
                      <a:pt x="0" y="124"/>
                      <a:pt x="0" y="133"/>
                    </a:cubicBezTo>
                    <a:cubicBezTo>
                      <a:pt x="0" y="117"/>
                      <a:pt x="2" y="102"/>
                      <a:pt x="8" y="87"/>
                    </a:cubicBezTo>
                    <a:cubicBezTo>
                      <a:pt x="12" y="75"/>
                      <a:pt x="19" y="67"/>
                      <a:pt x="25" y="56"/>
                    </a:cubicBezTo>
                    <a:cubicBezTo>
                      <a:pt x="35" y="39"/>
                      <a:pt x="45" y="21"/>
                      <a:pt x="51" y="3"/>
                    </a:cubicBezTo>
                    <a:cubicBezTo>
                      <a:pt x="52" y="2"/>
                      <a:pt x="52" y="1"/>
                      <a:pt x="53" y="0"/>
                    </a:cubicBezTo>
                  </a:path>
                </a:pathLst>
              </a:custGeom>
              <a:solidFill>
                <a:srgbClr val="C67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3" name="Freeform 1347">
                <a:extLst>
                  <a:ext uri="{FF2B5EF4-FFF2-40B4-BE49-F238E27FC236}">
                    <a16:creationId xmlns:a16="http://schemas.microsoft.com/office/drawing/2014/main" id="{CD072973-374C-401B-90EA-D8FB2BF14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488"/>
                <a:ext cx="5" cy="11"/>
              </a:xfrm>
              <a:custGeom>
                <a:avLst/>
                <a:gdLst>
                  <a:gd name="T0" fmla="*/ 2 w 8"/>
                  <a:gd name="T1" fmla="*/ 0 h 16"/>
                  <a:gd name="T2" fmla="*/ 1 w 8"/>
                  <a:gd name="T3" fmla="*/ 6 h 16"/>
                  <a:gd name="T4" fmla="*/ 2 w 8"/>
                  <a:gd name="T5" fmla="*/ 0 h 16"/>
                  <a:gd name="T6" fmla="*/ 2 w 8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6" y="0"/>
                    </a:moveTo>
                    <a:cubicBezTo>
                      <a:pt x="0" y="1"/>
                      <a:pt x="0" y="11"/>
                      <a:pt x="2" y="16"/>
                    </a:cubicBezTo>
                    <a:cubicBezTo>
                      <a:pt x="2" y="9"/>
                      <a:pt x="1" y="3"/>
                      <a:pt x="8" y="0"/>
                    </a:cubicBezTo>
                    <a:cubicBezTo>
                      <a:pt x="7" y="0"/>
                      <a:pt x="6" y="1"/>
                      <a:pt x="6" y="1"/>
                    </a:cubicBezTo>
                  </a:path>
                </a:pathLst>
              </a:custGeom>
              <a:solidFill>
                <a:srgbClr val="C67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4" name="Freeform 1348">
                <a:extLst>
                  <a:ext uri="{FF2B5EF4-FFF2-40B4-BE49-F238E27FC236}">
                    <a16:creationId xmlns:a16="http://schemas.microsoft.com/office/drawing/2014/main" id="{72D0ABAF-4CC3-4269-ADB1-91A6E502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330"/>
                <a:ext cx="196" cy="142"/>
              </a:xfrm>
              <a:custGeom>
                <a:avLst/>
                <a:gdLst>
                  <a:gd name="T0" fmla="*/ 55 w 298"/>
                  <a:gd name="T1" fmla="*/ 13 h 202"/>
                  <a:gd name="T2" fmla="*/ 31 w 298"/>
                  <a:gd name="T3" fmla="*/ 22 h 202"/>
                  <a:gd name="T4" fmla="*/ 1 w 298"/>
                  <a:gd name="T5" fmla="*/ 47 h 202"/>
                  <a:gd name="T6" fmla="*/ 30 w 298"/>
                  <a:gd name="T7" fmla="*/ 61 h 202"/>
                  <a:gd name="T8" fmla="*/ 64 w 298"/>
                  <a:gd name="T9" fmla="*/ 50 h 202"/>
                  <a:gd name="T10" fmla="*/ 78 w 298"/>
                  <a:gd name="T11" fmla="*/ 11 h 202"/>
                  <a:gd name="T12" fmla="*/ 57 w 298"/>
                  <a:gd name="T13" fmla="*/ 11 h 202"/>
                  <a:gd name="T14" fmla="*/ 54 w 298"/>
                  <a:gd name="T15" fmla="*/ 14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8" h="202">
                    <a:moveTo>
                      <a:pt x="195" y="39"/>
                    </a:moveTo>
                    <a:cubicBezTo>
                      <a:pt x="176" y="60"/>
                      <a:pt x="137" y="59"/>
                      <a:pt x="110" y="62"/>
                    </a:cubicBezTo>
                    <a:cubicBezTo>
                      <a:pt x="67" y="68"/>
                      <a:pt x="6" y="85"/>
                      <a:pt x="3" y="137"/>
                    </a:cubicBezTo>
                    <a:cubicBezTo>
                      <a:pt x="0" y="202"/>
                      <a:pt x="67" y="181"/>
                      <a:pt x="107" y="176"/>
                    </a:cubicBezTo>
                    <a:cubicBezTo>
                      <a:pt x="144" y="171"/>
                      <a:pt x="191" y="163"/>
                      <a:pt x="224" y="144"/>
                    </a:cubicBezTo>
                    <a:cubicBezTo>
                      <a:pt x="260" y="124"/>
                      <a:pt x="298" y="72"/>
                      <a:pt x="273" y="32"/>
                    </a:cubicBezTo>
                    <a:cubicBezTo>
                      <a:pt x="254" y="0"/>
                      <a:pt x="225" y="11"/>
                      <a:pt x="200" y="30"/>
                    </a:cubicBezTo>
                    <a:cubicBezTo>
                      <a:pt x="196" y="33"/>
                      <a:pt x="192" y="37"/>
                      <a:pt x="188" y="4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5" name="Freeform 1349">
                <a:extLst>
                  <a:ext uri="{FF2B5EF4-FFF2-40B4-BE49-F238E27FC236}">
                    <a16:creationId xmlns:a16="http://schemas.microsoft.com/office/drawing/2014/main" id="{7B05B0B1-00A0-489B-89E4-343F8DCC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501"/>
                <a:ext cx="53" cy="26"/>
              </a:xfrm>
              <a:custGeom>
                <a:avLst/>
                <a:gdLst>
                  <a:gd name="T0" fmla="*/ 6 w 81"/>
                  <a:gd name="T1" fmla="*/ 12 h 38"/>
                  <a:gd name="T2" fmla="*/ 23 w 81"/>
                  <a:gd name="T3" fmla="*/ 5 h 38"/>
                  <a:gd name="T4" fmla="*/ 8 w 81"/>
                  <a:gd name="T5" fmla="*/ 3 h 38"/>
                  <a:gd name="T6" fmla="*/ 7 w 81"/>
                  <a:gd name="T7" fmla="*/ 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8">
                    <a:moveTo>
                      <a:pt x="20" y="37"/>
                    </a:moveTo>
                    <a:cubicBezTo>
                      <a:pt x="37" y="30"/>
                      <a:pt x="73" y="34"/>
                      <a:pt x="81" y="14"/>
                    </a:cubicBezTo>
                    <a:cubicBezTo>
                      <a:pt x="71" y="0"/>
                      <a:pt x="42" y="5"/>
                      <a:pt x="28" y="10"/>
                    </a:cubicBezTo>
                    <a:cubicBezTo>
                      <a:pt x="13" y="15"/>
                      <a:pt x="0" y="34"/>
                      <a:pt x="24" y="38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6" name="Freeform 1350">
                <a:extLst>
                  <a:ext uri="{FF2B5EF4-FFF2-40B4-BE49-F238E27FC236}">
                    <a16:creationId xmlns:a16="http://schemas.microsoft.com/office/drawing/2014/main" id="{CD564256-AD99-4278-AFBE-B12145E69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437"/>
                <a:ext cx="39" cy="25"/>
              </a:xfrm>
              <a:custGeom>
                <a:avLst/>
                <a:gdLst>
                  <a:gd name="T0" fmla="*/ 0 w 58"/>
                  <a:gd name="T1" fmla="*/ 10 h 35"/>
                  <a:gd name="T2" fmla="*/ 13 w 58"/>
                  <a:gd name="T3" fmla="*/ 4 h 35"/>
                  <a:gd name="T4" fmla="*/ 1 w 58"/>
                  <a:gd name="T5" fmla="*/ 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5">
                    <a:moveTo>
                      <a:pt x="0" y="27"/>
                    </a:moveTo>
                    <a:cubicBezTo>
                      <a:pt x="11" y="32"/>
                      <a:pt x="58" y="35"/>
                      <a:pt x="42" y="12"/>
                    </a:cubicBezTo>
                    <a:cubicBezTo>
                      <a:pt x="33" y="0"/>
                      <a:pt x="5" y="11"/>
                      <a:pt x="5" y="2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7" name="Freeform 1351">
                <a:extLst>
                  <a:ext uri="{FF2B5EF4-FFF2-40B4-BE49-F238E27FC236}">
                    <a16:creationId xmlns:a16="http://schemas.microsoft.com/office/drawing/2014/main" id="{62910A1F-E4F0-4CAF-888E-6C3F1CA5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465"/>
                <a:ext cx="42" cy="27"/>
              </a:xfrm>
              <a:custGeom>
                <a:avLst/>
                <a:gdLst>
                  <a:gd name="T0" fmla="*/ 2 w 64"/>
                  <a:gd name="T1" fmla="*/ 7 h 39"/>
                  <a:gd name="T2" fmla="*/ 10 w 64"/>
                  <a:gd name="T3" fmla="*/ 1 h 39"/>
                  <a:gd name="T4" fmla="*/ 1 w 64"/>
                  <a:gd name="T5" fmla="*/ 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9">
                    <a:moveTo>
                      <a:pt x="6" y="22"/>
                    </a:moveTo>
                    <a:cubicBezTo>
                      <a:pt x="18" y="39"/>
                      <a:pt x="64" y="12"/>
                      <a:pt x="35" y="4"/>
                    </a:cubicBezTo>
                    <a:cubicBezTo>
                      <a:pt x="23" y="0"/>
                      <a:pt x="0" y="14"/>
                      <a:pt x="5" y="2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8" name="Freeform 1352">
                <a:extLst>
                  <a:ext uri="{FF2B5EF4-FFF2-40B4-BE49-F238E27FC236}">
                    <a16:creationId xmlns:a16="http://schemas.microsoft.com/office/drawing/2014/main" id="{18D589AC-2E72-4961-A51E-75C13028D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468"/>
                <a:ext cx="38" cy="21"/>
              </a:xfrm>
              <a:custGeom>
                <a:avLst/>
                <a:gdLst>
                  <a:gd name="T0" fmla="*/ 0 w 57"/>
                  <a:gd name="T1" fmla="*/ 9 h 29"/>
                  <a:gd name="T2" fmla="*/ 11 w 57"/>
                  <a:gd name="T3" fmla="*/ 4 h 29"/>
                  <a:gd name="T4" fmla="*/ 1 w 57"/>
                  <a:gd name="T5" fmla="*/ 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9">
                    <a:moveTo>
                      <a:pt x="0" y="22"/>
                    </a:moveTo>
                    <a:cubicBezTo>
                      <a:pt x="10" y="27"/>
                      <a:pt x="57" y="29"/>
                      <a:pt x="37" y="10"/>
                    </a:cubicBezTo>
                    <a:cubicBezTo>
                      <a:pt x="26" y="0"/>
                      <a:pt x="1" y="6"/>
                      <a:pt x="1" y="2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9" name="Freeform 1353">
                <a:extLst>
                  <a:ext uri="{FF2B5EF4-FFF2-40B4-BE49-F238E27FC236}">
                    <a16:creationId xmlns:a16="http://schemas.microsoft.com/office/drawing/2014/main" id="{2EE2AA60-8CA9-4276-86D2-3AF5A9E0B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454"/>
                <a:ext cx="45" cy="47"/>
              </a:xfrm>
              <a:custGeom>
                <a:avLst/>
                <a:gdLst>
                  <a:gd name="T0" fmla="*/ 10 w 68"/>
                  <a:gd name="T1" fmla="*/ 6 h 67"/>
                  <a:gd name="T2" fmla="*/ 2 w 68"/>
                  <a:gd name="T3" fmla="*/ 18 h 67"/>
                  <a:gd name="T4" fmla="*/ 15 w 68"/>
                  <a:gd name="T5" fmla="*/ 13 h 67"/>
                  <a:gd name="T6" fmla="*/ 15 w 68"/>
                  <a:gd name="T7" fmla="*/ 1 h 67"/>
                  <a:gd name="T8" fmla="*/ 6 w 68"/>
                  <a:gd name="T9" fmla="*/ 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7">
                    <a:moveTo>
                      <a:pt x="35" y="18"/>
                    </a:moveTo>
                    <a:cubicBezTo>
                      <a:pt x="22" y="12"/>
                      <a:pt x="0" y="36"/>
                      <a:pt x="7" y="50"/>
                    </a:cubicBezTo>
                    <a:cubicBezTo>
                      <a:pt x="15" y="67"/>
                      <a:pt x="46" y="45"/>
                      <a:pt x="53" y="36"/>
                    </a:cubicBezTo>
                    <a:cubicBezTo>
                      <a:pt x="61" y="25"/>
                      <a:pt x="68" y="6"/>
                      <a:pt x="51" y="2"/>
                    </a:cubicBezTo>
                    <a:cubicBezTo>
                      <a:pt x="41" y="0"/>
                      <a:pt x="29" y="11"/>
                      <a:pt x="21" y="16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0" name="Freeform 1354">
                <a:extLst>
                  <a:ext uri="{FF2B5EF4-FFF2-40B4-BE49-F238E27FC236}">
                    <a16:creationId xmlns:a16="http://schemas.microsoft.com/office/drawing/2014/main" id="{AA578C6E-7FAA-4B9A-BC52-0D8316B3A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362"/>
                <a:ext cx="28" cy="38"/>
              </a:xfrm>
              <a:custGeom>
                <a:avLst/>
                <a:gdLst>
                  <a:gd name="T0" fmla="*/ 4 w 44"/>
                  <a:gd name="T1" fmla="*/ 4 h 54"/>
                  <a:gd name="T2" fmla="*/ 8 w 44"/>
                  <a:gd name="T3" fmla="*/ 13 h 54"/>
                  <a:gd name="T4" fmla="*/ 5 w 44"/>
                  <a:gd name="T5" fmla="*/ 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4">
                    <a:moveTo>
                      <a:pt x="17" y="13"/>
                    </a:moveTo>
                    <a:cubicBezTo>
                      <a:pt x="0" y="24"/>
                      <a:pt x="8" y="54"/>
                      <a:pt x="30" y="35"/>
                    </a:cubicBezTo>
                    <a:cubicBezTo>
                      <a:pt x="44" y="23"/>
                      <a:pt x="34" y="0"/>
                      <a:pt x="19" y="1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1" name="Freeform 1355">
                <a:extLst>
                  <a:ext uri="{FF2B5EF4-FFF2-40B4-BE49-F238E27FC236}">
                    <a16:creationId xmlns:a16="http://schemas.microsoft.com/office/drawing/2014/main" id="{C4F96ACE-CA73-4AF2-A1C6-1BB57E6E1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400"/>
                <a:ext cx="27" cy="21"/>
              </a:xfrm>
              <a:custGeom>
                <a:avLst/>
                <a:gdLst>
                  <a:gd name="T0" fmla="*/ 10 w 41"/>
                  <a:gd name="T1" fmla="*/ 2 h 31"/>
                  <a:gd name="T2" fmla="*/ 5 w 41"/>
                  <a:gd name="T3" fmla="*/ 8 h 31"/>
                  <a:gd name="T4" fmla="*/ 11 w 41"/>
                  <a:gd name="T5" fmla="*/ 2 h 31"/>
                  <a:gd name="T6" fmla="*/ 8 w 41"/>
                  <a:gd name="T7" fmla="*/ 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1">
                    <a:moveTo>
                      <a:pt x="35" y="6"/>
                    </a:moveTo>
                    <a:cubicBezTo>
                      <a:pt x="22" y="0"/>
                      <a:pt x="0" y="18"/>
                      <a:pt x="15" y="26"/>
                    </a:cubicBezTo>
                    <a:cubicBezTo>
                      <a:pt x="27" y="31"/>
                      <a:pt x="41" y="17"/>
                      <a:pt x="39" y="6"/>
                    </a:cubicBezTo>
                    <a:cubicBezTo>
                      <a:pt x="35" y="6"/>
                      <a:pt x="31" y="5"/>
                      <a:pt x="28" y="6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2" name="Freeform 1356">
                <a:extLst>
                  <a:ext uri="{FF2B5EF4-FFF2-40B4-BE49-F238E27FC236}">
                    <a16:creationId xmlns:a16="http://schemas.microsoft.com/office/drawing/2014/main" id="{8FE7CFB0-E4E9-4DB4-857E-635A84D6D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356"/>
                <a:ext cx="70" cy="58"/>
              </a:xfrm>
              <a:custGeom>
                <a:avLst/>
                <a:gdLst>
                  <a:gd name="T0" fmla="*/ 22 w 106"/>
                  <a:gd name="T1" fmla="*/ 7 h 83"/>
                  <a:gd name="T2" fmla="*/ 20 w 106"/>
                  <a:gd name="T3" fmla="*/ 20 h 83"/>
                  <a:gd name="T4" fmla="*/ 28 w 106"/>
                  <a:gd name="T5" fmla="*/ 10 h 83"/>
                  <a:gd name="T6" fmla="*/ 20 w 106"/>
                  <a:gd name="T7" fmla="*/ 6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83">
                    <a:moveTo>
                      <a:pt x="76" y="22"/>
                    </a:moveTo>
                    <a:cubicBezTo>
                      <a:pt x="33" y="0"/>
                      <a:pt x="0" y="83"/>
                      <a:pt x="71" y="60"/>
                    </a:cubicBezTo>
                    <a:cubicBezTo>
                      <a:pt x="84" y="55"/>
                      <a:pt x="106" y="46"/>
                      <a:pt x="98" y="29"/>
                    </a:cubicBezTo>
                    <a:cubicBezTo>
                      <a:pt x="94" y="20"/>
                      <a:pt x="79" y="17"/>
                      <a:pt x="69" y="18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3" name="Freeform 1357">
                <a:extLst>
                  <a:ext uri="{FF2B5EF4-FFF2-40B4-BE49-F238E27FC236}">
                    <a16:creationId xmlns:a16="http://schemas.microsoft.com/office/drawing/2014/main" id="{B94EED44-B6B8-4D78-9AE9-07B613FA7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390"/>
                <a:ext cx="33" cy="25"/>
              </a:xfrm>
              <a:custGeom>
                <a:avLst/>
                <a:gdLst>
                  <a:gd name="T0" fmla="*/ 0 w 50"/>
                  <a:gd name="T1" fmla="*/ 11 h 35"/>
                  <a:gd name="T2" fmla="*/ 10 w 50"/>
                  <a:gd name="T3" fmla="*/ 4 h 35"/>
                  <a:gd name="T4" fmla="*/ 1 w 50"/>
                  <a:gd name="T5" fmla="*/ 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5">
                    <a:moveTo>
                      <a:pt x="0" y="32"/>
                    </a:moveTo>
                    <a:cubicBezTo>
                      <a:pt x="11" y="35"/>
                      <a:pt x="50" y="27"/>
                      <a:pt x="35" y="10"/>
                    </a:cubicBezTo>
                    <a:cubicBezTo>
                      <a:pt x="26" y="0"/>
                      <a:pt x="8" y="17"/>
                      <a:pt x="4" y="2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4" name="Freeform 1358">
                <a:extLst>
                  <a:ext uri="{FF2B5EF4-FFF2-40B4-BE49-F238E27FC236}">
                    <a16:creationId xmlns:a16="http://schemas.microsoft.com/office/drawing/2014/main" id="{FF52B25A-9D72-4212-98C9-E6B2A6164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475"/>
                <a:ext cx="40" cy="34"/>
              </a:xfrm>
              <a:custGeom>
                <a:avLst/>
                <a:gdLst>
                  <a:gd name="T0" fmla="*/ 3 w 61"/>
                  <a:gd name="T1" fmla="*/ 12 h 49"/>
                  <a:gd name="T2" fmla="*/ 14 w 61"/>
                  <a:gd name="T3" fmla="*/ 6 h 49"/>
                  <a:gd name="T4" fmla="*/ 3 w 61"/>
                  <a:gd name="T5" fmla="*/ 1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9">
                    <a:moveTo>
                      <a:pt x="11" y="34"/>
                    </a:moveTo>
                    <a:cubicBezTo>
                      <a:pt x="25" y="49"/>
                      <a:pt x="61" y="40"/>
                      <a:pt x="49" y="18"/>
                    </a:cubicBezTo>
                    <a:cubicBezTo>
                      <a:pt x="40" y="0"/>
                      <a:pt x="0" y="20"/>
                      <a:pt x="11" y="38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5" name="Freeform 1359">
                <a:extLst>
                  <a:ext uri="{FF2B5EF4-FFF2-40B4-BE49-F238E27FC236}">
                    <a16:creationId xmlns:a16="http://schemas.microsoft.com/office/drawing/2014/main" id="{0227A3AD-6022-483A-8815-7C064F80F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447"/>
                <a:ext cx="21" cy="21"/>
              </a:xfrm>
              <a:custGeom>
                <a:avLst/>
                <a:gdLst>
                  <a:gd name="T0" fmla="*/ 0 w 32"/>
                  <a:gd name="T1" fmla="*/ 8 h 30"/>
                  <a:gd name="T2" fmla="*/ 7 w 32"/>
                  <a:gd name="T3" fmla="*/ 4 h 30"/>
                  <a:gd name="T4" fmla="*/ 0 w 32"/>
                  <a:gd name="T5" fmla="*/ 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0">
                    <a:moveTo>
                      <a:pt x="0" y="22"/>
                    </a:moveTo>
                    <a:cubicBezTo>
                      <a:pt x="7" y="30"/>
                      <a:pt x="32" y="26"/>
                      <a:pt x="26" y="13"/>
                    </a:cubicBezTo>
                    <a:cubicBezTo>
                      <a:pt x="21" y="0"/>
                      <a:pt x="4" y="11"/>
                      <a:pt x="0" y="18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6" name="Freeform 1360">
                <a:extLst>
                  <a:ext uri="{FF2B5EF4-FFF2-40B4-BE49-F238E27FC236}">
                    <a16:creationId xmlns:a16="http://schemas.microsoft.com/office/drawing/2014/main" id="{1C820A37-4F34-4F25-8E88-BCA10030C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1426"/>
                <a:ext cx="31" cy="61"/>
              </a:xfrm>
              <a:custGeom>
                <a:avLst/>
                <a:gdLst>
                  <a:gd name="T0" fmla="*/ 4 w 47"/>
                  <a:gd name="T1" fmla="*/ 11 h 87"/>
                  <a:gd name="T2" fmla="*/ 7 w 47"/>
                  <a:gd name="T3" fmla="*/ 24 h 87"/>
                  <a:gd name="T4" fmla="*/ 2 w 47"/>
                  <a:gd name="T5" fmla="*/ 14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7">
                    <a:moveTo>
                      <a:pt x="13" y="32"/>
                    </a:moveTo>
                    <a:cubicBezTo>
                      <a:pt x="0" y="34"/>
                      <a:pt x="2" y="87"/>
                      <a:pt x="26" y="69"/>
                    </a:cubicBezTo>
                    <a:cubicBezTo>
                      <a:pt x="47" y="55"/>
                      <a:pt x="17" y="0"/>
                      <a:pt x="6" y="4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7" name="Freeform 1361">
                <a:extLst>
                  <a:ext uri="{FF2B5EF4-FFF2-40B4-BE49-F238E27FC236}">
                    <a16:creationId xmlns:a16="http://schemas.microsoft.com/office/drawing/2014/main" id="{0A19AAE1-98C8-4E3E-9C89-C91636C56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487"/>
                <a:ext cx="32" cy="30"/>
              </a:xfrm>
              <a:custGeom>
                <a:avLst/>
                <a:gdLst>
                  <a:gd name="T0" fmla="*/ 8 w 50"/>
                  <a:gd name="T1" fmla="*/ 4 h 42"/>
                  <a:gd name="T2" fmla="*/ 3 w 50"/>
                  <a:gd name="T3" fmla="*/ 11 h 42"/>
                  <a:gd name="T4" fmla="*/ 6 w 50"/>
                  <a:gd name="T5" fmla="*/ 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2">
                    <a:moveTo>
                      <a:pt x="28" y="11"/>
                    </a:moveTo>
                    <a:cubicBezTo>
                      <a:pt x="18" y="9"/>
                      <a:pt x="0" y="22"/>
                      <a:pt x="12" y="31"/>
                    </a:cubicBezTo>
                    <a:cubicBezTo>
                      <a:pt x="27" y="42"/>
                      <a:pt x="50" y="0"/>
                      <a:pt x="23" y="1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8" name="Freeform 1362">
                <a:extLst>
                  <a:ext uri="{FF2B5EF4-FFF2-40B4-BE49-F238E27FC236}">
                    <a16:creationId xmlns:a16="http://schemas.microsoft.com/office/drawing/2014/main" id="{3AA6EE3D-6D36-42C9-979B-D490D813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501"/>
                <a:ext cx="25" cy="16"/>
              </a:xfrm>
              <a:custGeom>
                <a:avLst/>
                <a:gdLst>
                  <a:gd name="T0" fmla="*/ 1 w 39"/>
                  <a:gd name="T1" fmla="*/ 5 h 22"/>
                  <a:gd name="T2" fmla="*/ 8 w 39"/>
                  <a:gd name="T3" fmla="*/ 5 h 22"/>
                  <a:gd name="T4" fmla="*/ 0 w 39"/>
                  <a:gd name="T5" fmla="*/ 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2" y="13"/>
                    </a:moveTo>
                    <a:cubicBezTo>
                      <a:pt x="3" y="19"/>
                      <a:pt x="22" y="22"/>
                      <a:pt x="28" y="14"/>
                    </a:cubicBezTo>
                    <a:cubicBezTo>
                      <a:pt x="39" y="0"/>
                      <a:pt x="6" y="8"/>
                      <a:pt x="0" y="13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9" name="Freeform 1363">
                <a:extLst>
                  <a:ext uri="{FF2B5EF4-FFF2-40B4-BE49-F238E27FC236}">
                    <a16:creationId xmlns:a16="http://schemas.microsoft.com/office/drawing/2014/main" id="{B619B5EC-5AE1-4709-8F00-6FEC891C1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522"/>
                <a:ext cx="18" cy="12"/>
              </a:xfrm>
              <a:custGeom>
                <a:avLst/>
                <a:gdLst>
                  <a:gd name="T0" fmla="*/ 3 w 27"/>
                  <a:gd name="T1" fmla="*/ 3 h 18"/>
                  <a:gd name="T2" fmla="*/ 8 w 27"/>
                  <a:gd name="T3" fmla="*/ 2 h 18"/>
                  <a:gd name="T4" fmla="*/ 0 w 27"/>
                  <a:gd name="T5" fmla="*/ 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11" y="10"/>
                    </a:moveTo>
                    <a:cubicBezTo>
                      <a:pt x="15" y="18"/>
                      <a:pt x="24" y="17"/>
                      <a:pt x="27" y="8"/>
                    </a:cubicBezTo>
                    <a:cubicBezTo>
                      <a:pt x="21" y="0"/>
                      <a:pt x="7" y="1"/>
                      <a:pt x="0" y="8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0" name="Freeform 1364">
                <a:extLst>
                  <a:ext uri="{FF2B5EF4-FFF2-40B4-BE49-F238E27FC236}">
                    <a16:creationId xmlns:a16="http://schemas.microsoft.com/office/drawing/2014/main" id="{0B8C3DF3-35B5-4DFA-A049-065F078E0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520"/>
                <a:ext cx="13" cy="9"/>
              </a:xfrm>
              <a:custGeom>
                <a:avLst/>
                <a:gdLst>
                  <a:gd name="T0" fmla="*/ 1 w 19"/>
                  <a:gd name="T1" fmla="*/ 4 h 13"/>
                  <a:gd name="T2" fmla="*/ 0 w 19"/>
                  <a:gd name="T3" fmla="*/ 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5" y="12"/>
                    </a:moveTo>
                    <a:cubicBezTo>
                      <a:pt x="19" y="13"/>
                      <a:pt x="13" y="0"/>
                      <a:pt x="0" y="3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1" name="Freeform 1365">
                <a:extLst>
                  <a:ext uri="{FF2B5EF4-FFF2-40B4-BE49-F238E27FC236}">
                    <a16:creationId xmlns:a16="http://schemas.microsoft.com/office/drawing/2014/main" id="{DBFC4754-AC65-4C7E-A8F2-1AB9D1813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481"/>
                <a:ext cx="6" cy="7"/>
              </a:xfrm>
              <a:custGeom>
                <a:avLst/>
                <a:gdLst>
                  <a:gd name="T0" fmla="*/ 1 w 9"/>
                  <a:gd name="T1" fmla="*/ 2 h 10"/>
                  <a:gd name="T2" fmla="*/ 2 w 9"/>
                  <a:gd name="T3" fmla="*/ 4 h 10"/>
                  <a:gd name="T4" fmla="*/ 2 w 9"/>
                  <a:gd name="T5" fmla="*/ 1 h 10"/>
                  <a:gd name="T6" fmla="*/ 0 w 9"/>
                  <a:gd name="T7" fmla="*/ 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5" y="6"/>
                    </a:moveTo>
                    <a:cubicBezTo>
                      <a:pt x="4" y="8"/>
                      <a:pt x="5" y="9"/>
                      <a:pt x="7" y="10"/>
                    </a:cubicBezTo>
                    <a:cubicBezTo>
                      <a:pt x="8" y="7"/>
                      <a:pt x="9" y="5"/>
                      <a:pt x="8" y="1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2" name="Freeform 1366">
                <a:extLst>
                  <a:ext uri="{FF2B5EF4-FFF2-40B4-BE49-F238E27FC236}">
                    <a16:creationId xmlns:a16="http://schemas.microsoft.com/office/drawing/2014/main" id="{6B0D05F6-9FE7-4FDD-B57D-764EA2749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434"/>
                <a:ext cx="11" cy="8"/>
              </a:xfrm>
              <a:custGeom>
                <a:avLst/>
                <a:gdLst>
                  <a:gd name="T0" fmla="*/ 3 w 16"/>
                  <a:gd name="T1" fmla="*/ 2 h 12"/>
                  <a:gd name="T2" fmla="*/ 3 w 16"/>
                  <a:gd name="T3" fmla="*/ 3 h 12"/>
                  <a:gd name="T4" fmla="*/ 6 w 16"/>
                  <a:gd name="T5" fmla="*/ 1 h 12"/>
                  <a:gd name="T6" fmla="*/ 0 w 16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9" y="7"/>
                    </a:moveTo>
                    <a:cubicBezTo>
                      <a:pt x="9" y="9"/>
                      <a:pt x="6" y="9"/>
                      <a:pt x="8" y="12"/>
                    </a:cubicBezTo>
                    <a:cubicBezTo>
                      <a:pt x="15" y="11"/>
                      <a:pt x="15" y="10"/>
                      <a:pt x="16" y="3"/>
                    </a:cubicBezTo>
                    <a:cubicBezTo>
                      <a:pt x="10" y="0"/>
                      <a:pt x="5" y="2"/>
                      <a:pt x="0" y="7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3" name="Freeform 1367">
                <a:extLst>
                  <a:ext uri="{FF2B5EF4-FFF2-40B4-BE49-F238E27FC236}">
                    <a16:creationId xmlns:a16="http://schemas.microsoft.com/office/drawing/2014/main" id="{1573D53E-00DE-4CF4-89B6-A495E9D8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441"/>
                <a:ext cx="6" cy="13"/>
              </a:xfrm>
              <a:custGeom>
                <a:avLst/>
                <a:gdLst>
                  <a:gd name="T0" fmla="*/ 2 w 9"/>
                  <a:gd name="T1" fmla="*/ 0 h 18"/>
                  <a:gd name="T2" fmla="*/ 1 w 9"/>
                  <a:gd name="T3" fmla="*/ 5 h 18"/>
                  <a:gd name="T4" fmla="*/ 3 w 9"/>
                  <a:gd name="T5" fmla="*/ 4 h 18"/>
                  <a:gd name="T6" fmla="*/ 1 w 9"/>
                  <a:gd name="T7" fmla="*/ 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6" y="0"/>
                    </a:moveTo>
                    <a:cubicBezTo>
                      <a:pt x="2" y="3"/>
                      <a:pt x="0" y="6"/>
                      <a:pt x="2" y="13"/>
                    </a:cubicBezTo>
                    <a:cubicBezTo>
                      <a:pt x="5" y="11"/>
                      <a:pt x="6" y="12"/>
                      <a:pt x="9" y="10"/>
                    </a:cubicBezTo>
                    <a:cubicBezTo>
                      <a:pt x="5" y="12"/>
                      <a:pt x="5" y="15"/>
                      <a:pt x="2" y="18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4" name="Freeform 1368">
                <a:extLst>
                  <a:ext uri="{FF2B5EF4-FFF2-40B4-BE49-F238E27FC236}">
                    <a16:creationId xmlns:a16="http://schemas.microsoft.com/office/drawing/2014/main" id="{C195D8F2-347E-4B3C-992E-93C58417A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404"/>
                <a:ext cx="5" cy="5"/>
              </a:xfrm>
              <a:custGeom>
                <a:avLst/>
                <a:gdLst>
                  <a:gd name="T0" fmla="*/ 1 w 7"/>
                  <a:gd name="T1" fmla="*/ 0 h 7"/>
                  <a:gd name="T2" fmla="*/ 3 w 7"/>
                  <a:gd name="T3" fmla="*/ 3 h 7"/>
                  <a:gd name="T4" fmla="*/ 3 w 7"/>
                  <a:gd name="T5" fmla="*/ 1 h 7"/>
                  <a:gd name="T6" fmla="*/ 0 w 7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2"/>
                      <a:pt x="3" y="5"/>
                      <a:pt x="7" y="7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3" y="1"/>
                      <a:pt x="3" y="5"/>
                      <a:pt x="0" y="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5" name="Freeform 1369">
                <a:extLst>
                  <a:ext uri="{FF2B5EF4-FFF2-40B4-BE49-F238E27FC236}">
                    <a16:creationId xmlns:a16="http://schemas.microsoft.com/office/drawing/2014/main" id="{169484F3-5B74-45FF-A414-10A56667D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455"/>
                <a:ext cx="6" cy="8"/>
              </a:xfrm>
              <a:custGeom>
                <a:avLst/>
                <a:gdLst>
                  <a:gd name="T0" fmla="*/ 0 w 9"/>
                  <a:gd name="T1" fmla="*/ 4 h 11"/>
                  <a:gd name="T2" fmla="*/ 2 w 9"/>
                  <a:gd name="T3" fmla="*/ 0 h 11"/>
                  <a:gd name="T4" fmla="*/ 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11"/>
                    </a:moveTo>
                    <a:cubicBezTo>
                      <a:pt x="7" y="10"/>
                      <a:pt x="9" y="8"/>
                      <a:pt x="7" y="0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6" name="Freeform 1370">
                <a:extLst>
                  <a:ext uri="{FF2B5EF4-FFF2-40B4-BE49-F238E27FC236}">
                    <a16:creationId xmlns:a16="http://schemas.microsoft.com/office/drawing/2014/main" id="{45E0C1FC-85F2-4646-9E25-34B0CF6F7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409"/>
                <a:ext cx="9" cy="9"/>
              </a:xfrm>
              <a:custGeom>
                <a:avLst/>
                <a:gdLst>
                  <a:gd name="T0" fmla="*/ 0 w 14"/>
                  <a:gd name="T1" fmla="*/ 2 h 13"/>
                  <a:gd name="T2" fmla="*/ 4 w 14"/>
                  <a:gd name="T3" fmla="*/ 1 h 13"/>
                  <a:gd name="T4" fmla="*/ 1 w 14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cubicBezTo>
                      <a:pt x="7" y="13"/>
                      <a:pt x="12" y="11"/>
                      <a:pt x="14" y="4"/>
                    </a:cubicBezTo>
                    <a:cubicBezTo>
                      <a:pt x="8" y="0"/>
                      <a:pt x="6" y="2"/>
                      <a:pt x="2" y="7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7" name="Freeform 1371">
                <a:extLst>
                  <a:ext uri="{FF2B5EF4-FFF2-40B4-BE49-F238E27FC236}">
                    <a16:creationId xmlns:a16="http://schemas.microsoft.com/office/drawing/2014/main" id="{764542FA-2252-4C3C-8CFB-FAAF56ADB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414"/>
                <a:ext cx="12" cy="8"/>
              </a:xfrm>
              <a:custGeom>
                <a:avLst/>
                <a:gdLst>
                  <a:gd name="T0" fmla="*/ 0 w 18"/>
                  <a:gd name="T1" fmla="*/ 3 h 12"/>
                  <a:gd name="T2" fmla="*/ 5 w 18"/>
                  <a:gd name="T3" fmla="*/ 1 h 12"/>
                  <a:gd name="T4" fmla="*/ 2 w 18"/>
                  <a:gd name="T5" fmla="*/ 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0" y="9"/>
                    </a:moveTo>
                    <a:cubicBezTo>
                      <a:pt x="7" y="10"/>
                      <a:pt x="15" y="12"/>
                      <a:pt x="18" y="4"/>
                    </a:cubicBezTo>
                    <a:cubicBezTo>
                      <a:pt x="13" y="0"/>
                      <a:pt x="12" y="3"/>
                      <a:pt x="7" y="6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8" name="Freeform 1372">
                <a:extLst>
                  <a:ext uri="{FF2B5EF4-FFF2-40B4-BE49-F238E27FC236}">
                    <a16:creationId xmlns:a16="http://schemas.microsoft.com/office/drawing/2014/main" id="{177CEA7C-5E01-4659-9814-7E3F5DA1B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447"/>
                <a:ext cx="15" cy="9"/>
              </a:xfrm>
              <a:custGeom>
                <a:avLst/>
                <a:gdLst>
                  <a:gd name="T0" fmla="*/ 0 w 22"/>
                  <a:gd name="T1" fmla="*/ 4 h 12"/>
                  <a:gd name="T2" fmla="*/ 3 w 2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8"/>
                    </a:moveTo>
                    <a:cubicBezTo>
                      <a:pt x="6" y="12"/>
                      <a:pt x="22" y="7"/>
                      <a:pt x="12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9" name="Freeform 1373">
                <a:extLst>
                  <a:ext uri="{FF2B5EF4-FFF2-40B4-BE49-F238E27FC236}">
                    <a16:creationId xmlns:a16="http://schemas.microsoft.com/office/drawing/2014/main" id="{0A89BC2C-0EB2-473E-B29C-B039466FB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428"/>
                <a:ext cx="19" cy="13"/>
              </a:xfrm>
              <a:custGeom>
                <a:avLst/>
                <a:gdLst>
                  <a:gd name="T0" fmla="*/ 0 w 29"/>
                  <a:gd name="T1" fmla="*/ 6 h 19"/>
                  <a:gd name="T2" fmla="*/ 3 w 2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9">
                    <a:moveTo>
                      <a:pt x="0" y="19"/>
                    </a:moveTo>
                    <a:cubicBezTo>
                      <a:pt x="3" y="12"/>
                      <a:pt x="29" y="9"/>
                      <a:pt x="11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0" name="Freeform 1374">
                <a:extLst>
                  <a:ext uri="{FF2B5EF4-FFF2-40B4-BE49-F238E27FC236}">
                    <a16:creationId xmlns:a16="http://schemas.microsoft.com/office/drawing/2014/main" id="{951AA451-475C-45E3-91E9-D44A20F5F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463"/>
                <a:ext cx="21" cy="19"/>
              </a:xfrm>
              <a:custGeom>
                <a:avLst/>
                <a:gdLst>
                  <a:gd name="T0" fmla="*/ 1 w 31"/>
                  <a:gd name="T1" fmla="*/ 7 h 26"/>
                  <a:gd name="T2" fmla="*/ 9 w 31"/>
                  <a:gd name="T3" fmla="*/ 6 h 26"/>
                  <a:gd name="T4" fmla="*/ 0 w 31"/>
                  <a:gd name="T5" fmla="*/ 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6">
                    <a:moveTo>
                      <a:pt x="2" y="17"/>
                    </a:moveTo>
                    <a:cubicBezTo>
                      <a:pt x="6" y="25"/>
                      <a:pt x="30" y="26"/>
                      <a:pt x="31" y="15"/>
                    </a:cubicBezTo>
                    <a:cubicBezTo>
                      <a:pt x="31" y="0"/>
                      <a:pt x="5" y="8"/>
                      <a:pt x="0" y="13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1" name="Freeform 1375">
                <a:extLst>
                  <a:ext uri="{FF2B5EF4-FFF2-40B4-BE49-F238E27FC236}">
                    <a16:creationId xmlns:a16="http://schemas.microsoft.com/office/drawing/2014/main" id="{3DBB854D-D2C7-49B2-8C7F-D56941AED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325"/>
                <a:ext cx="41" cy="49"/>
              </a:xfrm>
              <a:custGeom>
                <a:avLst/>
                <a:gdLst>
                  <a:gd name="T0" fmla="*/ 0 w 61"/>
                  <a:gd name="T1" fmla="*/ 12 h 71"/>
                  <a:gd name="T2" fmla="*/ 1 w 61"/>
                  <a:gd name="T3" fmla="*/ 1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71">
                    <a:moveTo>
                      <a:pt x="0" y="36"/>
                    </a:moveTo>
                    <a:cubicBezTo>
                      <a:pt x="15" y="71"/>
                      <a:pt x="61" y="0"/>
                      <a:pt x="4" y="3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2" name="Freeform 1376">
                <a:extLst>
                  <a:ext uri="{FF2B5EF4-FFF2-40B4-BE49-F238E27FC236}">
                    <a16:creationId xmlns:a16="http://schemas.microsoft.com/office/drawing/2014/main" id="{870DFDF3-49E7-4D46-9DC5-58BE2EE1B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332"/>
                <a:ext cx="24" cy="21"/>
              </a:xfrm>
              <a:custGeom>
                <a:avLst/>
                <a:gdLst>
                  <a:gd name="T0" fmla="*/ 1 w 36"/>
                  <a:gd name="T1" fmla="*/ 6 h 30"/>
                  <a:gd name="T2" fmla="*/ 11 w 36"/>
                  <a:gd name="T3" fmla="*/ 2 h 30"/>
                  <a:gd name="T4" fmla="*/ 0 w 36"/>
                  <a:gd name="T5" fmla="*/ 4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2" y="17"/>
                    </a:moveTo>
                    <a:cubicBezTo>
                      <a:pt x="12" y="30"/>
                      <a:pt x="33" y="20"/>
                      <a:pt x="36" y="5"/>
                    </a:cubicBezTo>
                    <a:cubicBezTo>
                      <a:pt x="25" y="0"/>
                      <a:pt x="11" y="5"/>
                      <a:pt x="0" y="1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3" name="Freeform 1377">
                <a:extLst>
                  <a:ext uri="{FF2B5EF4-FFF2-40B4-BE49-F238E27FC236}">
                    <a16:creationId xmlns:a16="http://schemas.microsoft.com/office/drawing/2014/main" id="{AACFD579-6FDD-42DE-831D-B059760A4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299"/>
                <a:ext cx="26" cy="17"/>
              </a:xfrm>
              <a:custGeom>
                <a:avLst/>
                <a:gdLst>
                  <a:gd name="T0" fmla="*/ 3 w 40"/>
                  <a:gd name="T1" fmla="*/ 5 h 25"/>
                  <a:gd name="T2" fmla="*/ 9 w 40"/>
                  <a:gd name="T3" fmla="*/ 5 h 25"/>
                  <a:gd name="T4" fmla="*/ 0 w 4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13" y="18"/>
                    </a:moveTo>
                    <a:cubicBezTo>
                      <a:pt x="17" y="23"/>
                      <a:pt x="28" y="25"/>
                      <a:pt x="33" y="17"/>
                    </a:cubicBezTo>
                    <a:cubicBezTo>
                      <a:pt x="40" y="3"/>
                      <a:pt x="8" y="0"/>
                      <a:pt x="0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4" name="Freeform 1378">
                <a:extLst>
                  <a:ext uri="{FF2B5EF4-FFF2-40B4-BE49-F238E27FC236}">
                    <a16:creationId xmlns:a16="http://schemas.microsoft.com/office/drawing/2014/main" id="{43F830B0-5293-4F7E-B98A-04F032C81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264"/>
                <a:ext cx="22" cy="24"/>
              </a:xfrm>
              <a:custGeom>
                <a:avLst/>
                <a:gdLst>
                  <a:gd name="T0" fmla="*/ 3 w 34"/>
                  <a:gd name="T1" fmla="*/ 6 h 34"/>
                  <a:gd name="T2" fmla="*/ 3 w 34"/>
                  <a:gd name="T3" fmla="*/ 9 h 34"/>
                  <a:gd name="T4" fmla="*/ 0 w 34"/>
                  <a:gd name="T5" fmla="*/ 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4">
                    <a:moveTo>
                      <a:pt x="12" y="19"/>
                    </a:moveTo>
                    <a:cubicBezTo>
                      <a:pt x="11" y="22"/>
                      <a:pt x="10" y="23"/>
                      <a:pt x="10" y="26"/>
                    </a:cubicBezTo>
                    <a:cubicBezTo>
                      <a:pt x="26" y="34"/>
                      <a:pt x="34" y="0"/>
                      <a:pt x="0" y="1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5" name="Freeform 1379">
                <a:extLst>
                  <a:ext uri="{FF2B5EF4-FFF2-40B4-BE49-F238E27FC236}">
                    <a16:creationId xmlns:a16="http://schemas.microsoft.com/office/drawing/2014/main" id="{FA49FBF4-CB6D-40DA-9782-754756F9B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280"/>
                <a:ext cx="26" cy="20"/>
              </a:xfrm>
              <a:custGeom>
                <a:avLst/>
                <a:gdLst>
                  <a:gd name="T0" fmla="*/ 3 w 40"/>
                  <a:gd name="T1" fmla="*/ 10 h 29"/>
                  <a:gd name="T2" fmla="*/ 10 w 40"/>
                  <a:gd name="T3" fmla="*/ 6 h 29"/>
                  <a:gd name="T4" fmla="*/ 0 w 40"/>
                  <a:gd name="T5" fmla="*/ 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9">
                    <a:moveTo>
                      <a:pt x="10" y="29"/>
                    </a:moveTo>
                    <a:cubicBezTo>
                      <a:pt x="17" y="27"/>
                      <a:pt x="33" y="27"/>
                      <a:pt x="35" y="18"/>
                    </a:cubicBezTo>
                    <a:cubicBezTo>
                      <a:pt x="40" y="0"/>
                      <a:pt x="9" y="2"/>
                      <a:pt x="0" y="6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6" name="Freeform 1380">
                <a:extLst>
                  <a:ext uri="{FF2B5EF4-FFF2-40B4-BE49-F238E27FC236}">
                    <a16:creationId xmlns:a16="http://schemas.microsoft.com/office/drawing/2014/main" id="{02E4872F-8118-4916-BCCB-9472BD85D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393"/>
                <a:ext cx="86" cy="44"/>
              </a:xfrm>
              <a:custGeom>
                <a:avLst/>
                <a:gdLst>
                  <a:gd name="T0" fmla="*/ 6 w 131"/>
                  <a:gd name="T1" fmla="*/ 16 h 64"/>
                  <a:gd name="T2" fmla="*/ 37 w 131"/>
                  <a:gd name="T3" fmla="*/ 7 h 64"/>
                  <a:gd name="T4" fmla="*/ 12 w 131"/>
                  <a:gd name="T5" fmla="*/ 3 h 64"/>
                  <a:gd name="T6" fmla="*/ 7 w 131"/>
                  <a:gd name="T7" fmla="*/ 16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64">
                    <a:moveTo>
                      <a:pt x="20" y="50"/>
                    </a:moveTo>
                    <a:cubicBezTo>
                      <a:pt x="49" y="43"/>
                      <a:pt x="123" y="64"/>
                      <a:pt x="131" y="21"/>
                    </a:cubicBezTo>
                    <a:cubicBezTo>
                      <a:pt x="107" y="7"/>
                      <a:pt x="71" y="0"/>
                      <a:pt x="43" y="9"/>
                    </a:cubicBezTo>
                    <a:cubicBezTo>
                      <a:pt x="30" y="14"/>
                      <a:pt x="0" y="38"/>
                      <a:pt x="25" y="48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7" name="Freeform 1381">
                <a:extLst>
                  <a:ext uri="{FF2B5EF4-FFF2-40B4-BE49-F238E27FC236}">
                    <a16:creationId xmlns:a16="http://schemas.microsoft.com/office/drawing/2014/main" id="{3CBBD159-699B-4CDA-BC05-18700959B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358"/>
                <a:ext cx="54" cy="22"/>
              </a:xfrm>
              <a:custGeom>
                <a:avLst/>
                <a:gdLst>
                  <a:gd name="T0" fmla="*/ 2 w 82"/>
                  <a:gd name="T1" fmla="*/ 9 h 31"/>
                  <a:gd name="T2" fmla="*/ 18 w 82"/>
                  <a:gd name="T3" fmla="*/ 4 h 31"/>
                  <a:gd name="T4" fmla="*/ 0 w 82"/>
                  <a:gd name="T5" fmla="*/ 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31">
                    <a:moveTo>
                      <a:pt x="6" y="25"/>
                    </a:moveTo>
                    <a:cubicBezTo>
                      <a:pt x="19" y="31"/>
                      <a:pt x="82" y="31"/>
                      <a:pt x="63" y="10"/>
                    </a:cubicBezTo>
                    <a:cubicBezTo>
                      <a:pt x="54" y="0"/>
                      <a:pt x="2" y="7"/>
                      <a:pt x="0" y="23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8" name="Freeform 1382">
                <a:extLst>
                  <a:ext uri="{FF2B5EF4-FFF2-40B4-BE49-F238E27FC236}">
                    <a16:creationId xmlns:a16="http://schemas.microsoft.com/office/drawing/2014/main" id="{FD88C9BA-6AF4-4919-8B33-26832247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381"/>
                <a:ext cx="31" cy="21"/>
              </a:xfrm>
              <a:custGeom>
                <a:avLst/>
                <a:gdLst>
                  <a:gd name="T0" fmla="*/ 2 w 48"/>
                  <a:gd name="T1" fmla="*/ 8 h 30"/>
                  <a:gd name="T2" fmla="*/ 13 w 48"/>
                  <a:gd name="T3" fmla="*/ 6 h 30"/>
                  <a:gd name="T4" fmla="*/ 0 w 48"/>
                  <a:gd name="T5" fmla="*/ 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7" y="23"/>
                    </a:moveTo>
                    <a:cubicBezTo>
                      <a:pt x="20" y="29"/>
                      <a:pt x="41" y="30"/>
                      <a:pt x="48" y="15"/>
                    </a:cubicBezTo>
                    <a:cubicBezTo>
                      <a:pt x="36" y="0"/>
                      <a:pt x="11" y="8"/>
                      <a:pt x="0" y="2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9" name="Freeform 1383">
                <a:extLst>
                  <a:ext uri="{FF2B5EF4-FFF2-40B4-BE49-F238E27FC236}">
                    <a16:creationId xmlns:a16="http://schemas.microsoft.com/office/drawing/2014/main" id="{089D456E-5CA3-4668-AF8D-5069BE189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333"/>
                <a:ext cx="41" cy="21"/>
              </a:xfrm>
              <a:custGeom>
                <a:avLst/>
                <a:gdLst>
                  <a:gd name="T0" fmla="*/ 0 w 62"/>
                  <a:gd name="T1" fmla="*/ 7 h 30"/>
                  <a:gd name="T2" fmla="*/ 18 w 62"/>
                  <a:gd name="T3" fmla="*/ 3 h 30"/>
                  <a:gd name="T4" fmla="*/ 3 w 62"/>
                  <a:gd name="T5" fmla="*/ 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0">
                    <a:moveTo>
                      <a:pt x="0" y="20"/>
                    </a:moveTo>
                    <a:cubicBezTo>
                      <a:pt x="16" y="30"/>
                      <a:pt x="59" y="30"/>
                      <a:pt x="62" y="7"/>
                    </a:cubicBezTo>
                    <a:cubicBezTo>
                      <a:pt x="43" y="0"/>
                      <a:pt x="27" y="8"/>
                      <a:pt x="9" y="1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0" name="Freeform 1384">
                <a:extLst>
                  <a:ext uri="{FF2B5EF4-FFF2-40B4-BE49-F238E27FC236}">
                    <a16:creationId xmlns:a16="http://schemas.microsoft.com/office/drawing/2014/main" id="{37FBAD3E-CF2C-4078-BA9D-3496CB7E5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268"/>
                <a:ext cx="58" cy="43"/>
              </a:xfrm>
              <a:custGeom>
                <a:avLst/>
                <a:gdLst>
                  <a:gd name="T0" fmla="*/ 0 w 88"/>
                  <a:gd name="T1" fmla="*/ 12 h 61"/>
                  <a:gd name="T2" fmla="*/ 24 w 88"/>
                  <a:gd name="T3" fmla="*/ 11 h 61"/>
                  <a:gd name="T4" fmla="*/ 7 w 88"/>
                  <a:gd name="T5" fmla="*/ 9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61">
                    <a:moveTo>
                      <a:pt x="0" y="34"/>
                    </a:moveTo>
                    <a:cubicBezTo>
                      <a:pt x="10" y="53"/>
                      <a:pt x="80" y="61"/>
                      <a:pt x="84" y="32"/>
                    </a:cubicBezTo>
                    <a:cubicBezTo>
                      <a:pt x="88" y="0"/>
                      <a:pt x="34" y="8"/>
                      <a:pt x="22" y="2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1" name="Freeform 1385">
                <a:extLst>
                  <a:ext uri="{FF2B5EF4-FFF2-40B4-BE49-F238E27FC236}">
                    <a16:creationId xmlns:a16="http://schemas.microsoft.com/office/drawing/2014/main" id="{CEB0A13E-9830-486E-91A3-30D5CC990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136"/>
                <a:ext cx="51" cy="58"/>
              </a:xfrm>
              <a:custGeom>
                <a:avLst/>
                <a:gdLst>
                  <a:gd name="T0" fmla="*/ 22 w 78"/>
                  <a:gd name="T1" fmla="*/ 1 h 83"/>
                  <a:gd name="T2" fmla="*/ 13 w 78"/>
                  <a:gd name="T3" fmla="*/ 19 h 83"/>
                  <a:gd name="T4" fmla="*/ 22 w 78"/>
                  <a:gd name="T5" fmla="*/ 6 h 83"/>
                  <a:gd name="T6" fmla="*/ 13 w 78"/>
                  <a:gd name="T7" fmla="*/ 5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83">
                    <a:moveTo>
                      <a:pt x="76" y="5"/>
                    </a:moveTo>
                    <a:cubicBezTo>
                      <a:pt x="43" y="0"/>
                      <a:pt x="0" y="83"/>
                      <a:pt x="48" y="56"/>
                    </a:cubicBezTo>
                    <a:cubicBezTo>
                      <a:pt x="57" y="51"/>
                      <a:pt x="78" y="32"/>
                      <a:pt x="77" y="19"/>
                    </a:cubicBezTo>
                    <a:cubicBezTo>
                      <a:pt x="74" y="3"/>
                      <a:pt x="58" y="4"/>
                      <a:pt x="48" y="1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2" name="Freeform 1386">
                <a:extLst>
                  <a:ext uri="{FF2B5EF4-FFF2-40B4-BE49-F238E27FC236}">
                    <a16:creationId xmlns:a16="http://schemas.microsoft.com/office/drawing/2014/main" id="{F03DC3D3-153D-4661-AA1D-AEC28D0A4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118"/>
                <a:ext cx="26" cy="32"/>
              </a:xfrm>
              <a:custGeom>
                <a:avLst/>
                <a:gdLst>
                  <a:gd name="T0" fmla="*/ 1 w 40"/>
                  <a:gd name="T1" fmla="*/ 12 h 46"/>
                  <a:gd name="T2" fmla="*/ 10 w 40"/>
                  <a:gd name="T3" fmla="*/ 8 h 46"/>
                  <a:gd name="T4" fmla="*/ 0 w 40"/>
                  <a:gd name="T5" fmla="*/ 9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6">
                    <a:moveTo>
                      <a:pt x="2" y="35"/>
                    </a:moveTo>
                    <a:cubicBezTo>
                      <a:pt x="10" y="46"/>
                      <a:pt x="36" y="38"/>
                      <a:pt x="38" y="24"/>
                    </a:cubicBezTo>
                    <a:cubicBezTo>
                      <a:pt x="40" y="0"/>
                      <a:pt x="9" y="18"/>
                      <a:pt x="0" y="27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3" name="Freeform 1387">
                <a:extLst>
                  <a:ext uri="{FF2B5EF4-FFF2-40B4-BE49-F238E27FC236}">
                    <a16:creationId xmlns:a16="http://schemas.microsoft.com/office/drawing/2014/main" id="{5DAB629C-62E4-4176-A51C-D24608641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173"/>
                <a:ext cx="24" cy="31"/>
              </a:xfrm>
              <a:custGeom>
                <a:avLst/>
                <a:gdLst>
                  <a:gd name="T0" fmla="*/ 0 w 36"/>
                  <a:gd name="T1" fmla="*/ 13 h 44"/>
                  <a:gd name="T2" fmla="*/ 2 w 36"/>
                  <a:gd name="T3" fmla="*/ 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4">
                    <a:moveTo>
                      <a:pt x="0" y="36"/>
                    </a:moveTo>
                    <a:cubicBezTo>
                      <a:pt x="36" y="44"/>
                      <a:pt x="26" y="0"/>
                      <a:pt x="7" y="2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4" name="Freeform 1388">
                <a:extLst>
                  <a:ext uri="{FF2B5EF4-FFF2-40B4-BE49-F238E27FC236}">
                    <a16:creationId xmlns:a16="http://schemas.microsoft.com/office/drawing/2014/main" id="{4C18F049-4101-4216-8AF8-B4B483139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157"/>
                <a:ext cx="18" cy="17"/>
              </a:xfrm>
              <a:custGeom>
                <a:avLst/>
                <a:gdLst>
                  <a:gd name="T0" fmla="*/ 0 w 27"/>
                  <a:gd name="T1" fmla="*/ 8 h 24"/>
                  <a:gd name="T2" fmla="*/ 8 w 27"/>
                  <a:gd name="T3" fmla="*/ 2 h 24"/>
                  <a:gd name="T4" fmla="*/ 1 w 27"/>
                  <a:gd name="T5" fmla="*/ 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4">
                    <a:moveTo>
                      <a:pt x="0" y="22"/>
                    </a:moveTo>
                    <a:cubicBezTo>
                      <a:pt x="12" y="24"/>
                      <a:pt x="23" y="17"/>
                      <a:pt x="27" y="5"/>
                    </a:cubicBezTo>
                    <a:cubicBezTo>
                      <a:pt x="20" y="1"/>
                      <a:pt x="12" y="0"/>
                      <a:pt x="4" y="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5" name="Freeform 1389">
                <a:extLst>
                  <a:ext uri="{FF2B5EF4-FFF2-40B4-BE49-F238E27FC236}">
                    <a16:creationId xmlns:a16="http://schemas.microsoft.com/office/drawing/2014/main" id="{6CA33131-70BD-437E-845D-A633E6AC9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179"/>
                <a:ext cx="33" cy="63"/>
              </a:xfrm>
              <a:custGeom>
                <a:avLst/>
                <a:gdLst>
                  <a:gd name="T0" fmla="*/ 0 w 51"/>
                  <a:gd name="T1" fmla="*/ 15 h 89"/>
                  <a:gd name="T2" fmla="*/ 2 w 51"/>
                  <a:gd name="T3" fmla="*/ 1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89">
                    <a:moveTo>
                      <a:pt x="0" y="43"/>
                    </a:moveTo>
                    <a:cubicBezTo>
                      <a:pt x="13" y="89"/>
                      <a:pt x="51" y="0"/>
                      <a:pt x="8" y="33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6" name="Freeform 1390">
                <a:extLst>
                  <a:ext uri="{FF2B5EF4-FFF2-40B4-BE49-F238E27FC236}">
                    <a16:creationId xmlns:a16="http://schemas.microsoft.com/office/drawing/2014/main" id="{1F59F8D9-1892-45E9-901E-9FFB2FFE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200"/>
                <a:ext cx="38" cy="22"/>
              </a:xfrm>
              <a:custGeom>
                <a:avLst/>
                <a:gdLst>
                  <a:gd name="T0" fmla="*/ 0 w 58"/>
                  <a:gd name="T1" fmla="*/ 6 h 31"/>
                  <a:gd name="T2" fmla="*/ 2 w 58"/>
                  <a:gd name="T3" fmla="*/ 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31">
                    <a:moveTo>
                      <a:pt x="0" y="18"/>
                    </a:moveTo>
                    <a:cubicBezTo>
                      <a:pt x="16" y="31"/>
                      <a:pt x="58" y="0"/>
                      <a:pt x="8" y="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7" name="Freeform 1391">
                <a:extLst>
                  <a:ext uri="{FF2B5EF4-FFF2-40B4-BE49-F238E27FC236}">
                    <a16:creationId xmlns:a16="http://schemas.microsoft.com/office/drawing/2014/main" id="{5ED112BC-2C0C-478D-B375-AFD28F5F7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228"/>
                <a:ext cx="10" cy="11"/>
              </a:xfrm>
              <a:custGeom>
                <a:avLst/>
                <a:gdLst>
                  <a:gd name="T0" fmla="*/ 0 w 16"/>
                  <a:gd name="T1" fmla="*/ 6 h 16"/>
                  <a:gd name="T2" fmla="*/ 4 w 16"/>
                  <a:gd name="T3" fmla="*/ 1 h 16"/>
                  <a:gd name="T4" fmla="*/ 2 w 16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cubicBezTo>
                      <a:pt x="9" y="16"/>
                      <a:pt x="16" y="10"/>
                      <a:pt x="16" y="1"/>
                    </a:cubicBezTo>
                    <a:cubicBezTo>
                      <a:pt x="11" y="0"/>
                      <a:pt x="10" y="3"/>
                      <a:pt x="6" y="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8" name="Freeform 1392">
                <a:extLst>
                  <a:ext uri="{FF2B5EF4-FFF2-40B4-BE49-F238E27FC236}">
                    <a16:creationId xmlns:a16="http://schemas.microsoft.com/office/drawing/2014/main" id="{4592FE13-03FC-42F8-851E-17A11FBF9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243"/>
                <a:ext cx="2" cy="6"/>
              </a:xfrm>
              <a:custGeom>
                <a:avLst/>
                <a:gdLst>
                  <a:gd name="T0" fmla="*/ 1 w 4"/>
                  <a:gd name="T1" fmla="*/ 1 h 9"/>
                  <a:gd name="T2" fmla="*/ 0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2"/>
                    </a:moveTo>
                    <a:cubicBezTo>
                      <a:pt x="3" y="9"/>
                      <a:pt x="1" y="4"/>
                      <a:pt x="0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9" name="Freeform 1393">
                <a:extLst>
                  <a:ext uri="{FF2B5EF4-FFF2-40B4-BE49-F238E27FC236}">
                    <a16:creationId xmlns:a16="http://schemas.microsoft.com/office/drawing/2014/main" id="{5BEC333B-2ED3-4CC6-8508-5E76D4EBA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124"/>
                <a:ext cx="27" cy="13"/>
              </a:xfrm>
              <a:custGeom>
                <a:avLst/>
                <a:gdLst>
                  <a:gd name="T0" fmla="*/ 0 w 42"/>
                  <a:gd name="T1" fmla="*/ 3 h 19"/>
                  <a:gd name="T2" fmla="*/ 6 w 42"/>
                  <a:gd name="T3" fmla="*/ 5 h 19"/>
                  <a:gd name="T4" fmla="*/ 3 w 42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0" y="11"/>
                    </a:moveTo>
                    <a:cubicBezTo>
                      <a:pt x="7" y="10"/>
                      <a:pt x="17" y="19"/>
                      <a:pt x="25" y="14"/>
                    </a:cubicBezTo>
                    <a:cubicBezTo>
                      <a:pt x="42" y="2"/>
                      <a:pt x="15" y="0"/>
                      <a:pt x="9" y="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0" name="Freeform 1394">
                <a:extLst>
                  <a:ext uri="{FF2B5EF4-FFF2-40B4-BE49-F238E27FC236}">
                    <a16:creationId xmlns:a16="http://schemas.microsoft.com/office/drawing/2014/main" id="{3A80F60C-D0CA-4BDB-9AC2-8C5AE010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078"/>
                <a:ext cx="30" cy="24"/>
              </a:xfrm>
              <a:custGeom>
                <a:avLst/>
                <a:gdLst>
                  <a:gd name="T0" fmla="*/ 0 w 45"/>
                  <a:gd name="T1" fmla="*/ 7 h 35"/>
                  <a:gd name="T2" fmla="*/ 13 w 45"/>
                  <a:gd name="T3" fmla="*/ 1 h 35"/>
                  <a:gd name="T4" fmla="*/ 7 w 45"/>
                  <a:gd name="T5" fmla="*/ 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5">
                    <a:moveTo>
                      <a:pt x="0" y="20"/>
                    </a:moveTo>
                    <a:cubicBezTo>
                      <a:pt x="12" y="35"/>
                      <a:pt x="44" y="20"/>
                      <a:pt x="45" y="4"/>
                    </a:cubicBezTo>
                    <a:cubicBezTo>
                      <a:pt x="38" y="0"/>
                      <a:pt x="29" y="0"/>
                      <a:pt x="23" y="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1" name="Freeform 1395">
                <a:extLst>
                  <a:ext uri="{FF2B5EF4-FFF2-40B4-BE49-F238E27FC236}">
                    <a16:creationId xmlns:a16="http://schemas.microsoft.com/office/drawing/2014/main" id="{F47F5673-3206-4595-9E58-057CBAB67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054"/>
                <a:ext cx="17" cy="12"/>
              </a:xfrm>
              <a:custGeom>
                <a:avLst/>
                <a:gdLst>
                  <a:gd name="T0" fmla="*/ 0 w 27"/>
                  <a:gd name="T1" fmla="*/ 6 h 17"/>
                  <a:gd name="T2" fmla="*/ 7 w 27"/>
                  <a:gd name="T3" fmla="*/ 1 h 17"/>
                  <a:gd name="T4" fmla="*/ 4 w 2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7">
                    <a:moveTo>
                      <a:pt x="0" y="15"/>
                    </a:moveTo>
                    <a:cubicBezTo>
                      <a:pt x="11" y="17"/>
                      <a:pt x="22" y="12"/>
                      <a:pt x="27" y="2"/>
                    </a:cubicBezTo>
                    <a:cubicBezTo>
                      <a:pt x="24" y="0"/>
                      <a:pt x="21" y="0"/>
                      <a:pt x="16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2" name="Freeform 1396">
                <a:extLst>
                  <a:ext uri="{FF2B5EF4-FFF2-40B4-BE49-F238E27FC236}">
                    <a16:creationId xmlns:a16="http://schemas.microsoft.com/office/drawing/2014/main" id="{5ECF949C-4DC5-4D2C-822F-768B716A4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88"/>
                <a:ext cx="5" cy="14"/>
              </a:xfrm>
              <a:custGeom>
                <a:avLst/>
                <a:gdLst>
                  <a:gd name="T0" fmla="*/ 0 w 8"/>
                  <a:gd name="T1" fmla="*/ 7 h 20"/>
                  <a:gd name="T2" fmla="*/ 1 w 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20"/>
                    </a:moveTo>
                    <a:cubicBezTo>
                      <a:pt x="6" y="13"/>
                      <a:pt x="8" y="5"/>
                      <a:pt x="2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3" name="Freeform 1397">
                <a:extLst>
                  <a:ext uri="{FF2B5EF4-FFF2-40B4-BE49-F238E27FC236}">
                    <a16:creationId xmlns:a16="http://schemas.microsoft.com/office/drawing/2014/main" id="{335E79F3-B66F-4525-8E10-DFE3ADE2F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289"/>
                <a:ext cx="26" cy="37"/>
              </a:xfrm>
              <a:custGeom>
                <a:avLst/>
                <a:gdLst>
                  <a:gd name="T0" fmla="*/ 5 w 40"/>
                  <a:gd name="T1" fmla="*/ 8 h 53"/>
                  <a:gd name="T2" fmla="*/ 0 w 40"/>
                  <a:gd name="T3" fmla="*/ 15 h 53"/>
                  <a:gd name="T4" fmla="*/ 2 w 40"/>
                  <a:gd name="T5" fmla="*/ 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3">
                    <a:moveTo>
                      <a:pt x="17" y="25"/>
                    </a:moveTo>
                    <a:cubicBezTo>
                      <a:pt x="8" y="27"/>
                      <a:pt x="2" y="34"/>
                      <a:pt x="0" y="43"/>
                    </a:cubicBezTo>
                    <a:cubicBezTo>
                      <a:pt x="40" y="53"/>
                      <a:pt x="22" y="0"/>
                      <a:pt x="8" y="2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4" name="Freeform 1398">
                <a:extLst>
                  <a:ext uri="{FF2B5EF4-FFF2-40B4-BE49-F238E27FC236}">
                    <a16:creationId xmlns:a16="http://schemas.microsoft.com/office/drawing/2014/main" id="{40BBAE4E-C04E-4354-8F96-592D05D2B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314"/>
                <a:ext cx="18" cy="13"/>
              </a:xfrm>
              <a:custGeom>
                <a:avLst/>
                <a:gdLst>
                  <a:gd name="T0" fmla="*/ 2 w 27"/>
                  <a:gd name="T1" fmla="*/ 3 h 19"/>
                  <a:gd name="T2" fmla="*/ 7 w 27"/>
                  <a:gd name="T3" fmla="*/ 1 h 19"/>
                  <a:gd name="T4" fmla="*/ 0 w 27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6" y="10"/>
                    </a:moveTo>
                    <a:cubicBezTo>
                      <a:pt x="13" y="19"/>
                      <a:pt x="27" y="18"/>
                      <a:pt x="25" y="4"/>
                    </a:cubicBezTo>
                    <a:cubicBezTo>
                      <a:pt x="17" y="0"/>
                      <a:pt x="8" y="1"/>
                      <a:pt x="0" y="6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5" name="Freeform 1399">
                <a:extLst>
                  <a:ext uri="{FF2B5EF4-FFF2-40B4-BE49-F238E27FC236}">
                    <a16:creationId xmlns:a16="http://schemas.microsoft.com/office/drawing/2014/main" id="{52D33C6B-8A48-470C-A5E7-FC17BEDED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333"/>
                <a:ext cx="14" cy="27"/>
              </a:xfrm>
              <a:custGeom>
                <a:avLst/>
                <a:gdLst>
                  <a:gd name="T0" fmla="*/ 0 w 22"/>
                  <a:gd name="T1" fmla="*/ 8 h 39"/>
                  <a:gd name="T2" fmla="*/ 1 w 22"/>
                  <a:gd name="T3" fmla="*/ 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9">
                    <a:moveTo>
                      <a:pt x="0" y="26"/>
                    </a:moveTo>
                    <a:cubicBezTo>
                      <a:pt x="22" y="39"/>
                      <a:pt x="21" y="0"/>
                      <a:pt x="2" y="16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6" name="Freeform 1400">
                <a:extLst>
                  <a:ext uri="{FF2B5EF4-FFF2-40B4-BE49-F238E27FC236}">
                    <a16:creationId xmlns:a16="http://schemas.microsoft.com/office/drawing/2014/main" id="{FF8BFADE-08D3-4373-A799-85BD09D0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372"/>
                <a:ext cx="9" cy="10"/>
              </a:xfrm>
              <a:custGeom>
                <a:avLst/>
                <a:gdLst>
                  <a:gd name="T0" fmla="*/ 0 w 13"/>
                  <a:gd name="T1" fmla="*/ 4 h 15"/>
                  <a:gd name="T2" fmla="*/ 4 w 13"/>
                  <a:gd name="T3" fmla="*/ 1 h 15"/>
                  <a:gd name="T4" fmla="*/ 2 w 13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14"/>
                    </a:moveTo>
                    <a:cubicBezTo>
                      <a:pt x="4" y="15"/>
                      <a:pt x="13" y="11"/>
                      <a:pt x="11" y="2"/>
                    </a:cubicBezTo>
                    <a:cubicBezTo>
                      <a:pt x="7" y="0"/>
                      <a:pt x="8" y="3"/>
                      <a:pt x="7" y="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7" name="Freeform 1401">
                <a:extLst>
                  <a:ext uri="{FF2B5EF4-FFF2-40B4-BE49-F238E27FC236}">
                    <a16:creationId xmlns:a16="http://schemas.microsoft.com/office/drawing/2014/main" id="{97B3369A-B10D-4B34-B294-B3D8A7D37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369"/>
                <a:ext cx="1" cy="5"/>
              </a:xfrm>
              <a:custGeom>
                <a:avLst/>
                <a:gdLst>
                  <a:gd name="T0" fmla="*/ 0 w 1"/>
                  <a:gd name="T1" fmla="*/ 2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8" name="Freeform 1402">
                <a:extLst>
                  <a:ext uri="{FF2B5EF4-FFF2-40B4-BE49-F238E27FC236}">
                    <a16:creationId xmlns:a16="http://schemas.microsoft.com/office/drawing/2014/main" id="{3896B216-79AB-4711-B8C0-EC20282F0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400"/>
                <a:ext cx="12" cy="14"/>
              </a:xfrm>
              <a:custGeom>
                <a:avLst/>
                <a:gdLst>
                  <a:gd name="T0" fmla="*/ 0 w 19"/>
                  <a:gd name="T1" fmla="*/ 5 h 19"/>
                  <a:gd name="T2" fmla="*/ 5 w 19"/>
                  <a:gd name="T3" fmla="*/ 2 h 19"/>
                  <a:gd name="T4" fmla="*/ 1 w 19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4"/>
                    </a:moveTo>
                    <a:cubicBezTo>
                      <a:pt x="9" y="19"/>
                      <a:pt x="15" y="15"/>
                      <a:pt x="19" y="6"/>
                    </a:cubicBezTo>
                    <a:cubicBezTo>
                      <a:pt x="14" y="0"/>
                      <a:pt x="10" y="2"/>
                      <a:pt x="4" y="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9" name="Freeform 1403">
                <a:extLst>
                  <a:ext uri="{FF2B5EF4-FFF2-40B4-BE49-F238E27FC236}">
                    <a16:creationId xmlns:a16="http://schemas.microsoft.com/office/drawing/2014/main" id="{18FCBC69-BF21-48D3-A9F8-9DA7364C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295"/>
                <a:ext cx="16" cy="13"/>
              </a:xfrm>
              <a:custGeom>
                <a:avLst/>
                <a:gdLst>
                  <a:gd name="T0" fmla="*/ 0 w 24"/>
                  <a:gd name="T1" fmla="*/ 7 h 18"/>
                  <a:gd name="T2" fmla="*/ 4 w 2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6"/>
                    </a:moveTo>
                    <a:cubicBezTo>
                      <a:pt x="11" y="18"/>
                      <a:pt x="24" y="8"/>
                      <a:pt x="14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0" name="Freeform 1404">
                <a:extLst>
                  <a:ext uri="{FF2B5EF4-FFF2-40B4-BE49-F238E27FC236}">
                    <a16:creationId xmlns:a16="http://schemas.microsoft.com/office/drawing/2014/main" id="{6D0AE564-A2A7-4F41-8B4E-F218165AE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246"/>
                <a:ext cx="1" cy="1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1" name="Freeform 1405">
                <a:extLst>
                  <a:ext uri="{FF2B5EF4-FFF2-40B4-BE49-F238E27FC236}">
                    <a16:creationId xmlns:a16="http://schemas.microsoft.com/office/drawing/2014/main" id="{21C8A51B-81A7-4E4A-9B08-3CD99ADC2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452"/>
                <a:ext cx="13" cy="18"/>
              </a:xfrm>
              <a:custGeom>
                <a:avLst/>
                <a:gdLst>
                  <a:gd name="T0" fmla="*/ 0 w 20"/>
                  <a:gd name="T1" fmla="*/ 5 h 26"/>
                  <a:gd name="T2" fmla="*/ 5 w 20"/>
                  <a:gd name="T3" fmla="*/ 5 h 26"/>
                  <a:gd name="T4" fmla="*/ 0 w 20"/>
                  <a:gd name="T5" fmla="*/ 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0" y="14"/>
                    </a:moveTo>
                    <a:cubicBezTo>
                      <a:pt x="2" y="26"/>
                      <a:pt x="14" y="25"/>
                      <a:pt x="17" y="14"/>
                    </a:cubicBezTo>
                    <a:cubicBezTo>
                      <a:pt x="20" y="1"/>
                      <a:pt x="6" y="0"/>
                      <a:pt x="0" y="8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2" name="Freeform 1406">
                <a:extLst>
                  <a:ext uri="{FF2B5EF4-FFF2-40B4-BE49-F238E27FC236}">
                    <a16:creationId xmlns:a16="http://schemas.microsoft.com/office/drawing/2014/main" id="{38C032AE-79C8-4BC2-9583-C5E41297A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425"/>
                <a:ext cx="16" cy="20"/>
              </a:xfrm>
              <a:custGeom>
                <a:avLst/>
                <a:gdLst>
                  <a:gd name="T0" fmla="*/ 1 w 25"/>
                  <a:gd name="T1" fmla="*/ 8 h 29"/>
                  <a:gd name="T2" fmla="*/ 0 w 25"/>
                  <a:gd name="T3" fmla="*/ 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4" y="25"/>
                    </a:moveTo>
                    <a:cubicBezTo>
                      <a:pt x="25" y="29"/>
                      <a:pt x="15" y="0"/>
                      <a:pt x="0" y="1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3" name="Freeform 1407">
                <a:extLst>
                  <a:ext uri="{FF2B5EF4-FFF2-40B4-BE49-F238E27FC236}">
                    <a16:creationId xmlns:a16="http://schemas.microsoft.com/office/drawing/2014/main" id="{5AECC61F-C5EB-49D7-9E37-F6253151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471"/>
                <a:ext cx="11" cy="13"/>
              </a:xfrm>
              <a:custGeom>
                <a:avLst/>
                <a:gdLst>
                  <a:gd name="T0" fmla="*/ 0 w 17"/>
                  <a:gd name="T1" fmla="*/ 7 h 18"/>
                  <a:gd name="T2" fmla="*/ 1 w 17"/>
                  <a:gd name="T3" fmla="*/ 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8">
                    <a:moveTo>
                      <a:pt x="0" y="16"/>
                    </a:moveTo>
                    <a:cubicBezTo>
                      <a:pt x="16" y="18"/>
                      <a:pt x="17" y="0"/>
                      <a:pt x="2" y="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4" name="Freeform 1408">
                <a:extLst>
                  <a:ext uri="{FF2B5EF4-FFF2-40B4-BE49-F238E27FC236}">
                    <a16:creationId xmlns:a16="http://schemas.microsoft.com/office/drawing/2014/main" id="{A028C8D4-19C2-472E-8E93-872BAD589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383"/>
                <a:ext cx="55" cy="67"/>
              </a:xfrm>
              <a:custGeom>
                <a:avLst/>
                <a:gdLst>
                  <a:gd name="T0" fmla="*/ 13 w 83"/>
                  <a:gd name="T1" fmla="*/ 28 h 95"/>
                  <a:gd name="T2" fmla="*/ 15 w 83"/>
                  <a:gd name="T3" fmla="*/ 18 h 95"/>
                  <a:gd name="T4" fmla="*/ 23 w 83"/>
                  <a:gd name="T5" fmla="*/ 10 h 95"/>
                  <a:gd name="T6" fmla="*/ 9 w 83"/>
                  <a:gd name="T7" fmla="*/ 8 h 95"/>
                  <a:gd name="T8" fmla="*/ 3 w 83"/>
                  <a:gd name="T9" fmla="*/ 25 h 95"/>
                  <a:gd name="T10" fmla="*/ 13 w 83"/>
                  <a:gd name="T11" fmla="*/ 28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95">
                    <a:moveTo>
                      <a:pt x="46" y="79"/>
                    </a:moveTo>
                    <a:cubicBezTo>
                      <a:pt x="45" y="69"/>
                      <a:pt x="47" y="58"/>
                      <a:pt x="52" y="49"/>
                    </a:cubicBezTo>
                    <a:cubicBezTo>
                      <a:pt x="57" y="42"/>
                      <a:pt x="75" y="34"/>
                      <a:pt x="77" y="28"/>
                    </a:cubicBezTo>
                    <a:cubicBezTo>
                      <a:pt x="83" y="0"/>
                      <a:pt x="41" y="15"/>
                      <a:pt x="30" y="22"/>
                    </a:cubicBezTo>
                    <a:cubicBezTo>
                      <a:pt x="13" y="33"/>
                      <a:pt x="0" y="53"/>
                      <a:pt x="10" y="72"/>
                    </a:cubicBezTo>
                    <a:cubicBezTo>
                      <a:pt x="17" y="86"/>
                      <a:pt x="36" y="95"/>
                      <a:pt x="46" y="79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5" name="Freeform 1409">
                <a:extLst>
                  <a:ext uri="{FF2B5EF4-FFF2-40B4-BE49-F238E27FC236}">
                    <a16:creationId xmlns:a16="http://schemas.microsoft.com/office/drawing/2014/main" id="{3A5F3DBC-5287-49EF-9989-1233323E9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463"/>
                <a:ext cx="21" cy="40"/>
              </a:xfrm>
              <a:custGeom>
                <a:avLst/>
                <a:gdLst>
                  <a:gd name="T0" fmla="*/ 0 w 32"/>
                  <a:gd name="T1" fmla="*/ 12 h 57"/>
                  <a:gd name="T2" fmla="*/ 0 w 32"/>
                  <a:gd name="T3" fmla="*/ 6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7">
                    <a:moveTo>
                      <a:pt x="0" y="34"/>
                    </a:moveTo>
                    <a:cubicBezTo>
                      <a:pt x="15" y="57"/>
                      <a:pt x="32" y="0"/>
                      <a:pt x="0" y="16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6" name="Freeform 1410">
                <a:extLst>
                  <a:ext uri="{FF2B5EF4-FFF2-40B4-BE49-F238E27FC236}">
                    <a16:creationId xmlns:a16="http://schemas.microsoft.com/office/drawing/2014/main" id="{7194BB88-A5C5-43E2-9954-A614EBF4A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447"/>
                <a:ext cx="18" cy="27"/>
              </a:xfrm>
              <a:custGeom>
                <a:avLst/>
                <a:gdLst>
                  <a:gd name="T0" fmla="*/ 1 w 27"/>
                  <a:gd name="T1" fmla="*/ 10 h 38"/>
                  <a:gd name="T2" fmla="*/ 0 w 27"/>
                  <a:gd name="T3" fmla="*/ 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4" y="28"/>
                    </a:moveTo>
                    <a:cubicBezTo>
                      <a:pt x="27" y="38"/>
                      <a:pt x="21" y="0"/>
                      <a:pt x="0" y="19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7" name="Freeform 1411">
                <a:extLst>
                  <a:ext uri="{FF2B5EF4-FFF2-40B4-BE49-F238E27FC236}">
                    <a16:creationId xmlns:a16="http://schemas.microsoft.com/office/drawing/2014/main" id="{FE4DB399-F591-4081-A3D2-9F25FA2D9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388"/>
                <a:ext cx="25" cy="30"/>
              </a:xfrm>
              <a:custGeom>
                <a:avLst/>
                <a:gdLst>
                  <a:gd name="T0" fmla="*/ 9 w 38"/>
                  <a:gd name="T1" fmla="*/ 2 h 42"/>
                  <a:gd name="T2" fmla="*/ 0 w 38"/>
                  <a:gd name="T3" fmla="*/ 14 h 42"/>
                  <a:gd name="T4" fmla="*/ 10 w 38"/>
                  <a:gd name="T5" fmla="*/ 1 h 42"/>
                  <a:gd name="T6" fmla="*/ 7 w 38"/>
                  <a:gd name="T7" fmla="*/ 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2">
                    <a:moveTo>
                      <a:pt x="29" y="5"/>
                    </a:moveTo>
                    <a:cubicBezTo>
                      <a:pt x="16" y="0"/>
                      <a:pt x="1" y="25"/>
                      <a:pt x="0" y="38"/>
                    </a:cubicBezTo>
                    <a:cubicBezTo>
                      <a:pt x="18" y="42"/>
                      <a:pt x="38" y="21"/>
                      <a:pt x="35" y="3"/>
                    </a:cubicBezTo>
                    <a:cubicBezTo>
                      <a:pt x="30" y="5"/>
                      <a:pt x="26" y="9"/>
                      <a:pt x="23" y="13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8" name="Freeform 1412">
                <a:extLst>
                  <a:ext uri="{FF2B5EF4-FFF2-40B4-BE49-F238E27FC236}">
                    <a16:creationId xmlns:a16="http://schemas.microsoft.com/office/drawing/2014/main" id="{D4A62E51-588C-4A4B-95BC-01DF7AE00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360"/>
                <a:ext cx="51" cy="26"/>
              </a:xfrm>
              <a:custGeom>
                <a:avLst/>
                <a:gdLst>
                  <a:gd name="T0" fmla="*/ 3 w 78"/>
                  <a:gd name="T1" fmla="*/ 13 h 36"/>
                  <a:gd name="T2" fmla="*/ 22 w 78"/>
                  <a:gd name="T3" fmla="*/ 4 h 36"/>
                  <a:gd name="T4" fmla="*/ 0 w 78"/>
                  <a:gd name="T5" fmla="*/ 1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36">
                    <a:moveTo>
                      <a:pt x="11" y="34"/>
                    </a:moveTo>
                    <a:cubicBezTo>
                      <a:pt x="30" y="36"/>
                      <a:pt x="67" y="27"/>
                      <a:pt x="78" y="10"/>
                    </a:cubicBezTo>
                    <a:cubicBezTo>
                      <a:pt x="56" y="0"/>
                      <a:pt x="16" y="11"/>
                      <a:pt x="0" y="3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9" name="Freeform 1413">
                <a:extLst>
                  <a:ext uri="{FF2B5EF4-FFF2-40B4-BE49-F238E27FC236}">
                    <a16:creationId xmlns:a16="http://schemas.microsoft.com/office/drawing/2014/main" id="{BD6BC4E0-163C-452D-B349-376253955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348"/>
                <a:ext cx="23" cy="19"/>
              </a:xfrm>
              <a:custGeom>
                <a:avLst/>
                <a:gdLst>
                  <a:gd name="T0" fmla="*/ 3 w 35"/>
                  <a:gd name="T1" fmla="*/ 6 h 27"/>
                  <a:gd name="T2" fmla="*/ 9 w 35"/>
                  <a:gd name="T3" fmla="*/ 1 h 27"/>
                  <a:gd name="T4" fmla="*/ 0 w 35"/>
                  <a:gd name="T5" fmla="*/ 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11" y="16"/>
                    </a:moveTo>
                    <a:cubicBezTo>
                      <a:pt x="19" y="27"/>
                      <a:pt x="35" y="14"/>
                      <a:pt x="33" y="2"/>
                    </a:cubicBezTo>
                    <a:cubicBezTo>
                      <a:pt x="21" y="0"/>
                      <a:pt x="11" y="8"/>
                      <a:pt x="0" y="1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0" name="Freeform 1414">
                <a:extLst>
                  <a:ext uri="{FF2B5EF4-FFF2-40B4-BE49-F238E27FC236}">
                    <a16:creationId xmlns:a16="http://schemas.microsoft.com/office/drawing/2014/main" id="{64D9014E-F7A7-4859-94D2-2D5E82C30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339"/>
                <a:ext cx="14" cy="11"/>
              </a:xfrm>
              <a:custGeom>
                <a:avLst/>
                <a:gdLst>
                  <a:gd name="T0" fmla="*/ 0 w 20"/>
                  <a:gd name="T1" fmla="*/ 3 h 16"/>
                  <a:gd name="T2" fmla="*/ 7 w 20"/>
                  <a:gd name="T3" fmla="*/ 1 h 16"/>
                  <a:gd name="T4" fmla="*/ 1 w 20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8"/>
                    </a:moveTo>
                    <a:cubicBezTo>
                      <a:pt x="7" y="16"/>
                      <a:pt x="20" y="13"/>
                      <a:pt x="20" y="2"/>
                    </a:cubicBezTo>
                    <a:cubicBezTo>
                      <a:pt x="14" y="1"/>
                      <a:pt x="7" y="0"/>
                      <a:pt x="2" y="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1" name="Freeform 1415">
                <a:extLst>
                  <a:ext uri="{FF2B5EF4-FFF2-40B4-BE49-F238E27FC236}">
                    <a16:creationId xmlns:a16="http://schemas.microsoft.com/office/drawing/2014/main" id="{EBDE01E2-486B-467D-B69E-29AB87DB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321"/>
                <a:ext cx="10" cy="11"/>
              </a:xfrm>
              <a:custGeom>
                <a:avLst/>
                <a:gdLst>
                  <a:gd name="T0" fmla="*/ 1 w 16"/>
                  <a:gd name="T1" fmla="*/ 4 h 15"/>
                  <a:gd name="T2" fmla="*/ 2 w 16"/>
                  <a:gd name="T3" fmla="*/ 6 h 15"/>
                  <a:gd name="T4" fmla="*/ 4 w 16"/>
                  <a:gd name="T5" fmla="*/ 2 h 15"/>
                  <a:gd name="T6" fmla="*/ 0 w 16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2" y="10"/>
                    </a:moveTo>
                    <a:cubicBezTo>
                      <a:pt x="2" y="12"/>
                      <a:pt x="4" y="14"/>
                      <a:pt x="6" y="15"/>
                    </a:cubicBezTo>
                    <a:cubicBezTo>
                      <a:pt x="9" y="13"/>
                      <a:pt x="14" y="9"/>
                      <a:pt x="16" y="6"/>
                    </a:cubicBezTo>
                    <a:cubicBezTo>
                      <a:pt x="13" y="1"/>
                      <a:pt x="6" y="0"/>
                      <a:pt x="0" y="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2" name="Freeform 1416">
                <a:extLst>
                  <a:ext uri="{FF2B5EF4-FFF2-40B4-BE49-F238E27FC236}">
                    <a16:creationId xmlns:a16="http://schemas.microsoft.com/office/drawing/2014/main" id="{9B01F809-DF30-4C0C-8474-A4AB8479B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322"/>
                <a:ext cx="13" cy="7"/>
              </a:xfrm>
              <a:custGeom>
                <a:avLst/>
                <a:gdLst>
                  <a:gd name="T0" fmla="*/ 3 w 19"/>
                  <a:gd name="T1" fmla="*/ 0 h 9"/>
                  <a:gd name="T2" fmla="*/ 0 w 19"/>
                  <a:gd name="T3" fmla="*/ 3 h 9"/>
                  <a:gd name="T4" fmla="*/ 4 w 19"/>
                  <a:gd name="T5" fmla="*/ 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9" y="0"/>
                    </a:moveTo>
                    <a:cubicBezTo>
                      <a:pt x="6" y="2"/>
                      <a:pt x="3" y="4"/>
                      <a:pt x="0" y="6"/>
                    </a:cubicBezTo>
                    <a:cubicBezTo>
                      <a:pt x="7" y="9"/>
                      <a:pt x="19" y="8"/>
                      <a:pt x="13" y="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3" name="Freeform 1417">
                <a:extLst>
                  <a:ext uri="{FF2B5EF4-FFF2-40B4-BE49-F238E27FC236}">
                    <a16:creationId xmlns:a16="http://schemas.microsoft.com/office/drawing/2014/main" id="{1C07391E-94AA-4DBC-8A6A-F914BAF9D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269"/>
                <a:ext cx="4" cy="7"/>
              </a:xfrm>
              <a:custGeom>
                <a:avLst/>
                <a:gdLst>
                  <a:gd name="T0" fmla="*/ 1 w 6"/>
                  <a:gd name="T1" fmla="*/ 4 h 10"/>
                  <a:gd name="T2" fmla="*/ 0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5" y="10"/>
                    </a:moveTo>
                    <a:cubicBezTo>
                      <a:pt x="6" y="5"/>
                      <a:pt x="5" y="1"/>
                      <a:pt x="0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" name="Freeform 1418">
                <a:extLst>
                  <a:ext uri="{FF2B5EF4-FFF2-40B4-BE49-F238E27FC236}">
                    <a16:creationId xmlns:a16="http://schemas.microsoft.com/office/drawing/2014/main" id="{53E719B1-0EBE-4150-9C38-C20E93864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472"/>
                <a:ext cx="45" cy="17"/>
              </a:xfrm>
              <a:custGeom>
                <a:avLst/>
                <a:gdLst>
                  <a:gd name="T0" fmla="*/ 0 w 68"/>
                  <a:gd name="T1" fmla="*/ 3 h 25"/>
                  <a:gd name="T2" fmla="*/ 20 w 68"/>
                  <a:gd name="T3" fmla="*/ 1 h 25"/>
                  <a:gd name="T4" fmla="*/ 1 w 68"/>
                  <a:gd name="T5" fmla="*/ 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5">
                    <a:moveTo>
                      <a:pt x="0" y="9"/>
                    </a:moveTo>
                    <a:cubicBezTo>
                      <a:pt x="24" y="15"/>
                      <a:pt x="50" y="25"/>
                      <a:pt x="68" y="3"/>
                    </a:cubicBezTo>
                    <a:cubicBezTo>
                      <a:pt x="48" y="0"/>
                      <a:pt x="26" y="7"/>
                      <a:pt x="5" y="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" name="Freeform 1419">
                <a:extLst>
                  <a:ext uri="{FF2B5EF4-FFF2-40B4-BE49-F238E27FC236}">
                    <a16:creationId xmlns:a16="http://schemas.microsoft.com/office/drawing/2014/main" id="{328E5F85-242B-422C-A2CD-544EA8BEE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451"/>
                <a:ext cx="12" cy="7"/>
              </a:xfrm>
              <a:custGeom>
                <a:avLst/>
                <a:gdLst>
                  <a:gd name="T0" fmla="*/ 0 w 19"/>
                  <a:gd name="T1" fmla="*/ 1 h 10"/>
                  <a:gd name="T2" fmla="*/ 5 w 19"/>
                  <a:gd name="T3" fmla="*/ 1 h 10"/>
                  <a:gd name="T4" fmla="*/ 4 w 19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0" y="4"/>
                    </a:moveTo>
                    <a:cubicBezTo>
                      <a:pt x="7" y="10"/>
                      <a:pt x="14" y="10"/>
                      <a:pt x="19" y="4"/>
                    </a:cubicBezTo>
                    <a:cubicBezTo>
                      <a:pt x="18" y="0"/>
                      <a:pt x="16" y="4"/>
                      <a:pt x="14" y="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6" name="Freeform 1420">
                <a:extLst>
                  <a:ext uri="{FF2B5EF4-FFF2-40B4-BE49-F238E27FC236}">
                    <a16:creationId xmlns:a16="http://schemas.microsoft.com/office/drawing/2014/main" id="{93B40F34-DE3F-4124-A163-1D2444607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997"/>
                <a:ext cx="54" cy="27"/>
              </a:xfrm>
              <a:custGeom>
                <a:avLst/>
                <a:gdLst>
                  <a:gd name="T0" fmla="*/ 7 w 82"/>
                  <a:gd name="T1" fmla="*/ 13 h 38"/>
                  <a:gd name="T2" fmla="*/ 24 w 82"/>
                  <a:gd name="T3" fmla="*/ 6 h 38"/>
                  <a:gd name="T4" fmla="*/ 0 w 82"/>
                  <a:gd name="T5" fmla="*/ 9 h 38"/>
                  <a:gd name="T6" fmla="*/ 2 w 82"/>
                  <a:gd name="T7" fmla="*/ 1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38">
                    <a:moveTo>
                      <a:pt x="24" y="36"/>
                    </a:moveTo>
                    <a:cubicBezTo>
                      <a:pt x="44" y="38"/>
                      <a:pt x="67" y="31"/>
                      <a:pt x="82" y="18"/>
                    </a:cubicBezTo>
                    <a:cubicBezTo>
                      <a:pt x="68" y="0"/>
                      <a:pt x="9" y="3"/>
                      <a:pt x="0" y="26"/>
                    </a:cubicBezTo>
                    <a:cubicBezTo>
                      <a:pt x="2" y="27"/>
                      <a:pt x="4" y="29"/>
                      <a:pt x="6" y="3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7" name="Freeform 1421">
                <a:extLst>
                  <a:ext uri="{FF2B5EF4-FFF2-40B4-BE49-F238E27FC236}">
                    <a16:creationId xmlns:a16="http://schemas.microsoft.com/office/drawing/2014/main" id="{DE31E992-3B64-4FFC-8D63-316EBFF00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021"/>
                <a:ext cx="32" cy="22"/>
              </a:xfrm>
              <a:custGeom>
                <a:avLst/>
                <a:gdLst>
                  <a:gd name="T0" fmla="*/ 0 w 49"/>
                  <a:gd name="T1" fmla="*/ 7 h 32"/>
                  <a:gd name="T2" fmla="*/ 12 w 49"/>
                  <a:gd name="T3" fmla="*/ 6 h 32"/>
                  <a:gd name="T4" fmla="*/ 3 w 49"/>
                  <a:gd name="T5" fmla="*/ 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2">
                    <a:moveTo>
                      <a:pt x="0" y="21"/>
                    </a:moveTo>
                    <a:cubicBezTo>
                      <a:pt x="5" y="29"/>
                      <a:pt x="35" y="32"/>
                      <a:pt x="41" y="19"/>
                    </a:cubicBezTo>
                    <a:cubicBezTo>
                      <a:pt x="49" y="1"/>
                      <a:pt x="22" y="0"/>
                      <a:pt x="10" y="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8" name="Freeform 1422">
                <a:extLst>
                  <a:ext uri="{FF2B5EF4-FFF2-40B4-BE49-F238E27FC236}">
                    <a16:creationId xmlns:a16="http://schemas.microsoft.com/office/drawing/2014/main" id="{2C4B215C-20B9-4274-960F-6B44456FA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040"/>
                <a:ext cx="18" cy="11"/>
              </a:xfrm>
              <a:custGeom>
                <a:avLst/>
                <a:gdLst>
                  <a:gd name="T0" fmla="*/ 0 w 27"/>
                  <a:gd name="T1" fmla="*/ 4 h 15"/>
                  <a:gd name="T2" fmla="*/ 8 w 27"/>
                  <a:gd name="T3" fmla="*/ 2 h 15"/>
                  <a:gd name="T4" fmla="*/ 5 w 27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0" y="11"/>
                    </a:moveTo>
                    <a:cubicBezTo>
                      <a:pt x="10" y="15"/>
                      <a:pt x="21" y="14"/>
                      <a:pt x="27" y="5"/>
                    </a:cubicBezTo>
                    <a:cubicBezTo>
                      <a:pt x="25" y="0"/>
                      <a:pt x="22" y="1"/>
                      <a:pt x="16" y="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9" name="Freeform 1423">
                <a:extLst>
                  <a:ext uri="{FF2B5EF4-FFF2-40B4-BE49-F238E27FC236}">
                    <a16:creationId xmlns:a16="http://schemas.microsoft.com/office/drawing/2014/main" id="{DBD46F84-48BE-4171-96AC-32DFA3D0B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044"/>
                <a:ext cx="16" cy="16"/>
              </a:xfrm>
              <a:custGeom>
                <a:avLst/>
                <a:gdLst>
                  <a:gd name="T0" fmla="*/ 0 w 24"/>
                  <a:gd name="T1" fmla="*/ 4 h 23"/>
                  <a:gd name="T2" fmla="*/ 6 w 24"/>
                  <a:gd name="T3" fmla="*/ 4 h 23"/>
                  <a:gd name="T4" fmla="*/ 0 w 24"/>
                  <a:gd name="T5" fmla="*/ 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cubicBezTo>
                      <a:pt x="4" y="18"/>
                      <a:pt x="18" y="23"/>
                      <a:pt x="21" y="12"/>
                    </a:cubicBezTo>
                    <a:cubicBezTo>
                      <a:pt x="24" y="0"/>
                      <a:pt x="4" y="8"/>
                      <a:pt x="0" y="1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0" name="Freeform 1424">
                <a:extLst>
                  <a:ext uri="{FF2B5EF4-FFF2-40B4-BE49-F238E27FC236}">
                    <a16:creationId xmlns:a16="http://schemas.microsoft.com/office/drawing/2014/main" id="{27D9ADC7-F76D-40E4-BC8E-7C6E50D58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061"/>
                <a:ext cx="31" cy="28"/>
              </a:xfrm>
              <a:custGeom>
                <a:avLst/>
                <a:gdLst>
                  <a:gd name="T0" fmla="*/ 1 w 48"/>
                  <a:gd name="T1" fmla="*/ 4 h 40"/>
                  <a:gd name="T2" fmla="*/ 0 w 48"/>
                  <a:gd name="T3" fmla="*/ 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0">
                    <a:moveTo>
                      <a:pt x="4" y="13"/>
                    </a:moveTo>
                    <a:cubicBezTo>
                      <a:pt x="8" y="40"/>
                      <a:pt x="48" y="0"/>
                      <a:pt x="0" y="7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1" name="Freeform 1425">
                <a:extLst>
                  <a:ext uri="{FF2B5EF4-FFF2-40B4-BE49-F238E27FC236}">
                    <a16:creationId xmlns:a16="http://schemas.microsoft.com/office/drawing/2014/main" id="{44D10972-C37E-4F26-8F1E-1C2C0CB2F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1096"/>
                <a:ext cx="9" cy="10"/>
              </a:xfrm>
              <a:custGeom>
                <a:avLst/>
                <a:gdLst>
                  <a:gd name="T0" fmla="*/ 0 w 13"/>
                  <a:gd name="T1" fmla="*/ 4 h 15"/>
                  <a:gd name="T2" fmla="*/ 3 w 13"/>
                  <a:gd name="T3" fmla="*/ 4 h 15"/>
                  <a:gd name="T4" fmla="*/ 1 w 1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14"/>
                    </a:moveTo>
                    <a:cubicBezTo>
                      <a:pt x="3" y="15"/>
                      <a:pt x="6" y="15"/>
                      <a:pt x="9" y="14"/>
                    </a:cubicBezTo>
                    <a:cubicBezTo>
                      <a:pt x="13" y="6"/>
                      <a:pt x="11" y="1"/>
                      <a:pt x="2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2" name="Freeform 1426">
                <a:extLst>
                  <a:ext uri="{FF2B5EF4-FFF2-40B4-BE49-F238E27FC236}">
                    <a16:creationId xmlns:a16="http://schemas.microsoft.com/office/drawing/2014/main" id="{304B459C-6058-4298-B525-785E02B10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095"/>
                <a:ext cx="13" cy="2"/>
              </a:xfrm>
              <a:custGeom>
                <a:avLst/>
                <a:gdLst>
                  <a:gd name="T0" fmla="*/ 0 w 20"/>
                  <a:gd name="T1" fmla="*/ 1 h 3"/>
                  <a:gd name="T2" fmla="*/ 5 w 20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6" y="1"/>
                      <a:pt x="13" y="0"/>
                      <a:pt x="20" y="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3" name="Freeform 1427">
                <a:extLst>
                  <a:ext uri="{FF2B5EF4-FFF2-40B4-BE49-F238E27FC236}">
                    <a16:creationId xmlns:a16="http://schemas.microsoft.com/office/drawing/2014/main" id="{7E90F580-23C4-4AF1-A3EE-6DF13ED55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1094"/>
                <a:ext cx="1" cy="3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4" name="Freeform 1428">
                <a:extLst>
                  <a:ext uri="{FF2B5EF4-FFF2-40B4-BE49-F238E27FC236}">
                    <a16:creationId xmlns:a16="http://schemas.microsoft.com/office/drawing/2014/main" id="{454BE465-BF1D-4E02-9757-319DABE6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965"/>
                <a:ext cx="68" cy="38"/>
              </a:xfrm>
              <a:custGeom>
                <a:avLst/>
                <a:gdLst>
                  <a:gd name="T0" fmla="*/ 3 w 103"/>
                  <a:gd name="T1" fmla="*/ 6 h 54"/>
                  <a:gd name="T2" fmla="*/ 28 w 103"/>
                  <a:gd name="T3" fmla="*/ 7 h 54"/>
                  <a:gd name="T4" fmla="*/ 0 w 103"/>
                  <a:gd name="T5" fmla="*/ 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54">
                    <a:moveTo>
                      <a:pt x="10" y="16"/>
                    </a:moveTo>
                    <a:cubicBezTo>
                      <a:pt x="21" y="25"/>
                      <a:pt x="103" y="54"/>
                      <a:pt x="96" y="20"/>
                    </a:cubicBezTo>
                    <a:cubicBezTo>
                      <a:pt x="92" y="0"/>
                      <a:pt x="10" y="0"/>
                      <a:pt x="0" y="1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5" name="Freeform 1429">
                <a:extLst>
                  <a:ext uri="{FF2B5EF4-FFF2-40B4-BE49-F238E27FC236}">
                    <a16:creationId xmlns:a16="http://schemas.microsoft.com/office/drawing/2014/main" id="{E1058370-FE11-4306-BD8D-8437BF40A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988"/>
                <a:ext cx="25" cy="16"/>
              </a:xfrm>
              <a:custGeom>
                <a:avLst/>
                <a:gdLst>
                  <a:gd name="T0" fmla="*/ 6 w 38"/>
                  <a:gd name="T1" fmla="*/ 6 h 23"/>
                  <a:gd name="T2" fmla="*/ 11 w 38"/>
                  <a:gd name="T3" fmla="*/ 4 h 23"/>
                  <a:gd name="T4" fmla="*/ 0 w 38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3">
                    <a:moveTo>
                      <a:pt x="19" y="16"/>
                    </a:moveTo>
                    <a:cubicBezTo>
                      <a:pt x="24" y="21"/>
                      <a:pt x="37" y="23"/>
                      <a:pt x="38" y="12"/>
                    </a:cubicBezTo>
                    <a:cubicBezTo>
                      <a:pt x="38" y="0"/>
                      <a:pt x="6" y="4"/>
                      <a:pt x="0" y="6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6" name="Freeform 1430">
                <a:extLst>
                  <a:ext uri="{FF2B5EF4-FFF2-40B4-BE49-F238E27FC236}">
                    <a16:creationId xmlns:a16="http://schemas.microsoft.com/office/drawing/2014/main" id="{57E02A78-0652-4BE3-A7FB-FCFEDDAB1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979"/>
                <a:ext cx="29" cy="53"/>
              </a:xfrm>
              <a:custGeom>
                <a:avLst/>
                <a:gdLst>
                  <a:gd name="T0" fmla="*/ 0 w 44"/>
                  <a:gd name="T1" fmla="*/ 16 h 76"/>
                  <a:gd name="T2" fmla="*/ 1 w 44"/>
                  <a:gd name="T3" fmla="*/ 14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76">
                    <a:moveTo>
                      <a:pt x="0" y="48"/>
                    </a:moveTo>
                    <a:cubicBezTo>
                      <a:pt x="31" y="76"/>
                      <a:pt x="44" y="0"/>
                      <a:pt x="4" y="4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7" name="Freeform 1431">
                <a:extLst>
                  <a:ext uri="{FF2B5EF4-FFF2-40B4-BE49-F238E27FC236}">
                    <a16:creationId xmlns:a16="http://schemas.microsoft.com/office/drawing/2014/main" id="{9A6A1377-2416-4FD2-A4DC-96A653C8B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016"/>
                <a:ext cx="18" cy="10"/>
              </a:xfrm>
              <a:custGeom>
                <a:avLst/>
                <a:gdLst>
                  <a:gd name="T0" fmla="*/ 3 w 27"/>
                  <a:gd name="T1" fmla="*/ 5 h 15"/>
                  <a:gd name="T2" fmla="*/ 0 w 27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5">
                    <a:moveTo>
                      <a:pt x="10" y="15"/>
                    </a:moveTo>
                    <a:cubicBezTo>
                      <a:pt x="27" y="10"/>
                      <a:pt x="12" y="0"/>
                      <a:pt x="0" y="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8" name="Freeform 1432">
                <a:extLst>
                  <a:ext uri="{FF2B5EF4-FFF2-40B4-BE49-F238E27FC236}">
                    <a16:creationId xmlns:a16="http://schemas.microsoft.com/office/drawing/2014/main" id="{FA9F0F3A-9091-4D70-A4A1-961A6F7FB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000"/>
                <a:ext cx="23" cy="17"/>
              </a:xfrm>
              <a:custGeom>
                <a:avLst/>
                <a:gdLst>
                  <a:gd name="T0" fmla="*/ 0 w 35"/>
                  <a:gd name="T1" fmla="*/ 5 h 25"/>
                  <a:gd name="T2" fmla="*/ 8 w 35"/>
                  <a:gd name="T3" fmla="*/ 5 h 25"/>
                  <a:gd name="T4" fmla="*/ 0 w 35"/>
                  <a:gd name="T5" fmla="*/ 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0" y="14"/>
                    </a:moveTo>
                    <a:cubicBezTo>
                      <a:pt x="6" y="19"/>
                      <a:pt x="22" y="25"/>
                      <a:pt x="27" y="15"/>
                    </a:cubicBezTo>
                    <a:cubicBezTo>
                      <a:pt x="35" y="0"/>
                      <a:pt x="8" y="1"/>
                      <a:pt x="0" y="9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9" name="Freeform 1433">
                <a:extLst>
                  <a:ext uri="{FF2B5EF4-FFF2-40B4-BE49-F238E27FC236}">
                    <a16:creationId xmlns:a16="http://schemas.microsoft.com/office/drawing/2014/main" id="{F5129DD2-3D4F-4C78-8783-4F18AD7D8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023"/>
                <a:ext cx="8" cy="8"/>
              </a:xfrm>
              <a:custGeom>
                <a:avLst/>
                <a:gdLst>
                  <a:gd name="T0" fmla="*/ 1 w 11"/>
                  <a:gd name="T1" fmla="*/ 2 h 12"/>
                  <a:gd name="T2" fmla="*/ 4 w 11"/>
                  <a:gd name="T3" fmla="*/ 1 h 12"/>
                  <a:gd name="T4" fmla="*/ 0 w 11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2" y="7"/>
                    </a:moveTo>
                    <a:cubicBezTo>
                      <a:pt x="6" y="7"/>
                      <a:pt x="8" y="12"/>
                      <a:pt x="11" y="5"/>
                    </a:cubicBezTo>
                    <a:cubicBezTo>
                      <a:pt x="9" y="0"/>
                      <a:pt x="6" y="1"/>
                      <a:pt x="0" y="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0" name="Freeform 1434">
                <a:extLst>
                  <a:ext uri="{FF2B5EF4-FFF2-40B4-BE49-F238E27FC236}">
                    <a16:creationId xmlns:a16="http://schemas.microsoft.com/office/drawing/2014/main" id="{76005885-0D0C-410A-B630-F3CE835BF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1054"/>
                <a:ext cx="6" cy="8"/>
              </a:xfrm>
              <a:custGeom>
                <a:avLst/>
                <a:gdLst>
                  <a:gd name="T0" fmla="*/ 0 w 9"/>
                  <a:gd name="T1" fmla="*/ 4 h 11"/>
                  <a:gd name="T2" fmla="*/ 3 w 9"/>
                  <a:gd name="T3" fmla="*/ 1 h 11"/>
                  <a:gd name="T4" fmla="*/ 1 w 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10"/>
                    </a:moveTo>
                    <a:cubicBezTo>
                      <a:pt x="5" y="9"/>
                      <a:pt x="8" y="11"/>
                      <a:pt x="9" y="3"/>
                    </a:cubicBezTo>
                    <a:cubicBezTo>
                      <a:pt x="8" y="0"/>
                      <a:pt x="7" y="3"/>
                      <a:pt x="5" y="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1" name="Freeform 1435">
                <a:extLst>
                  <a:ext uri="{FF2B5EF4-FFF2-40B4-BE49-F238E27FC236}">
                    <a16:creationId xmlns:a16="http://schemas.microsoft.com/office/drawing/2014/main" id="{BED9B0E8-0A85-411A-B5D4-43D85581D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057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2" name="Freeform 1436">
                <a:extLst>
                  <a:ext uri="{FF2B5EF4-FFF2-40B4-BE49-F238E27FC236}">
                    <a16:creationId xmlns:a16="http://schemas.microsoft.com/office/drawing/2014/main" id="{DAC62606-75DD-480D-A525-BD8CDFBB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054"/>
                <a:ext cx="3" cy="1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3" name="Freeform 1437">
                <a:extLst>
                  <a:ext uri="{FF2B5EF4-FFF2-40B4-BE49-F238E27FC236}">
                    <a16:creationId xmlns:a16="http://schemas.microsoft.com/office/drawing/2014/main" id="{02452417-F0C5-4138-9A27-9F4D4425B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355"/>
                <a:ext cx="43" cy="55"/>
              </a:xfrm>
              <a:custGeom>
                <a:avLst/>
                <a:gdLst>
                  <a:gd name="T0" fmla="*/ 3 w 65"/>
                  <a:gd name="T1" fmla="*/ 27 h 78"/>
                  <a:gd name="T2" fmla="*/ 19 w 65"/>
                  <a:gd name="T3" fmla="*/ 9 h 78"/>
                  <a:gd name="T4" fmla="*/ 10 w 65"/>
                  <a:gd name="T5" fmla="*/ 2 h 78"/>
                  <a:gd name="T6" fmla="*/ 0 w 65"/>
                  <a:gd name="T7" fmla="*/ 18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8">
                    <a:moveTo>
                      <a:pt x="10" y="76"/>
                    </a:moveTo>
                    <a:cubicBezTo>
                      <a:pt x="32" y="78"/>
                      <a:pt x="65" y="51"/>
                      <a:pt x="64" y="27"/>
                    </a:cubicBezTo>
                    <a:cubicBezTo>
                      <a:pt x="64" y="10"/>
                      <a:pt x="53" y="0"/>
                      <a:pt x="35" y="5"/>
                    </a:cubicBezTo>
                    <a:cubicBezTo>
                      <a:pt x="18" y="10"/>
                      <a:pt x="6" y="37"/>
                      <a:pt x="0" y="5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4" name="Freeform 1438">
                <a:extLst>
                  <a:ext uri="{FF2B5EF4-FFF2-40B4-BE49-F238E27FC236}">
                    <a16:creationId xmlns:a16="http://schemas.microsoft.com/office/drawing/2014/main" id="{1D5950E9-5B61-4078-82B9-A41F23F0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297"/>
                <a:ext cx="24" cy="23"/>
              </a:xfrm>
              <a:custGeom>
                <a:avLst/>
                <a:gdLst>
                  <a:gd name="T0" fmla="*/ 1 w 37"/>
                  <a:gd name="T1" fmla="*/ 6 h 32"/>
                  <a:gd name="T2" fmla="*/ 8 w 37"/>
                  <a:gd name="T3" fmla="*/ 7 h 32"/>
                  <a:gd name="T4" fmla="*/ 0 w 37"/>
                  <a:gd name="T5" fmla="*/ 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2" y="17"/>
                    </a:moveTo>
                    <a:cubicBezTo>
                      <a:pt x="2" y="32"/>
                      <a:pt x="23" y="31"/>
                      <a:pt x="28" y="19"/>
                    </a:cubicBezTo>
                    <a:cubicBezTo>
                      <a:pt x="37" y="0"/>
                      <a:pt x="11" y="1"/>
                      <a:pt x="0" y="9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5" name="Freeform 1439">
                <a:extLst>
                  <a:ext uri="{FF2B5EF4-FFF2-40B4-BE49-F238E27FC236}">
                    <a16:creationId xmlns:a16="http://schemas.microsoft.com/office/drawing/2014/main" id="{7CE85D4E-AFEB-4DF0-A93E-16AA508D1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331"/>
                <a:ext cx="15" cy="8"/>
              </a:xfrm>
              <a:custGeom>
                <a:avLst/>
                <a:gdLst>
                  <a:gd name="T0" fmla="*/ 2 w 22"/>
                  <a:gd name="T1" fmla="*/ 4 h 11"/>
                  <a:gd name="T2" fmla="*/ 7 w 22"/>
                  <a:gd name="T3" fmla="*/ 1 h 11"/>
                  <a:gd name="T4" fmla="*/ 0 w 22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">
                    <a:moveTo>
                      <a:pt x="8" y="11"/>
                    </a:moveTo>
                    <a:cubicBezTo>
                      <a:pt x="14" y="11"/>
                      <a:pt x="19" y="11"/>
                      <a:pt x="22" y="3"/>
                    </a:cubicBezTo>
                    <a:cubicBezTo>
                      <a:pt x="15" y="0"/>
                      <a:pt x="6" y="0"/>
                      <a:pt x="0" y="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6" name="Freeform 1440">
                <a:extLst>
                  <a:ext uri="{FF2B5EF4-FFF2-40B4-BE49-F238E27FC236}">
                    <a16:creationId xmlns:a16="http://schemas.microsoft.com/office/drawing/2014/main" id="{C9A39693-8EB8-4305-9F50-CC7133D69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340"/>
                <a:ext cx="23" cy="18"/>
              </a:xfrm>
              <a:custGeom>
                <a:avLst/>
                <a:gdLst>
                  <a:gd name="T0" fmla="*/ 1 w 35"/>
                  <a:gd name="T1" fmla="*/ 8 h 26"/>
                  <a:gd name="T2" fmla="*/ 9 w 35"/>
                  <a:gd name="T3" fmla="*/ 6 h 26"/>
                  <a:gd name="T4" fmla="*/ 0 w 35"/>
                  <a:gd name="T5" fmla="*/ 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6">
                    <a:moveTo>
                      <a:pt x="2" y="26"/>
                    </a:moveTo>
                    <a:cubicBezTo>
                      <a:pt x="8" y="25"/>
                      <a:pt x="28" y="25"/>
                      <a:pt x="30" y="16"/>
                    </a:cubicBezTo>
                    <a:cubicBezTo>
                      <a:pt x="35" y="0"/>
                      <a:pt x="6" y="5"/>
                      <a:pt x="0" y="12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7" name="Freeform 1441">
                <a:extLst>
                  <a:ext uri="{FF2B5EF4-FFF2-40B4-BE49-F238E27FC236}">
                    <a16:creationId xmlns:a16="http://schemas.microsoft.com/office/drawing/2014/main" id="{7D3AFDD9-9361-4BAC-8EDA-661829423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358"/>
                <a:ext cx="21" cy="29"/>
              </a:xfrm>
              <a:custGeom>
                <a:avLst/>
                <a:gdLst>
                  <a:gd name="T0" fmla="*/ 1 w 32"/>
                  <a:gd name="T1" fmla="*/ 11 h 41"/>
                  <a:gd name="T2" fmla="*/ 0 w 32"/>
                  <a:gd name="T3" fmla="*/ 6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1">
                    <a:moveTo>
                      <a:pt x="4" y="33"/>
                    </a:moveTo>
                    <a:cubicBezTo>
                      <a:pt x="30" y="41"/>
                      <a:pt x="32" y="0"/>
                      <a:pt x="0" y="19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8" name="Freeform 1442">
                <a:extLst>
                  <a:ext uri="{FF2B5EF4-FFF2-40B4-BE49-F238E27FC236}">
                    <a16:creationId xmlns:a16="http://schemas.microsoft.com/office/drawing/2014/main" id="{A9989313-E9E1-4B1E-BBE8-06C7F370D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407"/>
                <a:ext cx="14" cy="12"/>
              </a:xfrm>
              <a:custGeom>
                <a:avLst/>
                <a:gdLst>
                  <a:gd name="T0" fmla="*/ 0 w 21"/>
                  <a:gd name="T1" fmla="*/ 5 h 17"/>
                  <a:gd name="T2" fmla="*/ 6 w 21"/>
                  <a:gd name="T3" fmla="*/ 2 h 17"/>
                  <a:gd name="T4" fmla="*/ 0 w 21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0" y="14"/>
                    </a:moveTo>
                    <a:cubicBezTo>
                      <a:pt x="9" y="17"/>
                      <a:pt x="20" y="16"/>
                      <a:pt x="21" y="6"/>
                    </a:cubicBezTo>
                    <a:cubicBezTo>
                      <a:pt x="14" y="1"/>
                      <a:pt x="7" y="0"/>
                      <a:pt x="0" y="3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9" name="Freeform 1443">
                <a:extLst>
                  <a:ext uri="{FF2B5EF4-FFF2-40B4-BE49-F238E27FC236}">
                    <a16:creationId xmlns:a16="http://schemas.microsoft.com/office/drawing/2014/main" id="{1E0124EE-A2CC-4F76-8483-6BA0023A8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428"/>
                <a:ext cx="7" cy="5"/>
              </a:xfrm>
              <a:custGeom>
                <a:avLst/>
                <a:gdLst>
                  <a:gd name="T0" fmla="*/ 0 w 11"/>
                  <a:gd name="T1" fmla="*/ 2 h 7"/>
                  <a:gd name="T2" fmla="*/ 3 w 11"/>
                  <a:gd name="T3" fmla="*/ 0 h 7"/>
                  <a:gd name="T4" fmla="*/ 0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5"/>
                      <a:pt x="9" y="7"/>
                      <a:pt x="11" y="0"/>
                    </a:cubicBezTo>
                    <a:cubicBezTo>
                      <a:pt x="7" y="0"/>
                      <a:pt x="4" y="0"/>
                      <a:pt x="0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0" name="Freeform 1444">
                <a:extLst>
                  <a:ext uri="{FF2B5EF4-FFF2-40B4-BE49-F238E27FC236}">
                    <a16:creationId xmlns:a16="http://schemas.microsoft.com/office/drawing/2014/main" id="{88DAAF0D-42D1-4CC6-9797-86406A4A4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1344"/>
                <a:ext cx="1" cy="3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4"/>
                      <a:pt x="2" y="2"/>
                      <a:pt x="0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1" name="Freeform 1445">
                <a:extLst>
                  <a:ext uri="{FF2B5EF4-FFF2-40B4-BE49-F238E27FC236}">
                    <a16:creationId xmlns:a16="http://schemas.microsoft.com/office/drawing/2014/main" id="{348B77DF-CD1F-4C93-A795-649D14AA9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393"/>
                <a:ext cx="32" cy="23"/>
              </a:xfrm>
              <a:custGeom>
                <a:avLst/>
                <a:gdLst>
                  <a:gd name="T0" fmla="*/ 1 w 49"/>
                  <a:gd name="T1" fmla="*/ 7 h 33"/>
                  <a:gd name="T2" fmla="*/ 13 w 49"/>
                  <a:gd name="T3" fmla="*/ 6 h 33"/>
                  <a:gd name="T4" fmla="*/ 0 w 49"/>
                  <a:gd name="T5" fmla="*/ 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3">
                    <a:moveTo>
                      <a:pt x="2" y="20"/>
                    </a:moveTo>
                    <a:cubicBezTo>
                      <a:pt x="10" y="25"/>
                      <a:pt x="46" y="33"/>
                      <a:pt x="47" y="18"/>
                    </a:cubicBezTo>
                    <a:cubicBezTo>
                      <a:pt x="49" y="0"/>
                      <a:pt x="8" y="10"/>
                      <a:pt x="0" y="14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2" name="Freeform 1446">
                <a:extLst>
                  <a:ext uri="{FF2B5EF4-FFF2-40B4-BE49-F238E27FC236}">
                    <a16:creationId xmlns:a16="http://schemas.microsoft.com/office/drawing/2014/main" id="{B4730FFB-80B4-4189-A201-2BC8AF08A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374"/>
                <a:ext cx="27" cy="19"/>
              </a:xfrm>
              <a:custGeom>
                <a:avLst/>
                <a:gdLst>
                  <a:gd name="T0" fmla="*/ 0 w 41"/>
                  <a:gd name="T1" fmla="*/ 4 h 27"/>
                  <a:gd name="T2" fmla="*/ 12 w 41"/>
                  <a:gd name="T3" fmla="*/ 3 h 27"/>
                  <a:gd name="T4" fmla="*/ 1 w 41"/>
                  <a:gd name="T5" fmla="*/ 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7">
                    <a:moveTo>
                      <a:pt x="0" y="13"/>
                    </a:moveTo>
                    <a:cubicBezTo>
                      <a:pt x="8" y="27"/>
                      <a:pt x="37" y="25"/>
                      <a:pt x="41" y="9"/>
                    </a:cubicBezTo>
                    <a:cubicBezTo>
                      <a:pt x="30" y="0"/>
                      <a:pt x="13" y="8"/>
                      <a:pt x="4" y="1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3" name="Freeform 1447">
                <a:extLst>
                  <a:ext uri="{FF2B5EF4-FFF2-40B4-BE49-F238E27FC236}">
                    <a16:creationId xmlns:a16="http://schemas.microsoft.com/office/drawing/2014/main" id="{EDA62C6C-9578-4259-8593-0D825D5A2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357"/>
                <a:ext cx="20" cy="10"/>
              </a:xfrm>
              <a:custGeom>
                <a:avLst/>
                <a:gdLst>
                  <a:gd name="T0" fmla="*/ 2 w 31"/>
                  <a:gd name="T1" fmla="*/ 2 h 14"/>
                  <a:gd name="T2" fmla="*/ 8 w 31"/>
                  <a:gd name="T3" fmla="*/ 1 h 14"/>
                  <a:gd name="T4" fmla="*/ 0 w 31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4">
                    <a:moveTo>
                      <a:pt x="8" y="5"/>
                    </a:moveTo>
                    <a:cubicBezTo>
                      <a:pt x="16" y="12"/>
                      <a:pt x="30" y="14"/>
                      <a:pt x="31" y="2"/>
                    </a:cubicBezTo>
                    <a:cubicBezTo>
                      <a:pt x="21" y="0"/>
                      <a:pt x="10" y="2"/>
                      <a:pt x="0" y="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4" name="Freeform 1448">
                <a:extLst>
                  <a:ext uri="{FF2B5EF4-FFF2-40B4-BE49-F238E27FC236}">
                    <a16:creationId xmlns:a16="http://schemas.microsoft.com/office/drawing/2014/main" id="{7D152182-29EB-4C1A-BACE-5B21B1176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339"/>
                <a:ext cx="20" cy="35"/>
              </a:xfrm>
              <a:custGeom>
                <a:avLst/>
                <a:gdLst>
                  <a:gd name="T0" fmla="*/ 4 w 29"/>
                  <a:gd name="T1" fmla="*/ 10 h 49"/>
                  <a:gd name="T2" fmla="*/ 0 w 29"/>
                  <a:gd name="T3" fmla="*/ 11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9">
                    <a:moveTo>
                      <a:pt x="11" y="27"/>
                    </a:moveTo>
                    <a:cubicBezTo>
                      <a:pt x="20" y="49"/>
                      <a:pt x="29" y="0"/>
                      <a:pt x="0" y="29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5" name="Freeform 1449">
                <a:extLst>
                  <a:ext uri="{FF2B5EF4-FFF2-40B4-BE49-F238E27FC236}">
                    <a16:creationId xmlns:a16="http://schemas.microsoft.com/office/drawing/2014/main" id="{9B5221BD-C525-4407-AEA2-3EC6FFA87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375"/>
                <a:ext cx="10" cy="6"/>
              </a:xfrm>
              <a:custGeom>
                <a:avLst/>
                <a:gdLst>
                  <a:gd name="T0" fmla="*/ 0 w 15"/>
                  <a:gd name="T1" fmla="*/ 1 h 9"/>
                  <a:gd name="T2" fmla="*/ 5 w 15"/>
                  <a:gd name="T3" fmla="*/ 1 h 9"/>
                  <a:gd name="T4" fmla="*/ 1 w 15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0" y="5"/>
                    </a:moveTo>
                    <a:cubicBezTo>
                      <a:pt x="7" y="6"/>
                      <a:pt x="11" y="9"/>
                      <a:pt x="15" y="1"/>
                    </a:cubicBezTo>
                    <a:cubicBezTo>
                      <a:pt x="10" y="0"/>
                      <a:pt x="7" y="2"/>
                      <a:pt x="2" y="3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6" name="Freeform 1450">
                <a:extLst>
                  <a:ext uri="{FF2B5EF4-FFF2-40B4-BE49-F238E27FC236}">
                    <a16:creationId xmlns:a16="http://schemas.microsoft.com/office/drawing/2014/main" id="{68DB02F5-BD5A-476F-9FE8-17561290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336"/>
                <a:ext cx="6" cy="3"/>
              </a:xfrm>
              <a:custGeom>
                <a:avLst/>
                <a:gdLst>
                  <a:gd name="T0" fmla="*/ 3 w 9"/>
                  <a:gd name="T1" fmla="*/ 0 h 3"/>
                  <a:gd name="T2" fmla="*/ 1 w 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0"/>
                    </a:moveTo>
                    <a:cubicBezTo>
                      <a:pt x="6" y="0"/>
                      <a:pt x="0" y="0"/>
                      <a:pt x="3" y="3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7" name="Freeform 1451">
                <a:extLst>
                  <a:ext uri="{FF2B5EF4-FFF2-40B4-BE49-F238E27FC236}">
                    <a16:creationId xmlns:a16="http://schemas.microsoft.com/office/drawing/2014/main" id="{AC006708-E996-4346-BE07-D89142D6B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1245"/>
                <a:ext cx="36" cy="27"/>
              </a:xfrm>
              <a:custGeom>
                <a:avLst/>
                <a:gdLst>
                  <a:gd name="T0" fmla="*/ 0 w 56"/>
                  <a:gd name="T1" fmla="*/ 6 h 38"/>
                  <a:gd name="T2" fmla="*/ 15 w 56"/>
                  <a:gd name="T3" fmla="*/ 6 h 38"/>
                  <a:gd name="T4" fmla="*/ 1 w 56"/>
                  <a:gd name="T5" fmla="*/ 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8">
                    <a:moveTo>
                      <a:pt x="0" y="17"/>
                    </a:moveTo>
                    <a:cubicBezTo>
                      <a:pt x="9" y="38"/>
                      <a:pt x="45" y="31"/>
                      <a:pt x="56" y="15"/>
                    </a:cubicBezTo>
                    <a:cubicBezTo>
                      <a:pt x="42" y="0"/>
                      <a:pt x="19" y="9"/>
                      <a:pt x="5" y="19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8" name="Freeform 1452">
                <a:extLst>
                  <a:ext uri="{FF2B5EF4-FFF2-40B4-BE49-F238E27FC236}">
                    <a16:creationId xmlns:a16="http://schemas.microsoft.com/office/drawing/2014/main" id="{5D5F6C17-6951-40F0-B0DF-3EA49C271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261"/>
                <a:ext cx="20" cy="18"/>
              </a:xfrm>
              <a:custGeom>
                <a:avLst/>
                <a:gdLst>
                  <a:gd name="T0" fmla="*/ 0 w 31"/>
                  <a:gd name="T1" fmla="*/ 7 h 25"/>
                  <a:gd name="T2" fmla="*/ 8 w 31"/>
                  <a:gd name="T3" fmla="*/ 8 h 25"/>
                  <a:gd name="T4" fmla="*/ 1 w 3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0" y="19"/>
                    </a:moveTo>
                    <a:cubicBezTo>
                      <a:pt x="9" y="24"/>
                      <a:pt x="19" y="25"/>
                      <a:pt x="29" y="21"/>
                    </a:cubicBezTo>
                    <a:cubicBezTo>
                      <a:pt x="31" y="5"/>
                      <a:pt x="14" y="2"/>
                      <a:pt x="2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9" name="Freeform 1453">
                <a:extLst>
                  <a:ext uri="{FF2B5EF4-FFF2-40B4-BE49-F238E27FC236}">
                    <a16:creationId xmlns:a16="http://schemas.microsoft.com/office/drawing/2014/main" id="{47B44630-5AC2-44D1-9E0C-8CF0E5D9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266"/>
                <a:ext cx="15" cy="14"/>
              </a:xfrm>
              <a:custGeom>
                <a:avLst/>
                <a:gdLst>
                  <a:gd name="T0" fmla="*/ 0 w 22"/>
                  <a:gd name="T1" fmla="*/ 4 h 20"/>
                  <a:gd name="T2" fmla="*/ 1 w 2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0" y="12"/>
                    </a:moveTo>
                    <a:cubicBezTo>
                      <a:pt x="17" y="20"/>
                      <a:pt x="22" y="0"/>
                      <a:pt x="4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0" name="Freeform 1454">
                <a:extLst>
                  <a:ext uri="{FF2B5EF4-FFF2-40B4-BE49-F238E27FC236}">
                    <a16:creationId xmlns:a16="http://schemas.microsoft.com/office/drawing/2014/main" id="{CB684A49-F3DF-43BE-9CA8-47635D012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288"/>
                <a:ext cx="10" cy="8"/>
              </a:xfrm>
              <a:custGeom>
                <a:avLst/>
                <a:gdLst>
                  <a:gd name="T0" fmla="*/ 1 w 15"/>
                  <a:gd name="T1" fmla="*/ 2 h 12"/>
                  <a:gd name="T2" fmla="*/ 2 w 15"/>
                  <a:gd name="T3" fmla="*/ 3 h 12"/>
                  <a:gd name="T4" fmla="*/ 5 w 15"/>
                  <a:gd name="T5" fmla="*/ 2 h 12"/>
                  <a:gd name="T6" fmla="*/ 0 w 1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4" y="8"/>
                    </a:moveTo>
                    <a:cubicBezTo>
                      <a:pt x="6" y="10"/>
                      <a:pt x="2" y="12"/>
                      <a:pt x="8" y="12"/>
                    </a:cubicBezTo>
                    <a:cubicBezTo>
                      <a:pt x="11" y="10"/>
                      <a:pt x="13" y="9"/>
                      <a:pt x="15" y="6"/>
                    </a:cubicBezTo>
                    <a:cubicBezTo>
                      <a:pt x="10" y="0"/>
                      <a:pt x="6" y="2"/>
                      <a:pt x="0" y="6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1" name="Freeform 1455">
                <a:extLst>
                  <a:ext uri="{FF2B5EF4-FFF2-40B4-BE49-F238E27FC236}">
                    <a16:creationId xmlns:a16="http://schemas.microsoft.com/office/drawing/2014/main" id="{5F5F8CC5-4395-4700-AF6D-D7E522AF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402"/>
                <a:ext cx="23" cy="28"/>
              </a:xfrm>
              <a:custGeom>
                <a:avLst/>
                <a:gdLst>
                  <a:gd name="T0" fmla="*/ 2 w 35"/>
                  <a:gd name="T1" fmla="*/ 14 h 40"/>
                  <a:gd name="T2" fmla="*/ 9 w 35"/>
                  <a:gd name="T3" fmla="*/ 6 h 40"/>
                  <a:gd name="T4" fmla="*/ 0 w 35"/>
                  <a:gd name="T5" fmla="*/ 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0">
                    <a:moveTo>
                      <a:pt x="6" y="40"/>
                    </a:moveTo>
                    <a:cubicBezTo>
                      <a:pt x="4" y="39"/>
                      <a:pt x="35" y="32"/>
                      <a:pt x="34" y="17"/>
                    </a:cubicBezTo>
                    <a:cubicBezTo>
                      <a:pt x="34" y="0"/>
                      <a:pt x="7" y="6"/>
                      <a:pt x="0" y="15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2" name="Freeform 1456">
                <a:extLst>
                  <a:ext uri="{FF2B5EF4-FFF2-40B4-BE49-F238E27FC236}">
                    <a16:creationId xmlns:a16="http://schemas.microsoft.com/office/drawing/2014/main" id="{680FDFF0-78A0-4AE0-BCE0-56BD3B3F6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380"/>
                <a:ext cx="18" cy="22"/>
              </a:xfrm>
              <a:custGeom>
                <a:avLst/>
                <a:gdLst>
                  <a:gd name="T0" fmla="*/ 1 w 27"/>
                  <a:gd name="T1" fmla="*/ 6 h 31"/>
                  <a:gd name="T2" fmla="*/ 7 w 27"/>
                  <a:gd name="T3" fmla="*/ 6 h 31"/>
                  <a:gd name="T4" fmla="*/ 0 w 27"/>
                  <a:gd name="T5" fmla="*/ 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1">
                    <a:moveTo>
                      <a:pt x="3" y="19"/>
                    </a:moveTo>
                    <a:cubicBezTo>
                      <a:pt x="4" y="31"/>
                      <a:pt x="24" y="30"/>
                      <a:pt x="25" y="16"/>
                    </a:cubicBezTo>
                    <a:cubicBezTo>
                      <a:pt x="27" y="0"/>
                      <a:pt x="3" y="11"/>
                      <a:pt x="0" y="21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3" name="Freeform 1457">
                <a:extLst>
                  <a:ext uri="{FF2B5EF4-FFF2-40B4-BE49-F238E27FC236}">
                    <a16:creationId xmlns:a16="http://schemas.microsoft.com/office/drawing/2014/main" id="{5B2189E4-C8CD-421F-8F94-AC92DE899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345"/>
                <a:ext cx="7" cy="10"/>
              </a:xfrm>
              <a:custGeom>
                <a:avLst/>
                <a:gdLst>
                  <a:gd name="T0" fmla="*/ 0 w 12"/>
                  <a:gd name="T1" fmla="*/ 1 h 15"/>
                  <a:gd name="T2" fmla="*/ 2 w 12"/>
                  <a:gd name="T3" fmla="*/ 5 h 15"/>
                  <a:gd name="T4" fmla="*/ 0 w 12"/>
                  <a:gd name="T5" fmla="*/ 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5"/>
                    </a:moveTo>
                    <a:cubicBezTo>
                      <a:pt x="2" y="10"/>
                      <a:pt x="3" y="14"/>
                      <a:pt x="9" y="15"/>
                    </a:cubicBezTo>
                    <a:cubicBezTo>
                      <a:pt x="12" y="5"/>
                      <a:pt x="8" y="0"/>
                      <a:pt x="0" y="9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4" name="Freeform 1458">
                <a:extLst>
                  <a:ext uri="{FF2B5EF4-FFF2-40B4-BE49-F238E27FC236}">
                    <a16:creationId xmlns:a16="http://schemas.microsoft.com/office/drawing/2014/main" id="{C38D8A43-329F-44CF-B600-1CD07F272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245"/>
                <a:ext cx="15" cy="14"/>
              </a:xfrm>
              <a:custGeom>
                <a:avLst/>
                <a:gdLst>
                  <a:gd name="T0" fmla="*/ 0 w 23"/>
                  <a:gd name="T1" fmla="*/ 3 h 21"/>
                  <a:gd name="T2" fmla="*/ 1 w 23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1">
                    <a:moveTo>
                      <a:pt x="0" y="10"/>
                    </a:moveTo>
                    <a:cubicBezTo>
                      <a:pt x="14" y="21"/>
                      <a:pt x="23" y="0"/>
                      <a:pt x="2" y="0"/>
                    </a:cubicBezTo>
                  </a:path>
                </a:pathLst>
              </a:custGeom>
              <a:solidFill>
                <a:srgbClr val="EFD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5" name="Freeform 1459">
                <a:extLst>
                  <a:ext uri="{FF2B5EF4-FFF2-40B4-BE49-F238E27FC236}">
                    <a16:creationId xmlns:a16="http://schemas.microsoft.com/office/drawing/2014/main" id="{CBD8C6E5-5306-479C-8AC7-B9B50C404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511"/>
                <a:ext cx="21" cy="13"/>
              </a:xfrm>
              <a:custGeom>
                <a:avLst/>
                <a:gdLst>
                  <a:gd name="T0" fmla="*/ 0 w 33"/>
                  <a:gd name="T1" fmla="*/ 4 h 18"/>
                  <a:gd name="T2" fmla="*/ 8 w 33"/>
                  <a:gd name="T3" fmla="*/ 1 h 18"/>
                  <a:gd name="T4" fmla="*/ 2 w 3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8">
                    <a:moveTo>
                      <a:pt x="0" y="9"/>
                    </a:moveTo>
                    <a:cubicBezTo>
                      <a:pt x="10" y="18"/>
                      <a:pt x="33" y="17"/>
                      <a:pt x="33" y="1"/>
                    </a:cubicBezTo>
                    <a:cubicBezTo>
                      <a:pt x="25" y="0"/>
                      <a:pt x="17" y="0"/>
                      <a:pt x="8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6" name="Freeform 1460">
                <a:extLst>
                  <a:ext uri="{FF2B5EF4-FFF2-40B4-BE49-F238E27FC236}">
                    <a16:creationId xmlns:a16="http://schemas.microsoft.com/office/drawing/2014/main" id="{E8486D48-FA26-473A-9A68-6A60B0AAA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330"/>
                <a:ext cx="56" cy="39"/>
              </a:xfrm>
              <a:custGeom>
                <a:avLst/>
                <a:gdLst>
                  <a:gd name="T0" fmla="*/ 1 w 86"/>
                  <a:gd name="T1" fmla="*/ 15 h 55"/>
                  <a:gd name="T2" fmla="*/ 12 w 86"/>
                  <a:gd name="T3" fmla="*/ 9 h 55"/>
                  <a:gd name="T4" fmla="*/ 23 w 86"/>
                  <a:gd name="T5" fmla="*/ 1 h 55"/>
                  <a:gd name="T6" fmla="*/ 0 w 86"/>
                  <a:gd name="T7" fmla="*/ 1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55">
                    <a:moveTo>
                      <a:pt x="4" y="42"/>
                    </a:moveTo>
                    <a:cubicBezTo>
                      <a:pt x="15" y="55"/>
                      <a:pt x="32" y="31"/>
                      <a:pt x="41" y="24"/>
                    </a:cubicBezTo>
                    <a:cubicBezTo>
                      <a:pt x="55" y="14"/>
                      <a:pt x="70" y="10"/>
                      <a:pt x="86" y="3"/>
                    </a:cubicBezTo>
                    <a:cubicBezTo>
                      <a:pt x="44" y="0"/>
                      <a:pt x="33" y="42"/>
                      <a:pt x="0" y="51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7" name="Freeform 1461">
                <a:extLst>
                  <a:ext uri="{FF2B5EF4-FFF2-40B4-BE49-F238E27FC236}">
                    <a16:creationId xmlns:a16="http://schemas.microsoft.com/office/drawing/2014/main" id="{1377E7BB-E3A3-43A7-A260-CFBB2BF1F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383"/>
                <a:ext cx="19" cy="38"/>
              </a:xfrm>
              <a:custGeom>
                <a:avLst/>
                <a:gdLst>
                  <a:gd name="T0" fmla="*/ 6 w 29"/>
                  <a:gd name="T1" fmla="*/ 1 h 55"/>
                  <a:gd name="T2" fmla="*/ 0 w 29"/>
                  <a:gd name="T3" fmla="*/ 18 h 55"/>
                  <a:gd name="T4" fmla="*/ 8 w 29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2" y="2"/>
                    </a:moveTo>
                    <a:cubicBezTo>
                      <a:pt x="25" y="20"/>
                      <a:pt x="10" y="42"/>
                      <a:pt x="0" y="55"/>
                    </a:cubicBezTo>
                    <a:cubicBezTo>
                      <a:pt x="17" y="42"/>
                      <a:pt x="24" y="20"/>
                      <a:pt x="29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8" name="Freeform 1462">
                <a:extLst>
                  <a:ext uri="{FF2B5EF4-FFF2-40B4-BE49-F238E27FC236}">
                    <a16:creationId xmlns:a16="http://schemas.microsoft.com/office/drawing/2014/main" id="{03352495-D5A0-4D01-B9ED-B57157526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388"/>
                <a:ext cx="17" cy="18"/>
              </a:xfrm>
              <a:custGeom>
                <a:avLst/>
                <a:gdLst>
                  <a:gd name="T0" fmla="*/ 8 w 25"/>
                  <a:gd name="T1" fmla="*/ 2 h 25"/>
                  <a:gd name="T2" fmla="*/ 0 w 25"/>
                  <a:gd name="T3" fmla="*/ 9 h 25"/>
                  <a:gd name="T4" fmla="*/ 7 w 2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25" y="5"/>
                    </a:moveTo>
                    <a:cubicBezTo>
                      <a:pt x="15" y="7"/>
                      <a:pt x="3" y="14"/>
                      <a:pt x="0" y="25"/>
                    </a:cubicBezTo>
                    <a:cubicBezTo>
                      <a:pt x="4" y="16"/>
                      <a:pt x="10" y="3"/>
                      <a:pt x="21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9" name="Freeform 1463">
                <a:extLst>
                  <a:ext uri="{FF2B5EF4-FFF2-40B4-BE49-F238E27FC236}">
                    <a16:creationId xmlns:a16="http://schemas.microsoft.com/office/drawing/2014/main" id="{9F46409E-02F3-4768-8199-311A38280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355"/>
                <a:ext cx="31" cy="21"/>
              </a:xfrm>
              <a:custGeom>
                <a:avLst/>
                <a:gdLst>
                  <a:gd name="T0" fmla="*/ 13 w 47"/>
                  <a:gd name="T1" fmla="*/ 1 h 31"/>
                  <a:gd name="T2" fmla="*/ 0 w 47"/>
                  <a:gd name="T3" fmla="*/ 9 h 31"/>
                  <a:gd name="T4" fmla="*/ 9 w 47"/>
                  <a:gd name="T5" fmla="*/ 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1">
                    <a:moveTo>
                      <a:pt x="47" y="3"/>
                    </a:moveTo>
                    <a:cubicBezTo>
                      <a:pt x="33" y="0"/>
                      <a:pt x="9" y="20"/>
                      <a:pt x="0" y="31"/>
                    </a:cubicBezTo>
                    <a:cubicBezTo>
                      <a:pt x="4" y="19"/>
                      <a:pt x="15" y="9"/>
                      <a:pt x="29" y="7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0" name="Freeform 1464">
                <a:extLst>
                  <a:ext uri="{FF2B5EF4-FFF2-40B4-BE49-F238E27FC236}">
                    <a16:creationId xmlns:a16="http://schemas.microsoft.com/office/drawing/2014/main" id="{A62EF33C-35DF-40D9-A192-F49482E8B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279"/>
                <a:ext cx="3" cy="3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5" y="2"/>
                      <a:pt x="5" y="0"/>
                      <a:pt x="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1" name="Freeform 1465">
                <a:extLst>
                  <a:ext uri="{FF2B5EF4-FFF2-40B4-BE49-F238E27FC236}">
                    <a16:creationId xmlns:a16="http://schemas.microsoft.com/office/drawing/2014/main" id="{5FD6E820-C41D-4A21-90D7-60BBF5FD5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481"/>
                <a:ext cx="15" cy="13"/>
              </a:xfrm>
              <a:custGeom>
                <a:avLst/>
                <a:gdLst>
                  <a:gd name="T0" fmla="*/ 0 w 22"/>
                  <a:gd name="T1" fmla="*/ 7 h 18"/>
                  <a:gd name="T2" fmla="*/ 7 w 22"/>
                  <a:gd name="T3" fmla="*/ 1 h 18"/>
                  <a:gd name="T4" fmla="*/ 3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10" y="18"/>
                      <a:pt x="21" y="12"/>
                      <a:pt x="22" y="2"/>
                    </a:cubicBezTo>
                    <a:cubicBezTo>
                      <a:pt x="18" y="0"/>
                      <a:pt x="15" y="0"/>
                      <a:pt x="1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2" name="Freeform 1466">
                <a:extLst>
                  <a:ext uri="{FF2B5EF4-FFF2-40B4-BE49-F238E27FC236}">
                    <a16:creationId xmlns:a16="http://schemas.microsoft.com/office/drawing/2014/main" id="{9C661A86-B92E-4D77-93F4-17EB4BE50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355"/>
                <a:ext cx="42" cy="26"/>
              </a:xfrm>
              <a:custGeom>
                <a:avLst/>
                <a:gdLst>
                  <a:gd name="T0" fmla="*/ 1 w 64"/>
                  <a:gd name="T1" fmla="*/ 13 h 37"/>
                  <a:gd name="T2" fmla="*/ 18 w 64"/>
                  <a:gd name="T3" fmla="*/ 3 h 37"/>
                  <a:gd name="T4" fmla="*/ 0 w 64"/>
                  <a:gd name="T5" fmla="*/ 1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7">
                    <a:moveTo>
                      <a:pt x="4" y="37"/>
                    </a:moveTo>
                    <a:cubicBezTo>
                      <a:pt x="20" y="23"/>
                      <a:pt x="45" y="17"/>
                      <a:pt x="64" y="8"/>
                    </a:cubicBezTo>
                    <a:cubicBezTo>
                      <a:pt x="46" y="0"/>
                      <a:pt x="10" y="21"/>
                      <a:pt x="0" y="37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3" name="Freeform 1467">
                <a:extLst>
                  <a:ext uri="{FF2B5EF4-FFF2-40B4-BE49-F238E27FC236}">
                    <a16:creationId xmlns:a16="http://schemas.microsoft.com/office/drawing/2014/main" id="{D75E92D0-A815-4E59-89F8-6651FFEB0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407"/>
                <a:ext cx="14" cy="34"/>
              </a:xfrm>
              <a:custGeom>
                <a:avLst/>
                <a:gdLst>
                  <a:gd name="T0" fmla="*/ 1 w 22"/>
                  <a:gd name="T1" fmla="*/ 0 h 48"/>
                  <a:gd name="T2" fmla="*/ 6 w 22"/>
                  <a:gd name="T3" fmla="*/ 1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2" y="0"/>
                    </a:moveTo>
                    <a:cubicBezTo>
                      <a:pt x="0" y="18"/>
                      <a:pt x="6" y="39"/>
                      <a:pt x="22" y="48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4" name="Freeform 1468">
                <a:extLst>
                  <a:ext uri="{FF2B5EF4-FFF2-40B4-BE49-F238E27FC236}">
                    <a16:creationId xmlns:a16="http://schemas.microsoft.com/office/drawing/2014/main" id="{BB63DFBB-EA3D-43F9-AB35-99F84771F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1340"/>
                <a:ext cx="23" cy="8"/>
              </a:xfrm>
              <a:custGeom>
                <a:avLst/>
                <a:gdLst>
                  <a:gd name="T0" fmla="*/ 0 w 35"/>
                  <a:gd name="T1" fmla="*/ 3 h 12"/>
                  <a:gd name="T2" fmla="*/ 10 w 35"/>
                  <a:gd name="T3" fmla="*/ 1 h 12"/>
                  <a:gd name="T4" fmla="*/ 5 w 35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2">
                    <a:moveTo>
                      <a:pt x="0" y="12"/>
                    </a:moveTo>
                    <a:cubicBezTo>
                      <a:pt x="11" y="8"/>
                      <a:pt x="24" y="10"/>
                      <a:pt x="35" y="5"/>
                    </a:cubicBezTo>
                    <a:cubicBezTo>
                      <a:pt x="31" y="0"/>
                      <a:pt x="22" y="1"/>
                      <a:pt x="15" y="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5" name="Freeform 1469">
                <a:extLst>
                  <a:ext uri="{FF2B5EF4-FFF2-40B4-BE49-F238E27FC236}">
                    <a16:creationId xmlns:a16="http://schemas.microsoft.com/office/drawing/2014/main" id="{7C557CCD-D8B6-4FDF-8CA4-18F462977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310"/>
                <a:ext cx="5" cy="8"/>
              </a:xfrm>
              <a:custGeom>
                <a:avLst/>
                <a:gdLst>
                  <a:gd name="T0" fmla="*/ 0 w 8"/>
                  <a:gd name="T1" fmla="*/ 4 h 11"/>
                  <a:gd name="T2" fmla="*/ 2 w 8"/>
                  <a:gd name="T3" fmla="*/ 1 h 11"/>
                  <a:gd name="T4" fmla="*/ 1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4" y="8"/>
                      <a:pt x="7" y="4"/>
                      <a:pt x="8" y="1"/>
                    </a:cubicBezTo>
                    <a:cubicBezTo>
                      <a:pt x="6" y="0"/>
                      <a:pt x="4" y="1"/>
                      <a:pt x="2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6" name="Freeform 1470">
                <a:extLst>
                  <a:ext uri="{FF2B5EF4-FFF2-40B4-BE49-F238E27FC236}">
                    <a16:creationId xmlns:a16="http://schemas.microsoft.com/office/drawing/2014/main" id="{1AA6D645-2638-416A-8335-A7EB5F343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444"/>
                <a:ext cx="20" cy="29"/>
              </a:xfrm>
              <a:custGeom>
                <a:avLst/>
                <a:gdLst>
                  <a:gd name="T0" fmla="*/ 0 w 30"/>
                  <a:gd name="T1" fmla="*/ 1 h 42"/>
                  <a:gd name="T2" fmla="*/ 2 w 30"/>
                  <a:gd name="T3" fmla="*/ 14 h 42"/>
                  <a:gd name="T4" fmla="*/ 1 w 30"/>
                  <a:gd name="T5" fmla="*/ 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2">
                    <a:moveTo>
                      <a:pt x="0" y="2"/>
                    </a:moveTo>
                    <a:cubicBezTo>
                      <a:pt x="8" y="13"/>
                      <a:pt x="13" y="29"/>
                      <a:pt x="8" y="42"/>
                    </a:cubicBezTo>
                    <a:cubicBezTo>
                      <a:pt x="18" y="33"/>
                      <a:pt x="30" y="0"/>
                      <a:pt x="4" y="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7" name="Freeform 1471">
                <a:extLst>
                  <a:ext uri="{FF2B5EF4-FFF2-40B4-BE49-F238E27FC236}">
                    <a16:creationId xmlns:a16="http://schemas.microsoft.com/office/drawing/2014/main" id="{C3DDDC1F-E1EB-4A88-8E32-CB6D0A318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437"/>
                <a:ext cx="19" cy="17"/>
              </a:xfrm>
              <a:custGeom>
                <a:avLst/>
                <a:gdLst>
                  <a:gd name="T0" fmla="*/ 0 w 30"/>
                  <a:gd name="T1" fmla="*/ 2 h 23"/>
                  <a:gd name="T2" fmla="*/ 4 w 30"/>
                  <a:gd name="T3" fmla="*/ 10 h 23"/>
                  <a:gd name="T4" fmla="*/ 4 w 3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0" y="5"/>
                    </a:moveTo>
                    <a:cubicBezTo>
                      <a:pt x="12" y="2"/>
                      <a:pt x="22" y="13"/>
                      <a:pt x="15" y="23"/>
                    </a:cubicBezTo>
                    <a:cubicBezTo>
                      <a:pt x="24" y="16"/>
                      <a:pt x="30" y="1"/>
                      <a:pt x="14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8" name="Freeform 1472">
                <a:extLst>
                  <a:ext uri="{FF2B5EF4-FFF2-40B4-BE49-F238E27FC236}">
                    <a16:creationId xmlns:a16="http://schemas.microsoft.com/office/drawing/2014/main" id="{6CC10949-73B4-4894-B380-62B011549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1350"/>
                <a:ext cx="20" cy="40"/>
              </a:xfrm>
              <a:custGeom>
                <a:avLst/>
                <a:gdLst>
                  <a:gd name="T0" fmla="*/ 0 w 31"/>
                  <a:gd name="T1" fmla="*/ 0 h 57"/>
                  <a:gd name="T2" fmla="*/ 4 w 31"/>
                  <a:gd name="T3" fmla="*/ 20 h 57"/>
                  <a:gd name="T4" fmla="*/ 1 w 31"/>
                  <a:gd name="T5" fmla="*/ 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7">
                    <a:moveTo>
                      <a:pt x="0" y="0"/>
                    </a:moveTo>
                    <a:cubicBezTo>
                      <a:pt x="21" y="8"/>
                      <a:pt x="21" y="40"/>
                      <a:pt x="14" y="57"/>
                    </a:cubicBezTo>
                    <a:cubicBezTo>
                      <a:pt x="23" y="40"/>
                      <a:pt x="31" y="10"/>
                      <a:pt x="4" y="6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9" name="Freeform 1473">
                <a:extLst>
                  <a:ext uri="{FF2B5EF4-FFF2-40B4-BE49-F238E27FC236}">
                    <a16:creationId xmlns:a16="http://schemas.microsoft.com/office/drawing/2014/main" id="{4A8DEDD6-9BE6-4283-88F3-BD3D7130E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221"/>
                <a:ext cx="21" cy="14"/>
              </a:xfrm>
              <a:custGeom>
                <a:avLst/>
                <a:gdLst>
                  <a:gd name="T0" fmla="*/ 0 w 31"/>
                  <a:gd name="T1" fmla="*/ 1 h 20"/>
                  <a:gd name="T2" fmla="*/ 9 w 31"/>
                  <a:gd name="T3" fmla="*/ 7 h 20"/>
                  <a:gd name="T4" fmla="*/ 4 w 31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">
                    <a:moveTo>
                      <a:pt x="0" y="2"/>
                    </a:moveTo>
                    <a:cubicBezTo>
                      <a:pt x="12" y="0"/>
                      <a:pt x="28" y="7"/>
                      <a:pt x="31" y="20"/>
                    </a:cubicBezTo>
                    <a:cubicBezTo>
                      <a:pt x="28" y="11"/>
                      <a:pt x="23" y="6"/>
                      <a:pt x="14" y="6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0" name="Freeform 1474">
                <a:extLst>
                  <a:ext uri="{FF2B5EF4-FFF2-40B4-BE49-F238E27FC236}">
                    <a16:creationId xmlns:a16="http://schemas.microsoft.com/office/drawing/2014/main" id="{9E61D185-174B-401F-8AF0-F9552BD2C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440"/>
                <a:ext cx="16" cy="11"/>
              </a:xfrm>
              <a:custGeom>
                <a:avLst/>
                <a:gdLst>
                  <a:gd name="T0" fmla="*/ 1 w 24"/>
                  <a:gd name="T1" fmla="*/ 2 h 16"/>
                  <a:gd name="T2" fmla="*/ 1 w 24"/>
                  <a:gd name="T3" fmla="*/ 5 h 16"/>
                  <a:gd name="T4" fmla="*/ 7 w 24"/>
                  <a:gd name="T5" fmla="*/ 1 h 16"/>
                  <a:gd name="T6" fmla="*/ 5 w 24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5" y="6"/>
                    </a:moveTo>
                    <a:cubicBezTo>
                      <a:pt x="3" y="9"/>
                      <a:pt x="0" y="10"/>
                      <a:pt x="1" y="14"/>
                    </a:cubicBezTo>
                    <a:cubicBezTo>
                      <a:pt x="11" y="16"/>
                      <a:pt x="22" y="11"/>
                      <a:pt x="24" y="2"/>
                    </a:cubicBezTo>
                    <a:cubicBezTo>
                      <a:pt x="20" y="0"/>
                      <a:pt x="19" y="3"/>
                      <a:pt x="16" y="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1" name="Freeform 1475">
                <a:extLst>
                  <a:ext uri="{FF2B5EF4-FFF2-40B4-BE49-F238E27FC236}">
                    <a16:creationId xmlns:a16="http://schemas.microsoft.com/office/drawing/2014/main" id="{A0CC91CA-1325-4F74-9C6E-54963C9DC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252"/>
                <a:ext cx="29" cy="16"/>
              </a:xfrm>
              <a:custGeom>
                <a:avLst/>
                <a:gdLst>
                  <a:gd name="T0" fmla="*/ 13 w 44"/>
                  <a:gd name="T1" fmla="*/ 5 h 24"/>
                  <a:gd name="T2" fmla="*/ 0 w 44"/>
                  <a:gd name="T3" fmla="*/ 6 h 24"/>
                  <a:gd name="T4" fmla="*/ 11 w 44"/>
                  <a:gd name="T5" fmla="*/ 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4">
                    <a:moveTo>
                      <a:pt x="44" y="15"/>
                    </a:moveTo>
                    <a:cubicBezTo>
                      <a:pt x="36" y="0"/>
                      <a:pt x="8" y="7"/>
                      <a:pt x="0" y="19"/>
                    </a:cubicBezTo>
                    <a:cubicBezTo>
                      <a:pt x="12" y="24"/>
                      <a:pt x="34" y="14"/>
                      <a:pt x="38" y="5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2" name="Freeform 1476">
                <a:extLst>
                  <a:ext uri="{FF2B5EF4-FFF2-40B4-BE49-F238E27FC236}">
                    <a16:creationId xmlns:a16="http://schemas.microsoft.com/office/drawing/2014/main" id="{931D7BD9-644A-4676-9F8F-22D671049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172"/>
                <a:ext cx="20" cy="39"/>
              </a:xfrm>
              <a:custGeom>
                <a:avLst/>
                <a:gdLst>
                  <a:gd name="T0" fmla="*/ 9 w 30"/>
                  <a:gd name="T1" fmla="*/ 1 h 55"/>
                  <a:gd name="T2" fmla="*/ 1 w 30"/>
                  <a:gd name="T3" fmla="*/ 20 h 55"/>
                  <a:gd name="T4" fmla="*/ 7 w 30"/>
                  <a:gd name="T5" fmla="*/ 2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5">
                    <a:moveTo>
                      <a:pt x="30" y="3"/>
                    </a:moveTo>
                    <a:cubicBezTo>
                      <a:pt x="12" y="0"/>
                      <a:pt x="2" y="42"/>
                      <a:pt x="4" y="55"/>
                    </a:cubicBezTo>
                    <a:cubicBezTo>
                      <a:pt x="6" y="38"/>
                      <a:pt x="0" y="12"/>
                      <a:pt x="22" y="6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3" name="Freeform 1477">
                <a:extLst>
                  <a:ext uri="{FF2B5EF4-FFF2-40B4-BE49-F238E27FC236}">
                    <a16:creationId xmlns:a16="http://schemas.microsoft.com/office/drawing/2014/main" id="{32B228DC-6D91-4A96-B169-59DFA73B3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196"/>
                <a:ext cx="17" cy="38"/>
              </a:xfrm>
              <a:custGeom>
                <a:avLst/>
                <a:gdLst>
                  <a:gd name="T0" fmla="*/ 6 w 26"/>
                  <a:gd name="T1" fmla="*/ 0 h 54"/>
                  <a:gd name="T2" fmla="*/ 7 w 26"/>
                  <a:gd name="T3" fmla="*/ 19 h 54"/>
                  <a:gd name="T4" fmla="*/ 6 w 26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2" y="0"/>
                    </a:moveTo>
                    <a:cubicBezTo>
                      <a:pt x="5" y="12"/>
                      <a:pt x="9" y="44"/>
                      <a:pt x="26" y="54"/>
                    </a:cubicBezTo>
                    <a:cubicBezTo>
                      <a:pt x="9" y="35"/>
                      <a:pt x="0" y="20"/>
                      <a:pt x="2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4" name="Freeform 1478">
                <a:extLst>
                  <a:ext uri="{FF2B5EF4-FFF2-40B4-BE49-F238E27FC236}">
                    <a16:creationId xmlns:a16="http://schemas.microsoft.com/office/drawing/2014/main" id="{2A1A2DE9-3C9E-4B45-A295-80179F617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28"/>
                <a:ext cx="31" cy="34"/>
              </a:xfrm>
              <a:custGeom>
                <a:avLst/>
                <a:gdLst>
                  <a:gd name="T0" fmla="*/ 0 w 48"/>
                  <a:gd name="T1" fmla="*/ 12 h 48"/>
                  <a:gd name="T2" fmla="*/ 2 w 48"/>
                  <a:gd name="T3" fmla="*/ 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34"/>
                    </a:moveTo>
                    <a:cubicBezTo>
                      <a:pt x="48" y="48"/>
                      <a:pt x="33" y="0"/>
                      <a:pt x="8" y="2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5" name="Freeform 1479">
                <a:extLst>
                  <a:ext uri="{FF2B5EF4-FFF2-40B4-BE49-F238E27FC236}">
                    <a16:creationId xmlns:a16="http://schemas.microsoft.com/office/drawing/2014/main" id="{C62A4483-81BB-42F3-B7F8-B078CB9F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184"/>
                <a:ext cx="7" cy="12"/>
              </a:xfrm>
              <a:custGeom>
                <a:avLst/>
                <a:gdLst>
                  <a:gd name="T0" fmla="*/ 0 w 12"/>
                  <a:gd name="T1" fmla="*/ 5 h 18"/>
                  <a:gd name="T2" fmla="*/ 0 w 1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0" y="18"/>
                    </a:moveTo>
                    <a:cubicBezTo>
                      <a:pt x="8" y="12"/>
                      <a:pt x="12" y="2"/>
                      <a:pt x="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6" name="Freeform 1480">
                <a:extLst>
                  <a:ext uri="{FF2B5EF4-FFF2-40B4-BE49-F238E27FC236}">
                    <a16:creationId xmlns:a16="http://schemas.microsoft.com/office/drawing/2014/main" id="{B5CFD8A3-EBA1-40D1-B0B9-80684DA0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174"/>
                <a:ext cx="23" cy="33"/>
              </a:xfrm>
              <a:custGeom>
                <a:avLst/>
                <a:gdLst>
                  <a:gd name="T0" fmla="*/ 0 w 35"/>
                  <a:gd name="T1" fmla="*/ 11 h 47"/>
                  <a:gd name="T2" fmla="*/ 4 w 35"/>
                  <a:gd name="T3" fmla="*/ 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47">
                    <a:moveTo>
                      <a:pt x="0" y="30"/>
                    </a:moveTo>
                    <a:cubicBezTo>
                      <a:pt x="19" y="47"/>
                      <a:pt x="35" y="0"/>
                      <a:pt x="13" y="1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7" name="Freeform 1481">
                <a:extLst>
                  <a:ext uri="{FF2B5EF4-FFF2-40B4-BE49-F238E27FC236}">
                    <a16:creationId xmlns:a16="http://schemas.microsoft.com/office/drawing/2014/main" id="{CCE49E51-C6AE-4069-832D-7757278B4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159"/>
                <a:ext cx="3" cy="3"/>
              </a:xfrm>
              <a:custGeom>
                <a:avLst/>
                <a:gdLst>
                  <a:gd name="T0" fmla="*/ 2 w 4"/>
                  <a:gd name="T1" fmla="*/ 2 h 4"/>
                  <a:gd name="T2" fmla="*/ 0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4" y="1"/>
                      <a:pt x="3" y="0"/>
                      <a:pt x="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8" name="Freeform 1482">
                <a:extLst>
                  <a:ext uri="{FF2B5EF4-FFF2-40B4-BE49-F238E27FC236}">
                    <a16:creationId xmlns:a16="http://schemas.microsoft.com/office/drawing/2014/main" id="{BF239BDB-D90C-4228-95B0-2DDF3A6D8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282"/>
                <a:ext cx="20" cy="16"/>
              </a:xfrm>
              <a:custGeom>
                <a:avLst/>
                <a:gdLst>
                  <a:gd name="T0" fmla="*/ 0 w 30"/>
                  <a:gd name="T1" fmla="*/ 8 h 22"/>
                  <a:gd name="T2" fmla="*/ 9 w 30"/>
                  <a:gd name="T3" fmla="*/ 1 h 22"/>
                  <a:gd name="T4" fmla="*/ 3 w 30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2">
                    <a:moveTo>
                      <a:pt x="0" y="20"/>
                    </a:moveTo>
                    <a:cubicBezTo>
                      <a:pt x="13" y="22"/>
                      <a:pt x="26" y="21"/>
                      <a:pt x="30" y="4"/>
                    </a:cubicBezTo>
                    <a:cubicBezTo>
                      <a:pt x="23" y="0"/>
                      <a:pt x="16" y="1"/>
                      <a:pt x="10" y="6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9" name="Freeform 1483">
                <a:extLst>
                  <a:ext uri="{FF2B5EF4-FFF2-40B4-BE49-F238E27FC236}">
                    <a16:creationId xmlns:a16="http://schemas.microsoft.com/office/drawing/2014/main" id="{59417146-1898-4294-BF6C-3230EB2F0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338"/>
                <a:ext cx="18" cy="17"/>
              </a:xfrm>
              <a:custGeom>
                <a:avLst/>
                <a:gdLst>
                  <a:gd name="T0" fmla="*/ 0 w 28"/>
                  <a:gd name="T1" fmla="*/ 4 h 24"/>
                  <a:gd name="T2" fmla="*/ 8 w 28"/>
                  <a:gd name="T3" fmla="*/ 0 h 24"/>
                  <a:gd name="T4" fmla="*/ 4 w 28"/>
                  <a:gd name="T5" fmla="*/ 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0" y="13"/>
                    </a:moveTo>
                    <a:cubicBezTo>
                      <a:pt x="8" y="24"/>
                      <a:pt x="25" y="10"/>
                      <a:pt x="28" y="0"/>
                    </a:cubicBezTo>
                    <a:cubicBezTo>
                      <a:pt x="23" y="0"/>
                      <a:pt x="18" y="1"/>
                      <a:pt x="14" y="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0" name="Freeform 1484">
                <a:extLst>
                  <a:ext uri="{FF2B5EF4-FFF2-40B4-BE49-F238E27FC236}">
                    <a16:creationId xmlns:a16="http://schemas.microsoft.com/office/drawing/2014/main" id="{E1A71002-F9A5-4EA9-ACC0-D42C3BF8E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372"/>
                <a:ext cx="24" cy="24"/>
              </a:xfrm>
              <a:custGeom>
                <a:avLst/>
                <a:gdLst>
                  <a:gd name="T0" fmla="*/ 0 w 36"/>
                  <a:gd name="T1" fmla="*/ 8 h 34"/>
                  <a:gd name="T2" fmla="*/ 11 w 36"/>
                  <a:gd name="T3" fmla="*/ 1 h 34"/>
                  <a:gd name="T4" fmla="*/ 1 w 36"/>
                  <a:gd name="T5" fmla="*/ 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4">
                    <a:moveTo>
                      <a:pt x="0" y="21"/>
                    </a:moveTo>
                    <a:cubicBezTo>
                      <a:pt x="7" y="34"/>
                      <a:pt x="34" y="15"/>
                      <a:pt x="36" y="4"/>
                    </a:cubicBezTo>
                    <a:cubicBezTo>
                      <a:pt x="23" y="0"/>
                      <a:pt x="14" y="9"/>
                      <a:pt x="3" y="17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1" name="Freeform 1485">
                <a:extLst>
                  <a:ext uri="{FF2B5EF4-FFF2-40B4-BE49-F238E27FC236}">
                    <a16:creationId xmlns:a16="http://schemas.microsoft.com/office/drawing/2014/main" id="{F513B41E-8944-4B81-A618-4E4DEB618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400"/>
                <a:ext cx="25" cy="21"/>
              </a:xfrm>
              <a:custGeom>
                <a:avLst/>
                <a:gdLst>
                  <a:gd name="T0" fmla="*/ 1 w 38"/>
                  <a:gd name="T1" fmla="*/ 9 h 30"/>
                  <a:gd name="T2" fmla="*/ 0 w 38"/>
                  <a:gd name="T3" fmla="*/ 4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0">
                    <a:moveTo>
                      <a:pt x="2" y="25"/>
                    </a:moveTo>
                    <a:cubicBezTo>
                      <a:pt x="38" y="30"/>
                      <a:pt x="17" y="0"/>
                      <a:pt x="0" y="13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2" name="Freeform 1486">
                <a:extLst>
                  <a:ext uri="{FF2B5EF4-FFF2-40B4-BE49-F238E27FC236}">
                    <a16:creationId xmlns:a16="http://schemas.microsoft.com/office/drawing/2014/main" id="{15BB595E-4F20-4BFB-A727-F02DAB577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358"/>
                <a:ext cx="11" cy="6"/>
              </a:xfrm>
              <a:custGeom>
                <a:avLst/>
                <a:gdLst>
                  <a:gd name="T0" fmla="*/ 0 w 16"/>
                  <a:gd name="T1" fmla="*/ 2 h 8"/>
                  <a:gd name="T2" fmla="*/ 5 w 16"/>
                  <a:gd name="T3" fmla="*/ 2 h 8"/>
                  <a:gd name="T4" fmla="*/ 4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2"/>
                    </a:moveTo>
                    <a:cubicBezTo>
                      <a:pt x="4" y="6"/>
                      <a:pt x="8" y="8"/>
                      <a:pt x="14" y="4"/>
                    </a:cubicBezTo>
                    <a:cubicBezTo>
                      <a:pt x="16" y="0"/>
                      <a:pt x="12" y="1"/>
                      <a:pt x="12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3" name="Freeform 1487">
                <a:extLst>
                  <a:ext uri="{FF2B5EF4-FFF2-40B4-BE49-F238E27FC236}">
                    <a16:creationId xmlns:a16="http://schemas.microsoft.com/office/drawing/2014/main" id="{0D4893A1-8C1B-4C78-B031-BE8AC7F5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426"/>
                <a:ext cx="27" cy="30"/>
              </a:xfrm>
              <a:custGeom>
                <a:avLst/>
                <a:gdLst>
                  <a:gd name="T0" fmla="*/ 1 w 41"/>
                  <a:gd name="T1" fmla="*/ 2 h 43"/>
                  <a:gd name="T2" fmla="*/ 9 w 41"/>
                  <a:gd name="T3" fmla="*/ 9 h 43"/>
                  <a:gd name="T4" fmla="*/ 0 w 41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3">
                    <a:moveTo>
                      <a:pt x="4" y="6"/>
                    </a:moveTo>
                    <a:cubicBezTo>
                      <a:pt x="8" y="12"/>
                      <a:pt x="26" y="43"/>
                      <a:pt x="34" y="27"/>
                    </a:cubicBezTo>
                    <a:cubicBezTo>
                      <a:pt x="41" y="12"/>
                      <a:pt x="10" y="0"/>
                      <a:pt x="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4" name="Freeform 1488">
                <a:extLst>
                  <a:ext uri="{FF2B5EF4-FFF2-40B4-BE49-F238E27FC236}">
                    <a16:creationId xmlns:a16="http://schemas.microsoft.com/office/drawing/2014/main" id="{34042699-73E5-409F-BBF7-985B5C2DC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404"/>
                <a:ext cx="22" cy="24"/>
              </a:xfrm>
              <a:custGeom>
                <a:avLst/>
                <a:gdLst>
                  <a:gd name="T0" fmla="*/ 2 w 34"/>
                  <a:gd name="T1" fmla="*/ 3 h 34"/>
                  <a:gd name="T2" fmla="*/ 0 w 34"/>
                  <a:gd name="T3" fmla="*/ 1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4">
                    <a:moveTo>
                      <a:pt x="8" y="9"/>
                    </a:moveTo>
                    <a:cubicBezTo>
                      <a:pt x="19" y="34"/>
                      <a:pt x="34" y="0"/>
                      <a:pt x="0" y="2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5" name="Freeform 1489">
                <a:extLst>
                  <a:ext uri="{FF2B5EF4-FFF2-40B4-BE49-F238E27FC236}">
                    <a16:creationId xmlns:a16="http://schemas.microsoft.com/office/drawing/2014/main" id="{2CD9F219-90D7-4C0E-86E5-20E072EA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362"/>
                <a:ext cx="10" cy="8"/>
              </a:xfrm>
              <a:custGeom>
                <a:avLst/>
                <a:gdLst>
                  <a:gd name="T0" fmla="*/ 0 w 15"/>
                  <a:gd name="T1" fmla="*/ 4 h 11"/>
                  <a:gd name="T2" fmla="*/ 5 w 15"/>
                  <a:gd name="T3" fmla="*/ 1 h 11"/>
                  <a:gd name="T4" fmla="*/ 2 w 15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0" y="10"/>
                    </a:moveTo>
                    <a:cubicBezTo>
                      <a:pt x="7" y="11"/>
                      <a:pt x="12" y="10"/>
                      <a:pt x="15" y="3"/>
                    </a:cubicBezTo>
                    <a:cubicBezTo>
                      <a:pt x="11" y="0"/>
                      <a:pt x="9" y="3"/>
                      <a:pt x="6" y="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6" name="Freeform 1490">
                <a:extLst>
                  <a:ext uri="{FF2B5EF4-FFF2-40B4-BE49-F238E27FC236}">
                    <a16:creationId xmlns:a16="http://schemas.microsoft.com/office/drawing/2014/main" id="{78E415F8-8E60-4E57-B0B8-BC59046EF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402"/>
                <a:ext cx="13" cy="18"/>
              </a:xfrm>
              <a:custGeom>
                <a:avLst/>
                <a:gdLst>
                  <a:gd name="T0" fmla="*/ 0 w 20"/>
                  <a:gd name="T1" fmla="*/ 5 h 26"/>
                  <a:gd name="T2" fmla="*/ 5 w 20"/>
                  <a:gd name="T3" fmla="*/ 1 h 26"/>
                  <a:gd name="T4" fmla="*/ 2 w 20"/>
                  <a:gd name="T5" fmla="*/ 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0" y="14"/>
                    </a:moveTo>
                    <a:cubicBezTo>
                      <a:pt x="3" y="26"/>
                      <a:pt x="20" y="11"/>
                      <a:pt x="19" y="1"/>
                    </a:cubicBezTo>
                    <a:cubicBezTo>
                      <a:pt x="13" y="0"/>
                      <a:pt x="11" y="4"/>
                      <a:pt x="8" y="8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7" name="Freeform 1491">
                <a:extLst>
                  <a:ext uri="{FF2B5EF4-FFF2-40B4-BE49-F238E27FC236}">
                    <a16:creationId xmlns:a16="http://schemas.microsoft.com/office/drawing/2014/main" id="{B25990CB-83A7-4630-8819-68F8CAB56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482"/>
                <a:ext cx="46" cy="20"/>
              </a:xfrm>
              <a:custGeom>
                <a:avLst/>
                <a:gdLst>
                  <a:gd name="T0" fmla="*/ 0 w 70"/>
                  <a:gd name="T1" fmla="*/ 10 h 28"/>
                  <a:gd name="T2" fmla="*/ 20 w 70"/>
                  <a:gd name="T3" fmla="*/ 3 h 28"/>
                  <a:gd name="T4" fmla="*/ 1 w 70"/>
                  <a:gd name="T5" fmla="*/ 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8">
                    <a:moveTo>
                      <a:pt x="0" y="27"/>
                    </a:moveTo>
                    <a:cubicBezTo>
                      <a:pt x="25" y="21"/>
                      <a:pt x="51" y="28"/>
                      <a:pt x="70" y="7"/>
                    </a:cubicBezTo>
                    <a:cubicBezTo>
                      <a:pt x="52" y="0"/>
                      <a:pt x="23" y="12"/>
                      <a:pt x="4" y="17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8" name="Freeform 1492">
                <a:extLst>
                  <a:ext uri="{FF2B5EF4-FFF2-40B4-BE49-F238E27FC236}">
                    <a16:creationId xmlns:a16="http://schemas.microsoft.com/office/drawing/2014/main" id="{29284AEB-96E0-477A-AEFC-9FFDD02A9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1469"/>
                <a:ext cx="22" cy="15"/>
              </a:xfrm>
              <a:custGeom>
                <a:avLst/>
                <a:gdLst>
                  <a:gd name="T0" fmla="*/ 0 w 34"/>
                  <a:gd name="T1" fmla="*/ 4 h 21"/>
                  <a:gd name="T2" fmla="*/ 9 w 34"/>
                  <a:gd name="T3" fmla="*/ 1 h 21"/>
                  <a:gd name="T4" fmla="*/ 2 w 34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1">
                    <a:moveTo>
                      <a:pt x="0" y="12"/>
                    </a:moveTo>
                    <a:cubicBezTo>
                      <a:pt x="11" y="21"/>
                      <a:pt x="28" y="15"/>
                      <a:pt x="34" y="4"/>
                    </a:cubicBezTo>
                    <a:cubicBezTo>
                      <a:pt x="26" y="0"/>
                      <a:pt x="16" y="0"/>
                      <a:pt x="8" y="5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9" name="Freeform 1493">
                <a:extLst>
                  <a:ext uri="{FF2B5EF4-FFF2-40B4-BE49-F238E27FC236}">
                    <a16:creationId xmlns:a16="http://schemas.microsoft.com/office/drawing/2014/main" id="{A1273E85-E072-4D6F-93A4-C73D7A1ED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505"/>
                <a:ext cx="22" cy="28"/>
              </a:xfrm>
              <a:custGeom>
                <a:avLst/>
                <a:gdLst>
                  <a:gd name="T0" fmla="*/ 1 w 34"/>
                  <a:gd name="T1" fmla="*/ 5 h 40"/>
                  <a:gd name="T2" fmla="*/ 0 w 34"/>
                  <a:gd name="T3" fmla="*/ 6 h 40"/>
                  <a:gd name="T4" fmla="*/ 0 w 34"/>
                  <a:gd name="T5" fmla="*/ 4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4" y="14"/>
                    </a:moveTo>
                    <a:cubicBezTo>
                      <a:pt x="1" y="13"/>
                      <a:pt x="0" y="14"/>
                      <a:pt x="0" y="16"/>
                    </a:cubicBezTo>
                    <a:cubicBezTo>
                      <a:pt x="34" y="40"/>
                      <a:pt x="25" y="0"/>
                      <a:pt x="0" y="12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0" name="Freeform 1494">
                <a:extLst>
                  <a:ext uri="{FF2B5EF4-FFF2-40B4-BE49-F238E27FC236}">
                    <a16:creationId xmlns:a16="http://schemas.microsoft.com/office/drawing/2014/main" id="{8331AAF7-9AE0-4DF9-AF34-E06BAC3E2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040"/>
                <a:ext cx="48" cy="12"/>
              </a:xfrm>
              <a:custGeom>
                <a:avLst/>
                <a:gdLst>
                  <a:gd name="T0" fmla="*/ 0 w 74"/>
                  <a:gd name="T1" fmla="*/ 0 h 17"/>
                  <a:gd name="T2" fmla="*/ 20 w 74"/>
                  <a:gd name="T3" fmla="*/ 6 h 17"/>
                  <a:gd name="T4" fmla="*/ 2 w 7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7">
                    <a:moveTo>
                      <a:pt x="0" y="0"/>
                    </a:moveTo>
                    <a:cubicBezTo>
                      <a:pt x="17" y="15"/>
                      <a:pt x="52" y="17"/>
                      <a:pt x="74" y="17"/>
                    </a:cubicBezTo>
                    <a:cubicBezTo>
                      <a:pt x="59" y="2"/>
                      <a:pt x="25" y="7"/>
                      <a:pt x="7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1" name="Freeform 1495">
                <a:extLst>
                  <a:ext uri="{FF2B5EF4-FFF2-40B4-BE49-F238E27FC236}">
                    <a16:creationId xmlns:a16="http://schemas.microsoft.com/office/drawing/2014/main" id="{F4518346-47F8-4040-B9CA-BB31F21EE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007"/>
                <a:ext cx="17" cy="10"/>
              </a:xfrm>
              <a:custGeom>
                <a:avLst/>
                <a:gdLst>
                  <a:gd name="T0" fmla="*/ 0 w 26"/>
                  <a:gd name="T1" fmla="*/ 3 h 14"/>
                  <a:gd name="T2" fmla="*/ 7 w 26"/>
                  <a:gd name="T3" fmla="*/ 1 h 14"/>
                  <a:gd name="T4" fmla="*/ 1 w 26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4">
                    <a:moveTo>
                      <a:pt x="0" y="9"/>
                    </a:moveTo>
                    <a:cubicBezTo>
                      <a:pt x="9" y="14"/>
                      <a:pt x="21" y="10"/>
                      <a:pt x="26" y="1"/>
                    </a:cubicBezTo>
                    <a:cubicBezTo>
                      <a:pt x="18" y="0"/>
                      <a:pt x="12" y="3"/>
                      <a:pt x="5" y="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2" name="Freeform 1496">
                <a:extLst>
                  <a:ext uri="{FF2B5EF4-FFF2-40B4-BE49-F238E27FC236}">
                    <a16:creationId xmlns:a16="http://schemas.microsoft.com/office/drawing/2014/main" id="{427748B9-8F75-4F0B-806A-7158576A2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996"/>
                <a:ext cx="4" cy="7"/>
              </a:xfrm>
              <a:custGeom>
                <a:avLst/>
                <a:gdLst>
                  <a:gd name="T0" fmla="*/ 1 w 7"/>
                  <a:gd name="T1" fmla="*/ 3 h 11"/>
                  <a:gd name="T2" fmla="*/ 0 w 7"/>
                  <a:gd name="T3" fmla="*/ 3 h 11"/>
                  <a:gd name="T4" fmla="*/ 1 w 7"/>
                  <a:gd name="T5" fmla="*/ 0 h 11"/>
                  <a:gd name="T6" fmla="*/ 1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9"/>
                    </a:moveTo>
                    <a:cubicBezTo>
                      <a:pt x="5" y="10"/>
                      <a:pt x="3" y="11"/>
                      <a:pt x="0" y="10"/>
                    </a:cubicBezTo>
                    <a:cubicBezTo>
                      <a:pt x="3" y="8"/>
                      <a:pt x="5" y="3"/>
                      <a:pt x="7" y="0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3" name="Freeform 1497">
                <a:extLst>
                  <a:ext uri="{FF2B5EF4-FFF2-40B4-BE49-F238E27FC236}">
                    <a16:creationId xmlns:a16="http://schemas.microsoft.com/office/drawing/2014/main" id="{27EB671B-7C58-413C-8418-E72E65592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054"/>
                <a:ext cx="7" cy="7"/>
              </a:xfrm>
              <a:custGeom>
                <a:avLst/>
                <a:gdLst>
                  <a:gd name="T0" fmla="*/ 0 w 12"/>
                  <a:gd name="T1" fmla="*/ 2 h 9"/>
                  <a:gd name="T2" fmla="*/ 2 w 12"/>
                  <a:gd name="T3" fmla="*/ 2 h 9"/>
                  <a:gd name="T4" fmla="*/ 1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4" y="6"/>
                      <a:pt x="7" y="9"/>
                      <a:pt x="12" y="5"/>
                    </a:cubicBezTo>
                    <a:cubicBezTo>
                      <a:pt x="12" y="0"/>
                      <a:pt x="9" y="1"/>
                      <a:pt x="6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4" name="Freeform 1498">
                <a:extLst>
                  <a:ext uri="{FF2B5EF4-FFF2-40B4-BE49-F238E27FC236}">
                    <a16:creationId xmlns:a16="http://schemas.microsoft.com/office/drawing/2014/main" id="{75477140-11A7-4ED3-852A-61BDEAC78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019"/>
                <a:ext cx="18" cy="10"/>
              </a:xfrm>
              <a:custGeom>
                <a:avLst/>
                <a:gdLst>
                  <a:gd name="T0" fmla="*/ 3 w 28"/>
                  <a:gd name="T1" fmla="*/ 2 h 13"/>
                  <a:gd name="T2" fmla="*/ 7 w 28"/>
                  <a:gd name="T3" fmla="*/ 1 h 13"/>
                  <a:gd name="T4" fmla="*/ 0 w 28"/>
                  <a:gd name="T5" fmla="*/ 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3">
                    <a:moveTo>
                      <a:pt x="12" y="3"/>
                    </a:moveTo>
                    <a:cubicBezTo>
                      <a:pt x="10" y="13"/>
                      <a:pt x="28" y="13"/>
                      <a:pt x="27" y="1"/>
                    </a:cubicBezTo>
                    <a:cubicBezTo>
                      <a:pt x="18" y="0"/>
                      <a:pt x="8" y="1"/>
                      <a:pt x="0" y="6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5" name="Freeform 1499">
                <a:extLst>
                  <a:ext uri="{FF2B5EF4-FFF2-40B4-BE49-F238E27FC236}">
                    <a16:creationId xmlns:a16="http://schemas.microsoft.com/office/drawing/2014/main" id="{868C9992-FBF0-4029-BB74-4B0A972DE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057"/>
                <a:ext cx="17" cy="14"/>
              </a:xfrm>
              <a:custGeom>
                <a:avLst/>
                <a:gdLst>
                  <a:gd name="T0" fmla="*/ 0 w 26"/>
                  <a:gd name="T1" fmla="*/ 6 h 20"/>
                  <a:gd name="T2" fmla="*/ 2 w 26"/>
                  <a:gd name="T3" fmla="*/ 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0">
                    <a:moveTo>
                      <a:pt x="0" y="17"/>
                    </a:moveTo>
                    <a:cubicBezTo>
                      <a:pt x="14" y="20"/>
                      <a:pt x="26" y="0"/>
                      <a:pt x="7" y="3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6" name="Freeform 1500">
                <a:extLst>
                  <a:ext uri="{FF2B5EF4-FFF2-40B4-BE49-F238E27FC236}">
                    <a16:creationId xmlns:a16="http://schemas.microsoft.com/office/drawing/2014/main" id="{1D4F797C-0195-433F-897D-22BEF39DC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085"/>
                <a:ext cx="52" cy="21"/>
              </a:xfrm>
              <a:custGeom>
                <a:avLst/>
                <a:gdLst>
                  <a:gd name="T0" fmla="*/ 0 w 79"/>
                  <a:gd name="T1" fmla="*/ 9 h 31"/>
                  <a:gd name="T2" fmla="*/ 22 w 79"/>
                  <a:gd name="T3" fmla="*/ 1 h 31"/>
                  <a:gd name="T4" fmla="*/ 11 w 79"/>
                  <a:gd name="T5" fmla="*/ 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1">
                    <a:moveTo>
                      <a:pt x="0" y="31"/>
                    </a:moveTo>
                    <a:cubicBezTo>
                      <a:pt x="24" y="31"/>
                      <a:pt x="67" y="27"/>
                      <a:pt x="79" y="4"/>
                    </a:cubicBezTo>
                    <a:cubicBezTo>
                      <a:pt x="67" y="0"/>
                      <a:pt x="50" y="9"/>
                      <a:pt x="39" y="15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7" name="Freeform 1501">
                <a:extLst>
                  <a:ext uri="{FF2B5EF4-FFF2-40B4-BE49-F238E27FC236}">
                    <a16:creationId xmlns:a16="http://schemas.microsoft.com/office/drawing/2014/main" id="{04C1D2DE-6971-427F-AF6C-3E9E61F6A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076"/>
                <a:ext cx="14" cy="10"/>
              </a:xfrm>
              <a:custGeom>
                <a:avLst/>
                <a:gdLst>
                  <a:gd name="T0" fmla="*/ 0 w 21"/>
                  <a:gd name="T1" fmla="*/ 4 h 14"/>
                  <a:gd name="T2" fmla="*/ 6 w 21"/>
                  <a:gd name="T3" fmla="*/ 1 h 14"/>
                  <a:gd name="T4" fmla="*/ 2 w 21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0" y="13"/>
                    </a:moveTo>
                    <a:cubicBezTo>
                      <a:pt x="8" y="14"/>
                      <a:pt x="17" y="12"/>
                      <a:pt x="21" y="4"/>
                    </a:cubicBezTo>
                    <a:cubicBezTo>
                      <a:pt x="17" y="2"/>
                      <a:pt x="11" y="0"/>
                      <a:pt x="7" y="1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8" name="Freeform 1502">
                <a:extLst>
                  <a:ext uri="{FF2B5EF4-FFF2-40B4-BE49-F238E27FC236}">
                    <a16:creationId xmlns:a16="http://schemas.microsoft.com/office/drawing/2014/main" id="{177D37FF-C08E-4F36-8733-E6ECA4E17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064"/>
                <a:ext cx="3" cy="5"/>
              </a:xfrm>
              <a:custGeom>
                <a:avLst/>
                <a:gdLst>
                  <a:gd name="T0" fmla="*/ 2 w 4"/>
                  <a:gd name="T1" fmla="*/ 3 h 7"/>
                  <a:gd name="T2" fmla="*/ 2 w 4"/>
                  <a:gd name="T3" fmla="*/ 1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5"/>
                      <a:pt x="4" y="4"/>
                      <a:pt x="4" y="2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9" name="Freeform 1503">
                <a:extLst>
                  <a:ext uri="{FF2B5EF4-FFF2-40B4-BE49-F238E27FC236}">
                    <a16:creationId xmlns:a16="http://schemas.microsoft.com/office/drawing/2014/main" id="{9E0572B1-8B65-49C9-8968-90E4F30C6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1114"/>
                <a:ext cx="6" cy="8"/>
              </a:xfrm>
              <a:custGeom>
                <a:avLst/>
                <a:gdLst>
                  <a:gd name="T0" fmla="*/ 1 w 9"/>
                  <a:gd name="T1" fmla="*/ 4 h 11"/>
                  <a:gd name="T2" fmla="*/ 3 w 9"/>
                  <a:gd name="T3" fmla="*/ 1 h 11"/>
                  <a:gd name="T4" fmla="*/ 0 w 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4" y="11"/>
                    </a:moveTo>
                    <a:cubicBezTo>
                      <a:pt x="7" y="8"/>
                      <a:pt x="9" y="7"/>
                      <a:pt x="9" y="3"/>
                    </a:cubicBezTo>
                    <a:cubicBezTo>
                      <a:pt x="5" y="0"/>
                      <a:pt x="4" y="2"/>
                      <a:pt x="0" y="3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0" name="Freeform 1504">
                <a:extLst>
                  <a:ext uri="{FF2B5EF4-FFF2-40B4-BE49-F238E27FC236}">
                    <a16:creationId xmlns:a16="http://schemas.microsoft.com/office/drawing/2014/main" id="{26D22339-B9EE-46E3-957E-21CC057B4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120"/>
                <a:ext cx="1" cy="3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1" name="Freeform 1505">
                <a:extLst>
                  <a:ext uri="{FF2B5EF4-FFF2-40B4-BE49-F238E27FC236}">
                    <a16:creationId xmlns:a16="http://schemas.microsoft.com/office/drawing/2014/main" id="{D29DEA08-201C-4D60-844D-77A226A81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988"/>
                <a:ext cx="30" cy="25"/>
              </a:xfrm>
              <a:custGeom>
                <a:avLst/>
                <a:gdLst>
                  <a:gd name="T0" fmla="*/ 3 w 45"/>
                  <a:gd name="T1" fmla="*/ 2 h 36"/>
                  <a:gd name="T2" fmla="*/ 0 w 45"/>
                  <a:gd name="T3" fmla="*/ 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6">
                    <a:moveTo>
                      <a:pt x="10" y="6"/>
                    </a:moveTo>
                    <a:cubicBezTo>
                      <a:pt x="3" y="36"/>
                      <a:pt x="45" y="0"/>
                      <a:pt x="0" y="7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2" name="Freeform 1506">
                <a:extLst>
                  <a:ext uri="{FF2B5EF4-FFF2-40B4-BE49-F238E27FC236}">
                    <a16:creationId xmlns:a16="http://schemas.microsoft.com/office/drawing/2014/main" id="{F99A82B6-427A-4C8C-92A1-81906BBA6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980"/>
                <a:ext cx="12" cy="7"/>
              </a:xfrm>
              <a:custGeom>
                <a:avLst/>
                <a:gdLst>
                  <a:gd name="T0" fmla="*/ 4 w 19"/>
                  <a:gd name="T1" fmla="*/ 1 h 10"/>
                  <a:gd name="T2" fmla="*/ 5 w 19"/>
                  <a:gd name="T3" fmla="*/ 3 h 10"/>
                  <a:gd name="T4" fmla="*/ 5 w 19"/>
                  <a:gd name="T5" fmla="*/ 1 h 10"/>
                  <a:gd name="T6" fmla="*/ 0 w 19"/>
                  <a:gd name="T7" fmla="*/ 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14" y="4"/>
                    </a:moveTo>
                    <a:cubicBezTo>
                      <a:pt x="15" y="6"/>
                      <a:pt x="12" y="10"/>
                      <a:pt x="19" y="8"/>
                    </a:cubicBezTo>
                    <a:cubicBezTo>
                      <a:pt x="19" y="6"/>
                      <a:pt x="18" y="3"/>
                      <a:pt x="19" y="1"/>
                    </a:cubicBezTo>
                    <a:cubicBezTo>
                      <a:pt x="12" y="0"/>
                      <a:pt x="5" y="1"/>
                      <a:pt x="0" y="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3" name="Freeform 1507">
                <a:extLst>
                  <a:ext uri="{FF2B5EF4-FFF2-40B4-BE49-F238E27FC236}">
                    <a16:creationId xmlns:a16="http://schemas.microsoft.com/office/drawing/2014/main" id="{CDAE349A-851C-4891-9640-D3904D1EB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968"/>
                <a:ext cx="2" cy="3"/>
              </a:xfrm>
              <a:custGeom>
                <a:avLst/>
                <a:gdLst>
                  <a:gd name="T0" fmla="*/ 2 w 2"/>
                  <a:gd name="T1" fmla="*/ 1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4" name="Freeform 1508">
                <a:extLst>
                  <a:ext uri="{FF2B5EF4-FFF2-40B4-BE49-F238E27FC236}">
                    <a16:creationId xmlns:a16="http://schemas.microsoft.com/office/drawing/2014/main" id="{9FCB942C-0DAA-4057-8FAF-F3CD95B36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982"/>
                <a:ext cx="25" cy="14"/>
              </a:xfrm>
              <a:custGeom>
                <a:avLst/>
                <a:gdLst>
                  <a:gd name="T0" fmla="*/ 3 w 39"/>
                  <a:gd name="T1" fmla="*/ 3 h 20"/>
                  <a:gd name="T2" fmla="*/ 8 w 39"/>
                  <a:gd name="T3" fmla="*/ 4 h 20"/>
                  <a:gd name="T4" fmla="*/ 0 w 39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0">
                    <a:moveTo>
                      <a:pt x="9" y="7"/>
                    </a:moveTo>
                    <a:cubicBezTo>
                      <a:pt x="6" y="16"/>
                      <a:pt x="24" y="20"/>
                      <a:pt x="29" y="13"/>
                    </a:cubicBezTo>
                    <a:cubicBezTo>
                      <a:pt x="39" y="0"/>
                      <a:pt x="7" y="2"/>
                      <a:pt x="0" y="8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5" name="Freeform 1509">
                <a:extLst>
                  <a:ext uri="{FF2B5EF4-FFF2-40B4-BE49-F238E27FC236}">
                    <a16:creationId xmlns:a16="http://schemas.microsoft.com/office/drawing/2014/main" id="{79234E05-E488-4434-BCF4-3E929D147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1036"/>
                <a:ext cx="25" cy="28"/>
              </a:xfrm>
              <a:custGeom>
                <a:avLst/>
                <a:gdLst>
                  <a:gd name="T0" fmla="*/ 0 w 37"/>
                  <a:gd name="T1" fmla="*/ 5 h 41"/>
                  <a:gd name="T2" fmla="*/ 3 w 37"/>
                  <a:gd name="T3" fmla="*/ 2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1">
                    <a:moveTo>
                      <a:pt x="0" y="15"/>
                    </a:moveTo>
                    <a:cubicBezTo>
                      <a:pt x="20" y="41"/>
                      <a:pt x="37" y="0"/>
                      <a:pt x="12" y="6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6" name="Freeform 1510">
                <a:extLst>
                  <a:ext uri="{FF2B5EF4-FFF2-40B4-BE49-F238E27FC236}">
                    <a16:creationId xmlns:a16="http://schemas.microsoft.com/office/drawing/2014/main" id="{3E009D49-E23B-4DC1-BCCF-33125A59C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047"/>
                <a:ext cx="15" cy="17"/>
              </a:xfrm>
              <a:custGeom>
                <a:avLst/>
                <a:gdLst>
                  <a:gd name="T0" fmla="*/ 3 w 24"/>
                  <a:gd name="T1" fmla="*/ 0 h 24"/>
                  <a:gd name="T2" fmla="*/ 4 w 24"/>
                  <a:gd name="T3" fmla="*/ 5 h 24"/>
                  <a:gd name="T4" fmla="*/ 0 w 24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4">
                    <a:moveTo>
                      <a:pt x="10" y="0"/>
                    </a:moveTo>
                    <a:cubicBezTo>
                      <a:pt x="5" y="6"/>
                      <a:pt x="5" y="24"/>
                      <a:pt x="15" y="14"/>
                    </a:cubicBezTo>
                    <a:cubicBezTo>
                      <a:pt x="24" y="6"/>
                      <a:pt x="5" y="0"/>
                      <a:pt x="0" y="1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7" name="Freeform 1511">
                <a:extLst>
                  <a:ext uri="{FF2B5EF4-FFF2-40B4-BE49-F238E27FC236}">
                    <a16:creationId xmlns:a16="http://schemas.microsoft.com/office/drawing/2014/main" id="{DAD0B7F6-E3D3-46A4-A8D4-C66D40DF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080"/>
                <a:ext cx="9" cy="5"/>
              </a:xfrm>
              <a:custGeom>
                <a:avLst/>
                <a:gdLst>
                  <a:gd name="T0" fmla="*/ 0 w 14"/>
                  <a:gd name="T1" fmla="*/ 1 h 7"/>
                  <a:gd name="T2" fmla="*/ 3 w 14"/>
                  <a:gd name="T3" fmla="*/ 3 h 7"/>
                  <a:gd name="T4" fmla="*/ 3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0" y="2"/>
                    </a:moveTo>
                    <a:cubicBezTo>
                      <a:pt x="3" y="3"/>
                      <a:pt x="7" y="5"/>
                      <a:pt x="11" y="7"/>
                    </a:cubicBezTo>
                    <a:cubicBezTo>
                      <a:pt x="14" y="3"/>
                      <a:pt x="11" y="2"/>
                      <a:pt x="1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8" name="Freeform 1512">
                <a:extLst>
                  <a:ext uri="{FF2B5EF4-FFF2-40B4-BE49-F238E27FC236}">
                    <a16:creationId xmlns:a16="http://schemas.microsoft.com/office/drawing/2014/main" id="{98F7B054-66BD-43D7-8E47-0E176E6C5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118"/>
                <a:ext cx="4" cy="3"/>
              </a:xfrm>
              <a:custGeom>
                <a:avLst/>
                <a:gdLst>
                  <a:gd name="T0" fmla="*/ 0 w 6"/>
                  <a:gd name="T1" fmla="*/ 0 h 4"/>
                  <a:gd name="T2" fmla="*/ 1 w 6"/>
                  <a:gd name="T3" fmla="*/ 2 h 4"/>
                  <a:gd name="T4" fmla="*/ 1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6" y="4"/>
                      <a:pt x="5" y="2"/>
                      <a:pt x="5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9" name="Freeform 1513">
                <a:extLst>
                  <a:ext uri="{FF2B5EF4-FFF2-40B4-BE49-F238E27FC236}">
                    <a16:creationId xmlns:a16="http://schemas.microsoft.com/office/drawing/2014/main" id="{67B9FE9F-8CA9-44FE-93D7-6780A5C3B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470"/>
                <a:ext cx="11" cy="11"/>
              </a:xfrm>
              <a:custGeom>
                <a:avLst/>
                <a:gdLst>
                  <a:gd name="T0" fmla="*/ 0 w 17"/>
                  <a:gd name="T1" fmla="*/ 2 h 16"/>
                  <a:gd name="T2" fmla="*/ 5 w 17"/>
                  <a:gd name="T3" fmla="*/ 1 h 16"/>
                  <a:gd name="T4" fmla="*/ 3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cubicBezTo>
                      <a:pt x="5" y="16"/>
                      <a:pt x="14" y="12"/>
                      <a:pt x="17" y="4"/>
                    </a:cubicBezTo>
                    <a:cubicBezTo>
                      <a:pt x="16" y="1"/>
                      <a:pt x="14" y="2"/>
                      <a:pt x="12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0" name="Freeform 1514">
                <a:extLst>
                  <a:ext uri="{FF2B5EF4-FFF2-40B4-BE49-F238E27FC236}">
                    <a16:creationId xmlns:a16="http://schemas.microsoft.com/office/drawing/2014/main" id="{8BCFCEFE-50C6-43E6-882A-23AF00FB5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455"/>
                <a:ext cx="1" cy="1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0"/>
                      <a:pt x="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1" name="Freeform 1515">
                <a:extLst>
                  <a:ext uri="{FF2B5EF4-FFF2-40B4-BE49-F238E27FC236}">
                    <a16:creationId xmlns:a16="http://schemas.microsoft.com/office/drawing/2014/main" id="{E2E8728F-F800-42F4-8428-B66268E1F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519"/>
                <a:ext cx="15" cy="12"/>
              </a:xfrm>
              <a:custGeom>
                <a:avLst/>
                <a:gdLst>
                  <a:gd name="T0" fmla="*/ 1 w 23"/>
                  <a:gd name="T1" fmla="*/ 4 h 17"/>
                  <a:gd name="T2" fmla="*/ 1 w 23"/>
                  <a:gd name="T3" fmla="*/ 6 h 17"/>
                  <a:gd name="T4" fmla="*/ 7 w 23"/>
                  <a:gd name="T5" fmla="*/ 1 h 17"/>
                  <a:gd name="T6" fmla="*/ 1 w 23"/>
                  <a:gd name="T7" fmla="*/ 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" y="11"/>
                    </a:moveTo>
                    <a:cubicBezTo>
                      <a:pt x="0" y="13"/>
                      <a:pt x="1" y="15"/>
                      <a:pt x="2" y="16"/>
                    </a:cubicBezTo>
                    <a:cubicBezTo>
                      <a:pt x="12" y="17"/>
                      <a:pt x="23" y="11"/>
                      <a:pt x="23" y="1"/>
                    </a:cubicBezTo>
                    <a:cubicBezTo>
                      <a:pt x="15" y="0"/>
                      <a:pt x="9" y="4"/>
                      <a:pt x="2" y="8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2" name="Freeform 1516">
                <a:extLst>
                  <a:ext uri="{FF2B5EF4-FFF2-40B4-BE49-F238E27FC236}">
                    <a16:creationId xmlns:a16="http://schemas.microsoft.com/office/drawing/2014/main" id="{FEB9363B-17AA-4418-8B43-7CA5794E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508"/>
                <a:ext cx="9" cy="14"/>
              </a:xfrm>
              <a:custGeom>
                <a:avLst/>
                <a:gdLst>
                  <a:gd name="T0" fmla="*/ 1 w 13"/>
                  <a:gd name="T1" fmla="*/ 0 h 19"/>
                  <a:gd name="T2" fmla="*/ 4 w 13"/>
                  <a:gd name="T3" fmla="*/ 2 h 19"/>
                  <a:gd name="T4" fmla="*/ 0 w 13"/>
                  <a:gd name="T5" fmla="*/ 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1" y="0"/>
                    </a:moveTo>
                    <a:cubicBezTo>
                      <a:pt x="1" y="11"/>
                      <a:pt x="10" y="19"/>
                      <a:pt x="13" y="5"/>
                    </a:cubicBezTo>
                    <a:cubicBezTo>
                      <a:pt x="7" y="1"/>
                      <a:pt x="2" y="3"/>
                      <a:pt x="0" y="1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3" name="Freeform 1517">
                <a:extLst>
                  <a:ext uri="{FF2B5EF4-FFF2-40B4-BE49-F238E27FC236}">
                    <a16:creationId xmlns:a16="http://schemas.microsoft.com/office/drawing/2014/main" id="{FB68A2E8-6B48-48A6-931D-C92807BCB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517"/>
                <a:ext cx="8" cy="10"/>
              </a:xfrm>
              <a:custGeom>
                <a:avLst/>
                <a:gdLst>
                  <a:gd name="T0" fmla="*/ 0 w 11"/>
                  <a:gd name="T1" fmla="*/ 4 h 13"/>
                  <a:gd name="T2" fmla="*/ 1 w 11"/>
                  <a:gd name="T3" fmla="*/ 6 h 13"/>
                  <a:gd name="T4" fmla="*/ 4 w 11"/>
                  <a:gd name="T5" fmla="*/ 2 h 13"/>
                  <a:gd name="T6" fmla="*/ 2 w 11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0" y="11"/>
                      <a:pt x="1" y="13"/>
                      <a:pt x="3" y="13"/>
                    </a:cubicBezTo>
                    <a:cubicBezTo>
                      <a:pt x="8" y="10"/>
                      <a:pt x="10" y="7"/>
                      <a:pt x="11" y="2"/>
                    </a:cubicBezTo>
                    <a:cubicBezTo>
                      <a:pt x="9" y="0"/>
                      <a:pt x="8" y="2"/>
                      <a:pt x="6" y="1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4" name="Freeform 1518">
                <a:extLst>
                  <a:ext uri="{FF2B5EF4-FFF2-40B4-BE49-F238E27FC236}">
                    <a16:creationId xmlns:a16="http://schemas.microsoft.com/office/drawing/2014/main" id="{9F1FF22F-67B0-41D4-A67A-622DD717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554"/>
                <a:ext cx="4" cy="3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4" y="4"/>
                      <a:pt x="6" y="3"/>
                      <a:pt x="6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" name="Freeform 1519">
                <a:extLst>
                  <a:ext uri="{FF2B5EF4-FFF2-40B4-BE49-F238E27FC236}">
                    <a16:creationId xmlns:a16="http://schemas.microsoft.com/office/drawing/2014/main" id="{B5363D23-5AE6-4801-B377-EF2A32858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531"/>
                <a:ext cx="6" cy="8"/>
              </a:xfrm>
              <a:custGeom>
                <a:avLst/>
                <a:gdLst>
                  <a:gd name="T0" fmla="*/ 1 w 9"/>
                  <a:gd name="T1" fmla="*/ 4 h 11"/>
                  <a:gd name="T2" fmla="*/ 2 w 9"/>
                  <a:gd name="T3" fmla="*/ 0 h 11"/>
                  <a:gd name="T4" fmla="*/ 0 w 9"/>
                  <a:gd name="T5" fmla="*/ 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6" y="9"/>
                      <a:pt x="9" y="8"/>
                      <a:pt x="7" y="0"/>
                    </a:cubicBezTo>
                    <a:cubicBezTo>
                      <a:pt x="1" y="0"/>
                      <a:pt x="2" y="3"/>
                      <a:pt x="0" y="7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" name="Freeform 1520">
                <a:extLst>
                  <a:ext uri="{FF2B5EF4-FFF2-40B4-BE49-F238E27FC236}">
                    <a16:creationId xmlns:a16="http://schemas.microsoft.com/office/drawing/2014/main" id="{5054DB18-850F-4525-BD86-B3E7A5511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1543"/>
                <a:ext cx="2" cy="6"/>
              </a:xfrm>
              <a:custGeom>
                <a:avLst/>
                <a:gdLst>
                  <a:gd name="T0" fmla="*/ 1 w 3"/>
                  <a:gd name="T1" fmla="*/ 0 h 9"/>
                  <a:gd name="T2" fmla="*/ 1 w 3"/>
                  <a:gd name="T3" fmla="*/ 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0" y="3"/>
                      <a:pt x="0" y="6"/>
                      <a:pt x="3" y="9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" name="Freeform 1521">
                <a:extLst>
                  <a:ext uri="{FF2B5EF4-FFF2-40B4-BE49-F238E27FC236}">
                    <a16:creationId xmlns:a16="http://schemas.microsoft.com/office/drawing/2014/main" id="{82E13A47-BD61-4A8B-9CDD-089B8CE43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512"/>
                <a:ext cx="10" cy="3"/>
              </a:xfrm>
              <a:custGeom>
                <a:avLst/>
                <a:gdLst>
                  <a:gd name="T0" fmla="*/ 0 w 14"/>
                  <a:gd name="T1" fmla="*/ 0 h 5"/>
                  <a:gd name="T2" fmla="*/ 5 w 14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4" y="1"/>
                      <a:pt x="9" y="3"/>
                      <a:pt x="14" y="5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8" name="Freeform 1522">
                <a:extLst>
                  <a:ext uri="{FF2B5EF4-FFF2-40B4-BE49-F238E27FC236}">
                    <a16:creationId xmlns:a16="http://schemas.microsoft.com/office/drawing/2014/main" id="{CA26D51D-51A5-4DCC-BA0E-4AE8DF4F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512"/>
                <a:ext cx="4" cy="4"/>
              </a:xfrm>
              <a:custGeom>
                <a:avLst/>
                <a:gdLst>
                  <a:gd name="T0" fmla="*/ 0 w 7"/>
                  <a:gd name="T1" fmla="*/ 0 h 6"/>
                  <a:gd name="T2" fmla="*/ 1 w 7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5"/>
                      <a:pt x="3" y="6"/>
                      <a:pt x="7" y="5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9" name="Freeform 1523">
                <a:extLst>
                  <a:ext uri="{FF2B5EF4-FFF2-40B4-BE49-F238E27FC236}">
                    <a16:creationId xmlns:a16="http://schemas.microsoft.com/office/drawing/2014/main" id="{C203B532-9A95-444C-BDD9-61099C876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527"/>
                <a:ext cx="6" cy="4"/>
              </a:xfrm>
              <a:custGeom>
                <a:avLst/>
                <a:gdLst>
                  <a:gd name="T0" fmla="*/ 1 w 9"/>
                  <a:gd name="T1" fmla="*/ 1 h 7"/>
                  <a:gd name="T2" fmla="*/ 3 w 9"/>
                  <a:gd name="T3" fmla="*/ 1 h 7"/>
                  <a:gd name="T4" fmla="*/ 1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cubicBezTo>
                      <a:pt x="0" y="6"/>
                      <a:pt x="5" y="6"/>
                      <a:pt x="9" y="4"/>
                    </a:cubicBezTo>
                    <a:cubicBezTo>
                      <a:pt x="9" y="0"/>
                      <a:pt x="6" y="1"/>
                      <a:pt x="5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0" name="Freeform 1524">
                <a:extLst>
                  <a:ext uri="{FF2B5EF4-FFF2-40B4-BE49-F238E27FC236}">
                    <a16:creationId xmlns:a16="http://schemas.microsoft.com/office/drawing/2014/main" id="{4E99C1BE-2256-461D-AC80-9ECE50E8C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538"/>
                <a:ext cx="8" cy="7"/>
              </a:xfrm>
              <a:custGeom>
                <a:avLst/>
                <a:gdLst>
                  <a:gd name="T0" fmla="*/ 0 w 12"/>
                  <a:gd name="T1" fmla="*/ 0 h 10"/>
                  <a:gd name="T2" fmla="*/ 1 w 12"/>
                  <a:gd name="T3" fmla="*/ 4 h 10"/>
                  <a:gd name="T4" fmla="*/ 1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1" y="4"/>
                      <a:pt x="4" y="5"/>
                      <a:pt x="3" y="10"/>
                    </a:cubicBezTo>
                    <a:cubicBezTo>
                      <a:pt x="12" y="7"/>
                      <a:pt x="7" y="5"/>
                      <a:pt x="5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1" name="Freeform 1525">
                <a:extLst>
                  <a:ext uri="{FF2B5EF4-FFF2-40B4-BE49-F238E27FC236}">
                    <a16:creationId xmlns:a16="http://schemas.microsoft.com/office/drawing/2014/main" id="{C3675ACB-40C2-444B-AD52-7D8A28F2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1549"/>
                <a:ext cx="7" cy="6"/>
              </a:xfrm>
              <a:custGeom>
                <a:avLst/>
                <a:gdLst>
                  <a:gd name="T0" fmla="*/ 0 w 11"/>
                  <a:gd name="T1" fmla="*/ 2 h 9"/>
                  <a:gd name="T2" fmla="*/ 2 w 11"/>
                  <a:gd name="T3" fmla="*/ 2 h 9"/>
                  <a:gd name="T4" fmla="*/ 1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3" y="7"/>
                      <a:pt x="4" y="9"/>
                      <a:pt x="7" y="8"/>
                    </a:cubicBezTo>
                    <a:cubicBezTo>
                      <a:pt x="11" y="2"/>
                      <a:pt x="7" y="3"/>
                      <a:pt x="3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2" name="Freeform 1526">
                <a:extLst>
                  <a:ext uri="{FF2B5EF4-FFF2-40B4-BE49-F238E27FC236}">
                    <a16:creationId xmlns:a16="http://schemas.microsoft.com/office/drawing/2014/main" id="{63D06082-A60B-4C38-8F0A-F3BD01DB6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536"/>
                <a:ext cx="3" cy="1"/>
              </a:xfrm>
              <a:custGeom>
                <a:avLst/>
                <a:gdLst>
                  <a:gd name="T0" fmla="*/ 0 w 5"/>
                  <a:gd name="T1" fmla="*/ 0 h 1"/>
                  <a:gd name="T2" fmla="*/ 1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3" name="Freeform 1527">
                <a:extLst>
                  <a:ext uri="{FF2B5EF4-FFF2-40B4-BE49-F238E27FC236}">
                    <a16:creationId xmlns:a16="http://schemas.microsoft.com/office/drawing/2014/main" id="{1944CD7D-9662-4569-A20C-4286BBC60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522"/>
                <a:ext cx="17" cy="8"/>
              </a:xfrm>
              <a:custGeom>
                <a:avLst/>
                <a:gdLst>
                  <a:gd name="T0" fmla="*/ 2 w 25"/>
                  <a:gd name="T1" fmla="*/ 2 h 12"/>
                  <a:gd name="T2" fmla="*/ 0 w 25"/>
                  <a:gd name="T3" fmla="*/ 1 h 12"/>
                  <a:gd name="T4" fmla="*/ 3 w 2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7" y="7"/>
                    </a:moveTo>
                    <a:cubicBezTo>
                      <a:pt x="4" y="6"/>
                      <a:pt x="3" y="5"/>
                      <a:pt x="0" y="5"/>
                    </a:cubicBezTo>
                    <a:cubicBezTo>
                      <a:pt x="9" y="12"/>
                      <a:pt x="25" y="7"/>
                      <a:pt x="12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4" name="Freeform 1528">
                <a:extLst>
                  <a:ext uri="{FF2B5EF4-FFF2-40B4-BE49-F238E27FC236}">
                    <a16:creationId xmlns:a16="http://schemas.microsoft.com/office/drawing/2014/main" id="{ED9D72CB-75CB-4EC7-91B9-150C03A12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504"/>
                <a:ext cx="5" cy="1"/>
              </a:xfrm>
              <a:custGeom>
                <a:avLst/>
                <a:gdLst>
                  <a:gd name="T0" fmla="*/ 1 w 8"/>
                  <a:gd name="T1" fmla="*/ 1 h 2"/>
                  <a:gd name="T2" fmla="*/ 1 w 8"/>
                  <a:gd name="T3" fmla="*/ 1 h 2"/>
                  <a:gd name="T4" fmla="*/ 1 w 8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1" y="2"/>
                    </a:moveTo>
                    <a:cubicBezTo>
                      <a:pt x="2" y="2"/>
                      <a:pt x="0" y="0"/>
                      <a:pt x="4" y="2"/>
                    </a:cubicBezTo>
                    <a:cubicBezTo>
                      <a:pt x="8" y="1"/>
                      <a:pt x="4" y="1"/>
                      <a:pt x="3" y="1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5" name="Freeform 1529">
                <a:extLst>
                  <a:ext uri="{FF2B5EF4-FFF2-40B4-BE49-F238E27FC236}">
                    <a16:creationId xmlns:a16="http://schemas.microsoft.com/office/drawing/2014/main" id="{418F1C7B-93CF-44D0-A4C0-7BF29E5EE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542"/>
                <a:ext cx="9" cy="9"/>
              </a:xfrm>
              <a:custGeom>
                <a:avLst/>
                <a:gdLst>
                  <a:gd name="T0" fmla="*/ 2 w 14"/>
                  <a:gd name="T1" fmla="*/ 2 h 13"/>
                  <a:gd name="T2" fmla="*/ 1 w 14"/>
                  <a:gd name="T3" fmla="*/ 4 h 13"/>
                  <a:gd name="T4" fmla="*/ 0 w 14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7" y="6"/>
                    </a:moveTo>
                    <a:cubicBezTo>
                      <a:pt x="7" y="9"/>
                      <a:pt x="5" y="10"/>
                      <a:pt x="5" y="13"/>
                    </a:cubicBezTo>
                    <a:cubicBezTo>
                      <a:pt x="14" y="7"/>
                      <a:pt x="10" y="0"/>
                      <a:pt x="0" y="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6" name="Freeform 1530">
                <a:extLst>
                  <a:ext uri="{FF2B5EF4-FFF2-40B4-BE49-F238E27FC236}">
                    <a16:creationId xmlns:a16="http://schemas.microsoft.com/office/drawing/2014/main" id="{D2C4F5C6-47A1-4AF0-862A-E4FD661FD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569"/>
                <a:ext cx="6" cy="10"/>
              </a:xfrm>
              <a:custGeom>
                <a:avLst/>
                <a:gdLst>
                  <a:gd name="T0" fmla="*/ 1 w 10"/>
                  <a:gd name="T1" fmla="*/ 4 h 14"/>
                  <a:gd name="T2" fmla="*/ 2 w 10"/>
                  <a:gd name="T3" fmla="*/ 4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1" y="11"/>
                    </a:moveTo>
                    <a:cubicBezTo>
                      <a:pt x="5" y="12"/>
                      <a:pt x="7" y="14"/>
                      <a:pt x="10" y="11"/>
                    </a:cubicBezTo>
                    <a:cubicBezTo>
                      <a:pt x="9" y="5"/>
                      <a:pt x="5" y="1"/>
                      <a:pt x="0" y="0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7" name="Freeform 1531">
                <a:extLst>
                  <a:ext uri="{FF2B5EF4-FFF2-40B4-BE49-F238E27FC236}">
                    <a16:creationId xmlns:a16="http://schemas.microsoft.com/office/drawing/2014/main" id="{10A8202D-46D1-4EDB-B1C0-1A38F0A2E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541"/>
                <a:ext cx="6" cy="8"/>
              </a:xfrm>
              <a:custGeom>
                <a:avLst/>
                <a:gdLst>
                  <a:gd name="T0" fmla="*/ 0 w 10"/>
                  <a:gd name="T1" fmla="*/ 3 h 11"/>
                  <a:gd name="T2" fmla="*/ 2 w 10"/>
                  <a:gd name="T3" fmla="*/ 4 h 11"/>
                  <a:gd name="T4" fmla="*/ 2 w 10"/>
                  <a:gd name="T5" fmla="*/ 1 h 11"/>
                  <a:gd name="T6" fmla="*/ 1 w 10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7"/>
                    </a:moveTo>
                    <a:cubicBezTo>
                      <a:pt x="2" y="9"/>
                      <a:pt x="5" y="11"/>
                      <a:pt x="8" y="10"/>
                    </a:cubicBezTo>
                    <a:cubicBezTo>
                      <a:pt x="9" y="8"/>
                      <a:pt x="10" y="6"/>
                      <a:pt x="10" y="3"/>
                    </a:cubicBezTo>
                    <a:cubicBezTo>
                      <a:pt x="6" y="0"/>
                      <a:pt x="5" y="3"/>
                      <a:pt x="3" y="4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8" name="Freeform 1532">
                <a:extLst>
                  <a:ext uri="{FF2B5EF4-FFF2-40B4-BE49-F238E27FC236}">
                    <a16:creationId xmlns:a16="http://schemas.microsoft.com/office/drawing/2014/main" id="{DBB74D9D-4E58-4B16-9F65-F4A25CEAB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510"/>
                <a:ext cx="11" cy="2"/>
              </a:xfrm>
              <a:custGeom>
                <a:avLst/>
                <a:gdLst>
                  <a:gd name="T0" fmla="*/ 3 w 16"/>
                  <a:gd name="T1" fmla="*/ 0 h 4"/>
                  <a:gd name="T2" fmla="*/ 0 w 16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10" y="0"/>
                    </a:moveTo>
                    <a:cubicBezTo>
                      <a:pt x="16" y="4"/>
                      <a:pt x="4" y="2"/>
                      <a:pt x="0" y="1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9" name="Freeform 1533">
                <a:extLst>
                  <a:ext uri="{FF2B5EF4-FFF2-40B4-BE49-F238E27FC236}">
                    <a16:creationId xmlns:a16="http://schemas.microsoft.com/office/drawing/2014/main" id="{C24BF6E3-26D2-4C3B-A1BB-B983E4E3C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1534"/>
                <a:ext cx="6" cy="6"/>
              </a:xfrm>
              <a:custGeom>
                <a:avLst/>
                <a:gdLst>
                  <a:gd name="T0" fmla="*/ 3 w 9"/>
                  <a:gd name="T1" fmla="*/ 1 h 9"/>
                  <a:gd name="T2" fmla="*/ 1 w 9"/>
                  <a:gd name="T3" fmla="*/ 1 h 9"/>
                  <a:gd name="T4" fmla="*/ 2 w 9"/>
                  <a:gd name="T5" fmla="*/ 3 h 9"/>
                  <a:gd name="T6" fmla="*/ 3 w 9"/>
                  <a:gd name="T7" fmla="*/ 1 h 9"/>
                  <a:gd name="T8" fmla="*/ 0 w 9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1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3" y="4"/>
                      <a:pt x="4" y="6"/>
                      <a:pt x="7" y="9"/>
                    </a:cubicBezTo>
                    <a:cubicBezTo>
                      <a:pt x="7" y="8"/>
                      <a:pt x="9" y="4"/>
                      <a:pt x="9" y="4"/>
                    </a:cubicBezTo>
                    <a:cubicBezTo>
                      <a:pt x="3" y="1"/>
                      <a:pt x="3" y="5"/>
                      <a:pt x="0" y="6"/>
                    </a:cubicBezTo>
                  </a:path>
                </a:pathLst>
              </a:custGeom>
              <a:solidFill>
                <a:srgbClr val="FCE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584" name="Freeform 1534">
              <a:extLst>
                <a:ext uri="{FF2B5EF4-FFF2-40B4-BE49-F238E27FC236}">
                  <a16:creationId xmlns:a16="http://schemas.microsoft.com/office/drawing/2014/main" id="{A9242AD2-4DFE-4AF7-A572-8444C856C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531"/>
              <a:ext cx="4" cy="3"/>
            </a:xfrm>
            <a:custGeom>
              <a:avLst/>
              <a:gdLst>
                <a:gd name="T0" fmla="*/ 0 w 6"/>
                <a:gd name="T1" fmla="*/ 0 h 3"/>
                <a:gd name="T2" fmla="*/ 2 w 6"/>
                <a:gd name="T3" fmla="*/ 1 h 3"/>
                <a:gd name="T4" fmla="*/ 0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3" y="3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1535">
              <a:extLst>
                <a:ext uri="{FF2B5EF4-FFF2-40B4-BE49-F238E27FC236}">
                  <a16:creationId xmlns:a16="http://schemas.microsoft.com/office/drawing/2014/main" id="{248CF6E8-6B0A-477C-B9C8-4701DC518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09"/>
              <a:ext cx="13" cy="11"/>
            </a:xfrm>
            <a:custGeom>
              <a:avLst/>
              <a:gdLst>
                <a:gd name="T0" fmla="*/ 5 w 19"/>
                <a:gd name="T1" fmla="*/ 1 h 16"/>
                <a:gd name="T2" fmla="*/ 6 w 19"/>
                <a:gd name="T3" fmla="*/ 2 h 16"/>
                <a:gd name="T4" fmla="*/ 1 w 19"/>
                <a:gd name="T5" fmla="*/ 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4" y="1"/>
                  </a:moveTo>
                  <a:cubicBezTo>
                    <a:pt x="16" y="2"/>
                    <a:pt x="13" y="7"/>
                    <a:pt x="19" y="6"/>
                  </a:cubicBezTo>
                  <a:cubicBezTo>
                    <a:pt x="13" y="0"/>
                    <a:pt x="0" y="7"/>
                    <a:pt x="3" y="16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1536">
              <a:extLst>
                <a:ext uri="{FF2B5EF4-FFF2-40B4-BE49-F238E27FC236}">
                  <a16:creationId xmlns:a16="http://schemas.microsoft.com/office/drawing/2014/main" id="{29B9C239-0BD6-4A31-8C52-829317BB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530"/>
              <a:ext cx="54" cy="21"/>
            </a:xfrm>
            <a:custGeom>
              <a:avLst/>
              <a:gdLst>
                <a:gd name="T0" fmla="*/ 0 w 81"/>
                <a:gd name="T1" fmla="*/ 11 h 30"/>
                <a:gd name="T2" fmla="*/ 13 w 81"/>
                <a:gd name="T3" fmla="*/ 4 h 30"/>
                <a:gd name="T4" fmla="*/ 24 w 81"/>
                <a:gd name="T5" fmla="*/ 6 h 30"/>
                <a:gd name="T6" fmla="*/ 18 w 81"/>
                <a:gd name="T7" fmla="*/ 3 h 30"/>
                <a:gd name="T8" fmla="*/ 1 w 81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30">
                  <a:moveTo>
                    <a:pt x="0" y="30"/>
                  </a:moveTo>
                  <a:cubicBezTo>
                    <a:pt x="17" y="26"/>
                    <a:pt x="27" y="13"/>
                    <a:pt x="42" y="11"/>
                  </a:cubicBezTo>
                  <a:cubicBezTo>
                    <a:pt x="56" y="9"/>
                    <a:pt x="68" y="11"/>
                    <a:pt x="81" y="16"/>
                  </a:cubicBezTo>
                  <a:cubicBezTo>
                    <a:pt x="76" y="13"/>
                    <a:pt x="67" y="9"/>
                    <a:pt x="61" y="7"/>
                  </a:cubicBezTo>
                  <a:cubicBezTo>
                    <a:pt x="38" y="0"/>
                    <a:pt x="23" y="15"/>
                    <a:pt x="5" y="25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1537">
              <a:extLst>
                <a:ext uri="{FF2B5EF4-FFF2-40B4-BE49-F238E27FC236}">
                  <a16:creationId xmlns:a16="http://schemas.microsoft.com/office/drawing/2014/main" id="{F836AA4B-8D67-4BDC-AA4D-5627CFDEF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561"/>
              <a:ext cx="39" cy="57"/>
            </a:xfrm>
            <a:custGeom>
              <a:avLst/>
              <a:gdLst>
                <a:gd name="T0" fmla="*/ 1 w 58"/>
                <a:gd name="T1" fmla="*/ 1 h 81"/>
                <a:gd name="T2" fmla="*/ 9 w 58"/>
                <a:gd name="T3" fmla="*/ 6 h 81"/>
                <a:gd name="T4" fmla="*/ 3 w 58"/>
                <a:gd name="T5" fmla="*/ 9 h 81"/>
                <a:gd name="T6" fmla="*/ 6 w 58"/>
                <a:gd name="T7" fmla="*/ 16 h 81"/>
                <a:gd name="T8" fmla="*/ 17 w 58"/>
                <a:gd name="T9" fmla="*/ 28 h 81"/>
                <a:gd name="T10" fmla="*/ 6 w 58"/>
                <a:gd name="T11" fmla="*/ 15 h 81"/>
                <a:gd name="T12" fmla="*/ 8 w 58"/>
                <a:gd name="T13" fmla="*/ 15 h 81"/>
                <a:gd name="T14" fmla="*/ 4 w 58"/>
                <a:gd name="T15" fmla="*/ 10 h 81"/>
                <a:gd name="T16" fmla="*/ 9 w 58"/>
                <a:gd name="T17" fmla="*/ 6 h 81"/>
                <a:gd name="T18" fmla="*/ 0 w 58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81">
                  <a:moveTo>
                    <a:pt x="1" y="1"/>
                  </a:moveTo>
                  <a:cubicBezTo>
                    <a:pt x="10" y="6"/>
                    <a:pt x="21" y="9"/>
                    <a:pt x="29" y="17"/>
                  </a:cubicBezTo>
                  <a:cubicBezTo>
                    <a:pt x="21" y="16"/>
                    <a:pt x="12" y="19"/>
                    <a:pt x="9" y="26"/>
                  </a:cubicBezTo>
                  <a:cubicBezTo>
                    <a:pt x="27" y="30"/>
                    <a:pt x="17" y="36"/>
                    <a:pt x="20" y="47"/>
                  </a:cubicBezTo>
                  <a:cubicBezTo>
                    <a:pt x="23" y="58"/>
                    <a:pt x="48" y="74"/>
                    <a:pt x="58" y="81"/>
                  </a:cubicBezTo>
                  <a:cubicBezTo>
                    <a:pt x="44" y="76"/>
                    <a:pt x="30" y="57"/>
                    <a:pt x="21" y="44"/>
                  </a:cubicBezTo>
                  <a:cubicBezTo>
                    <a:pt x="24" y="44"/>
                    <a:pt x="24" y="42"/>
                    <a:pt x="27" y="42"/>
                  </a:cubicBezTo>
                  <a:cubicBezTo>
                    <a:pt x="22" y="38"/>
                    <a:pt x="13" y="36"/>
                    <a:pt x="13" y="28"/>
                  </a:cubicBezTo>
                  <a:cubicBezTo>
                    <a:pt x="18" y="26"/>
                    <a:pt x="29" y="26"/>
                    <a:pt x="30" y="19"/>
                  </a:cubicBezTo>
                  <a:cubicBezTo>
                    <a:pt x="22" y="16"/>
                    <a:pt x="6" y="7"/>
                    <a:pt x="0" y="0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1538">
              <a:extLst>
                <a:ext uri="{FF2B5EF4-FFF2-40B4-BE49-F238E27FC236}">
                  <a16:creationId xmlns:a16="http://schemas.microsoft.com/office/drawing/2014/main" id="{63325FF0-734E-4A23-921A-987409FD4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578"/>
              <a:ext cx="11" cy="3"/>
            </a:xfrm>
            <a:custGeom>
              <a:avLst/>
              <a:gdLst>
                <a:gd name="T0" fmla="*/ 6 w 16"/>
                <a:gd name="T1" fmla="*/ 3 h 3"/>
                <a:gd name="T2" fmla="*/ 0 w 16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16" y="3"/>
                  </a:moveTo>
                  <a:cubicBezTo>
                    <a:pt x="11" y="0"/>
                    <a:pt x="6" y="0"/>
                    <a:pt x="0" y="1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1539">
              <a:extLst>
                <a:ext uri="{FF2B5EF4-FFF2-40B4-BE49-F238E27FC236}">
                  <a16:creationId xmlns:a16="http://schemas.microsoft.com/office/drawing/2014/main" id="{13FF69DD-F489-427C-B177-2B20DF6DD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628"/>
              <a:ext cx="46" cy="62"/>
            </a:xfrm>
            <a:custGeom>
              <a:avLst/>
              <a:gdLst>
                <a:gd name="T0" fmla="*/ 5 w 70"/>
                <a:gd name="T1" fmla="*/ 3 h 88"/>
                <a:gd name="T2" fmla="*/ 0 w 70"/>
                <a:gd name="T3" fmla="*/ 0 h 88"/>
                <a:gd name="T4" fmla="*/ 7 w 70"/>
                <a:gd name="T5" fmla="*/ 14 h 88"/>
                <a:gd name="T6" fmla="*/ 5 w 70"/>
                <a:gd name="T7" fmla="*/ 13 h 88"/>
                <a:gd name="T8" fmla="*/ 20 w 70"/>
                <a:gd name="T9" fmla="*/ 31 h 88"/>
                <a:gd name="T10" fmla="*/ 9 w 70"/>
                <a:gd name="T11" fmla="*/ 21 h 88"/>
                <a:gd name="T12" fmla="*/ 5 w 70"/>
                <a:gd name="T13" fmla="*/ 15 h 88"/>
                <a:gd name="T14" fmla="*/ 8 w 70"/>
                <a:gd name="T15" fmla="*/ 16 h 88"/>
                <a:gd name="T16" fmla="*/ 1 w 70"/>
                <a:gd name="T17" fmla="*/ 1 h 88"/>
                <a:gd name="T18" fmla="*/ 3 w 70"/>
                <a:gd name="T19" fmla="*/ 3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88">
                  <a:moveTo>
                    <a:pt x="17" y="7"/>
                  </a:moveTo>
                  <a:cubicBezTo>
                    <a:pt x="11" y="5"/>
                    <a:pt x="6" y="0"/>
                    <a:pt x="0" y="0"/>
                  </a:cubicBezTo>
                  <a:cubicBezTo>
                    <a:pt x="6" y="14"/>
                    <a:pt x="25" y="23"/>
                    <a:pt x="24" y="41"/>
                  </a:cubicBezTo>
                  <a:cubicBezTo>
                    <a:pt x="21" y="39"/>
                    <a:pt x="18" y="37"/>
                    <a:pt x="15" y="36"/>
                  </a:cubicBezTo>
                  <a:cubicBezTo>
                    <a:pt x="23" y="60"/>
                    <a:pt x="51" y="76"/>
                    <a:pt x="70" y="88"/>
                  </a:cubicBezTo>
                  <a:cubicBezTo>
                    <a:pt x="56" y="83"/>
                    <a:pt x="44" y="69"/>
                    <a:pt x="33" y="60"/>
                  </a:cubicBezTo>
                  <a:cubicBezTo>
                    <a:pt x="26" y="55"/>
                    <a:pt x="19" y="50"/>
                    <a:pt x="16" y="42"/>
                  </a:cubicBezTo>
                  <a:cubicBezTo>
                    <a:pt x="20" y="42"/>
                    <a:pt x="24" y="43"/>
                    <a:pt x="28" y="44"/>
                  </a:cubicBezTo>
                  <a:cubicBezTo>
                    <a:pt x="30" y="35"/>
                    <a:pt x="9" y="8"/>
                    <a:pt x="4" y="2"/>
                  </a:cubicBezTo>
                  <a:cubicBezTo>
                    <a:pt x="6" y="4"/>
                    <a:pt x="9" y="5"/>
                    <a:pt x="11" y="7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1540">
              <a:extLst>
                <a:ext uri="{FF2B5EF4-FFF2-40B4-BE49-F238E27FC236}">
                  <a16:creationId xmlns:a16="http://schemas.microsoft.com/office/drawing/2014/main" id="{78A521C6-4F82-4227-AE9B-640EBAA62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595"/>
              <a:ext cx="83" cy="45"/>
            </a:xfrm>
            <a:custGeom>
              <a:avLst/>
              <a:gdLst>
                <a:gd name="T0" fmla="*/ 9 w 127"/>
                <a:gd name="T1" fmla="*/ 3 h 65"/>
                <a:gd name="T2" fmla="*/ 3 w 127"/>
                <a:gd name="T3" fmla="*/ 1 h 65"/>
                <a:gd name="T4" fmla="*/ 12 w 127"/>
                <a:gd name="T5" fmla="*/ 7 h 65"/>
                <a:gd name="T6" fmla="*/ 22 w 127"/>
                <a:gd name="T7" fmla="*/ 13 h 65"/>
                <a:gd name="T8" fmla="*/ 35 w 127"/>
                <a:gd name="T9" fmla="*/ 21 h 65"/>
                <a:gd name="T10" fmla="*/ 20 w 127"/>
                <a:gd name="T11" fmla="*/ 13 h 65"/>
                <a:gd name="T12" fmla="*/ 12 w 127"/>
                <a:gd name="T13" fmla="*/ 7 h 65"/>
                <a:gd name="T14" fmla="*/ 0 w 127"/>
                <a:gd name="T15" fmla="*/ 0 h 65"/>
                <a:gd name="T16" fmla="*/ 10 w 127"/>
                <a:gd name="T17" fmla="*/ 3 h 65"/>
                <a:gd name="T18" fmla="*/ 10 w 127"/>
                <a:gd name="T19" fmla="*/ 2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" h="65">
                  <a:moveTo>
                    <a:pt x="32" y="8"/>
                  </a:moveTo>
                  <a:cubicBezTo>
                    <a:pt x="25" y="6"/>
                    <a:pt x="17" y="1"/>
                    <a:pt x="10" y="1"/>
                  </a:cubicBezTo>
                  <a:cubicBezTo>
                    <a:pt x="11" y="11"/>
                    <a:pt x="36" y="17"/>
                    <a:pt x="44" y="21"/>
                  </a:cubicBezTo>
                  <a:cubicBezTo>
                    <a:pt x="56" y="27"/>
                    <a:pt x="67" y="32"/>
                    <a:pt x="78" y="39"/>
                  </a:cubicBezTo>
                  <a:cubicBezTo>
                    <a:pt x="93" y="48"/>
                    <a:pt x="117" y="51"/>
                    <a:pt x="127" y="65"/>
                  </a:cubicBezTo>
                  <a:cubicBezTo>
                    <a:pt x="109" y="55"/>
                    <a:pt x="88" y="53"/>
                    <a:pt x="70" y="41"/>
                  </a:cubicBezTo>
                  <a:cubicBezTo>
                    <a:pt x="61" y="35"/>
                    <a:pt x="52" y="27"/>
                    <a:pt x="43" y="22"/>
                  </a:cubicBezTo>
                  <a:cubicBezTo>
                    <a:pt x="30" y="16"/>
                    <a:pt x="7" y="14"/>
                    <a:pt x="0" y="0"/>
                  </a:cubicBezTo>
                  <a:cubicBezTo>
                    <a:pt x="12" y="3"/>
                    <a:pt x="27" y="5"/>
                    <a:pt x="38" y="8"/>
                  </a:cubicBezTo>
                  <a:cubicBezTo>
                    <a:pt x="37" y="8"/>
                    <a:pt x="36" y="7"/>
                    <a:pt x="35" y="6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1541">
              <a:extLst>
                <a:ext uri="{FF2B5EF4-FFF2-40B4-BE49-F238E27FC236}">
                  <a16:creationId xmlns:a16="http://schemas.microsoft.com/office/drawing/2014/main" id="{9D81321F-C21A-432F-A7D1-EFB4CCFC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596"/>
              <a:ext cx="79" cy="20"/>
            </a:xfrm>
            <a:custGeom>
              <a:avLst/>
              <a:gdLst>
                <a:gd name="T0" fmla="*/ 0 w 120"/>
                <a:gd name="T1" fmla="*/ 0 h 28"/>
                <a:gd name="T2" fmla="*/ 22 w 120"/>
                <a:gd name="T3" fmla="*/ 8 h 28"/>
                <a:gd name="T4" fmla="*/ 34 w 120"/>
                <a:gd name="T5" fmla="*/ 10 h 28"/>
                <a:gd name="T6" fmla="*/ 20 w 120"/>
                <a:gd name="T7" fmla="*/ 6 h 28"/>
                <a:gd name="T8" fmla="*/ 12 w 120"/>
                <a:gd name="T9" fmla="*/ 6 h 28"/>
                <a:gd name="T10" fmla="*/ 2 w 120"/>
                <a:gd name="T11" fmla="*/ 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28">
                  <a:moveTo>
                    <a:pt x="0" y="0"/>
                  </a:moveTo>
                  <a:cubicBezTo>
                    <a:pt x="22" y="11"/>
                    <a:pt x="52" y="17"/>
                    <a:pt x="76" y="22"/>
                  </a:cubicBezTo>
                  <a:cubicBezTo>
                    <a:pt x="88" y="25"/>
                    <a:pt x="110" y="21"/>
                    <a:pt x="120" y="28"/>
                  </a:cubicBezTo>
                  <a:cubicBezTo>
                    <a:pt x="104" y="26"/>
                    <a:pt x="88" y="17"/>
                    <a:pt x="72" y="16"/>
                  </a:cubicBezTo>
                  <a:cubicBezTo>
                    <a:pt x="61" y="15"/>
                    <a:pt x="52" y="15"/>
                    <a:pt x="42" y="16"/>
                  </a:cubicBezTo>
                  <a:cubicBezTo>
                    <a:pt x="31" y="16"/>
                    <a:pt x="17" y="13"/>
                    <a:pt x="8" y="7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1542">
              <a:extLst>
                <a:ext uri="{FF2B5EF4-FFF2-40B4-BE49-F238E27FC236}">
                  <a16:creationId xmlns:a16="http://schemas.microsoft.com/office/drawing/2014/main" id="{7C28F7A2-C120-41C3-A19B-33437C2A2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672"/>
              <a:ext cx="82" cy="69"/>
            </a:xfrm>
            <a:custGeom>
              <a:avLst/>
              <a:gdLst>
                <a:gd name="T0" fmla="*/ 35 w 125"/>
                <a:gd name="T1" fmla="*/ 0 h 98"/>
                <a:gd name="T2" fmla="*/ 24 w 125"/>
                <a:gd name="T3" fmla="*/ 13 h 98"/>
                <a:gd name="T4" fmla="*/ 13 w 125"/>
                <a:gd name="T5" fmla="*/ 18 h 98"/>
                <a:gd name="T6" fmla="*/ 0 w 125"/>
                <a:gd name="T7" fmla="*/ 35 h 98"/>
                <a:gd name="T8" fmla="*/ 9 w 125"/>
                <a:gd name="T9" fmla="*/ 23 h 98"/>
                <a:gd name="T10" fmla="*/ 18 w 125"/>
                <a:gd name="T11" fmla="*/ 18 h 98"/>
                <a:gd name="T12" fmla="*/ 27 w 125"/>
                <a:gd name="T13" fmla="*/ 11 h 98"/>
                <a:gd name="T14" fmla="*/ 32 w 125"/>
                <a:gd name="T15" fmla="*/ 3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98">
                  <a:moveTo>
                    <a:pt x="125" y="0"/>
                  </a:moveTo>
                  <a:cubicBezTo>
                    <a:pt x="112" y="12"/>
                    <a:pt x="100" y="26"/>
                    <a:pt x="85" y="36"/>
                  </a:cubicBezTo>
                  <a:cubicBezTo>
                    <a:pt x="74" y="44"/>
                    <a:pt x="59" y="45"/>
                    <a:pt x="47" y="51"/>
                  </a:cubicBezTo>
                  <a:cubicBezTo>
                    <a:pt x="28" y="61"/>
                    <a:pt x="14" y="83"/>
                    <a:pt x="0" y="98"/>
                  </a:cubicBezTo>
                  <a:cubicBezTo>
                    <a:pt x="14" y="91"/>
                    <a:pt x="23" y="76"/>
                    <a:pt x="34" y="66"/>
                  </a:cubicBezTo>
                  <a:cubicBezTo>
                    <a:pt x="44" y="56"/>
                    <a:pt x="51" y="54"/>
                    <a:pt x="64" y="49"/>
                  </a:cubicBezTo>
                  <a:cubicBezTo>
                    <a:pt x="74" y="44"/>
                    <a:pt x="87" y="39"/>
                    <a:pt x="94" y="31"/>
                  </a:cubicBezTo>
                  <a:cubicBezTo>
                    <a:pt x="100" y="24"/>
                    <a:pt x="105" y="12"/>
                    <a:pt x="115" y="7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1543">
              <a:extLst>
                <a:ext uri="{FF2B5EF4-FFF2-40B4-BE49-F238E27FC236}">
                  <a16:creationId xmlns:a16="http://schemas.microsoft.com/office/drawing/2014/main" id="{8A532E46-5C87-4ADF-AA87-CC682985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732"/>
              <a:ext cx="57" cy="33"/>
            </a:xfrm>
            <a:custGeom>
              <a:avLst/>
              <a:gdLst>
                <a:gd name="T0" fmla="*/ 24 w 87"/>
                <a:gd name="T1" fmla="*/ 0 h 47"/>
                <a:gd name="T2" fmla="*/ 0 w 87"/>
                <a:gd name="T3" fmla="*/ 16 h 47"/>
                <a:gd name="T4" fmla="*/ 17 w 87"/>
                <a:gd name="T5" fmla="*/ 8 h 47"/>
                <a:gd name="T6" fmla="*/ 24 w 87"/>
                <a:gd name="T7" fmla="*/ 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7">
                  <a:moveTo>
                    <a:pt x="85" y="0"/>
                  </a:moveTo>
                  <a:cubicBezTo>
                    <a:pt x="64" y="28"/>
                    <a:pt x="24" y="26"/>
                    <a:pt x="0" y="47"/>
                  </a:cubicBezTo>
                  <a:cubicBezTo>
                    <a:pt x="16" y="35"/>
                    <a:pt x="42" y="32"/>
                    <a:pt x="60" y="24"/>
                  </a:cubicBezTo>
                  <a:cubicBezTo>
                    <a:pt x="70" y="19"/>
                    <a:pt x="77" y="8"/>
                    <a:pt x="87" y="5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1544">
              <a:extLst>
                <a:ext uri="{FF2B5EF4-FFF2-40B4-BE49-F238E27FC236}">
                  <a16:creationId xmlns:a16="http://schemas.microsoft.com/office/drawing/2014/main" id="{BF5B8AE4-AD49-4B7D-AF04-EC9BF19C7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550"/>
              <a:ext cx="93" cy="39"/>
            </a:xfrm>
            <a:custGeom>
              <a:avLst/>
              <a:gdLst>
                <a:gd name="T0" fmla="*/ 0 w 142"/>
                <a:gd name="T1" fmla="*/ 1 h 55"/>
                <a:gd name="T2" fmla="*/ 7 w 142"/>
                <a:gd name="T3" fmla="*/ 1 h 55"/>
                <a:gd name="T4" fmla="*/ 16 w 142"/>
                <a:gd name="T5" fmla="*/ 4 h 55"/>
                <a:gd name="T6" fmla="*/ 18 w 142"/>
                <a:gd name="T7" fmla="*/ 6 h 55"/>
                <a:gd name="T8" fmla="*/ 19 w 142"/>
                <a:gd name="T9" fmla="*/ 9 h 55"/>
                <a:gd name="T10" fmla="*/ 24 w 142"/>
                <a:gd name="T11" fmla="*/ 12 h 55"/>
                <a:gd name="T12" fmla="*/ 29 w 142"/>
                <a:gd name="T13" fmla="*/ 15 h 55"/>
                <a:gd name="T14" fmla="*/ 40 w 142"/>
                <a:gd name="T15" fmla="*/ 20 h 55"/>
                <a:gd name="T16" fmla="*/ 31 w 142"/>
                <a:gd name="T17" fmla="*/ 18 h 55"/>
                <a:gd name="T18" fmla="*/ 24 w 142"/>
                <a:gd name="T19" fmla="*/ 15 h 55"/>
                <a:gd name="T20" fmla="*/ 18 w 142"/>
                <a:gd name="T21" fmla="*/ 9 h 55"/>
                <a:gd name="T22" fmla="*/ 18 w 142"/>
                <a:gd name="T23" fmla="*/ 6 h 55"/>
                <a:gd name="T24" fmla="*/ 17 w 142"/>
                <a:gd name="T25" fmla="*/ 6 h 55"/>
                <a:gd name="T26" fmla="*/ 12 w 142"/>
                <a:gd name="T27" fmla="*/ 2 h 55"/>
                <a:gd name="T28" fmla="*/ 0 w 142"/>
                <a:gd name="T29" fmla="*/ 3 h 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2" h="55">
                  <a:moveTo>
                    <a:pt x="0" y="4"/>
                  </a:moveTo>
                  <a:cubicBezTo>
                    <a:pt x="8" y="4"/>
                    <a:pt x="15" y="0"/>
                    <a:pt x="24" y="1"/>
                  </a:cubicBezTo>
                  <a:cubicBezTo>
                    <a:pt x="34" y="3"/>
                    <a:pt x="46" y="6"/>
                    <a:pt x="56" y="10"/>
                  </a:cubicBezTo>
                  <a:cubicBezTo>
                    <a:pt x="61" y="12"/>
                    <a:pt x="65" y="13"/>
                    <a:pt x="66" y="18"/>
                  </a:cubicBezTo>
                  <a:cubicBezTo>
                    <a:pt x="68" y="22"/>
                    <a:pt x="63" y="23"/>
                    <a:pt x="68" y="27"/>
                  </a:cubicBezTo>
                  <a:cubicBezTo>
                    <a:pt x="72" y="31"/>
                    <a:pt x="81" y="31"/>
                    <a:pt x="86" y="34"/>
                  </a:cubicBezTo>
                  <a:cubicBezTo>
                    <a:pt x="92" y="37"/>
                    <a:pt x="95" y="40"/>
                    <a:pt x="103" y="42"/>
                  </a:cubicBezTo>
                  <a:cubicBezTo>
                    <a:pt x="116" y="45"/>
                    <a:pt x="130" y="49"/>
                    <a:pt x="142" y="55"/>
                  </a:cubicBezTo>
                  <a:cubicBezTo>
                    <a:pt x="132" y="55"/>
                    <a:pt x="118" y="52"/>
                    <a:pt x="108" y="49"/>
                  </a:cubicBezTo>
                  <a:cubicBezTo>
                    <a:pt x="100" y="47"/>
                    <a:pt x="94" y="45"/>
                    <a:pt x="87" y="41"/>
                  </a:cubicBezTo>
                  <a:cubicBezTo>
                    <a:pt x="80" y="37"/>
                    <a:pt x="66" y="32"/>
                    <a:pt x="63" y="24"/>
                  </a:cubicBezTo>
                  <a:cubicBezTo>
                    <a:pt x="62" y="22"/>
                    <a:pt x="67" y="22"/>
                    <a:pt x="66" y="19"/>
                  </a:cubicBezTo>
                  <a:cubicBezTo>
                    <a:pt x="66" y="19"/>
                    <a:pt x="60" y="16"/>
                    <a:pt x="59" y="16"/>
                  </a:cubicBezTo>
                  <a:cubicBezTo>
                    <a:pt x="53" y="12"/>
                    <a:pt x="48" y="8"/>
                    <a:pt x="41" y="6"/>
                  </a:cubicBezTo>
                  <a:cubicBezTo>
                    <a:pt x="30" y="4"/>
                    <a:pt x="9" y="4"/>
                    <a:pt x="0" y="8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1545">
              <a:extLst>
                <a:ext uri="{FF2B5EF4-FFF2-40B4-BE49-F238E27FC236}">
                  <a16:creationId xmlns:a16="http://schemas.microsoft.com/office/drawing/2014/main" id="{306A45E6-B08D-4F32-BAC9-AC7AD13C5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511"/>
              <a:ext cx="70" cy="20"/>
            </a:xfrm>
            <a:custGeom>
              <a:avLst/>
              <a:gdLst>
                <a:gd name="T0" fmla="*/ 15 w 106"/>
                <a:gd name="T1" fmla="*/ 6 h 29"/>
                <a:gd name="T2" fmla="*/ 21 w 106"/>
                <a:gd name="T3" fmla="*/ 3 h 29"/>
                <a:gd name="T4" fmla="*/ 25 w 106"/>
                <a:gd name="T5" fmla="*/ 2 h 29"/>
                <a:gd name="T6" fmla="*/ 30 w 106"/>
                <a:gd name="T7" fmla="*/ 1 h 29"/>
                <a:gd name="T8" fmla="*/ 15 w 106"/>
                <a:gd name="T9" fmla="*/ 6 h 29"/>
                <a:gd name="T10" fmla="*/ 7 w 106"/>
                <a:gd name="T11" fmla="*/ 8 h 29"/>
                <a:gd name="T12" fmla="*/ 1 w 106"/>
                <a:gd name="T13" fmla="*/ 9 h 29"/>
                <a:gd name="T14" fmla="*/ 1 w 106"/>
                <a:gd name="T15" fmla="*/ 9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29">
                  <a:moveTo>
                    <a:pt x="53" y="16"/>
                  </a:moveTo>
                  <a:cubicBezTo>
                    <a:pt x="60" y="14"/>
                    <a:pt x="66" y="10"/>
                    <a:pt x="73" y="9"/>
                  </a:cubicBezTo>
                  <a:cubicBezTo>
                    <a:pt x="77" y="9"/>
                    <a:pt x="81" y="8"/>
                    <a:pt x="86" y="7"/>
                  </a:cubicBezTo>
                  <a:cubicBezTo>
                    <a:pt x="92" y="5"/>
                    <a:pt x="101" y="6"/>
                    <a:pt x="106" y="2"/>
                  </a:cubicBezTo>
                  <a:cubicBezTo>
                    <a:pt x="91" y="0"/>
                    <a:pt x="65" y="10"/>
                    <a:pt x="50" y="16"/>
                  </a:cubicBezTo>
                  <a:cubicBezTo>
                    <a:pt x="41" y="19"/>
                    <a:pt x="32" y="22"/>
                    <a:pt x="22" y="25"/>
                  </a:cubicBezTo>
                  <a:cubicBezTo>
                    <a:pt x="15" y="26"/>
                    <a:pt x="8" y="25"/>
                    <a:pt x="1" y="27"/>
                  </a:cubicBezTo>
                  <a:cubicBezTo>
                    <a:pt x="0" y="29"/>
                    <a:pt x="2" y="28"/>
                    <a:pt x="2" y="28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1546">
              <a:extLst>
                <a:ext uri="{FF2B5EF4-FFF2-40B4-BE49-F238E27FC236}">
                  <a16:creationId xmlns:a16="http://schemas.microsoft.com/office/drawing/2014/main" id="{E1A9B20A-D27E-431A-8254-EDD57B308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443"/>
              <a:ext cx="92" cy="11"/>
            </a:xfrm>
            <a:custGeom>
              <a:avLst/>
              <a:gdLst>
                <a:gd name="T0" fmla="*/ 2 w 141"/>
                <a:gd name="T1" fmla="*/ 0 h 15"/>
                <a:gd name="T2" fmla="*/ 12 w 141"/>
                <a:gd name="T3" fmla="*/ 5 h 15"/>
                <a:gd name="T4" fmla="*/ 27 w 141"/>
                <a:gd name="T5" fmla="*/ 5 h 15"/>
                <a:gd name="T6" fmla="*/ 39 w 141"/>
                <a:gd name="T7" fmla="*/ 1 h 15"/>
                <a:gd name="T8" fmla="*/ 29 w 141"/>
                <a:gd name="T9" fmla="*/ 5 h 15"/>
                <a:gd name="T10" fmla="*/ 16 w 141"/>
                <a:gd name="T11" fmla="*/ 5 h 15"/>
                <a:gd name="T12" fmla="*/ 7 w 141"/>
                <a:gd name="T13" fmla="*/ 4 h 15"/>
                <a:gd name="T14" fmla="*/ 0 w 141"/>
                <a:gd name="T15" fmla="*/ 1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15">
                  <a:moveTo>
                    <a:pt x="6" y="0"/>
                  </a:moveTo>
                  <a:cubicBezTo>
                    <a:pt x="19" y="5"/>
                    <a:pt x="30" y="10"/>
                    <a:pt x="45" y="12"/>
                  </a:cubicBezTo>
                  <a:cubicBezTo>
                    <a:pt x="62" y="14"/>
                    <a:pt x="81" y="14"/>
                    <a:pt x="99" y="12"/>
                  </a:cubicBezTo>
                  <a:cubicBezTo>
                    <a:pt x="109" y="11"/>
                    <a:pt x="134" y="10"/>
                    <a:pt x="141" y="2"/>
                  </a:cubicBezTo>
                  <a:cubicBezTo>
                    <a:pt x="128" y="5"/>
                    <a:pt x="117" y="12"/>
                    <a:pt x="103" y="13"/>
                  </a:cubicBezTo>
                  <a:cubicBezTo>
                    <a:pt x="88" y="15"/>
                    <a:pt x="72" y="12"/>
                    <a:pt x="56" y="13"/>
                  </a:cubicBezTo>
                  <a:cubicBezTo>
                    <a:pt x="45" y="14"/>
                    <a:pt x="34" y="12"/>
                    <a:pt x="23" y="10"/>
                  </a:cubicBezTo>
                  <a:cubicBezTo>
                    <a:pt x="17" y="8"/>
                    <a:pt x="6" y="0"/>
                    <a:pt x="0" y="3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1547">
              <a:extLst>
                <a:ext uri="{FF2B5EF4-FFF2-40B4-BE49-F238E27FC236}">
                  <a16:creationId xmlns:a16="http://schemas.microsoft.com/office/drawing/2014/main" id="{BDC18E29-69A4-4AD4-AF99-194277001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452"/>
              <a:ext cx="39" cy="60"/>
            </a:xfrm>
            <a:custGeom>
              <a:avLst/>
              <a:gdLst>
                <a:gd name="T0" fmla="*/ 0 w 60"/>
                <a:gd name="T1" fmla="*/ 6 h 85"/>
                <a:gd name="T2" fmla="*/ 16 w 60"/>
                <a:gd name="T3" fmla="*/ 0 h 85"/>
                <a:gd name="T4" fmla="*/ 10 w 60"/>
                <a:gd name="T5" fmla="*/ 6 h 85"/>
                <a:gd name="T6" fmla="*/ 10 w 60"/>
                <a:gd name="T7" fmla="*/ 13 h 85"/>
                <a:gd name="T8" fmla="*/ 9 w 60"/>
                <a:gd name="T9" fmla="*/ 21 h 85"/>
                <a:gd name="T10" fmla="*/ 10 w 60"/>
                <a:gd name="T11" fmla="*/ 30 h 85"/>
                <a:gd name="T12" fmla="*/ 8 w 60"/>
                <a:gd name="T13" fmla="*/ 20 h 85"/>
                <a:gd name="T14" fmla="*/ 8 w 60"/>
                <a:gd name="T15" fmla="*/ 16 h 85"/>
                <a:gd name="T16" fmla="*/ 9 w 60"/>
                <a:gd name="T17" fmla="*/ 13 h 85"/>
                <a:gd name="T18" fmla="*/ 8 w 60"/>
                <a:gd name="T19" fmla="*/ 7 h 85"/>
                <a:gd name="T20" fmla="*/ 13 w 60"/>
                <a:gd name="T21" fmla="*/ 1 h 85"/>
                <a:gd name="T22" fmla="*/ 8 w 60"/>
                <a:gd name="T23" fmla="*/ 6 h 85"/>
                <a:gd name="T24" fmla="*/ 1 w 60"/>
                <a:gd name="T25" fmla="*/ 8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85">
                  <a:moveTo>
                    <a:pt x="0" y="17"/>
                  </a:moveTo>
                  <a:cubicBezTo>
                    <a:pt x="20" y="14"/>
                    <a:pt x="43" y="10"/>
                    <a:pt x="60" y="0"/>
                  </a:cubicBezTo>
                  <a:cubicBezTo>
                    <a:pt x="53" y="5"/>
                    <a:pt x="43" y="9"/>
                    <a:pt x="38" y="16"/>
                  </a:cubicBezTo>
                  <a:cubicBezTo>
                    <a:pt x="33" y="23"/>
                    <a:pt x="40" y="27"/>
                    <a:pt x="37" y="35"/>
                  </a:cubicBezTo>
                  <a:cubicBezTo>
                    <a:pt x="33" y="46"/>
                    <a:pt x="28" y="48"/>
                    <a:pt x="32" y="60"/>
                  </a:cubicBezTo>
                  <a:cubicBezTo>
                    <a:pt x="35" y="67"/>
                    <a:pt x="39" y="77"/>
                    <a:pt x="35" y="85"/>
                  </a:cubicBezTo>
                  <a:cubicBezTo>
                    <a:pt x="32" y="76"/>
                    <a:pt x="28" y="64"/>
                    <a:pt x="27" y="55"/>
                  </a:cubicBezTo>
                  <a:cubicBezTo>
                    <a:pt x="27" y="51"/>
                    <a:pt x="27" y="48"/>
                    <a:pt x="28" y="44"/>
                  </a:cubicBezTo>
                  <a:cubicBezTo>
                    <a:pt x="29" y="41"/>
                    <a:pt x="31" y="39"/>
                    <a:pt x="32" y="35"/>
                  </a:cubicBezTo>
                  <a:cubicBezTo>
                    <a:pt x="34" y="30"/>
                    <a:pt x="29" y="25"/>
                    <a:pt x="31" y="20"/>
                  </a:cubicBezTo>
                  <a:cubicBezTo>
                    <a:pt x="32" y="15"/>
                    <a:pt x="44" y="5"/>
                    <a:pt x="48" y="4"/>
                  </a:cubicBezTo>
                  <a:cubicBezTo>
                    <a:pt x="41" y="6"/>
                    <a:pt x="34" y="12"/>
                    <a:pt x="27" y="15"/>
                  </a:cubicBezTo>
                  <a:cubicBezTo>
                    <a:pt x="19" y="18"/>
                    <a:pt x="11" y="19"/>
                    <a:pt x="4" y="22"/>
                  </a:cubicBezTo>
                </a:path>
              </a:pathLst>
            </a:custGeom>
            <a:solidFill>
              <a:srgbClr val="FCE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1548">
              <a:extLst>
                <a:ext uri="{FF2B5EF4-FFF2-40B4-BE49-F238E27FC236}">
                  <a16:creationId xmlns:a16="http://schemas.microsoft.com/office/drawing/2014/main" id="{4C9103D7-5472-4459-A674-FFE8A67BA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393"/>
              <a:ext cx="33" cy="61"/>
            </a:xfrm>
            <a:custGeom>
              <a:avLst/>
              <a:gdLst>
                <a:gd name="T0" fmla="*/ 9 w 50"/>
                <a:gd name="T1" fmla="*/ 1 h 88"/>
                <a:gd name="T2" fmla="*/ 9 w 50"/>
                <a:gd name="T3" fmla="*/ 29 h 88"/>
                <a:gd name="T4" fmla="*/ 13 w 50"/>
                <a:gd name="T5" fmla="*/ 28 h 88"/>
                <a:gd name="T6" fmla="*/ 11 w 50"/>
                <a:gd name="T7" fmla="*/ 26 h 88"/>
                <a:gd name="T8" fmla="*/ 7 w 50"/>
                <a:gd name="T9" fmla="*/ 16 h 88"/>
                <a:gd name="T10" fmla="*/ 11 w 50"/>
                <a:gd name="T11" fmla="*/ 6 h 88"/>
                <a:gd name="T12" fmla="*/ 11 w 50"/>
                <a:gd name="T13" fmla="*/ 1 h 88"/>
                <a:gd name="T14" fmla="*/ 9 w 50"/>
                <a:gd name="T15" fmla="*/ 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88">
                  <a:moveTo>
                    <a:pt x="32" y="3"/>
                  </a:moveTo>
                  <a:cubicBezTo>
                    <a:pt x="0" y="9"/>
                    <a:pt x="1" y="79"/>
                    <a:pt x="31" y="87"/>
                  </a:cubicBezTo>
                  <a:cubicBezTo>
                    <a:pt x="34" y="88"/>
                    <a:pt x="42" y="88"/>
                    <a:pt x="44" y="85"/>
                  </a:cubicBezTo>
                  <a:cubicBezTo>
                    <a:pt x="45" y="82"/>
                    <a:pt x="39" y="79"/>
                    <a:pt x="37" y="77"/>
                  </a:cubicBezTo>
                  <a:cubicBezTo>
                    <a:pt x="29" y="69"/>
                    <a:pt x="23" y="60"/>
                    <a:pt x="23" y="48"/>
                  </a:cubicBezTo>
                  <a:cubicBezTo>
                    <a:pt x="22" y="36"/>
                    <a:pt x="27" y="26"/>
                    <a:pt x="36" y="18"/>
                  </a:cubicBezTo>
                  <a:cubicBezTo>
                    <a:pt x="41" y="14"/>
                    <a:pt x="50" y="5"/>
                    <a:pt x="39" y="1"/>
                  </a:cubicBezTo>
                  <a:cubicBezTo>
                    <a:pt x="36" y="0"/>
                    <a:pt x="32" y="2"/>
                    <a:pt x="29" y="3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1549">
              <a:extLst>
                <a:ext uri="{FF2B5EF4-FFF2-40B4-BE49-F238E27FC236}">
                  <a16:creationId xmlns:a16="http://schemas.microsoft.com/office/drawing/2014/main" id="{8B20FAE0-2C92-4377-A9ED-5E1D5691A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407"/>
              <a:ext cx="14" cy="34"/>
            </a:xfrm>
            <a:custGeom>
              <a:avLst/>
              <a:gdLst>
                <a:gd name="T0" fmla="*/ 3 w 22"/>
                <a:gd name="T1" fmla="*/ 1 h 48"/>
                <a:gd name="T2" fmla="*/ 1 w 22"/>
                <a:gd name="T3" fmla="*/ 12 h 48"/>
                <a:gd name="T4" fmla="*/ 5 w 22"/>
                <a:gd name="T5" fmla="*/ 13 h 48"/>
                <a:gd name="T6" fmla="*/ 4 w 22"/>
                <a:gd name="T7" fmla="*/ 9 h 48"/>
                <a:gd name="T8" fmla="*/ 4 w 22"/>
                <a:gd name="T9" fmla="*/ 4 h 48"/>
                <a:gd name="T10" fmla="*/ 2 w 22"/>
                <a:gd name="T11" fmla="*/ 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8">
                  <a:moveTo>
                    <a:pt x="10" y="4"/>
                  </a:moveTo>
                  <a:cubicBezTo>
                    <a:pt x="3" y="9"/>
                    <a:pt x="0" y="26"/>
                    <a:pt x="4" y="34"/>
                  </a:cubicBezTo>
                  <a:cubicBezTo>
                    <a:pt x="7" y="42"/>
                    <a:pt x="22" y="48"/>
                    <a:pt x="20" y="36"/>
                  </a:cubicBezTo>
                  <a:cubicBezTo>
                    <a:pt x="19" y="31"/>
                    <a:pt x="16" y="30"/>
                    <a:pt x="16" y="24"/>
                  </a:cubicBezTo>
                  <a:cubicBezTo>
                    <a:pt x="16" y="20"/>
                    <a:pt x="18" y="16"/>
                    <a:pt x="18" y="12"/>
                  </a:cubicBezTo>
                  <a:cubicBezTo>
                    <a:pt x="18" y="7"/>
                    <a:pt x="14" y="0"/>
                    <a:pt x="8" y="4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1550">
              <a:extLst>
                <a:ext uri="{FF2B5EF4-FFF2-40B4-BE49-F238E27FC236}">
                  <a16:creationId xmlns:a16="http://schemas.microsoft.com/office/drawing/2014/main" id="{E96B11AD-D3EC-43F3-8D8C-4B93A80EE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371"/>
              <a:ext cx="23" cy="12"/>
            </a:xfrm>
            <a:custGeom>
              <a:avLst/>
              <a:gdLst>
                <a:gd name="T0" fmla="*/ 8 w 35"/>
                <a:gd name="T1" fmla="*/ 0 h 17"/>
                <a:gd name="T2" fmla="*/ 3 w 35"/>
                <a:gd name="T3" fmla="*/ 6 h 17"/>
                <a:gd name="T4" fmla="*/ 7 w 35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27" y="0"/>
                  </a:moveTo>
                  <a:cubicBezTo>
                    <a:pt x="21" y="0"/>
                    <a:pt x="0" y="12"/>
                    <a:pt x="10" y="16"/>
                  </a:cubicBezTo>
                  <a:cubicBezTo>
                    <a:pt x="15" y="17"/>
                    <a:pt x="35" y="7"/>
                    <a:pt x="26" y="1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1551">
              <a:extLst>
                <a:ext uri="{FF2B5EF4-FFF2-40B4-BE49-F238E27FC236}">
                  <a16:creationId xmlns:a16="http://schemas.microsoft.com/office/drawing/2014/main" id="{080D02D3-8BB2-42ED-B0AD-13A7CB75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400"/>
              <a:ext cx="16" cy="18"/>
            </a:xfrm>
            <a:custGeom>
              <a:avLst/>
              <a:gdLst>
                <a:gd name="T0" fmla="*/ 6 w 23"/>
                <a:gd name="T1" fmla="*/ 1 h 25"/>
                <a:gd name="T2" fmla="*/ 4 w 23"/>
                <a:gd name="T3" fmla="*/ 7 h 25"/>
                <a:gd name="T4" fmla="*/ 6 w 23"/>
                <a:gd name="T5" fmla="*/ 0 h 25"/>
                <a:gd name="T6" fmla="*/ 5 w 23"/>
                <a:gd name="T7" fmla="*/ 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7" y="1"/>
                  </a:moveTo>
                  <a:cubicBezTo>
                    <a:pt x="15" y="4"/>
                    <a:pt x="0" y="25"/>
                    <a:pt x="13" y="19"/>
                  </a:cubicBezTo>
                  <a:cubicBezTo>
                    <a:pt x="18" y="16"/>
                    <a:pt x="23" y="5"/>
                    <a:pt x="19" y="0"/>
                  </a:cubicBezTo>
                  <a:cubicBezTo>
                    <a:pt x="17" y="0"/>
                    <a:pt x="15" y="2"/>
                    <a:pt x="14" y="4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1552">
              <a:extLst>
                <a:ext uri="{FF2B5EF4-FFF2-40B4-BE49-F238E27FC236}">
                  <a16:creationId xmlns:a16="http://schemas.microsoft.com/office/drawing/2014/main" id="{73C6431C-9660-49A5-B7DE-8A516264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458"/>
              <a:ext cx="27" cy="29"/>
            </a:xfrm>
            <a:custGeom>
              <a:avLst/>
              <a:gdLst>
                <a:gd name="T0" fmla="*/ 11 w 40"/>
                <a:gd name="T1" fmla="*/ 1 h 41"/>
                <a:gd name="T2" fmla="*/ 5 w 40"/>
                <a:gd name="T3" fmla="*/ 5 h 41"/>
                <a:gd name="T4" fmla="*/ 1 w 40"/>
                <a:gd name="T5" fmla="*/ 13 h 41"/>
                <a:gd name="T6" fmla="*/ 9 w 40"/>
                <a:gd name="T7" fmla="*/ 6 h 41"/>
                <a:gd name="T8" fmla="*/ 11 w 4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35" y="1"/>
                  </a:moveTo>
                  <a:cubicBezTo>
                    <a:pt x="27" y="2"/>
                    <a:pt x="21" y="7"/>
                    <a:pt x="15" y="14"/>
                  </a:cubicBezTo>
                  <a:cubicBezTo>
                    <a:pt x="13" y="17"/>
                    <a:pt x="0" y="32"/>
                    <a:pt x="3" y="36"/>
                  </a:cubicBezTo>
                  <a:cubicBezTo>
                    <a:pt x="7" y="41"/>
                    <a:pt x="25" y="18"/>
                    <a:pt x="29" y="15"/>
                  </a:cubicBezTo>
                  <a:cubicBezTo>
                    <a:pt x="31" y="12"/>
                    <a:pt x="40" y="3"/>
                    <a:pt x="34" y="0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1553">
              <a:extLst>
                <a:ext uri="{FF2B5EF4-FFF2-40B4-BE49-F238E27FC236}">
                  <a16:creationId xmlns:a16="http://schemas.microsoft.com/office/drawing/2014/main" id="{5E70BA56-FB1C-4D26-B495-FF481C79E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447"/>
              <a:ext cx="9" cy="30"/>
            </a:xfrm>
            <a:custGeom>
              <a:avLst/>
              <a:gdLst>
                <a:gd name="T0" fmla="*/ 3 w 13"/>
                <a:gd name="T1" fmla="*/ 1 h 42"/>
                <a:gd name="T2" fmla="*/ 0 w 13"/>
                <a:gd name="T3" fmla="*/ 8 h 42"/>
                <a:gd name="T4" fmla="*/ 4 w 13"/>
                <a:gd name="T5" fmla="*/ 12 h 42"/>
                <a:gd name="T6" fmla="*/ 3 w 13"/>
                <a:gd name="T7" fmla="*/ 8 h 42"/>
                <a:gd name="T8" fmla="*/ 4 w 13"/>
                <a:gd name="T9" fmla="*/ 3 h 42"/>
                <a:gd name="T10" fmla="*/ 3 w 13"/>
                <a:gd name="T11" fmla="*/ 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2">
                  <a:moveTo>
                    <a:pt x="8" y="2"/>
                  </a:moveTo>
                  <a:cubicBezTo>
                    <a:pt x="2" y="1"/>
                    <a:pt x="0" y="16"/>
                    <a:pt x="0" y="21"/>
                  </a:cubicBezTo>
                  <a:cubicBezTo>
                    <a:pt x="0" y="24"/>
                    <a:pt x="8" y="42"/>
                    <a:pt x="12" y="34"/>
                  </a:cubicBezTo>
                  <a:cubicBezTo>
                    <a:pt x="13" y="31"/>
                    <a:pt x="10" y="24"/>
                    <a:pt x="9" y="22"/>
                  </a:cubicBezTo>
                  <a:cubicBezTo>
                    <a:pt x="9" y="17"/>
                    <a:pt x="11" y="12"/>
                    <a:pt x="11" y="8"/>
                  </a:cubicBezTo>
                  <a:cubicBezTo>
                    <a:pt x="10" y="6"/>
                    <a:pt x="10" y="0"/>
                    <a:pt x="8" y="3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1554">
              <a:extLst>
                <a:ext uri="{FF2B5EF4-FFF2-40B4-BE49-F238E27FC236}">
                  <a16:creationId xmlns:a16="http://schemas.microsoft.com/office/drawing/2014/main" id="{B7A2DF3F-23D8-4597-95A9-52E2B859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372"/>
              <a:ext cx="26" cy="32"/>
            </a:xfrm>
            <a:custGeom>
              <a:avLst/>
              <a:gdLst>
                <a:gd name="T0" fmla="*/ 10 w 39"/>
                <a:gd name="T1" fmla="*/ 0 h 45"/>
                <a:gd name="T2" fmla="*/ 1 w 39"/>
                <a:gd name="T3" fmla="*/ 7 h 45"/>
                <a:gd name="T4" fmla="*/ 6 w 39"/>
                <a:gd name="T5" fmla="*/ 13 h 45"/>
                <a:gd name="T6" fmla="*/ 9 w 39"/>
                <a:gd name="T7" fmla="*/ 6 h 45"/>
                <a:gd name="T8" fmla="*/ 11 w 39"/>
                <a:gd name="T9" fmla="*/ 3 h 45"/>
                <a:gd name="T10" fmla="*/ 7 w 39"/>
                <a:gd name="T11" fmla="*/ 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5">
                  <a:moveTo>
                    <a:pt x="35" y="0"/>
                  </a:moveTo>
                  <a:cubicBezTo>
                    <a:pt x="23" y="6"/>
                    <a:pt x="11" y="5"/>
                    <a:pt x="5" y="20"/>
                  </a:cubicBezTo>
                  <a:cubicBezTo>
                    <a:pt x="0" y="32"/>
                    <a:pt x="7" y="45"/>
                    <a:pt x="20" y="35"/>
                  </a:cubicBezTo>
                  <a:cubicBezTo>
                    <a:pt x="26" y="30"/>
                    <a:pt x="28" y="24"/>
                    <a:pt x="31" y="18"/>
                  </a:cubicBezTo>
                  <a:cubicBezTo>
                    <a:pt x="33" y="16"/>
                    <a:pt x="37" y="12"/>
                    <a:pt x="38" y="9"/>
                  </a:cubicBezTo>
                  <a:cubicBezTo>
                    <a:pt x="39" y="2"/>
                    <a:pt x="30" y="1"/>
                    <a:pt x="25" y="4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1555">
              <a:extLst>
                <a:ext uri="{FF2B5EF4-FFF2-40B4-BE49-F238E27FC236}">
                  <a16:creationId xmlns:a16="http://schemas.microsoft.com/office/drawing/2014/main" id="{5F7043C3-E1E3-44E3-B841-F34326099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398"/>
              <a:ext cx="10" cy="12"/>
            </a:xfrm>
            <a:custGeom>
              <a:avLst/>
              <a:gdLst>
                <a:gd name="T0" fmla="*/ 4 w 16"/>
                <a:gd name="T1" fmla="*/ 1 h 17"/>
                <a:gd name="T2" fmla="*/ 1 w 16"/>
                <a:gd name="T3" fmla="*/ 6 h 17"/>
                <a:gd name="T4" fmla="*/ 4 w 16"/>
                <a:gd name="T5" fmla="*/ 1 h 17"/>
                <a:gd name="T6" fmla="*/ 3 w 16"/>
                <a:gd name="T7" fmla="*/ 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3"/>
                  </a:moveTo>
                  <a:cubicBezTo>
                    <a:pt x="11" y="0"/>
                    <a:pt x="0" y="11"/>
                    <a:pt x="1" y="16"/>
                  </a:cubicBezTo>
                  <a:cubicBezTo>
                    <a:pt x="6" y="17"/>
                    <a:pt x="15" y="9"/>
                    <a:pt x="15" y="4"/>
                  </a:cubicBezTo>
                  <a:cubicBezTo>
                    <a:pt x="13" y="4"/>
                    <a:pt x="12" y="4"/>
                    <a:pt x="11" y="5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1556">
              <a:extLst>
                <a:ext uri="{FF2B5EF4-FFF2-40B4-BE49-F238E27FC236}">
                  <a16:creationId xmlns:a16="http://schemas.microsoft.com/office/drawing/2014/main" id="{3832F377-6EA2-48B4-8AEA-FFA6CD207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454"/>
              <a:ext cx="10" cy="9"/>
            </a:xfrm>
            <a:custGeom>
              <a:avLst/>
              <a:gdLst>
                <a:gd name="T0" fmla="*/ 3 w 15"/>
                <a:gd name="T1" fmla="*/ 1 h 14"/>
                <a:gd name="T2" fmla="*/ 3 w 15"/>
                <a:gd name="T3" fmla="*/ 4 h 14"/>
                <a:gd name="T4" fmla="*/ 3 w 15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2" y="3"/>
                  </a:moveTo>
                  <a:cubicBezTo>
                    <a:pt x="5" y="0"/>
                    <a:pt x="0" y="14"/>
                    <a:pt x="9" y="14"/>
                  </a:cubicBezTo>
                  <a:cubicBezTo>
                    <a:pt x="15" y="14"/>
                    <a:pt x="9" y="7"/>
                    <a:pt x="10" y="3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1557">
              <a:extLst>
                <a:ext uri="{FF2B5EF4-FFF2-40B4-BE49-F238E27FC236}">
                  <a16:creationId xmlns:a16="http://schemas.microsoft.com/office/drawing/2014/main" id="{40D88803-BB4D-4974-85F9-0A6E19B6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446"/>
              <a:ext cx="10" cy="10"/>
            </a:xfrm>
            <a:custGeom>
              <a:avLst/>
              <a:gdLst>
                <a:gd name="T0" fmla="*/ 3 w 16"/>
                <a:gd name="T1" fmla="*/ 2 h 14"/>
                <a:gd name="T2" fmla="*/ 3 w 16"/>
                <a:gd name="T3" fmla="*/ 5 h 14"/>
                <a:gd name="T4" fmla="*/ 3 w 1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2" y="5"/>
                  </a:moveTo>
                  <a:cubicBezTo>
                    <a:pt x="6" y="0"/>
                    <a:pt x="0" y="14"/>
                    <a:pt x="9" y="14"/>
                  </a:cubicBezTo>
                  <a:cubicBezTo>
                    <a:pt x="14" y="13"/>
                    <a:pt x="16" y="6"/>
                    <a:pt x="12" y="3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1558">
              <a:extLst>
                <a:ext uri="{FF2B5EF4-FFF2-40B4-BE49-F238E27FC236}">
                  <a16:creationId xmlns:a16="http://schemas.microsoft.com/office/drawing/2014/main" id="{09ED5B4F-6A9A-4854-B74A-33753FBB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473"/>
              <a:ext cx="15" cy="10"/>
            </a:xfrm>
            <a:custGeom>
              <a:avLst/>
              <a:gdLst>
                <a:gd name="T0" fmla="*/ 7 w 23"/>
                <a:gd name="T1" fmla="*/ 0 h 14"/>
                <a:gd name="T2" fmla="*/ 3 w 23"/>
                <a:gd name="T3" fmla="*/ 4 h 14"/>
                <a:gd name="T4" fmla="*/ 6 w 23"/>
                <a:gd name="T5" fmla="*/ 1 h 14"/>
                <a:gd name="T6" fmla="*/ 5 w 2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18" y="0"/>
                    <a:pt x="0" y="6"/>
                    <a:pt x="10" y="11"/>
                  </a:cubicBezTo>
                  <a:cubicBezTo>
                    <a:pt x="17" y="14"/>
                    <a:pt x="20" y="5"/>
                    <a:pt x="22" y="1"/>
                  </a:cubicBezTo>
                  <a:cubicBezTo>
                    <a:pt x="21" y="1"/>
                    <a:pt x="21" y="0"/>
                    <a:pt x="20" y="0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1559">
              <a:extLst>
                <a:ext uri="{FF2B5EF4-FFF2-40B4-BE49-F238E27FC236}">
                  <a16:creationId xmlns:a16="http://schemas.microsoft.com/office/drawing/2014/main" id="{07B5D3A4-EBDF-47C7-98A3-4EE162801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505"/>
              <a:ext cx="18" cy="16"/>
            </a:xfrm>
            <a:custGeom>
              <a:avLst/>
              <a:gdLst>
                <a:gd name="T0" fmla="*/ 8 w 28"/>
                <a:gd name="T1" fmla="*/ 1 h 23"/>
                <a:gd name="T2" fmla="*/ 1 w 28"/>
                <a:gd name="T3" fmla="*/ 7 h 23"/>
                <a:gd name="T4" fmla="*/ 4 w 28"/>
                <a:gd name="T5" fmla="*/ 4 h 23"/>
                <a:gd name="T6" fmla="*/ 7 w 28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28" y="4"/>
                  </a:moveTo>
                  <a:cubicBezTo>
                    <a:pt x="16" y="0"/>
                    <a:pt x="0" y="7"/>
                    <a:pt x="2" y="21"/>
                  </a:cubicBezTo>
                  <a:cubicBezTo>
                    <a:pt x="9" y="23"/>
                    <a:pt x="11" y="17"/>
                    <a:pt x="15" y="13"/>
                  </a:cubicBezTo>
                  <a:cubicBezTo>
                    <a:pt x="18" y="9"/>
                    <a:pt x="26" y="7"/>
                    <a:pt x="27" y="3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1560">
              <a:extLst>
                <a:ext uri="{FF2B5EF4-FFF2-40B4-BE49-F238E27FC236}">
                  <a16:creationId xmlns:a16="http://schemas.microsoft.com/office/drawing/2014/main" id="{CB69BF72-8AF4-45B8-B0D0-D1DD176E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280"/>
              <a:ext cx="25" cy="19"/>
            </a:xfrm>
            <a:custGeom>
              <a:avLst/>
              <a:gdLst>
                <a:gd name="T0" fmla="*/ 10 w 39"/>
                <a:gd name="T1" fmla="*/ 1 h 28"/>
                <a:gd name="T2" fmla="*/ 0 w 39"/>
                <a:gd name="T3" fmla="*/ 8 h 28"/>
                <a:gd name="T4" fmla="*/ 4 w 39"/>
                <a:gd name="T5" fmla="*/ 8 h 28"/>
                <a:gd name="T6" fmla="*/ 10 w 39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9" y="1"/>
                  </a:moveTo>
                  <a:cubicBezTo>
                    <a:pt x="30" y="0"/>
                    <a:pt x="1" y="16"/>
                    <a:pt x="0" y="25"/>
                  </a:cubicBezTo>
                  <a:cubicBezTo>
                    <a:pt x="4" y="28"/>
                    <a:pt x="9" y="28"/>
                    <a:pt x="14" y="27"/>
                  </a:cubicBezTo>
                  <a:cubicBezTo>
                    <a:pt x="14" y="17"/>
                    <a:pt x="31" y="15"/>
                    <a:pt x="36" y="7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1561">
              <a:extLst>
                <a:ext uri="{FF2B5EF4-FFF2-40B4-BE49-F238E27FC236}">
                  <a16:creationId xmlns:a16="http://schemas.microsoft.com/office/drawing/2014/main" id="{1A1A9267-21DF-4A6E-9C18-C78891C56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395"/>
              <a:ext cx="35" cy="30"/>
            </a:xfrm>
            <a:custGeom>
              <a:avLst/>
              <a:gdLst>
                <a:gd name="T0" fmla="*/ 12 w 53"/>
                <a:gd name="T1" fmla="*/ 4 h 43"/>
                <a:gd name="T2" fmla="*/ 0 w 53"/>
                <a:gd name="T3" fmla="*/ 12 h 43"/>
                <a:gd name="T4" fmla="*/ 7 w 53"/>
                <a:gd name="T5" fmla="*/ 10 h 43"/>
                <a:gd name="T6" fmla="*/ 15 w 53"/>
                <a:gd name="T7" fmla="*/ 3 h 43"/>
                <a:gd name="T8" fmla="*/ 11 w 53"/>
                <a:gd name="T9" fmla="*/ 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41" y="12"/>
                  </a:moveTo>
                  <a:cubicBezTo>
                    <a:pt x="26" y="0"/>
                    <a:pt x="3" y="20"/>
                    <a:pt x="0" y="35"/>
                  </a:cubicBezTo>
                  <a:cubicBezTo>
                    <a:pt x="7" y="43"/>
                    <a:pt x="17" y="33"/>
                    <a:pt x="23" y="29"/>
                  </a:cubicBezTo>
                  <a:cubicBezTo>
                    <a:pt x="33" y="23"/>
                    <a:pt x="47" y="18"/>
                    <a:pt x="53" y="9"/>
                  </a:cubicBezTo>
                  <a:cubicBezTo>
                    <a:pt x="49" y="7"/>
                    <a:pt x="43" y="7"/>
                    <a:pt x="39" y="11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1562">
              <a:extLst>
                <a:ext uri="{FF2B5EF4-FFF2-40B4-BE49-F238E27FC236}">
                  <a16:creationId xmlns:a16="http://schemas.microsoft.com/office/drawing/2014/main" id="{856D84E2-4841-449A-A508-83FC8CD4C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144"/>
              <a:ext cx="19" cy="36"/>
            </a:xfrm>
            <a:custGeom>
              <a:avLst/>
              <a:gdLst>
                <a:gd name="T0" fmla="*/ 7 w 29"/>
                <a:gd name="T1" fmla="*/ 0 h 51"/>
                <a:gd name="T2" fmla="*/ 0 w 29"/>
                <a:gd name="T3" fmla="*/ 16 h 51"/>
                <a:gd name="T4" fmla="*/ 8 w 29"/>
                <a:gd name="T5" fmla="*/ 1 h 51"/>
                <a:gd name="T6" fmla="*/ 8 w 29"/>
                <a:gd name="T7" fmla="*/ 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1">
                  <a:moveTo>
                    <a:pt x="26" y="0"/>
                  </a:moveTo>
                  <a:cubicBezTo>
                    <a:pt x="14" y="12"/>
                    <a:pt x="2" y="27"/>
                    <a:pt x="0" y="44"/>
                  </a:cubicBezTo>
                  <a:cubicBezTo>
                    <a:pt x="10" y="51"/>
                    <a:pt x="29" y="12"/>
                    <a:pt x="29" y="2"/>
                  </a:cubicBezTo>
                  <a:cubicBezTo>
                    <a:pt x="27" y="2"/>
                    <a:pt x="28" y="3"/>
                    <a:pt x="27" y="3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1563">
              <a:extLst>
                <a:ext uri="{FF2B5EF4-FFF2-40B4-BE49-F238E27FC236}">
                  <a16:creationId xmlns:a16="http://schemas.microsoft.com/office/drawing/2014/main" id="{D5BD75E7-2166-4D27-83C3-1FD517C19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131"/>
              <a:ext cx="13" cy="13"/>
            </a:xfrm>
            <a:custGeom>
              <a:avLst/>
              <a:gdLst>
                <a:gd name="T0" fmla="*/ 5 w 21"/>
                <a:gd name="T1" fmla="*/ 1 h 19"/>
                <a:gd name="T2" fmla="*/ 0 w 21"/>
                <a:gd name="T3" fmla="*/ 5 h 19"/>
                <a:gd name="T4" fmla="*/ 5 w 21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21" y="2"/>
                  </a:moveTo>
                  <a:cubicBezTo>
                    <a:pt x="15" y="0"/>
                    <a:pt x="1" y="10"/>
                    <a:pt x="0" y="16"/>
                  </a:cubicBezTo>
                  <a:cubicBezTo>
                    <a:pt x="7" y="19"/>
                    <a:pt x="18" y="12"/>
                    <a:pt x="21" y="5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1564">
              <a:extLst>
                <a:ext uri="{FF2B5EF4-FFF2-40B4-BE49-F238E27FC236}">
                  <a16:creationId xmlns:a16="http://schemas.microsoft.com/office/drawing/2014/main" id="{65E05F04-94FD-425B-A487-D506202F4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087"/>
              <a:ext cx="14" cy="8"/>
            </a:xfrm>
            <a:custGeom>
              <a:avLst/>
              <a:gdLst>
                <a:gd name="T0" fmla="*/ 2 w 20"/>
                <a:gd name="T1" fmla="*/ 1 h 12"/>
                <a:gd name="T2" fmla="*/ 1 w 20"/>
                <a:gd name="T3" fmla="*/ 3 h 12"/>
                <a:gd name="T4" fmla="*/ 7 w 2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6" y="1"/>
                  </a:moveTo>
                  <a:cubicBezTo>
                    <a:pt x="3" y="3"/>
                    <a:pt x="0" y="7"/>
                    <a:pt x="4" y="9"/>
                  </a:cubicBezTo>
                  <a:cubicBezTo>
                    <a:pt x="8" y="12"/>
                    <a:pt x="17" y="3"/>
                    <a:pt x="20" y="0"/>
                  </a:cubicBezTo>
                </a:path>
              </a:pathLst>
            </a:custGeom>
            <a:solidFill>
              <a:srgbClr val="E0B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1565">
              <a:extLst>
                <a:ext uri="{FF2B5EF4-FFF2-40B4-BE49-F238E27FC236}">
                  <a16:creationId xmlns:a16="http://schemas.microsoft.com/office/drawing/2014/main" id="{81BB36FF-9152-4CCB-A6F1-8C1E901D5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337"/>
              <a:ext cx="184" cy="124"/>
            </a:xfrm>
            <a:custGeom>
              <a:avLst/>
              <a:gdLst>
                <a:gd name="T0" fmla="*/ 18 w 280"/>
                <a:gd name="T1" fmla="*/ 22 h 177"/>
                <a:gd name="T2" fmla="*/ 3 w 280"/>
                <a:gd name="T3" fmla="*/ 40 h 177"/>
                <a:gd name="T4" fmla="*/ 14 w 280"/>
                <a:gd name="T5" fmla="*/ 60 h 177"/>
                <a:gd name="T6" fmla="*/ 49 w 280"/>
                <a:gd name="T7" fmla="*/ 52 h 177"/>
                <a:gd name="T8" fmla="*/ 74 w 280"/>
                <a:gd name="T9" fmla="*/ 34 h 177"/>
                <a:gd name="T10" fmla="*/ 80 w 280"/>
                <a:gd name="T11" fmla="*/ 15 h 177"/>
                <a:gd name="T12" fmla="*/ 68 w 280"/>
                <a:gd name="T13" fmla="*/ 2 h 177"/>
                <a:gd name="T14" fmla="*/ 45 w 280"/>
                <a:gd name="T15" fmla="*/ 14 h 177"/>
                <a:gd name="T16" fmla="*/ 35 w 280"/>
                <a:gd name="T17" fmla="*/ 18 h 177"/>
                <a:gd name="T18" fmla="*/ 25 w 280"/>
                <a:gd name="T19" fmla="*/ 20 h 1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177">
                  <a:moveTo>
                    <a:pt x="66" y="63"/>
                  </a:moveTo>
                  <a:cubicBezTo>
                    <a:pt x="40" y="65"/>
                    <a:pt x="20" y="93"/>
                    <a:pt x="12" y="115"/>
                  </a:cubicBezTo>
                  <a:cubicBezTo>
                    <a:pt x="0" y="147"/>
                    <a:pt x="20" y="171"/>
                    <a:pt x="52" y="174"/>
                  </a:cubicBezTo>
                  <a:cubicBezTo>
                    <a:pt x="90" y="177"/>
                    <a:pt x="133" y="159"/>
                    <a:pt x="170" y="151"/>
                  </a:cubicBezTo>
                  <a:cubicBezTo>
                    <a:pt x="205" y="143"/>
                    <a:pt x="244" y="134"/>
                    <a:pt x="262" y="100"/>
                  </a:cubicBezTo>
                  <a:cubicBezTo>
                    <a:pt x="272" y="81"/>
                    <a:pt x="280" y="66"/>
                    <a:pt x="280" y="45"/>
                  </a:cubicBezTo>
                  <a:cubicBezTo>
                    <a:pt x="279" y="24"/>
                    <a:pt x="266" y="0"/>
                    <a:pt x="242" y="5"/>
                  </a:cubicBezTo>
                  <a:cubicBezTo>
                    <a:pt x="213" y="11"/>
                    <a:pt x="187" y="34"/>
                    <a:pt x="158" y="42"/>
                  </a:cubicBezTo>
                  <a:cubicBezTo>
                    <a:pt x="146" y="45"/>
                    <a:pt x="135" y="49"/>
                    <a:pt x="123" y="53"/>
                  </a:cubicBezTo>
                  <a:cubicBezTo>
                    <a:pt x="112" y="56"/>
                    <a:pt x="99" y="51"/>
                    <a:pt x="89" y="57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1566">
              <a:extLst>
                <a:ext uri="{FF2B5EF4-FFF2-40B4-BE49-F238E27FC236}">
                  <a16:creationId xmlns:a16="http://schemas.microsoft.com/office/drawing/2014/main" id="{0DA956EB-625C-4BB2-8EE8-0089AAA9F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388"/>
              <a:ext cx="52" cy="63"/>
            </a:xfrm>
            <a:custGeom>
              <a:avLst/>
              <a:gdLst>
                <a:gd name="T0" fmla="*/ 18 w 79"/>
                <a:gd name="T1" fmla="*/ 1 h 90"/>
                <a:gd name="T2" fmla="*/ 4 w 79"/>
                <a:gd name="T3" fmla="*/ 25 h 90"/>
                <a:gd name="T4" fmla="*/ 15 w 79"/>
                <a:gd name="T5" fmla="*/ 21 h 90"/>
                <a:gd name="T6" fmla="*/ 17 w 79"/>
                <a:gd name="T7" fmla="*/ 13 h 90"/>
                <a:gd name="T8" fmla="*/ 22 w 79"/>
                <a:gd name="T9" fmla="*/ 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0">
                  <a:moveTo>
                    <a:pt x="65" y="3"/>
                  </a:moveTo>
                  <a:cubicBezTo>
                    <a:pt x="37" y="0"/>
                    <a:pt x="0" y="43"/>
                    <a:pt x="13" y="71"/>
                  </a:cubicBezTo>
                  <a:cubicBezTo>
                    <a:pt x="22" y="90"/>
                    <a:pt x="46" y="77"/>
                    <a:pt x="53" y="62"/>
                  </a:cubicBezTo>
                  <a:cubicBezTo>
                    <a:pt x="56" y="55"/>
                    <a:pt x="55" y="45"/>
                    <a:pt x="60" y="38"/>
                  </a:cubicBezTo>
                  <a:cubicBezTo>
                    <a:pt x="65" y="32"/>
                    <a:pt x="74" y="29"/>
                    <a:pt x="79" y="23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1567">
              <a:extLst>
                <a:ext uri="{FF2B5EF4-FFF2-40B4-BE49-F238E27FC236}">
                  <a16:creationId xmlns:a16="http://schemas.microsoft.com/office/drawing/2014/main" id="{94D69397-B723-4CE4-8A90-7E14215B7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1282"/>
              <a:ext cx="53" cy="49"/>
            </a:xfrm>
            <a:custGeom>
              <a:avLst/>
              <a:gdLst>
                <a:gd name="T0" fmla="*/ 5 w 81"/>
                <a:gd name="T1" fmla="*/ 23 h 70"/>
                <a:gd name="T2" fmla="*/ 22 w 81"/>
                <a:gd name="T3" fmla="*/ 9 h 70"/>
                <a:gd name="T4" fmla="*/ 14 w 81"/>
                <a:gd name="T5" fmla="*/ 8 h 70"/>
                <a:gd name="T6" fmla="*/ 5 w 81"/>
                <a:gd name="T7" fmla="*/ 15 h 70"/>
                <a:gd name="T8" fmla="*/ 5 w 81"/>
                <a:gd name="T9" fmla="*/ 2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70">
                  <a:moveTo>
                    <a:pt x="17" y="67"/>
                  </a:moveTo>
                  <a:cubicBezTo>
                    <a:pt x="35" y="70"/>
                    <a:pt x="81" y="49"/>
                    <a:pt x="80" y="25"/>
                  </a:cubicBezTo>
                  <a:cubicBezTo>
                    <a:pt x="79" y="0"/>
                    <a:pt x="62" y="12"/>
                    <a:pt x="52" y="22"/>
                  </a:cubicBezTo>
                  <a:cubicBezTo>
                    <a:pt x="42" y="33"/>
                    <a:pt x="29" y="36"/>
                    <a:pt x="17" y="44"/>
                  </a:cubicBezTo>
                  <a:cubicBezTo>
                    <a:pt x="10" y="49"/>
                    <a:pt x="0" y="63"/>
                    <a:pt x="15" y="67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1568">
              <a:extLst>
                <a:ext uri="{FF2B5EF4-FFF2-40B4-BE49-F238E27FC236}">
                  <a16:creationId xmlns:a16="http://schemas.microsoft.com/office/drawing/2014/main" id="{FDB1B9B4-1AC7-43AC-AE44-01099B13A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298"/>
              <a:ext cx="34" cy="25"/>
            </a:xfrm>
            <a:custGeom>
              <a:avLst/>
              <a:gdLst>
                <a:gd name="T0" fmla="*/ 0 w 51"/>
                <a:gd name="T1" fmla="*/ 2 h 36"/>
                <a:gd name="T2" fmla="*/ 7 w 51"/>
                <a:gd name="T3" fmla="*/ 10 h 36"/>
                <a:gd name="T4" fmla="*/ 15 w 51"/>
                <a:gd name="T5" fmla="*/ 6 h 36"/>
                <a:gd name="T6" fmla="*/ 10 w 51"/>
                <a:gd name="T7" fmla="*/ 1 h 36"/>
                <a:gd name="T8" fmla="*/ 2 w 51"/>
                <a:gd name="T9" fmla="*/ 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6">
                  <a:moveTo>
                    <a:pt x="0" y="6"/>
                  </a:moveTo>
                  <a:cubicBezTo>
                    <a:pt x="6" y="14"/>
                    <a:pt x="13" y="28"/>
                    <a:pt x="23" y="32"/>
                  </a:cubicBezTo>
                  <a:cubicBezTo>
                    <a:pt x="32" y="36"/>
                    <a:pt x="51" y="32"/>
                    <a:pt x="51" y="19"/>
                  </a:cubicBezTo>
                  <a:cubicBezTo>
                    <a:pt x="51" y="14"/>
                    <a:pt x="39" y="7"/>
                    <a:pt x="35" y="5"/>
                  </a:cubicBezTo>
                  <a:cubicBezTo>
                    <a:pt x="26" y="0"/>
                    <a:pt x="16" y="1"/>
                    <a:pt x="7" y="3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1569">
              <a:extLst>
                <a:ext uri="{FF2B5EF4-FFF2-40B4-BE49-F238E27FC236}">
                  <a16:creationId xmlns:a16="http://schemas.microsoft.com/office/drawing/2014/main" id="{539FF2D9-1737-4932-A5CA-D639BC92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259"/>
              <a:ext cx="64" cy="34"/>
            </a:xfrm>
            <a:custGeom>
              <a:avLst/>
              <a:gdLst>
                <a:gd name="T0" fmla="*/ 1 w 98"/>
                <a:gd name="T1" fmla="*/ 17 h 48"/>
                <a:gd name="T2" fmla="*/ 8 w 98"/>
                <a:gd name="T3" fmla="*/ 11 h 48"/>
                <a:gd name="T4" fmla="*/ 16 w 98"/>
                <a:gd name="T5" fmla="*/ 11 h 48"/>
                <a:gd name="T6" fmla="*/ 27 w 98"/>
                <a:gd name="T7" fmla="*/ 6 h 48"/>
                <a:gd name="T8" fmla="*/ 16 w 98"/>
                <a:gd name="T9" fmla="*/ 1 h 48"/>
                <a:gd name="T10" fmla="*/ 0 w 98"/>
                <a:gd name="T11" fmla="*/ 13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48">
                  <a:moveTo>
                    <a:pt x="1" y="48"/>
                  </a:moveTo>
                  <a:cubicBezTo>
                    <a:pt x="9" y="42"/>
                    <a:pt x="17" y="35"/>
                    <a:pt x="27" y="32"/>
                  </a:cubicBezTo>
                  <a:cubicBezTo>
                    <a:pt x="36" y="29"/>
                    <a:pt x="45" y="32"/>
                    <a:pt x="55" y="31"/>
                  </a:cubicBezTo>
                  <a:cubicBezTo>
                    <a:pt x="61" y="30"/>
                    <a:pt x="98" y="28"/>
                    <a:pt x="98" y="18"/>
                  </a:cubicBezTo>
                  <a:cubicBezTo>
                    <a:pt x="98" y="4"/>
                    <a:pt x="68" y="0"/>
                    <a:pt x="60" y="2"/>
                  </a:cubicBezTo>
                  <a:cubicBezTo>
                    <a:pt x="41" y="5"/>
                    <a:pt x="5" y="16"/>
                    <a:pt x="0" y="38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1570">
              <a:extLst>
                <a:ext uri="{FF2B5EF4-FFF2-40B4-BE49-F238E27FC236}">
                  <a16:creationId xmlns:a16="http://schemas.microsoft.com/office/drawing/2014/main" id="{FD4B5BD6-0B9C-4E1C-A5B9-A5BAB4DDE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296"/>
              <a:ext cx="17" cy="17"/>
            </a:xfrm>
            <a:custGeom>
              <a:avLst/>
              <a:gdLst>
                <a:gd name="T0" fmla="*/ 0 w 25"/>
                <a:gd name="T1" fmla="*/ 6 h 23"/>
                <a:gd name="T2" fmla="*/ 8 w 25"/>
                <a:gd name="T3" fmla="*/ 1 h 23"/>
                <a:gd name="T4" fmla="*/ 1 w 25"/>
                <a:gd name="T5" fmla="*/ 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0" y="15"/>
                  </a:moveTo>
                  <a:cubicBezTo>
                    <a:pt x="9" y="23"/>
                    <a:pt x="23" y="15"/>
                    <a:pt x="25" y="4"/>
                  </a:cubicBezTo>
                  <a:cubicBezTo>
                    <a:pt x="19" y="0"/>
                    <a:pt x="8" y="1"/>
                    <a:pt x="5" y="9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1571">
              <a:extLst>
                <a:ext uri="{FF2B5EF4-FFF2-40B4-BE49-F238E27FC236}">
                  <a16:creationId xmlns:a16="http://schemas.microsoft.com/office/drawing/2014/main" id="{87CDB172-BD88-4645-B638-06775F75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273"/>
              <a:ext cx="14" cy="22"/>
            </a:xfrm>
            <a:custGeom>
              <a:avLst/>
              <a:gdLst>
                <a:gd name="T0" fmla="*/ 0 w 22"/>
                <a:gd name="T1" fmla="*/ 9 h 31"/>
                <a:gd name="T2" fmla="*/ 1 w 22"/>
                <a:gd name="T3" fmla="*/ 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6"/>
                  </a:moveTo>
                  <a:cubicBezTo>
                    <a:pt x="22" y="31"/>
                    <a:pt x="10" y="0"/>
                    <a:pt x="2" y="14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1572">
              <a:extLst>
                <a:ext uri="{FF2B5EF4-FFF2-40B4-BE49-F238E27FC236}">
                  <a16:creationId xmlns:a16="http://schemas.microsoft.com/office/drawing/2014/main" id="{BB94625C-11C1-4B21-B573-9930772C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303"/>
              <a:ext cx="10" cy="10"/>
            </a:xfrm>
            <a:custGeom>
              <a:avLst/>
              <a:gdLst>
                <a:gd name="T0" fmla="*/ 0 w 15"/>
                <a:gd name="T1" fmla="*/ 4 h 14"/>
                <a:gd name="T2" fmla="*/ 3 w 15"/>
                <a:gd name="T3" fmla="*/ 3 h 14"/>
                <a:gd name="T4" fmla="*/ 0 w 15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0" y="3"/>
                    <a:pt x="6" y="14"/>
                    <a:pt x="9" y="9"/>
                  </a:cubicBezTo>
                  <a:cubicBezTo>
                    <a:pt x="15" y="2"/>
                    <a:pt x="7" y="0"/>
                    <a:pt x="0" y="4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1573">
              <a:extLst>
                <a:ext uri="{FF2B5EF4-FFF2-40B4-BE49-F238E27FC236}">
                  <a16:creationId xmlns:a16="http://schemas.microsoft.com/office/drawing/2014/main" id="{BE20C4F5-C1AF-4EC4-930D-75AB1C9B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503"/>
              <a:ext cx="17" cy="16"/>
            </a:xfrm>
            <a:custGeom>
              <a:avLst/>
              <a:gdLst>
                <a:gd name="T0" fmla="*/ 3 w 25"/>
                <a:gd name="T1" fmla="*/ 6 h 22"/>
                <a:gd name="T2" fmla="*/ 7 w 25"/>
                <a:gd name="T3" fmla="*/ 5 h 22"/>
                <a:gd name="T4" fmla="*/ 0 w 2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9" y="15"/>
                  </a:moveTo>
                  <a:cubicBezTo>
                    <a:pt x="13" y="21"/>
                    <a:pt x="25" y="22"/>
                    <a:pt x="23" y="13"/>
                  </a:cubicBezTo>
                  <a:cubicBezTo>
                    <a:pt x="21" y="0"/>
                    <a:pt x="4" y="11"/>
                    <a:pt x="0" y="16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1574">
              <a:extLst>
                <a:ext uri="{FF2B5EF4-FFF2-40B4-BE49-F238E27FC236}">
                  <a16:creationId xmlns:a16="http://schemas.microsoft.com/office/drawing/2014/main" id="{ABE45072-C1DE-4D64-BD31-75E621124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163"/>
              <a:ext cx="57" cy="37"/>
            </a:xfrm>
            <a:custGeom>
              <a:avLst/>
              <a:gdLst>
                <a:gd name="T0" fmla="*/ 1 w 86"/>
                <a:gd name="T1" fmla="*/ 7 h 53"/>
                <a:gd name="T2" fmla="*/ 22 w 86"/>
                <a:gd name="T3" fmla="*/ 8 h 53"/>
                <a:gd name="T4" fmla="*/ 0 w 86"/>
                <a:gd name="T5" fmla="*/ 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53">
                  <a:moveTo>
                    <a:pt x="1" y="20"/>
                  </a:moveTo>
                  <a:cubicBezTo>
                    <a:pt x="15" y="9"/>
                    <a:pt x="65" y="0"/>
                    <a:pt x="75" y="24"/>
                  </a:cubicBezTo>
                  <a:cubicBezTo>
                    <a:pt x="86" y="53"/>
                    <a:pt x="8" y="25"/>
                    <a:pt x="0" y="26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1575">
              <a:extLst>
                <a:ext uri="{FF2B5EF4-FFF2-40B4-BE49-F238E27FC236}">
                  <a16:creationId xmlns:a16="http://schemas.microsoft.com/office/drawing/2014/main" id="{215C71B3-A875-465C-A809-71BA1DF65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141"/>
              <a:ext cx="29" cy="21"/>
            </a:xfrm>
            <a:custGeom>
              <a:avLst/>
              <a:gdLst>
                <a:gd name="T0" fmla="*/ 0 w 44"/>
                <a:gd name="T1" fmla="*/ 4 h 30"/>
                <a:gd name="T2" fmla="*/ 10 w 44"/>
                <a:gd name="T3" fmla="*/ 6 h 30"/>
                <a:gd name="T4" fmla="*/ 1 w 44"/>
                <a:gd name="T5" fmla="*/ 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0">
                  <a:moveTo>
                    <a:pt x="0" y="13"/>
                  </a:moveTo>
                  <a:cubicBezTo>
                    <a:pt x="7" y="21"/>
                    <a:pt x="28" y="30"/>
                    <a:pt x="35" y="17"/>
                  </a:cubicBezTo>
                  <a:cubicBezTo>
                    <a:pt x="44" y="0"/>
                    <a:pt x="10" y="12"/>
                    <a:pt x="4" y="13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1576">
              <a:extLst>
                <a:ext uri="{FF2B5EF4-FFF2-40B4-BE49-F238E27FC236}">
                  <a16:creationId xmlns:a16="http://schemas.microsoft.com/office/drawing/2014/main" id="{A5F72762-3D3F-484D-B1D4-2A6C95A23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156"/>
              <a:ext cx="25" cy="23"/>
            </a:xfrm>
            <a:custGeom>
              <a:avLst/>
              <a:gdLst>
                <a:gd name="T0" fmla="*/ 2 w 37"/>
                <a:gd name="T1" fmla="*/ 10 h 33"/>
                <a:gd name="T2" fmla="*/ 9 w 37"/>
                <a:gd name="T3" fmla="*/ 3 h 33"/>
                <a:gd name="T4" fmla="*/ 0 w 37"/>
                <a:gd name="T5" fmla="*/ 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3">
                  <a:moveTo>
                    <a:pt x="6" y="31"/>
                  </a:moveTo>
                  <a:cubicBezTo>
                    <a:pt x="15" y="33"/>
                    <a:pt x="37" y="21"/>
                    <a:pt x="29" y="9"/>
                  </a:cubicBezTo>
                  <a:cubicBezTo>
                    <a:pt x="22" y="0"/>
                    <a:pt x="3" y="12"/>
                    <a:pt x="0" y="20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1577">
              <a:extLst>
                <a:ext uri="{FF2B5EF4-FFF2-40B4-BE49-F238E27FC236}">
                  <a16:creationId xmlns:a16="http://schemas.microsoft.com/office/drawing/2014/main" id="{66F7B86D-BFCD-4FB7-AB7E-7C11F83E3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118"/>
              <a:ext cx="21" cy="16"/>
            </a:xfrm>
            <a:custGeom>
              <a:avLst/>
              <a:gdLst>
                <a:gd name="T0" fmla="*/ 0 w 32"/>
                <a:gd name="T1" fmla="*/ 8 h 23"/>
                <a:gd name="T2" fmla="*/ 9 w 32"/>
                <a:gd name="T3" fmla="*/ 0 h 23"/>
                <a:gd name="T4" fmla="*/ 4 w 32"/>
                <a:gd name="T5" fmla="*/ 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3"/>
                  </a:moveTo>
                  <a:cubicBezTo>
                    <a:pt x="12" y="21"/>
                    <a:pt x="32" y="17"/>
                    <a:pt x="31" y="0"/>
                  </a:cubicBezTo>
                  <a:cubicBezTo>
                    <a:pt x="25" y="0"/>
                    <a:pt x="19" y="2"/>
                    <a:pt x="13" y="4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1578">
              <a:extLst>
                <a:ext uri="{FF2B5EF4-FFF2-40B4-BE49-F238E27FC236}">
                  <a16:creationId xmlns:a16="http://schemas.microsoft.com/office/drawing/2014/main" id="{F0CFDE70-D80F-4D02-B923-557BD9CA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008"/>
              <a:ext cx="32" cy="27"/>
            </a:xfrm>
            <a:custGeom>
              <a:avLst/>
              <a:gdLst>
                <a:gd name="T0" fmla="*/ 5 w 49"/>
                <a:gd name="T1" fmla="*/ 3 h 38"/>
                <a:gd name="T2" fmla="*/ 10 w 49"/>
                <a:gd name="T3" fmla="*/ 8 h 38"/>
                <a:gd name="T4" fmla="*/ 3 w 49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8">
                  <a:moveTo>
                    <a:pt x="19" y="8"/>
                  </a:moveTo>
                  <a:cubicBezTo>
                    <a:pt x="0" y="12"/>
                    <a:pt x="22" y="38"/>
                    <a:pt x="37" y="22"/>
                  </a:cubicBezTo>
                  <a:cubicBezTo>
                    <a:pt x="49" y="7"/>
                    <a:pt x="22" y="0"/>
                    <a:pt x="13" y="10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1579">
              <a:extLst>
                <a:ext uri="{FF2B5EF4-FFF2-40B4-BE49-F238E27FC236}">
                  <a16:creationId xmlns:a16="http://schemas.microsoft.com/office/drawing/2014/main" id="{8A290FBF-5A87-4BB5-9D86-A399CB6C8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036"/>
              <a:ext cx="51" cy="58"/>
            </a:xfrm>
            <a:custGeom>
              <a:avLst/>
              <a:gdLst>
                <a:gd name="T0" fmla="*/ 17 w 78"/>
                <a:gd name="T1" fmla="*/ 2 h 84"/>
                <a:gd name="T2" fmla="*/ 3 w 78"/>
                <a:gd name="T3" fmla="*/ 18 h 84"/>
                <a:gd name="T4" fmla="*/ 7 w 78"/>
                <a:gd name="T5" fmla="*/ 22 h 84"/>
                <a:gd name="T6" fmla="*/ 19 w 78"/>
                <a:gd name="T7" fmla="*/ 6 h 84"/>
                <a:gd name="T8" fmla="*/ 22 w 78"/>
                <a:gd name="T9" fmla="*/ 2 h 84"/>
                <a:gd name="T10" fmla="*/ 17 w 78"/>
                <a:gd name="T11" fmla="*/ 1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61" y="6"/>
                  </a:moveTo>
                  <a:cubicBezTo>
                    <a:pt x="42" y="19"/>
                    <a:pt x="19" y="30"/>
                    <a:pt x="9" y="53"/>
                  </a:cubicBezTo>
                  <a:cubicBezTo>
                    <a:pt x="0" y="76"/>
                    <a:pt x="7" y="84"/>
                    <a:pt x="25" y="66"/>
                  </a:cubicBezTo>
                  <a:cubicBezTo>
                    <a:pt x="40" y="52"/>
                    <a:pt x="52" y="34"/>
                    <a:pt x="67" y="19"/>
                  </a:cubicBezTo>
                  <a:cubicBezTo>
                    <a:pt x="69" y="16"/>
                    <a:pt x="78" y="12"/>
                    <a:pt x="77" y="7"/>
                  </a:cubicBezTo>
                  <a:cubicBezTo>
                    <a:pt x="76" y="0"/>
                    <a:pt x="64" y="1"/>
                    <a:pt x="59" y="3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1580">
              <a:extLst>
                <a:ext uri="{FF2B5EF4-FFF2-40B4-BE49-F238E27FC236}">
                  <a16:creationId xmlns:a16="http://schemas.microsoft.com/office/drawing/2014/main" id="{0E2A7F88-0B5C-42F2-886A-C85B0E90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045"/>
              <a:ext cx="33" cy="26"/>
            </a:xfrm>
            <a:custGeom>
              <a:avLst/>
              <a:gdLst>
                <a:gd name="T0" fmla="*/ 0 w 50"/>
                <a:gd name="T1" fmla="*/ 11 h 36"/>
                <a:gd name="T2" fmla="*/ 15 w 5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6">
                  <a:moveTo>
                    <a:pt x="0" y="29"/>
                  </a:moveTo>
                  <a:cubicBezTo>
                    <a:pt x="17" y="36"/>
                    <a:pt x="44" y="16"/>
                    <a:pt x="50" y="0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1581">
              <a:extLst>
                <a:ext uri="{FF2B5EF4-FFF2-40B4-BE49-F238E27FC236}">
                  <a16:creationId xmlns:a16="http://schemas.microsoft.com/office/drawing/2014/main" id="{D30C01D6-833C-43B5-95C5-99B3C3C3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991"/>
              <a:ext cx="21" cy="19"/>
            </a:xfrm>
            <a:custGeom>
              <a:avLst/>
              <a:gdLst>
                <a:gd name="T0" fmla="*/ 2 w 32"/>
                <a:gd name="T1" fmla="*/ 6 h 27"/>
                <a:gd name="T2" fmla="*/ 9 w 32"/>
                <a:gd name="T3" fmla="*/ 5 h 27"/>
                <a:gd name="T4" fmla="*/ 0 w 32"/>
                <a:gd name="T5" fmla="*/ 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7">
                  <a:moveTo>
                    <a:pt x="7" y="17"/>
                  </a:moveTo>
                  <a:cubicBezTo>
                    <a:pt x="4" y="27"/>
                    <a:pt x="31" y="24"/>
                    <a:pt x="31" y="14"/>
                  </a:cubicBezTo>
                  <a:cubicBezTo>
                    <a:pt x="32" y="0"/>
                    <a:pt x="7" y="7"/>
                    <a:pt x="0" y="11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1582">
              <a:extLst>
                <a:ext uri="{FF2B5EF4-FFF2-40B4-BE49-F238E27FC236}">
                  <a16:creationId xmlns:a16="http://schemas.microsoft.com/office/drawing/2014/main" id="{B1446C70-0EA1-477B-A0DA-5180D35F0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362"/>
              <a:ext cx="47" cy="54"/>
            </a:xfrm>
            <a:custGeom>
              <a:avLst/>
              <a:gdLst>
                <a:gd name="T0" fmla="*/ 20 w 71"/>
                <a:gd name="T1" fmla="*/ 1 h 77"/>
                <a:gd name="T2" fmla="*/ 10 w 71"/>
                <a:gd name="T3" fmla="*/ 2 h 77"/>
                <a:gd name="T4" fmla="*/ 1 w 71"/>
                <a:gd name="T5" fmla="*/ 13 h 77"/>
                <a:gd name="T6" fmla="*/ 21 w 71"/>
                <a:gd name="T7" fmla="*/ 1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7">
                  <a:moveTo>
                    <a:pt x="70" y="4"/>
                  </a:moveTo>
                  <a:cubicBezTo>
                    <a:pt x="58" y="0"/>
                    <a:pt x="43" y="0"/>
                    <a:pt x="33" y="5"/>
                  </a:cubicBezTo>
                  <a:cubicBezTo>
                    <a:pt x="22" y="10"/>
                    <a:pt x="3" y="24"/>
                    <a:pt x="2" y="38"/>
                  </a:cubicBezTo>
                  <a:cubicBezTo>
                    <a:pt x="0" y="77"/>
                    <a:pt x="60" y="47"/>
                    <a:pt x="71" y="32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1583">
              <a:extLst>
                <a:ext uri="{FF2B5EF4-FFF2-40B4-BE49-F238E27FC236}">
                  <a16:creationId xmlns:a16="http://schemas.microsoft.com/office/drawing/2014/main" id="{A7DD9229-4D92-437C-9EB8-43DC5AF4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316"/>
              <a:ext cx="45" cy="19"/>
            </a:xfrm>
            <a:custGeom>
              <a:avLst/>
              <a:gdLst>
                <a:gd name="T0" fmla="*/ 6 w 68"/>
                <a:gd name="T1" fmla="*/ 2 h 27"/>
                <a:gd name="T2" fmla="*/ 3 w 68"/>
                <a:gd name="T3" fmla="*/ 8 h 27"/>
                <a:gd name="T4" fmla="*/ 13 w 68"/>
                <a:gd name="T5" fmla="*/ 6 h 27"/>
                <a:gd name="T6" fmla="*/ 5 w 68"/>
                <a:gd name="T7" fmla="*/ 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7">
                  <a:moveTo>
                    <a:pt x="19" y="6"/>
                  </a:moveTo>
                  <a:cubicBezTo>
                    <a:pt x="12" y="9"/>
                    <a:pt x="0" y="15"/>
                    <a:pt x="10" y="21"/>
                  </a:cubicBezTo>
                  <a:cubicBezTo>
                    <a:pt x="18" y="27"/>
                    <a:pt x="38" y="21"/>
                    <a:pt x="46" y="16"/>
                  </a:cubicBezTo>
                  <a:cubicBezTo>
                    <a:pt x="68" y="0"/>
                    <a:pt x="25" y="6"/>
                    <a:pt x="18" y="7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1584">
              <a:extLst>
                <a:ext uri="{FF2B5EF4-FFF2-40B4-BE49-F238E27FC236}">
                  <a16:creationId xmlns:a16="http://schemas.microsoft.com/office/drawing/2014/main" id="{6AF7E882-BB63-4634-ACD6-F7583515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315"/>
              <a:ext cx="44" cy="47"/>
            </a:xfrm>
            <a:custGeom>
              <a:avLst/>
              <a:gdLst>
                <a:gd name="T0" fmla="*/ 19 w 66"/>
                <a:gd name="T1" fmla="*/ 4 h 67"/>
                <a:gd name="T2" fmla="*/ 10 w 66"/>
                <a:gd name="T3" fmla="*/ 16 h 67"/>
                <a:gd name="T4" fmla="*/ 1 w 66"/>
                <a:gd name="T5" fmla="*/ 17 h 67"/>
                <a:gd name="T6" fmla="*/ 12 w 66"/>
                <a:gd name="T7" fmla="*/ 8 h 67"/>
                <a:gd name="T8" fmla="*/ 19 w 66"/>
                <a:gd name="T9" fmla="*/ 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3" y="13"/>
                  </a:moveTo>
                  <a:cubicBezTo>
                    <a:pt x="65" y="29"/>
                    <a:pt x="45" y="39"/>
                    <a:pt x="34" y="47"/>
                  </a:cubicBezTo>
                  <a:cubicBezTo>
                    <a:pt x="28" y="50"/>
                    <a:pt x="0" y="67"/>
                    <a:pt x="4" y="48"/>
                  </a:cubicBezTo>
                  <a:cubicBezTo>
                    <a:pt x="7" y="37"/>
                    <a:pt x="31" y="30"/>
                    <a:pt x="40" y="22"/>
                  </a:cubicBezTo>
                  <a:cubicBezTo>
                    <a:pt x="46" y="16"/>
                    <a:pt x="57" y="0"/>
                    <a:pt x="66" y="10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1585">
              <a:extLst>
                <a:ext uri="{FF2B5EF4-FFF2-40B4-BE49-F238E27FC236}">
                  <a16:creationId xmlns:a16="http://schemas.microsoft.com/office/drawing/2014/main" id="{027088D9-CD8C-47FF-B01B-7A258BFE0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430"/>
              <a:ext cx="72" cy="42"/>
            </a:xfrm>
            <a:custGeom>
              <a:avLst/>
              <a:gdLst>
                <a:gd name="T0" fmla="*/ 26 w 110"/>
                <a:gd name="T1" fmla="*/ 4 h 59"/>
                <a:gd name="T2" fmla="*/ 10 w 110"/>
                <a:gd name="T3" fmla="*/ 15 h 59"/>
                <a:gd name="T4" fmla="*/ 2 w 110"/>
                <a:gd name="T5" fmla="*/ 17 h 59"/>
                <a:gd name="T6" fmla="*/ 8 w 110"/>
                <a:gd name="T7" fmla="*/ 20 h 59"/>
                <a:gd name="T8" fmla="*/ 21 w 110"/>
                <a:gd name="T9" fmla="*/ 14 h 59"/>
                <a:gd name="T10" fmla="*/ 28 w 110"/>
                <a:gd name="T11" fmla="*/ 11 h 59"/>
                <a:gd name="T12" fmla="*/ 23 w 110"/>
                <a:gd name="T13" fmla="*/ 3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59">
                  <a:moveTo>
                    <a:pt x="91" y="10"/>
                  </a:moveTo>
                  <a:cubicBezTo>
                    <a:pt x="77" y="0"/>
                    <a:pt x="53" y="38"/>
                    <a:pt x="38" y="41"/>
                  </a:cubicBezTo>
                  <a:cubicBezTo>
                    <a:pt x="30" y="43"/>
                    <a:pt x="11" y="39"/>
                    <a:pt x="6" y="48"/>
                  </a:cubicBezTo>
                  <a:cubicBezTo>
                    <a:pt x="0" y="59"/>
                    <a:pt x="20" y="57"/>
                    <a:pt x="27" y="56"/>
                  </a:cubicBezTo>
                  <a:cubicBezTo>
                    <a:pt x="43" y="52"/>
                    <a:pt x="59" y="46"/>
                    <a:pt x="75" y="39"/>
                  </a:cubicBezTo>
                  <a:cubicBezTo>
                    <a:pt x="82" y="36"/>
                    <a:pt x="93" y="35"/>
                    <a:pt x="99" y="29"/>
                  </a:cubicBezTo>
                  <a:cubicBezTo>
                    <a:pt x="110" y="19"/>
                    <a:pt x="94" y="8"/>
                    <a:pt x="83" y="8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1586">
              <a:extLst>
                <a:ext uri="{FF2B5EF4-FFF2-40B4-BE49-F238E27FC236}">
                  <a16:creationId xmlns:a16="http://schemas.microsoft.com/office/drawing/2014/main" id="{CC672E17-CB3A-4B49-A8B7-71429BC11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416"/>
              <a:ext cx="64" cy="24"/>
            </a:xfrm>
            <a:custGeom>
              <a:avLst/>
              <a:gdLst>
                <a:gd name="T0" fmla="*/ 20 w 97"/>
                <a:gd name="T1" fmla="*/ 3 h 34"/>
                <a:gd name="T2" fmla="*/ 9 w 97"/>
                <a:gd name="T3" fmla="*/ 6 h 34"/>
                <a:gd name="T4" fmla="*/ 6 w 97"/>
                <a:gd name="T5" fmla="*/ 11 h 34"/>
                <a:gd name="T6" fmla="*/ 17 w 97"/>
                <a:gd name="T7" fmla="*/ 8 h 34"/>
                <a:gd name="T8" fmla="*/ 24 w 97"/>
                <a:gd name="T9" fmla="*/ 5 h 34"/>
                <a:gd name="T10" fmla="*/ 18 w 97"/>
                <a:gd name="T11" fmla="*/ 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34">
                  <a:moveTo>
                    <a:pt x="69" y="7"/>
                  </a:moveTo>
                  <a:cubicBezTo>
                    <a:pt x="66" y="17"/>
                    <a:pt x="37" y="14"/>
                    <a:pt x="29" y="17"/>
                  </a:cubicBezTo>
                  <a:cubicBezTo>
                    <a:pt x="20" y="20"/>
                    <a:pt x="0" y="32"/>
                    <a:pt x="20" y="33"/>
                  </a:cubicBezTo>
                  <a:cubicBezTo>
                    <a:pt x="32" y="34"/>
                    <a:pt x="50" y="27"/>
                    <a:pt x="61" y="23"/>
                  </a:cubicBezTo>
                  <a:cubicBezTo>
                    <a:pt x="67" y="22"/>
                    <a:pt x="80" y="19"/>
                    <a:pt x="84" y="14"/>
                  </a:cubicBezTo>
                  <a:cubicBezTo>
                    <a:pt x="97" y="0"/>
                    <a:pt x="70" y="5"/>
                    <a:pt x="63" y="5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1587">
              <a:extLst>
                <a:ext uri="{FF2B5EF4-FFF2-40B4-BE49-F238E27FC236}">
                  <a16:creationId xmlns:a16="http://schemas.microsoft.com/office/drawing/2014/main" id="{C9C30A28-E849-460C-92A3-820FDB6CB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376"/>
              <a:ext cx="42" cy="26"/>
            </a:xfrm>
            <a:custGeom>
              <a:avLst/>
              <a:gdLst>
                <a:gd name="T0" fmla="*/ 14 w 64"/>
                <a:gd name="T1" fmla="*/ 1 h 38"/>
                <a:gd name="T2" fmla="*/ 8 w 64"/>
                <a:gd name="T3" fmla="*/ 12 h 38"/>
                <a:gd name="T4" fmla="*/ 13 w 64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8">
                  <a:moveTo>
                    <a:pt x="48" y="2"/>
                  </a:moveTo>
                  <a:cubicBezTo>
                    <a:pt x="47" y="7"/>
                    <a:pt x="0" y="38"/>
                    <a:pt x="27" y="37"/>
                  </a:cubicBezTo>
                  <a:cubicBezTo>
                    <a:pt x="40" y="36"/>
                    <a:pt x="64" y="0"/>
                    <a:pt x="45" y="5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1588">
              <a:extLst>
                <a:ext uri="{FF2B5EF4-FFF2-40B4-BE49-F238E27FC236}">
                  <a16:creationId xmlns:a16="http://schemas.microsoft.com/office/drawing/2014/main" id="{5BAC9265-5548-4A47-8ADE-EFA14E5CF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338"/>
              <a:ext cx="25" cy="10"/>
            </a:xfrm>
            <a:custGeom>
              <a:avLst/>
              <a:gdLst>
                <a:gd name="T0" fmla="*/ 0 w 38"/>
                <a:gd name="T1" fmla="*/ 2 h 15"/>
                <a:gd name="T2" fmla="*/ 11 w 38"/>
                <a:gd name="T3" fmla="*/ 2 h 15"/>
                <a:gd name="T4" fmla="*/ 2 w 38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5">
                  <a:moveTo>
                    <a:pt x="0" y="7"/>
                  </a:moveTo>
                  <a:cubicBezTo>
                    <a:pt x="8" y="14"/>
                    <a:pt x="30" y="15"/>
                    <a:pt x="38" y="7"/>
                  </a:cubicBezTo>
                  <a:cubicBezTo>
                    <a:pt x="33" y="0"/>
                    <a:pt x="15" y="0"/>
                    <a:pt x="7" y="3"/>
                  </a:cubicBezTo>
                </a:path>
              </a:pathLst>
            </a:custGeom>
            <a:noFill/>
            <a:ln w="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1589">
              <a:extLst>
                <a:ext uri="{FF2B5EF4-FFF2-40B4-BE49-F238E27FC236}">
                  <a16:creationId xmlns:a16="http://schemas.microsoft.com/office/drawing/2014/main" id="{C8B81B11-CB12-429B-B80B-A48F6347D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447"/>
              <a:ext cx="30" cy="150"/>
            </a:xfrm>
            <a:custGeom>
              <a:avLst/>
              <a:gdLst>
                <a:gd name="T0" fmla="*/ 2 w 45"/>
                <a:gd name="T1" fmla="*/ 0 h 213"/>
                <a:gd name="T2" fmla="*/ 11 w 45"/>
                <a:gd name="T3" fmla="*/ 47 h 213"/>
                <a:gd name="T4" fmla="*/ 13 w 45"/>
                <a:gd name="T5" fmla="*/ 75 h 213"/>
                <a:gd name="T6" fmla="*/ 11 w 45"/>
                <a:gd name="T7" fmla="*/ 47 h 213"/>
                <a:gd name="T8" fmla="*/ 5 w 45"/>
                <a:gd name="T9" fmla="*/ 27 h 213"/>
                <a:gd name="T10" fmla="*/ 3 w 4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13">
                  <a:moveTo>
                    <a:pt x="8" y="0"/>
                  </a:moveTo>
                  <a:cubicBezTo>
                    <a:pt x="40" y="37"/>
                    <a:pt x="37" y="89"/>
                    <a:pt x="39" y="135"/>
                  </a:cubicBezTo>
                  <a:cubicBezTo>
                    <a:pt x="40" y="161"/>
                    <a:pt x="45" y="189"/>
                    <a:pt x="45" y="213"/>
                  </a:cubicBezTo>
                  <a:cubicBezTo>
                    <a:pt x="45" y="187"/>
                    <a:pt x="44" y="161"/>
                    <a:pt x="38" y="135"/>
                  </a:cubicBezTo>
                  <a:cubicBezTo>
                    <a:pt x="34" y="115"/>
                    <a:pt x="22" y="99"/>
                    <a:pt x="18" y="80"/>
                  </a:cubicBezTo>
                  <a:cubicBezTo>
                    <a:pt x="12" y="57"/>
                    <a:pt x="0" y="20"/>
                    <a:pt x="10" y="0"/>
                  </a:cubicBezTo>
                </a:path>
              </a:pathLst>
            </a:custGeom>
            <a:solidFill>
              <a:srgbClr val="C17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1590">
              <a:extLst>
                <a:ext uri="{FF2B5EF4-FFF2-40B4-BE49-F238E27FC236}">
                  <a16:creationId xmlns:a16="http://schemas.microsoft.com/office/drawing/2014/main" id="{BD29B684-547A-4342-A592-8DAEAFD7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700"/>
              <a:ext cx="104" cy="63"/>
            </a:xfrm>
            <a:custGeom>
              <a:avLst/>
              <a:gdLst>
                <a:gd name="T0" fmla="*/ 0 w 159"/>
                <a:gd name="T1" fmla="*/ 31 h 89"/>
                <a:gd name="T2" fmla="*/ 13 w 159"/>
                <a:gd name="T3" fmla="*/ 27 h 89"/>
                <a:gd name="T4" fmla="*/ 25 w 159"/>
                <a:gd name="T5" fmla="*/ 22 h 89"/>
                <a:gd name="T6" fmla="*/ 34 w 159"/>
                <a:gd name="T7" fmla="*/ 11 h 89"/>
                <a:gd name="T8" fmla="*/ 39 w 159"/>
                <a:gd name="T9" fmla="*/ 6 h 89"/>
                <a:gd name="T10" fmla="*/ 44 w 159"/>
                <a:gd name="T11" fmla="*/ 0 h 89"/>
                <a:gd name="T12" fmla="*/ 23 w 159"/>
                <a:gd name="T13" fmla="*/ 25 h 89"/>
                <a:gd name="T14" fmla="*/ 11 w 159"/>
                <a:gd name="T15" fmla="*/ 30 h 89"/>
                <a:gd name="T16" fmla="*/ 0 w 159"/>
                <a:gd name="T17" fmla="*/ 32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89">
                  <a:moveTo>
                    <a:pt x="0" y="88"/>
                  </a:moveTo>
                  <a:cubicBezTo>
                    <a:pt x="15" y="87"/>
                    <a:pt x="34" y="80"/>
                    <a:pt x="48" y="76"/>
                  </a:cubicBezTo>
                  <a:cubicBezTo>
                    <a:pt x="61" y="71"/>
                    <a:pt x="76" y="68"/>
                    <a:pt x="88" y="62"/>
                  </a:cubicBezTo>
                  <a:cubicBezTo>
                    <a:pt x="100" y="56"/>
                    <a:pt x="112" y="43"/>
                    <a:pt x="122" y="33"/>
                  </a:cubicBezTo>
                  <a:cubicBezTo>
                    <a:pt x="128" y="28"/>
                    <a:pt x="133" y="22"/>
                    <a:pt x="139" y="17"/>
                  </a:cubicBezTo>
                  <a:cubicBezTo>
                    <a:pt x="145" y="11"/>
                    <a:pt x="153" y="7"/>
                    <a:pt x="159" y="0"/>
                  </a:cubicBezTo>
                  <a:cubicBezTo>
                    <a:pt x="138" y="29"/>
                    <a:pt x="113" y="54"/>
                    <a:pt x="82" y="72"/>
                  </a:cubicBezTo>
                  <a:cubicBezTo>
                    <a:pt x="70" y="78"/>
                    <a:pt x="53" y="83"/>
                    <a:pt x="40" y="86"/>
                  </a:cubicBezTo>
                  <a:cubicBezTo>
                    <a:pt x="29" y="88"/>
                    <a:pt x="7" y="84"/>
                    <a:pt x="0" y="89"/>
                  </a:cubicBezTo>
                </a:path>
              </a:pathLst>
            </a:custGeom>
            <a:solidFill>
              <a:srgbClr val="C17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1591">
              <a:extLst>
                <a:ext uri="{FF2B5EF4-FFF2-40B4-BE49-F238E27FC236}">
                  <a16:creationId xmlns:a16="http://schemas.microsoft.com/office/drawing/2014/main" id="{90D01053-AF7B-4BF4-999D-04A233A26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700"/>
              <a:ext cx="11" cy="27"/>
            </a:xfrm>
            <a:custGeom>
              <a:avLst/>
              <a:gdLst>
                <a:gd name="T0" fmla="*/ 6 w 16"/>
                <a:gd name="T1" fmla="*/ 0 h 39"/>
                <a:gd name="T2" fmla="*/ 0 w 16"/>
                <a:gd name="T3" fmla="*/ 13 h 39"/>
                <a:gd name="T4" fmla="*/ 4 w 16"/>
                <a:gd name="T5" fmla="*/ 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">
                  <a:moveTo>
                    <a:pt x="16" y="0"/>
                  </a:moveTo>
                  <a:cubicBezTo>
                    <a:pt x="8" y="12"/>
                    <a:pt x="1" y="24"/>
                    <a:pt x="0" y="39"/>
                  </a:cubicBezTo>
                  <a:cubicBezTo>
                    <a:pt x="5" y="29"/>
                    <a:pt x="12" y="18"/>
                    <a:pt x="13" y="7"/>
                  </a:cubicBezTo>
                </a:path>
              </a:pathLst>
            </a:custGeom>
            <a:solidFill>
              <a:srgbClr val="C17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1592">
              <a:extLst>
                <a:ext uri="{FF2B5EF4-FFF2-40B4-BE49-F238E27FC236}">
                  <a16:creationId xmlns:a16="http://schemas.microsoft.com/office/drawing/2014/main" id="{FCF160D2-9523-4F3F-8F98-CDD6B3B43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613"/>
              <a:ext cx="123" cy="93"/>
            </a:xfrm>
            <a:custGeom>
              <a:avLst/>
              <a:gdLst>
                <a:gd name="T0" fmla="*/ 49 w 188"/>
                <a:gd name="T1" fmla="*/ 9 h 132"/>
                <a:gd name="T2" fmla="*/ 31 w 188"/>
                <a:gd name="T3" fmla="*/ 1 h 132"/>
                <a:gd name="T4" fmla="*/ 14 w 188"/>
                <a:gd name="T5" fmla="*/ 14 h 132"/>
                <a:gd name="T6" fmla="*/ 2 w 188"/>
                <a:gd name="T7" fmla="*/ 34 h 132"/>
                <a:gd name="T8" fmla="*/ 22 w 188"/>
                <a:gd name="T9" fmla="*/ 39 h 132"/>
                <a:gd name="T10" fmla="*/ 38 w 188"/>
                <a:gd name="T11" fmla="*/ 33 h 132"/>
                <a:gd name="T12" fmla="*/ 49 w 188"/>
                <a:gd name="T13" fmla="*/ 25 h 132"/>
                <a:gd name="T14" fmla="*/ 48 w 188"/>
                <a:gd name="T15" fmla="*/ 9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8" h="132">
                  <a:moveTo>
                    <a:pt x="174" y="26"/>
                  </a:moveTo>
                  <a:cubicBezTo>
                    <a:pt x="169" y="8"/>
                    <a:pt x="130" y="0"/>
                    <a:pt x="113" y="1"/>
                  </a:cubicBezTo>
                  <a:cubicBezTo>
                    <a:pt x="90" y="3"/>
                    <a:pt x="71" y="28"/>
                    <a:pt x="52" y="41"/>
                  </a:cubicBezTo>
                  <a:cubicBezTo>
                    <a:pt x="34" y="53"/>
                    <a:pt x="0" y="68"/>
                    <a:pt x="6" y="96"/>
                  </a:cubicBezTo>
                  <a:cubicBezTo>
                    <a:pt x="13" y="132"/>
                    <a:pt x="53" y="119"/>
                    <a:pt x="76" y="111"/>
                  </a:cubicBezTo>
                  <a:cubicBezTo>
                    <a:pt x="96" y="105"/>
                    <a:pt x="115" y="102"/>
                    <a:pt x="134" y="93"/>
                  </a:cubicBezTo>
                  <a:cubicBezTo>
                    <a:pt x="146" y="87"/>
                    <a:pt x="166" y="80"/>
                    <a:pt x="175" y="69"/>
                  </a:cubicBezTo>
                  <a:cubicBezTo>
                    <a:pt x="185" y="58"/>
                    <a:pt x="188" y="33"/>
                    <a:pt x="173" y="25"/>
                  </a:cubicBezTo>
                </a:path>
              </a:pathLst>
            </a:custGeom>
            <a:solidFill>
              <a:srgbClr val="E2A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1593">
              <a:extLst>
                <a:ext uri="{FF2B5EF4-FFF2-40B4-BE49-F238E27FC236}">
                  <a16:creationId xmlns:a16="http://schemas.microsoft.com/office/drawing/2014/main" id="{FC2608B9-2F57-4FE9-9308-9106F420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552"/>
              <a:ext cx="66" cy="57"/>
            </a:xfrm>
            <a:custGeom>
              <a:avLst/>
              <a:gdLst>
                <a:gd name="T0" fmla="*/ 7 w 100"/>
                <a:gd name="T1" fmla="*/ 26 h 81"/>
                <a:gd name="T2" fmla="*/ 28 w 100"/>
                <a:gd name="T3" fmla="*/ 14 h 81"/>
                <a:gd name="T4" fmla="*/ 15 w 100"/>
                <a:gd name="T5" fmla="*/ 2 h 81"/>
                <a:gd name="T6" fmla="*/ 1 w 100"/>
                <a:gd name="T7" fmla="*/ 15 h 81"/>
                <a:gd name="T8" fmla="*/ 6 w 100"/>
                <a:gd name="T9" fmla="*/ 27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81">
                  <a:moveTo>
                    <a:pt x="24" y="76"/>
                  </a:moveTo>
                  <a:cubicBezTo>
                    <a:pt x="42" y="62"/>
                    <a:pt x="100" y="73"/>
                    <a:pt x="99" y="41"/>
                  </a:cubicBezTo>
                  <a:cubicBezTo>
                    <a:pt x="99" y="18"/>
                    <a:pt x="70" y="0"/>
                    <a:pt x="50" y="6"/>
                  </a:cubicBezTo>
                  <a:cubicBezTo>
                    <a:pt x="32" y="11"/>
                    <a:pt x="9" y="24"/>
                    <a:pt x="4" y="43"/>
                  </a:cubicBezTo>
                  <a:cubicBezTo>
                    <a:pt x="0" y="55"/>
                    <a:pt x="4" y="81"/>
                    <a:pt x="21" y="77"/>
                  </a:cubicBezTo>
                </a:path>
              </a:pathLst>
            </a:custGeom>
            <a:solidFill>
              <a:srgbClr val="E2A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1594">
              <a:extLst>
                <a:ext uri="{FF2B5EF4-FFF2-40B4-BE49-F238E27FC236}">
                  <a16:creationId xmlns:a16="http://schemas.microsoft.com/office/drawing/2014/main" id="{317F241D-FBB6-404E-9E3E-D14FC9B3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551"/>
              <a:ext cx="60" cy="135"/>
            </a:xfrm>
            <a:custGeom>
              <a:avLst/>
              <a:gdLst>
                <a:gd name="T0" fmla="*/ 16 w 91"/>
                <a:gd name="T1" fmla="*/ 4 h 193"/>
                <a:gd name="T2" fmla="*/ 18 w 91"/>
                <a:gd name="T3" fmla="*/ 22 h 193"/>
                <a:gd name="T4" fmla="*/ 16 w 91"/>
                <a:gd name="T5" fmla="*/ 38 h 193"/>
                <a:gd name="T6" fmla="*/ 9 w 91"/>
                <a:gd name="T7" fmla="*/ 52 h 193"/>
                <a:gd name="T8" fmla="*/ 0 w 91"/>
                <a:gd name="T9" fmla="*/ 66 h 193"/>
                <a:gd name="T10" fmla="*/ 11 w 91"/>
                <a:gd name="T11" fmla="*/ 55 h 193"/>
                <a:gd name="T12" fmla="*/ 18 w 91"/>
                <a:gd name="T13" fmla="*/ 44 h 193"/>
                <a:gd name="T14" fmla="*/ 21 w 91"/>
                <a:gd name="T15" fmla="*/ 25 h 193"/>
                <a:gd name="T16" fmla="*/ 23 w 91"/>
                <a:gd name="T17" fmla="*/ 15 h 193"/>
                <a:gd name="T18" fmla="*/ 26 w 91"/>
                <a:gd name="T19" fmla="*/ 6 h 193"/>
                <a:gd name="T20" fmla="*/ 16 w 91"/>
                <a:gd name="T21" fmla="*/ 1 h 193"/>
                <a:gd name="T22" fmla="*/ 16 w 91"/>
                <a:gd name="T23" fmla="*/ 6 h 1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193">
                  <a:moveTo>
                    <a:pt x="57" y="13"/>
                  </a:moveTo>
                  <a:cubicBezTo>
                    <a:pt x="56" y="30"/>
                    <a:pt x="63" y="48"/>
                    <a:pt x="63" y="66"/>
                  </a:cubicBezTo>
                  <a:cubicBezTo>
                    <a:pt x="63" y="80"/>
                    <a:pt x="60" y="97"/>
                    <a:pt x="54" y="111"/>
                  </a:cubicBezTo>
                  <a:cubicBezTo>
                    <a:pt x="48" y="126"/>
                    <a:pt x="41" y="139"/>
                    <a:pt x="31" y="152"/>
                  </a:cubicBezTo>
                  <a:cubicBezTo>
                    <a:pt x="21" y="164"/>
                    <a:pt x="2" y="177"/>
                    <a:pt x="0" y="193"/>
                  </a:cubicBezTo>
                  <a:cubicBezTo>
                    <a:pt x="15" y="190"/>
                    <a:pt x="27" y="172"/>
                    <a:pt x="36" y="161"/>
                  </a:cubicBezTo>
                  <a:cubicBezTo>
                    <a:pt x="46" y="151"/>
                    <a:pt x="56" y="140"/>
                    <a:pt x="63" y="128"/>
                  </a:cubicBezTo>
                  <a:cubicBezTo>
                    <a:pt x="72" y="110"/>
                    <a:pt x="72" y="92"/>
                    <a:pt x="75" y="73"/>
                  </a:cubicBezTo>
                  <a:cubicBezTo>
                    <a:pt x="76" y="63"/>
                    <a:pt x="78" y="53"/>
                    <a:pt x="81" y="44"/>
                  </a:cubicBezTo>
                  <a:cubicBezTo>
                    <a:pt x="84" y="36"/>
                    <a:pt x="90" y="28"/>
                    <a:pt x="90" y="19"/>
                  </a:cubicBezTo>
                  <a:cubicBezTo>
                    <a:pt x="91" y="4"/>
                    <a:pt x="70" y="0"/>
                    <a:pt x="56" y="4"/>
                  </a:cubicBezTo>
                  <a:cubicBezTo>
                    <a:pt x="54" y="8"/>
                    <a:pt x="53" y="12"/>
                    <a:pt x="54" y="16"/>
                  </a:cubicBezTo>
                </a:path>
              </a:pathLst>
            </a:custGeom>
            <a:solidFill>
              <a:srgbClr val="D68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1595">
              <a:extLst>
                <a:ext uri="{FF2B5EF4-FFF2-40B4-BE49-F238E27FC236}">
                  <a16:creationId xmlns:a16="http://schemas.microsoft.com/office/drawing/2014/main" id="{ACAC894C-9AB4-4738-AE2D-40C25C45C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577"/>
              <a:ext cx="89" cy="168"/>
            </a:xfrm>
            <a:custGeom>
              <a:avLst/>
              <a:gdLst>
                <a:gd name="T0" fmla="*/ 24 w 135"/>
                <a:gd name="T1" fmla="*/ 8 h 239"/>
                <a:gd name="T2" fmla="*/ 11 w 135"/>
                <a:gd name="T3" fmla="*/ 15 h 239"/>
                <a:gd name="T4" fmla="*/ 3 w 135"/>
                <a:gd name="T5" fmla="*/ 27 h 239"/>
                <a:gd name="T6" fmla="*/ 11 w 135"/>
                <a:gd name="T7" fmla="*/ 52 h 239"/>
                <a:gd name="T8" fmla="*/ 16 w 135"/>
                <a:gd name="T9" fmla="*/ 60 h 239"/>
                <a:gd name="T10" fmla="*/ 15 w 135"/>
                <a:gd name="T11" fmla="*/ 71 h 239"/>
                <a:gd name="T12" fmla="*/ 29 w 135"/>
                <a:gd name="T13" fmla="*/ 70 h 239"/>
                <a:gd name="T14" fmla="*/ 38 w 135"/>
                <a:gd name="T15" fmla="*/ 38 h 239"/>
                <a:gd name="T16" fmla="*/ 22 w 135"/>
                <a:gd name="T17" fmla="*/ 6 h 2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239">
                  <a:moveTo>
                    <a:pt x="85" y="22"/>
                  </a:moveTo>
                  <a:cubicBezTo>
                    <a:pt x="66" y="13"/>
                    <a:pt x="53" y="36"/>
                    <a:pt x="36" y="42"/>
                  </a:cubicBezTo>
                  <a:cubicBezTo>
                    <a:pt x="12" y="51"/>
                    <a:pt x="0" y="52"/>
                    <a:pt x="11" y="79"/>
                  </a:cubicBezTo>
                  <a:cubicBezTo>
                    <a:pt x="21" y="101"/>
                    <a:pt x="27" y="130"/>
                    <a:pt x="39" y="149"/>
                  </a:cubicBezTo>
                  <a:cubicBezTo>
                    <a:pt x="44" y="158"/>
                    <a:pt x="54" y="161"/>
                    <a:pt x="55" y="173"/>
                  </a:cubicBezTo>
                  <a:cubicBezTo>
                    <a:pt x="57" y="183"/>
                    <a:pt x="49" y="193"/>
                    <a:pt x="51" y="203"/>
                  </a:cubicBezTo>
                  <a:cubicBezTo>
                    <a:pt x="58" y="239"/>
                    <a:pt x="88" y="219"/>
                    <a:pt x="102" y="200"/>
                  </a:cubicBezTo>
                  <a:cubicBezTo>
                    <a:pt x="116" y="179"/>
                    <a:pt x="130" y="136"/>
                    <a:pt x="133" y="110"/>
                  </a:cubicBezTo>
                  <a:cubicBezTo>
                    <a:pt x="135" y="83"/>
                    <a:pt x="122" y="0"/>
                    <a:pt x="78" y="18"/>
                  </a:cubicBezTo>
                </a:path>
              </a:pathLst>
            </a:custGeom>
            <a:solidFill>
              <a:srgbClr val="CE7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1596">
              <a:extLst>
                <a:ext uri="{FF2B5EF4-FFF2-40B4-BE49-F238E27FC236}">
                  <a16:creationId xmlns:a16="http://schemas.microsoft.com/office/drawing/2014/main" id="{1CBB94BD-BC41-4830-ACD5-3E1F9B9EC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536"/>
              <a:ext cx="68" cy="54"/>
            </a:xfrm>
            <a:custGeom>
              <a:avLst/>
              <a:gdLst>
                <a:gd name="T0" fmla="*/ 15 w 103"/>
                <a:gd name="T1" fmla="*/ 4 h 77"/>
                <a:gd name="T2" fmla="*/ 5 w 103"/>
                <a:gd name="T3" fmla="*/ 3 h 77"/>
                <a:gd name="T4" fmla="*/ 5 w 103"/>
                <a:gd name="T5" fmla="*/ 11 h 77"/>
                <a:gd name="T6" fmla="*/ 11 w 103"/>
                <a:gd name="T7" fmla="*/ 18 h 77"/>
                <a:gd name="T8" fmla="*/ 13 w 103"/>
                <a:gd name="T9" fmla="*/ 27 h 77"/>
                <a:gd name="T10" fmla="*/ 22 w 103"/>
                <a:gd name="T11" fmla="*/ 21 h 77"/>
                <a:gd name="T12" fmla="*/ 27 w 103"/>
                <a:gd name="T13" fmla="*/ 12 h 77"/>
                <a:gd name="T14" fmla="*/ 13 w 103"/>
                <a:gd name="T15" fmla="*/ 4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77">
                  <a:moveTo>
                    <a:pt x="52" y="13"/>
                  </a:moveTo>
                  <a:cubicBezTo>
                    <a:pt x="41" y="4"/>
                    <a:pt x="29" y="0"/>
                    <a:pt x="16" y="9"/>
                  </a:cubicBezTo>
                  <a:cubicBezTo>
                    <a:pt x="0" y="20"/>
                    <a:pt x="9" y="19"/>
                    <a:pt x="17" y="30"/>
                  </a:cubicBezTo>
                  <a:cubicBezTo>
                    <a:pt x="22" y="36"/>
                    <a:pt x="33" y="44"/>
                    <a:pt x="37" y="51"/>
                  </a:cubicBezTo>
                  <a:cubicBezTo>
                    <a:pt x="42" y="60"/>
                    <a:pt x="37" y="70"/>
                    <a:pt x="46" y="77"/>
                  </a:cubicBezTo>
                  <a:cubicBezTo>
                    <a:pt x="57" y="66"/>
                    <a:pt x="62" y="67"/>
                    <a:pt x="75" y="61"/>
                  </a:cubicBezTo>
                  <a:cubicBezTo>
                    <a:pt x="90" y="55"/>
                    <a:pt x="103" y="52"/>
                    <a:pt x="94" y="34"/>
                  </a:cubicBezTo>
                  <a:cubicBezTo>
                    <a:pt x="84" y="17"/>
                    <a:pt x="51" y="24"/>
                    <a:pt x="46" y="13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1597">
              <a:extLst>
                <a:ext uri="{FF2B5EF4-FFF2-40B4-BE49-F238E27FC236}">
                  <a16:creationId xmlns:a16="http://schemas.microsoft.com/office/drawing/2014/main" id="{776FD3DF-5AF6-46AE-B6C1-2302F37F7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623"/>
              <a:ext cx="33" cy="63"/>
            </a:xfrm>
            <a:custGeom>
              <a:avLst/>
              <a:gdLst>
                <a:gd name="T0" fmla="*/ 11 w 50"/>
                <a:gd name="T1" fmla="*/ 10 h 91"/>
                <a:gd name="T2" fmla="*/ 0 w 50"/>
                <a:gd name="T3" fmla="*/ 8 h 91"/>
                <a:gd name="T4" fmla="*/ 2 w 50"/>
                <a:gd name="T5" fmla="*/ 15 h 91"/>
                <a:gd name="T6" fmla="*/ 1 w 50"/>
                <a:gd name="T7" fmla="*/ 21 h 91"/>
                <a:gd name="T8" fmla="*/ 11 w 50"/>
                <a:gd name="T9" fmla="*/ 29 h 91"/>
                <a:gd name="T10" fmla="*/ 15 w 50"/>
                <a:gd name="T11" fmla="*/ 13 h 91"/>
                <a:gd name="T12" fmla="*/ 9 w 50"/>
                <a:gd name="T13" fmla="*/ 1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91">
                  <a:moveTo>
                    <a:pt x="40" y="29"/>
                  </a:moveTo>
                  <a:cubicBezTo>
                    <a:pt x="24" y="26"/>
                    <a:pt x="3" y="0"/>
                    <a:pt x="0" y="25"/>
                  </a:cubicBezTo>
                  <a:cubicBezTo>
                    <a:pt x="0" y="26"/>
                    <a:pt x="6" y="40"/>
                    <a:pt x="7" y="44"/>
                  </a:cubicBezTo>
                  <a:cubicBezTo>
                    <a:pt x="8" y="50"/>
                    <a:pt x="1" y="54"/>
                    <a:pt x="4" y="63"/>
                  </a:cubicBezTo>
                  <a:cubicBezTo>
                    <a:pt x="7" y="72"/>
                    <a:pt x="27" y="91"/>
                    <a:pt x="38" y="87"/>
                  </a:cubicBezTo>
                  <a:cubicBezTo>
                    <a:pt x="49" y="83"/>
                    <a:pt x="49" y="50"/>
                    <a:pt x="50" y="40"/>
                  </a:cubicBezTo>
                  <a:cubicBezTo>
                    <a:pt x="45" y="36"/>
                    <a:pt x="39" y="32"/>
                    <a:pt x="32" y="29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1598">
              <a:extLst>
                <a:ext uri="{FF2B5EF4-FFF2-40B4-BE49-F238E27FC236}">
                  <a16:creationId xmlns:a16="http://schemas.microsoft.com/office/drawing/2014/main" id="{F036A232-CF7C-4D97-941B-26E191B12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99"/>
              <a:ext cx="47" cy="41"/>
            </a:xfrm>
            <a:custGeom>
              <a:avLst/>
              <a:gdLst>
                <a:gd name="T0" fmla="*/ 1 w 71"/>
                <a:gd name="T1" fmla="*/ 8 h 59"/>
                <a:gd name="T2" fmla="*/ 17 w 71"/>
                <a:gd name="T3" fmla="*/ 19 h 59"/>
                <a:gd name="T4" fmla="*/ 21 w 71"/>
                <a:gd name="T5" fmla="*/ 12 h 59"/>
                <a:gd name="T6" fmla="*/ 0 w 71"/>
                <a:gd name="T7" fmla="*/ 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9">
                  <a:moveTo>
                    <a:pt x="5" y="25"/>
                  </a:moveTo>
                  <a:cubicBezTo>
                    <a:pt x="22" y="37"/>
                    <a:pt x="42" y="52"/>
                    <a:pt x="61" y="59"/>
                  </a:cubicBezTo>
                  <a:cubicBezTo>
                    <a:pt x="66" y="50"/>
                    <a:pt x="70" y="42"/>
                    <a:pt x="71" y="34"/>
                  </a:cubicBezTo>
                  <a:cubicBezTo>
                    <a:pt x="52" y="30"/>
                    <a:pt x="14" y="0"/>
                    <a:pt x="0" y="25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1599">
              <a:extLst>
                <a:ext uri="{FF2B5EF4-FFF2-40B4-BE49-F238E27FC236}">
                  <a16:creationId xmlns:a16="http://schemas.microsoft.com/office/drawing/2014/main" id="{A79877D7-67A5-4574-8F95-CF8FFFE8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563"/>
              <a:ext cx="41" cy="50"/>
            </a:xfrm>
            <a:custGeom>
              <a:avLst/>
              <a:gdLst>
                <a:gd name="T0" fmla="*/ 1 w 63"/>
                <a:gd name="T1" fmla="*/ 15 h 71"/>
                <a:gd name="T2" fmla="*/ 16 w 63"/>
                <a:gd name="T3" fmla="*/ 6 h 71"/>
                <a:gd name="T4" fmla="*/ 1 w 63"/>
                <a:gd name="T5" fmla="*/ 16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71">
                  <a:moveTo>
                    <a:pt x="5" y="43"/>
                  </a:moveTo>
                  <a:cubicBezTo>
                    <a:pt x="14" y="71"/>
                    <a:pt x="63" y="23"/>
                    <a:pt x="58" y="16"/>
                  </a:cubicBezTo>
                  <a:cubicBezTo>
                    <a:pt x="46" y="0"/>
                    <a:pt x="0" y="32"/>
                    <a:pt x="5" y="47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1600">
              <a:extLst>
                <a:ext uri="{FF2B5EF4-FFF2-40B4-BE49-F238E27FC236}">
                  <a16:creationId xmlns:a16="http://schemas.microsoft.com/office/drawing/2014/main" id="{6A92F7A0-5139-4037-9739-85A8405CD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643"/>
              <a:ext cx="53" cy="30"/>
            </a:xfrm>
            <a:custGeom>
              <a:avLst/>
              <a:gdLst>
                <a:gd name="T0" fmla="*/ 2 w 81"/>
                <a:gd name="T1" fmla="*/ 4 h 43"/>
                <a:gd name="T2" fmla="*/ 1 w 81"/>
                <a:gd name="T3" fmla="*/ 3 h 43"/>
                <a:gd name="T4" fmla="*/ 9 w 81"/>
                <a:gd name="T5" fmla="*/ 14 h 43"/>
                <a:gd name="T6" fmla="*/ 23 w 81"/>
                <a:gd name="T7" fmla="*/ 11 h 43"/>
                <a:gd name="T8" fmla="*/ 1 w 81"/>
                <a:gd name="T9" fmla="*/ 0 h 43"/>
                <a:gd name="T10" fmla="*/ 1 w 81"/>
                <a:gd name="T11" fmla="*/ 3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3">
                  <a:moveTo>
                    <a:pt x="7" y="13"/>
                  </a:moveTo>
                  <a:cubicBezTo>
                    <a:pt x="6" y="11"/>
                    <a:pt x="7" y="6"/>
                    <a:pt x="5" y="10"/>
                  </a:cubicBezTo>
                  <a:cubicBezTo>
                    <a:pt x="4" y="32"/>
                    <a:pt x="12" y="39"/>
                    <a:pt x="31" y="41"/>
                  </a:cubicBezTo>
                  <a:cubicBezTo>
                    <a:pt x="42" y="43"/>
                    <a:pt x="75" y="43"/>
                    <a:pt x="81" y="33"/>
                  </a:cubicBezTo>
                  <a:cubicBezTo>
                    <a:pt x="55" y="15"/>
                    <a:pt x="30" y="12"/>
                    <a:pt x="3" y="0"/>
                  </a:cubicBez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1601">
              <a:extLst>
                <a:ext uri="{FF2B5EF4-FFF2-40B4-BE49-F238E27FC236}">
                  <a16:creationId xmlns:a16="http://schemas.microsoft.com/office/drawing/2014/main" id="{687CC5F4-708F-46D6-AB3E-B0BA7A785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583"/>
              <a:ext cx="83" cy="30"/>
            </a:xfrm>
            <a:custGeom>
              <a:avLst/>
              <a:gdLst>
                <a:gd name="T0" fmla="*/ 0 w 126"/>
                <a:gd name="T1" fmla="*/ 6 h 42"/>
                <a:gd name="T2" fmla="*/ 24 w 126"/>
                <a:gd name="T3" fmla="*/ 12 h 42"/>
                <a:gd name="T4" fmla="*/ 30 w 126"/>
                <a:gd name="T5" fmla="*/ 8 h 42"/>
                <a:gd name="T6" fmla="*/ 0 w 126"/>
                <a:gd name="T7" fmla="*/ 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2">
                  <a:moveTo>
                    <a:pt x="0" y="16"/>
                  </a:moveTo>
                  <a:cubicBezTo>
                    <a:pt x="24" y="28"/>
                    <a:pt x="56" y="27"/>
                    <a:pt x="82" y="34"/>
                  </a:cubicBezTo>
                  <a:cubicBezTo>
                    <a:pt x="99" y="39"/>
                    <a:pt x="126" y="42"/>
                    <a:pt x="107" y="23"/>
                  </a:cubicBezTo>
                  <a:cubicBezTo>
                    <a:pt x="89" y="4"/>
                    <a:pt x="23" y="0"/>
                    <a:pt x="0" y="9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1602">
              <a:extLst>
                <a:ext uri="{FF2B5EF4-FFF2-40B4-BE49-F238E27FC236}">
                  <a16:creationId xmlns:a16="http://schemas.microsoft.com/office/drawing/2014/main" id="{3CA6AA14-F442-446E-94A3-9C0FCDB82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609"/>
              <a:ext cx="22" cy="21"/>
            </a:xfrm>
            <a:custGeom>
              <a:avLst/>
              <a:gdLst>
                <a:gd name="T0" fmla="*/ 0 w 33"/>
                <a:gd name="T1" fmla="*/ 0 h 29"/>
                <a:gd name="T2" fmla="*/ 3 w 33"/>
                <a:gd name="T3" fmla="*/ 9 h 29"/>
                <a:gd name="T4" fmla="*/ 10 w 33"/>
                <a:gd name="T5" fmla="*/ 11 h 29"/>
                <a:gd name="T6" fmla="*/ 2 w 33"/>
                <a:gd name="T7" fmla="*/ 1 h 29"/>
                <a:gd name="T8" fmla="*/ 1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0" y="0"/>
                  </a:moveTo>
                  <a:cubicBezTo>
                    <a:pt x="11" y="6"/>
                    <a:pt x="5" y="16"/>
                    <a:pt x="12" y="23"/>
                  </a:cubicBezTo>
                  <a:cubicBezTo>
                    <a:pt x="17" y="27"/>
                    <a:pt x="29" y="28"/>
                    <a:pt x="33" y="29"/>
                  </a:cubicBezTo>
                  <a:cubicBezTo>
                    <a:pt x="29" y="15"/>
                    <a:pt x="19" y="8"/>
                    <a:pt x="6" y="1"/>
                  </a:cubicBezTo>
                  <a:cubicBezTo>
                    <a:pt x="2" y="2"/>
                    <a:pt x="6" y="4"/>
                    <a:pt x="4" y="6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1603">
              <a:extLst>
                <a:ext uri="{FF2B5EF4-FFF2-40B4-BE49-F238E27FC236}">
                  <a16:creationId xmlns:a16="http://schemas.microsoft.com/office/drawing/2014/main" id="{11FDC943-BA07-4E2B-AAC1-03CD01F6D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593"/>
              <a:ext cx="20" cy="30"/>
            </a:xfrm>
            <a:custGeom>
              <a:avLst/>
              <a:gdLst>
                <a:gd name="T0" fmla="*/ 1 w 31"/>
                <a:gd name="T1" fmla="*/ 0 h 42"/>
                <a:gd name="T2" fmla="*/ 8 w 31"/>
                <a:gd name="T3" fmla="*/ 15 h 42"/>
                <a:gd name="T4" fmla="*/ 0 w 31"/>
                <a:gd name="T5" fmla="*/ 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2" y="0"/>
                  </a:moveTo>
                  <a:cubicBezTo>
                    <a:pt x="1" y="13"/>
                    <a:pt x="13" y="42"/>
                    <a:pt x="31" y="41"/>
                  </a:cubicBezTo>
                  <a:cubicBezTo>
                    <a:pt x="30" y="30"/>
                    <a:pt x="11" y="0"/>
                    <a:pt x="0" y="2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1604">
              <a:extLst>
                <a:ext uri="{FF2B5EF4-FFF2-40B4-BE49-F238E27FC236}">
                  <a16:creationId xmlns:a16="http://schemas.microsoft.com/office/drawing/2014/main" id="{EF1BDE8E-2DDF-405A-8FFE-9591A30DC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574"/>
              <a:ext cx="22" cy="41"/>
            </a:xfrm>
            <a:custGeom>
              <a:avLst/>
              <a:gdLst>
                <a:gd name="T0" fmla="*/ 1 w 33"/>
                <a:gd name="T1" fmla="*/ 0 h 59"/>
                <a:gd name="T2" fmla="*/ 10 w 33"/>
                <a:gd name="T3" fmla="*/ 19 h 59"/>
                <a:gd name="T4" fmla="*/ 1 w 33"/>
                <a:gd name="T5" fmla="*/ 1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9">
                  <a:moveTo>
                    <a:pt x="4" y="0"/>
                  </a:moveTo>
                  <a:cubicBezTo>
                    <a:pt x="27" y="6"/>
                    <a:pt x="31" y="39"/>
                    <a:pt x="33" y="59"/>
                  </a:cubicBezTo>
                  <a:cubicBezTo>
                    <a:pt x="13" y="57"/>
                    <a:pt x="0" y="19"/>
                    <a:pt x="4" y="2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1605">
              <a:extLst>
                <a:ext uri="{FF2B5EF4-FFF2-40B4-BE49-F238E27FC236}">
                  <a16:creationId xmlns:a16="http://schemas.microsoft.com/office/drawing/2014/main" id="{91C057C0-5B62-4EE3-84AA-DD5449E5C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515"/>
              <a:ext cx="53" cy="57"/>
            </a:xfrm>
            <a:custGeom>
              <a:avLst/>
              <a:gdLst>
                <a:gd name="T0" fmla="*/ 7 w 80"/>
                <a:gd name="T1" fmla="*/ 8 h 82"/>
                <a:gd name="T2" fmla="*/ 6 w 80"/>
                <a:gd name="T3" fmla="*/ 22 h 82"/>
                <a:gd name="T4" fmla="*/ 15 w 80"/>
                <a:gd name="T5" fmla="*/ 17 h 82"/>
                <a:gd name="T6" fmla="*/ 15 w 80"/>
                <a:gd name="T7" fmla="*/ 6 h 82"/>
                <a:gd name="T8" fmla="*/ 5 w 80"/>
                <a:gd name="T9" fmla="*/ 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2">
                  <a:moveTo>
                    <a:pt x="25" y="23"/>
                  </a:moveTo>
                  <a:cubicBezTo>
                    <a:pt x="1" y="30"/>
                    <a:pt x="0" y="52"/>
                    <a:pt x="19" y="66"/>
                  </a:cubicBezTo>
                  <a:cubicBezTo>
                    <a:pt x="41" y="82"/>
                    <a:pt x="39" y="64"/>
                    <a:pt x="51" y="49"/>
                  </a:cubicBezTo>
                  <a:cubicBezTo>
                    <a:pt x="64" y="30"/>
                    <a:pt x="80" y="27"/>
                    <a:pt x="51" y="16"/>
                  </a:cubicBezTo>
                  <a:cubicBezTo>
                    <a:pt x="39" y="11"/>
                    <a:pt x="9" y="0"/>
                    <a:pt x="15" y="23"/>
                  </a:cubicBezTo>
                </a:path>
              </a:pathLst>
            </a:custGeom>
            <a:solidFill>
              <a:srgbClr val="F9B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1606">
              <a:extLst>
                <a:ext uri="{FF2B5EF4-FFF2-40B4-BE49-F238E27FC236}">
                  <a16:creationId xmlns:a16="http://schemas.microsoft.com/office/drawing/2014/main" id="{5A43A6B7-B8A1-4204-9D95-820CA176C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623"/>
              <a:ext cx="48" cy="35"/>
            </a:xfrm>
            <a:custGeom>
              <a:avLst/>
              <a:gdLst>
                <a:gd name="T0" fmla="*/ 0 w 72"/>
                <a:gd name="T1" fmla="*/ 8 h 49"/>
                <a:gd name="T2" fmla="*/ 15 w 72"/>
                <a:gd name="T3" fmla="*/ 6 h 49"/>
                <a:gd name="T4" fmla="*/ 3 w 72"/>
                <a:gd name="T5" fmla="*/ 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9">
                  <a:moveTo>
                    <a:pt x="0" y="22"/>
                  </a:moveTo>
                  <a:cubicBezTo>
                    <a:pt x="11" y="26"/>
                    <a:pt x="72" y="49"/>
                    <a:pt x="51" y="17"/>
                  </a:cubicBezTo>
                  <a:cubicBezTo>
                    <a:pt x="40" y="0"/>
                    <a:pt x="19" y="12"/>
                    <a:pt x="9" y="11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1607">
              <a:extLst>
                <a:ext uri="{FF2B5EF4-FFF2-40B4-BE49-F238E27FC236}">
                  <a16:creationId xmlns:a16="http://schemas.microsoft.com/office/drawing/2014/main" id="{4CBAC240-B43B-4983-8BDE-708B33BE3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680"/>
              <a:ext cx="39" cy="24"/>
            </a:xfrm>
            <a:custGeom>
              <a:avLst/>
              <a:gdLst>
                <a:gd name="T0" fmla="*/ 5 w 59"/>
                <a:gd name="T1" fmla="*/ 1 h 34"/>
                <a:gd name="T2" fmla="*/ 13 w 59"/>
                <a:gd name="T3" fmla="*/ 3 h 34"/>
                <a:gd name="T4" fmla="*/ 17 w 59"/>
                <a:gd name="T5" fmla="*/ 11 h 34"/>
                <a:gd name="T6" fmla="*/ 5 w 59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4">
                  <a:moveTo>
                    <a:pt x="15" y="3"/>
                  </a:moveTo>
                  <a:cubicBezTo>
                    <a:pt x="25" y="3"/>
                    <a:pt x="34" y="2"/>
                    <a:pt x="43" y="8"/>
                  </a:cubicBezTo>
                  <a:cubicBezTo>
                    <a:pt x="48" y="12"/>
                    <a:pt x="59" y="23"/>
                    <a:pt x="59" y="30"/>
                  </a:cubicBezTo>
                  <a:cubicBezTo>
                    <a:pt x="48" y="34"/>
                    <a:pt x="0" y="14"/>
                    <a:pt x="15" y="0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1608">
              <a:extLst>
                <a:ext uri="{FF2B5EF4-FFF2-40B4-BE49-F238E27FC236}">
                  <a16:creationId xmlns:a16="http://schemas.microsoft.com/office/drawing/2014/main" id="{01E99EE3-4A54-49F1-AB8E-BC5C68EEF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612"/>
              <a:ext cx="38" cy="44"/>
            </a:xfrm>
            <a:custGeom>
              <a:avLst/>
              <a:gdLst>
                <a:gd name="T0" fmla="*/ 1 w 58"/>
                <a:gd name="T1" fmla="*/ 0 h 62"/>
                <a:gd name="T2" fmla="*/ 8 w 58"/>
                <a:gd name="T3" fmla="*/ 11 h 62"/>
                <a:gd name="T4" fmla="*/ 14 w 58"/>
                <a:gd name="T5" fmla="*/ 18 h 62"/>
                <a:gd name="T6" fmla="*/ 8 w 58"/>
                <a:gd name="T7" fmla="*/ 9 h 62"/>
                <a:gd name="T8" fmla="*/ 5 w 58"/>
                <a:gd name="T9" fmla="*/ 3 h 62"/>
                <a:gd name="T10" fmla="*/ 0 w 58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2">
                  <a:moveTo>
                    <a:pt x="3" y="0"/>
                  </a:moveTo>
                  <a:cubicBezTo>
                    <a:pt x="1" y="14"/>
                    <a:pt x="19" y="21"/>
                    <a:pt x="27" y="31"/>
                  </a:cubicBezTo>
                  <a:cubicBezTo>
                    <a:pt x="31" y="35"/>
                    <a:pt x="46" y="62"/>
                    <a:pt x="52" y="51"/>
                  </a:cubicBezTo>
                  <a:cubicBezTo>
                    <a:pt x="58" y="41"/>
                    <a:pt x="33" y="29"/>
                    <a:pt x="28" y="24"/>
                  </a:cubicBezTo>
                  <a:cubicBezTo>
                    <a:pt x="24" y="19"/>
                    <a:pt x="21" y="13"/>
                    <a:pt x="16" y="9"/>
                  </a:cubicBezTo>
                  <a:cubicBezTo>
                    <a:pt x="11" y="4"/>
                    <a:pt x="6" y="3"/>
                    <a:pt x="0" y="0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1609">
              <a:extLst>
                <a:ext uri="{FF2B5EF4-FFF2-40B4-BE49-F238E27FC236}">
                  <a16:creationId xmlns:a16="http://schemas.microsoft.com/office/drawing/2014/main" id="{DEB6FB3A-8E34-41FD-823E-28F1F7AAF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595"/>
              <a:ext cx="41" cy="19"/>
            </a:xfrm>
            <a:custGeom>
              <a:avLst/>
              <a:gdLst>
                <a:gd name="T0" fmla="*/ 0 w 62"/>
                <a:gd name="T1" fmla="*/ 1 h 27"/>
                <a:gd name="T2" fmla="*/ 12 w 62"/>
                <a:gd name="T3" fmla="*/ 3 h 27"/>
                <a:gd name="T4" fmla="*/ 18 w 62"/>
                <a:gd name="T5" fmla="*/ 9 h 27"/>
                <a:gd name="T6" fmla="*/ 7 w 62"/>
                <a:gd name="T7" fmla="*/ 5 h 27"/>
                <a:gd name="T8" fmla="*/ 3 w 62"/>
                <a:gd name="T9" fmla="*/ 4 h 27"/>
                <a:gd name="T10" fmla="*/ 1 w 62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7">
                  <a:moveTo>
                    <a:pt x="0" y="1"/>
                  </a:moveTo>
                  <a:cubicBezTo>
                    <a:pt x="16" y="2"/>
                    <a:pt x="26" y="2"/>
                    <a:pt x="41" y="9"/>
                  </a:cubicBezTo>
                  <a:cubicBezTo>
                    <a:pt x="48" y="12"/>
                    <a:pt x="62" y="16"/>
                    <a:pt x="62" y="26"/>
                  </a:cubicBezTo>
                  <a:cubicBezTo>
                    <a:pt x="47" y="27"/>
                    <a:pt x="38" y="16"/>
                    <a:pt x="26" y="14"/>
                  </a:cubicBezTo>
                  <a:cubicBezTo>
                    <a:pt x="20" y="12"/>
                    <a:pt x="16" y="15"/>
                    <a:pt x="11" y="11"/>
                  </a:cubicBezTo>
                  <a:cubicBezTo>
                    <a:pt x="7" y="9"/>
                    <a:pt x="5" y="4"/>
                    <a:pt x="3" y="0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1610">
              <a:extLst>
                <a:ext uri="{FF2B5EF4-FFF2-40B4-BE49-F238E27FC236}">
                  <a16:creationId xmlns:a16="http://schemas.microsoft.com/office/drawing/2014/main" id="{0948CBBC-B00B-436B-8601-6EE8487D1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570"/>
              <a:ext cx="20" cy="39"/>
            </a:xfrm>
            <a:custGeom>
              <a:avLst/>
              <a:gdLst>
                <a:gd name="T0" fmla="*/ 3 w 30"/>
                <a:gd name="T1" fmla="*/ 0 h 55"/>
                <a:gd name="T2" fmla="*/ 1 w 30"/>
                <a:gd name="T3" fmla="*/ 9 h 55"/>
                <a:gd name="T4" fmla="*/ 6 w 30"/>
                <a:gd name="T5" fmla="*/ 20 h 55"/>
                <a:gd name="T6" fmla="*/ 5 w 30"/>
                <a:gd name="T7" fmla="*/ 13 h 55"/>
                <a:gd name="T8" fmla="*/ 7 w 30"/>
                <a:gd name="T9" fmla="*/ 7 h 55"/>
                <a:gd name="T10" fmla="*/ 3 w 30"/>
                <a:gd name="T11" fmla="*/ 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5">
                  <a:moveTo>
                    <a:pt x="10" y="0"/>
                  </a:moveTo>
                  <a:cubicBezTo>
                    <a:pt x="14" y="7"/>
                    <a:pt x="2" y="18"/>
                    <a:pt x="1" y="26"/>
                  </a:cubicBezTo>
                  <a:cubicBezTo>
                    <a:pt x="0" y="37"/>
                    <a:pt x="9" y="53"/>
                    <a:pt x="20" y="55"/>
                  </a:cubicBezTo>
                  <a:cubicBezTo>
                    <a:pt x="20" y="48"/>
                    <a:pt x="15" y="43"/>
                    <a:pt x="15" y="35"/>
                  </a:cubicBezTo>
                  <a:cubicBezTo>
                    <a:pt x="15" y="24"/>
                    <a:pt x="19" y="26"/>
                    <a:pt x="23" y="20"/>
                  </a:cubicBezTo>
                  <a:cubicBezTo>
                    <a:pt x="30" y="11"/>
                    <a:pt x="24" y="0"/>
                    <a:pt x="12" y="2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1611">
              <a:extLst>
                <a:ext uri="{FF2B5EF4-FFF2-40B4-BE49-F238E27FC236}">
                  <a16:creationId xmlns:a16="http://schemas.microsoft.com/office/drawing/2014/main" id="{A6B8E4CA-4989-421D-AF7A-68725DE44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563"/>
              <a:ext cx="43" cy="32"/>
            </a:xfrm>
            <a:custGeom>
              <a:avLst/>
              <a:gdLst>
                <a:gd name="T0" fmla="*/ 2 w 66"/>
                <a:gd name="T1" fmla="*/ 1 h 45"/>
                <a:gd name="T2" fmla="*/ 0 w 66"/>
                <a:gd name="T3" fmla="*/ 4 h 45"/>
                <a:gd name="T4" fmla="*/ 7 w 66"/>
                <a:gd name="T5" fmla="*/ 11 h 45"/>
                <a:gd name="T6" fmla="*/ 16 w 66"/>
                <a:gd name="T7" fmla="*/ 16 h 45"/>
                <a:gd name="T8" fmla="*/ 18 w 66"/>
                <a:gd name="T9" fmla="*/ 13 h 45"/>
                <a:gd name="T10" fmla="*/ 13 w 66"/>
                <a:gd name="T11" fmla="*/ 3 h 45"/>
                <a:gd name="T12" fmla="*/ 7 w 66"/>
                <a:gd name="T13" fmla="*/ 1 h 45"/>
                <a:gd name="T14" fmla="*/ 1 w 66"/>
                <a:gd name="T15" fmla="*/ 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45">
                  <a:moveTo>
                    <a:pt x="8" y="1"/>
                  </a:moveTo>
                  <a:cubicBezTo>
                    <a:pt x="3" y="2"/>
                    <a:pt x="0" y="7"/>
                    <a:pt x="0" y="13"/>
                  </a:cubicBezTo>
                  <a:cubicBezTo>
                    <a:pt x="0" y="24"/>
                    <a:pt x="16" y="27"/>
                    <a:pt x="25" y="30"/>
                  </a:cubicBezTo>
                  <a:cubicBezTo>
                    <a:pt x="35" y="34"/>
                    <a:pt x="46" y="42"/>
                    <a:pt x="57" y="44"/>
                  </a:cubicBezTo>
                  <a:cubicBezTo>
                    <a:pt x="65" y="45"/>
                    <a:pt x="65" y="45"/>
                    <a:pt x="65" y="36"/>
                  </a:cubicBezTo>
                  <a:cubicBezTo>
                    <a:pt x="66" y="20"/>
                    <a:pt x="61" y="14"/>
                    <a:pt x="47" y="8"/>
                  </a:cubicBezTo>
                  <a:cubicBezTo>
                    <a:pt x="40" y="6"/>
                    <a:pt x="32" y="2"/>
                    <a:pt x="24" y="1"/>
                  </a:cubicBezTo>
                  <a:cubicBezTo>
                    <a:pt x="19" y="0"/>
                    <a:pt x="3" y="3"/>
                    <a:pt x="2" y="3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1612">
              <a:extLst>
                <a:ext uri="{FF2B5EF4-FFF2-40B4-BE49-F238E27FC236}">
                  <a16:creationId xmlns:a16="http://schemas.microsoft.com/office/drawing/2014/main" id="{6D53A02F-1136-4725-AC88-0F73C37A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550"/>
              <a:ext cx="64" cy="34"/>
            </a:xfrm>
            <a:custGeom>
              <a:avLst/>
              <a:gdLst>
                <a:gd name="T0" fmla="*/ 1 w 96"/>
                <a:gd name="T1" fmla="*/ 4 h 48"/>
                <a:gd name="T2" fmla="*/ 14 w 96"/>
                <a:gd name="T3" fmla="*/ 15 h 48"/>
                <a:gd name="T4" fmla="*/ 23 w 96"/>
                <a:gd name="T5" fmla="*/ 14 h 48"/>
                <a:gd name="T6" fmla="*/ 21 w 96"/>
                <a:gd name="T7" fmla="*/ 6 h 48"/>
                <a:gd name="T8" fmla="*/ 10 w 96"/>
                <a:gd name="T9" fmla="*/ 1 h 48"/>
                <a:gd name="T10" fmla="*/ 1 w 96"/>
                <a:gd name="T11" fmla="*/ 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48">
                  <a:moveTo>
                    <a:pt x="4" y="12"/>
                  </a:moveTo>
                  <a:cubicBezTo>
                    <a:pt x="17" y="22"/>
                    <a:pt x="33" y="34"/>
                    <a:pt x="48" y="41"/>
                  </a:cubicBezTo>
                  <a:cubicBezTo>
                    <a:pt x="60" y="46"/>
                    <a:pt x="70" y="48"/>
                    <a:pt x="80" y="40"/>
                  </a:cubicBezTo>
                  <a:cubicBezTo>
                    <a:pt x="96" y="28"/>
                    <a:pt x="80" y="26"/>
                    <a:pt x="69" y="19"/>
                  </a:cubicBezTo>
                  <a:cubicBezTo>
                    <a:pt x="58" y="11"/>
                    <a:pt x="51" y="0"/>
                    <a:pt x="35" y="1"/>
                  </a:cubicBezTo>
                  <a:cubicBezTo>
                    <a:pt x="29" y="1"/>
                    <a:pt x="0" y="9"/>
                    <a:pt x="5" y="19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1613">
              <a:extLst>
                <a:ext uri="{FF2B5EF4-FFF2-40B4-BE49-F238E27FC236}">
                  <a16:creationId xmlns:a16="http://schemas.microsoft.com/office/drawing/2014/main" id="{0E82B190-F562-4A28-BE31-3F698AF6C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599"/>
              <a:ext cx="70" cy="52"/>
            </a:xfrm>
            <a:custGeom>
              <a:avLst/>
              <a:gdLst>
                <a:gd name="T0" fmla="*/ 0 w 106"/>
                <a:gd name="T1" fmla="*/ 3 h 73"/>
                <a:gd name="T2" fmla="*/ 7 w 106"/>
                <a:gd name="T3" fmla="*/ 13 h 73"/>
                <a:gd name="T4" fmla="*/ 16 w 106"/>
                <a:gd name="T5" fmla="*/ 21 h 73"/>
                <a:gd name="T6" fmla="*/ 28 w 106"/>
                <a:gd name="T7" fmla="*/ 21 h 73"/>
                <a:gd name="T8" fmla="*/ 17 w 106"/>
                <a:gd name="T9" fmla="*/ 8 h 73"/>
                <a:gd name="T10" fmla="*/ 4 w 106"/>
                <a:gd name="T11" fmla="*/ 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73">
                  <a:moveTo>
                    <a:pt x="0" y="8"/>
                  </a:moveTo>
                  <a:cubicBezTo>
                    <a:pt x="12" y="15"/>
                    <a:pt x="17" y="25"/>
                    <a:pt x="25" y="35"/>
                  </a:cubicBezTo>
                  <a:cubicBezTo>
                    <a:pt x="33" y="46"/>
                    <a:pt x="43" y="53"/>
                    <a:pt x="55" y="58"/>
                  </a:cubicBezTo>
                  <a:cubicBezTo>
                    <a:pt x="66" y="63"/>
                    <a:pt x="90" y="73"/>
                    <a:pt x="97" y="57"/>
                  </a:cubicBezTo>
                  <a:cubicBezTo>
                    <a:pt x="106" y="41"/>
                    <a:pt x="69" y="28"/>
                    <a:pt x="59" y="22"/>
                  </a:cubicBezTo>
                  <a:cubicBezTo>
                    <a:pt x="46" y="14"/>
                    <a:pt x="29" y="0"/>
                    <a:pt x="14" y="11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1614">
              <a:extLst>
                <a:ext uri="{FF2B5EF4-FFF2-40B4-BE49-F238E27FC236}">
                  <a16:creationId xmlns:a16="http://schemas.microsoft.com/office/drawing/2014/main" id="{7B70999A-7012-4897-A5CA-295F8B35A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645"/>
              <a:ext cx="77" cy="58"/>
            </a:xfrm>
            <a:custGeom>
              <a:avLst/>
              <a:gdLst>
                <a:gd name="T0" fmla="*/ 28 w 117"/>
                <a:gd name="T1" fmla="*/ 6 h 82"/>
                <a:gd name="T2" fmla="*/ 12 w 117"/>
                <a:gd name="T3" fmla="*/ 8 h 82"/>
                <a:gd name="T4" fmla="*/ 4 w 117"/>
                <a:gd name="T5" fmla="*/ 25 h 82"/>
                <a:gd name="T6" fmla="*/ 16 w 117"/>
                <a:gd name="T7" fmla="*/ 28 h 82"/>
                <a:gd name="T8" fmla="*/ 28 w 117"/>
                <a:gd name="T9" fmla="*/ 16 h 82"/>
                <a:gd name="T10" fmla="*/ 32 w 117"/>
                <a:gd name="T11" fmla="*/ 9 h 82"/>
                <a:gd name="T12" fmla="*/ 26 w 117"/>
                <a:gd name="T13" fmla="*/ 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82">
                  <a:moveTo>
                    <a:pt x="99" y="15"/>
                  </a:moveTo>
                  <a:cubicBezTo>
                    <a:pt x="86" y="0"/>
                    <a:pt x="55" y="11"/>
                    <a:pt x="43" y="23"/>
                  </a:cubicBezTo>
                  <a:cubicBezTo>
                    <a:pt x="36" y="31"/>
                    <a:pt x="0" y="62"/>
                    <a:pt x="13" y="72"/>
                  </a:cubicBezTo>
                  <a:cubicBezTo>
                    <a:pt x="20" y="79"/>
                    <a:pt x="49" y="82"/>
                    <a:pt x="58" y="81"/>
                  </a:cubicBezTo>
                  <a:cubicBezTo>
                    <a:pt x="75" y="78"/>
                    <a:pt x="88" y="58"/>
                    <a:pt x="99" y="47"/>
                  </a:cubicBezTo>
                  <a:cubicBezTo>
                    <a:pt x="105" y="41"/>
                    <a:pt x="117" y="34"/>
                    <a:pt x="114" y="25"/>
                  </a:cubicBezTo>
                  <a:cubicBezTo>
                    <a:pt x="111" y="19"/>
                    <a:pt x="96" y="9"/>
                    <a:pt x="91" y="7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1615">
              <a:extLst>
                <a:ext uri="{FF2B5EF4-FFF2-40B4-BE49-F238E27FC236}">
                  <a16:creationId xmlns:a16="http://schemas.microsoft.com/office/drawing/2014/main" id="{93164CD2-17CF-4D2B-B9BE-1C9B45A41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613"/>
              <a:ext cx="87" cy="28"/>
            </a:xfrm>
            <a:custGeom>
              <a:avLst/>
              <a:gdLst>
                <a:gd name="T0" fmla="*/ 0 w 133"/>
                <a:gd name="T1" fmla="*/ 0 h 40"/>
                <a:gd name="T2" fmla="*/ 11 w 133"/>
                <a:gd name="T3" fmla="*/ 11 h 40"/>
                <a:gd name="T4" fmla="*/ 20 w 133"/>
                <a:gd name="T5" fmla="*/ 11 h 40"/>
                <a:gd name="T6" fmla="*/ 30 w 133"/>
                <a:gd name="T7" fmla="*/ 6 h 40"/>
                <a:gd name="T8" fmla="*/ 37 w 133"/>
                <a:gd name="T9" fmla="*/ 4 h 40"/>
                <a:gd name="T10" fmla="*/ 12 w 133"/>
                <a:gd name="T11" fmla="*/ 8 h 40"/>
                <a:gd name="T12" fmla="*/ 7 w 133"/>
                <a:gd name="T13" fmla="*/ 6 h 40"/>
                <a:gd name="T14" fmla="*/ 2 w 133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40">
                  <a:moveTo>
                    <a:pt x="0" y="0"/>
                  </a:moveTo>
                  <a:cubicBezTo>
                    <a:pt x="13" y="10"/>
                    <a:pt x="25" y="25"/>
                    <a:pt x="40" y="33"/>
                  </a:cubicBezTo>
                  <a:cubicBezTo>
                    <a:pt x="53" y="40"/>
                    <a:pt x="58" y="35"/>
                    <a:pt x="70" y="30"/>
                  </a:cubicBezTo>
                  <a:cubicBezTo>
                    <a:pt x="82" y="25"/>
                    <a:pt x="96" y="23"/>
                    <a:pt x="109" y="18"/>
                  </a:cubicBezTo>
                  <a:cubicBezTo>
                    <a:pt x="117" y="15"/>
                    <a:pt x="124" y="9"/>
                    <a:pt x="133" y="10"/>
                  </a:cubicBezTo>
                  <a:cubicBezTo>
                    <a:pt x="104" y="12"/>
                    <a:pt x="75" y="21"/>
                    <a:pt x="45" y="21"/>
                  </a:cubicBezTo>
                  <a:cubicBezTo>
                    <a:pt x="38" y="21"/>
                    <a:pt x="31" y="22"/>
                    <a:pt x="25" y="18"/>
                  </a:cubicBezTo>
                  <a:cubicBezTo>
                    <a:pt x="17" y="13"/>
                    <a:pt x="18" y="1"/>
                    <a:pt x="7" y="1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1616">
              <a:extLst>
                <a:ext uri="{FF2B5EF4-FFF2-40B4-BE49-F238E27FC236}">
                  <a16:creationId xmlns:a16="http://schemas.microsoft.com/office/drawing/2014/main" id="{8931D4D6-077B-4A4F-A8BF-95E71AACD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629"/>
              <a:ext cx="94" cy="57"/>
            </a:xfrm>
            <a:custGeom>
              <a:avLst/>
              <a:gdLst>
                <a:gd name="T0" fmla="*/ 36 w 143"/>
                <a:gd name="T1" fmla="*/ 1 h 81"/>
                <a:gd name="T2" fmla="*/ 30 w 143"/>
                <a:gd name="T3" fmla="*/ 4 h 81"/>
                <a:gd name="T4" fmla="*/ 14 w 143"/>
                <a:gd name="T5" fmla="*/ 9 h 81"/>
                <a:gd name="T6" fmla="*/ 8 w 143"/>
                <a:gd name="T7" fmla="*/ 27 h 81"/>
                <a:gd name="T8" fmla="*/ 24 w 143"/>
                <a:gd name="T9" fmla="*/ 19 h 81"/>
                <a:gd name="T10" fmla="*/ 36 w 143"/>
                <a:gd name="T11" fmla="*/ 11 h 81"/>
                <a:gd name="T12" fmla="*/ 39 w 143"/>
                <a:gd name="T13" fmla="*/ 3 h 81"/>
                <a:gd name="T14" fmla="*/ 35 w 143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81">
                  <a:moveTo>
                    <a:pt x="128" y="2"/>
                  </a:moveTo>
                  <a:cubicBezTo>
                    <a:pt x="119" y="2"/>
                    <a:pt x="111" y="7"/>
                    <a:pt x="103" y="10"/>
                  </a:cubicBezTo>
                  <a:cubicBezTo>
                    <a:pt x="86" y="16"/>
                    <a:pt x="66" y="17"/>
                    <a:pt x="50" y="26"/>
                  </a:cubicBezTo>
                  <a:cubicBezTo>
                    <a:pt x="38" y="32"/>
                    <a:pt x="0" y="71"/>
                    <a:pt x="27" y="78"/>
                  </a:cubicBezTo>
                  <a:cubicBezTo>
                    <a:pt x="42" y="81"/>
                    <a:pt x="70" y="61"/>
                    <a:pt x="83" y="55"/>
                  </a:cubicBezTo>
                  <a:cubicBezTo>
                    <a:pt x="99" y="49"/>
                    <a:pt x="114" y="44"/>
                    <a:pt x="126" y="32"/>
                  </a:cubicBezTo>
                  <a:cubicBezTo>
                    <a:pt x="131" y="27"/>
                    <a:pt x="143" y="17"/>
                    <a:pt x="139" y="9"/>
                  </a:cubicBezTo>
                  <a:cubicBezTo>
                    <a:pt x="137" y="5"/>
                    <a:pt x="127" y="4"/>
                    <a:pt x="124" y="0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1617">
              <a:extLst>
                <a:ext uri="{FF2B5EF4-FFF2-40B4-BE49-F238E27FC236}">
                  <a16:creationId xmlns:a16="http://schemas.microsoft.com/office/drawing/2014/main" id="{E87018A3-B09F-44CA-AD2D-39D7FF7F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664"/>
              <a:ext cx="59" cy="69"/>
            </a:xfrm>
            <a:custGeom>
              <a:avLst/>
              <a:gdLst>
                <a:gd name="T0" fmla="*/ 26 w 89"/>
                <a:gd name="T1" fmla="*/ 3 h 99"/>
                <a:gd name="T2" fmla="*/ 0 w 89"/>
                <a:gd name="T3" fmla="*/ 22 h 99"/>
                <a:gd name="T4" fmla="*/ 20 w 89"/>
                <a:gd name="T5" fmla="*/ 14 h 99"/>
                <a:gd name="T6" fmla="*/ 24 w 89"/>
                <a:gd name="T7" fmla="*/ 8 h 99"/>
                <a:gd name="T8" fmla="*/ 26 w 89"/>
                <a:gd name="T9" fmla="*/ 2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99">
                  <a:moveTo>
                    <a:pt x="89" y="8"/>
                  </a:moveTo>
                  <a:cubicBezTo>
                    <a:pt x="64" y="0"/>
                    <a:pt x="36" y="99"/>
                    <a:pt x="0" y="64"/>
                  </a:cubicBezTo>
                  <a:cubicBezTo>
                    <a:pt x="29" y="74"/>
                    <a:pt x="50" y="61"/>
                    <a:pt x="68" y="41"/>
                  </a:cubicBezTo>
                  <a:cubicBezTo>
                    <a:pt x="73" y="35"/>
                    <a:pt x="80" y="31"/>
                    <a:pt x="83" y="23"/>
                  </a:cubicBezTo>
                  <a:cubicBezTo>
                    <a:pt x="86" y="17"/>
                    <a:pt x="83" y="12"/>
                    <a:pt x="89" y="7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1618">
              <a:extLst>
                <a:ext uri="{FF2B5EF4-FFF2-40B4-BE49-F238E27FC236}">
                  <a16:creationId xmlns:a16="http://schemas.microsoft.com/office/drawing/2014/main" id="{FD432678-678A-420A-A865-CF6B6315F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590"/>
              <a:ext cx="75" cy="36"/>
            </a:xfrm>
            <a:custGeom>
              <a:avLst/>
              <a:gdLst>
                <a:gd name="T0" fmla="*/ 0 w 113"/>
                <a:gd name="T1" fmla="*/ 13 h 52"/>
                <a:gd name="T2" fmla="*/ 17 w 113"/>
                <a:gd name="T3" fmla="*/ 15 h 52"/>
                <a:gd name="T4" fmla="*/ 23 w 113"/>
                <a:gd name="T5" fmla="*/ 17 h 52"/>
                <a:gd name="T6" fmla="*/ 25 w 113"/>
                <a:gd name="T7" fmla="*/ 13 h 52"/>
                <a:gd name="T8" fmla="*/ 33 w 113"/>
                <a:gd name="T9" fmla="*/ 0 h 52"/>
                <a:gd name="T10" fmla="*/ 24 w 113"/>
                <a:gd name="T11" fmla="*/ 10 h 52"/>
                <a:gd name="T12" fmla="*/ 17 w 113"/>
                <a:gd name="T13" fmla="*/ 11 h 52"/>
                <a:gd name="T14" fmla="*/ 1 w 113"/>
                <a:gd name="T15" fmla="*/ 15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52">
                  <a:moveTo>
                    <a:pt x="0" y="41"/>
                  </a:moveTo>
                  <a:cubicBezTo>
                    <a:pt x="21" y="43"/>
                    <a:pt x="37" y="33"/>
                    <a:pt x="57" y="43"/>
                  </a:cubicBezTo>
                  <a:cubicBezTo>
                    <a:pt x="64" y="46"/>
                    <a:pt x="69" y="52"/>
                    <a:pt x="77" y="50"/>
                  </a:cubicBezTo>
                  <a:cubicBezTo>
                    <a:pt x="84" y="48"/>
                    <a:pt x="81" y="45"/>
                    <a:pt x="86" y="40"/>
                  </a:cubicBezTo>
                  <a:cubicBezTo>
                    <a:pt x="99" y="28"/>
                    <a:pt x="104" y="16"/>
                    <a:pt x="113" y="0"/>
                  </a:cubicBezTo>
                  <a:cubicBezTo>
                    <a:pt x="101" y="6"/>
                    <a:pt x="92" y="20"/>
                    <a:pt x="82" y="30"/>
                  </a:cubicBezTo>
                  <a:cubicBezTo>
                    <a:pt x="73" y="41"/>
                    <a:pt x="74" y="37"/>
                    <a:pt x="59" y="33"/>
                  </a:cubicBezTo>
                  <a:cubicBezTo>
                    <a:pt x="37" y="27"/>
                    <a:pt x="22" y="47"/>
                    <a:pt x="1" y="44"/>
                  </a:cubicBezTo>
                </a:path>
              </a:pathLst>
            </a:custGeom>
            <a:solidFill>
              <a:srgbClr val="F7C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1619">
              <a:extLst>
                <a:ext uri="{FF2B5EF4-FFF2-40B4-BE49-F238E27FC236}">
                  <a16:creationId xmlns:a16="http://schemas.microsoft.com/office/drawing/2014/main" id="{E2C16FC6-6CB4-459B-94CB-248EDD148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937"/>
              <a:ext cx="1059" cy="693"/>
            </a:xfrm>
            <a:custGeom>
              <a:avLst/>
              <a:gdLst>
                <a:gd name="T0" fmla="*/ 447 w 1610"/>
                <a:gd name="T1" fmla="*/ 242 h 987"/>
                <a:gd name="T2" fmla="*/ 449 w 1610"/>
                <a:gd name="T3" fmla="*/ 218 h 987"/>
                <a:gd name="T4" fmla="*/ 449 w 1610"/>
                <a:gd name="T5" fmla="*/ 209 h 987"/>
                <a:gd name="T6" fmla="*/ 310 w 1610"/>
                <a:gd name="T7" fmla="*/ 31 h 987"/>
                <a:gd name="T8" fmla="*/ 207 w 1610"/>
                <a:gd name="T9" fmla="*/ 6 h 987"/>
                <a:gd name="T10" fmla="*/ 94 w 1610"/>
                <a:gd name="T11" fmla="*/ 44 h 987"/>
                <a:gd name="T12" fmla="*/ 17 w 1610"/>
                <a:gd name="T13" fmla="*/ 136 h 987"/>
                <a:gd name="T14" fmla="*/ 9 w 1610"/>
                <a:gd name="T15" fmla="*/ 239 h 987"/>
                <a:gd name="T16" fmla="*/ 26 w 1610"/>
                <a:gd name="T17" fmla="*/ 291 h 987"/>
                <a:gd name="T18" fmla="*/ 43 w 1610"/>
                <a:gd name="T19" fmla="*/ 335 h 987"/>
                <a:gd name="T20" fmla="*/ 72 w 1610"/>
                <a:gd name="T21" fmla="*/ 331 h 987"/>
                <a:gd name="T22" fmla="*/ 74 w 1610"/>
                <a:gd name="T23" fmla="*/ 329 h 9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10" h="987">
                  <a:moveTo>
                    <a:pt x="1570" y="701"/>
                  </a:moveTo>
                  <a:cubicBezTo>
                    <a:pt x="1572" y="674"/>
                    <a:pt x="1575" y="649"/>
                    <a:pt x="1577" y="628"/>
                  </a:cubicBezTo>
                  <a:cubicBezTo>
                    <a:pt x="1578" y="621"/>
                    <a:pt x="1579" y="614"/>
                    <a:pt x="1580" y="606"/>
                  </a:cubicBezTo>
                  <a:cubicBezTo>
                    <a:pt x="1610" y="363"/>
                    <a:pt x="1268" y="166"/>
                    <a:pt x="1092" y="88"/>
                  </a:cubicBezTo>
                  <a:cubicBezTo>
                    <a:pt x="916" y="11"/>
                    <a:pt x="727" y="16"/>
                    <a:pt x="727" y="16"/>
                  </a:cubicBezTo>
                  <a:cubicBezTo>
                    <a:pt x="586" y="0"/>
                    <a:pt x="383" y="83"/>
                    <a:pt x="332" y="126"/>
                  </a:cubicBezTo>
                  <a:cubicBezTo>
                    <a:pt x="282" y="168"/>
                    <a:pt x="52" y="291"/>
                    <a:pt x="60" y="392"/>
                  </a:cubicBezTo>
                  <a:cubicBezTo>
                    <a:pt x="66" y="466"/>
                    <a:pt x="0" y="620"/>
                    <a:pt x="32" y="691"/>
                  </a:cubicBezTo>
                  <a:cubicBezTo>
                    <a:pt x="39" y="713"/>
                    <a:pt x="67" y="808"/>
                    <a:pt x="92" y="840"/>
                  </a:cubicBezTo>
                  <a:cubicBezTo>
                    <a:pt x="122" y="878"/>
                    <a:pt x="146" y="928"/>
                    <a:pt x="154" y="968"/>
                  </a:cubicBezTo>
                  <a:cubicBezTo>
                    <a:pt x="154" y="968"/>
                    <a:pt x="220" y="987"/>
                    <a:pt x="252" y="955"/>
                  </a:cubicBezTo>
                  <a:cubicBezTo>
                    <a:pt x="255" y="952"/>
                    <a:pt x="258" y="950"/>
                    <a:pt x="260" y="94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1620">
              <a:extLst>
                <a:ext uri="{FF2B5EF4-FFF2-40B4-BE49-F238E27FC236}">
                  <a16:creationId xmlns:a16="http://schemas.microsoft.com/office/drawing/2014/main" id="{34F7CFD6-6CCB-4867-ACA2-2CEC07998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429"/>
              <a:ext cx="12" cy="128"/>
            </a:xfrm>
            <a:custGeom>
              <a:avLst/>
              <a:gdLst>
                <a:gd name="T0" fmla="*/ 0 w 18"/>
                <a:gd name="T1" fmla="*/ 63 h 182"/>
                <a:gd name="T2" fmla="*/ 5 w 18"/>
                <a:gd name="T3" fmla="*/ 0 h 1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82">
                  <a:moveTo>
                    <a:pt x="0" y="182"/>
                  </a:moveTo>
                  <a:cubicBezTo>
                    <a:pt x="5" y="129"/>
                    <a:pt x="12" y="60"/>
                    <a:pt x="18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1621">
              <a:extLst>
                <a:ext uri="{FF2B5EF4-FFF2-40B4-BE49-F238E27FC236}">
                  <a16:creationId xmlns:a16="http://schemas.microsoft.com/office/drawing/2014/main" id="{ECA93D3D-7481-481A-BAA9-4A7C3EB5A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716"/>
              <a:ext cx="21" cy="13"/>
            </a:xfrm>
            <a:custGeom>
              <a:avLst/>
              <a:gdLst>
                <a:gd name="T0" fmla="*/ 0 w 33"/>
                <a:gd name="T1" fmla="*/ 6 h 19"/>
                <a:gd name="T2" fmla="*/ 8 w 3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">
                  <a:moveTo>
                    <a:pt x="0" y="19"/>
                  </a:moveTo>
                  <a:cubicBezTo>
                    <a:pt x="11" y="13"/>
                    <a:pt x="22" y="7"/>
                    <a:pt x="33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1622">
              <a:extLst>
                <a:ext uri="{FF2B5EF4-FFF2-40B4-BE49-F238E27FC236}">
                  <a16:creationId xmlns:a16="http://schemas.microsoft.com/office/drawing/2014/main" id="{BBB81121-6290-47DF-A686-9255F803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762"/>
              <a:ext cx="175" cy="34"/>
            </a:xfrm>
            <a:custGeom>
              <a:avLst/>
              <a:gdLst>
                <a:gd name="T0" fmla="*/ 0 w 266"/>
                <a:gd name="T1" fmla="*/ 0 h 48"/>
                <a:gd name="T2" fmla="*/ 71 w 266"/>
                <a:gd name="T3" fmla="*/ 9 h 48"/>
                <a:gd name="T4" fmla="*/ 76 w 266"/>
                <a:gd name="T5" fmla="*/ 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48">
                  <a:moveTo>
                    <a:pt x="0" y="0"/>
                  </a:moveTo>
                  <a:cubicBezTo>
                    <a:pt x="95" y="27"/>
                    <a:pt x="140" y="48"/>
                    <a:pt x="250" y="27"/>
                  </a:cubicBezTo>
                  <a:cubicBezTo>
                    <a:pt x="256" y="26"/>
                    <a:pt x="261" y="25"/>
                    <a:pt x="266" y="24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1623">
              <a:extLst>
                <a:ext uri="{FF2B5EF4-FFF2-40B4-BE49-F238E27FC236}">
                  <a16:creationId xmlns:a16="http://schemas.microsoft.com/office/drawing/2014/main" id="{6DCCDB43-BFC3-4BB2-9A1C-177AAE299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595"/>
              <a:ext cx="257" cy="142"/>
            </a:xfrm>
            <a:custGeom>
              <a:avLst/>
              <a:gdLst>
                <a:gd name="T0" fmla="*/ 0 w 391"/>
                <a:gd name="T1" fmla="*/ 0 h 202"/>
                <a:gd name="T2" fmla="*/ 6 w 391"/>
                <a:gd name="T3" fmla="*/ 13 h 202"/>
                <a:gd name="T4" fmla="*/ 111 w 391"/>
                <a:gd name="T5" fmla="*/ 7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202">
                  <a:moveTo>
                    <a:pt x="0" y="0"/>
                  </a:moveTo>
                  <a:cubicBezTo>
                    <a:pt x="6" y="5"/>
                    <a:pt x="11" y="17"/>
                    <a:pt x="20" y="36"/>
                  </a:cubicBezTo>
                  <a:cubicBezTo>
                    <a:pt x="41" y="79"/>
                    <a:pt x="187" y="165"/>
                    <a:pt x="391" y="202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1624">
              <a:extLst>
                <a:ext uri="{FF2B5EF4-FFF2-40B4-BE49-F238E27FC236}">
                  <a16:creationId xmlns:a16="http://schemas.microsoft.com/office/drawing/2014/main" id="{A5772AF4-4799-4B7A-AFBA-AFD61BE97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664"/>
              <a:ext cx="276" cy="108"/>
            </a:xfrm>
            <a:custGeom>
              <a:avLst/>
              <a:gdLst>
                <a:gd name="T0" fmla="*/ 119 w 420"/>
                <a:gd name="T1" fmla="*/ 0 h 154"/>
                <a:gd name="T2" fmla="*/ 104 w 420"/>
                <a:gd name="T3" fmla="*/ 13 h 154"/>
                <a:gd name="T4" fmla="*/ 86 w 420"/>
                <a:gd name="T5" fmla="*/ 29 h 154"/>
                <a:gd name="T6" fmla="*/ 72 w 420"/>
                <a:gd name="T7" fmla="*/ 42 h 154"/>
                <a:gd name="T8" fmla="*/ 53 w 420"/>
                <a:gd name="T9" fmla="*/ 47 h 154"/>
                <a:gd name="T10" fmla="*/ 35 w 420"/>
                <a:gd name="T11" fmla="*/ 51 h 154"/>
                <a:gd name="T12" fmla="*/ 19 w 420"/>
                <a:gd name="T13" fmla="*/ 43 h 154"/>
                <a:gd name="T14" fmla="*/ 0 w 420"/>
                <a:gd name="T15" fmla="*/ 35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154">
                  <a:moveTo>
                    <a:pt x="420" y="0"/>
                  </a:moveTo>
                  <a:cubicBezTo>
                    <a:pt x="404" y="16"/>
                    <a:pt x="385" y="29"/>
                    <a:pt x="368" y="39"/>
                  </a:cubicBezTo>
                  <a:cubicBezTo>
                    <a:pt x="346" y="52"/>
                    <a:pt x="323" y="62"/>
                    <a:pt x="305" y="82"/>
                  </a:cubicBezTo>
                  <a:cubicBezTo>
                    <a:pt x="287" y="101"/>
                    <a:pt x="278" y="116"/>
                    <a:pt x="252" y="122"/>
                  </a:cubicBezTo>
                  <a:cubicBezTo>
                    <a:pt x="230" y="128"/>
                    <a:pt x="207" y="130"/>
                    <a:pt x="184" y="137"/>
                  </a:cubicBezTo>
                  <a:cubicBezTo>
                    <a:pt x="164" y="143"/>
                    <a:pt x="144" y="154"/>
                    <a:pt x="123" y="148"/>
                  </a:cubicBezTo>
                  <a:cubicBezTo>
                    <a:pt x="106" y="144"/>
                    <a:pt x="86" y="131"/>
                    <a:pt x="67" y="124"/>
                  </a:cubicBezTo>
                  <a:cubicBezTo>
                    <a:pt x="46" y="116"/>
                    <a:pt x="20" y="113"/>
                    <a:pt x="0" y="103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1625">
              <a:extLst>
                <a:ext uri="{FF2B5EF4-FFF2-40B4-BE49-F238E27FC236}">
                  <a16:creationId xmlns:a16="http://schemas.microsoft.com/office/drawing/2014/main" id="{B19CEAE6-01C4-43DB-9914-27EF15245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538"/>
              <a:ext cx="298" cy="200"/>
            </a:xfrm>
            <a:custGeom>
              <a:avLst/>
              <a:gdLst>
                <a:gd name="T0" fmla="*/ 0 w 454"/>
                <a:gd name="T1" fmla="*/ 98 h 285"/>
                <a:gd name="T2" fmla="*/ 46 w 454"/>
                <a:gd name="T3" fmla="*/ 62 h 285"/>
                <a:gd name="T4" fmla="*/ 60 w 454"/>
                <a:gd name="T5" fmla="*/ 32 h 285"/>
                <a:gd name="T6" fmla="*/ 57 w 454"/>
                <a:gd name="T7" fmla="*/ 3 h 285"/>
                <a:gd name="T8" fmla="*/ 78 w 454"/>
                <a:gd name="T9" fmla="*/ 4 h 285"/>
                <a:gd name="T10" fmla="*/ 97 w 454"/>
                <a:gd name="T11" fmla="*/ 4 h 285"/>
                <a:gd name="T12" fmla="*/ 117 w 454"/>
                <a:gd name="T13" fmla="*/ 22 h 285"/>
                <a:gd name="T14" fmla="*/ 129 w 454"/>
                <a:gd name="T15" fmla="*/ 39 h 285"/>
                <a:gd name="T16" fmla="*/ 126 w 454"/>
                <a:gd name="T17" fmla="*/ 51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4" h="285">
                  <a:moveTo>
                    <a:pt x="0" y="285"/>
                  </a:moveTo>
                  <a:cubicBezTo>
                    <a:pt x="57" y="261"/>
                    <a:pt x="116" y="221"/>
                    <a:pt x="163" y="178"/>
                  </a:cubicBezTo>
                  <a:cubicBezTo>
                    <a:pt x="189" y="154"/>
                    <a:pt x="208" y="130"/>
                    <a:pt x="211" y="93"/>
                  </a:cubicBezTo>
                  <a:cubicBezTo>
                    <a:pt x="213" y="64"/>
                    <a:pt x="201" y="36"/>
                    <a:pt x="203" y="8"/>
                  </a:cubicBezTo>
                  <a:cubicBezTo>
                    <a:pt x="227" y="6"/>
                    <a:pt x="251" y="13"/>
                    <a:pt x="275" y="10"/>
                  </a:cubicBezTo>
                  <a:cubicBezTo>
                    <a:pt x="301" y="8"/>
                    <a:pt x="321" y="0"/>
                    <a:pt x="344" y="12"/>
                  </a:cubicBezTo>
                  <a:cubicBezTo>
                    <a:pt x="368" y="25"/>
                    <a:pt x="392" y="50"/>
                    <a:pt x="414" y="66"/>
                  </a:cubicBezTo>
                  <a:cubicBezTo>
                    <a:pt x="432" y="81"/>
                    <a:pt x="454" y="85"/>
                    <a:pt x="454" y="111"/>
                  </a:cubicBezTo>
                  <a:cubicBezTo>
                    <a:pt x="453" y="124"/>
                    <a:pt x="450" y="135"/>
                    <a:pt x="445" y="146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1626">
              <a:extLst>
                <a:ext uri="{FF2B5EF4-FFF2-40B4-BE49-F238E27FC236}">
                  <a16:creationId xmlns:a16="http://schemas.microsoft.com/office/drawing/2014/main" id="{EC4ADF1A-B339-4E98-8184-49C5115F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696"/>
              <a:ext cx="188" cy="96"/>
            </a:xfrm>
            <a:custGeom>
              <a:avLst/>
              <a:gdLst>
                <a:gd name="T0" fmla="*/ 82 w 285"/>
                <a:gd name="T1" fmla="*/ 0 h 137"/>
                <a:gd name="T2" fmla="*/ 78 w 285"/>
                <a:gd name="T3" fmla="*/ 8 h 137"/>
                <a:gd name="T4" fmla="*/ 70 w 285"/>
                <a:gd name="T5" fmla="*/ 24 h 137"/>
                <a:gd name="T6" fmla="*/ 53 w 285"/>
                <a:gd name="T7" fmla="*/ 30 h 137"/>
                <a:gd name="T8" fmla="*/ 34 w 285"/>
                <a:gd name="T9" fmla="*/ 41 h 137"/>
                <a:gd name="T10" fmla="*/ 0 w 285"/>
                <a:gd name="T11" fmla="*/ 47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137">
                  <a:moveTo>
                    <a:pt x="285" y="0"/>
                  </a:moveTo>
                  <a:cubicBezTo>
                    <a:pt x="282" y="11"/>
                    <a:pt x="274" y="16"/>
                    <a:pt x="271" y="24"/>
                  </a:cubicBezTo>
                  <a:cubicBezTo>
                    <a:pt x="261" y="49"/>
                    <a:pt x="272" y="58"/>
                    <a:pt x="242" y="68"/>
                  </a:cubicBezTo>
                  <a:cubicBezTo>
                    <a:pt x="222" y="75"/>
                    <a:pt x="203" y="77"/>
                    <a:pt x="184" y="89"/>
                  </a:cubicBezTo>
                  <a:cubicBezTo>
                    <a:pt x="162" y="103"/>
                    <a:pt x="144" y="114"/>
                    <a:pt x="117" y="118"/>
                  </a:cubicBezTo>
                  <a:cubicBezTo>
                    <a:pt x="79" y="124"/>
                    <a:pt x="31" y="121"/>
                    <a:pt x="0" y="137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1627">
              <a:extLst>
                <a:ext uri="{FF2B5EF4-FFF2-40B4-BE49-F238E27FC236}">
                  <a16:creationId xmlns:a16="http://schemas.microsoft.com/office/drawing/2014/main" id="{A1B5DA4F-00B8-4DDC-8930-A26BD8741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550"/>
              <a:ext cx="244" cy="240"/>
            </a:xfrm>
            <a:custGeom>
              <a:avLst/>
              <a:gdLst>
                <a:gd name="T0" fmla="*/ 28 w 371"/>
                <a:gd name="T1" fmla="*/ 118 h 343"/>
                <a:gd name="T2" fmla="*/ 8 w 371"/>
                <a:gd name="T3" fmla="*/ 92 h 343"/>
                <a:gd name="T4" fmla="*/ 14 w 371"/>
                <a:gd name="T5" fmla="*/ 68 h 343"/>
                <a:gd name="T6" fmla="*/ 18 w 371"/>
                <a:gd name="T7" fmla="*/ 48 h 343"/>
                <a:gd name="T8" fmla="*/ 39 w 371"/>
                <a:gd name="T9" fmla="*/ 36 h 343"/>
                <a:gd name="T10" fmla="*/ 59 w 371"/>
                <a:gd name="T11" fmla="*/ 26 h 343"/>
                <a:gd name="T12" fmla="*/ 101 w 371"/>
                <a:gd name="T13" fmla="*/ 13 h 343"/>
                <a:gd name="T14" fmla="*/ 105 w 371"/>
                <a:gd name="T15" fmla="*/ 20 h 3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1" h="343">
                  <a:moveTo>
                    <a:pt x="101" y="343"/>
                  </a:moveTo>
                  <a:cubicBezTo>
                    <a:pt x="71" y="314"/>
                    <a:pt x="0" y="326"/>
                    <a:pt x="29" y="269"/>
                  </a:cubicBezTo>
                  <a:cubicBezTo>
                    <a:pt x="40" y="246"/>
                    <a:pt x="48" y="225"/>
                    <a:pt x="50" y="199"/>
                  </a:cubicBezTo>
                  <a:cubicBezTo>
                    <a:pt x="52" y="173"/>
                    <a:pt x="48" y="159"/>
                    <a:pt x="66" y="140"/>
                  </a:cubicBezTo>
                  <a:cubicBezTo>
                    <a:pt x="85" y="120"/>
                    <a:pt x="111" y="115"/>
                    <a:pt x="136" y="106"/>
                  </a:cubicBezTo>
                  <a:cubicBezTo>
                    <a:pt x="160" y="97"/>
                    <a:pt x="184" y="88"/>
                    <a:pt x="208" y="76"/>
                  </a:cubicBezTo>
                  <a:cubicBezTo>
                    <a:pt x="247" y="56"/>
                    <a:pt x="312" y="0"/>
                    <a:pt x="354" y="37"/>
                  </a:cubicBezTo>
                  <a:cubicBezTo>
                    <a:pt x="361" y="44"/>
                    <a:pt x="367" y="52"/>
                    <a:pt x="371" y="60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1628">
              <a:extLst>
                <a:ext uri="{FF2B5EF4-FFF2-40B4-BE49-F238E27FC236}">
                  <a16:creationId xmlns:a16="http://schemas.microsoft.com/office/drawing/2014/main" id="{8D49FDE9-40BA-4CC4-BEBD-27EAA15D0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465"/>
              <a:ext cx="73" cy="102"/>
            </a:xfrm>
            <a:custGeom>
              <a:avLst/>
              <a:gdLst>
                <a:gd name="T0" fmla="*/ 3 w 112"/>
                <a:gd name="T1" fmla="*/ 50 h 146"/>
                <a:gd name="T2" fmla="*/ 0 w 112"/>
                <a:gd name="T3" fmla="*/ 41 h 146"/>
                <a:gd name="T4" fmla="*/ 5 w 112"/>
                <a:gd name="T5" fmla="*/ 31 h 146"/>
                <a:gd name="T6" fmla="*/ 2 w 112"/>
                <a:gd name="T7" fmla="*/ 11 h 146"/>
                <a:gd name="T8" fmla="*/ 23 w 112"/>
                <a:gd name="T9" fmla="*/ 6 h 146"/>
                <a:gd name="T10" fmla="*/ 26 w 112"/>
                <a:gd name="T11" fmla="*/ 19 h 146"/>
                <a:gd name="T12" fmla="*/ 31 w 112"/>
                <a:gd name="T13" fmla="*/ 28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46">
                  <a:moveTo>
                    <a:pt x="10" y="146"/>
                  </a:moveTo>
                  <a:cubicBezTo>
                    <a:pt x="8" y="137"/>
                    <a:pt x="0" y="129"/>
                    <a:pt x="0" y="120"/>
                  </a:cubicBezTo>
                  <a:cubicBezTo>
                    <a:pt x="0" y="103"/>
                    <a:pt x="12" y="104"/>
                    <a:pt x="16" y="92"/>
                  </a:cubicBezTo>
                  <a:cubicBezTo>
                    <a:pt x="22" y="71"/>
                    <a:pt x="4" y="58"/>
                    <a:pt x="8" y="33"/>
                  </a:cubicBezTo>
                  <a:cubicBezTo>
                    <a:pt x="27" y="27"/>
                    <a:pt x="70" y="0"/>
                    <a:pt x="85" y="16"/>
                  </a:cubicBezTo>
                  <a:cubicBezTo>
                    <a:pt x="92" y="24"/>
                    <a:pt x="90" y="46"/>
                    <a:pt x="94" y="56"/>
                  </a:cubicBezTo>
                  <a:cubicBezTo>
                    <a:pt x="98" y="67"/>
                    <a:pt x="106" y="72"/>
                    <a:pt x="112" y="81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1629">
              <a:extLst>
                <a:ext uri="{FF2B5EF4-FFF2-40B4-BE49-F238E27FC236}">
                  <a16:creationId xmlns:a16="http://schemas.microsoft.com/office/drawing/2014/main" id="{CB3230E5-BACD-4839-B90E-437CA67B9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1513"/>
              <a:ext cx="77" cy="213"/>
            </a:xfrm>
            <a:custGeom>
              <a:avLst/>
              <a:gdLst>
                <a:gd name="T0" fmla="*/ 15 w 117"/>
                <a:gd name="T1" fmla="*/ 9 h 304"/>
                <a:gd name="T2" fmla="*/ 4 w 117"/>
                <a:gd name="T3" fmla="*/ 34 h 304"/>
                <a:gd name="T4" fmla="*/ 1 w 117"/>
                <a:gd name="T5" fmla="*/ 60 h 304"/>
                <a:gd name="T6" fmla="*/ 11 w 117"/>
                <a:gd name="T7" fmla="*/ 104 h 304"/>
                <a:gd name="T8" fmla="*/ 30 w 117"/>
                <a:gd name="T9" fmla="*/ 88 h 304"/>
                <a:gd name="T10" fmla="*/ 31 w 117"/>
                <a:gd name="T11" fmla="*/ 60 h 304"/>
                <a:gd name="T12" fmla="*/ 31 w 117"/>
                <a:gd name="T13" fmla="*/ 29 h 304"/>
                <a:gd name="T14" fmla="*/ 28 w 117"/>
                <a:gd name="T15" fmla="*/ 1 h 304"/>
                <a:gd name="T16" fmla="*/ 18 w 117"/>
                <a:gd name="T17" fmla="*/ 6 h 304"/>
                <a:gd name="T18" fmla="*/ 15 w 117"/>
                <a:gd name="T19" fmla="*/ 9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304">
                  <a:moveTo>
                    <a:pt x="53" y="25"/>
                  </a:moveTo>
                  <a:cubicBezTo>
                    <a:pt x="44" y="52"/>
                    <a:pt x="26" y="74"/>
                    <a:pt x="13" y="99"/>
                  </a:cubicBezTo>
                  <a:cubicBezTo>
                    <a:pt x="0" y="124"/>
                    <a:pt x="2" y="144"/>
                    <a:pt x="4" y="172"/>
                  </a:cubicBezTo>
                  <a:cubicBezTo>
                    <a:pt x="9" y="214"/>
                    <a:pt x="11" y="266"/>
                    <a:pt x="37" y="302"/>
                  </a:cubicBezTo>
                  <a:cubicBezTo>
                    <a:pt x="61" y="304"/>
                    <a:pt x="91" y="272"/>
                    <a:pt x="104" y="255"/>
                  </a:cubicBezTo>
                  <a:cubicBezTo>
                    <a:pt x="117" y="238"/>
                    <a:pt x="109" y="202"/>
                    <a:pt x="109" y="174"/>
                  </a:cubicBezTo>
                  <a:cubicBezTo>
                    <a:pt x="109" y="144"/>
                    <a:pt x="111" y="113"/>
                    <a:pt x="109" y="83"/>
                  </a:cubicBezTo>
                  <a:cubicBezTo>
                    <a:pt x="106" y="57"/>
                    <a:pt x="97" y="27"/>
                    <a:pt x="98" y="1"/>
                  </a:cubicBezTo>
                  <a:cubicBezTo>
                    <a:pt x="85" y="0"/>
                    <a:pt x="71" y="7"/>
                    <a:pt x="66" y="17"/>
                  </a:cubicBezTo>
                  <a:lnTo>
                    <a:pt x="53" y="25"/>
                  </a:lnTo>
                  <a:close/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1630">
              <a:extLst>
                <a:ext uri="{FF2B5EF4-FFF2-40B4-BE49-F238E27FC236}">
                  <a16:creationId xmlns:a16="http://schemas.microsoft.com/office/drawing/2014/main" id="{5508E777-66B4-4D61-8DF0-43EB4BC9E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09"/>
              <a:ext cx="51" cy="266"/>
            </a:xfrm>
            <a:custGeom>
              <a:avLst/>
              <a:gdLst>
                <a:gd name="T0" fmla="*/ 11 w 77"/>
                <a:gd name="T1" fmla="*/ 132 h 378"/>
                <a:gd name="T2" fmla="*/ 15 w 77"/>
                <a:gd name="T3" fmla="*/ 58 h 378"/>
                <a:gd name="T4" fmla="*/ 18 w 77"/>
                <a:gd name="T5" fmla="*/ 28 h 378"/>
                <a:gd name="T6" fmla="*/ 19 w 77"/>
                <a:gd name="T7" fmla="*/ 0 h 378"/>
                <a:gd name="T8" fmla="*/ 14 w 77"/>
                <a:gd name="T9" fmla="*/ 16 h 378"/>
                <a:gd name="T10" fmla="*/ 5 w 77"/>
                <a:gd name="T11" fmla="*/ 27 h 378"/>
                <a:gd name="T12" fmla="*/ 6 w 77"/>
                <a:gd name="T13" fmla="*/ 64 h 378"/>
                <a:gd name="T14" fmla="*/ 6 w 77"/>
                <a:gd name="T15" fmla="*/ 101 h 378"/>
                <a:gd name="T16" fmla="*/ 11 w 77"/>
                <a:gd name="T17" fmla="*/ 132 h 3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378">
                  <a:moveTo>
                    <a:pt x="40" y="378"/>
                  </a:moveTo>
                  <a:cubicBezTo>
                    <a:pt x="58" y="317"/>
                    <a:pt x="53" y="232"/>
                    <a:pt x="53" y="167"/>
                  </a:cubicBezTo>
                  <a:cubicBezTo>
                    <a:pt x="53" y="138"/>
                    <a:pt x="58" y="110"/>
                    <a:pt x="62" y="81"/>
                  </a:cubicBezTo>
                  <a:cubicBezTo>
                    <a:pt x="65" y="58"/>
                    <a:pt x="77" y="22"/>
                    <a:pt x="66" y="0"/>
                  </a:cubicBezTo>
                  <a:cubicBezTo>
                    <a:pt x="55" y="9"/>
                    <a:pt x="55" y="32"/>
                    <a:pt x="48" y="45"/>
                  </a:cubicBezTo>
                  <a:cubicBezTo>
                    <a:pt x="40" y="60"/>
                    <a:pt x="26" y="67"/>
                    <a:pt x="18" y="79"/>
                  </a:cubicBezTo>
                  <a:cubicBezTo>
                    <a:pt x="0" y="105"/>
                    <a:pt x="21" y="152"/>
                    <a:pt x="21" y="183"/>
                  </a:cubicBezTo>
                  <a:cubicBezTo>
                    <a:pt x="21" y="219"/>
                    <a:pt x="23" y="255"/>
                    <a:pt x="21" y="290"/>
                  </a:cubicBezTo>
                  <a:cubicBezTo>
                    <a:pt x="20" y="319"/>
                    <a:pt x="1" y="365"/>
                    <a:pt x="40" y="378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1631">
              <a:extLst>
                <a:ext uri="{FF2B5EF4-FFF2-40B4-BE49-F238E27FC236}">
                  <a16:creationId xmlns:a16="http://schemas.microsoft.com/office/drawing/2014/main" id="{401A77A8-4431-4335-AA63-6B165FDEA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489"/>
              <a:ext cx="70" cy="134"/>
            </a:xfrm>
            <a:custGeom>
              <a:avLst/>
              <a:gdLst>
                <a:gd name="T0" fmla="*/ 15 w 106"/>
                <a:gd name="T1" fmla="*/ 8 h 190"/>
                <a:gd name="T2" fmla="*/ 18 w 106"/>
                <a:gd name="T3" fmla="*/ 67 h 190"/>
                <a:gd name="T4" fmla="*/ 14 w 106"/>
                <a:gd name="T5" fmla="*/ 49 h 190"/>
                <a:gd name="T6" fmla="*/ 7 w 106"/>
                <a:gd name="T7" fmla="*/ 47 h 190"/>
                <a:gd name="T8" fmla="*/ 5 w 106"/>
                <a:gd name="T9" fmla="*/ 38 h 190"/>
                <a:gd name="T10" fmla="*/ 5 w 106"/>
                <a:gd name="T11" fmla="*/ 1 h 190"/>
                <a:gd name="T12" fmla="*/ 17 w 106"/>
                <a:gd name="T13" fmla="*/ 13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90">
                  <a:moveTo>
                    <a:pt x="52" y="24"/>
                  </a:moveTo>
                  <a:cubicBezTo>
                    <a:pt x="78" y="55"/>
                    <a:pt x="106" y="161"/>
                    <a:pt x="65" y="190"/>
                  </a:cubicBezTo>
                  <a:cubicBezTo>
                    <a:pt x="50" y="176"/>
                    <a:pt x="64" y="152"/>
                    <a:pt x="49" y="139"/>
                  </a:cubicBezTo>
                  <a:cubicBezTo>
                    <a:pt x="46" y="135"/>
                    <a:pt x="32" y="138"/>
                    <a:pt x="26" y="133"/>
                  </a:cubicBezTo>
                  <a:cubicBezTo>
                    <a:pt x="17" y="126"/>
                    <a:pt x="18" y="119"/>
                    <a:pt x="15" y="109"/>
                  </a:cubicBezTo>
                  <a:cubicBezTo>
                    <a:pt x="4" y="77"/>
                    <a:pt x="0" y="31"/>
                    <a:pt x="18" y="1"/>
                  </a:cubicBezTo>
                  <a:cubicBezTo>
                    <a:pt x="36" y="0"/>
                    <a:pt x="46" y="25"/>
                    <a:pt x="60" y="35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1632">
              <a:extLst>
                <a:ext uri="{FF2B5EF4-FFF2-40B4-BE49-F238E27FC236}">
                  <a16:creationId xmlns:a16="http://schemas.microsoft.com/office/drawing/2014/main" id="{3878FCAA-A18D-4CE3-9E4C-9898443C6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58"/>
              <a:ext cx="9" cy="8"/>
            </a:xfrm>
            <a:custGeom>
              <a:avLst/>
              <a:gdLst>
                <a:gd name="T0" fmla="*/ 0 w 14"/>
                <a:gd name="T1" fmla="*/ 4 h 11"/>
                <a:gd name="T2" fmla="*/ 4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5" y="7"/>
                    <a:pt x="10" y="4"/>
                    <a:pt x="14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1633">
              <a:extLst>
                <a:ext uri="{FF2B5EF4-FFF2-40B4-BE49-F238E27FC236}">
                  <a16:creationId xmlns:a16="http://schemas.microsoft.com/office/drawing/2014/main" id="{BB5C01A8-3560-46DD-9C65-36FBF6E44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476"/>
              <a:ext cx="16" cy="8"/>
            </a:xfrm>
            <a:custGeom>
              <a:avLst/>
              <a:gdLst>
                <a:gd name="T0" fmla="*/ 0 w 24"/>
                <a:gd name="T1" fmla="*/ 3 h 12"/>
                <a:gd name="T2" fmla="*/ 7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9" y="8"/>
                    <a:pt x="16" y="4"/>
                    <a:pt x="24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1634">
              <a:extLst>
                <a:ext uri="{FF2B5EF4-FFF2-40B4-BE49-F238E27FC236}">
                  <a16:creationId xmlns:a16="http://schemas.microsoft.com/office/drawing/2014/main" id="{EA0D4CFC-1476-47D2-97CB-32266BCE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503"/>
              <a:ext cx="41" cy="10"/>
            </a:xfrm>
            <a:custGeom>
              <a:avLst/>
              <a:gdLst>
                <a:gd name="T0" fmla="*/ 0 w 62"/>
                <a:gd name="T1" fmla="*/ 5 h 14"/>
                <a:gd name="T2" fmla="*/ 18 w 6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4">
                  <a:moveTo>
                    <a:pt x="0" y="14"/>
                  </a:moveTo>
                  <a:cubicBezTo>
                    <a:pt x="21" y="10"/>
                    <a:pt x="42" y="5"/>
                    <a:pt x="62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1635">
              <a:extLst>
                <a:ext uri="{FF2B5EF4-FFF2-40B4-BE49-F238E27FC236}">
                  <a16:creationId xmlns:a16="http://schemas.microsoft.com/office/drawing/2014/main" id="{069B4932-383D-42C5-A8DF-84580454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515"/>
              <a:ext cx="33" cy="6"/>
            </a:xfrm>
            <a:custGeom>
              <a:avLst/>
              <a:gdLst>
                <a:gd name="T0" fmla="*/ 0 w 51"/>
                <a:gd name="T1" fmla="*/ 3 h 9"/>
                <a:gd name="T2" fmla="*/ 14 w 5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9">
                  <a:moveTo>
                    <a:pt x="0" y="9"/>
                  </a:moveTo>
                  <a:cubicBezTo>
                    <a:pt x="17" y="6"/>
                    <a:pt x="34" y="3"/>
                    <a:pt x="51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1636">
              <a:extLst>
                <a:ext uri="{FF2B5EF4-FFF2-40B4-BE49-F238E27FC236}">
                  <a16:creationId xmlns:a16="http://schemas.microsoft.com/office/drawing/2014/main" id="{996DC69D-00AF-43D0-A05B-5A414887F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524"/>
              <a:ext cx="7" cy="1"/>
            </a:xfrm>
            <a:custGeom>
              <a:avLst/>
              <a:gdLst>
                <a:gd name="T0" fmla="*/ 0 w 10"/>
                <a:gd name="T1" fmla="*/ 1 h 1"/>
                <a:gd name="T2" fmla="*/ 4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1"/>
                    <a:pt x="7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1637">
              <a:extLst>
                <a:ext uri="{FF2B5EF4-FFF2-40B4-BE49-F238E27FC236}">
                  <a16:creationId xmlns:a16="http://schemas.microsoft.com/office/drawing/2014/main" id="{C582421B-CDCE-4BD9-A137-403429CB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528"/>
              <a:ext cx="25" cy="5"/>
            </a:xfrm>
            <a:custGeom>
              <a:avLst/>
              <a:gdLst>
                <a:gd name="T0" fmla="*/ 0 w 38"/>
                <a:gd name="T1" fmla="*/ 3 h 7"/>
                <a:gd name="T2" fmla="*/ 11 w 3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">
                  <a:moveTo>
                    <a:pt x="0" y="7"/>
                  </a:moveTo>
                  <a:cubicBezTo>
                    <a:pt x="13" y="4"/>
                    <a:pt x="25" y="2"/>
                    <a:pt x="38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1638">
              <a:extLst>
                <a:ext uri="{FF2B5EF4-FFF2-40B4-BE49-F238E27FC236}">
                  <a16:creationId xmlns:a16="http://schemas.microsoft.com/office/drawing/2014/main" id="{0C0A3AC2-FCC6-4E05-B71E-1A7ED15E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34"/>
              <a:ext cx="6" cy="2"/>
            </a:xfrm>
            <a:custGeom>
              <a:avLst/>
              <a:gdLst>
                <a:gd name="T0" fmla="*/ 0 w 9"/>
                <a:gd name="T1" fmla="*/ 2 h 2"/>
                <a:gd name="T2" fmla="*/ 3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1639">
              <a:extLst>
                <a:ext uri="{FF2B5EF4-FFF2-40B4-BE49-F238E27FC236}">
                  <a16:creationId xmlns:a16="http://schemas.microsoft.com/office/drawing/2014/main" id="{3A5FD83B-FE2E-490C-B499-5F7BE1A5E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37"/>
              <a:ext cx="56" cy="18"/>
            </a:xfrm>
            <a:custGeom>
              <a:avLst/>
              <a:gdLst>
                <a:gd name="T0" fmla="*/ 0 w 85"/>
                <a:gd name="T1" fmla="*/ 9 h 25"/>
                <a:gd name="T2" fmla="*/ 2 w 85"/>
                <a:gd name="T3" fmla="*/ 9 h 25"/>
                <a:gd name="T4" fmla="*/ 24 w 8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5">
                  <a:moveTo>
                    <a:pt x="0" y="25"/>
                  </a:moveTo>
                  <a:cubicBezTo>
                    <a:pt x="2" y="24"/>
                    <a:pt x="4" y="23"/>
                    <a:pt x="6" y="23"/>
                  </a:cubicBezTo>
                  <a:cubicBezTo>
                    <a:pt x="32" y="14"/>
                    <a:pt x="58" y="7"/>
                    <a:pt x="85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1640">
              <a:extLst>
                <a:ext uri="{FF2B5EF4-FFF2-40B4-BE49-F238E27FC236}">
                  <a16:creationId xmlns:a16="http://schemas.microsoft.com/office/drawing/2014/main" id="{8CA013A7-FB89-4FC1-BDF6-10029B0A8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571"/>
              <a:ext cx="32" cy="1"/>
            </a:xfrm>
            <a:custGeom>
              <a:avLst/>
              <a:gdLst>
                <a:gd name="T0" fmla="*/ 0 w 48"/>
                <a:gd name="T1" fmla="*/ 1 h 1"/>
                <a:gd name="T2" fmla="*/ 14 w 4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">
                  <a:moveTo>
                    <a:pt x="0" y="1"/>
                  </a:moveTo>
                  <a:cubicBezTo>
                    <a:pt x="17" y="1"/>
                    <a:pt x="32" y="1"/>
                    <a:pt x="48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1641">
              <a:extLst>
                <a:ext uri="{FF2B5EF4-FFF2-40B4-BE49-F238E27FC236}">
                  <a16:creationId xmlns:a16="http://schemas.microsoft.com/office/drawing/2014/main" id="{58535A20-DA89-4CB3-89F1-3F3752986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569"/>
              <a:ext cx="42" cy="2"/>
            </a:xfrm>
            <a:custGeom>
              <a:avLst/>
              <a:gdLst>
                <a:gd name="T0" fmla="*/ 0 w 63"/>
                <a:gd name="T1" fmla="*/ 0 h 3"/>
                <a:gd name="T2" fmla="*/ 19 w 63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3">
                  <a:moveTo>
                    <a:pt x="0" y="0"/>
                  </a:moveTo>
                  <a:cubicBezTo>
                    <a:pt x="21" y="2"/>
                    <a:pt x="43" y="3"/>
                    <a:pt x="63" y="3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1642">
              <a:extLst>
                <a:ext uri="{FF2B5EF4-FFF2-40B4-BE49-F238E27FC236}">
                  <a16:creationId xmlns:a16="http://schemas.microsoft.com/office/drawing/2014/main" id="{1FE94870-2C74-4995-BD6D-AA63047E6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560"/>
              <a:ext cx="53" cy="7"/>
            </a:xfrm>
            <a:custGeom>
              <a:avLst/>
              <a:gdLst>
                <a:gd name="T0" fmla="*/ 0 w 80"/>
                <a:gd name="T1" fmla="*/ 0 h 10"/>
                <a:gd name="T2" fmla="*/ 23 w 80"/>
                <a:gd name="T3" fmla="*/ 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0">
                  <a:moveTo>
                    <a:pt x="0" y="0"/>
                  </a:moveTo>
                  <a:cubicBezTo>
                    <a:pt x="26" y="4"/>
                    <a:pt x="53" y="7"/>
                    <a:pt x="80" y="1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1643">
              <a:extLst>
                <a:ext uri="{FF2B5EF4-FFF2-40B4-BE49-F238E27FC236}">
                  <a16:creationId xmlns:a16="http://schemas.microsoft.com/office/drawing/2014/main" id="{8EF0846F-9D00-4EC4-B174-C2349CCE4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552"/>
              <a:ext cx="33" cy="6"/>
            </a:xfrm>
            <a:custGeom>
              <a:avLst/>
              <a:gdLst>
                <a:gd name="T0" fmla="*/ 0 w 51"/>
                <a:gd name="T1" fmla="*/ 0 h 9"/>
                <a:gd name="T2" fmla="*/ 14 w 51"/>
                <a:gd name="T3" fmla="*/ 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9">
                  <a:moveTo>
                    <a:pt x="0" y="0"/>
                  </a:moveTo>
                  <a:cubicBezTo>
                    <a:pt x="17" y="3"/>
                    <a:pt x="34" y="6"/>
                    <a:pt x="51" y="9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1644">
              <a:extLst>
                <a:ext uri="{FF2B5EF4-FFF2-40B4-BE49-F238E27FC236}">
                  <a16:creationId xmlns:a16="http://schemas.microsoft.com/office/drawing/2014/main" id="{581DED65-4D9F-4C62-8942-3C5B01651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45"/>
              <a:ext cx="18" cy="4"/>
            </a:xfrm>
            <a:custGeom>
              <a:avLst/>
              <a:gdLst>
                <a:gd name="T0" fmla="*/ 0 w 28"/>
                <a:gd name="T1" fmla="*/ 0 h 6"/>
                <a:gd name="T2" fmla="*/ 8 w 28"/>
                <a:gd name="T3" fmla="*/ 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0"/>
                  </a:moveTo>
                  <a:cubicBezTo>
                    <a:pt x="9" y="2"/>
                    <a:pt x="18" y="4"/>
                    <a:pt x="28" y="6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1645">
              <a:extLst>
                <a:ext uri="{FF2B5EF4-FFF2-40B4-BE49-F238E27FC236}">
                  <a16:creationId xmlns:a16="http://schemas.microsoft.com/office/drawing/2014/main" id="{E1CAE9BD-D43F-4AF8-A337-A77113841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504"/>
              <a:ext cx="108" cy="38"/>
            </a:xfrm>
            <a:custGeom>
              <a:avLst/>
              <a:gdLst>
                <a:gd name="T0" fmla="*/ 0 w 165"/>
                <a:gd name="T1" fmla="*/ 0 h 54"/>
                <a:gd name="T2" fmla="*/ 46 w 165"/>
                <a:gd name="T3" fmla="*/ 19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54">
                  <a:moveTo>
                    <a:pt x="0" y="0"/>
                  </a:moveTo>
                  <a:cubicBezTo>
                    <a:pt x="34" y="18"/>
                    <a:pt x="94" y="37"/>
                    <a:pt x="165" y="54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1646">
              <a:extLst>
                <a:ext uri="{FF2B5EF4-FFF2-40B4-BE49-F238E27FC236}">
                  <a16:creationId xmlns:a16="http://schemas.microsoft.com/office/drawing/2014/main" id="{CC74CD9A-DDC9-4FE2-A426-FB6713C3E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436"/>
              <a:ext cx="90" cy="59"/>
            </a:xfrm>
            <a:custGeom>
              <a:avLst/>
              <a:gdLst>
                <a:gd name="T0" fmla="*/ 0 w 137"/>
                <a:gd name="T1" fmla="*/ 3 h 84"/>
                <a:gd name="T2" fmla="*/ 37 w 137"/>
                <a:gd name="T3" fmla="*/ 26 h 84"/>
                <a:gd name="T4" fmla="*/ 39 w 137"/>
                <a:gd name="T5" fmla="*/ 29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84">
                  <a:moveTo>
                    <a:pt x="0" y="9"/>
                  </a:moveTo>
                  <a:cubicBezTo>
                    <a:pt x="110" y="0"/>
                    <a:pt x="90" y="23"/>
                    <a:pt x="129" y="76"/>
                  </a:cubicBezTo>
                  <a:cubicBezTo>
                    <a:pt x="131" y="79"/>
                    <a:pt x="134" y="82"/>
                    <a:pt x="137" y="84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1647">
              <a:extLst>
                <a:ext uri="{FF2B5EF4-FFF2-40B4-BE49-F238E27FC236}">
                  <a16:creationId xmlns:a16="http://schemas.microsoft.com/office/drawing/2014/main" id="{FA11145D-50CB-42B7-9BD7-315ED2B6A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937"/>
              <a:ext cx="1098" cy="524"/>
            </a:xfrm>
            <a:custGeom>
              <a:avLst/>
              <a:gdLst>
                <a:gd name="T0" fmla="*/ 450 w 1669"/>
                <a:gd name="T1" fmla="*/ 253 h 747"/>
                <a:gd name="T2" fmla="*/ 467 w 1669"/>
                <a:gd name="T3" fmla="*/ 209 h 747"/>
                <a:gd name="T4" fmla="*/ 328 w 1669"/>
                <a:gd name="T5" fmla="*/ 30 h 747"/>
                <a:gd name="T6" fmla="*/ 224 w 1669"/>
                <a:gd name="T7" fmla="*/ 6 h 747"/>
                <a:gd name="T8" fmla="*/ 112 w 1669"/>
                <a:gd name="T9" fmla="*/ 43 h 747"/>
                <a:gd name="T10" fmla="*/ 34 w 1669"/>
                <a:gd name="T11" fmla="*/ 135 h 747"/>
                <a:gd name="T12" fmla="*/ 51 w 1669"/>
                <a:gd name="T13" fmla="*/ 250 h 747"/>
                <a:gd name="T14" fmla="*/ 53 w 1669"/>
                <a:gd name="T15" fmla="*/ 250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9" h="747">
                  <a:moveTo>
                    <a:pt x="1581" y="733"/>
                  </a:moveTo>
                  <a:cubicBezTo>
                    <a:pt x="1612" y="703"/>
                    <a:pt x="1633" y="662"/>
                    <a:pt x="1640" y="606"/>
                  </a:cubicBezTo>
                  <a:cubicBezTo>
                    <a:pt x="1669" y="363"/>
                    <a:pt x="1328" y="166"/>
                    <a:pt x="1152" y="88"/>
                  </a:cubicBezTo>
                  <a:cubicBezTo>
                    <a:pt x="976" y="11"/>
                    <a:pt x="787" y="16"/>
                    <a:pt x="787" y="16"/>
                  </a:cubicBezTo>
                  <a:cubicBezTo>
                    <a:pt x="645" y="0"/>
                    <a:pt x="443" y="83"/>
                    <a:pt x="392" y="126"/>
                  </a:cubicBezTo>
                  <a:cubicBezTo>
                    <a:pt x="341" y="168"/>
                    <a:pt x="112" y="291"/>
                    <a:pt x="120" y="392"/>
                  </a:cubicBezTo>
                  <a:cubicBezTo>
                    <a:pt x="128" y="494"/>
                    <a:pt x="0" y="747"/>
                    <a:pt x="179" y="726"/>
                  </a:cubicBezTo>
                  <a:cubicBezTo>
                    <a:pt x="182" y="725"/>
                    <a:pt x="185" y="725"/>
                    <a:pt x="187" y="725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1648">
              <a:extLst>
                <a:ext uri="{FF2B5EF4-FFF2-40B4-BE49-F238E27FC236}">
                  <a16:creationId xmlns:a16="http://schemas.microsoft.com/office/drawing/2014/main" id="{C23F9A86-B934-4350-8E0A-1D5B88824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456"/>
              <a:ext cx="74" cy="153"/>
            </a:xfrm>
            <a:custGeom>
              <a:avLst/>
              <a:gdLst>
                <a:gd name="T0" fmla="*/ 1 w 113"/>
                <a:gd name="T1" fmla="*/ 0 h 218"/>
                <a:gd name="T2" fmla="*/ 8 w 113"/>
                <a:gd name="T3" fmla="*/ 22 h 218"/>
                <a:gd name="T4" fmla="*/ 17 w 113"/>
                <a:gd name="T5" fmla="*/ 39 h 218"/>
                <a:gd name="T6" fmla="*/ 30 w 113"/>
                <a:gd name="T7" fmla="*/ 75 h 218"/>
                <a:gd name="T8" fmla="*/ 17 w 113"/>
                <a:gd name="T9" fmla="*/ 29 h 218"/>
                <a:gd name="T10" fmla="*/ 2 w 113"/>
                <a:gd name="T11" fmla="*/ 1 h 218"/>
                <a:gd name="T12" fmla="*/ 0 w 113"/>
                <a:gd name="T13" fmla="*/ 1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18">
                  <a:moveTo>
                    <a:pt x="3" y="0"/>
                  </a:moveTo>
                  <a:cubicBezTo>
                    <a:pt x="1" y="18"/>
                    <a:pt x="21" y="48"/>
                    <a:pt x="28" y="64"/>
                  </a:cubicBezTo>
                  <a:cubicBezTo>
                    <a:pt x="35" y="82"/>
                    <a:pt x="48" y="97"/>
                    <a:pt x="59" y="111"/>
                  </a:cubicBezTo>
                  <a:cubicBezTo>
                    <a:pt x="83" y="146"/>
                    <a:pt x="101" y="175"/>
                    <a:pt x="109" y="218"/>
                  </a:cubicBezTo>
                  <a:cubicBezTo>
                    <a:pt x="113" y="175"/>
                    <a:pt x="81" y="121"/>
                    <a:pt x="61" y="83"/>
                  </a:cubicBezTo>
                  <a:cubicBezTo>
                    <a:pt x="45" y="55"/>
                    <a:pt x="22" y="32"/>
                    <a:pt x="8" y="4"/>
                  </a:cubicBezTo>
                  <a:cubicBezTo>
                    <a:pt x="5" y="4"/>
                    <a:pt x="3" y="2"/>
                    <a:pt x="0" y="2"/>
                  </a:cubicBezTo>
                </a:path>
              </a:pathLst>
            </a:custGeom>
            <a:solidFill>
              <a:srgbClr val="C17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1649">
              <a:extLst>
                <a:ext uri="{FF2B5EF4-FFF2-40B4-BE49-F238E27FC236}">
                  <a16:creationId xmlns:a16="http://schemas.microsoft.com/office/drawing/2014/main" id="{65EFB93E-518C-4CF4-9FEC-2F5310DEF9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7" y="951"/>
              <a:ext cx="998" cy="599"/>
            </a:xfrm>
            <a:custGeom>
              <a:avLst/>
              <a:gdLst>
                <a:gd name="T0" fmla="*/ 370 w 1517"/>
                <a:gd name="T1" fmla="*/ 263 h 854"/>
                <a:gd name="T2" fmla="*/ 281 w 1517"/>
                <a:gd name="T3" fmla="*/ 286 h 854"/>
                <a:gd name="T4" fmla="*/ 264 w 1517"/>
                <a:gd name="T5" fmla="*/ 291 h 854"/>
                <a:gd name="T6" fmla="*/ 398 w 1517"/>
                <a:gd name="T7" fmla="*/ 110 h 854"/>
                <a:gd name="T8" fmla="*/ 428 w 1517"/>
                <a:gd name="T9" fmla="*/ 197 h 854"/>
                <a:gd name="T10" fmla="*/ 380 w 1517"/>
                <a:gd name="T11" fmla="*/ 260 h 854"/>
                <a:gd name="T12" fmla="*/ 309 w 1517"/>
                <a:gd name="T13" fmla="*/ 36 h 854"/>
                <a:gd name="T14" fmla="*/ 391 w 1517"/>
                <a:gd name="T15" fmla="*/ 102 h 854"/>
                <a:gd name="T16" fmla="*/ 287 w 1517"/>
                <a:gd name="T17" fmla="*/ 25 h 854"/>
                <a:gd name="T18" fmla="*/ 295 w 1517"/>
                <a:gd name="T19" fmla="*/ 29 h 854"/>
                <a:gd name="T20" fmla="*/ 299 w 1517"/>
                <a:gd name="T21" fmla="*/ 31 h 854"/>
                <a:gd name="T22" fmla="*/ 10 w 1517"/>
                <a:gd name="T23" fmla="*/ 156 h 854"/>
                <a:gd name="T24" fmla="*/ 12 w 1517"/>
                <a:gd name="T25" fmla="*/ 128 h 854"/>
                <a:gd name="T26" fmla="*/ 87 w 1517"/>
                <a:gd name="T27" fmla="*/ 41 h 854"/>
                <a:gd name="T28" fmla="*/ 195 w 1517"/>
                <a:gd name="T29" fmla="*/ 6 h 854"/>
                <a:gd name="T30" fmla="*/ 280 w 1517"/>
                <a:gd name="T31" fmla="*/ 22 h 854"/>
                <a:gd name="T32" fmla="*/ 5 w 1517"/>
                <a:gd name="T33" fmla="*/ 182 h 854"/>
                <a:gd name="T34" fmla="*/ 7 w 1517"/>
                <a:gd name="T35" fmla="*/ 169 h 854"/>
                <a:gd name="T36" fmla="*/ 134 w 1517"/>
                <a:gd name="T37" fmla="*/ 281 h 854"/>
                <a:gd name="T38" fmla="*/ 80 w 1517"/>
                <a:gd name="T39" fmla="*/ 256 h 854"/>
                <a:gd name="T40" fmla="*/ 28 w 1517"/>
                <a:gd name="T41" fmla="*/ 236 h 854"/>
                <a:gd name="T42" fmla="*/ 4 w 1517"/>
                <a:gd name="T43" fmla="*/ 189 h 854"/>
                <a:gd name="T44" fmla="*/ 145 w 1517"/>
                <a:gd name="T45" fmla="*/ 284 h 854"/>
                <a:gd name="T46" fmla="*/ 139 w 1517"/>
                <a:gd name="T47" fmla="*/ 283 h 854"/>
                <a:gd name="T48" fmla="*/ 179 w 1517"/>
                <a:gd name="T49" fmla="*/ 291 h 854"/>
                <a:gd name="T50" fmla="*/ 155 w 1517"/>
                <a:gd name="T51" fmla="*/ 286 h 854"/>
                <a:gd name="T52" fmla="*/ 236 w 1517"/>
                <a:gd name="T53" fmla="*/ 294 h 854"/>
                <a:gd name="T54" fmla="*/ 204 w 1517"/>
                <a:gd name="T55" fmla="*/ 293 h 854"/>
                <a:gd name="T56" fmla="*/ 184 w 1517"/>
                <a:gd name="T57" fmla="*/ 291 h 85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17" h="854">
                  <a:moveTo>
                    <a:pt x="1301" y="762"/>
                  </a:moveTo>
                  <a:cubicBezTo>
                    <a:pt x="1203" y="787"/>
                    <a:pt x="1085" y="795"/>
                    <a:pt x="987" y="829"/>
                  </a:cubicBezTo>
                  <a:cubicBezTo>
                    <a:pt x="970" y="835"/>
                    <a:pt x="950" y="840"/>
                    <a:pt x="929" y="843"/>
                  </a:cubicBezTo>
                  <a:moveTo>
                    <a:pt x="1398" y="319"/>
                  </a:moveTo>
                  <a:cubicBezTo>
                    <a:pt x="1470" y="393"/>
                    <a:pt x="1517" y="479"/>
                    <a:pt x="1505" y="572"/>
                  </a:cubicBezTo>
                  <a:cubicBezTo>
                    <a:pt x="1492" y="677"/>
                    <a:pt x="1425" y="725"/>
                    <a:pt x="1336" y="753"/>
                  </a:cubicBezTo>
                  <a:moveTo>
                    <a:pt x="1084" y="105"/>
                  </a:moveTo>
                  <a:cubicBezTo>
                    <a:pt x="1174" y="148"/>
                    <a:pt x="1287" y="213"/>
                    <a:pt x="1374" y="295"/>
                  </a:cubicBezTo>
                  <a:moveTo>
                    <a:pt x="1009" y="72"/>
                  </a:moveTo>
                  <a:cubicBezTo>
                    <a:pt x="1018" y="75"/>
                    <a:pt x="1027" y="79"/>
                    <a:pt x="1036" y="83"/>
                  </a:cubicBezTo>
                  <a:cubicBezTo>
                    <a:pt x="1041" y="85"/>
                    <a:pt x="1046" y="87"/>
                    <a:pt x="1051" y="90"/>
                  </a:cubicBezTo>
                  <a:moveTo>
                    <a:pt x="35" y="450"/>
                  </a:moveTo>
                  <a:cubicBezTo>
                    <a:pt x="41" y="419"/>
                    <a:pt x="46" y="391"/>
                    <a:pt x="44" y="370"/>
                  </a:cubicBezTo>
                  <a:cubicBezTo>
                    <a:pt x="36" y="274"/>
                    <a:pt x="257" y="159"/>
                    <a:pt x="305" y="118"/>
                  </a:cubicBezTo>
                  <a:cubicBezTo>
                    <a:pt x="354" y="78"/>
                    <a:pt x="549" y="0"/>
                    <a:pt x="685" y="15"/>
                  </a:cubicBezTo>
                  <a:cubicBezTo>
                    <a:pt x="685" y="15"/>
                    <a:pt x="831" y="11"/>
                    <a:pt x="984" y="63"/>
                  </a:cubicBezTo>
                  <a:moveTo>
                    <a:pt x="18" y="526"/>
                  </a:moveTo>
                  <a:cubicBezTo>
                    <a:pt x="20" y="514"/>
                    <a:pt x="23" y="503"/>
                    <a:pt x="26" y="491"/>
                  </a:cubicBezTo>
                  <a:moveTo>
                    <a:pt x="468" y="813"/>
                  </a:moveTo>
                  <a:cubicBezTo>
                    <a:pt x="372" y="792"/>
                    <a:pt x="298" y="764"/>
                    <a:pt x="282" y="743"/>
                  </a:cubicBezTo>
                  <a:cubicBezTo>
                    <a:pt x="239" y="685"/>
                    <a:pt x="272" y="665"/>
                    <a:pt x="100" y="685"/>
                  </a:cubicBezTo>
                  <a:cubicBezTo>
                    <a:pt x="5" y="696"/>
                    <a:pt x="0" y="627"/>
                    <a:pt x="14" y="547"/>
                  </a:cubicBezTo>
                  <a:moveTo>
                    <a:pt x="507" y="822"/>
                  </a:moveTo>
                  <a:cubicBezTo>
                    <a:pt x="501" y="821"/>
                    <a:pt x="494" y="819"/>
                    <a:pt x="488" y="818"/>
                  </a:cubicBezTo>
                  <a:moveTo>
                    <a:pt x="629" y="842"/>
                  </a:moveTo>
                  <a:cubicBezTo>
                    <a:pt x="600" y="838"/>
                    <a:pt x="571" y="834"/>
                    <a:pt x="543" y="829"/>
                  </a:cubicBezTo>
                  <a:moveTo>
                    <a:pt x="829" y="853"/>
                  </a:moveTo>
                  <a:cubicBezTo>
                    <a:pt x="793" y="854"/>
                    <a:pt x="755" y="853"/>
                    <a:pt x="716" y="850"/>
                  </a:cubicBezTo>
                  <a:cubicBezTo>
                    <a:pt x="693" y="849"/>
                    <a:pt x="670" y="846"/>
                    <a:pt x="647" y="844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86440D78-CC6B-469D-AC11-C39776E6B3F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Groceries</a:t>
            </a:r>
          </a:p>
        </p:txBody>
      </p:sp>
      <p:grpSp>
        <p:nvGrpSpPr>
          <p:cNvPr id="25602" name="stacked-slices-of-bread">
            <a:extLst>
              <a:ext uri="{FF2B5EF4-FFF2-40B4-BE49-F238E27FC236}">
                <a16:creationId xmlns:a16="http://schemas.microsoft.com/office/drawing/2014/main" id="{C41D507F-82C7-4466-84F8-7E2B944BB2AE}"/>
              </a:ext>
            </a:extLst>
          </p:cNvPr>
          <p:cNvGrpSpPr>
            <a:grpSpLocks/>
          </p:cNvGrpSpPr>
          <p:nvPr/>
        </p:nvGrpSpPr>
        <p:grpSpPr bwMode="auto">
          <a:xfrm>
            <a:off x="2755900" y="1933575"/>
            <a:ext cx="2176463" cy="2206625"/>
            <a:chOff x="2513" y="1792"/>
            <a:chExt cx="731" cy="741"/>
          </a:xfrm>
        </p:grpSpPr>
        <p:sp>
          <p:nvSpPr>
            <p:cNvPr id="25927" name="Freeform 1027">
              <a:extLst>
                <a:ext uri="{FF2B5EF4-FFF2-40B4-BE49-F238E27FC236}">
                  <a16:creationId xmlns:a16="http://schemas.microsoft.com/office/drawing/2014/main" id="{4641B8FC-8D92-449E-922C-C3A31AF7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104"/>
              <a:ext cx="648" cy="373"/>
            </a:xfrm>
            <a:custGeom>
              <a:avLst/>
              <a:gdLst>
                <a:gd name="T0" fmla="*/ 3680 w 259"/>
                <a:gd name="T1" fmla="*/ 2443 h 140"/>
                <a:gd name="T2" fmla="*/ 3430 w 259"/>
                <a:gd name="T3" fmla="*/ 2648 h 140"/>
                <a:gd name="T4" fmla="*/ 313 w 259"/>
                <a:gd name="T5" fmla="*/ 2648 h 140"/>
                <a:gd name="T6" fmla="*/ 33 w 259"/>
                <a:gd name="T7" fmla="*/ 2307 h 140"/>
                <a:gd name="T8" fmla="*/ 520 w 259"/>
                <a:gd name="T9" fmla="*/ 226 h 140"/>
                <a:gd name="T10" fmla="*/ 771 w 259"/>
                <a:gd name="T11" fmla="*/ 0 h 140"/>
                <a:gd name="T12" fmla="*/ 3755 w 259"/>
                <a:gd name="T13" fmla="*/ 0 h 140"/>
                <a:gd name="T14" fmla="*/ 4026 w 259"/>
                <a:gd name="T15" fmla="*/ 341 h 140"/>
                <a:gd name="T16" fmla="*/ 3680 w 259"/>
                <a:gd name="T17" fmla="*/ 244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140">
                  <a:moveTo>
                    <a:pt x="235" y="129"/>
                  </a:moveTo>
                  <a:cubicBezTo>
                    <a:pt x="233" y="135"/>
                    <a:pt x="226" y="140"/>
                    <a:pt x="219" y="140"/>
                  </a:cubicBezTo>
                  <a:cubicBezTo>
                    <a:pt x="20" y="140"/>
                    <a:pt x="20" y="140"/>
                    <a:pt x="20" y="140"/>
                  </a:cubicBezTo>
                  <a:cubicBezTo>
                    <a:pt x="10" y="140"/>
                    <a:pt x="0" y="131"/>
                    <a:pt x="2" y="122"/>
                  </a:cubicBezTo>
                  <a:cubicBezTo>
                    <a:pt x="2" y="122"/>
                    <a:pt x="32" y="14"/>
                    <a:pt x="33" y="12"/>
                  </a:cubicBezTo>
                  <a:cubicBezTo>
                    <a:pt x="35" y="5"/>
                    <a:pt x="42" y="0"/>
                    <a:pt x="49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9" y="0"/>
                    <a:pt x="259" y="4"/>
                    <a:pt x="257" y="18"/>
                  </a:cubicBezTo>
                  <a:cubicBezTo>
                    <a:pt x="257" y="18"/>
                    <a:pt x="236" y="127"/>
                    <a:pt x="235" y="129"/>
                  </a:cubicBezTo>
                  <a:close/>
                </a:path>
              </a:pathLst>
            </a:custGeom>
            <a:solidFill>
              <a:srgbClr val="F5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8" name="Freeform 1028">
              <a:extLst>
                <a:ext uri="{FF2B5EF4-FFF2-40B4-BE49-F238E27FC236}">
                  <a16:creationId xmlns:a16="http://schemas.microsoft.com/office/drawing/2014/main" id="{00032652-8960-4F49-8773-302613B9D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136"/>
              <a:ext cx="640" cy="397"/>
            </a:xfrm>
            <a:custGeom>
              <a:avLst/>
              <a:gdLst>
                <a:gd name="T0" fmla="*/ 3988 w 256"/>
                <a:gd name="T1" fmla="*/ 0 h 149"/>
                <a:gd name="T2" fmla="*/ 3988 w 256"/>
                <a:gd name="T3" fmla="*/ 115 h 149"/>
                <a:gd name="T4" fmla="*/ 3645 w 256"/>
                <a:gd name="T5" fmla="*/ 2214 h 149"/>
                <a:gd name="T6" fmla="*/ 3395 w 256"/>
                <a:gd name="T7" fmla="*/ 2422 h 149"/>
                <a:gd name="T8" fmla="*/ 283 w 256"/>
                <a:gd name="T9" fmla="*/ 2422 h 149"/>
                <a:gd name="T10" fmla="*/ 0 w 256"/>
                <a:gd name="T11" fmla="*/ 2158 h 149"/>
                <a:gd name="T12" fmla="*/ 0 w 256"/>
                <a:gd name="T13" fmla="*/ 2478 h 149"/>
                <a:gd name="T14" fmla="*/ 283 w 256"/>
                <a:gd name="T15" fmla="*/ 2819 h 149"/>
                <a:gd name="T16" fmla="*/ 3395 w 256"/>
                <a:gd name="T17" fmla="*/ 2819 h 149"/>
                <a:gd name="T18" fmla="*/ 3645 w 256"/>
                <a:gd name="T19" fmla="*/ 2614 h 149"/>
                <a:gd name="T20" fmla="*/ 3988 w 256"/>
                <a:gd name="T21" fmla="*/ 512 h 149"/>
                <a:gd name="T22" fmla="*/ 4000 w 256"/>
                <a:gd name="T23" fmla="*/ 456 h 149"/>
                <a:gd name="T24" fmla="*/ 4000 w 256"/>
                <a:gd name="T25" fmla="*/ 0 h 149"/>
                <a:gd name="T26" fmla="*/ 3988 w 256"/>
                <a:gd name="T27" fmla="*/ 0 h 1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6" h="149">
                  <a:moveTo>
                    <a:pt x="255" y="0"/>
                  </a:moveTo>
                  <a:cubicBezTo>
                    <a:pt x="256" y="1"/>
                    <a:pt x="256" y="3"/>
                    <a:pt x="255" y="6"/>
                  </a:cubicBezTo>
                  <a:cubicBezTo>
                    <a:pt x="255" y="6"/>
                    <a:pt x="234" y="115"/>
                    <a:pt x="233" y="117"/>
                  </a:cubicBezTo>
                  <a:cubicBezTo>
                    <a:pt x="231" y="123"/>
                    <a:pt x="224" y="128"/>
                    <a:pt x="217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9" y="128"/>
                    <a:pt x="1" y="122"/>
                    <a:pt x="0" y="114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42"/>
                    <a:pt x="8" y="149"/>
                    <a:pt x="18" y="149"/>
                  </a:cubicBezTo>
                  <a:cubicBezTo>
                    <a:pt x="217" y="149"/>
                    <a:pt x="217" y="149"/>
                    <a:pt x="217" y="149"/>
                  </a:cubicBezTo>
                  <a:cubicBezTo>
                    <a:pt x="224" y="149"/>
                    <a:pt x="231" y="144"/>
                    <a:pt x="233" y="138"/>
                  </a:cubicBezTo>
                  <a:cubicBezTo>
                    <a:pt x="234" y="136"/>
                    <a:pt x="255" y="27"/>
                    <a:pt x="255" y="27"/>
                  </a:cubicBezTo>
                  <a:cubicBezTo>
                    <a:pt x="255" y="26"/>
                    <a:pt x="256" y="25"/>
                    <a:pt x="256" y="24"/>
                  </a:cubicBezTo>
                  <a:cubicBezTo>
                    <a:pt x="256" y="0"/>
                    <a:pt x="256" y="0"/>
                    <a:pt x="256" y="0"/>
                  </a:cubicBezTo>
                  <a:lnTo>
                    <a:pt x="255" y="0"/>
                  </a:lnTo>
                  <a:close/>
                </a:path>
              </a:pathLst>
            </a:custGeom>
            <a:solidFill>
              <a:srgbClr val="D3A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9" name="Freeform 1029">
              <a:extLst>
                <a:ext uri="{FF2B5EF4-FFF2-40B4-BE49-F238E27FC236}">
                  <a16:creationId xmlns:a16="http://schemas.microsoft.com/office/drawing/2014/main" id="{5855E097-833D-476B-B68F-51F8E5478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20"/>
              <a:ext cx="601" cy="307"/>
            </a:xfrm>
            <a:custGeom>
              <a:avLst/>
              <a:gdLst>
                <a:gd name="T0" fmla="*/ 20 w 240"/>
                <a:gd name="T1" fmla="*/ 2096 h 115"/>
                <a:gd name="T2" fmla="*/ 471 w 240"/>
                <a:gd name="T3" fmla="*/ 307 h 115"/>
                <a:gd name="T4" fmla="*/ 754 w 240"/>
                <a:gd name="T5" fmla="*/ 77 h 115"/>
                <a:gd name="T6" fmla="*/ 3486 w 240"/>
                <a:gd name="T7" fmla="*/ 56 h 115"/>
                <a:gd name="T8" fmla="*/ 3769 w 240"/>
                <a:gd name="T9" fmla="*/ 227 h 115"/>
                <a:gd name="T10" fmla="*/ 3518 w 240"/>
                <a:gd name="T11" fmla="*/ 0 h 115"/>
                <a:gd name="T12" fmla="*/ 646 w 240"/>
                <a:gd name="T13" fmla="*/ 0 h 115"/>
                <a:gd name="T14" fmla="*/ 408 w 240"/>
                <a:gd name="T15" fmla="*/ 206 h 115"/>
                <a:gd name="T16" fmla="*/ 20 w 240"/>
                <a:gd name="T17" fmla="*/ 2096 h 115"/>
                <a:gd name="T18" fmla="*/ 20 w 240"/>
                <a:gd name="T19" fmla="*/ 2096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0" h="115">
                  <a:moveTo>
                    <a:pt x="1" y="110"/>
                  </a:moveTo>
                  <a:cubicBezTo>
                    <a:pt x="1" y="110"/>
                    <a:pt x="30" y="18"/>
                    <a:pt x="30" y="16"/>
                  </a:cubicBezTo>
                  <a:cubicBezTo>
                    <a:pt x="32" y="10"/>
                    <a:pt x="36" y="4"/>
                    <a:pt x="48" y="4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35" y="3"/>
                    <a:pt x="239" y="8"/>
                    <a:pt x="240" y="12"/>
                  </a:cubicBezTo>
                  <a:cubicBezTo>
                    <a:pt x="239" y="3"/>
                    <a:pt x="231" y="0"/>
                    <a:pt x="224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4" y="0"/>
                    <a:pt x="28" y="4"/>
                    <a:pt x="26" y="11"/>
                  </a:cubicBezTo>
                  <a:cubicBezTo>
                    <a:pt x="25" y="12"/>
                    <a:pt x="1" y="110"/>
                    <a:pt x="1" y="110"/>
                  </a:cubicBezTo>
                  <a:cubicBezTo>
                    <a:pt x="0" y="115"/>
                    <a:pt x="1" y="111"/>
                    <a:pt x="1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0" name="Freeform 1030">
              <a:extLst>
                <a:ext uri="{FF2B5EF4-FFF2-40B4-BE49-F238E27FC236}">
                  <a16:creationId xmlns:a16="http://schemas.microsoft.com/office/drawing/2014/main" id="{CA48AFCA-B224-4206-AD70-17FFE689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95"/>
              <a:ext cx="442" cy="258"/>
            </a:xfrm>
            <a:custGeom>
              <a:avLst/>
              <a:gdLst>
                <a:gd name="T0" fmla="*/ 0 w 177"/>
                <a:gd name="T1" fmla="*/ 1825 h 97"/>
                <a:gd name="T2" fmla="*/ 2195 w 177"/>
                <a:gd name="T3" fmla="*/ 1825 h 97"/>
                <a:gd name="T4" fmla="*/ 2525 w 177"/>
                <a:gd name="T5" fmla="*/ 1521 h 97"/>
                <a:gd name="T6" fmla="*/ 2757 w 177"/>
                <a:gd name="T7" fmla="*/ 0 h 97"/>
                <a:gd name="T8" fmla="*/ 2350 w 177"/>
                <a:gd name="T9" fmla="*/ 1620 h 97"/>
                <a:gd name="T10" fmla="*/ 0 w 177"/>
                <a:gd name="T11" fmla="*/ 1825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97">
                  <a:moveTo>
                    <a:pt x="0" y="97"/>
                  </a:moveTo>
                  <a:cubicBezTo>
                    <a:pt x="46" y="97"/>
                    <a:pt x="129" y="97"/>
                    <a:pt x="141" y="97"/>
                  </a:cubicBezTo>
                  <a:cubicBezTo>
                    <a:pt x="153" y="97"/>
                    <a:pt x="160" y="93"/>
                    <a:pt x="162" y="81"/>
                  </a:cubicBezTo>
                  <a:cubicBezTo>
                    <a:pt x="164" y="68"/>
                    <a:pt x="177" y="0"/>
                    <a:pt x="177" y="0"/>
                  </a:cubicBezTo>
                  <a:cubicBezTo>
                    <a:pt x="166" y="32"/>
                    <a:pt x="158" y="79"/>
                    <a:pt x="151" y="86"/>
                  </a:cubicBezTo>
                  <a:cubicBezTo>
                    <a:pt x="140" y="95"/>
                    <a:pt x="36" y="97"/>
                    <a:pt x="0" y="97"/>
                  </a:cubicBezTo>
                  <a:close/>
                </a:path>
              </a:pathLst>
            </a:custGeom>
            <a:solidFill>
              <a:srgbClr val="F0D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1" name="Freeform 1031">
              <a:extLst>
                <a:ext uri="{FF2B5EF4-FFF2-40B4-BE49-F238E27FC236}">
                  <a16:creationId xmlns:a16="http://schemas.microsoft.com/office/drawing/2014/main" id="{E2C81259-ABD8-4E43-8D5F-7278AB93E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475"/>
              <a:ext cx="45" cy="53"/>
            </a:xfrm>
            <a:custGeom>
              <a:avLst/>
              <a:gdLst>
                <a:gd name="T0" fmla="*/ 50 w 18"/>
                <a:gd name="T1" fmla="*/ 133 h 20"/>
                <a:gd name="T2" fmla="*/ 145 w 18"/>
                <a:gd name="T3" fmla="*/ 315 h 20"/>
                <a:gd name="T4" fmla="*/ 270 w 18"/>
                <a:gd name="T5" fmla="*/ 0 h 20"/>
                <a:gd name="T6" fmla="*/ 125 w 18"/>
                <a:gd name="T7" fmla="*/ 90 h 20"/>
                <a:gd name="T8" fmla="*/ 0 w 18"/>
                <a:gd name="T9" fmla="*/ 13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3" y="7"/>
                  </a:moveTo>
                  <a:cubicBezTo>
                    <a:pt x="7" y="11"/>
                    <a:pt x="0" y="20"/>
                    <a:pt x="9" y="17"/>
                  </a:cubicBezTo>
                  <a:cubicBezTo>
                    <a:pt x="15" y="14"/>
                    <a:pt x="18" y="6"/>
                    <a:pt x="17" y="0"/>
                  </a:cubicBezTo>
                  <a:cubicBezTo>
                    <a:pt x="15" y="1"/>
                    <a:pt x="12" y="3"/>
                    <a:pt x="8" y="5"/>
                  </a:cubicBezTo>
                  <a:cubicBezTo>
                    <a:pt x="6" y="6"/>
                    <a:pt x="2" y="8"/>
                    <a:pt x="0" y="7"/>
                  </a:cubicBezTo>
                </a:path>
              </a:pathLst>
            </a:custGeom>
            <a:solidFill>
              <a:srgbClr val="C2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2" name="Freeform 1032">
              <a:extLst>
                <a:ext uri="{FF2B5EF4-FFF2-40B4-BE49-F238E27FC236}">
                  <a16:creationId xmlns:a16="http://schemas.microsoft.com/office/drawing/2014/main" id="{2D272BD9-3601-4AB6-8802-9B188A52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491"/>
              <a:ext cx="215" cy="29"/>
            </a:xfrm>
            <a:custGeom>
              <a:avLst/>
              <a:gdLst>
                <a:gd name="T0" fmla="*/ 0 w 86"/>
                <a:gd name="T1" fmla="*/ 200 h 11"/>
                <a:gd name="T2" fmla="*/ 1345 w 86"/>
                <a:gd name="T3" fmla="*/ 200 h 11"/>
                <a:gd name="T4" fmla="*/ 1313 w 86"/>
                <a:gd name="T5" fmla="*/ 76 h 11"/>
                <a:gd name="T6" fmla="*/ 1283 w 86"/>
                <a:gd name="T7" fmla="*/ 0 h 11"/>
                <a:gd name="T8" fmla="*/ 0 w 86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">
                  <a:moveTo>
                    <a:pt x="0" y="11"/>
                  </a:moveTo>
                  <a:cubicBezTo>
                    <a:pt x="18" y="11"/>
                    <a:pt x="86" y="11"/>
                    <a:pt x="86" y="11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36" y="10"/>
                    <a:pt x="0" y="11"/>
                  </a:cubicBezTo>
                  <a:close/>
                </a:path>
              </a:pathLst>
            </a:custGeom>
            <a:solidFill>
              <a:srgbClr val="C2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3" name="Freeform 1033">
              <a:extLst>
                <a:ext uri="{FF2B5EF4-FFF2-40B4-BE49-F238E27FC236}">
                  <a16:creationId xmlns:a16="http://schemas.microsoft.com/office/drawing/2014/main" id="{3A856EA7-65F4-402E-B397-9CB39B4A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104"/>
              <a:ext cx="648" cy="373"/>
            </a:xfrm>
            <a:custGeom>
              <a:avLst/>
              <a:gdLst>
                <a:gd name="T0" fmla="*/ 3680 w 259"/>
                <a:gd name="T1" fmla="*/ 2443 h 140"/>
                <a:gd name="T2" fmla="*/ 3430 w 259"/>
                <a:gd name="T3" fmla="*/ 2648 h 140"/>
                <a:gd name="T4" fmla="*/ 313 w 259"/>
                <a:gd name="T5" fmla="*/ 2648 h 140"/>
                <a:gd name="T6" fmla="*/ 33 w 259"/>
                <a:gd name="T7" fmla="*/ 2307 h 140"/>
                <a:gd name="T8" fmla="*/ 520 w 259"/>
                <a:gd name="T9" fmla="*/ 226 h 140"/>
                <a:gd name="T10" fmla="*/ 771 w 259"/>
                <a:gd name="T11" fmla="*/ 0 h 140"/>
                <a:gd name="T12" fmla="*/ 3755 w 259"/>
                <a:gd name="T13" fmla="*/ 0 h 140"/>
                <a:gd name="T14" fmla="*/ 4026 w 259"/>
                <a:gd name="T15" fmla="*/ 341 h 140"/>
                <a:gd name="T16" fmla="*/ 3680 w 259"/>
                <a:gd name="T17" fmla="*/ 244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140">
                  <a:moveTo>
                    <a:pt x="235" y="129"/>
                  </a:moveTo>
                  <a:cubicBezTo>
                    <a:pt x="233" y="135"/>
                    <a:pt x="226" y="140"/>
                    <a:pt x="219" y="140"/>
                  </a:cubicBezTo>
                  <a:cubicBezTo>
                    <a:pt x="20" y="140"/>
                    <a:pt x="20" y="140"/>
                    <a:pt x="20" y="140"/>
                  </a:cubicBezTo>
                  <a:cubicBezTo>
                    <a:pt x="10" y="140"/>
                    <a:pt x="0" y="131"/>
                    <a:pt x="2" y="122"/>
                  </a:cubicBezTo>
                  <a:cubicBezTo>
                    <a:pt x="2" y="122"/>
                    <a:pt x="32" y="14"/>
                    <a:pt x="33" y="12"/>
                  </a:cubicBezTo>
                  <a:cubicBezTo>
                    <a:pt x="35" y="5"/>
                    <a:pt x="42" y="0"/>
                    <a:pt x="49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9" y="0"/>
                    <a:pt x="259" y="4"/>
                    <a:pt x="257" y="18"/>
                  </a:cubicBezTo>
                  <a:cubicBezTo>
                    <a:pt x="257" y="18"/>
                    <a:pt x="236" y="127"/>
                    <a:pt x="235" y="12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4" name="Freeform 1034">
              <a:extLst>
                <a:ext uri="{FF2B5EF4-FFF2-40B4-BE49-F238E27FC236}">
                  <a16:creationId xmlns:a16="http://schemas.microsoft.com/office/drawing/2014/main" id="{ED4CA6B1-0999-4CFF-8E2C-38F329ED9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136"/>
              <a:ext cx="640" cy="397"/>
            </a:xfrm>
            <a:custGeom>
              <a:avLst/>
              <a:gdLst>
                <a:gd name="T0" fmla="*/ 3988 w 256"/>
                <a:gd name="T1" fmla="*/ 0 h 149"/>
                <a:gd name="T2" fmla="*/ 3988 w 256"/>
                <a:gd name="T3" fmla="*/ 115 h 149"/>
                <a:gd name="T4" fmla="*/ 3645 w 256"/>
                <a:gd name="T5" fmla="*/ 2214 h 149"/>
                <a:gd name="T6" fmla="*/ 3395 w 256"/>
                <a:gd name="T7" fmla="*/ 2422 h 149"/>
                <a:gd name="T8" fmla="*/ 283 w 256"/>
                <a:gd name="T9" fmla="*/ 2422 h 149"/>
                <a:gd name="T10" fmla="*/ 0 w 256"/>
                <a:gd name="T11" fmla="*/ 2158 h 149"/>
                <a:gd name="T12" fmla="*/ 0 w 256"/>
                <a:gd name="T13" fmla="*/ 2478 h 149"/>
                <a:gd name="T14" fmla="*/ 283 w 256"/>
                <a:gd name="T15" fmla="*/ 2819 h 149"/>
                <a:gd name="T16" fmla="*/ 3395 w 256"/>
                <a:gd name="T17" fmla="*/ 2819 h 149"/>
                <a:gd name="T18" fmla="*/ 3645 w 256"/>
                <a:gd name="T19" fmla="*/ 2614 h 149"/>
                <a:gd name="T20" fmla="*/ 3988 w 256"/>
                <a:gd name="T21" fmla="*/ 512 h 149"/>
                <a:gd name="T22" fmla="*/ 4000 w 256"/>
                <a:gd name="T23" fmla="*/ 456 h 149"/>
                <a:gd name="T24" fmla="*/ 4000 w 256"/>
                <a:gd name="T25" fmla="*/ 0 h 149"/>
                <a:gd name="T26" fmla="*/ 3988 w 256"/>
                <a:gd name="T27" fmla="*/ 0 h 1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6" h="149">
                  <a:moveTo>
                    <a:pt x="255" y="0"/>
                  </a:moveTo>
                  <a:cubicBezTo>
                    <a:pt x="256" y="1"/>
                    <a:pt x="256" y="3"/>
                    <a:pt x="255" y="6"/>
                  </a:cubicBezTo>
                  <a:cubicBezTo>
                    <a:pt x="255" y="6"/>
                    <a:pt x="234" y="115"/>
                    <a:pt x="233" y="117"/>
                  </a:cubicBezTo>
                  <a:cubicBezTo>
                    <a:pt x="231" y="123"/>
                    <a:pt x="224" y="128"/>
                    <a:pt x="217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9" y="128"/>
                    <a:pt x="1" y="122"/>
                    <a:pt x="0" y="114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42"/>
                    <a:pt x="8" y="149"/>
                    <a:pt x="18" y="149"/>
                  </a:cubicBezTo>
                  <a:cubicBezTo>
                    <a:pt x="217" y="149"/>
                    <a:pt x="217" y="149"/>
                    <a:pt x="217" y="149"/>
                  </a:cubicBezTo>
                  <a:cubicBezTo>
                    <a:pt x="224" y="149"/>
                    <a:pt x="231" y="144"/>
                    <a:pt x="233" y="138"/>
                  </a:cubicBezTo>
                  <a:cubicBezTo>
                    <a:pt x="234" y="136"/>
                    <a:pt x="255" y="27"/>
                    <a:pt x="255" y="27"/>
                  </a:cubicBezTo>
                  <a:cubicBezTo>
                    <a:pt x="255" y="26"/>
                    <a:pt x="256" y="25"/>
                    <a:pt x="256" y="24"/>
                  </a:cubicBezTo>
                  <a:cubicBezTo>
                    <a:pt x="256" y="0"/>
                    <a:pt x="256" y="0"/>
                    <a:pt x="256" y="0"/>
                  </a:cubicBezTo>
                  <a:lnTo>
                    <a:pt x="25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5" name="Freeform 1035">
              <a:extLst>
                <a:ext uri="{FF2B5EF4-FFF2-40B4-BE49-F238E27FC236}">
                  <a16:creationId xmlns:a16="http://schemas.microsoft.com/office/drawing/2014/main" id="{10EA87C4-5C56-4A2E-A0BC-3EABCF7B1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187"/>
              <a:ext cx="38" cy="42"/>
            </a:xfrm>
            <a:custGeom>
              <a:avLst/>
              <a:gdLst>
                <a:gd name="T0" fmla="*/ 63 w 15"/>
                <a:gd name="T1" fmla="*/ 34 h 16"/>
                <a:gd name="T2" fmla="*/ 20 w 15"/>
                <a:gd name="T3" fmla="*/ 144 h 16"/>
                <a:gd name="T4" fmla="*/ 0 w 15"/>
                <a:gd name="T5" fmla="*/ 165 h 16"/>
                <a:gd name="T6" fmla="*/ 20 w 15"/>
                <a:gd name="T7" fmla="*/ 221 h 16"/>
                <a:gd name="T8" fmla="*/ 20 w 15"/>
                <a:gd name="T9" fmla="*/ 234 h 16"/>
                <a:gd name="T10" fmla="*/ 33 w 15"/>
                <a:gd name="T11" fmla="*/ 234 h 16"/>
                <a:gd name="T12" fmla="*/ 129 w 15"/>
                <a:gd name="T13" fmla="*/ 268 h 16"/>
                <a:gd name="T14" fmla="*/ 243 w 15"/>
                <a:gd name="T15" fmla="*/ 144 h 16"/>
                <a:gd name="T16" fmla="*/ 243 w 15"/>
                <a:gd name="T17" fmla="*/ 144 h 16"/>
                <a:gd name="T18" fmla="*/ 213 w 15"/>
                <a:gd name="T19" fmla="*/ 76 h 16"/>
                <a:gd name="T20" fmla="*/ 193 w 15"/>
                <a:gd name="T21" fmla="*/ 34 h 16"/>
                <a:gd name="T22" fmla="*/ 63 w 15"/>
                <a:gd name="T23" fmla="*/ 34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6">
                  <a:moveTo>
                    <a:pt x="4" y="2"/>
                  </a:moveTo>
                  <a:cubicBezTo>
                    <a:pt x="2" y="3"/>
                    <a:pt x="1" y="6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10"/>
                    <a:pt x="1" y="11"/>
                    <a:pt x="1" y="12"/>
                  </a:cubicBezTo>
                  <a:cubicBezTo>
                    <a:pt x="1" y="12"/>
                    <a:pt x="1" y="12"/>
                    <a:pt x="1" y="13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3" y="15"/>
                    <a:pt x="6" y="16"/>
                    <a:pt x="8" y="15"/>
                  </a:cubicBezTo>
                  <a:cubicBezTo>
                    <a:pt x="11" y="15"/>
                    <a:pt x="15" y="12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6"/>
                    <a:pt x="14" y="5"/>
                    <a:pt x="13" y="4"/>
                  </a:cubicBezTo>
                  <a:cubicBezTo>
                    <a:pt x="13" y="4"/>
                    <a:pt x="13" y="3"/>
                    <a:pt x="12" y="2"/>
                  </a:cubicBezTo>
                  <a:cubicBezTo>
                    <a:pt x="10" y="0"/>
                    <a:pt x="7" y="0"/>
                    <a:pt x="4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6" name="Freeform 1036">
              <a:extLst>
                <a:ext uri="{FF2B5EF4-FFF2-40B4-BE49-F238E27FC236}">
                  <a16:creationId xmlns:a16="http://schemas.microsoft.com/office/drawing/2014/main" id="{277A51BC-DB7D-4D9C-9E0D-CC5727C6D8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6" y="2211"/>
              <a:ext cx="28" cy="34"/>
            </a:xfrm>
            <a:custGeom>
              <a:avLst/>
              <a:gdLst>
                <a:gd name="T0" fmla="*/ 51 w 11"/>
                <a:gd name="T1" fmla="*/ 21 h 13"/>
                <a:gd name="T2" fmla="*/ 0 w 11"/>
                <a:gd name="T3" fmla="*/ 68 h 13"/>
                <a:gd name="T4" fmla="*/ 0 w 11"/>
                <a:gd name="T5" fmla="*/ 89 h 13"/>
                <a:gd name="T6" fmla="*/ 0 w 11"/>
                <a:gd name="T7" fmla="*/ 110 h 13"/>
                <a:gd name="T8" fmla="*/ 0 w 11"/>
                <a:gd name="T9" fmla="*/ 123 h 13"/>
                <a:gd name="T10" fmla="*/ 0 w 11"/>
                <a:gd name="T11" fmla="*/ 144 h 13"/>
                <a:gd name="T12" fmla="*/ 0 w 11"/>
                <a:gd name="T13" fmla="*/ 144 h 13"/>
                <a:gd name="T14" fmla="*/ 20 w 11"/>
                <a:gd name="T15" fmla="*/ 199 h 13"/>
                <a:gd name="T16" fmla="*/ 117 w 11"/>
                <a:gd name="T17" fmla="*/ 212 h 13"/>
                <a:gd name="T18" fmla="*/ 181 w 11"/>
                <a:gd name="T19" fmla="*/ 110 h 13"/>
                <a:gd name="T20" fmla="*/ 181 w 11"/>
                <a:gd name="T21" fmla="*/ 110 h 13"/>
                <a:gd name="T22" fmla="*/ 163 w 11"/>
                <a:gd name="T23" fmla="*/ 68 h 13"/>
                <a:gd name="T24" fmla="*/ 130 w 11"/>
                <a:gd name="T25" fmla="*/ 34 h 13"/>
                <a:gd name="T26" fmla="*/ 117 w 11"/>
                <a:gd name="T27" fmla="*/ 21 h 13"/>
                <a:gd name="T28" fmla="*/ 51 w 11"/>
                <a:gd name="T29" fmla="*/ 21 h 13"/>
                <a:gd name="T30" fmla="*/ 84 w 11"/>
                <a:gd name="T31" fmla="*/ 110 h 13"/>
                <a:gd name="T32" fmla="*/ 97 w 11"/>
                <a:gd name="T33" fmla="*/ 123 h 13"/>
                <a:gd name="T34" fmla="*/ 84 w 11"/>
                <a:gd name="T35" fmla="*/ 144 h 13"/>
                <a:gd name="T36" fmla="*/ 84 w 11"/>
                <a:gd name="T37" fmla="*/ 144 h 13"/>
                <a:gd name="T38" fmla="*/ 64 w 11"/>
                <a:gd name="T39" fmla="*/ 123 h 13"/>
                <a:gd name="T40" fmla="*/ 64 w 11"/>
                <a:gd name="T41" fmla="*/ 110 h 13"/>
                <a:gd name="T42" fmla="*/ 84 w 11"/>
                <a:gd name="T43" fmla="*/ 110 h 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2"/>
                    <a:pt x="5" y="13"/>
                    <a:pt x="7" y="12"/>
                  </a:cubicBezTo>
                  <a:cubicBezTo>
                    <a:pt x="9" y="11"/>
                    <a:pt x="10" y="9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0" y="4"/>
                    <a:pt x="10" y="4"/>
                  </a:cubicBezTo>
                  <a:cubicBezTo>
                    <a:pt x="9" y="3"/>
                    <a:pt x="8" y="3"/>
                    <a:pt x="8" y="2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6" y="0"/>
                    <a:pt x="4" y="0"/>
                    <a:pt x="3" y="1"/>
                  </a:cubicBezTo>
                  <a:close/>
                  <a:moveTo>
                    <a:pt x="5" y="6"/>
                  </a:moveTo>
                  <a:cubicBezTo>
                    <a:pt x="5" y="6"/>
                    <a:pt x="6" y="7"/>
                    <a:pt x="6" y="7"/>
                  </a:cubicBezTo>
                  <a:cubicBezTo>
                    <a:pt x="6" y="7"/>
                    <a:pt x="6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7" name="Freeform 1037">
              <a:extLst>
                <a:ext uri="{FF2B5EF4-FFF2-40B4-BE49-F238E27FC236}">
                  <a16:creationId xmlns:a16="http://schemas.microsoft.com/office/drawing/2014/main" id="{B2F0140F-B628-4AC6-AFD0-236443B77E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9" y="2187"/>
              <a:ext cx="25" cy="21"/>
            </a:xfrm>
            <a:custGeom>
              <a:avLst/>
              <a:gdLst>
                <a:gd name="T0" fmla="*/ 113 w 10"/>
                <a:gd name="T1" fmla="*/ 0 h 8"/>
                <a:gd name="T2" fmla="*/ 50 w 10"/>
                <a:gd name="T3" fmla="*/ 21 h 8"/>
                <a:gd name="T4" fmla="*/ 50 w 10"/>
                <a:gd name="T5" fmla="*/ 34 h 8"/>
                <a:gd name="T6" fmla="*/ 33 w 10"/>
                <a:gd name="T7" fmla="*/ 34 h 8"/>
                <a:gd name="T8" fmla="*/ 0 w 10"/>
                <a:gd name="T9" fmla="*/ 89 h 8"/>
                <a:gd name="T10" fmla="*/ 20 w 10"/>
                <a:gd name="T11" fmla="*/ 110 h 8"/>
                <a:gd name="T12" fmla="*/ 83 w 10"/>
                <a:gd name="T13" fmla="*/ 144 h 8"/>
                <a:gd name="T14" fmla="*/ 83 w 10"/>
                <a:gd name="T15" fmla="*/ 144 h 8"/>
                <a:gd name="T16" fmla="*/ 145 w 10"/>
                <a:gd name="T17" fmla="*/ 76 h 8"/>
                <a:gd name="T18" fmla="*/ 145 w 10"/>
                <a:gd name="T19" fmla="*/ 21 h 8"/>
                <a:gd name="T20" fmla="*/ 113 w 10"/>
                <a:gd name="T21" fmla="*/ 0 h 8"/>
                <a:gd name="T22" fmla="*/ 95 w 10"/>
                <a:gd name="T23" fmla="*/ 34 h 8"/>
                <a:gd name="T24" fmla="*/ 125 w 10"/>
                <a:gd name="T25" fmla="*/ 89 h 8"/>
                <a:gd name="T26" fmla="*/ 83 w 10"/>
                <a:gd name="T27" fmla="*/ 123 h 8"/>
                <a:gd name="T28" fmla="*/ 50 w 10"/>
                <a:gd name="T29" fmla="*/ 89 h 8"/>
                <a:gd name="T30" fmla="*/ 50 w 10"/>
                <a:gd name="T31" fmla="*/ 76 h 8"/>
                <a:gd name="T32" fmla="*/ 50 w 10"/>
                <a:gd name="T33" fmla="*/ 55 h 8"/>
                <a:gd name="T34" fmla="*/ 50 w 10"/>
                <a:gd name="T35" fmla="*/ 55 h 8"/>
                <a:gd name="T36" fmla="*/ 95 w 10"/>
                <a:gd name="T37" fmla="*/ 34 h 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" y="8"/>
                    <a:pt x="4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9" y="7"/>
                    <a:pt x="9" y="4"/>
                  </a:cubicBezTo>
                  <a:cubicBezTo>
                    <a:pt x="9" y="3"/>
                    <a:pt x="10" y="2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  <a:close/>
                  <a:moveTo>
                    <a:pt x="6" y="2"/>
                  </a:moveTo>
                  <a:cubicBezTo>
                    <a:pt x="7" y="3"/>
                    <a:pt x="8" y="4"/>
                    <a:pt x="8" y="5"/>
                  </a:cubicBezTo>
                  <a:cubicBezTo>
                    <a:pt x="8" y="6"/>
                    <a:pt x="7" y="7"/>
                    <a:pt x="5" y="7"/>
                  </a:cubicBezTo>
                  <a:cubicBezTo>
                    <a:pt x="5" y="6"/>
                    <a:pt x="4" y="6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8" name="Freeform 1038">
              <a:extLst>
                <a:ext uri="{FF2B5EF4-FFF2-40B4-BE49-F238E27FC236}">
                  <a16:creationId xmlns:a16="http://schemas.microsoft.com/office/drawing/2014/main" id="{5A454F61-0682-4CDB-B0D1-072C0BF210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9" y="2237"/>
              <a:ext cx="32" cy="30"/>
            </a:xfrm>
            <a:custGeom>
              <a:avLst/>
              <a:gdLst>
                <a:gd name="T0" fmla="*/ 91 w 13"/>
                <a:gd name="T1" fmla="*/ 0 h 11"/>
                <a:gd name="T2" fmla="*/ 62 w 13"/>
                <a:gd name="T3" fmla="*/ 0 h 11"/>
                <a:gd name="T4" fmla="*/ 30 w 13"/>
                <a:gd name="T5" fmla="*/ 22 h 11"/>
                <a:gd name="T6" fmla="*/ 30 w 13"/>
                <a:gd name="T7" fmla="*/ 185 h 11"/>
                <a:gd name="T8" fmla="*/ 103 w 13"/>
                <a:gd name="T9" fmla="*/ 224 h 11"/>
                <a:gd name="T10" fmla="*/ 182 w 13"/>
                <a:gd name="T11" fmla="*/ 120 h 11"/>
                <a:gd name="T12" fmla="*/ 153 w 13"/>
                <a:gd name="T13" fmla="*/ 0 h 11"/>
                <a:gd name="T14" fmla="*/ 91 w 13"/>
                <a:gd name="T15" fmla="*/ 0 h 11"/>
                <a:gd name="T16" fmla="*/ 103 w 13"/>
                <a:gd name="T17" fmla="*/ 82 h 11"/>
                <a:gd name="T18" fmla="*/ 103 w 13"/>
                <a:gd name="T19" fmla="*/ 104 h 11"/>
                <a:gd name="T20" fmla="*/ 103 w 13"/>
                <a:gd name="T21" fmla="*/ 120 h 11"/>
                <a:gd name="T22" fmla="*/ 103 w 13"/>
                <a:gd name="T23" fmla="*/ 120 h 11"/>
                <a:gd name="T24" fmla="*/ 91 w 13"/>
                <a:gd name="T25" fmla="*/ 82 h 11"/>
                <a:gd name="T26" fmla="*/ 103 w 13"/>
                <a:gd name="T27" fmla="*/ 82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0" y="4"/>
                    <a:pt x="1" y="7"/>
                    <a:pt x="2" y="9"/>
                  </a:cubicBezTo>
                  <a:cubicBezTo>
                    <a:pt x="3" y="10"/>
                    <a:pt x="5" y="11"/>
                    <a:pt x="7" y="11"/>
                  </a:cubicBezTo>
                  <a:cubicBezTo>
                    <a:pt x="9" y="10"/>
                    <a:pt x="11" y="9"/>
                    <a:pt x="12" y="6"/>
                  </a:cubicBezTo>
                  <a:cubicBezTo>
                    <a:pt x="13" y="4"/>
                    <a:pt x="12" y="2"/>
                    <a:pt x="10" y="0"/>
                  </a:cubicBezTo>
                  <a:cubicBezTo>
                    <a:pt x="9" y="0"/>
                    <a:pt x="8" y="0"/>
                    <a:pt x="6" y="0"/>
                  </a:cubicBezTo>
                  <a:close/>
                  <a:moveTo>
                    <a:pt x="7" y="4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9" name="Freeform 1039">
              <a:extLst>
                <a:ext uri="{FF2B5EF4-FFF2-40B4-BE49-F238E27FC236}">
                  <a16:creationId xmlns:a16="http://schemas.microsoft.com/office/drawing/2014/main" id="{9F1A5931-9A50-442A-A650-D4CB449B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267"/>
              <a:ext cx="23" cy="18"/>
            </a:xfrm>
            <a:custGeom>
              <a:avLst/>
              <a:gdLst>
                <a:gd name="T0" fmla="*/ 33 w 9"/>
                <a:gd name="T1" fmla="*/ 21 h 7"/>
                <a:gd name="T2" fmla="*/ 20 w 9"/>
                <a:gd name="T3" fmla="*/ 85 h 7"/>
                <a:gd name="T4" fmla="*/ 97 w 9"/>
                <a:gd name="T5" fmla="*/ 100 h 7"/>
                <a:gd name="T6" fmla="*/ 97 w 9"/>
                <a:gd name="T7" fmla="*/ 100 h 7"/>
                <a:gd name="T8" fmla="*/ 66 w 9"/>
                <a:gd name="T9" fmla="*/ 100 h 7"/>
                <a:gd name="T10" fmla="*/ 51 w 9"/>
                <a:gd name="T11" fmla="*/ 85 h 7"/>
                <a:gd name="T12" fmla="*/ 118 w 9"/>
                <a:gd name="T13" fmla="*/ 100 h 7"/>
                <a:gd name="T14" fmla="*/ 151 w 9"/>
                <a:gd name="T15" fmla="*/ 54 h 7"/>
                <a:gd name="T16" fmla="*/ 118 w 9"/>
                <a:gd name="T17" fmla="*/ 0 h 7"/>
                <a:gd name="T18" fmla="*/ 33 w 9"/>
                <a:gd name="T19" fmla="*/ 2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6" y="7"/>
                    <a:pt x="7" y="6"/>
                  </a:cubicBezTo>
                  <a:cubicBezTo>
                    <a:pt x="8" y="5"/>
                    <a:pt x="9" y="4"/>
                    <a:pt x="9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0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0" name="Freeform 1040">
              <a:extLst>
                <a:ext uri="{FF2B5EF4-FFF2-40B4-BE49-F238E27FC236}">
                  <a16:creationId xmlns:a16="http://schemas.microsoft.com/office/drawing/2014/main" id="{E866ADE6-866E-4693-8FC6-BC4B2EF88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248"/>
              <a:ext cx="20" cy="19"/>
            </a:xfrm>
            <a:custGeom>
              <a:avLst/>
              <a:gdLst>
                <a:gd name="T0" fmla="*/ 63 w 8"/>
                <a:gd name="T1" fmla="*/ 0 h 7"/>
                <a:gd name="T2" fmla="*/ 33 w 8"/>
                <a:gd name="T3" fmla="*/ 0 h 7"/>
                <a:gd name="T4" fmla="*/ 0 w 8"/>
                <a:gd name="T5" fmla="*/ 81 h 7"/>
                <a:gd name="T6" fmla="*/ 0 w 8"/>
                <a:gd name="T7" fmla="*/ 81 h 7"/>
                <a:gd name="T8" fmla="*/ 33 w 8"/>
                <a:gd name="T9" fmla="*/ 117 h 7"/>
                <a:gd name="T10" fmla="*/ 33 w 8"/>
                <a:gd name="T11" fmla="*/ 141 h 7"/>
                <a:gd name="T12" fmla="*/ 83 w 8"/>
                <a:gd name="T13" fmla="*/ 141 h 7"/>
                <a:gd name="T14" fmla="*/ 113 w 8"/>
                <a:gd name="T15" fmla="*/ 103 h 7"/>
                <a:gd name="T16" fmla="*/ 113 w 8"/>
                <a:gd name="T17" fmla="*/ 103 h 7"/>
                <a:gd name="T18" fmla="*/ 113 w 8"/>
                <a:gd name="T19" fmla="*/ 38 h 7"/>
                <a:gd name="T20" fmla="*/ 63 w 8"/>
                <a:gd name="T21" fmla="*/ 0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7" y="3"/>
                    <a:pt x="7" y="2"/>
                  </a:cubicBezTo>
                  <a:cubicBezTo>
                    <a:pt x="6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1" name="Freeform 1041">
              <a:extLst>
                <a:ext uri="{FF2B5EF4-FFF2-40B4-BE49-F238E27FC236}">
                  <a16:creationId xmlns:a16="http://schemas.microsoft.com/office/drawing/2014/main" id="{0CF5A0C7-B5C4-4D1E-A4D3-495828F4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224"/>
              <a:ext cx="43" cy="48"/>
            </a:xfrm>
            <a:custGeom>
              <a:avLst/>
              <a:gdLst>
                <a:gd name="T0" fmla="*/ 63 w 17"/>
                <a:gd name="T1" fmla="*/ 35 h 18"/>
                <a:gd name="T2" fmla="*/ 51 w 17"/>
                <a:gd name="T3" fmla="*/ 77 h 18"/>
                <a:gd name="T4" fmla="*/ 20 w 17"/>
                <a:gd name="T5" fmla="*/ 115 h 18"/>
                <a:gd name="T6" fmla="*/ 0 w 17"/>
                <a:gd name="T7" fmla="*/ 171 h 18"/>
                <a:gd name="T8" fmla="*/ 63 w 17"/>
                <a:gd name="T9" fmla="*/ 307 h 18"/>
                <a:gd name="T10" fmla="*/ 225 w 17"/>
                <a:gd name="T11" fmla="*/ 192 h 18"/>
                <a:gd name="T12" fmla="*/ 210 w 17"/>
                <a:gd name="T13" fmla="*/ 35 h 18"/>
                <a:gd name="T14" fmla="*/ 63 w 17"/>
                <a:gd name="T15" fmla="*/ 3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4" y="3"/>
                    <a:pt x="4" y="3"/>
                    <a:pt x="3" y="4"/>
                  </a:cubicBezTo>
                  <a:cubicBezTo>
                    <a:pt x="2" y="4"/>
                    <a:pt x="1" y="5"/>
                    <a:pt x="1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2" y="15"/>
                    <a:pt x="4" y="16"/>
                  </a:cubicBezTo>
                  <a:cubicBezTo>
                    <a:pt x="6" y="17"/>
                    <a:pt x="10" y="18"/>
                    <a:pt x="14" y="10"/>
                  </a:cubicBezTo>
                  <a:cubicBezTo>
                    <a:pt x="17" y="5"/>
                    <a:pt x="14" y="3"/>
                    <a:pt x="13" y="2"/>
                  </a:cubicBezTo>
                  <a:cubicBezTo>
                    <a:pt x="11" y="0"/>
                    <a:pt x="7" y="0"/>
                    <a:pt x="4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2" name="Freeform 1042">
              <a:extLst>
                <a:ext uri="{FF2B5EF4-FFF2-40B4-BE49-F238E27FC236}">
                  <a16:creationId xmlns:a16="http://schemas.microsoft.com/office/drawing/2014/main" id="{67ED6941-82BC-4F39-B5BA-0F6EEF5B5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75"/>
              <a:ext cx="20" cy="21"/>
            </a:xfrm>
            <a:custGeom>
              <a:avLst/>
              <a:gdLst>
                <a:gd name="T0" fmla="*/ 33 w 8"/>
                <a:gd name="T1" fmla="*/ 21 h 8"/>
                <a:gd name="T2" fmla="*/ 20 w 8"/>
                <a:gd name="T3" fmla="*/ 34 h 8"/>
                <a:gd name="T4" fmla="*/ 0 w 8"/>
                <a:gd name="T5" fmla="*/ 76 h 8"/>
                <a:gd name="T6" fmla="*/ 33 w 8"/>
                <a:gd name="T7" fmla="*/ 123 h 8"/>
                <a:gd name="T8" fmla="*/ 50 w 8"/>
                <a:gd name="T9" fmla="*/ 123 h 8"/>
                <a:gd name="T10" fmla="*/ 50 w 8"/>
                <a:gd name="T11" fmla="*/ 123 h 8"/>
                <a:gd name="T12" fmla="*/ 113 w 8"/>
                <a:gd name="T13" fmla="*/ 110 h 8"/>
                <a:gd name="T14" fmla="*/ 113 w 8"/>
                <a:gd name="T15" fmla="*/ 76 h 8"/>
                <a:gd name="T16" fmla="*/ 95 w 8"/>
                <a:gd name="T17" fmla="*/ 0 h 8"/>
                <a:gd name="T18" fmla="*/ 33 w 8"/>
                <a:gd name="T19" fmla="*/ 2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2" y="7"/>
                    <a:pt x="2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8"/>
                    <a:pt x="6" y="7"/>
                    <a:pt x="7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7" y="1"/>
                    <a:pt x="6" y="0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3" name="Freeform 1043">
              <a:extLst>
                <a:ext uri="{FF2B5EF4-FFF2-40B4-BE49-F238E27FC236}">
                  <a16:creationId xmlns:a16="http://schemas.microsoft.com/office/drawing/2014/main" id="{83E4C857-B867-4287-B888-4F585FC35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179"/>
              <a:ext cx="25" cy="24"/>
            </a:xfrm>
            <a:custGeom>
              <a:avLst/>
              <a:gdLst>
                <a:gd name="T0" fmla="*/ 33 w 10"/>
                <a:gd name="T1" fmla="*/ 21 h 9"/>
                <a:gd name="T2" fmla="*/ 20 w 10"/>
                <a:gd name="T3" fmla="*/ 93 h 9"/>
                <a:gd name="T4" fmla="*/ 33 w 10"/>
                <a:gd name="T5" fmla="*/ 115 h 9"/>
                <a:gd name="T6" fmla="*/ 95 w 10"/>
                <a:gd name="T7" fmla="*/ 149 h 9"/>
                <a:gd name="T8" fmla="*/ 113 w 10"/>
                <a:gd name="T9" fmla="*/ 149 h 9"/>
                <a:gd name="T10" fmla="*/ 158 w 10"/>
                <a:gd name="T11" fmla="*/ 115 h 9"/>
                <a:gd name="T12" fmla="*/ 145 w 10"/>
                <a:gd name="T13" fmla="*/ 35 h 9"/>
                <a:gd name="T14" fmla="*/ 145 w 10"/>
                <a:gd name="T15" fmla="*/ 77 h 9"/>
                <a:gd name="T16" fmla="*/ 113 w 10"/>
                <a:gd name="T17" fmla="*/ 136 h 9"/>
                <a:gd name="T18" fmla="*/ 63 w 10"/>
                <a:gd name="T19" fmla="*/ 93 h 9"/>
                <a:gd name="T20" fmla="*/ 50 w 10"/>
                <a:gd name="T21" fmla="*/ 77 h 9"/>
                <a:gd name="T22" fmla="*/ 63 w 10"/>
                <a:gd name="T23" fmla="*/ 77 h 9"/>
                <a:gd name="T24" fmla="*/ 83 w 10"/>
                <a:gd name="T25" fmla="*/ 35 h 9"/>
                <a:gd name="T26" fmla="*/ 95 w 10"/>
                <a:gd name="T27" fmla="*/ 35 h 9"/>
                <a:gd name="T28" fmla="*/ 113 w 10"/>
                <a:gd name="T29" fmla="*/ 56 h 9"/>
                <a:gd name="T30" fmla="*/ 113 w 10"/>
                <a:gd name="T31" fmla="*/ 21 h 9"/>
                <a:gd name="T32" fmla="*/ 33 w 10"/>
                <a:gd name="T33" fmla="*/ 21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3" y="9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9" y="8"/>
                    <a:pt x="10" y="6"/>
                    <a:pt x="10" y="6"/>
                  </a:cubicBezTo>
                  <a:cubicBezTo>
                    <a:pt x="10" y="5"/>
                    <a:pt x="9" y="3"/>
                    <a:pt x="9" y="2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5"/>
                    <a:pt x="9" y="6"/>
                    <a:pt x="7" y="7"/>
                  </a:cubicBezTo>
                  <a:cubicBezTo>
                    <a:pt x="6" y="7"/>
                    <a:pt x="5" y="6"/>
                    <a:pt x="4" y="5"/>
                  </a:cubicBezTo>
                  <a:cubicBezTo>
                    <a:pt x="4" y="5"/>
                    <a:pt x="3" y="5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6" y="0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4" name="Freeform 1044">
              <a:extLst>
                <a:ext uri="{FF2B5EF4-FFF2-40B4-BE49-F238E27FC236}">
                  <a16:creationId xmlns:a16="http://schemas.microsoft.com/office/drawing/2014/main" id="{2FA3730F-E027-4CA5-933D-311ED295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149"/>
              <a:ext cx="23" cy="19"/>
            </a:xfrm>
            <a:custGeom>
              <a:avLst/>
              <a:gdLst>
                <a:gd name="T0" fmla="*/ 20 w 9"/>
                <a:gd name="T1" fmla="*/ 22 h 7"/>
                <a:gd name="T2" fmla="*/ 33 w 9"/>
                <a:gd name="T3" fmla="*/ 117 h 7"/>
                <a:gd name="T4" fmla="*/ 97 w 9"/>
                <a:gd name="T5" fmla="*/ 141 h 7"/>
                <a:gd name="T6" fmla="*/ 151 w 9"/>
                <a:gd name="T7" fmla="*/ 103 h 7"/>
                <a:gd name="T8" fmla="*/ 118 w 9"/>
                <a:gd name="T9" fmla="*/ 22 h 7"/>
                <a:gd name="T10" fmla="*/ 51 w 9"/>
                <a:gd name="T11" fmla="*/ 38 h 7"/>
                <a:gd name="T12" fmla="*/ 66 w 9"/>
                <a:gd name="T13" fmla="*/ 22 h 7"/>
                <a:gd name="T14" fmla="*/ 97 w 9"/>
                <a:gd name="T15" fmla="*/ 22 h 7"/>
                <a:gd name="T16" fmla="*/ 20 w 9"/>
                <a:gd name="T17" fmla="*/ 2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7">
                  <a:moveTo>
                    <a:pt x="1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7"/>
                  </a:cubicBezTo>
                  <a:cubicBezTo>
                    <a:pt x="7" y="7"/>
                    <a:pt x="8" y="6"/>
                    <a:pt x="9" y="5"/>
                  </a:cubicBezTo>
                  <a:cubicBezTo>
                    <a:pt x="9" y="3"/>
                    <a:pt x="8" y="2"/>
                    <a:pt x="7" y="1"/>
                  </a:cubicBezTo>
                  <a:cubicBezTo>
                    <a:pt x="6" y="0"/>
                    <a:pt x="4" y="1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5" name="Freeform 1045">
              <a:extLst>
                <a:ext uri="{FF2B5EF4-FFF2-40B4-BE49-F238E27FC236}">
                  <a16:creationId xmlns:a16="http://schemas.microsoft.com/office/drawing/2014/main" id="{96FECD9D-925B-40EE-81E9-BAAEAE5FEC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6" y="2179"/>
              <a:ext cx="23" cy="21"/>
            </a:xfrm>
            <a:custGeom>
              <a:avLst/>
              <a:gdLst>
                <a:gd name="T0" fmla="*/ 0 w 9"/>
                <a:gd name="T1" fmla="*/ 21 h 8"/>
                <a:gd name="T2" fmla="*/ 0 w 9"/>
                <a:gd name="T3" fmla="*/ 34 h 8"/>
                <a:gd name="T4" fmla="*/ 0 w 9"/>
                <a:gd name="T5" fmla="*/ 76 h 8"/>
                <a:gd name="T6" fmla="*/ 33 w 9"/>
                <a:gd name="T7" fmla="*/ 110 h 8"/>
                <a:gd name="T8" fmla="*/ 33 w 9"/>
                <a:gd name="T9" fmla="*/ 123 h 8"/>
                <a:gd name="T10" fmla="*/ 97 w 9"/>
                <a:gd name="T11" fmla="*/ 123 h 8"/>
                <a:gd name="T12" fmla="*/ 118 w 9"/>
                <a:gd name="T13" fmla="*/ 123 h 8"/>
                <a:gd name="T14" fmla="*/ 118 w 9"/>
                <a:gd name="T15" fmla="*/ 110 h 8"/>
                <a:gd name="T16" fmla="*/ 130 w 9"/>
                <a:gd name="T17" fmla="*/ 110 h 8"/>
                <a:gd name="T18" fmla="*/ 130 w 9"/>
                <a:gd name="T19" fmla="*/ 110 h 8"/>
                <a:gd name="T20" fmla="*/ 130 w 9"/>
                <a:gd name="T21" fmla="*/ 110 h 8"/>
                <a:gd name="T22" fmla="*/ 151 w 9"/>
                <a:gd name="T23" fmla="*/ 55 h 8"/>
                <a:gd name="T24" fmla="*/ 151 w 9"/>
                <a:gd name="T25" fmla="*/ 55 h 8"/>
                <a:gd name="T26" fmla="*/ 118 w 9"/>
                <a:gd name="T27" fmla="*/ 21 h 8"/>
                <a:gd name="T28" fmla="*/ 84 w 9"/>
                <a:gd name="T29" fmla="*/ 0 h 8"/>
                <a:gd name="T30" fmla="*/ 97 w 9"/>
                <a:gd name="T31" fmla="*/ 0 h 8"/>
                <a:gd name="T32" fmla="*/ 84 w 9"/>
                <a:gd name="T33" fmla="*/ 0 h 8"/>
                <a:gd name="T34" fmla="*/ 51 w 9"/>
                <a:gd name="T35" fmla="*/ 0 h 8"/>
                <a:gd name="T36" fmla="*/ 0 w 9"/>
                <a:gd name="T37" fmla="*/ 21 h 8"/>
                <a:gd name="T38" fmla="*/ 97 w 9"/>
                <a:gd name="T39" fmla="*/ 34 h 8"/>
                <a:gd name="T40" fmla="*/ 97 w 9"/>
                <a:gd name="T41" fmla="*/ 34 h 8"/>
                <a:gd name="T42" fmla="*/ 97 w 9"/>
                <a:gd name="T43" fmla="*/ 55 h 8"/>
                <a:gd name="T44" fmla="*/ 97 w 9"/>
                <a:gd name="T45" fmla="*/ 89 h 8"/>
                <a:gd name="T46" fmla="*/ 84 w 9"/>
                <a:gd name="T47" fmla="*/ 89 h 8"/>
                <a:gd name="T48" fmla="*/ 66 w 9"/>
                <a:gd name="T49" fmla="*/ 76 h 8"/>
                <a:gd name="T50" fmla="*/ 66 w 9"/>
                <a:gd name="T51" fmla="*/ 55 h 8"/>
                <a:gd name="T52" fmla="*/ 66 w 9"/>
                <a:gd name="T53" fmla="*/ 21 h 8"/>
                <a:gd name="T54" fmla="*/ 97 w 9"/>
                <a:gd name="T55" fmla="*/ 34 h 8"/>
                <a:gd name="T56" fmla="*/ 118 w 9"/>
                <a:gd name="T57" fmla="*/ 55 h 8"/>
                <a:gd name="T58" fmla="*/ 118 w 9"/>
                <a:gd name="T59" fmla="*/ 55 h 8"/>
                <a:gd name="T60" fmla="*/ 130 w 9"/>
                <a:gd name="T61" fmla="*/ 76 h 8"/>
                <a:gd name="T62" fmla="*/ 118 w 9"/>
                <a:gd name="T63" fmla="*/ 89 h 8"/>
                <a:gd name="T64" fmla="*/ 118 w 9"/>
                <a:gd name="T65" fmla="*/ 110 h 8"/>
                <a:gd name="T66" fmla="*/ 97 w 9"/>
                <a:gd name="T67" fmla="*/ 110 h 8"/>
                <a:gd name="T68" fmla="*/ 118 w 9"/>
                <a:gd name="T69" fmla="*/ 55 h 8"/>
                <a:gd name="T70" fmla="*/ 97 w 9"/>
                <a:gd name="T71" fmla="*/ 0 h 8"/>
                <a:gd name="T72" fmla="*/ 97 w 9"/>
                <a:gd name="T73" fmla="*/ 0 h 8"/>
                <a:gd name="T74" fmla="*/ 97 w 9"/>
                <a:gd name="T75" fmla="*/ 0 h 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3" y="8"/>
                    <a:pt x="5" y="8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1"/>
                    <a:pt x="7" y="1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1" y="0"/>
                    <a:pt x="1" y="0"/>
                    <a:pt x="0" y="1"/>
                  </a:cubicBezTo>
                  <a:close/>
                  <a:moveTo>
                    <a:pt x="6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5" y="1"/>
                    <a:pt x="5" y="1"/>
                    <a:pt x="6" y="2"/>
                  </a:cubicBezTo>
                  <a:close/>
                  <a:moveTo>
                    <a:pt x="7" y="3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8" y="4"/>
                    <a:pt x="8" y="4"/>
                  </a:cubicBezTo>
                  <a:cubicBezTo>
                    <a:pt x="8" y="4"/>
                    <a:pt x="8" y="5"/>
                    <a:pt x="7" y="5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5"/>
                    <a:pt x="7" y="4"/>
                    <a:pt x="7" y="3"/>
                  </a:cubicBezTo>
                  <a:close/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6" name="Freeform 1046">
              <a:extLst>
                <a:ext uri="{FF2B5EF4-FFF2-40B4-BE49-F238E27FC236}">
                  <a16:creationId xmlns:a16="http://schemas.microsoft.com/office/drawing/2014/main" id="{97010A4D-5A2A-45F5-AC28-CC34EBB50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147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0 w 6"/>
                <a:gd name="T3" fmla="*/ 21 h 7"/>
                <a:gd name="T4" fmla="*/ 63 w 6"/>
                <a:gd name="T5" fmla="*/ 54 h 7"/>
                <a:gd name="T6" fmla="*/ 33 w 6"/>
                <a:gd name="T7" fmla="*/ 118 h 7"/>
                <a:gd name="T8" fmla="*/ 50 w 6"/>
                <a:gd name="T9" fmla="*/ 118 h 7"/>
                <a:gd name="T10" fmla="*/ 95 w 6"/>
                <a:gd name="T11" fmla="*/ 54 h 7"/>
                <a:gd name="T12" fmla="*/ 50 w 6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2"/>
                    <a:pt x="4" y="3"/>
                  </a:cubicBezTo>
                  <a:cubicBezTo>
                    <a:pt x="4" y="5"/>
                    <a:pt x="4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6"/>
                    <a:pt x="6" y="5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7" name="Freeform 1047">
              <a:extLst>
                <a:ext uri="{FF2B5EF4-FFF2-40B4-BE49-F238E27FC236}">
                  <a16:creationId xmlns:a16="http://schemas.microsoft.com/office/drawing/2014/main" id="{9CE77FC6-923C-4038-98A7-73188A000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192"/>
              <a:ext cx="37" cy="29"/>
            </a:xfrm>
            <a:custGeom>
              <a:avLst/>
              <a:gdLst>
                <a:gd name="T0" fmla="*/ 104 w 15"/>
                <a:gd name="T1" fmla="*/ 0 h 11"/>
                <a:gd name="T2" fmla="*/ 12 w 15"/>
                <a:gd name="T3" fmla="*/ 76 h 11"/>
                <a:gd name="T4" fmla="*/ 30 w 15"/>
                <a:gd name="T5" fmla="*/ 166 h 11"/>
                <a:gd name="T6" fmla="*/ 133 w 15"/>
                <a:gd name="T7" fmla="*/ 200 h 11"/>
                <a:gd name="T8" fmla="*/ 224 w 15"/>
                <a:gd name="T9" fmla="*/ 111 h 11"/>
                <a:gd name="T10" fmla="*/ 195 w 15"/>
                <a:gd name="T11" fmla="*/ 21 h 11"/>
                <a:gd name="T12" fmla="*/ 121 w 15"/>
                <a:gd name="T13" fmla="*/ 21 h 11"/>
                <a:gd name="T14" fmla="*/ 104 w 15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4" y="0"/>
                    <a:pt x="2" y="2"/>
                    <a:pt x="1" y="4"/>
                  </a:cubicBezTo>
                  <a:cubicBezTo>
                    <a:pt x="0" y="6"/>
                    <a:pt x="1" y="8"/>
                    <a:pt x="2" y="9"/>
                  </a:cubicBezTo>
                  <a:cubicBezTo>
                    <a:pt x="3" y="11"/>
                    <a:pt x="6" y="11"/>
                    <a:pt x="9" y="11"/>
                  </a:cubicBezTo>
                  <a:cubicBezTo>
                    <a:pt x="12" y="10"/>
                    <a:pt x="14" y="8"/>
                    <a:pt x="15" y="6"/>
                  </a:cubicBezTo>
                  <a:cubicBezTo>
                    <a:pt x="15" y="4"/>
                    <a:pt x="14" y="2"/>
                    <a:pt x="13" y="1"/>
                  </a:cubicBezTo>
                  <a:cubicBezTo>
                    <a:pt x="11" y="0"/>
                    <a:pt x="10" y="0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8" name="Freeform 1048">
              <a:extLst>
                <a:ext uri="{FF2B5EF4-FFF2-40B4-BE49-F238E27FC236}">
                  <a16:creationId xmlns:a16="http://schemas.microsoft.com/office/drawing/2014/main" id="{8C114CB9-F585-461F-A89C-04E770D79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237"/>
              <a:ext cx="17" cy="24"/>
            </a:xfrm>
            <a:custGeom>
              <a:avLst/>
              <a:gdLst>
                <a:gd name="T0" fmla="*/ 0 w 7"/>
                <a:gd name="T1" fmla="*/ 56 h 9"/>
                <a:gd name="T2" fmla="*/ 0 w 7"/>
                <a:gd name="T3" fmla="*/ 77 h 9"/>
                <a:gd name="T4" fmla="*/ 41 w 7"/>
                <a:gd name="T5" fmla="*/ 171 h 9"/>
                <a:gd name="T6" fmla="*/ 87 w 7"/>
                <a:gd name="T7" fmla="*/ 171 h 9"/>
                <a:gd name="T8" fmla="*/ 100 w 7"/>
                <a:gd name="T9" fmla="*/ 115 h 9"/>
                <a:gd name="T10" fmla="*/ 100 w 7"/>
                <a:gd name="T11" fmla="*/ 115 h 9"/>
                <a:gd name="T12" fmla="*/ 87 w 7"/>
                <a:gd name="T13" fmla="*/ 56 h 9"/>
                <a:gd name="T14" fmla="*/ 87 w 7"/>
                <a:gd name="T15" fmla="*/ 56 h 9"/>
                <a:gd name="T16" fmla="*/ 41 w 7"/>
                <a:gd name="T17" fmla="*/ 0 h 9"/>
                <a:gd name="T18" fmla="*/ 0 w 7"/>
                <a:gd name="T19" fmla="*/ 56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8"/>
                    <a:pt x="3" y="9"/>
                  </a:cubicBezTo>
                  <a:cubicBezTo>
                    <a:pt x="4" y="9"/>
                    <a:pt x="5" y="9"/>
                    <a:pt x="6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9" name="Freeform 1049">
              <a:extLst>
                <a:ext uri="{FF2B5EF4-FFF2-40B4-BE49-F238E27FC236}">
                  <a16:creationId xmlns:a16="http://schemas.microsoft.com/office/drawing/2014/main" id="{D714ECEA-C487-4F01-A4C1-2B7A4CA2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80"/>
              <a:ext cx="27" cy="32"/>
            </a:xfrm>
            <a:custGeom>
              <a:avLst/>
              <a:gdLst>
                <a:gd name="T0" fmla="*/ 42 w 11"/>
                <a:gd name="T1" fmla="*/ 21 h 12"/>
                <a:gd name="T2" fmla="*/ 12 w 11"/>
                <a:gd name="T3" fmla="*/ 171 h 12"/>
                <a:gd name="T4" fmla="*/ 61 w 11"/>
                <a:gd name="T5" fmla="*/ 205 h 12"/>
                <a:gd name="T6" fmla="*/ 162 w 11"/>
                <a:gd name="T7" fmla="*/ 136 h 12"/>
                <a:gd name="T8" fmla="*/ 162 w 11"/>
                <a:gd name="T9" fmla="*/ 115 h 12"/>
                <a:gd name="T10" fmla="*/ 150 w 11"/>
                <a:gd name="T11" fmla="*/ 56 h 12"/>
                <a:gd name="T12" fmla="*/ 120 w 11"/>
                <a:gd name="T13" fmla="*/ 0 h 12"/>
                <a:gd name="T14" fmla="*/ 91 w 11"/>
                <a:gd name="T15" fmla="*/ 0 h 12"/>
                <a:gd name="T16" fmla="*/ 42 w 11"/>
                <a:gd name="T17" fmla="*/ 2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3" y="1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0"/>
                    <a:pt x="2" y="11"/>
                    <a:pt x="4" y="11"/>
                  </a:cubicBezTo>
                  <a:cubicBezTo>
                    <a:pt x="7" y="12"/>
                    <a:pt x="10" y="10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5"/>
                    <a:pt x="11" y="4"/>
                    <a:pt x="10" y="3"/>
                  </a:cubicBezTo>
                  <a:cubicBezTo>
                    <a:pt x="10" y="2"/>
                    <a:pt x="9" y="1"/>
                    <a:pt x="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0" name="Freeform 1050">
              <a:extLst>
                <a:ext uri="{FF2B5EF4-FFF2-40B4-BE49-F238E27FC236}">
                  <a16:creationId xmlns:a16="http://schemas.microsoft.com/office/drawing/2014/main" id="{59C49F66-A16A-40A1-9E08-D598AA0300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6" y="2275"/>
              <a:ext cx="20" cy="26"/>
            </a:xfrm>
            <a:custGeom>
              <a:avLst/>
              <a:gdLst>
                <a:gd name="T0" fmla="*/ 50 w 8"/>
                <a:gd name="T1" fmla="*/ 0 h 10"/>
                <a:gd name="T2" fmla="*/ 20 w 8"/>
                <a:gd name="T3" fmla="*/ 68 h 10"/>
                <a:gd name="T4" fmla="*/ 0 w 8"/>
                <a:gd name="T5" fmla="*/ 88 h 10"/>
                <a:gd name="T6" fmla="*/ 20 w 8"/>
                <a:gd name="T7" fmla="*/ 143 h 10"/>
                <a:gd name="T8" fmla="*/ 50 w 8"/>
                <a:gd name="T9" fmla="*/ 177 h 10"/>
                <a:gd name="T10" fmla="*/ 95 w 8"/>
                <a:gd name="T11" fmla="*/ 156 h 10"/>
                <a:gd name="T12" fmla="*/ 95 w 8"/>
                <a:gd name="T13" fmla="*/ 143 h 10"/>
                <a:gd name="T14" fmla="*/ 125 w 8"/>
                <a:gd name="T15" fmla="*/ 68 h 10"/>
                <a:gd name="T16" fmla="*/ 125 w 8"/>
                <a:gd name="T17" fmla="*/ 68 h 10"/>
                <a:gd name="T18" fmla="*/ 95 w 8"/>
                <a:gd name="T19" fmla="*/ 21 h 10"/>
                <a:gd name="T20" fmla="*/ 50 w 8"/>
                <a:gd name="T21" fmla="*/ 0 h 10"/>
                <a:gd name="T22" fmla="*/ 63 w 8"/>
                <a:gd name="T23" fmla="*/ 55 h 10"/>
                <a:gd name="T24" fmla="*/ 95 w 8"/>
                <a:gd name="T25" fmla="*/ 68 h 10"/>
                <a:gd name="T26" fmla="*/ 95 w 8"/>
                <a:gd name="T27" fmla="*/ 68 h 10"/>
                <a:gd name="T28" fmla="*/ 95 w 8"/>
                <a:gd name="T29" fmla="*/ 109 h 10"/>
                <a:gd name="T30" fmla="*/ 95 w 8"/>
                <a:gd name="T31" fmla="*/ 109 h 10"/>
                <a:gd name="T32" fmla="*/ 95 w 8"/>
                <a:gd name="T33" fmla="*/ 109 h 10"/>
                <a:gd name="T34" fmla="*/ 95 w 8"/>
                <a:gd name="T35" fmla="*/ 122 h 10"/>
                <a:gd name="T36" fmla="*/ 33 w 8"/>
                <a:gd name="T37" fmla="*/ 109 h 10"/>
                <a:gd name="T38" fmla="*/ 33 w 8"/>
                <a:gd name="T39" fmla="*/ 88 h 10"/>
                <a:gd name="T40" fmla="*/ 33 w 8"/>
                <a:gd name="T41" fmla="*/ 68 h 10"/>
                <a:gd name="T42" fmla="*/ 33 w 8"/>
                <a:gd name="T43" fmla="*/ 68 h 10"/>
                <a:gd name="T44" fmla="*/ 33 w 8"/>
                <a:gd name="T45" fmla="*/ 68 h 10"/>
                <a:gd name="T46" fmla="*/ 33 w 8"/>
                <a:gd name="T47" fmla="*/ 55 h 10"/>
                <a:gd name="T48" fmla="*/ 33 w 8"/>
                <a:gd name="T49" fmla="*/ 68 h 10"/>
                <a:gd name="T50" fmla="*/ 33 w 8"/>
                <a:gd name="T51" fmla="*/ 55 h 10"/>
                <a:gd name="T52" fmla="*/ 63 w 8"/>
                <a:gd name="T53" fmla="*/ 55 h 10"/>
                <a:gd name="T54" fmla="*/ 20 w 8"/>
                <a:gd name="T55" fmla="*/ 68 h 10"/>
                <a:gd name="T56" fmla="*/ 20 w 8"/>
                <a:gd name="T57" fmla="*/ 68 h 10"/>
                <a:gd name="T58" fmla="*/ 20 w 8"/>
                <a:gd name="T59" fmla="*/ 88 h 10"/>
                <a:gd name="T60" fmla="*/ 20 w 8"/>
                <a:gd name="T61" fmla="*/ 68 h 10"/>
                <a:gd name="T62" fmla="*/ 20 w 8"/>
                <a:gd name="T63" fmla="*/ 88 h 10"/>
                <a:gd name="T64" fmla="*/ 33 w 8"/>
                <a:gd name="T65" fmla="*/ 88 h 10"/>
                <a:gd name="T66" fmla="*/ 33 w 8"/>
                <a:gd name="T67" fmla="*/ 88 h 10"/>
                <a:gd name="T68" fmla="*/ 20 w 8"/>
                <a:gd name="T69" fmla="*/ 88 h 10"/>
                <a:gd name="T70" fmla="*/ 33 w 8"/>
                <a:gd name="T71" fmla="*/ 68 h 10"/>
                <a:gd name="T72" fmla="*/ 33 w 8"/>
                <a:gd name="T73" fmla="*/ 68 h 10"/>
                <a:gd name="T74" fmla="*/ 50 w 8"/>
                <a:gd name="T75" fmla="*/ 109 h 10"/>
                <a:gd name="T76" fmla="*/ 95 w 8"/>
                <a:gd name="T77" fmla="*/ 109 h 10"/>
                <a:gd name="T78" fmla="*/ 95 w 8"/>
                <a:gd name="T79" fmla="*/ 109 h 10"/>
                <a:gd name="T80" fmla="*/ 95 w 8"/>
                <a:gd name="T81" fmla="*/ 68 h 10"/>
                <a:gd name="T82" fmla="*/ 63 w 8"/>
                <a:gd name="T83" fmla="*/ 55 h 10"/>
                <a:gd name="T84" fmla="*/ 33 w 8"/>
                <a:gd name="T85" fmla="*/ 68 h 1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" h="10">
                  <a:moveTo>
                    <a:pt x="3" y="0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5" y="9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7"/>
                    <a:pt x="8" y="6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4" y="3"/>
                  </a:moveTo>
                  <a:cubicBezTo>
                    <a:pt x="5" y="3"/>
                    <a:pt x="5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5" y="8"/>
                    <a:pt x="3" y="8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3" y="3"/>
                    <a:pt x="4" y="3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lose/>
                  <a:moveTo>
                    <a:pt x="1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4" y="7"/>
                    <a:pt x="5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3" y="3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1" name="Freeform 1051">
              <a:extLst>
                <a:ext uri="{FF2B5EF4-FFF2-40B4-BE49-F238E27FC236}">
                  <a16:creationId xmlns:a16="http://schemas.microsoft.com/office/drawing/2014/main" id="{A0C9F26F-9451-4655-B1B9-45ADB39E3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283"/>
              <a:ext cx="35" cy="34"/>
            </a:xfrm>
            <a:custGeom>
              <a:avLst/>
              <a:gdLst>
                <a:gd name="T0" fmla="*/ 83 w 14"/>
                <a:gd name="T1" fmla="*/ 0 h 13"/>
                <a:gd name="T2" fmla="*/ 33 w 14"/>
                <a:gd name="T3" fmla="*/ 165 h 13"/>
                <a:gd name="T4" fmla="*/ 83 w 14"/>
                <a:gd name="T5" fmla="*/ 199 h 13"/>
                <a:gd name="T6" fmla="*/ 83 w 14"/>
                <a:gd name="T7" fmla="*/ 199 h 13"/>
                <a:gd name="T8" fmla="*/ 145 w 14"/>
                <a:gd name="T9" fmla="*/ 212 h 13"/>
                <a:gd name="T10" fmla="*/ 220 w 14"/>
                <a:gd name="T11" fmla="*/ 123 h 13"/>
                <a:gd name="T12" fmla="*/ 220 w 14"/>
                <a:gd name="T13" fmla="*/ 110 h 13"/>
                <a:gd name="T14" fmla="*/ 220 w 14"/>
                <a:gd name="T15" fmla="*/ 110 h 13"/>
                <a:gd name="T16" fmla="*/ 220 w 14"/>
                <a:gd name="T17" fmla="*/ 68 h 13"/>
                <a:gd name="T18" fmla="*/ 208 w 14"/>
                <a:gd name="T19" fmla="*/ 34 h 13"/>
                <a:gd name="T20" fmla="*/ 145 w 14"/>
                <a:gd name="T21" fmla="*/ 21 h 13"/>
                <a:gd name="T22" fmla="*/ 83 w 14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13">
                  <a:moveTo>
                    <a:pt x="5" y="0"/>
                  </a:moveTo>
                  <a:cubicBezTo>
                    <a:pt x="4" y="0"/>
                    <a:pt x="0" y="2"/>
                    <a:pt x="2" y="9"/>
                  </a:cubicBezTo>
                  <a:cubicBezTo>
                    <a:pt x="2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7" y="13"/>
                    <a:pt x="9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7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5"/>
                    <a:pt x="14" y="4"/>
                  </a:cubicBezTo>
                  <a:cubicBezTo>
                    <a:pt x="14" y="3"/>
                    <a:pt x="14" y="3"/>
                    <a:pt x="13" y="2"/>
                  </a:cubicBezTo>
                  <a:cubicBezTo>
                    <a:pt x="12" y="1"/>
                    <a:pt x="11" y="1"/>
                    <a:pt x="9" y="1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2" name="Freeform 1052">
              <a:extLst>
                <a:ext uri="{FF2B5EF4-FFF2-40B4-BE49-F238E27FC236}">
                  <a16:creationId xmlns:a16="http://schemas.microsoft.com/office/drawing/2014/main" id="{DFB4DE99-08F4-4A54-9BAD-3AC4F8DBD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320"/>
              <a:ext cx="20" cy="27"/>
            </a:xfrm>
            <a:custGeom>
              <a:avLst/>
              <a:gdLst>
                <a:gd name="T0" fmla="*/ 83 w 8"/>
                <a:gd name="T1" fmla="*/ 0 h 10"/>
                <a:gd name="T2" fmla="*/ 33 w 8"/>
                <a:gd name="T3" fmla="*/ 0 h 10"/>
                <a:gd name="T4" fmla="*/ 20 w 8"/>
                <a:gd name="T5" fmla="*/ 81 h 10"/>
                <a:gd name="T6" fmla="*/ 0 w 8"/>
                <a:gd name="T7" fmla="*/ 103 h 10"/>
                <a:gd name="T8" fmla="*/ 20 w 8"/>
                <a:gd name="T9" fmla="*/ 116 h 10"/>
                <a:gd name="T10" fmla="*/ 20 w 8"/>
                <a:gd name="T11" fmla="*/ 116 h 10"/>
                <a:gd name="T12" fmla="*/ 20 w 8"/>
                <a:gd name="T13" fmla="*/ 116 h 10"/>
                <a:gd name="T14" fmla="*/ 63 w 8"/>
                <a:gd name="T15" fmla="*/ 197 h 10"/>
                <a:gd name="T16" fmla="*/ 113 w 8"/>
                <a:gd name="T17" fmla="*/ 138 h 10"/>
                <a:gd name="T18" fmla="*/ 125 w 8"/>
                <a:gd name="T19" fmla="*/ 116 h 10"/>
                <a:gd name="T20" fmla="*/ 125 w 8"/>
                <a:gd name="T21" fmla="*/ 81 h 10"/>
                <a:gd name="T22" fmla="*/ 125 w 8"/>
                <a:gd name="T23" fmla="*/ 59 h 10"/>
                <a:gd name="T24" fmla="*/ 125 w 8"/>
                <a:gd name="T25" fmla="*/ 59 h 10"/>
                <a:gd name="T26" fmla="*/ 125 w 8"/>
                <a:gd name="T27" fmla="*/ 38 h 10"/>
                <a:gd name="T28" fmla="*/ 125 w 8"/>
                <a:gd name="T29" fmla="*/ 22 h 10"/>
                <a:gd name="T30" fmla="*/ 83 w 8"/>
                <a:gd name="T31" fmla="*/ 0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2" y="9"/>
                    <a:pt x="4" y="10"/>
                  </a:cubicBezTo>
                  <a:cubicBezTo>
                    <a:pt x="5" y="10"/>
                    <a:pt x="7" y="9"/>
                    <a:pt x="7" y="7"/>
                  </a:cubicBezTo>
                  <a:cubicBezTo>
                    <a:pt x="7" y="7"/>
                    <a:pt x="7" y="6"/>
                    <a:pt x="8" y="6"/>
                  </a:cubicBezTo>
                  <a:cubicBezTo>
                    <a:pt x="8" y="6"/>
                    <a:pt x="8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3" name="Freeform 1053">
              <a:extLst>
                <a:ext uri="{FF2B5EF4-FFF2-40B4-BE49-F238E27FC236}">
                  <a16:creationId xmlns:a16="http://schemas.microsoft.com/office/drawing/2014/main" id="{CF3F6A75-EF60-442D-8778-2463D1FD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336"/>
              <a:ext cx="27" cy="27"/>
            </a:xfrm>
            <a:custGeom>
              <a:avLst/>
              <a:gdLst>
                <a:gd name="T0" fmla="*/ 71 w 11"/>
                <a:gd name="T1" fmla="*/ 22 h 10"/>
                <a:gd name="T2" fmla="*/ 61 w 11"/>
                <a:gd name="T3" fmla="*/ 22 h 10"/>
                <a:gd name="T4" fmla="*/ 42 w 11"/>
                <a:gd name="T5" fmla="*/ 38 h 10"/>
                <a:gd name="T6" fmla="*/ 29 w 11"/>
                <a:gd name="T7" fmla="*/ 38 h 10"/>
                <a:gd name="T8" fmla="*/ 0 w 11"/>
                <a:gd name="T9" fmla="*/ 103 h 10"/>
                <a:gd name="T10" fmla="*/ 12 w 11"/>
                <a:gd name="T11" fmla="*/ 116 h 10"/>
                <a:gd name="T12" fmla="*/ 29 w 11"/>
                <a:gd name="T13" fmla="*/ 159 h 10"/>
                <a:gd name="T14" fmla="*/ 29 w 11"/>
                <a:gd name="T15" fmla="*/ 159 h 10"/>
                <a:gd name="T16" fmla="*/ 61 w 11"/>
                <a:gd name="T17" fmla="*/ 197 h 10"/>
                <a:gd name="T18" fmla="*/ 103 w 11"/>
                <a:gd name="T19" fmla="*/ 176 h 10"/>
                <a:gd name="T20" fmla="*/ 162 w 11"/>
                <a:gd name="T21" fmla="*/ 116 h 10"/>
                <a:gd name="T22" fmla="*/ 162 w 11"/>
                <a:gd name="T23" fmla="*/ 81 h 10"/>
                <a:gd name="T24" fmla="*/ 162 w 11"/>
                <a:gd name="T25" fmla="*/ 59 h 10"/>
                <a:gd name="T26" fmla="*/ 133 w 11"/>
                <a:gd name="T27" fmla="*/ 38 h 10"/>
                <a:gd name="T28" fmla="*/ 133 w 11"/>
                <a:gd name="T29" fmla="*/ 38 h 10"/>
                <a:gd name="T30" fmla="*/ 71 w 11"/>
                <a:gd name="T31" fmla="*/ 22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" h="10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4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3" y="9"/>
                    <a:pt x="4" y="10"/>
                  </a:cubicBezTo>
                  <a:cubicBezTo>
                    <a:pt x="5" y="10"/>
                    <a:pt x="6" y="10"/>
                    <a:pt x="7" y="9"/>
                  </a:cubicBezTo>
                  <a:cubicBezTo>
                    <a:pt x="8" y="9"/>
                    <a:pt x="9" y="8"/>
                    <a:pt x="11" y="6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0" y="2"/>
                    <a:pt x="10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4" name="Freeform 1054">
              <a:extLst>
                <a:ext uri="{FF2B5EF4-FFF2-40B4-BE49-F238E27FC236}">
                  <a16:creationId xmlns:a16="http://schemas.microsoft.com/office/drawing/2014/main" id="{B7057AC6-CD51-4071-8ECD-B7684BCC5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296"/>
              <a:ext cx="18" cy="19"/>
            </a:xfrm>
            <a:custGeom>
              <a:avLst/>
              <a:gdLst>
                <a:gd name="T0" fmla="*/ 54 w 7"/>
                <a:gd name="T1" fmla="*/ 22 h 7"/>
                <a:gd name="T2" fmla="*/ 21 w 7"/>
                <a:gd name="T3" fmla="*/ 81 h 7"/>
                <a:gd name="T4" fmla="*/ 33 w 7"/>
                <a:gd name="T5" fmla="*/ 141 h 7"/>
                <a:gd name="T6" fmla="*/ 67 w 7"/>
                <a:gd name="T7" fmla="*/ 60 h 7"/>
                <a:gd name="T8" fmla="*/ 118 w 7"/>
                <a:gd name="T9" fmla="*/ 103 h 7"/>
                <a:gd name="T10" fmla="*/ 118 w 7"/>
                <a:gd name="T11" fmla="*/ 81 h 7"/>
                <a:gd name="T12" fmla="*/ 54 w 7"/>
                <a:gd name="T13" fmla="*/ 2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2" y="3"/>
                    <a:pt x="4" y="3"/>
                  </a:cubicBezTo>
                  <a:cubicBezTo>
                    <a:pt x="5" y="2"/>
                    <a:pt x="7" y="3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5" name="Freeform 1055">
              <a:extLst>
                <a:ext uri="{FF2B5EF4-FFF2-40B4-BE49-F238E27FC236}">
                  <a16:creationId xmlns:a16="http://schemas.microsoft.com/office/drawing/2014/main" id="{C440BB2D-5189-4157-BE47-71289722C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4" y="2155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20 w 6"/>
                <a:gd name="T3" fmla="*/ 93 h 6"/>
                <a:gd name="T4" fmla="*/ 83 w 6"/>
                <a:gd name="T5" fmla="*/ 115 h 6"/>
                <a:gd name="T6" fmla="*/ 50 w 6"/>
                <a:gd name="T7" fmla="*/ 77 h 6"/>
                <a:gd name="T8" fmla="*/ 33 w 6"/>
                <a:gd name="T9" fmla="*/ 56 h 6"/>
                <a:gd name="T10" fmla="*/ 83 w 6"/>
                <a:gd name="T11" fmla="*/ 0 h 6"/>
                <a:gd name="T12" fmla="*/ 20 w 6"/>
                <a:gd name="T13" fmla="*/ 35 h 6"/>
                <a:gd name="T14" fmla="*/ 83 w 6"/>
                <a:gd name="T15" fmla="*/ 115 h 6"/>
                <a:gd name="T16" fmla="*/ 95 w 6"/>
                <a:gd name="T17" fmla="*/ 115 h 6"/>
                <a:gd name="T18" fmla="*/ 95 w 6"/>
                <a:gd name="T19" fmla="*/ 115 h 6"/>
                <a:gd name="T20" fmla="*/ 83 w 6"/>
                <a:gd name="T21" fmla="*/ 115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6"/>
                    <a:pt x="3" y="6"/>
                    <a:pt x="5" y="6"/>
                  </a:cubicBezTo>
                  <a:cubicBezTo>
                    <a:pt x="4" y="6"/>
                    <a:pt x="3" y="5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2" y="2"/>
                    <a:pt x="4" y="0"/>
                    <a:pt x="5" y="0"/>
                  </a:cubicBezTo>
                  <a:lnTo>
                    <a:pt x="1" y="2"/>
                  </a:lnTo>
                  <a:close/>
                  <a:moveTo>
                    <a:pt x="5" y="6"/>
                  </a:move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6" name="Freeform 1056">
              <a:extLst>
                <a:ext uri="{FF2B5EF4-FFF2-40B4-BE49-F238E27FC236}">
                  <a16:creationId xmlns:a16="http://schemas.microsoft.com/office/drawing/2014/main" id="{F392F8BF-E74D-4E4F-ABA8-4587ED23F1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1" y="2203"/>
              <a:ext cx="20" cy="24"/>
            </a:xfrm>
            <a:custGeom>
              <a:avLst/>
              <a:gdLst>
                <a:gd name="T0" fmla="*/ 20 w 8"/>
                <a:gd name="T1" fmla="*/ 35 h 9"/>
                <a:gd name="T2" fmla="*/ 33 w 8"/>
                <a:gd name="T3" fmla="*/ 149 h 9"/>
                <a:gd name="T4" fmla="*/ 83 w 8"/>
                <a:gd name="T5" fmla="*/ 149 h 9"/>
                <a:gd name="T6" fmla="*/ 125 w 8"/>
                <a:gd name="T7" fmla="*/ 77 h 9"/>
                <a:gd name="T8" fmla="*/ 113 w 8"/>
                <a:gd name="T9" fmla="*/ 93 h 9"/>
                <a:gd name="T10" fmla="*/ 63 w 8"/>
                <a:gd name="T11" fmla="*/ 136 h 9"/>
                <a:gd name="T12" fmla="*/ 20 w 8"/>
                <a:gd name="T13" fmla="*/ 77 h 9"/>
                <a:gd name="T14" fmla="*/ 50 w 8"/>
                <a:gd name="T15" fmla="*/ 35 h 9"/>
                <a:gd name="T16" fmla="*/ 95 w 8"/>
                <a:gd name="T17" fmla="*/ 56 h 9"/>
                <a:gd name="T18" fmla="*/ 95 w 8"/>
                <a:gd name="T19" fmla="*/ 115 h 9"/>
                <a:gd name="T20" fmla="*/ 95 w 8"/>
                <a:gd name="T21" fmla="*/ 21 h 9"/>
                <a:gd name="T22" fmla="*/ 20 w 8"/>
                <a:gd name="T23" fmla="*/ 35 h 9"/>
                <a:gd name="T24" fmla="*/ 20 w 8"/>
                <a:gd name="T25" fmla="*/ 93 h 9"/>
                <a:gd name="T26" fmla="*/ 20 w 8"/>
                <a:gd name="T27" fmla="*/ 93 h 9"/>
                <a:gd name="T28" fmla="*/ 20 w 8"/>
                <a:gd name="T29" fmla="*/ 93 h 9"/>
                <a:gd name="T30" fmla="*/ 20 w 8"/>
                <a:gd name="T31" fmla="*/ 93 h 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2" y="8"/>
                    <a:pt x="4" y="9"/>
                    <a:pt x="5" y="8"/>
                  </a:cubicBezTo>
                  <a:cubicBezTo>
                    <a:pt x="7" y="8"/>
                    <a:pt x="8" y="6"/>
                    <a:pt x="8" y="4"/>
                  </a:cubicBezTo>
                  <a:cubicBezTo>
                    <a:pt x="8" y="4"/>
                    <a:pt x="7" y="5"/>
                    <a:pt x="7" y="5"/>
                  </a:cubicBezTo>
                  <a:cubicBezTo>
                    <a:pt x="7" y="7"/>
                    <a:pt x="6" y="7"/>
                    <a:pt x="4" y="7"/>
                  </a:cubicBezTo>
                  <a:cubicBezTo>
                    <a:pt x="3" y="7"/>
                    <a:pt x="2" y="5"/>
                    <a:pt x="1" y="4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4" y="2"/>
                    <a:pt x="5" y="2"/>
                    <a:pt x="6" y="3"/>
                  </a:cubicBezTo>
                  <a:cubicBezTo>
                    <a:pt x="7" y="4"/>
                    <a:pt x="7" y="5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lose/>
                  <a:moveTo>
                    <a:pt x="1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7" name="Freeform 1057">
              <a:extLst>
                <a:ext uri="{FF2B5EF4-FFF2-40B4-BE49-F238E27FC236}">
                  <a16:creationId xmlns:a16="http://schemas.microsoft.com/office/drawing/2014/main" id="{6D4A39EA-CBAB-4490-A21E-F55E6617D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288"/>
              <a:ext cx="23" cy="21"/>
            </a:xfrm>
            <a:custGeom>
              <a:avLst/>
              <a:gdLst>
                <a:gd name="T0" fmla="*/ 33 w 9"/>
                <a:gd name="T1" fmla="*/ 21 h 8"/>
                <a:gd name="T2" fmla="*/ 0 w 9"/>
                <a:gd name="T3" fmla="*/ 89 h 8"/>
                <a:gd name="T4" fmla="*/ 84 w 9"/>
                <a:gd name="T5" fmla="*/ 123 h 8"/>
                <a:gd name="T6" fmla="*/ 130 w 9"/>
                <a:gd name="T7" fmla="*/ 89 h 8"/>
                <a:gd name="T8" fmla="*/ 97 w 9"/>
                <a:gd name="T9" fmla="*/ 21 h 8"/>
                <a:gd name="T10" fmla="*/ 84 w 9"/>
                <a:gd name="T11" fmla="*/ 21 h 8"/>
                <a:gd name="T12" fmla="*/ 97 w 9"/>
                <a:gd name="T13" fmla="*/ 34 h 8"/>
                <a:gd name="T14" fmla="*/ 33 w 9"/>
                <a:gd name="T15" fmla="*/ 21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7"/>
                    <a:pt x="3" y="7"/>
                    <a:pt x="5" y="7"/>
                  </a:cubicBezTo>
                  <a:cubicBezTo>
                    <a:pt x="7" y="8"/>
                    <a:pt x="8" y="6"/>
                    <a:pt x="8" y="5"/>
                  </a:cubicBezTo>
                  <a:cubicBezTo>
                    <a:pt x="9" y="3"/>
                    <a:pt x="7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8" name="Freeform 1058">
              <a:extLst>
                <a:ext uri="{FF2B5EF4-FFF2-40B4-BE49-F238E27FC236}">
                  <a16:creationId xmlns:a16="http://schemas.microsoft.com/office/drawing/2014/main" id="{0AB959AD-FC7E-433C-8BCB-DB317B7C60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9" y="2363"/>
              <a:ext cx="15" cy="21"/>
            </a:xfrm>
            <a:custGeom>
              <a:avLst/>
              <a:gdLst>
                <a:gd name="T0" fmla="*/ 20 w 6"/>
                <a:gd name="T1" fmla="*/ 21 h 8"/>
                <a:gd name="T2" fmla="*/ 0 w 6"/>
                <a:gd name="T3" fmla="*/ 110 h 8"/>
                <a:gd name="T4" fmla="*/ 50 w 6"/>
                <a:gd name="T5" fmla="*/ 144 h 8"/>
                <a:gd name="T6" fmla="*/ 95 w 6"/>
                <a:gd name="T7" fmla="*/ 89 h 8"/>
                <a:gd name="T8" fmla="*/ 95 w 6"/>
                <a:gd name="T9" fmla="*/ 76 h 8"/>
                <a:gd name="T10" fmla="*/ 83 w 6"/>
                <a:gd name="T11" fmla="*/ 21 h 8"/>
                <a:gd name="T12" fmla="*/ 20 w 6"/>
                <a:gd name="T13" fmla="*/ 21 h 8"/>
                <a:gd name="T14" fmla="*/ 95 w 6"/>
                <a:gd name="T15" fmla="*/ 89 h 8"/>
                <a:gd name="T16" fmla="*/ 95 w 6"/>
                <a:gd name="T17" fmla="*/ 89 h 8"/>
                <a:gd name="T18" fmla="*/ 95 w 6"/>
                <a:gd name="T19" fmla="*/ 76 h 8"/>
                <a:gd name="T20" fmla="*/ 95 w 6"/>
                <a:gd name="T21" fmla="*/ 89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1" y="7"/>
                    <a:pt x="3" y="8"/>
                  </a:cubicBezTo>
                  <a:cubicBezTo>
                    <a:pt x="4" y="8"/>
                    <a:pt x="6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9" name="Freeform 1059">
              <a:extLst>
                <a:ext uri="{FF2B5EF4-FFF2-40B4-BE49-F238E27FC236}">
                  <a16:creationId xmlns:a16="http://schemas.microsoft.com/office/drawing/2014/main" id="{AF5984B1-6EE2-46B5-82CB-511C8919C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312"/>
              <a:ext cx="22" cy="27"/>
            </a:xfrm>
            <a:custGeom>
              <a:avLst/>
              <a:gdLst>
                <a:gd name="T0" fmla="*/ 29 w 9"/>
                <a:gd name="T1" fmla="*/ 22 h 10"/>
                <a:gd name="T2" fmla="*/ 0 w 9"/>
                <a:gd name="T3" fmla="*/ 138 h 10"/>
                <a:gd name="T4" fmla="*/ 42 w 9"/>
                <a:gd name="T5" fmla="*/ 197 h 10"/>
                <a:gd name="T6" fmla="*/ 90 w 9"/>
                <a:gd name="T7" fmla="*/ 197 h 10"/>
                <a:gd name="T8" fmla="*/ 132 w 9"/>
                <a:gd name="T9" fmla="*/ 138 h 10"/>
                <a:gd name="T10" fmla="*/ 132 w 9"/>
                <a:gd name="T11" fmla="*/ 138 h 10"/>
                <a:gd name="T12" fmla="*/ 132 w 9"/>
                <a:gd name="T13" fmla="*/ 138 h 10"/>
                <a:gd name="T14" fmla="*/ 132 w 9"/>
                <a:gd name="T15" fmla="*/ 116 h 10"/>
                <a:gd name="T16" fmla="*/ 120 w 9"/>
                <a:gd name="T17" fmla="*/ 59 h 10"/>
                <a:gd name="T18" fmla="*/ 29 w 9"/>
                <a:gd name="T19" fmla="*/ 22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2" y="1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9"/>
                    <a:pt x="1" y="10"/>
                    <a:pt x="3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0"/>
                    <a:pt x="9" y="9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5"/>
                    <a:pt x="9" y="4"/>
                    <a:pt x="8" y="3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0" name="Freeform 1060">
              <a:extLst>
                <a:ext uri="{FF2B5EF4-FFF2-40B4-BE49-F238E27FC236}">
                  <a16:creationId xmlns:a16="http://schemas.microsoft.com/office/drawing/2014/main" id="{2896F76C-8ADC-4113-B14F-5D41C0B74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227"/>
              <a:ext cx="25" cy="40"/>
            </a:xfrm>
            <a:custGeom>
              <a:avLst/>
              <a:gdLst>
                <a:gd name="T0" fmla="*/ 0 w 10"/>
                <a:gd name="T1" fmla="*/ 77 h 15"/>
                <a:gd name="T2" fmla="*/ 20 w 10"/>
                <a:gd name="T3" fmla="*/ 35 h 15"/>
                <a:gd name="T4" fmla="*/ 83 w 10"/>
                <a:gd name="T5" fmla="*/ 35 h 15"/>
                <a:gd name="T6" fmla="*/ 95 w 10"/>
                <a:gd name="T7" fmla="*/ 77 h 15"/>
                <a:gd name="T8" fmla="*/ 83 w 10"/>
                <a:gd name="T9" fmla="*/ 77 h 15"/>
                <a:gd name="T10" fmla="*/ 95 w 10"/>
                <a:gd name="T11" fmla="*/ 93 h 15"/>
                <a:gd name="T12" fmla="*/ 95 w 10"/>
                <a:gd name="T13" fmla="*/ 93 h 15"/>
                <a:gd name="T14" fmla="*/ 83 w 10"/>
                <a:gd name="T15" fmla="*/ 77 h 15"/>
                <a:gd name="T16" fmla="*/ 33 w 10"/>
                <a:gd name="T17" fmla="*/ 93 h 15"/>
                <a:gd name="T18" fmla="*/ 20 w 10"/>
                <a:gd name="T19" fmla="*/ 56 h 15"/>
                <a:gd name="T20" fmla="*/ 20 w 10"/>
                <a:gd name="T21" fmla="*/ 115 h 15"/>
                <a:gd name="T22" fmla="*/ 20 w 10"/>
                <a:gd name="T23" fmla="*/ 115 h 15"/>
                <a:gd name="T24" fmla="*/ 0 w 10"/>
                <a:gd name="T25" fmla="*/ 192 h 15"/>
                <a:gd name="T26" fmla="*/ 20 w 10"/>
                <a:gd name="T27" fmla="*/ 248 h 15"/>
                <a:gd name="T28" fmla="*/ 63 w 10"/>
                <a:gd name="T29" fmla="*/ 264 h 15"/>
                <a:gd name="T30" fmla="*/ 158 w 10"/>
                <a:gd name="T31" fmla="*/ 192 h 15"/>
                <a:gd name="T32" fmla="*/ 158 w 10"/>
                <a:gd name="T33" fmla="*/ 171 h 15"/>
                <a:gd name="T34" fmla="*/ 125 w 10"/>
                <a:gd name="T35" fmla="*/ 93 h 15"/>
                <a:gd name="T36" fmla="*/ 125 w 10"/>
                <a:gd name="T37" fmla="*/ 93 h 15"/>
                <a:gd name="T38" fmla="*/ 125 w 10"/>
                <a:gd name="T39" fmla="*/ 77 h 15"/>
                <a:gd name="T40" fmla="*/ 83 w 10"/>
                <a:gd name="T41" fmla="*/ 0 h 15"/>
                <a:gd name="T42" fmla="*/ 0 w 10"/>
                <a:gd name="T43" fmla="*/ 77 h 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" h="15">
                  <a:moveTo>
                    <a:pt x="0" y="4"/>
                  </a:moveTo>
                  <a:cubicBezTo>
                    <a:pt x="0" y="4"/>
                    <a:pt x="1" y="2"/>
                    <a:pt x="1" y="2"/>
                  </a:cubicBezTo>
                  <a:cubicBezTo>
                    <a:pt x="2" y="1"/>
                    <a:pt x="3" y="1"/>
                    <a:pt x="5" y="2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0" y="8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4"/>
                    <a:pt x="3" y="14"/>
                    <a:pt x="4" y="14"/>
                  </a:cubicBezTo>
                  <a:cubicBezTo>
                    <a:pt x="8" y="15"/>
                    <a:pt x="10" y="12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9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2" y="0"/>
                    <a:pt x="1" y="1"/>
                    <a:pt x="0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1" name="Freeform 1061">
              <a:extLst>
                <a:ext uri="{FF2B5EF4-FFF2-40B4-BE49-F238E27FC236}">
                  <a16:creationId xmlns:a16="http://schemas.microsoft.com/office/drawing/2014/main" id="{40C9CA6A-3A39-4E25-A61E-B42B352E4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264"/>
              <a:ext cx="25" cy="29"/>
            </a:xfrm>
            <a:custGeom>
              <a:avLst/>
              <a:gdLst>
                <a:gd name="T0" fmla="*/ 83 w 10"/>
                <a:gd name="T1" fmla="*/ 21 h 11"/>
                <a:gd name="T2" fmla="*/ 50 w 10"/>
                <a:gd name="T3" fmla="*/ 34 h 11"/>
                <a:gd name="T4" fmla="*/ 0 w 10"/>
                <a:gd name="T5" fmla="*/ 124 h 11"/>
                <a:gd name="T6" fmla="*/ 0 w 10"/>
                <a:gd name="T7" fmla="*/ 145 h 11"/>
                <a:gd name="T8" fmla="*/ 63 w 10"/>
                <a:gd name="T9" fmla="*/ 182 h 11"/>
                <a:gd name="T10" fmla="*/ 95 w 10"/>
                <a:gd name="T11" fmla="*/ 182 h 11"/>
                <a:gd name="T12" fmla="*/ 95 w 10"/>
                <a:gd name="T13" fmla="*/ 182 h 11"/>
                <a:gd name="T14" fmla="*/ 158 w 10"/>
                <a:gd name="T15" fmla="*/ 124 h 11"/>
                <a:gd name="T16" fmla="*/ 158 w 10"/>
                <a:gd name="T17" fmla="*/ 111 h 11"/>
                <a:gd name="T18" fmla="*/ 158 w 10"/>
                <a:gd name="T19" fmla="*/ 111 h 11"/>
                <a:gd name="T20" fmla="*/ 158 w 10"/>
                <a:gd name="T21" fmla="*/ 90 h 11"/>
                <a:gd name="T22" fmla="*/ 158 w 10"/>
                <a:gd name="T23" fmla="*/ 76 h 11"/>
                <a:gd name="T24" fmla="*/ 125 w 10"/>
                <a:gd name="T25" fmla="*/ 21 h 11"/>
                <a:gd name="T26" fmla="*/ 83 w 10"/>
                <a:gd name="T27" fmla="*/ 2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5" y="1"/>
                    <a:pt x="4" y="1"/>
                    <a:pt x="3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1" y="9"/>
                    <a:pt x="2" y="11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0"/>
                    <a:pt x="10" y="9"/>
                    <a:pt x="10" y="7"/>
                  </a:cubicBezTo>
                  <a:cubicBezTo>
                    <a:pt x="10" y="7"/>
                    <a:pt x="10" y="7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1"/>
                    <a:pt x="8" y="1"/>
                  </a:cubicBezTo>
                  <a:cubicBezTo>
                    <a:pt x="7" y="0"/>
                    <a:pt x="6" y="1"/>
                    <a:pt x="5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2" name="Freeform 1062">
              <a:extLst>
                <a:ext uri="{FF2B5EF4-FFF2-40B4-BE49-F238E27FC236}">
                  <a16:creationId xmlns:a16="http://schemas.microsoft.com/office/drawing/2014/main" id="{B88E1B77-C346-4B5C-B636-3442C77ABF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94" y="2291"/>
              <a:ext cx="22" cy="32"/>
            </a:xfrm>
            <a:custGeom>
              <a:avLst/>
              <a:gdLst>
                <a:gd name="T0" fmla="*/ 12 w 9"/>
                <a:gd name="T1" fmla="*/ 21 h 12"/>
                <a:gd name="T2" fmla="*/ 0 w 9"/>
                <a:gd name="T3" fmla="*/ 77 h 12"/>
                <a:gd name="T4" fmla="*/ 12 w 9"/>
                <a:gd name="T5" fmla="*/ 35 h 12"/>
                <a:gd name="T6" fmla="*/ 59 w 9"/>
                <a:gd name="T7" fmla="*/ 21 h 12"/>
                <a:gd name="T8" fmla="*/ 90 w 9"/>
                <a:gd name="T9" fmla="*/ 93 h 12"/>
                <a:gd name="T10" fmla="*/ 90 w 9"/>
                <a:gd name="T11" fmla="*/ 93 h 12"/>
                <a:gd name="T12" fmla="*/ 71 w 9"/>
                <a:gd name="T13" fmla="*/ 115 h 12"/>
                <a:gd name="T14" fmla="*/ 90 w 9"/>
                <a:gd name="T15" fmla="*/ 136 h 12"/>
                <a:gd name="T16" fmla="*/ 42 w 9"/>
                <a:gd name="T17" fmla="*/ 171 h 12"/>
                <a:gd name="T18" fmla="*/ 0 w 9"/>
                <a:gd name="T19" fmla="*/ 93 h 12"/>
                <a:gd name="T20" fmla="*/ 0 w 9"/>
                <a:gd name="T21" fmla="*/ 192 h 12"/>
                <a:gd name="T22" fmla="*/ 29 w 9"/>
                <a:gd name="T23" fmla="*/ 227 h 12"/>
                <a:gd name="T24" fmla="*/ 59 w 9"/>
                <a:gd name="T25" fmla="*/ 227 h 12"/>
                <a:gd name="T26" fmla="*/ 132 w 9"/>
                <a:gd name="T27" fmla="*/ 136 h 12"/>
                <a:gd name="T28" fmla="*/ 103 w 9"/>
                <a:gd name="T29" fmla="*/ 21 h 12"/>
                <a:gd name="T30" fmla="*/ 71 w 9"/>
                <a:gd name="T31" fmla="*/ 0 h 12"/>
                <a:gd name="T32" fmla="*/ 12 w 9"/>
                <a:gd name="T33" fmla="*/ 21 h 12"/>
                <a:gd name="T34" fmla="*/ 42 w 9"/>
                <a:gd name="T35" fmla="*/ 93 h 12"/>
                <a:gd name="T36" fmla="*/ 29 w 9"/>
                <a:gd name="T37" fmla="*/ 115 h 12"/>
                <a:gd name="T38" fmla="*/ 59 w 9"/>
                <a:gd name="T39" fmla="*/ 115 h 12"/>
                <a:gd name="T40" fmla="*/ 71 w 9"/>
                <a:gd name="T41" fmla="*/ 115 h 12"/>
                <a:gd name="T42" fmla="*/ 71 w 9"/>
                <a:gd name="T43" fmla="*/ 93 h 12"/>
                <a:gd name="T44" fmla="*/ 42 w 9"/>
                <a:gd name="T45" fmla="*/ 93 h 12"/>
                <a:gd name="T46" fmla="*/ 29 w 9"/>
                <a:gd name="T47" fmla="*/ 115 h 12"/>
                <a:gd name="T48" fmla="*/ 29 w 9"/>
                <a:gd name="T49" fmla="*/ 115 h 12"/>
                <a:gd name="T50" fmla="*/ 29 w 9"/>
                <a:gd name="T51" fmla="*/ 115 h 12"/>
                <a:gd name="T52" fmla="*/ 29 w 9"/>
                <a:gd name="T53" fmla="*/ 93 h 12"/>
                <a:gd name="T54" fmla="*/ 29 w 9"/>
                <a:gd name="T55" fmla="*/ 115 h 1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" h="12">
                  <a:moveTo>
                    <a:pt x="1" y="1"/>
                  </a:moveTo>
                  <a:cubicBezTo>
                    <a:pt x="1" y="1"/>
                    <a:pt x="0" y="4"/>
                    <a:pt x="0" y="4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4" y="1"/>
                  </a:cubicBezTo>
                  <a:cubicBezTo>
                    <a:pt x="5" y="2"/>
                    <a:pt x="6" y="3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6" y="8"/>
                    <a:pt x="5" y="9"/>
                    <a:pt x="3" y="9"/>
                  </a:cubicBezTo>
                  <a:cubicBezTo>
                    <a:pt x="2" y="8"/>
                    <a:pt x="0" y="7"/>
                    <a:pt x="0" y="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1"/>
                    <a:pt x="1" y="11"/>
                    <a:pt x="2" y="12"/>
                  </a:cubicBezTo>
                  <a:cubicBezTo>
                    <a:pt x="3" y="12"/>
                    <a:pt x="3" y="12"/>
                    <a:pt x="4" y="12"/>
                  </a:cubicBezTo>
                  <a:cubicBezTo>
                    <a:pt x="7" y="11"/>
                    <a:pt x="8" y="9"/>
                    <a:pt x="9" y="7"/>
                  </a:cubicBezTo>
                  <a:cubicBezTo>
                    <a:pt x="9" y="5"/>
                    <a:pt x="8" y="3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3" y="5"/>
                  </a:moveTo>
                  <a:cubicBezTo>
                    <a:pt x="2" y="5"/>
                    <a:pt x="2" y="6"/>
                    <a:pt x="2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4" y="5"/>
                    <a:pt x="3" y="5"/>
                    <a:pt x="3" y="5"/>
                  </a:cubicBezTo>
                  <a:close/>
                  <a:moveTo>
                    <a:pt x="2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5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3" name="Freeform 1063">
              <a:extLst>
                <a:ext uri="{FF2B5EF4-FFF2-40B4-BE49-F238E27FC236}">
                  <a16:creationId xmlns:a16="http://schemas.microsoft.com/office/drawing/2014/main" id="{F43D473D-4450-4BAD-B007-9921A070B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323"/>
              <a:ext cx="30" cy="37"/>
            </a:xfrm>
            <a:custGeom>
              <a:avLst/>
              <a:gdLst>
                <a:gd name="T0" fmla="*/ 20 w 12"/>
                <a:gd name="T1" fmla="*/ 56 h 14"/>
                <a:gd name="T2" fmla="*/ 0 w 12"/>
                <a:gd name="T3" fmla="*/ 90 h 14"/>
                <a:gd name="T4" fmla="*/ 0 w 12"/>
                <a:gd name="T5" fmla="*/ 132 h 14"/>
                <a:gd name="T6" fmla="*/ 20 w 12"/>
                <a:gd name="T7" fmla="*/ 167 h 14"/>
                <a:gd name="T8" fmla="*/ 33 w 12"/>
                <a:gd name="T9" fmla="*/ 204 h 14"/>
                <a:gd name="T10" fmla="*/ 145 w 12"/>
                <a:gd name="T11" fmla="*/ 259 h 14"/>
                <a:gd name="T12" fmla="*/ 188 w 12"/>
                <a:gd name="T13" fmla="*/ 182 h 14"/>
                <a:gd name="T14" fmla="*/ 188 w 12"/>
                <a:gd name="T15" fmla="*/ 182 h 14"/>
                <a:gd name="T16" fmla="*/ 145 w 12"/>
                <a:gd name="T17" fmla="*/ 132 h 14"/>
                <a:gd name="T18" fmla="*/ 145 w 12"/>
                <a:gd name="T19" fmla="*/ 132 h 14"/>
                <a:gd name="T20" fmla="*/ 145 w 12"/>
                <a:gd name="T21" fmla="*/ 132 h 14"/>
                <a:gd name="T22" fmla="*/ 95 w 12"/>
                <a:gd name="T23" fmla="*/ 21 h 14"/>
                <a:gd name="T24" fmla="*/ 20 w 12"/>
                <a:gd name="T25" fmla="*/ 56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14">
                  <a:moveTo>
                    <a:pt x="1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2" y="10"/>
                    <a:pt x="2" y="10"/>
                    <a:pt x="2" y="11"/>
                  </a:cubicBezTo>
                  <a:cubicBezTo>
                    <a:pt x="3" y="13"/>
                    <a:pt x="6" y="14"/>
                    <a:pt x="9" y="14"/>
                  </a:cubicBezTo>
                  <a:cubicBezTo>
                    <a:pt x="11" y="13"/>
                    <a:pt x="12" y="12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0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4"/>
                    <a:pt x="8" y="2"/>
                    <a:pt x="6" y="1"/>
                  </a:cubicBezTo>
                  <a:cubicBezTo>
                    <a:pt x="5" y="1"/>
                    <a:pt x="3" y="0"/>
                    <a:pt x="1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4" name="Freeform 1064">
              <a:extLst>
                <a:ext uri="{FF2B5EF4-FFF2-40B4-BE49-F238E27FC236}">
                  <a16:creationId xmlns:a16="http://schemas.microsoft.com/office/drawing/2014/main" id="{5FDC2FE2-9CD1-43FB-98E2-BD4317FD87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9" y="2347"/>
              <a:ext cx="22" cy="21"/>
            </a:xfrm>
            <a:custGeom>
              <a:avLst/>
              <a:gdLst>
                <a:gd name="T0" fmla="*/ 29 w 9"/>
                <a:gd name="T1" fmla="*/ 21 h 8"/>
                <a:gd name="T2" fmla="*/ 0 w 9"/>
                <a:gd name="T3" fmla="*/ 76 h 8"/>
                <a:gd name="T4" fmla="*/ 12 w 9"/>
                <a:gd name="T5" fmla="*/ 123 h 8"/>
                <a:gd name="T6" fmla="*/ 59 w 9"/>
                <a:gd name="T7" fmla="*/ 123 h 8"/>
                <a:gd name="T8" fmla="*/ 103 w 9"/>
                <a:gd name="T9" fmla="*/ 123 h 8"/>
                <a:gd name="T10" fmla="*/ 71 w 9"/>
                <a:gd name="T11" fmla="*/ 110 h 8"/>
                <a:gd name="T12" fmla="*/ 71 w 9"/>
                <a:gd name="T13" fmla="*/ 110 h 8"/>
                <a:gd name="T14" fmla="*/ 42 w 9"/>
                <a:gd name="T15" fmla="*/ 110 h 8"/>
                <a:gd name="T16" fmla="*/ 42 w 9"/>
                <a:gd name="T17" fmla="*/ 89 h 8"/>
                <a:gd name="T18" fmla="*/ 29 w 9"/>
                <a:gd name="T19" fmla="*/ 55 h 8"/>
                <a:gd name="T20" fmla="*/ 29 w 9"/>
                <a:gd name="T21" fmla="*/ 55 h 8"/>
                <a:gd name="T22" fmla="*/ 29 w 9"/>
                <a:gd name="T23" fmla="*/ 110 h 8"/>
                <a:gd name="T24" fmla="*/ 12 w 9"/>
                <a:gd name="T25" fmla="*/ 76 h 8"/>
                <a:gd name="T26" fmla="*/ 29 w 9"/>
                <a:gd name="T27" fmla="*/ 34 h 8"/>
                <a:gd name="T28" fmla="*/ 42 w 9"/>
                <a:gd name="T29" fmla="*/ 21 h 8"/>
                <a:gd name="T30" fmla="*/ 71 w 9"/>
                <a:gd name="T31" fmla="*/ 34 h 8"/>
                <a:gd name="T32" fmla="*/ 90 w 9"/>
                <a:gd name="T33" fmla="*/ 76 h 8"/>
                <a:gd name="T34" fmla="*/ 90 w 9"/>
                <a:gd name="T35" fmla="*/ 76 h 8"/>
                <a:gd name="T36" fmla="*/ 90 w 9"/>
                <a:gd name="T37" fmla="*/ 89 h 8"/>
                <a:gd name="T38" fmla="*/ 120 w 9"/>
                <a:gd name="T39" fmla="*/ 144 h 8"/>
                <a:gd name="T40" fmla="*/ 120 w 9"/>
                <a:gd name="T41" fmla="*/ 144 h 8"/>
                <a:gd name="T42" fmla="*/ 132 w 9"/>
                <a:gd name="T43" fmla="*/ 89 h 8"/>
                <a:gd name="T44" fmla="*/ 120 w 9"/>
                <a:gd name="T45" fmla="*/ 89 h 8"/>
                <a:gd name="T46" fmla="*/ 103 w 9"/>
                <a:gd name="T47" fmla="*/ 34 h 8"/>
                <a:gd name="T48" fmla="*/ 59 w 9"/>
                <a:gd name="T49" fmla="*/ 21 h 8"/>
                <a:gd name="T50" fmla="*/ 59 w 9"/>
                <a:gd name="T51" fmla="*/ 21 h 8"/>
                <a:gd name="T52" fmla="*/ 59 w 9"/>
                <a:gd name="T53" fmla="*/ 21 h 8"/>
                <a:gd name="T54" fmla="*/ 42 w 9"/>
                <a:gd name="T55" fmla="*/ 21 h 8"/>
                <a:gd name="T56" fmla="*/ 90 w 9"/>
                <a:gd name="T57" fmla="*/ 21 h 8"/>
                <a:gd name="T58" fmla="*/ 29 w 9"/>
                <a:gd name="T59" fmla="*/ 21 h 8"/>
                <a:gd name="T60" fmla="*/ 42 w 9"/>
                <a:gd name="T61" fmla="*/ 89 h 8"/>
                <a:gd name="T62" fmla="*/ 59 w 9"/>
                <a:gd name="T63" fmla="*/ 110 h 8"/>
                <a:gd name="T64" fmla="*/ 71 w 9"/>
                <a:gd name="T65" fmla="*/ 110 h 8"/>
                <a:gd name="T66" fmla="*/ 90 w 9"/>
                <a:gd name="T67" fmla="*/ 89 h 8"/>
                <a:gd name="T68" fmla="*/ 90 w 9"/>
                <a:gd name="T69" fmla="*/ 76 h 8"/>
                <a:gd name="T70" fmla="*/ 42 w 9"/>
                <a:gd name="T71" fmla="*/ 89 h 8"/>
                <a:gd name="T72" fmla="*/ 59 w 9"/>
                <a:gd name="T73" fmla="*/ 123 h 8"/>
                <a:gd name="T74" fmla="*/ 59 w 9"/>
                <a:gd name="T75" fmla="*/ 123 h 8"/>
                <a:gd name="T76" fmla="*/ 59 w 9"/>
                <a:gd name="T77" fmla="*/ 123 h 8"/>
                <a:gd name="T78" fmla="*/ 59 w 9"/>
                <a:gd name="T79" fmla="*/ 123 h 8"/>
                <a:gd name="T80" fmla="*/ 59 w 9"/>
                <a:gd name="T81" fmla="*/ 123 h 8"/>
                <a:gd name="T82" fmla="*/ 59 w 9"/>
                <a:gd name="T83" fmla="*/ 123 h 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7" y="7"/>
                    <a:pt x="7" y="7"/>
                  </a:cubicBezTo>
                  <a:cubicBezTo>
                    <a:pt x="6" y="7"/>
                    <a:pt x="6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7"/>
                    <a:pt x="3" y="7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5"/>
                    <a:pt x="2" y="6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4"/>
                    <a:pt x="8" y="3"/>
                    <a:pt x="7" y="2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5" y="0"/>
                    <a:pt x="4" y="0"/>
                    <a:pt x="2" y="1"/>
                  </a:cubicBezTo>
                  <a:close/>
                  <a:moveTo>
                    <a:pt x="3" y="5"/>
                  </a:move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6" y="6"/>
                    <a:pt x="6" y="5"/>
                    <a:pt x="6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5" y="4"/>
                    <a:pt x="4" y="5"/>
                    <a:pt x="3" y="5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5" name="Freeform 1065">
              <a:extLst>
                <a:ext uri="{FF2B5EF4-FFF2-40B4-BE49-F238E27FC236}">
                  <a16:creationId xmlns:a16="http://schemas.microsoft.com/office/drawing/2014/main" id="{35082B8D-3F23-4513-95E0-228F814E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411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33 w 8"/>
                <a:gd name="T3" fmla="*/ 21 h 8"/>
                <a:gd name="T4" fmla="*/ 0 w 8"/>
                <a:gd name="T5" fmla="*/ 89 h 8"/>
                <a:gd name="T6" fmla="*/ 63 w 8"/>
                <a:gd name="T7" fmla="*/ 123 h 8"/>
                <a:gd name="T8" fmla="*/ 95 w 8"/>
                <a:gd name="T9" fmla="*/ 123 h 8"/>
                <a:gd name="T10" fmla="*/ 125 w 8"/>
                <a:gd name="T11" fmla="*/ 55 h 8"/>
                <a:gd name="T12" fmla="*/ 63 w 8"/>
                <a:gd name="T13" fmla="*/ 2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1" y="7"/>
                    <a:pt x="3" y="8"/>
                    <a:pt x="4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6"/>
                    <a:pt x="8" y="4"/>
                    <a:pt x="8" y="3"/>
                  </a:cubicBezTo>
                  <a:cubicBezTo>
                    <a:pt x="7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6" name="Freeform 1066">
              <a:extLst>
                <a:ext uri="{FF2B5EF4-FFF2-40B4-BE49-F238E27FC236}">
                  <a16:creationId xmlns:a16="http://schemas.microsoft.com/office/drawing/2014/main" id="{CD85992F-1515-41DA-844A-8172F15F78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9" y="2291"/>
              <a:ext cx="20" cy="21"/>
            </a:xfrm>
            <a:custGeom>
              <a:avLst/>
              <a:gdLst>
                <a:gd name="T0" fmla="*/ 0 w 8"/>
                <a:gd name="T1" fmla="*/ 55 h 8"/>
                <a:gd name="T2" fmla="*/ 0 w 8"/>
                <a:gd name="T3" fmla="*/ 76 h 8"/>
                <a:gd name="T4" fmla="*/ 0 w 8"/>
                <a:gd name="T5" fmla="*/ 76 h 8"/>
                <a:gd name="T6" fmla="*/ 0 w 8"/>
                <a:gd name="T7" fmla="*/ 89 h 8"/>
                <a:gd name="T8" fmla="*/ 0 w 8"/>
                <a:gd name="T9" fmla="*/ 89 h 8"/>
                <a:gd name="T10" fmla="*/ 33 w 8"/>
                <a:gd name="T11" fmla="*/ 123 h 8"/>
                <a:gd name="T12" fmla="*/ 83 w 8"/>
                <a:gd name="T13" fmla="*/ 144 h 8"/>
                <a:gd name="T14" fmla="*/ 125 w 8"/>
                <a:gd name="T15" fmla="*/ 76 h 8"/>
                <a:gd name="T16" fmla="*/ 125 w 8"/>
                <a:gd name="T17" fmla="*/ 76 h 8"/>
                <a:gd name="T18" fmla="*/ 113 w 8"/>
                <a:gd name="T19" fmla="*/ 34 h 8"/>
                <a:gd name="T20" fmla="*/ 95 w 8"/>
                <a:gd name="T21" fmla="*/ 21 h 8"/>
                <a:gd name="T22" fmla="*/ 95 w 8"/>
                <a:gd name="T23" fmla="*/ 21 h 8"/>
                <a:gd name="T24" fmla="*/ 95 w 8"/>
                <a:gd name="T25" fmla="*/ 21 h 8"/>
                <a:gd name="T26" fmla="*/ 83 w 8"/>
                <a:gd name="T27" fmla="*/ 21 h 8"/>
                <a:gd name="T28" fmla="*/ 0 w 8"/>
                <a:gd name="T29" fmla="*/ 55 h 8"/>
                <a:gd name="T30" fmla="*/ 50 w 8"/>
                <a:gd name="T31" fmla="*/ 34 h 8"/>
                <a:gd name="T32" fmla="*/ 50 w 8"/>
                <a:gd name="T33" fmla="*/ 34 h 8"/>
                <a:gd name="T34" fmla="*/ 50 w 8"/>
                <a:gd name="T35" fmla="*/ 34 h 8"/>
                <a:gd name="T36" fmla="*/ 50 w 8"/>
                <a:gd name="T37" fmla="*/ 34 h 8"/>
                <a:gd name="T38" fmla="*/ 83 w 8"/>
                <a:gd name="T39" fmla="*/ 34 h 8"/>
                <a:gd name="T40" fmla="*/ 83 w 8"/>
                <a:gd name="T41" fmla="*/ 34 h 8"/>
                <a:gd name="T42" fmla="*/ 95 w 8"/>
                <a:gd name="T43" fmla="*/ 55 h 8"/>
                <a:gd name="T44" fmla="*/ 113 w 8"/>
                <a:gd name="T45" fmla="*/ 89 h 8"/>
                <a:gd name="T46" fmla="*/ 113 w 8"/>
                <a:gd name="T47" fmla="*/ 110 h 8"/>
                <a:gd name="T48" fmla="*/ 63 w 8"/>
                <a:gd name="T49" fmla="*/ 123 h 8"/>
                <a:gd name="T50" fmla="*/ 33 w 8"/>
                <a:gd name="T51" fmla="*/ 110 h 8"/>
                <a:gd name="T52" fmla="*/ 33 w 8"/>
                <a:gd name="T53" fmla="*/ 89 h 8"/>
                <a:gd name="T54" fmla="*/ 33 w 8"/>
                <a:gd name="T55" fmla="*/ 76 h 8"/>
                <a:gd name="T56" fmla="*/ 83 w 8"/>
                <a:gd name="T57" fmla="*/ 34 h 8"/>
                <a:gd name="T58" fmla="*/ 83 w 8"/>
                <a:gd name="T59" fmla="*/ 34 h 8"/>
                <a:gd name="T60" fmla="*/ 83 w 8"/>
                <a:gd name="T61" fmla="*/ 34 h 8"/>
                <a:gd name="T62" fmla="*/ 83 w 8"/>
                <a:gd name="T63" fmla="*/ 34 h 8"/>
                <a:gd name="T64" fmla="*/ 63 w 8"/>
                <a:gd name="T65" fmla="*/ 144 h 8"/>
                <a:gd name="T66" fmla="*/ 63 w 8"/>
                <a:gd name="T67" fmla="*/ 123 h 8"/>
                <a:gd name="T68" fmla="*/ 63 w 8"/>
                <a:gd name="T69" fmla="*/ 144 h 8"/>
                <a:gd name="T70" fmla="*/ 63 w 8"/>
                <a:gd name="T71" fmla="*/ 144 h 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" h="8">
                  <a:moveTo>
                    <a:pt x="0" y="3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8"/>
                    <a:pt x="5" y="8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7" y="2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0"/>
                    <a:pt x="1" y="0"/>
                    <a:pt x="0" y="3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7"/>
                    <a:pt x="3" y="7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3"/>
                    <a:pt x="4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4" y="8"/>
                  </a:moveTo>
                  <a:cubicBezTo>
                    <a:pt x="4" y="8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7" name="Freeform 1067">
              <a:extLst>
                <a:ext uri="{FF2B5EF4-FFF2-40B4-BE49-F238E27FC236}">
                  <a16:creationId xmlns:a16="http://schemas.microsoft.com/office/drawing/2014/main" id="{EAEC9A36-05A8-482E-8389-5181D672E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341"/>
              <a:ext cx="20" cy="22"/>
            </a:xfrm>
            <a:custGeom>
              <a:avLst/>
              <a:gdLst>
                <a:gd name="T0" fmla="*/ 50 w 8"/>
                <a:gd name="T1" fmla="*/ 22 h 8"/>
                <a:gd name="T2" fmla="*/ 33 w 8"/>
                <a:gd name="T3" fmla="*/ 47 h 8"/>
                <a:gd name="T4" fmla="*/ 20 w 8"/>
                <a:gd name="T5" fmla="*/ 129 h 8"/>
                <a:gd name="T6" fmla="*/ 83 w 8"/>
                <a:gd name="T7" fmla="*/ 143 h 8"/>
                <a:gd name="T8" fmla="*/ 95 w 8"/>
                <a:gd name="T9" fmla="*/ 129 h 8"/>
                <a:gd name="T10" fmla="*/ 113 w 8"/>
                <a:gd name="T11" fmla="*/ 47 h 8"/>
                <a:gd name="T12" fmla="*/ 50 w 8"/>
                <a:gd name="T13" fmla="*/ 2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5"/>
                    <a:pt x="8" y="3"/>
                    <a:pt x="7" y="2"/>
                  </a:cubicBezTo>
                  <a:cubicBezTo>
                    <a:pt x="6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8" name="Freeform 1068">
              <a:extLst>
                <a:ext uri="{FF2B5EF4-FFF2-40B4-BE49-F238E27FC236}">
                  <a16:creationId xmlns:a16="http://schemas.microsoft.com/office/drawing/2014/main" id="{66A7A1A2-9200-4C79-AC7A-D8A134C632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1" y="2309"/>
              <a:ext cx="25" cy="27"/>
            </a:xfrm>
            <a:custGeom>
              <a:avLst/>
              <a:gdLst>
                <a:gd name="T0" fmla="*/ 63 w 10"/>
                <a:gd name="T1" fmla="*/ 0 h 10"/>
                <a:gd name="T2" fmla="*/ 33 w 10"/>
                <a:gd name="T3" fmla="*/ 38 h 10"/>
                <a:gd name="T4" fmla="*/ 33 w 10"/>
                <a:gd name="T5" fmla="*/ 59 h 10"/>
                <a:gd name="T6" fmla="*/ 20 w 10"/>
                <a:gd name="T7" fmla="*/ 81 h 10"/>
                <a:gd name="T8" fmla="*/ 0 w 10"/>
                <a:gd name="T9" fmla="*/ 103 h 10"/>
                <a:gd name="T10" fmla="*/ 0 w 10"/>
                <a:gd name="T11" fmla="*/ 103 h 10"/>
                <a:gd name="T12" fmla="*/ 50 w 10"/>
                <a:gd name="T13" fmla="*/ 176 h 10"/>
                <a:gd name="T14" fmla="*/ 113 w 10"/>
                <a:gd name="T15" fmla="*/ 159 h 10"/>
                <a:gd name="T16" fmla="*/ 113 w 10"/>
                <a:gd name="T17" fmla="*/ 38 h 10"/>
                <a:gd name="T18" fmla="*/ 63 w 10"/>
                <a:gd name="T19" fmla="*/ 0 h 10"/>
                <a:gd name="T20" fmla="*/ 50 w 10"/>
                <a:gd name="T21" fmla="*/ 59 h 10"/>
                <a:gd name="T22" fmla="*/ 95 w 10"/>
                <a:gd name="T23" fmla="*/ 59 h 10"/>
                <a:gd name="T24" fmla="*/ 113 w 10"/>
                <a:gd name="T25" fmla="*/ 103 h 10"/>
                <a:gd name="T26" fmla="*/ 113 w 10"/>
                <a:gd name="T27" fmla="*/ 103 h 10"/>
                <a:gd name="T28" fmla="*/ 113 w 10"/>
                <a:gd name="T29" fmla="*/ 116 h 10"/>
                <a:gd name="T30" fmla="*/ 113 w 10"/>
                <a:gd name="T31" fmla="*/ 103 h 10"/>
                <a:gd name="T32" fmla="*/ 113 w 10"/>
                <a:gd name="T33" fmla="*/ 116 h 10"/>
                <a:gd name="T34" fmla="*/ 113 w 10"/>
                <a:gd name="T35" fmla="*/ 116 h 10"/>
                <a:gd name="T36" fmla="*/ 83 w 10"/>
                <a:gd name="T37" fmla="*/ 138 h 10"/>
                <a:gd name="T38" fmla="*/ 83 w 10"/>
                <a:gd name="T39" fmla="*/ 138 h 10"/>
                <a:gd name="T40" fmla="*/ 63 w 10"/>
                <a:gd name="T41" fmla="*/ 138 h 10"/>
                <a:gd name="T42" fmla="*/ 63 w 10"/>
                <a:gd name="T43" fmla="*/ 138 h 10"/>
                <a:gd name="T44" fmla="*/ 63 w 10"/>
                <a:gd name="T45" fmla="*/ 138 h 10"/>
                <a:gd name="T46" fmla="*/ 33 w 10"/>
                <a:gd name="T47" fmla="*/ 103 h 10"/>
                <a:gd name="T48" fmla="*/ 50 w 10"/>
                <a:gd name="T49" fmla="*/ 59 h 10"/>
                <a:gd name="T50" fmla="*/ 63 w 10"/>
                <a:gd name="T51" fmla="*/ 138 h 10"/>
                <a:gd name="T52" fmla="*/ 83 w 10"/>
                <a:gd name="T53" fmla="*/ 138 h 10"/>
                <a:gd name="T54" fmla="*/ 95 w 10"/>
                <a:gd name="T55" fmla="*/ 138 h 10"/>
                <a:gd name="T56" fmla="*/ 113 w 10"/>
                <a:gd name="T57" fmla="*/ 116 h 10"/>
                <a:gd name="T58" fmla="*/ 113 w 10"/>
                <a:gd name="T59" fmla="*/ 116 h 10"/>
                <a:gd name="T60" fmla="*/ 63 w 10"/>
                <a:gd name="T61" fmla="*/ 138 h 1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3" y="1"/>
                    <a:pt x="2" y="1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1" y="8"/>
                    <a:pt x="3" y="9"/>
                  </a:cubicBezTo>
                  <a:cubicBezTo>
                    <a:pt x="4" y="10"/>
                    <a:pt x="6" y="9"/>
                    <a:pt x="7" y="8"/>
                  </a:cubicBezTo>
                  <a:cubicBezTo>
                    <a:pt x="8" y="7"/>
                    <a:pt x="10" y="5"/>
                    <a:pt x="7" y="2"/>
                  </a:cubicBezTo>
                  <a:cubicBezTo>
                    <a:pt x="7" y="1"/>
                    <a:pt x="5" y="0"/>
                    <a:pt x="4" y="0"/>
                  </a:cubicBezTo>
                  <a:close/>
                  <a:moveTo>
                    <a:pt x="3" y="3"/>
                  </a:moveTo>
                  <a:cubicBezTo>
                    <a:pt x="4" y="2"/>
                    <a:pt x="4" y="3"/>
                    <a:pt x="6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6"/>
                    <a:pt x="2" y="5"/>
                  </a:cubicBezTo>
                  <a:cubicBezTo>
                    <a:pt x="2" y="4"/>
                    <a:pt x="3" y="4"/>
                    <a:pt x="3" y="3"/>
                  </a:cubicBezTo>
                  <a:close/>
                  <a:moveTo>
                    <a:pt x="4" y="7"/>
                  </a:move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7"/>
                    <a:pt x="6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7"/>
                    <a:pt x="5" y="7"/>
                    <a:pt x="4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9" name="Freeform 1069">
              <a:extLst>
                <a:ext uri="{FF2B5EF4-FFF2-40B4-BE49-F238E27FC236}">
                  <a16:creationId xmlns:a16="http://schemas.microsoft.com/office/drawing/2014/main" id="{F1290B91-0ADB-4655-8DC0-19EC53C2AE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1" y="2323"/>
              <a:ext cx="25" cy="29"/>
            </a:xfrm>
            <a:custGeom>
              <a:avLst/>
              <a:gdLst>
                <a:gd name="T0" fmla="*/ 33 w 10"/>
                <a:gd name="T1" fmla="*/ 21 h 11"/>
                <a:gd name="T2" fmla="*/ 0 w 10"/>
                <a:gd name="T3" fmla="*/ 76 h 11"/>
                <a:gd name="T4" fmla="*/ 20 w 10"/>
                <a:gd name="T5" fmla="*/ 111 h 11"/>
                <a:gd name="T6" fmla="*/ 20 w 10"/>
                <a:gd name="T7" fmla="*/ 111 h 11"/>
                <a:gd name="T8" fmla="*/ 50 w 10"/>
                <a:gd name="T9" fmla="*/ 182 h 11"/>
                <a:gd name="T10" fmla="*/ 145 w 10"/>
                <a:gd name="T11" fmla="*/ 124 h 11"/>
                <a:gd name="T12" fmla="*/ 83 w 10"/>
                <a:gd name="T13" fmla="*/ 0 h 11"/>
                <a:gd name="T14" fmla="*/ 33 w 10"/>
                <a:gd name="T15" fmla="*/ 21 h 11"/>
                <a:gd name="T16" fmla="*/ 83 w 10"/>
                <a:gd name="T17" fmla="*/ 76 h 11"/>
                <a:gd name="T18" fmla="*/ 95 w 10"/>
                <a:gd name="T19" fmla="*/ 90 h 11"/>
                <a:gd name="T20" fmla="*/ 95 w 10"/>
                <a:gd name="T21" fmla="*/ 111 h 11"/>
                <a:gd name="T22" fmla="*/ 50 w 10"/>
                <a:gd name="T23" fmla="*/ 111 h 11"/>
                <a:gd name="T24" fmla="*/ 50 w 10"/>
                <a:gd name="T25" fmla="*/ 90 h 11"/>
                <a:gd name="T26" fmla="*/ 50 w 10"/>
                <a:gd name="T27" fmla="*/ 90 h 11"/>
                <a:gd name="T28" fmla="*/ 50 w 10"/>
                <a:gd name="T29" fmla="*/ 90 h 11"/>
                <a:gd name="T30" fmla="*/ 50 w 10"/>
                <a:gd name="T31" fmla="*/ 90 h 11"/>
                <a:gd name="T32" fmla="*/ 83 w 10"/>
                <a:gd name="T33" fmla="*/ 76 h 11"/>
                <a:gd name="T34" fmla="*/ 95 w 10"/>
                <a:gd name="T35" fmla="*/ 145 h 11"/>
                <a:gd name="T36" fmla="*/ 113 w 10"/>
                <a:gd name="T37" fmla="*/ 111 h 11"/>
                <a:gd name="T38" fmla="*/ 113 w 10"/>
                <a:gd name="T39" fmla="*/ 111 h 11"/>
                <a:gd name="T40" fmla="*/ 113 w 10"/>
                <a:gd name="T41" fmla="*/ 111 h 11"/>
                <a:gd name="T42" fmla="*/ 95 w 10"/>
                <a:gd name="T43" fmla="*/ 145 h 11"/>
                <a:gd name="T44" fmla="*/ 83 w 10"/>
                <a:gd name="T45" fmla="*/ 145 h 11"/>
                <a:gd name="T46" fmla="*/ 83 w 10"/>
                <a:gd name="T47" fmla="*/ 145 h 11"/>
                <a:gd name="T48" fmla="*/ 95 w 10"/>
                <a:gd name="T49" fmla="*/ 14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11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6" y="11"/>
                    <a:pt x="8" y="10"/>
                    <a:pt x="9" y="7"/>
                  </a:cubicBezTo>
                  <a:cubicBezTo>
                    <a:pt x="10" y="5"/>
                    <a:pt x="9" y="2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5" y="4"/>
                  </a:move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5" y="7"/>
                    <a:pt x="4" y="7"/>
                    <a:pt x="3" y="6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4"/>
                    <a:pt x="5" y="4"/>
                  </a:cubicBezTo>
                  <a:close/>
                  <a:moveTo>
                    <a:pt x="6" y="8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7" y="8"/>
                    <a:pt x="6" y="8"/>
                  </a:cubicBezTo>
                  <a:cubicBezTo>
                    <a:pt x="6" y="8"/>
                    <a:pt x="5" y="9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6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0" name="Freeform 1070">
              <a:extLst>
                <a:ext uri="{FF2B5EF4-FFF2-40B4-BE49-F238E27FC236}">
                  <a16:creationId xmlns:a16="http://schemas.microsoft.com/office/drawing/2014/main" id="{428E3958-7686-4F4C-AC21-1D5FF48B7A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6" y="2352"/>
              <a:ext cx="23" cy="27"/>
            </a:xfrm>
            <a:custGeom>
              <a:avLst/>
              <a:gdLst>
                <a:gd name="T0" fmla="*/ 51 w 9"/>
                <a:gd name="T1" fmla="*/ 22 h 10"/>
                <a:gd name="T2" fmla="*/ 51 w 9"/>
                <a:gd name="T3" fmla="*/ 22 h 10"/>
                <a:gd name="T4" fmla="*/ 33 w 9"/>
                <a:gd name="T5" fmla="*/ 38 h 10"/>
                <a:gd name="T6" fmla="*/ 20 w 9"/>
                <a:gd name="T7" fmla="*/ 59 h 10"/>
                <a:gd name="T8" fmla="*/ 20 w 9"/>
                <a:gd name="T9" fmla="*/ 103 h 10"/>
                <a:gd name="T10" fmla="*/ 0 w 9"/>
                <a:gd name="T11" fmla="*/ 116 h 10"/>
                <a:gd name="T12" fmla="*/ 20 w 9"/>
                <a:gd name="T13" fmla="*/ 138 h 10"/>
                <a:gd name="T14" fmla="*/ 20 w 9"/>
                <a:gd name="T15" fmla="*/ 159 h 10"/>
                <a:gd name="T16" fmla="*/ 51 w 9"/>
                <a:gd name="T17" fmla="*/ 197 h 10"/>
                <a:gd name="T18" fmla="*/ 97 w 9"/>
                <a:gd name="T19" fmla="*/ 176 h 10"/>
                <a:gd name="T20" fmla="*/ 130 w 9"/>
                <a:gd name="T21" fmla="*/ 38 h 10"/>
                <a:gd name="T22" fmla="*/ 97 w 9"/>
                <a:gd name="T23" fmla="*/ 0 h 10"/>
                <a:gd name="T24" fmla="*/ 51 w 9"/>
                <a:gd name="T25" fmla="*/ 22 h 10"/>
                <a:gd name="T26" fmla="*/ 84 w 9"/>
                <a:gd name="T27" fmla="*/ 59 h 10"/>
                <a:gd name="T28" fmla="*/ 118 w 9"/>
                <a:gd name="T29" fmla="*/ 103 h 10"/>
                <a:gd name="T30" fmla="*/ 118 w 9"/>
                <a:gd name="T31" fmla="*/ 103 h 10"/>
                <a:gd name="T32" fmla="*/ 118 w 9"/>
                <a:gd name="T33" fmla="*/ 116 h 10"/>
                <a:gd name="T34" fmla="*/ 66 w 9"/>
                <a:gd name="T35" fmla="*/ 116 h 10"/>
                <a:gd name="T36" fmla="*/ 51 w 9"/>
                <a:gd name="T37" fmla="*/ 103 h 10"/>
                <a:gd name="T38" fmla="*/ 33 w 9"/>
                <a:gd name="T39" fmla="*/ 103 h 10"/>
                <a:gd name="T40" fmla="*/ 51 w 9"/>
                <a:gd name="T41" fmla="*/ 59 h 10"/>
                <a:gd name="T42" fmla="*/ 84 w 9"/>
                <a:gd name="T43" fmla="*/ 59 h 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" h="10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2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2" y="9"/>
                    <a:pt x="3" y="10"/>
                  </a:cubicBezTo>
                  <a:cubicBezTo>
                    <a:pt x="4" y="10"/>
                    <a:pt x="5" y="10"/>
                    <a:pt x="6" y="9"/>
                  </a:cubicBezTo>
                  <a:cubicBezTo>
                    <a:pt x="9" y="7"/>
                    <a:pt x="9" y="5"/>
                    <a:pt x="8" y="2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lose/>
                  <a:moveTo>
                    <a:pt x="5" y="3"/>
                  </a:moveTo>
                  <a:cubicBezTo>
                    <a:pt x="6" y="3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5" y="7"/>
                    <a:pt x="4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4" y="3"/>
                    <a:pt x="4" y="3"/>
                    <a:pt x="5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1" name="Freeform 1071">
              <a:extLst>
                <a:ext uri="{FF2B5EF4-FFF2-40B4-BE49-F238E27FC236}">
                  <a16:creationId xmlns:a16="http://schemas.microsoft.com/office/drawing/2014/main" id="{DA6E5255-019B-4CDA-8012-B16DC4B9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419"/>
              <a:ext cx="23" cy="21"/>
            </a:xfrm>
            <a:custGeom>
              <a:avLst/>
              <a:gdLst>
                <a:gd name="T0" fmla="*/ 51 w 9"/>
                <a:gd name="T1" fmla="*/ 21 h 8"/>
                <a:gd name="T2" fmla="*/ 20 w 9"/>
                <a:gd name="T3" fmla="*/ 89 h 8"/>
                <a:gd name="T4" fmla="*/ 66 w 9"/>
                <a:gd name="T5" fmla="*/ 123 h 8"/>
                <a:gd name="T6" fmla="*/ 118 w 9"/>
                <a:gd name="T7" fmla="*/ 123 h 8"/>
                <a:gd name="T8" fmla="*/ 151 w 9"/>
                <a:gd name="T9" fmla="*/ 55 h 8"/>
                <a:gd name="T10" fmla="*/ 51 w 9"/>
                <a:gd name="T11" fmla="*/ 2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3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5" y="8"/>
                    <a:pt x="6" y="8"/>
                    <a:pt x="7" y="7"/>
                  </a:cubicBezTo>
                  <a:cubicBezTo>
                    <a:pt x="9" y="7"/>
                    <a:pt x="9" y="5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2" name="Freeform 1072">
              <a:extLst>
                <a:ext uri="{FF2B5EF4-FFF2-40B4-BE49-F238E27FC236}">
                  <a16:creationId xmlns:a16="http://schemas.microsoft.com/office/drawing/2014/main" id="{A023F516-B8EA-4F3E-BC02-00FD4D38D3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1" y="2352"/>
              <a:ext cx="25" cy="29"/>
            </a:xfrm>
            <a:custGeom>
              <a:avLst/>
              <a:gdLst>
                <a:gd name="T0" fmla="*/ 63 w 10"/>
                <a:gd name="T1" fmla="*/ 0 h 11"/>
                <a:gd name="T2" fmla="*/ 33 w 10"/>
                <a:gd name="T3" fmla="*/ 34 h 11"/>
                <a:gd name="T4" fmla="*/ 0 w 10"/>
                <a:gd name="T5" fmla="*/ 90 h 11"/>
                <a:gd name="T6" fmla="*/ 0 w 10"/>
                <a:gd name="T7" fmla="*/ 111 h 11"/>
                <a:gd name="T8" fmla="*/ 33 w 10"/>
                <a:gd name="T9" fmla="*/ 182 h 11"/>
                <a:gd name="T10" fmla="*/ 113 w 10"/>
                <a:gd name="T11" fmla="*/ 182 h 11"/>
                <a:gd name="T12" fmla="*/ 158 w 10"/>
                <a:gd name="T13" fmla="*/ 111 h 11"/>
                <a:gd name="T14" fmla="*/ 158 w 10"/>
                <a:gd name="T15" fmla="*/ 111 h 11"/>
                <a:gd name="T16" fmla="*/ 125 w 10"/>
                <a:gd name="T17" fmla="*/ 34 h 11"/>
                <a:gd name="T18" fmla="*/ 125 w 10"/>
                <a:gd name="T19" fmla="*/ 21 h 11"/>
                <a:gd name="T20" fmla="*/ 113 w 10"/>
                <a:gd name="T21" fmla="*/ 21 h 11"/>
                <a:gd name="T22" fmla="*/ 63 w 10"/>
                <a:gd name="T23" fmla="*/ 0 h 11"/>
                <a:gd name="T24" fmla="*/ 50 w 10"/>
                <a:gd name="T25" fmla="*/ 111 h 11"/>
                <a:gd name="T26" fmla="*/ 63 w 10"/>
                <a:gd name="T27" fmla="*/ 90 h 11"/>
                <a:gd name="T28" fmla="*/ 83 w 10"/>
                <a:gd name="T29" fmla="*/ 90 h 11"/>
                <a:gd name="T30" fmla="*/ 95 w 10"/>
                <a:gd name="T31" fmla="*/ 111 h 11"/>
                <a:gd name="T32" fmla="*/ 63 w 10"/>
                <a:gd name="T33" fmla="*/ 111 h 11"/>
                <a:gd name="T34" fmla="*/ 50 w 10"/>
                <a:gd name="T35" fmla="*/ 111 h 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cubicBezTo>
                    <a:pt x="3" y="1"/>
                    <a:pt x="2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8"/>
                    <a:pt x="1" y="9"/>
                    <a:pt x="2" y="10"/>
                  </a:cubicBezTo>
                  <a:cubicBezTo>
                    <a:pt x="3" y="11"/>
                    <a:pt x="5" y="11"/>
                    <a:pt x="7" y="10"/>
                  </a:cubicBezTo>
                  <a:cubicBezTo>
                    <a:pt x="9" y="9"/>
                    <a:pt x="10" y="8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4"/>
                    <a:pt x="9" y="3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lose/>
                  <a:moveTo>
                    <a:pt x="3" y="6"/>
                  </a:move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5" y="7"/>
                    <a:pt x="4" y="7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3" name="Freeform 1073">
              <a:extLst>
                <a:ext uri="{FF2B5EF4-FFF2-40B4-BE49-F238E27FC236}">
                  <a16:creationId xmlns:a16="http://schemas.microsoft.com/office/drawing/2014/main" id="{B83598F9-7EA3-4244-B071-6750642A5D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9" y="2357"/>
              <a:ext cx="22" cy="35"/>
            </a:xfrm>
            <a:custGeom>
              <a:avLst/>
              <a:gdLst>
                <a:gd name="T0" fmla="*/ 59 w 9"/>
                <a:gd name="T1" fmla="*/ 22 h 13"/>
                <a:gd name="T2" fmla="*/ 12 w 9"/>
                <a:gd name="T3" fmla="*/ 59 h 13"/>
                <a:gd name="T4" fmla="*/ 12 w 9"/>
                <a:gd name="T5" fmla="*/ 116 h 13"/>
                <a:gd name="T6" fmla="*/ 59 w 9"/>
                <a:gd name="T7" fmla="*/ 35 h 13"/>
                <a:gd name="T8" fmla="*/ 103 w 9"/>
                <a:gd name="T9" fmla="*/ 81 h 13"/>
                <a:gd name="T10" fmla="*/ 103 w 9"/>
                <a:gd name="T11" fmla="*/ 94 h 13"/>
                <a:gd name="T12" fmla="*/ 103 w 9"/>
                <a:gd name="T13" fmla="*/ 94 h 13"/>
                <a:gd name="T14" fmla="*/ 59 w 9"/>
                <a:gd name="T15" fmla="*/ 81 h 13"/>
                <a:gd name="T16" fmla="*/ 29 w 9"/>
                <a:gd name="T17" fmla="*/ 94 h 13"/>
                <a:gd name="T18" fmla="*/ 29 w 9"/>
                <a:gd name="T19" fmla="*/ 94 h 13"/>
                <a:gd name="T20" fmla="*/ 29 w 9"/>
                <a:gd name="T21" fmla="*/ 94 h 13"/>
                <a:gd name="T22" fmla="*/ 0 w 9"/>
                <a:gd name="T23" fmla="*/ 175 h 13"/>
                <a:gd name="T24" fmla="*/ 0 w 9"/>
                <a:gd name="T25" fmla="*/ 175 h 13"/>
                <a:gd name="T26" fmla="*/ 12 w 9"/>
                <a:gd name="T27" fmla="*/ 232 h 13"/>
                <a:gd name="T28" fmla="*/ 59 w 9"/>
                <a:gd name="T29" fmla="*/ 232 h 13"/>
                <a:gd name="T30" fmla="*/ 59 w 9"/>
                <a:gd name="T31" fmla="*/ 232 h 13"/>
                <a:gd name="T32" fmla="*/ 132 w 9"/>
                <a:gd name="T33" fmla="*/ 218 h 13"/>
                <a:gd name="T34" fmla="*/ 132 w 9"/>
                <a:gd name="T35" fmla="*/ 175 h 13"/>
                <a:gd name="T36" fmla="*/ 132 w 9"/>
                <a:gd name="T37" fmla="*/ 137 h 13"/>
                <a:gd name="T38" fmla="*/ 132 w 9"/>
                <a:gd name="T39" fmla="*/ 137 h 13"/>
                <a:gd name="T40" fmla="*/ 132 w 9"/>
                <a:gd name="T41" fmla="*/ 116 h 13"/>
                <a:gd name="T42" fmla="*/ 120 w 9"/>
                <a:gd name="T43" fmla="*/ 59 h 13"/>
                <a:gd name="T44" fmla="*/ 90 w 9"/>
                <a:gd name="T45" fmla="*/ 0 h 13"/>
                <a:gd name="T46" fmla="*/ 59 w 9"/>
                <a:gd name="T47" fmla="*/ 22 h 13"/>
                <a:gd name="T48" fmla="*/ 59 w 9"/>
                <a:gd name="T49" fmla="*/ 137 h 13"/>
                <a:gd name="T50" fmla="*/ 59 w 9"/>
                <a:gd name="T51" fmla="*/ 116 h 13"/>
                <a:gd name="T52" fmla="*/ 71 w 9"/>
                <a:gd name="T53" fmla="*/ 137 h 13"/>
                <a:gd name="T54" fmla="*/ 59 w 9"/>
                <a:gd name="T55" fmla="*/ 137 h 13"/>
                <a:gd name="T56" fmla="*/ 59 w 9"/>
                <a:gd name="T57" fmla="*/ 137 h 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" h="13">
                  <a:moveTo>
                    <a:pt x="4" y="1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4"/>
                    <a:pt x="2" y="2"/>
                    <a:pt x="4" y="2"/>
                  </a:cubicBezTo>
                  <a:cubicBezTo>
                    <a:pt x="5" y="2"/>
                    <a:pt x="7" y="2"/>
                    <a:pt x="7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4"/>
                    <a:pt x="5" y="4"/>
                    <a:pt x="4" y="4"/>
                  </a:cubicBezTo>
                  <a:cubicBezTo>
                    <a:pt x="3" y="4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2" y="12"/>
                    <a:pt x="3" y="13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12"/>
                    <a:pt x="8" y="12"/>
                    <a:pt x="9" y="11"/>
                  </a:cubicBezTo>
                  <a:cubicBezTo>
                    <a:pt x="9" y="10"/>
                    <a:pt x="9" y="9"/>
                    <a:pt x="9" y="9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8" y="4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5" y="0"/>
                    <a:pt x="5" y="0"/>
                    <a:pt x="4" y="1"/>
                  </a:cubicBezTo>
                  <a:close/>
                  <a:moveTo>
                    <a:pt x="4" y="7"/>
                  </a:moveTo>
                  <a:cubicBezTo>
                    <a:pt x="4" y="6"/>
                    <a:pt x="4" y="7"/>
                    <a:pt x="4" y="6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4" name="Freeform 1074">
              <a:extLst>
                <a:ext uri="{FF2B5EF4-FFF2-40B4-BE49-F238E27FC236}">
                  <a16:creationId xmlns:a16="http://schemas.microsoft.com/office/drawing/2014/main" id="{3C835A47-2AFA-457A-B70F-73EF26A3F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421"/>
              <a:ext cx="15" cy="19"/>
            </a:xfrm>
            <a:custGeom>
              <a:avLst/>
              <a:gdLst>
                <a:gd name="T0" fmla="*/ 33 w 6"/>
                <a:gd name="T1" fmla="*/ 22 h 7"/>
                <a:gd name="T2" fmla="*/ 0 w 6"/>
                <a:gd name="T3" fmla="*/ 81 h 7"/>
                <a:gd name="T4" fmla="*/ 83 w 6"/>
                <a:gd name="T5" fmla="*/ 141 h 7"/>
                <a:gd name="T6" fmla="*/ 95 w 6"/>
                <a:gd name="T7" fmla="*/ 117 h 7"/>
                <a:gd name="T8" fmla="*/ 33 w 6"/>
                <a:gd name="T9" fmla="*/ 81 h 7"/>
                <a:gd name="T10" fmla="*/ 83 w 6"/>
                <a:gd name="T11" fmla="*/ 0 h 7"/>
                <a:gd name="T12" fmla="*/ 33 w 6"/>
                <a:gd name="T13" fmla="*/ 2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7"/>
                    <a:pt x="3" y="6"/>
                    <a:pt x="2" y="4"/>
                  </a:cubicBezTo>
                  <a:cubicBezTo>
                    <a:pt x="2" y="2"/>
                    <a:pt x="4" y="0"/>
                    <a:pt x="5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5" name="Freeform 1075">
              <a:extLst>
                <a:ext uri="{FF2B5EF4-FFF2-40B4-BE49-F238E27FC236}">
                  <a16:creationId xmlns:a16="http://schemas.microsoft.com/office/drawing/2014/main" id="{834F53A6-D35C-4103-BDD7-14431C510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381"/>
              <a:ext cx="20" cy="24"/>
            </a:xfrm>
            <a:custGeom>
              <a:avLst/>
              <a:gdLst>
                <a:gd name="T0" fmla="*/ 20 w 8"/>
                <a:gd name="T1" fmla="*/ 35 h 9"/>
                <a:gd name="T2" fmla="*/ 20 w 8"/>
                <a:gd name="T3" fmla="*/ 56 h 9"/>
                <a:gd name="T4" fmla="*/ 0 w 8"/>
                <a:gd name="T5" fmla="*/ 77 h 9"/>
                <a:gd name="T6" fmla="*/ 0 w 8"/>
                <a:gd name="T7" fmla="*/ 93 h 9"/>
                <a:gd name="T8" fmla="*/ 0 w 8"/>
                <a:gd name="T9" fmla="*/ 93 h 9"/>
                <a:gd name="T10" fmla="*/ 0 w 8"/>
                <a:gd name="T11" fmla="*/ 115 h 9"/>
                <a:gd name="T12" fmla="*/ 0 w 8"/>
                <a:gd name="T13" fmla="*/ 115 h 9"/>
                <a:gd name="T14" fmla="*/ 20 w 8"/>
                <a:gd name="T15" fmla="*/ 149 h 9"/>
                <a:gd name="T16" fmla="*/ 50 w 8"/>
                <a:gd name="T17" fmla="*/ 171 h 9"/>
                <a:gd name="T18" fmla="*/ 125 w 8"/>
                <a:gd name="T19" fmla="*/ 115 h 9"/>
                <a:gd name="T20" fmla="*/ 125 w 8"/>
                <a:gd name="T21" fmla="*/ 93 h 9"/>
                <a:gd name="T22" fmla="*/ 113 w 8"/>
                <a:gd name="T23" fmla="*/ 21 h 9"/>
                <a:gd name="T24" fmla="*/ 83 w 8"/>
                <a:gd name="T25" fmla="*/ 21 h 9"/>
                <a:gd name="T26" fmla="*/ 63 w 8"/>
                <a:gd name="T27" fmla="*/ 0 h 9"/>
                <a:gd name="T28" fmla="*/ 20 w 8"/>
                <a:gd name="T29" fmla="*/ 35 h 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1" y="9"/>
                    <a:pt x="2" y="9"/>
                    <a:pt x="3" y="9"/>
                  </a:cubicBezTo>
                  <a:cubicBezTo>
                    <a:pt x="7" y="9"/>
                    <a:pt x="8" y="7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4"/>
                    <a:pt x="8" y="2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6" name="Freeform 1076">
              <a:extLst>
                <a:ext uri="{FF2B5EF4-FFF2-40B4-BE49-F238E27FC236}">
                  <a16:creationId xmlns:a16="http://schemas.microsoft.com/office/drawing/2014/main" id="{E3BE836C-D9A2-46BF-A596-7AA2D8B13A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1" y="2392"/>
              <a:ext cx="20" cy="24"/>
            </a:xfrm>
            <a:custGeom>
              <a:avLst/>
              <a:gdLst>
                <a:gd name="T0" fmla="*/ 20 w 8"/>
                <a:gd name="T1" fmla="*/ 35 h 9"/>
                <a:gd name="T2" fmla="*/ 20 w 8"/>
                <a:gd name="T3" fmla="*/ 56 h 9"/>
                <a:gd name="T4" fmla="*/ 33 w 8"/>
                <a:gd name="T5" fmla="*/ 149 h 9"/>
                <a:gd name="T6" fmla="*/ 95 w 8"/>
                <a:gd name="T7" fmla="*/ 149 h 9"/>
                <a:gd name="T8" fmla="*/ 113 w 8"/>
                <a:gd name="T9" fmla="*/ 93 h 9"/>
                <a:gd name="T10" fmla="*/ 113 w 8"/>
                <a:gd name="T11" fmla="*/ 93 h 9"/>
                <a:gd name="T12" fmla="*/ 125 w 8"/>
                <a:gd name="T13" fmla="*/ 56 h 9"/>
                <a:gd name="T14" fmla="*/ 125 w 8"/>
                <a:gd name="T15" fmla="*/ 56 h 9"/>
                <a:gd name="T16" fmla="*/ 83 w 8"/>
                <a:gd name="T17" fmla="*/ 0 h 9"/>
                <a:gd name="T18" fmla="*/ 20 w 8"/>
                <a:gd name="T19" fmla="*/ 35 h 9"/>
                <a:gd name="T20" fmla="*/ 113 w 8"/>
                <a:gd name="T21" fmla="*/ 56 h 9"/>
                <a:gd name="T22" fmla="*/ 113 w 8"/>
                <a:gd name="T23" fmla="*/ 77 h 9"/>
                <a:gd name="T24" fmla="*/ 113 w 8"/>
                <a:gd name="T25" fmla="*/ 77 h 9"/>
                <a:gd name="T26" fmla="*/ 113 w 8"/>
                <a:gd name="T27" fmla="*/ 77 h 9"/>
                <a:gd name="T28" fmla="*/ 113 w 8"/>
                <a:gd name="T29" fmla="*/ 56 h 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1" y="3"/>
                    <a:pt x="0" y="2"/>
                    <a:pt x="1" y="3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4" y="9"/>
                    <a:pt x="6" y="8"/>
                  </a:cubicBezTo>
                  <a:cubicBezTo>
                    <a:pt x="7" y="8"/>
                    <a:pt x="7" y="7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8" y="4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lose/>
                  <a:moveTo>
                    <a:pt x="7" y="3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7" name="Freeform 1077">
              <a:extLst>
                <a:ext uri="{FF2B5EF4-FFF2-40B4-BE49-F238E27FC236}">
                  <a16:creationId xmlns:a16="http://schemas.microsoft.com/office/drawing/2014/main" id="{22F82DC5-35A6-4FFC-8D3F-FA3D31469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416"/>
              <a:ext cx="20" cy="21"/>
            </a:xfrm>
            <a:custGeom>
              <a:avLst/>
              <a:gdLst>
                <a:gd name="T0" fmla="*/ 33 w 8"/>
                <a:gd name="T1" fmla="*/ 34 h 8"/>
                <a:gd name="T2" fmla="*/ 33 w 8"/>
                <a:gd name="T3" fmla="*/ 34 h 8"/>
                <a:gd name="T4" fmla="*/ 33 w 8"/>
                <a:gd name="T5" fmla="*/ 123 h 8"/>
                <a:gd name="T6" fmla="*/ 95 w 8"/>
                <a:gd name="T7" fmla="*/ 123 h 8"/>
                <a:gd name="T8" fmla="*/ 113 w 8"/>
                <a:gd name="T9" fmla="*/ 110 h 8"/>
                <a:gd name="T10" fmla="*/ 113 w 8"/>
                <a:gd name="T11" fmla="*/ 34 h 8"/>
                <a:gd name="T12" fmla="*/ 33 w 8"/>
                <a:gd name="T13" fmla="*/ 34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6"/>
                    <a:pt x="2" y="7"/>
                  </a:cubicBezTo>
                  <a:cubicBezTo>
                    <a:pt x="3" y="8"/>
                    <a:pt x="5" y="8"/>
                    <a:pt x="6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5"/>
                    <a:pt x="8" y="3"/>
                    <a:pt x="7" y="2"/>
                  </a:cubicBezTo>
                  <a:cubicBezTo>
                    <a:pt x="6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8" name="Freeform 1078">
              <a:extLst>
                <a:ext uri="{FF2B5EF4-FFF2-40B4-BE49-F238E27FC236}">
                  <a16:creationId xmlns:a16="http://schemas.microsoft.com/office/drawing/2014/main" id="{A7636A31-C902-484A-A5FC-27B6D506D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195"/>
              <a:ext cx="17" cy="21"/>
            </a:xfrm>
            <a:custGeom>
              <a:avLst/>
              <a:gdLst>
                <a:gd name="T0" fmla="*/ 12 w 7"/>
                <a:gd name="T1" fmla="*/ 21 h 8"/>
                <a:gd name="T2" fmla="*/ 0 w 7"/>
                <a:gd name="T3" fmla="*/ 76 h 8"/>
                <a:gd name="T4" fmla="*/ 0 w 7"/>
                <a:gd name="T5" fmla="*/ 89 h 8"/>
                <a:gd name="T6" fmla="*/ 29 w 7"/>
                <a:gd name="T7" fmla="*/ 110 h 8"/>
                <a:gd name="T8" fmla="*/ 29 w 7"/>
                <a:gd name="T9" fmla="*/ 123 h 8"/>
                <a:gd name="T10" fmla="*/ 41 w 7"/>
                <a:gd name="T11" fmla="*/ 144 h 8"/>
                <a:gd name="T12" fmla="*/ 100 w 7"/>
                <a:gd name="T13" fmla="*/ 89 h 8"/>
                <a:gd name="T14" fmla="*/ 100 w 7"/>
                <a:gd name="T15" fmla="*/ 76 h 8"/>
                <a:gd name="T16" fmla="*/ 100 w 7"/>
                <a:gd name="T17" fmla="*/ 76 h 8"/>
                <a:gd name="T18" fmla="*/ 100 w 7"/>
                <a:gd name="T19" fmla="*/ 76 h 8"/>
                <a:gd name="T20" fmla="*/ 87 w 7"/>
                <a:gd name="T21" fmla="*/ 34 h 8"/>
                <a:gd name="T22" fmla="*/ 87 w 7"/>
                <a:gd name="T23" fmla="*/ 21 h 8"/>
                <a:gd name="T24" fmla="*/ 12 w 7"/>
                <a:gd name="T25" fmla="*/ 21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8"/>
                    <a:pt x="3" y="8"/>
                  </a:cubicBezTo>
                  <a:cubicBezTo>
                    <a:pt x="6" y="8"/>
                    <a:pt x="7" y="6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4" y="0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9" name="Freeform 1079">
              <a:extLst>
                <a:ext uri="{FF2B5EF4-FFF2-40B4-BE49-F238E27FC236}">
                  <a16:creationId xmlns:a16="http://schemas.microsoft.com/office/drawing/2014/main" id="{12F0E4CB-F6C8-4361-A97E-A8F92ADF4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176"/>
              <a:ext cx="17" cy="21"/>
            </a:xfrm>
            <a:custGeom>
              <a:avLst/>
              <a:gdLst>
                <a:gd name="T0" fmla="*/ 41 w 7"/>
                <a:gd name="T1" fmla="*/ 0 h 8"/>
                <a:gd name="T2" fmla="*/ 0 w 7"/>
                <a:gd name="T3" fmla="*/ 76 h 8"/>
                <a:gd name="T4" fmla="*/ 0 w 7"/>
                <a:gd name="T5" fmla="*/ 89 h 8"/>
                <a:gd name="T6" fmla="*/ 0 w 7"/>
                <a:gd name="T7" fmla="*/ 89 h 8"/>
                <a:gd name="T8" fmla="*/ 0 w 7"/>
                <a:gd name="T9" fmla="*/ 89 h 8"/>
                <a:gd name="T10" fmla="*/ 12 w 7"/>
                <a:gd name="T11" fmla="*/ 123 h 8"/>
                <a:gd name="T12" fmla="*/ 70 w 7"/>
                <a:gd name="T13" fmla="*/ 123 h 8"/>
                <a:gd name="T14" fmla="*/ 87 w 7"/>
                <a:gd name="T15" fmla="*/ 55 h 8"/>
                <a:gd name="T16" fmla="*/ 41 w 7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2" y="8"/>
                    <a:pt x="4" y="8"/>
                    <a:pt x="5" y="7"/>
                  </a:cubicBezTo>
                  <a:cubicBezTo>
                    <a:pt x="6" y="6"/>
                    <a:pt x="7" y="4"/>
                    <a:pt x="6" y="3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0" name="Freeform 1080">
              <a:extLst>
                <a:ext uri="{FF2B5EF4-FFF2-40B4-BE49-F238E27FC236}">
                  <a16:creationId xmlns:a16="http://schemas.microsoft.com/office/drawing/2014/main" id="{DAC898DA-C71A-42D9-94EC-4C1694811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221"/>
              <a:ext cx="13" cy="16"/>
            </a:xfrm>
            <a:custGeom>
              <a:avLst/>
              <a:gdLst>
                <a:gd name="T0" fmla="*/ 55 w 5"/>
                <a:gd name="T1" fmla="*/ 0 h 6"/>
                <a:gd name="T2" fmla="*/ 21 w 5"/>
                <a:gd name="T3" fmla="*/ 35 h 6"/>
                <a:gd name="T4" fmla="*/ 0 w 5"/>
                <a:gd name="T5" fmla="*/ 56 h 6"/>
                <a:gd name="T6" fmla="*/ 21 w 5"/>
                <a:gd name="T7" fmla="*/ 77 h 6"/>
                <a:gd name="T8" fmla="*/ 21 w 5"/>
                <a:gd name="T9" fmla="*/ 77 h 6"/>
                <a:gd name="T10" fmla="*/ 34 w 5"/>
                <a:gd name="T11" fmla="*/ 93 h 6"/>
                <a:gd name="T12" fmla="*/ 34 w 5"/>
                <a:gd name="T13" fmla="*/ 115 h 6"/>
                <a:gd name="T14" fmla="*/ 68 w 5"/>
                <a:gd name="T15" fmla="*/ 115 h 6"/>
                <a:gd name="T16" fmla="*/ 88 w 5"/>
                <a:gd name="T17" fmla="*/ 77 h 6"/>
                <a:gd name="T18" fmla="*/ 88 w 5"/>
                <a:gd name="T19" fmla="*/ 35 h 6"/>
                <a:gd name="T20" fmla="*/ 88 w 5"/>
                <a:gd name="T21" fmla="*/ 0 h 6"/>
                <a:gd name="T22" fmla="*/ 55 w 5"/>
                <a:gd name="T23" fmla="*/ 0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1" name="Freeform 1081">
              <a:extLst>
                <a:ext uri="{FF2B5EF4-FFF2-40B4-BE49-F238E27FC236}">
                  <a16:creationId xmlns:a16="http://schemas.microsoft.com/office/drawing/2014/main" id="{F2700BC2-9BE5-4DDE-B13A-BC96198259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6" y="2240"/>
              <a:ext cx="15" cy="19"/>
            </a:xfrm>
            <a:custGeom>
              <a:avLst/>
              <a:gdLst>
                <a:gd name="T0" fmla="*/ 50 w 6"/>
                <a:gd name="T1" fmla="*/ 22 h 7"/>
                <a:gd name="T2" fmla="*/ 0 w 6"/>
                <a:gd name="T3" fmla="*/ 81 h 7"/>
                <a:gd name="T4" fmla="*/ 33 w 6"/>
                <a:gd name="T5" fmla="*/ 141 h 7"/>
                <a:gd name="T6" fmla="*/ 33 w 6"/>
                <a:gd name="T7" fmla="*/ 141 h 7"/>
                <a:gd name="T8" fmla="*/ 33 w 6"/>
                <a:gd name="T9" fmla="*/ 141 h 7"/>
                <a:gd name="T10" fmla="*/ 83 w 6"/>
                <a:gd name="T11" fmla="*/ 141 h 7"/>
                <a:gd name="T12" fmla="*/ 83 w 6"/>
                <a:gd name="T13" fmla="*/ 38 h 7"/>
                <a:gd name="T14" fmla="*/ 50 w 6"/>
                <a:gd name="T15" fmla="*/ 22 h 7"/>
                <a:gd name="T16" fmla="*/ 50 w 6"/>
                <a:gd name="T17" fmla="*/ 60 h 7"/>
                <a:gd name="T18" fmla="*/ 63 w 6"/>
                <a:gd name="T19" fmla="*/ 60 h 7"/>
                <a:gd name="T20" fmla="*/ 63 w 6"/>
                <a:gd name="T21" fmla="*/ 81 h 7"/>
                <a:gd name="T22" fmla="*/ 63 w 6"/>
                <a:gd name="T23" fmla="*/ 81 h 7"/>
                <a:gd name="T24" fmla="*/ 63 w 6"/>
                <a:gd name="T25" fmla="*/ 103 h 7"/>
                <a:gd name="T26" fmla="*/ 20 w 6"/>
                <a:gd name="T27" fmla="*/ 81 h 7"/>
                <a:gd name="T28" fmla="*/ 20 w 6"/>
                <a:gd name="T29" fmla="*/ 81 h 7"/>
                <a:gd name="T30" fmla="*/ 50 w 6"/>
                <a:gd name="T31" fmla="*/ 60 h 7"/>
                <a:gd name="T32" fmla="*/ 50 w 6"/>
                <a:gd name="T33" fmla="*/ 6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5"/>
                    <a:pt x="6" y="3"/>
                    <a:pt x="5" y="2"/>
                  </a:cubicBezTo>
                  <a:cubicBezTo>
                    <a:pt x="4" y="1"/>
                    <a:pt x="3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2" name="Freeform 1082">
              <a:extLst>
                <a:ext uri="{FF2B5EF4-FFF2-40B4-BE49-F238E27FC236}">
                  <a16:creationId xmlns:a16="http://schemas.microsoft.com/office/drawing/2014/main" id="{14CFB7BA-77F7-48CA-9564-92A91AA567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4" y="2189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0 w 6"/>
                <a:gd name="T3" fmla="*/ 103 h 7"/>
                <a:gd name="T4" fmla="*/ 63 w 6"/>
                <a:gd name="T5" fmla="*/ 141 h 7"/>
                <a:gd name="T6" fmla="*/ 95 w 6"/>
                <a:gd name="T7" fmla="*/ 103 h 7"/>
                <a:gd name="T8" fmla="*/ 95 w 6"/>
                <a:gd name="T9" fmla="*/ 103 h 7"/>
                <a:gd name="T10" fmla="*/ 95 w 6"/>
                <a:gd name="T11" fmla="*/ 81 h 7"/>
                <a:gd name="T12" fmla="*/ 95 w 6"/>
                <a:gd name="T13" fmla="*/ 60 h 7"/>
                <a:gd name="T14" fmla="*/ 83 w 6"/>
                <a:gd name="T15" fmla="*/ 0 h 7"/>
                <a:gd name="T16" fmla="*/ 20 w 6"/>
                <a:gd name="T17" fmla="*/ 22 h 7"/>
                <a:gd name="T18" fmla="*/ 33 w 6"/>
                <a:gd name="T19" fmla="*/ 60 h 7"/>
                <a:gd name="T20" fmla="*/ 33 w 6"/>
                <a:gd name="T21" fmla="*/ 60 h 7"/>
                <a:gd name="T22" fmla="*/ 33 w 6"/>
                <a:gd name="T23" fmla="*/ 60 h 7"/>
                <a:gd name="T24" fmla="*/ 33 w 6"/>
                <a:gd name="T25" fmla="*/ 60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3" name="Freeform 1083">
              <a:extLst>
                <a:ext uri="{FF2B5EF4-FFF2-40B4-BE49-F238E27FC236}">
                  <a16:creationId xmlns:a16="http://schemas.microsoft.com/office/drawing/2014/main" id="{9A806338-083E-4C91-A12D-B5171C017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4" y="2149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0 w 5"/>
                <a:gd name="T3" fmla="*/ 48 h 5"/>
                <a:gd name="T4" fmla="*/ 12 w 5"/>
                <a:gd name="T5" fmla="*/ 109 h 5"/>
                <a:gd name="T6" fmla="*/ 41 w 5"/>
                <a:gd name="T7" fmla="*/ 109 h 5"/>
                <a:gd name="T8" fmla="*/ 70 w 5"/>
                <a:gd name="T9" fmla="*/ 62 h 5"/>
                <a:gd name="T10" fmla="*/ 70 w 5"/>
                <a:gd name="T11" fmla="*/ 62 h 5"/>
                <a:gd name="T12" fmla="*/ 58 w 5"/>
                <a:gd name="T13" fmla="*/ 22 h 5"/>
                <a:gd name="T14" fmla="*/ 29 w 5"/>
                <a:gd name="T15" fmla="*/ 0 h 5"/>
                <a:gd name="T16" fmla="*/ 58 w 5"/>
                <a:gd name="T17" fmla="*/ 62 h 5"/>
                <a:gd name="T18" fmla="*/ 58 w 5"/>
                <a:gd name="T19" fmla="*/ 87 h 5"/>
                <a:gd name="T20" fmla="*/ 41 w 5"/>
                <a:gd name="T21" fmla="*/ 109 h 5"/>
                <a:gd name="T22" fmla="*/ 58 w 5"/>
                <a:gd name="T23" fmla="*/ 62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3" y="1"/>
                    <a:pt x="3" y="0"/>
                    <a:pt x="2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4"/>
                  </a:cubicBezTo>
                  <a:cubicBezTo>
                    <a:pt x="4" y="4"/>
                    <a:pt x="3" y="4"/>
                    <a:pt x="3" y="5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4" name="Freeform 1084">
              <a:extLst>
                <a:ext uri="{FF2B5EF4-FFF2-40B4-BE49-F238E27FC236}">
                  <a16:creationId xmlns:a16="http://schemas.microsoft.com/office/drawing/2014/main" id="{D935CD0C-7DDE-4612-91DD-2E84E672FF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1" y="2179"/>
              <a:ext cx="18" cy="18"/>
            </a:xfrm>
            <a:custGeom>
              <a:avLst/>
              <a:gdLst>
                <a:gd name="T0" fmla="*/ 21 w 7"/>
                <a:gd name="T1" fmla="*/ 0 h 7"/>
                <a:gd name="T2" fmla="*/ 0 w 7"/>
                <a:gd name="T3" fmla="*/ 54 h 7"/>
                <a:gd name="T4" fmla="*/ 0 w 7"/>
                <a:gd name="T5" fmla="*/ 67 h 7"/>
                <a:gd name="T6" fmla="*/ 0 w 7"/>
                <a:gd name="T7" fmla="*/ 100 h 7"/>
                <a:gd name="T8" fmla="*/ 0 w 7"/>
                <a:gd name="T9" fmla="*/ 100 h 7"/>
                <a:gd name="T10" fmla="*/ 33 w 7"/>
                <a:gd name="T11" fmla="*/ 118 h 7"/>
                <a:gd name="T12" fmla="*/ 100 w 7"/>
                <a:gd name="T13" fmla="*/ 85 h 7"/>
                <a:gd name="T14" fmla="*/ 85 w 7"/>
                <a:gd name="T15" fmla="*/ 21 h 7"/>
                <a:gd name="T16" fmla="*/ 21 w 7"/>
                <a:gd name="T17" fmla="*/ 0 h 7"/>
                <a:gd name="T18" fmla="*/ 33 w 7"/>
                <a:gd name="T19" fmla="*/ 33 h 7"/>
                <a:gd name="T20" fmla="*/ 54 w 7"/>
                <a:gd name="T21" fmla="*/ 33 h 7"/>
                <a:gd name="T22" fmla="*/ 67 w 7"/>
                <a:gd name="T23" fmla="*/ 33 h 7"/>
                <a:gd name="T24" fmla="*/ 33 w 7"/>
                <a:gd name="T25" fmla="*/ 33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7" y="4"/>
                    <a:pt x="6" y="2"/>
                    <a:pt x="5" y="1"/>
                  </a:cubicBezTo>
                  <a:cubicBezTo>
                    <a:pt x="4" y="0"/>
                    <a:pt x="2" y="0"/>
                    <a:pt x="1" y="0"/>
                  </a:cubicBezTo>
                  <a:close/>
                  <a:moveTo>
                    <a:pt x="2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5" name="Freeform 1085">
              <a:extLst>
                <a:ext uri="{FF2B5EF4-FFF2-40B4-BE49-F238E27FC236}">
                  <a16:creationId xmlns:a16="http://schemas.microsoft.com/office/drawing/2014/main" id="{2E3C11BC-3023-4741-A961-6056A3F681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1" y="2229"/>
              <a:ext cx="20" cy="24"/>
            </a:xfrm>
            <a:custGeom>
              <a:avLst/>
              <a:gdLst>
                <a:gd name="T0" fmla="*/ 33 w 8"/>
                <a:gd name="T1" fmla="*/ 21 h 9"/>
                <a:gd name="T2" fmla="*/ 20 w 8"/>
                <a:gd name="T3" fmla="*/ 35 h 9"/>
                <a:gd name="T4" fmla="*/ 20 w 8"/>
                <a:gd name="T5" fmla="*/ 35 h 9"/>
                <a:gd name="T6" fmla="*/ 20 w 8"/>
                <a:gd name="T7" fmla="*/ 56 h 9"/>
                <a:gd name="T8" fmla="*/ 0 w 8"/>
                <a:gd name="T9" fmla="*/ 93 h 9"/>
                <a:gd name="T10" fmla="*/ 33 w 8"/>
                <a:gd name="T11" fmla="*/ 149 h 9"/>
                <a:gd name="T12" fmla="*/ 63 w 8"/>
                <a:gd name="T13" fmla="*/ 149 h 9"/>
                <a:gd name="T14" fmla="*/ 113 w 8"/>
                <a:gd name="T15" fmla="*/ 93 h 9"/>
                <a:gd name="T16" fmla="*/ 125 w 8"/>
                <a:gd name="T17" fmla="*/ 77 h 9"/>
                <a:gd name="T18" fmla="*/ 113 w 8"/>
                <a:gd name="T19" fmla="*/ 56 h 9"/>
                <a:gd name="T20" fmla="*/ 50 w 8"/>
                <a:gd name="T21" fmla="*/ 21 h 9"/>
                <a:gd name="T22" fmla="*/ 33 w 8"/>
                <a:gd name="T23" fmla="*/ 21 h 9"/>
                <a:gd name="T24" fmla="*/ 63 w 8"/>
                <a:gd name="T25" fmla="*/ 77 h 9"/>
                <a:gd name="T26" fmla="*/ 63 w 8"/>
                <a:gd name="T27" fmla="*/ 56 h 9"/>
                <a:gd name="T28" fmla="*/ 83 w 8"/>
                <a:gd name="T29" fmla="*/ 77 h 9"/>
                <a:gd name="T30" fmla="*/ 83 w 8"/>
                <a:gd name="T31" fmla="*/ 77 h 9"/>
                <a:gd name="T32" fmla="*/ 83 w 8"/>
                <a:gd name="T33" fmla="*/ 93 h 9"/>
                <a:gd name="T34" fmla="*/ 63 w 8"/>
                <a:gd name="T35" fmla="*/ 115 h 9"/>
                <a:gd name="T36" fmla="*/ 50 w 8"/>
                <a:gd name="T37" fmla="*/ 93 h 9"/>
                <a:gd name="T38" fmla="*/ 50 w 8"/>
                <a:gd name="T39" fmla="*/ 77 h 9"/>
                <a:gd name="T40" fmla="*/ 63 w 8"/>
                <a:gd name="T41" fmla="*/ 93 h 9"/>
                <a:gd name="T42" fmla="*/ 63 w 8"/>
                <a:gd name="T43" fmla="*/ 93 h 9"/>
                <a:gd name="T44" fmla="*/ 63 w 8"/>
                <a:gd name="T45" fmla="*/ 77 h 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" h="9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6"/>
                    <a:pt x="1" y="7"/>
                    <a:pt x="2" y="8"/>
                  </a:cubicBezTo>
                  <a:cubicBezTo>
                    <a:pt x="2" y="9"/>
                    <a:pt x="3" y="9"/>
                    <a:pt x="4" y="8"/>
                  </a:cubicBezTo>
                  <a:cubicBezTo>
                    <a:pt x="5" y="8"/>
                    <a:pt x="7" y="6"/>
                    <a:pt x="7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3"/>
                    <a:pt x="4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6" name="Freeform 1086">
              <a:extLst>
                <a:ext uri="{FF2B5EF4-FFF2-40B4-BE49-F238E27FC236}">
                  <a16:creationId xmlns:a16="http://schemas.microsoft.com/office/drawing/2014/main" id="{5F3E698E-019A-4132-A857-6AE6019A12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9" y="2293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20 w 6"/>
                <a:gd name="T3" fmla="*/ 87 h 5"/>
                <a:gd name="T4" fmla="*/ 20 w 6"/>
                <a:gd name="T5" fmla="*/ 87 h 5"/>
                <a:gd name="T6" fmla="*/ 20 w 6"/>
                <a:gd name="T7" fmla="*/ 62 h 5"/>
                <a:gd name="T8" fmla="*/ 20 w 6"/>
                <a:gd name="T9" fmla="*/ 87 h 5"/>
                <a:gd name="T10" fmla="*/ 20 w 6"/>
                <a:gd name="T11" fmla="*/ 87 h 5"/>
                <a:gd name="T12" fmla="*/ 33 w 6"/>
                <a:gd name="T13" fmla="*/ 87 h 5"/>
                <a:gd name="T14" fmla="*/ 33 w 6"/>
                <a:gd name="T15" fmla="*/ 109 h 5"/>
                <a:gd name="T16" fmla="*/ 33 w 6"/>
                <a:gd name="T17" fmla="*/ 109 h 5"/>
                <a:gd name="T18" fmla="*/ 33 w 6"/>
                <a:gd name="T19" fmla="*/ 87 h 5"/>
                <a:gd name="T20" fmla="*/ 33 w 6"/>
                <a:gd name="T21" fmla="*/ 62 h 5"/>
                <a:gd name="T22" fmla="*/ 50 w 6"/>
                <a:gd name="T23" fmla="*/ 48 h 5"/>
                <a:gd name="T24" fmla="*/ 83 w 6"/>
                <a:gd name="T25" fmla="*/ 62 h 5"/>
                <a:gd name="T26" fmla="*/ 83 w 6"/>
                <a:gd name="T27" fmla="*/ 62 h 5"/>
                <a:gd name="T28" fmla="*/ 83 w 6"/>
                <a:gd name="T29" fmla="*/ 62 h 5"/>
                <a:gd name="T30" fmla="*/ 83 w 6"/>
                <a:gd name="T31" fmla="*/ 62 h 5"/>
                <a:gd name="T32" fmla="*/ 83 w 6"/>
                <a:gd name="T33" fmla="*/ 87 h 5"/>
                <a:gd name="T34" fmla="*/ 83 w 6"/>
                <a:gd name="T35" fmla="*/ 62 h 5"/>
                <a:gd name="T36" fmla="*/ 95 w 6"/>
                <a:gd name="T37" fmla="*/ 87 h 5"/>
                <a:gd name="T38" fmla="*/ 95 w 6"/>
                <a:gd name="T39" fmla="*/ 87 h 5"/>
                <a:gd name="T40" fmla="*/ 95 w 6"/>
                <a:gd name="T41" fmla="*/ 87 h 5"/>
                <a:gd name="T42" fmla="*/ 95 w 6"/>
                <a:gd name="T43" fmla="*/ 87 h 5"/>
                <a:gd name="T44" fmla="*/ 95 w 6"/>
                <a:gd name="T45" fmla="*/ 62 h 5"/>
                <a:gd name="T46" fmla="*/ 95 w 6"/>
                <a:gd name="T47" fmla="*/ 62 h 5"/>
                <a:gd name="T48" fmla="*/ 95 w 6"/>
                <a:gd name="T49" fmla="*/ 48 h 5"/>
                <a:gd name="T50" fmla="*/ 83 w 6"/>
                <a:gd name="T51" fmla="*/ 22 h 5"/>
                <a:gd name="T52" fmla="*/ 83 w 6"/>
                <a:gd name="T53" fmla="*/ 22 h 5"/>
                <a:gd name="T54" fmla="*/ 50 w 6"/>
                <a:gd name="T55" fmla="*/ 0 h 5"/>
                <a:gd name="T56" fmla="*/ 33 w 6"/>
                <a:gd name="T57" fmla="*/ 48 h 5"/>
                <a:gd name="T58" fmla="*/ 20 w 6"/>
                <a:gd name="T59" fmla="*/ 62 h 5"/>
                <a:gd name="T60" fmla="*/ 20 w 6"/>
                <a:gd name="T61" fmla="*/ 62 h 5"/>
                <a:gd name="T62" fmla="*/ 20 w 6"/>
                <a:gd name="T63" fmla="*/ 62 h 5"/>
                <a:gd name="T64" fmla="*/ 20 w 6"/>
                <a:gd name="T65" fmla="*/ 62 h 5"/>
                <a:gd name="T66" fmla="*/ 33 w 6"/>
                <a:gd name="T67" fmla="*/ 48 h 5"/>
                <a:gd name="T68" fmla="*/ 50 w 6"/>
                <a:gd name="T69" fmla="*/ 48 h 5"/>
                <a:gd name="T70" fmla="*/ 33 w 6"/>
                <a:gd name="T71" fmla="*/ 87 h 5"/>
                <a:gd name="T72" fmla="*/ 33 w 6"/>
                <a:gd name="T73" fmla="*/ 87 h 5"/>
                <a:gd name="T74" fmla="*/ 63 w 6"/>
                <a:gd name="T75" fmla="*/ 109 h 5"/>
                <a:gd name="T76" fmla="*/ 83 w 6"/>
                <a:gd name="T77" fmla="*/ 62 h 5"/>
                <a:gd name="T78" fmla="*/ 83 w 6"/>
                <a:gd name="T79" fmla="*/ 62 h 5"/>
                <a:gd name="T80" fmla="*/ 50 w 6"/>
                <a:gd name="T81" fmla="*/ 48 h 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3" y="0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2" y="2"/>
                  </a:cubicBezTo>
                  <a:close/>
                  <a:moveTo>
                    <a:pt x="3" y="2"/>
                  </a:moveTo>
                  <a:cubicBezTo>
                    <a:pt x="3" y="2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7" name="Freeform 1087">
              <a:extLst>
                <a:ext uri="{FF2B5EF4-FFF2-40B4-BE49-F238E27FC236}">
                  <a16:creationId xmlns:a16="http://schemas.microsoft.com/office/drawing/2014/main" id="{834E0A53-9514-4841-9E33-12D0BBC53D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6" y="2277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0 w 6"/>
                <a:gd name="T3" fmla="*/ 56 h 6"/>
                <a:gd name="T4" fmla="*/ 33 w 6"/>
                <a:gd name="T5" fmla="*/ 115 h 6"/>
                <a:gd name="T6" fmla="*/ 50 w 6"/>
                <a:gd name="T7" fmla="*/ 115 h 6"/>
                <a:gd name="T8" fmla="*/ 63 w 6"/>
                <a:gd name="T9" fmla="*/ 93 h 6"/>
                <a:gd name="T10" fmla="*/ 83 w 6"/>
                <a:gd name="T11" fmla="*/ 35 h 6"/>
                <a:gd name="T12" fmla="*/ 83 w 6"/>
                <a:gd name="T13" fmla="*/ 0 h 6"/>
                <a:gd name="T14" fmla="*/ 33 w 6"/>
                <a:gd name="T15" fmla="*/ 0 h 6"/>
                <a:gd name="T16" fmla="*/ 20 w 6"/>
                <a:gd name="T17" fmla="*/ 56 h 6"/>
                <a:gd name="T18" fmla="*/ 20 w 6"/>
                <a:gd name="T19" fmla="*/ 35 h 6"/>
                <a:gd name="T20" fmla="*/ 20 w 6"/>
                <a:gd name="T21" fmla="*/ 35 h 6"/>
                <a:gd name="T22" fmla="*/ 20 w 6"/>
                <a:gd name="T23" fmla="*/ 56 h 6"/>
                <a:gd name="T24" fmla="*/ 20 w 6"/>
                <a:gd name="T25" fmla="*/ 56 h 6"/>
                <a:gd name="T26" fmla="*/ 20 w 6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1"/>
                    <a:pt x="0" y="3"/>
                    <a:pt x="0" y="3"/>
                  </a:cubicBezTo>
                  <a:cubicBezTo>
                    <a:pt x="0" y="4"/>
                    <a:pt x="1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4" y="6"/>
                    <a:pt x="4" y="6"/>
                    <a:pt x="4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1"/>
                    <a:pt x="5" y="1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8" name="Freeform 1088">
              <a:extLst>
                <a:ext uri="{FF2B5EF4-FFF2-40B4-BE49-F238E27FC236}">
                  <a16:creationId xmlns:a16="http://schemas.microsoft.com/office/drawing/2014/main" id="{378FD227-4235-4C28-B19A-963660CE43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4" y="2315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20 w 6"/>
                <a:gd name="T3" fmla="*/ 21 h 6"/>
                <a:gd name="T4" fmla="*/ 20 w 6"/>
                <a:gd name="T5" fmla="*/ 35 h 6"/>
                <a:gd name="T6" fmla="*/ 20 w 6"/>
                <a:gd name="T7" fmla="*/ 93 h 6"/>
                <a:gd name="T8" fmla="*/ 50 w 6"/>
                <a:gd name="T9" fmla="*/ 93 h 6"/>
                <a:gd name="T10" fmla="*/ 50 w 6"/>
                <a:gd name="T11" fmla="*/ 93 h 6"/>
                <a:gd name="T12" fmla="*/ 83 w 6"/>
                <a:gd name="T13" fmla="*/ 93 h 6"/>
                <a:gd name="T14" fmla="*/ 95 w 6"/>
                <a:gd name="T15" fmla="*/ 56 h 6"/>
                <a:gd name="T16" fmla="*/ 95 w 6"/>
                <a:gd name="T17" fmla="*/ 56 h 6"/>
                <a:gd name="T18" fmla="*/ 83 w 6"/>
                <a:gd name="T19" fmla="*/ 21 h 6"/>
                <a:gd name="T20" fmla="*/ 50 w 6"/>
                <a:gd name="T21" fmla="*/ 0 h 6"/>
                <a:gd name="T22" fmla="*/ 83 w 6"/>
                <a:gd name="T23" fmla="*/ 56 h 6"/>
                <a:gd name="T24" fmla="*/ 83 w 6"/>
                <a:gd name="T25" fmla="*/ 56 h 6"/>
                <a:gd name="T26" fmla="*/ 83 w 6"/>
                <a:gd name="T27" fmla="*/ 77 h 6"/>
                <a:gd name="T28" fmla="*/ 63 w 6"/>
                <a:gd name="T29" fmla="*/ 77 h 6"/>
                <a:gd name="T30" fmla="*/ 83 w 6"/>
                <a:gd name="T31" fmla="*/ 56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9" name="Freeform 1089">
              <a:extLst>
                <a:ext uri="{FF2B5EF4-FFF2-40B4-BE49-F238E27FC236}">
                  <a16:creationId xmlns:a16="http://schemas.microsoft.com/office/drawing/2014/main" id="{F5C11C21-315B-46A8-85EE-A99D9CBB92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4" y="2325"/>
              <a:ext cx="15" cy="19"/>
            </a:xfrm>
            <a:custGeom>
              <a:avLst/>
              <a:gdLst>
                <a:gd name="T0" fmla="*/ 33 w 6"/>
                <a:gd name="T1" fmla="*/ 22 h 7"/>
                <a:gd name="T2" fmla="*/ 20 w 6"/>
                <a:gd name="T3" fmla="*/ 38 h 7"/>
                <a:gd name="T4" fmla="*/ 0 w 6"/>
                <a:gd name="T5" fmla="*/ 81 h 7"/>
                <a:gd name="T6" fmla="*/ 0 w 6"/>
                <a:gd name="T7" fmla="*/ 103 h 7"/>
                <a:gd name="T8" fmla="*/ 20 w 6"/>
                <a:gd name="T9" fmla="*/ 117 h 7"/>
                <a:gd name="T10" fmla="*/ 63 w 6"/>
                <a:gd name="T11" fmla="*/ 141 h 7"/>
                <a:gd name="T12" fmla="*/ 95 w 6"/>
                <a:gd name="T13" fmla="*/ 81 h 7"/>
                <a:gd name="T14" fmla="*/ 50 w 6"/>
                <a:gd name="T15" fmla="*/ 22 h 7"/>
                <a:gd name="T16" fmla="*/ 33 w 6"/>
                <a:gd name="T17" fmla="*/ 22 h 7"/>
                <a:gd name="T18" fmla="*/ 63 w 6"/>
                <a:gd name="T19" fmla="*/ 60 h 7"/>
                <a:gd name="T20" fmla="*/ 63 w 6"/>
                <a:gd name="T21" fmla="*/ 81 h 7"/>
                <a:gd name="T22" fmla="*/ 63 w 6"/>
                <a:gd name="T23" fmla="*/ 103 h 7"/>
                <a:gd name="T24" fmla="*/ 63 w 6"/>
                <a:gd name="T25" fmla="*/ 60 h 7"/>
                <a:gd name="T26" fmla="*/ 50 w 6"/>
                <a:gd name="T27" fmla="*/ 103 h 7"/>
                <a:gd name="T28" fmla="*/ 50 w 6"/>
                <a:gd name="T29" fmla="*/ 103 h 7"/>
                <a:gd name="T30" fmla="*/ 50 w 6"/>
                <a:gd name="T31" fmla="*/ 103 h 7"/>
                <a:gd name="T32" fmla="*/ 50 w 6"/>
                <a:gd name="T33" fmla="*/ 103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3"/>
                    <a:pt x="5" y="1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lose/>
                  <a:moveTo>
                    <a:pt x="4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4"/>
                    <a:pt x="4" y="4"/>
                    <a:pt x="4" y="3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0" name="Freeform 1090">
              <a:extLst>
                <a:ext uri="{FF2B5EF4-FFF2-40B4-BE49-F238E27FC236}">
                  <a16:creationId xmlns:a16="http://schemas.microsoft.com/office/drawing/2014/main" id="{60472ABA-D902-4385-9AE7-8852FA21A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357"/>
              <a:ext cx="12" cy="19"/>
            </a:xfrm>
            <a:custGeom>
              <a:avLst/>
              <a:gdLst>
                <a:gd name="T0" fmla="*/ 12 w 5"/>
                <a:gd name="T1" fmla="*/ 22 h 7"/>
                <a:gd name="T2" fmla="*/ 12 w 5"/>
                <a:gd name="T3" fmla="*/ 103 h 7"/>
                <a:gd name="T4" fmla="*/ 41 w 5"/>
                <a:gd name="T5" fmla="*/ 117 h 7"/>
                <a:gd name="T6" fmla="*/ 70 w 5"/>
                <a:gd name="T7" fmla="*/ 81 h 7"/>
                <a:gd name="T8" fmla="*/ 70 w 5"/>
                <a:gd name="T9" fmla="*/ 81 h 7"/>
                <a:gd name="T10" fmla="*/ 41 w 5"/>
                <a:gd name="T11" fmla="*/ 81 h 7"/>
                <a:gd name="T12" fmla="*/ 29 w 5"/>
                <a:gd name="T13" fmla="*/ 60 h 7"/>
                <a:gd name="T14" fmla="*/ 41 w 5"/>
                <a:gd name="T15" fmla="*/ 22 h 7"/>
                <a:gd name="T16" fmla="*/ 70 w 5"/>
                <a:gd name="T17" fmla="*/ 60 h 7"/>
                <a:gd name="T18" fmla="*/ 70 w 5"/>
                <a:gd name="T19" fmla="*/ 22 h 7"/>
                <a:gd name="T20" fmla="*/ 41 w 5"/>
                <a:gd name="T21" fmla="*/ 0 h 7"/>
                <a:gd name="T22" fmla="*/ 12 w 5"/>
                <a:gd name="T23" fmla="*/ 22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6"/>
                    <a:pt x="2" y="7"/>
                    <a:pt x="3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4" y="1"/>
                    <a:pt x="5" y="1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1" name="Freeform 1091">
              <a:extLst>
                <a:ext uri="{FF2B5EF4-FFF2-40B4-BE49-F238E27FC236}">
                  <a16:creationId xmlns:a16="http://schemas.microsoft.com/office/drawing/2014/main" id="{8B65BE00-CEFF-49AD-869A-C5ED8497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357"/>
              <a:ext cx="13" cy="14"/>
            </a:xfrm>
            <a:custGeom>
              <a:avLst/>
              <a:gdLst>
                <a:gd name="T0" fmla="*/ 21 w 5"/>
                <a:gd name="T1" fmla="*/ 0 h 5"/>
                <a:gd name="T2" fmla="*/ 0 w 5"/>
                <a:gd name="T3" fmla="*/ 62 h 5"/>
                <a:gd name="T4" fmla="*/ 34 w 5"/>
                <a:gd name="T5" fmla="*/ 109 h 5"/>
                <a:gd name="T6" fmla="*/ 68 w 5"/>
                <a:gd name="T7" fmla="*/ 87 h 5"/>
                <a:gd name="T8" fmla="*/ 88 w 5"/>
                <a:gd name="T9" fmla="*/ 87 h 5"/>
                <a:gd name="T10" fmla="*/ 88 w 5"/>
                <a:gd name="T11" fmla="*/ 48 h 5"/>
                <a:gd name="T12" fmla="*/ 68 w 5"/>
                <a:gd name="T13" fmla="*/ 22 h 5"/>
                <a:gd name="T14" fmla="*/ 21 w 5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2" name="Freeform 1092">
              <a:extLst>
                <a:ext uri="{FF2B5EF4-FFF2-40B4-BE49-F238E27FC236}">
                  <a16:creationId xmlns:a16="http://schemas.microsoft.com/office/drawing/2014/main" id="{0F998FC3-1AFB-48F3-AAEB-9F531EBC41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1" y="2365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20 w 6"/>
                <a:gd name="T3" fmla="*/ 60 h 7"/>
                <a:gd name="T4" fmla="*/ 20 w 6"/>
                <a:gd name="T5" fmla="*/ 60 h 7"/>
                <a:gd name="T6" fmla="*/ 20 w 6"/>
                <a:gd name="T7" fmla="*/ 81 h 7"/>
                <a:gd name="T8" fmla="*/ 0 w 6"/>
                <a:gd name="T9" fmla="*/ 103 h 7"/>
                <a:gd name="T10" fmla="*/ 20 w 6"/>
                <a:gd name="T11" fmla="*/ 117 h 7"/>
                <a:gd name="T12" fmla="*/ 33 w 6"/>
                <a:gd name="T13" fmla="*/ 117 h 7"/>
                <a:gd name="T14" fmla="*/ 50 w 6"/>
                <a:gd name="T15" fmla="*/ 141 h 7"/>
                <a:gd name="T16" fmla="*/ 63 w 6"/>
                <a:gd name="T17" fmla="*/ 141 h 7"/>
                <a:gd name="T18" fmla="*/ 63 w 6"/>
                <a:gd name="T19" fmla="*/ 141 h 7"/>
                <a:gd name="T20" fmla="*/ 83 w 6"/>
                <a:gd name="T21" fmla="*/ 141 h 7"/>
                <a:gd name="T22" fmla="*/ 63 w 6"/>
                <a:gd name="T23" fmla="*/ 141 h 7"/>
                <a:gd name="T24" fmla="*/ 83 w 6"/>
                <a:gd name="T25" fmla="*/ 117 h 7"/>
                <a:gd name="T26" fmla="*/ 95 w 6"/>
                <a:gd name="T27" fmla="*/ 81 h 7"/>
                <a:gd name="T28" fmla="*/ 95 w 6"/>
                <a:gd name="T29" fmla="*/ 38 h 7"/>
                <a:gd name="T30" fmla="*/ 83 w 6"/>
                <a:gd name="T31" fmla="*/ 22 h 7"/>
                <a:gd name="T32" fmla="*/ 63 w 6"/>
                <a:gd name="T33" fmla="*/ 0 h 7"/>
                <a:gd name="T34" fmla="*/ 20 w 6"/>
                <a:gd name="T35" fmla="*/ 22 h 7"/>
                <a:gd name="T36" fmla="*/ 63 w 6"/>
                <a:gd name="T37" fmla="*/ 60 h 7"/>
                <a:gd name="T38" fmla="*/ 83 w 6"/>
                <a:gd name="T39" fmla="*/ 81 h 7"/>
                <a:gd name="T40" fmla="*/ 83 w 6"/>
                <a:gd name="T41" fmla="*/ 81 h 7"/>
                <a:gd name="T42" fmla="*/ 63 w 6"/>
                <a:gd name="T43" fmla="*/ 103 h 7"/>
                <a:gd name="T44" fmla="*/ 50 w 6"/>
                <a:gd name="T45" fmla="*/ 103 h 7"/>
                <a:gd name="T46" fmla="*/ 63 w 6"/>
                <a:gd name="T47" fmla="*/ 60 h 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4" y="3"/>
                  </a:move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3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3" name="Freeform 1093">
              <a:extLst>
                <a:ext uri="{FF2B5EF4-FFF2-40B4-BE49-F238E27FC236}">
                  <a16:creationId xmlns:a16="http://schemas.microsoft.com/office/drawing/2014/main" id="{F80B6C0E-B891-454E-BE4D-4DAC708334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6" y="2341"/>
              <a:ext cx="13" cy="14"/>
            </a:xfrm>
            <a:custGeom>
              <a:avLst/>
              <a:gdLst>
                <a:gd name="T0" fmla="*/ 21 w 5"/>
                <a:gd name="T1" fmla="*/ 22 h 5"/>
                <a:gd name="T2" fmla="*/ 21 w 5"/>
                <a:gd name="T3" fmla="*/ 87 h 5"/>
                <a:gd name="T4" fmla="*/ 21 w 5"/>
                <a:gd name="T5" fmla="*/ 87 h 5"/>
                <a:gd name="T6" fmla="*/ 21 w 5"/>
                <a:gd name="T7" fmla="*/ 62 h 5"/>
                <a:gd name="T8" fmla="*/ 34 w 5"/>
                <a:gd name="T9" fmla="*/ 109 h 5"/>
                <a:gd name="T10" fmla="*/ 68 w 5"/>
                <a:gd name="T11" fmla="*/ 109 h 5"/>
                <a:gd name="T12" fmla="*/ 88 w 5"/>
                <a:gd name="T13" fmla="*/ 87 h 5"/>
                <a:gd name="T14" fmla="*/ 88 w 5"/>
                <a:gd name="T15" fmla="*/ 87 h 5"/>
                <a:gd name="T16" fmla="*/ 88 w 5"/>
                <a:gd name="T17" fmla="*/ 87 h 5"/>
                <a:gd name="T18" fmla="*/ 88 w 5"/>
                <a:gd name="T19" fmla="*/ 62 h 5"/>
                <a:gd name="T20" fmla="*/ 88 w 5"/>
                <a:gd name="T21" fmla="*/ 48 h 5"/>
                <a:gd name="T22" fmla="*/ 55 w 5"/>
                <a:gd name="T23" fmla="*/ 0 h 5"/>
                <a:gd name="T24" fmla="*/ 21 w 5"/>
                <a:gd name="T25" fmla="*/ 22 h 5"/>
                <a:gd name="T26" fmla="*/ 34 w 5"/>
                <a:gd name="T27" fmla="*/ 48 h 5"/>
                <a:gd name="T28" fmla="*/ 88 w 5"/>
                <a:gd name="T29" fmla="*/ 62 h 5"/>
                <a:gd name="T30" fmla="*/ 68 w 5"/>
                <a:gd name="T31" fmla="*/ 87 h 5"/>
                <a:gd name="T32" fmla="*/ 34 w 5"/>
                <a:gd name="T33" fmla="*/ 109 h 5"/>
                <a:gd name="T34" fmla="*/ 21 w 5"/>
                <a:gd name="T35" fmla="*/ 62 h 5"/>
                <a:gd name="T36" fmla="*/ 34 w 5"/>
                <a:gd name="T37" fmla="*/ 48 h 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lose/>
                  <a:moveTo>
                    <a:pt x="2" y="2"/>
                  </a:move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4" name="Freeform 1094">
              <a:extLst>
                <a:ext uri="{FF2B5EF4-FFF2-40B4-BE49-F238E27FC236}">
                  <a16:creationId xmlns:a16="http://schemas.microsoft.com/office/drawing/2014/main" id="{7AEF214F-006B-4E5F-8A42-2A6DB28EA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347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0 w 6"/>
                <a:gd name="T3" fmla="*/ 54 h 7"/>
                <a:gd name="T4" fmla="*/ 0 w 6"/>
                <a:gd name="T5" fmla="*/ 54 h 7"/>
                <a:gd name="T6" fmla="*/ 0 w 6"/>
                <a:gd name="T7" fmla="*/ 67 h 7"/>
                <a:gd name="T8" fmla="*/ 0 w 6"/>
                <a:gd name="T9" fmla="*/ 67 h 7"/>
                <a:gd name="T10" fmla="*/ 33 w 6"/>
                <a:gd name="T11" fmla="*/ 118 h 7"/>
                <a:gd name="T12" fmla="*/ 63 w 6"/>
                <a:gd name="T13" fmla="*/ 100 h 7"/>
                <a:gd name="T14" fmla="*/ 95 w 6"/>
                <a:gd name="T15" fmla="*/ 33 h 7"/>
                <a:gd name="T16" fmla="*/ 50 w 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3" y="7"/>
                    <a:pt x="3" y="7"/>
                    <a:pt x="4" y="6"/>
                  </a:cubicBezTo>
                  <a:cubicBezTo>
                    <a:pt x="6" y="5"/>
                    <a:pt x="6" y="4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5" name="Freeform 1095">
              <a:extLst>
                <a:ext uri="{FF2B5EF4-FFF2-40B4-BE49-F238E27FC236}">
                  <a16:creationId xmlns:a16="http://schemas.microsoft.com/office/drawing/2014/main" id="{C01AA453-7801-450C-B80D-3DB1EDD6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296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0 w 6"/>
                <a:gd name="T3" fmla="*/ 60 h 7"/>
                <a:gd name="T4" fmla="*/ 20 w 6"/>
                <a:gd name="T5" fmla="*/ 103 h 7"/>
                <a:gd name="T6" fmla="*/ 33 w 6"/>
                <a:gd name="T7" fmla="*/ 103 h 7"/>
                <a:gd name="T8" fmla="*/ 33 w 6"/>
                <a:gd name="T9" fmla="*/ 117 h 7"/>
                <a:gd name="T10" fmla="*/ 83 w 6"/>
                <a:gd name="T11" fmla="*/ 117 h 7"/>
                <a:gd name="T12" fmla="*/ 95 w 6"/>
                <a:gd name="T13" fmla="*/ 103 h 7"/>
                <a:gd name="T14" fmla="*/ 95 w 6"/>
                <a:gd name="T15" fmla="*/ 81 h 7"/>
                <a:gd name="T16" fmla="*/ 95 w 6"/>
                <a:gd name="T17" fmla="*/ 81 h 7"/>
                <a:gd name="T18" fmla="*/ 95 w 6"/>
                <a:gd name="T19" fmla="*/ 81 h 7"/>
                <a:gd name="T20" fmla="*/ 95 w 6"/>
                <a:gd name="T21" fmla="*/ 60 h 7"/>
                <a:gd name="T22" fmla="*/ 50 w 6"/>
                <a:gd name="T23" fmla="*/ 0 h 7"/>
                <a:gd name="T24" fmla="*/ 0 w 6"/>
                <a:gd name="T25" fmla="*/ 38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6" y="6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6" name="Freeform 1096">
              <a:extLst>
                <a:ext uri="{FF2B5EF4-FFF2-40B4-BE49-F238E27FC236}">
                  <a16:creationId xmlns:a16="http://schemas.microsoft.com/office/drawing/2014/main" id="{55AA97F9-D649-4103-8890-2C0081AA6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232"/>
              <a:ext cx="17" cy="19"/>
            </a:xfrm>
            <a:custGeom>
              <a:avLst/>
              <a:gdLst>
                <a:gd name="T0" fmla="*/ 29 w 7"/>
                <a:gd name="T1" fmla="*/ 0 h 7"/>
                <a:gd name="T2" fmla="*/ 29 w 7"/>
                <a:gd name="T3" fmla="*/ 22 h 7"/>
                <a:gd name="T4" fmla="*/ 12 w 7"/>
                <a:gd name="T5" fmla="*/ 22 h 7"/>
                <a:gd name="T6" fmla="*/ 0 w 7"/>
                <a:gd name="T7" fmla="*/ 60 h 7"/>
                <a:gd name="T8" fmla="*/ 0 w 7"/>
                <a:gd name="T9" fmla="*/ 81 h 7"/>
                <a:gd name="T10" fmla="*/ 29 w 7"/>
                <a:gd name="T11" fmla="*/ 117 h 7"/>
                <a:gd name="T12" fmla="*/ 87 w 7"/>
                <a:gd name="T13" fmla="*/ 81 h 7"/>
                <a:gd name="T14" fmla="*/ 58 w 7"/>
                <a:gd name="T15" fmla="*/ 0 h 7"/>
                <a:gd name="T16" fmla="*/ 29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4" y="7"/>
                    <a:pt x="6" y="6"/>
                    <a:pt x="6" y="4"/>
                  </a:cubicBezTo>
                  <a:cubicBezTo>
                    <a:pt x="7" y="3"/>
                    <a:pt x="6" y="1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7" name="Freeform 1097">
              <a:extLst>
                <a:ext uri="{FF2B5EF4-FFF2-40B4-BE49-F238E27FC236}">
                  <a16:creationId xmlns:a16="http://schemas.microsoft.com/office/drawing/2014/main" id="{2B5BF444-4D2B-400C-9C05-0C8C5ED2A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205"/>
              <a:ext cx="15" cy="19"/>
            </a:xfrm>
            <a:custGeom>
              <a:avLst/>
              <a:gdLst>
                <a:gd name="T0" fmla="*/ 33 w 6"/>
                <a:gd name="T1" fmla="*/ 22 h 7"/>
                <a:gd name="T2" fmla="*/ 0 w 6"/>
                <a:gd name="T3" fmla="*/ 103 h 7"/>
                <a:gd name="T4" fmla="*/ 33 w 6"/>
                <a:gd name="T5" fmla="*/ 141 h 7"/>
                <a:gd name="T6" fmla="*/ 83 w 6"/>
                <a:gd name="T7" fmla="*/ 103 h 7"/>
                <a:gd name="T8" fmla="*/ 95 w 6"/>
                <a:gd name="T9" fmla="*/ 81 h 7"/>
                <a:gd name="T10" fmla="*/ 83 w 6"/>
                <a:gd name="T11" fmla="*/ 60 h 7"/>
                <a:gd name="T12" fmla="*/ 83 w 6"/>
                <a:gd name="T13" fmla="*/ 60 h 7"/>
                <a:gd name="T14" fmla="*/ 83 w 6"/>
                <a:gd name="T15" fmla="*/ 38 h 7"/>
                <a:gd name="T16" fmla="*/ 33 w 6"/>
                <a:gd name="T17" fmla="*/ 2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7"/>
                    <a:pt x="5" y="7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8" name="Freeform 1098">
              <a:extLst>
                <a:ext uri="{FF2B5EF4-FFF2-40B4-BE49-F238E27FC236}">
                  <a16:creationId xmlns:a16="http://schemas.microsoft.com/office/drawing/2014/main" id="{E51CA0FC-DCC7-4136-839D-B96AB4305B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4" y="2269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0 w 6"/>
                <a:gd name="T3" fmla="*/ 60 h 7"/>
                <a:gd name="T4" fmla="*/ 0 w 6"/>
                <a:gd name="T5" fmla="*/ 60 h 7"/>
                <a:gd name="T6" fmla="*/ 20 w 6"/>
                <a:gd name="T7" fmla="*/ 103 h 7"/>
                <a:gd name="T8" fmla="*/ 33 w 6"/>
                <a:gd name="T9" fmla="*/ 117 h 7"/>
                <a:gd name="T10" fmla="*/ 33 w 6"/>
                <a:gd name="T11" fmla="*/ 117 h 7"/>
                <a:gd name="T12" fmla="*/ 83 w 6"/>
                <a:gd name="T13" fmla="*/ 117 h 7"/>
                <a:gd name="T14" fmla="*/ 83 w 6"/>
                <a:gd name="T15" fmla="*/ 103 h 7"/>
                <a:gd name="T16" fmla="*/ 95 w 6"/>
                <a:gd name="T17" fmla="*/ 60 h 7"/>
                <a:gd name="T18" fmla="*/ 95 w 6"/>
                <a:gd name="T19" fmla="*/ 60 h 7"/>
                <a:gd name="T20" fmla="*/ 63 w 6"/>
                <a:gd name="T21" fmla="*/ 22 h 7"/>
                <a:gd name="T22" fmla="*/ 63 w 6"/>
                <a:gd name="T23" fmla="*/ 22 h 7"/>
                <a:gd name="T24" fmla="*/ 20 w 6"/>
                <a:gd name="T25" fmla="*/ 22 h 7"/>
                <a:gd name="T26" fmla="*/ 63 w 6"/>
                <a:gd name="T27" fmla="*/ 60 h 7"/>
                <a:gd name="T28" fmla="*/ 63 w 6"/>
                <a:gd name="T29" fmla="*/ 60 h 7"/>
                <a:gd name="T30" fmla="*/ 63 w 6"/>
                <a:gd name="T31" fmla="*/ 60 h 7"/>
                <a:gd name="T32" fmla="*/ 63 w 6"/>
                <a:gd name="T33" fmla="*/ 6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9" name="Freeform 1099">
              <a:extLst>
                <a:ext uri="{FF2B5EF4-FFF2-40B4-BE49-F238E27FC236}">
                  <a16:creationId xmlns:a16="http://schemas.microsoft.com/office/drawing/2014/main" id="{D34B1D17-8DFA-44C0-B09F-E36FC0B709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2288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0 w 5"/>
                <a:gd name="T3" fmla="*/ 34 h 5"/>
                <a:gd name="T4" fmla="*/ 0 w 5"/>
                <a:gd name="T5" fmla="*/ 34 h 5"/>
                <a:gd name="T6" fmla="*/ 12 w 5"/>
                <a:gd name="T7" fmla="*/ 55 h 5"/>
                <a:gd name="T8" fmla="*/ 12 w 5"/>
                <a:gd name="T9" fmla="*/ 55 h 5"/>
                <a:gd name="T10" fmla="*/ 12 w 5"/>
                <a:gd name="T11" fmla="*/ 55 h 5"/>
                <a:gd name="T12" fmla="*/ 12 w 5"/>
                <a:gd name="T13" fmla="*/ 68 h 5"/>
                <a:gd name="T14" fmla="*/ 29 w 5"/>
                <a:gd name="T15" fmla="*/ 68 h 5"/>
                <a:gd name="T16" fmla="*/ 29 w 5"/>
                <a:gd name="T17" fmla="*/ 88 h 5"/>
                <a:gd name="T18" fmla="*/ 41 w 5"/>
                <a:gd name="T19" fmla="*/ 88 h 5"/>
                <a:gd name="T20" fmla="*/ 41 w 5"/>
                <a:gd name="T21" fmla="*/ 88 h 5"/>
                <a:gd name="T22" fmla="*/ 41 w 5"/>
                <a:gd name="T23" fmla="*/ 88 h 5"/>
                <a:gd name="T24" fmla="*/ 70 w 5"/>
                <a:gd name="T25" fmla="*/ 68 h 5"/>
                <a:gd name="T26" fmla="*/ 70 w 5"/>
                <a:gd name="T27" fmla="*/ 34 h 5"/>
                <a:gd name="T28" fmla="*/ 70 w 5"/>
                <a:gd name="T29" fmla="*/ 34 h 5"/>
                <a:gd name="T30" fmla="*/ 70 w 5"/>
                <a:gd name="T31" fmla="*/ 21 h 5"/>
                <a:gd name="T32" fmla="*/ 70 w 5"/>
                <a:gd name="T33" fmla="*/ 21 h 5"/>
                <a:gd name="T34" fmla="*/ 70 w 5"/>
                <a:gd name="T35" fmla="*/ 21 h 5"/>
                <a:gd name="T36" fmla="*/ 41 w 5"/>
                <a:gd name="T37" fmla="*/ 0 h 5"/>
                <a:gd name="T38" fmla="*/ 12 w 5"/>
                <a:gd name="T39" fmla="*/ 21 h 5"/>
                <a:gd name="T40" fmla="*/ 41 w 5"/>
                <a:gd name="T41" fmla="*/ 0 h 5"/>
                <a:gd name="T42" fmla="*/ 41 w 5"/>
                <a:gd name="T43" fmla="*/ 0 h 5"/>
                <a:gd name="T44" fmla="*/ 41 w 5"/>
                <a:gd name="T45" fmla="*/ 0 h 5"/>
                <a:gd name="T46" fmla="*/ 12 w 5"/>
                <a:gd name="T47" fmla="*/ 34 h 5"/>
                <a:gd name="T48" fmla="*/ 12 w 5"/>
                <a:gd name="T49" fmla="*/ 21 h 5"/>
                <a:gd name="T50" fmla="*/ 12 w 5"/>
                <a:gd name="T51" fmla="*/ 34 h 5"/>
                <a:gd name="T52" fmla="*/ 12 w 5"/>
                <a:gd name="T53" fmla="*/ 55 h 5"/>
                <a:gd name="T54" fmla="*/ 29 w 5"/>
                <a:gd name="T55" fmla="*/ 34 h 5"/>
                <a:gd name="T56" fmla="*/ 58 w 5"/>
                <a:gd name="T57" fmla="*/ 21 h 5"/>
                <a:gd name="T58" fmla="*/ 70 w 5"/>
                <a:gd name="T59" fmla="*/ 34 h 5"/>
                <a:gd name="T60" fmla="*/ 70 w 5"/>
                <a:gd name="T61" fmla="*/ 34 h 5"/>
                <a:gd name="T62" fmla="*/ 58 w 5"/>
                <a:gd name="T63" fmla="*/ 68 h 5"/>
                <a:gd name="T64" fmla="*/ 29 w 5"/>
                <a:gd name="T65" fmla="*/ 68 h 5"/>
                <a:gd name="T66" fmla="*/ 12 w 5"/>
                <a:gd name="T67" fmla="*/ 55 h 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  <a:moveTo>
                    <a:pt x="1" y="3"/>
                  </a:move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0" name="Freeform 1100">
              <a:extLst>
                <a:ext uri="{FF2B5EF4-FFF2-40B4-BE49-F238E27FC236}">
                  <a16:creationId xmlns:a16="http://schemas.microsoft.com/office/drawing/2014/main" id="{32545FBA-91D9-4679-8C08-CE548C47FB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6" y="2157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35 h 6"/>
                <a:gd name="T4" fmla="*/ 0 w 5"/>
                <a:gd name="T5" fmla="*/ 35 h 6"/>
                <a:gd name="T6" fmla="*/ 0 w 5"/>
                <a:gd name="T7" fmla="*/ 56 h 6"/>
                <a:gd name="T8" fmla="*/ 0 w 5"/>
                <a:gd name="T9" fmla="*/ 56 h 6"/>
                <a:gd name="T10" fmla="*/ 21 w 5"/>
                <a:gd name="T11" fmla="*/ 93 h 6"/>
                <a:gd name="T12" fmla="*/ 68 w 5"/>
                <a:gd name="T13" fmla="*/ 93 h 6"/>
                <a:gd name="T14" fmla="*/ 88 w 5"/>
                <a:gd name="T15" fmla="*/ 77 h 6"/>
                <a:gd name="T16" fmla="*/ 88 w 5"/>
                <a:gd name="T17" fmla="*/ 35 h 6"/>
                <a:gd name="T18" fmla="*/ 88 w 5"/>
                <a:gd name="T19" fmla="*/ 35 h 6"/>
                <a:gd name="T20" fmla="*/ 68 w 5"/>
                <a:gd name="T21" fmla="*/ 21 h 6"/>
                <a:gd name="T22" fmla="*/ 55 w 5"/>
                <a:gd name="T23" fmla="*/ 0 h 6"/>
                <a:gd name="T24" fmla="*/ 55 w 5"/>
                <a:gd name="T25" fmla="*/ 0 h 6"/>
                <a:gd name="T26" fmla="*/ 55 w 5"/>
                <a:gd name="T27" fmla="*/ 0 h 6"/>
                <a:gd name="T28" fmla="*/ 21 w 5"/>
                <a:gd name="T29" fmla="*/ 0 h 6"/>
                <a:gd name="T30" fmla="*/ 68 w 5"/>
                <a:gd name="T31" fmla="*/ 56 h 6"/>
                <a:gd name="T32" fmla="*/ 55 w 5"/>
                <a:gd name="T33" fmla="*/ 77 h 6"/>
                <a:gd name="T34" fmla="*/ 34 w 5"/>
                <a:gd name="T35" fmla="*/ 77 h 6"/>
                <a:gd name="T36" fmla="*/ 21 w 5"/>
                <a:gd name="T37" fmla="*/ 77 h 6"/>
                <a:gd name="T38" fmla="*/ 68 w 5"/>
                <a:gd name="T39" fmla="*/ 56 h 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1" name="Freeform 1101">
              <a:extLst>
                <a:ext uri="{FF2B5EF4-FFF2-40B4-BE49-F238E27FC236}">
                  <a16:creationId xmlns:a16="http://schemas.microsoft.com/office/drawing/2014/main" id="{D6F5CB88-274D-433B-A3BF-D73ADF6095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6" y="2280"/>
              <a:ext cx="18" cy="19"/>
            </a:xfrm>
            <a:custGeom>
              <a:avLst/>
              <a:gdLst>
                <a:gd name="T0" fmla="*/ 21 w 7"/>
                <a:gd name="T1" fmla="*/ 22 h 7"/>
                <a:gd name="T2" fmla="*/ 21 w 7"/>
                <a:gd name="T3" fmla="*/ 117 h 7"/>
                <a:gd name="T4" fmla="*/ 33 w 7"/>
                <a:gd name="T5" fmla="*/ 141 h 7"/>
                <a:gd name="T6" fmla="*/ 67 w 7"/>
                <a:gd name="T7" fmla="*/ 141 h 7"/>
                <a:gd name="T8" fmla="*/ 100 w 7"/>
                <a:gd name="T9" fmla="*/ 103 h 7"/>
                <a:gd name="T10" fmla="*/ 118 w 7"/>
                <a:gd name="T11" fmla="*/ 60 h 7"/>
                <a:gd name="T12" fmla="*/ 118 w 7"/>
                <a:gd name="T13" fmla="*/ 38 h 7"/>
                <a:gd name="T14" fmla="*/ 85 w 7"/>
                <a:gd name="T15" fmla="*/ 22 h 7"/>
                <a:gd name="T16" fmla="*/ 67 w 7"/>
                <a:gd name="T17" fmla="*/ 22 h 7"/>
                <a:gd name="T18" fmla="*/ 67 w 7"/>
                <a:gd name="T19" fmla="*/ 22 h 7"/>
                <a:gd name="T20" fmla="*/ 54 w 7"/>
                <a:gd name="T21" fmla="*/ 0 h 7"/>
                <a:gd name="T22" fmla="*/ 21 w 7"/>
                <a:gd name="T23" fmla="*/ 22 h 7"/>
                <a:gd name="T24" fmla="*/ 33 w 7"/>
                <a:gd name="T25" fmla="*/ 81 h 7"/>
                <a:gd name="T26" fmla="*/ 33 w 7"/>
                <a:gd name="T27" fmla="*/ 60 h 7"/>
                <a:gd name="T28" fmla="*/ 33 w 7"/>
                <a:gd name="T29" fmla="*/ 60 h 7"/>
                <a:gd name="T30" fmla="*/ 85 w 7"/>
                <a:gd name="T31" fmla="*/ 60 h 7"/>
                <a:gd name="T32" fmla="*/ 54 w 7"/>
                <a:gd name="T33" fmla="*/ 81 h 7"/>
                <a:gd name="T34" fmla="*/ 33 w 7"/>
                <a:gd name="T35" fmla="*/ 81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5"/>
                    <a:pt x="7" y="4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  <a:moveTo>
                    <a:pt x="2" y="4"/>
                  </a:move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4" y="3"/>
                    <a:pt x="5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2" name="Freeform 1102">
              <a:extLst>
                <a:ext uri="{FF2B5EF4-FFF2-40B4-BE49-F238E27FC236}">
                  <a16:creationId xmlns:a16="http://schemas.microsoft.com/office/drawing/2014/main" id="{B65B54B8-F8C3-4005-B008-BC034AAB68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2248"/>
              <a:ext cx="12" cy="16"/>
            </a:xfrm>
            <a:custGeom>
              <a:avLst/>
              <a:gdLst>
                <a:gd name="T0" fmla="*/ 41 w 5"/>
                <a:gd name="T1" fmla="*/ 21 h 6"/>
                <a:gd name="T2" fmla="*/ 0 w 5"/>
                <a:gd name="T3" fmla="*/ 77 h 6"/>
                <a:gd name="T4" fmla="*/ 29 w 5"/>
                <a:gd name="T5" fmla="*/ 115 h 6"/>
                <a:gd name="T6" fmla="*/ 58 w 5"/>
                <a:gd name="T7" fmla="*/ 77 h 6"/>
                <a:gd name="T8" fmla="*/ 70 w 5"/>
                <a:gd name="T9" fmla="*/ 35 h 6"/>
                <a:gd name="T10" fmla="*/ 70 w 5"/>
                <a:gd name="T11" fmla="*/ 21 h 6"/>
                <a:gd name="T12" fmla="*/ 41 w 5"/>
                <a:gd name="T13" fmla="*/ 21 h 6"/>
                <a:gd name="T14" fmla="*/ 58 w 5"/>
                <a:gd name="T15" fmla="*/ 77 h 6"/>
                <a:gd name="T16" fmla="*/ 58 w 5"/>
                <a:gd name="T17" fmla="*/ 77 h 6"/>
                <a:gd name="T18" fmla="*/ 70 w 5"/>
                <a:gd name="T19" fmla="*/ 77 h 6"/>
                <a:gd name="T20" fmla="*/ 58 w 5"/>
                <a:gd name="T21" fmla="*/ 77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3" y="0"/>
                    <a:pt x="3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3" name="Freeform 1103">
              <a:extLst>
                <a:ext uri="{FF2B5EF4-FFF2-40B4-BE49-F238E27FC236}">
                  <a16:creationId xmlns:a16="http://schemas.microsoft.com/office/drawing/2014/main" id="{3444D6EB-3BF3-4C3D-9B4E-62F9F7D8CF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4" y="2195"/>
              <a:ext cx="17" cy="21"/>
            </a:xfrm>
            <a:custGeom>
              <a:avLst/>
              <a:gdLst>
                <a:gd name="T0" fmla="*/ 12 w 7"/>
                <a:gd name="T1" fmla="*/ 34 h 8"/>
                <a:gd name="T2" fmla="*/ 29 w 7"/>
                <a:gd name="T3" fmla="*/ 110 h 8"/>
                <a:gd name="T4" fmla="*/ 70 w 7"/>
                <a:gd name="T5" fmla="*/ 123 h 8"/>
                <a:gd name="T6" fmla="*/ 100 w 7"/>
                <a:gd name="T7" fmla="*/ 76 h 8"/>
                <a:gd name="T8" fmla="*/ 100 w 7"/>
                <a:gd name="T9" fmla="*/ 55 h 8"/>
                <a:gd name="T10" fmla="*/ 87 w 7"/>
                <a:gd name="T11" fmla="*/ 34 h 8"/>
                <a:gd name="T12" fmla="*/ 87 w 7"/>
                <a:gd name="T13" fmla="*/ 34 h 8"/>
                <a:gd name="T14" fmla="*/ 70 w 7"/>
                <a:gd name="T15" fmla="*/ 21 h 8"/>
                <a:gd name="T16" fmla="*/ 12 w 7"/>
                <a:gd name="T17" fmla="*/ 34 h 8"/>
                <a:gd name="T18" fmla="*/ 58 w 7"/>
                <a:gd name="T19" fmla="*/ 55 h 8"/>
                <a:gd name="T20" fmla="*/ 70 w 7"/>
                <a:gd name="T21" fmla="*/ 55 h 8"/>
                <a:gd name="T22" fmla="*/ 70 w 7"/>
                <a:gd name="T23" fmla="*/ 76 h 8"/>
                <a:gd name="T24" fmla="*/ 58 w 7"/>
                <a:gd name="T25" fmla="*/ 89 h 8"/>
                <a:gd name="T26" fmla="*/ 87 w 7"/>
                <a:gd name="T27" fmla="*/ 55 h 8"/>
                <a:gd name="T28" fmla="*/ 87 w 7"/>
                <a:gd name="T29" fmla="*/ 76 h 8"/>
                <a:gd name="T30" fmla="*/ 87 w 7"/>
                <a:gd name="T31" fmla="*/ 76 h 8"/>
                <a:gd name="T32" fmla="*/ 58 w 7"/>
                <a:gd name="T33" fmla="*/ 110 h 8"/>
                <a:gd name="T34" fmla="*/ 58 w 7"/>
                <a:gd name="T35" fmla="*/ 110 h 8"/>
                <a:gd name="T36" fmla="*/ 41 w 7"/>
                <a:gd name="T37" fmla="*/ 76 h 8"/>
                <a:gd name="T38" fmla="*/ 41 w 7"/>
                <a:gd name="T39" fmla="*/ 76 h 8"/>
                <a:gd name="T40" fmla="*/ 58 w 7"/>
                <a:gd name="T41" fmla="*/ 55 h 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3" y="7"/>
                    <a:pt x="4" y="8"/>
                    <a:pt x="5" y="7"/>
                  </a:cubicBezTo>
                  <a:cubicBezTo>
                    <a:pt x="6" y="7"/>
                    <a:pt x="7" y="6"/>
                    <a:pt x="7" y="4"/>
                  </a:cubicBezTo>
                  <a:cubicBezTo>
                    <a:pt x="7" y="4"/>
                    <a:pt x="7" y="4"/>
                    <a:pt x="7" y="3"/>
                  </a:cubicBezTo>
                  <a:cubicBezTo>
                    <a:pt x="7" y="3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0"/>
                    <a:pt x="1" y="1"/>
                    <a:pt x="1" y="2"/>
                  </a:cubicBezTo>
                  <a:close/>
                  <a:moveTo>
                    <a:pt x="4" y="3"/>
                  </a:move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4" name="Freeform 1104">
              <a:extLst>
                <a:ext uri="{FF2B5EF4-FFF2-40B4-BE49-F238E27FC236}">
                  <a16:creationId xmlns:a16="http://schemas.microsoft.com/office/drawing/2014/main" id="{596262CB-2EF1-44AA-9050-60464E87E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200"/>
              <a:ext cx="17" cy="19"/>
            </a:xfrm>
            <a:custGeom>
              <a:avLst/>
              <a:gdLst>
                <a:gd name="T0" fmla="*/ 41 w 7"/>
                <a:gd name="T1" fmla="*/ 0 h 7"/>
                <a:gd name="T2" fmla="*/ 29 w 7"/>
                <a:gd name="T3" fmla="*/ 22 h 7"/>
                <a:gd name="T4" fmla="*/ 12 w 7"/>
                <a:gd name="T5" fmla="*/ 22 h 7"/>
                <a:gd name="T6" fmla="*/ 12 w 7"/>
                <a:gd name="T7" fmla="*/ 22 h 7"/>
                <a:gd name="T8" fmla="*/ 12 w 7"/>
                <a:gd name="T9" fmla="*/ 60 h 7"/>
                <a:gd name="T10" fmla="*/ 12 w 7"/>
                <a:gd name="T11" fmla="*/ 60 h 7"/>
                <a:gd name="T12" fmla="*/ 0 w 7"/>
                <a:gd name="T13" fmla="*/ 103 h 7"/>
                <a:gd name="T14" fmla="*/ 0 w 7"/>
                <a:gd name="T15" fmla="*/ 103 h 7"/>
                <a:gd name="T16" fmla="*/ 41 w 7"/>
                <a:gd name="T17" fmla="*/ 141 h 7"/>
                <a:gd name="T18" fmla="*/ 87 w 7"/>
                <a:gd name="T19" fmla="*/ 117 h 7"/>
                <a:gd name="T20" fmla="*/ 100 w 7"/>
                <a:gd name="T21" fmla="*/ 60 h 7"/>
                <a:gd name="T22" fmla="*/ 87 w 7"/>
                <a:gd name="T23" fmla="*/ 38 h 7"/>
                <a:gd name="T24" fmla="*/ 87 w 7"/>
                <a:gd name="T25" fmla="*/ 22 h 7"/>
                <a:gd name="T26" fmla="*/ 87 w 7"/>
                <a:gd name="T27" fmla="*/ 22 h 7"/>
                <a:gd name="T28" fmla="*/ 87 w 7"/>
                <a:gd name="T29" fmla="*/ 22 h 7"/>
                <a:gd name="T30" fmla="*/ 70 w 7"/>
                <a:gd name="T31" fmla="*/ 0 h 7"/>
                <a:gd name="T32" fmla="*/ 58 w 7"/>
                <a:gd name="T33" fmla="*/ 0 h 7"/>
                <a:gd name="T34" fmla="*/ 41 w 7"/>
                <a:gd name="T35" fmla="*/ 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7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ubicBezTo>
                    <a:pt x="6" y="5"/>
                    <a:pt x="7" y="4"/>
                    <a:pt x="7" y="3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5" name="Freeform 1105">
              <a:extLst>
                <a:ext uri="{FF2B5EF4-FFF2-40B4-BE49-F238E27FC236}">
                  <a16:creationId xmlns:a16="http://schemas.microsoft.com/office/drawing/2014/main" id="{BFA03FAE-AAA2-42B3-BF80-5277684E2E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6" y="2149"/>
              <a:ext cx="10" cy="16"/>
            </a:xfrm>
            <a:custGeom>
              <a:avLst/>
              <a:gdLst>
                <a:gd name="T0" fmla="*/ 33 w 4"/>
                <a:gd name="T1" fmla="*/ 21 h 6"/>
                <a:gd name="T2" fmla="*/ 0 w 4"/>
                <a:gd name="T3" fmla="*/ 77 h 6"/>
                <a:gd name="T4" fmla="*/ 0 w 4"/>
                <a:gd name="T5" fmla="*/ 93 h 6"/>
                <a:gd name="T6" fmla="*/ 50 w 4"/>
                <a:gd name="T7" fmla="*/ 115 h 6"/>
                <a:gd name="T8" fmla="*/ 20 w 4"/>
                <a:gd name="T9" fmla="*/ 77 h 6"/>
                <a:gd name="T10" fmla="*/ 33 w 4"/>
                <a:gd name="T11" fmla="*/ 35 h 6"/>
                <a:gd name="T12" fmla="*/ 50 w 4"/>
                <a:gd name="T13" fmla="*/ 35 h 6"/>
                <a:gd name="T14" fmla="*/ 63 w 4"/>
                <a:gd name="T15" fmla="*/ 56 h 6"/>
                <a:gd name="T16" fmla="*/ 63 w 4"/>
                <a:gd name="T17" fmla="*/ 56 h 6"/>
                <a:gd name="T18" fmla="*/ 63 w 4"/>
                <a:gd name="T19" fmla="*/ 35 h 6"/>
                <a:gd name="T20" fmla="*/ 33 w 4"/>
                <a:gd name="T21" fmla="*/ 21 h 6"/>
                <a:gd name="T22" fmla="*/ 50 w 4"/>
                <a:gd name="T23" fmla="*/ 93 h 6"/>
                <a:gd name="T24" fmla="*/ 63 w 4"/>
                <a:gd name="T25" fmla="*/ 56 h 6"/>
                <a:gd name="T26" fmla="*/ 63 w 4"/>
                <a:gd name="T27" fmla="*/ 56 h 6"/>
                <a:gd name="T28" fmla="*/ 50 w 4"/>
                <a:gd name="T29" fmla="*/ 9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lose/>
                  <a:moveTo>
                    <a:pt x="3" y="5"/>
                  </a:move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6" name="Freeform 1106">
              <a:extLst>
                <a:ext uri="{FF2B5EF4-FFF2-40B4-BE49-F238E27FC236}">
                  <a16:creationId xmlns:a16="http://schemas.microsoft.com/office/drawing/2014/main" id="{E0286B0D-1238-4BC2-8CE2-3B6764E7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285"/>
              <a:ext cx="20" cy="24"/>
            </a:xfrm>
            <a:custGeom>
              <a:avLst/>
              <a:gdLst>
                <a:gd name="T0" fmla="*/ 50 w 8"/>
                <a:gd name="T1" fmla="*/ 21 h 9"/>
                <a:gd name="T2" fmla="*/ 33 w 8"/>
                <a:gd name="T3" fmla="*/ 35 h 9"/>
                <a:gd name="T4" fmla="*/ 0 w 8"/>
                <a:gd name="T5" fmla="*/ 93 h 9"/>
                <a:gd name="T6" fmla="*/ 0 w 8"/>
                <a:gd name="T7" fmla="*/ 115 h 9"/>
                <a:gd name="T8" fmla="*/ 50 w 8"/>
                <a:gd name="T9" fmla="*/ 171 h 9"/>
                <a:gd name="T10" fmla="*/ 113 w 8"/>
                <a:gd name="T11" fmla="*/ 115 h 9"/>
                <a:gd name="T12" fmla="*/ 95 w 8"/>
                <a:gd name="T13" fmla="*/ 35 h 9"/>
                <a:gd name="T14" fmla="*/ 50 w 8"/>
                <a:gd name="T15" fmla="*/ 21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3" y="1"/>
                    <a:pt x="2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2" y="9"/>
                    <a:pt x="3" y="9"/>
                  </a:cubicBezTo>
                  <a:cubicBezTo>
                    <a:pt x="5" y="9"/>
                    <a:pt x="6" y="8"/>
                    <a:pt x="7" y="6"/>
                  </a:cubicBezTo>
                  <a:cubicBezTo>
                    <a:pt x="8" y="5"/>
                    <a:pt x="7" y="3"/>
                    <a:pt x="6" y="2"/>
                  </a:cubicBezTo>
                  <a:cubicBezTo>
                    <a:pt x="5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7" name="Freeform 1107">
              <a:extLst>
                <a:ext uri="{FF2B5EF4-FFF2-40B4-BE49-F238E27FC236}">
                  <a16:creationId xmlns:a16="http://schemas.microsoft.com/office/drawing/2014/main" id="{00D44B2C-30DE-4693-9113-DE465BE949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4" y="2288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33 w 4"/>
                <a:gd name="T3" fmla="*/ 0 h 5"/>
                <a:gd name="T4" fmla="*/ 20 w 4"/>
                <a:gd name="T5" fmla="*/ 21 h 5"/>
                <a:gd name="T6" fmla="*/ 0 w 4"/>
                <a:gd name="T7" fmla="*/ 34 h 5"/>
                <a:gd name="T8" fmla="*/ 0 w 4"/>
                <a:gd name="T9" fmla="*/ 55 h 5"/>
                <a:gd name="T10" fmla="*/ 20 w 4"/>
                <a:gd name="T11" fmla="*/ 88 h 5"/>
                <a:gd name="T12" fmla="*/ 63 w 4"/>
                <a:gd name="T13" fmla="*/ 55 h 5"/>
                <a:gd name="T14" fmla="*/ 63 w 4"/>
                <a:gd name="T15" fmla="*/ 55 h 5"/>
                <a:gd name="T16" fmla="*/ 50 w 4"/>
                <a:gd name="T17" fmla="*/ 68 h 5"/>
                <a:gd name="T18" fmla="*/ 20 w 4"/>
                <a:gd name="T19" fmla="*/ 34 h 5"/>
                <a:gd name="T20" fmla="*/ 20 w 4"/>
                <a:gd name="T21" fmla="*/ 34 h 5"/>
                <a:gd name="T22" fmla="*/ 20 w 4"/>
                <a:gd name="T23" fmla="*/ 21 h 5"/>
                <a:gd name="T24" fmla="*/ 0 w 4"/>
                <a:gd name="T25" fmla="*/ 34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lose/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2" y="5"/>
                    <a:pt x="4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8" name="Freeform 1108">
              <a:extLst>
                <a:ext uri="{FF2B5EF4-FFF2-40B4-BE49-F238E27FC236}">
                  <a16:creationId xmlns:a16="http://schemas.microsoft.com/office/drawing/2014/main" id="{FD0FC28B-BD7D-4019-A76D-DF7E24EA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323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20 w 6"/>
                <a:gd name="T3" fmla="*/ 35 h 6"/>
                <a:gd name="T4" fmla="*/ 20 w 6"/>
                <a:gd name="T5" fmla="*/ 56 h 6"/>
                <a:gd name="T6" fmla="*/ 33 w 6"/>
                <a:gd name="T7" fmla="*/ 35 h 6"/>
                <a:gd name="T8" fmla="*/ 50 w 6"/>
                <a:gd name="T9" fmla="*/ 21 h 6"/>
                <a:gd name="T10" fmla="*/ 63 w 6"/>
                <a:gd name="T11" fmla="*/ 56 h 6"/>
                <a:gd name="T12" fmla="*/ 63 w 6"/>
                <a:gd name="T13" fmla="*/ 77 h 6"/>
                <a:gd name="T14" fmla="*/ 20 w 6"/>
                <a:gd name="T15" fmla="*/ 77 h 6"/>
                <a:gd name="T16" fmla="*/ 20 w 6"/>
                <a:gd name="T17" fmla="*/ 21 h 6"/>
                <a:gd name="T18" fmla="*/ 0 w 6"/>
                <a:gd name="T19" fmla="*/ 93 h 6"/>
                <a:gd name="T20" fmla="*/ 33 w 6"/>
                <a:gd name="T21" fmla="*/ 115 h 6"/>
                <a:gd name="T22" fmla="*/ 50 w 6"/>
                <a:gd name="T23" fmla="*/ 115 h 6"/>
                <a:gd name="T24" fmla="*/ 83 w 6"/>
                <a:gd name="T25" fmla="*/ 77 h 6"/>
                <a:gd name="T26" fmla="*/ 83 w 6"/>
                <a:gd name="T27" fmla="*/ 21 h 6"/>
                <a:gd name="T28" fmla="*/ 33 w 6"/>
                <a:gd name="T29" fmla="*/ 21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0" y="2"/>
                    <a:pt x="0" y="3"/>
                    <a:pt x="0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9" name="Freeform 1109">
              <a:extLst>
                <a:ext uri="{FF2B5EF4-FFF2-40B4-BE49-F238E27FC236}">
                  <a16:creationId xmlns:a16="http://schemas.microsoft.com/office/drawing/2014/main" id="{364EF29C-9F92-4715-B48B-8EEB9ADBD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1" y="2301"/>
              <a:ext cx="18" cy="16"/>
            </a:xfrm>
            <a:custGeom>
              <a:avLst/>
              <a:gdLst>
                <a:gd name="T0" fmla="*/ 54 w 7"/>
                <a:gd name="T1" fmla="*/ 0 h 6"/>
                <a:gd name="T2" fmla="*/ 21 w 7"/>
                <a:gd name="T3" fmla="*/ 35 h 6"/>
                <a:gd name="T4" fmla="*/ 21 w 7"/>
                <a:gd name="T5" fmla="*/ 93 h 6"/>
                <a:gd name="T6" fmla="*/ 85 w 7"/>
                <a:gd name="T7" fmla="*/ 93 h 6"/>
                <a:gd name="T8" fmla="*/ 118 w 7"/>
                <a:gd name="T9" fmla="*/ 56 h 6"/>
                <a:gd name="T10" fmla="*/ 118 w 7"/>
                <a:gd name="T11" fmla="*/ 56 h 6"/>
                <a:gd name="T12" fmla="*/ 100 w 7"/>
                <a:gd name="T13" fmla="*/ 35 h 6"/>
                <a:gd name="T14" fmla="*/ 100 w 7"/>
                <a:gd name="T15" fmla="*/ 21 h 6"/>
                <a:gd name="T16" fmla="*/ 85 w 7"/>
                <a:gd name="T17" fmla="*/ 0 h 6"/>
                <a:gd name="T18" fmla="*/ 54 w 7"/>
                <a:gd name="T19" fmla="*/ 0 h 6"/>
                <a:gd name="T20" fmla="*/ 33 w 7"/>
                <a:gd name="T21" fmla="*/ 35 h 6"/>
                <a:gd name="T22" fmla="*/ 33 w 7"/>
                <a:gd name="T23" fmla="*/ 21 h 6"/>
                <a:gd name="T24" fmla="*/ 33 w 7"/>
                <a:gd name="T25" fmla="*/ 35 h 6"/>
                <a:gd name="T26" fmla="*/ 33 w 7"/>
                <a:gd name="T27" fmla="*/ 35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6"/>
                    <a:pt x="4" y="6"/>
                    <a:pt x="5" y="5"/>
                  </a:cubicBezTo>
                  <a:cubicBezTo>
                    <a:pt x="6" y="5"/>
                    <a:pt x="7" y="4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lose/>
                  <a:moveTo>
                    <a:pt x="2" y="2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0" name="Freeform 1110">
              <a:extLst>
                <a:ext uri="{FF2B5EF4-FFF2-40B4-BE49-F238E27FC236}">
                  <a16:creationId xmlns:a16="http://schemas.microsoft.com/office/drawing/2014/main" id="{EEA2EF5E-579C-4CAE-8119-A7C7AEB76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328"/>
              <a:ext cx="17" cy="19"/>
            </a:xfrm>
            <a:custGeom>
              <a:avLst/>
              <a:gdLst>
                <a:gd name="T0" fmla="*/ 41 w 7"/>
                <a:gd name="T1" fmla="*/ 22 h 7"/>
                <a:gd name="T2" fmla="*/ 29 w 7"/>
                <a:gd name="T3" fmla="*/ 117 h 7"/>
                <a:gd name="T4" fmla="*/ 41 w 7"/>
                <a:gd name="T5" fmla="*/ 141 h 7"/>
                <a:gd name="T6" fmla="*/ 87 w 7"/>
                <a:gd name="T7" fmla="*/ 117 h 7"/>
                <a:gd name="T8" fmla="*/ 100 w 7"/>
                <a:gd name="T9" fmla="*/ 81 h 7"/>
                <a:gd name="T10" fmla="*/ 87 w 7"/>
                <a:gd name="T11" fmla="*/ 60 h 7"/>
                <a:gd name="T12" fmla="*/ 87 w 7"/>
                <a:gd name="T13" fmla="*/ 38 h 7"/>
                <a:gd name="T14" fmla="*/ 87 w 7"/>
                <a:gd name="T15" fmla="*/ 22 h 7"/>
                <a:gd name="T16" fmla="*/ 41 w 7"/>
                <a:gd name="T17" fmla="*/ 2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2" y="6"/>
                    <a:pt x="3" y="7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1" name="Freeform 1111">
              <a:extLst>
                <a:ext uri="{FF2B5EF4-FFF2-40B4-BE49-F238E27FC236}">
                  <a16:creationId xmlns:a16="http://schemas.microsoft.com/office/drawing/2014/main" id="{1A07C2A3-E259-4BB4-AF2B-EBADB5D9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34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20 w 6"/>
                <a:gd name="T3" fmla="*/ 77 h 6"/>
                <a:gd name="T4" fmla="*/ 50 w 6"/>
                <a:gd name="T5" fmla="*/ 115 h 6"/>
                <a:gd name="T6" fmla="*/ 83 w 6"/>
                <a:gd name="T7" fmla="*/ 77 h 6"/>
                <a:gd name="T8" fmla="*/ 95 w 6"/>
                <a:gd name="T9" fmla="*/ 35 h 6"/>
                <a:gd name="T10" fmla="*/ 95 w 6"/>
                <a:gd name="T11" fmla="*/ 35 h 6"/>
                <a:gd name="T12" fmla="*/ 63 w 6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1" y="5"/>
                    <a:pt x="2" y="6"/>
                    <a:pt x="3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2" name="Freeform 1112">
              <a:extLst>
                <a:ext uri="{FF2B5EF4-FFF2-40B4-BE49-F238E27FC236}">
                  <a16:creationId xmlns:a16="http://schemas.microsoft.com/office/drawing/2014/main" id="{41CB9DE1-26DB-4B11-BAD2-038B5E6A8E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4" y="2403"/>
              <a:ext cx="32" cy="26"/>
            </a:xfrm>
            <a:custGeom>
              <a:avLst/>
              <a:gdLst>
                <a:gd name="T0" fmla="*/ 30 w 13"/>
                <a:gd name="T1" fmla="*/ 68 h 10"/>
                <a:gd name="T2" fmla="*/ 12 w 13"/>
                <a:gd name="T3" fmla="*/ 143 h 10"/>
                <a:gd name="T4" fmla="*/ 42 w 13"/>
                <a:gd name="T5" fmla="*/ 156 h 10"/>
                <a:gd name="T6" fmla="*/ 74 w 13"/>
                <a:gd name="T7" fmla="*/ 122 h 10"/>
                <a:gd name="T8" fmla="*/ 74 w 13"/>
                <a:gd name="T9" fmla="*/ 122 h 10"/>
                <a:gd name="T10" fmla="*/ 74 w 13"/>
                <a:gd name="T11" fmla="*/ 109 h 10"/>
                <a:gd name="T12" fmla="*/ 74 w 13"/>
                <a:gd name="T13" fmla="*/ 88 h 10"/>
                <a:gd name="T14" fmla="*/ 30 w 13"/>
                <a:gd name="T15" fmla="*/ 68 h 10"/>
                <a:gd name="T16" fmla="*/ 194 w 13"/>
                <a:gd name="T17" fmla="*/ 0 h 10"/>
                <a:gd name="T18" fmla="*/ 194 w 13"/>
                <a:gd name="T19" fmla="*/ 0 h 10"/>
                <a:gd name="T20" fmla="*/ 194 w 13"/>
                <a:gd name="T21" fmla="*/ 21 h 10"/>
                <a:gd name="T22" fmla="*/ 194 w 13"/>
                <a:gd name="T23" fmla="*/ 0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10">
                  <a:moveTo>
                    <a:pt x="2" y="4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9"/>
                    <a:pt x="2" y="10"/>
                    <a:pt x="3" y="9"/>
                  </a:cubicBezTo>
                  <a:cubicBezTo>
                    <a:pt x="4" y="9"/>
                    <a:pt x="5" y="8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3" y="3"/>
                    <a:pt x="2" y="4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3" name="Freeform 1113">
              <a:extLst>
                <a:ext uri="{FF2B5EF4-FFF2-40B4-BE49-F238E27FC236}">
                  <a16:creationId xmlns:a16="http://schemas.microsoft.com/office/drawing/2014/main" id="{1CC64AE5-1F5D-4B7F-AF20-ADDDB3A3E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387"/>
              <a:ext cx="15" cy="18"/>
            </a:xfrm>
            <a:custGeom>
              <a:avLst/>
              <a:gdLst>
                <a:gd name="T0" fmla="*/ 0 w 6"/>
                <a:gd name="T1" fmla="*/ 21 h 7"/>
                <a:gd name="T2" fmla="*/ 0 w 6"/>
                <a:gd name="T3" fmla="*/ 33 h 7"/>
                <a:gd name="T4" fmla="*/ 0 w 6"/>
                <a:gd name="T5" fmla="*/ 54 h 7"/>
                <a:gd name="T6" fmla="*/ 0 w 6"/>
                <a:gd name="T7" fmla="*/ 54 h 7"/>
                <a:gd name="T8" fmla="*/ 20 w 6"/>
                <a:gd name="T9" fmla="*/ 100 h 7"/>
                <a:gd name="T10" fmla="*/ 50 w 6"/>
                <a:gd name="T11" fmla="*/ 100 h 7"/>
                <a:gd name="T12" fmla="*/ 95 w 6"/>
                <a:gd name="T13" fmla="*/ 33 h 7"/>
                <a:gd name="T14" fmla="*/ 63 w 6"/>
                <a:gd name="T15" fmla="*/ 0 h 7"/>
                <a:gd name="T16" fmla="*/ 0 w 6"/>
                <a:gd name="T17" fmla="*/ 2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7"/>
                    <a:pt x="3" y="7"/>
                    <a:pt x="3" y="6"/>
                  </a:cubicBezTo>
                  <a:cubicBezTo>
                    <a:pt x="5" y="5"/>
                    <a:pt x="6" y="4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4" name="Freeform 1114">
              <a:extLst>
                <a:ext uri="{FF2B5EF4-FFF2-40B4-BE49-F238E27FC236}">
                  <a16:creationId xmlns:a16="http://schemas.microsoft.com/office/drawing/2014/main" id="{9B5B8AB3-7744-4191-B7DB-B34BCC033F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9" y="2421"/>
              <a:ext cx="10" cy="14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22 h 5"/>
                <a:gd name="T4" fmla="*/ 20 w 4"/>
                <a:gd name="T5" fmla="*/ 87 h 5"/>
                <a:gd name="T6" fmla="*/ 50 w 4"/>
                <a:gd name="T7" fmla="*/ 87 h 5"/>
                <a:gd name="T8" fmla="*/ 63 w 4"/>
                <a:gd name="T9" fmla="*/ 48 h 5"/>
                <a:gd name="T10" fmla="*/ 33 w 4"/>
                <a:gd name="T11" fmla="*/ 0 h 5"/>
                <a:gd name="T12" fmla="*/ 63 w 4"/>
                <a:gd name="T13" fmla="*/ 48 h 5"/>
                <a:gd name="T14" fmla="*/ 63 w 4"/>
                <a:gd name="T15" fmla="*/ 48 h 5"/>
                <a:gd name="T16" fmla="*/ 63 w 4"/>
                <a:gd name="T17" fmla="*/ 48 h 5"/>
                <a:gd name="T18" fmla="*/ 63 w 4"/>
                <a:gd name="T19" fmla="*/ 22 h 5"/>
                <a:gd name="T20" fmla="*/ 63 w 4"/>
                <a:gd name="T21" fmla="*/ 48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5"/>
                    <a:pt x="2" y="4"/>
                    <a:pt x="3" y="4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5" name="Freeform 1115">
              <a:extLst>
                <a:ext uri="{FF2B5EF4-FFF2-40B4-BE49-F238E27FC236}">
                  <a16:creationId xmlns:a16="http://schemas.microsoft.com/office/drawing/2014/main" id="{7A3CD2CD-F0CB-4D8C-A5C6-78F7C7868D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9" y="2421"/>
              <a:ext cx="12" cy="16"/>
            </a:xfrm>
            <a:custGeom>
              <a:avLst/>
              <a:gdLst>
                <a:gd name="T0" fmla="*/ 29 w 5"/>
                <a:gd name="T1" fmla="*/ 0 h 6"/>
                <a:gd name="T2" fmla="*/ 0 w 5"/>
                <a:gd name="T3" fmla="*/ 56 h 6"/>
                <a:gd name="T4" fmla="*/ 0 w 5"/>
                <a:gd name="T5" fmla="*/ 35 h 6"/>
                <a:gd name="T6" fmla="*/ 0 w 5"/>
                <a:gd name="T7" fmla="*/ 56 h 6"/>
                <a:gd name="T8" fmla="*/ 0 w 5"/>
                <a:gd name="T9" fmla="*/ 56 h 6"/>
                <a:gd name="T10" fmla="*/ 12 w 5"/>
                <a:gd name="T11" fmla="*/ 93 h 6"/>
                <a:gd name="T12" fmla="*/ 58 w 5"/>
                <a:gd name="T13" fmla="*/ 77 h 6"/>
                <a:gd name="T14" fmla="*/ 58 w 5"/>
                <a:gd name="T15" fmla="*/ 21 h 6"/>
                <a:gd name="T16" fmla="*/ 29 w 5"/>
                <a:gd name="T17" fmla="*/ 0 h 6"/>
                <a:gd name="T18" fmla="*/ 29 w 5"/>
                <a:gd name="T19" fmla="*/ 21 h 6"/>
                <a:gd name="T20" fmla="*/ 58 w 5"/>
                <a:gd name="T21" fmla="*/ 56 h 6"/>
                <a:gd name="T22" fmla="*/ 29 w 5"/>
                <a:gd name="T23" fmla="*/ 77 h 6"/>
                <a:gd name="T24" fmla="*/ 12 w 5"/>
                <a:gd name="T25" fmla="*/ 56 h 6"/>
                <a:gd name="T26" fmla="*/ 12 w 5"/>
                <a:gd name="T27" fmla="*/ 35 h 6"/>
                <a:gd name="T28" fmla="*/ 12 w 5"/>
                <a:gd name="T29" fmla="*/ 35 h 6"/>
                <a:gd name="T30" fmla="*/ 29 w 5"/>
                <a:gd name="T31" fmla="*/ 21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2" y="0"/>
                    <a:pt x="0" y="0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2" y="1"/>
                  </a:moveTo>
                  <a:cubicBezTo>
                    <a:pt x="3" y="2"/>
                    <a:pt x="4" y="2"/>
                    <a:pt x="4" y="3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6" name="Freeform 1116">
              <a:extLst>
                <a:ext uri="{FF2B5EF4-FFF2-40B4-BE49-F238E27FC236}">
                  <a16:creationId xmlns:a16="http://schemas.microsoft.com/office/drawing/2014/main" id="{E295F3C8-E621-480E-8848-1479117B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344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0 w 5"/>
                <a:gd name="T3" fmla="*/ 77 h 6"/>
                <a:gd name="T4" fmla="*/ 55 w 5"/>
                <a:gd name="T5" fmla="*/ 93 h 6"/>
                <a:gd name="T6" fmla="*/ 68 w 5"/>
                <a:gd name="T7" fmla="*/ 56 h 6"/>
                <a:gd name="T8" fmla="*/ 68 w 5"/>
                <a:gd name="T9" fmla="*/ 77 h 6"/>
                <a:gd name="T10" fmla="*/ 21 w 5"/>
                <a:gd name="T11" fmla="*/ 77 h 6"/>
                <a:gd name="T12" fmla="*/ 0 w 5"/>
                <a:gd name="T13" fmla="*/ 56 h 6"/>
                <a:gd name="T14" fmla="*/ 21 w 5"/>
                <a:gd name="T15" fmla="*/ 21 h 6"/>
                <a:gd name="T16" fmla="*/ 55 w 5"/>
                <a:gd name="T17" fmla="*/ 21 h 6"/>
                <a:gd name="T18" fmla="*/ 88 w 5"/>
                <a:gd name="T19" fmla="*/ 35 h 6"/>
                <a:gd name="T20" fmla="*/ 68 w 5"/>
                <a:gd name="T21" fmla="*/ 0 h 6"/>
                <a:gd name="T22" fmla="*/ 34 w 5"/>
                <a:gd name="T23" fmla="*/ 0 h 6"/>
                <a:gd name="T24" fmla="*/ 21 w 5"/>
                <a:gd name="T25" fmla="*/ 21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2" y="6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2"/>
                    <a:pt x="5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7" name="Freeform 1117">
              <a:extLst>
                <a:ext uri="{FF2B5EF4-FFF2-40B4-BE49-F238E27FC236}">
                  <a16:creationId xmlns:a16="http://schemas.microsoft.com/office/drawing/2014/main" id="{254D96C6-2EFF-47BC-9814-2EF8D65141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6" y="2280"/>
              <a:ext cx="15" cy="19"/>
            </a:xfrm>
            <a:custGeom>
              <a:avLst/>
              <a:gdLst>
                <a:gd name="T0" fmla="*/ 20 w 6"/>
                <a:gd name="T1" fmla="*/ 38 h 7"/>
                <a:gd name="T2" fmla="*/ 20 w 6"/>
                <a:gd name="T3" fmla="*/ 38 h 7"/>
                <a:gd name="T4" fmla="*/ 20 w 6"/>
                <a:gd name="T5" fmla="*/ 38 h 7"/>
                <a:gd name="T6" fmla="*/ 20 w 6"/>
                <a:gd name="T7" fmla="*/ 38 h 7"/>
                <a:gd name="T8" fmla="*/ 0 w 6"/>
                <a:gd name="T9" fmla="*/ 60 h 7"/>
                <a:gd name="T10" fmla="*/ 20 w 6"/>
                <a:gd name="T11" fmla="*/ 60 h 7"/>
                <a:gd name="T12" fmla="*/ 0 w 6"/>
                <a:gd name="T13" fmla="*/ 103 h 7"/>
                <a:gd name="T14" fmla="*/ 0 w 6"/>
                <a:gd name="T15" fmla="*/ 103 h 7"/>
                <a:gd name="T16" fmla="*/ 20 w 6"/>
                <a:gd name="T17" fmla="*/ 117 h 7"/>
                <a:gd name="T18" fmla="*/ 33 w 6"/>
                <a:gd name="T19" fmla="*/ 141 h 7"/>
                <a:gd name="T20" fmla="*/ 95 w 6"/>
                <a:gd name="T21" fmla="*/ 81 h 7"/>
                <a:gd name="T22" fmla="*/ 63 w 6"/>
                <a:gd name="T23" fmla="*/ 22 h 7"/>
                <a:gd name="T24" fmla="*/ 20 w 6"/>
                <a:gd name="T25" fmla="*/ 38 h 7"/>
                <a:gd name="T26" fmla="*/ 50 w 6"/>
                <a:gd name="T27" fmla="*/ 103 h 7"/>
                <a:gd name="T28" fmla="*/ 33 w 6"/>
                <a:gd name="T29" fmla="*/ 60 h 7"/>
                <a:gd name="T30" fmla="*/ 33 w 6"/>
                <a:gd name="T31" fmla="*/ 60 h 7"/>
                <a:gd name="T32" fmla="*/ 63 w 6"/>
                <a:gd name="T33" fmla="*/ 60 h 7"/>
                <a:gd name="T34" fmla="*/ 83 w 6"/>
                <a:gd name="T35" fmla="*/ 81 h 7"/>
                <a:gd name="T36" fmla="*/ 83 w 6"/>
                <a:gd name="T37" fmla="*/ 81 h 7"/>
                <a:gd name="T38" fmla="*/ 50 w 6"/>
                <a:gd name="T39" fmla="*/ 103 h 7"/>
                <a:gd name="T40" fmla="*/ 50 w 6"/>
                <a:gd name="T41" fmla="*/ 103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4" y="7"/>
                    <a:pt x="6" y="5"/>
                    <a:pt x="6" y="4"/>
                  </a:cubicBezTo>
                  <a:cubicBezTo>
                    <a:pt x="6" y="3"/>
                    <a:pt x="6" y="1"/>
                    <a:pt x="4" y="1"/>
                  </a:cubicBezTo>
                  <a:cubicBezTo>
                    <a:pt x="4" y="1"/>
                    <a:pt x="2" y="0"/>
                    <a:pt x="1" y="2"/>
                  </a:cubicBezTo>
                  <a:close/>
                  <a:moveTo>
                    <a:pt x="3" y="5"/>
                  </a:move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8" name="Freeform 1118">
              <a:extLst>
                <a:ext uri="{FF2B5EF4-FFF2-40B4-BE49-F238E27FC236}">
                  <a16:creationId xmlns:a16="http://schemas.microsoft.com/office/drawing/2014/main" id="{FC92D38C-A59B-48A0-B0D4-13D339F857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9" y="2288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0 w 6"/>
                <a:gd name="T3" fmla="*/ 60 h 7"/>
                <a:gd name="T4" fmla="*/ 0 w 6"/>
                <a:gd name="T5" fmla="*/ 81 h 7"/>
                <a:gd name="T6" fmla="*/ 0 w 6"/>
                <a:gd name="T7" fmla="*/ 81 h 7"/>
                <a:gd name="T8" fmla="*/ 0 w 6"/>
                <a:gd name="T9" fmla="*/ 103 h 7"/>
                <a:gd name="T10" fmla="*/ 0 w 6"/>
                <a:gd name="T11" fmla="*/ 117 h 7"/>
                <a:gd name="T12" fmla="*/ 50 w 6"/>
                <a:gd name="T13" fmla="*/ 141 h 7"/>
                <a:gd name="T14" fmla="*/ 95 w 6"/>
                <a:gd name="T15" fmla="*/ 81 h 7"/>
                <a:gd name="T16" fmla="*/ 63 w 6"/>
                <a:gd name="T17" fmla="*/ 22 h 7"/>
                <a:gd name="T18" fmla="*/ 20 w 6"/>
                <a:gd name="T19" fmla="*/ 22 h 7"/>
                <a:gd name="T20" fmla="*/ 63 w 6"/>
                <a:gd name="T21" fmla="*/ 60 h 7"/>
                <a:gd name="T22" fmla="*/ 63 w 6"/>
                <a:gd name="T23" fmla="*/ 81 h 7"/>
                <a:gd name="T24" fmla="*/ 50 w 6"/>
                <a:gd name="T25" fmla="*/ 103 h 7"/>
                <a:gd name="T26" fmla="*/ 33 w 6"/>
                <a:gd name="T27" fmla="*/ 81 h 7"/>
                <a:gd name="T28" fmla="*/ 33 w 6"/>
                <a:gd name="T29" fmla="*/ 81 h 7"/>
                <a:gd name="T30" fmla="*/ 33 w 6"/>
                <a:gd name="T31" fmla="*/ 60 h 7"/>
                <a:gd name="T32" fmla="*/ 33 w 6"/>
                <a:gd name="T33" fmla="*/ 60 h 7"/>
                <a:gd name="T34" fmla="*/ 33 w 6"/>
                <a:gd name="T35" fmla="*/ 60 h 7"/>
                <a:gd name="T36" fmla="*/ 33 w 6"/>
                <a:gd name="T37" fmla="*/ 60 h 7"/>
                <a:gd name="T38" fmla="*/ 33 w 6"/>
                <a:gd name="T39" fmla="*/ 60 h 7"/>
                <a:gd name="T40" fmla="*/ 63 w 6"/>
                <a:gd name="T41" fmla="*/ 60 h 7"/>
                <a:gd name="T42" fmla="*/ 33 w 6"/>
                <a:gd name="T43" fmla="*/ 60 h 7"/>
                <a:gd name="T44" fmla="*/ 33 w 6"/>
                <a:gd name="T45" fmla="*/ 60 h 7"/>
                <a:gd name="T46" fmla="*/ 63 w 6"/>
                <a:gd name="T47" fmla="*/ 81 h 7"/>
                <a:gd name="T48" fmla="*/ 50 w 6"/>
                <a:gd name="T49" fmla="*/ 60 h 7"/>
                <a:gd name="T50" fmla="*/ 33 w 6"/>
                <a:gd name="T51" fmla="*/ 60 h 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7"/>
                    <a:pt x="6" y="5"/>
                    <a:pt x="6" y="4"/>
                  </a:cubicBezTo>
                  <a:cubicBezTo>
                    <a:pt x="6" y="2"/>
                    <a:pt x="6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2"/>
                    <a:pt x="4" y="3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4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9" name="Freeform 1119">
              <a:extLst>
                <a:ext uri="{FF2B5EF4-FFF2-40B4-BE49-F238E27FC236}">
                  <a16:creationId xmlns:a16="http://schemas.microsoft.com/office/drawing/2014/main" id="{9350B5ED-E137-4706-AC64-5C426A942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243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12 w 5"/>
                <a:gd name="T3" fmla="*/ 21 h 6"/>
                <a:gd name="T4" fmla="*/ 0 w 5"/>
                <a:gd name="T5" fmla="*/ 35 h 6"/>
                <a:gd name="T6" fmla="*/ 12 w 5"/>
                <a:gd name="T7" fmla="*/ 93 h 6"/>
                <a:gd name="T8" fmla="*/ 58 w 5"/>
                <a:gd name="T9" fmla="*/ 93 h 6"/>
                <a:gd name="T10" fmla="*/ 70 w 5"/>
                <a:gd name="T11" fmla="*/ 77 h 6"/>
                <a:gd name="T12" fmla="*/ 70 w 5"/>
                <a:gd name="T13" fmla="*/ 56 h 6"/>
                <a:gd name="T14" fmla="*/ 70 w 5"/>
                <a:gd name="T15" fmla="*/ 35 h 6"/>
                <a:gd name="T16" fmla="*/ 70 w 5"/>
                <a:gd name="T17" fmla="*/ 35 h 6"/>
                <a:gd name="T18" fmla="*/ 41 w 5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0" name="Freeform 1120">
              <a:extLst>
                <a:ext uri="{FF2B5EF4-FFF2-40B4-BE49-F238E27FC236}">
                  <a16:creationId xmlns:a16="http://schemas.microsoft.com/office/drawing/2014/main" id="{F7B2C950-CE11-427E-A809-16B658C1C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312"/>
              <a:ext cx="17" cy="19"/>
            </a:xfrm>
            <a:custGeom>
              <a:avLst/>
              <a:gdLst>
                <a:gd name="T0" fmla="*/ 58 w 7"/>
                <a:gd name="T1" fmla="*/ 0 h 7"/>
                <a:gd name="T2" fmla="*/ 0 w 7"/>
                <a:gd name="T3" fmla="*/ 38 h 7"/>
                <a:gd name="T4" fmla="*/ 0 w 7"/>
                <a:gd name="T5" fmla="*/ 60 h 7"/>
                <a:gd name="T6" fmla="*/ 0 w 7"/>
                <a:gd name="T7" fmla="*/ 81 h 7"/>
                <a:gd name="T8" fmla="*/ 0 w 7"/>
                <a:gd name="T9" fmla="*/ 81 h 7"/>
                <a:gd name="T10" fmla="*/ 0 w 7"/>
                <a:gd name="T11" fmla="*/ 81 h 7"/>
                <a:gd name="T12" fmla="*/ 12 w 7"/>
                <a:gd name="T13" fmla="*/ 117 h 7"/>
                <a:gd name="T14" fmla="*/ 41 w 7"/>
                <a:gd name="T15" fmla="*/ 141 h 7"/>
                <a:gd name="T16" fmla="*/ 87 w 7"/>
                <a:gd name="T17" fmla="*/ 103 h 7"/>
                <a:gd name="T18" fmla="*/ 87 w 7"/>
                <a:gd name="T19" fmla="*/ 22 h 7"/>
                <a:gd name="T20" fmla="*/ 58 w 7"/>
                <a:gd name="T21" fmla="*/ 0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7"/>
                    <a:pt x="6" y="6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1" name="Freeform 1121">
              <a:extLst>
                <a:ext uri="{FF2B5EF4-FFF2-40B4-BE49-F238E27FC236}">
                  <a16:creationId xmlns:a16="http://schemas.microsoft.com/office/drawing/2014/main" id="{0BEE612E-983F-4D9C-9F2C-01CE5BF0A4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9" y="2363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12 w 5"/>
                <a:gd name="T3" fmla="*/ 34 h 5"/>
                <a:gd name="T4" fmla="*/ 0 w 5"/>
                <a:gd name="T5" fmla="*/ 55 h 5"/>
                <a:gd name="T6" fmla="*/ 12 w 5"/>
                <a:gd name="T7" fmla="*/ 34 h 5"/>
                <a:gd name="T8" fmla="*/ 29 w 5"/>
                <a:gd name="T9" fmla="*/ 34 h 5"/>
                <a:gd name="T10" fmla="*/ 29 w 5"/>
                <a:gd name="T11" fmla="*/ 34 h 5"/>
                <a:gd name="T12" fmla="*/ 41 w 5"/>
                <a:gd name="T13" fmla="*/ 34 h 5"/>
                <a:gd name="T14" fmla="*/ 70 w 5"/>
                <a:gd name="T15" fmla="*/ 68 h 5"/>
                <a:gd name="T16" fmla="*/ 70 w 5"/>
                <a:gd name="T17" fmla="*/ 34 h 5"/>
                <a:gd name="T18" fmla="*/ 41 w 5"/>
                <a:gd name="T19" fmla="*/ 21 h 5"/>
                <a:gd name="T20" fmla="*/ 0 w 5"/>
                <a:gd name="T21" fmla="*/ 34 h 5"/>
                <a:gd name="T22" fmla="*/ 12 w 5"/>
                <a:gd name="T23" fmla="*/ 34 h 5"/>
                <a:gd name="T24" fmla="*/ 12 w 5"/>
                <a:gd name="T25" fmla="*/ 55 h 5"/>
                <a:gd name="T26" fmla="*/ 12 w 5"/>
                <a:gd name="T27" fmla="*/ 55 h 5"/>
                <a:gd name="T28" fmla="*/ 29 w 5"/>
                <a:gd name="T29" fmla="*/ 88 h 5"/>
                <a:gd name="T30" fmla="*/ 58 w 5"/>
                <a:gd name="T31" fmla="*/ 68 h 5"/>
                <a:gd name="T32" fmla="*/ 58 w 5"/>
                <a:gd name="T33" fmla="*/ 68 h 5"/>
                <a:gd name="T34" fmla="*/ 41 w 5"/>
                <a:gd name="T35" fmla="*/ 34 h 5"/>
                <a:gd name="T36" fmla="*/ 29 w 5"/>
                <a:gd name="T37" fmla="*/ 34 h 5"/>
                <a:gd name="T38" fmla="*/ 12 w 5"/>
                <a:gd name="T39" fmla="*/ 34 h 5"/>
                <a:gd name="T40" fmla="*/ 58 w 5"/>
                <a:gd name="T41" fmla="*/ 68 h 5"/>
                <a:gd name="T42" fmla="*/ 58 w 5"/>
                <a:gd name="T43" fmla="*/ 88 h 5"/>
                <a:gd name="T44" fmla="*/ 58 w 5"/>
                <a:gd name="T45" fmla="*/ 68 h 5"/>
                <a:gd name="T46" fmla="*/ 58 w 5"/>
                <a:gd name="T47" fmla="*/ 68 h 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3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lose/>
                  <a:moveTo>
                    <a:pt x="1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  <a:moveTo>
                    <a:pt x="4" y="4"/>
                  </a:moveTo>
                  <a:cubicBezTo>
                    <a:pt x="4" y="4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2" name="Freeform 1122">
              <a:extLst>
                <a:ext uri="{FF2B5EF4-FFF2-40B4-BE49-F238E27FC236}">
                  <a16:creationId xmlns:a16="http://schemas.microsoft.com/office/drawing/2014/main" id="{16E0CAF5-F210-45DC-8164-3B8A1C007D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1" y="2261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20 w 6"/>
                <a:gd name="T3" fmla="*/ 48 h 5"/>
                <a:gd name="T4" fmla="*/ 0 w 6"/>
                <a:gd name="T5" fmla="*/ 87 h 5"/>
                <a:gd name="T6" fmla="*/ 33 w 6"/>
                <a:gd name="T7" fmla="*/ 109 h 5"/>
                <a:gd name="T8" fmla="*/ 83 w 6"/>
                <a:gd name="T9" fmla="*/ 109 h 5"/>
                <a:gd name="T10" fmla="*/ 95 w 6"/>
                <a:gd name="T11" fmla="*/ 87 h 5"/>
                <a:gd name="T12" fmla="*/ 95 w 6"/>
                <a:gd name="T13" fmla="*/ 62 h 5"/>
                <a:gd name="T14" fmla="*/ 95 w 6"/>
                <a:gd name="T15" fmla="*/ 62 h 5"/>
                <a:gd name="T16" fmla="*/ 83 w 6"/>
                <a:gd name="T17" fmla="*/ 87 h 5"/>
                <a:gd name="T18" fmla="*/ 50 w 6"/>
                <a:gd name="T19" fmla="*/ 109 h 5"/>
                <a:gd name="T20" fmla="*/ 33 w 6"/>
                <a:gd name="T21" fmla="*/ 62 h 5"/>
                <a:gd name="T22" fmla="*/ 33 w 6"/>
                <a:gd name="T23" fmla="*/ 62 h 5"/>
                <a:gd name="T24" fmla="*/ 33 w 6"/>
                <a:gd name="T25" fmla="*/ 48 h 5"/>
                <a:gd name="T26" fmla="*/ 50 w 6"/>
                <a:gd name="T27" fmla="*/ 22 h 5"/>
                <a:gd name="T28" fmla="*/ 33 w 6"/>
                <a:gd name="T29" fmla="*/ 22 h 5"/>
                <a:gd name="T30" fmla="*/ 50 w 6"/>
                <a:gd name="T31" fmla="*/ 22 h 5"/>
                <a:gd name="T32" fmla="*/ 63 w 6"/>
                <a:gd name="T33" fmla="*/ 22 h 5"/>
                <a:gd name="T34" fmla="*/ 63 w 6"/>
                <a:gd name="T35" fmla="*/ 0 h 5"/>
                <a:gd name="T36" fmla="*/ 33 w 6"/>
                <a:gd name="T37" fmla="*/ 22 h 5"/>
                <a:gd name="T38" fmla="*/ 95 w 6"/>
                <a:gd name="T39" fmla="*/ 48 h 5"/>
                <a:gd name="T40" fmla="*/ 63 w 6"/>
                <a:gd name="T41" fmla="*/ 22 h 5"/>
                <a:gd name="T42" fmla="*/ 63 w 6"/>
                <a:gd name="T43" fmla="*/ 22 h 5"/>
                <a:gd name="T44" fmla="*/ 95 w 6"/>
                <a:gd name="T45" fmla="*/ 48 h 5"/>
                <a:gd name="T46" fmla="*/ 63 w 6"/>
                <a:gd name="T47" fmla="*/ 22 h 5"/>
                <a:gd name="T48" fmla="*/ 50 w 6"/>
                <a:gd name="T49" fmla="*/ 22 h 5"/>
                <a:gd name="T50" fmla="*/ 50 w 6"/>
                <a:gd name="T51" fmla="*/ 22 h 5"/>
                <a:gd name="T52" fmla="*/ 95 w 6"/>
                <a:gd name="T53" fmla="*/ 62 h 5"/>
                <a:gd name="T54" fmla="*/ 95 w 6"/>
                <a:gd name="T55" fmla="*/ 62 h 5"/>
                <a:gd name="T56" fmla="*/ 83 w 6"/>
                <a:gd name="T57" fmla="*/ 48 h 5"/>
                <a:gd name="T58" fmla="*/ 63 w 6"/>
                <a:gd name="T59" fmla="*/ 22 h 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lose/>
                  <a:moveTo>
                    <a:pt x="6" y="2"/>
                  </a:moveTo>
                  <a:cubicBezTo>
                    <a:pt x="6" y="1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6" y="1"/>
                    <a:pt x="6" y="2"/>
                  </a:cubicBezTo>
                  <a:close/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5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3" name="Freeform 1123">
              <a:extLst>
                <a:ext uri="{FF2B5EF4-FFF2-40B4-BE49-F238E27FC236}">
                  <a16:creationId xmlns:a16="http://schemas.microsoft.com/office/drawing/2014/main" id="{AB9CD767-04EC-4A1E-98DF-CB9BBF6884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" y="2245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34 w 5"/>
                <a:gd name="T3" fmla="*/ 109 h 5"/>
                <a:gd name="T4" fmla="*/ 88 w 5"/>
                <a:gd name="T5" fmla="*/ 87 h 5"/>
                <a:gd name="T6" fmla="*/ 88 w 5"/>
                <a:gd name="T7" fmla="*/ 62 h 5"/>
                <a:gd name="T8" fmla="*/ 88 w 5"/>
                <a:gd name="T9" fmla="*/ 62 h 5"/>
                <a:gd name="T10" fmla="*/ 88 w 5"/>
                <a:gd name="T11" fmla="*/ 48 h 5"/>
                <a:gd name="T12" fmla="*/ 88 w 5"/>
                <a:gd name="T13" fmla="*/ 48 h 5"/>
                <a:gd name="T14" fmla="*/ 55 w 5"/>
                <a:gd name="T15" fmla="*/ 0 h 5"/>
                <a:gd name="T16" fmla="*/ 0 w 5"/>
                <a:gd name="T17" fmla="*/ 48 h 5"/>
                <a:gd name="T18" fmla="*/ 68 w 5"/>
                <a:gd name="T19" fmla="*/ 87 h 5"/>
                <a:gd name="T20" fmla="*/ 55 w 5"/>
                <a:gd name="T21" fmla="*/ 87 h 5"/>
                <a:gd name="T22" fmla="*/ 68 w 5"/>
                <a:gd name="T23" fmla="*/ 87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4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4" name="Freeform 1124">
              <a:extLst>
                <a:ext uri="{FF2B5EF4-FFF2-40B4-BE49-F238E27FC236}">
                  <a16:creationId xmlns:a16="http://schemas.microsoft.com/office/drawing/2014/main" id="{AB4019EF-114C-41EA-8116-1233A70107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1" y="2197"/>
              <a:ext cx="13" cy="16"/>
            </a:xfrm>
            <a:custGeom>
              <a:avLst/>
              <a:gdLst>
                <a:gd name="T0" fmla="*/ 55 w 5"/>
                <a:gd name="T1" fmla="*/ 0 h 6"/>
                <a:gd name="T2" fmla="*/ 0 w 5"/>
                <a:gd name="T3" fmla="*/ 35 h 6"/>
                <a:gd name="T4" fmla="*/ 0 w 5"/>
                <a:gd name="T5" fmla="*/ 77 h 6"/>
                <a:gd name="T6" fmla="*/ 55 w 5"/>
                <a:gd name="T7" fmla="*/ 93 h 6"/>
                <a:gd name="T8" fmla="*/ 88 w 5"/>
                <a:gd name="T9" fmla="*/ 56 h 6"/>
                <a:gd name="T10" fmla="*/ 88 w 5"/>
                <a:gd name="T11" fmla="*/ 56 h 6"/>
                <a:gd name="T12" fmla="*/ 88 w 5"/>
                <a:gd name="T13" fmla="*/ 35 h 6"/>
                <a:gd name="T14" fmla="*/ 88 w 5"/>
                <a:gd name="T15" fmla="*/ 35 h 6"/>
                <a:gd name="T16" fmla="*/ 55 w 5"/>
                <a:gd name="T17" fmla="*/ 0 h 6"/>
                <a:gd name="T18" fmla="*/ 55 w 5"/>
                <a:gd name="T19" fmla="*/ 35 h 6"/>
                <a:gd name="T20" fmla="*/ 68 w 5"/>
                <a:gd name="T21" fmla="*/ 35 h 6"/>
                <a:gd name="T22" fmla="*/ 68 w 5"/>
                <a:gd name="T23" fmla="*/ 35 h 6"/>
                <a:gd name="T24" fmla="*/ 55 w 5"/>
                <a:gd name="T25" fmla="*/ 35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lose/>
                  <a:moveTo>
                    <a:pt x="3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5" name="Freeform 1125">
              <a:extLst>
                <a:ext uri="{FF2B5EF4-FFF2-40B4-BE49-F238E27FC236}">
                  <a16:creationId xmlns:a16="http://schemas.microsoft.com/office/drawing/2014/main" id="{54AAE809-9DFF-4A28-A8FE-FAD97F920B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1" y="2192"/>
              <a:ext cx="13" cy="11"/>
            </a:xfrm>
            <a:custGeom>
              <a:avLst/>
              <a:gdLst>
                <a:gd name="T0" fmla="*/ 21 w 5"/>
                <a:gd name="T1" fmla="*/ 61 h 4"/>
                <a:gd name="T2" fmla="*/ 34 w 5"/>
                <a:gd name="T3" fmla="*/ 83 h 4"/>
                <a:gd name="T4" fmla="*/ 55 w 5"/>
                <a:gd name="T5" fmla="*/ 83 h 4"/>
                <a:gd name="T6" fmla="*/ 34 w 5"/>
                <a:gd name="T7" fmla="*/ 61 h 4"/>
                <a:gd name="T8" fmla="*/ 21 w 5"/>
                <a:gd name="T9" fmla="*/ 22 h 4"/>
                <a:gd name="T10" fmla="*/ 21 w 5"/>
                <a:gd name="T11" fmla="*/ 0 h 4"/>
                <a:gd name="T12" fmla="*/ 21 w 5"/>
                <a:gd name="T13" fmla="*/ 61 h 4"/>
                <a:gd name="T14" fmla="*/ 68 w 5"/>
                <a:gd name="T15" fmla="*/ 61 h 4"/>
                <a:gd name="T16" fmla="*/ 88 w 5"/>
                <a:gd name="T17" fmla="*/ 61 h 4"/>
                <a:gd name="T18" fmla="*/ 88 w 5"/>
                <a:gd name="T19" fmla="*/ 47 h 4"/>
                <a:gd name="T20" fmla="*/ 68 w 5"/>
                <a:gd name="T21" fmla="*/ 61 h 4"/>
                <a:gd name="T22" fmla="*/ 68 w 5"/>
                <a:gd name="T23" fmla="*/ 61 h 4"/>
                <a:gd name="T24" fmla="*/ 68 w 5"/>
                <a:gd name="T25" fmla="*/ 61 h 4"/>
                <a:gd name="T26" fmla="*/ 68 w 5"/>
                <a:gd name="T27" fmla="*/ 61 h 4"/>
                <a:gd name="T28" fmla="*/ 55 w 5"/>
                <a:gd name="T29" fmla="*/ 83 h 4"/>
                <a:gd name="T30" fmla="*/ 68 w 5"/>
                <a:gd name="T31" fmla="*/ 61 h 4"/>
                <a:gd name="T32" fmla="*/ 55 w 5"/>
                <a:gd name="T33" fmla="*/ 83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lnTo>
                    <a:pt x="1" y="3"/>
                  </a:lnTo>
                  <a:close/>
                  <a:moveTo>
                    <a:pt x="4" y="3"/>
                  </a:moveTo>
                  <a:cubicBezTo>
                    <a:pt x="4" y="3"/>
                    <a:pt x="4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3"/>
                    <a:pt x="4" y="3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lose/>
                  <a:moveTo>
                    <a:pt x="3" y="4"/>
                  </a:moveTo>
                  <a:cubicBezTo>
                    <a:pt x="3" y="4"/>
                    <a:pt x="4" y="3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6" name="Freeform 1126">
              <a:extLst>
                <a:ext uri="{FF2B5EF4-FFF2-40B4-BE49-F238E27FC236}">
                  <a16:creationId xmlns:a16="http://schemas.microsoft.com/office/drawing/2014/main" id="{A6537359-F503-4C1C-B1EB-B95C73552A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1" y="2176"/>
              <a:ext cx="13" cy="16"/>
            </a:xfrm>
            <a:custGeom>
              <a:avLst/>
              <a:gdLst>
                <a:gd name="T0" fmla="*/ 34 w 5"/>
                <a:gd name="T1" fmla="*/ 0 h 6"/>
                <a:gd name="T2" fmla="*/ 0 w 5"/>
                <a:gd name="T3" fmla="*/ 35 h 6"/>
                <a:gd name="T4" fmla="*/ 21 w 5"/>
                <a:gd name="T5" fmla="*/ 93 h 6"/>
                <a:gd name="T6" fmla="*/ 68 w 5"/>
                <a:gd name="T7" fmla="*/ 93 h 6"/>
                <a:gd name="T8" fmla="*/ 88 w 5"/>
                <a:gd name="T9" fmla="*/ 56 h 6"/>
                <a:gd name="T10" fmla="*/ 68 w 5"/>
                <a:gd name="T11" fmla="*/ 56 h 6"/>
                <a:gd name="T12" fmla="*/ 88 w 5"/>
                <a:gd name="T13" fmla="*/ 35 h 6"/>
                <a:gd name="T14" fmla="*/ 88 w 5"/>
                <a:gd name="T15" fmla="*/ 35 h 6"/>
                <a:gd name="T16" fmla="*/ 34 w 5"/>
                <a:gd name="T17" fmla="*/ 0 h 6"/>
                <a:gd name="T18" fmla="*/ 68 w 5"/>
                <a:gd name="T19" fmla="*/ 56 h 6"/>
                <a:gd name="T20" fmla="*/ 68 w 5"/>
                <a:gd name="T21" fmla="*/ 56 h 6"/>
                <a:gd name="T22" fmla="*/ 55 w 5"/>
                <a:gd name="T23" fmla="*/ 77 h 6"/>
                <a:gd name="T24" fmla="*/ 68 w 5"/>
                <a:gd name="T25" fmla="*/ 56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0"/>
                    <a:pt x="4" y="0"/>
                    <a:pt x="2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7" name="Freeform 1127">
              <a:extLst>
                <a:ext uri="{FF2B5EF4-FFF2-40B4-BE49-F238E27FC236}">
                  <a16:creationId xmlns:a16="http://schemas.microsoft.com/office/drawing/2014/main" id="{BCE9A293-9094-408A-B8AC-6141F03E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197"/>
              <a:ext cx="15" cy="19"/>
            </a:xfrm>
            <a:custGeom>
              <a:avLst/>
              <a:gdLst>
                <a:gd name="T0" fmla="*/ 50 w 6"/>
                <a:gd name="T1" fmla="*/ 0 h 7"/>
                <a:gd name="T2" fmla="*/ 33 w 6"/>
                <a:gd name="T3" fmla="*/ 22 h 7"/>
                <a:gd name="T4" fmla="*/ 33 w 6"/>
                <a:gd name="T5" fmla="*/ 117 h 7"/>
                <a:gd name="T6" fmla="*/ 83 w 6"/>
                <a:gd name="T7" fmla="*/ 117 h 7"/>
                <a:gd name="T8" fmla="*/ 83 w 6"/>
                <a:gd name="T9" fmla="*/ 81 h 7"/>
                <a:gd name="T10" fmla="*/ 83 w 6"/>
                <a:gd name="T11" fmla="*/ 81 h 7"/>
                <a:gd name="T12" fmla="*/ 95 w 6"/>
                <a:gd name="T13" fmla="*/ 60 h 7"/>
                <a:gd name="T14" fmla="*/ 83 w 6"/>
                <a:gd name="T15" fmla="*/ 38 h 7"/>
                <a:gd name="T16" fmla="*/ 50 w 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4"/>
                    <a:pt x="2" y="6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6" y="3"/>
                    <a:pt x="6" y="3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8" name="Freeform 1128">
              <a:extLst>
                <a:ext uri="{FF2B5EF4-FFF2-40B4-BE49-F238E27FC236}">
                  <a16:creationId xmlns:a16="http://schemas.microsoft.com/office/drawing/2014/main" id="{E2548885-FB0E-47FF-B89A-C2C67849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235"/>
              <a:ext cx="13" cy="18"/>
            </a:xfrm>
            <a:custGeom>
              <a:avLst/>
              <a:gdLst>
                <a:gd name="T0" fmla="*/ 0 w 5"/>
                <a:gd name="T1" fmla="*/ 33 h 7"/>
                <a:gd name="T2" fmla="*/ 34 w 5"/>
                <a:gd name="T3" fmla="*/ 118 h 7"/>
                <a:gd name="T4" fmla="*/ 88 w 5"/>
                <a:gd name="T5" fmla="*/ 100 h 7"/>
                <a:gd name="T6" fmla="*/ 88 w 5"/>
                <a:gd name="T7" fmla="*/ 54 h 7"/>
                <a:gd name="T8" fmla="*/ 68 w 5"/>
                <a:gd name="T9" fmla="*/ 54 h 7"/>
                <a:gd name="T10" fmla="*/ 68 w 5"/>
                <a:gd name="T11" fmla="*/ 67 h 7"/>
                <a:gd name="T12" fmla="*/ 55 w 5"/>
                <a:gd name="T13" fmla="*/ 85 h 7"/>
                <a:gd name="T14" fmla="*/ 21 w 5"/>
                <a:gd name="T15" fmla="*/ 33 h 7"/>
                <a:gd name="T16" fmla="*/ 68 w 5"/>
                <a:gd name="T17" fmla="*/ 21 h 7"/>
                <a:gd name="T18" fmla="*/ 0 w 5"/>
                <a:gd name="T19" fmla="*/ 3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4"/>
                    <a:pt x="1" y="6"/>
                    <a:pt x="2" y="7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5" y="6"/>
                    <a:pt x="5" y="4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9" name="Freeform 1129">
              <a:extLst>
                <a:ext uri="{FF2B5EF4-FFF2-40B4-BE49-F238E27FC236}">
                  <a16:creationId xmlns:a16="http://schemas.microsoft.com/office/drawing/2014/main" id="{6254CECF-39DC-4E74-9D04-32920B755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93"/>
              <a:ext cx="15" cy="14"/>
            </a:xfrm>
            <a:custGeom>
              <a:avLst/>
              <a:gdLst>
                <a:gd name="T0" fmla="*/ 20 w 6"/>
                <a:gd name="T1" fmla="*/ 48 h 5"/>
                <a:gd name="T2" fmla="*/ 33 w 6"/>
                <a:gd name="T3" fmla="*/ 109 h 5"/>
                <a:gd name="T4" fmla="*/ 50 w 6"/>
                <a:gd name="T5" fmla="*/ 109 h 5"/>
                <a:gd name="T6" fmla="*/ 63 w 6"/>
                <a:gd name="T7" fmla="*/ 109 h 5"/>
                <a:gd name="T8" fmla="*/ 95 w 6"/>
                <a:gd name="T9" fmla="*/ 62 h 5"/>
                <a:gd name="T10" fmla="*/ 83 w 6"/>
                <a:gd name="T11" fmla="*/ 22 h 5"/>
                <a:gd name="T12" fmla="*/ 63 w 6"/>
                <a:gd name="T13" fmla="*/ 0 h 5"/>
                <a:gd name="T14" fmla="*/ 20 w 6"/>
                <a:gd name="T15" fmla="*/ 4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5" y="4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0" name="Freeform 1130">
              <a:extLst>
                <a:ext uri="{FF2B5EF4-FFF2-40B4-BE49-F238E27FC236}">
                  <a16:creationId xmlns:a16="http://schemas.microsoft.com/office/drawing/2014/main" id="{277424C2-10C9-4C83-87C6-6594C4B0BA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9" y="2224"/>
              <a:ext cx="17" cy="21"/>
            </a:xfrm>
            <a:custGeom>
              <a:avLst/>
              <a:gdLst>
                <a:gd name="T0" fmla="*/ 0 w 7"/>
                <a:gd name="T1" fmla="*/ 55 h 8"/>
                <a:gd name="T2" fmla="*/ 0 w 7"/>
                <a:gd name="T3" fmla="*/ 55 h 8"/>
                <a:gd name="T4" fmla="*/ 0 w 7"/>
                <a:gd name="T5" fmla="*/ 76 h 8"/>
                <a:gd name="T6" fmla="*/ 0 w 7"/>
                <a:gd name="T7" fmla="*/ 76 h 8"/>
                <a:gd name="T8" fmla="*/ 0 w 7"/>
                <a:gd name="T9" fmla="*/ 76 h 8"/>
                <a:gd name="T10" fmla="*/ 12 w 7"/>
                <a:gd name="T11" fmla="*/ 123 h 8"/>
                <a:gd name="T12" fmla="*/ 70 w 7"/>
                <a:gd name="T13" fmla="*/ 123 h 8"/>
                <a:gd name="T14" fmla="*/ 100 w 7"/>
                <a:gd name="T15" fmla="*/ 76 h 8"/>
                <a:gd name="T16" fmla="*/ 100 w 7"/>
                <a:gd name="T17" fmla="*/ 76 h 8"/>
                <a:gd name="T18" fmla="*/ 100 w 7"/>
                <a:gd name="T19" fmla="*/ 34 h 8"/>
                <a:gd name="T20" fmla="*/ 87 w 7"/>
                <a:gd name="T21" fmla="*/ 21 h 8"/>
                <a:gd name="T22" fmla="*/ 87 w 7"/>
                <a:gd name="T23" fmla="*/ 21 h 8"/>
                <a:gd name="T24" fmla="*/ 87 w 7"/>
                <a:gd name="T25" fmla="*/ 21 h 8"/>
                <a:gd name="T26" fmla="*/ 58 w 7"/>
                <a:gd name="T27" fmla="*/ 0 h 8"/>
                <a:gd name="T28" fmla="*/ 0 w 7"/>
                <a:gd name="T29" fmla="*/ 55 h 8"/>
                <a:gd name="T30" fmla="*/ 29 w 7"/>
                <a:gd name="T31" fmla="*/ 21 h 8"/>
                <a:gd name="T32" fmla="*/ 29 w 7"/>
                <a:gd name="T33" fmla="*/ 21 h 8"/>
                <a:gd name="T34" fmla="*/ 29 w 7"/>
                <a:gd name="T35" fmla="*/ 21 h 8"/>
                <a:gd name="T36" fmla="*/ 29 w 7"/>
                <a:gd name="T37" fmla="*/ 21 h 8"/>
                <a:gd name="T38" fmla="*/ 70 w 7"/>
                <a:gd name="T39" fmla="*/ 21 h 8"/>
                <a:gd name="T40" fmla="*/ 70 w 7"/>
                <a:gd name="T41" fmla="*/ 21 h 8"/>
                <a:gd name="T42" fmla="*/ 87 w 7"/>
                <a:gd name="T43" fmla="*/ 55 h 8"/>
                <a:gd name="T44" fmla="*/ 100 w 7"/>
                <a:gd name="T45" fmla="*/ 76 h 8"/>
                <a:gd name="T46" fmla="*/ 87 w 7"/>
                <a:gd name="T47" fmla="*/ 110 h 8"/>
                <a:gd name="T48" fmla="*/ 58 w 7"/>
                <a:gd name="T49" fmla="*/ 123 h 8"/>
                <a:gd name="T50" fmla="*/ 29 w 7"/>
                <a:gd name="T51" fmla="*/ 110 h 8"/>
                <a:gd name="T52" fmla="*/ 29 w 7"/>
                <a:gd name="T53" fmla="*/ 76 h 8"/>
                <a:gd name="T54" fmla="*/ 29 w 7"/>
                <a:gd name="T55" fmla="*/ 76 h 8"/>
                <a:gd name="T56" fmla="*/ 70 w 7"/>
                <a:gd name="T57" fmla="*/ 21 h 8"/>
                <a:gd name="T58" fmla="*/ 70 w 7"/>
                <a:gd name="T59" fmla="*/ 34 h 8"/>
                <a:gd name="T60" fmla="*/ 70 w 7"/>
                <a:gd name="T61" fmla="*/ 21 h 8"/>
                <a:gd name="T62" fmla="*/ 70 w 7"/>
                <a:gd name="T63" fmla="*/ 21 h 8"/>
                <a:gd name="T64" fmla="*/ 58 w 7"/>
                <a:gd name="T65" fmla="*/ 123 h 8"/>
                <a:gd name="T66" fmla="*/ 58 w 7"/>
                <a:gd name="T67" fmla="*/ 123 h 8"/>
                <a:gd name="T68" fmla="*/ 58 w 7"/>
                <a:gd name="T69" fmla="*/ 123 h 8"/>
                <a:gd name="T70" fmla="*/ 58 w 7"/>
                <a:gd name="T71" fmla="*/ 123 h 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3" y="8"/>
                    <a:pt x="4" y="8"/>
                    <a:pt x="5" y="7"/>
                  </a:cubicBezTo>
                  <a:cubicBezTo>
                    <a:pt x="6" y="7"/>
                    <a:pt x="7" y="6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1" y="0"/>
                    <a:pt x="0" y="3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7" y="5"/>
                    <a:pt x="7" y="5"/>
                    <a:pt x="6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7"/>
                    <a:pt x="3" y="6"/>
                    <a:pt x="2" y="6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3" y="2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1" name="Freeform 1131">
              <a:extLst>
                <a:ext uri="{FF2B5EF4-FFF2-40B4-BE49-F238E27FC236}">
                  <a16:creationId xmlns:a16="http://schemas.microsoft.com/office/drawing/2014/main" id="{774C6275-0420-4A63-9903-8DCAFE1C96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9" y="2227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20 w 6"/>
                <a:gd name="T3" fmla="*/ 55 h 5"/>
                <a:gd name="T4" fmla="*/ 20 w 6"/>
                <a:gd name="T5" fmla="*/ 55 h 5"/>
                <a:gd name="T6" fmla="*/ 20 w 6"/>
                <a:gd name="T7" fmla="*/ 55 h 5"/>
                <a:gd name="T8" fmla="*/ 20 w 6"/>
                <a:gd name="T9" fmla="*/ 68 h 5"/>
                <a:gd name="T10" fmla="*/ 20 w 6"/>
                <a:gd name="T11" fmla="*/ 68 h 5"/>
                <a:gd name="T12" fmla="*/ 20 w 6"/>
                <a:gd name="T13" fmla="*/ 55 h 5"/>
                <a:gd name="T14" fmla="*/ 20 w 6"/>
                <a:gd name="T15" fmla="*/ 88 h 5"/>
                <a:gd name="T16" fmla="*/ 20 w 6"/>
                <a:gd name="T17" fmla="*/ 68 h 5"/>
                <a:gd name="T18" fmla="*/ 33 w 6"/>
                <a:gd name="T19" fmla="*/ 68 h 5"/>
                <a:gd name="T20" fmla="*/ 20 w 6"/>
                <a:gd name="T21" fmla="*/ 55 h 5"/>
                <a:gd name="T22" fmla="*/ 50 w 6"/>
                <a:gd name="T23" fmla="*/ 21 h 5"/>
                <a:gd name="T24" fmla="*/ 63 w 6"/>
                <a:gd name="T25" fmla="*/ 34 h 5"/>
                <a:gd name="T26" fmla="*/ 83 w 6"/>
                <a:gd name="T27" fmla="*/ 34 h 5"/>
                <a:gd name="T28" fmla="*/ 83 w 6"/>
                <a:gd name="T29" fmla="*/ 55 h 5"/>
                <a:gd name="T30" fmla="*/ 83 w 6"/>
                <a:gd name="T31" fmla="*/ 55 h 5"/>
                <a:gd name="T32" fmla="*/ 83 w 6"/>
                <a:gd name="T33" fmla="*/ 55 h 5"/>
                <a:gd name="T34" fmla="*/ 83 w 6"/>
                <a:gd name="T35" fmla="*/ 34 h 5"/>
                <a:gd name="T36" fmla="*/ 83 w 6"/>
                <a:gd name="T37" fmla="*/ 55 h 5"/>
                <a:gd name="T38" fmla="*/ 83 w 6"/>
                <a:gd name="T39" fmla="*/ 68 h 5"/>
                <a:gd name="T40" fmla="*/ 83 w 6"/>
                <a:gd name="T41" fmla="*/ 55 h 5"/>
                <a:gd name="T42" fmla="*/ 83 w 6"/>
                <a:gd name="T43" fmla="*/ 68 h 5"/>
                <a:gd name="T44" fmla="*/ 83 w 6"/>
                <a:gd name="T45" fmla="*/ 55 h 5"/>
                <a:gd name="T46" fmla="*/ 83 w 6"/>
                <a:gd name="T47" fmla="*/ 34 h 5"/>
                <a:gd name="T48" fmla="*/ 95 w 6"/>
                <a:gd name="T49" fmla="*/ 34 h 5"/>
                <a:gd name="T50" fmla="*/ 63 w 6"/>
                <a:gd name="T51" fmla="*/ 21 h 5"/>
                <a:gd name="T52" fmla="*/ 63 w 6"/>
                <a:gd name="T53" fmla="*/ 0 h 5"/>
                <a:gd name="T54" fmla="*/ 33 w 6"/>
                <a:gd name="T55" fmla="*/ 0 h 5"/>
                <a:gd name="T56" fmla="*/ 20 w 6"/>
                <a:gd name="T57" fmla="*/ 34 h 5"/>
                <a:gd name="T58" fmla="*/ 20 w 6"/>
                <a:gd name="T59" fmla="*/ 34 h 5"/>
                <a:gd name="T60" fmla="*/ 20 w 6"/>
                <a:gd name="T61" fmla="*/ 34 h 5"/>
                <a:gd name="T62" fmla="*/ 20 w 6"/>
                <a:gd name="T63" fmla="*/ 55 h 5"/>
                <a:gd name="T64" fmla="*/ 20 w 6"/>
                <a:gd name="T65" fmla="*/ 34 h 5"/>
                <a:gd name="T66" fmla="*/ 20 w 6"/>
                <a:gd name="T67" fmla="*/ 34 h 5"/>
                <a:gd name="T68" fmla="*/ 50 w 6"/>
                <a:gd name="T69" fmla="*/ 34 h 5"/>
                <a:gd name="T70" fmla="*/ 33 w 6"/>
                <a:gd name="T71" fmla="*/ 68 h 5"/>
                <a:gd name="T72" fmla="*/ 33 w 6"/>
                <a:gd name="T73" fmla="*/ 68 h 5"/>
                <a:gd name="T74" fmla="*/ 63 w 6"/>
                <a:gd name="T75" fmla="*/ 68 h 5"/>
                <a:gd name="T76" fmla="*/ 83 w 6"/>
                <a:gd name="T77" fmla="*/ 55 h 5"/>
                <a:gd name="T78" fmla="*/ 63 w 6"/>
                <a:gd name="T79" fmla="*/ 34 h 5"/>
                <a:gd name="T80" fmla="*/ 50 w 6"/>
                <a:gd name="T81" fmla="*/ 34 h 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3" y="2"/>
                  </a:moveTo>
                  <a:cubicBezTo>
                    <a:pt x="2" y="2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2" name="Freeform 1132">
              <a:extLst>
                <a:ext uri="{FF2B5EF4-FFF2-40B4-BE49-F238E27FC236}">
                  <a16:creationId xmlns:a16="http://schemas.microsoft.com/office/drawing/2014/main" id="{6092ACDB-979C-4651-9C74-C3893205F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227"/>
              <a:ext cx="15" cy="13"/>
            </a:xfrm>
            <a:custGeom>
              <a:avLst/>
              <a:gdLst>
                <a:gd name="T0" fmla="*/ 20 w 6"/>
                <a:gd name="T1" fmla="*/ 34 h 5"/>
                <a:gd name="T2" fmla="*/ 20 w 6"/>
                <a:gd name="T3" fmla="*/ 68 h 5"/>
                <a:gd name="T4" fmla="*/ 50 w 6"/>
                <a:gd name="T5" fmla="*/ 88 h 5"/>
                <a:gd name="T6" fmla="*/ 50 w 6"/>
                <a:gd name="T7" fmla="*/ 88 h 5"/>
                <a:gd name="T8" fmla="*/ 83 w 6"/>
                <a:gd name="T9" fmla="*/ 55 h 5"/>
                <a:gd name="T10" fmla="*/ 83 w 6"/>
                <a:gd name="T11" fmla="*/ 21 h 5"/>
                <a:gd name="T12" fmla="*/ 63 w 6"/>
                <a:gd name="T13" fmla="*/ 0 h 5"/>
                <a:gd name="T14" fmla="*/ 20 w 6"/>
                <a:gd name="T15" fmla="*/ 34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2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3" name="Freeform 1133">
              <a:extLst>
                <a:ext uri="{FF2B5EF4-FFF2-40B4-BE49-F238E27FC236}">
                  <a16:creationId xmlns:a16="http://schemas.microsoft.com/office/drawing/2014/main" id="{F493E0E7-8EE9-4831-AD8E-1119434A06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1" y="2392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21 w 5"/>
                <a:gd name="T11" fmla="*/ 93 h 6"/>
                <a:gd name="T12" fmla="*/ 55 w 5"/>
                <a:gd name="T13" fmla="*/ 93 h 6"/>
                <a:gd name="T14" fmla="*/ 88 w 5"/>
                <a:gd name="T15" fmla="*/ 56 h 6"/>
                <a:gd name="T16" fmla="*/ 88 w 5"/>
                <a:gd name="T17" fmla="*/ 56 h 6"/>
                <a:gd name="T18" fmla="*/ 68 w 5"/>
                <a:gd name="T19" fmla="*/ 35 h 6"/>
                <a:gd name="T20" fmla="*/ 68 w 5"/>
                <a:gd name="T21" fmla="*/ 21 h 6"/>
                <a:gd name="T22" fmla="*/ 68 w 5"/>
                <a:gd name="T23" fmla="*/ 21 h 6"/>
                <a:gd name="T24" fmla="*/ 68 w 5"/>
                <a:gd name="T25" fmla="*/ 21 h 6"/>
                <a:gd name="T26" fmla="*/ 55 w 5"/>
                <a:gd name="T27" fmla="*/ 21 h 6"/>
                <a:gd name="T28" fmla="*/ 0 w 5"/>
                <a:gd name="T29" fmla="*/ 35 h 6"/>
                <a:gd name="T30" fmla="*/ 34 w 5"/>
                <a:gd name="T31" fmla="*/ 35 h 6"/>
                <a:gd name="T32" fmla="*/ 34 w 5"/>
                <a:gd name="T33" fmla="*/ 35 h 6"/>
                <a:gd name="T34" fmla="*/ 34 w 5"/>
                <a:gd name="T35" fmla="*/ 35 h 6"/>
                <a:gd name="T36" fmla="*/ 34 w 5"/>
                <a:gd name="T37" fmla="*/ 35 h 6"/>
                <a:gd name="T38" fmla="*/ 55 w 5"/>
                <a:gd name="T39" fmla="*/ 35 h 6"/>
                <a:gd name="T40" fmla="*/ 55 w 5"/>
                <a:gd name="T41" fmla="*/ 35 h 6"/>
                <a:gd name="T42" fmla="*/ 68 w 5"/>
                <a:gd name="T43" fmla="*/ 56 h 6"/>
                <a:gd name="T44" fmla="*/ 88 w 5"/>
                <a:gd name="T45" fmla="*/ 56 h 6"/>
                <a:gd name="T46" fmla="*/ 68 w 5"/>
                <a:gd name="T47" fmla="*/ 77 h 6"/>
                <a:gd name="T48" fmla="*/ 34 w 5"/>
                <a:gd name="T49" fmla="*/ 93 h 6"/>
                <a:gd name="T50" fmla="*/ 34 w 5"/>
                <a:gd name="T51" fmla="*/ 93 h 6"/>
                <a:gd name="T52" fmla="*/ 21 w 5"/>
                <a:gd name="T53" fmla="*/ 56 h 6"/>
                <a:gd name="T54" fmla="*/ 21 w 5"/>
                <a:gd name="T55" fmla="*/ 56 h 6"/>
                <a:gd name="T56" fmla="*/ 55 w 5"/>
                <a:gd name="T57" fmla="*/ 35 h 6"/>
                <a:gd name="T58" fmla="*/ 55 w 5"/>
                <a:gd name="T59" fmla="*/ 35 h 6"/>
                <a:gd name="T60" fmla="*/ 55 w 5"/>
                <a:gd name="T61" fmla="*/ 35 h 6"/>
                <a:gd name="T62" fmla="*/ 55 w 5"/>
                <a:gd name="T63" fmla="*/ 35 h 6"/>
                <a:gd name="T64" fmla="*/ 55 w 5"/>
                <a:gd name="T65" fmla="*/ 93 h 6"/>
                <a:gd name="T66" fmla="*/ 55 w 5"/>
                <a:gd name="T67" fmla="*/ 93 h 6"/>
                <a:gd name="T68" fmla="*/ 55 w 5"/>
                <a:gd name="T69" fmla="*/ 93 h 6"/>
                <a:gd name="T70" fmla="*/ 55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2" y="6"/>
                    <a:pt x="3" y="6"/>
                    <a:pt x="3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1" y="0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4" name="Freeform 1134">
              <a:extLst>
                <a:ext uri="{FF2B5EF4-FFF2-40B4-BE49-F238E27FC236}">
                  <a16:creationId xmlns:a16="http://schemas.microsoft.com/office/drawing/2014/main" id="{4FF1C05C-144E-4DDF-899C-6078B81CD4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1" y="239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20 w 4"/>
                <a:gd name="T5" fmla="*/ 35 h 3"/>
                <a:gd name="T6" fmla="*/ 20 w 4"/>
                <a:gd name="T7" fmla="*/ 35 h 3"/>
                <a:gd name="T8" fmla="*/ 20 w 4"/>
                <a:gd name="T9" fmla="*/ 56 h 3"/>
                <a:gd name="T10" fmla="*/ 20 w 4"/>
                <a:gd name="T11" fmla="*/ 56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56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35 h 3"/>
                <a:gd name="T26" fmla="*/ 50 w 4"/>
                <a:gd name="T27" fmla="*/ 35 h 3"/>
                <a:gd name="T28" fmla="*/ 50 w 4"/>
                <a:gd name="T29" fmla="*/ 35 h 3"/>
                <a:gd name="T30" fmla="*/ 50 w 4"/>
                <a:gd name="T31" fmla="*/ 35 h 3"/>
                <a:gd name="T32" fmla="*/ 50 w 4"/>
                <a:gd name="T33" fmla="*/ 56 h 3"/>
                <a:gd name="T34" fmla="*/ 50 w 4"/>
                <a:gd name="T35" fmla="*/ 35 h 3"/>
                <a:gd name="T36" fmla="*/ 63 w 4"/>
                <a:gd name="T37" fmla="*/ 35 h 3"/>
                <a:gd name="T38" fmla="*/ 63 w 4"/>
                <a:gd name="T39" fmla="*/ 56 h 3"/>
                <a:gd name="T40" fmla="*/ 63 w 4"/>
                <a:gd name="T41" fmla="*/ 35 h 3"/>
                <a:gd name="T42" fmla="*/ 63 w 4"/>
                <a:gd name="T43" fmla="*/ 56 h 3"/>
                <a:gd name="T44" fmla="*/ 63 w 4"/>
                <a:gd name="T45" fmla="*/ 35 h 3"/>
                <a:gd name="T46" fmla="*/ 63 w 4"/>
                <a:gd name="T47" fmla="*/ 35 h 3"/>
                <a:gd name="T48" fmla="*/ 63 w 4"/>
                <a:gd name="T49" fmla="*/ 35 h 3"/>
                <a:gd name="T50" fmla="*/ 50 w 4"/>
                <a:gd name="T51" fmla="*/ 21 h 3"/>
                <a:gd name="T52" fmla="*/ 50 w 4"/>
                <a:gd name="T53" fmla="*/ 21 h 3"/>
                <a:gd name="T54" fmla="*/ 33 w 4"/>
                <a:gd name="T55" fmla="*/ 0 h 3"/>
                <a:gd name="T56" fmla="*/ 20 w 4"/>
                <a:gd name="T57" fmla="*/ 35 h 3"/>
                <a:gd name="T58" fmla="*/ 20 w 4"/>
                <a:gd name="T59" fmla="*/ 35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35 h 3"/>
                <a:gd name="T68" fmla="*/ 33 w 4"/>
                <a:gd name="T69" fmla="*/ 35 h 3"/>
                <a:gd name="T70" fmla="*/ 20 w 4"/>
                <a:gd name="T71" fmla="*/ 56 h 3"/>
                <a:gd name="T72" fmla="*/ 20 w 4"/>
                <a:gd name="T73" fmla="*/ 56 h 3"/>
                <a:gd name="T74" fmla="*/ 50 w 4"/>
                <a:gd name="T75" fmla="*/ 56 h 3"/>
                <a:gd name="T76" fmla="*/ 50 w 4"/>
                <a:gd name="T77" fmla="*/ 35 h 3"/>
                <a:gd name="T78" fmla="*/ 50 w 4"/>
                <a:gd name="T79" fmla="*/ 35 h 3"/>
                <a:gd name="T80" fmla="*/ 33 w 4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5" name="Freeform 1135">
              <a:extLst>
                <a:ext uri="{FF2B5EF4-FFF2-40B4-BE49-F238E27FC236}">
                  <a16:creationId xmlns:a16="http://schemas.microsoft.com/office/drawing/2014/main" id="{053ACDA4-2060-4824-A89B-A616FE233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395"/>
              <a:ext cx="8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21 w 3"/>
                <a:gd name="T5" fmla="*/ 56 h 3"/>
                <a:gd name="T6" fmla="*/ 35 w 3"/>
                <a:gd name="T7" fmla="*/ 56 h 3"/>
                <a:gd name="T8" fmla="*/ 56 w 3"/>
                <a:gd name="T9" fmla="*/ 35 h 3"/>
                <a:gd name="T10" fmla="*/ 56 w 3"/>
                <a:gd name="T11" fmla="*/ 21 h 3"/>
                <a:gd name="T12" fmla="*/ 35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6" name="Freeform 1136">
              <a:extLst>
                <a:ext uri="{FF2B5EF4-FFF2-40B4-BE49-F238E27FC236}">
                  <a16:creationId xmlns:a16="http://schemas.microsoft.com/office/drawing/2014/main" id="{323FB7E9-E57D-473C-9952-3CEC29A116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" y="2269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0 w 5"/>
                <a:gd name="T3" fmla="*/ 48 h 5"/>
                <a:gd name="T4" fmla="*/ 0 w 5"/>
                <a:gd name="T5" fmla="*/ 62 h 5"/>
                <a:gd name="T6" fmla="*/ 0 w 5"/>
                <a:gd name="T7" fmla="*/ 62 h 5"/>
                <a:gd name="T8" fmla="*/ 0 w 5"/>
                <a:gd name="T9" fmla="*/ 62 h 5"/>
                <a:gd name="T10" fmla="*/ 21 w 5"/>
                <a:gd name="T11" fmla="*/ 109 h 5"/>
                <a:gd name="T12" fmla="*/ 55 w 5"/>
                <a:gd name="T13" fmla="*/ 109 h 5"/>
                <a:gd name="T14" fmla="*/ 88 w 5"/>
                <a:gd name="T15" fmla="*/ 62 h 5"/>
                <a:gd name="T16" fmla="*/ 88 w 5"/>
                <a:gd name="T17" fmla="*/ 62 h 5"/>
                <a:gd name="T18" fmla="*/ 68 w 5"/>
                <a:gd name="T19" fmla="*/ 22 h 5"/>
                <a:gd name="T20" fmla="*/ 68 w 5"/>
                <a:gd name="T21" fmla="*/ 22 h 5"/>
                <a:gd name="T22" fmla="*/ 68 w 5"/>
                <a:gd name="T23" fmla="*/ 22 h 5"/>
                <a:gd name="T24" fmla="*/ 68 w 5"/>
                <a:gd name="T25" fmla="*/ 22 h 5"/>
                <a:gd name="T26" fmla="*/ 55 w 5"/>
                <a:gd name="T27" fmla="*/ 0 h 5"/>
                <a:gd name="T28" fmla="*/ 0 w 5"/>
                <a:gd name="T29" fmla="*/ 48 h 5"/>
                <a:gd name="T30" fmla="*/ 34 w 5"/>
                <a:gd name="T31" fmla="*/ 22 h 5"/>
                <a:gd name="T32" fmla="*/ 34 w 5"/>
                <a:gd name="T33" fmla="*/ 22 h 5"/>
                <a:gd name="T34" fmla="*/ 34 w 5"/>
                <a:gd name="T35" fmla="*/ 22 h 5"/>
                <a:gd name="T36" fmla="*/ 34 w 5"/>
                <a:gd name="T37" fmla="*/ 22 h 5"/>
                <a:gd name="T38" fmla="*/ 55 w 5"/>
                <a:gd name="T39" fmla="*/ 22 h 5"/>
                <a:gd name="T40" fmla="*/ 55 w 5"/>
                <a:gd name="T41" fmla="*/ 22 h 5"/>
                <a:gd name="T42" fmla="*/ 68 w 5"/>
                <a:gd name="T43" fmla="*/ 48 h 5"/>
                <a:gd name="T44" fmla="*/ 68 w 5"/>
                <a:gd name="T45" fmla="*/ 62 h 5"/>
                <a:gd name="T46" fmla="*/ 68 w 5"/>
                <a:gd name="T47" fmla="*/ 87 h 5"/>
                <a:gd name="T48" fmla="*/ 34 w 5"/>
                <a:gd name="T49" fmla="*/ 109 h 5"/>
                <a:gd name="T50" fmla="*/ 21 w 5"/>
                <a:gd name="T51" fmla="*/ 87 h 5"/>
                <a:gd name="T52" fmla="*/ 21 w 5"/>
                <a:gd name="T53" fmla="*/ 62 h 5"/>
                <a:gd name="T54" fmla="*/ 21 w 5"/>
                <a:gd name="T55" fmla="*/ 62 h 5"/>
                <a:gd name="T56" fmla="*/ 55 w 5"/>
                <a:gd name="T57" fmla="*/ 22 h 5"/>
                <a:gd name="T58" fmla="*/ 55 w 5"/>
                <a:gd name="T59" fmla="*/ 22 h 5"/>
                <a:gd name="T60" fmla="*/ 55 w 5"/>
                <a:gd name="T61" fmla="*/ 22 h 5"/>
                <a:gd name="T62" fmla="*/ 55 w 5"/>
                <a:gd name="T63" fmla="*/ 22 h 5"/>
                <a:gd name="T64" fmla="*/ 55 w 5"/>
                <a:gd name="T65" fmla="*/ 109 h 5"/>
                <a:gd name="T66" fmla="*/ 55 w 5"/>
                <a:gd name="T67" fmla="*/ 109 h 5"/>
                <a:gd name="T68" fmla="*/ 55 w 5"/>
                <a:gd name="T69" fmla="*/ 109 h 5"/>
                <a:gd name="T70" fmla="*/ 55 w 5"/>
                <a:gd name="T71" fmla="*/ 109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2" y="5"/>
                    <a:pt x="2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7" name="Freeform 1137">
              <a:extLst>
                <a:ext uri="{FF2B5EF4-FFF2-40B4-BE49-F238E27FC236}">
                  <a16:creationId xmlns:a16="http://schemas.microsoft.com/office/drawing/2014/main" id="{BD57C35F-A2A8-4927-A8D4-8A56DD44A0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" y="2272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35 h 3"/>
                <a:gd name="T4" fmla="*/ 0 w 4"/>
                <a:gd name="T5" fmla="*/ 35 h 3"/>
                <a:gd name="T6" fmla="*/ 20 w 4"/>
                <a:gd name="T7" fmla="*/ 35 h 3"/>
                <a:gd name="T8" fmla="*/ 20 w 4"/>
                <a:gd name="T9" fmla="*/ 35 h 3"/>
                <a:gd name="T10" fmla="*/ 20 w 4"/>
                <a:gd name="T11" fmla="*/ 35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35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21 h 3"/>
                <a:gd name="T26" fmla="*/ 50 w 4"/>
                <a:gd name="T27" fmla="*/ 21 h 3"/>
                <a:gd name="T28" fmla="*/ 50 w 4"/>
                <a:gd name="T29" fmla="*/ 35 h 3"/>
                <a:gd name="T30" fmla="*/ 50 w 4"/>
                <a:gd name="T31" fmla="*/ 35 h 3"/>
                <a:gd name="T32" fmla="*/ 50 w 4"/>
                <a:gd name="T33" fmla="*/ 35 h 3"/>
                <a:gd name="T34" fmla="*/ 50 w 4"/>
                <a:gd name="T35" fmla="*/ 21 h 3"/>
                <a:gd name="T36" fmla="*/ 50 w 4"/>
                <a:gd name="T37" fmla="*/ 35 h 3"/>
                <a:gd name="T38" fmla="*/ 50 w 4"/>
                <a:gd name="T39" fmla="*/ 35 h 3"/>
                <a:gd name="T40" fmla="*/ 50 w 4"/>
                <a:gd name="T41" fmla="*/ 35 h 3"/>
                <a:gd name="T42" fmla="*/ 63 w 4"/>
                <a:gd name="T43" fmla="*/ 35 h 3"/>
                <a:gd name="T44" fmla="*/ 50 w 4"/>
                <a:gd name="T45" fmla="*/ 35 h 3"/>
                <a:gd name="T46" fmla="*/ 63 w 4"/>
                <a:gd name="T47" fmla="*/ 35 h 3"/>
                <a:gd name="T48" fmla="*/ 63 w 4"/>
                <a:gd name="T49" fmla="*/ 21 h 3"/>
                <a:gd name="T50" fmla="*/ 50 w 4"/>
                <a:gd name="T51" fmla="*/ 0 h 3"/>
                <a:gd name="T52" fmla="*/ 50 w 4"/>
                <a:gd name="T53" fmla="*/ 0 h 3"/>
                <a:gd name="T54" fmla="*/ 33 w 4"/>
                <a:gd name="T55" fmla="*/ 0 h 3"/>
                <a:gd name="T56" fmla="*/ 20 w 4"/>
                <a:gd name="T57" fmla="*/ 21 h 3"/>
                <a:gd name="T58" fmla="*/ 20 w 4"/>
                <a:gd name="T59" fmla="*/ 21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21 h 3"/>
                <a:gd name="T68" fmla="*/ 33 w 4"/>
                <a:gd name="T69" fmla="*/ 21 h 3"/>
                <a:gd name="T70" fmla="*/ 20 w 4"/>
                <a:gd name="T71" fmla="*/ 35 h 3"/>
                <a:gd name="T72" fmla="*/ 20 w 4"/>
                <a:gd name="T73" fmla="*/ 56 h 3"/>
                <a:gd name="T74" fmla="*/ 33 w 4"/>
                <a:gd name="T75" fmla="*/ 56 h 3"/>
                <a:gd name="T76" fmla="*/ 50 w 4"/>
                <a:gd name="T77" fmla="*/ 35 h 3"/>
                <a:gd name="T78" fmla="*/ 50 w 4"/>
                <a:gd name="T79" fmla="*/ 21 h 3"/>
                <a:gd name="T80" fmla="*/ 33 w 4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Freeform 1138">
              <a:extLst>
                <a:ext uri="{FF2B5EF4-FFF2-40B4-BE49-F238E27FC236}">
                  <a16:creationId xmlns:a16="http://schemas.microsoft.com/office/drawing/2014/main" id="{260BA7F0-EC05-4829-8F03-060F6B14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272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63 w 4"/>
                <a:gd name="T9" fmla="*/ 35 h 3"/>
                <a:gd name="T10" fmla="*/ 63 w 4"/>
                <a:gd name="T11" fmla="*/ 21 h 3"/>
                <a:gd name="T12" fmla="*/ 50 w 4"/>
                <a:gd name="T13" fmla="*/ 0 h 3"/>
                <a:gd name="T14" fmla="*/ 2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9" name="Freeform 1139">
              <a:extLst>
                <a:ext uri="{FF2B5EF4-FFF2-40B4-BE49-F238E27FC236}">
                  <a16:creationId xmlns:a16="http://schemas.microsoft.com/office/drawing/2014/main" id="{9A52580B-B8CD-4BC9-8050-3223F1770D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1" y="214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35 h 3"/>
                <a:gd name="T10" fmla="*/ 0 w 3"/>
                <a:gd name="T11" fmla="*/ 56 h 3"/>
                <a:gd name="T12" fmla="*/ 35 w 3"/>
                <a:gd name="T13" fmla="*/ 56 h 3"/>
                <a:gd name="T14" fmla="*/ 56 w 3"/>
                <a:gd name="T15" fmla="*/ 35 h 3"/>
                <a:gd name="T16" fmla="*/ 56 w 3"/>
                <a:gd name="T17" fmla="*/ 21 h 3"/>
                <a:gd name="T18" fmla="*/ 56 w 3"/>
                <a:gd name="T19" fmla="*/ 0 h 3"/>
                <a:gd name="T20" fmla="*/ 35 w 3"/>
                <a:gd name="T21" fmla="*/ 0 h 3"/>
                <a:gd name="T22" fmla="*/ 35 w 3"/>
                <a:gd name="T23" fmla="*/ 0 h 3"/>
                <a:gd name="T24" fmla="*/ 35 w 3"/>
                <a:gd name="T25" fmla="*/ 0 h 3"/>
                <a:gd name="T26" fmla="*/ 35 w 3"/>
                <a:gd name="T27" fmla="*/ 0 h 3"/>
                <a:gd name="T28" fmla="*/ 0 w 3"/>
                <a:gd name="T29" fmla="*/ 21 h 3"/>
                <a:gd name="T30" fmla="*/ 21 w 3"/>
                <a:gd name="T31" fmla="*/ 0 h 3"/>
                <a:gd name="T32" fmla="*/ 21 w 3"/>
                <a:gd name="T33" fmla="*/ 0 h 3"/>
                <a:gd name="T34" fmla="*/ 21 w 3"/>
                <a:gd name="T35" fmla="*/ 0 h 3"/>
                <a:gd name="T36" fmla="*/ 21 w 3"/>
                <a:gd name="T37" fmla="*/ 0 h 3"/>
                <a:gd name="T38" fmla="*/ 35 w 3"/>
                <a:gd name="T39" fmla="*/ 0 h 3"/>
                <a:gd name="T40" fmla="*/ 35 w 3"/>
                <a:gd name="T41" fmla="*/ 0 h 3"/>
                <a:gd name="T42" fmla="*/ 56 w 3"/>
                <a:gd name="T43" fmla="*/ 21 h 3"/>
                <a:gd name="T44" fmla="*/ 56 w 3"/>
                <a:gd name="T45" fmla="*/ 35 h 3"/>
                <a:gd name="T46" fmla="*/ 56 w 3"/>
                <a:gd name="T47" fmla="*/ 35 h 3"/>
                <a:gd name="T48" fmla="*/ 21 w 3"/>
                <a:gd name="T49" fmla="*/ 56 h 3"/>
                <a:gd name="T50" fmla="*/ 21 w 3"/>
                <a:gd name="T51" fmla="*/ 35 h 3"/>
                <a:gd name="T52" fmla="*/ 21 w 3"/>
                <a:gd name="T53" fmla="*/ 35 h 3"/>
                <a:gd name="T54" fmla="*/ 21 w 3"/>
                <a:gd name="T55" fmla="*/ 35 h 3"/>
                <a:gd name="T56" fmla="*/ 35 w 3"/>
                <a:gd name="T57" fmla="*/ 0 h 3"/>
                <a:gd name="T58" fmla="*/ 35 w 3"/>
                <a:gd name="T59" fmla="*/ 0 h 3"/>
                <a:gd name="T60" fmla="*/ 35 w 3"/>
                <a:gd name="T61" fmla="*/ 0 h 3"/>
                <a:gd name="T62" fmla="*/ 35 w 3"/>
                <a:gd name="T63" fmla="*/ 0 h 3"/>
                <a:gd name="T64" fmla="*/ 35 w 3"/>
                <a:gd name="T65" fmla="*/ 56 h 3"/>
                <a:gd name="T66" fmla="*/ 35 w 3"/>
                <a:gd name="T67" fmla="*/ 56 h 3"/>
                <a:gd name="T68" fmla="*/ 35 w 3"/>
                <a:gd name="T69" fmla="*/ 56 h 3"/>
                <a:gd name="T70" fmla="*/ 35 w 3"/>
                <a:gd name="T71" fmla="*/ 56 h 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Freeform 1140">
              <a:extLst>
                <a:ext uri="{FF2B5EF4-FFF2-40B4-BE49-F238E27FC236}">
                  <a16:creationId xmlns:a16="http://schemas.microsoft.com/office/drawing/2014/main" id="{05FB9959-6555-43A7-82C8-FAD0353B22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1" y="2149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54 h 2"/>
                <a:gd name="T4" fmla="*/ 0 w 2"/>
                <a:gd name="T5" fmla="*/ 54 h 2"/>
                <a:gd name="T6" fmla="*/ 0 w 2"/>
                <a:gd name="T7" fmla="*/ 27 h 2"/>
                <a:gd name="T8" fmla="*/ 0 w 2"/>
                <a:gd name="T9" fmla="*/ 54 h 2"/>
                <a:gd name="T10" fmla="*/ 0 w 2"/>
                <a:gd name="T11" fmla="*/ 54 h 2"/>
                <a:gd name="T12" fmla="*/ 0 w 2"/>
                <a:gd name="T13" fmla="*/ 54 h 2"/>
                <a:gd name="T14" fmla="*/ 0 w 2"/>
                <a:gd name="T15" fmla="*/ 54 h 2"/>
                <a:gd name="T16" fmla="*/ 0 w 2"/>
                <a:gd name="T17" fmla="*/ 54 h 2"/>
                <a:gd name="T18" fmla="*/ 20 w 2"/>
                <a:gd name="T19" fmla="*/ 54 h 2"/>
                <a:gd name="T20" fmla="*/ 0 w 2"/>
                <a:gd name="T21" fmla="*/ 54 h 2"/>
                <a:gd name="T22" fmla="*/ 20 w 2"/>
                <a:gd name="T23" fmla="*/ 27 h 2"/>
                <a:gd name="T24" fmla="*/ 33 w 2"/>
                <a:gd name="T25" fmla="*/ 27 h 2"/>
                <a:gd name="T26" fmla="*/ 33 w 2"/>
                <a:gd name="T27" fmla="*/ 27 h 2"/>
                <a:gd name="T28" fmla="*/ 33 w 2"/>
                <a:gd name="T29" fmla="*/ 27 h 2"/>
                <a:gd name="T30" fmla="*/ 33 w 2"/>
                <a:gd name="T31" fmla="*/ 27 h 2"/>
                <a:gd name="T32" fmla="*/ 33 w 2"/>
                <a:gd name="T33" fmla="*/ 54 h 2"/>
                <a:gd name="T34" fmla="*/ 33 w 2"/>
                <a:gd name="T35" fmla="*/ 27 h 2"/>
                <a:gd name="T36" fmla="*/ 33 w 2"/>
                <a:gd name="T37" fmla="*/ 54 h 2"/>
                <a:gd name="T38" fmla="*/ 33 w 2"/>
                <a:gd name="T39" fmla="*/ 54 h 2"/>
                <a:gd name="T40" fmla="*/ 33 w 2"/>
                <a:gd name="T41" fmla="*/ 54 h 2"/>
                <a:gd name="T42" fmla="*/ 33 w 2"/>
                <a:gd name="T43" fmla="*/ 54 h 2"/>
                <a:gd name="T44" fmla="*/ 33 w 2"/>
                <a:gd name="T45" fmla="*/ 54 h 2"/>
                <a:gd name="T46" fmla="*/ 33 w 2"/>
                <a:gd name="T47" fmla="*/ 27 h 2"/>
                <a:gd name="T48" fmla="*/ 33 w 2"/>
                <a:gd name="T49" fmla="*/ 27 h 2"/>
                <a:gd name="T50" fmla="*/ 33 w 2"/>
                <a:gd name="T51" fmla="*/ 0 h 2"/>
                <a:gd name="T52" fmla="*/ 33 w 2"/>
                <a:gd name="T53" fmla="*/ 0 h 2"/>
                <a:gd name="T54" fmla="*/ 20 w 2"/>
                <a:gd name="T55" fmla="*/ 0 h 2"/>
                <a:gd name="T56" fmla="*/ 0 w 2"/>
                <a:gd name="T57" fmla="*/ 27 h 2"/>
                <a:gd name="T58" fmla="*/ 0 w 2"/>
                <a:gd name="T59" fmla="*/ 27 h 2"/>
                <a:gd name="T60" fmla="*/ 0 w 2"/>
                <a:gd name="T61" fmla="*/ 27 h 2"/>
                <a:gd name="T62" fmla="*/ 0 w 2"/>
                <a:gd name="T63" fmla="*/ 27 h 2"/>
                <a:gd name="T64" fmla="*/ 0 w 2"/>
                <a:gd name="T65" fmla="*/ 27 h 2"/>
                <a:gd name="T66" fmla="*/ 0 w 2"/>
                <a:gd name="T67" fmla="*/ 27 h 2"/>
                <a:gd name="T68" fmla="*/ 20 w 2"/>
                <a:gd name="T69" fmla="*/ 27 h 2"/>
                <a:gd name="T70" fmla="*/ 20 w 2"/>
                <a:gd name="T71" fmla="*/ 54 h 2"/>
                <a:gd name="T72" fmla="*/ 20 w 2"/>
                <a:gd name="T73" fmla="*/ 54 h 2"/>
                <a:gd name="T74" fmla="*/ 20 w 2"/>
                <a:gd name="T75" fmla="*/ 54 h 2"/>
                <a:gd name="T76" fmla="*/ 33 w 2"/>
                <a:gd name="T77" fmla="*/ 27 h 2"/>
                <a:gd name="T78" fmla="*/ 33 w 2"/>
                <a:gd name="T79" fmla="*/ 27 h 2"/>
                <a:gd name="T80" fmla="*/ 20 w 2"/>
                <a:gd name="T81" fmla="*/ 27 h 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1" name="Freeform 1141">
              <a:extLst>
                <a:ext uri="{FF2B5EF4-FFF2-40B4-BE49-F238E27FC236}">
                  <a16:creationId xmlns:a16="http://schemas.microsoft.com/office/drawing/2014/main" id="{F8743755-881E-477B-9045-35434632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149"/>
              <a:ext cx="5" cy="6"/>
            </a:xfrm>
            <a:custGeom>
              <a:avLst/>
              <a:gdLst>
                <a:gd name="T0" fmla="*/ 0 w 2"/>
                <a:gd name="T1" fmla="*/ 27 h 2"/>
                <a:gd name="T2" fmla="*/ 0 w 2"/>
                <a:gd name="T3" fmla="*/ 54 h 2"/>
                <a:gd name="T4" fmla="*/ 20 w 2"/>
                <a:gd name="T5" fmla="*/ 54 h 2"/>
                <a:gd name="T6" fmla="*/ 20 w 2"/>
                <a:gd name="T7" fmla="*/ 54 h 2"/>
                <a:gd name="T8" fmla="*/ 33 w 2"/>
                <a:gd name="T9" fmla="*/ 27 h 2"/>
                <a:gd name="T10" fmla="*/ 33 w 2"/>
                <a:gd name="T11" fmla="*/ 27 h 2"/>
                <a:gd name="T12" fmla="*/ 20 w 2"/>
                <a:gd name="T13" fmla="*/ 0 h 2"/>
                <a:gd name="T14" fmla="*/ 0 w 2"/>
                <a:gd name="T15" fmla="*/ 27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2" name="Freeform 1142">
              <a:extLst>
                <a:ext uri="{FF2B5EF4-FFF2-40B4-BE49-F238E27FC236}">
                  <a16:creationId xmlns:a16="http://schemas.microsoft.com/office/drawing/2014/main" id="{125F5E6C-CBE0-45A5-B751-28277EF047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6" y="2136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0 w 5"/>
                <a:gd name="T3" fmla="*/ 34 h 5"/>
                <a:gd name="T4" fmla="*/ 0 w 5"/>
                <a:gd name="T5" fmla="*/ 55 h 5"/>
                <a:gd name="T6" fmla="*/ 0 w 5"/>
                <a:gd name="T7" fmla="*/ 55 h 5"/>
                <a:gd name="T8" fmla="*/ 0 w 5"/>
                <a:gd name="T9" fmla="*/ 55 h 5"/>
                <a:gd name="T10" fmla="*/ 21 w 5"/>
                <a:gd name="T11" fmla="*/ 88 h 5"/>
                <a:gd name="T12" fmla="*/ 55 w 5"/>
                <a:gd name="T13" fmla="*/ 88 h 5"/>
                <a:gd name="T14" fmla="*/ 88 w 5"/>
                <a:gd name="T15" fmla="*/ 55 h 5"/>
                <a:gd name="T16" fmla="*/ 88 w 5"/>
                <a:gd name="T17" fmla="*/ 34 h 5"/>
                <a:gd name="T18" fmla="*/ 88 w 5"/>
                <a:gd name="T19" fmla="*/ 21 h 5"/>
                <a:gd name="T20" fmla="*/ 68 w 5"/>
                <a:gd name="T21" fmla="*/ 21 h 5"/>
                <a:gd name="T22" fmla="*/ 68 w 5"/>
                <a:gd name="T23" fmla="*/ 21 h 5"/>
                <a:gd name="T24" fmla="*/ 68 w 5"/>
                <a:gd name="T25" fmla="*/ 21 h 5"/>
                <a:gd name="T26" fmla="*/ 55 w 5"/>
                <a:gd name="T27" fmla="*/ 0 h 5"/>
                <a:gd name="T28" fmla="*/ 0 w 5"/>
                <a:gd name="T29" fmla="*/ 34 h 5"/>
                <a:gd name="T30" fmla="*/ 34 w 5"/>
                <a:gd name="T31" fmla="*/ 21 h 5"/>
                <a:gd name="T32" fmla="*/ 34 w 5"/>
                <a:gd name="T33" fmla="*/ 21 h 5"/>
                <a:gd name="T34" fmla="*/ 34 w 5"/>
                <a:gd name="T35" fmla="*/ 21 h 5"/>
                <a:gd name="T36" fmla="*/ 34 w 5"/>
                <a:gd name="T37" fmla="*/ 21 h 5"/>
                <a:gd name="T38" fmla="*/ 55 w 5"/>
                <a:gd name="T39" fmla="*/ 21 h 5"/>
                <a:gd name="T40" fmla="*/ 68 w 5"/>
                <a:gd name="T41" fmla="*/ 21 h 5"/>
                <a:gd name="T42" fmla="*/ 68 w 5"/>
                <a:gd name="T43" fmla="*/ 34 h 5"/>
                <a:gd name="T44" fmla="*/ 88 w 5"/>
                <a:gd name="T45" fmla="*/ 55 h 5"/>
                <a:gd name="T46" fmla="*/ 68 w 5"/>
                <a:gd name="T47" fmla="*/ 68 h 5"/>
                <a:gd name="T48" fmla="*/ 55 w 5"/>
                <a:gd name="T49" fmla="*/ 68 h 5"/>
                <a:gd name="T50" fmla="*/ 34 w 5"/>
                <a:gd name="T51" fmla="*/ 68 h 5"/>
                <a:gd name="T52" fmla="*/ 21 w 5"/>
                <a:gd name="T53" fmla="*/ 55 h 5"/>
                <a:gd name="T54" fmla="*/ 21 w 5"/>
                <a:gd name="T55" fmla="*/ 55 h 5"/>
                <a:gd name="T56" fmla="*/ 55 w 5"/>
                <a:gd name="T57" fmla="*/ 21 h 5"/>
                <a:gd name="T58" fmla="*/ 55 w 5"/>
                <a:gd name="T59" fmla="*/ 21 h 5"/>
                <a:gd name="T60" fmla="*/ 55 w 5"/>
                <a:gd name="T61" fmla="*/ 21 h 5"/>
                <a:gd name="T62" fmla="*/ 55 w 5"/>
                <a:gd name="T63" fmla="*/ 21 h 5"/>
                <a:gd name="T64" fmla="*/ 55 w 5"/>
                <a:gd name="T65" fmla="*/ 88 h 5"/>
                <a:gd name="T66" fmla="*/ 55 w 5"/>
                <a:gd name="T67" fmla="*/ 88 h 5"/>
                <a:gd name="T68" fmla="*/ 55 w 5"/>
                <a:gd name="T69" fmla="*/ 88 h 5"/>
                <a:gd name="T70" fmla="*/ 55 w 5"/>
                <a:gd name="T71" fmla="*/ 88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3" y="1"/>
                  </a:moveTo>
                  <a:cubicBezTo>
                    <a:pt x="3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3" name="Freeform 1143">
              <a:extLst>
                <a:ext uri="{FF2B5EF4-FFF2-40B4-BE49-F238E27FC236}">
                  <a16:creationId xmlns:a16="http://schemas.microsoft.com/office/drawing/2014/main" id="{8D4FD422-161D-4D00-BBE4-0860F197D2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6" y="213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35 h 3"/>
                <a:gd name="T4" fmla="*/ 20 w 4"/>
                <a:gd name="T5" fmla="*/ 35 h 3"/>
                <a:gd name="T6" fmla="*/ 20 w 4"/>
                <a:gd name="T7" fmla="*/ 21 h 3"/>
                <a:gd name="T8" fmla="*/ 20 w 4"/>
                <a:gd name="T9" fmla="*/ 35 h 3"/>
                <a:gd name="T10" fmla="*/ 20 w 4"/>
                <a:gd name="T11" fmla="*/ 35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35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21 h 3"/>
                <a:gd name="T26" fmla="*/ 50 w 4"/>
                <a:gd name="T27" fmla="*/ 21 h 3"/>
                <a:gd name="T28" fmla="*/ 50 w 4"/>
                <a:gd name="T29" fmla="*/ 21 h 3"/>
                <a:gd name="T30" fmla="*/ 50 w 4"/>
                <a:gd name="T31" fmla="*/ 35 h 3"/>
                <a:gd name="T32" fmla="*/ 50 w 4"/>
                <a:gd name="T33" fmla="*/ 35 h 3"/>
                <a:gd name="T34" fmla="*/ 50 w 4"/>
                <a:gd name="T35" fmla="*/ 21 h 3"/>
                <a:gd name="T36" fmla="*/ 63 w 4"/>
                <a:gd name="T37" fmla="*/ 35 h 3"/>
                <a:gd name="T38" fmla="*/ 63 w 4"/>
                <a:gd name="T39" fmla="*/ 35 h 3"/>
                <a:gd name="T40" fmla="*/ 63 w 4"/>
                <a:gd name="T41" fmla="*/ 35 h 3"/>
                <a:gd name="T42" fmla="*/ 63 w 4"/>
                <a:gd name="T43" fmla="*/ 35 h 3"/>
                <a:gd name="T44" fmla="*/ 63 w 4"/>
                <a:gd name="T45" fmla="*/ 35 h 3"/>
                <a:gd name="T46" fmla="*/ 63 w 4"/>
                <a:gd name="T47" fmla="*/ 21 h 3"/>
                <a:gd name="T48" fmla="*/ 63 w 4"/>
                <a:gd name="T49" fmla="*/ 21 h 3"/>
                <a:gd name="T50" fmla="*/ 50 w 4"/>
                <a:gd name="T51" fmla="*/ 0 h 3"/>
                <a:gd name="T52" fmla="*/ 50 w 4"/>
                <a:gd name="T53" fmla="*/ 0 h 3"/>
                <a:gd name="T54" fmla="*/ 33 w 4"/>
                <a:gd name="T55" fmla="*/ 0 h 3"/>
                <a:gd name="T56" fmla="*/ 20 w 4"/>
                <a:gd name="T57" fmla="*/ 21 h 3"/>
                <a:gd name="T58" fmla="*/ 20 w 4"/>
                <a:gd name="T59" fmla="*/ 21 h 3"/>
                <a:gd name="T60" fmla="*/ 20 w 4"/>
                <a:gd name="T61" fmla="*/ 21 h 3"/>
                <a:gd name="T62" fmla="*/ 20 w 4"/>
                <a:gd name="T63" fmla="*/ 35 h 3"/>
                <a:gd name="T64" fmla="*/ 20 w 4"/>
                <a:gd name="T65" fmla="*/ 21 h 3"/>
                <a:gd name="T66" fmla="*/ 20 w 4"/>
                <a:gd name="T67" fmla="*/ 21 h 3"/>
                <a:gd name="T68" fmla="*/ 33 w 4"/>
                <a:gd name="T69" fmla="*/ 21 h 3"/>
                <a:gd name="T70" fmla="*/ 20 w 4"/>
                <a:gd name="T71" fmla="*/ 35 h 3"/>
                <a:gd name="T72" fmla="*/ 20 w 4"/>
                <a:gd name="T73" fmla="*/ 35 h 3"/>
                <a:gd name="T74" fmla="*/ 50 w 4"/>
                <a:gd name="T75" fmla="*/ 56 h 3"/>
                <a:gd name="T76" fmla="*/ 50 w 4"/>
                <a:gd name="T77" fmla="*/ 35 h 3"/>
                <a:gd name="T78" fmla="*/ 50 w 4"/>
                <a:gd name="T79" fmla="*/ 21 h 3"/>
                <a:gd name="T80" fmla="*/ 33 w 4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4" name="Freeform 1144">
              <a:extLst>
                <a:ext uri="{FF2B5EF4-FFF2-40B4-BE49-F238E27FC236}">
                  <a16:creationId xmlns:a16="http://schemas.microsoft.com/office/drawing/2014/main" id="{313AF676-E98C-4D28-A9E0-BA9B2DD8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13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21 w 3"/>
                <a:gd name="T5" fmla="*/ 56 h 3"/>
                <a:gd name="T6" fmla="*/ 35 w 3"/>
                <a:gd name="T7" fmla="*/ 56 h 3"/>
                <a:gd name="T8" fmla="*/ 56 w 3"/>
                <a:gd name="T9" fmla="*/ 21 h 3"/>
                <a:gd name="T10" fmla="*/ 56 w 3"/>
                <a:gd name="T11" fmla="*/ 0 h 3"/>
                <a:gd name="T12" fmla="*/ 35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5" name="Freeform 1145">
              <a:extLst>
                <a:ext uri="{FF2B5EF4-FFF2-40B4-BE49-F238E27FC236}">
                  <a16:creationId xmlns:a16="http://schemas.microsoft.com/office/drawing/2014/main" id="{12378936-B6B2-4C28-95D8-E4D75F9736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9" y="2133"/>
              <a:ext cx="12" cy="14"/>
            </a:xfrm>
            <a:custGeom>
              <a:avLst/>
              <a:gdLst>
                <a:gd name="T0" fmla="*/ 12 w 5"/>
                <a:gd name="T1" fmla="*/ 48 h 5"/>
                <a:gd name="T2" fmla="*/ 0 w 5"/>
                <a:gd name="T3" fmla="*/ 48 h 5"/>
                <a:gd name="T4" fmla="*/ 12 w 5"/>
                <a:gd name="T5" fmla="*/ 62 h 5"/>
                <a:gd name="T6" fmla="*/ 12 w 5"/>
                <a:gd name="T7" fmla="*/ 62 h 5"/>
                <a:gd name="T8" fmla="*/ 12 w 5"/>
                <a:gd name="T9" fmla="*/ 62 h 5"/>
                <a:gd name="T10" fmla="*/ 29 w 5"/>
                <a:gd name="T11" fmla="*/ 109 h 5"/>
                <a:gd name="T12" fmla="*/ 58 w 5"/>
                <a:gd name="T13" fmla="*/ 109 h 5"/>
                <a:gd name="T14" fmla="*/ 70 w 5"/>
                <a:gd name="T15" fmla="*/ 62 h 5"/>
                <a:gd name="T16" fmla="*/ 70 w 5"/>
                <a:gd name="T17" fmla="*/ 62 h 5"/>
                <a:gd name="T18" fmla="*/ 70 w 5"/>
                <a:gd name="T19" fmla="*/ 22 h 5"/>
                <a:gd name="T20" fmla="*/ 58 w 5"/>
                <a:gd name="T21" fmla="*/ 22 h 5"/>
                <a:gd name="T22" fmla="*/ 70 w 5"/>
                <a:gd name="T23" fmla="*/ 22 h 5"/>
                <a:gd name="T24" fmla="*/ 58 w 5"/>
                <a:gd name="T25" fmla="*/ 22 h 5"/>
                <a:gd name="T26" fmla="*/ 58 w 5"/>
                <a:gd name="T27" fmla="*/ 0 h 5"/>
                <a:gd name="T28" fmla="*/ 12 w 5"/>
                <a:gd name="T29" fmla="*/ 48 h 5"/>
                <a:gd name="T30" fmla="*/ 29 w 5"/>
                <a:gd name="T31" fmla="*/ 22 h 5"/>
                <a:gd name="T32" fmla="*/ 29 w 5"/>
                <a:gd name="T33" fmla="*/ 22 h 5"/>
                <a:gd name="T34" fmla="*/ 29 w 5"/>
                <a:gd name="T35" fmla="*/ 22 h 5"/>
                <a:gd name="T36" fmla="*/ 29 w 5"/>
                <a:gd name="T37" fmla="*/ 22 h 5"/>
                <a:gd name="T38" fmla="*/ 58 w 5"/>
                <a:gd name="T39" fmla="*/ 22 h 5"/>
                <a:gd name="T40" fmla="*/ 58 w 5"/>
                <a:gd name="T41" fmla="*/ 22 h 5"/>
                <a:gd name="T42" fmla="*/ 70 w 5"/>
                <a:gd name="T43" fmla="*/ 48 h 5"/>
                <a:gd name="T44" fmla="*/ 70 w 5"/>
                <a:gd name="T45" fmla="*/ 62 h 5"/>
                <a:gd name="T46" fmla="*/ 70 w 5"/>
                <a:gd name="T47" fmla="*/ 87 h 5"/>
                <a:gd name="T48" fmla="*/ 41 w 5"/>
                <a:gd name="T49" fmla="*/ 109 h 5"/>
                <a:gd name="T50" fmla="*/ 29 w 5"/>
                <a:gd name="T51" fmla="*/ 87 h 5"/>
                <a:gd name="T52" fmla="*/ 29 w 5"/>
                <a:gd name="T53" fmla="*/ 62 h 5"/>
                <a:gd name="T54" fmla="*/ 29 w 5"/>
                <a:gd name="T55" fmla="*/ 62 h 5"/>
                <a:gd name="T56" fmla="*/ 58 w 5"/>
                <a:gd name="T57" fmla="*/ 22 h 5"/>
                <a:gd name="T58" fmla="*/ 58 w 5"/>
                <a:gd name="T59" fmla="*/ 22 h 5"/>
                <a:gd name="T60" fmla="*/ 58 w 5"/>
                <a:gd name="T61" fmla="*/ 22 h 5"/>
                <a:gd name="T62" fmla="*/ 58 w 5"/>
                <a:gd name="T63" fmla="*/ 22 h 5"/>
                <a:gd name="T64" fmla="*/ 41 w 5"/>
                <a:gd name="T65" fmla="*/ 109 h 5"/>
                <a:gd name="T66" fmla="*/ 41 w 5"/>
                <a:gd name="T67" fmla="*/ 109 h 5"/>
                <a:gd name="T68" fmla="*/ 41 w 5"/>
                <a:gd name="T69" fmla="*/ 109 h 5"/>
                <a:gd name="T70" fmla="*/ 41 w 5"/>
                <a:gd name="T71" fmla="*/ 109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2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6" name="Freeform 1146">
              <a:extLst>
                <a:ext uri="{FF2B5EF4-FFF2-40B4-BE49-F238E27FC236}">
                  <a16:creationId xmlns:a16="http://schemas.microsoft.com/office/drawing/2014/main" id="{4DA1991D-B89B-4C58-8661-2915E479B3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1" y="2136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56 h 3"/>
                <a:gd name="T10" fmla="*/ 0 w 3"/>
                <a:gd name="T11" fmla="*/ 35 h 3"/>
                <a:gd name="T12" fmla="*/ 0 w 3"/>
                <a:gd name="T13" fmla="*/ 35 h 3"/>
                <a:gd name="T14" fmla="*/ 21 w 3"/>
                <a:gd name="T15" fmla="*/ 56 h 3"/>
                <a:gd name="T16" fmla="*/ 21 w 3"/>
                <a:gd name="T17" fmla="*/ 56 h 3"/>
                <a:gd name="T18" fmla="*/ 21 w 3"/>
                <a:gd name="T19" fmla="*/ 35 h 3"/>
                <a:gd name="T20" fmla="*/ 21 w 3"/>
                <a:gd name="T21" fmla="*/ 35 h 3"/>
                <a:gd name="T22" fmla="*/ 21 w 3"/>
                <a:gd name="T23" fmla="*/ 21 h 3"/>
                <a:gd name="T24" fmla="*/ 35 w 3"/>
                <a:gd name="T25" fmla="*/ 21 h 3"/>
                <a:gd name="T26" fmla="*/ 56 w 3"/>
                <a:gd name="T27" fmla="*/ 21 h 3"/>
                <a:gd name="T28" fmla="*/ 56 w 3"/>
                <a:gd name="T29" fmla="*/ 35 h 3"/>
                <a:gd name="T30" fmla="*/ 56 w 3"/>
                <a:gd name="T31" fmla="*/ 35 h 3"/>
                <a:gd name="T32" fmla="*/ 56 w 3"/>
                <a:gd name="T33" fmla="*/ 35 h 3"/>
                <a:gd name="T34" fmla="*/ 56 w 3"/>
                <a:gd name="T35" fmla="*/ 21 h 3"/>
                <a:gd name="T36" fmla="*/ 56 w 3"/>
                <a:gd name="T37" fmla="*/ 35 h 3"/>
                <a:gd name="T38" fmla="*/ 56 w 3"/>
                <a:gd name="T39" fmla="*/ 35 h 3"/>
                <a:gd name="T40" fmla="*/ 56 w 3"/>
                <a:gd name="T41" fmla="*/ 35 h 3"/>
                <a:gd name="T42" fmla="*/ 56 w 3"/>
                <a:gd name="T43" fmla="*/ 35 h 3"/>
                <a:gd name="T44" fmla="*/ 56 w 3"/>
                <a:gd name="T45" fmla="*/ 35 h 3"/>
                <a:gd name="T46" fmla="*/ 56 w 3"/>
                <a:gd name="T47" fmla="*/ 35 h 3"/>
                <a:gd name="T48" fmla="*/ 56 w 3"/>
                <a:gd name="T49" fmla="*/ 21 h 3"/>
                <a:gd name="T50" fmla="*/ 35 w 3"/>
                <a:gd name="T51" fmla="*/ 0 h 3"/>
                <a:gd name="T52" fmla="*/ 35 w 3"/>
                <a:gd name="T53" fmla="*/ 0 h 3"/>
                <a:gd name="T54" fmla="*/ 21 w 3"/>
                <a:gd name="T55" fmla="*/ 0 h 3"/>
                <a:gd name="T56" fmla="*/ 21 w 3"/>
                <a:gd name="T57" fmla="*/ 21 h 3"/>
                <a:gd name="T58" fmla="*/ 0 w 3"/>
                <a:gd name="T59" fmla="*/ 21 h 3"/>
                <a:gd name="T60" fmla="*/ 0 w 3"/>
                <a:gd name="T61" fmla="*/ 35 h 3"/>
                <a:gd name="T62" fmla="*/ 0 w 3"/>
                <a:gd name="T63" fmla="*/ 35 h 3"/>
                <a:gd name="T64" fmla="*/ 0 w 3"/>
                <a:gd name="T65" fmla="*/ 35 h 3"/>
                <a:gd name="T66" fmla="*/ 21 w 3"/>
                <a:gd name="T67" fmla="*/ 21 h 3"/>
                <a:gd name="T68" fmla="*/ 35 w 3"/>
                <a:gd name="T69" fmla="*/ 21 h 3"/>
                <a:gd name="T70" fmla="*/ 21 w 3"/>
                <a:gd name="T71" fmla="*/ 35 h 3"/>
                <a:gd name="T72" fmla="*/ 21 w 3"/>
                <a:gd name="T73" fmla="*/ 56 h 3"/>
                <a:gd name="T74" fmla="*/ 35 w 3"/>
                <a:gd name="T75" fmla="*/ 56 h 3"/>
                <a:gd name="T76" fmla="*/ 56 w 3"/>
                <a:gd name="T77" fmla="*/ 35 h 3"/>
                <a:gd name="T78" fmla="*/ 35 w 3"/>
                <a:gd name="T79" fmla="*/ 21 h 3"/>
                <a:gd name="T80" fmla="*/ 35 w 3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7" name="Freeform 1147">
              <a:extLst>
                <a:ext uri="{FF2B5EF4-FFF2-40B4-BE49-F238E27FC236}">
                  <a16:creationId xmlns:a16="http://schemas.microsoft.com/office/drawing/2014/main" id="{A788AAED-3294-499D-8191-18A448C9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136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63 w 4"/>
                <a:gd name="T9" fmla="*/ 35 h 3"/>
                <a:gd name="T10" fmla="*/ 50 w 4"/>
                <a:gd name="T11" fmla="*/ 21 h 3"/>
                <a:gd name="T12" fmla="*/ 33 w 4"/>
                <a:gd name="T13" fmla="*/ 0 h 3"/>
                <a:gd name="T14" fmla="*/ 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8" name="Freeform 1148">
              <a:extLst>
                <a:ext uri="{FF2B5EF4-FFF2-40B4-BE49-F238E27FC236}">
                  <a16:creationId xmlns:a16="http://schemas.microsoft.com/office/drawing/2014/main" id="{4F5D2D11-98BF-4098-B99E-3B48711B72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9" y="2203"/>
              <a:ext cx="12" cy="13"/>
            </a:xfrm>
            <a:custGeom>
              <a:avLst/>
              <a:gdLst>
                <a:gd name="T0" fmla="*/ 12 w 5"/>
                <a:gd name="T1" fmla="*/ 34 h 5"/>
                <a:gd name="T2" fmla="*/ 0 w 5"/>
                <a:gd name="T3" fmla="*/ 34 h 5"/>
                <a:gd name="T4" fmla="*/ 0 w 5"/>
                <a:gd name="T5" fmla="*/ 55 h 5"/>
                <a:gd name="T6" fmla="*/ 12 w 5"/>
                <a:gd name="T7" fmla="*/ 55 h 5"/>
                <a:gd name="T8" fmla="*/ 12 w 5"/>
                <a:gd name="T9" fmla="*/ 55 h 5"/>
                <a:gd name="T10" fmla="*/ 29 w 5"/>
                <a:gd name="T11" fmla="*/ 88 h 5"/>
                <a:gd name="T12" fmla="*/ 58 w 5"/>
                <a:gd name="T13" fmla="*/ 88 h 5"/>
                <a:gd name="T14" fmla="*/ 70 w 5"/>
                <a:gd name="T15" fmla="*/ 55 h 5"/>
                <a:gd name="T16" fmla="*/ 70 w 5"/>
                <a:gd name="T17" fmla="*/ 34 h 5"/>
                <a:gd name="T18" fmla="*/ 70 w 5"/>
                <a:gd name="T19" fmla="*/ 21 h 5"/>
                <a:gd name="T20" fmla="*/ 58 w 5"/>
                <a:gd name="T21" fmla="*/ 21 h 5"/>
                <a:gd name="T22" fmla="*/ 58 w 5"/>
                <a:gd name="T23" fmla="*/ 21 h 5"/>
                <a:gd name="T24" fmla="*/ 58 w 5"/>
                <a:gd name="T25" fmla="*/ 21 h 5"/>
                <a:gd name="T26" fmla="*/ 41 w 5"/>
                <a:gd name="T27" fmla="*/ 0 h 5"/>
                <a:gd name="T28" fmla="*/ 12 w 5"/>
                <a:gd name="T29" fmla="*/ 34 h 5"/>
                <a:gd name="T30" fmla="*/ 29 w 5"/>
                <a:gd name="T31" fmla="*/ 21 h 5"/>
                <a:gd name="T32" fmla="*/ 29 w 5"/>
                <a:gd name="T33" fmla="*/ 21 h 5"/>
                <a:gd name="T34" fmla="*/ 29 w 5"/>
                <a:gd name="T35" fmla="*/ 21 h 5"/>
                <a:gd name="T36" fmla="*/ 29 w 5"/>
                <a:gd name="T37" fmla="*/ 21 h 5"/>
                <a:gd name="T38" fmla="*/ 58 w 5"/>
                <a:gd name="T39" fmla="*/ 21 h 5"/>
                <a:gd name="T40" fmla="*/ 58 w 5"/>
                <a:gd name="T41" fmla="*/ 21 h 5"/>
                <a:gd name="T42" fmla="*/ 70 w 5"/>
                <a:gd name="T43" fmla="*/ 34 h 5"/>
                <a:gd name="T44" fmla="*/ 70 w 5"/>
                <a:gd name="T45" fmla="*/ 55 h 5"/>
                <a:gd name="T46" fmla="*/ 70 w 5"/>
                <a:gd name="T47" fmla="*/ 68 h 5"/>
                <a:gd name="T48" fmla="*/ 41 w 5"/>
                <a:gd name="T49" fmla="*/ 68 h 5"/>
                <a:gd name="T50" fmla="*/ 29 w 5"/>
                <a:gd name="T51" fmla="*/ 68 h 5"/>
                <a:gd name="T52" fmla="*/ 29 w 5"/>
                <a:gd name="T53" fmla="*/ 55 h 5"/>
                <a:gd name="T54" fmla="*/ 29 w 5"/>
                <a:gd name="T55" fmla="*/ 55 h 5"/>
                <a:gd name="T56" fmla="*/ 58 w 5"/>
                <a:gd name="T57" fmla="*/ 21 h 5"/>
                <a:gd name="T58" fmla="*/ 58 w 5"/>
                <a:gd name="T59" fmla="*/ 21 h 5"/>
                <a:gd name="T60" fmla="*/ 58 w 5"/>
                <a:gd name="T61" fmla="*/ 21 h 5"/>
                <a:gd name="T62" fmla="*/ 58 w 5"/>
                <a:gd name="T63" fmla="*/ 21 h 5"/>
                <a:gd name="T64" fmla="*/ 41 w 5"/>
                <a:gd name="T65" fmla="*/ 88 h 5"/>
                <a:gd name="T66" fmla="*/ 41 w 5"/>
                <a:gd name="T67" fmla="*/ 88 h 5"/>
                <a:gd name="T68" fmla="*/ 41 w 5"/>
                <a:gd name="T69" fmla="*/ 88 h 5"/>
                <a:gd name="T70" fmla="*/ 41 w 5"/>
                <a:gd name="T71" fmla="*/ 88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4"/>
                    <a:pt x="5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1" y="0"/>
                    <a:pt x="1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9" name="Freeform 1149">
              <a:extLst>
                <a:ext uri="{FF2B5EF4-FFF2-40B4-BE49-F238E27FC236}">
                  <a16:creationId xmlns:a16="http://schemas.microsoft.com/office/drawing/2014/main" id="{16A8ABE3-E553-40F4-8AA6-53BB2A5A9C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1" y="2205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21 h 3"/>
                <a:gd name="T8" fmla="*/ 0 w 3"/>
                <a:gd name="T9" fmla="*/ 35 h 3"/>
                <a:gd name="T10" fmla="*/ 0 w 3"/>
                <a:gd name="T11" fmla="*/ 35 h 3"/>
                <a:gd name="T12" fmla="*/ 0 w 3"/>
                <a:gd name="T13" fmla="*/ 35 h 3"/>
                <a:gd name="T14" fmla="*/ 0 w 3"/>
                <a:gd name="T15" fmla="*/ 56 h 3"/>
                <a:gd name="T16" fmla="*/ 0 w 3"/>
                <a:gd name="T17" fmla="*/ 56 h 3"/>
                <a:gd name="T18" fmla="*/ 21 w 3"/>
                <a:gd name="T19" fmla="*/ 35 h 3"/>
                <a:gd name="T20" fmla="*/ 0 w 3"/>
                <a:gd name="T21" fmla="*/ 35 h 3"/>
                <a:gd name="T22" fmla="*/ 21 w 3"/>
                <a:gd name="T23" fmla="*/ 21 h 3"/>
                <a:gd name="T24" fmla="*/ 35 w 3"/>
                <a:gd name="T25" fmla="*/ 21 h 3"/>
                <a:gd name="T26" fmla="*/ 56 w 3"/>
                <a:gd name="T27" fmla="*/ 21 h 3"/>
                <a:gd name="T28" fmla="*/ 56 w 3"/>
                <a:gd name="T29" fmla="*/ 21 h 3"/>
                <a:gd name="T30" fmla="*/ 56 w 3"/>
                <a:gd name="T31" fmla="*/ 35 h 3"/>
                <a:gd name="T32" fmla="*/ 56 w 3"/>
                <a:gd name="T33" fmla="*/ 35 h 3"/>
                <a:gd name="T34" fmla="*/ 56 w 3"/>
                <a:gd name="T35" fmla="*/ 21 h 3"/>
                <a:gd name="T36" fmla="*/ 56 w 3"/>
                <a:gd name="T37" fmla="*/ 35 h 3"/>
                <a:gd name="T38" fmla="*/ 56 w 3"/>
                <a:gd name="T39" fmla="*/ 35 h 3"/>
                <a:gd name="T40" fmla="*/ 56 w 3"/>
                <a:gd name="T41" fmla="*/ 35 h 3"/>
                <a:gd name="T42" fmla="*/ 56 w 3"/>
                <a:gd name="T43" fmla="*/ 35 h 3"/>
                <a:gd name="T44" fmla="*/ 56 w 3"/>
                <a:gd name="T45" fmla="*/ 35 h 3"/>
                <a:gd name="T46" fmla="*/ 56 w 3"/>
                <a:gd name="T47" fmla="*/ 21 h 3"/>
                <a:gd name="T48" fmla="*/ 56 w 3"/>
                <a:gd name="T49" fmla="*/ 21 h 3"/>
                <a:gd name="T50" fmla="*/ 35 w 3"/>
                <a:gd name="T51" fmla="*/ 0 h 3"/>
                <a:gd name="T52" fmla="*/ 35 w 3"/>
                <a:gd name="T53" fmla="*/ 0 h 3"/>
                <a:gd name="T54" fmla="*/ 21 w 3"/>
                <a:gd name="T55" fmla="*/ 0 h 3"/>
                <a:gd name="T56" fmla="*/ 21 w 3"/>
                <a:gd name="T57" fmla="*/ 21 h 3"/>
                <a:gd name="T58" fmla="*/ 0 w 3"/>
                <a:gd name="T59" fmla="*/ 21 h 3"/>
                <a:gd name="T60" fmla="*/ 0 w 3"/>
                <a:gd name="T61" fmla="*/ 21 h 3"/>
                <a:gd name="T62" fmla="*/ 0 w 3"/>
                <a:gd name="T63" fmla="*/ 21 h 3"/>
                <a:gd name="T64" fmla="*/ 0 w 3"/>
                <a:gd name="T65" fmla="*/ 21 h 3"/>
                <a:gd name="T66" fmla="*/ 21 w 3"/>
                <a:gd name="T67" fmla="*/ 21 h 3"/>
                <a:gd name="T68" fmla="*/ 35 w 3"/>
                <a:gd name="T69" fmla="*/ 21 h 3"/>
                <a:gd name="T70" fmla="*/ 21 w 3"/>
                <a:gd name="T71" fmla="*/ 35 h 3"/>
                <a:gd name="T72" fmla="*/ 21 w 3"/>
                <a:gd name="T73" fmla="*/ 35 h 3"/>
                <a:gd name="T74" fmla="*/ 35 w 3"/>
                <a:gd name="T75" fmla="*/ 35 h 3"/>
                <a:gd name="T76" fmla="*/ 56 w 3"/>
                <a:gd name="T77" fmla="*/ 35 h 3"/>
                <a:gd name="T78" fmla="*/ 35 w 3"/>
                <a:gd name="T79" fmla="*/ 21 h 3"/>
                <a:gd name="T80" fmla="*/ 35 w 3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0" name="Freeform 1150">
              <a:extLst>
                <a:ext uri="{FF2B5EF4-FFF2-40B4-BE49-F238E27FC236}">
                  <a16:creationId xmlns:a16="http://schemas.microsoft.com/office/drawing/2014/main" id="{BF2C6509-9951-4A00-B3DA-B8DA90B86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205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50 w 4"/>
                <a:gd name="T9" fmla="*/ 21 h 3"/>
                <a:gd name="T10" fmla="*/ 50 w 4"/>
                <a:gd name="T11" fmla="*/ 0 h 3"/>
                <a:gd name="T12" fmla="*/ 33 w 4"/>
                <a:gd name="T13" fmla="*/ 0 h 3"/>
                <a:gd name="T14" fmla="*/ 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1" name="Freeform 1151">
              <a:extLst>
                <a:ext uri="{FF2B5EF4-FFF2-40B4-BE49-F238E27FC236}">
                  <a16:creationId xmlns:a16="http://schemas.microsoft.com/office/drawing/2014/main" id="{81C5FF22-9542-4780-80CB-4FD97498D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4" y="2296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0 w 5"/>
                <a:gd name="T3" fmla="*/ 34 h 5"/>
                <a:gd name="T4" fmla="*/ 0 w 5"/>
                <a:gd name="T5" fmla="*/ 55 h 5"/>
                <a:gd name="T6" fmla="*/ 0 w 5"/>
                <a:gd name="T7" fmla="*/ 55 h 5"/>
                <a:gd name="T8" fmla="*/ 0 w 5"/>
                <a:gd name="T9" fmla="*/ 55 h 5"/>
                <a:gd name="T10" fmla="*/ 12 w 5"/>
                <a:gd name="T11" fmla="*/ 88 h 5"/>
                <a:gd name="T12" fmla="*/ 41 w 5"/>
                <a:gd name="T13" fmla="*/ 88 h 5"/>
                <a:gd name="T14" fmla="*/ 70 w 5"/>
                <a:gd name="T15" fmla="*/ 55 h 5"/>
                <a:gd name="T16" fmla="*/ 70 w 5"/>
                <a:gd name="T17" fmla="*/ 34 h 5"/>
                <a:gd name="T18" fmla="*/ 70 w 5"/>
                <a:gd name="T19" fmla="*/ 21 h 5"/>
                <a:gd name="T20" fmla="*/ 58 w 5"/>
                <a:gd name="T21" fmla="*/ 21 h 5"/>
                <a:gd name="T22" fmla="*/ 58 w 5"/>
                <a:gd name="T23" fmla="*/ 21 h 5"/>
                <a:gd name="T24" fmla="*/ 58 w 5"/>
                <a:gd name="T25" fmla="*/ 21 h 5"/>
                <a:gd name="T26" fmla="*/ 41 w 5"/>
                <a:gd name="T27" fmla="*/ 0 h 5"/>
                <a:gd name="T28" fmla="*/ 0 w 5"/>
                <a:gd name="T29" fmla="*/ 34 h 5"/>
                <a:gd name="T30" fmla="*/ 29 w 5"/>
                <a:gd name="T31" fmla="*/ 21 h 5"/>
                <a:gd name="T32" fmla="*/ 29 w 5"/>
                <a:gd name="T33" fmla="*/ 21 h 5"/>
                <a:gd name="T34" fmla="*/ 29 w 5"/>
                <a:gd name="T35" fmla="*/ 21 h 5"/>
                <a:gd name="T36" fmla="*/ 29 w 5"/>
                <a:gd name="T37" fmla="*/ 21 h 5"/>
                <a:gd name="T38" fmla="*/ 41 w 5"/>
                <a:gd name="T39" fmla="*/ 21 h 5"/>
                <a:gd name="T40" fmla="*/ 41 w 5"/>
                <a:gd name="T41" fmla="*/ 21 h 5"/>
                <a:gd name="T42" fmla="*/ 58 w 5"/>
                <a:gd name="T43" fmla="*/ 34 h 5"/>
                <a:gd name="T44" fmla="*/ 70 w 5"/>
                <a:gd name="T45" fmla="*/ 55 h 5"/>
                <a:gd name="T46" fmla="*/ 58 w 5"/>
                <a:gd name="T47" fmla="*/ 68 h 5"/>
                <a:gd name="T48" fmla="*/ 41 w 5"/>
                <a:gd name="T49" fmla="*/ 68 h 5"/>
                <a:gd name="T50" fmla="*/ 29 w 5"/>
                <a:gd name="T51" fmla="*/ 68 h 5"/>
                <a:gd name="T52" fmla="*/ 12 w 5"/>
                <a:gd name="T53" fmla="*/ 55 h 5"/>
                <a:gd name="T54" fmla="*/ 12 w 5"/>
                <a:gd name="T55" fmla="*/ 55 h 5"/>
                <a:gd name="T56" fmla="*/ 41 w 5"/>
                <a:gd name="T57" fmla="*/ 21 h 5"/>
                <a:gd name="T58" fmla="*/ 41 w 5"/>
                <a:gd name="T59" fmla="*/ 21 h 5"/>
                <a:gd name="T60" fmla="*/ 41 w 5"/>
                <a:gd name="T61" fmla="*/ 21 h 5"/>
                <a:gd name="T62" fmla="*/ 41 w 5"/>
                <a:gd name="T63" fmla="*/ 21 h 5"/>
                <a:gd name="T64" fmla="*/ 41 w 5"/>
                <a:gd name="T65" fmla="*/ 88 h 5"/>
                <a:gd name="T66" fmla="*/ 41 w 5"/>
                <a:gd name="T67" fmla="*/ 88 h 5"/>
                <a:gd name="T68" fmla="*/ 41 w 5"/>
                <a:gd name="T69" fmla="*/ 88 h 5"/>
                <a:gd name="T70" fmla="*/ 41 w 5"/>
                <a:gd name="T71" fmla="*/ 88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2" name="Freeform 1152">
              <a:extLst>
                <a:ext uri="{FF2B5EF4-FFF2-40B4-BE49-F238E27FC236}">
                  <a16:creationId xmlns:a16="http://schemas.microsoft.com/office/drawing/2014/main" id="{A409FCEE-5316-48C1-91B0-31A83EE5D3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4" y="229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35 h 3"/>
                <a:gd name="T4" fmla="*/ 20 w 4"/>
                <a:gd name="T5" fmla="*/ 35 h 3"/>
                <a:gd name="T6" fmla="*/ 20 w 4"/>
                <a:gd name="T7" fmla="*/ 21 h 3"/>
                <a:gd name="T8" fmla="*/ 20 w 4"/>
                <a:gd name="T9" fmla="*/ 35 h 3"/>
                <a:gd name="T10" fmla="*/ 20 w 4"/>
                <a:gd name="T11" fmla="*/ 35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35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21 h 3"/>
                <a:gd name="T26" fmla="*/ 50 w 4"/>
                <a:gd name="T27" fmla="*/ 21 h 3"/>
                <a:gd name="T28" fmla="*/ 50 w 4"/>
                <a:gd name="T29" fmla="*/ 21 h 3"/>
                <a:gd name="T30" fmla="*/ 50 w 4"/>
                <a:gd name="T31" fmla="*/ 35 h 3"/>
                <a:gd name="T32" fmla="*/ 50 w 4"/>
                <a:gd name="T33" fmla="*/ 35 h 3"/>
                <a:gd name="T34" fmla="*/ 50 w 4"/>
                <a:gd name="T35" fmla="*/ 21 h 3"/>
                <a:gd name="T36" fmla="*/ 63 w 4"/>
                <a:gd name="T37" fmla="*/ 35 h 3"/>
                <a:gd name="T38" fmla="*/ 63 w 4"/>
                <a:gd name="T39" fmla="*/ 35 h 3"/>
                <a:gd name="T40" fmla="*/ 63 w 4"/>
                <a:gd name="T41" fmla="*/ 35 h 3"/>
                <a:gd name="T42" fmla="*/ 63 w 4"/>
                <a:gd name="T43" fmla="*/ 35 h 3"/>
                <a:gd name="T44" fmla="*/ 63 w 4"/>
                <a:gd name="T45" fmla="*/ 35 h 3"/>
                <a:gd name="T46" fmla="*/ 63 w 4"/>
                <a:gd name="T47" fmla="*/ 21 h 3"/>
                <a:gd name="T48" fmla="*/ 63 w 4"/>
                <a:gd name="T49" fmla="*/ 21 h 3"/>
                <a:gd name="T50" fmla="*/ 50 w 4"/>
                <a:gd name="T51" fmla="*/ 0 h 3"/>
                <a:gd name="T52" fmla="*/ 50 w 4"/>
                <a:gd name="T53" fmla="*/ 0 h 3"/>
                <a:gd name="T54" fmla="*/ 33 w 4"/>
                <a:gd name="T55" fmla="*/ 0 h 3"/>
                <a:gd name="T56" fmla="*/ 20 w 4"/>
                <a:gd name="T57" fmla="*/ 21 h 3"/>
                <a:gd name="T58" fmla="*/ 20 w 4"/>
                <a:gd name="T59" fmla="*/ 21 h 3"/>
                <a:gd name="T60" fmla="*/ 20 w 4"/>
                <a:gd name="T61" fmla="*/ 21 h 3"/>
                <a:gd name="T62" fmla="*/ 20 w 4"/>
                <a:gd name="T63" fmla="*/ 35 h 3"/>
                <a:gd name="T64" fmla="*/ 20 w 4"/>
                <a:gd name="T65" fmla="*/ 21 h 3"/>
                <a:gd name="T66" fmla="*/ 20 w 4"/>
                <a:gd name="T67" fmla="*/ 21 h 3"/>
                <a:gd name="T68" fmla="*/ 33 w 4"/>
                <a:gd name="T69" fmla="*/ 21 h 3"/>
                <a:gd name="T70" fmla="*/ 20 w 4"/>
                <a:gd name="T71" fmla="*/ 35 h 3"/>
                <a:gd name="T72" fmla="*/ 20 w 4"/>
                <a:gd name="T73" fmla="*/ 35 h 3"/>
                <a:gd name="T74" fmla="*/ 50 w 4"/>
                <a:gd name="T75" fmla="*/ 35 h 3"/>
                <a:gd name="T76" fmla="*/ 50 w 4"/>
                <a:gd name="T77" fmla="*/ 35 h 3"/>
                <a:gd name="T78" fmla="*/ 50 w 4"/>
                <a:gd name="T79" fmla="*/ 21 h 3"/>
                <a:gd name="T80" fmla="*/ 33 w 4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3" name="Freeform 1153">
              <a:extLst>
                <a:ext uri="{FF2B5EF4-FFF2-40B4-BE49-F238E27FC236}">
                  <a16:creationId xmlns:a16="http://schemas.microsoft.com/office/drawing/2014/main" id="{E9E69221-E6EF-458F-96C2-8FEA027D6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9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12 w 3"/>
                <a:gd name="T5" fmla="*/ 56 h 3"/>
                <a:gd name="T6" fmla="*/ 28 w 3"/>
                <a:gd name="T7" fmla="*/ 56 h 3"/>
                <a:gd name="T8" fmla="*/ 37 w 3"/>
                <a:gd name="T9" fmla="*/ 21 h 3"/>
                <a:gd name="T10" fmla="*/ 37 w 3"/>
                <a:gd name="T11" fmla="*/ 0 h 3"/>
                <a:gd name="T12" fmla="*/ 28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4" name="Freeform 1154">
              <a:extLst>
                <a:ext uri="{FF2B5EF4-FFF2-40B4-BE49-F238E27FC236}">
                  <a16:creationId xmlns:a16="http://schemas.microsoft.com/office/drawing/2014/main" id="{4F3348CA-F9C5-4493-97A6-0DC9E8333F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6" y="2419"/>
              <a:ext cx="60" cy="21"/>
            </a:xfrm>
            <a:custGeom>
              <a:avLst/>
              <a:gdLst>
                <a:gd name="T0" fmla="*/ 300 w 24"/>
                <a:gd name="T1" fmla="*/ 34 h 8"/>
                <a:gd name="T2" fmla="*/ 300 w 24"/>
                <a:gd name="T3" fmla="*/ 55 h 8"/>
                <a:gd name="T4" fmla="*/ 300 w 24"/>
                <a:gd name="T5" fmla="*/ 55 h 8"/>
                <a:gd name="T6" fmla="*/ 300 w 24"/>
                <a:gd name="T7" fmla="*/ 55 h 8"/>
                <a:gd name="T8" fmla="*/ 300 w 24"/>
                <a:gd name="T9" fmla="*/ 55 h 8"/>
                <a:gd name="T10" fmla="*/ 313 w 24"/>
                <a:gd name="T11" fmla="*/ 89 h 8"/>
                <a:gd name="T12" fmla="*/ 363 w 24"/>
                <a:gd name="T13" fmla="*/ 89 h 8"/>
                <a:gd name="T14" fmla="*/ 375 w 24"/>
                <a:gd name="T15" fmla="*/ 55 h 8"/>
                <a:gd name="T16" fmla="*/ 375 w 24"/>
                <a:gd name="T17" fmla="*/ 55 h 8"/>
                <a:gd name="T18" fmla="*/ 375 w 24"/>
                <a:gd name="T19" fmla="*/ 34 h 8"/>
                <a:gd name="T20" fmla="*/ 363 w 24"/>
                <a:gd name="T21" fmla="*/ 21 h 8"/>
                <a:gd name="T22" fmla="*/ 363 w 24"/>
                <a:gd name="T23" fmla="*/ 21 h 8"/>
                <a:gd name="T24" fmla="*/ 363 w 24"/>
                <a:gd name="T25" fmla="*/ 21 h 8"/>
                <a:gd name="T26" fmla="*/ 345 w 24"/>
                <a:gd name="T27" fmla="*/ 21 h 8"/>
                <a:gd name="T28" fmla="*/ 300 w 24"/>
                <a:gd name="T29" fmla="*/ 34 h 8"/>
                <a:gd name="T30" fmla="*/ 333 w 24"/>
                <a:gd name="T31" fmla="*/ 34 h 8"/>
                <a:gd name="T32" fmla="*/ 333 w 24"/>
                <a:gd name="T33" fmla="*/ 34 h 8"/>
                <a:gd name="T34" fmla="*/ 333 w 24"/>
                <a:gd name="T35" fmla="*/ 34 h 8"/>
                <a:gd name="T36" fmla="*/ 333 w 24"/>
                <a:gd name="T37" fmla="*/ 34 h 8"/>
                <a:gd name="T38" fmla="*/ 345 w 24"/>
                <a:gd name="T39" fmla="*/ 34 h 8"/>
                <a:gd name="T40" fmla="*/ 363 w 24"/>
                <a:gd name="T41" fmla="*/ 34 h 8"/>
                <a:gd name="T42" fmla="*/ 363 w 24"/>
                <a:gd name="T43" fmla="*/ 55 h 8"/>
                <a:gd name="T44" fmla="*/ 375 w 24"/>
                <a:gd name="T45" fmla="*/ 55 h 8"/>
                <a:gd name="T46" fmla="*/ 363 w 24"/>
                <a:gd name="T47" fmla="*/ 76 h 8"/>
                <a:gd name="T48" fmla="*/ 345 w 24"/>
                <a:gd name="T49" fmla="*/ 89 h 8"/>
                <a:gd name="T50" fmla="*/ 333 w 24"/>
                <a:gd name="T51" fmla="*/ 76 h 8"/>
                <a:gd name="T52" fmla="*/ 333 w 24"/>
                <a:gd name="T53" fmla="*/ 55 h 8"/>
                <a:gd name="T54" fmla="*/ 333 w 24"/>
                <a:gd name="T55" fmla="*/ 55 h 8"/>
                <a:gd name="T56" fmla="*/ 345 w 24"/>
                <a:gd name="T57" fmla="*/ 34 h 8"/>
                <a:gd name="T58" fmla="*/ 363 w 24"/>
                <a:gd name="T59" fmla="*/ 34 h 8"/>
                <a:gd name="T60" fmla="*/ 345 w 24"/>
                <a:gd name="T61" fmla="*/ 34 h 8"/>
                <a:gd name="T62" fmla="*/ 345 w 24"/>
                <a:gd name="T63" fmla="*/ 34 h 8"/>
                <a:gd name="T64" fmla="*/ 20 w 24"/>
                <a:gd name="T65" fmla="*/ 144 h 8"/>
                <a:gd name="T66" fmla="*/ 0 w 24"/>
                <a:gd name="T67" fmla="*/ 144 h 8"/>
                <a:gd name="T68" fmla="*/ 20 w 24"/>
                <a:gd name="T69" fmla="*/ 144 h 8"/>
                <a:gd name="T70" fmla="*/ 20 w 24"/>
                <a:gd name="T71" fmla="*/ 144 h 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4" h="8">
                  <a:moveTo>
                    <a:pt x="19" y="2"/>
                  </a:move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20" y="5"/>
                    <a:pt x="20" y="5"/>
                  </a:cubicBezTo>
                  <a:cubicBezTo>
                    <a:pt x="21" y="6"/>
                    <a:pt x="22" y="6"/>
                    <a:pt x="23" y="5"/>
                  </a:cubicBezTo>
                  <a:cubicBezTo>
                    <a:pt x="23" y="5"/>
                    <a:pt x="24" y="5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2" y="1"/>
                  </a:cubicBezTo>
                  <a:cubicBezTo>
                    <a:pt x="22" y="1"/>
                    <a:pt x="20" y="0"/>
                    <a:pt x="19" y="2"/>
                  </a:cubicBezTo>
                  <a:close/>
                  <a:moveTo>
                    <a:pt x="21" y="2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lose/>
                  <a:moveTo>
                    <a:pt x="22" y="2"/>
                  </a:moveTo>
                  <a:cubicBezTo>
                    <a:pt x="23" y="2"/>
                    <a:pt x="23" y="2"/>
                    <a:pt x="23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4"/>
                    <a:pt x="24" y="4"/>
                    <a:pt x="23" y="4"/>
                  </a:cubicBezTo>
                  <a:cubicBezTo>
                    <a:pt x="23" y="5"/>
                    <a:pt x="22" y="5"/>
                    <a:pt x="22" y="5"/>
                  </a:cubicBezTo>
                  <a:cubicBezTo>
                    <a:pt x="21" y="5"/>
                    <a:pt x="21" y="5"/>
                    <a:pt x="21" y="4"/>
                  </a:cubicBezTo>
                  <a:cubicBezTo>
                    <a:pt x="21" y="4"/>
                    <a:pt x="21" y="4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2"/>
                    <a:pt x="21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ubicBezTo>
                    <a:pt x="23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5" name="Freeform 1155">
              <a:extLst>
                <a:ext uri="{FF2B5EF4-FFF2-40B4-BE49-F238E27FC236}">
                  <a16:creationId xmlns:a16="http://schemas.microsoft.com/office/drawing/2014/main" id="{A27736E4-2B03-4AF7-B6CE-ECF314F04D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4" y="242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20 w 4"/>
                <a:gd name="T5" fmla="*/ 35 h 3"/>
                <a:gd name="T6" fmla="*/ 20 w 4"/>
                <a:gd name="T7" fmla="*/ 35 h 3"/>
                <a:gd name="T8" fmla="*/ 20 w 4"/>
                <a:gd name="T9" fmla="*/ 56 h 3"/>
                <a:gd name="T10" fmla="*/ 20 w 4"/>
                <a:gd name="T11" fmla="*/ 56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56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35 h 3"/>
                <a:gd name="T26" fmla="*/ 63 w 4"/>
                <a:gd name="T27" fmla="*/ 35 h 3"/>
                <a:gd name="T28" fmla="*/ 63 w 4"/>
                <a:gd name="T29" fmla="*/ 35 h 3"/>
                <a:gd name="T30" fmla="*/ 50 w 4"/>
                <a:gd name="T31" fmla="*/ 35 h 3"/>
                <a:gd name="T32" fmla="*/ 63 w 4"/>
                <a:gd name="T33" fmla="*/ 56 h 3"/>
                <a:gd name="T34" fmla="*/ 63 w 4"/>
                <a:gd name="T35" fmla="*/ 35 h 3"/>
                <a:gd name="T36" fmla="*/ 63 w 4"/>
                <a:gd name="T37" fmla="*/ 35 h 3"/>
                <a:gd name="T38" fmla="*/ 63 w 4"/>
                <a:gd name="T39" fmla="*/ 56 h 3"/>
                <a:gd name="T40" fmla="*/ 63 w 4"/>
                <a:gd name="T41" fmla="*/ 35 h 3"/>
                <a:gd name="T42" fmla="*/ 63 w 4"/>
                <a:gd name="T43" fmla="*/ 56 h 3"/>
                <a:gd name="T44" fmla="*/ 63 w 4"/>
                <a:gd name="T45" fmla="*/ 35 h 3"/>
                <a:gd name="T46" fmla="*/ 63 w 4"/>
                <a:gd name="T47" fmla="*/ 35 h 3"/>
                <a:gd name="T48" fmla="*/ 63 w 4"/>
                <a:gd name="T49" fmla="*/ 35 h 3"/>
                <a:gd name="T50" fmla="*/ 50 w 4"/>
                <a:gd name="T51" fmla="*/ 21 h 3"/>
                <a:gd name="T52" fmla="*/ 50 w 4"/>
                <a:gd name="T53" fmla="*/ 21 h 3"/>
                <a:gd name="T54" fmla="*/ 33 w 4"/>
                <a:gd name="T55" fmla="*/ 0 h 3"/>
                <a:gd name="T56" fmla="*/ 20 w 4"/>
                <a:gd name="T57" fmla="*/ 35 h 3"/>
                <a:gd name="T58" fmla="*/ 20 w 4"/>
                <a:gd name="T59" fmla="*/ 35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35 h 3"/>
                <a:gd name="T68" fmla="*/ 33 w 4"/>
                <a:gd name="T69" fmla="*/ 35 h 3"/>
                <a:gd name="T70" fmla="*/ 20 w 4"/>
                <a:gd name="T71" fmla="*/ 56 h 3"/>
                <a:gd name="T72" fmla="*/ 33 w 4"/>
                <a:gd name="T73" fmla="*/ 56 h 3"/>
                <a:gd name="T74" fmla="*/ 50 w 4"/>
                <a:gd name="T75" fmla="*/ 56 h 3"/>
                <a:gd name="T76" fmla="*/ 50 w 4"/>
                <a:gd name="T77" fmla="*/ 35 h 3"/>
                <a:gd name="T78" fmla="*/ 50 w 4"/>
                <a:gd name="T79" fmla="*/ 35 h 3"/>
                <a:gd name="T80" fmla="*/ 33 w 4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6" name="Freeform 1156">
              <a:extLst>
                <a:ext uri="{FF2B5EF4-FFF2-40B4-BE49-F238E27FC236}">
                  <a16:creationId xmlns:a16="http://schemas.microsoft.com/office/drawing/2014/main" id="{6EA7DD7F-6510-402D-8D2B-B6C4FBEC6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421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12 w 3"/>
                <a:gd name="T5" fmla="*/ 56 h 3"/>
                <a:gd name="T6" fmla="*/ 28 w 3"/>
                <a:gd name="T7" fmla="*/ 56 h 3"/>
                <a:gd name="T8" fmla="*/ 37 w 3"/>
                <a:gd name="T9" fmla="*/ 35 h 3"/>
                <a:gd name="T10" fmla="*/ 37 w 3"/>
                <a:gd name="T11" fmla="*/ 21 h 3"/>
                <a:gd name="T12" fmla="*/ 28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7" name="Freeform 1157">
              <a:extLst>
                <a:ext uri="{FF2B5EF4-FFF2-40B4-BE49-F238E27FC236}">
                  <a16:creationId xmlns:a16="http://schemas.microsoft.com/office/drawing/2014/main" id="{38F7D59B-F05D-45C8-832E-123BE0D95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42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8" name="Freeform 1158">
              <a:extLst>
                <a:ext uri="{FF2B5EF4-FFF2-40B4-BE49-F238E27FC236}">
                  <a16:creationId xmlns:a16="http://schemas.microsoft.com/office/drawing/2014/main" id="{59609894-8879-4ADC-8900-F769B1F87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31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8 h 1"/>
                <a:gd name="T8" fmla="*/ 0 w 1"/>
                <a:gd name="T9" fmla="*/ 0 h 1"/>
                <a:gd name="T10" fmla="*/ 0 w 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9" name="Freeform 1159">
              <a:extLst>
                <a:ext uri="{FF2B5EF4-FFF2-40B4-BE49-F238E27FC236}">
                  <a16:creationId xmlns:a16="http://schemas.microsoft.com/office/drawing/2014/main" id="{3A7137C3-9FDD-4784-A3AF-12F290AE16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1" y="2397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21 w 5"/>
                <a:gd name="T7" fmla="*/ 56 h 6"/>
                <a:gd name="T8" fmla="*/ 21 w 5"/>
                <a:gd name="T9" fmla="*/ 56 h 6"/>
                <a:gd name="T10" fmla="*/ 34 w 5"/>
                <a:gd name="T11" fmla="*/ 93 h 6"/>
                <a:gd name="T12" fmla="*/ 68 w 5"/>
                <a:gd name="T13" fmla="*/ 93 h 6"/>
                <a:gd name="T14" fmla="*/ 88 w 5"/>
                <a:gd name="T15" fmla="*/ 56 h 6"/>
                <a:gd name="T16" fmla="*/ 88 w 5"/>
                <a:gd name="T17" fmla="*/ 56 h 6"/>
                <a:gd name="T18" fmla="*/ 88 w 5"/>
                <a:gd name="T19" fmla="*/ 35 h 6"/>
                <a:gd name="T20" fmla="*/ 68 w 5"/>
                <a:gd name="T21" fmla="*/ 21 h 6"/>
                <a:gd name="T22" fmla="*/ 68 w 5"/>
                <a:gd name="T23" fmla="*/ 21 h 6"/>
                <a:gd name="T24" fmla="*/ 68 w 5"/>
                <a:gd name="T25" fmla="*/ 21 h 6"/>
                <a:gd name="T26" fmla="*/ 68 w 5"/>
                <a:gd name="T27" fmla="*/ 21 h 6"/>
                <a:gd name="T28" fmla="*/ 21 w 5"/>
                <a:gd name="T29" fmla="*/ 35 h 6"/>
                <a:gd name="T30" fmla="*/ 34 w 5"/>
                <a:gd name="T31" fmla="*/ 21 h 6"/>
                <a:gd name="T32" fmla="*/ 34 w 5"/>
                <a:gd name="T33" fmla="*/ 21 h 6"/>
                <a:gd name="T34" fmla="*/ 34 w 5"/>
                <a:gd name="T35" fmla="*/ 35 h 6"/>
                <a:gd name="T36" fmla="*/ 34 w 5"/>
                <a:gd name="T37" fmla="*/ 21 h 6"/>
                <a:gd name="T38" fmla="*/ 68 w 5"/>
                <a:gd name="T39" fmla="*/ 21 h 6"/>
                <a:gd name="T40" fmla="*/ 68 w 5"/>
                <a:gd name="T41" fmla="*/ 35 h 6"/>
                <a:gd name="T42" fmla="*/ 88 w 5"/>
                <a:gd name="T43" fmla="*/ 35 h 6"/>
                <a:gd name="T44" fmla="*/ 88 w 5"/>
                <a:gd name="T45" fmla="*/ 56 h 6"/>
                <a:gd name="T46" fmla="*/ 88 w 5"/>
                <a:gd name="T47" fmla="*/ 77 h 6"/>
                <a:gd name="T48" fmla="*/ 55 w 5"/>
                <a:gd name="T49" fmla="*/ 93 h 6"/>
                <a:gd name="T50" fmla="*/ 34 w 5"/>
                <a:gd name="T51" fmla="*/ 77 h 6"/>
                <a:gd name="T52" fmla="*/ 34 w 5"/>
                <a:gd name="T53" fmla="*/ 56 h 6"/>
                <a:gd name="T54" fmla="*/ 34 w 5"/>
                <a:gd name="T55" fmla="*/ 56 h 6"/>
                <a:gd name="T56" fmla="*/ 68 w 5"/>
                <a:gd name="T57" fmla="*/ 35 h 6"/>
                <a:gd name="T58" fmla="*/ 68 w 5"/>
                <a:gd name="T59" fmla="*/ 35 h 6"/>
                <a:gd name="T60" fmla="*/ 68 w 5"/>
                <a:gd name="T61" fmla="*/ 35 h 6"/>
                <a:gd name="T62" fmla="*/ 68 w 5"/>
                <a:gd name="T63" fmla="*/ 21 h 6"/>
                <a:gd name="T64" fmla="*/ 55 w 5"/>
                <a:gd name="T65" fmla="*/ 93 h 6"/>
                <a:gd name="T66" fmla="*/ 55 w 5"/>
                <a:gd name="T67" fmla="*/ 93 h 6"/>
                <a:gd name="T68" fmla="*/ 55 w 5"/>
                <a:gd name="T69" fmla="*/ 93 h 6"/>
                <a:gd name="T70" fmla="*/ 55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0"/>
                    <a:pt x="1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  <a:moveTo>
                    <a:pt x="4" y="1"/>
                  </a:moveTo>
                  <a:cubicBezTo>
                    <a:pt x="4" y="1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0" name="Freeform 1160">
              <a:extLst>
                <a:ext uri="{FF2B5EF4-FFF2-40B4-BE49-F238E27FC236}">
                  <a16:creationId xmlns:a16="http://schemas.microsoft.com/office/drawing/2014/main" id="{A68742FE-D8E1-4C94-89D0-1E071ACD6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4" y="2400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56 h 3"/>
                <a:gd name="T10" fmla="*/ 0 w 3"/>
                <a:gd name="T11" fmla="*/ 56 h 3"/>
                <a:gd name="T12" fmla="*/ 0 w 3"/>
                <a:gd name="T13" fmla="*/ 35 h 3"/>
                <a:gd name="T14" fmla="*/ 12 w 3"/>
                <a:gd name="T15" fmla="*/ 56 h 3"/>
                <a:gd name="T16" fmla="*/ 12 w 3"/>
                <a:gd name="T17" fmla="*/ 56 h 3"/>
                <a:gd name="T18" fmla="*/ 12 w 3"/>
                <a:gd name="T19" fmla="*/ 56 h 3"/>
                <a:gd name="T20" fmla="*/ 0 w 3"/>
                <a:gd name="T21" fmla="*/ 35 h 3"/>
                <a:gd name="T22" fmla="*/ 12 w 3"/>
                <a:gd name="T23" fmla="*/ 21 h 3"/>
                <a:gd name="T24" fmla="*/ 28 w 3"/>
                <a:gd name="T25" fmla="*/ 35 h 3"/>
                <a:gd name="T26" fmla="*/ 37 w 3"/>
                <a:gd name="T27" fmla="*/ 35 h 3"/>
                <a:gd name="T28" fmla="*/ 37 w 3"/>
                <a:gd name="T29" fmla="*/ 35 h 3"/>
                <a:gd name="T30" fmla="*/ 37 w 3"/>
                <a:gd name="T31" fmla="*/ 35 h 3"/>
                <a:gd name="T32" fmla="*/ 37 w 3"/>
                <a:gd name="T33" fmla="*/ 35 h 3"/>
                <a:gd name="T34" fmla="*/ 37 w 3"/>
                <a:gd name="T35" fmla="*/ 35 h 3"/>
                <a:gd name="T36" fmla="*/ 37 w 3"/>
                <a:gd name="T37" fmla="*/ 35 h 3"/>
                <a:gd name="T38" fmla="*/ 37 w 3"/>
                <a:gd name="T39" fmla="*/ 56 h 3"/>
                <a:gd name="T40" fmla="*/ 37 w 3"/>
                <a:gd name="T41" fmla="*/ 35 h 3"/>
                <a:gd name="T42" fmla="*/ 37 w 3"/>
                <a:gd name="T43" fmla="*/ 56 h 3"/>
                <a:gd name="T44" fmla="*/ 37 w 3"/>
                <a:gd name="T45" fmla="*/ 35 h 3"/>
                <a:gd name="T46" fmla="*/ 37 w 3"/>
                <a:gd name="T47" fmla="*/ 35 h 3"/>
                <a:gd name="T48" fmla="*/ 37 w 3"/>
                <a:gd name="T49" fmla="*/ 35 h 3"/>
                <a:gd name="T50" fmla="*/ 28 w 3"/>
                <a:gd name="T51" fmla="*/ 21 h 3"/>
                <a:gd name="T52" fmla="*/ 28 w 3"/>
                <a:gd name="T53" fmla="*/ 21 h 3"/>
                <a:gd name="T54" fmla="*/ 12 w 3"/>
                <a:gd name="T55" fmla="*/ 0 h 3"/>
                <a:gd name="T56" fmla="*/ 12 w 3"/>
                <a:gd name="T57" fmla="*/ 21 h 3"/>
                <a:gd name="T58" fmla="*/ 0 w 3"/>
                <a:gd name="T59" fmla="*/ 35 h 3"/>
                <a:gd name="T60" fmla="*/ 0 w 3"/>
                <a:gd name="T61" fmla="*/ 35 h 3"/>
                <a:gd name="T62" fmla="*/ 0 w 3"/>
                <a:gd name="T63" fmla="*/ 35 h 3"/>
                <a:gd name="T64" fmla="*/ 0 w 3"/>
                <a:gd name="T65" fmla="*/ 35 h 3"/>
                <a:gd name="T66" fmla="*/ 12 w 3"/>
                <a:gd name="T67" fmla="*/ 21 h 3"/>
                <a:gd name="T68" fmla="*/ 28 w 3"/>
                <a:gd name="T69" fmla="*/ 35 h 3"/>
                <a:gd name="T70" fmla="*/ 12 w 3"/>
                <a:gd name="T71" fmla="*/ 56 h 3"/>
                <a:gd name="T72" fmla="*/ 12 w 3"/>
                <a:gd name="T73" fmla="*/ 56 h 3"/>
                <a:gd name="T74" fmla="*/ 28 w 3"/>
                <a:gd name="T75" fmla="*/ 56 h 3"/>
                <a:gd name="T76" fmla="*/ 37 w 3"/>
                <a:gd name="T77" fmla="*/ 35 h 3"/>
                <a:gd name="T78" fmla="*/ 28 w 3"/>
                <a:gd name="T79" fmla="*/ 35 h 3"/>
                <a:gd name="T80" fmla="*/ 28 w 3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1"/>
                  </a:cubicBezTo>
                  <a:close/>
                  <a:moveTo>
                    <a:pt x="2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1" name="Freeform 1161">
              <a:extLst>
                <a:ext uri="{FF2B5EF4-FFF2-40B4-BE49-F238E27FC236}">
                  <a16:creationId xmlns:a16="http://schemas.microsoft.com/office/drawing/2014/main" id="{51FE7C6A-197F-4B15-92DF-C0AD09D1B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400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50 w 4"/>
                <a:gd name="T9" fmla="*/ 35 h 3"/>
                <a:gd name="T10" fmla="*/ 50 w 4"/>
                <a:gd name="T11" fmla="*/ 21 h 3"/>
                <a:gd name="T12" fmla="*/ 33 w 4"/>
                <a:gd name="T13" fmla="*/ 0 h 3"/>
                <a:gd name="T14" fmla="*/ 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2" name="Freeform 1162">
              <a:extLst>
                <a:ext uri="{FF2B5EF4-FFF2-40B4-BE49-F238E27FC236}">
                  <a16:creationId xmlns:a16="http://schemas.microsoft.com/office/drawing/2014/main" id="{5E821AB4-8F40-45A9-9A43-2691CA2D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309"/>
              <a:ext cx="10" cy="16"/>
            </a:xfrm>
            <a:custGeom>
              <a:avLst/>
              <a:gdLst>
                <a:gd name="T0" fmla="*/ 20 w 4"/>
                <a:gd name="T1" fmla="*/ 21 h 6"/>
                <a:gd name="T2" fmla="*/ 0 w 4"/>
                <a:gd name="T3" fmla="*/ 56 h 6"/>
                <a:gd name="T4" fmla="*/ 20 w 4"/>
                <a:gd name="T5" fmla="*/ 93 h 6"/>
                <a:gd name="T6" fmla="*/ 63 w 4"/>
                <a:gd name="T7" fmla="*/ 93 h 6"/>
                <a:gd name="T8" fmla="*/ 63 w 4"/>
                <a:gd name="T9" fmla="*/ 56 h 6"/>
                <a:gd name="T10" fmla="*/ 63 w 4"/>
                <a:gd name="T11" fmla="*/ 56 h 6"/>
                <a:gd name="T12" fmla="*/ 63 w 4"/>
                <a:gd name="T13" fmla="*/ 35 h 6"/>
                <a:gd name="T14" fmla="*/ 63 w 4"/>
                <a:gd name="T15" fmla="*/ 21 h 6"/>
                <a:gd name="T16" fmla="*/ 20 w 4"/>
                <a:gd name="T17" fmla="*/ 2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3" name="Freeform 1163">
              <a:extLst>
                <a:ext uri="{FF2B5EF4-FFF2-40B4-BE49-F238E27FC236}">
                  <a16:creationId xmlns:a16="http://schemas.microsoft.com/office/drawing/2014/main" id="{768A53A2-3BC2-4342-84EC-D57E35C7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344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0 w 4"/>
                <a:gd name="T3" fmla="*/ 56 h 3"/>
                <a:gd name="T4" fmla="*/ 33 w 4"/>
                <a:gd name="T5" fmla="*/ 21 h 3"/>
                <a:gd name="T6" fmla="*/ 63 w 4"/>
                <a:gd name="T7" fmla="*/ 56 h 3"/>
                <a:gd name="T8" fmla="*/ 63 w 4"/>
                <a:gd name="T9" fmla="*/ 56 h 3"/>
                <a:gd name="T10" fmla="*/ 33 w 4"/>
                <a:gd name="T11" fmla="*/ 0 h 3"/>
                <a:gd name="T12" fmla="*/ 0 w 4"/>
                <a:gd name="T13" fmla="*/ 3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4" name="Freeform 1164">
              <a:extLst>
                <a:ext uri="{FF2B5EF4-FFF2-40B4-BE49-F238E27FC236}">
                  <a16:creationId xmlns:a16="http://schemas.microsoft.com/office/drawing/2014/main" id="{AA20151C-1418-4DDB-B5EA-3AFA1C7B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355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55 h 5"/>
                <a:gd name="T4" fmla="*/ 34 w 5"/>
                <a:gd name="T5" fmla="*/ 88 h 5"/>
                <a:gd name="T6" fmla="*/ 68 w 5"/>
                <a:gd name="T7" fmla="*/ 55 h 5"/>
                <a:gd name="T8" fmla="*/ 55 w 5"/>
                <a:gd name="T9" fmla="*/ 68 h 5"/>
                <a:gd name="T10" fmla="*/ 88 w 5"/>
                <a:gd name="T11" fmla="*/ 21 h 5"/>
                <a:gd name="T12" fmla="*/ 34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5" name="Freeform 1165">
              <a:extLst>
                <a:ext uri="{FF2B5EF4-FFF2-40B4-BE49-F238E27FC236}">
                  <a16:creationId xmlns:a16="http://schemas.microsoft.com/office/drawing/2014/main" id="{222C91A8-2B7A-4E5D-8A45-354036DFD2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9" y="2363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68 h 5"/>
                <a:gd name="T4" fmla="*/ 33 w 4"/>
                <a:gd name="T5" fmla="*/ 88 h 5"/>
                <a:gd name="T6" fmla="*/ 63 w 4"/>
                <a:gd name="T7" fmla="*/ 55 h 5"/>
                <a:gd name="T8" fmla="*/ 63 w 4"/>
                <a:gd name="T9" fmla="*/ 55 h 5"/>
                <a:gd name="T10" fmla="*/ 63 w 4"/>
                <a:gd name="T11" fmla="*/ 34 h 5"/>
                <a:gd name="T12" fmla="*/ 63 w 4"/>
                <a:gd name="T13" fmla="*/ 21 h 5"/>
                <a:gd name="T14" fmla="*/ 20 w 4"/>
                <a:gd name="T15" fmla="*/ 0 h 5"/>
                <a:gd name="T16" fmla="*/ 63 w 4"/>
                <a:gd name="T17" fmla="*/ 55 h 5"/>
                <a:gd name="T18" fmla="*/ 63 w 4"/>
                <a:gd name="T19" fmla="*/ 55 h 5"/>
                <a:gd name="T20" fmla="*/ 50 w 4"/>
                <a:gd name="T21" fmla="*/ 68 h 5"/>
                <a:gd name="T22" fmla="*/ 63 w 4"/>
                <a:gd name="T23" fmla="*/ 55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6" name="Freeform 1166">
              <a:extLst>
                <a:ext uri="{FF2B5EF4-FFF2-40B4-BE49-F238E27FC236}">
                  <a16:creationId xmlns:a16="http://schemas.microsoft.com/office/drawing/2014/main" id="{A5A3F6DA-C358-4AB8-B0BB-B469DBD8F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19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0 w 5"/>
                <a:gd name="T3" fmla="*/ 55 h 5"/>
                <a:gd name="T4" fmla="*/ 29 w 5"/>
                <a:gd name="T5" fmla="*/ 88 h 5"/>
                <a:gd name="T6" fmla="*/ 70 w 5"/>
                <a:gd name="T7" fmla="*/ 55 h 5"/>
                <a:gd name="T8" fmla="*/ 58 w 5"/>
                <a:gd name="T9" fmla="*/ 88 h 5"/>
                <a:gd name="T10" fmla="*/ 70 w 5"/>
                <a:gd name="T11" fmla="*/ 34 h 5"/>
                <a:gd name="T12" fmla="*/ 29 w 5"/>
                <a:gd name="T13" fmla="*/ 21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7" name="Freeform 1167">
              <a:extLst>
                <a:ext uri="{FF2B5EF4-FFF2-40B4-BE49-F238E27FC236}">
                  <a16:creationId xmlns:a16="http://schemas.microsoft.com/office/drawing/2014/main" id="{02110594-F388-43C7-B0DA-3F708534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435"/>
              <a:ext cx="15" cy="18"/>
            </a:xfrm>
            <a:custGeom>
              <a:avLst/>
              <a:gdLst>
                <a:gd name="T0" fmla="*/ 50 w 6"/>
                <a:gd name="T1" fmla="*/ 21 h 7"/>
                <a:gd name="T2" fmla="*/ 20 w 6"/>
                <a:gd name="T3" fmla="*/ 67 h 7"/>
                <a:gd name="T4" fmla="*/ 83 w 6"/>
                <a:gd name="T5" fmla="*/ 100 h 7"/>
                <a:gd name="T6" fmla="*/ 95 w 6"/>
                <a:gd name="T7" fmla="*/ 100 h 7"/>
                <a:gd name="T8" fmla="*/ 50 w 6"/>
                <a:gd name="T9" fmla="*/ 67 h 7"/>
                <a:gd name="T10" fmla="*/ 95 w 6"/>
                <a:gd name="T11" fmla="*/ 0 h 7"/>
                <a:gd name="T12" fmla="*/ 50 w 6"/>
                <a:gd name="T13" fmla="*/ 2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7"/>
                    <a:pt x="3" y="5"/>
                    <a:pt x="3" y="4"/>
                  </a:cubicBezTo>
                  <a:cubicBezTo>
                    <a:pt x="2" y="2"/>
                    <a:pt x="4" y="0"/>
                    <a:pt x="6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8" name="Freeform 1168">
              <a:extLst>
                <a:ext uri="{FF2B5EF4-FFF2-40B4-BE49-F238E27FC236}">
                  <a16:creationId xmlns:a16="http://schemas.microsoft.com/office/drawing/2014/main" id="{BA039C94-4592-41F2-B317-009AFC3DDE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6" y="2435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0 w 5"/>
                <a:gd name="T3" fmla="*/ 55 h 5"/>
                <a:gd name="T4" fmla="*/ 21 w 5"/>
                <a:gd name="T5" fmla="*/ 34 h 5"/>
                <a:gd name="T6" fmla="*/ 0 w 5"/>
                <a:gd name="T7" fmla="*/ 55 h 5"/>
                <a:gd name="T8" fmla="*/ 0 w 5"/>
                <a:gd name="T9" fmla="*/ 55 h 5"/>
                <a:gd name="T10" fmla="*/ 21 w 5"/>
                <a:gd name="T11" fmla="*/ 88 h 5"/>
                <a:gd name="T12" fmla="*/ 68 w 5"/>
                <a:gd name="T13" fmla="*/ 68 h 5"/>
                <a:gd name="T14" fmla="*/ 88 w 5"/>
                <a:gd name="T15" fmla="*/ 21 h 5"/>
                <a:gd name="T16" fmla="*/ 55 w 5"/>
                <a:gd name="T17" fmla="*/ 0 h 5"/>
                <a:gd name="T18" fmla="*/ 55 w 5"/>
                <a:gd name="T19" fmla="*/ 21 h 5"/>
                <a:gd name="T20" fmla="*/ 68 w 5"/>
                <a:gd name="T21" fmla="*/ 55 h 5"/>
                <a:gd name="T22" fmla="*/ 55 w 5"/>
                <a:gd name="T23" fmla="*/ 68 h 5"/>
                <a:gd name="T24" fmla="*/ 21 w 5"/>
                <a:gd name="T25" fmla="*/ 55 h 5"/>
                <a:gd name="T26" fmla="*/ 21 w 5"/>
                <a:gd name="T27" fmla="*/ 34 h 5"/>
                <a:gd name="T28" fmla="*/ 21 w 5"/>
                <a:gd name="T29" fmla="*/ 34 h 5"/>
                <a:gd name="T30" fmla="*/ 55 w 5"/>
                <a:gd name="T31" fmla="*/ 21 h 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0" y="0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4" y="5"/>
                    <a:pt x="4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lose/>
                  <a:moveTo>
                    <a:pt x="3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2" y="4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9" name="Freeform 1169">
              <a:extLst>
                <a:ext uri="{FF2B5EF4-FFF2-40B4-BE49-F238E27FC236}">
                  <a16:creationId xmlns:a16="http://schemas.microsoft.com/office/drawing/2014/main" id="{E0B75600-C000-4E2C-A591-6A11D8C68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432"/>
              <a:ext cx="12" cy="13"/>
            </a:xfrm>
            <a:custGeom>
              <a:avLst/>
              <a:gdLst>
                <a:gd name="T0" fmla="*/ 12 w 5"/>
                <a:gd name="T1" fmla="*/ 0 h 5"/>
                <a:gd name="T2" fmla="*/ 0 w 5"/>
                <a:gd name="T3" fmla="*/ 55 h 5"/>
                <a:gd name="T4" fmla="*/ 29 w 5"/>
                <a:gd name="T5" fmla="*/ 88 h 5"/>
                <a:gd name="T6" fmla="*/ 58 w 5"/>
                <a:gd name="T7" fmla="*/ 55 h 5"/>
                <a:gd name="T8" fmla="*/ 41 w 5"/>
                <a:gd name="T9" fmla="*/ 68 h 5"/>
                <a:gd name="T10" fmla="*/ 58 w 5"/>
                <a:gd name="T11" fmla="*/ 34 h 5"/>
                <a:gd name="T12" fmla="*/ 12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1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0" name="Freeform 1170">
              <a:extLst>
                <a:ext uri="{FF2B5EF4-FFF2-40B4-BE49-F238E27FC236}">
                  <a16:creationId xmlns:a16="http://schemas.microsoft.com/office/drawing/2014/main" id="{FC28E6BF-0CE5-4655-8FA5-A7990580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28"/>
              <a:ext cx="15" cy="19"/>
            </a:xfrm>
            <a:custGeom>
              <a:avLst/>
              <a:gdLst>
                <a:gd name="T0" fmla="*/ 50 w 6"/>
                <a:gd name="T1" fmla="*/ 22 h 7"/>
                <a:gd name="T2" fmla="*/ 20 w 6"/>
                <a:gd name="T3" fmla="*/ 103 h 7"/>
                <a:gd name="T4" fmla="*/ 83 w 6"/>
                <a:gd name="T5" fmla="*/ 141 h 7"/>
                <a:gd name="T6" fmla="*/ 95 w 6"/>
                <a:gd name="T7" fmla="*/ 141 h 7"/>
                <a:gd name="T8" fmla="*/ 50 w 6"/>
                <a:gd name="T9" fmla="*/ 81 h 7"/>
                <a:gd name="T10" fmla="*/ 95 w 6"/>
                <a:gd name="T11" fmla="*/ 0 h 7"/>
                <a:gd name="T12" fmla="*/ 50 w 6"/>
                <a:gd name="T13" fmla="*/ 2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3" y="6"/>
                    <a:pt x="3" y="4"/>
                  </a:cubicBezTo>
                  <a:cubicBezTo>
                    <a:pt x="2" y="2"/>
                    <a:pt x="4" y="1"/>
                    <a:pt x="6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1" name="Freeform 1171">
              <a:extLst>
                <a:ext uri="{FF2B5EF4-FFF2-40B4-BE49-F238E27FC236}">
                  <a16:creationId xmlns:a16="http://schemas.microsoft.com/office/drawing/2014/main" id="{698865D1-583E-40AE-BF3B-408A94DB1C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" y="2328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0 w 5"/>
                <a:gd name="T3" fmla="*/ 56 h 6"/>
                <a:gd name="T4" fmla="*/ 12 w 5"/>
                <a:gd name="T5" fmla="*/ 56 h 6"/>
                <a:gd name="T6" fmla="*/ 0 w 5"/>
                <a:gd name="T7" fmla="*/ 56 h 6"/>
                <a:gd name="T8" fmla="*/ 0 w 5"/>
                <a:gd name="T9" fmla="*/ 77 h 6"/>
                <a:gd name="T10" fmla="*/ 12 w 5"/>
                <a:gd name="T11" fmla="*/ 93 h 6"/>
                <a:gd name="T12" fmla="*/ 58 w 5"/>
                <a:gd name="T13" fmla="*/ 93 h 6"/>
                <a:gd name="T14" fmla="*/ 70 w 5"/>
                <a:gd name="T15" fmla="*/ 35 h 6"/>
                <a:gd name="T16" fmla="*/ 41 w 5"/>
                <a:gd name="T17" fmla="*/ 0 h 6"/>
                <a:gd name="T18" fmla="*/ 29 w 5"/>
                <a:gd name="T19" fmla="*/ 35 h 6"/>
                <a:gd name="T20" fmla="*/ 58 w 5"/>
                <a:gd name="T21" fmla="*/ 77 h 6"/>
                <a:gd name="T22" fmla="*/ 41 w 5"/>
                <a:gd name="T23" fmla="*/ 93 h 6"/>
                <a:gd name="T24" fmla="*/ 12 w 5"/>
                <a:gd name="T25" fmla="*/ 77 h 6"/>
                <a:gd name="T26" fmla="*/ 12 w 5"/>
                <a:gd name="T27" fmla="*/ 56 h 6"/>
                <a:gd name="T28" fmla="*/ 12 w 5"/>
                <a:gd name="T29" fmla="*/ 35 h 6"/>
                <a:gd name="T30" fmla="*/ 29 w 5"/>
                <a:gd name="T31" fmla="*/ 35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3" y="5"/>
                    <a:pt x="4" y="5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4" y="1"/>
                    <a:pt x="4" y="0"/>
                    <a:pt x="3" y="0"/>
                  </a:cubicBezTo>
                  <a:close/>
                  <a:moveTo>
                    <a:pt x="2" y="2"/>
                  </a:moveTo>
                  <a:cubicBezTo>
                    <a:pt x="3" y="2"/>
                    <a:pt x="4" y="3"/>
                    <a:pt x="4" y="4"/>
                  </a:cubicBezTo>
                  <a:cubicBezTo>
                    <a:pt x="4" y="4"/>
                    <a:pt x="3" y="5"/>
                    <a:pt x="3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2" name="Freeform 1172">
              <a:extLst>
                <a:ext uri="{FF2B5EF4-FFF2-40B4-BE49-F238E27FC236}">
                  <a16:creationId xmlns:a16="http://schemas.microsoft.com/office/drawing/2014/main" id="{1FFDC421-0B28-44A5-81CC-31AA57B0F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328"/>
              <a:ext cx="13" cy="13"/>
            </a:xfrm>
            <a:custGeom>
              <a:avLst/>
              <a:gdLst>
                <a:gd name="T0" fmla="*/ 21 w 5"/>
                <a:gd name="T1" fmla="*/ 0 h 5"/>
                <a:gd name="T2" fmla="*/ 0 w 5"/>
                <a:gd name="T3" fmla="*/ 55 h 5"/>
                <a:gd name="T4" fmla="*/ 34 w 5"/>
                <a:gd name="T5" fmla="*/ 88 h 5"/>
                <a:gd name="T6" fmla="*/ 68 w 5"/>
                <a:gd name="T7" fmla="*/ 55 h 5"/>
                <a:gd name="T8" fmla="*/ 55 w 5"/>
                <a:gd name="T9" fmla="*/ 68 h 5"/>
                <a:gd name="T10" fmla="*/ 68 w 5"/>
                <a:gd name="T11" fmla="*/ 21 h 5"/>
                <a:gd name="T12" fmla="*/ 21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4"/>
                    <a:pt x="0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4" y="4"/>
                    <a:pt x="5" y="2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3" name="Freeform 1173">
              <a:extLst>
                <a:ext uri="{FF2B5EF4-FFF2-40B4-BE49-F238E27FC236}">
                  <a16:creationId xmlns:a16="http://schemas.microsoft.com/office/drawing/2014/main" id="{EF4EE4A7-B5B6-4360-960D-F2AB15A6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421"/>
              <a:ext cx="12" cy="14"/>
            </a:xfrm>
            <a:custGeom>
              <a:avLst/>
              <a:gdLst>
                <a:gd name="T0" fmla="*/ 12 w 5"/>
                <a:gd name="T1" fmla="*/ 0 h 5"/>
                <a:gd name="T2" fmla="*/ 0 w 5"/>
                <a:gd name="T3" fmla="*/ 62 h 5"/>
                <a:gd name="T4" fmla="*/ 29 w 5"/>
                <a:gd name="T5" fmla="*/ 109 h 5"/>
                <a:gd name="T6" fmla="*/ 58 w 5"/>
                <a:gd name="T7" fmla="*/ 62 h 5"/>
                <a:gd name="T8" fmla="*/ 41 w 5"/>
                <a:gd name="T9" fmla="*/ 87 h 5"/>
                <a:gd name="T10" fmla="*/ 58 w 5"/>
                <a:gd name="T11" fmla="*/ 48 h 5"/>
                <a:gd name="T12" fmla="*/ 12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4" name="Freeform 1174">
              <a:extLst>
                <a:ext uri="{FF2B5EF4-FFF2-40B4-BE49-F238E27FC236}">
                  <a16:creationId xmlns:a16="http://schemas.microsoft.com/office/drawing/2014/main" id="{24A66169-1780-43BA-B6FB-988CBDB3F2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6" y="2373"/>
              <a:ext cx="13" cy="14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87 h 5"/>
                <a:gd name="T4" fmla="*/ 55 w 5"/>
                <a:gd name="T5" fmla="*/ 109 h 5"/>
                <a:gd name="T6" fmla="*/ 88 w 5"/>
                <a:gd name="T7" fmla="*/ 62 h 5"/>
                <a:gd name="T8" fmla="*/ 88 w 5"/>
                <a:gd name="T9" fmla="*/ 62 h 5"/>
                <a:gd name="T10" fmla="*/ 88 w 5"/>
                <a:gd name="T11" fmla="*/ 48 h 5"/>
                <a:gd name="T12" fmla="*/ 88 w 5"/>
                <a:gd name="T13" fmla="*/ 22 h 5"/>
                <a:gd name="T14" fmla="*/ 34 w 5"/>
                <a:gd name="T15" fmla="*/ 0 h 5"/>
                <a:gd name="T16" fmla="*/ 88 w 5"/>
                <a:gd name="T17" fmla="*/ 62 h 5"/>
                <a:gd name="T18" fmla="*/ 88 w 5"/>
                <a:gd name="T19" fmla="*/ 62 h 5"/>
                <a:gd name="T20" fmla="*/ 68 w 5"/>
                <a:gd name="T21" fmla="*/ 87 h 5"/>
                <a:gd name="T22" fmla="*/ 88 w 5"/>
                <a:gd name="T23" fmla="*/ 62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5" name="Freeform 1175">
              <a:extLst>
                <a:ext uri="{FF2B5EF4-FFF2-40B4-BE49-F238E27FC236}">
                  <a16:creationId xmlns:a16="http://schemas.microsoft.com/office/drawing/2014/main" id="{BB9484DF-8F95-47C3-ABE0-B215DE840C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9" y="2392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20 w 6"/>
                <a:gd name="T3" fmla="*/ 35 h 6"/>
                <a:gd name="T4" fmla="*/ 20 w 6"/>
                <a:gd name="T5" fmla="*/ 93 h 6"/>
                <a:gd name="T6" fmla="*/ 50 w 6"/>
                <a:gd name="T7" fmla="*/ 93 h 6"/>
                <a:gd name="T8" fmla="*/ 83 w 6"/>
                <a:gd name="T9" fmla="*/ 93 h 6"/>
                <a:gd name="T10" fmla="*/ 95 w 6"/>
                <a:gd name="T11" fmla="*/ 77 h 6"/>
                <a:gd name="T12" fmla="*/ 83 w 6"/>
                <a:gd name="T13" fmla="*/ 35 h 6"/>
                <a:gd name="T14" fmla="*/ 95 w 6"/>
                <a:gd name="T15" fmla="*/ 35 h 6"/>
                <a:gd name="T16" fmla="*/ 95 w 6"/>
                <a:gd name="T17" fmla="*/ 35 h 6"/>
                <a:gd name="T18" fmla="*/ 63 w 6"/>
                <a:gd name="T19" fmla="*/ 0 h 6"/>
                <a:gd name="T20" fmla="*/ 33 w 6"/>
                <a:gd name="T21" fmla="*/ 0 h 6"/>
                <a:gd name="T22" fmla="*/ 33 w 6"/>
                <a:gd name="T23" fmla="*/ 77 h 6"/>
                <a:gd name="T24" fmla="*/ 33 w 6"/>
                <a:gd name="T25" fmla="*/ 21 h 6"/>
                <a:gd name="T26" fmla="*/ 50 w 6"/>
                <a:gd name="T27" fmla="*/ 0 h 6"/>
                <a:gd name="T28" fmla="*/ 83 w 6"/>
                <a:gd name="T29" fmla="*/ 35 h 6"/>
                <a:gd name="T30" fmla="*/ 83 w 6"/>
                <a:gd name="T31" fmla="*/ 35 h 6"/>
                <a:gd name="T32" fmla="*/ 63 w 6"/>
                <a:gd name="T33" fmla="*/ 21 h 6"/>
                <a:gd name="T34" fmla="*/ 83 w 6"/>
                <a:gd name="T35" fmla="*/ 35 h 6"/>
                <a:gd name="T36" fmla="*/ 83 w 6"/>
                <a:gd name="T37" fmla="*/ 56 h 6"/>
                <a:gd name="T38" fmla="*/ 83 w 6"/>
                <a:gd name="T39" fmla="*/ 56 h 6"/>
                <a:gd name="T40" fmla="*/ 63 w 6"/>
                <a:gd name="T41" fmla="*/ 77 h 6"/>
                <a:gd name="T42" fmla="*/ 33 w 6"/>
                <a:gd name="T43" fmla="*/ 77 h 6"/>
                <a:gd name="T44" fmla="*/ 50 w 6"/>
                <a:gd name="T45" fmla="*/ 21 h 6"/>
                <a:gd name="T46" fmla="*/ 33 w 6"/>
                <a:gd name="T47" fmla="*/ 21 h 6"/>
                <a:gd name="T48" fmla="*/ 63 w 6"/>
                <a:gd name="T49" fmla="*/ 21 h 6"/>
                <a:gd name="T50" fmla="*/ 50 w 6"/>
                <a:gd name="T51" fmla="*/ 21 h 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1" y="5"/>
                  </a:cubicBezTo>
                  <a:cubicBezTo>
                    <a:pt x="2" y="5"/>
                    <a:pt x="2" y="6"/>
                    <a:pt x="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2" y="4"/>
                  </a:move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4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3" y="5"/>
                    <a:pt x="2" y="5"/>
                    <a:pt x="2" y="4"/>
                  </a:cubicBezTo>
                  <a:close/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6" name="Freeform 1176">
              <a:extLst>
                <a:ext uri="{FF2B5EF4-FFF2-40B4-BE49-F238E27FC236}">
                  <a16:creationId xmlns:a16="http://schemas.microsoft.com/office/drawing/2014/main" id="{699C6D53-0623-4316-BBCA-A8F91CC1C8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" y="2341"/>
              <a:ext cx="10" cy="14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48 h 5"/>
                <a:gd name="T4" fmla="*/ 0 w 4"/>
                <a:gd name="T5" fmla="*/ 87 h 5"/>
                <a:gd name="T6" fmla="*/ 33 w 4"/>
                <a:gd name="T7" fmla="*/ 109 h 5"/>
                <a:gd name="T8" fmla="*/ 63 w 4"/>
                <a:gd name="T9" fmla="*/ 87 h 5"/>
                <a:gd name="T10" fmla="*/ 50 w 4"/>
                <a:gd name="T11" fmla="*/ 87 h 5"/>
                <a:gd name="T12" fmla="*/ 63 w 4"/>
                <a:gd name="T13" fmla="*/ 22 h 5"/>
                <a:gd name="T14" fmla="*/ 33 w 4"/>
                <a:gd name="T15" fmla="*/ 0 h 5"/>
                <a:gd name="T16" fmla="*/ 63 w 4"/>
                <a:gd name="T17" fmla="*/ 87 h 5"/>
                <a:gd name="T18" fmla="*/ 63 w 4"/>
                <a:gd name="T19" fmla="*/ 62 h 5"/>
                <a:gd name="T20" fmla="*/ 63 w 4"/>
                <a:gd name="T21" fmla="*/ 48 h 5"/>
                <a:gd name="T22" fmla="*/ 63 w 4"/>
                <a:gd name="T23" fmla="*/ 87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4" y="4"/>
                  </a:moveTo>
                  <a:cubicBezTo>
                    <a:pt x="4" y="4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7" name="Freeform 1177">
              <a:extLst>
                <a:ext uri="{FF2B5EF4-FFF2-40B4-BE49-F238E27FC236}">
                  <a16:creationId xmlns:a16="http://schemas.microsoft.com/office/drawing/2014/main" id="{FD2E011B-7504-4DA9-BA0B-9E6D2348B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336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33 w 6"/>
                <a:gd name="T5" fmla="*/ 0 h 5"/>
                <a:gd name="T6" fmla="*/ 33 w 6"/>
                <a:gd name="T7" fmla="*/ 0 h 5"/>
                <a:gd name="T8" fmla="*/ 0 w 6"/>
                <a:gd name="T9" fmla="*/ 55 h 5"/>
                <a:gd name="T10" fmla="*/ 0 w 6"/>
                <a:gd name="T11" fmla="*/ 55 h 5"/>
                <a:gd name="T12" fmla="*/ 33 w 6"/>
                <a:gd name="T13" fmla="*/ 88 h 5"/>
                <a:gd name="T14" fmla="*/ 95 w 6"/>
                <a:gd name="T15" fmla="*/ 55 h 5"/>
                <a:gd name="T16" fmla="*/ 83 w 6"/>
                <a:gd name="T17" fmla="*/ 0 h 5"/>
                <a:gd name="T18" fmla="*/ 50 w 6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8" name="Freeform 1178">
              <a:extLst>
                <a:ext uri="{FF2B5EF4-FFF2-40B4-BE49-F238E27FC236}">
                  <a16:creationId xmlns:a16="http://schemas.microsoft.com/office/drawing/2014/main" id="{7EBC8458-4930-4009-86E5-B7AC5CF45B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4" y="2267"/>
              <a:ext cx="15" cy="16"/>
            </a:xfrm>
            <a:custGeom>
              <a:avLst/>
              <a:gdLst>
                <a:gd name="T0" fmla="*/ 20 w 6"/>
                <a:gd name="T1" fmla="*/ 0 h 6"/>
                <a:gd name="T2" fmla="*/ 0 w 6"/>
                <a:gd name="T3" fmla="*/ 56 h 6"/>
                <a:gd name="T4" fmla="*/ 0 w 6"/>
                <a:gd name="T5" fmla="*/ 56 h 6"/>
                <a:gd name="T6" fmla="*/ 20 w 6"/>
                <a:gd name="T7" fmla="*/ 56 h 6"/>
                <a:gd name="T8" fmla="*/ 20 w 6"/>
                <a:gd name="T9" fmla="*/ 77 h 6"/>
                <a:gd name="T10" fmla="*/ 20 w 6"/>
                <a:gd name="T11" fmla="*/ 77 h 6"/>
                <a:gd name="T12" fmla="*/ 20 w 6"/>
                <a:gd name="T13" fmla="*/ 93 h 6"/>
                <a:gd name="T14" fmla="*/ 50 w 6"/>
                <a:gd name="T15" fmla="*/ 115 h 6"/>
                <a:gd name="T16" fmla="*/ 95 w 6"/>
                <a:gd name="T17" fmla="*/ 56 h 6"/>
                <a:gd name="T18" fmla="*/ 50 w 6"/>
                <a:gd name="T19" fmla="*/ 0 h 6"/>
                <a:gd name="T20" fmla="*/ 20 w 6"/>
                <a:gd name="T21" fmla="*/ 0 h 6"/>
                <a:gd name="T22" fmla="*/ 83 w 6"/>
                <a:gd name="T23" fmla="*/ 77 h 6"/>
                <a:gd name="T24" fmla="*/ 83 w 6"/>
                <a:gd name="T25" fmla="*/ 77 h 6"/>
                <a:gd name="T26" fmla="*/ 63 w 6"/>
                <a:gd name="T27" fmla="*/ 93 h 6"/>
                <a:gd name="T28" fmla="*/ 83 w 6"/>
                <a:gd name="T29" fmla="*/ 77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2"/>
                    <a:pt x="5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5" y="5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9" name="Freeform 1179">
              <a:extLst>
                <a:ext uri="{FF2B5EF4-FFF2-40B4-BE49-F238E27FC236}">
                  <a16:creationId xmlns:a16="http://schemas.microsoft.com/office/drawing/2014/main" id="{28852FAC-F788-44CE-8994-36796D04E7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1" y="2213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0 w 5"/>
                <a:gd name="T3" fmla="*/ 56 h 6"/>
                <a:gd name="T4" fmla="*/ 0 w 5"/>
                <a:gd name="T5" fmla="*/ 93 h 6"/>
                <a:gd name="T6" fmla="*/ 34 w 5"/>
                <a:gd name="T7" fmla="*/ 115 h 6"/>
                <a:gd name="T8" fmla="*/ 55 w 5"/>
                <a:gd name="T9" fmla="*/ 115 h 6"/>
                <a:gd name="T10" fmla="*/ 88 w 5"/>
                <a:gd name="T11" fmla="*/ 77 h 6"/>
                <a:gd name="T12" fmla="*/ 88 w 5"/>
                <a:gd name="T13" fmla="*/ 77 h 6"/>
                <a:gd name="T14" fmla="*/ 88 w 5"/>
                <a:gd name="T15" fmla="*/ 56 h 6"/>
                <a:gd name="T16" fmla="*/ 88 w 5"/>
                <a:gd name="T17" fmla="*/ 56 h 6"/>
                <a:gd name="T18" fmla="*/ 88 w 5"/>
                <a:gd name="T19" fmla="*/ 35 h 6"/>
                <a:gd name="T20" fmla="*/ 34 w 5"/>
                <a:gd name="T21" fmla="*/ 21 h 6"/>
                <a:gd name="T22" fmla="*/ 55 w 5"/>
                <a:gd name="T23" fmla="*/ 21 h 6"/>
                <a:gd name="T24" fmla="*/ 55 w 5"/>
                <a:gd name="T25" fmla="*/ 21 h 6"/>
                <a:gd name="T26" fmla="*/ 68 w 5"/>
                <a:gd name="T27" fmla="*/ 35 h 6"/>
                <a:gd name="T28" fmla="*/ 55 w 5"/>
                <a:gd name="T29" fmla="*/ 21 h 6"/>
                <a:gd name="T30" fmla="*/ 68 w 5"/>
                <a:gd name="T31" fmla="*/ 35 h 6"/>
                <a:gd name="T32" fmla="*/ 88 w 5"/>
                <a:gd name="T33" fmla="*/ 35 h 6"/>
                <a:gd name="T34" fmla="*/ 88 w 5"/>
                <a:gd name="T35" fmla="*/ 56 h 6"/>
                <a:gd name="T36" fmla="*/ 68 w 5"/>
                <a:gd name="T37" fmla="*/ 35 h 6"/>
                <a:gd name="T38" fmla="*/ 88 w 5"/>
                <a:gd name="T39" fmla="*/ 77 h 6"/>
                <a:gd name="T40" fmla="*/ 68 w 5"/>
                <a:gd name="T41" fmla="*/ 77 h 6"/>
                <a:gd name="T42" fmla="*/ 68 w 5"/>
                <a:gd name="T43" fmla="*/ 93 h 6"/>
                <a:gd name="T44" fmla="*/ 88 w 5"/>
                <a:gd name="T45" fmla="*/ 77 h 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2" y="1"/>
                    <a:pt x="1" y="1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3" y="1"/>
                    <a:pt x="3" y="1"/>
                  </a:cubicBezTo>
                  <a:close/>
                  <a:moveTo>
                    <a:pt x="4" y="2"/>
                  </a:move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lose/>
                  <a:moveTo>
                    <a:pt x="5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0" name="Freeform 1180">
              <a:extLst>
                <a:ext uri="{FF2B5EF4-FFF2-40B4-BE49-F238E27FC236}">
                  <a16:creationId xmlns:a16="http://schemas.microsoft.com/office/drawing/2014/main" id="{9F4E3C87-6A4A-4077-B1AD-D65820C74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157"/>
              <a:ext cx="5" cy="6"/>
            </a:xfrm>
            <a:custGeom>
              <a:avLst/>
              <a:gdLst>
                <a:gd name="T0" fmla="*/ 33 w 2"/>
                <a:gd name="T1" fmla="*/ 54 h 2"/>
                <a:gd name="T2" fmla="*/ 0 w 2"/>
                <a:gd name="T3" fmla="*/ 0 h 2"/>
                <a:gd name="T4" fmla="*/ 33 w 2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2"/>
                    <a:pt x="2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1" name="Freeform 1181">
              <a:extLst>
                <a:ext uri="{FF2B5EF4-FFF2-40B4-BE49-F238E27FC236}">
                  <a16:creationId xmlns:a16="http://schemas.microsoft.com/office/drawing/2014/main" id="{A4FDEB4C-1708-48CE-A9FF-A1F1EFB131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9" y="2176"/>
              <a:ext cx="12" cy="16"/>
            </a:xfrm>
            <a:custGeom>
              <a:avLst/>
              <a:gdLst>
                <a:gd name="T0" fmla="*/ 29 w 5"/>
                <a:gd name="T1" fmla="*/ 0 h 6"/>
                <a:gd name="T2" fmla="*/ 12 w 5"/>
                <a:gd name="T3" fmla="*/ 21 h 6"/>
                <a:gd name="T4" fmla="*/ 0 w 5"/>
                <a:gd name="T5" fmla="*/ 77 h 6"/>
                <a:gd name="T6" fmla="*/ 41 w 5"/>
                <a:gd name="T7" fmla="*/ 93 h 6"/>
                <a:gd name="T8" fmla="*/ 41 w 5"/>
                <a:gd name="T9" fmla="*/ 93 h 6"/>
                <a:gd name="T10" fmla="*/ 58 w 5"/>
                <a:gd name="T11" fmla="*/ 93 h 6"/>
                <a:gd name="T12" fmla="*/ 70 w 5"/>
                <a:gd name="T13" fmla="*/ 56 h 6"/>
                <a:gd name="T14" fmla="*/ 70 w 5"/>
                <a:gd name="T15" fmla="*/ 35 h 6"/>
                <a:gd name="T16" fmla="*/ 29 w 5"/>
                <a:gd name="T17" fmla="*/ 0 h 6"/>
                <a:gd name="T18" fmla="*/ 12 w 5"/>
                <a:gd name="T19" fmla="*/ 77 h 6"/>
                <a:gd name="T20" fmla="*/ 41 w 5"/>
                <a:gd name="T21" fmla="*/ 93 h 6"/>
                <a:gd name="T22" fmla="*/ 12 w 5"/>
                <a:gd name="T23" fmla="*/ 77 h 6"/>
                <a:gd name="T24" fmla="*/ 58 w 5"/>
                <a:gd name="T25" fmla="*/ 77 h 6"/>
                <a:gd name="T26" fmla="*/ 58 w 5"/>
                <a:gd name="T27" fmla="*/ 77 h 6"/>
                <a:gd name="T28" fmla="*/ 58 w 5"/>
                <a:gd name="T29" fmla="*/ 77 h 6"/>
                <a:gd name="T30" fmla="*/ 58 w 5"/>
                <a:gd name="T31" fmla="*/ 77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2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1" y="4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2" y="5"/>
                    <a:pt x="1" y="4"/>
                    <a:pt x="1" y="4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2" name="Freeform 1182">
              <a:extLst>
                <a:ext uri="{FF2B5EF4-FFF2-40B4-BE49-F238E27FC236}">
                  <a16:creationId xmlns:a16="http://schemas.microsoft.com/office/drawing/2014/main" id="{F88F8FF9-601D-4A38-9F95-6A7997D42D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6" y="2240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50 w 6"/>
                <a:gd name="T3" fmla="*/ 21 h 6"/>
                <a:gd name="T4" fmla="*/ 50 w 6"/>
                <a:gd name="T5" fmla="*/ 21 h 6"/>
                <a:gd name="T6" fmla="*/ 20 w 6"/>
                <a:gd name="T7" fmla="*/ 35 h 6"/>
                <a:gd name="T8" fmla="*/ 20 w 6"/>
                <a:gd name="T9" fmla="*/ 35 h 6"/>
                <a:gd name="T10" fmla="*/ 0 w 6"/>
                <a:gd name="T11" fmla="*/ 56 h 6"/>
                <a:gd name="T12" fmla="*/ 20 w 6"/>
                <a:gd name="T13" fmla="*/ 77 h 6"/>
                <a:gd name="T14" fmla="*/ 20 w 6"/>
                <a:gd name="T15" fmla="*/ 77 h 6"/>
                <a:gd name="T16" fmla="*/ 50 w 6"/>
                <a:gd name="T17" fmla="*/ 115 h 6"/>
                <a:gd name="T18" fmla="*/ 83 w 6"/>
                <a:gd name="T19" fmla="*/ 93 h 6"/>
                <a:gd name="T20" fmla="*/ 95 w 6"/>
                <a:gd name="T21" fmla="*/ 35 h 6"/>
                <a:gd name="T22" fmla="*/ 83 w 6"/>
                <a:gd name="T23" fmla="*/ 0 h 6"/>
                <a:gd name="T24" fmla="*/ 50 w 6"/>
                <a:gd name="T25" fmla="*/ 0 h 6"/>
                <a:gd name="T26" fmla="*/ 83 w 6"/>
                <a:gd name="T27" fmla="*/ 77 h 6"/>
                <a:gd name="T28" fmla="*/ 63 w 6"/>
                <a:gd name="T29" fmla="*/ 93 h 6"/>
                <a:gd name="T30" fmla="*/ 50 w 6"/>
                <a:gd name="T31" fmla="*/ 93 h 6"/>
                <a:gd name="T32" fmla="*/ 83 w 6"/>
                <a:gd name="T33" fmla="*/ 77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4" y="6"/>
                    <a:pt x="5" y="6"/>
                    <a:pt x="5" y="5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lose/>
                  <a:moveTo>
                    <a:pt x="5" y="4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4" y="5"/>
                    <a:pt x="4" y="5"/>
                    <a:pt x="5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3" name="Freeform 1183">
              <a:extLst>
                <a:ext uri="{FF2B5EF4-FFF2-40B4-BE49-F238E27FC236}">
                  <a16:creationId xmlns:a16="http://schemas.microsoft.com/office/drawing/2014/main" id="{2B36024E-87F4-4282-A3F4-39C1EAA99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9" y="2269"/>
              <a:ext cx="12" cy="16"/>
            </a:xfrm>
            <a:custGeom>
              <a:avLst/>
              <a:gdLst>
                <a:gd name="T0" fmla="*/ 29 w 5"/>
                <a:gd name="T1" fmla="*/ 0 h 6"/>
                <a:gd name="T2" fmla="*/ 0 w 5"/>
                <a:gd name="T3" fmla="*/ 77 h 6"/>
                <a:gd name="T4" fmla="*/ 29 w 5"/>
                <a:gd name="T5" fmla="*/ 115 h 6"/>
                <a:gd name="T6" fmla="*/ 58 w 5"/>
                <a:gd name="T7" fmla="*/ 77 h 6"/>
                <a:gd name="T8" fmla="*/ 58 w 5"/>
                <a:gd name="T9" fmla="*/ 56 h 6"/>
                <a:gd name="T10" fmla="*/ 70 w 5"/>
                <a:gd name="T11" fmla="*/ 56 h 6"/>
                <a:gd name="T12" fmla="*/ 70 w 5"/>
                <a:gd name="T13" fmla="*/ 35 h 6"/>
                <a:gd name="T14" fmla="*/ 29 w 5"/>
                <a:gd name="T15" fmla="*/ 0 h 6"/>
                <a:gd name="T16" fmla="*/ 58 w 5"/>
                <a:gd name="T17" fmla="*/ 56 h 6"/>
                <a:gd name="T18" fmla="*/ 58 w 5"/>
                <a:gd name="T19" fmla="*/ 56 h 6"/>
                <a:gd name="T20" fmla="*/ 41 w 5"/>
                <a:gd name="T21" fmla="*/ 93 h 6"/>
                <a:gd name="T22" fmla="*/ 58 w 5"/>
                <a:gd name="T23" fmla="*/ 56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3" y="5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4" name="Freeform 1184">
              <a:extLst>
                <a:ext uri="{FF2B5EF4-FFF2-40B4-BE49-F238E27FC236}">
                  <a16:creationId xmlns:a16="http://schemas.microsoft.com/office/drawing/2014/main" id="{31F1D72C-2B52-44BA-9E34-D01B194F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285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0 w 4"/>
                <a:gd name="T3" fmla="*/ 62 h 5"/>
                <a:gd name="T4" fmla="*/ 33 w 4"/>
                <a:gd name="T5" fmla="*/ 109 h 5"/>
                <a:gd name="T6" fmla="*/ 63 w 4"/>
                <a:gd name="T7" fmla="*/ 62 h 5"/>
                <a:gd name="T8" fmla="*/ 63 w 4"/>
                <a:gd name="T9" fmla="*/ 48 h 5"/>
                <a:gd name="T10" fmla="*/ 33 w 4"/>
                <a:gd name="T11" fmla="*/ 0 h 5"/>
                <a:gd name="T12" fmla="*/ 0 w 4"/>
                <a:gd name="T13" fmla="*/ 4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5" name="Freeform 1185">
              <a:extLst>
                <a:ext uri="{FF2B5EF4-FFF2-40B4-BE49-F238E27FC236}">
                  <a16:creationId xmlns:a16="http://schemas.microsoft.com/office/drawing/2014/main" id="{6C8B83A1-7962-4F09-B1EB-CE4F530FF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320"/>
              <a:ext cx="15" cy="13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55 h 5"/>
                <a:gd name="T4" fmla="*/ 33 w 6"/>
                <a:gd name="T5" fmla="*/ 88 h 5"/>
                <a:gd name="T6" fmla="*/ 63 w 6"/>
                <a:gd name="T7" fmla="*/ 68 h 5"/>
                <a:gd name="T8" fmla="*/ 95 w 6"/>
                <a:gd name="T9" fmla="*/ 34 h 5"/>
                <a:gd name="T10" fmla="*/ 95 w 6"/>
                <a:gd name="T11" fmla="*/ 34 h 5"/>
                <a:gd name="T12" fmla="*/ 63 w 6"/>
                <a:gd name="T13" fmla="*/ 0 h 5"/>
                <a:gd name="T14" fmla="*/ 20 w 6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4"/>
                  </a:cubicBezTo>
                  <a:cubicBezTo>
                    <a:pt x="5" y="4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6" name="Freeform 1186">
              <a:extLst>
                <a:ext uri="{FF2B5EF4-FFF2-40B4-BE49-F238E27FC236}">
                  <a16:creationId xmlns:a16="http://schemas.microsoft.com/office/drawing/2014/main" id="{568ECC63-5D04-4C9F-A2D2-B48A2984C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285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12 w 5"/>
                <a:gd name="T3" fmla="*/ 35 h 6"/>
                <a:gd name="T4" fmla="*/ 0 w 5"/>
                <a:gd name="T5" fmla="*/ 56 h 6"/>
                <a:gd name="T6" fmla="*/ 0 w 5"/>
                <a:gd name="T7" fmla="*/ 93 h 6"/>
                <a:gd name="T8" fmla="*/ 12 w 5"/>
                <a:gd name="T9" fmla="*/ 93 h 6"/>
                <a:gd name="T10" fmla="*/ 29 w 5"/>
                <a:gd name="T11" fmla="*/ 115 h 6"/>
                <a:gd name="T12" fmla="*/ 29 w 5"/>
                <a:gd name="T13" fmla="*/ 115 h 6"/>
                <a:gd name="T14" fmla="*/ 41 w 5"/>
                <a:gd name="T15" fmla="*/ 115 h 6"/>
                <a:gd name="T16" fmla="*/ 41 w 5"/>
                <a:gd name="T17" fmla="*/ 115 h 6"/>
                <a:gd name="T18" fmla="*/ 58 w 5"/>
                <a:gd name="T19" fmla="*/ 115 h 6"/>
                <a:gd name="T20" fmla="*/ 70 w 5"/>
                <a:gd name="T21" fmla="*/ 77 h 6"/>
                <a:gd name="T22" fmla="*/ 70 w 5"/>
                <a:gd name="T23" fmla="*/ 56 h 6"/>
                <a:gd name="T24" fmla="*/ 70 w 5"/>
                <a:gd name="T25" fmla="*/ 56 h 6"/>
                <a:gd name="T26" fmla="*/ 58 w 5"/>
                <a:gd name="T27" fmla="*/ 21 h 6"/>
                <a:gd name="T28" fmla="*/ 58 w 5"/>
                <a:gd name="T29" fmla="*/ 21 h 6"/>
                <a:gd name="T30" fmla="*/ 58 w 5"/>
                <a:gd name="T31" fmla="*/ 21 h 6"/>
                <a:gd name="T32" fmla="*/ 12 w 5"/>
                <a:gd name="T33" fmla="*/ 21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7" name="Freeform 1187">
              <a:extLst>
                <a:ext uri="{FF2B5EF4-FFF2-40B4-BE49-F238E27FC236}">
                  <a16:creationId xmlns:a16="http://schemas.microsoft.com/office/drawing/2014/main" id="{1237473A-2624-474E-AAE1-9CFCBB0B18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6" y="2304"/>
              <a:ext cx="13" cy="11"/>
            </a:xfrm>
            <a:custGeom>
              <a:avLst/>
              <a:gdLst>
                <a:gd name="T0" fmla="*/ 21 w 5"/>
                <a:gd name="T1" fmla="*/ 22 h 4"/>
                <a:gd name="T2" fmla="*/ 21 w 5"/>
                <a:gd name="T3" fmla="*/ 61 h 4"/>
                <a:gd name="T4" fmla="*/ 55 w 5"/>
                <a:gd name="T5" fmla="*/ 83 h 4"/>
                <a:gd name="T6" fmla="*/ 34 w 5"/>
                <a:gd name="T7" fmla="*/ 61 h 4"/>
                <a:gd name="T8" fmla="*/ 34 w 5"/>
                <a:gd name="T9" fmla="*/ 47 h 4"/>
                <a:gd name="T10" fmla="*/ 55 w 5"/>
                <a:gd name="T11" fmla="*/ 0 h 4"/>
                <a:gd name="T12" fmla="*/ 21 w 5"/>
                <a:gd name="T13" fmla="*/ 22 h 4"/>
                <a:gd name="T14" fmla="*/ 55 w 5"/>
                <a:gd name="T15" fmla="*/ 83 h 4"/>
                <a:gd name="T16" fmla="*/ 68 w 5"/>
                <a:gd name="T17" fmla="*/ 83 h 4"/>
                <a:gd name="T18" fmla="*/ 88 w 5"/>
                <a:gd name="T19" fmla="*/ 61 h 4"/>
                <a:gd name="T20" fmla="*/ 55 w 5"/>
                <a:gd name="T21" fmla="*/ 83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3" y="0"/>
                    <a:pt x="3" y="0"/>
                  </a:cubicBezTo>
                  <a:lnTo>
                    <a:pt x="1" y="1"/>
                  </a:lnTo>
                  <a:close/>
                  <a:moveTo>
                    <a:pt x="3" y="4"/>
                  </a:moveTo>
                  <a:cubicBezTo>
                    <a:pt x="3" y="4"/>
                    <a:pt x="4" y="4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8" name="Freeform 1188">
              <a:extLst>
                <a:ext uri="{FF2B5EF4-FFF2-40B4-BE49-F238E27FC236}">
                  <a16:creationId xmlns:a16="http://schemas.microsoft.com/office/drawing/2014/main" id="{88EEE10B-8569-4A8C-86F1-A29A16C74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88"/>
              <a:ext cx="15" cy="19"/>
            </a:xfrm>
            <a:custGeom>
              <a:avLst/>
              <a:gdLst>
                <a:gd name="T0" fmla="*/ 50 w 6"/>
                <a:gd name="T1" fmla="*/ 0 h 7"/>
                <a:gd name="T2" fmla="*/ 20 w 6"/>
                <a:gd name="T3" fmla="*/ 38 h 7"/>
                <a:gd name="T4" fmla="*/ 20 w 6"/>
                <a:gd name="T5" fmla="*/ 60 h 7"/>
                <a:gd name="T6" fmla="*/ 0 w 6"/>
                <a:gd name="T7" fmla="*/ 81 h 7"/>
                <a:gd name="T8" fmla="*/ 33 w 6"/>
                <a:gd name="T9" fmla="*/ 141 h 7"/>
                <a:gd name="T10" fmla="*/ 83 w 6"/>
                <a:gd name="T11" fmla="*/ 103 h 7"/>
                <a:gd name="T12" fmla="*/ 83 w 6"/>
                <a:gd name="T13" fmla="*/ 81 h 7"/>
                <a:gd name="T14" fmla="*/ 83 w 6"/>
                <a:gd name="T15" fmla="*/ 81 h 7"/>
                <a:gd name="T16" fmla="*/ 95 w 6"/>
                <a:gd name="T17" fmla="*/ 60 h 7"/>
                <a:gd name="T18" fmla="*/ 95 w 6"/>
                <a:gd name="T19" fmla="*/ 38 h 7"/>
                <a:gd name="T20" fmla="*/ 63 w 6"/>
                <a:gd name="T21" fmla="*/ 0 h 7"/>
                <a:gd name="T22" fmla="*/ 50 w 6"/>
                <a:gd name="T23" fmla="*/ 0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3" y="7"/>
                    <a:pt x="4" y="7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5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9" name="Freeform 1189">
              <a:extLst>
                <a:ext uri="{FF2B5EF4-FFF2-40B4-BE49-F238E27FC236}">
                  <a16:creationId xmlns:a16="http://schemas.microsoft.com/office/drawing/2014/main" id="{008674B6-9C90-4979-94EA-CDDFA77DA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205"/>
              <a:ext cx="25" cy="32"/>
            </a:xfrm>
            <a:custGeom>
              <a:avLst/>
              <a:gdLst>
                <a:gd name="T0" fmla="*/ 125 w 10"/>
                <a:gd name="T1" fmla="*/ 0 h 12"/>
                <a:gd name="T2" fmla="*/ 0 w 10"/>
                <a:gd name="T3" fmla="*/ 192 h 12"/>
                <a:gd name="T4" fmla="*/ 20 w 10"/>
                <a:gd name="T5" fmla="*/ 227 h 12"/>
                <a:gd name="T6" fmla="*/ 158 w 10"/>
                <a:gd name="T7" fmla="*/ 0 h 12"/>
                <a:gd name="T8" fmla="*/ 125 w 10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8" y="0"/>
                  </a:moveTo>
                  <a:cubicBezTo>
                    <a:pt x="8" y="4"/>
                    <a:pt x="6" y="7"/>
                    <a:pt x="0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7" y="9"/>
                    <a:pt x="10" y="5"/>
                    <a:pt x="10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0" name="Freeform 1190">
              <a:extLst>
                <a:ext uri="{FF2B5EF4-FFF2-40B4-BE49-F238E27FC236}">
                  <a16:creationId xmlns:a16="http://schemas.microsoft.com/office/drawing/2014/main" id="{353B1A21-B1CA-4C09-B88C-8849EDFF9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251"/>
              <a:ext cx="10" cy="21"/>
            </a:xfrm>
            <a:custGeom>
              <a:avLst/>
              <a:gdLst>
                <a:gd name="T0" fmla="*/ 20 w 4"/>
                <a:gd name="T1" fmla="*/ 21 h 8"/>
                <a:gd name="T2" fmla="*/ 0 w 4"/>
                <a:gd name="T3" fmla="*/ 110 h 8"/>
                <a:gd name="T4" fmla="*/ 33 w 4"/>
                <a:gd name="T5" fmla="*/ 144 h 8"/>
                <a:gd name="T6" fmla="*/ 50 w 4"/>
                <a:gd name="T7" fmla="*/ 0 h 8"/>
                <a:gd name="T8" fmla="*/ 20 w 4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1" y="1"/>
                  </a:moveTo>
                  <a:cubicBezTo>
                    <a:pt x="2" y="2"/>
                    <a:pt x="2" y="5"/>
                    <a:pt x="0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6"/>
                    <a:pt x="4" y="3"/>
                    <a:pt x="3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1" name="Freeform 1191">
              <a:extLst>
                <a:ext uri="{FF2B5EF4-FFF2-40B4-BE49-F238E27FC236}">
                  <a16:creationId xmlns:a16="http://schemas.microsoft.com/office/drawing/2014/main" id="{4C5197A4-CDA3-40CD-BB6B-FA5BB9FF8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301"/>
              <a:ext cx="30" cy="27"/>
            </a:xfrm>
            <a:custGeom>
              <a:avLst/>
              <a:gdLst>
                <a:gd name="T0" fmla="*/ 145 w 12"/>
                <a:gd name="T1" fmla="*/ 38 h 10"/>
                <a:gd name="T2" fmla="*/ 20 w 12"/>
                <a:gd name="T3" fmla="*/ 116 h 10"/>
                <a:gd name="T4" fmla="*/ 0 w 12"/>
                <a:gd name="T5" fmla="*/ 159 h 10"/>
                <a:gd name="T6" fmla="*/ 158 w 12"/>
                <a:gd name="T7" fmla="*/ 59 h 10"/>
                <a:gd name="T8" fmla="*/ 188 w 12"/>
                <a:gd name="T9" fmla="*/ 22 h 10"/>
                <a:gd name="T10" fmla="*/ 158 w 12"/>
                <a:gd name="T11" fmla="*/ 0 h 10"/>
                <a:gd name="T12" fmla="*/ 145 w 12"/>
                <a:gd name="T13" fmla="*/ 3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0">
                  <a:moveTo>
                    <a:pt x="9" y="2"/>
                  </a:moveTo>
                  <a:cubicBezTo>
                    <a:pt x="6" y="6"/>
                    <a:pt x="5" y="8"/>
                    <a:pt x="1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10"/>
                    <a:pt x="8" y="6"/>
                    <a:pt x="10" y="3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2" name="Freeform 1192">
              <a:extLst>
                <a:ext uri="{FF2B5EF4-FFF2-40B4-BE49-F238E27FC236}">
                  <a16:creationId xmlns:a16="http://schemas.microsoft.com/office/drawing/2014/main" id="{3C4F02DA-AAB2-469F-BD4B-D35980DD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36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0 w 6"/>
                <a:gd name="T3" fmla="*/ 115 h 6"/>
                <a:gd name="T4" fmla="*/ 95 w 6"/>
                <a:gd name="T5" fmla="*/ 0 h 6"/>
                <a:gd name="T6" fmla="*/ 63 w 6"/>
                <a:gd name="T7" fmla="*/ 0 h 6"/>
                <a:gd name="T8" fmla="*/ 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6" y="3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3" name="Freeform 1193">
              <a:extLst>
                <a:ext uri="{FF2B5EF4-FFF2-40B4-BE49-F238E27FC236}">
                  <a16:creationId xmlns:a16="http://schemas.microsoft.com/office/drawing/2014/main" id="{EBB74298-21CF-41A0-8E22-D761D6A3B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163"/>
              <a:ext cx="20" cy="29"/>
            </a:xfrm>
            <a:custGeom>
              <a:avLst/>
              <a:gdLst>
                <a:gd name="T0" fmla="*/ 83 w 8"/>
                <a:gd name="T1" fmla="*/ 0 h 11"/>
                <a:gd name="T2" fmla="*/ 33 w 8"/>
                <a:gd name="T3" fmla="*/ 21 h 11"/>
                <a:gd name="T4" fmla="*/ 0 w 8"/>
                <a:gd name="T5" fmla="*/ 76 h 11"/>
                <a:gd name="T6" fmla="*/ 0 w 8"/>
                <a:gd name="T7" fmla="*/ 90 h 11"/>
                <a:gd name="T8" fmla="*/ 20 w 8"/>
                <a:gd name="T9" fmla="*/ 111 h 11"/>
                <a:gd name="T10" fmla="*/ 20 w 8"/>
                <a:gd name="T11" fmla="*/ 111 h 11"/>
                <a:gd name="T12" fmla="*/ 20 w 8"/>
                <a:gd name="T13" fmla="*/ 124 h 11"/>
                <a:gd name="T14" fmla="*/ 50 w 8"/>
                <a:gd name="T15" fmla="*/ 182 h 11"/>
                <a:gd name="T16" fmla="*/ 113 w 8"/>
                <a:gd name="T17" fmla="*/ 145 h 11"/>
                <a:gd name="T18" fmla="*/ 113 w 8"/>
                <a:gd name="T19" fmla="*/ 124 h 11"/>
                <a:gd name="T20" fmla="*/ 125 w 8"/>
                <a:gd name="T21" fmla="*/ 90 h 11"/>
                <a:gd name="T22" fmla="*/ 125 w 8"/>
                <a:gd name="T23" fmla="*/ 76 h 11"/>
                <a:gd name="T24" fmla="*/ 125 w 8"/>
                <a:gd name="T25" fmla="*/ 76 h 11"/>
                <a:gd name="T26" fmla="*/ 125 w 8"/>
                <a:gd name="T27" fmla="*/ 55 h 11"/>
                <a:gd name="T28" fmla="*/ 113 w 8"/>
                <a:gd name="T29" fmla="*/ 21 h 11"/>
                <a:gd name="T30" fmla="*/ 83 w 8"/>
                <a:gd name="T31" fmla="*/ 0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1">
                  <a:moveTo>
                    <a:pt x="5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5" y="11"/>
                    <a:pt x="6" y="9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7" y="6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6" y="1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4" name="Freeform 1194">
              <a:extLst>
                <a:ext uri="{FF2B5EF4-FFF2-40B4-BE49-F238E27FC236}">
                  <a16:creationId xmlns:a16="http://schemas.microsoft.com/office/drawing/2014/main" id="{C28AA54C-113E-4844-8B6C-D595D23E1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168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33 w 6"/>
                <a:gd name="T3" fmla="*/ 35 h 6"/>
                <a:gd name="T4" fmla="*/ 33 w 6"/>
                <a:gd name="T5" fmla="*/ 35 h 6"/>
                <a:gd name="T6" fmla="*/ 33 w 6"/>
                <a:gd name="T7" fmla="*/ 21 h 6"/>
                <a:gd name="T8" fmla="*/ 63 w 6"/>
                <a:gd name="T9" fmla="*/ 21 h 6"/>
                <a:gd name="T10" fmla="*/ 83 w 6"/>
                <a:gd name="T11" fmla="*/ 56 h 6"/>
                <a:gd name="T12" fmla="*/ 83 w 6"/>
                <a:gd name="T13" fmla="*/ 77 h 6"/>
                <a:gd name="T14" fmla="*/ 33 w 6"/>
                <a:gd name="T15" fmla="*/ 77 h 6"/>
                <a:gd name="T16" fmla="*/ 33 w 6"/>
                <a:gd name="T17" fmla="*/ 21 h 6"/>
                <a:gd name="T18" fmla="*/ 20 w 6"/>
                <a:gd name="T19" fmla="*/ 77 h 6"/>
                <a:gd name="T20" fmla="*/ 33 w 6"/>
                <a:gd name="T21" fmla="*/ 115 h 6"/>
                <a:gd name="T22" fmla="*/ 63 w 6"/>
                <a:gd name="T23" fmla="*/ 93 h 6"/>
                <a:gd name="T24" fmla="*/ 95 w 6"/>
                <a:gd name="T25" fmla="*/ 77 h 6"/>
                <a:gd name="T26" fmla="*/ 83 w 6"/>
                <a:gd name="T27" fmla="*/ 21 h 6"/>
                <a:gd name="T28" fmla="*/ 50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2" y="5"/>
                    <a:pt x="2" y="4"/>
                  </a:cubicBezTo>
                  <a:cubicBezTo>
                    <a:pt x="1" y="3"/>
                    <a:pt x="1" y="1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5" name="Freeform 1195">
              <a:extLst>
                <a:ext uri="{FF2B5EF4-FFF2-40B4-BE49-F238E27FC236}">
                  <a16:creationId xmlns:a16="http://schemas.microsoft.com/office/drawing/2014/main" id="{6D0888DC-5478-49B6-B442-256823AD6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181"/>
              <a:ext cx="17" cy="16"/>
            </a:xfrm>
            <a:custGeom>
              <a:avLst/>
              <a:gdLst>
                <a:gd name="T0" fmla="*/ 0 w 7"/>
                <a:gd name="T1" fmla="*/ 56 h 6"/>
                <a:gd name="T2" fmla="*/ 0 w 7"/>
                <a:gd name="T3" fmla="*/ 115 h 6"/>
                <a:gd name="T4" fmla="*/ 100 w 7"/>
                <a:gd name="T5" fmla="*/ 0 h 6"/>
                <a:gd name="T6" fmla="*/ 70 w 7"/>
                <a:gd name="T7" fmla="*/ 0 h 6"/>
                <a:gd name="T8" fmla="*/ 0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6" y="3"/>
                    <a:pt x="7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2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6" name="Freeform 1196">
              <a:extLst>
                <a:ext uri="{FF2B5EF4-FFF2-40B4-BE49-F238E27FC236}">
                  <a16:creationId xmlns:a16="http://schemas.microsoft.com/office/drawing/2014/main" id="{FB057BB4-EE21-4522-BC8B-ADA389819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285"/>
              <a:ext cx="15" cy="24"/>
            </a:xfrm>
            <a:custGeom>
              <a:avLst/>
              <a:gdLst>
                <a:gd name="T0" fmla="*/ 63 w 6"/>
                <a:gd name="T1" fmla="*/ 56 h 9"/>
                <a:gd name="T2" fmla="*/ 50 w 6"/>
                <a:gd name="T3" fmla="*/ 93 h 9"/>
                <a:gd name="T4" fmla="*/ 0 w 6"/>
                <a:gd name="T5" fmla="*/ 136 h 9"/>
                <a:gd name="T6" fmla="*/ 20 w 6"/>
                <a:gd name="T7" fmla="*/ 171 h 9"/>
                <a:gd name="T8" fmla="*/ 83 w 6"/>
                <a:gd name="T9" fmla="*/ 115 h 9"/>
                <a:gd name="T10" fmla="*/ 95 w 6"/>
                <a:gd name="T11" fmla="*/ 56 h 9"/>
                <a:gd name="T12" fmla="*/ 95 w 6"/>
                <a:gd name="T13" fmla="*/ 21 h 9"/>
                <a:gd name="T14" fmla="*/ 83 w 6"/>
                <a:gd name="T15" fmla="*/ 0 h 9"/>
                <a:gd name="T16" fmla="*/ 63 w 6"/>
                <a:gd name="T17" fmla="*/ 5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9">
                  <a:moveTo>
                    <a:pt x="4" y="3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4" y="8"/>
                    <a:pt x="5" y="6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7" name="Freeform 1197">
              <a:extLst>
                <a:ext uri="{FF2B5EF4-FFF2-40B4-BE49-F238E27FC236}">
                  <a16:creationId xmlns:a16="http://schemas.microsoft.com/office/drawing/2014/main" id="{581E42ED-7923-4BAF-AFD3-144782D1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389"/>
              <a:ext cx="22" cy="22"/>
            </a:xfrm>
            <a:custGeom>
              <a:avLst/>
              <a:gdLst>
                <a:gd name="T0" fmla="*/ 29 w 9"/>
                <a:gd name="T1" fmla="*/ 47 h 8"/>
                <a:gd name="T2" fmla="*/ 12 w 9"/>
                <a:gd name="T3" fmla="*/ 129 h 8"/>
                <a:gd name="T4" fmla="*/ 71 w 9"/>
                <a:gd name="T5" fmla="*/ 143 h 8"/>
                <a:gd name="T6" fmla="*/ 71 w 9"/>
                <a:gd name="T7" fmla="*/ 143 h 8"/>
                <a:gd name="T8" fmla="*/ 59 w 9"/>
                <a:gd name="T9" fmla="*/ 143 h 8"/>
                <a:gd name="T10" fmla="*/ 29 w 9"/>
                <a:gd name="T11" fmla="*/ 107 h 8"/>
                <a:gd name="T12" fmla="*/ 103 w 9"/>
                <a:gd name="T13" fmla="*/ 143 h 8"/>
                <a:gd name="T14" fmla="*/ 132 w 9"/>
                <a:gd name="T15" fmla="*/ 61 h 8"/>
                <a:gd name="T16" fmla="*/ 90 w 9"/>
                <a:gd name="T17" fmla="*/ 22 h 8"/>
                <a:gd name="T18" fmla="*/ 29 w 9"/>
                <a:gd name="T19" fmla="*/ 47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5" y="7"/>
                    <a:pt x="7" y="7"/>
                  </a:cubicBezTo>
                  <a:cubicBezTo>
                    <a:pt x="8" y="6"/>
                    <a:pt x="9" y="5"/>
                    <a:pt x="9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8" name="Freeform 1198">
              <a:extLst>
                <a:ext uri="{FF2B5EF4-FFF2-40B4-BE49-F238E27FC236}">
                  <a16:creationId xmlns:a16="http://schemas.microsoft.com/office/drawing/2014/main" id="{A4F8A4B1-2A57-4880-8FAF-0ADC0DC103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" y="2411"/>
              <a:ext cx="20" cy="42"/>
            </a:xfrm>
            <a:custGeom>
              <a:avLst/>
              <a:gdLst>
                <a:gd name="T0" fmla="*/ 50 w 8"/>
                <a:gd name="T1" fmla="*/ 110 h 16"/>
                <a:gd name="T2" fmla="*/ 0 w 8"/>
                <a:gd name="T3" fmla="*/ 179 h 16"/>
                <a:gd name="T4" fmla="*/ 0 w 8"/>
                <a:gd name="T5" fmla="*/ 200 h 16"/>
                <a:gd name="T6" fmla="*/ 20 w 8"/>
                <a:gd name="T7" fmla="*/ 255 h 16"/>
                <a:gd name="T8" fmla="*/ 50 w 8"/>
                <a:gd name="T9" fmla="*/ 289 h 16"/>
                <a:gd name="T10" fmla="*/ 95 w 8"/>
                <a:gd name="T11" fmla="*/ 255 h 16"/>
                <a:gd name="T12" fmla="*/ 95 w 8"/>
                <a:gd name="T13" fmla="*/ 255 h 16"/>
                <a:gd name="T14" fmla="*/ 125 w 8"/>
                <a:gd name="T15" fmla="*/ 179 h 16"/>
                <a:gd name="T16" fmla="*/ 125 w 8"/>
                <a:gd name="T17" fmla="*/ 165 h 16"/>
                <a:gd name="T18" fmla="*/ 95 w 8"/>
                <a:gd name="T19" fmla="*/ 110 h 16"/>
                <a:gd name="T20" fmla="*/ 50 w 8"/>
                <a:gd name="T21" fmla="*/ 110 h 16"/>
                <a:gd name="T22" fmla="*/ 63 w 8"/>
                <a:gd name="T23" fmla="*/ 144 h 16"/>
                <a:gd name="T24" fmla="*/ 95 w 8"/>
                <a:gd name="T25" fmla="*/ 179 h 16"/>
                <a:gd name="T26" fmla="*/ 95 w 8"/>
                <a:gd name="T27" fmla="*/ 179 h 16"/>
                <a:gd name="T28" fmla="*/ 95 w 8"/>
                <a:gd name="T29" fmla="*/ 200 h 16"/>
                <a:gd name="T30" fmla="*/ 95 w 8"/>
                <a:gd name="T31" fmla="*/ 200 h 16"/>
                <a:gd name="T32" fmla="*/ 95 w 8"/>
                <a:gd name="T33" fmla="*/ 200 h 16"/>
                <a:gd name="T34" fmla="*/ 95 w 8"/>
                <a:gd name="T35" fmla="*/ 221 h 16"/>
                <a:gd name="T36" fmla="*/ 33 w 8"/>
                <a:gd name="T37" fmla="*/ 221 h 16"/>
                <a:gd name="T38" fmla="*/ 20 w 8"/>
                <a:gd name="T39" fmla="*/ 179 h 16"/>
                <a:gd name="T40" fmla="*/ 20 w 8"/>
                <a:gd name="T41" fmla="*/ 179 h 16"/>
                <a:gd name="T42" fmla="*/ 20 w 8"/>
                <a:gd name="T43" fmla="*/ 165 h 16"/>
                <a:gd name="T44" fmla="*/ 33 w 8"/>
                <a:gd name="T45" fmla="*/ 165 h 16"/>
                <a:gd name="T46" fmla="*/ 33 w 8"/>
                <a:gd name="T47" fmla="*/ 165 h 16"/>
                <a:gd name="T48" fmla="*/ 20 w 8"/>
                <a:gd name="T49" fmla="*/ 165 h 16"/>
                <a:gd name="T50" fmla="*/ 20 w 8"/>
                <a:gd name="T51" fmla="*/ 165 h 16"/>
                <a:gd name="T52" fmla="*/ 63 w 8"/>
                <a:gd name="T53" fmla="*/ 144 h 16"/>
                <a:gd name="T54" fmla="*/ 95 w 8"/>
                <a:gd name="T55" fmla="*/ 0 h 16"/>
                <a:gd name="T56" fmla="*/ 95 w 8"/>
                <a:gd name="T57" fmla="*/ 0 h 16"/>
                <a:gd name="T58" fmla="*/ 95 w 8"/>
                <a:gd name="T59" fmla="*/ 0 h 16"/>
                <a:gd name="T60" fmla="*/ 95 w 8"/>
                <a:gd name="T61" fmla="*/ 0 h 16"/>
                <a:gd name="T62" fmla="*/ 95 w 8"/>
                <a:gd name="T63" fmla="*/ 21 h 16"/>
                <a:gd name="T64" fmla="*/ 95 w 8"/>
                <a:gd name="T65" fmla="*/ 21 h 16"/>
                <a:gd name="T66" fmla="*/ 95 w 8"/>
                <a:gd name="T67" fmla="*/ 21 h 16"/>
                <a:gd name="T68" fmla="*/ 95 w 8"/>
                <a:gd name="T69" fmla="*/ 21 h 16"/>
                <a:gd name="T70" fmla="*/ 33 w 8"/>
                <a:gd name="T71" fmla="*/ 165 h 16"/>
                <a:gd name="T72" fmla="*/ 20 w 8"/>
                <a:gd name="T73" fmla="*/ 179 h 16"/>
                <a:gd name="T74" fmla="*/ 50 w 8"/>
                <a:gd name="T75" fmla="*/ 221 h 16"/>
                <a:gd name="T76" fmla="*/ 95 w 8"/>
                <a:gd name="T77" fmla="*/ 221 h 16"/>
                <a:gd name="T78" fmla="*/ 95 w 8"/>
                <a:gd name="T79" fmla="*/ 200 h 16"/>
                <a:gd name="T80" fmla="*/ 95 w 8"/>
                <a:gd name="T81" fmla="*/ 179 h 16"/>
                <a:gd name="T82" fmla="*/ 50 w 8"/>
                <a:gd name="T83" fmla="*/ 165 h 16"/>
                <a:gd name="T84" fmla="*/ 33 w 8"/>
                <a:gd name="T85" fmla="*/ 165 h 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" h="16">
                  <a:moveTo>
                    <a:pt x="3" y="6"/>
                  </a:moveTo>
                  <a:cubicBezTo>
                    <a:pt x="1" y="7"/>
                    <a:pt x="0" y="9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2" y="15"/>
                    <a:pt x="3" y="16"/>
                  </a:cubicBezTo>
                  <a:cubicBezTo>
                    <a:pt x="4" y="16"/>
                    <a:pt x="5" y="15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3"/>
                    <a:pt x="8" y="12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8"/>
                    <a:pt x="7" y="7"/>
                    <a:pt x="6" y="6"/>
                  </a:cubicBezTo>
                  <a:cubicBezTo>
                    <a:pt x="5" y="6"/>
                    <a:pt x="4" y="6"/>
                    <a:pt x="3" y="6"/>
                  </a:cubicBezTo>
                  <a:close/>
                  <a:moveTo>
                    <a:pt x="4" y="8"/>
                  </a:moveTo>
                  <a:cubicBezTo>
                    <a:pt x="5" y="9"/>
                    <a:pt x="5" y="9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13"/>
                    <a:pt x="3" y="13"/>
                    <a:pt x="2" y="12"/>
                  </a:cubicBezTo>
                  <a:cubicBezTo>
                    <a:pt x="2" y="12"/>
                    <a:pt x="1" y="11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3" y="8"/>
                    <a:pt x="4" y="8"/>
                  </a:cubicBezTo>
                  <a:close/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  <a:moveTo>
                    <a:pt x="2" y="9"/>
                  </a:moveTo>
                  <a:cubicBezTo>
                    <a:pt x="2" y="10"/>
                    <a:pt x="2" y="10"/>
                    <a:pt x="1" y="10"/>
                  </a:cubicBezTo>
                  <a:cubicBezTo>
                    <a:pt x="2" y="11"/>
                    <a:pt x="2" y="11"/>
                    <a:pt x="3" y="12"/>
                  </a:cubicBezTo>
                  <a:cubicBezTo>
                    <a:pt x="4" y="12"/>
                    <a:pt x="5" y="12"/>
                    <a:pt x="6" y="12"/>
                  </a:cubicBezTo>
                  <a:cubicBezTo>
                    <a:pt x="6" y="12"/>
                    <a:pt x="6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5" y="9"/>
                    <a:pt x="4" y="9"/>
                    <a:pt x="3" y="9"/>
                  </a:cubicBezTo>
                  <a:cubicBezTo>
                    <a:pt x="3" y="9"/>
                    <a:pt x="2" y="9"/>
                    <a:pt x="2" y="9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9" name="Freeform 1199">
              <a:extLst>
                <a:ext uri="{FF2B5EF4-FFF2-40B4-BE49-F238E27FC236}">
                  <a16:creationId xmlns:a16="http://schemas.microsoft.com/office/drawing/2014/main" id="{BE79594C-8696-47B5-AA45-06165D5F5E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" y="2432"/>
              <a:ext cx="18" cy="19"/>
            </a:xfrm>
            <a:custGeom>
              <a:avLst/>
              <a:gdLst>
                <a:gd name="T0" fmla="*/ 21 w 7"/>
                <a:gd name="T1" fmla="*/ 0 h 7"/>
                <a:gd name="T2" fmla="*/ 21 w 7"/>
                <a:gd name="T3" fmla="*/ 117 h 7"/>
                <a:gd name="T4" fmla="*/ 33 w 7"/>
                <a:gd name="T5" fmla="*/ 141 h 7"/>
                <a:gd name="T6" fmla="*/ 54 w 7"/>
                <a:gd name="T7" fmla="*/ 117 h 7"/>
                <a:gd name="T8" fmla="*/ 100 w 7"/>
                <a:gd name="T9" fmla="*/ 81 h 7"/>
                <a:gd name="T10" fmla="*/ 118 w 7"/>
                <a:gd name="T11" fmla="*/ 38 h 7"/>
                <a:gd name="T12" fmla="*/ 118 w 7"/>
                <a:gd name="T13" fmla="*/ 38 h 7"/>
                <a:gd name="T14" fmla="*/ 67 w 7"/>
                <a:gd name="T15" fmla="*/ 0 h 7"/>
                <a:gd name="T16" fmla="*/ 67 w 7"/>
                <a:gd name="T17" fmla="*/ 0 h 7"/>
                <a:gd name="T18" fmla="*/ 67 w 7"/>
                <a:gd name="T19" fmla="*/ 0 h 7"/>
                <a:gd name="T20" fmla="*/ 54 w 7"/>
                <a:gd name="T21" fmla="*/ 0 h 7"/>
                <a:gd name="T22" fmla="*/ 21 w 7"/>
                <a:gd name="T23" fmla="*/ 0 h 7"/>
                <a:gd name="T24" fmla="*/ 33 w 7"/>
                <a:gd name="T25" fmla="*/ 60 h 7"/>
                <a:gd name="T26" fmla="*/ 33 w 7"/>
                <a:gd name="T27" fmla="*/ 60 h 7"/>
                <a:gd name="T28" fmla="*/ 33 w 7"/>
                <a:gd name="T29" fmla="*/ 38 h 7"/>
                <a:gd name="T30" fmla="*/ 67 w 7"/>
                <a:gd name="T31" fmla="*/ 60 h 7"/>
                <a:gd name="T32" fmla="*/ 54 w 7"/>
                <a:gd name="T33" fmla="*/ 81 h 7"/>
                <a:gd name="T34" fmla="*/ 33 w 7"/>
                <a:gd name="T35" fmla="*/ 6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3" y="7"/>
                    <a:pt x="3" y="7"/>
                    <a:pt x="3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0" name="Freeform 1200">
              <a:extLst>
                <a:ext uri="{FF2B5EF4-FFF2-40B4-BE49-F238E27FC236}">
                  <a16:creationId xmlns:a16="http://schemas.microsoft.com/office/drawing/2014/main" id="{57283179-83C0-4D70-86D6-437E3659EF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4" y="2387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12 w 5"/>
                <a:gd name="T3" fmla="*/ 21 h 5"/>
                <a:gd name="T4" fmla="*/ 0 w 5"/>
                <a:gd name="T5" fmla="*/ 68 h 5"/>
                <a:gd name="T6" fmla="*/ 29 w 5"/>
                <a:gd name="T7" fmla="*/ 88 h 5"/>
                <a:gd name="T8" fmla="*/ 58 w 5"/>
                <a:gd name="T9" fmla="*/ 88 h 5"/>
                <a:gd name="T10" fmla="*/ 70 w 5"/>
                <a:gd name="T11" fmla="*/ 55 h 5"/>
                <a:gd name="T12" fmla="*/ 70 w 5"/>
                <a:gd name="T13" fmla="*/ 34 h 5"/>
                <a:gd name="T14" fmla="*/ 70 w 5"/>
                <a:gd name="T15" fmla="*/ 34 h 5"/>
                <a:gd name="T16" fmla="*/ 58 w 5"/>
                <a:gd name="T17" fmla="*/ 68 h 5"/>
                <a:gd name="T18" fmla="*/ 41 w 5"/>
                <a:gd name="T19" fmla="*/ 68 h 5"/>
                <a:gd name="T20" fmla="*/ 12 w 5"/>
                <a:gd name="T21" fmla="*/ 55 h 5"/>
                <a:gd name="T22" fmla="*/ 12 w 5"/>
                <a:gd name="T23" fmla="*/ 55 h 5"/>
                <a:gd name="T24" fmla="*/ 29 w 5"/>
                <a:gd name="T25" fmla="*/ 21 h 5"/>
                <a:gd name="T26" fmla="*/ 41 w 5"/>
                <a:gd name="T27" fmla="*/ 21 h 5"/>
                <a:gd name="T28" fmla="*/ 29 w 5"/>
                <a:gd name="T29" fmla="*/ 21 h 5"/>
                <a:gd name="T30" fmla="*/ 41 w 5"/>
                <a:gd name="T31" fmla="*/ 21 h 5"/>
                <a:gd name="T32" fmla="*/ 58 w 5"/>
                <a:gd name="T33" fmla="*/ 21 h 5"/>
                <a:gd name="T34" fmla="*/ 41 w 5"/>
                <a:gd name="T35" fmla="*/ 0 h 5"/>
                <a:gd name="T36" fmla="*/ 29 w 5"/>
                <a:gd name="T37" fmla="*/ 21 h 5"/>
                <a:gd name="T38" fmla="*/ 70 w 5"/>
                <a:gd name="T39" fmla="*/ 34 h 5"/>
                <a:gd name="T40" fmla="*/ 58 w 5"/>
                <a:gd name="T41" fmla="*/ 21 h 5"/>
                <a:gd name="T42" fmla="*/ 58 w 5"/>
                <a:gd name="T43" fmla="*/ 21 h 5"/>
                <a:gd name="T44" fmla="*/ 70 w 5"/>
                <a:gd name="T45" fmla="*/ 34 h 5"/>
                <a:gd name="T46" fmla="*/ 41 w 5"/>
                <a:gd name="T47" fmla="*/ 21 h 5"/>
                <a:gd name="T48" fmla="*/ 41 w 5"/>
                <a:gd name="T49" fmla="*/ 21 h 5"/>
                <a:gd name="T50" fmla="*/ 41 w 5"/>
                <a:gd name="T51" fmla="*/ 21 h 5"/>
                <a:gd name="T52" fmla="*/ 70 w 5"/>
                <a:gd name="T53" fmla="*/ 34 h 5"/>
                <a:gd name="T54" fmla="*/ 70 w 5"/>
                <a:gd name="T55" fmla="*/ 34 h 5"/>
                <a:gd name="T56" fmla="*/ 70 w 5"/>
                <a:gd name="T57" fmla="*/ 34 h 5"/>
                <a:gd name="T58" fmla="*/ 41 w 5"/>
                <a:gd name="T59" fmla="*/ 21 h 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4" y="4"/>
                    <a:pt x="3" y="5"/>
                    <a:pt x="3" y="4"/>
                  </a:cubicBezTo>
                  <a:cubicBezTo>
                    <a:pt x="2" y="4"/>
                    <a:pt x="2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4" y="0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lose/>
                  <a:moveTo>
                    <a:pt x="5" y="2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2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1" name="Freeform 1201">
              <a:extLst>
                <a:ext uri="{FF2B5EF4-FFF2-40B4-BE49-F238E27FC236}">
                  <a16:creationId xmlns:a16="http://schemas.microsoft.com/office/drawing/2014/main" id="{3D54B99C-8595-4576-A50B-3EAC96E636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6" y="2392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35 h 6"/>
                <a:gd name="T4" fmla="*/ 0 w 5"/>
                <a:gd name="T5" fmla="*/ 35 h 6"/>
                <a:gd name="T6" fmla="*/ 0 w 5"/>
                <a:gd name="T7" fmla="*/ 56 h 6"/>
                <a:gd name="T8" fmla="*/ 0 w 5"/>
                <a:gd name="T9" fmla="*/ 56 h 6"/>
                <a:gd name="T10" fmla="*/ 0 w 5"/>
                <a:gd name="T11" fmla="*/ 56 h 6"/>
                <a:gd name="T12" fmla="*/ 21 w 5"/>
                <a:gd name="T13" fmla="*/ 93 h 6"/>
                <a:gd name="T14" fmla="*/ 55 w 5"/>
                <a:gd name="T15" fmla="*/ 115 h 6"/>
                <a:gd name="T16" fmla="*/ 88 w 5"/>
                <a:gd name="T17" fmla="*/ 56 h 6"/>
                <a:gd name="T18" fmla="*/ 55 w 5"/>
                <a:gd name="T19" fmla="*/ 0 h 6"/>
                <a:gd name="T20" fmla="*/ 21 w 5"/>
                <a:gd name="T21" fmla="*/ 0 h 6"/>
                <a:gd name="T22" fmla="*/ 88 w 5"/>
                <a:gd name="T23" fmla="*/ 56 h 6"/>
                <a:gd name="T24" fmla="*/ 88 w 5"/>
                <a:gd name="T25" fmla="*/ 56 h 6"/>
                <a:gd name="T26" fmla="*/ 68 w 5"/>
                <a:gd name="T27" fmla="*/ 93 h 6"/>
                <a:gd name="T28" fmla="*/ 88 w 5"/>
                <a:gd name="T29" fmla="*/ 56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4" y="4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2" name="Freeform 1202">
              <a:extLst>
                <a:ext uri="{FF2B5EF4-FFF2-40B4-BE49-F238E27FC236}">
                  <a16:creationId xmlns:a16="http://schemas.microsoft.com/office/drawing/2014/main" id="{84163B61-E3DF-427F-840D-378D2C2F4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437"/>
              <a:ext cx="15" cy="24"/>
            </a:xfrm>
            <a:custGeom>
              <a:avLst/>
              <a:gdLst>
                <a:gd name="T0" fmla="*/ 63 w 6"/>
                <a:gd name="T1" fmla="*/ 35 h 9"/>
                <a:gd name="T2" fmla="*/ 50 w 6"/>
                <a:gd name="T3" fmla="*/ 77 h 9"/>
                <a:gd name="T4" fmla="*/ 0 w 6"/>
                <a:gd name="T5" fmla="*/ 136 h 9"/>
                <a:gd name="T6" fmla="*/ 20 w 6"/>
                <a:gd name="T7" fmla="*/ 171 h 9"/>
                <a:gd name="T8" fmla="*/ 63 w 6"/>
                <a:gd name="T9" fmla="*/ 115 h 9"/>
                <a:gd name="T10" fmla="*/ 95 w 6"/>
                <a:gd name="T11" fmla="*/ 56 h 9"/>
                <a:gd name="T12" fmla="*/ 95 w 6"/>
                <a:gd name="T13" fmla="*/ 21 h 9"/>
                <a:gd name="T14" fmla="*/ 63 w 6"/>
                <a:gd name="T15" fmla="*/ 0 h 9"/>
                <a:gd name="T16" fmla="*/ 63 w 6"/>
                <a:gd name="T17" fmla="*/ 3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9">
                  <a:moveTo>
                    <a:pt x="4" y="2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4" y="7"/>
                    <a:pt x="4" y="6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3" name="Freeform 1203">
              <a:extLst>
                <a:ext uri="{FF2B5EF4-FFF2-40B4-BE49-F238E27FC236}">
                  <a16:creationId xmlns:a16="http://schemas.microsoft.com/office/drawing/2014/main" id="{282D38E2-29E7-43FA-A098-BEAD39579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229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0 w 6"/>
                <a:gd name="T3" fmla="*/ 141 h 7"/>
                <a:gd name="T4" fmla="*/ 95 w 6"/>
                <a:gd name="T5" fmla="*/ 22 h 7"/>
                <a:gd name="T6" fmla="*/ 63 w 6"/>
                <a:gd name="T7" fmla="*/ 0 h 7"/>
                <a:gd name="T8" fmla="*/ 0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3" y="7"/>
                    <a:pt x="6" y="3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4" name="Freeform 1204">
              <a:extLst>
                <a:ext uri="{FF2B5EF4-FFF2-40B4-BE49-F238E27FC236}">
                  <a16:creationId xmlns:a16="http://schemas.microsoft.com/office/drawing/2014/main" id="{1A9283CC-8FE9-4B92-A8A5-9D30502C6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84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0 w 4"/>
                <a:gd name="T3" fmla="*/ 77 h 6"/>
                <a:gd name="T4" fmla="*/ 20 w 4"/>
                <a:gd name="T5" fmla="*/ 115 h 6"/>
                <a:gd name="T6" fmla="*/ 50 w 4"/>
                <a:gd name="T7" fmla="*/ 0 h 6"/>
                <a:gd name="T8" fmla="*/ 20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2" y="2"/>
                    <a:pt x="1" y="4"/>
                    <a:pt x="0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5"/>
                    <a:pt x="4" y="2"/>
                    <a:pt x="3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5" name="Freeform 1205">
              <a:extLst>
                <a:ext uri="{FF2B5EF4-FFF2-40B4-BE49-F238E27FC236}">
                  <a16:creationId xmlns:a16="http://schemas.microsoft.com/office/drawing/2014/main" id="{76CA2E99-8AD4-4BDE-880F-CE672F780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160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47 h 4"/>
                <a:gd name="T4" fmla="*/ 0 w 4"/>
                <a:gd name="T5" fmla="*/ 83 h 4"/>
                <a:gd name="T6" fmla="*/ 63 w 4"/>
                <a:gd name="T7" fmla="*/ 0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3"/>
                    <a:pt x="4" y="2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6" name="Freeform 1206">
              <a:extLst>
                <a:ext uri="{FF2B5EF4-FFF2-40B4-BE49-F238E27FC236}">
                  <a16:creationId xmlns:a16="http://schemas.microsoft.com/office/drawing/2014/main" id="{A3B9B6DB-F100-4235-9048-A0F35065D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203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0 w 5"/>
                <a:gd name="T3" fmla="*/ 55 h 5"/>
                <a:gd name="T4" fmla="*/ 21 w 5"/>
                <a:gd name="T5" fmla="*/ 88 h 5"/>
                <a:gd name="T6" fmla="*/ 88 w 5"/>
                <a:gd name="T7" fmla="*/ 0 h 5"/>
                <a:gd name="T8" fmla="*/ 5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4" y="3"/>
                    <a:pt x="5" y="2"/>
                    <a:pt x="5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7" name="Freeform 1207">
              <a:extLst>
                <a:ext uri="{FF2B5EF4-FFF2-40B4-BE49-F238E27FC236}">
                  <a16:creationId xmlns:a16="http://schemas.microsoft.com/office/drawing/2014/main" id="{EF9C695F-D990-4CEB-9855-1ACD2D57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256"/>
              <a:ext cx="18" cy="16"/>
            </a:xfrm>
            <a:custGeom>
              <a:avLst/>
              <a:gdLst>
                <a:gd name="T0" fmla="*/ 0 w 7"/>
                <a:gd name="T1" fmla="*/ 77 h 6"/>
                <a:gd name="T2" fmla="*/ 0 w 7"/>
                <a:gd name="T3" fmla="*/ 115 h 6"/>
                <a:gd name="T4" fmla="*/ 118 w 7"/>
                <a:gd name="T5" fmla="*/ 21 h 6"/>
                <a:gd name="T6" fmla="*/ 85 w 7"/>
                <a:gd name="T7" fmla="*/ 0 h 6"/>
                <a:gd name="T8" fmla="*/ 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6" y="4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8" name="Freeform 1208">
              <a:extLst>
                <a:ext uri="{FF2B5EF4-FFF2-40B4-BE49-F238E27FC236}">
                  <a16:creationId xmlns:a16="http://schemas.microsoft.com/office/drawing/2014/main" id="{C6942D51-2DB7-4A84-A38E-2556E0F5D7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6" y="2224"/>
              <a:ext cx="30" cy="29"/>
            </a:xfrm>
            <a:custGeom>
              <a:avLst/>
              <a:gdLst>
                <a:gd name="T0" fmla="*/ 95 w 12"/>
                <a:gd name="T1" fmla="*/ 0 h 11"/>
                <a:gd name="T2" fmla="*/ 50 w 12"/>
                <a:gd name="T3" fmla="*/ 0 h 11"/>
                <a:gd name="T4" fmla="*/ 20 w 12"/>
                <a:gd name="T5" fmla="*/ 21 h 11"/>
                <a:gd name="T6" fmla="*/ 20 w 12"/>
                <a:gd name="T7" fmla="*/ 166 h 11"/>
                <a:gd name="T8" fmla="*/ 95 w 12"/>
                <a:gd name="T9" fmla="*/ 200 h 11"/>
                <a:gd name="T10" fmla="*/ 175 w 12"/>
                <a:gd name="T11" fmla="*/ 111 h 11"/>
                <a:gd name="T12" fmla="*/ 158 w 12"/>
                <a:gd name="T13" fmla="*/ 0 h 11"/>
                <a:gd name="T14" fmla="*/ 95 w 12"/>
                <a:gd name="T15" fmla="*/ 0 h 11"/>
                <a:gd name="T16" fmla="*/ 95 w 12"/>
                <a:gd name="T17" fmla="*/ 76 h 11"/>
                <a:gd name="T18" fmla="*/ 95 w 12"/>
                <a:gd name="T19" fmla="*/ 90 h 11"/>
                <a:gd name="T20" fmla="*/ 95 w 12"/>
                <a:gd name="T21" fmla="*/ 90 h 11"/>
                <a:gd name="T22" fmla="*/ 95 w 12"/>
                <a:gd name="T23" fmla="*/ 90 h 11"/>
                <a:gd name="T24" fmla="*/ 83 w 12"/>
                <a:gd name="T25" fmla="*/ 76 h 11"/>
                <a:gd name="T26" fmla="*/ 95 w 12"/>
                <a:gd name="T27" fmla="*/ 76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9" y="10"/>
                    <a:pt x="10" y="9"/>
                    <a:pt x="11" y="6"/>
                  </a:cubicBezTo>
                  <a:cubicBezTo>
                    <a:pt x="12" y="4"/>
                    <a:pt x="11" y="2"/>
                    <a:pt x="10" y="0"/>
                  </a:cubicBezTo>
                  <a:cubicBezTo>
                    <a:pt x="8" y="0"/>
                    <a:pt x="7" y="0"/>
                    <a:pt x="6" y="0"/>
                  </a:cubicBezTo>
                  <a:close/>
                  <a:moveTo>
                    <a:pt x="6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9" name="Freeform 1209">
              <a:extLst>
                <a:ext uri="{FF2B5EF4-FFF2-40B4-BE49-F238E27FC236}">
                  <a16:creationId xmlns:a16="http://schemas.microsoft.com/office/drawing/2014/main" id="{D0741904-76CB-4E57-8264-5878208608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1" y="2227"/>
              <a:ext cx="15" cy="18"/>
            </a:xfrm>
            <a:custGeom>
              <a:avLst/>
              <a:gdLst>
                <a:gd name="T0" fmla="*/ 50 w 6"/>
                <a:gd name="T1" fmla="*/ 21 h 7"/>
                <a:gd name="T2" fmla="*/ 0 w 6"/>
                <a:gd name="T3" fmla="*/ 67 h 7"/>
                <a:gd name="T4" fmla="*/ 33 w 6"/>
                <a:gd name="T5" fmla="*/ 118 h 7"/>
                <a:gd name="T6" fmla="*/ 33 w 6"/>
                <a:gd name="T7" fmla="*/ 118 h 7"/>
                <a:gd name="T8" fmla="*/ 33 w 6"/>
                <a:gd name="T9" fmla="*/ 118 h 7"/>
                <a:gd name="T10" fmla="*/ 83 w 6"/>
                <a:gd name="T11" fmla="*/ 118 h 7"/>
                <a:gd name="T12" fmla="*/ 83 w 6"/>
                <a:gd name="T13" fmla="*/ 21 h 7"/>
                <a:gd name="T14" fmla="*/ 50 w 6"/>
                <a:gd name="T15" fmla="*/ 21 h 7"/>
                <a:gd name="T16" fmla="*/ 50 w 6"/>
                <a:gd name="T17" fmla="*/ 54 h 7"/>
                <a:gd name="T18" fmla="*/ 63 w 6"/>
                <a:gd name="T19" fmla="*/ 54 h 7"/>
                <a:gd name="T20" fmla="*/ 63 w 6"/>
                <a:gd name="T21" fmla="*/ 67 h 7"/>
                <a:gd name="T22" fmla="*/ 63 w 6"/>
                <a:gd name="T23" fmla="*/ 67 h 7"/>
                <a:gd name="T24" fmla="*/ 63 w 6"/>
                <a:gd name="T25" fmla="*/ 85 h 7"/>
                <a:gd name="T26" fmla="*/ 33 w 6"/>
                <a:gd name="T27" fmla="*/ 67 h 7"/>
                <a:gd name="T28" fmla="*/ 20 w 6"/>
                <a:gd name="T29" fmla="*/ 67 h 7"/>
                <a:gd name="T30" fmla="*/ 50 w 6"/>
                <a:gd name="T31" fmla="*/ 54 h 7"/>
                <a:gd name="T32" fmla="*/ 50 w 6"/>
                <a:gd name="T33" fmla="*/ 54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5"/>
                    <a:pt x="6" y="3"/>
                    <a:pt x="5" y="1"/>
                  </a:cubicBezTo>
                  <a:cubicBezTo>
                    <a:pt x="5" y="1"/>
                    <a:pt x="4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5"/>
                    <a:pt x="2" y="5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0" name="Freeform 1210">
              <a:extLst>
                <a:ext uri="{FF2B5EF4-FFF2-40B4-BE49-F238E27FC236}">
                  <a16:creationId xmlns:a16="http://schemas.microsoft.com/office/drawing/2014/main" id="{3AF62123-1904-4999-A956-E44032F21D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6" y="2232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88 h 5"/>
                <a:gd name="T4" fmla="*/ 88 w 5"/>
                <a:gd name="T5" fmla="*/ 68 h 5"/>
                <a:gd name="T6" fmla="*/ 88 w 5"/>
                <a:gd name="T7" fmla="*/ 55 h 5"/>
                <a:gd name="T8" fmla="*/ 88 w 5"/>
                <a:gd name="T9" fmla="*/ 34 h 5"/>
                <a:gd name="T10" fmla="*/ 88 w 5"/>
                <a:gd name="T11" fmla="*/ 34 h 5"/>
                <a:gd name="T12" fmla="*/ 88 w 5"/>
                <a:gd name="T13" fmla="*/ 34 h 5"/>
                <a:gd name="T14" fmla="*/ 55 w 5"/>
                <a:gd name="T15" fmla="*/ 0 h 5"/>
                <a:gd name="T16" fmla="*/ 0 w 5"/>
                <a:gd name="T17" fmla="*/ 34 h 5"/>
                <a:gd name="T18" fmla="*/ 68 w 5"/>
                <a:gd name="T19" fmla="*/ 68 h 5"/>
                <a:gd name="T20" fmla="*/ 55 w 5"/>
                <a:gd name="T21" fmla="*/ 68 h 5"/>
                <a:gd name="T22" fmla="*/ 68 w 5"/>
                <a:gd name="T23" fmla="*/ 68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4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1" name="Freeform 1211">
              <a:extLst>
                <a:ext uri="{FF2B5EF4-FFF2-40B4-BE49-F238E27FC236}">
                  <a16:creationId xmlns:a16="http://schemas.microsoft.com/office/drawing/2014/main" id="{7E1927DD-1858-4DDB-BF46-91A58682B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243"/>
              <a:ext cx="18" cy="16"/>
            </a:xfrm>
            <a:custGeom>
              <a:avLst/>
              <a:gdLst>
                <a:gd name="T0" fmla="*/ 0 w 7"/>
                <a:gd name="T1" fmla="*/ 77 h 6"/>
                <a:gd name="T2" fmla="*/ 0 w 7"/>
                <a:gd name="T3" fmla="*/ 115 h 6"/>
                <a:gd name="T4" fmla="*/ 118 w 7"/>
                <a:gd name="T5" fmla="*/ 21 h 6"/>
                <a:gd name="T6" fmla="*/ 85 w 7"/>
                <a:gd name="T7" fmla="*/ 0 h 6"/>
                <a:gd name="T8" fmla="*/ 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6"/>
                    <a:pt x="6" y="4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2" name="Freeform 1212">
              <a:extLst>
                <a:ext uri="{FF2B5EF4-FFF2-40B4-BE49-F238E27FC236}">
                  <a16:creationId xmlns:a16="http://schemas.microsoft.com/office/drawing/2014/main" id="{44AF295F-7782-4EB0-8A40-9C838557F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293"/>
              <a:ext cx="20" cy="27"/>
            </a:xfrm>
            <a:custGeom>
              <a:avLst/>
              <a:gdLst>
                <a:gd name="T0" fmla="*/ 95 w 8"/>
                <a:gd name="T1" fmla="*/ 0 h 10"/>
                <a:gd name="T2" fmla="*/ 50 w 8"/>
                <a:gd name="T3" fmla="*/ 116 h 10"/>
                <a:gd name="T4" fmla="*/ 0 w 8"/>
                <a:gd name="T5" fmla="*/ 159 h 10"/>
                <a:gd name="T6" fmla="*/ 0 w 8"/>
                <a:gd name="T7" fmla="*/ 197 h 10"/>
                <a:gd name="T8" fmla="*/ 83 w 8"/>
                <a:gd name="T9" fmla="*/ 159 h 10"/>
                <a:gd name="T10" fmla="*/ 125 w 8"/>
                <a:gd name="T11" fmla="*/ 0 h 10"/>
                <a:gd name="T12" fmla="*/ 95 w 8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0">
                  <a:moveTo>
                    <a:pt x="6" y="0"/>
                  </a:moveTo>
                  <a:cubicBezTo>
                    <a:pt x="6" y="2"/>
                    <a:pt x="5" y="5"/>
                    <a:pt x="3" y="6"/>
                  </a:cubicBezTo>
                  <a:cubicBezTo>
                    <a:pt x="3" y="7"/>
                    <a:pt x="2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0"/>
                    <a:pt x="4" y="9"/>
                    <a:pt x="5" y="8"/>
                  </a:cubicBezTo>
                  <a:cubicBezTo>
                    <a:pt x="7" y="6"/>
                    <a:pt x="8" y="3"/>
                    <a:pt x="8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3" name="Freeform 1213">
              <a:extLst>
                <a:ext uri="{FF2B5EF4-FFF2-40B4-BE49-F238E27FC236}">
                  <a16:creationId xmlns:a16="http://schemas.microsoft.com/office/drawing/2014/main" id="{6C9A652C-DB6A-4F20-8E8D-CDF5C835C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307"/>
              <a:ext cx="13" cy="18"/>
            </a:xfrm>
            <a:custGeom>
              <a:avLst/>
              <a:gdLst>
                <a:gd name="T0" fmla="*/ 34 w 5"/>
                <a:gd name="T1" fmla="*/ 0 h 7"/>
                <a:gd name="T2" fmla="*/ 0 w 5"/>
                <a:gd name="T3" fmla="*/ 85 h 7"/>
                <a:gd name="T4" fmla="*/ 21 w 5"/>
                <a:gd name="T5" fmla="*/ 118 h 7"/>
                <a:gd name="T6" fmla="*/ 68 w 5"/>
                <a:gd name="T7" fmla="*/ 0 h 7"/>
                <a:gd name="T8" fmla="*/ 34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5"/>
                    <a:pt x="5" y="2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4" name="Freeform 1214">
              <a:extLst>
                <a:ext uri="{FF2B5EF4-FFF2-40B4-BE49-F238E27FC236}">
                  <a16:creationId xmlns:a16="http://schemas.microsoft.com/office/drawing/2014/main" id="{F4F83E68-D32C-48CD-8A13-40E25E027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328"/>
              <a:ext cx="20" cy="19"/>
            </a:xfrm>
            <a:custGeom>
              <a:avLst/>
              <a:gdLst>
                <a:gd name="T0" fmla="*/ 83 w 8"/>
                <a:gd name="T1" fmla="*/ 0 h 7"/>
                <a:gd name="T2" fmla="*/ 20 w 8"/>
                <a:gd name="T3" fmla="*/ 103 h 7"/>
                <a:gd name="T4" fmla="*/ 0 w 8"/>
                <a:gd name="T5" fmla="*/ 103 h 7"/>
                <a:gd name="T6" fmla="*/ 20 w 8"/>
                <a:gd name="T7" fmla="*/ 141 h 7"/>
                <a:gd name="T8" fmla="*/ 20 w 8"/>
                <a:gd name="T9" fmla="*/ 141 h 7"/>
                <a:gd name="T10" fmla="*/ 125 w 8"/>
                <a:gd name="T11" fmla="*/ 0 h 7"/>
                <a:gd name="T12" fmla="*/ 83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6" y="3"/>
                    <a:pt x="4" y="4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5" y="6"/>
                    <a:pt x="8" y="5"/>
                    <a:pt x="8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5" name="Freeform 1215">
              <a:extLst>
                <a:ext uri="{FF2B5EF4-FFF2-40B4-BE49-F238E27FC236}">
                  <a16:creationId xmlns:a16="http://schemas.microsoft.com/office/drawing/2014/main" id="{E9093C8C-02F2-4525-B217-3FAEB9343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363"/>
              <a:ext cx="15" cy="13"/>
            </a:xfrm>
            <a:custGeom>
              <a:avLst/>
              <a:gdLst>
                <a:gd name="T0" fmla="*/ 0 w 6"/>
                <a:gd name="T1" fmla="*/ 55 h 5"/>
                <a:gd name="T2" fmla="*/ 0 w 6"/>
                <a:gd name="T3" fmla="*/ 88 h 5"/>
                <a:gd name="T4" fmla="*/ 95 w 6"/>
                <a:gd name="T5" fmla="*/ 0 h 5"/>
                <a:gd name="T6" fmla="*/ 63 w 6"/>
                <a:gd name="T7" fmla="*/ 0 h 5"/>
                <a:gd name="T8" fmla="*/ 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6" y="3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" name="Freeform 1216">
              <a:extLst>
                <a:ext uri="{FF2B5EF4-FFF2-40B4-BE49-F238E27FC236}">
                  <a16:creationId xmlns:a16="http://schemas.microsoft.com/office/drawing/2014/main" id="{15BB16C4-BF3C-4446-8DF6-8B608D03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349"/>
              <a:ext cx="13" cy="19"/>
            </a:xfrm>
            <a:custGeom>
              <a:avLst/>
              <a:gdLst>
                <a:gd name="T0" fmla="*/ 0 w 5"/>
                <a:gd name="T1" fmla="*/ 103 h 7"/>
                <a:gd name="T2" fmla="*/ 21 w 5"/>
                <a:gd name="T3" fmla="*/ 141 h 7"/>
                <a:gd name="T4" fmla="*/ 88 w 5"/>
                <a:gd name="T5" fmla="*/ 0 h 7"/>
                <a:gd name="T6" fmla="*/ 55 w 5"/>
                <a:gd name="T7" fmla="*/ 0 h 7"/>
                <a:gd name="T8" fmla="*/ 0 w 5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4" y="5"/>
                    <a:pt x="5" y="2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7" name="Freeform 1217">
              <a:extLst>
                <a:ext uri="{FF2B5EF4-FFF2-40B4-BE49-F238E27FC236}">
                  <a16:creationId xmlns:a16="http://schemas.microsoft.com/office/drawing/2014/main" id="{EA1730C7-B585-4635-B56C-44BCC8690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357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63 w 4"/>
                <a:gd name="T5" fmla="*/ 22 h 4"/>
                <a:gd name="T6" fmla="*/ 33 w 4"/>
                <a:gd name="T7" fmla="*/ 0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" name="Freeform 1218">
              <a:extLst>
                <a:ext uri="{FF2B5EF4-FFF2-40B4-BE49-F238E27FC236}">
                  <a16:creationId xmlns:a16="http://schemas.microsoft.com/office/drawing/2014/main" id="{9DF2BC92-F194-49B5-8604-6C8BE967A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384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83 h 4"/>
                <a:gd name="T4" fmla="*/ 63 w 4"/>
                <a:gd name="T5" fmla="*/ 0 h 4"/>
                <a:gd name="T6" fmla="*/ 33 w 4"/>
                <a:gd name="T7" fmla="*/ 0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9" name="Freeform 1219">
              <a:extLst>
                <a:ext uri="{FF2B5EF4-FFF2-40B4-BE49-F238E27FC236}">
                  <a16:creationId xmlns:a16="http://schemas.microsoft.com/office/drawing/2014/main" id="{FFD60A6F-3F5B-4771-A84A-FA0D7A215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341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0 w 6"/>
                <a:gd name="T3" fmla="*/ 115 h 6"/>
                <a:gd name="T4" fmla="*/ 95 w 6"/>
                <a:gd name="T5" fmla="*/ 21 h 6"/>
                <a:gd name="T6" fmla="*/ 63 w 6"/>
                <a:gd name="T7" fmla="*/ 0 h 6"/>
                <a:gd name="T8" fmla="*/ 2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6" y="3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0" name="Freeform 1220">
              <a:extLst>
                <a:ext uri="{FF2B5EF4-FFF2-40B4-BE49-F238E27FC236}">
                  <a16:creationId xmlns:a16="http://schemas.microsoft.com/office/drawing/2014/main" id="{646204E0-AD45-4EA0-BF13-BF7A1F2946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9" y="2160"/>
              <a:ext cx="25" cy="29"/>
            </a:xfrm>
            <a:custGeom>
              <a:avLst/>
              <a:gdLst>
                <a:gd name="T0" fmla="*/ 33 w 10"/>
                <a:gd name="T1" fmla="*/ 21 h 11"/>
                <a:gd name="T2" fmla="*/ 0 w 10"/>
                <a:gd name="T3" fmla="*/ 76 h 11"/>
                <a:gd name="T4" fmla="*/ 20 w 10"/>
                <a:gd name="T5" fmla="*/ 111 h 11"/>
                <a:gd name="T6" fmla="*/ 20 w 10"/>
                <a:gd name="T7" fmla="*/ 111 h 11"/>
                <a:gd name="T8" fmla="*/ 50 w 10"/>
                <a:gd name="T9" fmla="*/ 200 h 11"/>
                <a:gd name="T10" fmla="*/ 145 w 10"/>
                <a:gd name="T11" fmla="*/ 124 h 11"/>
                <a:gd name="T12" fmla="*/ 83 w 10"/>
                <a:gd name="T13" fmla="*/ 21 h 11"/>
                <a:gd name="T14" fmla="*/ 33 w 10"/>
                <a:gd name="T15" fmla="*/ 21 h 11"/>
                <a:gd name="T16" fmla="*/ 83 w 10"/>
                <a:gd name="T17" fmla="*/ 76 h 11"/>
                <a:gd name="T18" fmla="*/ 95 w 10"/>
                <a:gd name="T19" fmla="*/ 90 h 11"/>
                <a:gd name="T20" fmla="*/ 95 w 10"/>
                <a:gd name="T21" fmla="*/ 111 h 11"/>
                <a:gd name="T22" fmla="*/ 50 w 10"/>
                <a:gd name="T23" fmla="*/ 124 h 11"/>
                <a:gd name="T24" fmla="*/ 50 w 10"/>
                <a:gd name="T25" fmla="*/ 111 h 11"/>
                <a:gd name="T26" fmla="*/ 50 w 10"/>
                <a:gd name="T27" fmla="*/ 111 h 11"/>
                <a:gd name="T28" fmla="*/ 50 w 10"/>
                <a:gd name="T29" fmla="*/ 90 h 11"/>
                <a:gd name="T30" fmla="*/ 50 w 10"/>
                <a:gd name="T31" fmla="*/ 90 h 11"/>
                <a:gd name="T32" fmla="*/ 83 w 10"/>
                <a:gd name="T33" fmla="*/ 76 h 11"/>
                <a:gd name="T34" fmla="*/ 95 w 10"/>
                <a:gd name="T35" fmla="*/ 145 h 11"/>
                <a:gd name="T36" fmla="*/ 113 w 10"/>
                <a:gd name="T37" fmla="*/ 111 h 11"/>
                <a:gd name="T38" fmla="*/ 113 w 10"/>
                <a:gd name="T39" fmla="*/ 111 h 11"/>
                <a:gd name="T40" fmla="*/ 113 w 10"/>
                <a:gd name="T41" fmla="*/ 111 h 11"/>
                <a:gd name="T42" fmla="*/ 95 w 10"/>
                <a:gd name="T43" fmla="*/ 145 h 11"/>
                <a:gd name="T44" fmla="*/ 83 w 10"/>
                <a:gd name="T45" fmla="*/ 166 h 11"/>
                <a:gd name="T46" fmla="*/ 83 w 10"/>
                <a:gd name="T47" fmla="*/ 166 h 11"/>
                <a:gd name="T48" fmla="*/ 95 w 10"/>
                <a:gd name="T49" fmla="*/ 14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11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6" y="11"/>
                    <a:pt x="8" y="10"/>
                    <a:pt x="9" y="7"/>
                  </a:cubicBezTo>
                  <a:cubicBezTo>
                    <a:pt x="10" y="5"/>
                    <a:pt x="9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5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4"/>
                    <a:pt x="5" y="4"/>
                  </a:cubicBezTo>
                  <a:close/>
                  <a:moveTo>
                    <a:pt x="6" y="8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7" y="8"/>
                    <a:pt x="6" y="8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6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1" name="Freeform 1221">
              <a:extLst>
                <a:ext uri="{FF2B5EF4-FFF2-40B4-BE49-F238E27FC236}">
                  <a16:creationId xmlns:a16="http://schemas.microsoft.com/office/drawing/2014/main" id="{6487E1E9-0E03-4393-8926-0A6EECC42A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1" y="2163"/>
              <a:ext cx="15" cy="18"/>
            </a:xfrm>
            <a:custGeom>
              <a:avLst/>
              <a:gdLst>
                <a:gd name="T0" fmla="*/ 33 w 6"/>
                <a:gd name="T1" fmla="*/ 21 h 7"/>
                <a:gd name="T2" fmla="*/ 20 w 6"/>
                <a:gd name="T3" fmla="*/ 33 h 7"/>
                <a:gd name="T4" fmla="*/ 0 w 6"/>
                <a:gd name="T5" fmla="*/ 85 h 7"/>
                <a:gd name="T6" fmla="*/ 0 w 6"/>
                <a:gd name="T7" fmla="*/ 85 h 7"/>
                <a:gd name="T8" fmla="*/ 20 w 6"/>
                <a:gd name="T9" fmla="*/ 100 h 7"/>
                <a:gd name="T10" fmla="*/ 63 w 6"/>
                <a:gd name="T11" fmla="*/ 118 h 7"/>
                <a:gd name="T12" fmla="*/ 95 w 6"/>
                <a:gd name="T13" fmla="*/ 67 h 7"/>
                <a:gd name="T14" fmla="*/ 50 w 6"/>
                <a:gd name="T15" fmla="*/ 21 h 7"/>
                <a:gd name="T16" fmla="*/ 33 w 6"/>
                <a:gd name="T17" fmla="*/ 21 h 7"/>
                <a:gd name="T18" fmla="*/ 63 w 6"/>
                <a:gd name="T19" fmla="*/ 54 h 7"/>
                <a:gd name="T20" fmla="*/ 63 w 6"/>
                <a:gd name="T21" fmla="*/ 67 h 7"/>
                <a:gd name="T22" fmla="*/ 63 w 6"/>
                <a:gd name="T23" fmla="*/ 85 h 7"/>
                <a:gd name="T24" fmla="*/ 63 w 6"/>
                <a:gd name="T25" fmla="*/ 54 h 7"/>
                <a:gd name="T26" fmla="*/ 50 w 6"/>
                <a:gd name="T27" fmla="*/ 85 h 7"/>
                <a:gd name="T28" fmla="*/ 50 w 6"/>
                <a:gd name="T29" fmla="*/ 85 h 7"/>
                <a:gd name="T30" fmla="*/ 50 w 6"/>
                <a:gd name="T31" fmla="*/ 85 h 7"/>
                <a:gd name="T32" fmla="*/ 50 w 6"/>
                <a:gd name="T33" fmla="*/ 85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6" y="5"/>
                    <a:pt x="6" y="4"/>
                  </a:cubicBezTo>
                  <a:cubicBezTo>
                    <a:pt x="6" y="3"/>
                    <a:pt x="5" y="2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lose/>
                  <a:moveTo>
                    <a:pt x="4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3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2" name="Freeform 1222">
              <a:extLst>
                <a:ext uri="{FF2B5EF4-FFF2-40B4-BE49-F238E27FC236}">
                  <a16:creationId xmlns:a16="http://schemas.microsoft.com/office/drawing/2014/main" id="{AD93FFE3-8F6C-4924-97D1-2EBCF6BD0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179"/>
              <a:ext cx="15" cy="16"/>
            </a:xfrm>
            <a:custGeom>
              <a:avLst/>
              <a:gdLst>
                <a:gd name="T0" fmla="*/ 20 w 6"/>
                <a:gd name="T1" fmla="*/ 77 h 6"/>
                <a:gd name="T2" fmla="*/ 0 w 6"/>
                <a:gd name="T3" fmla="*/ 115 h 6"/>
                <a:gd name="T4" fmla="*/ 95 w 6"/>
                <a:gd name="T5" fmla="*/ 21 h 6"/>
                <a:gd name="T6" fmla="*/ 63 w 6"/>
                <a:gd name="T7" fmla="*/ 0 h 6"/>
                <a:gd name="T8" fmla="*/ 2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6" y="4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3" name="Freeform 1223">
              <a:extLst>
                <a:ext uri="{FF2B5EF4-FFF2-40B4-BE49-F238E27FC236}">
                  <a16:creationId xmlns:a16="http://schemas.microsoft.com/office/drawing/2014/main" id="{B1B7CF51-0A8C-4ED7-B2ED-09C20D80B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243"/>
              <a:ext cx="22" cy="29"/>
            </a:xfrm>
            <a:custGeom>
              <a:avLst/>
              <a:gdLst>
                <a:gd name="T0" fmla="*/ 90 w 9"/>
                <a:gd name="T1" fmla="*/ 21 h 11"/>
                <a:gd name="T2" fmla="*/ 0 w 9"/>
                <a:gd name="T3" fmla="*/ 166 h 11"/>
                <a:gd name="T4" fmla="*/ 0 w 9"/>
                <a:gd name="T5" fmla="*/ 200 h 11"/>
                <a:gd name="T6" fmla="*/ 120 w 9"/>
                <a:gd name="T7" fmla="*/ 0 h 11"/>
                <a:gd name="T8" fmla="*/ 90 w 9"/>
                <a:gd name="T9" fmla="*/ 2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6" y="1"/>
                  </a:moveTo>
                  <a:cubicBezTo>
                    <a:pt x="6" y="5"/>
                    <a:pt x="3" y="8"/>
                    <a:pt x="0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5" y="9"/>
                    <a:pt x="9" y="5"/>
                    <a:pt x="8" y="0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4" name="Freeform 1224">
              <a:extLst>
                <a:ext uri="{FF2B5EF4-FFF2-40B4-BE49-F238E27FC236}">
                  <a16:creationId xmlns:a16="http://schemas.microsoft.com/office/drawing/2014/main" id="{9F2E0C4B-CF1E-4C3D-9450-11421FB0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85"/>
              <a:ext cx="10" cy="14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62 h 5"/>
                <a:gd name="T4" fmla="*/ 20 w 4"/>
                <a:gd name="T5" fmla="*/ 109 h 5"/>
                <a:gd name="T6" fmla="*/ 63 w 4"/>
                <a:gd name="T7" fmla="*/ 0 h 5"/>
                <a:gd name="T8" fmla="*/ 33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3"/>
                    <a:pt x="4" y="1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5" name="Freeform 1225">
              <a:extLst>
                <a:ext uri="{FF2B5EF4-FFF2-40B4-BE49-F238E27FC236}">
                  <a16:creationId xmlns:a16="http://schemas.microsoft.com/office/drawing/2014/main" id="{B5808DA9-6A1D-4FC5-86D5-F3598ADE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23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0 w 5"/>
                <a:gd name="T3" fmla="*/ 56 h 6"/>
                <a:gd name="T4" fmla="*/ 12 w 5"/>
                <a:gd name="T5" fmla="*/ 115 h 6"/>
                <a:gd name="T6" fmla="*/ 70 w 5"/>
                <a:gd name="T7" fmla="*/ 0 h 6"/>
                <a:gd name="T8" fmla="*/ 4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3" y="2"/>
                    <a:pt x="2" y="3"/>
                    <a:pt x="0" y="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4" y="5"/>
                    <a:pt x="5" y="3"/>
                    <a:pt x="5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6" name="Freeform 1226">
              <a:extLst>
                <a:ext uri="{FF2B5EF4-FFF2-40B4-BE49-F238E27FC236}">
                  <a16:creationId xmlns:a16="http://schemas.microsoft.com/office/drawing/2014/main" id="{2D4018E6-0D7A-4950-B571-EF893823C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371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88 h 5"/>
                <a:gd name="T4" fmla="*/ 63 w 4"/>
                <a:gd name="T5" fmla="*/ 0 h 5"/>
                <a:gd name="T6" fmla="*/ 33 w 4"/>
                <a:gd name="T7" fmla="*/ 0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7" name="Freeform 1227">
              <a:extLst>
                <a:ext uri="{FF2B5EF4-FFF2-40B4-BE49-F238E27FC236}">
                  <a16:creationId xmlns:a16="http://schemas.microsoft.com/office/drawing/2014/main" id="{12C3A181-73F4-4E19-89E7-3C35C06E2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165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63 w 4"/>
                <a:gd name="T5" fmla="*/ 21 h 3"/>
                <a:gd name="T6" fmla="*/ 33 w 4"/>
                <a:gd name="T7" fmla="*/ 0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8" name="Freeform 1228">
              <a:extLst>
                <a:ext uri="{FF2B5EF4-FFF2-40B4-BE49-F238E27FC236}">
                  <a16:creationId xmlns:a16="http://schemas.microsoft.com/office/drawing/2014/main" id="{C82E3620-1519-4E0D-8A18-43A32381B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211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0 w 6"/>
                <a:gd name="T3" fmla="*/ 115 h 6"/>
                <a:gd name="T4" fmla="*/ 95 w 6"/>
                <a:gd name="T5" fmla="*/ 21 h 6"/>
                <a:gd name="T6" fmla="*/ 63 w 6"/>
                <a:gd name="T7" fmla="*/ 0 h 6"/>
                <a:gd name="T8" fmla="*/ 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5" y="4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9" name="Freeform 1229">
              <a:extLst>
                <a:ext uri="{FF2B5EF4-FFF2-40B4-BE49-F238E27FC236}">
                  <a16:creationId xmlns:a16="http://schemas.microsoft.com/office/drawing/2014/main" id="{12DBFB4D-DFCF-46F3-AD35-079BD9002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259"/>
              <a:ext cx="15" cy="13"/>
            </a:xfrm>
            <a:custGeom>
              <a:avLst/>
              <a:gdLst>
                <a:gd name="T0" fmla="*/ 0 w 6"/>
                <a:gd name="T1" fmla="*/ 55 h 5"/>
                <a:gd name="T2" fmla="*/ 20 w 6"/>
                <a:gd name="T3" fmla="*/ 88 h 5"/>
                <a:gd name="T4" fmla="*/ 95 w 6"/>
                <a:gd name="T5" fmla="*/ 21 h 5"/>
                <a:gd name="T6" fmla="*/ 63 w 6"/>
                <a:gd name="T7" fmla="*/ 0 h 5"/>
                <a:gd name="T8" fmla="*/ 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3" y="5"/>
                    <a:pt x="5" y="3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0" name="Freeform 1230">
              <a:extLst>
                <a:ext uri="{FF2B5EF4-FFF2-40B4-BE49-F238E27FC236}">
                  <a16:creationId xmlns:a16="http://schemas.microsoft.com/office/drawing/2014/main" id="{4D94FE1B-1553-4189-BA9D-B139C1359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283"/>
              <a:ext cx="10" cy="10"/>
            </a:xfrm>
            <a:custGeom>
              <a:avLst/>
              <a:gdLst>
                <a:gd name="T0" fmla="*/ 0 w 10"/>
                <a:gd name="T1" fmla="*/ 8 h 10"/>
                <a:gd name="T2" fmla="*/ 5 w 10"/>
                <a:gd name="T3" fmla="*/ 10 h 10"/>
                <a:gd name="T4" fmla="*/ 10 w 10"/>
                <a:gd name="T5" fmla="*/ 5 h 10"/>
                <a:gd name="T6" fmla="*/ 5 w 10"/>
                <a:gd name="T7" fmla="*/ 0 h 10"/>
                <a:gd name="T8" fmla="*/ 0 w 10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8"/>
                  </a:moveTo>
                  <a:lnTo>
                    <a:pt x="5" y="10"/>
                  </a:lnTo>
                  <a:lnTo>
                    <a:pt x="10" y="5"/>
                  </a:lnTo>
                  <a:lnTo>
                    <a:pt x="5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1" name="Freeform 1231">
              <a:extLst>
                <a:ext uri="{FF2B5EF4-FFF2-40B4-BE49-F238E27FC236}">
                  <a16:creationId xmlns:a16="http://schemas.microsoft.com/office/drawing/2014/main" id="{25C05CA0-6A20-4648-A478-AD71305F6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49"/>
              <a:ext cx="20" cy="22"/>
            </a:xfrm>
            <a:custGeom>
              <a:avLst/>
              <a:gdLst>
                <a:gd name="T0" fmla="*/ 63 w 8"/>
                <a:gd name="T1" fmla="*/ 22 h 8"/>
                <a:gd name="T2" fmla="*/ 33 w 8"/>
                <a:gd name="T3" fmla="*/ 22 h 8"/>
                <a:gd name="T4" fmla="*/ 0 w 8"/>
                <a:gd name="T5" fmla="*/ 107 h 8"/>
                <a:gd name="T6" fmla="*/ 0 w 8"/>
                <a:gd name="T7" fmla="*/ 107 h 8"/>
                <a:gd name="T8" fmla="*/ 50 w 8"/>
                <a:gd name="T9" fmla="*/ 168 h 8"/>
                <a:gd name="T10" fmla="*/ 63 w 8"/>
                <a:gd name="T11" fmla="*/ 143 h 8"/>
                <a:gd name="T12" fmla="*/ 83 w 8"/>
                <a:gd name="T13" fmla="*/ 143 h 8"/>
                <a:gd name="T14" fmla="*/ 113 w 8"/>
                <a:gd name="T15" fmla="*/ 107 h 8"/>
                <a:gd name="T16" fmla="*/ 113 w 8"/>
                <a:gd name="T17" fmla="*/ 107 h 8"/>
                <a:gd name="T18" fmla="*/ 113 w 8"/>
                <a:gd name="T19" fmla="*/ 83 h 8"/>
                <a:gd name="T20" fmla="*/ 125 w 8"/>
                <a:gd name="T21" fmla="*/ 61 h 8"/>
                <a:gd name="T22" fmla="*/ 125 w 8"/>
                <a:gd name="T23" fmla="*/ 61 h 8"/>
                <a:gd name="T24" fmla="*/ 95 w 8"/>
                <a:gd name="T25" fmla="*/ 0 h 8"/>
                <a:gd name="T26" fmla="*/ 63 w 8"/>
                <a:gd name="T27" fmla="*/ 22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3" y="8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4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5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2" name="Freeform 1232">
              <a:extLst>
                <a:ext uri="{FF2B5EF4-FFF2-40B4-BE49-F238E27FC236}">
                  <a16:creationId xmlns:a16="http://schemas.microsoft.com/office/drawing/2014/main" id="{F31B27D9-A0E4-4FEF-A764-5C4F4597CA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4" y="2152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0 w 5"/>
                <a:gd name="T3" fmla="*/ 56 h 6"/>
                <a:gd name="T4" fmla="*/ 0 w 5"/>
                <a:gd name="T5" fmla="*/ 56 h 6"/>
                <a:gd name="T6" fmla="*/ 12 w 5"/>
                <a:gd name="T7" fmla="*/ 77 h 6"/>
                <a:gd name="T8" fmla="*/ 12 w 5"/>
                <a:gd name="T9" fmla="*/ 93 h 6"/>
                <a:gd name="T10" fmla="*/ 29 w 5"/>
                <a:gd name="T11" fmla="*/ 93 h 6"/>
                <a:gd name="T12" fmla="*/ 58 w 5"/>
                <a:gd name="T13" fmla="*/ 93 h 6"/>
                <a:gd name="T14" fmla="*/ 58 w 5"/>
                <a:gd name="T15" fmla="*/ 77 h 6"/>
                <a:gd name="T16" fmla="*/ 70 w 5"/>
                <a:gd name="T17" fmla="*/ 56 h 6"/>
                <a:gd name="T18" fmla="*/ 70 w 5"/>
                <a:gd name="T19" fmla="*/ 56 h 6"/>
                <a:gd name="T20" fmla="*/ 41 w 5"/>
                <a:gd name="T21" fmla="*/ 21 h 6"/>
                <a:gd name="T22" fmla="*/ 41 w 5"/>
                <a:gd name="T23" fmla="*/ 21 h 6"/>
                <a:gd name="T24" fmla="*/ 12 w 5"/>
                <a:gd name="T25" fmla="*/ 21 h 6"/>
                <a:gd name="T26" fmla="*/ 58 w 5"/>
                <a:gd name="T27" fmla="*/ 35 h 6"/>
                <a:gd name="T28" fmla="*/ 58 w 5"/>
                <a:gd name="T29" fmla="*/ 56 h 6"/>
                <a:gd name="T30" fmla="*/ 58 w 5"/>
                <a:gd name="T31" fmla="*/ 56 h 6"/>
                <a:gd name="T32" fmla="*/ 58 w 5"/>
                <a:gd name="T33" fmla="*/ 35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3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lose/>
                  <a:moveTo>
                    <a:pt x="4" y="2"/>
                  </a:move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3" name="Freeform 1233">
              <a:extLst>
                <a:ext uri="{FF2B5EF4-FFF2-40B4-BE49-F238E27FC236}">
                  <a16:creationId xmlns:a16="http://schemas.microsoft.com/office/drawing/2014/main" id="{1E687FBA-12F2-485A-8CFD-4E31217ADB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9" y="2152"/>
              <a:ext cx="7" cy="13"/>
            </a:xfrm>
            <a:custGeom>
              <a:avLst/>
              <a:gdLst>
                <a:gd name="T0" fmla="*/ 12 w 3"/>
                <a:gd name="T1" fmla="*/ 0 h 5"/>
                <a:gd name="T2" fmla="*/ 0 w 3"/>
                <a:gd name="T3" fmla="*/ 55 h 5"/>
                <a:gd name="T4" fmla="*/ 12 w 3"/>
                <a:gd name="T5" fmla="*/ 88 h 5"/>
                <a:gd name="T6" fmla="*/ 37 w 3"/>
                <a:gd name="T7" fmla="*/ 55 h 5"/>
                <a:gd name="T8" fmla="*/ 37 w 3"/>
                <a:gd name="T9" fmla="*/ 55 h 5"/>
                <a:gd name="T10" fmla="*/ 37 w 3"/>
                <a:gd name="T11" fmla="*/ 34 h 5"/>
                <a:gd name="T12" fmla="*/ 37 w 3"/>
                <a:gd name="T13" fmla="*/ 34 h 5"/>
                <a:gd name="T14" fmla="*/ 12 w 3"/>
                <a:gd name="T15" fmla="*/ 0 h 5"/>
                <a:gd name="T16" fmla="*/ 37 w 3"/>
                <a:gd name="T17" fmla="*/ 55 h 5"/>
                <a:gd name="T18" fmla="*/ 37 w 3"/>
                <a:gd name="T19" fmla="*/ 55 h 5"/>
                <a:gd name="T20" fmla="*/ 28 w 3"/>
                <a:gd name="T21" fmla="*/ 68 h 5"/>
                <a:gd name="T22" fmla="*/ 37 w 3"/>
                <a:gd name="T23" fmla="*/ 55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4" name="Freeform 1234">
              <a:extLst>
                <a:ext uri="{FF2B5EF4-FFF2-40B4-BE49-F238E27FC236}">
                  <a16:creationId xmlns:a16="http://schemas.microsoft.com/office/drawing/2014/main" id="{F45D6377-192E-4994-9BCC-BBD3B84CF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163"/>
              <a:ext cx="8" cy="8"/>
            </a:xfrm>
            <a:custGeom>
              <a:avLst/>
              <a:gdLst>
                <a:gd name="T0" fmla="*/ 0 w 8"/>
                <a:gd name="T1" fmla="*/ 8 h 8"/>
                <a:gd name="T2" fmla="*/ 5 w 8"/>
                <a:gd name="T3" fmla="*/ 8 h 8"/>
                <a:gd name="T4" fmla="*/ 8 w 8"/>
                <a:gd name="T5" fmla="*/ 2 h 8"/>
                <a:gd name="T6" fmla="*/ 3 w 8"/>
                <a:gd name="T7" fmla="*/ 0 h 8"/>
                <a:gd name="T8" fmla="*/ 0 w 8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5" y="8"/>
                  </a:lnTo>
                  <a:lnTo>
                    <a:pt x="8" y="2"/>
                  </a:lnTo>
                  <a:lnTo>
                    <a:pt x="3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5" name="Freeform 1235">
              <a:extLst>
                <a:ext uri="{FF2B5EF4-FFF2-40B4-BE49-F238E27FC236}">
                  <a16:creationId xmlns:a16="http://schemas.microsoft.com/office/drawing/2014/main" id="{08A476D4-13CF-4854-A39D-8D7C6179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51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33 w 6"/>
                <a:gd name="T3" fmla="*/ 21 h 6"/>
                <a:gd name="T4" fmla="*/ 0 w 6"/>
                <a:gd name="T5" fmla="*/ 77 h 6"/>
                <a:gd name="T6" fmla="*/ 0 w 6"/>
                <a:gd name="T7" fmla="*/ 77 h 6"/>
                <a:gd name="T8" fmla="*/ 33 w 6"/>
                <a:gd name="T9" fmla="*/ 115 h 6"/>
                <a:gd name="T10" fmla="*/ 63 w 6"/>
                <a:gd name="T11" fmla="*/ 115 h 6"/>
                <a:gd name="T12" fmla="*/ 63 w 6"/>
                <a:gd name="T13" fmla="*/ 115 h 6"/>
                <a:gd name="T14" fmla="*/ 95 w 6"/>
                <a:gd name="T15" fmla="*/ 77 h 6"/>
                <a:gd name="T16" fmla="*/ 95 w 6"/>
                <a:gd name="T17" fmla="*/ 77 h 6"/>
                <a:gd name="T18" fmla="*/ 95 w 6"/>
                <a:gd name="T19" fmla="*/ 77 h 6"/>
                <a:gd name="T20" fmla="*/ 95 w 6"/>
                <a:gd name="T21" fmla="*/ 56 h 6"/>
                <a:gd name="T22" fmla="*/ 95 w 6"/>
                <a:gd name="T23" fmla="*/ 35 h 6"/>
                <a:gd name="T24" fmla="*/ 83 w 6"/>
                <a:gd name="T25" fmla="*/ 21 h 6"/>
                <a:gd name="T26" fmla="*/ 50 w 6"/>
                <a:gd name="T27" fmla="*/ 2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6" name="Freeform 1236">
              <a:extLst>
                <a:ext uri="{FF2B5EF4-FFF2-40B4-BE49-F238E27FC236}">
                  <a16:creationId xmlns:a16="http://schemas.microsoft.com/office/drawing/2014/main" id="{41F6CC8D-13D7-4F28-8FF0-809DC92ED6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1" y="2256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21 h 3"/>
                <a:gd name="T4" fmla="*/ 0 w 3"/>
                <a:gd name="T5" fmla="*/ 21 h 3"/>
                <a:gd name="T6" fmla="*/ 21 w 3"/>
                <a:gd name="T7" fmla="*/ 35 h 3"/>
                <a:gd name="T8" fmla="*/ 21 w 3"/>
                <a:gd name="T9" fmla="*/ 56 h 3"/>
                <a:gd name="T10" fmla="*/ 21 w 3"/>
                <a:gd name="T11" fmla="*/ 56 h 3"/>
                <a:gd name="T12" fmla="*/ 56 w 3"/>
                <a:gd name="T13" fmla="*/ 56 h 3"/>
                <a:gd name="T14" fmla="*/ 56 w 3"/>
                <a:gd name="T15" fmla="*/ 35 h 3"/>
                <a:gd name="T16" fmla="*/ 56 w 3"/>
                <a:gd name="T17" fmla="*/ 21 h 3"/>
                <a:gd name="T18" fmla="*/ 56 w 3"/>
                <a:gd name="T19" fmla="*/ 21 h 3"/>
                <a:gd name="T20" fmla="*/ 56 w 3"/>
                <a:gd name="T21" fmla="*/ 0 h 3"/>
                <a:gd name="T22" fmla="*/ 35 w 3"/>
                <a:gd name="T23" fmla="*/ 0 h 3"/>
                <a:gd name="T24" fmla="*/ 21 w 3"/>
                <a:gd name="T25" fmla="*/ 0 h 3"/>
                <a:gd name="T26" fmla="*/ 56 w 3"/>
                <a:gd name="T27" fmla="*/ 21 h 3"/>
                <a:gd name="T28" fmla="*/ 56 w 3"/>
                <a:gd name="T29" fmla="*/ 21 h 3"/>
                <a:gd name="T30" fmla="*/ 56 w 3"/>
                <a:gd name="T31" fmla="*/ 21 h 3"/>
                <a:gd name="T32" fmla="*/ 56 w 3"/>
                <a:gd name="T33" fmla="*/ 21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7" name="Freeform 1237">
              <a:extLst>
                <a:ext uri="{FF2B5EF4-FFF2-40B4-BE49-F238E27FC236}">
                  <a16:creationId xmlns:a16="http://schemas.microsoft.com/office/drawing/2014/main" id="{1D853B79-B8A6-4426-81F4-411796FCD8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4" y="2253"/>
              <a:ext cx="7" cy="11"/>
            </a:xfrm>
            <a:custGeom>
              <a:avLst/>
              <a:gdLst>
                <a:gd name="T0" fmla="*/ 28 w 3"/>
                <a:gd name="T1" fmla="*/ 22 h 4"/>
                <a:gd name="T2" fmla="*/ 0 w 3"/>
                <a:gd name="T3" fmla="*/ 47 h 4"/>
                <a:gd name="T4" fmla="*/ 28 w 3"/>
                <a:gd name="T5" fmla="*/ 83 h 4"/>
                <a:gd name="T6" fmla="*/ 37 w 3"/>
                <a:gd name="T7" fmla="*/ 47 h 4"/>
                <a:gd name="T8" fmla="*/ 37 w 3"/>
                <a:gd name="T9" fmla="*/ 47 h 4"/>
                <a:gd name="T10" fmla="*/ 37 w 3"/>
                <a:gd name="T11" fmla="*/ 47 h 4"/>
                <a:gd name="T12" fmla="*/ 37 w 3"/>
                <a:gd name="T13" fmla="*/ 22 h 4"/>
                <a:gd name="T14" fmla="*/ 28 w 3"/>
                <a:gd name="T15" fmla="*/ 22 h 4"/>
                <a:gd name="T16" fmla="*/ 37 w 3"/>
                <a:gd name="T17" fmla="*/ 47 h 4"/>
                <a:gd name="T18" fmla="*/ 37 w 3"/>
                <a:gd name="T19" fmla="*/ 47 h 4"/>
                <a:gd name="T20" fmla="*/ 28 w 3"/>
                <a:gd name="T21" fmla="*/ 61 h 4"/>
                <a:gd name="T22" fmla="*/ 37 w 3"/>
                <a:gd name="T23" fmla="*/ 47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8" name="Freeform 1238">
              <a:extLst>
                <a:ext uri="{FF2B5EF4-FFF2-40B4-BE49-F238E27FC236}">
                  <a16:creationId xmlns:a16="http://schemas.microsoft.com/office/drawing/2014/main" id="{93862E0F-167B-4278-A8D7-DE7575C4B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261"/>
              <a:ext cx="5" cy="8"/>
            </a:xfrm>
            <a:custGeom>
              <a:avLst/>
              <a:gdLst>
                <a:gd name="T0" fmla="*/ 0 w 5"/>
                <a:gd name="T1" fmla="*/ 6 h 8"/>
                <a:gd name="T2" fmla="*/ 3 w 5"/>
                <a:gd name="T3" fmla="*/ 8 h 8"/>
                <a:gd name="T4" fmla="*/ 5 w 5"/>
                <a:gd name="T5" fmla="*/ 3 h 8"/>
                <a:gd name="T6" fmla="*/ 3 w 5"/>
                <a:gd name="T7" fmla="*/ 0 h 8"/>
                <a:gd name="T8" fmla="*/ 0 w 5"/>
                <a:gd name="T9" fmla="*/ 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6"/>
                  </a:moveTo>
                  <a:lnTo>
                    <a:pt x="3" y="8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9" name="Freeform 1239">
              <a:extLst>
                <a:ext uri="{FF2B5EF4-FFF2-40B4-BE49-F238E27FC236}">
                  <a16:creationId xmlns:a16="http://schemas.microsoft.com/office/drawing/2014/main" id="{9E0865A2-17C1-4001-9355-8F979012B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13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0 h 5"/>
                <a:gd name="T4" fmla="*/ 0 w 5"/>
                <a:gd name="T5" fmla="*/ 55 h 5"/>
                <a:gd name="T6" fmla="*/ 0 w 5"/>
                <a:gd name="T7" fmla="*/ 68 h 5"/>
                <a:gd name="T8" fmla="*/ 34 w 5"/>
                <a:gd name="T9" fmla="*/ 88 h 5"/>
                <a:gd name="T10" fmla="*/ 55 w 5"/>
                <a:gd name="T11" fmla="*/ 88 h 5"/>
                <a:gd name="T12" fmla="*/ 55 w 5"/>
                <a:gd name="T13" fmla="*/ 88 h 5"/>
                <a:gd name="T14" fmla="*/ 88 w 5"/>
                <a:gd name="T15" fmla="*/ 55 h 5"/>
                <a:gd name="T16" fmla="*/ 88 w 5"/>
                <a:gd name="T17" fmla="*/ 55 h 5"/>
                <a:gd name="T18" fmla="*/ 88 w 5"/>
                <a:gd name="T19" fmla="*/ 55 h 5"/>
                <a:gd name="T20" fmla="*/ 88 w 5"/>
                <a:gd name="T21" fmla="*/ 34 h 5"/>
                <a:gd name="T22" fmla="*/ 88 w 5"/>
                <a:gd name="T23" fmla="*/ 34 h 5"/>
                <a:gd name="T24" fmla="*/ 68 w 5"/>
                <a:gd name="T25" fmla="*/ 0 h 5"/>
                <a:gd name="T26" fmla="*/ 34 w 5"/>
                <a:gd name="T27" fmla="*/ 0 h 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0" name="Freeform 1240">
              <a:extLst>
                <a:ext uri="{FF2B5EF4-FFF2-40B4-BE49-F238E27FC236}">
                  <a16:creationId xmlns:a16="http://schemas.microsoft.com/office/drawing/2014/main" id="{69BF1829-5022-468E-9544-421B45658C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9" y="2141"/>
              <a:ext cx="7" cy="11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22 h 4"/>
                <a:gd name="T4" fmla="*/ 0 w 3"/>
                <a:gd name="T5" fmla="*/ 22 h 4"/>
                <a:gd name="T6" fmla="*/ 0 w 3"/>
                <a:gd name="T7" fmla="*/ 47 h 4"/>
                <a:gd name="T8" fmla="*/ 0 w 3"/>
                <a:gd name="T9" fmla="*/ 61 h 4"/>
                <a:gd name="T10" fmla="*/ 12 w 3"/>
                <a:gd name="T11" fmla="*/ 61 h 4"/>
                <a:gd name="T12" fmla="*/ 28 w 3"/>
                <a:gd name="T13" fmla="*/ 61 h 4"/>
                <a:gd name="T14" fmla="*/ 28 w 3"/>
                <a:gd name="T15" fmla="*/ 47 h 4"/>
                <a:gd name="T16" fmla="*/ 37 w 3"/>
                <a:gd name="T17" fmla="*/ 22 h 4"/>
                <a:gd name="T18" fmla="*/ 37 w 3"/>
                <a:gd name="T19" fmla="*/ 22 h 4"/>
                <a:gd name="T20" fmla="*/ 28 w 3"/>
                <a:gd name="T21" fmla="*/ 0 h 4"/>
                <a:gd name="T22" fmla="*/ 28 w 3"/>
                <a:gd name="T23" fmla="*/ 0 h 4"/>
                <a:gd name="T24" fmla="*/ 0 w 3"/>
                <a:gd name="T25" fmla="*/ 0 h 4"/>
                <a:gd name="T26" fmla="*/ 28 w 3"/>
                <a:gd name="T27" fmla="*/ 22 h 4"/>
                <a:gd name="T28" fmla="*/ 28 w 3"/>
                <a:gd name="T29" fmla="*/ 22 h 4"/>
                <a:gd name="T30" fmla="*/ 28 w 3"/>
                <a:gd name="T31" fmla="*/ 22 h 4"/>
                <a:gd name="T32" fmla="*/ 28 w 3"/>
                <a:gd name="T33" fmla="*/ 22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1" name="Freeform 1241">
              <a:extLst>
                <a:ext uri="{FF2B5EF4-FFF2-40B4-BE49-F238E27FC236}">
                  <a16:creationId xmlns:a16="http://schemas.microsoft.com/office/drawing/2014/main" id="{417E4F88-B034-4CDD-B67B-8D1EC7EF01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1" y="2141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35 h 3"/>
                <a:gd name="T4" fmla="*/ 20 w 2"/>
                <a:gd name="T5" fmla="*/ 56 h 3"/>
                <a:gd name="T6" fmla="*/ 33 w 2"/>
                <a:gd name="T7" fmla="*/ 35 h 3"/>
                <a:gd name="T8" fmla="*/ 33 w 2"/>
                <a:gd name="T9" fmla="*/ 21 h 3"/>
                <a:gd name="T10" fmla="*/ 33 w 2"/>
                <a:gd name="T11" fmla="*/ 21 h 3"/>
                <a:gd name="T12" fmla="*/ 33 w 2"/>
                <a:gd name="T13" fmla="*/ 21 h 3"/>
                <a:gd name="T14" fmla="*/ 20 w 2"/>
                <a:gd name="T15" fmla="*/ 0 h 3"/>
                <a:gd name="T16" fmla="*/ 33 w 2"/>
                <a:gd name="T17" fmla="*/ 21 h 3"/>
                <a:gd name="T18" fmla="*/ 33 w 2"/>
                <a:gd name="T19" fmla="*/ 21 h 3"/>
                <a:gd name="T20" fmla="*/ 20 w 2"/>
                <a:gd name="T21" fmla="*/ 35 h 3"/>
                <a:gd name="T22" fmla="*/ 33 w 2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2" name="Freeform 1242">
              <a:extLst>
                <a:ext uri="{FF2B5EF4-FFF2-40B4-BE49-F238E27FC236}">
                  <a16:creationId xmlns:a16="http://schemas.microsoft.com/office/drawing/2014/main" id="{A292DB01-71A8-4D11-945A-F7E715C70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147"/>
              <a:ext cx="5" cy="8"/>
            </a:xfrm>
            <a:custGeom>
              <a:avLst/>
              <a:gdLst>
                <a:gd name="T0" fmla="*/ 0 w 5"/>
                <a:gd name="T1" fmla="*/ 5 h 8"/>
                <a:gd name="T2" fmla="*/ 3 w 5"/>
                <a:gd name="T3" fmla="*/ 8 h 8"/>
                <a:gd name="T4" fmla="*/ 5 w 5"/>
                <a:gd name="T5" fmla="*/ 2 h 8"/>
                <a:gd name="T6" fmla="*/ 3 w 5"/>
                <a:gd name="T7" fmla="*/ 0 h 8"/>
                <a:gd name="T8" fmla="*/ 0 w 5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lnTo>
                    <a:pt x="3" y="8"/>
                  </a:lnTo>
                  <a:lnTo>
                    <a:pt x="5" y="2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3" name="Freeform 1243">
              <a:extLst>
                <a:ext uri="{FF2B5EF4-FFF2-40B4-BE49-F238E27FC236}">
                  <a16:creationId xmlns:a16="http://schemas.microsoft.com/office/drawing/2014/main" id="{ADB21C62-1BB6-4772-A315-A362B82F3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139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20 w 6"/>
                <a:gd name="T3" fmla="*/ 21 h 6"/>
                <a:gd name="T4" fmla="*/ 0 w 6"/>
                <a:gd name="T5" fmla="*/ 77 h 6"/>
                <a:gd name="T6" fmla="*/ 0 w 6"/>
                <a:gd name="T7" fmla="*/ 77 h 6"/>
                <a:gd name="T8" fmla="*/ 33 w 6"/>
                <a:gd name="T9" fmla="*/ 115 h 6"/>
                <a:gd name="T10" fmla="*/ 50 w 6"/>
                <a:gd name="T11" fmla="*/ 93 h 6"/>
                <a:gd name="T12" fmla="*/ 50 w 6"/>
                <a:gd name="T13" fmla="*/ 93 h 6"/>
                <a:gd name="T14" fmla="*/ 83 w 6"/>
                <a:gd name="T15" fmla="*/ 77 h 6"/>
                <a:gd name="T16" fmla="*/ 83 w 6"/>
                <a:gd name="T17" fmla="*/ 56 h 6"/>
                <a:gd name="T18" fmla="*/ 83 w 6"/>
                <a:gd name="T19" fmla="*/ 56 h 6"/>
                <a:gd name="T20" fmla="*/ 95 w 6"/>
                <a:gd name="T21" fmla="*/ 35 h 6"/>
                <a:gd name="T22" fmla="*/ 95 w 6"/>
                <a:gd name="T23" fmla="*/ 35 h 6"/>
                <a:gd name="T24" fmla="*/ 63 w 6"/>
                <a:gd name="T25" fmla="*/ 0 h 6"/>
                <a:gd name="T26" fmla="*/ 50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4" name="Freeform 1244">
              <a:extLst>
                <a:ext uri="{FF2B5EF4-FFF2-40B4-BE49-F238E27FC236}">
                  <a16:creationId xmlns:a16="http://schemas.microsoft.com/office/drawing/2014/main" id="{98F7C11E-3C9F-491B-8100-DF976077E0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2141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0 w 3"/>
                <a:gd name="T3" fmla="*/ 47 h 4"/>
                <a:gd name="T4" fmla="*/ 0 w 3"/>
                <a:gd name="T5" fmla="*/ 47 h 4"/>
                <a:gd name="T6" fmla="*/ 0 w 3"/>
                <a:gd name="T7" fmla="*/ 61 h 4"/>
                <a:gd name="T8" fmla="*/ 21 w 3"/>
                <a:gd name="T9" fmla="*/ 61 h 4"/>
                <a:gd name="T10" fmla="*/ 21 w 3"/>
                <a:gd name="T11" fmla="*/ 83 h 4"/>
                <a:gd name="T12" fmla="*/ 56 w 3"/>
                <a:gd name="T13" fmla="*/ 61 h 4"/>
                <a:gd name="T14" fmla="*/ 56 w 3"/>
                <a:gd name="T15" fmla="*/ 61 h 4"/>
                <a:gd name="T16" fmla="*/ 56 w 3"/>
                <a:gd name="T17" fmla="*/ 47 h 4"/>
                <a:gd name="T18" fmla="*/ 56 w 3"/>
                <a:gd name="T19" fmla="*/ 47 h 4"/>
                <a:gd name="T20" fmla="*/ 35 w 3"/>
                <a:gd name="T21" fmla="*/ 0 h 4"/>
                <a:gd name="T22" fmla="*/ 35 w 3"/>
                <a:gd name="T23" fmla="*/ 0 h 4"/>
                <a:gd name="T24" fmla="*/ 0 w 3"/>
                <a:gd name="T25" fmla="*/ 22 h 4"/>
                <a:gd name="T26" fmla="*/ 35 w 3"/>
                <a:gd name="T27" fmla="*/ 47 h 4"/>
                <a:gd name="T28" fmla="*/ 35 w 3"/>
                <a:gd name="T29" fmla="*/ 47 h 4"/>
                <a:gd name="T30" fmla="*/ 35 w 3"/>
                <a:gd name="T31" fmla="*/ 47 h 4"/>
                <a:gd name="T32" fmla="*/ 35 w 3"/>
                <a:gd name="T33" fmla="*/ 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5" name="Freeform 1245">
              <a:extLst>
                <a:ext uri="{FF2B5EF4-FFF2-40B4-BE49-F238E27FC236}">
                  <a16:creationId xmlns:a16="http://schemas.microsoft.com/office/drawing/2014/main" id="{92340260-FF31-42A8-80C2-F35DC41BD8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4" y="214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12 w 3"/>
                <a:gd name="T5" fmla="*/ 56 h 3"/>
                <a:gd name="T6" fmla="*/ 28 w 3"/>
                <a:gd name="T7" fmla="*/ 35 h 3"/>
                <a:gd name="T8" fmla="*/ 28 w 3"/>
                <a:gd name="T9" fmla="*/ 35 h 3"/>
                <a:gd name="T10" fmla="*/ 37 w 3"/>
                <a:gd name="T11" fmla="*/ 21 h 3"/>
                <a:gd name="T12" fmla="*/ 37 w 3"/>
                <a:gd name="T13" fmla="*/ 21 h 3"/>
                <a:gd name="T14" fmla="*/ 12 w 3"/>
                <a:gd name="T15" fmla="*/ 0 h 3"/>
                <a:gd name="T16" fmla="*/ 28 w 3"/>
                <a:gd name="T17" fmla="*/ 35 h 3"/>
                <a:gd name="T18" fmla="*/ 28 w 3"/>
                <a:gd name="T19" fmla="*/ 35 h 3"/>
                <a:gd name="T20" fmla="*/ 28 w 3"/>
                <a:gd name="T21" fmla="*/ 56 h 3"/>
                <a:gd name="T22" fmla="*/ 28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6" name="Freeform 1246">
              <a:extLst>
                <a:ext uri="{FF2B5EF4-FFF2-40B4-BE49-F238E27FC236}">
                  <a16:creationId xmlns:a16="http://schemas.microsoft.com/office/drawing/2014/main" id="{E5C9ADD8-5E9A-41F1-AF9D-90C698B6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49"/>
              <a:ext cx="5" cy="6"/>
            </a:xfrm>
            <a:custGeom>
              <a:avLst/>
              <a:gdLst>
                <a:gd name="T0" fmla="*/ 0 w 5"/>
                <a:gd name="T1" fmla="*/ 6 h 6"/>
                <a:gd name="T2" fmla="*/ 2 w 5"/>
                <a:gd name="T3" fmla="*/ 6 h 6"/>
                <a:gd name="T4" fmla="*/ 5 w 5"/>
                <a:gd name="T5" fmla="*/ 3 h 6"/>
                <a:gd name="T6" fmla="*/ 2 w 5"/>
                <a:gd name="T7" fmla="*/ 0 h 6"/>
                <a:gd name="T8" fmla="*/ 0 w 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lnTo>
                    <a:pt x="2" y="6"/>
                  </a:lnTo>
                  <a:lnTo>
                    <a:pt x="5" y="3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7" name="Freeform 1247">
              <a:extLst>
                <a:ext uri="{FF2B5EF4-FFF2-40B4-BE49-F238E27FC236}">
                  <a16:creationId xmlns:a16="http://schemas.microsoft.com/office/drawing/2014/main" id="{CFBA77F2-B452-4B78-B222-7830715CF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2216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21 w 3"/>
                <a:gd name="T3" fmla="*/ 83 h 4"/>
                <a:gd name="T4" fmla="*/ 56 w 3"/>
                <a:gd name="T5" fmla="*/ 0 h 4"/>
                <a:gd name="T6" fmla="*/ 21 w 3"/>
                <a:gd name="T7" fmla="*/ 0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3" y="4"/>
                    <a:pt x="3" y="1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8" name="Freeform 1248">
              <a:extLst>
                <a:ext uri="{FF2B5EF4-FFF2-40B4-BE49-F238E27FC236}">
                  <a16:creationId xmlns:a16="http://schemas.microsoft.com/office/drawing/2014/main" id="{97026334-107B-43B0-804E-8E36ECBFB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99"/>
              <a:ext cx="5" cy="10"/>
            </a:xfrm>
            <a:custGeom>
              <a:avLst/>
              <a:gdLst>
                <a:gd name="T0" fmla="*/ 0 w 5"/>
                <a:gd name="T1" fmla="*/ 2 h 10"/>
                <a:gd name="T2" fmla="*/ 0 w 5"/>
                <a:gd name="T3" fmla="*/ 8 h 10"/>
                <a:gd name="T4" fmla="*/ 5 w 5"/>
                <a:gd name="T5" fmla="*/ 10 h 10"/>
                <a:gd name="T6" fmla="*/ 5 w 5"/>
                <a:gd name="T7" fmla="*/ 0 h 10"/>
                <a:gd name="T8" fmla="*/ 0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2"/>
                  </a:moveTo>
                  <a:lnTo>
                    <a:pt x="0" y="8"/>
                  </a:lnTo>
                  <a:lnTo>
                    <a:pt x="5" y="1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9" name="Freeform 1249">
              <a:extLst>
                <a:ext uri="{FF2B5EF4-FFF2-40B4-BE49-F238E27FC236}">
                  <a16:creationId xmlns:a16="http://schemas.microsoft.com/office/drawing/2014/main" id="{57BBF515-9531-4A37-AF61-EB163839A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357"/>
              <a:ext cx="23" cy="19"/>
            </a:xfrm>
            <a:custGeom>
              <a:avLst/>
              <a:gdLst>
                <a:gd name="T0" fmla="*/ 33 w 9"/>
                <a:gd name="T1" fmla="*/ 22 h 7"/>
                <a:gd name="T2" fmla="*/ 20 w 9"/>
                <a:gd name="T3" fmla="*/ 103 h 7"/>
                <a:gd name="T4" fmla="*/ 84 w 9"/>
                <a:gd name="T5" fmla="*/ 141 h 7"/>
                <a:gd name="T6" fmla="*/ 151 w 9"/>
                <a:gd name="T7" fmla="*/ 81 h 7"/>
                <a:gd name="T8" fmla="*/ 97 w 9"/>
                <a:gd name="T9" fmla="*/ 22 h 7"/>
                <a:gd name="T10" fmla="*/ 84 w 9"/>
                <a:gd name="T11" fmla="*/ 22 h 7"/>
                <a:gd name="T12" fmla="*/ 97 w 9"/>
                <a:gd name="T13" fmla="*/ 38 h 7"/>
                <a:gd name="T14" fmla="*/ 33 w 9"/>
                <a:gd name="T15" fmla="*/ 22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6"/>
                    <a:pt x="3" y="7"/>
                    <a:pt x="5" y="7"/>
                  </a:cubicBezTo>
                  <a:cubicBezTo>
                    <a:pt x="7" y="7"/>
                    <a:pt x="8" y="6"/>
                    <a:pt x="9" y="4"/>
                  </a:cubicBezTo>
                  <a:cubicBezTo>
                    <a:pt x="9" y="3"/>
                    <a:pt x="8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0" name="Freeform 1250">
              <a:extLst>
                <a:ext uri="{FF2B5EF4-FFF2-40B4-BE49-F238E27FC236}">
                  <a16:creationId xmlns:a16="http://schemas.microsoft.com/office/drawing/2014/main" id="{309028EC-024B-4BD6-A886-1867C3FCE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6" y="2357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8 h 5"/>
                <a:gd name="T4" fmla="*/ 0 w 4"/>
                <a:gd name="T5" fmla="*/ 48 h 5"/>
                <a:gd name="T6" fmla="*/ 0 w 4"/>
                <a:gd name="T7" fmla="*/ 48 h 5"/>
                <a:gd name="T8" fmla="*/ 0 w 4"/>
                <a:gd name="T9" fmla="*/ 48 h 5"/>
                <a:gd name="T10" fmla="*/ 0 w 4"/>
                <a:gd name="T11" fmla="*/ 62 h 5"/>
                <a:gd name="T12" fmla="*/ 0 w 4"/>
                <a:gd name="T13" fmla="*/ 62 h 5"/>
                <a:gd name="T14" fmla="*/ 20 w 4"/>
                <a:gd name="T15" fmla="*/ 87 h 5"/>
                <a:gd name="T16" fmla="*/ 20 w 4"/>
                <a:gd name="T17" fmla="*/ 87 h 5"/>
                <a:gd name="T18" fmla="*/ 33 w 4"/>
                <a:gd name="T19" fmla="*/ 87 h 5"/>
                <a:gd name="T20" fmla="*/ 33 w 4"/>
                <a:gd name="T21" fmla="*/ 87 h 5"/>
                <a:gd name="T22" fmla="*/ 33 w 4"/>
                <a:gd name="T23" fmla="*/ 87 h 5"/>
                <a:gd name="T24" fmla="*/ 63 w 4"/>
                <a:gd name="T25" fmla="*/ 87 h 5"/>
                <a:gd name="T26" fmla="*/ 63 w 4"/>
                <a:gd name="T27" fmla="*/ 48 h 5"/>
                <a:gd name="T28" fmla="*/ 63 w 4"/>
                <a:gd name="T29" fmla="*/ 22 h 5"/>
                <a:gd name="T30" fmla="*/ 63 w 4"/>
                <a:gd name="T31" fmla="*/ 0 h 5"/>
                <a:gd name="T32" fmla="*/ 63 w 4"/>
                <a:gd name="T33" fmla="*/ 0 h 5"/>
                <a:gd name="T34" fmla="*/ 63 w 4"/>
                <a:gd name="T35" fmla="*/ 0 h 5"/>
                <a:gd name="T36" fmla="*/ 33 w 4"/>
                <a:gd name="T37" fmla="*/ 0 h 5"/>
                <a:gd name="T38" fmla="*/ 0 w 4"/>
                <a:gd name="T39" fmla="*/ 0 h 5"/>
                <a:gd name="T40" fmla="*/ 33 w 4"/>
                <a:gd name="T41" fmla="*/ 0 h 5"/>
                <a:gd name="T42" fmla="*/ 33 w 4"/>
                <a:gd name="T43" fmla="*/ 0 h 5"/>
                <a:gd name="T44" fmla="*/ 33 w 4"/>
                <a:gd name="T45" fmla="*/ 0 h 5"/>
                <a:gd name="T46" fmla="*/ 0 w 4"/>
                <a:gd name="T47" fmla="*/ 48 h 5"/>
                <a:gd name="T48" fmla="*/ 20 w 4"/>
                <a:gd name="T49" fmla="*/ 22 h 5"/>
                <a:gd name="T50" fmla="*/ 0 w 4"/>
                <a:gd name="T51" fmla="*/ 48 h 5"/>
                <a:gd name="T52" fmla="*/ 20 w 4"/>
                <a:gd name="T53" fmla="*/ 62 h 5"/>
                <a:gd name="T54" fmla="*/ 20 w 4"/>
                <a:gd name="T55" fmla="*/ 48 h 5"/>
                <a:gd name="T56" fmla="*/ 50 w 4"/>
                <a:gd name="T57" fmla="*/ 0 h 5"/>
                <a:gd name="T58" fmla="*/ 63 w 4"/>
                <a:gd name="T59" fmla="*/ 22 h 5"/>
                <a:gd name="T60" fmla="*/ 63 w 4"/>
                <a:gd name="T61" fmla="*/ 48 h 5"/>
                <a:gd name="T62" fmla="*/ 50 w 4"/>
                <a:gd name="T63" fmla="*/ 62 h 5"/>
                <a:gd name="T64" fmla="*/ 20 w 4"/>
                <a:gd name="T65" fmla="*/ 87 h 5"/>
                <a:gd name="T66" fmla="*/ 20 w 4"/>
                <a:gd name="T67" fmla="*/ 62 h 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  <a:moveTo>
                    <a:pt x="1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1" name="Freeform 1251">
              <a:extLst>
                <a:ext uri="{FF2B5EF4-FFF2-40B4-BE49-F238E27FC236}">
                  <a16:creationId xmlns:a16="http://schemas.microsoft.com/office/drawing/2014/main" id="{69B9381D-8ECD-44E9-9D31-179B3F825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355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0 w 4"/>
                <a:gd name="T3" fmla="*/ 34 h 5"/>
                <a:gd name="T4" fmla="*/ 33 w 4"/>
                <a:gd name="T5" fmla="*/ 88 h 5"/>
                <a:gd name="T6" fmla="*/ 63 w 4"/>
                <a:gd name="T7" fmla="*/ 34 h 5"/>
                <a:gd name="T8" fmla="*/ 63 w 4"/>
                <a:gd name="T9" fmla="*/ 34 h 5"/>
                <a:gd name="T10" fmla="*/ 33 w 4"/>
                <a:gd name="T11" fmla="*/ 0 h 5"/>
                <a:gd name="T12" fmla="*/ 0 w 4"/>
                <a:gd name="T13" fmla="*/ 3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2" name="Freeform 1252">
              <a:extLst>
                <a:ext uri="{FF2B5EF4-FFF2-40B4-BE49-F238E27FC236}">
                  <a16:creationId xmlns:a16="http://schemas.microsoft.com/office/drawing/2014/main" id="{B76CE140-8A40-46BF-A963-A301B40A0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368"/>
              <a:ext cx="5" cy="8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5 h 8"/>
                <a:gd name="T4" fmla="*/ 5 w 5"/>
                <a:gd name="T5" fmla="*/ 8 h 8"/>
                <a:gd name="T6" fmla="*/ 5 w 5"/>
                <a:gd name="T7" fmla="*/ 0 h 8"/>
                <a:gd name="T8" fmla="*/ 0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lnTo>
                    <a:pt x="0" y="5"/>
                  </a:lnTo>
                  <a:lnTo>
                    <a:pt x="5" y="8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3" name="Freeform 1253">
              <a:extLst>
                <a:ext uri="{FF2B5EF4-FFF2-40B4-BE49-F238E27FC236}">
                  <a16:creationId xmlns:a16="http://schemas.microsoft.com/office/drawing/2014/main" id="{43C14AC6-D5AC-44D5-9F72-0344EF9BE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79"/>
              <a:ext cx="23" cy="21"/>
            </a:xfrm>
            <a:custGeom>
              <a:avLst/>
              <a:gdLst>
                <a:gd name="T0" fmla="*/ 33 w 9"/>
                <a:gd name="T1" fmla="*/ 21 h 8"/>
                <a:gd name="T2" fmla="*/ 20 w 9"/>
                <a:gd name="T3" fmla="*/ 89 h 8"/>
                <a:gd name="T4" fmla="*/ 97 w 9"/>
                <a:gd name="T5" fmla="*/ 123 h 8"/>
                <a:gd name="T6" fmla="*/ 151 w 9"/>
                <a:gd name="T7" fmla="*/ 89 h 8"/>
                <a:gd name="T8" fmla="*/ 118 w 9"/>
                <a:gd name="T9" fmla="*/ 21 h 8"/>
                <a:gd name="T10" fmla="*/ 97 w 9"/>
                <a:gd name="T11" fmla="*/ 21 h 8"/>
                <a:gd name="T12" fmla="*/ 118 w 9"/>
                <a:gd name="T13" fmla="*/ 34 h 8"/>
                <a:gd name="T14" fmla="*/ 33 w 9"/>
                <a:gd name="T15" fmla="*/ 21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7"/>
                    <a:pt x="6" y="7"/>
                  </a:cubicBezTo>
                  <a:cubicBezTo>
                    <a:pt x="7" y="8"/>
                    <a:pt x="9" y="7"/>
                    <a:pt x="9" y="5"/>
                  </a:cubicBezTo>
                  <a:cubicBezTo>
                    <a:pt x="9" y="3"/>
                    <a:pt x="8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4" name="Freeform 1254">
              <a:extLst>
                <a:ext uri="{FF2B5EF4-FFF2-40B4-BE49-F238E27FC236}">
                  <a16:creationId xmlns:a16="http://schemas.microsoft.com/office/drawing/2014/main" id="{C0E46158-E222-445E-AD14-62439F3E1F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1" y="2179"/>
              <a:ext cx="13" cy="13"/>
            </a:xfrm>
            <a:custGeom>
              <a:avLst/>
              <a:gdLst>
                <a:gd name="T0" fmla="*/ 21 w 5"/>
                <a:gd name="T1" fmla="*/ 21 h 5"/>
                <a:gd name="T2" fmla="*/ 0 w 5"/>
                <a:gd name="T3" fmla="*/ 34 h 5"/>
                <a:gd name="T4" fmla="*/ 0 w 5"/>
                <a:gd name="T5" fmla="*/ 34 h 5"/>
                <a:gd name="T6" fmla="*/ 0 w 5"/>
                <a:gd name="T7" fmla="*/ 55 h 5"/>
                <a:gd name="T8" fmla="*/ 0 w 5"/>
                <a:gd name="T9" fmla="*/ 55 h 5"/>
                <a:gd name="T10" fmla="*/ 21 w 5"/>
                <a:gd name="T11" fmla="*/ 68 h 5"/>
                <a:gd name="T12" fmla="*/ 21 w 5"/>
                <a:gd name="T13" fmla="*/ 68 h 5"/>
                <a:gd name="T14" fmla="*/ 21 w 5"/>
                <a:gd name="T15" fmla="*/ 68 h 5"/>
                <a:gd name="T16" fmla="*/ 34 w 5"/>
                <a:gd name="T17" fmla="*/ 88 h 5"/>
                <a:gd name="T18" fmla="*/ 55 w 5"/>
                <a:gd name="T19" fmla="*/ 88 h 5"/>
                <a:gd name="T20" fmla="*/ 55 w 5"/>
                <a:gd name="T21" fmla="*/ 88 h 5"/>
                <a:gd name="T22" fmla="*/ 55 w 5"/>
                <a:gd name="T23" fmla="*/ 88 h 5"/>
                <a:gd name="T24" fmla="*/ 68 w 5"/>
                <a:gd name="T25" fmla="*/ 68 h 5"/>
                <a:gd name="T26" fmla="*/ 88 w 5"/>
                <a:gd name="T27" fmla="*/ 34 h 5"/>
                <a:gd name="T28" fmla="*/ 88 w 5"/>
                <a:gd name="T29" fmla="*/ 34 h 5"/>
                <a:gd name="T30" fmla="*/ 68 w 5"/>
                <a:gd name="T31" fmla="*/ 21 h 5"/>
                <a:gd name="T32" fmla="*/ 88 w 5"/>
                <a:gd name="T33" fmla="*/ 21 h 5"/>
                <a:gd name="T34" fmla="*/ 68 w 5"/>
                <a:gd name="T35" fmla="*/ 21 h 5"/>
                <a:gd name="T36" fmla="*/ 55 w 5"/>
                <a:gd name="T37" fmla="*/ 0 h 5"/>
                <a:gd name="T38" fmla="*/ 21 w 5"/>
                <a:gd name="T39" fmla="*/ 21 h 5"/>
                <a:gd name="T40" fmla="*/ 55 w 5"/>
                <a:gd name="T41" fmla="*/ 0 h 5"/>
                <a:gd name="T42" fmla="*/ 55 w 5"/>
                <a:gd name="T43" fmla="*/ 21 h 5"/>
                <a:gd name="T44" fmla="*/ 55 w 5"/>
                <a:gd name="T45" fmla="*/ 0 h 5"/>
                <a:gd name="T46" fmla="*/ 21 w 5"/>
                <a:gd name="T47" fmla="*/ 34 h 5"/>
                <a:gd name="T48" fmla="*/ 21 w 5"/>
                <a:gd name="T49" fmla="*/ 21 h 5"/>
                <a:gd name="T50" fmla="*/ 21 w 5"/>
                <a:gd name="T51" fmla="*/ 34 h 5"/>
                <a:gd name="T52" fmla="*/ 21 w 5"/>
                <a:gd name="T53" fmla="*/ 55 h 5"/>
                <a:gd name="T54" fmla="*/ 21 w 5"/>
                <a:gd name="T55" fmla="*/ 34 h 5"/>
                <a:gd name="T56" fmla="*/ 55 w 5"/>
                <a:gd name="T57" fmla="*/ 21 h 5"/>
                <a:gd name="T58" fmla="*/ 68 w 5"/>
                <a:gd name="T59" fmla="*/ 34 h 5"/>
                <a:gd name="T60" fmla="*/ 68 w 5"/>
                <a:gd name="T61" fmla="*/ 34 h 5"/>
                <a:gd name="T62" fmla="*/ 68 w 5"/>
                <a:gd name="T63" fmla="*/ 68 h 5"/>
                <a:gd name="T64" fmla="*/ 34 w 5"/>
                <a:gd name="T65" fmla="*/ 68 h 5"/>
                <a:gd name="T66" fmla="*/ 21 w 5"/>
                <a:gd name="T67" fmla="*/ 55 h 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5" name="Freeform 1255">
              <a:extLst>
                <a:ext uri="{FF2B5EF4-FFF2-40B4-BE49-F238E27FC236}">
                  <a16:creationId xmlns:a16="http://schemas.microsoft.com/office/drawing/2014/main" id="{043E52E7-81E1-44AC-B37E-2988CA51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176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0 w 5"/>
                <a:gd name="T3" fmla="*/ 55 h 5"/>
                <a:gd name="T4" fmla="*/ 55 w 5"/>
                <a:gd name="T5" fmla="*/ 88 h 5"/>
                <a:gd name="T6" fmla="*/ 88 w 5"/>
                <a:gd name="T7" fmla="*/ 55 h 5"/>
                <a:gd name="T8" fmla="*/ 88 w 5"/>
                <a:gd name="T9" fmla="*/ 34 h 5"/>
                <a:gd name="T10" fmla="*/ 55 w 5"/>
                <a:gd name="T11" fmla="*/ 0 h 5"/>
                <a:gd name="T12" fmla="*/ 0 w 5"/>
                <a:gd name="T13" fmla="*/ 3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6" name="Freeform 1256">
              <a:extLst>
                <a:ext uri="{FF2B5EF4-FFF2-40B4-BE49-F238E27FC236}">
                  <a16:creationId xmlns:a16="http://schemas.microsoft.com/office/drawing/2014/main" id="{8CFF430A-C29F-44A9-98EB-D116D56F3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189"/>
              <a:ext cx="5" cy="11"/>
            </a:xfrm>
            <a:custGeom>
              <a:avLst/>
              <a:gdLst>
                <a:gd name="T0" fmla="*/ 0 w 5"/>
                <a:gd name="T1" fmla="*/ 3 h 11"/>
                <a:gd name="T2" fmla="*/ 0 w 5"/>
                <a:gd name="T3" fmla="*/ 8 h 11"/>
                <a:gd name="T4" fmla="*/ 5 w 5"/>
                <a:gd name="T5" fmla="*/ 11 h 11"/>
                <a:gd name="T6" fmla="*/ 5 w 5"/>
                <a:gd name="T7" fmla="*/ 0 h 11"/>
                <a:gd name="T8" fmla="*/ 0 w 5"/>
                <a:gd name="T9" fmla="*/ 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0" y="3"/>
                  </a:moveTo>
                  <a:lnTo>
                    <a:pt x="0" y="8"/>
                  </a:lnTo>
                  <a:lnTo>
                    <a:pt x="5" y="11"/>
                  </a:lnTo>
                  <a:lnTo>
                    <a:pt x="5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7" name="Freeform 1257">
              <a:extLst>
                <a:ext uri="{FF2B5EF4-FFF2-40B4-BE49-F238E27FC236}">
                  <a16:creationId xmlns:a16="http://schemas.microsoft.com/office/drawing/2014/main" id="{F5F06558-09F5-40F5-9564-870A84948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421"/>
              <a:ext cx="10" cy="14"/>
            </a:xfrm>
            <a:custGeom>
              <a:avLst/>
              <a:gdLst>
                <a:gd name="T0" fmla="*/ 0 w 4"/>
                <a:gd name="T1" fmla="*/ 62 h 5"/>
                <a:gd name="T2" fmla="*/ 0 w 4"/>
                <a:gd name="T3" fmla="*/ 109 h 5"/>
                <a:gd name="T4" fmla="*/ 63 w 4"/>
                <a:gd name="T5" fmla="*/ 22 h 5"/>
                <a:gd name="T6" fmla="*/ 33 w 4"/>
                <a:gd name="T7" fmla="*/ 0 h 5"/>
                <a:gd name="T8" fmla="*/ 0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8" name="Freeform 1258">
              <a:extLst>
                <a:ext uri="{FF2B5EF4-FFF2-40B4-BE49-F238E27FC236}">
                  <a16:creationId xmlns:a16="http://schemas.microsoft.com/office/drawing/2014/main" id="{AB424556-4727-462E-86FD-5C5476212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403"/>
              <a:ext cx="18" cy="13"/>
            </a:xfrm>
            <a:custGeom>
              <a:avLst/>
              <a:gdLst>
                <a:gd name="T0" fmla="*/ 67 w 7"/>
                <a:gd name="T1" fmla="*/ 21 h 5"/>
                <a:gd name="T2" fmla="*/ 54 w 7"/>
                <a:gd name="T3" fmla="*/ 21 h 5"/>
                <a:gd name="T4" fmla="*/ 33 w 7"/>
                <a:gd name="T5" fmla="*/ 21 h 5"/>
                <a:gd name="T6" fmla="*/ 21 w 7"/>
                <a:gd name="T7" fmla="*/ 34 h 5"/>
                <a:gd name="T8" fmla="*/ 21 w 7"/>
                <a:gd name="T9" fmla="*/ 55 h 5"/>
                <a:gd name="T10" fmla="*/ 0 w 7"/>
                <a:gd name="T11" fmla="*/ 68 h 5"/>
                <a:gd name="T12" fmla="*/ 33 w 7"/>
                <a:gd name="T13" fmla="*/ 88 h 5"/>
                <a:gd name="T14" fmla="*/ 54 w 7"/>
                <a:gd name="T15" fmla="*/ 68 h 5"/>
                <a:gd name="T16" fmla="*/ 54 w 7"/>
                <a:gd name="T17" fmla="*/ 55 h 5"/>
                <a:gd name="T18" fmla="*/ 85 w 7"/>
                <a:gd name="T19" fmla="*/ 55 h 5"/>
                <a:gd name="T20" fmla="*/ 118 w 7"/>
                <a:gd name="T21" fmla="*/ 21 h 5"/>
                <a:gd name="T22" fmla="*/ 85 w 7"/>
                <a:gd name="T23" fmla="*/ 0 h 5"/>
                <a:gd name="T24" fmla="*/ 67 w 7"/>
                <a:gd name="T25" fmla="*/ 21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5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9" name="Freeform 1259">
              <a:extLst>
                <a:ext uri="{FF2B5EF4-FFF2-40B4-BE49-F238E27FC236}">
                  <a16:creationId xmlns:a16="http://schemas.microsoft.com/office/drawing/2014/main" id="{C7D5EC9C-C8DC-4FB3-85D1-A4F38417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435"/>
              <a:ext cx="5" cy="5"/>
            </a:xfrm>
            <a:custGeom>
              <a:avLst/>
              <a:gdLst>
                <a:gd name="T0" fmla="*/ 0 w 5"/>
                <a:gd name="T1" fmla="*/ 5 h 5"/>
                <a:gd name="T2" fmla="*/ 5 w 5"/>
                <a:gd name="T3" fmla="*/ 5 h 5"/>
                <a:gd name="T4" fmla="*/ 5 w 5"/>
                <a:gd name="T5" fmla="*/ 2 h 5"/>
                <a:gd name="T6" fmla="*/ 0 w 5"/>
                <a:gd name="T7" fmla="*/ 0 h 5"/>
                <a:gd name="T8" fmla="*/ 0 w 5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5" y="5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0" name="Freeform 1260">
              <a:extLst>
                <a:ext uri="{FF2B5EF4-FFF2-40B4-BE49-F238E27FC236}">
                  <a16:creationId xmlns:a16="http://schemas.microsoft.com/office/drawing/2014/main" id="{B91F217D-178E-4241-8801-8AD2A41CF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976"/>
              <a:ext cx="648" cy="373"/>
            </a:xfrm>
            <a:custGeom>
              <a:avLst/>
              <a:gdLst>
                <a:gd name="T0" fmla="*/ 3680 w 259"/>
                <a:gd name="T1" fmla="*/ 2443 h 140"/>
                <a:gd name="T2" fmla="*/ 3430 w 259"/>
                <a:gd name="T3" fmla="*/ 2648 h 140"/>
                <a:gd name="T4" fmla="*/ 300 w 259"/>
                <a:gd name="T5" fmla="*/ 2648 h 140"/>
                <a:gd name="T6" fmla="*/ 33 w 259"/>
                <a:gd name="T7" fmla="*/ 2307 h 140"/>
                <a:gd name="T8" fmla="*/ 500 w 259"/>
                <a:gd name="T9" fmla="*/ 226 h 140"/>
                <a:gd name="T10" fmla="*/ 771 w 259"/>
                <a:gd name="T11" fmla="*/ 0 h 140"/>
                <a:gd name="T12" fmla="*/ 3743 w 259"/>
                <a:gd name="T13" fmla="*/ 0 h 140"/>
                <a:gd name="T14" fmla="*/ 4026 w 259"/>
                <a:gd name="T15" fmla="*/ 341 h 140"/>
                <a:gd name="T16" fmla="*/ 3680 w 259"/>
                <a:gd name="T17" fmla="*/ 244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140">
                  <a:moveTo>
                    <a:pt x="235" y="129"/>
                  </a:moveTo>
                  <a:cubicBezTo>
                    <a:pt x="232" y="135"/>
                    <a:pt x="226" y="140"/>
                    <a:pt x="219" y="140"/>
                  </a:cubicBezTo>
                  <a:cubicBezTo>
                    <a:pt x="19" y="140"/>
                    <a:pt x="19" y="140"/>
                    <a:pt x="19" y="140"/>
                  </a:cubicBezTo>
                  <a:cubicBezTo>
                    <a:pt x="10" y="140"/>
                    <a:pt x="0" y="132"/>
                    <a:pt x="2" y="122"/>
                  </a:cubicBezTo>
                  <a:cubicBezTo>
                    <a:pt x="2" y="122"/>
                    <a:pt x="32" y="14"/>
                    <a:pt x="32" y="12"/>
                  </a:cubicBezTo>
                  <a:cubicBezTo>
                    <a:pt x="35" y="5"/>
                    <a:pt x="41" y="0"/>
                    <a:pt x="49" y="0"/>
                  </a:cubicBezTo>
                  <a:cubicBezTo>
                    <a:pt x="239" y="0"/>
                    <a:pt x="239" y="0"/>
                    <a:pt x="239" y="0"/>
                  </a:cubicBezTo>
                  <a:cubicBezTo>
                    <a:pt x="249" y="0"/>
                    <a:pt x="259" y="4"/>
                    <a:pt x="257" y="18"/>
                  </a:cubicBezTo>
                  <a:cubicBezTo>
                    <a:pt x="257" y="18"/>
                    <a:pt x="236" y="127"/>
                    <a:pt x="235" y="129"/>
                  </a:cubicBezTo>
                  <a:close/>
                </a:path>
              </a:pathLst>
            </a:custGeom>
            <a:solidFill>
              <a:srgbClr val="F5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1" name="Freeform 1261">
              <a:extLst>
                <a:ext uri="{FF2B5EF4-FFF2-40B4-BE49-F238E27FC236}">
                  <a16:creationId xmlns:a16="http://schemas.microsoft.com/office/drawing/2014/main" id="{C585426A-B8CD-4D9D-A686-4E7C20134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08"/>
              <a:ext cx="638" cy="397"/>
            </a:xfrm>
            <a:custGeom>
              <a:avLst/>
              <a:gdLst>
                <a:gd name="T0" fmla="*/ 3993 w 255"/>
                <a:gd name="T1" fmla="*/ 0 h 149"/>
                <a:gd name="T2" fmla="*/ 3993 w 255"/>
                <a:gd name="T3" fmla="*/ 115 h 149"/>
                <a:gd name="T4" fmla="*/ 3650 w 255"/>
                <a:gd name="T5" fmla="*/ 2214 h 149"/>
                <a:gd name="T6" fmla="*/ 3400 w 255"/>
                <a:gd name="T7" fmla="*/ 2422 h 149"/>
                <a:gd name="T8" fmla="*/ 270 w 255"/>
                <a:gd name="T9" fmla="*/ 2422 h 149"/>
                <a:gd name="T10" fmla="*/ 0 w 255"/>
                <a:gd name="T11" fmla="*/ 2158 h 149"/>
                <a:gd name="T12" fmla="*/ 0 w 255"/>
                <a:gd name="T13" fmla="*/ 2478 h 149"/>
                <a:gd name="T14" fmla="*/ 270 w 255"/>
                <a:gd name="T15" fmla="*/ 2819 h 149"/>
                <a:gd name="T16" fmla="*/ 3400 w 255"/>
                <a:gd name="T17" fmla="*/ 2819 h 149"/>
                <a:gd name="T18" fmla="*/ 3650 w 255"/>
                <a:gd name="T19" fmla="*/ 2614 h 149"/>
                <a:gd name="T20" fmla="*/ 3993 w 255"/>
                <a:gd name="T21" fmla="*/ 512 h 149"/>
                <a:gd name="T22" fmla="*/ 3993 w 255"/>
                <a:gd name="T23" fmla="*/ 456 h 149"/>
                <a:gd name="T24" fmla="*/ 3993 w 255"/>
                <a:gd name="T25" fmla="*/ 0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5" h="149">
                  <a:moveTo>
                    <a:pt x="255" y="0"/>
                  </a:moveTo>
                  <a:cubicBezTo>
                    <a:pt x="255" y="2"/>
                    <a:pt x="255" y="4"/>
                    <a:pt x="255" y="6"/>
                  </a:cubicBezTo>
                  <a:cubicBezTo>
                    <a:pt x="255" y="6"/>
                    <a:pt x="234" y="115"/>
                    <a:pt x="233" y="117"/>
                  </a:cubicBezTo>
                  <a:cubicBezTo>
                    <a:pt x="230" y="123"/>
                    <a:pt x="224" y="128"/>
                    <a:pt x="217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9" y="128"/>
                    <a:pt x="1" y="122"/>
                    <a:pt x="0" y="114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42"/>
                    <a:pt x="8" y="149"/>
                    <a:pt x="17" y="149"/>
                  </a:cubicBezTo>
                  <a:cubicBezTo>
                    <a:pt x="217" y="149"/>
                    <a:pt x="217" y="149"/>
                    <a:pt x="217" y="149"/>
                  </a:cubicBezTo>
                  <a:cubicBezTo>
                    <a:pt x="224" y="149"/>
                    <a:pt x="230" y="144"/>
                    <a:pt x="233" y="138"/>
                  </a:cubicBezTo>
                  <a:cubicBezTo>
                    <a:pt x="234" y="136"/>
                    <a:pt x="255" y="27"/>
                    <a:pt x="255" y="27"/>
                  </a:cubicBezTo>
                  <a:cubicBezTo>
                    <a:pt x="255" y="26"/>
                    <a:pt x="255" y="25"/>
                    <a:pt x="255" y="24"/>
                  </a:cubicBezTo>
                  <a:cubicBezTo>
                    <a:pt x="255" y="0"/>
                    <a:pt x="255" y="0"/>
                    <a:pt x="255" y="0"/>
                  </a:cubicBezTo>
                  <a:close/>
                </a:path>
              </a:pathLst>
            </a:custGeom>
            <a:solidFill>
              <a:srgbClr val="D3A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2" name="Freeform 1262">
              <a:extLst>
                <a:ext uri="{FF2B5EF4-FFF2-40B4-BE49-F238E27FC236}">
                  <a16:creationId xmlns:a16="http://schemas.microsoft.com/office/drawing/2014/main" id="{8D4C6502-2374-43C0-A038-417068E50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992"/>
              <a:ext cx="598" cy="307"/>
            </a:xfrm>
            <a:custGeom>
              <a:avLst/>
              <a:gdLst>
                <a:gd name="T0" fmla="*/ 20 w 239"/>
                <a:gd name="T1" fmla="*/ 2096 h 115"/>
                <a:gd name="T2" fmla="*/ 470 w 239"/>
                <a:gd name="T3" fmla="*/ 307 h 115"/>
                <a:gd name="T4" fmla="*/ 751 w 239"/>
                <a:gd name="T5" fmla="*/ 77 h 115"/>
                <a:gd name="T6" fmla="*/ 3475 w 239"/>
                <a:gd name="T7" fmla="*/ 56 h 115"/>
                <a:gd name="T8" fmla="*/ 3743 w 239"/>
                <a:gd name="T9" fmla="*/ 227 h 115"/>
                <a:gd name="T10" fmla="*/ 3493 w 239"/>
                <a:gd name="T11" fmla="*/ 0 h 115"/>
                <a:gd name="T12" fmla="*/ 626 w 239"/>
                <a:gd name="T13" fmla="*/ 0 h 115"/>
                <a:gd name="T14" fmla="*/ 395 w 239"/>
                <a:gd name="T15" fmla="*/ 206 h 115"/>
                <a:gd name="T16" fmla="*/ 20 w 239"/>
                <a:gd name="T17" fmla="*/ 2096 h 115"/>
                <a:gd name="T18" fmla="*/ 20 w 239"/>
                <a:gd name="T19" fmla="*/ 2096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9" h="115">
                  <a:moveTo>
                    <a:pt x="1" y="110"/>
                  </a:moveTo>
                  <a:cubicBezTo>
                    <a:pt x="1" y="110"/>
                    <a:pt x="29" y="18"/>
                    <a:pt x="30" y="16"/>
                  </a:cubicBezTo>
                  <a:cubicBezTo>
                    <a:pt x="32" y="10"/>
                    <a:pt x="36" y="4"/>
                    <a:pt x="48" y="4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35" y="4"/>
                    <a:pt x="238" y="8"/>
                    <a:pt x="239" y="12"/>
                  </a:cubicBezTo>
                  <a:cubicBezTo>
                    <a:pt x="239" y="3"/>
                    <a:pt x="231" y="0"/>
                    <a:pt x="223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0"/>
                    <a:pt x="27" y="5"/>
                    <a:pt x="25" y="11"/>
                  </a:cubicBezTo>
                  <a:cubicBezTo>
                    <a:pt x="25" y="13"/>
                    <a:pt x="1" y="110"/>
                    <a:pt x="1" y="110"/>
                  </a:cubicBezTo>
                  <a:cubicBezTo>
                    <a:pt x="0" y="115"/>
                    <a:pt x="1" y="111"/>
                    <a:pt x="1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3" name="Freeform 1263">
              <a:extLst>
                <a:ext uri="{FF2B5EF4-FFF2-40B4-BE49-F238E27FC236}">
                  <a16:creationId xmlns:a16="http://schemas.microsoft.com/office/drawing/2014/main" id="{89F48B4D-008E-4402-8C1B-77CCFBCB1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067"/>
              <a:ext cx="443" cy="258"/>
            </a:xfrm>
            <a:custGeom>
              <a:avLst/>
              <a:gdLst>
                <a:gd name="T0" fmla="*/ 0 w 177"/>
                <a:gd name="T1" fmla="*/ 1825 h 97"/>
                <a:gd name="T2" fmla="*/ 2210 w 177"/>
                <a:gd name="T3" fmla="*/ 1825 h 97"/>
                <a:gd name="T4" fmla="*/ 2538 w 177"/>
                <a:gd name="T5" fmla="*/ 1521 h 97"/>
                <a:gd name="T6" fmla="*/ 2776 w 177"/>
                <a:gd name="T7" fmla="*/ 0 h 97"/>
                <a:gd name="T8" fmla="*/ 2350 w 177"/>
                <a:gd name="T9" fmla="*/ 1620 h 97"/>
                <a:gd name="T10" fmla="*/ 0 w 177"/>
                <a:gd name="T11" fmla="*/ 1825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97">
                  <a:moveTo>
                    <a:pt x="0" y="97"/>
                  </a:moveTo>
                  <a:cubicBezTo>
                    <a:pt x="45" y="97"/>
                    <a:pt x="129" y="97"/>
                    <a:pt x="141" y="97"/>
                  </a:cubicBezTo>
                  <a:cubicBezTo>
                    <a:pt x="153" y="97"/>
                    <a:pt x="160" y="94"/>
                    <a:pt x="162" y="81"/>
                  </a:cubicBezTo>
                  <a:cubicBezTo>
                    <a:pt x="164" y="69"/>
                    <a:pt x="177" y="0"/>
                    <a:pt x="177" y="0"/>
                  </a:cubicBezTo>
                  <a:cubicBezTo>
                    <a:pt x="166" y="33"/>
                    <a:pt x="158" y="79"/>
                    <a:pt x="150" y="86"/>
                  </a:cubicBezTo>
                  <a:cubicBezTo>
                    <a:pt x="140" y="95"/>
                    <a:pt x="36" y="97"/>
                    <a:pt x="0" y="97"/>
                  </a:cubicBezTo>
                  <a:close/>
                </a:path>
              </a:pathLst>
            </a:custGeom>
            <a:solidFill>
              <a:srgbClr val="F0D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4" name="Freeform 1264">
              <a:extLst>
                <a:ext uri="{FF2B5EF4-FFF2-40B4-BE49-F238E27FC236}">
                  <a16:creationId xmlns:a16="http://schemas.microsoft.com/office/drawing/2014/main" id="{EC4E6657-1009-43B1-A991-4B93C26CA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347"/>
              <a:ext cx="45" cy="53"/>
            </a:xfrm>
            <a:custGeom>
              <a:avLst/>
              <a:gdLst>
                <a:gd name="T0" fmla="*/ 50 w 18"/>
                <a:gd name="T1" fmla="*/ 133 h 20"/>
                <a:gd name="T2" fmla="*/ 145 w 18"/>
                <a:gd name="T3" fmla="*/ 315 h 20"/>
                <a:gd name="T4" fmla="*/ 283 w 18"/>
                <a:gd name="T5" fmla="*/ 0 h 20"/>
                <a:gd name="T6" fmla="*/ 145 w 18"/>
                <a:gd name="T7" fmla="*/ 90 h 20"/>
                <a:gd name="T8" fmla="*/ 20 w 18"/>
                <a:gd name="T9" fmla="*/ 13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3" y="7"/>
                  </a:moveTo>
                  <a:cubicBezTo>
                    <a:pt x="7" y="11"/>
                    <a:pt x="0" y="20"/>
                    <a:pt x="9" y="17"/>
                  </a:cubicBezTo>
                  <a:cubicBezTo>
                    <a:pt x="16" y="15"/>
                    <a:pt x="18" y="7"/>
                    <a:pt x="18" y="0"/>
                  </a:cubicBezTo>
                  <a:cubicBezTo>
                    <a:pt x="15" y="1"/>
                    <a:pt x="13" y="3"/>
                    <a:pt x="9" y="5"/>
                  </a:cubicBezTo>
                  <a:cubicBezTo>
                    <a:pt x="6" y="6"/>
                    <a:pt x="3" y="9"/>
                    <a:pt x="1" y="7"/>
                  </a:cubicBezTo>
                </a:path>
              </a:pathLst>
            </a:custGeom>
            <a:solidFill>
              <a:srgbClr val="C2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5" name="Freeform 1265">
              <a:extLst>
                <a:ext uri="{FF2B5EF4-FFF2-40B4-BE49-F238E27FC236}">
                  <a16:creationId xmlns:a16="http://schemas.microsoft.com/office/drawing/2014/main" id="{77362E30-4005-421C-8088-C7257671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363"/>
              <a:ext cx="212" cy="29"/>
            </a:xfrm>
            <a:custGeom>
              <a:avLst/>
              <a:gdLst>
                <a:gd name="T0" fmla="*/ 0 w 85"/>
                <a:gd name="T1" fmla="*/ 200 h 11"/>
                <a:gd name="T2" fmla="*/ 1319 w 85"/>
                <a:gd name="T3" fmla="*/ 200 h 11"/>
                <a:gd name="T4" fmla="*/ 1307 w 85"/>
                <a:gd name="T5" fmla="*/ 90 h 11"/>
                <a:gd name="T6" fmla="*/ 1257 w 85"/>
                <a:gd name="T7" fmla="*/ 0 h 11"/>
                <a:gd name="T8" fmla="*/ 0 w 85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8" y="11"/>
                    <a:pt x="85" y="11"/>
                    <a:pt x="85" y="11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36" y="11"/>
                    <a:pt x="0" y="11"/>
                  </a:cubicBezTo>
                  <a:close/>
                </a:path>
              </a:pathLst>
            </a:custGeom>
            <a:solidFill>
              <a:srgbClr val="C2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6" name="Freeform 1266">
              <a:extLst>
                <a:ext uri="{FF2B5EF4-FFF2-40B4-BE49-F238E27FC236}">
                  <a16:creationId xmlns:a16="http://schemas.microsoft.com/office/drawing/2014/main" id="{D1CFA8F2-0765-4564-BBC9-A12C78FF1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976"/>
              <a:ext cx="648" cy="373"/>
            </a:xfrm>
            <a:custGeom>
              <a:avLst/>
              <a:gdLst>
                <a:gd name="T0" fmla="*/ 3680 w 259"/>
                <a:gd name="T1" fmla="*/ 2443 h 140"/>
                <a:gd name="T2" fmla="*/ 3430 w 259"/>
                <a:gd name="T3" fmla="*/ 2648 h 140"/>
                <a:gd name="T4" fmla="*/ 300 w 259"/>
                <a:gd name="T5" fmla="*/ 2648 h 140"/>
                <a:gd name="T6" fmla="*/ 33 w 259"/>
                <a:gd name="T7" fmla="*/ 2307 h 140"/>
                <a:gd name="T8" fmla="*/ 500 w 259"/>
                <a:gd name="T9" fmla="*/ 226 h 140"/>
                <a:gd name="T10" fmla="*/ 771 w 259"/>
                <a:gd name="T11" fmla="*/ 0 h 140"/>
                <a:gd name="T12" fmla="*/ 3743 w 259"/>
                <a:gd name="T13" fmla="*/ 0 h 140"/>
                <a:gd name="T14" fmla="*/ 4026 w 259"/>
                <a:gd name="T15" fmla="*/ 341 h 140"/>
                <a:gd name="T16" fmla="*/ 3680 w 259"/>
                <a:gd name="T17" fmla="*/ 244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140">
                  <a:moveTo>
                    <a:pt x="235" y="129"/>
                  </a:moveTo>
                  <a:cubicBezTo>
                    <a:pt x="232" y="135"/>
                    <a:pt x="226" y="140"/>
                    <a:pt x="219" y="140"/>
                  </a:cubicBezTo>
                  <a:cubicBezTo>
                    <a:pt x="19" y="140"/>
                    <a:pt x="19" y="140"/>
                    <a:pt x="19" y="140"/>
                  </a:cubicBezTo>
                  <a:cubicBezTo>
                    <a:pt x="10" y="140"/>
                    <a:pt x="0" y="132"/>
                    <a:pt x="2" y="122"/>
                  </a:cubicBezTo>
                  <a:cubicBezTo>
                    <a:pt x="2" y="122"/>
                    <a:pt x="32" y="14"/>
                    <a:pt x="32" y="12"/>
                  </a:cubicBezTo>
                  <a:cubicBezTo>
                    <a:pt x="35" y="5"/>
                    <a:pt x="41" y="0"/>
                    <a:pt x="49" y="0"/>
                  </a:cubicBezTo>
                  <a:cubicBezTo>
                    <a:pt x="239" y="0"/>
                    <a:pt x="239" y="0"/>
                    <a:pt x="239" y="0"/>
                  </a:cubicBezTo>
                  <a:cubicBezTo>
                    <a:pt x="249" y="0"/>
                    <a:pt x="259" y="4"/>
                    <a:pt x="257" y="18"/>
                  </a:cubicBezTo>
                  <a:cubicBezTo>
                    <a:pt x="257" y="18"/>
                    <a:pt x="236" y="127"/>
                    <a:pt x="235" y="12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7" name="Freeform 1267">
              <a:extLst>
                <a:ext uri="{FF2B5EF4-FFF2-40B4-BE49-F238E27FC236}">
                  <a16:creationId xmlns:a16="http://schemas.microsoft.com/office/drawing/2014/main" id="{9EA8BEDF-0F7D-4CD1-9B63-488CEEDBB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08"/>
              <a:ext cx="638" cy="397"/>
            </a:xfrm>
            <a:custGeom>
              <a:avLst/>
              <a:gdLst>
                <a:gd name="T0" fmla="*/ 3993 w 255"/>
                <a:gd name="T1" fmla="*/ 0 h 149"/>
                <a:gd name="T2" fmla="*/ 3993 w 255"/>
                <a:gd name="T3" fmla="*/ 115 h 149"/>
                <a:gd name="T4" fmla="*/ 3650 w 255"/>
                <a:gd name="T5" fmla="*/ 2214 h 149"/>
                <a:gd name="T6" fmla="*/ 3400 w 255"/>
                <a:gd name="T7" fmla="*/ 2422 h 149"/>
                <a:gd name="T8" fmla="*/ 270 w 255"/>
                <a:gd name="T9" fmla="*/ 2422 h 149"/>
                <a:gd name="T10" fmla="*/ 0 w 255"/>
                <a:gd name="T11" fmla="*/ 2158 h 149"/>
                <a:gd name="T12" fmla="*/ 0 w 255"/>
                <a:gd name="T13" fmla="*/ 2478 h 149"/>
                <a:gd name="T14" fmla="*/ 270 w 255"/>
                <a:gd name="T15" fmla="*/ 2819 h 149"/>
                <a:gd name="T16" fmla="*/ 3400 w 255"/>
                <a:gd name="T17" fmla="*/ 2819 h 149"/>
                <a:gd name="T18" fmla="*/ 3650 w 255"/>
                <a:gd name="T19" fmla="*/ 2614 h 149"/>
                <a:gd name="T20" fmla="*/ 3993 w 255"/>
                <a:gd name="T21" fmla="*/ 512 h 149"/>
                <a:gd name="T22" fmla="*/ 3993 w 255"/>
                <a:gd name="T23" fmla="*/ 456 h 149"/>
                <a:gd name="T24" fmla="*/ 3993 w 255"/>
                <a:gd name="T25" fmla="*/ 0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5" h="149">
                  <a:moveTo>
                    <a:pt x="255" y="0"/>
                  </a:moveTo>
                  <a:cubicBezTo>
                    <a:pt x="255" y="2"/>
                    <a:pt x="255" y="4"/>
                    <a:pt x="255" y="6"/>
                  </a:cubicBezTo>
                  <a:cubicBezTo>
                    <a:pt x="255" y="6"/>
                    <a:pt x="234" y="115"/>
                    <a:pt x="233" y="117"/>
                  </a:cubicBezTo>
                  <a:cubicBezTo>
                    <a:pt x="230" y="123"/>
                    <a:pt x="224" y="128"/>
                    <a:pt x="217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9" y="128"/>
                    <a:pt x="1" y="122"/>
                    <a:pt x="0" y="114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42"/>
                    <a:pt x="8" y="149"/>
                    <a:pt x="17" y="149"/>
                  </a:cubicBezTo>
                  <a:cubicBezTo>
                    <a:pt x="217" y="149"/>
                    <a:pt x="217" y="149"/>
                    <a:pt x="217" y="149"/>
                  </a:cubicBezTo>
                  <a:cubicBezTo>
                    <a:pt x="224" y="149"/>
                    <a:pt x="230" y="144"/>
                    <a:pt x="233" y="138"/>
                  </a:cubicBezTo>
                  <a:cubicBezTo>
                    <a:pt x="234" y="136"/>
                    <a:pt x="255" y="27"/>
                    <a:pt x="255" y="27"/>
                  </a:cubicBezTo>
                  <a:cubicBezTo>
                    <a:pt x="255" y="26"/>
                    <a:pt x="255" y="25"/>
                    <a:pt x="255" y="24"/>
                  </a:cubicBezTo>
                  <a:cubicBezTo>
                    <a:pt x="255" y="0"/>
                    <a:pt x="255" y="0"/>
                    <a:pt x="255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8" name="Freeform 1268">
              <a:extLst>
                <a:ext uri="{FF2B5EF4-FFF2-40B4-BE49-F238E27FC236}">
                  <a16:creationId xmlns:a16="http://schemas.microsoft.com/office/drawing/2014/main" id="{1DA3F06E-4421-4856-BBFC-6291D82F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059"/>
              <a:ext cx="35" cy="42"/>
            </a:xfrm>
            <a:custGeom>
              <a:avLst/>
              <a:gdLst>
                <a:gd name="T0" fmla="*/ 63 w 14"/>
                <a:gd name="T1" fmla="*/ 34 h 16"/>
                <a:gd name="T2" fmla="*/ 0 w 14"/>
                <a:gd name="T3" fmla="*/ 144 h 16"/>
                <a:gd name="T4" fmla="*/ 0 w 14"/>
                <a:gd name="T5" fmla="*/ 165 h 16"/>
                <a:gd name="T6" fmla="*/ 20 w 14"/>
                <a:gd name="T7" fmla="*/ 234 h 16"/>
                <a:gd name="T8" fmla="*/ 20 w 14"/>
                <a:gd name="T9" fmla="*/ 234 h 16"/>
                <a:gd name="T10" fmla="*/ 20 w 14"/>
                <a:gd name="T11" fmla="*/ 234 h 16"/>
                <a:gd name="T12" fmla="*/ 125 w 14"/>
                <a:gd name="T13" fmla="*/ 289 h 16"/>
                <a:gd name="T14" fmla="*/ 220 w 14"/>
                <a:gd name="T15" fmla="*/ 144 h 16"/>
                <a:gd name="T16" fmla="*/ 220 w 14"/>
                <a:gd name="T17" fmla="*/ 144 h 16"/>
                <a:gd name="T18" fmla="*/ 208 w 14"/>
                <a:gd name="T19" fmla="*/ 76 h 16"/>
                <a:gd name="T20" fmla="*/ 188 w 14"/>
                <a:gd name="T21" fmla="*/ 55 h 16"/>
                <a:gd name="T22" fmla="*/ 63 w 14"/>
                <a:gd name="T23" fmla="*/ 34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16">
                  <a:moveTo>
                    <a:pt x="4" y="2"/>
                  </a:moveTo>
                  <a:cubicBezTo>
                    <a:pt x="2" y="4"/>
                    <a:pt x="1" y="6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5"/>
                    <a:pt x="5" y="16"/>
                    <a:pt x="8" y="16"/>
                  </a:cubicBezTo>
                  <a:cubicBezTo>
                    <a:pt x="11" y="15"/>
                    <a:pt x="14" y="12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5"/>
                    <a:pt x="13" y="4"/>
                  </a:cubicBezTo>
                  <a:cubicBezTo>
                    <a:pt x="12" y="4"/>
                    <a:pt x="13" y="3"/>
                    <a:pt x="12" y="3"/>
                  </a:cubicBezTo>
                  <a:cubicBezTo>
                    <a:pt x="10" y="0"/>
                    <a:pt x="6" y="0"/>
                    <a:pt x="4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9" name="Freeform 1269">
              <a:extLst>
                <a:ext uri="{FF2B5EF4-FFF2-40B4-BE49-F238E27FC236}">
                  <a16:creationId xmlns:a16="http://schemas.microsoft.com/office/drawing/2014/main" id="{4CDCB938-4866-4A4D-8974-6F587D6D2A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6" y="2083"/>
              <a:ext cx="28" cy="34"/>
            </a:xfrm>
            <a:custGeom>
              <a:avLst/>
              <a:gdLst>
                <a:gd name="T0" fmla="*/ 51 w 11"/>
                <a:gd name="T1" fmla="*/ 21 h 13"/>
                <a:gd name="T2" fmla="*/ 20 w 11"/>
                <a:gd name="T3" fmla="*/ 89 h 13"/>
                <a:gd name="T4" fmla="*/ 20 w 11"/>
                <a:gd name="T5" fmla="*/ 89 h 13"/>
                <a:gd name="T6" fmla="*/ 0 w 11"/>
                <a:gd name="T7" fmla="*/ 123 h 13"/>
                <a:gd name="T8" fmla="*/ 0 w 11"/>
                <a:gd name="T9" fmla="*/ 123 h 13"/>
                <a:gd name="T10" fmla="*/ 0 w 11"/>
                <a:gd name="T11" fmla="*/ 144 h 13"/>
                <a:gd name="T12" fmla="*/ 0 w 11"/>
                <a:gd name="T13" fmla="*/ 165 h 13"/>
                <a:gd name="T14" fmla="*/ 20 w 11"/>
                <a:gd name="T15" fmla="*/ 199 h 13"/>
                <a:gd name="T16" fmla="*/ 117 w 11"/>
                <a:gd name="T17" fmla="*/ 212 h 13"/>
                <a:gd name="T18" fmla="*/ 181 w 11"/>
                <a:gd name="T19" fmla="*/ 123 h 13"/>
                <a:gd name="T20" fmla="*/ 181 w 11"/>
                <a:gd name="T21" fmla="*/ 110 h 13"/>
                <a:gd name="T22" fmla="*/ 163 w 11"/>
                <a:gd name="T23" fmla="*/ 68 h 13"/>
                <a:gd name="T24" fmla="*/ 130 w 11"/>
                <a:gd name="T25" fmla="*/ 55 h 13"/>
                <a:gd name="T26" fmla="*/ 130 w 11"/>
                <a:gd name="T27" fmla="*/ 21 h 13"/>
                <a:gd name="T28" fmla="*/ 51 w 11"/>
                <a:gd name="T29" fmla="*/ 21 h 13"/>
                <a:gd name="T30" fmla="*/ 97 w 11"/>
                <a:gd name="T31" fmla="*/ 110 h 13"/>
                <a:gd name="T32" fmla="*/ 97 w 11"/>
                <a:gd name="T33" fmla="*/ 123 h 13"/>
                <a:gd name="T34" fmla="*/ 97 w 11"/>
                <a:gd name="T35" fmla="*/ 144 h 13"/>
                <a:gd name="T36" fmla="*/ 97 w 11"/>
                <a:gd name="T37" fmla="*/ 144 h 13"/>
                <a:gd name="T38" fmla="*/ 84 w 11"/>
                <a:gd name="T39" fmla="*/ 123 h 13"/>
                <a:gd name="T40" fmla="*/ 84 w 11"/>
                <a:gd name="T41" fmla="*/ 110 h 13"/>
                <a:gd name="T42" fmla="*/ 97 w 11"/>
                <a:gd name="T43" fmla="*/ 110 h 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2" y="2"/>
                    <a:pt x="1" y="3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3" y="12"/>
                    <a:pt x="5" y="13"/>
                    <a:pt x="7" y="12"/>
                  </a:cubicBezTo>
                  <a:cubicBezTo>
                    <a:pt x="9" y="11"/>
                    <a:pt x="11" y="9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5"/>
                    <a:pt x="11" y="5"/>
                    <a:pt x="10" y="4"/>
                  </a:cubicBezTo>
                  <a:cubicBezTo>
                    <a:pt x="10" y="3"/>
                    <a:pt x="9" y="3"/>
                    <a:pt x="8" y="3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6" y="0"/>
                    <a:pt x="4" y="0"/>
                    <a:pt x="3" y="1"/>
                  </a:cubicBezTo>
                  <a:close/>
                  <a:moveTo>
                    <a:pt x="6" y="6"/>
                  </a:moveTo>
                  <a:cubicBezTo>
                    <a:pt x="6" y="6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6"/>
                    <a:pt x="5" y="6"/>
                    <a:pt x="6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0" name="Freeform 1270">
              <a:extLst>
                <a:ext uri="{FF2B5EF4-FFF2-40B4-BE49-F238E27FC236}">
                  <a16:creationId xmlns:a16="http://schemas.microsoft.com/office/drawing/2014/main" id="{3A02929B-29AD-44D8-870F-32E67EB149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1" y="2059"/>
              <a:ext cx="23" cy="24"/>
            </a:xfrm>
            <a:custGeom>
              <a:avLst/>
              <a:gdLst>
                <a:gd name="T0" fmla="*/ 97 w 9"/>
                <a:gd name="T1" fmla="*/ 21 h 9"/>
                <a:gd name="T2" fmla="*/ 51 w 9"/>
                <a:gd name="T3" fmla="*/ 21 h 9"/>
                <a:gd name="T4" fmla="*/ 33 w 9"/>
                <a:gd name="T5" fmla="*/ 56 h 9"/>
                <a:gd name="T6" fmla="*/ 33 w 9"/>
                <a:gd name="T7" fmla="*/ 56 h 9"/>
                <a:gd name="T8" fmla="*/ 0 w 9"/>
                <a:gd name="T9" fmla="*/ 93 h 9"/>
                <a:gd name="T10" fmla="*/ 0 w 9"/>
                <a:gd name="T11" fmla="*/ 136 h 9"/>
                <a:gd name="T12" fmla="*/ 84 w 9"/>
                <a:gd name="T13" fmla="*/ 149 h 9"/>
                <a:gd name="T14" fmla="*/ 84 w 9"/>
                <a:gd name="T15" fmla="*/ 149 h 9"/>
                <a:gd name="T16" fmla="*/ 151 w 9"/>
                <a:gd name="T17" fmla="*/ 77 h 9"/>
                <a:gd name="T18" fmla="*/ 130 w 9"/>
                <a:gd name="T19" fmla="*/ 21 h 9"/>
                <a:gd name="T20" fmla="*/ 97 w 9"/>
                <a:gd name="T21" fmla="*/ 21 h 9"/>
                <a:gd name="T22" fmla="*/ 84 w 9"/>
                <a:gd name="T23" fmla="*/ 35 h 9"/>
                <a:gd name="T24" fmla="*/ 118 w 9"/>
                <a:gd name="T25" fmla="*/ 115 h 9"/>
                <a:gd name="T26" fmla="*/ 84 w 9"/>
                <a:gd name="T27" fmla="*/ 136 h 9"/>
                <a:gd name="T28" fmla="*/ 51 w 9"/>
                <a:gd name="T29" fmla="*/ 115 h 9"/>
                <a:gd name="T30" fmla="*/ 33 w 9"/>
                <a:gd name="T31" fmla="*/ 77 h 9"/>
                <a:gd name="T32" fmla="*/ 33 w 9"/>
                <a:gd name="T33" fmla="*/ 56 h 9"/>
                <a:gd name="T34" fmla="*/ 51 w 9"/>
                <a:gd name="T35" fmla="*/ 56 h 9"/>
                <a:gd name="T36" fmla="*/ 84 w 9"/>
                <a:gd name="T37" fmla="*/ 35 h 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" h="9">
                  <a:moveTo>
                    <a:pt x="6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8"/>
                    <a:pt x="3" y="9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8" y="7"/>
                    <a:pt x="9" y="4"/>
                  </a:cubicBezTo>
                  <a:cubicBezTo>
                    <a:pt x="9" y="3"/>
                    <a:pt x="9" y="2"/>
                    <a:pt x="8" y="1"/>
                  </a:cubicBezTo>
                  <a:cubicBezTo>
                    <a:pt x="8" y="1"/>
                    <a:pt x="7" y="0"/>
                    <a:pt x="6" y="1"/>
                  </a:cubicBezTo>
                  <a:close/>
                  <a:moveTo>
                    <a:pt x="5" y="2"/>
                  </a:moveTo>
                  <a:cubicBezTo>
                    <a:pt x="7" y="3"/>
                    <a:pt x="8" y="4"/>
                    <a:pt x="7" y="6"/>
                  </a:cubicBezTo>
                  <a:cubicBezTo>
                    <a:pt x="7" y="6"/>
                    <a:pt x="6" y="7"/>
                    <a:pt x="5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1" name="Freeform 1271">
              <a:extLst>
                <a:ext uri="{FF2B5EF4-FFF2-40B4-BE49-F238E27FC236}">
                  <a16:creationId xmlns:a16="http://schemas.microsoft.com/office/drawing/2014/main" id="{6E0EB9B3-CD6E-40CE-BBD4-E49A43596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1" y="2109"/>
              <a:ext cx="33" cy="30"/>
            </a:xfrm>
            <a:custGeom>
              <a:avLst/>
              <a:gdLst>
                <a:gd name="T0" fmla="*/ 96 w 13"/>
                <a:gd name="T1" fmla="*/ 0 h 11"/>
                <a:gd name="T2" fmla="*/ 63 w 13"/>
                <a:gd name="T3" fmla="*/ 0 h 11"/>
                <a:gd name="T4" fmla="*/ 20 w 13"/>
                <a:gd name="T5" fmla="*/ 38 h 11"/>
                <a:gd name="T6" fmla="*/ 33 w 13"/>
                <a:gd name="T7" fmla="*/ 185 h 11"/>
                <a:gd name="T8" fmla="*/ 117 w 13"/>
                <a:gd name="T9" fmla="*/ 224 h 11"/>
                <a:gd name="T10" fmla="*/ 193 w 13"/>
                <a:gd name="T11" fmla="*/ 120 h 11"/>
                <a:gd name="T12" fmla="*/ 160 w 13"/>
                <a:gd name="T13" fmla="*/ 22 h 11"/>
                <a:gd name="T14" fmla="*/ 96 w 13"/>
                <a:gd name="T15" fmla="*/ 0 h 11"/>
                <a:gd name="T16" fmla="*/ 96 w 13"/>
                <a:gd name="T17" fmla="*/ 104 h 11"/>
                <a:gd name="T18" fmla="*/ 117 w 13"/>
                <a:gd name="T19" fmla="*/ 104 h 11"/>
                <a:gd name="T20" fmla="*/ 96 w 13"/>
                <a:gd name="T21" fmla="*/ 120 h 11"/>
                <a:gd name="T22" fmla="*/ 96 w 13"/>
                <a:gd name="T23" fmla="*/ 120 h 11"/>
                <a:gd name="T24" fmla="*/ 96 w 13"/>
                <a:gd name="T25" fmla="*/ 104 h 11"/>
                <a:gd name="T26" fmla="*/ 96 w 13"/>
                <a:gd name="T27" fmla="*/ 104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4"/>
                    <a:pt x="0" y="7"/>
                    <a:pt x="2" y="9"/>
                  </a:cubicBezTo>
                  <a:cubicBezTo>
                    <a:pt x="3" y="11"/>
                    <a:pt x="5" y="11"/>
                    <a:pt x="7" y="11"/>
                  </a:cubicBezTo>
                  <a:cubicBezTo>
                    <a:pt x="9" y="11"/>
                    <a:pt x="11" y="9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lose/>
                  <a:moveTo>
                    <a:pt x="6" y="5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2" name="Freeform 1272">
              <a:extLst>
                <a:ext uri="{FF2B5EF4-FFF2-40B4-BE49-F238E27FC236}">
                  <a16:creationId xmlns:a16="http://schemas.microsoft.com/office/drawing/2014/main" id="{CBF4FDE9-D3B1-48B9-9ED8-DB8679885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139"/>
              <a:ext cx="22" cy="18"/>
            </a:xfrm>
            <a:custGeom>
              <a:avLst/>
              <a:gdLst>
                <a:gd name="T0" fmla="*/ 29 w 9"/>
                <a:gd name="T1" fmla="*/ 21 h 7"/>
                <a:gd name="T2" fmla="*/ 12 w 9"/>
                <a:gd name="T3" fmla="*/ 100 h 7"/>
                <a:gd name="T4" fmla="*/ 71 w 9"/>
                <a:gd name="T5" fmla="*/ 118 h 7"/>
                <a:gd name="T6" fmla="*/ 71 w 9"/>
                <a:gd name="T7" fmla="*/ 100 h 7"/>
                <a:gd name="T8" fmla="*/ 59 w 9"/>
                <a:gd name="T9" fmla="*/ 100 h 7"/>
                <a:gd name="T10" fmla="*/ 29 w 9"/>
                <a:gd name="T11" fmla="*/ 85 h 7"/>
                <a:gd name="T12" fmla="*/ 103 w 9"/>
                <a:gd name="T13" fmla="*/ 100 h 7"/>
                <a:gd name="T14" fmla="*/ 132 w 9"/>
                <a:gd name="T15" fmla="*/ 54 h 7"/>
                <a:gd name="T16" fmla="*/ 90 w 9"/>
                <a:gd name="T17" fmla="*/ 0 h 7"/>
                <a:gd name="T18" fmla="*/ 29 w 9"/>
                <a:gd name="T19" fmla="*/ 2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7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5" y="7"/>
                    <a:pt x="7" y="6"/>
                  </a:cubicBezTo>
                  <a:cubicBezTo>
                    <a:pt x="8" y="5"/>
                    <a:pt x="9" y="4"/>
                    <a:pt x="9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3" name="Freeform 1273">
              <a:extLst>
                <a:ext uri="{FF2B5EF4-FFF2-40B4-BE49-F238E27FC236}">
                  <a16:creationId xmlns:a16="http://schemas.microsoft.com/office/drawing/2014/main" id="{D4B97830-7604-41C3-B8C4-0DF7D7B6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120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50 w 8"/>
                <a:gd name="T3" fmla="*/ 21 h 8"/>
                <a:gd name="T4" fmla="*/ 0 w 8"/>
                <a:gd name="T5" fmla="*/ 76 h 8"/>
                <a:gd name="T6" fmla="*/ 0 w 8"/>
                <a:gd name="T7" fmla="*/ 76 h 8"/>
                <a:gd name="T8" fmla="*/ 33 w 8"/>
                <a:gd name="T9" fmla="*/ 123 h 8"/>
                <a:gd name="T10" fmla="*/ 50 w 8"/>
                <a:gd name="T11" fmla="*/ 123 h 8"/>
                <a:gd name="T12" fmla="*/ 83 w 8"/>
                <a:gd name="T13" fmla="*/ 123 h 8"/>
                <a:gd name="T14" fmla="*/ 125 w 8"/>
                <a:gd name="T15" fmla="*/ 110 h 8"/>
                <a:gd name="T16" fmla="*/ 125 w 8"/>
                <a:gd name="T17" fmla="*/ 89 h 8"/>
                <a:gd name="T18" fmla="*/ 113 w 8"/>
                <a:gd name="T19" fmla="*/ 34 h 8"/>
                <a:gd name="T20" fmla="*/ 63 w 8"/>
                <a:gd name="T21" fmla="*/ 21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" y="6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5" y="8"/>
                    <a:pt x="5" y="7"/>
                  </a:cubicBezTo>
                  <a:cubicBezTo>
                    <a:pt x="6" y="7"/>
                    <a:pt x="7" y="7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3"/>
                    <a:pt x="7" y="2"/>
                  </a:cubicBezTo>
                  <a:cubicBezTo>
                    <a:pt x="7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4" name="Freeform 1274">
              <a:extLst>
                <a:ext uri="{FF2B5EF4-FFF2-40B4-BE49-F238E27FC236}">
                  <a16:creationId xmlns:a16="http://schemas.microsoft.com/office/drawing/2014/main" id="{060AD967-FA0C-4870-8325-6D8CA0894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096"/>
              <a:ext cx="40" cy="51"/>
            </a:xfrm>
            <a:custGeom>
              <a:avLst/>
              <a:gdLst>
                <a:gd name="T0" fmla="*/ 63 w 16"/>
                <a:gd name="T1" fmla="*/ 56 h 19"/>
                <a:gd name="T2" fmla="*/ 50 w 16"/>
                <a:gd name="T3" fmla="*/ 81 h 19"/>
                <a:gd name="T4" fmla="*/ 0 w 16"/>
                <a:gd name="T5" fmla="*/ 115 h 19"/>
                <a:gd name="T6" fmla="*/ 0 w 16"/>
                <a:gd name="T7" fmla="*/ 172 h 19"/>
                <a:gd name="T8" fmla="*/ 63 w 16"/>
                <a:gd name="T9" fmla="*/ 309 h 19"/>
                <a:gd name="T10" fmla="*/ 220 w 16"/>
                <a:gd name="T11" fmla="*/ 217 h 19"/>
                <a:gd name="T12" fmla="*/ 208 w 16"/>
                <a:gd name="T13" fmla="*/ 35 h 19"/>
                <a:gd name="T14" fmla="*/ 63 w 16"/>
                <a:gd name="T15" fmla="*/ 5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9">
                  <a:moveTo>
                    <a:pt x="4" y="3"/>
                  </a:moveTo>
                  <a:cubicBezTo>
                    <a:pt x="4" y="3"/>
                    <a:pt x="3" y="3"/>
                    <a:pt x="3" y="4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1" y="15"/>
                    <a:pt x="4" y="16"/>
                  </a:cubicBezTo>
                  <a:cubicBezTo>
                    <a:pt x="5" y="17"/>
                    <a:pt x="10" y="19"/>
                    <a:pt x="14" y="11"/>
                  </a:cubicBezTo>
                  <a:cubicBezTo>
                    <a:pt x="16" y="6"/>
                    <a:pt x="14" y="3"/>
                    <a:pt x="13" y="2"/>
                  </a:cubicBezTo>
                  <a:cubicBezTo>
                    <a:pt x="10" y="0"/>
                    <a:pt x="7" y="1"/>
                    <a:pt x="4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5" name="Freeform 1275">
              <a:extLst>
                <a:ext uri="{FF2B5EF4-FFF2-40B4-BE49-F238E27FC236}">
                  <a16:creationId xmlns:a16="http://schemas.microsoft.com/office/drawing/2014/main" id="{2CD8B08A-1B5D-47D9-867B-1140E6BED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147"/>
              <a:ext cx="17" cy="21"/>
            </a:xfrm>
            <a:custGeom>
              <a:avLst/>
              <a:gdLst>
                <a:gd name="T0" fmla="*/ 12 w 7"/>
                <a:gd name="T1" fmla="*/ 21 h 8"/>
                <a:gd name="T2" fmla="*/ 12 w 7"/>
                <a:gd name="T3" fmla="*/ 55 h 8"/>
                <a:gd name="T4" fmla="*/ 0 w 7"/>
                <a:gd name="T5" fmla="*/ 89 h 8"/>
                <a:gd name="T6" fmla="*/ 12 w 7"/>
                <a:gd name="T7" fmla="*/ 123 h 8"/>
                <a:gd name="T8" fmla="*/ 29 w 7"/>
                <a:gd name="T9" fmla="*/ 144 h 8"/>
                <a:gd name="T10" fmla="*/ 41 w 7"/>
                <a:gd name="T11" fmla="*/ 144 h 8"/>
                <a:gd name="T12" fmla="*/ 100 w 7"/>
                <a:gd name="T13" fmla="*/ 110 h 8"/>
                <a:gd name="T14" fmla="*/ 100 w 7"/>
                <a:gd name="T15" fmla="*/ 89 h 8"/>
                <a:gd name="T16" fmla="*/ 70 w 7"/>
                <a:gd name="T17" fmla="*/ 21 h 8"/>
                <a:gd name="T18" fmla="*/ 12 w 7"/>
                <a:gd name="T19" fmla="*/ 2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6" y="8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3"/>
                    <a:pt x="7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6" name="Freeform 1276">
              <a:extLst>
                <a:ext uri="{FF2B5EF4-FFF2-40B4-BE49-F238E27FC236}">
                  <a16:creationId xmlns:a16="http://schemas.microsoft.com/office/drawing/2014/main" id="{3EB64CF1-641F-42F7-A628-8311FD0BA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51"/>
              <a:ext cx="25" cy="24"/>
            </a:xfrm>
            <a:custGeom>
              <a:avLst/>
              <a:gdLst>
                <a:gd name="T0" fmla="*/ 33 w 10"/>
                <a:gd name="T1" fmla="*/ 21 h 9"/>
                <a:gd name="T2" fmla="*/ 20 w 10"/>
                <a:gd name="T3" fmla="*/ 115 h 9"/>
                <a:gd name="T4" fmla="*/ 20 w 10"/>
                <a:gd name="T5" fmla="*/ 115 h 9"/>
                <a:gd name="T6" fmla="*/ 95 w 10"/>
                <a:gd name="T7" fmla="*/ 171 h 9"/>
                <a:gd name="T8" fmla="*/ 113 w 10"/>
                <a:gd name="T9" fmla="*/ 149 h 9"/>
                <a:gd name="T10" fmla="*/ 145 w 10"/>
                <a:gd name="T11" fmla="*/ 115 h 9"/>
                <a:gd name="T12" fmla="*/ 125 w 10"/>
                <a:gd name="T13" fmla="*/ 35 h 9"/>
                <a:gd name="T14" fmla="*/ 145 w 10"/>
                <a:gd name="T15" fmla="*/ 77 h 9"/>
                <a:gd name="T16" fmla="*/ 113 w 10"/>
                <a:gd name="T17" fmla="*/ 136 h 9"/>
                <a:gd name="T18" fmla="*/ 50 w 10"/>
                <a:gd name="T19" fmla="*/ 93 h 9"/>
                <a:gd name="T20" fmla="*/ 50 w 10"/>
                <a:gd name="T21" fmla="*/ 93 h 9"/>
                <a:gd name="T22" fmla="*/ 50 w 10"/>
                <a:gd name="T23" fmla="*/ 77 h 9"/>
                <a:gd name="T24" fmla="*/ 83 w 10"/>
                <a:gd name="T25" fmla="*/ 35 h 9"/>
                <a:gd name="T26" fmla="*/ 83 w 10"/>
                <a:gd name="T27" fmla="*/ 35 h 9"/>
                <a:gd name="T28" fmla="*/ 113 w 10"/>
                <a:gd name="T29" fmla="*/ 56 h 9"/>
                <a:gd name="T30" fmla="*/ 95 w 10"/>
                <a:gd name="T31" fmla="*/ 35 h 9"/>
                <a:gd name="T32" fmla="*/ 33 w 10"/>
                <a:gd name="T33" fmla="*/ 21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7"/>
                    <a:pt x="3" y="9"/>
                    <a:pt x="6" y="9"/>
                  </a:cubicBezTo>
                  <a:cubicBezTo>
                    <a:pt x="6" y="9"/>
                    <a:pt x="7" y="9"/>
                    <a:pt x="7" y="8"/>
                  </a:cubicBezTo>
                  <a:cubicBezTo>
                    <a:pt x="9" y="8"/>
                    <a:pt x="9" y="7"/>
                    <a:pt x="9" y="6"/>
                  </a:cubicBezTo>
                  <a:cubicBezTo>
                    <a:pt x="10" y="5"/>
                    <a:pt x="9" y="3"/>
                    <a:pt x="8" y="2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6"/>
                    <a:pt x="9" y="6"/>
                    <a:pt x="7" y="7"/>
                  </a:cubicBezTo>
                  <a:cubicBezTo>
                    <a:pt x="6" y="8"/>
                    <a:pt x="4" y="7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7" y="2"/>
                    <a:pt x="7" y="3"/>
                  </a:cubicBezTo>
                  <a:cubicBezTo>
                    <a:pt x="7" y="3"/>
                    <a:pt x="6" y="2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7" name="Freeform 1277">
              <a:extLst>
                <a:ext uri="{FF2B5EF4-FFF2-40B4-BE49-F238E27FC236}">
                  <a16:creationId xmlns:a16="http://schemas.microsoft.com/office/drawing/2014/main" id="{A029179F-EC6B-403E-98D2-F61117FF8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021"/>
              <a:ext cx="22" cy="19"/>
            </a:xfrm>
            <a:custGeom>
              <a:avLst/>
              <a:gdLst>
                <a:gd name="T0" fmla="*/ 12 w 9"/>
                <a:gd name="T1" fmla="*/ 38 h 7"/>
                <a:gd name="T2" fmla="*/ 12 w 9"/>
                <a:gd name="T3" fmla="*/ 117 h 7"/>
                <a:gd name="T4" fmla="*/ 71 w 9"/>
                <a:gd name="T5" fmla="*/ 141 h 7"/>
                <a:gd name="T6" fmla="*/ 120 w 9"/>
                <a:gd name="T7" fmla="*/ 103 h 7"/>
                <a:gd name="T8" fmla="*/ 103 w 9"/>
                <a:gd name="T9" fmla="*/ 38 h 7"/>
                <a:gd name="T10" fmla="*/ 29 w 9"/>
                <a:gd name="T11" fmla="*/ 38 h 7"/>
                <a:gd name="T12" fmla="*/ 59 w 9"/>
                <a:gd name="T13" fmla="*/ 22 h 7"/>
                <a:gd name="T14" fmla="*/ 71 w 9"/>
                <a:gd name="T15" fmla="*/ 22 h 7"/>
                <a:gd name="T16" fmla="*/ 12 w 9"/>
                <a:gd name="T17" fmla="*/ 38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7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7" y="7"/>
                    <a:pt x="8" y="6"/>
                    <a:pt x="8" y="5"/>
                  </a:cubicBezTo>
                  <a:cubicBezTo>
                    <a:pt x="9" y="4"/>
                    <a:pt x="8" y="2"/>
                    <a:pt x="7" y="2"/>
                  </a:cubicBezTo>
                  <a:cubicBezTo>
                    <a:pt x="6" y="1"/>
                    <a:pt x="4" y="1"/>
                    <a:pt x="2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8" name="Freeform 1278">
              <a:extLst>
                <a:ext uri="{FF2B5EF4-FFF2-40B4-BE49-F238E27FC236}">
                  <a16:creationId xmlns:a16="http://schemas.microsoft.com/office/drawing/2014/main" id="{43B71639-889B-4595-B460-D575E62EA3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6" y="2051"/>
              <a:ext cx="25" cy="21"/>
            </a:xfrm>
            <a:custGeom>
              <a:avLst/>
              <a:gdLst>
                <a:gd name="T0" fmla="*/ 20 w 10"/>
                <a:gd name="T1" fmla="*/ 21 h 8"/>
                <a:gd name="T2" fmla="*/ 0 w 10"/>
                <a:gd name="T3" fmla="*/ 34 h 8"/>
                <a:gd name="T4" fmla="*/ 20 w 10"/>
                <a:gd name="T5" fmla="*/ 76 h 8"/>
                <a:gd name="T6" fmla="*/ 33 w 10"/>
                <a:gd name="T7" fmla="*/ 110 h 8"/>
                <a:gd name="T8" fmla="*/ 50 w 10"/>
                <a:gd name="T9" fmla="*/ 123 h 8"/>
                <a:gd name="T10" fmla="*/ 95 w 10"/>
                <a:gd name="T11" fmla="*/ 144 h 8"/>
                <a:gd name="T12" fmla="*/ 113 w 10"/>
                <a:gd name="T13" fmla="*/ 123 h 8"/>
                <a:gd name="T14" fmla="*/ 125 w 10"/>
                <a:gd name="T15" fmla="*/ 123 h 8"/>
                <a:gd name="T16" fmla="*/ 125 w 10"/>
                <a:gd name="T17" fmla="*/ 110 h 8"/>
                <a:gd name="T18" fmla="*/ 145 w 10"/>
                <a:gd name="T19" fmla="*/ 110 h 8"/>
                <a:gd name="T20" fmla="*/ 125 w 10"/>
                <a:gd name="T21" fmla="*/ 110 h 8"/>
                <a:gd name="T22" fmla="*/ 158 w 10"/>
                <a:gd name="T23" fmla="*/ 76 h 8"/>
                <a:gd name="T24" fmla="*/ 158 w 10"/>
                <a:gd name="T25" fmla="*/ 55 h 8"/>
                <a:gd name="T26" fmla="*/ 125 w 10"/>
                <a:gd name="T27" fmla="*/ 21 h 8"/>
                <a:gd name="T28" fmla="*/ 95 w 10"/>
                <a:gd name="T29" fmla="*/ 0 h 8"/>
                <a:gd name="T30" fmla="*/ 95 w 10"/>
                <a:gd name="T31" fmla="*/ 0 h 8"/>
                <a:gd name="T32" fmla="*/ 95 w 10"/>
                <a:gd name="T33" fmla="*/ 0 h 8"/>
                <a:gd name="T34" fmla="*/ 50 w 10"/>
                <a:gd name="T35" fmla="*/ 0 h 8"/>
                <a:gd name="T36" fmla="*/ 20 w 10"/>
                <a:gd name="T37" fmla="*/ 21 h 8"/>
                <a:gd name="T38" fmla="*/ 95 w 10"/>
                <a:gd name="T39" fmla="*/ 34 h 8"/>
                <a:gd name="T40" fmla="*/ 113 w 10"/>
                <a:gd name="T41" fmla="*/ 34 h 8"/>
                <a:gd name="T42" fmla="*/ 113 w 10"/>
                <a:gd name="T43" fmla="*/ 55 h 8"/>
                <a:gd name="T44" fmla="*/ 95 w 10"/>
                <a:gd name="T45" fmla="*/ 89 h 8"/>
                <a:gd name="T46" fmla="*/ 95 w 10"/>
                <a:gd name="T47" fmla="*/ 89 h 8"/>
                <a:gd name="T48" fmla="*/ 83 w 10"/>
                <a:gd name="T49" fmla="*/ 76 h 8"/>
                <a:gd name="T50" fmla="*/ 63 w 10"/>
                <a:gd name="T51" fmla="*/ 55 h 8"/>
                <a:gd name="T52" fmla="*/ 83 w 10"/>
                <a:gd name="T53" fmla="*/ 21 h 8"/>
                <a:gd name="T54" fmla="*/ 95 w 10"/>
                <a:gd name="T55" fmla="*/ 34 h 8"/>
                <a:gd name="T56" fmla="*/ 125 w 10"/>
                <a:gd name="T57" fmla="*/ 76 h 8"/>
                <a:gd name="T58" fmla="*/ 125 w 10"/>
                <a:gd name="T59" fmla="*/ 55 h 8"/>
                <a:gd name="T60" fmla="*/ 125 w 10"/>
                <a:gd name="T61" fmla="*/ 76 h 8"/>
                <a:gd name="T62" fmla="*/ 125 w 10"/>
                <a:gd name="T63" fmla="*/ 89 h 8"/>
                <a:gd name="T64" fmla="*/ 113 w 10"/>
                <a:gd name="T65" fmla="*/ 110 h 8"/>
                <a:gd name="T66" fmla="*/ 113 w 10"/>
                <a:gd name="T67" fmla="*/ 110 h 8"/>
                <a:gd name="T68" fmla="*/ 125 w 10"/>
                <a:gd name="T69" fmla="*/ 76 h 8"/>
                <a:gd name="T70" fmla="*/ 95 w 10"/>
                <a:gd name="T71" fmla="*/ 0 h 8"/>
                <a:gd name="T72" fmla="*/ 95 w 10"/>
                <a:gd name="T73" fmla="*/ 0 h 8"/>
                <a:gd name="T74" fmla="*/ 95 w 10"/>
                <a:gd name="T75" fmla="*/ 0 h 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" h="8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5"/>
                    <a:pt x="2" y="6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10" y="5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8" y="1"/>
                    <a:pt x="7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  <a:moveTo>
                    <a:pt x="6" y="2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4" y="2"/>
                    <a:pt x="5" y="2"/>
                    <a:pt x="5" y="1"/>
                  </a:cubicBezTo>
                  <a:cubicBezTo>
                    <a:pt x="5" y="1"/>
                    <a:pt x="6" y="2"/>
                    <a:pt x="6" y="2"/>
                  </a:cubicBezTo>
                  <a:close/>
                  <a:moveTo>
                    <a:pt x="8" y="4"/>
                  </a:moveTo>
                  <a:cubicBezTo>
                    <a:pt x="8" y="4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5"/>
                    <a:pt x="8" y="4"/>
                  </a:cubicBezTo>
                  <a:close/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9" name="Freeform 1279">
              <a:extLst>
                <a:ext uri="{FF2B5EF4-FFF2-40B4-BE49-F238E27FC236}">
                  <a16:creationId xmlns:a16="http://schemas.microsoft.com/office/drawing/2014/main" id="{1717AC65-0D14-45E3-9D99-9FD044511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019"/>
              <a:ext cx="17" cy="18"/>
            </a:xfrm>
            <a:custGeom>
              <a:avLst/>
              <a:gdLst>
                <a:gd name="T0" fmla="*/ 41 w 7"/>
                <a:gd name="T1" fmla="*/ 21 h 7"/>
                <a:gd name="T2" fmla="*/ 0 w 7"/>
                <a:gd name="T3" fmla="*/ 33 h 7"/>
                <a:gd name="T4" fmla="*/ 70 w 7"/>
                <a:gd name="T5" fmla="*/ 67 h 7"/>
                <a:gd name="T6" fmla="*/ 41 w 7"/>
                <a:gd name="T7" fmla="*/ 118 h 7"/>
                <a:gd name="T8" fmla="*/ 58 w 7"/>
                <a:gd name="T9" fmla="*/ 118 h 7"/>
                <a:gd name="T10" fmla="*/ 100 w 7"/>
                <a:gd name="T11" fmla="*/ 54 h 7"/>
                <a:gd name="T12" fmla="*/ 41 w 7"/>
                <a:gd name="T13" fmla="*/ 2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4" y="2"/>
                    <a:pt x="5" y="4"/>
                  </a:cubicBezTo>
                  <a:cubicBezTo>
                    <a:pt x="5" y="5"/>
                    <a:pt x="4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0" name="Freeform 1280">
              <a:extLst>
                <a:ext uri="{FF2B5EF4-FFF2-40B4-BE49-F238E27FC236}">
                  <a16:creationId xmlns:a16="http://schemas.microsoft.com/office/drawing/2014/main" id="{619688EF-092B-4E7A-9753-BC9E3AF1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064"/>
              <a:ext cx="38" cy="32"/>
            </a:xfrm>
            <a:custGeom>
              <a:avLst/>
              <a:gdLst>
                <a:gd name="T0" fmla="*/ 96 w 15"/>
                <a:gd name="T1" fmla="*/ 0 h 12"/>
                <a:gd name="T2" fmla="*/ 20 w 15"/>
                <a:gd name="T3" fmla="*/ 77 h 12"/>
                <a:gd name="T4" fmla="*/ 33 w 15"/>
                <a:gd name="T5" fmla="*/ 171 h 12"/>
                <a:gd name="T6" fmla="*/ 147 w 15"/>
                <a:gd name="T7" fmla="*/ 205 h 12"/>
                <a:gd name="T8" fmla="*/ 225 w 15"/>
                <a:gd name="T9" fmla="*/ 115 h 12"/>
                <a:gd name="T10" fmla="*/ 193 w 15"/>
                <a:gd name="T11" fmla="*/ 21 h 12"/>
                <a:gd name="T12" fmla="*/ 129 w 15"/>
                <a:gd name="T13" fmla="*/ 21 h 12"/>
                <a:gd name="T14" fmla="*/ 96 w 15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2">
                  <a:moveTo>
                    <a:pt x="6" y="0"/>
                  </a:moveTo>
                  <a:cubicBezTo>
                    <a:pt x="3" y="1"/>
                    <a:pt x="1" y="2"/>
                    <a:pt x="1" y="4"/>
                  </a:cubicBezTo>
                  <a:cubicBezTo>
                    <a:pt x="0" y="6"/>
                    <a:pt x="0" y="8"/>
                    <a:pt x="2" y="9"/>
                  </a:cubicBezTo>
                  <a:cubicBezTo>
                    <a:pt x="3" y="11"/>
                    <a:pt x="6" y="12"/>
                    <a:pt x="9" y="11"/>
                  </a:cubicBezTo>
                  <a:cubicBezTo>
                    <a:pt x="12" y="10"/>
                    <a:pt x="14" y="9"/>
                    <a:pt x="14" y="6"/>
                  </a:cubicBezTo>
                  <a:cubicBezTo>
                    <a:pt x="15" y="4"/>
                    <a:pt x="14" y="3"/>
                    <a:pt x="12" y="1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1" name="Freeform 1281">
              <a:extLst>
                <a:ext uri="{FF2B5EF4-FFF2-40B4-BE49-F238E27FC236}">
                  <a16:creationId xmlns:a16="http://schemas.microsoft.com/office/drawing/2014/main" id="{150306E4-BBB5-4D42-A53E-796D0F996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109"/>
              <a:ext cx="20" cy="27"/>
            </a:xfrm>
            <a:custGeom>
              <a:avLst/>
              <a:gdLst>
                <a:gd name="T0" fmla="*/ 20 w 8"/>
                <a:gd name="T1" fmla="*/ 59 h 10"/>
                <a:gd name="T2" fmla="*/ 20 w 8"/>
                <a:gd name="T3" fmla="*/ 81 h 10"/>
                <a:gd name="T4" fmla="*/ 50 w 8"/>
                <a:gd name="T5" fmla="*/ 176 h 10"/>
                <a:gd name="T6" fmla="*/ 95 w 8"/>
                <a:gd name="T7" fmla="*/ 176 h 10"/>
                <a:gd name="T8" fmla="*/ 125 w 8"/>
                <a:gd name="T9" fmla="*/ 138 h 10"/>
                <a:gd name="T10" fmla="*/ 125 w 8"/>
                <a:gd name="T11" fmla="*/ 116 h 10"/>
                <a:gd name="T12" fmla="*/ 113 w 8"/>
                <a:gd name="T13" fmla="*/ 59 h 10"/>
                <a:gd name="T14" fmla="*/ 113 w 8"/>
                <a:gd name="T15" fmla="*/ 59 h 10"/>
                <a:gd name="T16" fmla="*/ 63 w 8"/>
                <a:gd name="T17" fmla="*/ 0 h 10"/>
                <a:gd name="T18" fmla="*/ 20 w 8"/>
                <a:gd name="T19" fmla="*/ 59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0">
                  <a:moveTo>
                    <a:pt x="1" y="3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0" y="8"/>
                    <a:pt x="3" y="9"/>
                  </a:cubicBezTo>
                  <a:cubicBezTo>
                    <a:pt x="4" y="10"/>
                    <a:pt x="5" y="10"/>
                    <a:pt x="6" y="9"/>
                  </a:cubicBezTo>
                  <a:cubicBezTo>
                    <a:pt x="7" y="9"/>
                    <a:pt x="8" y="8"/>
                    <a:pt x="8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8" y="5"/>
                    <a:pt x="8" y="4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2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2" name="Freeform 1282">
              <a:extLst>
                <a:ext uri="{FF2B5EF4-FFF2-40B4-BE49-F238E27FC236}">
                  <a16:creationId xmlns:a16="http://schemas.microsoft.com/office/drawing/2014/main" id="{14AE5686-51EB-4673-B3C5-6B6C3FAA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152"/>
              <a:ext cx="28" cy="32"/>
            </a:xfrm>
            <a:custGeom>
              <a:avLst/>
              <a:gdLst>
                <a:gd name="T0" fmla="*/ 51 w 11"/>
                <a:gd name="T1" fmla="*/ 21 h 12"/>
                <a:gd name="T2" fmla="*/ 20 w 11"/>
                <a:gd name="T3" fmla="*/ 171 h 12"/>
                <a:gd name="T4" fmla="*/ 51 w 11"/>
                <a:gd name="T5" fmla="*/ 227 h 12"/>
                <a:gd name="T6" fmla="*/ 181 w 11"/>
                <a:gd name="T7" fmla="*/ 149 h 12"/>
                <a:gd name="T8" fmla="*/ 181 w 11"/>
                <a:gd name="T9" fmla="*/ 115 h 12"/>
                <a:gd name="T10" fmla="*/ 163 w 11"/>
                <a:gd name="T11" fmla="*/ 77 h 12"/>
                <a:gd name="T12" fmla="*/ 117 w 11"/>
                <a:gd name="T13" fmla="*/ 21 h 12"/>
                <a:gd name="T14" fmla="*/ 97 w 11"/>
                <a:gd name="T15" fmla="*/ 0 h 12"/>
                <a:gd name="T16" fmla="*/ 51 w 11"/>
                <a:gd name="T17" fmla="*/ 2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3" y="1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0"/>
                    <a:pt x="2" y="11"/>
                    <a:pt x="3" y="12"/>
                  </a:cubicBezTo>
                  <a:cubicBezTo>
                    <a:pt x="7" y="12"/>
                    <a:pt x="10" y="10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  <a:cubicBezTo>
                    <a:pt x="11" y="5"/>
                    <a:pt x="11" y="4"/>
                    <a:pt x="10" y="4"/>
                  </a:cubicBezTo>
                  <a:cubicBezTo>
                    <a:pt x="10" y="2"/>
                    <a:pt x="9" y="1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3" name="Freeform 1283">
              <a:extLst>
                <a:ext uri="{FF2B5EF4-FFF2-40B4-BE49-F238E27FC236}">
                  <a16:creationId xmlns:a16="http://schemas.microsoft.com/office/drawing/2014/main" id="{7D0FBCF4-FF4A-48E5-9E51-F98D719D2D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2147"/>
              <a:ext cx="20" cy="29"/>
            </a:xfrm>
            <a:custGeom>
              <a:avLst/>
              <a:gdLst>
                <a:gd name="T0" fmla="*/ 50 w 8"/>
                <a:gd name="T1" fmla="*/ 21 h 11"/>
                <a:gd name="T2" fmla="*/ 0 w 8"/>
                <a:gd name="T3" fmla="*/ 90 h 11"/>
                <a:gd name="T4" fmla="*/ 0 w 8"/>
                <a:gd name="T5" fmla="*/ 90 h 11"/>
                <a:gd name="T6" fmla="*/ 20 w 8"/>
                <a:gd name="T7" fmla="*/ 166 h 11"/>
                <a:gd name="T8" fmla="*/ 50 w 8"/>
                <a:gd name="T9" fmla="*/ 182 h 11"/>
                <a:gd name="T10" fmla="*/ 83 w 8"/>
                <a:gd name="T11" fmla="*/ 166 h 11"/>
                <a:gd name="T12" fmla="*/ 95 w 8"/>
                <a:gd name="T13" fmla="*/ 166 h 11"/>
                <a:gd name="T14" fmla="*/ 113 w 8"/>
                <a:gd name="T15" fmla="*/ 76 h 11"/>
                <a:gd name="T16" fmla="*/ 113 w 8"/>
                <a:gd name="T17" fmla="*/ 76 h 11"/>
                <a:gd name="T18" fmla="*/ 95 w 8"/>
                <a:gd name="T19" fmla="*/ 21 h 11"/>
                <a:gd name="T20" fmla="*/ 50 w 8"/>
                <a:gd name="T21" fmla="*/ 21 h 11"/>
                <a:gd name="T22" fmla="*/ 63 w 8"/>
                <a:gd name="T23" fmla="*/ 55 h 11"/>
                <a:gd name="T24" fmla="*/ 95 w 8"/>
                <a:gd name="T25" fmla="*/ 90 h 11"/>
                <a:gd name="T26" fmla="*/ 95 w 8"/>
                <a:gd name="T27" fmla="*/ 90 h 11"/>
                <a:gd name="T28" fmla="*/ 95 w 8"/>
                <a:gd name="T29" fmla="*/ 111 h 11"/>
                <a:gd name="T30" fmla="*/ 95 w 8"/>
                <a:gd name="T31" fmla="*/ 111 h 11"/>
                <a:gd name="T32" fmla="*/ 95 w 8"/>
                <a:gd name="T33" fmla="*/ 111 h 11"/>
                <a:gd name="T34" fmla="*/ 95 w 8"/>
                <a:gd name="T35" fmla="*/ 124 h 11"/>
                <a:gd name="T36" fmla="*/ 33 w 8"/>
                <a:gd name="T37" fmla="*/ 124 h 11"/>
                <a:gd name="T38" fmla="*/ 20 w 8"/>
                <a:gd name="T39" fmla="*/ 90 h 11"/>
                <a:gd name="T40" fmla="*/ 20 w 8"/>
                <a:gd name="T41" fmla="*/ 90 h 11"/>
                <a:gd name="T42" fmla="*/ 20 w 8"/>
                <a:gd name="T43" fmla="*/ 76 h 11"/>
                <a:gd name="T44" fmla="*/ 20 w 8"/>
                <a:gd name="T45" fmla="*/ 76 h 11"/>
                <a:gd name="T46" fmla="*/ 33 w 8"/>
                <a:gd name="T47" fmla="*/ 76 h 11"/>
                <a:gd name="T48" fmla="*/ 20 w 8"/>
                <a:gd name="T49" fmla="*/ 76 h 11"/>
                <a:gd name="T50" fmla="*/ 20 w 8"/>
                <a:gd name="T51" fmla="*/ 76 h 11"/>
                <a:gd name="T52" fmla="*/ 63 w 8"/>
                <a:gd name="T53" fmla="*/ 55 h 11"/>
                <a:gd name="T54" fmla="*/ 20 w 8"/>
                <a:gd name="T55" fmla="*/ 90 h 11"/>
                <a:gd name="T56" fmla="*/ 20 w 8"/>
                <a:gd name="T57" fmla="*/ 76 h 11"/>
                <a:gd name="T58" fmla="*/ 20 w 8"/>
                <a:gd name="T59" fmla="*/ 90 h 11"/>
                <a:gd name="T60" fmla="*/ 20 w 8"/>
                <a:gd name="T61" fmla="*/ 90 h 11"/>
                <a:gd name="T62" fmla="*/ 20 w 8"/>
                <a:gd name="T63" fmla="*/ 90 h 11"/>
                <a:gd name="T64" fmla="*/ 20 w 8"/>
                <a:gd name="T65" fmla="*/ 90 h 11"/>
                <a:gd name="T66" fmla="*/ 20 w 8"/>
                <a:gd name="T67" fmla="*/ 111 h 11"/>
                <a:gd name="T68" fmla="*/ 20 w 8"/>
                <a:gd name="T69" fmla="*/ 90 h 11"/>
                <a:gd name="T70" fmla="*/ 20 w 8"/>
                <a:gd name="T71" fmla="*/ 76 h 11"/>
                <a:gd name="T72" fmla="*/ 20 w 8"/>
                <a:gd name="T73" fmla="*/ 90 h 11"/>
                <a:gd name="T74" fmla="*/ 50 w 8"/>
                <a:gd name="T75" fmla="*/ 111 h 11"/>
                <a:gd name="T76" fmla="*/ 95 w 8"/>
                <a:gd name="T77" fmla="*/ 124 h 11"/>
                <a:gd name="T78" fmla="*/ 95 w 8"/>
                <a:gd name="T79" fmla="*/ 111 h 11"/>
                <a:gd name="T80" fmla="*/ 95 w 8"/>
                <a:gd name="T81" fmla="*/ 90 h 11"/>
                <a:gd name="T82" fmla="*/ 50 w 8"/>
                <a:gd name="T83" fmla="*/ 55 h 11"/>
                <a:gd name="T84" fmla="*/ 20 w 8"/>
                <a:gd name="T85" fmla="*/ 76 h 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" h="11">
                  <a:moveTo>
                    <a:pt x="3" y="1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1"/>
                    <a:pt x="5" y="10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8"/>
                    <a:pt x="8" y="6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5" y="1"/>
                    <a:pt x="4" y="0"/>
                    <a:pt x="3" y="1"/>
                  </a:cubicBezTo>
                  <a:close/>
                  <a:moveTo>
                    <a:pt x="4" y="3"/>
                  </a:moveTo>
                  <a:cubicBezTo>
                    <a:pt x="5" y="3"/>
                    <a:pt x="5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3" y="3"/>
                    <a:pt x="4" y="3"/>
                  </a:cubicBezTo>
                  <a:close/>
                  <a:moveTo>
                    <a:pt x="1" y="5"/>
                  </a:move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lose/>
                  <a:moveTo>
                    <a:pt x="1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3" y="7"/>
                    <a:pt x="5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5"/>
                    <a:pt x="6" y="5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3" y="3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4" name="Freeform 1284">
              <a:extLst>
                <a:ext uri="{FF2B5EF4-FFF2-40B4-BE49-F238E27FC236}">
                  <a16:creationId xmlns:a16="http://schemas.microsoft.com/office/drawing/2014/main" id="{34EAFE27-69E6-4C81-BF0D-7A8A0D3E5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55"/>
              <a:ext cx="37" cy="34"/>
            </a:xfrm>
            <a:custGeom>
              <a:avLst/>
              <a:gdLst>
                <a:gd name="T0" fmla="*/ 74 w 15"/>
                <a:gd name="T1" fmla="*/ 21 h 13"/>
                <a:gd name="T2" fmla="*/ 42 w 15"/>
                <a:gd name="T3" fmla="*/ 165 h 13"/>
                <a:gd name="T4" fmla="*/ 74 w 15"/>
                <a:gd name="T5" fmla="*/ 199 h 13"/>
                <a:gd name="T6" fmla="*/ 91 w 15"/>
                <a:gd name="T7" fmla="*/ 199 h 13"/>
                <a:gd name="T8" fmla="*/ 133 w 15"/>
                <a:gd name="T9" fmla="*/ 233 h 13"/>
                <a:gd name="T10" fmla="*/ 212 w 15"/>
                <a:gd name="T11" fmla="*/ 123 h 13"/>
                <a:gd name="T12" fmla="*/ 212 w 15"/>
                <a:gd name="T13" fmla="*/ 123 h 13"/>
                <a:gd name="T14" fmla="*/ 212 w 15"/>
                <a:gd name="T15" fmla="*/ 123 h 13"/>
                <a:gd name="T16" fmla="*/ 224 w 15"/>
                <a:gd name="T17" fmla="*/ 89 h 13"/>
                <a:gd name="T18" fmla="*/ 212 w 15"/>
                <a:gd name="T19" fmla="*/ 34 h 13"/>
                <a:gd name="T20" fmla="*/ 153 w 15"/>
                <a:gd name="T21" fmla="*/ 21 h 13"/>
                <a:gd name="T22" fmla="*/ 74 w 15"/>
                <a:gd name="T23" fmla="*/ 21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3">
                  <a:moveTo>
                    <a:pt x="5" y="1"/>
                  </a:moveTo>
                  <a:cubicBezTo>
                    <a:pt x="5" y="1"/>
                    <a:pt x="0" y="2"/>
                    <a:pt x="3" y="9"/>
                  </a:cubicBez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3"/>
                    <a:pt x="8" y="13"/>
                    <a:pt x="9" y="13"/>
                  </a:cubicBezTo>
                  <a:cubicBezTo>
                    <a:pt x="13" y="12"/>
                    <a:pt x="14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5" name="Freeform 1285">
              <a:extLst>
                <a:ext uri="{FF2B5EF4-FFF2-40B4-BE49-F238E27FC236}">
                  <a16:creationId xmlns:a16="http://schemas.microsoft.com/office/drawing/2014/main" id="{7BF128CE-D732-40FB-958A-1E077F9F4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192"/>
              <a:ext cx="20" cy="27"/>
            </a:xfrm>
            <a:custGeom>
              <a:avLst/>
              <a:gdLst>
                <a:gd name="T0" fmla="*/ 83 w 8"/>
                <a:gd name="T1" fmla="*/ 0 h 10"/>
                <a:gd name="T2" fmla="*/ 33 w 8"/>
                <a:gd name="T3" fmla="*/ 22 h 10"/>
                <a:gd name="T4" fmla="*/ 0 w 8"/>
                <a:gd name="T5" fmla="*/ 81 h 10"/>
                <a:gd name="T6" fmla="*/ 0 w 8"/>
                <a:gd name="T7" fmla="*/ 103 h 10"/>
                <a:gd name="T8" fmla="*/ 20 w 8"/>
                <a:gd name="T9" fmla="*/ 116 h 10"/>
                <a:gd name="T10" fmla="*/ 20 w 8"/>
                <a:gd name="T11" fmla="*/ 116 h 10"/>
                <a:gd name="T12" fmla="*/ 20 w 8"/>
                <a:gd name="T13" fmla="*/ 138 h 10"/>
                <a:gd name="T14" fmla="*/ 50 w 8"/>
                <a:gd name="T15" fmla="*/ 197 h 10"/>
                <a:gd name="T16" fmla="*/ 113 w 8"/>
                <a:gd name="T17" fmla="*/ 138 h 10"/>
                <a:gd name="T18" fmla="*/ 113 w 8"/>
                <a:gd name="T19" fmla="*/ 116 h 10"/>
                <a:gd name="T20" fmla="*/ 125 w 8"/>
                <a:gd name="T21" fmla="*/ 81 h 10"/>
                <a:gd name="T22" fmla="*/ 125 w 8"/>
                <a:gd name="T23" fmla="*/ 81 h 10"/>
                <a:gd name="T24" fmla="*/ 125 w 8"/>
                <a:gd name="T25" fmla="*/ 59 h 10"/>
                <a:gd name="T26" fmla="*/ 125 w 8"/>
                <a:gd name="T27" fmla="*/ 38 h 10"/>
                <a:gd name="T28" fmla="*/ 113 w 8"/>
                <a:gd name="T29" fmla="*/ 22 h 10"/>
                <a:gd name="T30" fmla="*/ 83 w 8"/>
                <a:gd name="T31" fmla="*/ 0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8"/>
                    <a:pt x="2" y="10"/>
                    <a:pt x="3" y="10"/>
                  </a:cubicBezTo>
                  <a:cubicBezTo>
                    <a:pt x="5" y="10"/>
                    <a:pt x="7" y="9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6" name="Freeform 1286">
              <a:extLst>
                <a:ext uri="{FF2B5EF4-FFF2-40B4-BE49-F238E27FC236}">
                  <a16:creationId xmlns:a16="http://schemas.microsoft.com/office/drawing/2014/main" id="{97B55932-40BB-4B0F-9450-DFE5FC46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208"/>
              <a:ext cx="28" cy="27"/>
            </a:xfrm>
            <a:custGeom>
              <a:avLst/>
              <a:gdLst>
                <a:gd name="T0" fmla="*/ 64 w 11"/>
                <a:gd name="T1" fmla="*/ 22 h 10"/>
                <a:gd name="T2" fmla="*/ 64 w 11"/>
                <a:gd name="T3" fmla="*/ 22 h 10"/>
                <a:gd name="T4" fmla="*/ 51 w 11"/>
                <a:gd name="T5" fmla="*/ 38 h 10"/>
                <a:gd name="T6" fmla="*/ 33 w 11"/>
                <a:gd name="T7" fmla="*/ 38 h 10"/>
                <a:gd name="T8" fmla="*/ 0 w 11"/>
                <a:gd name="T9" fmla="*/ 103 h 10"/>
                <a:gd name="T10" fmla="*/ 0 w 11"/>
                <a:gd name="T11" fmla="*/ 116 h 10"/>
                <a:gd name="T12" fmla="*/ 33 w 11"/>
                <a:gd name="T13" fmla="*/ 159 h 10"/>
                <a:gd name="T14" fmla="*/ 33 w 11"/>
                <a:gd name="T15" fmla="*/ 159 h 10"/>
                <a:gd name="T16" fmla="*/ 64 w 11"/>
                <a:gd name="T17" fmla="*/ 197 h 10"/>
                <a:gd name="T18" fmla="*/ 97 w 11"/>
                <a:gd name="T19" fmla="*/ 197 h 10"/>
                <a:gd name="T20" fmla="*/ 163 w 11"/>
                <a:gd name="T21" fmla="*/ 116 h 10"/>
                <a:gd name="T22" fmla="*/ 181 w 11"/>
                <a:gd name="T23" fmla="*/ 103 h 10"/>
                <a:gd name="T24" fmla="*/ 163 w 11"/>
                <a:gd name="T25" fmla="*/ 59 h 10"/>
                <a:gd name="T26" fmla="*/ 150 w 11"/>
                <a:gd name="T27" fmla="*/ 38 h 10"/>
                <a:gd name="T28" fmla="*/ 150 w 11"/>
                <a:gd name="T29" fmla="*/ 38 h 10"/>
                <a:gd name="T30" fmla="*/ 64 w 11"/>
                <a:gd name="T31" fmla="*/ 22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" h="1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3" y="9"/>
                    <a:pt x="4" y="10"/>
                  </a:cubicBezTo>
                  <a:cubicBezTo>
                    <a:pt x="4" y="10"/>
                    <a:pt x="5" y="10"/>
                    <a:pt x="6" y="10"/>
                  </a:cubicBezTo>
                  <a:cubicBezTo>
                    <a:pt x="8" y="9"/>
                    <a:pt x="9" y="8"/>
                    <a:pt x="10" y="6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4"/>
                    <a:pt x="11" y="4"/>
                    <a:pt x="10" y="3"/>
                  </a:cubicBezTo>
                  <a:cubicBezTo>
                    <a:pt x="10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7" name="Freeform 1287">
              <a:extLst>
                <a:ext uri="{FF2B5EF4-FFF2-40B4-BE49-F238E27FC236}">
                  <a16:creationId xmlns:a16="http://schemas.microsoft.com/office/drawing/2014/main" id="{D0D29B25-D1E3-44AD-8834-E91D05C65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171"/>
              <a:ext cx="17" cy="18"/>
            </a:xfrm>
            <a:custGeom>
              <a:avLst/>
              <a:gdLst>
                <a:gd name="T0" fmla="*/ 41 w 7"/>
                <a:gd name="T1" fmla="*/ 0 h 7"/>
                <a:gd name="T2" fmla="*/ 0 w 7"/>
                <a:gd name="T3" fmla="*/ 54 h 7"/>
                <a:gd name="T4" fmla="*/ 12 w 7"/>
                <a:gd name="T5" fmla="*/ 118 h 7"/>
                <a:gd name="T6" fmla="*/ 41 w 7"/>
                <a:gd name="T7" fmla="*/ 33 h 7"/>
                <a:gd name="T8" fmla="*/ 100 w 7"/>
                <a:gd name="T9" fmla="*/ 67 h 7"/>
                <a:gd name="T10" fmla="*/ 100 w 7"/>
                <a:gd name="T11" fmla="*/ 54 h 7"/>
                <a:gd name="T12" fmla="*/ 41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2"/>
                    <a:pt x="7" y="2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8" name="Freeform 1288">
              <a:extLst>
                <a:ext uri="{FF2B5EF4-FFF2-40B4-BE49-F238E27FC236}">
                  <a16:creationId xmlns:a16="http://schemas.microsoft.com/office/drawing/2014/main" id="{07475F51-D1B1-4222-92B8-9C59C8C3F6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4" y="2027"/>
              <a:ext cx="17" cy="18"/>
            </a:xfrm>
            <a:custGeom>
              <a:avLst/>
              <a:gdLst>
                <a:gd name="T0" fmla="*/ 29 w 7"/>
                <a:gd name="T1" fmla="*/ 33 h 7"/>
                <a:gd name="T2" fmla="*/ 29 w 7"/>
                <a:gd name="T3" fmla="*/ 100 h 7"/>
                <a:gd name="T4" fmla="*/ 70 w 7"/>
                <a:gd name="T5" fmla="*/ 100 h 7"/>
                <a:gd name="T6" fmla="*/ 41 w 7"/>
                <a:gd name="T7" fmla="*/ 85 h 7"/>
                <a:gd name="T8" fmla="*/ 41 w 7"/>
                <a:gd name="T9" fmla="*/ 67 h 7"/>
                <a:gd name="T10" fmla="*/ 70 w 7"/>
                <a:gd name="T11" fmla="*/ 0 h 7"/>
                <a:gd name="T12" fmla="*/ 29 w 7"/>
                <a:gd name="T13" fmla="*/ 33 h 7"/>
                <a:gd name="T14" fmla="*/ 70 w 7"/>
                <a:gd name="T15" fmla="*/ 100 h 7"/>
                <a:gd name="T16" fmla="*/ 100 w 7"/>
                <a:gd name="T17" fmla="*/ 100 h 7"/>
                <a:gd name="T18" fmla="*/ 100 w 7"/>
                <a:gd name="T19" fmla="*/ 100 h 7"/>
                <a:gd name="T20" fmla="*/ 70 w 7"/>
                <a:gd name="T21" fmla="*/ 100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3"/>
                    <a:pt x="1" y="4"/>
                    <a:pt x="2" y="6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2"/>
                    <a:pt x="4" y="1"/>
                    <a:pt x="5" y="0"/>
                  </a:cubicBezTo>
                  <a:lnTo>
                    <a:pt x="2" y="2"/>
                  </a:lnTo>
                  <a:close/>
                  <a:moveTo>
                    <a:pt x="5" y="6"/>
                  </a:moveTo>
                  <a:cubicBezTo>
                    <a:pt x="6" y="6"/>
                    <a:pt x="6" y="7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6" y="6"/>
                    <a:pt x="5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9" name="Freeform 1289">
              <a:extLst>
                <a:ext uri="{FF2B5EF4-FFF2-40B4-BE49-F238E27FC236}">
                  <a16:creationId xmlns:a16="http://schemas.microsoft.com/office/drawing/2014/main" id="{8D1F8660-31B1-4420-821E-012D116D34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91" y="2075"/>
              <a:ext cx="20" cy="24"/>
            </a:xfrm>
            <a:custGeom>
              <a:avLst/>
              <a:gdLst>
                <a:gd name="T0" fmla="*/ 33 w 8"/>
                <a:gd name="T1" fmla="*/ 35 h 9"/>
                <a:gd name="T2" fmla="*/ 33 w 8"/>
                <a:gd name="T3" fmla="*/ 149 h 9"/>
                <a:gd name="T4" fmla="*/ 83 w 8"/>
                <a:gd name="T5" fmla="*/ 171 h 9"/>
                <a:gd name="T6" fmla="*/ 125 w 8"/>
                <a:gd name="T7" fmla="*/ 93 h 9"/>
                <a:gd name="T8" fmla="*/ 125 w 8"/>
                <a:gd name="T9" fmla="*/ 93 h 9"/>
                <a:gd name="T10" fmla="*/ 83 w 8"/>
                <a:gd name="T11" fmla="*/ 136 h 9"/>
                <a:gd name="T12" fmla="*/ 33 w 8"/>
                <a:gd name="T13" fmla="*/ 77 h 9"/>
                <a:gd name="T14" fmla="*/ 63 w 8"/>
                <a:gd name="T15" fmla="*/ 56 h 9"/>
                <a:gd name="T16" fmla="*/ 113 w 8"/>
                <a:gd name="T17" fmla="*/ 56 h 9"/>
                <a:gd name="T18" fmla="*/ 113 w 8"/>
                <a:gd name="T19" fmla="*/ 115 h 9"/>
                <a:gd name="T20" fmla="*/ 95 w 8"/>
                <a:gd name="T21" fmla="*/ 21 h 9"/>
                <a:gd name="T22" fmla="*/ 33 w 8"/>
                <a:gd name="T23" fmla="*/ 35 h 9"/>
                <a:gd name="T24" fmla="*/ 33 w 8"/>
                <a:gd name="T25" fmla="*/ 93 h 9"/>
                <a:gd name="T26" fmla="*/ 33 w 8"/>
                <a:gd name="T27" fmla="*/ 93 h 9"/>
                <a:gd name="T28" fmla="*/ 33 w 8"/>
                <a:gd name="T29" fmla="*/ 93 h 9"/>
                <a:gd name="T30" fmla="*/ 33 w 8"/>
                <a:gd name="T31" fmla="*/ 93 h 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9">
                  <a:moveTo>
                    <a:pt x="2" y="2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3" y="9"/>
                    <a:pt x="4" y="9"/>
                    <a:pt x="5" y="9"/>
                  </a:cubicBezTo>
                  <a:cubicBezTo>
                    <a:pt x="7" y="8"/>
                    <a:pt x="8" y="7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7"/>
                    <a:pt x="6" y="8"/>
                    <a:pt x="5" y="7"/>
                  </a:cubicBezTo>
                  <a:cubicBezTo>
                    <a:pt x="3" y="7"/>
                    <a:pt x="2" y="6"/>
                    <a:pt x="2" y="4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5" y="2"/>
                    <a:pt x="6" y="2"/>
                    <a:pt x="7" y="3"/>
                  </a:cubicBezTo>
                  <a:cubicBezTo>
                    <a:pt x="7" y="4"/>
                    <a:pt x="7" y="5"/>
                    <a:pt x="7" y="6"/>
                  </a:cubicBezTo>
                  <a:cubicBezTo>
                    <a:pt x="8" y="4"/>
                    <a:pt x="8" y="2"/>
                    <a:pt x="6" y="1"/>
                  </a:cubicBezTo>
                  <a:cubicBezTo>
                    <a:pt x="5" y="0"/>
                    <a:pt x="3" y="0"/>
                    <a:pt x="2" y="2"/>
                  </a:cubicBezTo>
                  <a:close/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0" name="Freeform 1290">
              <a:extLst>
                <a:ext uri="{FF2B5EF4-FFF2-40B4-BE49-F238E27FC236}">
                  <a16:creationId xmlns:a16="http://schemas.microsoft.com/office/drawing/2014/main" id="{0099E9CA-E258-4DFB-9B79-EA7BD203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163"/>
              <a:ext cx="23" cy="18"/>
            </a:xfrm>
            <a:custGeom>
              <a:avLst/>
              <a:gdLst>
                <a:gd name="T0" fmla="*/ 33 w 9"/>
                <a:gd name="T1" fmla="*/ 21 h 7"/>
                <a:gd name="T2" fmla="*/ 20 w 9"/>
                <a:gd name="T3" fmla="*/ 67 h 7"/>
                <a:gd name="T4" fmla="*/ 97 w 9"/>
                <a:gd name="T5" fmla="*/ 118 h 7"/>
                <a:gd name="T6" fmla="*/ 151 w 9"/>
                <a:gd name="T7" fmla="*/ 67 h 7"/>
                <a:gd name="T8" fmla="*/ 97 w 9"/>
                <a:gd name="T9" fmla="*/ 0 h 7"/>
                <a:gd name="T10" fmla="*/ 97 w 9"/>
                <a:gd name="T11" fmla="*/ 0 h 7"/>
                <a:gd name="T12" fmla="*/ 118 w 9"/>
                <a:gd name="T13" fmla="*/ 21 h 7"/>
                <a:gd name="T14" fmla="*/ 33 w 9"/>
                <a:gd name="T15" fmla="*/ 21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6"/>
                    <a:pt x="4" y="6"/>
                    <a:pt x="6" y="7"/>
                  </a:cubicBezTo>
                  <a:cubicBezTo>
                    <a:pt x="7" y="7"/>
                    <a:pt x="9" y="6"/>
                    <a:pt x="9" y="4"/>
                  </a:cubicBezTo>
                  <a:cubicBezTo>
                    <a:pt x="9" y="2"/>
                    <a:pt x="8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1" name="Freeform 1291">
              <a:extLst>
                <a:ext uri="{FF2B5EF4-FFF2-40B4-BE49-F238E27FC236}">
                  <a16:creationId xmlns:a16="http://schemas.microsoft.com/office/drawing/2014/main" id="{A59DFD14-25A3-4BD0-87DF-4803359F4F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96" y="2283"/>
              <a:ext cx="18" cy="21"/>
            </a:xfrm>
            <a:custGeom>
              <a:avLst/>
              <a:gdLst>
                <a:gd name="T0" fmla="*/ 33 w 7"/>
                <a:gd name="T1" fmla="*/ 21 h 8"/>
                <a:gd name="T2" fmla="*/ 0 w 7"/>
                <a:gd name="T3" fmla="*/ 110 h 8"/>
                <a:gd name="T4" fmla="*/ 54 w 7"/>
                <a:gd name="T5" fmla="*/ 144 h 8"/>
                <a:gd name="T6" fmla="*/ 118 w 7"/>
                <a:gd name="T7" fmla="*/ 89 h 8"/>
                <a:gd name="T8" fmla="*/ 118 w 7"/>
                <a:gd name="T9" fmla="*/ 76 h 8"/>
                <a:gd name="T10" fmla="*/ 85 w 7"/>
                <a:gd name="T11" fmla="*/ 21 h 8"/>
                <a:gd name="T12" fmla="*/ 33 w 7"/>
                <a:gd name="T13" fmla="*/ 21 h 8"/>
                <a:gd name="T14" fmla="*/ 118 w 7"/>
                <a:gd name="T15" fmla="*/ 89 h 8"/>
                <a:gd name="T16" fmla="*/ 100 w 7"/>
                <a:gd name="T17" fmla="*/ 110 h 8"/>
                <a:gd name="T18" fmla="*/ 118 w 7"/>
                <a:gd name="T19" fmla="*/ 89 h 8"/>
                <a:gd name="T20" fmla="*/ 118 w 7"/>
                <a:gd name="T21" fmla="*/ 89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1" y="8"/>
                    <a:pt x="2" y="8"/>
                    <a:pt x="3" y="8"/>
                  </a:cubicBezTo>
                  <a:cubicBezTo>
                    <a:pt x="5" y="8"/>
                    <a:pt x="6" y="7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6" y="2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  <a:moveTo>
                    <a:pt x="7" y="5"/>
                  </a:moveTo>
                  <a:cubicBezTo>
                    <a:pt x="7" y="5"/>
                    <a:pt x="7" y="5"/>
                    <a:pt x="6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2" name="Freeform 1292">
              <a:extLst>
                <a:ext uri="{FF2B5EF4-FFF2-40B4-BE49-F238E27FC236}">
                  <a16:creationId xmlns:a16="http://schemas.microsoft.com/office/drawing/2014/main" id="{051ADD2B-E774-4ADA-A9C7-D0D6E1B1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84"/>
              <a:ext cx="25" cy="27"/>
            </a:xfrm>
            <a:custGeom>
              <a:avLst/>
              <a:gdLst>
                <a:gd name="T0" fmla="*/ 50 w 10"/>
                <a:gd name="T1" fmla="*/ 22 h 10"/>
                <a:gd name="T2" fmla="*/ 20 w 10"/>
                <a:gd name="T3" fmla="*/ 159 h 10"/>
                <a:gd name="T4" fmla="*/ 50 w 10"/>
                <a:gd name="T5" fmla="*/ 197 h 10"/>
                <a:gd name="T6" fmla="*/ 113 w 10"/>
                <a:gd name="T7" fmla="*/ 197 h 10"/>
                <a:gd name="T8" fmla="*/ 158 w 10"/>
                <a:gd name="T9" fmla="*/ 138 h 10"/>
                <a:gd name="T10" fmla="*/ 158 w 10"/>
                <a:gd name="T11" fmla="*/ 138 h 10"/>
                <a:gd name="T12" fmla="*/ 158 w 10"/>
                <a:gd name="T13" fmla="*/ 138 h 10"/>
                <a:gd name="T14" fmla="*/ 158 w 10"/>
                <a:gd name="T15" fmla="*/ 138 h 10"/>
                <a:gd name="T16" fmla="*/ 145 w 10"/>
                <a:gd name="T17" fmla="*/ 59 h 10"/>
                <a:gd name="T18" fmla="*/ 50 w 10"/>
                <a:gd name="T19" fmla="*/ 22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3" y="1"/>
                  </a:moveTo>
                  <a:cubicBezTo>
                    <a:pt x="1" y="2"/>
                    <a:pt x="0" y="4"/>
                    <a:pt x="1" y="8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9" y="10"/>
                    <a:pt x="10" y="9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5"/>
                    <a:pt x="9" y="4"/>
                    <a:pt x="9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3" name="Freeform 1293">
              <a:extLst>
                <a:ext uri="{FF2B5EF4-FFF2-40B4-BE49-F238E27FC236}">
                  <a16:creationId xmlns:a16="http://schemas.microsoft.com/office/drawing/2014/main" id="{6677730B-D1D1-490B-AAD4-D14BFB32D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101"/>
              <a:ext cx="25" cy="38"/>
            </a:xfrm>
            <a:custGeom>
              <a:avLst/>
              <a:gdLst>
                <a:gd name="T0" fmla="*/ 0 w 10"/>
                <a:gd name="T1" fmla="*/ 60 h 14"/>
                <a:gd name="T2" fmla="*/ 20 w 10"/>
                <a:gd name="T3" fmla="*/ 22 h 14"/>
                <a:gd name="T4" fmla="*/ 83 w 10"/>
                <a:gd name="T5" fmla="*/ 22 h 14"/>
                <a:gd name="T6" fmla="*/ 95 w 10"/>
                <a:gd name="T7" fmla="*/ 81 h 14"/>
                <a:gd name="T8" fmla="*/ 63 w 10"/>
                <a:gd name="T9" fmla="*/ 60 h 14"/>
                <a:gd name="T10" fmla="*/ 95 w 10"/>
                <a:gd name="T11" fmla="*/ 81 h 14"/>
                <a:gd name="T12" fmla="*/ 83 w 10"/>
                <a:gd name="T13" fmla="*/ 81 h 14"/>
                <a:gd name="T14" fmla="*/ 83 w 10"/>
                <a:gd name="T15" fmla="*/ 81 h 14"/>
                <a:gd name="T16" fmla="*/ 20 w 10"/>
                <a:gd name="T17" fmla="*/ 81 h 14"/>
                <a:gd name="T18" fmla="*/ 20 w 10"/>
                <a:gd name="T19" fmla="*/ 60 h 14"/>
                <a:gd name="T20" fmla="*/ 20 w 10"/>
                <a:gd name="T21" fmla="*/ 103 h 14"/>
                <a:gd name="T22" fmla="*/ 20 w 10"/>
                <a:gd name="T23" fmla="*/ 103 h 14"/>
                <a:gd name="T24" fmla="*/ 0 w 10"/>
                <a:gd name="T25" fmla="*/ 176 h 14"/>
                <a:gd name="T26" fmla="*/ 20 w 10"/>
                <a:gd name="T27" fmla="*/ 244 h 14"/>
                <a:gd name="T28" fmla="*/ 50 w 10"/>
                <a:gd name="T29" fmla="*/ 280 h 14"/>
                <a:gd name="T30" fmla="*/ 158 w 10"/>
                <a:gd name="T31" fmla="*/ 176 h 14"/>
                <a:gd name="T32" fmla="*/ 158 w 10"/>
                <a:gd name="T33" fmla="*/ 176 h 14"/>
                <a:gd name="T34" fmla="*/ 113 w 10"/>
                <a:gd name="T35" fmla="*/ 81 h 14"/>
                <a:gd name="T36" fmla="*/ 113 w 10"/>
                <a:gd name="T37" fmla="*/ 81 h 14"/>
                <a:gd name="T38" fmla="*/ 113 w 10"/>
                <a:gd name="T39" fmla="*/ 60 h 14"/>
                <a:gd name="T40" fmla="*/ 63 w 10"/>
                <a:gd name="T41" fmla="*/ 0 h 14"/>
                <a:gd name="T42" fmla="*/ 0 w 10"/>
                <a:gd name="T43" fmla="*/ 60 h 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" h="14">
                  <a:moveTo>
                    <a:pt x="0" y="3"/>
                  </a:moveTo>
                  <a:cubicBezTo>
                    <a:pt x="0" y="3"/>
                    <a:pt x="1" y="1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2"/>
                    <a:pt x="6" y="3"/>
                    <a:pt x="6" y="4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1" y="13"/>
                    <a:pt x="2" y="14"/>
                    <a:pt x="3" y="14"/>
                  </a:cubicBezTo>
                  <a:cubicBezTo>
                    <a:pt x="7" y="14"/>
                    <a:pt x="10" y="11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7"/>
                    <a:pt x="9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4" name="Freeform 1294">
              <a:extLst>
                <a:ext uri="{FF2B5EF4-FFF2-40B4-BE49-F238E27FC236}">
                  <a16:creationId xmlns:a16="http://schemas.microsoft.com/office/drawing/2014/main" id="{693E1972-EC1E-499C-93B8-4EE33BB6A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139"/>
              <a:ext cx="25" cy="26"/>
            </a:xfrm>
            <a:custGeom>
              <a:avLst/>
              <a:gdLst>
                <a:gd name="T0" fmla="*/ 83 w 10"/>
                <a:gd name="T1" fmla="*/ 21 h 10"/>
                <a:gd name="T2" fmla="*/ 50 w 10"/>
                <a:gd name="T3" fmla="*/ 21 h 10"/>
                <a:gd name="T4" fmla="*/ 0 w 10"/>
                <a:gd name="T5" fmla="*/ 109 h 10"/>
                <a:gd name="T6" fmla="*/ 0 w 10"/>
                <a:gd name="T7" fmla="*/ 122 h 10"/>
                <a:gd name="T8" fmla="*/ 50 w 10"/>
                <a:gd name="T9" fmla="*/ 177 h 10"/>
                <a:gd name="T10" fmla="*/ 95 w 10"/>
                <a:gd name="T11" fmla="*/ 156 h 10"/>
                <a:gd name="T12" fmla="*/ 95 w 10"/>
                <a:gd name="T13" fmla="*/ 156 h 10"/>
                <a:gd name="T14" fmla="*/ 145 w 10"/>
                <a:gd name="T15" fmla="*/ 109 h 10"/>
                <a:gd name="T16" fmla="*/ 145 w 10"/>
                <a:gd name="T17" fmla="*/ 109 h 10"/>
                <a:gd name="T18" fmla="*/ 145 w 10"/>
                <a:gd name="T19" fmla="*/ 88 h 10"/>
                <a:gd name="T20" fmla="*/ 158 w 10"/>
                <a:gd name="T21" fmla="*/ 68 h 10"/>
                <a:gd name="T22" fmla="*/ 158 w 10"/>
                <a:gd name="T23" fmla="*/ 55 h 10"/>
                <a:gd name="T24" fmla="*/ 125 w 10"/>
                <a:gd name="T25" fmla="*/ 0 h 10"/>
                <a:gd name="T26" fmla="*/ 83 w 10"/>
                <a:gd name="T27" fmla="*/ 21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5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9"/>
                    <a:pt x="2" y="10"/>
                    <a:pt x="3" y="10"/>
                  </a:cubicBezTo>
                  <a:cubicBezTo>
                    <a:pt x="4" y="10"/>
                    <a:pt x="5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9"/>
                    <a:pt x="9" y="8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5"/>
                    <a:pt x="9" y="5"/>
                  </a:cubicBezTo>
                  <a:cubicBezTo>
                    <a:pt x="9" y="5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2"/>
                    <a:pt x="9" y="1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5" name="Freeform 1295">
              <a:extLst>
                <a:ext uri="{FF2B5EF4-FFF2-40B4-BE49-F238E27FC236}">
                  <a16:creationId xmlns:a16="http://schemas.microsoft.com/office/drawing/2014/main" id="{2EEC2D3B-0E7E-4321-A806-BC8615DB97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6" y="2163"/>
              <a:ext cx="23" cy="34"/>
            </a:xfrm>
            <a:custGeom>
              <a:avLst/>
              <a:gdLst>
                <a:gd name="T0" fmla="*/ 20 w 9"/>
                <a:gd name="T1" fmla="*/ 21 h 13"/>
                <a:gd name="T2" fmla="*/ 0 w 9"/>
                <a:gd name="T3" fmla="*/ 68 h 13"/>
                <a:gd name="T4" fmla="*/ 0 w 9"/>
                <a:gd name="T5" fmla="*/ 55 h 13"/>
                <a:gd name="T6" fmla="*/ 66 w 9"/>
                <a:gd name="T7" fmla="*/ 21 h 13"/>
                <a:gd name="T8" fmla="*/ 97 w 9"/>
                <a:gd name="T9" fmla="*/ 89 h 13"/>
                <a:gd name="T10" fmla="*/ 84 w 9"/>
                <a:gd name="T11" fmla="*/ 110 h 13"/>
                <a:gd name="T12" fmla="*/ 84 w 9"/>
                <a:gd name="T13" fmla="*/ 110 h 13"/>
                <a:gd name="T14" fmla="*/ 97 w 9"/>
                <a:gd name="T15" fmla="*/ 123 h 13"/>
                <a:gd name="T16" fmla="*/ 51 w 9"/>
                <a:gd name="T17" fmla="*/ 165 h 13"/>
                <a:gd name="T18" fmla="*/ 0 w 9"/>
                <a:gd name="T19" fmla="*/ 89 h 13"/>
                <a:gd name="T20" fmla="*/ 0 w 9"/>
                <a:gd name="T21" fmla="*/ 178 h 13"/>
                <a:gd name="T22" fmla="*/ 20 w 9"/>
                <a:gd name="T23" fmla="*/ 212 h 13"/>
                <a:gd name="T24" fmla="*/ 66 w 9"/>
                <a:gd name="T25" fmla="*/ 212 h 13"/>
                <a:gd name="T26" fmla="*/ 130 w 9"/>
                <a:gd name="T27" fmla="*/ 144 h 13"/>
                <a:gd name="T28" fmla="*/ 97 w 9"/>
                <a:gd name="T29" fmla="*/ 21 h 13"/>
                <a:gd name="T30" fmla="*/ 66 w 9"/>
                <a:gd name="T31" fmla="*/ 0 h 13"/>
                <a:gd name="T32" fmla="*/ 20 w 9"/>
                <a:gd name="T33" fmla="*/ 21 h 13"/>
                <a:gd name="T34" fmla="*/ 33 w 9"/>
                <a:gd name="T35" fmla="*/ 110 h 13"/>
                <a:gd name="T36" fmla="*/ 33 w 9"/>
                <a:gd name="T37" fmla="*/ 110 h 13"/>
                <a:gd name="T38" fmla="*/ 51 w 9"/>
                <a:gd name="T39" fmla="*/ 123 h 13"/>
                <a:gd name="T40" fmla="*/ 84 w 9"/>
                <a:gd name="T41" fmla="*/ 110 h 13"/>
                <a:gd name="T42" fmla="*/ 84 w 9"/>
                <a:gd name="T43" fmla="*/ 110 h 13"/>
                <a:gd name="T44" fmla="*/ 33 w 9"/>
                <a:gd name="T45" fmla="*/ 110 h 13"/>
                <a:gd name="T46" fmla="*/ 33 w 9"/>
                <a:gd name="T47" fmla="*/ 110 h 13"/>
                <a:gd name="T48" fmla="*/ 33 w 9"/>
                <a:gd name="T49" fmla="*/ 110 h 13"/>
                <a:gd name="T50" fmla="*/ 33 w 9"/>
                <a:gd name="T51" fmla="*/ 110 h 13"/>
                <a:gd name="T52" fmla="*/ 33 w 9"/>
                <a:gd name="T53" fmla="*/ 110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0" y="2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1"/>
                    <a:pt x="2" y="1"/>
                    <a:pt x="4" y="1"/>
                  </a:cubicBezTo>
                  <a:cubicBezTo>
                    <a:pt x="5" y="2"/>
                    <a:pt x="6" y="4"/>
                    <a:pt x="6" y="5"/>
                  </a:cubicBezTo>
                  <a:cubicBezTo>
                    <a:pt x="6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5" y="8"/>
                    <a:pt x="4" y="9"/>
                    <a:pt x="3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1" y="12"/>
                    <a:pt x="1" y="12"/>
                  </a:cubicBezTo>
                  <a:cubicBezTo>
                    <a:pt x="2" y="13"/>
                    <a:pt x="3" y="12"/>
                    <a:pt x="4" y="12"/>
                  </a:cubicBezTo>
                  <a:cubicBezTo>
                    <a:pt x="6" y="11"/>
                    <a:pt x="8" y="10"/>
                    <a:pt x="8" y="8"/>
                  </a:cubicBezTo>
                  <a:cubicBezTo>
                    <a:pt x="9" y="5"/>
                    <a:pt x="8" y="3"/>
                    <a:pt x="6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2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3" y="5"/>
                    <a:pt x="2" y="6"/>
                  </a:cubicBezTo>
                  <a:close/>
                  <a:moveTo>
                    <a:pt x="2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6" name="Freeform 1296">
              <a:extLst>
                <a:ext uri="{FF2B5EF4-FFF2-40B4-BE49-F238E27FC236}">
                  <a16:creationId xmlns:a16="http://schemas.microsoft.com/office/drawing/2014/main" id="{56334B71-A721-47FD-A3D3-A240BC8B7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197"/>
              <a:ext cx="30" cy="35"/>
            </a:xfrm>
            <a:custGeom>
              <a:avLst/>
              <a:gdLst>
                <a:gd name="T0" fmla="*/ 20 w 12"/>
                <a:gd name="T1" fmla="*/ 35 h 13"/>
                <a:gd name="T2" fmla="*/ 0 w 12"/>
                <a:gd name="T3" fmla="*/ 81 h 13"/>
                <a:gd name="T4" fmla="*/ 20 w 12"/>
                <a:gd name="T5" fmla="*/ 116 h 13"/>
                <a:gd name="T6" fmla="*/ 33 w 12"/>
                <a:gd name="T7" fmla="*/ 159 h 13"/>
                <a:gd name="T8" fmla="*/ 33 w 12"/>
                <a:gd name="T9" fmla="*/ 197 h 13"/>
                <a:gd name="T10" fmla="*/ 158 w 12"/>
                <a:gd name="T11" fmla="*/ 253 h 13"/>
                <a:gd name="T12" fmla="*/ 188 w 12"/>
                <a:gd name="T13" fmla="*/ 197 h 13"/>
                <a:gd name="T14" fmla="*/ 188 w 12"/>
                <a:gd name="T15" fmla="*/ 175 h 13"/>
                <a:gd name="T16" fmla="*/ 158 w 12"/>
                <a:gd name="T17" fmla="*/ 137 h 13"/>
                <a:gd name="T18" fmla="*/ 158 w 12"/>
                <a:gd name="T19" fmla="*/ 137 h 13"/>
                <a:gd name="T20" fmla="*/ 158 w 12"/>
                <a:gd name="T21" fmla="*/ 116 h 13"/>
                <a:gd name="T22" fmla="*/ 113 w 12"/>
                <a:gd name="T23" fmla="*/ 22 h 13"/>
                <a:gd name="T24" fmla="*/ 20 w 12"/>
                <a:gd name="T25" fmla="*/ 35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13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7"/>
                    <a:pt x="2" y="8"/>
                    <a:pt x="2" y="8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4" y="12"/>
                    <a:pt x="7" y="13"/>
                    <a:pt x="10" y="13"/>
                  </a:cubicBezTo>
                  <a:cubicBezTo>
                    <a:pt x="11" y="13"/>
                    <a:pt x="12" y="11"/>
                    <a:pt x="12" y="10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8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3"/>
                    <a:pt x="8" y="1"/>
                    <a:pt x="7" y="1"/>
                  </a:cubicBezTo>
                  <a:cubicBezTo>
                    <a:pt x="6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7" name="Freeform 1297">
              <a:extLst>
                <a:ext uri="{FF2B5EF4-FFF2-40B4-BE49-F238E27FC236}">
                  <a16:creationId xmlns:a16="http://schemas.microsoft.com/office/drawing/2014/main" id="{FE6D7232-9F54-4ACA-8575-2064DC5250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1" y="2235"/>
              <a:ext cx="23" cy="21"/>
            </a:xfrm>
            <a:custGeom>
              <a:avLst/>
              <a:gdLst>
                <a:gd name="T0" fmla="*/ 51 w 9"/>
                <a:gd name="T1" fmla="*/ 0 h 8"/>
                <a:gd name="T2" fmla="*/ 20 w 9"/>
                <a:gd name="T3" fmla="*/ 76 h 8"/>
                <a:gd name="T4" fmla="*/ 33 w 9"/>
                <a:gd name="T5" fmla="*/ 110 h 8"/>
                <a:gd name="T6" fmla="*/ 66 w 9"/>
                <a:gd name="T7" fmla="*/ 123 h 8"/>
                <a:gd name="T8" fmla="*/ 118 w 9"/>
                <a:gd name="T9" fmla="*/ 110 h 8"/>
                <a:gd name="T10" fmla="*/ 97 w 9"/>
                <a:gd name="T11" fmla="*/ 110 h 8"/>
                <a:gd name="T12" fmla="*/ 97 w 9"/>
                <a:gd name="T13" fmla="*/ 110 h 8"/>
                <a:gd name="T14" fmla="*/ 51 w 9"/>
                <a:gd name="T15" fmla="*/ 110 h 8"/>
                <a:gd name="T16" fmla="*/ 66 w 9"/>
                <a:gd name="T17" fmla="*/ 89 h 8"/>
                <a:gd name="T18" fmla="*/ 51 w 9"/>
                <a:gd name="T19" fmla="*/ 55 h 8"/>
                <a:gd name="T20" fmla="*/ 51 w 9"/>
                <a:gd name="T21" fmla="*/ 34 h 8"/>
                <a:gd name="T22" fmla="*/ 51 w 9"/>
                <a:gd name="T23" fmla="*/ 110 h 8"/>
                <a:gd name="T24" fmla="*/ 33 w 9"/>
                <a:gd name="T25" fmla="*/ 55 h 8"/>
                <a:gd name="T26" fmla="*/ 33 w 9"/>
                <a:gd name="T27" fmla="*/ 21 h 8"/>
                <a:gd name="T28" fmla="*/ 51 w 9"/>
                <a:gd name="T29" fmla="*/ 21 h 8"/>
                <a:gd name="T30" fmla="*/ 97 w 9"/>
                <a:gd name="T31" fmla="*/ 21 h 8"/>
                <a:gd name="T32" fmla="*/ 118 w 9"/>
                <a:gd name="T33" fmla="*/ 76 h 8"/>
                <a:gd name="T34" fmla="*/ 118 w 9"/>
                <a:gd name="T35" fmla="*/ 76 h 8"/>
                <a:gd name="T36" fmla="*/ 118 w 9"/>
                <a:gd name="T37" fmla="*/ 76 h 8"/>
                <a:gd name="T38" fmla="*/ 151 w 9"/>
                <a:gd name="T39" fmla="*/ 144 h 8"/>
                <a:gd name="T40" fmla="*/ 151 w 9"/>
                <a:gd name="T41" fmla="*/ 144 h 8"/>
                <a:gd name="T42" fmla="*/ 151 w 9"/>
                <a:gd name="T43" fmla="*/ 89 h 8"/>
                <a:gd name="T44" fmla="*/ 151 w 9"/>
                <a:gd name="T45" fmla="*/ 76 h 8"/>
                <a:gd name="T46" fmla="*/ 130 w 9"/>
                <a:gd name="T47" fmla="*/ 21 h 8"/>
                <a:gd name="T48" fmla="*/ 66 w 9"/>
                <a:gd name="T49" fmla="*/ 21 h 8"/>
                <a:gd name="T50" fmla="*/ 84 w 9"/>
                <a:gd name="T51" fmla="*/ 21 h 8"/>
                <a:gd name="T52" fmla="*/ 84 w 9"/>
                <a:gd name="T53" fmla="*/ 21 h 8"/>
                <a:gd name="T54" fmla="*/ 66 w 9"/>
                <a:gd name="T55" fmla="*/ 21 h 8"/>
                <a:gd name="T56" fmla="*/ 118 w 9"/>
                <a:gd name="T57" fmla="*/ 21 h 8"/>
                <a:gd name="T58" fmla="*/ 51 w 9"/>
                <a:gd name="T59" fmla="*/ 0 h 8"/>
                <a:gd name="T60" fmla="*/ 66 w 9"/>
                <a:gd name="T61" fmla="*/ 89 h 8"/>
                <a:gd name="T62" fmla="*/ 66 w 9"/>
                <a:gd name="T63" fmla="*/ 89 h 8"/>
                <a:gd name="T64" fmla="*/ 97 w 9"/>
                <a:gd name="T65" fmla="*/ 110 h 8"/>
                <a:gd name="T66" fmla="*/ 118 w 9"/>
                <a:gd name="T67" fmla="*/ 76 h 8"/>
                <a:gd name="T68" fmla="*/ 97 w 9"/>
                <a:gd name="T69" fmla="*/ 76 h 8"/>
                <a:gd name="T70" fmla="*/ 66 w 9"/>
                <a:gd name="T71" fmla="*/ 89 h 8"/>
                <a:gd name="T72" fmla="*/ 66 w 9"/>
                <a:gd name="T73" fmla="*/ 123 h 8"/>
                <a:gd name="T74" fmla="*/ 66 w 9"/>
                <a:gd name="T75" fmla="*/ 123 h 8"/>
                <a:gd name="T76" fmla="*/ 84 w 9"/>
                <a:gd name="T77" fmla="*/ 123 h 8"/>
                <a:gd name="T78" fmla="*/ 66 w 9"/>
                <a:gd name="T79" fmla="*/ 123 h 8"/>
                <a:gd name="T80" fmla="*/ 66 w 9"/>
                <a:gd name="T81" fmla="*/ 123 h 8"/>
                <a:gd name="T82" fmla="*/ 66 w 9"/>
                <a:gd name="T83" fmla="*/ 123 h 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7" y="6"/>
                    <a:pt x="7" y="6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5"/>
                    <a:pt x="3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5"/>
                    <a:pt x="9" y="6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8" y="1"/>
                  </a:cubicBezTo>
                  <a:cubicBezTo>
                    <a:pt x="7" y="1"/>
                    <a:pt x="5" y="0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6" y="0"/>
                    <a:pt x="4" y="0"/>
                    <a:pt x="3" y="0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6" y="5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4" y="5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8" name="Freeform 1298">
              <a:extLst>
                <a:ext uri="{FF2B5EF4-FFF2-40B4-BE49-F238E27FC236}">
                  <a16:creationId xmlns:a16="http://schemas.microsoft.com/office/drawing/2014/main" id="{AA9493E9-FE32-4FD5-968F-64BDFE80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267"/>
              <a:ext cx="22" cy="21"/>
            </a:xfrm>
            <a:custGeom>
              <a:avLst/>
              <a:gdLst>
                <a:gd name="T0" fmla="*/ 59 w 9"/>
                <a:gd name="T1" fmla="*/ 0 h 8"/>
                <a:gd name="T2" fmla="*/ 42 w 9"/>
                <a:gd name="T3" fmla="*/ 21 h 8"/>
                <a:gd name="T4" fmla="*/ 12 w 9"/>
                <a:gd name="T5" fmla="*/ 89 h 8"/>
                <a:gd name="T6" fmla="*/ 71 w 9"/>
                <a:gd name="T7" fmla="*/ 123 h 8"/>
                <a:gd name="T8" fmla="*/ 90 w 9"/>
                <a:gd name="T9" fmla="*/ 123 h 8"/>
                <a:gd name="T10" fmla="*/ 120 w 9"/>
                <a:gd name="T11" fmla="*/ 34 h 8"/>
                <a:gd name="T12" fmla="*/ 59 w 9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6"/>
                    <a:pt x="9" y="4"/>
                    <a:pt x="8" y="2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9" name="Freeform 1299">
              <a:extLst>
                <a:ext uri="{FF2B5EF4-FFF2-40B4-BE49-F238E27FC236}">
                  <a16:creationId xmlns:a16="http://schemas.microsoft.com/office/drawing/2014/main" id="{0ED9FDB6-E7CA-4A94-A471-ABF60AD396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9" y="2163"/>
              <a:ext cx="20" cy="24"/>
            </a:xfrm>
            <a:custGeom>
              <a:avLst/>
              <a:gdLst>
                <a:gd name="T0" fmla="*/ 20 w 8"/>
                <a:gd name="T1" fmla="*/ 56 h 9"/>
                <a:gd name="T2" fmla="*/ 0 w 8"/>
                <a:gd name="T3" fmla="*/ 77 h 9"/>
                <a:gd name="T4" fmla="*/ 20 w 8"/>
                <a:gd name="T5" fmla="*/ 93 h 9"/>
                <a:gd name="T6" fmla="*/ 20 w 8"/>
                <a:gd name="T7" fmla="*/ 93 h 9"/>
                <a:gd name="T8" fmla="*/ 20 w 8"/>
                <a:gd name="T9" fmla="*/ 93 h 9"/>
                <a:gd name="T10" fmla="*/ 33 w 8"/>
                <a:gd name="T11" fmla="*/ 149 h 9"/>
                <a:gd name="T12" fmla="*/ 95 w 8"/>
                <a:gd name="T13" fmla="*/ 149 h 9"/>
                <a:gd name="T14" fmla="*/ 125 w 8"/>
                <a:gd name="T15" fmla="*/ 93 h 9"/>
                <a:gd name="T16" fmla="*/ 125 w 8"/>
                <a:gd name="T17" fmla="*/ 77 h 9"/>
                <a:gd name="T18" fmla="*/ 125 w 8"/>
                <a:gd name="T19" fmla="*/ 35 h 9"/>
                <a:gd name="T20" fmla="*/ 113 w 8"/>
                <a:gd name="T21" fmla="*/ 35 h 9"/>
                <a:gd name="T22" fmla="*/ 113 w 8"/>
                <a:gd name="T23" fmla="*/ 35 h 9"/>
                <a:gd name="T24" fmla="*/ 113 w 8"/>
                <a:gd name="T25" fmla="*/ 35 h 9"/>
                <a:gd name="T26" fmla="*/ 83 w 8"/>
                <a:gd name="T27" fmla="*/ 21 h 9"/>
                <a:gd name="T28" fmla="*/ 20 w 8"/>
                <a:gd name="T29" fmla="*/ 56 h 9"/>
                <a:gd name="T30" fmla="*/ 50 w 8"/>
                <a:gd name="T31" fmla="*/ 35 h 9"/>
                <a:gd name="T32" fmla="*/ 50 w 8"/>
                <a:gd name="T33" fmla="*/ 35 h 9"/>
                <a:gd name="T34" fmla="*/ 50 w 8"/>
                <a:gd name="T35" fmla="*/ 35 h 9"/>
                <a:gd name="T36" fmla="*/ 50 w 8"/>
                <a:gd name="T37" fmla="*/ 35 h 9"/>
                <a:gd name="T38" fmla="*/ 95 w 8"/>
                <a:gd name="T39" fmla="*/ 35 h 9"/>
                <a:gd name="T40" fmla="*/ 95 w 8"/>
                <a:gd name="T41" fmla="*/ 35 h 9"/>
                <a:gd name="T42" fmla="*/ 113 w 8"/>
                <a:gd name="T43" fmla="*/ 56 h 9"/>
                <a:gd name="T44" fmla="*/ 125 w 8"/>
                <a:gd name="T45" fmla="*/ 93 h 9"/>
                <a:gd name="T46" fmla="*/ 113 w 8"/>
                <a:gd name="T47" fmla="*/ 115 h 9"/>
                <a:gd name="T48" fmla="*/ 63 w 8"/>
                <a:gd name="T49" fmla="*/ 136 h 9"/>
                <a:gd name="T50" fmla="*/ 50 w 8"/>
                <a:gd name="T51" fmla="*/ 136 h 9"/>
                <a:gd name="T52" fmla="*/ 50 w 8"/>
                <a:gd name="T53" fmla="*/ 93 h 9"/>
                <a:gd name="T54" fmla="*/ 50 w 8"/>
                <a:gd name="T55" fmla="*/ 93 h 9"/>
                <a:gd name="T56" fmla="*/ 95 w 8"/>
                <a:gd name="T57" fmla="*/ 35 h 9"/>
                <a:gd name="T58" fmla="*/ 95 w 8"/>
                <a:gd name="T59" fmla="*/ 35 h 9"/>
                <a:gd name="T60" fmla="*/ 95 w 8"/>
                <a:gd name="T61" fmla="*/ 35 h 9"/>
                <a:gd name="T62" fmla="*/ 95 w 8"/>
                <a:gd name="T63" fmla="*/ 35 h 9"/>
                <a:gd name="T64" fmla="*/ 83 w 8"/>
                <a:gd name="T65" fmla="*/ 149 h 9"/>
                <a:gd name="T66" fmla="*/ 83 w 8"/>
                <a:gd name="T67" fmla="*/ 149 h 9"/>
                <a:gd name="T68" fmla="*/ 83 w 8"/>
                <a:gd name="T69" fmla="*/ 149 h 9"/>
                <a:gd name="T70" fmla="*/ 83 w 8"/>
                <a:gd name="T71" fmla="*/ 149 h 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" h="9">
                  <a:moveTo>
                    <a:pt x="1" y="3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4" y="9"/>
                    <a:pt x="5" y="8"/>
                    <a:pt x="6" y="8"/>
                  </a:cubicBezTo>
                  <a:cubicBezTo>
                    <a:pt x="7" y="8"/>
                    <a:pt x="8" y="7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4" y="1"/>
                    <a:pt x="2" y="0"/>
                    <a:pt x="1" y="3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6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8" y="5"/>
                    <a:pt x="7" y="6"/>
                    <a:pt x="7" y="6"/>
                  </a:cubicBezTo>
                  <a:cubicBezTo>
                    <a:pt x="7" y="7"/>
                    <a:pt x="6" y="7"/>
                    <a:pt x="4" y="7"/>
                  </a:cubicBezTo>
                  <a:cubicBezTo>
                    <a:pt x="4" y="7"/>
                    <a:pt x="4" y="7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3"/>
                    <a:pt x="4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lose/>
                  <a:moveTo>
                    <a:pt x="5" y="8"/>
                  </a:move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0" name="Freeform 1300">
              <a:extLst>
                <a:ext uri="{FF2B5EF4-FFF2-40B4-BE49-F238E27FC236}">
                  <a16:creationId xmlns:a16="http://schemas.microsoft.com/office/drawing/2014/main" id="{0E672567-9745-495C-8825-4A75DAC78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213"/>
              <a:ext cx="23" cy="22"/>
            </a:xfrm>
            <a:custGeom>
              <a:avLst/>
              <a:gdLst>
                <a:gd name="T0" fmla="*/ 51 w 9"/>
                <a:gd name="T1" fmla="*/ 22 h 8"/>
                <a:gd name="T2" fmla="*/ 33 w 9"/>
                <a:gd name="T3" fmla="*/ 47 h 8"/>
                <a:gd name="T4" fmla="*/ 20 w 9"/>
                <a:gd name="T5" fmla="*/ 129 h 8"/>
                <a:gd name="T6" fmla="*/ 97 w 9"/>
                <a:gd name="T7" fmla="*/ 143 h 8"/>
                <a:gd name="T8" fmla="*/ 118 w 9"/>
                <a:gd name="T9" fmla="*/ 129 h 8"/>
                <a:gd name="T10" fmla="*/ 130 w 9"/>
                <a:gd name="T11" fmla="*/ 47 h 8"/>
                <a:gd name="T12" fmla="*/ 51 w 9"/>
                <a:gd name="T13" fmla="*/ 2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0" y="5"/>
                    <a:pt x="1" y="6"/>
                  </a:cubicBezTo>
                  <a:cubicBezTo>
                    <a:pt x="2" y="8"/>
                    <a:pt x="4" y="8"/>
                    <a:pt x="6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5"/>
                    <a:pt x="9" y="3"/>
                    <a:pt x="8" y="2"/>
                  </a:cubicBezTo>
                  <a:cubicBezTo>
                    <a:pt x="7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1" name="Freeform 1301">
              <a:extLst>
                <a:ext uri="{FF2B5EF4-FFF2-40B4-BE49-F238E27FC236}">
                  <a16:creationId xmlns:a16="http://schemas.microsoft.com/office/drawing/2014/main" id="{AAF15476-5C78-4CCD-BEFA-E6FAB61BC7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4" y="2181"/>
              <a:ext cx="22" cy="27"/>
            </a:xfrm>
            <a:custGeom>
              <a:avLst/>
              <a:gdLst>
                <a:gd name="T0" fmla="*/ 59 w 9"/>
                <a:gd name="T1" fmla="*/ 0 h 10"/>
                <a:gd name="T2" fmla="*/ 12 w 9"/>
                <a:gd name="T3" fmla="*/ 59 h 10"/>
                <a:gd name="T4" fmla="*/ 12 w 9"/>
                <a:gd name="T5" fmla="*/ 59 h 10"/>
                <a:gd name="T6" fmla="*/ 0 w 9"/>
                <a:gd name="T7" fmla="*/ 81 h 10"/>
                <a:gd name="T8" fmla="*/ 0 w 9"/>
                <a:gd name="T9" fmla="*/ 103 h 10"/>
                <a:gd name="T10" fmla="*/ 0 w 9"/>
                <a:gd name="T11" fmla="*/ 103 h 10"/>
                <a:gd name="T12" fmla="*/ 42 w 9"/>
                <a:gd name="T13" fmla="*/ 176 h 10"/>
                <a:gd name="T14" fmla="*/ 103 w 9"/>
                <a:gd name="T15" fmla="*/ 176 h 10"/>
                <a:gd name="T16" fmla="*/ 103 w 9"/>
                <a:gd name="T17" fmla="*/ 38 h 10"/>
                <a:gd name="T18" fmla="*/ 59 w 9"/>
                <a:gd name="T19" fmla="*/ 0 h 10"/>
                <a:gd name="T20" fmla="*/ 29 w 9"/>
                <a:gd name="T21" fmla="*/ 81 h 10"/>
                <a:gd name="T22" fmla="*/ 71 w 9"/>
                <a:gd name="T23" fmla="*/ 81 h 10"/>
                <a:gd name="T24" fmla="*/ 103 w 9"/>
                <a:gd name="T25" fmla="*/ 103 h 10"/>
                <a:gd name="T26" fmla="*/ 103 w 9"/>
                <a:gd name="T27" fmla="*/ 116 h 10"/>
                <a:gd name="T28" fmla="*/ 90 w 9"/>
                <a:gd name="T29" fmla="*/ 116 h 10"/>
                <a:gd name="T30" fmla="*/ 103 w 9"/>
                <a:gd name="T31" fmla="*/ 116 h 10"/>
                <a:gd name="T32" fmla="*/ 90 w 9"/>
                <a:gd name="T33" fmla="*/ 116 h 10"/>
                <a:gd name="T34" fmla="*/ 90 w 9"/>
                <a:gd name="T35" fmla="*/ 138 h 10"/>
                <a:gd name="T36" fmla="*/ 59 w 9"/>
                <a:gd name="T37" fmla="*/ 159 h 10"/>
                <a:gd name="T38" fmla="*/ 59 w 9"/>
                <a:gd name="T39" fmla="*/ 159 h 10"/>
                <a:gd name="T40" fmla="*/ 59 w 9"/>
                <a:gd name="T41" fmla="*/ 159 h 10"/>
                <a:gd name="T42" fmla="*/ 42 w 9"/>
                <a:gd name="T43" fmla="*/ 138 h 10"/>
                <a:gd name="T44" fmla="*/ 59 w 9"/>
                <a:gd name="T45" fmla="*/ 138 h 10"/>
                <a:gd name="T46" fmla="*/ 29 w 9"/>
                <a:gd name="T47" fmla="*/ 103 h 10"/>
                <a:gd name="T48" fmla="*/ 29 w 9"/>
                <a:gd name="T49" fmla="*/ 81 h 10"/>
                <a:gd name="T50" fmla="*/ 59 w 9"/>
                <a:gd name="T51" fmla="*/ 138 h 10"/>
                <a:gd name="T52" fmla="*/ 59 w 9"/>
                <a:gd name="T53" fmla="*/ 159 h 10"/>
                <a:gd name="T54" fmla="*/ 71 w 9"/>
                <a:gd name="T55" fmla="*/ 138 h 10"/>
                <a:gd name="T56" fmla="*/ 90 w 9"/>
                <a:gd name="T57" fmla="*/ 116 h 10"/>
                <a:gd name="T58" fmla="*/ 90 w 9"/>
                <a:gd name="T59" fmla="*/ 116 h 10"/>
                <a:gd name="T60" fmla="*/ 59 w 9"/>
                <a:gd name="T61" fmla="*/ 138 h 1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2" y="1"/>
                    <a:pt x="1" y="1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1" y="9"/>
                    <a:pt x="3" y="9"/>
                  </a:cubicBezTo>
                  <a:cubicBezTo>
                    <a:pt x="4" y="10"/>
                    <a:pt x="6" y="9"/>
                    <a:pt x="7" y="9"/>
                  </a:cubicBezTo>
                  <a:cubicBezTo>
                    <a:pt x="8" y="7"/>
                    <a:pt x="9" y="5"/>
                    <a:pt x="7" y="2"/>
                  </a:cubicBezTo>
                  <a:cubicBezTo>
                    <a:pt x="6" y="1"/>
                    <a:pt x="5" y="0"/>
                    <a:pt x="4" y="0"/>
                  </a:cubicBezTo>
                  <a:close/>
                  <a:moveTo>
                    <a:pt x="2" y="4"/>
                  </a:moveTo>
                  <a:cubicBezTo>
                    <a:pt x="3" y="3"/>
                    <a:pt x="4" y="3"/>
                    <a:pt x="5" y="4"/>
                  </a:cubicBezTo>
                  <a:cubicBezTo>
                    <a:pt x="6" y="4"/>
                    <a:pt x="7" y="5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6" y="7"/>
                    <a:pt x="5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3" y="7"/>
                    <a:pt x="2" y="6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lose/>
                  <a:moveTo>
                    <a:pt x="4" y="7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5" y="7"/>
                    <a:pt x="4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2" name="Freeform 1302">
              <a:extLst>
                <a:ext uri="{FF2B5EF4-FFF2-40B4-BE49-F238E27FC236}">
                  <a16:creationId xmlns:a16="http://schemas.microsoft.com/office/drawing/2014/main" id="{99A1191C-468A-4078-B75E-CF0F89F407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4" y="2195"/>
              <a:ext cx="22" cy="29"/>
            </a:xfrm>
            <a:custGeom>
              <a:avLst/>
              <a:gdLst>
                <a:gd name="T0" fmla="*/ 29 w 9"/>
                <a:gd name="T1" fmla="*/ 21 h 11"/>
                <a:gd name="T2" fmla="*/ 0 w 9"/>
                <a:gd name="T3" fmla="*/ 76 h 11"/>
                <a:gd name="T4" fmla="*/ 0 w 9"/>
                <a:gd name="T5" fmla="*/ 111 h 11"/>
                <a:gd name="T6" fmla="*/ 0 w 9"/>
                <a:gd name="T7" fmla="*/ 111 h 11"/>
                <a:gd name="T8" fmla="*/ 42 w 9"/>
                <a:gd name="T9" fmla="*/ 200 h 11"/>
                <a:gd name="T10" fmla="*/ 132 w 9"/>
                <a:gd name="T11" fmla="*/ 145 h 11"/>
                <a:gd name="T12" fmla="*/ 71 w 9"/>
                <a:gd name="T13" fmla="*/ 21 h 11"/>
                <a:gd name="T14" fmla="*/ 29 w 9"/>
                <a:gd name="T15" fmla="*/ 21 h 11"/>
                <a:gd name="T16" fmla="*/ 71 w 9"/>
                <a:gd name="T17" fmla="*/ 76 h 11"/>
                <a:gd name="T18" fmla="*/ 90 w 9"/>
                <a:gd name="T19" fmla="*/ 90 h 11"/>
                <a:gd name="T20" fmla="*/ 90 w 9"/>
                <a:gd name="T21" fmla="*/ 111 h 11"/>
                <a:gd name="T22" fmla="*/ 42 w 9"/>
                <a:gd name="T23" fmla="*/ 124 h 11"/>
                <a:gd name="T24" fmla="*/ 29 w 9"/>
                <a:gd name="T25" fmla="*/ 111 h 11"/>
                <a:gd name="T26" fmla="*/ 29 w 9"/>
                <a:gd name="T27" fmla="*/ 111 h 11"/>
                <a:gd name="T28" fmla="*/ 42 w 9"/>
                <a:gd name="T29" fmla="*/ 90 h 11"/>
                <a:gd name="T30" fmla="*/ 42 w 9"/>
                <a:gd name="T31" fmla="*/ 90 h 11"/>
                <a:gd name="T32" fmla="*/ 71 w 9"/>
                <a:gd name="T33" fmla="*/ 76 h 11"/>
                <a:gd name="T34" fmla="*/ 71 w 9"/>
                <a:gd name="T35" fmla="*/ 145 h 11"/>
                <a:gd name="T36" fmla="*/ 103 w 9"/>
                <a:gd name="T37" fmla="*/ 111 h 11"/>
                <a:gd name="T38" fmla="*/ 103 w 9"/>
                <a:gd name="T39" fmla="*/ 111 h 11"/>
                <a:gd name="T40" fmla="*/ 103 w 9"/>
                <a:gd name="T41" fmla="*/ 111 h 11"/>
                <a:gd name="T42" fmla="*/ 90 w 9"/>
                <a:gd name="T43" fmla="*/ 145 h 11"/>
                <a:gd name="T44" fmla="*/ 59 w 9"/>
                <a:gd name="T45" fmla="*/ 166 h 11"/>
                <a:gd name="T46" fmla="*/ 59 w 9"/>
                <a:gd name="T47" fmla="*/ 166 h 11"/>
                <a:gd name="T48" fmla="*/ 71 w 9"/>
                <a:gd name="T49" fmla="*/ 14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11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2" y="10"/>
                    <a:pt x="3" y="11"/>
                  </a:cubicBezTo>
                  <a:cubicBezTo>
                    <a:pt x="5" y="11"/>
                    <a:pt x="8" y="10"/>
                    <a:pt x="9" y="8"/>
                  </a:cubicBezTo>
                  <a:cubicBezTo>
                    <a:pt x="9" y="5"/>
                    <a:pt x="9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5" y="4"/>
                  </a:moveTo>
                  <a:cubicBezTo>
                    <a:pt x="5" y="5"/>
                    <a:pt x="6" y="5"/>
                    <a:pt x="6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4"/>
                    <a:pt x="5" y="4"/>
                  </a:cubicBezTo>
                  <a:close/>
                  <a:moveTo>
                    <a:pt x="5" y="8"/>
                  </a:moveTo>
                  <a:cubicBezTo>
                    <a:pt x="6" y="8"/>
                    <a:pt x="6" y="7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3" name="Freeform 1303">
              <a:extLst>
                <a:ext uri="{FF2B5EF4-FFF2-40B4-BE49-F238E27FC236}">
                  <a16:creationId xmlns:a16="http://schemas.microsoft.com/office/drawing/2014/main" id="{081CACCA-6892-4631-9F3A-3749C19D98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9" y="2224"/>
              <a:ext cx="22" cy="29"/>
            </a:xfrm>
            <a:custGeom>
              <a:avLst/>
              <a:gdLst>
                <a:gd name="T0" fmla="*/ 42 w 9"/>
                <a:gd name="T1" fmla="*/ 21 h 11"/>
                <a:gd name="T2" fmla="*/ 29 w 9"/>
                <a:gd name="T3" fmla="*/ 21 h 11"/>
                <a:gd name="T4" fmla="*/ 29 w 9"/>
                <a:gd name="T5" fmla="*/ 34 h 11"/>
                <a:gd name="T6" fmla="*/ 12 w 9"/>
                <a:gd name="T7" fmla="*/ 55 h 11"/>
                <a:gd name="T8" fmla="*/ 0 w 9"/>
                <a:gd name="T9" fmla="*/ 90 h 11"/>
                <a:gd name="T10" fmla="*/ 0 w 9"/>
                <a:gd name="T11" fmla="*/ 111 h 11"/>
                <a:gd name="T12" fmla="*/ 0 w 9"/>
                <a:gd name="T13" fmla="*/ 124 h 11"/>
                <a:gd name="T14" fmla="*/ 12 w 9"/>
                <a:gd name="T15" fmla="*/ 145 h 11"/>
                <a:gd name="T16" fmla="*/ 29 w 9"/>
                <a:gd name="T17" fmla="*/ 182 h 11"/>
                <a:gd name="T18" fmla="*/ 90 w 9"/>
                <a:gd name="T19" fmla="*/ 166 h 11"/>
                <a:gd name="T20" fmla="*/ 120 w 9"/>
                <a:gd name="T21" fmla="*/ 34 h 11"/>
                <a:gd name="T22" fmla="*/ 90 w 9"/>
                <a:gd name="T23" fmla="*/ 0 h 11"/>
                <a:gd name="T24" fmla="*/ 42 w 9"/>
                <a:gd name="T25" fmla="*/ 21 h 11"/>
                <a:gd name="T26" fmla="*/ 59 w 9"/>
                <a:gd name="T27" fmla="*/ 55 h 11"/>
                <a:gd name="T28" fmla="*/ 103 w 9"/>
                <a:gd name="T29" fmla="*/ 111 h 11"/>
                <a:gd name="T30" fmla="*/ 103 w 9"/>
                <a:gd name="T31" fmla="*/ 111 h 11"/>
                <a:gd name="T32" fmla="*/ 90 w 9"/>
                <a:gd name="T33" fmla="*/ 111 h 11"/>
                <a:gd name="T34" fmla="*/ 59 w 9"/>
                <a:gd name="T35" fmla="*/ 124 h 11"/>
                <a:gd name="T36" fmla="*/ 29 w 9"/>
                <a:gd name="T37" fmla="*/ 90 h 11"/>
                <a:gd name="T38" fmla="*/ 29 w 9"/>
                <a:gd name="T39" fmla="*/ 90 h 11"/>
                <a:gd name="T40" fmla="*/ 42 w 9"/>
                <a:gd name="T41" fmla="*/ 76 h 11"/>
                <a:gd name="T42" fmla="*/ 59 w 9"/>
                <a:gd name="T43" fmla="*/ 55 h 1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9"/>
                    <a:pt x="2" y="10"/>
                    <a:pt x="2" y="10"/>
                  </a:cubicBezTo>
                  <a:cubicBezTo>
                    <a:pt x="4" y="11"/>
                    <a:pt x="5" y="10"/>
                    <a:pt x="6" y="9"/>
                  </a:cubicBezTo>
                  <a:cubicBezTo>
                    <a:pt x="8" y="7"/>
                    <a:pt x="9" y="5"/>
                    <a:pt x="8" y="2"/>
                  </a:cubicBez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lose/>
                  <a:moveTo>
                    <a:pt x="4" y="3"/>
                  </a:moveTo>
                  <a:cubicBezTo>
                    <a:pt x="6" y="3"/>
                    <a:pt x="7" y="4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6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4" name="Freeform 1304">
              <a:extLst>
                <a:ext uri="{FF2B5EF4-FFF2-40B4-BE49-F238E27FC236}">
                  <a16:creationId xmlns:a16="http://schemas.microsoft.com/office/drawing/2014/main" id="{361A5069-D2EA-422B-A0B2-E19AC21F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293"/>
              <a:ext cx="20" cy="22"/>
            </a:xfrm>
            <a:custGeom>
              <a:avLst/>
              <a:gdLst>
                <a:gd name="T0" fmla="*/ 33 w 8"/>
                <a:gd name="T1" fmla="*/ 22 h 8"/>
                <a:gd name="T2" fmla="*/ 0 w 8"/>
                <a:gd name="T3" fmla="*/ 107 h 8"/>
                <a:gd name="T4" fmla="*/ 50 w 8"/>
                <a:gd name="T5" fmla="*/ 143 h 8"/>
                <a:gd name="T6" fmla="*/ 95 w 8"/>
                <a:gd name="T7" fmla="*/ 143 h 8"/>
                <a:gd name="T8" fmla="*/ 125 w 8"/>
                <a:gd name="T9" fmla="*/ 61 h 8"/>
                <a:gd name="T10" fmla="*/ 33 w 8"/>
                <a:gd name="T11" fmla="*/ 22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2" y="7"/>
                    <a:pt x="3" y="7"/>
                  </a:cubicBezTo>
                  <a:cubicBezTo>
                    <a:pt x="4" y="8"/>
                    <a:pt x="5" y="8"/>
                    <a:pt x="6" y="7"/>
                  </a:cubicBezTo>
                  <a:cubicBezTo>
                    <a:pt x="8" y="6"/>
                    <a:pt x="8" y="4"/>
                    <a:pt x="8" y="3"/>
                  </a:cubicBezTo>
                  <a:cubicBezTo>
                    <a:pt x="7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5" name="Freeform 1305">
              <a:extLst>
                <a:ext uri="{FF2B5EF4-FFF2-40B4-BE49-F238E27FC236}">
                  <a16:creationId xmlns:a16="http://schemas.microsoft.com/office/drawing/2014/main" id="{1C30EFFB-5A57-41AE-8639-0B0E5B4B3F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4" y="2245"/>
              <a:ext cx="25" cy="32"/>
            </a:xfrm>
            <a:custGeom>
              <a:avLst/>
              <a:gdLst>
                <a:gd name="T0" fmla="*/ 63 w 10"/>
                <a:gd name="T1" fmla="*/ 21 h 12"/>
                <a:gd name="T2" fmla="*/ 33 w 10"/>
                <a:gd name="T3" fmla="*/ 56 h 12"/>
                <a:gd name="T4" fmla="*/ 0 w 10"/>
                <a:gd name="T5" fmla="*/ 115 h 12"/>
                <a:gd name="T6" fmla="*/ 0 w 10"/>
                <a:gd name="T7" fmla="*/ 136 h 12"/>
                <a:gd name="T8" fmla="*/ 33 w 10"/>
                <a:gd name="T9" fmla="*/ 205 h 12"/>
                <a:gd name="T10" fmla="*/ 113 w 10"/>
                <a:gd name="T11" fmla="*/ 205 h 12"/>
                <a:gd name="T12" fmla="*/ 158 w 10"/>
                <a:gd name="T13" fmla="*/ 115 h 12"/>
                <a:gd name="T14" fmla="*/ 158 w 10"/>
                <a:gd name="T15" fmla="*/ 115 h 12"/>
                <a:gd name="T16" fmla="*/ 125 w 10"/>
                <a:gd name="T17" fmla="*/ 35 h 12"/>
                <a:gd name="T18" fmla="*/ 113 w 10"/>
                <a:gd name="T19" fmla="*/ 35 h 12"/>
                <a:gd name="T20" fmla="*/ 113 w 10"/>
                <a:gd name="T21" fmla="*/ 21 h 12"/>
                <a:gd name="T22" fmla="*/ 63 w 10"/>
                <a:gd name="T23" fmla="*/ 21 h 12"/>
                <a:gd name="T24" fmla="*/ 50 w 10"/>
                <a:gd name="T25" fmla="*/ 115 h 12"/>
                <a:gd name="T26" fmla="*/ 63 w 10"/>
                <a:gd name="T27" fmla="*/ 93 h 12"/>
                <a:gd name="T28" fmla="*/ 83 w 10"/>
                <a:gd name="T29" fmla="*/ 115 h 12"/>
                <a:gd name="T30" fmla="*/ 95 w 10"/>
                <a:gd name="T31" fmla="*/ 136 h 12"/>
                <a:gd name="T32" fmla="*/ 50 w 10"/>
                <a:gd name="T33" fmla="*/ 136 h 12"/>
                <a:gd name="T34" fmla="*/ 50 w 10"/>
                <a:gd name="T35" fmla="*/ 115 h 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9"/>
                    <a:pt x="0" y="10"/>
                    <a:pt x="2" y="11"/>
                  </a:cubicBezTo>
                  <a:cubicBezTo>
                    <a:pt x="3" y="12"/>
                    <a:pt x="5" y="12"/>
                    <a:pt x="7" y="11"/>
                  </a:cubicBezTo>
                  <a:cubicBezTo>
                    <a:pt x="9" y="10"/>
                    <a:pt x="10" y="8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9" y="4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6" y="1"/>
                    <a:pt x="5" y="0"/>
                    <a:pt x="4" y="1"/>
                  </a:cubicBezTo>
                  <a:close/>
                  <a:moveTo>
                    <a:pt x="3" y="6"/>
                  </a:moveTo>
                  <a:cubicBezTo>
                    <a:pt x="3" y="6"/>
                    <a:pt x="3" y="5"/>
                    <a:pt x="4" y="5"/>
                  </a:cubicBezTo>
                  <a:cubicBezTo>
                    <a:pt x="4" y="5"/>
                    <a:pt x="5" y="5"/>
                    <a:pt x="5" y="6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6" name="Freeform 1306">
              <a:extLst>
                <a:ext uri="{FF2B5EF4-FFF2-40B4-BE49-F238E27FC236}">
                  <a16:creationId xmlns:a16="http://schemas.microsoft.com/office/drawing/2014/main" id="{18FA8A27-1588-47E7-BC59-CD9203B7AB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2229"/>
              <a:ext cx="25" cy="35"/>
            </a:xfrm>
            <a:custGeom>
              <a:avLst/>
              <a:gdLst>
                <a:gd name="T0" fmla="*/ 83 w 10"/>
                <a:gd name="T1" fmla="*/ 22 h 13"/>
                <a:gd name="T2" fmla="*/ 33 w 10"/>
                <a:gd name="T3" fmla="*/ 59 h 13"/>
                <a:gd name="T4" fmla="*/ 33 w 10"/>
                <a:gd name="T5" fmla="*/ 116 h 13"/>
                <a:gd name="T6" fmla="*/ 63 w 10"/>
                <a:gd name="T7" fmla="*/ 59 h 13"/>
                <a:gd name="T8" fmla="*/ 125 w 10"/>
                <a:gd name="T9" fmla="*/ 81 h 13"/>
                <a:gd name="T10" fmla="*/ 125 w 10"/>
                <a:gd name="T11" fmla="*/ 94 h 13"/>
                <a:gd name="T12" fmla="*/ 125 w 10"/>
                <a:gd name="T13" fmla="*/ 94 h 13"/>
                <a:gd name="T14" fmla="*/ 63 w 10"/>
                <a:gd name="T15" fmla="*/ 94 h 13"/>
                <a:gd name="T16" fmla="*/ 50 w 10"/>
                <a:gd name="T17" fmla="*/ 116 h 13"/>
                <a:gd name="T18" fmla="*/ 50 w 10"/>
                <a:gd name="T19" fmla="*/ 94 h 13"/>
                <a:gd name="T20" fmla="*/ 50 w 10"/>
                <a:gd name="T21" fmla="*/ 116 h 13"/>
                <a:gd name="T22" fmla="*/ 0 w 10"/>
                <a:gd name="T23" fmla="*/ 175 h 13"/>
                <a:gd name="T24" fmla="*/ 0 w 10"/>
                <a:gd name="T25" fmla="*/ 197 h 13"/>
                <a:gd name="T26" fmla="*/ 20 w 10"/>
                <a:gd name="T27" fmla="*/ 232 h 13"/>
                <a:gd name="T28" fmla="*/ 63 w 10"/>
                <a:gd name="T29" fmla="*/ 253 h 13"/>
                <a:gd name="T30" fmla="*/ 83 w 10"/>
                <a:gd name="T31" fmla="*/ 232 h 13"/>
                <a:gd name="T32" fmla="*/ 145 w 10"/>
                <a:gd name="T33" fmla="*/ 218 h 13"/>
                <a:gd name="T34" fmla="*/ 158 w 10"/>
                <a:gd name="T35" fmla="*/ 175 h 13"/>
                <a:gd name="T36" fmla="*/ 145 w 10"/>
                <a:gd name="T37" fmla="*/ 137 h 13"/>
                <a:gd name="T38" fmla="*/ 145 w 10"/>
                <a:gd name="T39" fmla="*/ 137 h 13"/>
                <a:gd name="T40" fmla="*/ 145 w 10"/>
                <a:gd name="T41" fmla="*/ 116 h 13"/>
                <a:gd name="T42" fmla="*/ 145 w 10"/>
                <a:gd name="T43" fmla="*/ 59 h 13"/>
                <a:gd name="T44" fmla="*/ 113 w 10"/>
                <a:gd name="T45" fmla="*/ 22 h 13"/>
                <a:gd name="T46" fmla="*/ 83 w 10"/>
                <a:gd name="T47" fmla="*/ 22 h 13"/>
                <a:gd name="T48" fmla="*/ 63 w 10"/>
                <a:gd name="T49" fmla="*/ 137 h 13"/>
                <a:gd name="T50" fmla="*/ 63 w 10"/>
                <a:gd name="T51" fmla="*/ 137 h 13"/>
                <a:gd name="T52" fmla="*/ 95 w 10"/>
                <a:gd name="T53" fmla="*/ 137 h 13"/>
                <a:gd name="T54" fmla="*/ 63 w 10"/>
                <a:gd name="T55" fmla="*/ 137 h 13"/>
                <a:gd name="T56" fmla="*/ 63 w 10"/>
                <a:gd name="T57" fmla="*/ 137 h 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" h="13">
                  <a:moveTo>
                    <a:pt x="5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3"/>
                    <a:pt x="4" y="3"/>
                  </a:cubicBezTo>
                  <a:cubicBezTo>
                    <a:pt x="6" y="2"/>
                    <a:pt x="7" y="3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5"/>
                    <a:pt x="5" y="4"/>
                    <a:pt x="4" y="5"/>
                  </a:cubicBezTo>
                  <a:cubicBezTo>
                    <a:pt x="4" y="5"/>
                    <a:pt x="3" y="5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2" y="6"/>
                    <a:pt x="1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1" y="11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4" y="13"/>
                    <a:pt x="5" y="13"/>
                    <a:pt x="5" y="12"/>
                  </a:cubicBezTo>
                  <a:cubicBezTo>
                    <a:pt x="7" y="13"/>
                    <a:pt x="8" y="12"/>
                    <a:pt x="9" y="11"/>
                  </a:cubicBezTo>
                  <a:cubicBezTo>
                    <a:pt x="10" y="10"/>
                    <a:pt x="10" y="10"/>
                    <a:pt x="10" y="9"/>
                  </a:cubicBezTo>
                  <a:cubicBezTo>
                    <a:pt x="10" y="8"/>
                    <a:pt x="10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0"/>
                    <a:pt x="5" y="0"/>
                    <a:pt x="5" y="1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7"/>
                    <a:pt x="6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7" name="Freeform 1307">
              <a:extLst>
                <a:ext uri="{FF2B5EF4-FFF2-40B4-BE49-F238E27FC236}">
                  <a16:creationId xmlns:a16="http://schemas.microsoft.com/office/drawing/2014/main" id="{00C8E0DE-017C-4EEF-8B49-8269D6F0C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293"/>
              <a:ext cx="15" cy="19"/>
            </a:xfrm>
            <a:custGeom>
              <a:avLst/>
              <a:gdLst>
                <a:gd name="T0" fmla="*/ 33 w 6"/>
                <a:gd name="T1" fmla="*/ 22 h 7"/>
                <a:gd name="T2" fmla="*/ 0 w 6"/>
                <a:gd name="T3" fmla="*/ 81 h 7"/>
                <a:gd name="T4" fmla="*/ 83 w 6"/>
                <a:gd name="T5" fmla="*/ 141 h 7"/>
                <a:gd name="T6" fmla="*/ 95 w 6"/>
                <a:gd name="T7" fmla="*/ 117 h 7"/>
                <a:gd name="T8" fmla="*/ 33 w 6"/>
                <a:gd name="T9" fmla="*/ 81 h 7"/>
                <a:gd name="T10" fmla="*/ 95 w 6"/>
                <a:gd name="T11" fmla="*/ 0 h 7"/>
                <a:gd name="T12" fmla="*/ 33 w 6"/>
                <a:gd name="T13" fmla="*/ 2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7"/>
                    <a:pt x="3" y="6"/>
                    <a:pt x="2" y="4"/>
                  </a:cubicBezTo>
                  <a:cubicBezTo>
                    <a:pt x="2" y="2"/>
                    <a:pt x="4" y="0"/>
                    <a:pt x="6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8" name="Freeform 1308">
              <a:extLst>
                <a:ext uri="{FF2B5EF4-FFF2-40B4-BE49-F238E27FC236}">
                  <a16:creationId xmlns:a16="http://schemas.microsoft.com/office/drawing/2014/main" id="{7705658A-7636-40FF-B95F-CC7BD090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253"/>
              <a:ext cx="22" cy="24"/>
            </a:xfrm>
            <a:custGeom>
              <a:avLst/>
              <a:gdLst>
                <a:gd name="T0" fmla="*/ 12 w 9"/>
                <a:gd name="T1" fmla="*/ 35 h 9"/>
                <a:gd name="T2" fmla="*/ 12 w 9"/>
                <a:gd name="T3" fmla="*/ 56 h 9"/>
                <a:gd name="T4" fmla="*/ 12 w 9"/>
                <a:gd name="T5" fmla="*/ 93 h 9"/>
                <a:gd name="T6" fmla="*/ 12 w 9"/>
                <a:gd name="T7" fmla="*/ 93 h 9"/>
                <a:gd name="T8" fmla="*/ 12 w 9"/>
                <a:gd name="T9" fmla="*/ 93 h 9"/>
                <a:gd name="T10" fmla="*/ 12 w 9"/>
                <a:gd name="T11" fmla="*/ 115 h 9"/>
                <a:gd name="T12" fmla="*/ 0 w 9"/>
                <a:gd name="T13" fmla="*/ 136 h 9"/>
                <a:gd name="T14" fmla="*/ 12 w 9"/>
                <a:gd name="T15" fmla="*/ 171 h 9"/>
                <a:gd name="T16" fmla="*/ 59 w 9"/>
                <a:gd name="T17" fmla="*/ 171 h 9"/>
                <a:gd name="T18" fmla="*/ 132 w 9"/>
                <a:gd name="T19" fmla="*/ 115 h 9"/>
                <a:gd name="T20" fmla="*/ 132 w 9"/>
                <a:gd name="T21" fmla="*/ 93 h 9"/>
                <a:gd name="T22" fmla="*/ 103 w 9"/>
                <a:gd name="T23" fmla="*/ 35 h 9"/>
                <a:gd name="T24" fmla="*/ 90 w 9"/>
                <a:gd name="T25" fmla="*/ 21 h 9"/>
                <a:gd name="T26" fmla="*/ 71 w 9"/>
                <a:gd name="T27" fmla="*/ 0 h 9"/>
                <a:gd name="T28" fmla="*/ 12 w 9"/>
                <a:gd name="T29" fmla="*/ 35 h 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" h="9">
                  <a:moveTo>
                    <a:pt x="1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7" y="9"/>
                    <a:pt x="8" y="7"/>
                    <a:pt x="9" y="6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4"/>
                    <a:pt x="8" y="3"/>
                    <a:pt x="7" y="2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9" name="Freeform 1309">
              <a:extLst>
                <a:ext uri="{FF2B5EF4-FFF2-40B4-BE49-F238E27FC236}">
                  <a16:creationId xmlns:a16="http://schemas.microsoft.com/office/drawing/2014/main" id="{956738EA-3B93-429B-BBE3-DE600DBA28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4" y="2264"/>
              <a:ext cx="17" cy="27"/>
            </a:xfrm>
            <a:custGeom>
              <a:avLst/>
              <a:gdLst>
                <a:gd name="T0" fmla="*/ 12 w 7"/>
                <a:gd name="T1" fmla="*/ 38 h 10"/>
                <a:gd name="T2" fmla="*/ 0 w 7"/>
                <a:gd name="T3" fmla="*/ 81 h 10"/>
                <a:gd name="T4" fmla="*/ 29 w 7"/>
                <a:gd name="T5" fmla="*/ 159 h 10"/>
                <a:gd name="T6" fmla="*/ 70 w 7"/>
                <a:gd name="T7" fmla="*/ 176 h 10"/>
                <a:gd name="T8" fmla="*/ 100 w 7"/>
                <a:gd name="T9" fmla="*/ 103 h 10"/>
                <a:gd name="T10" fmla="*/ 100 w 7"/>
                <a:gd name="T11" fmla="*/ 103 h 10"/>
                <a:gd name="T12" fmla="*/ 100 w 7"/>
                <a:gd name="T13" fmla="*/ 81 h 10"/>
                <a:gd name="T14" fmla="*/ 100 w 7"/>
                <a:gd name="T15" fmla="*/ 59 h 10"/>
                <a:gd name="T16" fmla="*/ 58 w 7"/>
                <a:gd name="T17" fmla="*/ 0 h 10"/>
                <a:gd name="T18" fmla="*/ 12 w 7"/>
                <a:gd name="T19" fmla="*/ 38 h 10"/>
                <a:gd name="T20" fmla="*/ 100 w 7"/>
                <a:gd name="T21" fmla="*/ 81 h 10"/>
                <a:gd name="T22" fmla="*/ 100 w 7"/>
                <a:gd name="T23" fmla="*/ 81 h 10"/>
                <a:gd name="T24" fmla="*/ 100 w 7"/>
                <a:gd name="T25" fmla="*/ 81 h 10"/>
                <a:gd name="T26" fmla="*/ 100 w 7"/>
                <a:gd name="T27" fmla="*/ 103 h 10"/>
                <a:gd name="T28" fmla="*/ 100 w 7"/>
                <a:gd name="T29" fmla="*/ 81 h 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" h="10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4" y="9"/>
                    <a:pt x="5" y="9"/>
                  </a:cubicBezTo>
                  <a:cubicBezTo>
                    <a:pt x="6" y="8"/>
                    <a:pt x="7" y="7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0" name="Freeform 1310">
              <a:extLst>
                <a:ext uri="{FF2B5EF4-FFF2-40B4-BE49-F238E27FC236}">
                  <a16:creationId xmlns:a16="http://schemas.microsoft.com/office/drawing/2014/main" id="{0AF00555-8BD0-4B14-89F4-4E309376B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291"/>
              <a:ext cx="18" cy="21"/>
            </a:xfrm>
            <a:custGeom>
              <a:avLst/>
              <a:gdLst>
                <a:gd name="T0" fmla="*/ 33 w 7"/>
                <a:gd name="T1" fmla="*/ 21 h 8"/>
                <a:gd name="T2" fmla="*/ 21 w 7"/>
                <a:gd name="T3" fmla="*/ 34 h 8"/>
                <a:gd name="T4" fmla="*/ 21 w 7"/>
                <a:gd name="T5" fmla="*/ 110 h 8"/>
                <a:gd name="T6" fmla="*/ 85 w 7"/>
                <a:gd name="T7" fmla="*/ 110 h 8"/>
                <a:gd name="T8" fmla="*/ 100 w 7"/>
                <a:gd name="T9" fmla="*/ 110 h 8"/>
                <a:gd name="T10" fmla="*/ 100 w 7"/>
                <a:gd name="T11" fmla="*/ 21 h 8"/>
                <a:gd name="T12" fmla="*/ 33 w 7"/>
                <a:gd name="T13" fmla="*/ 2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8"/>
                    <a:pt x="4" y="8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1" name="Freeform 1311">
              <a:extLst>
                <a:ext uri="{FF2B5EF4-FFF2-40B4-BE49-F238E27FC236}">
                  <a16:creationId xmlns:a16="http://schemas.microsoft.com/office/drawing/2014/main" id="{CD945C0D-3B40-4795-A610-097825511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67"/>
              <a:ext cx="18" cy="21"/>
            </a:xfrm>
            <a:custGeom>
              <a:avLst/>
              <a:gdLst>
                <a:gd name="T0" fmla="*/ 21 w 7"/>
                <a:gd name="T1" fmla="*/ 21 h 8"/>
                <a:gd name="T2" fmla="*/ 0 w 7"/>
                <a:gd name="T3" fmla="*/ 76 h 8"/>
                <a:gd name="T4" fmla="*/ 0 w 7"/>
                <a:gd name="T5" fmla="*/ 110 h 8"/>
                <a:gd name="T6" fmla="*/ 21 w 7"/>
                <a:gd name="T7" fmla="*/ 123 h 8"/>
                <a:gd name="T8" fmla="*/ 21 w 7"/>
                <a:gd name="T9" fmla="*/ 123 h 8"/>
                <a:gd name="T10" fmla="*/ 54 w 7"/>
                <a:gd name="T11" fmla="*/ 144 h 8"/>
                <a:gd name="T12" fmla="*/ 118 w 7"/>
                <a:gd name="T13" fmla="*/ 89 h 8"/>
                <a:gd name="T14" fmla="*/ 118 w 7"/>
                <a:gd name="T15" fmla="*/ 76 h 8"/>
                <a:gd name="T16" fmla="*/ 118 w 7"/>
                <a:gd name="T17" fmla="*/ 76 h 8"/>
                <a:gd name="T18" fmla="*/ 118 w 7"/>
                <a:gd name="T19" fmla="*/ 76 h 8"/>
                <a:gd name="T20" fmla="*/ 100 w 7"/>
                <a:gd name="T21" fmla="*/ 55 h 8"/>
                <a:gd name="T22" fmla="*/ 85 w 7"/>
                <a:gd name="T23" fmla="*/ 21 h 8"/>
                <a:gd name="T24" fmla="*/ 21 w 7"/>
                <a:gd name="T25" fmla="*/ 21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5" y="8"/>
                    <a:pt x="6" y="7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2" name="Freeform 1312">
              <a:extLst>
                <a:ext uri="{FF2B5EF4-FFF2-40B4-BE49-F238E27FC236}">
                  <a16:creationId xmlns:a16="http://schemas.microsoft.com/office/drawing/2014/main" id="{5E20BD15-5949-43F9-94D5-136E65D15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048"/>
              <a:ext cx="20" cy="24"/>
            </a:xfrm>
            <a:custGeom>
              <a:avLst/>
              <a:gdLst>
                <a:gd name="T0" fmla="*/ 50 w 8"/>
                <a:gd name="T1" fmla="*/ 21 h 9"/>
                <a:gd name="T2" fmla="*/ 0 w 8"/>
                <a:gd name="T3" fmla="*/ 93 h 9"/>
                <a:gd name="T4" fmla="*/ 0 w 8"/>
                <a:gd name="T5" fmla="*/ 93 h 9"/>
                <a:gd name="T6" fmla="*/ 0 w 8"/>
                <a:gd name="T7" fmla="*/ 93 h 9"/>
                <a:gd name="T8" fmla="*/ 0 w 8"/>
                <a:gd name="T9" fmla="*/ 93 h 9"/>
                <a:gd name="T10" fmla="*/ 20 w 8"/>
                <a:gd name="T11" fmla="*/ 149 h 9"/>
                <a:gd name="T12" fmla="*/ 95 w 8"/>
                <a:gd name="T13" fmla="*/ 149 h 9"/>
                <a:gd name="T14" fmla="*/ 113 w 8"/>
                <a:gd name="T15" fmla="*/ 56 h 9"/>
                <a:gd name="T16" fmla="*/ 50 w 8"/>
                <a:gd name="T17" fmla="*/ 2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2" y="9"/>
                    <a:pt x="4" y="9"/>
                    <a:pt x="6" y="8"/>
                  </a:cubicBezTo>
                  <a:cubicBezTo>
                    <a:pt x="7" y="7"/>
                    <a:pt x="8" y="5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3" name="Freeform 1313">
              <a:extLst>
                <a:ext uri="{FF2B5EF4-FFF2-40B4-BE49-F238E27FC236}">
                  <a16:creationId xmlns:a16="http://schemas.microsoft.com/office/drawing/2014/main" id="{A3B65AB3-1EC5-4729-BC76-1D3A49135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093"/>
              <a:ext cx="12" cy="16"/>
            </a:xfrm>
            <a:custGeom>
              <a:avLst/>
              <a:gdLst>
                <a:gd name="T0" fmla="*/ 29 w 5"/>
                <a:gd name="T1" fmla="*/ 21 h 6"/>
                <a:gd name="T2" fmla="*/ 0 w 5"/>
                <a:gd name="T3" fmla="*/ 35 h 6"/>
                <a:gd name="T4" fmla="*/ 0 w 5"/>
                <a:gd name="T5" fmla="*/ 56 h 6"/>
                <a:gd name="T6" fmla="*/ 0 w 5"/>
                <a:gd name="T7" fmla="*/ 77 h 6"/>
                <a:gd name="T8" fmla="*/ 0 w 5"/>
                <a:gd name="T9" fmla="*/ 77 h 6"/>
                <a:gd name="T10" fmla="*/ 29 w 5"/>
                <a:gd name="T11" fmla="*/ 93 h 6"/>
                <a:gd name="T12" fmla="*/ 29 w 5"/>
                <a:gd name="T13" fmla="*/ 115 h 6"/>
                <a:gd name="T14" fmla="*/ 58 w 5"/>
                <a:gd name="T15" fmla="*/ 115 h 6"/>
                <a:gd name="T16" fmla="*/ 70 w 5"/>
                <a:gd name="T17" fmla="*/ 77 h 6"/>
                <a:gd name="T18" fmla="*/ 70 w 5"/>
                <a:gd name="T19" fmla="*/ 35 h 6"/>
                <a:gd name="T20" fmla="*/ 58 w 5"/>
                <a:gd name="T21" fmla="*/ 21 h 6"/>
                <a:gd name="T22" fmla="*/ 29 w 5"/>
                <a:gd name="T23" fmla="*/ 21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4" name="Freeform 1314">
              <a:extLst>
                <a:ext uri="{FF2B5EF4-FFF2-40B4-BE49-F238E27FC236}">
                  <a16:creationId xmlns:a16="http://schemas.microsoft.com/office/drawing/2014/main" id="{8949E863-E3E9-4FCD-831A-0C77EE8D18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6" y="2115"/>
              <a:ext cx="18" cy="18"/>
            </a:xfrm>
            <a:custGeom>
              <a:avLst/>
              <a:gdLst>
                <a:gd name="T0" fmla="*/ 54 w 7"/>
                <a:gd name="T1" fmla="*/ 0 h 7"/>
                <a:gd name="T2" fmla="*/ 0 w 7"/>
                <a:gd name="T3" fmla="*/ 54 h 7"/>
                <a:gd name="T4" fmla="*/ 33 w 7"/>
                <a:gd name="T5" fmla="*/ 100 h 7"/>
                <a:gd name="T6" fmla="*/ 33 w 7"/>
                <a:gd name="T7" fmla="*/ 100 h 7"/>
                <a:gd name="T8" fmla="*/ 54 w 7"/>
                <a:gd name="T9" fmla="*/ 118 h 7"/>
                <a:gd name="T10" fmla="*/ 85 w 7"/>
                <a:gd name="T11" fmla="*/ 100 h 7"/>
                <a:gd name="T12" fmla="*/ 100 w 7"/>
                <a:gd name="T13" fmla="*/ 21 h 7"/>
                <a:gd name="T14" fmla="*/ 54 w 7"/>
                <a:gd name="T15" fmla="*/ 0 h 7"/>
                <a:gd name="T16" fmla="*/ 54 w 7"/>
                <a:gd name="T17" fmla="*/ 33 h 7"/>
                <a:gd name="T18" fmla="*/ 67 w 7"/>
                <a:gd name="T19" fmla="*/ 54 h 7"/>
                <a:gd name="T20" fmla="*/ 85 w 7"/>
                <a:gd name="T21" fmla="*/ 54 h 7"/>
                <a:gd name="T22" fmla="*/ 85 w 7"/>
                <a:gd name="T23" fmla="*/ 67 h 7"/>
                <a:gd name="T24" fmla="*/ 67 w 7"/>
                <a:gd name="T25" fmla="*/ 67 h 7"/>
                <a:gd name="T26" fmla="*/ 33 w 7"/>
                <a:gd name="T27" fmla="*/ 54 h 7"/>
                <a:gd name="T28" fmla="*/ 33 w 7"/>
                <a:gd name="T29" fmla="*/ 54 h 7"/>
                <a:gd name="T30" fmla="*/ 54 w 7"/>
                <a:gd name="T31" fmla="*/ 33 h 7"/>
                <a:gd name="T32" fmla="*/ 54 w 7"/>
                <a:gd name="T33" fmla="*/ 33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7"/>
                  </a:cubicBezTo>
                  <a:cubicBezTo>
                    <a:pt x="4" y="7"/>
                    <a:pt x="5" y="7"/>
                    <a:pt x="5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3" y="2"/>
                  </a:move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5" name="Freeform 1315">
              <a:extLst>
                <a:ext uri="{FF2B5EF4-FFF2-40B4-BE49-F238E27FC236}">
                  <a16:creationId xmlns:a16="http://schemas.microsoft.com/office/drawing/2014/main" id="{95D03916-E4CE-4015-8E53-D3A068066F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4" y="2061"/>
              <a:ext cx="17" cy="19"/>
            </a:xfrm>
            <a:custGeom>
              <a:avLst/>
              <a:gdLst>
                <a:gd name="T0" fmla="*/ 29 w 7"/>
                <a:gd name="T1" fmla="*/ 22 h 7"/>
                <a:gd name="T2" fmla="*/ 12 w 7"/>
                <a:gd name="T3" fmla="*/ 103 h 7"/>
                <a:gd name="T4" fmla="*/ 70 w 7"/>
                <a:gd name="T5" fmla="*/ 141 h 7"/>
                <a:gd name="T6" fmla="*/ 100 w 7"/>
                <a:gd name="T7" fmla="*/ 103 h 7"/>
                <a:gd name="T8" fmla="*/ 100 w 7"/>
                <a:gd name="T9" fmla="*/ 103 h 7"/>
                <a:gd name="T10" fmla="*/ 87 w 7"/>
                <a:gd name="T11" fmla="*/ 81 h 7"/>
                <a:gd name="T12" fmla="*/ 100 w 7"/>
                <a:gd name="T13" fmla="*/ 60 h 7"/>
                <a:gd name="T14" fmla="*/ 70 w 7"/>
                <a:gd name="T15" fmla="*/ 22 h 7"/>
                <a:gd name="T16" fmla="*/ 29 w 7"/>
                <a:gd name="T17" fmla="*/ 22 h 7"/>
                <a:gd name="T18" fmla="*/ 29 w 7"/>
                <a:gd name="T19" fmla="*/ 60 h 7"/>
                <a:gd name="T20" fmla="*/ 41 w 7"/>
                <a:gd name="T21" fmla="*/ 60 h 7"/>
                <a:gd name="T22" fmla="*/ 29 w 7"/>
                <a:gd name="T23" fmla="*/ 60 h 7"/>
                <a:gd name="T24" fmla="*/ 29 w 7"/>
                <a:gd name="T25" fmla="*/ 60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2" y="7"/>
                    <a:pt x="3" y="7"/>
                    <a:pt x="5" y="7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7" y="4"/>
                    <a:pt x="7" y="4"/>
                    <a:pt x="7" y="3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5" y="0"/>
                    <a:pt x="3" y="0"/>
                    <a:pt x="2" y="1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" name="Freeform 1316">
              <a:extLst>
                <a:ext uri="{FF2B5EF4-FFF2-40B4-BE49-F238E27FC236}">
                  <a16:creationId xmlns:a16="http://schemas.microsoft.com/office/drawing/2014/main" id="{715F9E83-DAF0-4951-A398-EE1B6BD538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4" y="2021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56 h 6"/>
                <a:gd name="T4" fmla="*/ 20 w 6"/>
                <a:gd name="T5" fmla="*/ 93 h 6"/>
                <a:gd name="T6" fmla="*/ 63 w 6"/>
                <a:gd name="T7" fmla="*/ 115 h 6"/>
                <a:gd name="T8" fmla="*/ 95 w 6"/>
                <a:gd name="T9" fmla="*/ 56 h 6"/>
                <a:gd name="T10" fmla="*/ 95 w 6"/>
                <a:gd name="T11" fmla="*/ 56 h 6"/>
                <a:gd name="T12" fmla="*/ 63 w 6"/>
                <a:gd name="T13" fmla="*/ 35 h 6"/>
                <a:gd name="T14" fmla="*/ 50 w 6"/>
                <a:gd name="T15" fmla="*/ 21 h 6"/>
                <a:gd name="T16" fmla="*/ 83 w 6"/>
                <a:gd name="T17" fmla="*/ 56 h 6"/>
                <a:gd name="T18" fmla="*/ 83 w 6"/>
                <a:gd name="T19" fmla="*/ 77 h 6"/>
                <a:gd name="T20" fmla="*/ 63 w 6"/>
                <a:gd name="T21" fmla="*/ 93 h 6"/>
                <a:gd name="T22" fmla="*/ 83 w 6"/>
                <a:gd name="T23" fmla="*/ 56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1"/>
                    <a:pt x="1" y="1"/>
                    <a:pt x="1" y="3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5"/>
                    <a:pt x="3" y="6"/>
                    <a:pt x="4" y="6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1"/>
                    <a:pt x="3" y="0"/>
                    <a:pt x="3" y="1"/>
                  </a:cubicBezTo>
                  <a:close/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7" name="Freeform 1317">
              <a:extLst>
                <a:ext uri="{FF2B5EF4-FFF2-40B4-BE49-F238E27FC236}">
                  <a16:creationId xmlns:a16="http://schemas.microsoft.com/office/drawing/2014/main" id="{F8C95984-5600-431E-BA46-5017E71E7E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1" y="2051"/>
              <a:ext cx="18" cy="18"/>
            </a:xfrm>
            <a:custGeom>
              <a:avLst/>
              <a:gdLst>
                <a:gd name="T0" fmla="*/ 33 w 7"/>
                <a:gd name="T1" fmla="*/ 21 h 7"/>
                <a:gd name="T2" fmla="*/ 0 w 7"/>
                <a:gd name="T3" fmla="*/ 67 h 7"/>
                <a:gd name="T4" fmla="*/ 0 w 7"/>
                <a:gd name="T5" fmla="*/ 67 h 7"/>
                <a:gd name="T6" fmla="*/ 21 w 7"/>
                <a:gd name="T7" fmla="*/ 100 h 7"/>
                <a:gd name="T8" fmla="*/ 21 w 7"/>
                <a:gd name="T9" fmla="*/ 100 h 7"/>
                <a:gd name="T10" fmla="*/ 54 w 7"/>
                <a:gd name="T11" fmla="*/ 118 h 7"/>
                <a:gd name="T12" fmla="*/ 118 w 7"/>
                <a:gd name="T13" fmla="*/ 85 h 7"/>
                <a:gd name="T14" fmla="*/ 100 w 7"/>
                <a:gd name="T15" fmla="*/ 21 h 7"/>
                <a:gd name="T16" fmla="*/ 33 w 7"/>
                <a:gd name="T17" fmla="*/ 21 h 7"/>
                <a:gd name="T18" fmla="*/ 54 w 7"/>
                <a:gd name="T19" fmla="*/ 33 h 7"/>
                <a:gd name="T20" fmla="*/ 54 w 7"/>
                <a:gd name="T21" fmla="*/ 33 h 7"/>
                <a:gd name="T22" fmla="*/ 67 w 7"/>
                <a:gd name="T23" fmla="*/ 54 h 7"/>
                <a:gd name="T24" fmla="*/ 54 w 7"/>
                <a:gd name="T25" fmla="*/ 33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7"/>
                    <a:pt x="6" y="6"/>
                    <a:pt x="7" y="5"/>
                  </a:cubicBezTo>
                  <a:cubicBezTo>
                    <a:pt x="7" y="4"/>
                    <a:pt x="7" y="3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8" name="Freeform 1318">
              <a:extLst>
                <a:ext uri="{FF2B5EF4-FFF2-40B4-BE49-F238E27FC236}">
                  <a16:creationId xmlns:a16="http://schemas.microsoft.com/office/drawing/2014/main" id="{87066318-BF20-4108-997B-3C9A75C43B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4" y="2104"/>
              <a:ext cx="20" cy="21"/>
            </a:xfrm>
            <a:custGeom>
              <a:avLst/>
              <a:gdLst>
                <a:gd name="T0" fmla="*/ 33 w 8"/>
                <a:gd name="T1" fmla="*/ 0 h 8"/>
                <a:gd name="T2" fmla="*/ 20 w 8"/>
                <a:gd name="T3" fmla="*/ 21 h 8"/>
                <a:gd name="T4" fmla="*/ 20 w 8"/>
                <a:gd name="T5" fmla="*/ 34 h 8"/>
                <a:gd name="T6" fmla="*/ 0 w 8"/>
                <a:gd name="T7" fmla="*/ 34 h 8"/>
                <a:gd name="T8" fmla="*/ 0 w 8"/>
                <a:gd name="T9" fmla="*/ 76 h 8"/>
                <a:gd name="T10" fmla="*/ 20 w 8"/>
                <a:gd name="T11" fmla="*/ 144 h 8"/>
                <a:gd name="T12" fmla="*/ 63 w 8"/>
                <a:gd name="T13" fmla="*/ 144 h 8"/>
                <a:gd name="T14" fmla="*/ 113 w 8"/>
                <a:gd name="T15" fmla="*/ 76 h 8"/>
                <a:gd name="T16" fmla="*/ 113 w 8"/>
                <a:gd name="T17" fmla="*/ 55 h 8"/>
                <a:gd name="T18" fmla="*/ 113 w 8"/>
                <a:gd name="T19" fmla="*/ 34 h 8"/>
                <a:gd name="T20" fmla="*/ 50 w 8"/>
                <a:gd name="T21" fmla="*/ 0 h 8"/>
                <a:gd name="T22" fmla="*/ 33 w 8"/>
                <a:gd name="T23" fmla="*/ 0 h 8"/>
                <a:gd name="T24" fmla="*/ 63 w 8"/>
                <a:gd name="T25" fmla="*/ 55 h 8"/>
                <a:gd name="T26" fmla="*/ 50 w 8"/>
                <a:gd name="T27" fmla="*/ 34 h 8"/>
                <a:gd name="T28" fmla="*/ 83 w 8"/>
                <a:gd name="T29" fmla="*/ 76 h 8"/>
                <a:gd name="T30" fmla="*/ 83 w 8"/>
                <a:gd name="T31" fmla="*/ 55 h 8"/>
                <a:gd name="T32" fmla="*/ 63 w 8"/>
                <a:gd name="T33" fmla="*/ 89 h 8"/>
                <a:gd name="T34" fmla="*/ 50 w 8"/>
                <a:gd name="T35" fmla="*/ 89 h 8"/>
                <a:gd name="T36" fmla="*/ 50 w 8"/>
                <a:gd name="T37" fmla="*/ 76 h 8"/>
                <a:gd name="T38" fmla="*/ 50 w 8"/>
                <a:gd name="T39" fmla="*/ 76 h 8"/>
                <a:gd name="T40" fmla="*/ 63 w 8"/>
                <a:gd name="T41" fmla="*/ 76 h 8"/>
                <a:gd name="T42" fmla="*/ 63 w 8"/>
                <a:gd name="T43" fmla="*/ 76 h 8"/>
                <a:gd name="T44" fmla="*/ 63 w 8"/>
                <a:gd name="T45" fmla="*/ 55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5" y="7"/>
                    <a:pt x="6" y="6"/>
                    <a:pt x="7" y="4"/>
                  </a:cubicBezTo>
                  <a:cubicBezTo>
                    <a:pt x="7" y="4"/>
                    <a:pt x="8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3" y="2"/>
                  </a:cubicBezTo>
                  <a:cubicBezTo>
                    <a:pt x="4" y="2"/>
                    <a:pt x="5" y="3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9" name="Freeform 1319">
              <a:extLst>
                <a:ext uri="{FF2B5EF4-FFF2-40B4-BE49-F238E27FC236}">
                  <a16:creationId xmlns:a16="http://schemas.microsoft.com/office/drawing/2014/main" id="{4CC2D188-C36F-4BA7-B7FE-8395B04CB8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1" y="2168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61 h 4"/>
                <a:gd name="T4" fmla="*/ 21 w 5"/>
                <a:gd name="T5" fmla="*/ 61 h 4"/>
                <a:gd name="T6" fmla="*/ 21 w 5"/>
                <a:gd name="T7" fmla="*/ 47 h 4"/>
                <a:gd name="T8" fmla="*/ 21 w 5"/>
                <a:gd name="T9" fmla="*/ 83 h 4"/>
                <a:gd name="T10" fmla="*/ 21 w 5"/>
                <a:gd name="T11" fmla="*/ 61 h 4"/>
                <a:gd name="T12" fmla="*/ 21 w 5"/>
                <a:gd name="T13" fmla="*/ 61 h 4"/>
                <a:gd name="T14" fmla="*/ 21 w 5"/>
                <a:gd name="T15" fmla="*/ 83 h 4"/>
                <a:gd name="T16" fmla="*/ 21 w 5"/>
                <a:gd name="T17" fmla="*/ 83 h 4"/>
                <a:gd name="T18" fmla="*/ 34 w 5"/>
                <a:gd name="T19" fmla="*/ 61 h 4"/>
                <a:gd name="T20" fmla="*/ 21 w 5"/>
                <a:gd name="T21" fmla="*/ 61 h 4"/>
                <a:gd name="T22" fmla="*/ 34 w 5"/>
                <a:gd name="T23" fmla="*/ 22 h 4"/>
                <a:gd name="T24" fmla="*/ 68 w 5"/>
                <a:gd name="T25" fmla="*/ 47 h 4"/>
                <a:gd name="T26" fmla="*/ 88 w 5"/>
                <a:gd name="T27" fmla="*/ 47 h 4"/>
                <a:gd name="T28" fmla="*/ 88 w 5"/>
                <a:gd name="T29" fmla="*/ 47 h 4"/>
                <a:gd name="T30" fmla="*/ 88 w 5"/>
                <a:gd name="T31" fmla="*/ 47 h 4"/>
                <a:gd name="T32" fmla="*/ 88 w 5"/>
                <a:gd name="T33" fmla="*/ 61 h 4"/>
                <a:gd name="T34" fmla="*/ 88 w 5"/>
                <a:gd name="T35" fmla="*/ 47 h 4"/>
                <a:gd name="T36" fmla="*/ 88 w 5"/>
                <a:gd name="T37" fmla="*/ 61 h 4"/>
                <a:gd name="T38" fmla="*/ 88 w 5"/>
                <a:gd name="T39" fmla="*/ 61 h 4"/>
                <a:gd name="T40" fmla="*/ 88 w 5"/>
                <a:gd name="T41" fmla="*/ 61 h 4"/>
                <a:gd name="T42" fmla="*/ 88 w 5"/>
                <a:gd name="T43" fmla="*/ 61 h 4"/>
                <a:gd name="T44" fmla="*/ 88 w 5"/>
                <a:gd name="T45" fmla="*/ 61 h 4"/>
                <a:gd name="T46" fmla="*/ 88 w 5"/>
                <a:gd name="T47" fmla="*/ 47 h 4"/>
                <a:gd name="T48" fmla="*/ 88 w 5"/>
                <a:gd name="T49" fmla="*/ 47 h 4"/>
                <a:gd name="T50" fmla="*/ 68 w 5"/>
                <a:gd name="T51" fmla="*/ 0 h 4"/>
                <a:gd name="T52" fmla="*/ 68 w 5"/>
                <a:gd name="T53" fmla="*/ 0 h 4"/>
                <a:gd name="T54" fmla="*/ 34 w 5"/>
                <a:gd name="T55" fmla="*/ 0 h 4"/>
                <a:gd name="T56" fmla="*/ 21 w 5"/>
                <a:gd name="T57" fmla="*/ 47 h 4"/>
                <a:gd name="T58" fmla="*/ 21 w 5"/>
                <a:gd name="T59" fmla="*/ 47 h 4"/>
                <a:gd name="T60" fmla="*/ 21 w 5"/>
                <a:gd name="T61" fmla="*/ 47 h 4"/>
                <a:gd name="T62" fmla="*/ 21 w 5"/>
                <a:gd name="T63" fmla="*/ 47 h 4"/>
                <a:gd name="T64" fmla="*/ 21 w 5"/>
                <a:gd name="T65" fmla="*/ 47 h 4"/>
                <a:gd name="T66" fmla="*/ 21 w 5"/>
                <a:gd name="T67" fmla="*/ 47 h 4"/>
                <a:gd name="T68" fmla="*/ 55 w 5"/>
                <a:gd name="T69" fmla="*/ 47 h 4"/>
                <a:gd name="T70" fmla="*/ 34 w 5"/>
                <a:gd name="T71" fmla="*/ 61 h 4"/>
                <a:gd name="T72" fmla="*/ 34 w 5"/>
                <a:gd name="T73" fmla="*/ 83 h 4"/>
                <a:gd name="T74" fmla="*/ 68 w 5"/>
                <a:gd name="T75" fmla="*/ 83 h 4"/>
                <a:gd name="T76" fmla="*/ 88 w 5"/>
                <a:gd name="T77" fmla="*/ 47 h 4"/>
                <a:gd name="T78" fmla="*/ 68 w 5"/>
                <a:gd name="T79" fmla="*/ 47 h 4"/>
                <a:gd name="T80" fmla="*/ 55 w 5"/>
                <a:gd name="T81" fmla="*/ 47 h 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3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" name="Freeform 1320">
              <a:extLst>
                <a:ext uri="{FF2B5EF4-FFF2-40B4-BE49-F238E27FC236}">
                  <a16:creationId xmlns:a16="http://schemas.microsoft.com/office/drawing/2014/main" id="{C7FF304D-8C43-42A5-8CE8-126F24DD62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9" y="2149"/>
              <a:ext cx="12" cy="16"/>
            </a:xfrm>
            <a:custGeom>
              <a:avLst/>
              <a:gdLst>
                <a:gd name="T0" fmla="*/ 29 w 5"/>
                <a:gd name="T1" fmla="*/ 21 h 6"/>
                <a:gd name="T2" fmla="*/ 0 w 5"/>
                <a:gd name="T3" fmla="*/ 77 h 6"/>
                <a:gd name="T4" fmla="*/ 12 w 5"/>
                <a:gd name="T5" fmla="*/ 115 h 6"/>
                <a:gd name="T6" fmla="*/ 41 w 5"/>
                <a:gd name="T7" fmla="*/ 115 h 6"/>
                <a:gd name="T8" fmla="*/ 58 w 5"/>
                <a:gd name="T9" fmla="*/ 93 h 6"/>
                <a:gd name="T10" fmla="*/ 70 w 5"/>
                <a:gd name="T11" fmla="*/ 35 h 6"/>
                <a:gd name="T12" fmla="*/ 58 w 5"/>
                <a:gd name="T13" fmla="*/ 0 h 6"/>
                <a:gd name="T14" fmla="*/ 29 w 5"/>
                <a:gd name="T15" fmla="*/ 21 h 6"/>
                <a:gd name="T16" fmla="*/ 12 w 5"/>
                <a:gd name="T17" fmla="*/ 56 h 6"/>
                <a:gd name="T18" fmla="*/ 12 w 5"/>
                <a:gd name="T19" fmla="*/ 56 h 6"/>
                <a:gd name="T20" fmla="*/ 12 w 5"/>
                <a:gd name="T21" fmla="*/ 35 h 6"/>
                <a:gd name="T22" fmla="*/ 12 w 5"/>
                <a:gd name="T23" fmla="*/ 56 h 6"/>
                <a:gd name="T24" fmla="*/ 12 w 5"/>
                <a:gd name="T25" fmla="*/ 77 h 6"/>
                <a:gd name="T26" fmla="*/ 12 w 5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" name="Freeform 1321">
              <a:extLst>
                <a:ext uri="{FF2B5EF4-FFF2-40B4-BE49-F238E27FC236}">
                  <a16:creationId xmlns:a16="http://schemas.microsoft.com/office/drawing/2014/main" id="{26820F2A-7597-4C59-BA2F-C7DFFCEA37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6" y="2187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20 w 6"/>
                <a:gd name="T3" fmla="*/ 21 h 6"/>
                <a:gd name="T4" fmla="*/ 0 w 6"/>
                <a:gd name="T5" fmla="*/ 35 h 6"/>
                <a:gd name="T6" fmla="*/ 20 w 6"/>
                <a:gd name="T7" fmla="*/ 93 h 6"/>
                <a:gd name="T8" fmla="*/ 50 w 6"/>
                <a:gd name="T9" fmla="*/ 115 h 6"/>
                <a:gd name="T10" fmla="*/ 50 w 6"/>
                <a:gd name="T11" fmla="*/ 115 h 6"/>
                <a:gd name="T12" fmla="*/ 63 w 6"/>
                <a:gd name="T13" fmla="*/ 93 h 6"/>
                <a:gd name="T14" fmla="*/ 95 w 6"/>
                <a:gd name="T15" fmla="*/ 56 h 6"/>
                <a:gd name="T16" fmla="*/ 95 w 6"/>
                <a:gd name="T17" fmla="*/ 56 h 6"/>
                <a:gd name="T18" fmla="*/ 63 w 6"/>
                <a:gd name="T19" fmla="*/ 21 h 6"/>
                <a:gd name="T20" fmla="*/ 50 w 6"/>
                <a:gd name="T21" fmla="*/ 0 h 6"/>
                <a:gd name="T22" fmla="*/ 63 w 6"/>
                <a:gd name="T23" fmla="*/ 56 h 6"/>
                <a:gd name="T24" fmla="*/ 63 w 6"/>
                <a:gd name="T25" fmla="*/ 77 h 6"/>
                <a:gd name="T26" fmla="*/ 63 w 6"/>
                <a:gd name="T27" fmla="*/ 77 h 6"/>
                <a:gd name="T28" fmla="*/ 63 w 6"/>
                <a:gd name="T29" fmla="*/ 77 h 6"/>
                <a:gd name="T30" fmla="*/ 63 w 6"/>
                <a:gd name="T31" fmla="*/ 56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5"/>
                    <a:pt x="4" y="5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2" name="Freeform 1322">
              <a:extLst>
                <a:ext uri="{FF2B5EF4-FFF2-40B4-BE49-F238E27FC236}">
                  <a16:creationId xmlns:a16="http://schemas.microsoft.com/office/drawing/2014/main" id="{12CFE809-B5AC-40AA-8A5E-D954C34396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6" y="2200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1 h 6"/>
                <a:gd name="T4" fmla="*/ 0 w 5"/>
                <a:gd name="T5" fmla="*/ 77 h 6"/>
                <a:gd name="T6" fmla="*/ 0 w 5"/>
                <a:gd name="T7" fmla="*/ 77 h 6"/>
                <a:gd name="T8" fmla="*/ 21 w 5"/>
                <a:gd name="T9" fmla="*/ 93 h 6"/>
                <a:gd name="T10" fmla="*/ 55 w 5"/>
                <a:gd name="T11" fmla="*/ 115 h 6"/>
                <a:gd name="T12" fmla="*/ 88 w 5"/>
                <a:gd name="T13" fmla="*/ 56 h 6"/>
                <a:gd name="T14" fmla="*/ 55 w 5"/>
                <a:gd name="T15" fmla="*/ 0 h 6"/>
                <a:gd name="T16" fmla="*/ 21 w 5"/>
                <a:gd name="T17" fmla="*/ 0 h 6"/>
                <a:gd name="T18" fmla="*/ 68 w 5"/>
                <a:gd name="T19" fmla="*/ 35 h 6"/>
                <a:gd name="T20" fmla="*/ 68 w 5"/>
                <a:gd name="T21" fmla="*/ 56 h 6"/>
                <a:gd name="T22" fmla="*/ 55 w 5"/>
                <a:gd name="T23" fmla="*/ 77 h 6"/>
                <a:gd name="T24" fmla="*/ 68 w 5"/>
                <a:gd name="T25" fmla="*/ 35 h 6"/>
                <a:gd name="T26" fmla="*/ 55 w 5"/>
                <a:gd name="T27" fmla="*/ 77 h 6"/>
                <a:gd name="T28" fmla="*/ 55 w 5"/>
                <a:gd name="T29" fmla="*/ 77 h 6"/>
                <a:gd name="T30" fmla="*/ 55 w 5"/>
                <a:gd name="T31" fmla="*/ 77 h 6"/>
                <a:gd name="T32" fmla="*/ 55 w 5"/>
                <a:gd name="T33" fmla="*/ 77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5" y="6"/>
                    <a:pt x="5" y="5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4" y="2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4" y="3"/>
                    <a:pt x="4" y="3"/>
                    <a:pt x="4" y="2"/>
                  </a:cubicBez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3" name="Freeform 1323">
              <a:extLst>
                <a:ext uri="{FF2B5EF4-FFF2-40B4-BE49-F238E27FC236}">
                  <a16:creationId xmlns:a16="http://schemas.microsoft.com/office/drawing/2014/main" id="{7701557F-AA73-4039-A85A-4B9C2839D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29"/>
              <a:ext cx="13" cy="19"/>
            </a:xfrm>
            <a:custGeom>
              <a:avLst/>
              <a:gdLst>
                <a:gd name="T0" fmla="*/ 21 w 5"/>
                <a:gd name="T1" fmla="*/ 22 h 7"/>
                <a:gd name="T2" fmla="*/ 0 w 5"/>
                <a:gd name="T3" fmla="*/ 103 h 7"/>
                <a:gd name="T4" fmla="*/ 55 w 5"/>
                <a:gd name="T5" fmla="*/ 141 h 7"/>
                <a:gd name="T6" fmla="*/ 68 w 5"/>
                <a:gd name="T7" fmla="*/ 81 h 7"/>
                <a:gd name="T8" fmla="*/ 68 w 5"/>
                <a:gd name="T9" fmla="*/ 81 h 7"/>
                <a:gd name="T10" fmla="*/ 34 w 5"/>
                <a:gd name="T11" fmla="*/ 103 h 7"/>
                <a:gd name="T12" fmla="*/ 21 w 5"/>
                <a:gd name="T13" fmla="*/ 60 h 7"/>
                <a:gd name="T14" fmla="*/ 34 w 5"/>
                <a:gd name="T15" fmla="*/ 38 h 7"/>
                <a:gd name="T16" fmla="*/ 88 w 5"/>
                <a:gd name="T17" fmla="*/ 60 h 7"/>
                <a:gd name="T18" fmla="*/ 68 w 5"/>
                <a:gd name="T19" fmla="*/ 22 h 7"/>
                <a:gd name="T20" fmla="*/ 55 w 5"/>
                <a:gd name="T21" fmla="*/ 0 h 7"/>
                <a:gd name="T22" fmla="*/ 21 w 5"/>
                <a:gd name="T23" fmla="*/ 22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6"/>
                    <a:pt x="5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2" y="4"/>
                    <a:pt x="2" y="4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5" y="2"/>
                    <a:pt x="5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4" name="Freeform 1324">
              <a:extLst>
                <a:ext uri="{FF2B5EF4-FFF2-40B4-BE49-F238E27FC236}">
                  <a16:creationId xmlns:a16="http://schemas.microsoft.com/office/drawing/2014/main" id="{FB970752-BBF0-4578-ACBB-D241CB7B9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251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0 w 5"/>
                <a:gd name="T3" fmla="*/ 77 h 6"/>
                <a:gd name="T4" fmla="*/ 29 w 5"/>
                <a:gd name="T5" fmla="*/ 115 h 6"/>
                <a:gd name="T6" fmla="*/ 58 w 5"/>
                <a:gd name="T7" fmla="*/ 93 h 6"/>
                <a:gd name="T8" fmla="*/ 70 w 5"/>
                <a:gd name="T9" fmla="*/ 77 h 6"/>
                <a:gd name="T10" fmla="*/ 70 w 5"/>
                <a:gd name="T11" fmla="*/ 56 h 6"/>
                <a:gd name="T12" fmla="*/ 58 w 5"/>
                <a:gd name="T13" fmla="*/ 21 h 6"/>
                <a:gd name="T14" fmla="*/ 12 w 5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5" name="Freeform 1325">
              <a:extLst>
                <a:ext uri="{FF2B5EF4-FFF2-40B4-BE49-F238E27FC236}">
                  <a16:creationId xmlns:a16="http://schemas.microsoft.com/office/drawing/2014/main" id="{04661204-FFB4-4C3B-977E-0EDB0303BE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4" y="2237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20 w 6"/>
                <a:gd name="T3" fmla="*/ 60 h 7"/>
                <a:gd name="T4" fmla="*/ 20 w 6"/>
                <a:gd name="T5" fmla="*/ 81 h 7"/>
                <a:gd name="T6" fmla="*/ 20 w 6"/>
                <a:gd name="T7" fmla="*/ 81 h 7"/>
                <a:gd name="T8" fmla="*/ 0 w 6"/>
                <a:gd name="T9" fmla="*/ 103 h 7"/>
                <a:gd name="T10" fmla="*/ 0 w 6"/>
                <a:gd name="T11" fmla="*/ 117 h 7"/>
                <a:gd name="T12" fmla="*/ 20 w 6"/>
                <a:gd name="T13" fmla="*/ 141 h 7"/>
                <a:gd name="T14" fmla="*/ 50 w 6"/>
                <a:gd name="T15" fmla="*/ 141 h 7"/>
                <a:gd name="T16" fmla="*/ 50 w 6"/>
                <a:gd name="T17" fmla="*/ 141 h 7"/>
                <a:gd name="T18" fmla="*/ 63 w 6"/>
                <a:gd name="T19" fmla="*/ 141 h 7"/>
                <a:gd name="T20" fmla="*/ 83 w 6"/>
                <a:gd name="T21" fmla="*/ 141 h 7"/>
                <a:gd name="T22" fmla="*/ 63 w 6"/>
                <a:gd name="T23" fmla="*/ 141 h 7"/>
                <a:gd name="T24" fmla="*/ 83 w 6"/>
                <a:gd name="T25" fmla="*/ 117 h 7"/>
                <a:gd name="T26" fmla="*/ 95 w 6"/>
                <a:gd name="T27" fmla="*/ 81 h 7"/>
                <a:gd name="T28" fmla="*/ 83 w 6"/>
                <a:gd name="T29" fmla="*/ 38 h 7"/>
                <a:gd name="T30" fmla="*/ 63 w 6"/>
                <a:gd name="T31" fmla="*/ 22 h 7"/>
                <a:gd name="T32" fmla="*/ 63 w 6"/>
                <a:gd name="T33" fmla="*/ 0 h 7"/>
                <a:gd name="T34" fmla="*/ 20 w 6"/>
                <a:gd name="T35" fmla="*/ 22 h 7"/>
                <a:gd name="T36" fmla="*/ 63 w 6"/>
                <a:gd name="T37" fmla="*/ 60 h 7"/>
                <a:gd name="T38" fmla="*/ 83 w 6"/>
                <a:gd name="T39" fmla="*/ 103 h 7"/>
                <a:gd name="T40" fmla="*/ 83 w 6"/>
                <a:gd name="T41" fmla="*/ 103 h 7"/>
                <a:gd name="T42" fmla="*/ 50 w 6"/>
                <a:gd name="T43" fmla="*/ 117 h 7"/>
                <a:gd name="T44" fmla="*/ 33 w 6"/>
                <a:gd name="T45" fmla="*/ 103 h 7"/>
                <a:gd name="T46" fmla="*/ 63 w 6"/>
                <a:gd name="T47" fmla="*/ 60 h 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6"/>
                  </a:cubicBezTo>
                  <a:cubicBezTo>
                    <a:pt x="6" y="6"/>
                    <a:pt x="6" y="5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4" y="3"/>
                  </a:moveTo>
                  <a:cubicBezTo>
                    <a:pt x="4" y="3"/>
                    <a:pt x="5" y="4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3" y="6"/>
                    <a:pt x="3" y="5"/>
                    <a:pt x="2" y="5"/>
                  </a:cubicBezTo>
                  <a:cubicBezTo>
                    <a:pt x="2" y="4"/>
                    <a:pt x="3" y="3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6" name="Freeform 1326">
              <a:extLst>
                <a:ext uri="{FF2B5EF4-FFF2-40B4-BE49-F238E27FC236}">
                  <a16:creationId xmlns:a16="http://schemas.microsoft.com/office/drawing/2014/main" id="{678D9C22-62AC-4EC4-B19E-067FAC172F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9" y="2216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0 w 5"/>
                <a:gd name="T3" fmla="*/ 55 h 5"/>
                <a:gd name="T4" fmla="*/ 0 w 5"/>
                <a:gd name="T5" fmla="*/ 55 h 5"/>
                <a:gd name="T6" fmla="*/ 0 w 5"/>
                <a:gd name="T7" fmla="*/ 55 h 5"/>
                <a:gd name="T8" fmla="*/ 29 w 5"/>
                <a:gd name="T9" fmla="*/ 88 h 5"/>
                <a:gd name="T10" fmla="*/ 58 w 5"/>
                <a:gd name="T11" fmla="*/ 68 h 5"/>
                <a:gd name="T12" fmla="*/ 58 w 5"/>
                <a:gd name="T13" fmla="*/ 55 h 5"/>
                <a:gd name="T14" fmla="*/ 58 w 5"/>
                <a:gd name="T15" fmla="*/ 55 h 5"/>
                <a:gd name="T16" fmla="*/ 58 w 5"/>
                <a:gd name="T17" fmla="*/ 55 h 5"/>
                <a:gd name="T18" fmla="*/ 70 w 5"/>
                <a:gd name="T19" fmla="*/ 34 h 5"/>
                <a:gd name="T20" fmla="*/ 58 w 5"/>
                <a:gd name="T21" fmla="*/ 21 h 5"/>
                <a:gd name="T22" fmla="*/ 29 w 5"/>
                <a:gd name="T23" fmla="*/ 0 h 5"/>
                <a:gd name="T24" fmla="*/ 12 w 5"/>
                <a:gd name="T25" fmla="*/ 21 h 5"/>
                <a:gd name="T26" fmla="*/ 29 w 5"/>
                <a:gd name="T27" fmla="*/ 21 h 5"/>
                <a:gd name="T28" fmla="*/ 58 w 5"/>
                <a:gd name="T29" fmla="*/ 55 h 5"/>
                <a:gd name="T30" fmla="*/ 58 w 5"/>
                <a:gd name="T31" fmla="*/ 55 h 5"/>
                <a:gd name="T32" fmla="*/ 29 w 5"/>
                <a:gd name="T33" fmla="*/ 68 h 5"/>
                <a:gd name="T34" fmla="*/ 0 w 5"/>
                <a:gd name="T35" fmla="*/ 55 h 5"/>
                <a:gd name="T36" fmla="*/ 29 w 5"/>
                <a:gd name="T37" fmla="*/ 21 h 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1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7" name="Freeform 1327">
              <a:extLst>
                <a:ext uri="{FF2B5EF4-FFF2-40B4-BE49-F238E27FC236}">
                  <a16:creationId xmlns:a16="http://schemas.microsoft.com/office/drawing/2014/main" id="{CFEB3A68-8BB3-464B-92F2-35D94A682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235"/>
              <a:ext cx="17" cy="18"/>
            </a:xfrm>
            <a:custGeom>
              <a:avLst/>
              <a:gdLst>
                <a:gd name="T0" fmla="*/ 41 w 7"/>
                <a:gd name="T1" fmla="*/ 0 h 7"/>
                <a:gd name="T2" fmla="*/ 12 w 7"/>
                <a:gd name="T3" fmla="*/ 33 h 7"/>
                <a:gd name="T4" fmla="*/ 0 w 7"/>
                <a:gd name="T5" fmla="*/ 54 h 7"/>
                <a:gd name="T6" fmla="*/ 12 w 7"/>
                <a:gd name="T7" fmla="*/ 67 h 7"/>
                <a:gd name="T8" fmla="*/ 12 w 7"/>
                <a:gd name="T9" fmla="*/ 67 h 7"/>
                <a:gd name="T10" fmla="*/ 29 w 7"/>
                <a:gd name="T11" fmla="*/ 100 h 7"/>
                <a:gd name="T12" fmla="*/ 70 w 7"/>
                <a:gd name="T13" fmla="*/ 100 h 7"/>
                <a:gd name="T14" fmla="*/ 87 w 7"/>
                <a:gd name="T15" fmla="*/ 33 h 7"/>
                <a:gd name="T16" fmla="*/ 41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6" y="5"/>
                    <a:pt x="7" y="4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8" name="Freeform 1328">
              <a:extLst>
                <a:ext uri="{FF2B5EF4-FFF2-40B4-BE49-F238E27FC236}">
                  <a16:creationId xmlns:a16="http://schemas.microsoft.com/office/drawing/2014/main" id="{F6DDB14B-7CBC-4644-A63F-27F8DC7B0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168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0 w 6"/>
                <a:gd name="T3" fmla="*/ 60 h 7"/>
                <a:gd name="T4" fmla="*/ 0 w 6"/>
                <a:gd name="T5" fmla="*/ 103 h 7"/>
                <a:gd name="T6" fmla="*/ 20 w 6"/>
                <a:gd name="T7" fmla="*/ 117 h 7"/>
                <a:gd name="T8" fmla="*/ 33 w 6"/>
                <a:gd name="T9" fmla="*/ 117 h 7"/>
                <a:gd name="T10" fmla="*/ 83 w 6"/>
                <a:gd name="T11" fmla="*/ 117 h 7"/>
                <a:gd name="T12" fmla="*/ 95 w 6"/>
                <a:gd name="T13" fmla="*/ 103 h 7"/>
                <a:gd name="T14" fmla="*/ 95 w 6"/>
                <a:gd name="T15" fmla="*/ 81 h 7"/>
                <a:gd name="T16" fmla="*/ 95 w 6"/>
                <a:gd name="T17" fmla="*/ 81 h 7"/>
                <a:gd name="T18" fmla="*/ 95 w 6"/>
                <a:gd name="T19" fmla="*/ 81 h 7"/>
                <a:gd name="T20" fmla="*/ 95 w 6"/>
                <a:gd name="T21" fmla="*/ 60 h 7"/>
                <a:gd name="T22" fmla="*/ 50 w 6"/>
                <a:gd name="T23" fmla="*/ 22 h 7"/>
                <a:gd name="T24" fmla="*/ 0 w 6"/>
                <a:gd name="T25" fmla="*/ 38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5" y="6"/>
                    <a:pt x="6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9" name="Freeform 1329">
              <a:extLst>
                <a:ext uri="{FF2B5EF4-FFF2-40B4-BE49-F238E27FC236}">
                  <a16:creationId xmlns:a16="http://schemas.microsoft.com/office/drawing/2014/main" id="{0A50BCCF-1E2B-4A94-9E11-862142479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104"/>
              <a:ext cx="15" cy="19"/>
            </a:xfrm>
            <a:custGeom>
              <a:avLst/>
              <a:gdLst>
                <a:gd name="T0" fmla="*/ 33 w 6"/>
                <a:gd name="T1" fmla="*/ 0 h 7"/>
                <a:gd name="T2" fmla="*/ 20 w 6"/>
                <a:gd name="T3" fmla="*/ 22 h 7"/>
                <a:gd name="T4" fmla="*/ 20 w 6"/>
                <a:gd name="T5" fmla="*/ 38 h 7"/>
                <a:gd name="T6" fmla="*/ 0 w 6"/>
                <a:gd name="T7" fmla="*/ 81 h 7"/>
                <a:gd name="T8" fmla="*/ 0 w 6"/>
                <a:gd name="T9" fmla="*/ 81 h 7"/>
                <a:gd name="T10" fmla="*/ 20 w 6"/>
                <a:gd name="T11" fmla="*/ 117 h 7"/>
                <a:gd name="T12" fmla="*/ 95 w 6"/>
                <a:gd name="T13" fmla="*/ 81 h 7"/>
                <a:gd name="T14" fmla="*/ 63 w 6"/>
                <a:gd name="T15" fmla="*/ 0 h 7"/>
                <a:gd name="T16" fmla="*/ 33 w 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3" y="7"/>
                    <a:pt x="5" y="6"/>
                    <a:pt x="6" y="4"/>
                  </a:cubicBezTo>
                  <a:cubicBezTo>
                    <a:pt x="6" y="3"/>
                    <a:pt x="6" y="1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0" name="Freeform 1330">
              <a:extLst>
                <a:ext uri="{FF2B5EF4-FFF2-40B4-BE49-F238E27FC236}">
                  <a16:creationId xmlns:a16="http://schemas.microsoft.com/office/drawing/2014/main" id="{0F9B956D-0FBD-4884-B880-F5F0A5721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80"/>
              <a:ext cx="12" cy="19"/>
            </a:xfrm>
            <a:custGeom>
              <a:avLst/>
              <a:gdLst>
                <a:gd name="T0" fmla="*/ 29 w 5"/>
                <a:gd name="T1" fmla="*/ 0 h 7"/>
                <a:gd name="T2" fmla="*/ 0 w 5"/>
                <a:gd name="T3" fmla="*/ 81 h 7"/>
                <a:gd name="T4" fmla="*/ 29 w 5"/>
                <a:gd name="T5" fmla="*/ 117 h 7"/>
                <a:gd name="T6" fmla="*/ 70 w 5"/>
                <a:gd name="T7" fmla="*/ 103 h 7"/>
                <a:gd name="T8" fmla="*/ 70 w 5"/>
                <a:gd name="T9" fmla="*/ 60 h 7"/>
                <a:gd name="T10" fmla="*/ 70 w 5"/>
                <a:gd name="T11" fmla="*/ 38 h 7"/>
                <a:gd name="T12" fmla="*/ 70 w 5"/>
                <a:gd name="T13" fmla="*/ 38 h 7"/>
                <a:gd name="T14" fmla="*/ 70 w 5"/>
                <a:gd name="T15" fmla="*/ 22 h 7"/>
                <a:gd name="T16" fmla="*/ 29 w 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1" name="Freeform 1331">
              <a:extLst>
                <a:ext uri="{FF2B5EF4-FFF2-40B4-BE49-F238E27FC236}">
                  <a16:creationId xmlns:a16="http://schemas.microsoft.com/office/drawing/2014/main" id="{00E4E504-F01B-4302-9BA5-1165DDD43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96" y="2144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0 w 5"/>
                <a:gd name="T3" fmla="*/ 56 h 6"/>
                <a:gd name="T4" fmla="*/ 0 w 5"/>
                <a:gd name="T5" fmla="*/ 56 h 6"/>
                <a:gd name="T6" fmla="*/ 21 w 5"/>
                <a:gd name="T7" fmla="*/ 77 h 6"/>
                <a:gd name="T8" fmla="*/ 21 w 5"/>
                <a:gd name="T9" fmla="*/ 93 h 6"/>
                <a:gd name="T10" fmla="*/ 34 w 5"/>
                <a:gd name="T11" fmla="*/ 115 h 6"/>
                <a:gd name="T12" fmla="*/ 68 w 5"/>
                <a:gd name="T13" fmla="*/ 93 h 6"/>
                <a:gd name="T14" fmla="*/ 88 w 5"/>
                <a:gd name="T15" fmla="*/ 77 h 6"/>
                <a:gd name="T16" fmla="*/ 88 w 5"/>
                <a:gd name="T17" fmla="*/ 56 h 6"/>
                <a:gd name="T18" fmla="*/ 88 w 5"/>
                <a:gd name="T19" fmla="*/ 35 h 6"/>
                <a:gd name="T20" fmla="*/ 68 w 5"/>
                <a:gd name="T21" fmla="*/ 0 h 6"/>
                <a:gd name="T22" fmla="*/ 68 w 5"/>
                <a:gd name="T23" fmla="*/ 0 h 6"/>
                <a:gd name="T24" fmla="*/ 21 w 5"/>
                <a:gd name="T25" fmla="*/ 21 h 6"/>
                <a:gd name="T26" fmla="*/ 68 w 5"/>
                <a:gd name="T27" fmla="*/ 35 h 6"/>
                <a:gd name="T28" fmla="*/ 68 w 5"/>
                <a:gd name="T29" fmla="*/ 35 h 6"/>
                <a:gd name="T30" fmla="*/ 68 w 5"/>
                <a:gd name="T31" fmla="*/ 35 h 6"/>
                <a:gd name="T32" fmla="*/ 68 w 5"/>
                <a:gd name="T33" fmla="*/ 35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1" y="1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2" name="Freeform 1332">
              <a:extLst>
                <a:ext uri="{FF2B5EF4-FFF2-40B4-BE49-F238E27FC236}">
                  <a16:creationId xmlns:a16="http://schemas.microsoft.com/office/drawing/2014/main" id="{2EC05489-F9B2-453D-9630-FFC712EEFD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1" y="2160"/>
              <a:ext cx="13" cy="13"/>
            </a:xfrm>
            <a:custGeom>
              <a:avLst/>
              <a:gdLst>
                <a:gd name="T0" fmla="*/ 21 w 5"/>
                <a:gd name="T1" fmla="*/ 21 h 5"/>
                <a:gd name="T2" fmla="*/ 0 w 5"/>
                <a:gd name="T3" fmla="*/ 34 h 5"/>
                <a:gd name="T4" fmla="*/ 0 w 5"/>
                <a:gd name="T5" fmla="*/ 55 h 5"/>
                <a:gd name="T6" fmla="*/ 0 w 5"/>
                <a:gd name="T7" fmla="*/ 55 h 5"/>
                <a:gd name="T8" fmla="*/ 0 w 5"/>
                <a:gd name="T9" fmla="*/ 55 h 5"/>
                <a:gd name="T10" fmla="*/ 0 w 5"/>
                <a:gd name="T11" fmla="*/ 68 h 5"/>
                <a:gd name="T12" fmla="*/ 21 w 5"/>
                <a:gd name="T13" fmla="*/ 68 h 5"/>
                <a:gd name="T14" fmla="*/ 21 w 5"/>
                <a:gd name="T15" fmla="*/ 68 h 5"/>
                <a:gd name="T16" fmla="*/ 34 w 5"/>
                <a:gd name="T17" fmla="*/ 88 h 5"/>
                <a:gd name="T18" fmla="*/ 55 w 5"/>
                <a:gd name="T19" fmla="*/ 88 h 5"/>
                <a:gd name="T20" fmla="*/ 55 w 5"/>
                <a:gd name="T21" fmla="*/ 88 h 5"/>
                <a:gd name="T22" fmla="*/ 55 w 5"/>
                <a:gd name="T23" fmla="*/ 88 h 5"/>
                <a:gd name="T24" fmla="*/ 68 w 5"/>
                <a:gd name="T25" fmla="*/ 68 h 5"/>
                <a:gd name="T26" fmla="*/ 88 w 5"/>
                <a:gd name="T27" fmla="*/ 55 h 5"/>
                <a:gd name="T28" fmla="*/ 88 w 5"/>
                <a:gd name="T29" fmla="*/ 34 h 5"/>
                <a:gd name="T30" fmla="*/ 68 w 5"/>
                <a:gd name="T31" fmla="*/ 21 h 5"/>
                <a:gd name="T32" fmla="*/ 68 w 5"/>
                <a:gd name="T33" fmla="*/ 21 h 5"/>
                <a:gd name="T34" fmla="*/ 68 w 5"/>
                <a:gd name="T35" fmla="*/ 21 h 5"/>
                <a:gd name="T36" fmla="*/ 34 w 5"/>
                <a:gd name="T37" fmla="*/ 0 h 5"/>
                <a:gd name="T38" fmla="*/ 21 w 5"/>
                <a:gd name="T39" fmla="*/ 21 h 5"/>
                <a:gd name="T40" fmla="*/ 34 w 5"/>
                <a:gd name="T41" fmla="*/ 21 h 5"/>
                <a:gd name="T42" fmla="*/ 55 w 5"/>
                <a:gd name="T43" fmla="*/ 21 h 5"/>
                <a:gd name="T44" fmla="*/ 34 w 5"/>
                <a:gd name="T45" fmla="*/ 21 h 5"/>
                <a:gd name="T46" fmla="*/ 21 w 5"/>
                <a:gd name="T47" fmla="*/ 34 h 5"/>
                <a:gd name="T48" fmla="*/ 21 w 5"/>
                <a:gd name="T49" fmla="*/ 21 h 5"/>
                <a:gd name="T50" fmla="*/ 21 w 5"/>
                <a:gd name="T51" fmla="*/ 34 h 5"/>
                <a:gd name="T52" fmla="*/ 21 w 5"/>
                <a:gd name="T53" fmla="*/ 34 h 5"/>
                <a:gd name="T54" fmla="*/ 21 w 5"/>
                <a:gd name="T55" fmla="*/ 55 h 5"/>
                <a:gd name="T56" fmla="*/ 21 w 5"/>
                <a:gd name="T57" fmla="*/ 34 h 5"/>
                <a:gd name="T58" fmla="*/ 55 w 5"/>
                <a:gd name="T59" fmla="*/ 21 h 5"/>
                <a:gd name="T60" fmla="*/ 68 w 5"/>
                <a:gd name="T61" fmla="*/ 34 h 5"/>
                <a:gd name="T62" fmla="*/ 68 w 5"/>
                <a:gd name="T63" fmla="*/ 34 h 5"/>
                <a:gd name="T64" fmla="*/ 68 w 5"/>
                <a:gd name="T65" fmla="*/ 68 h 5"/>
                <a:gd name="T66" fmla="*/ 34 w 5"/>
                <a:gd name="T67" fmla="*/ 68 h 5"/>
                <a:gd name="T68" fmla="*/ 21 w 5"/>
                <a:gd name="T69" fmla="*/ 55 h 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3" y="4"/>
                    <a:pt x="3" y="5"/>
                    <a:pt x="2" y="4"/>
                  </a:cubicBezTo>
                  <a:cubicBezTo>
                    <a:pt x="1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3" name="Freeform 1333">
              <a:extLst>
                <a:ext uri="{FF2B5EF4-FFF2-40B4-BE49-F238E27FC236}">
                  <a16:creationId xmlns:a16="http://schemas.microsoft.com/office/drawing/2014/main" id="{1482F2C9-9258-4F8C-A108-1D7D3BCB5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6" y="2029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0 w 6"/>
                <a:gd name="T3" fmla="*/ 35 h 6"/>
                <a:gd name="T4" fmla="*/ 0 w 6"/>
                <a:gd name="T5" fmla="*/ 35 h 6"/>
                <a:gd name="T6" fmla="*/ 20 w 6"/>
                <a:gd name="T7" fmla="*/ 56 h 6"/>
                <a:gd name="T8" fmla="*/ 20 w 6"/>
                <a:gd name="T9" fmla="*/ 56 h 6"/>
                <a:gd name="T10" fmla="*/ 33 w 6"/>
                <a:gd name="T11" fmla="*/ 93 h 6"/>
                <a:gd name="T12" fmla="*/ 63 w 6"/>
                <a:gd name="T13" fmla="*/ 93 h 6"/>
                <a:gd name="T14" fmla="*/ 83 w 6"/>
                <a:gd name="T15" fmla="*/ 77 h 6"/>
                <a:gd name="T16" fmla="*/ 95 w 6"/>
                <a:gd name="T17" fmla="*/ 56 h 6"/>
                <a:gd name="T18" fmla="*/ 95 w 6"/>
                <a:gd name="T19" fmla="*/ 35 h 6"/>
                <a:gd name="T20" fmla="*/ 83 w 6"/>
                <a:gd name="T21" fmla="*/ 21 h 6"/>
                <a:gd name="T22" fmla="*/ 63 w 6"/>
                <a:gd name="T23" fmla="*/ 21 h 6"/>
                <a:gd name="T24" fmla="*/ 50 w 6"/>
                <a:gd name="T25" fmla="*/ 0 h 6"/>
                <a:gd name="T26" fmla="*/ 50 w 6"/>
                <a:gd name="T27" fmla="*/ 0 h 6"/>
                <a:gd name="T28" fmla="*/ 33 w 6"/>
                <a:gd name="T29" fmla="*/ 0 h 6"/>
                <a:gd name="T30" fmla="*/ 63 w 6"/>
                <a:gd name="T31" fmla="*/ 56 h 6"/>
                <a:gd name="T32" fmla="*/ 50 w 6"/>
                <a:gd name="T33" fmla="*/ 77 h 6"/>
                <a:gd name="T34" fmla="*/ 33 w 6"/>
                <a:gd name="T35" fmla="*/ 77 h 6"/>
                <a:gd name="T36" fmla="*/ 33 w 6"/>
                <a:gd name="T37" fmla="*/ 77 h 6"/>
                <a:gd name="T38" fmla="*/ 63 w 6"/>
                <a:gd name="T39" fmla="*/ 56 h 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4" name="Freeform 1334">
              <a:extLst>
                <a:ext uri="{FF2B5EF4-FFF2-40B4-BE49-F238E27FC236}">
                  <a16:creationId xmlns:a16="http://schemas.microsoft.com/office/drawing/2014/main" id="{5BD90CD3-0A8A-4497-8AAD-E053FBA9AE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2155"/>
              <a:ext cx="17" cy="16"/>
            </a:xfrm>
            <a:custGeom>
              <a:avLst/>
              <a:gdLst>
                <a:gd name="T0" fmla="*/ 12 w 7"/>
                <a:gd name="T1" fmla="*/ 0 h 6"/>
                <a:gd name="T2" fmla="*/ 12 w 7"/>
                <a:gd name="T3" fmla="*/ 93 h 6"/>
                <a:gd name="T4" fmla="*/ 29 w 7"/>
                <a:gd name="T5" fmla="*/ 115 h 6"/>
                <a:gd name="T6" fmla="*/ 41 w 7"/>
                <a:gd name="T7" fmla="*/ 115 h 6"/>
                <a:gd name="T8" fmla="*/ 70 w 7"/>
                <a:gd name="T9" fmla="*/ 77 h 6"/>
                <a:gd name="T10" fmla="*/ 100 w 7"/>
                <a:gd name="T11" fmla="*/ 35 h 6"/>
                <a:gd name="T12" fmla="*/ 100 w 7"/>
                <a:gd name="T13" fmla="*/ 35 h 6"/>
                <a:gd name="T14" fmla="*/ 58 w 7"/>
                <a:gd name="T15" fmla="*/ 0 h 6"/>
                <a:gd name="T16" fmla="*/ 58 w 7"/>
                <a:gd name="T17" fmla="*/ 0 h 6"/>
                <a:gd name="T18" fmla="*/ 58 w 7"/>
                <a:gd name="T19" fmla="*/ 0 h 6"/>
                <a:gd name="T20" fmla="*/ 41 w 7"/>
                <a:gd name="T21" fmla="*/ 0 h 6"/>
                <a:gd name="T22" fmla="*/ 12 w 7"/>
                <a:gd name="T23" fmla="*/ 0 h 6"/>
                <a:gd name="T24" fmla="*/ 29 w 7"/>
                <a:gd name="T25" fmla="*/ 56 h 6"/>
                <a:gd name="T26" fmla="*/ 29 w 7"/>
                <a:gd name="T27" fmla="*/ 56 h 6"/>
                <a:gd name="T28" fmla="*/ 29 w 7"/>
                <a:gd name="T29" fmla="*/ 35 h 6"/>
                <a:gd name="T30" fmla="*/ 58 w 7"/>
                <a:gd name="T31" fmla="*/ 56 h 6"/>
                <a:gd name="T32" fmla="*/ 29 w 7"/>
                <a:gd name="T33" fmla="*/ 56 h 6"/>
                <a:gd name="T34" fmla="*/ 29 w 7"/>
                <a:gd name="T35" fmla="*/ 56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5" name="Freeform 1335">
              <a:extLst>
                <a:ext uri="{FF2B5EF4-FFF2-40B4-BE49-F238E27FC236}">
                  <a16:creationId xmlns:a16="http://schemas.microsoft.com/office/drawing/2014/main" id="{497C05D4-58F5-4FF5-AD43-FDF12C1793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1" y="2120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0 w 5"/>
                <a:gd name="T3" fmla="*/ 77 h 6"/>
                <a:gd name="T4" fmla="*/ 34 w 5"/>
                <a:gd name="T5" fmla="*/ 115 h 6"/>
                <a:gd name="T6" fmla="*/ 68 w 5"/>
                <a:gd name="T7" fmla="*/ 93 h 6"/>
                <a:gd name="T8" fmla="*/ 88 w 5"/>
                <a:gd name="T9" fmla="*/ 56 h 6"/>
                <a:gd name="T10" fmla="*/ 68 w 5"/>
                <a:gd name="T11" fmla="*/ 35 h 6"/>
                <a:gd name="T12" fmla="*/ 34 w 5"/>
                <a:gd name="T13" fmla="*/ 21 h 6"/>
                <a:gd name="T14" fmla="*/ 68 w 5"/>
                <a:gd name="T15" fmla="*/ 93 h 6"/>
                <a:gd name="T16" fmla="*/ 68 w 5"/>
                <a:gd name="T17" fmla="*/ 93 h 6"/>
                <a:gd name="T18" fmla="*/ 68 w 5"/>
                <a:gd name="T19" fmla="*/ 93 h 6"/>
                <a:gd name="T20" fmla="*/ 68 w 5"/>
                <a:gd name="T21" fmla="*/ 93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4" y="5"/>
                    <a:pt x="4" y="5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6" name="Freeform 1336">
              <a:extLst>
                <a:ext uri="{FF2B5EF4-FFF2-40B4-BE49-F238E27FC236}">
                  <a16:creationId xmlns:a16="http://schemas.microsoft.com/office/drawing/2014/main" id="{AF279B9B-6806-47D5-BC19-233142FD3F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6" y="2069"/>
              <a:ext cx="18" cy="19"/>
            </a:xfrm>
            <a:custGeom>
              <a:avLst/>
              <a:gdLst>
                <a:gd name="T0" fmla="*/ 21 w 7"/>
                <a:gd name="T1" fmla="*/ 22 h 7"/>
                <a:gd name="T2" fmla="*/ 21 w 7"/>
                <a:gd name="T3" fmla="*/ 103 h 7"/>
                <a:gd name="T4" fmla="*/ 85 w 7"/>
                <a:gd name="T5" fmla="*/ 141 h 7"/>
                <a:gd name="T6" fmla="*/ 118 w 7"/>
                <a:gd name="T7" fmla="*/ 60 h 7"/>
                <a:gd name="T8" fmla="*/ 118 w 7"/>
                <a:gd name="T9" fmla="*/ 60 h 7"/>
                <a:gd name="T10" fmla="*/ 100 w 7"/>
                <a:gd name="T11" fmla="*/ 22 h 7"/>
                <a:gd name="T12" fmla="*/ 100 w 7"/>
                <a:gd name="T13" fmla="*/ 22 h 7"/>
                <a:gd name="T14" fmla="*/ 85 w 7"/>
                <a:gd name="T15" fmla="*/ 0 h 7"/>
                <a:gd name="T16" fmla="*/ 21 w 7"/>
                <a:gd name="T17" fmla="*/ 22 h 7"/>
                <a:gd name="T18" fmla="*/ 54 w 7"/>
                <a:gd name="T19" fmla="*/ 60 h 7"/>
                <a:gd name="T20" fmla="*/ 85 w 7"/>
                <a:gd name="T21" fmla="*/ 60 h 7"/>
                <a:gd name="T22" fmla="*/ 67 w 7"/>
                <a:gd name="T23" fmla="*/ 81 h 7"/>
                <a:gd name="T24" fmla="*/ 67 w 7"/>
                <a:gd name="T25" fmla="*/ 81 h 7"/>
                <a:gd name="T26" fmla="*/ 100 w 7"/>
                <a:gd name="T27" fmla="*/ 60 h 7"/>
                <a:gd name="T28" fmla="*/ 100 w 7"/>
                <a:gd name="T29" fmla="*/ 60 h 7"/>
                <a:gd name="T30" fmla="*/ 100 w 7"/>
                <a:gd name="T31" fmla="*/ 81 h 7"/>
                <a:gd name="T32" fmla="*/ 67 w 7"/>
                <a:gd name="T33" fmla="*/ 103 h 7"/>
                <a:gd name="T34" fmla="*/ 54 w 7"/>
                <a:gd name="T35" fmla="*/ 103 h 7"/>
                <a:gd name="T36" fmla="*/ 54 w 7"/>
                <a:gd name="T37" fmla="*/ 81 h 7"/>
                <a:gd name="T38" fmla="*/ 54 w 7"/>
                <a:gd name="T39" fmla="*/ 60 h 7"/>
                <a:gd name="T40" fmla="*/ 54 w 7"/>
                <a:gd name="T41" fmla="*/ 60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7"/>
                    <a:pt x="4" y="7"/>
                    <a:pt x="5" y="7"/>
                  </a:cubicBezTo>
                  <a:cubicBezTo>
                    <a:pt x="6" y="6"/>
                    <a:pt x="7" y="6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0"/>
                    <a:pt x="5" y="0"/>
                  </a:cubicBezTo>
                  <a:cubicBezTo>
                    <a:pt x="2" y="0"/>
                    <a:pt x="1" y="1"/>
                    <a:pt x="1" y="1"/>
                  </a:cubicBezTo>
                  <a:close/>
                  <a:moveTo>
                    <a:pt x="3" y="3"/>
                  </a:moveTo>
                  <a:cubicBezTo>
                    <a:pt x="4" y="2"/>
                    <a:pt x="5" y="3"/>
                    <a:pt x="5" y="3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5"/>
                    <a:pt x="5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7" name="Freeform 1337">
              <a:extLst>
                <a:ext uri="{FF2B5EF4-FFF2-40B4-BE49-F238E27FC236}">
                  <a16:creationId xmlns:a16="http://schemas.microsoft.com/office/drawing/2014/main" id="{0C1AA7AA-10AC-4D4E-8BF4-DC36C470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072"/>
              <a:ext cx="15" cy="21"/>
            </a:xfrm>
            <a:custGeom>
              <a:avLst/>
              <a:gdLst>
                <a:gd name="T0" fmla="*/ 33 w 6"/>
                <a:gd name="T1" fmla="*/ 0 h 8"/>
                <a:gd name="T2" fmla="*/ 20 w 6"/>
                <a:gd name="T3" fmla="*/ 21 h 8"/>
                <a:gd name="T4" fmla="*/ 20 w 6"/>
                <a:gd name="T5" fmla="*/ 21 h 8"/>
                <a:gd name="T6" fmla="*/ 20 w 6"/>
                <a:gd name="T7" fmla="*/ 21 h 8"/>
                <a:gd name="T8" fmla="*/ 0 w 6"/>
                <a:gd name="T9" fmla="*/ 55 h 8"/>
                <a:gd name="T10" fmla="*/ 0 w 6"/>
                <a:gd name="T11" fmla="*/ 55 h 8"/>
                <a:gd name="T12" fmla="*/ 0 w 6"/>
                <a:gd name="T13" fmla="*/ 89 h 8"/>
                <a:gd name="T14" fmla="*/ 0 w 6"/>
                <a:gd name="T15" fmla="*/ 110 h 8"/>
                <a:gd name="T16" fmla="*/ 33 w 6"/>
                <a:gd name="T17" fmla="*/ 144 h 8"/>
                <a:gd name="T18" fmla="*/ 83 w 6"/>
                <a:gd name="T19" fmla="*/ 110 h 8"/>
                <a:gd name="T20" fmla="*/ 95 w 6"/>
                <a:gd name="T21" fmla="*/ 55 h 8"/>
                <a:gd name="T22" fmla="*/ 95 w 6"/>
                <a:gd name="T23" fmla="*/ 34 h 8"/>
                <a:gd name="T24" fmla="*/ 95 w 6"/>
                <a:gd name="T25" fmla="*/ 21 h 8"/>
                <a:gd name="T26" fmla="*/ 95 w 6"/>
                <a:gd name="T27" fmla="*/ 21 h 8"/>
                <a:gd name="T28" fmla="*/ 83 w 6"/>
                <a:gd name="T29" fmla="*/ 21 h 8"/>
                <a:gd name="T30" fmla="*/ 63 w 6"/>
                <a:gd name="T31" fmla="*/ 0 h 8"/>
                <a:gd name="T32" fmla="*/ 63 w 6"/>
                <a:gd name="T33" fmla="*/ 0 h 8"/>
                <a:gd name="T34" fmla="*/ 33 w 6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8" name="Freeform 1338">
              <a:extLst>
                <a:ext uri="{FF2B5EF4-FFF2-40B4-BE49-F238E27FC236}">
                  <a16:creationId xmlns:a16="http://schemas.microsoft.com/office/drawing/2014/main" id="{51598695-C748-41A9-A516-38209A07B0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6" y="2024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55 h 5"/>
                <a:gd name="T4" fmla="*/ 21 w 5"/>
                <a:gd name="T5" fmla="*/ 68 h 5"/>
                <a:gd name="T6" fmla="*/ 68 w 5"/>
                <a:gd name="T7" fmla="*/ 88 h 5"/>
                <a:gd name="T8" fmla="*/ 21 w 5"/>
                <a:gd name="T9" fmla="*/ 68 h 5"/>
                <a:gd name="T10" fmla="*/ 55 w 5"/>
                <a:gd name="T11" fmla="*/ 21 h 5"/>
                <a:gd name="T12" fmla="*/ 68 w 5"/>
                <a:gd name="T13" fmla="*/ 34 h 5"/>
                <a:gd name="T14" fmla="*/ 68 w 5"/>
                <a:gd name="T15" fmla="*/ 55 h 5"/>
                <a:gd name="T16" fmla="*/ 88 w 5"/>
                <a:gd name="T17" fmla="*/ 34 h 5"/>
                <a:gd name="T18" fmla="*/ 88 w 5"/>
                <a:gd name="T19" fmla="*/ 21 h 5"/>
                <a:gd name="T20" fmla="*/ 34 w 5"/>
                <a:gd name="T21" fmla="*/ 0 h 5"/>
                <a:gd name="T22" fmla="*/ 55 w 5"/>
                <a:gd name="T23" fmla="*/ 68 h 5"/>
                <a:gd name="T24" fmla="*/ 68 w 5"/>
                <a:gd name="T25" fmla="*/ 55 h 5"/>
                <a:gd name="T26" fmla="*/ 68 w 5"/>
                <a:gd name="T27" fmla="*/ 55 h 5"/>
                <a:gd name="T28" fmla="*/ 55 w 5"/>
                <a:gd name="T29" fmla="*/ 68 h 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0"/>
                    <a:pt x="3" y="0"/>
                    <a:pt x="2" y="0"/>
                  </a:cubicBezTo>
                  <a:close/>
                  <a:moveTo>
                    <a:pt x="3" y="4"/>
                  </a:moveTo>
                  <a:cubicBezTo>
                    <a:pt x="4" y="4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9" name="Freeform 1339">
              <a:extLst>
                <a:ext uri="{FF2B5EF4-FFF2-40B4-BE49-F238E27FC236}">
                  <a16:creationId xmlns:a16="http://schemas.microsoft.com/office/drawing/2014/main" id="{4E683C31-A304-4A4D-94AB-2E7BDEEF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160"/>
              <a:ext cx="17" cy="21"/>
            </a:xfrm>
            <a:custGeom>
              <a:avLst/>
              <a:gdLst>
                <a:gd name="T0" fmla="*/ 41 w 7"/>
                <a:gd name="T1" fmla="*/ 0 h 8"/>
                <a:gd name="T2" fmla="*/ 12 w 7"/>
                <a:gd name="T3" fmla="*/ 34 h 8"/>
                <a:gd name="T4" fmla="*/ 0 w 7"/>
                <a:gd name="T5" fmla="*/ 76 h 8"/>
                <a:gd name="T6" fmla="*/ 0 w 7"/>
                <a:gd name="T7" fmla="*/ 89 h 8"/>
                <a:gd name="T8" fmla="*/ 41 w 7"/>
                <a:gd name="T9" fmla="*/ 144 h 8"/>
                <a:gd name="T10" fmla="*/ 100 w 7"/>
                <a:gd name="T11" fmla="*/ 110 h 8"/>
                <a:gd name="T12" fmla="*/ 87 w 7"/>
                <a:gd name="T13" fmla="*/ 21 h 8"/>
                <a:gd name="T14" fmla="*/ 41 w 7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4" y="8"/>
                    <a:pt x="6" y="7"/>
                    <a:pt x="7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0" name="Freeform 1340">
              <a:extLst>
                <a:ext uri="{FF2B5EF4-FFF2-40B4-BE49-F238E27FC236}">
                  <a16:creationId xmlns:a16="http://schemas.microsoft.com/office/drawing/2014/main" id="{AD916FE3-D4C5-4A51-B1C1-C2BDC017C3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6" y="216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0 h 5"/>
                <a:gd name="T4" fmla="*/ 0 w 4"/>
                <a:gd name="T5" fmla="*/ 34 h 5"/>
                <a:gd name="T6" fmla="*/ 0 w 4"/>
                <a:gd name="T7" fmla="*/ 34 h 5"/>
                <a:gd name="T8" fmla="*/ 0 w 4"/>
                <a:gd name="T9" fmla="*/ 55 h 5"/>
                <a:gd name="T10" fmla="*/ 20 w 4"/>
                <a:gd name="T11" fmla="*/ 88 h 5"/>
                <a:gd name="T12" fmla="*/ 63 w 4"/>
                <a:gd name="T13" fmla="*/ 68 h 5"/>
                <a:gd name="T14" fmla="*/ 63 w 4"/>
                <a:gd name="T15" fmla="*/ 68 h 5"/>
                <a:gd name="T16" fmla="*/ 50 w 4"/>
                <a:gd name="T17" fmla="*/ 68 h 5"/>
                <a:gd name="T18" fmla="*/ 0 w 4"/>
                <a:gd name="T19" fmla="*/ 34 h 5"/>
                <a:gd name="T20" fmla="*/ 0 w 4"/>
                <a:gd name="T21" fmla="*/ 34 h 5"/>
                <a:gd name="T22" fmla="*/ 0 w 4"/>
                <a:gd name="T23" fmla="*/ 34 h 5"/>
                <a:gd name="T24" fmla="*/ 0 w 4"/>
                <a:gd name="T25" fmla="*/ 34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0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1" name="Freeform 1341">
              <a:extLst>
                <a:ext uri="{FF2B5EF4-FFF2-40B4-BE49-F238E27FC236}">
                  <a16:creationId xmlns:a16="http://schemas.microsoft.com/office/drawing/2014/main" id="{8AEF3415-514A-4A20-BCC1-99D7D69E7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197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20 w 6"/>
                <a:gd name="T3" fmla="*/ 21 h 6"/>
                <a:gd name="T4" fmla="*/ 20 w 6"/>
                <a:gd name="T5" fmla="*/ 35 h 6"/>
                <a:gd name="T6" fmla="*/ 33 w 6"/>
                <a:gd name="T7" fmla="*/ 21 h 6"/>
                <a:gd name="T8" fmla="*/ 50 w 6"/>
                <a:gd name="T9" fmla="*/ 21 h 6"/>
                <a:gd name="T10" fmla="*/ 63 w 6"/>
                <a:gd name="T11" fmla="*/ 35 h 6"/>
                <a:gd name="T12" fmla="*/ 63 w 6"/>
                <a:gd name="T13" fmla="*/ 77 h 6"/>
                <a:gd name="T14" fmla="*/ 20 w 6"/>
                <a:gd name="T15" fmla="*/ 56 h 6"/>
                <a:gd name="T16" fmla="*/ 20 w 6"/>
                <a:gd name="T17" fmla="*/ 0 h 6"/>
                <a:gd name="T18" fmla="*/ 0 w 6"/>
                <a:gd name="T19" fmla="*/ 77 h 6"/>
                <a:gd name="T20" fmla="*/ 20 w 6"/>
                <a:gd name="T21" fmla="*/ 93 h 6"/>
                <a:gd name="T22" fmla="*/ 50 w 6"/>
                <a:gd name="T23" fmla="*/ 93 h 6"/>
                <a:gd name="T24" fmla="*/ 83 w 6"/>
                <a:gd name="T25" fmla="*/ 56 h 6"/>
                <a:gd name="T26" fmla="*/ 83 w 6"/>
                <a:gd name="T27" fmla="*/ 21 h 6"/>
                <a:gd name="T28" fmla="*/ 3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6"/>
                    <a:pt x="2" y="6"/>
                    <a:pt x="3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5" y="2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2" name="Freeform 1342">
              <a:extLst>
                <a:ext uri="{FF2B5EF4-FFF2-40B4-BE49-F238E27FC236}">
                  <a16:creationId xmlns:a16="http://schemas.microsoft.com/office/drawing/2014/main" id="{9B3BC596-E3C2-47F3-B965-38605CC49C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4" y="2173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0 w 6"/>
                <a:gd name="T3" fmla="*/ 35 h 6"/>
                <a:gd name="T4" fmla="*/ 20 w 6"/>
                <a:gd name="T5" fmla="*/ 93 h 6"/>
                <a:gd name="T6" fmla="*/ 83 w 6"/>
                <a:gd name="T7" fmla="*/ 115 h 6"/>
                <a:gd name="T8" fmla="*/ 95 w 6"/>
                <a:gd name="T9" fmla="*/ 77 h 6"/>
                <a:gd name="T10" fmla="*/ 95 w 6"/>
                <a:gd name="T11" fmla="*/ 56 h 6"/>
                <a:gd name="T12" fmla="*/ 83 w 6"/>
                <a:gd name="T13" fmla="*/ 35 h 6"/>
                <a:gd name="T14" fmla="*/ 83 w 6"/>
                <a:gd name="T15" fmla="*/ 35 h 6"/>
                <a:gd name="T16" fmla="*/ 63 w 6"/>
                <a:gd name="T17" fmla="*/ 0 h 6"/>
                <a:gd name="T18" fmla="*/ 50 w 6"/>
                <a:gd name="T19" fmla="*/ 0 h 6"/>
                <a:gd name="T20" fmla="*/ 20 w 6"/>
                <a:gd name="T21" fmla="*/ 56 h 6"/>
                <a:gd name="T22" fmla="*/ 33 w 6"/>
                <a:gd name="T23" fmla="*/ 35 h 6"/>
                <a:gd name="T24" fmla="*/ 20 w 6"/>
                <a:gd name="T25" fmla="*/ 56 h 6"/>
                <a:gd name="T26" fmla="*/ 20 w 6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6"/>
                    <a:pt x="4" y="6"/>
                    <a:pt x="5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  <a:moveTo>
                    <a:pt x="1" y="3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3" name="Freeform 1343">
              <a:extLst>
                <a:ext uri="{FF2B5EF4-FFF2-40B4-BE49-F238E27FC236}">
                  <a16:creationId xmlns:a16="http://schemas.microsoft.com/office/drawing/2014/main" id="{A006A2FB-C75D-46E5-9E81-91A4C6A3D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200"/>
              <a:ext cx="15" cy="19"/>
            </a:xfrm>
            <a:custGeom>
              <a:avLst/>
              <a:gdLst>
                <a:gd name="T0" fmla="*/ 33 w 6"/>
                <a:gd name="T1" fmla="*/ 22 h 7"/>
                <a:gd name="T2" fmla="*/ 20 w 6"/>
                <a:gd name="T3" fmla="*/ 117 h 7"/>
                <a:gd name="T4" fmla="*/ 50 w 6"/>
                <a:gd name="T5" fmla="*/ 141 h 7"/>
                <a:gd name="T6" fmla="*/ 95 w 6"/>
                <a:gd name="T7" fmla="*/ 117 h 7"/>
                <a:gd name="T8" fmla="*/ 95 w 6"/>
                <a:gd name="T9" fmla="*/ 81 h 7"/>
                <a:gd name="T10" fmla="*/ 95 w 6"/>
                <a:gd name="T11" fmla="*/ 60 h 7"/>
                <a:gd name="T12" fmla="*/ 83 w 6"/>
                <a:gd name="T13" fmla="*/ 38 h 7"/>
                <a:gd name="T14" fmla="*/ 83 w 6"/>
                <a:gd name="T15" fmla="*/ 38 h 7"/>
                <a:gd name="T16" fmla="*/ 33 w 6"/>
                <a:gd name="T17" fmla="*/ 2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2" y="7"/>
                    <a:pt x="3" y="7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4" name="Freeform 1344">
              <a:extLst>
                <a:ext uri="{FF2B5EF4-FFF2-40B4-BE49-F238E27FC236}">
                  <a16:creationId xmlns:a16="http://schemas.microsoft.com/office/drawing/2014/main" id="{E21BCBC3-1331-41FE-8786-1514ECDC3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213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0 w 6"/>
                <a:gd name="T3" fmla="*/ 77 h 6"/>
                <a:gd name="T4" fmla="*/ 50 w 6"/>
                <a:gd name="T5" fmla="*/ 115 h 6"/>
                <a:gd name="T6" fmla="*/ 63 w 6"/>
                <a:gd name="T7" fmla="*/ 77 h 6"/>
                <a:gd name="T8" fmla="*/ 95 w 6"/>
                <a:gd name="T9" fmla="*/ 35 h 6"/>
                <a:gd name="T10" fmla="*/ 95 w 6"/>
                <a:gd name="T11" fmla="*/ 35 h 6"/>
                <a:gd name="T12" fmla="*/ 50 w 6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5" name="Freeform 1345">
              <a:extLst>
                <a:ext uri="{FF2B5EF4-FFF2-40B4-BE49-F238E27FC236}">
                  <a16:creationId xmlns:a16="http://schemas.microsoft.com/office/drawing/2014/main" id="{6A841E83-D85E-4FBF-9491-7B9F0E57E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" y="2267"/>
              <a:ext cx="15" cy="18"/>
            </a:xfrm>
            <a:custGeom>
              <a:avLst/>
              <a:gdLst>
                <a:gd name="T0" fmla="*/ 50 w 6"/>
                <a:gd name="T1" fmla="*/ 21 h 7"/>
                <a:gd name="T2" fmla="*/ 20 w 6"/>
                <a:gd name="T3" fmla="*/ 85 h 7"/>
                <a:gd name="T4" fmla="*/ 63 w 6"/>
                <a:gd name="T5" fmla="*/ 100 h 7"/>
                <a:gd name="T6" fmla="*/ 83 w 6"/>
                <a:gd name="T7" fmla="*/ 67 h 7"/>
                <a:gd name="T8" fmla="*/ 83 w 6"/>
                <a:gd name="T9" fmla="*/ 67 h 7"/>
                <a:gd name="T10" fmla="*/ 95 w 6"/>
                <a:gd name="T11" fmla="*/ 54 h 7"/>
                <a:gd name="T12" fmla="*/ 83 w 6"/>
                <a:gd name="T13" fmla="*/ 33 h 7"/>
                <a:gd name="T14" fmla="*/ 50 w 6"/>
                <a:gd name="T15" fmla="*/ 21 h 7"/>
                <a:gd name="T16" fmla="*/ 83 w 6"/>
                <a:gd name="T17" fmla="*/ 67 h 7"/>
                <a:gd name="T18" fmla="*/ 83 w 6"/>
                <a:gd name="T19" fmla="*/ 67 h 7"/>
                <a:gd name="T20" fmla="*/ 83 w 6"/>
                <a:gd name="T21" fmla="*/ 85 h 7"/>
                <a:gd name="T22" fmla="*/ 83 w 6"/>
                <a:gd name="T23" fmla="*/ 67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4" y="0"/>
                    <a:pt x="3" y="1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6" name="Freeform 1346">
              <a:extLst>
                <a:ext uri="{FF2B5EF4-FFF2-40B4-BE49-F238E27FC236}">
                  <a16:creationId xmlns:a16="http://schemas.microsoft.com/office/drawing/2014/main" id="{65CDBFE9-393D-4E2A-B31F-A64CC50E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259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12 w 7"/>
                <a:gd name="T3" fmla="*/ 54 h 7"/>
                <a:gd name="T4" fmla="*/ 0 w 7"/>
                <a:gd name="T5" fmla="*/ 54 h 7"/>
                <a:gd name="T6" fmla="*/ 0 w 7"/>
                <a:gd name="T7" fmla="*/ 54 h 7"/>
                <a:gd name="T8" fmla="*/ 29 w 7"/>
                <a:gd name="T9" fmla="*/ 118 h 7"/>
                <a:gd name="T10" fmla="*/ 58 w 7"/>
                <a:gd name="T11" fmla="*/ 118 h 7"/>
                <a:gd name="T12" fmla="*/ 87 w 7"/>
                <a:gd name="T13" fmla="*/ 54 h 7"/>
                <a:gd name="T14" fmla="*/ 58 w 7"/>
                <a:gd name="T15" fmla="*/ 0 h 7"/>
                <a:gd name="T16" fmla="*/ 12 w 7"/>
                <a:gd name="T17" fmla="*/ 33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6"/>
                    <a:pt x="2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6" y="6"/>
                    <a:pt x="7" y="4"/>
                    <a:pt x="6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7" name="Freeform 1347">
              <a:extLst>
                <a:ext uri="{FF2B5EF4-FFF2-40B4-BE49-F238E27FC236}">
                  <a16:creationId xmlns:a16="http://schemas.microsoft.com/office/drawing/2014/main" id="{A9DEA681-43E8-4413-A31B-EE62FC10C6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4" y="2293"/>
              <a:ext cx="10" cy="14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48 h 5"/>
                <a:gd name="T4" fmla="*/ 20 w 4"/>
                <a:gd name="T5" fmla="*/ 87 h 5"/>
                <a:gd name="T6" fmla="*/ 50 w 4"/>
                <a:gd name="T7" fmla="*/ 87 h 5"/>
                <a:gd name="T8" fmla="*/ 63 w 4"/>
                <a:gd name="T9" fmla="*/ 48 h 5"/>
                <a:gd name="T10" fmla="*/ 33 w 4"/>
                <a:gd name="T11" fmla="*/ 0 h 5"/>
                <a:gd name="T12" fmla="*/ 63 w 4"/>
                <a:gd name="T13" fmla="*/ 48 h 5"/>
                <a:gd name="T14" fmla="*/ 63 w 4"/>
                <a:gd name="T15" fmla="*/ 48 h 5"/>
                <a:gd name="T16" fmla="*/ 63 w 4"/>
                <a:gd name="T17" fmla="*/ 48 h 5"/>
                <a:gd name="T18" fmla="*/ 63 w 4"/>
                <a:gd name="T19" fmla="*/ 22 h 5"/>
                <a:gd name="T20" fmla="*/ 63 w 4"/>
                <a:gd name="T21" fmla="*/ 48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8" name="Freeform 1348">
              <a:extLst>
                <a:ext uri="{FF2B5EF4-FFF2-40B4-BE49-F238E27FC236}">
                  <a16:creationId xmlns:a16="http://schemas.microsoft.com/office/drawing/2014/main" id="{A645BFEA-B243-42FC-80F2-DFDD9A34E0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9" y="2293"/>
              <a:ext cx="12" cy="14"/>
            </a:xfrm>
            <a:custGeom>
              <a:avLst/>
              <a:gdLst>
                <a:gd name="T0" fmla="*/ 41 w 5"/>
                <a:gd name="T1" fmla="*/ 0 h 5"/>
                <a:gd name="T2" fmla="*/ 0 w 5"/>
                <a:gd name="T3" fmla="*/ 62 h 5"/>
                <a:gd name="T4" fmla="*/ 12 w 5"/>
                <a:gd name="T5" fmla="*/ 48 h 5"/>
                <a:gd name="T6" fmla="*/ 0 w 5"/>
                <a:gd name="T7" fmla="*/ 62 h 5"/>
                <a:gd name="T8" fmla="*/ 0 w 5"/>
                <a:gd name="T9" fmla="*/ 62 h 5"/>
                <a:gd name="T10" fmla="*/ 12 w 5"/>
                <a:gd name="T11" fmla="*/ 109 h 5"/>
                <a:gd name="T12" fmla="*/ 58 w 5"/>
                <a:gd name="T13" fmla="*/ 87 h 5"/>
                <a:gd name="T14" fmla="*/ 70 w 5"/>
                <a:gd name="T15" fmla="*/ 22 h 5"/>
                <a:gd name="T16" fmla="*/ 41 w 5"/>
                <a:gd name="T17" fmla="*/ 0 h 5"/>
                <a:gd name="T18" fmla="*/ 29 w 5"/>
                <a:gd name="T19" fmla="*/ 22 h 5"/>
                <a:gd name="T20" fmla="*/ 58 w 5"/>
                <a:gd name="T21" fmla="*/ 62 h 5"/>
                <a:gd name="T22" fmla="*/ 41 w 5"/>
                <a:gd name="T23" fmla="*/ 87 h 5"/>
                <a:gd name="T24" fmla="*/ 12 w 5"/>
                <a:gd name="T25" fmla="*/ 62 h 5"/>
                <a:gd name="T26" fmla="*/ 12 w 5"/>
                <a:gd name="T27" fmla="*/ 48 h 5"/>
                <a:gd name="T28" fmla="*/ 12 w 5"/>
                <a:gd name="T29" fmla="*/ 48 h 5"/>
                <a:gd name="T30" fmla="*/ 29 w 5"/>
                <a:gd name="T31" fmla="*/ 22 h 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0" y="0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4" y="0"/>
                    <a:pt x="3" y="0"/>
                    <a:pt x="3" y="0"/>
                  </a:cubicBezTo>
                  <a:close/>
                  <a:moveTo>
                    <a:pt x="2" y="1"/>
                  </a:moveTo>
                  <a:cubicBezTo>
                    <a:pt x="3" y="2"/>
                    <a:pt x="4" y="2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9" name="Freeform 1349">
              <a:extLst>
                <a:ext uri="{FF2B5EF4-FFF2-40B4-BE49-F238E27FC236}">
                  <a16:creationId xmlns:a16="http://schemas.microsoft.com/office/drawing/2014/main" id="{DF863F5F-B0A3-436A-89AD-C5263D216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216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21 w 5"/>
                <a:gd name="T3" fmla="*/ 77 h 6"/>
                <a:gd name="T4" fmla="*/ 55 w 5"/>
                <a:gd name="T5" fmla="*/ 115 h 6"/>
                <a:gd name="T6" fmla="*/ 88 w 5"/>
                <a:gd name="T7" fmla="*/ 56 h 6"/>
                <a:gd name="T8" fmla="*/ 68 w 5"/>
                <a:gd name="T9" fmla="*/ 77 h 6"/>
                <a:gd name="T10" fmla="*/ 34 w 5"/>
                <a:gd name="T11" fmla="*/ 77 h 6"/>
                <a:gd name="T12" fmla="*/ 21 w 5"/>
                <a:gd name="T13" fmla="*/ 56 h 6"/>
                <a:gd name="T14" fmla="*/ 34 w 5"/>
                <a:gd name="T15" fmla="*/ 35 h 6"/>
                <a:gd name="T16" fmla="*/ 55 w 5"/>
                <a:gd name="T17" fmla="*/ 21 h 6"/>
                <a:gd name="T18" fmla="*/ 88 w 5"/>
                <a:gd name="T19" fmla="*/ 35 h 6"/>
                <a:gd name="T20" fmla="*/ 68 w 5"/>
                <a:gd name="T21" fmla="*/ 21 h 6"/>
                <a:gd name="T22" fmla="*/ 55 w 5"/>
                <a:gd name="T23" fmla="*/ 0 h 6"/>
                <a:gd name="T24" fmla="*/ 34 w 5"/>
                <a:gd name="T25" fmla="*/ 21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6"/>
                    <a:pt x="3" y="6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5"/>
                    <a:pt x="2" y="5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0" name="Freeform 1350">
              <a:extLst>
                <a:ext uri="{FF2B5EF4-FFF2-40B4-BE49-F238E27FC236}">
                  <a16:creationId xmlns:a16="http://schemas.microsoft.com/office/drawing/2014/main" id="{F26A89B6-FEAB-4783-AE16-1B5A53EB32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9" y="2152"/>
              <a:ext cx="15" cy="19"/>
            </a:xfrm>
            <a:custGeom>
              <a:avLst/>
              <a:gdLst>
                <a:gd name="T0" fmla="*/ 20 w 6"/>
                <a:gd name="T1" fmla="*/ 38 h 7"/>
                <a:gd name="T2" fmla="*/ 20 w 6"/>
                <a:gd name="T3" fmla="*/ 38 h 7"/>
                <a:gd name="T4" fmla="*/ 20 w 6"/>
                <a:gd name="T5" fmla="*/ 38 h 7"/>
                <a:gd name="T6" fmla="*/ 0 w 6"/>
                <a:gd name="T7" fmla="*/ 38 h 7"/>
                <a:gd name="T8" fmla="*/ 0 w 6"/>
                <a:gd name="T9" fmla="*/ 60 h 7"/>
                <a:gd name="T10" fmla="*/ 0 w 6"/>
                <a:gd name="T11" fmla="*/ 81 h 7"/>
                <a:gd name="T12" fmla="*/ 0 w 6"/>
                <a:gd name="T13" fmla="*/ 103 h 7"/>
                <a:gd name="T14" fmla="*/ 0 w 6"/>
                <a:gd name="T15" fmla="*/ 117 h 7"/>
                <a:gd name="T16" fmla="*/ 0 w 6"/>
                <a:gd name="T17" fmla="*/ 141 h 7"/>
                <a:gd name="T18" fmla="*/ 33 w 6"/>
                <a:gd name="T19" fmla="*/ 141 h 7"/>
                <a:gd name="T20" fmla="*/ 95 w 6"/>
                <a:gd name="T21" fmla="*/ 81 h 7"/>
                <a:gd name="T22" fmla="*/ 63 w 6"/>
                <a:gd name="T23" fmla="*/ 22 h 7"/>
                <a:gd name="T24" fmla="*/ 20 w 6"/>
                <a:gd name="T25" fmla="*/ 38 h 7"/>
                <a:gd name="T26" fmla="*/ 33 w 6"/>
                <a:gd name="T27" fmla="*/ 103 h 7"/>
                <a:gd name="T28" fmla="*/ 20 w 6"/>
                <a:gd name="T29" fmla="*/ 60 h 7"/>
                <a:gd name="T30" fmla="*/ 33 w 6"/>
                <a:gd name="T31" fmla="*/ 60 h 7"/>
                <a:gd name="T32" fmla="*/ 63 w 6"/>
                <a:gd name="T33" fmla="*/ 60 h 7"/>
                <a:gd name="T34" fmla="*/ 63 w 6"/>
                <a:gd name="T35" fmla="*/ 81 h 7"/>
                <a:gd name="T36" fmla="*/ 63 w 6"/>
                <a:gd name="T37" fmla="*/ 81 h 7"/>
                <a:gd name="T38" fmla="*/ 50 w 6"/>
                <a:gd name="T39" fmla="*/ 103 h 7"/>
                <a:gd name="T40" fmla="*/ 33 w 6"/>
                <a:gd name="T41" fmla="*/ 103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7"/>
                    <a:pt x="1" y="7"/>
                    <a:pt x="2" y="7"/>
                  </a:cubicBezTo>
                  <a:cubicBezTo>
                    <a:pt x="4" y="7"/>
                    <a:pt x="5" y="6"/>
                    <a:pt x="6" y="4"/>
                  </a:cubicBezTo>
                  <a:cubicBezTo>
                    <a:pt x="6" y="3"/>
                    <a:pt x="5" y="2"/>
                    <a:pt x="4" y="1"/>
                  </a:cubicBezTo>
                  <a:cubicBezTo>
                    <a:pt x="4" y="1"/>
                    <a:pt x="2" y="0"/>
                    <a:pt x="1" y="2"/>
                  </a:cubicBezTo>
                  <a:close/>
                  <a:moveTo>
                    <a:pt x="2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1" name="Freeform 1351">
              <a:extLst>
                <a:ext uri="{FF2B5EF4-FFF2-40B4-BE49-F238E27FC236}">
                  <a16:creationId xmlns:a16="http://schemas.microsoft.com/office/drawing/2014/main" id="{2118B355-24E2-4150-BAC0-152BD8F625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9" y="2163"/>
              <a:ext cx="17" cy="18"/>
            </a:xfrm>
            <a:custGeom>
              <a:avLst/>
              <a:gdLst>
                <a:gd name="T0" fmla="*/ 29 w 7"/>
                <a:gd name="T1" fmla="*/ 21 h 7"/>
                <a:gd name="T2" fmla="*/ 12 w 7"/>
                <a:gd name="T3" fmla="*/ 54 h 7"/>
                <a:gd name="T4" fmla="*/ 12 w 7"/>
                <a:gd name="T5" fmla="*/ 54 h 7"/>
                <a:gd name="T6" fmla="*/ 12 w 7"/>
                <a:gd name="T7" fmla="*/ 67 h 7"/>
                <a:gd name="T8" fmla="*/ 0 w 7"/>
                <a:gd name="T9" fmla="*/ 67 h 7"/>
                <a:gd name="T10" fmla="*/ 12 w 7"/>
                <a:gd name="T11" fmla="*/ 85 h 7"/>
                <a:gd name="T12" fmla="*/ 58 w 7"/>
                <a:gd name="T13" fmla="*/ 100 h 7"/>
                <a:gd name="T14" fmla="*/ 100 w 7"/>
                <a:gd name="T15" fmla="*/ 54 h 7"/>
                <a:gd name="T16" fmla="*/ 70 w 7"/>
                <a:gd name="T17" fmla="*/ 0 h 7"/>
                <a:gd name="T18" fmla="*/ 29 w 7"/>
                <a:gd name="T19" fmla="*/ 21 h 7"/>
                <a:gd name="T20" fmla="*/ 58 w 7"/>
                <a:gd name="T21" fmla="*/ 33 h 7"/>
                <a:gd name="T22" fmla="*/ 70 w 7"/>
                <a:gd name="T23" fmla="*/ 54 h 7"/>
                <a:gd name="T24" fmla="*/ 41 w 7"/>
                <a:gd name="T25" fmla="*/ 67 h 7"/>
                <a:gd name="T26" fmla="*/ 41 w 7"/>
                <a:gd name="T27" fmla="*/ 54 h 7"/>
                <a:gd name="T28" fmla="*/ 41 w 7"/>
                <a:gd name="T29" fmla="*/ 54 h 7"/>
                <a:gd name="T30" fmla="*/ 41 w 7"/>
                <a:gd name="T31" fmla="*/ 54 h 7"/>
                <a:gd name="T32" fmla="*/ 41 w 7"/>
                <a:gd name="T33" fmla="*/ 33 h 7"/>
                <a:gd name="T34" fmla="*/ 41 w 7"/>
                <a:gd name="T35" fmla="*/ 33 h 7"/>
                <a:gd name="T36" fmla="*/ 41 w 7"/>
                <a:gd name="T37" fmla="*/ 33 h 7"/>
                <a:gd name="T38" fmla="*/ 41 w 7"/>
                <a:gd name="T39" fmla="*/ 33 h 7"/>
                <a:gd name="T40" fmla="*/ 58 w 7"/>
                <a:gd name="T41" fmla="*/ 33 h 7"/>
                <a:gd name="T42" fmla="*/ 41 w 7"/>
                <a:gd name="T43" fmla="*/ 33 h 7"/>
                <a:gd name="T44" fmla="*/ 41 w 7"/>
                <a:gd name="T45" fmla="*/ 33 h 7"/>
                <a:gd name="T46" fmla="*/ 58 w 7"/>
                <a:gd name="T47" fmla="*/ 54 h 7"/>
                <a:gd name="T48" fmla="*/ 41 w 7"/>
                <a:gd name="T49" fmla="*/ 33 h 7"/>
                <a:gd name="T50" fmla="*/ 41 w 7"/>
                <a:gd name="T51" fmla="*/ 33 h 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4" y="2"/>
                  </a:moveTo>
                  <a:cubicBezTo>
                    <a:pt x="5" y="2"/>
                    <a:pt x="5" y="2"/>
                    <a:pt x="5" y="3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2" name="Freeform 1352">
              <a:extLst>
                <a:ext uri="{FF2B5EF4-FFF2-40B4-BE49-F238E27FC236}">
                  <a16:creationId xmlns:a16="http://schemas.microsoft.com/office/drawing/2014/main" id="{0ABCEFA8-967B-4EB7-98E7-C08EB3716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115"/>
              <a:ext cx="13" cy="16"/>
            </a:xfrm>
            <a:custGeom>
              <a:avLst/>
              <a:gdLst>
                <a:gd name="T0" fmla="*/ 55 w 5"/>
                <a:gd name="T1" fmla="*/ 0 h 6"/>
                <a:gd name="T2" fmla="*/ 0 w 5"/>
                <a:gd name="T3" fmla="*/ 21 h 6"/>
                <a:gd name="T4" fmla="*/ 0 w 5"/>
                <a:gd name="T5" fmla="*/ 35 h 6"/>
                <a:gd name="T6" fmla="*/ 21 w 5"/>
                <a:gd name="T7" fmla="*/ 93 h 6"/>
                <a:gd name="T8" fmla="*/ 68 w 5"/>
                <a:gd name="T9" fmla="*/ 93 h 6"/>
                <a:gd name="T10" fmla="*/ 68 w 5"/>
                <a:gd name="T11" fmla="*/ 77 h 6"/>
                <a:gd name="T12" fmla="*/ 68 w 5"/>
                <a:gd name="T13" fmla="*/ 56 h 6"/>
                <a:gd name="T14" fmla="*/ 88 w 5"/>
                <a:gd name="T15" fmla="*/ 56 h 6"/>
                <a:gd name="T16" fmla="*/ 88 w 5"/>
                <a:gd name="T17" fmla="*/ 56 h 6"/>
                <a:gd name="T18" fmla="*/ 55 w 5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3" name="Freeform 1353">
              <a:extLst>
                <a:ext uri="{FF2B5EF4-FFF2-40B4-BE49-F238E27FC236}">
                  <a16:creationId xmlns:a16="http://schemas.microsoft.com/office/drawing/2014/main" id="{C1BAEF3E-9108-444D-B095-6ED1948D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184"/>
              <a:ext cx="18" cy="19"/>
            </a:xfrm>
            <a:custGeom>
              <a:avLst/>
              <a:gdLst>
                <a:gd name="T0" fmla="*/ 67 w 7"/>
                <a:gd name="T1" fmla="*/ 0 h 7"/>
                <a:gd name="T2" fmla="*/ 0 w 7"/>
                <a:gd name="T3" fmla="*/ 38 h 7"/>
                <a:gd name="T4" fmla="*/ 0 w 7"/>
                <a:gd name="T5" fmla="*/ 81 h 7"/>
                <a:gd name="T6" fmla="*/ 0 w 7"/>
                <a:gd name="T7" fmla="*/ 81 h 7"/>
                <a:gd name="T8" fmla="*/ 0 w 7"/>
                <a:gd name="T9" fmla="*/ 81 h 7"/>
                <a:gd name="T10" fmla="*/ 0 w 7"/>
                <a:gd name="T11" fmla="*/ 103 h 7"/>
                <a:gd name="T12" fmla="*/ 0 w 7"/>
                <a:gd name="T13" fmla="*/ 117 h 7"/>
                <a:gd name="T14" fmla="*/ 33 w 7"/>
                <a:gd name="T15" fmla="*/ 141 h 7"/>
                <a:gd name="T16" fmla="*/ 100 w 7"/>
                <a:gd name="T17" fmla="*/ 103 h 7"/>
                <a:gd name="T18" fmla="*/ 100 w 7"/>
                <a:gd name="T19" fmla="*/ 22 h 7"/>
                <a:gd name="T20" fmla="*/ 67 w 7"/>
                <a:gd name="T21" fmla="*/ 0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4" y="7"/>
                    <a:pt x="5" y="6"/>
                    <a:pt x="6" y="5"/>
                  </a:cubicBezTo>
                  <a:cubicBezTo>
                    <a:pt x="7" y="4"/>
                    <a:pt x="6" y="2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4" name="Freeform 1354">
              <a:extLst>
                <a:ext uri="{FF2B5EF4-FFF2-40B4-BE49-F238E27FC236}">
                  <a16:creationId xmlns:a16="http://schemas.microsoft.com/office/drawing/2014/main" id="{8274991F-75FD-4952-B8A7-FF0F2BFED2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99" y="2285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20 w 4"/>
                <a:gd name="T3" fmla="*/ 22 h 5"/>
                <a:gd name="T4" fmla="*/ 0 w 4"/>
                <a:gd name="T5" fmla="*/ 48 h 5"/>
                <a:gd name="T6" fmla="*/ 20 w 4"/>
                <a:gd name="T7" fmla="*/ 48 h 5"/>
                <a:gd name="T8" fmla="*/ 20 w 4"/>
                <a:gd name="T9" fmla="*/ 22 h 5"/>
                <a:gd name="T10" fmla="*/ 33 w 4"/>
                <a:gd name="T11" fmla="*/ 22 h 5"/>
                <a:gd name="T12" fmla="*/ 33 w 4"/>
                <a:gd name="T13" fmla="*/ 22 h 5"/>
                <a:gd name="T14" fmla="*/ 63 w 4"/>
                <a:gd name="T15" fmla="*/ 62 h 5"/>
                <a:gd name="T16" fmla="*/ 63 w 4"/>
                <a:gd name="T17" fmla="*/ 22 h 5"/>
                <a:gd name="T18" fmla="*/ 50 w 4"/>
                <a:gd name="T19" fmla="*/ 0 h 5"/>
                <a:gd name="T20" fmla="*/ 0 w 4"/>
                <a:gd name="T21" fmla="*/ 48 h 5"/>
                <a:gd name="T22" fmla="*/ 20 w 4"/>
                <a:gd name="T23" fmla="*/ 48 h 5"/>
                <a:gd name="T24" fmla="*/ 0 w 4"/>
                <a:gd name="T25" fmla="*/ 62 h 5"/>
                <a:gd name="T26" fmla="*/ 0 w 4"/>
                <a:gd name="T27" fmla="*/ 62 h 5"/>
                <a:gd name="T28" fmla="*/ 33 w 4"/>
                <a:gd name="T29" fmla="*/ 87 h 5"/>
                <a:gd name="T30" fmla="*/ 50 w 4"/>
                <a:gd name="T31" fmla="*/ 87 h 5"/>
                <a:gd name="T32" fmla="*/ 50 w 4"/>
                <a:gd name="T33" fmla="*/ 62 h 5"/>
                <a:gd name="T34" fmla="*/ 33 w 4"/>
                <a:gd name="T35" fmla="*/ 22 h 5"/>
                <a:gd name="T36" fmla="*/ 33 w 4"/>
                <a:gd name="T37" fmla="*/ 22 h 5"/>
                <a:gd name="T38" fmla="*/ 20 w 4"/>
                <a:gd name="T39" fmla="*/ 48 h 5"/>
                <a:gd name="T40" fmla="*/ 50 w 4"/>
                <a:gd name="T41" fmla="*/ 87 h 5"/>
                <a:gd name="T42" fmla="*/ 50 w 4"/>
                <a:gd name="T43" fmla="*/ 87 h 5"/>
                <a:gd name="T44" fmla="*/ 63 w 4"/>
                <a:gd name="T45" fmla="*/ 62 h 5"/>
                <a:gd name="T46" fmla="*/ 50 w 4"/>
                <a:gd name="T47" fmla="*/ 87 h 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lose/>
                  <a:moveTo>
                    <a:pt x="1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5" name="Freeform 1355">
              <a:extLst>
                <a:ext uri="{FF2B5EF4-FFF2-40B4-BE49-F238E27FC236}">
                  <a16:creationId xmlns:a16="http://schemas.microsoft.com/office/drawing/2014/main" id="{BBCE8056-E871-40D1-BEF3-9761A1EE8F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4" y="2136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12 w 5"/>
                <a:gd name="T3" fmla="*/ 22 h 4"/>
                <a:gd name="T4" fmla="*/ 0 w 5"/>
                <a:gd name="T5" fmla="*/ 61 h 4"/>
                <a:gd name="T6" fmla="*/ 29 w 5"/>
                <a:gd name="T7" fmla="*/ 83 h 4"/>
                <a:gd name="T8" fmla="*/ 58 w 5"/>
                <a:gd name="T9" fmla="*/ 83 h 4"/>
                <a:gd name="T10" fmla="*/ 70 w 5"/>
                <a:gd name="T11" fmla="*/ 61 h 4"/>
                <a:gd name="T12" fmla="*/ 70 w 5"/>
                <a:gd name="T13" fmla="*/ 47 h 4"/>
                <a:gd name="T14" fmla="*/ 70 w 5"/>
                <a:gd name="T15" fmla="*/ 47 h 4"/>
                <a:gd name="T16" fmla="*/ 58 w 5"/>
                <a:gd name="T17" fmla="*/ 83 h 4"/>
                <a:gd name="T18" fmla="*/ 41 w 5"/>
                <a:gd name="T19" fmla="*/ 83 h 4"/>
                <a:gd name="T20" fmla="*/ 12 w 5"/>
                <a:gd name="T21" fmla="*/ 61 h 4"/>
                <a:gd name="T22" fmla="*/ 12 w 5"/>
                <a:gd name="T23" fmla="*/ 47 h 4"/>
                <a:gd name="T24" fmla="*/ 29 w 5"/>
                <a:gd name="T25" fmla="*/ 22 h 4"/>
                <a:gd name="T26" fmla="*/ 41 w 5"/>
                <a:gd name="T27" fmla="*/ 0 h 4"/>
                <a:gd name="T28" fmla="*/ 29 w 5"/>
                <a:gd name="T29" fmla="*/ 0 h 4"/>
                <a:gd name="T30" fmla="*/ 41 w 5"/>
                <a:gd name="T31" fmla="*/ 0 h 4"/>
                <a:gd name="T32" fmla="*/ 58 w 5"/>
                <a:gd name="T33" fmla="*/ 0 h 4"/>
                <a:gd name="T34" fmla="*/ 41 w 5"/>
                <a:gd name="T35" fmla="*/ 0 h 4"/>
                <a:gd name="T36" fmla="*/ 29 w 5"/>
                <a:gd name="T37" fmla="*/ 0 h 4"/>
                <a:gd name="T38" fmla="*/ 70 w 5"/>
                <a:gd name="T39" fmla="*/ 22 h 4"/>
                <a:gd name="T40" fmla="*/ 58 w 5"/>
                <a:gd name="T41" fmla="*/ 0 h 4"/>
                <a:gd name="T42" fmla="*/ 58 w 5"/>
                <a:gd name="T43" fmla="*/ 0 h 4"/>
                <a:gd name="T44" fmla="*/ 70 w 5"/>
                <a:gd name="T45" fmla="*/ 22 h 4"/>
                <a:gd name="T46" fmla="*/ 41 w 5"/>
                <a:gd name="T47" fmla="*/ 0 h 4"/>
                <a:gd name="T48" fmla="*/ 41 w 5"/>
                <a:gd name="T49" fmla="*/ 0 h 4"/>
                <a:gd name="T50" fmla="*/ 41 w 5"/>
                <a:gd name="T51" fmla="*/ 0 h 4"/>
                <a:gd name="T52" fmla="*/ 70 w 5"/>
                <a:gd name="T53" fmla="*/ 47 h 4"/>
                <a:gd name="T54" fmla="*/ 70 w 5"/>
                <a:gd name="T55" fmla="*/ 47 h 4"/>
                <a:gd name="T56" fmla="*/ 70 w 5"/>
                <a:gd name="T57" fmla="*/ 22 h 4"/>
                <a:gd name="T58" fmla="*/ 41 w 5"/>
                <a:gd name="T59" fmla="*/ 0 h 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5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1"/>
                    <a:pt x="5" y="1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6" name="Freeform 1356">
              <a:extLst>
                <a:ext uri="{FF2B5EF4-FFF2-40B4-BE49-F238E27FC236}">
                  <a16:creationId xmlns:a16="http://schemas.microsoft.com/office/drawing/2014/main" id="{6FC24A68-CD55-4F56-A558-0D823203E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4" y="2117"/>
              <a:ext cx="12" cy="14"/>
            </a:xfrm>
            <a:custGeom>
              <a:avLst/>
              <a:gdLst>
                <a:gd name="T0" fmla="*/ 0 w 5"/>
                <a:gd name="T1" fmla="*/ 48 h 5"/>
                <a:gd name="T2" fmla="*/ 29 w 5"/>
                <a:gd name="T3" fmla="*/ 109 h 5"/>
                <a:gd name="T4" fmla="*/ 58 w 5"/>
                <a:gd name="T5" fmla="*/ 87 h 5"/>
                <a:gd name="T6" fmla="*/ 70 w 5"/>
                <a:gd name="T7" fmla="*/ 62 h 5"/>
                <a:gd name="T8" fmla="*/ 58 w 5"/>
                <a:gd name="T9" fmla="*/ 62 h 5"/>
                <a:gd name="T10" fmla="*/ 70 w 5"/>
                <a:gd name="T11" fmla="*/ 48 h 5"/>
                <a:gd name="T12" fmla="*/ 70 w 5"/>
                <a:gd name="T13" fmla="*/ 48 h 5"/>
                <a:gd name="T14" fmla="*/ 41 w 5"/>
                <a:gd name="T15" fmla="*/ 0 h 5"/>
                <a:gd name="T16" fmla="*/ 0 w 5"/>
                <a:gd name="T17" fmla="*/ 48 h 5"/>
                <a:gd name="T18" fmla="*/ 41 w 5"/>
                <a:gd name="T19" fmla="*/ 87 h 5"/>
                <a:gd name="T20" fmla="*/ 41 w 5"/>
                <a:gd name="T21" fmla="*/ 87 h 5"/>
                <a:gd name="T22" fmla="*/ 41 w 5"/>
                <a:gd name="T23" fmla="*/ 87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7" name="Freeform 1357">
              <a:extLst>
                <a:ext uri="{FF2B5EF4-FFF2-40B4-BE49-F238E27FC236}">
                  <a16:creationId xmlns:a16="http://schemas.microsoft.com/office/drawing/2014/main" id="{A8A63C31-5F3C-4A1A-AA18-B2AA96E80B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1" y="2069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56 h 6"/>
                <a:gd name="T4" fmla="*/ 20 w 6"/>
                <a:gd name="T5" fmla="*/ 93 h 6"/>
                <a:gd name="T6" fmla="*/ 63 w 6"/>
                <a:gd name="T7" fmla="*/ 115 h 6"/>
                <a:gd name="T8" fmla="*/ 95 w 6"/>
                <a:gd name="T9" fmla="*/ 56 h 6"/>
                <a:gd name="T10" fmla="*/ 83 w 6"/>
                <a:gd name="T11" fmla="*/ 56 h 6"/>
                <a:gd name="T12" fmla="*/ 95 w 6"/>
                <a:gd name="T13" fmla="*/ 56 h 6"/>
                <a:gd name="T14" fmla="*/ 95 w 6"/>
                <a:gd name="T15" fmla="*/ 35 h 6"/>
                <a:gd name="T16" fmla="*/ 50 w 6"/>
                <a:gd name="T17" fmla="*/ 21 h 6"/>
                <a:gd name="T18" fmla="*/ 63 w 6"/>
                <a:gd name="T19" fmla="*/ 35 h 6"/>
                <a:gd name="T20" fmla="*/ 63 w 6"/>
                <a:gd name="T21" fmla="*/ 35 h 6"/>
                <a:gd name="T22" fmla="*/ 63 w 6"/>
                <a:gd name="T23" fmla="*/ 35 h 6"/>
                <a:gd name="T24" fmla="*/ 63 w 6"/>
                <a:gd name="T25" fmla="*/ 35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3" y="1"/>
                    <a:pt x="1" y="1"/>
                    <a:pt x="1" y="3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5"/>
                    <a:pt x="3" y="6"/>
                    <a:pt x="4" y="6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1"/>
                    <a:pt x="4" y="0"/>
                    <a:pt x="3" y="1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8" name="Freeform 1358">
              <a:extLst>
                <a:ext uri="{FF2B5EF4-FFF2-40B4-BE49-F238E27FC236}">
                  <a16:creationId xmlns:a16="http://schemas.microsoft.com/office/drawing/2014/main" id="{E60D6D61-E191-4094-963B-991BB9573F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4" y="2067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33 w 4"/>
                <a:gd name="T3" fmla="*/ 56 h 3"/>
                <a:gd name="T4" fmla="*/ 50 w 4"/>
                <a:gd name="T5" fmla="*/ 56 h 3"/>
                <a:gd name="T6" fmla="*/ 33 w 4"/>
                <a:gd name="T7" fmla="*/ 56 h 3"/>
                <a:gd name="T8" fmla="*/ 20 w 4"/>
                <a:gd name="T9" fmla="*/ 0 h 3"/>
                <a:gd name="T10" fmla="*/ 20 w 4"/>
                <a:gd name="T11" fmla="*/ 0 h 3"/>
                <a:gd name="T12" fmla="*/ 0 w 4"/>
                <a:gd name="T13" fmla="*/ 35 h 3"/>
                <a:gd name="T14" fmla="*/ 63 w 4"/>
                <a:gd name="T15" fmla="*/ 35 h 3"/>
                <a:gd name="T16" fmla="*/ 63 w 4"/>
                <a:gd name="T17" fmla="*/ 35 h 3"/>
                <a:gd name="T18" fmla="*/ 63 w 4"/>
                <a:gd name="T19" fmla="*/ 21 h 3"/>
                <a:gd name="T20" fmla="*/ 63 w 4"/>
                <a:gd name="T21" fmla="*/ 35 h 3"/>
                <a:gd name="T22" fmla="*/ 50 w 4"/>
                <a:gd name="T23" fmla="*/ 56 h 3"/>
                <a:gd name="T24" fmla="*/ 63 w 4"/>
                <a:gd name="T25" fmla="*/ 35 h 3"/>
                <a:gd name="T26" fmla="*/ 50 w 4"/>
                <a:gd name="T27" fmla="*/ 56 h 3"/>
                <a:gd name="T28" fmla="*/ 50 w 4"/>
                <a:gd name="T29" fmla="*/ 56 h 3"/>
                <a:gd name="T30" fmla="*/ 50 w 4"/>
                <a:gd name="T31" fmla="*/ 56 h 3"/>
                <a:gd name="T32" fmla="*/ 50 w 4"/>
                <a:gd name="T33" fmla="*/ 56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2"/>
                  </a:ln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lose/>
                  <a:moveTo>
                    <a:pt x="3" y="3"/>
                  </a:moveTo>
                  <a:cubicBezTo>
                    <a:pt x="3" y="3"/>
                    <a:pt x="4" y="3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9" name="Freeform 1359">
              <a:extLst>
                <a:ext uri="{FF2B5EF4-FFF2-40B4-BE49-F238E27FC236}">
                  <a16:creationId xmlns:a16="http://schemas.microsoft.com/office/drawing/2014/main" id="{A1595359-37BF-4309-AEEB-DE84F4868F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1" y="2048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20 w 6"/>
                <a:gd name="T3" fmla="*/ 35 h 6"/>
                <a:gd name="T4" fmla="*/ 33 w 6"/>
                <a:gd name="T5" fmla="*/ 93 h 6"/>
                <a:gd name="T6" fmla="*/ 83 w 6"/>
                <a:gd name="T7" fmla="*/ 93 h 6"/>
                <a:gd name="T8" fmla="*/ 83 w 6"/>
                <a:gd name="T9" fmla="*/ 77 h 6"/>
                <a:gd name="T10" fmla="*/ 83 w 6"/>
                <a:gd name="T11" fmla="*/ 56 h 6"/>
                <a:gd name="T12" fmla="*/ 95 w 6"/>
                <a:gd name="T13" fmla="*/ 35 h 6"/>
                <a:gd name="T14" fmla="*/ 95 w 6"/>
                <a:gd name="T15" fmla="*/ 35 h 6"/>
                <a:gd name="T16" fmla="*/ 50 w 6"/>
                <a:gd name="T17" fmla="*/ 0 h 6"/>
                <a:gd name="T18" fmla="*/ 83 w 6"/>
                <a:gd name="T19" fmla="*/ 56 h 6"/>
                <a:gd name="T20" fmla="*/ 83 w 6"/>
                <a:gd name="T21" fmla="*/ 77 h 6"/>
                <a:gd name="T22" fmla="*/ 63 w 6"/>
                <a:gd name="T23" fmla="*/ 93 h 6"/>
                <a:gd name="T24" fmla="*/ 83 w 6"/>
                <a:gd name="T25" fmla="*/ 56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0" y="4"/>
                    <a:pt x="2" y="5"/>
                  </a:cubicBezTo>
                  <a:cubicBezTo>
                    <a:pt x="2" y="6"/>
                    <a:pt x="4" y="6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5" y="4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0" name="Freeform 1360">
              <a:extLst>
                <a:ext uri="{FF2B5EF4-FFF2-40B4-BE49-F238E27FC236}">
                  <a16:creationId xmlns:a16="http://schemas.microsoft.com/office/drawing/2014/main" id="{09CB766C-5FE0-447F-A773-D4BEE76C8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069"/>
              <a:ext cx="12" cy="19"/>
            </a:xfrm>
            <a:custGeom>
              <a:avLst/>
              <a:gdLst>
                <a:gd name="T0" fmla="*/ 29 w 5"/>
                <a:gd name="T1" fmla="*/ 22 h 7"/>
                <a:gd name="T2" fmla="*/ 12 w 5"/>
                <a:gd name="T3" fmla="*/ 22 h 7"/>
                <a:gd name="T4" fmla="*/ 12 w 5"/>
                <a:gd name="T5" fmla="*/ 117 h 7"/>
                <a:gd name="T6" fmla="*/ 58 w 5"/>
                <a:gd name="T7" fmla="*/ 117 h 7"/>
                <a:gd name="T8" fmla="*/ 70 w 5"/>
                <a:gd name="T9" fmla="*/ 103 h 7"/>
                <a:gd name="T10" fmla="*/ 70 w 5"/>
                <a:gd name="T11" fmla="*/ 81 h 7"/>
                <a:gd name="T12" fmla="*/ 70 w 5"/>
                <a:gd name="T13" fmla="*/ 60 h 7"/>
                <a:gd name="T14" fmla="*/ 70 w 5"/>
                <a:gd name="T15" fmla="*/ 38 h 7"/>
                <a:gd name="T16" fmla="*/ 29 w 5"/>
                <a:gd name="T17" fmla="*/ 2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3" y="7"/>
                    <a:pt x="4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1" name="Freeform 1361">
              <a:extLst>
                <a:ext uri="{FF2B5EF4-FFF2-40B4-BE49-F238E27FC236}">
                  <a16:creationId xmlns:a16="http://schemas.microsoft.com/office/drawing/2014/main" id="{0D004F7C-F327-480E-A49D-26C5FD9D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107"/>
              <a:ext cx="15" cy="21"/>
            </a:xfrm>
            <a:custGeom>
              <a:avLst/>
              <a:gdLst>
                <a:gd name="T0" fmla="*/ 20 w 6"/>
                <a:gd name="T1" fmla="*/ 34 h 8"/>
                <a:gd name="T2" fmla="*/ 50 w 6"/>
                <a:gd name="T3" fmla="*/ 123 h 8"/>
                <a:gd name="T4" fmla="*/ 83 w 6"/>
                <a:gd name="T5" fmla="*/ 123 h 8"/>
                <a:gd name="T6" fmla="*/ 83 w 6"/>
                <a:gd name="T7" fmla="*/ 76 h 8"/>
                <a:gd name="T8" fmla="*/ 83 w 6"/>
                <a:gd name="T9" fmla="*/ 55 h 8"/>
                <a:gd name="T10" fmla="*/ 83 w 6"/>
                <a:gd name="T11" fmla="*/ 89 h 8"/>
                <a:gd name="T12" fmla="*/ 50 w 6"/>
                <a:gd name="T13" fmla="*/ 89 h 8"/>
                <a:gd name="T14" fmla="*/ 33 w 6"/>
                <a:gd name="T15" fmla="*/ 34 h 8"/>
                <a:gd name="T16" fmla="*/ 63 w 6"/>
                <a:gd name="T17" fmla="*/ 21 h 8"/>
                <a:gd name="T18" fmla="*/ 20 w 6"/>
                <a:gd name="T19" fmla="*/ 34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0" y="4"/>
                    <a:pt x="2" y="7"/>
                    <a:pt x="3" y="7"/>
                  </a:cubicBezTo>
                  <a:cubicBezTo>
                    <a:pt x="4" y="8"/>
                    <a:pt x="5" y="7"/>
                    <a:pt x="5" y="7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4"/>
                    <a:pt x="2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2" name="Freeform 1362">
              <a:extLst>
                <a:ext uri="{FF2B5EF4-FFF2-40B4-BE49-F238E27FC236}">
                  <a16:creationId xmlns:a16="http://schemas.microsoft.com/office/drawing/2014/main" id="{D7F8AE3E-B098-4096-8B93-464751957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68"/>
              <a:ext cx="13" cy="11"/>
            </a:xfrm>
            <a:custGeom>
              <a:avLst/>
              <a:gdLst>
                <a:gd name="T0" fmla="*/ 21 w 5"/>
                <a:gd name="T1" fmla="*/ 22 h 4"/>
                <a:gd name="T2" fmla="*/ 21 w 5"/>
                <a:gd name="T3" fmla="*/ 83 h 4"/>
                <a:gd name="T4" fmla="*/ 55 w 5"/>
                <a:gd name="T5" fmla="*/ 83 h 4"/>
                <a:gd name="T6" fmla="*/ 55 w 5"/>
                <a:gd name="T7" fmla="*/ 83 h 4"/>
                <a:gd name="T8" fmla="*/ 88 w 5"/>
                <a:gd name="T9" fmla="*/ 47 h 4"/>
                <a:gd name="T10" fmla="*/ 88 w 5"/>
                <a:gd name="T11" fmla="*/ 22 h 4"/>
                <a:gd name="T12" fmla="*/ 68 w 5"/>
                <a:gd name="T13" fmla="*/ 0 h 4"/>
                <a:gd name="T14" fmla="*/ 21 w 5"/>
                <a:gd name="T15" fmla="*/ 22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3" name="Freeform 1363">
              <a:extLst>
                <a:ext uri="{FF2B5EF4-FFF2-40B4-BE49-F238E27FC236}">
                  <a16:creationId xmlns:a16="http://schemas.microsoft.com/office/drawing/2014/main" id="{EA1D94A6-DFCC-4E07-A28B-F5BC558F64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2096"/>
              <a:ext cx="20" cy="21"/>
            </a:xfrm>
            <a:custGeom>
              <a:avLst/>
              <a:gdLst>
                <a:gd name="T0" fmla="*/ 20 w 8"/>
                <a:gd name="T1" fmla="*/ 55 h 8"/>
                <a:gd name="T2" fmla="*/ 0 w 8"/>
                <a:gd name="T3" fmla="*/ 76 h 8"/>
                <a:gd name="T4" fmla="*/ 0 w 8"/>
                <a:gd name="T5" fmla="*/ 76 h 8"/>
                <a:gd name="T6" fmla="*/ 20 w 8"/>
                <a:gd name="T7" fmla="*/ 76 h 8"/>
                <a:gd name="T8" fmla="*/ 20 w 8"/>
                <a:gd name="T9" fmla="*/ 89 h 8"/>
                <a:gd name="T10" fmla="*/ 33 w 8"/>
                <a:gd name="T11" fmla="*/ 123 h 8"/>
                <a:gd name="T12" fmla="*/ 95 w 8"/>
                <a:gd name="T13" fmla="*/ 144 h 8"/>
                <a:gd name="T14" fmla="*/ 125 w 8"/>
                <a:gd name="T15" fmla="*/ 76 h 8"/>
                <a:gd name="T16" fmla="*/ 125 w 8"/>
                <a:gd name="T17" fmla="*/ 76 h 8"/>
                <a:gd name="T18" fmla="*/ 113 w 8"/>
                <a:gd name="T19" fmla="*/ 34 h 8"/>
                <a:gd name="T20" fmla="*/ 95 w 8"/>
                <a:gd name="T21" fmla="*/ 21 h 8"/>
                <a:gd name="T22" fmla="*/ 113 w 8"/>
                <a:gd name="T23" fmla="*/ 21 h 8"/>
                <a:gd name="T24" fmla="*/ 95 w 8"/>
                <a:gd name="T25" fmla="*/ 21 h 8"/>
                <a:gd name="T26" fmla="*/ 83 w 8"/>
                <a:gd name="T27" fmla="*/ 21 h 8"/>
                <a:gd name="T28" fmla="*/ 20 w 8"/>
                <a:gd name="T29" fmla="*/ 55 h 8"/>
                <a:gd name="T30" fmla="*/ 50 w 8"/>
                <a:gd name="T31" fmla="*/ 34 h 8"/>
                <a:gd name="T32" fmla="*/ 50 w 8"/>
                <a:gd name="T33" fmla="*/ 34 h 8"/>
                <a:gd name="T34" fmla="*/ 50 w 8"/>
                <a:gd name="T35" fmla="*/ 34 h 8"/>
                <a:gd name="T36" fmla="*/ 50 w 8"/>
                <a:gd name="T37" fmla="*/ 34 h 8"/>
                <a:gd name="T38" fmla="*/ 83 w 8"/>
                <a:gd name="T39" fmla="*/ 34 h 8"/>
                <a:gd name="T40" fmla="*/ 95 w 8"/>
                <a:gd name="T41" fmla="*/ 34 h 8"/>
                <a:gd name="T42" fmla="*/ 113 w 8"/>
                <a:gd name="T43" fmla="*/ 55 h 8"/>
                <a:gd name="T44" fmla="*/ 113 w 8"/>
                <a:gd name="T45" fmla="*/ 89 h 8"/>
                <a:gd name="T46" fmla="*/ 113 w 8"/>
                <a:gd name="T47" fmla="*/ 110 h 8"/>
                <a:gd name="T48" fmla="*/ 63 w 8"/>
                <a:gd name="T49" fmla="*/ 123 h 8"/>
                <a:gd name="T50" fmla="*/ 50 w 8"/>
                <a:gd name="T51" fmla="*/ 110 h 8"/>
                <a:gd name="T52" fmla="*/ 33 w 8"/>
                <a:gd name="T53" fmla="*/ 89 h 8"/>
                <a:gd name="T54" fmla="*/ 33 w 8"/>
                <a:gd name="T55" fmla="*/ 76 h 8"/>
                <a:gd name="T56" fmla="*/ 83 w 8"/>
                <a:gd name="T57" fmla="*/ 34 h 8"/>
                <a:gd name="T58" fmla="*/ 95 w 8"/>
                <a:gd name="T59" fmla="*/ 34 h 8"/>
                <a:gd name="T60" fmla="*/ 83 w 8"/>
                <a:gd name="T61" fmla="*/ 34 h 8"/>
                <a:gd name="T62" fmla="*/ 83 w 8"/>
                <a:gd name="T63" fmla="*/ 34 h 8"/>
                <a:gd name="T64" fmla="*/ 83 w 8"/>
                <a:gd name="T65" fmla="*/ 144 h 8"/>
                <a:gd name="T66" fmla="*/ 83 w 8"/>
                <a:gd name="T67" fmla="*/ 123 h 8"/>
                <a:gd name="T68" fmla="*/ 83 w 8"/>
                <a:gd name="T69" fmla="*/ 144 h 8"/>
                <a:gd name="T70" fmla="*/ 83 w 8"/>
                <a:gd name="T71" fmla="*/ 144 h 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7" y="7"/>
                    <a:pt x="8" y="6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2"/>
                    <a:pt x="7" y="2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4" y="0"/>
                    <a:pt x="1" y="0"/>
                    <a:pt x="1" y="3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5" y="2"/>
                  </a:moveTo>
                  <a:cubicBezTo>
                    <a:pt x="5" y="2"/>
                    <a:pt x="6" y="2"/>
                    <a:pt x="6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4" y="7"/>
                    <a:pt x="3" y="7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5" y="8"/>
                  </a:move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4" name="Freeform 1364">
              <a:extLst>
                <a:ext uri="{FF2B5EF4-FFF2-40B4-BE49-F238E27FC236}">
                  <a16:creationId xmlns:a16="http://schemas.microsoft.com/office/drawing/2014/main" id="{911704F5-5546-4866-BBC8-DA2F0AC312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1" y="209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68 h 5"/>
                <a:gd name="T4" fmla="*/ 0 w 5"/>
                <a:gd name="T5" fmla="*/ 68 h 5"/>
                <a:gd name="T6" fmla="*/ 21 w 5"/>
                <a:gd name="T7" fmla="*/ 55 h 5"/>
                <a:gd name="T8" fmla="*/ 21 w 5"/>
                <a:gd name="T9" fmla="*/ 68 h 5"/>
                <a:gd name="T10" fmla="*/ 21 w 5"/>
                <a:gd name="T11" fmla="*/ 68 h 5"/>
                <a:gd name="T12" fmla="*/ 21 w 5"/>
                <a:gd name="T13" fmla="*/ 68 h 5"/>
                <a:gd name="T14" fmla="*/ 21 w 5"/>
                <a:gd name="T15" fmla="*/ 88 h 5"/>
                <a:gd name="T16" fmla="*/ 21 w 5"/>
                <a:gd name="T17" fmla="*/ 88 h 5"/>
                <a:gd name="T18" fmla="*/ 21 w 5"/>
                <a:gd name="T19" fmla="*/ 68 h 5"/>
                <a:gd name="T20" fmla="*/ 21 w 5"/>
                <a:gd name="T21" fmla="*/ 55 h 5"/>
                <a:gd name="T22" fmla="*/ 34 w 5"/>
                <a:gd name="T23" fmla="*/ 34 h 5"/>
                <a:gd name="T24" fmla="*/ 68 w 5"/>
                <a:gd name="T25" fmla="*/ 55 h 5"/>
                <a:gd name="T26" fmla="*/ 68 w 5"/>
                <a:gd name="T27" fmla="*/ 55 h 5"/>
                <a:gd name="T28" fmla="*/ 68 w 5"/>
                <a:gd name="T29" fmla="*/ 55 h 5"/>
                <a:gd name="T30" fmla="*/ 68 w 5"/>
                <a:gd name="T31" fmla="*/ 55 h 5"/>
                <a:gd name="T32" fmla="*/ 88 w 5"/>
                <a:gd name="T33" fmla="*/ 68 h 5"/>
                <a:gd name="T34" fmla="*/ 68 w 5"/>
                <a:gd name="T35" fmla="*/ 55 h 5"/>
                <a:gd name="T36" fmla="*/ 88 w 5"/>
                <a:gd name="T37" fmla="*/ 68 h 5"/>
                <a:gd name="T38" fmla="*/ 88 w 5"/>
                <a:gd name="T39" fmla="*/ 68 h 5"/>
                <a:gd name="T40" fmla="*/ 88 w 5"/>
                <a:gd name="T41" fmla="*/ 68 h 5"/>
                <a:gd name="T42" fmla="*/ 88 w 5"/>
                <a:gd name="T43" fmla="*/ 68 h 5"/>
                <a:gd name="T44" fmla="*/ 88 w 5"/>
                <a:gd name="T45" fmla="*/ 55 h 5"/>
                <a:gd name="T46" fmla="*/ 88 w 5"/>
                <a:gd name="T47" fmla="*/ 55 h 5"/>
                <a:gd name="T48" fmla="*/ 88 w 5"/>
                <a:gd name="T49" fmla="*/ 34 h 5"/>
                <a:gd name="T50" fmla="*/ 68 w 5"/>
                <a:gd name="T51" fmla="*/ 21 h 5"/>
                <a:gd name="T52" fmla="*/ 68 w 5"/>
                <a:gd name="T53" fmla="*/ 21 h 5"/>
                <a:gd name="T54" fmla="*/ 34 w 5"/>
                <a:gd name="T55" fmla="*/ 0 h 5"/>
                <a:gd name="T56" fmla="*/ 21 w 5"/>
                <a:gd name="T57" fmla="*/ 34 h 5"/>
                <a:gd name="T58" fmla="*/ 21 w 5"/>
                <a:gd name="T59" fmla="*/ 55 h 5"/>
                <a:gd name="T60" fmla="*/ 21 w 5"/>
                <a:gd name="T61" fmla="*/ 55 h 5"/>
                <a:gd name="T62" fmla="*/ 21 w 5"/>
                <a:gd name="T63" fmla="*/ 55 h 5"/>
                <a:gd name="T64" fmla="*/ 21 w 5"/>
                <a:gd name="T65" fmla="*/ 55 h 5"/>
                <a:gd name="T66" fmla="*/ 21 w 5"/>
                <a:gd name="T67" fmla="*/ 34 h 5"/>
                <a:gd name="T68" fmla="*/ 55 w 5"/>
                <a:gd name="T69" fmla="*/ 34 h 5"/>
                <a:gd name="T70" fmla="*/ 21 w 5"/>
                <a:gd name="T71" fmla="*/ 68 h 5"/>
                <a:gd name="T72" fmla="*/ 34 w 5"/>
                <a:gd name="T73" fmla="*/ 68 h 5"/>
                <a:gd name="T74" fmla="*/ 55 w 5"/>
                <a:gd name="T75" fmla="*/ 88 h 5"/>
                <a:gd name="T76" fmla="*/ 68 w 5"/>
                <a:gd name="T77" fmla="*/ 55 h 5"/>
                <a:gd name="T78" fmla="*/ 68 w 5"/>
                <a:gd name="T79" fmla="*/ 55 h 5"/>
                <a:gd name="T80" fmla="*/ 55 w 5"/>
                <a:gd name="T81" fmla="*/ 34 h 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lose/>
                  <a:moveTo>
                    <a:pt x="3" y="2"/>
                  </a:moveTo>
                  <a:cubicBezTo>
                    <a:pt x="2" y="2"/>
                    <a:pt x="2" y="3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5" name="Freeform 1365">
              <a:extLst>
                <a:ext uri="{FF2B5EF4-FFF2-40B4-BE49-F238E27FC236}">
                  <a16:creationId xmlns:a16="http://schemas.microsoft.com/office/drawing/2014/main" id="{0A725ABB-2C8D-4252-993C-89D622737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099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21 w 5"/>
                <a:gd name="T3" fmla="*/ 88 h 5"/>
                <a:gd name="T4" fmla="*/ 34 w 5"/>
                <a:gd name="T5" fmla="*/ 88 h 5"/>
                <a:gd name="T6" fmla="*/ 55 w 5"/>
                <a:gd name="T7" fmla="*/ 88 h 5"/>
                <a:gd name="T8" fmla="*/ 88 w 5"/>
                <a:gd name="T9" fmla="*/ 55 h 5"/>
                <a:gd name="T10" fmla="*/ 88 w 5"/>
                <a:gd name="T11" fmla="*/ 21 h 5"/>
                <a:gd name="T12" fmla="*/ 55 w 5"/>
                <a:gd name="T13" fmla="*/ 0 h 5"/>
                <a:gd name="T14" fmla="*/ 0 w 5"/>
                <a:gd name="T15" fmla="*/ 34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6" name="Freeform 1366">
              <a:extLst>
                <a:ext uri="{FF2B5EF4-FFF2-40B4-BE49-F238E27FC236}">
                  <a16:creationId xmlns:a16="http://schemas.microsoft.com/office/drawing/2014/main" id="{3BFFF5ED-BFA7-499D-B8DA-861ED55E17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9" y="2208"/>
              <a:ext cx="22" cy="40"/>
            </a:xfrm>
            <a:custGeom>
              <a:avLst/>
              <a:gdLst>
                <a:gd name="T0" fmla="*/ 12 w 9"/>
                <a:gd name="T1" fmla="*/ 21 h 15"/>
                <a:gd name="T2" fmla="*/ 0 w 9"/>
                <a:gd name="T3" fmla="*/ 35 h 15"/>
                <a:gd name="T4" fmla="*/ 12 w 9"/>
                <a:gd name="T5" fmla="*/ 35 h 15"/>
                <a:gd name="T6" fmla="*/ 12 w 9"/>
                <a:gd name="T7" fmla="*/ 35 h 15"/>
                <a:gd name="T8" fmla="*/ 12 w 9"/>
                <a:gd name="T9" fmla="*/ 35 h 15"/>
                <a:gd name="T10" fmla="*/ 29 w 9"/>
                <a:gd name="T11" fmla="*/ 77 h 15"/>
                <a:gd name="T12" fmla="*/ 59 w 9"/>
                <a:gd name="T13" fmla="*/ 77 h 15"/>
                <a:gd name="T14" fmla="*/ 71 w 9"/>
                <a:gd name="T15" fmla="*/ 35 h 15"/>
                <a:gd name="T16" fmla="*/ 71 w 9"/>
                <a:gd name="T17" fmla="*/ 35 h 15"/>
                <a:gd name="T18" fmla="*/ 71 w 9"/>
                <a:gd name="T19" fmla="*/ 21 h 15"/>
                <a:gd name="T20" fmla="*/ 59 w 9"/>
                <a:gd name="T21" fmla="*/ 0 h 15"/>
                <a:gd name="T22" fmla="*/ 71 w 9"/>
                <a:gd name="T23" fmla="*/ 0 h 15"/>
                <a:gd name="T24" fmla="*/ 59 w 9"/>
                <a:gd name="T25" fmla="*/ 0 h 15"/>
                <a:gd name="T26" fmla="*/ 59 w 9"/>
                <a:gd name="T27" fmla="*/ 0 h 15"/>
                <a:gd name="T28" fmla="*/ 12 w 9"/>
                <a:gd name="T29" fmla="*/ 21 h 15"/>
                <a:gd name="T30" fmla="*/ 29 w 9"/>
                <a:gd name="T31" fmla="*/ 21 h 15"/>
                <a:gd name="T32" fmla="*/ 29 w 9"/>
                <a:gd name="T33" fmla="*/ 21 h 15"/>
                <a:gd name="T34" fmla="*/ 29 w 9"/>
                <a:gd name="T35" fmla="*/ 21 h 15"/>
                <a:gd name="T36" fmla="*/ 29 w 9"/>
                <a:gd name="T37" fmla="*/ 21 h 15"/>
                <a:gd name="T38" fmla="*/ 59 w 9"/>
                <a:gd name="T39" fmla="*/ 21 h 15"/>
                <a:gd name="T40" fmla="*/ 59 w 9"/>
                <a:gd name="T41" fmla="*/ 21 h 15"/>
                <a:gd name="T42" fmla="*/ 71 w 9"/>
                <a:gd name="T43" fmla="*/ 35 h 15"/>
                <a:gd name="T44" fmla="*/ 71 w 9"/>
                <a:gd name="T45" fmla="*/ 35 h 15"/>
                <a:gd name="T46" fmla="*/ 71 w 9"/>
                <a:gd name="T47" fmla="*/ 56 h 15"/>
                <a:gd name="T48" fmla="*/ 42 w 9"/>
                <a:gd name="T49" fmla="*/ 77 h 15"/>
                <a:gd name="T50" fmla="*/ 29 w 9"/>
                <a:gd name="T51" fmla="*/ 77 h 15"/>
                <a:gd name="T52" fmla="*/ 29 w 9"/>
                <a:gd name="T53" fmla="*/ 35 h 15"/>
                <a:gd name="T54" fmla="*/ 29 w 9"/>
                <a:gd name="T55" fmla="*/ 35 h 15"/>
                <a:gd name="T56" fmla="*/ 59 w 9"/>
                <a:gd name="T57" fmla="*/ 21 h 15"/>
                <a:gd name="T58" fmla="*/ 59 w 9"/>
                <a:gd name="T59" fmla="*/ 21 h 15"/>
                <a:gd name="T60" fmla="*/ 59 w 9"/>
                <a:gd name="T61" fmla="*/ 21 h 15"/>
                <a:gd name="T62" fmla="*/ 59 w 9"/>
                <a:gd name="T63" fmla="*/ 21 h 15"/>
                <a:gd name="T64" fmla="*/ 132 w 9"/>
                <a:gd name="T65" fmla="*/ 285 h 15"/>
                <a:gd name="T66" fmla="*/ 132 w 9"/>
                <a:gd name="T67" fmla="*/ 285 h 15"/>
                <a:gd name="T68" fmla="*/ 132 w 9"/>
                <a:gd name="T69" fmla="*/ 285 h 15"/>
                <a:gd name="T70" fmla="*/ 132 w 9"/>
                <a:gd name="T71" fmla="*/ 285 h 1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5" y="4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9" y="15"/>
                  </a:move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7" name="Freeform 1367">
              <a:extLst>
                <a:ext uri="{FF2B5EF4-FFF2-40B4-BE49-F238E27FC236}">
                  <a16:creationId xmlns:a16="http://schemas.microsoft.com/office/drawing/2014/main" id="{5CA427A6-5143-44AC-BFDB-C6A42CF9DB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1" y="2208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56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56 h 3"/>
                <a:gd name="T10" fmla="*/ 0 w 3"/>
                <a:gd name="T11" fmla="*/ 56 h 3"/>
                <a:gd name="T12" fmla="*/ 0 w 3"/>
                <a:gd name="T13" fmla="*/ 35 h 3"/>
                <a:gd name="T14" fmla="*/ 21 w 3"/>
                <a:gd name="T15" fmla="*/ 56 h 3"/>
                <a:gd name="T16" fmla="*/ 21 w 3"/>
                <a:gd name="T17" fmla="*/ 56 h 3"/>
                <a:gd name="T18" fmla="*/ 21 w 3"/>
                <a:gd name="T19" fmla="*/ 56 h 3"/>
                <a:gd name="T20" fmla="*/ 21 w 3"/>
                <a:gd name="T21" fmla="*/ 35 h 3"/>
                <a:gd name="T22" fmla="*/ 21 w 3"/>
                <a:gd name="T23" fmla="*/ 21 h 3"/>
                <a:gd name="T24" fmla="*/ 35 w 3"/>
                <a:gd name="T25" fmla="*/ 35 h 3"/>
                <a:gd name="T26" fmla="*/ 56 w 3"/>
                <a:gd name="T27" fmla="*/ 35 h 3"/>
                <a:gd name="T28" fmla="*/ 56 w 3"/>
                <a:gd name="T29" fmla="*/ 35 h 3"/>
                <a:gd name="T30" fmla="*/ 56 w 3"/>
                <a:gd name="T31" fmla="*/ 35 h 3"/>
                <a:gd name="T32" fmla="*/ 56 w 3"/>
                <a:gd name="T33" fmla="*/ 56 h 3"/>
                <a:gd name="T34" fmla="*/ 56 w 3"/>
                <a:gd name="T35" fmla="*/ 35 h 3"/>
                <a:gd name="T36" fmla="*/ 56 w 3"/>
                <a:gd name="T37" fmla="*/ 35 h 3"/>
                <a:gd name="T38" fmla="*/ 56 w 3"/>
                <a:gd name="T39" fmla="*/ 56 h 3"/>
                <a:gd name="T40" fmla="*/ 56 w 3"/>
                <a:gd name="T41" fmla="*/ 56 h 3"/>
                <a:gd name="T42" fmla="*/ 56 w 3"/>
                <a:gd name="T43" fmla="*/ 56 h 3"/>
                <a:gd name="T44" fmla="*/ 56 w 3"/>
                <a:gd name="T45" fmla="*/ 35 h 3"/>
                <a:gd name="T46" fmla="*/ 56 w 3"/>
                <a:gd name="T47" fmla="*/ 35 h 3"/>
                <a:gd name="T48" fmla="*/ 56 w 3"/>
                <a:gd name="T49" fmla="*/ 35 h 3"/>
                <a:gd name="T50" fmla="*/ 56 w 3"/>
                <a:gd name="T51" fmla="*/ 21 h 3"/>
                <a:gd name="T52" fmla="*/ 35 w 3"/>
                <a:gd name="T53" fmla="*/ 21 h 3"/>
                <a:gd name="T54" fmla="*/ 21 w 3"/>
                <a:gd name="T55" fmla="*/ 0 h 3"/>
                <a:gd name="T56" fmla="*/ 21 w 3"/>
                <a:gd name="T57" fmla="*/ 35 h 3"/>
                <a:gd name="T58" fmla="*/ 0 w 3"/>
                <a:gd name="T59" fmla="*/ 35 h 3"/>
                <a:gd name="T60" fmla="*/ 0 w 3"/>
                <a:gd name="T61" fmla="*/ 35 h 3"/>
                <a:gd name="T62" fmla="*/ 0 w 3"/>
                <a:gd name="T63" fmla="*/ 35 h 3"/>
                <a:gd name="T64" fmla="*/ 0 w 3"/>
                <a:gd name="T65" fmla="*/ 35 h 3"/>
                <a:gd name="T66" fmla="*/ 21 w 3"/>
                <a:gd name="T67" fmla="*/ 35 h 3"/>
                <a:gd name="T68" fmla="*/ 35 w 3"/>
                <a:gd name="T69" fmla="*/ 35 h 3"/>
                <a:gd name="T70" fmla="*/ 21 w 3"/>
                <a:gd name="T71" fmla="*/ 56 h 3"/>
                <a:gd name="T72" fmla="*/ 21 w 3"/>
                <a:gd name="T73" fmla="*/ 56 h 3"/>
                <a:gd name="T74" fmla="*/ 35 w 3"/>
                <a:gd name="T75" fmla="*/ 56 h 3"/>
                <a:gd name="T76" fmla="*/ 56 w 3"/>
                <a:gd name="T77" fmla="*/ 35 h 3"/>
                <a:gd name="T78" fmla="*/ 35 w 3"/>
                <a:gd name="T79" fmla="*/ 35 h 3"/>
                <a:gd name="T80" fmla="*/ 35 w 3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lose/>
                  <a:moveTo>
                    <a:pt x="2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8" name="Freeform 1368">
              <a:extLst>
                <a:ext uri="{FF2B5EF4-FFF2-40B4-BE49-F238E27FC236}">
                  <a16:creationId xmlns:a16="http://schemas.microsoft.com/office/drawing/2014/main" id="{3A75217F-563B-4328-9806-5C956A979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208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63 w 4"/>
                <a:gd name="T9" fmla="*/ 35 h 3"/>
                <a:gd name="T10" fmla="*/ 50 w 4"/>
                <a:gd name="T11" fmla="*/ 21 h 3"/>
                <a:gd name="T12" fmla="*/ 33 w 4"/>
                <a:gd name="T13" fmla="*/ 0 h 3"/>
                <a:gd name="T14" fmla="*/ 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9" name="Freeform 1369">
              <a:extLst>
                <a:ext uri="{FF2B5EF4-FFF2-40B4-BE49-F238E27FC236}">
                  <a16:creationId xmlns:a16="http://schemas.microsoft.com/office/drawing/2014/main" id="{C3DDB02F-7F7E-4F04-BBE4-1DB866E574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6" y="2141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21 w 5"/>
                <a:gd name="T7" fmla="*/ 56 h 6"/>
                <a:gd name="T8" fmla="*/ 21 w 5"/>
                <a:gd name="T9" fmla="*/ 56 h 6"/>
                <a:gd name="T10" fmla="*/ 34 w 5"/>
                <a:gd name="T11" fmla="*/ 93 h 6"/>
                <a:gd name="T12" fmla="*/ 68 w 5"/>
                <a:gd name="T13" fmla="*/ 93 h 6"/>
                <a:gd name="T14" fmla="*/ 88 w 5"/>
                <a:gd name="T15" fmla="*/ 56 h 6"/>
                <a:gd name="T16" fmla="*/ 88 w 5"/>
                <a:gd name="T17" fmla="*/ 56 h 6"/>
                <a:gd name="T18" fmla="*/ 88 w 5"/>
                <a:gd name="T19" fmla="*/ 35 h 6"/>
                <a:gd name="T20" fmla="*/ 68 w 5"/>
                <a:gd name="T21" fmla="*/ 21 h 6"/>
                <a:gd name="T22" fmla="*/ 68 w 5"/>
                <a:gd name="T23" fmla="*/ 21 h 6"/>
                <a:gd name="T24" fmla="*/ 68 w 5"/>
                <a:gd name="T25" fmla="*/ 21 h 6"/>
                <a:gd name="T26" fmla="*/ 55 w 5"/>
                <a:gd name="T27" fmla="*/ 21 h 6"/>
                <a:gd name="T28" fmla="*/ 21 w 5"/>
                <a:gd name="T29" fmla="*/ 35 h 6"/>
                <a:gd name="T30" fmla="*/ 34 w 5"/>
                <a:gd name="T31" fmla="*/ 35 h 6"/>
                <a:gd name="T32" fmla="*/ 34 w 5"/>
                <a:gd name="T33" fmla="*/ 21 h 6"/>
                <a:gd name="T34" fmla="*/ 34 w 5"/>
                <a:gd name="T35" fmla="*/ 35 h 6"/>
                <a:gd name="T36" fmla="*/ 34 w 5"/>
                <a:gd name="T37" fmla="*/ 35 h 6"/>
                <a:gd name="T38" fmla="*/ 68 w 5"/>
                <a:gd name="T39" fmla="*/ 35 h 6"/>
                <a:gd name="T40" fmla="*/ 68 w 5"/>
                <a:gd name="T41" fmla="*/ 35 h 6"/>
                <a:gd name="T42" fmla="*/ 88 w 5"/>
                <a:gd name="T43" fmla="*/ 35 h 6"/>
                <a:gd name="T44" fmla="*/ 88 w 5"/>
                <a:gd name="T45" fmla="*/ 56 h 6"/>
                <a:gd name="T46" fmla="*/ 88 w 5"/>
                <a:gd name="T47" fmla="*/ 77 h 6"/>
                <a:gd name="T48" fmla="*/ 55 w 5"/>
                <a:gd name="T49" fmla="*/ 93 h 6"/>
                <a:gd name="T50" fmla="*/ 34 w 5"/>
                <a:gd name="T51" fmla="*/ 77 h 6"/>
                <a:gd name="T52" fmla="*/ 34 w 5"/>
                <a:gd name="T53" fmla="*/ 56 h 6"/>
                <a:gd name="T54" fmla="*/ 34 w 5"/>
                <a:gd name="T55" fmla="*/ 56 h 6"/>
                <a:gd name="T56" fmla="*/ 68 w 5"/>
                <a:gd name="T57" fmla="*/ 35 h 6"/>
                <a:gd name="T58" fmla="*/ 68 w 5"/>
                <a:gd name="T59" fmla="*/ 35 h 6"/>
                <a:gd name="T60" fmla="*/ 68 w 5"/>
                <a:gd name="T61" fmla="*/ 35 h 6"/>
                <a:gd name="T62" fmla="*/ 68 w 5"/>
                <a:gd name="T63" fmla="*/ 35 h 6"/>
                <a:gd name="T64" fmla="*/ 55 w 5"/>
                <a:gd name="T65" fmla="*/ 93 h 6"/>
                <a:gd name="T66" fmla="*/ 55 w 5"/>
                <a:gd name="T67" fmla="*/ 93 h 6"/>
                <a:gd name="T68" fmla="*/ 55 w 5"/>
                <a:gd name="T69" fmla="*/ 93 h 6"/>
                <a:gd name="T70" fmla="*/ 55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1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0" name="Freeform 1370">
              <a:extLst>
                <a:ext uri="{FF2B5EF4-FFF2-40B4-BE49-F238E27FC236}">
                  <a16:creationId xmlns:a16="http://schemas.microsoft.com/office/drawing/2014/main" id="{475F4D91-26E0-41C9-8FDE-20070D774D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9" y="2144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56 h 3"/>
                <a:gd name="T10" fmla="*/ 0 w 3"/>
                <a:gd name="T11" fmla="*/ 56 h 3"/>
                <a:gd name="T12" fmla="*/ 0 w 3"/>
                <a:gd name="T13" fmla="*/ 35 h 3"/>
                <a:gd name="T14" fmla="*/ 12 w 3"/>
                <a:gd name="T15" fmla="*/ 56 h 3"/>
                <a:gd name="T16" fmla="*/ 0 w 3"/>
                <a:gd name="T17" fmla="*/ 56 h 3"/>
                <a:gd name="T18" fmla="*/ 12 w 3"/>
                <a:gd name="T19" fmla="*/ 56 h 3"/>
                <a:gd name="T20" fmla="*/ 0 w 3"/>
                <a:gd name="T21" fmla="*/ 35 h 3"/>
                <a:gd name="T22" fmla="*/ 12 w 3"/>
                <a:gd name="T23" fmla="*/ 21 h 3"/>
                <a:gd name="T24" fmla="*/ 28 w 3"/>
                <a:gd name="T25" fmla="*/ 35 h 3"/>
                <a:gd name="T26" fmla="*/ 37 w 3"/>
                <a:gd name="T27" fmla="*/ 35 h 3"/>
                <a:gd name="T28" fmla="*/ 37 w 3"/>
                <a:gd name="T29" fmla="*/ 35 h 3"/>
                <a:gd name="T30" fmla="*/ 37 w 3"/>
                <a:gd name="T31" fmla="*/ 35 h 3"/>
                <a:gd name="T32" fmla="*/ 37 w 3"/>
                <a:gd name="T33" fmla="*/ 56 h 3"/>
                <a:gd name="T34" fmla="*/ 37 w 3"/>
                <a:gd name="T35" fmla="*/ 35 h 3"/>
                <a:gd name="T36" fmla="*/ 37 w 3"/>
                <a:gd name="T37" fmla="*/ 35 h 3"/>
                <a:gd name="T38" fmla="*/ 37 w 3"/>
                <a:gd name="T39" fmla="*/ 56 h 3"/>
                <a:gd name="T40" fmla="*/ 37 w 3"/>
                <a:gd name="T41" fmla="*/ 35 h 3"/>
                <a:gd name="T42" fmla="*/ 37 w 3"/>
                <a:gd name="T43" fmla="*/ 56 h 3"/>
                <a:gd name="T44" fmla="*/ 37 w 3"/>
                <a:gd name="T45" fmla="*/ 35 h 3"/>
                <a:gd name="T46" fmla="*/ 37 w 3"/>
                <a:gd name="T47" fmla="*/ 35 h 3"/>
                <a:gd name="T48" fmla="*/ 37 w 3"/>
                <a:gd name="T49" fmla="*/ 35 h 3"/>
                <a:gd name="T50" fmla="*/ 28 w 3"/>
                <a:gd name="T51" fmla="*/ 21 h 3"/>
                <a:gd name="T52" fmla="*/ 28 w 3"/>
                <a:gd name="T53" fmla="*/ 21 h 3"/>
                <a:gd name="T54" fmla="*/ 12 w 3"/>
                <a:gd name="T55" fmla="*/ 0 h 3"/>
                <a:gd name="T56" fmla="*/ 12 w 3"/>
                <a:gd name="T57" fmla="*/ 21 h 3"/>
                <a:gd name="T58" fmla="*/ 0 w 3"/>
                <a:gd name="T59" fmla="*/ 35 h 3"/>
                <a:gd name="T60" fmla="*/ 0 w 3"/>
                <a:gd name="T61" fmla="*/ 35 h 3"/>
                <a:gd name="T62" fmla="*/ 0 w 3"/>
                <a:gd name="T63" fmla="*/ 35 h 3"/>
                <a:gd name="T64" fmla="*/ 0 w 3"/>
                <a:gd name="T65" fmla="*/ 35 h 3"/>
                <a:gd name="T66" fmla="*/ 12 w 3"/>
                <a:gd name="T67" fmla="*/ 21 h 3"/>
                <a:gd name="T68" fmla="*/ 28 w 3"/>
                <a:gd name="T69" fmla="*/ 35 h 3"/>
                <a:gd name="T70" fmla="*/ 12 w 3"/>
                <a:gd name="T71" fmla="*/ 56 h 3"/>
                <a:gd name="T72" fmla="*/ 12 w 3"/>
                <a:gd name="T73" fmla="*/ 56 h 3"/>
                <a:gd name="T74" fmla="*/ 28 w 3"/>
                <a:gd name="T75" fmla="*/ 56 h 3"/>
                <a:gd name="T76" fmla="*/ 37 w 3"/>
                <a:gd name="T77" fmla="*/ 35 h 3"/>
                <a:gd name="T78" fmla="*/ 28 w 3"/>
                <a:gd name="T79" fmla="*/ 35 h 3"/>
                <a:gd name="T80" fmla="*/ 28 w 3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1"/>
                  </a:cubicBezTo>
                  <a:close/>
                  <a:moveTo>
                    <a:pt x="2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1" name="Freeform 1371">
              <a:extLst>
                <a:ext uri="{FF2B5EF4-FFF2-40B4-BE49-F238E27FC236}">
                  <a16:creationId xmlns:a16="http://schemas.microsoft.com/office/drawing/2014/main" id="{4A86A2B5-841A-4D65-BF1A-9A49C5CA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144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50 w 4"/>
                <a:gd name="T9" fmla="*/ 35 h 3"/>
                <a:gd name="T10" fmla="*/ 50 w 4"/>
                <a:gd name="T11" fmla="*/ 21 h 3"/>
                <a:gd name="T12" fmla="*/ 33 w 4"/>
                <a:gd name="T13" fmla="*/ 0 h 3"/>
                <a:gd name="T14" fmla="*/ 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2" name="Freeform 1372">
              <a:extLst>
                <a:ext uri="{FF2B5EF4-FFF2-40B4-BE49-F238E27FC236}">
                  <a16:creationId xmlns:a16="http://schemas.microsoft.com/office/drawing/2014/main" id="{76EAFA30-5444-4F91-8C82-F9119035F5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1" y="2021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0 w 4"/>
                <a:gd name="T3" fmla="*/ 47 h 4"/>
                <a:gd name="T4" fmla="*/ 0 w 4"/>
                <a:gd name="T5" fmla="*/ 47 h 4"/>
                <a:gd name="T6" fmla="*/ 0 w 4"/>
                <a:gd name="T7" fmla="*/ 47 h 4"/>
                <a:gd name="T8" fmla="*/ 0 w 4"/>
                <a:gd name="T9" fmla="*/ 47 h 4"/>
                <a:gd name="T10" fmla="*/ 20 w 4"/>
                <a:gd name="T11" fmla="*/ 61 h 4"/>
                <a:gd name="T12" fmla="*/ 50 w 4"/>
                <a:gd name="T13" fmla="*/ 61 h 4"/>
                <a:gd name="T14" fmla="*/ 63 w 4"/>
                <a:gd name="T15" fmla="*/ 47 h 4"/>
                <a:gd name="T16" fmla="*/ 63 w 4"/>
                <a:gd name="T17" fmla="*/ 47 h 4"/>
                <a:gd name="T18" fmla="*/ 50 w 4"/>
                <a:gd name="T19" fmla="*/ 22 h 4"/>
                <a:gd name="T20" fmla="*/ 50 w 4"/>
                <a:gd name="T21" fmla="*/ 22 h 4"/>
                <a:gd name="T22" fmla="*/ 50 w 4"/>
                <a:gd name="T23" fmla="*/ 22 h 4"/>
                <a:gd name="T24" fmla="*/ 50 w 4"/>
                <a:gd name="T25" fmla="*/ 22 h 4"/>
                <a:gd name="T26" fmla="*/ 33 w 4"/>
                <a:gd name="T27" fmla="*/ 0 h 4"/>
                <a:gd name="T28" fmla="*/ 0 w 4"/>
                <a:gd name="T29" fmla="*/ 22 h 4"/>
                <a:gd name="T30" fmla="*/ 20 w 4"/>
                <a:gd name="T31" fmla="*/ 22 h 4"/>
                <a:gd name="T32" fmla="*/ 33 w 4"/>
                <a:gd name="T33" fmla="*/ 22 h 4"/>
                <a:gd name="T34" fmla="*/ 20 w 4"/>
                <a:gd name="T35" fmla="*/ 22 h 4"/>
                <a:gd name="T36" fmla="*/ 20 w 4"/>
                <a:gd name="T37" fmla="*/ 22 h 4"/>
                <a:gd name="T38" fmla="*/ 50 w 4"/>
                <a:gd name="T39" fmla="*/ 22 h 4"/>
                <a:gd name="T40" fmla="*/ 50 w 4"/>
                <a:gd name="T41" fmla="*/ 22 h 4"/>
                <a:gd name="T42" fmla="*/ 50 w 4"/>
                <a:gd name="T43" fmla="*/ 22 h 4"/>
                <a:gd name="T44" fmla="*/ 50 w 4"/>
                <a:gd name="T45" fmla="*/ 47 h 4"/>
                <a:gd name="T46" fmla="*/ 50 w 4"/>
                <a:gd name="T47" fmla="*/ 61 h 4"/>
                <a:gd name="T48" fmla="*/ 33 w 4"/>
                <a:gd name="T49" fmla="*/ 61 h 4"/>
                <a:gd name="T50" fmla="*/ 20 w 4"/>
                <a:gd name="T51" fmla="*/ 61 h 4"/>
                <a:gd name="T52" fmla="*/ 20 w 4"/>
                <a:gd name="T53" fmla="*/ 47 h 4"/>
                <a:gd name="T54" fmla="*/ 20 w 4"/>
                <a:gd name="T55" fmla="*/ 47 h 4"/>
                <a:gd name="T56" fmla="*/ 33 w 4"/>
                <a:gd name="T57" fmla="*/ 22 h 4"/>
                <a:gd name="T58" fmla="*/ 50 w 4"/>
                <a:gd name="T59" fmla="*/ 22 h 4"/>
                <a:gd name="T60" fmla="*/ 33 w 4"/>
                <a:gd name="T61" fmla="*/ 22 h 4"/>
                <a:gd name="T62" fmla="*/ 50 w 4"/>
                <a:gd name="T63" fmla="*/ 22 h 4"/>
                <a:gd name="T64" fmla="*/ 33 w 4"/>
                <a:gd name="T65" fmla="*/ 61 h 4"/>
                <a:gd name="T66" fmla="*/ 33 w 4"/>
                <a:gd name="T67" fmla="*/ 61 h 4"/>
                <a:gd name="T68" fmla="*/ 33 w 4"/>
                <a:gd name="T69" fmla="*/ 61 h 4"/>
                <a:gd name="T70" fmla="*/ 33 w 4"/>
                <a:gd name="T71" fmla="*/ 61 h 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3" name="Freeform 1373">
              <a:extLst>
                <a:ext uri="{FF2B5EF4-FFF2-40B4-BE49-F238E27FC236}">
                  <a16:creationId xmlns:a16="http://schemas.microsoft.com/office/drawing/2014/main" id="{D010938A-4816-4E86-9D42-18C79823C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1" y="2021"/>
              <a:ext cx="8" cy="8"/>
            </a:xfrm>
            <a:custGeom>
              <a:avLst/>
              <a:gdLst>
                <a:gd name="T0" fmla="*/ 35 w 3"/>
                <a:gd name="T1" fmla="*/ 21 h 3"/>
                <a:gd name="T2" fmla="*/ 21 w 3"/>
                <a:gd name="T3" fmla="*/ 35 h 3"/>
                <a:gd name="T4" fmla="*/ 21 w 3"/>
                <a:gd name="T5" fmla="*/ 35 h 3"/>
                <a:gd name="T6" fmla="*/ 21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21 w 3"/>
                <a:gd name="T15" fmla="*/ 56 h 3"/>
                <a:gd name="T16" fmla="*/ 21 w 3"/>
                <a:gd name="T17" fmla="*/ 35 h 3"/>
                <a:gd name="T18" fmla="*/ 21 w 3"/>
                <a:gd name="T19" fmla="*/ 35 h 3"/>
                <a:gd name="T20" fmla="*/ 21 w 3"/>
                <a:gd name="T21" fmla="*/ 35 h 3"/>
                <a:gd name="T22" fmla="*/ 35 w 3"/>
                <a:gd name="T23" fmla="*/ 21 h 3"/>
                <a:gd name="T24" fmla="*/ 35 w 3"/>
                <a:gd name="T25" fmla="*/ 21 h 3"/>
                <a:gd name="T26" fmla="*/ 56 w 3"/>
                <a:gd name="T27" fmla="*/ 35 h 3"/>
                <a:gd name="T28" fmla="*/ 56 w 3"/>
                <a:gd name="T29" fmla="*/ 35 h 3"/>
                <a:gd name="T30" fmla="*/ 35 w 3"/>
                <a:gd name="T31" fmla="*/ 35 h 3"/>
                <a:gd name="T32" fmla="*/ 56 w 3"/>
                <a:gd name="T33" fmla="*/ 35 h 3"/>
                <a:gd name="T34" fmla="*/ 56 w 3"/>
                <a:gd name="T35" fmla="*/ 35 h 3"/>
                <a:gd name="T36" fmla="*/ 56 w 3"/>
                <a:gd name="T37" fmla="*/ 35 h 3"/>
                <a:gd name="T38" fmla="*/ 56 w 3"/>
                <a:gd name="T39" fmla="*/ 35 h 3"/>
                <a:gd name="T40" fmla="*/ 56 w 3"/>
                <a:gd name="T41" fmla="*/ 35 h 3"/>
                <a:gd name="T42" fmla="*/ 56 w 3"/>
                <a:gd name="T43" fmla="*/ 35 h 3"/>
                <a:gd name="T44" fmla="*/ 56 w 3"/>
                <a:gd name="T45" fmla="*/ 35 h 3"/>
                <a:gd name="T46" fmla="*/ 56 w 3"/>
                <a:gd name="T47" fmla="*/ 35 h 3"/>
                <a:gd name="T48" fmla="*/ 56 w 3"/>
                <a:gd name="T49" fmla="*/ 21 h 3"/>
                <a:gd name="T50" fmla="*/ 35 w 3"/>
                <a:gd name="T51" fmla="*/ 21 h 3"/>
                <a:gd name="T52" fmla="*/ 35 w 3"/>
                <a:gd name="T53" fmla="*/ 21 h 3"/>
                <a:gd name="T54" fmla="*/ 35 w 3"/>
                <a:gd name="T55" fmla="*/ 21 h 3"/>
                <a:gd name="T56" fmla="*/ 21 w 3"/>
                <a:gd name="T57" fmla="*/ 21 h 3"/>
                <a:gd name="T58" fmla="*/ 21 w 3"/>
                <a:gd name="T59" fmla="*/ 35 h 3"/>
                <a:gd name="T60" fmla="*/ 21 w 3"/>
                <a:gd name="T61" fmla="*/ 35 h 3"/>
                <a:gd name="T62" fmla="*/ 21 w 3"/>
                <a:gd name="T63" fmla="*/ 35 h 3"/>
                <a:gd name="T64" fmla="*/ 21 w 3"/>
                <a:gd name="T65" fmla="*/ 35 h 3"/>
                <a:gd name="T66" fmla="*/ 21 w 3"/>
                <a:gd name="T67" fmla="*/ 21 h 3"/>
                <a:gd name="T68" fmla="*/ 35 w 3"/>
                <a:gd name="T69" fmla="*/ 21 h 3"/>
                <a:gd name="T70" fmla="*/ 21 w 3"/>
                <a:gd name="T71" fmla="*/ 35 h 3"/>
                <a:gd name="T72" fmla="*/ 21 w 3"/>
                <a:gd name="T73" fmla="*/ 35 h 3"/>
                <a:gd name="T74" fmla="*/ 35 w 3"/>
                <a:gd name="T75" fmla="*/ 35 h 3"/>
                <a:gd name="T76" fmla="*/ 35 w 3"/>
                <a:gd name="T77" fmla="*/ 35 h 3"/>
                <a:gd name="T78" fmla="*/ 35 w 3"/>
                <a:gd name="T79" fmla="*/ 21 h 3"/>
                <a:gd name="T80" fmla="*/ 35 w 3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1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4" name="Freeform 1374">
              <a:extLst>
                <a:ext uri="{FF2B5EF4-FFF2-40B4-BE49-F238E27FC236}">
                  <a16:creationId xmlns:a16="http://schemas.microsoft.com/office/drawing/2014/main" id="{1E83DE7A-8A85-4858-B739-2F76B8BAA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021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35 h 3"/>
                <a:gd name="T4" fmla="*/ 12 w 3"/>
                <a:gd name="T5" fmla="*/ 56 h 3"/>
                <a:gd name="T6" fmla="*/ 28 w 3"/>
                <a:gd name="T7" fmla="*/ 56 h 3"/>
                <a:gd name="T8" fmla="*/ 37 w 3"/>
                <a:gd name="T9" fmla="*/ 35 h 3"/>
                <a:gd name="T10" fmla="*/ 37 w 3"/>
                <a:gd name="T11" fmla="*/ 21 h 3"/>
                <a:gd name="T12" fmla="*/ 28 w 3"/>
                <a:gd name="T13" fmla="*/ 21 h 3"/>
                <a:gd name="T14" fmla="*/ 12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5" name="Freeform 1375">
              <a:extLst>
                <a:ext uri="{FF2B5EF4-FFF2-40B4-BE49-F238E27FC236}">
                  <a16:creationId xmlns:a16="http://schemas.microsoft.com/office/drawing/2014/main" id="{66203EDC-D8E0-47A9-B29E-17E93AFEE4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9" y="2008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12 w 5"/>
                <a:gd name="T11" fmla="*/ 93 h 6"/>
                <a:gd name="T12" fmla="*/ 41 w 5"/>
                <a:gd name="T13" fmla="*/ 93 h 6"/>
                <a:gd name="T14" fmla="*/ 70 w 5"/>
                <a:gd name="T15" fmla="*/ 56 h 6"/>
                <a:gd name="T16" fmla="*/ 70 w 5"/>
                <a:gd name="T17" fmla="*/ 56 h 6"/>
                <a:gd name="T18" fmla="*/ 58 w 5"/>
                <a:gd name="T19" fmla="*/ 21 h 6"/>
                <a:gd name="T20" fmla="*/ 58 w 5"/>
                <a:gd name="T21" fmla="*/ 21 h 6"/>
                <a:gd name="T22" fmla="*/ 58 w 5"/>
                <a:gd name="T23" fmla="*/ 21 h 6"/>
                <a:gd name="T24" fmla="*/ 58 w 5"/>
                <a:gd name="T25" fmla="*/ 21 h 6"/>
                <a:gd name="T26" fmla="*/ 41 w 5"/>
                <a:gd name="T27" fmla="*/ 21 h 6"/>
                <a:gd name="T28" fmla="*/ 0 w 5"/>
                <a:gd name="T29" fmla="*/ 35 h 6"/>
                <a:gd name="T30" fmla="*/ 12 w 5"/>
                <a:gd name="T31" fmla="*/ 21 h 6"/>
                <a:gd name="T32" fmla="*/ 12 w 5"/>
                <a:gd name="T33" fmla="*/ 21 h 6"/>
                <a:gd name="T34" fmla="*/ 12 w 5"/>
                <a:gd name="T35" fmla="*/ 21 h 6"/>
                <a:gd name="T36" fmla="*/ 12 w 5"/>
                <a:gd name="T37" fmla="*/ 21 h 6"/>
                <a:gd name="T38" fmla="*/ 41 w 5"/>
                <a:gd name="T39" fmla="*/ 21 h 6"/>
                <a:gd name="T40" fmla="*/ 41 w 5"/>
                <a:gd name="T41" fmla="*/ 21 h 6"/>
                <a:gd name="T42" fmla="*/ 58 w 5"/>
                <a:gd name="T43" fmla="*/ 35 h 6"/>
                <a:gd name="T44" fmla="*/ 58 w 5"/>
                <a:gd name="T45" fmla="*/ 56 h 6"/>
                <a:gd name="T46" fmla="*/ 58 w 5"/>
                <a:gd name="T47" fmla="*/ 77 h 6"/>
                <a:gd name="T48" fmla="*/ 29 w 5"/>
                <a:gd name="T49" fmla="*/ 93 h 6"/>
                <a:gd name="T50" fmla="*/ 12 w 5"/>
                <a:gd name="T51" fmla="*/ 77 h 6"/>
                <a:gd name="T52" fmla="*/ 12 w 5"/>
                <a:gd name="T53" fmla="*/ 56 h 6"/>
                <a:gd name="T54" fmla="*/ 12 w 5"/>
                <a:gd name="T55" fmla="*/ 56 h 6"/>
                <a:gd name="T56" fmla="*/ 41 w 5"/>
                <a:gd name="T57" fmla="*/ 21 h 6"/>
                <a:gd name="T58" fmla="*/ 41 w 5"/>
                <a:gd name="T59" fmla="*/ 21 h 6"/>
                <a:gd name="T60" fmla="*/ 41 w 5"/>
                <a:gd name="T61" fmla="*/ 21 h 6"/>
                <a:gd name="T62" fmla="*/ 41 w 5"/>
                <a:gd name="T63" fmla="*/ 21 h 6"/>
                <a:gd name="T64" fmla="*/ 29 w 5"/>
                <a:gd name="T65" fmla="*/ 93 h 6"/>
                <a:gd name="T66" fmla="*/ 29 w 5"/>
                <a:gd name="T67" fmla="*/ 93 h 6"/>
                <a:gd name="T68" fmla="*/ 41 w 5"/>
                <a:gd name="T69" fmla="*/ 93 h 6"/>
                <a:gd name="T70" fmla="*/ 29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0" y="0"/>
                    <a:pt x="0" y="2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2" y="5"/>
                    <a:pt x="2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6" name="Freeform 1376">
              <a:extLst>
                <a:ext uri="{FF2B5EF4-FFF2-40B4-BE49-F238E27FC236}">
                  <a16:creationId xmlns:a16="http://schemas.microsoft.com/office/drawing/2014/main" id="{B7B4EE8F-4122-4937-AC6D-FF9C7A4300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9" y="201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12 w 3"/>
                <a:gd name="T11" fmla="*/ 35 h 3"/>
                <a:gd name="T12" fmla="*/ 12 w 3"/>
                <a:gd name="T13" fmla="*/ 35 h 3"/>
                <a:gd name="T14" fmla="*/ 12 w 3"/>
                <a:gd name="T15" fmla="*/ 56 h 3"/>
                <a:gd name="T16" fmla="*/ 12 w 3"/>
                <a:gd name="T17" fmla="*/ 56 h 3"/>
                <a:gd name="T18" fmla="*/ 12 w 3"/>
                <a:gd name="T19" fmla="*/ 35 h 3"/>
                <a:gd name="T20" fmla="*/ 12 w 3"/>
                <a:gd name="T21" fmla="*/ 35 h 3"/>
                <a:gd name="T22" fmla="*/ 28 w 3"/>
                <a:gd name="T23" fmla="*/ 21 h 3"/>
                <a:gd name="T24" fmla="*/ 37 w 3"/>
                <a:gd name="T25" fmla="*/ 21 h 3"/>
                <a:gd name="T26" fmla="*/ 37 w 3"/>
                <a:gd name="T27" fmla="*/ 35 h 3"/>
                <a:gd name="T28" fmla="*/ 37 w 3"/>
                <a:gd name="T29" fmla="*/ 35 h 3"/>
                <a:gd name="T30" fmla="*/ 37 w 3"/>
                <a:gd name="T31" fmla="*/ 35 h 3"/>
                <a:gd name="T32" fmla="*/ 37 w 3"/>
                <a:gd name="T33" fmla="*/ 35 h 3"/>
                <a:gd name="T34" fmla="*/ 37 w 3"/>
                <a:gd name="T35" fmla="*/ 35 h 3"/>
                <a:gd name="T36" fmla="*/ 37 w 3"/>
                <a:gd name="T37" fmla="*/ 35 h 3"/>
                <a:gd name="T38" fmla="*/ 37 w 3"/>
                <a:gd name="T39" fmla="*/ 35 h 3"/>
                <a:gd name="T40" fmla="*/ 37 w 3"/>
                <a:gd name="T41" fmla="*/ 35 h 3"/>
                <a:gd name="T42" fmla="*/ 37 w 3"/>
                <a:gd name="T43" fmla="*/ 35 h 3"/>
                <a:gd name="T44" fmla="*/ 37 w 3"/>
                <a:gd name="T45" fmla="*/ 35 h 3"/>
                <a:gd name="T46" fmla="*/ 37 w 3"/>
                <a:gd name="T47" fmla="*/ 35 h 3"/>
                <a:gd name="T48" fmla="*/ 37 w 3"/>
                <a:gd name="T49" fmla="*/ 21 h 3"/>
                <a:gd name="T50" fmla="*/ 37 w 3"/>
                <a:gd name="T51" fmla="*/ 0 h 3"/>
                <a:gd name="T52" fmla="*/ 37 w 3"/>
                <a:gd name="T53" fmla="*/ 0 h 3"/>
                <a:gd name="T54" fmla="*/ 12 w 3"/>
                <a:gd name="T55" fmla="*/ 0 h 3"/>
                <a:gd name="T56" fmla="*/ 12 w 3"/>
                <a:gd name="T57" fmla="*/ 21 h 3"/>
                <a:gd name="T58" fmla="*/ 12 w 3"/>
                <a:gd name="T59" fmla="*/ 35 h 3"/>
                <a:gd name="T60" fmla="*/ 12 w 3"/>
                <a:gd name="T61" fmla="*/ 35 h 3"/>
                <a:gd name="T62" fmla="*/ 12 w 3"/>
                <a:gd name="T63" fmla="*/ 35 h 3"/>
                <a:gd name="T64" fmla="*/ 0 w 3"/>
                <a:gd name="T65" fmla="*/ 35 h 3"/>
                <a:gd name="T66" fmla="*/ 12 w 3"/>
                <a:gd name="T67" fmla="*/ 21 h 3"/>
                <a:gd name="T68" fmla="*/ 28 w 3"/>
                <a:gd name="T69" fmla="*/ 21 h 3"/>
                <a:gd name="T70" fmla="*/ 12 w 3"/>
                <a:gd name="T71" fmla="*/ 35 h 3"/>
                <a:gd name="T72" fmla="*/ 12 w 3"/>
                <a:gd name="T73" fmla="*/ 56 h 3"/>
                <a:gd name="T74" fmla="*/ 28 w 3"/>
                <a:gd name="T75" fmla="*/ 56 h 3"/>
                <a:gd name="T76" fmla="*/ 37 w 3"/>
                <a:gd name="T77" fmla="*/ 35 h 3"/>
                <a:gd name="T78" fmla="*/ 37 w 3"/>
                <a:gd name="T79" fmla="*/ 21 h 3"/>
                <a:gd name="T80" fmla="*/ 28 w 3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2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7" name="Freeform 1377">
              <a:extLst>
                <a:ext uri="{FF2B5EF4-FFF2-40B4-BE49-F238E27FC236}">
                  <a16:creationId xmlns:a16="http://schemas.microsoft.com/office/drawing/2014/main" id="{1443A4BE-1EBD-4AE0-B3EF-63DF1C566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011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63 w 4"/>
                <a:gd name="T9" fmla="*/ 35 h 3"/>
                <a:gd name="T10" fmla="*/ 50 w 4"/>
                <a:gd name="T11" fmla="*/ 21 h 3"/>
                <a:gd name="T12" fmla="*/ 50 w 4"/>
                <a:gd name="T13" fmla="*/ 0 h 3"/>
                <a:gd name="T14" fmla="*/ 2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8" name="Freeform 1378">
              <a:extLst>
                <a:ext uri="{FF2B5EF4-FFF2-40B4-BE49-F238E27FC236}">
                  <a16:creationId xmlns:a16="http://schemas.microsoft.com/office/drawing/2014/main" id="{8010D849-C16A-410F-92BB-84BB4B98DB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1" y="2005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21 w 5"/>
                <a:gd name="T11" fmla="*/ 93 h 6"/>
                <a:gd name="T12" fmla="*/ 68 w 5"/>
                <a:gd name="T13" fmla="*/ 93 h 6"/>
                <a:gd name="T14" fmla="*/ 88 w 5"/>
                <a:gd name="T15" fmla="*/ 56 h 6"/>
                <a:gd name="T16" fmla="*/ 88 w 5"/>
                <a:gd name="T17" fmla="*/ 56 h 6"/>
                <a:gd name="T18" fmla="*/ 88 w 5"/>
                <a:gd name="T19" fmla="*/ 35 h 6"/>
                <a:gd name="T20" fmla="*/ 68 w 5"/>
                <a:gd name="T21" fmla="*/ 21 h 6"/>
                <a:gd name="T22" fmla="*/ 68 w 5"/>
                <a:gd name="T23" fmla="*/ 21 h 6"/>
                <a:gd name="T24" fmla="*/ 68 w 5"/>
                <a:gd name="T25" fmla="*/ 21 h 6"/>
                <a:gd name="T26" fmla="*/ 55 w 5"/>
                <a:gd name="T27" fmla="*/ 21 h 6"/>
                <a:gd name="T28" fmla="*/ 0 w 5"/>
                <a:gd name="T29" fmla="*/ 35 h 6"/>
                <a:gd name="T30" fmla="*/ 34 w 5"/>
                <a:gd name="T31" fmla="*/ 35 h 6"/>
                <a:gd name="T32" fmla="*/ 34 w 5"/>
                <a:gd name="T33" fmla="*/ 35 h 6"/>
                <a:gd name="T34" fmla="*/ 34 w 5"/>
                <a:gd name="T35" fmla="*/ 35 h 6"/>
                <a:gd name="T36" fmla="*/ 34 w 5"/>
                <a:gd name="T37" fmla="*/ 35 h 6"/>
                <a:gd name="T38" fmla="*/ 55 w 5"/>
                <a:gd name="T39" fmla="*/ 35 h 6"/>
                <a:gd name="T40" fmla="*/ 68 w 5"/>
                <a:gd name="T41" fmla="*/ 35 h 6"/>
                <a:gd name="T42" fmla="*/ 68 w 5"/>
                <a:gd name="T43" fmla="*/ 35 h 6"/>
                <a:gd name="T44" fmla="*/ 88 w 5"/>
                <a:gd name="T45" fmla="*/ 56 h 6"/>
                <a:gd name="T46" fmla="*/ 68 w 5"/>
                <a:gd name="T47" fmla="*/ 77 h 6"/>
                <a:gd name="T48" fmla="*/ 55 w 5"/>
                <a:gd name="T49" fmla="*/ 93 h 6"/>
                <a:gd name="T50" fmla="*/ 34 w 5"/>
                <a:gd name="T51" fmla="*/ 77 h 6"/>
                <a:gd name="T52" fmla="*/ 21 w 5"/>
                <a:gd name="T53" fmla="*/ 56 h 6"/>
                <a:gd name="T54" fmla="*/ 21 w 5"/>
                <a:gd name="T55" fmla="*/ 56 h 6"/>
                <a:gd name="T56" fmla="*/ 55 w 5"/>
                <a:gd name="T57" fmla="*/ 35 h 6"/>
                <a:gd name="T58" fmla="*/ 55 w 5"/>
                <a:gd name="T59" fmla="*/ 35 h 6"/>
                <a:gd name="T60" fmla="*/ 55 w 5"/>
                <a:gd name="T61" fmla="*/ 35 h 6"/>
                <a:gd name="T62" fmla="*/ 55 w 5"/>
                <a:gd name="T63" fmla="*/ 35 h 6"/>
                <a:gd name="T64" fmla="*/ 55 w 5"/>
                <a:gd name="T65" fmla="*/ 93 h 6"/>
                <a:gd name="T66" fmla="*/ 55 w 5"/>
                <a:gd name="T67" fmla="*/ 93 h 6"/>
                <a:gd name="T68" fmla="*/ 55 w 5"/>
                <a:gd name="T69" fmla="*/ 93 h 6"/>
                <a:gd name="T70" fmla="*/ 55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3" y="2"/>
                  </a:move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9" name="Freeform 1379">
              <a:extLst>
                <a:ext uri="{FF2B5EF4-FFF2-40B4-BE49-F238E27FC236}">
                  <a16:creationId xmlns:a16="http://schemas.microsoft.com/office/drawing/2014/main" id="{3FCA4C78-9413-492B-BEF5-E597CD9C4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1" y="2008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35 h 3"/>
                <a:gd name="T4" fmla="*/ 20 w 4"/>
                <a:gd name="T5" fmla="*/ 35 h 3"/>
                <a:gd name="T6" fmla="*/ 20 w 4"/>
                <a:gd name="T7" fmla="*/ 35 h 3"/>
                <a:gd name="T8" fmla="*/ 20 w 4"/>
                <a:gd name="T9" fmla="*/ 56 h 3"/>
                <a:gd name="T10" fmla="*/ 20 w 4"/>
                <a:gd name="T11" fmla="*/ 56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56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35 h 3"/>
                <a:gd name="T26" fmla="*/ 50 w 4"/>
                <a:gd name="T27" fmla="*/ 35 h 3"/>
                <a:gd name="T28" fmla="*/ 50 w 4"/>
                <a:gd name="T29" fmla="*/ 35 h 3"/>
                <a:gd name="T30" fmla="*/ 50 w 4"/>
                <a:gd name="T31" fmla="*/ 35 h 3"/>
                <a:gd name="T32" fmla="*/ 63 w 4"/>
                <a:gd name="T33" fmla="*/ 56 h 3"/>
                <a:gd name="T34" fmla="*/ 50 w 4"/>
                <a:gd name="T35" fmla="*/ 35 h 3"/>
                <a:gd name="T36" fmla="*/ 63 w 4"/>
                <a:gd name="T37" fmla="*/ 35 h 3"/>
                <a:gd name="T38" fmla="*/ 63 w 4"/>
                <a:gd name="T39" fmla="*/ 56 h 3"/>
                <a:gd name="T40" fmla="*/ 63 w 4"/>
                <a:gd name="T41" fmla="*/ 35 h 3"/>
                <a:gd name="T42" fmla="*/ 63 w 4"/>
                <a:gd name="T43" fmla="*/ 56 h 3"/>
                <a:gd name="T44" fmla="*/ 63 w 4"/>
                <a:gd name="T45" fmla="*/ 35 h 3"/>
                <a:gd name="T46" fmla="*/ 63 w 4"/>
                <a:gd name="T47" fmla="*/ 35 h 3"/>
                <a:gd name="T48" fmla="*/ 63 w 4"/>
                <a:gd name="T49" fmla="*/ 35 h 3"/>
                <a:gd name="T50" fmla="*/ 50 w 4"/>
                <a:gd name="T51" fmla="*/ 21 h 3"/>
                <a:gd name="T52" fmla="*/ 50 w 4"/>
                <a:gd name="T53" fmla="*/ 21 h 3"/>
                <a:gd name="T54" fmla="*/ 33 w 4"/>
                <a:gd name="T55" fmla="*/ 0 h 3"/>
                <a:gd name="T56" fmla="*/ 20 w 4"/>
                <a:gd name="T57" fmla="*/ 21 h 3"/>
                <a:gd name="T58" fmla="*/ 20 w 4"/>
                <a:gd name="T59" fmla="*/ 35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21 h 3"/>
                <a:gd name="T68" fmla="*/ 33 w 4"/>
                <a:gd name="T69" fmla="*/ 35 h 3"/>
                <a:gd name="T70" fmla="*/ 20 w 4"/>
                <a:gd name="T71" fmla="*/ 56 h 3"/>
                <a:gd name="T72" fmla="*/ 33 w 4"/>
                <a:gd name="T73" fmla="*/ 56 h 3"/>
                <a:gd name="T74" fmla="*/ 50 w 4"/>
                <a:gd name="T75" fmla="*/ 56 h 3"/>
                <a:gd name="T76" fmla="*/ 50 w 4"/>
                <a:gd name="T77" fmla="*/ 35 h 3"/>
                <a:gd name="T78" fmla="*/ 50 w 4"/>
                <a:gd name="T79" fmla="*/ 35 h 3"/>
                <a:gd name="T80" fmla="*/ 33 w 4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0" name="Freeform 1380">
              <a:extLst>
                <a:ext uri="{FF2B5EF4-FFF2-40B4-BE49-F238E27FC236}">
                  <a16:creationId xmlns:a16="http://schemas.microsoft.com/office/drawing/2014/main" id="{634564EF-8DB9-4B13-9A2C-27C575AB4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08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21 w 3"/>
                <a:gd name="T5" fmla="*/ 56 h 3"/>
                <a:gd name="T6" fmla="*/ 35 w 3"/>
                <a:gd name="T7" fmla="*/ 56 h 3"/>
                <a:gd name="T8" fmla="*/ 56 w 3"/>
                <a:gd name="T9" fmla="*/ 35 h 3"/>
                <a:gd name="T10" fmla="*/ 56 w 3"/>
                <a:gd name="T11" fmla="*/ 21 h 3"/>
                <a:gd name="T12" fmla="*/ 35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1" name="Freeform 1381">
              <a:extLst>
                <a:ext uri="{FF2B5EF4-FFF2-40B4-BE49-F238E27FC236}">
                  <a16:creationId xmlns:a16="http://schemas.microsoft.com/office/drawing/2014/main" id="{4C282532-CBEC-46F7-9452-45195F1F2A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1" y="2075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0 w 5"/>
                <a:gd name="T3" fmla="*/ 34 h 5"/>
                <a:gd name="T4" fmla="*/ 0 w 5"/>
                <a:gd name="T5" fmla="*/ 55 h 5"/>
                <a:gd name="T6" fmla="*/ 0 w 5"/>
                <a:gd name="T7" fmla="*/ 55 h 5"/>
                <a:gd name="T8" fmla="*/ 0 w 5"/>
                <a:gd name="T9" fmla="*/ 55 h 5"/>
                <a:gd name="T10" fmla="*/ 21 w 5"/>
                <a:gd name="T11" fmla="*/ 88 h 5"/>
                <a:gd name="T12" fmla="*/ 68 w 5"/>
                <a:gd name="T13" fmla="*/ 88 h 5"/>
                <a:gd name="T14" fmla="*/ 88 w 5"/>
                <a:gd name="T15" fmla="*/ 55 h 5"/>
                <a:gd name="T16" fmla="*/ 88 w 5"/>
                <a:gd name="T17" fmla="*/ 55 h 5"/>
                <a:gd name="T18" fmla="*/ 88 w 5"/>
                <a:gd name="T19" fmla="*/ 21 h 5"/>
                <a:gd name="T20" fmla="*/ 68 w 5"/>
                <a:gd name="T21" fmla="*/ 21 h 5"/>
                <a:gd name="T22" fmla="*/ 68 w 5"/>
                <a:gd name="T23" fmla="*/ 21 h 5"/>
                <a:gd name="T24" fmla="*/ 68 w 5"/>
                <a:gd name="T25" fmla="*/ 21 h 5"/>
                <a:gd name="T26" fmla="*/ 55 w 5"/>
                <a:gd name="T27" fmla="*/ 0 h 5"/>
                <a:gd name="T28" fmla="*/ 0 w 5"/>
                <a:gd name="T29" fmla="*/ 34 h 5"/>
                <a:gd name="T30" fmla="*/ 34 w 5"/>
                <a:gd name="T31" fmla="*/ 21 h 5"/>
                <a:gd name="T32" fmla="*/ 34 w 5"/>
                <a:gd name="T33" fmla="*/ 21 h 5"/>
                <a:gd name="T34" fmla="*/ 34 w 5"/>
                <a:gd name="T35" fmla="*/ 21 h 5"/>
                <a:gd name="T36" fmla="*/ 34 w 5"/>
                <a:gd name="T37" fmla="*/ 21 h 5"/>
                <a:gd name="T38" fmla="*/ 55 w 5"/>
                <a:gd name="T39" fmla="*/ 21 h 5"/>
                <a:gd name="T40" fmla="*/ 68 w 5"/>
                <a:gd name="T41" fmla="*/ 21 h 5"/>
                <a:gd name="T42" fmla="*/ 68 w 5"/>
                <a:gd name="T43" fmla="*/ 34 h 5"/>
                <a:gd name="T44" fmla="*/ 88 w 5"/>
                <a:gd name="T45" fmla="*/ 55 h 5"/>
                <a:gd name="T46" fmla="*/ 68 w 5"/>
                <a:gd name="T47" fmla="*/ 68 h 5"/>
                <a:gd name="T48" fmla="*/ 55 w 5"/>
                <a:gd name="T49" fmla="*/ 88 h 5"/>
                <a:gd name="T50" fmla="*/ 34 w 5"/>
                <a:gd name="T51" fmla="*/ 68 h 5"/>
                <a:gd name="T52" fmla="*/ 21 w 5"/>
                <a:gd name="T53" fmla="*/ 55 h 5"/>
                <a:gd name="T54" fmla="*/ 21 w 5"/>
                <a:gd name="T55" fmla="*/ 55 h 5"/>
                <a:gd name="T56" fmla="*/ 55 w 5"/>
                <a:gd name="T57" fmla="*/ 21 h 5"/>
                <a:gd name="T58" fmla="*/ 55 w 5"/>
                <a:gd name="T59" fmla="*/ 21 h 5"/>
                <a:gd name="T60" fmla="*/ 55 w 5"/>
                <a:gd name="T61" fmla="*/ 21 h 5"/>
                <a:gd name="T62" fmla="*/ 55 w 5"/>
                <a:gd name="T63" fmla="*/ 21 h 5"/>
                <a:gd name="T64" fmla="*/ 55 w 5"/>
                <a:gd name="T65" fmla="*/ 88 h 5"/>
                <a:gd name="T66" fmla="*/ 55 w 5"/>
                <a:gd name="T67" fmla="*/ 88 h 5"/>
                <a:gd name="T68" fmla="*/ 55 w 5"/>
                <a:gd name="T69" fmla="*/ 88 h 5"/>
                <a:gd name="T70" fmla="*/ 55 w 5"/>
                <a:gd name="T71" fmla="*/ 88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3" y="1"/>
                  </a:moveTo>
                  <a:cubicBezTo>
                    <a:pt x="3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2" name="Freeform 1382">
              <a:extLst>
                <a:ext uri="{FF2B5EF4-FFF2-40B4-BE49-F238E27FC236}">
                  <a16:creationId xmlns:a16="http://schemas.microsoft.com/office/drawing/2014/main" id="{1796AE2F-D05B-407D-AC85-2EE7555047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1" y="207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35 h 3"/>
                <a:gd name="T4" fmla="*/ 20 w 4"/>
                <a:gd name="T5" fmla="*/ 35 h 3"/>
                <a:gd name="T6" fmla="*/ 20 w 4"/>
                <a:gd name="T7" fmla="*/ 35 h 3"/>
                <a:gd name="T8" fmla="*/ 20 w 4"/>
                <a:gd name="T9" fmla="*/ 35 h 3"/>
                <a:gd name="T10" fmla="*/ 20 w 4"/>
                <a:gd name="T11" fmla="*/ 35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35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21 h 3"/>
                <a:gd name="T26" fmla="*/ 50 w 4"/>
                <a:gd name="T27" fmla="*/ 21 h 3"/>
                <a:gd name="T28" fmla="*/ 50 w 4"/>
                <a:gd name="T29" fmla="*/ 35 h 3"/>
                <a:gd name="T30" fmla="*/ 50 w 4"/>
                <a:gd name="T31" fmla="*/ 35 h 3"/>
                <a:gd name="T32" fmla="*/ 50 w 4"/>
                <a:gd name="T33" fmla="*/ 35 h 3"/>
                <a:gd name="T34" fmla="*/ 50 w 4"/>
                <a:gd name="T35" fmla="*/ 21 h 3"/>
                <a:gd name="T36" fmla="*/ 63 w 4"/>
                <a:gd name="T37" fmla="*/ 35 h 3"/>
                <a:gd name="T38" fmla="*/ 63 w 4"/>
                <a:gd name="T39" fmla="*/ 35 h 3"/>
                <a:gd name="T40" fmla="*/ 63 w 4"/>
                <a:gd name="T41" fmla="*/ 35 h 3"/>
                <a:gd name="T42" fmla="*/ 63 w 4"/>
                <a:gd name="T43" fmla="*/ 35 h 3"/>
                <a:gd name="T44" fmla="*/ 63 w 4"/>
                <a:gd name="T45" fmla="*/ 35 h 3"/>
                <a:gd name="T46" fmla="*/ 63 w 4"/>
                <a:gd name="T47" fmla="*/ 21 h 3"/>
                <a:gd name="T48" fmla="*/ 63 w 4"/>
                <a:gd name="T49" fmla="*/ 21 h 3"/>
                <a:gd name="T50" fmla="*/ 50 w 4"/>
                <a:gd name="T51" fmla="*/ 0 h 3"/>
                <a:gd name="T52" fmla="*/ 50 w 4"/>
                <a:gd name="T53" fmla="*/ 0 h 3"/>
                <a:gd name="T54" fmla="*/ 33 w 4"/>
                <a:gd name="T55" fmla="*/ 0 h 3"/>
                <a:gd name="T56" fmla="*/ 20 w 4"/>
                <a:gd name="T57" fmla="*/ 21 h 3"/>
                <a:gd name="T58" fmla="*/ 20 w 4"/>
                <a:gd name="T59" fmla="*/ 21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21 h 3"/>
                <a:gd name="T68" fmla="*/ 33 w 4"/>
                <a:gd name="T69" fmla="*/ 21 h 3"/>
                <a:gd name="T70" fmla="*/ 20 w 4"/>
                <a:gd name="T71" fmla="*/ 35 h 3"/>
                <a:gd name="T72" fmla="*/ 20 w 4"/>
                <a:gd name="T73" fmla="*/ 56 h 3"/>
                <a:gd name="T74" fmla="*/ 50 w 4"/>
                <a:gd name="T75" fmla="*/ 56 h 3"/>
                <a:gd name="T76" fmla="*/ 50 w 4"/>
                <a:gd name="T77" fmla="*/ 35 h 3"/>
                <a:gd name="T78" fmla="*/ 50 w 4"/>
                <a:gd name="T79" fmla="*/ 21 h 3"/>
                <a:gd name="T80" fmla="*/ 33 w 4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3" name="Freeform 1383">
              <a:extLst>
                <a:ext uri="{FF2B5EF4-FFF2-40B4-BE49-F238E27FC236}">
                  <a16:creationId xmlns:a16="http://schemas.microsoft.com/office/drawing/2014/main" id="{7D14CAB0-57E5-4436-8C17-07F0D8892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077"/>
              <a:ext cx="8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21 w 3"/>
                <a:gd name="T5" fmla="*/ 56 h 3"/>
                <a:gd name="T6" fmla="*/ 35 w 3"/>
                <a:gd name="T7" fmla="*/ 56 h 3"/>
                <a:gd name="T8" fmla="*/ 56 w 3"/>
                <a:gd name="T9" fmla="*/ 35 h 3"/>
                <a:gd name="T10" fmla="*/ 56 w 3"/>
                <a:gd name="T11" fmla="*/ 21 h 3"/>
                <a:gd name="T12" fmla="*/ 35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4" name="Freeform 1384">
              <a:extLst>
                <a:ext uri="{FF2B5EF4-FFF2-40B4-BE49-F238E27FC236}">
                  <a16:creationId xmlns:a16="http://schemas.microsoft.com/office/drawing/2014/main" id="{AD55A81D-7B6C-414D-8909-7772D36231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6" y="2168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21 w 5"/>
                <a:gd name="T11" fmla="*/ 93 h 6"/>
                <a:gd name="T12" fmla="*/ 55 w 5"/>
                <a:gd name="T13" fmla="*/ 93 h 6"/>
                <a:gd name="T14" fmla="*/ 88 w 5"/>
                <a:gd name="T15" fmla="*/ 56 h 6"/>
                <a:gd name="T16" fmla="*/ 88 w 5"/>
                <a:gd name="T17" fmla="*/ 56 h 6"/>
                <a:gd name="T18" fmla="*/ 68 w 5"/>
                <a:gd name="T19" fmla="*/ 21 h 6"/>
                <a:gd name="T20" fmla="*/ 68 w 5"/>
                <a:gd name="T21" fmla="*/ 21 h 6"/>
                <a:gd name="T22" fmla="*/ 68 w 5"/>
                <a:gd name="T23" fmla="*/ 21 h 6"/>
                <a:gd name="T24" fmla="*/ 68 w 5"/>
                <a:gd name="T25" fmla="*/ 21 h 6"/>
                <a:gd name="T26" fmla="*/ 55 w 5"/>
                <a:gd name="T27" fmla="*/ 0 h 6"/>
                <a:gd name="T28" fmla="*/ 0 w 5"/>
                <a:gd name="T29" fmla="*/ 35 h 6"/>
                <a:gd name="T30" fmla="*/ 21 w 5"/>
                <a:gd name="T31" fmla="*/ 21 h 6"/>
                <a:gd name="T32" fmla="*/ 21 w 5"/>
                <a:gd name="T33" fmla="*/ 21 h 6"/>
                <a:gd name="T34" fmla="*/ 21 w 5"/>
                <a:gd name="T35" fmla="*/ 21 h 6"/>
                <a:gd name="T36" fmla="*/ 21 w 5"/>
                <a:gd name="T37" fmla="*/ 21 h 6"/>
                <a:gd name="T38" fmla="*/ 55 w 5"/>
                <a:gd name="T39" fmla="*/ 21 h 6"/>
                <a:gd name="T40" fmla="*/ 55 w 5"/>
                <a:gd name="T41" fmla="*/ 21 h 6"/>
                <a:gd name="T42" fmla="*/ 68 w 5"/>
                <a:gd name="T43" fmla="*/ 35 h 6"/>
                <a:gd name="T44" fmla="*/ 68 w 5"/>
                <a:gd name="T45" fmla="*/ 56 h 6"/>
                <a:gd name="T46" fmla="*/ 68 w 5"/>
                <a:gd name="T47" fmla="*/ 77 h 6"/>
                <a:gd name="T48" fmla="*/ 34 w 5"/>
                <a:gd name="T49" fmla="*/ 93 h 6"/>
                <a:gd name="T50" fmla="*/ 21 w 5"/>
                <a:gd name="T51" fmla="*/ 77 h 6"/>
                <a:gd name="T52" fmla="*/ 21 w 5"/>
                <a:gd name="T53" fmla="*/ 56 h 6"/>
                <a:gd name="T54" fmla="*/ 21 w 5"/>
                <a:gd name="T55" fmla="*/ 56 h 6"/>
                <a:gd name="T56" fmla="*/ 55 w 5"/>
                <a:gd name="T57" fmla="*/ 21 h 6"/>
                <a:gd name="T58" fmla="*/ 55 w 5"/>
                <a:gd name="T59" fmla="*/ 21 h 6"/>
                <a:gd name="T60" fmla="*/ 55 w 5"/>
                <a:gd name="T61" fmla="*/ 21 h 6"/>
                <a:gd name="T62" fmla="*/ 55 w 5"/>
                <a:gd name="T63" fmla="*/ 21 h 6"/>
                <a:gd name="T64" fmla="*/ 34 w 5"/>
                <a:gd name="T65" fmla="*/ 93 h 6"/>
                <a:gd name="T66" fmla="*/ 34 w 5"/>
                <a:gd name="T67" fmla="*/ 93 h 6"/>
                <a:gd name="T68" fmla="*/ 55 w 5"/>
                <a:gd name="T69" fmla="*/ 93 h 6"/>
                <a:gd name="T70" fmla="*/ 34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2" y="5"/>
                    <a:pt x="2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5" name="Freeform 1385">
              <a:extLst>
                <a:ext uri="{FF2B5EF4-FFF2-40B4-BE49-F238E27FC236}">
                  <a16:creationId xmlns:a16="http://schemas.microsoft.com/office/drawing/2014/main" id="{38C65CB9-A506-4E3C-8763-D26961FDE3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6" y="217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35 h 3"/>
                <a:gd name="T8" fmla="*/ 12 w 3"/>
                <a:gd name="T9" fmla="*/ 56 h 3"/>
                <a:gd name="T10" fmla="*/ 12 w 3"/>
                <a:gd name="T11" fmla="*/ 35 h 3"/>
                <a:gd name="T12" fmla="*/ 12 w 3"/>
                <a:gd name="T13" fmla="*/ 35 h 3"/>
                <a:gd name="T14" fmla="*/ 12 w 3"/>
                <a:gd name="T15" fmla="*/ 56 h 3"/>
                <a:gd name="T16" fmla="*/ 12 w 3"/>
                <a:gd name="T17" fmla="*/ 56 h 3"/>
                <a:gd name="T18" fmla="*/ 12 w 3"/>
                <a:gd name="T19" fmla="*/ 35 h 3"/>
                <a:gd name="T20" fmla="*/ 12 w 3"/>
                <a:gd name="T21" fmla="*/ 35 h 3"/>
                <a:gd name="T22" fmla="*/ 28 w 3"/>
                <a:gd name="T23" fmla="*/ 21 h 3"/>
                <a:gd name="T24" fmla="*/ 37 w 3"/>
                <a:gd name="T25" fmla="*/ 21 h 3"/>
                <a:gd name="T26" fmla="*/ 37 w 3"/>
                <a:gd name="T27" fmla="*/ 35 h 3"/>
                <a:gd name="T28" fmla="*/ 37 w 3"/>
                <a:gd name="T29" fmla="*/ 35 h 3"/>
                <a:gd name="T30" fmla="*/ 37 w 3"/>
                <a:gd name="T31" fmla="*/ 35 h 3"/>
                <a:gd name="T32" fmla="*/ 37 w 3"/>
                <a:gd name="T33" fmla="*/ 35 h 3"/>
                <a:gd name="T34" fmla="*/ 37 w 3"/>
                <a:gd name="T35" fmla="*/ 35 h 3"/>
                <a:gd name="T36" fmla="*/ 37 w 3"/>
                <a:gd name="T37" fmla="*/ 35 h 3"/>
                <a:gd name="T38" fmla="*/ 37 w 3"/>
                <a:gd name="T39" fmla="*/ 35 h 3"/>
                <a:gd name="T40" fmla="*/ 37 w 3"/>
                <a:gd name="T41" fmla="*/ 35 h 3"/>
                <a:gd name="T42" fmla="*/ 37 w 3"/>
                <a:gd name="T43" fmla="*/ 35 h 3"/>
                <a:gd name="T44" fmla="*/ 37 w 3"/>
                <a:gd name="T45" fmla="*/ 35 h 3"/>
                <a:gd name="T46" fmla="*/ 37 w 3"/>
                <a:gd name="T47" fmla="*/ 35 h 3"/>
                <a:gd name="T48" fmla="*/ 37 w 3"/>
                <a:gd name="T49" fmla="*/ 21 h 3"/>
                <a:gd name="T50" fmla="*/ 37 w 3"/>
                <a:gd name="T51" fmla="*/ 0 h 3"/>
                <a:gd name="T52" fmla="*/ 37 w 3"/>
                <a:gd name="T53" fmla="*/ 0 h 3"/>
                <a:gd name="T54" fmla="*/ 12 w 3"/>
                <a:gd name="T55" fmla="*/ 0 h 3"/>
                <a:gd name="T56" fmla="*/ 12 w 3"/>
                <a:gd name="T57" fmla="*/ 21 h 3"/>
                <a:gd name="T58" fmla="*/ 12 w 3"/>
                <a:gd name="T59" fmla="*/ 21 h 3"/>
                <a:gd name="T60" fmla="*/ 12 w 3"/>
                <a:gd name="T61" fmla="*/ 35 h 3"/>
                <a:gd name="T62" fmla="*/ 12 w 3"/>
                <a:gd name="T63" fmla="*/ 35 h 3"/>
                <a:gd name="T64" fmla="*/ 0 w 3"/>
                <a:gd name="T65" fmla="*/ 35 h 3"/>
                <a:gd name="T66" fmla="*/ 12 w 3"/>
                <a:gd name="T67" fmla="*/ 21 h 3"/>
                <a:gd name="T68" fmla="*/ 28 w 3"/>
                <a:gd name="T69" fmla="*/ 21 h 3"/>
                <a:gd name="T70" fmla="*/ 12 w 3"/>
                <a:gd name="T71" fmla="*/ 35 h 3"/>
                <a:gd name="T72" fmla="*/ 12 w 3"/>
                <a:gd name="T73" fmla="*/ 56 h 3"/>
                <a:gd name="T74" fmla="*/ 28 w 3"/>
                <a:gd name="T75" fmla="*/ 56 h 3"/>
                <a:gd name="T76" fmla="*/ 37 w 3"/>
                <a:gd name="T77" fmla="*/ 35 h 3"/>
                <a:gd name="T78" fmla="*/ 37 w 3"/>
                <a:gd name="T79" fmla="*/ 21 h 3"/>
                <a:gd name="T80" fmla="*/ 28 w 3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6" name="Freeform 1386">
              <a:extLst>
                <a:ext uri="{FF2B5EF4-FFF2-40B4-BE49-F238E27FC236}">
                  <a16:creationId xmlns:a16="http://schemas.microsoft.com/office/drawing/2014/main" id="{11AE9E80-0A69-4829-B973-4375285E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171"/>
              <a:ext cx="11" cy="8"/>
            </a:xfrm>
            <a:custGeom>
              <a:avLst/>
              <a:gdLst>
                <a:gd name="T0" fmla="*/ 22 w 4"/>
                <a:gd name="T1" fmla="*/ 21 h 3"/>
                <a:gd name="T2" fmla="*/ 22 w 4"/>
                <a:gd name="T3" fmla="*/ 56 h 3"/>
                <a:gd name="T4" fmla="*/ 47 w 4"/>
                <a:gd name="T5" fmla="*/ 56 h 3"/>
                <a:gd name="T6" fmla="*/ 47 w 4"/>
                <a:gd name="T7" fmla="*/ 56 h 3"/>
                <a:gd name="T8" fmla="*/ 83 w 4"/>
                <a:gd name="T9" fmla="*/ 35 h 3"/>
                <a:gd name="T10" fmla="*/ 61 w 4"/>
                <a:gd name="T11" fmla="*/ 21 h 3"/>
                <a:gd name="T12" fmla="*/ 61 w 4"/>
                <a:gd name="T13" fmla="*/ 0 h 3"/>
                <a:gd name="T14" fmla="*/ 22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7" name="Freeform 1387">
              <a:extLst>
                <a:ext uri="{FF2B5EF4-FFF2-40B4-BE49-F238E27FC236}">
                  <a16:creationId xmlns:a16="http://schemas.microsoft.com/office/drawing/2014/main" id="{C48E497E-B809-4702-A7BA-300D42C822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4" y="2293"/>
              <a:ext cx="12" cy="16"/>
            </a:xfrm>
            <a:custGeom>
              <a:avLst/>
              <a:gdLst>
                <a:gd name="T0" fmla="*/ 12 w 5"/>
                <a:gd name="T1" fmla="*/ 35 h 6"/>
                <a:gd name="T2" fmla="*/ 0 w 5"/>
                <a:gd name="T3" fmla="*/ 56 h 6"/>
                <a:gd name="T4" fmla="*/ 12 w 5"/>
                <a:gd name="T5" fmla="*/ 56 h 6"/>
                <a:gd name="T6" fmla="*/ 12 w 5"/>
                <a:gd name="T7" fmla="*/ 56 h 6"/>
                <a:gd name="T8" fmla="*/ 12 w 5"/>
                <a:gd name="T9" fmla="*/ 56 h 6"/>
                <a:gd name="T10" fmla="*/ 29 w 5"/>
                <a:gd name="T11" fmla="*/ 93 h 6"/>
                <a:gd name="T12" fmla="*/ 58 w 5"/>
                <a:gd name="T13" fmla="*/ 93 h 6"/>
                <a:gd name="T14" fmla="*/ 70 w 5"/>
                <a:gd name="T15" fmla="*/ 56 h 6"/>
                <a:gd name="T16" fmla="*/ 70 w 5"/>
                <a:gd name="T17" fmla="*/ 56 h 6"/>
                <a:gd name="T18" fmla="*/ 70 w 5"/>
                <a:gd name="T19" fmla="*/ 35 h 6"/>
                <a:gd name="T20" fmla="*/ 70 w 5"/>
                <a:gd name="T21" fmla="*/ 21 h 6"/>
                <a:gd name="T22" fmla="*/ 70 w 5"/>
                <a:gd name="T23" fmla="*/ 21 h 6"/>
                <a:gd name="T24" fmla="*/ 58 w 5"/>
                <a:gd name="T25" fmla="*/ 21 h 6"/>
                <a:gd name="T26" fmla="*/ 58 w 5"/>
                <a:gd name="T27" fmla="*/ 21 h 6"/>
                <a:gd name="T28" fmla="*/ 12 w 5"/>
                <a:gd name="T29" fmla="*/ 35 h 6"/>
                <a:gd name="T30" fmla="*/ 29 w 5"/>
                <a:gd name="T31" fmla="*/ 35 h 6"/>
                <a:gd name="T32" fmla="*/ 29 w 5"/>
                <a:gd name="T33" fmla="*/ 35 h 6"/>
                <a:gd name="T34" fmla="*/ 29 w 5"/>
                <a:gd name="T35" fmla="*/ 35 h 6"/>
                <a:gd name="T36" fmla="*/ 29 w 5"/>
                <a:gd name="T37" fmla="*/ 35 h 6"/>
                <a:gd name="T38" fmla="*/ 58 w 5"/>
                <a:gd name="T39" fmla="*/ 35 h 6"/>
                <a:gd name="T40" fmla="*/ 58 w 5"/>
                <a:gd name="T41" fmla="*/ 35 h 6"/>
                <a:gd name="T42" fmla="*/ 70 w 5"/>
                <a:gd name="T43" fmla="*/ 56 h 6"/>
                <a:gd name="T44" fmla="*/ 70 w 5"/>
                <a:gd name="T45" fmla="*/ 56 h 6"/>
                <a:gd name="T46" fmla="*/ 70 w 5"/>
                <a:gd name="T47" fmla="*/ 77 h 6"/>
                <a:gd name="T48" fmla="*/ 41 w 5"/>
                <a:gd name="T49" fmla="*/ 93 h 6"/>
                <a:gd name="T50" fmla="*/ 29 w 5"/>
                <a:gd name="T51" fmla="*/ 93 h 6"/>
                <a:gd name="T52" fmla="*/ 29 w 5"/>
                <a:gd name="T53" fmla="*/ 56 h 6"/>
                <a:gd name="T54" fmla="*/ 29 w 5"/>
                <a:gd name="T55" fmla="*/ 56 h 6"/>
                <a:gd name="T56" fmla="*/ 58 w 5"/>
                <a:gd name="T57" fmla="*/ 35 h 6"/>
                <a:gd name="T58" fmla="*/ 58 w 5"/>
                <a:gd name="T59" fmla="*/ 35 h 6"/>
                <a:gd name="T60" fmla="*/ 58 w 5"/>
                <a:gd name="T61" fmla="*/ 35 h 6"/>
                <a:gd name="T62" fmla="*/ 58 w 5"/>
                <a:gd name="T63" fmla="*/ 35 h 6"/>
                <a:gd name="T64" fmla="*/ 41 w 5"/>
                <a:gd name="T65" fmla="*/ 93 h 6"/>
                <a:gd name="T66" fmla="*/ 41 w 5"/>
                <a:gd name="T67" fmla="*/ 93 h 6"/>
                <a:gd name="T68" fmla="*/ 41 w 5"/>
                <a:gd name="T69" fmla="*/ 93 h 6"/>
                <a:gd name="T70" fmla="*/ 41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5" y="5"/>
                    <a:pt x="5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0"/>
                    <a:pt x="1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8" name="Freeform 1388">
              <a:extLst>
                <a:ext uri="{FF2B5EF4-FFF2-40B4-BE49-F238E27FC236}">
                  <a16:creationId xmlns:a16="http://schemas.microsoft.com/office/drawing/2014/main" id="{EB0C9AB6-A681-4741-BE52-F8909A886C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6" y="2296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56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56 h 3"/>
                <a:gd name="T10" fmla="*/ 0 w 3"/>
                <a:gd name="T11" fmla="*/ 56 h 3"/>
                <a:gd name="T12" fmla="*/ 21 w 3"/>
                <a:gd name="T13" fmla="*/ 35 h 3"/>
                <a:gd name="T14" fmla="*/ 21 w 3"/>
                <a:gd name="T15" fmla="*/ 56 h 3"/>
                <a:gd name="T16" fmla="*/ 21 w 3"/>
                <a:gd name="T17" fmla="*/ 56 h 3"/>
                <a:gd name="T18" fmla="*/ 21 w 3"/>
                <a:gd name="T19" fmla="*/ 56 h 3"/>
                <a:gd name="T20" fmla="*/ 21 w 3"/>
                <a:gd name="T21" fmla="*/ 35 h 3"/>
                <a:gd name="T22" fmla="*/ 21 w 3"/>
                <a:gd name="T23" fmla="*/ 21 h 3"/>
                <a:gd name="T24" fmla="*/ 56 w 3"/>
                <a:gd name="T25" fmla="*/ 35 h 3"/>
                <a:gd name="T26" fmla="*/ 56 w 3"/>
                <a:gd name="T27" fmla="*/ 35 h 3"/>
                <a:gd name="T28" fmla="*/ 56 w 3"/>
                <a:gd name="T29" fmla="*/ 35 h 3"/>
                <a:gd name="T30" fmla="*/ 56 w 3"/>
                <a:gd name="T31" fmla="*/ 35 h 3"/>
                <a:gd name="T32" fmla="*/ 56 w 3"/>
                <a:gd name="T33" fmla="*/ 56 h 3"/>
                <a:gd name="T34" fmla="*/ 56 w 3"/>
                <a:gd name="T35" fmla="*/ 35 h 3"/>
                <a:gd name="T36" fmla="*/ 56 w 3"/>
                <a:gd name="T37" fmla="*/ 35 h 3"/>
                <a:gd name="T38" fmla="*/ 56 w 3"/>
                <a:gd name="T39" fmla="*/ 56 h 3"/>
                <a:gd name="T40" fmla="*/ 56 w 3"/>
                <a:gd name="T41" fmla="*/ 35 h 3"/>
                <a:gd name="T42" fmla="*/ 56 w 3"/>
                <a:gd name="T43" fmla="*/ 56 h 3"/>
                <a:gd name="T44" fmla="*/ 56 w 3"/>
                <a:gd name="T45" fmla="*/ 35 h 3"/>
                <a:gd name="T46" fmla="*/ 56 w 3"/>
                <a:gd name="T47" fmla="*/ 35 h 3"/>
                <a:gd name="T48" fmla="*/ 56 w 3"/>
                <a:gd name="T49" fmla="*/ 35 h 3"/>
                <a:gd name="T50" fmla="*/ 56 w 3"/>
                <a:gd name="T51" fmla="*/ 21 h 3"/>
                <a:gd name="T52" fmla="*/ 35 w 3"/>
                <a:gd name="T53" fmla="*/ 21 h 3"/>
                <a:gd name="T54" fmla="*/ 21 w 3"/>
                <a:gd name="T55" fmla="*/ 0 h 3"/>
                <a:gd name="T56" fmla="*/ 21 w 3"/>
                <a:gd name="T57" fmla="*/ 35 h 3"/>
                <a:gd name="T58" fmla="*/ 0 w 3"/>
                <a:gd name="T59" fmla="*/ 35 h 3"/>
                <a:gd name="T60" fmla="*/ 0 w 3"/>
                <a:gd name="T61" fmla="*/ 35 h 3"/>
                <a:gd name="T62" fmla="*/ 0 w 3"/>
                <a:gd name="T63" fmla="*/ 35 h 3"/>
                <a:gd name="T64" fmla="*/ 0 w 3"/>
                <a:gd name="T65" fmla="*/ 35 h 3"/>
                <a:gd name="T66" fmla="*/ 21 w 3"/>
                <a:gd name="T67" fmla="*/ 35 h 3"/>
                <a:gd name="T68" fmla="*/ 35 w 3"/>
                <a:gd name="T69" fmla="*/ 35 h 3"/>
                <a:gd name="T70" fmla="*/ 21 w 3"/>
                <a:gd name="T71" fmla="*/ 56 h 3"/>
                <a:gd name="T72" fmla="*/ 21 w 3"/>
                <a:gd name="T73" fmla="*/ 56 h 3"/>
                <a:gd name="T74" fmla="*/ 35 w 3"/>
                <a:gd name="T75" fmla="*/ 56 h 3"/>
                <a:gd name="T76" fmla="*/ 56 w 3"/>
                <a:gd name="T77" fmla="*/ 35 h 3"/>
                <a:gd name="T78" fmla="*/ 56 w 3"/>
                <a:gd name="T79" fmla="*/ 35 h 3"/>
                <a:gd name="T80" fmla="*/ 35 w 3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lose/>
                  <a:moveTo>
                    <a:pt x="2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9" name="Freeform 1389">
              <a:extLst>
                <a:ext uri="{FF2B5EF4-FFF2-40B4-BE49-F238E27FC236}">
                  <a16:creationId xmlns:a16="http://schemas.microsoft.com/office/drawing/2014/main" id="{2FCFC86E-6CB0-48A2-9D9A-A8CAA0770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296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63 w 4"/>
                <a:gd name="T9" fmla="*/ 35 h 3"/>
                <a:gd name="T10" fmla="*/ 50 w 4"/>
                <a:gd name="T11" fmla="*/ 21 h 3"/>
                <a:gd name="T12" fmla="*/ 33 w 4"/>
                <a:gd name="T13" fmla="*/ 0 h 3"/>
                <a:gd name="T14" fmla="*/ 2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0" name="Freeform 1390">
              <a:extLst>
                <a:ext uri="{FF2B5EF4-FFF2-40B4-BE49-F238E27FC236}">
                  <a16:creationId xmlns:a16="http://schemas.microsoft.com/office/drawing/2014/main" id="{8BEDB855-7CAE-44DB-B20E-3016BCECE4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" y="2285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21 w 5"/>
                <a:gd name="T11" fmla="*/ 93 h 6"/>
                <a:gd name="T12" fmla="*/ 68 w 5"/>
                <a:gd name="T13" fmla="*/ 93 h 6"/>
                <a:gd name="T14" fmla="*/ 88 w 5"/>
                <a:gd name="T15" fmla="*/ 56 h 6"/>
                <a:gd name="T16" fmla="*/ 88 w 5"/>
                <a:gd name="T17" fmla="*/ 56 h 6"/>
                <a:gd name="T18" fmla="*/ 88 w 5"/>
                <a:gd name="T19" fmla="*/ 21 h 6"/>
                <a:gd name="T20" fmla="*/ 68 w 5"/>
                <a:gd name="T21" fmla="*/ 21 h 6"/>
                <a:gd name="T22" fmla="*/ 68 w 5"/>
                <a:gd name="T23" fmla="*/ 21 h 6"/>
                <a:gd name="T24" fmla="*/ 68 w 5"/>
                <a:gd name="T25" fmla="*/ 21 h 6"/>
                <a:gd name="T26" fmla="*/ 55 w 5"/>
                <a:gd name="T27" fmla="*/ 0 h 6"/>
                <a:gd name="T28" fmla="*/ 0 w 5"/>
                <a:gd name="T29" fmla="*/ 35 h 6"/>
                <a:gd name="T30" fmla="*/ 34 w 5"/>
                <a:gd name="T31" fmla="*/ 21 h 6"/>
                <a:gd name="T32" fmla="*/ 34 w 5"/>
                <a:gd name="T33" fmla="*/ 21 h 6"/>
                <a:gd name="T34" fmla="*/ 34 w 5"/>
                <a:gd name="T35" fmla="*/ 21 h 6"/>
                <a:gd name="T36" fmla="*/ 34 w 5"/>
                <a:gd name="T37" fmla="*/ 21 h 6"/>
                <a:gd name="T38" fmla="*/ 55 w 5"/>
                <a:gd name="T39" fmla="*/ 21 h 6"/>
                <a:gd name="T40" fmla="*/ 68 w 5"/>
                <a:gd name="T41" fmla="*/ 21 h 6"/>
                <a:gd name="T42" fmla="*/ 68 w 5"/>
                <a:gd name="T43" fmla="*/ 35 h 6"/>
                <a:gd name="T44" fmla="*/ 88 w 5"/>
                <a:gd name="T45" fmla="*/ 56 h 6"/>
                <a:gd name="T46" fmla="*/ 68 w 5"/>
                <a:gd name="T47" fmla="*/ 77 h 6"/>
                <a:gd name="T48" fmla="*/ 55 w 5"/>
                <a:gd name="T49" fmla="*/ 93 h 6"/>
                <a:gd name="T50" fmla="*/ 34 w 5"/>
                <a:gd name="T51" fmla="*/ 77 h 6"/>
                <a:gd name="T52" fmla="*/ 21 w 5"/>
                <a:gd name="T53" fmla="*/ 56 h 6"/>
                <a:gd name="T54" fmla="*/ 21 w 5"/>
                <a:gd name="T55" fmla="*/ 56 h 6"/>
                <a:gd name="T56" fmla="*/ 55 w 5"/>
                <a:gd name="T57" fmla="*/ 21 h 6"/>
                <a:gd name="T58" fmla="*/ 55 w 5"/>
                <a:gd name="T59" fmla="*/ 21 h 6"/>
                <a:gd name="T60" fmla="*/ 55 w 5"/>
                <a:gd name="T61" fmla="*/ 21 h 6"/>
                <a:gd name="T62" fmla="*/ 55 w 5"/>
                <a:gd name="T63" fmla="*/ 21 h 6"/>
                <a:gd name="T64" fmla="*/ 55 w 5"/>
                <a:gd name="T65" fmla="*/ 93 h 6"/>
                <a:gd name="T66" fmla="*/ 55 w 5"/>
                <a:gd name="T67" fmla="*/ 93 h 6"/>
                <a:gd name="T68" fmla="*/ 55 w 5"/>
                <a:gd name="T69" fmla="*/ 93 h 6"/>
                <a:gd name="T70" fmla="*/ 55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6"/>
                    <a:pt x="3" y="5"/>
                    <a:pt x="4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1" y="0"/>
                    <a:pt x="0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3" y="1"/>
                  </a:moveTo>
                  <a:cubicBezTo>
                    <a:pt x="3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1" name="Freeform 1391">
              <a:extLst>
                <a:ext uri="{FF2B5EF4-FFF2-40B4-BE49-F238E27FC236}">
                  <a16:creationId xmlns:a16="http://schemas.microsoft.com/office/drawing/2014/main" id="{7A95D4FD-80CF-46C1-8F0B-F98A7F5376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" y="2288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35 h 3"/>
                <a:gd name="T4" fmla="*/ 20 w 4"/>
                <a:gd name="T5" fmla="*/ 35 h 3"/>
                <a:gd name="T6" fmla="*/ 20 w 4"/>
                <a:gd name="T7" fmla="*/ 35 h 3"/>
                <a:gd name="T8" fmla="*/ 20 w 4"/>
                <a:gd name="T9" fmla="*/ 56 h 3"/>
                <a:gd name="T10" fmla="*/ 20 w 4"/>
                <a:gd name="T11" fmla="*/ 35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35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21 h 3"/>
                <a:gd name="T26" fmla="*/ 50 w 4"/>
                <a:gd name="T27" fmla="*/ 35 h 3"/>
                <a:gd name="T28" fmla="*/ 50 w 4"/>
                <a:gd name="T29" fmla="*/ 35 h 3"/>
                <a:gd name="T30" fmla="*/ 50 w 4"/>
                <a:gd name="T31" fmla="*/ 35 h 3"/>
                <a:gd name="T32" fmla="*/ 63 w 4"/>
                <a:gd name="T33" fmla="*/ 35 h 3"/>
                <a:gd name="T34" fmla="*/ 50 w 4"/>
                <a:gd name="T35" fmla="*/ 35 h 3"/>
                <a:gd name="T36" fmla="*/ 63 w 4"/>
                <a:gd name="T37" fmla="*/ 35 h 3"/>
                <a:gd name="T38" fmla="*/ 63 w 4"/>
                <a:gd name="T39" fmla="*/ 35 h 3"/>
                <a:gd name="T40" fmla="*/ 63 w 4"/>
                <a:gd name="T41" fmla="*/ 35 h 3"/>
                <a:gd name="T42" fmla="*/ 63 w 4"/>
                <a:gd name="T43" fmla="*/ 35 h 3"/>
                <a:gd name="T44" fmla="*/ 63 w 4"/>
                <a:gd name="T45" fmla="*/ 35 h 3"/>
                <a:gd name="T46" fmla="*/ 63 w 4"/>
                <a:gd name="T47" fmla="*/ 35 h 3"/>
                <a:gd name="T48" fmla="*/ 63 w 4"/>
                <a:gd name="T49" fmla="*/ 21 h 3"/>
                <a:gd name="T50" fmla="*/ 50 w 4"/>
                <a:gd name="T51" fmla="*/ 0 h 3"/>
                <a:gd name="T52" fmla="*/ 50 w 4"/>
                <a:gd name="T53" fmla="*/ 0 h 3"/>
                <a:gd name="T54" fmla="*/ 33 w 4"/>
                <a:gd name="T55" fmla="*/ 0 h 3"/>
                <a:gd name="T56" fmla="*/ 20 w 4"/>
                <a:gd name="T57" fmla="*/ 21 h 3"/>
                <a:gd name="T58" fmla="*/ 20 w 4"/>
                <a:gd name="T59" fmla="*/ 21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21 h 3"/>
                <a:gd name="T68" fmla="*/ 33 w 4"/>
                <a:gd name="T69" fmla="*/ 21 h 3"/>
                <a:gd name="T70" fmla="*/ 20 w 4"/>
                <a:gd name="T71" fmla="*/ 35 h 3"/>
                <a:gd name="T72" fmla="*/ 33 w 4"/>
                <a:gd name="T73" fmla="*/ 56 h 3"/>
                <a:gd name="T74" fmla="*/ 50 w 4"/>
                <a:gd name="T75" fmla="*/ 56 h 3"/>
                <a:gd name="T76" fmla="*/ 50 w 4"/>
                <a:gd name="T77" fmla="*/ 35 h 3"/>
                <a:gd name="T78" fmla="*/ 50 w 4"/>
                <a:gd name="T79" fmla="*/ 21 h 3"/>
                <a:gd name="T80" fmla="*/ 33 w 4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2" name="Freeform 1392">
              <a:extLst>
                <a:ext uri="{FF2B5EF4-FFF2-40B4-BE49-F238E27FC236}">
                  <a16:creationId xmlns:a16="http://schemas.microsoft.com/office/drawing/2014/main" id="{6FD7999A-653A-4DF1-9897-5B5D501DA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288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21 w 3"/>
                <a:gd name="T5" fmla="*/ 56 h 3"/>
                <a:gd name="T6" fmla="*/ 35 w 3"/>
                <a:gd name="T7" fmla="*/ 56 h 3"/>
                <a:gd name="T8" fmla="*/ 56 w 3"/>
                <a:gd name="T9" fmla="*/ 35 h 3"/>
                <a:gd name="T10" fmla="*/ 56 w 3"/>
                <a:gd name="T11" fmla="*/ 21 h 3"/>
                <a:gd name="T12" fmla="*/ 35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3" name="Freeform 1393">
              <a:extLst>
                <a:ext uri="{FF2B5EF4-FFF2-40B4-BE49-F238E27FC236}">
                  <a16:creationId xmlns:a16="http://schemas.microsoft.com/office/drawing/2014/main" id="{AB29DC9D-AF81-4559-91BC-E44A10E8F6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1" y="2168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0 w 5"/>
                <a:gd name="T3" fmla="*/ 34 h 5"/>
                <a:gd name="T4" fmla="*/ 0 w 5"/>
                <a:gd name="T5" fmla="*/ 55 h 5"/>
                <a:gd name="T6" fmla="*/ 0 w 5"/>
                <a:gd name="T7" fmla="*/ 55 h 5"/>
                <a:gd name="T8" fmla="*/ 0 w 5"/>
                <a:gd name="T9" fmla="*/ 55 h 5"/>
                <a:gd name="T10" fmla="*/ 21 w 5"/>
                <a:gd name="T11" fmla="*/ 88 h 5"/>
                <a:gd name="T12" fmla="*/ 55 w 5"/>
                <a:gd name="T13" fmla="*/ 88 h 5"/>
                <a:gd name="T14" fmla="*/ 88 w 5"/>
                <a:gd name="T15" fmla="*/ 55 h 5"/>
                <a:gd name="T16" fmla="*/ 88 w 5"/>
                <a:gd name="T17" fmla="*/ 34 h 5"/>
                <a:gd name="T18" fmla="*/ 68 w 5"/>
                <a:gd name="T19" fmla="*/ 21 h 5"/>
                <a:gd name="T20" fmla="*/ 68 w 5"/>
                <a:gd name="T21" fmla="*/ 21 h 5"/>
                <a:gd name="T22" fmla="*/ 68 w 5"/>
                <a:gd name="T23" fmla="*/ 21 h 5"/>
                <a:gd name="T24" fmla="*/ 68 w 5"/>
                <a:gd name="T25" fmla="*/ 21 h 5"/>
                <a:gd name="T26" fmla="*/ 55 w 5"/>
                <a:gd name="T27" fmla="*/ 0 h 5"/>
                <a:gd name="T28" fmla="*/ 0 w 5"/>
                <a:gd name="T29" fmla="*/ 34 h 5"/>
                <a:gd name="T30" fmla="*/ 21 w 5"/>
                <a:gd name="T31" fmla="*/ 21 h 5"/>
                <a:gd name="T32" fmla="*/ 21 w 5"/>
                <a:gd name="T33" fmla="*/ 21 h 5"/>
                <a:gd name="T34" fmla="*/ 21 w 5"/>
                <a:gd name="T35" fmla="*/ 21 h 5"/>
                <a:gd name="T36" fmla="*/ 21 w 5"/>
                <a:gd name="T37" fmla="*/ 21 h 5"/>
                <a:gd name="T38" fmla="*/ 55 w 5"/>
                <a:gd name="T39" fmla="*/ 21 h 5"/>
                <a:gd name="T40" fmla="*/ 55 w 5"/>
                <a:gd name="T41" fmla="*/ 21 h 5"/>
                <a:gd name="T42" fmla="*/ 68 w 5"/>
                <a:gd name="T43" fmla="*/ 34 h 5"/>
                <a:gd name="T44" fmla="*/ 68 w 5"/>
                <a:gd name="T45" fmla="*/ 55 h 5"/>
                <a:gd name="T46" fmla="*/ 68 w 5"/>
                <a:gd name="T47" fmla="*/ 68 h 5"/>
                <a:gd name="T48" fmla="*/ 34 w 5"/>
                <a:gd name="T49" fmla="*/ 68 h 5"/>
                <a:gd name="T50" fmla="*/ 21 w 5"/>
                <a:gd name="T51" fmla="*/ 68 h 5"/>
                <a:gd name="T52" fmla="*/ 21 w 5"/>
                <a:gd name="T53" fmla="*/ 55 h 5"/>
                <a:gd name="T54" fmla="*/ 21 w 5"/>
                <a:gd name="T55" fmla="*/ 55 h 5"/>
                <a:gd name="T56" fmla="*/ 55 w 5"/>
                <a:gd name="T57" fmla="*/ 21 h 5"/>
                <a:gd name="T58" fmla="*/ 55 w 5"/>
                <a:gd name="T59" fmla="*/ 21 h 5"/>
                <a:gd name="T60" fmla="*/ 55 w 5"/>
                <a:gd name="T61" fmla="*/ 21 h 5"/>
                <a:gd name="T62" fmla="*/ 55 w 5"/>
                <a:gd name="T63" fmla="*/ 21 h 5"/>
                <a:gd name="T64" fmla="*/ 34 w 5"/>
                <a:gd name="T65" fmla="*/ 88 h 5"/>
                <a:gd name="T66" fmla="*/ 34 w 5"/>
                <a:gd name="T67" fmla="*/ 88 h 5"/>
                <a:gd name="T68" fmla="*/ 55 w 5"/>
                <a:gd name="T69" fmla="*/ 88 h 5"/>
                <a:gd name="T70" fmla="*/ 34 w 5"/>
                <a:gd name="T71" fmla="*/ 88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4" name="Freeform 1394">
              <a:extLst>
                <a:ext uri="{FF2B5EF4-FFF2-40B4-BE49-F238E27FC236}">
                  <a16:creationId xmlns:a16="http://schemas.microsoft.com/office/drawing/2014/main" id="{83D24552-D19F-4D33-9A6E-DDD953A5AF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1" y="2171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21 h 3"/>
                <a:gd name="T8" fmla="*/ 21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21 w 3"/>
                <a:gd name="T15" fmla="*/ 56 h 3"/>
                <a:gd name="T16" fmla="*/ 21 w 3"/>
                <a:gd name="T17" fmla="*/ 56 h 3"/>
                <a:gd name="T18" fmla="*/ 21 w 3"/>
                <a:gd name="T19" fmla="*/ 35 h 3"/>
                <a:gd name="T20" fmla="*/ 21 w 3"/>
                <a:gd name="T21" fmla="*/ 35 h 3"/>
                <a:gd name="T22" fmla="*/ 35 w 3"/>
                <a:gd name="T23" fmla="*/ 21 h 3"/>
                <a:gd name="T24" fmla="*/ 56 w 3"/>
                <a:gd name="T25" fmla="*/ 21 h 3"/>
                <a:gd name="T26" fmla="*/ 56 w 3"/>
                <a:gd name="T27" fmla="*/ 21 h 3"/>
                <a:gd name="T28" fmla="*/ 56 w 3"/>
                <a:gd name="T29" fmla="*/ 21 h 3"/>
                <a:gd name="T30" fmla="*/ 56 w 3"/>
                <a:gd name="T31" fmla="*/ 35 h 3"/>
                <a:gd name="T32" fmla="*/ 56 w 3"/>
                <a:gd name="T33" fmla="*/ 35 h 3"/>
                <a:gd name="T34" fmla="*/ 56 w 3"/>
                <a:gd name="T35" fmla="*/ 21 h 3"/>
                <a:gd name="T36" fmla="*/ 56 w 3"/>
                <a:gd name="T37" fmla="*/ 35 h 3"/>
                <a:gd name="T38" fmla="*/ 56 w 3"/>
                <a:gd name="T39" fmla="*/ 35 h 3"/>
                <a:gd name="T40" fmla="*/ 56 w 3"/>
                <a:gd name="T41" fmla="*/ 35 h 3"/>
                <a:gd name="T42" fmla="*/ 56 w 3"/>
                <a:gd name="T43" fmla="*/ 35 h 3"/>
                <a:gd name="T44" fmla="*/ 56 w 3"/>
                <a:gd name="T45" fmla="*/ 35 h 3"/>
                <a:gd name="T46" fmla="*/ 56 w 3"/>
                <a:gd name="T47" fmla="*/ 21 h 3"/>
                <a:gd name="T48" fmla="*/ 56 w 3"/>
                <a:gd name="T49" fmla="*/ 21 h 3"/>
                <a:gd name="T50" fmla="*/ 56 w 3"/>
                <a:gd name="T51" fmla="*/ 0 h 3"/>
                <a:gd name="T52" fmla="*/ 56 w 3"/>
                <a:gd name="T53" fmla="*/ 0 h 3"/>
                <a:gd name="T54" fmla="*/ 21 w 3"/>
                <a:gd name="T55" fmla="*/ 0 h 3"/>
                <a:gd name="T56" fmla="*/ 21 w 3"/>
                <a:gd name="T57" fmla="*/ 21 h 3"/>
                <a:gd name="T58" fmla="*/ 21 w 3"/>
                <a:gd name="T59" fmla="*/ 21 h 3"/>
                <a:gd name="T60" fmla="*/ 21 w 3"/>
                <a:gd name="T61" fmla="*/ 21 h 3"/>
                <a:gd name="T62" fmla="*/ 21 w 3"/>
                <a:gd name="T63" fmla="*/ 21 h 3"/>
                <a:gd name="T64" fmla="*/ 0 w 3"/>
                <a:gd name="T65" fmla="*/ 21 h 3"/>
                <a:gd name="T66" fmla="*/ 21 w 3"/>
                <a:gd name="T67" fmla="*/ 21 h 3"/>
                <a:gd name="T68" fmla="*/ 35 w 3"/>
                <a:gd name="T69" fmla="*/ 21 h 3"/>
                <a:gd name="T70" fmla="*/ 21 w 3"/>
                <a:gd name="T71" fmla="*/ 35 h 3"/>
                <a:gd name="T72" fmla="*/ 21 w 3"/>
                <a:gd name="T73" fmla="*/ 35 h 3"/>
                <a:gd name="T74" fmla="*/ 35 w 3"/>
                <a:gd name="T75" fmla="*/ 35 h 3"/>
                <a:gd name="T76" fmla="*/ 56 w 3"/>
                <a:gd name="T77" fmla="*/ 35 h 3"/>
                <a:gd name="T78" fmla="*/ 56 w 3"/>
                <a:gd name="T79" fmla="*/ 21 h 3"/>
                <a:gd name="T80" fmla="*/ 35 w 3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5" name="Freeform 1395">
              <a:extLst>
                <a:ext uri="{FF2B5EF4-FFF2-40B4-BE49-F238E27FC236}">
                  <a16:creationId xmlns:a16="http://schemas.microsoft.com/office/drawing/2014/main" id="{F6796AC5-6B6D-4A1A-B37C-4B5B094A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171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63 w 4"/>
                <a:gd name="T9" fmla="*/ 21 h 3"/>
                <a:gd name="T10" fmla="*/ 50 w 4"/>
                <a:gd name="T11" fmla="*/ 0 h 3"/>
                <a:gd name="T12" fmla="*/ 50 w 4"/>
                <a:gd name="T13" fmla="*/ 0 h 3"/>
                <a:gd name="T14" fmla="*/ 2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6" name="Freeform 1396">
              <a:extLst>
                <a:ext uri="{FF2B5EF4-FFF2-40B4-BE49-F238E27FC236}">
                  <a16:creationId xmlns:a16="http://schemas.microsoft.com/office/drawing/2014/main" id="{2493ACC0-ECE6-4C09-9E6D-772A57ABF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181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0 w 5"/>
                <a:gd name="T3" fmla="*/ 56 h 6"/>
                <a:gd name="T4" fmla="*/ 12 w 5"/>
                <a:gd name="T5" fmla="*/ 93 h 6"/>
                <a:gd name="T6" fmla="*/ 58 w 5"/>
                <a:gd name="T7" fmla="*/ 93 h 6"/>
                <a:gd name="T8" fmla="*/ 70 w 5"/>
                <a:gd name="T9" fmla="*/ 77 h 6"/>
                <a:gd name="T10" fmla="*/ 70 w 5"/>
                <a:gd name="T11" fmla="*/ 56 h 6"/>
                <a:gd name="T12" fmla="*/ 70 w 5"/>
                <a:gd name="T13" fmla="*/ 56 h 6"/>
                <a:gd name="T14" fmla="*/ 58 w 5"/>
                <a:gd name="T15" fmla="*/ 21 h 6"/>
                <a:gd name="T16" fmla="*/ 12 w 5"/>
                <a:gd name="T17" fmla="*/ 2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6"/>
                    <a:pt x="4" y="6"/>
                    <a:pt x="4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7" name="Freeform 1397">
              <a:extLst>
                <a:ext uri="{FF2B5EF4-FFF2-40B4-BE49-F238E27FC236}">
                  <a16:creationId xmlns:a16="http://schemas.microsoft.com/office/drawing/2014/main" id="{859E08E4-9ADD-4474-B5FB-02CA90AD6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19"/>
              <a:ext cx="12" cy="8"/>
            </a:xfrm>
            <a:custGeom>
              <a:avLst/>
              <a:gdLst>
                <a:gd name="T0" fmla="*/ 0 w 5"/>
                <a:gd name="T1" fmla="*/ 35 h 3"/>
                <a:gd name="T2" fmla="*/ 0 w 5"/>
                <a:gd name="T3" fmla="*/ 35 h 3"/>
                <a:gd name="T4" fmla="*/ 41 w 5"/>
                <a:gd name="T5" fmla="*/ 0 h 3"/>
                <a:gd name="T6" fmla="*/ 70 w 5"/>
                <a:gd name="T7" fmla="*/ 56 h 3"/>
                <a:gd name="T8" fmla="*/ 70 w 5"/>
                <a:gd name="T9" fmla="*/ 35 h 3"/>
                <a:gd name="T10" fmla="*/ 41 w 5"/>
                <a:gd name="T11" fmla="*/ 0 h 3"/>
                <a:gd name="T12" fmla="*/ 0 w 5"/>
                <a:gd name="T13" fmla="*/ 3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8" name="Freeform 1398">
              <a:extLst>
                <a:ext uri="{FF2B5EF4-FFF2-40B4-BE49-F238E27FC236}">
                  <a16:creationId xmlns:a16="http://schemas.microsoft.com/office/drawing/2014/main" id="{ECADA3F9-E8C0-4657-BE2B-439864733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27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0 w 5"/>
                <a:gd name="T3" fmla="*/ 55 h 5"/>
                <a:gd name="T4" fmla="*/ 29 w 5"/>
                <a:gd name="T5" fmla="*/ 88 h 5"/>
                <a:gd name="T6" fmla="*/ 58 w 5"/>
                <a:gd name="T7" fmla="*/ 55 h 5"/>
                <a:gd name="T8" fmla="*/ 41 w 5"/>
                <a:gd name="T9" fmla="*/ 68 h 5"/>
                <a:gd name="T10" fmla="*/ 58 w 5"/>
                <a:gd name="T11" fmla="*/ 34 h 5"/>
                <a:gd name="T12" fmla="*/ 29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4" y="4"/>
                    <a:pt x="5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9" name="Freeform 1399">
              <a:extLst>
                <a:ext uri="{FF2B5EF4-FFF2-40B4-BE49-F238E27FC236}">
                  <a16:creationId xmlns:a16="http://schemas.microsoft.com/office/drawing/2014/main" id="{08745CF3-4431-46CD-8F47-7F235051A6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9" y="2256"/>
              <a:ext cx="12" cy="16"/>
            </a:xfrm>
            <a:custGeom>
              <a:avLst/>
              <a:gdLst>
                <a:gd name="T0" fmla="*/ 29 w 5"/>
                <a:gd name="T1" fmla="*/ 21 h 6"/>
                <a:gd name="T2" fmla="*/ 12 w 5"/>
                <a:gd name="T3" fmla="*/ 77 h 6"/>
                <a:gd name="T4" fmla="*/ 41 w 5"/>
                <a:gd name="T5" fmla="*/ 115 h 6"/>
                <a:gd name="T6" fmla="*/ 70 w 5"/>
                <a:gd name="T7" fmla="*/ 77 h 6"/>
                <a:gd name="T8" fmla="*/ 70 w 5"/>
                <a:gd name="T9" fmla="*/ 56 h 6"/>
                <a:gd name="T10" fmla="*/ 70 w 5"/>
                <a:gd name="T11" fmla="*/ 56 h 6"/>
                <a:gd name="T12" fmla="*/ 70 w 5"/>
                <a:gd name="T13" fmla="*/ 21 h 6"/>
                <a:gd name="T14" fmla="*/ 29 w 5"/>
                <a:gd name="T15" fmla="*/ 21 h 6"/>
                <a:gd name="T16" fmla="*/ 70 w 5"/>
                <a:gd name="T17" fmla="*/ 56 h 6"/>
                <a:gd name="T18" fmla="*/ 70 w 5"/>
                <a:gd name="T19" fmla="*/ 56 h 6"/>
                <a:gd name="T20" fmla="*/ 58 w 5"/>
                <a:gd name="T21" fmla="*/ 77 h 6"/>
                <a:gd name="T22" fmla="*/ 70 w 5"/>
                <a:gd name="T23" fmla="*/ 56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6"/>
                    <a:pt x="3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0" name="Freeform 1400">
              <a:extLst>
                <a:ext uri="{FF2B5EF4-FFF2-40B4-BE49-F238E27FC236}">
                  <a16:creationId xmlns:a16="http://schemas.microsoft.com/office/drawing/2014/main" id="{CEC8A6B1-B40B-4361-AC46-CBD4C9C9E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291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0 w 5"/>
                <a:gd name="T3" fmla="*/ 55 h 5"/>
                <a:gd name="T4" fmla="*/ 41 w 5"/>
                <a:gd name="T5" fmla="*/ 88 h 5"/>
                <a:gd name="T6" fmla="*/ 70 w 5"/>
                <a:gd name="T7" fmla="*/ 55 h 5"/>
                <a:gd name="T8" fmla="*/ 58 w 5"/>
                <a:gd name="T9" fmla="*/ 88 h 5"/>
                <a:gd name="T10" fmla="*/ 70 w 5"/>
                <a:gd name="T11" fmla="*/ 34 h 5"/>
                <a:gd name="T12" fmla="*/ 29 w 5"/>
                <a:gd name="T13" fmla="*/ 21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1" name="Freeform 1401">
              <a:extLst>
                <a:ext uri="{FF2B5EF4-FFF2-40B4-BE49-F238E27FC236}">
                  <a16:creationId xmlns:a16="http://schemas.microsoft.com/office/drawing/2014/main" id="{CF7DFF2F-0D85-4B06-826D-FD5C1A85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315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20 w 6"/>
                <a:gd name="T3" fmla="*/ 77 h 6"/>
                <a:gd name="T4" fmla="*/ 83 w 6"/>
                <a:gd name="T5" fmla="*/ 115 h 6"/>
                <a:gd name="T6" fmla="*/ 95 w 6"/>
                <a:gd name="T7" fmla="*/ 115 h 6"/>
                <a:gd name="T8" fmla="*/ 50 w 6"/>
                <a:gd name="T9" fmla="*/ 56 h 6"/>
                <a:gd name="T10" fmla="*/ 95 w 6"/>
                <a:gd name="T11" fmla="*/ 0 h 6"/>
                <a:gd name="T12" fmla="*/ 33 w 6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1" y="6"/>
                    <a:pt x="3" y="6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6"/>
                    <a:pt x="3" y="5"/>
                    <a:pt x="3" y="3"/>
                  </a:cubicBezTo>
                  <a:cubicBezTo>
                    <a:pt x="2" y="2"/>
                    <a:pt x="4" y="0"/>
                    <a:pt x="6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2" name="Freeform 1402">
              <a:extLst>
                <a:ext uri="{FF2B5EF4-FFF2-40B4-BE49-F238E27FC236}">
                  <a16:creationId xmlns:a16="http://schemas.microsoft.com/office/drawing/2014/main" id="{A5435AF3-AB78-42EE-BEFA-44638AB08C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6" y="2315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0 w 5"/>
                <a:gd name="T3" fmla="*/ 34 h 5"/>
                <a:gd name="T4" fmla="*/ 21 w 5"/>
                <a:gd name="T5" fmla="*/ 34 h 5"/>
                <a:gd name="T6" fmla="*/ 0 w 5"/>
                <a:gd name="T7" fmla="*/ 34 h 5"/>
                <a:gd name="T8" fmla="*/ 0 w 5"/>
                <a:gd name="T9" fmla="*/ 55 h 5"/>
                <a:gd name="T10" fmla="*/ 21 w 5"/>
                <a:gd name="T11" fmla="*/ 88 h 5"/>
                <a:gd name="T12" fmla="*/ 68 w 5"/>
                <a:gd name="T13" fmla="*/ 68 h 5"/>
                <a:gd name="T14" fmla="*/ 88 w 5"/>
                <a:gd name="T15" fmla="*/ 21 h 5"/>
                <a:gd name="T16" fmla="*/ 55 w 5"/>
                <a:gd name="T17" fmla="*/ 0 h 5"/>
                <a:gd name="T18" fmla="*/ 34 w 5"/>
                <a:gd name="T19" fmla="*/ 21 h 5"/>
                <a:gd name="T20" fmla="*/ 68 w 5"/>
                <a:gd name="T21" fmla="*/ 55 h 5"/>
                <a:gd name="T22" fmla="*/ 55 w 5"/>
                <a:gd name="T23" fmla="*/ 68 h 5"/>
                <a:gd name="T24" fmla="*/ 21 w 5"/>
                <a:gd name="T25" fmla="*/ 55 h 5"/>
                <a:gd name="T26" fmla="*/ 21 w 5"/>
                <a:gd name="T27" fmla="*/ 34 h 5"/>
                <a:gd name="T28" fmla="*/ 21 w 5"/>
                <a:gd name="T29" fmla="*/ 34 h 5"/>
                <a:gd name="T30" fmla="*/ 34 w 5"/>
                <a:gd name="T31" fmla="*/ 21 h 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0" y="0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3" y="4"/>
                    <a:pt x="4" y="4"/>
                  </a:cubicBezTo>
                  <a:cubicBezTo>
                    <a:pt x="5" y="3"/>
                    <a:pt x="5" y="1"/>
                    <a:pt x="5" y="1"/>
                  </a:cubicBezTo>
                  <a:cubicBezTo>
                    <a:pt x="4" y="0"/>
                    <a:pt x="3" y="0"/>
                    <a:pt x="3" y="0"/>
                  </a:cubicBezTo>
                  <a:close/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3" name="Freeform 1403">
              <a:extLst>
                <a:ext uri="{FF2B5EF4-FFF2-40B4-BE49-F238E27FC236}">
                  <a16:creationId xmlns:a16="http://schemas.microsoft.com/office/drawing/2014/main" id="{4CFFD1C6-4708-4CEC-A841-10B06DD7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12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55 h 5"/>
                <a:gd name="T4" fmla="*/ 55 w 5"/>
                <a:gd name="T5" fmla="*/ 88 h 5"/>
                <a:gd name="T6" fmla="*/ 88 w 5"/>
                <a:gd name="T7" fmla="*/ 55 h 5"/>
                <a:gd name="T8" fmla="*/ 68 w 5"/>
                <a:gd name="T9" fmla="*/ 68 h 5"/>
                <a:gd name="T10" fmla="*/ 88 w 5"/>
                <a:gd name="T11" fmla="*/ 21 h 5"/>
                <a:gd name="T12" fmla="*/ 34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5" y="4"/>
                    <a:pt x="5" y="3"/>
                    <a:pt x="5" y="1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4" name="Freeform 1404">
              <a:extLst>
                <a:ext uri="{FF2B5EF4-FFF2-40B4-BE49-F238E27FC236}">
                  <a16:creationId xmlns:a16="http://schemas.microsoft.com/office/drawing/2014/main" id="{EFB13845-ED41-42B3-9951-CBE15498A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296"/>
              <a:ext cx="13" cy="13"/>
            </a:xfrm>
            <a:custGeom>
              <a:avLst/>
              <a:gdLst>
                <a:gd name="T0" fmla="*/ 21 w 5"/>
                <a:gd name="T1" fmla="*/ 0 h 5"/>
                <a:gd name="T2" fmla="*/ 0 w 5"/>
                <a:gd name="T3" fmla="*/ 55 h 5"/>
                <a:gd name="T4" fmla="*/ 34 w 5"/>
                <a:gd name="T5" fmla="*/ 88 h 5"/>
                <a:gd name="T6" fmla="*/ 68 w 5"/>
                <a:gd name="T7" fmla="*/ 55 h 5"/>
                <a:gd name="T8" fmla="*/ 55 w 5"/>
                <a:gd name="T9" fmla="*/ 68 h 5"/>
                <a:gd name="T10" fmla="*/ 68 w 5"/>
                <a:gd name="T11" fmla="*/ 21 h 5"/>
                <a:gd name="T12" fmla="*/ 21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4" y="4"/>
                    <a:pt x="5" y="2"/>
                    <a:pt x="4" y="1"/>
                  </a:cubicBezTo>
                  <a:cubicBezTo>
                    <a:pt x="4" y="0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5" name="Freeform 1405">
              <a:extLst>
                <a:ext uri="{FF2B5EF4-FFF2-40B4-BE49-F238E27FC236}">
                  <a16:creationId xmlns:a16="http://schemas.microsoft.com/office/drawing/2014/main" id="{63B60095-C606-4C40-9EDC-34DF3A8D05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9" y="2245"/>
              <a:ext cx="12" cy="16"/>
            </a:xfrm>
            <a:custGeom>
              <a:avLst/>
              <a:gdLst>
                <a:gd name="T0" fmla="*/ 12 w 5"/>
                <a:gd name="T1" fmla="*/ 0 h 6"/>
                <a:gd name="T2" fmla="*/ 0 w 5"/>
                <a:gd name="T3" fmla="*/ 77 h 6"/>
                <a:gd name="T4" fmla="*/ 41 w 5"/>
                <a:gd name="T5" fmla="*/ 93 h 6"/>
                <a:gd name="T6" fmla="*/ 58 w 5"/>
                <a:gd name="T7" fmla="*/ 56 h 6"/>
                <a:gd name="T8" fmla="*/ 58 w 5"/>
                <a:gd name="T9" fmla="*/ 56 h 6"/>
                <a:gd name="T10" fmla="*/ 70 w 5"/>
                <a:gd name="T11" fmla="*/ 35 h 6"/>
                <a:gd name="T12" fmla="*/ 58 w 5"/>
                <a:gd name="T13" fmla="*/ 21 h 6"/>
                <a:gd name="T14" fmla="*/ 12 w 5"/>
                <a:gd name="T15" fmla="*/ 0 h 6"/>
                <a:gd name="T16" fmla="*/ 58 w 5"/>
                <a:gd name="T17" fmla="*/ 56 h 6"/>
                <a:gd name="T18" fmla="*/ 58 w 5"/>
                <a:gd name="T19" fmla="*/ 56 h 6"/>
                <a:gd name="T20" fmla="*/ 58 w 5"/>
                <a:gd name="T21" fmla="*/ 77 h 6"/>
                <a:gd name="T22" fmla="*/ 58 w 5"/>
                <a:gd name="T23" fmla="*/ 56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6" name="Freeform 1406">
              <a:extLst>
                <a:ext uri="{FF2B5EF4-FFF2-40B4-BE49-F238E27FC236}">
                  <a16:creationId xmlns:a16="http://schemas.microsoft.com/office/drawing/2014/main" id="{CA48279F-B205-4EA7-80E7-8D0EC7704D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1" y="2264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0 w 5"/>
                <a:gd name="T3" fmla="*/ 56 h 6"/>
                <a:gd name="T4" fmla="*/ 21 w 5"/>
                <a:gd name="T5" fmla="*/ 93 h 6"/>
                <a:gd name="T6" fmla="*/ 34 w 5"/>
                <a:gd name="T7" fmla="*/ 115 h 6"/>
                <a:gd name="T8" fmla="*/ 68 w 5"/>
                <a:gd name="T9" fmla="*/ 93 h 6"/>
                <a:gd name="T10" fmla="*/ 88 w 5"/>
                <a:gd name="T11" fmla="*/ 77 h 6"/>
                <a:gd name="T12" fmla="*/ 88 w 5"/>
                <a:gd name="T13" fmla="*/ 56 h 6"/>
                <a:gd name="T14" fmla="*/ 88 w 5"/>
                <a:gd name="T15" fmla="*/ 56 h 6"/>
                <a:gd name="T16" fmla="*/ 88 w 5"/>
                <a:gd name="T17" fmla="*/ 35 h 6"/>
                <a:gd name="T18" fmla="*/ 68 w 5"/>
                <a:gd name="T19" fmla="*/ 0 h 6"/>
                <a:gd name="T20" fmla="*/ 34 w 5"/>
                <a:gd name="T21" fmla="*/ 21 h 6"/>
                <a:gd name="T22" fmla="*/ 21 w 5"/>
                <a:gd name="T23" fmla="*/ 77 h 6"/>
                <a:gd name="T24" fmla="*/ 21 w 5"/>
                <a:gd name="T25" fmla="*/ 21 h 6"/>
                <a:gd name="T26" fmla="*/ 55 w 5"/>
                <a:gd name="T27" fmla="*/ 21 h 6"/>
                <a:gd name="T28" fmla="*/ 88 w 5"/>
                <a:gd name="T29" fmla="*/ 35 h 6"/>
                <a:gd name="T30" fmla="*/ 88 w 5"/>
                <a:gd name="T31" fmla="*/ 35 h 6"/>
                <a:gd name="T32" fmla="*/ 68 w 5"/>
                <a:gd name="T33" fmla="*/ 35 h 6"/>
                <a:gd name="T34" fmla="*/ 68 w 5"/>
                <a:gd name="T35" fmla="*/ 35 h 6"/>
                <a:gd name="T36" fmla="*/ 88 w 5"/>
                <a:gd name="T37" fmla="*/ 56 h 6"/>
                <a:gd name="T38" fmla="*/ 88 w 5"/>
                <a:gd name="T39" fmla="*/ 77 h 6"/>
                <a:gd name="T40" fmla="*/ 68 w 5"/>
                <a:gd name="T41" fmla="*/ 77 h 6"/>
                <a:gd name="T42" fmla="*/ 21 w 5"/>
                <a:gd name="T43" fmla="*/ 77 h 6"/>
                <a:gd name="T44" fmla="*/ 55 w 5"/>
                <a:gd name="T45" fmla="*/ 21 h 6"/>
                <a:gd name="T46" fmla="*/ 34 w 5"/>
                <a:gd name="T47" fmla="*/ 35 h 6"/>
                <a:gd name="T48" fmla="*/ 68 w 5"/>
                <a:gd name="T49" fmla="*/ 35 h 6"/>
                <a:gd name="T50" fmla="*/ 55 w 5"/>
                <a:gd name="T51" fmla="*/ 21 h 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2" y="6"/>
                    <a:pt x="2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lose/>
                  <a:moveTo>
                    <a:pt x="1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lose/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7" name="Freeform 1407">
              <a:extLst>
                <a:ext uri="{FF2B5EF4-FFF2-40B4-BE49-F238E27FC236}">
                  <a16:creationId xmlns:a16="http://schemas.microsoft.com/office/drawing/2014/main" id="{A7B9B9A9-F7BF-4B87-81D8-CAF0299D10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1" y="2213"/>
              <a:ext cx="13" cy="14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48 h 5"/>
                <a:gd name="T4" fmla="*/ 21 w 5"/>
                <a:gd name="T5" fmla="*/ 109 h 5"/>
                <a:gd name="T6" fmla="*/ 55 w 5"/>
                <a:gd name="T7" fmla="*/ 109 h 5"/>
                <a:gd name="T8" fmla="*/ 68 w 5"/>
                <a:gd name="T9" fmla="*/ 87 h 5"/>
                <a:gd name="T10" fmla="*/ 68 w 5"/>
                <a:gd name="T11" fmla="*/ 87 h 5"/>
                <a:gd name="T12" fmla="*/ 68 w 5"/>
                <a:gd name="T13" fmla="*/ 48 h 5"/>
                <a:gd name="T14" fmla="*/ 34 w 5"/>
                <a:gd name="T15" fmla="*/ 0 h 5"/>
                <a:gd name="T16" fmla="*/ 68 w 5"/>
                <a:gd name="T17" fmla="*/ 87 h 5"/>
                <a:gd name="T18" fmla="*/ 68 w 5"/>
                <a:gd name="T19" fmla="*/ 87 h 5"/>
                <a:gd name="T20" fmla="*/ 88 w 5"/>
                <a:gd name="T21" fmla="*/ 62 h 5"/>
                <a:gd name="T22" fmla="*/ 68 w 5"/>
                <a:gd name="T23" fmla="*/ 87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5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8" name="Freeform 1408">
              <a:extLst>
                <a:ext uri="{FF2B5EF4-FFF2-40B4-BE49-F238E27FC236}">
                  <a16:creationId xmlns:a16="http://schemas.microsoft.com/office/drawing/2014/main" id="{CF2E2D87-3F99-4D49-A952-FE0290D44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208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20 w 6"/>
                <a:gd name="T5" fmla="*/ 21 h 5"/>
                <a:gd name="T6" fmla="*/ 20 w 6"/>
                <a:gd name="T7" fmla="*/ 21 h 5"/>
                <a:gd name="T8" fmla="*/ 0 w 6"/>
                <a:gd name="T9" fmla="*/ 55 h 5"/>
                <a:gd name="T10" fmla="*/ 0 w 6"/>
                <a:gd name="T11" fmla="*/ 55 h 5"/>
                <a:gd name="T12" fmla="*/ 33 w 6"/>
                <a:gd name="T13" fmla="*/ 88 h 5"/>
                <a:gd name="T14" fmla="*/ 83 w 6"/>
                <a:gd name="T15" fmla="*/ 55 h 5"/>
                <a:gd name="T16" fmla="*/ 83 w 6"/>
                <a:gd name="T17" fmla="*/ 21 h 5"/>
                <a:gd name="T18" fmla="*/ 50 w 6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9" name="Freeform 1409">
              <a:extLst>
                <a:ext uri="{FF2B5EF4-FFF2-40B4-BE49-F238E27FC236}">
                  <a16:creationId xmlns:a16="http://schemas.microsoft.com/office/drawing/2014/main" id="{448C9D51-D90D-4480-9220-4A08A24FB1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6" y="2139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77 h 6"/>
                <a:gd name="T8" fmla="*/ 0 w 5"/>
                <a:gd name="T9" fmla="*/ 77 h 6"/>
                <a:gd name="T10" fmla="*/ 0 w 5"/>
                <a:gd name="T11" fmla="*/ 77 h 6"/>
                <a:gd name="T12" fmla="*/ 21 w 5"/>
                <a:gd name="T13" fmla="*/ 115 h 6"/>
                <a:gd name="T14" fmla="*/ 55 w 5"/>
                <a:gd name="T15" fmla="*/ 115 h 6"/>
                <a:gd name="T16" fmla="*/ 88 w 5"/>
                <a:gd name="T17" fmla="*/ 56 h 6"/>
                <a:gd name="T18" fmla="*/ 55 w 5"/>
                <a:gd name="T19" fmla="*/ 0 h 6"/>
                <a:gd name="T20" fmla="*/ 21 w 5"/>
                <a:gd name="T21" fmla="*/ 21 h 6"/>
                <a:gd name="T22" fmla="*/ 68 w 5"/>
                <a:gd name="T23" fmla="*/ 77 h 6"/>
                <a:gd name="T24" fmla="*/ 68 w 5"/>
                <a:gd name="T25" fmla="*/ 77 h 6"/>
                <a:gd name="T26" fmla="*/ 68 w 5"/>
                <a:gd name="T27" fmla="*/ 93 h 6"/>
                <a:gd name="T28" fmla="*/ 68 w 5"/>
                <a:gd name="T29" fmla="*/ 77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0" name="Freeform 1410">
              <a:extLst>
                <a:ext uri="{FF2B5EF4-FFF2-40B4-BE49-F238E27FC236}">
                  <a16:creationId xmlns:a16="http://schemas.microsoft.com/office/drawing/2014/main" id="{172D063F-9FDD-41FA-8A4A-5E66AE2AF8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4" y="2088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0 w 5"/>
                <a:gd name="T3" fmla="*/ 34 h 5"/>
                <a:gd name="T4" fmla="*/ 0 w 5"/>
                <a:gd name="T5" fmla="*/ 68 h 5"/>
                <a:gd name="T6" fmla="*/ 12 w 5"/>
                <a:gd name="T7" fmla="*/ 88 h 5"/>
                <a:gd name="T8" fmla="*/ 41 w 5"/>
                <a:gd name="T9" fmla="*/ 88 h 5"/>
                <a:gd name="T10" fmla="*/ 70 w 5"/>
                <a:gd name="T11" fmla="*/ 55 h 5"/>
                <a:gd name="T12" fmla="*/ 70 w 5"/>
                <a:gd name="T13" fmla="*/ 55 h 5"/>
                <a:gd name="T14" fmla="*/ 70 w 5"/>
                <a:gd name="T15" fmla="*/ 34 h 5"/>
                <a:gd name="T16" fmla="*/ 70 w 5"/>
                <a:gd name="T17" fmla="*/ 34 h 5"/>
                <a:gd name="T18" fmla="*/ 70 w 5"/>
                <a:gd name="T19" fmla="*/ 21 h 5"/>
                <a:gd name="T20" fmla="*/ 29 w 5"/>
                <a:gd name="T21" fmla="*/ 0 h 5"/>
                <a:gd name="T22" fmla="*/ 29 w 5"/>
                <a:gd name="T23" fmla="*/ 21 h 5"/>
                <a:gd name="T24" fmla="*/ 29 w 5"/>
                <a:gd name="T25" fmla="*/ 21 h 5"/>
                <a:gd name="T26" fmla="*/ 58 w 5"/>
                <a:gd name="T27" fmla="*/ 21 h 5"/>
                <a:gd name="T28" fmla="*/ 29 w 5"/>
                <a:gd name="T29" fmla="*/ 21 h 5"/>
                <a:gd name="T30" fmla="*/ 58 w 5"/>
                <a:gd name="T31" fmla="*/ 21 h 5"/>
                <a:gd name="T32" fmla="*/ 58 w 5"/>
                <a:gd name="T33" fmla="*/ 34 h 5"/>
                <a:gd name="T34" fmla="*/ 58 w 5"/>
                <a:gd name="T35" fmla="*/ 34 h 5"/>
                <a:gd name="T36" fmla="*/ 58 w 5"/>
                <a:gd name="T37" fmla="*/ 21 h 5"/>
                <a:gd name="T38" fmla="*/ 58 w 5"/>
                <a:gd name="T39" fmla="*/ 55 h 5"/>
                <a:gd name="T40" fmla="*/ 58 w 5"/>
                <a:gd name="T41" fmla="*/ 55 h 5"/>
                <a:gd name="T42" fmla="*/ 41 w 5"/>
                <a:gd name="T43" fmla="*/ 68 h 5"/>
                <a:gd name="T44" fmla="*/ 58 w 5"/>
                <a:gd name="T45" fmla="*/ 55 h 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lose/>
                  <a:moveTo>
                    <a:pt x="4" y="1"/>
                  </a:move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1" name="Freeform 1411">
              <a:extLst>
                <a:ext uri="{FF2B5EF4-FFF2-40B4-BE49-F238E27FC236}">
                  <a16:creationId xmlns:a16="http://schemas.microsoft.com/office/drawing/2014/main" id="{F92F869B-9365-438B-98D6-A74C6A9CF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029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0 w 1"/>
                <a:gd name="T3" fmla="*/ 0 h 3"/>
                <a:gd name="T4" fmla="*/ 27 w 1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2" name="Freeform 1412">
              <a:extLst>
                <a:ext uri="{FF2B5EF4-FFF2-40B4-BE49-F238E27FC236}">
                  <a16:creationId xmlns:a16="http://schemas.microsoft.com/office/drawing/2014/main" id="{C43DE3D8-2A51-43FF-B381-81602D7E58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9" y="2051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20 w 6"/>
                <a:gd name="T5" fmla="*/ 55 h 5"/>
                <a:gd name="T6" fmla="*/ 50 w 6"/>
                <a:gd name="T7" fmla="*/ 88 h 5"/>
                <a:gd name="T8" fmla="*/ 63 w 6"/>
                <a:gd name="T9" fmla="*/ 68 h 5"/>
                <a:gd name="T10" fmla="*/ 63 w 6"/>
                <a:gd name="T11" fmla="*/ 68 h 5"/>
                <a:gd name="T12" fmla="*/ 95 w 6"/>
                <a:gd name="T13" fmla="*/ 34 h 5"/>
                <a:gd name="T14" fmla="*/ 95 w 6"/>
                <a:gd name="T15" fmla="*/ 21 h 5"/>
                <a:gd name="T16" fmla="*/ 50 w 6"/>
                <a:gd name="T17" fmla="*/ 0 h 5"/>
                <a:gd name="T18" fmla="*/ 33 w 6"/>
                <a:gd name="T19" fmla="*/ 55 h 5"/>
                <a:gd name="T20" fmla="*/ 50 w 6"/>
                <a:gd name="T21" fmla="*/ 68 h 5"/>
                <a:gd name="T22" fmla="*/ 33 w 6"/>
                <a:gd name="T23" fmla="*/ 55 h 5"/>
                <a:gd name="T24" fmla="*/ 83 w 6"/>
                <a:gd name="T25" fmla="*/ 55 h 5"/>
                <a:gd name="T26" fmla="*/ 63 w 6"/>
                <a:gd name="T27" fmla="*/ 55 h 5"/>
                <a:gd name="T28" fmla="*/ 63 w 6"/>
                <a:gd name="T29" fmla="*/ 68 h 5"/>
                <a:gd name="T30" fmla="*/ 83 w 6"/>
                <a:gd name="T31" fmla="*/ 55 h 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2" y="3"/>
                  </a:move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lose/>
                  <a:moveTo>
                    <a:pt x="5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5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3" name="Freeform 1413">
              <a:extLst>
                <a:ext uri="{FF2B5EF4-FFF2-40B4-BE49-F238E27FC236}">
                  <a16:creationId xmlns:a16="http://schemas.microsoft.com/office/drawing/2014/main" id="{87EAE9F5-A7C8-4D89-880A-1EA92085FC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" y="2112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33 w 6"/>
                <a:gd name="T3" fmla="*/ 21 h 6"/>
                <a:gd name="T4" fmla="*/ 33 w 6"/>
                <a:gd name="T5" fmla="*/ 21 h 6"/>
                <a:gd name="T6" fmla="*/ 20 w 6"/>
                <a:gd name="T7" fmla="*/ 35 h 6"/>
                <a:gd name="T8" fmla="*/ 20 w 6"/>
                <a:gd name="T9" fmla="*/ 35 h 6"/>
                <a:gd name="T10" fmla="*/ 0 w 6"/>
                <a:gd name="T11" fmla="*/ 56 h 6"/>
                <a:gd name="T12" fmla="*/ 20 w 6"/>
                <a:gd name="T13" fmla="*/ 93 h 6"/>
                <a:gd name="T14" fmla="*/ 20 w 6"/>
                <a:gd name="T15" fmla="*/ 93 h 6"/>
                <a:gd name="T16" fmla="*/ 33 w 6"/>
                <a:gd name="T17" fmla="*/ 115 h 6"/>
                <a:gd name="T18" fmla="*/ 83 w 6"/>
                <a:gd name="T19" fmla="*/ 93 h 6"/>
                <a:gd name="T20" fmla="*/ 83 w 6"/>
                <a:gd name="T21" fmla="*/ 35 h 6"/>
                <a:gd name="T22" fmla="*/ 63 w 6"/>
                <a:gd name="T23" fmla="*/ 21 h 6"/>
                <a:gd name="T24" fmla="*/ 50 w 6"/>
                <a:gd name="T25" fmla="*/ 21 h 6"/>
                <a:gd name="T26" fmla="*/ 63 w 6"/>
                <a:gd name="T27" fmla="*/ 93 h 6"/>
                <a:gd name="T28" fmla="*/ 63 w 6"/>
                <a:gd name="T29" fmla="*/ 93 h 6"/>
                <a:gd name="T30" fmla="*/ 50 w 6"/>
                <a:gd name="T31" fmla="*/ 93 h 6"/>
                <a:gd name="T32" fmla="*/ 63 w 6"/>
                <a:gd name="T33" fmla="*/ 93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2" y="6"/>
                    <a:pt x="2" y="6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0"/>
                    <a:pt x="3" y="0"/>
                    <a:pt x="3" y="1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4" name="Freeform 1414">
              <a:extLst>
                <a:ext uri="{FF2B5EF4-FFF2-40B4-BE49-F238E27FC236}">
                  <a16:creationId xmlns:a16="http://schemas.microsoft.com/office/drawing/2014/main" id="{08FD9F64-247F-4A44-8682-34D1ACE319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99" y="2141"/>
              <a:ext cx="12" cy="16"/>
            </a:xfrm>
            <a:custGeom>
              <a:avLst/>
              <a:gdLst>
                <a:gd name="T0" fmla="*/ 41 w 5"/>
                <a:gd name="T1" fmla="*/ 21 h 6"/>
                <a:gd name="T2" fmla="*/ 12 w 5"/>
                <a:gd name="T3" fmla="*/ 77 h 6"/>
                <a:gd name="T4" fmla="*/ 41 w 5"/>
                <a:gd name="T5" fmla="*/ 115 h 6"/>
                <a:gd name="T6" fmla="*/ 70 w 5"/>
                <a:gd name="T7" fmla="*/ 77 h 6"/>
                <a:gd name="T8" fmla="*/ 70 w 5"/>
                <a:gd name="T9" fmla="*/ 77 h 6"/>
                <a:gd name="T10" fmla="*/ 70 w 5"/>
                <a:gd name="T11" fmla="*/ 56 h 6"/>
                <a:gd name="T12" fmla="*/ 70 w 5"/>
                <a:gd name="T13" fmla="*/ 35 h 6"/>
                <a:gd name="T14" fmla="*/ 41 w 5"/>
                <a:gd name="T15" fmla="*/ 21 h 6"/>
                <a:gd name="T16" fmla="*/ 70 w 5"/>
                <a:gd name="T17" fmla="*/ 77 h 6"/>
                <a:gd name="T18" fmla="*/ 70 w 5"/>
                <a:gd name="T19" fmla="*/ 77 h 6"/>
                <a:gd name="T20" fmla="*/ 58 w 5"/>
                <a:gd name="T21" fmla="*/ 93 h 6"/>
                <a:gd name="T22" fmla="*/ 70 w 5"/>
                <a:gd name="T23" fmla="*/ 77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1" y="5"/>
                    <a:pt x="2" y="6"/>
                    <a:pt x="3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4" y="0"/>
                    <a:pt x="3" y="1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5"/>
                    <a:pt x="4" y="5"/>
                  </a:cubicBezTo>
                  <a:cubicBezTo>
                    <a:pt x="4" y="5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5" name="Freeform 1415">
              <a:extLst>
                <a:ext uri="{FF2B5EF4-FFF2-40B4-BE49-F238E27FC236}">
                  <a16:creationId xmlns:a16="http://schemas.microsoft.com/office/drawing/2014/main" id="{931CC4B0-930F-40D2-BE50-69CBB9B91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157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0 w 5"/>
                <a:gd name="T3" fmla="*/ 62 h 5"/>
                <a:gd name="T4" fmla="*/ 55 w 5"/>
                <a:gd name="T5" fmla="*/ 109 h 5"/>
                <a:gd name="T6" fmla="*/ 88 w 5"/>
                <a:gd name="T7" fmla="*/ 62 h 5"/>
                <a:gd name="T8" fmla="*/ 88 w 5"/>
                <a:gd name="T9" fmla="*/ 48 h 5"/>
                <a:gd name="T10" fmla="*/ 55 w 5"/>
                <a:gd name="T11" fmla="*/ 0 h 5"/>
                <a:gd name="T12" fmla="*/ 0 w 5"/>
                <a:gd name="T13" fmla="*/ 4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6" name="Freeform 1416">
              <a:extLst>
                <a:ext uri="{FF2B5EF4-FFF2-40B4-BE49-F238E27FC236}">
                  <a16:creationId xmlns:a16="http://schemas.microsoft.com/office/drawing/2014/main" id="{D1BB7DE9-7974-4C21-9789-A96F20FCD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192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0 w 5"/>
                <a:gd name="T3" fmla="*/ 55 h 5"/>
                <a:gd name="T4" fmla="*/ 29 w 5"/>
                <a:gd name="T5" fmla="*/ 88 h 5"/>
                <a:gd name="T6" fmla="*/ 58 w 5"/>
                <a:gd name="T7" fmla="*/ 68 h 5"/>
                <a:gd name="T8" fmla="*/ 70 w 5"/>
                <a:gd name="T9" fmla="*/ 55 h 5"/>
                <a:gd name="T10" fmla="*/ 70 w 5"/>
                <a:gd name="T11" fmla="*/ 34 h 5"/>
                <a:gd name="T12" fmla="*/ 58 w 5"/>
                <a:gd name="T13" fmla="*/ 0 h 5"/>
                <a:gd name="T14" fmla="*/ 12 w 5"/>
                <a:gd name="T15" fmla="*/ 21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7" name="Freeform 1417">
              <a:extLst>
                <a:ext uri="{FF2B5EF4-FFF2-40B4-BE49-F238E27FC236}">
                  <a16:creationId xmlns:a16="http://schemas.microsoft.com/office/drawing/2014/main" id="{E03D04CF-8E69-4F95-A751-E53D2983D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160"/>
              <a:ext cx="15" cy="13"/>
            </a:xfrm>
            <a:custGeom>
              <a:avLst/>
              <a:gdLst>
                <a:gd name="T0" fmla="*/ 20 w 6"/>
                <a:gd name="T1" fmla="*/ 21 h 5"/>
                <a:gd name="T2" fmla="*/ 20 w 6"/>
                <a:gd name="T3" fmla="*/ 21 h 5"/>
                <a:gd name="T4" fmla="*/ 0 w 6"/>
                <a:gd name="T5" fmla="*/ 55 h 5"/>
                <a:gd name="T6" fmla="*/ 20 w 6"/>
                <a:gd name="T7" fmla="*/ 68 h 5"/>
                <a:gd name="T8" fmla="*/ 20 w 6"/>
                <a:gd name="T9" fmla="*/ 68 h 5"/>
                <a:gd name="T10" fmla="*/ 50 w 6"/>
                <a:gd name="T11" fmla="*/ 88 h 5"/>
                <a:gd name="T12" fmla="*/ 50 w 6"/>
                <a:gd name="T13" fmla="*/ 88 h 5"/>
                <a:gd name="T14" fmla="*/ 50 w 6"/>
                <a:gd name="T15" fmla="*/ 88 h 5"/>
                <a:gd name="T16" fmla="*/ 50 w 6"/>
                <a:gd name="T17" fmla="*/ 88 h 5"/>
                <a:gd name="T18" fmla="*/ 83 w 6"/>
                <a:gd name="T19" fmla="*/ 88 h 5"/>
                <a:gd name="T20" fmla="*/ 95 w 6"/>
                <a:gd name="T21" fmla="*/ 68 h 5"/>
                <a:gd name="T22" fmla="*/ 95 w 6"/>
                <a:gd name="T23" fmla="*/ 34 h 5"/>
                <a:gd name="T24" fmla="*/ 95 w 6"/>
                <a:gd name="T25" fmla="*/ 34 h 5"/>
                <a:gd name="T26" fmla="*/ 83 w 6"/>
                <a:gd name="T27" fmla="*/ 0 h 5"/>
                <a:gd name="T28" fmla="*/ 63 w 6"/>
                <a:gd name="T29" fmla="*/ 0 h 5"/>
                <a:gd name="T30" fmla="*/ 63 w 6"/>
                <a:gd name="T31" fmla="*/ 0 h 5"/>
                <a:gd name="T32" fmla="*/ 20 w 6"/>
                <a:gd name="T33" fmla="*/ 21 h 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6" y="4"/>
                    <a:pt x="6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8" name="Freeform 1418">
              <a:extLst>
                <a:ext uri="{FF2B5EF4-FFF2-40B4-BE49-F238E27FC236}">
                  <a16:creationId xmlns:a16="http://schemas.microsoft.com/office/drawing/2014/main" id="{9E760BFF-A303-4E8F-93C8-8A3ED2C144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9" y="2176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50 w 4"/>
                <a:gd name="T5" fmla="*/ 83 h 4"/>
                <a:gd name="T6" fmla="*/ 33 w 4"/>
                <a:gd name="T7" fmla="*/ 61 h 4"/>
                <a:gd name="T8" fmla="*/ 20 w 4"/>
                <a:gd name="T9" fmla="*/ 61 h 4"/>
                <a:gd name="T10" fmla="*/ 50 w 4"/>
                <a:gd name="T11" fmla="*/ 0 h 4"/>
                <a:gd name="T12" fmla="*/ 20 w 4"/>
                <a:gd name="T13" fmla="*/ 22 h 4"/>
                <a:gd name="T14" fmla="*/ 50 w 4"/>
                <a:gd name="T15" fmla="*/ 83 h 4"/>
                <a:gd name="T16" fmla="*/ 63 w 4"/>
                <a:gd name="T17" fmla="*/ 83 h 4"/>
                <a:gd name="T18" fmla="*/ 63 w 4"/>
                <a:gd name="T19" fmla="*/ 83 h 4"/>
                <a:gd name="T20" fmla="*/ 50 w 4"/>
                <a:gd name="T21" fmla="*/ 83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lnTo>
                    <a:pt x="1" y="1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9" name="Freeform 1419">
              <a:extLst>
                <a:ext uri="{FF2B5EF4-FFF2-40B4-BE49-F238E27FC236}">
                  <a16:creationId xmlns:a16="http://schemas.microsoft.com/office/drawing/2014/main" id="{AD4163F7-C8E3-4B22-B8BF-A94553480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293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21 w 7"/>
                <a:gd name="T3" fmla="*/ 60 h 7"/>
                <a:gd name="T4" fmla="*/ 21 w 7"/>
                <a:gd name="T5" fmla="*/ 141 h 7"/>
                <a:gd name="T6" fmla="*/ 54 w 7"/>
                <a:gd name="T7" fmla="*/ 38 h 7"/>
                <a:gd name="T8" fmla="*/ 118 w 7"/>
                <a:gd name="T9" fmla="*/ 81 h 7"/>
                <a:gd name="T10" fmla="*/ 118 w 7"/>
                <a:gd name="T11" fmla="*/ 60 h 7"/>
                <a:gd name="T12" fmla="*/ 54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2"/>
                    <a:pt x="7" y="2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0" name="Freeform 1420">
              <a:extLst>
                <a:ext uri="{FF2B5EF4-FFF2-40B4-BE49-F238E27FC236}">
                  <a16:creationId xmlns:a16="http://schemas.microsoft.com/office/drawing/2014/main" id="{52736D33-DF86-43B9-AE9A-2213CED732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1" y="2296"/>
              <a:ext cx="18" cy="16"/>
            </a:xfrm>
            <a:custGeom>
              <a:avLst/>
              <a:gdLst>
                <a:gd name="T0" fmla="*/ 54 w 7"/>
                <a:gd name="T1" fmla="*/ 0 h 6"/>
                <a:gd name="T2" fmla="*/ 0 w 7"/>
                <a:gd name="T3" fmla="*/ 35 h 6"/>
                <a:gd name="T4" fmla="*/ 21 w 7"/>
                <a:gd name="T5" fmla="*/ 93 h 6"/>
                <a:gd name="T6" fmla="*/ 85 w 7"/>
                <a:gd name="T7" fmla="*/ 115 h 6"/>
                <a:gd name="T8" fmla="*/ 118 w 7"/>
                <a:gd name="T9" fmla="*/ 77 h 6"/>
                <a:gd name="T10" fmla="*/ 100 w 7"/>
                <a:gd name="T11" fmla="*/ 56 h 6"/>
                <a:gd name="T12" fmla="*/ 100 w 7"/>
                <a:gd name="T13" fmla="*/ 35 h 6"/>
                <a:gd name="T14" fmla="*/ 100 w 7"/>
                <a:gd name="T15" fmla="*/ 35 h 6"/>
                <a:gd name="T16" fmla="*/ 85 w 7"/>
                <a:gd name="T17" fmla="*/ 0 h 6"/>
                <a:gd name="T18" fmla="*/ 54 w 7"/>
                <a:gd name="T19" fmla="*/ 0 h 6"/>
                <a:gd name="T20" fmla="*/ 21 w 7"/>
                <a:gd name="T21" fmla="*/ 56 h 6"/>
                <a:gd name="T22" fmla="*/ 33 w 7"/>
                <a:gd name="T23" fmla="*/ 35 h 6"/>
                <a:gd name="T24" fmla="*/ 21 w 7"/>
                <a:gd name="T25" fmla="*/ 56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6"/>
                    <a:pt x="4" y="6"/>
                    <a:pt x="5" y="6"/>
                  </a:cubicBezTo>
                  <a:cubicBezTo>
                    <a:pt x="6" y="6"/>
                    <a:pt x="7" y="5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lose/>
                  <a:moveTo>
                    <a:pt x="1" y="3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1" y="2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" name="Freeform 1421">
              <a:extLst>
                <a:ext uri="{FF2B5EF4-FFF2-40B4-BE49-F238E27FC236}">
                  <a16:creationId xmlns:a16="http://schemas.microsoft.com/office/drawing/2014/main" id="{55A6598F-D0D8-4FD3-A551-E5572AC0AA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6" y="2299"/>
              <a:ext cx="13" cy="13"/>
            </a:xfrm>
            <a:custGeom>
              <a:avLst/>
              <a:gdLst>
                <a:gd name="T0" fmla="*/ 21 w 5"/>
                <a:gd name="T1" fmla="*/ 21 h 5"/>
                <a:gd name="T2" fmla="*/ 21 w 5"/>
                <a:gd name="T3" fmla="*/ 68 h 5"/>
                <a:gd name="T4" fmla="*/ 55 w 5"/>
                <a:gd name="T5" fmla="*/ 68 h 5"/>
                <a:gd name="T6" fmla="*/ 34 w 5"/>
                <a:gd name="T7" fmla="*/ 55 h 5"/>
                <a:gd name="T8" fmla="*/ 34 w 5"/>
                <a:gd name="T9" fmla="*/ 55 h 5"/>
                <a:gd name="T10" fmla="*/ 55 w 5"/>
                <a:gd name="T11" fmla="*/ 0 h 5"/>
                <a:gd name="T12" fmla="*/ 21 w 5"/>
                <a:gd name="T13" fmla="*/ 21 h 5"/>
                <a:gd name="T14" fmla="*/ 55 w 5"/>
                <a:gd name="T15" fmla="*/ 68 h 5"/>
                <a:gd name="T16" fmla="*/ 68 w 5"/>
                <a:gd name="T17" fmla="*/ 68 h 5"/>
                <a:gd name="T18" fmla="*/ 88 w 5"/>
                <a:gd name="T19" fmla="*/ 68 h 5"/>
                <a:gd name="T20" fmla="*/ 55 w 5"/>
                <a:gd name="T21" fmla="*/ 68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  <a:lnTo>
                    <a:pt x="1" y="1"/>
                  </a:lnTo>
                  <a:close/>
                  <a:moveTo>
                    <a:pt x="3" y="4"/>
                  </a:moveTo>
                  <a:cubicBezTo>
                    <a:pt x="3" y="4"/>
                    <a:pt x="3" y="5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2" name="Freeform 1422">
              <a:extLst>
                <a:ext uri="{FF2B5EF4-FFF2-40B4-BE49-F238E27FC236}">
                  <a16:creationId xmlns:a16="http://schemas.microsoft.com/office/drawing/2014/main" id="{43E6CD8A-46F2-4319-AE8B-7D0017C3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160"/>
              <a:ext cx="13" cy="19"/>
            </a:xfrm>
            <a:custGeom>
              <a:avLst/>
              <a:gdLst>
                <a:gd name="T0" fmla="*/ 34 w 5"/>
                <a:gd name="T1" fmla="*/ 22 h 7"/>
                <a:gd name="T2" fmla="*/ 21 w 5"/>
                <a:gd name="T3" fmla="*/ 38 h 7"/>
                <a:gd name="T4" fmla="*/ 0 w 5"/>
                <a:gd name="T5" fmla="*/ 60 h 7"/>
                <a:gd name="T6" fmla="*/ 0 w 5"/>
                <a:gd name="T7" fmla="*/ 81 h 7"/>
                <a:gd name="T8" fmla="*/ 21 w 5"/>
                <a:gd name="T9" fmla="*/ 141 h 7"/>
                <a:gd name="T10" fmla="*/ 68 w 5"/>
                <a:gd name="T11" fmla="*/ 117 h 7"/>
                <a:gd name="T12" fmla="*/ 68 w 5"/>
                <a:gd name="T13" fmla="*/ 103 h 7"/>
                <a:gd name="T14" fmla="*/ 88 w 5"/>
                <a:gd name="T15" fmla="*/ 81 h 7"/>
                <a:gd name="T16" fmla="*/ 88 w 5"/>
                <a:gd name="T17" fmla="*/ 60 h 7"/>
                <a:gd name="T18" fmla="*/ 88 w 5"/>
                <a:gd name="T19" fmla="*/ 60 h 7"/>
                <a:gd name="T20" fmla="*/ 68 w 5"/>
                <a:gd name="T21" fmla="*/ 22 h 7"/>
                <a:gd name="T22" fmla="*/ 34 w 5"/>
                <a:gd name="T23" fmla="*/ 22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3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3" name="Freeform 1423">
              <a:extLst>
                <a:ext uri="{FF2B5EF4-FFF2-40B4-BE49-F238E27FC236}">
                  <a16:creationId xmlns:a16="http://schemas.microsoft.com/office/drawing/2014/main" id="{2A882FA2-E548-4D1D-AB9F-A405963D9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077"/>
              <a:ext cx="25" cy="32"/>
            </a:xfrm>
            <a:custGeom>
              <a:avLst/>
              <a:gdLst>
                <a:gd name="T0" fmla="*/ 113 w 10"/>
                <a:gd name="T1" fmla="*/ 21 h 12"/>
                <a:gd name="T2" fmla="*/ 0 w 10"/>
                <a:gd name="T3" fmla="*/ 192 h 12"/>
                <a:gd name="T4" fmla="*/ 20 w 10"/>
                <a:gd name="T5" fmla="*/ 227 h 12"/>
                <a:gd name="T6" fmla="*/ 145 w 10"/>
                <a:gd name="T7" fmla="*/ 0 h 12"/>
                <a:gd name="T8" fmla="*/ 113 w 10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7" y="1"/>
                  </a:moveTo>
                  <a:cubicBezTo>
                    <a:pt x="8" y="5"/>
                    <a:pt x="5" y="8"/>
                    <a:pt x="0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7" y="9"/>
                    <a:pt x="10" y="5"/>
                    <a:pt x="9" y="0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4" name="Freeform 1424">
              <a:extLst>
                <a:ext uri="{FF2B5EF4-FFF2-40B4-BE49-F238E27FC236}">
                  <a16:creationId xmlns:a16="http://schemas.microsoft.com/office/drawing/2014/main" id="{D694D42A-4905-41ED-9AAA-946D8F36B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123"/>
              <a:ext cx="10" cy="21"/>
            </a:xfrm>
            <a:custGeom>
              <a:avLst/>
              <a:gdLst>
                <a:gd name="T0" fmla="*/ 20 w 4"/>
                <a:gd name="T1" fmla="*/ 21 h 8"/>
                <a:gd name="T2" fmla="*/ 0 w 4"/>
                <a:gd name="T3" fmla="*/ 110 h 8"/>
                <a:gd name="T4" fmla="*/ 20 w 4"/>
                <a:gd name="T5" fmla="*/ 144 h 8"/>
                <a:gd name="T6" fmla="*/ 50 w 4"/>
                <a:gd name="T7" fmla="*/ 0 h 8"/>
                <a:gd name="T8" fmla="*/ 20 w 4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1" y="1"/>
                  </a:moveTo>
                  <a:cubicBezTo>
                    <a:pt x="1" y="3"/>
                    <a:pt x="1" y="5"/>
                    <a:pt x="0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6"/>
                    <a:pt x="4" y="3"/>
                    <a:pt x="3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5" name="Freeform 1425">
              <a:extLst>
                <a:ext uri="{FF2B5EF4-FFF2-40B4-BE49-F238E27FC236}">
                  <a16:creationId xmlns:a16="http://schemas.microsoft.com/office/drawing/2014/main" id="{5F92FE1C-CCB1-4C7E-961F-55A2339E4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173"/>
              <a:ext cx="27" cy="27"/>
            </a:xfrm>
            <a:custGeom>
              <a:avLst/>
              <a:gdLst>
                <a:gd name="T0" fmla="*/ 120 w 11"/>
                <a:gd name="T1" fmla="*/ 38 h 10"/>
                <a:gd name="T2" fmla="*/ 12 w 11"/>
                <a:gd name="T3" fmla="*/ 138 h 10"/>
                <a:gd name="T4" fmla="*/ 0 w 11"/>
                <a:gd name="T5" fmla="*/ 176 h 10"/>
                <a:gd name="T6" fmla="*/ 150 w 11"/>
                <a:gd name="T7" fmla="*/ 59 h 10"/>
                <a:gd name="T8" fmla="*/ 162 w 11"/>
                <a:gd name="T9" fmla="*/ 22 h 10"/>
                <a:gd name="T10" fmla="*/ 133 w 11"/>
                <a:gd name="T11" fmla="*/ 0 h 10"/>
                <a:gd name="T12" fmla="*/ 120 w 11"/>
                <a:gd name="T13" fmla="*/ 3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">
                  <a:moveTo>
                    <a:pt x="8" y="2"/>
                  </a:moveTo>
                  <a:cubicBezTo>
                    <a:pt x="6" y="6"/>
                    <a:pt x="5" y="8"/>
                    <a:pt x="1" y="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10"/>
                    <a:pt x="8" y="7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9" y="0"/>
                    <a:pt x="9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6" name="Freeform 1426">
              <a:extLst>
                <a:ext uri="{FF2B5EF4-FFF2-40B4-BE49-F238E27FC236}">
                  <a16:creationId xmlns:a16="http://schemas.microsoft.com/office/drawing/2014/main" id="{AFB61543-D792-4138-8725-4F9DF7D9D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208"/>
              <a:ext cx="17" cy="16"/>
            </a:xfrm>
            <a:custGeom>
              <a:avLst/>
              <a:gdLst>
                <a:gd name="T0" fmla="*/ 0 w 7"/>
                <a:gd name="T1" fmla="*/ 77 h 6"/>
                <a:gd name="T2" fmla="*/ 0 w 7"/>
                <a:gd name="T3" fmla="*/ 115 h 6"/>
                <a:gd name="T4" fmla="*/ 100 w 7"/>
                <a:gd name="T5" fmla="*/ 0 h 6"/>
                <a:gd name="T6" fmla="*/ 70 w 7"/>
                <a:gd name="T7" fmla="*/ 0 h 6"/>
                <a:gd name="T8" fmla="*/ 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6"/>
                    <a:pt x="7" y="3"/>
                    <a:pt x="7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2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7" name="Freeform 1427">
              <a:extLst>
                <a:ext uri="{FF2B5EF4-FFF2-40B4-BE49-F238E27FC236}">
                  <a16:creationId xmlns:a16="http://schemas.microsoft.com/office/drawing/2014/main" id="{7981BCFC-FC7A-4645-8B3E-42D6859B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035"/>
              <a:ext cx="20" cy="29"/>
            </a:xfrm>
            <a:custGeom>
              <a:avLst/>
              <a:gdLst>
                <a:gd name="T0" fmla="*/ 95 w 8"/>
                <a:gd name="T1" fmla="*/ 21 h 11"/>
                <a:gd name="T2" fmla="*/ 33 w 8"/>
                <a:gd name="T3" fmla="*/ 21 h 11"/>
                <a:gd name="T4" fmla="*/ 20 w 8"/>
                <a:gd name="T5" fmla="*/ 90 h 11"/>
                <a:gd name="T6" fmla="*/ 0 w 8"/>
                <a:gd name="T7" fmla="*/ 90 h 11"/>
                <a:gd name="T8" fmla="*/ 20 w 8"/>
                <a:gd name="T9" fmla="*/ 124 h 11"/>
                <a:gd name="T10" fmla="*/ 20 w 8"/>
                <a:gd name="T11" fmla="*/ 124 h 11"/>
                <a:gd name="T12" fmla="*/ 20 w 8"/>
                <a:gd name="T13" fmla="*/ 124 h 11"/>
                <a:gd name="T14" fmla="*/ 63 w 8"/>
                <a:gd name="T15" fmla="*/ 182 h 11"/>
                <a:gd name="T16" fmla="*/ 113 w 8"/>
                <a:gd name="T17" fmla="*/ 145 h 11"/>
                <a:gd name="T18" fmla="*/ 125 w 8"/>
                <a:gd name="T19" fmla="*/ 124 h 11"/>
                <a:gd name="T20" fmla="*/ 125 w 8"/>
                <a:gd name="T21" fmla="*/ 90 h 11"/>
                <a:gd name="T22" fmla="*/ 125 w 8"/>
                <a:gd name="T23" fmla="*/ 76 h 11"/>
                <a:gd name="T24" fmla="*/ 125 w 8"/>
                <a:gd name="T25" fmla="*/ 76 h 11"/>
                <a:gd name="T26" fmla="*/ 125 w 8"/>
                <a:gd name="T27" fmla="*/ 55 h 11"/>
                <a:gd name="T28" fmla="*/ 125 w 8"/>
                <a:gd name="T29" fmla="*/ 34 h 11"/>
                <a:gd name="T30" fmla="*/ 95 w 8"/>
                <a:gd name="T31" fmla="*/ 2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1">
                  <a:moveTo>
                    <a:pt x="6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9"/>
                    <a:pt x="2" y="10"/>
                    <a:pt x="4" y="10"/>
                  </a:cubicBezTo>
                  <a:cubicBezTo>
                    <a:pt x="5" y="11"/>
                    <a:pt x="7" y="10"/>
                    <a:pt x="7" y="8"/>
                  </a:cubicBezTo>
                  <a:cubicBezTo>
                    <a:pt x="7" y="8"/>
                    <a:pt x="8" y="7"/>
                    <a:pt x="8" y="7"/>
                  </a:cubicBezTo>
                  <a:cubicBezTo>
                    <a:pt x="8" y="7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1"/>
                    <a:pt x="7" y="0"/>
                    <a:pt x="6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8" name="Freeform 1428">
              <a:extLst>
                <a:ext uri="{FF2B5EF4-FFF2-40B4-BE49-F238E27FC236}">
                  <a16:creationId xmlns:a16="http://schemas.microsoft.com/office/drawing/2014/main" id="{6D99CD7F-C13A-4F80-BA4D-D23D739A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040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20 w 6"/>
                <a:gd name="T3" fmla="*/ 35 h 6"/>
                <a:gd name="T4" fmla="*/ 20 w 6"/>
                <a:gd name="T5" fmla="*/ 35 h 6"/>
                <a:gd name="T6" fmla="*/ 33 w 6"/>
                <a:gd name="T7" fmla="*/ 35 h 6"/>
                <a:gd name="T8" fmla="*/ 50 w 6"/>
                <a:gd name="T9" fmla="*/ 21 h 6"/>
                <a:gd name="T10" fmla="*/ 83 w 6"/>
                <a:gd name="T11" fmla="*/ 56 h 6"/>
                <a:gd name="T12" fmla="*/ 63 w 6"/>
                <a:gd name="T13" fmla="*/ 77 h 6"/>
                <a:gd name="T14" fmla="*/ 20 w 6"/>
                <a:gd name="T15" fmla="*/ 77 h 6"/>
                <a:gd name="T16" fmla="*/ 20 w 6"/>
                <a:gd name="T17" fmla="*/ 21 h 6"/>
                <a:gd name="T18" fmla="*/ 20 w 6"/>
                <a:gd name="T19" fmla="*/ 93 h 6"/>
                <a:gd name="T20" fmla="*/ 33 w 6"/>
                <a:gd name="T21" fmla="*/ 115 h 6"/>
                <a:gd name="T22" fmla="*/ 50 w 6"/>
                <a:gd name="T23" fmla="*/ 115 h 6"/>
                <a:gd name="T24" fmla="*/ 83 w 6"/>
                <a:gd name="T25" fmla="*/ 77 h 6"/>
                <a:gd name="T26" fmla="*/ 83 w 6"/>
                <a:gd name="T27" fmla="*/ 21 h 6"/>
                <a:gd name="T28" fmla="*/ 33 w 6"/>
                <a:gd name="T29" fmla="*/ 21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2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0" y="2"/>
                    <a:pt x="0" y="3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9" name="Freeform 1429">
              <a:extLst>
                <a:ext uri="{FF2B5EF4-FFF2-40B4-BE49-F238E27FC236}">
                  <a16:creationId xmlns:a16="http://schemas.microsoft.com/office/drawing/2014/main" id="{ACBB1961-E27B-4705-AFEE-ED0528F0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053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0 w 6"/>
                <a:gd name="T3" fmla="*/ 115 h 6"/>
                <a:gd name="T4" fmla="*/ 95 w 6"/>
                <a:gd name="T5" fmla="*/ 0 h 6"/>
                <a:gd name="T6" fmla="*/ 63 w 6"/>
                <a:gd name="T7" fmla="*/ 0 h 6"/>
                <a:gd name="T8" fmla="*/ 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6" y="3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0" name="Freeform 1430">
              <a:extLst>
                <a:ext uri="{FF2B5EF4-FFF2-40B4-BE49-F238E27FC236}">
                  <a16:creationId xmlns:a16="http://schemas.microsoft.com/office/drawing/2014/main" id="{53FACA2A-CCE7-4B66-B8E0-E310AEE5A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60"/>
              <a:ext cx="15" cy="21"/>
            </a:xfrm>
            <a:custGeom>
              <a:avLst/>
              <a:gdLst>
                <a:gd name="T0" fmla="*/ 50 w 6"/>
                <a:gd name="T1" fmla="*/ 34 h 8"/>
                <a:gd name="T2" fmla="*/ 50 w 6"/>
                <a:gd name="T3" fmla="*/ 76 h 8"/>
                <a:gd name="T4" fmla="*/ 0 w 6"/>
                <a:gd name="T5" fmla="*/ 110 h 8"/>
                <a:gd name="T6" fmla="*/ 0 w 6"/>
                <a:gd name="T7" fmla="*/ 144 h 8"/>
                <a:gd name="T8" fmla="*/ 63 w 6"/>
                <a:gd name="T9" fmla="*/ 110 h 8"/>
                <a:gd name="T10" fmla="*/ 95 w 6"/>
                <a:gd name="T11" fmla="*/ 55 h 8"/>
                <a:gd name="T12" fmla="*/ 95 w 6"/>
                <a:gd name="T13" fmla="*/ 21 h 8"/>
                <a:gd name="T14" fmla="*/ 63 w 6"/>
                <a:gd name="T15" fmla="*/ 0 h 8"/>
                <a:gd name="T16" fmla="*/ 50 w 6"/>
                <a:gd name="T17" fmla="*/ 3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8">
                  <a:moveTo>
                    <a:pt x="3" y="2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1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7"/>
                    <a:pt x="4" y="6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1" name="Freeform 1431">
              <a:extLst>
                <a:ext uri="{FF2B5EF4-FFF2-40B4-BE49-F238E27FC236}">
                  <a16:creationId xmlns:a16="http://schemas.microsoft.com/office/drawing/2014/main" id="{9635E36E-70EE-49ED-B9BB-B47355139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253"/>
              <a:ext cx="25" cy="19"/>
            </a:xfrm>
            <a:custGeom>
              <a:avLst/>
              <a:gdLst>
                <a:gd name="T0" fmla="*/ 33 w 10"/>
                <a:gd name="T1" fmla="*/ 22 h 7"/>
                <a:gd name="T2" fmla="*/ 20 w 10"/>
                <a:gd name="T3" fmla="*/ 103 h 7"/>
                <a:gd name="T4" fmla="*/ 95 w 10"/>
                <a:gd name="T5" fmla="*/ 117 h 7"/>
                <a:gd name="T6" fmla="*/ 95 w 10"/>
                <a:gd name="T7" fmla="*/ 117 h 7"/>
                <a:gd name="T8" fmla="*/ 63 w 10"/>
                <a:gd name="T9" fmla="*/ 117 h 7"/>
                <a:gd name="T10" fmla="*/ 50 w 10"/>
                <a:gd name="T11" fmla="*/ 103 h 7"/>
                <a:gd name="T12" fmla="*/ 113 w 10"/>
                <a:gd name="T13" fmla="*/ 117 h 7"/>
                <a:gd name="T14" fmla="*/ 145 w 10"/>
                <a:gd name="T15" fmla="*/ 60 h 7"/>
                <a:gd name="T16" fmla="*/ 113 w 10"/>
                <a:gd name="T17" fmla="*/ 0 h 7"/>
                <a:gd name="T18" fmla="*/ 33 w 10"/>
                <a:gd name="T19" fmla="*/ 22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7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6" y="7"/>
                    <a:pt x="7" y="6"/>
                  </a:cubicBezTo>
                  <a:cubicBezTo>
                    <a:pt x="9" y="5"/>
                    <a:pt x="10" y="4"/>
                    <a:pt x="9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0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2" name="Freeform 1432">
              <a:extLst>
                <a:ext uri="{FF2B5EF4-FFF2-40B4-BE49-F238E27FC236}">
                  <a16:creationId xmlns:a16="http://schemas.microsoft.com/office/drawing/2014/main" id="{55B727FC-AA33-4E5C-BF44-EF137967D8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261"/>
              <a:ext cx="20" cy="27"/>
            </a:xfrm>
            <a:custGeom>
              <a:avLst/>
              <a:gdLst>
                <a:gd name="T0" fmla="*/ 50 w 8"/>
                <a:gd name="T1" fmla="*/ 0 h 10"/>
                <a:gd name="T2" fmla="*/ 20 w 8"/>
                <a:gd name="T3" fmla="*/ 81 h 10"/>
                <a:gd name="T4" fmla="*/ 0 w 8"/>
                <a:gd name="T5" fmla="*/ 103 h 10"/>
                <a:gd name="T6" fmla="*/ 20 w 8"/>
                <a:gd name="T7" fmla="*/ 159 h 10"/>
                <a:gd name="T8" fmla="*/ 50 w 8"/>
                <a:gd name="T9" fmla="*/ 197 h 10"/>
                <a:gd name="T10" fmla="*/ 95 w 8"/>
                <a:gd name="T11" fmla="*/ 176 h 10"/>
                <a:gd name="T12" fmla="*/ 95 w 8"/>
                <a:gd name="T13" fmla="*/ 159 h 10"/>
                <a:gd name="T14" fmla="*/ 125 w 8"/>
                <a:gd name="T15" fmla="*/ 81 h 10"/>
                <a:gd name="T16" fmla="*/ 125 w 8"/>
                <a:gd name="T17" fmla="*/ 81 h 10"/>
                <a:gd name="T18" fmla="*/ 95 w 8"/>
                <a:gd name="T19" fmla="*/ 22 h 10"/>
                <a:gd name="T20" fmla="*/ 50 w 8"/>
                <a:gd name="T21" fmla="*/ 0 h 10"/>
                <a:gd name="T22" fmla="*/ 63 w 8"/>
                <a:gd name="T23" fmla="*/ 59 h 10"/>
                <a:gd name="T24" fmla="*/ 95 w 8"/>
                <a:gd name="T25" fmla="*/ 81 h 10"/>
                <a:gd name="T26" fmla="*/ 95 w 8"/>
                <a:gd name="T27" fmla="*/ 81 h 10"/>
                <a:gd name="T28" fmla="*/ 113 w 8"/>
                <a:gd name="T29" fmla="*/ 116 h 10"/>
                <a:gd name="T30" fmla="*/ 95 w 8"/>
                <a:gd name="T31" fmla="*/ 116 h 10"/>
                <a:gd name="T32" fmla="*/ 95 w 8"/>
                <a:gd name="T33" fmla="*/ 116 h 10"/>
                <a:gd name="T34" fmla="*/ 95 w 8"/>
                <a:gd name="T35" fmla="*/ 138 h 10"/>
                <a:gd name="T36" fmla="*/ 33 w 8"/>
                <a:gd name="T37" fmla="*/ 116 h 10"/>
                <a:gd name="T38" fmla="*/ 33 w 8"/>
                <a:gd name="T39" fmla="*/ 103 h 10"/>
                <a:gd name="T40" fmla="*/ 33 w 8"/>
                <a:gd name="T41" fmla="*/ 81 h 10"/>
                <a:gd name="T42" fmla="*/ 33 w 8"/>
                <a:gd name="T43" fmla="*/ 81 h 10"/>
                <a:gd name="T44" fmla="*/ 33 w 8"/>
                <a:gd name="T45" fmla="*/ 81 h 10"/>
                <a:gd name="T46" fmla="*/ 33 w 8"/>
                <a:gd name="T47" fmla="*/ 59 h 10"/>
                <a:gd name="T48" fmla="*/ 33 w 8"/>
                <a:gd name="T49" fmla="*/ 81 h 10"/>
                <a:gd name="T50" fmla="*/ 33 w 8"/>
                <a:gd name="T51" fmla="*/ 59 h 10"/>
                <a:gd name="T52" fmla="*/ 63 w 8"/>
                <a:gd name="T53" fmla="*/ 59 h 10"/>
                <a:gd name="T54" fmla="*/ 33 w 8"/>
                <a:gd name="T55" fmla="*/ 81 h 10"/>
                <a:gd name="T56" fmla="*/ 33 w 8"/>
                <a:gd name="T57" fmla="*/ 81 h 10"/>
                <a:gd name="T58" fmla="*/ 33 w 8"/>
                <a:gd name="T59" fmla="*/ 103 h 10"/>
                <a:gd name="T60" fmla="*/ 33 w 8"/>
                <a:gd name="T61" fmla="*/ 81 h 10"/>
                <a:gd name="T62" fmla="*/ 33 w 8"/>
                <a:gd name="T63" fmla="*/ 103 h 10"/>
                <a:gd name="T64" fmla="*/ 33 w 8"/>
                <a:gd name="T65" fmla="*/ 103 h 10"/>
                <a:gd name="T66" fmla="*/ 33 w 8"/>
                <a:gd name="T67" fmla="*/ 103 h 10"/>
                <a:gd name="T68" fmla="*/ 33 w 8"/>
                <a:gd name="T69" fmla="*/ 103 h 10"/>
                <a:gd name="T70" fmla="*/ 33 w 8"/>
                <a:gd name="T71" fmla="*/ 81 h 10"/>
                <a:gd name="T72" fmla="*/ 33 w 8"/>
                <a:gd name="T73" fmla="*/ 81 h 10"/>
                <a:gd name="T74" fmla="*/ 50 w 8"/>
                <a:gd name="T75" fmla="*/ 116 h 10"/>
                <a:gd name="T76" fmla="*/ 95 w 8"/>
                <a:gd name="T77" fmla="*/ 116 h 10"/>
                <a:gd name="T78" fmla="*/ 95 w 8"/>
                <a:gd name="T79" fmla="*/ 116 h 10"/>
                <a:gd name="T80" fmla="*/ 95 w 8"/>
                <a:gd name="T81" fmla="*/ 81 h 10"/>
                <a:gd name="T82" fmla="*/ 63 w 8"/>
                <a:gd name="T83" fmla="*/ 59 h 10"/>
                <a:gd name="T84" fmla="*/ 33 w 8"/>
                <a:gd name="T85" fmla="*/ 81 h 1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" h="10">
                  <a:moveTo>
                    <a:pt x="3" y="0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10"/>
                    <a:pt x="2" y="10"/>
                    <a:pt x="3" y="10"/>
                  </a:cubicBezTo>
                  <a:cubicBezTo>
                    <a:pt x="4" y="10"/>
                    <a:pt x="5" y="9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7"/>
                    <a:pt x="8" y="6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4" y="3"/>
                  </a:moveTo>
                  <a:cubicBezTo>
                    <a:pt x="5" y="3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7" y="5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5" y="8"/>
                    <a:pt x="4" y="8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3" y="3"/>
                    <a:pt x="3" y="3"/>
                    <a:pt x="4" y="3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4" y="7"/>
                    <a:pt x="5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3" name="Freeform 1433">
              <a:extLst>
                <a:ext uri="{FF2B5EF4-FFF2-40B4-BE49-F238E27FC236}">
                  <a16:creationId xmlns:a16="http://schemas.microsoft.com/office/drawing/2014/main" id="{3F9B7D53-9EBC-4564-96E6-CE59805FA6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267"/>
              <a:ext cx="20" cy="18"/>
            </a:xfrm>
            <a:custGeom>
              <a:avLst/>
              <a:gdLst>
                <a:gd name="T0" fmla="*/ 20 w 8"/>
                <a:gd name="T1" fmla="*/ 21 h 7"/>
                <a:gd name="T2" fmla="*/ 20 w 8"/>
                <a:gd name="T3" fmla="*/ 100 h 7"/>
                <a:gd name="T4" fmla="*/ 50 w 8"/>
                <a:gd name="T5" fmla="*/ 118 h 7"/>
                <a:gd name="T6" fmla="*/ 63 w 8"/>
                <a:gd name="T7" fmla="*/ 118 h 7"/>
                <a:gd name="T8" fmla="*/ 95 w 8"/>
                <a:gd name="T9" fmla="*/ 85 h 7"/>
                <a:gd name="T10" fmla="*/ 125 w 8"/>
                <a:gd name="T11" fmla="*/ 54 h 7"/>
                <a:gd name="T12" fmla="*/ 113 w 8"/>
                <a:gd name="T13" fmla="*/ 33 h 7"/>
                <a:gd name="T14" fmla="*/ 83 w 8"/>
                <a:gd name="T15" fmla="*/ 21 h 7"/>
                <a:gd name="T16" fmla="*/ 63 w 8"/>
                <a:gd name="T17" fmla="*/ 21 h 7"/>
                <a:gd name="T18" fmla="*/ 63 w 8"/>
                <a:gd name="T19" fmla="*/ 21 h 7"/>
                <a:gd name="T20" fmla="*/ 50 w 8"/>
                <a:gd name="T21" fmla="*/ 0 h 7"/>
                <a:gd name="T22" fmla="*/ 20 w 8"/>
                <a:gd name="T23" fmla="*/ 21 h 7"/>
                <a:gd name="T24" fmla="*/ 33 w 8"/>
                <a:gd name="T25" fmla="*/ 67 h 7"/>
                <a:gd name="T26" fmla="*/ 33 w 8"/>
                <a:gd name="T27" fmla="*/ 54 h 7"/>
                <a:gd name="T28" fmla="*/ 33 w 8"/>
                <a:gd name="T29" fmla="*/ 54 h 7"/>
                <a:gd name="T30" fmla="*/ 83 w 8"/>
                <a:gd name="T31" fmla="*/ 54 h 7"/>
                <a:gd name="T32" fmla="*/ 50 w 8"/>
                <a:gd name="T33" fmla="*/ 67 h 7"/>
                <a:gd name="T34" fmla="*/ 33 w 8"/>
                <a:gd name="T35" fmla="*/ 67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2" y="7"/>
                    <a:pt x="2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8" y="3"/>
                    <a:pt x="7" y="3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2" y="4"/>
                  </a:move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4" y="3"/>
                    <a:pt x="5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4" name="Freeform 1434">
              <a:extLst>
                <a:ext uri="{FF2B5EF4-FFF2-40B4-BE49-F238E27FC236}">
                  <a16:creationId xmlns:a16="http://schemas.microsoft.com/office/drawing/2014/main" id="{1D1ED3F8-83F6-45FF-8626-8087E4DCF3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6" y="2248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20 w 6"/>
                <a:gd name="T3" fmla="*/ 34 h 5"/>
                <a:gd name="T4" fmla="*/ 20 w 6"/>
                <a:gd name="T5" fmla="*/ 68 h 5"/>
                <a:gd name="T6" fmla="*/ 33 w 6"/>
                <a:gd name="T7" fmla="*/ 88 h 5"/>
                <a:gd name="T8" fmla="*/ 83 w 6"/>
                <a:gd name="T9" fmla="*/ 88 h 5"/>
                <a:gd name="T10" fmla="*/ 95 w 6"/>
                <a:gd name="T11" fmla="*/ 68 h 5"/>
                <a:gd name="T12" fmla="*/ 95 w 6"/>
                <a:gd name="T13" fmla="*/ 55 h 5"/>
                <a:gd name="T14" fmla="*/ 95 w 6"/>
                <a:gd name="T15" fmla="*/ 55 h 5"/>
                <a:gd name="T16" fmla="*/ 83 w 6"/>
                <a:gd name="T17" fmla="*/ 68 h 5"/>
                <a:gd name="T18" fmla="*/ 50 w 6"/>
                <a:gd name="T19" fmla="*/ 88 h 5"/>
                <a:gd name="T20" fmla="*/ 33 w 6"/>
                <a:gd name="T21" fmla="*/ 55 h 5"/>
                <a:gd name="T22" fmla="*/ 33 w 6"/>
                <a:gd name="T23" fmla="*/ 55 h 5"/>
                <a:gd name="T24" fmla="*/ 33 w 6"/>
                <a:gd name="T25" fmla="*/ 34 h 5"/>
                <a:gd name="T26" fmla="*/ 50 w 6"/>
                <a:gd name="T27" fmla="*/ 21 h 5"/>
                <a:gd name="T28" fmla="*/ 50 w 6"/>
                <a:gd name="T29" fmla="*/ 21 h 5"/>
                <a:gd name="T30" fmla="*/ 63 w 6"/>
                <a:gd name="T31" fmla="*/ 21 h 5"/>
                <a:gd name="T32" fmla="*/ 63 w 6"/>
                <a:gd name="T33" fmla="*/ 21 h 5"/>
                <a:gd name="T34" fmla="*/ 63 w 6"/>
                <a:gd name="T35" fmla="*/ 0 h 5"/>
                <a:gd name="T36" fmla="*/ 33 w 6"/>
                <a:gd name="T37" fmla="*/ 21 h 5"/>
                <a:gd name="T38" fmla="*/ 95 w 6"/>
                <a:gd name="T39" fmla="*/ 34 h 5"/>
                <a:gd name="T40" fmla="*/ 63 w 6"/>
                <a:gd name="T41" fmla="*/ 21 h 5"/>
                <a:gd name="T42" fmla="*/ 63 w 6"/>
                <a:gd name="T43" fmla="*/ 21 h 5"/>
                <a:gd name="T44" fmla="*/ 95 w 6"/>
                <a:gd name="T45" fmla="*/ 34 h 5"/>
                <a:gd name="T46" fmla="*/ 63 w 6"/>
                <a:gd name="T47" fmla="*/ 21 h 5"/>
                <a:gd name="T48" fmla="*/ 63 w 6"/>
                <a:gd name="T49" fmla="*/ 21 h 5"/>
                <a:gd name="T50" fmla="*/ 50 w 6"/>
                <a:gd name="T51" fmla="*/ 21 h 5"/>
                <a:gd name="T52" fmla="*/ 95 w 6"/>
                <a:gd name="T53" fmla="*/ 55 h 5"/>
                <a:gd name="T54" fmla="*/ 95 w 6"/>
                <a:gd name="T55" fmla="*/ 55 h 5"/>
                <a:gd name="T56" fmla="*/ 95 w 6"/>
                <a:gd name="T57" fmla="*/ 34 h 5"/>
                <a:gd name="T58" fmla="*/ 63 w 6"/>
                <a:gd name="T59" fmla="*/ 21 h 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lose/>
                  <a:moveTo>
                    <a:pt x="6" y="2"/>
                  </a:moveTo>
                  <a:cubicBezTo>
                    <a:pt x="6" y="1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6" y="1"/>
                    <a:pt x="6" y="2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6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1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5" name="Freeform 1435">
              <a:extLst>
                <a:ext uri="{FF2B5EF4-FFF2-40B4-BE49-F238E27FC236}">
                  <a16:creationId xmlns:a16="http://schemas.microsoft.com/office/drawing/2014/main" id="{2E7197B1-4E70-47E6-89E0-58D2187FDF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253"/>
              <a:ext cx="13" cy="16"/>
            </a:xfrm>
            <a:custGeom>
              <a:avLst/>
              <a:gdLst>
                <a:gd name="T0" fmla="*/ 0 w 5"/>
                <a:gd name="T1" fmla="*/ 0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77 h 6"/>
                <a:gd name="T10" fmla="*/ 0 w 5"/>
                <a:gd name="T11" fmla="*/ 77 h 6"/>
                <a:gd name="T12" fmla="*/ 21 w 5"/>
                <a:gd name="T13" fmla="*/ 93 h 6"/>
                <a:gd name="T14" fmla="*/ 34 w 5"/>
                <a:gd name="T15" fmla="*/ 115 h 6"/>
                <a:gd name="T16" fmla="*/ 88 w 5"/>
                <a:gd name="T17" fmla="*/ 56 h 6"/>
                <a:gd name="T18" fmla="*/ 55 w 5"/>
                <a:gd name="T19" fmla="*/ 0 h 6"/>
                <a:gd name="T20" fmla="*/ 0 w 5"/>
                <a:gd name="T21" fmla="*/ 0 h 6"/>
                <a:gd name="T22" fmla="*/ 68 w 5"/>
                <a:gd name="T23" fmla="*/ 77 h 6"/>
                <a:gd name="T24" fmla="*/ 68 w 5"/>
                <a:gd name="T25" fmla="*/ 77 h 6"/>
                <a:gd name="T26" fmla="*/ 55 w 5"/>
                <a:gd name="T27" fmla="*/ 93 h 6"/>
                <a:gd name="T28" fmla="*/ 68 w 5"/>
                <a:gd name="T29" fmla="*/ 77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3" y="5"/>
                  </a:cubicBezTo>
                  <a:cubicBezTo>
                    <a:pt x="4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6" name="Freeform 1436">
              <a:extLst>
                <a:ext uri="{FF2B5EF4-FFF2-40B4-BE49-F238E27FC236}">
                  <a16:creationId xmlns:a16="http://schemas.microsoft.com/office/drawing/2014/main" id="{14AECE7A-175D-4755-AFD2-C6D48FD7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72"/>
              <a:ext cx="17" cy="24"/>
            </a:xfrm>
            <a:custGeom>
              <a:avLst/>
              <a:gdLst>
                <a:gd name="T0" fmla="*/ 58 w 7"/>
                <a:gd name="T1" fmla="*/ 56 h 9"/>
                <a:gd name="T2" fmla="*/ 41 w 7"/>
                <a:gd name="T3" fmla="*/ 93 h 9"/>
                <a:gd name="T4" fmla="*/ 0 w 7"/>
                <a:gd name="T5" fmla="*/ 136 h 9"/>
                <a:gd name="T6" fmla="*/ 12 w 7"/>
                <a:gd name="T7" fmla="*/ 171 h 9"/>
                <a:gd name="T8" fmla="*/ 70 w 7"/>
                <a:gd name="T9" fmla="*/ 115 h 9"/>
                <a:gd name="T10" fmla="*/ 87 w 7"/>
                <a:gd name="T11" fmla="*/ 56 h 9"/>
                <a:gd name="T12" fmla="*/ 100 w 7"/>
                <a:gd name="T13" fmla="*/ 21 h 9"/>
                <a:gd name="T14" fmla="*/ 70 w 7"/>
                <a:gd name="T15" fmla="*/ 0 h 9"/>
                <a:gd name="T16" fmla="*/ 58 w 7"/>
                <a:gd name="T17" fmla="*/ 5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4" y="8"/>
                    <a:pt x="5" y="6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7" name="Freeform 1437">
              <a:extLst>
                <a:ext uri="{FF2B5EF4-FFF2-40B4-BE49-F238E27FC236}">
                  <a16:creationId xmlns:a16="http://schemas.microsoft.com/office/drawing/2014/main" id="{233F05A6-ECF6-4BD8-AA15-F806C0D94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04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0 w 6"/>
                <a:gd name="T3" fmla="*/ 141 h 7"/>
                <a:gd name="T4" fmla="*/ 95 w 6"/>
                <a:gd name="T5" fmla="*/ 0 h 7"/>
                <a:gd name="T6" fmla="*/ 63 w 6"/>
                <a:gd name="T7" fmla="*/ 0 h 7"/>
                <a:gd name="T8" fmla="*/ 0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3" y="7"/>
                    <a:pt x="6" y="3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2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8" name="Freeform 1438">
              <a:extLst>
                <a:ext uri="{FF2B5EF4-FFF2-40B4-BE49-F238E27FC236}">
                  <a16:creationId xmlns:a16="http://schemas.microsoft.com/office/drawing/2014/main" id="{BCE64940-BEF7-4CC0-913C-CAD169C1D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056"/>
              <a:ext cx="10" cy="19"/>
            </a:xfrm>
            <a:custGeom>
              <a:avLst/>
              <a:gdLst>
                <a:gd name="T0" fmla="*/ 20 w 4"/>
                <a:gd name="T1" fmla="*/ 22 h 7"/>
                <a:gd name="T2" fmla="*/ 0 w 4"/>
                <a:gd name="T3" fmla="*/ 103 h 7"/>
                <a:gd name="T4" fmla="*/ 20 w 4"/>
                <a:gd name="T5" fmla="*/ 141 h 7"/>
                <a:gd name="T6" fmla="*/ 50 w 4"/>
                <a:gd name="T7" fmla="*/ 0 h 7"/>
                <a:gd name="T8" fmla="*/ 20 w 4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2"/>
                    <a:pt x="1" y="4"/>
                    <a:pt x="0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6"/>
                    <a:pt x="4" y="2"/>
                    <a:pt x="3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9" name="Freeform 1439">
              <a:extLst>
                <a:ext uri="{FF2B5EF4-FFF2-40B4-BE49-F238E27FC236}">
                  <a16:creationId xmlns:a16="http://schemas.microsoft.com/office/drawing/2014/main" id="{E9369676-96D4-46B1-9C91-0B72375C2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32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47 h 4"/>
                <a:gd name="T4" fmla="*/ 21 w 5"/>
                <a:gd name="T5" fmla="*/ 83 h 4"/>
                <a:gd name="T6" fmla="*/ 68 w 5"/>
                <a:gd name="T7" fmla="*/ 0 h 4"/>
                <a:gd name="T8" fmla="*/ 34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4"/>
                    <a:pt x="5" y="2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0" name="Freeform 1440">
              <a:extLst>
                <a:ext uri="{FF2B5EF4-FFF2-40B4-BE49-F238E27FC236}">
                  <a16:creationId xmlns:a16="http://schemas.microsoft.com/office/drawing/2014/main" id="{911F7248-E68B-47A6-A364-BEBD2F211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075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0 w 5"/>
                <a:gd name="T3" fmla="*/ 55 h 5"/>
                <a:gd name="T4" fmla="*/ 12 w 5"/>
                <a:gd name="T5" fmla="*/ 88 h 5"/>
                <a:gd name="T6" fmla="*/ 70 w 5"/>
                <a:gd name="T7" fmla="*/ 0 h 5"/>
                <a:gd name="T8" fmla="*/ 29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4"/>
                    <a:pt x="5" y="2"/>
                    <a:pt x="5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1" name="Freeform 1441">
              <a:extLst>
                <a:ext uri="{FF2B5EF4-FFF2-40B4-BE49-F238E27FC236}">
                  <a16:creationId xmlns:a16="http://schemas.microsoft.com/office/drawing/2014/main" id="{CBBDD856-3870-405A-92BF-0AB360C8B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128"/>
              <a:ext cx="17" cy="19"/>
            </a:xfrm>
            <a:custGeom>
              <a:avLst/>
              <a:gdLst>
                <a:gd name="T0" fmla="*/ 0 w 7"/>
                <a:gd name="T1" fmla="*/ 81 h 7"/>
                <a:gd name="T2" fmla="*/ 0 w 7"/>
                <a:gd name="T3" fmla="*/ 141 h 7"/>
                <a:gd name="T4" fmla="*/ 100 w 7"/>
                <a:gd name="T5" fmla="*/ 22 h 7"/>
                <a:gd name="T6" fmla="*/ 70 w 7"/>
                <a:gd name="T7" fmla="*/ 0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3" y="7"/>
                    <a:pt x="6" y="5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2"/>
                    <a:pt x="3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2" name="Freeform 1442">
              <a:extLst>
                <a:ext uri="{FF2B5EF4-FFF2-40B4-BE49-F238E27FC236}">
                  <a16:creationId xmlns:a16="http://schemas.microsoft.com/office/drawing/2014/main" id="{F0A84335-9436-487A-B35F-39B9231850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6" y="2096"/>
              <a:ext cx="33" cy="29"/>
            </a:xfrm>
            <a:custGeom>
              <a:avLst/>
              <a:gdLst>
                <a:gd name="T0" fmla="*/ 96 w 13"/>
                <a:gd name="T1" fmla="*/ 0 h 11"/>
                <a:gd name="T2" fmla="*/ 63 w 13"/>
                <a:gd name="T3" fmla="*/ 0 h 11"/>
                <a:gd name="T4" fmla="*/ 20 w 13"/>
                <a:gd name="T5" fmla="*/ 34 h 11"/>
                <a:gd name="T6" fmla="*/ 33 w 13"/>
                <a:gd name="T7" fmla="*/ 166 h 11"/>
                <a:gd name="T8" fmla="*/ 117 w 13"/>
                <a:gd name="T9" fmla="*/ 200 h 11"/>
                <a:gd name="T10" fmla="*/ 193 w 13"/>
                <a:gd name="T11" fmla="*/ 111 h 11"/>
                <a:gd name="T12" fmla="*/ 160 w 13"/>
                <a:gd name="T13" fmla="*/ 21 h 11"/>
                <a:gd name="T14" fmla="*/ 96 w 13"/>
                <a:gd name="T15" fmla="*/ 0 h 11"/>
                <a:gd name="T16" fmla="*/ 96 w 13"/>
                <a:gd name="T17" fmla="*/ 90 h 11"/>
                <a:gd name="T18" fmla="*/ 117 w 13"/>
                <a:gd name="T19" fmla="*/ 90 h 11"/>
                <a:gd name="T20" fmla="*/ 96 w 13"/>
                <a:gd name="T21" fmla="*/ 111 h 11"/>
                <a:gd name="T22" fmla="*/ 96 w 13"/>
                <a:gd name="T23" fmla="*/ 111 h 11"/>
                <a:gd name="T24" fmla="*/ 96 w 13"/>
                <a:gd name="T25" fmla="*/ 90 h 11"/>
                <a:gd name="T26" fmla="*/ 96 w 13"/>
                <a:gd name="T27" fmla="*/ 90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4"/>
                    <a:pt x="0" y="7"/>
                    <a:pt x="2" y="9"/>
                  </a:cubicBezTo>
                  <a:cubicBezTo>
                    <a:pt x="3" y="10"/>
                    <a:pt x="5" y="11"/>
                    <a:pt x="7" y="11"/>
                  </a:cubicBezTo>
                  <a:cubicBezTo>
                    <a:pt x="9" y="11"/>
                    <a:pt x="11" y="9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lose/>
                  <a:moveTo>
                    <a:pt x="6" y="5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3" name="Freeform 1443">
              <a:extLst>
                <a:ext uri="{FF2B5EF4-FFF2-40B4-BE49-F238E27FC236}">
                  <a16:creationId xmlns:a16="http://schemas.microsoft.com/office/drawing/2014/main" id="{54E5D1C9-D0CC-465C-A959-B12F2626DF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1" y="2101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21 w 7"/>
                <a:gd name="T3" fmla="*/ 60 h 7"/>
                <a:gd name="T4" fmla="*/ 33 w 7"/>
                <a:gd name="T5" fmla="*/ 117 h 7"/>
                <a:gd name="T6" fmla="*/ 33 w 7"/>
                <a:gd name="T7" fmla="*/ 117 h 7"/>
                <a:gd name="T8" fmla="*/ 54 w 7"/>
                <a:gd name="T9" fmla="*/ 117 h 7"/>
                <a:gd name="T10" fmla="*/ 85 w 7"/>
                <a:gd name="T11" fmla="*/ 117 h 7"/>
                <a:gd name="T12" fmla="*/ 100 w 7"/>
                <a:gd name="T13" fmla="*/ 22 h 7"/>
                <a:gd name="T14" fmla="*/ 54 w 7"/>
                <a:gd name="T15" fmla="*/ 0 h 7"/>
                <a:gd name="T16" fmla="*/ 54 w 7"/>
                <a:gd name="T17" fmla="*/ 38 h 7"/>
                <a:gd name="T18" fmla="*/ 67 w 7"/>
                <a:gd name="T19" fmla="*/ 38 h 7"/>
                <a:gd name="T20" fmla="*/ 85 w 7"/>
                <a:gd name="T21" fmla="*/ 60 h 7"/>
                <a:gd name="T22" fmla="*/ 85 w 7"/>
                <a:gd name="T23" fmla="*/ 60 h 7"/>
                <a:gd name="T24" fmla="*/ 85 w 7"/>
                <a:gd name="T25" fmla="*/ 81 h 7"/>
                <a:gd name="T26" fmla="*/ 33 w 7"/>
                <a:gd name="T27" fmla="*/ 60 h 7"/>
                <a:gd name="T28" fmla="*/ 33 w 7"/>
                <a:gd name="T29" fmla="*/ 60 h 7"/>
                <a:gd name="T30" fmla="*/ 54 w 7"/>
                <a:gd name="T31" fmla="*/ 38 h 7"/>
                <a:gd name="T32" fmla="*/ 54 w 7"/>
                <a:gd name="T33" fmla="*/ 38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0"/>
                    <a:pt x="1" y="2"/>
                    <a:pt x="1" y="3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3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4" name="Freeform 1444">
              <a:extLst>
                <a:ext uri="{FF2B5EF4-FFF2-40B4-BE49-F238E27FC236}">
                  <a16:creationId xmlns:a16="http://schemas.microsoft.com/office/drawing/2014/main" id="{F16D60E5-A9AF-4DD5-8E5E-B196E4F2FB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9" y="2104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88 h 5"/>
                <a:gd name="T4" fmla="*/ 58 w 5"/>
                <a:gd name="T5" fmla="*/ 68 h 5"/>
                <a:gd name="T6" fmla="*/ 70 w 5"/>
                <a:gd name="T7" fmla="*/ 55 h 5"/>
                <a:gd name="T8" fmla="*/ 58 w 5"/>
                <a:gd name="T9" fmla="*/ 55 h 5"/>
                <a:gd name="T10" fmla="*/ 70 w 5"/>
                <a:gd name="T11" fmla="*/ 34 h 5"/>
                <a:gd name="T12" fmla="*/ 70 w 5"/>
                <a:gd name="T13" fmla="*/ 34 h 5"/>
                <a:gd name="T14" fmla="*/ 41 w 5"/>
                <a:gd name="T15" fmla="*/ 0 h 5"/>
                <a:gd name="T16" fmla="*/ 0 w 5"/>
                <a:gd name="T17" fmla="*/ 34 h 5"/>
                <a:gd name="T18" fmla="*/ 41 w 5"/>
                <a:gd name="T19" fmla="*/ 68 h 5"/>
                <a:gd name="T20" fmla="*/ 41 w 5"/>
                <a:gd name="T21" fmla="*/ 68 h 5"/>
                <a:gd name="T22" fmla="*/ 41 w 5"/>
                <a:gd name="T23" fmla="*/ 68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5" name="Freeform 1445">
              <a:extLst>
                <a:ext uri="{FF2B5EF4-FFF2-40B4-BE49-F238E27FC236}">
                  <a16:creationId xmlns:a16="http://schemas.microsoft.com/office/drawing/2014/main" id="{958F83BE-3A05-4527-9AD9-01F20647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115"/>
              <a:ext cx="17" cy="18"/>
            </a:xfrm>
            <a:custGeom>
              <a:avLst/>
              <a:gdLst>
                <a:gd name="T0" fmla="*/ 0 w 7"/>
                <a:gd name="T1" fmla="*/ 67 h 7"/>
                <a:gd name="T2" fmla="*/ 0 w 7"/>
                <a:gd name="T3" fmla="*/ 118 h 7"/>
                <a:gd name="T4" fmla="*/ 100 w 7"/>
                <a:gd name="T5" fmla="*/ 21 h 7"/>
                <a:gd name="T6" fmla="*/ 70 w 7"/>
                <a:gd name="T7" fmla="*/ 0 h 7"/>
                <a:gd name="T8" fmla="*/ 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3" y="7"/>
                    <a:pt x="6" y="5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2"/>
                    <a:pt x="3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6" name="Freeform 1446">
              <a:extLst>
                <a:ext uri="{FF2B5EF4-FFF2-40B4-BE49-F238E27FC236}">
                  <a16:creationId xmlns:a16="http://schemas.microsoft.com/office/drawing/2014/main" id="{00B4ADE9-67B5-4CEF-AA57-A7AF1FABB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168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50 w 8"/>
                <a:gd name="T3" fmla="*/ 93 h 9"/>
                <a:gd name="T4" fmla="*/ 0 w 8"/>
                <a:gd name="T5" fmla="*/ 136 h 9"/>
                <a:gd name="T6" fmla="*/ 0 w 8"/>
                <a:gd name="T7" fmla="*/ 171 h 9"/>
                <a:gd name="T8" fmla="*/ 83 w 8"/>
                <a:gd name="T9" fmla="*/ 136 h 9"/>
                <a:gd name="T10" fmla="*/ 113 w 8"/>
                <a:gd name="T11" fmla="*/ 0 h 9"/>
                <a:gd name="T12" fmla="*/ 83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5" y="1"/>
                    <a:pt x="4" y="4"/>
                    <a:pt x="3" y="5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8"/>
                    <a:pt x="5" y="7"/>
                  </a:cubicBezTo>
                  <a:cubicBezTo>
                    <a:pt x="6" y="5"/>
                    <a:pt x="8" y="2"/>
                    <a:pt x="7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7" name="Freeform 1447">
              <a:extLst>
                <a:ext uri="{FF2B5EF4-FFF2-40B4-BE49-F238E27FC236}">
                  <a16:creationId xmlns:a16="http://schemas.microsoft.com/office/drawing/2014/main" id="{3DDED365-956C-4C43-9661-3DF107C28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179"/>
              <a:ext cx="10" cy="18"/>
            </a:xfrm>
            <a:custGeom>
              <a:avLst/>
              <a:gdLst>
                <a:gd name="T0" fmla="*/ 20 w 4"/>
                <a:gd name="T1" fmla="*/ 0 h 7"/>
                <a:gd name="T2" fmla="*/ 0 w 4"/>
                <a:gd name="T3" fmla="*/ 85 h 7"/>
                <a:gd name="T4" fmla="*/ 20 w 4"/>
                <a:gd name="T5" fmla="*/ 118 h 7"/>
                <a:gd name="T6" fmla="*/ 50 w 4"/>
                <a:gd name="T7" fmla="*/ 0 h 7"/>
                <a:gd name="T8" fmla="*/ 20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5"/>
                    <a:pt x="4" y="3"/>
                    <a:pt x="3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8" name="Freeform 1448">
              <a:extLst>
                <a:ext uri="{FF2B5EF4-FFF2-40B4-BE49-F238E27FC236}">
                  <a16:creationId xmlns:a16="http://schemas.microsoft.com/office/drawing/2014/main" id="{1B889C63-B553-422F-A3E0-638B9CEBD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200"/>
              <a:ext cx="20" cy="19"/>
            </a:xfrm>
            <a:custGeom>
              <a:avLst/>
              <a:gdLst>
                <a:gd name="T0" fmla="*/ 83 w 8"/>
                <a:gd name="T1" fmla="*/ 0 h 7"/>
                <a:gd name="T2" fmla="*/ 0 w 8"/>
                <a:gd name="T3" fmla="*/ 103 h 7"/>
                <a:gd name="T4" fmla="*/ 0 w 8"/>
                <a:gd name="T5" fmla="*/ 103 h 7"/>
                <a:gd name="T6" fmla="*/ 0 w 8"/>
                <a:gd name="T7" fmla="*/ 141 h 7"/>
                <a:gd name="T8" fmla="*/ 20 w 8"/>
                <a:gd name="T9" fmla="*/ 141 h 7"/>
                <a:gd name="T10" fmla="*/ 113 w 8"/>
                <a:gd name="T11" fmla="*/ 0 h 7"/>
                <a:gd name="T12" fmla="*/ 83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5" y="3"/>
                    <a:pt x="4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6"/>
                    <a:pt x="8" y="5"/>
                    <a:pt x="7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9" name="Freeform 1449">
              <a:extLst>
                <a:ext uri="{FF2B5EF4-FFF2-40B4-BE49-F238E27FC236}">
                  <a16:creationId xmlns:a16="http://schemas.microsoft.com/office/drawing/2014/main" id="{AD0CE305-BCED-4A31-952E-1D349C249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251"/>
              <a:ext cx="15" cy="13"/>
            </a:xfrm>
            <a:custGeom>
              <a:avLst/>
              <a:gdLst>
                <a:gd name="T0" fmla="*/ 0 w 6"/>
                <a:gd name="T1" fmla="*/ 55 h 5"/>
                <a:gd name="T2" fmla="*/ 0 w 6"/>
                <a:gd name="T3" fmla="*/ 88 h 5"/>
                <a:gd name="T4" fmla="*/ 95 w 6"/>
                <a:gd name="T5" fmla="*/ 0 h 5"/>
                <a:gd name="T6" fmla="*/ 63 w 6"/>
                <a:gd name="T7" fmla="*/ 0 h 5"/>
                <a:gd name="T8" fmla="*/ 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5" y="2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0" name="Freeform 1450">
              <a:extLst>
                <a:ext uri="{FF2B5EF4-FFF2-40B4-BE49-F238E27FC236}">
                  <a16:creationId xmlns:a16="http://schemas.microsoft.com/office/drawing/2014/main" id="{B657CFC4-1E26-4F7D-B61F-199C3E4E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221"/>
              <a:ext cx="12" cy="19"/>
            </a:xfrm>
            <a:custGeom>
              <a:avLst/>
              <a:gdLst>
                <a:gd name="T0" fmla="*/ 0 w 5"/>
                <a:gd name="T1" fmla="*/ 103 h 7"/>
                <a:gd name="T2" fmla="*/ 12 w 5"/>
                <a:gd name="T3" fmla="*/ 141 h 7"/>
                <a:gd name="T4" fmla="*/ 70 w 5"/>
                <a:gd name="T5" fmla="*/ 0 h 7"/>
                <a:gd name="T6" fmla="*/ 41 w 5"/>
                <a:gd name="T7" fmla="*/ 0 h 7"/>
                <a:gd name="T8" fmla="*/ 0 w 5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3" y="5"/>
                    <a:pt x="5" y="3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1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1" name="Freeform 1451">
              <a:extLst>
                <a:ext uri="{FF2B5EF4-FFF2-40B4-BE49-F238E27FC236}">
                  <a16:creationId xmlns:a16="http://schemas.microsoft.com/office/drawing/2014/main" id="{A02479EE-A960-41B7-83F3-A4AFB52F1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229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21 w 5"/>
                <a:gd name="T3" fmla="*/ 83 h 4"/>
                <a:gd name="T4" fmla="*/ 88 w 5"/>
                <a:gd name="T5" fmla="*/ 22 h 4"/>
                <a:gd name="T6" fmla="*/ 55 w 5"/>
                <a:gd name="T7" fmla="*/ 0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2" name="Freeform 1452">
              <a:extLst>
                <a:ext uri="{FF2B5EF4-FFF2-40B4-BE49-F238E27FC236}">
                  <a16:creationId xmlns:a16="http://schemas.microsoft.com/office/drawing/2014/main" id="{955430D6-9E49-4855-BC03-1B8F6642F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61"/>
              <a:ext cx="28" cy="30"/>
            </a:xfrm>
            <a:custGeom>
              <a:avLst/>
              <a:gdLst>
                <a:gd name="T0" fmla="*/ 84 w 11"/>
                <a:gd name="T1" fmla="*/ 22 h 11"/>
                <a:gd name="T2" fmla="*/ 64 w 11"/>
                <a:gd name="T3" fmla="*/ 22 h 11"/>
                <a:gd name="T4" fmla="*/ 51 w 11"/>
                <a:gd name="T5" fmla="*/ 38 h 11"/>
                <a:gd name="T6" fmla="*/ 33 w 11"/>
                <a:gd name="T7" fmla="*/ 60 h 11"/>
                <a:gd name="T8" fmla="*/ 0 w 11"/>
                <a:gd name="T9" fmla="*/ 104 h 11"/>
                <a:gd name="T10" fmla="*/ 20 w 11"/>
                <a:gd name="T11" fmla="*/ 142 h 11"/>
                <a:gd name="T12" fmla="*/ 33 w 11"/>
                <a:gd name="T13" fmla="*/ 164 h 11"/>
                <a:gd name="T14" fmla="*/ 33 w 11"/>
                <a:gd name="T15" fmla="*/ 185 h 11"/>
                <a:gd name="T16" fmla="*/ 64 w 11"/>
                <a:gd name="T17" fmla="*/ 202 h 11"/>
                <a:gd name="T18" fmla="*/ 97 w 11"/>
                <a:gd name="T19" fmla="*/ 202 h 11"/>
                <a:gd name="T20" fmla="*/ 181 w 11"/>
                <a:gd name="T21" fmla="*/ 120 h 11"/>
                <a:gd name="T22" fmla="*/ 181 w 11"/>
                <a:gd name="T23" fmla="*/ 104 h 11"/>
                <a:gd name="T24" fmla="*/ 181 w 11"/>
                <a:gd name="T25" fmla="*/ 82 h 11"/>
                <a:gd name="T26" fmla="*/ 150 w 11"/>
                <a:gd name="T27" fmla="*/ 38 h 11"/>
                <a:gd name="T28" fmla="*/ 150 w 11"/>
                <a:gd name="T29" fmla="*/ 38 h 11"/>
                <a:gd name="T30" fmla="*/ 84 w 11"/>
                <a:gd name="T31" fmla="*/ 22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" h="11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0" y="6"/>
                    <a:pt x="1" y="7"/>
                  </a:cubicBezTo>
                  <a:cubicBezTo>
                    <a:pt x="1" y="7"/>
                    <a:pt x="1" y="8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2" y="9"/>
                    <a:pt x="3" y="10"/>
                    <a:pt x="4" y="10"/>
                  </a:cubicBezTo>
                  <a:cubicBezTo>
                    <a:pt x="5" y="11"/>
                    <a:pt x="6" y="10"/>
                    <a:pt x="6" y="10"/>
                  </a:cubicBezTo>
                  <a:cubicBezTo>
                    <a:pt x="8" y="9"/>
                    <a:pt x="9" y="9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3" name="Freeform 1453">
              <a:extLst>
                <a:ext uri="{FF2B5EF4-FFF2-40B4-BE49-F238E27FC236}">
                  <a16:creationId xmlns:a16="http://schemas.microsoft.com/office/drawing/2014/main" id="{BEF24E78-E326-49C6-B144-02D28569D8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9" y="2269"/>
              <a:ext cx="12" cy="14"/>
            </a:xfrm>
            <a:custGeom>
              <a:avLst/>
              <a:gdLst>
                <a:gd name="T0" fmla="*/ 12 w 5"/>
                <a:gd name="T1" fmla="*/ 22 h 5"/>
                <a:gd name="T2" fmla="*/ 0 w 5"/>
                <a:gd name="T3" fmla="*/ 87 h 5"/>
                <a:gd name="T4" fmla="*/ 0 w 5"/>
                <a:gd name="T5" fmla="*/ 62 h 5"/>
                <a:gd name="T6" fmla="*/ 12 w 5"/>
                <a:gd name="T7" fmla="*/ 62 h 5"/>
                <a:gd name="T8" fmla="*/ 29 w 5"/>
                <a:gd name="T9" fmla="*/ 109 h 5"/>
                <a:gd name="T10" fmla="*/ 58 w 5"/>
                <a:gd name="T11" fmla="*/ 87 h 5"/>
                <a:gd name="T12" fmla="*/ 70 w 5"/>
                <a:gd name="T13" fmla="*/ 62 h 5"/>
                <a:gd name="T14" fmla="*/ 70 w 5"/>
                <a:gd name="T15" fmla="*/ 62 h 5"/>
                <a:gd name="T16" fmla="*/ 70 w 5"/>
                <a:gd name="T17" fmla="*/ 62 h 5"/>
                <a:gd name="T18" fmla="*/ 70 w 5"/>
                <a:gd name="T19" fmla="*/ 62 h 5"/>
                <a:gd name="T20" fmla="*/ 70 w 5"/>
                <a:gd name="T21" fmla="*/ 22 h 5"/>
                <a:gd name="T22" fmla="*/ 41 w 5"/>
                <a:gd name="T23" fmla="*/ 0 h 5"/>
                <a:gd name="T24" fmla="*/ 12 w 5"/>
                <a:gd name="T25" fmla="*/ 22 h 5"/>
                <a:gd name="T26" fmla="*/ 29 w 5"/>
                <a:gd name="T27" fmla="*/ 48 h 5"/>
                <a:gd name="T28" fmla="*/ 58 w 5"/>
                <a:gd name="T29" fmla="*/ 62 h 5"/>
                <a:gd name="T30" fmla="*/ 58 w 5"/>
                <a:gd name="T31" fmla="*/ 62 h 5"/>
                <a:gd name="T32" fmla="*/ 29 w 5"/>
                <a:gd name="T33" fmla="*/ 87 h 5"/>
                <a:gd name="T34" fmla="*/ 12 w 5"/>
                <a:gd name="T35" fmla="*/ 62 h 5"/>
                <a:gd name="T36" fmla="*/ 29 w 5"/>
                <a:gd name="T37" fmla="*/ 48 h 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2" y="2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4" name="Freeform 1454">
              <a:extLst>
                <a:ext uri="{FF2B5EF4-FFF2-40B4-BE49-F238E27FC236}">
                  <a16:creationId xmlns:a16="http://schemas.microsoft.com/office/drawing/2014/main" id="{AC1BD72B-ECBF-40E8-AFAE-5E028F8056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1" y="2267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21 w 5"/>
                <a:gd name="T3" fmla="*/ 35 h 6"/>
                <a:gd name="T4" fmla="*/ 21 w 5"/>
                <a:gd name="T5" fmla="*/ 93 h 6"/>
                <a:gd name="T6" fmla="*/ 55 w 5"/>
                <a:gd name="T7" fmla="*/ 115 h 6"/>
                <a:gd name="T8" fmla="*/ 68 w 5"/>
                <a:gd name="T9" fmla="*/ 77 h 6"/>
                <a:gd name="T10" fmla="*/ 68 w 5"/>
                <a:gd name="T11" fmla="*/ 93 h 6"/>
                <a:gd name="T12" fmla="*/ 88 w 5"/>
                <a:gd name="T13" fmla="*/ 35 h 6"/>
                <a:gd name="T14" fmla="*/ 55 w 5"/>
                <a:gd name="T15" fmla="*/ 21 h 6"/>
                <a:gd name="T16" fmla="*/ 68 w 5"/>
                <a:gd name="T17" fmla="*/ 77 h 6"/>
                <a:gd name="T18" fmla="*/ 88 w 5"/>
                <a:gd name="T19" fmla="*/ 77 h 6"/>
                <a:gd name="T20" fmla="*/ 88 w 5"/>
                <a:gd name="T21" fmla="*/ 56 h 6"/>
                <a:gd name="T22" fmla="*/ 68 w 5"/>
                <a:gd name="T23" fmla="*/ 77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4" y="1"/>
                    <a:pt x="4" y="0"/>
                    <a:pt x="3" y="1"/>
                  </a:cubicBezTo>
                  <a:close/>
                  <a:moveTo>
                    <a:pt x="4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5" name="Freeform 1455">
              <a:extLst>
                <a:ext uri="{FF2B5EF4-FFF2-40B4-BE49-F238E27FC236}">
                  <a16:creationId xmlns:a16="http://schemas.microsoft.com/office/drawing/2014/main" id="{4342BC64-4DFF-4641-B094-A12C51020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283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0 w 4"/>
                <a:gd name="T3" fmla="*/ 88 h 5"/>
                <a:gd name="T4" fmla="*/ 63 w 4"/>
                <a:gd name="T5" fmla="*/ 34 h 5"/>
                <a:gd name="T6" fmla="*/ 33 w 4"/>
                <a:gd name="T7" fmla="*/ 0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6" name="Freeform 1456">
              <a:extLst>
                <a:ext uri="{FF2B5EF4-FFF2-40B4-BE49-F238E27FC236}">
                  <a16:creationId xmlns:a16="http://schemas.microsoft.com/office/drawing/2014/main" id="{2DC40321-CC3F-49DE-B102-0DF5C063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25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83 h 4"/>
                <a:gd name="T4" fmla="*/ 63 w 4"/>
                <a:gd name="T5" fmla="*/ 22 h 4"/>
                <a:gd name="T6" fmla="*/ 33 w 4"/>
                <a:gd name="T7" fmla="*/ 0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4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7" name="Freeform 1457">
              <a:extLst>
                <a:ext uri="{FF2B5EF4-FFF2-40B4-BE49-F238E27FC236}">
                  <a16:creationId xmlns:a16="http://schemas.microsoft.com/office/drawing/2014/main" id="{529D5937-8764-4354-876E-BAC4FC765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213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0 w 6"/>
                <a:gd name="T3" fmla="*/ 115 h 6"/>
                <a:gd name="T4" fmla="*/ 95 w 6"/>
                <a:gd name="T5" fmla="*/ 21 h 6"/>
                <a:gd name="T6" fmla="*/ 63 w 6"/>
                <a:gd name="T7" fmla="*/ 0 h 6"/>
                <a:gd name="T8" fmla="*/ 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5" y="4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8" name="Freeform 1458">
              <a:extLst>
                <a:ext uri="{FF2B5EF4-FFF2-40B4-BE49-F238E27FC236}">
                  <a16:creationId xmlns:a16="http://schemas.microsoft.com/office/drawing/2014/main" id="{C3373A04-0842-475B-BBB9-56366100CE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1" y="2032"/>
              <a:ext cx="23" cy="32"/>
            </a:xfrm>
            <a:custGeom>
              <a:avLst/>
              <a:gdLst>
                <a:gd name="T0" fmla="*/ 33 w 9"/>
                <a:gd name="T1" fmla="*/ 21 h 12"/>
                <a:gd name="T2" fmla="*/ 0 w 9"/>
                <a:gd name="T3" fmla="*/ 93 h 12"/>
                <a:gd name="T4" fmla="*/ 0 w 9"/>
                <a:gd name="T5" fmla="*/ 115 h 12"/>
                <a:gd name="T6" fmla="*/ 0 w 9"/>
                <a:gd name="T7" fmla="*/ 136 h 12"/>
                <a:gd name="T8" fmla="*/ 51 w 9"/>
                <a:gd name="T9" fmla="*/ 205 h 12"/>
                <a:gd name="T10" fmla="*/ 151 w 9"/>
                <a:gd name="T11" fmla="*/ 149 h 12"/>
                <a:gd name="T12" fmla="*/ 84 w 9"/>
                <a:gd name="T13" fmla="*/ 21 h 12"/>
                <a:gd name="T14" fmla="*/ 33 w 9"/>
                <a:gd name="T15" fmla="*/ 21 h 12"/>
                <a:gd name="T16" fmla="*/ 84 w 9"/>
                <a:gd name="T17" fmla="*/ 93 h 12"/>
                <a:gd name="T18" fmla="*/ 97 w 9"/>
                <a:gd name="T19" fmla="*/ 93 h 12"/>
                <a:gd name="T20" fmla="*/ 97 w 9"/>
                <a:gd name="T21" fmla="*/ 115 h 12"/>
                <a:gd name="T22" fmla="*/ 51 w 9"/>
                <a:gd name="T23" fmla="*/ 136 h 12"/>
                <a:gd name="T24" fmla="*/ 33 w 9"/>
                <a:gd name="T25" fmla="*/ 115 h 12"/>
                <a:gd name="T26" fmla="*/ 33 w 9"/>
                <a:gd name="T27" fmla="*/ 115 h 12"/>
                <a:gd name="T28" fmla="*/ 51 w 9"/>
                <a:gd name="T29" fmla="*/ 93 h 12"/>
                <a:gd name="T30" fmla="*/ 51 w 9"/>
                <a:gd name="T31" fmla="*/ 93 h 12"/>
                <a:gd name="T32" fmla="*/ 84 w 9"/>
                <a:gd name="T33" fmla="*/ 93 h 12"/>
                <a:gd name="T34" fmla="*/ 84 w 9"/>
                <a:gd name="T35" fmla="*/ 171 h 12"/>
                <a:gd name="T36" fmla="*/ 118 w 9"/>
                <a:gd name="T37" fmla="*/ 136 h 12"/>
                <a:gd name="T38" fmla="*/ 118 w 9"/>
                <a:gd name="T39" fmla="*/ 136 h 12"/>
                <a:gd name="T40" fmla="*/ 118 w 9"/>
                <a:gd name="T41" fmla="*/ 136 h 12"/>
                <a:gd name="T42" fmla="*/ 97 w 9"/>
                <a:gd name="T43" fmla="*/ 171 h 12"/>
                <a:gd name="T44" fmla="*/ 66 w 9"/>
                <a:gd name="T45" fmla="*/ 171 h 12"/>
                <a:gd name="T46" fmla="*/ 66 w 9"/>
                <a:gd name="T47" fmla="*/ 171 h 12"/>
                <a:gd name="T48" fmla="*/ 84 w 9"/>
                <a:gd name="T49" fmla="*/ 171 h 1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12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9"/>
                    <a:pt x="2" y="10"/>
                    <a:pt x="3" y="11"/>
                  </a:cubicBezTo>
                  <a:cubicBezTo>
                    <a:pt x="5" y="12"/>
                    <a:pt x="8" y="10"/>
                    <a:pt x="9" y="8"/>
                  </a:cubicBezTo>
                  <a:cubicBezTo>
                    <a:pt x="9" y="6"/>
                    <a:pt x="9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5" y="5"/>
                  </a:moveTo>
                  <a:cubicBezTo>
                    <a:pt x="5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3" y="7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4"/>
                    <a:pt x="5" y="5"/>
                  </a:cubicBezTo>
                  <a:close/>
                  <a:moveTo>
                    <a:pt x="5" y="9"/>
                  </a:moveTo>
                  <a:cubicBezTo>
                    <a:pt x="6" y="8"/>
                    <a:pt x="6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9" name="Freeform 1459">
              <a:extLst>
                <a:ext uri="{FF2B5EF4-FFF2-40B4-BE49-F238E27FC236}">
                  <a16:creationId xmlns:a16="http://schemas.microsoft.com/office/drawing/2014/main" id="{1263AF1D-C223-41B0-85B8-EDCB8955D8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4" y="2037"/>
              <a:ext cx="12" cy="19"/>
            </a:xfrm>
            <a:custGeom>
              <a:avLst/>
              <a:gdLst>
                <a:gd name="T0" fmla="*/ 12 w 5"/>
                <a:gd name="T1" fmla="*/ 0 h 7"/>
                <a:gd name="T2" fmla="*/ 0 w 5"/>
                <a:gd name="T3" fmla="*/ 22 h 7"/>
                <a:gd name="T4" fmla="*/ 0 w 5"/>
                <a:gd name="T5" fmla="*/ 81 h 7"/>
                <a:gd name="T6" fmla="*/ 0 w 5"/>
                <a:gd name="T7" fmla="*/ 81 h 7"/>
                <a:gd name="T8" fmla="*/ 12 w 5"/>
                <a:gd name="T9" fmla="*/ 103 h 7"/>
                <a:gd name="T10" fmla="*/ 41 w 5"/>
                <a:gd name="T11" fmla="*/ 117 h 7"/>
                <a:gd name="T12" fmla="*/ 70 w 5"/>
                <a:gd name="T13" fmla="*/ 60 h 7"/>
                <a:gd name="T14" fmla="*/ 41 w 5"/>
                <a:gd name="T15" fmla="*/ 0 h 7"/>
                <a:gd name="T16" fmla="*/ 12 w 5"/>
                <a:gd name="T17" fmla="*/ 0 h 7"/>
                <a:gd name="T18" fmla="*/ 58 w 5"/>
                <a:gd name="T19" fmla="*/ 60 h 7"/>
                <a:gd name="T20" fmla="*/ 58 w 5"/>
                <a:gd name="T21" fmla="*/ 81 h 7"/>
                <a:gd name="T22" fmla="*/ 41 w 5"/>
                <a:gd name="T23" fmla="*/ 81 h 7"/>
                <a:gd name="T24" fmla="*/ 58 w 5"/>
                <a:gd name="T25" fmla="*/ 60 h 7"/>
                <a:gd name="T26" fmla="*/ 41 w 5"/>
                <a:gd name="T27" fmla="*/ 103 h 7"/>
                <a:gd name="T28" fmla="*/ 41 w 5"/>
                <a:gd name="T29" fmla="*/ 103 h 7"/>
                <a:gd name="T30" fmla="*/ 41 w 5"/>
                <a:gd name="T31" fmla="*/ 103 h 7"/>
                <a:gd name="T32" fmla="*/ 41 w 5"/>
                <a:gd name="T33" fmla="*/ 103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6"/>
                    <a:pt x="2" y="7"/>
                    <a:pt x="3" y="6"/>
                  </a:cubicBezTo>
                  <a:cubicBezTo>
                    <a:pt x="5" y="6"/>
                    <a:pt x="5" y="5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4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0" name="Freeform 1460">
              <a:extLst>
                <a:ext uri="{FF2B5EF4-FFF2-40B4-BE49-F238E27FC236}">
                  <a16:creationId xmlns:a16="http://schemas.microsoft.com/office/drawing/2014/main" id="{5046803E-0DE8-4EFB-9FFD-EF4C0FD96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053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0 w 6"/>
                <a:gd name="T3" fmla="*/ 93 h 6"/>
                <a:gd name="T4" fmla="*/ 95 w 6"/>
                <a:gd name="T5" fmla="*/ 0 h 6"/>
                <a:gd name="T6" fmla="*/ 63 w 6"/>
                <a:gd name="T7" fmla="*/ 0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3" y="6"/>
                    <a:pt x="5" y="3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1" name="Freeform 1461">
              <a:extLst>
                <a:ext uri="{FF2B5EF4-FFF2-40B4-BE49-F238E27FC236}">
                  <a16:creationId xmlns:a16="http://schemas.microsoft.com/office/drawing/2014/main" id="{70AB8901-2CFD-461A-9E8E-D51849F0D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117"/>
              <a:ext cx="22" cy="27"/>
            </a:xfrm>
            <a:custGeom>
              <a:avLst/>
              <a:gdLst>
                <a:gd name="T0" fmla="*/ 103 w 9"/>
                <a:gd name="T1" fmla="*/ 0 h 10"/>
                <a:gd name="T2" fmla="*/ 0 w 9"/>
                <a:gd name="T3" fmla="*/ 159 h 10"/>
                <a:gd name="T4" fmla="*/ 12 w 9"/>
                <a:gd name="T5" fmla="*/ 197 h 10"/>
                <a:gd name="T6" fmla="*/ 132 w 9"/>
                <a:gd name="T7" fmla="*/ 0 h 10"/>
                <a:gd name="T8" fmla="*/ 103 w 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7" y="4"/>
                    <a:pt x="4" y="7"/>
                    <a:pt x="0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6" y="9"/>
                    <a:pt x="9" y="4"/>
                    <a:pt x="9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2" name="Freeform 1462">
              <a:extLst>
                <a:ext uri="{FF2B5EF4-FFF2-40B4-BE49-F238E27FC236}">
                  <a16:creationId xmlns:a16="http://schemas.microsoft.com/office/drawing/2014/main" id="{0F8299FF-A3DF-4194-A918-4B258C627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157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62 h 5"/>
                <a:gd name="T4" fmla="*/ 20 w 4"/>
                <a:gd name="T5" fmla="*/ 109 h 5"/>
                <a:gd name="T6" fmla="*/ 63 w 4"/>
                <a:gd name="T7" fmla="*/ 0 h 5"/>
                <a:gd name="T8" fmla="*/ 2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4"/>
                    <a:pt x="4" y="2"/>
                    <a:pt x="4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3" name="Freeform 1463">
              <a:extLst>
                <a:ext uri="{FF2B5EF4-FFF2-40B4-BE49-F238E27FC236}">
                  <a16:creationId xmlns:a16="http://schemas.microsoft.com/office/drawing/2014/main" id="{659DDAA8-82C4-40F0-A846-5658252E5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195"/>
              <a:ext cx="13" cy="16"/>
            </a:xfrm>
            <a:custGeom>
              <a:avLst/>
              <a:gdLst>
                <a:gd name="T0" fmla="*/ 34 w 5"/>
                <a:gd name="T1" fmla="*/ 0 h 6"/>
                <a:gd name="T2" fmla="*/ 0 w 5"/>
                <a:gd name="T3" fmla="*/ 77 h 6"/>
                <a:gd name="T4" fmla="*/ 0 w 5"/>
                <a:gd name="T5" fmla="*/ 115 h 6"/>
                <a:gd name="T6" fmla="*/ 68 w 5"/>
                <a:gd name="T7" fmla="*/ 0 h 6"/>
                <a:gd name="T8" fmla="*/ 34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2"/>
                    <a:pt x="2" y="3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5" y="3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4" name="Freeform 1464">
              <a:extLst>
                <a:ext uri="{FF2B5EF4-FFF2-40B4-BE49-F238E27FC236}">
                  <a16:creationId xmlns:a16="http://schemas.microsoft.com/office/drawing/2014/main" id="{D8779F2F-E34C-4D0D-8F8C-9B59FF58C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243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21 w 5"/>
                <a:gd name="T3" fmla="*/ 88 h 5"/>
                <a:gd name="T4" fmla="*/ 88 w 5"/>
                <a:gd name="T5" fmla="*/ 21 h 5"/>
                <a:gd name="T6" fmla="*/ 55 w 5"/>
                <a:gd name="T7" fmla="*/ 0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3" y="4"/>
                    <a:pt x="4" y="3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2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5" name="Freeform 1465">
              <a:extLst>
                <a:ext uri="{FF2B5EF4-FFF2-40B4-BE49-F238E27FC236}">
                  <a16:creationId xmlns:a16="http://schemas.microsoft.com/office/drawing/2014/main" id="{094D030A-ED25-474C-B665-8EE3B1A8E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037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63 w 4"/>
                <a:gd name="T5" fmla="*/ 22 h 4"/>
                <a:gd name="T6" fmla="*/ 33 w 4"/>
                <a:gd name="T7" fmla="*/ 0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6" name="Freeform 1466">
              <a:extLst>
                <a:ext uri="{FF2B5EF4-FFF2-40B4-BE49-F238E27FC236}">
                  <a16:creationId xmlns:a16="http://schemas.microsoft.com/office/drawing/2014/main" id="{4943C0C9-21F8-4D61-BA93-377B5286A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083"/>
              <a:ext cx="18" cy="16"/>
            </a:xfrm>
            <a:custGeom>
              <a:avLst/>
              <a:gdLst>
                <a:gd name="T0" fmla="*/ 0 w 7"/>
                <a:gd name="T1" fmla="*/ 77 h 6"/>
                <a:gd name="T2" fmla="*/ 21 w 7"/>
                <a:gd name="T3" fmla="*/ 115 h 6"/>
                <a:gd name="T4" fmla="*/ 118 w 7"/>
                <a:gd name="T5" fmla="*/ 21 h 6"/>
                <a:gd name="T6" fmla="*/ 85 w 7"/>
                <a:gd name="T7" fmla="*/ 0 h 6"/>
                <a:gd name="T8" fmla="*/ 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3" y="6"/>
                    <a:pt x="6" y="4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3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7" name="Freeform 1467">
              <a:extLst>
                <a:ext uri="{FF2B5EF4-FFF2-40B4-BE49-F238E27FC236}">
                  <a16:creationId xmlns:a16="http://schemas.microsoft.com/office/drawing/2014/main" id="{0B3BD616-5007-471E-8470-2C84E5320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133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0 w 6"/>
                <a:gd name="T3" fmla="*/ 109 h 5"/>
                <a:gd name="T4" fmla="*/ 95 w 6"/>
                <a:gd name="T5" fmla="*/ 0 h 5"/>
                <a:gd name="T6" fmla="*/ 63 w 6"/>
                <a:gd name="T7" fmla="*/ 0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3" y="4"/>
                    <a:pt x="5" y="3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8" name="Freeform 1468">
              <a:extLst>
                <a:ext uri="{FF2B5EF4-FFF2-40B4-BE49-F238E27FC236}">
                  <a16:creationId xmlns:a16="http://schemas.microsoft.com/office/drawing/2014/main" id="{5843DD86-1854-4818-855F-96E72E4E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224"/>
              <a:ext cx="25" cy="40"/>
            </a:xfrm>
            <a:custGeom>
              <a:avLst/>
              <a:gdLst>
                <a:gd name="T0" fmla="*/ 0 w 10"/>
                <a:gd name="T1" fmla="*/ 77 h 15"/>
                <a:gd name="T2" fmla="*/ 20 w 10"/>
                <a:gd name="T3" fmla="*/ 35 h 15"/>
                <a:gd name="T4" fmla="*/ 83 w 10"/>
                <a:gd name="T5" fmla="*/ 35 h 15"/>
                <a:gd name="T6" fmla="*/ 95 w 10"/>
                <a:gd name="T7" fmla="*/ 77 h 15"/>
                <a:gd name="T8" fmla="*/ 63 w 10"/>
                <a:gd name="T9" fmla="*/ 77 h 15"/>
                <a:gd name="T10" fmla="*/ 83 w 10"/>
                <a:gd name="T11" fmla="*/ 93 h 15"/>
                <a:gd name="T12" fmla="*/ 83 w 10"/>
                <a:gd name="T13" fmla="*/ 93 h 15"/>
                <a:gd name="T14" fmla="*/ 63 w 10"/>
                <a:gd name="T15" fmla="*/ 93 h 15"/>
                <a:gd name="T16" fmla="*/ 20 w 10"/>
                <a:gd name="T17" fmla="*/ 93 h 15"/>
                <a:gd name="T18" fmla="*/ 20 w 10"/>
                <a:gd name="T19" fmla="*/ 56 h 15"/>
                <a:gd name="T20" fmla="*/ 20 w 10"/>
                <a:gd name="T21" fmla="*/ 115 h 15"/>
                <a:gd name="T22" fmla="*/ 0 w 10"/>
                <a:gd name="T23" fmla="*/ 115 h 15"/>
                <a:gd name="T24" fmla="*/ 0 w 10"/>
                <a:gd name="T25" fmla="*/ 192 h 15"/>
                <a:gd name="T26" fmla="*/ 20 w 10"/>
                <a:gd name="T27" fmla="*/ 248 h 15"/>
                <a:gd name="T28" fmla="*/ 50 w 10"/>
                <a:gd name="T29" fmla="*/ 285 h 15"/>
                <a:gd name="T30" fmla="*/ 158 w 10"/>
                <a:gd name="T31" fmla="*/ 192 h 15"/>
                <a:gd name="T32" fmla="*/ 158 w 10"/>
                <a:gd name="T33" fmla="*/ 171 h 15"/>
                <a:gd name="T34" fmla="*/ 113 w 10"/>
                <a:gd name="T35" fmla="*/ 93 h 15"/>
                <a:gd name="T36" fmla="*/ 113 w 10"/>
                <a:gd name="T37" fmla="*/ 93 h 15"/>
                <a:gd name="T38" fmla="*/ 113 w 10"/>
                <a:gd name="T39" fmla="*/ 77 h 15"/>
                <a:gd name="T40" fmla="*/ 63 w 10"/>
                <a:gd name="T41" fmla="*/ 21 h 15"/>
                <a:gd name="T42" fmla="*/ 0 w 10"/>
                <a:gd name="T43" fmla="*/ 77 h 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" h="15">
                  <a:moveTo>
                    <a:pt x="0" y="4"/>
                  </a:moveTo>
                  <a:cubicBezTo>
                    <a:pt x="0" y="4"/>
                    <a:pt x="1" y="2"/>
                    <a:pt x="1" y="2"/>
                  </a:cubicBezTo>
                  <a:cubicBezTo>
                    <a:pt x="2" y="1"/>
                    <a:pt x="3" y="1"/>
                    <a:pt x="5" y="2"/>
                  </a:cubicBezTo>
                  <a:cubicBezTo>
                    <a:pt x="5" y="3"/>
                    <a:pt x="6" y="3"/>
                    <a:pt x="6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3" y="4"/>
                    <a:pt x="2" y="4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3"/>
                    <a:pt x="1" y="6"/>
                    <a:pt x="1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0" y="7"/>
                    <a:pt x="0" y="8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" y="14"/>
                    <a:pt x="2" y="15"/>
                    <a:pt x="3" y="15"/>
                  </a:cubicBezTo>
                  <a:cubicBezTo>
                    <a:pt x="7" y="15"/>
                    <a:pt x="9" y="12"/>
                    <a:pt x="10" y="10"/>
                  </a:cubicBezTo>
                  <a:cubicBezTo>
                    <a:pt x="10" y="10"/>
                    <a:pt x="10" y="9"/>
                    <a:pt x="10" y="9"/>
                  </a:cubicBezTo>
                  <a:cubicBezTo>
                    <a:pt x="10" y="8"/>
                    <a:pt x="9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9" name="Freeform 1469">
              <a:extLst>
                <a:ext uri="{FF2B5EF4-FFF2-40B4-BE49-F238E27FC236}">
                  <a16:creationId xmlns:a16="http://schemas.microsoft.com/office/drawing/2014/main" id="{D5B79C0F-41E0-45B1-8136-61E109FC2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229"/>
              <a:ext cx="15" cy="19"/>
            </a:xfrm>
            <a:custGeom>
              <a:avLst/>
              <a:gdLst>
                <a:gd name="T0" fmla="*/ 33 w 6"/>
                <a:gd name="T1" fmla="*/ 0 h 7"/>
                <a:gd name="T2" fmla="*/ 20 w 6"/>
                <a:gd name="T3" fmla="*/ 22 h 7"/>
                <a:gd name="T4" fmla="*/ 20 w 6"/>
                <a:gd name="T5" fmla="*/ 22 h 7"/>
                <a:gd name="T6" fmla="*/ 0 w 6"/>
                <a:gd name="T7" fmla="*/ 81 h 7"/>
                <a:gd name="T8" fmla="*/ 0 w 6"/>
                <a:gd name="T9" fmla="*/ 81 h 7"/>
                <a:gd name="T10" fmla="*/ 20 w 6"/>
                <a:gd name="T11" fmla="*/ 117 h 7"/>
                <a:gd name="T12" fmla="*/ 95 w 6"/>
                <a:gd name="T13" fmla="*/ 81 h 7"/>
                <a:gd name="T14" fmla="*/ 63 w 6"/>
                <a:gd name="T15" fmla="*/ 0 h 7"/>
                <a:gd name="T16" fmla="*/ 33 w 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3" y="7"/>
                    <a:pt x="5" y="6"/>
                    <a:pt x="6" y="4"/>
                  </a:cubicBezTo>
                  <a:cubicBezTo>
                    <a:pt x="6" y="3"/>
                    <a:pt x="6" y="1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0" name="Freeform 1470">
              <a:extLst>
                <a:ext uri="{FF2B5EF4-FFF2-40B4-BE49-F238E27FC236}">
                  <a16:creationId xmlns:a16="http://schemas.microsoft.com/office/drawing/2014/main" id="{9C656EC8-65BA-4FAA-A947-C2FF2B894B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6" y="2237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33 w 6"/>
                <a:gd name="T3" fmla="*/ 21 h 6"/>
                <a:gd name="T4" fmla="*/ 33 w 6"/>
                <a:gd name="T5" fmla="*/ 21 h 6"/>
                <a:gd name="T6" fmla="*/ 20 w 6"/>
                <a:gd name="T7" fmla="*/ 35 h 6"/>
                <a:gd name="T8" fmla="*/ 20 w 6"/>
                <a:gd name="T9" fmla="*/ 35 h 6"/>
                <a:gd name="T10" fmla="*/ 0 w 6"/>
                <a:gd name="T11" fmla="*/ 56 h 6"/>
                <a:gd name="T12" fmla="*/ 20 w 6"/>
                <a:gd name="T13" fmla="*/ 77 h 6"/>
                <a:gd name="T14" fmla="*/ 20 w 6"/>
                <a:gd name="T15" fmla="*/ 77 h 6"/>
                <a:gd name="T16" fmla="*/ 33 w 6"/>
                <a:gd name="T17" fmla="*/ 115 h 6"/>
                <a:gd name="T18" fmla="*/ 83 w 6"/>
                <a:gd name="T19" fmla="*/ 93 h 6"/>
                <a:gd name="T20" fmla="*/ 83 w 6"/>
                <a:gd name="T21" fmla="*/ 35 h 6"/>
                <a:gd name="T22" fmla="*/ 63 w 6"/>
                <a:gd name="T23" fmla="*/ 0 h 6"/>
                <a:gd name="T24" fmla="*/ 50 w 6"/>
                <a:gd name="T25" fmla="*/ 0 h 6"/>
                <a:gd name="T26" fmla="*/ 63 w 6"/>
                <a:gd name="T27" fmla="*/ 77 h 6"/>
                <a:gd name="T28" fmla="*/ 63 w 6"/>
                <a:gd name="T29" fmla="*/ 93 h 6"/>
                <a:gd name="T30" fmla="*/ 50 w 6"/>
                <a:gd name="T31" fmla="*/ 93 h 6"/>
                <a:gd name="T32" fmla="*/ 63 w 6"/>
                <a:gd name="T33" fmla="*/ 77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6"/>
                    <a:pt x="2" y="6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  <a:moveTo>
                    <a:pt x="4" y="4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1" name="Freeform 1471">
              <a:extLst>
                <a:ext uri="{FF2B5EF4-FFF2-40B4-BE49-F238E27FC236}">
                  <a16:creationId xmlns:a16="http://schemas.microsoft.com/office/drawing/2014/main" id="{83E892D6-1C8B-404C-A111-A3B68FF07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56"/>
              <a:ext cx="15" cy="13"/>
            </a:xfrm>
            <a:custGeom>
              <a:avLst/>
              <a:gdLst>
                <a:gd name="T0" fmla="*/ 0 w 6"/>
                <a:gd name="T1" fmla="*/ 55 h 5"/>
                <a:gd name="T2" fmla="*/ 0 w 6"/>
                <a:gd name="T3" fmla="*/ 88 h 5"/>
                <a:gd name="T4" fmla="*/ 95 w 6"/>
                <a:gd name="T5" fmla="*/ 21 h 5"/>
                <a:gd name="T6" fmla="*/ 63 w 6"/>
                <a:gd name="T7" fmla="*/ 0 h 5"/>
                <a:gd name="T8" fmla="*/ 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5" y="3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2" name="Freeform 1472">
              <a:extLst>
                <a:ext uri="{FF2B5EF4-FFF2-40B4-BE49-F238E27FC236}">
                  <a16:creationId xmlns:a16="http://schemas.microsoft.com/office/drawing/2014/main" id="{A4343B5F-100C-4A6F-83B3-25F71916C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155"/>
              <a:ext cx="8" cy="10"/>
            </a:xfrm>
            <a:custGeom>
              <a:avLst/>
              <a:gdLst>
                <a:gd name="T0" fmla="*/ 0 w 8"/>
                <a:gd name="T1" fmla="*/ 10 h 10"/>
                <a:gd name="T2" fmla="*/ 5 w 8"/>
                <a:gd name="T3" fmla="*/ 10 h 10"/>
                <a:gd name="T4" fmla="*/ 8 w 8"/>
                <a:gd name="T5" fmla="*/ 5 h 10"/>
                <a:gd name="T6" fmla="*/ 5 w 8"/>
                <a:gd name="T7" fmla="*/ 0 h 10"/>
                <a:gd name="T8" fmla="*/ 0 w 8"/>
                <a:gd name="T9" fmla="*/ 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lnTo>
                    <a:pt x="5" y="10"/>
                  </a:lnTo>
                  <a:lnTo>
                    <a:pt x="8" y="5"/>
                  </a:lnTo>
                  <a:lnTo>
                    <a:pt x="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3" name="Freeform 1473">
              <a:extLst>
                <a:ext uri="{FF2B5EF4-FFF2-40B4-BE49-F238E27FC236}">
                  <a16:creationId xmlns:a16="http://schemas.microsoft.com/office/drawing/2014/main" id="{6CE21867-54D6-457B-9662-E6E33864B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021"/>
              <a:ext cx="17" cy="22"/>
            </a:xfrm>
            <a:custGeom>
              <a:avLst/>
              <a:gdLst>
                <a:gd name="T0" fmla="*/ 41 w 7"/>
                <a:gd name="T1" fmla="*/ 22 h 8"/>
                <a:gd name="T2" fmla="*/ 29 w 7"/>
                <a:gd name="T3" fmla="*/ 22 h 8"/>
                <a:gd name="T4" fmla="*/ 0 w 7"/>
                <a:gd name="T5" fmla="*/ 107 h 8"/>
                <a:gd name="T6" fmla="*/ 0 w 7"/>
                <a:gd name="T7" fmla="*/ 129 h 8"/>
                <a:gd name="T8" fmla="*/ 29 w 7"/>
                <a:gd name="T9" fmla="*/ 168 h 8"/>
                <a:gd name="T10" fmla="*/ 58 w 7"/>
                <a:gd name="T11" fmla="*/ 143 h 8"/>
                <a:gd name="T12" fmla="*/ 58 w 7"/>
                <a:gd name="T13" fmla="*/ 143 h 8"/>
                <a:gd name="T14" fmla="*/ 100 w 7"/>
                <a:gd name="T15" fmla="*/ 107 h 8"/>
                <a:gd name="T16" fmla="*/ 100 w 7"/>
                <a:gd name="T17" fmla="*/ 107 h 8"/>
                <a:gd name="T18" fmla="*/ 100 w 7"/>
                <a:gd name="T19" fmla="*/ 107 h 8"/>
                <a:gd name="T20" fmla="*/ 100 w 7"/>
                <a:gd name="T21" fmla="*/ 61 h 8"/>
                <a:gd name="T22" fmla="*/ 100 w 7"/>
                <a:gd name="T23" fmla="*/ 61 h 8"/>
                <a:gd name="T24" fmla="*/ 87 w 7"/>
                <a:gd name="T25" fmla="*/ 22 h 8"/>
                <a:gd name="T26" fmla="*/ 41 w 7"/>
                <a:gd name="T27" fmla="*/ 22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3" y="8"/>
                    <a:pt x="3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5" y="0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4" name="Freeform 1474">
              <a:extLst>
                <a:ext uri="{FF2B5EF4-FFF2-40B4-BE49-F238E27FC236}">
                  <a16:creationId xmlns:a16="http://schemas.microsoft.com/office/drawing/2014/main" id="{547D8A9C-B045-4116-ABFC-2FE004F04B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6" y="2027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34 h 5"/>
                <a:gd name="T4" fmla="*/ 0 w 4"/>
                <a:gd name="T5" fmla="*/ 34 h 5"/>
                <a:gd name="T6" fmla="*/ 20 w 4"/>
                <a:gd name="T7" fmla="*/ 55 h 5"/>
                <a:gd name="T8" fmla="*/ 20 w 4"/>
                <a:gd name="T9" fmla="*/ 68 h 5"/>
                <a:gd name="T10" fmla="*/ 20 w 4"/>
                <a:gd name="T11" fmla="*/ 68 h 5"/>
                <a:gd name="T12" fmla="*/ 63 w 4"/>
                <a:gd name="T13" fmla="*/ 68 h 5"/>
                <a:gd name="T14" fmla="*/ 63 w 4"/>
                <a:gd name="T15" fmla="*/ 55 h 5"/>
                <a:gd name="T16" fmla="*/ 63 w 4"/>
                <a:gd name="T17" fmla="*/ 34 h 5"/>
                <a:gd name="T18" fmla="*/ 63 w 4"/>
                <a:gd name="T19" fmla="*/ 34 h 5"/>
                <a:gd name="T20" fmla="*/ 50 w 4"/>
                <a:gd name="T21" fmla="*/ 0 h 5"/>
                <a:gd name="T22" fmla="*/ 50 w 4"/>
                <a:gd name="T23" fmla="*/ 0 h 5"/>
                <a:gd name="T24" fmla="*/ 20 w 4"/>
                <a:gd name="T25" fmla="*/ 0 h 5"/>
                <a:gd name="T26" fmla="*/ 50 w 4"/>
                <a:gd name="T27" fmla="*/ 34 h 5"/>
                <a:gd name="T28" fmla="*/ 50 w 4"/>
                <a:gd name="T29" fmla="*/ 34 h 5"/>
                <a:gd name="T30" fmla="*/ 50 w 4"/>
                <a:gd name="T31" fmla="*/ 34 h 5"/>
                <a:gd name="T32" fmla="*/ 50 w 4"/>
                <a:gd name="T33" fmla="*/ 34 h 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5" name="Freeform 1475">
              <a:extLst>
                <a:ext uri="{FF2B5EF4-FFF2-40B4-BE49-F238E27FC236}">
                  <a16:creationId xmlns:a16="http://schemas.microsoft.com/office/drawing/2014/main" id="{D175C586-358A-495B-A6E7-E5B17DE74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9" y="202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33 h 4"/>
                <a:gd name="T4" fmla="*/ 33 w 4"/>
                <a:gd name="T5" fmla="*/ 63 h 4"/>
                <a:gd name="T6" fmla="*/ 63 w 4"/>
                <a:gd name="T7" fmla="*/ 33 h 4"/>
                <a:gd name="T8" fmla="*/ 63 w 4"/>
                <a:gd name="T9" fmla="*/ 33 h 4"/>
                <a:gd name="T10" fmla="*/ 63 w 4"/>
                <a:gd name="T11" fmla="*/ 20 h 4"/>
                <a:gd name="T12" fmla="*/ 63 w 4"/>
                <a:gd name="T13" fmla="*/ 20 h 4"/>
                <a:gd name="T14" fmla="*/ 33 w 4"/>
                <a:gd name="T15" fmla="*/ 0 h 4"/>
                <a:gd name="T16" fmla="*/ 63 w 4"/>
                <a:gd name="T17" fmla="*/ 33 h 4"/>
                <a:gd name="T18" fmla="*/ 63 w 4"/>
                <a:gd name="T19" fmla="*/ 33 h 4"/>
                <a:gd name="T20" fmla="*/ 50 w 4"/>
                <a:gd name="T21" fmla="*/ 50 h 4"/>
                <a:gd name="T22" fmla="*/ 63 w 4"/>
                <a:gd name="T23" fmla="*/ 33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3" y="3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6" name="Freeform 1476">
              <a:extLst>
                <a:ext uri="{FF2B5EF4-FFF2-40B4-BE49-F238E27FC236}">
                  <a16:creationId xmlns:a16="http://schemas.microsoft.com/office/drawing/2014/main" id="{CB529347-CA41-4778-B5D7-4C59D508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035"/>
              <a:ext cx="5" cy="8"/>
            </a:xfrm>
            <a:custGeom>
              <a:avLst/>
              <a:gdLst>
                <a:gd name="T0" fmla="*/ 0 w 5"/>
                <a:gd name="T1" fmla="*/ 8 h 8"/>
                <a:gd name="T2" fmla="*/ 2 w 5"/>
                <a:gd name="T3" fmla="*/ 8 h 8"/>
                <a:gd name="T4" fmla="*/ 5 w 5"/>
                <a:gd name="T5" fmla="*/ 2 h 8"/>
                <a:gd name="T6" fmla="*/ 2 w 5"/>
                <a:gd name="T7" fmla="*/ 0 h 8"/>
                <a:gd name="T8" fmla="*/ 0 w 5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lnTo>
                    <a:pt x="2" y="8"/>
                  </a:lnTo>
                  <a:lnTo>
                    <a:pt x="5" y="2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7" name="Freeform 1477">
              <a:extLst>
                <a:ext uri="{FF2B5EF4-FFF2-40B4-BE49-F238E27FC236}">
                  <a16:creationId xmlns:a16="http://schemas.microsoft.com/office/drawing/2014/main" id="{1E320194-8F2F-47D7-BC76-3B2D4778A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125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20 w 6"/>
                <a:gd name="T3" fmla="*/ 21 h 6"/>
                <a:gd name="T4" fmla="*/ 0 w 6"/>
                <a:gd name="T5" fmla="*/ 56 h 6"/>
                <a:gd name="T6" fmla="*/ 0 w 6"/>
                <a:gd name="T7" fmla="*/ 77 h 6"/>
                <a:gd name="T8" fmla="*/ 33 w 6"/>
                <a:gd name="T9" fmla="*/ 93 h 6"/>
                <a:gd name="T10" fmla="*/ 50 w 6"/>
                <a:gd name="T11" fmla="*/ 93 h 6"/>
                <a:gd name="T12" fmla="*/ 50 w 6"/>
                <a:gd name="T13" fmla="*/ 93 h 6"/>
                <a:gd name="T14" fmla="*/ 83 w 6"/>
                <a:gd name="T15" fmla="*/ 56 h 6"/>
                <a:gd name="T16" fmla="*/ 83 w 6"/>
                <a:gd name="T17" fmla="*/ 56 h 6"/>
                <a:gd name="T18" fmla="*/ 83 w 6"/>
                <a:gd name="T19" fmla="*/ 56 h 6"/>
                <a:gd name="T20" fmla="*/ 95 w 6"/>
                <a:gd name="T21" fmla="*/ 35 h 6"/>
                <a:gd name="T22" fmla="*/ 95 w 6"/>
                <a:gd name="T23" fmla="*/ 35 h 6"/>
                <a:gd name="T24" fmla="*/ 83 w 6"/>
                <a:gd name="T25" fmla="*/ 0 h 6"/>
                <a:gd name="T26" fmla="*/ 50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8" name="Freeform 1478">
              <a:extLst>
                <a:ext uri="{FF2B5EF4-FFF2-40B4-BE49-F238E27FC236}">
                  <a16:creationId xmlns:a16="http://schemas.microsoft.com/office/drawing/2014/main" id="{A2DF84F0-5B29-4DE6-9518-0F9230C846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3" y="2128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47 h 4"/>
                <a:gd name="T4" fmla="*/ 0 w 3"/>
                <a:gd name="T5" fmla="*/ 47 h 4"/>
                <a:gd name="T6" fmla="*/ 0 w 3"/>
                <a:gd name="T7" fmla="*/ 47 h 4"/>
                <a:gd name="T8" fmla="*/ 21 w 3"/>
                <a:gd name="T9" fmla="*/ 61 h 4"/>
                <a:gd name="T10" fmla="*/ 21 w 3"/>
                <a:gd name="T11" fmla="*/ 61 h 4"/>
                <a:gd name="T12" fmla="*/ 56 w 3"/>
                <a:gd name="T13" fmla="*/ 61 h 4"/>
                <a:gd name="T14" fmla="*/ 56 w 3"/>
                <a:gd name="T15" fmla="*/ 61 h 4"/>
                <a:gd name="T16" fmla="*/ 56 w 3"/>
                <a:gd name="T17" fmla="*/ 47 h 4"/>
                <a:gd name="T18" fmla="*/ 56 w 3"/>
                <a:gd name="T19" fmla="*/ 22 h 4"/>
                <a:gd name="T20" fmla="*/ 35 w 3"/>
                <a:gd name="T21" fmla="*/ 0 h 4"/>
                <a:gd name="T22" fmla="*/ 35 w 3"/>
                <a:gd name="T23" fmla="*/ 0 h 4"/>
                <a:gd name="T24" fmla="*/ 21 w 3"/>
                <a:gd name="T25" fmla="*/ 0 h 4"/>
                <a:gd name="T26" fmla="*/ 35 w 3"/>
                <a:gd name="T27" fmla="*/ 22 h 4"/>
                <a:gd name="T28" fmla="*/ 35 w 3"/>
                <a:gd name="T29" fmla="*/ 22 h 4"/>
                <a:gd name="T30" fmla="*/ 35 w 3"/>
                <a:gd name="T31" fmla="*/ 22 h 4"/>
                <a:gd name="T32" fmla="*/ 35 w 3"/>
                <a:gd name="T33" fmla="*/ 22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9" name="Freeform 1479">
              <a:extLst>
                <a:ext uri="{FF2B5EF4-FFF2-40B4-BE49-F238E27FC236}">
                  <a16:creationId xmlns:a16="http://schemas.microsoft.com/office/drawing/2014/main" id="{BFA0D896-D6A3-4F34-A5A1-FFBE0566DC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6" y="2128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21 w 3"/>
                <a:gd name="T5" fmla="*/ 56 h 3"/>
                <a:gd name="T6" fmla="*/ 35 w 3"/>
                <a:gd name="T7" fmla="*/ 35 h 3"/>
                <a:gd name="T8" fmla="*/ 35 w 3"/>
                <a:gd name="T9" fmla="*/ 35 h 3"/>
                <a:gd name="T10" fmla="*/ 56 w 3"/>
                <a:gd name="T11" fmla="*/ 21 h 3"/>
                <a:gd name="T12" fmla="*/ 56 w 3"/>
                <a:gd name="T13" fmla="*/ 21 h 3"/>
                <a:gd name="T14" fmla="*/ 21 w 3"/>
                <a:gd name="T15" fmla="*/ 0 h 3"/>
                <a:gd name="T16" fmla="*/ 35 w 3"/>
                <a:gd name="T17" fmla="*/ 35 h 3"/>
                <a:gd name="T18" fmla="*/ 35 w 3"/>
                <a:gd name="T19" fmla="*/ 35 h 3"/>
                <a:gd name="T20" fmla="*/ 35 w 3"/>
                <a:gd name="T21" fmla="*/ 35 h 3"/>
                <a:gd name="T22" fmla="*/ 35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0" name="Freeform 1480">
              <a:extLst>
                <a:ext uri="{FF2B5EF4-FFF2-40B4-BE49-F238E27FC236}">
                  <a16:creationId xmlns:a16="http://schemas.microsoft.com/office/drawing/2014/main" id="{D4800C5A-563D-46B5-967D-1461D1A6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136"/>
              <a:ext cx="5" cy="5"/>
            </a:xfrm>
            <a:custGeom>
              <a:avLst/>
              <a:gdLst>
                <a:gd name="T0" fmla="*/ 0 w 5"/>
                <a:gd name="T1" fmla="*/ 3 h 5"/>
                <a:gd name="T2" fmla="*/ 3 w 5"/>
                <a:gd name="T3" fmla="*/ 5 h 5"/>
                <a:gd name="T4" fmla="*/ 5 w 5"/>
                <a:gd name="T5" fmla="*/ 0 h 5"/>
                <a:gd name="T6" fmla="*/ 3 w 5"/>
                <a:gd name="T7" fmla="*/ 0 h 5"/>
                <a:gd name="T8" fmla="*/ 0 w 5"/>
                <a:gd name="T9" fmla="*/ 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lnTo>
                    <a:pt x="3" y="5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1" name="Freeform 1481">
              <a:extLst>
                <a:ext uri="{FF2B5EF4-FFF2-40B4-BE49-F238E27FC236}">
                  <a16:creationId xmlns:a16="http://schemas.microsoft.com/office/drawing/2014/main" id="{60E6AF4B-9631-4F1F-9687-0BF61F6F6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011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33 w 6"/>
                <a:gd name="T3" fmla="*/ 21 h 6"/>
                <a:gd name="T4" fmla="*/ 0 w 6"/>
                <a:gd name="T5" fmla="*/ 77 h 6"/>
                <a:gd name="T6" fmla="*/ 0 w 6"/>
                <a:gd name="T7" fmla="*/ 77 h 6"/>
                <a:gd name="T8" fmla="*/ 33 w 6"/>
                <a:gd name="T9" fmla="*/ 115 h 6"/>
                <a:gd name="T10" fmla="*/ 63 w 6"/>
                <a:gd name="T11" fmla="*/ 93 h 6"/>
                <a:gd name="T12" fmla="*/ 63 w 6"/>
                <a:gd name="T13" fmla="*/ 93 h 6"/>
                <a:gd name="T14" fmla="*/ 95 w 6"/>
                <a:gd name="T15" fmla="*/ 77 h 6"/>
                <a:gd name="T16" fmla="*/ 95 w 6"/>
                <a:gd name="T17" fmla="*/ 56 h 6"/>
                <a:gd name="T18" fmla="*/ 95 w 6"/>
                <a:gd name="T19" fmla="*/ 56 h 6"/>
                <a:gd name="T20" fmla="*/ 95 w 6"/>
                <a:gd name="T21" fmla="*/ 35 h 6"/>
                <a:gd name="T22" fmla="*/ 95 w 6"/>
                <a:gd name="T23" fmla="*/ 35 h 6"/>
                <a:gd name="T24" fmla="*/ 83 w 6"/>
                <a:gd name="T25" fmla="*/ 0 h 6"/>
                <a:gd name="T26" fmla="*/ 50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2" name="Freeform 1482">
              <a:extLst>
                <a:ext uri="{FF2B5EF4-FFF2-40B4-BE49-F238E27FC236}">
                  <a16:creationId xmlns:a16="http://schemas.microsoft.com/office/drawing/2014/main" id="{064CA15F-C769-4D1F-A7CD-F97963828B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9" y="2013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0 w 3"/>
                <a:gd name="T3" fmla="*/ 47 h 4"/>
                <a:gd name="T4" fmla="*/ 0 w 3"/>
                <a:gd name="T5" fmla="*/ 47 h 4"/>
                <a:gd name="T6" fmla="*/ 12 w 3"/>
                <a:gd name="T7" fmla="*/ 47 h 4"/>
                <a:gd name="T8" fmla="*/ 12 w 3"/>
                <a:gd name="T9" fmla="*/ 61 h 4"/>
                <a:gd name="T10" fmla="*/ 12 w 3"/>
                <a:gd name="T11" fmla="*/ 83 h 4"/>
                <a:gd name="T12" fmla="*/ 37 w 3"/>
                <a:gd name="T13" fmla="*/ 61 h 4"/>
                <a:gd name="T14" fmla="*/ 37 w 3"/>
                <a:gd name="T15" fmla="*/ 61 h 4"/>
                <a:gd name="T16" fmla="*/ 37 w 3"/>
                <a:gd name="T17" fmla="*/ 47 h 4"/>
                <a:gd name="T18" fmla="*/ 37 w 3"/>
                <a:gd name="T19" fmla="*/ 47 h 4"/>
                <a:gd name="T20" fmla="*/ 37 w 3"/>
                <a:gd name="T21" fmla="*/ 0 h 4"/>
                <a:gd name="T22" fmla="*/ 28 w 3"/>
                <a:gd name="T23" fmla="*/ 0 h 4"/>
                <a:gd name="T24" fmla="*/ 12 w 3"/>
                <a:gd name="T25" fmla="*/ 22 h 4"/>
                <a:gd name="T26" fmla="*/ 37 w 3"/>
                <a:gd name="T27" fmla="*/ 22 h 4"/>
                <a:gd name="T28" fmla="*/ 37 w 3"/>
                <a:gd name="T29" fmla="*/ 47 h 4"/>
                <a:gd name="T30" fmla="*/ 37 w 3"/>
                <a:gd name="T31" fmla="*/ 47 h 4"/>
                <a:gd name="T32" fmla="*/ 37 w 3"/>
                <a:gd name="T33" fmla="*/ 22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3" name="Freeform 1483">
              <a:extLst>
                <a:ext uri="{FF2B5EF4-FFF2-40B4-BE49-F238E27FC236}">
                  <a16:creationId xmlns:a16="http://schemas.microsoft.com/office/drawing/2014/main" id="{D4843C3C-FB99-4A50-9B60-4AA1F089E7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1" y="201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35 h 3"/>
                <a:gd name="T4" fmla="*/ 35 w 3"/>
                <a:gd name="T5" fmla="*/ 56 h 3"/>
                <a:gd name="T6" fmla="*/ 56 w 3"/>
                <a:gd name="T7" fmla="*/ 35 h 3"/>
                <a:gd name="T8" fmla="*/ 56 w 3"/>
                <a:gd name="T9" fmla="*/ 35 h 3"/>
                <a:gd name="T10" fmla="*/ 56 w 3"/>
                <a:gd name="T11" fmla="*/ 21 h 3"/>
                <a:gd name="T12" fmla="*/ 56 w 3"/>
                <a:gd name="T13" fmla="*/ 21 h 3"/>
                <a:gd name="T14" fmla="*/ 35 w 3"/>
                <a:gd name="T15" fmla="*/ 0 h 3"/>
                <a:gd name="T16" fmla="*/ 56 w 3"/>
                <a:gd name="T17" fmla="*/ 35 h 3"/>
                <a:gd name="T18" fmla="*/ 56 w 3"/>
                <a:gd name="T19" fmla="*/ 35 h 3"/>
                <a:gd name="T20" fmla="*/ 35 w 3"/>
                <a:gd name="T21" fmla="*/ 35 h 3"/>
                <a:gd name="T22" fmla="*/ 56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4" name="Freeform 1484">
              <a:extLst>
                <a:ext uri="{FF2B5EF4-FFF2-40B4-BE49-F238E27FC236}">
                  <a16:creationId xmlns:a16="http://schemas.microsoft.com/office/drawing/2014/main" id="{2B6EEDE3-1076-4B67-A2A2-3EA3DE5C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021"/>
              <a:ext cx="5" cy="6"/>
            </a:xfrm>
            <a:custGeom>
              <a:avLst/>
              <a:gdLst>
                <a:gd name="T0" fmla="*/ 0 w 5"/>
                <a:gd name="T1" fmla="*/ 6 h 6"/>
                <a:gd name="T2" fmla="*/ 2 w 5"/>
                <a:gd name="T3" fmla="*/ 6 h 6"/>
                <a:gd name="T4" fmla="*/ 5 w 5"/>
                <a:gd name="T5" fmla="*/ 3 h 6"/>
                <a:gd name="T6" fmla="*/ 2 w 5"/>
                <a:gd name="T7" fmla="*/ 0 h 6"/>
                <a:gd name="T8" fmla="*/ 0 w 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lnTo>
                    <a:pt x="2" y="6"/>
                  </a:lnTo>
                  <a:lnTo>
                    <a:pt x="5" y="3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5" name="Freeform 1485">
              <a:extLst>
                <a:ext uri="{FF2B5EF4-FFF2-40B4-BE49-F238E27FC236}">
                  <a16:creationId xmlns:a16="http://schemas.microsoft.com/office/drawing/2014/main" id="{20038D80-9759-4806-813F-7FA7739C2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011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33 w 6"/>
                <a:gd name="T3" fmla="*/ 21 h 6"/>
                <a:gd name="T4" fmla="*/ 0 w 6"/>
                <a:gd name="T5" fmla="*/ 77 h 6"/>
                <a:gd name="T6" fmla="*/ 20 w 6"/>
                <a:gd name="T7" fmla="*/ 77 h 6"/>
                <a:gd name="T8" fmla="*/ 33 w 6"/>
                <a:gd name="T9" fmla="*/ 115 h 6"/>
                <a:gd name="T10" fmla="*/ 63 w 6"/>
                <a:gd name="T11" fmla="*/ 115 h 6"/>
                <a:gd name="T12" fmla="*/ 63 w 6"/>
                <a:gd name="T13" fmla="*/ 115 h 6"/>
                <a:gd name="T14" fmla="*/ 95 w 6"/>
                <a:gd name="T15" fmla="*/ 77 h 6"/>
                <a:gd name="T16" fmla="*/ 95 w 6"/>
                <a:gd name="T17" fmla="*/ 77 h 6"/>
                <a:gd name="T18" fmla="*/ 95 w 6"/>
                <a:gd name="T19" fmla="*/ 56 h 6"/>
                <a:gd name="T20" fmla="*/ 95 w 6"/>
                <a:gd name="T21" fmla="*/ 56 h 6"/>
                <a:gd name="T22" fmla="*/ 95 w 6"/>
                <a:gd name="T23" fmla="*/ 35 h 6"/>
                <a:gd name="T24" fmla="*/ 83 w 6"/>
                <a:gd name="T25" fmla="*/ 21 h 6"/>
                <a:gd name="T26" fmla="*/ 50 w 6"/>
                <a:gd name="T27" fmla="*/ 2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6" name="Freeform 1486">
              <a:extLst>
                <a:ext uri="{FF2B5EF4-FFF2-40B4-BE49-F238E27FC236}">
                  <a16:creationId xmlns:a16="http://schemas.microsoft.com/office/drawing/2014/main" id="{2DBB02C1-402A-427F-A25E-ED0A907C14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1" y="2013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47 h 4"/>
                <a:gd name="T4" fmla="*/ 0 w 4"/>
                <a:gd name="T5" fmla="*/ 47 h 4"/>
                <a:gd name="T6" fmla="*/ 20 w 4"/>
                <a:gd name="T7" fmla="*/ 61 h 4"/>
                <a:gd name="T8" fmla="*/ 20 w 4"/>
                <a:gd name="T9" fmla="*/ 61 h 4"/>
                <a:gd name="T10" fmla="*/ 33 w 4"/>
                <a:gd name="T11" fmla="*/ 83 h 4"/>
                <a:gd name="T12" fmla="*/ 50 w 4"/>
                <a:gd name="T13" fmla="*/ 83 h 4"/>
                <a:gd name="T14" fmla="*/ 50 w 4"/>
                <a:gd name="T15" fmla="*/ 61 h 4"/>
                <a:gd name="T16" fmla="*/ 63 w 4"/>
                <a:gd name="T17" fmla="*/ 47 h 4"/>
                <a:gd name="T18" fmla="*/ 63 w 4"/>
                <a:gd name="T19" fmla="*/ 47 h 4"/>
                <a:gd name="T20" fmla="*/ 50 w 4"/>
                <a:gd name="T21" fmla="*/ 22 h 4"/>
                <a:gd name="T22" fmla="*/ 50 w 4"/>
                <a:gd name="T23" fmla="*/ 22 h 4"/>
                <a:gd name="T24" fmla="*/ 20 w 4"/>
                <a:gd name="T25" fmla="*/ 22 h 4"/>
                <a:gd name="T26" fmla="*/ 50 w 4"/>
                <a:gd name="T27" fmla="*/ 47 h 4"/>
                <a:gd name="T28" fmla="*/ 50 w 4"/>
                <a:gd name="T29" fmla="*/ 47 h 4"/>
                <a:gd name="T30" fmla="*/ 50 w 4"/>
                <a:gd name="T31" fmla="*/ 47 h 4"/>
                <a:gd name="T32" fmla="*/ 50 w 4"/>
                <a:gd name="T33" fmla="*/ 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7" name="Freeform 1487">
              <a:extLst>
                <a:ext uri="{FF2B5EF4-FFF2-40B4-BE49-F238E27FC236}">
                  <a16:creationId xmlns:a16="http://schemas.microsoft.com/office/drawing/2014/main" id="{BE343CEF-3214-4990-9A62-4EA4B74D51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4" y="2013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0 w 3"/>
                <a:gd name="T3" fmla="*/ 47 h 4"/>
                <a:gd name="T4" fmla="*/ 28 w 3"/>
                <a:gd name="T5" fmla="*/ 61 h 4"/>
                <a:gd name="T6" fmla="*/ 37 w 3"/>
                <a:gd name="T7" fmla="*/ 47 h 4"/>
                <a:gd name="T8" fmla="*/ 37 w 3"/>
                <a:gd name="T9" fmla="*/ 47 h 4"/>
                <a:gd name="T10" fmla="*/ 37 w 3"/>
                <a:gd name="T11" fmla="*/ 47 h 4"/>
                <a:gd name="T12" fmla="*/ 37 w 3"/>
                <a:gd name="T13" fmla="*/ 22 h 4"/>
                <a:gd name="T14" fmla="*/ 28 w 3"/>
                <a:gd name="T15" fmla="*/ 0 h 4"/>
                <a:gd name="T16" fmla="*/ 37 w 3"/>
                <a:gd name="T17" fmla="*/ 47 h 4"/>
                <a:gd name="T18" fmla="*/ 37 w 3"/>
                <a:gd name="T19" fmla="*/ 47 h 4"/>
                <a:gd name="T20" fmla="*/ 28 w 3"/>
                <a:gd name="T21" fmla="*/ 61 h 4"/>
                <a:gd name="T22" fmla="*/ 37 w 3"/>
                <a:gd name="T23" fmla="*/ 47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4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8" name="Freeform 1488">
              <a:extLst>
                <a:ext uri="{FF2B5EF4-FFF2-40B4-BE49-F238E27FC236}">
                  <a16:creationId xmlns:a16="http://schemas.microsoft.com/office/drawing/2014/main" id="{C0C433F5-7F0B-412D-805D-C1CDBA4FD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021"/>
              <a:ext cx="5" cy="6"/>
            </a:xfrm>
            <a:custGeom>
              <a:avLst/>
              <a:gdLst>
                <a:gd name="T0" fmla="*/ 0 w 5"/>
                <a:gd name="T1" fmla="*/ 6 h 6"/>
                <a:gd name="T2" fmla="*/ 3 w 5"/>
                <a:gd name="T3" fmla="*/ 6 h 6"/>
                <a:gd name="T4" fmla="*/ 5 w 5"/>
                <a:gd name="T5" fmla="*/ 3 h 6"/>
                <a:gd name="T6" fmla="*/ 3 w 5"/>
                <a:gd name="T7" fmla="*/ 0 h 6"/>
                <a:gd name="T8" fmla="*/ 0 w 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lnTo>
                    <a:pt x="3" y="6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9" name="Freeform 1489">
              <a:extLst>
                <a:ext uri="{FF2B5EF4-FFF2-40B4-BE49-F238E27FC236}">
                  <a16:creationId xmlns:a16="http://schemas.microsoft.com/office/drawing/2014/main" id="{1B6EBDEF-13DC-4B9A-8DE3-96FDCF247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088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0 w 3"/>
                <a:gd name="T3" fmla="*/ 83 h 4"/>
                <a:gd name="T4" fmla="*/ 37 w 3"/>
                <a:gd name="T5" fmla="*/ 0 h 4"/>
                <a:gd name="T6" fmla="*/ 12 w 3"/>
                <a:gd name="T7" fmla="*/ 0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3" y="4"/>
                    <a:pt x="3" y="1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0" name="Freeform 1490">
              <a:extLst>
                <a:ext uri="{FF2B5EF4-FFF2-40B4-BE49-F238E27FC236}">
                  <a16:creationId xmlns:a16="http://schemas.microsoft.com/office/drawing/2014/main" id="{7A33BBF2-CDC9-4B9D-8604-1F7C74007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171"/>
              <a:ext cx="8" cy="10"/>
            </a:xfrm>
            <a:custGeom>
              <a:avLst/>
              <a:gdLst>
                <a:gd name="T0" fmla="*/ 3 w 8"/>
                <a:gd name="T1" fmla="*/ 2 h 10"/>
                <a:gd name="T2" fmla="*/ 0 w 8"/>
                <a:gd name="T3" fmla="*/ 8 h 10"/>
                <a:gd name="T4" fmla="*/ 5 w 8"/>
                <a:gd name="T5" fmla="*/ 10 h 10"/>
                <a:gd name="T6" fmla="*/ 8 w 8"/>
                <a:gd name="T7" fmla="*/ 0 h 10"/>
                <a:gd name="T8" fmla="*/ 3 w 8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3" y="2"/>
                  </a:moveTo>
                  <a:lnTo>
                    <a:pt x="0" y="8"/>
                  </a:lnTo>
                  <a:lnTo>
                    <a:pt x="5" y="10"/>
                  </a:lnTo>
                  <a:lnTo>
                    <a:pt x="8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1" name="Freeform 1491">
              <a:extLst>
                <a:ext uri="{FF2B5EF4-FFF2-40B4-BE49-F238E27FC236}">
                  <a16:creationId xmlns:a16="http://schemas.microsoft.com/office/drawing/2014/main" id="{03940894-4F91-477C-B210-5E503C162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229"/>
              <a:ext cx="22" cy="22"/>
            </a:xfrm>
            <a:custGeom>
              <a:avLst/>
              <a:gdLst>
                <a:gd name="T0" fmla="*/ 29 w 9"/>
                <a:gd name="T1" fmla="*/ 22 h 8"/>
                <a:gd name="T2" fmla="*/ 12 w 9"/>
                <a:gd name="T3" fmla="*/ 107 h 8"/>
                <a:gd name="T4" fmla="*/ 90 w 9"/>
                <a:gd name="T5" fmla="*/ 143 h 8"/>
                <a:gd name="T6" fmla="*/ 132 w 9"/>
                <a:gd name="T7" fmla="*/ 107 h 8"/>
                <a:gd name="T8" fmla="*/ 103 w 9"/>
                <a:gd name="T9" fmla="*/ 22 h 8"/>
                <a:gd name="T10" fmla="*/ 90 w 9"/>
                <a:gd name="T11" fmla="*/ 22 h 8"/>
                <a:gd name="T12" fmla="*/ 103 w 9"/>
                <a:gd name="T13" fmla="*/ 47 h 8"/>
                <a:gd name="T14" fmla="*/ 29 w 9"/>
                <a:gd name="T15" fmla="*/ 22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7"/>
                    <a:pt x="6" y="7"/>
                  </a:cubicBezTo>
                  <a:cubicBezTo>
                    <a:pt x="7" y="8"/>
                    <a:pt x="9" y="6"/>
                    <a:pt x="9" y="5"/>
                  </a:cubicBezTo>
                  <a:cubicBezTo>
                    <a:pt x="9" y="3"/>
                    <a:pt x="8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2" name="Freeform 1492">
              <a:extLst>
                <a:ext uri="{FF2B5EF4-FFF2-40B4-BE49-F238E27FC236}">
                  <a16:creationId xmlns:a16="http://schemas.microsoft.com/office/drawing/2014/main" id="{932C3D23-ADF1-4E90-8C37-2CBFDFA1C2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6" y="2229"/>
              <a:ext cx="12" cy="14"/>
            </a:xfrm>
            <a:custGeom>
              <a:avLst/>
              <a:gdLst>
                <a:gd name="T0" fmla="*/ 12 w 5"/>
                <a:gd name="T1" fmla="*/ 22 h 5"/>
                <a:gd name="T2" fmla="*/ 0 w 5"/>
                <a:gd name="T3" fmla="*/ 48 h 5"/>
                <a:gd name="T4" fmla="*/ 0 w 5"/>
                <a:gd name="T5" fmla="*/ 48 h 5"/>
                <a:gd name="T6" fmla="*/ 0 w 5"/>
                <a:gd name="T7" fmla="*/ 62 h 5"/>
                <a:gd name="T8" fmla="*/ 0 w 5"/>
                <a:gd name="T9" fmla="*/ 62 h 5"/>
                <a:gd name="T10" fmla="*/ 12 w 5"/>
                <a:gd name="T11" fmla="*/ 62 h 5"/>
                <a:gd name="T12" fmla="*/ 12 w 5"/>
                <a:gd name="T13" fmla="*/ 87 h 5"/>
                <a:gd name="T14" fmla="*/ 12 w 5"/>
                <a:gd name="T15" fmla="*/ 87 h 5"/>
                <a:gd name="T16" fmla="*/ 29 w 5"/>
                <a:gd name="T17" fmla="*/ 109 h 5"/>
                <a:gd name="T18" fmla="*/ 41 w 5"/>
                <a:gd name="T19" fmla="*/ 109 h 5"/>
                <a:gd name="T20" fmla="*/ 41 w 5"/>
                <a:gd name="T21" fmla="*/ 109 h 5"/>
                <a:gd name="T22" fmla="*/ 41 w 5"/>
                <a:gd name="T23" fmla="*/ 109 h 5"/>
                <a:gd name="T24" fmla="*/ 58 w 5"/>
                <a:gd name="T25" fmla="*/ 87 h 5"/>
                <a:gd name="T26" fmla="*/ 70 w 5"/>
                <a:gd name="T27" fmla="*/ 48 h 5"/>
                <a:gd name="T28" fmla="*/ 70 w 5"/>
                <a:gd name="T29" fmla="*/ 48 h 5"/>
                <a:gd name="T30" fmla="*/ 58 w 5"/>
                <a:gd name="T31" fmla="*/ 22 h 5"/>
                <a:gd name="T32" fmla="*/ 58 w 5"/>
                <a:gd name="T33" fmla="*/ 22 h 5"/>
                <a:gd name="T34" fmla="*/ 58 w 5"/>
                <a:gd name="T35" fmla="*/ 22 h 5"/>
                <a:gd name="T36" fmla="*/ 41 w 5"/>
                <a:gd name="T37" fmla="*/ 0 h 5"/>
                <a:gd name="T38" fmla="*/ 12 w 5"/>
                <a:gd name="T39" fmla="*/ 22 h 5"/>
                <a:gd name="T40" fmla="*/ 41 w 5"/>
                <a:gd name="T41" fmla="*/ 0 h 5"/>
                <a:gd name="T42" fmla="*/ 41 w 5"/>
                <a:gd name="T43" fmla="*/ 0 h 5"/>
                <a:gd name="T44" fmla="*/ 41 w 5"/>
                <a:gd name="T45" fmla="*/ 0 h 5"/>
                <a:gd name="T46" fmla="*/ 12 w 5"/>
                <a:gd name="T47" fmla="*/ 48 h 5"/>
                <a:gd name="T48" fmla="*/ 12 w 5"/>
                <a:gd name="T49" fmla="*/ 22 h 5"/>
                <a:gd name="T50" fmla="*/ 12 w 5"/>
                <a:gd name="T51" fmla="*/ 48 h 5"/>
                <a:gd name="T52" fmla="*/ 12 w 5"/>
                <a:gd name="T53" fmla="*/ 62 h 5"/>
                <a:gd name="T54" fmla="*/ 12 w 5"/>
                <a:gd name="T55" fmla="*/ 48 h 5"/>
                <a:gd name="T56" fmla="*/ 41 w 5"/>
                <a:gd name="T57" fmla="*/ 22 h 5"/>
                <a:gd name="T58" fmla="*/ 58 w 5"/>
                <a:gd name="T59" fmla="*/ 48 h 5"/>
                <a:gd name="T60" fmla="*/ 58 w 5"/>
                <a:gd name="T61" fmla="*/ 48 h 5"/>
                <a:gd name="T62" fmla="*/ 58 w 5"/>
                <a:gd name="T63" fmla="*/ 87 h 5"/>
                <a:gd name="T64" fmla="*/ 29 w 5"/>
                <a:gd name="T65" fmla="*/ 87 h 5"/>
                <a:gd name="T66" fmla="*/ 12 w 5"/>
                <a:gd name="T67" fmla="*/ 62 h 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  <a:moveTo>
                    <a:pt x="1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3" name="Freeform 1493">
              <a:extLst>
                <a:ext uri="{FF2B5EF4-FFF2-40B4-BE49-F238E27FC236}">
                  <a16:creationId xmlns:a16="http://schemas.microsoft.com/office/drawing/2014/main" id="{FF399D77-6F1F-4F72-AE48-8D79B03E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27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0 w 5"/>
                <a:gd name="T3" fmla="*/ 55 h 5"/>
                <a:gd name="T4" fmla="*/ 41 w 5"/>
                <a:gd name="T5" fmla="*/ 88 h 5"/>
                <a:gd name="T6" fmla="*/ 70 w 5"/>
                <a:gd name="T7" fmla="*/ 55 h 5"/>
                <a:gd name="T8" fmla="*/ 70 w 5"/>
                <a:gd name="T9" fmla="*/ 34 h 5"/>
                <a:gd name="T10" fmla="*/ 41 w 5"/>
                <a:gd name="T11" fmla="*/ 0 h 5"/>
                <a:gd name="T12" fmla="*/ 0 w 5"/>
                <a:gd name="T13" fmla="*/ 3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4" name="Freeform 1494">
              <a:extLst>
                <a:ext uri="{FF2B5EF4-FFF2-40B4-BE49-F238E27FC236}">
                  <a16:creationId xmlns:a16="http://schemas.microsoft.com/office/drawing/2014/main" id="{E804DF5C-0A0B-4C4C-BCAB-F639D551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240"/>
              <a:ext cx="5" cy="11"/>
            </a:xfrm>
            <a:custGeom>
              <a:avLst/>
              <a:gdLst>
                <a:gd name="T0" fmla="*/ 0 w 5"/>
                <a:gd name="T1" fmla="*/ 3 h 11"/>
                <a:gd name="T2" fmla="*/ 0 w 5"/>
                <a:gd name="T3" fmla="*/ 8 h 11"/>
                <a:gd name="T4" fmla="*/ 5 w 5"/>
                <a:gd name="T5" fmla="*/ 11 h 11"/>
                <a:gd name="T6" fmla="*/ 5 w 5"/>
                <a:gd name="T7" fmla="*/ 0 h 11"/>
                <a:gd name="T8" fmla="*/ 0 w 5"/>
                <a:gd name="T9" fmla="*/ 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0" y="3"/>
                  </a:moveTo>
                  <a:lnTo>
                    <a:pt x="0" y="8"/>
                  </a:lnTo>
                  <a:lnTo>
                    <a:pt x="5" y="11"/>
                  </a:lnTo>
                  <a:lnTo>
                    <a:pt x="5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5" name="Freeform 1495">
              <a:extLst>
                <a:ext uri="{FF2B5EF4-FFF2-40B4-BE49-F238E27FC236}">
                  <a16:creationId xmlns:a16="http://schemas.microsoft.com/office/drawing/2014/main" id="{2463BE0B-B94E-4AD4-A410-F80BD6165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053"/>
              <a:ext cx="22" cy="19"/>
            </a:xfrm>
            <a:custGeom>
              <a:avLst/>
              <a:gdLst>
                <a:gd name="T0" fmla="*/ 29 w 9"/>
                <a:gd name="T1" fmla="*/ 22 h 7"/>
                <a:gd name="T2" fmla="*/ 12 w 9"/>
                <a:gd name="T3" fmla="*/ 81 h 7"/>
                <a:gd name="T4" fmla="*/ 71 w 9"/>
                <a:gd name="T5" fmla="*/ 141 h 7"/>
                <a:gd name="T6" fmla="*/ 132 w 9"/>
                <a:gd name="T7" fmla="*/ 81 h 7"/>
                <a:gd name="T8" fmla="*/ 90 w 9"/>
                <a:gd name="T9" fmla="*/ 0 h 7"/>
                <a:gd name="T10" fmla="*/ 71 w 9"/>
                <a:gd name="T11" fmla="*/ 0 h 7"/>
                <a:gd name="T12" fmla="*/ 103 w 9"/>
                <a:gd name="T13" fmla="*/ 22 h 7"/>
                <a:gd name="T14" fmla="*/ 29 w 9"/>
                <a:gd name="T15" fmla="*/ 22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6"/>
                    <a:pt x="4" y="7"/>
                    <a:pt x="5" y="7"/>
                  </a:cubicBezTo>
                  <a:cubicBezTo>
                    <a:pt x="7" y="7"/>
                    <a:pt x="9" y="6"/>
                    <a:pt x="9" y="4"/>
                  </a:cubicBezTo>
                  <a:cubicBezTo>
                    <a:pt x="9" y="2"/>
                    <a:pt x="8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6" name="Freeform 1496">
              <a:extLst>
                <a:ext uri="{FF2B5EF4-FFF2-40B4-BE49-F238E27FC236}">
                  <a16:creationId xmlns:a16="http://schemas.microsoft.com/office/drawing/2014/main" id="{29A6083D-D4E6-4BDC-A271-FBB373E15D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4" y="2051"/>
              <a:ext cx="12" cy="13"/>
            </a:xfrm>
            <a:custGeom>
              <a:avLst/>
              <a:gdLst>
                <a:gd name="T0" fmla="*/ 0 w 5"/>
                <a:gd name="T1" fmla="*/ 21 h 5"/>
                <a:gd name="T2" fmla="*/ 0 w 5"/>
                <a:gd name="T3" fmla="*/ 34 h 5"/>
                <a:gd name="T4" fmla="*/ 0 w 5"/>
                <a:gd name="T5" fmla="*/ 55 h 5"/>
                <a:gd name="T6" fmla="*/ 0 w 5"/>
                <a:gd name="T7" fmla="*/ 55 h 5"/>
                <a:gd name="T8" fmla="*/ 0 w 5"/>
                <a:gd name="T9" fmla="*/ 55 h 5"/>
                <a:gd name="T10" fmla="*/ 0 w 5"/>
                <a:gd name="T11" fmla="*/ 68 h 5"/>
                <a:gd name="T12" fmla="*/ 12 w 5"/>
                <a:gd name="T13" fmla="*/ 68 h 5"/>
                <a:gd name="T14" fmla="*/ 12 w 5"/>
                <a:gd name="T15" fmla="*/ 88 h 5"/>
                <a:gd name="T16" fmla="*/ 29 w 5"/>
                <a:gd name="T17" fmla="*/ 88 h 5"/>
                <a:gd name="T18" fmla="*/ 41 w 5"/>
                <a:gd name="T19" fmla="*/ 88 h 5"/>
                <a:gd name="T20" fmla="*/ 41 w 5"/>
                <a:gd name="T21" fmla="*/ 88 h 5"/>
                <a:gd name="T22" fmla="*/ 41 w 5"/>
                <a:gd name="T23" fmla="*/ 88 h 5"/>
                <a:gd name="T24" fmla="*/ 58 w 5"/>
                <a:gd name="T25" fmla="*/ 68 h 5"/>
                <a:gd name="T26" fmla="*/ 70 w 5"/>
                <a:gd name="T27" fmla="*/ 55 h 5"/>
                <a:gd name="T28" fmla="*/ 70 w 5"/>
                <a:gd name="T29" fmla="*/ 34 h 5"/>
                <a:gd name="T30" fmla="*/ 58 w 5"/>
                <a:gd name="T31" fmla="*/ 21 h 5"/>
                <a:gd name="T32" fmla="*/ 58 w 5"/>
                <a:gd name="T33" fmla="*/ 21 h 5"/>
                <a:gd name="T34" fmla="*/ 58 w 5"/>
                <a:gd name="T35" fmla="*/ 21 h 5"/>
                <a:gd name="T36" fmla="*/ 29 w 5"/>
                <a:gd name="T37" fmla="*/ 0 h 5"/>
                <a:gd name="T38" fmla="*/ 0 w 5"/>
                <a:gd name="T39" fmla="*/ 21 h 5"/>
                <a:gd name="T40" fmla="*/ 29 w 5"/>
                <a:gd name="T41" fmla="*/ 21 h 5"/>
                <a:gd name="T42" fmla="*/ 29 w 5"/>
                <a:gd name="T43" fmla="*/ 21 h 5"/>
                <a:gd name="T44" fmla="*/ 29 w 5"/>
                <a:gd name="T45" fmla="*/ 21 h 5"/>
                <a:gd name="T46" fmla="*/ 0 w 5"/>
                <a:gd name="T47" fmla="*/ 55 h 5"/>
                <a:gd name="T48" fmla="*/ 12 w 5"/>
                <a:gd name="T49" fmla="*/ 34 h 5"/>
                <a:gd name="T50" fmla="*/ 0 w 5"/>
                <a:gd name="T51" fmla="*/ 55 h 5"/>
                <a:gd name="T52" fmla="*/ 12 w 5"/>
                <a:gd name="T53" fmla="*/ 55 h 5"/>
                <a:gd name="T54" fmla="*/ 12 w 5"/>
                <a:gd name="T55" fmla="*/ 34 h 5"/>
                <a:gd name="T56" fmla="*/ 41 w 5"/>
                <a:gd name="T57" fmla="*/ 21 h 5"/>
                <a:gd name="T58" fmla="*/ 58 w 5"/>
                <a:gd name="T59" fmla="*/ 34 h 5"/>
                <a:gd name="T60" fmla="*/ 58 w 5"/>
                <a:gd name="T61" fmla="*/ 55 h 5"/>
                <a:gd name="T62" fmla="*/ 58 w 5"/>
                <a:gd name="T63" fmla="*/ 68 h 5"/>
                <a:gd name="T64" fmla="*/ 29 w 5"/>
                <a:gd name="T65" fmla="*/ 88 h 5"/>
                <a:gd name="T66" fmla="*/ 12 w 5"/>
                <a:gd name="T67" fmla="*/ 55 h 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0" y="3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3" y="4"/>
                    <a:pt x="2" y="5"/>
                    <a:pt x="2" y="5"/>
                  </a:cubicBezTo>
                  <a:cubicBezTo>
                    <a:pt x="1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7" name="Freeform 1497">
              <a:extLst>
                <a:ext uri="{FF2B5EF4-FFF2-40B4-BE49-F238E27FC236}">
                  <a16:creationId xmlns:a16="http://schemas.microsoft.com/office/drawing/2014/main" id="{07407295-45E0-4F92-830C-EE0C8C795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048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0 w 4"/>
                <a:gd name="T3" fmla="*/ 55 h 5"/>
                <a:gd name="T4" fmla="*/ 33 w 4"/>
                <a:gd name="T5" fmla="*/ 88 h 5"/>
                <a:gd name="T6" fmla="*/ 63 w 4"/>
                <a:gd name="T7" fmla="*/ 55 h 5"/>
                <a:gd name="T8" fmla="*/ 63 w 4"/>
                <a:gd name="T9" fmla="*/ 34 h 5"/>
                <a:gd name="T10" fmla="*/ 33 w 4"/>
                <a:gd name="T11" fmla="*/ 0 h 5"/>
                <a:gd name="T12" fmla="*/ 0 w 4"/>
                <a:gd name="T13" fmla="*/ 3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8" name="Freeform 1498">
              <a:extLst>
                <a:ext uri="{FF2B5EF4-FFF2-40B4-BE49-F238E27FC236}">
                  <a16:creationId xmlns:a16="http://schemas.microsoft.com/office/drawing/2014/main" id="{14F32710-687D-4833-8CCB-D57EB1083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64"/>
              <a:ext cx="7" cy="8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5 h 8"/>
                <a:gd name="T4" fmla="*/ 5 w 7"/>
                <a:gd name="T5" fmla="*/ 8 h 8"/>
                <a:gd name="T6" fmla="*/ 7 w 7"/>
                <a:gd name="T7" fmla="*/ 0 h 8"/>
                <a:gd name="T8" fmla="*/ 0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0" y="5"/>
                  </a:lnTo>
                  <a:lnTo>
                    <a:pt x="5" y="8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9" name="Freeform 1499">
              <a:extLst>
                <a:ext uri="{FF2B5EF4-FFF2-40B4-BE49-F238E27FC236}">
                  <a16:creationId xmlns:a16="http://schemas.microsoft.com/office/drawing/2014/main" id="{0E7FE0C3-BDA5-4345-92D5-6D6B9258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77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20 w 4"/>
                <a:gd name="T3" fmla="*/ 109 h 5"/>
                <a:gd name="T4" fmla="*/ 63 w 4"/>
                <a:gd name="T5" fmla="*/ 22 h 5"/>
                <a:gd name="T6" fmla="*/ 33 w 4"/>
                <a:gd name="T7" fmla="*/ 0 h 5"/>
                <a:gd name="T8" fmla="*/ 0 w 4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4" y="3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0" name="Freeform 1500">
              <a:extLst>
                <a:ext uri="{FF2B5EF4-FFF2-40B4-BE49-F238E27FC236}">
                  <a16:creationId xmlns:a16="http://schemas.microsoft.com/office/drawing/2014/main" id="{52FAB0F1-2B60-4247-923F-B165CDEEA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277"/>
              <a:ext cx="17" cy="11"/>
            </a:xfrm>
            <a:custGeom>
              <a:avLst/>
              <a:gdLst>
                <a:gd name="T0" fmla="*/ 58 w 7"/>
                <a:gd name="T1" fmla="*/ 0 h 4"/>
                <a:gd name="T2" fmla="*/ 29 w 7"/>
                <a:gd name="T3" fmla="*/ 0 h 4"/>
                <a:gd name="T4" fmla="*/ 12 w 7"/>
                <a:gd name="T5" fmla="*/ 0 h 4"/>
                <a:gd name="T6" fmla="*/ 12 w 7"/>
                <a:gd name="T7" fmla="*/ 22 h 4"/>
                <a:gd name="T8" fmla="*/ 0 w 7"/>
                <a:gd name="T9" fmla="*/ 61 h 4"/>
                <a:gd name="T10" fmla="*/ 0 w 7"/>
                <a:gd name="T11" fmla="*/ 61 h 4"/>
                <a:gd name="T12" fmla="*/ 29 w 7"/>
                <a:gd name="T13" fmla="*/ 83 h 4"/>
                <a:gd name="T14" fmla="*/ 29 w 7"/>
                <a:gd name="T15" fmla="*/ 83 h 4"/>
                <a:gd name="T16" fmla="*/ 41 w 7"/>
                <a:gd name="T17" fmla="*/ 61 h 4"/>
                <a:gd name="T18" fmla="*/ 70 w 7"/>
                <a:gd name="T19" fmla="*/ 47 h 4"/>
                <a:gd name="T20" fmla="*/ 100 w 7"/>
                <a:gd name="T21" fmla="*/ 0 h 4"/>
                <a:gd name="T22" fmla="*/ 70 w 7"/>
                <a:gd name="T23" fmla="*/ 0 h 4"/>
                <a:gd name="T24" fmla="*/ 58 w 7"/>
                <a:gd name="T25" fmla="*/ 0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1" name="Freeform 1501">
              <a:extLst>
                <a:ext uri="{FF2B5EF4-FFF2-40B4-BE49-F238E27FC236}">
                  <a16:creationId xmlns:a16="http://schemas.microsoft.com/office/drawing/2014/main" id="{1413B09B-22BC-4319-A3ED-864DDDDA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09"/>
              <a:ext cx="5" cy="6"/>
            </a:xfrm>
            <a:custGeom>
              <a:avLst/>
              <a:gdLst>
                <a:gd name="T0" fmla="*/ 0 w 5"/>
                <a:gd name="T1" fmla="*/ 6 h 6"/>
                <a:gd name="T2" fmla="*/ 5 w 5"/>
                <a:gd name="T3" fmla="*/ 6 h 6"/>
                <a:gd name="T4" fmla="*/ 5 w 5"/>
                <a:gd name="T5" fmla="*/ 3 h 6"/>
                <a:gd name="T6" fmla="*/ 0 w 5"/>
                <a:gd name="T7" fmla="*/ 0 h 6"/>
                <a:gd name="T8" fmla="*/ 0 w 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lnTo>
                    <a:pt x="5" y="6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2" name="Freeform 1502">
              <a:extLst>
                <a:ext uri="{FF2B5EF4-FFF2-40B4-BE49-F238E27FC236}">
                  <a16:creationId xmlns:a16="http://schemas.microsoft.com/office/drawing/2014/main" id="{57B80056-C820-4AFE-9356-5B66AFAB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792"/>
              <a:ext cx="651" cy="371"/>
            </a:xfrm>
            <a:custGeom>
              <a:avLst/>
              <a:gdLst>
                <a:gd name="T0" fmla="*/ 3686 w 260"/>
                <a:gd name="T1" fmla="*/ 2437 h 139"/>
                <a:gd name="T2" fmla="*/ 3435 w 260"/>
                <a:gd name="T3" fmla="*/ 2642 h 139"/>
                <a:gd name="T4" fmla="*/ 313 w 260"/>
                <a:gd name="T5" fmla="*/ 2642 h 139"/>
                <a:gd name="T6" fmla="*/ 33 w 260"/>
                <a:gd name="T7" fmla="*/ 2322 h 139"/>
                <a:gd name="T8" fmla="*/ 521 w 260"/>
                <a:gd name="T9" fmla="*/ 227 h 139"/>
                <a:gd name="T10" fmla="*/ 784 w 260"/>
                <a:gd name="T11" fmla="*/ 0 h 139"/>
                <a:gd name="T12" fmla="*/ 3768 w 260"/>
                <a:gd name="T13" fmla="*/ 0 h 139"/>
                <a:gd name="T14" fmla="*/ 4031 w 260"/>
                <a:gd name="T15" fmla="*/ 320 h 139"/>
                <a:gd name="T16" fmla="*/ 3686 w 260"/>
                <a:gd name="T17" fmla="*/ 2437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139">
                  <a:moveTo>
                    <a:pt x="235" y="128"/>
                  </a:moveTo>
                  <a:cubicBezTo>
                    <a:pt x="233" y="135"/>
                    <a:pt x="226" y="139"/>
                    <a:pt x="219" y="139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10" y="139"/>
                    <a:pt x="0" y="131"/>
                    <a:pt x="2" y="122"/>
                  </a:cubicBezTo>
                  <a:cubicBezTo>
                    <a:pt x="2" y="122"/>
                    <a:pt x="32" y="13"/>
                    <a:pt x="33" y="12"/>
                  </a:cubicBezTo>
                  <a:cubicBezTo>
                    <a:pt x="35" y="5"/>
                    <a:pt x="42" y="0"/>
                    <a:pt x="50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0" y="0"/>
                    <a:pt x="260" y="4"/>
                    <a:pt x="257" y="17"/>
                  </a:cubicBezTo>
                  <a:cubicBezTo>
                    <a:pt x="257" y="17"/>
                    <a:pt x="236" y="126"/>
                    <a:pt x="235" y="128"/>
                  </a:cubicBezTo>
                  <a:close/>
                </a:path>
              </a:pathLst>
            </a:custGeom>
            <a:solidFill>
              <a:srgbClr val="F5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3" name="Freeform 1503">
              <a:extLst>
                <a:ext uri="{FF2B5EF4-FFF2-40B4-BE49-F238E27FC236}">
                  <a16:creationId xmlns:a16="http://schemas.microsoft.com/office/drawing/2014/main" id="{9E6C973B-DB70-44CF-AED0-5A2324DDB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821"/>
              <a:ext cx="641" cy="398"/>
            </a:xfrm>
            <a:custGeom>
              <a:avLst/>
              <a:gdLst>
                <a:gd name="T0" fmla="*/ 3999 w 256"/>
                <a:gd name="T1" fmla="*/ 0 h 149"/>
                <a:gd name="T2" fmla="*/ 3999 w 256"/>
                <a:gd name="T3" fmla="*/ 115 h 149"/>
                <a:gd name="T4" fmla="*/ 3656 w 256"/>
                <a:gd name="T5" fmla="*/ 2233 h 149"/>
                <a:gd name="T6" fmla="*/ 3405 w 256"/>
                <a:gd name="T7" fmla="*/ 2441 h 149"/>
                <a:gd name="T8" fmla="*/ 283 w 256"/>
                <a:gd name="T9" fmla="*/ 2441 h 149"/>
                <a:gd name="T10" fmla="*/ 0 w 256"/>
                <a:gd name="T11" fmla="*/ 2190 h 149"/>
                <a:gd name="T12" fmla="*/ 0 w 256"/>
                <a:gd name="T13" fmla="*/ 2519 h 149"/>
                <a:gd name="T14" fmla="*/ 283 w 256"/>
                <a:gd name="T15" fmla="*/ 2839 h 149"/>
                <a:gd name="T16" fmla="*/ 3405 w 256"/>
                <a:gd name="T17" fmla="*/ 2839 h 149"/>
                <a:gd name="T18" fmla="*/ 3656 w 256"/>
                <a:gd name="T19" fmla="*/ 2634 h 149"/>
                <a:gd name="T20" fmla="*/ 3999 w 256"/>
                <a:gd name="T21" fmla="*/ 513 h 149"/>
                <a:gd name="T22" fmla="*/ 4019 w 256"/>
                <a:gd name="T23" fmla="*/ 478 h 149"/>
                <a:gd name="T24" fmla="*/ 4019 w 256"/>
                <a:gd name="T25" fmla="*/ 0 h 149"/>
                <a:gd name="T26" fmla="*/ 3999 w 256"/>
                <a:gd name="T27" fmla="*/ 0 h 1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6" h="149">
                  <a:moveTo>
                    <a:pt x="255" y="0"/>
                  </a:moveTo>
                  <a:cubicBezTo>
                    <a:pt x="256" y="2"/>
                    <a:pt x="256" y="4"/>
                    <a:pt x="255" y="6"/>
                  </a:cubicBezTo>
                  <a:cubicBezTo>
                    <a:pt x="255" y="6"/>
                    <a:pt x="234" y="115"/>
                    <a:pt x="233" y="117"/>
                  </a:cubicBezTo>
                  <a:cubicBezTo>
                    <a:pt x="231" y="124"/>
                    <a:pt x="224" y="128"/>
                    <a:pt x="217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0" y="128"/>
                    <a:pt x="1" y="122"/>
                    <a:pt x="0" y="115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42"/>
                    <a:pt x="8" y="149"/>
                    <a:pt x="18" y="149"/>
                  </a:cubicBezTo>
                  <a:cubicBezTo>
                    <a:pt x="217" y="149"/>
                    <a:pt x="217" y="149"/>
                    <a:pt x="217" y="149"/>
                  </a:cubicBezTo>
                  <a:cubicBezTo>
                    <a:pt x="224" y="149"/>
                    <a:pt x="231" y="145"/>
                    <a:pt x="233" y="138"/>
                  </a:cubicBezTo>
                  <a:cubicBezTo>
                    <a:pt x="234" y="136"/>
                    <a:pt x="255" y="27"/>
                    <a:pt x="255" y="27"/>
                  </a:cubicBezTo>
                  <a:cubicBezTo>
                    <a:pt x="256" y="26"/>
                    <a:pt x="256" y="25"/>
                    <a:pt x="256" y="25"/>
                  </a:cubicBezTo>
                  <a:cubicBezTo>
                    <a:pt x="256" y="0"/>
                    <a:pt x="256" y="0"/>
                    <a:pt x="256" y="0"/>
                  </a:cubicBezTo>
                  <a:lnTo>
                    <a:pt x="255" y="0"/>
                  </a:lnTo>
                  <a:close/>
                </a:path>
              </a:pathLst>
            </a:custGeom>
            <a:solidFill>
              <a:srgbClr val="D3A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4" name="Freeform 1504">
              <a:extLst>
                <a:ext uri="{FF2B5EF4-FFF2-40B4-BE49-F238E27FC236}">
                  <a16:creationId xmlns:a16="http://schemas.microsoft.com/office/drawing/2014/main" id="{BAD8489F-4FE9-4D1B-9F3A-1FC20FB5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805"/>
              <a:ext cx="600" cy="310"/>
            </a:xfrm>
            <a:custGeom>
              <a:avLst/>
              <a:gdLst>
                <a:gd name="T0" fmla="*/ 33 w 240"/>
                <a:gd name="T1" fmla="*/ 2101 h 116"/>
                <a:gd name="T2" fmla="*/ 470 w 240"/>
                <a:gd name="T3" fmla="*/ 307 h 116"/>
                <a:gd name="T4" fmla="*/ 750 w 240"/>
                <a:gd name="T5" fmla="*/ 94 h 116"/>
                <a:gd name="T6" fmla="*/ 3470 w 240"/>
                <a:gd name="T7" fmla="*/ 78 h 116"/>
                <a:gd name="T8" fmla="*/ 3750 w 240"/>
                <a:gd name="T9" fmla="*/ 230 h 116"/>
                <a:gd name="T10" fmla="*/ 3500 w 240"/>
                <a:gd name="T11" fmla="*/ 0 h 116"/>
                <a:gd name="T12" fmla="*/ 645 w 240"/>
                <a:gd name="T13" fmla="*/ 0 h 116"/>
                <a:gd name="T14" fmla="*/ 408 w 240"/>
                <a:gd name="T15" fmla="*/ 208 h 116"/>
                <a:gd name="T16" fmla="*/ 20 w 240"/>
                <a:gd name="T17" fmla="*/ 2122 h 116"/>
                <a:gd name="T18" fmla="*/ 33 w 240"/>
                <a:gd name="T19" fmla="*/ 2101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0" h="116">
                  <a:moveTo>
                    <a:pt x="2" y="110"/>
                  </a:moveTo>
                  <a:cubicBezTo>
                    <a:pt x="2" y="110"/>
                    <a:pt x="30" y="18"/>
                    <a:pt x="30" y="16"/>
                  </a:cubicBezTo>
                  <a:cubicBezTo>
                    <a:pt x="33" y="10"/>
                    <a:pt x="36" y="4"/>
                    <a:pt x="48" y="5"/>
                  </a:cubicBezTo>
                  <a:cubicBezTo>
                    <a:pt x="222" y="4"/>
                    <a:pt x="222" y="4"/>
                    <a:pt x="222" y="4"/>
                  </a:cubicBezTo>
                  <a:cubicBezTo>
                    <a:pt x="235" y="4"/>
                    <a:pt x="239" y="9"/>
                    <a:pt x="240" y="12"/>
                  </a:cubicBezTo>
                  <a:cubicBezTo>
                    <a:pt x="239" y="3"/>
                    <a:pt x="231" y="0"/>
                    <a:pt x="224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4" y="0"/>
                    <a:pt x="28" y="5"/>
                    <a:pt x="26" y="11"/>
                  </a:cubicBezTo>
                  <a:cubicBezTo>
                    <a:pt x="25" y="13"/>
                    <a:pt x="1" y="111"/>
                    <a:pt x="1" y="111"/>
                  </a:cubicBezTo>
                  <a:cubicBezTo>
                    <a:pt x="0" y="116"/>
                    <a:pt x="1" y="111"/>
                    <a:pt x="2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5" name="Freeform 1505">
              <a:extLst>
                <a:ext uri="{FF2B5EF4-FFF2-40B4-BE49-F238E27FC236}">
                  <a16:creationId xmlns:a16="http://schemas.microsoft.com/office/drawing/2014/main" id="{4A6DD72B-3770-4764-B36C-7F4FF83AF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883"/>
              <a:ext cx="440" cy="256"/>
            </a:xfrm>
            <a:custGeom>
              <a:avLst/>
              <a:gdLst>
                <a:gd name="T0" fmla="*/ 0 w 176"/>
                <a:gd name="T1" fmla="*/ 1821 h 96"/>
                <a:gd name="T2" fmla="*/ 2188 w 176"/>
                <a:gd name="T3" fmla="*/ 1821 h 96"/>
                <a:gd name="T4" fmla="*/ 2520 w 176"/>
                <a:gd name="T5" fmla="*/ 1515 h 96"/>
                <a:gd name="T6" fmla="*/ 2750 w 176"/>
                <a:gd name="T7" fmla="*/ 0 h 96"/>
                <a:gd name="T8" fmla="*/ 2345 w 176"/>
                <a:gd name="T9" fmla="*/ 1613 h 96"/>
                <a:gd name="T10" fmla="*/ 0 w 176"/>
                <a:gd name="T11" fmla="*/ 1821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6" h="96">
                  <a:moveTo>
                    <a:pt x="0" y="96"/>
                  </a:moveTo>
                  <a:cubicBezTo>
                    <a:pt x="45" y="96"/>
                    <a:pt x="128" y="96"/>
                    <a:pt x="140" y="96"/>
                  </a:cubicBezTo>
                  <a:cubicBezTo>
                    <a:pt x="152" y="96"/>
                    <a:pt x="159" y="93"/>
                    <a:pt x="161" y="80"/>
                  </a:cubicBezTo>
                  <a:cubicBezTo>
                    <a:pt x="163" y="68"/>
                    <a:pt x="176" y="0"/>
                    <a:pt x="176" y="0"/>
                  </a:cubicBezTo>
                  <a:cubicBezTo>
                    <a:pt x="165" y="32"/>
                    <a:pt x="157" y="79"/>
                    <a:pt x="150" y="85"/>
                  </a:cubicBezTo>
                  <a:cubicBezTo>
                    <a:pt x="139" y="94"/>
                    <a:pt x="35" y="96"/>
                    <a:pt x="0" y="96"/>
                  </a:cubicBezTo>
                  <a:close/>
                </a:path>
              </a:pathLst>
            </a:custGeom>
            <a:solidFill>
              <a:srgbClr val="F0D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6" name="Freeform 1506">
              <a:extLst>
                <a:ext uri="{FF2B5EF4-FFF2-40B4-BE49-F238E27FC236}">
                  <a16:creationId xmlns:a16="http://schemas.microsoft.com/office/drawing/2014/main" id="{BAF1BC2B-336E-4823-8175-9F03A2CFF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163"/>
              <a:ext cx="45" cy="50"/>
            </a:xfrm>
            <a:custGeom>
              <a:avLst/>
              <a:gdLst>
                <a:gd name="T0" fmla="*/ 50 w 18"/>
                <a:gd name="T1" fmla="*/ 111 h 19"/>
                <a:gd name="T2" fmla="*/ 145 w 18"/>
                <a:gd name="T3" fmla="*/ 292 h 19"/>
                <a:gd name="T4" fmla="*/ 270 w 18"/>
                <a:gd name="T5" fmla="*/ 0 h 19"/>
                <a:gd name="T6" fmla="*/ 125 w 18"/>
                <a:gd name="T7" fmla="*/ 76 h 19"/>
                <a:gd name="T8" fmla="*/ 0 w 18"/>
                <a:gd name="T9" fmla="*/ 12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3" y="6"/>
                  </a:moveTo>
                  <a:cubicBezTo>
                    <a:pt x="7" y="11"/>
                    <a:pt x="0" y="19"/>
                    <a:pt x="9" y="16"/>
                  </a:cubicBezTo>
                  <a:cubicBezTo>
                    <a:pt x="15" y="14"/>
                    <a:pt x="18" y="6"/>
                    <a:pt x="17" y="0"/>
                  </a:cubicBezTo>
                  <a:cubicBezTo>
                    <a:pt x="15" y="1"/>
                    <a:pt x="12" y="2"/>
                    <a:pt x="8" y="4"/>
                  </a:cubicBezTo>
                  <a:cubicBezTo>
                    <a:pt x="6" y="6"/>
                    <a:pt x="2" y="8"/>
                    <a:pt x="0" y="7"/>
                  </a:cubicBezTo>
                </a:path>
              </a:pathLst>
            </a:custGeom>
            <a:solidFill>
              <a:srgbClr val="C2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7" name="Freeform 1507">
              <a:extLst>
                <a:ext uri="{FF2B5EF4-FFF2-40B4-BE49-F238E27FC236}">
                  <a16:creationId xmlns:a16="http://schemas.microsoft.com/office/drawing/2014/main" id="{9AAB7FE3-1193-49BF-8FFE-A0C51D23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79"/>
              <a:ext cx="215" cy="26"/>
            </a:xfrm>
            <a:custGeom>
              <a:avLst/>
              <a:gdLst>
                <a:gd name="T0" fmla="*/ 0 w 86"/>
                <a:gd name="T1" fmla="*/ 177 h 10"/>
                <a:gd name="T2" fmla="*/ 1345 w 86"/>
                <a:gd name="T3" fmla="*/ 177 h 10"/>
                <a:gd name="T4" fmla="*/ 1333 w 86"/>
                <a:gd name="T5" fmla="*/ 68 h 10"/>
                <a:gd name="T6" fmla="*/ 1283 w 86"/>
                <a:gd name="T7" fmla="*/ 0 h 10"/>
                <a:gd name="T8" fmla="*/ 0 w 86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0">
                  <a:moveTo>
                    <a:pt x="0" y="10"/>
                  </a:moveTo>
                  <a:cubicBezTo>
                    <a:pt x="18" y="10"/>
                    <a:pt x="86" y="10"/>
                    <a:pt x="86" y="10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36" y="10"/>
                    <a:pt x="0" y="10"/>
                  </a:cubicBezTo>
                  <a:close/>
                </a:path>
              </a:pathLst>
            </a:custGeom>
            <a:solidFill>
              <a:srgbClr val="C2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8" name="Freeform 1508">
              <a:extLst>
                <a:ext uri="{FF2B5EF4-FFF2-40B4-BE49-F238E27FC236}">
                  <a16:creationId xmlns:a16="http://schemas.microsoft.com/office/drawing/2014/main" id="{AE848D70-463A-4E40-84BA-DB39F559B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792"/>
              <a:ext cx="651" cy="371"/>
            </a:xfrm>
            <a:custGeom>
              <a:avLst/>
              <a:gdLst>
                <a:gd name="T0" fmla="*/ 3686 w 260"/>
                <a:gd name="T1" fmla="*/ 2437 h 139"/>
                <a:gd name="T2" fmla="*/ 3435 w 260"/>
                <a:gd name="T3" fmla="*/ 2642 h 139"/>
                <a:gd name="T4" fmla="*/ 313 w 260"/>
                <a:gd name="T5" fmla="*/ 2642 h 139"/>
                <a:gd name="T6" fmla="*/ 33 w 260"/>
                <a:gd name="T7" fmla="*/ 2322 h 139"/>
                <a:gd name="T8" fmla="*/ 521 w 260"/>
                <a:gd name="T9" fmla="*/ 227 h 139"/>
                <a:gd name="T10" fmla="*/ 784 w 260"/>
                <a:gd name="T11" fmla="*/ 0 h 139"/>
                <a:gd name="T12" fmla="*/ 3768 w 260"/>
                <a:gd name="T13" fmla="*/ 0 h 139"/>
                <a:gd name="T14" fmla="*/ 4031 w 260"/>
                <a:gd name="T15" fmla="*/ 320 h 139"/>
                <a:gd name="T16" fmla="*/ 3686 w 260"/>
                <a:gd name="T17" fmla="*/ 2437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139">
                  <a:moveTo>
                    <a:pt x="235" y="128"/>
                  </a:moveTo>
                  <a:cubicBezTo>
                    <a:pt x="233" y="135"/>
                    <a:pt x="226" y="139"/>
                    <a:pt x="219" y="139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10" y="139"/>
                    <a:pt x="0" y="131"/>
                    <a:pt x="2" y="122"/>
                  </a:cubicBezTo>
                  <a:cubicBezTo>
                    <a:pt x="2" y="122"/>
                    <a:pt x="32" y="13"/>
                    <a:pt x="33" y="12"/>
                  </a:cubicBezTo>
                  <a:cubicBezTo>
                    <a:pt x="35" y="5"/>
                    <a:pt x="42" y="0"/>
                    <a:pt x="50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0" y="0"/>
                    <a:pt x="260" y="4"/>
                    <a:pt x="257" y="17"/>
                  </a:cubicBezTo>
                  <a:cubicBezTo>
                    <a:pt x="257" y="17"/>
                    <a:pt x="236" y="126"/>
                    <a:pt x="235" y="128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9" name="Freeform 1509">
              <a:extLst>
                <a:ext uri="{FF2B5EF4-FFF2-40B4-BE49-F238E27FC236}">
                  <a16:creationId xmlns:a16="http://schemas.microsoft.com/office/drawing/2014/main" id="{C9103147-830D-46E5-BA86-E80B26E9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821"/>
              <a:ext cx="641" cy="398"/>
            </a:xfrm>
            <a:custGeom>
              <a:avLst/>
              <a:gdLst>
                <a:gd name="T0" fmla="*/ 3999 w 256"/>
                <a:gd name="T1" fmla="*/ 0 h 149"/>
                <a:gd name="T2" fmla="*/ 3999 w 256"/>
                <a:gd name="T3" fmla="*/ 115 h 149"/>
                <a:gd name="T4" fmla="*/ 3656 w 256"/>
                <a:gd name="T5" fmla="*/ 2233 h 149"/>
                <a:gd name="T6" fmla="*/ 3405 w 256"/>
                <a:gd name="T7" fmla="*/ 2441 h 149"/>
                <a:gd name="T8" fmla="*/ 283 w 256"/>
                <a:gd name="T9" fmla="*/ 2441 h 149"/>
                <a:gd name="T10" fmla="*/ 0 w 256"/>
                <a:gd name="T11" fmla="*/ 2190 h 149"/>
                <a:gd name="T12" fmla="*/ 0 w 256"/>
                <a:gd name="T13" fmla="*/ 2519 h 149"/>
                <a:gd name="T14" fmla="*/ 283 w 256"/>
                <a:gd name="T15" fmla="*/ 2839 h 149"/>
                <a:gd name="T16" fmla="*/ 3405 w 256"/>
                <a:gd name="T17" fmla="*/ 2839 h 149"/>
                <a:gd name="T18" fmla="*/ 3656 w 256"/>
                <a:gd name="T19" fmla="*/ 2634 h 149"/>
                <a:gd name="T20" fmla="*/ 3999 w 256"/>
                <a:gd name="T21" fmla="*/ 513 h 149"/>
                <a:gd name="T22" fmla="*/ 4019 w 256"/>
                <a:gd name="T23" fmla="*/ 478 h 149"/>
                <a:gd name="T24" fmla="*/ 4019 w 256"/>
                <a:gd name="T25" fmla="*/ 0 h 149"/>
                <a:gd name="T26" fmla="*/ 3999 w 256"/>
                <a:gd name="T27" fmla="*/ 0 h 1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6" h="149">
                  <a:moveTo>
                    <a:pt x="255" y="0"/>
                  </a:moveTo>
                  <a:cubicBezTo>
                    <a:pt x="256" y="2"/>
                    <a:pt x="256" y="4"/>
                    <a:pt x="255" y="6"/>
                  </a:cubicBezTo>
                  <a:cubicBezTo>
                    <a:pt x="255" y="6"/>
                    <a:pt x="234" y="115"/>
                    <a:pt x="233" y="117"/>
                  </a:cubicBezTo>
                  <a:cubicBezTo>
                    <a:pt x="231" y="124"/>
                    <a:pt x="224" y="128"/>
                    <a:pt x="217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0" y="128"/>
                    <a:pt x="1" y="122"/>
                    <a:pt x="0" y="115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42"/>
                    <a:pt x="8" y="149"/>
                    <a:pt x="18" y="149"/>
                  </a:cubicBezTo>
                  <a:cubicBezTo>
                    <a:pt x="217" y="149"/>
                    <a:pt x="217" y="149"/>
                    <a:pt x="217" y="149"/>
                  </a:cubicBezTo>
                  <a:cubicBezTo>
                    <a:pt x="224" y="149"/>
                    <a:pt x="231" y="145"/>
                    <a:pt x="233" y="138"/>
                  </a:cubicBezTo>
                  <a:cubicBezTo>
                    <a:pt x="234" y="136"/>
                    <a:pt x="255" y="27"/>
                    <a:pt x="255" y="27"/>
                  </a:cubicBezTo>
                  <a:cubicBezTo>
                    <a:pt x="256" y="26"/>
                    <a:pt x="256" y="25"/>
                    <a:pt x="256" y="25"/>
                  </a:cubicBezTo>
                  <a:cubicBezTo>
                    <a:pt x="256" y="0"/>
                    <a:pt x="256" y="0"/>
                    <a:pt x="256" y="0"/>
                  </a:cubicBezTo>
                  <a:lnTo>
                    <a:pt x="25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0" name="Freeform 1510">
              <a:extLst>
                <a:ext uri="{FF2B5EF4-FFF2-40B4-BE49-F238E27FC236}">
                  <a16:creationId xmlns:a16="http://schemas.microsoft.com/office/drawing/2014/main" id="{CB3990B7-0C34-4191-A990-A0EB4C482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872"/>
              <a:ext cx="37" cy="45"/>
            </a:xfrm>
            <a:custGeom>
              <a:avLst/>
              <a:gdLst>
                <a:gd name="T0" fmla="*/ 62 w 15"/>
                <a:gd name="T1" fmla="*/ 34 h 17"/>
                <a:gd name="T2" fmla="*/ 12 w 15"/>
                <a:gd name="T3" fmla="*/ 148 h 17"/>
                <a:gd name="T4" fmla="*/ 0 w 15"/>
                <a:gd name="T5" fmla="*/ 183 h 17"/>
                <a:gd name="T6" fmla="*/ 12 w 15"/>
                <a:gd name="T7" fmla="*/ 238 h 17"/>
                <a:gd name="T8" fmla="*/ 30 w 15"/>
                <a:gd name="T9" fmla="*/ 238 h 17"/>
                <a:gd name="T10" fmla="*/ 30 w 15"/>
                <a:gd name="T11" fmla="*/ 238 h 17"/>
                <a:gd name="T12" fmla="*/ 121 w 15"/>
                <a:gd name="T13" fmla="*/ 294 h 17"/>
                <a:gd name="T14" fmla="*/ 224 w 15"/>
                <a:gd name="T15" fmla="*/ 169 h 17"/>
                <a:gd name="T16" fmla="*/ 224 w 15"/>
                <a:gd name="T17" fmla="*/ 148 h 17"/>
                <a:gd name="T18" fmla="*/ 195 w 15"/>
                <a:gd name="T19" fmla="*/ 90 h 17"/>
                <a:gd name="T20" fmla="*/ 195 w 15"/>
                <a:gd name="T21" fmla="*/ 56 h 17"/>
                <a:gd name="T22" fmla="*/ 62 w 15"/>
                <a:gd name="T23" fmla="*/ 34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7">
                  <a:moveTo>
                    <a:pt x="4" y="2"/>
                  </a:moveTo>
                  <a:cubicBezTo>
                    <a:pt x="2" y="4"/>
                    <a:pt x="1" y="6"/>
                    <a:pt x="1" y="8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0" y="11"/>
                    <a:pt x="1" y="12"/>
                    <a:pt x="1" y="13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6"/>
                    <a:pt x="6" y="17"/>
                    <a:pt x="8" y="16"/>
                  </a:cubicBezTo>
                  <a:cubicBezTo>
                    <a:pt x="11" y="15"/>
                    <a:pt x="15" y="12"/>
                    <a:pt x="15" y="9"/>
                  </a:cubicBezTo>
                  <a:cubicBezTo>
                    <a:pt x="15" y="9"/>
                    <a:pt x="15" y="8"/>
                    <a:pt x="15" y="8"/>
                  </a:cubicBezTo>
                  <a:cubicBezTo>
                    <a:pt x="15" y="7"/>
                    <a:pt x="14" y="6"/>
                    <a:pt x="13" y="5"/>
                  </a:cubicBezTo>
                  <a:cubicBezTo>
                    <a:pt x="13" y="4"/>
                    <a:pt x="13" y="3"/>
                    <a:pt x="13" y="3"/>
                  </a:cubicBezTo>
                  <a:cubicBezTo>
                    <a:pt x="10" y="1"/>
                    <a:pt x="7" y="0"/>
                    <a:pt x="4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1" name="Freeform 1511">
              <a:extLst>
                <a:ext uri="{FF2B5EF4-FFF2-40B4-BE49-F238E27FC236}">
                  <a16:creationId xmlns:a16="http://schemas.microsoft.com/office/drawing/2014/main" id="{A6380189-6FA9-4B90-8AEA-67F0877305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9" y="1896"/>
              <a:ext cx="27" cy="35"/>
            </a:xfrm>
            <a:custGeom>
              <a:avLst/>
              <a:gdLst>
                <a:gd name="T0" fmla="*/ 42 w 11"/>
                <a:gd name="T1" fmla="*/ 35 h 13"/>
                <a:gd name="T2" fmla="*/ 0 w 11"/>
                <a:gd name="T3" fmla="*/ 94 h 13"/>
                <a:gd name="T4" fmla="*/ 0 w 11"/>
                <a:gd name="T5" fmla="*/ 94 h 13"/>
                <a:gd name="T6" fmla="*/ 0 w 11"/>
                <a:gd name="T7" fmla="*/ 137 h 13"/>
                <a:gd name="T8" fmla="*/ 0 w 11"/>
                <a:gd name="T9" fmla="*/ 159 h 13"/>
                <a:gd name="T10" fmla="*/ 0 w 11"/>
                <a:gd name="T11" fmla="*/ 159 h 13"/>
                <a:gd name="T12" fmla="*/ 0 w 11"/>
                <a:gd name="T13" fmla="*/ 175 h 13"/>
                <a:gd name="T14" fmla="*/ 12 w 11"/>
                <a:gd name="T15" fmla="*/ 218 h 13"/>
                <a:gd name="T16" fmla="*/ 103 w 11"/>
                <a:gd name="T17" fmla="*/ 232 h 13"/>
                <a:gd name="T18" fmla="*/ 162 w 11"/>
                <a:gd name="T19" fmla="*/ 137 h 13"/>
                <a:gd name="T20" fmla="*/ 162 w 11"/>
                <a:gd name="T21" fmla="*/ 116 h 13"/>
                <a:gd name="T22" fmla="*/ 150 w 11"/>
                <a:gd name="T23" fmla="*/ 81 h 13"/>
                <a:gd name="T24" fmla="*/ 120 w 11"/>
                <a:gd name="T25" fmla="*/ 59 h 13"/>
                <a:gd name="T26" fmla="*/ 103 w 11"/>
                <a:gd name="T27" fmla="*/ 22 h 13"/>
                <a:gd name="T28" fmla="*/ 42 w 11"/>
                <a:gd name="T29" fmla="*/ 35 h 13"/>
                <a:gd name="T30" fmla="*/ 71 w 11"/>
                <a:gd name="T31" fmla="*/ 116 h 13"/>
                <a:gd name="T32" fmla="*/ 91 w 11"/>
                <a:gd name="T33" fmla="*/ 159 h 13"/>
                <a:gd name="T34" fmla="*/ 91 w 11"/>
                <a:gd name="T35" fmla="*/ 159 h 13"/>
                <a:gd name="T36" fmla="*/ 71 w 11"/>
                <a:gd name="T37" fmla="*/ 175 h 13"/>
                <a:gd name="T38" fmla="*/ 61 w 11"/>
                <a:gd name="T39" fmla="*/ 137 h 13"/>
                <a:gd name="T40" fmla="*/ 61 w 11"/>
                <a:gd name="T41" fmla="*/ 116 h 13"/>
                <a:gd name="T42" fmla="*/ 71 w 11"/>
                <a:gd name="T43" fmla="*/ 116 h 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" h="13">
                  <a:moveTo>
                    <a:pt x="3" y="2"/>
                  </a:moveTo>
                  <a:cubicBezTo>
                    <a:pt x="2" y="2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3" y="13"/>
                    <a:pt x="5" y="13"/>
                    <a:pt x="7" y="12"/>
                  </a:cubicBezTo>
                  <a:cubicBezTo>
                    <a:pt x="9" y="11"/>
                    <a:pt x="10" y="9"/>
                    <a:pt x="11" y="7"/>
                  </a:cubicBezTo>
                  <a:cubicBezTo>
                    <a:pt x="11" y="7"/>
                    <a:pt x="11" y="7"/>
                    <a:pt x="11" y="6"/>
                  </a:cubicBezTo>
                  <a:cubicBezTo>
                    <a:pt x="11" y="6"/>
                    <a:pt x="10" y="5"/>
                    <a:pt x="10" y="4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6" y="0"/>
                    <a:pt x="4" y="0"/>
                    <a:pt x="3" y="2"/>
                  </a:cubicBezTo>
                  <a:close/>
                  <a:moveTo>
                    <a:pt x="5" y="6"/>
                  </a:moveTo>
                  <a:cubicBezTo>
                    <a:pt x="6" y="7"/>
                    <a:pt x="6" y="7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2" name="Freeform 1512">
              <a:extLst>
                <a:ext uri="{FF2B5EF4-FFF2-40B4-BE49-F238E27FC236}">
                  <a16:creationId xmlns:a16="http://schemas.microsoft.com/office/drawing/2014/main" id="{F8F6B28F-17AB-43C4-B47A-81FBC71B42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4" y="1875"/>
              <a:ext cx="22" cy="21"/>
            </a:xfrm>
            <a:custGeom>
              <a:avLst/>
              <a:gdLst>
                <a:gd name="T0" fmla="*/ 90 w 9"/>
                <a:gd name="T1" fmla="*/ 0 h 8"/>
                <a:gd name="T2" fmla="*/ 42 w 9"/>
                <a:gd name="T3" fmla="*/ 21 h 8"/>
                <a:gd name="T4" fmla="*/ 29 w 9"/>
                <a:gd name="T5" fmla="*/ 34 h 8"/>
                <a:gd name="T6" fmla="*/ 12 w 9"/>
                <a:gd name="T7" fmla="*/ 34 h 8"/>
                <a:gd name="T8" fmla="*/ 0 w 9"/>
                <a:gd name="T9" fmla="*/ 76 h 8"/>
                <a:gd name="T10" fmla="*/ 0 w 9"/>
                <a:gd name="T11" fmla="*/ 110 h 8"/>
                <a:gd name="T12" fmla="*/ 59 w 9"/>
                <a:gd name="T13" fmla="*/ 144 h 8"/>
                <a:gd name="T14" fmla="*/ 71 w 9"/>
                <a:gd name="T15" fmla="*/ 123 h 8"/>
                <a:gd name="T16" fmla="*/ 120 w 9"/>
                <a:gd name="T17" fmla="*/ 76 h 8"/>
                <a:gd name="T18" fmla="*/ 120 w 9"/>
                <a:gd name="T19" fmla="*/ 21 h 8"/>
                <a:gd name="T20" fmla="*/ 90 w 9"/>
                <a:gd name="T21" fmla="*/ 0 h 8"/>
                <a:gd name="T22" fmla="*/ 71 w 9"/>
                <a:gd name="T23" fmla="*/ 34 h 8"/>
                <a:gd name="T24" fmla="*/ 103 w 9"/>
                <a:gd name="T25" fmla="*/ 89 h 8"/>
                <a:gd name="T26" fmla="*/ 71 w 9"/>
                <a:gd name="T27" fmla="*/ 110 h 8"/>
                <a:gd name="T28" fmla="*/ 29 w 9"/>
                <a:gd name="T29" fmla="*/ 89 h 8"/>
                <a:gd name="T30" fmla="*/ 29 w 9"/>
                <a:gd name="T31" fmla="*/ 55 h 8"/>
                <a:gd name="T32" fmla="*/ 29 w 9"/>
                <a:gd name="T33" fmla="*/ 34 h 8"/>
                <a:gd name="T34" fmla="*/ 29 w 9"/>
                <a:gd name="T35" fmla="*/ 34 h 8"/>
                <a:gd name="T36" fmla="*/ 71 w 9"/>
                <a:gd name="T37" fmla="*/ 34 h 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3" y="8"/>
                    <a:pt x="4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8" y="7"/>
                    <a:pt x="8" y="4"/>
                  </a:cubicBezTo>
                  <a:cubicBezTo>
                    <a:pt x="8" y="3"/>
                    <a:pt x="9" y="1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close/>
                  <a:moveTo>
                    <a:pt x="5" y="2"/>
                  </a:moveTo>
                  <a:cubicBezTo>
                    <a:pt x="6" y="2"/>
                    <a:pt x="7" y="3"/>
                    <a:pt x="7" y="5"/>
                  </a:cubicBezTo>
                  <a:cubicBezTo>
                    <a:pt x="7" y="5"/>
                    <a:pt x="6" y="6"/>
                    <a:pt x="5" y="6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3" name="Freeform 1513">
              <a:extLst>
                <a:ext uri="{FF2B5EF4-FFF2-40B4-BE49-F238E27FC236}">
                  <a16:creationId xmlns:a16="http://schemas.microsoft.com/office/drawing/2014/main" id="{C724A007-96D3-4FEF-B293-F5605BA784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4" y="1923"/>
              <a:ext cx="30" cy="32"/>
            </a:xfrm>
            <a:custGeom>
              <a:avLst/>
              <a:gdLst>
                <a:gd name="T0" fmla="*/ 95 w 12"/>
                <a:gd name="T1" fmla="*/ 0 h 12"/>
                <a:gd name="T2" fmla="*/ 50 w 12"/>
                <a:gd name="T3" fmla="*/ 0 h 12"/>
                <a:gd name="T4" fmla="*/ 20 w 12"/>
                <a:gd name="T5" fmla="*/ 35 h 12"/>
                <a:gd name="T6" fmla="*/ 20 w 12"/>
                <a:gd name="T7" fmla="*/ 171 h 12"/>
                <a:gd name="T8" fmla="*/ 95 w 12"/>
                <a:gd name="T9" fmla="*/ 205 h 12"/>
                <a:gd name="T10" fmla="*/ 175 w 12"/>
                <a:gd name="T11" fmla="*/ 136 h 12"/>
                <a:gd name="T12" fmla="*/ 158 w 12"/>
                <a:gd name="T13" fmla="*/ 21 h 12"/>
                <a:gd name="T14" fmla="*/ 95 w 12"/>
                <a:gd name="T15" fmla="*/ 0 h 12"/>
                <a:gd name="T16" fmla="*/ 95 w 12"/>
                <a:gd name="T17" fmla="*/ 93 h 12"/>
                <a:gd name="T18" fmla="*/ 95 w 12"/>
                <a:gd name="T19" fmla="*/ 93 h 12"/>
                <a:gd name="T20" fmla="*/ 95 w 12"/>
                <a:gd name="T21" fmla="*/ 115 h 12"/>
                <a:gd name="T22" fmla="*/ 95 w 12"/>
                <a:gd name="T23" fmla="*/ 115 h 12"/>
                <a:gd name="T24" fmla="*/ 83 w 12"/>
                <a:gd name="T25" fmla="*/ 93 h 12"/>
                <a:gd name="T26" fmla="*/ 95 w 12"/>
                <a:gd name="T27" fmla="*/ 93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1"/>
                    <a:pt x="4" y="12"/>
                    <a:pt x="6" y="11"/>
                  </a:cubicBezTo>
                  <a:cubicBezTo>
                    <a:pt x="9" y="11"/>
                    <a:pt x="10" y="9"/>
                    <a:pt x="11" y="7"/>
                  </a:cubicBezTo>
                  <a:cubicBezTo>
                    <a:pt x="12" y="4"/>
                    <a:pt x="11" y="2"/>
                    <a:pt x="10" y="1"/>
                  </a:cubicBezTo>
                  <a:cubicBezTo>
                    <a:pt x="8" y="0"/>
                    <a:pt x="7" y="0"/>
                    <a:pt x="6" y="0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6" y="5"/>
                    <a:pt x="6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4" name="Freeform 1514">
              <a:extLst>
                <a:ext uri="{FF2B5EF4-FFF2-40B4-BE49-F238E27FC236}">
                  <a16:creationId xmlns:a16="http://schemas.microsoft.com/office/drawing/2014/main" id="{C6DE3E29-1241-4174-ADF2-04FBCC07B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952"/>
              <a:ext cx="22" cy="21"/>
            </a:xfrm>
            <a:custGeom>
              <a:avLst/>
              <a:gdLst>
                <a:gd name="T0" fmla="*/ 29 w 9"/>
                <a:gd name="T1" fmla="*/ 21 h 8"/>
                <a:gd name="T2" fmla="*/ 12 w 9"/>
                <a:gd name="T3" fmla="*/ 110 h 8"/>
                <a:gd name="T4" fmla="*/ 90 w 9"/>
                <a:gd name="T5" fmla="*/ 123 h 8"/>
                <a:gd name="T6" fmla="*/ 90 w 9"/>
                <a:gd name="T7" fmla="*/ 123 h 8"/>
                <a:gd name="T8" fmla="*/ 59 w 9"/>
                <a:gd name="T9" fmla="*/ 123 h 8"/>
                <a:gd name="T10" fmla="*/ 42 w 9"/>
                <a:gd name="T11" fmla="*/ 89 h 8"/>
                <a:gd name="T12" fmla="*/ 103 w 9"/>
                <a:gd name="T13" fmla="*/ 110 h 8"/>
                <a:gd name="T14" fmla="*/ 132 w 9"/>
                <a:gd name="T15" fmla="*/ 55 h 8"/>
                <a:gd name="T16" fmla="*/ 103 w 9"/>
                <a:gd name="T17" fmla="*/ 21 h 8"/>
                <a:gd name="T18" fmla="*/ 29 w 9"/>
                <a:gd name="T19" fmla="*/ 2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6" y="7"/>
                    <a:pt x="7" y="6"/>
                  </a:cubicBezTo>
                  <a:cubicBezTo>
                    <a:pt x="9" y="6"/>
                    <a:pt x="9" y="5"/>
                    <a:pt x="9" y="3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0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5" name="Freeform 1515">
              <a:extLst>
                <a:ext uri="{FF2B5EF4-FFF2-40B4-BE49-F238E27FC236}">
                  <a16:creationId xmlns:a16="http://schemas.microsoft.com/office/drawing/2014/main" id="{C0177325-69F2-4026-8CBC-B2042164E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936"/>
              <a:ext cx="20" cy="19"/>
            </a:xfrm>
            <a:custGeom>
              <a:avLst/>
              <a:gdLst>
                <a:gd name="T0" fmla="*/ 63 w 8"/>
                <a:gd name="T1" fmla="*/ 0 h 7"/>
                <a:gd name="T2" fmla="*/ 50 w 8"/>
                <a:gd name="T3" fmla="*/ 0 h 7"/>
                <a:gd name="T4" fmla="*/ 0 w 8"/>
                <a:gd name="T5" fmla="*/ 60 h 7"/>
                <a:gd name="T6" fmla="*/ 0 w 8"/>
                <a:gd name="T7" fmla="*/ 81 h 7"/>
                <a:gd name="T8" fmla="*/ 33 w 8"/>
                <a:gd name="T9" fmla="*/ 117 h 7"/>
                <a:gd name="T10" fmla="*/ 33 w 8"/>
                <a:gd name="T11" fmla="*/ 117 h 7"/>
                <a:gd name="T12" fmla="*/ 83 w 8"/>
                <a:gd name="T13" fmla="*/ 141 h 7"/>
                <a:gd name="T14" fmla="*/ 113 w 8"/>
                <a:gd name="T15" fmla="*/ 103 h 7"/>
                <a:gd name="T16" fmla="*/ 113 w 8"/>
                <a:gd name="T17" fmla="*/ 103 h 7"/>
                <a:gd name="T18" fmla="*/ 113 w 8"/>
                <a:gd name="T19" fmla="*/ 22 h 7"/>
                <a:gd name="T20" fmla="*/ 63 w 8"/>
                <a:gd name="T21" fmla="*/ 0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2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6" name="Freeform 1516">
              <a:extLst>
                <a:ext uri="{FF2B5EF4-FFF2-40B4-BE49-F238E27FC236}">
                  <a16:creationId xmlns:a16="http://schemas.microsoft.com/office/drawing/2014/main" id="{0D756170-C41F-410A-8681-820D6B924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912"/>
              <a:ext cx="42" cy="48"/>
            </a:xfrm>
            <a:custGeom>
              <a:avLst/>
              <a:gdLst>
                <a:gd name="T0" fmla="*/ 74 w 17"/>
                <a:gd name="T1" fmla="*/ 35 h 18"/>
                <a:gd name="T2" fmla="*/ 62 w 17"/>
                <a:gd name="T3" fmla="*/ 56 h 18"/>
                <a:gd name="T4" fmla="*/ 12 w 17"/>
                <a:gd name="T5" fmla="*/ 93 h 18"/>
                <a:gd name="T6" fmla="*/ 0 w 17"/>
                <a:gd name="T7" fmla="*/ 149 h 18"/>
                <a:gd name="T8" fmla="*/ 62 w 17"/>
                <a:gd name="T9" fmla="*/ 307 h 18"/>
                <a:gd name="T10" fmla="*/ 212 w 17"/>
                <a:gd name="T11" fmla="*/ 192 h 18"/>
                <a:gd name="T12" fmla="*/ 195 w 17"/>
                <a:gd name="T13" fmla="*/ 21 h 18"/>
                <a:gd name="T14" fmla="*/ 74 w 17"/>
                <a:gd name="T15" fmla="*/ 3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8">
                  <a:moveTo>
                    <a:pt x="5" y="2"/>
                  </a:moveTo>
                  <a:cubicBezTo>
                    <a:pt x="4" y="2"/>
                    <a:pt x="4" y="3"/>
                    <a:pt x="4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6" y="16"/>
                    <a:pt x="10" y="18"/>
                    <a:pt x="14" y="10"/>
                  </a:cubicBezTo>
                  <a:cubicBezTo>
                    <a:pt x="17" y="5"/>
                    <a:pt x="14" y="2"/>
                    <a:pt x="13" y="1"/>
                  </a:cubicBezTo>
                  <a:cubicBezTo>
                    <a:pt x="11" y="0"/>
                    <a:pt x="7" y="0"/>
                    <a:pt x="5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7" name="Freeform 1517">
              <a:extLst>
                <a:ext uri="{FF2B5EF4-FFF2-40B4-BE49-F238E27FC236}">
                  <a16:creationId xmlns:a16="http://schemas.microsoft.com/office/drawing/2014/main" id="{154102D8-98C9-4027-93D1-22A507D8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960"/>
              <a:ext cx="20" cy="24"/>
            </a:xfrm>
            <a:custGeom>
              <a:avLst/>
              <a:gdLst>
                <a:gd name="T0" fmla="*/ 33 w 8"/>
                <a:gd name="T1" fmla="*/ 35 h 9"/>
                <a:gd name="T2" fmla="*/ 20 w 8"/>
                <a:gd name="T3" fmla="*/ 56 h 9"/>
                <a:gd name="T4" fmla="*/ 0 w 8"/>
                <a:gd name="T5" fmla="*/ 93 h 9"/>
                <a:gd name="T6" fmla="*/ 33 w 8"/>
                <a:gd name="T7" fmla="*/ 136 h 9"/>
                <a:gd name="T8" fmla="*/ 50 w 8"/>
                <a:gd name="T9" fmla="*/ 149 h 9"/>
                <a:gd name="T10" fmla="*/ 50 w 8"/>
                <a:gd name="T11" fmla="*/ 149 h 9"/>
                <a:gd name="T12" fmla="*/ 113 w 8"/>
                <a:gd name="T13" fmla="*/ 115 h 9"/>
                <a:gd name="T14" fmla="*/ 113 w 8"/>
                <a:gd name="T15" fmla="*/ 93 h 9"/>
                <a:gd name="T16" fmla="*/ 95 w 8"/>
                <a:gd name="T17" fmla="*/ 21 h 9"/>
                <a:gd name="T18" fmla="*/ 33 w 8"/>
                <a:gd name="T19" fmla="*/ 35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9">
                  <a:moveTo>
                    <a:pt x="2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9"/>
                    <a:pt x="6" y="8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0"/>
                    <a:pt x="3" y="0"/>
                    <a:pt x="2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8" name="Freeform 1518">
              <a:extLst>
                <a:ext uri="{FF2B5EF4-FFF2-40B4-BE49-F238E27FC236}">
                  <a16:creationId xmlns:a16="http://schemas.microsoft.com/office/drawing/2014/main" id="{BD3B6C4E-0930-467F-A8A5-982BC5668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864"/>
              <a:ext cx="23" cy="24"/>
            </a:xfrm>
            <a:custGeom>
              <a:avLst/>
              <a:gdLst>
                <a:gd name="T0" fmla="*/ 20 w 9"/>
                <a:gd name="T1" fmla="*/ 21 h 9"/>
                <a:gd name="T2" fmla="*/ 20 w 9"/>
                <a:gd name="T3" fmla="*/ 115 h 9"/>
                <a:gd name="T4" fmla="*/ 20 w 9"/>
                <a:gd name="T5" fmla="*/ 115 h 9"/>
                <a:gd name="T6" fmla="*/ 97 w 9"/>
                <a:gd name="T7" fmla="*/ 171 h 9"/>
                <a:gd name="T8" fmla="*/ 97 w 9"/>
                <a:gd name="T9" fmla="*/ 171 h 9"/>
                <a:gd name="T10" fmla="*/ 151 w 9"/>
                <a:gd name="T11" fmla="*/ 115 h 9"/>
                <a:gd name="T12" fmla="*/ 130 w 9"/>
                <a:gd name="T13" fmla="*/ 56 h 9"/>
                <a:gd name="T14" fmla="*/ 130 w 9"/>
                <a:gd name="T15" fmla="*/ 77 h 9"/>
                <a:gd name="T16" fmla="*/ 118 w 9"/>
                <a:gd name="T17" fmla="*/ 136 h 9"/>
                <a:gd name="T18" fmla="*/ 51 w 9"/>
                <a:gd name="T19" fmla="*/ 115 h 9"/>
                <a:gd name="T20" fmla="*/ 51 w 9"/>
                <a:gd name="T21" fmla="*/ 93 h 9"/>
                <a:gd name="T22" fmla="*/ 51 w 9"/>
                <a:gd name="T23" fmla="*/ 93 h 9"/>
                <a:gd name="T24" fmla="*/ 66 w 9"/>
                <a:gd name="T25" fmla="*/ 56 h 9"/>
                <a:gd name="T26" fmla="*/ 84 w 9"/>
                <a:gd name="T27" fmla="*/ 35 h 9"/>
                <a:gd name="T28" fmla="*/ 97 w 9"/>
                <a:gd name="T29" fmla="*/ 56 h 9"/>
                <a:gd name="T30" fmla="*/ 97 w 9"/>
                <a:gd name="T31" fmla="*/ 35 h 9"/>
                <a:gd name="T32" fmla="*/ 20 w 9"/>
                <a:gd name="T33" fmla="*/ 21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9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2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8"/>
                    <a:pt x="9" y="7"/>
                    <a:pt x="9" y="6"/>
                  </a:cubicBezTo>
                  <a:cubicBezTo>
                    <a:pt x="9" y="5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6"/>
                    <a:pt x="8" y="7"/>
                    <a:pt x="7" y="7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1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9" name="Freeform 1519">
              <a:extLst>
                <a:ext uri="{FF2B5EF4-FFF2-40B4-BE49-F238E27FC236}">
                  <a16:creationId xmlns:a16="http://schemas.microsoft.com/office/drawing/2014/main" id="{2931ADAC-BBF5-4807-A566-F7DE3A3A9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35"/>
              <a:ext cx="22" cy="21"/>
            </a:xfrm>
            <a:custGeom>
              <a:avLst/>
              <a:gdLst>
                <a:gd name="T0" fmla="*/ 12 w 9"/>
                <a:gd name="T1" fmla="*/ 34 h 8"/>
                <a:gd name="T2" fmla="*/ 29 w 9"/>
                <a:gd name="T3" fmla="*/ 110 h 8"/>
                <a:gd name="T4" fmla="*/ 90 w 9"/>
                <a:gd name="T5" fmla="*/ 123 h 8"/>
                <a:gd name="T6" fmla="*/ 132 w 9"/>
                <a:gd name="T7" fmla="*/ 89 h 8"/>
                <a:gd name="T8" fmla="*/ 103 w 9"/>
                <a:gd name="T9" fmla="*/ 34 h 8"/>
                <a:gd name="T10" fmla="*/ 42 w 9"/>
                <a:gd name="T11" fmla="*/ 34 h 8"/>
                <a:gd name="T12" fmla="*/ 59 w 9"/>
                <a:gd name="T13" fmla="*/ 21 h 8"/>
                <a:gd name="T14" fmla="*/ 90 w 9"/>
                <a:gd name="T15" fmla="*/ 21 h 8"/>
                <a:gd name="T16" fmla="*/ 12 w 9"/>
                <a:gd name="T17" fmla="*/ 3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3" y="8"/>
                    <a:pt x="5" y="8"/>
                    <a:pt x="6" y="7"/>
                  </a:cubicBezTo>
                  <a:cubicBezTo>
                    <a:pt x="7" y="7"/>
                    <a:pt x="8" y="6"/>
                    <a:pt x="9" y="5"/>
                  </a:cubicBezTo>
                  <a:cubicBezTo>
                    <a:pt x="9" y="4"/>
                    <a:pt x="9" y="3"/>
                    <a:pt x="7" y="2"/>
                  </a:cubicBezTo>
                  <a:cubicBezTo>
                    <a:pt x="6" y="1"/>
                    <a:pt x="4" y="1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0" name="Freeform 1520">
              <a:extLst>
                <a:ext uri="{FF2B5EF4-FFF2-40B4-BE49-F238E27FC236}">
                  <a16:creationId xmlns:a16="http://schemas.microsoft.com/office/drawing/2014/main" id="{86E09B2A-7540-40D3-AF18-551C94B37F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9" y="1864"/>
              <a:ext cx="25" cy="21"/>
            </a:xfrm>
            <a:custGeom>
              <a:avLst/>
              <a:gdLst>
                <a:gd name="T0" fmla="*/ 0 w 10"/>
                <a:gd name="T1" fmla="*/ 21 h 8"/>
                <a:gd name="T2" fmla="*/ 0 w 10"/>
                <a:gd name="T3" fmla="*/ 55 h 8"/>
                <a:gd name="T4" fmla="*/ 0 w 10"/>
                <a:gd name="T5" fmla="*/ 76 h 8"/>
                <a:gd name="T6" fmla="*/ 33 w 10"/>
                <a:gd name="T7" fmla="*/ 110 h 8"/>
                <a:gd name="T8" fmla="*/ 33 w 10"/>
                <a:gd name="T9" fmla="*/ 144 h 8"/>
                <a:gd name="T10" fmla="*/ 95 w 10"/>
                <a:gd name="T11" fmla="*/ 144 h 8"/>
                <a:gd name="T12" fmla="*/ 113 w 10"/>
                <a:gd name="T13" fmla="*/ 123 h 8"/>
                <a:gd name="T14" fmla="*/ 125 w 10"/>
                <a:gd name="T15" fmla="*/ 123 h 8"/>
                <a:gd name="T16" fmla="*/ 125 w 10"/>
                <a:gd name="T17" fmla="*/ 110 h 8"/>
                <a:gd name="T18" fmla="*/ 125 w 10"/>
                <a:gd name="T19" fmla="*/ 110 h 8"/>
                <a:gd name="T20" fmla="*/ 125 w 10"/>
                <a:gd name="T21" fmla="*/ 110 h 8"/>
                <a:gd name="T22" fmla="*/ 158 w 10"/>
                <a:gd name="T23" fmla="*/ 76 h 8"/>
                <a:gd name="T24" fmla="*/ 145 w 10"/>
                <a:gd name="T25" fmla="*/ 76 h 8"/>
                <a:gd name="T26" fmla="*/ 113 w 10"/>
                <a:gd name="T27" fmla="*/ 21 h 8"/>
                <a:gd name="T28" fmla="*/ 83 w 10"/>
                <a:gd name="T29" fmla="*/ 21 h 8"/>
                <a:gd name="T30" fmla="*/ 95 w 10"/>
                <a:gd name="T31" fmla="*/ 21 h 8"/>
                <a:gd name="T32" fmla="*/ 83 w 10"/>
                <a:gd name="T33" fmla="*/ 21 h 8"/>
                <a:gd name="T34" fmla="*/ 50 w 10"/>
                <a:gd name="T35" fmla="*/ 0 h 8"/>
                <a:gd name="T36" fmla="*/ 0 w 10"/>
                <a:gd name="T37" fmla="*/ 21 h 8"/>
                <a:gd name="T38" fmla="*/ 95 w 10"/>
                <a:gd name="T39" fmla="*/ 34 h 8"/>
                <a:gd name="T40" fmla="*/ 95 w 10"/>
                <a:gd name="T41" fmla="*/ 55 h 8"/>
                <a:gd name="T42" fmla="*/ 95 w 10"/>
                <a:gd name="T43" fmla="*/ 55 h 8"/>
                <a:gd name="T44" fmla="*/ 95 w 10"/>
                <a:gd name="T45" fmla="*/ 89 h 8"/>
                <a:gd name="T46" fmla="*/ 83 w 10"/>
                <a:gd name="T47" fmla="*/ 110 h 8"/>
                <a:gd name="T48" fmla="*/ 63 w 10"/>
                <a:gd name="T49" fmla="*/ 76 h 8"/>
                <a:gd name="T50" fmla="*/ 63 w 10"/>
                <a:gd name="T51" fmla="*/ 55 h 8"/>
                <a:gd name="T52" fmla="*/ 63 w 10"/>
                <a:gd name="T53" fmla="*/ 34 h 8"/>
                <a:gd name="T54" fmla="*/ 95 w 10"/>
                <a:gd name="T55" fmla="*/ 34 h 8"/>
                <a:gd name="T56" fmla="*/ 113 w 10"/>
                <a:gd name="T57" fmla="*/ 76 h 8"/>
                <a:gd name="T58" fmla="*/ 113 w 10"/>
                <a:gd name="T59" fmla="*/ 76 h 8"/>
                <a:gd name="T60" fmla="*/ 125 w 10"/>
                <a:gd name="T61" fmla="*/ 89 h 8"/>
                <a:gd name="T62" fmla="*/ 125 w 10"/>
                <a:gd name="T63" fmla="*/ 89 h 8"/>
                <a:gd name="T64" fmla="*/ 113 w 10"/>
                <a:gd name="T65" fmla="*/ 110 h 8"/>
                <a:gd name="T66" fmla="*/ 95 w 10"/>
                <a:gd name="T67" fmla="*/ 110 h 8"/>
                <a:gd name="T68" fmla="*/ 113 w 10"/>
                <a:gd name="T69" fmla="*/ 76 h 8"/>
                <a:gd name="T70" fmla="*/ 95 w 10"/>
                <a:gd name="T71" fmla="*/ 21 h 8"/>
                <a:gd name="T72" fmla="*/ 95 w 10"/>
                <a:gd name="T73" fmla="*/ 21 h 8"/>
                <a:gd name="T74" fmla="*/ 95 w 10"/>
                <a:gd name="T75" fmla="*/ 0 h 8"/>
                <a:gd name="T76" fmla="*/ 95 w 10"/>
                <a:gd name="T77" fmla="*/ 21 h 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10" y="5"/>
                    <a:pt x="10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2"/>
                    <a:pt x="9" y="1"/>
                    <a:pt x="7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  <a:moveTo>
                    <a:pt x="6" y="2"/>
                  </a:moveTo>
                  <a:cubicBezTo>
                    <a:pt x="6" y="2"/>
                    <a:pt x="6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5" y="5"/>
                    <a:pt x="5" y="6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5" y="2"/>
                    <a:pt x="5" y="2"/>
                    <a:pt x="6" y="2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5"/>
                    <a:pt x="7" y="4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0"/>
                    <a:pt x="6" y="0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1" name="Freeform 1521">
              <a:extLst>
                <a:ext uri="{FF2B5EF4-FFF2-40B4-BE49-F238E27FC236}">
                  <a16:creationId xmlns:a16="http://schemas.microsoft.com/office/drawing/2014/main" id="{B74D203A-4DEE-48B6-82B5-0B9D4A6D0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835"/>
              <a:ext cx="18" cy="18"/>
            </a:xfrm>
            <a:custGeom>
              <a:avLst/>
              <a:gdLst>
                <a:gd name="T0" fmla="*/ 54 w 7"/>
                <a:gd name="T1" fmla="*/ 0 h 7"/>
                <a:gd name="T2" fmla="*/ 0 w 7"/>
                <a:gd name="T3" fmla="*/ 21 h 7"/>
                <a:gd name="T4" fmla="*/ 67 w 7"/>
                <a:gd name="T5" fmla="*/ 54 h 7"/>
                <a:gd name="T6" fmla="*/ 33 w 7"/>
                <a:gd name="T7" fmla="*/ 118 h 7"/>
                <a:gd name="T8" fmla="*/ 54 w 7"/>
                <a:gd name="T9" fmla="*/ 100 h 7"/>
                <a:gd name="T10" fmla="*/ 100 w 7"/>
                <a:gd name="T11" fmla="*/ 33 h 7"/>
                <a:gd name="T12" fmla="*/ 54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4" y="1"/>
                    <a:pt x="4" y="3"/>
                  </a:cubicBezTo>
                  <a:cubicBezTo>
                    <a:pt x="4" y="5"/>
                    <a:pt x="4" y="6"/>
                    <a:pt x="2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6"/>
                    <a:pt x="7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2" name="Freeform 1522">
              <a:extLst>
                <a:ext uri="{FF2B5EF4-FFF2-40B4-BE49-F238E27FC236}">
                  <a16:creationId xmlns:a16="http://schemas.microsoft.com/office/drawing/2014/main" id="{BC9C3D0B-1BDF-4BF8-9EC9-6161F2A2F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880"/>
              <a:ext cx="38" cy="29"/>
            </a:xfrm>
            <a:custGeom>
              <a:avLst/>
              <a:gdLst>
                <a:gd name="T0" fmla="*/ 117 w 15"/>
                <a:gd name="T1" fmla="*/ 0 h 11"/>
                <a:gd name="T2" fmla="*/ 20 w 15"/>
                <a:gd name="T3" fmla="*/ 55 h 11"/>
                <a:gd name="T4" fmla="*/ 33 w 15"/>
                <a:gd name="T5" fmla="*/ 145 h 11"/>
                <a:gd name="T6" fmla="*/ 147 w 15"/>
                <a:gd name="T7" fmla="*/ 182 h 11"/>
                <a:gd name="T8" fmla="*/ 243 w 15"/>
                <a:gd name="T9" fmla="*/ 111 h 11"/>
                <a:gd name="T10" fmla="*/ 213 w 15"/>
                <a:gd name="T11" fmla="*/ 21 h 11"/>
                <a:gd name="T12" fmla="*/ 129 w 15"/>
                <a:gd name="T13" fmla="*/ 0 h 11"/>
                <a:gd name="T14" fmla="*/ 117 w 15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1" y="7"/>
                    <a:pt x="2" y="8"/>
                  </a:cubicBezTo>
                  <a:cubicBezTo>
                    <a:pt x="3" y="10"/>
                    <a:pt x="6" y="11"/>
                    <a:pt x="9" y="10"/>
                  </a:cubicBezTo>
                  <a:cubicBezTo>
                    <a:pt x="12" y="10"/>
                    <a:pt x="14" y="8"/>
                    <a:pt x="15" y="6"/>
                  </a:cubicBezTo>
                  <a:cubicBezTo>
                    <a:pt x="15" y="4"/>
                    <a:pt x="14" y="2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3" name="Freeform 1523">
              <a:extLst>
                <a:ext uri="{FF2B5EF4-FFF2-40B4-BE49-F238E27FC236}">
                  <a16:creationId xmlns:a16="http://schemas.microsoft.com/office/drawing/2014/main" id="{52C55EC0-7DB3-41B8-8E64-2707D2537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23"/>
              <a:ext cx="18" cy="26"/>
            </a:xfrm>
            <a:custGeom>
              <a:avLst/>
              <a:gdLst>
                <a:gd name="T0" fmla="*/ 0 w 7"/>
                <a:gd name="T1" fmla="*/ 68 h 10"/>
                <a:gd name="T2" fmla="*/ 0 w 7"/>
                <a:gd name="T3" fmla="*/ 68 h 10"/>
                <a:gd name="T4" fmla="*/ 54 w 7"/>
                <a:gd name="T5" fmla="*/ 177 h 10"/>
                <a:gd name="T6" fmla="*/ 100 w 7"/>
                <a:gd name="T7" fmla="*/ 156 h 10"/>
                <a:gd name="T8" fmla="*/ 118 w 7"/>
                <a:gd name="T9" fmla="*/ 122 h 10"/>
                <a:gd name="T10" fmla="*/ 118 w 7"/>
                <a:gd name="T11" fmla="*/ 109 h 10"/>
                <a:gd name="T12" fmla="*/ 100 w 7"/>
                <a:gd name="T13" fmla="*/ 55 h 10"/>
                <a:gd name="T14" fmla="*/ 100 w 7"/>
                <a:gd name="T15" fmla="*/ 55 h 10"/>
                <a:gd name="T16" fmla="*/ 54 w 7"/>
                <a:gd name="T17" fmla="*/ 0 h 10"/>
                <a:gd name="T18" fmla="*/ 0 w 7"/>
                <a:gd name="T19" fmla="*/ 6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0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8"/>
                    <a:pt x="3" y="10"/>
                  </a:cubicBezTo>
                  <a:cubicBezTo>
                    <a:pt x="4" y="10"/>
                    <a:pt x="5" y="10"/>
                    <a:pt x="6" y="9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7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4" name="Freeform 1524">
              <a:extLst>
                <a:ext uri="{FF2B5EF4-FFF2-40B4-BE49-F238E27FC236}">
                  <a16:creationId xmlns:a16="http://schemas.microsoft.com/office/drawing/2014/main" id="{B7142451-14C6-4261-B801-BE064769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965"/>
              <a:ext cx="25" cy="35"/>
            </a:xfrm>
            <a:custGeom>
              <a:avLst/>
              <a:gdLst>
                <a:gd name="T0" fmla="*/ 50 w 10"/>
                <a:gd name="T1" fmla="*/ 22 h 13"/>
                <a:gd name="T2" fmla="*/ 0 w 10"/>
                <a:gd name="T3" fmla="*/ 175 h 13"/>
                <a:gd name="T4" fmla="*/ 50 w 10"/>
                <a:gd name="T5" fmla="*/ 232 h 13"/>
                <a:gd name="T6" fmla="*/ 158 w 10"/>
                <a:gd name="T7" fmla="*/ 159 h 13"/>
                <a:gd name="T8" fmla="*/ 158 w 10"/>
                <a:gd name="T9" fmla="*/ 137 h 13"/>
                <a:gd name="T10" fmla="*/ 145 w 10"/>
                <a:gd name="T11" fmla="*/ 81 h 13"/>
                <a:gd name="T12" fmla="*/ 113 w 10"/>
                <a:gd name="T13" fmla="*/ 22 h 13"/>
                <a:gd name="T14" fmla="*/ 83 w 10"/>
                <a:gd name="T15" fmla="*/ 22 h 13"/>
                <a:gd name="T16" fmla="*/ 50 w 10"/>
                <a:gd name="T17" fmla="*/ 2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3">
                  <a:moveTo>
                    <a:pt x="3" y="1"/>
                  </a:moveTo>
                  <a:cubicBezTo>
                    <a:pt x="0" y="3"/>
                    <a:pt x="0" y="7"/>
                    <a:pt x="0" y="9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6" y="13"/>
                    <a:pt x="10" y="11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10" y="5"/>
                    <a:pt x="9" y="4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5" name="Freeform 1525">
              <a:extLst>
                <a:ext uri="{FF2B5EF4-FFF2-40B4-BE49-F238E27FC236}">
                  <a16:creationId xmlns:a16="http://schemas.microsoft.com/office/drawing/2014/main" id="{3AF5823F-A12B-4272-AF7D-623B623115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9" y="1963"/>
              <a:ext cx="20" cy="26"/>
            </a:xfrm>
            <a:custGeom>
              <a:avLst/>
              <a:gdLst>
                <a:gd name="T0" fmla="*/ 50 w 8"/>
                <a:gd name="T1" fmla="*/ 0 h 10"/>
                <a:gd name="T2" fmla="*/ 20 w 8"/>
                <a:gd name="T3" fmla="*/ 68 h 10"/>
                <a:gd name="T4" fmla="*/ 0 w 8"/>
                <a:gd name="T5" fmla="*/ 88 h 10"/>
                <a:gd name="T6" fmla="*/ 20 w 8"/>
                <a:gd name="T7" fmla="*/ 143 h 10"/>
                <a:gd name="T8" fmla="*/ 50 w 8"/>
                <a:gd name="T9" fmla="*/ 177 h 10"/>
                <a:gd name="T10" fmla="*/ 95 w 8"/>
                <a:gd name="T11" fmla="*/ 143 h 10"/>
                <a:gd name="T12" fmla="*/ 95 w 8"/>
                <a:gd name="T13" fmla="*/ 143 h 10"/>
                <a:gd name="T14" fmla="*/ 125 w 8"/>
                <a:gd name="T15" fmla="*/ 68 h 10"/>
                <a:gd name="T16" fmla="*/ 125 w 8"/>
                <a:gd name="T17" fmla="*/ 55 h 10"/>
                <a:gd name="T18" fmla="*/ 95 w 8"/>
                <a:gd name="T19" fmla="*/ 0 h 10"/>
                <a:gd name="T20" fmla="*/ 50 w 8"/>
                <a:gd name="T21" fmla="*/ 0 h 10"/>
                <a:gd name="T22" fmla="*/ 63 w 8"/>
                <a:gd name="T23" fmla="*/ 55 h 10"/>
                <a:gd name="T24" fmla="*/ 95 w 8"/>
                <a:gd name="T25" fmla="*/ 68 h 10"/>
                <a:gd name="T26" fmla="*/ 95 w 8"/>
                <a:gd name="T27" fmla="*/ 68 h 10"/>
                <a:gd name="T28" fmla="*/ 95 w 8"/>
                <a:gd name="T29" fmla="*/ 88 h 10"/>
                <a:gd name="T30" fmla="*/ 95 w 8"/>
                <a:gd name="T31" fmla="*/ 88 h 10"/>
                <a:gd name="T32" fmla="*/ 95 w 8"/>
                <a:gd name="T33" fmla="*/ 88 h 10"/>
                <a:gd name="T34" fmla="*/ 95 w 8"/>
                <a:gd name="T35" fmla="*/ 122 h 10"/>
                <a:gd name="T36" fmla="*/ 33 w 8"/>
                <a:gd name="T37" fmla="*/ 109 h 10"/>
                <a:gd name="T38" fmla="*/ 33 w 8"/>
                <a:gd name="T39" fmla="*/ 68 h 10"/>
                <a:gd name="T40" fmla="*/ 33 w 8"/>
                <a:gd name="T41" fmla="*/ 68 h 10"/>
                <a:gd name="T42" fmla="*/ 33 w 8"/>
                <a:gd name="T43" fmla="*/ 68 h 10"/>
                <a:gd name="T44" fmla="*/ 33 w 8"/>
                <a:gd name="T45" fmla="*/ 55 h 10"/>
                <a:gd name="T46" fmla="*/ 33 w 8"/>
                <a:gd name="T47" fmla="*/ 55 h 10"/>
                <a:gd name="T48" fmla="*/ 33 w 8"/>
                <a:gd name="T49" fmla="*/ 55 h 10"/>
                <a:gd name="T50" fmla="*/ 33 w 8"/>
                <a:gd name="T51" fmla="*/ 55 h 10"/>
                <a:gd name="T52" fmla="*/ 63 w 8"/>
                <a:gd name="T53" fmla="*/ 55 h 10"/>
                <a:gd name="T54" fmla="*/ 20 w 8"/>
                <a:gd name="T55" fmla="*/ 68 h 10"/>
                <a:gd name="T56" fmla="*/ 33 w 8"/>
                <a:gd name="T57" fmla="*/ 68 h 10"/>
                <a:gd name="T58" fmla="*/ 33 w 8"/>
                <a:gd name="T59" fmla="*/ 68 h 10"/>
                <a:gd name="T60" fmla="*/ 20 w 8"/>
                <a:gd name="T61" fmla="*/ 68 h 10"/>
                <a:gd name="T62" fmla="*/ 33 w 8"/>
                <a:gd name="T63" fmla="*/ 68 h 10"/>
                <a:gd name="T64" fmla="*/ 33 w 8"/>
                <a:gd name="T65" fmla="*/ 68 h 10"/>
                <a:gd name="T66" fmla="*/ 33 w 8"/>
                <a:gd name="T67" fmla="*/ 88 h 10"/>
                <a:gd name="T68" fmla="*/ 33 w 8"/>
                <a:gd name="T69" fmla="*/ 68 h 10"/>
                <a:gd name="T70" fmla="*/ 33 w 8"/>
                <a:gd name="T71" fmla="*/ 55 h 10"/>
                <a:gd name="T72" fmla="*/ 33 w 8"/>
                <a:gd name="T73" fmla="*/ 68 h 10"/>
                <a:gd name="T74" fmla="*/ 50 w 8"/>
                <a:gd name="T75" fmla="*/ 109 h 10"/>
                <a:gd name="T76" fmla="*/ 95 w 8"/>
                <a:gd name="T77" fmla="*/ 109 h 10"/>
                <a:gd name="T78" fmla="*/ 95 w 8"/>
                <a:gd name="T79" fmla="*/ 88 h 10"/>
                <a:gd name="T80" fmla="*/ 95 w 8"/>
                <a:gd name="T81" fmla="*/ 68 h 10"/>
                <a:gd name="T82" fmla="*/ 63 w 8"/>
                <a:gd name="T83" fmla="*/ 55 h 10"/>
                <a:gd name="T84" fmla="*/ 33 w 8"/>
                <a:gd name="T85" fmla="*/ 55 h 1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" h="10">
                  <a:moveTo>
                    <a:pt x="3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2" y="9"/>
                    <a:pt x="3" y="10"/>
                  </a:cubicBezTo>
                  <a:cubicBezTo>
                    <a:pt x="4" y="10"/>
                    <a:pt x="5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7"/>
                    <a:pt x="8" y="6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4" y="3"/>
                  </a:moveTo>
                  <a:cubicBezTo>
                    <a:pt x="5" y="3"/>
                    <a:pt x="6" y="3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5" y="8"/>
                    <a:pt x="4" y="7"/>
                    <a:pt x="2" y="6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2"/>
                    <a:pt x="4" y="3"/>
                  </a:cubicBezTo>
                  <a:close/>
                  <a:moveTo>
                    <a:pt x="1" y="4"/>
                  </a:move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lose/>
                  <a:moveTo>
                    <a:pt x="2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4" y="6"/>
                    <a:pt x="5" y="6"/>
                    <a:pt x="6" y="6"/>
                  </a:cubicBezTo>
                  <a:cubicBezTo>
                    <a:pt x="6" y="6"/>
                    <a:pt x="6" y="5"/>
                    <a:pt x="6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6" name="Freeform 1526">
              <a:extLst>
                <a:ext uri="{FF2B5EF4-FFF2-40B4-BE49-F238E27FC236}">
                  <a16:creationId xmlns:a16="http://schemas.microsoft.com/office/drawing/2014/main" id="{737CF1F0-BC5A-4E8A-9F2F-6A94904C2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968"/>
              <a:ext cx="38" cy="35"/>
            </a:xfrm>
            <a:custGeom>
              <a:avLst/>
              <a:gdLst>
                <a:gd name="T0" fmla="*/ 84 w 15"/>
                <a:gd name="T1" fmla="*/ 22 h 13"/>
                <a:gd name="T2" fmla="*/ 33 w 15"/>
                <a:gd name="T3" fmla="*/ 175 h 13"/>
                <a:gd name="T4" fmla="*/ 84 w 15"/>
                <a:gd name="T5" fmla="*/ 218 h 13"/>
                <a:gd name="T6" fmla="*/ 84 w 15"/>
                <a:gd name="T7" fmla="*/ 232 h 13"/>
                <a:gd name="T8" fmla="*/ 147 w 15"/>
                <a:gd name="T9" fmla="*/ 253 h 13"/>
                <a:gd name="T10" fmla="*/ 225 w 15"/>
                <a:gd name="T11" fmla="*/ 137 h 13"/>
                <a:gd name="T12" fmla="*/ 225 w 15"/>
                <a:gd name="T13" fmla="*/ 137 h 13"/>
                <a:gd name="T14" fmla="*/ 225 w 15"/>
                <a:gd name="T15" fmla="*/ 137 h 13"/>
                <a:gd name="T16" fmla="*/ 243 w 15"/>
                <a:gd name="T17" fmla="*/ 94 h 13"/>
                <a:gd name="T18" fmla="*/ 213 w 15"/>
                <a:gd name="T19" fmla="*/ 59 h 13"/>
                <a:gd name="T20" fmla="*/ 147 w 15"/>
                <a:gd name="T21" fmla="*/ 22 h 13"/>
                <a:gd name="T22" fmla="*/ 84 w 15"/>
                <a:gd name="T23" fmla="*/ 22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3">
                  <a:moveTo>
                    <a:pt x="5" y="1"/>
                  </a:moveTo>
                  <a:cubicBezTo>
                    <a:pt x="4" y="1"/>
                    <a:pt x="0" y="3"/>
                    <a:pt x="2" y="9"/>
                  </a:cubicBezTo>
                  <a:cubicBezTo>
                    <a:pt x="2" y="11"/>
                    <a:pt x="4" y="11"/>
                    <a:pt x="5" y="11"/>
                  </a:cubicBezTo>
                  <a:cubicBezTo>
                    <a:pt x="5" y="11"/>
                    <a:pt x="5" y="12"/>
                    <a:pt x="5" y="12"/>
                  </a:cubicBezTo>
                  <a:cubicBezTo>
                    <a:pt x="6" y="13"/>
                    <a:pt x="7" y="13"/>
                    <a:pt x="9" y="13"/>
                  </a:cubicBezTo>
                  <a:cubicBezTo>
                    <a:pt x="13" y="12"/>
                    <a:pt x="14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5" y="6"/>
                    <a:pt x="15" y="5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2" y="2"/>
                    <a:pt x="11" y="1"/>
                    <a:pt x="9" y="1"/>
                  </a:cubicBezTo>
                  <a:cubicBezTo>
                    <a:pt x="8" y="1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7" name="Freeform 1527">
              <a:extLst>
                <a:ext uri="{FF2B5EF4-FFF2-40B4-BE49-F238E27FC236}">
                  <a16:creationId xmlns:a16="http://schemas.microsoft.com/office/drawing/2014/main" id="{DE718584-A1E9-4B55-8CCC-27D2F18E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005"/>
              <a:ext cx="20" cy="27"/>
            </a:xfrm>
            <a:custGeom>
              <a:avLst/>
              <a:gdLst>
                <a:gd name="T0" fmla="*/ 95 w 8"/>
                <a:gd name="T1" fmla="*/ 0 h 10"/>
                <a:gd name="T2" fmla="*/ 33 w 8"/>
                <a:gd name="T3" fmla="*/ 22 h 10"/>
                <a:gd name="T4" fmla="*/ 20 w 8"/>
                <a:gd name="T5" fmla="*/ 81 h 10"/>
                <a:gd name="T6" fmla="*/ 0 w 8"/>
                <a:gd name="T7" fmla="*/ 103 h 10"/>
                <a:gd name="T8" fmla="*/ 20 w 8"/>
                <a:gd name="T9" fmla="*/ 116 h 10"/>
                <a:gd name="T10" fmla="*/ 20 w 8"/>
                <a:gd name="T11" fmla="*/ 116 h 10"/>
                <a:gd name="T12" fmla="*/ 20 w 8"/>
                <a:gd name="T13" fmla="*/ 138 h 10"/>
                <a:gd name="T14" fmla="*/ 63 w 8"/>
                <a:gd name="T15" fmla="*/ 197 h 10"/>
                <a:gd name="T16" fmla="*/ 113 w 8"/>
                <a:gd name="T17" fmla="*/ 159 h 10"/>
                <a:gd name="T18" fmla="*/ 125 w 8"/>
                <a:gd name="T19" fmla="*/ 116 h 10"/>
                <a:gd name="T20" fmla="*/ 125 w 8"/>
                <a:gd name="T21" fmla="*/ 103 h 10"/>
                <a:gd name="T22" fmla="*/ 125 w 8"/>
                <a:gd name="T23" fmla="*/ 81 h 10"/>
                <a:gd name="T24" fmla="*/ 125 w 8"/>
                <a:gd name="T25" fmla="*/ 59 h 10"/>
                <a:gd name="T26" fmla="*/ 125 w 8"/>
                <a:gd name="T27" fmla="*/ 59 h 10"/>
                <a:gd name="T28" fmla="*/ 125 w 8"/>
                <a:gd name="T29" fmla="*/ 22 h 10"/>
                <a:gd name="T30" fmla="*/ 95 w 8"/>
                <a:gd name="T31" fmla="*/ 0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0">
                  <a:moveTo>
                    <a:pt x="6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2" y="10"/>
                    <a:pt x="4" y="10"/>
                  </a:cubicBezTo>
                  <a:cubicBezTo>
                    <a:pt x="5" y="10"/>
                    <a:pt x="7" y="9"/>
                    <a:pt x="7" y="8"/>
                  </a:cubicBezTo>
                  <a:cubicBezTo>
                    <a:pt x="7" y="8"/>
                    <a:pt x="8" y="7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8" name="Freeform 1528">
              <a:extLst>
                <a:ext uri="{FF2B5EF4-FFF2-40B4-BE49-F238E27FC236}">
                  <a16:creationId xmlns:a16="http://schemas.microsoft.com/office/drawing/2014/main" id="{59FAE6D8-B0EF-4A3B-AE58-9E7D565AF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21"/>
              <a:ext cx="28" cy="30"/>
            </a:xfrm>
            <a:custGeom>
              <a:avLst/>
              <a:gdLst>
                <a:gd name="T0" fmla="*/ 84 w 11"/>
                <a:gd name="T1" fmla="*/ 22 h 11"/>
                <a:gd name="T2" fmla="*/ 64 w 11"/>
                <a:gd name="T3" fmla="*/ 22 h 11"/>
                <a:gd name="T4" fmla="*/ 51 w 11"/>
                <a:gd name="T5" fmla="*/ 38 h 11"/>
                <a:gd name="T6" fmla="*/ 33 w 11"/>
                <a:gd name="T7" fmla="*/ 38 h 11"/>
                <a:gd name="T8" fmla="*/ 0 w 11"/>
                <a:gd name="T9" fmla="*/ 104 h 11"/>
                <a:gd name="T10" fmla="*/ 20 w 11"/>
                <a:gd name="T11" fmla="*/ 142 h 11"/>
                <a:gd name="T12" fmla="*/ 33 w 11"/>
                <a:gd name="T13" fmla="*/ 164 h 11"/>
                <a:gd name="T14" fmla="*/ 33 w 11"/>
                <a:gd name="T15" fmla="*/ 164 h 11"/>
                <a:gd name="T16" fmla="*/ 64 w 11"/>
                <a:gd name="T17" fmla="*/ 202 h 11"/>
                <a:gd name="T18" fmla="*/ 117 w 11"/>
                <a:gd name="T19" fmla="*/ 202 h 11"/>
                <a:gd name="T20" fmla="*/ 181 w 11"/>
                <a:gd name="T21" fmla="*/ 120 h 11"/>
                <a:gd name="T22" fmla="*/ 181 w 11"/>
                <a:gd name="T23" fmla="*/ 104 h 11"/>
                <a:gd name="T24" fmla="*/ 181 w 11"/>
                <a:gd name="T25" fmla="*/ 82 h 11"/>
                <a:gd name="T26" fmla="*/ 150 w 11"/>
                <a:gd name="T27" fmla="*/ 38 h 11"/>
                <a:gd name="T28" fmla="*/ 150 w 11"/>
                <a:gd name="T29" fmla="*/ 38 h 11"/>
                <a:gd name="T30" fmla="*/ 84 w 11"/>
                <a:gd name="T31" fmla="*/ 22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" h="11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7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3" y="10"/>
                    <a:pt x="4" y="10"/>
                  </a:cubicBezTo>
                  <a:cubicBezTo>
                    <a:pt x="5" y="11"/>
                    <a:pt x="6" y="10"/>
                    <a:pt x="7" y="10"/>
                  </a:cubicBezTo>
                  <a:cubicBezTo>
                    <a:pt x="8" y="9"/>
                    <a:pt x="10" y="9"/>
                    <a:pt x="11" y="6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9" name="Freeform 1529">
              <a:extLst>
                <a:ext uri="{FF2B5EF4-FFF2-40B4-BE49-F238E27FC236}">
                  <a16:creationId xmlns:a16="http://schemas.microsoft.com/office/drawing/2014/main" id="{93FE9F4A-376E-4425-8BAB-D2ABADF5F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984"/>
              <a:ext cx="20" cy="19"/>
            </a:xfrm>
            <a:custGeom>
              <a:avLst/>
              <a:gdLst>
                <a:gd name="T0" fmla="*/ 50 w 8"/>
                <a:gd name="T1" fmla="*/ 0 h 7"/>
                <a:gd name="T2" fmla="*/ 20 w 8"/>
                <a:gd name="T3" fmla="*/ 81 h 7"/>
                <a:gd name="T4" fmla="*/ 33 w 8"/>
                <a:gd name="T5" fmla="*/ 141 h 7"/>
                <a:gd name="T6" fmla="*/ 63 w 8"/>
                <a:gd name="T7" fmla="*/ 38 h 7"/>
                <a:gd name="T8" fmla="*/ 125 w 8"/>
                <a:gd name="T9" fmla="*/ 81 h 7"/>
                <a:gd name="T10" fmla="*/ 113 w 8"/>
                <a:gd name="T11" fmla="*/ 60 h 7"/>
                <a:gd name="T12" fmla="*/ 50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5"/>
                    <a:pt x="2" y="3"/>
                    <a:pt x="4" y="2"/>
                  </a:cubicBezTo>
                  <a:cubicBezTo>
                    <a:pt x="6" y="2"/>
                    <a:pt x="7" y="3"/>
                    <a:pt x="8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0" name="Freeform 1530">
              <a:extLst>
                <a:ext uri="{FF2B5EF4-FFF2-40B4-BE49-F238E27FC236}">
                  <a16:creationId xmlns:a16="http://schemas.microsoft.com/office/drawing/2014/main" id="{693E2BE5-FF88-4D5C-A92A-F448F5FDF7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6" y="1840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21 w 7"/>
                <a:gd name="T3" fmla="*/ 117 h 7"/>
                <a:gd name="T4" fmla="*/ 85 w 7"/>
                <a:gd name="T5" fmla="*/ 141 h 7"/>
                <a:gd name="T6" fmla="*/ 54 w 7"/>
                <a:gd name="T7" fmla="*/ 103 h 7"/>
                <a:gd name="T8" fmla="*/ 54 w 7"/>
                <a:gd name="T9" fmla="*/ 81 h 7"/>
                <a:gd name="T10" fmla="*/ 85 w 7"/>
                <a:gd name="T11" fmla="*/ 0 h 7"/>
                <a:gd name="T12" fmla="*/ 21 w 7"/>
                <a:gd name="T13" fmla="*/ 60 h 7"/>
                <a:gd name="T14" fmla="*/ 85 w 7"/>
                <a:gd name="T15" fmla="*/ 141 h 7"/>
                <a:gd name="T16" fmla="*/ 100 w 7"/>
                <a:gd name="T17" fmla="*/ 117 h 7"/>
                <a:gd name="T18" fmla="*/ 118 w 7"/>
                <a:gd name="T19" fmla="*/ 117 h 7"/>
                <a:gd name="T20" fmla="*/ 85 w 7"/>
                <a:gd name="T21" fmla="*/ 141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3" y="7"/>
                    <a:pt x="5" y="7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4" y="1"/>
                    <a:pt x="5" y="0"/>
                  </a:cubicBezTo>
                  <a:lnTo>
                    <a:pt x="1" y="3"/>
                  </a:lnTo>
                  <a:close/>
                  <a:moveTo>
                    <a:pt x="5" y="7"/>
                  </a:moveTo>
                  <a:cubicBezTo>
                    <a:pt x="5" y="7"/>
                    <a:pt x="5" y="7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5" y="6"/>
                    <a:pt x="5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1" name="Freeform 1531">
              <a:extLst>
                <a:ext uri="{FF2B5EF4-FFF2-40B4-BE49-F238E27FC236}">
                  <a16:creationId xmlns:a16="http://schemas.microsoft.com/office/drawing/2014/main" id="{42232C56-F267-4207-A5EF-2C01FB5F24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4" y="1888"/>
              <a:ext cx="20" cy="24"/>
            </a:xfrm>
            <a:custGeom>
              <a:avLst/>
              <a:gdLst>
                <a:gd name="T0" fmla="*/ 20 w 8"/>
                <a:gd name="T1" fmla="*/ 35 h 9"/>
                <a:gd name="T2" fmla="*/ 33 w 8"/>
                <a:gd name="T3" fmla="*/ 149 h 9"/>
                <a:gd name="T4" fmla="*/ 83 w 8"/>
                <a:gd name="T5" fmla="*/ 171 h 9"/>
                <a:gd name="T6" fmla="*/ 125 w 8"/>
                <a:gd name="T7" fmla="*/ 93 h 9"/>
                <a:gd name="T8" fmla="*/ 125 w 8"/>
                <a:gd name="T9" fmla="*/ 115 h 9"/>
                <a:gd name="T10" fmla="*/ 63 w 8"/>
                <a:gd name="T11" fmla="*/ 149 h 9"/>
                <a:gd name="T12" fmla="*/ 33 w 8"/>
                <a:gd name="T13" fmla="*/ 77 h 9"/>
                <a:gd name="T14" fmla="*/ 50 w 8"/>
                <a:gd name="T15" fmla="*/ 56 h 9"/>
                <a:gd name="T16" fmla="*/ 95 w 8"/>
                <a:gd name="T17" fmla="*/ 77 h 9"/>
                <a:gd name="T18" fmla="*/ 95 w 8"/>
                <a:gd name="T19" fmla="*/ 115 h 9"/>
                <a:gd name="T20" fmla="*/ 95 w 8"/>
                <a:gd name="T21" fmla="*/ 35 h 9"/>
                <a:gd name="T22" fmla="*/ 20 w 8"/>
                <a:gd name="T23" fmla="*/ 35 h 9"/>
                <a:gd name="T24" fmla="*/ 20 w 8"/>
                <a:gd name="T25" fmla="*/ 93 h 9"/>
                <a:gd name="T26" fmla="*/ 20 w 8"/>
                <a:gd name="T27" fmla="*/ 93 h 9"/>
                <a:gd name="T28" fmla="*/ 20 w 8"/>
                <a:gd name="T29" fmla="*/ 93 h 9"/>
                <a:gd name="T30" fmla="*/ 20 w 8"/>
                <a:gd name="T31" fmla="*/ 93 h 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0" y="4"/>
                    <a:pt x="0" y="7"/>
                    <a:pt x="2" y="8"/>
                  </a:cubicBezTo>
                  <a:cubicBezTo>
                    <a:pt x="3" y="9"/>
                    <a:pt x="4" y="9"/>
                    <a:pt x="5" y="9"/>
                  </a:cubicBezTo>
                  <a:cubicBezTo>
                    <a:pt x="7" y="8"/>
                    <a:pt x="8" y="7"/>
                    <a:pt x="8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3" y="8"/>
                    <a:pt x="2" y="6"/>
                    <a:pt x="2" y="4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4" y="2"/>
                    <a:pt x="5" y="3"/>
                    <a:pt x="6" y="4"/>
                  </a:cubicBezTo>
                  <a:cubicBezTo>
                    <a:pt x="7" y="4"/>
                    <a:pt x="7" y="6"/>
                    <a:pt x="6" y="6"/>
                  </a:cubicBezTo>
                  <a:cubicBezTo>
                    <a:pt x="8" y="5"/>
                    <a:pt x="7" y="3"/>
                    <a:pt x="6" y="2"/>
                  </a:cubicBezTo>
                  <a:cubicBezTo>
                    <a:pt x="5" y="0"/>
                    <a:pt x="3" y="1"/>
                    <a:pt x="1" y="2"/>
                  </a:cubicBezTo>
                  <a:close/>
                  <a:moveTo>
                    <a:pt x="1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2" name="Freeform 1532">
              <a:extLst>
                <a:ext uri="{FF2B5EF4-FFF2-40B4-BE49-F238E27FC236}">
                  <a16:creationId xmlns:a16="http://schemas.microsoft.com/office/drawing/2014/main" id="{504259A6-6D9F-4834-A9EC-16F1F0EEF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976"/>
              <a:ext cx="22" cy="19"/>
            </a:xfrm>
            <a:custGeom>
              <a:avLst/>
              <a:gdLst>
                <a:gd name="T0" fmla="*/ 29 w 9"/>
                <a:gd name="T1" fmla="*/ 22 h 7"/>
                <a:gd name="T2" fmla="*/ 12 w 9"/>
                <a:gd name="T3" fmla="*/ 103 h 7"/>
                <a:gd name="T4" fmla="*/ 71 w 9"/>
                <a:gd name="T5" fmla="*/ 141 h 7"/>
                <a:gd name="T6" fmla="*/ 132 w 9"/>
                <a:gd name="T7" fmla="*/ 81 h 7"/>
                <a:gd name="T8" fmla="*/ 90 w 9"/>
                <a:gd name="T9" fmla="*/ 22 h 7"/>
                <a:gd name="T10" fmla="*/ 71 w 9"/>
                <a:gd name="T11" fmla="*/ 0 h 7"/>
                <a:gd name="T12" fmla="*/ 90 w 9"/>
                <a:gd name="T13" fmla="*/ 38 h 7"/>
                <a:gd name="T14" fmla="*/ 29 w 9"/>
                <a:gd name="T15" fmla="*/ 22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6"/>
                    <a:pt x="3" y="7"/>
                    <a:pt x="5" y="7"/>
                  </a:cubicBezTo>
                  <a:cubicBezTo>
                    <a:pt x="7" y="7"/>
                    <a:pt x="8" y="6"/>
                    <a:pt x="9" y="4"/>
                  </a:cubicBezTo>
                  <a:cubicBezTo>
                    <a:pt x="9" y="2"/>
                    <a:pt x="8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3" name="Freeform 1533">
              <a:extLst>
                <a:ext uri="{FF2B5EF4-FFF2-40B4-BE49-F238E27FC236}">
                  <a16:creationId xmlns:a16="http://schemas.microsoft.com/office/drawing/2014/main" id="{6D968C4D-8EBF-43B6-831D-4A19EEF68E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1" y="2048"/>
              <a:ext cx="15" cy="21"/>
            </a:xfrm>
            <a:custGeom>
              <a:avLst/>
              <a:gdLst>
                <a:gd name="T0" fmla="*/ 20 w 6"/>
                <a:gd name="T1" fmla="*/ 21 h 8"/>
                <a:gd name="T2" fmla="*/ 0 w 6"/>
                <a:gd name="T3" fmla="*/ 110 h 8"/>
                <a:gd name="T4" fmla="*/ 50 w 6"/>
                <a:gd name="T5" fmla="*/ 144 h 8"/>
                <a:gd name="T6" fmla="*/ 95 w 6"/>
                <a:gd name="T7" fmla="*/ 89 h 8"/>
                <a:gd name="T8" fmla="*/ 95 w 6"/>
                <a:gd name="T9" fmla="*/ 76 h 8"/>
                <a:gd name="T10" fmla="*/ 83 w 6"/>
                <a:gd name="T11" fmla="*/ 21 h 8"/>
                <a:gd name="T12" fmla="*/ 20 w 6"/>
                <a:gd name="T13" fmla="*/ 21 h 8"/>
                <a:gd name="T14" fmla="*/ 95 w 6"/>
                <a:gd name="T15" fmla="*/ 89 h 8"/>
                <a:gd name="T16" fmla="*/ 95 w 6"/>
                <a:gd name="T17" fmla="*/ 110 h 8"/>
                <a:gd name="T18" fmla="*/ 95 w 6"/>
                <a:gd name="T19" fmla="*/ 89 h 8"/>
                <a:gd name="T20" fmla="*/ 95 w 6"/>
                <a:gd name="T21" fmla="*/ 89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0" y="8"/>
                    <a:pt x="1" y="8"/>
                    <a:pt x="3" y="8"/>
                  </a:cubicBezTo>
                  <a:cubicBezTo>
                    <a:pt x="4" y="8"/>
                    <a:pt x="6" y="7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4" name="Freeform 1534">
              <a:extLst>
                <a:ext uri="{FF2B5EF4-FFF2-40B4-BE49-F238E27FC236}">
                  <a16:creationId xmlns:a16="http://schemas.microsoft.com/office/drawing/2014/main" id="{F7863E39-CF28-429D-AE4C-54F3689C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000"/>
              <a:ext cx="23" cy="27"/>
            </a:xfrm>
            <a:custGeom>
              <a:avLst/>
              <a:gdLst>
                <a:gd name="T0" fmla="*/ 51 w 9"/>
                <a:gd name="T1" fmla="*/ 0 h 10"/>
                <a:gd name="T2" fmla="*/ 0 w 9"/>
                <a:gd name="T3" fmla="*/ 138 h 10"/>
                <a:gd name="T4" fmla="*/ 51 w 9"/>
                <a:gd name="T5" fmla="*/ 197 h 10"/>
                <a:gd name="T6" fmla="*/ 97 w 9"/>
                <a:gd name="T7" fmla="*/ 197 h 10"/>
                <a:gd name="T8" fmla="*/ 151 w 9"/>
                <a:gd name="T9" fmla="*/ 138 h 10"/>
                <a:gd name="T10" fmla="*/ 151 w 9"/>
                <a:gd name="T11" fmla="*/ 116 h 10"/>
                <a:gd name="T12" fmla="*/ 151 w 9"/>
                <a:gd name="T13" fmla="*/ 116 h 10"/>
                <a:gd name="T14" fmla="*/ 151 w 9"/>
                <a:gd name="T15" fmla="*/ 116 h 10"/>
                <a:gd name="T16" fmla="*/ 130 w 9"/>
                <a:gd name="T17" fmla="*/ 38 h 10"/>
                <a:gd name="T18" fmla="*/ 51 w 9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0" y="1"/>
                    <a:pt x="0" y="4"/>
                    <a:pt x="0" y="7"/>
                  </a:cubicBezTo>
                  <a:cubicBezTo>
                    <a:pt x="1" y="8"/>
                    <a:pt x="1" y="10"/>
                    <a:pt x="3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0"/>
                    <a:pt x="9" y="8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4"/>
                    <a:pt x="8" y="2"/>
                  </a:cubicBezTo>
                  <a:cubicBezTo>
                    <a:pt x="6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5" name="Freeform 1535">
              <a:extLst>
                <a:ext uri="{FF2B5EF4-FFF2-40B4-BE49-F238E27FC236}">
                  <a16:creationId xmlns:a16="http://schemas.microsoft.com/office/drawing/2014/main" id="{D0AB5996-3785-4AB2-9D21-3BF915746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915"/>
              <a:ext cx="25" cy="37"/>
            </a:xfrm>
            <a:custGeom>
              <a:avLst/>
              <a:gdLst>
                <a:gd name="T0" fmla="*/ 20 w 10"/>
                <a:gd name="T1" fmla="*/ 56 h 14"/>
                <a:gd name="T2" fmla="*/ 33 w 10"/>
                <a:gd name="T3" fmla="*/ 34 h 14"/>
                <a:gd name="T4" fmla="*/ 83 w 10"/>
                <a:gd name="T5" fmla="*/ 34 h 14"/>
                <a:gd name="T6" fmla="*/ 95 w 10"/>
                <a:gd name="T7" fmla="*/ 77 h 14"/>
                <a:gd name="T8" fmla="*/ 83 w 10"/>
                <a:gd name="T9" fmla="*/ 56 h 14"/>
                <a:gd name="T10" fmla="*/ 95 w 10"/>
                <a:gd name="T11" fmla="*/ 77 h 14"/>
                <a:gd name="T12" fmla="*/ 95 w 10"/>
                <a:gd name="T13" fmla="*/ 90 h 14"/>
                <a:gd name="T14" fmla="*/ 83 w 10"/>
                <a:gd name="T15" fmla="*/ 77 h 14"/>
                <a:gd name="T16" fmla="*/ 33 w 10"/>
                <a:gd name="T17" fmla="*/ 90 h 14"/>
                <a:gd name="T18" fmla="*/ 20 w 10"/>
                <a:gd name="T19" fmla="*/ 56 h 14"/>
                <a:gd name="T20" fmla="*/ 20 w 10"/>
                <a:gd name="T21" fmla="*/ 90 h 14"/>
                <a:gd name="T22" fmla="*/ 20 w 10"/>
                <a:gd name="T23" fmla="*/ 111 h 14"/>
                <a:gd name="T24" fmla="*/ 0 w 10"/>
                <a:gd name="T25" fmla="*/ 167 h 14"/>
                <a:gd name="T26" fmla="*/ 20 w 10"/>
                <a:gd name="T27" fmla="*/ 238 h 14"/>
                <a:gd name="T28" fmla="*/ 63 w 10"/>
                <a:gd name="T29" fmla="*/ 259 h 14"/>
                <a:gd name="T30" fmla="*/ 158 w 10"/>
                <a:gd name="T31" fmla="*/ 167 h 14"/>
                <a:gd name="T32" fmla="*/ 158 w 10"/>
                <a:gd name="T33" fmla="*/ 167 h 14"/>
                <a:gd name="T34" fmla="*/ 125 w 10"/>
                <a:gd name="T35" fmla="*/ 90 h 14"/>
                <a:gd name="T36" fmla="*/ 125 w 10"/>
                <a:gd name="T37" fmla="*/ 77 h 14"/>
                <a:gd name="T38" fmla="*/ 125 w 10"/>
                <a:gd name="T39" fmla="*/ 77 h 14"/>
                <a:gd name="T40" fmla="*/ 83 w 10"/>
                <a:gd name="T41" fmla="*/ 0 h 14"/>
                <a:gd name="T42" fmla="*/ 20 w 10"/>
                <a:gd name="T43" fmla="*/ 56 h 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" h="14">
                  <a:moveTo>
                    <a:pt x="1" y="3"/>
                  </a:moveTo>
                  <a:cubicBezTo>
                    <a:pt x="1" y="3"/>
                    <a:pt x="2" y="2"/>
                    <a:pt x="2" y="2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6" y="4"/>
                    <a:pt x="5" y="4"/>
                    <a:pt x="5" y="3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3"/>
                    <a:pt x="1" y="5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0" y="10"/>
                    <a:pt x="0" y="11"/>
                    <a:pt x="1" y="13"/>
                  </a:cubicBezTo>
                  <a:cubicBezTo>
                    <a:pt x="2" y="13"/>
                    <a:pt x="3" y="14"/>
                    <a:pt x="4" y="14"/>
                  </a:cubicBezTo>
                  <a:cubicBezTo>
                    <a:pt x="8" y="14"/>
                    <a:pt x="10" y="12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6" name="Freeform 1536">
              <a:extLst>
                <a:ext uri="{FF2B5EF4-FFF2-40B4-BE49-F238E27FC236}">
                  <a16:creationId xmlns:a16="http://schemas.microsoft.com/office/drawing/2014/main" id="{3E867DDB-546A-42FA-8CD2-ACFF854F5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952"/>
              <a:ext cx="25" cy="27"/>
            </a:xfrm>
            <a:custGeom>
              <a:avLst/>
              <a:gdLst>
                <a:gd name="T0" fmla="*/ 63 w 10"/>
                <a:gd name="T1" fmla="*/ 22 h 10"/>
                <a:gd name="T2" fmla="*/ 33 w 10"/>
                <a:gd name="T3" fmla="*/ 22 h 10"/>
                <a:gd name="T4" fmla="*/ 0 w 10"/>
                <a:gd name="T5" fmla="*/ 138 h 10"/>
                <a:gd name="T6" fmla="*/ 0 w 10"/>
                <a:gd name="T7" fmla="*/ 138 h 10"/>
                <a:gd name="T8" fmla="*/ 50 w 10"/>
                <a:gd name="T9" fmla="*/ 197 h 10"/>
                <a:gd name="T10" fmla="*/ 83 w 10"/>
                <a:gd name="T11" fmla="*/ 176 h 10"/>
                <a:gd name="T12" fmla="*/ 83 w 10"/>
                <a:gd name="T13" fmla="*/ 176 h 10"/>
                <a:gd name="T14" fmla="*/ 145 w 10"/>
                <a:gd name="T15" fmla="*/ 116 h 10"/>
                <a:gd name="T16" fmla="*/ 145 w 10"/>
                <a:gd name="T17" fmla="*/ 116 h 10"/>
                <a:gd name="T18" fmla="*/ 145 w 10"/>
                <a:gd name="T19" fmla="*/ 116 h 10"/>
                <a:gd name="T20" fmla="*/ 158 w 10"/>
                <a:gd name="T21" fmla="*/ 81 h 10"/>
                <a:gd name="T22" fmla="*/ 158 w 10"/>
                <a:gd name="T23" fmla="*/ 59 h 10"/>
                <a:gd name="T24" fmla="*/ 125 w 10"/>
                <a:gd name="T25" fmla="*/ 22 h 10"/>
                <a:gd name="T26" fmla="*/ 63 w 10"/>
                <a:gd name="T27" fmla="*/ 22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1" y="10"/>
                    <a:pt x="3" y="10"/>
                  </a:cubicBezTo>
                  <a:cubicBezTo>
                    <a:pt x="4" y="10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9" y="8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10" y="4"/>
                  </a:cubicBezTo>
                  <a:cubicBezTo>
                    <a:pt x="10" y="4"/>
                    <a:pt x="10" y="4"/>
                    <a:pt x="10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6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7" name="Freeform 1537">
              <a:extLst>
                <a:ext uri="{FF2B5EF4-FFF2-40B4-BE49-F238E27FC236}">
                  <a16:creationId xmlns:a16="http://schemas.microsoft.com/office/drawing/2014/main" id="{172BE12D-C284-4BBC-A5C8-FAFA61459A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6" y="1976"/>
              <a:ext cx="23" cy="35"/>
            </a:xfrm>
            <a:custGeom>
              <a:avLst/>
              <a:gdLst>
                <a:gd name="T0" fmla="*/ 20 w 9"/>
                <a:gd name="T1" fmla="*/ 22 h 13"/>
                <a:gd name="T2" fmla="*/ 0 w 9"/>
                <a:gd name="T3" fmla="*/ 94 h 13"/>
                <a:gd name="T4" fmla="*/ 20 w 9"/>
                <a:gd name="T5" fmla="*/ 59 h 13"/>
                <a:gd name="T6" fmla="*/ 66 w 9"/>
                <a:gd name="T7" fmla="*/ 35 h 13"/>
                <a:gd name="T8" fmla="*/ 97 w 9"/>
                <a:gd name="T9" fmla="*/ 94 h 13"/>
                <a:gd name="T10" fmla="*/ 97 w 9"/>
                <a:gd name="T11" fmla="*/ 116 h 13"/>
                <a:gd name="T12" fmla="*/ 84 w 9"/>
                <a:gd name="T13" fmla="*/ 116 h 13"/>
                <a:gd name="T14" fmla="*/ 97 w 9"/>
                <a:gd name="T15" fmla="*/ 137 h 13"/>
                <a:gd name="T16" fmla="*/ 51 w 9"/>
                <a:gd name="T17" fmla="*/ 175 h 13"/>
                <a:gd name="T18" fmla="*/ 0 w 9"/>
                <a:gd name="T19" fmla="*/ 116 h 13"/>
                <a:gd name="T20" fmla="*/ 20 w 9"/>
                <a:gd name="T21" fmla="*/ 197 h 13"/>
                <a:gd name="T22" fmla="*/ 33 w 9"/>
                <a:gd name="T23" fmla="*/ 232 h 13"/>
                <a:gd name="T24" fmla="*/ 66 w 9"/>
                <a:gd name="T25" fmla="*/ 232 h 13"/>
                <a:gd name="T26" fmla="*/ 151 w 9"/>
                <a:gd name="T27" fmla="*/ 159 h 13"/>
                <a:gd name="T28" fmla="*/ 118 w 9"/>
                <a:gd name="T29" fmla="*/ 22 h 13"/>
                <a:gd name="T30" fmla="*/ 84 w 9"/>
                <a:gd name="T31" fmla="*/ 22 h 13"/>
                <a:gd name="T32" fmla="*/ 20 w 9"/>
                <a:gd name="T33" fmla="*/ 22 h 13"/>
                <a:gd name="T34" fmla="*/ 51 w 9"/>
                <a:gd name="T35" fmla="*/ 116 h 13"/>
                <a:gd name="T36" fmla="*/ 33 w 9"/>
                <a:gd name="T37" fmla="*/ 116 h 13"/>
                <a:gd name="T38" fmla="*/ 66 w 9"/>
                <a:gd name="T39" fmla="*/ 137 h 13"/>
                <a:gd name="T40" fmla="*/ 84 w 9"/>
                <a:gd name="T41" fmla="*/ 116 h 13"/>
                <a:gd name="T42" fmla="*/ 84 w 9"/>
                <a:gd name="T43" fmla="*/ 116 h 13"/>
                <a:gd name="T44" fmla="*/ 51 w 9"/>
                <a:gd name="T45" fmla="*/ 116 h 13"/>
                <a:gd name="T46" fmla="*/ 33 w 9"/>
                <a:gd name="T47" fmla="*/ 116 h 13"/>
                <a:gd name="T48" fmla="*/ 33 w 9"/>
                <a:gd name="T49" fmla="*/ 116 h 13"/>
                <a:gd name="T50" fmla="*/ 33 w 9"/>
                <a:gd name="T51" fmla="*/ 116 h 13"/>
                <a:gd name="T52" fmla="*/ 33 w 9"/>
                <a:gd name="T53" fmla="*/ 116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2" y="1"/>
                    <a:pt x="4" y="2"/>
                  </a:cubicBezTo>
                  <a:cubicBezTo>
                    <a:pt x="6" y="2"/>
                    <a:pt x="6" y="4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5" y="9"/>
                    <a:pt x="3" y="9"/>
                  </a:cubicBezTo>
                  <a:cubicBezTo>
                    <a:pt x="2" y="9"/>
                    <a:pt x="0" y="7"/>
                    <a:pt x="0" y="6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2"/>
                    <a:pt x="2" y="12"/>
                  </a:cubicBezTo>
                  <a:cubicBezTo>
                    <a:pt x="3" y="13"/>
                    <a:pt x="4" y="12"/>
                    <a:pt x="4" y="12"/>
                  </a:cubicBezTo>
                  <a:cubicBezTo>
                    <a:pt x="7" y="11"/>
                    <a:pt x="8" y="10"/>
                    <a:pt x="9" y="8"/>
                  </a:cubicBezTo>
                  <a:cubicBezTo>
                    <a:pt x="9" y="6"/>
                    <a:pt x="8" y="3"/>
                    <a:pt x="7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  <a:close/>
                  <a:moveTo>
                    <a:pt x="3" y="6"/>
                  </a:moveTo>
                  <a:cubicBezTo>
                    <a:pt x="3" y="6"/>
                    <a:pt x="2" y="6"/>
                    <a:pt x="2" y="6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4" y="7"/>
                    <a:pt x="5" y="7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3" y="6"/>
                    <a:pt x="3" y="6"/>
                  </a:cubicBezTo>
                  <a:close/>
                  <a:moveTo>
                    <a:pt x="2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8" name="Freeform 1538">
              <a:extLst>
                <a:ext uri="{FF2B5EF4-FFF2-40B4-BE49-F238E27FC236}">
                  <a16:creationId xmlns:a16="http://schemas.microsoft.com/office/drawing/2014/main" id="{7169880F-4C54-4460-9033-003D1CED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011"/>
              <a:ext cx="30" cy="37"/>
            </a:xfrm>
            <a:custGeom>
              <a:avLst/>
              <a:gdLst>
                <a:gd name="T0" fmla="*/ 20 w 12"/>
                <a:gd name="T1" fmla="*/ 34 h 14"/>
                <a:gd name="T2" fmla="*/ 0 w 12"/>
                <a:gd name="T3" fmla="*/ 90 h 14"/>
                <a:gd name="T4" fmla="*/ 0 w 12"/>
                <a:gd name="T5" fmla="*/ 111 h 14"/>
                <a:gd name="T6" fmla="*/ 33 w 12"/>
                <a:gd name="T7" fmla="*/ 167 h 14"/>
                <a:gd name="T8" fmla="*/ 33 w 12"/>
                <a:gd name="T9" fmla="*/ 182 h 14"/>
                <a:gd name="T10" fmla="*/ 145 w 12"/>
                <a:gd name="T11" fmla="*/ 238 h 14"/>
                <a:gd name="T12" fmla="*/ 188 w 12"/>
                <a:gd name="T13" fmla="*/ 182 h 14"/>
                <a:gd name="T14" fmla="*/ 188 w 12"/>
                <a:gd name="T15" fmla="*/ 182 h 14"/>
                <a:gd name="T16" fmla="*/ 145 w 12"/>
                <a:gd name="T17" fmla="*/ 132 h 14"/>
                <a:gd name="T18" fmla="*/ 145 w 12"/>
                <a:gd name="T19" fmla="*/ 132 h 14"/>
                <a:gd name="T20" fmla="*/ 145 w 12"/>
                <a:gd name="T21" fmla="*/ 132 h 14"/>
                <a:gd name="T22" fmla="*/ 113 w 12"/>
                <a:gd name="T23" fmla="*/ 21 h 14"/>
                <a:gd name="T24" fmla="*/ 20 w 12"/>
                <a:gd name="T25" fmla="*/ 34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14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3" y="12"/>
                    <a:pt x="6" y="14"/>
                    <a:pt x="9" y="13"/>
                  </a:cubicBezTo>
                  <a:cubicBezTo>
                    <a:pt x="11" y="13"/>
                    <a:pt x="12" y="12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8"/>
                    <a:pt x="11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3"/>
                    <a:pt x="8" y="2"/>
                    <a:pt x="7" y="1"/>
                  </a:cubicBezTo>
                  <a:cubicBezTo>
                    <a:pt x="6" y="1"/>
                    <a:pt x="3" y="0"/>
                    <a:pt x="1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9" name="Freeform 1539">
              <a:extLst>
                <a:ext uri="{FF2B5EF4-FFF2-40B4-BE49-F238E27FC236}">
                  <a16:creationId xmlns:a16="http://schemas.microsoft.com/office/drawing/2014/main" id="{2C946369-DF7D-4480-84D4-EFE06AA38D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1" y="2032"/>
              <a:ext cx="23" cy="24"/>
            </a:xfrm>
            <a:custGeom>
              <a:avLst/>
              <a:gdLst>
                <a:gd name="T0" fmla="*/ 33 w 9"/>
                <a:gd name="T1" fmla="*/ 21 h 9"/>
                <a:gd name="T2" fmla="*/ 0 w 9"/>
                <a:gd name="T3" fmla="*/ 93 h 9"/>
                <a:gd name="T4" fmla="*/ 20 w 9"/>
                <a:gd name="T5" fmla="*/ 136 h 9"/>
                <a:gd name="T6" fmla="*/ 66 w 9"/>
                <a:gd name="T7" fmla="*/ 149 h 9"/>
                <a:gd name="T8" fmla="*/ 118 w 9"/>
                <a:gd name="T9" fmla="*/ 136 h 9"/>
                <a:gd name="T10" fmla="*/ 84 w 9"/>
                <a:gd name="T11" fmla="*/ 136 h 9"/>
                <a:gd name="T12" fmla="*/ 84 w 9"/>
                <a:gd name="T13" fmla="*/ 136 h 9"/>
                <a:gd name="T14" fmla="*/ 51 w 9"/>
                <a:gd name="T15" fmla="*/ 136 h 9"/>
                <a:gd name="T16" fmla="*/ 66 w 9"/>
                <a:gd name="T17" fmla="*/ 93 h 9"/>
                <a:gd name="T18" fmla="*/ 33 w 9"/>
                <a:gd name="T19" fmla="*/ 56 h 9"/>
                <a:gd name="T20" fmla="*/ 33 w 9"/>
                <a:gd name="T21" fmla="*/ 56 h 9"/>
                <a:gd name="T22" fmla="*/ 33 w 9"/>
                <a:gd name="T23" fmla="*/ 115 h 9"/>
                <a:gd name="T24" fmla="*/ 20 w 9"/>
                <a:gd name="T25" fmla="*/ 77 h 9"/>
                <a:gd name="T26" fmla="*/ 33 w 9"/>
                <a:gd name="T27" fmla="*/ 35 h 9"/>
                <a:gd name="T28" fmla="*/ 51 w 9"/>
                <a:gd name="T29" fmla="*/ 35 h 9"/>
                <a:gd name="T30" fmla="*/ 84 w 9"/>
                <a:gd name="T31" fmla="*/ 35 h 9"/>
                <a:gd name="T32" fmla="*/ 118 w 9"/>
                <a:gd name="T33" fmla="*/ 93 h 9"/>
                <a:gd name="T34" fmla="*/ 118 w 9"/>
                <a:gd name="T35" fmla="*/ 93 h 9"/>
                <a:gd name="T36" fmla="*/ 97 w 9"/>
                <a:gd name="T37" fmla="*/ 93 h 9"/>
                <a:gd name="T38" fmla="*/ 151 w 9"/>
                <a:gd name="T39" fmla="*/ 171 h 9"/>
                <a:gd name="T40" fmla="*/ 151 w 9"/>
                <a:gd name="T41" fmla="*/ 171 h 9"/>
                <a:gd name="T42" fmla="*/ 151 w 9"/>
                <a:gd name="T43" fmla="*/ 115 h 9"/>
                <a:gd name="T44" fmla="*/ 151 w 9"/>
                <a:gd name="T45" fmla="*/ 93 h 9"/>
                <a:gd name="T46" fmla="*/ 118 w 9"/>
                <a:gd name="T47" fmla="*/ 35 h 9"/>
                <a:gd name="T48" fmla="*/ 66 w 9"/>
                <a:gd name="T49" fmla="*/ 21 h 9"/>
                <a:gd name="T50" fmla="*/ 66 w 9"/>
                <a:gd name="T51" fmla="*/ 21 h 9"/>
                <a:gd name="T52" fmla="*/ 66 w 9"/>
                <a:gd name="T53" fmla="*/ 21 h 9"/>
                <a:gd name="T54" fmla="*/ 51 w 9"/>
                <a:gd name="T55" fmla="*/ 21 h 9"/>
                <a:gd name="T56" fmla="*/ 97 w 9"/>
                <a:gd name="T57" fmla="*/ 35 h 9"/>
                <a:gd name="T58" fmla="*/ 33 w 9"/>
                <a:gd name="T59" fmla="*/ 21 h 9"/>
                <a:gd name="T60" fmla="*/ 66 w 9"/>
                <a:gd name="T61" fmla="*/ 93 h 9"/>
                <a:gd name="T62" fmla="*/ 66 w 9"/>
                <a:gd name="T63" fmla="*/ 115 h 9"/>
                <a:gd name="T64" fmla="*/ 84 w 9"/>
                <a:gd name="T65" fmla="*/ 136 h 9"/>
                <a:gd name="T66" fmla="*/ 97 w 9"/>
                <a:gd name="T67" fmla="*/ 93 h 9"/>
                <a:gd name="T68" fmla="*/ 97 w 9"/>
                <a:gd name="T69" fmla="*/ 93 h 9"/>
                <a:gd name="T70" fmla="*/ 66 w 9"/>
                <a:gd name="T71" fmla="*/ 93 h 9"/>
                <a:gd name="T72" fmla="*/ 66 w 9"/>
                <a:gd name="T73" fmla="*/ 149 h 9"/>
                <a:gd name="T74" fmla="*/ 66 w 9"/>
                <a:gd name="T75" fmla="*/ 149 h 9"/>
                <a:gd name="T76" fmla="*/ 66 w 9"/>
                <a:gd name="T77" fmla="*/ 149 h 9"/>
                <a:gd name="T78" fmla="*/ 66 w 9"/>
                <a:gd name="T79" fmla="*/ 149 h 9"/>
                <a:gd name="T80" fmla="*/ 66 w 9"/>
                <a:gd name="T81" fmla="*/ 149 h 9"/>
                <a:gd name="T82" fmla="*/ 66 w 9"/>
                <a:gd name="T83" fmla="*/ 149 h 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5" y="8"/>
                    <a:pt x="7" y="7"/>
                    <a:pt x="7" y="7"/>
                  </a:cubicBezTo>
                  <a:cubicBezTo>
                    <a:pt x="6" y="7"/>
                    <a:pt x="6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6"/>
                    <a:pt x="2" y="6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5"/>
                  </a:cubicBezTo>
                  <a:cubicBezTo>
                    <a:pt x="8" y="6"/>
                    <a:pt x="9" y="7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8" y="3"/>
                    <a:pt x="7" y="2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5" y="1"/>
                    <a:pt x="4" y="0"/>
                    <a:pt x="2" y="1"/>
                  </a:cubicBezTo>
                  <a:close/>
                  <a:moveTo>
                    <a:pt x="4" y="5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4" y="5"/>
                    <a:pt x="4" y="5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0" name="Freeform 1540">
              <a:extLst>
                <a:ext uri="{FF2B5EF4-FFF2-40B4-BE49-F238E27FC236}">
                  <a16:creationId xmlns:a16="http://schemas.microsoft.com/office/drawing/2014/main" id="{864D4F88-74E7-4B40-981F-BB8AB7B9D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080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33 w 8"/>
                <a:gd name="T3" fmla="*/ 21 h 8"/>
                <a:gd name="T4" fmla="*/ 0 w 8"/>
                <a:gd name="T5" fmla="*/ 89 h 8"/>
                <a:gd name="T6" fmla="*/ 63 w 8"/>
                <a:gd name="T7" fmla="*/ 123 h 8"/>
                <a:gd name="T8" fmla="*/ 95 w 8"/>
                <a:gd name="T9" fmla="*/ 123 h 8"/>
                <a:gd name="T10" fmla="*/ 125 w 8"/>
                <a:gd name="T11" fmla="*/ 55 h 8"/>
                <a:gd name="T12" fmla="*/ 63 w 8"/>
                <a:gd name="T13" fmla="*/ 2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" y="7"/>
                    <a:pt x="2" y="8"/>
                    <a:pt x="4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6"/>
                    <a:pt x="8" y="4"/>
                    <a:pt x="8" y="3"/>
                  </a:cubicBezTo>
                  <a:cubicBezTo>
                    <a:pt x="7" y="1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1" name="Freeform 1541">
              <a:extLst>
                <a:ext uri="{FF2B5EF4-FFF2-40B4-BE49-F238E27FC236}">
                  <a16:creationId xmlns:a16="http://schemas.microsoft.com/office/drawing/2014/main" id="{6E230083-B886-456E-8944-843D57ED77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1" y="1979"/>
              <a:ext cx="20" cy="21"/>
            </a:xfrm>
            <a:custGeom>
              <a:avLst/>
              <a:gdLst>
                <a:gd name="T0" fmla="*/ 0 w 8"/>
                <a:gd name="T1" fmla="*/ 34 h 8"/>
                <a:gd name="T2" fmla="*/ 0 w 8"/>
                <a:gd name="T3" fmla="*/ 55 h 8"/>
                <a:gd name="T4" fmla="*/ 0 w 8"/>
                <a:gd name="T5" fmla="*/ 76 h 8"/>
                <a:gd name="T6" fmla="*/ 0 w 8"/>
                <a:gd name="T7" fmla="*/ 76 h 8"/>
                <a:gd name="T8" fmla="*/ 0 w 8"/>
                <a:gd name="T9" fmla="*/ 76 h 8"/>
                <a:gd name="T10" fmla="*/ 33 w 8"/>
                <a:gd name="T11" fmla="*/ 123 h 8"/>
                <a:gd name="T12" fmla="*/ 83 w 8"/>
                <a:gd name="T13" fmla="*/ 123 h 8"/>
                <a:gd name="T14" fmla="*/ 125 w 8"/>
                <a:gd name="T15" fmla="*/ 76 h 8"/>
                <a:gd name="T16" fmla="*/ 125 w 8"/>
                <a:gd name="T17" fmla="*/ 55 h 8"/>
                <a:gd name="T18" fmla="*/ 113 w 8"/>
                <a:gd name="T19" fmla="*/ 21 h 8"/>
                <a:gd name="T20" fmla="*/ 95 w 8"/>
                <a:gd name="T21" fmla="*/ 21 h 8"/>
                <a:gd name="T22" fmla="*/ 95 w 8"/>
                <a:gd name="T23" fmla="*/ 21 h 8"/>
                <a:gd name="T24" fmla="*/ 95 w 8"/>
                <a:gd name="T25" fmla="*/ 21 h 8"/>
                <a:gd name="T26" fmla="*/ 83 w 8"/>
                <a:gd name="T27" fmla="*/ 0 h 8"/>
                <a:gd name="T28" fmla="*/ 0 w 8"/>
                <a:gd name="T29" fmla="*/ 34 h 8"/>
                <a:gd name="T30" fmla="*/ 50 w 8"/>
                <a:gd name="T31" fmla="*/ 21 h 8"/>
                <a:gd name="T32" fmla="*/ 50 w 8"/>
                <a:gd name="T33" fmla="*/ 21 h 8"/>
                <a:gd name="T34" fmla="*/ 50 w 8"/>
                <a:gd name="T35" fmla="*/ 21 h 8"/>
                <a:gd name="T36" fmla="*/ 50 w 8"/>
                <a:gd name="T37" fmla="*/ 21 h 8"/>
                <a:gd name="T38" fmla="*/ 83 w 8"/>
                <a:gd name="T39" fmla="*/ 21 h 8"/>
                <a:gd name="T40" fmla="*/ 83 w 8"/>
                <a:gd name="T41" fmla="*/ 21 h 8"/>
                <a:gd name="T42" fmla="*/ 95 w 8"/>
                <a:gd name="T43" fmla="*/ 55 h 8"/>
                <a:gd name="T44" fmla="*/ 113 w 8"/>
                <a:gd name="T45" fmla="*/ 76 h 8"/>
                <a:gd name="T46" fmla="*/ 113 w 8"/>
                <a:gd name="T47" fmla="*/ 110 h 8"/>
                <a:gd name="T48" fmla="*/ 63 w 8"/>
                <a:gd name="T49" fmla="*/ 110 h 8"/>
                <a:gd name="T50" fmla="*/ 50 w 8"/>
                <a:gd name="T51" fmla="*/ 110 h 8"/>
                <a:gd name="T52" fmla="*/ 33 w 8"/>
                <a:gd name="T53" fmla="*/ 76 h 8"/>
                <a:gd name="T54" fmla="*/ 33 w 8"/>
                <a:gd name="T55" fmla="*/ 76 h 8"/>
                <a:gd name="T56" fmla="*/ 83 w 8"/>
                <a:gd name="T57" fmla="*/ 21 h 8"/>
                <a:gd name="T58" fmla="*/ 83 w 8"/>
                <a:gd name="T59" fmla="*/ 21 h 8"/>
                <a:gd name="T60" fmla="*/ 83 w 8"/>
                <a:gd name="T61" fmla="*/ 21 h 8"/>
                <a:gd name="T62" fmla="*/ 83 w 8"/>
                <a:gd name="T63" fmla="*/ 21 h 8"/>
                <a:gd name="T64" fmla="*/ 63 w 8"/>
                <a:gd name="T65" fmla="*/ 123 h 8"/>
                <a:gd name="T66" fmla="*/ 63 w 8"/>
                <a:gd name="T67" fmla="*/ 123 h 8"/>
                <a:gd name="T68" fmla="*/ 83 w 8"/>
                <a:gd name="T69" fmla="*/ 123 h 8"/>
                <a:gd name="T70" fmla="*/ 63 w 8"/>
                <a:gd name="T71" fmla="*/ 123 h 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3" y="8"/>
                    <a:pt x="5" y="7"/>
                    <a:pt x="5" y="7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7" y="2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1" y="0"/>
                    <a:pt x="0" y="2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6" y="6"/>
                    <a:pt x="5" y="7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4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2" name="Freeform 1542">
              <a:extLst>
                <a:ext uri="{FF2B5EF4-FFF2-40B4-BE49-F238E27FC236}">
                  <a16:creationId xmlns:a16="http://schemas.microsoft.com/office/drawing/2014/main" id="{FBE5B0F0-B397-4AF8-B77A-FE43A82AA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027"/>
              <a:ext cx="20" cy="21"/>
            </a:xfrm>
            <a:custGeom>
              <a:avLst/>
              <a:gdLst>
                <a:gd name="T0" fmla="*/ 50 w 8"/>
                <a:gd name="T1" fmla="*/ 21 h 8"/>
                <a:gd name="T2" fmla="*/ 33 w 8"/>
                <a:gd name="T3" fmla="*/ 34 h 8"/>
                <a:gd name="T4" fmla="*/ 20 w 8"/>
                <a:gd name="T5" fmla="*/ 110 h 8"/>
                <a:gd name="T6" fmla="*/ 83 w 8"/>
                <a:gd name="T7" fmla="*/ 123 h 8"/>
                <a:gd name="T8" fmla="*/ 95 w 8"/>
                <a:gd name="T9" fmla="*/ 123 h 8"/>
                <a:gd name="T10" fmla="*/ 113 w 8"/>
                <a:gd name="T11" fmla="*/ 34 h 8"/>
                <a:gd name="T12" fmla="*/ 50 w 8"/>
                <a:gd name="T13" fmla="*/ 2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8"/>
                    <a:pt x="4" y="8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6"/>
                    <a:pt x="8" y="4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3" name="Freeform 1543">
              <a:extLst>
                <a:ext uri="{FF2B5EF4-FFF2-40B4-BE49-F238E27FC236}">
                  <a16:creationId xmlns:a16="http://schemas.microsoft.com/office/drawing/2014/main" id="{63D774E5-66AE-49E4-8E04-B3FA2DA02C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6" y="1995"/>
              <a:ext cx="23" cy="26"/>
            </a:xfrm>
            <a:custGeom>
              <a:avLst/>
              <a:gdLst>
                <a:gd name="T0" fmla="*/ 51 w 9"/>
                <a:gd name="T1" fmla="*/ 21 h 10"/>
                <a:gd name="T2" fmla="*/ 20 w 9"/>
                <a:gd name="T3" fmla="*/ 55 h 10"/>
                <a:gd name="T4" fmla="*/ 20 w 9"/>
                <a:gd name="T5" fmla="*/ 55 h 10"/>
                <a:gd name="T6" fmla="*/ 0 w 9"/>
                <a:gd name="T7" fmla="*/ 68 h 10"/>
                <a:gd name="T8" fmla="*/ 0 w 9"/>
                <a:gd name="T9" fmla="*/ 88 h 10"/>
                <a:gd name="T10" fmla="*/ 0 w 9"/>
                <a:gd name="T11" fmla="*/ 109 h 10"/>
                <a:gd name="T12" fmla="*/ 33 w 9"/>
                <a:gd name="T13" fmla="*/ 177 h 10"/>
                <a:gd name="T14" fmla="*/ 97 w 9"/>
                <a:gd name="T15" fmla="*/ 156 h 10"/>
                <a:gd name="T16" fmla="*/ 118 w 9"/>
                <a:gd name="T17" fmla="*/ 34 h 10"/>
                <a:gd name="T18" fmla="*/ 51 w 9"/>
                <a:gd name="T19" fmla="*/ 21 h 10"/>
                <a:gd name="T20" fmla="*/ 33 w 9"/>
                <a:gd name="T21" fmla="*/ 68 h 10"/>
                <a:gd name="T22" fmla="*/ 84 w 9"/>
                <a:gd name="T23" fmla="*/ 68 h 10"/>
                <a:gd name="T24" fmla="*/ 97 w 9"/>
                <a:gd name="T25" fmla="*/ 109 h 10"/>
                <a:gd name="T26" fmla="*/ 97 w 9"/>
                <a:gd name="T27" fmla="*/ 109 h 10"/>
                <a:gd name="T28" fmla="*/ 97 w 9"/>
                <a:gd name="T29" fmla="*/ 122 h 10"/>
                <a:gd name="T30" fmla="*/ 97 w 9"/>
                <a:gd name="T31" fmla="*/ 109 h 10"/>
                <a:gd name="T32" fmla="*/ 97 w 9"/>
                <a:gd name="T33" fmla="*/ 122 h 10"/>
                <a:gd name="T34" fmla="*/ 97 w 9"/>
                <a:gd name="T35" fmla="*/ 122 h 10"/>
                <a:gd name="T36" fmla="*/ 66 w 9"/>
                <a:gd name="T37" fmla="*/ 143 h 10"/>
                <a:gd name="T38" fmla="*/ 66 w 9"/>
                <a:gd name="T39" fmla="*/ 143 h 10"/>
                <a:gd name="T40" fmla="*/ 51 w 9"/>
                <a:gd name="T41" fmla="*/ 143 h 10"/>
                <a:gd name="T42" fmla="*/ 51 w 9"/>
                <a:gd name="T43" fmla="*/ 143 h 10"/>
                <a:gd name="T44" fmla="*/ 51 w 9"/>
                <a:gd name="T45" fmla="*/ 143 h 10"/>
                <a:gd name="T46" fmla="*/ 20 w 9"/>
                <a:gd name="T47" fmla="*/ 88 h 10"/>
                <a:gd name="T48" fmla="*/ 33 w 9"/>
                <a:gd name="T49" fmla="*/ 68 h 10"/>
                <a:gd name="T50" fmla="*/ 51 w 9"/>
                <a:gd name="T51" fmla="*/ 143 h 10"/>
                <a:gd name="T52" fmla="*/ 66 w 9"/>
                <a:gd name="T53" fmla="*/ 143 h 10"/>
                <a:gd name="T54" fmla="*/ 84 w 9"/>
                <a:gd name="T55" fmla="*/ 122 h 10"/>
                <a:gd name="T56" fmla="*/ 97 w 9"/>
                <a:gd name="T57" fmla="*/ 122 h 10"/>
                <a:gd name="T58" fmla="*/ 97 w 9"/>
                <a:gd name="T59" fmla="*/ 122 h 10"/>
                <a:gd name="T60" fmla="*/ 51 w 9"/>
                <a:gd name="T61" fmla="*/ 143 h 1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" h="10">
                  <a:moveTo>
                    <a:pt x="3" y="1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8"/>
                    <a:pt x="1" y="9"/>
                    <a:pt x="2" y="10"/>
                  </a:cubicBezTo>
                  <a:cubicBezTo>
                    <a:pt x="3" y="10"/>
                    <a:pt x="5" y="10"/>
                    <a:pt x="6" y="9"/>
                  </a:cubicBezTo>
                  <a:cubicBezTo>
                    <a:pt x="8" y="7"/>
                    <a:pt x="9" y="5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lose/>
                  <a:moveTo>
                    <a:pt x="2" y="4"/>
                  </a:moveTo>
                  <a:cubicBezTo>
                    <a:pt x="3" y="3"/>
                    <a:pt x="4" y="3"/>
                    <a:pt x="5" y="4"/>
                  </a:cubicBezTo>
                  <a:cubicBezTo>
                    <a:pt x="5" y="4"/>
                    <a:pt x="6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7"/>
                    <a:pt x="2" y="6"/>
                    <a:pt x="1" y="5"/>
                  </a:cubicBezTo>
                  <a:cubicBezTo>
                    <a:pt x="1" y="5"/>
                    <a:pt x="2" y="4"/>
                    <a:pt x="2" y="4"/>
                  </a:cubicBezTo>
                  <a:close/>
                  <a:moveTo>
                    <a:pt x="3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5" y="7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4" name="Freeform 1544">
              <a:extLst>
                <a:ext uri="{FF2B5EF4-FFF2-40B4-BE49-F238E27FC236}">
                  <a16:creationId xmlns:a16="http://schemas.microsoft.com/office/drawing/2014/main" id="{0E202115-A65C-4340-922B-4BD98A8440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4" y="2008"/>
              <a:ext cx="25" cy="32"/>
            </a:xfrm>
            <a:custGeom>
              <a:avLst/>
              <a:gdLst>
                <a:gd name="T0" fmla="*/ 33 w 10"/>
                <a:gd name="T1" fmla="*/ 21 h 12"/>
                <a:gd name="T2" fmla="*/ 0 w 10"/>
                <a:gd name="T3" fmla="*/ 93 h 12"/>
                <a:gd name="T4" fmla="*/ 20 w 10"/>
                <a:gd name="T5" fmla="*/ 115 h 12"/>
                <a:gd name="T6" fmla="*/ 20 w 10"/>
                <a:gd name="T7" fmla="*/ 136 h 12"/>
                <a:gd name="T8" fmla="*/ 50 w 10"/>
                <a:gd name="T9" fmla="*/ 205 h 12"/>
                <a:gd name="T10" fmla="*/ 145 w 10"/>
                <a:gd name="T11" fmla="*/ 149 h 12"/>
                <a:gd name="T12" fmla="*/ 83 w 10"/>
                <a:gd name="T13" fmla="*/ 21 h 12"/>
                <a:gd name="T14" fmla="*/ 33 w 10"/>
                <a:gd name="T15" fmla="*/ 21 h 12"/>
                <a:gd name="T16" fmla="*/ 83 w 10"/>
                <a:gd name="T17" fmla="*/ 93 h 12"/>
                <a:gd name="T18" fmla="*/ 95 w 10"/>
                <a:gd name="T19" fmla="*/ 93 h 12"/>
                <a:gd name="T20" fmla="*/ 95 w 10"/>
                <a:gd name="T21" fmla="*/ 115 h 12"/>
                <a:gd name="T22" fmla="*/ 50 w 10"/>
                <a:gd name="T23" fmla="*/ 136 h 12"/>
                <a:gd name="T24" fmla="*/ 50 w 10"/>
                <a:gd name="T25" fmla="*/ 115 h 12"/>
                <a:gd name="T26" fmla="*/ 50 w 10"/>
                <a:gd name="T27" fmla="*/ 115 h 12"/>
                <a:gd name="T28" fmla="*/ 50 w 10"/>
                <a:gd name="T29" fmla="*/ 93 h 12"/>
                <a:gd name="T30" fmla="*/ 50 w 10"/>
                <a:gd name="T31" fmla="*/ 93 h 12"/>
                <a:gd name="T32" fmla="*/ 83 w 10"/>
                <a:gd name="T33" fmla="*/ 93 h 12"/>
                <a:gd name="T34" fmla="*/ 95 w 10"/>
                <a:gd name="T35" fmla="*/ 171 h 12"/>
                <a:gd name="T36" fmla="*/ 113 w 10"/>
                <a:gd name="T37" fmla="*/ 136 h 12"/>
                <a:gd name="T38" fmla="*/ 113 w 10"/>
                <a:gd name="T39" fmla="*/ 136 h 12"/>
                <a:gd name="T40" fmla="*/ 113 w 10"/>
                <a:gd name="T41" fmla="*/ 136 h 12"/>
                <a:gd name="T42" fmla="*/ 95 w 10"/>
                <a:gd name="T43" fmla="*/ 171 h 12"/>
                <a:gd name="T44" fmla="*/ 83 w 10"/>
                <a:gd name="T45" fmla="*/ 171 h 12"/>
                <a:gd name="T46" fmla="*/ 83 w 10"/>
                <a:gd name="T47" fmla="*/ 171 h 12"/>
                <a:gd name="T48" fmla="*/ 95 w 10"/>
                <a:gd name="T49" fmla="*/ 171 h 1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12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6" y="12"/>
                    <a:pt x="8" y="10"/>
                    <a:pt x="9" y="8"/>
                  </a:cubicBezTo>
                  <a:cubicBezTo>
                    <a:pt x="10" y="5"/>
                    <a:pt x="9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5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4"/>
                    <a:pt x="5" y="5"/>
                  </a:cubicBezTo>
                  <a:close/>
                  <a:moveTo>
                    <a:pt x="6" y="9"/>
                  </a:moveTo>
                  <a:cubicBezTo>
                    <a:pt x="7" y="8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5" name="Freeform 1545">
              <a:extLst>
                <a:ext uri="{FF2B5EF4-FFF2-40B4-BE49-F238E27FC236}">
                  <a16:creationId xmlns:a16="http://schemas.microsoft.com/office/drawing/2014/main" id="{2F886A36-9261-45DA-8FE4-C280838C9D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9" y="2037"/>
              <a:ext cx="22" cy="30"/>
            </a:xfrm>
            <a:custGeom>
              <a:avLst/>
              <a:gdLst>
                <a:gd name="T0" fmla="*/ 42 w 9"/>
                <a:gd name="T1" fmla="*/ 22 h 11"/>
                <a:gd name="T2" fmla="*/ 42 w 9"/>
                <a:gd name="T3" fmla="*/ 22 h 11"/>
                <a:gd name="T4" fmla="*/ 29 w 9"/>
                <a:gd name="T5" fmla="*/ 38 h 11"/>
                <a:gd name="T6" fmla="*/ 29 w 9"/>
                <a:gd name="T7" fmla="*/ 82 h 11"/>
                <a:gd name="T8" fmla="*/ 12 w 9"/>
                <a:gd name="T9" fmla="*/ 120 h 11"/>
                <a:gd name="T10" fmla="*/ 0 w 9"/>
                <a:gd name="T11" fmla="*/ 142 h 11"/>
                <a:gd name="T12" fmla="*/ 12 w 9"/>
                <a:gd name="T13" fmla="*/ 164 h 11"/>
                <a:gd name="T14" fmla="*/ 12 w 9"/>
                <a:gd name="T15" fmla="*/ 164 h 11"/>
                <a:gd name="T16" fmla="*/ 42 w 9"/>
                <a:gd name="T17" fmla="*/ 202 h 11"/>
                <a:gd name="T18" fmla="*/ 90 w 9"/>
                <a:gd name="T19" fmla="*/ 185 h 11"/>
                <a:gd name="T20" fmla="*/ 120 w 9"/>
                <a:gd name="T21" fmla="*/ 60 h 11"/>
                <a:gd name="T22" fmla="*/ 90 w 9"/>
                <a:gd name="T23" fmla="*/ 22 h 11"/>
                <a:gd name="T24" fmla="*/ 42 w 9"/>
                <a:gd name="T25" fmla="*/ 22 h 11"/>
                <a:gd name="T26" fmla="*/ 71 w 9"/>
                <a:gd name="T27" fmla="*/ 60 h 11"/>
                <a:gd name="T28" fmla="*/ 103 w 9"/>
                <a:gd name="T29" fmla="*/ 120 h 11"/>
                <a:gd name="T30" fmla="*/ 103 w 9"/>
                <a:gd name="T31" fmla="*/ 120 h 11"/>
                <a:gd name="T32" fmla="*/ 103 w 9"/>
                <a:gd name="T33" fmla="*/ 120 h 11"/>
                <a:gd name="T34" fmla="*/ 59 w 9"/>
                <a:gd name="T35" fmla="*/ 142 h 11"/>
                <a:gd name="T36" fmla="*/ 42 w 9"/>
                <a:gd name="T37" fmla="*/ 104 h 11"/>
                <a:gd name="T38" fmla="*/ 42 w 9"/>
                <a:gd name="T39" fmla="*/ 104 h 11"/>
                <a:gd name="T40" fmla="*/ 42 w 9"/>
                <a:gd name="T41" fmla="*/ 82 h 11"/>
                <a:gd name="T42" fmla="*/ 71 w 9"/>
                <a:gd name="T43" fmla="*/ 60 h 1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0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4" y="11"/>
                    <a:pt x="5" y="10"/>
                    <a:pt x="6" y="9"/>
                  </a:cubicBezTo>
                  <a:cubicBezTo>
                    <a:pt x="9" y="7"/>
                    <a:pt x="9" y="5"/>
                    <a:pt x="8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0"/>
                    <a:pt x="4" y="1"/>
                    <a:pt x="3" y="1"/>
                  </a:cubicBezTo>
                  <a:close/>
                  <a:moveTo>
                    <a:pt x="5" y="3"/>
                  </a:moveTo>
                  <a:cubicBezTo>
                    <a:pt x="6" y="4"/>
                    <a:pt x="7" y="5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4" y="7"/>
                    <a:pt x="3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4" y="4"/>
                    <a:pt x="4" y="3"/>
                    <a:pt x="5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6" name="Freeform 1546">
              <a:extLst>
                <a:ext uri="{FF2B5EF4-FFF2-40B4-BE49-F238E27FC236}">
                  <a16:creationId xmlns:a16="http://schemas.microsoft.com/office/drawing/2014/main" id="{9C69D98B-DF38-4C4B-BA85-EFDCB691A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085"/>
              <a:ext cx="20" cy="22"/>
            </a:xfrm>
            <a:custGeom>
              <a:avLst/>
              <a:gdLst>
                <a:gd name="T0" fmla="*/ 33 w 8"/>
                <a:gd name="T1" fmla="*/ 22 h 8"/>
                <a:gd name="T2" fmla="*/ 0 w 8"/>
                <a:gd name="T3" fmla="*/ 107 h 8"/>
                <a:gd name="T4" fmla="*/ 50 w 8"/>
                <a:gd name="T5" fmla="*/ 143 h 8"/>
                <a:gd name="T6" fmla="*/ 95 w 8"/>
                <a:gd name="T7" fmla="*/ 143 h 8"/>
                <a:gd name="T8" fmla="*/ 125 w 8"/>
                <a:gd name="T9" fmla="*/ 61 h 8"/>
                <a:gd name="T10" fmla="*/ 33 w 8"/>
                <a:gd name="T11" fmla="*/ 22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4" y="7"/>
                    <a:pt x="5" y="8"/>
                    <a:pt x="6" y="7"/>
                  </a:cubicBezTo>
                  <a:cubicBezTo>
                    <a:pt x="8" y="6"/>
                    <a:pt x="8" y="4"/>
                    <a:pt x="8" y="3"/>
                  </a:cubicBezTo>
                  <a:cubicBezTo>
                    <a:pt x="7" y="1"/>
                    <a:pt x="5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7" name="Freeform 1547">
              <a:extLst>
                <a:ext uri="{FF2B5EF4-FFF2-40B4-BE49-F238E27FC236}">
                  <a16:creationId xmlns:a16="http://schemas.microsoft.com/office/drawing/2014/main" id="{32119BB6-14BB-4C69-81A3-C607112E64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4" y="2037"/>
              <a:ext cx="25" cy="32"/>
            </a:xfrm>
            <a:custGeom>
              <a:avLst/>
              <a:gdLst>
                <a:gd name="T0" fmla="*/ 63 w 10"/>
                <a:gd name="T1" fmla="*/ 21 h 12"/>
                <a:gd name="T2" fmla="*/ 33 w 10"/>
                <a:gd name="T3" fmla="*/ 56 h 12"/>
                <a:gd name="T4" fmla="*/ 0 w 10"/>
                <a:gd name="T5" fmla="*/ 115 h 12"/>
                <a:gd name="T6" fmla="*/ 0 w 10"/>
                <a:gd name="T7" fmla="*/ 136 h 12"/>
                <a:gd name="T8" fmla="*/ 33 w 10"/>
                <a:gd name="T9" fmla="*/ 205 h 12"/>
                <a:gd name="T10" fmla="*/ 113 w 10"/>
                <a:gd name="T11" fmla="*/ 205 h 12"/>
                <a:gd name="T12" fmla="*/ 158 w 10"/>
                <a:gd name="T13" fmla="*/ 115 h 12"/>
                <a:gd name="T14" fmla="*/ 158 w 10"/>
                <a:gd name="T15" fmla="*/ 115 h 12"/>
                <a:gd name="T16" fmla="*/ 125 w 10"/>
                <a:gd name="T17" fmla="*/ 35 h 12"/>
                <a:gd name="T18" fmla="*/ 125 w 10"/>
                <a:gd name="T19" fmla="*/ 35 h 12"/>
                <a:gd name="T20" fmla="*/ 113 w 10"/>
                <a:gd name="T21" fmla="*/ 21 h 12"/>
                <a:gd name="T22" fmla="*/ 63 w 10"/>
                <a:gd name="T23" fmla="*/ 21 h 12"/>
                <a:gd name="T24" fmla="*/ 63 w 10"/>
                <a:gd name="T25" fmla="*/ 115 h 12"/>
                <a:gd name="T26" fmla="*/ 63 w 10"/>
                <a:gd name="T27" fmla="*/ 93 h 12"/>
                <a:gd name="T28" fmla="*/ 83 w 10"/>
                <a:gd name="T29" fmla="*/ 115 h 12"/>
                <a:gd name="T30" fmla="*/ 95 w 10"/>
                <a:gd name="T31" fmla="*/ 136 h 12"/>
                <a:gd name="T32" fmla="*/ 63 w 10"/>
                <a:gd name="T33" fmla="*/ 115 h 12"/>
                <a:gd name="T34" fmla="*/ 63 w 10"/>
                <a:gd name="T35" fmla="*/ 115 h 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9"/>
                    <a:pt x="1" y="10"/>
                    <a:pt x="2" y="11"/>
                  </a:cubicBezTo>
                  <a:cubicBezTo>
                    <a:pt x="3" y="12"/>
                    <a:pt x="5" y="12"/>
                    <a:pt x="7" y="11"/>
                  </a:cubicBezTo>
                  <a:cubicBezTo>
                    <a:pt x="9" y="10"/>
                    <a:pt x="10" y="8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9" y="3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  <a:close/>
                  <a:moveTo>
                    <a:pt x="4" y="6"/>
                  </a:moveTo>
                  <a:cubicBezTo>
                    <a:pt x="4" y="6"/>
                    <a:pt x="4" y="5"/>
                    <a:pt x="4" y="5"/>
                  </a:cubicBezTo>
                  <a:cubicBezTo>
                    <a:pt x="4" y="5"/>
                    <a:pt x="5" y="5"/>
                    <a:pt x="5" y="6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5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8" name="Freeform 1548">
              <a:extLst>
                <a:ext uri="{FF2B5EF4-FFF2-40B4-BE49-F238E27FC236}">
                  <a16:creationId xmlns:a16="http://schemas.microsoft.com/office/drawing/2014/main" id="{A20A96FC-9766-4813-B1D2-17A0F03498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1" y="2045"/>
              <a:ext cx="23" cy="32"/>
            </a:xfrm>
            <a:custGeom>
              <a:avLst/>
              <a:gdLst>
                <a:gd name="T0" fmla="*/ 66 w 9"/>
                <a:gd name="T1" fmla="*/ 0 h 12"/>
                <a:gd name="T2" fmla="*/ 20 w 9"/>
                <a:gd name="T3" fmla="*/ 35 h 12"/>
                <a:gd name="T4" fmla="*/ 20 w 9"/>
                <a:gd name="T5" fmla="*/ 93 h 12"/>
                <a:gd name="T6" fmla="*/ 66 w 9"/>
                <a:gd name="T7" fmla="*/ 35 h 12"/>
                <a:gd name="T8" fmla="*/ 118 w 9"/>
                <a:gd name="T9" fmla="*/ 56 h 12"/>
                <a:gd name="T10" fmla="*/ 118 w 9"/>
                <a:gd name="T11" fmla="*/ 77 h 12"/>
                <a:gd name="T12" fmla="*/ 118 w 9"/>
                <a:gd name="T13" fmla="*/ 93 h 12"/>
                <a:gd name="T14" fmla="*/ 66 w 9"/>
                <a:gd name="T15" fmla="*/ 77 h 12"/>
                <a:gd name="T16" fmla="*/ 33 w 9"/>
                <a:gd name="T17" fmla="*/ 93 h 12"/>
                <a:gd name="T18" fmla="*/ 33 w 9"/>
                <a:gd name="T19" fmla="*/ 93 h 12"/>
                <a:gd name="T20" fmla="*/ 33 w 9"/>
                <a:gd name="T21" fmla="*/ 93 h 12"/>
                <a:gd name="T22" fmla="*/ 0 w 9"/>
                <a:gd name="T23" fmla="*/ 149 h 12"/>
                <a:gd name="T24" fmla="*/ 0 w 9"/>
                <a:gd name="T25" fmla="*/ 171 h 12"/>
                <a:gd name="T26" fmla="*/ 20 w 9"/>
                <a:gd name="T27" fmla="*/ 205 h 12"/>
                <a:gd name="T28" fmla="*/ 66 w 9"/>
                <a:gd name="T29" fmla="*/ 227 h 12"/>
                <a:gd name="T30" fmla="*/ 66 w 9"/>
                <a:gd name="T31" fmla="*/ 227 h 12"/>
                <a:gd name="T32" fmla="*/ 151 w 9"/>
                <a:gd name="T33" fmla="*/ 192 h 12"/>
                <a:gd name="T34" fmla="*/ 151 w 9"/>
                <a:gd name="T35" fmla="*/ 149 h 12"/>
                <a:gd name="T36" fmla="*/ 151 w 9"/>
                <a:gd name="T37" fmla="*/ 115 h 12"/>
                <a:gd name="T38" fmla="*/ 151 w 9"/>
                <a:gd name="T39" fmla="*/ 115 h 12"/>
                <a:gd name="T40" fmla="*/ 151 w 9"/>
                <a:gd name="T41" fmla="*/ 115 h 12"/>
                <a:gd name="T42" fmla="*/ 130 w 9"/>
                <a:gd name="T43" fmla="*/ 35 h 12"/>
                <a:gd name="T44" fmla="*/ 97 w 9"/>
                <a:gd name="T45" fmla="*/ 0 h 12"/>
                <a:gd name="T46" fmla="*/ 66 w 9"/>
                <a:gd name="T47" fmla="*/ 0 h 12"/>
                <a:gd name="T48" fmla="*/ 66 w 9"/>
                <a:gd name="T49" fmla="*/ 115 h 12"/>
                <a:gd name="T50" fmla="*/ 66 w 9"/>
                <a:gd name="T51" fmla="*/ 115 h 12"/>
                <a:gd name="T52" fmla="*/ 84 w 9"/>
                <a:gd name="T53" fmla="*/ 136 h 12"/>
                <a:gd name="T54" fmla="*/ 66 w 9"/>
                <a:gd name="T55" fmla="*/ 115 h 12"/>
                <a:gd name="T56" fmla="*/ 66 w 9"/>
                <a:gd name="T57" fmla="*/ 115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2" y="2"/>
                    <a:pt x="4" y="2"/>
                  </a:cubicBezTo>
                  <a:cubicBezTo>
                    <a:pt x="5" y="2"/>
                    <a:pt x="7" y="2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6" y="4"/>
                    <a:pt x="5" y="4"/>
                    <a:pt x="4" y="4"/>
                  </a:cubicBezTo>
                  <a:cubicBezTo>
                    <a:pt x="3" y="4"/>
                    <a:pt x="3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2" y="12"/>
                    <a:pt x="3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12"/>
                    <a:pt x="8" y="11"/>
                    <a:pt x="9" y="10"/>
                  </a:cubicBezTo>
                  <a:cubicBezTo>
                    <a:pt x="9" y="10"/>
                    <a:pt x="9" y="9"/>
                    <a:pt x="9" y="8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8" y="3"/>
                    <a:pt x="8" y="2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lose/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5" y="6"/>
                    <a:pt x="5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9" name="Freeform 1549">
              <a:extLst>
                <a:ext uri="{FF2B5EF4-FFF2-40B4-BE49-F238E27FC236}">
                  <a16:creationId xmlns:a16="http://schemas.microsoft.com/office/drawing/2014/main" id="{963EFAEF-FAF0-440B-89DF-603FAD2D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091"/>
              <a:ext cx="15" cy="18"/>
            </a:xfrm>
            <a:custGeom>
              <a:avLst/>
              <a:gdLst>
                <a:gd name="T0" fmla="*/ 33 w 6"/>
                <a:gd name="T1" fmla="*/ 21 h 7"/>
                <a:gd name="T2" fmla="*/ 20 w 6"/>
                <a:gd name="T3" fmla="*/ 67 h 7"/>
                <a:gd name="T4" fmla="*/ 83 w 6"/>
                <a:gd name="T5" fmla="*/ 118 h 7"/>
                <a:gd name="T6" fmla="*/ 95 w 6"/>
                <a:gd name="T7" fmla="*/ 118 h 7"/>
                <a:gd name="T8" fmla="*/ 50 w 6"/>
                <a:gd name="T9" fmla="*/ 67 h 7"/>
                <a:gd name="T10" fmla="*/ 95 w 6"/>
                <a:gd name="T11" fmla="*/ 0 h 7"/>
                <a:gd name="T12" fmla="*/ 33 w 6"/>
                <a:gd name="T13" fmla="*/ 2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3" y="6"/>
                    <a:pt x="3" y="4"/>
                  </a:cubicBezTo>
                  <a:cubicBezTo>
                    <a:pt x="2" y="2"/>
                    <a:pt x="4" y="1"/>
                    <a:pt x="6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0" name="Freeform 1550">
              <a:extLst>
                <a:ext uri="{FF2B5EF4-FFF2-40B4-BE49-F238E27FC236}">
                  <a16:creationId xmlns:a16="http://schemas.microsoft.com/office/drawing/2014/main" id="{E951EDFD-59D8-451F-AB17-2C81FCB2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067"/>
              <a:ext cx="20" cy="26"/>
            </a:xfrm>
            <a:custGeom>
              <a:avLst/>
              <a:gdLst>
                <a:gd name="T0" fmla="*/ 20 w 8"/>
                <a:gd name="T1" fmla="*/ 34 h 10"/>
                <a:gd name="T2" fmla="*/ 20 w 8"/>
                <a:gd name="T3" fmla="*/ 55 h 10"/>
                <a:gd name="T4" fmla="*/ 0 w 8"/>
                <a:gd name="T5" fmla="*/ 88 h 10"/>
                <a:gd name="T6" fmla="*/ 0 w 8"/>
                <a:gd name="T7" fmla="*/ 88 h 10"/>
                <a:gd name="T8" fmla="*/ 0 w 8"/>
                <a:gd name="T9" fmla="*/ 109 h 10"/>
                <a:gd name="T10" fmla="*/ 0 w 8"/>
                <a:gd name="T11" fmla="*/ 122 h 10"/>
                <a:gd name="T12" fmla="*/ 0 w 8"/>
                <a:gd name="T13" fmla="*/ 122 h 10"/>
                <a:gd name="T14" fmla="*/ 20 w 8"/>
                <a:gd name="T15" fmla="*/ 156 h 10"/>
                <a:gd name="T16" fmla="*/ 50 w 8"/>
                <a:gd name="T17" fmla="*/ 177 h 10"/>
                <a:gd name="T18" fmla="*/ 125 w 8"/>
                <a:gd name="T19" fmla="*/ 122 h 10"/>
                <a:gd name="T20" fmla="*/ 125 w 8"/>
                <a:gd name="T21" fmla="*/ 88 h 10"/>
                <a:gd name="T22" fmla="*/ 113 w 8"/>
                <a:gd name="T23" fmla="*/ 34 h 10"/>
                <a:gd name="T24" fmla="*/ 83 w 8"/>
                <a:gd name="T25" fmla="*/ 21 h 10"/>
                <a:gd name="T26" fmla="*/ 63 w 8"/>
                <a:gd name="T27" fmla="*/ 21 h 10"/>
                <a:gd name="T28" fmla="*/ 20 w 8"/>
                <a:gd name="T29" fmla="*/ 34 h 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0">
                  <a:moveTo>
                    <a:pt x="1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7" y="9"/>
                    <a:pt x="8" y="8"/>
                    <a:pt x="8" y="7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4"/>
                    <a:pt x="8" y="3"/>
                    <a:pt x="7" y="2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1" name="Freeform 1551">
              <a:extLst>
                <a:ext uri="{FF2B5EF4-FFF2-40B4-BE49-F238E27FC236}">
                  <a16:creationId xmlns:a16="http://schemas.microsoft.com/office/drawing/2014/main" id="{28D9BFDB-09D6-421F-8D53-04F382130A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4" y="2077"/>
              <a:ext cx="20" cy="27"/>
            </a:xfrm>
            <a:custGeom>
              <a:avLst/>
              <a:gdLst>
                <a:gd name="T0" fmla="*/ 20 w 8"/>
                <a:gd name="T1" fmla="*/ 38 h 10"/>
                <a:gd name="T2" fmla="*/ 20 w 8"/>
                <a:gd name="T3" fmla="*/ 81 h 10"/>
                <a:gd name="T4" fmla="*/ 33 w 8"/>
                <a:gd name="T5" fmla="*/ 159 h 10"/>
                <a:gd name="T6" fmla="*/ 95 w 8"/>
                <a:gd name="T7" fmla="*/ 176 h 10"/>
                <a:gd name="T8" fmla="*/ 113 w 8"/>
                <a:gd name="T9" fmla="*/ 116 h 10"/>
                <a:gd name="T10" fmla="*/ 113 w 8"/>
                <a:gd name="T11" fmla="*/ 103 h 10"/>
                <a:gd name="T12" fmla="*/ 125 w 8"/>
                <a:gd name="T13" fmla="*/ 81 h 10"/>
                <a:gd name="T14" fmla="*/ 125 w 8"/>
                <a:gd name="T15" fmla="*/ 81 h 10"/>
                <a:gd name="T16" fmla="*/ 83 w 8"/>
                <a:gd name="T17" fmla="*/ 0 h 10"/>
                <a:gd name="T18" fmla="*/ 20 w 8"/>
                <a:gd name="T19" fmla="*/ 38 h 10"/>
                <a:gd name="T20" fmla="*/ 113 w 8"/>
                <a:gd name="T21" fmla="*/ 81 h 10"/>
                <a:gd name="T22" fmla="*/ 113 w 8"/>
                <a:gd name="T23" fmla="*/ 81 h 10"/>
                <a:gd name="T24" fmla="*/ 113 w 8"/>
                <a:gd name="T25" fmla="*/ 103 h 10"/>
                <a:gd name="T26" fmla="*/ 113 w 8"/>
                <a:gd name="T27" fmla="*/ 103 h 10"/>
                <a:gd name="T28" fmla="*/ 113 w 8"/>
                <a:gd name="T29" fmla="*/ 81 h 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0">
                  <a:moveTo>
                    <a:pt x="1" y="2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4" y="10"/>
                    <a:pt x="6" y="9"/>
                  </a:cubicBezTo>
                  <a:cubicBezTo>
                    <a:pt x="7" y="9"/>
                    <a:pt x="7" y="7"/>
                    <a:pt x="7" y="6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1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2" name="Freeform 1552">
              <a:extLst>
                <a:ext uri="{FF2B5EF4-FFF2-40B4-BE49-F238E27FC236}">
                  <a16:creationId xmlns:a16="http://schemas.microsoft.com/office/drawing/2014/main" id="{CE642C88-A146-4A05-B03A-BD080DBC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93"/>
              <a:ext cx="20" cy="22"/>
            </a:xfrm>
            <a:custGeom>
              <a:avLst/>
              <a:gdLst>
                <a:gd name="T0" fmla="*/ 33 w 8"/>
                <a:gd name="T1" fmla="*/ 22 h 8"/>
                <a:gd name="T2" fmla="*/ 20 w 8"/>
                <a:gd name="T3" fmla="*/ 47 h 8"/>
                <a:gd name="T4" fmla="*/ 20 w 8"/>
                <a:gd name="T5" fmla="*/ 143 h 8"/>
                <a:gd name="T6" fmla="*/ 95 w 8"/>
                <a:gd name="T7" fmla="*/ 143 h 8"/>
                <a:gd name="T8" fmla="*/ 95 w 8"/>
                <a:gd name="T9" fmla="*/ 129 h 8"/>
                <a:gd name="T10" fmla="*/ 95 w 8"/>
                <a:gd name="T11" fmla="*/ 22 h 8"/>
                <a:gd name="T12" fmla="*/ 33 w 8"/>
                <a:gd name="T13" fmla="*/ 2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2" y="8"/>
                    <a:pt x="4" y="8"/>
                    <a:pt x="6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5"/>
                    <a:pt x="8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3" name="Freeform 1553">
              <a:extLst>
                <a:ext uri="{FF2B5EF4-FFF2-40B4-BE49-F238E27FC236}">
                  <a16:creationId xmlns:a16="http://schemas.microsoft.com/office/drawing/2014/main" id="{D8AD45A4-6052-4372-B33F-92D72A913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883"/>
              <a:ext cx="18" cy="18"/>
            </a:xfrm>
            <a:custGeom>
              <a:avLst/>
              <a:gdLst>
                <a:gd name="T0" fmla="*/ 33 w 7"/>
                <a:gd name="T1" fmla="*/ 21 h 7"/>
                <a:gd name="T2" fmla="*/ 0 w 7"/>
                <a:gd name="T3" fmla="*/ 54 h 7"/>
                <a:gd name="T4" fmla="*/ 21 w 7"/>
                <a:gd name="T5" fmla="*/ 85 h 7"/>
                <a:gd name="T6" fmla="*/ 33 w 7"/>
                <a:gd name="T7" fmla="*/ 100 h 7"/>
                <a:gd name="T8" fmla="*/ 33 w 7"/>
                <a:gd name="T9" fmla="*/ 100 h 7"/>
                <a:gd name="T10" fmla="*/ 67 w 7"/>
                <a:gd name="T11" fmla="*/ 118 h 7"/>
                <a:gd name="T12" fmla="*/ 118 w 7"/>
                <a:gd name="T13" fmla="*/ 85 h 7"/>
                <a:gd name="T14" fmla="*/ 118 w 7"/>
                <a:gd name="T15" fmla="*/ 67 h 7"/>
                <a:gd name="T16" fmla="*/ 118 w 7"/>
                <a:gd name="T17" fmla="*/ 54 h 7"/>
                <a:gd name="T18" fmla="*/ 118 w 7"/>
                <a:gd name="T19" fmla="*/ 54 h 7"/>
                <a:gd name="T20" fmla="*/ 100 w 7"/>
                <a:gd name="T21" fmla="*/ 33 h 7"/>
                <a:gd name="T22" fmla="*/ 100 w 7"/>
                <a:gd name="T23" fmla="*/ 0 h 7"/>
                <a:gd name="T24" fmla="*/ 33 w 7"/>
                <a:gd name="T25" fmla="*/ 21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6" y="2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4" name="Freeform 1554">
              <a:extLst>
                <a:ext uri="{FF2B5EF4-FFF2-40B4-BE49-F238E27FC236}">
                  <a16:creationId xmlns:a16="http://schemas.microsoft.com/office/drawing/2014/main" id="{68E76EEB-02A4-40F0-BF39-50317F018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64"/>
              <a:ext cx="18" cy="21"/>
            </a:xfrm>
            <a:custGeom>
              <a:avLst/>
              <a:gdLst>
                <a:gd name="T0" fmla="*/ 54 w 7"/>
                <a:gd name="T1" fmla="*/ 0 h 8"/>
                <a:gd name="T2" fmla="*/ 0 w 7"/>
                <a:gd name="T3" fmla="*/ 76 h 8"/>
                <a:gd name="T4" fmla="*/ 0 w 7"/>
                <a:gd name="T5" fmla="*/ 76 h 8"/>
                <a:gd name="T6" fmla="*/ 0 w 7"/>
                <a:gd name="T7" fmla="*/ 76 h 8"/>
                <a:gd name="T8" fmla="*/ 0 w 7"/>
                <a:gd name="T9" fmla="*/ 89 h 8"/>
                <a:gd name="T10" fmla="*/ 21 w 7"/>
                <a:gd name="T11" fmla="*/ 123 h 8"/>
                <a:gd name="T12" fmla="*/ 85 w 7"/>
                <a:gd name="T13" fmla="*/ 123 h 8"/>
                <a:gd name="T14" fmla="*/ 100 w 7"/>
                <a:gd name="T15" fmla="*/ 34 h 8"/>
                <a:gd name="T16" fmla="*/ 54 w 7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2" y="8"/>
                    <a:pt x="4" y="8"/>
                    <a:pt x="5" y="7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6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5" name="Freeform 1555">
              <a:extLst>
                <a:ext uri="{FF2B5EF4-FFF2-40B4-BE49-F238E27FC236}">
                  <a16:creationId xmlns:a16="http://schemas.microsoft.com/office/drawing/2014/main" id="{739C8F8F-40B1-48EC-BC7D-E805D323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907"/>
              <a:ext cx="12" cy="18"/>
            </a:xfrm>
            <a:custGeom>
              <a:avLst/>
              <a:gdLst>
                <a:gd name="T0" fmla="*/ 41 w 5"/>
                <a:gd name="T1" fmla="*/ 21 h 7"/>
                <a:gd name="T2" fmla="*/ 12 w 5"/>
                <a:gd name="T3" fmla="*/ 33 h 7"/>
                <a:gd name="T4" fmla="*/ 0 w 5"/>
                <a:gd name="T5" fmla="*/ 54 h 7"/>
                <a:gd name="T6" fmla="*/ 12 w 5"/>
                <a:gd name="T7" fmla="*/ 67 h 7"/>
                <a:gd name="T8" fmla="*/ 12 w 5"/>
                <a:gd name="T9" fmla="*/ 67 h 7"/>
                <a:gd name="T10" fmla="*/ 29 w 5"/>
                <a:gd name="T11" fmla="*/ 100 h 7"/>
                <a:gd name="T12" fmla="*/ 29 w 5"/>
                <a:gd name="T13" fmla="*/ 100 h 7"/>
                <a:gd name="T14" fmla="*/ 58 w 5"/>
                <a:gd name="T15" fmla="*/ 100 h 7"/>
                <a:gd name="T16" fmla="*/ 70 w 5"/>
                <a:gd name="T17" fmla="*/ 85 h 7"/>
                <a:gd name="T18" fmla="*/ 70 w 5"/>
                <a:gd name="T19" fmla="*/ 54 h 7"/>
                <a:gd name="T20" fmla="*/ 70 w 5"/>
                <a:gd name="T21" fmla="*/ 21 h 7"/>
                <a:gd name="T22" fmla="*/ 41 w 5"/>
                <a:gd name="T23" fmla="*/ 21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7">
                  <a:moveTo>
                    <a:pt x="3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6" name="Freeform 1556">
              <a:extLst>
                <a:ext uri="{FF2B5EF4-FFF2-40B4-BE49-F238E27FC236}">
                  <a16:creationId xmlns:a16="http://schemas.microsoft.com/office/drawing/2014/main" id="{D5BF2CBE-173D-4C01-826C-07643D92A3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9" y="1928"/>
              <a:ext cx="15" cy="19"/>
            </a:xfrm>
            <a:custGeom>
              <a:avLst/>
              <a:gdLst>
                <a:gd name="T0" fmla="*/ 50 w 6"/>
                <a:gd name="T1" fmla="*/ 0 h 7"/>
                <a:gd name="T2" fmla="*/ 0 w 6"/>
                <a:gd name="T3" fmla="*/ 60 h 7"/>
                <a:gd name="T4" fmla="*/ 33 w 6"/>
                <a:gd name="T5" fmla="*/ 141 h 7"/>
                <a:gd name="T6" fmla="*/ 33 w 6"/>
                <a:gd name="T7" fmla="*/ 117 h 7"/>
                <a:gd name="T8" fmla="*/ 33 w 6"/>
                <a:gd name="T9" fmla="*/ 141 h 7"/>
                <a:gd name="T10" fmla="*/ 83 w 6"/>
                <a:gd name="T11" fmla="*/ 117 h 7"/>
                <a:gd name="T12" fmla="*/ 83 w 6"/>
                <a:gd name="T13" fmla="*/ 22 h 7"/>
                <a:gd name="T14" fmla="*/ 50 w 6"/>
                <a:gd name="T15" fmla="*/ 0 h 7"/>
                <a:gd name="T16" fmla="*/ 50 w 6"/>
                <a:gd name="T17" fmla="*/ 60 h 7"/>
                <a:gd name="T18" fmla="*/ 63 w 6"/>
                <a:gd name="T19" fmla="*/ 60 h 7"/>
                <a:gd name="T20" fmla="*/ 63 w 6"/>
                <a:gd name="T21" fmla="*/ 81 h 7"/>
                <a:gd name="T22" fmla="*/ 63 w 6"/>
                <a:gd name="T23" fmla="*/ 81 h 7"/>
                <a:gd name="T24" fmla="*/ 63 w 6"/>
                <a:gd name="T25" fmla="*/ 81 h 7"/>
                <a:gd name="T26" fmla="*/ 33 w 6"/>
                <a:gd name="T27" fmla="*/ 60 h 7"/>
                <a:gd name="T28" fmla="*/ 33 w 6"/>
                <a:gd name="T29" fmla="*/ 60 h 7"/>
                <a:gd name="T30" fmla="*/ 50 w 6"/>
                <a:gd name="T31" fmla="*/ 60 h 7"/>
                <a:gd name="T32" fmla="*/ 50 w 6"/>
                <a:gd name="T33" fmla="*/ 6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6" y="5"/>
                    <a:pt x="6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7" name="Freeform 1557">
              <a:extLst>
                <a:ext uri="{FF2B5EF4-FFF2-40B4-BE49-F238E27FC236}">
                  <a16:creationId xmlns:a16="http://schemas.microsoft.com/office/drawing/2014/main" id="{72745B64-C15D-4E73-B158-F4F96E8EA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6" y="1875"/>
              <a:ext cx="15" cy="21"/>
            </a:xfrm>
            <a:custGeom>
              <a:avLst/>
              <a:gdLst>
                <a:gd name="T0" fmla="*/ 20 w 6"/>
                <a:gd name="T1" fmla="*/ 34 h 8"/>
                <a:gd name="T2" fmla="*/ 20 w 6"/>
                <a:gd name="T3" fmla="*/ 110 h 8"/>
                <a:gd name="T4" fmla="*/ 63 w 6"/>
                <a:gd name="T5" fmla="*/ 123 h 8"/>
                <a:gd name="T6" fmla="*/ 95 w 6"/>
                <a:gd name="T7" fmla="*/ 89 h 8"/>
                <a:gd name="T8" fmla="*/ 95 w 6"/>
                <a:gd name="T9" fmla="*/ 89 h 8"/>
                <a:gd name="T10" fmla="*/ 95 w 6"/>
                <a:gd name="T11" fmla="*/ 89 h 8"/>
                <a:gd name="T12" fmla="*/ 95 w 6"/>
                <a:gd name="T13" fmla="*/ 76 h 8"/>
                <a:gd name="T14" fmla="*/ 83 w 6"/>
                <a:gd name="T15" fmla="*/ 21 h 8"/>
                <a:gd name="T16" fmla="*/ 20 w 6"/>
                <a:gd name="T17" fmla="*/ 34 h 8"/>
                <a:gd name="T18" fmla="*/ 33 w 6"/>
                <a:gd name="T19" fmla="*/ 76 h 8"/>
                <a:gd name="T20" fmla="*/ 33 w 6"/>
                <a:gd name="T21" fmla="*/ 55 h 8"/>
                <a:gd name="T22" fmla="*/ 33 w 6"/>
                <a:gd name="T23" fmla="*/ 76 h 8"/>
                <a:gd name="T24" fmla="*/ 33 w 6"/>
                <a:gd name="T25" fmla="*/ 76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1" y="7"/>
                    <a:pt x="3" y="8"/>
                    <a:pt x="4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lose/>
                  <a:moveTo>
                    <a:pt x="2" y="4"/>
                  </a:move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8" name="Freeform 1558">
              <a:extLst>
                <a:ext uri="{FF2B5EF4-FFF2-40B4-BE49-F238E27FC236}">
                  <a16:creationId xmlns:a16="http://schemas.microsoft.com/office/drawing/2014/main" id="{9E7605B7-7738-45FD-A729-24ADD50977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6" y="1837"/>
              <a:ext cx="13" cy="14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48 h 5"/>
                <a:gd name="T4" fmla="*/ 21 w 5"/>
                <a:gd name="T5" fmla="*/ 87 h 5"/>
                <a:gd name="T6" fmla="*/ 68 w 5"/>
                <a:gd name="T7" fmla="*/ 109 h 5"/>
                <a:gd name="T8" fmla="*/ 88 w 5"/>
                <a:gd name="T9" fmla="*/ 62 h 5"/>
                <a:gd name="T10" fmla="*/ 88 w 5"/>
                <a:gd name="T11" fmla="*/ 48 h 5"/>
                <a:gd name="T12" fmla="*/ 68 w 5"/>
                <a:gd name="T13" fmla="*/ 22 h 5"/>
                <a:gd name="T14" fmla="*/ 34 w 5"/>
                <a:gd name="T15" fmla="*/ 0 h 5"/>
                <a:gd name="T16" fmla="*/ 68 w 5"/>
                <a:gd name="T17" fmla="*/ 62 h 5"/>
                <a:gd name="T18" fmla="*/ 68 w 5"/>
                <a:gd name="T19" fmla="*/ 62 h 5"/>
                <a:gd name="T20" fmla="*/ 55 w 5"/>
                <a:gd name="T21" fmla="*/ 87 h 5"/>
                <a:gd name="T22" fmla="*/ 68 w 5"/>
                <a:gd name="T23" fmla="*/ 62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0" y="0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9" name="Freeform 1559">
              <a:extLst>
                <a:ext uri="{FF2B5EF4-FFF2-40B4-BE49-F238E27FC236}">
                  <a16:creationId xmlns:a16="http://schemas.microsoft.com/office/drawing/2014/main" id="{1479156C-6911-4294-8FD7-B2BD8870BA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4" y="1864"/>
              <a:ext cx="17" cy="21"/>
            </a:xfrm>
            <a:custGeom>
              <a:avLst/>
              <a:gdLst>
                <a:gd name="T0" fmla="*/ 12 w 7"/>
                <a:gd name="T1" fmla="*/ 21 h 8"/>
                <a:gd name="T2" fmla="*/ 0 w 7"/>
                <a:gd name="T3" fmla="*/ 76 h 8"/>
                <a:gd name="T4" fmla="*/ 0 w 7"/>
                <a:gd name="T5" fmla="*/ 89 h 8"/>
                <a:gd name="T6" fmla="*/ 0 w 7"/>
                <a:gd name="T7" fmla="*/ 110 h 8"/>
                <a:gd name="T8" fmla="*/ 0 w 7"/>
                <a:gd name="T9" fmla="*/ 110 h 8"/>
                <a:gd name="T10" fmla="*/ 29 w 7"/>
                <a:gd name="T11" fmla="*/ 123 h 8"/>
                <a:gd name="T12" fmla="*/ 87 w 7"/>
                <a:gd name="T13" fmla="*/ 89 h 8"/>
                <a:gd name="T14" fmla="*/ 70 w 7"/>
                <a:gd name="T15" fmla="*/ 34 h 8"/>
                <a:gd name="T16" fmla="*/ 12 w 7"/>
                <a:gd name="T17" fmla="*/ 21 h 8"/>
                <a:gd name="T18" fmla="*/ 41 w 7"/>
                <a:gd name="T19" fmla="*/ 34 h 8"/>
                <a:gd name="T20" fmla="*/ 41 w 7"/>
                <a:gd name="T21" fmla="*/ 34 h 8"/>
                <a:gd name="T22" fmla="*/ 58 w 7"/>
                <a:gd name="T23" fmla="*/ 55 h 8"/>
                <a:gd name="T24" fmla="*/ 41 w 7"/>
                <a:gd name="T25" fmla="*/ 34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7"/>
                    <a:pt x="2" y="7"/>
                  </a:cubicBezTo>
                  <a:cubicBezTo>
                    <a:pt x="5" y="8"/>
                    <a:pt x="6" y="6"/>
                    <a:pt x="6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1"/>
                    <a:pt x="2" y="0"/>
                    <a:pt x="1" y="1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0" name="Freeform 1560">
              <a:extLst>
                <a:ext uri="{FF2B5EF4-FFF2-40B4-BE49-F238E27FC236}">
                  <a16:creationId xmlns:a16="http://schemas.microsoft.com/office/drawing/2014/main" id="{079FC40D-42A5-4B7E-A70E-850B8E3F25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4" y="1917"/>
              <a:ext cx="20" cy="22"/>
            </a:xfrm>
            <a:custGeom>
              <a:avLst/>
              <a:gdLst>
                <a:gd name="T0" fmla="*/ 33 w 8"/>
                <a:gd name="T1" fmla="*/ 0 h 8"/>
                <a:gd name="T2" fmla="*/ 20 w 8"/>
                <a:gd name="T3" fmla="*/ 47 h 8"/>
                <a:gd name="T4" fmla="*/ 20 w 8"/>
                <a:gd name="T5" fmla="*/ 47 h 8"/>
                <a:gd name="T6" fmla="*/ 20 w 8"/>
                <a:gd name="T7" fmla="*/ 47 h 8"/>
                <a:gd name="T8" fmla="*/ 0 w 8"/>
                <a:gd name="T9" fmla="*/ 107 h 8"/>
                <a:gd name="T10" fmla="*/ 33 w 8"/>
                <a:gd name="T11" fmla="*/ 168 h 8"/>
                <a:gd name="T12" fmla="*/ 63 w 8"/>
                <a:gd name="T13" fmla="*/ 168 h 8"/>
                <a:gd name="T14" fmla="*/ 113 w 8"/>
                <a:gd name="T15" fmla="*/ 107 h 8"/>
                <a:gd name="T16" fmla="*/ 125 w 8"/>
                <a:gd name="T17" fmla="*/ 61 h 8"/>
                <a:gd name="T18" fmla="*/ 113 w 8"/>
                <a:gd name="T19" fmla="*/ 47 h 8"/>
                <a:gd name="T20" fmla="*/ 63 w 8"/>
                <a:gd name="T21" fmla="*/ 0 h 8"/>
                <a:gd name="T22" fmla="*/ 33 w 8"/>
                <a:gd name="T23" fmla="*/ 0 h 8"/>
                <a:gd name="T24" fmla="*/ 83 w 8"/>
                <a:gd name="T25" fmla="*/ 83 h 8"/>
                <a:gd name="T26" fmla="*/ 63 w 8"/>
                <a:gd name="T27" fmla="*/ 47 h 8"/>
                <a:gd name="T28" fmla="*/ 83 w 8"/>
                <a:gd name="T29" fmla="*/ 83 h 8"/>
                <a:gd name="T30" fmla="*/ 83 w 8"/>
                <a:gd name="T31" fmla="*/ 83 h 8"/>
                <a:gd name="T32" fmla="*/ 83 w 8"/>
                <a:gd name="T33" fmla="*/ 107 h 8"/>
                <a:gd name="T34" fmla="*/ 63 w 8"/>
                <a:gd name="T35" fmla="*/ 107 h 8"/>
                <a:gd name="T36" fmla="*/ 50 w 8"/>
                <a:gd name="T37" fmla="*/ 83 h 8"/>
                <a:gd name="T38" fmla="*/ 50 w 8"/>
                <a:gd name="T39" fmla="*/ 83 h 8"/>
                <a:gd name="T40" fmla="*/ 63 w 8"/>
                <a:gd name="T41" fmla="*/ 83 h 8"/>
                <a:gd name="T42" fmla="*/ 63 w 8"/>
                <a:gd name="T43" fmla="*/ 107 h 8"/>
                <a:gd name="T44" fmla="*/ 83 w 8"/>
                <a:gd name="T45" fmla="*/ 83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1" y="1"/>
                    <a:pt x="2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1" y="7"/>
                    <a:pt x="2" y="8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2"/>
                    <a:pt x="7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5" y="4"/>
                  </a:moveTo>
                  <a:cubicBezTo>
                    <a:pt x="5" y="3"/>
                    <a:pt x="4" y="3"/>
                    <a:pt x="4" y="2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1" name="Freeform 1561">
              <a:extLst>
                <a:ext uri="{FF2B5EF4-FFF2-40B4-BE49-F238E27FC236}">
                  <a16:creationId xmlns:a16="http://schemas.microsoft.com/office/drawing/2014/main" id="{2C0658B2-28A3-4BC0-95E0-A70D82DD5F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4" y="1981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0 w 5"/>
                <a:gd name="T3" fmla="*/ 62 h 5"/>
                <a:gd name="T4" fmla="*/ 0 w 5"/>
                <a:gd name="T5" fmla="*/ 62 h 5"/>
                <a:gd name="T6" fmla="*/ 0 w 5"/>
                <a:gd name="T7" fmla="*/ 48 h 5"/>
                <a:gd name="T8" fmla="*/ 12 w 5"/>
                <a:gd name="T9" fmla="*/ 87 h 5"/>
                <a:gd name="T10" fmla="*/ 0 w 5"/>
                <a:gd name="T11" fmla="*/ 62 h 5"/>
                <a:gd name="T12" fmla="*/ 12 w 5"/>
                <a:gd name="T13" fmla="*/ 62 h 5"/>
                <a:gd name="T14" fmla="*/ 12 w 5"/>
                <a:gd name="T15" fmla="*/ 109 h 5"/>
                <a:gd name="T16" fmla="*/ 12 w 5"/>
                <a:gd name="T17" fmla="*/ 87 h 5"/>
                <a:gd name="T18" fmla="*/ 12 w 5"/>
                <a:gd name="T19" fmla="*/ 62 h 5"/>
                <a:gd name="T20" fmla="*/ 12 w 5"/>
                <a:gd name="T21" fmla="*/ 62 h 5"/>
                <a:gd name="T22" fmla="*/ 29 w 5"/>
                <a:gd name="T23" fmla="*/ 22 h 5"/>
                <a:gd name="T24" fmla="*/ 58 w 5"/>
                <a:gd name="T25" fmla="*/ 48 h 5"/>
                <a:gd name="T26" fmla="*/ 58 w 5"/>
                <a:gd name="T27" fmla="*/ 48 h 5"/>
                <a:gd name="T28" fmla="*/ 58 w 5"/>
                <a:gd name="T29" fmla="*/ 48 h 5"/>
                <a:gd name="T30" fmla="*/ 58 w 5"/>
                <a:gd name="T31" fmla="*/ 62 h 5"/>
                <a:gd name="T32" fmla="*/ 58 w 5"/>
                <a:gd name="T33" fmla="*/ 62 h 5"/>
                <a:gd name="T34" fmla="*/ 58 w 5"/>
                <a:gd name="T35" fmla="*/ 48 h 5"/>
                <a:gd name="T36" fmla="*/ 70 w 5"/>
                <a:gd name="T37" fmla="*/ 62 h 5"/>
                <a:gd name="T38" fmla="*/ 70 w 5"/>
                <a:gd name="T39" fmla="*/ 62 h 5"/>
                <a:gd name="T40" fmla="*/ 70 w 5"/>
                <a:gd name="T41" fmla="*/ 62 h 5"/>
                <a:gd name="T42" fmla="*/ 70 w 5"/>
                <a:gd name="T43" fmla="*/ 62 h 5"/>
                <a:gd name="T44" fmla="*/ 70 w 5"/>
                <a:gd name="T45" fmla="*/ 62 h 5"/>
                <a:gd name="T46" fmla="*/ 70 w 5"/>
                <a:gd name="T47" fmla="*/ 48 h 5"/>
                <a:gd name="T48" fmla="*/ 70 w 5"/>
                <a:gd name="T49" fmla="*/ 48 h 5"/>
                <a:gd name="T50" fmla="*/ 58 w 5"/>
                <a:gd name="T51" fmla="*/ 0 h 5"/>
                <a:gd name="T52" fmla="*/ 58 w 5"/>
                <a:gd name="T53" fmla="*/ 0 h 5"/>
                <a:gd name="T54" fmla="*/ 29 w 5"/>
                <a:gd name="T55" fmla="*/ 0 h 5"/>
                <a:gd name="T56" fmla="*/ 12 w 5"/>
                <a:gd name="T57" fmla="*/ 48 h 5"/>
                <a:gd name="T58" fmla="*/ 12 w 5"/>
                <a:gd name="T59" fmla="*/ 48 h 5"/>
                <a:gd name="T60" fmla="*/ 12 w 5"/>
                <a:gd name="T61" fmla="*/ 48 h 5"/>
                <a:gd name="T62" fmla="*/ 12 w 5"/>
                <a:gd name="T63" fmla="*/ 62 h 5"/>
                <a:gd name="T64" fmla="*/ 0 w 5"/>
                <a:gd name="T65" fmla="*/ 48 h 5"/>
                <a:gd name="T66" fmla="*/ 12 w 5"/>
                <a:gd name="T67" fmla="*/ 48 h 5"/>
                <a:gd name="T68" fmla="*/ 41 w 5"/>
                <a:gd name="T69" fmla="*/ 48 h 5"/>
                <a:gd name="T70" fmla="*/ 12 w 5"/>
                <a:gd name="T71" fmla="*/ 62 h 5"/>
                <a:gd name="T72" fmla="*/ 12 w 5"/>
                <a:gd name="T73" fmla="*/ 87 h 5"/>
                <a:gd name="T74" fmla="*/ 41 w 5"/>
                <a:gd name="T75" fmla="*/ 87 h 5"/>
                <a:gd name="T76" fmla="*/ 58 w 5"/>
                <a:gd name="T77" fmla="*/ 62 h 5"/>
                <a:gd name="T78" fmla="*/ 58 w 5"/>
                <a:gd name="T79" fmla="*/ 48 h 5"/>
                <a:gd name="T80" fmla="*/ 41 w 5"/>
                <a:gd name="T81" fmla="*/ 48 h 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lose/>
                  <a:moveTo>
                    <a:pt x="3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2" name="Freeform 1562">
              <a:extLst>
                <a:ext uri="{FF2B5EF4-FFF2-40B4-BE49-F238E27FC236}">
                  <a16:creationId xmlns:a16="http://schemas.microsoft.com/office/drawing/2014/main" id="{F5A4F863-44F6-4167-AC41-A72FC25AC4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9" y="1963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33 w 6"/>
                <a:gd name="T5" fmla="*/ 115 h 6"/>
                <a:gd name="T6" fmla="*/ 50 w 6"/>
                <a:gd name="T7" fmla="*/ 115 h 6"/>
                <a:gd name="T8" fmla="*/ 63 w 6"/>
                <a:gd name="T9" fmla="*/ 115 h 6"/>
                <a:gd name="T10" fmla="*/ 83 w 6"/>
                <a:gd name="T11" fmla="*/ 56 h 6"/>
                <a:gd name="T12" fmla="*/ 83 w 6"/>
                <a:gd name="T13" fmla="*/ 21 h 6"/>
                <a:gd name="T14" fmla="*/ 33 w 6"/>
                <a:gd name="T15" fmla="*/ 21 h 6"/>
                <a:gd name="T16" fmla="*/ 20 w 6"/>
                <a:gd name="T17" fmla="*/ 77 h 6"/>
                <a:gd name="T18" fmla="*/ 20 w 6"/>
                <a:gd name="T19" fmla="*/ 56 h 6"/>
                <a:gd name="T20" fmla="*/ 20 w 6"/>
                <a:gd name="T21" fmla="*/ 56 h 6"/>
                <a:gd name="T22" fmla="*/ 20 w 6"/>
                <a:gd name="T23" fmla="*/ 56 h 6"/>
                <a:gd name="T24" fmla="*/ 20 w 6"/>
                <a:gd name="T25" fmla="*/ 77 h 6"/>
                <a:gd name="T26" fmla="*/ 20 w 6"/>
                <a:gd name="T27" fmla="*/ 77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1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3" name="Freeform 1563">
              <a:extLst>
                <a:ext uri="{FF2B5EF4-FFF2-40B4-BE49-F238E27FC236}">
                  <a16:creationId xmlns:a16="http://schemas.microsoft.com/office/drawing/2014/main" id="{2395BB80-8994-47A5-8691-AB95D92D0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6" y="2000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21 h 6"/>
                <a:gd name="T4" fmla="*/ 20 w 6"/>
                <a:gd name="T5" fmla="*/ 35 h 6"/>
                <a:gd name="T6" fmla="*/ 20 w 6"/>
                <a:gd name="T7" fmla="*/ 93 h 6"/>
                <a:gd name="T8" fmla="*/ 50 w 6"/>
                <a:gd name="T9" fmla="*/ 115 h 6"/>
                <a:gd name="T10" fmla="*/ 50 w 6"/>
                <a:gd name="T11" fmla="*/ 115 h 6"/>
                <a:gd name="T12" fmla="*/ 83 w 6"/>
                <a:gd name="T13" fmla="*/ 93 h 6"/>
                <a:gd name="T14" fmla="*/ 95 w 6"/>
                <a:gd name="T15" fmla="*/ 56 h 6"/>
                <a:gd name="T16" fmla="*/ 95 w 6"/>
                <a:gd name="T17" fmla="*/ 56 h 6"/>
                <a:gd name="T18" fmla="*/ 83 w 6"/>
                <a:gd name="T19" fmla="*/ 21 h 6"/>
                <a:gd name="T20" fmla="*/ 50 w 6"/>
                <a:gd name="T21" fmla="*/ 21 h 6"/>
                <a:gd name="T22" fmla="*/ 83 w 6"/>
                <a:gd name="T23" fmla="*/ 56 h 6"/>
                <a:gd name="T24" fmla="*/ 83 w 6"/>
                <a:gd name="T25" fmla="*/ 77 h 6"/>
                <a:gd name="T26" fmla="*/ 83 w 6"/>
                <a:gd name="T27" fmla="*/ 77 h 6"/>
                <a:gd name="T28" fmla="*/ 83 w 6"/>
                <a:gd name="T29" fmla="*/ 77 h 6"/>
                <a:gd name="T30" fmla="*/ 83 w 6"/>
                <a:gd name="T31" fmla="*/ 56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5" y="6"/>
                    <a:pt x="5" y="5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4" y="1"/>
                    <a:pt x="4" y="0"/>
                    <a:pt x="3" y="1"/>
                  </a:cubicBezTo>
                  <a:close/>
                  <a:moveTo>
                    <a:pt x="5" y="3"/>
                  </a:move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4" name="Freeform 1564">
              <a:extLst>
                <a:ext uri="{FF2B5EF4-FFF2-40B4-BE49-F238E27FC236}">
                  <a16:creationId xmlns:a16="http://schemas.microsoft.com/office/drawing/2014/main" id="{8CE4AD8E-2A3E-4AD3-837E-06E6B8D970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6" y="2013"/>
              <a:ext cx="15" cy="19"/>
            </a:xfrm>
            <a:custGeom>
              <a:avLst/>
              <a:gdLst>
                <a:gd name="T0" fmla="*/ 33 w 6"/>
                <a:gd name="T1" fmla="*/ 0 h 7"/>
                <a:gd name="T2" fmla="*/ 20 w 6"/>
                <a:gd name="T3" fmla="*/ 22 h 7"/>
                <a:gd name="T4" fmla="*/ 0 w 6"/>
                <a:gd name="T5" fmla="*/ 81 h 7"/>
                <a:gd name="T6" fmla="*/ 0 w 6"/>
                <a:gd name="T7" fmla="*/ 81 h 7"/>
                <a:gd name="T8" fmla="*/ 20 w 6"/>
                <a:gd name="T9" fmla="*/ 103 h 7"/>
                <a:gd name="T10" fmla="*/ 63 w 6"/>
                <a:gd name="T11" fmla="*/ 117 h 7"/>
                <a:gd name="T12" fmla="*/ 95 w 6"/>
                <a:gd name="T13" fmla="*/ 60 h 7"/>
                <a:gd name="T14" fmla="*/ 50 w 6"/>
                <a:gd name="T15" fmla="*/ 0 h 7"/>
                <a:gd name="T16" fmla="*/ 33 w 6"/>
                <a:gd name="T17" fmla="*/ 0 h 7"/>
                <a:gd name="T18" fmla="*/ 83 w 6"/>
                <a:gd name="T19" fmla="*/ 60 h 7"/>
                <a:gd name="T20" fmla="*/ 63 w 6"/>
                <a:gd name="T21" fmla="*/ 60 h 7"/>
                <a:gd name="T22" fmla="*/ 63 w 6"/>
                <a:gd name="T23" fmla="*/ 81 h 7"/>
                <a:gd name="T24" fmla="*/ 83 w 6"/>
                <a:gd name="T25" fmla="*/ 60 h 7"/>
                <a:gd name="T26" fmla="*/ 63 w 6"/>
                <a:gd name="T27" fmla="*/ 103 h 7"/>
                <a:gd name="T28" fmla="*/ 63 w 6"/>
                <a:gd name="T29" fmla="*/ 103 h 7"/>
                <a:gd name="T30" fmla="*/ 50 w 6"/>
                <a:gd name="T31" fmla="*/ 103 h 7"/>
                <a:gd name="T32" fmla="*/ 63 w 6"/>
                <a:gd name="T33" fmla="*/ 103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ubicBezTo>
                    <a:pt x="6" y="2"/>
                    <a:pt x="5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5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3"/>
                    <a:pt x="5" y="3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5" name="Freeform 1565">
              <a:extLst>
                <a:ext uri="{FF2B5EF4-FFF2-40B4-BE49-F238E27FC236}">
                  <a16:creationId xmlns:a16="http://schemas.microsoft.com/office/drawing/2014/main" id="{4EF74DBE-6E61-4BD3-8100-4CDAB954F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043"/>
              <a:ext cx="13" cy="18"/>
            </a:xfrm>
            <a:custGeom>
              <a:avLst/>
              <a:gdLst>
                <a:gd name="T0" fmla="*/ 34 w 5"/>
                <a:gd name="T1" fmla="*/ 21 h 7"/>
                <a:gd name="T2" fmla="*/ 21 w 5"/>
                <a:gd name="T3" fmla="*/ 100 h 7"/>
                <a:gd name="T4" fmla="*/ 55 w 5"/>
                <a:gd name="T5" fmla="*/ 118 h 7"/>
                <a:gd name="T6" fmla="*/ 88 w 5"/>
                <a:gd name="T7" fmla="*/ 67 h 7"/>
                <a:gd name="T8" fmla="*/ 88 w 5"/>
                <a:gd name="T9" fmla="*/ 67 h 7"/>
                <a:gd name="T10" fmla="*/ 55 w 5"/>
                <a:gd name="T11" fmla="*/ 85 h 7"/>
                <a:gd name="T12" fmla="*/ 34 w 5"/>
                <a:gd name="T13" fmla="*/ 67 h 7"/>
                <a:gd name="T14" fmla="*/ 55 w 5"/>
                <a:gd name="T15" fmla="*/ 33 h 7"/>
                <a:gd name="T16" fmla="*/ 88 w 5"/>
                <a:gd name="T17" fmla="*/ 54 h 7"/>
                <a:gd name="T18" fmla="*/ 88 w 5"/>
                <a:gd name="T19" fmla="*/ 21 h 7"/>
                <a:gd name="T20" fmla="*/ 55 w 5"/>
                <a:gd name="T21" fmla="*/ 0 h 7"/>
                <a:gd name="T22" fmla="*/ 34 w 5"/>
                <a:gd name="T23" fmla="*/ 21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7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6" name="Freeform 1566">
              <a:extLst>
                <a:ext uri="{FF2B5EF4-FFF2-40B4-BE49-F238E27FC236}">
                  <a16:creationId xmlns:a16="http://schemas.microsoft.com/office/drawing/2014/main" id="{73058050-3A96-4FFA-86A8-50B855FC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043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0 w 5"/>
                <a:gd name="T3" fmla="*/ 77 h 6"/>
                <a:gd name="T4" fmla="*/ 29 w 5"/>
                <a:gd name="T5" fmla="*/ 115 h 6"/>
                <a:gd name="T6" fmla="*/ 58 w 5"/>
                <a:gd name="T7" fmla="*/ 93 h 6"/>
                <a:gd name="T8" fmla="*/ 70 w 5"/>
                <a:gd name="T9" fmla="*/ 77 h 6"/>
                <a:gd name="T10" fmla="*/ 70 w 5"/>
                <a:gd name="T11" fmla="*/ 56 h 6"/>
                <a:gd name="T12" fmla="*/ 58 w 5"/>
                <a:gd name="T13" fmla="*/ 21 h 6"/>
                <a:gd name="T14" fmla="*/ 12 w 5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7" name="Freeform 1567">
              <a:extLst>
                <a:ext uri="{FF2B5EF4-FFF2-40B4-BE49-F238E27FC236}">
                  <a16:creationId xmlns:a16="http://schemas.microsoft.com/office/drawing/2014/main" id="{3CED3813-62F2-40B2-BB47-21ACED36FA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6" y="2051"/>
              <a:ext cx="13" cy="18"/>
            </a:xfrm>
            <a:custGeom>
              <a:avLst/>
              <a:gdLst>
                <a:gd name="T0" fmla="*/ 0 w 5"/>
                <a:gd name="T1" fmla="*/ 33 h 7"/>
                <a:gd name="T2" fmla="*/ 0 w 5"/>
                <a:gd name="T3" fmla="*/ 54 h 7"/>
                <a:gd name="T4" fmla="*/ 0 w 5"/>
                <a:gd name="T5" fmla="*/ 67 h 7"/>
                <a:gd name="T6" fmla="*/ 0 w 5"/>
                <a:gd name="T7" fmla="*/ 67 h 7"/>
                <a:gd name="T8" fmla="*/ 0 w 5"/>
                <a:gd name="T9" fmla="*/ 100 h 7"/>
                <a:gd name="T10" fmla="*/ 0 w 5"/>
                <a:gd name="T11" fmla="*/ 100 h 7"/>
                <a:gd name="T12" fmla="*/ 21 w 5"/>
                <a:gd name="T13" fmla="*/ 118 h 7"/>
                <a:gd name="T14" fmla="*/ 34 w 5"/>
                <a:gd name="T15" fmla="*/ 118 h 7"/>
                <a:gd name="T16" fmla="*/ 55 w 5"/>
                <a:gd name="T17" fmla="*/ 118 h 7"/>
                <a:gd name="T18" fmla="*/ 55 w 5"/>
                <a:gd name="T19" fmla="*/ 118 h 7"/>
                <a:gd name="T20" fmla="*/ 68 w 5"/>
                <a:gd name="T21" fmla="*/ 118 h 7"/>
                <a:gd name="T22" fmla="*/ 55 w 5"/>
                <a:gd name="T23" fmla="*/ 118 h 7"/>
                <a:gd name="T24" fmla="*/ 88 w 5"/>
                <a:gd name="T25" fmla="*/ 118 h 7"/>
                <a:gd name="T26" fmla="*/ 88 w 5"/>
                <a:gd name="T27" fmla="*/ 67 h 7"/>
                <a:gd name="T28" fmla="*/ 88 w 5"/>
                <a:gd name="T29" fmla="*/ 33 h 7"/>
                <a:gd name="T30" fmla="*/ 68 w 5"/>
                <a:gd name="T31" fmla="*/ 21 h 7"/>
                <a:gd name="T32" fmla="*/ 55 w 5"/>
                <a:gd name="T33" fmla="*/ 21 h 7"/>
                <a:gd name="T34" fmla="*/ 0 w 5"/>
                <a:gd name="T35" fmla="*/ 33 h 7"/>
                <a:gd name="T36" fmla="*/ 55 w 5"/>
                <a:gd name="T37" fmla="*/ 54 h 7"/>
                <a:gd name="T38" fmla="*/ 68 w 5"/>
                <a:gd name="T39" fmla="*/ 85 h 7"/>
                <a:gd name="T40" fmla="*/ 68 w 5"/>
                <a:gd name="T41" fmla="*/ 85 h 7"/>
                <a:gd name="T42" fmla="*/ 55 w 5"/>
                <a:gd name="T43" fmla="*/ 100 h 7"/>
                <a:gd name="T44" fmla="*/ 34 w 5"/>
                <a:gd name="T45" fmla="*/ 85 h 7"/>
                <a:gd name="T46" fmla="*/ 55 w 5"/>
                <a:gd name="T47" fmla="*/ 54 h 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3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lose/>
                  <a:moveTo>
                    <a:pt x="3" y="3"/>
                  </a:move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3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4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8" name="Freeform 1568">
              <a:extLst>
                <a:ext uri="{FF2B5EF4-FFF2-40B4-BE49-F238E27FC236}">
                  <a16:creationId xmlns:a16="http://schemas.microsoft.com/office/drawing/2014/main" id="{F8ED439D-8A54-4753-8CAC-6461D10F96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9" y="2029"/>
              <a:ext cx="12" cy="14"/>
            </a:xfrm>
            <a:custGeom>
              <a:avLst/>
              <a:gdLst>
                <a:gd name="T0" fmla="*/ 12 w 5"/>
                <a:gd name="T1" fmla="*/ 22 h 5"/>
                <a:gd name="T2" fmla="*/ 12 w 5"/>
                <a:gd name="T3" fmla="*/ 87 h 5"/>
                <a:gd name="T4" fmla="*/ 12 w 5"/>
                <a:gd name="T5" fmla="*/ 62 h 5"/>
                <a:gd name="T6" fmla="*/ 12 w 5"/>
                <a:gd name="T7" fmla="*/ 62 h 5"/>
                <a:gd name="T8" fmla="*/ 29 w 5"/>
                <a:gd name="T9" fmla="*/ 109 h 5"/>
                <a:gd name="T10" fmla="*/ 58 w 5"/>
                <a:gd name="T11" fmla="*/ 87 h 5"/>
                <a:gd name="T12" fmla="*/ 70 w 5"/>
                <a:gd name="T13" fmla="*/ 62 h 5"/>
                <a:gd name="T14" fmla="*/ 70 w 5"/>
                <a:gd name="T15" fmla="*/ 62 h 5"/>
                <a:gd name="T16" fmla="*/ 70 w 5"/>
                <a:gd name="T17" fmla="*/ 62 h 5"/>
                <a:gd name="T18" fmla="*/ 70 w 5"/>
                <a:gd name="T19" fmla="*/ 62 h 5"/>
                <a:gd name="T20" fmla="*/ 70 w 5"/>
                <a:gd name="T21" fmla="*/ 22 h 5"/>
                <a:gd name="T22" fmla="*/ 41 w 5"/>
                <a:gd name="T23" fmla="*/ 0 h 5"/>
                <a:gd name="T24" fmla="*/ 12 w 5"/>
                <a:gd name="T25" fmla="*/ 22 h 5"/>
                <a:gd name="T26" fmla="*/ 29 w 5"/>
                <a:gd name="T27" fmla="*/ 48 h 5"/>
                <a:gd name="T28" fmla="*/ 70 w 5"/>
                <a:gd name="T29" fmla="*/ 62 h 5"/>
                <a:gd name="T30" fmla="*/ 58 w 5"/>
                <a:gd name="T31" fmla="*/ 62 h 5"/>
                <a:gd name="T32" fmla="*/ 29 w 5"/>
                <a:gd name="T33" fmla="*/ 87 h 5"/>
                <a:gd name="T34" fmla="*/ 12 w 5"/>
                <a:gd name="T35" fmla="*/ 62 h 5"/>
                <a:gd name="T36" fmla="*/ 29 w 5"/>
                <a:gd name="T37" fmla="*/ 48 h 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2" y="2"/>
                  </a:moveTo>
                  <a:cubicBezTo>
                    <a:pt x="3" y="1"/>
                    <a:pt x="4" y="2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9" name="Freeform 1569">
              <a:extLst>
                <a:ext uri="{FF2B5EF4-FFF2-40B4-BE49-F238E27FC236}">
                  <a16:creationId xmlns:a16="http://schemas.microsoft.com/office/drawing/2014/main" id="{59E3793A-1D09-44A8-A5F0-D4A9C1B1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035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0 w 6"/>
                <a:gd name="T3" fmla="*/ 33 h 7"/>
                <a:gd name="T4" fmla="*/ 0 w 6"/>
                <a:gd name="T5" fmla="*/ 54 h 7"/>
                <a:gd name="T6" fmla="*/ 20 w 6"/>
                <a:gd name="T7" fmla="*/ 67 h 7"/>
                <a:gd name="T8" fmla="*/ 20 w 6"/>
                <a:gd name="T9" fmla="*/ 67 h 7"/>
                <a:gd name="T10" fmla="*/ 33 w 6"/>
                <a:gd name="T11" fmla="*/ 100 h 7"/>
                <a:gd name="T12" fmla="*/ 63 w 6"/>
                <a:gd name="T13" fmla="*/ 100 h 7"/>
                <a:gd name="T14" fmla="*/ 95 w 6"/>
                <a:gd name="T15" fmla="*/ 33 h 7"/>
                <a:gd name="T16" fmla="*/ 50 w 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0" name="Freeform 1570">
              <a:extLst>
                <a:ext uri="{FF2B5EF4-FFF2-40B4-BE49-F238E27FC236}">
                  <a16:creationId xmlns:a16="http://schemas.microsoft.com/office/drawing/2014/main" id="{0BAC5EC6-2F51-4A60-8AD6-DBD42C04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984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0 w 6"/>
                <a:gd name="T3" fmla="*/ 35 h 6"/>
                <a:gd name="T4" fmla="*/ 20 w 6"/>
                <a:gd name="T5" fmla="*/ 77 h 6"/>
                <a:gd name="T6" fmla="*/ 33 w 6"/>
                <a:gd name="T7" fmla="*/ 93 h 6"/>
                <a:gd name="T8" fmla="*/ 33 w 6"/>
                <a:gd name="T9" fmla="*/ 115 h 6"/>
                <a:gd name="T10" fmla="*/ 83 w 6"/>
                <a:gd name="T11" fmla="*/ 115 h 6"/>
                <a:gd name="T12" fmla="*/ 95 w 6"/>
                <a:gd name="T13" fmla="*/ 77 h 6"/>
                <a:gd name="T14" fmla="*/ 95 w 6"/>
                <a:gd name="T15" fmla="*/ 77 h 6"/>
                <a:gd name="T16" fmla="*/ 95 w 6"/>
                <a:gd name="T17" fmla="*/ 56 h 6"/>
                <a:gd name="T18" fmla="*/ 95 w 6"/>
                <a:gd name="T19" fmla="*/ 56 h 6"/>
                <a:gd name="T20" fmla="*/ 95 w 6"/>
                <a:gd name="T21" fmla="*/ 35 h 6"/>
                <a:gd name="T22" fmla="*/ 50 w 6"/>
                <a:gd name="T23" fmla="*/ 0 h 6"/>
                <a:gd name="T24" fmla="*/ 0 w 6"/>
                <a:gd name="T25" fmla="*/ 21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1" name="Freeform 1571">
              <a:extLst>
                <a:ext uri="{FF2B5EF4-FFF2-40B4-BE49-F238E27FC236}">
                  <a16:creationId xmlns:a16="http://schemas.microsoft.com/office/drawing/2014/main" id="{944EEBD5-0EF7-4CFA-81A7-C5A5836D0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917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33 w 7"/>
                <a:gd name="T3" fmla="*/ 38 h 7"/>
                <a:gd name="T4" fmla="*/ 21 w 7"/>
                <a:gd name="T5" fmla="*/ 38 h 7"/>
                <a:gd name="T6" fmla="*/ 0 w 7"/>
                <a:gd name="T7" fmla="*/ 81 h 7"/>
                <a:gd name="T8" fmla="*/ 0 w 7"/>
                <a:gd name="T9" fmla="*/ 103 h 7"/>
                <a:gd name="T10" fmla="*/ 33 w 7"/>
                <a:gd name="T11" fmla="*/ 117 h 7"/>
                <a:gd name="T12" fmla="*/ 100 w 7"/>
                <a:gd name="T13" fmla="*/ 81 h 7"/>
                <a:gd name="T14" fmla="*/ 67 w 7"/>
                <a:gd name="T15" fmla="*/ 0 h 7"/>
                <a:gd name="T16" fmla="*/ 54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7"/>
                    <a:pt x="6" y="6"/>
                    <a:pt x="6" y="4"/>
                  </a:cubicBezTo>
                  <a:cubicBezTo>
                    <a:pt x="7" y="3"/>
                    <a:pt x="6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2" name="Freeform 1572">
              <a:extLst>
                <a:ext uri="{FF2B5EF4-FFF2-40B4-BE49-F238E27FC236}">
                  <a16:creationId xmlns:a16="http://schemas.microsoft.com/office/drawing/2014/main" id="{B6856DEA-DF77-4142-A984-29D696AA8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893"/>
              <a:ext cx="15" cy="19"/>
            </a:xfrm>
            <a:custGeom>
              <a:avLst/>
              <a:gdLst>
                <a:gd name="T0" fmla="*/ 33 w 6"/>
                <a:gd name="T1" fmla="*/ 22 h 7"/>
                <a:gd name="T2" fmla="*/ 0 w 6"/>
                <a:gd name="T3" fmla="*/ 81 h 7"/>
                <a:gd name="T4" fmla="*/ 33 w 6"/>
                <a:gd name="T5" fmla="*/ 117 h 7"/>
                <a:gd name="T6" fmla="*/ 95 w 6"/>
                <a:gd name="T7" fmla="*/ 103 h 7"/>
                <a:gd name="T8" fmla="*/ 95 w 6"/>
                <a:gd name="T9" fmla="*/ 81 h 7"/>
                <a:gd name="T10" fmla="*/ 95 w 6"/>
                <a:gd name="T11" fmla="*/ 60 h 7"/>
                <a:gd name="T12" fmla="*/ 83 w 6"/>
                <a:gd name="T13" fmla="*/ 38 h 7"/>
                <a:gd name="T14" fmla="*/ 83 w 6"/>
                <a:gd name="T15" fmla="*/ 22 h 7"/>
                <a:gd name="T16" fmla="*/ 33 w 6"/>
                <a:gd name="T17" fmla="*/ 2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4" y="7"/>
                    <a:pt x="5" y="6"/>
                    <a:pt x="6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3" name="Freeform 1573">
              <a:extLst>
                <a:ext uri="{FF2B5EF4-FFF2-40B4-BE49-F238E27FC236}">
                  <a16:creationId xmlns:a16="http://schemas.microsoft.com/office/drawing/2014/main" id="{DA253B15-2EB0-42ED-A6AC-7420758BEE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6" y="1957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0 w 6"/>
                <a:gd name="T3" fmla="*/ 60 h 7"/>
                <a:gd name="T4" fmla="*/ 0 w 6"/>
                <a:gd name="T5" fmla="*/ 60 h 7"/>
                <a:gd name="T6" fmla="*/ 20 w 6"/>
                <a:gd name="T7" fmla="*/ 81 h 7"/>
                <a:gd name="T8" fmla="*/ 33 w 6"/>
                <a:gd name="T9" fmla="*/ 103 h 7"/>
                <a:gd name="T10" fmla="*/ 33 w 6"/>
                <a:gd name="T11" fmla="*/ 117 h 7"/>
                <a:gd name="T12" fmla="*/ 83 w 6"/>
                <a:gd name="T13" fmla="*/ 103 h 7"/>
                <a:gd name="T14" fmla="*/ 83 w 6"/>
                <a:gd name="T15" fmla="*/ 103 h 7"/>
                <a:gd name="T16" fmla="*/ 95 w 6"/>
                <a:gd name="T17" fmla="*/ 60 h 7"/>
                <a:gd name="T18" fmla="*/ 95 w 6"/>
                <a:gd name="T19" fmla="*/ 60 h 7"/>
                <a:gd name="T20" fmla="*/ 63 w 6"/>
                <a:gd name="T21" fmla="*/ 22 h 7"/>
                <a:gd name="T22" fmla="*/ 63 w 6"/>
                <a:gd name="T23" fmla="*/ 0 h 7"/>
                <a:gd name="T24" fmla="*/ 20 w 6"/>
                <a:gd name="T25" fmla="*/ 22 h 7"/>
                <a:gd name="T26" fmla="*/ 63 w 6"/>
                <a:gd name="T27" fmla="*/ 38 h 7"/>
                <a:gd name="T28" fmla="*/ 83 w 6"/>
                <a:gd name="T29" fmla="*/ 60 h 7"/>
                <a:gd name="T30" fmla="*/ 83 w 6"/>
                <a:gd name="T31" fmla="*/ 60 h 7"/>
                <a:gd name="T32" fmla="*/ 63 w 6"/>
                <a:gd name="T33" fmla="*/ 38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4" y="2"/>
                  </a:moveTo>
                  <a:cubicBezTo>
                    <a:pt x="4" y="2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4" name="Freeform 1574">
              <a:extLst>
                <a:ext uri="{FF2B5EF4-FFF2-40B4-BE49-F238E27FC236}">
                  <a16:creationId xmlns:a16="http://schemas.microsoft.com/office/drawing/2014/main" id="{F518365D-2ABB-4351-9493-6C362CE138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" y="1973"/>
              <a:ext cx="10" cy="14"/>
            </a:xfrm>
            <a:custGeom>
              <a:avLst/>
              <a:gdLst>
                <a:gd name="T0" fmla="*/ 0 w 4"/>
                <a:gd name="T1" fmla="*/ 22 h 5"/>
                <a:gd name="T2" fmla="*/ 0 w 4"/>
                <a:gd name="T3" fmla="*/ 62 h 5"/>
                <a:gd name="T4" fmla="*/ 0 w 4"/>
                <a:gd name="T5" fmla="*/ 62 h 5"/>
                <a:gd name="T6" fmla="*/ 0 w 4"/>
                <a:gd name="T7" fmla="*/ 62 h 5"/>
                <a:gd name="T8" fmla="*/ 0 w 4"/>
                <a:gd name="T9" fmla="*/ 62 h 5"/>
                <a:gd name="T10" fmla="*/ 0 w 4"/>
                <a:gd name="T11" fmla="*/ 87 h 5"/>
                <a:gd name="T12" fmla="*/ 0 w 4"/>
                <a:gd name="T13" fmla="*/ 87 h 5"/>
                <a:gd name="T14" fmla="*/ 20 w 4"/>
                <a:gd name="T15" fmla="*/ 109 h 5"/>
                <a:gd name="T16" fmla="*/ 20 w 4"/>
                <a:gd name="T17" fmla="*/ 109 h 5"/>
                <a:gd name="T18" fmla="*/ 33 w 4"/>
                <a:gd name="T19" fmla="*/ 109 h 5"/>
                <a:gd name="T20" fmla="*/ 33 w 4"/>
                <a:gd name="T21" fmla="*/ 109 h 5"/>
                <a:gd name="T22" fmla="*/ 33 w 4"/>
                <a:gd name="T23" fmla="*/ 109 h 5"/>
                <a:gd name="T24" fmla="*/ 63 w 4"/>
                <a:gd name="T25" fmla="*/ 109 h 5"/>
                <a:gd name="T26" fmla="*/ 63 w 4"/>
                <a:gd name="T27" fmla="*/ 62 h 5"/>
                <a:gd name="T28" fmla="*/ 63 w 4"/>
                <a:gd name="T29" fmla="*/ 48 h 5"/>
                <a:gd name="T30" fmla="*/ 63 w 4"/>
                <a:gd name="T31" fmla="*/ 22 h 5"/>
                <a:gd name="T32" fmla="*/ 63 w 4"/>
                <a:gd name="T33" fmla="*/ 22 h 5"/>
                <a:gd name="T34" fmla="*/ 63 w 4"/>
                <a:gd name="T35" fmla="*/ 22 h 5"/>
                <a:gd name="T36" fmla="*/ 33 w 4"/>
                <a:gd name="T37" fmla="*/ 0 h 5"/>
                <a:gd name="T38" fmla="*/ 0 w 4"/>
                <a:gd name="T39" fmla="*/ 22 h 5"/>
                <a:gd name="T40" fmla="*/ 33 w 4"/>
                <a:gd name="T41" fmla="*/ 22 h 5"/>
                <a:gd name="T42" fmla="*/ 33 w 4"/>
                <a:gd name="T43" fmla="*/ 22 h 5"/>
                <a:gd name="T44" fmla="*/ 33 w 4"/>
                <a:gd name="T45" fmla="*/ 22 h 5"/>
                <a:gd name="T46" fmla="*/ 0 w 4"/>
                <a:gd name="T47" fmla="*/ 62 h 5"/>
                <a:gd name="T48" fmla="*/ 20 w 4"/>
                <a:gd name="T49" fmla="*/ 48 h 5"/>
                <a:gd name="T50" fmla="*/ 0 w 4"/>
                <a:gd name="T51" fmla="*/ 62 h 5"/>
                <a:gd name="T52" fmla="*/ 20 w 4"/>
                <a:gd name="T53" fmla="*/ 87 h 5"/>
                <a:gd name="T54" fmla="*/ 20 w 4"/>
                <a:gd name="T55" fmla="*/ 62 h 5"/>
                <a:gd name="T56" fmla="*/ 50 w 4"/>
                <a:gd name="T57" fmla="*/ 22 h 5"/>
                <a:gd name="T58" fmla="*/ 63 w 4"/>
                <a:gd name="T59" fmla="*/ 48 h 5"/>
                <a:gd name="T60" fmla="*/ 63 w 4"/>
                <a:gd name="T61" fmla="*/ 62 h 5"/>
                <a:gd name="T62" fmla="*/ 50 w 4"/>
                <a:gd name="T63" fmla="*/ 87 h 5"/>
                <a:gd name="T64" fmla="*/ 20 w 4"/>
                <a:gd name="T65" fmla="*/ 109 h 5"/>
                <a:gd name="T66" fmla="*/ 20 w 4"/>
                <a:gd name="T67" fmla="*/ 87 h 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0" y="3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lose/>
                  <a:moveTo>
                    <a:pt x="1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5" name="Freeform 1575">
              <a:extLst>
                <a:ext uri="{FF2B5EF4-FFF2-40B4-BE49-F238E27FC236}">
                  <a16:creationId xmlns:a16="http://schemas.microsoft.com/office/drawing/2014/main" id="{DAB428DB-FE2B-40C8-A9FA-14BED219E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9" y="1843"/>
              <a:ext cx="12" cy="16"/>
            </a:xfrm>
            <a:custGeom>
              <a:avLst/>
              <a:gdLst>
                <a:gd name="T0" fmla="*/ 29 w 5"/>
                <a:gd name="T1" fmla="*/ 0 h 6"/>
                <a:gd name="T2" fmla="*/ 0 w 5"/>
                <a:gd name="T3" fmla="*/ 35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77 h 6"/>
                <a:gd name="T10" fmla="*/ 12 w 5"/>
                <a:gd name="T11" fmla="*/ 115 h 6"/>
                <a:gd name="T12" fmla="*/ 58 w 5"/>
                <a:gd name="T13" fmla="*/ 93 h 6"/>
                <a:gd name="T14" fmla="*/ 70 w 5"/>
                <a:gd name="T15" fmla="*/ 77 h 6"/>
                <a:gd name="T16" fmla="*/ 70 w 5"/>
                <a:gd name="T17" fmla="*/ 56 h 6"/>
                <a:gd name="T18" fmla="*/ 70 w 5"/>
                <a:gd name="T19" fmla="*/ 56 h 6"/>
                <a:gd name="T20" fmla="*/ 58 w 5"/>
                <a:gd name="T21" fmla="*/ 21 h 6"/>
                <a:gd name="T22" fmla="*/ 41 w 5"/>
                <a:gd name="T23" fmla="*/ 21 h 6"/>
                <a:gd name="T24" fmla="*/ 41 w 5"/>
                <a:gd name="T25" fmla="*/ 21 h 6"/>
                <a:gd name="T26" fmla="*/ 41 w 5"/>
                <a:gd name="T27" fmla="*/ 21 h 6"/>
                <a:gd name="T28" fmla="*/ 29 w 5"/>
                <a:gd name="T29" fmla="*/ 0 h 6"/>
                <a:gd name="T30" fmla="*/ 58 w 5"/>
                <a:gd name="T31" fmla="*/ 77 h 6"/>
                <a:gd name="T32" fmla="*/ 41 w 5"/>
                <a:gd name="T33" fmla="*/ 93 h 6"/>
                <a:gd name="T34" fmla="*/ 29 w 5"/>
                <a:gd name="T35" fmla="*/ 93 h 6"/>
                <a:gd name="T36" fmla="*/ 12 w 5"/>
                <a:gd name="T37" fmla="*/ 77 h 6"/>
                <a:gd name="T38" fmla="*/ 58 w 5"/>
                <a:gd name="T39" fmla="*/ 77 h 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  <a:close/>
                  <a:moveTo>
                    <a:pt x="4" y="4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4"/>
                    <a:pt x="1" y="4"/>
                  </a:cubicBezTo>
                  <a:cubicBezTo>
                    <a:pt x="2" y="5"/>
                    <a:pt x="3" y="4"/>
                    <a:pt x="4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6" name="Freeform 1576">
              <a:extLst>
                <a:ext uri="{FF2B5EF4-FFF2-40B4-BE49-F238E27FC236}">
                  <a16:creationId xmlns:a16="http://schemas.microsoft.com/office/drawing/2014/main" id="{ECDB4613-ACE7-4248-826E-B103728525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9" y="1968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12 w 7"/>
                <a:gd name="T3" fmla="*/ 117 h 7"/>
                <a:gd name="T4" fmla="*/ 41 w 7"/>
                <a:gd name="T5" fmla="*/ 141 h 7"/>
                <a:gd name="T6" fmla="*/ 58 w 7"/>
                <a:gd name="T7" fmla="*/ 117 h 7"/>
                <a:gd name="T8" fmla="*/ 87 w 7"/>
                <a:gd name="T9" fmla="*/ 81 h 7"/>
                <a:gd name="T10" fmla="*/ 100 w 7"/>
                <a:gd name="T11" fmla="*/ 38 h 7"/>
                <a:gd name="T12" fmla="*/ 100 w 7"/>
                <a:gd name="T13" fmla="*/ 38 h 7"/>
                <a:gd name="T14" fmla="*/ 70 w 7"/>
                <a:gd name="T15" fmla="*/ 0 h 7"/>
                <a:gd name="T16" fmla="*/ 58 w 7"/>
                <a:gd name="T17" fmla="*/ 0 h 7"/>
                <a:gd name="T18" fmla="*/ 58 w 7"/>
                <a:gd name="T19" fmla="*/ 22 h 7"/>
                <a:gd name="T20" fmla="*/ 41 w 7"/>
                <a:gd name="T21" fmla="*/ 0 h 7"/>
                <a:gd name="T22" fmla="*/ 12 w 7"/>
                <a:gd name="T23" fmla="*/ 22 h 7"/>
                <a:gd name="T24" fmla="*/ 29 w 7"/>
                <a:gd name="T25" fmla="*/ 60 h 7"/>
                <a:gd name="T26" fmla="*/ 29 w 7"/>
                <a:gd name="T27" fmla="*/ 60 h 7"/>
                <a:gd name="T28" fmla="*/ 29 w 7"/>
                <a:gd name="T29" fmla="*/ 38 h 7"/>
                <a:gd name="T30" fmla="*/ 70 w 7"/>
                <a:gd name="T31" fmla="*/ 60 h 7"/>
                <a:gd name="T32" fmla="*/ 41 w 7"/>
                <a:gd name="T33" fmla="*/ 81 h 7"/>
                <a:gd name="T34" fmla="*/ 29 w 7"/>
                <a:gd name="T35" fmla="*/ 6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6"/>
                    <a:pt x="2" y="7"/>
                    <a:pt x="3" y="7"/>
                  </a:cubicBezTo>
                  <a:cubicBezTo>
                    <a:pt x="3" y="7"/>
                    <a:pt x="3" y="7"/>
                    <a:pt x="4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7" name="Freeform 1577">
              <a:extLst>
                <a:ext uri="{FF2B5EF4-FFF2-40B4-BE49-F238E27FC236}">
                  <a16:creationId xmlns:a16="http://schemas.microsoft.com/office/drawing/2014/main" id="{BACB2BE4-A6AC-424E-B093-651DFF5CBC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1" y="1936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0 w 5"/>
                <a:gd name="T3" fmla="*/ 55 h 5"/>
                <a:gd name="T4" fmla="*/ 34 w 5"/>
                <a:gd name="T5" fmla="*/ 88 h 5"/>
                <a:gd name="T6" fmla="*/ 88 w 5"/>
                <a:gd name="T7" fmla="*/ 68 h 5"/>
                <a:gd name="T8" fmla="*/ 88 w 5"/>
                <a:gd name="T9" fmla="*/ 34 h 5"/>
                <a:gd name="T10" fmla="*/ 88 w 5"/>
                <a:gd name="T11" fmla="*/ 21 h 5"/>
                <a:gd name="T12" fmla="*/ 55 w 5"/>
                <a:gd name="T13" fmla="*/ 0 h 5"/>
                <a:gd name="T14" fmla="*/ 88 w 5"/>
                <a:gd name="T15" fmla="*/ 68 h 5"/>
                <a:gd name="T16" fmla="*/ 88 w 5"/>
                <a:gd name="T17" fmla="*/ 68 h 5"/>
                <a:gd name="T18" fmla="*/ 88 w 5"/>
                <a:gd name="T19" fmla="*/ 68 h 5"/>
                <a:gd name="T20" fmla="*/ 88 w 5"/>
                <a:gd name="T21" fmla="*/ 68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8" name="Freeform 1578">
              <a:extLst>
                <a:ext uri="{FF2B5EF4-FFF2-40B4-BE49-F238E27FC236}">
                  <a16:creationId xmlns:a16="http://schemas.microsoft.com/office/drawing/2014/main" id="{4F2DBB44-5B40-403D-9303-F9565F04AE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1883"/>
              <a:ext cx="15" cy="18"/>
            </a:xfrm>
            <a:custGeom>
              <a:avLst/>
              <a:gdLst>
                <a:gd name="T0" fmla="*/ 0 w 6"/>
                <a:gd name="T1" fmla="*/ 33 h 7"/>
                <a:gd name="T2" fmla="*/ 20 w 6"/>
                <a:gd name="T3" fmla="*/ 100 h 7"/>
                <a:gd name="T4" fmla="*/ 63 w 6"/>
                <a:gd name="T5" fmla="*/ 118 h 7"/>
                <a:gd name="T6" fmla="*/ 95 w 6"/>
                <a:gd name="T7" fmla="*/ 54 h 7"/>
                <a:gd name="T8" fmla="*/ 95 w 6"/>
                <a:gd name="T9" fmla="*/ 54 h 7"/>
                <a:gd name="T10" fmla="*/ 83 w 6"/>
                <a:gd name="T11" fmla="*/ 33 h 7"/>
                <a:gd name="T12" fmla="*/ 83 w 6"/>
                <a:gd name="T13" fmla="*/ 33 h 7"/>
                <a:gd name="T14" fmla="*/ 63 w 6"/>
                <a:gd name="T15" fmla="*/ 0 h 7"/>
                <a:gd name="T16" fmla="*/ 0 w 6"/>
                <a:gd name="T17" fmla="*/ 33 h 7"/>
                <a:gd name="T18" fmla="*/ 50 w 6"/>
                <a:gd name="T19" fmla="*/ 54 h 7"/>
                <a:gd name="T20" fmla="*/ 63 w 6"/>
                <a:gd name="T21" fmla="*/ 54 h 7"/>
                <a:gd name="T22" fmla="*/ 63 w 6"/>
                <a:gd name="T23" fmla="*/ 67 h 7"/>
                <a:gd name="T24" fmla="*/ 50 w 6"/>
                <a:gd name="T25" fmla="*/ 67 h 7"/>
                <a:gd name="T26" fmla="*/ 83 w 6"/>
                <a:gd name="T27" fmla="*/ 54 h 7"/>
                <a:gd name="T28" fmla="*/ 95 w 6"/>
                <a:gd name="T29" fmla="*/ 54 h 7"/>
                <a:gd name="T30" fmla="*/ 83 w 6"/>
                <a:gd name="T31" fmla="*/ 67 h 7"/>
                <a:gd name="T32" fmla="*/ 63 w 6"/>
                <a:gd name="T33" fmla="*/ 85 h 7"/>
                <a:gd name="T34" fmla="*/ 50 w 6"/>
                <a:gd name="T35" fmla="*/ 85 h 7"/>
                <a:gd name="T36" fmla="*/ 33 w 6"/>
                <a:gd name="T37" fmla="*/ 67 h 7"/>
                <a:gd name="T38" fmla="*/ 33 w 6"/>
                <a:gd name="T39" fmla="*/ 67 h 7"/>
                <a:gd name="T40" fmla="*/ 50 w 6"/>
                <a:gd name="T41" fmla="*/ 54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6" y="6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lose/>
                  <a:moveTo>
                    <a:pt x="3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9" name="Freeform 1579">
              <a:extLst>
                <a:ext uri="{FF2B5EF4-FFF2-40B4-BE49-F238E27FC236}">
                  <a16:creationId xmlns:a16="http://schemas.microsoft.com/office/drawing/2014/main" id="{F156E020-41B7-44AB-B05B-81827C935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885"/>
              <a:ext cx="18" cy="22"/>
            </a:xfrm>
            <a:custGeom>
              <a:avLst/>
              <a:gdLst>
                <a:gd name="T0" fmla="*/ 54 w 7"/>
                <a:gd name="T1" fmla="*/ 0 h 8"/>
                <a:gd name="T2" fmla="*/ 33 w 7"/>
                <a:gd name="T3" fmla="*/ 22 h 8"/>
                <a:gd name="T4" fmla="*/ 33 w 7"/>
                <a:gd name="T5" fmla="*/ 47 h 8"/>
                <a:gd name="T6" fmla="*/ 21 w 7"/>
                <a:gd name="T7" fmla="*/ 47 h 8"/>
                <a:gd name="T8" fmla="*/ 21 w 7"/>
                <a:gd name="T9" fmla="*/ 61 h 8"/>
                <a:gd name="T10" fmla="*/ 21 w 7"/>
                <a:gd name="T11" fmla="*/ 83 h 8"/>
                <a:gd name="T12" fmla="*/ 0 w 7"/>
                <a:gd name="T13" fmla="*/ 107 h 8"/>
                <a:gd name="T14" fmla="*/ 21 w 7"/>
                <a:gd name="T15" fmla="*/ 129 h 8"/>
                <a:gd name="T16" fmla="*/ 54 w 7"/>
                <a:gd name="T17" fmla="*/ 168 h 8"/>
                <a:gd name="T18" fmla="*/ 100 w 7"/>
                <a:gd name="T19" fmla="*/ 129 h 8"/>
                <a:gd name="T20" fmla="*/ 118 w 7"/>
                <a:gd name="T21" fmla="*/ 61 h 8"/>
                <a:gd name="T22" fmla="*/ 100 w 7"/>
                <a:gd name="T23" fmla="*/ 47 h 8"/>
                <a:gd name="T24" fmla="*/ 100 w 7"/>
                <a:gd name="T25" fmla="*/ 47 h 8"/>
                <a:gd name="T26" fmla="*/ 100 w 7"/>
                <a:gd name="T27" fmla="*/ 47 h 8"/>
                <a:gd name="T28" fmla="*/ 100 w 7"/>
                <a:gd name="T29" fmla="*/ 22 h 8"/>
                <a:gd name="T30" fmla="*/ 85 w 7"/>
                <a:gd name="T31" fmla="*/ 22 h 8"/>
                <a:gd name="T32" fmla="*/ 67 w 7"/>
                <a:gd name="T33" fmla="*/ 0 h 8"/>
                <a:gd name="T34" fmla="*/ 54 w 7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" y="7"/>
                    <a:pt x="2" y="8"/>
                    <a:pt x="3" y="8"/>
                  </a:cubicBezTo>
                  <a:cubicBezTo>
                    <a:pt x="4" y="8"/>
                    <a:pt x="5" y="7"/>
                    <a:pt x="6" y="6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7" y="3"/>
                    <a:pt x="7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0" name="Freeform 1580">
              <a:extLst>
                <a:ext uri="{FF2B5EF4-FFF2-40B4-BE49-F238E27FC236}">
                  <a16:creationId xmlns:a16="http://schemas.microsoft.com/office/drawing/2014/main" id="{C0D6413A-EFD4-4C36-8AFD-02622CB57D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9" y="1837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0 w 4"/>
                <a:gd name="T3" fmla="*/ 56 h 6"/>
                <a:gd name="T4" fmla="*/ 0 w 4"/>
                <a:gd name="T5" fmla="*/ 77 h 6"/>
                <a:gd name="T6" fmla="*/ 50 w 4"/>
                <a:gd name="T7" fmla="*/ 93 h 6"/>
                <a:gd name="T8" fmla="*/ 20 w 4"/>
                <a:gd name="T9" fmla="*/ 77 h 6"/>
                <a:gd name="T10" fmla="*/ 33 w 4"/>
                <a:gd name="T11" fmla="*/ 21 h 6"/>
                <a:gd name="T12" fmla="*/ 63 w 4"/>
                <a:gd name="T13" fmla="*/ 35 h 6"/>
                <a:gd name="T14" fmla="*/ 63 w 4"/>
                <a:gd name="T15" fmla="*/ 56 h 6"/>
                <a:gd name="T16" fmla="*/ 63 w 4"/>
                <a:gd name="T17" fmla="*/ 35 h 6"/>
                <a:gd name="T18" fmla="*/ 63 w 4"/>
                <a:gd name="T19" fmla="*/ 35 h 6"/>
                <a:gd name="T20" fmla="*/ 33 w 4"/>
                <a:gd name="T21" fmla="*/ 0 h 6"/>
                <a:gd name="T22" fmla="*/ 50 w 4"/>
                <a:gd name="T23" fmla="*/ 77 h 6"/>
                <a:gd name="T24" fmla="*/ 63 w 4"/>
                <a:gd name="T25" fmla="*/ 56 h 6"/>
                <a:gd name="T26" fmla="*/ 63 w 4"/>
                <a:gd name="T27" fmla="*/ 56 h 6"/>
                <a:gd name="T28" fmla="*/ 50 w 4"/>
                <a:gd name="T29" fmla="*/ 77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3" y="4"/>
                  </a:moveTo>
                  <a:cubicBezTo>
                    <a:pt x="3" y="4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1" name="Freeform 1581">
              <a:extLst>
                <a:ext uri="{FF2B5EF4-FFF2-40B4-BE49-F238E27FC236}">
                  <a16:creationId xmlns:a16="http://schemas.microsoft.com/office/drawing/2014/main" id="{DD600644-0941-4C3E-B606-D3650FDA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973"/>
              <a:ext cx="20" cy="22"/>
            </a:xfrm>
            <a:custGeom>
              <a:avLst/>
              <a:gdLst>
                <a:gd name="T0" fmla="*/ 50 w 8"/>
                <a:gd name="T1" fmla="*/ 0 h 8"/>
                <a:gd name="T2" fmla="*/ 33 w 8"/>
                <a:gd name="T3" fmla="*/ 47 h 8"/>
                <a:gd name="T4" fmla="*/ 0 w 8"/>
                <a:gd name="T5" fmla="*/ 107 h 8"/>
                <a:gd name="T6" fmla="*/ 0 w 8"/>
                <a:gd name="T7" fmla="*/ 129 h 8"/>
                <a:gd name="T8" fmla="*/ 50 w 8"/>
                <a:gd name="T9" fmla="*/ 168 h 8"/>
                <a:gd name="T10" fmla="*/ 113 w 8"/>
                <a:gd name="T11" fmla="*/ 129 h 8"/>
                <a:gd name="T12" fmla="*/ 95 w 8"/>
                <a:gd name="T13" fmla="*/ 22 h 8"/>
                <a:gd name="T14" fmla="*/ 50 w 8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3" y="1"/>
                    <a:pt x="2" y="1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7"/>
                    <a:pt x="2" y="8"/>
                    <a:pt x="3" y="8"/>
                  </a:cubicBezTo>
                  <a:cubicBezTo>
                    <a:pt x="5" y="8"/>
                    <a:pt x="6" y="8"/>
                    <a:pt x="7" y="6"/>
                  </a:cubicBezTo>
                  <a:cubicBezTo>
                    <a:pt x="8" y="4"/>
                    <a:pt x="7" y="2"/>
                    <a:pt x="6" y="1"/>
                  </a:cubicBezTo>
                  <a:cubicBezTo>
                    <a:pt x="6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2" name="Freeform 1582">
              <a:extLst>
                <a:ext uri="{FF2B5EF4-FFF2-40B4-BE49-F238E27FC236}">
                  <a16:creationId xmlns:a16="http://schemas.microsoft.com/office/drawing/2014/main" id="{1E5FD394-8312-4AF0-8F4F-45E23F4FBD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6" y="1973"/>
              <a:ext cx="10" cy="16"/>
            </a:xfrm>
            <a:custGeom>
              <a:avLst/>
              <a:gdLst>
                <a:gd name="T0" fmla="*/ 20 w 4"/>
                <a:gd name="T1" fmla="*/ 35 h 6"/>
                <a:gd name="T2" fmla="*/ 33 w 4"/>
                <a:gd name="T3" fmla="*/ 0 h 6"/>
                <a:gd name="T4" fmla="*/ 20 w 4"/>
                <a:gd name="T5" fmla="*/ 35 h 6"/>
                <a:gd name="T6" fmla="*/ 0 w 4"/>
                <a:gd name="T7" fmla="*/ 56 h 6"/>
                <a:gd name="T8" fmla="*/ 0 w 4"/>
                <a:gd name="T9" fmla="*/ 56 h 6"/>
                <a:gd name="T10" fmla="*/ 20 w 4"/>
                <a:gd name="T11" fmla="*/ 93 h 6"/>
                <a:gd name="T12" fmla="*/ 63 w 4"/>
                <a:gd name="T13" fmla="*/ 77 h 6"/>
                <a:gd name="T14" fmla="*/ 63 w 4"/>
                <a:gd name="T15" fmla="*/ 77 h 6"/>
                <a:gd name="T16" fmla="*/ 50 w 4"/>
                <a:gd name="T17" fmla="*/ 77 h 6"/>
                <a:gd name="T18" fmla="*/ 20 w 4"/>
                <a:gd name="T19" fmla="*/ 56 h 6"/>
                <a:gd name="T20" fmla="*/ 20 w 4"/>
                <a:gd name="T21" fmla="*/ 35 h 6"/>
                <a:gd name="T22" fmla="*/ 20 w 4"/>
                <a:gd name="T23" fmla="*/ 35 h 6"/>
                <a:gd name="T24" fmla="*/ 0 w 4"/>
                <a:gd name="T25" fmla="*/ 56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3" name="Freeform 1583">
              <a:extLst>
                <a:ext uri="{FF2B5EF4-FFF2-40B4-BE49-F238E27FC236}">
                  <a16:creationId xmlns:a16="http://schemas.microsoft.com/office/drawing/2014/main" id="{DA11B036-F6DC-4B22-AAA2-8D9960A2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011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20 w 6"/>
                <a:gd name="T3" fmla="*/ 35 h 6"/>
                <a:gd name="T4" fmla="*/ 20 w 6"/>
                <a:gd name="T5" fmla="*/ 35 h 6"/>
                <a:gd name="T6" fmla="*/ 33 w 6"/>
                <a:gd name="T7" fmla="*/ 21 h 6"/>
                <a:gd name="T8" fmla="*/ 50 w 6"/>
                <a:gd name="T9" fmla="*/ 21 h 6"/>
                <a:gd name="T10" fmla="*/ 83 w 6"/>
                <a:gd name="T11" fmla="*/ 56 h 6"/>
                <a:gd name="T12" fmla="*/ 63 w 6"/>
                <a:gd name="T13" fmla="*/ 77 h 6"/>
                <a:gd name="T14" fmla="*/ 20 w 6"/>
                <a:gd name="T15" fmla="*/ 77 h 6"/>
                <a:gd name="T16" fmla="*/ 20 w 6"/>
                <a:gd name="T17" fmla="*/ 21 h 6"/>
                <a:gd name="T18" fmla="*/ 20 w 6"/>
                <a:gd name="T19" fmla="*/ 77 h 6"/>
                <a:gd name="T20" fmla="*/ 33 w 6"/>
                <a:gd name="T21" fmla="*/ 115 h 6"/>
                <a:gd name="T22" fmla="*/ 50 w 6"/>
                <a:gd name="T23" fmla="*/ 93 h 6"/>
                <a:gd name="T24" fmla="*/ 83 w 6"/>
                <a:gd name="T25" fmla="*/ 77 h 6"/>
                <a:gd name="T26" fmla="*/ 83 w 6"/>
                <a:gd name="T27" fmla="*/ 21 h 6"/>
                <a:gd name="T28" fmla="*/ 3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2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2" y="6"/>
                    <a:pt x="3" y="6"/>
                    <a:pt x="3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4" name="Freeform 1584">
              <a:extLst>
                <a:ext uri="{FF2B5EF4-FFF2-40B4-BE49-F238E27FC236}">
                  <a16:creationId xmlns:a16="http://schemas.microsoft.com/office/drawing/2014/main" id="{15A2709C-C78A-4E18-9189-A5DE0E581C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" y="1987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0 w 6"/>
                <a:gd name="T3" fmla="*/ 35 h 6"/>
                <a:gd name="T4" fmla="*/ 20 w 6"/>
                <a:gd name="T5" fmla="*/ 93 h 6"/>
                <a:gd name="T6" fmla="*/ 63 w 6"/>
                <a:gd name="T7" fmla="*/ 115 h 6"/>
                <a:gd name="T8" fmla="*/ 95 w 6"/>
                <a:gd name="T9" fmla="*/ 77 h 6"/>
                <a:gd name="T10" fmla="*/ 95 w 6"/>
                <a:gd name="T11" fmla="*/ 56 h 6"/>
                <a:gd name="T12" fmla="*/ 83 w 6"/>
                <a:gd name="T13" fmla="*/ 35 h 6"/>
                <a:gd name="T14" fmla="*/ 83 w 6"/>
                <a:gd name="T15" fmla="*/ 35 h 6"/>
                <a:gd name="T16" fmla="*/ 63 w 6"/>
                <a:gd name="T17" fmla="*/ 21 h 6"/>
                <a:gd name="T18" fmla="*/ 33 w 6"/>
                <a:gd name="T19" fmla="*/ 0 h 6"/>
                <a:gd name="T20" fmla="*/ 20 w 6"/>
                <a:gd name="T21" fmla="*/ 56 h 6"/>
                <a:gd name="T22" fmla="*/ 20 w 6"/>
                <a:gd name="T23" fmla="*/ 35 h 6"/>
                <a:gd name="T24" fmla="*/ 20 w 6"/>
                <a:gd name="T25" fmla="*/ 56 h 6"/>
                <a:gd name="T26" fmla="*/ 20 w 6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3" y="6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1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5" name="Freeform 1585">
              <a:extLst>
                <a:ext uri="{FF2B5EF4-FFF2-40B4-BE49-F238E27FC236}">
                  <a16:creationId xmlns:a16="http://schemas.microsoft.com/office/drawing/2014/main" id="{C205E8B8-186B-405D-8B05-F0D0784AB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016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20 w 6"/>
                <a:gd name="T3" fmla="*/ 93 h 6"/>
                <a:gd name="T4" fmla="*/ 33 w 6"/>
                <a:gd name="T5" fmla="*/ 115 h 6"/>
                <a:gd name="T6" fmla="*/ 83 w 6"/>
                <a:gd name="T7" fmla="*/ 93 h 6"/>
                <a:gd name="T8" fmla="*/ 95 w 6"/>
                <a:gd name="T9" fmla="*/ 77 h 6"/>
                <a:gd name="T10" fmla="*/ 95 w 6"/>
                <a:gd name="T11" fmla="*/ 35 h 6"/>
                <a:gd name="T12" fmla="*/ 83 w 6"/>
                <a:gd name="T13" fmla="*/ 35 h 6"/>
                <a:gd name="T14" fmla="*/ 83 w 6"/>
                <a:gd name="T15" fmla="*/ 21 h 6"/>
                <a:gd name="T16" fmla="*/ 33 w 6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6" name="Freeform 1586">
              <a:extLst>
                <a:ext uri="{FF2B5EF4-FFF2-40B4-BE49-F238E27FC236}">
                  <a16:creationId xmlns:a16="http://schemas.microsoft.com/office/drawing/2014/main" id="{16508B46-CB1C-4DA8-840F-DC1B9CAE6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02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20 w 6"/>
                <a:gd name="T3" fmla="*/ 93 h 6"/>
                <a:gd name="T4" fmla="*/ 50 w 6"/>
                <a:gd name="T5" fmla="*/ 115 h 6"/>
                <a:gd name="T6" fmla="*/ 83 w 6"/>
                <a:gd name="T7" fmla="*/ 93 h 6"/>
                <a:gd name="T8" fmla="*/ 95 w 6"/>
                <a:gd name="T9" fmla="*/ 56 h 6"/>
                <a:gd name="T10" fmla="*/ 95 w 6"/>
                <a:gd name="T11" fmla="*/ 35 h 6"/>
                <a:gd name="T12" fmla="*/ 63 w 6"/>
                <a:gd name="T13" fmla="*/ 2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2" y="1"/>
                    <a:pt x="0" y="2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1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7" name="Freeform 1587">
              <a:extLst>
                <a:ext uri="{FF2B5EF4-FFF2-40B4-BE49-F238E27FC236}">
                  <a16:creationId xmlns:a16="http://schemas.microsoft.com/office/drawing/2014/main" id="{67717299-BA2D-44A0-AA65-059377DEF0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9" y="2080"/>
              <a:ext cx="12" cy="19"/>
            </a:xfrm>
            <a:custGeom>
              <a:avLst/>
              <a:gdLst>
                <a:gd name="T0" fmla="*/ 29 w 5"/>
                <a:gd name="T1" fmla="*/ 22 h 7"/>
                <a:gd name="T2" fmla="*/ 12 w 5"/>
                <a:gd name="T3" fmla="*/ 117 h 7"/>
                <a:gd name="T4" fmla="*/ 41 w 5"/>
                <a:gd name="T5" fmla="*/ 141 h 7"/>
                <a:gd name="T6" fmla="*/ 70 w 5"/>
                <a:gd name="T7" fmla="*/ 81 h 7"/>
                <a:gd name="T8" fmla="*/ 58 w 5"/>
                <a:gd name="T9" fmla="*/ 81 h 7"/>
                <a:gd name="T10" fmla="*/ 70 w 5"/>
                <a:gd name="T11" fmla="*/ 60 h 7"/>
                <a:gd name="T12" fmla="*/ 70 w 5"/>
                <a:gd name="T13" fmla="*/ 38 h 7"/>
                <a:gd name="T14" fmla="*/ 29 w 5"/>
                <a:gd name="T15" fmla="*/ 22 h 7"/>
                <a:gd name="T16" fmla="*/ 58 w 5"/>
                <a:gd name="T17" fmla="*/ 81 h 7"/>
                <a:gd name="T18" fmla="*/ 58 w 5"/>
                <a:gd name="T19" fmla="*/ 81 h 7"/>
                <a:gd name="T20" fmla="*/ 58 w 5"/>
                <a:gd name="T21" fmla="*/ 103 h 7"/>
                <a:gd name="T22" fmla="*/ 58 w 5"/>
                <a:gd name="T23" fmla="*/ 81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8" name="Freeform 1588">
              <a:extLst>
                <a:ext uri="{FF2B5EF4-FFF2-40B4-BE49-F238E27FC236}">
                  <a16:creationId xmlns:a16="http://schemas.microsoft.com/office/drawing/2014/main" id="{10FD7AEF-CD2E-4C16-B6CE-1C4107E2A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072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0 w 6"/>
                <a:gd name="T3" fmla="*/ 60 h 7"/>
                <a:gd name="T4" fmla="*/ 0 w 6"/>
                <a:gd name="T5" fmla="*/ 81 h 7"/>
                <a:gd name="T6" fmla="*/ 0 w 6"/>
                <a:gd name="T7" fmla="*/ 81 h 7"/>
                <a:gd name="T8" fmla="*/ 20 w 6"/>
                <a:gd name="T9" fmla="*/ 141 h 7"/>
                <a:gd name="T10" fmla="*/ 63 w 6"/>
                <a:gd name="T11" fmla="*/ 141 h 7"/>
                <a:gd name="T12" fmla="*/ 95 w 6"/>
                <a:gd name="T13" fmla="*/ 60 h 7"/>
                <a:gd name="T14" fmla="*/ 63 w 6"/>
                <a:gd name="T15" fmla="*/ 0 h 7"/>
                <a:gd name="T16" fmla="*/ 0 w 6"/>
                <a:gd name="T17" fmla="*/ 38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9" name="Freeform 1589">
              <a:extLst>
                <a:ext uri="{FF2B5EF4-FFF2-40B4-BE49-F238E27FC236}">
                  <a16:creationId xmlns:a16="http://schemas.microsoft.com/office/drawing/2014/main" id="{16045E72-3C1A-4EE4-A6D8-0905E467E5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9" y="2096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34 h 5"/>
                <a:gd name="T4" fmla="*/ 20 w 4"/>
                <a:gd name="T5" fmla="*/ 88 h 5"/>
                <a:gd name="T6" fmla="*/ 50 w 4"/>
                <a:gd name="T7" fmla="*/ 68 h 5"/>
                <a:gd name="T8" fmla="*/ 63 w 4"/>
                <a:gd name="T9" fmla="*/ 34 h 5"/>
                <a:gd name="T10" fmla="*/ 33 w 4"/>
                <a:gd name="T11" fmla="*/ 0 h 5"/>
                <a:gd name="T12" fmla="*/ 63 w 4"/>
                <a:gd name="T13" fmla="*/ 34 h 5"/>
                <a:gd name="T14" fmla="*/ 63 w 4"/>
                <a:gd name="T15" fmla="*/ 34 h 5"/>
                <a:gd name="T16" fmla="*/ 63 w 4"/>
                <a:gd name="T17" fmla="*/ 55 h 5"/>
                <a:gd name="T18" fmla="*/ 63 w 4"/>
                <a:gd name="T19" fmla="*/ 21 h 5"/>
                <a:gd name="T20" fmla="*/ 63 w 4"/>
                <a:gd name="T21" fmla="*/ 34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0" name="Freeform 1590">
              <a:extLst>
                <a:ext uri="{FF2B5EF4-FFF2-40B4-BE49-F238E27FC236}">
                  <a16:creationId xmlns:a16="http://schemas.microsoft.com/office/drawing/2014/main" id="{C772677F-2DB4-4A93-BA8A-5286BFDA4C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6" y="2091"/>
              <a:ext cx="13" cy="16"/>
            </a:xfrm>
            <a:custGeom>
              <a:avLst/>
              <a:gdLst>
                <a:gd name="T0" fmla="*/ 55 w 5"/>
                <a:gd name="T1" fmla="*/ 0 h 6"/>
                <a:gd name="T2" fmla="*/ 0 w 5"/>
                <a:gd name="T3" fmla="*/ 56 h 6"/>
                <a:gd name="T4" fmla="*/ 21 w 5"/>
                <a:gd name="T5" fmla="*/ 35 h 6"/>
                <a:gd name="T6" fmla="*/ 0 w 5"/>
                <a:gd name="T7" fmla="*/ 56 h 6"/>
                <a:gd name="T8" fmla="*/ 0 w 5"/>
                <a:gd name="T9" fmla="*/ 77 h 6"/>
                <a:gd name="T10" fmla="*/ 21 w 5"/>
                <a:gd name="T11" fmla="*/ 93 h 6"/>
                <a:gd name="T12" fmla="*/ 68 w 5"/>
                <a:gd name="T13" fmla="*/ 77 h 6"/>
                <a:gd name="T14" fmla="*/ 88 w 5"/>
                <a:gd name="T15" fmla="*/ 35 h 6"/>
                <a:gd name="T16" fmla="*/ 55 w 5"/>
                <a:gd name="T17" fmla="*/ 0 h 6"/>
                <a:gd name="T18" fmla="*/ 34 w 5"/>
                <a:gd name="T19" fmla="*/ 35 h 6"/>
                <a:gd name="T20" fmla="*/ 68 w 5"/>
                <a:gd name="T21" fmla="*/ 77 h 6"/>
                <a:gd name="T22" fmla="*/ 55 w 5"/>
                <a:gd name="T23" fmla="*/ 93 h 6"/>
                <a:gd name="T24" fmla="*/ 21 w 5"/>
                <a:gd name="T25" fmla="*/ 56 h 6"/>
                <a:gd name="T26" fmla="*/ 21 w 5"/>
                <a:gd name="T27" fmla="*/ 56 h 6"/>
                <a:gd name="T28" fmla="*/ 21 w 5"/>
                <a:gd name="T29" fmla="*/ 35 h 6"/>
                <a:gd name="T30" fmla="*/ 34 w 5"/>
                <a:gd name="T31" fmla="*/ 35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0"/>
                    <a:pt x="0" y="0"/>
                    <a:pt x="0" y="3"/>
                  </a:cubicBezTo>
                  <a:cubicBezTo>
                    <a:pt x="0" y="3"/>
                    <a:pt x="0" y="3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4" y="1"/>
                    <a:pt x="3" y="0"/>
                    <a:pt x="3" y="0"/>
                  </a:cubicBezTo>
                  <a:close/>
                  <a:moveTo>
                    <a:pt x="2" y="2"/>
                  </a:moveTo>
                  <a:cubicBezTo>
                    <a:pt x="3" y="2"/>
                    <a:pt x="4" y="3"/>
                    <a:pt x="4" y="4"/>
                  </a:cubicBezTo>
                  <a:cubicBezTo>
                    <a:pt x="4" y="4"/>
                    <a:pt x="3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1" name="Freeform 1591">
              <a:extLst>
                <a:ext uri="{FF2B5EF4-FFF2-40B4-BE49-F238E27FC236}">
                  <a16:creationId xmlns:a16="http://schemas.microsoft.com/office/drawing/2014/main" id="{FC123385-A901-494B-A6B0-20F3948F1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029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0 w 5"/>
                <a:gd name="T3" fmla="*/ 77 h 6"/>
                <a:gd name="T4" fmla="*/ 41 w 5"/>
                <a:gd name="T5" fmla="*/ 115 h 6"/>
                <a:gd name="T6" fmla="*/ 58 w 5"/>
                <a:gd name="T7" fmla="*/ 56 h 6"/>
                <a:gd name="T8" fmla="*/ 58 w 5"/>
                <a:gd name="T9" fmla="*/ 77 h 6"/>
                <a:gd name="T10" fmla="*/ 12 w 5"/>
                <a:gd name="T11" fmla="*/ 93 h 6"/>
                <a:gd name="T12" fmla="*/ 0 w 5"/>
                <a:gd name="T13" fmla="*/ 56 h 6"/>
                <a:gd name="T14" fmla="*/ 12 w 5"/>
                <a:gd name="T15" fmla="*/ 35 h 6"/>
                <a:gd name="T16" fmla="*/ 41 w 5"/>
                <a:gd name="T17" fmla="*/ 21 h 6"/>
                <a:gd name="T18" fmla="*/ 70 w 5"/>
                <a:gd name="T19" fmla="*/ 56 h 6"/>
                <a:gd name="T20" fmla="*/ 58 w 5"/>
                <a:gd name="T21" fmla="*/ 21 h 6"/>
                <a:gd name="T22" fmla="*/ 29 w 5"/>
                <a:gd name="T23" fmla="*/ 0 h 6"/>
                <a:gd name="T24" fmla="*/ 12 w 5"/>
                <a:gd name="T25" fmla="*/ 21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6"/>
                    <a:pt x="2" y="6"/>
                    <a:pt x="3" y="6"/>
                  </a:cubicBezTo>
                  <a:cubicBezTo>
                    <a:pt x="4" y="6"/>
                    <a:pt x="5" y="4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2"/>
                    <a:pt x="5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2" name="Freeform 1592">
              <a:extLst>
                <a:ext uri="{FF2B5EF4-FFF2-40B4-BE49-F238E27FC236}">
                  <a16:creationId xmlns:a16="http://schemas.microsoft.com/office/drawing/2014/main" id="{26CA6965-5EC3-478F-A06F-E56716F99F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9" y="1968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20 w 6"/>
                <a:gd name="T3" fmla="*/ 21 h 6"/>
                <a:gd name="T4" fmla="*/ 20 w 6"/>
                <a:gd name="T5" fmla="*/ 35 h 6"/>
                <a:gd name="T6" fmla="*/ 20 w 6"/>
                <a:gd name="T7" fmla="*/ 35 h 6"/>
                <a:gd name="T8" fmla="*/ 20 w 6"/>
                <a:gd name="T9" fmla="*/ 56 h 6"/>
                <a:gd name="T10" fmla="*/ 20 w 6"/>
                <a:gd name="T11" fmla="*/ 56 h 6"/>
                <a:gd name="T12" fmla="*/ 0 w 6"/>
                <a:gd name="T13" fmla="*/ 77 h 6"/>
                <a:gd name="T14" fmla="*/ 0 w 6"/>
                <a:gd name="T15" fmla="*/ 93 h 6"/>
                <a:gd name="T16" fmla="*/ 20 w 6"/>
                <a:gd name="T17" fmla="*/ 115 h 6"/>
                <a:gd name="T18" fmla="*/ 33 w 6"/>
                <a:gd name="T19" fmla="*/ 115 h 6"/>
                <a:gd name="T20" fmla="*/ 95 w 6"/>
                <a:gd name="T21" fmla="*/ 56 h 6"/>
                <a:gd name="T22" fmla="*/ 83 w 6"/>
                <a:gd name="T23" fmla="*/ 0 h 6"/>
                <a:gd name="T24" fmla="*/ 20 w 6"/>
                <a:gd name="T25" fmla="*/ 21 h 6"/>
                <a:gd name="T26" fmla="*/ 50 w 6"/>
                <a:gd name="T27" fmla="*/ 77 h 6"/>
                <a:gd name="T28" fmla="*/ 33 w 6"/>
                <a:gd name="T29" fmla="*/ 56 h 6"/>
                <a:gd name="T30" fmla="*/ 33 w 6"/>
                <a:gd name="T31" fmla="*/ 35 h 6"/>
                <a:gd name="T32" fmla="*/ 63 w 6"/>
                <a:gd name="T33" fmla="*/ 35 h 6"/>
                <a:gd name="T34" fmla="*/ 83 w 6"/>
                <a:gd name="T35" fmla="*/ 56 h 6"/>
                <a:gd name="T36" fmla="*/ 83 w 6"/>
                <a:gd name="T37" fmla="*/ 77 h 6"/>
                <a:gd name="T38" fmla="*/ 63 w 6"/>
                <a:gd name="T39" fmla="*/ 77 h 6"/>
                <a:gd name="T40" fmla="*/ 50 w 6"/>
                <a:gd name="T41" fmla="*/ 77 h 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5" y="6"/>
                    <a:pt x="6" y="5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4" y="0"/>
                    <a:pt x="3" y="0"/>
                    <a:pt x="1" y="1"/>
                  </a:cubicBezTo>
                  <a:close/>
                  <a:moveTo>
                    <a:pt x="3" y="4"/>
                  </a:moveTo>
                  <a:cubicBezTo>
                    <a:pt x="2" y="4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3" name="Freeform 1593">
              <a:extLst>
                <a:ext uri="{FF2B5EF4-FFF2-40B4-BE49-F238E27FC236}">
                  <a16:creationId xmlns:a16="http://schemas.microsoft.com/office/drawing/2014/main" id="{634B480C-5FCE-4F94-8EAE-2E485D2F04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1" y="1976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0 w 6"/>
                <a:gd name="T3" fmla="*/ 60 h 7"/>
                <a:gd name="T4" fmla="*/ 0 w 6"/>
                <a:gd name="T5" fmla="*/ 81 h 7"/>
                <a:gd name="T6" fmla="*/ 0 w 6"/>
                <a:gd name="T7" fmla="*/ 81 h 7"/>
                <a:gd name="T8" fmla="*/ 0 w 6"/>
                <a:gd name="T9" fmla="*/ 103 h 7"/>
                <a:gd name="T10" fmla="*/ 0 w 6"/>
                <a:gd name="T11" fmla="*/ 103 h 7"/>
                <a:gd name="T12" fmla="*/ 50 w 6"/>
                <a:gd name="T13" fmla="*/ 141 h 7"/>
                <a:gd name="T14" fmla="*/ 95 w 6"/>
                <a:gd name="T15" fmla="*/ 60 h 7"/>
                <a:gd name="T16" fmla="*/ 63 w 6"/>
                <a:gd name="T17" fmla="*/ 0 h 7"/>
                <a:gd name="T18" fmla="*/ 20 w 6"/>
                <a:gd name="T19" fmla="*/ 22 h 7"/>
                <a:gd name="T20" fmla="*/ 63 w 6"/>
                <a:gd name="T21" fmla="*/ 38 h 7"/>
                <a:gd name="T22" fmla="*/ 63 w 6"/>
                <a:gd name="T23" fmla="*/ 60 h 7"/>
                <a:gd name="T24" fmla="*/ 50 w 6"/>
                <a:gd name="T25" fmla="*/ 81 h 7"/>
                <a:gd name="T26" fmla="*/ 33 w 6"/>
                <a:gd name="T27" fmla="*/ 60 h 7"/>
                <a:gd name="T28" fmla="*/ 33 w 6"/>
                <a:gd name="T29" fmla="*/ 60 h 7"/>
                <a:gd name="T30" fmla="*/ 33 w 6"/>
                <a:gd name="T31" fmla="*/ 60 h 7"/>
                <a:gd name="T32" fmla="*/ 33 w 6"/>
                <a:gd name="T33" fmla="*/ 60 h 7"/>
                <a:gd name="T34" fmla="*/ 33 w 6"/>
                <a:gd name="T35" fmla="*/ 60 h 7"/>
                <a:gd name="T36" fmla="*/ 33 w 6"/>
                <a:gd name="T37" fmla="*/ 60 h 7"/>
                <a:gd name="T38" fmla="*/ 50 w 6"/>
                <a:gd name="T39" fmla="*/ 60 h 7"/>
                <a:gd name="T40" fmla="*/ 63 w 6"/>
                <a:gd name="T41" fmla="*/ 38 h 7"/>
                <a:gd name="T42" fmla="*/ 50 w 6"/>
                <a:gd name="T43" fmla="*/ 60 h 7"/>
                <a:gd name="T44" fmla="*/ 33 w 6"/>
                <a:gd name="T45" fmla="*/ 60 h 7"/>
                <a:gd name="T46" fmla="*/ 63 w 6"/>
                <a:gd name="T47" fmla="*/ 60 h 7"/>
                <a:gd name="T48" fmla="*/ 50 w 6"/>
                <a:gd name="T49" fmla="*/ 60 h 7"/>
                <a:gd name="T50" fmla="*/ 50 w 6"/>
                <a:gd name="T51" fmla="*/ 60 h 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5" y="6"/>
                    <a:pt x="6" y="5"/>
                    <a:pt x="6" y="3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4" y="2"/>
                  </a:moveTo>
                  <a:cubicBezTo>
                    <a:pt x="4" y="2"/>
                    <a:pt x="5" y="3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lose/>
                  <a:moveTo>
                    <a:pt x="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4" name="Freeform 1594">
              <a:extLst>
                <a:ext uri="{FF2B5EF4-FFF2-40B4-BE49-F238E27FC236}">
                  <a16:creationId xmlns:a16="http://schemas.microsoft.com/office/drawing/2014/main" id="{F69FC7A6-F0CD-40BD-9799-029462276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31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21 w 5"/>
                <a:gd name="T3" fmla="*/ 21 h 5"/>
                <a:gd name="T4" fmla="*/ 0 w 5"/>
                <a:gd name="T5" fmla="*/ 21 h 5"/>
                <a:gd name="T6" fmla="*/ 21 w 5"/>
                <a:gd name="T7" fmla="*/ 88 h 5"/>
                <a:gd name="T8" fmla="*/ 68 w 5"/>
                <a:gd name="T9" fmla="*/ 88 h 5"/>
                <a:gd name="T10" fmla="*/ 88 w 5"/>
                <a:gd name="T11" fmla="*/ 55 h 5"/>
                <a:gd name="T12" fmla="*/ 88 w 5"/>
                <a:gd name="T13" fmla="*/ 55 h 5"/>
                <a:gd name="T14" fmla="*/ 88 w 5"/>
                <a:gd name="T15" fmla="*/ 34 h 5"/>
                <a:gd name="T16" fmla="*/ 88 w 5"/>
                <a:gd name="T17" fmla="*/ 34 h 5"/>
                <a:gd name="T18" fmla="*/ 55 w 5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5" name="Freeform 1595">
              <a:extLst>
                <a:ext uri="{FF2B5EF4-FFF2-40B4-BE49-F238E27FC236}">
                  <a16:creationId xmlns:a16="http://schemas.microsoft.com/office/drawing/2014/main" id="{79ED3110-8445-440B-8A2D-D84B17E3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997"/>
              <a:ext cx="18" cy="22"/>
            </a:xfrm>
            <a:custGeom>
              <a:avLst/>
              <a:gdLst>
                <a:gd name="T0" fmla="*/ 67 w 7"/>
                <a:gd name="T1" fmla="*/ 0 h 8"/>
                <a:gd name="T2" fmla="*/ 21 w 7"/>
                <a:gd name="T3" fmla="*/ 61 h 8"/>
                <a:gd name="T4" fmla="*/ 0 w 7"/>
                <a:gd name="T5" fmla="*/ 83 h 8"/>
                <a:gd name="T6" fmla="*/ 0 w 7"/>
                <a:gd name="T7" fmla="*/ 83 h 8"/>
                <a:gd name="T8" fmla="*/ 21 w 7"/>
                <a:gd name="T9" fmla="*/ 107 h 8"/>
                <a:gd name="T10" fmla="*/ 0 w 7"/>
                <a:gd name="T11" fmla="*/ 107 h 8"/>
                <a:gd name="T12" fmla="*/ 21 w 7"/>
                <a:gd name="T13" fmla="*/ 129 h 8"/>
                <a:gd name="T14" fmla="*/ 54 w 7"/>
                <a:gd name="T15" fmla="*/ 168 h 8"/>
                <a:gd name="T16" fmla="*/ 100 w 7"/>
                <a:gd name="T17" fmla="*/ 107 h 8"/>
                <a:gd name="T18" fmla="*/ 100 w 7"/>
                <a:gd name="T19" fmla="*/ 22 h 8"/>
                <a:gd name="T20" fmla="*/ 67 w 7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3" y="1"/>
                    <a:pt x="1" y="1"/>
                    <a:pt x="1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" y="7"/>
                    <a:pt x="2" y="8"/>
                    <a:pt x="3" y="8"/>
                  </a:cubicBezTo>
                  <a:cubicBezTo>
                    <a:pt x="4" y="7"/>
                    <a:pt x="6" y="7"/>
                    <a:pt x="6" y="5"/>
                  </a:cubicBezTo>
                  <a:cubicBezTo>
                    <a:pt x="7" y="4"/>
                    <a:pt x="7" y="3"/>
                    <a:pt x="6" y="1"/>
                  </a:cubicBezTo>
                  <a:cubicBezTo>
                    <a:pt x="6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6" name="Freeform 1596">
              <a:extLst>
                <a:ext uri="{FF2B5EF4-FFF2-40B4-BE49-F238E27FC236}">
                  <a16:creationId xmlns:a16="http://schemas.microsoft.com/office/drawing/2014/main" id="{1DADB891-F1BA-4829-90BE-FE5AC53D58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1" y="2051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21 w 5"/>
                <a:gd name="T3" fmla="*/ 21 h 5"/>
                <a:gd name="T4" fmla="*/ 21 w 5"/>
                <a:gd name="T5" fmla="*/ 34 h 5"/>
                <a:gd name="T6" fmla="*/ 21 w 5"/>
                <a:gd name="T7" fmla="*/ 34 h 5"/>
                <a:gd name="T8" fmla="*/ 34 w 5"/>
                <a:gd name="T9" fmla="*/ 21 h 5"/>
                <a:gd name="T10" fmla="*/ 34 w 5"/>
                <a:gd name="T11" fmla="*/ 21 h 5"/>
                <a:gd name="T12" fmla="*/ 55 w 5"/>
                <a:gd name="T13" fmla="*/ 21 h 5"/>
                <a:gd name="T14" fmla="*/ 88 w 5"/>
                <a:gd name="T15" fmla="*/ 55 h 5"/>
                <a:gd name="T16" fmla="*/ 88 w 5"/>
                <a:gd name="T17" fmla="*/ 21 h 5"/>
                <a:gd name="T18" fmla="*/ 55 w 5"/>
                <a:gd name="T19" fmla="*/ 0 h 5"/>
                <a:gd name="T20" fmla="*/ 0 w 5"/>
                <a:gd name="T21" fmla="*/ 34 h 5"/>
                <a:gd name="T22" fmla="*/ 21 w 5"/>
                <a:gd name="T23" fmla="*/ 34 h 5"/>
                <a:gd name="T24" fmla="*/ 21 w 5"/>
                <a:gd name="T25" fmla="*/ 55 h 5"/>
                <a:gd name="T26" fmla="*/ 21 w 5"/>
                <a:gd name="T27" fmla="*/ 55 h 5"/>
                <a:gd name="T28" fmla="*/ 34 w 5"/>
                <a:gd name="T29" fmla="*/ 68 h 5"/>
                <a:gd name="T30" fmla="*/ 68 w 5"/>
                <a:gd name="T31" fmla="*/ 68 h 5"/>
                <a:gd name="T32" fmla="*/ 68 w 5"/>
                <a:gd name="T33" fmla="*/ 55 h 5"/>
                <a:gd name="T34" fmla="*/ 55 w 5"/>
                <a:gd name="T35" fmla="*/ 21 h 5"/>
                <a:gd name="T36" fmla="*/ 34 w 5"/>
                <a:gd name="T37" fmla="*/ 21 h 5"/>
                <a:gd name="T38" fmla="*/ 21 w 5"/>
                <a:gd name="T39" fmla="*/ 34 h 5"/>
                <a:gd name="T40" fmla="*/ 68 w 5"/>
                <a:gd name="T41" fmla="*/ 68 h 5"/>
                <a:gd name="T42" fmla="*/ 68 w 5"/>
                <a:gd name="T43" fmla="*/ 68 h 5"/>
                <a:gd name="T44" fmla="*/ 68 w 5"/>
                <a:gd name="T45" fmla="*/ 55 h 5"/>
                <a:gd name="T46" fmla="*/ 68 w 5"/>
                <a:gd name="T47" fmla="*/ 68 h 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1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5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7" name="Freeform 1597">
              <a:extLst>
                <a:ext uri="{FF2B5EF4-FFF2-40B4-BE49-F238E27FC236}">
                  <a16:creationId xmlns:a16="http://schemas.microsoft.com/office/drawing/2014/main" id="{0545104F-4230-42EF-A54A-07CB1F5D8E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4" y="1949"/>
              <a:ext cx="15" cy="14"/>
            </a:xfrm>
            <a:custGeom>
              <a:avLst/>
              <a:gdLst>
                <a:gd name="T0" fmla="*/ 33 w 6"/>
                <a:gd name="T1" fmla="*/ 0 h 5"/>
                <a:gd name="T2" fmla="*/ 20 w 6"/>
                <a:gd name="T3" fmla="*/ 22 h 5"/>
                <a:gd name="T4" fmla="*/ 20 w 6"/>
                <a:gd name="T5" fmla="*/ 87 h 5"/>
                <a:gd name="T6" fmla="*/ 33 w 6"/>
                <a:gd name="T7" fmla="*/ 109 h 5"/>
                <a:gd name="T8" fmla="*/ 83 w 6"/>
                <a:gd name="T9" fmla="*/ 87 h 5"/>
                <a:gd name="T10" fmla="*/ 95 w 6"/>
                <a:gd name="T11" fmla="*/ 62 h 5"/>
                <a:gd name="T12" fmla="*/ 95 w 6"/>
                <a:gd name="T13" fmla="*/ 48 h 5"/>
                <a:gd name="T14" fmla="*/ 95 w 6"/>
                <a:gd name="T15" fmla="*/ 48 h 5"/>
                <a:gd name="T16" fmla="*/ 83 w 6"/>
                <a:gd name="T17" fmla="*/ 87 h 5"/>
                <a:gd name="T18" fmla="*/ 50 w 6"/>
                <a:gd name="T19" fmla="*/ 87 h 5"/>
                <a:gd name="T20" fmla="*/ 33 w 6"/>
                <a:gd name="T21" fmla="*/ 62 h 5"/>
                <a:gd name="T22" fmla="*/ 33 w 6"/>
                <a:gd name="T23" fmla="*/ 48 h 5"/>
                <a:gd name="T24" fmla="*/ 33 w 6"/>
                <a:gd name="T25" fmla="*/ 22 h 5"/>
                <a:gd name="T26" fmla="*/ 50 w 6"/>
                <a:gd name="T27" fmla="*/ 22 h 5"/>
                <a:gd name="T28" fmla="*/ 50 w 6"/>
                <a:gd name="T29" fmla="*/ 22 h 5"/>
                <a:gd name="T30" fmla="*/ 63 w 6"/>
                <a:gd name="T31" fmla="*/ 22 h 5"/>
                <a:gd name="T32" fmla="*/ 63 w 6"/>
                <a:gd name="T33" fmla="*/ 0 h 5"/>
                <a:gd name="T34" fmla="*/ 63 w 6"/>
                <a:gd name="T35" fmla="*/ 0 h 5"/>
                <a:gd name="T36" fmla="*/ 33 w 6"/>
                <a:gd name="T37" fmla="*/ 0 h 5"/>
                <a:gd name="T38" fmla="*/ 95 w 6"/>
                <a:gd name="T39" fmla="*/ 48 h 5"/>
                <a:gd name="T40" fmla="*/ 63 w 6"/>
                <a:gd name="T41" fmla="*/ 0 h 5"/>
                <a:gd name="T42" fmla="*/ 63 w 6"/>
                <a:gd name="T43" fmla="*/ 0 h 5"/>
                <a:gd name="T44" fmla="*/ 95 w 6"/>
                <a:gd name="T45" fmla="*/ 48 h 5"/>
                <a:gd name="T46" fmla="*/ 63 w 6"/>
                <a:gd name="T47" fmla="*/ 22 h 5"/>
                <a:gd name="T48" fmla="*/ 63 w 6"/>
                <a:gd name="T49" fmla="*/ 22 h 5"/>
                <a:gd name="T50" fmla="*/ 50 w 6"/>
                <a:gd name="T51" fmla="*/ 22 h 5"/>
                <a:gd name="T52" fmla="*/ 95 w 6"/>
                <a:gd name="T53" fmla="*/ 48 h 5"/>
                <a:gd name="T54" fmla="*/ 95 w 6"/>
                <a:gd name="T55" fmla="*/ 48 h 5"/>
                <a:gd name="T56" fmla="*/ 95 w 6"/>
                <a:gd name="T57" fmla="*/ 48 h 5"/>
                <a:gd name="T58" fmla="*/ 63 w 6"/>
                <a:gd name="T59" fmla="*/ 22 h 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6" y="2"/>
                  </a:moveTo>
                  <a:cubicBezTo>
                    <a:pt x="6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6" y="1"/>
                    <a:pt x="6" y="2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8" name="Freeform 1598">
              <a:extLst>
                <a:ext uri="{FF2B5EF4-FFF2-40B4-BE49-F238E27FC236}">
                  <a16:creationId xmlns:a16="http://schemas.microsoft.com/office/drawing/2014/main" id="{C07FCDA6-89DC-429A-B486-E5AEEA365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4" y="1931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29 w 5"/>
                <a:gd name="T3" fmla="*/ 93 h 6"/>
                <a:gd name="T4" fmla="*/ 70 w 5"/>
                <a:gd name="T5" fmla="*/ 77 h 6"/>
                <a:gd name="T6" fmla="*/ 70 w 5"/>
                <a:gd name="T7" fmla="*/ 56 h 6"/>
                <a:gd name="T8" fmla="*/ 70 w 5"/>
                <a:gd name="T9" fmla="*/ 56 h 6"/>
                <a:gd name="T10" fmla="*/ 70 w 5"/>
                <a:gd name="T11" fmla="*/ 35 h 6"/>
                <a:gd name="T12" fmla="*/ 70 w 5"/>
                <a:gd name="T13" fmla="*/ 35 h 6"/>
                <a:gd name="T14" fmla="*/ 41 w 5"/>
                <a:gd name="T15" fmla="*/ 0 h 6"/>
                <a:gd name="T16" fmla="*/ 0 w 5"/>
                <a:gd name="T17" fmla="*/ 35 h 6"/>
                <a:gd name="T18" fmla="*/ 58 w 5"/>
                <a:gd name="T19" fmla="*/ 77 h 6"/>
                <a:gd name="T20" fmla="*/ 41 w 5"/>
                <a:gd name="T21" fmla="*/ 93 h 6"/>
                <a:gd name="T22" fmla="*/ 58 w 5"/>
                <a:gd name="T23" fmla="*/ 77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0" y="2"/>
                  </a:cubicBezTo>
                  <a:close/>
                  <a:moveTo>
                    <a:pt x="4" y="4"/>
                  </a:moveTo>
                  <a:cubicBezTo>
                    <a:pt x="3" y="4"/>
                    <a:pt x="3" y="5"/>
                    <a:pt x="3" y="5"/>
                  </a:cubicBezTo>
                  <a:cubicBezTo>
                    <a:pt x="3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9" name="Freeform 1599">
              <a:extLst>
                <a:ext uri="{FF2B5EF4-FFF2-40B4-BE49-F238E27FC236}">
                  <a16:creationId xmlns:a16="http://schemas.microsoft.com/office/drawing/2014/main" id="{FE9DEB5D-A79D-4C31-AB51-710E59E2B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" y="1885"/>
              <a:ext cx="12" cy="14"/>
            </a:xfrm>
            <a:custGeom>
              <a:avLst/>
              <a:gdLst>
                <a:gd name="T0" fmla="*/ 41 w 5"/>
                <a:gd name="T1" fmla="*/ 0 h 5"/>
                <a:gd name="T2" fmla="*/ 0 w 5"/>
                <a:gd name="T3" fmla="*/ 48 h 5"/>
                <a:gd name="T4" fmla="*/ 0 w 5"/>
                <a:gd name="T5" fmla="*/ 87 h 5"/>
                <a:gd name="T6" fmla="*/ 41 w 5"/>
                <a:gd name="T7" fmla="*/ 109 h 5"/>
                <a:gd name="T8" fmla="*/ 70 w 5"/>
                <a:gd name="T9" fmla="*/ 62 h 5"/>
                <a:gd name="T10" fmla="*/ 70 w 5"/>
                <a:gd name="T11" fmla="*/ 48 h 5"/>
                <a:gd name="T12" fmla="*/ 70 w 5"/>
                <a:gd name="T13" fmla="*/ 48 h 5"/>
                <a:gd name="T14" fmla="*/ 70 w 5"/>
                <a:gd name="T15" fmla="*/ 48 h 5"/>
                <a:gd name="T16" fmla="*/ 41 w 5"/>
                <a:gd name="T17" fmla="*/ 0 h 5"/>
                <a:gd name="T18" fmla="*/ 58 w 5"/>
                <a:gd name="T19" fmla="*/ 22 h 5"/>
                <a:gd name="T20" fmla="*/ 58 w 5"/>
                <a:gd name="T21" fmla="*/ 22 h 5"/>
                <a:gd name="T22" fmla="*/ 58 w 5"/>
                <a:gd name="T23" fmla="*/ 22 h 5"/>
                <a:gd name="T24" fmla="*/ 58 w 5"/>
                <a:gd name="T25" fmla="*/ 22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4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0" name="Freeform 1600">
              <a:extLst>
                <a:ext uri="{FF2B5EF4-FFF2-40B4-BE49-F238E27FC236}">
                  <a16:creationId xmlns:a16="http://schemas.microsoft.com/office/drawing/2014/main" id="{E0AF603D-D5E0-467F-BFBF-1ED0C4BC25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6" y="1880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83 h 4"/>
                <a:gd name="T4" fmla="*/ 33 w 4"/>
                <a:gd name="T5" fmla="*/ 61 h 4"/>
                <a:gd name="T6" fmla="*/ 20 w 4"/>
                <a:gd name="T7" fmla="*/ 61 h 4"/>
                <a:gd name="T8" fmla="*/ 0 w 4"/>
                <a:gd name="T9" fmla="*/ 0 h 4"/>
                <a:gd name="T10" fmla="*/ 0 w 4"/>
                <a:gd name="T11" fmla="*/ 0 h 4"/>
                <a:gd name="T12" fmla="*/ 0 w 4"/>
                <a:gd name="T13" fmla="*/ 47 h 4"/>
                <a:gd name="T14" fmla="*/ 50 w 4"/>
                <a:gd name="T15" fmla="*/ 61 h 4"/>
                <a:gd name="T16" fmla="*/ 63 w 4"/>
                <a:gd name="T17" fmla="*/ 47 h 4"/>
                <a:gd name="T18" fmla="*/ 63 w 4"/>
                <a:gd name="T19" fmla="*/ 22 h 4"/>
                <a:gd name="T20" fmla="*/ 50 w 4"/>
                <a:gd name="T21" fmla="*/ 61 h 4"/>
                <a:gd name="T22" fmla="*/ 50 w 4"/>
                <a:gd name="T23" fmla="*/ 61 h 4"/>
                <a:gd name="T24" fmla="*/ 50 w 4"/>
                <a:gd name="T25" fmla="*/ 61 h 4"/>
                <a:gd name="T26" fmla="*/ 50 w 4"/>
                <a:gd name="T27" fmla="*/ 61 h 4"/>
                <a:gd name="T28" fmla="*/ 33 w 4"/>
                <a:gd name="T29" fmla="*/ 61 h 4"/>
                <a:gd name="T30" fmla="*/ 50 w 4"/>
                <a:gd name="T31" fmla="*/ 61 h 4"/>
                <a:gd name="T32" fmla="*/ 33 w 4"/>
                <a:gd name="T33" fmla="*/ 61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"/>
                  </a:lnTo>
                  <a:close/>
                  <a:moveTo>
                    <a:pt x="3" y="3"/>
                  </a:move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3" y="2"/>
                    <a:pt x="3" y="3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  <a:moveTo>
                    <a:pt x="2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1" name="Freeform 1601">
              <a:extLst>
                <a:ext uri="{FF2B5EF4-FFF2-40B4-BE49-F238E27FC236}">
                  <a16:creationId xmlns:a16="http://schemas.microsoft.com/office/drawing/2014/main" id="{22D8BA46-BF78-4C61-8FE7-0FB4C6CB73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4" y="1861"/>
              <a:ext cx="12" cy="16"/>
            </a:xfrm>
            <a:custGeom>
              <a:avLst/>
              <a:gdLst>
                <a:gd name="T0" fmla="*/ 29 w 5"/>
                <a:gd name="T1" fmla="*/ 21 h 6"/>
                <a:gd name="T2" fmla="*/ 0 w 5"/>
                <a:gd name="T3" fmla="*/ 56 h 6"/>
                <a:gd name="T4" fmla="*/ 12 w 5"/>
                <a:gd name="T5" fmla="*/ 93 h 6"/>
                <a:gd name="T6" fmla="*/ 58 w 5"/>
                <a:gd name="T7" fmla="*/ 93 h 6"/>
                <a:gd name="T8" fmla="*/ 70 w 5"/>
                <a:gd name="T9" fmla="*/ 77 h 6"/>
                <a:gd name="T10" fmla="*/ 70 w 5"/>
                <a:gd name="T11" fmla="*/ 56 h 6"/>
                <a:gd name="T12" fmla="*/ 70 w 5"/>
                <a:gd name="T13" fmla="*/ 56 h 6"/>
                <a:gd name="T14" fmla="*/ 70 w 5"/>
                <a:gd name="T15" fmla="*/ 35 h 6"/>
                <a:gd name="T16" fmla="*/ 29 w 5"/>
                <a:gd name="T17" fmla="*/ 21 h 6"/>
                <a:gd name="T18" fmla="*/ 58 w 5"/>
                <a:gd name="T19" fmla="*/ 77 h 6"/>
                <a:gd name="T20" fmla="*/ 58 w 5"/>
                <a:gd name="T21" fmla="*/ 77 h 6"/>
                <a:gd name="T22" fmla="*/ 41 w 5"/>
                <a:gd name="T23" fmla="*/ 93 h 6"/>
                <a:gd name="T24" fmla="*/ 58 w 5"/>
                <a:gd name="T25" fmla="*/ 77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4" y="5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3" y="5"/>
                  </a:cubicBezTo>
                  <a:cubicBezTo>
                    <a:pt x="4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2" name="Freeform 1602">
              <a:extLst>
                <a:ext uri="{FF2B5EF4-FFF2-40B4-BE49-F238E27FC236}">
                  <a16:creationId xmlns:a16="http://schemas.microsoft.com/office/drawing/2014/main" id="{84F8FC74-5A1C-4B30-AC82-C1D19B02E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885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33 w 6"/>
                <a:gd name="T3" fmla="*/ 21 h 6"/>
                <a:gd name="T4" fmla="*/ 33 w 6"/>
                <a:gd name="T5" fmla="*/ 93 h 6"/>
                <a:gd name="T6" fmla="*/ 83 w 6"/>
                <a:gd name="T7" fmla="*/ 93 h 6"/>
                <a:gd name="T8" fmla="*/ 83 w 6"/>
                <a:gd name="T9" fmla="*/ 77 h 6"/>
                <a:gd name="T10" fmla="*/ 83 w 6"/>
                <a:gd name="T11" fmla="*/ 56 h 6"/>
                <a:gd name="T12" fmla="*/ 95 w 6"/>
                <a:gd name="T13" fmla="*/ 35 h 6"/>
                <a:gd name="T14" fmla="*/ 95 w 6"/>
                <a:gd name="T15" fmla="*/ 21 h 6"/>
                <a:gd name="T16" fmla="*/ 50 w 6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0" y="2"/>
                    <a:pt x="0" y="4"/>
                    <a:pt x="2" y="5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3" name="Freeform 1603">
              <a:extLst>
                <a:ext uri="{FF2B5EF4-FFF2-40B4-BE49-F238E27FC236}">
                  <a16:creationId xmlns:a16="http://schemas.microsoft.com/office/drawing/2014/main" id="{64D0735E-FB8C-4ABB-B92D-5B074D88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923"/>
              <a:ext cx="15" cy="18"/>
            </a:xfrm>
            <a:custGeom>
              <a:avLst/>
              <a:gdLst>
                <a:gd name="T0" fmla="*/ 0 w 6"/>
                <a:gd name="T1" fmla="*/ 33 h 7"/>
                <a:gd name="T2" fmla="*/ 33 w 6"/>
                <a:gd name="T3" fmla="*/ 100 h 7"/>
                <a:gd name="T4" fmla="*/ 83 w 6"/>
                <a:gd name="T5" fmla="*/ 100 h 7"/>
                <a:gd name="T6" fmla="*/ 83 w 6"/>
                <a:gd name="T7" fmla="*/ 54 h 7"/>
                <a:gd name="T8" fmla="*/ 83 w 6"/>
                <a:gd name="T9" fmla="*/ 33 h 7"/>
                <a:gd name="T10" fmla="*/ 63 w 6"/>
                <a:gd name="T11" fmla="*/ 67 h 7"/>
                <a:gd name="T12" fmla="*/ 50 w 6"/>
                <a:gd name="T13" fmla="*/ 67 h 7"/>
                <a:gd name="T14" fmla="*/ 20 w 6"/>
                <a:gd name="T15" fmla="*/ 33 h 7"/>
                <a:gd name="T16" fmla="*/ 63 w 6"/>
                <a:gd name="T17" fmla="*/ 0 h 7"/>
                <a:gd name="T18" fmla="*/ 0 w 6"/>
                <a:gd name="T19" fmla="*/ 3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3"/>
                    <a:pt x="1" y="6"/>
                    <a:pt x="2" y="6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4" name="Freeform 1604">
              <a:extLst>
                <a:ext uri="{FF2B5EF4-FFF2-40B4-BE49-F238E27FC236}">
                  <a16:creationId xmlns:a16="http://schemas.microsoft.com/office/drawing/2014/main" id="{F341026F-85F2-44AD-8322-A795CBAC6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981"/>
              <a:ext cx="12" cy="14"/>
            </a:xfrm>
            <a:custGeom>
              <a:avLst/>
              <a:gdLst>
                <a:gd name="T0" fmla="*/ 0 w 5"/>
                <a:gd name="T1" fmla="*/ 22 h 5"/>
                <a:gd name="T2" fmla="*/ 12 w 5"/>
                <a:gd name="T3" fmla="*/ 87 h 5"/>
                <a:gd name="T4" fmla="*/ 29 w 5"/>
                <a:gd name="T5" fmla="*/ 109 h 5"/>
                <a:gd name="T6" fmla="*/ 41 w 5"/>
                <a:gd name="T7" fmla="*/ 109 h 5"/>
                <a:gd name="T8" fmla="*/ 70 w 5"/>
                <a:gd name="T9" fmla="*/ 48 h 5"/>
                <a:gd name="T10" fmla="*/ 58 w 5"/>
                <a:gd name="T11" fmla="*/ 22 h 5"/>
                <a:gd name="T12" fmla="*/ 41 w 5"/>
                <a:gd name="T13" fmla="*/ 0 h 5"/>
                <a:gd name="T14" fmla="*/ 0 w 5"/>
                <a:gd name="T15" fmla="*/ 22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0" y="4"/>
                    <a:pt x="1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4"/>
                    <a:pt x="5" y="4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5" name="Freeform 1605">
              <a:extLst>
                <a:ext uri="{FF2B5EF4-FFF2-40B4-BE49-F238E27FC236}">
                  <a16:creationId xmlns:a16="http://schemas.microsoft.com/office/drawing/2014/main" id="{BC73EFEA-6223-4DCB-B0B6-93156D0A59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1" y="1909"/>
              <a:ext cx="18" cy="22"/>
            </a:xfrm>
            <a:custGeom>
              <a:avLst/>
              <a:gdLst>
                <a:gd name="T0" fmla="*/ 0 w 7"/>
                <a:gd name="T1" fmla="*/ 61 h 8"/>
                <a:gd name="T2" fmla="*/ 0 w 7"/>
                <a:gd name="T3" fmla="*/ 83 h 8"/>
                <a:gd name="T4" fmla="*/ 0 w 7"/>
                <a:gd name="T5" fmla="*/ 83 h 8"/>
                <a:gd name="T6" fmla="*/ 0 w 7"/>
                <a:gd name="T7" fmla="*/ 107 h 8"/>
                <a:gd name="T8" fmla="*/ 0 w 7"/>
                <a:gd name="T9" fmla="*/ 107 h 8"/>
                <a:gd name="T10" fmla="*/ 33 w 7"/>
                <a:gd name="T11" fmla="*/ 143 h 8"/>
                <a:gd name="T12" fmla="*/ 85 w 7"/>
                <a:gd name="T13" fmla="*/ 168 h 8"/>
                <a:gd name="T14" fmla="*/ 118 w 7"/>
                <a:gd name="T15" fmla="*/ 107 h 8"/>
                <a:gd name="T16" fmla="*/ 118 w 7"/>
                <a:gd name="T17" fmla="*/ 83 h 8"/>
                <a:gd name="T18" fmla="*/ 118 w 7"/>
                <a:gd name="T19" fmla="*/ 47 h 8"/>
                <a:gd name="T20" fmla="*/ 100 w 7"/>
                <a:gd name="T21" fmla="*/ 47 h 8"/>
                <a:gd name="T22" fmla="*/ 100 w 7"/>
                <a:gd name="T23" fmla="*/ 47 h 8"/>
                <a:gd name="T24" fmla="*/ 100 w 7"/>
                <a:gd name="T25" fmla="*/ 47 h 8"/>
                <a:gd name="T26" fmla="*/ 85 w 7"/>
                <a:gd name="T27" fmla="*/ 22 h 8"/>
                <a:gd name="T28" fmla="*/ 0 w 7"/>
                <a:gd name="T29" fmla="*/ 61 h 8"/>
                <a:gd name="T30" fmla="*/ 54 w 7"/>
                <a:gd name="T31" fmla="*/ 47 h 8"/>
                <a:gd name="T32" fmla="*/ 54 w 7"/>
                <a:gd name="T33" fmla="*/ 47 h 8"/>
                <a:gd name="T34" fmla="*/ 33 w 7"/>
                <a:gd name="T35" fmla="*/ 47 h 8"/>
                <a:gd name="T36" fmla="*/ 54 w 7"/>
                <a:gd name="T37" fmla="*/ 47 h 8"/>
                <a:gd name="T38" fmla="*/ 85 w 7"/>
                <a:gd name="T39" fmla="*/ 47 h 8"/>
                <a:gd name="T40" fmla="*/ 85 w 7"/>
                <a:gd name="T41" fmla="*/ 47 h 8"/>
                <a:gd name="T42" fmla="*/ 100 w 7"/>
                <a:gd name="T43" fmla="*/ 61 h 8"/>
                <a:gd name="T44" fmla="*/ 118 w 7"/>
                <a:gd name="T45" fmla="*/ 107 h 8"/>
                <a:gd name="T46" fmla="*/ 100 w 7"/>
                <a:gd name="T47" fmla="*/ 129 h 8"/>
                <a:gd name="T48" fmla="*/ 67 w 7"/>
                <a:gd name="T49" fmla="*/ 143 h 8"/>
                <a:gd name="T50" fmla="*/ 33 w 7"/>
                <a:gd name="T51" fmla="*/ 129 h 8"/>
                <a:gd name="T52" fmla="*/ 33 w 7"/>
                <a:gd name="T53" fmla="*/ 107 h 8"/>
                <a:gd name="T54" fmla="*/ 33 w 7"/>
                <a:gd name="T55" fmla="*/ 107 h 8"/>
                <a:gd name="T56" fmla="*/ 85 w 7"/>
                <a:gd name="T57" fmla="*/ 47 h 8"/>
                <a:gd name="T58" fmla="*/ 85 w 7"/>
                <a:gd name="T59" fmla="*/ 47 h 8"/>
                <a:gd name="T60" fmla="*/ 85 w 7"/>
                <a:gd name="T61" fmla="*/ 47 h 8"/>
                <a:gd name="T62" fmla="*/ 85 w 7"/>
                <a:gd name="T63" fmla="*/ 47 h 8"/>
                <a:gd name="T64" fmla="*/ 67 w 7"/>
                <a:gd name="T65" fmla="*/ 168 h 8"/>
                <a:gd name="T66" fmla="*/ 67 w 7"/>
                <a:gd name="T67" fmla="*/ 168 h 8"/>
                <a:gd name="T68" fmla="*/ 67 w 7"/>
                <a:gd name="T69" fmla="*/ 168 h 8"/>
                <a:gd name="T70" fmla="*/ 67 w 7"/>
                <a:gd name="T71" fmla="*/ 168 h 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3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6"/>
                    <a:pt x="6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7"/>
                    <a:pt x="3" y="7"/>
                    <a:pt x="2" y="6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6" name="Freeform 1606">
              <a:extLst>
                <a:ext uri="{FF2B5EF4-FFF2-40B4-BE49-F238E27FC236}">
                  <a16:creationId xmlns:a16="http://schemas.microsoft.com/office/drawing/2014/main" id="{406883CE-F20B-4EE8-ABE2-A0BF61756E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1" y="1915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20 w 6"/>
                <a:gd name="T3" fmla="*/ 50 h 4"/>
                <a:gd name="T4" fmla="*/ 20 w 6"/>
                <a:gd name="T5" fmla="*/ 50 h 4"/>
                <a:gd name="T6" fmla="*/ 20 w 6"/>
                <a:gd name="T7" fmla="*/ 33 h 4"/>
                <a:gd name="T8" fmla="*/ 20 w 6"/>
                <a:gd name="T9" fmla="*/ 50 h 4"/>
                <a:gd name="T10" fmla="*/ 20 w 6"/>
                <a:gd name="T11" fmla="*/ 50 h 4"/>
                <a:gd name="T12" fmla="*/ 20 w 6"/>
                <a:gd name="T13" fmla="*/ 50 h 4"/>
                <a:gd name="T14" fmla="*/ 20 w 6"/>
                <a:gd name="T15" fmla="*/ 63 h 4"/>
                <a:gd name="T16" fmla="*/ 20 w 6"/>
                <a:gd name="T17" fmla="*/ 63 h 4"/>
                <a:gd name="T18" fmla="*/ 33 w 6"/>
                <a:gd name="T19" fmla="*/ 50 h 4"/>
                <a:gd name="T20" fmla="*/ 20 w 6"/>
                <a:gd name="T21" fmla="*/ 50 h 4"/>
                <a:gd name="T22" fmla="*/ 50 w 6"/>
                <a:gd name="T23" fmla="*/ 20 h 4"/>
                <a:gd name="T24" fmla="*/ 63 w 6"/>
                <a:gd name="T25" fmla="*/ 33 h 4"/>
                <a:gd name="T26" fmla="*/ 83 w 6"/>
                <a:gd name="T27" fmla="*/ 33 h 4"/>
                <a:gd name="T28" fmla="*/ 83 w 6"/>
                <a:gd name="T29" fmla="*/ 33 h 4"/>
                <a:gd name="T30" fmla="*/ 83 w 6"/>
                <a:gd name="T31" fmla="*/ 33 h 4"/>
                <a:gd name="T32" fmla="*/ 83 w 6"/>
                <a:gd name="T33" fmla="*/ 50 h 4"/>
                <a:gd name="T34" fmla="*/ 83 w 6"/>
                <a:gd name="T35" fmla="*/ 33 h 4"/>
                <a:gd name="T36" fmla="*/ 83 w 6"/>
                <a:gd name="T37" fmla="*/ 50 h 4"/>
                <a:gd name="T38" fmla="*/ 83 w 6"/>
                <a:gd name="T39" fmla="*/ 50 h 4"/>
                <a:gd name="T40" fmla="*/ 83 w 6"/>
                <a:gd name="T41" fmla="*/ 50 h 4"/>
                <a:gd name="T42" fmla="*/ 95 w 6"/>
                <a:gd name="T43" fmla="*/ 50 h 4"/>
                <a:gd name="T44" fmla="*/ 83 w 6"/>
                <a:gd name="T45" fmla="*/ 50 h 4"/>
                <a:gd name="T46" fmla="*/ 95 w 6"/>
                <a:gd name="T47" fmla="*/ 33 h 4"/>
                <a:gd name="T48" fmla="*/ 95 w 6"/>
                <a:gd name="T49" fmla="*/ 33 h 4"/>
                <a:gd name="T50" fmla="*/ 63 w 6"/>
                <a:gd name="T51" fmla="*/ 0 h 4"/>
                <a:gd name="T52" fmla="*/ 63 w 6"/>
                <a:gd name="T53" fmla="*/ 0 h 4"/>
                <a:gd name="T54" fmla="*/ 50 w 6"/>
                <a:gd name="T55" fmla="*/ 0 h 4"/>
                <a:gd name="T56" fmla="*/ 33 w 6"/>
                <a:gd name="T57" fmla="*/ 20 h 4"/>
                <a:gd name="T58" fmla="*/ 20 w 6"/>
                <a:gd name="T59" fmla="*/ 33 h 4"/>
                <a:gd name="T60" fmla="*/ 20 w 6"/>
                <a:gd name="T61" fmla="*/ 33 h 4"/>
                <a:gd name="T62" fmla="*/ 20 w 6"/>
                <a:gd name="T63" fmla="*/ 33 h 4"/>
                <a:gd name="T64" fmla="*/ 20 w 6"/>
                <a:gd name="T65" fmla="*/ 33 h 4"/>
                <a:gd name="T66" fmla="*/ 33 w 6"/>
                <a:gd name="T67" fmla="*/ 20 h 4"/>
                <a:gd name="T68" fmla="*/ 50 w 6"/>
                <a:gd name="T69" fmla="*/ 33 h 4"/>
                <a:gd name="T70" fmla="*/ 33 w 6"/>
                <a:gd name="T71" fmla="*/ 50 h 4"/>
                <a:gd name="T72" fmla="*/ 33 w 6"/>
                <a:gd name="T73" fmla="*/ 63 h 4"/>
                <a:gd name="T74" fmla="*/ 63 w 6"/>
                <a:gd name="T75" fmla="*/ 63 h 4"/>
                <a:gd name="T76" fmla="*/ 83 w 6"/>
                <a:gd name="T77" fmla="*/ 33 h 4"/>
                <a:gd name="T78" fmla="*/ 63 w 6"/>
                <a:gd name="T79" fmla="*/ 33 h 4"/>
                <a:gd name="T80" fmla="*/ 50 w 6"/>
                <a:gd name="T81" fmla="*/ 33 h 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1"/>
                  </a:cubicBezTo>
                  <a:close/>
                  <a:moveTo>
                    <a:pt x="3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7" name="Freeform 1607">
              <a:extLst>
                <a:ext uri="{FF2B5EF4-FFF2-40B4-BE49-F238E27FC236}">
                  <a16:creationId xmlns:a16="http://schemas.microsoft.com/office/drawing/2014/main" id="{ABD13865-F57A-48FE-9C46-09493D39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915"/>
              <a:ext cx="15" cy="10"/>
            </a:xfrm>
            <a:custGeom>
              <a:avLst/>
              <a:gdLst>
                <a:gd name="T0" fmla="*/ 20 w 6"/>
                <a:gd name="T1" fmla="*/ 20 h 4"/>
                <a:gd name="T2" fmla="*/ 33 w 6"/>
                <a:gd name="T3" fmla="*/ 63 h 4"/>
                <a:gd name="T4" fmla="*/ 50 w 6"/>
                <a:gd name="T5" fmla="*/ 63 h 4"/>
                <a:gd name="T6" fmla="*/ 50 w 6"/>
                <a:gd name="T7" fmla="*/ 63 h 4"/>
                <a:gd name="T8" fmla="*/ 95 w 6"/>
                <a:gd name="T9" fmla="*/ 33 h 4"/>
                <a:gd name="T10" fmla="*/ 83 w 6"/>
                <a:gd name="T11" fmla="*/ 20 h 4"/>
                <a:gd name="T12" fmla="*/ 63 w 6"/>
                <a:gd name="T13" fmla="*/ 0 h 4"/>
                <a:gd name="T14" fmla="*/ 20 w 6"/>
                <a:gd name="T15" fmla="*/ 2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3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8" name="Freeform 1608">
              <a:extLst>
                <a:ext uri="{FF2B5EF4-FFF2-40B4-BE49-F238E27FC236}">
                  <a16:creationId xmlns:a16="http://schemas.microsoft.com/office/drawing/2014/main" id="{49E7A1BF-0F5B-43E4-BD40-59274F2F0F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" y="2048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21 w 5"/>
                <a:gd name="T11" fmla="*/ 93 h 6"/>
                <a:gd name="T12" fmla="*/ 55 w 5"/>
                <a:gd name="T13" fmla="*/ 93 h 6"/>
                <a:gd name="T14" fmla="*/ 88 w 5"/>
                <a:gd name="T15" fmla="*/ 56 h 6"/>
                <a:gd name="T16" fmla="*/ 88 w 5"/>
                <a:gd name="T17" fmla="*/ 56 h 6"/>
                <a:gd name="T18" fmla="*/ 68 w 5"/>
                <a:gd name="T19" fmla="*/ 21 h 6"/>
                <a:gd name="T20" fmla="*/ 68 w 5"/>
                <a:gd name="T21" fmla="*/ 21 h 6"/>
                <a:gd name="T22" fmla="*/ 68 w 5"/>
                <a:gd name="T23" fmla="*/ 21 h 6"/>
                <a:gd name="T24" fmla="*/ 68 w 5"/>
                <a:gd name="T25" fmla="*/ 21 h 6"/>
                <a:gd name="T26" fmla="*/ 55 w 5"/>
                <a:gd name="T27" fmla="*/ 21 h 6"/>
                <a:gd name="T28" fmla="*/ 0 w 5"/>
                <a:gd name="T29" fmla="*/ 35 h 6"/>
                <a:gd name="T30" fmla="*/ 34 w 5"/>
                <a:gd name="T31" fmla="*/ 21 h 6"/>
                <a:gd name="T32" fmla="*/ 34 w 5"/>
                <a:gd name="T33" fmla="*/ 21 h 6"/>
                <a:gd name="T34" fmla="*/ 34 w 5"/>
                <a:gd name="T35" fmla="*/ 21 h 6"/>
                <a:gd name="T36" fmla="*/ 34 w 5"/>
                <a:gd name="T37" fmla="*/ 21 h 6"/>
                <a:gd name="T38" fmla="*/ 55 w 5"/>
                <a:gd name="T39" fmla="*/ 21 h 6"/>
                <a:gd name="T40" fmla="*/ 55 w 5"/>
                <a:gd name="T41" fmla="*/ 21 h 6"/>
                <a:gd name="T42" fmla="*/ 68 w 5"/>
                <a:gd name="T43" fmla="*/ 35 h 6"/>
                <a:gd name="T44" fmla="*/ 88 w 5"/>
                <a:gd name="T45" fmla="*/ 56 h 6"/>
                <a:gd name="T46" fmla="*/ 68 w 5"/>
                <a:gd name="T47" fmla="*/ 77 h 6"/>
                <a:gd name="T48" fmla="*/ 34 w 5"/>
                <a:gd name="T49" fmla="*/ 93 h 6"/>
                <a:gd name="T50" fmla="*/ 34 w 5"/>
                <a:gd name="T51" fmla="*/ 77 h 6"/>
                <a:gd name="T52" fmla="*/ 21 w 5"/>
                <a:gd name="T53" fmla="*/ 56 h 6"/>
                <a:gd name="T54" fmla="*/ 21 w 5"/>
                <a:gd name="T55" fmla="*/ 56 h 6"/>
                <a:gd name="T56" fmla="*/ 55 w 5"/>
                <a:gd name="T57" fmla="*/ 21 h 6"/>
                <a:gd name="T58" fmla="*/ 55 w 5"/>
                <a:gd name="T59" fmla="*/ 21 h 6"/>
                <a:gd name="T60" fmla="*/ 55 w 5"/>
                <a:gd name="T61" fmla="*/ 21 h 6"/>
                <a:gd name="T62" fmla="*/ 55 w 5"/>
                <a:gd name="T63" fmla="*/ 21 h 6"/>
                <a:gd name="T64" fmla="*/ 55 w 5"/>
                <a:gd name="T65" fmla="*/ 93 h 6"/>
                <a:gd name="T66" fmla="*/ 55 w 5"/>
                <a:gd name="T67" fmla="*/ 93 h 6"/>
                <a:gd name="T68" fmla="*/ 55 w 5"/>
                <a:gd name="T69" fmla="*/ 93 h 6"/>
                <a:gd name="T70" fmla="*/ 55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1" y="0"/>
                    <a:pt x="0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9" name="Freeform 1609">
              <a:extLst>
                <a:ext uri="{FF2B5EF4-FFF2-40B4-BE49-F238E27FC236}">
                  <a16:creationId xmlns:a16="http://schemas.microsoft.com/office/drawing/2014/main" id="{DADC6DFE-8D04-4F18-BD54-01088948E9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" y="205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35 h 3"/>
                <a:gd name="T4" fmla="*/ 20 w 4"/>
                <a:gd name="T5" fmla="*/ 35 h 3"/>
                <a:gd name="T6" fmla="*/ 20 w 4"/>
                <a:gd name="T7" fmla="*/ 35 h 3"/>
                <a:gd name="T8" fmla="*/ 20 w 4"/>
                <a:gd name="T9" fmla="*/ 56 h 3"/>
                <a:gd name="T10" fmla="*/ 20 w 4"/>
                <a:gd name="T11" fmla="*/ 35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35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35 h 3"/>
                <a:gd name="T26" fmla="*/ 50 w 4"/>
                <a:gd name="T27" fmla="*/ 35 h 3"/>
                <a:gd name="T28" fmla="*/ 50 w 4"/>
                <a:gd name="T29" fmla="*/ 35 h 3"/>
                <a:gd name="T30" fmla="*/ 50 w 4"/>
                <a:gd name="T31" fmla="*/ 35 h 3"/>
                <a:gd name="T32" fmla="*/ 50 w 4"/>
                <a:gd name="T33" fmla="*/ 35 h 3"/>
                <a:gd name="T34" fmla="*/ 50 w 4"/>
                <a:gd name="T35" fmla="*/ 35 h 3"/>
                <a:gd name="T36" fmla="*/ 63 w 4"/>
                <a:gd name="T37" fmla="*/ 35 h 3"/>
                <a:gd name="T38" fmla="*/ 63 w 4"/>
                <a:gd name="T39" fmla="*/ 35 h 3"/>
                <a:gd name="T40" fmla="*/ 63 w 4"/>
                <a:gd name="T41" fmla="*/ 35 h 3"/>
                <a:gd name="T42" fmla="*/ 63 w 4"/>
                <a:gd name="T43" fmla="*/ 35 h 3"/>
                <a:gd name="T44" fmla="*/ 63 w 4"/>
                <a:gd name="T45" fmla="*/ 35 h 3"/>
                <a:gd name="T46" fmla="*/ 63 w 4"/>
                <a:gd name="T47" fmla="*/ 35 h 3"/>
                <a:gd name="T48" fmla="*/ 63 w 4"/>
                <a:gd name="T49" fmla="*/ 21 h 3"/>
                <a:gd name="T50" fmla="*/ 50 w 4"/>
                <a:gd name="T51" fmla="*/ 21 h 3"/>
                <a:gd name="T52" fmla="*/ 50 w 4"/>
                <a:gd name="T53" fmla="*/ 0 h 3"/>
                <a:gd name="T54" fmla="*/ 33 w 4"/>
                <a:gd name="T55" fmla="*/ 0 h 3"/>
                <a:gd name="T56" fmla="*/ 20 w 4"/>
                <a:gd name="T57" fmla="*/ 21 h 3"/>
                <a:gd name="T58" fmla="*/ 20 w 4"/>
                <a:gd name="T59" fmla="*/ 35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21 h 3"/>
                <a:gd name="T68" fmla="*/ 33 w 4"/>
                <a:gd name="T69" fmla="*/ 21 h 3"/>
                <a:gd name="T70" fmla="*/ 20 w 4"/>
                <a:gd name="T71" fmla="*/ 35 h 3"/>
                <a:gd name="T72" fmla="*/ 20 w 4"/>
                <a:gd name="T73" fmla="*/ 56 h 3"/>
                <a:gd name="T74" fmla="*/ 50 w 4"/>
                <a:gd name="T75" fmla="*/ 56 h 3"/>
                <a:gd name="T76" fmla="*/ 50 w 4"/>
                <a:gd name="T77" fmla="*/ 35 h 3"/>
                <a:gd name="T78" fmla="*/ 50 w 4"/>
                <a:gd name="T79" fmla="*/ 35 h 3"/>
                <a:gd name="T80" fmla="*/ 33 w 4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0" name="Freeform 1610">
              <a:extLst>
                <a:ext uri="{FF2B5EF4-FFF2-40B4-BE49-F238E27FC236}">
                  <a16:creationId xmlns:a16="http://schemas.microsoft.com/office/drawing/2014/main" id="{5324EA11-5708-444F-8A72-217D4499C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05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21 w 3"/>
                <a:gd name="T5" fmla="*/ 56 h 3"/>
                <a:gd name="T6" fmla="*/ 35 w 3"/>
                <a:gd name="T7" fmla="*/ 56 h 3"/>
                <a:gd name="T8" fmla="*/ 56 w 3"/>
                <a:gd name="T9" fmla="*/ 35 h 3"/>
                <a:gd name="T10" fmla="*/ 56 w 3"/>
                <a:gd name="T11" fmla="*/ 21 h 3"/>
                <a:gd name="T12" fmla="*/ 35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1" name="Freeform 1611">
              <a:extLst>
                <a:ext uri="{FF2B5EF4-FFF2-40B4-BE49-F238E27FC236}">
                  <a16:creationId xmlns:a16="http://schemas.microsoft.com/office/drawing/2014/main" id="{7760B6AA-8066-4B2E-976E-FCD182F39A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9" y="1957"/>
              <a:ext cx="12" cy="14"/>
            </a:xfrm>
            <a:custGeom>
              <a:avLst/>
              <a:gdLst>
                <a:gd name="T0" fmla="*/ 0 w 5"/>
                <a:gd name="T1" fmla="*/ 22 h 5"/>
                <a:gd name="T2" fmla="*/ 0 w 5"/>
                <a:gd name="T3" fmla="*/ 48 h 5"/>
                <a:gd name="T4" fmla="*/ 0 w 5"/>
                <a:gd name="T5" fmla="*/ 48 h 5"/>
                <a:gd name="T6" fmla="*/ 0 w 5"/>
                <a:gd name="T7" fmla="*/ 62 h 5"/>
                <a:gd name="T8" fmla="*/ 0 w 5"/>
                <a:gd name="T9" fmla="*/ 62 h 5"/>
                <a:gd name="T10" fmla="*/ 12 w 5"/>
                <a:gd name="T11" fmla="*/ 87 h 5"/>
                <a:gd name="T12" fmla="*/ 41 w 5"/>
                <a:gd name="T13" fmla="*/ 109 h 5"/>
                <a:gd name="T14" fmla="*/ 70 w 5"/>
                <a:gd name="T15" fmla="*/ 48 h 5"/>
                <a:gd name="T16" fmla="*/ 70 w 5"/>
                <a:gd name="T17" fmla="*/ 48 h 5"/>
                <a:gd name="T18" fmla="*/ 58 w 5"/>
                <a:gd name="T19" fmla="*/ 22 h 5"/>
                <a:gd name="T20" fmla="*/ 58 w 5"/>
                <a:gd name="T21" fmla="*/ 22 h 5"/>
                <a:gd name="T22" fmla="*/ 58 w 5"/>
                <a:gd name="T23" fmla="*/ 22 h 5"/>
                <a:gd name="T24" fmla="*/ 58 w 5"/>
                <a:gd name="T25" fmla="*/ 22 h 5"/>
                <a:gd name="T26" fmla="*/ 41 w 5"/>
                <a:gd name="T27" fmla="*/ 0 h 5"/>
                <a:gd name="T28" fmla="*/ 0 w 5"/>
                <a:gd name="T29" fmla="*/ 22 h 5"/>
                <a:gd name="T30" fmla="*/ 29 w 5"/>
                <a:gd name="T31" fmla="*/ 22 h 5"/>
                <a:gd name="T32" fmla="*/ 29 w 5"/>
                <a:gd name="T33" fmla="*/ 22 h 5"/>
                <a:gd name="T34" fmla="*/ 29 w 5"/>
                <a:gd name="T35" fmla="*/ 22 h 5"/>
                <a:gd name="T36" fmla="*/ 29 w 5"/>
                <a:gd name="T37" fmla="*/ 22 h 5"/>
                <a:gd name="T38" fmla="*/ 41 w 5"/>
                <a:gd name="T39" fmla="*/ 22 h 5"/>
                <a:gd name="T40" fmla="*/ 41 w 5"/>
                <a:gd name="T41" fmla="*/ 22 h 5"/>
                <a:gd name="T42" fmla="*/ 58 w 5"/>
                <a:gd name="T43" fmla="*/ 48 h 5"/>
                <a:gd name="T44" fmla="*/ 58 w 5"/>
                <a:gd name="T45" fmla="*/ 62 h 5"/>
                <a:gd name="T46" fmla="*/ 58 w 5"/>
                <a:gd name="T47" fmla="*/ 87 h 5"/>
                <a:gd name="T48" fmla="*/ 29 w 5"/>
                <a:gd name="T49" fmla="*/ 87 h 5"/>
                <a:gd name="T50" fmla="*/ 29 w 5"/>
                <a:gd name="T51" fmla="*/ 87 h 5"/>
                <a:gd name="T52" fmla="*/ 12 w 5"/>
                <a:gd name="T53" fmla="*/ 62 h 5"/>
                <a:gd name="T54" fmla="*/ 12 w 5"/>
                <a:gd name="T55" fmla="*/ 48 h 5"/>
                <a:gd name="T56" fmla="*/ 41 w 5"/>
                <a:gd name="T57" fmla="*/ 22 h 5"/>
                <a:gd name="T58" fmla="*/ 41 w 5"/>
                <a:gd name="T59" fmla="*/ 22 h 5"/>
                <a:gd name="T60" fmla="*/ 41 w 5"/>
                <a:gd name="T61" fmla="*/ 22 h 5"/>
                <a:gd name="T62" fmla="*/ 41 w 5"/>
                <a:gd name="T63" fmla="*/ 22 h 5"/>
                <a:gd name="T64" fmla="*/ 41 w 5"/>
                <a:gd name="T65" fmla="*/ 109 h 5"/>
                <a:gd name="T66" fmla="*/ 41 w 5"/>
                <a:gd name="T67" fmla="*/ 109 h 5"/>
                <a:gd name="T68" fmla="*/ 41 w 5"/>
                <a:gd name="T69" fmla="*/ 109 h 5"/>
                <a:gd name="T70" fmla="*/ 41 w 5"/>
                <a:gd name="T71" fmla="*/ 109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4"/>
                    <a:pt x="5" y="4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2" name="Freeform 1612">
              <a:extLst>
                <a:ext uri="{FF2B5EF4-FFF2-40B4-BE49-F238E27FC236}">
                  <a16:creationId xmlns:a16="http://schemas.microsoft.com/office/drawing/2014/main" id="{7205EDD9-BEEC-4041-92A4-86A5C4C290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9" y="195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20 w 4"/>
                <a:gd name="T3" fmla="*/ 61 h 4"/>
                <a:gd name="T4" fmla="*/ 20 w 4"/>
                <a:gd name="T5" fmla="*/ 61 h 4"/>
                <a:gd name="T6" fmla="*/ 20 w 4"/>
                <a:gd name="T7" fmla="*/ 47 h 4"/>
                <a:gd name="T8" fmla="*/ 20 w 4"/>
                <a:gd name="T9" fmla="*/ 61 h 4"/>
                <a:gd name="T10" fmla="*/ 20 w 4"/>
                <a:gd name="T11" fmla="*/ 61 h 4"/>
                <a:gd name="T12" fmla="*/ 20 w 4"/>
                <a:gd name="T13" fmla="*/ 61 h 4"/>
                <a:gd name="T14" fmla="*/ 20 w 4"/>
                <a:gd name="T15" fmla="*/ 83 h 4"/>
                <a:gd name="T16" fmla="*/ 20 w 4"/>
                <a:gd name="T17" fmla="*/ 61 h 4"/>
                <a:gd name="T18" fmla="*/ 20 w 4"/>
                <a:gd name="T19" fmla="*/ 61 h 4"/>
                <a:gd name="T20" fmla="*/ 20 w 4"/>
                <a:gd name="T21" fmla="*/ 47 h 4"/>
                <a:gd name="T22" fmla="*/ 33 w 4"/>
                <a:gd name="T23" fmla="*/ 22 h 4"/>
                <a:gd name="T24" fmla="*/ 50 w 4"/>
                <a:gd name="T25" fmla="*/ 47 h 4"/>
                <a:gd name="T26" fmla="*/ 50 w 4"/>
                <a:gd name="T27" fmla="*/ 47 h 4"/>
                <a:gd name="T28" fmla="*/ 50 w 4"/>
                <a:gd name="T29" fmla="*/ 47 h 4"/>
                <a:gd name="T30" fmla="*/ 50 w 4"/>
                <a:gd name="T31" fmla="*/ 47 h 4"/>
                <a:gd name="T32" fmla="*/ 50 w 4"/>
                <a:gd name="T33" fmla="*/ 61 h 4"/>
                <a:gd name="T34" fmla="*/ 50 w 4"/>
                <a:gd name="T35" fmla="*/ 47 h 4"/>
                <a:gd name="T36" fmla="*/ 63 w 4"/>
                <a:gd name="T37" fmla="*/ 61 h 4"/>
                <a:gd name="T38" fmla="*/ 63 w 4"/>
                <a:gd name="T39" fmla="*/ 61 h 4"/>
                <a:gd name="T40" fmla="*/ 63 w 4"/>
                <a:gd name="T41" fmla="*/ 61 h 4"/>
                <a:gd name="T42" fmla="*/ 63 w 4"/>
                <a:gd name="T43" fmla="*/ 61 h 4"/>
                <a:gd name="T44" fmla="*/ 63 w 4"/>
                <a:gd name="T45" fmla="*/ 61 h 4"/>
                <a:gd name="T46" fmla="*/ 63 w 4"/>
                <a:gd name="T47" fmla="*/ 47 h 4"/>
                <a:gd name="T48" fmla="*/ 63 w 4"/>
                <a:gd name="T49" fmla="*/ 47 h 4"/>
                <a:gd name="T50" fmla="*/ 50 w 4"/>
                <a:gd name="T51" fmla="*/ 22 h 4"/>
                <a:gd name="T52" fmla="*/ 50 w 4"/>
                <a:gd name="T53" fmla="*/ 22 h 4"/>
                <a:gd name="T54" fmla="*/ 33 w 4"/>
                <a:gd name="T55" fmla="*/ 22 h 4"/>
                <a:gd name="T56" fmla="*/ 20 w 4"/>
                <a:gd name="T57" fmla="*/ 47 h 4"/>
                <a:gd name="T58" fmla="*/ 20 w 4"/>
                <a:gd name="T59" fmla="*/ 47 h 4"/>
                <a:gd name="T60" fmla="*/ 20 w 4"/>
                <a:gd name="T61" fmla="*/ 47 h 4"/>
                <a:gd name="T62" fmla="*/ 20 w 4"/>
                <a:gd name="T63" fmla="*/ 47 h 4"/>
                <a:gd name="T64" fmla="*/ 20 w 4"/>
                <a:gd name="T65" fmla="*/ 47 h 4"/>
                <a:gd name="T66" fmla="*/ 20 w 4"/>
                <a:gd name="T67" fmla="*/ 47 h 4"/>
                <a:gd name="T68" fmla="*/ 33 w 4"/>
                <a:gd name="T69" fmla="*/ 47 h 4"/>
                <a:gd name="T70" fmla="*/ 20 w 4"/>
                <a:gd name="T71" fmla="*/ 61 h 4"/>
                <a:gd name="T72" fmla="*/ 20 w 4"/>
                <a:gd name="T73" fmla="*/ 61 h 4"/>
                <a:gd name="T74" fmla="*/ 50 w 4"/>
                <a:gd name="T75" fmla="*/ 61 h 4"/>
                <a:gd name="T76" fmla="*/ 50 w 4"/>
                <a:gd name="T77" fmla="*/ 47 h 4"/>
                <a:gd name="T78" fmla="*/ 50 w 4"/>
                <a:gd name="T79" fmla="*/ 47 h 4"/>
                <a:gd name="T80" fmla="*/ 33 w 4"/>
                <a:gd name="T81" fmla="*/ 47 h 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3" name="Freeform 1613">
              <a:extLst>
                <a:ext uri="{FF2B5EF4-FFF2-40B4-BE49-F238E27FC236}">
                  <a16:creationId xmlns:a16="http://schemas.microsoft.com/office/drawing/2014/main" id="{FCE011F9-3ADB-4408-BFFF-B24278920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95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61 h 4"/>
                <a:gd name="T4" fmla="*/ 33 w 4"/>
                <a:gd name="T5" fmla="*/ 83 h 4"/>
                <a:gd name="T6" fmla="*/ 50 w 4"/>
                <a:gd name="T7" fmla="*/ 83 h 4"/>
                <a:gd name="T8" fmla="*/ 63 w 4"/>
                <a:gd name="T9" fmla="*/ 47 h 4"/>
                <a:gd name="T10" fmla="*/ 63 w 4"/>
                <a:gd name="T11" fmla="*/ 22 h 4"/>
                <a:gd name="T12" fmla="*/ 50 w 4"/>
                <a:gd name="T13" fmla="*/ 22 h 4"/>
                <a:gd name="T14" fmla="*/ 20 w 4"/>
                <a:gd name="T15" fmla="*/ 22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4" name="Freeform 1614">
              <a:extLst>
                <a:ext uri="{FF2B5EF4-FFF2-40B4-BE49-F238E27FC236}">
                  <a16:creationId xmlns:a16="http://schemas.microsoft.com/office/drawing/2014/main" id="{484F569B-C5F1-4FE1-81CC-AB8AFDD06B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4" y="1835"/>
              <a:ext cx="7" cy="10"/>
            </a:xfrm>
            <a:custGeom>
              <a:avLst/>
              <a:gdLst>
                <a:gd name="T0" fmla="*/ 0 w 3"/>
                <a:gd name="T1" fmla="*/ 20 h 4"/>
                <a:gd name="T2" fmla="*/ 0 w 3"/>
                <a:gd name="T3" fmla="*/ 33 h 4"/>
                <a:gd name="T4" fmla="*/ 0 w 3"/>
                <a:gd name="T5" fmla="*/ 33 h 4"/>
                <a:gd name="T6" fmla="*/ 0 w 3"/>
                <a:gd name="T7" fmla="*/ 33 h 4"/>
                <a:gd name="T8" fmla="*/ 0 w 3"/>
                <a:gd name="T9" fmla="*/ 33 h 4"/>
                <a:gd name="T10" fmla="*/ 12 w 3"/>
                <a:gd name="T11" fmla="*/ 50 h 4"/>
                <a:gd name="T12" fmla="*/ 28 w 3"/>
                <a:gd name="T13" fmla="*/ 63 h 4"/>
                <a:gd name="T14" fmla="*/ 37 w 3"/>
                <a:gd name="T15" fmla="*/ 33 h 4"/>
                <a:gd name="T16" fmla="*/ 37 w 3"/>
                <a:gd name="T17" fmla="*/ 33 h 4"/>
                <a:gd name="T18" fmla="*/ 37 w 3"/>
                <a:gd name="T19" fmla="*/ 20 h 4"/>
                <a:gd name="T20" fmla="*/ 28 w 3"/>
                <a:gd name="T21" fmla="*/ 20 h 4"/>
                <a:gd name="T22" fmla="*/ 28 w 3"/>
                <a:gd name="T23" fmla="*/ 20 h 4"/>
                <a:gd name="T24" fmla="*/ 28 w 3"/>
                <a:gd name="T25" fmla="*/ 20 h 4"/>
                <a:gd name="T26" fmla="*/ 28 w 3"/>
                <a:gd name="T27" fmla="*/ 0 h 4"/>
                <a:gd name="T28" fmla="*/ 0 w 3"/>
                <a:gd name="T29" fmla="*/ 20 h 4"/>
                <a:gd name="T30" fmla="*/ 12 w 3"/>
                <a:gd name="T31" fmla="*/ 20 h 4"/>
                <a:gd name="T32" fmla="*/ 12 w 3"/>
                <a:gd name="T33" fmla="*/ 20 h 4"/>
                <a:gd name="T34" fmla="*/ 12 w 3"/>
                <a:gd name="T35" fmla="*/ 20 h 4"/>
                <a:gd name="T36" fmla="*/ 12 w 3"/>
                <a:gd name="T37" fmla="*/ 20 h 4"/>
                <a:gd name="T38" fmla="*/ 28 w 3"/>
                <a:gd name="T39" fmla="*/ 20 h 4"/>
                <a:gd name="T40" fmla="*/ 28 w 3"/>
                <a:gd name="T41" fmla="*/ 20 h 4"/>
                <a:gd name="T42" fmla="*/ 37 w 3"/>
                <a:gd name="T43" fmla="*/ 33 h 4"/>
                <a:gd name="T44" fmla="*/ 37 w 3"/>
                <a:gd name="T45" fmla="*/ 33 h 4"/>
                <a:gd name="T46" fmla="*/ 37 w 3"/>
                <a:gd name="T47" fmla="*/ 50 h 4"/>
                <a:gd name="T48" fmla="*/ 12 w 3"/>
                <a:gd name="T49" fmla="*/ 50 h 4"/>
                <a:gd name="T50" fmla="*/ 12 w 3"/>
                <a:gd name="T51" fmla="*/ 50 h 4"/>
                <a:gd name="T52" fmla="*/ 12 w 3"/>
                <a:gd name="T53" fmla="*/ 33 h 4"/>
                <a:gd name="T54" fmla="*/ 12 w 3"/>
                <a:gd name="T55" fmla="*/ 33 h 4"/>
                <a:gd name="T56" fmla="*/ 28 w 3"/>
                <a:gd name="T57" fmla="*/ 20 h 4"/>
                <a:gd name="T58" fmla="*/ 28 w 3"/>
                <a:gd name="T59" fmla="*/ 20 h 4"/>
                <a:gd name="T60" fmla="*/ 28 w 3"/>
                <a:gd name="T61" fmla="*/ 20 h 4"/>
                <a:gd name="T62" fmla="*/ 28 w 3"/>
                <a:gd name="T63" fmla="*/ 20 h 4"/>
                <a:gd name="T64" fmla="*/ 28 w 3"/>
                <a:gd name="T65" fmla="*/ 50 h 4"/>
                <a:gd name="T66" fmla="*/ 28 w 3"/>
                <a:gd name="T67" fmla="*/ 50 h 4"/>
                <a:gd name="T68" fmla="*/ 28 w 3"/>
                <a:gd name="T69" fmla="*/ 50 h 4"/>
                <a:gd name="T70" fmla="*/ 28 w 3"/>
                <a:gd name="T71" fmla="*/ 50 h 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5" name="Freeform 1615">
              <a:extLst>
                <a:ext uri="{FF2B5EF4-FFF2-40B4-BE49-F238E27FC236}">
                  <a16:creationId xmlns:a16="http://schemas.microsoft.com/office/drawing/2014/main" id="{108B54FE-C659-4EC2-8371-BDCA3C5CF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4" y="1837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7 h 2"/>
                <a:gd name="T4" fmla="*/ 0 w 2"/>
                <a:gd name="T5" fmla="*/ 27 h 2"/>
                <a:gd name="T6" fmla="*/ 0 w 2"/>
                <a:gd name="T7" fmla="*/ 27 h 2"/>
                <a:gd name="T8" fmla="*/ 0 w 2"/>
                <a:gd name="T9" fmla="*/ 27 h 2"/>
                <a:gd name="T10" fmla="*/ 0 w 2"/>
                <a:gd name="T11" fmla="*/ 27 h 2"/>
                <a:gd name="T12" fmla="*/ 0 w 2"/>
                <a:gd name="T13" fmla="*/ 27 h 2"/>
                <a:gd name="T14" fmla="*/ 0 w 2"/>
                <a:gd name="T15" fmla="*/ 54 h 2"/>
                <a:gd name="T16" fmla="*/ 0 w 2"/>
                <a:gd name="T17" fmla="*/ 54 h 2"/>
                <a:gd name="T18" fmla="*/ 20 w 2"/>
                <a:gd name="T19" fmla="*/ 27 h 2"/>
                <a:gd name="T20" fmla="*/ 0 w 2"/>
                <a:gd name="T21" fmla="*/ 27 h 2"/>
                <a:gd name="T22" fmla="*/ 20 w 2"/>
                <a:gd name="T23" fmla="*/ 0 h 2"/>
                <a:gd name="T24" fmla="*/ 33 w 2"/>
                <a:gd name="T25" fmla="*/ 27 h 2"/>
                <a:gd name="T26" fmla="*/ 33 w 2"/>
                <a:gd name="T27" fmla="*/ 27 h 2"/>
                <a:gd name="T28" fmla="*/ 33 w 2"/>
                <a:gd name="T29" fmla="*/ 27 h 2"/>
                <a:gd name="T30" fmla="*/ 33 w 2"/>
                <a:gd name="T31" fmla="*/ 27 h 2"/>
                <a:gd name="T32" fmla="*/ 33 w 2"/>
                <a:gd name="T33" fmla="*/ 27 h 2"/>
                <a:gd name="T34" fmla="*/ 33 w 2"/>
                <a:gd name="T35" fmla="*/ 27 h 2"/>
                <a:gd name="T36" fmla="*/ 33 w 2"/>
                <a:gd name="T37" fmla="*/ 27 h 2"/>
                <a:gd name="T38" fmla="*/ 33 w 2"/>
                <a:gd name="T39" fmla="*/ 27 h 2"/>
                <a:gd name="T40" fmla="*/ 33 w 2"/>
                <a:gd name="T41" fmla="*/ 27 h 2"/>
                <a:gd name="T42" fmla="*/ 33 w 2"/>
                <a:gd name="T43" fmla="*/ 27 h 2"/>
                <a:gd name="T44" fmla="*/ 33 w 2"/>
                <a:gd name="T45" fmla="*/ 27 h 2"/>
                <a:gd name="T46" fmla="*/ 33 w 2"/>
                <a:gd name="T47" fmla="*/ 27 h 2"/>
                <a:gd name="T48" fmla="*/ 33 w 2"/>
                <a:gd name="T49" fmla="*/ 27 h 2"/>
                <a:gd name="T50" fmla="*/ 33 w 2"/>
                <a:gd name="T51" fmla="*/ 0 h 2"/>
                <a:gd name="T52" fmla="*/ 33 w 2"/>
                <a:gd name="T53" fmla="*/ 0 h 2"/>
                <a:gd name="T54" fmla="*/ 20 w 2"/>
                <a:gd name="T55" fmla="*/ 0 h 2"/>
                <a:gd name="T56" fmla="*/ 20 w 2"/>
                <a:gd name="T57" fmla="*/ 27 h 2"/>
                <a:gd name="T58" fmla="*/ 0 w 2"/>
                <a:gd name="T59" fmla="*/ 27 h 2"/>
                <a:gd name="T60" fmla="*/ 0 w 2"/>
                <a:gd name="T61" fmla="*/ 27 h 2"/>
                <a:gd name="T62" fmla="*/ 0 w 2"/>
                <a:gd name="T63" fmla="*/ 27 h 2"/>
                <a:gd name="T64" fmla="*/ 0 w 2"/>
                <a:gd name="T65" fmla="*/ 27 h 2"/>
                <a:gd name="T66" fmla="*/ 20 w 2"/>
                <a:gd name="T67" fmla="*/ 27 h 2"/>
                <a:gd name="T68" fmla="*/ 20 w 2"/>
                <a:gd name="T69" fmla="*/ 27 h 2"/>
                <a:gd name="T70" fmla="*/ 20 w 2"/>
                <a:gd name="T71" fmla="*/ 27 h 2"/>
                <a:gd name="T72" fmla="*/ 20 w 2"/>
                <a:gd name="T73" fmla="*/ 54 h 2"/>
                <a:gd name="T74" fmla="*/ 33 w 2"/>
                <a:gd name="T75" fmla="*/ 54 h 2"/>
                <a:gd name="T76" fmla="*/ 33 w 2"/>
                <a:gd name="T77" fmla="*/ 27 h 2"/>
                <a:gd name="T78" fmla="*/ 33 w 2"/>
                <a:gd name="T79" fmla="*/ 27 h 2"/>
                <a:gd name="T80" fmla="*/ 20 w 2"/>
                <a:gd name="T81" fmla="*/ 27 h 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6" name="Freeform 1616">
              <a:extLst>
                <a:ext uri="{FF2B5EF4-FFF2-40B4-BE49-F238E27FC236}">
                  <a16:creationId xmlns:a16="http://schemas.microsoft.com/office/drawing/2014/main" id="{549822B7-7D02-4906-989A-11E469D9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837"/>
              <a:ext cx="5" cy="6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54 h 2"/>
                <a:gd name="T4" fmla="*/ 20 w 2"/>
                <a:gd name="T5" fmla="*/ 54 h 2"/>
                <a:gd name="T6" fmla="*/ 20 w 2"/>
                <a:gd name="T7" fmla="*/ 54 h 2"/>
                <a:gd name="T8" fmla="*/ 33 w 2"/>
                <a:gd name="T9" fmla="*/ 27 h 2"/>
                <a:gd name="T10" fmla="*/ 33 w 2"/>
                <a:gd name="T11" fmla="*/ 0 h 2"/>
                <a:gd name="T12" fmla="*/ 20 w 2"/>
                <a:gd name="T13" fmla="*/ 0 h 2"/>
                <a:gd name="T14" fmla="*/ 0 w 2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7" name="Freeform 1617">
              <a:extLst>
                <a:ext uri="{FF2B5EF4-FFF2-40B4-BE49-F238E27FC236}">
                  <a16:creationId xmlns:a16="http://schemas.microsoft.com/office/drawing/2014/main" id="{E3A7FE91-6694-4157-98FA-B79E01980C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9" y="1821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12 w 5"/>
                <a:gd name="T11" fmla="*/ 93 h 6"/>
                <a:gd name="T12" fmla="*/ 58 w 5"/>
                <a:gd name="T13" fmla="*/ 93 h 6"/>
                <a:gd name="T14" fmla="*/ 70 w 5"/>
                <a:gd name="T15" fmla="*/ 56 h 6"/>
                <a:gd name="T16" fmla="*/ 70 w 5"/>
                <a:gd name="T17" fmla="*/ 56 h 6"/>
                <a:gd name="T18" fmla="*/ 70 w 5"/>
                <a:gd name="T19" fmla="*/ 35 h 6"/>
                <a:gd name="T20" fmla="*/ 58 w 5"/>
                <a:gd name="T21" fmla="*/ 21 h 6"/>
                <a:gd name="T22" fmla="*/ 58 w 5"/>
                <a:gd name="T23" fmla="*/ 21 h 6"/>
                <a:gd name="T24" fmla="*/ 58 w 5"/>
                <a:gd name="T25" fmla="*/ 21 h 6"/>
                <a:gd name="T26" fmla="*/ 41 w 5"/>
                <a:gd name="T27" fmla="*/ 21 h 6"/>
                <a:gd name="T28" fmla="*/ 0 w 5"/>
                <a:gd name="T29" fmla="*/ 35 h 6"/>
                <a:gd name="T30" fmla="*/ 29 w 5"/>
                <a:gd name="T31" fmla="*/ 35 h 6"/>
                <a:gd name="T32" fmla="*/ 29 w 5"/>
                <a:gd name="T33" fmla="*/ 35 h 6"/>
                <a:gd name="T34" fmla="*/ 29 w 5"/>
                <a:gd name="T35" fmla="*/ 35 h 6"/>
                <a:gd name="T36" fmla="*/ 29 w 5"/>
                <a:gd name="T37" fmla="*/ 35 h 6"/>
                <a:gd name="T38" fmla="*/ 41 w 5"/>
                <a:gd name="T39" fmla="*/ 35 h 6"/>
                <a:gd name="T40" fmla="*/ 58 w 5"/>
                <a:gd name="T41" fmla="*/ 35 h 6"/>
                <a:gd name="T42" fmla="*/ 58 w 5"/>
                <a:gd name="T43" fmla="*/ 35 h 6"/>
                <a:gd name="T44" fmla="*/ 70 w 5"/>
                <a:gd name="T45" fmla="*/ 56 h 6"/>
                <a:gd name="T46" fmla="*/ 58 w 5"/>
                <a:gd name="T47" fmla="*/ 77 h 6"/>
                <a:gd name="T48" fmla="*/ 41 w 5"/>
                <a:gd name="T49" fmla="*/ 93 h 6"/>
                <a:gd name="T50" fmla="*/ 29 w 5"/>
                <a:gd name="T51" fmla="*/ 77 h 6"/>
                <a:gd name="T52" fmla="*/ 29 w 5"/>
                <a:gd name="T53" fmla="*/ 56 h 6"/>
                <a:gd name="T54" fmla="*/ 29 w 5"/>
                <a:gd name="T55" fmla="*/ 56 h 6"/>
                <a:gd name="T56" fmla="*/ 41 w 5"/>
                <a:gd name="T57" fmla="*/ 35 h 6"/>
                <a:gd name="T58" fmla="*/ 58 w 5"/>
                <a:gd name="T59" fmla="*/ 35 h 6"/>
                <a:gd name="T60" fmla="*/ 41 w 5"/>
                <a:gd name="T61" fmla="*/ 35 h 6"/>
                <a:gd name="T62" fmla="*/ 41 w 5"/>
                <a:gd name="T63" fmla="*/ 35 h 6"/>
                <a:gd name="T64" fmla="*/ 41 w 5"/>
                <a:gd name="T65" fmla="*/ 93 h 6"/>
                <a:gd name="T66" fmla="*/ 41 w 5"/>
                <a:gd name="T67" fmla="*/ 93 h 6"/>
                <a:gd name="T68" fmla="*/ 41 w 5"/>
                <a:gd name="T69" fmla="*/ 93 h 6"/>
                <a:gd name="T70" fmla="*/ 41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3" y="2"/>
                  </a:move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8" name="Freeform 1618">
              <a:extLst>
                <a:ext uri="{FF2B5EF4-FFF2-40B4-BE49-F238E27FC236}">
                  <a16:creationId xmlns:a16="http://schemas.microsoft.com/office/drawing/2014/main" id="{D7F1FDA1-2F43-44D9-8597-F9286B2FC1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9" y="1824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20 w 4"/>
                <a:gd name="T5" fmla="*/ 35 h 3"/>
                <a:gd name="T6" fmla="*/ 20 w 4"/>
                <a:gd name="T7" fmla="*/ 35 h 3"/>
                <a:gd name="T8" fmla="*/ 20 w 4"/>
                <a:gd name="T9" fmla="*/ 56 h 3"/>
                <a:gd name="T10" fmla="*/ 20 w 4"/>
                <a:gd name="T11" fmla="*/ 56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56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35 h 3"/>
                <a:gd name="T26" fmla="*/ 50 w 4"/>
                <a:gd name="T27" fmla="*/ 35 h 3"/>
                <a:gd name="T28" fmla="*/ 50 w 4"/>
                <a:gd name="T29" fmla="*/ 35 h 3"/>
                <a:gd name="T30" fmla="*/ 50 w 4"/>
                <a:gd name="T31" fmla="*/ 35 h 3"/>
                <a:gd name="T32" fmla="*/ 63 w 4"/>
                <a:gd name="T33" fmla="*/ 56 h 3"/>
                <a:gd name="T34" fmla="*/ 50 w 4"/>
                <a:gd name="T35" fmla="*/ 35 h 3"/>
                <a:gd name="T36" fmla="*/ 63 w 4"/>
                <a:gd name="T37" fmla="*/ 35 h 3"/>
                <a:gd name="T38" fmla="*/ 63 w 4"/>
                <a:gd name="T39" fmla="*/ 56 h 3"/>
                <a:gd name="T40" fmla="*/ 63 w 4"/>
                <a:gd name="T41" fmla="*/ 35 h 3"/>
                <a:gd name="T42" fmla="*/ 63 w 4"/>
                <a:gd name="T43" fmla="*/ 56 h 3"/>
                <a:gd name="T44" fmla="*/ 63 w 4"/>
                <a:gd name="T45" fmla="*/ 35 h 3"/>
                <a:gd name="T46" fmla="*/ 63 w 4"/>
                <a:gd name="T47" fmla="*/ 35 h 3"/>
                <a:gd name="T48" fmla="*/ 63 w 4"/>
                <a:gd name="T49" fmla="*/ 35 h 3"/>
                <a:gd name="T50" fmla="*/ 50 w 4"/>
                <a:gd name="T51" fmla="*/ 21 h 3"/>
                <a:gd name="T52" fmla="*/ 50 w 4"/>
                <a:gd name="T53" fmla="*/ 21 h 3"/>
                <a:gd name="T54" fmla="*/ 33 w 4"/>
                <a:gd name="T55" fmla="*/ 0 h 3"/>
                <a:gd name="T56" fmla="*/ 20 w 4"/>
                <a:gd name="T57" fmla="*/ 35 h 3"/>
                <a:gd name="T58" fmla="*/ 20 w 4"/>
                <a:gd name="T59" fmla="*/ 35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35 h 3"/>
                <a:gd name="T68" fmla="*/ 33 w 4"/>
                <a:gd name="T69" fmla="*/ 35 h 3"/>
                <a:gd name="T70" fmla="*/ 20 w 4"/>
                <a:gd name="T71" fmla="*/ 56 h 3"/>
                <a:gd name="T72" fmla="*/ 33 w 4"/>
                <a:gd name="T73" fmla="*/ 56 h 3"/>
                <a:gd name="T74" fmla="*/ 50 w 4"/>
                <a:gd name="T75" fmla="*/ 56 h 3"/>
                <a:gd name="T76" fmla="*/ 50 w 4"/>
                <a:gd name="T77" fmla="*/ 35 h 3"/>
                <a:gd name="T78" fmla="*/ 50 w 4"/>
                <a:gd name="T79" fmla="*/ 35 h 3"/>
                <a:gd name="T80" fmla="*/ 33 w 4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9" name="Freeform 1619">
              <a:extLst>
                <a:ext uri="{FF2B5EF4-FFF2-40B4-BE49-F238E27FC236}">
                  <a16:creationId xmlns:a16="http://schemas.microsoft.com/office/drawing/2014/main" id="{8DCA83EC-7B0D-40AC-A3F7-80EE7E50E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24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12 w 3"/>
                <a:gd name="T5" fmla="*/ 56 h 3"/>
                <a:gd name="T6" fmla="*/ 28 w 3"/>
                <a:gd name="T7" fmla="*/ 56 h 3"/>
                <a:gd name="T8" fmla="*/ 37 w 3"/>
                <a:gd name="T9" fmla="*/ 35 h 3"/>
                <a:gd name="T10" fmla="*/ 37 w 3"/>
                <a:gd name="T11" fmla="*/ 21 h 3"/>
                <a:gd name="T12" fmla="*/ 28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0" name="Freeform 1620">
              <a:extLst>
                <a:ext uri="{FF2B5EF4-FFF2-40B4-BE49-F238E27FC236}">
                  <a16:creationId xmlns:a16="http://schemas.microsoft.com/office/drawing/2014/main" id="{1478774A-5EB3-4A65-84AC-4DE5DAE978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1" y="1821"/>
              <a:ext cx="15" cy="14"/>
            </a:xfrm>
            <a:custGeom>
              <a:avLst/>
              <a:gdLst>
                <a:gd name="T0" fmla="*/ 20 w 6"/>
                <a:gd name="T1" fmla="*/ 22 h 5"/>
                <a:gd name="T2" fmla="*/ 0 w 6"/>
                <a:gd name="T3" fmla="*/ 48 h 5"/>
                <a:gd name="T4" fmla="*/ 20 w 6"/>
                <a:gd name="T5" fmla="*/ 48 h 5"/>
                <a:gd name="T6" fmla="*/ 20 w 6"/>
                <a:gd name="T7" fmla="*/ 62 h 5"/>
                <a:gd name="T8" fmla="*/ 20 w 6"/>
                <a:gd name="T9" fmla="*/ 62 h 5"/>
                <a:gd name="T10" fmla="*/ 33 w 6"/>
                <a:gd name="T11" fmla="*/ 87 h 5"/>
                <a:gd name="T12" fmla="*/ 63 w 6"/>
                <a:gd name="T13" fmla="*/ 109 h 5"/>
                <a:gd name="T14" fmla="*/ 95 w 6"/>
                <a:gd name="T15" fmla="*/ 48 h 5"/>
                <a:gd name="T16" fmla="*/ 95 w 6"/>
                <a:gd name="T17" fmla="*/ 48 h 5"/>
                <a:gd name="T18" fmla="*/ 83 w 6"/>
                <a:gd name="T19" fmla="*/ 22 h 5"/>
                <a:gd name="T20" fmla="*/ 83 w 6"/>
                <a:gd name="T21" fmla="*/ 22 h 5"/>
                <a:gd name="T22" fmla="*/ 83 w 6"/>
                <a:gd name="T23" fmla="*/ 22 h 5"/>
                <a:gd name="T24" fmla="*/ 83 w 6"/>
                <a:gd name="T25" fmla="*/ 22 h 5"/>
                <a:gd name="T26" fmla="*/ 63 w 6"/>
                <a:gd name="T27" fmla="*/ 0 h 5"/>
                <a:gd name="T28" fmla="*/ 20 w 6"/>
                <a:gd name="T29" fmla="*/ 22 h 5"/>
                <a:gd name="T30" fmla="*/ 33 w 6"/>
                <a:gd name="T31" fmla="*/ 22 h 5"/>
                <a:gd name="T32" fmla="*/ 33 w 6"/>
                <a:gd name="T33" fmla="*/ 22 h 5"/>
                <a:gd name="T34" fmla="*/ 33 w 6"/>
                <a:gd name="T35" fmla="*/ 22 h 5"/>
                <a:gd name="T36" fmla="*/ 33 w 6"/>
                <a:gd name="T37" fmla="*/ 22 h 5"/>
                <a:gd name="T38" fmla="*/ 63 w 6"/>
                <a:gd name="T39" fmla="*/ 22 h 5"/>
                <a:gd name="T40" fmla="*/ 63 w 6"/>
                <a:gd name="T41" fmla="*/ 22 h 5"/>
                <a:gd name="T42" fmla="*/ 83 w 6"/>
                <a:gd name="T43" fmla="*/ 48 h 5"/>
                <a:gd name="T44" fmla="*/ 83 w 6"/>
                <a:gd name="T45" fmla="*/ 62 h 5"/>
                <a:gd name="T46" fmla="*/ 83 w 6"/>
                <a:gd name="T47" fmla="*/ 87 h 5"/>
                <a:gd name="T48" fmla="*/ 50 w 6"/>
                <a:gd name="T49" fmla="*/ 87 h 5"/>
                <a:gd name="T50" fmla="*/ 33 w 6"/>
                <a:gd name="T51" fmla="*/ 87 h 5"/>
                <a:gd name="T52" fmla="*/ 33 w 6"/>
                <a:gd name="T53" fmla="*/ 62 h 5"/>
                <a:gd name="T54" fmla="*/ 33 w 6"/>
                <a:gd name="T55" fmla="*/ 48 h 5"/>
                <a:gd name="T56" fmla="*/ 63 w 6"/>
                <a:gd name="T57" fmla="*/ 22 h 5"/>
                <a:gd name="T58" fmla="*/ 63 w 6"/>
                <a:gd name="T59" fmla="*/ 22 h 5"/>
                <a:gd name="T60" fmla="*/ 63 w 6"/>
                <a:gd name="T61" fmla="*/ 22 h 5"/>
                <a:gd name="T62" fmla="*/ 63 w 6"/>
                <a:gd name="T63" fmla="*/ 22 h 5"/>
                <a:gd name="T64" fmla="*/ 50 w 6"/>
                <a:gd name="T65" fmla="*/ 109 h 5"/>
                <a:gd name="T66" fmla="*/ 50 w 6"/>
                <a:gd name="T67" fmla="*/ 109 h 5"/>
                <a:gd name="T68" fmla="*/ 63 w 6"/>
                <a:gd name="T69" fmla="*/ 109 h 5"/>
                <a:gd name="T70" fmla="*/ 50 w 6"/>
                <a:gd name="T71" fmla="*/ 109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4"/>
                    <a:pt x="5" y="4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1" name="Freeform 1621">
              <a:extLst>
                <a:ext uri="{FF2B5EF4-FFF2-40B4-BE49-F238E27FC236}">
                  <a16:creationId xmlns:a16="http://schemas.microsoft.com/office/drawing/2014/main" id="{FEB6D01D-746E-40B9-8CD3-88A48E816C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4" y="1821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0 w 3"/>
                <a:gd name="T3" fmla="*/ 61 h 4"/>
                <a:gd name="T4" fmla="*/ 0 w 3"/>
                <a:gd name="T5" fmla="*/ 61 h 4"/>
                <a:gd name="T6" fmla="*/ 0 w 3"/>
                <a:gd name="T7" fmla="*/ 47 h 4"/>
                <a:gd name="T8" fmla="*/ 0 w 3"/>
                <a:gd name="T9" fmla="*/ 61 h 4"/>
                <a:gd name="T10" fmla="*/ 0 w 3"/>
                <a:gd name="T11" fmla="*/ 61 h 4"/>
                <a:gd name="T12" fmla="*/ 12 w 3"/>
                <a:gd name="T13" fmla="*/ 61 h 4"/>
                <a:gd name="T14" fmla="*/ 12 w 3"/>
                <a:gd name="T15" fmla="*/ 83 h 4"/>
                <a:gd name="T16" fmla="*/ 12 w 3"/>
                <a:gd name="T17" fmla="*/ 61 h 4"/>
                <a:gd name="T18" fmla="*/ 12 w 3"/>
                <a:gd name="T19" fmla="*/ 61 h 4"/>
                <a:gd name="T20" fmla="*/ 12 w 3"/>
                <a:gd name="T21" fmla="*/ 47 h 4"/>
                <a:gd name="T22" fmla="*/ 12 w 3"/>
                <a:gd name="T23" fmla="*/ 22 h 4"/>
                <a:gd name="T24" fmla="*/ 37 w 3"/>
                <a:gd name="T25" fmla="*/ 47 h 4"/>
                <a:gd name="T26" fmla="*/ 37 w 3"/>
                <a:gd name="T27" fmla="*/ 47 h 4"/>
                <a:gd name="T28" fmla="*/ 37 w 3"/>
                <a:gd name="T29" fmla="*/ 47 h 4"/>
                <a:gd name="T30" fmla="*/ 37 w 3"/>
                <a:gd name="T31" fmla="*/ 47 h 4"/>
                <a:gd name="T32" fmla="*/ 37 w 3"/>
                <a:gd name="T33" fmla="*/ 61 h 4"/>
                <a:gd name="T34" fmla="*/ 37 w 3"/>
                <a:gd name="T35" fmla="*/ 47 h 4"/>
                <a:gd name="T36" fmla="*/ 37 w 3"/>
                <a:gd name="T37" fmla="*/ 61 h 4"/>
                <a:gd name="T38" fmla="*/ 37 w 3"/>
                <a:gd name="T39" fmla="*/ 61 h 4"/>
                <a:gd name="T40" fmla="*/ 37 w 3"/>
                <a:gd name="T41" fmla="*/ 61 h 4"/>
                <a:gd name="T42" fmla="*/ 37 w 3"/>
                <a:gd name="T43" fmla="*/ 61 h 4"/>
                <a:gd name="T44" fmla="*/ 37 w 3"/>
                <a:gd name="T45" fmla="*/ 61 h 4"/>
                <a:gd name="T46" fmla="*/ 37 w 3"/>
                <a:gd name="T47" fmla="*/ 47 h 4"/>
                <a:gd name="T48" fmla="*/ 37 w 3"/>
                <a:gd name="T49" fmla="*/ 47 h 4"/>
                <a:gd name="T50" fmla="*/ 37 w 3"/>
                <a:gd name="T51" fmla="*/ 22 h 4"/>
                <a:gd name="T52" fmla="*/ 37 w 3"/>
                <a:gd name="T53" fmla="*/ 22 h 4"/>
                <a:gd name="T54" fmla="*/ 12 w 3"/>
                <a:gd name="T55" fmla="*/ 22 h 4"/>
                <a:gd name="T56" fmla="*/ 12 w 3"/>
                <a:gd name="T57" fmla="*/ 47 h 4"/>
                <a:gd name="T58" fmla="*/ 12 w 3"/>
                <a:gd name="T59" fmla="*/ 47 h 4"/>
                <a:gd name="T60" fmla="*/ 12 w 3"/>
                <a:gd name="T61" fmla="*/ 47 h 4"/>
                <a:gd name="T62" fmla="*/ 12 w 3"/>
                <a:gd name="T63" fmla="*/ 47 h 4"/>
                <a:gd name="T64" fmla="*/ 0 w 3"/>
                <a:gd name="T65" fmla="*/ 47 h 4"/>
                <a:gd name="T66" fmla="*/ 12 w 3"/>
                <a:gd name="T67" fmla="*/ 47 h 4"/>
                <a:gd name="T68" fmla="*/ 28 w 3"/>
                <a:gd name="T69" fmla="*/ 47 h 4"/>
                <a:gd name="T70" fmla="*/ 12 w 3"/>
                <a:gd name="T71" fmla="*/ 61 h 4"/>
                <a:gd name="T72" fmla="*/ 12 w 3"/>
                <a:gd name="T73" fmla="*/ 61 h 4"/>
                <a:gd name="T74" fmla="*/ 28 w 3"/>
                <a:gd name="T75" fmla="*/ 61 h 4"/>
                <a:gd name="T76" fmla="*/ 37 w 3"/>
                <a:gd name="T77" fmla="*/ 47 h 4"/>
                <a:gd name="T78" fmla="*/ 37 w 3"/>
                <a:gd name="T79" fmla="*/ 47 h 4"/>
                <a:gd name="T80" fmla="*/ 28 w 3"/>
                <a:gd name="T81" fmla="*/ 47 h 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0"/>
                    <a:pt x="1" y="1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lose/>
                  <a:moveTo>
                    <a:pt x="2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2" name="Freeform 1622">
              <a:extLst>
                <a:ext uri="{FF2B5EF4-FFF2-40B4-BE49-F238E27FC236}">
                  <a16:creationId xmlns:a16="http://schemas.microsoft.com/office/drawing/2014/main" id="{BD0BA2C8-7036-418F-BCEA-A4A12395E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2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61 h 4"/>
                <a:gd name="T4" fmla="*/ 33 w 4"/>
                <a:gd name="T5" fmla="*/ 83 h 4"/>
                <a:gd name="T6" fmla="*/ 33 w 4"/>
                <a:gd name="T7" fmla="*/ 83 h 4"/>
                <a:gd name="T8" fmla="*/ 63 w 4"/>
                <a:gd name="T9" fmla="*/ 47 h 4"/>
                <a:gd name="T10" fmla="*/ 50 w 4"/>
                <a:gd name="T11" fmla="*/ 22 h 4"/>
                <a:gd name="T12" fmla="*/ 33 w 4"/>
                <a:gd name="T13" fmla="*/ 22 h 4"/>
                <a:gd name="T14" fmla="*/ 20 w 4"/>
                <a:gd name="T15" fmla="*/ 22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3" name="Freeform 1623">
              <a:extLst>
                <a:ext uri="{FF2B5EF4-FFF2-40B4-BE49-F238E27FC236}">
                  <a16:creationId xmlns:a16="http://schemas.microsoft.com/office/drawing/2014/main" id="{576E2BC7-110B-45DF-B236-B5C958CA53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1" y="1888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56 h 6"/>
                <a:gd name="T4" fmla="*/ 21 w 5"/>
                <a:gd name="T5" fmla="*/ 56 h 6"/>
                <a:gd name="T6" fmla="*/ 21 w 5"/>
                <a:gd name="T7" fmla="*/ 56 h 6"/>
                <a:gd name="T8" fmla="*/ 21 w 5"/>
                <a:gd name="T9" fmla="*/ 56 h 6"/>
                <a:gd name="T10" fmla="*/ 34 w 5"/>
                <a:gd name="T11" fmla="*/ 93 h 6"/>
                <a:gd name="T12" fmla="*/ 68 w 5"/>
                <a:gd name="T13" fmla="*/ 93 h 6"/>
                <a:gd name="T14" fmla="*/ 88 w 5"/>
                <a:gd name="T15" fmla="*/ 56 h 6"/>
                <a:gd name="T16" fmla="*/ 88 w 5"/>
                <a:gd name="T17" fmla="*/ 56 h 6"/>
                <a:gd name="T18" fmla="*/ 88 w 5"/>
                <a:gd name="T19" fmla="*/ 35 h 6"/>
                <a:gd name="T20" fmla="*/ 68 w 5"/>
                <a:gd name="T21" fmla="*/ 21 h 6"/>
                <a:gd name="T22" fmla="*/ 88 w 5"/>
                <a:gd name="T23" fmla="*/ 21 h 6"/>
                <a:gd name="T24" fmla="*/ 68 w 5"/>
                <a:gd name="T25" fmla="*/ 21 h 6"/>
                <a:gd name="T26" fmla="*/ 68 w 5"/>
                <a:gd name="T27" fmla="*/ 21 h 6"/>
                <a:gd name="T28" fmla="*/ 21 w 5"/>
                <a:gd name="T29" fmla="*/ 35 h 6"/>
                <a:gd name="T30" fmla="*/ 34 w 5"/>
                <a:gd name="T31" fmla="*/ 21 h 6"/>
                <a:gd name="T32" fmla="*/ 34 w 5"/>
                <a:gd name="T33" fmla="*/ 21 h 6"/>
                <a:gd name="T34" fmla="*/ 34 w 5"/>
                <a:gd name="T35" fmla="*/ 21 h 6"/>
                <a:gd name="T36" fmla="*/ 34 w 5"/>
                <a:gd name="T37" fmla="*/ 21 h 6"/>
                <a:gd name="T38" fmla="*/ 68 w 5"/>
                <a:gd name="T39" fmla="*/ 21 h 6"/>
                <a:gd name="T40" fmla="*/ 68 w 5"/>
                <a:gd name="T41" fmla="*/ 21 h 6"/>
                <a:gd name="T42" fmla="*/ 88 w 5"/>
                <a:gd name="T43" fmla="*/ 35 h 6"/>
                <a:gd name="T44" fmla="*/ 88 w 5"/>
                <a:gd name="T45" fmla="*/ 56 h 6"/>
                <a:gd name="T46" fmla="*/ 88 w 5"/>
                <a:gd name="T47" fmla="*/ 77 h 6"/>
                <a:gd name="T48" fmla="*/ 55 w 5"/>
                <a:gd name="T49" fmla="*/ 93 h 6"/>
                <a:gd name="T50" fmla="*/ 34 w 5"/>
                <a:gd name="T51" fmla="*/ 77 h 6"/>
                <a:gd name="T52" fmla="*/ 34 w 5"/>
                <a:gd name="T53" fmla="*/ 56 h 6"/>
                <a:gd name="T54" fmla="*/ 34 w 5"/>
                <a:gd name="T55" fmla="*/ 56 h 6"/>
                <a:gd name="T56" fmla="*/ 68 w 5"/>
                <a:gd name="T57" fmla="*/ 21 h 6"/>
                <a:gd name="T58" fmla="*/ 68 w 5"/>
                <a:gd name="T59" fmla="*/ 35 h 6"/>
                <a:gd name="T60" fmla="*/ 68 w 5"/>
                <a:gd name="T61" fmla="*/ 21 h 6"/>
                <a:gd name="T62" fmla="*/ 68 w 5"/>
                <a:gd name="T63" fmla="*/ 21 h 6"/>
                <a:gd name="T64" fmla="*/ 55 w 5"/>
                <a:gd name="T65" fmla="*/ 93 h 6"/>
                <a:gd name="T66" fmla="*/ 55 w 5"/>
                <a:gd name="T67" fmla="*/ 93 h 6"/>
                <a:gd name="T68" fmla="*/ 55 w 5"/>
                <a:gd name="T69" fmla="*/ 93 h 6"/>
                <a:gd name="T70" fmla="*/ 55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6"/>
                    <a:pt x="4" y="5"/>
                    <a:pt x="4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0"/>
                    <a:pt x="1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4" name="Freeform 1624">
              <a:extLst>
                <a:ext uri="{FF2B5EF4-FFF2-40B4-BE49-F238E27FC236}">
                  <a16:creationId xmlns:a16="http://schemas.microsoft.com/office/drawing/2014/main" id="{4854545A-6894-4BAD-9892-204F185D6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4" y="189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56 h 3"/>
                <a:gd name="T10" fmla="*/ 0 w 3"/>
                <a:gd name="T11" fmla="*/ 56 h 3"/>
                <a:gd name="T12" fmla="*/ 12 w 3"/>
                <a:gd name="T13" fmla="*/ 35 h 3"/>
                <a:gd name="T14" fmla="*/ 12 w 3"/>
                <a:gd name="T15" fmla="*/ 56 h 3"/>
                <a:gd name="T16" fmla="*/ 12 w 3"/>
                <a:gd name="T17" fmla="*/ 56 h 3"/>
                <a:gd name="T18" fmla="*/ 12 w 3"/>
                <a:gd name="T19" fmla="*/ 35 h 3"/>
                <a:gd name="T20" fmla="*/ 12 w 3"/>
                <a:gd name="T21" fmla="*/ 35 h 3"/>
                <a:gd name="T22" fmla="*/ 12 w 3"/>
                <a:gd name="T23" fmla="*/ 21 h 3"/>
                <a:gd name="T24" fmla="*/ 28 w 3"/>
                <a:gd name="T25" fmla="*/ 35 h 3"/>
                <a:gd name="T26" fmla="*/ 37 w 3"/>
                <a:gd name="T27" fmla="*/ 35 h 3"/>
                <a:gd name="T28" fmla="*/ 37 w 3"/>
                <a:gd name="T29" fmla="*/ 35 h 3"/>
                <a:gd name="T30" fmla="*/ 37 w 3"/>
                <a:gd name="T31" fmla="*/ 35 h 3"/>
                <a:gd name="T32" fmla="*/ 37 w 3"/>
                <a:gd name="T33" fmla="*/ 35 h 3"/>
                <a:gd name="T34" fmla="*/ 37 w 3"/>
                <a:gd name="T35" fmla="*/ 35 h 3"/>
                <a:gd name="T36" fmla="*/ 37 w 3"/>
                <a:gd name="T37" fmla="*/ 35 h 3"/>
                <a:gd name="T38" fmla="*/ 37 w 3"/>
                <a:gd name="T39" fmla="*/ 35 h 3"/>
                <a:gd name="T40" fmla="*/ 37 w 3"/>
                <a:gd name="T41" fmla="*/ 35 h 3"/>
                <a:gd name="T42" fmla="*/ 37 w 3"/>
                <a:gd name="T43" fmla="*/ 35 h 3"/>
                <a:gd name="T44" fmla="*/ 37 w 3"/>
                <a:gd name="T45" fmla="*/ 35 h 3"/>
                <a:gd name="T46" fmla="*/ 37 w 3"/>
                <a:gd name="T47" fmla="*/ 35 h 3"/>
                <a:gd name="T48" fmla="*/ 37 w 3"/>
                <a:gd name="T49" fmla="*/ 35 h 3"/>
                <a:gd name="T50" fmla="*/ 37 w 3"/>
                <a:gd name="T51" fmla="*/ 21 h 3"/>
                <a:gd name="T52" fmla="*/ 28 w 3"/>
                <a:gd name="T53" fmla="*/ 0 h 3"/>
                <a:gd name="T54" fmla="*/ 12 w 3"/>
                <a:gd name="T55" fmla="*/ 0 h 3"/>
                <a:gd name="T56" fmla="*/ 12 w 3"/>
                <a:gd name="T57" fmla="*/ 21 h 3"/>
                <a:gd name="T58" fmla="*/ 0 w 3"/>
                <a:gd name="T59" fmla="*/ 35 h 3"/>
                <a:gd name="T60" fmla="*/ 0 w 3"/>
                <a:gd name="T61" fmla="*/ 35 h 3"/>
                <a:gd name="T62" fmla="*/ 0 w 3"/>
                <a:gd name="T63" fmla="*/ 35 h 3"/>
                <a:gd name="T64" fmla="*/ 0 w 3"/>
                <a:gd name="T65" fmla="*/ 35 h 3"/>
                <a:gd name="T66" fmla="*/ 12 w 3"/>
                <a:gd name="T67" fmla="*/ 21 h 3"/>
                <a:gd name="T68" fmla="*/ 28 w 3"/>
                <a:gd name="T69" fmla="*/ 21 h 3"/>
                <a:gd name="T70" fmla="*/ 12 w 3"/>
                <a:gd name="T71" fmla="*/ 35 h 3"/>
                <a:gd name="T72" fmla="*/ 12 w 3"/>
                <a:gd name="T73" fmla="*/ 56 h 3"/>
                <a:gd name="T74" fmla="*/ 28 w 3"/>
                <a:gd name="T75" fmla="*/ 56 h 3"/>
                <a:gd name="T76" fmla="*/ 37 w 3"/>
                <a:gd name="T77" fmla="*/ 35 h 3"/>
                <a:gd name="T78" fmla="*/ 28 w 3"/>
                <a:gd name="T79" fmla="*/ 35 h 3"/>
                <a:gd name="T80" fmla="*/ 28 w 3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1"/>
                  </a:cubicBezTo>
                  <a:close/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5" name="Freeform 1625">
              <a:extLst>
                <a:ext uri="{FF2B5EF4-FFF2-40B4-BE49-F238E27FC236}">
                  <a16:creationId xmlns:a16="http://schemas.microsoft.com/office/drawing/2014/main" id="{CA072D84-C338-40B9-8224-DEF0EDB1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891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63 w 4"/>
                <a:gd name="T9" fmla="*/ 35 h 3"/>
                <a:gd name="T10" fmla="*/ 50 w 4"/>
                <a:gd name="T11" fmla="*/ 21 h 3"/>
                <a:gd name="T12" fmla="*/ 33 w 4"/>
                <a:gd name="T13" fmla="*/ 0 h 3"/>
                <a:gd name="T14" fmla="*/ 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6" name="Freeform 1626">
              <a:extLst>
                <a:ext uri="{FF2B5EF4-FFF2-40B4-BE49-F238E27FC236}">
                  <a16:creationId xmlns:a16="http://schemas.microsoft.com/office/drawing/2014/main" id="{85F1F649-610B-4A2F-BCBE-3F23A82DCA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" y="1981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21 w 5"/>
                <a:gd name="T11" fmla="*/ 93 h 6"/>
                <a:gd name="T12" fmla="*/ 68 w 5"/>
                <a:gd name="T13" fmla="*/ 93 h 6"/>
                <a:gd name="T14" fmla="*/ 88 w 5"/>
                <a:gd name="T15" fmla="*/ 56 h 6"/>
                <a:gd name="T16" fmla="*/ 88 w 5"/>
                <a:gd name="T17" fmla="*/ 56 h 6"/>
                <a:gd name="T18" fmla="*/ 88 w 5"/>
                <a:gd name="T19" fmla="*/ 35 h 6"/>
                <a:gd name="T20" fmla="*/ 68 w 5"/>
                <a:gd name="T21" fmla="*/ 21 h 6"/>
                <a:gd name="T22" fmla="*/ 68 w 5"/>
                <a:gd name="T23" fmla="*/ 21 h 6"/>
                <a:gd name="T24" fmla="*/ 68 w 5"/>
                <a:gd name="T25" fmla="*/ 21 h 6"/>
                <a:gd name="T26" fmla="*/ 55 w 5"/>
                <a:gd name="T27" fmla="*/ 21 h 6"/>
                <a:gd name="T28" fmla="*/ 0 w 5"/>
                <a:gd name="T29" fmla="*/ 35 h 6"/>
                <a:gd name="T30" fmla="*/ 34 w 5"/>
                <a:gd name="T31" fmla="*/ 21 h 6"/>
                <a:gd name="T32" fmla="*/ 34 w 5"/>
                <a:gd name="T33" fmla="*/ 21 h 6"/>
                <a:gd name="T34" fmla="*/ 34 w 5"/>
                <a:gd name="T35" fmla="*/ 35 h 6"/>
                <a:gd name="T36" fmla="*/ 34 w 5"/>
                <a:gd name="T37" fmla="*/ 21 h 6"/>
                <a:gd name="T38" fmla="*/ 55 w 5"/>
                <a:gd name="T39" fmla="*/ 21 h 6"/>
                <a:gd name="T40" fmla="*/ 68 w 5"/>
                <a:gd name="T41" fmla="*/ 35 h 6"/>
                <a:gd name="T42" fmla="*/ 68 w 5"/>
                <a:gd name="T43" fmla="*/ 35 h 6"/>
                <a:gd name="T44" fmla="*/ 88 w 5"/>
                <a:gd name="T45" fmla="*/ 56 h 6"/>
                <a:gd name="T46" fmla="*/ 68 w 5"/>
                <a:gd name="T47" fmla="*/ 77 h 6"/>
                <a:gd name="T48" fmla="*/ 55 w 5"/>
                <a:gd name="T49" fmla="*/ 93 h 6"/>
                <a:gd name="T50" fmla="*/ 34 w 5"/>
                <a:gd name="T51" fmla="*/ 77 h 6"/>
                <a:gd name="T52" fmla="*/ 21 w 5"/>
                <a:gd name="T53" fmla="*/ 56 h 6"/>
                <a:gd name="T54" fmla="*/ 21 w 5"/>
                <a:gd name="T55" fmla="*/ 56 h 6"/>
                <a:gd name="T56" fmla="*/ 55 w 5"/>
                <a:gd name="T57" fmla="*/ 35 h 6"/>
                <a:gd name="T58" fmla="*/ 55 w 5"/>
                <a:gd name="T59" fmla="*/ 35 h 6"/>
                <a:gd name="T60" fmla="*/ 55 w 5"/>
                <a:gd name="T61" fmla="*/ 35 h 6"/>
                <a:gd name="T62" fmla="*/ 55 w 5"/>
                <a:gd name="T63" fmla="*/ 21 h 6"/>
                <a:gd name="T64" fmla="*/ 55 w 5"/>
                <a:gd name="T65" fmla="*/ 93 h 6"/>
                <a:gd name="T66" fmla="*/ 55 w 5"/>
                <a:gd name="T67" fmla="*/ 93 h 6"/>
                <a:gd name="T68" fmla="*/ 55 w 5"/>
                <a:gd name="T69" fmla="*/ 93 h 6"/>
                <a:gd name="T70" fmla="*/ 55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0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  <a:moveTo>
                    <a:pt x="3" y="1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7" name="Freeform 1627">
              <a:extLst>
                <a:ext uri="{FF2B5EF4-FFF2-40B4-BE49-F238E27FC236}">
                  <a16:creationId xmlns:a16="http://schemas.microsoft.com/office/drawing/2014/main" id="{BC4E3D54-5010-4101-9C8D-359A5BAD60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" y="1984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35 h 3"/>
                <a:gd name="T4" fmla="*/ 20 w 4"/>
                <a:gd name="T5" fmla="*/ 35 h 3"/>
                <a:gd name="T6" fmla="*/ 20 w 4"/>
                <a:gd name="T7" fmla="*/ 35 h 3"/>
                <a:gd name="T8" fmla="*/ 20 w 4"/>
                <a:gd name="T9" fmla="*/ 56 h 3"/>
                <a:gd name="T10" fmla="*/ 20 w 4"/>
                <a:gd name="T11" fmla="*/ 56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56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35 h 3"/>
                <a:gd name="T26" fmla="*/ 50 w 4"/>
                <a:gd name="T27" fmla="*/ 35 h 3"/>
                <a:gd name="T28" fmla="*/ 50 w 4"/>
                <a:gd name="T29" fmla="*/ 35 h 3"/>
                <a:gd name="T30" fmla="*/ 50 w 4"/>
                <a:gd name="T31" fmla="*/ 35 h 3"/>
                <a:gd name="T32" fmla="*/ 63 w 4"/>
                <a:gd name="T33" fmla="*/ 35 h 3"/>
                <a:gd name="T34" fmla="*/ 50 w 4"/>
                <a:gd name="T35" fmla="*/ 35 h 3"/>
                <a:gd name="T36" fmla="*/ 63 w 4"/>
                <a:gd name="T37" fmla="*/ 35 h 3"/>
                <a:gd name="T38" fmla="*/ 63 w 4"/>
                <a:gd name="T39" fmla="*/ 56 h 3"/>
                <a:gd name="T40" fmla="*/ 63 w 4"/>
                <a:gd name="T41" fmla="*/ 35 h 3"/>
                <a:gd name="T42" fmla="*/ 63 w 4"/>
                <a:gd name="T43" fmla="*/ 56 h 3"/>
                <a:gd name="T44" fmla="*/ 63 w 4"/>
                <a:gd name="T45" fmla="*/ 35 h 3"/>
                <a:gd name="T46" fmla="*/ 63 w 4"/>
                <a:gd name="T47" fmla="*/ 35 h 3"/>
                <a:gd name="T48" fmla="*/ 63 w 4"/>
                <a:gd name="T49" fmla="*/ 35 h 3"/>
                <a:gd name="T50" fmla="*/ 50 w 4"/>
                <a:gd name="T51" fmla="*/ 21 h 3"/>
                <a:gd name="T52" fmla="*/ 50 w 4"/>
                <a:gd name="T53" fmla="*/ 21 h 3"/>
                <a:gd name="T54" fmla="*/ 33 w 4"/>
                <a:gd name="T55" fmla="*/ 0 h 3"/>
                <a:gd name="T56" fmla="*/ 20 w 4"/>
                <a:gd name="T57" fmla="*/ 21 h 3"/>
                <a:gd name="T58" fmla="*/ 20 w 4"/>
                <a:gd name="T59" fmla="*/ 35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21 h 3"/>
                <a:gd name="T68" fmla="*/ 33 w 4"/>
                <a:gd name="T69" fmla="*/ 35 h 3"/>
                <a:gd name="T70" fmla="*/ 20 w 4"/>
                <a:gd name="T71" fmla="*/ 56 h 3"/>
                <a:gd name="T72" fmla="*/ 33 w 4"/>
                <a:gd name="T73" fmla="*/ 56 h 3"/>
                <a:gd name="T74" fmla="*/ 50 w 4"/>
                <a:gd name="T75" fmla="*/ 56 h 3"/>
                <a:gd name="T76" fmla="*/ 50 w 4"/>
                <a:gd name="T77" fmla="*/ 35 h 3"/>
                <a:gd name="T78" fmla="*/ 50 w 4"/>
                <a:gd name="T79" fmla="*/ 35 h 3"/>
                <a:gd name="T80" fmla="*/ 33 w 4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8" name="Freeform 1628">
              <a:extLst>
                <a:ext uri="{FF2B5EF4-FFF2-40B4-BE49-F238E27FC236}">
                  <a16:creationId xmlns:a16="http://schemas.microsoft.com/office/drawing/2014/main" id="{7F797C35-4EA0-480C-BCE0-98FED395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98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21 w 3"/>
                <a:gd name="T5" fmla="*/ 56 h 3"/>
                <a:gd name="T6" fmla="*/ 35 w 3"/>
                <a:gd name="T7" fmla="*/ 56 h 3"/>
                <a:gd name="T8" fmla="*/ 56 w 3"/>
                <a:gd name="T9" fmla="*/ 35 h 3"/>
                <a:gd name="T10" fmla="*/ 56 w 3"/>
                <a:gd name="T11" fmla="*/ 21 h 3"/>
                <a:gd name="T12" fmla="*/ 35 w 3"/>
                <a:gd name="T13" fmla="*/ 0 h 3"/>
                <a:gd name="T14" fmla="*/ 0 w 3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9" name="Freeform 1629">
              <a:extLst>
                <a:ext uri="{FF2B5EF4-FFF2-40B4-BE49-F238E27FC236}">
                  <a16:creationId xmlns:a16="http://schemas.microsoft.com/office/drawing/2014/main" id="{7785C314-7018-4C77-87BE-575A13C42F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" y="2112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12 w 5"/>
                <a:gd name="T11" fmla="*/ 93 h 6"/>
                <a:gd name="T12" fmla="*/ 41 w 5"/>
                <a:gd name="T13" fmla="*/ 93 h 6"/>
                <a:gd name="T14" fmla="*/ 70 w 5"/>
                <a:gd name="T15" fmla="*/ 56 h 6"/>
                <a:gd name="T16" fmla="*/ 70 w 5"/>
                <a:gd name="T17" fmla="*/ 56 h 6"/>
                <a:gd name="T18" fmla="*/ 58 w 5"/>
                <a:gd name="T19" fmla="*/ 35 h 6"/>
                <a:gd name="T20" fmla="*/ 58 w 5"/>
                <a:gd name="T21" fmla="*/ 21 h 6"/>
                <a:gd name="T22" fmla="*/ 58 w 5"/>
                <a:gd name="T23" fmla="*/ 21 h 6"/>
                <a:gd name="T24" fmla="*/ 58 w 5"/>
                <a:gd name="T25" fmla="*/ 21 h 6"/>
                <a:gd name="T26" fmla="*/ 41 w 5"/>
                <a:gd name="T27" fmla="*/ 21 h 6"/>
                <a:gd name="T28" fmla="*/ 0 w 5"/>
                <a:gd name="T29" fmla="*/ 35 h 6"/>
                <a:gd name="T30" fmla="*/ 29 w 5"/>
                <a:gd name="T31" fmla="*/ 35 h 6"/>
                <a:gd name="T32" fmla="*/ 29 w 5"/>
                <a:gd name="T33" fmla="*/ 35 h 6"/>
                <a:gd name="T34" fmla="*/ 29 w 5"/>
                <a:gd name="T35" fmla="*/ 35 h 6"/>
                <a:gd name="T36" fmla="*/ 29 w 5"/>
                <a:gd name="T37" fmla="*/ 35 h 6"/>
                <a:gd name="T38" fmla="*/ 41 w 5"/>
                <a:gd name="T39" fmla="*/ 35 h 6"/>
                <a:gd name="T40" fmla="*/ 41 w 5"/>
                <a:gd name="T41" fmla="*/ 35 h 6"/>
                <a:gd name="T42" fmla="*/ 58 w 5"/>
                <a:gd name="T43" fmla="*/ 35 h 6"/>
                <a:gd name="T44" fmla="*/ 58 w 5"/>
                <a:gd name="T45" fmla="*/ 56 h 6"/>
                <a:gd name="T46" fmla="*/ 58 w 5"/>
                <a:gd name="T47" fmla="*/ 77 h 6"/>
                <a:gd name="T48" fmla="*/ 29 w 5"/>
                <a:gd name="T49" fmla="*/ 93 h 6"/>
                <a:gd name="T50" fmla="*/ 12 w 5"/>
                <a:gd name="T51" fmla="*/ 77 h 6"/>
                <a:gd name="T52" fmla="*/ 12 w 5"/>
                <a:gd name="T53" fmla="*/ 56 h 6"/>
                <a:gd name="T54" fmla="*/ 12 w 5"/>
                <a:gd name="T55" fmla="*/ 56 h 6"/>
                <a:gd name="T56" fmla="*/ 41 w 5"/>
                <a:gd name="T57" fmla="*/ 35 h 6"/>
                <a:gd name="T58" fmla="*/ 41 w 5"/>
                <a:gd name="T59" fmla="*/ 35 h 6"/>
                <a:gd name="T60" fmla="*/ 41 w 5"/>
                <a:gd name="T61" fmla="*/ 35 h 6"/>
                <a:gd name="T62" fmla="*/ 41 w 5"/>
                <a:gd name="T63" fmla="*/ 35 h 6"/>
                <a:gd name="T64" fmla="*/ 41 w 5"/>
                <a:gd name="T65" fmla="*/ 93 h 6"/>
                <a:gd name="T66" fmla="*/ 41 w 5"/>
                <a:gd name="T67" fmla="*/ 93 h 6"/>
                <a:gd name="T68" fmla="*/ 41 w 5"/>
                <a:gd name="T69" fmla="*/ 93 h 6"/>
                <a:gd name="T70" fmla="*/ 41 w 5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2" y="6"/>
                    <a:pt x="3" y="6"/>
                    <a:pt x="3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0" y="0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2" y="5"/>
                    <a:pt x="2" y="5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0" name="Freeform 1630">
              <a:extLst>
                <a:ext uri="{FF2B5EF4-FFF2-40B4-BE49-F238E27FC236}">
                  <a16:creationId xmlns:a16="http://schemas.microsoft.com/office/drawing/2014/main" id="{DFE58F13-0686-4B9D-A0C9-8FF1FF53FC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" y="211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56 h 3"/>
                <a:gd name="T4" fmla="*/ 0 w 4"/>
                <a:gd name="T5" fmla="*/ 35 h 3"/>
                <a:gd name="T6" fmla="*/ 20 w 4"/>
                <a:gd name="T7" fmla="*/ 35 h 3"/>
                <a:gd name="T8" fmla="*/ 20 w 4"/>
                <a:gd name="T9" fmla="*/ 56 h 3"/>
                <a:gd name="T10" fmla="*/ 20 w 4"/>
                <a:gd name="T11" fmla="*/ 56 h 3"/>
                <a:gd name="T12" fmla="*/ 20 w 4"/>
                <a:gd name="T13" fmla="*/ 35 h 3"/>
                <a:gd name="T14" fmla="*/ 20 w 4"/>
                <a:gd name="T15" fmla="*/ 56 h 3"/>
                <a:gd name="T16" fmla="*/ 20 w 4"/>
                <a:gd name="T17" fmla="*/ 56 h 3"/>
                <a:gd name="T18" fmla="*/ 20 w 4"/>
                <a:gd name="T19" fmla="*/ 56 h 3"/>
                <a:gd name="T20" fmla="*/ 20 w 4"/>
                <a:gd name="T21" fmla="*/ 35 h 3"/>
                <a:gd name="T22" fmla="*/ 33 w 4"/>
                <a:gd name="T23" fmla="*/ 21 h 3"/>
                <a:gd name="T24" fmla="*/ 50 w 4"/>
                <a:gd name="T25" fmla="*/ 35 h 3"/>
                <a:gd name="T26" fmla="*/ 50 w 4"/>
                <a:gd name="T27" fmla="*/ 35 h 3"/>
                <a:gd name="T28" fmla="*/ 50 w 4"/>
                <a:gd name="T29" fmla="*/ 35 h 3"/>
                <a:gd name="T30" fmla="*/ 50 w 4"/>
                <a:gd name="T31" fmla="*/ 35 h 3"/>
                <a:gd name="T32" fmla="*/ 50 w 4"/>
                <a:gd name="T33" fmla="*/ 56 h 3"/>
                <a:gd name="T34" fmla="*/ 50 w 4"/>
                <a:gd name="T35" fmla="*/ 35 h 3"/>
                <a:gd name="T36" fmla="*/ 50 w 4"/>
                <a:gd name="T37" fmla="*/ 35 h 3"/>
                <a:gd name="T38" fmla="*/ 50 w 4"/>
                <a:gd name="T39" fmla="*/ 56 h 3"/>
                <a:gd name="T40" fmla="*/ 63 w 4"/>
                <a:gd name="T41" fmla="*/ 35 h 3"/>
                <a:gd name="T42" fmla="*/ 63 w 4"/>
                <a:gd name="T43" fmla="*/ 56 h 3"/>
                <a:gd name="T44" fmla="*/ 63 w 4"/>
                <a:gd name="T45" fmla="*/ 35 h 3"/>
                <a:gd name="T46" fmla="*/ 63 w 4"/>
                <a:gd name="T47" fmla="*/ 35 h 3"/>
                <a:gd name="T48" fmla="*/ 63 w 4"/>
                <a:gd name="T49" fmla="*/ 35 h 3"/>
                <a:gd name="T50" fmla="*/ 50 w 4"/>
                <a:gd name="T51" fmla="*/ 21 h 3"/>
                <a:gd name="T52" fmla="*/ 50 w 4"/>
                <a:gd name="T53" fmla="*/ 21 h 3"/>
                <a:gd name="T54" fmla="*/ 33 w 4"/>
                <a:gd name="T55" fmla="*/ 0 h 3"/>
                <a:gd name="T56" fmla="*/ 20 w 4"/>
                <a:gd name="T57" fmla="*/ 21 h 3"/>
                <a:gd name="T58" fmla="*/ 20 w 4"/>
                <a:gd name="T59" fmla="*/ 35 h 3"/>
                <a:gd name="T60" fmla="*/ 20 w 4"/>
                <a:gd name="T61" fmla="*/ 35 h 3"/>
                <a:gd name="T62" fmla="*/ 20 w 4"/>
                <a:gd name="T63" fmla="*/ 35 h 3"/>
                <a:gd name="T64" fmla="*/ 20 w 4"/>
                <a:gd name="T65" fmla="*/ 35 h 3"/>
                <a:gd name="T66" fmla="*/ 20 w 4"/>
                <a:gd name="T67" fmla="*/ 21 h 3"/>
                <a:gd name="T68" fmla="*/ 33 w 4"/>
                <a:gd name="T69" fmla="*/ 35 h 3"/>
                <a:gd name="T70" fmla="*/ 20 w 4"/>
                <a:gd name="T71" fmla="*/ 56 h 3"/>
                <a:gd name="T72" fmla="*/ 20 w 4"/>
                <a:gd name="T73" fmla="*/ 56 h 3"/>
                <a:gd name="T74" fmla="*/ 33 w 4"/>
                <a:gd name="T75" fmla="*/ 56 h 3"/>
                <a:gd name="T76" fmla="*/ 50 w 4"/>
                <a:gd name="T77" fmla="*/ 35 h 3"/>
                <a:gd name="T78" fmla="*/ 50 w 4"/>
                <a:gd name="T79" fmla="*/ 35 h 3"/>
                <a:gd name="T80" fmla="*/ 33 w 4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lose/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1" name="Freeform 1631">
              <a:extLst>
                <a:ext uri="{FF2B5EF4-FFF2-40B4-BE49-F238E27FC236}">
                  <a16:creationId xmlns:a16="http://schemas.microsoft.com/office/drawing/2014/main" id="{8E6A4D1E-A049-494A-95B1-113565CDF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115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50 w 4"/>
                <a:gd name="T7" fmla="*/ 56 h 3"/>
                <a:gd name="T8" fmla="*/ 63 w 4"/>
                <a:gd name="T9" fmla="*/ 35 h 3"/>
                <a:gd name="T10" fmla="*/ 63 w 4"/>
                <a:gd name="T11" fmla="*/ 21 h 3"/>
                <a:gd name="T12" fmla="*/ 50 w 4"/>
                <a:gd name="T13" fmla="*/ 0 h 3"/>
                <a:gd name="T14" fmla="*/ 2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" name="Freeform 1632">
              <a:extLst>
                <a:ext uri="{FF2B5EF4-FFF2-40B4-BE49-F238E27FC236}">
                  <a16:creationId xmlns:a16="http://schemas.microsoft.com/office/drawing/2014/main" id="{03501993-9F85-4C75-ABD0-E6918BBA71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6" y="2099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0 w 6"/>
                <a:gd name="T3" fmla="*/ 56 h 6"/>
                <a:gd name="T4" fmla="*/ 20 w 6"/>
                <a:gd name="T5" fmla="*/ 56 h 6"/>
                <a:gd name="T6" fmla="*/ 20 w 6"/>
                <a:gd name="T7" fmla="*/ 56 h 6"/>
                <a:gd name="T8" fmla="*/ 20 w 6"/>
                <a:gd name="T9" fmla="*/ 56 h 6"/>
                <a:gd name="T10" fmla="*/ 33 w 6"/>
                <a:gd name="T11" fmla="*/ 93 h 6"/>
                <a:gd name="T12" fmla="*/ 63 w 6"/>
                <a:gd name="T13" fmla="*/ 93 h 6"/>
                <a:gd name="T14" fmla="*/ 95 w 6"/>
                <a:gd name="T15" fmla="*/ 56 h 6"/>
                <a:gd name="T16" fmla="*/ 95 w 6"/>
                <a:gd name="T17" fmla="*/ 56 h 6"/>
                <a:gd name="T18" fmla="*/ 83 w 6"/>
                <a:gd name="T19" fmla="*/ 35 h 6"/>
                <a:gd name="T20" fmla="*/ 83 w 6"/>
                <a:gd name="T21" fmla="*/ 21 h 6"/>
                <a:gd name="T22" fmla="*/ 83 w 6"/>
                <a:gd name="T23" fmla="*/ 21 h 6"/>
                <a:gd name="T24" fmla="*/ 83 w 6"/>
                <a:gd name="T25" fmla="*/ 21 h 6"/>
                <a:gd name="T26" fmla="*/ 63 w 6"/>
                <a:gd name="T27" fmla="*/ 21 h 6"/>
                <a:gd name="T28" fmla="*/ 20 w 6"/>
                <a:gd name="T29" fmla="*/ 35 h 6"/>
                <a:gd name="T30" fmla="*/ 33 w 6"/>
                <a:gd name="T31" fmla="*/ 21 h 6"/>
                <a:gd name="T32" fmla="*/ 33 w 6"/>
                <a:gd name="T33" fmla="*/ 21 h 6"/>
                <a:gd name="T34" fmla="*/ 33 w 6"/>
                <a:gd name="T35" fmla="*/ 21 h 6"/>
                <a:gd name="T36" fmla="*/ 33 w 6"/>
                <a:gd name="T37" fmla="*/ 21 h 6"/>
                <a:gd name="T38" fmla="*/ 63 w 6"/>
                <a:gd name="T39" fmla="*/ 21 h 6"/>
                <a:gd name="T40" fmla="*/ 63 w 6"/>
                <a:gd name="T41" fmla="*/ 35 h 6"/>
                <a:gd name="T42" fmla="*/ 83 w 6"/>
                <a:gd name="T43" fmla="*/ 35 h 6"/>
                <a:gd name="T44" fmla="*/ 83 w 6"/>
                <a:gd name="T45" fmla="*/ 56 h 6"/>
                <a:gd name="T46" fmla="*/ 83 w 6"/>
                <a:gd name="T47" fmla="*/ 77 h 6"/>
                <a:gd name="T48" fmla="*/ 50 w 6"/>
                <a:gd name="T49" fmla="*/ 93 h 6"/>
                <a:gd name="T50" fmla="*/ 33 w 6"/>
                <a:gd name="T51" fmla="*/ 77 h 6"/>
                <a:gd name="T52" fmla="*/ 33 w 6"/>
                <a:gd name="T53" fmla="*/ 56 h 6"/>
                <a:gd name="T54" fmla="*/ 33 w 6"/>
                <a:gd name="T55" fmla="*/ 56 h 6"/>
                <a:gd name="T56" fmla="*/ 63 w 6"/>
                <a:gd name="T57" fmla="*/ 21 h 6"/>
                <a:gd name="T58" fmla="*/ 63 w 6"/>
                <a:gd name="T59" fmla="*/ 35 h 6"/>
                <a:gd name="T60" fmla="*/ 63 w 6"/>
                <a:gd name="T61" fmla="*/ 21 h 6"/>
                <a:gd name="T62" fmla="*/ 63 w 6"/>
                <a:gd name="T63" fmla="*/ 21 h 6"/>
                <a:gd name="T64" fmla="*/ 50 w 6"/>
                <a:gd name="T65" fmla="*/ 93 h 6"/>
                <a:gd name="T66" fmla="*/ 50 w 6"/>
                <a:gd name="T67" fmla="*/ 93 h 6"/>
                <a:gd name="T68" fmla="*/ 63 w 6"/>
                <a:gd name="T69" fmla="*/ 93 h 6"/>
                <a:gd name="T70" fmla="*/ 50 w 6"/>
                <a:gd name="T71" fmla="*/ 93 h 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5" y="5"/>
                    <a:pt x="5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0"/>
                    <a:pt x="1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4" y="1"/>
                  </a:moveTo>
                  <a:cubicBezTo>
                    <a:pt x="4" y="1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3" name="Freeform 1633">
              <a:extLst>
                <a:ext uri="{FF2B5EF4-FFF2-40B4-BE49-F238E27FC236}">
                  <a16:creationId xmlns:a16="http://schemas.microsoft.com/office/drawing/2014/main" id="{9D2B0738-D38D-47FF-9048-5CED3877AB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" y="210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56 h 3"/>
                <a:gd name="T10" fmla="*/ 0 w 3"/>
                <a:gd name="T11" fmla="*/ 56 h 3"/>
                <a:gd name="T12" fmla="*/ 12 w 3"/>
                <a:gd name="T13" fmla="*/ 35 h 3"/>
                <a:gd name="T14" fmla="*/ 12 w 3"/>
                <a:gd name="T15" fmla="*/ 56 h 3"/>
                <a:gd name="T16" fmla="*/ 12 w 3"/>
                <a:gd name="T17" fmla="*/ 56 h 3"/>
                <a:gd name="T18" fmla="*/ 12 w 3"/>
                <a:gd name="T19" fmla="*/ 56 h 3"/>
                <a:gd name="T20" fmla="*/ 12 w 3"/>
                <a:gd name="T21" fmla="*/ 35 h 3"/>
                <a:gd name="T22" fmla="*/ 12 w 3"/>
                <a:gd name="T23" fmla="*/ 21 h 3"/>
                <a:gd name="T24" fmla="*/ 37 w 3"/>
                <a:gd name="T25" fmla="*/ 35 h 3"/>
                <a:gd name="T26" fmla="*/ 37 w 3"/>
                <a:gd name="T27" fmla="*/ 35 h 3"/>
                <a:gd name="T28" fmla="*/ 37 w 3"/>
                <a:gd name="T29" fmla="*/ 35 h 3"/>
                <a:gd name="T30" fmla="*/ 37 w 3"/>
                <a:gd name="T31" fmla="*/ 35 h 3"/>
                <a:gd name="T32" fmla="*/ 37 w 3"/>
                <a:gd name="T33" fmla="*/ 35 h 3"/>
                <a:gd name="T34" fmla="*/ 37 w 3"/>
                <a:gd name="T35" fmla="*/ 35 h 3"/>
                <a:gd name="T36" fmla="*/ 37 w 3"/>
                <a:gd name="T37" fmla="*/ 35 h 3"/>
                <a:gd name="T38" fmla="*/ 37 w 3"/>
                <a:gd name="T39" fmla="*/ 56 h 3"/>
                <a:gd name="T40" fmla="*/ 37 w 3"/>
                <a:gd name="T41" fmla="*/ 35 h 3"/>
                <a:gd name="T42" fmla="*/ 37 w 3"/>
                <a:gd name="T43" fmla="*/ 35 h 3"/>
                <a:gd name="T44" fmla="*/ 37 w 3"/>
                <a:gd name="T45" fmla="*/ 35 h 3"/>
                <a:gd name="T46" fmla="*/ 37 w 3"/>
                <a:gd name="T47" fmla="*/ 35 h 3"/>
                <a:gd name="T48" fmla="*/ 37 w 3"/>
                <a:gd name="T49" fmla="*/ 35 h 3"/>
                <a:gd name="T50" fmla="*/ 37 w 3"/>
                <a:gd name="T51" fmla="*/ 21 h 3"/>
                <a:gd name="T52" fmla="*/ 37 w 3"/>
                <a:gd name="T53" fmla="*/ 0 h 3"/>
                <a:gd name="T54" fmla="*/ 12 w 3"/>
                <a:gd name="T55" fmla="*/ 0 h 3"/>
                <a:gd name="T56" fmla="*/ 12 w 3"/>
                <a:gd name="T57" fmla="*/ 21 h 3"/>
                <a:gd name="T58" fmla="*/ 12 w 3"/>
                <a:gd name="T59" fmla="*/ 35 h 3"/>
                <a:gd name="T60" fmla="*/ 12 w 3"/>
                <a:gd name="T61" fmla="*/ 35 h 3"/>
                <a:gd name="T62" fmla="*/ 12 w 3"/>
                <a:gd name="T63" fmla="*/ 35 h 3"/>
                <a:gd name="T64" fmla="*/ 0 w 3"/>
                <a:gd name="T65" fmla="*/ 35 h 3"/>
                <a:gd name="T66" fmla="*/ 12 w 3"/>
                <a:gd name="T67" fmla="*/ 21 h 3"/>
                <a:gd name="T68" fmla="*/ 28 w 3"/>
                <a:gd name="T69" fmla="*/ 35 h 3"/>
                <a:gd name="T70" fmla="*/ 12 w 3"/>
                <a:gd name="T71" fmla="*/ 56 h 3"/>
                <a:gd name="T72" fmla="*/ 12 w 3"/>
                <a:gd name="T73" fmla="*/ 56 h 3"/>
                <a:gd name="T74" fmla="*/ 28 w 3"/>
                <a:gd name="T75" fmla="*/ 56 h 3"/>
                <a:gd name="T76" fmla="*/ 37 w 3"/>
                <a:gd name="T77" fmla="*/ 35 h 3"/>
                <a:gd name="T78" fmla="*/ 37 w 3"/>
                <a:gd name="T79" fmla="*/ 35 h 3"/>
                <a:gd name="T80" fmla="*/ 28 w 3"/>
                <a:gd name="T81" fmla="*/ 35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1"/>
                  </a:cubicBezTo>
                  <a:close/>
                  <a:moveTo>
                    <a:pt x="2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4" name="Freeform 1634">
              <a:extLst>
                <a:ext uri="{FF2B5EF4-FFF2-40B4-BE49-F238E27FC236}">
                  <a16:creationId xmlns:a16="http://schemas.microsoft.com/office/drawing/2014/main" id="{579E1E7A-97BE-43D2-A4F1-FB66AF987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101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63 w 4"/>
                <a:gd name="T9" fmla="*/ 35 h 3"/>
                <a:gd name="T10" fmla="*/ 50 w 4"/>
                <a:gd name="T11" fmla="*/ 21 h 3"/>
                <a:gd name="T12" fmla="*/ 33 w 4"/>
                <a:gd name="T13" fmla="*/ 0 h 3"/>
                <a:gd name="T14" fmla="*/ 2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5" name="Freeform 1635">
              <a:extLst>
                <a:ext uri="{FF2B5EF4-FFF2-40B4-BE49-F238E27FC236}">
                  <a16:creationId xmlns:a16="http://schemas.microsoft.com/office/drawing/2014/main" id="{0DB1C95D-C226-4C1A-A232-45DC3084B0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4" y="2085"/>
              <a:ext cx="15" cy="14"/>
            </a:xfrm>
            <a:custGeom>
              <a:avLst/>
              <a:gdLst>
                <a:gd name="T0" fmla="*/ 20 w 6"/>
                <a:gd name="T1" fmla="*/ 48 h 5"/>
                <a:gd name="T2" fmla="*/ 0 w 6"/>
                <a:gd name="T3" fmla="*/ 48 h 5"/>
                <a:gd name="T4" fmla="*/ 20 w 6"/>
                <a:gd name="T5" fmla="*/ 62 h 5"/>
                <a:gd name="T6" fmla="*/ 20 w 6"/>
                <a:gd name="T7" fmla="*/ 62 h 5"/>
                <a:gd name="T8" fmla="*/ 20 w 6"/>
                <a:gd name="T9" fmla="*/ 62 h 5"/>
                <a:gd name="T10" fmla="*/ 33 w 6"/>
                <a:gd name="T11" fmla="*/ 109 h 5"/>
                <a:gd name="T12" fmla="*/ 63 w 6"/>
                <a:gd name="T13" fmla="*/ 109 h 5"/>
                <a:gd name="T14" fmla="*/ 83 w 6"/>
                <a:gd name="T15" fmla="*/ 62 h 5"/>
                <a:gd name="T16" fmla="*/ 95 w 6"/>
                <a:gd name="T17" fmla="*/ 48 h 5"/>
                <a:gd name="T18" fmla="*/ 83 w 6"/>
                <a:gd name="T19" fmla="*/ 22 h 5"/>
                <a:gd name="T20" fmla="*/ 83 w 6"/>
                <a:gd name="T21" fmla="*/ 22 h 5"/>
                <a:gd name="T22" fmla="*/ 83 w 6"/>
                <a:gd name="T23" fmla="*/ 22 h 5"/>
                <a:gd name="T24" fmla="*/ 63 w 6"/>
                <a:gd name="T25" fmla="*/ 22 h 5"/>
                <a:gd name="T26" fmla="*/ 63 w 6"/>
                <a:gd name="T27" fmla="*/ 0 h 5"/>
                <a:gd name="T28" fmla="*/ 20 w 6"/>
                <a:gd name="T29" fmla="*/ 48 h 5"/>
                <a:gd name="T30" fmla="*/ 33 w 6"/>
                <a:gd name="T31" fmla="*/ 22 h 5"/>
                <a:gd name="T32" fmla="*/ 33 w 6"/>
                <a:gd name="T33" fmla="*/ 22 h 5"/>
                <a:gd name="T34" fmla="*/ 33 w 6"/>
                <a:gd name="T35" fmla="*/ 22 h 5"/>
                <a:gd name="T36" fmla="*/ 33 w 6"/>
                <a:gd name="T37" fmla="*/ 22 h 5"/>
                <a:gd name="T38" fmla="*/ 63 w 6"/>
                <a:gd name="T39" fmla="*/ 22 h 5"/>
                <a:gd name="T40" fmla="*/ 63 w 6"/>
                <a:gd name="T41" fmla="*/ 22 h 5"/>
                <a:gd name="T42" fmla="*/ 83 w 6"/>
                <a:gd name="T43" fmla="*/ 48 h 5"/>
                <a:gd name="T44" fmla="*/ 83 w 6"/>
                <a:gd name="T45" fmla="*/ 62 h 5"/>
                <a:gd name="T46" fmla="*/ 83 w 6"/>
                <a:gd name="T47" fmla="*/ 87 h 5"/>
                <a:gd name="T48" fmla="*/ 50 w 6"/>
                <a:gd name="T49" fmla="*/ 87 h 5"/>
                <a:gd name="T50" fmla="*/ 33 w 6"/>
                <a:gd name="T51" fmla="*/ 87 h 5"/>
                <a:gd name="T52" fmla="*/ 33 w 6"/>
                <a:gd name="T53" fmla="*/ 62 h 5"/>
                <a:gd name="T54" fmla="*/ 33 w 6"/>
                <a:gd name="T55" fmla="*/ 62 h 5"/>
                <a:gd name="T56" fmla="*/ 63 w 6"/>
                <a:gd name="T57" fmla="*/ 22 h 5"/>
                <a:gd name="T58" fmla="*/ 63 w 6"/>
                <a:gd name="T59" fmla="*/ 22 h 5"/>
                <a:gd name="T60" fmla="*/ 63 w 6"/>
                <a:gd name="T61" fmla="*/ 22 h 5"/>
                <a:gd name="T62" fmla="*/ 63 w 6"/>
                <a:gd name="T63" fmla="*/ 22 h 5"/>
                <a:gd name="T64" fmla="*/ 50 w 6"/>
                <a:gd name="T65" fmla="*/ 109 h 5"/>
                <a:gd name="T66" fmla="*/ 50 w 6"/>
                <a:gd name="T67" fmla="*/ 109 h 5"/>
                <a:gd name="T68" fmla="*/ 50 w 6"/>
                <a:gd name="T69" fmla="*/ 109 h 5"/>
                <a:gd name="T70" fmla="*/ 50 w 6"/>
                <a:gd name="T71" fmla="*/ 109 h 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2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6" name="Freeform 1636">
              <a:extLst>
                <a:ext uri="{FF2B5EF4-FFF2-40B4-BE49-F238E27FC236}">
                  <a16:creationId xmlns:a16="http://schemas.microsoft.com/office/drawing/2014/main" id="{45D96357-9080-4FAD-9544-80FEFF69D2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6" y="2088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21 h 3"/>
                <a:gd name="T8" fmla="*/ 0 w 3"/>
                <a:gd name="T9" fmla="*/ 35 h 3"/>
                <a:gd name="T10" fmla="*/ 0 w 3"/>
                <a:gd name="T11" fmla="*/ 35 h 3"/>
                <a:gd name="T12" fmla="*/ 21 w 3"/>
                <a:gd name="T13" fmla="*/ 35 h 3"/>
                <a:gd name="T14" fmla="*/ 21 w 3"/>
                <a:gd name="T15" fmla="*/ 56 h 3"/>
                <a:gd name="T16" fmla="*/ 21 w 3"/>
                <a:gd name="T17" fmla="*/ 56 h 3"/>
                <a:gd name="T18" fmla="*/ 21 w 3"/>
                <a:gd name="T19" fmla="*/ 35 h 3"/>
                <a:gd name="T20" fmla="*/ 21 w 3"/>
                <a:gd name="T21" fmla="*/ 35 h 3"/>
                <a:gd name="T22" fmla="*/ 21 w 3"/>
                <a:gd name="T23" fmla="*/ 21 h 3"/>
                <a:gd name="T24" fmla="*/ 56 w 3"/>
                <a:gd name="T25" fmla="*/ 21 h 3"/>
                <a:gd name="T26" fmla="*/ 56 w 3"/>
                <a:gd name="T27" fmla="*/ 21 h 3"/>
                <a:gd name="T28" fmla="*/ 56 w 3"/>
                <a:gd name="T29" fmla="*/ 21 h 3"/>
                <a:gd name="T30" fmla="*/ 56 w 3"/>
                <a:gd name="T31" fmla="*/ 35 h 3"/>
                <a:gd name="T32" fmla="*/ 56 w 3"/>
                <a:gd name="T33" fmla="*/ 35 h 3"/>
                <a:gd name="T34" fmla="*/ 56 w 3"/>
                <a:gd name="T35" fmla="*/ 21 h 3"/>
                <a:gd name="T36" fmla="*/ 56 w 3"/>
                <a:gd name="T37" fmla="*/ 35 h 3"/>
                <a:gd name="T38" fmla="*/ 56 w 3"/>
                <a:gd name="T39" fmla="*/ 35 h 3"/>
                <a:gd name="T40" fmla="*/ 56 w 3"/>
                <a:gd name="T41" fmla="*/ 35 h 3"/>
                <a:gd name="T42" fmla="*/ 56 w 3"/>
                <a:gd name="T43" fmla="*/ 35 h 3"/>
                <a:gd name="T44" fmla="*/ 56 w 3"/>
                <a:gd name="T45" fmla="*/ 35 h 3"/>
                <a:gd name="T46" fmla="*/ 56 w 3"/>
                <a:gd name="T47" fmla="*/ 21 h 3"/>
                <a:gd name="T48" fmla="*/ 56 w 3"/>
                <a:gd name="T49" fmla="*/ 21 h 3"/>
                <a:gd name="T50" fmla="*/ 56 w 3"/>
                <a:gd name="T51" fmla="*/ 0 h 3"/>
                <a:gd name="T52" fmla="*/ 56 w 3"/>
                <a:gd name="T53" fmla="*/ 0 h 3"/>
                <a:gd name="T54" fmla="*/ 21 w 3"/>
                <a:gd name="T55" fmla="*/ 0 h 3"/>
                <a:gd name="T56" fmla="*/ 21 w 3"/>
                <a:gd name="T57" fmla="*/ 21 h 3"/>
                <a:gd name="T58" fmla="*/ 21 w 3"/>
                <a:gd name="T59" fmla="*/ 21 h 3"/>
                <a:gd name="T60" fmla="*/ 0 w 3"/>
                <a:gd name="T61" fmla="*/ 21 h 3"/>
                <a:gd name="T62" fmla="*/ 21 w 3"/>
                <a:gd name="T63" fmla="*/ 35 h 3"/>
                <a:gd name="T64" fmla="*/ 0 w 3"/>
                <a:gd name="T65" fmla="*/ 21 h 3"/>
                <a:gd name="T66" fmla="*/ 21 w 3"/>
                <a:gd name="T67" fmla="*/ 21 h 3"/>
                <a:gd name="T68" fmla="*/ 35 w 3"/>
                <a:gd name="T69" fmla="*/ 21 h 3"/>
                <a:gd name="T70" fmla="*/ 21 w 3"/>
                <a:gd name="T71" fmla="*/ 35 h 3"/>
                <a:gd name="T72" fmla="*/ 21 w 3"/>
                <a:gd name="T73" fmla="*/ 35 h 3"/>
                <a:gd name="T74" fmla="*/ 35 w 3"/>
                <a:gd name="T75" fmla="*/ 56 h 3"/>
                <a:gd name="T76" fmla="*/ 56 w 3"/>
                <a:gd name="T77" fmla="*/ 35 h 3"/>
                <a:gd name="T78" fmla="*/ 56 w 3"/>
                <a:gd name="T79" fmla="*/ 21 h 3"/>
                <a:gd name="T80" fmla="*/ 35 w 3"/>
                <a:gd name="T81" fmla="*/ 21 h 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7" name="Freeform 1637">
              <a:extLst>
                <a:ext uri="{FF2B5EF4-FFF2-40B4-BE49-F238E27FC236}">
                  <a16:creationId xmlns:a16="http://schemas.microsoft.com/office/drawing/2014/main" id="{BD746DF9-B701-4540-A2E0-53AB35B86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088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56 h 3"/>
                <a:gd name="T6" fmla="*/ 33 w 4"/>
                <a:gd name="T7" fmla="*/ 56 h 3"/>
                <a:gd name="T8" fmla="*/ 63 w 4"/>
                <a:gd name="T9" fmla="*/ 21 h 3"/>
                <a:gd name="T10" fmla="*/ 50 w 4"/>
                <a:gd name="T11" fmla="*/ 0 h 3"/>
                <a:gd name="T12" fmla="*/ 33 w 4"/>
                <a:gd name="T13" fmla="*/ 0 h 3"/>
                <a:gd name="T14" fmla="*/ 20 w 4"/>
                <a:gd name="T15" fmla="*/ 2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8" name="Freeform 1638">
              <a:extLst>
                <a:ext uri="{FF2B5EF4-FFF2-40B4-BE49-F238E27FC236}">
                  <a16:creationId xmlns:a16="http://schemas.microsoft.com/office/drawing/2014/main" id="{80E74A9A-2FC5-4528-A43E-18A6699FD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995"/>
              <a:ext cx="10" cy="16"/>
            </a:xfrm>
            <a:custGeom>
              <a:avLst/>
              <a:gdLst>
                <a:gd name="T0" fmla="*/ 20 w 4"/>
                <a:gd name="T1" fmla="*/ 21 h 6"/>
                <a:gd name="T2" fmla="*/ 0 w 4"/>
                <a:gd name="T3" fmla="*/ 56 h 6"/>
                <a:gd name="T4" fmla="*/ 20 w 4"/>
                <a:gd name="T5" fmla="*/ 93 h 6"/>
                <a:gd name="T6" fmla="*/ 63 w 4"/>
                <a:gd name="T7" fmla="*/ 93 h 6"/>
                <a:gd name="T8" fmla="*/ 63 w 4"/>
                <a:gd name="T9" fmla="*/ 77 h 6"/>
                <a:gd name="T10" fmla="*/ 63 w 4"/>
                <a:gd name="T11" fmla="*/ 56 h 6"/>
                <a:gd name="T12" fmla="*/ 63 w 4"/>
                <a:gd name="T13" fmla="*/ 56 h 6"/>
                <a:gd name="T14" fmla="*/ 63 w 4"/>
                <a:gd name="T15" fmla="*/ 21 h 6"/>
                <a:gd name="T16" fmla="*/ 20 w 4"/>
                <a:gd name="T17" fmla="*/ 2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9" name="Freeform 1639">
              <a:extLst>
                <a:ext uri="{FF2B5EF4-FFF2-40B4-BE49-F238E27FC236}">
                  <a16:creationId xmlns:a16="http://schemas.microsoft.com/office/drawing/2014/main" id="{611892C4-EC78-4043-8E97-E63AFFB6E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032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0 w 4"/>
                <a:gd name="T3" fmla="*/ 56 h 3"/>
                <a:gd name="T4" fmla="*/ 33 w 4"/>
                <a:gd name="T5" fmla="*/ 21 h 3"/>
                <a:gd name="T6" fmla="*/ 63 w 4"/>
                <a:gd name="T7" fmla="*/ 56 h 3"/>
                <a:gd name="T8" fmla="*/ 63 w 4"/>
                <a:gd name="T9" fmla="*/ 35 h 3"/>
                <a:gd name="T10" fmla="*/ 33 w 4"/>
                <a:gd name="T11" fmla="*/ 0 h 3"/>
                <a:gd name="T12" fmla="*/ 0 w 4"/>
                <a:gd name="T13" fmla="*/ 3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0" name="Freeform 1640">
              <a:extLst>
                <a:ext uri="{FF2B5EF4-FFF2-40B4-BE49-F238E27FC236}">
                  <a16:creationId xmlns:a16="http://schemas.microsoft.com/office/drawing/2014/main" id="{C23660CD-C529-473D-AB3F-6BB3F7639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40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0 w 5"/>
                <a:gd name="T3" fmla="*/ 55 h 5"/>
                <a:gd name="T4" fmla="*/ 29 w 5"/>
                <a:gd name="T5" fmla="*/ 88 h 5"/>
                <a:gd name="T6" fmla="*/ 70 w 5"/>
                <a:gd name="T7" fmla="*/ 55 h 5"/>
                <a:gd name="T8" fmla="*/ 58 w 5"/>
                <a:gd name="T9" fmla="*/ 88 h 5"/>
                <a:gd name="T10" fmla="*/ 70 w 5"/>
                <a:gd name="T11" fmla="*/ 34 h 5"/>
                <a:gd name="T12" fmla="*/ 29 w 5"/>
                <a:gd name="T13" fmla="*/ 21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1" name="Freeform 1641">
              <a:extLst>
                <a:ext uri="{FF2B5EF4-FFF2-40B4-BE49-F238E27FC236}">
                  <a16:creationId xmlns:a16="http://schemas.microsoft.com/office/drawing/2014/main" id="{F25B761E-6E4E-40C1-B46E-9905059B56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1" y="2048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0 w 5"/>
                <a:gd name="T3" fmla="*/ 77 h 6"/>
                <a:gd name="T4" fmla="*/ 34 w 5"/>
                <a:gd name="T5" fmla="*/ 115 h 6"/>
                <a:gd name="T6" fmla="*/ 68 w 5"/>
                <a:gd name="T7" fmla="*/ 77 h 6"/>
                <a:gd name="T8" fmla="*/ 68 w 5"/>
                <a:gd name="T9" fmla="*/ 56 h 6"/>
                <a:gd name="T10" fmla="*/ 88 w 5"/>
                <a:gd name="T11" fmla="*/ 56 h 6"/>
                <a:gd name="T12" fmla="*/ 68 w 5"/>
                <a:gd name="T13" fmla="*/ 21 h 6"/>
                <a:gd name="T14" fmla="*/ 21 w 5"/>
                <a:gd name="T15" fmla="*/ 21 h 6"/>
                <a:gd name="T16" fmla="*/ 68 w 5"/>
                <a:gd name="T17" fmla="*/ 56 h 6"/>
                <a:gd name="T18" fmla="*/ 68 w 5"/>
                <a:gd name="T19" fmla="*/ 56 h 6"/>
                <a:gd name="T20" fmla="*/ 68 w 5"/>
                <a:gd name="T21" fmla="*/ 77 h 6"/>
                <a:gd name="T22" fmla="*/ 68 w 5"/>
                <a:gd name="T23" fmla="*/ 56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2" name="Freeform 1642">
              <a:extLst>
                <a:ext uri="{FF2B5EF4-FFF2-40B4-BE49-F238E27FC236}">
                  <a16:creationId xmlns:a16="http://schemas.microsoft.com/office/drawing/2014/main" id="{E42DFBA4-7676-4182-8406-CFF61FF2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88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21 w 5"/>
                <a:gd name="T3" fmla="*/ 56 h 6"/>
                <a:gd name="T4" fmla="*/ 55 w 5"/>
                <a:gd name="T5" fmla="*/ 115 h 6"/>
                <a:gd name="T6" fmla="*/ 88 w 5"/>
                <a:gd name="T7" fmla="*/ 56 h 6"/>
                <a:gd name="T8" fmla="*/ 68 w 5"/>
                <a:gd name="T9" fmla="*/ 93 h 6"/>
                <a:gd name="T10" fmla="*/ 88 w 5"/>
                <a:gd name="T11" fmla="*/ 35 h 6"/>
                <a:gd name="T12" fmla="*/ 34 w 5"/>
                <a:gd name="T13" fmla="*/ 2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0" y="5"/>
                    <a:pt x="1" y="5"/>
                    <a:pt x="3" y="6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5" y="4"/>
                    <a:pt x="4" y="5"/>
                    <a:pt x="4" y="5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3" name="Freeform 1643">
              <a:extLst>
                <a:ext uri="{FF2B5EF4-FFF2-40B4-BE49-F238E27FC236}">
                  <a16:creationId xmlns:a16="http://schemas.microsoft.com/office/drawing/2014/main" id="{5777043D-DA43-4A0A-928D-9DD8EC122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01"/>
              <a:ext cx="12" cy="19"/>
            </a:xfrm>
            <a:custGeom>
              <a:avLst/>
              <a:gdLst>
                <a:gd name="T0" fmla="*/ 29 w 5"/>
                <a:gd name="T1" fmla="*/ 22 h 7"/>
                <a:gd name="T2" fmla="*/ 0 w 5"/>
                <a:gd name="T3" fmla="*/ 81 h 7"/>
                <a:gd name="T4" fmla="*/ 58 w 5"/>
                <a:gd name="T5" fmla="*/ 141 h 7"/>
                <a:gd name="T6" fmla="*/ 70 w 5"/>
                <a:gd name="T7" fmla="*/ 141 h 7"/>
                <a:gd name="T8" fmla="*/ 29 w 5"/>
                <a:gd name="T9" fmla="*/ 81 h 7"/>
                <a:gd name="T10" fmla="*/ 70 w 5"/>
                <a:gd name="T11" fmla="*/ 0 h 7"/>
                <a:gd name="T12" fmla="*/ 29 w 5"/>
                <a:gd name="T13" fmla="*/ 2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3" y="7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7"/>
                    <a:pt x="2" y="6"/>
                    <a:pt x="2" y="4"/>
                  </a:cubicBezTo>
                  <a:cubicBezTo>
                    <a:pt x="2" y="2"/>
                    <a:pt x="3" y="0"/>
                    <a:pt x="5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4" name="Freeform 1644">
              <a:extLst>
                <a:ext uri="{FF2B5EF4-FFF2-40B4-BE49-F238E27FC236}">
                  <a16:creationId xmlns:a16="http://schemas.microsoft.com/office/drawing/2014/main" id="{A8A539AC-2DB2-4221-BDBE-8A26F63FB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4" y="2101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0 w 6"/>
                <a:gd name="T3" fmla="*/ 56 h 6"/>
                <a:gd name="T4" fmla="*/ 20 w 6"/>
                <a:gd name="T5" fmla="*/ 35 h 6"/>
                <a:gd name="T6" fmla="*/ 20 w 6"/>
                <a:gd name="T7" fmla="*/ 56 h 6"/>
                <a:gd name="T8" fmla="*/ 20 w 6"/>
                <a:gd name="T9" fmla="*/ 77 h 6"/>
                <a:gd name="T10" fmla="*/ 33 w 6"/>
                <a:gd name="T11" fmla="*/ 93 h 6"/>
                <a:gd name="T12" fmla="*/ 83 w 6"/>
                <a:gd name="T13" fmla="*/ 77 h 6"/>
                <a:gd name="T14" fmla="*/ 83 w 6"/>
                <a:gd name="T15" fmla="*/ 21 h 6"/>
                <a:gd name="T16" fmla="*/ 50 w 6"/>
                <a:gd name="T17" fmla="*/ 0 h 6"/>
                <a:gd name="T18" fmla="*/ 50 w 6"/>
                <a:gd name="T19" fmla="*/ 35 h 6"/>
                <a:gd name="T20" fmla="*/ 63 w 6"/>
                <a:gd name="T21" fmla="*/ 56 h 6"/>
                <a:gd name="T22" fmla="*/ 50 w 6"/>
                <a:gd name="T23" fmla="*/ 77 h 6"/>
                <a:gd name="T24" fmla="*/ 33 w 6"/>
                <a:gd name="T25" fmla="*/ 56 h 6"/>
                <a:gd name="T26" fmla="*/ 20 w 6"/>
                <a:gd name="T27" fmla="*/ 35 h 6"/>
                <a:gd name="T28" fmla="*/ 20 w 6"/>
                <a:gd name="T29" fmla="*/ 35 h 6"/>
                <a:gd name="T30" fmla="*/ 50 w 6"/>
                <a:gd name="T31" fmla="*/ 35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1" y="0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6" y="3"/>
                    <a:pt x="5" y="2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  <a:close/>
                  <a:moveTo>
                    <a:pt x="3" y="2"/>
                  </a:moveTo>
                  <a:cubicBezTo>
                    <a:pt x="4" y="2"/>
                    <a:pt x="4" y="3"/>
                    <a:pt x="4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5" name="Freeform 1645">
              <a:extLst>
                <a:ext uri="{FF2B5EF4-FFF2-40B4-BE49-F238E27FC236}">
                  <a16:creationId xmlns:a16="http://schemas.microsoft.com/office/drawing/2014/main" id="{E29CA423-1F40-41D3-A7DA-5C73465C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99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0 w 5"/>
                <a:gd name="T3" fmla="*/ 55 h 5"/>
                <a:gd name="T4" fmla="*/ 34 w 5"/>
                <a:gd name="T5" fmla="*/ 88 h 5"/>
                <a:gd name="T6" fmla="*/ 68 w 5"/>
                <a:gd name="T7" fmla="*/ 55 h 5"/>
                <a:gd name="T8" fmla="*/ 55 w 5"/>
                <a:gd name="T9" fmla="*/ 88 h 5"/>
                <a:gd name="T10" fmla="*/ 88 w 5"/>
                <a:gd name="T11" fmla="*/ 34 h 5"/>
                <a:gd name="T12" fmla="*/ 34 w 5"/>
                <a:gd name="T13" fmla="*/ 21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5"/>
                    <a:pt x="4" y="3"/>
                  </a:cubicBezTo>
                  <a:cubicBezTo>
                    <a:pt x="4" y="4"/>
                    <a:pt x="4" y="4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6" name="Freeform 1646">
              <a:extLst>
                <a:ext uri="{FF2B5EF4-FFF2-40B4-BE49-F238E27FC236}">
                  <a16:creationId xmlns:a16="http://schemas.microsoft.com/office/drawing/2014/main" id="{3FC451FB-F7D5-43F8-82B4-D88835F5F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088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55 h 5"/>
                <a:gd name="T4" fmla="*/ 34 w 5"/>
                <a:gd name="T5" fmla="*/ 88 h 5"/>
                <a:gd name="T6" fmla="*/ 68 w 5"/>
                <a:gd name="T7" fmla="*/ 55 h 5"/>
                <a:gd name="T8" fmla="*/ 55 w 5"/>
                <a:gd name="T9" fmla="*/ 68 h 5"/>
                <a:gd name="T10" fmla="*/ 68 w 5"/>
                <a:gd name="T11" fmla="*/ 21 h 5"/>
                <a:gd name="T12" fmla="*/ 34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4" y="4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7" name="Freeform 1647">
              <a:extLst>
                <a:ext uri="{FF2B5EF4-FFF2-40B4-BE49-F238E27FC236}">
                  <a16:creationId xmlns:a16="http://schemas.microsoft.com/office/drawing/2014/main" id="{422F3B2B-2ACA-45F9-AFBE-38F7CE6FA7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9" y="2059"/>
              <a:ext cx="12" cy="16"/>
            </a:xfrm>
            <a:custGeom>
              <a:avLst/>
              <a:gdLst>
                <a:gd name="T0" fmla="*/ 29 w 5"/>
                <a:gd name="T1" fmla="*/ 21 h 6"/>
                <a:gd name="T2" fmla="*/ 12 w 5"/>
                <a:gd name="T3" fmla="*/ 77 h 6"/>
                <a:gd name="T4" fmla="*/ 41 w 5"/>
                <a:gd name="T5" fmla="*/ 115 h 6"/>
                <a:gd name="T6" fmla="*/ 70 w 5"/>
                <a:gd name="T7" fmla="*/ 77 h 6"/>
                <a:gd name="T8" fmla="*/ 70 w 5"/>
                <a:gd name="T9" fmla="*/ 56 h 6"/>
                <a:gd name="T10" fmla="*/ 70 w 5"/>
                <a:gd name="T11" fmla="*/ 56 h 6"/>
                <a:gd name="T12" fmla="*/ 70 w 5"/>
                <a:gd name="T13" fmla="*/ 21 h 6"/>
                <a:gd name="T14" fmla="*/ 29 w 5"/>
                <a:gd name="T15" fmla="*/ 21 h 6"/>
                <a:gd name="T16" fmla="*/ 70 w 5"/>
                <a:gd name="T17" fmla="*/ 56 h 6"/>
                <a:gd name="T18" fmla="*/ 70 w 5"/>
                <a:gd name="T19" fmla="*/ 56 h 6"/>
                <a:gd name="T20" fmla="*/ 58 w 5"/>
                <a:gd name="T21" fmla="*/ 77 h 6"/>
                <a:gd name="T22" fmla="*/ 70 w 5"/>
                <a:gd name="T23" fmla="*/ 56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1" y="5"/>
                    <a:pt x="2" y="6"/>
                    <a:pt x="3" y="6"/>
                  </a:cubicBezTo>
                  <a:cubicBezTo>
                    <a:pt x="4" y="5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8" name="Freeform 1648">
              <a:extLst>
                <a:ext uri="{FF2B5EF4-FFF2-40B4-BE49-F238E27FC236}">
                  <a16:creationId xmlns:a16="http://schemas.microsoft.com/office/drawing/2014/main" id="{C57684F9-6FEF-4CA4-AE13-9BE5BEBA3B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1" y="2077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20 w 6"/>
                <a:gd name="T3" fmla="*/ 56 h 6"/>
                <a:gd name="T4" fmla="*/ 20 w 6"/>
                <a:gd name="T5" fmla="*/ 93 h 6"/>
                <a:gd name="T6" fmla="*/ 50 w 6"/>
                <a:gd name="T7" fmla="*/ 115 h 6"/>
                <a:gd name="T8" fmla="*/ 83 w 6"/>
                <a:gd name="T9" fmla="*/ 93 h 6"/>
                <a:gd name="T10" fmla="*/ 95 w 6"/>
                <a:gd name="T11" fmla="*/ 77 h 6"/>
                <a:gd name="T12" fmla="*/ 95 w 6"/>
                <a:gd name="T13" fmla="*/ 56 h 6"/>
                <a:gd name="T14" fmla="*/ 95 w 6"/>
                <a:gd name="T15" fmla="*/ 56 h 6"/>
                <a:gd name="T16" fmla="*/ 95 w 6"/>
                <a:gd name="T17" fmla="*/ 56 h 6"/>
                <a:gd name="T18" fmla="*/ 63 w 6"/>
                <a:gd name="T19" fmla="*/ 0 h 6"/>
                <a:gd name="T20" fmla="*/ 33 w 6"/>
                <a:gd name="T21" fmla="*/ 21 h 6"/>
                <a:gd name="T22" fmla="*/ 33 w 6"/>
                <a:gd name="T23" fmla="*/ 77 h 6"/>
                <a:gd name="T24" fmla="*/ 33 w 6"/>
                <a:gd name="T25" fmla="*/ 21 h 6"/>
                <a:gd name="T26" fmla="*/ 50 w 6"/>
                <a:gd name="T27" fmla="*/ 21 h 6"/>
                <a:gd name="T28" fmla="*/ 83 w 6"/>
                <a:gd name="T29" fmla="*/ 35 h 6"/>
                <a:gd name="T30" fmla="*/ 83 w 6"/>
                <a:gd name="T31" fmla="*/ 56 h 6"/>
                <a:gd name="T32" fmla="*/ 63 w 6"/>
                <a:gd name="T33" fmla="*/ 35 h 6"/>
                <a:gd name="T34" fmla="*/ 83 w 6"/>
                <a:gd name="T35" fmla="*/ 35 h 6"/>
                <a:gd name="T36" fmla="*/ 83 w 6"/>
                <a:gd name="T37" fmla="*/ 56 h 6"/>
                <a:gd name="T38" fmla="*/ 83 w 6"/>
                <a:gd name="T39" fmla="*/ 77 h 6"/>
                <a:gd name="T40" fmla="*/ 83 w 6"/>
                <a:gd name="T41" fmla="*/ 93 h 6"/>
                <a:gd name="T42" fmla="*/ 33 w 6"/>
                <a:gd name="T43" fmla="*/ 77 h 6"/>
                <a:gd name="T44" fmla="*/ 50 w 6"/>
                <a:gd name="T45" fmla="*/ 35 h 6"/>
                <a:gd name="T46" fmla="*/ 33 w 6"/>
                <a:gd name="T47" fmla="*/ 35 h 6"/>
                <a:gd name="T48" fmla="*/ 63 w 6"/>
                <a:gd name="T49" fmla="*/ 35 h 6"/>
                <a:gd name="T50" fmla="*/ 50 w 6"/>
                <a:gd name="T51" fmla="*/ 35 h 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0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lose/>
                  <a:moveTo>
                    <a:pt x="2" y="4"/>
                  </a:move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4" y="5"/>
                    <a:pt x="2" y="5"/>
                    <a:pt x="2" y="4"/>
                  </a:cubicBezTo>
                  <a:close/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9" name="Freeform 1649">
              <a:extLst>
                <a:ext uri="{FF2B5EF4-FFF2-40B4-BE49-F238E27FC236}">
                  <a16:creationId xmlns:a16="http://schemas.microsoft.com/office/drawing/2014/main" id="{520463EF-3800-4FF9-8AA7-60CAB124B0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4" y="2027"/>
              <a:ext cx="10" cy="16"/>
            </a:xfrm>
            <a:custGeom>
              <a:avLst/>
              <a:gdLst>
                <a:gd name="T0" fmla="*/ 33 w 4"/>
                <a:gd name="T1" fmla="*/ 21 h 6"/>
                <a:gd name="T2" fmla="*/ 0 w 4"/>
                <a:gd name="T3" fmla="*/ 35 h 6"/>
                <a:gd name="T4" fmla="*/ 0 w 4"/>
                <a:gd name="T5" fmla="*/ 93 h 6"/>
                <a:gd name="T6" fmla="*/ 33 w 4"/>
                <a:gd name="T7" fmla="*/ 93 h 6"/>
                <a:gd name="T8" fmla="*/ 63 w 4"/>
                <a:gd name="T9" fmla="*/ 77 h 6"/>
                <a:gd name="T10" fmla="*/ 50 w 4"/>
                <a:gd name="T11" fmla="*/ 93 h 6"/>
                <a:gd name="T12" fmla="*/ 63 w 4"/>
                <a:gd name="T13" fmla="*/ 35 h 6"/>
                <a:gd name="T14" fmla="*/ 33 w 4"/>
                <a:gd name="T15" fmla="*/ 21 h 6"/>
                <a:gd name="T16" fmla="*/ 63 w 4"/>
                <a:gd name="T17" fmla="*/ 77 h 6"/>
                <a:gd name="T18" fmla="*/ 63 w 4"/>
                <a:gd name="T19" fmla="*/ 77 h 6"/>
                <a:gd name="T20" fmla="*/ 63 w 4"/>
                <a:gd name="T21" fmla="*/ 56 h 6"/>
                <a:gd name="T22" fmla="*/ 63 w 4"/>
                <a:gd name="T23" fmla="*/ 77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6"/>
                    <a:pt x="1" y="6"/>
                    <a:pt x="2" y="5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3" y="0"/>
                    <a:pt x="2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0" name="Freeform 1650">
              <a:extLst>
                <a:ext uri="{FF2B5EF4-FFF2-40B4-BE49-F238E27FC236}">
                  <a16:creationId xmlns:a16="http://schemas.microsoft.com/office/drawing/2014/main" id="{C1B42F5E-19CB-4EC2-AD55-C24054FC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021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33 w 6"/>
                <a:gd name="T3" fmla="*/ 21 h 6"/>
                <a:gd name="T4" fmla="*/ 33 w 6"/>
                <a:gd name="T5" fmla="*/ 21 h 6"/>
                <a:gd name="T6" fmla="*/ 33 w 6"/>
                <a:gd name="T7" fmla="*/ 21 h 6"/>
                <a:gd name="T8" fmla="*/ 0 w 6"/>
                <a:gd name="T9" fmla="*/ 56 h 6"/>
                <a:gd name="T10" fmla="*/ 0 w 6"/>
                <a:gd name="T11" fmla="*/ 56 h 6"/>
                <a:gd name="T12" fmla="*/ 33 w 6"/>
                <a:gd name="T13" fmla="*/ 115 h 6"/>
                <a:gd name="T14" fmla="*/ 95 w 6"/>
                <a:gd name="T15" fmla="*/ 56 h 6"/>
                <a:gd name="T16" fmla="*/ 83 w 6"/>
                <a:gd name="T17" fmla="*/ 21 h 6"/>
                <a:gd name="T18" fmla="*/ 50 w 6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4" y="6"/>
                    <a:pt x="5" y="4"/>
                    <a:pt x="6" y="3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1" name="Freeform 1651">
              <a:extLst>
                <a:ext uri="{FF2B5EF4-FFF2-40B4-BE49-F238E27FC236}">
                  <a16:creationId xmlns:a16="http://schemas.microsoft.com/office/drawing/2014/main" id="{CA8C0393-8F1B-4968-8748-1DA71A0A38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6" y="1952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0 w 6"/>
                <a:gd name="T3" fmla="*/ 60 h 7"/>
                <a:gd name="T4" fmla="*/ 0 w 6"/>
                <a:gd name="T5" fmla="*/ 60 h 7"/>
                <a:gd name="T6" fmla="*/ 20 w 6"/>
                <a:gd name="T7" fmla="*/ 81 h 7"/>
                <a:gd name="T8" fmla="*/ 20 w 6"/>
                <a:gd name="T9" fmla="*/ 81 h 7"/>
                <a:gd name="T10" fmla="*/ 20 w 6"/>
                <a:gd name="T11" fmla="*/ 81 h 7"/>
                <a:gd name="T12" fmla="*/ 20 w 6"/>
                <a:gd name="T13" fmla="*/ 117 h 7"/>
                <a:gd name="T14" fmla="*/ 50 w 6"/>
                <a:gd name="T15" fmla="*/ 117 h 7"/>
                <a:gd name="T16" fmla="*/ 95 w 6"/>
                <a:gd name="T17" fmla="*/ 81 h 7"/>
                <a:gd name="T18" fmla="*/ 50 w 6"/>
                <a:gd name="T19" fmla="*/ 22 h 7"/>
                <a:gd name="T20" fmla="*/ 20 w 6"/>
                <a:gd name="T21" fmla="*/ 22 h 7"/>
                <a:gd name="T22" fmla="*/ 83 w 6"/>
                <a:gd name="T23" fmla="*/ 81 h 7"/>
                <a:gd name="T24" fmla="*/ 83 w 6"/>
                <a:gd name="T25" fmla="*/ 81 h 7"/>
                <a:gd name="T26" fmla="*/ 63 w 6"/>
                <a:gd name="T27" fmla="*/ 117 h 7"/>
                <a:gd name="T28" fmla="*/ 83 w 6"/>
                <a:gd name="T29" fmla="*/ 81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2" y="6"/>
                    <a:pt x="3" y="7"/>
                    <a:pt x="3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2"/>
                    <a:pt x="5" y="1"/>
                    <a:pt x="3" y="1"/>
                  </a:cubicBezTo>
                  <a:cubicBezTo>
                    <a:pt x="3" y="0"/>
                    <a:pt x="2" y="1"/>
                    <a:pt x="1" y="1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5" y="5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2" name="Freeform 1652">
              <a:extLst>
                <a:ext uri="{FF2B5EF4-FFF2-40B4-BE49-F238E27FC236}">
                  <a16:creationId xmlns:a16="http://schemas.microsoft.com/office/drawing/2014/main" id="{92F8CB1B-1642-4926-9411-D8912F28E2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4" y="1901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0 w 5"/>
                <a:gd name="T3" fmla="*/ 48 h 5"/>
                <a:gd name="T4" fmla="*/ 0 w 5"/>
                <a:gd name="T5" fmla="*/ 87 h 5"/>
                <a:gd name="T6" fmla="*/ 29 w 5"/>
                <a:gd name="T7" fmla="*/ 109 h 5"/>
                <a:gd name="T8" fmla="*/ 58 w 5"/>
                <a:gd name="T9" fmla="*/ 109 h 5"/>
                <a:gd name="T10" fmla="*/ 70 w 5"/>
                <a:gd name="T11" fmla="*/ 62 h 5"/>
                <a:gd name="T12" fmla="*/ 70 w 5"/>
                <a:gd name="T13" fmla="*/ 62 h 5"/>
                <a:gd name="T14" fmla="*/ 70 w 5"/>
                <a:gd name="T15" fmla="*/ 62 h 5"/>
                <a:gd name="T16" fmla="*/ 70 w 5"/>
                <a:gd name="T17" fmla="*/ 48 h 5"/>
                <a:gd name="T18" fmla="*/ 70 w 5"/>
                <a:gd name="T19" fmla="*/ 48 h 5"/>
                <a:gd name="T20" fmla="*/ 29 w 5"/>
                <a:gd name="T21" fmla="*/ 0 h 5"/>
                <a:gd name="T22" fmla="*/ 41 w 5"/>
                <a:gd name="T23" fmla="*/ 22 h 5"/>
                <a:gd name="T24" fmla="*/ 41 w 5"/>
                <a:gd name="T25" fmla="*/ 22 h 5"/>
                <a:gd name="T26" fmla="*/ 58 w 5"/>
                <a:gd name="T27" fmla="*/ 48 h 5"/>
                <a:gd name="T28" fmla="*/ 41 w 5"/>
                <a:gd name="T29" fmla="*/ 22 h 5"/>
                <a:gd name="T30" fmla="*/ 58 w 5"/>
                <a:gd name="T31" fmla="*/ 48 h 5"/>
                <a:gd name="T32" fmla="*/ 70 w 5"/>
                <a:gd name="T33" fmla="*/ 48 h 5"/>
                <a:gd name="T34" fmla="*/ 70 w 5"/>
                <a:gd name="T35" fmla="*/ 48 h 5"/>
                <a:gd name="T36" fmla="*/ 58 w 5"/>
                <a:gd name="T37" fmla="*/ 48 h 5"/>
                <a:gd name="T38" fmla="*/ 70 w 5"/>
                <a:gd name="T39" fmla="*/ 62 h 5"/>
                <a:gd name="T40" fmla="*/ 58 w 5"/>
                <a:gd name="T41" fmla="*/ 87 h 5"/>
                <a:gd name="T42" fmla="*/ 58 w 5"/>
                <a:gd name="T43" fmla="*/ 87 h 5"/>
                <a:gd name="T44" fmla="*/ 70 w 5"/>
                <a:gd name="T45" fmla="*/ 62 h 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0"/>
                    <a:pt x="4" y="0"/>
                    <a:pt x="2" y="0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lose/>
                  <a:moveTo>
                    <a:pt x="4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3" name="Freeform 1653">
              <a:extLst>
                <a:ext uri="{FF2B5EF4-FFF2-40B4-BE49-F238E27FC236}">
                  <a16:creationId xmlns:a16="http://schemas.microsoft.com/office/drawing/2014/main" id="{E6E302E1-18E2-4C5F-BC62-CA14A29DB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843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33 w 2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2"/>
                    <a:pt x="2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4" name="Freeform 1654">
              <a:extLst>
                <a:ext uri="{FF2B5EF4-FFF2-40B4-BE49-F238E27FC236}">
                  <a16:creationId xmlns:a16="http://schemas.microsoft.com/office/drawing/2014/main" id="{1F2A7542-53FB-4448-B3FE-CEB0C48CE8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1" y="1864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0 h 5"/>
                <a:gd name="T4" fmla="*/ 0 w 5"/>
                <a:gd name="T5" fmla="*/ 68 h 5"/>
                <a:gd name="T6" fmla="*/ 55 w 5"/>
                <a:gd name="T7" fmla="*/ 88 h 5"/>
                <a:gd name="T8" fmla="*/ 55 w 5"/>
                <a:gd name="T9" fmla="*/ 68 h 5"/>
                <a:gd name="T10" fmla="*/ 68 w 5"/>
                <a:gd name="T11" fmla="*/ 68 h 5"/>
                <a:gd name="T12" fmla="*/ 88 w 5"/>
                <a:gd name="T13" fmla="*/ 34 h 5"/>
                <a:gd name="T14" fmla="*/ 88 w 5"/>
                <a:gd name="T15" fmla="*/ 34 h 5"/>
                <a:gd name="T16" fmla="*/ 34 w 5"/>
                <a:gd name="T17" fmla="*/ 0 h 5"/>
                <a:gd name="T18" fmla="*/ 21 w 5"/>
                <a:gd name="T19" fmla="*/ 55 h 5"/>
                <a:gd name="T20" fmla="*/ 55 w 5"/>
                <a:gd name="T21" fmla="*/ 68 h 5"/>
                <a:gd name="T22" fmla="*/ 21 w 5"/>
                <a:gd name="T23" fmla="*/ 55 h 5"/>
                <a:gd name="T24" fmla="*/ 68 w 5"/>
                <a:gd name="T25" fmla="*/ 55 h 5"/>
                <a:gd name="T26" fmla="*/ 68 w 5"/>
                <a:gd name="T27" fmla="*/ 68 h 5"/>
                <a:gd name="T28" fmla="*/ 68 w 5"/>
                <a:gd name="T29" fmla="*/ 68 h 5"/>
                <a:gd name="T30" fmla="*/ 68 w 5"/>
                <a:gd name="T31" fmla="*/ 55 h 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0"/>
                    <a:pt x="3" y="0"/>
                    <a:pt x="2" y="0"/>
                  </a:cubicBezTo>
                  <a:close/>
                  <a:moveTo>
                    <a:pt x="1" y="3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lose/>
                  <a:moveTo>
                    <a:pt x="4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5" name="Freeform 1655">
              <a:extLst>
                <a:ext uri="{FF2B5EF4-FFF2-40B4-BE49-F238E27FC236}">
                  <a16:creationId xmlns:a16="http://schemas.microsoft.com/office/drawing/2014/main" id="{AD4759F8-8EEB-4FA2-8B98-E4C0E176C5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1" y="1928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34 w 5"/>
                <a:gd name="T3" fmla="*/ 0 h 5"/>
                <a:gd name="T4" fmla="*/ 34 w 5"/>
                <a:gd name="T5" fmla="*/ 0 h 5"/>
                <a:gd name="T6" fmla="*/ 0 w 5"/>
                <a:gd name="T7" fmla="*/ 34 h 5"/>
                <a:gd name="T8" fmla="*/ 0 w 5"/>
                <a:gd name="T9" fmla="*/ 34 h 5"/>
                <a:gd name="T10" fmla="*/ 0 w 5"/>
                <a:gd name="T11" fmla="*/ 34 h 5"/>
                <a:gd name="T12" fmla="*/ 0 w 5"/>
                <a:gd name="T13" fmla="*/ 68 h 5"/>
                <a:gd name="T14" fmla="*/ 0 w 5"/>
                <a:gd name="T15" fmla="*/ 68 h 5"/>
                <a:gd name="T16" fmla="*/ 34 w 5"/>
                <a:gd name="T17" fmla="*/ 88 h 5"/>
                <a:gd name="T18" fmla="*/ 68 w 5"/>
                <a:gd name="T19" fmla="*/ 68 h 5"/>
                <a:gd name="T20" fmla="*/ 88 w 5"/>
                <a:gd name="T21" fmla="*/ 21 h 5"/>
                <a:gd name="T22" fmla="*/ 68 w 5"/>
                <a:gd name="T23" fmla="*/ 0 h 5"/>
                <a:gd name="T24" fmla="*/ 34 w 5"/>
                <a:gd name="T25" fmla="*/ 0 h 5"/>
                <a:gd name="T26" fmla="*/ 68 w 5"/>
                <a:gd name="T27" fmla="*/ 68 h 5"/>
                <a:gd name="T28" fmla="*/ 55 w 5"/>
                <a:gd name="T29" fmla="*/ 68 h 5"/>
                <a:gd name="T30" fmla="*/ 34 w 5"/>
                <a:gd name="T31" fmla="*/ 68 h 5"/>
                <a:gd name="T32" fmla="*/ 68 w 5"/>
                <a:gd name="T33" fmla="*/ 68 h 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4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3" y="4"/>
                    <a:pt x="3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6" name="Freeform 1656">
              <a:extLst>
                <a:ext uri="{FF2B5EF4-FFF2-40B4-BE49-F238E27FC236}">
                  <a16:creationId xmlns:a16="http://schemas.microsoft.com/office/drawing/2014/main" id="{7AA15A23-079B-4935-A300-760D0FADF3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1" y="1957"/>
              <a:ext cx="13" cy="14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62 h 5"/>
                <a:gd name="T4" fmla="*/ 34 w 5"/>
                <a:gd name="T5" fmla="*/ 109 h 5"/>
                <a:gd name="T6" fmla="*/ 68 w 5"/>
                <a:gd name="T7" fmla="*/ 62 h 5"/>
                <a:gd name="T8" fmla="*/ 68 w 5"/>
                <a:gd name="T9" fmla="*/ 62 h 5"/>
                <a:gd name="T10" fmla="*/ 88 w 5"/>
                <a:gd name="T11" fmla="*/ 48 h 5"/>
                <a:gd name="T12" fmla="*/ 88 w 5"/>
                <a:gd name="T13" fmla="*/ 48 h 5"/>
                <a:gd name="T14" fmla="*/ 34 w 5"/>
                <a:gd name="T15" fmla="*/ 0 h 5"/>
                <a:gd name="T16" fmla="*/ 68 w 5"/>
                <a:gd name="T17" fmla="*/ 62 h 5"/>
                <a:gd name="T18" fmla="*/ 68 w 5"/>
                <a:gd name="T19" fmla="*/ 62 h 5"/>
                <a:gd name="T20" fmla="*/ 55 w 5"/>
                <a:gd name="T21" fmla="*/ 87 h 5"/>
                <a:gd name="T22" fmla="*/ 68 w 5"/>
                <a:gd name="T23" fmla="*/ 62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0"/>
                    <a:pt x="3" y="0"/>
                    <a:pt x="2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7" name="Freeform 1657">
              <a:extLst>
                <a:ext uri="{FF2B5EF4-FFF2-40B4-BE49-F238E27FC236}">
                  <a16:creationId xmlns:a16="http://schemas.microsoft.com/office/drawing/2014/main" id="{C0E01A36-2980-4417-A745-48C48408A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971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0 w 4"/>
                <a:gd name="T3" fmla="*/ 55 h 5"/>
                <a:gd name="T4" fmla="*/ 33 w 4"/>
                <a:gd name="T5" fmla="*/ 88 h 5"/>
                <a:gd name="T6" fmla="*/ 63 w 4"/>
                <a:gd name="T7" fmla="*/ 55 h 5"/>
                <a:gd name="T8" fmla="*/ 63 w 4"/>
                <a:gd name="T9" fmla="*/ 55 h 5"/>
                <a:gd name="T10" fmla="*/ 33 w 4"/>
                <a:gd name="T11" fmla="*/ 0 h 5"/>
                <a:gd name="T12" fmla="*/ 0 w 4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8" name="Freeform 1658">
              <a:extLst>
                <a:ext uri="{FF2B5EF4-FFF2-40B4-BE49-F238E27FC236}">
                  <a16:creationId xmlns:a16="http://schemas.microsoft.com/office/drawing/2014/main" id="{151CBA15-4A6D-4194-A524-03752394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00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0 w 6"/>
                <a:gd name="T3" fmla="*/ 77 h 6"/>
                <a:gd name="T4" fmla="*/ 50 w 6"/>
                <a:gd name="T5" fmla="*/ 115 h 6"/>
                <a:gd name="T6" fmla="*/ 63 w 6"/>
                <a:gd name="T7" fmla="*/ 77 h 6"/>
                <a:gd name="T8" fmla="*/ 95 w 6"/>
                <a:gd name="T9" fmla="*/ 56 h 6"/>
                <a:gd name="T10" fmla="*/ 95 w 6"/>
                <a:gd name="T11" fmla="*/ 35 h 6"/>
                <a:gd name="T12" fmla="*/ 63 w 6"/>
                <a:gd name="T13" fmla="*/ 0 h 6"/>
                <a:gd name="T14" fmla="*/ 20 w 6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4"/>
                    <a:pt x="6" y="4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5" y="1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9" name="Freeform 1659">
              <a:extLst>
                <a:ext uri="{FF2B5EF4-FFF2-40B4-BE49-F238E27FC236}">
                  <a16:creationId xmlns:a16="http://schemas.microsoft.com/office/drawing/2014/main" id="{1082CFA4-9EFA-4A1C-A9CB-08526CC9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973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21 w 5"/>
                <a:gd name="T3" fmla="*/ 35 h 6"/>
                <a:gd name="T4" fmla="*/ 0 w 5"/>
                <a:gd name="T5" fmla="*/ 56 h 6"/>
                <a:gd name="T6" fmla="*/ 0 w 5"/>
                <a:gd name="T7" fmla="*/ 77 h 6"/>
                <a:gd name="T8" fmla="*/ 21 w 5"/>
                <a:gd name="T9" fmla="*/ 77 h 6"/>
                <a:gd name="T10" fmla="*/ 55 w 5"/>
                <a:gd name="T11" fmla="*/ 115 h 6"/>
                <a:gd name="T12" fmla="*/ 55 w 5"/>
                <a:gd name="T13" fmla="*/ 115 h 6"/>
                <a:gd name="T14" fmla="*/ 55 w 5"/>
                <a:gd name="T15" fmla="*/ 115 h 6"/>
                <a:gd name="T16" fmla="*/ 55 w 5"/>
                <a:gd name="T17" fmla="*/ 115 h 6"/>
                <a:gd name="T18" fmla="*/ 68 w 5"/>
                <a:gd name="T19" fmla="*/ 93 h 6"/>
                <a:gd name="T20" fmla="*/ 88 w 5"/>
                <a:gd name="T21" fmla="*/ 77 h 6"/>
                <a:gd name="T22" fmla="*/ 88 w 5"/>
                <a:gd name="T23" fmla="*/ 56 h 6"/>
                <a:gd name="T24" fmla="*/ 88 w 5"/>
                <a:gd name="T25" fmla="*/ 35 h 6"/>
                <a:gd name="T26" fmla="*/ 68 w 5"/>
                <a:gd name="T27" fmla="*/ 21 h 6"/>
                <a:gd name="T28" fmla="*/ 68 w 5"/>
                <a:gd name="T29" fmla="*/ 0 h 6"/>
                <a:gd name="T30" fmla="*/ 68 w 5"/>
                <a:gd name="T31" fmla="*/ 0 h 6"/>
                <a:gd name="T32" fmla="*/ 21 w 5"/>
                <a:gd name="T33" fmla="*/ 21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0" name="Freeform 1660">
              <a:extLst>
                <a:ext uri="{FF2B5EF4-FFF2-40B4-BE49-F238E27FC236}">
                  <a16:creationId xmlns:a16="http://schemas.microsoft.com/office/drawing/2014/main" id="{5BDE4505-FE81-47FC-A272-9C0BE339A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9" y="1989"/>
              <a:ext cx="12" cy="14"/>
            </a:xfrm>
            <a:custGeom>
              <a:avLst/>
              <a:gdLst>
                <a:gd name="T0" fmla="*/ 12 w 5"/>
                <a:gd name="T1" fmla="*/ 48 h 5"/>
                <a:gd name="T2" fmla="*/ 12 w 5"/>
                <a:gd name="T3" fmla="*/ 87 h 5"/>
                <a:gd name="T4" fmla="*/ 41 w 5"/>
                <a:gd name="T5" fmla="*/ 87 h 5"/>
                <a:gd name="T6" fmla="*/ 29 w 5"/>
                <a:gd name="T7" fmla="*/ 87 h 5"/>
                <a:gd name="T8" fmla="*/ 29 w 5"/>
                <a:gd name="T9" fmla="*/ 62 h 5"/>
                <a:gd name="T10" fmla="*/ 41 w 5"/>
                <a:gd name="T11" fmla="*/ 0 h 5"/>
                <a:gd name="T12" fmla="*/ 12 w 5"/>
                <a:gd name="T13" fmla="*/ 48 h 5"/>
                <a:gd name="T14" fmla="*/ 41 w 5"/>
                <a:gd name="T15" fmla="*/ 87 h 5"/>
                <a:gd name="T16" fmla="*/ 58 w 5"/>
                <a:gd name="T17" fmla="*/ 87 h 5"/>
                <a:gd name="T18" fmla="*/ 70 w 5"/>
                <a:gd name="T19" fmla="*/ 87 h 5"/>
                <a:gd name="T20" fmla="*/ 41 w 5"/>
                <a:gd name="T21" fmla="*/ 87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2" y="4"/>
                    <a:pt x="2" y="5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1"/>
                    <a:pt x="3" y="0"/>
                  </a:cubicBezTo>
                  <a:lnTo>
                    <a:pt x="1" y="2"/>
                  </a:lnTo>
                  <a:close/>
                  <a:moveTo>
                    <a:pt x="3" y="4"/>
                  </a:move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1" name="Freeform 1661">
              <a:extLst>
                <a:ext uri="{FF2B5EF4-FFF2-40B4-BE49-F238E27FC236}">
                  <a16:creationId xmlns:a16="http://schemas.microsoft.com/office/drawing/2014/main" id="{20E22CD2-B9AF-40CF-AE89-EA3DA36EE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976"/>
              <a:ext cx="15" cy="19"/>
            </a:xfrm>
            <a:custGeom>
              <a:avLst/>
              <a:gdLst>
                <a:gd name="T0" fmla="*/ 50 w 6"/>
                <a:gd name="T1" fmla="*/ 0 h 7"/>
                <a:gd name="T2" fmla="*/ 20 w 6"/>
                <a:gd name="T3" fmla="*/ 22 h 7"/>
                <a:gd name="T4" fmla="*/ 20 w 6"/>
                <a:gd name="T5" fmla="*/ 60 h 7"/>
                <a:gd name="T6" fmla="*/ 20 w 6"/>
                <a:gd name="T7" fmla="*/ 81 h 7"/>
                <a:gd name="T8" fmla="*/ 33 w 6"/>
                <a:gd name="T9" fmla="*/ 117 h 7"/>
                <a:gd name="T10" fmla="*/ 83 w 6"/>
                <a:gd name="T11" fmla="*/ 103 h 7"/>
                <a:gd name="T12" fmla="*/ 83 w 6"/>
                <a:gd name="T13" fmla="*/ 81 h 7"/>
                <a:gd name="T14" fmla="*/ 83 w 6"/>
                <a:gd name="T15" fmla="*/ 60 h 7"/>
                <a:gd name="T16" fmla="*/ 95 w 6"/>
                <a:gd name="T17" fmla="*/ 38 h 7"/>
                <a:gd name="T18" fmla="*/ 95 w 6"/>
                <a:gd name="T19" fmla="*/ 38 h 7"/>
                <a:gd name="T20" fmla="*/ 63 w 6"/>
                <a:gd name="T21" fmla="*/ 0 h 7"/>
                <a:gd name="T22" fmla="*/ 50 w 6"/>
                <a:gd name="T23" fmla="*/ 0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2" name="Freeform 1662">
              <a:extLst>
                <a:ext uri="{FF2B5EF4-FFF2-40B4-BE49-F238E27FC236}">
                  <a16:creationId xmlns:a16="http://schemas.microsoft.com/office/drawing/2014/main" id="{204FA7B7-80F8-419B-9BE4-3EE2CE82F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893"/>
              <a:ext cx="25" cy="30"/>
            </a:xfrm>
            <a:custGeom>
              <a:avLst/>
              <a:gdLst>
                <a:gd name="T0" fmla="*/ 125 w 10"/>
                <a:gd name="T1" fmla="*/ 0 h 11"/>
                <a:gd name="T2" fmla="*/ 0 w 10"/>
                <a:gd name="T3" fmla="*/ 185 h 11"/>
                <a:gd name="T4" fmla="*/ 20 w 10"/>
                <a:gd name="T5" fmla="*/ 224 h 11"/>
                <a:gd name="T6" fmla="*/ 158 w 10"/>
                <a:gd name="T7" fmla="*/ 0 h 11"/>
                <a:gd name="T8" fmla="*/ 125 w 10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8" y="0"/>
                  </a:moveTo>
                  <a:cubicBezTo>
                    <a:pt x="8" y="4"/>
                    <a:pt x="6" y="7"/>
                    <a:pt x="0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8" y="8"/>
                    <a:pt x="10" y="5"/>
                    <a:pt x="10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3" name="Freeform 1663">
              <a:extLst>
                <a:ext uri="{FF2B5EF4-FFF2-40B4-BE49-F238E27FC236}">
                  <a16:creationId xmlns:a16="http://schemas.microsoft.com/office/drawing/2014/main" id="{7604A9B1-6ABF-4F6C-9B01-34040AA1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939"/>
              <a:ext cx="10" cy="18"/>
            </a:xfrm>
            <a:custGeom>
              <a:avLst/>
              <a:gdLst>
                <a:gd name="T0" fmla="*/ 20 w 4"/>
                <a:gd name="T1" fmla="*/ 0 h 7"/>
                <a:gd name="T2" fmla="*/ 0 w 4"/>
                <a:gd name="T3" fmla="*/ 85 h 7"/>
                <a:gd name="T4" fmla="*/ 33 w 4"/>
                <a:gd name="T5" fmla="*/ 118 h 7"/>
                <a:gd name="T6" fmla="*/ 50 w 4"/>
                <a:gd name="T7" fmla="*/ 0 h 7"/>
                <a:gd name="T8" fmla="*/ 20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2" y="2"/>
                    <a:pt x="2" y="4"/>
                    <a:pt x="0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5"/>
                    <a:pt x="4" y="3"/>
                    <a:pt x="3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4" name="Freeform 1664">
              <a:extLst>
                <a:ext uri="{FF2B5EF4-FFF2-40B4-BE49-F238E27FC236}">
                  <a16:creationId xmlns:a16="http://schemas.microsoft.com/office/drawing/2014/main" id="{E7835B79-095F-40F9-80D1-BC0ACF442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987"/>
              <a:ext cx="28" cy="29"/>
            </a:xfrm>
            <a:custGeom>
              <a:avLst/>
              <a:gdLst>
                <a:gd name="T0" fmla="*/ 130 w 11"/>
                <a:gd name="T1" fmla="*/ 34 h 11"/>
                <a:gd name="T2" fmla="*/ 0 w 11"/>
                <a:gd name="T3" fmla="*/ 124 h 11"/>
                <a:gd name="T4" fmla="*/ 0 w 11"/>
                <a:gd name="T5" fmla="*/ 166 h 11"/>
                <a:gd name="T6" fmla="*/ 150 w 11"/>
                <a:gd name="T7" fmla="*/ 76 h 11"/>
                <a:gd name="T8" fmla="*/ 181 w 11"/>
                <a:gd name="T9" fmla="*/ 34 h 11"/>
                <a:gd name="T10" fmla="*/ 150 w 11"/>
                <a:gd name="T11" fmla="*/ 0 h 11"/>
                <a:gd name="T12" fmla="*/ 130 w 11"/>
                <a:gd name="T13" fmla="*/ 3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5" y="6"/>
                    <a:pt x="4" y="8"/>
                    <a:pt x="0" y="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5" y="11"/>
                    <a:pt x="7" y="7"/>
                    <a:pt x="9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9" y="0"/>
                    <a:pt x="9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5" name="Freeform 1665">
              <a:extLst>
                <a:ext uri="{FF2B5EF4-FFF2-40B4-BE49-F238E27FC236}">
                  <a16:creationId xmlns:a16="http://schemas.microsoft.com/office/drawing/2014/main" id="{35E53CB8-7594-4014-BCAB-86CB36482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24"/>
              <a:ext cx="15" cy="13"/>
            </a:xfrm>
            <a:custGeom>
              <a:avLst/>
              <a:gdLst>
                <a:gd name="T0" fmla="*/ 0 w 6"/>
                <a:gd name="T1" fmla="*/ 55 h 5"/>
                <a:gd name="T2" fmla="*/ 0 w 6"/>
                <a:gd name="T3" fmla="*/ 88 h 5"/>
                <a:gd name="T4" fmla="*/ 95 w 6"/>
                <a:gd name="T5" fmla="*/ 0 h 5"/>
                <a:gd name="T6" fmla="*/ 63 w 6"/>
                <a:gd name="T7" fmla="*/ 0 h 5"/>
                <a:gd name="T8" fmla="*/ 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6" y="3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6" name="Freeform 1666">
              <a:extLst>
                <a:ext uri="{FF2B5EF4-FFF2-40B4-BE49-F238E27FC236}">
                  <a16:creationId xmlns:a16="http://schemas.microsoft.com/office/drawing/2014/main" id="{4EEBEAEA-7957-4ABF-800F-604439EBD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851"/>
              <a:ext cx="20" cy="26"/>
            </a:xfrm>
            <a:custGeom>
              <a:avLst/>
              <a:gdLst>
                <a:gd name="T0" fmla="*/ 83 w 8"/>
                <a:gd name="T1" fmla="*/ 0 h 10"/>
                <a:gd name="T2" fmla="*/ 33 w 8"/>
                <a:gd name="T3" fmla="*/ 21 h 10"/>
                <a:gd name="T4" fmla="*/ 0 w 8"/>
                <a:gd name="T5" fmla="*/ 68 h 10"/>
                <a:gd name="T6" fmla="*/ 0 w 8"/>
                <a:gd name="T7" fmla="*/ 88 h 10"/>
                <a:gd name="T8" fmla="*/ 20 w 8"/>
                <a:gd name="T9" fmla="*/ 109 h 10"/>
                <a:gd name="T10" fmla="*/ 20 w 8"/>
                <a:gd name="T11" fmla="*/ 109 h 10"/>
                <a:gd name="T12" fmla="*/ 20 w 8"/>
                <a:gd name="T13" fmla="*/ 122 h 10"/>
                <a:gd name="T14" fmla="*/ 50 w 8"/>
                <a:gd name="T15" fmla="*/ 177 h 10"/>
                <a:gd name="T16" fmla="*/ 113 w 8"/>
                <a:gd name="T17" fmla="*/ 122 h 10"/>
                <a:gd name="T18" fmla="*/ 113 w 8"/>
                <a:gd name="T19" fmla="*/ 109 h 10"/>
                <a:gd name="T20" fmla="*/ 125 w 8"/>
                <a:gd name="T21" fmla="*/ 68 h 10"/>
                <a:gd name="T22" fmla="*/ 125 w 8"/>
                <a:gd name="T23" fmla="*/ 55 h 10"/>
                <a:gd name="T24" fmla="*/ 125 w 8"/>
                <a:gd name="T25" fmla="*/ 55 h 10"/>
                <a:gd name="T26" fmla="*/ 125 w 8"/>
                <a:gd name="T27" fmla="*/ 34 h 10"/>
                <a:gd name="T28" fmla="*/ 113 w 8"/>
                <a:gd name="T29" fmla="*/ 21 h 10"/>
                <a:gd name="T30" fmla="*/ 83 w 8"/>
                <a:gd name="T31" fmla="*/ 0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8"/>
                    <a:pt x="2" y="9"/>
                    <a:pt x="3" y="10"/>
                  </a:cubicBezTo>
                  <a:cubicBezTo>
                    <a:pt x="5" y="10"/>
                    <a:pt x="7" y="9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8" y="4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7" name="Freeform 1667">
              <a:extLst>
                <a:ext uri="{FF2B5EF4-FFF2-40B4-BE49-F238E27FC236}">
                  <a16:creationId xmlns:a16="http://schemas.microsoft.com/office/drawing/2014/main" id="{B6DFE38D-2644-41A0-8572-EAD6EB4F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856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20 w 6"/>
                <a:gd name="T3" fmla="*/ 21 h 5"/>
                <a:gd name="T4" fmla="*/ 20 w 6"/>
                <a:gd name="T5" fmla="*/ 34 h 5"/>
                <a:gd name="T6" fmla="*/ 33 w 6"/>
                <a:gd name="T7" fmla="*/ 21 h 5"/>
                <a:gd name="T8" fmla="*/ 50 w 6"/>
                <a:gd name="T9" fmla="*/ 21 h 5"/>
                <a:gd name="T10" fmla="*/ 63 w 6"/>
                <a:gd name="T11" fmla="*/ 34 h 5"/>
                <a:gd name="T12" fmla="*/ 63 w 6"/>
                <a:gd name="T13" fmla="*/ 55 h 5"/>
                <a:gd name="T14" fmla="*/ 20 w 6"/>
                <a:gd name="T15" fmla="*/ 55 h 5"/>
                <a:gd name="T16" fmla="*/ 20 w 6"/>
                <a:gd name="T17" fmla="*/ 0 h 5"/>
                <a:gd name="T18" fmla="*/ 0 w 6"/>
                <a:gd name="T19" fmla="*/ 68 h 5"/>
                <a:gd name="T20" fmla="*/ 20 w 6"/>
                <a:gd name="T21" fmla="*/ 88 h 5"/>
                <a:gd name="T22" fmla="*/ 50 w 6"/>
                <a:gd name="T23" fmla="*/ 88 h 5"/>
                <a:gd name="T24" fmla="*/ 83 w 6"/>
                <a:gd name="T25" fmla="*/ 55 h 5"/>
                <a:gd name="T26" fmla="*/ 63 w 6"/>
                <a:gd name="T27" fmla="*/ 21 h 5"/>
                <a:gd name="T28" fmla="*/ 33 w 6"/>
                <a:gd name="T29" fmla="*/ 0 h 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8" name="Freeform 1668">
              <a:extLst>
                <a:ext uri="{FF2B5EF4-FFF2-40B4-BE49-F238E27FC236}">
                  <a16:creationId xmlns:a16="http://schemas.microsoft.com/office/drawing/2014/main" id="{48D9D66D-1E9A-4DF8-AACE-D28A797B4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867"/>
              <a:ext cx="18" cy="16"/>
            </a:xfrm>
            <a:custGeom>
              <a:avLst/>
              <a:gdLst>
                <a:gd name="T0" fmla="*/ 0 w 7"/>
                <a:gd name="T1" fmla="*/ 77 h 6"/>
                <a:gd name="T2" fmla="*/ 0 w 7"/>
                <a:gd name="T3" fmla="*/ 115 h 6"/>
                <a:gd name="T4" fmla="*/ 118 w 7"/>
                <a:gd name="T5" fmla="*/ 0 h 6"/>
                <a:gd name="T6" fmla="*/ 85 w 7"/>
                <a:gd name="T7" fmla="*/ 0 h 6"/>
                <a:gd name="T8" fmla="*/ 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6"/>
                    <a:pt x="7" y="3"/>
                    <a:pt x="7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2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9" name="Freeform 1669">
              <a:extLst>
                <a:ext uri="{FF2B5EF4-FFF2-40B4-BE49-F238E27FC236}">
                  <a16:creationId xmlns:a16="http://schemas.microsoft.com/office/drawing/2014/main" id="{1A106FD6-A90A-4992-A3DF-EE95FFB31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973"/>
              <a:ext cx="18" cy="24"/>
            </a:xfrm>
            <a:custGeom>
              <a:avLst/>
              <a:gdLst>
                <a:gd name="T0" fmla="*/ 67 w 7"/>
                <a:gd name="T1" fmla="*/ 35 h 9"/>
                <a:gd name="T2" fmla="*/ 54 w 7"/>
                <a:gd name="T3" fmla="*/ 93 h 9"/>
                <a:gd name="T4" fmla="*/ 0 w 7"/>
                <a:gd name="T5" fmla="*/ 136 h 9"/>
                <a:gd name="T6" fmla="*/ 21 w 7"/>
                <a:gd name="T7" fmla="*/ 171 h 9"/>
                <a:gd name="T8" fmla="*/ 85 w 7"/>
                <a:gd name="T9" fmla="*/ 115 h 9"/>
                <a:gd name="T10" fmla="*/ 100 w 7"/>
                <a:gd name="T11" fmla="*/ 56 h 9"/>
                <a:gd name="T12" fmla="*/ 118 w 7"/>
                <a:gd name="T13" fmla="*/ 21 h 9"/>
                <a:gd name="T14" fmla="*/ 85 w 7"/>
                <a:gd name="T15" fmla="*/ 0 h 9"/>
                <a:gd name="T16" fmla="*/ 67 w 7"/>
                <a:gd name="T17" fmla="*/ 3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9">
                  <a:moveTo>
                    <a:pt x="4" y="2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4" y="7"/>
                    <a:pt x="5" y="6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0" name="Freeform 1670">
              <a:extLst>
                <a:ext uri="{FF2B5EF4-FFF2-40B4-BE49-F238E27FC236}">
                  <a16:creationId xmlns:a16="http://schemas.microsoft.com/office/drawing/2014/main" id="{F99990C9-104E-444B-AC46-D31DB748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077"/>
              <a:ext cx="23" cy="19"/>
            </a:xfrm>
            <a:custGeom>
              <a:avLst/>
              <a:gdLst>
                <a:gd name="T0" fmla="*/ 33 w 9"/>
                <a:gd name="T1" fmla="*/ 22 h 7"/>
                <a:gd name="T2" fmla="*/ 20 w 9"/>
                <a:gd name="T3" fmla="*/ 103 h 7"/>
                <a:gd name="T4" fmla="*/ 84 w 9"/>
                <a:gd name="T5" fmla="*/ 141 h 7"/>
                <a:gd name="T6" fmla="*/ 84 w 9"/>
                <a:gd name="T7" fmla="*/ 117 h 7"/>
                <a:gd name="T8" fmla="*/ 66 w 9"/>
                <a:gd name="T9" fmla="*/ 117 h 7"/>
                <a:gd name="T10" fmla="*/ 51 w 9"/>
                <a:gd name="T11" fmla="*/ 103 h 7"/>
                <a:gd name="T12" fmla="*/ 118 w 9"/>
                <a:gd name="T13" fmla="*/ 117 h 7"/>
                <a:gd name="T14" fmla="*/ 151 w 9"/>
                <a:gd name="T15" fmla="*/ 60 h 7"/>
                <a:gd name="T16" fmla="*/ 97 w 9"/>
                <a:gd name="T17" fmla="*/ 0 h 7"/>
                <a:gd name="T18" fmla="*/ 33 w 9"/>
                <a:gd name="T19" fmla="*/ 22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6" y="7"/>
                    <a:pt x="7" y="6"/>
                  </a:cubicBezTo>
                  <a:cubicBezTo>
                    <a:pt x="8" y="5"/>
                    <a:pt x="9" y="4"/>
                    <a:pt x="9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1" name="Freeform 1671">
              <a:extLst>
                <a:ext uri="{FF2B5EF4-FFF2-40B4-BE49-F238E27FC236}">
                  <a16:creationId xmlns:a16="http://schemas.microsoft.com/office/drawing/2014/main" id="{F0F326D6-F1CC-43FC-9740-57E26584E8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1" y="2085"/>
              <a:ext cx="20" cy="30"/>
            </a:xfrm>
            <a:custGeom>
              <a:avLst/>
              <a:gdLst>
                <a:gd name="T0" fmla="*/ 50 w 8"/>
                <a:gd name="T1" fmla="*/ 22 h 11"/>
                <a:gd name="T2" fmla="*/ 0 w 8"/>
                <a:gd name="T3" fmla="*/ 104 h 11"/>
                <a:gd name="T4" fmla="*/ 0 w 8"/>
                <a:gd name="T5" fmla="*/ 104 h 11"/>
                <a:gd name="T6" fmla="*/ 20 w 8"/>
                <a:gd name="T7" fmla="*/ 185 h 11"/>
                <a:gd name="T8" fmla="*/ 50 w 8"/>
                <a:gd name="T9" fmla="*/ 202 h 11"/>
                <a:gd name="T10" fmla="*/ 95 w 8"/>
                <a:gd name="T11" fmla="*/ 185 h 11"/>
                <a:gd name="T12" fmla="*/ 95 w 8"/>
                <a:gd name="T13" fmla="*/ 185 h 11"/>
                <a:gd name="T14" fmla="*/ 125 w 8"/>
                <a:gd name="T15" fmla="*/ 82 h 11"/>
                <a:gd name="T16" fmla="*/ 125 w 8"/>
                <a:gd name="T17" fmla="*/ 82 h 11"/>
                <a:gd name="T18" fmla="*/ 95 w 8"/>
                <a:gd name="T19" fmla="*/ 22 h 11"/>
                <a:gd name="T20" fmla="*/ 50 w 8"/>
                <a:gd name="T21" fmla="*/ 22 h 11"/>
                <a:gd name="T22" fmla="*/ 63 w 8"/>
                <a:gd name="T23" fmla="*/ 60 h 11"/>
                <a:gd name="T24" fmla="*/ 95 w 8"/>
                <a:gd name="T25" fmla="*/ 104 h 11"/>
                <a:gd name="T26" fmla="*/ 95 w 8"/>
                <a:gd name="T27" fmla="*/ 104 h 11"/>
                <a:gd name="T28" fmla="*/ 95 w 8"/>
                <a:gd name="T29" fmla="*/ 120 h 11"/>
                <a:gd name="T30" fmla="*/ 95 w 8"/>
                <a:gd name="T31" fmla="*/ 120 h 11"/>
                <a:gd name="T32" fmla="*/ 95 w 8"/>
                <a:gd name="T33" fmla="*/ 120 h 11"/>
                <a:gd name="T34" fmla="*/ 95 w 8"/>
                <a:gd name="T35" fmla="*/ 142 h 11"/>
                <a:gd name="T36" fmla="*/ 33 w 8"/>
                <a:gd name="T37" fmla="*/ 142 h 11"/>
                <a:gd name="T38" fmla="*/ 20 w 8"/>
                <a:gd name="T39" fmla="*/ 104 h 11"/>
                <a:gd name="T40" fmla="*/ 20 w 8"/>
                <a:gd name="T41" fmla="*/ 104 h 11"/>
                <a:gd name="T42" fmla="*/ 20 w 8"/>
                <a:gd name="T43" fmla="*/ 82 h 11"/>
                <a:gd name="T44" fmla="*/ 33 w 8"/>
                <a:gd name="T45" fmla="*/ 82 h 11"/>
                <a:gd name="T46" fmla="*/ 33 w 8"/>
                <a:gd name="T47" fmla="*/ 82 h 11"/>
                <a:gd name="T48" fmla="*/ 20 w 8"/>
                <a:gd name="T49" fmla="*/ 82 h 11"/>
                <a:gd name="T50" fmla="*/ 20 w 8"/>
                <a:gd name="T51" fmla="*/ 60 h 11"/>
                <a:gd name="T52" fmla="*/ 63 w 8"/>
                <a:gd name="T53" fmla="*/ 60 h 11"/>
                <a:gd name="T54" fmla="*/ 20 w 8"/>
                <a:gd name="T55" fmla="*/ 104 h 11"/>
                <a:gd name="T56" fmla="*/ 20 w 8"/>
                <a:gd name="T57" fmla="*/ 82 h 11"/>
                <a:gd name="T58" fmla="*/ 20 w 8"/>
                <a:gd name="T59" fmla="*/ 104 h 11"/>
                <a:gd name="T60" fmla="*/ 20 w 8"/>
                <a:gd name="T61" fmla="*/ 104 h 11"/>
                <a:gd name="T62" fmla="*/ 20 w 8"/>
                <a:gd name="T63" fmla="*/ 104 h 11"/>
                <a:gd name="T64" fmla="*/ 20 w 8"/>
                <a:gd name="T65" fmla="*/ 104 h 11"/>
                <a:gd name="T66" fmla="*/ 20 w 8"/>
                <a:gd name="T67" fmla="*/ 120 h 11"/>
                <a:gd name="T68" fmla="*/ 20 w 8"/>
                <a:gd name="T69" fmla="*/ 104 h 11"/>
                <a:gd name="T70" fmla="*/ 33 w 8"/>
                <a:gd name="T71" fmla="*/ 82 h 11"/>
                <a:gd name="T72" fmla="*/ 20 w 8"/>
                <a:gd name="T73" fmla="*/ 104 h 11"/>
                <a:gd name="T74" fmla="*/ 50 w 8"/>
                <a:gd name="T75" fmla="*/ 120 h 11"/>
                <a:gd name="T76" fmla="*/ 95 w 8"/>
                <a:gd name="T77" fmla="*/ 142 h 11"/>
                <a:gd name="T78" fmla="*/ 95 w 8"/>
                <a:gd name="T79" fmla="*/ 120 h 11"/>
                <a:gd name="T80" fmla="*/ 95 w 8"/>
                <a:gd name="T81" fmla="*/ 104 h 11"/>
                <a:gd name="T82" fmla="*/ 50 w 8"/>
                <a:gd name="T83" fmla="*/ 60 h 11"/>
                <a:gd name="T84" fmla="*/ 33 w 8"/>
                <a:gd name="T85" fmla="*/ 82 h 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" h="11">
                  <a:moveTo>
                    <a:pt x="3" y="1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1"/>
                    <a:pt x="5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7"/>
                    <a:pt x="8" y="6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5" y="1"/>
                    <a:pt x="4" y="0"/>
                    <a:pt x="3" y="1"/>
                  </a:cubicBezTo>
                  <a:close/>
                  <a:moveTo>
                    <a:pt x="4" y="3"/>
                  </a:moveTo>
                  <a:cubicBezTo>
                    <a:pt x="5" y="3"/>
                    <a:pt x="5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2" y="3"/>
                    <a:pt x="3" y="3"/>
                    <a:pt x="4" y="3"/>
                  </a:cubicBezTo>
                  <a:close/>
                  <a:moveTo>
                    <a:pt x="1" y="5"/>
                  </a:moveTo>
                  <a:cubicBezTo>
                    <a:pt x="1" y="5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lose/>
                  <a:moveTo>
                    <a:pt x="1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lose/>
                  <a:moveTo>
                    <a:pt x="2" y="4"/>
                  </a:moveTo>
                  <a:cubicBezTo>
                    <a:pt x="2" y="4"/>
                    <a:pt x="1" y="4"/>
                    <a:pt x="1" y="5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4" y="7"/>
                    <a:pt x="5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5"/>
                    <a:pt x="6" y="5"/>
                  </a:cubicBezTo>
                  <a:cubicBezTo>
                    <a:pt x="5" y="4"/>
                    <a:pt x="4" y="3"/>
                    <a:pt x="3" y="3"/>
                  </a:cubicBezTo>
                  <a:cubicBezTo>
                    <a:pt x="3" y="3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2" name="Freeform 1672">
              <a:extLst>
                <a:ext uri="{FF2B5EF4-FFF2-40B4-BE49-F238E27FC236}">
                  <a16:creationId xmlns:a16="http://schemas.microsoft.com/office/drawing/2014/main" id="{BBDD711A-59D0-4F07-A6E8-B1C8BA03E8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1" y="2093"/>
              <a:ext cx="18" cy="16"/>
            </a:xfrm>
            <a:custGeom>
              <a:avLst/>
              <a:gdLst>
                <a:gd name="T0" fmla="*/ 21 w 7"/>
                <a:gd name="T1" fmla="*/ 0 h 6"/>
                <a:gd name="T2" fmla="*/ 21 w 7"/>
                <a:gd name="T3" fmla="*/ 93 h 6"/>
                <a:gd name="T4" fmla="*/ 33 w 7"/>
                <a:gd name="T5" fmla="*/ 115 h 6"/>
                <a:gd name="T6" fmla="*/ 54 w 7"/>
                <a:gd name="T7" fmla="*/ 115 h 6"/>
                <a:gd name="T8" fmla="*/ 100 w 7"/>
                <a:gd name="T9" fmla="*/ 77 h 6"/>
                <a:gd name="T10" fmla="*/ 118 w 7"/>
                <a:gd name="T11" fmla="*/ 35 h 6"/>
                <a:gd name="T12" fmla="*/ 118 w 7"/>
                <a:gd name="T13" fmla="*/ 35 h 6"/>
                <a:gd name="T14" fmla="*/ 67 w 7"/>
                <a:gd name="T15" fmla="*/ 0 h 6"/>
                <a:gd name="T16" fmla="*/ 67 w 7"/>
                <a:gd name="T17" fmla="*/ 0 h 6"/>
                <a:gd name="T18" fmla="*/ 67 w 7"/>
                <a:gd name="T19" fmla="*/ 0 h 6"/>
                <a:gd name="T20" fmla="*/ 54 w 7"/>
                <a:gd name="T21" fmla="*/ 0 h 6"/>
                <a:gd name="T22" fmla="*/ 21 w 7"/>
                <a:gd name="T23" fmla="*/ 0 h 6"/>
                <a:gd name="T24" fmla="*/ 33 w 7"/>
                <a:gd name="T25" fmla="*/ 56 h 6"/>
                <a:gd name="T26" fmla="*/ 33 w 7"/>
                <a:gd name="T27" fmla="*/ 56 h 6"/>
                <a:gd name="T28" fmla="*/ 33 w 7"/>
                <a:gd name="T29" fmla="*/ 35 h 6"/>
                <a:gd name="T30" fmla="*/ 67 w 7"/>
                <a:gd name="T31" fmla="*/ 56 h 6"/>
                <a:gd name="T32" fmla="*/ 54 w 7"/>
                <a:gd name="T33" fmla="*/ 56 h 6"/>
                <a:gd name="T34" fmla="*/ 33 w 7"/>
                <a:gd name="T35" fmla="*/ 56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3" name="Freeform 1673">
              <a:extLst>
                <a:ext uri="{FF2B5EF4-FFF2-40B4-BE49-F238E27FC236}">
                  <a16:creationId xmlns:a16="http://schemas.microsoft.com/office/drawing/2014/main" id="{D7425A85-AB3F-4E97-8210-484458582F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" y="2075"/>
              <a:ext cx="15" cy="10"/>
            </a:xfrm>
            <a:custGeom>
              <a:avLst/>
              <a:gdLst>
                <a:gd name="T0" fmla="*/ 33 w 6"/>
                <a:gd name="T1" fmla="*/ 0 h 4"/>
                <a:gd name="T2" fmla="*/ 20 w 6"/>
                <a:gd name="T3" fmla="*/ 20 h 4"/>
                <a:gd name="T4" fmla="*/ 0 w 6"/>
                <a:gd name="T5" fmla="*/ 50 h 4"/>
                <a:gd name="T6" fmla="*/ 33 w 6"/>
                <a:gd name="T7" fmla="*/ 63 h 4"/>
                <a:gd name="T8" fmla="*/ 63 w 6"/>
                <a:gd name="T9" fmla="*/ 63 h 4"/>
                <a:gd name="T10" fmla="*/ 83 w 6"/>
                <a:gd name="T11" fmla="*/ 50 h 4"/>
                <a:gd name="T12" fmla="*/ 83 w 6"/>
                <a:gd name="T13" fmla="*/ 33 h 4"/>
                <a:gd name="T14" fmla="*/ 83 w 6"/>
                <a:gd name="T15" fmla="*/ 33 h 4"/>
                <a:gd name="T16" fmla="*/ 63 w 6"/>
                <a:gd name="T17" fmla="*/ 50 h 4"/>
                <a:gd name="T18" fmla="*/ 50 w 6"/>
                <a:gd name="T19" fmla="*/ 63 h 4"/>
                <a:gd name="T20" fmla="*/ 33 w 6"/>
                <a:gd name="T21" fmla="*/ 50 h 4"/>
                <a:gd name="T22" fmla="*/ 20 w 6"/>
                <a:gd name="T23" fmla="*/ 33 h 4"/>
                <a:gd name="T24" fmla="*/ 33 w 6"/>
                <a:gd name="T25" fmla="*/ 20 h 4"/>
                <a:gd name="T26" fmla="*/ 50 w 6"/>
                <a:gd name="T27" fmla="*/ 0 h 4"/>
                <a:gd name="T28" fmla="*/ 33 w 6"/>
                <a:gd name="T29" fmla="*/ 0 h 4"/>
                <a:gd name="T30" fmla="*/ 50 w 6"/>
                <a:gd name="T31" fmla="*/ 0 h 4"/>
                <a:gd name="T32" fmla="*/ 63 w 6"/>
                <a:gd name="T33" fmla="*/ 0 h 4"/>
                <a:gd name="T34" fmla="*/ 50 w 6"/>
                <a:gd name="T35" fmla="*/ 0 h 4"/>
                <a:gd name="T36" fmla="*/ 33 w 6"/>
                <a:gd name="T37" fmla="*/ 0 h 4"/>
                <a:gd name="T38" fmla="*/ 95 w 6"/>
                <a:gd name="T39" fmla="*/ 20 h 4"/>
                <a:gd name="T40" fmla="*/ 63 w 6"/>
                <a:gd name="T41" fmla="*/ 0 h 4"/>
                <a:gd name="T42" fmla="*/ 63 w 6"/>
                <a:gd name="T43" fmla="*/ 0 h 4"/>
                <a:gd name="T44" fmla="*/ 95 w 6"/>
                <a:gd name="T45" fmla="*/ 20 h 4"/>
                <a:gd name="T46" fmla="*/ 50 w 6"/>
                <a:gd name="T47" fmla="*/ 0 h 4"/>
                <a:gd name="T48" fmla="*/ 50 w 6"/>
                <a:gd name="T49" fmla="*/ 0 h 4"/>
                <a:gd name="T50" fmla="*/ 50 w 6"/>
                <a:gd name="T51" fmla="*/ 0 h 4"/>
                <a:gd name="T52" fmla="*/ 83 w 6"/>
                <a:gd name="T53" fmla="*/ 33 h 4"/>
                <a:gd name="T54" fmla="*/ 83 w 6"/>
                <a:gd name="T55" fmla="*/ 33 h 4"/>
                <a:gd name="T56" fmla="*/ 83 w 6"/>
                <a:gd name="T57" fmla="*/ 20 h 4"/>
                <a:gd name="T58" fmla="*/ 50 w 6"/>
                <a:gd name="T59" fmla="*/ 0 h 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6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1"/>
                    <a:pt x="6" y="1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4" name="Freeform 1674">
              <a:extLst>
                <a:ext uri="{FF2B5EF4-FFF2-40B4-BE49-F238E27FC236}">
                  <a16:creationId xmlns:a16="http://schemas.microsoft.com/office/drawing/2014/main" id="{BD5A9114-A2C2-4488-8542-9CD656579F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9" y="2077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0 w 5"/>
                <a:gd name="T3" fmla="*/ 56 h 6"/>
                <a:gd name="T4" fmla="*/ 0 w 5"/>
                <a:gd name="T5" fmla="*/ 56 h 6"/>
                <a:gd name="T6" fmla="*/ 0 w 5"/>
                <a:gd name="T7" fmla="*/ 77 h 6"/>
                <a:gd name="T8" fmla="*/ 0 w 5"/>
                <a:gd name="T9" fmla="*/ 77 h 6"/>
                <a:gd name="T10" fmla="*/ 0 w 5"/>
                <a:gd name="T11" fmla="*/ 77 h 6"/>
                <a:gd name="T12" fmla="*/ 12 w 5"/>
                <a:gd name="T13" fmla="*/ 115 h 6"/>
                <a:gd name="T14" fmla="*/ 41 w 5"/>
                <a:gd name="T15" fmla="*/ 115 h 6"/>
                <a:gd name="T16" fmla="*/ 70 w 5"/>
                <a:gd name="T17" fmla="*/ 56 h 6"/>
                <a:gd name="T18" fmla="*/ 41 w 5"/>
                <a:gd name="T19" fmla="*/ 0 h 6"/>
                <a:gd name="T20" fmla="*/ 12 w 5"/>
                <a:gd name="T21" fmla="*/ 21 h 6"/>
                <a:gd name="T22" fmla="*/ 70 w 5"/>
                <a:gd name="T23" fmla="*/ 77 h 6"/>
                <a:gd name="T24" fmla="*/ 70 w 5"/>
                <a:gd name="T25" fmla="*/ 77 h 6"/>
                <a:gd name="T26" fmla="*/ 58 w 5"/>
                <a:gd name="T27" fmla="*/ 93 h 6"/>
                <a:gd name="T28" fmla="*/ 70 w 5"/>
                <a:gd name="T29" fmla="*/ 77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5"/>
                    <a:pt x="4" y="5"/>
                  </a:cubicBezTo>
                  <a:cubicBezTo>
                    <a:pt x="4" y="5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5" name="Freeform 1675">
              <a:extLst>
                <a:ext uri="{FF2B5EF4-FFF2-40B4-BE49-F238E27FC236}">
                  <a16:creationId xmlns:a16="http://schemas.microsoft.com/office/drawing/2014/main" id="{A6C3AAA2-217C-4B39-8799-47E702FA3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099"/>
              <a:ext cx="15" cy="21"/>
            </a:xfrm>
            <a:custGeom>
              <a:avLst/>
              <a:gdLst>
                <a:gd name="T0" fmla="*/ 63 w 6"/>
                <a:gd name="T1" fmla="*/ 34 h 8"/>
                <a:gd name="T2" fmla="*/ 50 w 6"/>
                <a:gd name="T3" fmla="*/ 76 h 8"/>
                <a:gd name="T4" fmla="*/ 0 w 6"/>
                <a:gd name="T5" fmla="*/ 110 h 8"/>
                <a:gd name="T6" fmla="*/ 20 w 6"/>
                <a:gd name="T7" fmla="*/ 144 h 8"/>
                <a:gd name="T8" fmla="*/ 63 w 6"/>
                <a:gd name="T9" fmla="*/ 110 h 8"/>
                <a:gd name="T10" fmla="*/ 95 w 6"/>
                <a:gd name="T11" fmla="*/ 34 h 8"/>
                <a:gd name="T12" fmla="*/ 95 w 6"/>
                <a:gd name="T13" fmla="*/ 21 h 8"/>
                <a:gd name="T14" fmla="*/ 63 w 6"/>
                <a:gd name="T15" fmla="*/ 0 h 8"/>
                <a:gd name="T16" fmla="*/ 63 w 6"/>
                <a:gd name="T17" fmla="*/ 3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8">
                  <a:moveTo>
                    <a:pt x="4" y="2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1" y="6"/>
                    <a:pt x="0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3" y="7"/>
                    <a:pt x="4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6" name="Freeform 1676">
              <a:extLst>
                <a:ext uri="{FF2B5EF4-FFF2-40B4-BE49-F238E27FC236}">
                  <a16:creationId xmlns:a16="http://schemas.microsoft.com/office/drawing/2014/main" id="{0CDA6962-CA19-4A14-A2CE-88021E57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917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0 w 6"/>
                <a:gd name="T3" fmla="*/ 141 h 7"/>
                <a:gd name="T4" fmla="*/ 95 w 6"/>
                <a:gd name="T5" fmla="*/ 0 h 7"/>
                <a:gd name="T6" fmla="*/ 63 w 6"/>
                <a:gd name="T7" fmla="*/ 0 h 7"/>
                <a:gd name="T8" fmla="*/ 0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3" y="7"/>
                    <a:pt x="6" y="3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7" name="Freeform 1677">
              <a:extLst>
                <a:ext uri="{FF2B5EF4-FFF2-40B4-BE49-F238E27FC236}">
                  <a16:creationId xmlns:a16="http://schemas.microsoft.com/office/drawing/2014/main" id="{973251A4-39EF-4E65-85DA-5A33764BF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869"/>
              <a:ext cx="10" cy="19"/>
            </a:xfrm>
            <a:custGeom>
              <a:avLst/>
              <a:gdLst>
                <a:gd name="T0" fmla="*/ 33 w 4"/>
                <a:gd name="T1" fmla="*/ 22 h 7"/>
                <a:gd name="T2" fmla="*/ 0 w 4"/>
                <a:gd name="T3" fmla="*/ 103 h 7"/>
                <a:gd name="T4" fmla="*/ 20 w 4"/>
                <a:gd name="T5" fmla="*/ 141 h 7"/>
                <a:gd name="T6" fmla="*/ 50 w 4"/>
                <a:gd name="T7" fmla="*/ 0 h 7"/>
                <a:gd name="T8" fmla="*/ 33 w 4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2" y="1"/>
                  </a:moveTo>
                  <a:cubicBezTo>
                    <a:pt x="2" y="2"/>
                    <a:pt x="1" y="5"/>
                    <a:pt x="0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6"/>
                    <a:pt x="4" y="2"/>
                    <a:pt x="3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8" name="Freeform 1678">
              <a:extLst>
                <a:ext uri="{FF2B5EF4-FFF2-40B4-BE49-F238E27FC236}">
                  <a16:creationId xmlns:a16="http://schemas.microsoft.com/office/drawing/2014/main" id="{B728BE68-1E38-432F-85DB-BFDA61630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845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47 h 4"/>
                <a:gd name="T4" fmla="*/ 0 w 4"/>
                <a:gd name="T5" fmla="*/ 83 h 4"/>
                <a:gd name="T6" fmla="*/ 63 w 4"/>
                <a:gd name="T7" fmla="*/ 0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4"/>
                    <a:pt x="4" y="2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9" name="Freeform 1679">
              <a:extLst>
                <a:ext uri="{FF2B5EF4-FFF2-40B4-BE49-F238E27FC236}">
                  <a16:creationId xmlns:a16="http://schemas.microsoft.com/office/drawing/2014/main" id="{18942595-1689-482E-9369-F2F2C1D6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888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55 h 5"/>
                <a:gd name="T4" fmla="*/ 0 w 4"/>
                <a:gd name="T5" fmla="*/ 88 h 5"/>
                <a:gd name="T6" fmla="*/ 63 w 4"/>
                <a:gd name="T7" fmla="*/ 0 h 5"/>
                <a:gd name="T8" fmla="*/ 33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4"/>
                    <a:pt x="4" y="2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0" name="Freeform 1680">
              <a:extLst>
                <a:ext uri="{FF2B5EF4-FFF2-40B4-BE49-F238E27FC236}">
                  <a16:creationId xmlns:a16="http://schemas.microsoft.com/office/drawing/2014/main" id="{0886AD67-4177-4F6B-9C27-1A6FBF759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44"/>
              <a:ext cx="17" cy="16"/>
            </a:xfrm>
            <a:custGeom>
              <a:avLst/>
              <a:gdLst>
                <a:gd name="T0" fmla="*/ 0 w 7"/>
                <a:gd name="T1" fmla="*/ 77 h 6"/>
                <a:gd name="T2" fmla="*/ 0 w 7"/>
                <a:gd name="T3" fmla="*/ 115 h 6"/>
                <a:gd name="T4" fmla="*/ 100 w 7"/>
                <a:gd name="T5" fmla="*/ 0 h 6"/>
                <a:gd name="T6" fmla="*/ 70 w 7"/>
                <a:gd name="T7" fmla="*/ 0 h 6"/>
                <a:gd name="T8" fmla="*/ 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6"/>
                    <a:pt x="6" y="4"/>
                    <a:pt x="7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1" name="Freeform 1681">
              <a:extLst>
                <a:ext uri="{FF2B5EF4-FFF2-40B4-BE49-F238E27FC236}">
                  <a16:creationId xmlns:a16="http://schemas.microsoft.com/office/drawing/2014/main" id="{ADFAB478-B312-4212-93AD-0433F0D817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9" y="1909"/>
              <a:ext cx="30" cy="32"/>
            </a:xfrm>
            <a:custGeom>
              <a:avLst/>
              <a:gdLst>
                <a:gd name="T0" fmla="*/ 95 w 12"/>
                <a:gd name="T1" fmla="*/ 0 h 12"/>
                <a:gd name="T2" fmla="*/ 50 w 12"/>
                <a:gd name="T3" fmla="*/ 0 h 12"/>
                <a:gd name="T4" fmla="*/ 20 w 12"/>
                <a:gd name="T5" fmla="*/ 35 h 12"/>
                <a:gd name="T6" fmla="*/ 20 w 12"/>
                <a:gd name="T7" fmla="*/ 171 h 12"/>
                <a:gd name="T8" fmla="*/ 95 w 12"/>
                <a:gd name="T9" fmla="*/ 205 h 12"/>
                <a:gd name="T10" fmla="*/ 175 w 12"/>
                <a:gd name="T11" fmla="*/ 115 h 12"/>
                <a:gd name="T12" fmla="*/ 158 w 12"/>
                <a:gd name="T13" fmla="*/ 21 h 12"/>
                <a:gd name="T14" fmla="*/ 95 w 12"/>
                <a:gd name="T15" fmla="*/ 0 h 12"/>
                <a:gd name="T16" fmla="*/ 95 w 12"/>
                <a:gd name="T17" fmla="*/ 93 h 12"/>
                <a:gd name="T18" fmla="*/ 95 w 12"/>
                <a:gd name="T19" fmla="*/ 93 h 12"/>
                <a:gd name="T20" fmla="*/ 95 w 12"/>
                <a:gd name="T21" fmla="*/ 115 h 12"/>
                <a:gd name="T22" fmla="*/ 95 w 12"/>
                <a:gd name="T23" fmla="*/ 115 h 12"/>
                <a:gd name="T24" fmla="*/ 83 w 12"/>
                <a:gd name="T25" fmla="*/ 93 h 12"/>
                <a:gd name="T26" fmla="*/ 95 w 12"/>
                <a:gd name="T27" fmla="*/ 93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1"/>
                    <a:pt x="4" y="12"/>
                    <a:pt x="6" y="11"/>
                  </a:cubicBezTo>
                  <a:cubicBezTo>
                    <a:pt x="9" y="11"/>
                    <a:pt x="10" y="9"/>
                    <a:pt x="11" y="6"/>
                  </a:cubicBezTo>
                  <a:cubicBezTo>
                    <a:pt x="12" y="4"/>
                    <a:pt x="11" y="2"/>
                    <a:pt x="10" y="1"/>
                  </a:cubicBezTo>
                  <a:cubicBezTo>
                    <a:pt x="8" y="0"/>
                    <a:pt x="7" y="0"/>
                    <a:pt x="6" y="0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6" y="5"/>
                    <a:pt x="6" y="5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2" name="Freeform 1682">
              <a:extLst>
                <a:ext uri="{FF2B5EF4-FFF2-40B4-BE49-F238E27FC236}">
                  <a16:creationId xmlns:a16="http://schemas.microsoft.com/office/drawing/2014/main" id="{731EBC59-C1F6-4979-A9A2-E35FEA005F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" y="1915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0 w 6"/>
                <a:gd name="T3" fmla="*/ 54 h 7"/>
                <a:gd name="T4" fmla="*/ 33 w 6"/>
                <a:gd name="T5" fmla="*/ 118 h 7"/>
                <a:gd name="T6" fmla="*/ 33 w 6"/>
                <a:gd name="T7" fmla="*/ 100 h 7"/>
                <a:gd name="T8" fmla="*/ 33 w 6"/>
                <a:gd name="T9" fmla="*/ 118 h 7"/>
                <a:gd name="T10" fmla="*/ 83 w 6"/>
                <a:gd name="T11" fmla="*/ 100 h 7"/>
                <a:gd name="T12" fmla="*/ 83 w 6"/>
                <a:gd name="T13" fmla="*/ 21 h 7"/>
                <a:gd name="T14" fmla="*/ 50 w 6"/>
                <a:gd name="T15" fmla="*/ 0 h 7"/>
                <a:gd name="T16" fmla="*/ 50 w 6"/>
                <a:gd name="T17" fmla="*/ 54 h 7"/>
                <a:gd name="T18" fmla="*/ 63 w 6"/>
                <a:gd name="T19" fmla="*/ 54 h 7"/>
                <a:gd name="T20" fmla="*/ 63 w 6"/>
                <a:gd name="T21" fmla="*/ 67 h 7"/>
                <a:gd name="T22" fmla="*/ 63 w 6"/>
                <a:gd name="T23" fmla="*/ 67 h 7"/>
                <a:gd name="T24" fmla="*/ 63 w 6"/>
                <a:gd name="T25" fmla="*/ 67 h 7"/>
                <a:gd name="T26" fmla="*/ 33 w 6"/>
                <a:gd name="T27" fmla="*/ 54 h 7"/>
                <a:gd name="T28" fmla="*/ 33 w 6"/>
                <a:gd name="T29" fmla="*/ 54 h 7"/>
                <a:gd name="T30" fmla="*/ 50 w 6"/>
                <a:gd name="T31" fmla="*/ 54 h 7"/>
                <a:gd name="T32" fmla="*/ 50 w 6"/>
                <a:gd name="T33" fmla="*/ 54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6" y="5"/>
                    <a:pt x="6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3" name="Freeform 1683">
              <a:extLst>
                <a:ext uri="{FF2B5EF4-FFF2-40B4-BE49-F238E27FC236}">
                  <a16:creationId xmlns:a16="http://schemas.microsoft.com/office/drawing/2014/main" id="{8F52B3FE-9633-4160-9C0B-C52512D5E0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" y="1917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29 w 5"/>
                <a:gd name="T3" fmla="*/ 93 h 6"/>
                <a:gd name="T4" fmla="*/ 70 w 5"/>
                <a:gd name="T5" fmla="*/ 77 h 6"/>
                <a:gd name="T6" fmla="*/ 70 w 5"/>
                <a:gd name="T7" fmla="*/ 56 h 6"/>
                <a:gd name="T8" fmla="*/ 70 w 5"/>
                <a:gd name="T9" fmla="*/ 56 h 6"/>
                <a:gd name="T10" fmla="*/ 70 w 5"/>
                <a:gd name="T11" fmla="*/ 35 h 6"/>
                <a:gd name="T12" fmla="*/ 70 w 5"/>
                <a:gd name="T13" fmla="*/ 35 h 6"/>
                <a:gd name="T14" fmla="*/ 41 w 5"/>
                <a:gd name="T15" fmla="*/ 0 h 6"/>
                <a:gd name="T16" fmla="*/ 0 w 5"/>
                <a:gd name="T17" fmla="*/ 35 h 6"/>
                <a:gd name="T18" fmla="*/ 58 w 5"/>
                <a:gd name="T19" fmla="*/ 77 h 6"/>
                <a:gd name="T20" fmla="*/ 41 w 5"/>
                <a:gd name="T21" fmla="*/ 93 h 6"/>
                <a:gd name="T22" fmla="*/ 58 w 5"/>
                <a:gd name="T23" fmla="*/ 77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0" y="2"/>
                  </a:cubicBezTo>
                  <a:close/>
                  <a:moveTo>
                    <a:pt x="4" y="4"/>
                  </a:moveTo>
                  <a:cubicBezTo>
                    <a:pt x="4" y="4"/>
                    <a:pt x="3" y="5"/>
                    <a:pt x="3" y="5"/>
                  </a:cubicBezTo>
                  <a:cubicBezTo>
                    <a:pt x="3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4" name="Freeform 1684">
              <a:extLst>
                <a:ext uri="{FF2B5EF4-FFF2-40B4-BE49-F238E27FC236}">
                  <a16:creationId xmlns:a16="http://schemas.microsoft.com/office/drawing/2014/main" id="{DEAEE692-C50F-4759-A20D-21D35281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931"/>
              <a:ext cx="17" cy="16"/>
            </a:xfrm>
            <a:custGeom>
              <a:avLst/>
              <a:gdLst>
                <a:gd name="T0" fmla="*/ 0 w 7"/>
                <a:gd name="T1" fmla="*/ 77 h 6"/>
                <a:gd name="T2" fmla="*/ 0 w 7"/>
                <a:gd name="T3" fmla="*/ 115 h 6"/>
                <a:gd name="T4" fmla="*/ 100 w 7"/>
                <a:gd name="T5" fmla="*/ 0 h 6"/>
                <a:gd name="T6" fmla="*/ 70 w 7"/>
                <a:gd name="T7" fmla="*/ 0 h 6"/>
                <a:gd name="T8" fmla="*/ 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6"/>
                    <a:pt x="6" y="4"/>
                    <a:pt x="7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5" name="Freeform 1685">
              <a:extLst>
                <a:ext uri="{FF2B5EF4-FFF2-40B4-BE49-F238E27FC236}">
                  <a16:creationId xmlns:a16="http://schemas.microsoft.com/office/drawing/2014/main" id="{161E5D6B-7677-4E3C-8F62-B88D1C4F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981"/>
              <a:ext cx="20" cy="24"/>
            </a:xfrm>
            <a:custGeom>
              <a:avLst/>
              <a:gdLst>
                <a:gd name="T0" fmla="*/ 95 w 8"/>
                <a:gd name="T1" fmla="*/ 0 h 9"/>
                <a:gd name="T2" fmla="*/ 63 w 8"/>
                <a:gd name="T3" fmla="*/ 115 h 9"/>
                <a:gd name="T4" fmla="*/ 0 w 8"/>
                <a:gd name="T5" fmla="*/ 136 h 9"/>
                <a:gd name="T6" fmla="*/ 0 w 8"/>
                <a:gd name="T7" fmla="*/ 171 h 9"/>
                <a:gd name="T8" fmla="*/ 83 w 8"/>
                <a:gd name="T9" fmla="*/ 136 h 9"/>
                <a:gd name="T10" fmla="*/ 125 w 8"/>
                <a:gd name="T11" fmla="*/ 0 h 9"/>
                <a:gd name="T12" fmla="*/ 95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6" y="2"/>
                    <a:pt x="5" y="4"/>
                    <a:pt x="4" y="6"/>
                  </a:cubicBezTo>
                  <a:cubicBezTo>
                    <a:pt x="3" y="6"/>
                    <a:pt x="2" y="7"/>
                    <a:pt x="0" y="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4" y="9"/>
                    <a:pt x="5" y="7"/>
                  </a:cubicBezTo>
                  <a:cubicBezTo>
                    <a:pt x="7" y="5"/>
                    <a:pt x="8" y="2"/>
                    <a:pt x="8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6" name="Freeform 1686">
              <a:extLst>
                <a:ext uri="{FF2B5EF4-FFF2-40B4-BE49-F238E27FC236}">
                  <a16:creationId xmlns:a16="http://schemas.microsoft.com/office/drawing/2014/main" id="{CE0B1C43-BF1D-4FCC-9E87-1593B729C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992"/>
              <a:ext cx="12" cy="19"/>
            </a:xfrm>
            <a:custGeom>
              <a:avLst/>
              <a:gdLst>
                <a:gd name="T0" fmla="*/ 29 w 5"/>
                <a:gd name="T1" fmla="*/ 22 h 7"/>
                <a:gd name="T2" fmla="*/ 0 w 5"/>
                <a:gd name="T3" fmla="*/ 117 h 7"/>
                <a:gd name="T4" fmla="*/ 12 w 5"/>
                <a:gd name="T5" fmla="*/ 141 h 7"/>
                <a:gd name="T6" fmla="*/ 58 w 5"/>
                <a:gd name="T7" fmla="*/ 0 h 7"/>
                <a:gd name="T8" fmla="*/ 29 w 5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2" y="3"/>
                    <a:pt x="2" y="4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5"/>
                    <a:pt x="5" y="3"/>
                    <a:pt x="4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7" name="Freeform 1687">
              <a:extLst>
                <a:ext uri="{FF2B5EF4-FFF2-40B4-BE49-F238E27FC236}">
                  <a16:creationId xmlns:a16="http://schemas.microsoft.com/office/drawing/2014/main" id="{A6C776E6-05B2-4078-9B49-F28C2EB1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013"/>
              <a:ext cx="20" cy="22"/>
            </a:xfrm>
            <a:custGeom>
              <a:avLst/>
              <a:gdLst>
                <a:gd name="T0" fmla="*/ 83 w 8"/>
                <a:gd name="T1" fmla="*/ 22 h 8"/>
                <a:gd name="T2" fmla="*/ 20 w 8"/>
                <a:gd name="T3" fmla="*/ 107 h 8"/>
                <a:gd name="T4" fmla="*/ 0 w 8"/>
                <a:gd name="T5" fmla="*/ 129 h 8"/>
                <a:gd name="T6" fmla="*/ 20 w 8"/>
                <a:gd name="T7" fmla="*/ 168 h 8"/>
                <a:gd name="T8" fmla="*/ 33 w 8"/>
                <a:gd name="T9" fmla="*/ 143 h 8"/>
                <a:gd name="T10" fmla="*/ 125 w 8"/>
                <a:gd name="T11" fmla="*/ 0 h 8"/>
                <a:gd name="T12" fmla="*/ 83 w 8"/>
                <a:gd name="T13" fmla="*/ 2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6" y="4"/>
                    <a:pt x="4" y="4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5" y="6"/>
                    <a:pt x="8" y="5"/>
                    <a:pt x="8" y="0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8" name="Freeform 1688">
              <a:extLst>
                <a:ext uri="{FF2B5EF4-FFF2-40B4-BE49-F238E27FC236}">
                  <a16:creationId xmlns:a16="http://schemas.microsoft.com/office/drawing/2014/main" id="{C8245522-5815-4B77-98A1-0B451790A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048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0 w 6"/>
                <a:gd name="T3" fmla="*/ 115 h 6"/>
                <a:gd name="T4" fmla="*/ 95 w 6"/>
                <a:gd name="T5" fmla="*/ 21 h 6"/>
                <a:gd name="T6" fmla="*/ 63 w 6"/>
                <a:gd name="T7" fmla="*/ 0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6" y="3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9" name="Freeform 1689">
              <a:extLst>
                <a:ext uri="{FF2B5EF4-FFF2-40B4-BE49-F238E27FC236}">
                  <a16:creationId xmlns:a16="http://schemas.microsoft.com/office/drawing/2014/main" id="{7584B32A-705D-4D28-9765-C0BD5968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35"/>
              <a:ext cx="15" cy="18"/>
            </a:xfrm>
            <a:custGeom>
              <a:avLst/>
              <a:gdLst>
                <a:gd name="T0" fmla="*/ 0 w 6"/>
                <a:gd name="T1" fmla="*/ 85 h 7"/>
                <a:gd name="T2" fmla="*/ 20 w 6"/>
                <a:gd name="T3" fmla="*/ 118 h 7"/>
                <a:gd name="T4" fmla="*/ 95 w 6"/>
                <a:gd name="T5" fmla="*/ 21 h 7"/>
                <a:gd name="T6" fmla="*/ 50 w 6"/>
                <a:gd name="T7" fmla="*/ 0 h 7"/>
                <a:gd name="T8" fmla="*/ 0 w 6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4" y="6"/>
                    <a:pt x="5" y="3"/>
                    <a:pt x="6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0" name="Freeform 1690">
              <a:extLst>
                <a:ext uri="{FF2B5EF4-FFF2-40B4-BE49-F238E27FC236}">
                  <a16:creationId xmlns:a16="http://schemas.microsoft.com/office/drawing/2014/main" id="{C2E12589-C3FE-4658-AF36-98484EFA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043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88 h 5"/>
                <a:gd name="T4" fmla="*/ 63 w 4"/>
                <a:gd name="T5" fmla="*/ 21 h 5"/>
                <a:gd name="T6" fmla="*/ 33 w 4"/>
                <a:gd name="T7" fmla="*/ 0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1" name="Freeform 1691">
              <a:extLst>
                <a:ext uri="{FF2B5EF4-FFF2-40B4-BE49-F238E27FC236}">
                  <a16:creationId xmlns:a16="http://schemas.microsoft.com/office/drawing/2014/main" id="{6B3F93C6-D62C-4CEF-A5A1-FC99C4BDF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07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37 w 3"/>
                <a:gd name="T5" fmla="*/ 0 h 3"/>
                <a:gd name="T6" fmla="*/ 12 w 3"/>
                <a:gd name="T7" fmla="*/ 0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2" name="Freeform 1692">
              <a:extLst>
                <a:ext uri="{FF2B5EF4-FFF2-40B4-BE49-F238E27FC236}">
                  <a16:creationId xmlns:a16="http://schemas.microsoft.com/office/drawing/2014/main" id="{4B06FA95-7DB5-489D-9E5D-95EEF04D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029"/>
              <a:ext cx="18" cy="16"/>
            </a:xfrm>
            <a:custGeom>
              <a:avLst/>
              <a:gdLst>
                <a:gd name="T0" fmla="*/ 21 w 7"/>
                <a:gd name="T1" fmla="*/ 56 h 6"/>
                <a:gd name="T2" fmla="*/ 0 w 7"/>
                <a:gd name="T3" fmla="*/ 93 h 6"/>
                <a:gd name="T4" fmla="*/ 118 w 7"/>
                <a:gd name="T5" fmla="*/ 0 h 6"/>
                <a:gd name="T6" fmla="*/ 85 w 7"/>
                <a:gd name="T7" fmla="*/ 0 h 6"/>
                <a:gd name="T8" fmla="*/ 21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3" y="6"/>
                    <a:pt x="6" y="3"/>
                    <a:pt x="7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3" name="Freeform 1693">
              <a:extLst>
                <a:ext uri="{FF2B5EF4-FFF2-40B4-BE49-F238E27FC236}">
                  <a16:creationId xmlns:a16="http://schemas.microsoft.com/office/drawing/2014/main" id="{DD8EB79A-D399-4371-852E-165E7B2C06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1" y="1848"/>
              <a:ext cx="25" cy="29"/>
            </a:xfrm>
            <a:custGeom>
              <a:avLst/>
              <a:gdLst>
                <a:gd name="T0" fmla="*/ 33 w 10"/>
                <a:gd name="T1" fmla="*/ 0 h 11"/>
                <a:gd name="T2" fmla="*/ 0 w 10"/>
                <a:gd name="T3" fmla="*/ 76 h 11"/>
                <a:gd name="T4" fmla="*/ 20 w 10"/>
                <a:gd name="T5" fmla="*/ 111 h 11"/>
                <a:gd name="T6" fmla="*/ 20 w 10"/>
                <a:gd name="T7" fmla="*/ 111 h 11"/>
                <a:gd name="T8" fmla="*/ 50 w 10"/>
                <a:gd name="T9" fmla="*/ 182 h 11"/>
                <a:gd name="T10" fmla="*/ 145 w 10"/>
                <a:gd name="T11" fmla="*/ 124 h 11"/>
                <a:gd name="T12" fmla="*/ 83 w 10"/>
                <a:gd name="T13" fmla="*/ 0 h 11"/>
                <a:gd name="T14" fmla="*/ 33 w 10"/>
                <a:gd name="T15" fmla="*/ 0 h 11"/>
                <a:gd name="T16" fmla="*/ 83 w 10"/>
                <a:gd name="T17" fmla="*/ 76 h 11"/>
                <a:gd name="T18" fmla="*/ 95 w 10"/>
                <a:gd name="T19" fmla="*/ 90 h 11"/>
                <a:gd name="T20" fmla="*/ 95 w 10"/>
                <a:gd name="T21" fmla="*/ 111 h 11"/>
                <a:gd name="T22" fmla="*/ 50 w 10"/>
                <a:gd name="T23" fmla="*/ 111 h 11"/>
                <a:gd name="T24" fmla="*/ 50 w 10"/>
                <a:gd name="T25" fmla="*/ 90 h 11"/>
                <a:gd name="T26" fmla="*/ 50 w 10"/>
                <a:gd name="T27" fmla="*/ 90 h 11"/>
                <a:gd name="T28" fmla="*/ 50 w 10"/>
                <a:gd name="T29" fmla="*/ 90 h 11"/>
                <a:gd name="T30" fmla="*/ 50 w 10"/>
                <a:gd name="T31" fmla="*/ 90 h 11"/>
                <a:gd name="T32" fmla="*/ 83 w 10"/>
                <a:gd name="T33" fmla="*/ 76 h 11"/>
                <a:gd name="T34" fmla="*/ 95 w 10"/>
                <a:gd name="T35" fmla="*/ 145 h 11"/>
                <a:gd name="T36" fmla="*/ 113 w 10"/>
                <a:gd name="T37" fmla="*/ 111 h 11"/>
                <a:gd name="T38" fmla="*/ 113 w 10"/>
                <a:gd name="T39" fmla="*/ 111 h 11"/>
                <a:gd name="T40" fmla="*/ 113 w 10"/>
                <a:gd name="T41" fmla="*/ 111 h 11"/>
                <a:gd name="T42" fmla="*/ 95 w 10"/>
                <a:gd name="T43" fmla="*/ 145 h 11"/>
                <a:gd name="T44" fmla="*/ 83 w 10"/>
                <a:gd name="T45" fmla="*/ 145 h 11"/>
                <a:gd name="T46" fmla="*/ 83 w 10"/>
                <a:gd name="T47" fmla="*/ 145 h 11"/>
                <a:gd name="T48" fmla="*/ 95 w 10"/>
                <a:gd name="T49" fmla="*/ 14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11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2" y="10"/>
                    <a:pt x="3" y="10"/>
                  </a:cubicBezTo>
                  <a:cubicBezTo>
                    <a:pt x="6" y="11"/>
                    <a:pt x="8" y="9"/>
                    <a:pt x="9" y="7"/>
                  </a:cubicBezTo>
                  <a:cubicBezTo>
                    <a:pt x="10" y="5"/>
                    <a:pt x="9" y="2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  <a:moveTo>
                    <a:pt x="5" y="4"/>
                  </a:move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6" y="5"/>
                    <a:pt x="6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4"/>
                    <a:pt x="5" y="4"/>
                  </a:cubicBezTo>
                  <a:close/>
                  <a:moveTo>
                    <a:pt x="6" y="8"/>
                  </a:move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7" y="7"/>
                    <a:pt x="6" y="8"/>
                  </a:cubicBezTo>
                  <a:cubicBezTo>
                    <a:pt x="6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6" y="8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4" name="Freeform 1694">
              <a:extLst>
                <a:ext uri="{FF2B5EF4-FFF2-40B4-BE49-F238E27FC236}">
                  <a16:creationId xmlns:a16="http://schemas.microsoft.com/office/drawing/2014/main" id="{8F56DB0F-F3A6-4722-80DE-4A5779E178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4" y="1851"/>
              <a:ext cx="15" cy="18"/>
            </a:xfrm>
            <a:custGeom>
              <a:avLst/>
              <a:gdLst>
                <a:gd name="T0" fmla="*/ 33 w 6"/>
                <a:gd name="T1" fmla="*/ 0 h 7"/>
                <a:gd name="T2" fmla="*/ 20 w 6"/>
                <a:gd name="T3" fmla="*/ 21 h 7"/>
                <a:gd name="T4" fmla="*/ 0 w 6"/>
                <a:gd name="T5" fmla="*/ 67 h 7"/>
                <a:gd name="T6" fmla="*/ 0 w 6"/>
                <a:gd name="T7" fmla="*/ 67 h 7"/>
                <a:gd name="T8" fmla="*/ 20 w 6"/>
                <a:gd name="T9" fmla="*/ 85 h 7"/>
                <a:gd name="T10" fmla="*/ 63 w 6"/>
                <a:gd name="T11" fmla="*/ 118 h 7"/>
                <a:gd name="T12" fmla="*/ 95 w 6"/>
                <a:gd name="T13" fmla="*/ 67 h 7"/>
                <a:gd name="T14" fmla="*/ 50 w 6"/>
                <a:gd name="T15" fmla="*/ 21 h 7"/>
                <a:gd name="T16" fmla="*/ 33 w 6"/>
                <a:gd name="T17" fmla="*/ 0 h 7"/>
                <a:gd name="T18" fmla="*/ 83 w 6"/>
                <a:gd name="T19" fmla="*/ 54 h 7"/>
                <a:gd name="T20" fmla="*/ 63 w 6"/>
                <a:gd name="T21" fmla="*/ 67 h 7"/>
                <a:gd name="T22" fmla="*/ 63 w 6"/>
                <a:gd name="T23" fmla="*/ 67 h 7"/>
                <a:gd name="T24" fmla="*/ 83 w 6"/>
                <a:gd name="T25" fmla="*/ 54 h 7"/>
                <a:gd name="T26" fmla="*/ 63 w 6"/>
                <a:gd name="T27" fmla="*/ 85 h 7"/>
                <a:gd name="T28" fmla="*/ 63 w 6"/>
                <a:gd name="T29" fmla="*/ 85 h 7"/>
                <a:gd name="T30" fmla="*/ 50 w 6"/>
                <a:gd name="T31" fmla="*/ 85 h 7"/>
                <a:gd name="T32" fmla="*/ 63 w 6"/>
                <a:gd name="T33" fmla="*/ 85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2"/>
                    <a:pt x="5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5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3"/>
                    <a:pt x="5" y="3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5" name="Freeform 1695">
              <a:extLst>
                <a:ext uri="{FF2B5EF4-FFF2-40B4-BE49-F238E27FC236}">
                  <a16:creationId xmlns:a16="http://schemas.microsoft.com/office/drawing/2014/main" id="{817BFC51-BAC4-4845-B76F-E643B50D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67"/>
              <a:ext cx="17" cy="16"/>
            </a:xfrm>
            <a:custGeom>
              <a:avLst/>
              <a:gdLst>
                <a:gd name="T0" fmla="*/ 12 w 7"/>
                <a:gd name="T1" fmla="*/ 56 h 6"/>
                <a:gd name="T2" fmla="*/ 0 w 7"/>
                <a:gd name="T3" fmla="*/ 93 h 6"/>
                <a:gd name="T4" fmla="*/ 100 w 7"/>
                <a:gd name="T5" fmla="*/ 21 h 6"/>
                <a:gd name="T6" fmla="*/ 70 w 7"/>
                <a:gd name="T7" fmla="*/ 0 h 6"/>
                <a:gd name="T8" fmla="*/ 12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3" y="6"/>
                    <a:pt x="6" y="3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6" name="Freeform 1696">
              <a:extLst>
                <a:ext uri="{FF2B5EF4-FFF2-40B4-BE49-F238E27FC236}">
                  <a16:creationId xmlns:a16="http://schemas.microsoft.com/office/drawing/2014/main" id="{0149E338-C9AF-4463-A1D8-3AECB5202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931"/>
              <a:ext cx="23" cy="26"/>
            </a:xfrm>
            <a:custGeom>
              <a:avLst/>
              <a:gdLst>
                <a:gd name="T0" fmla="*/ 97 w 9"/>
                <a:gd name="T1" fmla="*/ 0 h 10"/>
                <a:gd name="T2" fmla="*/ 0 w 9"/>
                <a:gd name="T3" fmla="*/ 143 h 10"/>
                <a:gd name="T4" fmla="*/ 0 w 9"/>
                <a:gd name="T5" fmla="*/ 177 h 10"/>
                <a:gd name="T6" fmla="*/ 130 w 9"/>
                <a:gd name="T7" fmla="*/ 0 h 10"/>
                <a:gd name="T8" fmla="*/ 97 w 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0"/>
                  </a:moveTo>
                  <a:cubicBezTo>
                    <a:pt x="7" y="4"/>
                    <a:pt x="3" y="7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9"/>
                    <a:pt x="9" y="5"/>
                    <a:pt x="8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7" name="Freeform 1697">
              <a:extLst>
                <a:ext uri="{FF2B5EF4-FFF2-40B4-BE49-F238E27FC236}">
                  <a16:creationId xmlns:a16="http://schemas.microsoft.com/office/drawing/2014/main" id="{F9DF353D-779F-45CA-A408-4A494A9A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971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68 h 5"/>
                <a:gd name="T4" fmla="*/ 20 w 4"/>
                <a:gd name="T5" fmla="*/ 88 h 5"/>
                <a:gd name="T6" fmla="*/ 63 w 4"/>
                <a:gd name="T7" fmla="*/ 0 h 5"/>
                <a:gd name="T8" fmla="*/ 33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4"/>
                    <a:pt x="4" y="2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8" name="Freeform 1698">
              <a:extLst>
                <a:ext uri="{FF2B5EF4-FFF2-40B4-BE49-F238E27FC236}">
                  <a16:creationId xmlns:a16="http://schemas.microsoft.com/office/drawing/2014/main" id="{F3FCAA5F-7D9F-478B-A378-31D548F62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008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0 w 5"/>
                <a:gd name="T3" fmla="*/ 77 h 6"/>
                <a:gd name="T4" fmla="*/ 21 w 5"/>
                <a:gd name="T5" fmla="*/ 115 h 6"/>
                <a:gd name="T6" fmla="*/ 88 w 5"/>
                <a:gd name="T7" fmla="*/ 0 h 6"/>
                <a:gd name="T8" fmla="*/ 55 w 5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3" y="2"/>
                    <a:pt x="2" y="4"/>
                    <a:pt x="0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4" y="6"/>
                    <a:pt x="5" y="3"/>
                    <a:pt x="5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9" name="Freeform 1699">
              <a:extLst>
                <a:ext uri="{FF2B5EF4-FFF2-40B4-BE49-F238E27FC236}">
                  <a16:creationId xmlns:a16="http://schemas.microsoft.com/office/drawing/2014/main" id="{B10E6F4A-A375-4618-9A65-95441D0BE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056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20 w 4"/>
                <a:gd name="T3" fmla="*/ 88 h 5"/>
                <a:gd name="T4" fmla="*/ 63 w 4"/>
                <a:gd name="T5" fmla="*/ 21 h 5"/>
                <a:gd name="T6" fmla="*/ 33 w 4"/>
                <a:gd name="T7" fmla="*/ 0 h 5"/>
                <a:gd name="T8" fmla="*/ 0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0" name="Freeform 1700">
              <a:extLst>
                <a:ext uri="{FF2B5EF4-FFF2-40B4-BE49-F238E27FC236}">
                  <a16:creationId xmlns:a16="http://schemas.microsoft.com/office/drawing/2014/main" id="{E285AF92-88CC-4511-AC8C-5A1CC220D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853"/>
              <a:ext cx="7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37 w 3"/>
                <a:gd name="T5" fmla="*/ 0 h 3"/>
                <a:gd name="T6" fmla="*/ 12 w 3"/>
                <a:gd name="T7" fmla="*/ 0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1" name="Freeform 1701">
              <a:extLst>
                <a:ext uri="{FF2B5EF4-FFF2-40B4-BE49-F238E27FC236}">
                  <a16:creationId xmlns:a16="http://schemas.microsoft.com/office/drawing/2014/main" id="{1BD1D4BF-F114-4372-A470-5353C02E9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896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0 w 6"/>
                <a:gd name="T3" fmla="*/ 115 h 6"/>
                <a:gd name="T4" fmla="*/ 95 w 6"/>
                <a:gd name="T5" fmla="*/ 21 h 6"/>
                <a:gd name="T6" fmla="*/ 63 w 6"/>
                <a:gd name="T7" fmla="*/ 0 h 6"/>
                <a:gd name="T8" fmla="*/ 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5" y="4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2" name="Freeform 1702">
              <a:extLst>
                <a:ext uri="{FF2B5EF4-FFF2-40B4-BE49-F238E27FC236}">
                  <a16:creationId xmlns:a16="http://schemas.microsoft.com/office/drawing/2014/main" id="{B57B12E7-67BB-42CD-95A0-CE3C39291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947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0 w 5"/>
                <a:gd name="T3" fmla="*/ 88 h 5"/>
                <a:gd name="T4" fmla="*/ 70 w 5"/>
                <a:gd name="T5" fmla="*/ 21 h 5"/>
                <a:gd name="T6" fmla="*/ 41 w 5"/>
                <a:gd name="T7" fmla="*/ 0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4" y="3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3" name="Freeform 1703">
              <a:extLst>
                <a:ext uri="{FF2B5EF4-FFF2-40B4-BE49-F238E27FC236}">
                  <a16:creationId xmlns:a16="http://schemas.microsoft.com/office/drawing/2014/main" id="{7B210F56-F57A-492D-8FE1-2FA8F6FC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971"/>
              <a:ext cx="10" cy="10"/>
            </a:xfrm>
            <a:custGeom>
              <a:avLst/>
              <a:gdLst>
                <a:gd name="T0" fmla="*/ 0 w 10"/>
                <a:gd name="T1" fmla="*/ 8 h 10"/>
                <a:gd name="T2" fmla="*/ 5 w 10"/>
                <a:gd name="T3" fmla="*/ 10 h 10"/>
                <a:gd name="T4" fmla="*/ 10 w 10"/>
                <a:gd name="T5" fmla="*/ 2 h 10"/>
                <a:gd name="T6" fmla="*/ 5 w 10"/>
                <a:gd name="T7" fmla="*/ 0 h 10"/>
                <a:gd name="T8" fmla="*/ 0 w 10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8"/>
                  </a:moveTo>
                  <a:lnTo>
                    <a:pt x="5" y="10"/>
                  </a:lnTo>
                  <a:lnTo>
                    <a:pt x="10" y="2"/>
                  </a:lnTo>
                  <a:lnTo>
                    <a:pt x="5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4" name="Freeform 1704">
              <a:extLst>
                <a:ext uri="{FF2B5EF4-FFF2-40B4-BE49-F238E27FC236}">
                  <a16:creationId xmlns:a16="http://schemas.microsoft.com/office/drawing/2014/main" id="{EEBC6840-EEED-4FB9-AA2E-EA15F2BB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35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33 w 8"/>
                <a:gd name="T3" fmla="*/ 34 h 8"/>
                <a:gd name="T4" fmla="*/ 0 w 8"/>
                <a:gd name="T5" fmla="*/ 110 h 8"/>
                <a:gd name="T6" fmla="*/ 0 w 8"/>
                <a:gd name="T7" fmla="*/ 110 h 8"/>
                <a:gd name="T8" fmla="*/ 50 w 8"/>
                <a:gd name="T9" fmla="*/ 144 h 8"/>
                <a:gd name="T10" fmla="*/ 83 w 8"/>
                <a:gd name="T11" fmla="*/ 144 h 8"/>
                <a:gd name="T12" fmla="*/ 83 w 8"/>
                <a:gd name="T13" fmla="*/ 144 h 8"/>
                <a:gd name="T14" fmla="*/ 113 w 8"/>
                <a:gd name="T15" fmla="*/ 110 h 8"/>
                <a:gd name="T16" fmla="*/ 113 w 8"/>
                <a:gd name="T17" fmla="*/ 89 h 8"/>
                <a:gd name="T18" fmla="*/ 113 w 8"/>
                <a:gd name="T19" fmla="*/ 89 h 8"/>
                <a:gd name="T20" fmla="*/ 125 w 8"/>
                <a:gd name="T21" fmla="*/ 76 h 8"/>
                <a:gd name="T22" fmla="*/ 125 w 8"/>
                <a:gd name="T23" fmla="*/ 55 h 8"/>
                <a:gd name="T24" fmla="*/ 95 w 8"/>
                <a:gd name="T25" fmla="*/ 21 h 8"/>
                <a:gd name="T26" fmla="*/ 63 w 8"/>
                <a:gd name="T27" fmla="*/ 21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3" y="1"/>
                    <a:pt x="3" y="1"/>
                    <a:pt x="2" y="2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0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5" name="Freeform 1705">
              <a:extLst>
                <a:ext uri="{FF2B5EF4-FFF2-40B4-BE49-F238E27FC236}">
                  <a16:creationId xmlns:a16="http://schemas.microsoft.com/office/drawing/2014/main" id="{3AB6F7CD-2127-4E5A-B527-9E60CEAA53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6" y="1840"/>
              <a:ext cx="13" cy="13"/>
            </a:xfrm>
            <a:custGeom>
              <a:avLst/>
              <a:gdLst>
                <a:gd name="T0" fmla="*/ 21 w 5"/>
                <a:gd name="T1" fmla="*/ 21 h 5"/>
                <a:gd name="T2" fmla="*/ 0 w 5"/>
                <a:gd name="T3" fmla="*/ 34 h 5"/>
                <a:gd name="T4" fmla="*/ 0 w 5"/>
                <a:gd name="T5" fmla="*/ 34 h 5"/>
                <a:gd name="T6" fmla="*/ 21 w 5"/>
                <a:gd name="T7" fmla="*/ 55 h 5"/>
                <a:gd name="T8" fmla="*/ 21 w 5"/>
                <a:gd name="T9" fmla="*/ 68 h 5"/>
                <a:gd name="T10" fmla="*/ 34 w 5"/>
                <a:gd name="T11" fmla="*/ 88 h 5"/>
                <a:gd name="T12" fmla="*/ 68 w 5"/>
                <a:gd name="T13" fmla="*/ 68 h 5"/>
                <a:gd name="T14" fmla="*/ 68 w 5"/>
                <a:gd name="T15" fmla="*/ 68 h 5"/>
                <a:gd name="T16" fmla="*/ 88 w 5"/>
                <a:gd name="T17" fmla="*/ 34 h 5"/>
                <a:gd name="T18" fmla="*/ 88 w 5"/>
                <a:gd name="T19" fmla="*/ 34 h 5"/>
                <a:gd name="T20" fmla="*/ 68 w 5"/>
                <a:gd name="T21" fmla="*/ 0 h 5"/>
                <a:gd name="T22" fmla="*/ 55 w 5"/>
                <a:gd name="T23" fmla="*/ 0 h 5"/>
                <a:gd name="T24" fmla="*/ 21 w 5"/>
                <a:gd name="T25" fmla="*/ 21 h 5"/>
                <a:gd name="T26" fmla="*/ 68 w 5"/>
                <a:gd name="T27" fmla="*/ 34 h 5"/>
                <a:gd name="T28" fmla="*/ 68 w 5"/>
                <a:gd name="T29" fmla="*/ 34 h 5"/>
                <a:gd name="T30" fmla="*/ 68 w 5"/>
                <a:gd name="T31" fmla="*/ 34 h 5"/>
                <a:gd name="T32" fmla="*/ 68 w 5"/>
                <a:gd name="T33" fmla="*/ 34 h 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6" name="Freeform 1706">
              <a:extLst>
                <a:ext uri="{FF2B5EF4-FFF2-40B4-BE49-F238E27FC236}">
                  <a16:creationId xmlns:a16="http://schemas.microsoft.com/office/drawing/2014/main" id="{477F3A67-FFAB-4828-8680-2A0FF9164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1" y="1840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61 h 4"/>
                <a:gd name="T4" fmla="*/ 33 w 4"/>
                <a:gd name="T5" fmla="*/ 83 h 4"/>
                <a:gd name="T6" fmla="*/ 50 w 4"/>
                <a:gd name="T7" fmla="*/ 47 h 4"/>
                <a:gd name="T8" fmla="*/ 50 w 4"/>
                <a:gd name="T9" fmla="*/ 47 h 4"/>
                <a:gd name="T10" fmla="*/ 63 w 4"/>
                <a:gd name="T11" fmla="*/ 47 h 4"/>
                <a:gd name="T12" fmla="*/ 50 w 4"/>
                <a:gd name="T13" fmla="*/ 22 h 4"/>
                <a:gd name="T14" fmla="*/ 20 w 4"/>
                <a:gd name="T15" fmla="*/ 0 h 4"/>
                <a:gd name="T16" fmla="*/ 50 w 4"/>
                <a:gd name="T17" fmla="*/ 47 h 4"/>
                <a:gd name="T18" fmla="*/ 50 w 4"/>
                <a:gd name="T19" fmla="*/ 47 h 4"/>
                <a:gd name="T20" fmla="*/ 33 w 4"/>
                <a:gd name="T21" fmla="*/ 61 h 4"/>
                <a:gd name="T22" fmla="*/ 50 w 4"/>
                <a:gd name="T23" fmla="*/ 47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7" name="Freeform 1707">
              <a:extLst>
                <a:ext uri="{FF2B5EF4-FFF2-40B4-BE49-F238E27FC236}">
                  <a16:creationId xmlns:a16="http://schemas.microsoft.com/office/drawing/2014/main" id="{C3E95D7C-3497-40C6-9598-87CCE48D4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51"/>
              <a:ext cx="7" cy="8"/>
            </a:xfrm>
            <a:custGeom>
              <a:avLst/>
              <a:gdLst>
                <a:gd name="T0" fmla="*/ 0 w 7"/>
                <a:gd name="T1" fmla="*/ 5 h 8"/>
                <a:gd name="T2" fmla="*/ 5 w 7"/>
                <a:gd name="T3" fmla="*/ 8 h 8"/>
                <a:gd name="T4" fmla="*/ 7 w 7"/>
                <a:gd name="T5" fmla="*/ 2 h 8"/>
                <a:gd name="T6" fmla="*/ 2 w 7"/>
                <a:gd name="T7" fmla="*/ 0 h 8"/>
                <a:gd name="T8" fmla="*/ 0 w 7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lnTo>
                    <a:pt x="5" y="8"/>
                  </a:lnTo>
                  <a:lnTo>
                    <a:pt x="7" y="2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8" name="Freeform 1708">
              <a:extLst>
                <a:ext uri="{FF2B5EF4-FFF2-40B4-BE49-F238E27FC236}">
                  <a16:creationId xmlns:a16="http://schemas.microsoft.com/office/drawing/2014/main" id="{40A5619E-8624-406D-98A8-F79B6E6FF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939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33 w 6"/>
                <a:gd name="T3" fmla="*/ 21 h 6"/>
                <a:gd name="T4" fmla="*/ 0 w 6"/>
                <a:gd name="T5" fmla="*/ 77 h 6"/>
                <a:gd name="T6" fmla="*/ 0 w 6"/>
                <a:gd name="T7" fmla="*/ 77 h 6"/>
                <a:gd name="T8" fmla="*/ 33 w 6"/>
                <a:gd name="T9" fmla="*/ 115 h 6"/>
                <a:gd name="T10" fmla="*/ 63 w 6"/>
                <a:gd name="T11" fmla="*/ 93 h 6"/>
                <a:gd name="T12" fmla="*/ 63 w 6"/>
                <a:gd name="T13" fmla="*/ 93 h 6"/>
                <a:gd name="T14" fmla="*/ 95 w 6"/>
                <a:gd name="T15" fmla="*/ 77 h 6"/>
                <a:gd name="T16" fmla="*/ 95 w 6"/>
                <a:gd name="T17" fmla="*/ 56 h 6"/>
                <a:gd name="T18" fmla="*/ 95 w 6"/>
                <a:gd name="T19" fmla="*/ 56 h 6"/>
                <a:gd name="T20" fmla="*/ 95 w 6"/>
                <a:gd name="T21" fmla="*/ 35 h 6"/>
                <a:gd name="T22" fmla="*/ 95 w 6"/>
                <a:gd name="T23" fmla="*/ 35 h 6"/>
                <a:gd name="T24" fmla="*/ 83 w 6"/>
                <a:gd name="T25" fmla="*/ 0 h 6"/>
                <a:gd name="T26" fmla="*/ 50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9" name="Freeform 1709">
              <a:extLst>
                <a:ext uri="{FF2B5EF4-FFF2-40B4-BE49-F238E27FC236}">
                  <a16:creationId xmlns:a16="http://schemas.microsoft.com/office/drawing/2014/main" id="{4E717276-9C9A-4E73-9B42-2755A9620A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4" y="194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47 h 4"/>
                <a:gd name="T4" fmla="*/ 0 w 4"/>
                <a:gd name="T5" fmla="*/ 47 h 4"/>
                <a:gd name="T6" fmla="*/ 20 w 4"/>
                <a:gd name="T7" fmla="*/ 61 h 4"/>
                <a:gd name="T8" fmla="*/ 20 w 4"/>
                <a:gd name="T9" fmla="*/ 61 h 4"/>
                <a:gd name="T10" fmla="*/ 20 w 4"/>
                <a:gd name="T11" fmla="*/ 83 h 4"/>
                <a:gd name="T12" fmla="*/ 50 w 4"/>
                <a:gd name="T13" fmla="*/ 61 h 4"/>
                <a:gd name="T14" fmla="*/ 50 w 4"/>
                <a:gd name="T15" fmla="*/ 61 h 4"/>
                <a:gd name="T16" fmla="*/ 63 w 4"/>
                <a:gd name="T17" fmla="*/ 47 h 4"/>
                <a:gd name="T18" fmla="*/ 63 w 4"/>
                <a:gd name="T19" fmla="*/ 47 h 4"/>
                <a:gd name="T20" fmla="*/ 50 w 4"/>
                <a:gd name="T21" fmla="*/ 0 h 4"/>
                <a:gd name="T22" fmla="*/ 50 w 4"/>
                <a:gd name="T23" fmla="*/ 0 h 4"/>
                <a:gd name="T24" fmla="*/ 20 w 4"/>
                <a:gd name="T25" fmla="*/ 22 h 4"/>
                <a:gd name="T26" fmla="*/ 50 w 4"/>
                <a:gd name="T27" fmla="*/ 47 h 4"/>
                <a:gd name="T28" fmla="*/ 50 w 4"/>
                <a:gd name="T29" fmla="*/ 47 h 4"/>
                <a:gd name="T30" fmla="*/ 50 w 4"/>
                <a:gd name="T31" fmla="*/ 47 h 4"/>
                <a:gd name="T32" fmla="*/ 50 w 4"/>
                <a:gd name="T33" fmla="*/ 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0" name="Freeform 1710">
              <a:extLst>
                <a:ext uri="{FF2B5EF4-FFF2-40B4-BE49-F238E27FC236}">
                  <a16:creationId xmlns:a16="http://schemas.microsoft.com/office/drawing/2014/main" id="{680B04D9-A156-41EF-917F-02E4E5E52E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6" y="1941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35 h 3"/>
                <a:gd name="T4" fmla="*/ 35 w 3"/>
                <a:gd name="T5" fmla="*/ 56 h 3"/>
                <a:gd name="T6" fmla="*/ 56 w 3"/>
                <a:gd name="T7" fmla="*/ 35 h 3"/>
                <a:gd name="T8" fmla="*/ 56 w 3"/>
                <a:gd name="T9" fmla="*/ 35 h 3"/>
                <a:gd name="T10" fmla="*/ 56 w 3"/>
                <a:gd name="T11" fmla="*/ 21 h 3"/>
                <a:gd name="T12" fmla="*/ 56 w 3"/>
                <a:gd name="T13" fmla="*/ 21 h 3"/>
                <a:gd name="T14" fmla="*/ 35 w 3"/>
                <a:gd name="T15" fmla="*/ 0 h 3"/>
                <a:gd name="T16" fmla="*/ 56 w 3"/>
                <a:gd name="T17" fmla="*/ 35 h 3"/>
                <a:gd name="T18" fmla="*/ 56 w 3"/>
                <a:gd name="T19" fmla="*/ 35 h 3"/>
                <a:gd name="T20" fmla="*/ 35 w 3"/>
                <a:gd name="T21" fmla="*/ 35 h 3"/>
                <a:gd name="T22" fmla="*/ 56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1" name="Freeform 1711">
              <a:extLst>
                <a:ext uri="{FF2B5EF4-FFF2-40B4-BE49-F238E27FC236}">
                  <a16:creationId xmlns:a16="http://schemas.microsoft.com/office/drawing/2014/main" id="{290796E3-A693-4F4E-BC2B-C9A1D1B09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49"/>
              <a:ext cx="5" cy="6"/>
            </a:xfrm>
            <a:custGeom>
              <a:avLst/>
              <a:gdLst>
                <a:gd name="T0" fmla="*/ 0 w 5"/>
                <a:gd name="T1" fmla="*/ 6 h 6"/>
                <a:gd name="T2" fmla="*/ 2 w 5"/>
                <a:gd name="T3" fmla="*/ 6 h 6"/>
                <a:gd name="T4" fmla="*/ 5 w 5"/>
                <a:gd name="T5" fmla="*/ 3 h 6"/>
                <a:gd name="T6" fmla="*/ 2 w 5"/>
                <a:gd name="T7" fmla="*/ 0 h 6"/>
                <a:gd name="T8" fmla="*/ 0 w 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lnTo>
                    <a:pt x="2" y="6"/>
                  </a:lnTo>
                  <a:lnTo>
                    <a:pt x="5" y="3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2" name="Freeform 1712">
              <a:extLst>
                <a:ext uri="{FF2B5EF4-FFF2-40B4-BE49-F238E27FC236}">
                  <a16:creationId xmlns:a16="http://schemas.microsoft.com/office/drawing/2014/main" id="{0D08B8AE-C0E8-4739-94FC-E792B33A9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824"/>
              <a:ext cx="12" cy="16"/>
            </a:xfrm>
            <a:custGeom>
              <a:avLst/>
              <a:gdLst>
                <a:gd name="T0" fmla="*/ 41 w 5"/>
                <a:gd name="T1" fmla="*/ 21 h 6"/>
                <a:gd name="T2" fmla="*/ 12 w 5"/>
                <a:gd name="T3" fmla="*/ 21 h 6"/>
                <a:gd name="T4" fmla="*/ 0 w 5"/>
                <a:gd name="T5" fmla="*/ 77 h 6"/>
                <a:gd name="T6" fmla="*/ 0 w 5"/>
                <a:gd name="T7" fmla="*/ 77 h 6"/>
                <a:gd name="T8" fmla="*/ 29 w 5"/>
                <a:gd name="T9" fmla="*/ 115 h 6"/>
                <a:gd name="T10" fmla="*/ 41 w 5"/>
                <a:gd name="T11" fmla="*/ 93 h 6"/>
                <a:gd name="T12" fmla="*/ 41 w 5"/>
                <a:gd name="T13" fmla="*/ 93 h 6"/>
                <a:gd name="T14" fmla="*/ 70 w 5"/>
                <a:gd name="T15" fmla="*/ 77 h 6"/>
                <a:gd name="T16" fmla="*/ 70 w 5"/>
                <a:gd name="T17" fmla="*/ 77 h 6"/>
                <a:gd name="T18" fmla="*/ 70 w 5"/>
                <a:gd name="T19" fmla="*/ 56 h 6"/>
                <a:gd name="T20" fmla="*/ 70 w 5"/>
                <a:gd name="T21" fmla="*/ 35 h 6"/>
                <a:gd name="T22" fmla="*/ 70 w 5"/>
                <a:gd name="T23" fmla="*/ 35 h 6"/>
                <a:gd name="T24" fmla="*/ 58 w 5"/>
                <a:gd name="T25" fmla="*/ 0 h 6"/>
                <a:gd name="T26" fmla="*/ 41 w 5"/>
                <a:gd name="T27" fmla="*/ 2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3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3" name="Freeform 1713">
              <a:extLst>
                <a:ext uri="{FF2B5EF4-FFF2-40B4-BE49-F238E27FC236}">
                  <a16:creationId xmlns:a16="http://schemas.microsoft.com/office/drawing/2014/main" id="{8DF64890-7E74-4BF4-9DE6-053365D5C1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1" y="1827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0 w 3"/>
                <a:gd name="T3" fmla="*/ 33 h 4"/>
                <a:gd name="T4" fmla="*/ 0 w 3"/>
                <a:gd name="T5" fmla="*/ 33 h 4"/>
                <a:gd name="T6" fmla="*/ 0 w 3"/>
                <a:gd name="T7" fmla="*/ 50 h 4"/>
                <a:gd name="T8" fmla="*/ 21 w 3"/>
                <a:gd name="T9" fmla="*/ 50 h 4"/>
                <a:gd name="T10" fmla="*/ 21 w 3"/>
                <a:gd name="T11" fmla="*/ 63 h 4"/>
                <a:gd name="T12" fmla="*/ 35 w 3"/>
                <a:gd name="T13" fmla="*/ 50 h 4"/>
                <a:gd name="T14" fmla="*/ 56 w 3"/>
                <a:gd name="T15" fmla="*/ 50 h 4"/>
                <a:gd name="T16" fmla="*/ 56 w 3"/>
                <a:gd name="T17" fmla="*/ 33 h 4"/>
                <a:gd name="T18" fmla="*/ 56 w 3"/>
                <a:gd name="T19" fmla="*/ 33 h 4"/>
                <a:gd name="T20" fmla="*/ 35 w 3"/>
                <a:gd name="T21" fmla="*/ 20 h 4"/>
                <a:gd name="T22" fmla="*/ 35 w 3"/>
                <a:gd name="T23" fmla="*/ 20 h 4"/>
                <a:gd name="T24" fmla="*/ 0 w 3"/>
                <a:gd name="T25" fmla="*/ 20 h 4"/>
                <a:gd name="T26" fmla="*/ 35 w 3"/>
                <a:gd name="T27" fmla="*/ 33 h 4"/>
                <a:gd name="T28" fmla="*/ 35 w 3"/>
                <a:gd name="T29" fmla="*/ 33 h 4"/>
                <a:gd name="T30" fmla="*/ 35 w 3"/>
                <a:gd name="T31" fmla="*/ 33 h 4"/>
                <a:gd name="T32" fmla="*/ 35 w 3"/>
                <a:gd name="T33" fmla="*/ 33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2" y="4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4" name="Freeform 1714">
              <a:extLst>
                <a:ext uri="{FF2B5EF4-FFF2-40B4-BE49-F238E27FC236}">
                  <a16:creationId xmlns:a16="http://schemas.microsoft.com/office/drawing/2014/main" id="{6817F061-4795-494B-9964-1A1207DC8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4" y="1827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12 w 3"/>
                <a:gd name="T5" fmla="*/ 56 h 3"/>
                <a:gd name="T6" fmla="*/ 28 w 3"/>
                <a:gd name="T7" fmla="*/ 35 h 3"/>
                <a:gd name="T8" fmla="*/ 28 w 3"/>
                <a:gd name="T9" fmla="*/ 35 h 3"/>
                <a:gd name="T10" fmla="*/ 37 w 3"/>
                <a:gd name="T11" fmla="*/ 21 h 3"/>
                <a:gd name="T12" fmla="*/ 28 w 3"/>
                <a:gd name="T13" fmla="*/ 21 h 3"/>
                <a:gd name="T14" fmla="*/ 12 w 3"/>
                <a:gd name="T15" fmla="*/ 0 h 3"/>
                <a:gd name="T16" fmla="*/ 28 w 3"/>
                <a:gd name="T17" fmla="*/ 35 h 3"/>
                <a:gd name="T18" fmla="*/ 28 w 3"/>
                <a:gd name="T19" fmla="*/ 35 h 3"/>
                <a:gd name="T20" fmla="*/ 28 w 3"/>
                <a:gd name="T21" fmla="*/ 56 h 3"/>
                <a:gd name="T22" fmla="*/ 28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5" name="Freeform 1715">
              <a:extLst>
                <a:ext uri="{FF2B5EF4-FFF2-40B4-BE49-F238E27FC236}">
                  <a16:creationId xmlns:a16="http://schemas.microsoft.com/office/drawing/2014/main" id="{DF310B17-300E-4349-8FDB-B39D0FA3F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835"/>
              <a:ext cx="5" cy="5"/>
            </a:xfrm>
            <a:custGeom>
              <a:avLst/>
              <a:gdLst>
                <a:gd name="T0" fmla="*/ 0 w 5"/>
                <a:gd name="T1" fmla="*/ 5 h 5"/>
                <a:gd name="T2" fmla="*/ 2 w 5"/>
                <a:gd name="T3" fmla="*/ 5 h 5"/>
                <a:gd name="T4" fmla="*/ 5 w 5"/>
                <a:gd name="T5" fmla="*/ 2 h 5"/>
                <a:gd name="T6" fmla="*/ 2 w 5"/>
                <a:gd name="T7" fmla="*/ 0 h 5"/>
                <a:gd name="T8" fmla="*/ 0 w 5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2" y="5"/>
                  </a:lnTo>
                  <a:lnTo>
                    <a:pt x="5" y="2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6" name="Freeform 1716">
              <a:extLst>
                <a:ext uri="{FF2B5EF4-FFF2-40B4-BE49-F238E27FC236}">
                  <a16:creationId xmlns:a16="http://schemas.microsoft.com/office/drawing/2014/main" id="{FFBC79F5-3F7C-470F-A3FA-C294D75A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827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20 w 6"/>
                <a:gd name="T3" fmla="*/ 0 h 5"/>
                <a:gd name="T4" fmla="*/ 0 w 6"/>
                <a:gd name="T5" fmla="*/ 55 h 5"/>
                <a:gd name="T6" fmla="*/ 0 w 6"/>
                <a:gd name="T7" fmla="*/ 68 h 5"/>
                <a:gd name="T8" fmla="*/ 33 w 6"/>
                <a:gd name="T9" fmla="*/ 88 h 5"/>
                <a:gd name="T10" fmla="*/ 50 w 6"/>
                <a:gd name="T11" fmla="*/ 88 h 5"/>
                <a:gd name="T12" fmla="*/ 50 w 6"/>
                <a:gd name="T13" fmla="*/ 88 h 5"/>
                <a:gd name="T14" fmla="*/ 83 w 6"/>
                <a:gd name="T15" fmla="*/ 55 h 5"/>
                <a:gd name="T16" fmla="*/ 83 w 6"/>
                <a:gd name="T17" fmla="*/ 55 h 5"/>
                <a:gd name="T18" fmla="*/ 83 w 6"/>
                <a:gd name="T19" fmla="*/ 55 h 5"/>
                <a:gd name="T20" fmla="*/ 95 w 6"/>
                <a:gd name="T21" fmla="*/ 34 h 5"/>
                <a:gd name="T22" fmla="*/ 95 w 6"/>
                <a:gd name="T23" fmla="*/ 34 h 5"/>
                <a:gd name="T24" fmla="*/ 83 w 6"/>
                <a:gd name="T25" fmla="*/ 0 h 5"/>
                <a:gd name="T26" fmla="*/ 50 w 6"/>
                <a:gd name="T27" fmla="*/ 0 h 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7" name="Freeform 1717">
              <a:extLst>
                <a:ext uri="{FF2B5EF4-FFF2-40B4-BE49-F238E27FC236}">
                  <a16:creationId xmlns:a16="http://schemas.microsoft.com/office/drawing/2014/main" id="{EA02CF74-4B6C-445C-A511-C093135887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4" y="1829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21 h 3"/>
                <a:gd name="T4" fmla="*/ 0 w 3"/>
                <a:gd name="T5" fmla="*/ 21 h 3"/>
                <a:gd name="T6" fmla="*/ 0 w 3"/>
                <a:gd name="T7" fmla="*/ 35 h 3"/>
                <a:gd name="T8" fmla="*/ 12 w 3"/>
                <a:gd name="T9" fmla="*/ 56 h 3"/>
                <a:gd name="T10" fmla="*/ 12 w 3"/>
                <a:gd name="T11" fmla="*/ 56 h 3"/>
                <a:gd name="T12" fmla="*/ 37 w 3"/>
                <a:gd name="T13" fmla="*/ 56 h 3"/>
                <a:gd name="T14" fmla="*/ 37 w 3"/>
                <a:gd name="T15" fmla="*/ 35 h 3"/>
                <a:gd name="T16" fmla="*/ 37 w 3"/>
                <a:gd name="T17" fmla="*/ 21 h 3"/>
                <a:gd name="T18" fmla="*/ 37 w 3"/>
                <a:gd name="T19" fmla="*/ 21 h 3"/>
                <a:gd name="T20" fmla="*/ 28 w 3"/>
                <a:gd name="T21" fmla="*/ 0 h 3"/>
                <a:gd name="T22" fmla="*/ 28 w 3"/>
                <a:gd name="T23" fmla="*/ 0 h 3"/>
                <a:gd name="T24" fmla="*/ 12 w 3"/>
                <a:gd name="T25" fmla="*/ 0 h 3"/>
                <a:gd name="T26" fmla="*/ 28 w 3"/>
                <a:gd name="T27" fmla="*/ 21 h 3"/>
                <a:gd name="T28" fmla="*/ 28 w 3"/>
                <a:gd name="T29" fmla="*/ 21 h 3"/>
                <a:gd name="T30" fmla="*/ 28 w 3"/>
                <a:gd name="T31" fmla="*/ 21 h 3"/>
                <a:gd name="T32" fmla="*/ 28 w 3"/>
                <a:gd name="T33" fmla="*/ 21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8" name="Freeform 1718">
              <a:extLst>
                <a:ext uri="{FF2B5EF4-FFF2-40B4-BE49-F238E27FC236}">
                  <a16:creationId xmlns:a16="http://schemas.microsoft.com/office/drawing/2014/main" id="{AD69D2D8-9865-40DA-96A9-0F09F047EF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6" y="1829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21 w 3"/>
                <a:gd name="T5" fmla="*/ 56 h 3"/>
                <a:gd name="T6" fmla="*/ 35 w 3"/>
                <a:gd name="T7" fmla="*/ 21 h 3"/>
                <a:gd name="T8" fmla="*/ 35 w 3"/>
                <a:gd name="T9" fmla="*/ 21 h 3"/>
                <a:gd name="T10" fmla="*/ 56 w 3"/>
                <a:gd name="T11" fmla="*/ 21 h 3"/>
                <a:gd name="T12" fmla="*/ 56 w 3"/>
                <a:gd name="T13" fmla="*/ 21 h 3"/>
                <a:gd name="T14" fmla="*/ 21 w 3"/>
                <a:gd name="T15" fmla="*/ 0 h 3"/>
                <a:gd name="T16" fmla="*/ 35 w 3"/>
                <a:gd name="T17" fmla="*/ 21 h 3"/>
                <a:gd name="T18" fmla="*/ 35 w 3"/>
                <a:gd name="T19" fmla="*/ 21 h 3"/>
                <a:gd name="T20" fmla="*/ 35 w 3"/>
                <a:gd name="T21" fmla="*/ 35 h 3"/>
                <a:gd name="T22" fmla="*/ 35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9" name="Freeform 1719">
              <a:extLst>
                <a:ext uri="{FF2B5EF4-FFF2-40B4-BE49-F238E27FC236}">
                  <a16:creationId xmlns:a16="http://schemas.microsoft.com/office/drawing/2014/main" id="{5EA700E3-20E1-4EB8-911E-C3362DE2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835"/>
              <a:ext cx="5" cy="8"/>
            </a:xfrm>
            <a:custGeom>
              <a:avLst/>
              <a:gdLst>
                <a:gd name="T0" fmla="*/ 0 w 5"/>
                <a:gd name="T1" fmla="*/ 5 h 8"/>
                <a:gd name="T2" fmla="*/ 5 w 5"/>
                <a:gd name="T3" fmla="*/ 8 h 8"/>
                <a:gd name="T4" fmla="*/ 5 w 5"/>
                <a:gd name="T5" fmla="*/ 2 h 8"/>
                <a:gd name="T6" fmla="*/ 3 w 5"/>
                <a:gd name="T7" fmla="*/ 0 h 8"/>
                <a:gd name="T8" fmla="*/ 0 w 5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lnTo>
                    <a:pt x="5" y="8"/>
                  </a:lnTo>
                  <a:lnTo>
                    <a:pt x="5" y="2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0" name="Freeform 1720">
              <a:extLst>
                <a:ext uri="{FF2B5EF4-FFF2-40B4-BE49-F238E27FC236}">
                  <a16:creationId xmlns:a16="http://schemas.microsoft.com/office/drawing/2014/main" id="{D053B523-B4A5-4D73-A605-EFB824CC2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901"/>
              <a:ext cx="7" cy="14"/>
            </a:xfrm>
            <a:custGeom>
              <a:avLst/>
              <a:gdLst>
                <a:gd name="T0" fmla="*/ 0 w 3"/>
                <a:gd name="T1" fmla="*/ 62 h 5"/>
                <a:gd name="T2" fmla="*/ 12 w 3"/>
                <a:gd name="T3" fmla="*/ 109 h 5"/>
                <a:gd name="T4" fmla="*/ 37 w 3"/>
                <a:gd name="T5" fmla="*/ 0 h 5"/>
                <a:gd name="T6" fmla="*/ 12 w 3"/>
                <a:gd name="T7" fmla="*/ 0 h 5"/>
                <a:gd name="T8" fmla="*/ 0 w 3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1" name="Freeform 1721">
              <a:extLst>
                <a:ext uri="{FF2B5EF4-FFF2-40B4-BE49-F238E27FC236}">
                  <a16:creationId xmlns:a16="http://schemas.microsoft.com/office/drawing/2014/main" id="{3E1CA2CE-0352-4C4E-B52D-D13B85BC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87"/>
              <a:ext cx="5" cy="8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5 h 8"/>
                <a:gd name="T4" fmla="*/ 5 w 5"/>
                <a:gd name="T5" fmla="*/ 8 h 8"/>
                <a:gd name="T6" fmla="*/ 5 w 5"/>
                <a:gd name="T7" fmla="*/ 0 h 8"/>
                <a:gd name="T8" fmla="*/ 0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lnTo>
                    <a:pt x="0" y="5"/>
                  </a:lnTo>
                  <a:lnTo>
                    <a:pt x="5" y="8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2" name="Freeform 1722">
              <a:extLst>
                <a:ext uri="{FF2B5EF4-FFF2-40B4-BE49-F238E27FC236}">
                  <a16:creationId xmlns:a16="http://schemas.microsoft.com/office/drawing/2014/main" id="{87A7C892-AD84-444F-85C0-66E0ADB7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045"/>
              <a:ext cx="22" cy="19"/>
            </a:xfrm>
            <a:custGeom>
              <a:avLst/>
              <a:gdLst>
                <a:gd name="T0" fmla="*/ 29 w 9"/>
                <a:gd name="T1" fmla="*/ 22 h 7"/>
                <a:gd name="T2" fmla="*/ 12 w 9"/>
                <a:gd name="T3" fmla="*/ 81 h 7"/>
                <a:gd name="T4" fmla="*/ 71 w 9"/>
                <a:gd name="T5" fmla="*/ 141 h 7"/>
                <a:gd name="T6" fmla="*/ 132 w 9"/>
                <a:gd name="T7" fmla="*/ 81 h 7"/>
                <a:gd name="T8" fmla="*/ 90 w 9"/>
                <a:gd name="T9" fmla="*/ 0 h 7"/>
                <a:gd name="T10" fmla="*/ 71 w 9"/>
                <a:gd name="T11" fmla="*/ 0 h 7"/>
                <a:gd name="T12" fmla="*/ 90 w 9"/>
                <a:gd name="T13" fmla="*/ 22 h 7"/>
                <a:gd name="T14" fmla="*/ 29 w 9"/>
                <a:gd name="T15" fmla="*/ 22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6"/>
                    <a:pt x="3" y="6"/>
                    <a:pt x="5" y="7"/>
                  </a:cubicBezTo>
                  <a:cubicBezTo>
                    <a:pt x="7" y="7"/>
                    <a:pt x="8" y="6"/>
                    <a:pt x="9" y="4"/>
                  </a:cubicBezTo>
                  <a:cubicBezTo>
                    <a:pt x="9" y="2"/>
                    <a:pt x="8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3" name="Freeform 1723">
              <a:extLst>
                <a:ext uri="{FF2B5EF4-FFF2-40B4-BE49-F238E27FC236}">
                  <a16:creationId xmlns:a16="http://schemas.microsoft.com/office/drawing/2014/main" id="{B4D4951A-E706-4993-8568-677361E3B5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9" y="2043"/>
              <a:ext cx="10" cy="13"/>
            </a:xfrm>
            <a:custGeom>
              <a:avLst/>
              <a:gdLst>
                <a:gd name="T0" fmla="*/ 0 w 4"/>
                <a:gd name="T1" fmla="*/ 21 h 5"/>
                <a:gd name="T2" fmla="*/ 0 w 4"/>
                <a:gd name="T3" fmla="*/ 34 h 5"/>
                <a:gd name="T4" fmla="*/ 0 w 4"/>
                <a:gd name="T5" fmla="*/ 55 h 5"/>
                <a:gd name="T6" fmla="*/ 0 w 4"/>
                <a:gd name="T7" fmla="*/ 55 h 5"/>
                <a:gd name="T8" fmla="*/ 0 w 4"/>
                <a:gd name="T9" fmla="*/ 55 h 5"/>
                <a:gd name="T10" fmla="*/ 0 w 4"/>
                <a:gd name="T11" fmla="*/ 68 h 5"/>
                <a:gd name="T12" fmla="*/ 0 w 4"/>
                <a:gd name="T13" fmla="*/ 68 h 5"/>
                <a:gd name="T14" fmla="*/ 20 w 4"/>
                <a:gd name="T15" fmla="*/ 68 h 5"/>
                <a:gd name="T16" fmla="*/ 33 w 4"/>
                <a:gd name="T17" fmla="*/ 88 h 5"/>
                <a:gd name="T18" fmla="*/ 50 w 4"/>
                <a:gd name="T19" fmla="*/ 88 h 5"/>
                <a:gd name="T20" fmla="*/ 50 w 4"/>
                <a:gd name="T21" fmla="*/ 88 h 5"/>
                <a:gd name="T22" fmla="*/ 50 w 4"/>
                <a:gd name="T23" fmla="*/ 88 h 5"/>
                <a:gd name="T24" fmla="*/ 63 w 4"/>
                <a:gd name="T25" fmla="*/ 68 h 5"/>
                <a:gd name="T26" fmla="*/ 63 w 4"/>
                <a:gd name="T27" fmla="*/ 55 h 5"/>
                <a:gd name="T28" fmla="*/ 63 w 4"/>
                <a:gd name="T29" fmla="*/ 34 h 5"/>
                <a:gd name="T30" fmla="*/ 63 w 4"/>
                <a:gd name="T31" fmla="*/ 21 h 5"/>
                <a:gd name="T32" fmla="*/ 63 w 4"/>
                <a:gd name="T33" fmla="*/ 21 h 5"/>
                <a:gd name="T34" fmla="*/ 63 w 4"/>
                <a:gd name="T35" fmla="*/ 21 h 5"/>
                <a:gd name="T36" fmla="*/ 33 w 4"/>
                <a:gd name="T37" fmla="*/ 0 h 5"/>
                <a:gd name="T38" fmla="*/ 0 w 4"/>
                <a:gd name="T39" fmla="*/ 21 h 5"/>
                <a:gd name="T40" fmla="*/ 33 w 4"/>
                <a:gd name="T41" fmla="*/ 21 h 5"/>
                <a:gd name="T42" fmla="*/ 33 w 4"/>
                <a:gd name="T43" fmla="*/ 21 h 5"/>
                <a:gd name="T44" fmla="*/ 33 w 4"/>
                <a:gd name="T45" fmla="*/ 21 h 5"/>
                <a:gd name="T46" fmla="*/ 0 w 4"/>
                <a:gd name="T47" fmla="*/ 34 h 5"/>
                <a:gd name="T48" fmla="*/ 20 w 4"/>
                <a:gd name="T49" fmla="*/ 21 h 5"/>
                <a:gd name="T50" fmla="*/ 0 w 4"/>
                <a:gd name="T51" fmla="*/ 34 h 5"/>
                <a:gd name="T52" fmla="*/ 0 w 4"/>
                <a:gd name="T53" fmla="*/ 34 h 5"/>
                <a:gd name="T54" fmla="*/ 20 w 4"/>
                <a:gd name="T55" fmla="*/ 55 h 5"/>
                <a:gd name="T56" fmla="*/ 20 w 4"/>
                <a:gd name="T57" fmla="*/ 34 h 5"/>
                <a:gd name="T58" fmla="*/ 50 w 4"/>
                <a:gd name="T59" fmla="*/ 21 h 5"/>
                <a:gd name="T60" fmla="*/ 63 w 4"/>
                <a:gd name="T61" fmla="*/ 34 h 5"/>
                <a:gd name="T62" fmla="*/ 63 w 4"/>
                <a:gd name="T63" fmla="*/ 34 h 5"/>
                <a:gd name="T64" fmla="*/ 50 w 4"/>
                <a:gd name="T65" fmla="*/ 68 h 5"/>
                <a:gd name="T66" fmla="*/ 33 w 4"/>
                <a:gd name="T67" fmla="*/ 68 h 5"/>
                <a:gd name="T68" fmla="*/ 20 w 4"/>
                <a:gd name="T69" fmla="*/ 55 h 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3" y="4"/>
                    <a:pt x="2" y="5"/>
                    <a:pt x="2" y="4"/>
                  </a:cubicBezTo>
                  <a:cubicBezTo>
                    <a:pt x="1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6" name="Freeform 1724">
              <a:extLst>
                <a:ext uri="{FF2B5EF4-FFF2-40B4-BE49-F238E27FC236}">
                  <a16:creationId xmlns:a16="http://schemas.microsoft.com/office/drawing/2014/main" id="{9833B010-54CD-4A63-AF2C-0D314892C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4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0 w 4"/>
                <a:gd name="T3" fmla="*/ 55 h 5"/>
                <a:gd name="T4" fmla="*/ 33 w 4"/>
                <a:gd name="T5" fmla="*/ 88 h 5"/>
                <a:gd name="T6" fmla="*/ 63 w 4"/>
                <a:gd name="T7" fmla="*/ 55 h 5"/>
                <a:gd name="T8" fmla="*/ 63 w 4"/>
                <a:gd name="T9" fmla="*/ 34 h 5"/>
                <a:gd name="T10" fmla="*/ 33 w 4"/>
                <a:gd name="T11" fmla="*/ 0 h 5"/>
                <a:gd name="T12" fmla="*/ 0 w 4"/>
                <a:gd name="T13" fmla="*/ 3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7" name="Freeform 1725">
              <a:extLst>
                <a:ext uri="{FF2B5EF4-FFF2-40B4-BE49-F238E27FC236}">
                  <a16:creationId xmlns:a16="http://schemas.microsoft.com/office/drawing/2014/main" id="{23DF1785-DA8A-493F-B1BE-10B6EE9DE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053"/>
              <a:ext cx="5" cy="11"/>
            </a:xfrm>
            <a:custGeom>
              <a:avLst/>
              <a:gdLst>
                <a:gd name="T0" fmla="*/ 0 w 5"/>
                <a:gd name="T1" fmla="*/ 3 h 11"/>
                <a:gd name="T2" fmla="*/ 0 w 5"/>
                <a:gd name="T3" fmla="*/ 8 h 11"/>
                <a:gd name="T4" fmla="*/ 5 w 5"/>
                <a:gd name="T5" fmla="*/ 11 h 11"/>
                <a:gd name="T6" fmla="*/ 5 w 5"/>
                <a:gd name="T7" fmla="*/ 0 h 11"/>
                <a:gd name="T8" fmla="*/ 0 w 5"/>
                <a:gd name="T9" fmla="*/ 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0" y="3"/>
                  </a:moveTo>
                  <a:lnTo>
                    <a:pt x="0" y="8"/>
                  </a:lnTo>
                  <a:lnTo>
                    <a:pt x="5" y="11"/>
                  </a:lnTo>
                  <a:lnTo>
                    <a:pt x="5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8" name="Freeform 1726">
              <a:extLst>
                <a:ext uri="{FF2B5EF4-FFF2-40B4-BE49-F238E27FC236}">
                  <a16:creationId xmlns:a16="http://schemas.microsoft.com/office/drawing/2014/main" id="{329EF034-AC53-4AE5-B334-2C9742CC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867"/>
              <a:ext cx="25" cy="18"/>
            </a:xfrm>
            <a:custGeom>
              <a:avLst/>
              <a:gdLst>
                <a:gd name="T0" fmla="*/ 33 w 10"/>
                <a:gd name="T1" fmla="*/ 21 h 7"/>
                <a:gd name="T2" fmla="*/ 20 w 10"/>
                <a:gd name="T3" fmla="*/ 85 h 7"/>
                <a:gd name="T4" fmla="*/ 95 w 10"/>
                <a:gd name="T5" fmla="*/ 118 h 7"/>
                <a:gd name="T6" fmla="*/ 145 w 10"/>
                <a:gd name="T7" fmla="*/ 67 h 7"/>
                <a:gd name="T8" fmla="*/ 113 w 10"/>
                <a:gd name="T9" fmla="*/ 21 h 7"/>
                <a:gd name="T10" fmla="*/ 95 w 10"/>
                <a:gd name="T11" fmla="*/ 0 h 7"/>
                <a:gd name="T12" fmla="*/ 113 w 10"/>
                <a:gd name="T13" fmla="*/ 33 h 7"/>
                <a:gd name="T14" fmla="*/ 33 w 10"/>
                <a:gd name="T15" fmla="*/ 21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7">
                  <a:moveTo>
                    <a:pt x="2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2" y="6"/>
                    <a:pt x="4" y="7"/>
                    <a:pt x="6" y="7"/>
                  </a:cubicBezTo>
                  <a:cubicBezTo>
                    <a:pt x="7" y="7"/>
                    <a:pt x="9" y="6"/>
                    <a:pt x="9" y="4"/>
                  </a:cubicBezTo>
                  <a:cubicBezTo>
                    <a:pt x="10" y="3"/>
                    <a:pt x="8" y="1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9" name="Freeform 1727">
              <a:extLst>
                <a:ext uri="{FF2B5EF4-FFF2-40B4-BE49-F238E27FC236}">
                  <a16:creationId xmlns:a16="http://schemas.microsoft.com/office/drawing/2014/main" id="{441A31E8-C29C-4A67-BE92-E590B321FD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4" y="1864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0 w 5"/>
                <a:gd name="T3" fmla="*/ 56 h 6"/>
                <a:gd name="T4" fmla="*/ 0 w 5"/>
                <a:gd name="T5" fmla="*/ 56 h 6"/>
                <a:gd name="T6" fmla="*/ 12 w 5"/>
                <a:gd name="T7" fmla="*/ 56 h 6"/>
                <a:gd name="T8" fmla="*/ 12 w 5"/>
                <a:gd name="T9" fmla="*/ 56 h 6"/>
                <a:gd name="T10" fmla="*/ 12 w 5"/>
                <a:gd name="T11" fmla="*/ 77 h 6"/>
                <a:gd name="T12" fmla="*/ 12 w 5"/>
                <a:gd name="T13" fmla="*/ 77 h 6"/>
                <a:gd name="T14" fmla="*/ 12 w 5"/>
                <a:gd name="T15" fmla="*/ 93 h 6"/>
                <a:gd name="T16" fmla="*/ 29 w 5"/>
                <a:gd name="T17" fmla="*/ 93 h 6"/>
                <a:gd name="T18" fmla="*/ 41 w 5"/>
                <a:gd name="T19" fmla="*/ 93 h 6"/>
                <a:gd name="T20" fmla="*/ 41 w 5"/>
                <a:gd name="T21" fmla="*/ 93 h 6"/>
                <a:gd name="T22" fmla="*/ 41 w 5"/>
                <a:gd name="T23" fmla="*/ 93 h 6"/>
                <a:gd name="T24" fmla="*/ 58 w 5"/>
                <a:gd name="T25" fmla="*/ 93 h 6"/>
                <a:gd name="T26" fmla="*/ 70 w 5"/>
                <a:gd name="T27" fmla="*/ 56 h 6"/>
                <a:gd name="T28" fmla="*/ 70 w 5"/>
                <a:gd name="T29" fmla="*/ 35 h 6"/>
                <a:gd name="T30" fmla="*/ 58 w 5"/>
                <a:gd name="T31" fmla="*/ 21 h 6"/>
                <a:gd name="T32" fmla="*/ 70 w 5"/>
                <a:gd name="T33" fmla="*/ 21 h 6"/>
                <a:gd name="T34" fmla="*/ 58 w 5"/>
                <a:gd name="T35" fmla="*/ 21 h 6"/>
                <a:gd name="T36" fmla="*/ 41 w 5"/>
                <a:gd name="T37" fmla="*/ 21 h 6"/>
                <a:gd name="T38" fmla="*/ 12 w 5"/>
                <a:gd name="T39" fmla="*/ 21 h 6"/>
                <a:gd name="T40" fmla="*/ 41 w 5"/>
                <a:gd name="T41" fmla="*/ 21 h 6"/>
                <a:gd name="T42" fmla="*/ 41 w 5"/>
                <a:gd name="T43" fmla="*/ 21 h 6"/>
                <a:gd name="T44" fmla="*/ 41 w 5"/>
                <a:gd name="T45" fmla="*/ 21 h 6"/>
                <a:gd name="T46" fmla="*/ 12 w 5"/>
                <a:gd name="T47" fmla="*/ 56 h 6"/>
                <a:gd name="T48" fmla="*/ 12 w 5"/>
                <a:gd name="T49" fmla="*/ 35 h 6"/>
                <a:gd name="T50" fmla="*/ 12 w 5"/>
                <a:gd name="T51" fmla="*/ 56 h 6"/>
                <a:gd name="T52" fmla="*/ 12 w 5"/>
                <a:gd name="T53" fmla="*/ 77 h 6"/>
                <a:gd name="T54" fmla="*/ 12 w 5"/>
                <a:gd name="T55" fmla="*/ 56 h 6"/>
                <a:gd name="T56" fmla="*/ 41 w 5"/>
                <a:gd name="T57" fmla="*/ 21 h 6"/>
                <a:gd name="T58" fmla="*/ 70 w 5"/>
                <a:gd name="T59" fmla="*/ 35 h 6"/>
                <a:gd name="T60" fmla="*/ 70 w 5"/>
                <a:gd name="T61" fmla="*/ 56 h 6"/>
                <a:gd name="T62" fmla="*/ 58 w 5"/>
                <a:gd name="T63" fmla="*/ 77 h 6"/>
                <a:gd name="T64" fmla="*/ 29 w 5"/>
                <a:gd name="T65" fmla="*/ 93 h 6"/>
                <a:gd name="T66" fmla="*/ 12 w 5"/>
                <a:gd name="T67" fmla="*/ 77 h 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1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lose/>
                  <a:moveTo>
                    <a:pt x="1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0" name="Freeform 1728">
              <a:extLst>
                <a:ext uri="{FF2B5EF4-FFF2-40B4-BE49-F238E27FC236}">
                  <a16:creationId xmlns:a16="http://schemas.microsoft.com/office/drawing/2014/main" id="{DE373EF4-A0AD-4967-89CC-3BE200C86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864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47 h 4"/>
                <a:gd name="T4" fmla="*/ 33 w 4"/>
                <a:gd name="T5" fmla="*/ 83 h 4"/>
                <a:gd name="T6" fmla="*/ 63 w 4"/>
                <a:gd name="T7" fmla="*/ 47 h 4"/>
                <a:gd name="T8" fmla="*/ 63 w 4"/>
                <a:gd name="T9" fmla="*/ 47 h 4"/>
                <a:gd name="T10" fmla="*/ 33 w 4"/>
                <a:gd name="T11" fmla="*/ 0 h 4"/>
                <a:gd name="T12" fmla="*/ 0 w 4"/>
                <a:gd name="T13" fmla="*/ 47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4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1" name="Freeform 1729">
              <a:extLst>
                <a:ext uri="{FF2B5EF4-FFF2-40B4-BE49-F238E27FC236}">
                  <a16:creationId xmlns:a16="http://schemas.microsoft.com/office/drawing/2014/main" id="{6E3E8876-E228-4285-A0DE-2128C44F6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77"/>
              <a:ext cx="5" cy="8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6 h 8"/>
                <a:gd name="T4" fmla="*/ 5 w 5"/>
                <a:gd name="T5" fmla="*/ 8 h 8"/>
                <a:gd name="T6" fmla="*/ 5 w 5"/>
                <a:gd name="T7" fmla="*/ 0 h 8"/>
                <a:gd name="T8" fmla="*/ 0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lnTo>
                    <a:pt x="0" y="6"/>
                  </a:lnTo>
                  <a:lnTo>
                    <a:pt x="5" y="8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2" name="Freeform 1730">
              <a:extLst>
                <a:ext uri="{FF2B5EF4-FFF2-40B4-BE49-F238E27FC236}">
                  <a16:creationId xmlns:a16="http://schemas.microsoft.com/office/drawing/2014/main" id="{FE57224B-1502-4BB2-BE12-9E74E235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091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0 w 4"/>
                <a:gd name="T3" fmla="*/ 88 h 5"/>
                <a:gd name="T4" fmla="*/ 63 w 4"/>
                <a:gd name="T5" fmla="*/ 21 h 5"/>
                <a:gd name="T6" fmla="*/ 20 w 4"/>
                <a:gd name="T7" fmla="*/ 0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3" name="Freeform 1731">
              <a:extLst>
                <a:ext uri="{FF2B5EF4-FFF2-40B4-BE49-F238E27FC236}">
                  <a16:creationId xmlns:a16="http://schemas.microsoft.com/office/drawing/2014/main" id="{AD105EEB-C72F-4BFB-8F4D-9A098AA0F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091"/>
              <a:ext cx="15" cy="10"/>
            </a:xfrm>
            <a:custGeom>
              <a:avLst/>
              <a:gdLst>
                <a:gd name="T0" fmla="*/ 50 w 6"/>
                <a:gd name="T1" fmla="*/ 20 h 4"/>
                <a:gd name="T2" fmla="*/ 33 w 6"/>
                <a:gd name="T3" fmla="*/ 20 h 4"/>
                <a:gd name="T4" fmla="*/ 20 w 6"/>
                <a:gd name="T5" fmla="*/ 0 h 4"/>
                <a:gd name="T6" fmla="*/ 0 w 6"/>
                <a:gd name="T7" fmla="*/ 20 h 4"/>
                <a:gd name="T8" fmla="*/ 0 w 6"/>
                <a:gd name="T9" fmla="*/ 50 h 4"/>
                <a:gd name="T10" fmla="*/ 0 w 6"/>
                <a:gd name="T11" fmla="*/ 63 h 4"/>
                <a:gd name="T12" fmla="*/ 33 w 6"/>
                <a:gd name="T13" fmla="*/ 63 h 4"/>
                <a:gd name="T14" fmla="*/ 33 w 6"/>
                <a:gd name="T15" fmla="*/ 63 h 4"/>
                <a:gd name="T16" fmla="*/ 33 w 6"/>
                <a:gd name="T17" fmla="*/ 50 h 4"/>
                <a:gd name="T18" fmla="*/ 63 w 6"/>
                <a:gd name="T19" fmla="*/ 50 h 4"/>
                <a:gd name="T20" fmla="*/ 95 w 6"/>
                <a:gd name="T21" fmla="*/ 0 h 4"/>
                <a:gd name="T22" fmla="*/ 63 w 6"/>
                <a:gd name="T23" fmla="*/ 0 h 4"/>
                <a:gd name="T24" fmla="*/ 50 w 6"/>
                <a:gd name="T25" fmla="*/ 20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4" name="Freeform 1732">
              <a:extLst>
                <a:ext uri="{FF2B5EF4-FFF2-40B4-BE49-F238E27FC236}">
                  <a16:creationId xmlns:a16="http://schemas.microsoft.com/office/drawing/2014/main" id="{B2466C8C-5853-4A75-9484-5D8D422AD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101"/>
              <a:ext cx="5" cy="6"/>
            </a:xfrm>
            <a:custGeom>
              <a:avLst/>
              <a:gdLst>
                <a:gd name="T0" fmla="*/ 0 w 5"/>
                <a:gd name="T1" fmla="*/ 6 h 6"/>
                <a:gd name="T2" fmla="*/ 5 w 5"/>
                <a:gd name="T3" fmla="*/ 6 h 6"/>
                <a:gd name="T4" fmla="*/ 5 w 5"/>
                <a:gd name="T5" fmla="*/ 3 h 6"/>
                <a:gd name="T6" fmla="*/ 0 w 5"/>
                <a:gd name="T7" fmla="*/ 0 h 6"/>
                <a:gd name="T8" fmla="*/ 0 w 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lnTo>
                    <a:pt x="5" y="6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3" name="pita-bread-flatbread-illustration">
            <a:extLst>
              <a:ext uri="{FF2B5EF4-FFF2-40B4-BE49-F238E27FC236}">
                <a16:creationId xmlns:a16="http://schemas.microsoft.com/office/drawing/2014/main" id="{82430687-2B4D-4F80-B285-638055F1E12C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7523163" y="1911350"/>
            <a:ext cx="1309688" cy="2573337"/>
            <a:chOff x="4676" y="2539"/>
            <a:chExt cx="335" cy="658"/>
          </a:xfrm>
        </p:grpSpPr>
        <p:grpSp>
          <p:nvGrpSpPr>
            <p:cNvPr id="25612" name="Group 1734">
              <a:extLst>
                <a:ext uri="{FF2B5EF4-FFF2-40B4-BE49-F238E27FC236}">
                  <a16:creationId xmlns:a16="http://schemas.microsoft.com/office/drawing/2014/main" id="{6BEFB414-7B87-4030-B6E3-FDF106F5ED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76" y="2539"/>
              <a:ext cx="335" cy="658"/>
              <a:chOff x="4676" y="2539"/>
              <a:chExt cx="335" cy="658"/>
            </a:xfrm>
          </p:grpSpPr>
          <p:sp>
            <p:nvSpPr>
              <p:cNvPr id="25727" name="Freeform 1735">
                <a:extLst>
                  <a:ext uri="{FF2B5EF4-FFF2-40B4-BE49-F238E27FC236}">
                    <a16:creationId xmlns:a16="http://schemas.microsoft.com/office/drawing/2014/main" id="{B315B9FE-9C64-4749-81AE-7F26AE187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539"/>
                <a:ext cx="302" cy="658"/>
              </a:xfrm>
              <a:custGeom>
                <a:avLst/>
                <a:gdLst>
                  <a:gd name="T0" fmla="*/ 716 w 121"/>
                  <a:gd name="T1" fmla="*/ 418 h 247"/>
                  <a:gd name="T2" fmla="*/ 230 w 121"/>
                  <a:gd name="T3" fmla="*/ 1604 h 247"/>
                  <a:gd name="T4" fmla="*/ 0 w 121"/>
                  <a:gd name="T5" fmla="*/ 3237 h 247"/>
                  <a:gd name="T6" fmla="*/ 449 w 121"/>
                  <a:gd name="T7" fmla="*/ 4534 h 247"/>
                  <a:gd name="T8" fmla="*/ 1183 w 121"/>
                  <a:gd name="T9" fmla="*/ 4236 h 247"/>
                  <a:gd name="T10" fmla="*/ 1353 w 121"/>
                  <a:gd name="T11" fmla="*/ 3740 h 247"/>
                  <a:gd name="T12" fmla="*/ 1650 w 121"/>
                  <a:gd name="T13" fmla="*/ 2683 h 247"/>
                  <a:gd name="T14" fmla="*/ 1787 w 121"/>
                  <a:gd name="T15" fmla="*/ 1604 h 247"/>
                  <a:gd name="T16" fmla="*/ 1882 w 121"/>
                  <a:gd name="T17" fmla="*/ 815 h 247"/>
                  <a:gd name="T18" fmla="*/ 1383 w 121"/>
                  <a:gd name="T19" fmla="*/ 93 h 247"/>
                  <a:gd name="T20" fmla="*/ 716 w 121"/>
                  <a:gd name="T21" fmla="*/ 418 h 2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1" h="247">
                    <a:moveTo>
                      <a:pt x="46" y="22"/>
                    </a:moveTo>
                    <a:cubicBezTo>
                      <a:pt x="32" y="38"/>
                      <a:pt x="23" y="60"/>
                      <a:pt x="15" y="85"/>
                    </a:cubicBezTo>
                    <a:cubicBezTo>
                      <a:pt x="5" y="112"/>
                      <a:pt x="0" y="136"/>
                      <a:pt x="0" y="171"/>
                    </a:cubicBezTo>
                    <a:cubicBezTo>
                      <a:pt x="0" y="197"/>
                      <a:pt x="11" y="234"/>
                      <a:pt x="29" y="240"/>
                    </a:cubicBezTo>
                    <a:cubicBezTo>
                      <a:pt x="48" y="247"/>
                      <a:pt x="64" y="242"/>
                      <a:pt x="76" y="224"/>
                    </a:cubicBezTo>
                    <a:cubicBezTo>
                      <a:pt x="83" y="214"/>
                      <a:pt x="83" y="210"/>
                      <a:pt x="87" y="198"/>
                    </a:cubicBezTo>
                    <a:cubicBezTo>
                      <a:pt x="93" y="186"/>
                      <a:pt x="104" y="152"/>
                      <a:pt x="106" y="142"/>
                    </a:cubicBezTo>
                    <a:cubicBezTo>
                      <a:pt x="109" y="126"/>
                      <a:pt x="111" y="103"/>
                      <a:pt x="115" y="85"/>
                    </a:cubicBezTo>
                    <a:cubicBezTo>
                      <a:pt x="117" y="72"/>
                      <a:pt x="121" y="55"/>
                      <a:pt x="121" y="43"/>
                    </a:cubicBezTo>
                    <a:cubicBezTo>
                      <a:pt x="120" y="23"/>
                      <a:pt x="110" y="10"/>
                      <a:pt x="89" y="5"/>
                    </a:cubicBezTo>
                    <a:cubicBezTo>
                      <a:pt x="70" y="0"/>
                      <a:pt x="56" y="10"/>
                      <a:pt x="46" y="22"/>
                    </a:cubicBezTo>
                    <a:close/>
                  </a:path>
                </a:pathLst>
              </a:custGeom>
              <a:solidFill>
                <a:srgbClr val="FDE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8" name="Freeform 1736">
                <a:extLst>
                  <a:ext uri="{FF2B5EF4-FFF2-40B4-BE49-F238E27FC236}">
                    <a16:creationId xmlns:a16="http://schemas.microsoft.com/office/drawing/2014/main" id="{6D5C6A7B-3F98-462F-8A9E-1DE63A9B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589"/>
                <a:ext cx="223" cy="603"/>
              </a:xfrm>
              <a:custGeom>
                <a:avLst/>
                <a:gdLst>
                  <a:gd name="T0" fmla="*/ 1067 w 89"/>
                  <a:gd name="T1" fmla="*/ 0 h 226"/>
                  <a:gd name="T2" fmla="*/ 1193 w 89"/>
                  <a:gd name="T3" fmla="*/ 456 h 226"/>
                  <a:gd name="T4" fmla="*/ 1097 w 89"/>
                  <a:gd name="T5" fmla="*/ 1254 h 226"/>
                  <a:gd name="T6" fmla="*/ 960 w 89"/>
                  <a:gd name="T7" fmla="*/ 2335 h 226"/>
                  <a:gd name="T8" fmla="*/ 659 w 89"/>
                  <a:gd name="T9" fmla="*/ 3402 h 226"/>
                  <a:gd name="T10" fmla="*/ 489 w 89"/>
                  <a:gd name="T11" fmla="*/ 3893 h 226"/>
                  <a:gd name="T12" fmla="*/ 0 w 89"/>
                  <a:gd name="T13" fmla="*/ 4258 h 226"/>
                  <a:gd name="T14" fmla="*/ 1275 w 89"/>
                  <a:gd name="T15" fmla="*/ 2151 h 226"/>
                  <a:gd name="T16" fmla="*/ 1067 w 89"/>
                  <a:gd name="T17" fmla="*/ 0 h 2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226">
                    <a:moveTo>
                      <a:pt x="68" y="0"/>
                    </a:moveTo>
                    <a:cubicBezTo>
                      <a:pt x="73" y="6"/>
                      <a:pt x="75" y="14"/>
                      <a:pt x="76" y="24"/>
                    </a:cubicBezTo>
                    <a:cubicBezTo>
                      <a:pt x="76" y="36"/>
                      <a:pt x="72" y="53"/>
                      <a:pt x="70" y="66"/>
                    </a:cubicBezTo>
                    <a:cubicBezTo>
                      <a:pt x="66" y="84"/>
                      <a:pt x="64" y="107"/>
                      <a:pt x="61" y="123"/>
                    </a:cubicBezTo>
                    <a:cubicBezTo>
                      <a:pt x="59" y="133"/>
                      <a:pt x="48" y="167"/>
                      <a:pt x="42" y="179"/>
                    </a:cubicBezTo>
                    <a:cubicBezTo>
                      <a:pt x="38" y="191"/>
                      <a:pt x="38" y="195"/>
                      <a:pt x="31" y="205"/>
                    </a:cubicBezTo>
                    <a:cubicBezTo>
                      <a:pt x="22" y="218"/>
                      <a:pt x="12" y="224"/>
                      <a:pt x="0" y="224"/>
                    </a:cubicBezTo>
                    <a:cubicBezTo>
                      <a:pt x="55" y="226"/>
                      <a:pt x="74" y="150"/>
                      <a:pt x="81" y="113"/>
                    </a:cubicBezTo>
                    <a:cubicBezTo>
                      <a:pt x="89" y="68"/>
                      <a:pt x="87" y="19"/>
                      <a:pt x="68" y="0"/>
                    </a:cubicBezTo>
                    <a:close/>
                  </a:path>
                </a:pathLst>
              </a:custGeom>
              <a:solidFill>
                <a:srgbClr val="DDB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9" name="Freeform 1737">
                <a:extLst>
                  <a:ext uri="{FF2B5EF4-FFF2-40B4-BE49-F238E27FC236}">
                    <a16:creationId xmlns:a16="http://schemas.microsoft.com/office/drawing/2014/main" id="{EF6BCAAF-018B-4BC6-A8B1-18A16E0CE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555"/>
                <a:ext cx="183" cy="240"/>
              </a:xfrm>
              <a:custGeom>
                <a:avLst/>
                <a:gdLst>
                  <a:gd name="T0" fmla="*/ 0 w 73"/>
                  <a:gd name="T1" fmla="*/ 1707 h 90"/>
                  <a:gd name="T2" fmla="*/ 175 w 73"/>
                  <a:gd name="T3" fmla="*/ 1080 h 90"/>
                  <a:gd name="T4" fmla="*/ 376 w 73"/>
                  <a:gd name="T5" fmla="*/ 568 h 90"/>
                  <a:gd name="T6" fmla="*/ 426 w 73"/>
                  <a:gd name="T7" fmla="*/ 456 h 90"/>
                  <a:gd name="T8" fmla="*/ 521 w 73"/>
                  <a:gd name="T9" fmla="*/ 363 h 90"/>
                  <a:gd name="T10" fmla="*/ 659 w 73"/>
                  <a:gd name="T11" fmla="*/ 171 h 90"/>
                  <a:gd name="T12" fmla="*/ 897 w 73"/>
                  <a:gd name="T13" fmla="*/ 35 h 90"/>
                  <a:gd name="T14" fmla="*/ 1151 w 73"/>
                  <a:gd name="T15" fmla="*/ 77 h 90"/>
                  <a:gd name="T16" fmla="*/ 930 w 73"/>
                  <a:gd name="T17" fmla="*/ 205 h 90"/>
                  <a:gd name="T18" fmla="*/ 617 w 73"/>
                  <a:gd name="T19" fmla="*/ 307 h 90"/>
                  <a:gd name="T20" fmla="*/ 534 w 73"/>
                  <a:gd name="T21" fmla="*/ 477 h 90"/>
                  <a:gd name="T22" fmla="*/ 521 w 73"/>
                  <a:gd name="T23" fmla="*/ 589 h 90"/>
                  <a:gd name="T24" fmla="*/ 409 w 73"/>
                  <a:gd name="T25" fmla="*/ 627 h 90"/>
                  <a:gd name="T26" fmla="*/ 396 w 73"/>
                  <a:gd name="T27" fmla="*/ 717 h 90"/>
                  <a:gd name="T28" fmla="*/ 313 w 73"/>
                  <a:gd name="T29" fmla="*/ 832 h 90"/>
                  <a:gd name="T30" fmla="*/ 271 w 73"/>
                  <a:gd name="T31" fmla="*/ 968 h 90"/>
                  <a:gd name="T32" fmla="*/ 251 w 73"/>
                  <a:gd name="T33" fmla="*/ 1045 h 90"/>
                  <a:gd name="T34" fmla="*/ 221 w 73"/>
                  <a:gd name="T35" fmla="*/ 1216 h 90"/>
                  <a:gd name="T36" fmla="*/ 158 w 73"/>
                  <a:gd name="T37" fmla="*/ 1365 h 90"/>
                  <a:gd name="T38" fmla="*/ 95 w 73"/>
                  <a:gd name="T39" fmla="*/ 1536 h 9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3" h="90">
                    <a:moveTo>
                      <a:pt x="0" y="90"/>
                    </a:moveTo>
                    <a:cubicBezTo>
                      <a:pt x="3" y="79"/>
                      <a:pt x="7" y="68"/>
                      <a:pt x="11" y="57"/>
                    </a:cubicBezTo>
                    <a:cubicBezTo>
                      <a:pt x="14" y="48"/>
                      <a:pt x="18" y="37"/>
                      <a:pt x="24" y="30"/>
                    </a:cubicBezTo>
                    <a:cubicBezTo>
                      <a:pt x="26" y="28"/>
                      <a:pt x="26" y="25"/>
                      <a:pt x="27" y="24"/>
                    </a:cubicBezTo>
                    <a:cubicBezTo>
                      <a:pt x="29" y="22"/>
                      <a:pt x="31" y="21"/>
                      <a:pt x="33" y="19"/>
                    </a:cubicBezTo>
                    <a:cubicBezTo>
                      <a:pt x="36" y="16"/>
                      <a:pt x="39" y="12"/>
                      <a:pt x="42" y="9"/>
                    </a:cubicBezTo>
                    <a:cubicBezTo>
                      <a:pt x="46" y="6"/>
                      <a:pt x="52" y="4"/>
                      <a:pt x="57" y="2"/>
                    </a:cubicBezTo>
                    <a:cubicBezTo>
                      <a:pt x="64" y="0"/>
                      <a:pt x="66" y="3"/>
                      <a:pt x="73" y="4"/>
                    </a:cubicBezTo>
                    <a:cubicBezTo>
                      <a:pt x="65" y="4"/>
                      <a:pt x="57" y="2"/>
                      <a:pt x="59" y="11"/>
                    </a:cubicBezTo>
                    <a:cubicBezTo>
                      <a:pt x="54" y="9"/>
                      <a:pt x="43" y="11"/>
                      <a:pt x="39" y="16"/>
                    </a:cubicBezTo>
                    <a:cubicBezTo>
                      <a:pt x="37" y="18"/>
                      <a:pt x="37" y="22"/>
                      <a:pt x="34" y="25"/>
                    </a:cubicBezTo>
                    <a:cubicBezTo>
                      <a:pt x="32" y="27"/>
                      <a:pt x="29" y="28"/>
                      <a:pt x="33" y="31"/>
                    </a:cubicBezTo>
                    <a:cubicBezTo>
                      <a:pt x="31" y="32"/>
                      <a:pt x="28" y="32"/>
                      <a:pt x="26" y="33"/>
                    </a:cubicBezTo>
                    <a:cubicBezTo>
                      <a:pt x="25" y="35"/>
                      <a:pt x="26" y="36"/>
                      <a:pt x="25" y="38"/>
                    </a:cubicBezTo>
                    <a:cubicBezTo>
                      <a:pt x="24" y="40"/>
                      <a:pt x="21" y="42"/>
                      <a:pt x="20" y="44"/>
                    </a:cubicBezTo>
                    <a:cubicBezTo>
                      <a:pt x="19" y="46"/>
                      <a:pt x="18" y="49"/>
                      <a:pt x="17" y="51"/>
                    </a:cubicBezTo>
                    <a:cubicBezTo>
                      <a:pt x="16" y="52"/>
                      <a:pt x="17" y="54"/>
                      <a:pt x="16" y="55"/>
                    </a:cubicBezTo>
                    <a:cubicBezTo>
                      <a:pt x="15" y="59"/>
                      <a:pt x="11" y="60"/>
                      <a:pt x="14" y="64"/>
                    </a:cubicBezTo>
                    <a:cubicBezTo>
                      <a:pt x="11" y="66"/>
                      <a:pt x="11" y="69"/>
                      <a:pt x="10" y="72"/>
                    </a:cubicBezTo>
                    <a:cubicBezTo>
                      <a:pt x="8" y="75"/>
                      <a:pt x="5" y="77"/>
                      <a:pt x="6" y="8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0" name="Freeform 1738">
                <a:extLst>
                  <a:ext uri="{FF2B5EF4-FFF2-40B4-BE49-F238E27FC236}">
                    <a16:creationId xmlns:a16="http://schemas.microsoft.com/office/drawing/2014/main" id="{44030AA6-B4C6-4D14-9F20-5E6FFB2FE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805"/>
                <a:ext cx="28" cy="270"/>
              </a:xfrm>
              <a:custGeom>
                <a:avLst/>
                <a:gdLst>
                  <a:gd name="T0" fmla="*/ 117 w 11"/>
                  <a:gd name="T1" fmla="*/ 192 h 101"/>
                  <a:gd name="T2" fmla="*/ 84 w 11"/>
                  <a:gd name="T3" fmla="*/ 457 h 101"/>
                  <a:gd name="T4" fmla="*/ 64 w 11"/>
                  <a:gd name="T5" fmla="*/ 650 h 101"/>
                  <a:gd name="T6" fmla="*/ 51 w 11"/>
                  <a:gd name="T7" fmla="*/ 1085 h 101"/>
                  <a:gd name="T8" fmla="*/ 163 w 11"/>
                  <a:gd name="T9" fmla="*/ 1930 h 101"/>
                  <a:gd name="T10" fmla="*/ 97 w 11"/>
                  <a:gd name="T11" fmla="*/ 1280 h 101"/>
                  <a:gd name="T12" fmla="*/ 117 w 11"/>
                  <a:gd name="T13" fmla="*/ 1200 h 101"/>
                  <a:gd name="T14" fmla="*/ 64 w 11"/>
                  <a:gd name="T15" fmla="*/ 1107 h 101"/>
                  <a:gd name="T16" fmla="*/ 84 w 11"/>
                  <a:gd name="T17" fmla="*/ 957 h 101"/>
                  <a:gd name="T18" fmla="*/ 130 w 11"/>
                  <a:gd name="T19" fmla="*/ 786 h 101"/>
                  <a:gd name="T20" fmla="*/ 97 w 11"/>
                  <a:gd name="T21" fmla="*/ 628 h 101"/>
                  <a:gd name="T22" fmla="*/ 117 w 11"/>
                  <a:gd name="T23" fmla="*/ 479 h 101"/>
                  <a:gd name="T24" fmla="*/ 150 w 11"/>
                  <a:gd name="T25" fmla="*/ 251 h 101"/>
                  <a:gd name="T26" fmla="*/ 181 w 11"/>
                  <a:gd name="T27" fmla="*/ 0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01">
                    <a:moveTo>
                      <a:pt x="7" y="10"/>
                    </a:moveTo>
                    <a:cubicBezTo>
                      <a:pt x="8" y="14"/>
                      <a:pt x="5" y="19"/>
                      <a:pt x="5" y="24"/>
                    </a:cubicBezTo>
                    <a:cubicBezTo>
                      <a:pt x="4" y="27"/>
                      <a:pt x="4" y="31"/>
                      <a:pt x="4" y="34"/>
                    </a:cubicBezTo>
                    <a:cubicBezTo>
                      <a:pt x="4" y="42"/>
                      <a:pt x="3" y="49"/>
                      <a:pt x="3" y="57"/>
                    </a:cubicBezTo>
                    <a:cubicBezTo>
                      <a:pt x="3" y="71"/>
                      <a:pt x="0" y="88"/>
                      <a:pt x="10" y="101"/>
                    </a:cubicBezTo>
                    <a:cubicBezTo>
                      <a:pt x="2" y="92"/>
                      <a:pt x="7" y="77"/>
                      <a:pt x="6" y="67"/>
                    </a:cubicBezTo>
                    <a:cubicBezTo>
                      <a:pt x="6" y="65"/>
                      <a:pt x="8" y="64"/>
                      <a:pt x="7" y="63"/>
                    </a:cubicBezTo>
                    <a:cubicBezTo>
                      <a:pt x="7" y="61"/>
                      <a:pt x="5" y="60"/>
                      <a:pt x="4" y="58"/>
                    </a:cubicBezTo>
                    <a:cubicBezTo>
                      <a:pt x="4" y="56"/>
                      <a:pt x="5" y="52"/>
                      <a:pt x="5" y="50"/>
                    </a:cubicBezTo>
                    <a:cubicBezTo>
                      <a:pt x="5" y="46"/>
                      <a:pt x="8" y="44"/>
                      <a:pt x="8" y="41"/>
                    </a:cubicBezTo>
                    <a:cubicBezTo>
                      <a:pt x="9" y="38"/>
                      <a:pt x="6" y="36"/>
                      <a:pt x="6" y="33"/>
                    </a:cubicBezTo>
                    <a:cubicBezTo>
                      <a:pt x="6" y="31"/>
                      <a:pt x="7" y="28"/>
                      <a:pt x="7" y="25"/>
                    </a:cubicBezTo>
                    <a:cubicBezTo>
                      <a:pt x="7" y="21"/>
                      <a:pt x="8" y="17"/>
                      <a:pt x="9" y="13"/>
                    </a:cubicBezTo>
                    <a:cubicBezTo>
                      <a:pt x="9" y="9"/>
                      <a:pt x="8" y="3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1" name="Freeform 1739">
                <a:extLst>
                  <a:ext uri="{FF2B5EF4-FFF2-40B4-BE49-F238E27FC236}">
                    <a16:creationId xmlns:a16="http://schemas.microsoft.com/office/drawing/2014/main" id="{F39FDD5D-5BDB-4702-925F-687B2EDE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717"/>
                <a:ext cx="118" cy="430"/>
              </a:xfrm>
              <a:custGeom>
                <a:avLst/>
                <a:gdLst>
                  <a:gd name="T0" fmla="*/ 726 w 47"/>
                  <a:gd name="T1" fmla="*/ 248 h 161"/>
                  <a:gd name="T2" fmla="*/ 618 w 47"/>
                  <a:gd name="T3" fmla="*/ 1071 h 161"/>
                  <a:gd name="T4" fmla="*/ 585 w 47"/>
                  <a:gd name="T5" fmla="*/ 1370 h 161"/>
                  <a:gd name="T6" fmla="*/ 472 w 47"/>
                  <a:gd name="T7" fmla="*/ 1733 h 161"/>
                  <a:gd name="T8" fmla="*/ 284 w 47"/>
                  <a:gd name="T9" fmla="*/ 2476 h 161"/>
                  <a:gd name="T10" fmla="*/ 188 w 47"/>
                  <a:gd name="T11" fmla="*/ 2783 h 161"/>
                  <a:gd name="T12" fmla="*/ 0 w 47"/>
                  <a:gd name="T13" fmla="*/ 3066 h 161"/>
                  <a:gd name="T14" fmla="*/ 126 w 47"/>
                  <a:gd name="T15" fmla="*/ 2839 h 161"/>
                  <a:gd name="T16" fmla="*/ 83 w 47"/>
                  <a:gd name="T17" fmla="*/ 2804 h 161"/>
                  <a:gd name="T18" fmla="*/ 158 w 47"/>
                  <a:gd name="T19" fmla="*/ 2633 h 161"/>
                  <a:gd name="T20" fmla="*/ 126 w 47"/>
                  <a:gd name="T21" fmla="*/ 2476 h 161"/>
                  <a:gd name="T22" fmla="*/ 251 w 47"/>
                  <a:gd name="T23" fmla="*/ 2155 h 161"/>
                  <a:gd name="T24" fmla="*/ 346 w 47"/>
                  <a:gd name="T25" fmla="*/ 1848 h 161"/>
                  <a:gd name="T26" fmla="*/ 429 w 47"/>
                  <a:gd name="T27" fmla="*/ 1733 h 161"/>
                  <a:gd name="T28" fmla="*/ 442 w 47"/>
                  <a:gd name="T29" fmla="*/ 1584 h 161"/>
                  <a:gd name="T30" fmla="*/ 429 w 47"/>
                  <a:gd name="T31" fmla="*/ 1562 h 161"/>
                  <a:gd name="T32" fmla="*/ 535 w 47"/>
                  <a:gd name="T33" fmla="*/ 1298 h 161"/>
                  <a:gd name="T34" fmla="*/ 535 w 47"/>
                  <a:gd name="T35" fmla="*/ 1084 h 161"/>
                  <a:gd name="T36" fmla="*/ 522 w 47"/>
                  <a:gd name="T37" fmla="*/ 970 h 161"/>
                  <a:gd name="T38" fmla="*/ 585 w 47"/>
                  <a:gd name="T39" fmla="*/ 742 h 161"/>
                  <a:gd name="T40" fmla="*/ 630 w 47"/>
                  <a:gd name="T41" fmla="*/ 572 h 161"/>
                  <a:gd name="T42" fmla="*/ 630 w 47"/>
                  <a:gd name="T43" fmla="*/ 457 h 161"/>
                  <a:gd name="T44" fmla="*/ 713 w 47"/>
                  <a:gd name="T45" fmla="*/ 227 h 161"/>
                  <a:gd name="T46" fmla="*/ 743 w 47"/>
                  <a:gd name="T47" fmla="*/ 0 h 16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161">
                    <a:moveTo>
                      <a:pt x="46" y="13"/>
                    </a:moveTo>
                    <a:cubicBezTo>
                      <a:pt x="44" y="27"/>
                      <a:pt x="41" y="41"/>
                      <a:pt x="39" y="56"/>
                    </a:cubicBezTo>
                    <a:cubicBezTo>
                      <a:pt x="38" y="61"/>
                      <a:pt x="38" y="67"/>
                      <a:pt x="37" y="72"/>
                    </a:cubicBezTo>
                    <a:cubicBezTo>
                      <a:pt x="35" y="79"/>
                      <a:pt x="32" y="85"/>
                      <a:pt x="30" y="91"/>
                    </a:cubicBezTo>
                    <a:cubicBezTo>
                      <a:pt x="26" y="104"/>
                      <a:pt x="22" y="117"/>
                      <a:pt x="18" y="130"/>
                    </a:cubicBezTo>
                    <a:cubicBezTo>
                      <a:pt x="16" y="135"/>
                      <a:pt x="14" y="141"/>
                      <a:pt x="12" y="146"/>
                    </a:cubicBezTo>
                    <a:cubicBezTo>
                      <a:pt x="9" y="153"/>
                      <a:pt x="5" y="156"/>
                      <a:pt x="0" y="161"/>
                    </a:cubicBezTo>
                    <a:cubicBezTo>
                      <a:pt x="4" y="160"/>
                      <a:pt x="8" y="154"/>
                      <a:pt x="8" y="149"/>
                    </a:cubicBezTo>
                    <a:cubicBezTo>
                      <a:pt x="6" y="150"/>
                      <a:pt x="5" y="149"/>
                      <a:pt x="5" y="147"/>
                    </a:cubicBezTo>
                    <a:cubicBezTo>
                      <a:pt x="8" y="146"/>
                      <a:pt x="10" y="141"/>
                      <a:pt x="10" y="138"/>
                    </a:cubicBezTo>
                    <a:cubicBezTo>
                      <a:pt x="11" y="135"/>
                      <a:pt x="8" y="133"/>
                      <a:pt x="8" y="130"/>
                    </a:cubicBezTo>
                    <a:cubicBezTo>
                      <a:pt x="11" y="134"/>
                      <a:pt x="19" y="118"/>
                      <a:pt x="16" y="113"/>
                    </a:cubicBezTo>
                    <a:cubicBezTo>
                      <a:pt x="22" y="113"/>
                      <a:pt x="21" y="100"/>
                      <a:pt x="22" y="97"/>
                    </a:cubicBezTo>
                    <a:cubicBezTo>
                      <a:pt x="23" y="95"/>
                      <a:pt x="26" y="94"/>
                      <a:pt x="27" y="91"/>
                    </a:cubicBezTo>
                    <a:cubicBezTo>
                      <a:pt x="28" y="88"/>
                      <a:pt x="28" y="85"/>
                      <a:pt x="28" y="83"/>
                    </a:cubicBezTo>
                    <a:cubicBezTo>
                      <a:pt x="27" y="83"/>
                      <a:pt x="27" y="82"/>
                      <a:pt x="27" y="82"/>
                    </a:cubicBezTo>
                    <a:cubicBezTo>
                      <a:pt x="30" y="82"/>
                      <a:pt x="34" y="71"/>
                      <a:pt x="34" y="68"/>
                    </a:cubicBezTo>
                    <a:cubicBezTo>
                      <a:pt x="35" y="64"/>
                      <a:pt x="34" y="61"/>
                      <a:pt x="34" y="57"/>
                    </a:cubicBezTo>
                    <a:cubicBezTo>
                      <a:pt x="34" y="55"/>
                      <a:pt x="35" y="53"/>
                      <a:pt x="33" y="51"/>
                    </a:cubicBezTo>
                    <a:cubicBezTo>
                      <a:pt x="37" y="49"/>
                      <a:pt x="36" y="43"/>
                      <a:pt x="37" y="39"/>
                    </a:cubicBezTo>
                    <a:cubicBezTo>
                      <a:pt x="38" y="36"/>
                      <a:pt x="40" y="33"/>
                      <a:pt x="40" y="30"/>
                    </a:cubicBezTo>
                    <a:cubicBezTo>
                      <a:pt x="40" y="28"/>
                      <a:pt x="39" y="26"/>
                      <a:pt x="40" y="24"/>
                    </a:cubicBezTo>
                    <a:cubicBezTo>
                      <a:pt x="40" y="20"/>
                      <a:pt x="44" y="16"/>
                      <a:pt x="45" y="12"/>
                    </a:cubicBezTo>
                    <a:cubicBezTo>
                      <a:pt x="46" y="9"/>
                      <a:pt x="47" y="4"/>
                      <a:pt x="47" y="0"/>
                    </a:cubicBezTo>
                  </a:path>
                </a:pathLst>
              </a:custGeom>
              <a:solidFill>
                <a:srgbClr val="EEC9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2" name="Freeform 1740">
                <a:extLst>
                  <a:ext uri="{FF2B5EF4-FFF2-40B4-BE49-F238E27FC236}">
                    <a16:creationId xmlns:a16="http://schemas.microsoft.com/office/drawing/2014/main" id="{31671820-FD90-4C74-8216-0F29FE68E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813"/>
                <a:ext cx="135" cy="355"/>
              </a:xfrm>
              <a:custGeom>
                <a:avLst/>
                <a:gdLst>
                  <a:gd name="T0" fmla="*/ 533 w 54"/>
                  <a:gd name="T1" fmla="*/ 798 h 133"/>
                  <a:gd name="T2" fmla="*/ 395 w 54"/>
                  <a:gd name="T3" fmla="*/ 1409 h 133"/>
                  <a:gd name="T4" fmla="*/ 238 w 54"/>
                  <a:gd name="T5" fmla="*/ 1882 h 133"/>
                  <a:gd name="T6" fmla="*/ 95 w 54"/>
                  <a:gd name="T7" fmla="*/ 2266 h 133"/>
                  <a:gd name="T8" fmla="*/ 0 w 54"/>
                  <a:gd name="T9" fmla="*/ 2530 h 133"/>
                  <a:gd name="T10" fmla="*/ 188 w 54"/>
                  <a:gd name="T11" fmla="*/ 2322 h 133"/>
                  <a:gd name="T12" fmla="*/ 395 w 54"/>
                  <a:gd name="T13" fmla="*/ 2053 h 133"/>
                  <a:gd name="T14" fmla="*/ 675 w 54"/>
                  <a:gd name="T15" fmla="*/ 1447 h 133"/>
                  <a:gd name="T16" fmla="*/ 783 w 54"/>
                  <a:gd name="T17" fmla="*/ 798 h 133"/>
                  <a:gd name="T18" fmla="*/ 833 w 54"/>
                  <a:gd name="T19" fmla="*/ 456 h 133"/>
                  <a:gd name="T20" fmla="*/ 845 w 54"/>
                  <a:gd name="T21" fmla="*/ 171 h 133"/>
                  <a:gd name="T22" fmla="*/ 845 w 54"/>
                  <a:gd name="T23" fmla="*/ 0 h 133"/>
                  <a:gd name="T24" fmla="*/ 738 w 54"/>
                  <a:gd name="T25" fmla="*/ 819 h 133"/>
                  <a:gd name="T26" fmla="*/ 595 w 54"/>
                  <a:gd name="T27" fmla="*/ 1046 h 133"/>
                  <a:gd name="T28" fmla="*/ 533 w 54"/>
                  <a:gd name="T29" fmla="*/ 948 h 1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" h="133">
                    <a:moveTo>
                      <a:pt x="34" y="42"/>
                    </a:moveTo>
                    <a:cubicBezTo>
                      <a:pt x="36" y="51"/>
                      <a:pt x="28" y="66"/>
                      <a:pt x="25" y="74"/>
                    </a:cubicBezTo>
                    <a:cubicBezTo>
                      <a:pt x="22" y="83"/>
                      <a:pt x="19" y="91"/>
                      <a:pt x="15" y="99"/>
                    </a:cubicBezTo>
                    <a:cubicBezTo>
                      <a:pt x="12" y="105"/>
                      <a:pt x="10" y="112"/>
                      <a:pt x="6" y="119"/>
                    </a:cubicBezTo>
                    <a:cubicBezTo>
                      <a:pt x="4" y="122"/>
                      <a:pt x="0" y="129"/>
                      <a:pt x="0" y="133"/>
                    </a:cubicBezTo>
                    <a:cubicBezTo>
                      <a:pt x="4" y="131"/>
                      <a:pt x="9" y="125"/>
                      <a:pt x="12" y="122"/>
                    </a:cubicBezTo>
                    <a:cubicBezTo>
                      <a:pt x="17" y="118"/>
                      <a:pt x="21" y="113"/>
                      <a:pt x="25" y="108"/>
                    </a:cubicBezTo>
                    <a:cubicBezTo>
                      <a:pt x="32" y="98"/>
                      <a:pt x="39" y="88"/>
                      <a:pt x="43" y="76"/>
                    </a:cubicBezTo>
                    <a:cubicBezTo>
                      <a:pt x="47" y="65"/>
                      <a:pt x="48" y="53"/>
                      <a:pt x="50" y="42"/>
                    </a:cubicBezTo>
                    <a:cubicBezTo>
                      <a:pt x="51" y="36"/>
                      <a:pt x="53" y="30"/>
                      <a:pt x="53" y="24"/>
                    </a:cubicBezTo>
                    <a:cubicBezTo>
                      <a:pt x="54" y="19"/>
                      <a:pt x="54" y="14"/>
                      <a:pt x="54" y="9"/>
                    </a:cubicBezTo>
                    <a:cubicBezTo>
                      <a:pt x="54" y="6"/>
                      <a:pt x="53" y="3"/>
                      <a:pt x="54" y="0"/>
                    </a:cubicBezTo>
                    <a:cubicBezTo>
                      <a:pt x="54" y="14"/>
                      <a:pt x="52" y="30"/>
                      <a:pt x="47" y="43"/>
                    </a:cubicBezTo>
                    <a:cubicBezTo>
                      <a:pt x="46" y="46"/>
                      <a:pt x="42" y="55"/>
                      <a:pt x="38" y="55"/>
                    </a:cubicBezTo>
                    <a:cubicBezTo>
                      <a:pt x="36" y="56"/>
                      <a:pt x="34" y="52"/>
                      <a:pt x="34" y="50"/>
                    </a:cubicBezTo>
                  </a:path>
                </a:pathLst>
              </a:custGeom>
              <a:solidFill>
                <a:srgbClr val="D0A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3" name="Freeform 1741">
                <a:extLst>
                  <a:ext uri="{FF2B5EF4-FFF2-40B4-BE49-F238E27FC236}">
                    <a16:creationId xmlns:a16="http://schemas.microsoft.com/office/drawing/2014/main" id="{0A5B3CAE-FCA5-4F00-92DF-3111867D1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539"/>
                <a:ext cx="302" cy="658"/>
              </a:xfrm>
              <a:custGeom>
                <a:avLst/>
                <a:gdLst>
                  <a:gd name="T0" fmla="*/ 716 w 121"/>
                  <a:gd name="T1" fmla="*/ 418 h 247"/>
                  <a:gd name="T2" fmla="*/ 230 w 121"/>
                  <a:gd name="T3" fmla="*/ 1604 h 247"/>
                  <a:gd name="T4" fmla="*/ 0 w 121"/>
                  <a:gd name="T5" fmla="*/ 3237 h 247"/>
                  <a:gd name="T6" fmla="*/ 449 w 121"/>
                  <a:gd name="T7" fmla="*/ 4534 h 247"/>
                  <a:gd name="T8" fmla="*/ 1183 w 121"/>
                  <a:gd name="T9" fmla="*/ 4236 h 247"/>
                  <a:gd name="T10" fmla="*/ 1353 w 121"/>
                  <a:gd name="T11" fmla="*/ 3740 h 247"/>
                  <a:gd name="T12" fmla="*/ 1650 w 121"/>
                  <a:gd name="T13" fmla="*/ 2683 h 247"/>
                  <a:gd name="T14" fmla="*/ 1787 w 121"/>
                  <a:gd name="T15" fmla="*/ 1604 h 247"/>
                  <a:gd name="T16" fmla="*/ 1882 w 121"/>
                  <a:gd name="T17" fmla="*/ 815 h 247"/>
                  <a:gd name="T18" fmla="*/ 1383 w 121"/>
                  <a:gd name="T19" fmla="*/ 93 h 247"/>
                  <a:gd name="T20" fmla="*/ 716 w 121"/>
                  <a:gd name="T21" fmla="*/ 418 h 2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1" h="247">
                    <a:moveTo>
                      <a:pt x="46" y="22"/>
                    </a:moveTo>
                    <a:cubicBezTo>
                      <a:pt x="32" y="38"/>
                      <a:pt x="23" y="60"/>
                      <a:pt x="15" y="85"/>
                    </a:cubicBezTo>
                    <a:cubicBezTo>
                      <a:pt x="5" y="112"/>
                      <a:pt x="0" y="136"/>
                      <a:pt x="0" y="171"/>
                    </a:cubicBezTo>
                    <a:cubicBezTo>
                      <a:pt x="0" y="197"/>
                      <a:pt x="11" y="234"/>
                      <a:pt x="29" y="240"/>
                    </a:cubicBezTo>
                    <a:cubicBezTo>
                      <a:pt x="48" y="247"/>
                      <a:pt x="64" y="242"/>
                      <a:pt x="76" y="224"/>
                    </a:cubicBezTo>
                    <a:cubicBezTo>
                      <a:pt x="83" y="214"/>
                      <a:pt x="83" y="210"/>
                      <a:pt x="87" y="198"/>
                    </a:cubicBezTo>
                    <a:cubicBezTo>
                      <a:pt x="93" y="186"/>
                      <a:pt x="104" y="152"/>
                      <a:pt x="106" y="142"/>
                    </a:cubicBezTo>
                    <a:cubicBezTo>
                      <a:pt x="109" y="126"/>
                      <a:pt x="111" y="103"/>
                      <a:pt x="115" y="85"/>
                    </a:cubicBezTo>
                    <a:cubicBezTo>
                      <a:pt x="117" y="72"/>
                      <a:pt x="121" y="55"/>
                      <a:pt x="121" y="43"/>
                    </a:cubicBezTo>
                    <a:cubicBezTo>
                      <a:pt x="120" y="23"/>
                      <a:pt x="110" y="10"/>
                      <a:pt x="89" y="5"/>
                    </a:cubicBezTo>
                    <a:cubicBezTo>
                      <a:pt x="70" y="0"/>
                      <a:pt x="56" y="10"/>
                      <a:pt x="46" y="2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4" name="Freeform 1742">
                <a:extLst>
                  <a:ext uri="{FF2B5EF4-FFF2-40B4-BE49-F238E27FC236}">
                    <a16:creationId xmlns:a16="http://schemas.microsoft.com/office/drawing/2014/main" id="{4EF9DFD0-CF4F-4725-B01F-FA36BBE5C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589"/>
                <a:ext cx="223" cy="603"/>
              </a:xfrm>
              <a:custGeom>
                <a:avLst/>
                <a:gdLst>
                  <a:gd name="T0" fmla="*/ 1067 w 89"/>
                  <a:gd name="T1" fmla="*/ 0 h 226"/>
                  <a:gd name="T2" fmla="*/ 1193 w 89"/>
                  <a:gd name="T3" fmla="*/ 456 h 226"/>
                  <a:gd name="T4" fmla="*/ 1097 w 89"/>
                  <a:gd name="T5" fmla="*/ 1254 h 226"/>
                  <a:gd name="T6" fmla="*/ 960 w 89"/>
                  <a:gd name="T7" fmla="*/ 2335 h 226"/>
                  <a:gd name="T8" fmla="*/ 659 w 89"/>
                  <a:gd name="T9" fmla="*/ 3402 h 226"/>
                  <a:gd name="T10" fmla="*/ 489 w 89"/>
                  <a:gd name="T11" fmla="*/ 3893 h 226"/>
                  <a:gd name="T12" fmla="*/ 0 w 89"/>
                  <a:gd name="T13" fmla="*/ 4258 h 226"/>
                  <a:gd name="T14" fmla="*/ 1275 w 89"/>
                  <a:gd name="T15" fmla="*/ 2151 h 226"/>
                  <a:gd name="T16" fmla="*/ 1067 w 89"/>
                  <a:gd name="T17" fmla="*/ 0 h 2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226">
                    <a:moveTo>
                      <a:pt x="68" y="0"/>
                    </a:moveTo>
                    <a:cubicBezTo>
                      <a:pt x="73" y="6"/>
                      <a:pt x="75" y="14"/>
                      <a:pt x="76" y="24"/>
                    </a:cubicBezTo>
                    <a:cubicBezTo>
                      <a:pt x="76" y="36"/>
                      <a:pt x="72" y="53"/>
                      <a:pt x="70" y="66"/>
                    </a:cubicBezTo>
                    <a:cubicBezTo>
                      <a:pt x="66" y="84"/>
                      <a:pt x="64" y="107"/>
                      <a:pt x="61" y="123"/>
                    </a:cubicBezTo>
                    <a:cubicBezTo>
                      <a:pt x="59" y="133"/>
                      <a:pt x="48" y="167"/>
                      <a:pt x="42" y="179"/>
                    </a:cubicBezTo>
                    <a:cubicBezTo>
                      <a:pt x="38" y="191"/>
                      <a:pt x="38" y="195"/>
                      <a:pt x="31" y="205"/>
                    </a:cubicBezTo>
                    <a:cubicBezTo>
                      <a:pt x="22" y="218"/>
                      <a:pt x="12" y="224"/>
                      <a:pt x="0" y="224"/>
                    </a:cubicBezTo>
                    <a:cubicBezTo>
                      <a:pt x="55" y="226"/>
                      <a:pt x="74" y="150"/>
                      <a:pt x="81" y="113"/>
                    </a:cubicBezTo>
                    <a:cubicBezTo>
                      <a:pt x="89" y="68"/>
                      <a:pt x="87" y="19"/>
                      <a:pt x="68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5" name="Freeform 1743">
                <a:extLst>
                  <a:ext uri="{FF2B5EF4-FFF2-40B4-BE49-F238E27FC236}">
                    <a16:creationId xmlns:a16="http://schemas.microsoft.com/office/drawing/2014/main" id="{49223ACF-30CC-42A1-9782-6923B4387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763"/>
                <a:ext cx="15" cy="16"/>
              </a:xfrm>
              <a:custGeom>
                <a:avLst/>
                <a:gdLst>
                  <a:gd name="T0" fmla="*/ 63 w 6"/>
                  <a:gd name="T1" fmla="*/ 0 h 6"/>
                  <a:gd name="T2" fmla="*/ 33 w 6"/>
                  <a:gd name="T3" fmla="*/ 21 h 6"/>
                  <a:gd name="T4" fmla="*/ 20 w 6"/>
                  <a:gd name="T5" fmla="*/ 35 h 6"/>
                  <a:gd name="T6" fmla="*/ 20 w 6"/>
                  <a:gd name="T7" fmla="*/ 35 h 6"/>
                  <a:gd name="T8" fmla="*/ 0 w 6"/>
                  <a:gd name="T9" fmla="*/ 56 h 6"/>
                  <a:gd name="T10" fmla="*/ 0 w 6"/>
                  <a:gd name="T11" fmla="*/ 77 h 6"/>
                  <a:gd name="T12" fmla="*/ 50 w 6"/>
                  <a:gd name="T13" fmla="*/ 93 h 6"/>
                  <a:gd name="T14" fmla="*/ 50 w 6"/>
                  <a:gd name="T15" fmla="*/ 93 h 6"/>
                  <a:gd name="T16" fmla="*/ 83 w 6"/>
                  <a:gd name="T17" fmla="*/ 56 h 6"/>
                  <a:gd name="T18" fmla="*/ 83 w 6"/>
                  <a:gd name="T19" fmla="*/ 21 h 6"/>
                  <a:gd name="T20" fmla="*/ 63 w 6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5" y="5"/>
                      <a:pt x="5" y="3"/>
                    </a:cubicBezTo>
                    <a:cubicBezTo>
                      <a:pt x="5" y="2"/>
                      <a:pt x="6" y="1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6" name="Freeform 1744">
                <a:extLst>
                  <a:ext uri="{FF2B5EF4-FFF2-40B4-BE49-F238E27FC236}">
                    <a16:creationId xmlns:a16="http://schemas.microsoft.com/office/drawing/2014/main" id="{D2AB7BA9-197D-4ECA-9F7E-0134985BF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795"/>
                <a:ext cx="20" cy="21"/>
              </a:xfrm>
              <a:custGeom>
                <a:avLst/>
                <a:gdLst>
                  <a:gd name="T0" fmla="*/ 63 w 8"/>
                  <a:gd name="T1" fmla="*/ 0 h 8"/>
                  <a:gd name="T2" fmla="*/ 33 w 8"/>
                  <a:gd name="T3" fmla="*/ 0 h 8"/>
                  <a:gd name="T4" fmla="*/ 20 w 8"/>
                  <a:gd name="T5" fmla="*/ 21 h 8"/>
                  <a:gd name="T6" fmla="*/ 20 w 8"/>
                  <a:gd name="T7" fmla="*/ 110 h 8"/>
                  <a:gd name="T8" fmla="*/ 63 w 8"/>
                  <a:gd name="T9" fmla="*/ 123 h 8"/>
                  <a:gd name="T10" fmla="*/ 113 w 8"/>
                  <a:gd name="T11" fmla="*/ 76 h 8"/>
                  <a:gd name="T12" fmla="*/ 95 w 8"/>
                  <a:gd name="T13" fmla="*/ 21 h 8"/>
                  <a:gd name="T14" fmla="*/ 63 w 8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1" y="7"/>
                      <a:pt x="3" y="8"/>
                      <a:pt x="4" y="7"/>
                    </a:cubicBezTo>
                    <a:cubicBezTo>
                      <a:pt x="5" y="7"/>
                      <a:pt x="7" y="6"/>
                      <a:pt x="7" y="4"/>
                    </a:cubicBezTo>
                    <a:cubicBezTo>
                      <a:pt x="8" y="3"/>
                      <a:pt x="7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7" name="Freeform 1745">
                <a:extLst>
                  <a:ext uri="{FF2B5EF4-FFF2-40B4-BE49-F238E27FC236}">
                    <a16:creationId xmlns:a16="http://schemas.microsoft.com/office/drawing/2014/main" id="{2F3A9304-8339-4FB1-A188-D7C8080C5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765"/>
                <a:ext cx="25" cy="22"/>
              </a:xfrm>
              <a:custGeom>
                <a:avLst/>
                <a:gdLst>
                  <a:gd name="T0" fmla="*/ 63 w 10"/>
                  <a:gd name="T1" fmla="*/ 0 h 8"/>
                  <a:gd name="T2" fmla="*/ 20 w 10"/>
                  <a:gd name="T3" fmla="*/ 61 h 8"/>
                  <a:gd name="T4" fmla="*/ 20 w 10"/>
                  <a:gd name="T5" fmla="*/ 129 h 8"/>
                  <a:gd name="T6" fmla="*/ 95 w 10"/>
                  <a:gd name="T7" fmla="*/ 143 h 8"/>
                  <a:gd name="T8" fmla="*/ 145 w 10"/>
                  <a:gd name="T9" fmla="*/ 83 h 8"/>
                  <a:gd name="T10" fmla="*/ 125 w 10"/>
                  <a:gd name="T11" fmla="*/ 22 h 8"/>
                  <a:gd name="T12" fmla="*/ 83 w 10"/>
                  <a:gd name="T13" fmla="*/ 22 h 8"/>
                  <a:gd name="T14" fmla="*/ 63 w 10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4" y="0"/>
                    </a:moveTo>
                    <a:cubicBezTo>
                      <a:pt x="3" y="1"/>
                      <a:pt x="1" y="2"/>
                      <a:pt x="1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7"/>
                      <a:pt x="4" y="8"/>
                      <a:pt x="6" y="7"/>
                    </a:cubicBezTo>
                    <a:cubicBezTo>
                      <a:pt x="8" y="7"/>
                      <a:pt x="9" y="6"/>
                      <a:pt x="9" y="4"/>
                    </a:cubicBezTo>
                    <a:cubicBezTo>
                      <a:pt x="10" y="3"/>
                      <a:pt x="9" y="2"/>
                      <a:pt x="8" y="1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8" name="Freeform 1746">
                <a:extLst>
                  <a:ext uri="{FF2B5EF4-FFF2-40B4-BE49-F238E27FC236}">
                    <a16:creationId xmlns:a16="http://schemas.microsoft.com/office/drawing/2014/main" id="{8597E7EB-5599-4DE4-8F41-71EEE084E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795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0 w 5"/>
                  <a:gd name="T3" fmla="*/ 56 h 6"/>
                  <a:gd name="T4" fmla="*/ 29 w 5"/>
                  <a:gd name="T5" fmla="*/ 115 h 6"/>
                  <a:gd name="T6" fmla="*/ 58 w 5"/>
                  <a:gd name="T7" fmla="*/ 115 h 6"/>
                  <a:gd name="T8" fmla="*/ 70 w 5"/>
                  <a:gd name="T9" fmla="*/ 93 h 6"/>
                  <a:gd name="T10" fmla="*/ 70 w 5"/>
                  <a:gd name="T11" fmla="*/ 77 h 6"/>
                  <a:gd name="T12" fmla="*/ 58 w 5"/>
                  <a:gd name="T13" fmla="*/ 35 h 6"/>
                  <a:gd name="T14" fmla="*/ 58 w 5"/>
                  <a:gd name="T15" fmla="*/ 35 h 6"/>
                  <a:gd name="T16" fmla="*/ 29 w 5"/>
                  <a:gd name="T17" fmla="*/ 0 h 6"/>
                  <a:gd name="T18" fmla="*/ 0 w 5"/>
                  <a:gd name="T19" fmla="*/ 3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9" name="Freeform 1747">
                <a:extLst>
                  <a:ext uri="{FF2B5EF4-FFF2-40B4-BE49-F238E27FC236}">
                    <a16:creationId xmlns:a16="http://schemas.microsoft.com/office/drawing/2014/main" id="{3FA372BC-C47A-4673-9F9D-896E33510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824"/>
                <a:ext cx="17" cy="19"/>
              </a:xfrm>
              <a:custGeom>
                <a:avLst/>
                <a:gdLst>
                  <a:gd name="T0" fmla="*/ 29 w 7"/>
                  <a:gd name="T1" fmla="*/ 0 h 7"/>
                  <a:gd name="T2" fmla="*/ 12 w 7"/>
                  <a:gd name="T3" fmla="*/ 103 h 7"/>
                  <a:gd name="T4" fmla="*/ 29 w 7"/>
                  <a:gd name="T5" fmla="*/ 141 h 7"/>
                  <a:gd name="T6" fmla="*/ 100 w 7"/>
                  <a:gd name="T7" fmla="*/ 81 h 7"/>
                  <a:gd name="T8" fmla="*/ 100 w 7"/>
                  <a:gd name="T9" fmla="*/ 81 h 7"/>
                  <a:gd name="T10" fmla="*/ 100 w 7"/>
                  <a:gd name="T11" fmla="*/ 38 h 7"/>
                  <a:gd name="T12" fmla="*/ 70 w 7"/>
                  <a:gd name="T13" fmla="*/ 0 h 7"/>
                  <a:gd name="T14" fmla="*/ 58 w 7"/>
                  <a:gd name="T15" fmla="*/ 0 h 7"/>
                  <a:gd name="T16" fmla="*/ 29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5" y="7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0" name="Freeform 1748">
                <a:extLst>
                  <a:ext uri="{FF2B5EF4-FFF2-40B4-BE49-F238E27FC236}">
                    <a16:creationId xmlns:a16="http://schemas.microsoft.com/office/drawing/2014/main" id="{1FD0D842-8DE3-44A2-B9CC-94C280A9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859"/>
                <a:ext cx="15" cy="18"/>
              </a:xfrm>
              <a:custGeom>
                <a:avLst/>
                <a:gdLst>
                  <a:gd name="T0" fmla="*/ 33 w 6"/>
                  <a:gd name="T1" fmla="*/ 21 h 7"/>
                  <a:gd name="T2" fmla="*/ 33 w 6"/>
                  <a:gd name="T3" fmla="*/ 21 h 7"/>
                  <a:gd name="T4" fmla="*/ 20 w 6"/>
                  <a:gd name="T5" fmla="*/ 21 h 7"/>
                  <a:gd name="T6" fmla="*/ 20 w 6"/>
                  <a:gd name="T7" fmla="*/ 33 h 7"/>
                  <a:gd name="T8" fmla="*/ 0 w 6"/>
                  <a:gd name="T9" fmla="*/ 54 h 7"/>
                  <a:gd name="T10" fmla="*/ 0 w 6"/>
                  <a:gd name="T11" fmla="*/ 67 h 7"/>
                  <a:gd name="T12" fmla="*/ 20 w 6"/>
                  <a:gd name="T13" fmla="*/ 85 h 7"/>
                  <a:gd name="T14" fmla="*/ 20 w 6"/>
                  <a:gd name="T15" fmla="*/ 85 h 7"/>
                  <a:gd name="T16" fmla="*/ 33 w 6"/>
                  <a:gd name="T17" fmla="*/ 100 h 7"/>
                  <a:gd name="T18" fmla="*/ 63 w 6"/>
                  <a:gd name="T19" fmla="*/ 100 h 7"/>
                  <a:gd name="T20" fmla="*/ 95 w 6"/>
                  <a:gd name="T21" fmla="*/ 67 h 7"/>
                  <a:gd name="T22" fmla="*/ 95 w 6"/>
                  <a:gd name="T23" fmla="*/ 54 h 7"/>
                  <a:gd name="T24" fmla="*/ 95 w 6"/>
                  <a:gd name="T25" fmla="*/ 33 h 7"/>
                  <a:gd name="T26" fmla="*/ 83 w 6"/>
                  <a:gd name="T27" fmla="*/ 33 h 7"/>
                  <a:gd name="T28" fmla="*/ 83 w 6"/>
                  <a:gd name="T29" fmla="*/ 21 h 7"/>
                  <a:gd name="T30" fmla="*/ 33 w 6"/>
                  <a:gd name="T31" fmla="*/ 21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5" y="6"/>
                      <a:pt x="5" y="6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1" name="Freeform 1749">
                <a:extLst>
                  <a:ext uri="{FF2B5EF4-FFF2-40B4-BE49-F238E27FC236}">
                    <a16:creationId xmlns:a16="http://schemas.microsoft.com/office/drawing/2014/main" id="{A54574C5-B170-4714-AC52-B2ED642957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1" y="262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20 w 4"/>
                  <a:gd name="T3" fmla="*/ 83 h 4"/>
                  <a:gd name="T4" fmla="*/ 50 w 4"/>
                  <a:gd name="T5" fmla="*/ 83 h 4"/>
                  <a:gd name="T6" fmla="*/ 33 w 4"/>
                  <a:gd name="T7" fmla="*/ 61 h 4"/>
                  <a:gd name="T8" fmla="*/ 33 w 4"/>
                  <a:gd name="T9" fmla="*/ 47 h 4"/>
                  <a:gd name="T10" fmla="*/ 50 w 4"/>
                  <a:gd name="T11" fmla="*/ 0 h 4"/>
                  <a:gd name="T12" fmla="*/ 20 w 4"/>
                  <a:gd name="T13" fmla="*/ 22 h 4"/>
                  <a:gd name="T14" fmla="*/ 50 w 4"/>
                  <a:gd name="T15" fmla="*/ 83 h 4"/>
                  <a:gd name="T16" fmla="*/ 63 w 4"/>
                  <a:gd name="T17" fmla="*/ 83 h 4"/>
                  <a:gd name="T18" fmla="*/ 63 w 4"/>
                  <a:gd name="T19" fmla="*/ 83 h 4"/>
                  <a:gd name="T20" fmla="*/ 50 w 4"/>
                  <a:gd name="T21" fmla="*/ 83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lnTo>
                      <a:pt x="1" y="1"/>
                    </a:lnTo>
                    <a:close/>
                    <a:moveTo>
                      <a:pt x="3" y="4"/>
                    </a:move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2" name="Freeform 1750">
                <a:extLst>
                  <a:ext uri="{FF2B5EF4-FFF2-40B4-BE49-F238E27FC236}">
                    <a16:creationId xmlns:a16="http://schemas.microsoft.com/office/drawing/2014/main" id="{6185E01A-BF7C-46CF-878F-43BA6DE000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48" y="2773"/>
                <a:ext cx="13" cy="16"/>
              </a:xfrm>
              <a:custGeom>
                <a:avLst/>
                <a:gdLst>
                  <a:gd name="T0" fmla="*/ 21 w 5"/>
                  <a:gd name="T1" fmla="*/ 21 h 6"/>
                  <a:gd name="T2" fmla="*/ 21 w 5"/>
                  <a:gd name="T3" fmla="*/ 93 h 6"/>
                  <a:gd name="T4" fmla="*/ 55 w 5"/>
                  <a:gd name="T5" fmla="*/ 93 h 6"/>
                  <a:gd name="T6" fmla="*/ 88 w 5"/>
                  <a:gd name="T7" fmla="*/ 56 h 6"/>
                  <a:gd name="T8" fmla="*/ 88 w 5"/>
                  <a:gd name="T9" fmla="*/ 56 h 6"/>
                  <a:gd name="T10" fmla="*/ 55 w 5"/>
                  <a:gd name="T11" fmla="*/ 93 h 6"/>
                  <a:gd name="T12" fmla="*/ 21 w 5"/>
                  <a:gd name="T13" fmla="*/ 35 h 6"/>
                  <a:gd name="T14" fmla="*/ 34 w 5"/>
                  <a:gd name="T15" fmla="*/ 21 h 6"/>
                  <a:gd name="T16" fmla="*/ 68 w 5"/>
                  <a:gd name="T17" fmla="*/ 35 h 6"/>
                  <a:gd name="T18" fmla="*/ 68 w 5"/>
                  <a:gd name="T19" fmla="*/ 77 h 6"/>
                  <a:gd name="T20" fmla="*/ 68 w 5"/>
                  <a:gd name="T21" fmla="*/ 21 h 6"/>
                  <a:gd name="T22" fmla="*/ 21 w 5"/>
                  <a:gd name="T23" fmla="*/ 21 h 6"/>
                  <a:gd name="T24" fmla="*/ 21 w 5"/>
                  <a:gd name="T25" fmla="*/ 56 h 6"/>
                  <a:gd name="T26" fmla="*/ 21 w 5"/>
                  <a:gd name="T27" fmla="*/ 56 h 6"/>
                  <a:gd name="T28" fmla="*/ 21 w 5"/>
                  <a:gd name="T29" fmla="*/ 56 h 6"/>
                  <a:gd name="T30" fmla="*/ 21 w 5"/>
                  <a:gd name="T31" fmla="*/ 56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2" y="5"/>
                      <a:pt x="3" y="6"/>
                      <a:pt x="3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5" y="3"/>
                      <a:pt x="5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3" name="Freeform 1751">
                <a:extLst>
                  <a:ext uri="{FF2B5EF4-FFF2-40B4-BE49-F238E27FC236}">
                    <a16:creationId xmlns:a16="http://schemas.microsoft.com/office/drawing/2014/main" id="{44C241CA-314E-45CB-ADBF-2CC8A96C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829"/>
                <a:ext cx="15" cy="14"/>
              </a:xfrm>
              <a:custGeom>
                <a:avLst/>
                <a:gdLst>
                  <a:gd name="T0" fmla="*/ 20 w 6"/>
                  <a:gd name="T1" fmla="*/ 0 h 5"/>
                  <a:gd name="T2" fmla="*/ 20 w 6"/>
                  <a:gd name="T3" fmla="*/ 62 h 5"/>
                  <a:gd name="T4" fmla="*/ 50 w 6"/>
                  <a:gd name="T5" fmla="*/ 87 h 5"/>
                  <a:gd name="T6" fmla="*/ 95 w 6"/>
                  <a:gd name="T7" fmla="*/ 62 h 5"/>
                  <a:gd name="T8" fmla="*/ 63 w 6"/>
                  <a:gd name="T9" fmla="*/ 0 h 5"/>
                  <a:gd name="T10" fmla="*/ 50 w 6"/>
                  <a:gd name="T11" fmla="*/ 0 h 5"/>
                  <a:gd name="T12" fmla="*/ 63 w 6"/>
                  <a:gd name="T13" fmla="*/ 22 h 5"/>
                  <a:gd name="T14" fmla="*/ 20 w 6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6" y="2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4" name="Freeform 1752">
                <a:extLst>
                  <a:ext uri="{FF2B5EF4-FFF2-40B4-BE49-F238E27FC236}">
                    <a16:creationId xmlns:a16="http://schemas.microsoft.com/office/drawing/2014/main" id="{1E3E76EA-F8F0-4C95-A781-6B61944361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8" y="3075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0 w 4"/>
                  <a:gd name="T3" fmla="*/ 68 h 5"/>
                  <a:gd name="T4" fmla="*/ 33 w 4"/>
                  <a:gd name="T5" fmla="*/ 88 h 5"/>
                  <a:gd name="T6" fmla="*/ 63 w 4"/>
                  <a:gd name="T7" fmla="*/ 55 h 5"/>
                  <a:gd name="T8" fmla="*/ 63 w 4"/>
                  <a:gd name="T9" fmla="*/ 55 h 5"/>
                  <a:gd name="T10" fmla="*/ 50 w 4"/>
                  <a:gd name="T11" fmla="*/ 21 h 5"/>
                  <a:gd name="T12" fmla="*/ 20 w 4"/>
                  <a:gd name="T13" fmla="*/ 21 h 5"/>
                  <a:gd name="T14" fmla="*/ 63 w 4"/>
                  <a:gd name="T15" fmla="*/ 55 h 5"/>
                  <a:gd name="T16" fmla="*/ 63 w 4"/>
                  <a:gd name="T17" fmla="*/ 68 h 5"/>
                  <a:gd name="T18" fmla="*/ 63 w 4"/>
                  <a:gd name="T19" fmla="*/ 55 h 5"/>
                  <a:gd name="T20" fmla="*/ 63 w 4"/>
                  <a:gd name="T21" fmla="*/ 5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3" y="5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  <a:moveTo>
                      <a:pt x="4" y="3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5" name="Freeform 1753">
                <a:extLst>
                  <a:ext uri="{FF2B5EF4-FFF2-40B4-BE49-F238E27FC236}">
                    <a16:creationId xmlns:a16="http://schemas.microsoft.com/office/drawing/2014/main" id="{2DE15C26-4CAA-493E-A69C-651311551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845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12 w 7"/>
                  <a:gd name="T3" fmla="*/ 77 h 6"/>
                  <a:gd name="T4" fmla="*/ 29 w 7"/>
                  <a:gd name="T5" fmla="*/ 115 h 6"/>
                  <a:gd name="T6" fmla="*/ 70 w 7"/>
                  <a:gd name="T7" fmla="*/ 115 h 6"/>
                  <a:gd name="T8" fmla="*/ 87 w 7"/>
                  <a:gd name="T9" fmla="*/ 77 h 6"/>
                  <a:gd name="T10" fmla="*/ 87 w 7"/>
                  <a:gd name="T11" fmla="*/ 77 h 6"/>
                  <a:gd name="T12" fmla="*/ 87 w 7"/>
                  <a:gd name="T13" fmla="*/ 77 h 6"/>
                  <a:gd name="T14" fmla="*/ 100 w 7"/>
                  <a:gd name="T15" fmla="*/ 77 h 6"/>
                  <a:gd name="T16" fmla="*/ 87 w 7"/>
                  <a:gd name="T17" fmla="*/ 21 h 6"/>
                  <a:gd name="T18" fmla="*/ 29 w 7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6" name="Freeform 1754">
                <a:extLst>
                  <a:ext uri="{FF2B5EF4-FFF2-40B4-BE49-F238E27FC236}">
                    <a16:creationId xmlns:a16="http://schemas.microsoft.com/office/drawing/2014/main" id="{51E2A484-B84C-4DF6-A7C4-99F042D2D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789"/>
                <a:ext cx="15" cy="24"/>
              </a:xfrm>
              <a:custGeom>
                <a:avLst/>
                <a:gdLst>
                  <a:gd name="T0" fmla="*/ 0 w 6"/>
                  <a:gd name="T1" fmla="*/ 35 h 9"/>
                  <a:gd name="T2" fmla="*/ 0 w 6"/>
                  <a:gd name="T3" fmla="*/ 21 h 9"/>
                  <a:gd name="T4" fmla="*/ 50 w 6"/>
                  <a:gd name="T5" fmla="*/ 21 h 9"/>
                  <a:gd name="T6" fmla="*/ 50 w 6"/>
                  <a:gd name="T7" fmla="*/ 56 h 9"/>
                  <a:gd name="T8" fmla="*/ 33 w 6"/>
                  <a:gd name="T9" fmla="*/ 35 h 9"/>
                  <a:gd name="T10" fmla="*/ 50 w 6"/>
                  <a:gd name="T11" fmla="*/ 56 h 9"/>
                  <a:gd name="T12" fmla="*/ 50 w 6"/>
                  <a:gd name="T13" fmla="*/ 56 h 9"/>
                  <a:gd name="T14" fmla="*/ 50 w 6"/>
                  <a:gd name="T15" fmla="*/ 56 h 9"/>
                  <a:gd name="T16" fmla="*/ 20 w 6"/>
                  <a:gd name="T17" fmla="*/ 56 h 9"/>
                  <a:gd name="T18" fmla="*/ 0 w 6"/>
                  <a:gd name="T19" fmla="*/ 35 h 9"/>
                  <a:gd name="T20" fmla="*/ 0 w 6"/>
                  <a:gd name="T21" fmla="*/ 56 h 9"/>
                  <a:gd name="T22" fmla="*/ 0 w 6"/>
                  <a:gd name="T23" fmla="*/ 77 h 9"/>
                  <a:gd name="T24" fmla="*/ 0 w 6"/>
                  <a:gd name="T25" fmla="*/ 115 h 9"/>
                  <a:gd name="T26" fmla="*/ 0 w 6"/>
                  <a:gd name="T27" fmla="*/ 149 h 9"/>
                  <a:gd name="T28" fmla="*/ 33 w 6"/>
                  <a:gd name="T29" fmla="*/ 171 h 9"/>
                  <a:gd name="T30" fmla="*/ 95 w 6"/>
                  <a:gd name="T31" fmla="*/ 115 h 9"/>
                  <a:gd name="T32" fmla="*/ 95 w 6"/>
                  <a:gd name="T33" fmla="*/ 115 h 9"/>
                  <a:gd name="T34" fmla="*/ 63 w 6"/>
                  <a:gd name="T35" fmla="*/ 56 h 9"/>
                  <a:gd name="T36" fmla="*/ 63 w 6"/>
                  <a:gd name="T37" fmla="*/ 56 h 9"/>
                  <a:gd name="T38" fmla="*/ 63 w 6"/>
                  <a:gd name="T39" fmla="*/ 35 h 9"/>
                  <a:gd name="T40" fmla="*/ 50 w 6"/>
                  <a:gd name="T41" fmla="*/ 0 h 9"/>
                  <a:gd name="T42" fmla="*/ 0 w 6"/>
                  <a:gd name="T43" fmla="*/ 35 h 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" h="9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5" y="9"/>
                      <a:pt x="6" y="8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7" name="Freeform 1755">
                <a:extLst>
                  <a:ext uri="{FF2B5EF4-FFF2-40B4-BE49-F238E27FC236}">
                    <a16:creationId xmlns:a16="http://schemas.microsoft.com/office/drawing/2014/main" id="{C30A11D1-61CE-4B26-817F-3C4D151BA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813"/>
                <a:ext cx="15" cy="19"/>
              </a:xfrm>
              <a:custGeom>
                <a:avLst/>
                <a:gdLst>
                  <a:gd name="T0" fmla="*/ 50 w 6"/>
                  <a:gd name="T1" fmla="*/ 22 h 7"/>
                  <a:gd name="T2" fmla="*/ 33 w 6"/>
                  <a:gd name="T3" fmla="*/ 22 h 7"/>
                  <a:gd name="T4" fmla="*/ 0 w 6"/>
                  <a:gd name="T5" fmla="*/ 81 h 7"/>
                  <a:gd name="T6" fmla="*/ 0 w 6"/>
                  <a:gd name="T7" fmla="*/ 103 h 7"/>
                  <a:gd name="T8" fmla="*/ 33 w 6"/>
                  <a:gd name="T9" fmla="*/ 141 h 7"/>
                  <a:gd name="T10" fmla="*/ 63 w 6"/>
                  <a:gd name="T11" fmla="*/ 117 h 7"/>
                  <a:gd name="T12" fmla="*/ 63 w 6"/>
                  <a:gd name="T13" fmla="*/ 117 h 7"/>
                  <a:gd name="T14" fmla="*/ 95 w 6"/>
                  <a:gd name="T15" fmla="*/ 81 h 7"/>
                  <a:gd name="T16" fmla="*/ 95 w 6"/>
                  <a:gd name="T17" fmla="*/ 81 h 7"/>
                  <a:gd name="T18" fmla="*/ 95 w 6"/>
                  <a:gd name="T19" fmla="*/ 81 h 7"/>
                  <a:gd name="T20" fmla="*/ 95 w 6"/>
                  <a:gd name="T21" fmla="*/ 60 h 7"/>
                  <a:gd name="T22" fmla="*/ 95 w 6"/>
                  <a:gd name="T23" fmla="*/ 38 h 7"/>
                  <a:gd name="T24" fmla="*/ 83 w 6"/>
                  <a:gd name="T25" fmla="*/ 0 h 7"/>
                  <a:gd name="T26" fmla="*/ 50 w 6"/>
                  <a:gd name="T27" fmla="*/ 2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0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8" name="Freeform 1756">
                <a:extLst>
                  <a:ext uri="{FF2B5EF4-FFF2-40B4-BE49-F238E27FC236}">
                    <a16:creationId xmlns:a16="http://schemas.microsoft.com/office/drawing/2014/main" id="{B5C27A49-DD63-44E4-A3DB-77C7BFFF55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1" y="2829"/>
                <a:ext cx="15" cy="22"/>
              </a:xfrm>
              <a:custGeom>
                <a:avLst/>
                <a:gdLst>
                  <a:gd name="T0" fmla="*/ 20 w 6"/>
                  <a:gd name="T1" fmla="*/ 22 h 8"/>
                  <a:gd name="T2" fmla="*/ 20 w 6"/>
                  <a:gd name="T3" fmla="*/ 61 h 8"/>
                  <a:gd name="T4" fmla="*/ 20 w 6"/>
                  <a:gd name="T5" fmla="*/ 47 h 8"/>
                  <a:gd name="T6" fmla="*/ 50 w 6"/>
                  <a:gd name="T7" fmla="*/ 22 h 8"/>
                  <a:gd name="T8" fmla="*/ 63 w 6"/>
                  <a:gd name="T9" fmla="*/ 61 h 8"/>
                  <a:gd name="T10" fmla="*/ 63 w 6"/>
                  <a:gd name="T11" fmla="*/ 83 h 8"/>
                  <a:gd name="T12" fmla="*/ 63 w 6"/>
                  <a:gd name="T13" fmla="*/ 83 h 8"/>
                  <a:gd name="T14" fmla="*/ 63 w 6"/>
                  <a:gd name="T15" fmla="*/ 107 h 8"/>
                  <a:gd name="T16" fmla="*/ 33 w 6"/>
                  <a:gd name="T17" fmla="*/ 129 h 8"/>
                  <a:gd name="T18" fmla="*/ 0 w 6"/>
                  <a:gd name="T19" fmla="*/ 83 h 8"/>
                  <a:gd name="T20" fmla="*/ 20 w 6"/>
                  <a:gd name="T21" fmla="*/ 143 h 8"/>
                  <a:gd name="T22" fmla="*/ 20 w 6"/>
                  <a:gd name="T23" fmla="*/ 168 h 8"/>
                  <a:gd name="T24" fmla="*/ 50 w 6"/>
                  <a:gd name="T25" fmla="*/ 168 h 8"/>
                  <a:gd name="T26" fmla="*/ 95 w 6"/>
                  <a:gd name="T27" fmla="*/ 107 h 8"/>
                  <a:gd name="T28" fmla="*/ 83 w 6"/>
                  <a:gd name="T29" fmla="*/ 22 h 8"/>
                  <a:gd name="T30" fmla="*/ 50 w 6"/>
                  <a:gd name="T31" fmla="*/ 0 h 8"/>
                  <a:gd name="T32" fmla="*/ 20 w 6"/>
                  <a:gd name="T33" fmla="*/ 22 h 8"/>
                  <a:gd name="T34" fmla="*/ 33 w 6"/>
                  <a:gd name="T35" fmla="*/ 83 h 8"/>
                  <a:gd name="T36" fmla="*/ 33 w 6"/>
                  <a:gd name="T37" fmla="*/ 83 h 8"/>
                  <a:gd name="T38" fmla="*/ 50 w 6"/>
                  <a:gd name="T39" fmla="*/ 83 h 8"/>
                  <a:gd name="T40" fmla="*/ 63 w 6"/>
                  <a:gd name="T41" fmla="*/ 83 h 8"/>
                  <a:gd name="T42" fmla="*/ 63 w 6"/>
                  <a:gd name="T43" fmla="*/ 83 h 8"/>
                  <a:gd name="T44" fmla="*/ 33 w 6"/>
                  <a:gd name="T45" fmla="*/ 83 h 8"/>
                  <a:gd name="T46" fmla="*/ 33 w 6"/>
                  <a:gd name="T47" fmla="*/ 83 h 8"/>
                  <a:gd name="T48" fmla="*/ 33 w 6"/>
                  <a:gd name="T49" fmla="*/ 83 h 8"/>
                  <a:gd name="T50" fmla="*/ 33 w 6"/>
                  <a:gd name="T51" fmla="*/ 83 h 8"/>
                  <a:gd name="T52" fmla="*/ 33 w 6"/>
                  <a:gd name="T53" fmla="*/ 83 h 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" h="8">
                    <a:moveTo>
                      <a:pt x="1" y="1"/>
                    </a:moveTo>
                    <a:cubicBezTo>
                      <a:pt x="1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4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9" name="Freeform 1757">
                <a:extLst>
                  <a:ext uri="{FF2B5EF4-FFF2-40B4-BE49-F238E27FC236}">
                    <a16:creationId xmlns:a16="http://schemas.microsoft.com/office/drawing/2014/main" id="{25218A13-A8AB-4179-BDE9-1A9565BD3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851"/>
                <a:ext cx="20" cy="24"/>
              </a:xfrm>
              <a:custGeom>
                <a:avLst/>
                <a:gdLst>
                  <a:gd name="T0" fmla="*/ 0 w 8"/>
                  <a:gd name="T1" fmla="*/ 35 h 9"/>
                  <a:gd name="T2" fmla="*/ 0 w 8"/>
                  <a:gd name="T3" fmla="*/ 56 h 9"/>
                  <a:gd name="T4" fmla="*/ 0 w 8"/>
                  <a:gd name="T5" fmla="*/ 93 h 9"/>
                  <a:gd name="T6" fmla="*/ 20 w 8"/>
                  <a:gd name="T7" fmla="*/ 115 h 9"/>
                  <a:gd name="T8" fmla="*/ 20 w 8"/>
                  <a:gd name="T9" fmla="*/ 136 h 9"/>
                  <a:gd name="T10" fmla="*/ 95 w 8"/>
                  <a:gd name="T11" fmla="*/ 171 h 9"/>
                  <a:gd name="T12" fmla="*/ 125 w 8"/>
                  <a:gd name="T13" fmla="*/ 136 h 9"/>
                  <a:gd name="T14" fmla="*/ 125 w 8"/>
                  <a:gd name="T15" fmla="*/ 136 h 9"/>
                  <a:gd name="T16" fmla="*/ 95 w 8"/>
                  <a:gd name="T17" fmla="*/ 93 h 9"/>
                  <a:gd name="T18" fmla="*/ 95 w 8"/>
                  <a:gd name="T19" fmla="*/ 93 h 9"/>
                  <a:gd name="T20" fmla="*/ 95 w 8"/>
                  <a:gd name="T21" fmla="*/ 93 h 9"/>
                  <a:gd name="T22" fmla="*/ 63 w 8"/>
                  <a:gd name="T23" fmla="*/ 21 h 9"/>
                  <a:gd name="T24" fmla="*/ 0 w 8"/>
                  <a:gd name="T25" fmla="*/ 35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9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2" y="8"/>
                      <a:pt x="4" y="9"/>
                      <a:pt x="6" y="9"/>
                    </a:cubicBezTo>
                    <a:cubicBezTo>
                      <a:pt x="7" y="9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7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4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0" name="Freeform 1758">
                <a:extLst>
                  <a:ext uri="{FF2B5EF4-FFF2-40B4-BE49-F238E27FC236}">
                    <a16:creationId xmlns:a16="http://schemas.microsoft.com/office/drawing/2014/main" id="{217091E1-3392-4E10-AF69-AD08776A9C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63" y="2965"/>
                <a:ext cx="13" cy="14"/>
              </a:xfrm>
              <a:custGeom>
                <a:avLst/>
                <a:gdLst>
                  <a:gd name="T0" fmla="*/ 21 w 5"/>
                  <a:gd name="T1" fmla="*/ 0 h 5"/>
                  <a:gd name="T2" fmla="*/ 0 w 5"/>
                  <a:gd name="T3" fmla="*/ 48 h 5"/>
                  <a:gd name="T4" fmla="*/ 21 w 5"/>
                  <a:gd name="T5" fmla="*/ 87 h 5"/>
                  <a:gd name="T6" fmla="*/ 34 w 5"/>
                  <a:gd name="T7" fmla="*/ 87 h 5"/>
                  <a:gd name="T8" fmla="*/ 68 w 5"/>
                  <a:gd name="T9" fmla="*/ 87 h 5"/>
                  <a:gd name="T10" fmla="*/ 55 w 5"/>
                  <a:gd name="T11" fmla="*/ 87 h 5"/>
                  <a:gd name="T12" fmla="*/ 55 w 5"/>
                  <a:gd name="T13" fmla="*/ 87 h 5"/>
                  <a:gd name="T14" fmla="*/ 21 w 5"/>
                  <a:gd name="T15" fmla="*/ 87 h 5"/>
                  <a:gd name="T16" fmla="*/ 34 w 5"/>
                  <a:gd name="T17" fmla="*/ 62 h 5"/>
                  <a:gd name="T18" fmla="*/ 21 w 5"/>
                  <a:gd name="T19" fmla="*/ 48 h 5"/>
                  <a:gd name="T20" fmla="*/ 21 w 5"/>
                  <a:gd name="T21" fmla="*/ 48 h 5"/>
                  <a:gd name="T22" fmla="*/ 21 w 5"/>
                  <a:gd name="T23" fmla="*/ 87 h 5"/>
                  <a:gd name="T24" fmla="*/ 0 w 5"/>
                  <a:gd name="T25" fmla="*/ 48 h 5"/>
                  <a:gd name="T26" fmla="*/ 21 w 5"/>
                  <a:gd name="T27" fmla="*/ 22 h 5"/>
                  <a:gd name="T28" fmla="*/ 34 w 5"/>
                  <a:gd name="T29" fmla="*/ 0 h 5"/>
                  <a:gd name="T30" fmla="*/ 55 w 5"/>
                  <a:gd name="T31" fmla="*/ 22 h 5"/>
                  <a:gd name="T32" fmla="*/ 68 w 5"/>
                  <a:gd name="T33" fmla="*/ 48 h 5"/>
                  <a:gd name="T34" fmla="*/ 68 w 5"/>
                  <a:gd name="T35" fmla="*/ 48 h 5"/>
                  <a:gd name="T36" fmla="*/ 68 w 5"/>
                  <a:gd name="T37" fmla="*/ 62 h 5"/>
                  <a:gd name="T38" fmla="*/ 88 w 5"/>
                  <a:gd name="T39" fmla="*/ 109 h 5"/>
                  <a:gd name="T40" fmla="*/ 88 w 5"/>
                  <a:gd name="T41" fmla="*/ 109 h 5"/>
                  <a:gd name="T42" fmla="*/ 88 w 5"/>
                  <a:gd name="T43" fmla="*/ 62 h 5"/>
                  <a:gd name="T44" fmla="*/ 88 w 5"/>
                  <a:gd name="T45" fmla="*/ 62 h 5"/>
                  <a:gd name="T46" fmla="*/ 68 w 5"/>
                  <a:gd name="T47" fmla="*/ 22 h 5"/>
                  <a:gd name="T48" fmla="*/ 34 w 5"/>
                  <a:gd name="T49" fmla="*/ 0 h 5"/>
                  <a:gd name="T50" fmla="*/ 34 w 5"/>
                  <a:gd name="T51" fmla="*/ 0 h 5"/>
                  <a:gd name="T52" fmla="*/ 34 w 5"/>
                  <a:gd name="T53" fmla="*/ 0 h 5"/>
                  <a:gd name="T54" fmla="*/ 34 w 5"/>
                  <a:gd name="T55" fmla="*/ 0 h 5"/>
                  <a:gd name="T56" fmla="*/ 68 w 5"/>
                  <a:gd name="T57" fmla="*/ 0 h 5"/>
                  <a:gd name="T58" fmla="*/ 21 w 5"/>
                  <a:gd name="T59" fmla="*/ 0 h 5"/>
                  <a:gd name="T60" fmla="*/ 34 w 5"/>
                  <a:gd name="T61" fmla="*/ 62 h 5"/>
                  <a:gd name="T62" fmla="*/ 34 w 5"/>
                  <a:gd name="T63" fmla="*/ 62 h 5"/>
                  <a:gd name="T64" fmla="*/ 55 w 5"/>
                  <a:gd name="T65" fmla="*/ 87 h 5"/>
                  <a:gd name="T66" fmla="*/ 68 w 5"/>
                  <a:gd name="T67" fmla="*/ 62 h 5"/>
                  <a:gd name="T68" fmla="*/ 55 w 5"/>
                  <a:gd name="T69" fmla="*/ 62 h 5"/>
                  <a:gd name="T70" fmla="*/ 34 w 5"/>
                  <a:gd name="T71" fmla="*/ 62 h 5"/>
                  <a:gd name="T72" fmla="*/ 34 w 5"/>
                  <a:gd name="T73" fmla="*/ 87 h 5"/>
                  <a:gd name="T74" fmla="*/ 34 w 5"/>
                  <a:gd name="T75" fmla="*/ 87 h 5"/>
                  <a:gd name="T76" fmla="*/ 34 w 5"/>
                  <a:gd name="T77" fmla="*/ 87 h 5"/>
                  <a:gd name="T78" fmla="*/ 34 w 5"/>
                  <a:gd name="T79" fmla="*/ 87 h 5"/>
                  <a:gd name="T80" fmla="*/ 34 w 5"/>
                  <a:gd name="T81" fmla="*/ 87 h 5"/>
                  <a:gd name="T82" fmla="*/ 34 w 5"/>
                  <a:gd name="T83" fmla="*/ 87 h 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1" y="4"/>
                      <a:pt x="2" y="5"/>
                      <a:pt x="2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1" name="Freeform 1759">
                <a:extLst>
                  <a:ext uri="{FF2B5EF4-FFF2-40B4-BE49-F238E27FC236}">
                    <a16:creationId xmlns:a16="http://schemas.microsoft.com/office/drawing/2014/main" id="{F7C690C5-1BE0-4FE6-AFE1-1F67C12AA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3096"/>
                <a:ext cx="15" cy="13"/>
              </a:xfrm>
              <a:custGeom>
                <a:avLst/>
                <a:gdLst>
                  <a:gd name="T0" fmla="*/ 50 w 6"/>
                  <a:gd name="T1" fmla="*/ 0 h 5"/>
                  <a:gd name="T2" fmla="*/ 33 w 6"/>
                  <a:gd name="T3" fmla="*/ 21 h 5"/>
                  <a:gd name="T4" fmla="*/ 20 w 6"/>
                  <a:gd name="T5" fmla="*/ 55 h 5"/>
                  <a:gd name="T6" fmla="*/ 50 w 6"/>
                  <a:gd name="T7" fmla="*/ 68 h 5"/>
                  <a:gd name="T8" fmla="*/ 63 w 6"/>
                  <a:gd name="T9" fmla="*/ 68 h 5"/>
                  <a:gd name="T10" fmla="*/ 95 w 6"/>
                  <a:gd name="T11" fmla="*/ 21 h 5"/>
                  <a:gd name="T12" fmla="*/ 50 w 6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6" y="3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2" name="Freeform 1760">
                <a:extLst>
                  <a:ext uri="{FF2B5EF4-FFF2-40B4-BE49-F238E27FC236}">
                    <a16:creationId xmlns:a16="http://schemas.microsoft.com/office/drawing/2014/main" id="{349B122F-6DEB-42DF-874C-4EAA79753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888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20 w 6"/>
                  <a:gd name="T3" fmla="*/ 35 h 6"/>
                  <a:gd name="T4" fmla="*/ 0 w 6"/>
                  <a:gd name="T5" fmla="*/ 56 h 6"/>
                  <a:gd name="T6" fmla="*/ 0 w 6"/>
                  <a:gd name="T7" fmla="*/ 56 h 6"/>
                  <a:gd name="T8" fmla="*/ 0 w 6"/>
                  <a:gd name="T9" fmla="*/ 77 h 6"/>
                  <a:gd name="T10" fmla="*/ 0 w 6"/>
                  <a:gd name="T11" fmla="*/ 77 h 6"/>
                  <a:gd name="T12" fmla="*/ 0 w 6"/>
                  <a:gd name="T13" fmla="*/ 77 h 6"/>
                  <a:gd name="T14" fmla="*/ 20 w 6"/>
                  <a:gd name="T15" fmla="*/ 115 h 6"/>
                  <a:gd name="T16" fmla="*/ 33 w 6"/>
                  <a:gd name="T17" fmla="*/ 115 h 6"/>
                  <a:gd name="T18" fmla="*/ 83 w 6"/>
                  <a:gd name="T19" fmla="*/ 77 h 6"/>
                  <a:gd name="T20" fmla="*/ 95 w 6"/>
                  <a:gd name="T21" fmla="*/ 56 h 6"/>
                  <a:gd name="T22" fmla="*/ 83 w 6"/>
                  <a:gd name="T23" fmla="*/ 21 h 6"/>
                  <a:gd name="T24" fmla="*/ 50 w 6"/>
                  <a:gd name="T25" fmla="*/ 21 h 6"/>
                  <a:gd name="T26" fmla="*/ 50 w 6"/>
                  <a:gd name="T27" fmla="*/ 0 h 6"/>
                  <a:gd name="T28" fmla="*/ 20 w 6"/>
                  <a:gd name="T29" fmla="*/ 21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3" name="Freeform 1761">
                <a:extLst>
                  <a:ext uri="{FF2B5EF4-FFF2-40B4-BE49-F238E27FC236}">
                    <a16:creationId xmlns:a16="http://schemas.microsoft.com/office/drawing/2014/main" id="{C4AA1007-AD4E-4C7D-B619-28681FF5F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896"/>
                <a:ext cx="13" cy="16"/>
              </a:xfrm>
              <a:custGeom>
                <a:avLst/>
                <a:gdLst>
                  <a:gd name="T0" fmla="*/ 21 w 5"/>
                  <a:gd name="T1" fmla="*/ 21 h 6"/>
                  <a:gd name="T2" fmla="*/ 0 w 5"/>
                  <a:gd name="T3" fmla="*/ 35 h 6"/>
                  <a:gd name="T4" fmla="*/ 34 w 5"/>
                  <a:gd name="T5" fmla="*/ 93 h 6"/>
                  <a:gd name="T6" fmla="*/ 68 w 5"/>
                  <a:gd name="T7" fmla="*/ 93 h 6"/>
                  <a:gd name="T8" fmla="*/ 88 w 5"/>
                  <a:gd name="T9" fmla="*/ 56 h 6"/>
                  <a:gd name="T10" fmla="*/ 88 w 5"/>
                  <a:gd name="T11" fmla="*/ 56 h 6"/>
                  <a:gd name="T12" fmla="*/ 88 w 5"/>
                  <a:gd name="T13" fmla="*/ 35 h 6"/>
                  <a:gd name="T14" fmla="*/ 88 w 5"/>
                  <a:gd name="T15" fmla="*/ 35 h 6"/>
                  <a:gd name="T16" fmla="*/ 55 w 5"/>
                  <a:gd name="T17" fmla="*/ 0 h 6"/>
                  <a:gd name="T18" fmla="*/ 21 w 5"/>
                  <a:gd name="T19" fmla="*/ 21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2"/>
                      <a:pt x="0" y="1"/>
                      <a:pt x="0" y="2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3" y="6"/>
                      <a:pt x="4" y="5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4" name="Freeform 1762">
                <a:extLst>
                  <a:ext uri="{FF2B5EF4-FFF2-40B4-BE49-F238E27FC236}">
                    <a16:creationId xmlns:a16="http://schemas.microsoft.com/office/drawing/2014/main" id="{9516C617-949C-4C00-B582-D3B075D16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768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0 w 4"/>
                  <a:gd name="T3" fmla="*/ 34 h 5"/>
                  <a:gd name="T4" fmla="*/ 0 w 4"/>
                  <a:gd name="T5" fmla="*/ 55 h 5"/>
                  <a:gd name="T6" fmla="*/ 20 w 4"/>
                  <a:gd name="T7" fmla="*/ 68 h 5"/>
                  <a:gd name="T8" fmla="*/ 20 w 4"/>
                  <a:gd name="T9" fmla="*/ 68 h 5"/>
                  <a:gd name="T10" fmla="*/ 33 w 4"/>
                  <a:gd name="T11" fmla="*/ 88 h 5"/>
                  <a:gd name="T12" fmla="*/ 63 w 4"/>
                  <a:gd name="T13" fmla="*/ 55 h 5"/>
                  <a:gd name="T14" fmla="*/ 63 w 4"/>
                  <a:gd name="T15" fmla="*/ 55 h 5"/>
                  <a:gd name="T16" fmla="*/ 63 w 4"/>
                  <a:gd name="T17" fmla="*/ 34 h 5"/>
                  <a:gd name="T18" fmla="*/ 63 w 4"/>
                  <a:gd name="T19" fmla="*/ 34 h 5"/>
                  <a:gd name="T20" fmla="*/ 63 w 4"/>
                  <a:gd name="T21" fmla="*/ 21 h 5"/>
                  <a:gd name="T22" fmla="*/ 50 w 4"/>
                  <a:gd name="T23" fmla="*/ 21 h 5"/>
                  <a:gd name="T24" fmla="*/ 20 w 4"/>
                  <a:gd name="T25" fmla="*/ 21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5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5" name="Freeform 1763">
                <a:extLst>
                  <a:ext uri="{FF2B5EF4-FFF2-40B4-BE49-F238E27FC236}">
                    <a16:creationId xmlns:a16="http://schemas.microsoft.com/office/drawing/2014/main" id="{C3539B5B-5DFB-4338-84C6-3BAE9ED48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797"/>
                <a:ext cx="10" cy="14"/>
              </a:xfrm>
              <a:custGeom>
                <a:avLst/>
                <a:gdLst>
                  <a:gd name="T0" fmla="*/ 33 w 4"/>
                  <a:gd name="T1" fmla="*/ 0 h 5"/>
                  <a:gd name="T2" fmla="*/ 0 w 4"/>
                  <a:gd name="T3" fmla="*/ 62 h 5"/>
                  <a:gd name="T4" fmla="*/ 20 w 4"/>
                  <a:gd name="T5" fmla="*/ 109 h 5"/>
                  <a:gd name="T6" fmla="*/ 20 w 4"/>
                  <a:gd name="T7" fmla="*/ 87 h 5"/>
                  <a:gd name="T8" fmla="*/ 33 w 4"/>
                  <a:gd name="T9" fmla="*/ 109 h 5"/>
                  <a:gd name="T10" fmla="*/ 50 w 4"/>
                  <a:gd name="T11" fmla="*/ 87 h 5"/>
                  <a:gd name="T12" fmla="*/ 63 w 4"/>
                  <a:gd name="T13" fmla="*/ 22 h 5"/>
                  <a:gd name="T14" fmla="*/ 33 w 4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6" name="Freeform 1764">
                <a:extLst>
                  <a:ext uri="{FF2B5EF4-FFF2-40B4-BE49-F238E27FC236}">
                    <a16:creationId xmlns:a16="http://schemas.microsoft.com/office/drawing/2014/main" id="{12B08624-0DD0-4CDB-8137-4491CE49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965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47 h 4"/>
                  <a:gd name="T4" fmla="*/ 0 w 4"/>
                  <a:gd name="T5" fmla="*/ 47 h 4"/>
                  <a:gd name="T6" fmla="*/ 20 w 4"/>
                  <a:gd name="T7" fmla="*/ 47 h 4"/>
                  <a:gd name="T8" fmla="*/ 20 w 4"/>
                  <a:gd name="T9" fmla="*/ 61 h 4"/>
                  <a:gd name="T10" fmla="*/ 20 w 4"/>
                  <a:gd name="T11" fmla="*/ 83 h 4"/>
                  <a:gd name="T12" fmla="*/ 50 w 4"/>
                  <a:gd name="T13" fmla="*/ 83 h 4"/>
                  <a:gd name="T14" fmla="*/ 63 w 4"/>
                  <a:gd name="T15" fmla="*/ 22 h 4"/>
                  <a:gd name="T16" fmla="*/ 33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7" name="Freeform 1765">
                <a:extLst>
                  <a:ext uri="{FF2B5EF4-FFF2-40B4-BE49-F238E27FC236}">
                    <a16:creationId xmlns:a16="http://schemas.microsoft.com/office/drawing/2014/main" id="{62D95580-273B-4952-9B65-D6AC4432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835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0 w 4"/>
                  <a:gd name="T3" fmla="*/ 20 h 4"/>
                  <a:gd name="T4" fmla="*/ 20 w 4"/>
                  <a:gd name="T5" fmla="*/ 50 h 4"/>
                  <a:gd name="T6" fmla="*/ 20 w 4"/>
                  <a:gd name="T7" fmla="*/ 50 h 4"/>
                  <a:gd name="T8" fmla="*/ 33 w 4"/>
                  <a:gd name="T9" fmla="*/ 63 h 4"/>
                  <a:gd name="T10" fmla="*/ 63 w 4"/>
                  <a:gd name="T11" fmla="*/ 63 h 4"/>
                  <a:gd name="T12" fmla="*/ 63 w 4"/>
                  <a:gd name="T13" fmla="*/ 50 h 4"/>
                  <a:gd name="T14" fmla="*/ 63 w 4"/>
                  <a:gd name="T15" fmla="*/ 33 h 4"/>
                  <a:gd name="T16" fmla="*/ 63 w 4"/>
                  <a:gd name="T17" fmla="*/ 33 h 4"/>
                  <a:gd name="T18" fmla="*/ 63 w 4"/>
                  <a:gd name="T19" fmla="*/ 33 h 4"/>
                  <a:gd name="T20" fmla="*/ 63 w 4"/>
                  <a:gd name="T21" fmla="*/ 20 h 4"/>
                  <a:gd name="T22" fmla="*/ 33 w 4"/>
                  <a:gd name="T23" fmla="*/ 0 h 4"/>
                  <a:gd name="T24" fmla="*/ 20 w 4"/>
                  <a:gd name="T25" fmla="*/ 2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8" name="Freeform 1766">
                <a:extLst>
                  <a:ext uri="{FF2B5EF4-FFF2-40B4-BE49-F238E27FC236}">
                    <a16:creationId xmlns:a16="http://schemas.microsoft.com/office/drawing/2014/main" id="{37ED4893-FBB0-4B29-BDC9-88D0B4A4F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79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20 w 4"/>
                  <a:gd name="T3" fmla="*/ 22 h 4"/>
                  <a:gd name="T4" fmla="*/ 0 w 4"/>
                  <a:gd name="T5" fmla="*/ 22 h 4"/>
                  <a:gd name="T6" fmla="*/ 0 w 4"/>
                  <a:gd name="T7" fmla="*/ 47 h 4"/>
                  <a:gd name="T8" fmla="*/ 0 w 4"/>
                  <a:gd name="T9" fmla="*/ 61 h 4"/>
                  <a:gd name="T10" fmla="*/ 20 w 4"/>
                  <a:gd name="T11" fmla="*/ 83 h 4"/>
                  <a:gd name="T12" fmla="*/ 63 w 4"/>
                  <a:gd name="T13" fmla="*/ 61 h 4"/>
                  <a:gd name="T14" fmla="*/ 33 w 4"/>
                  <a:gd name="T15" fmla="*/ 0 h 4"/>
                  <a:gd name="T16" fmla="*/ 20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4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9" name="Freeform 1767">
                <a:extLst>
                  <a:ext uri="{FF2B5EF4-FFF2-40B4-BE49-F238E27FC236}">
                    <a16:creationId xmlns:a16="http://schemas.microsoft.com/office/drawing/2014/main" id="{2A697195-9B53-4839-A452-01B42A6F8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776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20 w 4"/>
                  <a:gd name="T3" fmla="*/ 61 h 4"/>
                  <a:gd name="T4" fmla="*/ 33 w 4"/>
                  <a:gd name="T5" fmla="*/ 83 h 4"/>
                  <a:gd name="T6" fmla="*/ 63 w 4"/>
                  <a:gd name="T7" fmla="*/ 61 h 4"/>
                  <a:gd name="T8" fmla="*/ 63 w 4"/>
                  <a:gd name="T9" fmla="*/ 47 h 4"/>
                  <a:gd name="T10" fmla="*/ 63 w 4"/>
                  <a:gd name="T11" fmla="*/ 47 h 4"/>
                  <a:gd name="T12" fmla="*/ 63 w 4"/>
                  <a:gd name="T13" fmla="*/ 22 h 4"/>
                  <a:gd name="T14" fmla="*/ 63 w 4"/>
                  <a:gd name="T15" fmla="*/ 22 h 4"/>
                  <a:gd name="T16" fmla="*/ 33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0" name="Freeform 1768">
                <a:extLst>
                  <a:ext uri="{FF2B5EF4-FFF2-40B4-BE49-F238E27FC236}">
                    <a16:creationId xmlns:a16="http://schemas.microsoft.com/office/drawing/2014/main" id="{CE5E2F33-F9C1-4825-8280-FA854194DD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1" y="281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0 w 4"/>
                  <a:gd name="T3" fmla="*/ 34 h 5"/>
                  <a:gd name="T4" fmla="*/ 0 w 4"/>
                  <a:gd name="T5" fmla="*/ 34 h 5"/>
                  <a:gd name="T6" fmla="*/ 0 w 4"/>
                  <a:gd name="T7" fmla="*/ 55 h 5"/>
                  <a:gd name="T8" fmla="*/ 20 w 4"/>
                  <a:gd name="T9" fmla="*/ 68 h 5"/>
                  <a:gd name="T10" fmla="*/ 20 w 4"/>
                  <a:gd name="T11" fmla="*/ 68 h 5"/>
                  <a:gd name="T12" fmla="*/ 50 w 4"/>
                  <a:gd name="T13" fmla="*/ 68 h 5"/>
                  <a:gd name="T14" fmla="*/ 50 w 4"/>
                  <a:gd name="T15" fmla="*/ 55 h 5"/>
                  <a:gd name="T16" fmla="*/ 63 w 4"/>
                  <a:gd name="T17" fmla="*/ 34 h 5"/>
                  <a:gd name="T18" fmla="*/ 63 w 4"/>
                  <a:gd name="T19" fmla="*/ 34 h 5"/>
                  <a:gd name="T20" fmla="*/ 50 w 4"/>
                  <a:gd name="T21" fmla="*/ 21 h 5"/>
                  <a:gd name="T22" fmla="*/ 33 w 4"/>
                  <a:gd name="T23" fmla="*/ 21 h 5"/>
                  <a:gd name="T24" fmla="*/ 20 w 4"/>
                  <a:gd name="T25" fmla="*/ 21 h 5"/>
                  <a:gd name="T26" fmla="*/ 50 w 4"/>
                  <a:gd name="T27" fmla="*/ 34 h 5"/>
                  <a:gd name="T28" fmla="*/ 50 w 4"/>
                  <a:gd name="T29" fmla="*/ 34 h 5"/>
                  <a:gd name="T30" fmla="*/ 50 w 4"/>
                  <a:gd name="T31" fmla="*/ 34 h 5"/>
                  <a:gd name="T32" fmla="*/ 50 w 4"/>
                  <a:gd name="T33" fmla="*/ 34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1" name="Freeform 1769">
                <a:extLst>
                  <a:ext uri="{FF2B5EF4-FFF2-40B4-BE49-F238E27FC236}">
                    <a16:creationId xmlns:a16="http://schemas.microsoft.com/office/drawing/2014/main" id="{644C96B8-1364-4881-B8CD-BFB7A97D4C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3" y="282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0 w 3"/>
                  <a:gd name="T3" fmla="*/ 21 h 3"/>
                  <a:gd name="T4" fmla="*/ 0 w 3"/>
                  <a:gd name="T5" fmla="*/ 21 h 3"/>
                  <a:gd name="T6" fmla="*/ 0 w 3"/>
                  <a:gd name="T7" fmla="*/ 21 h 3"/>
                  <a:gd name="T8" fmla="*/ 0 w 3"/>
                  <a:gd name="T9" fmla="*/ 21 h 3"/>
                  <a:gd name="T10" fmla="*/ 0 w 3"/>
                  <a:gd name="T11" fmla="*/ 35 h 3"/>
                  <a:gd name="T12" fmla="*/ 21 w 3"/>
                  <a:gd name="T13" fmla="*/ 35 h 3"/>
                  <a:gd name="T14" fmla="*/ 21 w 3"/>
                  <a:gd name="T15" fmla="*/ 35 h 3"/>
                  <a:gd name="T16" fmla="*/ 21 w 3"/>
                  <a:gd name="T17" fmla="*/ 56 h 3"/>
                  <a:gd name="T18" fmla="*/ 35 w 3"/>
                  <a:gd name="T19" fmla="*/ 56 h 3"/>
                  <a:gd name="T20" fmla="*/ 35 w 3"/>
                  <a:gd name="T21" fmla="*/ 56 h 3"/>
                  <a:gd name="T22" fmla="*/ 35 w 3"/>
                  <a:gd name="T23" fmla="*/ 56 h 3"/>
                  <a:gd name="T24" fmla="*/ 56 w 3"/>
                  <a:gd name="T25" fmla="*/ 35 h 3"/>
                  <a:gd name="T26" fmla="*/ 56 w 3"/>
                  <a:gd name="T27" fmla="*/ 21 h 3"/>
                  <a:gd name="T28" fmla="*/ 56 w 3"/>
                  <a:gd name="T29" fmla="*/ 21 h 3"/>
                  <a:gd name="T30" fmla="*/ 56 w 3"/>
                  <a:gd name="T31" fmla="*/ 0 h 3"/>
                  <a:gd name="T32" fmla="*/ 56 w 3"/>
                  <a:gd name="T33" fmla="*/ 0 h 3"/>
                  <a:gd name="T34" fmla="*/ 56 w 3"/>
                  <a:gd name="T35" fmla="*/ 0 h 3"/>
                  <a:gd name="T36" fmla="*/ 35 w 3"/>
                  <a:gd name="T37" fmla="*/ 0 h 3"/>
                  <a:gd name="T38" fmla="*/ 21 w 3"/>
                  <a:gd name="T39" fmla="*/ 0 h 3"/>
                  <a:gd name="T40" fmla="*/ 35 w 3"/>
                  <a:gd name="T41" fmla="*/ 0 h 3"/>
                  <a:gd name="T42" fmla="*/ 35 w 3"/>
                  <a:gd name="T43" fmla="*/ 0 h 3"/>
                  <a:gd name="T44" fmla="*/ 35 w 3"/>
                  <a:gd name="T45" fmla="*/ 0 h 3"/>
                  <a:gd name="T46" fmla="*/ 21 w 3"/>
                  <a:gd name="T47" fmla="*/ 21 h 3"/>
                  <a:gd name="T48" fmla="*/ 21 w 3"/>
                  <a:gd name="T49" fmla="*/ 0 h 3"/>
                  <a:gd name="T50" fmla="*/ 21 w 3"/>
                  <a:gd name="T51" fmla="*/ 21 h 3"/>
                  <a:gd name="T52" fmla="*/ 21 w 3"/>
                  <a:gd name="T53" fmla="*/ 35 h 3"/>
                  <a:gd name="T54" fmla="*/ 21 w 3"/>
                  <a:gd name="T55" fmla="*/ 21 h 3"/>
                  <a:gd name="T56" fmla="*/ 35 w 3"/>
                  <a:gd name="T57" fmla="*/ 0 h 3"/>
                  <a:gd name="T58" fmla="*/ 56 w 3"/>
                  <a:gd name="T59" fmla="*/ 21 h 3"/>
                  <a:gd name="T60" fmla="*/ 56 w 3"/>
                  <a:gd name="T61" fmla="*/ 21 h 3"/>
                  <a:gd name="T62" fmla="*/ 56 w 3"/>
                  <a:gd name="T63" fmla="*/ 35 h 3"/>
                  <a:gd name="T64" fmla="*/ 21 w 3"/>
                  <a:gd name="T65" fmla="*/ 35 h 3"/>
                  <a:gd name="T66" fmla="*/ 21 w 3"/>
                  <a:gd name="T67" fmla="*/ 35 h 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2" name="Freeform 1770">
                <a:extLst>
                  <a:ext uri="{FF2B5EF4-FFF2-40B4-BE49-F238E27FC236}">
                    <a16:creationId xmlns:a16="http://schemas.microsoft.com/office/drawing/2014/main" id="{FECC3506-3602-4F82-90E0-04211219A9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1" y="2624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21 h 3"/>
                  <a:gd name="T4" fmla="*/ 0 w 4"/>
                  <a:gd name="T5" fmla="*/ 21 h 3"/>
                  <a:gd name="T6" fmla="*/ 20 w 4"/>
                  <a:gd name="T7" fmla="*/ 35 h 3"/>
                  <a:gd name="T8" fmla="*/ 20 w 4"/>
                  <a:gd name="T9" fmla="*/ 35 h 3"/>
                  <a:gd name="T10" fmla="*/ 20 w 4"/>
                  <a:gd name="T11" fmla="*/ 56 h 3"/>
                  <a:gd name="T12" fmla="*/ 50 w 4"/>
                  <a:gd name="T13" fmla="*/ 56 h 3"/>
                  <a:gd name="T14" fmla="*/ 63 w 4"/>
                  <a:gd name="T15" fmla="*/ 35 h 3"/>
                  <a:gd name="T16" fmla="*/ 63 w 4"/>
                  <a:gd name="T17" fmla="*/ 21 h 3"/>
                  <a:gd name="T18" fmla="*/ 63 w 4"/>
                  <a:gd name="T19" fmla="*/ 21 h 3"/>
                  <a:gd name="T20" fmla="*/ 50 w 4"/>
                  <a:gd name="T21" fmla="*/ 0 h 3"/>
                  <a:gd name="T22" fmla="*/ 50 w 4"/>
                  <a:gd name="T23" fmla="*/ 0 h 3"/>
                  <a:gd name="T24" fmla="*/ 33 w 4"/>
                  <a:gd name="T25" fmla="*/ 0 h 3"/>
                  <a:gd name="T26" fmla="*/ 33 w 4"/>
                  <a:gd name="T27" fmla="*/ 0 h 3"/>
                  <a:gd name="T28" fmla="*/ 33 w 4"/>
                  <a:gd name="T29" fmla="*/ 0 h 3"/>
                  <a:gd name="T30" fmla="*/ 50 w 4"/>
                  <a:gd name="T31" fmla="*/ 35 h 3"/>
                  <a:gd name="T32" fmla="*/ 33 w 4"/>
                  <a:gd name="T33" fmla="*/ 35 h 3"/>
                  <a:gd name="T34" fmla="*/ 33 w 4"/>
                  <a:gd name="T35" fmla="*/ 35 h 3"/>
                  <a:gd name="T36" fmla="*/ 33 w 4"/>
                  <a:gd name="T37" fmla="*/ 35 h 3"/>
                  <a:gd name="T38" fmla="*/ 50 w 4"/>
                  <a:gd name="T39" fmla="*/ 35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3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3" name="Freeform 1771">
                <a:extLst>
                  <a:ext uri="{FF2B5EF4-FFF2-40B4-BE49-F238E27FC236}">
                    <a16:creationId xmlns:a16="http://schemas.microsoft.com/office/drawing/2014/main" id="{6E8B66EC-0265-414A-861F-E0F6C2F10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853"/>
                <a:ext cx="10" cy="14"/>
              </a:xfrm>
              <a:custGeom>
                <a:avLst/>
                <a:gdLst>
                  <a:gd name="T0" fmla="*/ 33 w 4"/>
                  <a:gd name="T1" fmla="*/ 22 h 5"/>
                  <a:gd name="T2" fmla="*/ 20 w 4"/>
                  <a:gd name="T3" fmla="*/ 87 h 5"/>
                  <a:gd name="T4" fmla="*/ 33 w 4"/>
                  <a:gd name="T5" fmla="*/ 109 h 5"/>
                  <a:gd name="T6" fmla="*/ 63 w 4"/>
                  <a:gd name="T7" fmla="*/ 87 h 5"/>
                  <a:gd name="T8" fmla="*/ 63 w 4"/>
                  <a:gd name="T9" fmla="*/ 62 h 5"/>
                  <a:gd name="T10" fmla="*/ 63 w 4"/>
                  <a:gd name="T11" fmla="*/ 48 h 5"/>
                  <a:gd name="T12" fmla="*/ 63 w 4"/>
                  <a:gd name="T13" fmla="*/ 48 h 5"/>
                  <a:gd name="T14" fmla="*/ 63 w 4"/>
                  <a:gd name="T15" fmla="*/ 22 h 5"/>
                  <a:gd name="T16" fmla="*/ 33 w 4"/>
                  <a:gd name="T17" fmla="*/ 22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4" name="Freeform 1772">
                <a:extLst>
                  <a:ext uri="{FF2B5EF4-FFF2-40B4-BE49-F238E27FC236}">
                    <a16:creationId xmlns:a16="http://schemas.microsoft.com/office/drawing/2014/main" id="{B986068A-CA4D-4D01-BD48-EFA753B6E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861"/>
                <a:ext cx="10" cy="11"/>
              </a:xfrm>
              <a:custGeom>
                <a:avLst/>
                <a:gdLst>
                  <a:gd name="T0" fmla="*/ 33 w 4"/>
                  <a:gd name="T1" fmla="*/ 22 h 4"/>
                  <a:gd name="T2" fmla="*/ 0 w 4"/>
                  <a:gd name="T3" fmla="*/ 61 h 4"/>
                  <a:gd name="T4" fmla="*/ 33 w 4"/>
                  <a:gd name="T5" fmla="*/ 83 h 4"/>
                  <a:gd name="T6" fmla="*/ 50 w 4"/>
                  <a:gd name="T7" fmla="*/ 61 h 4"/>
                  <a:gd name="T8" fmla="*/ 63 w 4"/>
                  <a:gd name="T9" fmla="*/ 47 h 4"/>
                  <a:gd name="T10" fmla="*/ 63 w 4"/>
                  <a:gd name="T11" fmla="*/ 47 h 4"/>
                  <a:gd name="T12" fmla="*/ 33 w 4"/>
                  <a:gd name="T13" fmla="*/ 2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5" name="Freeform 1773">
                <a:extLst>
                  <a:ext uri="{FF2B5EF4-FFF2-40B4-BE49-F238E27FC236}">
                    <a16:creationId xmlns:a16="http://schemas.microsoft.com/office/drawing/2014/main" id="{44B0FDE9-8B97-4C36-8D22-05FD456ADC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1" y="3096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20 w 4"/>
                  <a:gd name="T3" fmla="*/ 61 h 4"/>
                  <a:gd name="T4" fmla="*/ 33 w 4"/>
                  <a:gd name="T5" fmla="*/ 83 h 4"/>
                  <a:gd name="T6" fmla="*/ 50 w 4"/>
                  <a:gd name="T7" fmla="*/ 61 h 4"/>
                  <a:gd name="T8" fmla="*/ 50 w 4"/>
                  <a:gd name="T9" fmla="*/ 47 h 4"/>
                  <a:gd name="T10" fmla="*/ 63 w 4"/>
                  <a:gd name="T11" fmla="*/ 47 h 4"/>
                  <a:gd name="T12" fmla="*/ 50 w 4"/>
                  <a:gd name="T13" fmla="*/ 22 h 4"/>
                  <a:gd name="T14" fmla="*/ 33 w 4"/>
                  <a:gd name="T15" fmla="*/ 0 h 4"/>
                  <a:gd name="T16" fmla="*/ 50 w 4"/>
                  <a:gd name="T17" fmla="*/ 47 h 4"/>
                  <a:gd name="T18" fmla="*/ 50 w 4"/>
                  <a:gd name="T19" fmla="*/ 47 h 4"/>
                  <a:gd name="T20" fmla="*/ 50 w 4"/>
                  <a:gd name="T21" fmla="*/ 61 h 4"/>
                  <a:gd name="T22" fmla="*/ 50 w 4"/>
                  <a:gd name="T23" fmla="*/ 47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6" name="Freeform 1774">
                <a:extLst>
                  <a:ext uri="{FF2B5EF4-FFF2-40B4-BE49-F238E27FC236}">
                    <a16:creationId xmlns:a16="http://schemas.microsoft.com/office/drawing/2014/main" id="{C021FC6A-64D8-4C55-B078-AB7051672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891"/>
                <a:ext cx="10" cy="13"/>
              </a:xfrm>
              <a:custGeom>
                <a:avLst/>
                <a:gdLst>
                  <a:gd name="T0" fmla="*/ 0 w 4"/>
                  <a:gd name="T1" fmla="*/ 34 h 5"/>
                  <a:gd name="T2" fmla="*/ 0 w 4"/>
                  <a:gd name="T3" fmla="*/ 34 h 5"/>
                  <a:gd name="T4" fmla="*/ 0 w 4"/>
                  <a:gd name="T5" fmla="*/ 55 h 5"/>
                  <a:gd name="T6" fmla="*/ 0 w 4"/>
                  <a:gd name="T7" fmla="*/ 55 h 5"/>
                  <a:gd name="T8" fmla="*/ 20 w 4"/>
                  <a:gd name="T9" fmla="*/ 88 h 5"/>
                  <a:gd name="T10" fmla="*/ 33 w 4"/>
                  <a:gd name="T11" fmla="*/ 88 h 5"/>
                  <a:gd name="T12" fmla="*/ 63 w 4"/>
                  <a:gd name="T13" fmla="*/ 34 h 5"/>
                  <a:gd name="T14" fmla="*/ 50 w 4"/>
                  <a:gd name="T15" fmla="*/ 0 h 5"/>
                  <a:gd name="T16" fmla="*/ 0 w 4"/>
                  <a:gd name="T17" fmla="*/ 34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7" name="Freeform 1775">
                <a:extLst>
                  <a:ext uri="{FF2B5EF4-FFF2-40B4-BE49-F238E27FC236}">
                    <a16:creationId xmlns:a16="http://schemas.microsoft.com/office/drawing/2014/main" id="{7597261B-5011-4C33-8EA7-6266944890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1" y="2824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20 w 4"/>
                  <a:gd name="T3" fmla="*/ 22 h 4"/>
                  <a:gd name="T4" fmla="*/ 20 w 4"/>
                  <a:gd name="T5" fmla="*/ 22 h 4"/>
                  <a:gd name="T6" fmla="*/ 20 w 4"/>
                  <a:gd name="T7" fmla="*/ 22 h 4"/>
                  <a:gd name="T8" fmla="*/ 0 w 4"/>
                  <a:gd name="T9" fmla="*/ 47 h 4"/>
                  <a:gd name="T10" fmla="*/ 0 w 4"/>
                  <a:gd name="T11" fmla="*/ 47 h 4"/>
                  <a:gd name="T12" fmla="*/ 0 w 4"/>
                  <a:gd name="T13" fmla="*/ 61 h 4"/>
                  <a:gd name="T14" fmla="*/ 0 w 4"/>
                  <a:gd name="T15" fmla="*/ 61 h 4"/>
                  <a:gd name="T16" fmla="*/ 0 w 4"/>
                  <a:gd name="T17" fmla="*/ 83 h 4"/>
                  <a:gd name="T18" fmla="*/ 33 w 4"/>
                  <a:gd name="T19" fmla="*/ 83 h 4"/>
                  <a:gd name="T20" fmla="*/ 63 w 4"/>
                  <a:gd name="T21" fmla="*/ 47 h 4"/>
                  <a:gd name="T22" fmla="*/ 50 w 4"/>
                  <a:gd name="T23" fmla="*/ 0 h 4"/>
                  <a:gd name="T24" fmla="*/ 20 w 4"/>
                  <a:gd name="T25" fmla="*/ 22 h 4"/>
                  <a:gd name="T26" fmla="*/ 33 w 4"/>
                  <a:gd name="T27" fmla="*/ 61 h 4"/>
                  <a:gd name="T28" fmla="*/ 20 w 4"/>
                  <a:gd name="T29" fmla="*/ 47 h 4"/>
                  <a:gd name="T30" fmla="*/ 33 w 4"/>
                  <a:gd name="T31" fmla="*/ 22 h 4"/>
                  <a:gd name="T32" fmla="*/ 50 w 4"/>
                  <a:gd name="T33" fmla="*/ 47 h 4"/>
                  <a:gd name="T34" fmla="*/ 50 w 4"/>
                  <a:gd name="T35" fmla="*/ 47 h 4"/>
                  <a:gd name="T36" fmla="*/ 50 w 4"/>
                  <a:gd name="T37" fmla="*/ 47 h 4"/>
                  <a:gd name="T38" fmla="*/ 33 w 4"/>
                  <a:gd name="T39" fmla="*/ 61 h 4"/>
                  <a:gd name="T40" fmla="*/ 33 w 4"/>
                  <a:gd name="T41" fmla="*/ 61 h 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  <a:moveTo>
                      <a:pt x="2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8" name="Freeform 1776">
                <a:extLst>
                  <a:ext uri="{FF2B5EF4-FFF2-40B4-BE49-F238E27FC236}">
                    <a16:creationId xmlns:a16="http://schemas.microsoft.com/office/drawing/2014/main" id="{FE470170-A9B7-4F1A-A996-E49EFAF114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3" y="2829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47 h 4"/>
                  <a:gd name="T4" fmla="*/ 0 w 4"/>
                  <a:gd name="T5" fmla="*/ 47 h 4"/>
                  <a:gd name="T6" fmla="*/ 0 w 4"/>
                  <a:gd name="T7" fmla="*/ 47 h 4"/>
                  <a:gd name="T8" fmla="*/ 0 w 4"/>
                  <a:gd name="T9" fmla="*/ 61 h 4"/>
                  <a:gd name="T10" fmla="*/ 0 w 4"/>
                  <a:gd name="T11" fmla="*/ 61 h 4"/>
                  <a:gd name="T12" fmla="*/ 33 w 4"/>
                  <a:gd name="T13" fmla="*/ 83 h 4"/>
                  <a:gd name="T14" fmla="*/ 63 w 4"/>
                  <a:gd name="T15" fmla="*/ 47 h 4"/>
                  <a:gd name="T16" fmla="*/ 50 w 4"/>
                  <a:gd name="T17" fmla="*/ 0 h 4"/>
                  <a:gd name="T18" fmla="*/ 0 w 4"/>
                  <a:gd name="T19" fmla="*/ 0 h 4"/>
                  <a:gd name="T20" fmla="*/ 33 w 4"/>
                  <a:gd name="T21" fmla="*/ 22 h 4"/>
                  <a:gd name="T22" fmla="*/ 33 w 4"/>
                  <a:gd name="T23" fmla="*/ 47 h 4"/>
                  <a:gd name="T24" fmla="*/ 33 w 4"/>
                  <a:gd name="T25" fmla="*/ 61 h 4"/>
                  <a:gd name="T26" fmla="*/ 20 w 4"/>
                  <a:gd name="T27" fmla="*/ 47 h 4"/>
                  <a:gd name="T28" fmla="*/ 20 w 4"/>
                  <a:gd name="T29" fmla="*/ 47 h 4"/>
                  <a:gd name="T30" fmla="*/ 20 w 4"/>
                  <a:gd name="T31" fmla="*/ 47 h 4"/>
                  <a:gd name="T32" fmla="*/ 20 w 4"/>
                  <a:gd name="T33" fmla="*/ 47 h 4"/>
                  <a:gd name="T34" fmla="*/ 20 w 4"/>
                  <a:gd name="T35" fmla="*/ 47 h 4"/>
                  <a:gd name="T36" fmla="*/ 20 w 4"/>
                  <a:gd name="T37" fmla="*/ 47 h 4"/>
                  <a:gd name="T38" fmla="*/ 20 w 4"/>
                  <a:gd name="T39" fmla="*/ 47 h 4"/>
                  <a:gd name="T40" fmla="*/ 33 w 4"/>
                  <a:gd name="T41" fmla="*/ 22 h 4"/>
                  <a:gd name="T42" fmla="*/ 20 w 4"/>
                  <a:gd name="T43" fmla="*/ 47 h 4"/>
                  <a:gd name="T44" fmla="*/ 20 w 4"/>
                  <a:gd name="T45" fmla="*/ 47 h 4"/>
                  <a:gd name="T46" fmla="*/ 33 w 4"/>
                  <a:gd name="T47" fmla="*/ 47 h 4"/>
                  <a:gd name="T48" fmla="*/ 33 w 4"/>
                  <a:gd name="T49" fmla="*/ 47 h 4"/>
                  <a:gd name="T50" fmla="*/ 20 w 4"/>
                  <a:gd name="T51" fmla="*/ 47 h 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9" name="Freeform 1777">
                <a:extLst>
                  <a:ext uri="{FF2B5EF4-FFF2-40B4-BE49-F238E27FC236}">
                    <a16:creationId xmlns:a16="http://schemas.microsoft.com/office/drawing/2014/main" id="{FDB26EB9-477A-4C12-B0F3-CC39AEBBE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80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0 h 3"/>
                  <a:gd name="T4" fmla="*/ 0 w 3"/>
                  <a:gd name="T5" fmla="*/ 21 h 3"/>
                  <a:gd name="T6" fmla="*/ 12 w 3"/>
                  <a:gd name="T7" fmla="*/ 56 h 3"/>
                  <a:gd name="T8" fmla="*/ 37 w 3"/>
                  <a:gd name="T9" fmla="*/ 56 h 3"/>
                  <a:gd name="T10" fmla="*/ 37 w 3"/>
                  <a:gd name="T11" fmla="*/ 35 h 3"/>
                  <a:gd name="T12" fmla="*/ 37 w 3"/>
                  <a:gd name="T13" fmla="*/ 35 h 3"/>
                  <a:gd name="T14" fmla="*/ 37 w 3"/>
                  <a:gd name="T15" fmla="*/ 21 h 3"/>
                  <a:gd name="T16" fmla="*/ 37 w 3"/>
                  <a:gd name="T17" fmla="*/ 21 h 3"/>
                  <a:gd name="T18" fmla="*/ 28 w 3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0" name="Freeform 1778">
                <a:extLst>
                  <a:ext uri="{FF2B5EF4-FFF2-40B4-BE49-F238E27FC236}">
                    <a16:creationId xmlns:a16="http://schemas.microsoft.com/office/drawing/2014/main" id="{F18D3D8C-79B5-4364-936C-5641EF34C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843"/>
                <a:ext cx="10" cy="13"/>
              </a:xfrm>
              <a:custGeom>
                <a:avLst/>
                <a:gdLst>
                  <a:gd name="T0" fmla="*/ 33 w 4"/>
                  <a:gd name="T1" fmla="*/ 0 h 5"/>
                  <a:gd name="T2" fmla="*/ 0 w 4"/>
                  <a:gd name="T3" fmla="*/ 34 h 5"/>
                  <a:gd name="T4" fmla="*/ 0 w 4"/>
                  <a:gd name="T5" fmla="*/ 55 h 5"/>
                  <a:gd name="T6" fmla="*/ 0 w 4"/>
                  <a:gd name="T7" fmla="*/ 55 h 5"/>
                  <a:gd name="T8" fmla="*/ 0 w 4"/>
                  <a:gd name="T9" fmla="*/ 55 h 5"/>
                  <a:gd name="T10" fmla="*/ 0 w 4"/>
                  <a:gd name="T11" fmla="*/ 55 h 5"/>
                  <a:gd name="T12" fmla="*/ 0 w 4"/>
                  <a:gd name="T13" fmla="*/ 68 h 5"/>
                  <a:gd name="T14" fmla="*/ 20 w 4"/>
                  <a:gd name="T15" fmla="*/ 88 h 5"/>
                  <a:gd name="T16" fmla="*/ 63 w 4"/>
                  <a:gd name="T17" fmla="*/ 68 h 5"/>
                  <a:gd name="T18" fmla="*/ 50 w 4"/>
                  <a:gd name="T19" fmla="*/ 21 h 5"/>
                  <a:gd name="T20" fmla="*/ 33 w 4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1" name="Freeform 1779">
                <a:extLst>
                  <a:ext uri="{FF2B5EF4-FFF2-40B4-BE49-F238E27FC236}">
                    <a16:creationId xmlns:a16="http://schemas.microsoft.com/office/drawing/2014/main" id="{25300083-4A23-4669-84A4-9FFBE65C41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8" y="3077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21 w 3"/>
                  <a:gd name="T3" fmla="*/ 0 h 3"/>
                  <a:gd name="T4" fmla="*/ 0 w 3"/>
                  <a:gd name="T5" fmla="*/ 21 h 3"/>
                  <a:gd name="T6" fmla="*/ 21 w 3"/>
                  <a:gd name="T7" fmla="*/ 21 h 3"/>
                  <a:gd name="T8" fmla="*/ 21 w 3"/>
                  <a:gd name="T9" fmla="*/ 0 h 3"/>
                  <a:gd name="T10" fmla="*/ 21 w 3"/>
                  <a:gd name="T11" fmla="*/ 0 h 3"/>
                  <a:gd name="T12" fmla="*/ 35 w 3"/>
                  <a:gd name="T13" fmla="*/ 0 h 3"/>
                  <a:gd name="T14" fmla="*/ 56 w 3"/>
                  <a:gd name="T15" fmla="*/ 35 h 3"/>
                  <a:gd name="T16" fmla="*/ 56 w 3"/>
                  <a:gd name="T17" fmla="*/ 0 h 3"/>
                  <a:gd name="T18" fmla="*/ 35 w 3"/>
                  <a:gd name="T19" fmla="*/ 0 h 3"/>
                  <a:gd name="T20" fmla="*/ 0 w 3"/>
                  <a:gd name="T21" fmla="*/ 21 h 3"/>
                  <a:gd name="T22" fmla="*/ 21 w 3"/>
                  <a:gd name="T23" fmla="*/ 21 h 3"/>
                  <a:gd name="T24" fmla="*/ 0 w 3"/>
                  <a:gd name="T25" fmla="*/ 21 h 3"/>
                  <a:gd name="T26" fmla="*/ 0 w 3"/>
                  <a:gd name="T27" fmla="*/ 21 h 3"/>
                  <a:gd name="T28" fmla="*/ 21 w 3"/>
                  <a:gd name="T29" fmla="*/ 35 h 3"/>
                  <a:gd name="T30" fmla="*/ 56 w 3"/>
                  <a:gd name="T31" fmla="*/ 35 h 3"/>
                  <a:gd name="T32" fmla="*/ 56 w 3"/>
                  <a:gd name="T33" fmla="*/ 35 h 3"/>
                  <a:gd name="T34" fmla="*/ 35 w 3"/>
                  <a:gd name="T35" fmla="*/ 0 h 3"/>
                  <a:gd name="T36" fmla="*/ 21 w 3"/>
                  <a:gd name="T37" fmla="*/ 0 h 3"/>
                  <a:gd name="T38" fmla="*/ 21 w 3"/>
                  <a:gd name="T39" fmla="*/ 21 h 3"/>
                  <a:gd name="T40" fmla="*/ 56 w 3"/>
                  <a:gd name="T41" fmla="*/ 35 h 3"/>
                  <a:gd name="T42" fmla="*/ 35 w 3"/>
                  <a:gd name="T43" fmla="*/ 35 h 3"/>
                  <a:gd name="T44" fmla="*/ 56 w 3"/>
                  <a:gd name="T45" fmla="*/ 35 h 3"/>
                  <a:gd name="T46" fmla="*/ 56 w 3"/>
                  <a:gd name="T47" fmla="*/ 35 h 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2" name="Freeform 1780">
                <a:extLst>
                  <a:ext uri="{FF2B5EF4-FFF2-40B4-BE49-F238E27FC236}">
                    <a16:creationId xmlns:a16="http://schemas.microsoft.com/office/drawing/2014/main" id="{6EEC99D1-7CBC-417A-A7CB-C071C0A5A8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6" y="2800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12 w 3"/>
                  <a:gd name="T3" fmla="*/ 61 h 4"/>
                  <a:gd name="T4" fmla="*/ 37 w 3"/>
                  <a:gd name="T5" fmla="*/ 61 h 4"/>
                  <a:gd name="T6" fmla="*/ 37 w 3"/>
                  <a:gd name="T7" fmla="*/ 47 h 4"/>
                  <a:gd name="T8" fmla="*/ 37 w 3"/>
                  <a:gd name="T9" fmla="*/ 47 h 4"/>
                  <a:gd name="T10" fmla="*/ 37 w 3"/>
                  <a:gd name="T11" fmla="*/ 47 h 4"/>
                  <a:gd name="T12" fmla="*/ 37 w 3"/>
                  <a:gd name="T13" fmla="*/ 47 h 4"/>
                  <a:gd name="T14" fmla="*/ 28 w 3"/>
                  <a:gd name="T15" fmla="*/ 0 h 4"/>
                  <a:gd name="T16" fmla="*/ 0 w 3"/>
                  <a:gd name="T17" fmla="*/ 22 h 4"/>
                  <a:gd name="T18" fmla="*/ 28 w 3"/>
                  <a:gd name="T19" fmla="*/ 61 h 4"/>
                  <a:gd name="T20" fmla="*/ 12 w 3"/>
                  <a:gd name="T21" fmla="*/ 61 h 4"/>
                  <a:gd name="T22" fmla="*/ 28 w 3"/>
                  <a:gd name="T23" fmla="*/ 61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3" name="Freeform 1781">
                <a:extLst>
                  <a:ext uri="{FF2B5EF4-FFF2-40B4-BE49-F238E27FC236}">
                    <a16:creationId xmlns:a16="http://schemas.microsoft.com/office/drawing/2014/main" id="{D5F3F612-2463-4532-996C-FC7CCBBF85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1" y="277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21 h 3"/>
                  <a:gd name="T4" fmla="*/ 0 w 3"/>
                  <a:gd name="T5" fmla="*/ 35 h 3"/>
                  <a:gd name="T6" fmla="*/ 28 w 3"/>
                  <a:gd name="T7" fmla="*/ 56 h 3"/>
                  <a:gd name="T8" fmla="*/ 37 w 3"/>
                  <a:gd name="T9" fmla="*/ 35 h 3"/>
                  <a:gd name="T10" fmla="*/ 37 w 3"/>
                  <a:gd name="T11" fmla="*/ 21 h 3"/>
                  <a:gd name="T12" fmla="*/ 37 w 3"/>
                  <a:gd name="T13" fmla="*/ 21 h 3"/>
                  <a:gd name="T14" fmla="*/ 37 w 3"/>
                  <a:gd name="T15" fmla="*/ 21 h 3"/>
                  <a:gd name="T16" fmla="*/ 28 w 3"/>
                  <a:gd name="T17" fmla="*/ 0 h 3"/>
                  <a:gd name="T18" fmla="*/ 28 w 3"/>
                  <a:gd name="T19" fmla="*/ 21 h 3"/>
                  <a:gd name="T20" fmla="*/ 28 w 3"/>
                  <a:gd name="T21" fmla="*/ 21 h 3"/>
                  <a:gd name="T22" fmla="*/ 28 w 3"/>
                  <a:gd name="T23" fmla="*/ 21 h 3"/>
                  <a:gd name="T24" fmla="*/ 28 w 3"/>
                  <a:gd name="T25" fmla="*/ 21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4" name="Freeform 1782">
                <a:extLst>
                  <a:ext uri="{FF2B5EF4-FFF2-40B4-BE49-F238E27FC236}">
                    <a16:creationId xmlns:a16="http://schemas.microsoft.com/office/drawing/2014/main" id="{8F8D4369-7A60-46C5-9333-2DC3B4B7B9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1" y="2787"/>
                <a:ext cx="12" cy="13"/>
              </a:xfrm>
              <a:custGeom>
                <a:avLst/>
                <a:gdLst>
                  <a:gd name="T0" fmla="*/ 0 w 5"/>
                  <a:gd name="T1" fmla="*/ 34 h 5"/>
                  <a:gd name="T2" fmla="*/ 0 w 5"/>
                  <a:gd name="T3" fmla="*/ 34 h 5"/>
                  <a:gd name="T4" fmla="*/ 0 w 5"/>
                  <a:gd name="T5" fmla="*/ 55 h 5"/>
                  <a:gd name="T6" fmla="*/ 0 w 5"/>
                  <a:gd name="T7" fmla="*/ 55 h 5"/>
                  <a:gd name="T8" fmla="*/ 0 w 5"/>
                  <a:gd name="T9" fmla="*/ 55 h 5"/>
                  <a:gd name="T10" fmla="*/ 12 w 5"/>
                  <a:gd name="T11" fmla="*/ 88 h 5"/>
                  <a:gd name="T12" fmla="*/ 58 w 5"/>
                  <a:gd name="T13" fmla="*/ 88 h 5"/>
                  <a:gd name="T14" fmla="*/ 70 w 5"/>
                  <a:gd name="T15" fmla="*/ 55 h 5"/>
                  <a:gd name="T16" fmla="*/ 70 w 5"/>
                  <a:gd name="T17" fmla="*/ 34 h 5"/>
                  <a:gd name="T18" fmla="*/ 70 w 5"/>
                  <a:gd name="T19" fmla="*/ 21 h 5"/>
                  <a:gd name="T20" fmla="*/ 58 w 5"/>
                  <a:gd name="T21" fmla="*/ 21 h 5"/>
                  <a:gd name="T22" fmla="*/ 58 w 5"/>
                  <a:gd name="T23" fmla="*/ 21 h 5"/>
                  <a:gd name="T24" fmla="*/ 58 w 5"/>
                  <a:gd name="T25" fmla="*/ 21 h 5"/>
                  <a:gd name="T26" fmla="*/ 41 w 5"/>
                  <a:gd name="T27" fmla="*/ 0 h 5"/>
                  <a:gd name="T28" fmla="*/ 0 w 5"/>
                  <a:gd name="T29" fmla="*/ 34 h 5"/>
                  <a:gd name="T30" fmla="*/ 29 w 5"/>
                  <a:gd name="T31" fmla="*/ 21 h 5"/>
                  <a:gd name="T32" fmla="*/ 29 w 5"/>
                  <a:gd name="T33" fmla="*/ 21 h 5"/>
                  <a:gd name="T34" fmla="*/ 29 w 5"/>
                  <a:gd name="T35" fmla="*/ 21 h 5"/>
                  <a:gd name="T36" fmla="*/ 29 w 5"/>
                  <a:gd name="T37" fmla="*/ 21 h 5"/>
                  <a:gd name="T38" fmla="*/ 58 w 5"/>
                  <a:gd name="T39" fmla="*/ 21 h 5"/>
                  <a:gd name="T40" fmla="*/ 58 w 5"/>
                  <a:gd name="T41" fmla="*/ 21 h 5"/>
                  <a:gd name="T42" fmla="*/ 58 w 5"/>
                  <a:gd name="T43" fmla="*/ 34 h 5"/>
                  <a:gd name="T44" fmla="*/ 70 w 5"/>
                  <a:gd name="T45" fmla="*/ 55 h 5"/>
                  <a:gd name="T46" fmla="*/ 58 w 5"/>
                  <a:gd name="T47" fmla="*/ 68 h 5"/>
                  <a:gd name="T48" fmla="*/ 41 w 5"/>
                  <a:gd name="T49" fmla="*/ 68 h 5"/>
                  <a:gd name="T50" fmla="*/ 29 w 5"/>
                  <a:gd name="T51" fmla="*/ 68 h 5"/>
                  <a:gd name="T52" fmla="*/ 29 w 5"/>
                  <a:gd name="T53" fmla="*/ 55 h 5"/>
                  <a:gd name="T54" fmla="*/ 29 w 5"/>
                  <a:gd name="T55" fmla="*/ 55 h 5"/>
                  <a:gd name="T56" fmla="*/ 41 w 5"/>
                  <a:gd name="T57" fmla="*/ 21 h 5"/>
                  <a:gd name="T58" fmla="*/ 58 w 5"/>
                  <a:gd name="T59" fmla="*/ 21 h 5"/>
                  <a:gd name="T60" fmla="*/ 41 w 5"/>
                  <a:gd name="T61" fmla="*/ 21 h 5"/>
                  <a:gd name="T62" fmla="*/ 58 w 5"/>
                  <a:gd name="T63" fmla="*/ 21 h 5"/>
                  <a:gd name="T64" fmla="*/ 41 w 5"/>
                  <a:gd name="T65" fmla="*/ 88 h 5"/>
                  <a:gd name="T66" fmla="*/ 41 w 5"/>
                  <a:gd name="T67" fmla="*/ 88 h 5"/>
                  <a:gd name="T68" fmla="*/ 41 w 5"/>
                  <a:gd name="T69" fmla="*/ 88 h 5"/>
                  <a:gd name="T70" fmla="*/ 41 w 5"/>
                  <a:gd name="T71" fmla="*/ 88 h 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5" name="Freeform 1783">
                <a:extLst>
                  <a:ext uri="{FF2B5EF4-FFF2-40B4-BE49-F238E27FC236}">
                    <a16:creationId xmlns:a16="http://schemas.microsoft.com/office/drawing/2014/main" id="{2A41098B-9BFC-4B19-A7AD-ACF87B0EE3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3" y="278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0 w 3"/>
                  <a:gd name="T3" fmla="*/ 35 h 3"/>
                  <a:gd name="T4" fmla="*/ 0 w 3"/>
                  <a:gd name="T5" fmla="*/ 35 h 3"/>
                  <a:gd name="T6" fmla="*/ 0 w 3"/>
                  <a:gd name="T7" fmla="*/ 21 h 3"/>
                  <a:gd name="T8" fmla="*/ 0 w 3"/>
                  <a:gd name="T9" fmla="*/ 35 h 3"/>
                  <a:gd name="T10" fmla="*/ 0 w 3"/>
                  <a:gd name="T11" fmla="*/ 35 h 3"/>
                  <a:gd name="T12" fmla="*/ 0 w 3"/>
                  <a:gd name="T13" fmla="*/ 35 h 3"/>
                  <a:gd name="T14" fmla="*/ 0 w 3"/>
                  <a:gd name="T15" fmla="*/ 56 h 3"/>
                  <a:gd name="T16" fmla="*/ 0 w 3"/>
                  <a:gd name="T17" fmla="*/ 56 h 3"/>
                  <a:gd name="T18" fmla="*/ 21 w 3"/>
                  <a:gd name="T19" fmla="*/ 35 h 3"/>
                  <a:gd name="T20" fmla="*/ 0 w 3"/>
                  <a:gd name="T21" fmla="*/ 35 h 3"/>
                  <a:gd name="T22" fmla="*/ 21 w 3"/>
                  <a:gd name="T23" fmla="*/ 21 h 3"/>
                  <a:gd name="T24" fmla="*/ 35 w 3"/>
                  <a:gd name="T25" fmla="*/ 21 h 3"/>
                  <a:gd name="T26" fmla="*/ 56 w 3"/>
                  <a:gd name="T27" fmla="*/ 21 h 3"/>
                  <a:gd name="T28" fmla="*/ 56 w 3"/>
                  <a:gd name="T29" fmla="*/ 21 h 3"/>
                  <a:gd name="T30" fmla="*/ 35 w 3"/>
                  <a:gd name="T31" fmla="*/ 35 h 3"/>
                  <a:gd name="T32" fmla="*/ 56 w 3"/>
                  <a:gd name="T33" fmla="*/ 35 h 3"/>
                  <a:gd name="T34" fmla="*/ 56 w 3"/>
                  <a:gd name="T35" fmla="*/ 21 h 3"/>
                  <a:gd name="T36" fmla="*/ 56 w 3"/>
                  <a:gd name="T37" fmla="*/ 35 h 3"/>
                  <a:gd name="T38" fmla="*/ 56 w 3"/>
                  <a:gd name="T39" fmla="*/ 35 h 3"/>
                  <a:gd name="T40" fmla="*/ 56 w 3"/>
                  <a:gd name="T41" fmla="*/ 35 h 3"/>
                  <a:gd name="T42" fmla="*/ 56 w 3"/>
                  <a:gd name="T43" fmla="*/ 35 h 3"/>
                  <a:gd name="T44" fmla="*/ 56 w 3"/>
                  <a:gd name="T45" fmla="*/ 35 h 3"/>
                  <a:gd name="T46" fmla="*/ 56 w 3"/>
                  <a:gd name="T47" fmla="*/ 21 h 3"/>
                  <a:gd name="T48" fmla="*/ 56 w 3"/>
                  <a:gd name="T49" fmla="*/ 21 h 3"/>
                  <a:gd name="T50" fmla="*/ 35 w 3"/>
                  <a:gd name="T51" fmla="*/ 0 h 3"/>
                  <a:gd name="T52" fmla="*/ 35 w 3"/>
                  <a:gd name="T53" fmla="*/ 0 h 3"/>
                  <a:gd name="T54" fmla="*/ 21 w 3"/>
                  <a:gd name="T55" fmla="*/ 0 h 3"/>
                  <a:gd name="T56" fmla="*/ 0 w 3"/>
                  <a:gd name="T57" fmla="*/ 21 h 3"/>
                  <a:gd name="T58" fmla="*/ 0 w 3"/>
                  <a:gd name="T59" fmla="*/ 21 h 3"/>
                  <a:gd name="T60" fmla="*/ 0 w 3"/>
                  <a:gd name="T61" fmla="*/ 21 h 3"/>
                  <a:gd name="T62" fmla="*/ 0 w 3"/>
                  <a:gd name="T63" fmla="*/ 35 h 3"/>
                  <a:gd name="T64" fmla="*/ 0 w 3"/>
                  <a:gd name="T65" fmla="*/ 21 h 3"/>
                  <a:gd name="T66" fmla="*/ 0 w 3"/>
                  <a:gd name="T67" fmla="*/ 21 h 3"/>
                  <a:gd name="T68" fmla="*/ 35 w 3"/>
                  <a:gd name="T69" fmla="*/ 21 h 3"/>
                  <a:gd name="T70" fmla="*/ 21 w 3"/>
                  <a:gd name="T71" fmla="*/ 35 h 3"/>
                  <a:gd name="T72" fmla="*/ 21 w 3"/>
                  <a:gd name="T73" fmla="*/ 35 h 3"/>
                  <a:gd name="T74" fmla="*/ 35 w 3"/>
                  <a:gd name="T75" fmla="*/ 56 h 3"/>
                  <a:gd name="T76" fmla="*/ 35 w 3"/>
                  <a:gd name="T77" fmla="*/ 35 h 3"/>
                  <a:gd name="T78" fmla="*/ 35 w 3"/>
                  <a:gd name="T79" fmla="*/ 21 h 3"/>
                  <a:gd name="T80" fmla="*/ 35 w 3"/>
                  <a:gd name="T81" fmla="*/ 21 h 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6" name="Freeform 1784">
                <a:extLst>
                  <a:ext uri="{FF2B5EF4-FFF2-40B4-BE49-F238E27FC236}">
                    <a16:creationId xmlns:a16="http://schemas.microsoft.com/office/drawing/2014/main" id="{F9A8FE0A-15BF-474A-98CC-78502573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789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12 w 3"/>
                  <a:gd name="T3" fmla="*/ 56 h 3"/>
                  <a:gd name="T4" fmla="*/ 12 w 3"/>
                  <a:gd name="T5" fmla="*/ 56 h 3"/>
                  <a:gd name="T6" fmla="*/ 28 w 3"/>
                  <a:gd name="T7" fmla="*/ 56 h 3"/>
                  <a:gd name="T8" fmla="*/ 37 w 3"/>
                  <a:gd name="T9" fmla="*/ 21 h 3"/>
                  <a:gd name="T10" fmla="*/ 37 w 3"/>
                  <a:gd name="T11" fmla="*/ 0 h 3"/>
                  <a:gd name="T12" fmla="*/ 28 w 3"/>
                  <a:gd name="T13" fmla="*/ 0 h 3"/>
                  <a:gd name="T14" fmla="*/ 0 w 3"/>
                  <a:gd name="T15" fmla="*/ 2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7" name="Freeform 1785">
                <a:extLst>
                  <a:ext uri="{FF2B5EF4-FFF2-40B4-BE49-F238E27FC236}">
                    <a16:creationId xmlns:a16="http://schemas.microsoft.com/office/drawing/2014/main" id="{E63FD366-B656-4A7F-9DB4-26EE3F165B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43" y="3075"/>
                <a:ext cx="8" cy="10"/>
              </a:xfrm>
              <a:custGeom>
                <a:avLst/>
                <a:gdLst>
                  <a:gd name="T0" fmla="*/ 0 w 3"/>
                  <a:gd name="T1" fmla="*/ 20 h 4"/>
                  <a:gd name="T2" fmla="*/ 0 w 3"/>
                  <a:gd name="T3" fmla="*/ 33 h 4"/>
                  <a:gd name="T4" fmla="*/ 0 w 3"/>
                  <a:gd name="T5" fmla="*/ 33 h 4"/>
                  <a:gd name="T6" fmla="*/ 0 w 3"/>
                  <a:gd name="T7" fmla="*/ 33 h 4"/>
                  <a:gd name="T8" fmla="*/ 0 w 3"/>
                  <a:gd name="T9" fmla="*/ 33 h 4"/>
                  <a:gd name="T10" fmla="*/ 21 w 3"/>
                  <a:gd name="T11" fmla="*/ 50 h 4"/>
                  <a:gd name="T12" fmla="*/ 35 w 3"/>
                  <a:gd name="T13" fmla="*/ 50 h 4"/>
                  <a:gd name="T14" fmla="*/ 56 w 3"/>
                  <a:gd name="T15" fmla="*/ 33 h 4"/>
                  <a:gd name="T16" fmla="*/ 56 w 3"/>
                  <a:gd name="T17" fmla="*/ 33 h 4"/>
                  <a:gd name="T18" fmla="*/ 56 w 3"/>
                  <a:gd name="T19" fmla="*/ 20 h 4"/>
                  <a:gd name="T20" fmla="*/ 56 w 3"/>
                  <a:gd name="T21" fmla="*/ 20 h 4"/>
                  <a:gd name="T22" fmla="*/ 56 w 3"/>
                  <a:gd name="T23" fmla="*/ 20 h 4"/>
                  <a:gd name="T24" fmla="*/ 56 w 3"/>
                  <a:gd name="T25" fmla="*/ 20 h 4"/>
                  <a:gd name="T26" fmla="*/ 35 w 3"/>
                  <a:gd name="T27" fmla="*/ 0 h 4"/>
                  <a:gd name="T28" fmla="*/ 0 w 3"/>
                  <a:gd name="T29" fmla="*/ 20 h 4"/>
                  <a:gd name="T30" fmla="*/ 21 w 3"/>
                  <a:gd name="T31" fmla="*/ 20 h 4"/>
                  <a:gd name="T32" fmla="*/ 21 w 3"/>
                  <a:gd name="T33" fmla="*/ 20 h 4"/>
                  <a:gd name="T34" fmla="*/ 21 w 3"/>
                  <a:gd name="T35" fmla="*/ 20 h 4"/>
                  <a:gd name="T36" fmla="*/ 21 w 3"/>
                  <a:gd name="T37" fmla="*/ 20 h 4"/>
                  <a:gd name="T38" fmla="*/ 35 w 3"/>
                  <a:gd name="T39" fmla="*/ 20 h 4"/>
                  <a:gd name="T40" fmla="*/ 35 w 3"/>
                  <a:gd name="T41" fmla="*/ 20 h 4"/>
                  <a:gd name="T42" fmla="*/ 56 w 3"/>
                  <a:gd name="T43" fmla="*/ 20 h 4"/>
                  <a:gd name="T44" fmla="*/ 56 w 3"/>
                  <a:gd name="T45" fmla="*/ 33 h 4"/>
                  <a:gd name="T46" fmla="*/ 56 w 3"/>
                  <a:gd name="T47" fmla="*/ 50 h 4"/>
                  <a:gd name="T48" fmla="*/ 35 w 3"/>
                  <a:gd name="T49" fmla="*/ 50 h 4"/>
                  <a:gd name="T50" fmla="*/ 21 w 3"/>
                  <a:gd name="T51" fmla="*/ 50 h 4"/>
                  <a:gd name="T52" fmla="*/ 21 w 3"/>
                  <a:gd name="T53" fmla="*/ 33 h 4"/>
                  <a:gd name="T54" fmla="*/ 21 w 3"/>
                  <a:gd name="T55" fmla="*/ 33 h 4"/>
                  <a:gd name="T56" fmla="*/ 35 w 3"/>
                  <a:gd name="T57" fmla="*/ 20 h 4"/>
                  <a:gd name="T58" fmla="*/ 35 w 3"/>
                  <a:gd name="T59" fmla="*/ 20 h 4"/>
                  <a:gd name="T60" fmla="*/ 35 w 3"/>
                  <a:gd name="T61" fmla="*/ 20 h 4"/>
                  <a:gd name="T62" fmla="*/ 35 w 3"/>
                  <a:gd name="T63" fmla="*/ 20 h 4"/>
                  <a:gd name="T64" fmla="*/ 35 w 3"/>
                  <a:gd name="T65" fmla="*/ 50 h 4"/>
                  <a:gd name="T66" fmla="*/ 35 w 3"/>
                  <a:gd name="T67" fmla="*/ 50 h 4"/>
                  <a:gd name="T68" fmla="*/ 35 w 3"/>
                  <a:gd name="T69" fmla="*/ 50 h 4"/>
                  <a:gd name="T70" fmla="*/ 35 w 3"/>
                  <a:gd name="T71" fmla="*/ 50 h 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8" name="Freeform 1786">
                <a:extLst>
                  <a:ext uri="{FF2B5EF4-FFF2-40B4-BE49-F238E27FC236}">
                    <a16:creationId xmlns:a16="http://schemas.microsoft.com/office/drawing/2014/main" id="{1FB9A9DC-89AC-4D8D-BCB4-91EE28DE05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43" y="3077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21 w 3"/>
                  <a:gd name="T3" fmla="*/ 27 h 2"/>
                  <a:gd name="T4" fmla="*/ 21 w 3"/>
                  <a:gd name="T5" fmla="*/ 27 h 2"/>
                  <a:gd name="T6" fmla="*/ 21 w 3"/>
                  <a:gd name="T7" fmla="*/ 27 h 2"/>
                  <a:gd name="T8" fmla="*/ 21 w 3"/>
                  <a:gd name="T9" fmla="*/ 27 h 2"/>
                  <a:gd name="T10" fmla="*/ 21 w 3"/>
                  <a:gd name="T11" fmla="*/ 27 h 2"/>
                  <a:gd name="T12" fmla="*/ 21 w 3"/>
                  <a:gd name="T13" fmla="*/ 27 h 2"/>
                  <a:gd name="T14" fmla="*/ 21 w 3"/>
                  <a:gd name="T15" fmla="*/ 54 h 2"/>
                  <a:gd name="T16" fmla="*/ 21 w 3"/>
                  <a:gd name="T17" fmla="*/ 54 h 2"/>
                  <a:gd name="T18" fmla="*/ 21 w 3"/>
                  <a:gd name="T19" fmla="*/ 27 h 2"/>
                  <a:gd name="T20" fmla="*/ 21 w 3"/>
                  <a:gd name="T21" fmla="*/ 27 h 2"/>
                  <a:gd name="T22" fmla="*/ 21 w 3"/>
                  <a:gd name="T23" fmla="*/ 0 h 2"/>
                  <a:gd name="T24" fmla="*/ 35 w 3"/>
                  <a:gd name="T25" fmla="*/ 27 h 2"/>
                  <a:gd name="T26" fmla="*/ 35 w 3"/>
                  <a:gd name="T27" fmla="*/ 27 h 2"/>
                  <a:gd name="T28" fmla="*/ 35 w 3"/>
                  <a:gd name="T29" fmla="*/ 27 h 2"/>
                  <a:gd name="T30" fmla="*/ 35 w 3"/>
                  <a:gd name="T31" fmla="*/ 27 h 2"/>
                  <a:gd name="T32" fmla="*/ 35 w 3"/>
                  <a:gd name="T33" fmla="*/ 27 h 2"/>
                  <a:gd name="T34" fmla="*/ 35 w 3"/>
                  <a:gd name="T35" fmla="*/ 27 h 2"/>
                  <a:gd name="T36" fmla="*/ 56 w 3"/>
                  <a:gd name="T37" fmla="*/ 27 h 2"/>
                  <a:gd name="T38" fmla="*/ 56 w 3"/>
                  <a:gd name="T39" fmla="*/ 27 h 2"/>
                  <a:gd name="T40" fmla="*/ 56 w 3"/>
                  <a:gd name="T41" fmla="*/ 27 h 2"/>
                  <a:gd name="T42" fmla="*/ 56 w 3"/>
                  <a:gd name="T43" fmla="*/ 27 h 2"/>
                  <a:gd name="T44" fmla="*/ 56 w 3"/>
                  <a:gd name="T45" fmla="*/ 27 h 2"/>
                  <a:gd name="T46" fmla="*/ 56 w 3"/>
                  <a:gd name="T47" fmla="*/ 27 h 2"/>
                  <a:gd name="T48" fmla="*/ 56 w 3"/>
                  <a:gd name="T49" fmla="*/ 27 h 2"/>
                  <a:gd name="T50" fmla="*/ 35 w 3"/>
                  <a:gd name="T51" fmla="*/ 0 h 2"/>
                  <a:gd name="T52" fmla="*/ 35 w 3"/>
                  <a:gd name="T53" fmla="*/ 0 h 2"/>
                  <a:gd name="T54" fmla="*/ 21 w 3"/>
                  <a:gd name="T55" fmla="*/ 0 h 2"/>
                  <a:gd name="T56" fmla="*/ 21 w 3"/>
                  <a:gd name="T57" fmla="*/ 0 h 2"/>
                  <a:gd name="T58" fmla="*/ 21 w 3"/>
                  <a:gd name="T59" fmla="*/ 27 h 2"/>
                  <a:gd name="T60" fmla="*/ 21 w 3"/>
                  <a:gd name="T61" fmla="*/ 27 h 2"/>
                  <a:gd name="T62" fmla="*/ 21 w 3"/>
                  <a:gd name="T63" fmla="*/ 27 h 2"/>
                  <a:gd name="T64" fmla="*/ 21 w 3"/>
                  <a:gd name="T65" fmla="*/ 27 h 2"/>
                  <a:gd name="T66" fmla="*/ 21 w 3"/>
                  <a:gd name="T67" fmla="*/ 0 h 2"/>
                  <a:gd name="T68" fmla="*/ 35 w 3"/>
                  <a:gd name="T69" fmla="*/ 27 h 2"/>
                  <a:gd name="T70" fmla="*/ 21 w 3"/>
                  <a:gd name="T71" fmla="*/ 27 h 2"/>
                  <a:gd name="T72" fmla="*/ 21 w 3"/>
                  <a:gd name="T73" fmla="*/ 27 h 2"/>
                  <a:gd name="T74" fmla="*/ 35 w 3"/>
                  <a:gd name="T75" fmla="*/ 27 h 2"/>
                  <a:gd name="T76" fmla="*/ 35 w 3"/>
                  <a:gd name="T77" fmla="*/ 27 h 2"/>
                  <a:gd name="T78" fmla="*/ 35 w 3"/>
                  <a:gd name="T79" fmla="*/ 27 h 2"/>
                  <a:gd name="T80" fmla="*/ 35 w 3"/>
                  <a:gd name="T81" fmla="*/ 27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9" name="Freeform 1787">
                <a:extLst>
                  <a:ext uri="{FF2B5EF4-FFF2-40B4-BE49-F238E27FC236}">
                    <a16:creationId xmlns:a16="http://schemas.microsoft.com/office/drawing/2014/main" id="{FC3695D4-5CB0-46C4-95B6-A38B1C3BD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30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54 h 2"/>
                  <a:gd name="T4" fmla="*/ 20 w 2"/>
                  <a:gd name="T5" fmla="*/ 54 h 2"/>
                  <a:gd name="T6" fmla="*/ 33 w 2"/>
                  <a:gd name="T7" fmla="*/ 54 h 2"/>
                  <a:gd name="T8" fmla="*/ 33 w 2"/>
                  <a:gd name="T9" fmla="*/ 27 h 2"/>
                  <a:gd name="T10" fmla="*/ 33 w 2"/>
                  <a:gd name="T11" fmla="*/ 0 h 2"/>
                  <a:gd name="T12" fmla="*/ 33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0" name="Freeform 1788">
                <a:extLst>
                  <a:ext uri="{FF2B5EF4-FFF2-40B4-BE49-F238E27FC236}">
                    <a16:creationId xmlns:a16="http://schemas.microsoft.com/office/drawing/2014/main" id="{CFDDEFAA-2B38-4689-A6DF-90258893A1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3" y="2816"/>
                <a:ext cx="8" cy="11"/>
              </a:xfrm>
              <a:custGeom>
                <a:avLst/>
                <a:gdLst>
                  <a:gd name="T0" fmla="*/ 0 w 3"/>
                  <a:gd name="T1" fmla="*/ 22 h 4"/>
                  <a:gd name="T2" fmla="*/ 0 w 3"/>
                  <a:gd name="T3" fmla="*/ 47 h 4"/>
                  <a:gd name="T4" fmla="*/ 0 w 3"/>
                  <a:gd name="T5" fmla="*/ 47 h 4"/>
                  <a:gd name="T6" fmla="*/ 0 w 3"/>
                  <a:gd name="T7" fmla="*/ 47 h 4"/>
                  <a:gd name="T8" fmla="*/ 0 w 3"/>
                  <a:gd name="T9" fmla="*/ 47 h 4"/>
                  <a:gd name="T10" fmla="*/ 21 w 3"/>
                  <a:gd name="T11" fmla="*/ 61 h 4"/>
                  <a:gd name="T12" fmla="*/ 35 w 3"/>
                  <a:gd name="T13" fmla="*/ 61 h 4"/>
                  <a:gd name="T14" fmla="*/ 56 w 3"/>
                  <a:gd name="T15" fmla="*/ 47 h 4"/>
                  <a:gd name="T16" fmla="*/ 56 w 3"/>
                  <a:gd name="T17" fmla="*/ 47 h 4"/>
                  <a:gd name="T18" fmla="*/ 56 w 3"/>
                  <a:gd name="T19" fmla="*/ 22 h 4"/>
                  <a:gd name="T20" fmla="*/ 56 w 3"/>
                  <a:gd name="T21" fmla="*/ 22 h 4"/>
                  <a:gd name="T22" fmla="*/ 56 w 3"/>
                  <a:gd name="T23" fmla="*/ 22 h 4"/>
                  <a:gd name="T24" fmla="*/ 56 w 3"/>
                  <a:gd name="T25" fmla="*/ 22 h 4"/>
                  <a:gd name="T26" fmla="*/ 35 w 3"/>
                  <a:gd name="T27" fmla="*/ 0 h 4"/>
                  <a:gd name="T28" fmla="*/ 0 w 3"/>
                  <a:gd name="T29" fmla="*/ 22 h 4"/>
                  <a:gd name="T30" fmla="*/ 21 w 3"/>
                  <a:gd name="T31" fmla="*/ 22 h 4"/>
                  <a:gd name="T32" fmla="*/ 21 w 3"/>
                  <a:gd name="T33" fmla="*/ 22 h 4"/>
                  <a:gd name="T34" fmla="*/ 21 w 3"/>
                  <a:gd name="T35" fmla="*/ 22 h 4"/>
                  <a:gd name="T36" fmla="*/ 21 w 3"/>
                  <a:gd name="T37" fmla="*/ 22 h 4"/>
                  <a:gd name="T38" fmla="*/ 35 w 3"/>
                  <a:gd name="T39" fmla="*/ 22 h 4"/>
                  <a:gd name="T40" fmla="*/ 35 w 3"/>
                  <a:gd name="T41" fmla="*/ 22 h 4"/>
                  <a:gd name="T42" fmla="*/ 56 w 3"/>
                  <a:gd name="T43" fmla="*/ 47 h 4"/>
                  <a:gd name="T44" fmla="*/ 56 w 3"/>
                  <a:gd name="T45" fmla="*/ 47 h 4"/>
                  <a:gd name="T46" fmla="*/ 56 w 3"/>
                  <a:gd name="T47" fmla="*/ 61 h 4"/>
                  <a:gd name="T48" fmla="*/ 35 w 3"/>
                  <a:gd name="T49" fmla="*/ 61 h 4"/>
                  <a:gd name="T50" fmla="*/ 21 w 3"/>
                  <a:gd name="T51" fmla="*/ 61 h 4"/>
                  <a:gd name="T52" fmla="*/ 21 w 3"/>
                  <a:gd name="T53" fmla="*/ 47 h 4"/>
                  <a:gd name="T54" fmla="*/ 21 w 3"/>
                  <a:gd name="T55" fmla="*/ 47 h 4"/>
                  <a:gd name="T56" fmla="*/ 35 w 3"/>
                  <a:gd name="T57" fmla="*/ 22 h 4"/>
                  <a:gd name="T58" fmla="*/ 35 w 3"/>
                  <a:gd name="T59" fmla="*/ 22 h 4"/>
                  <a:gd name="T60" fmla="*/ 35 w 3"/>
                  <a:gd name="T61" fmla="*/ 22 h 4"/>
                  <a:gd name="T62" fmla="*/ 35 w 3"/>
                  <a:gd name="T63" fmla="*/ 22 h 4"/>
                  <a:gd name="T64" fmla="*/ 35 w 3"/>
                  <a:gd name="T65" fmla="*/ 61 h 4"/>
                  <a:gd name="T66" fmla="*/ 35 w 3"/>
                  <a:gd name="T67" fmla="*/ 61 h 4"/>
                  <a:gd name="T68" fmla="*/ 35 w 3"/>
                  <a:gd name="T69" fmla="*/ 61 h 4"/>
                  <a:gd name="T70" fmla="*/ 35 w 3"/>
                  <a:gd name="T71" fmla="*/ 61 h 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1" name="Freeform 1789">
                <a:extLst>
                  <a:ext uri="{FF2B5EF4-FFF2-40B4-BE49-F238E27FC236}">
                    <a16:creationId xmlns:a16="http://schemas.microsoft.com/office/drawing/2014/main" id="{20BEC6B6-8BA9-4F42-B7BC-7442F451DE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3" y="2819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0 w 3"/>
                  <a:gd name="T3" fmla="*/ 20 h 2"/>
                  <a:gd name="T4" fmla="*/ 0 w 3"/>
                  <a:gd name="T5" fmla="*/ 20 h 2"/>
                  <a:gd name="T6" fmla="*/ 21 w 3"/>
                  <a:gd name="T7" fmla="*/ 20 h 2"/>
                  <a:gd name="T8" fmla="*/ 21 w 3"/>
                  <a:gd name="T9" fmla="*/ 20 h 2"/>
                  <a:gd name="T10" fmla="*/ 21 w 3"/>
                  <a:gd name="T11" fmla="*/ 20 h 2"/>
                  <a:gd name="T12" fmla="*/ 21 w 3"/>
                  <a:gd name="T13" fmla="*/ 20 h 2"/>
                  <a:gd name="T14" fmla="*/ 21 w 3"/>
                  <a:gd name="T15" fmla="*/ 33 h 2"/>
                  <a:gd name="T16" fmla="*/ 21 w 3"/>
                  <a:gd name="T17" fmla="*/ 33 h 2"/>
                  <a:gd name="T18" fmla="*/ 21 w 3"/>
                  <a:gd name="T19" fmla="*/ 20 h 2"/>
                  <a:gd name="T20" fmla="*/ 21 w 3"/>
                  <a:gd name="T21" fmla="*/ 20 h 2"/>
                  <a:gd name="T22" fmla="*/ 21 w 3"/>
                  <a:gd name="T23" fmla="*/ 0 h 2"/>
                  <a:gd name="T24" fmla="*/ 35 w 3"/>
                  <a:gd name="T25" fmla="*/ 20 h 2"/>
                  <a:gd name="T26" fmla="*/ 35 w 3"/>
                  <a:gd name="T27" fmla="*/ 20 h 2"/>
                  <a:gd name="T28" fmla="*/ 35 w 3"/>
                  <a:gd name="T29" fmla="*/ 20 h 2"/>
                  <a:gd name="T30" fmla="*/ 35 w 3"/>
                  <a:gd name="T31" fmla="*/ 20 h 2"/>
                  <a:gd name="T32" fmla="*/ 35 w 3"/>
                  <a:gd name="T33" fmla="*/ 20 h 2"/>
                  <a:gd name="T34" fmla="*/ 35 w 3"/>
                  <a:gd name="T35" fmla="*/ 20 h 2"/>
                  <a:gd name="T36" fmla="*/ 35 w 3"/>
                  <a:gd name="T37" fmla="*/ 20 h 2"/>
                  <a:gd name="T38" fmla="*/ 35 w 3"/>
                  <a:gd name="T39" fmla="*/ 20 h 2"/>
                  <a:gd name="T40" fmla="*/ 35 w 3"/>
                  <a:gd name="T41" fmla="*/ 20 h 2"/>
                  <a:gd name="T42" fmla="*/ 56 w 3"/>
                  <a:gd name="T43" fmla="*/ 20 h 2"/>
                  <a:gd name="T44" fmla="*/ 35 w 3"/>
                  <a:gd name="T45" fmla="*/ 20 h 2"/>
                  <a:gd name="T46" fmla="*/ 56 w 3"/>
                  <a:gd name="T47" fmla="*/ 20 h 2"/>
                  <a:gd name="T48" fmla="*/ 56 w 3"/>
                  <a:gd name="T49" fmla="*/ 20 h 2"/>
                  <a:gd name="T50" fmla="*/ 35 w 3"/>
                  <a:gd name="T51" fmla="*/ 0 h 2"/>
                  <a:gd name="T52" fmla="*/ 35 w 3"/>
                  <a:gd name="T53" fmla="*/ 0 h 2"/>
                  <a:gd name="T54" fmla="*/ 21 w 3"/>
                  <a:gd name="T55" fmla="*/ 0 h 2"/>
                  <a:gd name="T56" fmla="*/ 21 w 3"/>
                  <a:gd name="T57" fmla="*/ 20 h 2"/>
                  <a:gd name="T58" fmla="*/ 21 w 3"/>
                  <a:gd name="T59" fmla="*/ 20 h 2"/>
                  <a:gd name="T60" fmla="*/ 21 w 3"/>
                  <a:gd name="T61" fmla="*/ 20 h 2"/>
                  <a:gd name="T62" fmla="*/ 21 w 3"/>
                  <a:gd name="T63" fmla="*/ 20 h 2"/>
                  <a:gd name="T64" fmla="*/ 21 w 3"/>
                  <a:gd name="T65" fmla="*/ 20 h 2"/>
                  <a:gd name="T66" fmla="*/ 21 w 3"/>
                  <a:gd name="T67" fmla="*/ 20 h 2"/>
                  <a:gd name="T68" fmla="*/ 35 w 3"/>
                  <a:gd name="T69" fmla="*/ 20 h 2"/>
                  <a:gd name="T70" fmla="*/ 21 w 3"/>
                  <a:gd name="T71" fmla="*/ 20 h 2"/>
                  <a:gd name="T72" fmla="*/ 21 w 3"/>
                  <a:gd name="T73" fmla="*/ 20 h 2"/>
                  <a:gd name="T74" fmla="*/ 35 w 3"/>
                  <a:gd name="T75" fmla="*/ 33 h 2"/>
                  <a:gd name="T76" fmla="*/ 35 w 3"/>
                  <a:gd name="T77" fmla="*/ 20 h 2"/>
                  <a:gd name="T78" fmla="*/ 35 w 3"/>
                  <a:gd name="T79" fmla="*/ 20 h 2"/>
                  <a:gd name="T80" fmla="*/ 35 w 3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2" name="Freeform 1790">
                <a:extLst>
                  <a:ext uri="{FF2B5EF4-FFF2-40B4-BE49-F238E27FC236}">
                    <a16:creationId xmlns:a16="http://schemas.microsoft.com/office/drawing/2014/main" id="{5FC88F23-6EB1-4B65-975B-45B149EBB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8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33 h 2"/>
                  <a:gd name="T4" fmla="*/ 20 w 2"/>
                  <a:gd name="T5" fmla="*/ 33 h 2"/>
                  <a:gd name="T6" fmla="*/ 20 w 2"/>
                  <a:gd name="T7" fmla="*/ 33 h 2"/>
                  <a:gd name="T8" fmla="*/ 33 w 2"/>
                  <a:gd name="T9" fmla="*/ 20 h 2"/>
                  <a:gd name="T10" fmla="*/ 33 w 2"/>
                  <a:gd name="T11" fmla="*/ 0 h 2"/>
                  <a:gd name="T12" fmla="*/ 33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3" name="Freeform 1791">
                <a:extLst>
                  <a:ext uri="{FF2B5EF4-FFF2-40B4-BE49-F238E27FC236}">
                    <a16:creationId xmlns:a16="http://schemas.microsoft.com/office/drawing/2014/main" id="{D91F2E5B-0B95-40BF-B557-017A1FC4FD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1" y="264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21 h 3"/>
                  <a:gd name="T4" fmla="*/ 0 w 2"/>
                  <a:gd name="T5" fmla="*/ 21 h 3"/>
                  <a:gd name="T6" fmla="*/ 0 w 2"/>
                  <a:gd name="T7" fmla="*/ 35 h 3"/>
                  <a:gd name="T8" fmla="*/ 0 w 2"/>
                  <a:gd name="T9" fmla="*/ 35 h 3"/>
                  <a:gd name="T10" fmla="*/ 20 w 2"/>
                  <a:gd name="T11" fmla="*/ 35 h 3"/>
                  <a:gd name="T12" fmla="*/ 33 w 2"/>
                  <a:gd name="T13" fmla="*/ 35 h 3"/>
                  <a:gd name="T14" fmla="*/ 33 w 2"/>
                  <a:gd name="T15" fmla="*/ 21 h 3"/>
                  <a:gd name="T16" fmla="*/ 33 w 2"/>
                  <a:gd name="T17" fmla="*/ 21 h 3"/>
                  <a:gd name="T18" fmla="*/ 33 w 2"/>
                  <a:gd name="T19" fmla="*/ 21 h 3"/>
                  <a:gd name="T20" fmla="*/ 33 w 2"/>
                  <a:gd name="T21" fmla="*/ 21 h 3"/>
                  <a:gd name="T22" fmla="*/ 33 w 2"/>
                  <a:gd name="T23" fmla="*/ 21 h 3"/>
                  <a:gd name="T24" fmla="*/ 33 w 2"/>
                  <a:gd name="T25" fmla="*/ 21 h 3"/>
                  <a:gd name="T26" fmla="*/ 33 w 2"/>
                  <a:gd name="T27" fmla="*/ 0 h 3"/>
                  <a:gd name="T28" fmla="*/ 0 w 2"/>
                  <a:gd name="T29" fmla="*/ 21 h 3"/>
                  <a:gd name="T30" fmla="*/ 20 w 2"/>
                  <a:gd name="T31" fmla="*/ 21 h 3"/>
                  <a:gd name="T32" fmla="*/ 20 w 2"/>
                  <a:gd name="T33" fmla="*/ 21 h 3"/>
                  <a:gd name="T34" fmla="*/ 20 w 2"/>
                  <a:gd name="T35" fmla="*/ 21 h 3"/>
                  <a:gd name="T36" fmla="*/ 20 w 2"/>
                  <a:gd name="T37" fmla="*/ 21 h 3"/>
                  <a:gd name="T38" fmla="*/ 33 w 2"/>
                  <a:gd name="T39" fmla="*/ 21 h 3"/>
                  <a:gd name="T40" fmla="*/ 33 w 2"/>
                  <a:gd name="T41" fmla="*/ 21 h 3"/>
                  <a:gd name="T42" fmla="*/ 33 w 2"/>
                  <a:gd name="T43" fmla="*/ 21 h 3"/>
                  <a:gd name="T44" fmla="*/ 33 w 2"/>
                  <a:gd name="T45" fmla="*/ 35 h 3"/>
                  <a:gd name="T46" fmla="*/ 33 w 2"/>
                  <a:gd name="T47" fmla="*/ 35 h 3"/>
                  <a:gd name="T48" fmla="*/ 20 w 2"/>
                  <a:gd name="T49" fmla="*/ 35 h 3"/>
                  <a:gd name="T50" fmla="*/ 20 w 2"/>
                  <a:gd name="T51" fmla="*/ 35 h 3"/>
                  <a:gd name="T52" fmla="*/ 20 w 2"/>
                  <a:gd name="T53" fmla="*/ 35 h 3"/>
                  <a:gd name="T54" fmla="*/ 20 w 2"/>
                  <a:gd name="T55" fmla="*/ 21 h 3"/>
                  <a:gd name="T56" fmla="*/ 33 w 2"/>
                  <a:gd name="T57" fmla="*/ 21 h 3"/>
                  <a:gd name="T58" fmla="*/ 33 w 2"/>
                  <a:gd name="T59" fmla="*/ 21 h 3"/>
                  <a:gd name="T60" fmla="*/ 33 w 2"/>
                  <a:gd name="T61" fmla="*/ 21 h 3"/>
                  <a:gd name="T62" fmla="*/ 33 w 2"/>
                  <a:gd name="T63" fmla="*/ 21 h 3"/>
                  <a:gd name="T64" fmla="*/ 20 w 2"/>
                  <a:gd name="T65" fmla="*/ 35 h 3"/>
                  <a:gd name="T66" fmla="*/ 20 w 2"/>
                  <a:gd name="T67" fmla="*/ 35 h 3"/>
                  <a:gd name="T68" fmla="*/ 20 w 2"/>
                  <a:gd name="T69" fmla="*/ 35 h 3"/>
                  <a:gd name="T70" fmla="*/ 20 w 2"/>
                  <a:gd name="T71" fmla="*/ 35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4" name="Freeform 1792">
                <a:extLst>
                  <a:ext uri="{FF2B5EF4-FFF2-40B4-BE49-F238E27FC236}">
                    <a16:creationId xmlns:a16="http://schemas.microsoft.com/office/drawing/2014/main" id="{662B79A1-4613-4D47-B06B-953C4600F3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1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0 w 2"/>
                  <a:gd name="T3" fmla="*/ 27 h 1"/>
                  <a:gd name="T4" fmla="*/ 0 w 2"/>
                  <a:gd name="T5" fmla="*/ 27 h 1"/>
                  <a:gd name="T6" fmla="*/ 20 w 2"/>
                  <a:gd name="T7" fmla="*/ 0 h 1"/>
                  <a:gd name="T8" fmla="*/ 20 w 2"/>
                  <a:gd name="T9" fmla="*/ 27 h 1"/>
                  <a:gd name="T10" fmla="*/ 20 w 2"/>
                  <a:gd name="T11" fmla="*/ 27 h 1"/>
                  <a:gd name="T12" fmla="*/ 20 w 2"/>
                  <a:gd name="T13" fmla="*/ 27 h 1"/>
                  <a:gd name="T14" fmla="*/ 20 w 2"/>
                  <a:gd name="T15" fmla="*/ 27 h 1"/>
                  <a:gd name="T16" fmla="*/ 20 w 2"/>
                  <a:gd name="T17" fmla="*/ 27 h 1"/>
                  <a:gd name="T18" fmla="*/ 20 w 2"/>
                  <a:gd name="T19" fmla="*/ 27 h 1"/>
                  <a:gd name="T20" fmla="*/ 20 w 2"/>
                  <a:gd name="T21" fmla="*/ 0 h 1"/>
                  <a:gd name="T22" fmla="*/ 20 w 2"/>
                  <a:gd name="T23" fmla="*/ 0 h 1"/>
                  <a:gd name="T24" fmla="*/ 20 w 2"/>
                  <a:gd name="T25" fmla="*/ 0 h 1"/>
                  <a:gd name="T26" fmla="*/ 33 w 2"/>
                  <a:gd name="T27" fmla="*/ 0 h 1"/>
                  <a:gd name="T28" fmla="*/ 33 w 2"/>
                  <a:gd name="T29" fmla="*/ 0 h 1"/>
                  <a:gd name="T30" fmla="*/ 33 w 2"/>
                  <a:gd name="T31" fmla="*/ 0 h 1"/>
                  <a:gd name="T32" fmla="*/ 33 w 2"/>
                  <a:gd name="T33" fmla="*/ 27 h 1"/>
                  <a:gd name="T34" fmla="*/ 33 w 2"/>
                  <a:gd name="T35" fmla="*/ 0 h 1"/>
                  <a:gd name="T36" fmla="*/ 33 w 2"/>
                  <a:gd name="T37" fmla="*/ 27 h 1"/>
                  <a:gd name="T38" fmla="*/ 33 w 2"/>
                  <a:gd name="T39" fmla="*/ 27 h 1"/>
                  <a:gd name="T40" fmla="*/ 33 w 2"/>
                  <a:gd name="T41" fmla="*/ 27 h 1"/>
                  <a:gd name="T42" fmla="*/ 33 w 2"/>
                  <a:gd name="T43" fmla="*/ 27 h 1"/>
                  <a:gd name="T44" fmla="*/ 33 w 2"/>
                  <a:gd name="T45" fmla="*/ 27 h 1"/>
                  <a:gd name="T46" fmla="*/ 33 w 2"/>
                  <a:gd name="T47" fmla="*/ 0 h 1"/>
                  <a:gd name="T48" fmla="*/ 33 w 2"/>
                  <a:gd name="T49" fmla="*/ 0 h 1"/>
                  <a:gd name="T50" fmla="*/ 20 w 2"/>
                  <a:gd name="T51" fmla="*/ 0 h 1"/>
                  <a:gd name="T52" fmla="*/ 20 w 2"/>
                  <a:gd name="T53" fmla="*/ 0 h 1"/>
                  <a:gd name="T54" fmla="*/ 20 w 2"/>
                  <a:gd name="T55" fmla="*/ 0 h 1"/>
                  <a:gd name="T56" fmla="*/ 20 w 2"/>
                  <a:gd name="T57" fmla="*/ 0 h 1"/>
                  <a:gd name="T58" fmla="*/ 20 w 2"/>
                  <a:gd name="T59" fmla="*/ 0 h 1"/>
                  <a:gd name="T60" fmla="*/ 20 w 2"/>
                  <a:gd name="T61" fmla="*/ 0 h 1"/>
                  <a:gd name="T62" fmla="*/ 20 w 2"/>
                  <a:gd name="T63" fmla="*/ 0 h 1"/>
                  <a:gd name="T64" fmla="*/ 20 w 2"/>
                  <a:gd name="T65" fmla="*/ 0 h 1"/>
                  <a:gd name="T66" fmla="*/ 20 w 2"/>
                  <a:gd name="T67" fmla="*/ 0 h 1"/>
                  <a:gd name="T68" fmla="*/ 20 w 2"/>
                  <a:gd name="T69" fmla="*/ 0 h 1"/>
                  <a:gd name="T70" fmla="*/ 20 w 2"/>
                  <a:gd name="T71" fmla="*/ 27 h 1"/>
                  <a:gd name="T72" fmla="*/ 20 w 2"/>
                  <a:gd name="T73" fmla="*/ 27 h 1"/>
                  <a:gd name="T74" fmla="*/ 20 w 2"/>
                  <a:gd name="T75" fmla="*/ 27 h 1"/>
                  <a:gd name="T76" fmla="*/ 33 w 2"/>
                  <a:gd name="T77" fmla="*/ 0 h 1"/>
                  <a:gd name="T78" fmla="*/ 20 w 2"/>
                  <a:gd name="T79" fmla="*/ 0 h 1"/>
                  <a:gd name="T80" fmla="*/ 20 w 2"/>
                  <a:gd name="T81" fmla="*/ 0 h 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5" name="Freeform 1793">
                <a:extLst>
                  <a:ext uri="{FF2B5EF4-FFF2-40B4-BE49-F238E27FC236}">
                    <a16:creationId xmlns:a16="http://schemas.microsoft.com/office/drawing/2014/main" id="{3413525A-CF62-4E6A-BAB9-B0CAECAD5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26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27 w 1"/>
                  <a:gd name="T5" fmla="*/ 27 h 1"/>
                  <a:gd name="T6" fmla="*/ 27 w 1"/>
                  <a:gd name="T7" fmla="*/ 27 h 1"/>
                  <a:gd name="T8" fmla="*/ 27 w 1"/>
                  <a:gd name="T9" fmla="*/ 0 h 1"/>
                  <a:gd name="T10" fmla="*/ 27 w 1"/>
                  <a:gd name="T11" fmla="*/ 0 h 1"/>
                  <a:gd name="T12" fmla="*/ 27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6" name="Freeform 1794">
                <a:extLst>
                  <a:ext uri="{FF2B5EF4-FFF2-40B4-BE49-F238E27FC236}">
                    <a16:creationId xmlns:a16="http://schemas.microsoft.com/office/drawing/2014/main" id="{35EC8925-95A8-4733-B835-43895AF5B3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8" y="274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21 h 3"/>
                  <a:gd name="T4" fmla="*/ 0 w 2"/>
                  <a:gd name="T5" fmla="*/ 21 h 3"/>
                  <a:gd name="T6" fmla="*/ 0 w 2"/>
                  <a:gd name="T7" fmla="*/ 35 h 3"/>
                  <a:gd name="T8" fmla="*/ 0 w 2"/>
                  <a:gd name="T9" fmla="*/ 35 h 3"/>
                  <a:gd name="T10" fmla="*/ 0 w 2"/>
                  <a:gd name="T11" fmla="*/ 35 h 3"/>
                  <a:gd name="T12" fmla="*/ 20 w 2"/>
                  <a:gd name="T13" fmla="*/ 35 h 3"/>
                  <a:gd name="T14" fmla="*/ 33 w 2"/>
                  <a:gd name="T15" fmla="*/ 21 h 3"/>
                  <a:gd name="T16" fmla="*/ 33 w 2"/>
                  <a:gd name="T17" fmla="*/ 21 h 3"/>
                  <a:gd name="T18" fmla="*/ 33 w 2"/>
                  <a:gd name="T19" fmla="*/ 21 h 3"/>
                  <a:gd name="T20" fmla="*/ 20 w 2"/>
                  <a:gd name="T21" fmla="*/ 21 h 3"/>
                  <a:gd name="T22" fmla="*/ 20 w 2"/>
                  <a:gd name="T23" fmla="*/ 21 h 3"/>
                  <a:gd name="T24" fmla="*/ 20 w 2"/>
                  <a:gd name="T25" fmla="*/ 21 h 3"/>
                  <a:gd name="T26" fmla="*/ 20 w 2"/>
                  <a:gd name="T27" fmla="*/ 0 h 3"/>
                  <a:gd name="T28" fmla="*/ 0 w 2"/>
                  <a:gd name="T29" fmla="*/ 21 h 3"/>
                  <a:gd name="T30" fmla="*/ 0 w 2"/>
                  <a:gd name="T31" fmla="*/ 21 h 3"/>
                  <a:gd name="T32" fmla="*/ 0 w 2"/>
                  <a:gd name="T33" fmla="*/ 21 h 3"/>
                  <a:gd name="T34" fmla="*/ 0 w 2"/>
                  <a:gd name="T35" fmla="*/ 21 h 3"/>
                  <a:gd name="T36" fmla="*/ 0 w 2"/>
                  <a:gd name="T37" fmla="*/ 21 h 3"/>
                  <a:gd name="T38" fmla="*/ 20 w 2"/>
                  <a:gd name="T39" fmla="*/ 21 h 3"/>
                  <a:gd name="T40" fmla="*/ 20 w 2"/>
                  <a:gd name="T41" fmla="*/ 21 h 3"/>
                  <a:gd name="T42" fmla="*/ 33 w 2"/>
                  <a:gd name="T43" fmla="*/ 21 h 3"/>
                  <a:gd name="T44" fmla="*/ 33 w 2"/>
                  <a:gd name="T45" fmla="*/ 35 h 3"/>
                  <a:gd name="T46" fmla="*/ 33 w 2"/>
                  <a:gd name="T47" fmla="*/ 35 h 3"/>
                  <a:gd name="T48" fmla="*/ 20 w 2"/>
                  <a:gd name="T49" fmla="*/ 35 h 3"/>
                  <a:gd name="T50" fmla="*/ 0 w 2"/>
                  <a:gd name="T51" fmla="*/ 35 h 3"/>
                  <a:gd name="T52" fmla="*/ 0 w 2"/>
                  <a:gd name="T53" fmla="*/ 35 h 3"/>
                  <a:gd name="T54" fmla="*/ 0 w 2"/>
                  <a:gd name="T55" fmla="*/ 21 h 3"/>
                  <a:gd name="T56" fmla="*/ 20 w 2"/>
                  <a:gd name="T57" fmla="*/ 21 h 3"/>
                  <a:gd name="T58" fmla="*/ 20 w 2"/>
                  <a:gd name="T59" fmla="*/ 21 h 3"/>
                  <a:gd name="T60" fmla="*/ 20 w 2"/>
                  <a:gd name="T61" fmla="*/ 21 h 3"/>
                  <a:gd name="T62" fmla="*/ 20 w 2"/>
                  <a:gd name="T63" fmla="*/ 21 h 3"/>
                  <a:gd name="T64" fmla="*/ 20 w 2"/>
                  <a:gd name="T65" fmla="*/ 35 h 3"/>
                  <a:gd name="T66" fmla="*/ 20 w 2"/>
                  <a:gd name="T67" fmla="*/ 35 h 3"/>
                  <a:gd name="T68" fmla="*/ 20 w 2"/>
                  <a:gd name="T69" fmla="*/ 35 h 3"/>
                  <a:gd name="T70" fmla="*/ 20 w 2"/>
                  <a:gd name="T71" fmla="*/ 35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7" name="Freeform 1795">
                <a:extLst>
                  <a:ext uri="{FF2B5EF4-FFF2-40B4-BE49-F238E27FC236}">
                    <a16:creationId xmlns:a16="http://schemas.microsoft.com/office/drawing/2014/main" id="{70C8DB79-EEDA-4412-A780-361EDAD7B8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8" y="275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27 h 1"/>
                  <a:gd name="T10" fmla="*/ 0 w 1"/>
                  <a:gd name="T11" fmla="*/ 27 h 1"/>
                  <a:gd name="T12" fmla="*/ 0 w 1"/>
                  <a:gd name="T13" fmla="*/ 27 h 1"/>
                  <a:gd name="T14" fmla="*/ 0 w 1"/>
                  <a:gd name="T15" fmla="*/ 27 h 1"/>
                  <a:gd name="T16" fmla="*/ 0 w 1"/>
                  <a:gd name="T17" fmla="*/ 27 h 1"/>
                  <a:gd name="T18" fmla="*/ 0 w 1"/>
                  <a:gd name="T19" fmla="*/ 27 h 1"/>
                  <a:gd name="T20" fmla="*/ 0 w 1"/>
                  <a:gd name="T21" fmla="*/ 0 h 1"/>
                  <a:gd name="T22" fmla="*/ 27 w 1"/>
                  <a:gd name="T23" fmla="*/ 0 h 1"/>
                  <a:gd name="T24" fmla="*/ 27 w 1"/>
                  <a:gd name="T25" fmla="*/ 0 h 1"/>
                  <a:gd name="T26" fmla="*/ 27 w 1"/>
                  <a:gd name="T27" fmla="*/ 0 h 1"/>
                  <a:gd name="T28" fmla="*/ 27 w 1"/>
                  <a:gd name="T29" fmla="*/ 0 h 1"/>
                  <a:gd name="T30" fmla="*/ 27 w 1"/>
                  <a:gd name="T31" fmla="*/ 0 h 1"/>
                  <a:gd name="T32" fmla="*/ 27 w 1"/>
                  <a:gd name="T33" fmla="*/ 27 h 1"/>
                  <a:gd name="T34" fmla="*/ 27 w 1"/>
                  <a:gd name="T35" fmla="*/ 0 h 1"/>
                  <a:gd name="T36" fmla="*/ 27 w 1"/>
                  <a:gd name="T37" fmla="*/ 27 h 1"/>
                  <a:gd name="T38" fmla="*/ 27 w 1"/>
                  <a:gd name="T39" fmla="*/ 27 h 1"/>
                  <a:gd name="T40" fmla="*/ 27 w 1"/>
                  <a:gd name="T41" fmla="*/ 27 h 1"/>
                  <a:gd name="T42" fmla="*/ 27 w 1"/>
                  <a:gd name="T43" fmla="*/ 27 h 1"/>
                  <a:gd name="T44" fmla="*/ 27 w 1"/>
                  <a:gd name="T45" fmla="*/ 27 h 1"/>
                  <a:gd name="T46" fmla="*/ 27 w 1"/>
                  <a:gd name="T47" fmla="*/ 0 h 1"/>
                  <a:gd name="T48" fmla="*/ 27 w 1"/>
                  <a:gd name="T49" fmla="*/ 0 h 1"/>
                  <a:gd name="T50" fmla="*/ 27 w 1"/>
                  <a:gd name="T51" fmla="*/ 0 h 1"/>
                  <a:gd name="T52" fmla="*/ 27 w 1"/>
                  <a:gd name="T53" fmla="*/ 0 h 1"/>
                  <a:gd name="T54" fmla="*/ 0 w 1"/>
                  <a:gd name="T55" fmla="*/ 0 h 1"/>
                  <a:gd name="T56" fmla="*/ 0 w 1"/>
                  <a:gd name="T57" fmla="*/ 0 h 1"/>
                  <a:gd name="T58" fmla="*/ 0 w 1"/>
                  <a:gd name="T59" fmla="*/ 0 h 1"/>
                  <a:gd name="T60" fmla="*/ 0 w 1"/>
                  <a:gd name="T61" fmla="*/ 0 h 1"/>
                  <a:gd name="T62" fmla="*/ 0 w 1"/>
                  <a:gd name="T63" fmla="*/ 0 h 1"/>
                  <a:gd name="T64" fmla="*/ 0 w 1"/>
                  <a:gd name="T65" fmla="*/ 0 h 1"/>
                  <a:gd name="T66" fmla="*/ 0 w 1"/>
                  <a:gd name="T67" fmla="*/ 0 h 1"/>
                  <a:gd name="T68" fmla="*/ 27 w 1"/>
                  <a:gd name="T69" fmla="*/ 0 h 1"/>
                  <a:gd name="T70" fmla="*/ 0 w 1"/>
                  <a:gd name="T71" fmla="*/ 27 h 1"/>
                  <a:gd name="T72" fmla="*/ 0 w 1"/>
                  <a:gd name="T73" fmla="*/ 27 h 1"/>
                  <a:gd name="T74" fmla="*/ 27 w 1"/>
                  <a:gd name="T75" fmla="*/ 27 h 1"/>
                  <a:gd name="T76" fmla="*/ 27 w 1"/>
                  <a:gd name="T77" fmla="*/ 0 h 1"/>
                  <a:gd name="T78" fmla="*/ 27 w 1"/>
                  <a:gd name="T79" fmla="*/ 0 h 1"/>
                  <a:gd name="T80" fmla="*/ 27 w 1"/>
                  <a:gd name="T81" fmla="*/ 0 h 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8" name="Freeform 1796">
                <a:extLst>
                  <a:ext uri="{FF2B5EF4-FFF2-40B4-BE49-F238E27FC236}">
                    <a16:creationId xmlns:a16="http://schemas.microsoft.com/office/drawing/2014/main" id="{BD5E5AC9-FAB5-49B2-94DB-AA22CB63D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275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20 w 2"/>
                  <a:gd name="T7" fmla="*/ 27 h 1"/>
                  <a:gd name="T8" fmla="*/ 33 w 2"/>
                  <a:gd name="T9" fmla="*/ 0 h 1"/>
                  <a:gd name="T10" fmla="*/ 33 w 2"/>
                  <a:gd name="T11" fmla="*/ 0 h 1"/>
                  <a:gd name="T12" fmla="*/ 20 w 2"/>
                  <a:gd name="T13" fmla="*/ 0 h 1"/>
                  <a:gd name="T14" fmla="*/ 20 w 2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9" name="Freeform 1797">
                <a:extLst>
                  <a:ext uri="{FF2B5EF4-FFF2-40B4-BE49-F238E27FC236}">
                    <a16:creationId xmlns:a16="http://schemas.microsoft.com/office/drawing/2014/main" id="{090E4F53-4974-45EF-9676-537CE156E5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8" y="28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0 w 2"/>
                  <a:gd name="T9" fmla="*/ 35 h 3"/>
                  <a:gd name="T10" fmla="*/ 0 w 2"/>
                  <a:gd name="T11" fmla="*/ 35 h 3"/>
                  <a:gd name="T12" fmla="*/ 20 w 2"/>
                  <a:gd name="T13" fmla="*/ 56 h 3"/>
                  <a:gd name="T14" fmla="*/ 33 w 2"/>
                  <a:gd name="T15" fmla="*/ 35 h 3"/>
                  <a:gd name="T16" fmla="*/ 33 w 2"/>
                  <a:gd name="T17" fmla="*/ 21 h 3"/>
                  <a:gd name="T18" fmla="*/ 33 w 2"/>
                  <a:gd name="T19" fmla="*/ 21 h 3"/>
                  <a:gd name="T20" fmla="*/ 33 w 2"/>
                  <a:gd name="T21" fmla="*/ 21 h 3"/>
                  <a:gd name="T22" fmla="*/ 33 w 2"/>
                  <a:gd name="T23" fmla="*/ 21 h 3"/>
                  <a:gd name="T24" fmla="*/ 33 w 2"/>
                  <a:gd name="T25" fmla="*/ 21 h 3"/>
                  <a:gd name="T26" fmla="*/ 20 w 2"/>
                  <a:gd name="T27" fmla="*/ 21 h 3"/>
                  <a:gd name="T28" fmla="*/ 0 w 2"/>
                  <a:gd name="T29" fmla="*/ 21 h 3"/>
                  <a:gd name="T30" fmla="*/ 20 w 2"/>
                  <a:gd name="T31" fmla="*/ 21 h 3"/>
                  <a:gd name="T32" fmla="*/ 20 w 2"/>
                  <a:gd name="T33" fmla="*/ 21 h 3"/>
                  <a:gd name="T34" fmla="*/ 20 w 2"/>
                  <a:gd name="T35" fmla="*/ 21 h 3"/>
                  <a:gd name="T36" fmla="*/ 20 w 2"/>
                  <a:gd name="T37" fmla="*/ 21 h 3"/>
                  <a:gd name="T38" fmla="*/ 20 w 2"/>
                  <a:gd name="T39" fmla="*/ 21 h 3"/>
                  <a:gd name="T40" fmla="*/ 20 w 2"/>
                  <a:gd name="T41" fmla="*/ 21 h 3"/>
                  <a:gd name="T42" fmla="*/ 33 w 2"/>
                  <a:gd name="T43" fmla="*/ 21 h 3"/>
                  <a:gd name="T44" fmla="*/ 33 w 2"/>
                  <a:gd name="T45" fmla="*/ 35 h 3"/>
                  <a:gd name="T46" fmla="*/ 33 w 2"/>
                  <a:gd name="T47" fmla="*/ 35 h 3"/>
                  <a:gd name="T48" fmla="*/ 20 w 2"/>
                  <a:gd name="T49" fmla="*/ 35 h 3"/>
                  <a:gd name="T50" fmla="*/ 20 w 2"/>
                  <a:gd name="T51" fmla="*/ 35 h 3"/>
                  <a:gd name="T52" fmla="*/ 0 w 2"/>
                  <a:gd name="T53" fmla="*/ 35 h 3"/>
                  <a:gd name="T54" fmla="*/ 0 w 2"/>
                  <a:gd name="T55" fmla="*/ 35 h 3"/>
                  <a:gd name="T56" fmla="*/ 20 w 2"/>
                  <a:gd name="T57" fmla="*/ 21 h 3"/>
                  <a:gd name="T58" fmla="*/ 20 w 2"/>
                  <a:gd name="T59" fmla="*/ 21 h 3"/>
                  <a:gd name="T60" fmla="*/ 20 w 2"/>
                  <a:gd name="T61" fmla="*/ 21 h 3"/>
                  <a:gd name="T62" fmla="*/ 20 w 2"/>
                  <a:gd name="T63" fmla="*/ 21 h 3"/>
                  <a:gd name="T64" fmla="*/ 20 w 2"/>
                  <a:gd name="T65" fmla="*/ 56 h 3"/>
                  <a:gd name="T66" fmla="*/ 20 w 2"/>
                  <a:gd name="T67" fmla="*/ 56 h 3"/>
                  <a:gd name="T68" fmla="*/ 20 w 2"/>
                  <a:gd name="T69" fmla="*/ 56 h 3"/>
                  <a:gd name="T70" fmla="*/ 20 w 2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0" name="Freeform 1798">
                <a:extLst>
                  <a:ext uri="{FF2B5EF4-FFF2-40B4-BE49-F238E27FC236}">
                    <a16:creationId xmlns:a16="http://schemas.microsoft.com/office/drawing/2014/main" id="{8895644A-34DD-43DE-ACA5-AC68DB5206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8" y="287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0 w 1"/>
                  <a:gd name="T9" fmla="*/ 8 h 1"/>
                  <a:gd name="T10" fmla="*/ 0 w 1"/>
                  <a:gd name="T11" fmla="*/ 8 h 1"/>
                  <a:gd name="T12" fmla="*/ 0 w 1"/>
                  <a:gd name="T13" fmla="*/ 8 h 1"/>
                  <a:gd name="T14" fmla="*/ 0 w 1"/>
                  <a:gd name="T15" fmla="*/ 8 h 1"/>
                  <a:gd name="T16" fmla="*/ 0 w 1"/>
                  <a:gd name="T17" fmla="*/ 8 h 1"/>
                  <a:gd name="T18" fmla="*/ 0 w 1"/>
                  <a:gd name="T19" fmla="*/ 8 h 1"/>
                  <a:gd name="T20" fmla="*/ 0 w 1"/>
                  <a:gd name="T21" fmla="*/ 8 h 1"/>
                  <a:gd name="T22" fmla="*/ 27 w 1"/>
                  <a:gd name="T23" fmla="*/ 0 h 1"/>
                  <a:gd name="T24" fmla="*/ 27 w 1"/>
                  <a:gd name="T25" fmla="*/ 0 h 1"/>
                  <a:gd name="T26" fmla="*/ 27 w 1"/>
                  <a:gd name="T27" fmla="*/ 0 h 1"/>
                  <a:gd name="T28" fmla="*/ 27 w 1"/>
                  <a:gd name="T29" fmla="*/ 8 h 1"/>
                  <a:gd name="T30" fmla="*/ 27 w 1"/>
                  <a:gd name="T31" fmla="*/ 8 h 1"/>
                  <a:gd name="T32" fmla="*/ 27 w 1"/>
                  <a:gd name="T33" fmla="*/ 8 h 1"/>
                  <a:gd name="T34" fmla="*/ 27 w 1"/>
                  <a:gd name="T35" fmla="*/ 0 h 1"/>
                  <a:gd name="T36" fmla="*/ 27 w 1"/>
                  <a:gd name="T37" fmla="*/ 8 h 1"/>
                  <a:gd name="T38" fmla="*/ 27 w 1"/>
                  <a:gd name="T39" fmla="*/ 8 h 1"/>
                  <a:gd name="T40" fmla="*/ 27 w 1"/>
                  <a:gd name="T41" fmla="*/ 8 h 1"/>
                  <a:gd name="T42" fmla="*/ 27 w 1"/>
                  <a:gd name="T43" fmla="*/ 8 h 1"/>
                  <a:gd name="T44" fmla="*/ 27 w 1"/>
                  <a:gd name="T45" fmla="*/ 8 h 1"/>
                  <a:gd name="T46" fmla="*/ 27 w 1"/>
                  <a:gd name="T47" fmla="*/ 0 h 1"/>
                  <a:gd name="T48" fmla="*/ 27 w 1"/>
                  <a:gd name="T49" fmla="*/ 0 h 1"/>
                  <a:gd name="T50" fmla="*/ 27 w 1"/>
                  <a:gd name="T51" fmla="*/ 0 h 1"/>
                  <a:gd name="T52" fmla="*/ 27 w 1"/>
                  <a:gd name="T53" fmla="*/ 0 h 1"/>
                  <a:gd name="T54" fmla="*/ 27 w 1"/>
                  <a:gd name="T55" fmla="*/ 0 h 1"/>
                  <a:gd name="T56" fmla="*/ 0 w 1"/>
                  <a:gd name="T57" fmla="*/ 0 h 1"/>
                  <a:gd name="T58" fmla="*/ 0 w 1"/>
                  <a:gd name="T59" fmla="*/ 0 h 1"/>
                  <a:gd name="T60" fmla="*/ 0 w 1"/>
                  <a:gd name="T61" fmla="*/ 0 h 1"/>
                  <a:gd name="T62" fmla="*/ 0 w 1"/>
                  <a:gd name="T63" fmla="*/ 8 h 1"/>
                  <a:gd name="T64" fmla="*/ 0 w 1"/>
                  <a:gd name="T65" fmla="*/ 0 h 1"/>
                  <a:gd name="T66" fmla="*/ 0 w 1"/>
                  <a:gd name="T67" fmla="*/ 0 h 1"/>
                  <a:gd name="T68" fmla="*/ 27 w 1"/>
                  <a:gd name="T69" fmla="*/ 0 h 1"/>
                  <a:gd name="T70" fmla="*/ 0 w 1"/>
                  <a:gd name="T71" fmla="*/ 8 h 1"/>
                  <a:gd name="T72" fmla="*/ 0 w 1"/>
                  <a:gd name="T73" fmla="*/ 8 h 1"/>
                  <a:gd name="T74" fmla="*/ 27 w 1"/>
                  <a:gd name="T75" fmla="*/ 8 h 1"/>
                  <a:gd name="T76" fmla="*/ 27 w 1"/>
                  <a:gd name="T77" fmla="*/ 8 h 1"/>
                  <a:gd name="T78" fmla="*/ 27 w 1"/>
                  <a:gd name="T79" fmla="*/ 0 h 1"/>
                  <a:gd name="T80" fmla="*/ 27 w 1"/>
                  <a:gd name="T81" fmla="*/ 0 h 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1" name="Freeform 1799">
                <a:extLst>
                  <a:ext uri="{FF2B5EF4-FFF2-40B4-BE49-F238E27FC236}">
                    <a16:creationId xmlns:a16="http://schemas.microsoft.com/office/drawing/2014/main" id="{C0EEFA62-8BFD-4421-961C-74EE20F52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87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8 w 1"/>
                  <a:gd name="T9" fmla="*/ 8 h 1"/>
                  <a:gd name="T10" fmla="*/ 8 w 1"/>
                  <a:gd name="T11" fmla="*/ 0 h 1"/>
                  <a:gd name="T12" fmla="*/ 8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2" name="Freeform 1800">
                <a:extLst>
                  <a:ext uri="{FF2B5EF4-FFF2-40B4-BE49-F238E27FC236}">
                    <a16:creationId xmlns:a16="http://schemas.microsoft.com/office/drawing/2014/main" id="{EB7BDD42-2D27-4348-9F82-D4DFE47496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1" y="291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0 w 2"/>
                  <a:gd name="T9" fmla="*/ 35 h 3"/>
                  <a:gd name="T10" fmla="*/ 0 w 2"/>
                  <a:gd name="T11" fmla="*/ 35 h 3"/>
                  <a:gd name="T12" fmla="*/ 20 w 2"/>
                  <a:gd name="T13" fmla="*/ 56 h 3"/>
                  <a:gd name="T14" fmla="*/ 33 w 2"/>
                  <a:gd name="T15" fmla="*/ 35 h 3"/>
                  <a:gd name="T16" fmla="*/ 33 w 2"/>
                  <a:gd name="T17" fmla="*/ 35 h 3"/>
                  <a:gd name="T18" fmla="*/ 33 w 2"/>
                  <a:gd name="T19" fmla="*/ 21 h 3"/>
                  <a:gd name="T20" fmla="*/ 33 w 2"/>
                  <a:gd name="T21" fmla="*/ 21 h 3"/>
                  <a:gd name="T22" fmla="*/ 33 w 2"/>
                  <a:gd name="T23" fmla="*/ 21 h 3"/>
                  <a:gd name="T24" fmla="*/ 20 w 2"/>
                  <a:gd name="T25" fmla="*/ 21 h 3"/>
                  <a:gd name="T26" fmla="*/ 20 w 2"/>
                  <a:gd name="T27" fmla="*/ 21 h 3"/>
                  <a:gd name="T28" fmla="*/ 0 w 2"/>
                  <a:gd name="T29" fmla="*/ 21 h 3"/>
                  <a:gd name="T30" fmla="*/ 20 w 2"/>
                  <a:gd name="T31" fmla="*/ 21 h 3"/>
                  <a:gd name="T32" fmla="*/ 20 w 2"/>
                  <a:gd name="T33" fmla="*/ 21 h 3"/>
                  <a:gd name="T34" fmla="*/ 20 w 2"/>
                  <a:gd name="T35" fmla="*/ 21 h 3"/>
                  <a:gd name="T36" fmla="*/ 20 w 2"/>
                  <a:gd name="T37" fmla="*/ 21 h 3"/>
                  <a:gd name="T38" fmla="*/ 20 w 2"/>
                  <a:gd name="T39" fmla="*/ 21 h 3"/>
                  <a:gd name="T40" fmla="*/ 20 w 2"/>
                  <a:gd name="T41" fmla="*/ 21 h 3"/>
                  <a:gd name="T42" fmla="*/ 33 w 2"/>
                  <a:gd name="T43" fmla="*/ 21 h 3"/>
                  <a:gd name="T44" fmla="*/ 33 w 2"/>
                  <a:gd name="T45" fmla="*/ 35 h 3"/>
                  <a:gd name="T46" fmla="*/ 33 w 2"/>
                  <a:gd name="T47" fmla="*/ 35 h 3"/>
                  <a:gd name="T48" fmla="*/ 20 w 2"/>
                  <a:gd name="T49" fmla="*/ 35 h 3"/>
                  <a:gd name="T50" fmla="*/ 0 w 2"/>
                  <a:gd name="T51" fmla="*/ 35 h 3"/>
                  <a:gd name="T52" fmla="*/ 0 w 2"/>
                  <a:gd name="T53" fmla="*/ 35 h 3"/>
                  <a:gd name="T54" fmla="*/ 0 w 2"/>
                  <a:gd name="T55" fmla="*/ 35 h 3"/>
                  <a:gd name="T56" fmla="*/ 20 w 2"/>
                  <a:gd name="T57" fmla="*/ 21 h 3"/>
                  <a:gd name="T58" fmla="*/ 20 w 2"/>
                  <a:gd name="T59" fmla="*/ 21 h 3"/>
                  <a:gd name="T60" fmla="*/ 20 w 2"/>
                  <a:gd name="T61" fmla="*/ 21 h 3"/>
                  <a:gd name="T62" fmla="*/ 20 w 2"/>
                  <a:gd name="T63" fmla="*/ 21 h 3"/>
                  <a:gd name="T64" fmla="*/ 20 w 2"/>
                  <a:gd name="T65" fmla="*/ 56 h 3"/>
                  <a:gd name="T66" fmla="*/ 20 w 2"/>
                  <a:gd name="T67" fmla="*/ 56 h 3"/>
                  <a:gd name="T68" fmla="*/ 20 w 2"/>
                  <a:gd name="T69" fmla="*/ 56 h 3"/>
                  <a:gd name="T70" fmla="*/ 20 w 2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3" name="Freeform 1801">
                <a:extLst>
                  <a:ext uri="{FF2B5EF4-FFF2-40B4-BE49-F238E27FC236}">
                    <a16:creationId xmlns:a16="http://schemas.microsoft.com/office/drawing/2014/main" id="{ABA91987-56E9-4477-BFAC-AAA488C8B2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1" y="291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w 1"/>
                  <a:gd name="T11" fmla="*/ 8 h 1"/>
                  <a:gd name="T12" fmla="*/ 0 w 1"/>
                  <a:gd name="T13" fmla="*/ 8 h 1"/>
                  <a:gd name="T14" fmla="*/ 0 w 1"/>
                  <a:gd name="T15" fmla="*/ 8 h 1"/>
                  <a:gd name="T16" fmla="*/ 0 w 1"/>
                  <a:gd name="T17" fmla="*/ 8 h 1"/>
                  <a:gd name="T18" fmla="*/ 0 w 1"/>
                  <a:gd name="T19" fmla="*/ 8 h 1"/>
                  <a:gd name="T20" fmla="*/ 0 w 1"/>
                  <a:gd name="T21" fmla="*/ 8 h 1"/>
                  <a:gd name="T22" fmla="*/ 8 w 1"/>
                  <a:gd name="T23" fmla="*/ 0 h 1"/>
                  <a:gd name="T24" fmla="*/ 8 w 1"/>
                  <a:gd name="T25" fmla="*/ 0 h 1"/>
                  <a:gd name="T26" fmla="*/ 8 w 1"/>
                  <a:gd name="T27" fmla="*/ 0 h 1"/>
                  <a:gd name="T28" fmla="*/ 8 w 1"/>
                  <a:gd name="T29" fmla="*/ 8 h 1"/>
                  <a:gd name="T30" fmla="*/ 8 w 1"/>
                  <a:gd name="T31" fmla="*/ 8 h 1"/>
                  <a:gd name="T32" fmla="*/ 8 w 1"/>
                  <a:gd name="T33" fmla="*/ 8 h 1"/>
                  <a:gd name="T34" fmla="*/ 8 w 1"/>
                  <a:gd name="T35" fmla="*/ 0 h 1"/>
                  <a:gd name="T36" fmla="*/ 8 w 1"/>
                  <a:gd name="T37" fmla="*/ 8 h 1"/>
                  <a:gd name="T38" fmla="*/ 8 w 1"/>
                  <a:gd name="T39" fmla="*/ 8 h 1"/>
                  <a:gd name="T40" fmla="*/ 8 w 1"/>
                  <a:gd name="T41" fmla="*/ 8 h 1"/>
                  <a:gd name="T42" fmla="*/ 8 w 1"/>
                  <a:gd name="T43" fmla="*/ 8 h 1"/>
                  <a:gd name="T44" fmla="*/ 8 w 1"/>
                  <a:gd name="T45" fmla="*/ 8 h 1"/>
                  <a:gd name="T46" fmla="*/ 8 w 1"/>
                  <a:gd name="T47" fmla="*/ 0 h 1"/>
                  <a:gd name="T48" fmla="*/ 8 w 1"/>
                  <a:gd name="T49" fmla="*/ 0 h 1"/>
                  <a:gd name="T50" fmla="*/ 8 w 1"/>
                  <a:gd name="T51" fmla="*/ 0 h 1"/>
                  <a:gd name="T52" fmla="*/ 8 w 1"/>
                  <a:gd name="T53" fmla="*/ 0 h 1"/>
                  <a:gd name="T54" fmla="*/ 8 w 1"/>
                  <a:gd name="T55" fmla="*/ 0 h 1"/>
                  <a:gd name="T56" fmla="*/ 0 w 1"/>
                  <a:gd name="T57" fmla="*/ 0 h 1"/>
                  <a:gd name="T58" fmla="*/ 0 w 1"/>
                  <a:gd name="T59" fmla="*/ 0 h 1"/>
                  <a:gd name="T60" fmla="*/ 0 w 1"/>
                  <a:gd name="T61" fmla="*/ 0 h 1"/>
                  <a:gd name="T62" fmla="*/ 0 w 1"/>
                  <a:gd name="T63" fmla="*/ 8 h 1"/>
                  <a:gd name="T64" fmla="*/ 0 w 1"/>
                  <a:gd name="T65" fmla="*/ 8 h 1"/>
                  <a:gd name="T66" fmla="*/ 0 w 1"/>
                  <a:gd name="T67" fmla="*/ 0 h 1"/>
                  <a:gd name="T68" fmla="*/ 8 w 1"/>
                  <a:gd name="T69" fmla="*/ 0 h 1"/>
                  <a:gd name="T70" fmla="*/ 0 w 1"/>
                  <a:gd name="T71" fmla="*/ 8 h 1"/>
                  <a:gd name="T72" fmla="*/ 0 w 1"/>
                  <a:gd name="T73" fmla="*/ 8 h 1"/>
                  <a:gd name="T74" fmla="*/ 8 w 1"/>
                  <a:gd name="T75" fmla="*/ 8 h 1"/>
                  <a:gd name="T76" fmla="*/ 8 w 1"/>
                  <a:gd name="T77" fmla="*/ 8 h 1"/>
                  <a:gd name="T78" fmla="*/ 8 w 1"/>
                  <a:gd name="T79" fmla="*/ 0 h 1"/>
                  <a:gd name="T80" fmla="*/ 8 w 1"/>
                  <a:gd name="T81" fmla="*/ 0 h 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4" name="Freeform 1802">
                <a:extLst>
                  <a:ext uri="{FF2B5EF4-FFF2-40B4-BE49-F238E27FC236}">
                    <a16:creationId xmlns:a16="http://schemas.microsoft.com/office/drawing/2014/main" id="{7E82A38F-4AD4-4BBA-9B9A-39E939E47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91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20 w 2"/>
                  <a:gd name="T5" fmla="*/ 8 h 1"/>
                  <a:gd name="T6" fmla="*/ 20 w 2"/>
                  <a:gd name="T7" fmla="*/ 8 h 1"/>
                  <a:gd name="T8" fmla="*/ 33 w 2"/>
                  <a:gd name="T9" fmla="*/ 8 h 1"/>
                  <a:gd name="T10" fmla="*/ 33 w 2"/>
                  <a:gd name="T11" fmla="*/ 0 h 1"/>
                  <a:gd name="T12" fmla="*/ 20 w 2"/>
                  <a:gd name="T13" fmla="*/ 0 h 1"/>
                  <a:gd name="T14" fmla="*/ 20 w 2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5" name="Freeform 1803">
                <a:extLst>
                  <a:ext uri="{FF2B5EF4-FFF2-40B4-BE49-F238E27FC236}">
                    <a16:creationId xmlns:a16="http://schemas.microsoft.com/office/drawing/2014/main" id="{CD2CF825-B0D4-4CAD-A6D6-97CCA08555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3" y="311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0 w 2"/>
                  <a:gd name="T9" fmla="*/ 35 h 3"/>
                  <a:gd name="T10" fmla="*/ 0 w 2"/>
                  <a:gd name="T11" fmla="*/ 35 h 3"/>
                  <a:gd name="T12" fmla="*/ 20 w 2"/>
                  <a:gd name="T13" fmla="*/ 56 h 3"/>
                  <a:gd name="T14" fmla="*/ 33 w 2"/>
                  <a:gd name="T15" fmla="*/ 35 h 3"/>
                  <a:gd name="T16" fmla="*/ 33 w 2"/>
                  <a:gd name="T17" fmla="*/ 21 h 3"/>
                  <a:gd name="T18" fmla="*/ 33 w 2"/>
                  <a:gd name="T19" fmla="*/ 21 h 3"/>
                  <a:gd name="T20" fmla="*/ 20 w 2"/>
                  <a:gd name="T21" fmla="*/ 21 h 3"/>
                  <a:gd name="T22" fmla="*/ 20 w 2"/>
                  <a:gd name="T23" fmla="*/ 21 h 3"/>
                  <a:gd name="T24" fmla="*/ 20 w 2"/>
                  <a:gd name="T25" fmla="*/ 21 h 3"/>
                  <a:gd name="T26" fmla="*/ 20 w 2"/>
                  <a:gd name="T27" fmla="*/ 21 h 3"/>
                  <a:gd name="T28" fmla="*/ 0 w 2"/>
                  <a:gd name="T29" fmla="*/ 21 h 3"/>
                  <a:gd name="T30" fmla="*/ 0 w 2"/>
                  <a:gd name="T31" fmla="*/ 21 h 3"/>
                  <a:gd name="T32" fmla="*/ 0 w 2"/>
                  <a:gd name="T33" fmla="*/ 21 h 3"/>
                  <a:gd name="T34" fmla="*/ 0 w 2"/>
                  <a:gd name="T35" fmla="*/ 21 h 3"/>
                  <a:gd name="T36" fmla="*/ 0 w 2"/>
                  <a:gd name="T37" fmla="*/ 21 h 3"/>
                  <a:gd name="T38" fmla="*/ 20 w 2"/>
                  <a:gd name="T39" fmla="*/ 21 h 3"/>
                  <a:gd name="T40" fmla="*/ 20 w 2"/>
                  <a:gd name="T41" fmla="*/ 21 h 3"/>
                  <a:gd name="T42" fmla="*/ 20 w 2"/>
                  <a:gd name="T43" fmla="*/ 21 h 3"/>
                  <a:gd name="T44" fmla="*/ 33 w 2"/>
                  <a:gd name="T45" fmla="*/ 35 h 3"/>
                  <a:gd name="T46" fmla="*/ 33 w 2"/>
                  <a:gd name="T47" fmla="*/ 35 h 3"/>
                  <a:gd name="T48" fmla="*/ 20 w 2"/>
                  <a:gd name="T49" fmla="*/ 35 h 3"/>
                  <a:gd name="T50" fmla="*/ 0 w 2"/>
                  <a:gd name="T51" fmla="*/ 35 h 3"/>
                  <a:gd name="T52" fmla="*/ 0 w 2"/>
                  <a:gd name="T53" fmla="*/ 35 h 3"/>
                  <a:gd name="T54" fmla="*/ 0 w 2"/>
                  <a:gd name="T55" fmla="*/ 35 h 3"/>
                  <a:gd name="T56" fmla="*/ 20 w 2"/>
                  <a:gd name="T57" fmla="*/ 21 h 3"/>
                  <a:gd name="T58" fmla="*/ 20 w 2"/>
                  <a:gd name="T59" fmla="*/ 21 h 3"/>
                  <a:gd name="T60" fmla="*/ 20 w 2"/>
                  <a:gd name="T61" fmla="*/ 21 h 3"/>
                  <a:gd name="T62" fmla="*/ 20 w 2"/>
                  <a:gd name="T63" fmla="*/ 21 h 3"/>
                  <a:gd name="T64" fmla="*/ 20 w 2"/>
                  <a:gd name="T65" fmla="*/ 35 h 3"/>
                  <a:gd name="T66" fmla="*/ 20 w 2"/>
                  <a:gd name="T67" fmla="*/ 35 h 3"/>
                  <a:gd name="T68" fmla="*/ 20 w 2"/>
                  <a:gd name="T69" fmla="*/ 56 h 3"/>
                  <a:gd name="T70" fmla="*/ 20 w 2"/>
                  <a:gd name="T71" fmla="*/ 35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6" name="Freeform 1804">
                <a:extLst>
                  <a:ext uri="{FF2B5EF4-FFF2-40B4-BE49-F238E27FC236}">
                    <a16:creationId xmlns:a16="http://schemas.microsoft.com/office/drawing/2014/main" id="{976D1474-55DE-48C6-9184-DF87C41B91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3" y="312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27 h 1"/>
                  <a:gd name="T10" fmla="*/ 0 w 1"/>
                  <a:gd name="T11" fmla="*/ 27 h 1"/>
                  <a:gd name="T12" fmla="*/ 0 w 1"/>
                  <a:gd name="T13" fmla="*/ 27 h 1"/>
                  <a:gd name="T14" fmla="*/ 0 w 1"/>
                  <a:gd name="T15" fmla="*/ 27 h 1"/>
                  <a:gd name="T16" fmla="*/ 0 w 1"/>
                  <a:gd name="T17" fmla="*/ 27 h 1"/>
                  <a:gd name="T18" fmla="*/ 0 w 1"/>
                  <a:gd name="T19" fmla="*/ 27 h 1"/>
                  <a:gd name="T20" fmla="*/ 0 w 1"/>
                  <a:gd name="T21" fmla="*/ 27 h 1"/>
                  <a:gd name="T22" fmla="*/ 0 w 1"/>
                  <a:gd name="T23" fmla="*/ 0 h 1"/>
                  <a:gd name="T24" fmla="*/ 27 w 1"/>
                  <a:gd name="T25" fmla="*/ 0 h 1"/>
                  <a:gd name="T26" fmla="*/ 27 w 1"/>
                  <a:gd name="T27" fmla="*/ 0 h 1"/>
                  <a:gd name="T28" fmla="*/ 27 w 1"/>
                  <a:gd name="T29" fmla="*/ 0 h 1"/>
                  <a:gd name="T30" fmla="*/ 27 w 1"/>
                  <a:gd name="T31" fmla="*/ 27 h 1"/>
                  <a:gd name="T32" fmla="*/ 27 w 1"/>
                  <a:gd name="T33" fmla="*/ 27 h 1"/>
                  <a:gd name="T34" fmla="*/ 27 w 1"/>
                  <a:gd name="T35" fmla="*/ 0 h 1"/>
                  <a:gd name="T36" fmla="*/ 27 w 1"/>
                  <a:gd name="T37" fmla="*/ 27 h 1"/>
                  <a:gd name="T38" fmla="*/ 27 w 1"/>
                  <a:gd name="T39" fmla="*/ 27 h 1"/>
                  <a:gd name="T40" fmla="*/ 27 w 1"/>
                  <a:gd name="T41" fmla="*/ 27 h 1"/>
                  <a:gd name="T42" fmla="*/ 27 w 1"/>
                  <a:gd name="T43" fmla="*/ 27 h 1"/>
                  <a:gd name="T44" fmla="*/ 27 w 1"/>
                  <a:gd name="T45" fmla="*/ 27 h 1"/>
                  <a:gd name="T46" fmla="*/ 27 w 1"/>
                  <a:gd name="T47" fmla="*/ 0 h 1"/>
                  <a:gd name="T48" fmla="*/ 27 w 1"/>
                  <a:gd name="T49" fmla="*/ 0 h 1"/>
                  <a:gd name="T50" fmla="*/ 27 w 1"/>
                  <a:gd name="T51" fmla="*/ 0 h 1"/>
                  <a:gd name="T52" fmla="*/ 27 w 1"/>
                  <a:gd name="T53" fmla="*/ 0 h 1"/>
                  <a:gd name="T54" fmla="*/ 0 w 1"/>
                  <a:gd name="T55" fmla="*/ 0 h 1"/>
                  <a:gd name="T56" fmla="*/ 0 w 1"/>
                  <a:gd name="T57" fmla="*/ 0 h 1"/>
                  <a:gd name="T58" fmla="*/ 0 w 1"/>
                  <a:gd name="T59" fmla="*/ 0 h 1"/>
                  <a:gd name="T60" fmla="*/ 0 w 1"/>
                  <a:gd name="T61" fmla="*/ 0 h 1"/>
                  <a:gd name="T62" fmla="*/ 0 w 1"/>
                  <a:gd name="T63" fmla="*/ 27 h 1"/>
                  <a:gd name="T64" fmla="*/ 0 w 1"/>
                  <a:gd name="T65" fmla="*/ 0 h 1"/>
                  <a:gd name="T66" fmla="*/ 0 w 1"/>
                  <a:gd name="T67" fmla="*/ 0 h 1"/>
                  <a:gd name="T68" fmla="*/ 27 w 1"/>
                  <a:gd name="T69" fmla="*/ 0 h 1"/>
                  <a:gd name="T70" fmla="*/ 0 w 1"/>
                  <a:gd name="T71" fmla="*/ 27 h 1"/>
                  <a:gd name="T72" fmla="*/ 0 w 1"/>
                  <a:gd name="T73" fmla="*/ 27 h 1"/>
                  <a:gd name="T74" fmla="*/ 27 w 1"/>
                  <a:gd name="T75" fmla="*/ 27 h 1"/>
                  <a:gd name="T76" fmla="*/ 27 w 1"/>
                  <a:gd name="T77" fmla="*/ 27 h 1"/>
                  <a:gd name="T78" fmla="*/ 27 w 1"/>
                  <a:gd name="T79" fmla="*/ 0 h 1"/>
                  <a:gd name="T80" fmla="*/ 27 w 1"/>
                  <a:gd name="T81" fmla="*/ 0 h 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7" name="Freeform 1805">
                <a:extLst>
                  <a:ext uri="{FF2B5EF4-FFF2-40B4-BE49-F238E27FC236}">
                    <a16:creationId xmlns:a16="http://schemas.microsoft.com/office/drawing/2014/main" id="{740DE476-0679-4704-BAD6-A739C2632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312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20 w 2"/>
                  <a:gd name="T7" fmla="*/ 27 h 1"/>
                  <a:gd name="T8" fmla="*/ 33 w 2"/>
                  <a:gd name="T9" fmla="*/ 0 h 1"/>
                  <a:gd name="T10" fmla="*/ 33 w 2"/>
                  <a:gd name="T11" fmla="*/ 0 h 1"/>
                  <a:gd name="T12" fmla="*/ 20 w 2"/>
                  <a:gd name="T13" fmla="*/ 0 h 1"/>
                  <a:gd name="T14" fmla="*/ 20 w 2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8" name="Freeform 1806">
                <a:extLst>
                  <a:ext uri="{FF2B5EF4-FFF2-40B4-BE49-F238E27FC236}">
                    <a16:creationId xmlns:a16="http://schemas.microsoft.com/office/drawing/2014/main" id="{B34C74F6-8A36-44A5-B096-236095AD01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23" y="3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2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20 h 2"/>
                  <a:gd name="T10" fmla="*/ 0 w 2"/>
                  <a:gd name="T11" fmla="*/ 33 h 2"/>
                  <a:gd name="T12" fmla="*/ 20 w 2"/>
                  <a:gd name="T13" fmla="*/ 33 h 2"/>
                  <a:gd name="T14" fmla="*/ 33 w 2"/>
                  <a:gd name="T15" fmla="*/ 20 h 2"/>
                  <a:gd name="T16" fmla="*/ 33 w 2"/>
                  <a:gd name="T17" fmla="*/ 20 h 2"/>
                  <a:gd name="T18" fmla="*/ 33 w 2"/>
                  <a:gd name="T19" fmla="*/ 0 h 2"/>
                  <a:gd name="T20" fmla="*/ 33 w 2"/>
                  <a:gd name="T21" fmla="*/ 0 h 2"/>
                  <a:gd name="T22" fmla="*/ 33 w 2"/>
                  <a:gd name="T23" fmla="*/ 0 h 2"/>
                  <a:gd name="T24" fmla="*/ 33 w 2"/>
                  <a:gd name="T25" fmla="*/ 0 h 2"/>
                  <a:gd name="T26" fmla="*/ 20 w 2"/>
                  <a:gd name="T27" fmla="*/ 0 h 2"/>
                  <a:gd name="T28" fmla="*/ 0 w 2"/>
                  <a:gd name="T29" fmla="*/ 20 h 2"/>
                  <a:gd name="T30" fmla="*/ 20 w 2"/>
                  <a:gd name="T31" fmla="*/ 0 h 2"/>
                  <a:gd name="T32" fmla="*/ 20 w 2"/>
                  <a:gd name="T33" fmla="*/ 0 h 2"/>
                  <a:gd name="T34" fmla="*/ 20 w 2"/>
                  <a:gd name="T35" fmla="*/ 0 h 2"/>
                  <a:gd name="T36" fmla="*/ 20 w 2"/>
                  <a:gd name="T37" fmla="*/ 0 h 2"/>
                  <a:gd name="T38" fmla="*/ 20 w 2"/>
                  <a:gd name="T39" fmla="*/ 0 h 2"/>
                  <a:gd name="T40" fmla="*/ 33 w 2"/>
                  <a:gd name="T41" fmla="*/ 0 h 2"/>
                  <a:gd name="T42" fmla="*/ 33 w 2"/>
                  <a:gd name="T43" fmla="*/ 20 h 2"/>
                  <a:gd name="T44" fmla="*/ 33 w 2"/>
                  <a:gd name="T45" fmla="*/ 20 h 2"/>
                  <a:gd name="T46" fmla="*/ 33 w 2"/>
                  <a:gd name="T47" fmla="*/ 20 h 2"/>
                  <a:gd name="T48" fmla="*/ 20 w 2"/>
                  <a:gd name="T49" fmla="*/ 33 h 2"/>
                  <a:gd name="T50" fmla="*/ 20 w 2"/>
                  <a:gd name="T51" fmla="*/ 33 h 2"/>
                  <a:gd name="T52" fmla="*/ 20 w 2"/>
                  <a:gd name="T53" fmla="*/ 20 h 2"/>
                  <a:gd name="T54" fmla="*/ 20 w 2"/>
                  <a:gd name="T55" fmla="*/ 20 h 2"/>
                  <a:gd name="T56" fmla="*/ 20 w 2"/>
                  <a:gd name="T57" fmla="*/ 0 h 2"/>
                  <a:gd name="T58" fmla="*/ 20 w 2"/>
                  <a:gd name="T59" fmla="*/ 0 h 2"/>
                  <a:gd name="T60" fmla="*/ 20 w 2"/>
                  <a:gd name="T61" fmla="*/ 0 h 2"/>
                  <a:gd name="T62" fmla="*/ 20 w 2"/>
                  <a:gd name="T63" fmla="*/ 0 h 2"/>
                  <a:gd name="T64" fmla="*/ 20 w 2"/>
                  <a:gd name="T65" fmla="*/ 33 h 2"/>
                  <a:gd name="T66" fmla="*/ 20 w 2"/>
                  <a:gd name="T67" fmla="*/ 33 h 2"/>
                  <a:gd name="T68" fmla="*/ 20 w 2"/>
                  <a:gd name="T69" fmla="*/ 33 h 2"/>
                  <a:gd name="T70" fmla="*/ 20 w 2"/>
                  <a:gd name="T71" fmla="*/ 33 h 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9" name="Freeform 1807">
                <a:extLst>
                  <a:ext uri="{FF2B5EF4-FFF2-40B4-BE49-F238E27FC236}">
                    <a16:creationId xmlns:a16="http://schemas.microsoft.com/office/drawing/2014/main" id="{AD76DDCB-917D-4587-ABDA-A0165F7203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23" y="309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0 w 2"/>
                  <a:gd name="T3" fmla="*/ 8 h 1"/>
                  <a:gd name="T4" fmla="*/ 0 w 2"/>
                  <a:gd name="T5" fmla="*/ 8 h 1"/>
                  <a:gd name="T6" fmla="*/ 0 w 2"/>
                  <a:gd name="T7" fmla="*/ 8 h 1"/>
                  <a:gd name="T8" fmla="*/ 0 w 2"/>
                  <a:gd name="T9" fmla="*/ 8 h 1"/>
                  <a:gd name="T10" fmla="*/ 0 w 2"/>
                  <a:gd name="T11" fmla="*/ 8 h 1"/>
                  <a:gd name="T12" fmla="*/ 0 w 2"/>
                  <a:gd name="T13" fmla="*/ 8 h 1"/>
                  <a:gd name="T14" fmla="*/ 0 w 2"/>
                  <a:gd name="T15" fmla="*/ 8 h 1"/>
                  <a:gd name="T16" fmla="*/ 0 w 2"/>
                  <a:gd name="T17" fmla="*/ 8 h 1"/>
                  <a:gd name="T18" fmla="*/ 20 w 2"/>
                  <a:gd name="T19" fmla="*/ 8 h 1"/>
                  <a:gd name="T20" fmla="*/ 0 w 2"/>
                  <a:gd name="T21" fmla="*/ 8 h 1"/>
                  <a:gd name="T22" fmla="*/ 20 w 2"/>
                  <a:gd name="T23" fmla="*/ 8 h 1"/>
                  <a:gd name="T24" fmla="*/ 20 w 2"/>
                  <a:gd name="T25" fmla="*/ 8 h 1"/>
                  <a:gd name="T26" fmla="*/ 20 w 2"/>
                  <a:gd name="T27" fmla="*/ 8 h 1"/>
                  <a:gd name="T28" fmla="*/ 20 w 2"/>
                  <a:gd name="T29" fmla="*/ 8 h 1"/>
                  <a:gd name="T30" fmla="*/ 20 w 2"/>
                  <a:gd name="T31" fmla="*/ 8 h 1"/>
                  <a:gd name="T32" fmla="*/ 20 w 2"/>
                  <a:gd name="T33" fmla="*/ 8 h 1"/>
                  <a:gd name="T34" fmla="*/ 20 w 2"/>
                  <a:gd name="T35" fmla="*/ 8 h 1"/>
                  <a:gd name="T36" fmla="*/ 33 w 2"/>
                  <a:gd name="T37" fmla="*/ 8 h 1"/>
                  <a:gd name="T38" fmla="*/ 33 w 2"/>
                  <a:gd name="T39" fmla="*/ 8 h 1"/>
                  <a:gd name="T40" fmla="*/ 33 w 2"/>
                  <a:gd name="T41" fmla="*/ 8 h 1"/>
                  <a:gd name="T42" fmla="*/ 33 w 2"/>
                  <a:gd name="T43" fmla="*/ 8 h 1"/>
                  <a:gd name="T44" fmla="*/ 33 w 2"/>
                  <a:gd name="T45" fmla="*/ 8 h 1"/>
                  <a:gd name="T46" fmla="*/ 33 w 2"/>
                  <a:gd name="T47" fmla="*/ 8 h 1"/>
                  <a:gd name="T48" fmla="*/ 33 w 2"/>
                  <a:gd name="T49" fmla="*/ 8 h 1"/>
                  <a:gd name="T50" fmla="*/ 20 w 2"/>
                  <a:gd name="T51" fmla="*/ 0 h 1"/>
                  <a:gd name="T52" fmla="*/ 20 w 2"/>
                  <a:gd name="T53" fmla="*/ 0 h 1"/>
                  <a:gd name="T54" fmla="*/ 20 w 2"/>
                  <a:gd name="T55" fmla="*/ 0 h 1"/>
                  <a:gd name="T56" fmla="*/ 0 w 2"/>
                  <a:gd name="T57" fmla="*/ 8 h 1"/>
                  <a:gd name="T58" fmla="*/ 0 w 2"/>
                  <a:gd name="T59" fmla="*/ 8 h 1"/>
                  <a:gd name="T60" fmla="*/ 0 w 2"/>
                  <a:gd name="T61" fmla="*/ 8 h 1"/>
                  <a:gd name="T62" fmla="*/ 0 w 2"/>
                  <a:gd name="T63" fmla="*/ 8 h 1"/>
                  <a:gd name="T64" fmla="*/ 0 w 2"/>
                  <a:gd name="T65" fmla="*/ 8 h 1"/>
                  <a:gd name="T66" fmla="*/ 0 w 2"/>
                  <a:gd name="T67" fmla="*/ 8 h 1"/>
                  <a:gd name="T68" fmla="*/ 20 w 2"/>
                  <a:gd name="T69" fmla="*/ 8 h 1"/>
                  <a:gd name="T70" fmla="*/ 20 w 2"/>
                  <a:gd name="T71" fmla="*/ 8 h 1"/>
                  <a:gd name="T72" fmla="*/ 20 w 2"/>
                  <a:gd name="T73" fmla="*/ 8 h 1"/>
                  <a:gd name="T74" fmla="*/ 20 w 2"/>
                  <a:gd name="T75" fmla="*/ 8 h 1"/>
                  <a:gd name="T76" fmla="*/ 20 w 2"/>
                  <a:gd name="T77" fmla="*/ 8 h 1"/>
                  <a:gd name="T78" fmla="*/ 20 w 2"/>
                  <a:gd name="T79" fmla="*/ 8 h 1"/>
                  <a:gd name="T80" fmla="*/ 20 w 2"/>
                  <a:gd name="T81" fmla="*/ 8 h 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0" name="Freeform 1808">
                <a:extLst>
                  <a:ext uri="{FF2B5EF4-FFF2-40B4-BE49-F238E27FC236}">
                    <a16:creationId xmlns:a16="http://schemas.microsoft.com/office/drawing/2014/main" id="{07BEB368-8630-4313-BACA-DB899B640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309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8 w 1"/>
                  <a:gd name="T7" fmla="*/ 8 h 1"/>
                  <a:gd name="T8" fmla="*/ 8 w 1"/>
                  <a:gd name="T9" fmla="*/ 8 h 1"/>
                  <a:gd name="T10" fmla="*/ 8 w 1"/>
                  <a:gd name="T11" fmla="*/ 0 h 1"/>
                  <a:gd name="T12" fmla="*/ 8 w 1"/>
                  <a:gd name="T13" fmla="*/ 0 h 1"/>
                  <a:gd name="T14" fmla="*/ 0 w 1"/>
                  <a:gd name="T15" fmla="*/ 8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1" name="Freeform 1809">
                <a:extLst>
                  <a:ext uri="{FF2B5EF4-FFF2-40B4-BE49-F238E27FC236}">
                    <a16:creationId xmlns:a16="http://schemas.microsoft.com/office/drawing/2014/main" id="{D57E9736-1F7E-413A-8C25-9B676F3FB3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8" y="301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21 h 3"/>
                  <a:gd name="T4" fmla="*/ 0 w 2"/>
                  <a:gd name="T5" fmla="*/ 35 h 3"/>
                  <a:gd name="T6" fmla="*/ 0 w 2"/>
                  <a:gd name="T7" fmla="*/ 35 h 3"/>
                  <a:gd name="T8" fmla="*/ 0 w 2"/>
                  <a:gd name="T9" fmla="*/ 35 h 3"/>
                  <a:gd name="T10" fmla="*/ 20 w 2"/>
                  <a:gd name="T11" fmla="*/ 35 h 3"/>
                  <a:gd name="T12" fmla="*/ 33 w 2"/>
                  <a:gd name="T13" fmla="*/ 56 h 3"/>
                  <a:gd name="T14" fmla="*/ 33 w 2"/>
                  <a:gd name="T15" fmla="*/ 35 h 3"/>
                  <a:gd name="T16" fmla="*/ 33 w 2"/>
                  <a:gd name="T17" fmla="*/ 21 h 3"/>
                  <a:gd name="T18" fmla="*/ 33 w 2"/>
                  <a:gd name="T19" fmla="*/ 21 h 3"/>
                  <a:gd name="T20" fmla="*/ 33 w 2"/>
                  <a:gd name="T21" fmla="*/ 21 h 3"/>
                  <a:gd name="T22" fmla="*/ 33 w 2"/>
                  <a:gd name="T23" fmla="*/ 21 h 3"/>
                  <a:gd name="T24" fmla="*/ 33 w 2"/>
                  <a:gd name="T25" fmla="*/ 21 h 3"/>
                  <a:gd name="T26" fmla="*/ 33 w 2"/>
                  <a:gd name="T27" fmla="*/ 21 h 3"/>
                  <a:gd name="T28" fmla="*/ 0 w 2"/>
                  <a:gd name="T29" fmla="*/ 21 h 3"/>
                  <a:gd name="T30" fmla="*/ 20 w 2"/>
                  <a:gd name="T31" fmla="*/ 21 h 3"/>
                  <a:gd name="T32" fmla="*/ 20 w 2"/>
                  <a:gd name="T33" fmla="*/ 21 h 3"/>
                  <a:gd name="T34" fmla="*/ 20 w 2"/>
                  <a:gd name="T35" fmla="*/ 21 h 3"/>
                  <a:gd name="T36" fmla="*/ 20 w 2"/>
                  <a:gd name="T37" fmla="*/ 21 h 3"/>
                  <a:gd name="T38" fmla="*/ 33 w 2"/>
                  <a:gd name="T39" fmla="*/ 21 h 3"/>
                  <a:gd name="T40" fmla="*/ 33 w 2"/>
                  <a:gd name="T41" fmla="*/ 21 h 3"/>
                  <a:gd name="T42" fmla="*/ 33 w 2"/>
                  <a:gd name="T43" fmla="*/ 21 h 3"/>
                  <a:gd name="T44" fmla="*/ 33 w 2"/>
                  <a:gd name="T45" fmla="*/ 35 h 3"/>
                  <a:gd name="T46" fmla="*/ 33 w 2"/>
                  <a:gd name="T47" fmla="*/ 35 h 3"/>
                  <a:gd name="T48" fmla="*/ 20 w 2"/>
                  <a:gd name="T49" fmla="*/ 35 h 3"/>
                  <a:gd name="T50" fmla="*/ 20 w 2"/>
                  <a:gd name="T51" fmla="*/ 35 h 3"/>
                  <a:gd name="T52" fmla="*/ 20 w 2"/>
                  <a:gd name="T53" fmla="*/ 35 h 3"/>
                  <a:gd name="T54" fmla="*/ 20 w 2"/>
                  <a:gd name="T55" fmla="*/ 35 h 3"/>
                  <a:gd name="T56" fmla="*/ 33 w 2"/>
                  <a:gd name="T57" fmla="*/ 21 h 3"/>
                  <a:gd name="T58" fmla="*/ 33 w 2"/>
                  <a:gd name="T59" fmla="*/ 21 h 3"/>
                  <a:gd name="T60" fmla="*/ 33 w 2"/>
                  <a:gd name="T61" fmla="*/ 21 h 3"/>
                  <a:gd name="T62" fmla="*/ 33 w 2"/>
                  <a:gd name="T63" fmla="*/ 21 h 3"/>
                  <a:gd name="T64" fmla="*/ 20 w 2"/>
                  <a:gd name="T65" fmla="*/ 56 h 3"/>
                  <a:gd name="T66" fmla="*/ 20 w 2"/>
                  <a:gd name="T67" fmla="*/ 56 h 3"/>
                  <a:gd name="T68" fmla="*/ 20 w 2"/>
                  <a:gd name="T69" fmla="*/ 56 h 3"/>
                  <a:gd name="T70" fmla="*/ 20 w 2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2" name="Freeform 1810">
                <a:extLst>
                  <a:ext uri="{FF2B5EF4-FFF2-40B4-BE49-F238E27FC236}">
                    <a16:creationId xmlns:a16="http://schemas.microsoft.com/office/drawing/2014/main" id="{1CA03F7E-E637-4B7C-8778-CE6E9BC065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8" y="301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0 w 2"/>
                  <a:gd name="T3" fmla="*/ 27 h 1"/>
                  <a:gd name="T4" fmla="*/ 0 w 2"/>
                  <a:gd name="T5" fmla="*/ 27 h 1"/>
                  <a:gd name="T6" fmla="*/ 20 w 2"/>
                  <a:gd name="T7" fmla="*/ 0 h 1"/>
                  <a:gd name="T8" fmla="*/ 20 w 2"/>
                  <a:gd name="T9" fmla="*/ 27 h 1"/>
                  <a:gd name="T10" fmla="*/ 20 w 2"/>
                  <a:gd name="T11" fmla="*/ 27 h 1"/>
                  <a:gd name="T12" fmla="*/ 20 w 2"/>
                  <a:gd name="T13" fmla="*/ 27 h 1"/>
                  <a:gd name="T14" fmla="*/ 20 w 2"/>
                  <a:gd name="T15" fmla="*/ 27 h 1"/>
                  <a:gd name="T16" fmla="*/ 20 w 2"/>
                  <a:gd name="T17" fmla="*/ 27 h 1"/>
                  <a:gd name="T18" fmla="*/ 20 w 2"/>
                  <a:gd name="T19" fmla="*/ 27 h 1"/>
                  <a:gd name="T20" fmla="*/ 20 w 2"/>
                  <a:gd name="T21" fmla="*/ 27 h 1"/>
                  <a:gd name="T22" fmla="*/ 20 w 2"/>
                  <a:gd name="T23" fmla="*/ 0 h 1"/>
                  <a:gd name="T24" fmla="*/ 20 w 2"/>
                  <a:gd name="T25" fmla="*/ 0 h 1"/>
                  <a:gd name="T26" fmla="*/ 33 w 2"/>
                  <a:gd name="T27" fmla="*/ 0 h 1"/>
                  <a:gd name="T28" fmla="*/ 33 w 2"/>
                  <a:gd name="T29" fmla="*/ 0 h 1"/>
                  <a:gd name="T30" fmla="*/ 33 w 2"/>
                  <a:gd name="T31" fmla="*/ 27 h 1"/>
                  <a:gd name="T32" fmla="*/ 33 w 2"/>
                  <a:gd name="T33" fmla="*/ 27 h 1"/>
                  <a:gd name="T34" fmla="*/ 33 w 2"/>
                  <a:gd name="T35" fmla="*/ 0 h 1"/>
                  <a:gd name="T36" fmla="*/ 33 w 2"/>
                  <a:gd name="T37" fmla="*/ 27 h 1"/>
                  <a:gd name="T38" fmla="*/ 33 w 2"/>
                  <a:gd name="T39" fmla="*/ 27 h 1"/>
                  <a:gd name="T40" fmla="*/ 33 w 2"/>
                  <a:gd name="T41" fmla="*/ 27 h 1"/>
                  <a:gd name="T42" fmla="*/ 33 w 2"/>
                  <a:gd name="T43" fmla="*/ 27 h 1"/>
                  <a:gd name="T44" fmla="*/ 33 w 2"/>
                  <a:gd name="T45" fmla="*/ 27 h 1"/>
                  <a:gd name="T46" fmla="*/ 33 w 2"/>
                  <a:gd name="T47" fmla="*/ 0 h 1"/>
                  <a:gd name="T48" fmla="*/ 33 w 2"/>
                  <a:gd name="T49" fmla="*/ 0 h 1"/>
                  <a:gd name="T50" fmla="*/ 20 w 2"/>
                  <a:gd name="T51" fmla="*/ 0 h 1"/>
                  <a:gd name="T52" fmla="*/ 20 w 2"/>
                  <a:gd name="T53" fmla="*/ 0 h 1"/>
                  <a:gd name="T54" fmla="*/ 20 w 2"/>
                  <a:gd name="T55" fmla="*/ 0 h 1"/>
                  <a:gd name="T56" fmla="*/ 20 w 2"/>
                  <a:gd name="T57" fmla="*/ 0 h 1"/>
                  <a:gd name="T58" fmla="*/ 20 w 2"/>
                  <a:gd name="T59" fmla="*/ 0 h 1"/>
                  <a:gd name="T60" fmla="*/ 20 w 2"/>
                  <a:gd name="T61" fmla="*/ 0 h 1"/>
                  <a:gd name="T62" fmla="*/ 20 w 2"/>
                  <a:gd name="T63" fmla="*/ 27 h 1"/>
                  <a:gd name="T64" fmla="*/ 20 w 2"/>
                  <a:gd name="T65" fmla="*/ 0 h 1"/>
                  <a:gd name="T66" fmla="*/ 20 w 2"/>
                  <a:gd name="T67" fmla="*/ 0 h 1"/>
                  <a:gd name="T68" fmla="*/ 20 w 2"/>
                  <a:gd name="T69" fmla="*/ 0 h 1"/>
                  <a:gd name="T70" fmla="*/ 20 w 2"/>
                  <a:gd name="T71" fmla="*/ 27 h 1"/>
                  <a:gd name="T72" fmla="*/ 20 w 2"/>
                  <a:gd name="T73" fmla="*/ 27 h 1"/>
                  <a:gd name="T74" fmla="*/ 20 w 2"/>
                  <a:gd name="T75" fmla="*/ 27 h 1"/>
                  <a:gd name="T76" fmla="*/ 33 w 2"/>
                  <a:gd name="T77" fmla="*/ 27 h 1"/>
                  <a:gd name="T78" fmla="*/ 20 w 2"/>
                  <a:gd name="T79" fmla="*/ 0 h 1"/>
                  <a:gd name="T80" fmla="*/ 20 w 2"/>
                  <a:gd name="T81" fmla="*/ 0 h 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3" name="Freeform 1811">
                <a:extLst>
                  <a:ext uri="{FF2B5EF4-FFF2-40B4-BE49-F238E27FC236}">
                    <a16:creationId xmlns:a16="http://schemas.microsoft.com/office/drawing/2014/main" id="{8B1B7565-5A9A-4E0D-9457-5BC703E47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01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8 w 1"/>
                  <a:gd name="T11" fmla="*/ 0 h 1"/>
                  <a:gd name="T12" fmla="*/ 8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4" name="Freeform 1812">
                <a:extLst>
                  <a:ext uri="{FF2B5EF4-FFF2-40B4-BE49-F238E27FC236}">
                    <a16:creationId xmlns:a16="http://schemas.microsoft.com/office/drawing/2014/main" id="{C432C50F-45F7-4783-8EA6-F1014AF6FF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8" y="29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2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20 h 2"/>
                  <a:gd name="T10" fmla="*/ 20 w 2"/>
                  <a:gd name="T11" fmla="*/ 33 h 2"/>
                  <a:gd name="T12" fmla="*/ 33 w 2"/>
                  <a:gd name="T13" fmla="*/ 33 h 2"/>
                  <a:gd name="T14" fmla="*/ 33 w 2"/>
                  <a:gd name="T15" fmla="*/ 20 h 2"/>
                  <a:gd name="T16" fmla="*/ 33 w 2"/>
                  <a:gd name="T17" fmla="*/ 20 h 2"/>
                  <a:gd name="T18" fmla="*/ 33 w 2"/>
                  <a:gd name="T19" fmla="*/ 0 h 2"/>
                  <a:gd name="T20" fmla="*/ 33 w 2"/>
                  <a:gd name="T21" fmla="*/ 0 h 2"/>
                  <a:gd name="T22" fmla="*/ 33 w 2"/>
                  <a:gd name="T23" fmla="*/ 0 h 2"/>
                  <a:gd name="T24" fmla="*/ 33 w 2"/>
                  <a:gd name="T25" fmla="*/ 0 h 2"/>
                  <a:gd name="T26" fmla="*/ 33 w 2"/>
                  <a:gd name="T27" fmla="*/ 0 h 2"/>
                  <a:gd name="T28" fmla="*/ 0 w 2"/>
                  <a:gd name="T29" fmla="*/ 20 h 2"/>
                  <a:gd name="T30" fmla="*/ 20 w 2"/>
                  <a:gd name="T31" fmla="*/ 0 h 2"/>
                  <a:gd name="T32" fmla="*/ 20 w 2"/>
                  <a:gd name="T33" fmla="*/ 0 h 2"/>
                  <a:gd name="T34" fmla="*/ 20 w 2"/>
                  <a:gd name="T35" fmla="*/ 0 h 2"/>
                  <a:gd name="T36" fmla="*/ 20 w 2"/>
                  <a:gd name="T37" fmla="*/ 0 h 2"/>
                  <a:gd name="T38" fmla="*/ 33 w 2"/>
                  <a:gd name="T39" fmla="*/ 0 h 2"/>
                  <a:gd name="T40" fmla="*/ 33 w 2"/>
                  <a:gd name="T41" fmla="*/ 0 h 2"/>
                  <a:gd name="T42" fmla="*/ 33 w 2"/>
                  <a:gd name="T43" fmla="*/ 20 h 2"/>
                  <a:gd name="T44" fmla="*/ 33 w 2"/>
                  <a:gd name="T45" fmla="*/ 20 h 2"/>
                  <a:gd name="T46" fmla="*/ 33 w 2"/>
                  <a:gd name="T47" fmla="*/ 33 h 2"/>
                  <a:gd name="T48" fmla="*/ 20 w 2"/>
                  <a:gd name="T49" fmla="*/ 33 h 2"/>
                  <a:gd name="T50" fmla="*/ 20 w 2"/>
                  <a:gd name="T51" fmla="*/ 33 h 2"/>
                  <a:gd name="T52" fmla="*/ 20 w 2"/>
                  <a:gd name="T53" fmla="*/ 20 h 2"/>
                  <a:gd name="T54" fmla="*/ 20 w 2"/>
                  <a:gd name="T55" fmla="*/ 20 h 2"/>
                  <a:gd name="T56" fmla="*/ 33 w 2"/>
                  <a:gd name="T57" fmla="*/ 0 h 2"/>
                  <a:gd name="T58" fmla="*/ 33 w 2"/>
                  <a:gd name="T59" fmla="*/ 0 h 2"/>
                  <a:gd name="T60" fmla="*/ 33 w 2"/>
                  <a:gd name="T61" fmla="*/ 0 h 2"/>
                  <a:gd name="T62" fmla="*/ 33 w 2"/>
                  <a:gd name="T63" fmla="*/ 0 h 2"/>
                  <a:gd name="T64" fmla="*/ 20 w 2"/>
                  <a:gd name="T65" fmla="*/ 33 h 2"/>
                  <a:gd name="T66" fmla="*/ 20 w 2"/>
                  <a:gd name="T67" fmla="*/ 33 h 2"/>
                  <a:gd name="T68" fmla="*/ 20 w 2"/>
                  <a:gd name="T69" fmla="*/ 33 h 2"/>
                  <a:gd name="T70" fmla="*/ 20 w 2"/>
                  <a:gd name="T71" fmla="*/ 33 h 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5" name="Freeform 1813">
                <a:extLst>
                  <a:ext uri="{FF2B5EF4-FFF2-40B4-BE49-F238E27FC236}">
                    <a16:creationId xmlns:a16="http://schemas.microsoft.com/office/drawing/2014/main" id="{A489DB43-0D3C-41E6-AB88-A71599CA82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8" y="29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20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20 h 2"/>
                  <a:gd name="T10" fmla="*/ 20 w 2"/>
                  <a:gd name="T11" fmla="*/ 20 h 2"/>
                  <a:gd name="T12" fmla="*/ 20 w 2"/>
                  <a:gd name="T13" fmla="*/ 20 h 2"/>
                  <a:gd name="T14" fmla="*/ 20 w 2"/>
                  <a:gd name="T15" fmla="*/ 33 h 2"/>
                  <a:gd name="T16" fmla="*/ 20 w 2"/>
                  <a:gd name="T17" fmla="*/ 33 h 2"/>
                  <a:gd name="T18" fmla="*/ 20 w 2"/>
                  <a:gd name="T19" fmla="*/ 20 h 2"/>
                  <a:gd name="T20" fmla="*/ 20 w 2"/>
                  <a:gd name="T21" fmla="*/ 20 h 2"/>
                  <a:gd name="T22" fmla="*/ 20 w 2"/>
                  <a:gd name="T23" fmla="*/ 20 h 2"/>
                  <a:gd name="T24" fmla="*/ 20 w 2"/>
                  <a:gd name="T25" fmla="*/ 20 h 2"/>
                  <a:gd name="T26" fmla="*/ 33 w 2"/>
                  <a:gd name="T27" fmla="*/ 20 h 2"/>
                  <a:gd name="T28" fmla="*/ 33 w 2"/>
                  <a:gd name="T29" fmla="*/ 20 h 2"/>
                  <a:gd name="T30" fmla="*/ 33 w 2"/>
                  <a:gd name="T31" fmla="*/ 20 h 2"/>
                  <a:gd name="T32" fmla="*/ 33 w 2"/>
                  <a:gd name="T33" fmla="*/ 20 h 2"/>
                  <a:gd name="T34" fmla="*/ 33 w 2"/>
                  <a:gd name="T35" fmla="*/ 20 h 2"/>
                  <a:gd name="T36" fmla="*/ 33 w 2"/>
                  <a:gd name="T37" fmla="*/ 20 h 2"/>
                  <a:gd name="T38" fmla="*/ 33 w 2"/>
                  <a:gd name="T39" fmla="*/ 20 h 2"/>
                  <a:gd name="T40" fmla="*/ 33 w 2"/>
                  <a:gd name="T41" fmla="*/ 20 h 2"/>
                  <a:gd name="T42" fmla="*/ 33 w 2"/>
                  <a:gd name="T43" fmla="*/ 20 h 2"/>
                  <a:gd name="T44" fmla="*/ 33 w 2"/>
                  <a:gd name="T45" fmla="*/ 20 h 2"/>
                  <a:gd name="T46" fmla="*/ 33 w 2"/>
                  <a:gd name="T47" fmla="*/ 20 h 2"/>
                  <a:gd name="T48" fmla="*/ 33 w 2"/>
                  <a:gd name="T49" fmla="*/ 20 h 2"/>
                  <a:gd name="T50" fmla="*/ 20 w 2"/>
                  <a:gd name="T51" fmla="*/ 0 h 2"/>
                  <a:gd name="T52" fmla="*/ 20 w 2"/>
                  <a:gd name="T53" fmla="*/ 0 h 2"/>
                  <a:gd name="T54" fmla="*/ 20 w 2"/>
                  <a:gd name="T55" fmla="*/ 0 h 2"/>
                  <a:gd name="T56" fmla="*/ 20 w 2"/>
                  <a:gd name="T57" fmla="*/ 20 h 2"/>
                  <a:gd name="T58" fmla="*/ 20 w 2"/>
                  <a:gd name="T59" fmla="*/ 20 h 2"/>
                  <a:gd name="T60" fmla="*/ 20 w 2"/>
                  <a:gd name="T61" fmla="*/ 20 h 2"/>
                  <a:gd name="T62" fmla="*/ 20 w 2"/>
                  <a:gd name="T63" fmla="*/ 20 h 2"/>
                  <a:gd name="T64" fmla="*/ 20 w 2"/>
                  <a:gd name="T65" fmla="*/ 20 h 2"/>
                  <a:gd name="T66" fmla="*/ 20 w 2"/>
                  <a:gd name="T67" fmla="*/ 20 h 2"/>
                  <a:gd name="T68" fmla="*/ 20 w 2"/>
                  <a:gd name="T69" fmla="*/ 20 h 2"/>
                  <a:gd name="T70" fmla="*/ 20 w 2"/>
                  <a:gd name="T71" fmla="*/ 20 h 2"/>
                  <a:gd name="T72" fmla="*/ 20 w 2"/>
                  <a:gd name="T73" fmla="*/ 20 h 2"/>
                  <a:gd name="T74" fmla="*/ 20 w 2"/>
                  <a:gd name="T75" fmla="*/ 33 h 2"/>
                  <a:gd name="T76" fmla="*/ 33 w 2"/>
                  <a:gd name="T77" fmla="*/ 20 h 2"/>
                  <a:gd name="T78" fmla="*/ 20 w 2"/>
                  <a:gd name="T79" fmla="*/ 20 h 2"/>
                  <a:gd name="T80" fmla="*/ 20 w 2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6" name="Freeform 1814">
                <a:extLst>
                  <a:ext uri="{FF2B5EF4-FFF2-40B4-BE49-F238E27FC236}">
                    <a16:creationId xmlns:a16="http://schemas.microsoft.com/office/drawing/2014/main" id="{DF280BA1-CEA6-4A86-86C3-F1D2BCC88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93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33 h 2"/>
                  <a:gd name="T4" fmla="*/ 8 w 1"/>
                  <a:gd name="T5" fmla="*/ 33 h 2"/>
                  <a:gd name="T6" fmla="*/ 8 w 1"/>
                  <a:gd name="T7" fmla="*/ 33 h 2"/>
                  <a:gd name="T8" fmla="*/ 8 w 1"/>
                  <a:gd name="T9" fmla="*/ 20 h 2"/>
                  <a:gd name="T10" fmla="*/ 8 w 1"/>
                  <a:gd name="T11" fmla="*/ 20 h 2"/>
                  <a:gd name="T12" fmla="*/ 8 w 1"/>
                  <a:gd name="T13" fmla="*/ 0 h 2"/>
                  <a:gd name="T14" fmla="*/ 0 w 1"/>
                  <a:gd name="T15" fmla="*/ 2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" name="Freeform 1815">
                <a:extLst>
                  <a:ext uri="{FF2B5EF4-FFF2-40B4-BE49-F238E27FC236}">
                    <a16:creationId xmlns:a16="http://schemas.microsoft.com/office/drawing/2014/main" id="{D3EC59B4-D1ED-4F11-BB4C-F694513961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3" y="2816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21 h 3"/>
                  <a:gd name="T6" fmla="*/ 21 w 3"/>
                  <a:gd name="T7" fmla="*/ 21 h 3"/>
                  <a:gd name="T8" fmla="*/ 0 w 3"/>
                  <a:gd name="T9" fmla="*/ 21 h 3"/>
                  <a:gd name="T10" fmla="*/ 21 w 3"/>
                  <a:gd name="T11" fmla="*/ 35 h 3"/>
                  <a:gd name="T12" fmla="*/ 35 w 3"/>
                  <a:gd name="T13" fmla="*/ 35 h 3"/>
                  <a:gd name="T14" fmla="*/ 56 w 3"/>
                  <a:gd name="T15" fmla="*/ 21 h 3"/>
                  <a:gd name="T16" fmla="*/ 56 w 3"/>
                  <a:gd name="T17" fmla="*/ 21 h 3"/>
                  <a:gd name="T18" fmla="*/ 35 w 3"/>
                  <a:gd name="T19" fmla="*/ 21 h 3"/>
                  <a:gd name="T20" fmla="*/ 35 w 3"/>
                  <a:gd name="T21" fmla="*/ 21 h 3"/>
                  <a:gd name="T22" fmla="*/ 35 w 3"/>
                  <a:gd name="T23" fmla="*/ 21 h 3"/>
                  <a:gd name="T24" fmla="*/ 35 w 3"/>
                  <a:gd name="T25" fmla="*/ 21 h 3"/>
                  <a:gd name="T26" fmla="*/ 35 w 3"/>
                  <a:gd name="T27" fmla="*/ 0 h 3"/>
                  <a:gd name="T28" fmla="*/ 0 w 3"/>
                  <a:gd name="T29" fmla="*/ 21 h 3"/>
                  <a:gd name="T30" fmla="*/ 21 w 3"/>
                  <a:gd name="T31" fmla="*/ 21 h 3"/>
                  <a:gd name="T32" fmla="*/ 21 w 3"/>
                  <a:gd name="T33" fmla="*/ 21 h 3"/>
                  <a:gd name="T34" fmla="*/ 21 w 3"/>
                  <a:gd name="T35" fmla="*/ 21 h 3"/>
                  <a:gd name="T36" fmla="*/ 21 w 3"/>
                  <a:gd name="T37" fmla="*/ 21 h 3"/>
                  <a:gd name="T38" fmla="*/ 35 w 3"/>
                  <a:gd name="T39" fmla="*/ 21 h 3"/>
                  <a:gd name="T40" fmla="*/ 35 w 3"/>
                  <a:gd name="T41" fmla="*/ 21 h 3"/>
                  <a:gd name="T42" fmla="*/ 35 w 3"/>
                  <a:gd name="T43" fmla="*/ 21 h 3"/>
                  <a:gd name="T44" fmla="*/ 35 w 3"/>
                  <a:gd name="T45" fmla="*/ 21 h 3"/>
                  <a:gd name="T46" fmla="*/ 35 w 3"/>
                  <a:gd name="T47" fmla="*/ 35 h 3"/>
                  <a:gd name="T48" fmla="*/ 35 w 3"/>
                  <a:gd name="T49" fmla="*/ 35 h 3"/>
                  <a:gd name="T50" fmla="*/ 21 w 3"/>
                  <a:gd name="T51" fmla="*/ 35 h 3"/>
                  <a:gd name="T52" fmla="*/ 21 w 3"/>
                  <a:gd name="T53" fmla="*/ 35 h 3"/>
                  <a:gd name="T54" fmla="*/ 21 w 3"/>
                  <a:gd name="T55" fmla="*/ 21 h 3"/>
                  <a:gd name="T56" fmla="*/ 35 w 3"/>
                  <a:gd name="T57" fmla="*/ 21 h 3"/>
                  <a:gd name="T58" fmla="*/ 35 w 3"/>
                  <a:gd name="T59" fmla="*/ 21 h 3"/>
                  <a:gd name="T60" fmla="*/ 35 w 3"/>
                  <a:gd name="T61" fmla="*/ 21 h 3"/>
                  <a:gd name="T62" fmla="*/ 35 w 3"/>
                  <a:gd name="T63" fmla="*/ 21 h 3"/>
                  <a:gd name="T64" fmla="*/ 35 w 3"/>
                  <a:gd name="T65" fmla="*/ 35 h 3"/>
                  <a:gd name="T66" fmla="*/ 35 w 3"/>
                  <a:gd name="T67" fmla="*/ 35 h 3"/>
                  <a:gd name="T68" fmla="*/ 35 w 3"/>
                  <a:gd name="T69" fmla="*/ 35 h 3"/>
                  <a:gd name="T70" fmla="*/ 35 w 3"/>
                  <a:gd name="T71" fmla="*/ 35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8" name="Freeform 1816">
                <a:extLst>
                  <a:ext uri="{FF2B5EF4-FFF2-40B4-BE49-F238E27FC236}">
                    <a16:creationId xmlns:a16="http://schemas.microsoft.com/office/drawing/2014/main" id="{71C6D95B-40E0-403F-A1CD-4B1C9A1ACC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6" y="281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8 h 1"/>
                  <a:gd name="T10" fmla="*/ 0 w 1"/>
                  <a:gd name="T11" fmla="*/ 8 h 1"/>
                  <a:gd name="T12" fmla="*/ 0 w 1"/>
                  <a:gd name="T13" fmla="*/ 0 h 1"/>
                  <a:gd name="T14" fmla="*/ 0 w 1"/>
                  <a:gd name="T15" fmla="*/ 8 h 1"/>
                  <a:gd name="T16" fmla="*/ 0 w 1"/>
                  <a:gd name="T17" fmla="*/ 8 h 1"/>
                  <a:gd name="T18" fmla="*/ 0 w 1"/>
                  <a:gd name="T19" fmla="*/ 8 h 1"/>
                  <a:gd name="T20" fmla="*/ 0 w 1"/>
                  <a:gd name="T21" fmla="*/ 0 h 1"/>
                  <a:gd name="T22" fmla="*/ 0 w 1"/>
                  <a:gd name="T23" fmla="*/ 0 h 1"/>
                  <a:gd name="T24" fmla="*/ 8 w 1"/>
                  <a:gd name="T25" fmla="*/ 0 h 1"/>
                  <a:gd name="T26" fmla="*/ 8 w 1"/>
                  <a:gd name="T27" fmla="*/ 0 h 1"/>
                  <a:gd name="T28" fmla="*/ 8 w 1"/>
                  <a:gd name="T29" fmla="*/ 0 h 1"/>
                  <a:gd name="T30" fmla="*/ 8 w 1"/>
                  <a:gd name="T31" fmla="*/ 0 h 1"/>
                  <a:gd name="T32" fmla="*/ 8 w 1"/>
                  <a:gd name="T33" fmla="*/ 8 h 1"/>
                  <a:gd name="T34" fmla="*/ 8 w 1"/>
                  <a:gd name="T35" fmla="*/ 0 h 1"/>
                  <a:gd name="T36" fmla="*/ 8 w 1"/>
                  <a:gd name="T37" fmla="*/ 0 h 1"/>
                  <a:gd name="T38" fmla="*/ 8 w 1"/>
                  <a:gd name="T39" fmla="*/ 8 h 1"/>
                  <a:gd name="T40" fmla="*/ 8 w 1"/>
                  <a:gd name="T41" fmla="*/ 8 h 1"/>
                  <a:gd name="T42" fmla="*/ 8 w 1"/>
                  <a:gd name="T43" fmla="*/ 8 h 1"/>
                  <a:gd name="T44" fmla="*/ 8 w 1"/>
                  <a:gd name="T45" fmla="*/ 0 h 1"/>
                  <a:gd name="T46" fmla="*/ 8 w 1"/>
                  <a:gd name="T47" fmla="*/ 0 h 1"/>
                  <a:gd name="T48" fmla="*/ 8 w 1"/>
                  <a:gd name="T49" fmla="*/ 0 h 1"/>
                  <a:gd name="T50" fmla="*/ 8 w 1"/>
                  <a:gd name="T51" fmla="*/ 0 h 1"/>
                  <a:gd name="T52" fmla="*/ 8 w 1"/>
                  <a:gd name="T53" fmla="*/ 0 h 1"/>
                  <a:gd name="T54" fmla="*/ 0 w 1"/>
                  <a:gd name="T55" fmla="*/ 0 h 1"/>
                  <a:gd name="T56" fmla="*/ 0 w 1"/>
                  <a:gd name="T57" fmla="*/ 0 h 1"/>
                  <a:gd name="T58" fmla="*/ 0 w 1"/>
                  <a:gd name="T59" fmla="*/ 0 h 1"/>
                  <a:gd name="T60" fmla="*/ 0 w 1"/>
                  <a:gd name="T61" fmla="*/ 0 h 1"/>
                  <a:gd name="T62" fmla="*/ 0 w 1"/>
                  <a:gd name="T63" fmla="*/ 0 h 1"/>
                  <a:gd name="T64" fmla="*/ 0 w 1"/>
                  <a:gd name="T65" fmla="*/ 0 h 1"/>
                  <a:gd name="T66" fmla="*/ 0 w 1"/>
                  <a:gd name="T67" fmla="*/ 0 h 1"/>
                  <a:gd name="T68" fmla="*/ 0 w 1"/>
                  <a:gd name="T69" fmla="*/ 0 h 1"/>
                  <a:gd name="T70" fmla="*/ 0 w 1"/>
                  <a:gd name="T71" fmla="*/ 8 h 1"/>
                  <a:gd name="T72" fmla="*/ 0 w 1"/>
                  <a:gd name="T73" fmla="*/ 8 h 1"/>
                  <a:gd name="T74" fmla="*/ 8 w 1"/>
                  <a:gd name="T75" fmla="*/ 8 h 1"/>
                  <a:gd name="T76" fmla="*/ 8 w 1"/>
                  <a:gd name="T77" fmla="*/ 0 h 1"/>
                  <a:gd name="T78" fmla="*/ 8 w 1"/>
                  <a:gd name="T79" fmla="*/ 0 h 1"/>
                  <a:gd name="T80" fmla="*/ 0 w 1"/>
                  <a:gd name="T81" fmla="*/ 0 h 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9" name="Freeform 1817">
                <a:extLst>
                  <a:ext uri="{FF2B5EF4-FFF2-40B4-BE49-F238E27FC236}">
                    <a16:creationId xmlns:a16="http://schemas.microsoft.com/office/drawing/2014/main" id="{7E173702-6501-4B7D-BBF3-7481E2B35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81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8 h 1"/>
                  <a:gd name="T4" fmla="*/ 20 w 2"/>
                  <a:gd name="T5" fmla="*/ 8 h 1"/>
                  <a:gd name="T6" fmla="*/ 20 w 2"/>
                  <a:gd name="T7" fmla="*/ 8 h 1"/>
                  <a:gd name="T8" fmla="*/ 33 w 2"/>
                  <a:gd name="T9" fmla="*/ 0 h 1"/>
                  <a:gd name="T10" fmla="*/ 33 w 2"/>
                  <a:gd name="T11" fmla="*/ 0 h 1"/>
                  <a:gd name="T12" fmla="*/ 20 w 2"/>
                  <a:gd name="T13" fmla="*/ 0 h 1"/>
                  <a:gd name="T14" fmla="*/ 0 w 2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0" name="Freeform 1818">
                <a:extLst>
                  <a:ext uri="{FF2B5EF4-FFF2-40B4-BE49-F238E27FC236}">
                    <a16:creationId xmlns:a16="http://schemas.microsoft.com/office/drawing/2014/main" id="{57F34499-1DF3-495C-8C22-F14FCCB69B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8" y="2677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21 h 3"/>
                  <a:gd name="T6" fmla="*/ 21 w 3"/>
                  <a:gd name="T7" fmla="*/ 21 h 3"/>
                  <a:gd name="T8" fmla="*/ 21 w 3"/>
                  <a:gd name="T9" fmla="*/ 35 h 3"/>
                  <a:gd name="T10" fmla="*/ 21 w 3"/>
                  <a:gd name="T11" fmla="*/ 35 h 3"/>
                  <a:gd name="T12" fmla="*/ 35 w 3"/>
                  <a:gd name="T13" fmla="*/ 35 h 3"/>
                  <a:gd name="T14" fmla="*/ 56 w 3"/>
                  <a:gd name="T15" fmla="*/ 21 h 3"/>
                  <a:gd name="T16" fmla="*/ 56 w 3"/>
                  <a:gd name="T17" fmla="*/ 21 h 3"/>
                  <a:gd name="T18" fmla="*/ 35 w 3"/>
                  <a:gd name="T19" fmla="*/ 21 h 3"/>
                  <a:gd name="T20" fmla="*/ 35 w 3"/>
                  <a:gd name="T21" fmla="*/ 21 h 3"/>
                  <a:gd name="T22" fmla="*/ 35 w 3"/>
                  <a:gd name="T23" fmla="*/ 21 h 3"/>
                  <a:gd name="T24" fmla="*/ 35 w 3"/>
                  <a:gd name="T25" fmla="*/ 21 h 3"/>
                  <a:gd name="T26" fmla="*/ 35 w 3"/>
                  <a:gd name="T27" fmla="*/ 0 h 3"/>
                  <a:gd name="T28" fmla="*/ 0 w 3"/>
                  <a:gd name="T29" fmla="*/ 21 h 3"/>
                  <a:gd name="T30" fmla="*/ 21 w 3"/>
                  <a:gd name="T31" fmla="*/ 21 h 3"/>
                  <a:gd name="T32" fmla="*/ 21 w 3"/>
                  <a:gd name="T33" fmla="*/ 21 h 3"/>
                  <a:gd name="T34" fmla="*/ 21 w 3"/>
                  <a:gd name="T35" fmla="*/ 21 h 3"/>
                  <a:gd name="T36" fmla="*/ 21 w 3"/>
                  <a:gd name="T37" fmla="*/ 21 h 3"/>
                  <a:gd name="T38" fmla="*/ 35 w 3"/>
                  <a:gd name="T39" fmla="*/ 21 h 3"/>
                  <a:gd name="T40" fmla="*/ 35 w 3"/>
                  <a:gd name="T41" fmla="*/ 21 h 3"/>
                  <a:gd name="T42" fmla="*/ 35 w 3"/>
                  <a:gd name="T43" fmla="*/ 21 h 3"/>
                  <a:gd name="T44" fmla="*/ 35 w 3"/>
                  <a:gd name="T45" fmla="*/ 35 h 3"/>
                  <a:gd name="T46" fmla="*/ 35 w 3"/>
                  <a:gd name="T47" fmla="*/ 35 h 3"/>
                  <a:gd name="T48" fmla="*/ 35 w 3"/>
                  <a:gd name="T49" fmla="*/ 35 h 3"/>
                  <a:gd name="T50" fmla="*/ 21 w 3"/>
                  <a:gd name="T51" fmla="*/ 35 h 3"/>
                  <a:gd name="T52" fmla="*/ 21 w 3"/>
                  <a:gd name="T53" fmla="*/ 35 h 3"/>
                  <a:gd name="T54" fmla="*/ 21 w 3"/>
                  <a:gd name="T55" fmla="*/ 21 h 3"/>
                  <a:gd name="T56" fmla="*/ 35 w 3"/>
                  <a:gd name="T57" fmla="*/ 21 h 3"/>
                  <a:gd name="T58" fmla="*/ 35 w 3"/>
                  <a:gd name="T59" fmla="*/ 21 h 3"/>
                  <a:gd name="T60" fmla="*/ 35 w 3"/>
                  <a:gd name="T61" fmla="*/ 21 h 3"/>
                  <a:gd name="T62" fmla="*/ 35 w 3"/>
                  <a:gd name="T63" fmla="*/ 21 h 3"/>
                  <a:gd name="T64" fmla="*/ 35 w 3"/>
                  <a:gd name="T65" fmla="*/ 35 h 3"/>
                  <a:gd name="T66" fmla="*/ 35 w 3"/>
                  <a:gd name="T67" fmla="*/ 35 h 3"/>
                  <a:gd name="T68" fmla="*/ 35 w 3"/>
                  <a:gd name="T69" fmla="*/ 35 h 3"/>
                  <a:gd name="T70" fmla="*/ 35 w 3"/>
                  <a:gd name="T71" fmla="*/ 35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1" name="Freeform 1819">
                <a:extLst>
                  <a:ext uri="{FF2B5EF4-FFF2-40B4-BE49-F238E27FC236}">
                    <a16:creationId xmlns:a16="http://schemas.microsoft.com/office/drawing/2014/main" id="{0D57DBD9-7FD2-49F2-9F10-596B2A13E8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1" y="268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27 h 1"/>
                  <a:gd name="T10" fmla="*/ 0 w 1"/>
                  <a:gd name="T11" fmla="*/ 27 h 1"/>
                  <a:gd name="T12" fmla="*/ 0 w 1"/>
                  <a:gd name="T13" fmla="*/ 0 h 1"/>
                  <a:gd name="T14" fmla="*/ 0 w 1"/>
                  <a:gd name="T15" fmla="*/ 27 h 1"/>
                  <a:gd name="T16" fmla="*/ 0 w 1"/>
                  <a:gd name="T17" fmla="*/ 27 h 1"/>
                  <a:gd name="T18" fmla="*/ 0 w 1"/>
                  <a:gd name="T19" fmla="*/ 27 h 1"/>
                  <a:gd name="T20" fmla="*/ 0 w 1"/>
                  <a:gd name="T21" fmla="*/ 0 h 1"/>
                  <a:gd name="T22" fmla="*/ 0 w 1"/>
                  <a:gd name="T23" fmla="*/ 0 h 1"/>
                  <a:gd name="T24" fmla="*/ 8 w 1"/>
                  <a:gd name="T25" fmla="*/ 0 h 1"/>
                  <a:gd name="T26" fmla="*/ 8 w 1"/>
                  <a:gd name="T27" fmla="*/ 0 h 1"/>
                  <a:gd name="T28" fmla="*/ 8 w 1"/>
                  <a:gd name="T29" fmla="*/ 0 h 1"/>
                  <a:gd name="T30" fmla="*/ 8 w 1"/>
                  <a:gd name="T31" fmla="*/ 0 h 1"/>
                  <a:gd name="T32" fmla="*/ 8 w 1"/>
                  <a:gd name="T33" fmla="*/ 27 h 1"/>
                  <a:gd name="T34" fmla="*/ 8 w 1"/>
                  <a:gd name="T35" fmla="*/ 0 h 1"/>
                  <a:gd name="T36" fmla="*/ 8 w 1"/>
                  <a:gd name="T37" fmla="*/ 27 h 1"/>
                  <a:gd name="T38" fmla="*/ 8 w 1"/>
                  <a:gd name="T39" fmla="*/ 27 h 1"/>
                  <a:gd name="T40" fmla="*/ 8 w 1"/>
                  <a:gd name="T41" fmla="*/ 27 h 1"/>
                  <a:gd name="T42" fmla="*/ 8 w 1"/>
                  <a:gd name="T43" fmla="*/ 27 h 1"/>
                  <a:gd name="T44" fmla="*/ 8 w 1"/>
                  <a:gd name="T45" fmla="*/ 0 h 1"/>
                  <a:gd name="T46" fmla="*/ 8 w 1"/>
                  <a:gd name="T47" fmla="*/ 0 h 1"/>
                  <a:gd name="T48" fmla="*/ 8 w 1"/>
                  <a:gd name="T49" fmla="*/ 0 h 1"/>
                  <a:gd name="T50" fmla="*/ 8 w 1"/>
                  <a:gd name="T51" fmla="*/ 0 h 1"/>
                  <a:gd name="T52" fmla="*/ 8 w 1"/>
                  <a:gd name="T53" fmla="*/ 0 h 1"/>
                  <a:gd name="T54" fmla="*/ 0 w 1"/>
                  <a:gd name="T55" fmla="*/ 0 h 1"/>
                  <a:gd name="T56" fmla="*/ 0 w 1"/>
                  <a:gd name="T57" fmla="*/ 0 h 1"/>
                  <a:gd name="T58" fmla="*/ 0 w 1"/>
                  <a:gd name="T59" fmla="*/ 0 h 1"/>
                  <a:gd name="T60" fmla="*/ 0 w 1"/>
                  <a:gd name="T61" fmla="*/ 0 h 1"/>
                  <a:gd name="T62" fmla="*/ 0 w 1"/>
                  <a:gd name="T63" fmla="*/ 0 h 1"/>
                  <a:gd name="T64" fmla="*/ 0 w 1"/>
                  <a:gd name="T65" fmla="*/ 0 h 1"/>
                  <a:gd name="T66" fmla="*/ 0 w 1"/>
                  <a:gd name="T67" fmla="*/ 0 h 1"/>
                  <a:gd name="T68" fmla="*/ 0 w 1"/>
                  <a:gd name="T69" fmla="*/ 0 h 1"/>
                  <a:gd name="T70" fmla="*/ 0 w 1"/>
                  <a:gd name="T71" fmla="*/ 27 h 1"/>
                  <a:gd name="T72" fmla="*/ 0 w 1"/>
                  <a:gd name="T73" fmla="*/ 27 h 1"/>
                  <a:gd name="T74" fmla="*/ 8 w 1"/>
                  <a:gd name="T75" fmla="*/ 27 h 1"/>
                  <a:gd name="T76" fmla="*/ 8 w 1"/>
                  <a:gd name="T77" fmla="*/ 0 h 1"/>
                  <a:gd name="T78" fmla="*/ 8 w 1"/>
                  <a:gd name="T79" fmla="*/ 0 h 1"/>
                  <a:gd name="T80" fmla="*/ 0 w 1"/>
                  <a:gd name="T81" fmla="*/ 0 h 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2" name="Freeform 1820">
                <a:extLst>
                  <a:ext uri="{FF2B5EF4-FFF2-40B4-BE49-F238E27FC236}">
                    <a16:creationId xmlns:a16="http://schemas.microsoft.com/office/drawing/2014/main" id="{A4E5CE42-4B34-412F-8896-22FB151FE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680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20 w 2"/>
                  <a:gd name="T7" fmla="*/ 27 h 1"/>
                  <a:gd name="T8" fmla="*/ 33 w 2"/>
                  <a:gd name="T9" fmla="*/ 0 h 1"/>
                  <a:gd name="T10" fmla="*/ 33 w 2"/>
                  <a:gd name="T11" fmla="*/ 0 h 1"/>
                  <a:gd name="T12" fmla="*/ 20 w 2"/>
                  <a:gd name="T13" fmla="*/ 0 h 1"/>
                  <a:gd name="T14" fmla="*/ 0 w 2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3" name="Freeform 1821">
                <a:extLst>
                  <a:ext uri="{FF2B5EF4-FFF2-40B4-BE49-F238E27FC236}">
                    <a16:creationId xmlns:a16="http://schemas.microsoft.com/office/drawing/2014/main" id="{B7A7D3AF-0BAC-4CE0-8EEF-9A722B68CC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1" y="26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27 h 2"/>
                  <a:gd name="T4" fmla="*/ 0 w 2"/>
                  <a:gd name="T5" fmla="*/ 27 h 2"/>
                  <a:gd name="T6" fmla="*/ 0 w 2"/>
                  <a:gd name="T7" fmla="*/ 27 h 2"/>
                  <a:gd name="T8" fmla="*/ 0 w 2"/>
                  <a:gd name="T9" fmla="*/ 27 h 2"/>
                  <a:gd name="T10" fmla="*/ 0 w 2"/>
                  <a:gd name="T11" fmla="*/ 54 h 2"/>
                  <a:gd name="T12" fmla="*/ 20 w 2"/>
                  <a:gd name="T13" fmla="*/ 54 h 2"/>
                  <a:gd name="T14" fmla="*/ 33 w 2"/>
                  <a:gd name="T15" fmla="*/ 27 h 2"/>
                  <a:gd name="T16" fmla="*/ 33 w 2"/>
                  <a:gd name="T17" fmla="*/ 27 h 2"/>
                  <a:gd name="T18" fmla="*/ 33 w 2"/>
                  <a:gd name="T19" fmla="*/ 27 h 2"/>
                  <a:gd name="T20" fmla="*/ 20 w 2"/>
                  <a:gd name="T21" fmla="*/ 0 h 2"/>
                  <a:gd name="T22" fmla="*/ 20 w 2"/>
                  <a:gd name="T23" fmla="*/ 0 h 2"/>
                  <a:gd name="T24" fmla="*/ 20 w 2"/>
                  <a:gd name="T25" fmla="*/ 0 h 2"/>
                  <a:gd name="T26" fmla="*/ 20 w 2"/>
                  <a:gd name="T27" fmla="*/ 0 h 2"/>
                  <a:gd name="T28" fmla="*/ 0 w 2"/>
                  <a:gd name="T29" fmla="*/ 27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0 h 2"/>
                  <a:gd name="T36" fmla="*/ 0 w 2"/>
                  <a:gd name="T37" fmla="*/ 0 h 2"/>
                  <a:gd name="T38" fmla="*/ 20 w 2"/>
                  <a:gd name="T39" fmla="*/ 0 h 2"/>
                  <a:gd name="T40" fmla="*/ 20 w 2"/>
                  <a:gd name="T41" fmla="*/ 0 h 2"/>
                  <a:gd name="T42" fmla="*/ 33 w 2"/>
                  <a:gd name="T43" fmla="*/ 27 h 2"/>
                  <a:gd name="T44" fmla="*/ 33 w 2"/>
                  <a:gd name="T45" fmla="*/ 27 h 2"/>
                  <a:gd name="T46" fmla="*/ 33 w 2"/>
                  <a:gd name="T47" fmla="*/ 54 h 2"/>
                  <a:gd name="T48" fmla="*/ 20 w 2"/>
                  <a:gd name="T49" fmla="*/ 54 h 2"/>
                  <a:gd name="T50" fmla="*/ 0 w 2"/>
                  <a:gd name="T51" fmla="*/ 54 h 2"/>
                  <a:gd name="T52" fmla="*/ 0 w 2"/>
                  <a:gd name="T53" fmla="*/ 27 h 2"/>
                  <a:gd name="T54" fmla="*/ 0 w 2"/>
                  <a:gd name="T55" fmla="*/ 27 h 2"/>
                  <a:gd name="T56" fmla="*/ 20 w 2"/>
                  <a:gd name="T57" fmla="*/ 0 h 2"/>
                  <a:gd name="T58" fmla="*/ 20 w 2"/>
                  <a:gd name="T59" fmla="*/ 27 h 2"/>
                  <a:gd name="T60" fmla="*/ 20 w 2"/>
                  <a:gd name="T61" fmla="*/ 0 h 2"/>
                  <a:gd name="T62" fmla="*/ 20 w 2"/>
                  <a:gd name="T63" fmla="*/ 0 h 2"/>
                  <a:gd name="T64" fmla="*/ 20 w 2"/>
                  <a:gd name="T65" fmla="*/ 54 h 2"/>
                  <a:gd name="T66" fmla="*/ 20 w 2"/>
                  <a:gd name="T67" fmla="*/ 54 h 2"/>
                  <a:gd name="T68" fmla="*/ 20 w 2"/>
                  <a:gd name="T69" fmla="*/ 54 h 2"/>
                  <a:gd name="T70" fmla="*/ 20 w 2"/>
                  <a:gd name="T71" fmla="*/ 54 h 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4" name="Freeform 1822">
                <a:extLst>
                  <a:ext uri="{FF2B5EF4-FFF2-40B4-BE49-F238E27FC236}">
                    <a16:creationId xmlns:a16="http://schemas.microsoft.com/office/drawing/2014/main" id="{17D8A0E8-7F1F-4976-B8AA-F4D4D8D698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1" y="260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0 w 1"/>
                  <a:gd name="T9" fmla="*/ 27 h 2"/>
                  <a:gd name="T10" fmla="*/ 0 w 1"/>
                  <a:gd name="T11" fmla="*/ 27 h 2"/>
                  <a:gd name="T12" fmla="*/ 0 w 1"/>
                  <a:gd name="T13" fmla="*/ 27 h 2"/>
                  <a:gd name="T14" fmla="*/ 0 w 1"/>
                  <a:gd name="T15" fmla="*/ 54 h 2"/>
                  <a:gd name="T16" fmla="*/ 0 w 1"/>
                  <a:gd name="T17" fmla="*/ 54 h 2"/>
                  <a:gd name="T18" fmla="*/ 0 w 1"/>
                  <a:gd name="T19" fmla="*/ 27 h 2"/>
                  <a:gd name="T20" fmla="*/ 0 w 1"/>
                  <a:gd name="T21" fmla="*/ 27 h 2"/>
                  <a:gd name="T22" fmla="*/ 8 w 1"/>
                  <a:gd name="T23" fmla="*/ 27 h 2"/>
                  <a:gd name="T24" fmla="*/ 8 w 1"/>
                  <a:gd name="T25" fmla="*/ 27 h 2"/>
                  <a:gd name="T26" fmla="*/ 8 w 1"/>
                  <a:gd name="T27" fmla="*/ 27 h 2"/>
                  <a:gd name="T28" fmla="*/ 8 w 1"/>
                  <a:gd name="T29" fmla="*/ 27 h 2"/>
                  <a:gd name="T30" fmla="*/ 8 w 1"/>
                  <a:gd name="T31" fmla="*/ 27 h 2"/>
                  <a:gd name="T32" fmla="*/ 8 w 1"/>
                  <a:gd name="T33" fmla="*/ 27 h 2"/>
                  <a:gd name="T34" fmla="*/ 8 w 1"/>
                  <a:gd name="T35" fmla="*/ 27 h 2"/>
                  <a:gd name="T36" fmla="*/ 8 w 1"/>
                  <a:gd name="T37" fmla="*/ 27 h 2"/>
                  <a:gd name="T38" fmla="*/ 8 w 1"/>
                  <a:gd name="T39" fmla="*/ 27 h 2"/>
                  <a:gd name="T40" fmla="*/ 8 w 1"/>
                  <a:gd name="T41" fmla="*/ 27 h 2"/>
                  <a:gd name="T42" fmla="*/ 8 w 1"/>
                  <a:gd name="T43" fmla="*/ 27 h 2"/>
                  <a:gd name="T44" fmla="*/ 8 w 1"/>
                  <a:gd name="T45" fmla="*/ 27 h 2"/>
                  <a:gd name="T46" fmla="*/ 8 w 1"/>
                  <a:gd name="T47" fmla="*/ 27 h 2"/>
                  <a:gd name="T48" fmla="*/ 8 w 1"/>
                  <a:gd name="T49" fmla="*/ 27 h 2"/>
                  <a:gd name="T50" fmla="*/ 8 w 1"/>
                  <a:gd name="T51" fmla="*/ 27 h 2"/>
                  <a:gd name="T52" fmla="*/ 8 w 1"/>
                  <a:gd name="T53" fmla="*/ 0 h 2"/>
                  <a:gd name="T54" fmla="*/ 0 w 1"/>
                  <a:gd name="T55" fmla="*/ 0 h 2"/>
                  <a:gd name="T56" fmla="*/ 0 w 1"/>
                  <a:gd name="T57" fmla="*/ 27 h 2"/>
                  <a:gd name="T58" fmla="*/ 0 w 1"/>
                  <a:gd name="T59" fmla="*/ 27 h 2"/>
                  <a:gd name="T60" fmla="*/ 0 w 1"/>
                  <a:gd name="T61" fmla="*/ 27 h 2"/>
                  <a:gd name="T62" fmla="*/ 0 w 1"/>
                  <a:gd name="T63" fmla="*/ 27 h 2"/>
                  <a:gd name="T64" fmla="*/ 0 w 1"/>
                  <a:gd name="T65" fmla="*/ 27 h 2"/>
                  <a:gd name="T66" fmla="*/ 0 w 1"/>
                  <a:gd name="T67" fmla="*/ 27 h 2"/>
                  <a:gd name="T68" fmla="*/ 8 w 1"/>
                  <a:gd name="T69" fmla="*/ 27 h 2"/>
                  <a:gd name="T70" fmla="*/ 0 w 1"/>
                  <a:gd name="T71" fmla="*/ 27 h 2"/>
                  <a:gd name="T72" fmla="*/ 0 w 1"/>
                  <a:gd name="T73" fmla="*/ 54 h 2"/>
                  <a:gd name="T74" fmla="*/ 8 w 1"/>
                  <a:gd name="T75" fmla="*/ 54 h 2"/>
                  <a:gd name="T76" fmla="*/ 8 w 1"/>
                  <a:gd name="T77" fmla="*/ 27 h 2"/>
                  <a:gd name="T78" fmla="*/ 8 w 1"/>
                  <a:gd name="T79" fmla="*/ 27 h 2"/>
                  <a:gd name="T80" fmla="*/ 8 w 1"/>
                  <a:gd name="T81" fmla="*/ 27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5" name="Freeform 1823">
                <a:extLst>
                  <a:ext uri="{FF2B5EF4-FFF2-40B4-BE49-F238E27FC236}">
                    <a16:creationId xmlns:a16="http://schemas.microsoft.com/office/drawing/2014/main" id="{19D9EE61-9B50-4EFD-99E1-917FA25C8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6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54 h 2"/>
                  <a:gd name="T4" fmla="*/ 20 w 2"/>
                  <a:gd name="T5" fmla="*/ 54 h 2"/>
                  <a:gd name="T6" fmla="*/ 20 w 2"/>
                  <a:gd name="T7" fmla="*/ 54 h 2"/>
                  <a:gd name="T8" fmla="*/ 33 w 2"/>
                  <a:gd name="T9" fmla="*/ 27 h 2"/>
                  <a:gd name="T10" fmla="*/ 33 w 2"/>
                  <a:gd name="T11" fmla="*/ 27 h 2"/>
                  <a:gd name="T12" fmla="*/ 20 w 2"/>
                  <a:gd name="T13" fmla="*/ 0 h 2"/>
                  <a:gd name="T14" fmla="*/ 20 w 2"/>
                  <a:gd name="T15" fmla="*/ 27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6" name="Freeform 1824">
                <a:extLst>
                  <a:ext uri="{FF2B5EF4-FFF2-40B4-BE49-F238E27FC236}">
                    <a16:creationId xmlns:a16="http://schemas.microsoft.com/office/drawing/2014/main" id="{FA7D6108-BE9C-4974-A9DA-6B5FF83C78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8" y="261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21 h 3"/>
                  <a:gd name="T6" fmla="*/ 0 w 3"/>
                  <a:gd name="T7" fmla="*/ 21 h 3"/>
                  <a:gd name="T8" fmla="*/ 0 w 3"/>
                  <a:gd name="T9" fmla="*/ 21 h 3"/>
                  <a:gd name="T10" fmla="*/ 21 w 3"/>
                  <a:gd name="T11" fmla="*/ 56 h 3"/>
                  <a:gd name="T12" fmla="*/ 35 w 3"/>
                  <a:gd name="T13" fmla="*/ 56 h 3"/>
                  <a:gd name="T14" fmla="*/ 56 w 3"/>
                  <a:gd name="T15" fmla="*/ 21 h 3"/>
                  <a:gd name="T16" fmla="*/ 56 w 3"/>
                  <a:gd name="T17" fmla="*/ 21 h 3"/>
                  <a:gd name="T18" fmla="*/ 56 w 3"/>
                  <a:gd name="T19" fmla="*/ 0 h 3"/>
                  <a:gd name="T20" fmla="*/ 56 w 3"/>
                  <a:gd name="T21" fmla="*/ 0 h 3"/>
                  <a:gd name="T22" fmla="*/ 56 w 3"/>
                  <a:gd name="T23" fmla="*/ 0 h 3"/>
                  <a:gd name="T24" fmla="*/ 56 w 3"/>
                  <a:gd name="T25" fmla="*/ 0 h 3"/>
                  <a:gd name="T26" fmla="*/ 35 w 3"/>
                  <a:gd name="T27" fmla="*/ 0 h 3"/>
                  <a:gd name="T28" fmla="*/ 0 w 3"/>
                  <a:gd name="T29" fmla="*/ 21 h 3"/>
                  <a:gd name="T30" fmla="*/ 21 w 3"/>
                  <a:gd name="T31" fmla="*/ 0 h 3"/>
                  <a:gd name="T32" fmla="*/ 21 w 3"/>
                  <a:gd name="T33" fmla="*/ 0 h 3"/>
                  <a:gd name="T34" fmla="*/ 21 w 3"/>
                  <a:gd name="T35" fmla="*/ 0 h 3"/>
                  <a:gd name="T36" fmla="*/ 21 w 3"/>
                  <a:gd name="T37" fmla="*/ 0 h 3"/>
                  <a:gd name="T38" fmla="*/ 35 w 3"/>
                  <a:gd name="T39" fmla="*/ 0 h 3"/>
                  <a:gd name="T40" fmla="*/ 35 w 3"/>
                  <a:gd name="T41" fmla="*/ 0 h 3"/>
                  <a:gd name="T42" fmla="*/ 56 w 3"/>
                  <a:gd name="T43" fmla="*/ 21 h 3"/>
                  <a:gd name="T44" fmla="*/ 56 w 3"/>
                  <a:gd name="T45" fmla="*/ 21 h 3"/>
                  <a:gd name="T46" fmla="*/ 56 w 3"/>
                  <a:gd name="T47" fmla="*/ 35 h 3"/>
                  <a:gd name="T48" fmla="*/ 35 w 3"/>
                  <a:gd name="T49" fmla="*/ 56 h 3"/>
                  <a:gd name="T50" fmla="*/ 21 w 3"/>
                  <a:gd name="T51" fmla="*/ 35 h 3"/>
                  <a:gd name="T52" fmla="*/ 21 w 3"/>
                  <a:gd name="T53" fmla="*/ 35 h 3"/>
                  <a:gd name="T54" fmla="*/ 21 w 3"/>
                  <a:gd name="T55" fmla="*/ 21 h 3"/>
                  <a:gd name="T56" fmla="*/ 35 w 3"/>
                  <a:gd name="T57" fmla="*/ 0 h 3"/>
                  <a:gd name="T58" fmla="*/ 35 w 3"/>
                  <a:gd name="T59" fmla="*/ 0 h 3"/>
                  <a:gd name="T60" fmla="*/ 35 w 3"/>
                  <a:gd name="T61" fmla="*/ 0 h 3"/>
                  <a:gd name="T62" fmla="*/ 35 w 3"/>
                  <a:gd name="T63" fmla="*/ 0 h 3"/>
                  <a:gd name="T64" fmla="*/ 35 w 3"/>
                  <a:gd name="T65" fmla="*/ 56 h 3"/>
                  <a:gd name="T66" fmla="*/ 35 w 3"/>
                  <a:gd name="T67" fmla="*/ 56 h 3"/>
                  <a:gd name="T68" fmla="*/ 35 w 3"/>
                  <a:gd name="T69" fmla="*/ 56 h 3"/>
                  <a:gd name="T70" fmla="*/ 35 w 3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7" name="Freeform 1825">
                <a:extLst>
                  <a:ext uri="{FF2B5EF4-FFF2-40B4-BE49-F238E27FC236}">
                    <a16:creationId xmlns:a16="http://schemas.microsoft.com/office/drawing/2014/main" id="{0A5A8A73-7DD4-407A-A78C-69189DBBED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8" y="26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0 w 2"/>
                  <a:gd name="T5" fmla="*/ 33 h 2"/>
                  <a:gd name="T6" fmla="*/ 20 w 2"/>
                  <a:gd name="T7" fmla="*/ 20 h 2"/>
                  <a:gd name="T8" fmla="*/ 20 w 2"/>
                  <a:gd name="T9" fmla="*/ 33 h 2"/>
                  <a:gd name="T10" fmla="*/ 20 w 2"/>
                  <a:gd name="T11" fmla="*/ 33 h 2"/>
                  <a:gd name="T12" fmla="*/ 20 w 2"/>
                  <a:gd name="T13" fmla="*/ 20 h 2"/>
                  <a:gd name="T14" fmla="*/ 20 w 2"/>
                  <a:gd name="T15" fmla="*/ 33 h 2"/>
                  <a:gd name="T16" fmla="*/ 20 w 2"/>
                  <a:gd name="T17" fmla="*/ 33 h 2"/>
                  <a:gd name="T18" fmla="*/ 20 w 2"/>
                  <a:gd name="T19" fmla="*/ 33 h 2"/>
                  <a:gd name="T20" fmla="*/ 20 w 2"/>
                  <a:gd name="T21" fmla="*/ 20 h 2"/>
                  <a:gd name="T22" fmla="*/ 20 w 2"/>
                  <a:gd name="T23" fmla="*/ 20 h 2"/>
                  <a:gd name="T24" fmla="*/ 33 w 2"/>
                  <a:gd name="T25" fmla="*/ 20 h 2"/>
                  <a:gd name="T26" fmla="*/ 33 w 2"/>
                  <a:gd name="T27" fmla="*/ 20 h 2"/>
                  <a:gd name="T28" fmla="*/ 33 w 2"/>
                  <a:gd name="T29" fmla="*/ 20 h 2"/>
                  <a:gd name="T30" fmla="*/ 33 w 2"/>
                  <a:gd name="T31" fmla="*/ 20 h 2"/>
                  <a:gd name="T32" fmla="*/ 33 w 2"/>
                  <a:gd name="T33" fmla="*/ 33 h 2"/>
                  <a:gd name="T34" fmla="*/ 33 w 2"/>
                  <a:gd name="T35" fmla="*/ 20 h 2"/>
                  <a:gd name="T36" fmla="*/ 33 w 2"/>
                  <a:gd name="T37" fmla="*/ 20 h 2"/>
                  <a:gd name="T38" fmla="*/ 33 w 2"/>
                  <a:gd name="T39" fmla="*/ 33 h 2"/>
                  <a:gd name="T40" fmla="*/ 33 w 2"/>
                  <a:gd name="T41" fmla="*/ 33 h 2"/>
                  <a:gd name="T42" fmla="*/ 33 w 2"/>
                  <a:gd name="T43" fmla="*/ 33 h 2"/>
                  <a:gd name="T44" fmla="*/ 33 w 2"/>
                  <a:gd name="T45" fmla="*/ 20 h 2"/>
                  <a:gd name="T46" fmla="*/ 33 w 2"/>
                  <a:gd name="T47" fmla="*/ 20 h 2"/>
                  <a:gd name="T48" fmla="*/ 33 w 2"/>
                  <a:gd name="T49" fmla="*/ 20 h 2"/>
                  <a:gd name="T50" fmla="*/ 33 w 2"/>
                  <a:gd name="T51" fmla="*/ 0 h 2"/>
                  <a:gd name="T52" fmla="*/ 33 w 2"/>
                  <a:gd name="T53" fmla="*/ 0 h 2"/>
                  <a:gd name="T54" fmla="*/ 20 w 2"/>
                  <a:gd name="T55" fmla="*/ 0 h 2"/>
                  <a:gd name="T56" fmla="*/ 20 w 2"/>
                  <a:gd name="T57" fmla="*/ 20 h 2"/>
                  <a:gd name="T58" fmla="*/ 20 w 2"/>
                  <a:gd name="T59" fmla="*/ 20 h 2"/>
                  <a:gd name="T60" fmla="*/ 20 w 2"/>
                  <a:gd name="T61" fmla="*/ 20 h 2"/>
                  <a:gd name="T62" fmla="*/ 20 w 2"/>
                  <a:gd name="T63" fmla="*/ 20 h 2"/>
                  <a:gd name="T64" fmla="*/ 20 w 2"/>
                  <a:gd name="T65" fmla="*/ 20 h 2"/>
                  <a:gd name="T66" fmla="*/ 20 w 2"/>
                  <a:gd name="T67" fmla="*/ 20 h 2"/>
                  <a:gd name="T68" fmla="*/ 20 w 2"/>
                  <a:gd name="T69" fmla="*/ 20 h 2"/>
                  <a:gd name="T70" fmla="*/ 20 w 2"/>
                  <a:gd name="T71" fmla="*/ 33 h 2"/>
                  <a:gd name="T72" fmla="*/ 20 w 2"/>
                  <a:gd name="T73" fmla="*/ 33 h 2"/>
                  <a:gd name="T74" fmla="*/ 33 w 2"/>
                  <a:gd name="T75" fmla="*/ 33 h 2"/>
                  <a:gd name="T76" fmla="*/ 33 w 2"/>
                  <a:gd name="T77" fmla="*/ 20 h 2"/>
                  <a:gd name="T78" fmla="*/ 33 w 2"/>
                  <a:gd name="T79" fmla="*/ 20 h 2"/>
                  <a:gd name="T80" fmla="*/ 20 w 2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8" name="Freeform 1826">
                <a:extLst>
                  <a:ext uri="{FF2B5EF4-FFF2-40B4-BE49-F238E27FC236}">
                    <a16:creationId xmlns:a16="http://schemas.microsoft.com/office/drawing/2014/main" id="{CE9CC409-8459-4442-86EF-A1C84F57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6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33 h 2"/>
                  <a:gd name="T4" fmla="*/ 20 w 2"/>
                  <a:gd name="T5" fmla="*/ 33 h 2"/>
                  <a:gd name="T6" fmla="*/ 20 w 2"/>
                  <a:gd name="T7" fmla="*/ 33 h 2"/>
                  <a:gd name="T8" fmla="*/ 33 w 2"/>
                  <a:gd name="T9" fmla="*/ 20 h 2"/>
                  <a:gd name="T10" fmla="*/ 33 w 2"/>
                  <a:gd name="T11" fmla="*/ 20 h 2"/>
                  <a:gd name="T12" fmla="*/ 33 w 2"/>
                  <a:gd name="T13" fmla="*/ 0 h 2"/>
                  <a:gd name="T14" fmla="*/ 0 w 2"/>
                  <a:gd name="T15" fmla="*/ 2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9" name="Freeform 1827">
                <a:extLst>
                  <a:ext uri="{FF2B5EF4-FFF2-40B4-BE49-F238E27FC236}">
                    <a16:creationId xmlns:a16="http://schemas.microsoft.com/office/drawing/2014/main" id="{8F513D1B-2E35-4A85-B0A0-E60259972E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46" y="3117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0 w 3"/>
                  <a:gd name="T9" fmla="*/ 35 h 3"/>
                  <a:gd name="T10" fmla="*/ 0 w 3"/>
                  <a:gd name="T11" fmla="*/ 56 h 3"/>
                  <a:gd name="T12" fmla="*/ 28 w 3"/>
                  <a:gd name="T13" fmla="*/ 56 h 3"/>
                  <a:gd name="T14" fmla="*/ 37 w 3"/>
                  <a:gd name="T15" fmla="*/ 35 h 3"/>
                  <a:gd name="T16" fmla="*/ 37 w 3"/>
                  <a:gd name="T17" fmla="*/ 21 h 3"/>
                  <a:gd name="T18" fmla="*/ 37 w 3"/>
                  <a:gd name="T19" fmla="*/ 21 h 3"/>
                  <a:gd name="T20" fmla="*/ 28 w 3"/>
                  <a:gd name="T21" fmla="*/ 0 h 3"/>
                  <a:gd name="T22" fmla="*/ 28 w 3"/>
                  <a:gd name="T23" fmla="*/ 0 h 3"/>
                  <a:gd name="T24" fmla="*/ 28 w 3"/>
                  <a:gd name="T25" fmla="*/ 0 h 3"/>
                  <a:gd name="T26" fmla="*/ 28 w 3"/>
                  <a:gd name="T27" fmla="*/ 0 h 3"/>
                  <a:gd name="T28" fmla="*/ 0 w 3"/>
                  <a:gd name="T29" fmla="*/ 21 h 3"/>
                  <a:gd name="T30" fmla="*/ 12 w 3"/>
                  <a:gd name="T31" fmla="*/ 0 h 3"/>
                  <a:gd name="T32" fmla="*/ 12 w 3"/>
                  <a:gd name="T33" fmla="*/ 0 h 3"/>
                  <a:gd name="T34" fmla="*/ 12 w 3"/>
                  <a:gd name="T35" fmla="*/ 0 h 3"/>
                  <a:gd name="T36" fmla="*/ 12 w 3"/>
                  <a:gd name="T37" fmla="*/ 0 h 3"/>
                  <a:gd name="T38" fmla="*/ 28 w 3"/>
                  <a:gd name="T39" fmla="*/ 0 h 3"/>
                  <a:gd name="T40" fmla="*/ 28 w 3"/>
                  <a:gd name="T41" fmla="*/ 0 h 3"/>
                  <a:gd name="T42" fmla="*/ 28 w 3"/>
                  <a:gd name="T43" fmla="*/ 21 h 3"/>
                  <a:gd name="T44" fmla="*/ 37 w 3"/>
                  <a:gd name="T45" fmla="*/ 35 h 3"/>
                  <a:gd name="T46" fmla="*/ 28 w 3"/>
                  <a:gd name="T47" fmla="*/ 35 h 3"/>
                  <a:gd name="T48" fmla="*/ 12 w 3"/>
                  <a:gd name="T49" fmla="*/ 56 h 3"/>
                  <a:gd name="T50" fmla="*/ 12 w 3"/>
                  <a:gd name="T51" fmla="*/ 35 h 3"/>
                  <a:gd name="T52" fmla="*/ 12 w 3"/>
                  <a:gd name="T53" fmla="*/ 35 h 3"/>
                  <a:gd name="T54" fmla="*/ 12 w 3"/>
                  <a:gd name="T55" fmla="*/ 35 h 3"/>
                  <a:gd name="T56" fmla="*/ 28 w 3"/>
                  <a:gd name="T57" fmla="*/ 0 h 3"/>
                  <a:gd name="T58" fmla="*/ 28 w 3"/>
                  <a:gd name="T59" fmla="*/ 21 h 3"/>
                  <a:gd name="T60" fmla="*/ 28 w 3"/>
                  <a:gd name="T61" fmla="*/ 0 h 3"/>
                  <a:gd name="T62" fmla="*/ 28 w 3"/>
                  <a:gd name="T63" fmla="*/ 0 h 3"/>
                  <a:gd name="T64" fmla="*/ 12 w 3"/>
                  <a:gd name="T65" fmla="*/ 56 h 3"/>
                  <a:gd name="T66" fmla="*/ 12 w 3"/>
                  <a:gd name="T67" fmla="*/ 56 h 3"/>
                  <a:gd name="T68" fmla="*/ 28 w 3"/>
                  <a:gd name="T69" fmla="*/ 56 h 3"/>
                  <a:gd name="T70" fmla="*/ 12 w 3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0" name="Freeform 1828">
                <a:extLst>
                  <a:ext uri="{FF2B5EF4-FFF2-40B4-BE49-F238E27FC236}">
                    <a16:creationId xmlns:a16="http://schemas.microsoft.com/office/drawing/2014/main" id="{177CDB60-C5EA-4AFA-81AF-881697E6EE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46" y="31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0 w 2"/>
                  <a:gd name="T5" fmla="*/ 54 h 2"/>
                  <a:gd name="T6" fmla="*/ 0 w 2"/>
                  <a:gd name="T7" fmla="*/ 27 h 2"/>
                  <a:gd name="T8" fmla="*/ 0 w 2"/>
                  <a:gd name="T9" fmla="*/ 54 h 2"/>
                  <a:gd name="T10" fmla="*/ 0 w 2"/>
                  <a:gd name="T11" fmla="*/ 54 h 2"/>
                  <a:gd name="T12" fmla="*/ 0 w 2"/>
                  <a:gd name="T13" fmla="*/ 54 h 2"/>
                  <a:gd name="T14" fmla="*/ 0 w 2"/>
                  <a:gd name="T15" fmla="*/ 54 h 2"/>
                  <a:gd name="T16" fmla="*/ 0 w 2"/>
                  <a:gd name="T17" fmla="*/ 54 h 2"/>
                  <a:gd name="T18" fmla="*/ 0 w 2"/>
                  <a:gd name="T19" fmla="*/ 54 h 2"/>
                  <a:gd name="T20" fmla="*/ 0 w 2"/>
                  <a:gd name="T21" fmla="*/ 54 h 2"/>
                  <a:gd name="T22" fmla="*/ 20 w 2"/>
                  <a:gd name="T23" fmla="*/ 27 h 2"/>
                  <a:gd name="T24" fmla="*/ 33 w 2"/>
                  <a:gd name="T25" fmla="*/ 27 h 2"/>
                  <a:gd name="T26" fmla="*/ 33 w 2"/>
                  <a:gd name="T27" fmla="*/ 27 h 2"/>
                  <a:gd name="T28" fmla="*/ 33 w 2"/>
                  <a:gd name="T29" fmla="*/ 27 h 2"/>
                  <a:gd name="T30" fmla="*/ 33 w 2"/>
                  <a:gd name="T31" fmla="*/ 27 h 2"/>
                  <a:gd name="T32" fmla="*/ 33 w 2"/>
                  <a:gd name="T33" fmla="*/ 54 h 2"/>
                  <a:gd name="T34" fmla="*/ 33 w 2"/>
                  <a:gd name="T35" fmla="*/ 27 h 2"/>
                  <a:gd name="T36" fmla="*/ 33 w 2"/>
                  <a:gd name="T37" fmla="*/ 54 h 2"/>
                  <a:gd name="T38" fmla="*/ 33 w 2"/>
                  <a:gd name="T39" fmla="*/ 54 h 2"/>
                  <a:gd name="T40" fmla="*/ 33 w 2"/>
                  <a:gd name="T41" fmla="*/ 54 h 2"/>
                  <a:gd name="T42" fmla="*/ 33 w 2"/>
                  <a:gd name="T43" fmla="*/ 54 h 2"/>
                  <a:gd name="T44" fmla="*/ 33 w 2"/>
                  <a:gd name="T45" fmla="*/ 54 h 2"/>
                  <a:gd name="T46" fmla="*/ 33 w 2"/>
                  <a:gd name="T47" fmla="*/ 27 h 2"/>
                  <a:gd name="T48" fmla="*/ 33 w 2"/>
                  <a:gd name="T49" fmla="*/ 27 h 2"/>
                  <a:gd name="T50" fmla="*/ 33 w 2"/>
                  <a:gd name="T51" fmla="*/ 27 h 2"/>
                  <a:gd name="T52" fmla="*/ 33 w 2"/>
                  <a:gd name="T53" fmla="*/ 0 h 2"/>
                  <a:gd name="T54" fmla="*/ 20 w 2"/>
                  <a:gd name="T55" fmla="*/ 0 h 2"/>
                  <a:gd name="T56" fmla="*/ 0 w 2"/>
                  <a:gd name="T57" fmla="*/ 27 h 2"/>
                  <a:gd name="T58" fmla="*/ 0 w 2"/>
                  <a:gd name="T59" fmla="*/ 27 h 2"/>
                  <a:gd name="T60" fmla="*/ 0 w 2"/>
                  <a:gd name="T61" fmla="*/ 27 h 2"/>
                  <a:gd name="T62" fmla="*/ 0 w 2"/>
                  <a:gd name="T63" fmla="*/ 27 h 2"/>
                  <a:gd name="T64" fmla="*/ 0 w 2"/>
                  <a:gd name="T65" fmla="*/ 27 h 2"/>
                  <a:gd name="T66" fmla="*/ 0 w 2"/>
                  <a:gd name="T67" fmla="*/ 27 h 2"/>
                  <a:gd name="T68" fmla="*/ 20 w 2"/>
                  <a:gd name="T69" fmla="*/ 27 h 2"/>
                  <a:gd name="T70" fmla="*/ 0 w 2"/>
                  <a:gd name="T71" fmla="*/ 54 h 2"/>
                  <a:gd name="T72" fmla="*/ 20 w 2"/>
                  <a:gd name="T73" fmla="*/ 54 h 2"/>
                  <a:gd name="T74" fmla="*/ 20 w 2"/>
                  <a:gd name="T75" fmla="*/ 54 h 2"/>
                  <a:gd name="T76" fmla="*/ 33 w 2"/>
                  <a:gd name="T77" fmla="*/ 27 h 2"/>
                  <a:gd name="T78" fmla="*/ 33 w 2"/>
                  <a:gd name="T79" fmla="*/ 27 h 2"/>
                  <a:gd name="T80" fmla="*/ 20 w 2"/>
                  <a:gd name="T81" fmla="*/ 27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1" name="Freeform 1829">
                <a:extLst>
                  <a:ext uri="{FF2B5EF4-FFF2-40B4-BE49-F238E27FC236}">
                    <a16:creationId xmlns:a16="http://schemas.microsoft.com/office/drawing/2014/main" id="{5943995D-85F2-4EFD-A100-6CBB0A9D1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31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54 h 2"/>
                  <a:gd name="T4" fmla="*/ 20 w 2"/>
                  <a:gd name="T5" fmla="*/ 54 h 2"/>
                  <a:gd name="T6" fmla="*/ 20 w 2"/>
                  <a:gd name="T7" fmla="*/ 54 h 2"/>
                  <a:gd name="T8" fmla="*/ 33 w 2"/>
                  <a:gd name="T9" fmla="*/ 27 h 2"/>
                  <a:gd name="T10" fmla="*/ 33 w 2"/>
                  <a:gd name="T11" fmla="*/ 27 h 2"/>
                  <a:gd name="T12" fmla="*/ 20 w 2"/>
                  <a:gd name="T13" fmla="*/ 0 h 2"/>
                  <a:gd name="T14" fmla="*/ 0 w 2"/>
                  <a:gd name="T15" fmla="*/ 27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2" name="Freeform 1830">
                <a:extLst>
                  <a:ext uri="{FF2B5EF4-FFF2-40B4-BE49-F238E27FC236}">
                    <a16:creationId xmlns:a16="http://schemas.microsoft.com/office/drawing/2014/main" id="{30A2ACB6-41AB-4E1D-9734-2DC91776EF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8" y="2952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21 h 3"/>
                  <a:gd name="T6" fmla="*/ 0 w 3"/>
                  <a:gd name="T7" fmla="*/ 21 h 3"/>
                  <a:gd name="T8" fmla="*/ 0 w 3"/>
                  <a:gd name="T9" fmla="*/ 21 h 3"/>
                  <a:gd name="T10" fmla="*/ 21 w 3"/>
                  <a:gd name="T11" fmla="*/ 56 h 3"/>
                  <a:gd name="T12" fmla="*/ 35 w 3"/>
                  <a:gd name="T13" fmla="*/ 56 h 3"/>
                  <a:gd name="T14" fmla="*/ 56 w 3"/>
                  <a:gd name="T15" fmla="*/ 21 h 3"/>
                  <a:gd name="T16" fmla="*/ 56 w 3"/>
                  <a:gd name="T17" fmla="*/ 21 h 3"/>
                  <a:gd name="T18" fmla="*/ 56 w 3"/>
                  <a:gd name="T19" fmla="*/ 0 h 3"/>
                  <a:gd name="T20" fmla="*/ 56 w 3"/>
                  <a:gd name="T21" fmla="*/ 0 h 3"/>
                  <a:gd name="T22" fmla="*/ 56 w 3"/>
                  <a:gd name="T23" fmla="*/ 0 h 3"/>
                  <a:gd name="T24" fmla="*/ 56 w 3"/>
                  <a:gd name="T25" fmla="*/ 0 h 3"/>
                  <a:gd name="T26" fmla="*/ 35 w 3"/>
                  <a:gd name="T27" fmla="*/ 0 h 3"/>
                  <a:gd name="T28" fmla="*/ 0 w 3"/>
                  <a:gd name="T29" fmla="*/ 21 h 3"/>
                  <a:gd name="T30" fmla="*/ 21 w 3"/>
                  <a:gd name="T31" fmla="*/ 0 h 3"/>
                  <a:gd name="T32" fmla="*/ 21 w 3"/>
                  <a:gd name="T33" fmla="*/ 0 h 3"/>
                  <a:gd name="T34" fmla="*/ 21 w 3"/>
                  <a:gd name="T35" fmla="*/ 0 h 3"/>
                  <a:gd name="T36" fmla="*/ 21 w 3"/>
                  <a:gd name="T37" fmla="*/ 0 h 3"/>
                  <a:gd name="T38" fmla="*/ 35 w 3"/>
                  <a:gd name="T39" fmla="*/ 0 h 3"/>
                  <a:gd name="T40" fmla="*/ 35 w 3"/>
                  <a:gd name="T41" fmla="*/ 0 h 3"/>
                  <a:gd name="T42" fmla="*/ 56 w 3"/>
                  <a:gd name="T43" fmla="*/ 21 h 3"/>
                  <a:gd name="T44" fmla="*/ 56 w 3"/>
                  <a:gd name="T45" fmla="*/ 21 h 3"/>
                  <a:gd name="T46" fmla="*/ 56 w 3"/>
                  <a:gd name="T47" fmla="*/ 35 h 3"/>
                  <a:gd name="T48" fmla="*/ 35 w 3"/>
                  <a:gd name="T49" fmla="*/ 35 h 3"/>
                  <a:gd name="T50" fmla="*/ 21 w 3"/>
                  <a:gd name="T51" fmla="*/ 35 h 3"/>
                  <a:gd name="T52" fmla="*/ 21 w 3"/>
                  <a:gd name="T53" fmla="*/ 21 h 3"/>
                  <a:gd name="T54" fmla="*/ 21 w 3"/>
                  <a:gd name="T55" fmla="*/ 21 h 3"/>
                  <a:gd name="T56" fmla="*/ 35 w 3"/>
                  <a:gd name="T57" fmla="*/ 0 h 3"/>
                  <a:gd name="T58" fmla="*/ 35 w 3"/>
                  <a:gd name="T59" fmla="*/ 0 h 3"/>
                  <a:gd name="T60" fmla="*/ 35 w 3"/>
                  <a:gd name="T61" fmla="*/ 0 h 3"/>
                  <a:gd name="T62" fmla="*/ 35 w 3"/>
                  <a:gd name="T63" fmla="*/ 0 h 3"/>
                  <a:gd name="T64" fmla="*/ 35 w 3"/>
                  <a:gd name="T65" fmla="*/ 56 h 3"/>
                  <a:gd name="T66" fmla="*/ 35 w 3"/>
                  <a:gd name="T67" fmla="*/ 56 h 3"/>
                  <a:gd name="T68" fmla="*/ 35 w 3"/>
                  <a:gd name="T69" fmla="*/ 56 h 3"/>
                  <a:gd name="T70" fmla="*/ 35 w 3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3" name="Freeform 1831">
                <a:extLst>
                  <a:ext uri="{FF2B5EF4-FFF2-40B4-BE49-F238E27FC236}">
                    <a16:creationId xmlns:a16="http://schemas.microsoft.com/office/drawing/2014/main" id="{18F5386D-2ADF-4DDD-87BB-6146A17727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8" y="29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20 w 2"/>
                  <a:gd name="T11" fmla="*/ 33 h 2"/>
                  <a:gd name="T12" fmla="*/ 20 w 2"/>
                  <a:gd name="T13" fmla="*/ 20 h 2"/>
                  <a:gd name="T14" fmla="*/ 20 w 2"/>
                  <a:gd name="T15" fmla="*/ 33 h 2"/>
                  <a:gd name="T16" fmla="*/ 20 w 2"/>
                  <a:gd name="T17" fmla="*/ 33 h 2"/>
                  <a:gd name="T18" fmla="*/ 20 w 2"/>
                  <a:gd name="T19" fmla="*/ 33 h 2"/>
                  <a:gd name="T20" fmla="*/ 20 w 2"/>
                  <a:gd name="T21" fmla="*/ 20 h 2"/>
                  <a:gd name="T22" fmla="*/ 20 w 2"/>
                  <a:gd name="T23" fmla="*/ 20 h 2"/>
                  <a:gd name="T24" fmla="*/ 33 w 2"/>
                  <a:gd name="T25" fmla="*/ 20 h 2"/>
                  <a:gd name="T26" fmla="*/ 33 w 2"/>
                  <a:gd name="T27" fmla="*/ 20 h 2"/>
                  <a:gd name="T28" fmla="*/ 33 w 2"/>
                  <a:gd name="T29" fmla="*/ 20 h 2"/>
                  <a:gd name="T30" fmla="*/ 33 w 2"/>
                  <a:gd name="T31" fmla="*/ 20 h 2"/>
                  <a:gd name="T32" fmla="*/ 33 w 2"/>
                  <a:gd name="T33" fmla="*/ 33 h 2"/>
                  <a:gd name="T34" fmla="*/ 33 w 2"/>
                  <a:gd name="T35" fmla="*/ 20 h 2"/>
                  <a:gd name="T36" fmla="*/ 33 w 2"/>
                  <a:gd name="T37" fmla="*/ 20 h 2"/>
                  <a:gd name="T38" fmla="*/ 33 w 2"/>
                  <a:gd name="T39" fmla="*/ 33 h 2"/>
                  <a:gd name="T40" fmla="*/ 33 w 2"/>
                  <a:gd name="T41" fmla="*/ 20 h 2"/>
                  <a:gd name="T42" fmla="*/ 33 w 2"/>
                  <a:gd name="T43" fmla="*/ 33 h 2"/>
                  <a:gd name="T44" fmla="*/ 33 w 2"/>
                  <a:gd name="T45" fmla="*/ 20 h 2"/>
                  <a:gd name="T46" fmla="*/ 33 w 2"/>
                  <a:gd name="T47" fmla="*/ 20 h 2"/>
                  <a:gd name="T48" fmla="*/ 33 w 2"/>
                  <a:gd name="T49" fmla="*/ 20 h 2"/>
                  <a:gd name="T50" fmla="*/ 33 w 2"/>
                  <a:gd name="T51" fmla="*/ 0 h 2"/>
                  <a:gd name="T52" fmla="*/ 33 w 2"/>
                  <a:gd name="T53" fmla="*/ 0 h 2"/>
                  <a:gd name="T54" fmla="*/ 20 w 2"/>
                  <a:gd name="T55" fmla="*/ 0 h 2"/>
                  <a:gd name="T56" fmla="*/ 20 w 2"/>
                  <a:gd name="T57" fmla="*/ 20 h 2"/>
                  <a:gd name="T58" fmla="*/ 20 w 2"/>
                  <a:gd name="T59" fmla="*/ 20 h 2"/>
                  <a:gd name="T60" fmla="*/ 20 w 2"/>
                  <a:gd name="T61" fmla="*/ 20 h 2"/>
                  <a:gd name="T62" fmla="*/ 20 w 2"/>
                  <a:gd name="T63" fmla="*/ 20 h 2"/>
                  <a:gd name="T64" fmla="*/ 20 w 2"/>
                  <a:gd name="T65" fmla="*/ 20 h 2"/>
                  <a:gd name="T66" fmla="*/ 20 w 2"/>
                  <a:gd name="T67" fmla="*/ 20 h 2"/>
                  <a:gd name="T68" fmla="*/ 20 w 2"/>
                  <a:gd name="T69" fmla="*/ 20 h 2"/>
                  <a:gd name="T70" fmla="*/ 20 w 2"/>
                  <a:gd name="T71" fmla="*/ 33 h 2"/>
                  <a:gd name="T72" fmla="*/ 20 w 2"/>
                  <a:gd name="T73" fmla="*/ 33 h 2"/>
                  <a:gd name="T74" fmla="*/ 33 w 2"/>
                  <a:gd name="T75" fmla="*/ 33 h 2"/>
                  <a:gd name="T76" fmla="*/ 33 w 2"/>
                  <a:gd name="T77" fmla="*/ 20 h 2"/>
                  <a:gd name="T78" fmla="*/ 33 w 2"/>
                  <a:gd name="T79" fmla="*/ 20 h 2"/>
                  <a:gd name="T80" fmla="*/ 20 w 2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4" name="Freeform 1832">
                <a:extLst>
                  <a:ext uri="{FF2B5EF4-FFF2-40B4-BE49-F238E27FC236}">
                    <a16:creationId xmlns:a16="http://schemas.microsoft.com/office/drawing/2014/main" id="{7A0FD677-2092-4656-88AA-0014BE64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9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33 h 2"/>
                  <a:gd name="T4" fmla="*/ 20 w 2"/>
                  <a:gd name="T5" fmla="*/ 33 h 2"/>
                  <a:gd name="T6" fmla="*/ 20 w 2"/>
                  <a:gd name="T7" fmla="*/ 33 h 2"/>
                  <a:gd name="T8" fmla="*/ 33 w 2"/>
                  <a:gd name="T9" fmla="*/ 20 h 2"/>
                  <a:gd name="T10" fmla="*/ 33 w 2"/>
                  <a:gd name="T11" fmla="*/ 0 h 2"/>
                  <a:gd name="T12" fmla="*/ 20 w 2"/>
                  <a:gd name="T13" fmla="*/ 0 h 2"/>
                  <a:gd name="T14" fmla="*/ 0 w 2"/>
                  <a:gd name="T15" fmla="*/ 2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5" name="Freeform 1833">
                <a:extLst>
                  <a:ext uri="{FF2B5EF4-FFF2-40B4-BE49-F238E27FC236}">
                    <a16:creationId xmlns:a16="http://schemas.microsoft.com/office/drawing/2014/main" id="{5D7EF321-85B3-4F13-92B0-037F180314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26" y="2861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21 h 3"/>
                  <a:gd name="T6" fmla="*/ 0 w 3"/>
                  <a:gd name="T7" fmla="*/ 35 h 3"/>
                  <a:gd name="T8" fmla="*/ 0 w 3"/>
                  <a:gd name="T9" fmla="*/ 35 h 3"/>
                  <a:gd name="T10" fmla="*/ 12 w 3"/>
                  <a:gd name="T11" fmla="*/ 56 h 3"/>
                  <a:gd name="T12" fmla="*/ 28 w 3"/>
                  <a:gd name="T13" fmla="*/ 56 h 3"/>
                  <a:gd name="T14" fmla="*/ 37 w 3"/>
                  <a:gd name="T15" fmla="*/ 21 h 3"/>
                  <a:gd name="T16" fmla="*/ 37 w 3"/>
                  <a:gd name="T17" fmla="*/ 21 h 3"/>
                  <a:gd name="T18" fmla="*/ 37 w 3"/>
                  <a:gd name="T19" fmla="*/ 0 h 3"/>
                  <a:gd name="T20" fmla="*/ 28 w 3"/>
                  <a:gd name="T21" fmla="*/ 0 h 3"/>
                  <a:gd name="T22" fmla="*/ 28 w 3"/>
                  <a:gd name="T23" fmla="*/ 0 h 3"/>
                  <a:gd name="T24" fmla="*/ 28 w 3"/>
                  <a:gd name="T25" fmla="*/ 0 h 3"/>
                  <a:gd name="T26" fmla="*/ 28 w 3"/>
                  <a:gd name="T27" fmla="*/ 0 h 3"/>
                  <a:gd name="T28" fmla="*/ 0 w 3"/>
                  <a:gd name="T29" fmla="*/ 21 h 3"/>
                  <a:gd name="T30" fmla="*/ 12 w 3"/>
                  <a:gd name="T31" fmla="*/ 0 h 3"/>
                  <a:gd name="T32" fmla="*/ 12 w 3"/>
                  <a:gd name="T33" fmla="*/ 0 h 3"/>
                  <a:gd name="T34" fmla="*/ 12 w 3"/>
                  <a:gd name="T35" fmla="*/ 0 h 3"/>
                  <a:gd name="T36" fmla="*/ 12 w 3"/>
                  <a:gd name="T37" fmla="*/ 0 h 3"/>
                  <a:gd name="T38" fmla="*/ 28 w 3"/>
                  <a:gd name="T39" fmla="*/ 0 h 3"/>
                  <a:gd name="T40" fmla="*/ 28 w 3"/>
                  <a:gd name="T41" fmla="*/ 0 h 3"/>
                  <a:gd name="T42" fmla="*/ 37 w 3"/>
                  <a:gd name="T43" fmla="*/ 21 h 3"/>
                  <a:gd name="T44" fmla="*/ 37 w 3"/>
                  <a:gd name="T45" fmla="*/ 35 h 3"/>
                  <a:gd name="T46" fmla="*/ 37 w 3"/>
                  <a:gd name="T47" fmla="*/ 35 h 3"/>
                  <a:gd name="T48" fmla="*/ 12 w 3"/>
                  <a:gd name="T49" fmla="*/ 56 h 3"/>
                  <a:gd name="T50" fmla="*/ 12 w 3"/>
                  <a:gd name="T51" fmla="*/ 35 h 3"/>
                  <a:gd name="T52" fmla="*/ 12 w 3"/>
                  <a:gd name="T53" fmla="*/ 35 h 3"/>
                  <a:gd name="T54" fmla="*/ 12 w 3"/>
                  <a:gd name="T55" fmla="*/ 21 h 3"/>
                  <a:gd name="T56" fmla="*/ 28 w 3"/>
                  <a:gd name="T57" fmla="*/ 0 h 3"/>
                  <a:gd name="T58" fmla="*/ 28 w 3"/>
                  <a:gd name="T59" fmla="*/ 0 h 3"/>
                  <a:gd name="T60" fmla="*/ 28 w 3"/>
                  <a:gd name="T61" fmla="*/ 0 h 3"/>
                  <a:gd name="T62" fmla="*/ 28 w 3"/>
                  <a:gd name="T63" fmla="*/ 0 h 3"/>
                  <a:gd name="T64" fmla="*/ 28 w 3"/>
                  <a:gd name="T65" fmla="*/ 56 h 3"/>
                  <a:gd name="T66" fmla="*/ 28 w 3"/>
                  <a:gd name="T67" fmla="*/ 56 h 3"/>
                  <a:gd name="T68" fmla="*/ 28 w 3"/>
                  <a:gd name="T69" fmla="*/ 56 h 3"/>
                  <a:gd name="T70" fmla="*/ 28 w 3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6" name="Freeform 1834">
                <a:extLst>
                  <a:ext uri="{FF2B5EF4-FFF2-40B4-BE49-F238E27FC236}">
                    <a16:creationId xmlns:a16="http://schemas.microsoft.com/office/drawing/2014/main" id="{32A73FBC-FFAD-4173-BF09-43A7DE9EC3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26" y="28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0 w 2"/>
                  <a:gd name="T5" fmla="*/ 54 h 2"/>
                  <a:gd name="T6" fmla="*/ 0 w 2"/>
                  <a:gd name="T7" fmla="*/ 27 h 2"/>
                  <a:gd name="T8" fmla="*/ 0 w 2"/>
                  <a:gd name="T9" fmla="*/ 54 h 2"/>
                  <a:gd name="T10" fmla="*/ 0 w 2"/>
                  <a:gd name="T11" fmla="*/ 54 h 2"/>
                  <a:gd name="T12" fmla="*/ 0 w 2"/>
                  <a:gd name="T13" fmla="*/ 54 h 2"/>
                  <a:gd name="T14" fmla="*/ 0 w 2"/>
                  <a:gd name="T15" fmla="*/ 54 h 2"/>
                  <a:gd name="T16" fmla="*/ 0 w 2"/>
                  <a:gd name="T17" fmla="*/ 54 h 2"/>
                  <a:gd name="T18" fmla="*/ 20 w 2"/>
                  <a:gd name="T19" fmla="*/ 54 h 2"/>
                  <a:gd name="T20" fmla="*/ 0 w 2"/>
                  <a:gd name="T21" fmla="*/ 27 h 2"/>
                  <a:gd name="T22" fmla="*/ 20 w 2"/>
                  <a:gd name="T23" fmla="*/ 27 h 2"/>
                  <a:gd name="T24" fmla="*/ 33 w 2"/>
                  <a:gd name="T25" fmla="*/ 27 h 2"/>
                  <a:gd name="T26" fmla="*/ 33 w 2"/>
                  <a:gd name="T27" fmla="*/ 27 h 2"/>
                  <a:gd name="T28" fmla="*/ 33 w 2"/>
                  <a:gd name="T29" fmla="*/ 27 h 2"/>
                  <a:gd name="T30" fmla="*/ 33 w 2"/>
                  <a:gd name="T31" fmla="*/ 27 h 2"/>
                  <a:gd name="T32" fmla="*/ 33 w 2"/>
                  <a:gd name="T33" fmla="*/ 54 h 2"/>
                  <a:gd name="T34" fmla="*/ 33 w 2"/>
                  <a:gd name="T35" fmla="*/ 27 h 2"/>
                  <a:gd name="T36" fmla="*/ 33 w 2"/>
                  <a:gd name="T37" fmla="*/ 54 h 2"/>
                  <a:gd name="T38" fmla="*/ 33 w 2"/>
                  <a:gd name="T39" fmla="*/ 54 h 2"/>
                  <a:gd name="T40" fmla="*/ 33 w 2"/>
                  <a:gd name="T41" fmla="*/ 54 h 2"/>
                  <a:gd name="T42" fmla="*/ 33 w 2"/>
                  <a:gd name="T43" fmla="*/ 54 h 2"/>
                  <a:gd name="T44" fmla="*/ 33 w 2"/>
                  <a:gd name="T45" fmla="*/ 54 h 2"/>
                  <a:gd name="T46" fmla="*/ 33 w 2"/>
                  <a:gd name="T47" fmla="*/ 27 h 2"/>
                  <a:gd name="T48" fmla="*/ 33 w 2"/>
                  <a:gd name="T49" fmla="*/ 27 h 2"/>
                  <a:gd name="T50" fmla="*/ 33 w 2"/>
                  <a:gd name="T51" fmla="*/ 0 h 2"/>
                  <a:gd name="T52" fmla="*/ 33 w 2"/>
                  <a:gd name="T53" fmla="*/ 0 h 2"/>
                  <a:gd name="T54" fmla="*/ 20 w 2"/>
                  <a:gd name="T55" fmla="*/ 0 h 2"/>
                  <a:gd name="T56" fmla="*/ 20 w 2"/>
                  <a:gd name="T57" fmla="*/ 27 h 2"/>
                  <a:gd name="T58" fmla="*/ 0 w 2"/>
                  <a:gd name="T59" fmla="*/ 27 h 2"/>
                  <a:gd name="T60" fmla="*/ 0 w 2"/>
                  <a:gd name="T61" fmla="*/ 27 h 2"/>
                  <a:gd name="T62" fmla="*/ 0 w 2"/>
                  <a:gd name="T63" fmla="*/ 27 h 2"/>
                  <a:gd name="T64" fmla="*/ 0 w 2"/>
                  <a:gd name="T65" fmla="*/ 27 h 2"/>
                  <a:gd name="T66" fmla="*/ 20 w 2"/>
                  <a:gd name="T67" fmla="*/ 27 h 2"/>
                  <a:gd name="T68" fmla="*/ 20 w 2"/>
                  <a:gd name="T69" fmla="*/ 27 h 2"/>
                  <a:gd name="T70" fmla="*/ 20 w 2"/>
                  <a:gd name="T71" fmla="*/ 54 h 2"/>
                  <a:gd name="T72" fmla="*/ 20 w 2"/>
                  <a:gd name="T73" fmla="*/ 54 h 2"/>
                  <a:gd name="T74" fmla="*/ 20 w 2"/>
                  <a:gd name="T75" fmla="*/ 54 h 2"/>
                  <a:gd name="T76" fmla="*/ 33 w 2"/>
                  <a:gd name="T77" fmla="*/ 27 h 2"/>
                  <a:gd name="T78" fmla="*/ 33 w 2"/>
                  <a:gd name="T79" fmla="*/ 27 h 2"/>
                  <a:gd name="T80" fmla="*/ 20 w 2"/>
                  <a:gd name="T81" fmla="*/ 27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7" name="Freeform 1835">
                <a:extLst>
                  <a:ext uri="{FF2B5EF4-FFF2-40B4-BE49-F238E27FC236}">
                    <a16:creationId xmlns:a16="http://schemas.microsoft.com/office/drawing/2014/main" id="{8B7F688E-74C1-4FAD-83B0-D9CFFEF57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8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54 h 2"/>
                  <a:gd name="T4" fmla="*/ 20 w 2"/>
                  <a:gd name="T5" fmla="*/ 54 h 2"/>
                  <a:gd name="T6" fmla="*/ 20 w 2"/>
                  <a:gd name="T7" fmla="*/ 54 h 2"/>
                  <a:gd name="T8" fmla="*/ 33 w 2"/>
                  <a:gd name="T9" fmla="*/ 27 h 2"/>
                  <a:gd name="T10" fmla="*/ 33 w 2"/>
                  <a:gd name="T11" fmla="*/ 27 h 2"/>
                  <a:gd name="T12" fmla="*/ 20 w 2"/>
                  <a:gd name="T13" fmla="*/ 0 h 2"/>
                  <a:gd name="T14" fmla="*/ 0 w 2"/>
                  <a:gd name="T15" fmla="*/ 27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8" name="Freeform 1836">
                <a:extLst>
                  <a:ext uri="{FF2B5EF4-FFF2-40B4-BE49-F238E27FC236}">
                    <a16:creationId xmlns:a16="http://schemas.microsoft.com/office/drawing/2014/main" id="{0C0945E3-DD38-4C8B-8405-E3BCEDB444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3" y="289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21 h 3"/>
                  <a:gd name="T6" fmla="*/ 0 w 3"/>
                  <a:gd name="T7" fmla="*/ 21 h 3"/>
                  <a:gd name="T8" fmla="*/ 0 w 3"/>
                  <a:gd name="T9" fmla="*/ 35 h 3"/>
                  <a:gd name="T10" fmla="*/ 21 w 3"/>
                  <a:gd name="T11" fmla="*/ 56 h 3"/>
                  <a:gd name="T12" fmla="*/ 35 w 3"/>
                  <a:gd name="T13" fmla="*/ 56 h 3"/>
                  <a:gd name="T14" fmla="*/ 56 w 3"/>
                  <a:gd name="T15" fmla="*/ 21 h 3"/>
                  <a:gd name="T16" fmla="*/ 56 w 3"/>
                  <a:gd name="T17" fmla="*/ 21 h 3"/>
                  <a:gd name="T18" fmla="*/ 56 w 3"/>
                  <a:gd name="T19" fmla="*/ 0 h 3"/>
                  <a:gd name="T20" fmla="*/ 56 w 3"/>
                  <a:gd name="T21" fmla="*/ 0 h 3"/>
                  <a:gd name="T22" fmla="*/ 56 w 3"/>
                  <a:gd name="T23" fmla="*/ 0 h 3"/>
                  <a:gd name="T24" fmla="*/ 56 w 3"/>
                  <a:gd name="T25" fmla="*/ 0 h 3"/>
                  <a:gd name="T26" fmla="*/ 35 w 3"/>
                  <a:gd name="T27" fmla="*/ 0 h 3"/>
                  <a:gd name="T28" fmla="*/ 0 w 3"/>
                  <a:gd name="T29" fmla="*/ 21 h 3"/>
                  <a:gd name="T30" fmla="*/ 21 w 3"/>
                  <a:gd name="T31" fmla="*/ 0 h 3"/>
                  <a:gd name="T32" fmla="*/ 21 w 3"/>
                  <a:gd name="T33" fmla="*/ 0 h 3"/>
                  <a:gd name="T34" fmla="*/ 21 w 3"/>
                  <a:gd name="T35" fmla="*/ 0 h 3"/>
                  <a:gd name="T36" fmla="*/ 21 w 3"/>
                  <a:gd name="T37" fmla="*/ 0 h 3"/>
                  <a:gd name="T38" fmla="*/ 35 w 3"/>
                  <a:gd name="T39" fmla="*/ 0 h 3"/>
                  <a:gd name="T40" fmla="*/ 35 w 3"/>
                  <a:gd name="T41" fmla="*/ 0 h 3"/>
                  <a:gd name="T42" fmla="*/ 56 w 3"/>
                  <a:gd name="T43" fmla="*/ 21 h 3"/>
                  <a:gd name="T44" fmla="*/ 56 w 3"/>
                  <a:gd name="T45" fmla="*/ 35 h 3"/>
                  <a:gd name="T46" fmla="*/ 56 w 3"/>
                  <a:gd name="T47" fmla="*/ 35 h 3"/>
                  <a:gd name="T48" fmla="*/ 35 w 3"/>
                  <a:gd name="T49" fmla="*/ 56 h 3"/>
                  <a:gd name="T50" fmla="*/ 21 w 3"/>
                  <a:gd name="T51" fmla="*/ 35 h 3"/>
                  <a:gd name="T52" fmla="*/ 21 w 3"/>
                  <a:gd name="T53" fmla="*/ 35 h 3"/>
                  <a:gd name="T54" fmla="*/ 21 w 3"/>
                  <a:gd name="T55" fmla="*/ 21 h 3"/>
                  <a:gd name="T56" fmla="*/ 35 w 3"/>
                  <a:gd name="T57" fmla="*/ 0 h 3"/>
                  <a:gd name="T58" fmla="*/ 35 w 3"/>
                  <a:gd name="T59" fmla="*/ 0 h 3"/>
                  <a:gd name="T60" fmla="*/ 35 w 3"/>
                  <a:gd name="T61" fmla="*/ 0 h 3"/>
                  <a:gd name="T62" fmla="*/ 35 w 3"/>
                  <a:gd name="T63" fmla="*/ 0 h 3"/>
                  <a:gd name="T64" fmla="*/ 35 w 3"/>
                  <a:gd name="T65" fmla="*/ 56 h 3"/>
                  <a:gd name="T66" fmla="*/ 35 w 3"/>
                  <a:gd name="T67" fmla="*/ 56 h 3"/>
                  <a:gd name="T68" fmla="*/ 35 w 3"/>
                  <a:gd name="T69" fmla="*/ 56 h 3"/>
                  <a:gd name="T70" fmla="*/ 35 w 3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9" name="Freeform 1837">
                <a:extLst>
                  <a:ext uri="{FF2B5EF4-FFF2-40B4-BE49-F238E27FC236}">
                    <a16:creationId xmlns:a16="http://schemas.microsoft.com/office/drawing/2014/main" id="{72E2F6A6-6472-4DC0-8EEC-050B2ACE7C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3" y="2891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21 w 3"/>
                  <a:gd name="T3" fmla="*/ 33 h 2"/>
                  <a:gd name="T4" fmla="*/ 21 w 3"/>
                  <a:gd name="T5" fmla="*/ 33 h 2"/>
                  <a:gd name="T6" fmla="*/ 21 w 3"/>
                  <a:gd name="T7" fmla="*/ 20 h 2"/>
                  <a:gd name="T8" fmla="*/ 21 w 3"/>
                  <a:gd name="T9" fmla="*/ 33 h 2"/>
                  <a:gd name="T10" fmla="*/ 21 w 3"/>
                  <a:gd name="T11" fmla="*/ 33 h 2"/>
                  <a:gd name="T12" fmla="*/ 21 w 3"/>
                  <a:gd name="T13" fmla="*/ 20 h 2"/>
                  <a:gd name="T14" fmla="*/ 21 w 3"/>
                  <a:gd name="T15" fmla="*/ 33 h 2"/>
                  <a:gd name="T16" fmla="*/ 21 w 3"/>
                  <a:gd name="T17" fmla="*/ 33 h 2"/>
                  <a:gd name="T18" fmla="*/ 21 w 3"/>
                  <a:gd name="T19" fmla="*/ 33 h 2"/>
                  <a:gd name="T20" fmla="*/ 21 w 3"/>
                  <a:gd name="T21" fmla="*/ 20 h 2"/>
                  <a:gd name="T22" fmla="*/ 21 w 3"/>
                  <a:gd name="T23" fmla="*/ 20 h 2"/>
                  <a:gd name="T24" fmla="*/ 35 w 3"/>
                  <a:gd name="T25" fmla="*/ 20 h 2"/>
                  <a:gd name="T26" fmla="*/ 35 w 3"/>
                  <a:gd name="T27" fmla="*/ 20 h 2"/>
                  <a:gd name="T28" fmla="*/ 35 w 3"/>
                  <a:gd name="T29" fmla="*/ 20 h 2"/>
                  <a:gd name="T30" fmla="*/ 35 w 3"/>
                  <a:gd name="T31" fmla="*/ 20 h 2"/>
                  <a:gd name="T32" fmla="*/ 35 w 3"/>
                  <a:gd name="T33" fmla="*/ 33 h 2"/>
                  <a:gd name="T34" fmla="*/ 35 w 3"/>
                  <a:gd name="T35" fmla="*/ 20 h 2"/>
                  <a:gd name="T36" fmla="*/ 56 w 3"/>
                  <a:gd name="T37" fmla="*/ 33 h 2"/>
                  <a:gd name="T38" fmla="*/ 56 w 3"/>
                  <a:gd name="T39" fmla="*/ 33 h 2"/>
                  <a:gd name="T40" fmla="*/ 56 w 3"/>
                  <a:gd name="T41" fmla="*/ 33 h 2"/>
                  <a:gd name="T42" fmla="*/ 56 w 3"/>
                  <a:gd name="T43" fmla="*/ 33 h 2"/>
                  <a:gd name="T44" fmla="*/ 56 w 3"/>
                  <a:gd name="T45" fmla="*/ 20 h 2"/>
                  <a:gd name="T46" fmla="*/ 56 w 3"/>
                  <a:gd name="T47" fmla="*/ 20 h 2"/>
                  <a:gd name="T48" fmla="*/ 56 w 3"/>
                  <a:gd name="T49" fmla="*/ 20 h 2"/>
                  <a:gd name="T50" fmla="*/ 35 w 3"/>
                  <a:gd name="T51" fmla="*/ 0 h 2"/>
                  <a:gd name="T52" fmla="*/ 35 w 3"/>
                  <a:gd name="T53" fmla="*/ 0 h 2"/>
                  <a:gd name="T54" fmla="*/ 21 w 3"/>
                  <a:gd name="T55" fmla="*/ 0 h 2"/>
                  <a:gd name="T56" fmla="*/ 21 w 3"/>
                  <a:gd name="T57" fmla="*/ 20 h 2"/>
                  <a:gd name="T58" fmla="*/ 21 w 3"/>
                  <a:gd name="T59" fmla="*/ 20 h 2"/>
                  <a:gd name="T60" fmla="*/ 21 w 3"/>
                  <a:gd name="T61" fmla="*/ 20 h 2"/>
                  <a:gd name="T62" fmla="*/ 21 w 3"/>
                  <a:gd name="T63" fmla="*/ 20 h 2"/>
                  <a:gd name="T64" fmla="*/ 21 w 3"/>
                  <a:gd name="T65" fmla="*/ 20 h 2"/>
                  <a:gd name="T66" fmla="*/ 21 w 3"/>
                  <a:gd name="T67" fmla="*/ 20 h 2"/>
                  <a:gd name="T68" fmla="*/ 35 w 3"/>
                  <a:gd name="T69" fmla="*/ 20 h 2"/>
                  <a:gd name="T70" fmla="*/ 21 w 3"/>
                  <a:gd name="T71" fmla="*/ 33 h 2"/>
                  <a:gd name="T72" fmla="*/ 21 w 3"/>
                  <a:gd name="T73" fmla="*/ 33 h 2"/>
                  <a:gd name="T74" fmla="*/ 35 w 3"/>
                  <a:gd name="T75" fmla="*/ 33 h 2"/>
                  <a:gd name="T76" fmla="*/ 35 w 3"/>
                  <a:gd name="T77" fmla="*/ 20 h 2"/>
                  <a:gd name="T78" fmla="*/ 35 w 3"/>
                  <a:gd name="T79" fmla="*/ 20 h 2"/>
                  <a:gd name="T80" fmla="*/ 35 w 3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0" name="Freeform 1838">
                <a:extLst>
                  <a:ext uri="{FF2B5EF4-FFF2-40B4-BE49-F238E27FC236}">
                    <a16:creationId xmlns:a16="http://schemas.microsoft.com/office/drawing/2014/main" id="{AFB47DB6-9382-4B14-87F0-25F72FF01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891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33 h 2"/>
                  <a:gd name="T4" fmla="*/ 12 w 3"/>
                  <a:gd name="T5" fmla="*/ 33 h 2"/>
                  <a:gd name="T6" fmla="*/ 28 w 3"/>
                  <a:gd name="T7" fmla="*/ 33 h 2"/>
                  <a:gd name="T8" fmla="*/ 28 w 3"/>
                  <a:gd name="T9" fmla="*/ 20 h 2"/>
                  <a:gd name="T10" fmla="*/ 28 w 3"/>
                  <a:gd name="T11" fmla="*/ 20 h 2"/>
                  <a:gd name="T12" fmla="*/ 28 w 3"/>
                  <a:gd name="T13" fmla="*/ 0 h 2"/>
                  <a:gd name="T14" fmla="*/ 12 w 3"/>
                  <a:gd name="T15" fmla="*/ 2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1" name="Freeform 1839">
                <a:extLst>
                  <a:ext uri="{FF2B5EF4-FFF2-40B4-BE49-F238E27FC236}">
                    <a16:creationId xmlns:a16="http://schemas.microsoft.com/office/drawing/2014/main" id="{99539ACE-75AA-48EB-916C-4889D8812E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8" y="2787"/>
                <a:ext cx="8" cy="10"/>
              </a:xfrm>
              <a:custGeom>
                <a:avLst/>
                <a:gdLst>
                  <a:gd name="T0" fmla="*/ 0 w 3"/>
                  <a:gd name="T1" fmla="*/ 33 h 4"/>
                  <a:gd name="T2" fmla="*/ 0 w 3"/>
                  <a:gd name="T3" fmla="*/ 33 h 4"/>
                  <a:gd name="T4" fmla="*/ 0 w 3"/>
                  <a:gd name="T5" fmla="*/ 33 h 4"/>
                  <a:gd name="T6" fmla="*/ 0 w 3"/>
                  <a:gd name="T7" fmla="*/ 33 h 4"/>
                  <a:gd name="T8" fmla="*/ 0 w 3"/>
                  <a:gd name="T9" fmla="*/ 33 h 4"/>
                  <a:gd name="T10" fmla="*/ 0 w 3"/>
                  <a:gd name="T11" fmla="*/ 50 h 4"/>
                  <a:gd name="T12" fmla="*/ 35 w 3"/>
                  <a:gd name="T13" fmla="*/ 63 h 4"/>
                  <a:gd name="T14" fmla="*/ 56 w 3"/>
                  <a:gd name="T15" fmla="*/ 33 h 4"/>
                  <a:gd name="T16" fmla="*/ 56 w 3"/>
                  <a:gd name="T17" fmla="*/ 33 h 4"/>
                  <a:gd name="T18" fmla="*/ 56 w 3"/>
                  <a:gd name="T19" fmla="*/ 20 h 4"/>
                  <a:gd name="T20" fmla="*/ 35 w 3"/>
                  <a:gd name="T21" fmla="*/ 20 h 4"/>
                  <a:gd name="T22" fmla="*/ 35 w 3"/>
                  <a:gd name="T23" fmla="*/ 20 h 4"/>
                  <a:gd name="T24" fmla="*/ 35 w 3"/>
                  <a:gd name="T25" fmla="*/ 20 h 4"/>
                  <a:gd name="T26" fmla="*/ 35 w 3"/>
                  <a:gd name="T27" fmla="*/ 20 h 4"/>
                  <a:gd name="T28" fmla="*/ 0 w 3"/>
                  <a:gd name="T29" fmla="*/ 33 h 4"/>
                  <a:gd name="T30" fmla="*/ 21 w 3"/>
                  <a:gd name="T31" fmla="*/ 20 h 4"/>
                  <a:gd name="T32" fmla="*/ 21 w 3"/>
                  <a:gd name="T33" fmla="*/ 20 h 4"/>
                  <a:gd name="T34" fmla="*/ 21 w 3"/>
                  <a:gd name="T35" fmla="*/ 20 h 4"/>
                  <a:gd name="T36" fmla="*/ 21 w 3"/>
                  <a:gd name="T37" fmla="*/ 20 h 4"/>
                  <a:gd name="T38" fmla="*/ 35 w 3"/>
                  <a:gd name="T39" fmla="*/ 20 h 4"/>
                  <a:gd name="T40" fmla="*/ 35 w 3"/>
                  <a:gd name="T41" fmla="*/ 20 h 4"/>
                  <a:gd name="T42" fmla="*/ 35 w 3"/>
                  <a:gd name="T43" fmla="*/ 33 h 4"/>
                  <a:gd name="T44" fmla="*/ 56 w 3"/>
                  <a:gd name="T45" fmla="*/ 33 h 4"/>
                  <a:gd name="T46" fmla="*/ 35 w 3"/>
                  <a:gd name="T47" fmla="*/ 50 h 4"/>
                  <a:gd name="T48" fmla="*/ 21 w 3"/>
                  <a:gd name="T49" fmla="*/ 50 h 4"/>
                  <a:gd name="T50" fmla="*/ 21 w 3"/>
                  <a:gd name="T51" fmla="*/ 50 h 4"/>
                  <a:gd name="T52" fmla="*/ 0 w 3"/>
                  <a:gd name="T53" fmla="*/ 33 h 4"/>
                  <a:gd name="T54" fmla="*/ 0 w 3"/>
                  <a:gd name="T55" fmla="*/ 33 h 4"/>
                  <a:gd name="T56" fmla="*/ 35 w 3"/>
                  <a:gd name="T57" fmla="*/ 20 h 4"/>
                  <a:gd name="T58" fmla="*/ 35 w 3"/>
                  <a:gd name="T59" fmla="*/ 20 h 4"/>
                  <a:gd name="T60" fmla="*/ 35 w 3"/>
                  <a:gd name="T61" fmla="*/ 20 h 4"/>
                  <a:gd name="T62" fmla="*/ 35 w 3"/>
                  <a:gd name="T63" fmla="*/ 20 h 4"/>
                  <a:gd name="T64" fmla="*/ 21 w 3"/>
                  <a:gd name="T65" fmla="*/ 50 h 4"/>
                  <a:gd name="T66" fmla="*/ 21 w 3"/>
                  <a:gd name="T67" fmla="*/ 50 h 4"/>
                  <a:gd name="T68" fmla="*/ 21 w 3"/>
                  <a:gd name="T69" fmla="*/ 50 h 4"/>
                  <a:gd name="T70" fmla="*/ 21 w 3"/>
                  <a:gd name="T71" fmla="*/ 50 h 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2" name="Freeform 1840">
                <a:extLst>
                  <a:ext uri="{FF2B5EF4-FFF2-40B4-BE49-F238E27FC236}">
                    <a16:creationId xmlns:a16="http://schemas.microsoft.com/office/drawing/2014/main" id="{C606D982-AF8F-41B1-AB35-3EE1187F01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8" y="27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27 h 2"/>
                  <a:gd name="T4" fmla="*/ 0 w 2"/>
                  <a:gd name="T5" fmla="*/ 27 h 2"/>
                  <a:gd name="T6" fmla="*/ 0 w 2"/>
                  <a:gd name="T7" fmla="*/ 27 h 2"/>
                  <a:gd name="T8" fmla="*/ 0 w 2"/>
                  <a:gd name="T9" fmla="*/ 54 h 2"/>
                  <a:gd name="T10" fmla="*/ 0 w 2"/>
                  <a:gd name="T11" fmla="*/ 27 h 2"/>
                  <a:gd name="T12" fmla="*/ 0 w 2"/>
                  <a:gd name="T13" fmla="*/ 27 h 2"/>
                  <a:gd name="T14" fmla="*/ 0 w 2"/>
                  <a:gd name="T15" fmla="*/ 54 h 2"/>
                  <a:gd name="T16" fmla="*/ 0 w 2"/>
                  <a:gd name="T17" fmla="*/ 54 h 2"/>
                  <a:gd name="T18" fmla="*/ 0 w 2"/>
                  <a:gd name="T19" fmla="*/ 27 h 2"/>
                  <a:gd name="T20" fmla="*/ 0 w 2"/>
                  <a:gd name="T21" fmla="*/ 27 h 2"/>
                  <a:gd name="T22" fmla="*/ 20 w 2"/>
                  <a:gd name="T23" fmla="*/ 0 h 2"/>
                  <a:gd name="T24" fmla="*/ 33 w 2"/>
                  <a:gd name="T25" fmla="*/ 27 h 2"/>
                  <a:gd name="T26" fmla="*/ 33 w 2"/>
                  <a:gd name="T27" fmla="*/ 27 h 2"/>
                  <a:gd name="T28" fmla="*/ 33 w 2"/>
                  <a:gd name="T29" fmla="*/ 27 h 2"/>
                  <a:gd name="T30" fmla="*/ 33 w 2"/>
                  <a:gd name="T31" fmla="*/ 27 h 2"/>
                  <a:gd name="T32" fmla="*/ 33 w 2"/>
                  <a:gd name="T33" fmla="*/ 27 h 2"/>
                  <a:gd name="T34" fmla="*/ 33 w 2"/>
                  <a:gd name="T35" fmla="*/ 27 h 2"/>
                  <a:gd name="T36" fmla="*/ 33 w 2"/>
                  <a:gd name="T37" fmla="*/ 27 h 2"/>
                  <a:gd name="T38" fmla="*/ 33 w 2"/>
                  <a:gd name="T39" fmla="*/ 27 h 2"/>
                  <a:gd name="T40" fmla="*/ 33 w 2"/>
                  <a:gd name="T41" fmla="*/ 27 h 2"/>
                  <a:gd name="T42" fmla="*/ 33 w 2"/>
                  <a:gd name="T43" fmla="*/ 27 h 2"/>
                  <a:gd name="T44" fmla="*/ 33 w 2"/>
                  <a:gd name="T45" fmla="*/ 27 h 2"/>
                  <a:gd name="T46" fmla="*/ 33 w 2"/>
                  <a:gd name="T47" fmla="*/ 27 h 2"/>
                  <a:gd name="T48" fmla="*/ 33 w 2"/>
                  <a:gd name="T49" fmla="*/ 27 h 2"/>
                  <a:gd name="T50" fmla="*/ 33 w 2"/>
                  <a:gd name="T51" fmla="*/ 0 h 2"/>
                  <a:gd name="T52" fmla="*/ 33 w 2"/>
                  <a:gd name="T53" fmla="*/ 0 h 2"/>
                  <a:gd name="T54" fmla="*/ 20 w 2"/>
                  <a:gd name="T55" fmla="*/ 0 h 2"/>
                  <a:gd name="T56" fmla="*/ 0 w 2"/>
                  <a:gd name="T57" fmla="*/ 27 h 2"/>
                  <a:gd name="T58" fmla="*/ 0 w 2"/>
                  <a:gd name="T59" fmla="*/ 27 h 2"/>
                  <a:gd name="T60" fmla="*/ 0 w 2"/>
                  <a:gd name="T61" fmla="*/ 27 h 2"/>
                  <a:gd name="T62" fmla="*/ 0 w 2"/>
                  <a:gd name="T63" fmla="*/ 27 h 2"/>
                  <a:gd name="T64" fmla="*/ 0 w 2"/>
                  <a:gd name="T65" fmla="*/ 27 h 2"/>
                  <a:gd name="T66" fmla="*/ 0 w 2"/>
                  <a:gd name="T67" fmla="*/ 27 h 2"/>
                  <a:gd name="T68" fmla="*/ 20 w 2"/>
                  <a:gd name="T69" fmla="*/ 27 h 2"/>
                  <a:gd name="T70" fmla="*/ 0 w 2"/>
                  <a:gd name="T71" fmla="*/ 27 h 2"/>
                  <a:gd name="T72" fmla="*/ 20 w 2"/>
                  <a:gd name="T73" fmla="*/ 54 h 2"/>
                  <a:gd name="T74" fmla="*/ 20 w 2"/>
                  <a:gd name="T75" fmla="*/ 54 h 2"/>
                  <a:gd name="T76" fmla="*/ 33 w 2"/>
                  <a:gd name="T77" fmla="*/ 27 h 2"/>
                  <a:gd name="T78" fmla="*/ 33 w 2"/>
                  <a:gd name="T79" fmla="*/ 27 h 2"/>
                  <a:gd name="T80" fmla="*/ 20 w 2"/>
                  <a:gd name="T81" fmla="*/ 27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3" name="Freeform 1841">
                <a:extLst>
                  <a:ext uri="{FF2B5EF4-FFF2-40B4-BE49-F238E27FC236}">
                    <a16:creationId xmlns:a16="http://schemas.microsoft.com/office/drawing/2014/main" id="{F2670B4B-B064-4195-BCB1-47D5BF2BE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7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54 h 2"/>
                  <a:gd name="T4" fmla="*/ 20 w 2"/>
                  <a:gd name="T5" fmla="*/ 54 h 2"/>
                  <a:gd name="T6" fmla="*/ 20 w 2"/>
                  <a:gd name="T7" fmla="*/ 54 h 2"/>
                  <a:gd name="T8" fmla="*/ 33 w 2"/>
                  <a:gd name="T9" fmla="*/ 27 h 2"/>
                  <a:gd name="T10" fmla="*/ 33 w 2"/>
                  <a:gd name="T11" fmla="*/ 0 h 2"/>
                  <a:gd name="T12" fmla="*/ 2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4" name="Freeform 1842">
                <a:extLst>
                  <a:ext uri="{FF2B5EF4-FFF2-40B4-BE49-F238E27FC236}">
                    <a16:creationId xmlns:a16="http://schemas.microsoft.com/office/drawing/2014/main" id="{DF1D01F5-B53A-463C-BA98-B5615A0FD1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51" y="2733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0 w 3"/>
                  <a:gd name="T9" fmla="*/ 35 h 3"/>
                  <a:gd name="T10" fmla="*/ 12 w 3"/>
                  <a:gd name="T11" fmla="*/ 56 h 3"/>
                  <a:gd name="T12" fmla="*/ 28 w 3"/>
                  <a:gd name="T13" fmla="*/ 56 h 3"/>
                  <a:gd name="T14" fmla="*/ 37 w 3"/>
                  <a:gd name="T15" fmla="*/ 35 h 3"/>
                  <a:gd name="T16" fmla="*/ 37 w 3"/>
                  <a:gd name="T17" fmla="*/ 21 h 3"/>
                  <a:gd name="T18" fmla="*/ 37 w 3"/>
                  <a:gd name="T19" fmla="*/ 21 h 3"/>
                  <a:gd name="T20" fmla="*/ 37 w 3"/>
                  <a:gd name="T21" fmla="*/ 0 h 3"/>
                  <a:gd name="T22" fmla="*/ 37 w 3"/>
                  <a:gd name="T23" fmla="*/ 0 h 3"/>
                  <a:gd name="T24" fmla="*/ 37 w 3"/>
                  <a:gd name="T25" fmla="*/ 0 h 3"/>
                  <a:gd name="T26" fmla="*/ 28 w 3"/>
                  <a:gd name="T27" fmla="*/ 0 h 3"/>
                  <a:gd name="T28" fmla="*/ 0 w 3"/>
                  <a:gd name="T29" fmla="*/ 21 h 3"/>
                  <a:gd name="T30" fmla="*/ 12 w 3"/>
                  <a:gd name="T31" fmla="*/ 21 h 3"/>
                  <a:gd name="T32" fmla="*/ 12 w 3"/>
                  <a:gd name="T33" fmla="*/ 21 h 3"/>
                  <a:gd name="T34" fmla="*/ 12 w 3"/>
                  <a:gd name="T35" fmla="*/ 21 h 3"/>
                  <a:gd name="T36" fmla="*/ 12 w 3"/>
                  <a:gd name="T37" fmla="*/ 21 h 3"/>
                  <a:gd name="T38" fmla="*/ 28 w 3"/>
                  <a:gd name="T39" fmla="*/ 21 h 3"/>
                  <a:gd name="T40" fmla="*/ 28 w 3"/>
                  <a:gd name="T41" fmla="*/ 21 h 3"/>
                  <a:gd name="T42" fmla="*/ 37 w 3"/>
                  <a:gd name="T43" fmla="*/ 21 h 3"/>
                  <a:gd name="T44" fmla="*/ 37 w 3"/>
                  <a:gd name="T45" fmla="*/ 35 h 3"/>
                  <a:gd name="T46" fmla="*/ 37 w 3"/>
                  <a:gd name="T47" fmla="*/ 35 h 3"/>
                  <a:gd name="T48" fmla="*/ 28 w 3"/>
                  <a:gd name="T49" fmla="*/ 56 h 3"/>
                  <a:gd name="T50" fmla="*/ 12 w 3"/>
                  <a:gd name="T51" fmla="*/ 35 h 3"/>
                  <a:gd name="T52" fmla="*/ 12 w 3"/>
                  <a:gd name="T53" fmla="*/ 35 h 3"/>
                  <a:gd name="T54" fmla="*/ 12 w 3"/>
                  <a:gd name="T55" fmla="*/ 35 h 3"/>
                  <a:gd name="T56" fmla="*/ 28 w 3"/>
                  <a:gd name="T57" fmla="*/ 21 h 3"/>
                  <a:gd name="T58" fmla="*/ 28 w 3"/>
                  <a:gd name="T59" fmla="*/ 21 h 3"/>
                  <a:gd name="T60" fmla="*/ 28 w 3"/>
                  <a:gd name="T61" fmla="*/ 21 h 3"/>
                  <a:gd name="T62" fmla="*/ 28 w 3"/>
                  <a:gd name="T63" fmla="*/ 21 h 3"/>
                  <a:gd name="T64" fmla="*/ 28 w 3"/>
                  <a:gd name="T65" fmla="*/ 56 h 3"/>
                  <a:gd name="T66" fmla="*/ 28 w 3"/>
                  <a:gd name="T67" fmla="*/ 56 h 3"/>
                  <a:gd name="T68" fmla="*/ 28 w 3"/>
                  <a:gd name="T69" fmla="*/ 56 h 3"/>
                  <a:gd name="T70" fmla="*/ 28 w 3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5" name="Freeform 1843">
                <a:extLst>
                  <a:ext uri="{FF2B5EF4-FFF2-40B4-BE49-F238E27FC236}">
                    <a16:creationId xmlns:a16="http://schemas.microsoft.com/office/drawing/2014/main" id="{BD5A5179-F0B9-45CD-AE76-A448C8CFE0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51" y="27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0 w 2"/>
                  <a:gd name="T5" fmla="*/ 54 h 2"/>
                  <a:gd name="T6" fmla="*/ 20 w 2"/>
                  <a:gd name="T7" fmla="*/ 27 h 2"/>
                  <a:gd name="T8" fmla="*/ 20 w 2"/>
                  <a:gd name="T9" fmla="*/ 54 h 2"/>
                  <a:gd name="T10" fmla="*/ 20 w 2"/>
                  <a:gd name="T11" fmla="*/ 54 h 2"/>
                  <a:gd name="T12" fmla="*/ 20 w 2"/>
                  <a:gd name="T13" fmla="*/ 54 h 2"/>
                  <a:gd name="T14" fmla="*/ 20 w 2"/>
                  <a:gd name="T15" fmla="*/ 54 h 2"/>
                  <a:gd name="T16" fmla="*/ 20 w 2"/>
                  <a:gd name="T17" fmla="*/ 54 h 2"/>
                  <a:gd name="T18" fmla="*/ 20 w 2"/>
                  <a:gd name="T19" fmla="*/ 54 h 2"/>
                  <a:gd name="T20" fmla="*/ 20 w 2"/>
                  <a:gd name="T21" fmla="*/ 54 h 2"/>
                  <a:gd name="T22" fmla="*/ 20 w 2"/>
                  <a:gd name="T23" fmla="*/ 27 h 2"/>
                  <a:gd name="T24" fmla="*/ 33 w 2"/>
                  <a:gd name="T25" fmla="*/ 27 h 2"/>
                  <a:gd name="T26" fmla="*/ 33 w 2"/>
                  <a:gd name="T27" fmla="*/ 27 h 2"/>
                  <a:gd name="T28" fmla="*/ 33 w 2"/>
                  <a:gd name="T29" fmla="*/ 27 h 2"/>
                  <a:gd name="T30" fmla="*/ 33 w 2"/>
                  <a:gd name="T31" fmla="*/ 54 h 2"/>
                  <a:gd name="T32" fmla="*/ 33 w 2"/>
                  <a:gd name="T33" fmla="*/ 54 h 2"/>
                  <a:gd name="T34" fmla="*/ 33 w 2"/>
                  <a:gd name="T35" fmla="*/ 27 h 2"/>
                  <a:gd name="T36" fmla="*/ 33 w 2"/>
                  <a:gd name="T37" fmla="*/ 54 h 2"/>
                  <a:gd name="T38" fmla="*/ 33 w 2"/>
                  <a:gd name="T39" fmla="*/ 54 h 2"/>
                  <a:gd name="T40" fmla="*/ 33 w 2"/>
                  <a:gd name="T41" fmla="*/ 54 h 2"/>
                  <a:gd name="T42" fmla="*/ 33 w 2"/>
                  <a:gd name="T43" fmla="*/ 54 h 2"/>
                  <a:gd name="T44" fmla="*/ 33 w 2"/>
                  <a:gd name="T45" fmla="*/ 54 h 2"/>
                  <a:gd name="T46" fmla="*/ 33 w 2"/>
                  <a:gd name="T47" fmla="*/ 27 h 2"/>
                  <a:gd name="T48" fmla="*/ 33 w 2"/>
                  <a:gd name="T49" fmla="*/ 27 h 2"/>
                  <a:gd name="T50" fmla="*/ 33 w 2"/>
                  <a:gd name="T51" fmla="*/ 27 h 2"/>
                  <a:gd name="T52" fmla="*/ 33 w 2"/>
                  <a:gd name="T53" fmla="*/ 27 h 2"/>
                  <a:gd name="T54" fmla="*/ 20 w 2"/>
                  <a:gd name="T55" fmla="*/ 0 h 2"/>
                  <a:gd name="T56" fmla="*/ 20 w 2"/>
                  <a:gd name="T57" fmla="*/ 27 h 2"/>
                  <a:gd name="T58" fmla="*/ 20 w 2"/>
                  <a:gd name="T59" fmla="*/ 27 h 2"/>
                  <a:gd name="T60" fmla="*/ 20 w 2"/>
                  <a:gd name="T61" fmla="*/ 27 h 2"/>
                  <a:gd name="T62" fmla="*/ 20 w 2"/>
                  <a:gd name="T63" fmla="*/ 54 h 2"/>
                  <a:gd name="T64" fmla="*/ 20 w 2"/>
                  <a:gd name="T65" fmla="*/ 27 h 2"/>
                  <a:gd name="T66" fmla="*/ 20 w 2"/>
                  <a:gd name="T67" fmla="*/ 27 h 2"/>
                  <a:gd name="T68" fmla="*/ 33 w 2"/>
                  <a:gd name="T69" fmla="*/ 27 h 2"/>
                  <a:gd name="T70" fmla="*/ 20 w 2"/>
                  <a:gd name="T71" fmla="*/ 54 h 2"/>
                  <a:gd name="T72" fmla="*/ 20 w 2"/>
                  <a:gd name="T73" fmla="*/ 54 h 2"/>
                  <a:gd name="T74" fmla="*/ 33 w 2"/>
                  <a:gd name="T75" fmla="*/ 54 h 2"/>
                  <a:gd name="T76" fmla="*/ 33 w 2"/>
                  <a:gd name="T77" fmla="*/ 54 h 2"/>
                  <a:gd name="T78" fmla="*/ 33 w 2"/>
                  <a:gd name="T79" fmla="*/ 27 h 2"/>
                  <a:gd name="T80" fmla="*/ 33 w 2"/>
                  <a:gd name="T81" fmla="*/ 27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6" name="Freeform 1844">
                <a:extLst>
                  <a:ext uri="{FF2B5EF4-FFF2-40B4-BE49-F238E27FC236}">
                    <a16:creationId xmlns:a16="http://schemas.microsoft.com/office/drawing/2014/main" id="{6FA79058-7A82-49E4-898C-DFCBF223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7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54 h 2"/>
                  <a:gd name="T4" fmla="*/ 20 w 2"/>
                  <a:gd name="T5" fmla="*/ 54 h 2"/>
                  <a:gd name="T6" fmla="*/ 20 w 2"/>
                  <a:gd name="T7" fmla="*/ 54 h 2"/>
                  <a:gd name="T8" fmla="*/ 33 w 2"/>
                  <a:gd name="T9" fmla="*/ 27 h 2"/>
                  <a:gd name="T10" fmla="*/ 33 w 2"/>
                  <a:gd name="T11" fmla="*/ 27 h 2"/>
                  <a:gd name="T12" fmla="*/ 33 w 2"/>
                  <a:gd name="T13" fmla="*/ 0 h 2"/>
                  <a:gd name="T14" fmla="*/ 0 w 2"/>
                  <a:gd name="T15" fmla="*/ 27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7" name="Freeform 1845">
                <a:extLst>
                  <a:ext uri="{FF2B5EF4-FFF2-40B4-BE49-F238E27FC236}">
                    <a16:creationId xmlns:a16="http://schemas.microsoft.com/office/drawing/2014/main" id="{51D15299-A2DA-406D-A3F0-4DAAC502FA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3" y="2648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0 w 4"/>
                  <a:gd name="T3" fmla="*/ 35 h 3"/>
                  <a:gd name="T4" fmla="*/ 20 w 4"/>
                  <a:gd name="T5" fmla="*/ 35 h 3"/>
                  <a:gd name="T6" fmla="*/ 20 w 4"/>
                  <a:gd name="T7" fmla="*/ 35 h 3"/>
                  <a:gd name="T8" fmla="*/ 20 w 4"/>
                  <a:gd name="T9" fmla="*/ 35 h 3"/>
                  <a:gd name="T10" fmla="*/ 20 w 4"/>
                  <a:gd name="T11" fmla="*/ 56 h 3"/>
                  <a:gd name="T12" fmla="*/ 50 w 4"/>
                  <a:gd name="T13" fmla="*/ 56 h 3"/>
                  <a:gd name="T14" fmla="*/ 63 w 4"/>
                  <a:gd name="T15" fmla="*/ 35 h 3"/>
                  <a:gd name="T16" fmla="*/ 63 w 4"/>
                  <a:gd name="T17" fmla="*/ 35 h 3"/>
                  <a:gd name="T18" fmla="*/ 50 w 4"/>
                  <a:gd name="T19" fmla="*/ 21 h 3"/>
                  <a:gd name="T20" fmla="*/ 50 w 4"/>
                  <a:gd name="T21" fmla="*/ 21 h 3"/>
                  <a:gd name="T22" fmla="*/ 50 w 4"/>
                  <a:gd name="T23" fmla="*/ 21 h 3"/>
                  <a:gd name="T24" fmla="*/ 50 w 4"/>
                  <a:gd name="T25" fmla="*/ 21 h 3"/>
                  <a:gd name="T26" fmla="*/ 33 w 4"/>
                  <a:gd name="T27" fmla="*/ 0 h 3"/>
                  <a:gd name="T28" fmla="*/ 20 w 4"/>
                  <a:gd name="T29" fmla="*/ 21 h 3"/>
                  <a:gd name="T30" fmla="*/ 33 w 4"/>
                  <a:gd name="T31" fmla="*/ 21 h 3"/>
                  <a:gd name="T32" fmla="*/ 33 w 4"/>
                  <a:gd name="T33" fmla="*/ 21 h 3"/>
                  <a:gd name="T34" fmla="*/ 33 w 4"/>
                  <a:gd name="T35" fmla="*/ 21 h 3"/>
                  <a:gd name="T36" fmla="*/ 33 w 4"/>
                  <a:gd name="T37" fmla="*/ 21 h 3"/>
                  <a:gd name="T38" fmla="*/ 50 w 4"/>
                  <a:gd name="T39" fmla="*/ 21 h 3"/>
                  <a:gd name="T40" fmla="*/ 50 w 4"/>
                  <a:gd name="T41" fmla="*/ 21 h 3"/>
                  <a:gd name="T42" fmla="*/ 50 w 4"/>
                  <a:gd name="T43" fmla="*/ 21 h 3"/>
                  <a:gd name="T44" fmla="*/ 50 w 4"/>
                  <a:gd name="T45" fmla="*/ 35 h 3"/>
                  <a:gd name="T46" fmla="*/ 50 w 4"/>
                  <a:gd name="T47" fmla="*/ 56 h 3"/>
                  <a:gd name="T48" fmla="*/ 33 w 4"/>
                  <a:gd name="T49" fmla="*/ 56 h 3"/>
                  <a:gd name="T50" fmla="*/ 33 w 4"/>
                  <a:gd name="T51" fmla="*/ 56 h 3"/>
                  <a:gd name="T52" fmla="*/ 20 w 4"/>
                  <a:gd name="T53" fmla="*/ 35 h 3"/>
                  <a:gd name="T54" fmla="*/ 20 w 4"/>
                  <a:gd name="T55" fmla="*/ 35 h 3"/>
                  <a:gd name="T56" fmla="*/ 50 w 4"/>
                  <a:gd name="T57" fmla="*/ 21 h 3"/>
                  <a:gd name="T58" fmla="*/ 50 w 4"/>
                  <a:gd name="T59" fmla="*/ 21 h 3"/>
                  <a:gd name="T60" fmla="*/ 50 w 4"/>
                  <a:gd name="T61" fmla="*/ 21 h 3"/>
                  <a:gd name="T62" fmla="*/ 50 w 4"/>
                  <a:gd name="T63" fmla="*/ 21 h 3"/>
                  <a:gd name="T64" fmla="*/ 33 w 4"/>
                  <a:gd name="T65" fmla="*/ 56 h 3"/>
                  <a:gd name="T66" fmla="*/ 33 w 4"/>
                  <a:gd name="T67" fmla="*/ 56 h 3"/>
                  <a:gd name="T68" fmla="*/ 33 w 4"/>
                  <a:gd name="T69" fmla="*/ 56 h 3"/>
                  <a:gd name="T70" fmla="*/ 33 w 4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8" name="Freeform 1846">
                <a:extLst>
                  <a:ext uri="{FF2B5EF4-FFF2-40B4-BE49-F238E27FC236}">
                    <a16:creationId xmlns:a16="http://schemas.microsoft.com/office/drawing/2014/main" id="{4A8F87B8-0D8A-4CCA-8E1C-7B432F5350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6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2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20 h 2"/>
                  <a:gd name="T10" fmla="*/ 0 w 2"/>
                  <a:gd name="T11" fmla="*/ 20 h 2"/>
                  <a:gd name="T12" fmla="*/ 0 w 2"/>
                  <a:gd name="T13" fmla="*/ 20 h 2"/>
                  <a:gd name="T14" fmla="*/ 0 w 2"/>
                  <a:gd name="T15" fmla="*/ 33 h 2"/>
                  <a:gd name="T16" fmla="*/ 0 w 2"/>
                  <a:gd name="T17" fmla="*/ 20 h 2"/>
                  <a:gd name="T18" fmla="*/ 0 w 2"/>
                  <a:gd name="T19" fmla="*/ 20 h 2"/>
                  <a:gd name="T20" fmla="*/ 0 w 2"/>
                  <a:gd name="T21" fmla="*/ 20 h 2"/>
                  <a:gd name="T22" fmla="*/ 20 w 2"/>
                  <a:gd name="T23" fmla="*/ 0 h 2"/>
                  <a:gd name="T24" fmla="*/ 20 w 2"/>
                  <a:gd name="T25" fmla="*/ 0 h 2"/>
                  <a:gd name="T26" fmla="*/ 33 w 2"/>
                  <a:gd name="T27" fmla="*/ 20 h 2"/>
                  <a:gd name="T28" fmla="*/ 33 w 2"/>
                  <a:gd name="T29" fmla="*/ 20 h 2"/>
                  <a:gd name="T30" fmla="*/ 33 w 2"/>
                  <a:gd name="T31" fmla="*/ 20 h 2"/>
                  <a:gd name="T32" fmla="*/ 33 w 2"/>
                  <a:gd name="T33" fmla="*/ 20 h 2"/>
                  <a:gd name="T34" fmla="*/ 33 w 2"/>
                  <a:gd name="T35" fmla="*/ 20 h 2"/>
                  <a:gd name="T36" fmla="*/ 33 w 2"/>
                  <a:gd name="T37" fmla="*/ 20 h 2"/>
                  <a:gd name="T38" fmla="*/ 33 w 2"/>
                  <a:gd name="T39" fmla="*/ 20 h 2"/>
                  <a:gd name="T40" fmla="*/ 33 w 2"/>
                  <a:gd name="T41" fmla="*/ 20 h 2"/>
                  <a:gd name="T42" fmla="*/ 33 w 2"/>
                  <a:gd name="T43" fmla="*/ 20 h 2"/>
                  <a:gd name="T44" fmla="*/ 33 w 2"/>
                  <a:gd name="T45" fmla="*/ 20 h 2"/>
                  <a:gd name="T46" fmla="*/ 33 w 2"/>
                  <a:gd name="T47" fmla="*/ 20 h 2"/>
                  <a:gd name="T48" fmla="*/ 33 w 2"/>
                  <a:gd name="T49" fmla="*/ 0 h 2"/>
                  <a:gd name="T50" fmla="*/ 20 w 2"/>
                  <a:gd name="T51" fmla="*/ 0 h 2"/>
                  <a:gd name="T52" fmla="*/ 20 w 2"/>
                  <a:gd name="T53" fmla="*/ 0 h 2"/>
                  <a:gd name="T54" fmla="*/ 20 w 2"/>
                  <a:gd name="T55" fmla="*/ 0 h 2"/>
                  <a:gd name="T56" fmla="*/ 0 w 2"/>
                  <a:gd name="T57" fmla="*/ 0 h 2"/>
                  <a:gd name="T58" fmla="*/ 0 w 2"/>
                  <a:gd name="T59" fmla="*/ 20 h 2"/>
                  <a:gd name="T60" fmla="*/ 0 w 2"/>
                  <a:gd name="T61" fmla="*/ 20 h 2"/>
                  <a:gd name="T62" fmla="*/ 0 w 2"/>
                  <a:gd name="T63" fmla="*/ 20 h 2"/>
                  <a:gd name="T64" fmla="*/ 0 w 2"/>
                  <a:gd name="T65" fmla="*/ 20 h 2"/>
                  <a:gd name="T66" fmla="*/ 0 w 2"/>
                  <a:gd name="T67" fmla="*/ 0 h 2"/>
                  <a:gd name="T68" fmla="*/ 20 w 2"/>
                  <a:gd name="T69" fmla="*/ 0 h 2"/>
                  <a:gd name="T70" fmla="*/ 0 w 2"/>
                  <a:gd name="T71" fmla="*/ 20 h 2"/>
                  <a:gd name="T72" fmla="*/ 0 w 2"/>
                  <a:gd name="T73" fmla="*/ 20 h 2"/>
                  <a:gd name="T74" fmla="*/ 20 w 2"/>
                  <a:gd name="T75" fmla="*/ 20 h 2"/>
                  <a:gd name="T76" fmla="*/ 33 w 2"/>
                  <a:gd name="T77" fmla="*/ 20 h 2"/>
                  <a:gd name="T78" fmla="*/ 20 w 2"/>
                  <a:gd name="T79" fmla="*/ 0 h 2"/>
                  <a:gd name="T80" fmla="*/ 20 w 2"/>
                  <a:gd name="T81" fmla="*/ 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9" name="Freeform 1847">
                <a:extLst>
                  <a:ext uri="{FF2B5EF4-FFF2-40B4-BE49-F238E27FC236}">
                    <a16:creationId xmlns:a16="http://schemas.microsoft.com/office/drawing/2014/main" id="{966F2EE2-D40C-4AEC-8B85-CEA5B8C40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65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0 h 2"/>
                  <a:gd name="T4" fmla="*/ 20 w 2"/>
                  <a:gd name="T5" fmla="*/ 33 h 2"/>
                  <a:gd name="T6" fmla="*/ 20 w 2"/>
                  <a:gd name="T7" fmla="*/ 33 h 2"/>
                  <a:gd name="T8" fmla="*/ 33 w 2"/>
                  <a:gd name="T9" fmla="*/ 20 h 2"/>
                  <a:gd name="T10" fmla="*/ 33 w 2"/>
                  <a:gd name="T11" fmla="*/ 0 h 2"/>
                  <a:gd name="T12" fmla="*/ 2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0" name="Freeform 1848">
                <a:extLst>
                  <a:ext uri="{FF2B5EF4-FFF2-40B4-BE49-F238E27FC236}">
                    <a16:creationId xmlns:a16="http://schemas.microsoft.com/office/drawing/2014/main" id="{91D2978A-B439-44E0-B65B-A14AAB7CEF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1" y="2581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21 h 3"/>
                  <a:gd name="T6" fmla="*/ 0 w 3"/>
                  <a:gd name="T7" fmla="*/ 35 h 3"/>
                  <a:gd name="T8" fmla="*/ 0 w 3"/>
                  <a:gd name="T9" fmla="*/ 35 h 3"/>
                  <a:gd name="T10" fmla="*/ 0 w 3"/>
                  <a:gd name="T11" fmla="*/ 56 h 3"/>
                  <a:gd name="T12" fmla="*/ 28 w 3"/>
                  <a:gd name="T13" fmla="*/ 56 h 3"/>
                  <a:gd name="T14" fmla="*/ 37 w 3"/>
                  <a:gd name="T15" fmla="*/ 35 h 3"/>
                  <a:gd name="T16" fmla="*/ 37 w 3"/>
                  <a:gd name="T17" fmla="*/ 21 h 3"/>
                  <a:gd name="T18" fmla="*/ 37 w 3"/>
                  <a:gd name="T19" fmla="*/ 0 h 3"/>
                  <a:gd name="T20" fmla="*/ 28 w 3"/>
                  <a:gd name="T21" fmla="*/ 0 h 3"/>
                  <a:gd name="T22" fmla="*/ 28 w 3"/>
                  <a:gd name="T23" fmla="*/ 0 h 3"/>
                  <a:gd name="T24" fmla="*/ 28 w 3"/>
                  <a:gd name="T25" fmla="*/ 0 h 3"/>
                  <a:gd name="T26" fmla="*/ 28 w 3"/>
                  <a:gd name="T27" fmla="*/ 0 h 3"/>
                  <a:gd name="T28" fmla="*/ 0 w 3"/>
                  <a:gd name="T29" fmla="*/ 21 h 3"/>
                  <a:gd name="T30" fmla="*/ 12 w 3"/>
                  <a:gd name="T31" fmla="*/ 0 h 3"/>
                  <a:gd name="T32" fmla="*/ 12 w 3"/>
                  <a:gd name="T33" fmla="*/ 0 h 3"/>
                  <a:gd name="T34" fmla="*/ 12 w 3"/>
                  <a:gd name="T35" fmla="*/ 0 h 3"/>
                  <a:gd name="T36" fmla="*/ 12 w 3"/>
                  <a:gd name="T37" fmla="*/ 0 h 3"/>
                  <a:gd name="T38" fmla="*/ 28 w 3"/>
                  <a:gd name="T39" fmla="*/ 0 h 3"/>
                  <a:gd name="T40" fmla="*/ 28 w 3"/>
                  <a:gd name="T41" fmla="*/ 0 h 3"/>
                  <a:gd name="T42" fmla="*/ 28 w 3"/>
                  <a:gd name="T43" fmla="*/ 21 h 3"/>
                  <a:gd name="T44" fmla="*/ 37 w 3"/>
                  <a:gd name="T45" fmla="*/ 35 h 3"/>
                  <a:gd name="T46" fmla="*/ 28 w 3"/>
                  <a:gd name="T47" fmla="*/ 35 h 3"/>
                  <a:gd name="T48" fmla="*/ 12 w 3"/>
                  <a:gd name="T49" fmla="*/ 56 h 3"/>
                  <a:gd name="T50" fmla="*/ 12 w 3"/>
                  <a:gd name="T51" fmla="*/ 35 h 3"/>
                  <a:gd name="T52" fmla="*/ 12 w 3"/>
                  <a:gd name="T53" fmla="*/ 35 h 3"/>
                  <a:gd name="T54" fmla="*/ 12 w 3"/>
                  <a:gd name="T55" fmla="*/ 35 h 3"/>
                  <a:gd name="T56" fmla="*/ 28 w 3"/>
                  <a:gd name="T57" fmla="*/ 0 h 3"/>
                  <a:gd name="T58" fmla="*/ 28 w 3"/>
                  <a:gd name="T59" fmla="*/ 0 h 3"/>
                  <a:gd name="T60" fmla="*/ 28 w 3"/>
                  <a:gd name="T61" fmla="*/ 0 h 3"/>
                  <a:gd name="T62" fmla="*/ 28 w 3"/>
                  <a:gd name="T63" fmla="*/ 0 h 3"/>
                  <a:gd name="T64" fmla="*/ 12 w 3"/>
                  <a:gd name="T65" fmla="*/ 56 h 3"/>
                  <a:gd name="T66" fmla="*/ 12 w 3"/>
                  <a:gd name="T67" fmla="*/ 56 h 3"/>
                  <a:gd name="T68" fmla="*/ 28 w 3"/>
                  <a:gd name="T69" fmla="*/ 56 h 3"/>
                  <a:gd name="T70" fmla="*/ 12 w 3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1" name="Freeform 1849">
                <a:extLst>
                  <a:ext uri="{FF2B5EF4-FFF2-40B4-BE49-F238E27FC236}">
                    <a16:creationId xmlns:a16="http://schemas.microsoft.com/office/drawing/2014/main" id="{1FC1673E-109E-4B49-AE03-4897334D57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1" y="25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0 w 2"/>
                  <a:gd name="T5" fmla="*/ 54 h 2"/>
                  <a:gd name="T6" fmla="*/ 0 w 2"/>
                  <a:gd name="T7" fmla="*/ 27 h 2"/>
                  <a:gd name="T8" fmla="*/ 0 w 2"/>
                  <a:gd name="T9" fmla="*/ 54 h 2"/>
                  <a:gd name="T10" fmla="*/ 0 w 2"/>
                  <a:gd name="T11" fmla="*/ 54 h 2"/>
                  <a:gd name="T12" fmla="*/ 0 w 2"/>
                  <a:gd name="T13" fmla="*/ 54 h 2"/>
                  <a:gd name="T14" fmla="*/ 0 w 2"/>
                  <a:gd name="T15" fmla="*/ 54 h 2"/>
                  <a:gd name="T16" fmla="*/ 0 w 2"/>
                  <a:gd name="T17" fmla="*/ 54 h 2"/>
                  <a:gd name="T18" fmla="*/ 0 w 2"/>
                  <a:gd name="T19" fmla="*/ 54 h 2"/>
                  <a:gd name="T20" fmla="*/ 0 w 2"/>
                  <a:gd name="T21" fmla="*/ 54 h 2"/>
                  <a:gd name="T22" fmla="*/ 20 w 2"/>
                  <a:gd name="T23" fmla="*/ 27 h 2"/>
                  <a:gd name="T24" fmla="*/ 33 w 2"/>
                  <a:gd name="T25" fmla="*/ 27 h 2"/>
                  <a:gd name="T26" fmla="*/ 33 w 2"/>
                  <a:gd name="T27" fmla="*/ 27 h 2"/>
                  <a:gd name="T28" fmla="*/ 33 w 2"/>
                  <a:gd name="T29" fmla="*/ 27 h 2"/>
                  <a:gd name="T30" fmla="*/ 33 w 2"/>
                  <a:gd name="T31" fmla="*/ 27 h 2"/>
                  <a:gd name="T32" fmla="*/ 33 w 2"/>
                  <a:gd name="T33" fmla="*/ 54 h 2"/>
                  <a:gd name="T34" fmla="*/ 33 w 2"/>
                  <a:gd name="T35" fmla="*/ 27 h 2"/>
                  <a:gd name="T36" fmla="*/ 33 w 2"/>
                  <a:gd name="T37" fmla="*/ 54 h 2"/>
                  <a:gd name="T38" fmla="*/ 33 w 2"/>
                  <a:gd name="T39" fmla="*/ 54 h 2"/>
                  <a:gd name="T40" fmla="*/ 33 w 2"/>
                  <a:gd name="T41" fmla="*/ 54 h 2"/>
                  <a:gd name="T42" fmla="*/ 33 w 2"/>
                  <a:gd name="T43" fmla="*/ 54 h 2"/>
                  <a:gd name="T44" fmla="*/ 33 w 2"/>
                  <a:gd name="T45" fmla="*/ 54 h 2"/>
                  <a:gd name="T46" fmla="*/ 33 w 2"/>
                  <a:gd name="T47" fmla="*/ 27 h 2"/>
                  <a:gd name="T48" fmla="*/ 33 w 2"/>
                  <a:gd name="T49" fmla="*/ 27 h 2"/>
                  <a:gd name="T50" fmla="*/ 33 w 2"/>
                  <a:gd name="T51" fmla="*/ 27 h 2"/>
                  <a:gd name="T52" fmla="*/ 33 w 2"/>
                  <a:gd name="T53" fmla="*/ 0 h 2"/>
                  <a:gd name="T54" fmla="*/ 20 w 2"/>
                  <a:gd name="T55" fmla="*/ 0 h 2"/>
                  <a:gd name="T56" fmla="*/ 0 w 2"/>
                  <a:gd name="T57" fmla="*/ 27 h 2"/>
                  <a:gd name="T58" fmla="*/ 0 w 2"/>
                  <a:gd name="T59" fmla="*/ 27 h 2"/>
                  <a:gd name="T60" fmla="*/ 0 w 2"/>
                  <a:gd name="T61" fmla="*/ 27 h 2"/>
                  <a:gd name="T62" fmla="*/ 0 w 2"/>
                  <a:gd name="T63" fmla="*/ 27 h 2"/>
                  <a:gd name="T64" fmla="*/ 0 w 2"/>
                  <a:gd name="T65" fmla="*/ 27 h 2"/>
                  <a:gd name="T66" fmla="*/ 0 w 2"/>
                  <a:gd name="T67" fmla="*/ 27 h 2"/>
                  <a:gd name="T68" fmla="*/ 20 w 2"/>
                  <a:gd name="T69" fmla="*/ 27 h 2"/>
                  <a:gd name="T70" fmla="*/ 0 w 2"/>
                  <a:gd name="T71" fmla="*/ 54 h 2"/>
                  <a:gd name="T72" fmla="*/ 20 w 2"/>
                  <a:gd name="T73" fmla="*/ 54 h 2"/>
                  <a:gd name="T74" fmla="*/ 20 w 2"/>
                  <a:gd name="T75" fmla="*/ 54 h 2"/>
                  <a:gd name="T76" fmla="*/ 33 w 2"/>
                  <a:gd name="T77" fmla="*/ 27 h 2"/>
                  <a:gd name="T78" fmla="*/ 33 w 2"/>
                  <a:gd name="T79" fmla="*/ 27 h 2"/>
                  <a:gd name="T80" fmla="*/ 20 w 2"/>
                  <a:gd name="T81" fmla="*/ 27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2" name="Freeform 1850">
                <a:extLst>
                  <a:ext uri="{FF2B5EF4-FFF2-40B4-BE49-F238E27FC236}">
                    <a16:creationId xmlns:a16="http://schemas.microsoft.com/office/drawing/2014/main" id="{79FD518E-1CE6-4029-9B6D-26BDEABF9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5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54 h 2"/>
                  <a:gd name="T4" fmla="*/ 20 w 2"/>
                  <a:gd name="T5" fmla="*/ 54 h 2"/>
                  <a:gd name="T6" fmla="*/ 20 w 2"/>
                  <a:gd name="T7" fmla="*/ 54 h 2"/>
                  <a:gd name="T8" fmla="*/ 33 w 2"/>
                  <a:gd name="T9" fmla="*/ 27 h 2"/>
                  <a:gd name="T10" fmla="*/ 33 w 2"/>
                  <a:gd name="T11" fmla="*/ 27 h 2"/>
                  <a:gd name="T12" fmla="*/ 20 w 2"/>
                  <a:gd name="T13" fmla="*/ 0 h 2"/>
                  <a:gd name="T14" fmla="*/ 0 w 2"/>
                  <a:gd name="T15" fmla="*/ 27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3" name="Freeform 1851">
                <a:extLst>
                  <a:ext uri="{FF2B5EF4-FFF2-40B4-BE49-F238E27FC236}">
                    <a16:creationId xmlns:a16="http://schemas.microsoft.com/office/drawing/2014/main" id="{CFB01042-6E76-4CA3-8B50-485ED6AE22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3" y="2613"/>
                <a:ext cx="8" cy="11"/>
              </a:xfrm>
              <a:custGeom>
                <a:avLst/>
                <a:gdLst>
                  <a:gd name="T0" fmla="*/ 0 w 3"/>
                  <a:gd name="T1" fmla="*/ 47 h 4"/>
                  <a:gd name="T2" fmla="*/ 0 w 3"/>
                  <a:gd name="T3" fmla="*/ 47 h 4"/>
                  <a:gd name="T4" fmla="*/ 0 w 3"/>
                  <a:gd name="T5" fmla="*/ 47 h 4"/>
                  <a:gd name="T6" fmla="*/ 0 w 3"/>
                  <a:gd name="T7" fmla="*/ 47 h 4"/>
                  <a:gd name="T8" fmla="*/ 0 w 3"/>
                  <a:gd name="T9" fmla="*/ 47 h 4"/>
                  <a:gd name="T10" fmla="*/ 0 w 3"/>
                  <a:gd name="T11" fmla="*/ 61 h 4"/>
                  <a:gd name="T12" fmla="*/ 35 w 3"/>
                  <a:gd name="T13" fmla="*/ 83 h 4"/>
                  <a:gd name="T14" fmla="*/ 56 w 3"/>
                  <a:gd name="T15" fmla="*/ 47 h 4"/>
                  <a:gd name="T16" fmla="*/ 56 w 3"/>
                  <a:gd name="T17" fmla="*/ 47 h 4"/>
                  <a:gd name="T18" fmla="*/ 56 w 3"/>
                  <a:gd name="T19" fmla="*/ 22 h 4"/>
                  <a:gd name="T20" fmla="*/ 35 w 3"/>
                  <a:gd name="T21" fmla="*/ 22 h 4"/>
                  <a:gd name="T22" fmla="*/ 35 w 3"/>
                  <a:gd name="T23" fmla="*/ 22 h 4"/>
                  <a:gd name="T24" fmla="*/ 35 w 3"/>
                  <a:gd name="T25" fmla="*/ 22 h 4"/>
                  <a:gd name="T26" fmla="*/ 35 w 3"/>
                  <a:gd name="T27" fmla="*/ 22 h 4"/>
                  <a:gd name="T28" fmla="*/ 0 w 3"/>
                  <a:gd name="T29" fmla="*/ 47 h 4"/>
                  <a:gd name="T30" fmla="*/ 21 w 3"/>
                  <a:gd name="T31" fmla="*/ 22 h 4"/>
                  <a:gd name="T32" fmla="*/ 21 w 3"/>
                  <a:gd name="T33" fmla="*/ 22 h 4"/>
                  <a:gd name="T34" fmla="*/ 21 w 3"/>
                  <a:gd name="T35" fmla="*/ 22 h 4"/>
                  <a:gd name="T36" fmla="*/ 21 w 3"/>
                  <a:gd name="T37" fmla="*/ 22 h 4"/>
                  <a:gd name="T38" fmla="*/ 35 w 3"/>
                  <a:gd name="T39" fmla="*/ 22 h 4"/>
                  <a:gd name="T40" fmla="*/ 35 w 3"/>
                  <a:gd name="T41" fmla="*/ 22 h 4"/>
                  <a:gd name="T42" fmla="*/ 35 w 3"/>
                  <a:gd name="T43" fmla="*/ 47 h 4"/>
                  <a:gd name="T44" fmla="*/ 56 w 3"/>
                  <a:gd name="T45" fmla="*/ 47 h 4"/>
                  <a:gd name="T46" fmla="*/ 56 w 3"/>
                  <a:gd name="T47" fmla="*/ 61 h 4"/>
                  <a:gd name="T48" fmla="*/ 21 w 3"/>
                  <a:gd name="T49" fmla="*/ 61 h 4"/>
                  <a:gd name="T50" fmla="*/ 21 w 3"/>
                  <a:gd name="T51" fmla="*/ 61 h 4"/>
                  <a:gd name="T52" fmla="*/ 21 w 3"/>
                  <a:gd name="T53" fmla="*/ 47 h 4"/>
                  <a:gd name="T54" fmla="*/ 21 w 3"/>
                  <a:gd name="T55" fmla="*/ 47 h 4"/>
                  <a:gd name="T56" fmla="*/ 35 w 3"/>
                  <a:gd name="T57" fmla="*/ 22 h 4"/>
                  <a:gd name="T58" fmla="*/ 35 w 3"/>
                  <a:gd name="T59" fmla="*/ 22 h 4"/>
                  <a:gd name="T60" fmla="*/ 35 w 3"/>
                  <a:gd name="T61" fmla="*/ 22 h 4"/>
                  <a:gd name="T62" fmla="*/ 35 w 3"/>
                  <a:gd name="T63" fmla="*/ 22 h 4"/>
                  <a:gd name="T64" fmla="*/ 35 w 3"/>
                  <a:gd name="T65" fmla="*/ 83 h 4"/>
                  <a:gd name="T66" fmla="*/ 35 w 3"/>
                  <a:gd name="T67" fmla="*/ 83 h 4"/>
                  <a:gd name="T68" fmla="*/ 35 w 3"/>
                  <a:gd name="T69" fmla="*/ 83 h 4"/>
                  <a:gd name="T70" fmla="*/ 35 w 3"/>
                  <a:gd name="T71" fmla="*/ 83 h 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4" name="Freeform 1852">
                <a:extLst>
                  <a:ext uri="{FF2B5EF4-FFF2-40B4-BE49-F238E27FC236}">
                    <a16:creationId xmlns:a16="http://schemas.microsoft.com/office/drawing/2014/main" id="{60EE1A63-9310-42F2-B49E-6D0CFFCF24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3" y="26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2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33 h 2"/>
                  <a:gd name="T10" fmla="*/ 0 w 2"/>
                  <a:gd name="T11" fmla="*/ 20 h 2"/>
                  <a:gd name="T12" fmla="*/ 0 w 2"/>
                  <a:gd name="T13" fmla="*/ 20 h 2"/>
                  <a:gd name="T14" fmla="*/ 0 w 2"/>
                  <a:gd name="T15" fmla="*/ 33 h 2"/>
                  <a:gd name="T16" fmla="*/ 0 w 2"/>
                  <a:gd name="T17" fmla="*/ 33 h 2"/>
                  <a:gd name="T18" fmla="*/ 20 w 2"/>
                  <a:gd name="T19" fmla="*/ 20 h 2"/>
                  <a:gd name="T20" fmla="*/ 0 w 2"/>
                  <a:gd name="T21" fmla="*/ 20 h 2"/>
                  <a:gd name="T22" fmla="*/ 20 w 2"/>
                  <a:gd name="T23" fmla="*/ 0 h 2"/>
                  <a:gd name="T24" fmla="*/ 33 w 2"/>
                  <a:gd name="T25" fmla="*/ 20 h 2"/>
                  <a:gd name="T26" fmla="*/ 33 w 2"/>
                  <a:gd name="T27" fmla="*/ 20 h 2"/>
                  <a:gd name="T28" fmla="*/ 33 w 2"/>
                  <a:gd name="T29" fmla="*/ 20 h 2"/>
                  <a:gd name="T30" fmla="*/ 33 w 2"/>
                  <a:gd name="T31" fmla="*/ 20 h 2"/>
                  <a:gd name="T32" fmla="*/ 33 w 2"/>
                  <a:gd name="T33" fmla="*/ 20 h 2"/>
                  <a:gd name="T34" fmla="*/ 33 w 2"/>
                  <a:gd name="T35" fmla="*/ 20 h 2"/>
                  <a:gd name="T36" fmla="*/ 33 w 2"/>
                  <a:gd name="T37" fmla="*/ 20 h 2"/>
                  <a:gd name="T38" fmla="*/ 33 w 2"/>
                  <a:gd name="T39" fmla="*/ 20 h 2"/>
                  <a:gd name="T40" fmla="*/ 33 w 2"/>
                  <a:gd name="T41" fmla="*/ 20 h 2"/>
                  <a:gd name="T42" fmla="*/ 33 w 2"/>
                  <a:gd name="T43" fmla="*/ 20 h 2"/>
                  <a:gd name="T44" fmla="*/ 33 w 2"/>
                  <a:gd name="T45" fmla="*/ 20 h 2"/>
                  <a:gd name="T46" fmla="*/ 33 w 2"/>
                  <a:gd name="T47" fmla="*/ 20 h 2"/>
                  <a:gd name="T48" fmla="*/ 33 w 2"/>
                  <a:gd name="T49" fmla="*/ 20 h 2"/>
                  <a:gd name="T50" fmla="*/ 33 w 2"/>
                  <a:gd name="T51" fmla="*/ 0 h 2"/>
                  <a:gd name="T52" fmla="*/ 33 w 2"/>
                  <a:gd name="T53" fmla="*/ 0 h 2"/>
                  <a:gd name="T54" fmla="*/ 20 w 2"/>
                  <a:gd name="T55" fmla="*/ 0 h 2"/>
                  <a:gd name="T56" fmla="*/ 20 w 2"/>
                  <a:gd name="T57" fmla="*/ 20 h 2"/>
                  <a:gd name="T58" fmla="*/ 0 w 2"/>
                  <a:gd name="T59" fmla="*/ 20 h 2"/>
                  <a:gd name="T60" fmla="*/ 0 w 2"/>
                  <a:gd name="T61" fmla="*/ 20 h 2"/>
                  <a:gd name="T62" fmla="*/ 0 w 2"/>
                  <a:gd name="T63" fmla="*/ 20 h 2"/>
                  <a:gd name="T64" fmla="*/ 0 w 2"/>
                  <a:gd name="T65" fmla="*/ 20 h 2"/>
                  <a:gd name="T66" fmla="*/ 20 w 2"/>
                  <a:gd name="T67" fmla="*/ 20 h 2"/>
                  <a:gd name="T68" fmla="*/ 20 w 2"/>
                  <a:gd name="T69" fmla="*/ 20 h 2"/>
                  <a:gd name="T70" fmla="*/ 20 w 2"/>
                  <a:gd name="T71" fmla="*/ 20 h 2"/>
                  <a:gd name="T72" fmla="*/ 20 w 2"/>
                  <a:gd name="T73" fmla="*/ 33 h 2"/>
                  <a:gd name="T74" fmla="*/ 20 w 2"/>
                  <a:gd name="T75" fmla="*/ 33 h 2"/>
                  <a:gd name="T76" fmla="*/ 33 w 2"/>
                  <a:gd name="T77" fmla="*/ 20 h 2"/>
                  <a:gd name="T78" fmla="*/ 33 w 2"/>
                  <a:gd name="T79" fmla="*/ 20 h 2"/>
                  <a:gd name="T80" fmla="*/ 20 w 2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5" name="Freeform 1853">
                <a:extLst>
                  <a:ext uri="{FF2B5EF4-FFF2-40B4-BE49-F238E27FC236}">
                    <a16:creationId xmlns:a16="http://schemas.microsoft.com/office/drawing/2014/main" id="{690FE67E-DB60-41A2-AC15-03C943C4A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6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33 h 2"/>
                  <a:gd name="T4" fmla="*/ 20 w 2"/>
                  <a:gd name="T5" fmla="*/ 33 h 2"/>
                  <a:gd name="T6" fmla="*/ 20 w 2"/>
                  <a:gd name="T7" fmla="*/ 33 h 2"/>
                  <a:gd name="T8" fmla="*/ 33 w 2"/>
                  <a:gd name="T9" fmla="*/ 20 h 2"/>
                  <a:gd name="T10" fmla="*/ 33 w 2"/>
                  <a:gd name="T11" fmla="*/ 0 h 2"/>
                  <a:gd name="T12" fmla="*/ 20 w 2"/>
                  <a:gd name="T13" fmla="*/ 0 h 2"/>
                  <a:gd name="T14" fmla="*/ 0 w 2"/>
                  <a:gd name="T15" fmla="*/ 2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6" name="Freeform 1854">
                <a:extLst>
                  <a:ext uri="{FF2B5EF4-FFF2-40B4-BE49-F238E27FC236}">
                    <a16:creationId xmlns:a16="http://schemas.microsoft.com/office/drawing/2014/main" id="{35B6EA53-E2AE-40E0-90FC-08768544F9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6" y="2944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0 w 4"/>
                  <a:gd name="T3" fmla="*/ 47 h 4"/>
                  <a:gd name="T4" fmla="*/ 0 w 4"/>
                  <a:gd name="T5" fmla="*/ 47 h 4"/>
                  <a:gd name="T6" fmla="*/ 20 w 4"/>
                  <a:gd name="T7" fmla="*/ 47 h 4"/>
                  <a:gd name="T8" fmla="*/ 20 w 4"/>
                  <a:gd name="T9" fmla="*/ 47 h 4"/>
                  <a:gd name="T10" fmla="*/ 20 w 4"/>
                  <a:gd name="T11" fmla="*/ 83 h 4"/>
                  <a:gd name="T12" fmla="*/ 50 w 4"/>
                  <a:gd name="T13" fmla="*/ 83 h 4"/>
                  <a:gd name="T14" fmla="*/ 63 w 4"/>
                  <a:gd name="T15" fmla="*/ 47 h 4"/>
                  <a:gd name="T16" fmla="*/ 63 w 4"/>
                  <a:gd name="T17" fmla="*/ 47 h 4"/>
                  <a:gd name="T18" fmla="*/ 50 w 4"/>
                  <a:gd name="T19" fmla="*/ 22 h 4"/>
                  <a:gd name="T20" fmla="*/ 50 w 4"/>
                  <a:gd name="T21" fmla="*/ 22 h 4"/>
                  <a:gd name="T22" fmla="*/ 50 w 4"/>
                  <a:gd name="T23" fmla="*/ 22 h 4"/>
                  <a:gd name="T24" fmla="*/ 50 w 4"/>
                  <a:gd name="T25" fmla="*/ 22 h 4"/>
                  <a:gd name="T26" fmla="*/ 33 w 4"/>
                  <a:gd name="T27" fmla="*/ 22 h 4"/>
                  <a:gd name="T28" fmla="*/ 0 w 4"/>
                  <a:gd name="T29" fmla="*/ 47 h 4"/>
                  <a:gd name="T30" fmla="*/ 33 w 4"/>
                  <a:gd name="T31" fmla="*/ 22 h 4"/>
                  <a:gd name="T32" fmla="*/ 33 w 4"/>
                  <a:gd name="T33" fmla="*/ 22 h 4"/>
                  <a:gd name="T34" fmla="*/ 33 w 4"/>
                  <a:gd name="T35" fmla="*/ 22 h 4"/>
                  <a:gd name="T36" fmla="*/ 33 w 4"/>
                  <a:gd name="T37" fmla="*/ 22 h 4"/>
                  <a:gd name="T38" fmla="*/ 50 w 4"/>
                  <a:gd name="T39" fmla="*/ 22 h 4"/>
                  <a:gd name="T40" fmla="*/ 50 w 4"/>
                  <a:gd name="T41" fmla="*/ 22 h 4"/>
                  <a:gd name="T42" fmla="*/ 50 w 4"/>
                  <a:gd name="T43" fmla="*/ 47 h 4"/>
                  <a:gd name="T44" fmla="*/ 50 w 4"/>
                  <a:gd name="T45" fmla="*/ 47 h 4"/>
                  <a:gd name="T46" fmla="*/ 50 w 4"/>
                  <a:gd name="T47" fmla="*/ 61 h 4"/>
                  <a:gd name="T48" fmla="*/ 33 w 4"/>
                  <a:gd name="T49" fmla="*/ 61 h 4"/>
                  <a:gd name="T50" fmla="*/ 20 w 4"/>
                  <a:gd name="T51" fmla="*/ 61 h 4"/>
                  <a:gd name="T52" fmla="*/ 20 w 4"/>
                  <a:gd name="T53" fmla="*/ 47 h 4"/>
                  <a:gd name="T54" fmla="*/ 20 w 4"/>
                  <a:gd name="T55" fmla="*/ 47 h 4"/>
                  <a:gd name="T56" fmla="*/ 33 w 4"/>
                  <a:gd name="T57" fmla="*/ 22 h 4"/>
                  <a:gd name="T58" fmla="*/ 50 w 4"/>
                  <a:gd name="T59" fmla="*/ 22 h 4"/>
                  <a:gd name="T60" fmla="*/ 33 w 4"/>
                  <a:gd name="T61" fmla="*/ 22 h 4"/>
                  <a:gd name="T62" fmla="*/ 50 w 4"/>
                  <a:gd name="T63" fmla="*/ 22 h 4"/>
                  <a:gd name="T64" fmla="*/ 33 w 4"/>
                  <a:gd name="T65" fmla="*/ 83 h 4"/>
                  <a:gd name="T66" fmla="*/ 33 w 4"/>
                  <a:gd name="T67" fmla="*/ 83 h 4"/>
                  <a:gd name="T68" fmla="*/ 33 w 4"/>
                  <a:gd name="T69" fmla="*/ 83 h 4"/>
                  <a:gd name="T70" fmla="*/ 33 w 4"/>
                  <a:gd name="T71" fmla="*/ 83 h 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0"/>
                      <a:pt x="0" y="2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7" name="Freeform 1855">
                <a:extLst>
                  <a:ext uri="{FF2B5EF4-FFF2-40B4-BE49-F238E27FC236}">
                    <a16:creationId xmlns:a16="http://schemas.microsoft.com/office/drawing/2014/main" id="{AEF4DB92-A23A-4FA5-B6A9-03FF53F7F2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8" y="29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2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33 h 2"/>
                  <a:gd name="T10" fmla="*/ 0 w 2"/>
                  <a:gd name="T11" fmla="*/ 33 h 2"/>
                  <a:gd name="T12" fmla="*/ 0 w 2"/>
                  <a:gd name="T13" fmla="*/ 20 h 2"/>
                  <a:gd name="T14" fmla="*/ 0 w 2"/>
                  <a:gd name="T15" fmla="*/ 33 h 2"/>
                  <a:gd name="T16" fmla="*/ 0 w 2"/>
                  <a:gd name="T17" fmla="*/ 33 h 2"/>
                  <a:gd name="T18" fmla="*/ 0 w 2"/>
                  <a:gd name="T19" fmla="*/ 33 h 2"/>
                  <a:gd name="T20" fmla="*/ 0 w 2"/>
                  <a:gd name="T21" fmla="*/ 20 h 2"/>
                  <a:gd name="T22" fmla="*/ 20 w 2"/>
                  <a:gd name="T23" fmla="*/ 20 h 2"/>
                  <a:gd name="T24" fmla="*/ 20 w 2"/>
                  <a:gd name="T25" fmla="*/ 20 h 2"/>
                  <a:gd name="T26" fmla="*/ 33 w 2"/>
                  <a:gd name="T27" fmla="*/ 20 h 2"/>
                  <a:gd name="T28" fmla="*/ 33 w 2"/>
                  <a:gd name="T29" fmla="*/ 20 h 2"/>
                  <a:gd name="T30" fmla="*/ 20 w 2"/>
                  <a:gd name="T31" fmla="*/ 20 h 2"/>
                  <a:gd name="T32" fmla="*/ 33 w 2"/>
                  <a:gd name="T33" fmla="*/ 20 h 2"/>
                  <a:gd name="T34" fmla="*/ 33 w 2"/>
                  <a:gd name="T35" fmla="*/ 20 h 2"/>
                  <a:gd name="T36" fmla="*/ 33 w 2"/>
                  <a:gd name="T37" fmla="*/ 20 h 2"/>
                  <a:gd name="T38" fmla="*/ 33 w 2"/>
                  <a:gd name="T39" fmla="*/ 33 h 2"/>
                  <a:gd name="T40" fmla="*/ 33 w 2"/>
                  <a:gd name="T41" fmla="*/ 20 h 2"/>
                  <a:gd name="T42" fmla="*/ 33 w 2"/>
                  <a:gd name="T43" fmla="*/ 20 h 2"/>
                  <a:gd name="T44" fmla="*/ 33 w 2"/>
                  <a:gd name="T45" fmla="*/ 20 h 2"/>
                  <a:gd name="T46" fmla="*/ 33 w 2"/>
                  <a:gd name="T47" fmla="*/ 20 h 2"/>
                  <a:gd name="T48" fmla="*/ 33 w 2"/>
                  <a:gd name="T49" fmla="*/ 20 h 2"/>
                  <a:gd name="T50" fmla="*/ 20 w 2"/>
                  <a:gd name="T51" fmla="*/ 0 h 2"/>
                  <a:gd name="T52" fmla="*/ 20 w 2"/>
                  <a:gd name="T53" fmla="*/ 0 h 2"/>
                  <a:gd name="T54" fmla="*/ 20 w 2"/>
                  <a:gd name="T55" fmla="*/ 0 h 2"/>
                  <a:gd name="T56" fmla="*/ 0 w 2"/>
                  <a:gd name="T57" fmla="*/ 20 h 2"/>
                  <a:gd name="T58" fmla="*/ 0 w 2"/>
                  <a:gd name="T59" fmla="*/ 20 h 2"/>
                  <a:gd name="T60" fmla="*/ 0 w 2"/>
                  <a:gd name="T61" fmla="*/ 20 h 2"/>
                  <a:gd name="T62" fmla="*/ 0 w 2"/>
                  <a:gd name="T63" fmla="*/ 20 h 2"/>
                  <a:gd name="T64" fmla="*/ 0 w 2"/>
                  <a:gd name="T65" fmla="*/ 20 h 2"/>
                  <a:gd name="T66" fmla="*/ 0 w 2"/>
                  <a:gd name="T67" fmla="*/ 20 h 2"/>
                  <a:gd name="T68" fmla="*/ 20 w 2"/>
                  <a:gd name="T69" fmla="*/ 20 h 2"/>
                  <a:gd name="T70" fmla="*/ 0 w 2"/>
                  <a:gd name="T71" fmla="*/ 33 h 2"/>
                  <a:gd name="T72" fmla="*/ 0 w 2"/>
                  <a:gd name="T73" fmla="*/ 33 h 2"/>
                  <a:gd name="T74" fmla="*/ 20 w 2"/>
                  <a:gd name="T75" fmla="*/ 33 h 2"/>
                  <a:gd name="T76" fmla="*/ 20 w 2"/>
                  <a:gd name="T77" fmla="*/ 20 h 2"/>
                  <a:gd name="T78" fmla="*/ 20 w 2"/>
                  <a:gd name="T79" fmla="*/ 20 h 2"/>
                  <a:gd name="T80" fmla="*/ 20 w 2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8" name="Freeform 1856">
                <a:extLst>
                  <a:ext uri="{FF2B5EF4-FFF2-40B4-BE49-F238E27FC236}">
                    <a16:creationId xmlns:a16="http://schemas.microsoft.com/office/drawing/2014/main" id="{395E8C7C-0246-4425-B767-4A993D9F0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947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33 h 2"/>
                  <a:gd name="T4" fmla="*/ 21 w 3"/>
                  <a:gd name="T5" fmla="*/ 33 h 2"/>
                  <a:gd name="T6" fmla="*/ 35 w 3"/>
                  <a:gd name="T7" fmla="*/ 33 h 2"/>
                  <a:gd name="T8" fmla="*/ 56 w 3"/>
                  <a:gd name="T9" fmla="*/ 20 h 2"/>
                  <a:gd name="T10" fmla="*/ 56 w 3"/>
                  <a:gd name="T11" fmla="*/ 0 h 2"/>
                  <a:gd name="T12" fmla="*/ 35 w 3"/>
                  <a:gd name="T13" fmla="*/ 0 h 2"/>
                  <a:gd name="T14" fmla="*/ 21 w 3"/>
                  <a:gd name="T15" fmla="*/ 2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9" name="Freeform 1857">
                <a:extLst>
                  <a:ext uri="{FF2B5EF4-FFF2-40B4-BE49-F238E27FC236}">
                    <a16:creationId xmlns:a16="http://schemas.microsoft.com/office/drawing/2014/main" id="{1C45652C-2B43-4533-BBAD-E851452097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63" y="3032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0 w 4"/>
                  <a:gd name="T3" fmla="*/ 21 h 3"/>
                  <a:gd name="T4" fmla="*/ 20 w 4"/>
                  <a:gd name="T5" fmla="*/ 35 h 3"/>
                  <a:gd name="T6" fmla="*/ 20 w 4"/>
                  <a:gd name="T7" fmla="*/ 35 h 3"/>
                  <a:gd name="T8" fmla="*/ 20 w 4"/>
                  <a:gd name="T9" fmla="*/ 35 h 3"/>
                  <a:gd name="T10" fmla="*/ 20 w 4"/>
                  <a:gd name="T11" fmla="*/ 56 h 3"/>
                  <a:gd name="T12" fmla="*/ 50 w 4"/>
                  <a:gd name="T13" fmla="*/ 56 h 3"/>
                  <a:gd name="T14" fmla="*/ 63 w 4"/>
                  <a:gd name="T15" fmla="*/ 35 h 3"/>
                  <a:gd name="T16" fmla="*/ 63 w 4"/>
                  <a:gd name="T17" fmla="*/ 35 h 3"/>
                  <a:gd name="T18" fmla="*/ 50 w 4"/>
                  <a:gd name="T19" fmla="*/ 21 h 3"/>
                  <a:gd name="T20" fmla="*/ 50 w 4"/>
                  <a:gd name="T21" fmla="*/ 21 h 3"/>
                  <a:gd name="T22" fmla="*/ 50 w 4"/>
                  <a:gd name="T23" fmla="*/ 21 h 3"/>
                  <a:gd name="T24" fmla="*/ 50 w 4"/>
                  <a:gd name="T25" fmla="*/ 21 h 3"/>
                  <a:gd name="T26" fmla="*/ 50 w 4"/>
                  <a:gd name="T27" fmla="*/ 0 h 3"/>
                  <a:gd name="T28" fmla="*/ 20 w 4"/>
                  <a:gd name="T29" fmla="*/ 21 h 3"/>
                  <a:gd name="T30" fmla="*/ 33 w 4"/>
                  <a:gd name="T31" fmla="*/ 21 h 3"/>
                  <a:gd name="T32" fmla="*/ 33 w 4"/>
                  <a:gd name="T33" fmla="*/ 21 h 3"/>
                  <a:gd name="T34" fmla="*/ 33 w 4"/>
                  <a:gd name="T35" fmla="*/ 21 h 3"/>
                  <a:gd name="T36" fmla="*/ 33 w 4"/>
                  <a:gd name="T37" fmla="*/ 21 h 3"/>
                  <a:gd name="T38" fmla="*/ 50 w 4"/>
                  <a:gd name="T39" fmla="*/ 21 h 3"/>
                  <a:gd name="T40" fmla="*/ 50 w 4"/>
                  <a:gd name="T41" fmla="*/ 21 h 3"/>
                  <a:gd name="T42" fmla="*/ 50 w 4"/>
                  <a:gd name="T43" fmla="*/ 21 h 3"/>
                  <a:gd name="T44" fmla="*/ 50 w 4"/>
                  <a:gd name="T45" fmla="*/ 35 h 3"/>
                  <a:gd name="T46" fmla="*/ 50 w 4"/>
                  <a:gd name="T47" fmla="*/ 35 h 3"/>
                  <a:gd name="T48" fmla="*/ 33 w 4"/>
                  <a:gd name="T49" fmla="*/ 56 h 3"/>
                  <a:gd name="T50" fmla="*/ 33 w 4"/>
                  <a:gd name="T51" fmla="*/ 56 h 3"/>
                  <a:gd name="T52" fmla="*/ 20 w 4"/>
                  <a:gd name="T53" fmla="*/ 35 h 3"/>
                  <a:gd name="T54" fmla="*/ 20 w 4"/>
                  <a:gd name="T55" fmla="*/ 35 h 3"/>
                  <a:gd name="T56" fmla="*/ 50 w 4"/>
                  <a:gd name="T57" fmla="*/ 21 h 3"/>
                  <a:gd name="T58" fmla="*/ 50 w 4"/>
                  <a:gd name="T59" fmla="*/ 21 h 3"/>
                  <a:gd name="T60" fmla="*/ 50 w 4"/>
                  <a:gd name="T61" fmla="*/ 21 h 3"/>
                  <a:gd name="T62" fmla="*/ 50 w 4"/>
                  <a:gd name="T63" fmla="*/ 21 h 3"/>
                  <a:gd name="T64" fmla="*/ 33 w 4"/>
                  <a:gd name="T65" fmla="*/ 56 h 3"/>
                  <a:gd name="T66" fmla="*/ 33 w 4"/>
                  <a:gd name="T67" fmla="*/ 56 h 3"/>
                  <a:gd name="T68" fmla="*/ 33 w 4"/>
                  <a:gd name="T69" fmla="*/ 56 h 3"/>
                  <a:gd name="T70" fmla="*/ 33 w 4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0" name="Freeform 1858">
                <a:extLst>
                  <a:ext uri="{FF2B5EF4-FFF2-40B4-BE49-F238E27FC236}">
                    <a16:creationId xmlns:a16="http://schemas.microsoft.com/office/drawing/2014/main" id="{32DF33F2-A839-4F77-8DD7-64245028CB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66" y="303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33 h 2"/>
                  <a:gd name="T4" fmla="*/ 0 w 2"/>
                  <a:gd name="T5" fmla="*/ 33 h 2"/>
                  <a:gd name="T6" fmla="*/ 0 w 2"/>
                  <a:gd name="T7" fmla="*/ 33 h 2"/>
                  <a:gd name="T8" fmla="*/ 0 w 2"/>
                  <a:gd name="T9" fmla="*/ 33 h 2"/>
                  <a:gd name="T10" fmla="*/ 0 w 2"/>
                  <a:gd name="T11" fmla="*/ 33 h 2"/>
                  <a:gd name="T12" fmla="*/ 0 w 2"/>
                  <a:gd name="T13" fmla="*/ 33 h 2"/>
                  <a:gd name="T14" fmla="*/ 0 w 2"/>
                  <a:gd name="T15" fmla="*/ 33 h 2"/>
                  <a:gd name="T16" fmla="*/ 0 w 2"/>
                  <a:gd name="T17" fmla="*/ 33 h 2"/>
                  <a:gd name="T18" fmla="*/ 0 w 2"/>
                  <a:gd name="T19" fmla="*/ 33 h 2"/>
                  <a:gd name="T20" fmla="*/ 0 w 2"/>
                  <a:gd name="T21" fmla="*/ 33 h 2"/>
                  <a:gd name="T22" fmla="*/ 20 w 2"/>
                  <a:gd name="T23" fmla="*/ 20 h 2"/>
                  <a:gd name="T24" fmla="*/ 20 w 2"/>
                  <a:gd name="T25" fmla="*/ 20 h 2"/>
                  <a:gd name="T26" fmla="*/ 33 w 2"/>
                  <a:gd name="T27" fmla="*/ 20 h 2"/>
                  <a:gd name="T28" fmla="*/ 33 w 2"/>
                  <a:gd name="T29" fmla="*/ 33 h 2"/>
                  <a:gd name="T30" fmla="*/ 33 w 2"/>
                  <a:gd name="T31" fmla="*/ 33 h 2"/>
                  <a:gd name="T32" fmla="*/ 33 w 2"/>
                  <a:gd name="T33" fmla="*/ 33 h 2"/>
                  <a:gd name="T34" fmla="*/ 33 w 2"/>
                  <a:gd name="T35" fmla="*/ 20 h 2"/>
                  <a:gd name="T36" fmla="*/ 33 w 2"/>
                  <a:gd name="T37" fmla="*/ 33 h 2"/>
                  <a:gd name="T38" fmla="*/ 33 w 2"/>
                  <a:gd name="T39" fmla="*/ 33 h 2"/>
                  <a:gd name="T40" fmla="*/ 33 w 2"/>
                  <a:gd name="T41" fmla="*/ 33 h 2"/>
                  <a:gd name="T42" fmla="*/ 33 w 2"/>
                  <a:gd name="T43" fmla="*/ 33 h 2"/>
                  <a:gd name="T44" fmla="*/ 33 w 2"/>
                  <a:gd name="T45" fmla="*/ 33 h 2"/>
                  <a:gd name="T46" fmla="*/ 33 w 2"/>
                  <a:gd name="T47" fmla="*/ 20 h 2"/>
                  <a:gd name="T48" fmla="*/ 33 w 2"/>
                  <a:gd name="T49" fmla="*/ 20 h 2"/>
                  <a:gd name="T50" fmla="*/ 20 w 2"/>
                  <a:gd name="T51" fmla="*/ 20 h 2"/>
                  <a:gd name="T52" fmla="*/ 20 w 2"/>
                  <a:gd name="T53" fmla="*/ 20 h 2"/>
                  <a:gd name="T54" fmla="*/ 20 w 2"/>
                  <a:gd name="T55" fmla="*/ 20 h 2"/>
                  <a:gd name="T56" fmla="*/ 0 w 2"/>
                  <a:gd name="T57" fmla="*/ 20 h 2"/>
                  <a:gd name="T58" fmla="*/ 0 w 2"/>
                  <a:gd name="T59" fmla="*/ 20 h 2"/>
                  <a:gd name="T60" fmla="*/ 0 w 2"/>
                  <a:gd name="T61" fmla="*/ 33 h 2"/>
                  <a:gd name="T62" fmla="*/ 0 w 2"/>
                  <a:gd name="T63" fmla="*/ 33 h 2"/>
                  <a:gd name="T64" fmla="*/ 0 w 2"/>
                  <a:gd name="T65" fmla="*/ 33 h 2"/>
                  <a:gd name="T66" fmla="*/ 0 w 2"/>
                  <a:gd name="T67" fmla="*/ 20 h 2"/>
                  <a:gd name="T68" fmla="*/ 20 w 2"/>
                  <a:gd name="T69" fmla="*/ 20 h 2"/>
                  <a:gd name="T70" fmla="*/ 0 w 2"/>
                  <a:gd name="T71" fmla="*/ 33 h 2"/>
                  <a:gd name="T72" fmla="*/ 0 w 2"/>
                  <a:gd name="T73" fmla="*/ 33 h 2"/>
                  <a:gd name="T74" fmla="*/ 20 w 2"/>
                  <a:gd name="T75" fmla="*/ 33 h 2"/>
                  <a:gd name="T76" fmla="*/ 33 w 2"/>
                  <a:gd name="T77" fmla="*/ 33 h 2"/>
                  <a:gd name="T78" fmla="*/ 20 w 2"/>
                  <a:gd name="T79" fmla="*/ 20 h 2"/>
                  <a:gd name="T80" fmla="*/ 20 w 2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1" name="Freeform 1859">
                <a:extLst>
                  <a:ext uri="{FF2B5EF4-FFF2-40B4-BE49-F238E27FC236}">
                    <a16:creationId xmlns:a16="http://schemas.microsoft.com/office/drawing/2014/main" id="{14EB4753-F99B-4504-A6D2-B88C347FF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303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35 h 3"/>
                  <a:gd name="T4" fmla="*/ 20 w 2"/>
                  <a:gd name="T5" fmla="*/ 35 h 3"/>
                  <a:gd name="T6" fmla="*/ 20 w 2"/>
                  <a:gd name="T7" fmla="*/ 35 h 3"/>
                  <a:gd name="T8" fmla="*/ 33 w 2"/>
                  <a:gd name="T9" fmla="*/ 35 h 3"/>
                  <a:gd name="T10" fmla="*/ 33 w 2"/>
                  <a:gd name="T11" fmla="*/ 21 h 3"/>
                  <a:gd name="T12" fmla="*/ 20 w 2"/>
                  <a:gd name="T13" fmla="*/ 21 h 3"/>
                  <a:gd name="T14" fmla="*/ 0 w 2"/>
                  <a:gd name="T15" fmla="*/ 2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2" name="Freeform 1860">
                <a:extLst>
                  <a:ext uri="{FF2B5EF4-FFF2-40B4-BE49-F238E27FC236}">
                    <a16:creationId xmlns:a16="http://schemas.microsoft.com/office/drawing/2014/main" id="{8A66689C-5D99-4524-BCA7-E1811FF9EA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1" y="3125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0 w 3"/>
                  <a:gd name="T3" fmla="*/ 47 h 4"/>
                  <a:gd name="T4" fmla="*/ 0 w 3"/>
                  <a:gd name="T5" fmla="*/ 47 h 4"/>
                  <a:gd name="T6" fmla="*/ 0 w 3"/>
                  <a:gd name="T7" fmla="*/ 47 h 4"/>
                  <a:gd name="T8" fmla="*/ 0 w 3"/>
                  <a:gd name="T9" fmla="*/ 47 h 4"/>
                  <a:gd name="T10" fmla="*/ 0 w 3"/>
                  <a:gd name="T11" fmla="*/ 61 h 4"/>
                  <a:gd name="T12" fmla="*/ 28 w 3"/>
                  <a:gd name="T13" fmla="*/ 83 h 4"/>
                  <a:gd name="T14" fmla="*/ 37 w 3"/>
                  <a:gd name="T15" fmla="*/ 47 h 4"/>
                  <a:gd name="T16" fmla="*/ 37 w 3"/>
                  <a:gd name="T17" fmla="*/ 47 h 4"/>
                  <a:gd name="T18" fmla="*/ 37 w 3"/>
                  <a:gd name="T19" fmla="*/ 22 h 4"/>
                  <a:gd name="T20" fmla="*/ 28 w 3"/>
                  <a:gd name="T21" fmla="*/ 22 h 4"/>
                  <a:gd name="T22" fmla="*/ 28 w 3"/>
                  <a:gd name="T23" fmla="*/ 22 h 4"/>
                  <a:gd name="T24" fmla="*/ 28 w 3"/>
                  <a:gd name="T25" fmla="*/ 22 h 4"/>
                  <a:gd name="T26" fmla="*/ 28 w 3"/>
                  <a:gd name="T27" fmla="*/ 22 h 4"/>
                  <a:gd name="T28" fmla="*/ 0 w 3"/>
                  <a:gd name="T29" fmla="*/ 22 h 4"/>
                  <a:gd name="T30" fmla="*/ 12 w 3"/>
                  <a:gd name="T31" fmla="*/ 22 h 4"/>
                  <a:gd name="T32" fmla="*/ 12 w 3"/>
                  <a:gd name="T33" fmla="*/ 22 h 4"/>
                  <a:gd name="T34" fmla="*/ 12 w 3"/>
                  <a:gd name="T35" fmla="*/ 22 h 4"/>
                  <a:gd name="T36" fmla="*/ 12 w 3"/>
                  <a:gd name="T37" fmla="*/ 22 h 4"/>
                  <a:gd name="T38" fmla="*/ 28 w 3"/>
                  <a:gd name="T39" fmla="*/ 22 h 4"/>
                  <a:gd name="T40" fmla="*/ 28 w 3"/>
                  <a:gd name="T41" fmla="*/ 22 h 4"/>
                  <a:gd name="T42" fmla="*/ 28 w 3"/>
                  <a:gd name="T43" fmla="*/ 47 h 4"/>
                  <a:gd name="T44" fmla="*/ 37 w 3"/>
                  <a:gd name="T45" fmla="*/ 47 h 4"/>
                  <a:gd name="T46" fmla="*/ 28 w 3"/>
                  <a:gd name="T47" fmla="*/ 61 h 4"/>
                  <a:gd name="T48" fmla="*/ 12 w 3"/>
                  <a:gd name="T49" fmla="*/ 61 h 4"/>
                  <a:gd name="T50" fmla="*/ 12 w 3"/>
                  <a:gd name="T51" fmla="*/ 61 h 4"/>
                  <a:gd name="T52" fmla="*/ 12 w 3"/>
                  <a:gd name="T53" fmla="*/ 47 h 4"/>
                  <a:gd name="T54" fmla="*/ 12 w 3"/>
                  <a:gd name="T55" fmla="*/ 47 h 4"/>
                  <a:gd name="T56" fmla="*/ 28 w 3"/>
                  <a:gd name="T57" fmla="*/ 22 h 4"/>
                  <a:gd name="T58" fmla="*/ 28 w 3"/>
                  <a:gd name="T59" fmla="*/ 22 h 4"/>
                  <a:gd name="T60" fmla="*/ 28 w 3"/>
                  <a:gd name="T61" fmla="*/ 22 h 4"/>
                  <a:gd name="T62" fmla="*/ 28 w 3"/>
                  <a:gd name="T63" fmla="*/ 22 h 4"/>
                  <a:gd name="T64" fmla="*/ 12 w 3"/>
                  <a:gd name="T65" fmla="*/ 61 h 4"/>
                  <a:gd name="T66" fmla="*/ 12 w 3"/>
                  <a:gd name="T67" fmla="*/ 61 h 4"/>
                  <a:gd name="T68" fmla="*/ 28 w 3"/>
                  <a:gd name="T69" fmla="*/ 61 h 4"/>
                  <a:gd name="T70" fmla="*/ 12 w 3"/>
                  <a:gd name="T71" fmla="*/ 61 h 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3" name="Freeform 1861">
                <a:extLst>
                  <a:ext uri="{FF2B5EF4-FFF2-40B4-BE49-F238E27FC236}">
                    <a16:creationId xmlns:a16="http://schemas.microsoft.com/office/drawing/2014/main" id="{203D9311-DA0D-4F7B-A05B-A6E08F5621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1" y="312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20 h 2"/>
                  <a:gd name="T4" fmla="*/ 0 w 2"/>
                  <a:gd name="T5" fmla="*/ 20 h 2"/>
                  <a:gd name="T6" fmla="*/ 0 w 2"/>
                  <a:gd name="T7" fmla="*/ 20 h 2"/>
                  <a:gd name="T8" fmla="*/ 0 w 2"/>
                  <a:gd name="T9" fmla="*/ 20 h 2"/>
                  <a:gd name="T10" fmla="*/ 0 w 2"/>
                  <a:gd name="T11" fmla="*/ 20 h 2"/>
                  <a:gd name="T12" fmla="*/ 0 w 2"/>
                  <a:gd name="T13" fmla="*/ 20 h 2"/>
                  <a:gd name="T14" fmla="*/ 0 w 2"/>
                  <a:gd name="T15" fmla="*/ 33 h 2"/>
                  <a:gd name="T16" fmla="*/ 0 w 2"/>
                  <a:gd name="T17" fmla="*/ 33 h 2"/>
                  <a:gd name="T18" fmla="*/ 0 w 2"/>
                  <a:gd name="T19" fmla="*/ 20 h 2"/>
                  <a:gd name="T20" fmla="*/ 0 w 2"/>
                  <a:gd name="T21" fmla="*/ 20 h 2"/>
                  <a:gd name="T22" fmla="*/ 20 w 2"/>
                  <a:gd name="T23" fmla="*/ 0 h 2"/>
                  <a:gd name="T24" fmla="*/ 33 w 2"/>
                  <a:gd name="T25" fmla="*/ 20 h 2"/>
                  <a:gd name="T26" fmla="*/ 33 w 2"/>
                  <a:gd name="T27" fmla="*/ 20 h 2"/>
                  <a:gd name="T28" fmla="*/ 33 w 2"/>
                  <a:gd name="T29" fmla="*/ 20 h 2"/>
                  <a:gd name="T30" fmla="*/ 33 w 2"/>
                  <a:gd name="T31" fmla="*/ 20 h 2"/>
                  <a:gd name="T32" fmla="*/ 33 w 2"/>
                  <a:gd name="T33" fmla="*/ 20 h 2"/>
                  <a:gd name="T34" fmla="*/ 33 w 2"/>
                  <a:gd name="T35" fmla="*/ 20 h 2"/>
                  <a:gd name="T36" fmla="*/ 33 w 2"/>
                  <a:gd name="T37" fmla="*/ 20 h 2"/>
                  <a:gd name="T38" fmla="*/ 33 w 2"/>
                  <a:gd name="T39" fmla="*/ 20 h 2"/>
                  <a:gd name="T40" fmla="*/ 33 w 2"/>
                  <a:gd name="T41" fmla="*/ 20 h 2"/>
                  <a:gd name="T42" fmla="*/ 33 w 2"/>
                  <a:gd name="T43" fmla="*/ 20 h 2"/>
                  <a:gd name="T44" fmla="*/ 33 w 2"/>
                  <a:gd name="T45" fmla="*/ 20 h 2"/>
                  <a:gd name="T46" fmla="*/ 33 w 2"/>
                  <a:gd name="T47" fmla="*/ 20 h 2"/>
                  <a:gd name="T48" fmla="*/ 33 w 2"/>
                  <a:gd name="T49" fmla="*/ 20 h 2"/>
                  <a:gd name="T50" fmla="*/ 33 w 2"/>
                  <a:gd name="T51" fmla="*/ 0 h 2"/>
                  <a:gd name="T52" fmla="*/ 33 w 2"/>
                  <a:gd name="T53" fmla="*/ 0 h 2"/>
                  <a:gd name="T54" fmla="*/ 20 w 2"/>
                  <a:gd name="T55" fmla="*/ 0 h 2"/>
                  <a:gd name="T56" fmla="*/ 0 w 2"/>
                  <a:gd name="T57" fmla="*/ 20 h 2"/>
                  <a:gd name="T58" fmla="*/ 0 w 2"/>
                  <a:gd name="T59" fmla="*/ 20 h 2"/>
                  <a:gd name="T60" fmla="*/ 0 w 2"/>
                  <a:gd name="T61" fmla="*/ 20 h 2"/>
                  <a:gd name="T62" fmla="*/ 0 w 2"/>
                  <a:gd name="T63" fmla="*/ 20 h 2"/>
                  <a:gd name="T64" fmla="*/ 0 w 2"/>
                  <a:gd name="T65" fmla="*/ 20 h 2"/>
                  <a:gd name="T66" fmla="*/ 0 w 2"/>
                  <a:gd name="T67" fmla="*/ 20 h 2"/>
                  <a:gd name="T68" fmla="*/ 20 w 2"/>
                  <a:gd name="T69" fmla="*/ 20 h 2"/>
                  <a:gd name="T70" fmla="*/ 0 w 2"/>
                  <a:gd name="T71" fmla="*/ 20 h 2"/>
                  <a:gd name="T72" fmla="*/ 20 w 2"/>
                  <a:gd name="T73" fmla="*/ 33 h 2"/>
                  <a:gd name="T74" fmla="*/ 20 w 2"/>
                  <a:gd name="T75" fmla="*/ 33 h 2"/>
                  <a:gd name="T76" fmla="*/ 33 w 2"/>
                  <a:gd name="T77" fmla="*/ 20 h 2"/>
                  <a:gd name="T78" fmla="*/ 33 w 2"/>
                  <a:gd name="T79" fmla="*/ 20 h 2"/>
                  <a:gd name="T80" fmla="*/ 20 w 2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4" name="Freeform 1862">
                <a:extLst>
                  <a:ext uri="{FF2B5EF4-FFF2-40B4-BE49-F238E27FC236}">
                    <a16:creationId xmlns:a16="http://schemas.microsoft.com/office/drawing/2014/main" id="{2493F5EB-D9D7-4660-BC0A-55D3E44F7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1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33 h 2"/>
                  <a:gd name="T4" fmla="*/ 20 w 2"/>
                  <a:gd name="T5" fmla="*/ 33 h 2"/>
                  <a:gd name="T6" fmla="*/ 20 w 2"/>
                  <a:gd name="T7" fmla="*/ 33 h 2"/>
                  <a:gd name="T8" fmla="*/ 33 w 2"/>
                  <a:gd name="T9" fmla="*/ 20 h 2"/>
                  <a:gd name="T10" fmla="*/ 33 w 2"/>
                  <a:gd name="T11" fmla="*/ 0 h 2"/>
                  <a:gd name="T12" fmla="*/ 2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5" name="Freeform 1863">
                <a:extLst>
                  <a:ext uri="{FF2B5EF4-FFF2-40B4-BE49-F238E27FC236}">
                    <a16:creationId xmlns:a16="http://schemas.microsoft.com/office/drawing/2014/main" id="{0B636C2B-73E6-47D1-BF35-DF15071E2F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8" y="3099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21 h 3"/>
                  <a:gd name="T4" fmla="*/ 0 w 3"/>
                  <a:gd name="T5" fmla="*/ 35 h 3"/>
                  <a:gd name="T6" fmla="*/ 0 w 3"/>
                  <a:gd name="T7" fmla="*/ 35 h 3"/>
                  <a:gd name="T8" fmla="*/ 0 w 3"/>
                  <a:gd name="T9" fmla="*/ 35 h 3"/>
                  <a:gd name="T10" fmla="*/ 21 w 3"/>
                  <a:gd name="T11" fmla="*/ 56 h 3"/>
                  <a:gd name="T12" fmla="*/ 35 w 3"/>
                  <a:gd name="T13" fmla="*/ 56 h 3"/>
                  <a:gd name="T14" fmla="*/ 56 w 3"/>
                  <a:gd name="T15" fmla="*/ 35 h 3"/>
                  <a:gd name="T16" fmla="*/ 56 w 3"/>
                  <a:gd name="T17" fmla="*/ 35 h 3"/>
                  <a:gd name="T18" fmla="*/ 56 w 3"/>
                  <a:gd name="T19" fmla="*/ 21 h 3"/>
                  <a:gd name="T20" fmla="*/ 35 w 3"/>
                  <a:gd name="T21" fmla="*/ 21 h 3"/>
                  <a:gd name="T22" fmla="*/ 35 w 3"/>
                  <a:gd name="T23" fmla="*/ 21 h 3"/>
                  <a:gd name="T24" fmla="*/ 35 w 3"/>
                  <a:gd name="T25" fmla="*/ 21 h 3"/>
                  <a:gd name="T26" fmla="*/ 35 w 3"/>
                  <a:gd name="T27" fmla="*/ 0 h 3"/>
                  <a:gd name="T28" fmla="*/ 0 w 3"/>
                  <a:gd name="T29" fmla="*/ 21 h 3"/>
                  <a:gd name="T30" fmla="*/ 21 w 3"/>
                  <a:gd name="T31" fmla="*/ 21 h 3"/>
                  <a:gd name="T32" fmla="*/ 21 w 3"/>
                  <a:gd name="T33" fmla="*/ 21 h 3"/>
                  <a:gd name="T34" fmla="*/ 21 w 3"/>
                  <a:gd name="T35" fmla="*/ 21 h 3"/>
                  <a:gd name="T36" fmla="*/ 21 w 3"/>
                  <a:gd name="T37" fmla="*/ 21 h 3"/>
                  <a:gd name="T38" fmla="*/ 35 w 3"/>
                  <a:gd name="T39" fmla="*/ 21 h 3"/>
                  <a:gd name="T40" fmla="*/ 35 w 3"/>
                  <a:gd name="T41" fmla="*/ 21 h 3"/>
                  <a:gd name="T42" fmla="*/ 56 w 3"/>
                  <a:gd name="T43" fmla="*/ 21 h 3"/>
                  <a:gd name="T44" fmla="*/ 56 w 3"/>
                  <a:gd name="T45" fmla="*/ 35 h 3"/>
                  <a:gd name="T46" fmla="*/ 56 w 3"/>
                  <a:gd name="T47" fmla="*/ 35 h 3"/>
                  <a:gd name="T48" fmla="*/ 21 w 3"/>
                  <a:gd name="T49" fmla="*/ 56 h 3"/>
                  <a:gd name="T50" fmla="*/ 21 w 3"/>
                  <a:gd name="T51" fmla="*/ 56 h 3"/>
                  <a:gd name="T52" fmla="*/ 21 w 3"/>
                  <a:gd name="T53" fmla="*/ 35 h 3"/>
                  <a:gd name="T54" fmla="*/ 21 w 3"/>
                  <a:gd name="T55" fmla="*/ 35 h 3"/>
                  <a:gd name="T56" fmla="*/ 35 w 3"/>
                  <a:gd name="T57" fmla="*/ 21 h 3"/>
                  <a:gd name="T58" fmla="*/ 35 w 3"/>
                  <a:gd name="T59" fmla="*/ 21 h 3"/>
                  <a:gd name="T60" fmla="*/ 35 w 3"/>
                  <a:gd name="T61" fmla="*/ 21 h 3"/>
                  <a:gd name="T62" fmla="*/ 35 w 3"/>
                  <a:gd name="T63" fmla="*/ 21 h 3"/>
                  <a:gd name="T64" fmla="*/ 35 w 3"/>
                  <a:gd name="T65" fmla="*/ 56 h 3"/>
                  <a:gd name="T66" fmla="*/ 35 w 3"/>
                  <a:gd name="T67" fmla="*/ 56 h 3"/>
                  <a:gd name="T68" fmla="*/ 35 w 3"/>
                  <a:gd name="T69" fmla="*/ 56 h 3"/>
                  <a:gd name="T70" fmla="*/ 35 w 3"/>
                  <a:gd name="T71" fmla="*/ 56 h 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6" name="Freeform 1864">
                <a:extLst>
                  <a:ext uri="{FF2B5EF4-FFF2-40B4-BE49-F238E27FC236}">
                    <a16:creationId xmlns:a16="http://schemas.microsoft.com/office/drawing/2014/main" id="{5A30C7E6-0E8C-4079-BA5A-86DEC1F261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8" y="30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33 h 2"/>
                  <a:gd name="T4" fmla="*/ 0 w 2"/>
                  <a:gd name="T5" fmla="*/ 33 h 2"/>
                  <a:gd name="T6" fmla="*/ 0 w 2"/>
                  <a:gd name="T7" fmla="*/ 33 h 2"/>
                  <a:gd name="T8" fmla="*/ 0 w 2"/>
                  <a:gd name="T9" fmla="*/ 33 h 2"/>
                  <a:gd name="T10" fmla="*/ 0 w 2"/>
                  <a:gd name="T11" fmla="*/ 33 h 2"/>
                  <a:gd name="T12" fmla="*/ 0 w 2"/>
                  <a:gd name="T13" fmla="*/ 33 h 2"/>
                  <a:gd name="T14" fmla="*/ 20 w 2"/>
                  <a:gd name="T15" fmla="*/ 33 h 2"/>
                  <a:gd name="T16" fmla="*/ 20 w 2"/>
                  <a:gd name="T17" fmla="*/ 33 h 2"/>
                  <a:gd name="T18" fmla="*/ 20 w 2"/>
                  <a:gd name="T19" fmla="*/ 33 h 2"/>
                  <a:gd name="T20" fmla="*/ 0 w 2"/>
                  <a:gd name="T21" fmla="*/ 33 h 2"/>
                  <a:gd name="T22" fmla="*/ 20 w 2"/>
                  <a:gd name="T23" fmla="*/ 20 h 2"/>
                  <a:gd name="T24" fmla="*/ 33 w 2"/>
                  <a:gd name="T25" fmla="*/ 20 h 2"/>
                  <a:gd name="T26" fmla="*/ 33 w 2"/>
                  <a:gd name="T27" fmla="*/ 20 h 2"/>
                  <a:gd name="T28" fmla="*/ 33 w 2"/>
                  <a:gd name="T29" fmla="*/ 33 h 2"/>
                  <a:gd name="T30" fmla="*/ 33 w 2"/>
                  <a:gd name="T31" fmla="*/ 33 h 2"/>
                  <a:gd name="T32" fmla="*/ 33 w 2"/>
                  <a:gd name="T33" fmla="*/ 33 h 2"/>
                  <a:gd name="T34" fmla="*/ 33 w 2"/>
                  <a:gd name="T35" fmla="*/ 20 h 2"/>
                  <a:gd name="T36" fmla="*/ 33 w 2"/>
                  <a:gd name="T37" fmla="*/ 33 h 2"/>
                  <a:gd name="T38" fmla="*/ 33 w 2"/>
                  <a:gd name="T39" fmla="*/ 33 h 2"/>
                  <a:gd name="T40" fmla="*/ 33 w 2"/>
                  <a:gd name="T41" fmla="*/ 33 h 2"/>
                  <a:gd name="T42" fmla="*/ 33 w 2"/>
                  <a:gd name="T43" fmla="*/ 33 h 2"/>
                  <a:gd name="T44" fmla="*/ 33 w 2"/>
                  <a:gd name="T45" fmla="*/ 33 h 2"/>
                  <a:gd name="T46" fmla="*/ 33 w 2"/>
                  <a:gd name="T47" fmla="*/ 20 h 2"/>
                  <a:gd name="T48" fmla="*/ 33 w 2"/>
                  <a:gd name="T49" fmla="*/ 20 h 2"/>
                  <a:gd name="T50" fmla="*/ 33 w 2"/>
                  <a:gd name="T51" fmla="*/ 20 h 2"/>
                  <a:gd name="T52" fmla="*/ 33 w 2"/>
                  <a:gd name="T53" fmla="*/ 20 h 2"/>
                  <a:gd name="T54" fmla="*/ 20 w 2"/>
                  <a:gd name="T55" fmla="*/ 20 h 2"/>
                  <a:gd name="T56" fmla="*/ 20 w 2"/>
                  <a:gd name="T57" fmla="*/ 20 h 2"/>
                  <a:gd name="T58" fmla="*/ 0 w 2"/>
                  <a:gd name="T59" fmla="*/ 20 h 2"/>
                  <a:gd name="T60" fmla="*/ 0 w 2"/>
                  <a:gd name="T61" fmla="*/ 20 h 2"/>
                  <a:gd name="T62" fmla="*/ 0 w 2"/>
                  <a:gd name="T63" fmla="*/ 33 h 2"/>
                  <a:gd name="T64" fmla="*/ 0 w 2"/>
                  <a:gd name="T65" fmla="*/ 33 h 2"/>
                  <a:gd name="T66" fmla="*/ 20 w 2"/>
                  <a:gd name="T67" fmla="*/ 20 h 2"/>
                  <a:gd name="T68" fmla="*/ 20 w 2"/>
                  <a:gd name="T69" fmla="*/ 20 h 2"/>
                  <a:gd name="T70" fmla="*/ 20 w 2"/>
                  <a:gd name="T71" fmla="*/ 33 h 2"/>
                  <a:gd name="T72" fmla="*/ 20 w 2"/>
                  <a:gd name="T73" fmla="*/ 33 h 2"/>
                  <a:gd name="T74" fmla="*/ 33 w 2"/>
                  <a:gd name="T75" fmla="*/ 33 h 2"/>
                  <a:gd name="T76" fmla="*/ 33 w 2"/>
                  <a:gd name="T77" fmla="*/ 33 h 2"/>
                  <a:gd name="T78" fmla="*/ 33 w 2"/>
                  <a:gd name="T79" fmla="*/ 20 h 2"/>
                  <a:gd name="T80" fmla="*/ 20 w 2"/>
                  <a:gd name="T81" fmla="*/ 20 h 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7" name="Freeform 1865">
                <a:extLst>
                  <a:ext uri="{FF2B5EF4-FFF2-40B4-BE49-F238E27FC236}">
                    <a16:creationId xmlns:a16="http://schemas.microsoft.com/office/drawing/2014/main" id="{D590C45D-1B73-4AF4-A991-6B79D4E0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309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35 h 3"/>
                  <a:gd name="T4" fmla="*/ 20 w 2"/>
                  <a:gd name="T5" fmla="*/ 35 h 3"/>
                  <a:gd name="T6" fmla="*/ 20 w 2"/>
                  <a:gd name="T7" fmla="*/ 35 h 3"/>
                  <a:gd name="T8" fmla="*/ 33 w 2"/>
                  <a:gd name="T9" fmla="*/ 35 h 3"/>
                  <a:gd name="T10" fmla="*/ 33 w 2"/>
                  <a:gd name="T11" fmla="*/ 21 h 3"/>
                  <a:gd name="T12" fmla="*/ 20 w 2"/>
                  <a:gd name="T13" fmla="*/ 21 h 3"/>
                  <a:gd name="T14" fmla="*/ 0 w 2"/>
                  <a:gd name="T15" fmla="*/ 2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8" name="Freeform 1866">
                <a:extLst>
                  <a:ext uri="{FF2B5EF4-FFF2-40B4-BE49-F238E27FC236}">
                    <a16:creationId xmlns:a16="http://schemas.microsoft.com/office/drawing/2014/main" id="{E0D01A15-4D42-4B8B-95D1-F546950FA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896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0 w 4"/>
                  <a:gd name="T3" fmla="*/ 21 h 3"/>
                  <a:gd name="T4" fmla="*/ 20 w 4"/>
                  <a:gd name="T5" fmla="*/ 56 h 3"/>
                  <a:gd name="T6" fmla="*/ 33 w 4"/>
                  <a:gd name="T7" fmla="*/ 56 h 3"/>
                  <a:gd name="T8" fmla="*/ 50 w 4"/>
                  <a:gd name="T9" fmla="*/ 56 h 3"/>
                  <a:gd name="T10" fmla="*/ 63 w 4"/>
                  <a:gd name="T11" fmla="*/ 35 h 3"/>
                  <a:gd name="T12" fmla="*/ 50 w 4"/>
                  <a:gd name="T13" fmla="*/ 21 h 3"/>
                  <a:gd name="T14" fmla="*/ 63 w 4"/>
                  <a:gd name="T15" fmla="*/ 21 h 3"/>
                  <a:gd name="T16" fmla="*/ 63 w 4"/>
                  <a:gd name="T17" fmla="*/ 21 h 3"/>
                  <a:gd name="T18" fmla="*/ 50 w 4"/>
                  <a:gd name="T19" fmla="*/ 0 h 3"/>
                  <a:gd name="T20" fmla="*/ 20 w 4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9" name="Freeform 1867">
                <a:extLst>
                  <a:ext uri="{FF2B5EF4-FFF2-40B4-BE49-F238E27FC236}">
                    <a16:creationId xmlns:a16="http://schemas.microsoft.com/office/drawing/2014/main" id="{E98DFA61-AD3D-491D-A6C0-CDC39CCCD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896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0 h 3"/>
                  <a:gd name="T4" fmla="*/ 20 w 2"/>
                  <a:gd name="T5" fmla="*/ 0 h 3"/>
                  <a:gd name="T6" fmla="*/ 33 w 2"/>
                  <a:gd name="T7" fmla="*/ 21 h 3"/>
                  <a:gd name="T8" fmla="*/ 33 w 2"/>
                  <a:gd name="T9" fmla="*/ 21 h 3"/>
                  <a:gd name="T10" fmla="*/ 33 w 2"/>
                  <a:gd name="T11" fmla="*/ 21 h 3"/>
                  <a:gd name="T12" fmla="*/ 33 w 2"/>
                  <a:gd name="T13" fmla="*/ 21 h 3"/>
                  <a:gd name="T14" fmla="*/ 33 w 2"/>
                  <a:gd name="T15" fmla="*/ 35 h 3"/>
                  <a:gd name="T16" fmla="*/ 33 w 2"/>
                  <a:gd name="T17" fmla="*/ 35 h 3"/>
                  <a:gd name="T18" fmla="*/ 33 w 2"/>
                  <a:gd name="T19" fmla="*/ 35 h 3"/>
                  <a:gd name="T20" fmla="*/ 0 w 2"/>
                  <a:gd name="T21" fmla="*/ 35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0" name="Freeform 1868">
                <a:extLst>
                  <a:ext uri="{FF2B5EF4-FFF2-40B4-BE49-F238E27FC236}">
                    <a16:creationId xmlns:a16="http://schemas.microsoft.com/office/drawing/2014/main" id="{ACB36E00-C7F8-4672-A4F6-45A0005FFB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3" y="2861"/>
                <a:ext cx="8" cy="11"/>
              </a:xfrm>
              <a:custGeom>
                <a:avLst/>
                <a:gdLst>
                  <a:gd name="T0" fmla="*/ 35 w 3"/>
                  <a:gd name="T1" fmla="*/ 22 h 4"/>
                  <a:gd name="T2" fmla="*/ 21 w 3"/>
                  <a:gd name="T3" fmla="*/ 47 h 4"/>
                  <a:gd name="T4" fmla="*/ 21 w 3"/>
                  <a:gd name="T5" fmla="*/ 61 h 4"/>
                  <a:gd name="T6" fmla="*/ 35 w 3"/>
                  <a:gd name="T7" fmla="*/ 83 h 4"/>
                  <a:gd name="T8" fmla="*/ 56 w 3"/>
                  <a:gd name="T9" fmla="*/ 61 h 4"/>
                  <a:gd name="T10" fmla="*/ 56 w 3"/>
                  <a:gd name="T11" fmla="*/ 61 h 4"/>
                  <a:gd name="T12" fmla="*/ 56 w 3"/>
                  <a:gd name="T13" fmla="*/ 22 h 4"/>
                  <a:gd name="T14" fmla="*/ 35 w 3"/>
                  <a:gd name="T15" fmla="*/ 22 h 4"/>
                  <a:gd name="T16" fmla="*/ 56 w 3"/>
                  <a:gd name="T17" fmla="*/ 61 h 4"/>
                  <a:gd name="T18" fmla="*/ 56 w 3"/>
                  <a:gd name="T19" fmla="*/ 61 h 4"/>
                  <a:gd name="T20" fmla="*/ 56 w 3"/>
                  <a:gd name="T21" fmla="*/ 47 h 4"/>
                  <a:gd name="T22" fmla="*/ 56 w 3"/>
                  <a:gd name="T23" fmla="*/ 61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1"/>
                    </a:cubicBezTo>
                    <a:close/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1" name="Freeform 1869">
                <a:extLst>
                  <a:ext uri="{FF2B5EF4-FFF2-40B4-BE49-F238E27FC236}">
                    <a16:creationId xmlns:a16="http://schemas.microsoft.com/office/drawing/2014/main" id="{E9E1BC1F-DC73-4484-A460-516B134E2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859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33 w 4"/>
                  <a:gd name="T3" fmla="*/ 0 h 4"/>
                  <a:gd name="T4" fmla="*/ 20 w 4"/>
                  <a:gd name="T5" fmla="*/ 20 h 4"/>
                  <a:gd name="T6" fmla="*/ 20 w 4"/>
                  <a:gd name="T7" fmla="*/ 20 h 4"/>
                  <a:gd name="T8" fmla="*/ 0 w 4"/>
                  <a:gd name="T9" fmla="*/ 33 h 4"/>
                  <a:gd name="T10" fmla="*/ 0 w 4"/>
                  <a:gd name="T11" fmla="*/ 33 h 4"/>
                  <a:gd name="T12" fmla="*/ 33 w 4"/>
                  <a:gd name="T13" fmla="*/ 63 h 4"/>
                  <a:gd name="T14" fmla="*/ 63 w 4"/>
                  <a:gd name="T15" fmla="*/ 33 h 4"/>
                  <a:gd name="T16" fmla="*/ 63 w 4"/>
                  <a:gd name="T17" fmla="*/ 20 h 4"/>
                  <a:gd name="T18" fmla="*/ 33 w 4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2" name="Freeform 1870">
                <a:extLst>
                  <a:ext uri="{FF2B5EF4-FFF2-40B4-BE49-F238E27FC236}">
                    <a16:creationId xmlns:a16="http://schemas.microsoft.com/office/drawing/2014/main" id="{14807AD9-62D8-4723-AB7A-587084DE26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6" y="2797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33 w 4"/>
                  <a:gd name="T3" fmla="*/ 22 h 4"/>
                  <a:gd name="T4" fmla="*/ 33 w 4"/>
                  <a:gd name="T5" fmla="*/ 22 h 4"/>
                  <a:gd name="T6" fmla="*/ 20 w 4"/>
                  <a:gd name="T7" fmla="*/ 22 h 4"/>
                  <a:gd name="T8" fmla="*/ 20 w 4"/>
                  <a:gd name="T9" fmla="*/ 22 h 4"/>
                  <a:gd name="T10" fmla="*/ 0 w 4"/>
                  <a:gd name="T11" fmla="*/ 47 h 4"/>
                  <a:gd name="T12" fmla="*/ 20 w 4"/>
                  <a:gd name="T13" fmla="*/ 61 h 4"/>
                  <a:gd name="T14" fmla="*/ 20 w 4"/>
                  <a:gd name="T15" fmla="*/ 61 h 4"/>
                  <a:gd name="T16" fmla="*/ 33 w 4"/>
                  <a:gd name="T17" fmla="*/ 83 h 4"/>
                  <a:gd name="T18" fmla="*/ 63 w 4"/>
                  <a:gd name="T19" fmla="*/ 61 h 4"/>
                  <a:gd name="T20" fmla="*/ 63 w 4"/>
                  <a:gd name="T21" fmla="*/ 22 h 4"/>
                  <a:gd name="T22" fmla="*/ 50 w 4"/>
                  <a:gd name="T23" fmla="*/ 0 h 4"/>
                  <a:gd name="T24" fmla="*/ 33 w 4"/>
                  <a:gd name="T25" fmla="*/ 0 h 4"/>
                  <a:gd name="T26" fmla="*/ 50 w 4"/>
                  <a:gd name="T27" fmla="*/ 61 h 4"/>
                  <a:gd name="T28" fmla="*/ 50 w 4"/>
                  <a:gd name="T29" fmla="*/ 61 h 4"/>
                  <a:gd name="T30" fmla="*/ 33 w 4"/>
                  <a:gd name="T31" fmla="*/ 61 h 4"/>
                  <a:gd name="T32" fmla="*/ 50 w 4"/>
                  <a:gd name="T33" fmla="*/ 61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3" name="Freeform 1871">
                <a:extLst>
                  <a:ext uri="{FF2B5EF4-FFF2-40B4-BE49-F238E27FC236}">
                    <a16:creationId xmlns:a16="http://schemas.microsoft.com/office/drawing/2014/main" id="{091E2EF1-985C-4931-A859-7A9B79ECAC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3" y="2816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0 w 3"/>
                  <a:gd name="T3" fmla="*/ 61 h 4"/>
                  <a:gd name="T4" fmla="*/ 35 w 3"/>
                  <a:gd name="T5" fmla="*/ 83 h 4"/>
                  <a:gd name="T6" fmla="*/ 56 w 3"/>
                  <a:gd name="T7" fmla="*/ 47 h 4"/>
                  <a:gd name="T8" fmla="*/ 56 w 3"/>
                  <a:gd name="T9" fmla="*/ 47 h 4"/>
                  <a:gd name="T10" fmla="*/ 56 w 3"/>
                  <a:gd name="T11" fmla="*/ 47 h 4"/>
                  <a:gd name="T12" fmla="*/ 56 w 3"/>
                  <a:gd name="T13" fmla="*/ 22 h 4"/>
                  <a:gd name="T14" fmla="*/ 35 w 3"/>
                  <a:gd name="T15" fmla="*/ 0 h 4"/>
                  <a:gd name="T16" fmla="*/ 56 w 3"/>
                  <a:gd name="T17" fmla="*/ 47 h 4"/>
                  <a:gd name="T18" fmla="*/ 56 w 3"/>
                  <a:gd name="T19" fmla="*/ 47 h 4"/>
                  <a:gd name="T20" fmla="*/ 35 w 3"/>
                  <a:gd name="T21" fmla="*/ 61 h 4"/>
                  <a:gd name="T22" fmla="*/ 56 w 3"/>
                  <a:gd name="T23" fmla="*/ 47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4" name="Freeform 1872">
                <a:extLst>
                  <a:ext uri="{FF2B5EF4-FFF2-40B4-BE49-F238E27FC236}">
                    <a16:creationId xmlns:a16="http://schemas.microsoft.com/office/drawing/2014/main" id="{44D9C7CF-0697-4D3F-B0D9-1E498BE29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827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35 h 3"/>
                  <a:gd name="T4" fmla="*/ 35 w 3"/>
                  <a:gd name="T5" fmla="*/ 56 h 3"/>
                  <a:gd name="T6" fmla="*/ 56 w 3"/>
                  <a:gd name="T7" fmla="*/ 35 h 3"/>
                  <a:gd name="T8" fmla="*/ 56 w 3"/>
                  <a:gd name="T9" fmla="*/ 21 h 3"/>
                  <a:gd name="T10" fmla="*/ 35 w 3"/>
                  <a:gd name="T11" fmla="*/ 0 h 3"/>
                  <a:gd name="T12" fmla="*/ 0 w 3"/>
                  <a:gd name="T13" fmla="*/ 2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5" name="Freeform 1873">
                <a:extLst>
                  <a:ext uri="{FF2B5EF4-FFF2-40B4-BE49-F238E27FC236}">
                    <a16:creationId xmlns:a16="http://schemas.microsoft.com/office/drawing/2014/main" id="{EA98CA40-A821-423D-A704-ACE31BB96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848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0 w 4"/>
                  <a:gd name="T3" fmla="*/ 47 h 4"/>
                  <a:gd name="T4" fmla="*/ 33 w 4"/>
                  <a:gd name="T5" fmla="*/ 83 h 4"/>
                  <a:gd name="T6" fmla="*/ 50 w 4"/>
                  <a:gd name="T7" fmla="*/ 61 h 4"/>
                  <a:gd name="T8" fmla="*/ 63 w 4"/>
                  <a:gd name="T9" fmla="*/ 47 h 4"/>
                  <a:gd name="T10" fmla="*/ 63 w 4"/>
                  <a:gd name="T11" fmla="*/ 47 h 4"/>
                  <a:gd name="T12" fmla="*/ 50 w 4"/>
                  <a:gd name="T13" fmla="*/ 0 h 4"/>
                  <a:gd name="T14" fmla="*/ 20 w 4"/>
                  <a:gd name="T15" fmla="*/ 2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6" name="Freeform 1874">
                <a:extLst>
                  <a:ext uri="{FF2B5EF4-FFF2-40B4-BE49-F238E27FC236}">
                    <a16:creationId xmlns:a16="http://schemas.microsoft.com/office/drawing/2014/main" id="{89D40768-C852-4A6A-9BF8-79B3FBBE4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827"/>
                <a:ext cx="8" cy="10"/>
              </a:xfrm>
              <a:custGeom>
                <a:avLst/>
                <a:gdLst>
                  <a:gd name="T0" fmla="*/ 0 w 3"/>
                  <a:gd name="T1" fmla="*/ 20 h 4"/>
                  <a:gd name="T2" fmla="*/ 0 w 3"/>
                  <a:gd name="T3" fmla="*/ 20 h 4"/>
                  <a:gd name="T4" fmla="*/ 0 w 3"/>
                  <a:gd name="T5" fmla="*/ 33 h 4"/>
                  <a:gd name="T6" fmla="*/ 0 w 3"/>
                  <a:gd name="T7" fmla="*/ 50 h 4"/>
                  <a:gd name="T8" fmla="*/ 0 w 3"/>
                  <a:gd name="T9" fmla="*/ 50 h 4"/>
                  <a:gd name="T10" fmla="*/ 21 w 3"/>
                  <a:gd name="T11" fmla="*/ 63 h 4"/>
                  <a:gd name="T12" fmla="*/ 21 w 3"/>
                  <a:gd name="T13" fmla="*/ 63 h 4"/>
                  <a:gd name="T14" fmla="*/ 35 w 3"/>
                  <a:gd name="T15" fmla="*/ 63 h 4"/>
                  <a:gd name="T16" fmla="*/ 35 w 3"/>
                  <a:gd name="T17" fmla="*/ 63 h 4"/>
                  <a:gd name="T18" fmla="*/ 35 w 3"/>
                  <a:gd name="T19" fmla="*/ 63 h 4"/>
                  <a:gd name="T20" fmla="*/ 56 w 3"/>
                  <a:gd name="T21" fmla="*/ 50 h 4"/>
                  <a:gd name="T22" fmla="*/ 56 w 3"/>
                  <a:gd name="T23" fmla="*/ 33 h 4"/>
                  <a:gd name="T24" fmla="*/ 56 w 3"/>
                  <a:gd name="T25" fmla="*/ 33 h 4"/>
                  <a:gd name="T26" fmla="*/ 56 w 3"/>
                  <a:gd name="T27" fmla="*/ 20 h 4"/>
                  <a:gd name="T28" fmla="*/ 35 w 3"/>
                  <a:gd name="T29" fmla="*/ 20 h 4"/>
                  <a:gd name="T30" fmla="*/ 35 w 3"/>
                  <a:gd name="T31" fmla="*/ 20 h 4"/>
                  <a:gd name="T32" fmla="*/ 0 w 3"/>
                  <a:gd name="T33" fmla="*/ 20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7" name="Freeform 1875">
                <a:extLst>
                  <a:ext uri="{FF2B5EF4-FFF2-40B4-BE49-F238E27FC236}">
                    <a16:creationId xmlns:a16="http://schemas.microsoft.com/office/drawing/2014/main" id="{2BB12D4D-BEE4-4730-84F7-BC366954B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747"/>
                <a:ext cx="13" cy="18"/>
              </a:xfrm>
              <a:custGeom>
                <a:avLst/>
                <a:gdLst>
                  <a:gd name="T0" fmla="*/ 55 w 5"/>
                  <a:gd name="T1" fmla="*/ 21 h 7"/>
                  <a:gd name="T2" fmla="*/ 21 w 5"/>
                  <a:gd name="T3" fmla="*/ 21 h 7"/>
                  <a:gd name="T4" fmla="*/ 0 w 5"/>
                  <a:gd name="T5" fmla="*/ 54 h 7"/>
                  <a:gd name="T6" fmla="*/ 0 w 5"/>
                  <a:gd name="T7" fmla="*/ 67 h 7"/>
                  <a:gd name="T8" fmla="*/ 0 w 5"/>
                  <a:gd name="T9" fmla="*/ 67 h 7"/>
                  <a:gd name="T10" fmla="*/ 0 w 5"/>
                  <a:gd name="T11" fmla="*/ 67 h 7"/>
                  <a:gd name="T12" fmla="*/ 0 w 5"/>
                  <a:gd name="T13" fmla="*/ 85 h 7"/>
                  <a:gd name="T14" fmla="*/ 34 w 5"/>
                  <a:gd name="T15" fmla="*/ 118 h 7"/>
                  <a:gd name="T16" fmla="*/ 68 w 5"/>
                  <a:gd name="T17" fmla="*/ 85 h 7"/>
                  <a:gd name="T18" fmla="*/ 68 w 5"/>
                  <a:gd name="T19" fmla="*/ 67 h 7"/>
                  <a:gd name="T20" fmla="*/ 88 w 5"/>
                  <a:gd name="T21" fmla="*/ 54 h 7"/>
                  <a:gd name="T22" fmla="*/ 88 w 5"/>
                  <a:gd name="T23" fmla="*/ 54 h 7"/>
                  <a:gd name="T24" fmla="*/ 88 w 5"/>
                  <a:gd name="T25" fmla="*/ 54 h 7"/>
                  <a:gd name="T26" fmla="*/ 88 w 5"/>
                  <a:gd name="T27" fmla="*/ 33 h 7"/>
                  <a:gd name="T28" fmla="*/ 88 w 5"/>
                  <a:gd name="T29" fmla="*/ 21 h 7"/>
                  <a:gd name="T30" fmla="*/ 55 w 5"/>
                  <a:gd name="T31" fmla="*/ 21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" h="7">
                    <a:moveTo>
                      <a:pt x="3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8" name="Freeform 1876">
                <a:extLst>
                  <a:ext uri="{FF2B5EF4-FFF2-40B4-BE49-F238E27FC236}">
                    <a16:creationId xmlns:a16="http://schemas.microsoft.com/office/drawing/2014/main" id="{6EC3BBE9-3ED4-4215-B209-81761C98A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752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20 w 4"/>
                  <a:gd name="T3" fmla="*/ 21 h 3"/>
                  <a:gd name="T4" fmla="*/ 20 w 4"/>
                  <a:gd name="T5" fmla="*/ 21 h 3"/>
                  <a:gd name="T6" fmla="*/ 20 w 4"/>
                  <a:gd name="T7" fmla="*/ 0 h 3"/>
                  <a:gd name="T8" fmla="*/ 33 w 4"/>
                  <a:gd name="T9" fmla="*/ 0 h 3"/>
                  <a:gd name="T10" fmla="*/ 50 w 4"/>
                  <a:gd name="T11" fmla="*/ 21 h 3"/>
                  <a:gd name="T12" fmla="*/ 50 w 4"/>
                  <a:gd name="T13" fmla="*/ 35 h 3"/>
                  <a:gd name="T14" fmla="*/ 20 w 4"/>
                  <a:gd name="T15" fmla="*/ 35 h 3"/>
                  <a:gd name="T16" fmla="*/ 20 w 4"/>
                  <a:gd name="T17" fmla="*/ 0 h 3"/>
                  <a:gd name="T18" fmla="*/ 0 w 4"/>
                  <a:gd name="T19" fmla="*/ 35 h 3"/>
                  <a:gd name="T20" fmla="*/ 20 w 4"/>
                  <a:gd name="T21" fmla="*/ 56 h 3"/>
                  <a:gd name="T22" fmla="*/ 33 w 4"/>
                  <a:gd name="T23" fmla="*/ 56 h 3"/>
                  <a:gd name="T24" fmla="*/ 50 w 4"/>
                  <a:gd name="T25" fmla="*/ 35 h 3"/>
                  <a:gd name="T26" fmla="*/ 50 w 4"/>
                  <a:gd name="T27" fmla="*/ 0 h 3"/>
                  <a:gd name="T28" fmla="*/ 20 w 4"/>
                  <a:gd name="T29" fmla="*/ 0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9" name="Freeform 1877">
                <a:extLst>
                  <a:ext uri="{FF2B5EF4-FFF2-40B4-BE49-F238E27FC236}">
                    <a16:creationId xmlns:a16="http://schemas.microsoft.com/office/drawing/2014/main" id="{E61F2707-A1D9-4285-8FAE-2233B26EB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760"/>
                <a:ext cx="12" cy="8"/>
              </a:xfrm>
              <a:custGeom>
                <a:avLst/>
                <a:gdLst>
                  <a:gd name="T0" fmla="*/ 0 w 5"/>
                  <a:gd name="T1" fmla="*/ 35 h 3"/>
                  <a:gd name="T2" fmla="*/ 0 w 5"/>
                  <a:gd name="T3" fmla="*/ 56 h 3"/>
                  <a:gd name="T4" fmla="*/ 70 w 5"/>
                  <a:gd name="T5" fmla="*/ 0 h 3"/>
                  <a:gd name="T6" fmla="*/ 41 w 5"/>
                  <a:gd name="T7" fmla="*/ 0 h 3"/>
                  <a:gd name="T8" fmla="*/ 0 w 5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4" y="2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0" name="Freeform 1878">
                <a:extLst>
                  <a:ext uri="{FF2B5EF4-FFF2-40B4-BE49-F238E27FC236}">
                    <a16:creationId xmlns:a16="http://schemas.microsoft.com/office/drawing/2014/main" id="{1C93B47E-6925-49AA-99BF-19BC02813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77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0 w 3"/>
                  <a:gd name="T3" fmla="*/ 35 h 3"/>
                  <a:gd name="T4" fmla="*/ 21 w 3"/>
                  <a:gd name="T5" fmla="*/ 56 h 3"/>
                  <a:gd name="T6" fmla="*/ 56 w 3"/>
                  <a:gd name="T7" fmla="*/ 0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1"/>
                      <a:pt x="3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1" name="Freeform 1879">
                <a:extLst>
                  <a:ext uri="{FF2B5EF4-FFF2-40B4-BE49-F238E27FC236}">
                    <a16:creationId xmlns:a16="http://schemas.microsoft.com/office/drawing/2014/main" id="{7325419A-87E8-4776-8391-A5B79C38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808"/>
                <a:ext cx="13" cy="11"/>
              </a:xfrm>
              <a:custGeom>
                <a:avLst/>
                <a:gdLst>
                  <a:gd name="T0" fmla="*/ 0 w 5"/>
                  <a:gd name="T1" fmla="*/ 61 h 4"/>
                  <a:gd name="T2" fmla="*/ 0 w 5"/>
                  <a:gd name="T3" fmla="*/ 83 h 4"/>
                  <a:gd name="T4" fmla="*/ 88 w 5"/>
                  <a:gd name="T5" fmla="*/ 0 h 4"/>
                  <a:gd name="T6" fmla="*/ 55 w 5"/>
                  <a:gd name="T7" fmla="*/ 0 h 4"/>
                  <a:gd name="T8" fmla="*/ 0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4" y="3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2" name="Freeform 1880">
                <a:extLst>
                  <a:ext uri="{FF2B5EF4-FFF2-40B4-BE49-F238E27FC236}">
                    <a16:creationId xmlns:a16="http://schemas.microsoft.com/office/drawing/2014/main" id="{9C6F3CD5-9E47-4E20-8A00-2A72B1FF3C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1" y="2787"/>
                <a:ext cx="20" cy="18"/>
              </a:xfrm>
              <a:custGeom>
                <a:avLst/>
                <a:gdLst>
                  <a:gd name="T0" fmla="*/ 63 w 8"/>
                  <a:gd name="T1" fmla="*/ 0 h 7"/>
                  <a:gd name="T2" fmla="*/ 33 w 8"/>
                  <a:gd name="T3" fmla="*/ 0 h 7"/>
                  <a:gd name="T4" fmla="*/ 20 w 8"/>
                  <a:gd name="T5" fmla="*/ 21 h 7"/>
                  <a:gd name="T6" fmla="*/ 20 w 8"/>
                  <a:gd name="T7" fmla="*/ 100 h 7"/>
                  <a:gd name="T8" fmla="*/ 63 w 8"/>
                  <a:gd name="T9" fmla="*/ 118 h 7"/>
                  <a:gd name="T10" fmla="*/ 125 w 8"/>
                  <a:gd name="T11" fmla="*/ 67 h 7"/>
                  <a:gd name="T12" fmla="*/ 95 w 8"/>
                  <a:gd name="T13" fmla="*/ 0 h 7"/>
                  <a:gd name="T14" fmla="*/ 63 w 8"/>
                  <a:gd name="T15" fmla="*/ 0 h 7"/>
                  <a:gd name="T16" fmla="*/ 63 w 8"/>
                  <a:gd name="T17" fmla="*/ 54 h 7"/>
                  <a:gd name="T18" fmla="*/ 63 w 8"/>
                  <a:gd name="T19" fmla="*/ 54 h 7"/>
                  <a:gd name="T20" fmla="*/ 63 w 8"/>
                  <a:gd name="T21" fmla="*/ 67 h 7"/>
                  <a:gd name="T22" fmla="*/ 63 w 8"/>
                  <a:gd name="T23" fmla="*/ 67 h 7"/>
                  <a:gd name="T24" fmla="*/ 63 w 8"/>
                  <a:gd name="T25" fmla="*/ 54 h 7"/>
                  <a:gd name="T26" fmla="*/ 63 w 8"/>
                  <a:gd name="T27" fmla="*/ 54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4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6" y="7"/>
                      <a:pt x="7" y="6"/>
                      <a:pt x="8" y="4"/>
                    </a:cubicBezTo>
                    <a:cubicBezTo>
                      <a:pt x="8" y="3"/>
                      <a:pt x="8" y="1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  <a:close/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3" name="Freeform 1881">
                <a:extLst>
                  <a:ext uri="{FF2B5EF4-FFF2-40B4-BE49-F238E27FC236}">
                    <a16:creationId xmlns:a16="http://schemas.microsoft.com/office/drawing/2014/main" id="{58334F4C-26E6-4C0D-8A33-D91BCF2898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3" y="2789"/>
                <a:ext cx="13" cy="14"/>
              </a:xfrm>
              <a:custGeom>
                <a:avLst/>
                <a:gdLst>
                  <a:gd name="T0" fmla="*/ 34 w 5"/>
                  <a:gd name="T1" fmla="*/ 0 h 5"/>
                  <a:gd name="T2" fmla="*/ 21 w 5"/>
                  <a:gd name="T3" fmla="*/ 48 h 5"/>
                  <a:gd name="T4" fmla="*/ 34 w 5"/>
                  <a:gd name="T5" fmla="*/ 87 h 5"/>
                  <a:gd name="T6" fmla="*/ 34 w 5"/>
                  <a:gd name="T7" fmla="*/ 87 h 5"/>
                  <a:gd name="T8" fmla="*/ 34 w 5"/>
                  <a:gd name="T9" fmla="*/ 87 h 5"/>
                  <a:gd name="T10" fmla="*/ 68 w 5"/>
                  <a:gd name="T11" fmla="*/ 87 h 5"/>
                  <a:gd name="T12" fmla="*/ 68 w 5"/>
                  <a:gd name="T13" fmla="*/ 22 h 5"/>
                  <a:gd name="T14" fmla="*/ 34 w 5"/>
                  <a:gd name="T15" fmla="*/ 0 h 5"/>
                  <a:gd name="T16" fmla="*/ 34 w 5"/>
                  <a:gd name="T17" fmla="*/ 48 h 5"/>
                  <a:gd name="T18" fmla="*/ 55 w 5"/>
                  <a:gd name="T19" fmla="*/ 48 h 5"/>
                  <a:gd name="T20" fmla="*/ 55 w 5"/>
                  <a:gd name="T21" fmla="*/ 48 h 5"/>
                  <a:gd name="T22" fmla="*/ 55 w 5"/>
                  <a:gd name="T23" fmla="*/ 48 h 5"/>
                  <a:gd name="T24" fmla="*/ 55 w 5"/>
                  <a:gd name="T25" fmla="*/ 62 h 5"/>
                  <a:gd name="T26" fmla="*/ 34 w 5"/>
                  <a:gd name="T27" fmla="*/ 48 h 5"/>
                  <a:gd name="T28" fmla="*/ 34 w 5"/>
                  <a:gd name="T29" fmla="*/ 48 h 5"/>
                  <a:gd name="T30" fmla="*/ 34 w 5"/>
                  <a:gd name="T31" fmla="*/ 48 h 5"/>
                  <a:gd name="T32" fmla="*/ 34 w 5"/>
                  <a:gd name="T33" fmla="*/ 48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3"/>
                      <a:pt x="5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4" name="Freeform 1882">
                <a:extLst>
                  <a:ext uri="{FF2B5EF4-FFF2-40B4-BE49-F238E27FC236}">
                    <a16:creationId xmlns:a16="http://schemas.microsoft.com/office/drawing/2014/main" id="{EC741A2F-3EA6-433D-942C-58C7128175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8" y="2792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21 w 3"/>
                  <a:gd name="T3" fmla="*/ 56 h 3"/>
                  <a:gd name="T4" fmla="*/ 56 w 3"/>
                  <a:gd name="T5" fmla="*/ 35 h 3"/>
                  <a:gd name="T6" fmla="*/ 56 w 3"/>
                  <a:gd name="T7" fmla="*/ 35 h 3"/>
                  <a:gd name="T8" fmla="*/ 56 w 3"/>
                  <a:gd name="T9" fmla="*/ 35 h 3"/>
                  <a:gd name="T10" fmla="*/ 56 w 3"/>
                  <a:gd name="T11" fmla="*/ 21 h 3"/>
                  <a:gd name="T12" fmla="*/ 56 w 3"/>
                  <a:gd name="T13" fmla="*/ 21 h 3"/>
                  <a:gd name="T14" fmla="*/ 35 w 3"/>
                  <a:gd name="T15" fmla="*/ 0 h 3"/>
                  <a:gd name="T16" fmla="*/ 0 w 3"/>
                  <a:gd name="T17" fmla="*/ 21 h 3"/>
                  <a:gd name="T18" fmla="*/ 35 w 3"/>
                  <a:gd name="T19" fmla="*/ 35 h 3"/>
                  <a:gd name="T20" fmla="*/ 35 w 3"/>
                  <a:gd name="T21" fmla="*/ 56 h 3"/>
                  <a:gd name="T22" fmla="*/ 35 w 3"/>
                  <a:gd name="T23" fmla="*/ 35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5" name="Freeform 1883">
                <a:extLst>
                  <a:ext uri="{FF2B5EF4-FFF2-40B4-BE49-F238E27FC236}">
                    <a16:creationId xmlns:a16="http://schemas.microsoft.com/office/drawing/2014/main" id="{A274528E-8DF0-4161-B635-EB569F0FE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800"/>
                <a:ext cx="12" cy="11"/>
              </a:xfrm>
              <a:custGeom>
                <a:avLst/>
                <a:gdLst>
                  <a:gd name="T0" fmla="*/ 0 w 5"/>
                  <a:gd name="T1" fmla="*/ 47 h 4"/>
                  <a:gd name="T2" fmla="*/ 0 w 5"/>
                  <a:gd name="T3" fmla="*/ 83 h 4"/>
                  <a:gd name="T4" fmla="*/ 70 w 5"/>
                  <a:gd name="T5" fmla="*/ 0 h 4"/>
                  <a:gd name="T6" fmla="*/ 58 w 5"/>
                  <a:gd name="T7" fmla="*/ 0 h 4"/>
                  <a:gd name="T8" fmla="*/ 0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4" y="2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6" name="Freeform 1884">
                <a:extLst>
                  <a:ext uri="{FF2B5EF4-FFF2-40B4-BE49-F238E27FC236}">
                    <a16:creationId xmlns:a16="http://schemas.microsoft.com/office/drawing/2014/main" id="{2ECB8F5B-A554-4772-8248-7676CCCE08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8" y="2888"/>
                <a:ext cx="20" cy="21"/>
              </a:xfrm>
              <a:custGeom>
                <a:avLst/>
                <a:gdLst>
                  <a:gd name="T0" fmla="*/ 63 w 8"/>
                  <a:gd name="T1" fmla="*/ 0 h 8"/>
                  <a:gd name="T2" fmla="*/ 33 w 8"/>
                  <a:gd name="T3" fmla="*/ 0 h 8"/>
                  <a:gd name="T4" fmla="*/ 20 w 8"/>
                  <a:gd name="T5" fmla="*/ 21 h 8"/>
                  <a:gd name="T6" fmla="*/ 20 w 8"/>
                  <a:gd name="T7" fmla="*/ 110 h 8"/>
                  <a:gd name="T8" fmla="*/ 63 w 8"/>
                  <a:gd name="T9" fmla="*/ 123 h 8"/>
                  <a:gd name="T10" fmla="*/ 125 w 8"/>
                  <a:gd name="T11" fmla="*/ 76 h 8"/>
                  <a:gd name="T12" fmla="*/ 95 w 8"/>
                  <a:gd name="T13" fmla="*/ 21 h 8"/>
                  <a:gd name="T14" fmla="*/ 63 w 8"/>
                  <a:gd name="T15" fmla="*/ 0 h 8"/>
                  <a:gd name="T16" fmla="*/ 63 w 8"/>
                  <a:gd name="T17" fmla="*/ 55 h 8"/>
                  <a:gd name="T18" fmla="*/ 63 w 8"/>
                  <a:gd name="T19" fmla="*/ 76 h 8"/>
                  <a:gd name="T20" fmla="*/ 63 w 8"/>
                  <a:gd name="T21" fmla="*/ 76 h 8"/>
                  <a:gd name="T22" fmla="*/ 63 w 8"/>
                  <a:gd name="T23" fmla="*/ 76 h 8"/>
                  <a:gd name="T24" fmla="*/ 63 w 8"/>
                  <a:gd name="T25" fmla="*/ 55 h 8"/>
                  <a:gd name="T26" fmla="*/ 63 w 8"/>
                  <a:gd name="T27" fmla="*/ 55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7"/>
                      <a:pt x="3" y="8"/>
                      <a:pt x="4" y="7"/>
                    </a:cubicBezTo>
                    <a:cubicBezTo>
                      <a:pt x="6" y="7"/>
                      <a:pt x="7" y="6"/>
                      <a:pt x="8" y="4"/>
                    </a:cubicBezTo>
                    <a:cubicBezTo>
                      <a:pt x="8" y="3"/>
                      <a:pt x="8" y="1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  <a:close/>
                    <a:moveTo>
                      <a:pt x="4" y="3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7" name="Freeform 1885">
                <a:extLst>
                  <a:ext uri="{FF2B5EF4-FFF2-40B4-BE49-F238E27FC236}">
                    <a16:creationId xmlns:a16="http://schemas.microsoft.com/office/drawing/2014/main" id="{81A98B04-CB75-4C7B-B454-233FD4F04B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3" y="2891"/>
                <a:ext cx="10" cy="13"/>
              </a:xfrm>
              <a:custGeom>
                <a:avLst/>
                <a:gdLst>
                  <a:gd name="T0" fmla="*/ 20 w 4"/>
                  <a:gd name="T1" fmla="*/ 0 h 5"/>
                  <a:gd name="T2" fmla="*/ 0 w 4"/>
                  <a:gd name="T3" fmla="*/ 55 h 5"/>
                  <a:gd name="T4" fmla="*/ 20 w 4"/>
                  <a:gd name="T5" fmla="*/ 88 h 5"/>
                  <a:gd name="T6" fmla="*/ 20 w 4"/>
                  <a:gd name="T7" fmla="*/ 68 h 5"/>
                  <a:gd name="T8" fmla="*/ 20 w 4"/>
                  <a:gd name="T9" fmla="*/ 88 h 5"/>
                  <a:gd name="T10" fmla="*/ 50 w 4"/>
                  <a:gd name="T11" fmla="*/ 68 h 5"/>
                  <a:gd name="T12" fmla="*/ 50 w 4"/>
                  <a:gd name="T13" fmla="*/ 21 h 5"/>
                  <a:gd name="T14" fmla="*/ 20 w 4"/>
                  <a:gd name="T15" fmla="*/ 0 h 5"/>
                  <a:gd name="T16" fmla="*/ 20 w 4"/>
                  <a:gd name="T17" fmla="*/ 34 h 5"/>
                  <a:gd name="T18" fmla="*/ 33 w 4"/>
                  <a:gd name="T19" fmla="*/ 34 h 5"/>
                  <a:gd name="T20" fmla="*/ 33 w 4"/>
                  <a:gd name="T21" fmla="*/ 55 h 5"/>
                  <a:gd name="T22" fmla="*/ 33 w 4"/>
                  <a:gd name="T23" fmla="*/ 55 h 5"/>
                  <a:gd name="T24" fmla="*/ 33 w 4"/>
                  <a:gd name="T25" fmla="*/ 55 h 5"/>
                  <a:gd name="T26" fmla="*/ 20 w 4"/>
                  <a:gd name="T27" fmla="*/ 55 h 5"/>
                  <a:gd name="T28" fmla="*/ 20 w 4"/>
                  <a:gd name="T29" fmla="*/ 55 h 5"/>
                  <a:gd name="T30" fmla="*/ 20 w 4"/>
                  <a:gd name="T31" fmla="*/ 34 h 5"/>
                  <a:gd name="T32" fmla="*/ 20 w 4"/>
                  <a:gd name="T33" fmla="*/ 34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3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8" name="Freeform 1886">
                <a:extLst>
                  <a:ext uri="{FF2B5EF4-FFF2-40B4-BE49-F238E27FC236}">
                    <a16:creationId xmlns:a16="http://schemas.microsoft.com/office/drawing/2014/main" id="{1595A342-CE44-473A-BEAA-F5AAEF40D6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6" y="2893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12 w 3"/>
                  <a:gd name="T3" fmla="*/ 61 h 4"/>
                  <a:gd name="T4" fmla="*/ 37 w 3"/>
                  <a:gd name="T5" fmla="*/ 61 h 4"/>
                  <a:gd name="T6" fmla="*/ 37 w 3"/>
                  <a:gd name="T7" fmla="*/ 47 h 4"/>
                  <a:gd name="T8" fmla="*/ 37 w 3"/>
                  <a:gd name="T9" fmla="*/ 47 h 4"/>
                  <a:gd name="T10" fmla="*/ 37 w 3"/>
                  <a:gd name="T11" fmla="*/ 47 h 4"/>
                  <a:gd name="T12" fmla="*/ 37 w 3"/>
                  <a:gd name="T13" fmla="*/ 47 h 4"/>
                  <a:gd name="T14" fmla="*/ 28 w 3"/>
                  <a:gd name="T15" fmla="*/ 0 h 4"/>
                  <a:gd name="T16" fmla="*/ 0 w 3"/>
                  <a:gd name="T17" fmla="*/ 22 h 4"/>
                  <a:gd name="T18" fmla="*/ 28 w 3"/>
                  <a:gd name="T19" fmla="*/ 61 h 4"/>
                  <a:gd name="T20" fmla="*/ 28 w 3"/>
                  <a:gd name="T21" fmla="*/ 61 h 4"/>
                  <a:gd name="T22" fmla="*/ 28 w 3"/>
                  <a:gd name="T23" fmla="*/ 61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9" name="Freeform 1887">
                <a:extLst>
                  <a:ext uri="{FF2B5EF4-FFF2-40B4-BE49-F238E27FC236}">
                    <a16:creationId xmlns:a16="http://schemas.microsoft.com/office/drawing/2014/main" id="{947DA0B8-BAB0-463E-8862-3D40B65B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901"/>
                <a:ext cx="13" cy="11"/>
              </a:xfrm>
              <a:custGeom>
                <a:avLst/>
                <a:gdLst>
                  <a:gd name="T0" fmla="*/ 0 w 5"/>
                  <a:gd name="T1" fmla="*/ 61 h 4"/>
                  <a:gd name="T2" fmla="*/ 0 w 5"/>
                  <a:gd name="T3" fmla="*/ 83 h 4"/>
                  <a:gd name="T4" fmla="*/ 88 w 5"/>
                  <a:gd name="T5" fmla="*/ 0 h 4"/>
                  <a:gd name="T6" fmla="*/ 68 w 5"/>
                  <a:gd name="T7" fmla="*/ 0 h 4"/>
                  <a:gd name="T8" fmla="*/ 0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4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0" name="Freeform 1888">
                <a:extLst>
                  <a:ext uri="{FF2B5EF4-FFF2-40B4-BE49-F238E27FC236}">
                    <a16:creationId xmlns:a16="http://schemas.microsoft.com/office/drawing/2014/main" id="{98B230B3-B1BB-4F97-BB2E-60528AC28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832"/>
                <a:ext cx="12" cy="16"/>
              </a:xfrm>
              <a:custGeom>
                <a:avLst/>
                <a:gdLst>
                  <a:gd name="T0" fmla="*/ 58 w 5"/>
                  <a:gd name="T1" fmla="*/ 0 h 6"/>
                  <a:gd name="T2" fmla="*/ 29 w 5"/>
                  <a:gd name="T3" fmla="*/ 77 h 6"/>
                  <a:gd name="T4" fmla="*/ 0 w 5"/>
                  <a:gd name="T5" fmla="*/ 93 h 6"/>
                  <a:gd name="T6" fmla="*/ 0 w 5"/>
                  <a:gd name="T7" fmla="*/ 115 h 6"/>
                  <a:gd name="T8" fmla="*/ 41 w 5"/>
                  <a:gd name="T9" fmla="*/ 93 h 6"/>
                  <a:gd name="T10" fmla="*/ 70 w 5"/>
                  <a:gd name="T11" fmla="*/ 0 h 6"/>
                  <a:gd name="T12" fmla="*/ 58 w 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1"/>
                      <a:pt x="3" y="3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4" y="4"/>
                      <a:pt x="5" y="2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1" name="Freeform 1889">
                <a:extLst>
                  <a:ext uri="{FF2B5EF4-FFF2-40B4-BE49-F238E27FC236}">
                    <a16:creationId xmlns:a16="http://schemas.microsoft.com/office/drawing/2014/main" id="{B9FB0830-093C-41C0-89EB-FA2B18859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840"/>
                <a:ext cx="8" cy="13"/>
              </a:xfrm>
              <a:custGeom>
                <a:avLst/>
                <a:gdLst>
                  <a:gd name="T0" fmla="*/ 21 w 3"/>
                  <a:gd name="T1" fmla="*/ 0 h 5"/>
                  <a:gd name="T2" fmla="*/ 0 w 3"/>
                  <a:gd name="T3" fmla="*/ 68 h 5"/>
                  <a:gd name="T4" fmla="*/ 21 w 3"/>
                  <a:gd name="T5" fmla="*/ 88 h 5"/>
                  <a:gd name="T6" fmla="*/ 35 w 3"/>
                  <a:gd name="T7" fmla="*/ 0 h 5"/>
                  <a:gd name="T8" fmla="*/ 21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3"/>
                      <a:pt x="3" y="2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2" name="Freeform 1890">
                <a:extLst>
                  <a:ext uri="{FF2B5EF4-FFF2-40B4-BE49-F238E27FC236}">
                    <a16:creationId xmlns:a16="http://schemas.microsoft.com/office/drawing/2014/main" id="{FB0D5900-E292-4A4D-8E17-5BA04EF30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853"/>
                <a:ext cx="13" cy="14"/>
              </a:xfrm>
              <a:custGeom>
                <a:avLst/>
                <a:gdLst>
                  <a:gd name="T0" fmla="*/ 68 w 5"/>
                  <a:gd name="T1" fmla="*/ 0 h 5"/>
                  <a:gd name="T2" fmla="*/ 21 w 5"/>
                  <a:gd name="T3" fmla="*/ 62 h 5"/>
                  <a:gd name="T4" fmla="*/ 0 w 5"/>
                  <a:gd name="T5" fmla="*/ 87 h 5"/>
                  <a:gd name="T6" fmla="*/ 21 w 5"/>
                  <a:gd name="T7" fmla="*/ 109 h 5"/>
                  <a:gd name="T8" fmla="*/ 21 w 5"/>
                  <a:gd name="T9" fmla="*/ 109 h 5"/>
                  <a:gd name="T10" fmla="*/ 88 w 5"/>
                  <a:gd name="T11" fmla="*/ 0 h 5"/>
                  <a:gd name="T12" fmla="*/ 68 w 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2"/>
                      <a:pt x="3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5" y="3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3" name="Freeform 1891">
                <a:extLst>
                  <a:ext uri="{FF2B5EF4-FFF2-40B4-BE49-F238E27FC236}">
                    <a16:creationId xmlns:a16="http://schemas.microsoft.com/office/drawing/2014/main" id="{D6073557-659A-48C4-8134-86F08B683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976"/>
                <a:ext cx="10" cy="8"/>
              </a:xfrm>
              <a:custGeom>
                <a:avLst/>
                <a:gdLst>
                  <a:gd name="T0" fmla="*/ 0 w 4"/>
                  <a:gd name="T1" fmla="*/ 35 h 3"/>
                  <a:gd name="T2" fmla="*/ 0 w 4"/>
                  <a:gd name="T3" fmla="*/ 56 h 3"/>
                  <a:gd name="T4" fmla="*/ 63 w 4"/>
                  <a:gd name="T5" fmla="*/ 0 h 3"/>
                  <a:gd name="T6" fmla="*/ 50 w 4"/>
                  <a:gd name="T7" fmla="*/ 0 h 3"/>
                  <a:gd name="T8" fmla="*/ 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4" name="Freeform 1892">
                <a:extLst>
                  <a:ext uri="{FF2B5EF4-FFF2-40B4-BE49-F238E27FC236}">
                    <a16:creationId xmlns:a16="http://schemas.microsoft.com/office/drawing/2014/main" id="{2FC0CEE2-F6A9-493C-8639-426A57F26C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1" y="2971"/>
                <a:ext cx="15" cy="13"/>
              </a:xfrm>
              <a:custGeom>
                <a:avLst/>
                <a:gdLst>
                  <a:gd name="T0" fmla="*/ 33 w 6"/>
                  <a:gd name="T1" fmla="*/ 21 h 5"/>
                  <a:gd name="T2" fmla="*/ 0 w 6"/>
                  <a:gd name="T3" fmla="*/ 55 h 5"/>
                  <a:gd name="T4" fmla="*/ 20 w 6"/>
                  <a:gd name="T5" fmla="*/ 68 h 5"/>
                  <a:gd name="T6" fmla="*/ 50 w 6"/>
                  <a:gd name="T7" fmla="*/ 88 h 5"/>
                  <a:gd name="T8" fmla="*/ 83 w 6"/>
                  <a:gd name="T9" fmla="*/ 68 h 5"/>
                  <a:gd name="T10" fmla="*/ 63 w 6"/>
                  <a:gd name="T11" fmla="*/ 68 h 5"/>
                  <a:gd name="T12" fmla="*/ 63 w 6"/>
                  <a:gd name="T13" fmla="*/ 68 h 5"/>
                  <a:gd name="T14" fmla="*/ 33 w 6"/>
                  <a:gd name="T15" fmla="*/ 68 h 5"/>
                  <a:gd name="T16" fmla="*/ 50 w 6"/>
                  <a:gd name="T17" fmla="*/ 55 h 5"/>
                  <a:gd name="T18" fmla="*/ 33 w 6"/>
                  <a:gd name="T19" fmla="*/ 34 h 5"/>
                  <a:gd name="T20" fmla="*/ 33 w 6"/>
                  <a:gd name="T21" fmla="*/ 34 h 5"/>
                  <a:gd name="T22" fmla="*/ 33 w 6"/>
                  <a:gd name="T23" fmla="*/ 68 h 5"/>
                  <a:gd name="T24" fmla="*/ 20 w 6"/>
                  <a:gd name="T25" fmla="*/ 34 h 5"/>
                  <a:gd name="T26" fmla="*/ 20 w 6"/>
                  <a:gd name="T27" fmla="*/ 21 h 5"/>
                  <a:gd name="T28" fmla="*/ 33 w 6"/>
                  <a:gd name="T29" fmla="*/ 21 h 5"/>
                  <a:gd name="T30" fmla="*/ 63 w 6"/>
                  <a:gd name="T31" fmla="*/ 21 h 5"/>
                  <a:gd name="T32" fmla="*/ 83 w 6"/>
                  <a:gd name="T33" fmla="*/ 55 h 5"/>
                  <a:gd name="T34" fmla="*/ 83 w 6"/>
                  <a:gd name="T35" fmla="*/ 55 h 5"/>
                  <a:gd name="T36" fmla="*/ 63 w 6"/>
                  <a:gd name="T37" fmla="*/ 55 h 5"/>
                  <a:gd name="T38" fmla="*/ 95 w 6"/>
                  <a:gd name="T39" fmla="*/ 88 h 5"/>
                  <a:gd name="T40" fmla="*/ 95 w 6"/>
                  <a:gd name="T41" fmla="*/ 88 h 5"/>
                  <a:gd name="T42" fmla="*/ 95 w 6"/>
                  <a:gd name="T43" fmla="*/ 68 h 5"/>
                  <a:gd name="T44" fmla="*/ 95 w 6"/>
                  <a:gd name="T45" fmla="*/ 55 h 5"/>
                  <a:gd name="T46" fmla="*/ 83 w 6"/>
                  <a:gd name="T47" fmla="*/ 21 h 5"/>
                  <a:gd name="T48" fmla="*/ 50 w 6"/>
                  <a:gd name="T49" fmla="*/ 21 h 5"/>
                  <a:gd name="T50" fmla="*/ 50 w 6"/>
                  <a:gd name="T51" fmla="*/ 21 h 5"/>
                  <a:gd name="T52" fmla="*/ 50 w 6"/>
                  <a:gd name="T53" fmla="*/ 21 h 5"/>
                  <a:gd name="T54" fmla="*/ 33 w 6"/>
                  <a:gd name="T55" fmla="*/ 21 h 5"/>
                  <a:gd name="T56" fmla="*/ 63 w 6"/>
                  <a:gd name="T57" fmla="*/ 21 h 5"/>
                  <a:gd name="T58" fmla="*/ 33 w 6"/>
                  <a:gd name="T59" fmla="*/ 21 h 5"/>
                  <a:gd name="T60" fmla="*/ 50 w 6"/>
                  <a:gd name="T61" fmla="*/ 55 h 5"/>
                  <a:gd name="T62" fmla="*/ 50 w 6"/>
                  <a:gd name="T63" fmla="*/ 68 h 5"/>
                  <a:gd name="T64" fmla="*/ 63 w 6"/>
                  <a:gd name="T65" fmla="*/ 68 h 5"/>
                  <a:gd name="T66" fmla="*/ 63 w 6"/>
                  <a:gd name="T67" fmla="*/ 55 h 5"/>
                  <a:gd name="T68" fmla="*/ 63 w 6"/>
                  <a:gd name="T69" fmla="*/ 55 h 5"/>
                  <a:gd name="T70" fmla="*/ 50 w 6"/>
                  <a:gd name="T71" fmla="*/ 55 h 5"/>
                  <a:gd name="T72" fmla="*/ 50 w 6"/>
                  <a:gd name="T73" fmla="*/ 88 h 5"/>
                  <a:gd name="T74" fmla="*/ 50 w 6"/>
                  <a:gd name="T75" fmla="*/ 88 h 5"/>
                  <a:gd name="T76" fmla="*/ 50 w 6"/>
                  <a:gd name="T77" fmla="*/ 88 h 5"/>
                  <a:gd name="T78" fmla="*/ 50 w 6"/>
                  <a:gd name="T79" fmla="*/ 88 h 5"/>
                  <a:gd name="T80" fmla="*/ 50 w 6"/>
                  <a:gd name="T81" fmla="*/ 88 h 5"/>
                  <a:gd name="T82" fmla="*/ 50 w 6"/>
                  <a:gd name="T83" fmla="*/ 88 h 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5" y="4"/>
                      <a:pt x="5" y="4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5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  <a:moveTo>
                      <a:pt x="3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5" name="Freeform 1893">
                <a:extLst>
                  <a:ext uri="{FF2B5EF4-FFF2-40B4-BE49-F238E27FC236}">
                    <a16:creationId xmlns:a16="http://schemas.microsoft.com/office/drawing/2014/main" id="{003D59C3-7977-4881-B382-1110BADBC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71"/>
                <a:ext cx="10" cy="13"/>
              </a:xfrm>
              <a:custGeom>
                <a:avLst/>
                <a:gdLst>
                  <a:gd name="T0" fmla="*/ 33 w 4"/>
                  <a:gd name="T1" fmla="*/ 0 h 5"/>
                  <a:gd name="T2" fmla="*/ 0 w 4"/>
                  <a:gd name="T3" fmla="*/ 34 h 5"/>
                  <a:gd name="T4" fmla="*/ 0 w 4"/>
                  <a:gd name="T5" fmla="*/ 34 h 5"/>
                  <a:gd name="T6" fmla="*/ 0 w 4"/>
                  <a:gd name="T7" fmla="*/ 55 h 5"/>
                  <a:gd name="T8" fmla="*/ 0 w 4"/>
                  <a:gd name="T9" fmla="*/ 55 h 5"/>
                  <a:gd name="T10" fmla="*/ 20 w 4"/>
                  <a:gd name="T11" fmla="*/ 68 h 5"/>
                  <a:gd name="T12" fmla="*/ 50 w 4"/>
                  <a:gd name="T13" fmla="*/ 68 h 5"/>
                  <a:gd name="T14" fmla="*/ 63 w 4"/>
                  <a:gd name="T15" fmla="*/ 34 h 5"/>
                  <a:gd name="T16" fmla="*/ 33 w 4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6" name="Freeform 1894">
                <a:extLst>
                  <a:ext uri="{FF2B5EF4-FFF2-40B4-BE49-F238E27FC236}">
                    <a16:creationId xmlns:a16="http://schemas.microsoft.com/office/drawing/2014/main" id="{1D5F8BC3-D2A4-4981-AF1C-1FEAE19B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981"/>
                <a:ext cx="10" cy="8"/>
              </a:xfrm>
              <a:custGeom>
                <a:avLst/>
                <a:gdLst>
                  <a:gd name="T0" fmla="*/ 0 w 4"/>
                  <a:gd name="T1" fmla="*/ 35 h 3"/>
                  <a:gd name="T2" fmla="*/ 0 w 4"/>
                  <a:gd name="T3" fmla="*/ 56 h 3"/>
                  <a:gd name="T4" fmla="*/ 63 w 4"/>
                  <a:gd name="T5" fmla="*/ 0 h 3"/>
                  <a:gd name="T6" fmla="*/ 50 w 4"/>
                  <a:gd name="T7" fmla="*/ 0 h 3"/>
                  <a:gd name="T8" fmla="*/ 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4" y="2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7" name="Freeform 1895">
                <a:extLst>
                  <a:ext uri="{FF2B5EF4-FFF2-40B4-BE49-F238E27FC236}">
                    <a16:creationId xmlns:a16="http://schemas.microsoft.com/office/drawing/2014/main" id="{2C4354A4-4614-497F-A495-83D69977B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867"/>
                <a:ext cx="7" cy="13"/>
              </a:xfrm>
              <a:custGeom>
                <a:avLst/>
                <a:gdLst>
                  <a:gd name="T0" fmla="*/ 0 w 3"/>
                  <a:gd name="T1" fmla="*/ 68 h 5"/>
                  <a:gd name="T2" fmla="*/ 12 w 3"/>
                  <a:gd name="T3" fmla="*/ 88 h 5"/>
                  <a:gd name="T4" fmla="*/ 37 w 3"/>
                  <a:gd name="T5" fmla="*/ 21 h 5"/>
                  <a:gd name="T6" fmla="*/ 28 w 3"/>
                  <a:gd name="T7" fmla="*/ 0 h 5"/>
                  <a:gd name="T8" fmla="*/ 0 w 3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8" name="Freeform 1896">
                <a:extLst>
                  <a:ext uri="{FF2B5EF4-FFF2-40B4-BE49-F238E27FC236}">
                    <a16:creationId xmlns:a16="http://schemas.microsoft.com/office/drawing/2014/main" id="{5F536820-BF32-4409-91F0-E4D289338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8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56 h 3"/>
                  <a:gd name="T4" fmla="*/ 33 w 2"/>
                  <a:gd name="T5" fmla="*/ 21 h 3"/>
                  <a:gd name="T6" fmla="*/ 20 w 2"/>
                  <a:gd name="T7" fmla="*/ 0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9" name="Freeform 1897">
                <a:extLst>
                  <a:ext uri="{FF2B5EF4-FFF2-40B4-BE49-F238E27FC236}">
                    <a16:creationId xmlns:a16="http://schemas.microsoft.com/office/drawing/2014/main" id="{8BC7585B-3EEA-4D54-A634-9F97902B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3016"/>
                <a:ext cx="17" cy="19"/>
              </a:xfrm>
              <a:custGeom>
                <a:avLst/>
                <a:gdLst>
                  <a:gd name="T0" fmla="*/ 41 w 7"/>
                  <a:gd name="T1" fmla="*/ 22 h 7"/>
                  <a:gd name="T2" fmla="*/ 29 w 7"/>
                  <a:gd name="T3" fmla="*/ 22 h 7"/>
                  <a:gd name="T4" fmla="*/ 29 w 7"/>
                  <a:gd name="T5" fmla="*/ 38 h 7"/>
                  <a:gd name="T6" fmla="*/ 12 w 7"/>
                  <a:gd name="T7" fmla="*/ 38 h 7"/>
                  <a:gd name="T8" fmla="*/ 0 w 7"/>
                  <a:gd name="T9" fmla="*/ 81 h 7"/>
                  <a:gd name="T10" fmla="*/ 0 w 7"/>
                  <a:gd name="T11" fmla="*/ 81 h 7"/>
                  <a:gd name="T12" fmla="*/ 12 w 7"/>
                  <a:gd name="T13" fmla="*/ 103 h 7"/>
                  <a:gd name="T14" fmla="*/ 12 w 7"/>
                  <a:gd name="T15" fmla="*/ 117 h 7"/>
                  <a:gd name="T16" fmla="*/ 29 w 7"/>
                  <a:gd name="T17" fmla="*/ 141 h 7"/>
                  <a:gd name="T18" fmla="*/ 58 w 7"/>
                  <a:gd name="T19" fmla="*/ 117 h 7"/>
                  <a:gd name="T20" fmla="*/ 100 w 7"/>
                  <a:gd name="T21" fmla="*/ 81 h 7"/>
                  <a:gd name="T22" fmla="*/ 100 w 7"/>
                  <a:gd name="T23" fmla="*/ 60 h 7"/>
                  <a:gd name="T24" fmla="*/ 100 w 7"/>
                  <a:gd name="T25" fmla="*/ 38 h 7"/>
                  <a:gd name="T26" fmla="*/ 87 w 7"/>
                  <a:gd name="T27" fmla="*/ 38 h 7"/>
                  <a:gd name="T28" fmla="*/ 87 w 7"/>
                  <a:gd name="T29" fmla="*/ 38 h 7"/>
                  <a:gd name="T30" fmla="*/ 41 w 7"/>
                  <a:gd name="T31" fmla="*/ 22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7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5" y="6"/>
                      <a:pt x="6" y="6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0" name="Freeform 1898">
                <a:extLst>
                  <a:ext uri="{FF2B5EF4-FFF2-40B4-BE49-F238E27FC236}">
                    <a16:creationId xmlns:a16="http://schemas.microsoft.com/office/drawing/2014/main" id="{2EAC24E4-CD65-4A48-A1E0-4E75D125D6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3" y="302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0 w 3"/>
                  <a:gd name="T3" fmla="*/ 21 h 3"/>
                  <a:gd name="T4" fmla="*/ 0 w 3"/>
                  <a:gd name="T5" fmla="*/ 35 h 3"/>
                  <a:gd name="T6" fmla="*/ 21 w 3"/>
                  <a:gd name="T7" fmla="*/ 56 h 3"/>
                  <a:gd name="T8" fmla="*/ 35 w 3"/>
                  <a:gd name="T9" fmla="*/ 35 h 3"/>
                  <a:gd name="T10" fmla="*/ 35 w 3"/>
                  <a:gd name="T11" fmla="*/ 35 h 3"/>
                  <a:gd name="T12" fmla="*/ 35 w 3"/>
                  <a:gd name="T13" fmla="*/ 21 h 3"/>
                  <a:gd name="T14" fmla="*/ 21 w 3"/>
                  <a:gd name="T15" fmla="*/ 0 h 3"/>
                  <a:gd name="T16" fmla="*/ 35 w 3"/>
                  <a:gd name="T17" fmla="*/ 35 h 3"/>
                  <a:gd name="T18" fmla="*/ 35 w 3"/>
                  <a:gd name="T19" fmla="*/ 35 h 3"/>
                  <a:gd name="T20" fmla="*/ 56 w 3"/>
                  <a:gd name="T21" fmla="*/ 21 h 3"/>
                  <a:gd name="T22" fmla="*/ 35 w 3"/>
                  <a:gd name="T23" fmla="*/ 35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1" name="Freeform 1899">
                <a:extLst>
                  <a:ext uri="{FF2B5EF4-FFF2-40B4-BE49-F238E27FC236}">
                    <a16:creationId xmlns:a16="http://schemas.microsoft.com/office/drawing/2014/main" id="{78967D6A-9A94-4F40-A1AF-EC679EC18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302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56 h 3"/>
                  <a:gd name="T4" fmla="*/ 37 w 3"/>
                  <a:gd name="T5" fmla="*/ 21 h 3"/>
                  <a:gd name="T6" fmla="*/ 28 w 3"/>
                  <a:gd name="T7" fmla="*/ 0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2" name="Freeform 1900">
                <a:extLst>
                  <a:ext uri="{FF2B5EF4-FFF2-40B4-BE49-F238E27FC236}">
                    <a16:creationId xmlns:a16="http://schemas.microsoft.com/office/drawing/2014/main" id="{EEBB831A-F44D-4F36-8B06-42C41A8E1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992"/>
                <a:ext cx="18" cy="19"/>
              </a:xfrm>
              <a:custGeom>
                <a:avLst/>
                <a:gdLst>
                  <a:gd name="T0" fmla="*/ 54 w 7"/>
                  <a:gd name="T1" fmla="*/ 22 h 7"/>
                  <a:gd name="T2" fmla="*/ 33 w 7"/>
                  <a:gd name="T3" fmla="*/ 22 h 7"/>
                  <a:gd name="T4" fmla="*/ 33 w 7"/>
                  <a:gd name="T5" fmla="*/ 38 h 7"/>
                  <a:gd name="T6" fmla="*/ 21 w 7"/>
                  <a:gd name="T7" fmla="*/ 38 h 7"/>
                  <a:gd name="T8" fmla="*/ 0 w 7"/>
                  <a:gd name="T9" fmla="*/ 81 h 7"/>
                  <a:gd name="T10" fmla="*/ 0 w 7"/>
                  <a:gd name="T11" fmla="*/ 81 h 7"/>
                  <a:gd name="T12" fmla="*/ 21 w 7"/>
                  <a:gd name="T13" fmla="*/ 117 h 7"/>
                  <a:gd name="T14" fmla="*/ 21 w 7"/>
                  <a:gd name="T15" fmla="*/ 117 h 7"/>
                  <a:gd name="T16" fmla="*/ 33 w 7"/>
                  <a:gd name="T17" fmla="*/ 141 h 7"/>
                  <a:gd name="T18" fmla="*/ 67 w 7"/>
                  <a:gd name="T19" fmla="*/ 141 h 7"/>
                  <a:gd name="T20" fmla="*/ 118 w 7"/>
                  <a:gd name="T21" fmla="*/ 81 h 7"/>
                  <a:gd name="T22" fmla="*/ 118 w 7"/>
                  <a:gd name="T23" fmla="*/ 60 h 7"/>
                  <a:gd name="T24" fmla="*/ 118 w 7"/>
                  <a:gd name="T25" fmla="*/ 38 h 7"/>
                  <a:gd name="T26" fmla="*/ 100 w 7"/>
                  <a:gd name="T27" fmla="*/ 38 h 7"/>
                  <a:gd name="T28" fmla="*/ 100 w 7"/>
                  <a:gd name="T29" fmla="*/ 38 h 7"/>
                  <a:gd name="T30" fmla="*/ 54 w 7"/>
                  <a:gd name="T31" fmla="*/ 22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6"/>
                      <a:pt x="6" y="6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3" name="Freeform 1901">
                <a:extLst>
                  <a:ext uri="{FF2B5EF4-FFF2-40B4-BE49-F238E27FC236}">
                    <a16:creationId xmlns:a16="http://schemas.microsoft.com/office/drawing/2014/main" id="{4378C7B2-68A0-4ECC-81F9-56BB764739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61" y="299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0 w 3"/>
                  <a:gd name="T3" fmla="*/ 21 h 3"/>
                  <a:gd name="T4" fmla="*/ 0 w 3"/>
                  <a:gd name="T5" fmla="*/ 56 h 3"/>
                  <a:gd name="T6" fmla="*/ 12 w 3"/>
                  <a:gd name="T7" fmla="*/ 56 h 3"/>
                  <a:gd name="T8" fmla="*/ 28 w 3"/>
                  <a:gd name="T9" fmla="*/ 35 h 3"/>
                  <a:gd name="T10" fmla="*/ 28 w 3"/>
                  <a:gd name="T11" fmla="*/ 56 h 3"/>
                  <a:gd name="T12" fmla="*/ 28 w 3"/>
                  <a:gd name="T13" fmla="*/ 21 h 3"/>
                  <a:gd name="T14" fmla="*/ 12 w 3"/>
                  <a:gd name="T15" fmla="*/ 0 h 3"/>
                  <a:gd name="T16" fmla="*/ 28 w 3"/>
                  <a:gd name="T17" fmla="*/ 35 h 3"/>
                  <a:gd name="T18" fmla="*/ 28 w 3"/>
                  <a:gd name="T19" fmla="*/ 35 h 3"/>
                  <a:gd name="T20" fmla="*/ 28 w 3"/>
                  <a:gd name="T21" fmla="*/ 21 h 3"/>
                  <a:gd name="T22" fmla="*/ 28 w 3"/>
                  <a:gd name="T23" fmla="*/ 35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4" name="Freeform 1902">
                <a:extLst>
                  <a:ext uri="{FF2B5EF4-FFF2-40B4-BE49-F238E27FC236}">
                    <a16:creationId xmlns:a16="http://schemas.microsoft.com/office/drawing/2014/main" id="{88170F7B-0C9A-402D-8B32-47440CC81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008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0 w 3"/>
                  <a:gd name="T3" fmla="*/ 33 h 2"/>
                  <a:gd name="T4" fmla="*/ 56 w 3"/>
                  <a:gd name="T5" fmla="*/ 0 h 2"/>
                  <a:gd name="T6" fmla="*/ 35 w 3"/>
                  <a:gd name="T7" fmla="*/ 0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5" name="Freeform 1903">
                <a:extLst>
                  <a:ext uri="{FF2B5EF4-FFF2-40B4-BE49-F238E27FC236}">
                    <a16:creationId xmlns:a16="http://schemas.microsoft.com/office/drawing/2014/main" id="{24005502-9FA1-412F-A078-F0655DDE4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899"/>
                <a:ext cx="17" cy="16"/>
              </a:xfrm>
              <a:custGeom>
                <a:avLst/>
                <a:gdLst>
                  <a:gd name="T0" fmla="*/ 41 w 7"/>
                  <a:gd name="T1" fmla="*/ 0 h 6"/>
                  <a:gd name="T2" fmla="*/ 29 w 7"/>
                  <a:gd name="T3" fmla="*/ 0 h 6"/>
                  <a:gd name="T4" fmla="*/ 29 w 7"/>
                  <a:gd name="T5" fmla="*/ 21 h 6"/>
                  <a:gd name="T6" fmla="*/ 12 w 7"/>
                  <a:gd name="T7" fmla="*/ 21 h 6"/>
                  <a:gd name="T8" fmla="*/ 0 w 7"/>
                  <a:gd name="T9" fmla="*/ 56 h 6"/>
                  <a:gd name="T10" fmla="*/ 0 w 7"/>
                  <a:gd name="T11" fmla="*/ 77 h 6"/>
                  <a:gd name="T12" fmla="*/ 12 w 7"/>
                  <a:gd name="T13" fmla="*/ 93 h 6"/>
                  <a:gd name="T14" fmla="*/ 12 w 7"/>
                  <a:gd name="T15" fmla="*/ 93 h 6"/>
                  <a:gd name="T16" fmla="*/ 29 w 7"/>
                  <a:gd name="T17" fmla="*/ 115 h 6"/>
                  <a:gd name="T18" fmla="*/ 58 w 7"/>
                  <a:gd name="T19" fmla="*/ 115 h 6"/>
                  <a:gd name="T20" fmla="*/ 87 w 7"/>
                  <a:gd name="T21" fmla="*/ 77 h 6"/>
                  <a:gd name="T22" fmla="*/ 100 w 7"/>
                  <a:gd name="T23" fmla="*/ 56 h 6"/>
                  <a:gd name="T24" fmla="*/ 87 w 7"/>
                  <a:gd name="T25" fmla="*/ 35 h 6"/>
                  <a:gd name="T26" fmla="*/ 70 w 7"/>
                  <a:gd name="T27" fmla="*/ 21 h 6"/>
                  <a:gd name="T28" fmla="*/ 70 w 7"/>
                  <a:gd name="T29" fmla="*/ 21 h 6"/>
                  <a:gd name="T30" fmla="*/ 41 w 7"/>
                  <a:gd name="T31" fmla="*/ 0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2"/>
                      <a:pt x="6" y="2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6" name="Freeform 1904">
                <a:extLst>
                  <a:ext uri="{FF2B5EF4-FFF2-40B4-BE49-F238E27FC236}">
                    <a16:creationId xmlns:a16="http://schemas.microsoft.com/office/drawing/2014/main" id="{04DF93CD-79CF-4717-BDEA-4ACCE4CFFA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3" y="2901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0 w 3"/>
                  <a:gd name="T3" fmla="*/ 22 h 4"/>
                  <a:gd name="T4" fmla="*/ 0 w 3"/>
                  <a:gd name="T5" fmla="*/ 61 h 4"/>
                  <a:gd name="T6" fmla="*/ 21 w 3"/>
                  <a:gd name="T7" fmla="*/ 61 h 4"/>
                  <a:gd name="T8" fmla="*/ 35 w 3"/>
                  <a:gd name="T9" fmla="*/ 61 h 4"/>
                  <a:gd name="T10" fmla="*/ 35 w 3"/>
                  <a:gd name="T11" fmla="*/ 61 h 4"/>
                  <a:gd name="T12" fmla="*/ 35 w 3"/>
                  <a:gd name="T13" fmla="*/ 22 h 4"/>
                  <a:gd name="T14" fmla="*/ 21 w 3"/>
                  <a:gd name="T15" fmla="*/ 0 h 4"/>
                  <a:gd name="T16" fmla="*/ 35 w 3"/>
                  <a:gd name="T17" fmla="*/ 61 h 4"/>
                  <a:gd name="T18" fmla="*/ 35 w 3"/>
                  <a:gd name="T19" fmla="*/ 47 h 4"/>
                  <a:gd name="T20" fmla="*/ 35 w 3"/>
                  <a:gd name="T21" fmla="*/ 47 h 4"/>
                  <a:gd name="T22" fmla="*/ 35 w 3"/>
                  <a:gd name="T23" fmla="*/ 61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7" name="Freeform 1905">
                <a:extLst>
                  <a:ext uri="{FF2B5EF4-FFF2-40B4-BE49-F238E27FC236}">
                    <a16:creationId xmlns:a16="http://schemas.microsoft.com/office/drawing/2014/main" id="{8EB355DF-2232-4E0A-BD61-F71F45F96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912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56 h 3"/>
                  <a:gd name="T4" fmla="*/ 37 w 3"/>
                  <a:gd name="T5" fmla="*/ 21 h 3"/>
                  <a:gd name="T6" fmla="*/ 12 w 3"/>
                  <a:gd name="T7" fmla="*/ 0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8" name="Freeform 1906">
                <a:extLst>
                  <a:ext uri="{FF2B5EF4-FFF2-40B4-BE49-F238E27FC236}">
                    <a16:creationId xmlns:a16="http://schemas.microsoft.com/office/drawing/2014/main" id="{50EF7AFC-C928-4347-B25A-A5DF12D07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717"/>
                <a:ext cx="18" cy="16"/>
              </a:xfrm>
              <a:custGeom>
                <a:avLst/>
                <a:gdLst>
                  <a:gd name="T0" fmla="*/ 54 w 7"/>
                  <a:gd name="T1" fmla="*/ 0 h 6"/>
                  <a:gd name="T2" fmla="*/ 54 w 7"/>
                  <a:gd name="T3" fmla="*/ 0 h 6"/>
                  <a:gd name="T4" fmla="*/ 33 w 7"/>
                  <a:gd name="T5" fmla="*/ 21 h 6"/>
                  <a:gd name="T6" fmla="*/ 21 w 7"/>
                  <a:gd name="T7" fmla="*/ 21 h 6"/>
                  <a:gd name="T8" fmla="*/ 0 w 7"/>
                  <a:gd name="T9" fmla="*/ 56 h 6"/>
                  <a:gd name="T10" fmla="*/ 0 w 7"/>
                  <a:gd name="T11" fmla="*/ 77 h 6"/>
                  <a:gd name="T12" fmla="*/ 21 w 7"/>
                  <a:gd name="T13" fmla="*/ 93 h 6"/>
                  <a:gd name="T14" fmla="*/ 21 w 7"/>
                  <a:gd name="T15" fmla="*/ 93 h 6"/>
                  <a:gd name="T16" fmla="*/ 33 w 7"/>
                  <a:gd name="T17" fmla="*/ 115 h 6"/>
                  <a:gd name="T18" fmla="*/ 67 w 7"/>
                  <a:gd name="T19" fmla="*/ 115 h 6"/>
                  <a:gd name="T20" fmla="*/ 118 w 7"/>
                  <a:gd name="T21" fmla="*/ 77 h 6"/>
                  <a:gd name="T22" fmla="*/ 118 w 7"/>
                  <a:gd name="T23" fmla="*/ 56 h 6"/>
                  <a:gd name="T24" fmla="*/ 118 w 7"/>
                  <a:gd name="T25" fmla="*/ 35 h 6"/>
                  <a:gd name="T26" fmla="*/ 100 w 7"/>
                  <a:gd name="T27" fmla="*/ 21 h 6"/>
                  <a:gd name="T28" fmla="*/ 100 w 7"/>
                  <a:gd name="T29" fmla="*/ 21 h 6"/>
                  <a:gd name="T30" fmla="*/ 54 w 7"/>
                  <a:gd name="T31" fmla="*/ 0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9" name="Freeform 1907">
                <a:extLst>
                  <a:ext uri="{FF2B5EF4-FFF2-40B4-BE49-F238E27FC236}">
                    <a16:creationId xmlns:a16="http://schemas.microsoft.com/office/drawing/2014/main" id="{7C369958-FCF2-4716-A3F6-973D8480FE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1" y="2720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0 w 3"/>
                  <a:gd name="T3" fmla="*/ 22 h 4"/>
                  <a:gd name="T4" fmla="*/ 0 w 3"/>
                  <a:gd name="T5" fmla="*/ 61 h 4"/>
                  <a:gd name="T6" fmla="*/ 28 w 3"/>
                  <a:gd name="T7" fmla="*/ 61 h 4"/>
                  <a:gd name="T8" fmla="*/ 28 w 3"/>
                  <a:gd name="T9" fmla="*/ 61 h 4"/>
                  <a:gd name="T10" fmla="*/ 28 w 3"/>
                  <a:gd name="T11" fmla="*/ 61 h 4"/>
                  <a:gd name="T12" fmla="*/ 37 w 3"/>
                  <a:gd name="T13" fmla="*/ 22 h 4"/>
                  <a:gd name="T14" fmla="*/ 12 w 3"/>
                  <a:gd name="T15" fmla="*/ 0 h 4"/>
                  <a:gd name="T16" fmla="*/ 28 w 3"/>
                  <a:gd name="T17" fmla="*/ 61 h 4"/>
                  <a:gd name="T18" fmla="*/ 37 w 3"/>
                  <a:gd name="T19" fmla="*/ 47 h 4"/>
                  <a:gd name="T20" fmla="*/ 37 w 3"/>
                  <a:gd name="T21" fmla="*/ 47 h 4"/>
                  <a:gd name="T22" fmla="*/ 28 w 3"/>
                  <a:gd name="T23" fmla="*/ 61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0" name="Freeform 1908">
                <a:extLst>
                  <a:ext uri="{FF2B5EF4-FFF2-40B4-BE49-F238E27FC236}">
                    <a16:creationId xmlns:a16="http://schemas.microsoft.com/office/drawing/2014/main" id="{2A857B16-4C5E-4C89-96D5-15AAB9B69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73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21 w 3"/>
                  <a:gd name="T3" fmla="*/ 56 h 3"/>
                  <a:gd name="T4" fmla="*/ 56 w 3"/>
                  <a:gd name="T5" fmla="*/ 21 h 3"/>
                  <a:gd name="T6" fmla="*/ 35 w 3"/>
                  <a:gd name="T7" fmla="*/ 0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1" name="Freeform 1909">
                <a:extLst>
                  <a:ext uri="{FF2B5EF4-FFF2-40B4-BE49-F238E27FC236}">
                    <a16:creationId xmlns:a16="http://schemas.microsoft.com/office/drawing/2014/main" id="{6409FDBF-653F-4A4B-A154-4A16EBBEA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629"/>
                <a:ext cx="17" cy="16"/>
              </a:xfrm>
              <a:custGeom>
                <a:avLst/>
                <a:gdLst>
                  <a:gd name="T0" fmla="*/ 41 w 7"/>
                  <a:gd name="T1" fmla="*/ 0 h 6"/>
                  <a:gd name="T2" fmla="*/ 41 w 7"/>
                  <a:gd name="T3" fmla="*/ 0 h 6"/>
                  <a:gd name="T4" fmla="*/ 29 w 7"/>
                  <a:gd name="T5" fmla="*/ 21 h 6"/>
                  <a:gd name="T6" fmla="*/ 29 w 7"/>
                  <a:gd name="T7" fmla="*/ 21 h 6"/>
                  <a:gd name="T8" fmla="*/ 0 w 7"/>
                  <a:gd name="T9" fmla="*/ 56 h 6"/>
                  <a:gd name="T10" fmla="*/ 12 w 7"/>
                  <a:gd name="T11" fmla="*/ 77 h 6"/>
                  <a:gd name="T12" fmla="*/ 29 w 7"/>
                  <a:gd name="T13" fmla="*/ 93 h 6"/>
                  <a:gd name="T14" fmla="*/ 29 w 7"/>
                  <a:gd name="T15" fmla="*/ 93 h 6"/>
                  <a:gd name="T16" fmla="*/ 41 w 7"/>
                  <a:gd name="T17" fmla="*/ 115 h 6"/>
                  <a:gd name="T18" fmla="*/ 58 w 7"/>
                  <a:gd name="T19" fmla="*/ 115 h 6"/>
                  <a:gd name="T20" fmla="*/ 100 w 7"/>
                  <a:gd name="T21" fmla="*/ 77 h 6"/>
                  <a:gd name="T22" fmla="*/ 100 w 7"/>
                  <a:gd name="T23" fmla="*/ 56 h 6"/>
                  <a:gd name="T24" fmla="*/ 100 w 7"/>
                  <a:gd name="T25" fmla="*/ 35 h 6"/>
                  <a:gd name="T26" fmla="*/ 87 w 7"/>
                  <a:gd name="T27" fmla="*/ 21 h 6"/>
                  <a:gd name="T28" fmla="*/ 87 w 7"/>
                  <a:gd name="T29" fmla="*/ 21 h 6"/>
                  <a:gd name="T30" fmla="*/ 41 w 7"/>
                  <a:gd name="T31" fmla="*/ 0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2" name="Freeform 1910">
                <a:extLst>
                  <a:ext uri="{FF2B5EF4-FFF2-40B4-BE49-F238E27FC236}">
                    <a16:creationId xmlns:a16="http://schemas.microsoft.com/office/drawing/2014/main" id="{E28DCC7E-BBDE-4D72-9353-E466FFF26A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8" y="263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0 w 3"/>
                  <a:gd name="T3" fmla="*/ 21 h 3"/>
                  <a:gd name="T4" fmla="*/ 0 w 3"/>
                  <a:gd name="T5" fmla="*/ 56 h 3"/>
                  <a:gd name="T6" fmla="*/ 35 w 3"/>
                  <a:gd name="T7" fmla="*/ 56 h 3"/>
                  <a:gd name="T8" fmla="*/ 56 w 3"/>
                  <a:gd name="T9" fmla="*/ 35 h 3"/>
                  <a:gd name="T10" fmla="*/ 35 w 3"/>
                  <a:gd name="T11" fmla="*/ 56 h 3"/>
                  <a:gd name="T12" fmla="*/ 56 w 3"/>
                  <a:gd name="T13" fmla="*/ 21 h 3"/>
                  <a:gd name="T14" fmla="*/ 35 w 3"/>
                  <a:gd name="T15" fmla="*/ 0 h 3"/>
                  <a:gd name="T16" fmla="*/ 56 w 3"/>
                  <a:gd name="T17" fmla="*/ 35 h 3"/>
                  <a:gd name="T18" fmla="*/ 56 w 3"/>
                  <a:gd name="T19" fmla="*/ 35 h 3"/>
                  <a:gd name="T20" fmla="*/ 56 w 3"/>
                  <a:gd name="T21" fmla="*/ 35 h 3"/>
                  <a:gd name="T22" fmla="*/ 56 w 3"/>
                  <a:gd name="T23" fmla="*/ 35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3" name="Freeform 1911">
                <a:extLst>
                  <a:ext uri="{FF2B5EF4-FFF2-40B4-BE49-F238E27FC236}">
                    <a16:creationId xmlns:a16="http://schemas.microsoft.com/office/drawing/2014/main" id="{059A1B24-CC78-478C-ABE0-FF9FA1B06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64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56 h 3"/>
                  <a:gd name="T4" fmla="*/ 33 w 2"/>
                  <a:gd name="T5" fmla="*/ 21 h 3"/>
                  <a:gd name="T6" fmla="*/ 20 w 2"/>
                  <a:gd name="T7" fmla="*/ 0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4" name="Freeform 1912">
                <a:extLst>
                  <a:ext uri="{FF2B5EF4-FFF2-40B4-BE49-F238E27FC236}">
                    <a16:creationId xmlns:a16="http://schemas.microsoft.com/office/drawing/2014/main" id="{C70398CE-C633-48A2-9054-FEC7420A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712"/>
                <a:ext cx="18" cy="19"/>
              </a:xfrm>
              <a:custGeom>
                <a:avLst/>
                <a:gdLst>
                  <a:gd name="T0" fmla="*/ 54 w 7"/>
                  <a:gd name="T1" fmla="*/ 22 h 7"/>
                  <a:gd name="T2" fmla="*/ 54 w 7"/>
                  <a:gd name="T3" fmla="*/ 22 h 7"/>
                  <a:gd name="T4" fmla="*/ 33 w 7"/>
                  <a:gd name="T5" fmla="*/ 38 h 7"/>
                  <a:gd name="T6" fmla="*/ 33 w 7"/>
                  <a:gd name="T7" fmla="*/ 38 h 7"/>
                  <a:gd name="T8" fmla="*/ 0 w 7"/>
                  <a:gd name="T9" fmla="*/ 81 h 7"/>
                  <a:gd name="T10" fmla="*/ 0 w 7"/>
                  <a:gd name="T11" fmla="*/ 103 h 7"/>
                  <a:gd name="T12" fmla="*/ 21 w 7"/>
                  <a:gd name="T13" fmla="*/ 117 h 7"/>
                  <a:gd name="T14" fmla="*/ 33 w 7"/>
                  <a:gd name="T15" fmla="*/ 117 h 7"/>
                  <a:gd name="T16" fmla="*/ 33 w 7"/>
                  <a:gd name="T17" fmla="*/ 141 h 7"/>
                  <a:gd name="T18" fmla="*/ 67 w 7"/>
                  <a:gd name="T19" fmla="*/ 141 h 7"/>
                  <a:gd name="T20" fmla="*/ 118 w 7"/>
                  <a:gd name="T21" fmla="*/ 81 h 7"/>
                  <a:gd name="T22" fmla="*/ 118 w 7"/>
                  <a:gd name="T23" fmla="*/ 60 h 7"/>
                  <a:gd name="T24" fmla="*/ 118 w 7"/>
                  <a:gd name="T25" fmla="*/ 60 h 7"/>
                  <a:gd name="T26" fmla="*/ 100 w 7"/>
                  <a:gd name="T27" fmla="*/ 38 h 7"/>
                  <a:gd name="T28" fmla="*/ 100 w 7"/>
                  <a:gd name="T29" fmla="*/ 38 h 7"/>
                  <a:gd name="T30" fmla="*/ 54 w 7"/>
                  <a:gd name="T31" fmla="*/ 22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5" y="6"/>
                      <a:pt x="6" y="6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5" name="Freeform 1913">
                <a:extLst>
                  <a:ext uri="{FF2B5EF4-FFF2-40B4-BE49-F238E27FC236}">
                    <a16:creationId xmlns:a16="http://schemas.microsoft.com/office/drawing/2014/main" id="{8A75E63C-706E-4EB8-BFBE-31D1945D22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6" y="271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0 w 3"/>
                  <a:gd name="T3" fmla="*/ 21 h 3"/>
                  <a:gd name="T4" fmla="*/ 0 w 3"/>
                  <a:gd name="T5" fmla="*/ 56 h 3"/>
                  <a:gd name="T6" fmla="*/ 28 w 3"/>
                  <a:gd name="T7" fmla="*/ 56 h 3"/>
                  <a:gd name="T8" fmla="*/ 37 w 3"/>
                  <a:gd name="T9" fmla="*/ 35 h 3"/>
                  <a:gd name="T10" fmla="*/ 28 w 3"/>
                  <a:gd name="T11" fmla="*/ 56 h 3"/>
                  <a:gd name="T12" fmla="*/ 37 w 3"/>
                  <a:gd name="T13" fmla="*/ 21 h 3"/>
                  <a:gd name="T14" fmla="*/ 12 w 3"/>
                  <a:gd name="T15" fmla="*/ 0 h 3"/>
                  <a:gd name="T16" fmla="*/ 37 w 3"/>
                  <a:gd name="T17" fmla="*/ 35 h 3"/>
                  <a:gd name="T18" fmla="*/ 37 w 3"/>
                  <a:gd name="T19" fmla="*/ 35 h 3"/>
                  <a:gd name="T20" fmla="*/ 37 w 3"/>
                  <a:gd name="T21" fmla="*/ 21 h 3"/>
                  <a:gd name="T22" fmla="*/ 37 w 3"/>
                  <a:gd name="T23" fmla="*/ 35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6" name="Freeform 1914">
                <a:extLst>
                  <a:ext uri="{FF2B5EF4-FFF2-40B4-BE49-F238E27FC236}">
                    <a16:creationId xmlns:a16="http://schemas.microsoft.com/office/drawing/2014/main" id="{0BC75131-8671-4455-9D88-2F648015F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728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33 h 2"/>
                  <a:gd name="T4" fmla="*/ 56 w 3"/>
                  <a:gd name="T5" fmla="*/ 0 h 2"/>
                  <a:gd name="T6" fmla="*/ 35 w 3"/>
                  <a:gd name="T7" fmla="*/ 0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7" name="Freeform 1915">
                <a:extLst>
                  <a:ext uri="{FF2B5EF4-FFF2-40B4-BE49-F238E27FC236}">
                    <a16:creationId xmlns:a16="http://schemas.microsoft.com/office/drawing/2014/main" id="{905AB239-0670-433A-ABF3-3965DB9EBE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8" y="2747"/>
                <a:ext cx="15" cy="18"/>
              </a:xfrm>
              <a:custGeom>
                <a:avLst/>
                <a:gdLst>
                  <a:gd name="T0" fmla="*/ 20 w 6"/>
                  <a:gd name="T1" fmla="*/ 0 h 7"/>
                  <a:gd name="T2" fmla="*/ 0 w 6"/>
                  <a:gd name="T3" fmla="*/ 33 h 7"/>
                  <a:gd name="T4" fmla="*/ 0 w 6"/>
                  <a:gd name="T5" fmla="*/ 54 h 7"/>
                  <a:gd name="T6" fmla="*/ 0 w 6"/>
                  <a:gd name="T7" fmla="*/ 67 h 7"/>
                  <a:gd name="T8" fmla="*/ 33 w 6"/>
                  <a:gd name="T9" fmla="*/ 100 h 7"/>
                  <a:gd name="T10" fmla="*/ 95 w 6"/>
                  <a:gd name="T11" fmla="*/ 67 h 7"/>
                  <a:gd name="T12" fmla="*/ 50 w 6"/>
                  <a:gd name="T13" fmla="*/ 0 h 7"/>
                  <a:gd name="T14" fmla="*/ 20 w 6"/>
                  <a:gd name="T15" fmla="*/ 0 h 7"/>
                  <a:gd name="T16" fmla="*/ 50 w 6"/>
                  <a:gd name="T17" fmla="*/ 33 h 7"/>
                  <a:gd name="T18" fmla="*/ 63 w 6"/>
                  <a:gd name="T19" fmla="*/ 54 h 7"/>
                  <a:gd name="T20" fmla="*/ 63 w 6"/>
                  <a:gd name="T21" fmla="*/ 67 h 7"/>
                  <a:gd name="T22" fmla="*/ 33 w 6"/>
                  <a:gd name="T23" fmla="*/ 67 h 7"/>
                  <a:gd name="T24" fmla="*/ 33 w 6"/>
                  <a:gd name="T25" fmla="*/ 54 h 7"/>
                  <a:gd name="T26" fmla="*/ 33 w 6"/>
                  <a:gd name="T27" fmla="*/ 54 h 7"/>
                  <a:gd name="T28" fmla="*/ 33 w 6"/>
                  <a:gd name="T29" fmla="*/ 54 h 7"/>
                  <a:gd name="T30" fmla="*/ 33 w 6"/>
                  <a:gd name="T31" fmla="*/ 54 h 7"/>
                  <a:gd name="T32" fmla="*/ 50 w 6"/>
                  <a:gd name="T33" fmla="*/ 33 h 7"/>
                  <a:gd name="T34" fmla="*/ 50 w 6"/>
                  <a:gd name="T35" fmla="*/ 85 h 7"/>
                  <a:gd name="T36" fmla="*/ 63 w 6"/>
                  <a:gd name="T37" fmla="*/ 67 h 7"/>
                  <a:gd name="T38" fmla="*/ 63 w 6"/>
                  <a:gd name="T39" fmla="*/ 67 h 7"/>
                  <a:gd name="T40" fmla="*/ 63 w 6"/>
                  <a:gd name="T41" fmla="*/ 67 h 7"/>
                  <a:gd name="T42" fmla="*/ 63 w 6"/>
                  <a:gd name="T43" fmla="*/ 85 h 7"/>
                  <a:gd name="T44" fmla="*/ 50 w 6"/>
                  <a:gd name="T45" fmla="*/ 85 h 7"/>
                  <a:gd name="T46" fmla="*/ 50 w 6"/>
                  <a:gd name="T47" fmla="*/ 85 h 7"/>
                  <a:gd name="T48" fmla="*/ 50 w 6"/>
                  <a:gd name="T49" fmla="*/ 85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3" y="7"/>
                      <a:pt x="5" y="6"/>
                      <a:pt x="6" y="4"/>
                    </a:cubicBezTo>
                    <a:cubicBezTo>
                      <a:pt x="6" y="3"/>
                      <a:pt x="6" y="1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  <a:moveTo>
                      <a:pt x="3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lose/>
                    <a:moveTo>
                      <a:pt x="3" y="5"/>
                    </a:move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8" name="Freeform 1916">
                <a:extLst>
                  <a:ext uri="{FF2B5EF4-FFF2-40B4-BE49-F238E27FC236}">
                    <a16:creationId xmlns:a16="http://schemas.microsoft.com/office/drawing/2014/main" id="{1B81BB94-E5FF-45AF-9C4A-232CF82312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1" y="2749"/>
                <a:ext cx="7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0 w 3"/>
                  <a:gd name="T5" fmla="*/ 47 h 4"/>
                  <a:gd name="T6" fmla="*/ 0 w 3"/>
                  <a:gd name="T7" fmla="*/ 47 h 4"/>
                  <a:gd name="T8" fmla="*/ 0 w 3"/>
                  <a:gd name="T9" fmla="*/ 61 h 4"/>
                  <a:gd name="T10" fmla="*/ 28 w 3"/>
                  <a:gd name="T11" fmla="*/ 83 h 4"/>
                  <a:gd name="T12" fmla="*/ 37 w 3"/>
                  <a:gd name="T13" fmla="*/ 47 h 4"/>
                  <a:gd name="T14" fmla="*/ 12 w 3"/>
                  <a:gd name="T15" fmla="*/ 0 h 4"/>
                  <a:gd name="T16" fmla="*/ 0 w 3"/>
                  <a:gd name="T17" fmla="*/ 0 h 4"/>
                  <a:gd name="T18" fmla="*/ 28 w 3"/>
                  <a:gd name="T19" fmla="*/ 22 h 4"/>
                  <a:gd name="T20" fmla="*/ 28 w 3"/>
                  <a:gd name="T21" fmla="*/ 47 h 4"/>
                  <a:gd name="T22" fmla="*/ 28 w 3"/>
                  <a:gd name="T23" fmla="*/ 47 h 4"/>
                  <a:gd name="T24" fmla="*/ 28 w 3"/>
                  <a:gd name="T25" fmla="*/ 22 h 4"/>
                  <a:gd name="T26" fmla="*/ 28 w 3"/>
                  <a:gd name="T27" fmla="*/ 61 h 4"/>
                  <a:gd name="T28" fmla="*/ 28 w 3"/>
                  <a:gd name="T29" fmla="*/ 61 h 4"/>
                  <a:gd name="T30" fmla="*/ 28 w 3"/>
                  <a:gd name="T31" fmla="*/ 61 h 4"/>
                  <a:gd name="T32" fmla="*/ 28 w 3"/>
                  <a:gd name="T33" fmla="*/ 61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" name="Freeform 1917">
                <a:extLst>
                  <a:ext uri="{FF2B5EF4-FFF2-40B4-BE49-F238E27FC236}">
                    <a16:creationId xmlns:a16="http://schemas.microsoft.com/office/drawing/2014/main" id="{631F1B80-C514-4AE1-AF69-C86816E42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757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0 w 4"/>
                  <a:gd name="T3" fmla="*/ 83 h 4"/>
                  <a:gd name="T4" fmla="*/ 63 w 4"/>
                  <a:gd name="T5" fmla="*/ 22 h 4"/>
                  <a:gd name="T6" fmla="*/ 50 w 4"/>
                  <a:gd name="T7" fmla="*/ 0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4" y="3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" name="Freeform 1918">
                <a:extLst>
                  <a:ext uri="{FF2B5EF4-FFF2-40B4-BE49-F238E27FC236}">
                    <a16:creationId xmlns:a16="http://schemas.microsoft.com/office/drawing/2014/main" id="{7C737522-538E-4D0C-91F1-F3B03A5953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68" y="2680"/>
                <a:ext cx="18" cy="19"/>
              </a:xfrm>
              <a:custGeom>
                <a:avLst/>
                <a:gdLst>
                  <a:gd name="T0" fmla="*/ 33 w 7"/>
                  <a:gd name="T1" fmla="*/ 0 h 7"/>
                  <a:gd name="T2" fmla="*/ 0 w 7"/>
                  <a:gd name="T3" fmla="*/ 60 h 7"/>
                  <a:gd name="T4" fmla="*/ 21 w 7"/>
                  <a:gd name="T5" fmla="*/ 81 h 7"/>
                  <a:gd name="T6" fmla="*/ 21 w 7"/>
                  <a:gd name="T7" fmla="*/ 81 h 7"/>
                  <a:gd name="T8" fmla="*/ 33 w 7"/>
                  <a:gd name="T9" fmla="*/ 117 h 7"/>
                  <a:gd name="T10" fmla="*/ 100 w 7"/>
                  <a:gd name="T11" fmla="*/ 81 h 7"/>
                  <a:gd name="T12" fmla="*/ 67 w 7"/>
                  <a:gd name="T13" fmla="*/ 0 h 7"/>
                  <a:gd name="T14" fmla="*/ 33 w 7"/>
                  <a:gd name="T15" fmla="*/ 0 h 7"/>
                  <a:gd name="T16" fmla="*/ 67 w 7"/>
                  <a:gd name="T17" fmla="*/ 60 h 7"/>
                  <a:gd name="T18" fmla="*/ 67 w 7"/>
                  <a:gd name="T19" fmla="*/ 60 h 7"/>
                  <a:gd name="T20" fmla="*/ 67 w 7"/>
                  <a:gd name="T21" fmla="*/ 81 h 7"/>
                  <a:gd name="T22" fmla="*/ 33 w 7"/>
                  <a:gd name="T23" fmla="*/ 81 h 7"/>
                  <a:gd name="T24" fmla="*/ 33 w 7"/>
                  <a:gd name="T25" fmla="*/ 60 h 7"/>
                  <a:gd name="T26" fmla="*/ 33 w 7"/>
                  <a:gd name="T27" fmla="*/ 60 h 7"/>
                  <a:gd name="T28" fmla="*/ 33 w 7"/>
                  <a:gd name="T29" fmla="*/ 60 h 7"/>
                  <a:gd name="T30" fmla="*/ 33 w 7"/>
                  <a:gd name="T31" fmla="*/ 60 h 7"/>
                  <a:gd name="T32" fmla="*/ 67 w 7"/>
                  <a:gd name="T33" fmla="*/ 60 h 7"/>
                  <a:gd name="T34" fmla="*/ 67 w 7"/>
                  <a:gd name="T35" fmla="*/ 103 h 7"/>
                  <a:gd name="T36" fmla="*/ 85 w 7"/>
                  <a:gd name="T37" fmla="*/ 81 h 7"/>
                  <a:gd name="T38" fmla="*/ 85 w 7"/>
                  <a:gd name="T39" fmla="*/ 81 h 7"/>
                  <a:gd name="T40" fmla="*/ 85 w 7"/>
                  <a:gd name="T41" fmla="*/ 81 h 7"/>
                  <a:gd name="T42" fmla="*/ 67 w 7"/>
                  <a:gd name="T43" fmla="*/ 103 h 7"/>
                  <a:gd name="T44" fmla="*/ 54 w 7"/>
                  <a:gd name="T45" fmla="*/ 103 h 7"/>
                  <a:gd name="T46" fmla="*/ 54 w 7"/>
                  <a:gd name="T47" fmla="*/ 103 h 7"/>
                  <a:gd name="T48" fmla="*/ 67 w 7"/>
                  <a:gd name="T49" fmla="*/ 103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4" y="7"/>
                      <a:pt x="5" y="6"/>
                      <a:pt x="6" y="4"/>
                    </a:cubicBezTo>
                    <a:cubicBezTo>
                      <a:pt x="7" y="3"/>
                      <a:pt x="6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4" y="3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" name="Freeform 1919">
                <a:extLst>
                  <a:ext uri="{FF2B5EF4-FFF2-40B4-BE49-F238E27FC236}">
                    <a16:creationId xmlns:a16="http://schemas.microsoft.com/office/drawing/2014/main" id="{5827DD0B-A6BC-478F-884D-D53EF6DB0E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1" y="2683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0 w 4"/>
                  <a:gd name="T3" fmla="*/ 20 h 4"/>
                  <a:gd name="T4" fmla="*/ 0 w 4"/>
                  <a:gd name="T5" fmla="*/ 33 h 4"/>
                  <a:gd name="T6" fmla="*/ 0 w 4"/>
                  <a:gd name="T7" fmla="*/ 33 h 4"/>
                  <a:gd name="T8" fmla="*/ 20 w 4"/>
                  <a:gd name="T9" fmla="*/ 50 h 4"/>
                  <a:gd name="T10" fmla="*/ 33 w 4"/>
                  <a:gd name="T11" fmla="*/ 63 h 4"/>
                  <a:gd name="T12" fmla="*/ 63 w 4"/>
                  <a:gd name="T13" fmla="*/ 33 h 4"/>
                  <a:gd name="T14" fmla="*/ 33 w 4"/>
                  <a:gd name="T15" fmla="*/ 0 h 4"/>
                  <a:gd name="T16" fmla="*/ 20 w 4"/>
                  <a:gd name="T17" fmla="*/ 0 h 4"/>
                  <a:gd name="T18" fmla="*/ 50 w 4"/>
                  <a:gd name="T19" fmla="*/ 33 h 4"/>
                  <a:gd name="T20" fmla="*/ 50 w 4"/>
                  <a:gd name="T21" fmla="*/ 33 h 4"/>
                  <a:gd name="T22" fmla="*/ 33 w 4"/>
                  <a:gd name="T23" fmla="*/ 33 h 4"/>
                  <a:gd name="T24" fmla="*/ 50 w 4"/>
                  <a:gd name="T25" fmla="*/ 33 h 4"/>
                  <a:gd name="T26" fmla="*/ 33 w 4"/>
                  <a:gd name="T27" fmla="*/ 50 h 4"/>
                  <a:gd name="T28" fmla="*/ 33 w 4"/>
                  <a:gd name="T29" fmla="*/ 50 h 4"/>
                  <a:gd name="T30" fmla="*/ 33 w 4"/>
                  <a:gd name="T31" fmla="*/ 50 h 4"/>
                  <a:gd name="T32" fmla="*/ 33 w 4"/>
                  <a:gd name="T33" fmla="*/ 50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" name="Freeform 1920">
                <a:extLst>
                  <a:ext uri="{FF2B5EF4-FFF2-40B4-BE49-F238E27FC236}">
                    <a16:creationId xmlns:a16="http://schemas.microsoft.com/office/drawing/2014/main" id="{4CF79267-E09C-4B55-8ECF-90E3B3442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691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0 w 4"/>
                  <a:gd name="T3" fmla="*/ 63 h 4"/>
                  <a:gd name="T4" fmla="*/ 63 w 4"/>
                  <a:gd name="T5" fmla="*/ 20 h 4"/>
                  <a:gd name="T6" fmla="*/ 33 w 4"/>
                  <a:gd name="T7" fmla="*/ 0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" name="Freeform 1921">
                <a:extLst>
                  <a:ext uri="{FF2B5EF4-FFF2-40B4-BE49-F238E27FC236}">
                    <a16:creationId xmlns:a16="http://schemas.microsoft.com/office/drawing/2014/main" id="{89D9FA92-EAC7-43F3-AE56-DE91E7D0A1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46" y="2885"/>
                <a:ext cx="17" cy="19"/>
              </a:xfrm>
              <a:custGeom>
                <a:avLst/>
                <a:gdLst>
                  <a:gd name="T0" fmla="*/ 29 w 7"/>
                  <a:gd name="T1" fmla="*/ 0 h 7"/>
                  <a:gd name="T2" fmla="*/ 0 w 7"/>
                  <a:gd name="T3" fmla="*/ 38 h 7"/>
                  <a:gd name="T4" fmla="*/ 12 w 7"/>
                  <a:gd name="T5" fmla="*/ 60 h 7"/>
                  <a:gd name="T6" fmla="*/ 12 w 7"/>
                  <a:gd name="T7" fmla="*/ 81 h 7"/>
                  <a:gd name="T8" fmla="*/ 41 w 7"/>
                  <a:gd name="T9" fmla="*/ 117 h 7"/>
                  <a:gd name="T10" fmla="*/ 87 w 7"/>
                  <a:gd name="T11" fmla="*/ 81 h 7"/>
                  <a:gd name="T12" fmla="*/ 58 w 7"/>
                  <a:gd name="T13" fmla="*/ 0 h 7"/>
                  <a:gd name="T14" fmla="*/ 29 w 7"/>
                  <a:gd name="T15" fmla="*/ 0 h 7"/>
                  <a:gd name="T16" fmla="*/ 58 w 7"/>
                  <a:gd name="T17" fmla="*/ 38 h 7"/>
                  <a:gd name="T18" fmla="*/ 58 w 7"/>
                  <a:gd name="T19" fmla="*/ 60 h 7"/>
                  <a:gd name="T20" fmla="*/ 58 w 7"/>
                  <a:gd name="T21" fmla="*/ 60 h 7"/>
                  <a:gd name="T22" fmla="*/ 29 w 7"/>
                  <a:gd name="T23" fmla="*/ 81 h 7"/>
                  <a:gd name="T24" fmla="*/ 29 w 7"/>
                  <a:gd name="T25" fmla="*/ 60 h 7"/>
                  <a:gd name="T26" fmla="*/ 29 w 7"/>
                  <a:gd name="T27" fmla="*/ 60 h 7"/>
                  <a:gd name="T28" fmla="*/ 29 w 7"/>
                  <a:gd name="T29" fmla="*/ 60 h 7"/>
                  <a:gd name="T30" fmla="*/ 29 w 7"/>
                  <a:gd name="T31" fmla="*/ 60 h 7"/>
                  <a:gd name="T32" fmla="*/ 58 w 7"/>
                  <a:gd name="T33" fmla="*/ 38 h 7"/>
                  <a:gd name="T34" fmla="*/ 58 w 7"/>
                  <a:gd name="T35" fmla="*/ 103 h 7"/>
                  <a:gd name="T36" fmla="*/ 70 w 7"/>
                  <a:gd name="T37" fmla="*/ 81 h 7"/>
                  <a:gd name="T38" fmla="*/ 70 w 7"/>
                  <a:gd name="T39" fmla="*/ 81 h 7"/>
                  <a:gd name="T40" fmla="*/ 70 w 7"/>
                  <a:gd name="T41" fmla="*/ 81 h 7"/>
                  <a:gd name="T42" fmla="*/ 58 w 7"/>
                  <a:gd name="T43" fmla="*/ 103 h 7"/>
                  <a:gd name="T44" fmla="*/ 41 w 7"/>
                  <a:gd name="T45" fmla="*/ 103 h 7"/>
                  <a:gd name="T46" fmla="*/ 41 w 7"/>
                  <a:gd name="T47" fmla="*/ 103 h 7"/>
                  <a:gd name="T48" fmla="*/ 58 w 7"/>
                  <a:gd name="T49" fmla="*/ 103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4" y="7"/>
                      <a:pt x="6" y="6"/>
                      <a:pt x="6" y="4"/>
                    </a:cubicBezTo>
                    <a:cubicBezTo>
                      <a:pt x="7" y="3"/>
                      <a:pt x="6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  <a:moveTo>
                      <a:pt x="4" y="5"/>
                    </a:move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" name="Freeform 1922">
                <a:extLst>
                  <a:ext uri="{FF2B5EF4-FFF2-40B4-BE49-F238E27FC236}">
                    <a16:creationId xmlns:a16="http://schemas.microsoft.com/office/drawing/2014/main" id="{CC8455F7-E6CD-40D9-80FC-CDD3D42309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48" y="2888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0 w 4"/>
                  <a:gd name="T3" fmla="*/ 0 h 4"/>
                  <a:gd name="T4" fmla="*/ 0 w 4"/>
                  <a:gd name="T5" fmla="*/ 47 h 4"/>
                  <a:gd name="T6" fmla="*/ 0 w 4"/>
                  <a:gd name="T7" fmla="*/ 47 h 4"/>
                  <a:gd name="T8" fmla="*/ 20 w 4"/>
                  <a:gd name="T9" fmla="*/ 61 h 4"/>
                  <a:gd name="T10" fmla="*/ 33 w 4"/>
                  <a:gd name="T11" fmla="*/ 83 h 4"/>
                  <a:gd name="T12" fmla="*/ 63 w 4"/>
                  <a:gd name="T13" fmla="*/ 47 h 4"/>
                  <a:gd name="T14" fmla="*/ 33 w 4"/>
                  <a:gd name="T15" fmla="*/ 0 h 4"/>
                  <a:gd name="T16" fmla="*/ 20 w 4"/>
                  <a:gd name="T17" fmla="*/ 0 h 4"/>
                  <a:gd name="T18" fmla="*/ 50 w 4"/>
                  <a:gd name="T19" fmla="*/ 22 h 4"/>
                  <a:gd name="T20" fmla="*/ 50 w 4"/>
                  <a:gd name="T21" fmla="*/ 47 h 4"/>
                  <a:gd name="T22" fmla="*/ 33 w 4"/>
                  <a:gd name="T23" fmla="*/ 47 h 4"/>
                  <a:gd name="T24" fmla="*/ 50 w 4"/>
                  <a:gd name="T25" fmla="*/ 22 h 4"/>
                  <a:gd name="T26" fmla="*/ 33 w 4"/>
                  <a:gd name="T27" fmla="*/ 61 h 4"/>
                  <a:gd name="T28" fmla="*/ 33 w 4"/>
                  <a:gd name="T29" fmla="*/ 61 h 4"/>
                  <a:gd name="T30" fmla="*/ 33 w 4"/>
                  <a:gd name="T31" fmla="*/ 61 h 4"/>
                  <a:gd name="T32" fmla="*/ 33 w 4"/>
                  <a:gd name="T33" fmla="*/ 61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  <a:moveTo>
                      <a:pt x="3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" name="Freeform 1923">
                <a:extLst>
                  <a:ext uri="{FF2B5EF4-FFF2-40B4-BE49-F238E27FC236}">
                    <a16:creationId xmlns:a16="http://schemas.microsoft.com/office/drawing/2014/main" id="{D560DECB-FEC2-4085-A4ED-C713D6B77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896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0 w 4"/>
                  <a:gd name="T3" fmla="*/ 83 h 4"/>
                  <a:gd name="T4" fmla="*/ 63 w 4"/>
                  <a:gd name="T5" fmla="*/ 22 h 4"/>
                  <a:gd name="T6" fmla="*/ 33 w 4"/>
                  <a:gd name="T7" fmla="*/ 0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" name="Freeform 1924">
                <a:extLst>
                  <a:ext uri="{FF2B5EF4-FFF2-40B4-BE49-F238E27FC236}">
                    <a16:creationId xmlns:a16="http://schemas.microsoft.com/office/drawing/2014/main" id="{96B1D4E3-8E75-4366-A19B-5C9FE7F8B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779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0 w 4"/>
                  <a:gd name="T3" fmla="*/ 63 h 4"/>
                  <a:gd name="T4" fmla="*/ 63 w 4"/>
                  <a:gd name="T5" fmla="*/ 0 h 4"/>
                  <a:gd name="T6" fmla="*/ 50 w 4"/>
                  <a:gd name="T7" fmla="*/ 0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3"/>
                      <a:pt x="3" y="2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7" name="Freeform 1925">
                <a:extLst>
                  <a:ext uri="{FF2B5EF4-FFF2-40B4-BE49-F238E27FC236}">
                    <a16:creationId xmlns:a16="http://schemas.microsoft.com/office/drawing/2014/main" id="{750E6928-4776-4104-916F-078A8929F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920"/>
                <a:ext cx="23" cy="19"/>
              </a:xfrm>
              <a:custGeom>
                <a:avLst/>
                <a:gdLst>
                  <a:gd name="T0" fmla="*/ 66 w 9"/>
                  <a:gd name="T1" fmla="*/ 0 h 7"/>
                  <a:gd name="T2" fmla="*/ 0 w 9"/>
                  <a:gd name="T3" fmla="*/ 38 h 7"/>
                  <a:gd name="T4" fmla="*/ 20 w 9"/>
                  <a:gd name="T5" fmla="*/ 117 h 7"/>
                  <a:gd name="T6" fmla="*/ 84 w 9"/>
                  <a:gd name="T7" fmla="*/ 141 h 7"/>
                  <a:gd name="T8" fmla="*/ 151 w 9"/>
                  <a:gd name="T9" fmla="*/ 81 h 7"/>
                  <a:gd name="T10" fmla="*/ 130 w 9"/>
                  <a:gd name="T11" fmla="*/ 22 h 7"/>
                  <a:gd name="T12" fmla="*/ 84 w 9"/>
                  <a:gd name="T13" fmla="*/ 0 h 7"/>
                  <a:gd name="T14" fmla="*/ 66 w 9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7"/>
                      <a:pt x="3" y="7"/>
                      <a:pt x="5" y="7"/>
                    </a:cubicBezTo>
                    <a:cubicBezTo>
                      <a:pt x="7" y="6"/>
                      <a:pt x="9" y="5"/>
                      <a:pt x="9" y="4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" name="Freeform 1926">
                <a:extLst>
                  <a:ext uri="{FF2B5EF4-FFF2-40B4-BE49-F238E27FC236}">
                    <a16:creationId xmlns:a16="http://schemas.microsoft.com/office/drawing/2014/main" id="{FAB0E391-059F-4486-B922-800A2C2BD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920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0 w 5"/>
                  <a:gd name="T3" fmla="*/ 55 h 5"/>
                  <a:gd name="T4" fmla="*/ 0 w 5"/>
                  <a:gd name="T5" fmla="*/ 68 h 5"/>
                  <a:gd name="T6" fmla="*/ 21 w 5"/>
                  <a:gd name="T7" fmla="*/ 88 h 5"/>
                  <a:gd name="T8" fmla="*/ 21 w 5"/>
                  <a:gd name="T9" fmla="*/ 88 h 5"/>
                  <a:gd name="T10" fmla="*/ 34 w 5"/>
                  <a:gd name="T11" fmla="*/ 88 h 5"/>
                  <a:gd name="T12" fmla="*/ 88 w 5"/>
                  <a:gd name="T13" fmla="*/ 68 h 5"/>
                  <a:gd name="T14" fmla="*/ 88 w 5"/>
                  <a:gd name="T15" fmla="*/ 55 h 5"/>
                  <a:gd name="T16" fmla="*/ 88 w 5"/>
                  <a:gd name="T17" fmla="*/ 55 h 5"/>
                  <a:gd name="T18" fmla="*/ 88 w 5"/>
                  <a:gd name="T19" fmla="*/ 55 h 5"/>
                  <a:gd name="T20" fmla="*/ 68 w 5"/>
                  <a:gd name="T21" fmla="*/ 34 h 5"/>
                  <a:gd name="T22" fmla="*/ 68 w 5"/>
                  <a:gd name="T23" fmla="*/ 21 h 5"/>
                  <a:gd name="T24" fmla="*/ 21 w 5"/>
                  <a:gd name="T25" fmla="*/ 21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5" y="5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" name="Freeform 1927">
                <a:extLst>
                  <a:ext uri="{FF2B5EF4-FFF2-40B4-BE49-F238E27FC236}">
                    <a16:creationId xmlns:a16="http://schemas.microsoft.com/office/drawing/2014/main" id="{4FD5C9E1-5924-45C5-8B68-3D144603CA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1" y="2923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20 w 4"/>
                  <a:gd name="T3" fmla="*/ 33 h 4"/>
                  <a:gd name="T4" fmla="*/ 20 w 4"/>
                  <a:gd name="T5" fmla="*/ 50 h 4"/>
                  <a:gd name="T6" fmla="*/ 50 w 4"/>
                  <a:gd name="T7" fmla="*/ 50 h 4"/>
                  <a:gd name="T8" fmla="*/ 63 w 4"/>
                  <a:gd name="T9" fmla="*/ 33 h 4"/>
                  <a:gd name="T10" fmla="*/ 63 w 4"/>
                  <a:gd name="T11" fmla="*/ 33 h 4"/>
                  <a:gd name="T12" fmla="*/ 63 w 4"/>
                  <a:gd name="T13" fmla="*/ 33 h 4"/>
                  <a:gd name="T14" fmla="*/ 63 w 4"/>
                  <a:gd name="T15" fmla="*/ 20 h 4"/>
                  <a:gd name="T16" fmla="*/ 33 w 4"/>
                  <a:gd name="T17" fmla="*/ 0 h 4"/>
                  <a:gd name="T18" fmla="*/ 50 w 4"/>
                  <a:gd name="T19" fmla="*/ 20 h 4"/>
                  <a:gd name="T20" fmla="*/ 50 w 4"/>
                  <a:gd name="T21" fmla="*/ 20 h 4"/>
                  <a:gd name="T22" fmla="*/ 50 w 4"/>
                  <a:gd name="T23" fmla="*/ 20 h 4"/>
                  <a:gd name="T24" fmla="*/ 50 w 4"/>
                  <a:gd name="T25" fmla="*/ 2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1" y="0"/>
                      <a:pt x="1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2" y="4"/>
                      <a:pt x="3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0" name="Freeform 1928">
                <a:extLst>
                  <a:ext uri="{FF2B5EF4-FFF2-40B4-BE49-F238E27FC236}">
                    <a16:creationId xmlns:a16="http://schemas.microsoft.com/office/drawing/2014/main" id="{B54848C1-31CF-4060-A587-00AD7E12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931"/>
                <a:ext cx="13" cy="10"/>
              </a:xfrm>
              <a:custGeom>
                <a:avLst/>
                <a:gdLst>
                  <a:gd name="T0" fmla="*/ 0 w 5"/>
                  <a:gd name="T1" fmla="*/ 50 h 4"/>
                  <a:gd name="T2" fmla="*/ 21 w 5"/>
                  <a:gd name="T3" fmla="*/ 63 h 4"/>
                  <a:gd name="T4" fmla="*/ 88 w 5"/>
                  <a:gd name="T5" fmla="*/ 20 h 4"/>
                  <a:gd name="T6" fmla="*/ 68 w 5"/>
                  <a:gd name="T7" fmla="*/ 0 h 4"/>
                  <a:gd name="T8" fmla="*/ 0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4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" name="Freeform 1929">
                <a:extLst>
                  <a:ext uri="{FF2B5EF4-FFF2-40B4-BE49-F238E27FC236}">
                    <a16:creationId xmlns:a16="http://schemas.microsoft.com/office/drawing/2014/main" id="{45D42F96-A4B2-4BBD-AB12-8302ED7F1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035"/>
                <a:ext cx="23" cy="18"/>
              </a:xfrm>
              <a:custGeom>
                <a:avLst/>
                <a:gdLst>
                  <a:gd name="T0" fmla="*/ 66 w 9"/>
                  <a:gd name="T1" fmla="*/ 0 h 7"/>
                  <a:gd name="T2" fmla="*/ 0 w 9"/>
                  <a:gd name="T3" fmla="*/ 33 h 7"/>
                  <a:gd name="T4" fmla="*/ 20 w 9"/>
                  <a:gd name="T5" fmla="*/ 100 h 7"/>
                  <a:gd name="T6" fmla="*/ 84 w 9"/>
                  <a:gd name="T7" fmla="*/ 118 h 7"/>
                  <a:gd name="T8" fmla="*/ 151 w 9"/>
                  <a:gd name="T9" fmla="*/ 67 h 7"/>
                  <a:gd name="T10" fmla="*/ 130 w 9"/>
                  <a:gd name="T11" fmla="*/ 21 h 7"/>
                  <a:gd name="T12" fmla="*/ 84 w 9"/>
                  <a:gd name="T13" fmla="*/ 0 h 7"/>
                  <a:gd name="T14" fmla="*/ 66 w 9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7"/>
                      <a:pt x="3" y="7"/>
                      <a:pt x="5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9" y="3"/>
                      <a:pt x="9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2" name="Freeform 1930">
                <a:extLst>
                  <a:ext uri="{FF2B5EF4-FFF2-40B4-BE49-F238E27FC236}">
                    <a16:creationId xmlns:a16="http://schemas.microsoft.com/office/drawing/2014/main" id="{3D7229BB-B335-49C6-9E57-3D16B2228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3037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0 w 5"/>
                  <a:gd name="T3" fmla="*/ 47 h 4"/>
                  <a:gd name="T4" fmla="*/ 0 w 5"/>
                  <a:gd name="T5" fmla="*/ 61 h 4"/>
                  <a:gd name="T6" fmla="*/ 21 w 5"/>
                  <a:gd name="T7" fmla="*/ 83 h 4"/>
                  <a:gd name="T8" fmla="*/ 21 w 5"/>
                  <a:gd name="T9" fmla="*/ 83 h 4"/>
                  <a:gd name="T10" fmla="*/ 34 w 5"/>
                  <a:gd name="T11" fmla="*/ 83 h 4"/>
                  <a:gd name="T12" fmla="*/ 88 w 5"/>
                  <a:gd name="T13" fmla="*/ 61 h 4"/>
                  <a:gd name="T14" fmla="*/ 88 w 5"/>
                  <a:gd name="T15" fmla="*/ 47 h 4"/>
                  <a:gd name="T16" fmla="*/ 88 w 5"/>
                  <a:gd name="T17" fmla="*/ 47 h 4"/>
                  <a:gd name="T18" fmla="*/ 88 w 5"/>
                  <a:gd name="T19" fmla="*/ 47 h 4"/>
                  <a:gd name="T20" fmla="*/ 68 w 5"/>
                  <a:gd name="T21" fmla="*/ 22 h 4"/>
                  <a:gd name="T22" fmla="*/ 68 w 5"/>
                  <a:gd name="T23" fmla="*/ 0 h 4"/>
                  <a:gd name="T24" fmla="*/ 21 w 5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4" y="4"/>
                      <a:pt x="4" y="4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9B6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3" name="Freeform 1931">
                <a:extLst>
                  <a:ext uri="{FF2B5EF4-FFF2-40B4-BE49-F238E27FC236}">
                    <a16:creationId xmlns:a16="http://schemas.microsoft.com/office/drawing/2014/main" id="{0340A962-9D0A-49A8-A187-C666ACFB9C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6" y="3037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47 h 4"/>
                  <a:gd name="T4" fmla="*/ 20 w 4"/>
                  <a:gd name="T5" fmla="*/ 61 h 4"/>
                  <a:gd name="T6" fmla="*/ 50 w 4"/>
                  <a:gd name="T7" fmla="*/ 83 h 4"/>
                  <a:gd name="T8" fmla="*/ 63 w 4"/>
                  <a:gd name="T9" fmla="*/ 47 h 4"/>
                  <a:gd name="T10" fmla="*/ 50 w 4"/>
                  <a:gd name="T11" fmla="*/ 47 h 4"/>
                  <a:gd name="T12" fmla="*/ 63 w 4"/>
                  <a:gd name="T13" fmla="*/ 47 h 4"/>
                  <a:gd name="T14" fmla="*/ 63 w 4"/>
                  <a:gd name="T15" fmla="*/ 47 h 4"/>
                  <a:gd name="T16" fmla="*/ 33 w 4"/>
                  <a:gd name="T17" fmla="*/ 0 h 4"/>
                  <a:gd name="T18" fmla="*/ 50 w 4"/>
                  <a:gd name="T19" fmla="*/ 22 h 4"/>
                  <a:gd name="T20" fmla="*/ 50 w 4"/>
                  <a:gd name="T21" fmla="*/ 22 h 4"/>
                  <a:gd name="T22" fmla="*/ 50 w 4"/>
                  <a:gd name="T23" fmla="*/ 22 h 4"/>
                  <a:gd name="T24" fmla="*/ 50 w 4"/>
                  <a:gd name="T25" fmla="*/ 2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35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4" name="Freeform 1932">
                <a:extLst>
                  <a:ext uri="{FF2B5EF4-FFF2-40B4-BE49-F238E27FC236}">
                    <a16:creationId xmlns:a16="http://schemas.microsoft.com/office/drawing/2014/main" id="{8ECD669B-3D05-4C8A-BC06-91D26E66D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3045"/>
                <a:ext cx="13" cy="11"/>
              </a:xfrm>
              <a:custGeom>
                <a:avLst/>
                <a:gdLst>
                  <a:gd name="T0" fmla="*/ 0 w 5"/>
                  <a:gd name="T1" fmla="*/ 61 h 4"/>
                  <a:gd name="T2" fmla="*/ 0 w 5"/>
                  <a:gd name="T3" fmla="*/ 83 h 4"/>
                  <a:gd name="T4" fmla="*/ 88 w 5"/>
                  <a:gd name="T5" fmla="*/ 22 h 4"/>
                  <a:gd name="T6" fmla="*/ 55 w 5"/>
                  <a:gd name="T7" fmla="*/ 0 h 4"/>
                  <a:gd name="T8" fmla="*/ 0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4" y="3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5" name="Freeform 1933">
                <a:extLst>
                  <a:ext uri="{FF2B5EF4-FFF2-40B4-BE49-F238E27FC236}">
                    <a16:creationId xmlns:a16="http://schemas.microsoft.com/office/drawing/2014/main" id="{DF966176-0FA1-480B-A7C5-71ABEE0D3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81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56 h 3"/>
                  <a:gd name="T4" fmla="*/ 37 w 3"/>
                  <a:gd name="T5" fmla="*/ 0 h 3"/>
                  <a:gd name="T6" fmla="*/ 28 w 3"/>
                  <a:gd name="T7" fmla="*/ 0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6" name="Freeform 1934">
                <a:extLst>
                  <a:ext uri="{FF2B5EF4-FFF2-40B4-BE49-F238E27FC236}">
                    <a16:creationId xmlns:a16="http://schemas.microsoft.com/office/drawing/2014/main" id="{CD8BFCB8-F0A8-4D05-9D49-0C7CE2ADE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715"/>
                <a:ext cx="18" cy="24"/>
              </a:xfrm>
              <a:custGeom>
                <a:avLst/>
                <a:gdLst>
                  <a:gd name="T0" fmla="*/ 0 w 7"/>
                  <a:gd name="T1" fmla="*/ 35 h 9"/>
                  <a:gd name="T2" fmla="*/ 21 w 7"/>
                  <a:gd name="T3" fmla="*/ 21 h 9"/>
                  <a:gd name="T4" fmla="*/ 54 w 7"/>
                  <a:gd name="T5" fmla="*/ 21 h 9"/>
                  <a:gd name="T6" fmla="*/ 67 w 7"/>
                  <a:gd name="T7" fmla="*/ 56 h 9"/>
                  <a:gd name="T8" fmla="*/ 54 w 7"/>
                  <a:gd name="T9" fmla="*/ 35 h 9"/>
                  <a:gd name="T10" fmla="*/ 67 w 7"/>
                  <a:gd name="T11" fmla="*/ 56 h 9"/>
                  <a:gd name="T12" fmla="*/ 67 w 7"/>
                  <a:gd name="T13" fmla="*/ 56 h 9"/>
                  <a:gd name="T14" fmla="*/ 54 w 7"/>
                  <a:gd name="T15" fmla="*/ 56 h 9"/>
                  <a:gd name="T16" fmla="*/ 21 w 7"/>
                  <a:gd name="T17" fmla="*/ 56 h 9"/>
                  <a:gd name="T18" fmla="*/ 21 w 7"/>
                  <a:gd name="T19" fmla="*/ 35 h 9"/>
                  <a:gd name="T20" fmla="*/ 21 w 7"/>
                  <a:gd name="T21" fmla="*/ 56 h 9"/>
                  <a:gd name="T22" fmla="*/ 21 w 7"/>
                  <a:gd name="T23" fmla="*/ 77 h 9"/>
                  <a:gd name="T24" fmla="*/ 0 w 7"/>
                  <a:gd name="T25" fmla="*/ 115 h 9"/>
                  <a:gd name="T26" fmla="*/ 21 w 7"/>
                  <a:gd name="T27" fmla="*/ 149 h 9"/>
                  <a:gd name="T28" fmla="*/ 54 w 7"/>
                  <a:gd name="T29" fmla="*/ 171 h 9"/>
                  <a:gd name="T30" fmla="*/ 118 w 7"/>
                  <a:gd name="T31" fmla="*/ 115 h 9"/>
                  <a:gd name="T32" fmla="*/ 118 w 7"/>
                  <a:gd name="T33" fmla="*/ 115 h 9"/>
                  <a:gd name="T34" fmla="*/ 85 w 7"/>
                  <a:gd name="T35" fmla="*/ 56 h 9"/>
                  <a:gd name="T36" fmla="*/ 85 w 7"/>
                  <a:gd name="T37" fmla="*/ 56 h 9"/>
                  <a:gd name="T38" fmla="*/ 85 w 7"/>
                  <a:gd name="T39" fmla="*/ 35 h 9"/>
                  <a:gd name="T40" fmla="*/ 54 w 7"/>
                  <a:gd name="T41" fmla="*/ 0 h 9"/>
                  <a:gd name="T42" fmla="*/ 0 w 7"/>
                  <a:gd name="T43" fmla="*/ 35 h 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" h="9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1" y="9"/>
                      <a:pt x="2" y="9"/>
                      <a:pt x="3" y="9"/>
                    </a:cubicBezTo>
                    <a:cubicBezTo>
                      <a:pt x="5" y="9"/>
                      <a:pt x="7" y="8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BC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13" name="Freeform 1935">
              <a:extLst>
                <a:ext uri="{FF2B5EF4-FFF2-40B4-BE49-F238E27FC236}">
                  <a16:creationId xmlns:a16="http://schemas.microsoft.com/office/drawing/2014/main" id="{5B1F5023-ACFD-47D8-8ACC-F57079FD6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717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22 h 4"/>
                <a:gd name="T4" fmla="*/ 21 w 5"/>
                <a:gd name="T5" fmla="*/ 22 h 4"/>
                <a:gd name="T6" fmla="*/ 0 w 5"/>
                <a:gd name="T7" fmla="*/ 47 h 4"/>
                <a:gd name="T8" fmla="*/ 0 w 5"/>
                <a:gd name="T9" fmla="*/ 61 h 4"/>
                <a:gd name="T10" fmla="*/ 21 w 5"/>
                <a:gd name="T11" fmla="*/ 83 h 4"/>
                <a:gd name="T12" fmla="*/ 68 w 5"/>
                <a:gd name="T13" fmla="*/ 61 h 4"/>
                <a:gd name="T14" fmla="*/ 55 w 5"/>
                <a:gd name="T15" fmla="*/ 0 h 4"/>
                <a:gd name="T16" fmla="*/ 34 w 5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936">
              <a:extLst>
                <a:ext uri="{FF2B5EF4-FFF2-40B4-BE49-F238E27FC236}">
                  <a16:creationId xmlns:a16="http://schemas.microsoft.com/office/drawing/2014/main" id="{1BD45D74-F367-41FF-AA43-DCAC2AB806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" y="2723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0 h 4"/>
                <a:gd name="T4" fmla="*/ 20 w 4"/>
                <a:gd name="T5" fmla="*/ 0 h 4"/>
                <a:gd name="T6" fmla="*/ 0 w 4"/>
                <a:gd name="T7" fmla="*/ 20 h 4"/>
                <a:gd name="T8" fmla="*/ 0 w 4"/>
                <a:gd name="T9" fmla="*/ 20 h 4"/>
                <a:gd name="T10" fmla="*/ 0 w 4"/>
                <a:gd name="T11" fmla="*/ 33 h 4"/>
                <a:gd name="T12" fmla="*/ 20 w 4"/>
                <a:gd name="T13" fmla="*/ 50 h 4"/>
                <a:gd name="T14" fmla="*/ 20 w 4"/>
                <a:gd name="T15" fmla="*/ 50 h 4"/>
                <a:gd name="T16" fmla="*/ 33 w 4"/>
                <a:gd name="T17" fmla="*/ 63 h 4"/>
                <a:gd name="T18" fmla="*/ 50 w 4"/>
                <a:gd name="T19" fmla="*/ 50 h 4"/>
                <a:gd name="T20" fmla="*/ 50 w 4"/>
                <a:gd name="T21" fmla="*/ 20 h 4"/>
                <a:gd name="T22" fmla="*/ 50 w 4"/>
                <a:gd name="T23" fmla="*/ 0 h 4"/>
                <a:gd name="T24" fmla="*/ 33 w 4"/>
                <a:gd name="T25" fmla="*/ 0 h 4"/>
                <a:gd name="T26" fmla="*/ 50 w 4"/>
                <a:gd name="T27" fmla="*/ 50 h 4"/>
                <a:gd name="T28" fmla="*/ 50 w 4"/>
                <a:gd name="T29" fmla="*/ 50 h 4"/>
                <a:gd name="T30" fmla="*/ 33 w 4"/>
                <a:gd name="T31" fmla="*/ 50 h 4"/>
                <a:gd name="T32" fmla="*/ 50 w 4"/>
                <a:gd name="T33" fmla="*/ 50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4" y="3"/>
                    <a:pt x="4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937">
              <a:extLst>
                <a:ext uri="{FF2B5EF4-FFF2-40B4-BE49-F238E27FC236}">
                  <a16:creationId xmlns:a16="http://schemas.microsoft.com/office/drawing/2014/main" id="{D3E990D1-BACD-45B3-B930-98659C141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2736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0 w 4"/>
                <a:gd name="T3" fmla="*/ 56 h 3"/>
                <a:gd name="T4" fmla="*/ 63 w 4"/>
                <a:gd name="T5" fmla="*/ 0 h 3"/>
                <a:gd name="T6" fmla="*/ 50 w 4"/>
                <a:gd name="T7" fmla="*/ 0 h 3"/>
                <a:gd name="T8" fmla="*/ 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4" y="2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938">
              <a:extLst>
                <a:ext uri="{FF2B5EF4-FFF2-40B4-BE49-F238E27FC236}">
                  <a16:creationId xmlns:a16="http://schemas.microsoft.com/office/drawing/2014/main" id="{CC86CEAD-914A-4F06-8765-30914D43A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661"/>
              <a:ext cx="18" cy="24"/>
            </a:xfrm>
            <a:custGeom>
              <a:avLst/>
              <a:gdLst>
                <a:gd name="T0" fmla="*/ 21 w 7"/>
                <a:gd name="T1" fmla="*/ 35 h 9"/>
                <a:gd name="T2" fmla="*/ 21 w 7"/>
                <a:gd name="T3" fmla="*/ 21 h 9"/>
                <a:gd name="T4" fmla="*/ 67 w 7"/>
                <a:gd name="T5" fmla="*/ 21 h 9"/>
                <a:gd name="T6" fmla="*/ 67 w 7"/>
                <a:gd name="T7" fmla="*/ 35 h 9"/>
                <a:gd name="T8" fmla="*/ 54 w 7"/>
                <a:gd name="T9" fmla="*/ 35 h 9"/>
                <a:gd name="T10" fmla="*/ 67 w 7"/>
                <a:gd name="T11" fmla="*/ 56 h 9"/>
                <a:gd name="T12" fmla="*/ 67 w 7"/>
                <a:gd name="T13" fmla="*/ 56 h 9"/>
                <a:gd name="T14" fmla="*/ 67 w 7"/>
                <a:gd name="T15" fmla="*/ 35 h 9"/>
                <a:gd name="T16" fmla="*/ 33 w 7"/>
                <a:gd name="T17" fmla="*/ 56 h 9"/>
                <a:gd name="T18" fmla="*/ 21 w 7"/>
                <a:gd name="T19" fmla="*/ 35 h 9"/>
                <a:gd name="T20" fmla="*/ 21 w 7"/>
                <a:gd name="T21" fmla="*/ 56 h 9"/>
                <a:gd name="T22" fmla="*/ 21 w 7"/>
                <a:gd name="T23" fmla="*/ 77 h 9"/>
                <a:gd name="T24" fmla="*/ 0 w 7"/>
                <a:gd name="T25" fmla="*/ 115 h 9"/>
                <a:gd name="T26" fmla="*/ 21 w 7"/>
                <a:gd name="T27" fmla="*/ 149 h 9"/>
                <a:gd name="T28" fmla="*/ 54 w 7"/>
                <a:gd name="T29" fmla="*/ 171 h 9"/>
                <a:gd name="T30" fmla="*/ 118 w 7"/>
                <a:gd name="T31" fmla="*/ 115 h 9"/>
                <a:gd name="T32" fmla="*/ 118 w 7"/>
                <a:gd name="T33" fmla="*/ 115 h 9"/>
                <a:gd name="T34" fmla="*/ 85 w 7"/>
                <a:gd name="T35" fmla="*/ 56 h 9"/>
                <a:gd name="T36" fmla="*/ 85 w 7"/>
                <a:gd name="T37" fmla="*/ 56 h 9"/>
                <a:gd name="T38" fmla="*/ 85 w 7"/>
                <a:gd name="T39" fmla="*/ 35 h 9"/>
                <a:gd name="T40" fmla="*/ 54 w 7"/>
                <a:gd name="T41" fmla="*/ 0 h 9"/>
                <a:gd name="T42" fmla="*/ 21 w 7"/>
                <a:gd name="T43" fmla="*/ 35 h 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" h="9">
                  <a:moveTo>
                    <a:pt x="1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5" y="9"/>
                    <a:pt x="7" y="7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939">
              <a:extLst>
                <a:ext uri="{FF2B5EF4-FFF2-40B4-BE49-F238E27FC236}">
                  <a16:creationId xmlns:a16="http://schemas.microsoft.com/office/drawing/2014/main" id="{431C401B-DF07-4B4C-99D5-79010257C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664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22 h 4"/>
                <a:gd name="T4" fmla="*/ 0 w 4"/>
                <a:gd name="T5" fmla="*/ 22 h 4"/>
                <a:gd name="T6" fmla="*/ 0 w 4"/>
                <a:gd name="T7" fmla="*/ 47 h 4"/>
                <a:gd name="T8" fmla="*/ 0 w 4"/>
                <a:gd name="T9" fmla="*/ 61 h 4"/>
                <a:gd name="T10" fmla="*/ 0 w 4"/>
                <a:gd name="T11" fmla="*/ 83 h 4"/>
                <a:gd name="T12" fmla="*/ 50 w 4"/>
                <a:gd name="T13" fmla="*/ 47 h 4"/>
                <a:gd name="T14" fmla="*/ 33 w 4"/>
                <a:gd name="T15" fmla="*/ 0 h 4"/>
                <a:gd name="T16" fmla="*/ 20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2" y="4"/>
                    <a:pt x="3" y="4"/>
                    <a:pt x="3" y="2"/>
                  </a:cubicBezTo>
                  <a:cubicBezTo>
                    <a:pt x="4" y="2"/>
                    <a:pt x="4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940">
              <a:extLst>
                <a:ext uri="{FF2B5EF4-FFF2-40B4-BE49-F238E27FC236}">
                  <a16:creationId xmlns:a16="http://schemas.microsoft.com/office/drawing/2014/main" id="{8513DDCC-AA27-4C49-9DFE-F3619833A5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1" y="2669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0 h 4"/>
                <a:gd name="T4" fmla="*/ 33 w 4"/>
                <a:gd name="T5" fmla="*/ 0 h 4"/>
                <a:gd name="T6" fmla="*/ 20 w 4"/>
                <a:gd name="T7" fmla="*/ 22 h 4"/>
                <a:gd name="T8" fmla="*/ 20 w 4"/>
                <a:gd name="T9" fmla="*/ 22 h 4"/>
                <a:gd name="T10" fmla="*/ 0 w 4"/>
                <a:gd name="T11" fmla="*/ 47 h 4"/>
                <a:gd name="T12" fmla="*/ 20 w 4"/>
                <a:gd name="T13" fmla="*/ 61 h 4"/>
                <a:gd name="T14" fmla="*/ 20 w 4"/>
                <a:gd name="T15" fmla="*/ 61 h 4"/>
                <a:gd name="T16" fmla="*/ 33 w 4"/>
                <a:gd name="T17" fmla="*/ 61 h 4"/>
                <a:gd name="T18" fmla="*/ 63 w 4"/>
                <a:gd name="T19" fmla="*/ 61 h 4"/>
                <a:gd name="T20" fmla="*/ 63 w 4"/>
                <a:gd name="T21" fmla="*/ 22 h 4"/>
                <a:gd name="T22" fmla="*/ 50 w 4"/>
                <a:gd name="T23" fmla="*/ 0 h 4"/>
                <a:gd name="T24" fmla="*/ 33 w 4"/>
                <a:gd name="T25" fmla="*/ 0 h 4"/>
                <a:gd name="T26" fmla="*/ 50 w 4"/>
                <a:gd name="T27" fmla="*/ 61 h 4"/>
                <a:gd name="T28" fmla="*/ 50 w 4"/>
                <a:gd name="T29" fmla="*/ 61 h 4"/>
                <a:gd name="T30" fmla="*/ 33 w 4"/>
                <a:gd name="T31" fmla="*/ 61 h 4"/>
                <a:gd name="T32" fmla="*/ 50 w 4"/>
                <a:gd name="T33" fmla="*/ 61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4"/>
                    <a:pt x="3" y="3"/>
                    <a:pt x="4" y="3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941">
              <a:extLst>
                <a:ext uri="{FF2B5EF4-FFF2-40B4-BE49-F238E27FC236}">
                  <a16:creationId xmlns:a16="http://schemas.microsoft.com/office/drawing/2014/main" id="{AE090EA3-8763-455A-A87C-B3DC813E6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683"/>
              <a:ext cx="7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37 w 3"/>
                <a:gd name="T5" fmla="*/ 0 h 3"/>
                <a:gd name="T6" fmla="*/ 28 w 3"/>
                <a:gd name="T7" fmla="*/ 0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3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942">
              <a:extLst>
                <a:ext uri="{FF2B5EF4-FFF2-40B4-BE49-F238E27FC236}">
                  <a16:creationId xmlns:a16="http://schemas.microsoft.com/office/drawing/2014/main" id="{AA1FAFB6-28CC-49F5-86ED-827FDD43C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2659"/>
              <a:ext cx="15" cy="24"/>
            </a:xfrm>
            <a:custGeom>
              <a:avLst/>
              <a:gdLst>
                <a:gd name="T0" fmla="*/ 0 w 6"/>
                <a:gd name="T1" fmla="*/ 35 h 9"/>
                <a:gd name="T2" fmla="*/ 0 w 6"/>
                <a:gd name="T3" fmla="*/ 21 h 9"/>
                <a:gd name="T4" fmla="*/ 50 w 6"/>
                <a:gd name="T5" fmla="*/ 21 h 9"/>
                <a:gd name="T6" fmla="*/ 50 w 6"/>
                <a:gd name="T7" fmla="*/ 35 h 9"/>
                <a:gd name="T8" fmla="*/ 33 w 6"/>
                <a:gd name="T9" fmla="*/ 35 h 9"/>
                <a:gd name="T10" fmla="*/ 50 w 6"/>
                <a:gd name="T11" fmla="*/ 56 h 9"/>
                <a:gd name="T12" fmla="*/ 50 w 6"/>
                <a:gd name="T13" fmla="*/ 56 h 9"/>
                <a:gd name="T14" fmla="*/ 50 w 6"/>
                <a:gd name="T15" fmla="*/ 35 h 9"/>
                <a:gd name="T16" fmla="*/ 20 w 6"/>
                <a:gd name="T17" fmla="*/ 56 h 9"/>
                <a:gd name="T18" fmla="*/ 0 w 6"/>
                <a:gd name="T19" fmla="*/ 35 h 9"/>
                <a:gd name="T20" fmla="*/ 0 w 6"/>
                <a:gd name="T21" fmla="*/ 56 h 9"/>
                <a:gd name="T22" fmla="*/ 0 w 6"/>
                <a:gd name="T23" fmla="*/ 77 h 9"/>
                <a:gd name="T24" fmla="*/ 0 w 6"/>
                <a:gd name="T25" fmla="*/ 115 h 9"/>
                <a:gd name="T26" fmla="*/ 0 w 6"/>
                <a:gd name="T27" fmla="*/ 149 h 9"/>
                <a:gd name="T28" fmla="*/ 33 w 6"/>
                <a:gd name="T29" fmla="*/ 171 h 9"/>
                <a:gd name="T30" fmla="*/ 95 w 6"/>
                <a:gd name="T31" fmla="*/ 115 h 9"/>
                <a:gd name="T32" fmla="*/ 95 w 6"/>
                <a:gd name="T33" fmla="*/ 115 h 9"/>
                <a:gd name="T34" fmla="*/ 63 w 6"/>
                <a:gd name="T35" fmla="*/ 56 h 9"/>
                <a:gd name="T36" fmla="*/ 63 w 6"/>
                <a:gd name="T37" fmla="*/ 56 h 9"/>
                <a:gd name="T38" fmla="*/ 63 w 6"/>
                <a:gd name="T39" fmla="*/ 35 h 9"/>
                <a:gd name="T40" fmla="*/ 50 w 6"/>
                <a:gd name="T41" fmla="*/ 0 h 9"/>
                <a:gd name="T42" fmla="*/ 0 w 6"/>
                <a:gd name="T43" fmla="*/ 35 h 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4" y="9"/>
                    <a:pt x="6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4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943">
              <a:extLst>
                <a:ext uri="{FF2B5EF4-FFF2-40B4-BE49-F238E27FC236}">
                  <a16:creationId xmlns:a16="http://schemas.microsoft.com/office/drawing/2014/main" id="{24118179-8C82-438D-AD48-23EC66FF1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2661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22 h 4"/>
                <a:gd name="T4" fmla="*/ 0 w 4"/>
                <a:gd name="T5" fmla="*/ 22 h 4"/>
                <a:gd name="T6" fmla="*/ 0 w 4"/>
                <a:gd name="T7" fmla="*/ 47 h 4"/>
                <a:gd name="T8" fmla="*/ 0 w 4"/>
                <a:gd name="T9" fmla="*/ 61 h 4"/>
                <a:gd name="T10" fmla="*/ 20 w 4"/>
                <a:gd name="T11" fmla="*/ 83 h 4"/>
                <a:gd name="T12" fmla="*/ 63 w 4"/>
                <a:gd name="T13" fmla="*/ 47 h 4"/>
                <a:gd name="T14" fmla="*/ 33 w 4"/>
                <a:gd name="T15" fmla="*/ 0 h 4"/>
                <a:gd name="T16" fmla="*/ 20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944">
              <a:extLst>
                <a:ext uri="{FF2B5EF4-FFF2-40B4-BE49-F238E27FC236}">
                  <a16:creationId xmlns:a16="http://schemas.microsoft.com/office/drawing/2014/main" id="{83BAB027-07EA-458D-8F1B-540B2E6794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16" y="266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0 h 4"/>
                <a:gd name="T4" fmla="*/ 33 w 4"/>
                <a:gd name="T5" fmla="*/ 0 h 4"/>
                <a:gd name="T6" fmla="*/ 20 w 4"/>
                <a:gd name="T7" fmla="*/ 20 h 4"/>
                <a:gd name="T8" fmla="*/ 20 w 4"/>
                <a:gd name="T9" fmla="*/ 20 h 4"/>
                <a:gd name="T10" fmla="*/ 0 w 4"/>
                <a:gd name="T11" fmla="*/ 33 h 4"/>
                <a:gd name="T12" fmla="*/ 20 w 4"/>
                <a:gd name="T13" fmla="*/ 50 h 4"/>
                <a:gd name="T14" fmla="*/ 20 w 4"/>
                <a:gd name="T15" fmla="*/ 50 h 4"/>
                <a:gd name="T16" fmla="*/ 33 w 4"/>
                <a:gd name="T17" fmla="*/ 50 h 4"/>
                <a:gd name="T18" fmla="*/ 63 w 4"/>
                <a:gd name="T19" fmla="*/ 50 h 4"/>
                <a:gd name="T20" fmla="*/ 63 w 4"/>
                <a:gd name="T21" fmla="*/ 20 h 4"/>
                <a:gd name="T22" fmla="*/ 50 w 4"/>
                <a:gd name="T23" fmla="*/ 0 h 4"/>
                <a:gd name="T24" fmla="*/ 33 w 4"/>
                <a:gd name="T25" fmla="*/ 0 h 4"/>
                <a:gd name="T26" fmla="*/ 50 w 4"/>
                <a:gd name="T27" fmla="*/ 33 h 4"/>
                <a:gd name="T28" fmla="*/ 50 w 4"/>
                <a:gd name="T29" fmla="*/ 50 h 4"/>
                <a:gd name="T30" fmla="*/ 33 w 4"/>
                <a:gd name="T31" fmla="*/ 50 h 4"/>
                <a:gd name="T32" fmla="*/ 50 w 4"/>
                <a:gd name="T33" fmla="*/ 33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4"/>
                    <a:pt x="3" y="3"/>
                    <a:pt x="4" y="3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3" y="2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945">
              <a:extLst>
                <a:ext uri="{FF2B5EF4-FFF2-40B4-BE49-F238E27FC236}">
                  <a16:creationId xmlns:a16="http://schemas.microsoft.com/office/drawing/2014/main" id="{73B74B50-CBF9-48B3-BCF9-1E61EE953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2680"/>
              <a:ext cx="7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37 w 3"/>
                <a:gd name="T5" fmla="*/ 0 h 3"/>
                <a:gd name="T6" fmla="*/ 28 w 3"/>
                <a:gd name="T7" fmla="*/ 0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3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946">
              <a:extLst>
                <a:ext uri="{FF2B5EF4-FFF2-40B4-BE49-F238E27FC236}">
                  <a16:creationId xmlns:a16="http://schemas.microsoft.com/office/drawing/2014/main" id="{2A75A45D-DADF-4CC8-823E-BCE6828BC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20"/>
              <a:ext cx="15" cy="24"/>
            </a:xfrm>
            <a:custGeom>
              <a:avLst/>
              <a:gdLst>
                <a:gd name="T0" fmla="*/ 0 w 6"/>
                <a:gd name="T1" fmla="*/ 35 h 9"/>
                <a:gd name="T2" fmla="*/ 20 w 6"/>
                <a:gd name="T3" fmla="*/ 21 h 9"/>
                <a:gd name="T4" fmla="*/ 50 w 6"/>
                <a:gd name="T5" fmla="*/ 21 h 9"/>
                <a:gd name="T6" fmla="*/ 63 w 6"/>
                <a:gd name="T7" fmla="*/ 35 h 9"/>
                <a:gd name="T8" fmla="*/ 50 w 6"/>
                <a:gd name="T9" fmla="*/ 35 h 9"/>
                <a:gd name="T10" fmla="*/ 63 w 6"/>
                <a:gd name="T11" fmla="*/ 56 h 9"/>
                <a:gd name="T12" fmla="*/ 63 w 6"/>
                <a:gd name="T13" fmla="*/ 56 h 9"/>
                <a:gd name="T14" fmla="*/ 50 w 6"/>
                <a:gd name="T15" fmla="*/ 56 h 9"/>
                <a:gd name="T16" fmla="*/ 20 w 6"/>
                <a:gd name="T17" fmla="*/ 56 h 9"/>
                <a:gd name="T18" fmla="*/ 20 w 6"/>
                <a:gd name="T19" fmla="*/ 35 h 9"/>
                <a:gd name="T20" fmla="*/ 20 w 6"/>
                <a:gd name="T21" fmla="*/ 56 h 9"/>
                <a:gd name="T22" fmla="*/ 0 w 6"/>
                <a:gd name="T23" fmla="*/ 77 h 9"/>
                <a:gd name="T24" fmla="*/ 0 w 6"/>
                <a:gd name="T25" fmla="*/ 115 h 9"/>
                <a:gd name="T26" fmla="*/ 20 w 6"/>
                <a:gd name="T27" fmla="*/ 149 h 9"/>
                <a:gd name="T28" fmla="*/ 33 w 6"/>
                <a:gd name="T29" fmla="*/ 171 h 9"/>
                <a:gd name="T30" fmla="*/ 95 w 6"/>
                <a:gd name="T31" fmla="*/ 115 h 9"/>
                <a:gd name="T32" fmla="*/ 95 w 6"/>
                <a:gd name="T33" fmla="*/ 115 h 9"/>
                <a:gd name="T34" fmla="*/ 83 w 6"/>
                <a:gd name="T35" fmla="*/ 56 h 9"/>
                <a:gd name="T36" fmla="*/ 83 w 6"/>
                <a:gd name="T37" fmla="*/ 56 h 9"/>
                <a:gd name="T38" fmla="*/ 83 w 6"/>
                <a:gd name="T39" fmla="*/ 35 h 9"/>
                <a:gd name="T40" fmla="*/ 50 w 6"/>
                <a:gd name="T41" fmla="*/ 0 h 9"/>
                <a:gd name="T42" fmla="*/ 0 w 6"/>
                <a:gd name="T43" fmla="*/ 35 h 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5" y="9"/>
                    <a:pt x="6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947">
              <a:extLst>
                <a:ext uri="{FF2B5EF4-FFF2-40B4-BE49-F238E27FC236}">
                  <a16:creationId xmlns:a16="http://schemas.microsoft.com/office/drawing/2014/main" id="{41FF75D3-BCA7-4D8A-BC59-0226E4E1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23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20 h 4"/>
                <a:gd name="T4" fmla="*/ 0 w 4"/>
                <a:gd name="T5" fmla="*/ 20 h 4"/>
                <a:gd name="T6" fmla="*/ 0 w 4"/>
                <a:gd name="T7" fmla="*/ 33 h 4"/>
                <a:gd name="T8" fmla="*/ 0 w 4"/>
                <a:gd name="T9" fmla="*/ 50 h 4"/>
                <a:gd name="T10" fmla="*/ 20 w 4"/>
                <a:gd name="T11" fmla="*/ 63 h 4"/>
                <a:gd name="T12" fmla="*/ 63 w 4"/>
                <a:gd name="T13" fmla="*/ 33 h 4"/>
                <a:gd name="T14" fmla="*/ 50 w 4"/>
                <a:gd name="T15" fmla="*/ 0 h 4"/>
                <a:gd name="T16" fmla="*/ 20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4"/>
                    <a:pt x="4" y="2"/>
                  </a:cubicBezTo>
                  <a:cubicBezTo>
                    <a:pt x="4" y="2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948">
              <a:extLst>
                <a:ext uri="{FF2B5EF4-FFF2-40B4-BE49-F238E27FC236}">
                  <a16:creationId xmlns:a16="http://schemas.microsoft.com/office/drawing/2014/main" id="{3AE1588B-785C-4692-9C12-1932ED6E5B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1" y="2928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0 h 4"/>
                <a:gd name="T4" fmla="*/ 12 w 3"/>
                <a:gd name="T5" fmla="*/ 0 h 4"/>
                <a:gd name="T6" fmla="*/ 0 w 3"/>
                <a:gd name="T7" fmla="*/ 22 h 4"/>
                <a:gd name="T8" fmla="*/ 0 w 3"/>
                <a:gd name="T9" fmla="*/ 22 h 4"/>
                <a:gd name="T10" fmla="*/ 0 w 3"/>
                <a:gd name="T11" fmla="*/ 47 h 4"/>
                <a:gd name="T12" fmla="*/ 0 w 3"/>
                <a:gd name="T13" fmla="*/ 61 h 4"/>
                <a:gd name="T14" fmla="*/ 0 w 3"/>
                <a:gd name="T15" fmla="*/ 61 h 4"/>
                <a:gd name="T16" fmla="*/ 12 w 3"/>
                <a:gd name="T17" fmla="*/ 83 h 4"/>
                <a:gd name="T18" fmla="*/ 37 w 3"/>
                <a:gd name="T19" fmla="*/ 61 h 4"/>
                <a:gd name="T20" fmla="*/ 37 w 3"/>
                <a:gd name="T21" fmla="*/ 22 h 4"/>
                <a:gd name="T22" fmla="*/ 28 w 3"/>
                <a:gd name="T23" fmla="*/ 0 h 4"/>
                <a:gd name="T24" fmla="*/ 12 w 3"/>
                <a:gd name="T25" fmla="*/ 0 h 4"/>
                <a:gd name="T26" fmla="*/ 28 w 3"/>
                <a:gd name="T27" fmla="*/ 61 h 4"/>
                <a:gd name="T28" fmla="*/ 28 w 3"/>
                <a:gd name="T29" fmla="*/ 61 h 4"/>
                <a:gd name="T30" fmla="*/ 12 w 3"/>
                <a:gd name="T31" fmla="*/ 61 h 4"/>
                <a:gd name="T32" fmla="*/ 28 w 3"/>
                <a:gd name="T33" fmla="*/ 61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949">
              <a:extLst>
                <a:ext uri="{FF2B5EF4-FFF2-40B4-BE49-F238E27FC236}">
                  <a16:creationId xmlns:a16="http://schemas.microsoft.com/office/drawing/2014/main" id="{CD13E2A7-8451-47CB-8129-E940451ED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941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0 w 4"/>
                <a:gd name="T3" fmla="*/ 56 h 3"/>
                <a:gd name="T4" fmla="*/ 63 w 4"/>
                <a:gd name="T5" fmla="*/ 0 h 3"/>
                <a:gd name="T6" fmla="*/ 33 w 4"/>
                <a:gd name="T7" fmla="*/ 0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3" y="2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950">
              <a:extLst>
                <a:ext uri="{FF2B5EF4-FFF2-40B4-BE49-F238E27FC236}">
                  <a16:creationId xmlns:a16="http://schemas.microsoft.com/office/drawing/2014/main" id="{B7101485-18DB-4357-A147-9D4AB6654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984"/>
              <a:ext cx="17" cy="27"/>
            </a:xfrm>
            <a:custGeom>
              <a:avLst/>
              <a:gdLst>
                <a:gd name="T0" fmla="*/ 12 w 7"/>
                <a:gd name="T1" fmla="*/ 59 h 10"/>
                <a:gd name="T2" fmla="*/ 12 w 7"/>
                <a:gd name="T3" fmla="*/ 38 h 10"/>
                <a:gd name="T4" fmla="*/ 58 w 7"/>
                <a:gd name="T5" fmla="*/ 38 h 10"/>
                <a:gd name="T6" fmla="*/ 58 w 7"/>
                <a:gd name="T7" fmla="*/ 59 h 10"/>
                <a:gd name="T8" fmla="*/ 41 w 7"/>
                <a:gd name="T9" fmla="*/ 59 h 10"/>
                <a:gd name="T10" fmla="*/ 58 w 7"/>
                <a:gd name="T11" fmla="*/ 59 h 10"/>
                <a:gd name="T12" fmla="*/ 58 w 7"/>
                <a:gd name="T13" fmla="*/ 81 h 10"/>
                <a:gd name="T14" fmla="*/ 58 w 7"/>
                <a:gd name="T15" fmla="*/ 59 h 10"/>
                <a:gd name="T16" fmla="*/ 29 w 7"/>
                <a:gd name="T17" fmla="*/ 59 h 10"/>
                <a:gd name="T18" fmla="*/ 12 w 7"/>
                <a:gd name="T19" fmla="*/ 38 h 10"/>
                <a:gd name="T20" fmla="*/ 12 w 7"/>
                <a:gd name="T21" fmla="*/ 81 h 10"/>
                <a:gd name="T22" fmla="*/ 12 w 7"/>
                <a:gd name="T23" fmla="*/ 81 h 10"/>
                <a:gd name="T24" fmla="*/ 0 w 7"/>
                <a:gd name="T25" fmla="*/ 116 h 10"/>
                <a:gd name="T26" fmla="*/ 12 w 7"/>
                <a:gd name="T27" fmla="*/ 176 h 10"/>
                <a:gd name="T28" fmla="*/ 41 w 7"/>
                <a:gd name="T29" fmla="*/ 197 h 10"/>
                <a:gd name="T30" fmla="*/ 100 w 7"/>
                <a:gd name="T31" fmla="*/ 116 h 10"/>
                <a:gd name="T32" fmla="*/ 100 w 7"/>
                <a:gd name="T33" fmla="*/ 116 h 10"/>
                <a:gd name="T34" fmla="*/ 70 w 7"/>
                <a:gd name="T35" fmla="*/ 81 h 10"/>
                <a:gd name="T36" fmla="*/ 70 w 7"/>
                <a:gd name="T37" fmla="*/ 59 h 10"/>
                <a:gd name="T38" fmla="*/ 70 w 7"/>
                <a:gd name="T39" fmla="*/ 59 h 10"/>
                <a:gd name="T40" fmla="*/ 41 w 7"/>
                <a:gd name="T41" fmla="*/ 22 h 10"/>
                <a:gd name="T42" fmla="*/ 12 w 7"/>
                <a:gd name="T43" fmla="*/ 59 h 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" h="10">
                  <a:moveTo>
                    <a:pt x="1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9"/>
                    <a:pt x="2" y="10"/>
                    <a:pt x="3" y="10"/>
                  </a:cubicBezTo>
                  <a:cubicBezTo>
                    <a:pt x="5" y="10"/>
                    <a:pt x="7" y="8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6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2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1951">
              <a:extLst>
                <a:ext uri="{FF2B5EF4-FFF2-40B4-BE49-F238E27FC236}">
                  <a16:creationId xmlns:a16="http://schemas.microsoft.com/office/drawing/2014/main" id="{2FC0D134-2AB9-41A3-B3E5-938239780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987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12 w 5"/>
                <a:gd name="T3" fmla="*/ 21 h 5"/>
                <a:gd name="T4" fmla="*/ 12 w 5"/>
                <a:gd name="T5" fmla="*/ 21 h 5"/>
                <a:gd name="T6" fmla="*/ 0 w 5"/>
                <a:gd name="T7" fmla="*/ 55 h 5"/>
                <a:gd name="T8" fmla="*/ 12 w 5"/>
                <a:gd name="T9" fmla="*/ 55 h 5"/>
                <a:gd name="T10" fmla="*/ 12 w 5"/>
                <a:gd name="T11" fmla="*/ 68 h 5"/>
                <a:gd name="T12" fmla="*/ 58 w 5"/>
                <a:gd name="T13" fmla="*/ 55 h 5"/>
                <a:gd name="T14" fmla="*/ 41 w 5"/>
                <a:gd name="T15" fmla="*/ 0 h 5"/>
                <a:gd name="T16" fmla="*/ 29 w 5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1952">
              <a:extLst>
                <a:ext uri="{FF2B5EF4-FFF2-40B4-BE49-F238E27FC236}">
                  <a16:creationId xmlns:a16="http://schemas.microsoft.com/office/drawing/2014/main" id="{111E564A-AA00-488E-9985-28A1686E6A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08" y="299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0 h 3"/>
                <a:gd name="T4" fmla="*/ 33 w 4"/>
                <a:gd name="T5" fmla="*/ 0 h 3"/>
                <a:gd name="T6" fmla="*/ 20 w 4"/>
                <a:gd name="T7" fmla="*/ 21 h 3"/>
                <a:gd name="T8" fmla="*/ 20 w 4"/>
                <a:gd name="T9" fmla="*/ 21 h 3"/>
                <a:gd name="T10" fmla="*/ 0 w 4"/>
                <a:gd name="T11" fmla="*/ 21 h 3"/>
                <a:gd name="T12" fmla="*/ 20 w 4"/>
                <a:gd name="T13" fmla="*/ 35 h 3"/>
                <a:gd name="T14" fmla="*/ 20 w 4"/>
                <a:gd name="T15" fmla="*/ 35 h 3"/>
                <a:gd name="T16" fmla="*/ 33 w 4"/>
                <a:gd name="T17" fmla="*/ 56 h 3"/>
                <a:gd name="T18" fmla="*/ 50 w 4"/>
                <a:gd name="T19" fmla="*/ 56 h 3"/>
                <a:gd name="T20" fmla="*/ 63 w 4"/>
                <a:gd name="T21" fmla="*/ 0 h 3"/>
                <a:gd name="T22" fmla="*/ 50 w 4"/>
                <a:gd name="T23" fmla="*/ 0 h 3"/>
                <a:gd name="T24" fmla="*/ 33 w 4"/>
                <a:gd name="T25" fmla="*/ 0 h 3"/>
                <a:gd name="T26" fmla="*/ 50 w 4"/>
                <a:gd name="T27" fmla="*/ 35 h 3"/>
                <a:gd name="T28" fmla="*/ 50 w 4"/>
                <a:gd name="T29" fmla="*/ 35 h 3"/>
                <a:gd name="T30" fmla="*/ 33 w 4"/>
                <a:gd name="T31" fmla="*/ 56 h 3"/>
                <a:gd name="T32" fmla="*/ 50 w 4"/>
                <a:gd name="T33" fmla="*/ 35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1953">
              <a:extLst>
                <a:ext uri="{FF2B5EF4-FFF2-40B4-BE49-F238E27FC236}">
                  <a16:creationId xmlns:a16="http://schemas.microsoft.com/office/drawing/2014/main" id="{31C465C9-C73D-41F0-89FF-D3835566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3005"/>
              <a:ext cx="8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56 h 3"/>
                <a:gd name="T4" fmla="*/ 56 w 3"/>
                <a:gd name="T5" fmla="*/ 21 h 3"/>
                <a:gd name="T6" fmla="*/ 35 w 3"/>
                <a:gd name="T7" fmla="*/ 0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3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1954">
              <a:extLst>
                <a:ext uri="{FF2B5EF4-FFF2-40B4-BE49-F238E27FC236}">
                  <a16:creationId xmlns:a16="http://schemas.microsoft.com/office/drawing/2014/main" id="{0F47AFB0-D7BA-4EA8-A737-36D97938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824"/>
              <a:ext cx="5" cy="8"/>
            </a:xfrm>
            <a:custGeom>
              <a:avLst/>
              <a:gdLst>
                <a:gd name="T0" fmla="*/ 0 w 5"/>
                <a:gd name="T1" fmla="*/ 8 h 8"/>
                <a:gd name="T2" fmla="*/ 2 w 5"/>
                <a:gd name="T3" fmla="*/ 8 h 8"/>
                <a:gd name="T4" fmla="*/ 5 w 5"/>
                <a:gd name="T5" fmla="*/ 3 h 8"/>
                <a:gd name="T6" fmla="*/ 2 w 5"/>
                <a:gd name="T7" fmla="*/ 0 h 8"/>
                <a:gd name="T8" fmla="*/ 0 w 5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lnTo>
                    <a:pt x="2" y="8"/>
                  </a:lnTo>
                  <a:lnTo>
                    <a:pt x="5" y="3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1955">
              <a:extLst>
                <a:ext uri="{FF2B5EF4-FFF2-40B4-BE49-F238E27FC236}">
                  <a16:creationId xmlns:a16="http://schemas.microsoft.com/office/drawing/2014/main" id="{CEED59CD-1509-4971-B426-F9C386E1E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611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20 w 4"/>
                <a:gd name="T3" fmla="*/ 20 h 4"/>
                <a:gd name="T4" fmla="*/ 0 w 4"/>
                <a:gd name="T5" fmla="*/ 50 h 4"/>
                <a:gd name="T6" fmla="*/ 0 w 4"/>
                <a:gd name="T7" fmla="*/ 50 h 4"/>
                <a:gd name="T8" fmla="*/ 20 w 4"/>
                <a:gd name="T9" fmla="*/ 63 h 4"/>
                <a:gd name="T10" fmla="*/ 33 w 4"/>
                <a:gd name="T11" fmla="*/ 63 h 4"/>
                <a:gd name="T12" fmla="*/ 33 w 4"/>
                <a:gd name="T13" fmla="*/ 63 h 4"/>
                <a:gd name="T14" fmla="*/ 50 w 4"/>
                <a:gd name="T15" fmla="*/ 50 h 4"/>
                <a:gd name="T16" fmla="*/ 50 w 4"/>
                <a:gd name="T17" fmla="*/ 33 h 4"/>
                <a:gd name="T18" fmla="*/ 50 w 4"/>
                <a:gd name="T19" fmla="*/ 33 h 4"/>
                <a:gd name="T20" fmla="*/ 63 w 4"/>
                <a:gd name="T21" fmla="*/ 33 h 4"/>
                <a:gd name="T22" fmla="*/ 63 w 4"/>
                <a:gd name="T23" fmla="*/ 33 h 4"/>
                <a:gd name="T24" fmla="*/ 50 w 4"/>
                <a:gd name="T25" fmla="*/ 0 h 4"/>
                <a:gd name="T26" fmla="*/ 33 w 4"/>
                <a:gd name="T27" fmla="*/ 20 h 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1956">
              <a:extLst>
                <a:ext uri="{FF2B5EF4-FFF2-40B4-BE49-F238E27FC236}">
                  <a16:creationId xmlns:a16="http://schemas.microsoft.com/office/drawing/2014/main" id="{E50FD160-578E-403F-B848-732257F6B5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1" y="2613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1 h 3"/>
                <a:gd name="T4" fmla="*/ 0 w 2"/>
                <a:gd name="T5" fmla="*/ 21 h 3"/>
                <a:gd name="T6" fmla="*/ 0 w 2"/>
                <a:gd name="T7" fmla="*/ 35 h 3"/>
                <a:gd name="T8" fmla="*/ 0 w 2"/>
                <a:gd name="T9" fmla="*/ 35 h 3"/>
                <a:gd name="T10" fmla="*/ 0 w 2"/>
                <a:gd name="T11" fmla="*/ 35 h 3"/>
                <a:gd name="T12" fmla="*/ 20 w 2"/>
                <a:gd name="T13" fmla="*/ 35 h 3"/>
                <a:gd name="T14" fmla="*/ 33 w 2"/>
                <a:gd name="T15" fmla="*/ 35 h 3"/>
                <a:gd name="T16" fmla="*/ 33 w 2"/>
                <a:gd name="T17" fmla="*/ 21 h 3"/>
                <a:gd name="T18" fmla="*/ 33 w 2"/>
                <a:gd name="T19" fmla="*/ 21 h 3"/>
                <a:gd name="T20" fmla="*/ 20 w 2"/>
                <a:gd name="T21" fmla="*/ 0 h 3"/>
                <a:gd name="T22" fmla="*/ 20 w 2"/>
                <a:gd name="T23" fmla="*/ 0 h 3"/>
                <a:gd name="T24" fmla="*/ 0 w 2"/>
                <a:gd name="T25" fmla="*/ 0 h 3"/>
                <a:gd name="T26" fmla="*/ 20 w 2"/>
                <a:gd name="T27" fmla="*/ 21 h 3"/>
                <a:gd name="T28" fmla="*/ 20 w 2"/>
                <a:gd name="T29" fmla="*/ 21 h 3"/>
                <a:gd name="T30" fmla="*/ 20 w 2"/>
                <a:gd name="T31" fmla="*/ 21 h 3"/>
                <a:gd name="T32" fmla="*/ 20 w 2"/>
                <a:gd name="T33" fmla="*/ 21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1957">
              <a:extLst>
                <a:ext uri="{FF2B5EF4-FFF2-40B4-BE49-F238E27FC236}">
                  <a16:creationId xmlns:a16="http://schemas.microsoft.com/office/drawing/2014/main" id="{B6BB064A-48DD-4263-BE3E-8210A21C40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1" y="261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7 h 2"/>
                <a:gd name="T4" fmla="*/ 20 w 2"/>
                <a:gd name="T5" fmla="*/ 54 h 2"/>
                <a:gd name="T6" fmla="*/ 33 w 2"/>
                <a:gd name="T7" fmla="*/ 27 h 2"/>
                <a:gd name="T8" fmla="*/ 33 w 2"/>
                <a:gd name="T9" fmla="*/ 27 h 2"/>
                <a:gd name="T10" fmla="*/ 33 w 2"/>
                <a:gd name="T11" fmla="*/ 27 h 2"/>
                <a:gd name="T12" fmla="*/ 33 w 2"/>
                <a:gd name="T13" fmla="*/ 27 h 2"/>
                <a:gd name="T14" fmla="*/ 20 w 2"/>
                <a:gd name="T15" fmla="*/ 0 h 2"/>
                <a:gd name="T16" fmla="*/ 33 w 2"/>
                <a:gd name="T17" fmla="*/ 27 h 2"/>
                <a:gd name="T18" fmla="*/ 33 w 2"/>
                <a:gd name="T19" fmla="*/ 27 h 2"/>
                <a:gd name="T20" fmla="*/ 33 w 2"/>
                <a:gd name="T21" fmla="*/ 54 h 2"/>
                <a:gd name="T22" fmla="*/ 33 w 2"/>
                <a:gd name="T23" fmla="*/ 27 h 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1958">
              <a:extLst>
                <a:ext uri="{FF2B5EF4-FFF2-40B4-BE49-F238E27FC236}">
                  <a16:creationId xmlns:a16="http://schemas.microsoft.com/office/drawing/2014/main" id="{C1CC3649-A313-4272-8BCD-97249F4FF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2619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2 h 2"/>
                <a:gd name="T4" fmla="*/ 2 w 2"/>
                <a:gd name="T5" fmla="*/ 0 h 2"/>
                <a:gd name="T6" fmla="*/ 2 w 2"/>
                <a:gd name="T7" fmla="*/ 0 h 2"/>
                <a:gd name="T8" fmla="*/ 0 w 2"/>
                <a:gd name="T9" fmla="*/ 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1959">
              <a:extLst>
                <a:ext uri="{FF2B5EF4-FFF2-40B4-BE49-F238E27FC236}">
                  <a16:creationId xmlns:a16="http://schemas.microsoft.com/office/drawing/2014/main" id="{E04141E2-90EC-4531-B76E-0969D4135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81"/>
              <a:ext cx="5" cy="8"/>
            </a:xfrm>
            <a:custGeom>
              <a:avLst/>
              <a:gdLst>
                <a:gd name="T0" fmla="*/ 0 w 2"/>
                <a:gd name="T1" fmla="*/ 21 h 3"/>
                <a:gd name="T2" fmla="*/ 0 w 2"/>
                <a:gd name="T3" fmla="*/ 56 h 3"/>
                <a:gd name="T4" fmla="*/ 33 w 2"/>
                <a:gd name="T5" fmla="*/ 0 h 3"/>
                <a:gd name="T6" fmla="*/ 20 w 2"/>
                <a:gd name="T7" fmla="*/ 0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1960">
              <a:extLst>
                <a:ext uri="{FF2B5EF4-FFF2-40B4-BE49-F238E27FC236}">
                  <a16:creationId xmlns:a16="http://schemas.microsoft.com/office/drawing/2014/main" id="{55941E00-A81C-41D6-9FC9-83C1FAEEEB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3" y="282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33 w 6"/>
                <a:gd name="T3" fmla="*/ 93 h 6"/>
                <a:gd name="T4" fmla="*/ 63 w 6"/>
                <a:gd name="T5" fmla="*/ 115 h 6"/>
                <a:gd name="T6" fmla="*/ 83 w 6"/>
                <a:gd name="T7" fmla="*/ 56 h 6"/>
                <a:gd name="T8" fmla="*/ 83 w 6"/>
                <a:gd name="T9" fmla="*/ 77 h 6"/>
                <a:gd name="T10" fmla="*/ 50 w 6"/>
                <a:gd name="T11" fmla="*/ 93 h 6"/>
                <a:gd name="T12" fmla="*/ 20 w 6"/>
                <a:gd name="T13" fmla="*/ 56 h 6"/>
                <a:gd name="T14" fmla="*/ 33 w 6"/>
                <a:gd name="T15" fmla="*/ 35 h 6"/>
                <a:gd name="T16" fmla="*/ 63 w 6"/>
                <a:gd name="T17" fmla="*/ 35 h 6"/>
                <a:gd name="T18" fmla="*/ 83 w 6"/>
                <a:gd name="T19" fmla="*/ 77 h 6"/>
                <a:gd name="T20" fmla="*/ 63 w 6"/>
                <a:gd name="T21" fmla="*/ 21 h 6"/>
                <a:gd name="T22" fmla="*/ 20 w 6"/>
                <a:gd name="T23" fmla="*/ 21 h 6"/>
                <a:gd name="T24" fmla="*/ 20 w 6"/>
                <a:gd name="T25" fmla="*/ 77 h 6"/>
                <a:gd name="T26" fmla="*/ 20 w 6"/>
                <a:gd name="T27" fmla="*/ 56 h 6"/>
                <a:gd name="T28" fmla="*/ 20 w 6"/>
                <a:gd name="T29" fmla="*/ 77 h 6"/>
                <a:gd name="T30" fmla="*/ 20 w 6"/>
                <a:gd name="T31" fmla="*/ 77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5" y="6"/>
                    <a:pt x="6" y="5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2" y="4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  <a:close/>
                  <a:moveTo>
                    <a:pt x="1" y="4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1961">
              <a:extLst>
                <a:ext uri="{FF2B5EF4-FFF2-40B4-BE49-F238E27FC236}">
                  <a16:creationId xmlns:a16="http://schemas.microsoft.com/office/drawing/2014/main" id="{C0B47019-01BE-4DD9-9C13-621734E3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829"/>
              <a:ext cx="10" cy="14"/>
            </a:xfrm>
            <a:custGeom>
              <a:avLst/>
              <a:gdLst>
                <a:gd name="T0" fmla="*/ 20 w 4"/>
                <a:gd name="T1" fmla="*/ 22 h 5"/>
                <a:gd name="T2" fmla="*/ 0 w 4"/>
                <a:gd name="T3" fmla="*/ 62 h 5"/>
                <a:gd name="T4" fmla="*/ 20 w 4"/>
                <a:gd name="T5" fmla="*/ 109 h 5"/>
                <a:gd name="T6" fmla="*/ 50 w 4"/>
                <a:gd name="T7" fmla="*/ 87 h 5"/>
                <a:gd name="T8" fmla="*/ 63 w 4"/>
                <a:gd name="T9" fmla="*/ 62 h 5"/>
                <a:gd name="T10" fmla="*/ 50 w 4"/>
                <a:gd name="T11" fmla="*/ 48 h 5"/>
                <a:gd name="T12" fmla="*/ 50 w 4"/>
                <a:gd name="T13" fmla="*/ 48 h 5"/>
                <a:gd name="T14" fmla="*/ 50 w 4"/>
                <a:gd name="T15" fmla="*/ 22 h 5"/>
                <a:gd name="T16" fmla="*/ 20 w 4"/>
                <a:gd name="T17" fmla="*/ 22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1962">
              <a:extLst>
                <a:ext uri="{FF2B5EF4-FFF2-40B4-BE49-F238E27FC236}">
                  <a16:creationId xmlns:a16="http://schemas.microsoft.com/office/drawing/2014/main" id="{3B71E80B-303C-4B12-A8F8-EF07C5CE7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835"/>
              <a:ext cx="5" cy="8"/>
            </a:xfrm>
            <a:custGeom>
              <a:avLst/>
              <a:gdLst>
                <a:gd name="T0" fmla="*/ 0 w 2"/>
                <a:gd name="T1" fmla="*/ 35 h 3"/>
                <a:gd name="T2" fmla="*/ 20 w 2"/>
                <a:gd name="T3" fmla="*/ 56 h 3"/>
                <a:gd name="T4" fmla="*/ 33 w 2"/>
                <a:gd name="T5" fmla="*/ 0 h 3"/>
                <a:gd name="T6" fmla="*/ 20 w 2"/>
                <a:gd name="T7" fmla="*/ 0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1963">
              <a:extLst>
                <a:ext uri="{FF2B5EF4-FFF2-40B4-BE49-F238E27FC236}">
                  <a16:creationId xmlns:a16="http://schemas.microsoft.com/office/drawing/2014/main" id="{CEF30E3C-20D0-4634-ABFF-29F5423D21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6" y="2920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12 w 5"/>
                <a:gd name="T3" fmla="*/ 93 h 6"/>
                <a:gd name="T4" fmla="*/ 41 w 5"/>
                <a:gd name="T5" fmla="*/ 115 h 6"/>
                <a:gd name="T6" fmla="*/ 70 w 5"/>
                <a:gd name="T7" fmla="*/ 56 h 6"/>
                <a:gd name="T8" fmla="*/ 70 w 5"/>
                <a:gd name="T9" fmla="*/ 77 h 6"/>
                <a:gd name="T10" fmla="*/ 41 w 5"/>
                <a:gd name="T11" fmla="*/ 93 h 6"/>
                <a:gd name="T12" fmla="*/ 12 w 5"/>
                <a:gd name="T13" fmla="*/ 56 h 6"/>
                <a:gd name="T14" fmla="*/ 29 w 5"/>
                <a:gd name="T15" fmla="*/ 35 h 6"/>
                <a:gd name="T16" fmla="*/ 58 w 5"/>
                <a:gd name="T17" fmla="*/ 35 h 6"/>
                <a:gd name="T18" fmla="*/ 58 w 5"/>
                <a:gd name="T19" fmla="*/ 77 h 6"/>
                <a:gd name="T20" fmla="*/ 58 w 5"/>
                <a:gd name="T21" fmla="*/ 21 h 6"/>
                <a:gd name="T22" fmla="*/ 12 w 5"/>
                <a:gd name="T23" fmla="*/ 21 h 6"/>
                <a:gd name="T24" fmla="*/ 12 w 5"/>
                <a:gd name="T25" fmla="*/ 56 h 6"/>
                <a:gd name="T26" fmla="*/ 12 w 5"/>
                <a:gd name="T27" fmla="*/ 56 h 6"/>
                <a:gd name="T28" fmla="*/ 12 w 5"/>
                <a:gd name="T29" fmla="*/ 77 h 6"/>
                <a:gd name="T30" fmla="*/ 12 w 5"/>
                <a:gd name="T31" fmla="*/ 56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1964">
              <a:extLst>
                <a:ext uri="{FF2B5EF4-FFF2-40B4-BE49-F238E27FC236}">
                  <a16:creationId xmlns:a16="http://schemas.microsoft.com/office/drawing/2014/main" id="{66681AC8-4C40-46CB-A14A-9AD45B30A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923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0 w 4"/>
                <a:gd name="T3" fmla="*/ 55 h 5"/>
                <a:gd name="T4" fmla="*/ 33 w 4"/>
                <a:gd name="T5" fmla="*/ 68 h 5"/>
                <a:gd name="T6" fmla="*/ 63 w 4"/>
                <a:gd name="T7" fmla="*/ 55 h 5"/>
                <a:gd name="T8" fmla="*/ 63 w 4"/>
                <a:gd name="T9" fmla="*/ 55 h 5"/>
                <a:gd name="T10" fmla="*/ 63 w 4"/>
                <a:gd name="T11" fmla="*/ 34 h 5"/>
                <a:gd name="T12" fmla="*/ 63 w 4"/>
                <a:gd name="T13" fmla="*/ 34 h 5"/>
                <a:gd name="T14" fmla="*/ 50 w 4"/>
                <a:gd name="T15" fmla="*/ 21 h 5"/>
                <a:gd name="T16" fmla="*/ 33 w 4"/>
                <a:gd name="T17" fmla="*/ 2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1965">
              <a:extLst>
                <a:ext uri="{FF2B5EF4-FFF2-40B4-BE49-F238E27FC236}">
                  <a16:creationId xmlns:a16="http://schemas.microsoft.com/office/drawing/2014/main" id="{DCA4E4B3-3B49-476A-8709-7FE6229D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928"/>
              <a:ext cx="5" cy="8"/>
            </a:xfrm>
            <a:custGeom>
              <a:avLst/>
              <a:gdLst>
                <a:gd name="T0" fmla="*/ 0 w 2"/>
                <a:gd name="T1" fmla="*/ 35 h 3"/>
                <a:gd name="T2" fmla="*/ 0 w 2"/>
                <a:gd name="T3" fmla="*/ 56 h 3"/>
                <a:gd name="T4" fmla="*/ 33 w 2"/>
                <a:gd name="T5" fmla="*/ 0 h 3"/>
                <a:gd name="T6" fmla="*/ 20 w 2"/>
                <a:gd name="T7" fmla="*/ 0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1966">
              <a:extLst>
                <a:ext uri="{FF2B5EF4-FFF2-40B4-BE49-F238E27FC236}">
                  <a16:creationId xmlns:a16="http://schemas.microsoft.com/office/drawing/2014/main" id="{65DAFDFC-F7FC-4395-8161-EB31CDDA32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36" y="3061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12 w 5"/>
                <a:gd name="T3" fmla="*/ 93 h 6"/>
                <a:gd name="T4" fmla="*/ 41 w 5"/>
                <a:gd name="T5" fmla="*/ 93 h 6"/>
                <a:gd name="T6" fmla="*/ 70 w 5"/>
                <a:gd name="T7" fmla="*/ 56 h 6"/>
                <a:gd name="T8" fmla="*/ 70 w 5"/>
                <a:gd name="T9" fmla="*/ 56 h 6"/>
                <a:gd name="T10" fmla="*/ 41 w 5"/>
                <a:gd name="T11" fmla="*/ 93 h 6"/>
                <a:gd name="T12" fmla="*/ 12 w 5"/>
                <a:gd name="T13" fmla="*/ 35 h 6"/>
                <a:gd name="T14" fmla="*/ 29 w 5"/>
                <a:gd name="T15" fmla="*/ 21 h 6"/>
                <a:gd name="T16" fmla="*/ 58 w 5"/>
                <a:gd name="T17" fmla="*/ 35 h 6"/>
                <a:gd name="T18" fmla="*/ 58 w 5"/>
                <a:gd name="T19" fmla="*/ 77 h 6"/>
                <a:gd name="T20" fmla="*/ 58 w 5"/>
                <a:gd name="T21" fmla="*/ 21 h 6"/>
                <a:gd name="T22" fmla="*/ 12 w 5"/>
                <a:gd name="T23" fmla="*/ 21 h 6"/>
                <a:gd name="T24" fmla="*/ 12 w 5"/>
                <a:gd name="T25" fmla="*/ 56 h 6"/>
                <a:gd name="T26" fmla="*/ 12 w 5"/>
                <a:gd name="T27" fmla="*/ 56 h 6"/>
                <a:gd name="T28" fmla="*/ 12 w 5"/>
                <a:gd name="T29" fmla="*/ 56 h 6"/>
                <a:gd name="T30" fmla="*/ 12 w 5"/>
                <a:gd name="T31" fmla="*/ 56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5"/>
                    <a:pt x="2" y="6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3" y="1"/>
                    <a:pt x="3" y="1"/>
                    <a:pt x="4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5" y="3"/>
                    <a:pt x="5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1967">
              <a:extLst>
                <a:ext uri="{FF2B5EF4-FFF2-40B4-BE49-F238E27FC236}">
                  <a16:creationId xmlns:a16="http://schemas.microsoft.com/office/drawing/2014/main" id="{4F6BDF81-19F0-47BF-901E-E177F7446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306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1 h 4"/>
                <a:gd name="T4" fmla="*/ 33 w 4"/>
                <a:gd name="T5" fmla="*/ 83 h 4"/>
                <a:gd name="T6" fmla="*/ 63 w 4"/>
                <a:gd name="T7" fmla="*/ 61 h 4"/>
                <a:gd name="T8" fmla="*/ 63 w 4"/>
                <a:gd name="T9" fmla="*/ 47 h 4"/>
                <a:gd name="T10" fmla="*/ 63 w 4"/>
                <a:gd name="T11" fmla="*/ 47 h 4"/>
                <a:gd name="T12" fmla="*/ 63 w 4"/>
                <a:gd name="T13" fmla="*/ 22 h 4"/>
                <a:gd name="T14" fmla="*/ 63 w 4"/>
                <a:gd name="T15" fmla="*/ 22 h 4"/>
                <a:gd name="T16" fmla="*/ 33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1968">
              <a:extLst>
                <a:ext uri="{FF2B5EF4-FFF2-40B4-BE49-F238E27FC236}">
                  <a16:creationId xmlns:a16="http://schemas.microsoft.com/office/drawing/2014/main" id="{604CC6DA-DC10-4881-80A6-930546156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069"/>
              <a:ext cx="5" cy="8"/>
            </a:xfrm>
            <a:custGeom>
              <a:avLst/>
              <a:gdLst>
                <a:gd name="T0" fmla="*/ 0 w 2"/>
                <a:gd name="T1" fmla="*/ 35 h 3"/>
                <a:gd name="T2" fmla="*/ 0 w 2"/>
                <a:gd name="T3" fmla="*/ 56 h 3"/>
                <a:gd name="T4" fmla="*/ 33 w 2"/>
                <a:gd name="T5" fmla="*/ 0 h 3"/>
                <a:gd name="T6" fmla="*/ 20 w 2"/>
                <a:gd name="T7" fmla="*/ 0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1969">
              <a:extLst>
                <a:ext uri="{FF2B5EF4-FFF2-40B4-BE49-F238E27FC236}">
                  <a16:creationId xmlns:a16="http://schemas.microsoft.com/office/drawing/2014/main" id="{B6396DD1-95D1-47DE-92CC-17A1E4E1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835"/>
              <a:ext cx="5" cy="8"/>
            </a:xfrm>
            <a:custGeom>
              <a:avLst/>
              <a:gdLst>
                <a:gd name="T0" fmla="*/ 0 w 5"/>
                <a:gd name="T1" fmla="*/ 2 h 8"/>
                <a:gd name="T2" fmla="*/ 0 w 5"/>
                <a:gd name="T3" fmla="*/ 5 h 8"/>
                <a:gd name="T4" fmla="*/ 5 w 5"/>
                <a:gd name="T5" fmla="*/ 8 h 8"/>
                <a:gd name="T6" fmla="*/ 5 w 5"/>
                <a:gd name="T7" fmla="*/ 0 h 8"/>
                <a:gd name="T8" fmla="*/ 0 w 5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lnTo>
                    <a:pt x="0" y="5"/>
                  </a:lnTo>
                  <a:lnTo>
                    <a:pt x="5" y="8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1970">
              <a:extLst>
                <a:ext uri="{FF2B5EF4-FFF2-40B4-BE49-F238E27FC236}">
                  <a16:creationId xmlns:a16="http://schemas.microsoft.com/office/drawing/2014/main" id="{DD158074-4A4A-4567-8012-4829FE70C4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3" y="2949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33 w 6"/>
                <a:gd name="T3" fmla="*/ 93 h 6"/>
                <a:gd name="T4" fmla="*/ 63 w 6"/>
                <a:gd name="T5" fmla="*/ 115 h 6"/>
                <a:gd name="T6" fmla="*/ 95 w 6"/>
                <a:gd name="T7" fmla="*/ 56 h 6"/>
                <a:gd name="T8" fmla="*/ 83 w 6"/>
                <a:gd name="T9" fmla="*/ 77 h 6"/>
                <a:gd name="T10" fmla="*/ 50 w 6"/>
                <a:gd name="T11" fmla="*/ 93 h 6"/>
                <a:gd name="T12" fmla="*/ 33 w 6"/>
                <a:gd name="T13" fmla="*/ 56 h 6"/>
                <a:gd name="T14" fmla="*/ 33 w 6"/>
                <a:gd name="T15" fmla="*/ 35 h 6"/>
                <a:gd name="T16" fmla="*/ 83 w 6"/>
                <a:gd name="T17" fmla="*/ 35 h 6"/>
                <a:gd name="T18" fmla="*/ 83 w 6"/>
                <a:gd name="T19" fmla="*/ 77 h 6"/>
                <a:gd name="T20" fmla="*/ 63 w 6"/>
                <a:gd name="T21" fmla="*/ 21 h 6"/>
                <a:gd name="T22" fmla="*/ 20 w 6"/>
                <a:gd name="T23" fmla="*/ 21 h 6"/>
                <a:gd name="T24" fmla="*/ 20 w 6"/>
                <a:gd name="T25" fmla="*/ 56 h 6"/>
                <a:gd name="T26" fmla="*/ 20 w 6"/>
                <a:gd name="T27" fmla="*/ 56 h 6"/>
                <a:gd name="T28" fmla="*/ 20 w 6"/>
                <a:gd name="T29" fmla="*/ 56 h 6"/>
                <a:gd name="T30" fmla="*/ 20 w 6"/>
                <a:gd name="T31" fmla="*/ 56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3"/>
                    <a:pt x="5" y="4"/>
                    <a:pt x="5" y="4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2"/>
                    <a:pt x="5" y="2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1971">
              <a:extLst>
                <a:ext uri="{FF2B5EF4-FFF2-40B4-BE49-F238E27FC236}">
                  <a16:creationId xmlns:a16="http://schemas.microsoft.com/office/drawing/2014/main" id="{6ABA0096-23CD-4E51-AA7A-89C0A374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005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20 w 6"/>
                <a:gd name="T3" fmla="*/ 62 h 5"/>
                <a:gd name="T4" fmla="*/ 63 w 6"/>
                <a:gd name="T5" fmla="*/ 109 h 5"/>
                <a:gd name="T6" fmla="*/ 95 w 6"/>
                <a:gd name="T7" fmla="*/ 62 h 5"/>
                <a:gd name="T8" fmla="*/ 63 w 6"/>
                <a:gd name="T9" fmla="*/ 22 h 5"/>
                <a:gd name="T10" fmla="*/ 63 w 6"/>
                <a:gd name="T11" fmla="*/ 22 h 5"/>
                <a:gd name="T12" fmla="*/ 83 w 6"/>
                <a:gd name="T13" fmla="*/ 22 h 5"/>
                <a:gd name="T14" fmla="*/ 33 w 6"/>
                <a:gd name="T15" fmla="*/ 22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4"/>
                    <a:pt x="3" y="5"/>
                    <a:pt x="4" y="5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2"/>
                    <a:pt x="6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1972">
              <a:extLst>
                <a:ext uri="{FF2B5EF4-FFF2-40B4-BE49-F238E27FC236}">
                  <a16:creationId xmlns:a16="http://schemas.microsoft.com/office/drawing/2014/main" id="{305E6C9A-28D3-4EB0-BE1D-38EB6E3D7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021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0 w 6"/>
                <a:gd name="T3" fmla="*/ 93 h 6"/>
                <a:gd name="T4" fmla="*/ 33 w 6"/>
                <a:gd name="T5" fmla="*/ 115 h 6"/>
                <a:gd name="T6" fmla="*/ 63 w 6"/>
                <a:gd name="T7" fmla="*/ 115 h 6"/>
                <a:gd name="T8" fmla="*/ 95 w 6"/>
                <a:gd name="T9" fmla="*/ 77 h 6"/>
                <a:gd name="T10" fmla="*/ 95 w 6"/>
                <a:gd name="T11" fmla="*/ 77 h 6"/>
                <a:gd name="T12" fmla="*/ 95 w 6"/>
                <a:gd name="T13" fmla="*/ 77 h 6"/>
                <a:gd name="T14" fmla="*/ 95 w 6"/>
                <a:gd name="T15" fmla="*/ 77 h 6"/>
                <a:gd name="T16" fmla="*/ 83 w 6"/>
                <a:gd name="T17" fmla="*/ 35 h 6"/>
                <a:gd name="T18" fmla="*/ 33 w 6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1973">
              <a:extLst>
                <a:ext uri="{FF2B5EF4-FFF2-40B4-BE49-F238E27FC236}">
                  <a16:creationId xmlns:a16="http://schemas.microsoft.com/office/drawing/2014/main" id="{19956E13-A9EC-4BB1-ABE2-3B40A67C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965"/>
              <a:ext cx="15" cy="27"/>
            </a:xfrm>
            <a:custGeom>
              <a:avLst/>
              <a:gdLst>
                <a:gd name="T0" fmla="*/ 0 w 6"/>
                <a:gd name="T1" fmla="*/ 38 h 10"/>
                <a:gd name="T2" fmla="*/ 20 w 6"/>
                <a:gd name="T3" fmla="*/ 22 h 10"/>
                <a:gd name="T4" fmla="*/ 50 w 6"/>
                <a:gd name="T5" fmla="*/ 22 h 10"/>
                <a:gd name="T6" fmla="*/ 63 w 6"/>
                <a:gd name="T7" fmla="*/ 59 h 10"/>
                <a:gd name="T8" fmla="*/ 50 w 6"/>
                <a:gd name="T9" fmla="*/ 59 h 10"/>
                <a:gd name="T10" fmla="*/ 63 w 6"/>
                <a:gd name="T11" fmla="*/ 59 h 10"/>
                <a:gd name="T12" fmla="*/ 63 w 6"/>
                <a:gd name="T13" fmla="*/ 59 h 10"/>
                <a:gd name="T14" fmla="*/ 50 w 6"/>
                <a:gd name="T15" fmla="*/ 59 h 10"/>
                <a:gd name="T16" fmla="*/ 20 w 6"/>
                <a:gd name="T17" fmla="*/ 59 h 10"/>
                <a:gd name="T18" fmla="*/ 20 w 6"/>
                <a:gd name="T19" fmla="*/ 38 h 10"/>
                <a:gd name="T20" fmla="*/ 20 w 6"/>
                <a:gd name="T21" fmla="*/ 81 h 10"/>
                <a:gd name="T22" fmla="*/ 20 w 6"/>
                <a:gd name="T23" fmla="*/ 81 h 10"/>
                <a:gd name="T24" fmla="*/ 0 w 6"/>
                <a:gd name="T25" fmla="*/ 116 h 10"/>
                <a:gd name="T26" fmla="*/ 20 w 6"/>
                <a:gd name="T27" fmla="*/ 176 h 10"/>
                <a:gd name="T28" fmla="*/ 33 w 6"/>
                <a:gd name="T29" fmla="*/ 176 h 10"/>
                <a:gd name="T30" fmla="*/ 95 w 6"/>
                <a:gd name="T31" fmla="*/ 116 h 10"/>
                <a:gd name="T32" fmla="*/ 95 w 6"/>
                <a:gd name="T33" fmla="*/ 116 h 10"/>
                <a:gd name="T34" fmla="*/ 83 w 6"/>
                <a:gd name="T35" fmla="*/ 59 h 10"/>
                <a:gd name="T36" fmla="*/ 83 w 6"/>
                <a:gd name="T37" fmla="*/ 59 h 10"/>
                <a:gd name="T38" fmla="*/ 83 w 6"/>
                <a:gd name="T39" fmla="*/ 59 h 10"/>
                <a:gd name="T40" fmla="*/ 50 w 6"/>
                <a:gd name="T41" fmla="*/ 0 h 10"/>
                <a:gd name="T42" fmla="*/ 0 w 6"/>
                <a:gd name="T43" fmla="*/ 38 h 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" h="10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8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5" y="10"/>
                    <a:pt x="6" y="8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1974">
              <a:extLst>
                <a:ext uri="{FF2B5EF4-FFF2-40B4-BE49-F238E27FC236}">
                  <a16:creationId xmlns:a16="http://schemas.microsoft.com/office/drawing/2014/main" id="{89C9D6E3-B5A5-4242-871F-679FF9CF5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989"/>
              <a:ext cx="18" cy="19"/>
            </a:xfrm>
            <a:custGeom>
              <a:avLst/>
              <a:gdLst>
                <a:gd name="T0" fmla="*/ 54 w 7"/>
                <a:gd name="T1" fmla="*/ 22 h 7"/>
                <a:gd name="T2" fmla="*/ 33 w 7"/>
                <a:gd name="T3" fmla="*/ 22 h 7"/>
                <a:gd name="T4" fmla="*/ 0 w 7"/>
                <a:gd name="T5" fmla="*/ 103 h 7"/>
                <a:gd name="T6" fmla="*/ 0 w 7"/>
                <a:gd name="T7" fmla="*/ 103 h 7"/>
                <a:gd name="T8" fmla="*/ 33 w 7"/>
                <a:gd name="T9" fmla="*/ 141 h 7"/>
                <a:gd name="T10" fmla="*/ 67 w 7"/>
                <a:gd name="T11" fmla="*/ 117 h 7"/>
                <a:gd name="T12" fmla="*/ 67 w 7"/>
                <a:gd name="T13" fmla="*/ 117 h 7"/>
                <a:gd name="T14" fmla="*/ 100 w 7"/>
                <a:gd name="T15" fmla="*/ 103 h 7"/>
                <a:gd name="T16" fmla="*/ 100 w 7"/>
                <a:gd name="T17" fmla="*/ 81 h 7"/>
                <a:gd name="T18" fmla="*/ 100 w 7"/>
                <a:gd name="T19" fmla="*/ 81 h 7"/>
                <a:gd name="T20" fmla="*/ 118 w 7"/>
                <a:gd name="T21" fmla="*/ 60 h 7"/>
                <a:gd name="T22" fmla="*/ 118 w 7"/>
                <a:gd name="T23" fmla="*/ 60 h 7"/>
                <a:gd name="T24" fmla="*/ 85 w 7"/>
                <a:gd name="T25" fmla="*/ 22 h 7"/>
                <a:gd name="T26" fmla="*/ 54 w 7"/>
                <a:gd name="T27" fmla="*/ 2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7"/>
                    <a:pt x="3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5" y="0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1975">
              <a:extLst>
                <a:ext uri="{FF2B5EF4-FFF2-40B4-BE49-F238E27FC236}">
                  <a16:creationId xmlns:a16="http://schemas.microsoft.com/office/drawing/2014/main" id="{DBB532E4-427F-499A-9057-A92DB7262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968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21 h 5"/>
                <a:gd name="T4" fmla="*/ 20 w 4"/>
                <a:gd name="T5" fmla="*/ 21 h 5"/>
                <a:gd name="T6" fmla="*/ 0 w 4"/>
                <a:gd name="T7" fmla="*/ 55 h 5"/>
                <a:gd name="T8" fmla="*/ 0 w 4"/>
                <a:gd name="T9" fmla="*/ 55 h 5"/>
                <a:gd name="T10" fmla="*/ 20 w 4"/>
                <a:gd name="T11" fmla="*/ 68 h 5"/>
                <a:gd name="T12" fmla="*/ 63 w 4"/>
                <a:gd name="T13" fmla="*/ 55 h 5"/>
                <a:gd name="T14" fmla="*/ 50 w 4"/>
                <a:gd name="T15" fmla="*/ 0 h 5"/>
                <a:gd name="T16" fmla="*/ 33 w 4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5"/>
                    <a:pt x="4" y="4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1976">
              <a:extLst>
                <a:ext uri="{FF2B5EF4-FFF2-40B4-BE49-F238E27FC236}">
                  <a16:creationId xmlns:a16="http://schemas.microsoft.com/office/drawing/2014/main" id="{7C473FAD-C5FE-463E-9F48-DDF44D3B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952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0 w 4"/>
                <a:gd name="T3" fmla="*/ 55 h 5"/>
                <a:gd name="T4" fmla="*/ 20 w 4"/>
                <a:gd name="T5" fmla="*/ 68 h 5"/>
                <a:gd name="T6" fmla="*/ 50 w 4"/>
                <a:gd name="T7" fmla="*/ 55 h 5"/>
                <a:gd name="T8" fmla="*/ 63 w 4"/>
                <a:gd name="T9" fmla="*/ 55 h 5"/>
                <a:gd name="T10" fmla="*/ 50 w 4"/>
                <a:gd name="T11" fmla="*/ 34 h 5"/>
                <a:gd name="T12" fmla="*/ 50 w 4"/>
                <a:gd name="T13" fmla="*/ 34 h 5"/>
                <a:gd name="T14" fmla="*/ 50 w 4"/>
                <a:gd name="T15" fmla="*/ 21 h 5"/>
                <a:gd name="T16" fmla="*/ 20 w 4"/>
                <a:gd name="T17" fmla="*/ 2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1977">
              <a:extLst>
                <a:ext uri="{FF2B5EF4-FFF2-40B4-BE49-F238E27FC236}">
                  <a16:creationId xmlns:a16="http://schemas.microsoft.com/office/drawing/2014/main" id="{B448A89D-A48E-4F98-9C3B-7D56B16140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6" y="2995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33 h 4"/>
                <a:gd name="T4" fmla="*/ 0 w 4"/>
                <a:gd name="T5" fmla="*/ 33 h 4"/>
                <a:gd name="T6" fmla="*/ 20 w 4"/>
                <a:gd name="T7" fmla="*/ 33 h 4"/>
                <a:gd name="T8" fmla="*/ 20 w 4"/>
                <a:gd name="T9" fmla="*/ 50 h 4"/>
                <a:gd name="T10" fmla="*/ 33 w 4"/>
                <a:gd name="T11" fmla="*/ 63 h 4"/>
                <a:gd name="T12" fmla="*/ 50 w 4"/>
                <a:gd name="T13" fmla="*/ 50 h 4"/>
                <a:gd name="T14" fmla="*/ 63 w 4"/>
                <a:gd name="T15" fmla="*/ 50 h 4"/>
                <a:gd name="T16" fmla="*/ 63 w 4"/>
                <a:gd name="T17" fmla="*/ 33 h 4"/>
                <a:gd name="T18" fmla="*/ 63 w 4"/>
                <a:gd name="T19" fmla="*/ 20 h 4"/>
                <a:gd name="T20" fmla="*/ 50 w 4"/>
                <a:gd name="T21" fmla="*/ 0 h 4"/>
                <a:gd name="T22" fmla="*/ 50 w 4"/>
                <a:gd name="T23" fmla="*/ 0 h 4"/>
                <a:gd name="T24" fmla="*/ 20 w 4"/>
                <a:gd name="T25" fmla="*/ 0 h 4"/>
                <a:gd name="T26" fmla="*/ 50 w 4"/>
                <a:gd name="T27" fmla="*/ 20 h 4"/>
                <a:gd name="T28" fmla="*/ 50 w 4"/>
                <a:gd name="T29" fmla="*/ 20 h 4"/>
                <a:gd name="T30" fmla="*/ 50 w 4"/>
                <a:gd name="T31" fmla="*/ 20 h 4"/>
                <a:gd name="T32" fmla="*/ 50 w 4"/>
                <a:gd name="T33" fmla="*/ 20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1978">
              <a:extLst>
                <a:ext uri="{FF2B5EF4-FFF2-40B4-BE49-F238E27FC236}">
                  <a16:creationId xmlns:a16="http://schemas.microsoft.com/office/drawing/2014/main" id="{0BEF9496-BB39-4F66-B822-A6AD43D1C9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1" y="3005"/>
              <a:ext cx="7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21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35 h 3"/>
                <a:gd name="T10" fmla="*/ 0 w 3"/>
                <a:gd name="T11" fmla="*/ 35 h 3"/>
                <a:gd name="T12" fmla="*/ 0 w 3"/>
                <a:gd name="T13" fmla="*/ 35 h 3"/>
                <a:gd name="T14" fmla="*/ 0 w 3"/>
                <a:gd name="T15" fmla="*/ 56 h 3"/>
                <a:gd name="T16" fmla="*/ 12 w 3"/>
                <a:gd name="T17" fmla="*/ 56 h 3"/>
                <a:gd name="T18" fmla="*/ 28 w 3"/>
                <a:gd name="T19" fmla="*/ 56 h 3"/>
                <a:gd name="T20" fmla="*/ 28 w 3"/>
                <a:gd name="T21" fmla="*/ 56 h 3"/>
                <a:gd name="T22" fmla="*/ 28 w 3"/>
                <a:gd name="T23" fmla="*/ 56 h 3"/>
                <a:gd name="T24" fmla="*/ 28 w 3"/>
                <a:gd name="T25" fmla="*/ 56 h 3"/>
                <a:gd name="T26" fmla="*/ 37 w 3"/>
                <a:gd name="T27" fmla="*/ 21 h 3"/>
                <a:gd name="T28" fmla="*/ 37 w 3"/>
                <a:gd name="T29" fmla="*/ 21 h 3"/>
                <a:gd name="T30" fmla="*/ 28 w 3"/>
                <a:gd name="T31" fmla="*/ 0 h 3"/>
                <a:gd name="T32" fmla="*/ 28 w 3"/>
                <a:gd name="T33" fmla="*/ 0 h 3"/>
                <a:gd name="T34" fmla="*/ 28 w 3"/>
                <a:gd name="T35" fmla="*/ 0 h 3"/>
                <a:gd name="T36" fmla="*/ 12 w 3"/>
                <a:gd name="T37" fmla="*/ 0 h 3"/>
                <a:gd name="T38" fmla="*/ 0 w 3"/>
                <a:gd name="T39" fmla="*/ 0 h 3"/>
                <a:gd name="T40" fmla="*/ 12 w 3"/>
                <a:gd name="T41" fmla="*/ 0 h 3"/>
                <a:gd name="T42" fmla="*/ 12 w 3"/>
                <a:gd name="T43" fmla="*/ 0 h 3"/>
                <a:gd name="T44" fmla="*/ 12 w 3"/>
                <a:gd name="T45" fmla="*/ 0 h 3"/>
                <a:gd name="T46" fmla="*/ 0 w 3"/>
                <a:gd name="T47" fmla="*/ 21 h 3"/>
                <a:gd name="T48" fmla="*/ 0 w 3"/>
                <a:gd name="T49" fmla="*/ 21 h 3"/>
                <a:gd name="T50" fmla="*/ 0 w 3"/>
                <a:gd name="T51" fmla="*/ 21 h 3"/>
                <a:gd name="T52" fmla="*/ 0 w 3"/>
                <a:gd name="T53" fmla="*/ 35 h 3"/>
                <a:gd name="T54" fmla="*/ 0 w 3"/>
                <a:gd name="T55" fmla="*/ 21 h 3"/>
                <a:gd name="T56" fmla="*/ 28 w 3"/>
                <a:gd name="T57" fmla="*/ 0 h 3"/>
                <a:gd name="T58" fmla="*/ 28 w 3"/>
                <a:gd name="T59" fmla="*/ 21 h 3"/>
                <a:gd name="T60" fmla="*/ 28 w 3"/>
                <a:gd name="T61" fmla="*/ 21 h 3"/>
                <a:gd name="T62" fmla="*/ 28 w 3"/>
                <a:gd name="T63" fmla="*/ 35 h 3"/>
                <a:gd name="T64" fmla="*/ 12 w 3"/>
                <a:gd name="T65" fmla="*/ 56 h 3"/>
                <a:gd name="T66" fmla="*/ 0 w 3"/>
                <a:gd name="T67" fmla="*/ 35 h 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1979">
              <a:extLst>
                <a:ext uri="{FF2B5EF4-FFF2-40B4-BE49-F238E27FC236}">
                  <a16:creationId xmlns:a16="http://schemas.microsoft.com/office/drawing/2014/main" id="{A16E796C-F05D-42A5-B17C-09D0ACA08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021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22 h 4"/>
                <a:gd name="T4" fmla="*/ 0 w 4"/>
                <a:gd name="T5" fmla="*/ 47 h 4"/>
                <a:gd name="T6" fmla="*/ 0 w 4"/>
                <a:gd name="T7" fmla="*/ 47 h 4"/>
                <a:gd name="T8" fmla="*/ 0 w 4"/>
                <a:gd name="T9" fmla="*/ 47 h 4"/>
                <a:gd name="T10" fmla="*/ 0 w 4"/>
                <a:gd name="T11" fmla="*/ 61 h 4"/>
                <a:gd name="T12" fmla="*/ 0 w 4"/>
                <a:gd name="T13" fmla="*/ 83 h 4"/>
                <a:gd name="T14" fmla="*/ 33 w 4"/>
                <a:gd name="T15" fmla="*/ 83 h 4"/>
                <a:gd name="T16" fmla="*/ 63 w 4"/>
                <a:gd name="T17" fmla="*/ 61 h 4"/>
                <a:gd name="T18" fmla="*/ 63 w 4"/>
                <a:gd name="T19" fmla="*/ 0 h 4"/>
                <a:gd name="T20" fmla="*/ 50 w 4"/>
                <a:gd name="T21" fmla="*/ 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1980">
              <a:extLst>
                <a:ext uri="{FF2B5EF4-FFF2-40B4-BE49-F238E27FC236}">
                  <a16:creationId xmlns:a16="http://schemas.microsoft.com/office/drawing/2014/main" id="{C9D71523-4115-4007-9108-FCEBF9AD9E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33" y="2973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20 w 4"/>
                <a:gd name="T3" fmla="*/ 22 h 4"/>
                <a:gd name="T4" fmla="*/ 20 w 4"/>
                <a:gd name="T5" fmla="*/ 22 h 4"/>
                <a:gd name="T6" fmla="*/ 0 w 4"/>
                <a:gd name="T7" fmla="*/ 47 h 4"/>
                <a:gd name="T8" fmla="*/ 0 w 4"/>
                <a:gd name="T9" fmla="*/ 47 h 4"/>
                <a:gd name="T10" fmla="*/ 0 w 4"/>
                <a:gd name="T11" fmla="*/ 47 h 4"/>
                <a:gd name="T12" fmla="*/ 0 w 4"/>
                <a:gd name="T13" fmla="*/ 61 h 4"/>
                <a:gd name="T14" fmla="*/ 0 w 4"/>
                <a:gd name="T15" fmla="*/ 61 h 4"/>
                <a:gd name="T16" fmla="*/ 20 w 4"/>
                <a:gd name="T17" fmla="*/ 83 h 4"/>
                <a:gd name="T18" fmla="*/ 50 w 4"/>
                <a:gd name="T19" fmla="*/ 61 h 4"/>
                <a:gd name="T20" fmla="*/ 50 w 4"/>
                <a:gd name="T21" fmla="*/ 22 h 4"/>
                <a:gd name="T22" fmla="*/ 50 w 4"/>
                <a:gd name="T23" fmla="*/ 0 h 4"/>
                <a:gd name="T24" fmla="*/ 33 w 4"/>
                <a:gd name="T25" fmla="*/ 22 h 4"/>
                <a:gd name="T26" fmla="*/ 50 w 4"/>
                <a:gd name="T27" fmla="*/ 61 h 4"/>
                <a:gd name="T28" fmla="*/ 33 w 4"/>
                <a:gd name="T29" fmla="*/ 61 h 4"/>
                <a:gd name="T30" fmla="*/ 20 w 4"/>
                <a:gd name="T31" fmla="*/ 61 h 4"/>
                <a:gd name="T32" fmla="*/ 50 w 4"/>
                <a:gd name="T33" fmla="*/ 61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4" y="3"/>
                    <a:pt x="4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lose/>
                  <a:moveTo>
                    <a:pt x="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1981">
              <a:extLst>
                <a:ext uri="{FF2B5EF4-FFF2-40B4-BE49-F238E27FC236}">
                  <a16:creationId xmlns:a16="http://schemas.microsoft.com/office/drawing/2014/main" id="{C51C7979-8AFA-45D0-8F0A-ACAE4694A0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8" y="299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35 h 3"/>
                <a:gd name="T4" fmla="*/ 33 w 4"/>
                <a:gd name="T5" fmla="*/ 56 h 3"/>
                <a:gd name="T6" fmla="*/ 50 w 4"/>
                <a:gd name="T7" fmla="*/ 35 h 3"/>
                <a:gd name="T8" fmla="*/ 50 w 4"/>
                <a:gd name="T9" fmla="*/ 35 h 3"/>
                <a:gd name="T10" fmla="*/ 63 w 4"/>
                <a:gd name="T11" fmla="*/ 21 h 3"/>
                <a:gd name="T12" fmla="*/ 63 w 4"/>
                <a:gd name="T13" fmla="*/ 21 h 3"/>
                <a:gd name="T14" fmla="*/ 33 w 4"/>
                <a:gd name="T15" fmla="*/ 0 h 3"/>
                <a:gd name="T16" fmla="*/ 50 w 4"/>
                <a:gd name="T17" fmla="*/ 35 h 3"/>
                <a:gd name="T18" fmla="*/ 50 w 4"/>
                <a:gd name="T19" fmla="*/ 35 h 3"/>
                <a:gd name="T20" fmla="*/ 50 w 4"/>
                <a:gd name="T21" fmla="*/ 35 h 3"/>
                <a:gd name="T22" fmla="*/ 50 w 4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1982">
              <a:extLst>
                <a:ext uri="{FF2B5EF4-FFF2-40B4-BE49-F238E27FC236}">
                  <a16:creationId xmlns:a16="http://schemas.microsoft.com/office/drawing/2014/main" id="{BA936FBA-3934-4CF2-B426-9E96EBFC4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3003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35 h 3"/>
                <a:gd name="T4" fmla="*/ 12 w 3"/>
                <a:gd name="T5" fmla="*/ 56 h 3"/>
                <a:gd name="T6" fmla="*/ 37 w 3"/>
                <a:gd name="T7" fmla="*/ 35 h 3"/>
                <a:gd name="T8" fmla="*/ 37 w 3"/>
                <a:gd name="T9" fmla="*/ 35 h 3"/>
                <a:gd name="T10" fmla="*/ 12 w 3"/>
                <a:gd name="T11" fmla="*/ 0 h 3"/>
                <a:gd name="T12" fmla="*/ 0 w 3"/>
                <a:gd name="T13" fmla="*/ 3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1983">
              <a:extLst>
                <a:ext uri="{FF2B5EF4-FFF2-40B4-BE49-F238E27FC236}">
                  <a16:creationId xmlns:a16="http://schemas.microsoft.com/office/drawing/2014/main" id="{3BE15303-95E6-4401-B76F-F869F1BC3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024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0 w 3"/>
                <a:gd name="T3" fmla="*/ 61 h 4"/>
                <a:gd name="T4" fmla="*/ 12 w 3"/>
                <a:gd name="T5" fmla="*/ 83 h 4"/>
                <a:gd name="T6" fmla="*/ 28 w 3"/>
                <a:gd name="T7" fmla="*/ 61 h 4"/>
                <a:gd name="T8" fmla="*/ 37 w 3"/>
                <a:gd name="T9" fmla="*/ 47 h 4"/>
                <a:gd name="T10" fmla="*/ 37 w 3"/>
                <a:gd name="T11" fmla="*/ 47 h 4"/>
                <a:gd name="T12" fmla="*/ 28 w 3"/>
                <a:gd name="T13" fmla="*/ 22 h 4"/>
                <a:gd name="T14" fmla="*/ 0 w 3"/>
                <a:gd name="T15" fmla="*/ 22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1984">
              <a:extLst>
                <a:ext uri="{FF2B5EF4-FFF2-40B4-BE49-F238E27FC236}">
                  <a16:creationId xmlns:a16="http://schemas.microsoft.com/office/drawing/2014/main" id="{5ECE5131-946A-404F-9AA4-5F1E0CF1D3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6" y="2963"/>
              <a:ext cx="20" cy="21"/>
            </a:xfrm>
            <a:custGeom>
              <a:avLst/>
              <a:gdLst>
                <a:gd name="T0" fmla="*/ 63 w 8"/>
                <a:gd name="T1" fmla="*/ 0 h 8"/>
                <a:gd name="T2" fmla="*/ 50 w 8"/>
                <a:gd name="T3" fmla="*/ 0 h 8"/>
                <a:gd name="T4" fmla="*/ 20 w 8"/>
                <a:gd name="T5" fmla="*/ 21 h 8"/>
                <a:gd name="T6" fmla="*/ 20 w 8"/>
                <a:gd name="T7" fmla="*/ 110 h 8"/>
                <a:gd name="T8" fmla="*/ 83 w 8"/>
                <a:gd name="T9" fmla="*/ 123 h 8"/>
                <a:gd name="T10" fmla="*/ 125 w 8"/>
                <a:gd name="T11" fmla="*/ 76 h 8"/>
                <a:gd name="T12" fmla="*/ 113 w 8"/>
                <a:gd name="T13" fmla="*/ 21 h 8"/>
                <a:gd name="T14" fmla="*/ 63 w 8"/>
                <a:gd name="T15" fmla="*/ 0 h 8"/>
                <a:gd name="T16" fmla="*/ 63 w 8"/>
                <a:gd name="T17" fmla="*/ 55 h 8"/>
                <a:gd name="T18" fmla="*/ 83 w 8"/>
                <a:gd name="T19" fmla="*/ 76 h 8"/>
                <a:gd name="T20" fmla="*/ 63 w 8"/>
                <a:gd name="T21" fmla="*/ 76 h 8"/>
                <a:gd name="T22" fmla="*/ 63 w 8"/>
                <a:gd name="T23" fmla="*/ 76 h 8"/>
                <a:gd name="T24" fmla="*/ 63 w 8"/>
                <a:gd name="T25" fmla="*/ 55 h 8"/>
                <a:gd name="T26" fmla="*/ 63 w 8"/>
                <a:gd name="T27" fmla="*/ 55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3" y="8"/>
                    <a:pt x="5" y="7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8" y="3"/>
                    <a:pt x="8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lose/>
                  <a:moveTo>
                    <a:pt x="4" y="3"/>
                  </a:move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1985">
              <a:extLst>
                <a:ext uri="{FF2B5EF4-FFF2-40B4-BE49-F238E27FC236}">
                  <a16:creationId xmlns:a16="http://schemas.microsoft.com/office/drawing/2014/main" id="{902F2186-B97A-4826-A5F9-8E087D0E6F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1" y="2965"/>
              <a:ext cx="10" cy="14"/>
            </a:xfrm>
            <a:custGeom>
              <a:avLst/>
              <a:gdLst>
                <a:gd name="T0" fmla="*/ 33 w 4"/>
                <a:gd name="T1" fmla="*/ 22 h 5"/>
                <a:gd name="T2" fmla="*/ 0 w 4"/>
                <a:gd name="T3" fmla="*/ 62 h 5"/>
                <a:gd name="T4" fmla="*/ 20 w 4"/>
                <a:gd name="T5" fmla="*/ 109 h 5"/>
                <a:gd name="T6" fmla="*/ 20 w 4"/>
                <a:gd name="T7" fmla="*/ 87 h 5"/>
                <a:gd name="T8" fmla="*/ 20 w 4"/>
                <a:gd name="T9" fmla="*/ 109 h 5"/>
                <a:gd name="T10" fmla="*/ 50 w 4"/>
                <a:gd name="T11" fmla="*/ 87 h 5"/>
                <a:gd name="T12" fmla="*/ 50 w 4"/>
                <a:gd name="T13" fmla="*/ 22 h 5"/>
                <a:gd name="T14" fmla="*/ 33 w 4"/>
                <a:gd name="T15" fmla="*/ 22 h 5"/>
                <a:gd name="T16" fmla="*/ 33 w 4"/>
                <a:gd name="T17" fmla="*/ 48 h 5"/>
                <a:gd name="T18" fmla="*/ 33 w 4"/>
                <a:gd name="T19" fmla="*/ 48 h 5"/>
                <a:gd name="T20" fmla="*/ 50 w 4"/>
                <a:gd name="T21" fmla="*/ 62 h 5"/>
                <a:gd name="T22" fmla="*/ 50 w 4"/>
                <a:gd name="T23" fmla="*/ 62 h 5"/>
                <a:gd name="T24" fmla="*/ 50 w 4"/>
                <a:gd name="T25" fmla="*/ 62 h 5"/>
                <a:gd name="T26" fmla="*/ 20 w 4"/>
                <a:gd name="T27" fmla="*/ 62 h 5"/>
                <a:gd name="T28" fmla="*/ 20 w 4"/>
                <a:gd name="T29" fmla="*/ 62 h 5"/>
                <a:gd name="T30" fmla="*/ 33 w 4"/>
                <a:gd name="T31" fmla="*/ 48 h 5"/>
                <a:gd name="T32" fmla="*/ 33 w 4"/>
                <a:gd name="T33" fmla="*/ 48 h 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3"/>
                    <a:pt x="4" y="2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1986">
              <a:extLst>
                <a:ext uri="{FF2B5EF4-FFF2-40B4-BE49-F238E27FC236}">
                  <a16:creationId xmlns:a16="http://schemas.microsoft.com/office/drawing/2014/main" id="{75487D30-C63F-44B1-A82B-6BD83B4EB9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3" y="2968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61 h 4"/>
                <a:gd name="T4" fmla="*/ 50 w 4"/>
                <a:gd name="T5" fmla="*/ 61 h 4"/>
                <a:gd name="T6" fmla="*/ 50 w 4"/>
                <a:gd name="T7" fmla="*/ 47 h 4"/>
                <a:gd name="T8" fmla="*/ 50 w 4"/>
                <a:gd name="T9" fmla="*/ 47 h 4"/>
                <a:gd name="T10" fmla="*/ 63 w 4"/>
                <a:gd name="T11" fmla="*/ 47 h 4"/>
                <a:gd name="T12" fmla="*/ 63 w 4"/>
                <a:gd name="T13" fmla="*/ 47 h 4"/>
                <a:gd name="T14" fmla="*/ 33 w 4"/>
                <a:gd name="T15" fmla="*/ 0 h 4"/>
                <a:gd name="T16" fmla="*/ 0 w 4"/>
                <a:gd name="T17" fmla="*/ 22 h 4"/>
                <a:gd name="T18" fmla="*/ 50 w 4"/>
                <a:gd name="T19" fmla="*/ 61 h 4"/>
                <a:gd name="T20" fmla="*/ 33 w 4"/>
                <a:gd name="T21" fmla="*/ 61 h 4"/>
                <a:gd name="T22" fmla="*/ 50 w 4"/>
                <a:gd name="T23" fmla="*/ 61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lose/>
                  <a:moveTo>
                    <a:pt x="3" y="3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1987">
              <a:extLst>
                <a:ext uri="{FF2B5EF4-FFF2-40B4-BE49-F238E27FC236}">
                  <a16:creationId xmlns:a16="http://schemas.microsoft.com/office/drawing/2014/main" id="{90A9E97A-BE88-4089-99B4-BF054A4B4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976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0 w 4"/>
                <a:gd name="T3" fmla="*/ 83 h 4"/>
                <a:gd name="T4" fmla="*/ 63 w 4"/>
                <a:gd name="T5" fmla="*/ 0 h 4"/>
                <a:gd name="T6" fmla="*/ 50 w 4"/>
                <a:gd name="T7" fmla="*/ 0 h 4"/>
                <a:gd name="T8" fmla="*/ 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4" y="3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1988">
              <a:extLst>
                <a:ext uri="{FF2B5EF4-FFF2-40B4-BE49-F238E27FC236}">
                  <a16:creationId xmlns:a16="http://schemas.microsoft.com/office/drawing/2014/main" id="{38555343-FBD5-499C-8ED0-81C989B0A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032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0 w 5"/>
                <a:gd name="T3" fmla="*/ 61 h 4"/>
                <a:gd name="T4" fmla="*/ 0 w 5"/>
                <a:gd name="T5" fmla="*/ 61 h 4"/>
                <a:gd name="T6" fmla="*/ 0 w 5"/>
                <a:gd name="T7" fmla="*/ 83 h 4"/>
                <a:gd name="T8" fmla="*/ 12 w 5"/>
                <a:gd name="T9" fmla="*/ 83 h 4"/>
                <a:gd name="T10" fmla="*/ 58 w 5"/>
                <a:gd name="T11" fmla="*/ 0 h 4"/>
                <a:gd name="T12" fmla="*/ 41 w 5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2"/>
                    <a:pt x="2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5" y="3"/>
                    <a:pt x="4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1989">
              <a:extLst>
                <a:ext uri="{FF2B5EF4-FFF2-40B4-BE49-F238E27FC236}">
                  <a16:creationId xmlns:a16="http://schemas.microsoft.com/office/drawing/2014/main" id="{2188A745-64B4-48AB-96AC-1C8FC2A8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987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0 w 4"/>
                <a:gd name="T3" fmla="*/ 56 h 3"/>
                <a:gd name="T4" fmla="*/ 63 w 4"/>
                <a:gd name="T5" fmla="*/ 21 h 3"/>
                <a:gd name="T6" fmla="*/ 33 w 4"/>
                <a:gd name="T7" fmla="*/ 0 h 3"/>
                <a:gd name="T8" fmla="*/ 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1990">
              <a:extLst>
                <a:ext uri="{FF2B5EF4-FFF2-40B4-BE49-F238E27FC236}">
                  <a16:creationId xmlns:a16="http://schemas.microsoft.com/office/drawing/2014/main" id="{2DD9733E-BDCB-4E6F-AB5B-1D230B69E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003"/>
              <a:ext cx="5" cy="5"/>
            </a:xfrm>
            <a:custGeom>
              <a:avLst/>
              <a:gdLst>
                <a:gd name="T0" fmla="*/ 0 w 5"/>
                <a:gd name="T1" fmla="*/ 5 h 5"/>
                <a:gd name="T2" fmla="*/ 5 w 5"/>
                <a:gd name="T3" fmla="*/ 5 h 5"/>
                <a:gd name="T4" fmla="*/ 5 w 5"/>
                <a:gd name="T5" fmla="*/ 2 h 5"/>
                <a:gd name="T6" fmla="*/ 2 w 5"/>
                <a:gd name="T7" fmla="*/ 0 h 5"/>
                <a:gd name="T8" fmla="*/ 0 w 5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5" y="5"/>
                  </a:lnTo>
                  <a:lnTo>
                    <a:pt x="5" y="2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1991">
              <a:extLst>
                <a:ext uri="{FF2B5EF4-FFF2-40B4-BE49-F238E27FC236}">
                  <a16:creationId xmlns:a16="http://schemas.microsoft.com/office/drawing/2014/main" id="{7F26D82B-5196-4229-9D84-BDD1E35A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957"/>
              <a:ext cx="5" cy="8"/>
            </a:xfrm>
            <a:custGeom>
              <a:avLst/>
              <a:gdLst>
                <a:gd name="T0" fmla="*/ 0 w 2"/>
                <a:gd name="T1" fmla="*/ 35 h 3"/>
                <a:gd name="T2" fmla="*/ 0 w 2"/>
                <a:gd name="T3" fmla="*/ 56 h 3"/>
                <a:gd name="T4" fmla="*/ 33 w 2"/>
                <a:gd name="T5" fmla="*/ 0 h 3"/>
                <a:gd name="T6" fmla="*/ 0 w 2"/>
                <a:gd name="T7" fmla="*/ 0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1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1992">
              <a:extLst>
                <a:ext uri="{FF2B5EF4-FFF2-40B4-BE49-F238E27FC236}">
                  <a16:creationId xmlns:a16="http://schemas.microsoft.com/office/drawing/2014/main" id="{DD857DF9-1CD8-4D03-A8C9-E641D1C2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013"/>
              <a:ext cx="2" cy="6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3 h 6"/>
                <a:gd name="T4" fmla="*/ 2 w 2"/>
                <a:gd name="T5" fmla="*/ 6 h 6"/>
                <a:gd name="T6" fmla="*/ 2 w 2"/>
                <a:gd name="T7" fmla="*/ 0 h 6"/>
                <a:gd name="T8" fmla="*/ 0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lnTo>
                    <a:pt x="0" y="3"/>
                  </a:lnTo>
                  <a:lnTo>
                    <a:pt x="2" y="6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1993">
              <a:extLst>
                <a:ext uri="{FF2B5EF4-FFF2-40B4-BE49-F238E27FC236}">
                  <a16:creationId xmlns:a16="http://schemas.microsoft.com/office/drawing/2014/main" id="{60F150E0-CCAA-4C6F-A300-A668240F2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757"/>
              <a:ext cx="15" cy="14"/>
            </a:xfrm>
            <a:custGeom>
              <a:avLst/>
              <a:gdLst>
                <a:gd name="T0" fmla="*/ 20 w 6"/>
                <a:gd name="T1" fmla="*/ 22 h 5"/>
                <a:gd name="T2" fmla="*/ 0 w 6"/>
                <a:gd name="T3" fmla="*/ 62 h 5"/>
                <a:gd name="T4" fmla="*/ 50 w 6"/>
                <a:gd name="T5" fmla="*/ 109 h 5"/>
                <a:gd name="T6" fmla="*/ 95 w 6"/>
                <a:gd name="T7" fmla="*/ 62 h 5"/>
                <a:gd name="T8" fmla="*/ 63 w 6"/>
                <a:gd name="T9" fmla="*/ 22 h 5"/>
                <a:gd name="T10" fmla="*/ 50 w 6"/>
                <a:gd name="T11" fmla="*/ 22 h 5"/>
                <a:gd name="T12" fmla="*/ 63 w 6"/>
                <a:gd name="T13" fmla="*/ 48 h 5"/>
                <a:gd name="T14" fmla="*/ 20 w 6"/>
                <a:gd name="T15" fmla="*/ 22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5" y="4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1994">
              <a:extLst>
                <a:ext uri="{FF2B5EF4-FFF2-40B4-BE49-F238E27FC236}">
                  <a16:creationId xmlns:a16="http://schemas.microsoft.com/office/drawing/2014/main" id="{70950127-D630-4672-B05D-AA68CB2B84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1" y="275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35 h 3"/>
                <a:gd name="T4" fmla="*/ 0 w 3"/>
                <a:gd name="T5" fmla="*/ 35 h 3"/>
                <a:gd name="T6" fmla="*/ 0 w 3"/>
                <a:gd name="T7" fmla="*/ 35 h 3"/>
                <a:gd name="T8" fmla="*/ 0 w 3"/>
                <a:gd name="T9" fmla="*/ 35 h 3"/>
                <a:gd name="T10" fmla="*/ 0 w 3"/>
                <a:gd name="T11" fmla="*/ 35 h 3"/>
                <a:gd name="T12" fmla="*/ 12 w 3"/>
                <a:gd name="T13" fmla="*/ 56 h 3"/>
                <a:gd name="T14" fmla="*/ 12 w 3"/>
                <a:gd name="T15" fmla="*/ 56 h 3"/>
                <a:gd name="T16" fmla="*/ 12 w 3"/>
                <a:gd name="T17" fmla="*/ 56 h 3"/>
                <a:gd name="T18" fmla="*/ 28 w 3"/>
                <a:gd name="T19" fmla="*/ 56 h 3"/>
                <a:gd name="T20" fmla="*/ 28 w 3"/>
                <a:gd name="T21" fmla="*/ 56 h 3"/>
                <a:gd name="T22" fmla="*/ 28 w 3"/>
                <a:gd name="T23" fmla="*/ 56 h 3"/>
                <a:gd name="T24" fmla="*/ 37 w 3"/>
                <a:gd name="T25" fmla="*/ 56 h 3"/>
                <a:gd name="T26" fmla="*/ 37 w 3"/>
                <a:gd name="T27" fmla="*/ 35 h 3"/>
                <a:gd name="T28" fmla="*/ 37 w 3"/>
                <a:gd name="T29" fmla="*/ 21 h 3"/>
                <a:gd name="T30" fmla="*/ 37 w 3"/>
                <a:gd name="T31" fmla="*/ 21 h 3"/>
                <a:gd name="T32" fmla="*/ 37 w 3"/>
                <a:gd name="T33" fmla="*/ 21 h 3"/>
                <a:gd name="T34" fmla="*/ 37 w 3"/>
                <a:gd name="T35" fmla="*/ 21 h 3"/>
                <a:gd name="T36" fmla="*/ 28 w 3"/>
                <a:gd name="T37" fmla="*/ 0 h 3"/>
                <a:gd name="T38" fmla="*/ 0 w 3"/>
                <a:gd name="T39" fmla="*/ 21 h 3"/>
                <a:gd name="T40" fmla="*/ 28 w 3"/>
                <a:gd name="T41" fmla="*/ 0 h 3"/>
                <a:gd name="T42" fmla="*/ 28 w 3"/>
                <a:gd name="T43" fmla="*/ 0 h 3"/>
                <a:gd name="T44" fmla="*/ 28 w 3"/>
                <a:gd name="T45" fmla="*/ 0 h 3"/>
                <a:gd name="T46" fmla="*/ 0 w 3"/>
                <a:gd name="T47" fmla="*/ 35 h 3"/>
                <a:gd name="T48" fmla="*/ 12 w 3"/>
                <a:gd name="T49" fmla="*/ 21 h 3"/>
                <a:gd name="T50" fmla="*/ 0 w 3"/>
                <a:gd name="T51" fmla="*/ 35 h 3"/>
                <a:gd name="T52" fmla="*/ 12 w 3"/>
                <a:gd name="T53" fmla="*/ 35 h 3"/>
                <a:gd name="T54" fmla="*/ 12 w 3"/>
                <a:gd name="T55" fmla="*/ 35 h 3"/>
                <a:gd name="T56" fmla="*/ 28 w 3"/>
                <a:gd name="T57" fmla="*/ 21 h 3"/>
                <a:gd name="T58" fmla="*/ 37 w 3"/>
                <a:gd name="T59" fmla="*/ 21 h 3"/>
                <a:gd name="T60" fmla="*/ 37 w 3"/>
                <a:gd name="T61" fmla="*/ 35 h 3"/>
                <a:gd name="T62" fmla="*/ 28 w 3"/>
                <a:gd name="T63" fmla="*/ 56 h 3"/>
                <a:gd name="T64" fmla="*/ 12 w 3"/>
                <a:gd name="T65" fmla="*/ 56 h 3"/>
                <a:gd name="T66" fmla="*/ 12 w 3"/>
                <a:gd name="T67" fmla="*/ 35 h 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1995">
              <a:extLst>
                <a:ext uri="{FF2B5EF4-FFF2-40B4-BE49-F238E27FC236}">
                  <a16:creationId xmlns:a16="http://schemas.microsoft.com/office/drawing/2014/main" id="{5A75220B-DDCE-4F2C-B3E8-7AB61223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75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21 h 3"/>
                <a:gd name="T4" fmla="*/ 28 w 3"/>
                <a:gd name="T5" fmla="*/ 56 h 3"/>
                <a:gd name="T6" fmla="*/ 37 w 3"/>
                <a:gd name="T7" fmla="*/ 21 h 3"/>
                <a:gd name="T8" fmla="*/ 37 w 3"/>
                <a:gd name="T9" fmla="*/ 21 h 3"/>
                <a:gd name="T10" fmla="*/ 28 w 3"/>
                <a:gd name="T11" fmla="*/ 0 h 3"/>
                <a:gd name="T12" fmla="*/ 0 w 3"/>
                <a:gd name="T13" fmla="*/ 21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1996">
              <a:extLst>
                <a:ext uri="{FF2B5EF4-FFF2-40B4-BE49-F238E27FC236}">
                  <a16:creationId xmlns:a16="http://schemas.microsoft.com/office/drawing/2014/main" id="{DC355EE1-5217-407F-95FD-E090D7FB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765"/>
              <a:ext cx="5" cy="6"/>
            </a:xfrm>
            <a:custGeom>
              <a:avLst/>
              <a:gdLst>
                <a:gd name="T0" fmla="*/ 0 w 5"/>
                <a:gd name="T1" fmla="*/ 0 h 6"/>
                <a:gd name="T2" fmla="*/ 0 w 5"/>
                <a:gd name="T3" fmla="*/ 6 h 6"/>
                <a:gd name="T4" fmla="*/ 2 w 5"/>
                <a:gd name="T5" fmla="*/ 6 h 6"/>
                <a:gd name="T6" fmla="*/ 5 w 5"/>
                <a:gd name="T7" fmla="*/ 0 h 6"/>
                <a:gd name="T8" fmla="*/ 0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997">
              <a:extLst>
                <a:ext uri="{FF2B5EF4-FFF2-40B4-BE49-F238E27FC236}">
                  <a16:creationId xmlns:a16="http://schemas.microsoft.com/office/drawing/2014/main" id="{07F27F90-788E-4631-ACD0-520B22C13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3101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56 h 3"/>
                <a:gd name="T4" fmla="*/ 56 w 3"/>
                <a:gd name="T5" fmla="*/ 21 h 3"/>
                <a:gd name="T6" fmla="*/ 21 w 3"/>
                <a:gd name="T7" fmla="*/ 0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998">
              <a:extLst>
                <a:ext uri="{FF2B5EF4-FFF2-40B4-BE49-F238E27FC236}">
                  <a16:creationId xmlns:a16="http://schemas.microsoft.com/office/drawing/2014/main" id="{670AF20A-D7D2-45D2-A658-B66603CC3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904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33 w 4"/>
                <a:gd name="T3" fmla="*/ 0 h 3"/>
                <a:gd name="T4" fmla="*/ 20 w 4"/>
                <a:gd name="T5" fmla="*/ 0 h 3"/>
                <a:gd name="T6" fmla="*/ 20 w 4"/>
                <a:gd name="T7" fmla="*/ 21 h 3"/>
                <a:gd name="T8" fmla="*/ 0 w 4"/>
                <a:gd name="T9" fmla="*/ 35 h 3"/>
                <a:gd name="T10" fmla="*/ 0 w 4"/>
                <a:gd name="T11" fmla="*/ 35 h 3"/>
                <a:gd name="T12" fmla="*/ 20 w 4"/>
                <a:gd name="T13" fmla="*/ 56 h 3"/>
                <a:gd name="T14" fmla="*/ 33 w 4"/>
                <a:gd name="T15" fmla="*/ 35 h 3"/>
                <a:gd name="T16" fmla="*/ 33 w 4"/>
                <a:gd name="T17" fmla="*/ 35 h 3"/>
                <a:gd name="T18" fmla="*/ 50 w 4"/>
                <a:gd name="T19" fmla="*/ 21 h 3"/>
                <a:gd name="T20" fmla="*/ 63 w 4"/>
                <a:gd name="T21" fmla="*/ 0 h 3"/>
                <a:gd name="T22" fmla="*/ 50 w 4"/>
                <a:gd name="T23" fmla="*/ 0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1999">
              <a:extLst>
                <a:ext uri="{FF2B5EF4-FFF2-40B4-BE49-F238E27FC236}">
                  <a16:creationId xmlns:a16="http://schemas.microsoft.com/office/drawing/2014/main" id="{3BAA0D7F-1E35-4D84-A548-A2CA06BAB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699"/>
              <a:ext cx="18" cy="18"/>
            </a:xfrm>
            <a:custGeom>
              <a:avLst/>
              <a:gdLst>
                <a:gd name="T0" fmla="*/ 54 w 7"/>
                <a:gd name="T1" fmla="*/ 21 h 7"/>
                <a:gd name="T2" fmla="*/ 54 w 7"/>
                <a:gd name="T3" fmla="*/ 21 h 7"/>
                <a:gd name="T4" fmla="*/ 33 w 7"/>
                <a:gd name="T5" fmla="*/ 33 h 7"/>
                <a:gd name="T6" fmla="*/ 33 w 7"/>
                <a:gd name="T7" fmla="*/ 33 h 7"/>
                <a:gd name="T8" fmla="*/ 0 w 7"/>
                <a:gd name="T9" fmla="*/ 67 h 7"/>
                <a:gd name="T10" fmla="*/ 21 w 7"/>
                <a:gd name="T11" fmla="*/ 67 h 7"/>
                <a:gd name="T12" fmla="*/ 33 w 7"/>
                <a:gd name="T13" fmla="*/ 85 h 7"/>
                <a:gd name="T14" fmla="*/ 33 w 7"/>
                <a:gd name="T15" fmla="*/ 100 h 7"/>
                <a:gd name="T16" fmla="*/ 54 w 7"/>
                <a:gd name="T17" fmla="*/ 118 h 7"/>
                <a:gd name="T18" fmla="*/ 67 w 7"/>
                <a:gd name="T19" fmla="*/ 100 h 7"/>
                <a:gd name="T20" fmla="*/ 118 w 7"/>
                <a:gd name="T21" fmla="*/ 67 h 7"/>
                <a:gd name="T22" fmla="*/ 118 w 7"/>
                <a:gd name="T23" fmla="*/ 54 h 7"/>
                <a:gd name="T24" fmla="*/ 118 w 7"/>
                <a:gd name="T25" fmla="*/ 33 h 7"/>
                <a:gd name="T26" fmla="*/ 100 w 7"/>
                <a:gd name="T27" fmla="*/ 33 h 7"/>
                <a:gd name="T28" fmla="*/ 100 w 7"/>
                <a:gd name="T29" fmla="*/ 33 h 7"/>
                <a:gd name="T30" fmla="*/ 54 w 7"/>
                <a:gd name="T31" fmla="*/ 21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5" y="6"/>
                    <a:pt x="6" y="6"/>
                    <a:pt x="7" y="4"/>
                  </a:cubicBezTo>
                  <a:cubicBezTo>
                    <a:pt x="7" y="4"/>
                    <a:pt x="7" y="4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2000">
              <a:extLst>
                <a:ext uri="{FF2B5EF4-FFF2-40B4-BE49-F238E27FC236}">
                  <a16:creationId xmlns:a16="http://schemas.microsoft.com/office/drawing/2014/main" id="{9B4662DA-1E4D-4641-921A-6E83BC376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683"/>
              <a:ext cx="20" cy="24"/>
            </a:xfrm>
            <a:custGeom>
              <a:avLst/>
              <a:gdLst>
                <a:gd name="T0" fmla="*/ 20 w 8"/>
                <a:gd name="T1" fmla="*/ 21 h 9"/>
                <a:gd name="T2" fmla="*/ 0 w 8"/>
                <a:gd name="T3" fmla="*/ 56 h 9"/>
                <a:gd name="T4" fmla="*/ 0 w 8"/>
                <a:gd name="T5" fmla="*/ 77 h 9"/>
                <a:gd name="T6" fmla="*/ 20 w 8"/>
                <a:gd name="T7" fmla="*/ 93 h 9"/>
                <a:gd name="T8" fmla="*/ 20 w 8"/>
                <a:gd name="T9" fmla="*/ 115 h 9"/>
                <a:gd name="T10" fmla="*/ 95 w 8"/>
                <a:gd name="T11" fmla="*/ 149 h 9"/>
                <a:gd name="T12" fmla="*/ 125 w 8"/>
                <a:gd name="T13" fmla="*/ 115 h 9"/>
                <a:gd name="T14" fmla="*/ 125 w 8"/>
                <a:gd name="T15" fmla="*/ 115 h 9"/>
                <a:gd name="T16" fmla="*/ 95 w 8"/>
                <a:gd name="T17" fmla="*/ 77 h 9"/>
                <a:gd name="T18" fmla="*/ 95 w 8"/>
                <a:gd name="T19" fmla="*/ 77 h 9"/>
                <a:gd name="T20" fmla="*/ 95 w 8"/>
                <a:gd name="T21" fmla="*/ 77 h 9"/>
                <a:gd name="T22" fmla="*/ 63 w 8"/>
                <a:gd name="T23" fmla="*/ 0 h 9"/>
                <a:gd name="T24" fmla="*/ 20 w 8"/>
                <a:gd name="T25" fmla="*/ 21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8"/>
                    <a:pt x="4" y="9"/>
                    <a:pt x="6" y="8"/>
                  </a:cubicBezTo>
                  <a:cubicBezTo>
                    <a:pt x="7" y="8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5" y="1"/>
                    <a:pt x="4" y="0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2001">
              <a:extLst>
                <a:ext uri="{FF2B5EF4-FFF2-40B4-BE49-F238E27FC236}">
                  <a16:creationId xmlns:a16="http://schemas.microsoft.com/office/drawing/2014/main" id="{54F06831-54C5-4347-8C29-8068C92B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728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12 w 5"/>
                <a:gd name="T3" fmla="*/ 21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0 w 5"/>
                <a:gd name="T11" fmla="*/ 77 h 6"/>
                <a:gd name="T12" fmla="*/ 0 w 5"/>
                <a:gd name="T13" fmla="*/ 77 h 6"/>
                <a:gd name="T14" fmla="*/ 12 w 5"/>
                <a:gd name="T15" fmla="*/ 93 h 6"/>
                <a:gd name="T16" fmla="*/ 29 w 5"/>
                <a:gd name="T17" fmla="*/ 115 h 6"/>
                <a:gd name="T18" fmla="*/ 70 w 5"/>
                <a:gd name="T19" fmla="*/ 77 h 6"/>
                <a:gd name="T20" fmla="*/ 70 w 5"/>
                <a:gd name="T21" fmla="*/ 56 h 6"/>
                <a:gd name="T22" fmla="*/ 58 w 5"/>
                <a:gd name="T23" fmla="*/ 21 h 6"/>
                <a:gd name="T24" fmla="*/ 41 w 5"/>
                <a:gd name="T25" fmla="*/ 0 h 6"/>
                <a:gd name="T26" fmla="*/ 41 w 5"/>
                <a:gd name="T27" fmla="*/ 0 h 6"/>
                <a:gd name="T28" fmla="*/ 12 w 5"/>
                <a:gd name="T29" fmla="*/ 21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4" y="6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2002">
              <a:extLst>
                <a:ext uri="{FF2B5EF4-FFF2-40B4-BE49-F238E27FC236}">
                  <a16:creationId xmlns:a16="http://schemas.microsoft.com/office/drawing/2014/main" id="{A16D7F83-6404-4C63-8A60-519044D7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733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0 w 5"/>
                <a:gd name="T3" fmla="*/ 56 h 6"/>
                <a:gd name="T4" fmla="*/ 21 w 5"/>
                <a:gd name="T5" fmla="*/ 93 h 6"/>
                <a:gd name="T6" fmla="*/ 68 w 5"/>
                <a:gd name="T7" fmla="*/ 115 h 6"/>
                <a:gd name="T8" fmla="*/ 88 w 5"/>
                <a:gd name="T9" fmla="*/ 77 h 6"/>
                <a:gd name="T10" fmla="*/ 88 w 5"/>
                <a:gd name="T11" fmla="*/ 56 h 6"/>
                <a:gd name="T12" fmla="*/ 88 w 5"/>
                <a:gd name="T13" fmla="*/ 35 h 6"/>
                <a:gd name="T14" fmla="*/ 88 w 5"/>
                <a:gd name="T15" fmla="*/ 35 h 6"/>
                <a:gd name="T16" fmla="*/ 55 w 5"/>
                <a:gd name="T17" fmla="*/ 0 h 6"/>
                <a:gd name="T18" fmla="*/ 21 w 5"/>
                <a:gd name="T19" fmla="*/ 2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2003">
              <a:extLst>
                <a:ext uri="{FF2B5EF4-FFF2-40B4-BE49-F238E27FC236}">
                  <a16:creationId xmlns:a16="http://schemas.microsoft.com/office/drawing/2014/main" id="{7ED63AEC-E2B3-4D38-96CD-D7EF15B9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685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1 h 4"/>
                <a:gd name="T4" fmla="*/ 33 w 4"/>
                <a:gd name="T5" fmla="*/ 83 h 4"/>
                <a:gd name="T6" fmla="*/ 63 w 4"/>
                <a:gd name="T7" fmla="*/ 61 h 4"/>
                <a:gd name="T8" fmla="*/ 63 w 4"/>
                <a:gd name="T9" fmla="*/ 47 h 4"/>
                <a:gd name="T10" fmla="*/ 63 w 4"/>
                <a:gd name="T11" fmla="*/ 22 h 4"/>
                <a:gd name="T12" fmla="*/ 63 w 4"/>
                <a:gd name="T13" fmla="*/ 22 h 4"/>
                <a:gd name="T14" fmla="*/ 63 w 4"/>
                <a:gd name="T15" fmla="*/ 22 h 4"/>
                <a:gd name="T16" fmla="*/ 33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2004">
              <a:extLst>
                <a:ext uri="{FF2B5EF4-FFF2-40B4-BE49-F238E27FC236}">
                  <a16:creationId xmlns:a16="http://schemas.microsoft.com/office/drawing/2014/main" id="{7E81F644-E342-4961-B34F-7D0798675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693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1 h 4"/>
                <a:gd name="T4" fmla="*/ 33 w 4"/>
                <a:gd name="T5" fmla="*/ 83 h 4"/>
                <a:gd name="T6" fmla="*/ 50 w 4"/>
                <a:gd name="T7" fmla="*/ 61 h 4"/>
                <a:gd name="T8" fmla="*/ 63 w 4"/>
                <a:gd name="T9" fmla="*/ 22 h 4"/>
                <a:gd name="T10" fmla="*/ 63 w 4"/>
                <a:gd name="T11" fmla="*/ 22 h 4"/>
                <a:gd name="T12" fmla="*/ 33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2005">
              <a:extLst>
                <a:ext uri="{FF2B5EF4-FFF2-40B4-BE49-F238E27FC236}">
                  <a16:creationId xmlns:a16="http://schemas.microsoft.com/office/drawing/2014/main" id="{C6DF0669-BAEC-4F1A-BBB2-8DA401358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731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0 w 4"/>
                <a:gd name="T3" fmla="*/ 33 h 4"/>
                <a:gd name="T4" fmla="*/ 0 w 4"/>
                <a:gd name="T5" fmla="*/ 33 h 4"/>
                <a:gd name="T6" fmla="*/ 0 w 4"/>
                <a:gd name="T7" fmla="*/ 33 h 4"/>
                <a:gd name="T8" fmla="*/ 20 w 4"/>
                <a:gd name="T9" fmla="*/ 63 h 4"/>
                <a:gd name="T10" fmla="*/ 33 w 4"/>
                <a:gd name="T11" fmla="*/ 63 h 4"/>
                <a:gd name="T12" fmla="*/ 63 w 4"/>
                <a:gd name="T13" fmla="*/ 33 h 4"/>
                <a:gd name="T14" fmla="*/ 33 w 4"/>
                <a:gd name="T15" fmla="*/ 0 h 4"/>
                <a:gd name="T16" fmla="*/ 0 w 4"/>
                <a:gd name="T17" fmla="*/ 2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4" y="4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2006">
              <a:extLst>
                <a:ext uri="{FF2B5EF4-FFF2-40B4-BE49-F238E27FC236}">
                  <a16:creationId xmlns:a16="http://schemas.microsoft.com/office/drawing/2014/main" id="{0DD034B7-B15B-420A-BF67-B3F146378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733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47 h 4"/>
                <a:gd name="T4" fmla="*/ 0 w 4"/>
                <a:gd name="T5" fmla="*/ 61 h 4"/>
                <a:gd name="T6" fmla="*/ 33 w 4"/>
                <a:gd name="T7" fmla="*/ 83 h 4"/>
                <a:gd name="T8" fmla="*/ 50 w 4"/>
                <a:gd name="T9" fmla="*/ 61 h 4"/>
                <a:gd name="T10" fmla="*/ 63 w 4"/>
                <a:gd name="T11" fmla="*/ 61 h 4"/>
                <a:gd name="T12" fmla="*/ 50 w 4"/>
                <a:gd name="T13" fmla="*/ 47 h 4"/>
                <a:gd name="T14" fmla="*/ 50 w 4"/>
                <a:gd name="T15" fmla="*/ 47 h 4"/>
                <a:gd name="T16" fmla="*/ 50 w 4"/>
                <a:gd name="T17" fmla="*/ 47 h 4"/>
                <a:gd name="T18" fmla="*/ 50 w 4"/>
                <a:gd name="T19" fmla="*/ 0 h 4"/>
                <a:gd name="T20" fmla="*/ 20 w 4"/>
                <a:gd name="T21" fmla="*/ 22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2007">
              <a:extLst>
                <a:ext uri="{FF2B5EF4-FFF2-40B4-BE49-F238E27FC236}">
                  <a16:creationId xmlns:a16="http://schemas.microsoft.com/office/drawing/2014/main" id="{9872BA19-6D1B-4EDA-99C0-AE46EB07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736"/>
              <a:ext cx="8" cy="5"/>
            </a:xfrm>
            <a:custGeom>
              <a:avLst/>
              <a:gdLst>
                <a:gd name="T0" fmla="*/ 21 w 3"/>
                <a:gd name="T1" fmla="*/ 33 h 2"/>
                <a:gd name="T2" fmla="*/ 21 w 3"/>
                <a:gd name="T3" fmla="*/ 0 h 2"/>
                <a:gd name="T4" fmla="*/ 35 w 3"/>
                <a:gd name="T5" fmla="*/ 0 h 2"/>
                <a:gd name="T6" fmla="*/ 56 w 3"/>
                <a:gd name="T7" fmla="*/ 20 h 2"/>
                <a:gd name="T8" fmla="*/ 56 w 3"/>
                <a:gd name="T9" fmla="*/ 20 h 2"/>
                <a:gd name="T10" fmla="*/ 56 w 3"/>
                <a:gd name="T11" fmla="*/ 0 h 2"/>
                <a:gd name="T12" fmla="*/ 56 w 3"/>
                <a:gd name="T13" fmla="*/ 0 h 2"/>
                <a:gd name="T14" fmla="*/ 56 w 3"/>
                <a:gd name="T15" fmla="*/ 20 h 2"/>
                <a:gd name="T16" fmla="*/ 56 w 3"/>
                <a:gd name="T17" fmla="*/ 20 h 2"/>
                <a:gd name="T18" fmla="*/ 56 w 3"/>
                <a:gd name="T19" fmla="*/ 33 h 2"/>
                <a:gd name="T20" fmla="*/ 21 w 3"/>
                <a:gd name="T21" fmla="*/ 33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2008">
              <a:extLst>
                <a:ext uri="{FF2B5EF4-FFF2-40B4-BE49-F238E27FC236}">
                  <a16:creationId xmlns:a16="http://schemas.microsoft.com/office/drawing/2014/main" id="{62368BA1-4120-4E18-8FD5-AE006B2BC9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6" y="270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21 h 3"/>
                <a:gd name="T4" fmla="*/ 0 w 3"/>
                <a:gd name="T5" fmla="*/ 56 h 3"/>
                <a:gd name="T6" fmla="*/ 28 w 3"/>
                <a:gd name="T7" fmla="*/ 56 h 3"/>
                <a:gd name="T8" fmla="*/ 37 w 3"/>
                <a:gd name="T9" fmla="*/ 35 h 3"/>
                <a:gd name="T10" fmla="*/ 28 w 3"/>
                <a:gd name="T11" fmla="*/ 35 h 3"/>
                <a:gd name="T12" fmla="*/ 37 w 3"/>
                <a:gd name="T13" fmla="*/ 21 h 3"/>
                <a:gd name="T14" fmla="*/ 28 w 3"/>
                <a:gd name="T15" fmla="*/ 0 h 3"/>
                <a:gd name="T16" fmla="*/ 37 w 3"/>
                <a:gd name="T17" fmla="*/ 35 h 3"/>
                <a:gd name="T18" fmla="*/ 37 w 3"/>
                <a:gd name="T19" fmla="*/ 35 h 3"/>
                <a:gd name="T20" fmla="*/ 37 w 3"/>
                <a:gd name="T21" fmla="*/ 21 h 3"/>
                <a:gd name="T22" fmla="*/ 37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2009">
              <a:extLst>
                <a:ext uri="{FF2B5EF4-FFF2-40B4-BE49-F238E27FC236}">
                  <a16:creationId xmlns:a16="http://schemas.microsoft.com/office/drawing/2014/main" id="{1A8F3F48-8BA7-4363-8AF3-6CAF097E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688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21 w 3"/>
                <a:gd name="T3" fmla="*/ 22 h 4"/>
                <a:gd name="T4" fmla="*/ 0 w 3"/>
                <a:gd name="T5" fmla="*/ 22 h 4"/>
                <a:gd name="T6" fmla="*/ 0 w 3"/>
                <a:gd name="T7" fmla="*/ 22 h 4"/>
                <a:gd name="T8" fmla="*/ 0 w 3"/>
                <a:gd name="T9" fmla="*/ 61 h 4"/>
                <a:gd name="T10" fmla="*/ 0 w 3"/>
                <a:gd name="T11" fmla="*/ 61 h 4"/>
                <a:gd name="T12" fmla="*/ 21 w 3"/>
                <a:gd name="T13" fmla="*/ 83 h 4"/>
                <a:gd name="T14" fmla="*/ 56 w 3"/>
                <a:gd name="T15" fmla="*/ 61 h 4"/>
                <a:gd name="T16" fmla="*/ 56 w 3"/>
                <a:gd name="T17" fmla="*/ 22 h 4"/>
                <a:gd name="T18" fmla="*/ 21 w 3"/>
                <a:gd name="T19" fmla="*/ 2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2010">
              <a:extLst>
                <a:ext uri="{FF2B5EF4-FFF2-40B4-BE49-F238E27FC236}">
                  <a16:creationId xmlns:a16="http://schemas.microsoft.com/office/drawing/2014/main" id="{7991628C-04EB-4584-8900-786617C0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699"/>
              <a:ext cx="8" cy="10"/>
            </a:xfrm>
            <a:custGeom>
              <a:avLst/>
              <a:gdLst>
                <a:gd name="T0" fmla="*/ 0 w 3"/>
                <a:gd name="T1" fmla="*/ 50 h 4"/>
                <a:gd name="T2" fmla="*/ 21 w 3"/>
                <a:gd name="T3" fmla="*/ 63 h 4"/>
                <a:gd name="T4" fmla="*/ 56 w 3"/>
                <a:gd name="T5" fmla="*/ 0 h 4"/>
                <a:gd name="T6" fmla="*/ 35 w 3"/>
                <a:gd name="T7" fmla="*/ 0 h 4"/>
                <a:gd name="T8" fmla="*/ 0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3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2011">
              <a:extLst>
                <a:ext uri="{FF2B5EF4-FFF2-40B4-BE49-F238E27FC236}">
                  <a16:creationId xmlns:a16="http://schemas.microsoft.com/office/drawing/2014/main" id="{A5E56A5F-F9DE-4EA0-8C9D-908DABE01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2715"/>
              <a:ext cx="8" cy="5"/>
            </a:xfrm>
            <a:custGeom>
              <a:avLst/>
              <a:gdLst>
                <a:gd name="T0" fmla="*/ 0 w 3"/>
                <a:gd name="T1" fmla="*/ 20 h 2"/>
                <a:gd name="T2" fmla="*/ 21 w 3"/>
                <a:gd name="T3" fmla="*/ 33 h 2"/>
                <a:gd name="T4" fmla="*/ 56 w 3"/>
                <a:gd name="T5" fmla="*/ 0 h 2"/>
                <a:gd name="T6" fmla="*/ 35 w 3"/>
                <a:gd name="T7" fmla="*/ 0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2012">
              <a:extLst>
                <a:ext uri="{FF2B5EF4-FFF2-40B4-BE49-F238E27FC236}">
                  <a16:creationId xmlns:a16="http://schemas.microsoft.com/office/drawing/2014/main" id="{FCCB71AA-A129-4951-8DC9-D496CD2B5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741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33 w 4"/>
                <a:gd name="T3" fmla="*/ 21 h 3"/>
                <a:gd name="T4" fmla="*/ 20 w 4"/>
                <a:gd name="T5" fmla="*/ 0 h 3"/>
                <a:gd name="T6" fmla="*/ 20 w 4"/>
                <a:gd name="T7" fmla="*/ 21 h 3"/>
                <a:gd name="T8" fmla="*/ 0 w 4"/>
                <a:gd name="T9" fmla="*/ 35 h 3"/>
                <a:gd name="T10" fmla="*/ 0 w 4"/>
                <a:gd name="T11" fmla="*/ 56 h 3"/>
                <a:gd name="T12" fmla="*/ 20 w 4"/>
                <a:gd name="T13" fmla="*/ 56 h 3"/>
                <a:gd name="T14" fmla="*/ 33 w 4"/>
                <a:gd name="T15" fmla="*/ 56 h 3"/>
                <a:gd name="T16" fmla="*/ 33 w 4"/>
                <a:gd name="T17" fmla="*/ 35 h 3"/>
                <a:gd name="T18" fmla="*/ 50 w 4"/>
                <a:gd name="T19" fmla="*/ 35 h 3"/>
                <a:gd name="T20" fmla="*/ 63 w 4"/>
                <a:gd name="T21" fmla="*/ 0 h 3"/>
                <a:gd name="T22" fmla="*/ 50 w 4"/>
                <a:gd name="T23" fmla="*/ 0 h 3"/>
                <a:gd name="T24" fmla="*/ 50 w 4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2013">
              <a:extLst>
                <a:ext uri="{FF2B5EF4-FFF2-40B4-BE49-F238E27FC236}">
                  <a16:creationId xmlns:a16="http://schemas.microsoft.com/office/drawing/2014/main" id="{A262A134-5A0B-4134-8451-4A57BF229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653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35 h 6"/>
                <a:gd name="T4" fmla="*/ 0 w 5"/>
                <a:gd name="T5" fmla="*/ 56 h 6"/>
                <a:gd name="T6" fmla="*/ 0 w 5"/>
                <a:gd name="T7" fmla="*/ 77 h 6"/>
                <a:gd name="T8" fmla="*/ 0 w 5"/>
                <a:gd name="T9" fmla="*/ 77 h 6"/>
                <a:gd name="T10" fmla="*/ 0 w 5"/>
                <a:gd name="T11" fmla="*/ 77 h 6"/>
                <a:gd name="T12" fmla="*/ 0 w 5"/>
                <a:gd name="T13" fmla="*/ 93 h 6"/>
                <a:gd name="T14" fmla="*/ 0 w 5"/>
                <a:gd name="T15" fmla="*/ 115 h 6"/>
                <a:gd name="T16" fmla="*/ 29 w 5"/>
                <a:gd name="T17" fmla="*/ 115 h 6"/>
                <a:gd name="T18" fmla="*/ 70 w 5"/>
                <a:gd name="T19" fmla="*/ 77 h 6"/>
                <a:gd name="T20" fmla="*/ 70 w 5"/>
                <a:gd name="T21" fmla="*/ 77 h 6"/>
                <a:gd name="T22" fmla="*/ 58 w 5"/>
                <a:gd name="T23" fmla="*/ 21 h 6"/>
                <a:gd name="T24" fmla="*/ 41 w 5"/>
                <a:gd name="T25" fmla="*/ 21 h 6"/>
                <a:gd name="T26" fmla="*/ 29 w 5"/>
                <a:gd name="T27" fmla="*/ 0 h 6"/>
                <a:gd name="T28" fmla="*/ 0 w 5"/>
                <a:gd name="T29" fmla="*/ 35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2014">
              <a:extLst>
                <a:ext uri="{FF2B5EF4-FFF2-40B4-BE49-F238E27FC236}">
                  <a16:creationId xmlns:a16="http://schemas.microsoft.com/office/drawing/2014/main" id="{F408AB10-B487-44BD-A1A0-4C5AE0E18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661"/>
              <a:ext cx="13" cy="16"/>
            </a:xfrm>
            <a:custGeom>
              <a:avLst/>
              <a:gdLst>
                <a:gd name="T0" fmla="*/ 0 w 5"/>
                <a:gd name="T1" fmla="*/ 21 h 6"/>
                <a:gd name="T2" fmla="*/ 0 w 5"/>
                <a:gd name="T3" fmla="*/ 35 h 6"/>
                <a:gd name="T4" fmla="*/ 21 w 5"/>
                <a:gd name="T5" fmla="*/ 93 h 6"/>
                <a:gd name="T6" fmla="*/ 55 w 5"/>
                <a:gd name="T7" fmla="*/ 93 h 6"/>
                <a:gd name="T8" fmla="*/ 68 w 5"/>
                <a:gd name="T9" fmla="*/ 56 h 6"/>
                <a:gd name="T10" fmla="*/ 68 w 5"/>
                <a:gd name="T11" fmla="*/ 56 h 6"/>
                <a:gd name="T12" fmla="*/ 88 w 5"/>
                <a:gd name="T13" fmla="*/ 35 h 6"/>
                <a:gd name="T14" fmla="*/ 88 w 5"/>
                <a:gd name="T15" fmla="*/ 35 h 6"/>
                <a:gd name="T16" fmla="*/ 55 w 5"/>
                <a:gd name="T17" fmla="*/ 0 h 6"/>
                <a:gd name="T18" fmla="*/ 0 w 5"/>
                <a:gd name="T19" fmla="*/ 2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2015">
              <a:extLst>
                <a:ext uri="{FF2B5EF4-FFF2-40B4-BE49-F238E27FC236}">
                  <a16:creationId xmlns:a16="http://schemas.microsoft.com/office/drawing/2014/main" id="{06104A82-A93E-4A87-9219-2AC8800B8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656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0 w 4"/>
                <a:gd name="T3" fmla="*/ 34 h 5"/>
                <a:gd name="T4" fmla="*/ 0 w 4"/>
                <a:gd name="T5" fmla="*/ 55 h 5"/>
                <a:gd name="T6" fmla="*/ 0 w 4"/>
                <a:gd name="T7" fmla="*/ 55 h 5"/>
                <a:gd name="T8" fmla="*/ 20 w 4"/>
                <a:gd name="T9" fmla="*/ 88 h 5"/>
                <a:gd name="T10" fmla="*/ 33 w 4"/>
                <a:gd name="T11" fmla="*/ 88 h 5"/>
                <a:gd name="T12" fmla="*/ 50 w 4"/>
                <a:gd name="T13" fmla="*/ 34 h 5"/>
                <a:gd name="T14" fmla="*/ 33 w 4"/>
                <a:gd name="T15" fmla="*/ 21 h 5"/>
                <a:gd name="T16" fmla="*/ 0 w 4"/>
                <a:gd name="T17" fmla="*/ 34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4" y="3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2016">
              <a:extLst>
                <a:ext uri="{FF2B5EF4-FFF2-40B4-BE49-F238E27FC236}">
                  <a16:creationId xmlns:a16="http://schemas.microsoft.com/office/drawing/2014/main" id="{03E18DB1-7848-4070-9576-E7D68E8FA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661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22 h 4"/>
                <a:gd name="T4" fmla="*/ 0 w 3"/>
                <a:gd name="T5" fmla="*/ 61 h 4"/>
                <a:gd name="T6" fmla="*/ 21 w 3"/>
                <a:gd name="T7" fmla="*/ 61 h 4"/>
                <a:gd name="T8" fmla="*/ 56 w 3"/>
                <a:gd name="T9" fmla="*/ 61 h 4"/>
                <a:gd name="T10" fmla="*/ 56 w 3"/>
                <a:gd name="T11" fmla="*/ 47 h 4"/>
                <a:gd name="T12" fmla="*/ 56 w 3"/>
                <a:gd name="T13" fmla="*/ 47 h 4"/>
                <a:gd name="T14" fmla="*/ 56 w 3"/>
                <a:gd name="T15" fmla="*/ 22 h 4"/>
                <a:gd name="T16" fmla="*/ 56 w 3"/>
                <a:gd name="T17" fmla="*/ 22 h 4"/>
                <a:gd name="T18" fmla="*/ 35 w 3"/>
                <a:gd name="T19" fmla="*/ 0 h 4"/>
                <a:gd name="T20" fmla="*/ 21 w 3"/>
                <a:gd name="T21" fmla="*/ 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2017">
              <a:extLst>
                <a:ext uri="{FF2B5EF4-FFF2-40B4-BE49-F238E27FC236}">
                  <a16:creationId xmlns:a16="http://schemas.microsoft.com/office/drawing/2014/main" id="{A31F8020-D981-4737-95DC-30C41BA90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661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21 h 3"/>
                <a:gd name="T8" fmla="*/ 56 w 3"/>
                <a:gd name="T9" fmla="*/ 21 h 3"/>
                <a:gd name="T10" fmla="*/ 35 w 3"/>
                <a:gd name="T11" fmla="*/ 21 h 3"/>
                <a:gd name="T12" fmla="*/ 56 w 3"/>
                <a:gd name="T13" fmla="*/ 21 h 3"/>
                <a:gd name="T14" fmla="*/ 56 w 3"/>
                <a:gd name="T15" fmla="*/ 35 h 3"/>
                <a:gd name="T16" fmla="*/ 56 w 3"/>
                <a:gd name="T17" fmla="*/ 35 h 3"/>
                <a:gd name="T18" fmla="*/ 35 w 3"/>
                <a:gd name="T19" fmla="*/ 56 h 3"/>
                <a:gd name="T20" fmla="*/ 21 w 3"/>
                <a:gd name="T21" fmla="*/ 35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2018">
              <a:extLst>
                <a:ext uri="{FF2B5EF4-FFF2-40B4-BE49-F238E27FC236}">
                  <a16:creationId xmlns:a16="http://schemas.microsoft.com/office/drawing/2014/main" id="{A06C6044-2C90-4CCB-B414-ADA7B706B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66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0 h 3"/>
                <a:gd name="T4" fmla="*/ 20 w 4"/>
                <a:gd name="T5" fmla="*/ 0 h 3"/>
                <a:gd name="T6" fmla="*/ 0 w 4"/>
                <a:gd name="T7" fmla="*/ 21 h 3"/>
                <a:gd name="T8" fmla="*/ 0 w 4"/>
                <a:gd name="T9" fmla="*/ 35 h 3"/>
                <a:gd name="T10" fmla="*/ 0 w 4"/>
                <a:gd name="T11" fmla="*/ 35 h 3"/>
                <a:gd name="T12" fmla="*/ 20 w 4"/>
                <a:gd name="T13" fmla="*/ 56 h 3"/>
                <a:gd name="T14" fmla="*/ 20 w 4"/>
                <a:gd name="T15" fmla="*/ 35 h 3"/>
                <a:gd name="T16" fmla="*/ 20 w 4"/>
                <a:gd name="T17" fmla="*/ 35 h 3"/>
                <a:gd name="T18" fmla="*/ 50 w 4"/>
                <a:gd name="T19" fmla="*/ 35 h 3"/>
                <a:gd name="T20" fmla="*/ 63 w 4"/>
                <a:gd name="T21" fmla="*/ 0 h 3"/>
                <a:gd name="T22" fmla="*/ 50 w 4"/>
                <a:gd name="T23" fmla="*/ 0 h 3"/>
                <a:gd name="T24" fmla="*/ 33 w 4"/>
                <a:gd name="T25" fmla="*/ 0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2019">
              <a:extLst>
                <a:ext uri="{FF2B5EF4-FFF2-40B4-BE49-F238E27FC236}">
                  <a16:creationId xmlns:a16="http://schemas.microsoft.com/office/drawing/2014/main" id="{236C9E98-5C48-46E5-A323-4E8F19874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699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35 h 6"/>
                <a:gd name="T4" fmla="*/ 0 w 5"/>
                <a:gd name="T5" fmla="*/ 56 h 6"/>
                <a:gd name="T6" fmla="*/ 0 w 5"/>
                <a:gd name="T7" fmla="*/ 77 h 6"/>
                <a:gd name="T8" fmla="*/ 0 w 5"/>
                <a:gd name="T9" fmla="*/ 77 h 6"/>
                <a:gd name="T10" fmla="*/ 0 w 5"/>
                <a:gd name="T11" fmla="*/ 77 h 6"/>
                <a:gd name="T12" fmla="*/ 0 w 5"/>
                <a:gd name="T13" fmla="*/ 93 h 6"/>
                <a:gd name="T14" fmla="*/ 0 w 5"/>
                <a:gd name="T15" fmla="*/ 115 h 6"/>
                <a:gd name="T16" fmla="*/ 29 w 5"/>
                <a:gd name="T17" fmla="*/ 115 h 6"/>
                <a:gd name="T18" fmla="*/ 70 w 5"/>
                <a:gd name="T19" fmla="*/ 77 h 6"/>
                <a:gd name="T20" fmla="*/ 70 w 5"/>
                <a:gd name="T21" fmla="*/ 77 h 6"/>
                <a:gd name="T22" fmla="*/ 58 w 5"/>
                <a:gd name="T23" fmla="*/ 21 h 6"/>
                <a:gd name="T24" fmla="*/ 41 w 5"/>
                <a:gd name="T25" fmla="*/ 21 h 6"/>
                <a:gd name="T26" fmla="*/ 41 w 5"/>
                <a:gd name="T27" fmla="*/ 21 h 6"/>
                <a:gd name="T28" fmla="*/ 0 w 5"/>
                <a:gd name="T29" fmla="*/ 35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2020">
              <a:extLst>
                <a:ext uri="{FF2B5EF4-FFF2-40B4-BE49-F238E27FC236}">
                  <a16:creationId xmlns:a16="http://schemas.microsoft.com/office/drawing/2014/main" id="{414C6F2F-0499-46C2-AD17-5114A7882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707"/>
              <a:ext cx="13" cy="16"/>
            </a:xfrm>
            <a:custGeom>
              <a:avLst/>
              <a:gdLst>
                <a:gd name="T0" fmla="*/ 0 w 5"/>
                <a:gd name="T1" fmla="*/ 21 h 6"/>
                <a:gd name="T2" fmla="*/ 0 w 5"/>
                <a:gd name="T3" fmla="*/ 35 h 6"/>
                <a:gd name="T4" fmla="*/ 21 w 5"/>
                <a:gd name="T5" fmla="*/ 93 h 6"/>
                <a:gd name="T6" fmla="*/ 55 w 5"/>
                <a:gd name="T7" fmla="*/ 115 h 6"/>
                <a:gd name="T8" fmla="*/ 68 w 5"/>
                <a:gd name="T9" fmla="*/ 56 h 6"/>
                <a:gd name="T10" fmla="*/ 68 w 5"/>
                <a:gd name="T11" fmla="*/ 56 h 6"/>
                <a:gd name="T12" fmla="*/ 88 w 5"/>
                <a:gd name="T13" fmla="*/ 35 h 6"/>
                <a:gd name="T14" fmla="*/ 88 w 5"/>
                <a:gd name="T15" fmla="*/ 35 h 6"/>
                <a:gd name="T16" fmla="*/ 55 w 5"/>
                <a:gd name="T17" fmla="*/ 0 h 6"/>
                <a:gd name="T18" fmla="*/ 0 w 5"/>
                <a:gd name="T19" fmla="*/ 2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2021">
              <a:extLst>
                <a:ext uri="{FF2B5EF4-FFF2-40B4-BE49-F238E27FC236}">
                  <a16:creationId xmlns:a16="http://schemas.microsoft.com/office/drawing/2014/main" id="{D634FE6D-671F-4712-896C-E6526EFF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704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0 w 4"/>
                <a:gd name="T3" fmla="*/ 22 h 4"/>
                <a:gd name="T4" fmla="*/ 0 w 4"/>
                <a:gd name="T5" fmla="*/ 47 h 4"/>
                <a:gd name="T6" fmla="*/ 0 w 4"/>
                <a:gd name="T7" fmla="*/ 47 h 4"/>
                <a:gd name="T8" fmla="*/ 20 w 4"/>
                <a:gd name="T9" fmla="*/ 83 h 4"/>
                <a:gd name="T10" fmla="*/ 33 w 4"/>
                <a:gd name="T11" fmla="*/ 83 h 4"/>
                <a:gd name="T12" fmla="*/ 63 w 4"/>
                <a:gd name="T13" fmla="*/ 22 h 4"/>
                <a:gd name="T14" fmla="*/ 33 w 4"/>
                <a:gd name="T15" fmla="*/ 0 h 4"/>
                <a:gd name="T16" fmla="*/ 0 w 4"/>
                <a:gd name="T17" fmla="*/ 22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2022">
              <a:extLst>
                <a:ext uri="{FF2B5EF4-FFF2-40B4-BE49-F238E27FC236}">
                  <a16:creationId xmlns:a16="http://schemas.microsoft.com/office/drawing/2014/main" id="{A7B4D6CD-230A-42F5-9C3F-6ECD7E41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707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33 h 4"/>
                <a:gd name="T4" fmla="*/ 0 w 3"/>
                <a:gd name="T5" fmla="*/ 50 h 4"/>
                <a:gd name="T6" fmla="*/ 21 w 3"/>
                <a:gd name="T7" fmla="*/ 63 h 4"/>
                <a:gd name="T8" fmla="*/ 56 w 3"/>
                <a:gd name="T9" fmla="*/ 50 h 4"/>
                <a:gd name="T10" fmla="*/ 56 w 3"/>
                <a:gd name="T11" fmla="*/ 33 h 4"/>
                <a:gd name="T12" fmla="*/ 56 w 3"/>
                <a:gd name="T13" fmla="*/ 33 h 4"/>
                <a:gd name="T14" fmla="*/ 56 w 3"/>
                <a:gd name="T15" fmla="*/ 33 h 4"/>
                <a:gd name="T16" fmla="*/ 56 w 3"/>
                <a:gd name="T17" fmla="*/ 20 h 4"/>
                <a:gd name="T18" fmla="*/ 35 w 3"/>
                <a:gd name="T19" fmla="*/ 0 h 4"/>
                <a:gd name="T20" fmla="*/ 21 w 3"/>
                <a:gd name="T21" fmla="*/ 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2023">
              <a:extLst>
                <a:ext uri="{FF2B5EF4-FFF2-40B4-BE49-F238E27FC236}">
                  <a16:creationId xmlns:a16="http://schemas.microsoft.com/office/drawing/2014/main" id="{E02EC549-BFEC-435A-9E42-FA95F494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707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21 h 3"/>
                <a:gd name="T8" fmla="*/ 56 w 3"/>
                <a:gd name="T9" fmla="*/ 21 h 3"/>
                <a:gd name="T10" fmla="*/ 35 w 3"/>
                <a:gd name="T11" fmla="*/ 21 h 3"/>
                <a:gd name="T12" fmla="*/ 56 w 3"/>
                <a:gd name="T13" fmla="*/ 21 h 3"/>
                <a:gd name="T14" fmla="*/ 56 w 3"/>
                <a:gd name="T15" fmla="*/ 35 h 3"/>
                <a:gd name="T16" fmla="*/ 56 w 3"/>
                <a:gd name="T17" fmla="*/ 35 h 3"/>
                <a:gd name="T18" fmla="*/ 35 w 3"/>
                <a:gd name="T19" fmla="*/ 56 h 3"/>
                <a:gd name="T20" fmla="*/ 21 w 3"/>
                <a:gd name="T21" fmla="*/ 35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2024">
              <a:extLst>
                <a:ext uri="{FF2B5EF4-FFF2-40B4-BE49-F238E27FC236}">
                  <a16:creationId xmlns:a16="http://schemas.microsoft.com/office/drawing/2014/main" id="{9D295D11-DD95-4C10-A845-C9FCB9444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71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0 h 3"/>
                <a:gd name="T4" fmla="*/ 20 w 4"/>
                <a:gd name="T5" fmla="*/ 0 h 3"/>
                <a:gd name="T6" fmla="*/ 0 w 4"/>
                <a:gd name="T7" fmla="*/ 21 h 3"/>
                <a:gd name="T8" fmla="*/ 0 w 4"/>
                <a:gd name="T9" fmla="*/ 35 h 3"/>
                <a:gd name="T10" fmla="*/ 0 w 4"/>
                <a:gd name="T11" fmla="*/ 35 h 3"/>
                <a:gd name="T12" fmla="*/ 20 w 4"/>
                <a:gd name="T13" fmla="*/ 56 h 3"/>
                <a:gd name="T14" fmla="*/ 20 w 4"/>
                <a:gd name="T15" fmla="*/ 35 h 3"/>
                <a:gd name="T16" fmla="*/ 20 w 4"/>
                <a:gd name="T17" fmla="*/ 35 h 3"/>
                <a:gd name="T18" fmla="*/ 50 w 4"/>
                <a:gd name="T19" fmla="*/ 35 h 3"/>
                <a:gd name="T20" fmla="*/ 63 w 4"/>
                <a:gd name="T21" fmla="*/ 0 h 3"/>
                <a:gd name="T22" fmla="*/ 50 w 4"/>
                <a:gd name="T23" fmla="*/ 0 h 3"/>
                <a:gd name="T24" fmla="*/ 33 w 4"/>
                <a:gd name="T25" fmla="*/ 0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2025">
              <a:extLst>
                <a:ext uri="{FF2B5EF4-FFF2-40B4-BE49-F238E27FC236}">
                  <a16:creationId xmlns:a16="http://schemas.microsoft.com/office/drawing/2014/main" id="{47366850-410F-4836-B844-B9CD71C7E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861"/>
              <a:ext cx="13" cy="16"/>
            </a:xfrm>
            <a:custGeom>
              <a:avLst/>
              <a:gdLst>
                <a:gd name="T0" fmla="*/ 0 w 5"/>
                <a:gd name="T1" fmla="*/ 21 h 6"/>
                <a:gd name="T2" fmla="*/ 0 w 5"/>
                <a:gd name="T3" fmla="*/ 21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0 w 5"/>
                <a:gd name="T11" fmla="*/ 77 h 6"/>
                <a:gd name="T12" fmla="*/ 0 w 5"/>
                <a:gd name="T13" fmla="*/ 77 h 6"/>
                <a:gd name="T14" fmla="*/ 0 w 5"/>
                <a:gd name="T15" fmla="*/ 93 h 6"/>
                <a:gd name="T16" fmla="*/ 34 w 5"/>
                <a:gd name="T17" fmla="*/ 115 h 6"/>
                <a:gd name="T18" fmla="*/ 88 w 5"/>
                <a:gd name="T19" fmla="*/ 77 h 6"/>
                <a:gd name="T20" fmla="*/ 88 w 5"/>
                <a:gd name="T21" fmla="*/ 56 h 6"/>
                <a:gd name="T22" fmla="*/ 68 w 5"/>
                <a:gd name="T23" fmla="*/ 21 h 6"/>
                <a:gd name="T24" fmla="*/ 55 w 5"/>
                <a:gd name="T25" fmla="*/ 0 h 6"/>
                <a:gd name="T26" fmla="*/ 34 w 5"/>
                <a:gd name="T27" fmla="*/ 0 h 6"/>
                <a:gd name="T28" fmla="*/ 0 w 5"/>
                <a:gd name="T29" fmla="*/ 21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4" y="5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2026">
              <a:extLst>
                <a:ext uri="{FF2B5EF4-FFF2-40B4-BE49-F238E27FC236}">
                  <a16:creationId xmlns:a16="http://schemas.microsoft.com/office/drawing/2014/main" id="{56AD866D-DA33-4D03-9C18-83683FE81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867"/>
              <a:ext cx="12" cy="16"/>
            </a:xfrm>
            <a:custGeom>
              <a:avLst/>
              <a:gdLst>
                <a:gd name="T0" fmla="*/ 0 w 5"/>
                <a:gd name="T1" fmla="*/ 21 h 6"/>
                <a:gd name="T2" fmla="*/ 0 w 5"/>
                <a:gd name="T3" fmla="*/ 35 h 6"/>
                <a:gd name="T4" fmla="*/ 12 w 5"/>
                <a:gd name="T5" fmla="*/ 93 h 6"/>
                <a:gd name="T6" fmla="*/ 41 w 5"/>
                <a:gd name="T7" fmla="*/ 115 h 6"/>
                <a:gd name="T8" fmla="*/ 58 w 5"/>
                <a:gd name="T9" fmla="*/ 77 h 6"/>
                <a:gd name="T10" fmla="*/ 58 w 5"/>
                <a:gd name="T11" fmla="*/ 56 h 6"/>
                <a:gd name="T12" fmla="*/ 70 w 5"/>
                <a:gd name="T13" fmla="*/ 35 h 6"/>
                <a:gd name="T14" fmla="*/ 70 w 5"/>
                <a:gd name="T15" fmla="*/ 35 h 6"/>
                <a:gd name="T16" fmla="*/ 41 w 5"/>
                <a:gd name="T17" fmla="*/ 0 h 6"/>
                <a:gd name="T18" fmla="*/ 0 w 5"/>
                <a:gd name="T19" fmla="*/ 2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2027">
              <a:extLst>
                <a:ext uri="{FF2B5EF4-FFF2-40B4-BE49-F238E27FC236}">
                  <a16:creationId xmlns:a16="http://schemas.microsoft.com/office/drawing/2014/main" id="{28284851-4014-4F4A-8A7A-E010C9809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864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0 w 4"/>
                <a:gd name="T3" fmla="*/ 22 h 4"/>
                <a:gd name="T4" fmla="*/ 0 w 4"/>
                <a:gd name="T5" fmla="*/ 47 h 4"/>
                <a:gd name="T6" fmla="*/ 0 w 4"/>
                <a:gd name="T7" fmla="*/ 47 h 4"/>
                <a:gd name="T8" fmla="*/ 20 w 4"/>
                <a:gd name="T9" fmla="*/ 83 h 4"/>
                <a:gd name="T10" fmla="*/ 33 w 4"/>
                <a:gd name="T11" fmla="*/ 83 h 4"/>
                <a:gd name="T12" fmla="*/ 50 w 4"/>
                <a:gd name="T13" fmla="*/ 22 h 4"/>
                <a:gd name="T14" fmla="*/ 33 w 4"/>
                <a:gd name="T15" fmla="*/ 0 h 4"/>
                <a:gd name="T16" fmla="*/ 0 w 4"/>
                <a:gd name="T17" fmla="*/ 22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4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2028">
              <a:extLst>
                <a:ext uri="{FF2B5EF4-FFF2-40B4-BE49-F238E27FC236}">
                  <a16:creationId xmlns:a16="http://schemas.microsoft.com/office/drawing/2014/main" id="{1AAB8696-6E04-44A5-A40F-68AF6E68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867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0 w 3"/>
                <a:gd name="T3" fmla="*/ 33 h 4"/>
                <a:gd name="T4" fmla="*/ 0 w 3"/>
                <a:gd name="T5" fmla="*/ 50 h 4"/>
                <a:gd name="T6" fmla="*/ 12 w 3"/>
                <a:gd name="T7" fmla="*/ 63 h 4"/>
                <a:gd name="T8" fmla="*/ 37 w 3"/>
                <a:gd name="T9" fmla="*/ 50 h 4"/>
                <a:gd name="T10" fmla="*/ 37 w 3"/>
                <a:gd name="T11" fmla="*/ 50 h 4"/>
                <a:gd name="T12" fmla="*/ 37 w 3"/>
                <a:gd name="T13" fmla="*/ 33 h 4"/>
                <a:gd name="T14" fmla="*/ 37 w 3"/>
                <a:gd name="T15" fmla="*/ 33 h 4"/>
                <a:gd name="T16" fmla="*/ 37 w 3"/>
                <a:gd name="T17" fmla="*/ 33 h 4"/>
                <a:gd name="T18" fmla="*/ 28 w 3"/>
                <a:gd name="T19" fmla="*/ 0 h 4"/>
                <a:gd name="T20" fmla="*/ 12 w 3"/>
                <a:gd name="T21" fmla="*/ 2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2029">
              <a:extLst>
                <a:ext uri="{FF2B5EF4-FFF2-40B4-BE49-F238E27FC236}">
                  <a16:creationId xmlns:a16="http://schemas.microsoft.com/office/drawing/2014/main" id="{8416D3D4-54FE-4F7E-BEF9-CD726A30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869"/>
              <a:ext cx="7" cy="6"/>
            </a:xfrm>
            <a:custGeom>
              <a:avLst/>
              <a:gdLst>
                <a:gd name="T0" fmla="*/ 0 w 3"/>
                <a:gd name="T1" fmla="*/ 54 h 2"/>
                <a:gd name="T2" fmla="*/ 12 w 3"/>
                <a:gd name="T3" fmla="*/ 0 h 2"/>
                <a:gd name="T4" fmla="*/ 28 w 3"/>
                <a:gd name="T5" fmla="*/ 0 h 2"/>
                <a:gd name="T6" fmla="*/ 37 w 3"/>
                <a:gd name="T7" fmla="*/ 27 h 2"/>
                <a:gd name="T8" fmla="*/ 37 w 3"/>
                <a:gd name="T9" fmla="*/ 27 h 2"/>
                <a:gd name="T10" fmla="*/ 28 w 3"/>
                <a:gd name="T11" fmla="*/ 0 h 2"/>
                <a:gd name="T12" fmla="*/ 28 w 3"/>
                <a:gd name="T13" fmla="*/ 0 h 2"/>
                <a:gd name="T14" fmla="*/ 37 w 3"/>
                <a:gd name="T15" fmla="*/ 27 h 2"/>
                <a:gd name="T16" fmla="*/ 37 w 3"/>
                <a:gd name="T17" fmla="*/ 27 h 2"/>
                <a:gd name="T18" fmla="*/ 28 w 3"/>
                <a:gd name="T19" fmla="*/ 54 h 2"/>
                <a:gd name="T20" fmla="*/ 0 w 3"/>
                <a:gd name="T21" fmla="*/ 54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2030">
              <a:extLst>
                <a:ext uri="{FF2B5EF4-FFF2-40B4-BE49-F238E27FC236}">
                  <a16:creationId xmlns:a16="http://schemas.microsoft.com/office/drawing/2014/main" id="{6DB06580-05D0-43A9-B5A0-25F72299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875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20 w 4"/>
                <a:gd name="T3" fmla="*/ 21 h 3"/>
                <a:gd name="T4" fmla="*/ 0 w 4"/>
                <a:gd name="T5" fmla="*/ 0 h 3"/>
                <a:gd name="T6" fmla="*/ 0 w 4"/>
                <a:gd name="T7" fmla="*/ 21 h 3"/>
                <a:gd name="T8" fmla="*/ 0 w 4"/>
                <a:gd name="T9" fmla="*/ 35 h 3"/>
                <a:gd name="T10" fmla="*/ 0 w 4"/>
                <a:gd name="T11" fmla="*/ 56 h 3"/>
                <a:gd name="T12" fmla="*/ 20 w 4"/>
                <a:gd name="T13" fmla="*/ 56 h 3"/>
                <a:gd name="T14" fmla="*/ 20 w 4"/>
                <a:gd name="T15" fmla="*/ 56 h 3"/>
                <a:gd name="T16" fmla="*/ 20 w 4"/>
                <a:gd name="T17" fmla="*/ 35 h 3"/>
                <a:gd name="T18" fmla="*/ 50 w 4"/>
                <a:gd name="T19" fmla="*/ 35 h 3"/>
                <a:gd name="T20" fmla="*/ 63 w 4"/>
                <a:gd name="T21" fmla="*/ 0 h 3"/>
                <a:gd name="T22" fmla="*/ 50 w 4"/>
                <a:gd name="T23" fmla="*/ 0 h 3"/>
                <a:gd name="T24" fmla="*/ 33 w 4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2031">
              <a:extLst>
                <a:ext uri="{FF2B5EF4-FFF2-40B4-BE49-F238E27FC236}">
                  <a16:creationId xmlns:a16="http://schemas.microsoft.com/office/drawing/2014/main" id="{62F92F50-927E-4B04-8883-C63E6B039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36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35 h 6"/>
                <a:gd name="T4" fmla="*/ 0 w 5"/>
                <a:gd name="T5" fmla="*/ 56 h 6"/>
                <a:gd name="T6" fmla="*/ 0 w 5"/>
                <a:gd name="T7" fmla="*/ 77 h 6"/>
                <a:gd name="T8" fmla="*/ 0 w 5"/>
                <a:gd name="T9" fmla="*/ 77 h 6"/>
                <a:gd name="T10" fmla="*/ 0 w 5"/>
                <a:gd name="T11" fmla="*/ 77 h 6"/>
                <a:gd name="T12" fmla="*/ 0 w 5"/>
                <a:gd name="T13" fmla="*/ 93 h 6"/>
                <a:gd name="T14" fmla="*/ 0 w 5"/>
                <a:gd name="T15" fmla="*/ 115 h 6"/>
                <a:gd name="T16" fmla="*/ 34 w 5"/>
                <a:gd name="T17" fmla="*/ 115 h 6"/>
                <a:gd name="T18" fmla="*/ 88 w 5"/>
                <a:gd name="T19" fmla="*/ 77 h 6"/>
                <a:gd name="T20" fmla="*/ 88 w 5"/>
                <a:gd name="T21" fmla="*/ 56 h 6"/>
                <a:gd name="T22" fmla="*/ 68 w 5"/>
                <a:gd name="T23" fmla="*/ 21 h 6"/>
                <a:gd name="T24" fmla="*/ 55 w 5"/>
                <a:gd name="T25" fmla="*/ 21 h 6"/>
                <a:gd name="T26" fmla="*/ 34 w 5"/>
                <a:gd name="T27" fmla="*/ 0 h 6"/>
                <a:gd name="T28" fmla="*/ 0 w 5"/>
                <a:gd name="T29" fmla="*/ 35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2032">
              <a:extLst>
                <a:ext uri="{FF2B5EF4-FFF2-40B4-BE49-F238E27FC236}">
                  <a16:creationId xmlns:a16="http://schemas.microsoft.com/office/drawing/2014/main" id="{F14128F9-024F-4F98-9D89-AE8D9A720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944"/>
              <a:ext cx="12" cy="16"/>
            </a:xfrm>
            <a:custGeom>
              <a:avLst/>
              <a:gdLst>
                <a:gd name="T0" fmla="*/ 0 w 5"/>
                <a:gd name="T1" fmla="*/ 21 h 6"/>
                <a:gd name="T2" fmla="*/ 0 w 5"/>
                <a:gd name="T3" fmla="*/ 35 h 6"/>
                <a:gd name="T4" fmla="*/ 12 w 5"/>
                <a:gd name="T5" fmla="*/ 93 h 6"/>
                <a:gd name="T6" fmla="*/ 41 w 5"/>
                <a:gd name="T7" fmla="*/ 93 h 6"/>
                <a:gd name="T8" fmla="*/ 58 w 5"/>
                <a:gd name="T9" fmla="*/ 56 h 6"/>
                <a:gd name="T10" fmla="*/ 58 w 5"/>
                <a:gd name="T11" fmla="*/ 56 h 6"/>
                <a:gd name="T12" fmla="*/ 70 w 5"/>
                <a:gd name="T13" fmla="*/ 35 h 6"/>
                <a:gd name="T14" fmla="*/ 70 w 5"/>
                <a:gd name="T15" fmla="*/ 35 h 6"/>
                <a:gd name="T16" fmla="*/ 41 w 5"/>
                <a:gd name="T17" fmla="*/ 0 h 6"/>
                <a:gd name="T18" fmla="*/ 0 w 5"/>
                <a:gd name="T19" fmla="*/ 2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2033">
              <a:extLst>
                <a:ext uri="{FF2B5EF4-FFF2-40B4-BE49-F238E27FC236}">
                  <a16:creationId xmlns:a16="http://schemas.microsoft.com/office/drawing/2014/main" id="{EB3BBC16-AFD3-4757-BA14-9D2B18560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39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0 w 4"/>
                <a:gd name="T3" fmla="*/ 34 h 5"/>
                <a:gd name="T4" fmla="*/ 0 w 4"/>
                <a:gd name="T5" fmla="*/ 55 h 5"/>
                <a:gd name="T6" fmla="*/ 0 w 4"/>
                <a:gd name="T7" fmla="*/ 55 h 5"/>
                <a:gd name="T8" fmla="*/ 20 w 4"/>
                <a:gd name="T9" fmla="*/ 88 h 5"/>
                <a:gd name="T10" fmla="*/ 33 w 4"/>
                <a:gd name="T11" fmla="*/ 88 h 5"/>
                <a:gd name="T12" fmla="*/ 50 w 4"/>
                <a:gd name="T13" fmla="*/ 34 h 5"/>
                <a:gd name="T14" fmla="*/ 33 w 4"/>
                <a:gd name="T15" fmla="*/ 21 h 5"/>
                <a:gd name="T16" fmla="*/ 0 w 4"/>
                <a:gd name="T17" fmla="*/ 34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4" y="3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2034">
              <a:extLst>
                <a:ext uri="{FF2B5EF4-FFF2-40B4-BE49-F238E27FC236}">
                  <a16:creationId xmlns:a16="http://schemas.microsoft.com/office/drawing/2014/main" id="{69E2C50B-990B-4F9A-AC59-21E11A46B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2944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22 h 4"/>
                <a:gd name="T4" fmla="*/ 0 w 3"/>
                <a:gd name="T5" fmla="*/ 61 h 4"/>
                <a:gd name="T6" fmla="*/ 12 w 3"/>
                <a:gd name="T7" fmla="*/ 61 h 4"/>
                <a:gd name="T8" fmla="*/ 37 w 3"/>
                <a:gd name="T9" fmla="*/ 61 h 4"/>
                <a:gd name="T10" fmla="*/ 37 w 3"/>
                <a:gd name="T11" fmla="*/ 47 h 4"/>
                <a:gd name="T12" fmla="*/ 37 w 3"/>
                <a:gd name="T13" fmla="*/ 47 h 4"/>
                <a:gd name="T14" fmla="*/ 37 w 3"/>
                <a:gd name="T15" fmla="*/ 22 h 4"/>
                <a:gd name="T16" fmla="*/ 37 w 3"/>
                <a:gd name="T17" fmla="*/ 22 h 4"/>
                <a:gd name="T18" fmla="*/ 28 w 3"/>
                <a:gd name="T19" fmla="*/ 0 h 4"/>
                <a:gd name="T20" fmla="*/ 12 w 3"/>
                <a:gd name="T21" fmla="*/ 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4"/>
                    <a:pt x="1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2035">
              <a:extLst>
                <a:ext uri="{FF2B5EF4-FFF2-40B4-BE49-F238E27FC236}">
                  <a16:creationId xmlns:a16="http://schemas.microsoft.com/office/drawing/2014/main" id="{F44A992A-EE22-48FC-9C00-FDCE441F9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2944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21 h 3"/>
                <a:gd name="T4" fmla="*/ 28 w 3"/>
                <a:gd name="T5" fmla="*/ 0 h 3"/>
                <a:gd name="T6" fmla="*/ 37 w 3"/>
                <a:gd name="T7" fmla="*/ 21 h 3"/>
                <a:gd name="T8" fmla="*/ 37 w 3"/>
                <a:gd name="T9" fmla="*/ 21 h 3"/>
                <a:gd name="T10" fmla="*/ 28 w 3"/>
                <a:gd name="T11" fmla="*/ 21 h 3"/>
                <a:gd name="T12" fmla="*/ 28 w 3"/>
                <a:gd name="T13" fmla="*/ 21 h 3"/>
                <a:gd name="T14" fmla="*/ 37 w 3"/>
                <a:gd name="T15" fmla="*/ 35 h 3"/>
                <a:gd name="T16" fmla="*/ 37 w 3"/>
                <a:gd name="T17" fmla="*/ 35 h 3"/>
                <a:gd name="T18" fmla="*/ 28 w 3"/>
                <a:gd name="T19" fmla="*/ 56 h 3"/>
                <a:gd name="T20" fmla="*/ 12 w 3"/>
                <a:gd name="T21" fmla="*/ 35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2036">
              <a:extLst>
                <a:ext uri="{FF2B5EF4-FFF2-40B4-BE49-F238E27FC236}">
                  <a16:creationId xmlns:a16="http://schemas.microsoft.com/office/drawing/2014/main" id="{C2094328-4C5C-4B76-A668-F56F3F734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952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0 h 3"/>
                <a:gd name="T4" fmla="*/ 0 w 4"/>
                <a:gd name="T5" fmla="*/ 0 h 3"/>
                <a:gd name="T6" fmla="*/ 0 w 4"/>
                <a:gd name="T7" fmla="*/ 21 h 3"/>
                <a:gd name="T8" fmla="*/ 0 w 4"/>
                <a:gd name="T9" fmla="*/ 35 h 3"/>
                <a:gd name="T10" fmla="*/ 0 w 4"/>
                <a:gd name="T11" fmla="*/ 35 h 3"/>
                <a:gd name="T12" fmla="*/ 20 w 4"/>
                <a:gd name="T13" fmla="*/ 56 h 3"/>
                <a:gd name="T14" fmla="*/ 20 w 4"/>
                <a:gd name="T15" fmla="*/ 35 h 3"/>
                <a:gd name="T16" fmla="*/ 20 w 4"/>
                <a:gd name="T17" fmla="*/ 35 h 3"/>
                <a:gd name="T18" fmla="*/ 50 w 4"/>
                <a:gd name="T19" fmla="*/ 21 h 3"/>
                <a:gd name="T20" fmla="*/ 63 w 4"/>
                <a:gd name="T21" fmla="*/ 0 h 3"/>
                <a:gd name="T22" fmla="*/ 50 w 4"/>
                <a:gd name="T23" fmla="*/ 0 h 3"/>
                <a:gd name="T24" fmla="*/ 33 w 4"/>
                <a:gd name="T25" fmla="*/ 0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2037">
              <a:extLst>
                <a:ext uri="{FF2B5EF4-FFF2-40B4-BE49-F238E27FC236}">
                  <a16:creationId xmlns:a16="http://schemas.microsoft.com/office/drawing/2014/main" id="{837E8942-A27D-45C8-8018-6E1000977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021"/>
              <a:ext cx="13" cy="16"/>
            </a:xfrm>
            <a:custGeom>
              <a:avLst/>
              <a:gdLst>
                <a:gd name="T0" fmla="*/ 0 w 5"/>
                <a:gd name="T1" fmla="*/ 21 h 6"/>
                <a:gd name="T2" fmla="*/ 0 w 5"/>
                <a:gd name="T3" fmla="*/ 35 h 6"/>
                <a:gd name="T4" fmla="*/ 0 w 5"/>
                <a:gd name="T5" fmla="*/ 56 h 6"/>
                <a:gd name="T6" fmla="*/ 0 w 5"/>
                <a:gd name="T7" fmla="*/ 56 h 6"/>
                <a:gd name="T8" fmla="*/ 0 w 5"/>
                <a:gd name="T9" fmla="*/ 56 h 6"/>
                <a:gd name="T10" fmla="*/ 0 w 5"/>
                <a:gd name="T11" fmla="*/ 77 h 6"/>
                <a:gd name="T12" fmla="*/ 0 w 5"/>
                <a:gd name="T13" fmla="*/ 77 h 6"/>
                <a:gd name="T14" fmla="*/ 0 w 5"/>
                <a:gd name="T15" fmla="*/ 93 h 6"/>
                <a:gd name="T16" fmla="*/ 34 w 5"/>
                <a:gd name="T17" fmla="*/ 115 h 6"/>
                <a:gd name="T18" fmla="*/ 88 w 5"/>
                <a:gd name="T19" fmla="*/ 77 h 6"/>
                <a:gd name="T20" fmla="*/ 88 w 5"/>
                <a:gd name="T21" fmla="*/ 56 h 6"/>
                <a:gd name="T22" fmla="*/ 68 w 5"/>
                <a:gd name="T23" fmla="*/ 21 h 6"/>
                <a:gd name="T24" fmla="*/ 55 w 5"/>
                <a:gd name="T25" fmla="*/ 0 h 6"/>
                <a:gd name="T26" fmla="*/ 55 w 5"/>
                <a:gd name="T27" fmla="*/ 0 h 6"/>
                <a:gd name="T28" fmla="*/ 0 w 5"/>
                <a:gd name="T29" fmla="*/ 21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4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2038">
              <a:extLst>
                <a:ext uri="{FF2B5EF4-FFF2-40B4-BE49-F238E27FC236}">
                  <a16:creationId xmlns:a16="http://schemas.microsoft.com/office/drawing/2014/main" id="{8DAFE5AD-AA17-4412-9111-3B54AF54C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3027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56 h 6"/>
                <a:gd name="T4" fmla="*/ 12 w 5"/>
                <a:gd name="T5" fmla="*/ 93 h 6"/>
                <a:gd name="T6" fmla="*/ 41 w 5"/>
                <a:gd name="T7" fmla="*/ 115 h 6"/>
                <a:gd name="T8" fmla="*/ 58 w 5"/>
                <a:gd name="T9" fmla="*/ 77 h 6"/>
                <a:gd name="T10" fmla="*/ 58 w 5"/>
                <a:gd name="T11" fmla="*/ 56 h 6"/>
                <a:gd name="T12" fmla="*/ 70 w 5"/>
                <a:gd name="T13" fmla="*/ 56 h 6"/>
                <a:gd name="T14" fmla="*/ 70 w 5"/>
                <a:gd name="T15" fmla="*/ 35 h 6"/>
                <a:gd name="T16" fmla="*/ 41 w 5"/>
                <a:gd name="T17" fmla="*/ 0 h 6"/>
                <a:gd name="T18" fmla="*/ 0 w 5"/>
                <a:gd name="T19" fmla="*/ 35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2039">
              <a:extLst>
                <a:ext uri="{FF2B5EF4-FFF2-40B4-BE49-F238E27FC236}">
                  <a16:creationId xmlns:a16="http://schemas.microsoft.com/office/drawing/2014/main" id="{56C54BE4-87C1-4962-AAC2-A4987004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024"/>
              <a:ext cx="10" cy="13"/>
            </a:xfrm>
            <a:custGeom>
              <a:avLst/>
              <a:gdLst>
                <a:gd name="T0" fmla="*/ 0 w 4"/>
                <a:gd name="T1" fmla="*/ 21 h 5"/>
                <a:gd name="T2" fmla="*/ 0 w 4"/>
                <a:gd name="T3" fmla="*/ 34 h 5"/>
                <a:gd name="T4" fmla="*/ 0 w 4"/>
                <a:gd name="T5" fmla="*/ 34 h 5"/>
                <a:gd name="T6" fmla="*/ 0 w 4"/>
                <a:gd name="T7" fmla="*/ 34 h 5"/>
                <a:gd name="T8" fmla="*/ 20 w 4"/>
                <a:gd name="T9" fmla="*/ 68 h 5"/>
                <a:gd name="T10" fmla="*/ 33 w 4"/>
                <a:gd name="T11" fmla="*/ 68 h 5"/>
                <a:gd name="T12" fmla="*/ 63 w 4"/>
                <a:gd name="T13" fmla="*/ 34 h 5"/>
                <a:gd name="T14" fmla="*/ 33 w 4"/>
                <a:gd name="T15" fmla="*/ 0 h 5"/>
                <a:gd name="T16" fmla="*/ 0 w 4"/>
                <a:gd name="T17" fmla="*/ 2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2" y="5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2040">
              <a:extLst>
                <a:ext uri="{FF2B5EF4-FFF2-40B4-BE49-F238E27FC236}">
                  <a16:creationId xmlns:a16="http://schemas.microsoft.com/office/drawing/2014/main" id="{DEEA06D4-088A-4530-8EF8-38905C64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3027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0 w 3"/>
                <a:gd name="T3" fmla="*/ 33 h 4"/>
                <a:gd name="T4" fmla="*/ 0 w 3"/>
                <a:gd name="T5" fmla="*/ 50 h 4"/>
                <a:gd name="T6" fmla="*/ 12 w 3"/>
                <a:gd name="T7" fmla="*/ 63 h 4"/>
                <a:gd name="T8" fmla="*/ 37 w 3"/>
                <a:gd name="T9" fmla="*/ 50 h 4"/>
                <a:gd name="T10" fmla="*/ 37 w 3"/>
                <a:gd name="T11" fmla="*/ 50 h 4"/>
                <a:gd name="T12" fmla="*/ 37 w 3"/>
                <a:gd name="T13" fmla="*/ 33 h 4"/>
                <a:gd name="T14" fmla="*/ 37 w 3"/>
                <a:gd name="T15" fmla="*/ 33 h 4"/>
                <a:gd name="T16" fmla="*/ 37 w 3"/>
                <a:gd name="T17" fmla="*/ 33 h 4"/>
                <a:gd name="T18" fmla="*/ 28 w 3"/>
                <a:gd name="T19" fmla="*/ 0 h 4"/>
                <a:gd name="T20" fmla="*/ 12 w 3"/>
                <a:gd name="T21" fmla="*/ 2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2041">
              <a:extLst>
                <a:ext uri="{FF2B5EF4-FFF2-40B4-BE49-F238E27FC236}">
                  <a16:creationId xmlns:a16="http://schemas.microsoft.com/office/drawing/2014/main" id="{CEF5C7C0-DBE6-4765-8C60-E8D3B344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3029"/>
              <a:ext cx="7" cy="6"/>
            </a:xfrm>
            <a:custGeom>
              <a:avLst/>
              <a:gdLst>
                <a:gd name="T0" fmla="*/ 12 w 3"/>
                <a:gd name="T1" fmla="*/ 54 h 2"/>
                <a:gd name="T2" fmla="*/ 12 w 3"/>
                <a:gd name="T3" fmla="*/ 0 h 2"/>
                <a:gd name="T4" fmla="*/ 28 w 3"/>
                <a:gd name="T5" fmla="*/ 0 h 2"/>
                <a:gd name="T6" fmla="*/ 37 w 3"/>
                <a:gd name="T7" fmla="*/ 27 h 2"/>
                <a:gd name="T8" fmla="*/ 37 w 3"/>
                <a:gd name="T9" fmla="*/ 27 h 2"/>
                <a:gd name="T10" fmla="*/ 28 w 3"/>
                <a:gd name="T11" fmla="*/ 0 h 2"/>
                <a:gd name="T12" fmla="*/ 37 w 3"/>
                <a:gd name="T13" fmla="*/ 27 h 2"/>
                <a:gd name="T14" fmla="*/ 37 w 3"/>
                <a:gd name="T15" fmla="*/ 27 h 2"/>
                <a:gd name="T16" fmla="*/ 37 w 3"/>
                <a:gd name="T17" fmla="*/ 54 h 2"/>
                <a:gd name="T18" fmla="*/ 28 w 3"/>
                <a:gd name="T19" fmla="*/ 54 h 2"/>
                <a:gd name="T20" fmla="*/ 12 w 3"/>
                <a:gd name="T21" fmla="*/ 54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2042">
              <a:extLst>
                <a:ext uri="{FF2B5EF4-FFF2-40B4-BE49-F238E27FC236}">
                  <a16:creationId xmlns:a16="http://schemas.microsoft.com/office/drawing/2014/main" id="{1E9BADFD-AD2C-4751-B3C9-4A4B694F1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3035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20 w 4"/>
                <a:gd name="T3" fmla="*/ 21 h 3"/>
                <a:gd name="T4" fmla="*/ 20 w 4"/>
                <a:gd name="T5" fmla="*/ 0 h 3"/>
                <a:gd name="T6" fmla="*/ 0 w 4"/>
                <a:gd name="T7" fmla="*/ 21 h 3"/>
                <a:gd name="T8" fmla="*/ 0 w 4"/>
                <a:gd name="T9" fmla="*/ 35 h 3"/>
                <a:gd name="T10" fmla="*/ 0 w 4"/>
                <a:gd name="T11" fmla="*/ 56 h 3"/>
                <a:gd name="T12" fmla="*/ 20 w 4"/>
                <a:gd name="T13" fmla="*/ 56 h 3"/>
                <a:gd name="T14" fmla="*/ 20 w 4"/>
                <a:gd name="T15" fmla="*/ 56 h 3"/>
                <a:gd name="T16" fmla="*/ 20 w 4"/>
                <a:gd name="T17" fmla="*/ 35 h 3"/>
                <a:gd name="T18" fmla="*/ 50 w 4"/>
                <a:gd name="T19" fmla="*/ 35 h 3"/>
                <a:gd name="T20" fmla="*/ 63 w 4"/>
                <a:gd name="T21" fmla="*/ 21 h 3"/>
                <a:gd name="T22" fmla="*/ 50 w 4"/>
                <a:gd name="T23" fmla="*/ 0 h 3"/>
                <a:gd name="T24" fmla="*/ 33 w 4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2043">
              <a:extLst>
                <a:ext uri="{FF2B5EF4-FFF2-40B4-BE49-F238E27FC236}">
                  <a16:creationId xmlns:a16="http://schemas.microsoft.com/office/drawing/2014/main" id="{98FEDE05-D1DF-48B7-9536-E457CF3AB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06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20 w 6"/>
                <a:gd name="T3" fmla="*/ 35 h 6"/>
                <a:gd name="T4" fmla="*/ 0 w 6"/>
                <a:gd name="T5" fmla="*/ 56 h 6"/>
                <a:gd name="T6" fmla="*/ 0 w 6"/>
                <a:gd name="T7" fmla="*/ 56 h 6"/>
                <a:gd name="T8" fmla="*/ 0 w 6"/>
                <a:gd name="T9" fmla="*/ 56 h 6"/>
                <a:gd name="T10" fmla="*/ 0 w 6"/>
                <a:gd name="T11" fmla="*/ 77 h 6"/>
                <a:gd name="T12" fmla="*/ 0 w 6"/>
                <a:gd name="T13" fmla="*/ 77 h 6"/>
                <a:gd name="T14" fmla="*/ 20 w 6"/>
                <a:gd name="T15" fmla="*/ 93 h 6"/>
                <a:gd name="T16" fmla="*/ 33 w 6"/>
                <a:gd name="T17" fmla="*/ 115 h 6"/>
                <a:gd name="T18" fmla="*/ 95 w 6"/>
                <a:gd name="T19" fmla="*/ 77 h 6"/>
                <a:gd name="T20" fmla="*/ 95 w 6"/>
                <a:gd name="T21" fmla="*/ 56 h 6"/>
                <a:gd name="T22" fmla="*/ 83 w 6"/>
                <a:gd name="T23" fmla="*/ 21 h 6"/>
                <a:gd name="T24" fmla="*/ 63 w 6"/>
                <a:gd name="T25" fmla="*/ 0 h 6"/>
                <a:gd name="T26" fmla="*/ 50 w 6"/>
                <a:gd name="T27" fmla="*/ 0 h 6"/>
                <a:gd name="T28" fmla="*/ 20 w 6"/>
                <a:gd name="T29" fmla="*/ 21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5" y="6"/>
                    <a:pt x="5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2044">
              <a:extLst>
                <a:ext uri="{FF2B5EF4-FFF2-40B4-BE49-F238E27FC236}">
                  <a16:creationId xmlns:a16="http://schemas.microsoft.com/office/drawing/2014/main" id="{77C2CE3E-2F69-46D4-A0A8-26ED7D5F6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067"/>
              <a:ext cx="12" cy="18"/>
            </a:xfrm>
            <a:custGeom>
              <a:avLst/>
              <a:gdLst>
                <a:gd name="T0" fmla="*/ 12 w 5"/>
                <a:gd name="T1" fmla="*/ 33 h 7"/>
                <a:gd name="T2" fmla="*/ 12 w 5"/>
                <a:gd name="T3" fmla="*/ 54 h 7"/>
                <a:gd name="T4" fmla="*/ 29 w 5"/>
                <a:gd name="T5" fmla="*/ 85 h 7"/>
                <a:gd name="T6" fmla="*/ 58 w 5"/>
                <a:gd name="T7" fmla="*/ 100 h 7"/>
                <a:gd name="T8" fmla="*/ 70 w 5"/>
                <a:gd name="T9" fmla="*/ 67 h 7"/>
                <a:gd name="T10" fmla="*/ 70 w 5"/>
                <a:gd name="T11" fmla="*/ 54 h 7"/>
                <a:gd name="T12" fmla="*/ 70 w 5"/>
                <a:gd name="T13" fmla="*/ 54 h 7"/>
                <a:gd name="T14" fmla="*/ 70 w 5"/>
                <a:gd name="T15" fmla="*/ 33 h 7"/>
                <a:gd name="T16" fmla="*/ 41 w 5"/>
                <a:gd name="T17" fmla="*/ 0 h 7"/>
                <a:gd name="T18" fmla="*/ 12 w 5"/>
                <a:gd name="T19" fmla="*/ 3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7"/>
                    <a:pt x="3" y="6"/>
                    <a:pt x="4" y="6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BC9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2045">
              <a:extLst>
                <a:ext uri="{FF2B5EF4-FFF2-40B4-BE49-F238E27FC236}">
                  <a16:creationId xmlns:a16="http://schemas.microsoft.com/office/drawing/2014/main" id="{16C3BF41-17C9-4DA7-BDAD-75EAE093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064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0 w 4"/>
                <a:gd name="T3" fmla="*/ 34 h 5"/>
                <a:gd name="T4" fmla="*/ 0 w 4"/>
                <a:gd name="T5" fmla="*/ 34 h 5"/>
                <a:gd name="T6" fmla="*/ 0 w 4"/>
                <a:gd name="T7" fmla="*/ 34 h 5"/>
                <a:gd name="T8" fmla="*/ 20 w 4"/>
                <a:gd name="T9" fmla="*/ 68 h 5"/>
                <a:gd name="T10" fmla="*/ 50 w 4"/>
                <a:gd name="T11" fmla="*/ 68 h 5"/>
                <a:gd name="T12" fmla="*/ 63 w 4"/>
                <a:gd name="T13" fmla="*/ 34 h 5"/>
                <a:gd name="T14" fmla="*/ 50 w 4"/>
                <a:gd name="T15" fmla="*/ 0 h 5"/>
                <a:gd name="T16" fmla="*/ 20 w 4"/>
                <a:gd name="T17" fmla="*/ 2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9B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2046">
              <a:extLst>
                <a:ext uri="{FF2B5EF4-FFF2-40B4-BE49-F238E27FC236}">
                  <a16:creationId xmlns:a16="http://schemas.microsoft.com/office/drawing/2014/main" id="{467F0F3B-D4E5-41DE-AC89-48A65DF50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067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20 w 4"/>
                <a:gd name="T3" fmla="*/ 33 h 4"/>
                <a:gd name="T4" fmla="*/ 20 w 4"/>
                <a:gd name="T5" fmla="*/ 50 h 4"/>
                <a:gd name="T6" fmla="*/ 33 w 4"/>
                <a:gd name="T7" fmla="*/ 63 h 4"/>
                <a:gd name="T8" fmla="*/ 50 w 4"/>
                <a:gd name="T9" fmla="*/ 50 h 4"/>
                <a:gd name="T10" fmla="*/ 63 w 4"/>
                <a:gd name="T11" fmla="*/ 50 h 4"/>
                <a:gd name="T12" fmla="*/ 63 w 4"/>
                <a:gd name="T13" fmla="*/ 33 h 4"/>
                <a:gd name="T14" fmla="*/ 63 w 4"/>
                <a:gd name="T15" fmla="*/ 33 h 4"/>
                <a:gd name="T16" fmla="*/ 63 w 4"/>
                <a:gd name="T17" fmla="*/ 33 h 4"/>
                <a:gd name="T18" fmla="*/ 50 w 4"/>
                <a:gd name="T19" fmla="*/ 0 h 4"/>
                <a:gd name="T20" fmla="*/ 33 w 4"/>
                <a:gd name="T21" fmla="*/ 2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2047">
              <a:extLst>
                <a:ext uri="{FF2B5EF4-FFF2-40B4-BE49-F238E27FC236}">
                  <a16:creationId xmlns:a16="http://schemas.microsoft.com/office/drawing/2014/main" id="{62409559-C370-4811-A609-9C7DC88EB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069"/>
              <a:ext cx="5" cy="6"/>
            </a:xfrm>
            <a:custGeom>
              <a:avLst/>
              <a:gdLst>
                <a:gd name="T0" fmla="*/ 0 w 2"/>
                <a:gd name="T1" fmla="*/ 54 h 2"/>
                <a:gd name="T2" fmla="*/ 0 w 2"/>
                <a:gd name="T3" fmla="*/ 0 h 2"/>
                <a:gd name="T4" fmla="*/ 20 w 2"/>
                <a:gd name="T5" fmla="*/ 0 h 2"/>
                <a:gd name="T6" fmla="*/ 33 w 2"/>
                <a:gd name="T7" fmla="*/ 27 h 2"/>
                <a:gd name="T8" fmla="*/ 33 w 2"/>
                <a:gd name="T9" fmla="*/ 27 h 2"/>
                <a:gd name="T10" fmla="*/ 33 w 2"/>
                <a:gd name="T11" fmla="*/ 0 h 2"/>
                <a:gd name="T12" fmla="*/ 33 w 2"/>
                <a:gd name="T13" fmla="*/ 27 h 2"/>
                <a:gd name="T14" fmla="*/ 33 w 2"/>
                <a:gd name="T15" fmla="*/ 27 h 2"/>
                <a:gd name="T16" fmla="*/ 33 w 2"/>
                <a:gd name="T17" fmla="*/ 54 h 2"/>
                <a:gd name="T18" fmla="*/ 33 w 2"/>
                <a:gd name="T19" fmla="*/ 54 h 2"/>
                <a:gd name="T20" fmla="*/ 0 w 2"/>
                <a:gd name="T21" fmla="*/ 54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835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Freeform 2048">
              <a:extLst>
                <a:ext uri="{FF2B5EF4-FFF2-40B4-BE49-F238E27FC236}">
                  <a16:creationId xmlns:a16="http://schemas.microsoft.com/office/drawing/2014/main" id="{D6BF224C-19BD-40ED-A8F8-DF6941F7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3075"/>
              <a:ext cx="12" cy="8"/>
            </a:xfrm>
            <a:custGeom>
              <a:avLst/>
              <a:gdLst>
                <a:gd name="T0" fmla="*/ 41 w 5"/>
                <a:gd name="T1" fmla="*/ 21 h 3"/>
                <a:gd name="T2" fmla="*/ 29 w 5"/>
                <a:gd name="T3" fmla="*/ 21 h 3"/>
                <a:gd name="T4" fmla="*/ 12 w 5"/>
                <a:gd name="T5" fmla="*/ 21 h 3"/>
                <a:gd name="T6" fmla="*/ 12 w 5"/>
                <a:gd name="T7" fmla="*/ 21 h 3"/>
                <a:gd name="T8" fmla="*/ 0 w 5"/>
                <a:gd name="T9" fmla="*/ 35 h 3"/>
                <a:gd name="T10" fmla="*/ 0 w 5"/>
                <a:gd name="T11" fmla="*/ 56 h 3"/>
                <a:gd name="T12" fmla="*/ 29 w 5"/>
                <a:gd name="T13" fmla="*/ 56 h 3"/>
                <a:gd name="T14" fmla="*/ 29 w 5"/>
                <a:gd name="T15" fmla="*/ 56 h 3"/>
                <a:gd name="T16" fmla="*/ 29 w 5"/>
                <a:gd name="T17" fmla="*/ 35 h 3"/>
                <a:gd name="T18" fmla="*/ 41 w 5"/>
                <a:gd name="T19" fmla="*/ 35 h 3"/>
                <a:gd name="T20" fmla="*/ 70 w 5"/>
                <a:gd name="T21" fmla="*/ 21 h 3"/>
                <a:gd name="T22" fmla="*/ 41 w 5"/>
                <a:gd name="T23" fmla="*/ 0 h 3"/>
                <a:gd name="T24" fmla="*/ 41 w 5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4" name="raw-whole-egg-vector-illustration">
            <a:extLst>
              <a:ext uri="{FF2B5EF4-FFF2-40B4-BE49-F238E27FC236}">
                <a16:creationId xmlns:a16="http://schemas.microsoft.com/office/drawing/2014/main" id="{CF7166D7-8B8A-451F-B106-608CA51FDDDB}"/>
              </a:ext>
            </a:extLst>
          </p:cNvPr>
          <p:cNvGrpSpPr>
            <a:grpSpLocks/>
          </p:cNvGrpSpPr>
          <p:nvPr/>
        </p:nvGrpSpPr>
        <p:grpSpPr bwMode="auto">
          <a:xfrm>
            <a:off x="5489575" y="4071938"/>
            <a:ext cx="1212850" cy="1843087"/>
            <a:chOff x="4554" y="2749"/>
            <a:chExt cx="381" cy="579"/>
          </a:xfrm>
        </p:grpSpPr>
        <p:sp>
          <p:nvSpPr>
            <p:cNvPr id="25605" name="Oval 2050">
              <a:extLst>
                <a:ext uri="{FF2B5EF4-FFF2-40B4-BE49-F238E27FC236}">
                  <a16:creationId xmlns:a16="http://schemas.microsoft.com/office/drawing/2014/main" id="{1A5B85A6-04DB-4397-970C-E3A0EE5C9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4" y="2749"/>
              <a:ext cx="381" cy="579"/>
            </a:xfrm>
            <a:prstGeom prst="ellipse">
              <a:avLst/>
            </a:prstGeom>
            <a:solidFill>
              <a:srgbClr val="FDE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06" name="Freeform 2051">
              <a:extLst>
                <a:ext uri="{FF2B5EF4-FFF2-40B4-BE49-F238E27FC236}">
                  <a16:creationId xmlns:a16="http://schemas.microsoft.com/office/drawing/2014/main" id="{BBA37137-E04B-409A-8180-A6B6951C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797"/>
              <a:ext cx="273" cy="515"/>
            </a:xfrm>
            <a:custGeom>
              <a:avLst/>
              <a:gdLst>
                <a:gd name="T0" fmla="*/ 1084 w 109"/>
                <a:gd name="T1" fmla="*/ 0 h 193"/>
                <a:gd name="T2" fmla="*/ 1505 w 109"/>
                <a:gd name="T3" fmla="*/ 1481 h 193"/>
                <a:gd name="T4" fmla="*/ 471 w 109"/>
                <a:gd name="T5" fmla="*/ 3645 h 193"/>
                <a:gd name="T6" fmla="*/ 0 w 109"/>
                <a:gd name="T7" fmla="*/ 3346 h 193"/>
                <a:gd name="T8" fmla="*/ 626 w 109"/>
                <a:gd name="T9" fmla="*/ 3666 h 193"/>
                <a:gd name="T10" fmla="*/ 1713 w 109"/>
                <a:gd name="T11" fmla="*/ 1686 h 193"/>
                <a:gd name="T12" fmla="*/ 1084 w 109"/>
                <a:gd name="T13" fmla="*/ 0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3">
                  <a:moveTo>
                    <a:pt x="69" y="0"/>
                  </a:moveTo>
                  <a:cubicBezTo>
                    <a:pt x="85" y="18"/>
                    <a:pt x="96" y="46"/>
                    <a:pt x="96" y="78"/>
                  </a:cubicBezTo>
                  <a:cubicBezTo>
                    <a:pt x="96" y="133"/>
                    <a:pt x="80" y="192"/>
                    <a:pt x="30" y="192"/>
                  </a:cubicBezTo>
                  <a:cubicBezTo>
                    <a:pt x="19" y="192"/>
                    <a:pt x="9" y="181"/>
                    <a:pt x="0" y="176"/>
                  </a:cubicBezTo>
                  <a:cubicBezTo>
                    <a:pt x="11" y="188"/>
                    <a:pt x="24" y="193"/>
                    <a:pt x="40" y="193"/>
                  </a:cubicBezTo>
                  <a:cubicBezTo>
                    <a:pt x="78" y="193"/>
                    <a:pt x="109" y="144"/>
                    <a:pt x="109" y="89"/>
                  </a:cubicBezTo>
                  <a:cubicBezTo>
                    <a:pt x="109" y="50"/>
                    <a:pt x="92" y="16"/>
                    <a:pt x="69" y="0"/>
                  </a:cubicBezTo>
                  <a:close/>
                </a:path>
              </a:pathLst>
            </a:custGeom>
            <a:solidFill>
              <a:srgbClr val="FBD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2052">
              <a:extLst>
                <a:ext uri="{FF2B5EF4-FFF2-40B4-BE49-F238E27FC236}">
                  <a16:creationId xmlns:a16="http://schemas.microsoft.com/office/drawing/2014/main" id="{8E3EEA50-030E-4EDF-9BF6-2883C2544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765"/>
              <a:ext cx="227" cy="544"/>
            </a:xfrm>
            <a:custGeom>
              <a:avLst/>
              <a:gdLst>
                <a:gd name="T0" fmla="*/ 187 w 91"/>
                <a:gd name="T1" fmla="*/ 2069 h 204"/>
                <a:gd name="T2" fmla="*/ 1257 w 91"/>
                <a:gd name="T3" fmla="*/ 77 h 204"/>
                <a:gd name="T4" fmla="*/ 1412 w 91"/>
                <a:gd name="T5" fmla="*/ 115 h 204"/>
                <a:gd name="T6" fmla="*/ 1028 w 91"/>
                <a:gd name="T7" fmla="*/ 0 h 204"/>
                <a:gd name="T8" fmla="*/ 0 w 91"/>
                <a:gd name="T9" fmla="*/ 1933 h 204"/>
                <a:gd name="T10" fmla="*/ 903 w 91"/>
                <a:gd name="T11" fmla="*/ 3869 h 204"/>
                <a:gd name="T12" fmla="*/ 187 w 91"/>
                <a:gd name="T13" fmla="*/ 2069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204">
                  <a:moveTo>
                    <a:pt x="12" y="109"/>
                  </a:moveTo>
                  <a:cubicBezTo>
                    <a:pt x="12" y="52"/>
                    <a:pt x="44" y="4"/>
                    <a:pt x="81" y="4"/>
                  </a:cubicBezTo>
                  <a:cubicBezTo>
                    <a:pt x="86" y="4"/>
                    <a:pt x="88" y="6"/>
                    <a:pt x="91" y="6"/>
                  </a:cubicBezTo>
                  <a:cubicBezTo>
                    <a:pt x="83" y="1"/>
                    <a:pt x="74" y="0"/>
                    <a:pt x="66" y="0"/>
                  </a:cubicBezTo>
                  <a:cubicBezTo>
                    <a:pt x="29" y="0"/>
                    <a:pt x="0" y="46"/>
                    <a:pt x="0" y="102"/>
                  </a:cubicBezTo>
                  <a:cubicBezTo>
                    <a:pt x="0" y="155"/>
                    <a:pt x="25" y="198"/>
                    <a:pt x="58" y="204"/>
                  </a:cubicBezTo>
                  <a:cubicBezTo>
                    <a:pt x="23" y="188"/>
                    <a:pt x="12" y="152"/>
                    <a:pt x="12" y="109"/>
                  </a:cubicBezTo>
                  <a:close/>
                </a:path>
              </a:pathLst>
            </a:custGeom>
            <a:solidFill>
              <a:srgbClr val="FFF4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Oval 2053">
              <a:extLst>
                <a:ext uri="{FF2B5EF4-FFF2-40B4-BE49-F238E27FC236}">
                  <a16:creationId xmlns:a16="http://schemas.microsoft.com/office/drawing/2014/main" id="{323A81B4-D5F0-485A-94CA-2A3598773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8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09" name="Oval 2054">
              <a:extLst>
                <a:ext uri="{FF2B5EF4-FFF2-40B4-BE49-F238E27FC236}">
                  <a16:creationId xmlns:a16="http://schemas.microsoft.com/office/drawing/2014/main" id="{DD4E68CC-4FD8-42D6-B41C-E812304DC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" y="28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10" name="Oval 2055">
              <a:extLst>
                <a:ext uri="{FF2B5EF4-FFF2-40B4-BE49-F238E27FC236}">
                  <a16:creationId xmlns:a16="http://schemas.microsoft.com/office/drawing/2014/main" id="{3E608E3D-945E-4AD4-BB4C-249AEE911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28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11" name="Oval 2056">
              <a:extLst>
                <a:ext uri="{FF2B5EF4-FFF2-40B4-BE49-F238E27FC236}">
                  <a16:creationId xmlns:a16="http://schemas.microsoft.com/office/drawing/2014/main" id="{C8C90D90-37B6-4D3C-B36C-F0757ABBF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4" y="2749"/>
              <a:ext cx="381" cy="57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>
            <a:extLst>
              <a:ext uri="{FF2B5EF4-FFF2-40B4-BE49-F238E27FC236}">
                <a16:creationId xmlns:a16="http://schemas.microsoft.com/office/drawing/2014/main" id="{0CDB3CC7-2320-4D2F-BB2D-22DA412549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Fish</a:t>
            </a:r>
          </a:p>
        </p:txBody>
      </p:sp>
      <p:grpSp>
        <p:nvGrpSpPr>
          <p:cNvPr id="26626" name="small-silver-fish-illustration">
            <a:extLst>
              <a:ext uri="{FF2B5EF4-FFF2-40B4-BE49-F238E27FC236}">
                <a16:creationId xmlns:a16="http://schemas.microsoft.com/office/drawing/2014/main" id="{F45A5700-F24E-4490-973E-4A16F1423AFD}"/>
              </a:ext>
            </a:extLst>
          </p:cNvPr>
          <p:cNvGrpSpPr>
            <a:grpSpLocks/>
          </p:cNvGrpSpPr>
          <p:nvPr/>
        </p:nvGrpSpPr>
        <p:grpSpPr bwMode="auto">
          <a:xfrm>
            <a:off x="3987800" y="4362450"/>
            <a:ext cx="6151563" cy="1744663"/>
            <a:chOff x="1903" y="1876"/>
            <a:chExt cx="1946" cy="552"/>
          </a:xfrm>
        </p:grpSpPr>
        <p:sp>
          <p:nvSpPr>
            <p:cNvPr id="26759" name="Freeform 4">
              <a:extLst>
                <a:ext uri="{FF2B5EF4-FFF2-40B4-BE49-F238E27FC236}">
                  <a16:creationId xmlns:a16="http://schemas.microsoft.com/office/drawing/2014/main" id="{43B11503-724A-4B1E-97B1-8560E92C2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876"/>
              <a:ext cx="1946" cy="552"/>
            </a:xfrm>
            <a:custGeom>
              <a:avLst/>
              <a:gdLst>
                <a:gd name="T0" fmla="*/ 95 w 778"/>
                <a:gd name="T1" fmla="*/ 1331 h 207"/>
                <a:gd name="T2" fmla="*/ 1863 w 778"/>
                <a:gd name="T3" fmla="*/ 1707 h 207"/>
                <a:gd name="T4" fmla="*/ 2596 w 778"/>
                <a:gd name="T5" fmla="*/ 1400 h 207"/>
                <a:gd name="T6" fmla="*/ 6668 w 778"/>
                <a:gd name="T7" fmla="*/ 205 h 207"/>
                <a:gd name="T8" fmla="*/ 9327 w 778"/>
                <a:gd name="T9" fmla="*/ 248 h 207"/>
                <a:gd name="T10" fmla="*/ 10393 w 778"/>
                <a:gd name="T11" fmla="*/ 435 h 207"/>
                <a:gd name="T12" fmla="*/ 12031 w 778"/>
                <a:gd name="T13" fmla="*/ 1309 h 207"/>
                <a:gd name="T14" fmla="*/ 12094 w 778"/>
                <a:gd name="T15" fmla="*/ 1592 h 207"/>
                <a:gd name="T16" fmla="*/ 11393 w 778"/>
                <a:gd name="T17" fmla="*/ 2355 h 207"/>
                <a:gd name="T18" fmla="*/ 10706 w 778"/>
                <a:gd name="T19" fmla="*/ 2637 h 207"/>
                <a:gd name="T20" fmla="*/ 9310 w 778"/>
                <a:gd name="T21" fmla="*/ 3093 h 207"/>
                <a:gd name="T22" fmla="*/ 6326 w 778"/>
                <a:gd name="T23" fmla="*/ 3208 h 207"/>
                <a:gd name="T24" fmla="*/ 2346 w 778"/>
                <a:gd name="T25" fmla="*/ 2253 h 207"/>
                <a:gd name="T26" fmla="*/ 1863 w 778"/>
                <a:gd name="T27" fmla="*/ 2240 h 207"/>
                <a:gd name="T28" fmla="*/ 783 w 778"/>
                <a:gd name="T29" fmla="*/ 3925 h 207"/>
                <a:gd name="T30" fmla="*/ 625 w 778"/>
                <a:gd name="T31" fmla="*/ 2163 h 207"/>
                <a:gd name="T32" fmla="*/ 95 w 778"/>
                <a:gd name="T33" fmla="*/ 1331 h 2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8" h="207">
                  <a:moveTo>
                    <a:pt x="6" y="70"/>
                  </a:moveTo>
                  <a:cubicBezTo>
                    <a:pt x="45" y="60"/>
                    <a:pt x="100" y="92"/>
                    <a:pt x="119" y="90"/>
                  </a:cubicBezTo>
                  <a:cubicBezTo>
                    <a:pt x="130" y="87"/>
                    <a:pt x="142" y="87"/>
                    <a:pt x="166" y="74"/>
                  </a:cubicBezTo>
                  <a:cubicBezTo>
                    <a:pt x="238" y="35"/>
                    <a:pt x="310" y="23"/>
                    <a:pt x="426" y="11"/>
                  </a:cubicBezTo>
                  <a:cubicBezTo>
                    <a:pt x="542" y="0"/>
                    <a:pt x="581" y="12"/>
                    <a:pt x="596" y="13"/>
                  </a:cubicBezTo>
                  <a:cubicBezTo>
                    <a:pt x="613" y="15"/>
                    <a:pt x="646" y="19"/>
                    <a:pt x="664" y="23"/>
                  </a:cubicBezTo>
                  <a:cubicBezTo>
                    <a:pt x="721" y="32"/>
                    <a:pt x="761" y="62"/>
                    <a:pt x="769" y="69"/>
                  </a:cubicBezTo>
                  <a:cubicBezTo>
                    <a:pt x="772" y="73"/>
                    <a:pt x="778" y="74"/>
                    <a:pt x="773" y="84"/>
                  </a:cubicBezTo>
                  <a:cubicBezTo>
                    <a:pt x="768" y="95"/>
                    <a:pt x="746" y="113"/>
                    <a:pt x="728" y="124"/>
                  </a:cubicBezTo>
                  <a:cubicBezTo>
                    <a:pt x="710" y="134"/>
                    <a:pt x="689" y="138"/>
                    <a:pt x="684" y="139"/>
                  </a:cubicBezTo>
                  <a:cubicBezTo>
                    <a:pt x="678" y="140"/>
                    <a:pt x="632" y="155"/>
                    <a:pt x="595" y="163"/>
                  </a:cubicBezTo>
                  <a:cubicBezTo>
                    <a:pt x="558" y="171"/>
                    <a:pt x="515" y="184"/>
                    <a:pt x="404" y="169"/>
                  </a:cubicBezTo>
                  <a:cubicBezTo>
                    <a:pt x="292" y="153"/>
                    <a:pt x="176" y="122"/>
                    <a:pt x="150" y="119"/>
                  </a:cubicBezTo>
                  <a:cubicBezTo>
                    <a:pt x="123" y="117"/>
                    <a:pt x="119" y="118"/>
                    <a:pt x="119" y="118"/>
                  </a:cubicBezTo>
                  <a:cubicBezTo>
                    <a:pt x="72" y="123"/>
                    <a:pt x="56" y="205"/>
                    <a:pt x="50" y="207"/>
                  </a:cubicBezTo>
                  <a:cubicBezTo>
                    <a:pt x="40" y="206"/>
                    <a:pt x="46" y="127"/>
                    <a:pt x="40" y="114"/>
                  </a:cubicBezTo>
                  <a:cubicBezTo>
                    <a:pt x="30" y="95"/>
                    <a:pt x="0" y="80"/>
                    <a:pt x="6" y="70"/>
                  </a:cubicBezTo>
                  <a:close/>
                </a:path>
              </a:pathLst>
            </a:custGeom>
            <a:solidFill>
              <a:srgbClr val="D3E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5">
              <a:extLst>
                <a:ext uri="{FF2B5EF4-FFF2-40B4-BE49-F238E27FC236}">
                  <a16:creationId xmlns:a16="http://schemas.microsoft.com/office/drawing/2014/main" id="{52C75A35-4B19-4E58-8721-07B58A801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969"/>
              <a:ext cx="122" cy="123"/>
            </a:xfrm>
            <a:custGeom>
              <a:avLst/>
              <a:gdLst>
                <a:gd name="T0" fmla="*/ 744 w 49"/>
                <a:gd name="T1" fmla="*/ 364 h 46"/>
                <a:gd name="T2" fmla="*/ 321 w 49"/>
                <a:gd name="T3" fmla="*/ 35 h 46"/>
                <a:gd name="T4" fmla="*/ 30 w 49"/>
                <a:gd name="T5" fmla="*/ 516 h 46"/>
                <a:gd name="T6" fmla="*/ 433 w 49"/>
                <a:gd name="T7" fmla="*/ 845 h 46"/>
                <a:gd name="T8" fmla="*/ 744 w 49"/>
                <a:gd name="T9" fmla="*/ 36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6">
                  <a:moveTo>
                    <a:pt x="48" y="19"/>
                  </a:moveTo>
                  <a:cubicBezTo>
                    <a:pt x="46" y="8"/>
                    <a:pt x="34" y="0"/>
                    <a:pt x="21" y="2"/>
                  </a:cubicBezTo>
                  <a:cubicBezTo>
                    <a:pt x="9" y="4"/>
                    <a:pt x="0" y="15"/>
                    <a:pt x="2" y="27"/>
                  </a:cubicBezTo>
                  <a:cubicBezTo>
                    <a:pt x="4" y="38"/>
                    <a:pt x="16" y="46"/>
                    <a:pt x="28" y="44"/>
                  </a:cubicBezTo>
                  <a:cubicBezTo>
                    <a:pt x="41" y="42"/>
                    <a:pt x="49" y="31"/>
                    <a:pt x="48" y="19"/>
                  </a:cubicBezTo>
                  <a:close/>
                </a:path>
              </a:pathLst>
            </a:custGeom>
            <a:solidFill>
              <a:srgbClr val="6F8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6">
              <a:extLst>
                <a:ext uri="{FF2B5EF4-FFF2-40B4-BE49-F238E27FC236}">
                  <a16:creationId xmlns:a16="http://schemas.microsoft.com/office/drawing/2014/main" id="{6DBD57D7-652D-48A7-9AA1-9393741DD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983"/>
              <a:ext cx="110" cy="125"/>
            </a:xfrm>
            <a:custGeom>
              <a:avLst/>
              <a:gdLst>
                <a:gd name="T0" fmla="*/ 658 w 44"/>
                <a:gd name="T1" fmla="*/ 319 h 47"/>
                <a:gd name="T2" fmla="*/ 470 w 44"/>
                <a:gd name="T3" fmla="*/ 0 h 47"/>
                <a:gd name="T4" fmla="*/ 595 w 44"/>
                <a:gd name="T5" fmla="*/ 261 h 47"/>
                <a:gd name="T6" fmla="*/ 238 w 44"/>
                <a:gd name="T7" fmla="*/ 806 h 47"/>
                <a:gd name="T8" fmla="*/ 0 w 44"/>
                <a:gd name="T9" fmla="*/ 771 h 47"/>
                <a:gd name="T10" fmla="*/ 345 w 44"/>
                <a:gd name="T11" fmla="*/ 827 h 47"/>
                <a:gd name="T12" fmla="*/ 658 w 44"/>
                <a:gd name="T13" fmla="*/ 31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7">
                  <a:moveTo>
                    <a:pt x="42" y="17"/>
                  </a:moveTo>
                  <a:cubicBezTo>
                    <a:pt x="41" y="9"/>
                    <a:pt x="38" y="3"/>
                    <a:pt x="30" y="0"/>
                  </a:cubicBezTo>
                  <a:cubicBezTo>
                    <a:pt x="34" y="4"/>
                    <a:pt x="37" y="8"/>
                    <a:pt x="38" y="14"/>
                  </a:cubicBezTo>
                  <a:cubicBezTo>
                    <a:pt x="40" y="28"/>
                    <a:pt x="30" y="41"/>
                    <a:pt x="15" y="43"/>
                  </a:cubicBezTo>
                  <a:cubicBezTo>
                    <a:pt x="10" y="44"/>
                    <a:pt x="5" y="43"/>
                    <a:pt x="0" y="41"/>
                  </a:cubicBezTo>
                  <a:cubicBezTo>
                    <a:pt x="6" y="46"/>
                    <a:pt x="14" y="47"/>
                    <a:pt x="22" y="44"/>
                  </a:cubicBezTo>
                  <a:cubicBezTo>
                    <a:pt x="35" y="41"/>
                    <a:pt x="44" y="31"/>
                    <a:pt x="42" y="17"/>
                  </a:cubicBezTo>
                  <a:close/>
                </a:path>
              </a:pathLst>
            </a:custGeom>
            <a:solidFill>
              <a:srgbClr val="F5F8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7">
              <a:extLst>
                <a:ext uri="{FF2B5EF4-FFF2-40B4-BE49-F238E27FC236}">
                  <a16:creationId xmlns:a16="http://schemas.microsoft.com/office/drawing/2014/main" id="{F3F86B89-15AA-4F25-B50C-ADBE6CFB5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007"/>
              <a:ext cx="48" cy="48"/>
            </a:xfrm>
            <a:custGeom>
              <a:avLst/>
              <a:gdLst>
                <a:gd name="T0" fmla="*/ 306 w 19"/>
                <a:gd name="T1" fmla="*/ 149 h 18"/>
                <a:gd name="T2" fmla="*/ 129 w 19"/>
                <a:gd name="T3" fmla="*/ 21 h 18"/>
                <a:gd name="T4" fmla="*/ 20 w 19"/>
                <a:gd name="T5" fmla="*/ 192 h 18"/>
                <a:gd name="T6" fmla="*/ 179 w 19"/>
                <a:gd name="T7" fmla="*/ 320 h 18"/>
                <a:gd name="T8" fmla="*/ 306 w 19"/>
                <a:gd name="T9" fmla="*/ 14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9" y="8"/>
                  </a:moveTo>
                  <a:cubicBezTo>
                    <a:pt x="18" y="3"/>
                    <a:pt x="13" y="0"/>
                    <a:pt x="8" y="1"/>
                  </a:cubicBezTo>
                  <a:cubicBezTo>
                    <a:pt x="4" y="2"/>
                    <a:pt x="0" y="6"/>
                    <a:pt x="1" y="10"/>
                  </a:cubicBezTo>
                  <a:cubicBezTo>
                    <a:pt x="2" y="15"/>
                    <a:pt x="6" y="18"/>
                    <a:pt x="11" y="17"/>
                  </a:cubicBezTo>
                  <a:cubicBezTo>
                    <a:pt x="16" y="16"/>
                    <a:pt x="19" y="12"/>
                    <a:pt x="19" y="8"/>
                  </a:cubicBezTo>
                  <a:close/>
                </a:path>
              </a:pathLst>
            </a:custGeom>
            <a:solidFill>
              <a:srgbClr val="B0B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8">
              <a:extLst>
                <a:ext uri="{FF2B5EF4-FFF2-40B4-BE49-F238E27FC236}">
                  <a16:creationId xmlns:a16="http://schemas.microsoft.com/office/drawing/2014/main" id="{0F55B1BF-58D2-4E0E-8626-6AFEF8FEC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001"/>
              <a:ext cx="28" cy="27"/>
            </a:xfrm>
            <a:custGeom>
              <a:avLst/>
              <a:gdLst>
                <a:gd name="T0" fmla="*/ 181 w 11"/>
                <a:gd name="T1" fmla="*/ 81 h 10"/>
                <a:gd name="T2" fmla="*/ 84 w 11"/>
                <a:gd name="T3" fmla="*/ 0 h 10"/>
                <a:gd name="T4" fmla="*/ 20 w 11"/>
                <a:gd name="T5" fmla="*/ 116 h 10"/>
                <a:gd name="T6" fmla="*/ 97 w 11"/>
                <a:gd name="T7" fmla="*/ 197 h 10"/>
                <a:gd name="T8" fmla="*/ 181 w 11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4"/>
                  </a:moveTo>
                  <a:cubicBezTo>
                    <a:pt x="10" y="2"/>
                    <a:pt x="8" y="0"/>
                    <a:pt x="5" y="0"/>
                  </a:cubicBezTo>
                  <a:cubicBezTo>
                    <a:pt x="2" y="1"/>
                    <a:pt x="0" y="3"/>
                    <a:pt x="1" y="6"/>
                  </a:cubicBezTo>
                  <a:cubicBezTo>
                    <a:pt x="1" y="8"/>
                    <a:pt x="3" y="10"/>
                    <a:pt x="6" y="10"/>
                  </a:cubicBezTo>
                  <a:cubicBezTo>
                    <a:pt x="9" y="9"/>
                    <a:pt x="11" y="7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9">
              <a:extLst>
                <a:ext uri="{FF2B5EF4-FFF2-40B4-BE49-F238E27FC236}">
                  <a16:creationId xmlns:a16="http://schemas.microsoft.com/office/drawing/2014/main" id="{CADF8134-AB9A-437D-A0C6-8F86EEACD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119"/>
              <a:ext cx="1493" cy="248"/>
            </a:xfrm>
            <a:custGeom>
              <a:avLst/>
              <a:gdLst>
                <a:gd name="T0" fmla="*/ 8788 w 597"/>
                <a:gd name="T1" fmla="*/ 456 h 93"/>
                <a:gd name="T2" fmla="*/ 8350 w 597"/>
                <a:gd name="T3" fmla="*/ 661 h 93"/>
                <a:gd name="T4" fmla="*/ 7380 w 597"/>
                <a:gd name="T5" fmla="*/ 648 h 93"/>
                <a:gd name="T6" fmla="*/ 6255 w 597"/>
                <a:gd name="T7" fmla="*/ 661 h 93"/>
                <a:gd name="T8" fmla="*/ 4679 w 597"/>
                <a:gd name="T9" fmla="*/ 1101 h 93"/>
                <a:gd name="T10" fmla="*/ 3021 w 597"/>
                <a:gd name="T11" fmla="*/ 968 h 93"/>
                <a:gd name="T12" fmla="*/ 1063 w 597"/>
                <a:gd name="T13" fmla="*/ 661 h 93"/>
                <a:gd name="T14" fmla="*/ 63 w 597"/>
                <a:gd name="T15" fmla="*/ 605 h 93"/>
                <a:gd name="T16" fmla="*/ 0 w 597"/>
                <a:gd name="T17" fmla="*/ 605 h 93"/>
                <a:gd name="T18" fmla="*/ 3646 w 597"/>
                <a:gd name="T19" fmla="*/ 1480 h 93"/>
                <a:gd name="T20" fmla="*/ 6630 w 597"/>
                <a:gd name="T21" fmla="*/ 1365 h 93"/>
                <a:gd name="T22" fmla="*/ 8025 w 597"/>
                <a:gd name="T23" fmla="*/ 909 h 93"/>
                <a:gd name="T24" fmla="*/ 8713 w 597"/>
                <a:gd name="T25" fmla="*/ 627 h 93"/>
                <a:gd name="T26" fmla="*/ 9338 w 597"/>
                <a:gd name="T27" fmla="*/ 0 h 93"/>
                <a:gd name="T28" fmla="*/ 8788 w 597"/>
                <a:gd name="T29" fmla="*/ 456 h 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7" h="93">
                  <a:moveTo>
                    <a:pt x="562" y="24"/>
                  </a:moveTo>
                  <a:cubicBezTo>
                    <a:pt x="551" y="28"/>
                    <a:pt x="545" y="32"/>
                    <a:pt x="534" y="35"/>
                  </a:cubicBezTo>
                  <a:cubicBezTo>
                    <a:pt x="516" y="40"/>
                    <a:pt x="490" y="35"/>
                    <a:pt x="472" y="34"/>
                  </a:cubicBezTo>
                  <a:cubicBezTo>
                    <a:pt x="450" y="33"/>
                    <a:pt x="421" y="28"/>
                    <a:pt x="400" y="35"/>
                  </a:cubicBezTo>
                  <a:cubicBezTo>
                    <a:pt x="387" y="40"/>
                    <a:pt x="360" y="58"/>
                    <a:pt x="299" y="58"/>
                  </a:cubicBezTo>
                  <a:cubicBezTo>
                    <a:pt x="276" y="58"/>
                    <a:pt x="233" y="54"/>
                    <a:pt x="193" y="51"/>
                  </a:cubicBezTo>
                  <a:cubicBezTo>
                    <a:pt x="156" y="48"/>
                    <a:pt x="105" y="39"/>
                    <a:pt x="68" y="35"/>
                  </a:cubicBezTo>
                  <a:cubicBezTo>
                    <a:pt x="46" y="33"/>
                    <a:pt x="26" y="32"/>
                    <a:pt x="4" y="32"/>
                  </a:cubicBezTo>
                  <a:cubicBezTo>
                    <a:pt x="2" y="32"/>
                    <a:pt x="1" y="32"/>
                    <a:pt x="0" y="32"/>
                  </a:cubicBezTo>
                  <a:cubicBezTo>
                    <a:pt x="45" y="41"/>
                    <a:pt x="140" y="65"/>
                    <a:pt x="233" y="78"/>
                  </a:cubicBezTo>
                  <a:cubicBezTo>
                    <a:pt x="344" y="93"/>
                    <a:pt x="387" y="80"/>
                    <a:pt x="424" y="72"/>
                  </a:cubicBezTo>
                  <a:cubicBezTo>
                    <a:pt x="461" y="64"/>
                    <a:pt x="507" y="49"/>
                    <a:pt x="513" y="48"/>
                  </a:cubicBezTo>
                  <a:cubicBezTo>
                    <a:pt x="518" y="47"/>
                    <a:pt x="539" y="43"/>
                    <a:pt x="557" y="33"/>
                  </a:cubicBezTo>
                  <a:cubicBezTo>
                    <a:pt x="572" y="24"/>
                    <a:pt x="589" y="10"/>
                    <a:pt x="597" y="0"/>
                  </a:cubicBezTo>
                  <a:cubicBezTo>
                    <a:pt x="583" y="5"/>
                    <a:pt x="578" y="19"/>
                    <a:pt x="562" y="24"/>
                  </a:cubicBezTo>
                  <a:close/>
                </a:path>
              </a:pathLst>
            </a:custGeom>
            <a:solidFill>
              <a:srgbClr val="E7EE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10">
              <a:extLst>
                <a:ext uri="{FF2B5EF4-FFF2-40B4-BE49-F238E27FC236}">
                  <a16:creationId xmlns:a16="http://schemas.microsoft.com/office/drawing/2014/main" id="{BAA166D9-63F6-4555-AD10-CC3E5F3C0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039"/>
              <a:ext cx="300" cy="37"/>
            </a:xfrm>
            <a:custGeom>
              <a:avLst/>
              <a:gdLst>
                <a:gd name="T0" fmla="*/ 0 w 120"/>
                <a:gd name="T1" fmla="*/ 182 h 14"/>
                <a:gd name="T2" fmla="*/ 345 w 120"/>
                <a:gd name="T3" fmla="*/ 77 h 14"/>
                <a:gd name="T4" fmla="*/ 800 w 120"/>
                <a:gd name="T5" fmla="*/ 34 h 14"/>
                <a:gd name="T6" fmla="*/ 1313 w 120"/>
                <a:gd name="T7" fmla="*/ 34 h 14"/>
                <a:gd name="T8" fmla="*/ 1875 w 120"/>
                <a:gd name="T9" fmla="*/ 167 h 14"/>
                <a:gd name="T10" fmla="*/ 1375 w 120"/>
                <a:gd name="T11" fmla="*/ 259 h 14"/>
                <a:gd name="T12" fmla="*/ 1188 w 120"/>
                <a:gd name="T13" fmla="*/ 148 h 14"/>
                <a:gd name="T14" fmla="*/ 958 w 120"/>
                <a:gd name="T15" fmla="*/ 259 h 14"/>
                <a:gd name="T16" fmla="*/ 908 w 120"/>
                <a:gd name="T17" fmla="*/ 111 h 14"/>
                <a:gd name="T18" fmla="*/ 800 w 120"/>
                <a:gd name="T19" fmla="*/ 204 h 14"/>
                <a:gd name="T20" fmla="*/ 658 w 120"/>
                <a:gd name="T21" fmla="*/ 167 h 14"/>
                <a:gd name="T22" fmla="*/ 345 w 120"/>
                <a:gd name="T23" fmla="*/ 182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0" h="14">
                  <a:moveTo>
                    <a:pt x="0" y="10"/>
                  </a:moveTo>
                  <a:cubicBezTo>
                    <a:pt x="8" y="8"/>
                    <a:pt x="14" y="4"/>
                    <a:pt x="22" y="4"/>
                  </a:cubicBezTo>
                  <a:cubicBezTo>
                    <a:pt x="32" y="4"/>
                    <a:pt x="40" y="3"/>
                    <a:pt x="51" y="2"/>
                  </a:cubicBezTo>
                  <a:cubicBezTo>
                    <a:pt x="62" y="0"/>
                    <a:pt x="73" y="2"/>
                    <a:pt x="84" y="2"/>
                  </a:cubicBezTo>
                  <a:cubicBezTo>
                    <a:pt x="96" y="2"/>
                    <a:pt x="108" y="4"/>
                    <a:pt x="120" y="9"/>
                  </a:cubicBezTo>
                  <a:cubicBezTo>
                    <a:pt x="114" y="7"/>
                    <a:pt x="89" y="4"/>
                    <a:pt x="88" y="14"/>
                  </a:cubicBezTo>
                  <a:cubicBezTo>
                    <a:pt x="88" y="5"/>
                    <a:pt x="81" y="8"/>
                    <a:pt x="76" y="8"/>
                  </a:cubicBezTo>
                  <a:cubicBezTo>
                    <a:pt x="69" y="9"/>
                    <a:pt x="64" y="6"/>
                    <a:pt x="61" y="14"/>
                  </a:cubicBezTo>
                  <a:cubicBezTo>
                    <a:pt x="60" y="11"/>
                    <a:pt x="60" y="8"/>
                    <a:pt x="58" y="6"/>
                  </a:cubicBezTo>
                  <a:cubicBezTo>
                    <a:pt x="56" y="7"/>
                    <a:pt x="54" y="11"/>
                    <a:pt x="51" y="11"/>
                  </a:cubicBezTo>
                  <a:cubicBezTo>
                    <a:pt x="50" y="11"/>
                    <a:pt x="44" y="9"/>
                    <a:pt x="42" y="9"/>
                  </a:cubicBezTo>
                  <a:cubicBezTo>
                    <a:pt x="38" y="8"/>
                    <a:pt x="26" y="7"/>
                    <a:pt x="22" y="10"/>
                  </a:cubicBezTo>
                </a:path>
              </a:pathLst>
            </a:custGeom>
            <a:solidFill>
              <a:srgbClr val="F5F8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11">
              <a:extLst>
                <a:ext uri="{FF2B5EF4-FFF2-40B4-BE49-F238E27FC236}">
                  <a16:creationId xmlns:a16="http://schemas.microsoft.com/office/drawing/2014/main" id="{4AAC69EF-7C3C-4C00-81AF-2CC3E6D9A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913"/>
              <a:ext cx="318" cy="318"/>
            </a:xfrm>
            <a:custGeom>
              <a:avLst/>
              <a:gdLst>
                <a:gd name="T0" fmla="*/ 1054 w 127"/>
                <a:gd name="T1" fmla="*/ 1892 h 119"/>
                <a:gd name="T2" fmla="*/ 583 w 127"/>
                <a:gd name="T3" fmla="*/ 1721 h 119"/>
                <a:gd name="T4" fmla="*/ 501 w 127"/>
                <a:gd name="T5" fmla="*/ 1563 h 119"/>
                <a:gd name="T6" fmla="*/ 408 w 127"/>
                <a:gd name="T7" fmla="*/ 1085 h 119"/>
                <a:gd name="T8" fmla="*/ 533 w 127"/>
                <a:gd name="T9" fmla="*/ 671 h 119"/>
                <a:gd name="T10" fmla="*/ 834 w 127"/>
                <a:gd name="T11" fmla="*/ 206 h 119"/>
                <a:gd name="T12" fmla="*/ 941 w 127"/>
                <a:gd name="T13" fmla="*/ 94 h 119"/>
                <a:gd name="T14" fmla="*/ 270 w 127"/>
                <a:gd name="T15" fmla="*/ 0 h 119"/>
                <a:gd name="T16" fmla="*/ 50 w 127"/>
                <a:gd name="T17" fmla="*/ 192 h 119"/>
                <a:gd name="T18" fmla="*/ 20 w 127"/>
                <a:gd name="T19" fmla="*/ 649 h 119"/>
                <a:gd name="T20" fmla="*/ 63 w 127"/>
                <a:gd name="T21" fmla="*/ 1128 h 119"/>
                <a:gd name="T22" fmla="*/ 158 w 127"/>
                <a:gd name="T23" fmla="*/ 1507 h 119"/>
                <a:gd name="T24" fmla="*/ 551 w 127"/>
                <a:gd name="T25" fmla="*/ 1849 h 119"/>
                <a:gd name="T26" fmla="*/ 771 w 127"/>
                <a:gd name="T27" fmla="*/ 1964 h 119"/>
                <a:gd name="T28" fmla="*/ 1272 w 127"/>
                <a:gd name="T29" fmla="*/ 2135 h 119"/>
                <a:gd name="T30" fmla="*/ 1630 w 127"/>
                <a:gd name="T31" fmla="*/ 2234 h 119"/>
                <a:gd name="T32" fmla="*/ 1993 w 127"/>
                <a:gd name="T33" fmla="*/ 2100 h 119"/>
                <a:gd name="T34" fmla="*/ 1054 w 127"/>
                <a:gd name="T35" fmla="*/ 1892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7" h="119">
                  <a:moveTo>
                    <a:pt x="67" y="99"/>
                  </a:moveTo>
                  <a:cubicBezTo>
                    <a:pt x="58" y="95"/>
                    <a:pt x="45" y="96"/>
                    <a:pt x="37" y="90"/>
                  </a:cubicBezTo>
                  <a:cubicBezTo>
                    <a:pt x="34" y="88"/>
                    <a:pt x="34" y="85"/>
                    <a:pt x="32" y="82"/>
                  </a:cubicBezTo>
                  <a:cubicBezTo>
                    <a:pt x="29" y="75"/>
                    <a:pt x="28" y="65"/>
                    <a:pt x="26" y="57"/>
                  </a:cubicBezTo>
                  <a:cubicBezTo>
                    <a:pt x="25" y="48"/>
                    <a:pt x="29" y="43"/>
                    <a:pt x="34" y="35"/>
                  </a:cubicBezTo>
                  <a:cubicBezTo>
                    <a:pt x="40" y="26"/>
                    <a:pt x="46" y="19"/>
                    <a:pt x="53" y="11"/>
                  </a:cubicBezTo>
                  <a:cubicBezTo>
                    <a:pt x="54" y="10"/>
                    <a:pt x="57" y="7"/>
                    <a:pt x="60" y="5"/>
                  </a:cubicBezTo>
                  <a:cubicBezTo>
                    <a:pt x="45" y="3"/>
                    <a:pt x="29" y="1"/>
                    <a:pt x="17" y="0"/>
                  </a:cubicBezTo>
                  <a:cubicBezTo>
                    <a:pt x="12" y="2"/>
                    <a:pt x="7" y="5"/>
                    <a:pt x="3" y="10"/>
                  </a:cubicBezTo>
                  <a:cubicBezTo>
                    <a:pt x="0" y="16"/>
                    <a:pt x="3" y="27"/>
                    <a:pt x="1" y="34"/>
                  </a:cubicBezTo>
                  <a:cubicBezTo>
                    <a:pt x="0" y="42"/>
                    <a:pt x="2" y="49"/>
                    <a:pt x="4" y="59"/>
                  </a:cubicBezTo>
                  <a:cubicBezTo>
                    <a:pt x="6" y="66"/>
                    <a:pt x="5" y="74"/>
                    <a:pt x="10" y="79"/>
                  </a:cubicBezTo>
                  <a:cubicBezTo>
                    <a:pt x="16" y="87"/>
                    <a:pt x="25" y="92"/>
                    <a:pt x="35" y="97"/>
                  </a:cubicBezTo>
                  <a:cubicBezTo>
                    <a:pt x="39" y="99"/>
                    <a:pt x="45" y="100"/>
                    <a:pt x="49" y="103"/>
                  </a:cubicBezTo>
                  <a:cubicBezTo>
                    <a:pt x="52" y="105"/>
                    <a:pt x="77" y="110"/>
                    <a:pt x="81" y="112"/>
                  </a:cubicBezTo>
                  <a:cubicBezTo>
                    <a:pt x="89" y="117"/>
                    <a:pt x="95" y="116"/>
                    <a:pt x="104" y="117"/>
                  </a:cubicBezTo>
                  <a:cubicBezTo>
                    <a:pt x="116" y="117"/>
                    <a:pt x="119" y="119"/>
                    <a:pt x="127" y="110"/>
                  </a:cubicBezTo>
                  <a:cubicBezTo>
                    <a:pt x="110" y="113"/>
                    <a:pt x="80" y="107"/>
                    <a:pt x="67" y="99"/>
                  </a:cubicBezTo>
                  <a:close/>
                </a:path>
              </a:pathLst>
            </a:custGeom>
            <a:solidFill>
              <a:srgbClr val="E7EE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12">
              <a:extLst>
                <a:ext uri="{FF2B5EF4-FFF2-40B4-BE49-F238E27FC236}">
                  <a16:creationId xmlns:a16="http://schemas.microsoft.com/office/drawing/2014/main" id="{B857AD83-1409-4A7A-9759-C9C104A57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065"/>
              <a:ext cx="275" cy="128"/>
            </a:xfrm>
            <a:custGeom>
              <a:avLst/>
              <a:gdLst>
                <a:gd name="T0" fmla="*/ 1720 w 110"/>
                <a:gd name="T1" fmla="*/ 888 h 48"/>
                <a:gd name="T2" fmla="*/ 1645 w 110"/>
                <a:gd name="T3" fmla="*/ 776 h 48"/>
                <a:gd name="T4" fmla="*/ 1550 w 110"/>
                <a:gd name="T5" fmla="*/ 661 h 48"/>
                <a:gd name="T6" fmla="*/ 1333 w 110"/>
                <a:gd name="T7" fmla="*/ 477 h 48"/>
                <a:gd name="T8" fmla="*/ 908 w 110"/>
                <a:gd name="T9" fmla="*/ 227 h 48"/>
                <a:gd name="T10" fmla="*/ 408 w 110"/>
                <a:gd name="T11" fmla="*/ 93 h 48"/>
                <a:gd name="T12" fmla="*/ 0 w 110"/>
                <a:gd name="T13" fmla="*/ 21 h 48"/>
                <a:gd name="T14" fmla="*/ 175 w 110"/>
                <a:gd name="T15" fmla="*/ 77 h 48"/>
                <a:gd name="T16" fmla="*/ 458 w 110"/>
                <a:gd name="T17" fmla="*/ 205 h 48"/>
                <a:gd name="T18" fmla="*/ 845 w 110"/>
                <a:gd name="T19" fmla="*/ 435 h 48"/>
                <a:gd name="T20" fmla="*/ 1063 w 110"/>
                <a:gd name="T21" fmla="*/ 568 h 48"/>
                <a:gd name="T22" fmla="*/ 1395 w 110"/>
                <a:gd name="T23" fmla="*/ 704 h 48"/>
                <a:gd name="T24" fmla="*/ 1645 w 110"/>
                <a:gd name="T25" fmla="*/ 853 h 48"/>
                <a:gd name="T26" fmla="*/ 1720 w 110"/>
                <a:gd name="T27" fmla="*/ 909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0" h="48">
                  <a:moveTo>
                    <a:pt x="110" y="47"/>
                  </a:moveTo>
                  <a:cubicBezTo>
                    <a:pt x="109" y="45"/>
                    <a:pt x="107" y="43"/>
                    <a:pt x="105" y="41"/>
                  </a:cubicBezTo>
                  <a:cubicBezTo>
                    <a:pt x="103" y="39"/>
                    <a:pt x="101" y="37"/>
                    <a:pt x="99" y="35"/>
                  </a:cubicBezTo>
                  <a:cubicBezTo>
                    <a:pt x="94" y="32"/>
                    <a:pt x="90" y="28"/>
                    <a:pt x="85" y="25"/>
                  </a:cubicBezTo>
                  <a:cubicBezTo>
                    <a:pt x="77" y="19"/>
                    <a:pt x="67" y="15"/>
                    <a:pt x="58" y="12"/>
                  </a:cubicBezTo>
                  <a:cubicBezTo>
                    <a:pt x="47" y="9"/>
                    <a:pt x="36" y="7"/>
                    <a:pt x="26" y="5"/>
                  </a:cubicBezTo>
                  <a:cubicBezTo>
                    <a:pt x="17" y="3"/>
                    <a:pt x="8" y="0"/>
                    <a:pt x="0" y="1"/>
                  </a:cubicBezTo>
                  <a:cubicBezTo>
                    <a:pt x="3" y="3"/>
                    <a:pt x="7" y="3"/>
                    <a:pt x="11" y="4"/>
                  </a:cubicBezTo>
                  <a:cubicBezTo>
                    <a:pt x="17" y="6"/>
                    <a:pt x="23" y="9"/>
                    <a:pt x="29" y="11"/>
                  </a:cubicBezTo>
                  <a:cubicBezTo>
                    <a:pt x="37" y="15"/>
                    <a:pt x="45" y="19"/>
                    <a:pt x="54" y="23"/>
                  </a:cubicBezTo>
                  <a:cubicBezTo>
                    <a:pt x="58" y="25"/>
                    <a:pt x="63" y="28"/>
                    <a:pt x="68" y="30"/>
                  </a:cubicBezTo>
                  <a:cubicBezTo>
                    <a:pt x="75" y="33"/>
                    <a:pt x="82" y="34"/>
                    <a:pt x="89" y="37"/>
                  </a:cubicBezTo>
                  <a:cubicBezTo>
                    <a:pt x="95" y="39"/>
                    <a:pt x="101" y="41"/>
                    <a:pt x="105" y="45"/>
                  </a:cubicBezTo>
                  <a:cubicBezTo>
                    <a:pt x="107" y="46"/>
                    <a:pt x="108" y="47"/>
                    <a:pt x="110" y="48"/>
                  </a:cubicBezTo>
                </a:path>
              </a:pathLst>
            </a:custGeom>
            <a:solidFill>
              <a:srgbClr val="ACC7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13">
              <a:extLst>
                <a:ext uri="{FF2B5EF4-FFF2-40B4-BE49-F238E27FC236}">
                  <a16:creationId xmlns:a16="http://schemas.microsoft.com/office/drawing/2014/main" id="{471E31C5-4DD1-4701-83D6-81BDB8149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073"/>
              <a:ext cx="235" cy="331"/>
            </a:xfrm>
            <a:custGeom>
              <a:avLst/>
              <a:gdLst>
                <a:gd name="T0" fmla="*/ 33 w 94"/>
                <a:gd name="T1" fmla="*/ 77 h 124"/>
                <a:gd name="T2" fmla="*/ 345 w 94"/>
                <a:gd name="T3" fmla="*/ 435 h 124"/>
                <a:gd name="T4" fmla="*/ 533 w 94"/>
                <a:gd name="T5" fmla="*/ 1004 h 124"/>
                <a:gd name="T6" fmla="*/ 533 w 94"/>
                <a:gd name="T7" fmla="*/ 2360 h 124"/>
                <a:gd name="T8" fmla="*/ 863 w 94"/>
                <a:gd name="T9" fmla="*/ 1391 h 124"/>
                <a:gd name="T10" fmla="*/ 1470 w 94"/>
                <a:gd name="T11" fmla="*/ 777 h 124"/>
                <a:gd name="T12" fmla="*/ 1125 w 94"/>
                <a:gd name="T13" fmla="*/ 892 h 124"/>
                <a:gd name="T14" fmla="*/ 1300 w 94"/>
                <a:gd name="T15" fmla="*/ 721 h 124"/>
                <a:gd name="T16" fmla="*/ 970 w 94"/>
                <a:gd name="T17" fmla="*/ 513 h 124"/>
                <a:gd name="T18" fmla="*/ 750 w 94"/>
                <a:gd name="T19" fmla="*/ 342 h 124"/>
                <a:gd name="T20" fmla="*/ 988 w 94"/>
                <a:gd name="T21" fmla="*/ 307 h 124"/>
                <a:gd name="T22" fmla="*/ 0 w 94"/>
                <a:gd name="T23" fmla="*/ 21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124">
                  <a:moveTo>
                    <a:pt x="2" y="4"/>
                  </a:moveTo>
                  <a:cubicBezTo>
                    <a:pt x="9" y="7"/>
                    <a:pt x="16" y="18"/>
                    <a:pt x="22" y="23"/>
                  </a:cubicBezTo>
                  <a:cubicBezTo>
                    <a:pt x="30" y="31"/>
                    <a:pt x="35" y="43"/>
                    <a:pt x="34" y="53"/>
                  </a:cubicBezTo>
                  <a:cubicBezTo>
                    <a:pt x="32" y="78"/>
                    <a:pt x="37" y="99"/>
                    <a:pt x="34" y="124"/>
                  </a:cubicBezTo>
                  <a:cubicBezTo>
                    <a:pt x="37" y="107"/>
                    <a:pt x="47" y="86"/>
                    <a:pt x="55" y="73"/>
                  </a:cubicBezTo>
                  <a:cubicBezTo>
                    <a:pt x="65" y="56"/>
                    <a:pt x="75" y="48"/>
                    <a:pt x="94" y="41"/>
                  </a:cubicBezTo>
                  <a:cubicBezTo>
                    <a:pt x="87" y="39"/>
                    <a:pt x="79" y="48"/>
                    <a:pt x="72" y="47"/>
                  </a:cubicBezTo>
                  <a:cubicBezTo>
                    <a:pt x="72" y="42"/>
                    <a:pt x="79" y="41"/>
                    <a:pt x="83" y="38"/>
                  </a:cubicBezTo>
                  <a:cubicBezTo>
                    <a:pt x="73" y="36"/>
                    <a:pt x="46" y="41"/>
                    <a:pt x="62" y="27"/>
                  </a:cubicBezTo>
                  <a:cubicBezTo>
                    <a:pt x="59" y="25"/>
                    <a:pt x="48" y="22"/>
                    <a:pt x="48" y="18"/>
                  </a:cubicBezTo>
                  <a:cubicBezTo>
                    <a:pt x="49" y="14"/>
                    <a:pt x="59" y="17"/>
                    <a:pt x="63" y="16"/>
                  </a:cubicBezTo>
                  <a:cubicBezTo>
                    <a:pt x="41" y="2"/>
                    <a:pt x="22" y="0"/>
                    <a:pt x="0" y="1"/>
                  </a:cubicBezTo>
                </a:path>
              </a:pathLst>
            </a:custGeom>
            <a:solidFill>
              <a:srgbClr val="ACC7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14">
              <a:extLst>
                <a:ext uri="{FF2B5EF4-FFF2-40B4-BE49-F238E27FC236}">
                  <a16:creationId xmlns:a16="http://schemas.microsoft.com/office/drawing/2014/main" id="{C472CDF4-3041-4E1F-BF12-D796F1BC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956"/>
              <a:ext cx="145" cy="219"/>
            </a:xfrm>
            <a:custGeom>
              <a:avLst/>
              <a:gdLst>
                <a:gd name="T0" fmla="*/ 113 w 58"/>
                <a:gd name="T1" fmla="*/ 513 h 82"/>
                <a:gd name="T2" fmla="*/ 188 w 58"/>
                <a:gd name="T3" fmla="*/ 1333 h 82"/>
                <a:gd name="T4" fmla="*/ 500 w 58"/>
                <a:gd name="T5" fmla="*/ 1413 h 82"/>
                <a:gd name="T6" fmla="*/ 908 w 58"/>
                <a:gd name="T7" fmla="*/ 1528 h 82"/>
                <a:gd name="T8" fmla="*/ 563 w 58"/>
                <a:gd name="T9" fmla="*/ 1311 h 82"/>
                <a:gd name="T10" fmla="*/ 220 w 58"/>
                <a:gd name="T11" fmla="*/ 820 h 82"/>
                <a:gd name="T12" fmla="*/ 395 w 58"/>
                <a:gd name="T13" fmla="*/ 0 h 82"/>
                <a:gd name="T14" fmla="*/ 175 w 58"/>
                <a:gd name="T15" fmla="*/ 32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82">
                  <a:moveTo>
                    <a:pt x="7" y="27"/>
                  </a:moveTo>
                  <a:cubicBezTo>
                    <a:pt x="0" y="36"/>
                    <a:pt x="4" y="64"/>
                    <a:pt x="12" y="70"/>
                  </a:cubicBezTo>
                  <a:cubicBezTo>
                    <a:pt x="18" y="74"/>
                    <a:pt x="25" y="71"/>
                    <a:pt x="32" y="74"/>
                  </a:cubicBezTo>
                  <a:cubicBezTo>
                    <a:pt x="40" y="78"/>
                    <a:pt x="49" y="82"/>
                    <a:pt x="58" y="80"/>
                  </a:cubicBezTo>
                  <a:cubicBezTo>
                    <a:pt x="51" y="81"/>
                    <a:pt x="43" y="72"/>
                    <a:pt x="36" y="69"/>
                  </a:cubicBezTo>
                  <a:cubicBezTo>
                    <a:pt x="26" y="63"/>
                    <a:pt x="16" y="56"/>
                    <a:pt x="14" y="43"/>
                  </a:cubicBezTo>
                  <a:cubicBezTo>
                    <a:pt x="12" y="27"/>
                    <a:pt x="22" y="14"/>
                    <a:pt x="25" y="0"/>
                  </a:cubicBezTo>
                  <a:cubicBezTo>
                    <a:pt x="20" y="6"/>
                    <a:pt x="15" y="10"/>
                    <a:pt x="11" y="17"/>
                  </a:cubicBezTo>
                </a:path>
              </a:pathLst>
            </a:custGeom>
            <a:solidFill>
              <a:srgbClr val="ACC7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15">
              <a:extLst>
                <a:ext uri="{FF2B5EF4-FFF2-40B4-BE49-F238E27FC236}">
                  <a16:creationId xmlns:a16="http://schemas.microsoft.com/office/drawing/2014/main" id="{A8BD0ADF-CBF4-46CE-9630-D0B801959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081"/>
              <a:ext cx="110" cy="94"/>
            </a:xfrm>
            <a:custGeom>
              <a:avLst/>
              <a:gdLst>
                <a:gd name="T0" fmla="*/ 625 w 44"/>
                <a:gd name="T1" fmla="*/ 0 h 35"/>
                <a:gd name="T2" fmla="*/ 283 w 44"/>
                <a:gd name="T3" fmla="*/ 252 h 35"/>
                <a:gd name="T4" fmla="*/ 0 w 44"/>
                <a:gd name="T5" fmla="*/ 677 h 35"/>
                <a:gd name="T6" fmla="*/ 220 w 44"/>
                <a:gd name="T7" fmla="*/ 561 h 35"/>
                <a:gd name="T8" fmla="*/ 425 w 44"/>
                <a:gd name="T9" fmla="*/ 368 h 35"/>
                <a:gd name="T10" fmla="*/ 583 w 44"/>
                <a:gd name="T11" fmla="*/ 252 h 35"/>
                <a:gd name="T12" fmla="*/ 688 w 44"/>
                <a:gd name="T13" fmla="*/ 3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5">
                  <a:moveTo>
                    <a:pt x="40" y="0"/>
                  </a:moveTo>
                  <a:cubicBezTo>
                    <a:pt x="32" y="4"/>
                    <a:pt x="24" y="6"/>
                    <a:pt x="18" y="13"/>
                  </a:cubicBezTo>
                  <a:cubicBezTo>
                    <a:pt x="12" y="19"/>
                    <a:pt x="3" y="27"/>
                    <a:pt x="0" y="35"/>
                  </a:cubicBezTo>
                  <a:cubicBezTo>
                    <a:pt x="4" y="32"/>
                    <a:pt x="10" y="32"/>
                    <a:pt x="14" y="29"/>
                  </a:cubicBezTo>
                  <a:cubicBezTo>
                    <a:pt x="19" y="27"/>
                    <a:pt x="23" y="22"/>
                    <a:pt x="27" y="19"/>
                  </a:cubicBezTo>
                  <a:cubicBezTo>
                    <a:pt x="31" y="17"/>
                    <a:pt x="34" y="16"/>
                    <a:pt x="37" y="13"/>
                  </a:cubicBezTo>
                  <a:cubicBezTo>
                    <a:pt x="40" y="9"/>
                    <a:pt x="41" y="5"/>
                    <a:pt x="44" y="2"/>
                  </a:cubicBezTo>
                </a:path>
              </a:pathLst>
            </a:custGeom>
            <a:solidFill>
              <a:srgbClr val="ACC7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16">
              <a:extLst>
                <a:ext uri="{FF2B5EF4-FFF2-40B4-BE49-F238E27FC236}">
                  <a16:creationId xmlns:a16="http://schemas.microsoft.com/office/drawing/2014/main" id="{8AAA222C-55C6-49A1-8686-F24B298F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905"/>
              <a:ext cx="158" cy="67"/>
            </a:xfrm>
            <a:custGeom>
              <a:avLst/>
              <a:gdLst>
                <a:gd name="T0" fmla="*/ 50 w 63"/>
                <a:gd name="T1" fmla="*/ 172 h 25"/>
                <a:gd name="T2" fmla="*/ 522 w 63"/>
                <a:gd name="T3" fmla="*/ 94 h 25"/>
                <a:gd name="T4" fmla="*/ 993 w 63"/>
                <a:gd name="T5" fmla="*/ 193 h 25"/>
                <a:gd name="T6" fmla="*/ 722 w 63"/>
                <a:gd name="T7" fmla="*/ 482 h 25"/>
                <a:gd name="T8" fmla="*/ 584 w 63"/>
                <a:gd name="T9" fmla="*/ 402 h 25"/>
                <a:gd name="T10" fmla="*/ 396 w 63"/>
                <a:gd name="T11" fmla="*/ 461 h 25"/>
                <a:gd name="T12" fmla="*/ 0 w 63"/>
                <a:gd name="T13" fmla="*/ 19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25">
                  <a:moveTo>
                    <a:pt x="3" y="9"/>
                  </a:moveTo>
                  <a:cubicBezTo>
                    <a:pt x="8" y="0"/>
                    <a:pt x="25" y="5"/>
                    <a:pt x="33" y="5"/>
                  </a:cubicBezTo>
                  <a:cubicBezTo>
                    <a:pt x="42" y="5"/>
                    <a:pt x="55" y="6"/>
                    <a:pt x="63" y="10"/>
                  </a:cubicBezTo>
                  <a:cubicBezTo>
                    <a:pt x="55" y="13"/>
                    <a:pt x="52" y="19"/>
                    <a:pt x="46" y="25"/>
                  </a:cubicBezTo>
                  <a:cubicBezTo>
                    <a:pt x="49" y="17"/>
                    <a:pt x="41" y="18"/>
                    <a:pt x="37" y="21"/>
                  </a:cubicBezTo>
                  <a:cubicBezTo>
                    <a:pt x="36" y="12"/>
                    <a:pt x="27" y="21"/>
                    <a:pt x="25" y="24"/>
                  </a:cubicBezTo>
                  <a:cubicBezTo>
                    <a:pt x="30" y="9"/>
                    <a:pt x="11" y="5"/>
                    <a:pt x="0" y="10"/>
                  </a:cubicBezTo>
                </a:path>
              </a:pathLst>
            </a:custGeom>
            <a:solidFill>
              <a:srgbClr val="D3E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17">
              <a:extLst>
                <a:ext uri="{FF2B5EF4-FFF2-40B4-BE49-F238E27FC236}">
                  <a16:creationId xmlns:a16="http://schemas.microsoft.com/office/drawing/2014/main" id="{E2B4C2F7-4C92-49B1-9014-FE4FBB35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967"/>
              <a:ext cx="62" cy="90"/>
            </a:xfrm>
            <a:custGeom>
              <a:avLst/>
              <a:gdLst>
                <a:gd name="T0" fmla="*/ 382 w 25"/>
                <a:gd name="T1" fmla="*/ 0 h 34"/>
                <a:gd name="T2" fmla="*/ 124 w 25"/>
                <a:gd name="T3" fmla="*/ 630 h 34"/>
                <a:gd name="T4" fmla="*/ 382 w 2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cubicBezTo>
                    <a:pt x="11" y="4"/>
                    <a:pt x="1" y="18"/>
                    <a:pt x="8" y="34"/>
                  </a:cubicBezTo>
                  <a:cubicBezTo>
                    <a:pt x="0" y="24"/>
                    <a:pt x="1" y="3"/>
                    <a:pt x="25" y="0"/>
                  </a:cubicBezTo>
                  <a:close/>
                </a:path>
              </a:pathLst>
            </a:custGeom>
            <a:solidFill>
              <a:srgbClr val="ACC7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18">
              <a:extLst>
                <a:ext uri="{FF2B5EF4-FFF2-40B4-BE49-F238E27FC236}">
                  <a16:creationId xmlns:a16="http://schemas.microsoft.com/office/drawing/2014/main" id="{98C71A64-04F1-4784-B214-80F4AE9A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908"/>
              <a:ext cx="835" cy="165"/>
            </a:xfrm>
            <a:custGeom>
              <a:avLst/>
              <a:gdLst>
                <a:gd name="T0" fmla="*/ 0 w 334"/>
                <a:gd name="T1" fmla="*/ 1168 h 62"/>
                <a:gd name="T2" fmla="*/ 2063 w 334"/>
                <a:gd name="T3" fmla="*/ 397 h 62"/>
                <a:gd name="T4" fmla="*/ 3863 w 334"/>
                <a:gd name="T5" fmla="*/ 114 h 62"/>
                <a:gd name="T6" fmla="*/ 5220 w 334"/>
                <a:gd name="T7" fmla="*/ 21 h 62"/>
                <a:gd name="T8" fmla="*/ 3300 w 334"/>
                <a:gd name="T9" fmla="*/ 362 h 62"/>
                <a:gd name="T10" fmla="*/ 0 w 334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4" h="62">
                  <a:moveTo>
                    <a:pt x="0" y="62"/>
                  </a:moveTo>
                  <a:cubicBezTo>
                    <a:pt x="28" y="48"/>
                    <a:pt x="86" y="27"/>
                    <a:pt x="132" y="21"/>
                  </a:cubicBezTo>
                  <a:cubicBezTo>
                    <a:pt x="178" y="15"/>
                    <a:pt x="220" y="9"/>
                    <a:pt x="247" y="6"/>
                  </a:cubicBezTo>
                  <a:cubicBezTo>
                    <a:pt x="274" y="3"/>
                    <a:pt x="305" y="0"/>
                    <a:pt x="334" y="1"/>
                  </a:cubicBezTo>
                  <a:cubicBezTo>
                    <a:pt x="320" y="3"/>
                    <a:pt x="242" y="12"/>
                    <a:pt x="211" y="19"/>
                  </a:cubicBezTo>
                  <a:cubicBezTo>
                    <a:pt x="180" y="25"/>
                    <a:pt x="57" y="35"/>
                    <a:pt x="0" y="62"/>
                  </a:cubicBezTo>
                  <a:close/>
                </a:path>
              </a:pathLst>
            </a:custGeom>
            <a:solidFill>
              <a:srgbClr val="F5F8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19">
              <a:extLst>
                <a:ext uri="{FF2B5EF4-FFF2-40B4-BE49-F238E27FC236}">
                  <a16:creationId xmlns:a16="http://schemas.microsoft.com/office/drawing/2014/main" id="{056EB0A6-45C2-49B4-A577-B61F35428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073"/>
              <a:ext cx="127" cy="96"/>
            </a:xfrm>
            <a:custGeom>
              <a:avLst/>
              <a:gdLst>
                <a:gd name="T0" fmla="*/ 787 w 51"/>
                <a:gd name="T1" fmla="*/ 0 h 36"/>
                <a:gd name="T2" fmla="*/ 496 w 51"/>
                <a:gd name="T3" fmla="*/ 149 h 36"/>
                <a:gd name="T4" fmla="*/ 0 w 5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6">
                  <a:moveTo>
                    <a:pt x="51" y="0"/>
                  </a:moveTo>
                  <a:cubicBezTo>
                    <a:pt x="43" y="2"/>
                    <a:pt x="44" y="3"/>
                    <a:pt x="32" y="8"/>
                  </a:cubicBezTo>
                  <a:cubicBezTo>
                    <a:pt x="19" y="13"/>
                    <a:pt x="7" y="33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20">
              <a:extLst>
                <a:ext uri="{FF2B5EF4-FFF2-40B4-BE49-F238E27FC236}">
                  <a16:creationId xmlns:a16="http://schemas.microsoft.com/office/drawing/2014/main" id="{13DE8E68-F6DF-458A-9F70-E36299ED3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927"/>
              <a:ext cx="150" cy="269"/>
            </a:xfrm>
            <a:custGeom>
              <a:avLst/>
              <a:gdLst>
                <a:gd name="T0" fmla="*/ 220 w 60"/>
                <a:gd name="T1" fmla="*/ 0 h 101"/>
                <a:gd name="T2" fmla="*/ 83 w 60"/>
                <a:gd name="T3" fmla="*/ 418 h 101"/>
                <a:gd name="T4" fmla="*/ 83 w 60"/>
                <a:gd name="T5" fmla="*/ 908 h 101"/>
                <a:gd name="T6" fmla="*/ 395 w 60"/>
                <a:gd name="T7" fmla="*/ 1625 h 101"/>
                <a:gd name="T8" fmla="*/ 938 w 60"/>
                <a:gd name="T9" fmla="*/ 1907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01">
                  <a:moveTo>
                    <a:pt x="14" y="0"/>
                  </a:moveTo>
                  <a:cubicBezTo>
                    <a:pt x="0" y="6"/>
                    <a:pt x="4" y="14"/>
                    <a:pt x="5" y="22"/>
                  </a:cubicBezTo>
                  <a:cubicBezTo>
                    <a:pt x="5" y="29"/>
                    <a:pt x="1" y="34"/>
                    <a:pt x="5" y="48"/>
                  </a:cubicBezTo>
                  <a:cubicBezTo>
                    <a:pt x="9" y="62"/>
                    <a:pt x="11" y="75"/>
                    <a:pt x="25" y="86"/>
                  </a:cubicBezTo>
                  <a:cubicBezTo>
                    <a:pt x="40" y="97"/>
                    <a:pt x="57" y="100"/>
                    <a:pt x="60" y="10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21">
              <a:extLst>
                <a:ext uri="{FF2B5EF4-FFF2-40B4-BE49-F238E27FC236}">
                  <a16:creationId xmlns:a16="http://schemas.microsoft.com/office/drawing/2014/main" id="{9ED0B896-1F4D-4F70-830F-D478939A2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977"/>
              <a:ext cx="423" cy="222"/>
            </a:xfrm>
            <a:custGeom>
              <a:avLst/>
              <a:gdLst>
                <a:gd name="T0" fmla="*/ 2651 w 169"/>
                <a:gd name="T1" fmla="*/ 687 h 83"/>
                <a:gd name="T2" fmla="*/ 0 w 169"/>
                <a:gd name="T3" fmla="*/ 650 h 83"/>
                <a:gd name="T4" fmla="*/ 1347 w 169"/>
                <a:gd name="T5" fmla="*/ 1073 h 83"/>
                <a:gd name="T6" fmla="*/ 1785 w 169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83">
                  <a:moveTo>
                    <a:pt x="169" y="36"/>
                  </a:moveTo>
                  <a:cubicBezTo>
                    <a:pt x="160" y="32"/>
                    <a:pt x="100" y="0"/>
                    <a:pt x="0" y="34"/>
                  </a:cubicBezTo>
                  <a:cubicBezTo>
                    <a:pt x="32" y="35"/>
                    <a:pt x="74" y="51"/>
                    <a:pt x="86" y="56"/>
                  </a:cubicBezTo>
                  <a:cubicBezTo>
                    <a:pt x="100" y="63"/>
                    <a:pt x="114" y="76"/>
                    <a:pt x="114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22">
              <a:extLst>
                <a:ext uri="{FF2B5EF4-FFF2-40B4-BE49-F238E27FC236}">
                  <a16:creationId xmlns:a16="http://schemas.microsoft.com/office/drawing/2014/main" id="{407D72AA-2443-4CF7-9155-A84499D93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007"/>
              <a:ext cx="185" cy="200"/>
            </a:xfrm>
            <a:custGeom>
              <a:avLst/>
              <a:gdLst>
                <a:gd name="T0" fmla="*/ 158 w 74"/>
                <a:gd name="T1" fmla="*/ 0 h 75"/>
                <a:gd name="T2" fmla="*/ 50 w 74"/>
                <a:gd name="T3" fmla="*/ 589 h 75"/>
                <a:gd name="T4" fmla="*/ 313 w 74"/>
                <a:gd name="T5" fmla="*/ 1080 h 75"/>
                <a:gd name="T6" fmla="*/ 1158 w 74"/>
                <a:gd name="T7" fmla="*/ 140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75">
                  <a:moveTo>
                    <a:pt x="10" y="0"/>
                  </a:moveTo>
                  <a:cubicBezTo>
                    <a:pt x="4" y="10"/>
                    <a:pt x="0" y="20"/>
                    <a:pt x="3" y="31"/>
                  </a:cubicBezTo>
                  <a:cubicBezTo>
                    <a:pt x="7" y="47"/>
                    <a:pt x="6" y="57"/>
                    <a:pt x="20" y="57"/>
                  </a:cubicBezTo>
                  <a:cubicBezTo>
                    <a:pt x="35" y="58"/>
                    <a:pt x="53" y="75"/>
                    <a:pt x="74" y="7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23">
              <a:extLst>
                <a:ext uri="{FF2B5EF4-FFF2-40B4-BE49-F238E27FC236}">
                  <a16:creationId xmlns:a16="http://schemas.microsoft.com/office/drawing/2014/main" id="{576876F6-8523-4178-A762-3688E418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876"/>
              <a:ext cx="1946" cy="552"/>
            </a:xfrm>
            <a:custGeom>
              <a:avLst/>
              <a:gdLst>
                <a:gd name="T0" fmla="*/ 95 w 778"/>
                <a:gd name="T1" fmla="*/ 1331 h 207"/>
                <a:gd name="T2" fmla="*/ 1863 w 778"/>
                <a:gd name="T3" fmla="*/ 1707 h 207"/>
                <a:gd name="T4" fmla="*/ 2596 w 778"/>
                <a:gd name="T5" fmla="*/ 1400 h 207"/>
                <a:gd name="T6" fmla="*/ 6668 w 778"/>
                <a:gd name="T7" fmla="*/ 205 h 207"/>
                <a:gd name="T8" fmla="*/ 9327 w 778"/>
                <a:gd name="T9" fmla="*/ 248 h 207"/>
                <a:gd name="T10" fmla="*/ 10393 w 778"/>
                <a:gd name="T11" fmla="*/ 435 h 207"/>
                <a:gd name="T12" fmla="*/ 12031 w 778"/>
                <a:gd name="T13" fmla="*/ 1309 h 207"/>
                <a:gd name="T14" fmla="*/ 12094 w 778"/>
                <a:gd name="T15" fmla="*/ 1592 h 207"/>
                <a:gd name="T16" fmla="*/ 11393 w 778"/>
                <a:gd name="T17" fmla="*/ 2355 h 207"/>
                <a:gd name="T18" fmla="*/ 10706 w 778"/>
                <a:gd name="T19" fmla="*/ 2637 h 207"/>
                <a:gd name="T20" fmla="*/ 9310 w 778"/>
                <a:gd name="T21" fmla="*/ 3093 h 207"/>
                <a:gd name="T22" fmla="*/ 6326 w 778"/>
                <a:gd name="T23" fmla="*/ 3208 h 207"/>
                <a:gd name="T24" fmla="*/ 2346 w 778"/>
                <a:gd name="T25" fmla="*/ 2253 h 207"/>
                <a:gd name="T26" fmla="*/ 1863 w 778"/>
                <a:gd name="T27" fmla="*/ 2240 h 207"/>
                <a:gd name="T28" fmla="*/ 783 w 778"/>
                <a:gd name="T29" fmla="*/ 3925 h 207"/>
                <a:gd name="T30" fmla="*/ 625 w 778"/>
                <a:gd name="T31" fmla="*/ 2163 h 207"/>
                <a:gd name="T32" fmla="*/ 95 w 778"/>
                <a:gd name="T33" fmla="*/ 1331 h 2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8" h="207">
                  <a:moveTo>
                    <a:pt x="6" y="70"/>
                  </a:moveTo>
                  <a:cubicBezTo>
                    <a:pt x="45" y="60"/>
                    <a:pt x="100" y="92"/>
                    <a:pt x="119" y="90"/>
                  </a:cubicBezTo>
                  <a:cubicBezTo>
                    <a:pt x="130" y="87"/>
                    <a:pt x="142" y="87"/>
                    <a:pt x="166" y="74"/>
                  </a:cubicBezTo>
                  <a:cubicBezTo>
                    <a:pt x="238" y="35"/>
                    <a:pt x="310" y="23"/>
                    <a:pt x="426" y="11"/>
                  </a:cubicBezTo>
                  <a:cubicBezTo>
                    <a:pt x="542" y="0"/>
                    <a:pt x="581" y="12"/>
                    <a:pt x="596" y="13"/>
                  </a:cubicBezTo>
                  <a:cubicBezTo>
                    <a:pt x="613" y="15"/>
                    <a:pt x="646" y="19"/>
                    <a:pt x="664" y="23"/>
                  </a:cubicBezTo>
                  <a:cubicBezTo>
                    <a:pt x="721" y="32"/>
                    <a:pt x="761" y="62"/>
                    <a:pt x="769" y="69"/>
                  </a:cubicBezTo>
                  <a:cubicBezTo>
                    <a:pt x="772" y="73"/>
                    <a:pt x="778" y="74"/>
                    <a:pt x="773" y="84"/>
                  </a:cubicBezTo>
                  <a:cubicBezTo>
                    <a:pt x="768" y="95"/>
                    <a:pt x="746" y="113"/>
                    <a:pt x="728" y="124"/>
                  </a:cubicBezTo>
                  <a:cubicBezTo>
                    <a:pt x="710" y="134"/>
                    <a:pt x="689" y="138"/>
                    <a:pt x="684" y="139"/>
                  </a:cubicBezTo>
                  <a:cubicBezTo>
                    <a:pt x="678" y="140"/>
                    <a:pt x="632" y="155"/>
                    <a:pt x="595" y="163"/>
                  </a:cubicBezTo>
                  <a:cubicBezTo>
                    <a:pt x="558" y="171"/>
                    <a:pt x="515" y="184"/>
                    <a:pt x="404" y="169"/>
                  </a:cubicBezTo>
                  <a:cubicBezTo>
                    <a:pt x="292" y="153"/>
                    <a:pt x="176" y="122"/>
                    <a:pt x="150" y="119"/>
                  </a:cubicBezTo>
                  <a:cubicBezTo>
                    <a:pt x="123" y="117"/>
                    <a:pt x="119" y="118"/>
                    <a:pt x="119" y="118"/>
                  </a:cubicBezTo>
                  <a:cubicBezTo>
                    <a:pt x="72" y="123"/>
                    <a:pt x="56" y="205"/>
                    <a:pt x="50" y="207"/>
                  </a:cubicBezTo>
                  <a:cubicBezTo>
                    <a:pt x="40" y="206"/>
                    <a:pt x="46" y="127"/>
                    <a:pt x="40" y="114"/>
                  </a:cubicBezTo>
                  <a:cubicBezTo>
                    <a:pt x="30" y="95"/>
                    <a:pt x="0" y="80"/>
                    <a:pt x="6" y="7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24">
              <a:extLst>
                <a:ext uri="{FF2B5EF4-FFF2-40B4-BE49-F238E27FC236}">
                  <a16:creationId xmlns:a16="http://schemas.microsoft.com/office/drawing/2014/main" id="{FFF5A5D7-CE42-4AB6-8C40-CE388CBB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964"/>
              <a:ext cx="15" cy="27"/>
            </a:xfrm>
            <a:custGeom>
              <a:avLst/>
              <a:gdLst>
                <a:gd name="T0" fmla="*/ 95 w 6"/>
                <a:gd name="T1" fmla="*/ 0 h 10"/>
                <a:gd name="T2" fmla="*/ 0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4"/>
                    <a:pt x="2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25">
              <a:extLst>
                <a:ext uri="{FF2B5EF4-FFF2-40B4-BE49-F238E27FC236}">
                  <a16:creationId xmlns:a16="http://schemas.microsoft.com/office/drawing/2014/main" id="{07C5B113-1ED1-4F20-B666-4743425CE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047"/>
              <a:ext cx="92" cy="104"/>
            </a:xfrm>
            <a:custGeom>
              <a:avLst/>
              <a:gdLst>
                <a:gd name="T0" fmla="*/ 569 w 37"/>
                <a:gd name="T1" fmla="*/ 739 h 39"/>
                <a:gd name="T2" fmla="*/ 216 w 37"/>
                <a:gd name="T3" fmla="*/ 547 h 39"/>
                <a:gd name="T4" fmla="*/ 42 w 37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9">
                  <a:moveTo>
                    <a:pt x="37" y="39"/>
                  </a:moveTo>
                  <a:cubicBezTo>
                    <a:pt x="28" y="36"/>
                    <a:pt x="20" y="34"/>
                    <a:pt x="14" y="29"/>
                  </a:cubicBezTo>
                  <a:cubicBezTo>
                    <a:pt x="4" y="20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26">
              <a:extLst>
                <a:ext uri="{FF2B5EF4-FFF2-40B4-BE49-F238E27FC236}">
                  <a16:creationId xmlns:a16="http://schemas.microsoft.com/office/drawing/2014/main" id="{19CDF0B0-486C-4048-B84D-9D7A979A2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159"/>
              <a:ext cx="20" cy="10"/>
            </a:xfrm>
            <a:custGeom>
              <a:avLst/>
              <a:gdLst>
                <a:gd name="T0" fmla="*/ 125 w 8"/>
                <a:gd name="T1" fmla="*/ 63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27">
              <a:extLst>
                <a:ext uri="{FF2B5EF4-FFF2-40B4-BE49-F238E27FC236}">
                  <a16:creationId xmlns:a16="http://schemas.microsoft.com/office/drawing/2014/main" id="{2E54FD7F-C367-4DA1-8072-3143E4C4B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969"/>
              <a:ext cx="122" cy="123"/>
            </a:xfrm>
            <a:custGeom>
              <a:avLst/>
              <a:gdLst>
                <a:gd name="T0" fmla="*/ 744 w 49"/>
                <a:gd name="T1" fmla="*/ 364 h 46"/>
                <a:gd name="T2" fmla="*/ 321 w 49"/>
                <a:gd name="T3" fmla="*/ 35 h 46"/>
                <a:gd name="T4" fmla="*/ 30 w 49"/>
                <a:gd name="T5" fmla="*/ 516 h 46"/>
                <a:gd name="T6" fmla="*/ 433 w 49"/>
                <a:gd name="T7" fmla="*/ 845 h 46"/>
                <a:gd name="T8" fmla="*/ 744 w 49"/>
                <a:gd name="T9" fmla="*/ 36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6">
                  <a:moveTo>
                    <a:pt x="48" y="19"/>
                  </a:moveTo>
                  <a:cubicBezTo>
                    <a:pt x="46" y="8"/>
                    <a:pt x="34" y="0"/>
                    <a:pt x="21" y="2"/>
                  </a:cubicBezTo>
                  <a:cubicBezTo>
                    <a:pt x="9" y="4"/>
                    <a:pt x="0" y="15"/>
                    <a:pt x="2" y="27"/>
                  </a:cubicBezTo>
                  <a:cubicBezTo>
                    <a:pt x="4" y="38"/>
                    <a:pt x="16" y="46"/>
                    <a:pt x="28" y="44"/>
                  </a:cubicBezTo>
                  <a:cubicBezTo>
                    <a:pt x="41" y="42"/>
                    <a:pt x="49" y="31"/>
                    <a:pt x="48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28">
              <a:extLst>
                <a:ext uri="{FF2B5EF4-FFF2-40B4-BE49-F238E27FC236}">
                  <a16:creationId xmlns:a16="http://schemas.microsoft.com/office/drawing/2014/main" id="{63C98BED-2F17-41E8-8659-13CF5FC6B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052"/>
              <a:ext cx="27" cy="35"/>
            </a:xfrm>
            <a:custGeom>
              <a:avLst/>
              <a:gdLst>
                <a:gd name="T0" fmla="*/ 103 w 11"/>
                <a:gd name="T1" fmla="*/ 197 h 13"/>
                <a:gd name="T2" fmla="*/ 133 w 11"/>
                <a:gd name="T3" fmla="*/ 0 h 13"/>
                <a:gd name="T4" fmla="*/ 0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7" y="10"/>
                  </a:moveTo>
                  <a:cubicBezTo>
                    <a:pt x="10" y="7"/>
                    <a:pt x="11" y="4"/>
                    <a:pt x="9" y="0"/>
                  </a:cubicBezTo>
                  <a:cubicBezTo>
                    <a:pt x="4" y="2"/>
                    <a:pt x="2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D3E1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29">
              <a:extLst>
                <a:ext uri="{FF2B5EF4-FFF2-40B4-BE49-F238E27FC236}">
                  <a16:creationId xmlns:a16="http://schemas.microsoft.com/office/drawing/2014/main" id="{8A42C270-A3C9-4E04-B256-FA1658A50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172"/>
              <a:ext cx="38" cy="24"/>
            </a:xfrm>
            <a:custGeom>
              <a:avLst/>
              <a:gdLst>
                <a:gd name="T0" fmla="*/ 117 w 15"/>
                <a:gd name="T1" fmla="*/ 171 h 9"/>
                <a:gd name="T2" fmla="*/ 243 w 15"/>
                <a:gd name="T3" fmla="*/ 56 h 9"/>
                <a:gd name="T4" fmla="*/ 0 w 15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7" y="9"/>
                  </a:moveTo>
                  <a:cubicBezTo>
                    <a:pt x="11" y="9"/>
                    <a:pt x="13" y="6"/>
                    <a:pt x="15" y="3"/>
                  </a:cubicBezTo>
                  <a:cubicBezTo>
                    <a:pt x="11" y="0"/>
                    <a:pt x="3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D3E1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30">
              <a:extLst>
                <a:ext uri="{FF2B5EF4-FFF2-40B4-BE49-F238E27FC236}">
                  <a16:creationId xmlns:a16="http://schemas.microsoft.com/office/drawing/2014/main" id="{20BC1E74-A6C0-49C1-A47A-2B69AB34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159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D3E1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31">
              <a:extLst>
                <a:ext uri="{FF2B5EF4-FFF2-40B4-BE49-F238E27FC236}">
                  <a16:creationId xmlns:a16="http://schemas.microsoft.com/office/drawing/2014/main" id="{DB1F1538-FB7B-48C4-818F-E3169178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156"/>
              <a:ext cx="12" cy="11"/>
            </a:xfrm>
            <a:custGeom>
              <a:avLst/>
              <a:gdLst>
                <a:gd name="T0" fmla="*/ 70 w 5"/>
                <a:gd name="T1" fmla="*/ 83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D3E1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32">
              <a:extLst>
                <a:ext uri="{FF2B5EF4-FFF2-40B4-BE49-F238E27FC236}">
                  <a16:creationId xmlns:a16="http://schemas.microsoft.com/office/drawing/2014/main" id="{BF12F9A2-6B8D-4E7F-BCC3-28A007CED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055"/>
              <a:ext cx="27" cy="5"/>
            </a:xfrm>
            <a:custGeom>
              <a:avLst/>
              <a:gdLst>
                <a:gd name="T0" fmla="*/ 0 w 11"/>
                <a:gd name="T1" fmla="*/ 20 h 2"/>
                <a:gd name="T2" fmla="*/ 162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3" y="2"/>
                    <a:pt x="9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D3E1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33">
              <a:extLst>
                <a:ext uri="{FF2B5EF4-FFF2-40B4-BE49-F238E27FC236}">
                  <a16:creationId xmlns:a16="http://schemas.microsoft.com/office/drawing/2014/main" id="{10784BAD-35BD-4B70-9E7A-C064B8C1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188"/>
              <a:ext cx="3" cy="21"/>
            </a:xfrm>
            <a:custGeom>
              <a:avLst/>
              <a:gdLst>
                <a:gd name="T0" fmla="*/ 27 w 1"/>
                <a:gd name="T1" fmla="*/ 144 h 8"/>
                <a:gd name="T2" fmla="*/ 27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8"/>
                  </a:moveTo>
                  <a:cubicBezTo>
                    <a:pt x="0" y="6"/>
                    <a:pt x="0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D3E1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34">
              <a:extLst>
                <a:ext uri="{FF2B5EF4-FFF2-40B4-BE49-F238E27FC236}">
                  <a16:creationId xmlns:a16="http://schemas.microsoft.com/office/drawing/2014/main" id="{C1582610-A9DE-41EC-AC69-4C07613C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188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D3E1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35">
              <a:extLst>
                <a:ext uri="{FF2B5EF4-FFF2-40B4-BE49-F238E27FC236}">
                  <a16:creationId xmlns:a16="http://schemas.microsoft.com/office/drawing/2014/main" id="{B99710A1-9403-4631-B355-E0396F2E9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921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D3E1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whole-fish-with-lemon-slices">
            <a:extLst>
              <a:ext uri="{FF2B5EF4-FFF2-40B4-BE49-F238E27FC236}">
                <a16:creationId xmlns:a16="http://schemas.microsoft.com/office/drawing/2014/main" id="{C294DD45-5970-47B8-BB98-61A30BF357D2}"/>
              </a:ext>
            </a:extLst>
          </p:cNvPr>
          <p:cNvGrpSpPr>
            <a:grpSpLocks/>
          </p:cNvGrpSpPr>
          <p:nvPr/>
        </p:nvGrpSpPr>
        <p:grpSpPr bwMode="auto">
          <a:xfrm>
            <a:off x="2122488" y="1220788"/>
            <a:ext cx="3889375" cy="4021137"/>
            <a:chOff x="377" y="769"/>
            <a:chExt cx="2450" cy="2533"/>
          </a:xfrm>
        </p:grpSpPr>
        <p:sp>
          <p:nvSpPr>
            <p:cNvPr id="26628" name="Freeform 37">
              <a:extLst>
                <a:ext uri="{FF2B5EF4-FFF2-40B4-BE49-F238E27FC236}">
                  <a16:creationId xmlns:a16="http://schemas.microsoft.com/office/drawing/2014/main" id="{1C3C8E2B-560B-44B4-916F-013AF8AFE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882"/>
              <a:ext cx="616" cy="472"/>
            </a:xfrm>
            <a:custGeom>
              <a:avLst/>
              <a:gdLst>
                <a:gd name="T0" fmla="*/ 1564 w 380"/>
                <a:gd name="T1" fmla="*/ 780 h 273"/>
                <a:gd name="T2" fmla="*/ 780 w 380"/>
                <a:gd name="T3" fmla="*/ 1411 h 273"/>
                <a:gd name="T4" fmla="*/ 0 w 380"/>
                <a:gd name="T5" fmla="*/ 780 h 273"/>
                <a:gd name="T6" fmla="*/ 947 w 380"/>
                <a:gd name="T7" fmla="*/ 0 h 273"/>
                <a:gd name="T8" fmla="*/ 1564 w 380"/>
                <a:gd name="T9" fmla="*/ 78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273">
                  <a:moveTo>
                    <a:pt x="367" y="151"/>
                  </a:moveTo>
                  <a:cubicBezTo>
                    <a:pt x="358" y="218"/>
                    <a:pt x="285" y="273"/>
                    <a:pt x="183" y="273"/>
                  </a:cubicBezTo>
                  <a:cubicBezTo>
                    <a:pt x="82" y="273"/>
                    <a:pt x="0" y="218"/>
                    <a:pt x="0" y="151"/>
                  </a:cubicBezTo>
                  <a:cubicBezTo>
                    <a:pt x="0" y="84"/>
                    <a:pt x="120" y="0"/>
                    <a:pt x="222" y="0"/>
                  </a:cubicBezTo>
                  <a:cubicBezTo>
                    <a:pt x="323" y="0"/>
                    <a:pt x="380" y="59"/>
                    <a:pt x="367" y="151"/>
                  </a:cubicBezTo>
                  <a:close/>
                </a:path>
              </a:pathLst>
            </a:custGeom>
            <a:solidFill>
              <a:srgbClr val="F9CA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38">
              <a:extLst>
                <a:ext uri="{FF2B5EF4-FFF2-40B4-BE49-F238E27FC236}">
                  <a16:creationId xmlns:a16="http://schemas.microsoft.com/office/drawing/2014/main" id="{8C426EBC-D8E9-42D8-9C33-F5E9697D9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892"/>
              <a:ext cx="577" cy="450"/>
            </a:xfrm>
            <a:custGeom>
              <a:avLst/>
              <a:gdLst>
                <a:gd name="T0" fmla="*/ 1465 w 356"/>
                <a:gd name="T1" fmla="*/ 746 h 260"/>
                <a:gd name="T2" fmla="*/ 733 w 356"/>
                <a:gd name="T3" fmla="*/ 1348 h 260"/>
                <a:gd name="T4" fmla="*/ 0 w 356"/>
                <a:gd name="T5" fmla="*/ 746 h 260"/>
                <a:gd name="T6" fmla="*/ 885 w 356"/>
                <a:gd name="T7" fmla="*/ 0 h 260"/>
                <a:gd name="T8" fmla="*/ 1465 w 356"/>
                <a:gd name="T9" fmla="*/ 746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260">
                  <a:moveTo>
                    <a:pt x="344" y="144"/>
                  </a:moveTo>
                  <a:cubicBezTo>
                    <a:pt x="336" y="207"/>
                    <a:pt x="267" y="260"/>
                    <a:pt x="172" y="260"/>
                  </a:cubicBezTo>
                  <a:cubicBezTo>
                    <a:pt x="77" y="260"/>
                    <a:pt x="0" y="208"/>
                    <a:pt x="0" y="144"/>
                  </a:cubicBezTo>
                  <a:cubicBezTo>
                    <a:pt x="0" y="80"/>
                    <a:pt x="113" y="0"/>
                    <a:pt x="208" y="0"/>
                  </a:cubicBezTo>
                  <a:cubicBezTo>
                    <a:pt x="303" y="0"/>
                    <a:pt x="356" y="56"/>
                    <a:pt x="344" y="144"/>
                  </a:cubicBezTo>
                  <a:close/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39">
              <a:extLst>
                <a:ext uri="{FF2B5EF4-FFF2-40B4-BE49-F238E27FC236}">
                  <a16:creationId xmlns:a16="http://schemas.microsoft.com/office/drawing/2014/main" id="{AAECB33E-CE4C-4BBE-8A06-659014943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928"/>
              <a:ext cx="481" cy="375"/>
            </a:xfrm>
            <a:custGeom>
              <a:avLst/>
              <a:gdLst>
                <a:gd name="T0" fmla="*/ 1220 w 297"/>
                <a:gd name="T1" fmla="*/ 619 h 217"/>
                <a:gd name="T2" fmla="*/ 611 w 297"/>
                <a:gd name="T3" fmla="*/ 1120 h 217"/>
                <a:gd name="T4" fmla="*/ 0 w 297"/>
                <a:gd name="T5" fmla="*/ 619 h 217"/>
                <a:gd name="T6" fmla="*/ 740 w 297"/>
                <a:gd name="T7" fmla="*/ 0 h 217"/>
                <a:gd name="T8" fmla="*/ 1220 w 297"/>
                <a:gd name="T9" fmla="*/ 619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217">
                  <a:moveTo>
                    <a:pt x="287" y="120"/>
                  </a:moveTo>
                  <a:cubicBezTo>
                    <a:pt x="280" y="173"/>
                    <a:pt x="223" y="217"/>
                    <a:pt x="144" y="217"/>
                  </a:cubicBezTo>
                  <a:cubicBezTo>
                    <a:pt x="64" y="217"/>
                    <a:pt x="0" y="173"/>
                    <a:pt x="0" y="120"/>
                  </a:cubicBezTo>
                  <a:cubicBezTo>
                    <a:pt x="0" y="66"/>
                    <a:pt x="94" y="0"/>
                    <a:pt x="174" y="0"/>
                  </a:cubicBezTo>
                  <a:cubicBezTo>
                    <a:pt x="253" y="0"/>
                    <a:pt x="297" y="46"/>
                    <a:pt x="287" y="120"/>
                  </a:cubicBezTo>
                  <a:close/>
                </a:path>
              </a:pathLst>
            </a:custGeom>
            <a:solidFill>
              <a:srgbClr val="FCE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40">
              <a:extLst>
                <a:ext uri="{FF2B5EF4-FFF2-40B4-BE49-F238E27FC236}">
                  <a16:creationId xmlns:a16="http://schemas.microsoft.com/office/drawing/2014/main" id="{BA1EC28E-ECE0-47D2-B6F8-DE2C07D4A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084"/>
              <a:ext cx="64" cy="52"/>
            </a:xfrm>
            <a:custGeom>
              <a:avLst/>
              <a:gdLst>
                <a:gd name="T0" fmla="*/ 82 w 40"/>
                <a:gd name="T1" fmla="*/ 5 h 30"/>
                <a:gd name="T2" fmla="*/ 16 w 40"/>
                <a:gd name="T3" fmla="*/ 87 h 30"/>
                <a:gd name="T4" fmla="*/ 107 w 40"/>
                <a:gd name="T5" fmla="*/ 135 h 30"/>
                <a:gd name="T6" fmla="*/ 77 w 40"/>
                <a:gd name="T7" fmla="*/ 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0">
                  <a:moveTo>
                    <a:pt x="20" y="1"/>
                  </a:moveTo>
                  <a:cubicBezTo>
                    <a:pt x="13" y="4"/>
                    <a:pt x="0" y="5"/>
                    <a:pt x="4" y="17"/>
                  </a:cubicBezTo>
                  <a:cubicBezTo>
                    <a:pt x="7" y="27"/>
                    <a:pt x="18" y="30"/>
                    <a:pt x="26" y="26"/>
                  </a:cubicBezTo>
                  <a:cubicBezTo>
                    <a:pt x="40" y="18"/>
                    <a:pt x="35" y="0"/>
                    <a:pt x="19" y="2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1">
              <a:extLst>
                <a:ext uri="{FF2B5EF4-FFF2-40B4-BE49-F238E27FC236}">
                  <a16:creationId xmlns:a16="http://schemas.microsoft.com/office/drawing/2014/main" id="{B394562C-D432-46A1-921E-B3F3618AB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947"/>
              <a:ext cx="11" cy="130"/>
            </a:xfrm>
            <a:custGeom>
              <a:avLst/>
              <a:gdLst>
                <a:gd name="T0" fmla="*/ 27 w 7"/>
                <a:gd name="T1" fmla="*/ 390 h 75"/>
                <a:gd name="T2" fmla="*/ 5 w 7"/>
                <a:gd name="T3" fmla="*/ 0 h 75"/>
                <a:gd name="T4" fmla="*/ 22 w 7"/>
                <a:gd name="T5" fmla="*/ 250 h 75"/>
                <a:gd name="T6" fmla="*/ 27 w 7"/>
                <a:gd name="T7" fmla="*/ 39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5">
                  <a:moveTo>
                    <a:pt x="7" y="75"/>
                  </a:moveTo>
                  <a:cubicBezTo>
                    <a:pt x="0" y="57"/>
                    <a:pt x="6" y="23"/>
                    <a:pt x="1" y="0"/>
                  </a:cubicBezTo>
                  <a:cubicBezTo>
                    <a:pt x="6" y="17"/>
                    <a:pt x="6" y="31"/>
                    <a:pt x="6" y="48"/>
                  </a:cubicBezTo>
                  <a:cubicBezTo>
                    <a:pt x="7" y="56"/>
                    <a:pt x="6" y="69"/>
                    <a:pt x="7" y="75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42">
              <a:extLst>
                <a:ext uri="{FF2B5EF4-FFF2-40B4-BE49-F238E27FC236}">
                  <a16:creationId xmlns:a16="http://schemas.microsoft.com/office/drawing/2014/main" id="{BF37D519-0329-4135-89BE-792AA2900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013"/>
              <a:ext cx="144" cy="71"/>
            </a:xfrm>
            <a:custGeom>
              <a:avLst/>
              <a:gdLst>
                <a:gd name="T0" fmla="*/ 0 w 89"/>
                <a:gd name="T1" fmla="*/ 213 h 41"/>
                <a:gd name="T2" fmla="*/ 123 w 89"/>
                <a:gd name="T3" fmla="*/ 126 h 41"/>
                <a:gd name="T4" fmla="*/ 280 w 89"/>
                <a:gd name="T5" fmla="*/ 36 h 41"/>
                <a:gd name="T6" fmla="*/ 377 w 89"/>
                <a:gd name="T7" fmla="*/ 0 h 41"/>
                <a:gd name="T8" fmla="*/ 139 w 89"/>
                <a:gd name="T9" fmla="*/ 151 h 41"/>
                <a:gd name="T10" fmla="*/ 21 w 89"/>
                <a:gd name="T11" fmla="*/ 213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41">
                  <a:moveTo>
                    <a:pt x="0" y="41"/>
                  </a:moveTo>
                  <a:cubicBezTo>
                    <a:pt x="10" y="39"/>
                    <a:pt x="21" y="29"/>
                    <a:pt x="29" y="24"/>
                  </a:cubicBezTo>
                  <a:cubicBezTo>
                    <a:pt x="41" y="18"/>
                    <a:pt x="53" y="12"/>
                    <a:pt x="66" y="7"/>
                  </a:cubicBezTo>
                  <a:cubicBezTo>
                    <a:pt x="73" y="4"/>
                    <a:pt x="82" y="4"/>
                    <a:pt x="89" y="0"/>
                  </a:cubicBezTo>
                  <a:cubicBezTo>
                    <a:pt x="76" y="16"/>
                    <a:pt x="51" y="23"/>
                    <a:pt x="33" y="29"/>
                  </a:cubicBezTo>
                  <a:cubicBezTo>
                    <a:pt x="23" y="32"/>
                    <a:pt x="13" y="38"/>
                    <a:pt x="5" y="41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43">
              <a:extLst>
                <a:ext uri="{FF2B5EF4-FFF2-40B4-BE49-F238E27FC236}">
                  <a16:creationId xmlns:a16="http://schemas.microsoft.com/office/drawing/2014/main" id="{82C180E5-8285-419D-A49F-8A9F02404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31"/>
              <a:ext cx="159" cy="45"/>
            </a:xfrm>
            <a:custGeom>
              <a:avLst/>
              <a:gdLst>
                <a:gd name="T0" fmla="*/ 0 w 98"/>
                <a:gd name="T1" fmla="*/ 9 h 26"/>
                <a:gd name="T2" fmla="*/ 136 w 98"/>
                <a:gd name="T3" fmla="*/ 48 h 26"/>
                <a:gd name="T4" fmla="*/ 310 w 98"/>
                <a:gd name="T5" fmla="*/ 99 h 26"/>
                <a:gd name="T6" fmla="*/ 419 w 98"/>
                <a:gd name="T7" fmla="*/ 119 h 26"/>
                <a:gd name="T8" fmla="*/ 329 w 98"/>
                <a:gd name="T9" fmla="*/ 107 h 26"/>
                <a:gd name="T10" fmla="*/ 187 w 98"/>
                <a:gd name="T11" fmla="*/ 83 h 26"/>
                <a:gd name="T12" fmla="*/ 81 w 98"/>
                <a:gd name="T13" fmla="*/ 28 h 26"/>
                <a:gd name="T14" fmla="*/ 21 w 98"/>
                <a:gd name="T15" fmla="*/ 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26">
                  <a:moveTo>
                    <a:pt x="0" y="2"/>
                  </a:moveTo>
                  <a:cubicBezTo>
                    <a:pt x="9" y="0"/>
                    <a:pt x="23" y="7"/>
                    <a:pt x="32" y="9"/>
                  </a:cubicBezTo>
                  <a:cubicBezTo>
                    <a:pt x="46" y="12"/>
                    <a:pt x="59" y="16"/>
                    <a:pt x="73" y="19"/>
                  </a:cubicBezTo>
                  <a:cubicBezTo>
                    <a:pt x="81" y="21"/>
                    <a:pt x="90" y="23"/>
                    <a:pt x="98" y="23"/>
                  </a:cubicBezTo>
                  <a:cubicBezTo>
                    <a:pt x="92" y="26"/>
                    <a:pt x="83" y="23"/>
                    <a:pt x="77" y="21"/>
                  </a:cubicBezTo>
                  <a:cubicBezTo>
                    <a:pt x="66" y="19"/>
                    <a:pt x="55" y="19"/>
                    <a:pt x="44" y="16"/>
                  </a:cubicBezTo>
                  <a:cubicBezTo>
                    <a:pt x="35" y="13"/>
                    <a:pt x="27" y="9"/>
                    <a:pt x="19" y="5"/>
                  </a:cubicBezTo>
                  <a:cubicBezTo>
                    <a:pt x="14" y="4"/>
                    <a:pt x="9" y="4"/>
                    <a:pt x="5" y="2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44">
              <a:extLst>
                <a:ext uri="{FF2B5EF4-FFF2-40B4-BE49-F238E27FC236}">
                  <a16:creationId xmlns:a16="http://schemas.microsoft.com/office/drawing/2014/main" id="{08FBF4E4-24C4-4D71-B1BB-FDB18D842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148"/>
              <a:ext cx="21" cy="143"/>
            </a:xfrm>
            <a:custGeom>
              <a:avLst/>
              <a:gdLst>
                <a:gd name="T0" fmla="*/ 39 w 13"/>
                <a:gd name="T1" fmla="*/ 0 h 83"/>
                <a:gd name="T2" fmla="*/ 39 w 13"/>
                <a:gd name="T3" fmla="*/ 127 h 83"/>
                <a:gd name="T4" fmla="*/ 42 w 13"/>
                <a:gd name="T5" fmla="*/ 283 h 83"/>
                <a:gd name="T6" fmla="*/ 42 w 13"/>
                <a:gd name="T7" fmla="*/ 424 h 83"/>
                <a:gd name="T8" fmla="*/ 21 w 13"/>
                <a:gd name="T9" fmla="*/ 176 h 83"/>
                <a:gd name="T10" fmla="*/ 26 w 13"/>
                <a:gd name="T11" fmla="*/ 29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83">
                  <a:moveTo>
                    <a:pt x="9" y="0"/>
                  </a:moveTo>
                  <a:cubicBezTo>
                    <a:pt x="7" y="7"/>
                    <a:pt x="9" y="18"/>
                    <a:pt x="9" y="25"/>
                  </a:cubicBezTo>
                  <a:cubicBezTo>
                    <a:pt x="9" y="35"/>
                    <a:pt x="9" y="45"/>
                    <a:pt x="10" y="55"/>
                  </a:cubicBezTo>
                  <a:cubicBezTo>
                    <a:pt x="10" y="64"/>
                    <a:pt x="13" y="76"/>
                    <a:pt x="10" y="83"/>
                  </a:cubicBezTo>
                  <a:cubicBezTo>
                    <a:pt x="0" y="77"/>
                    <a:pt x="5" y="45"/>
                    <a:pt x="5" y="34"/>
                  </a:cubicBezTo>
                  <a:cubicBezTo>
                    <a:pt x="5" y="25"/>
                    <a:pt x="7" y="15"/>
                    <a:pt x="6" y="6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45">
              <a:extLst>
                <a:ext uri="{FF2B5EF4-FFF2-40B4-BE49-F238E27FC236}">
                  <a16:creationId xmlns:a16="http://schemas.microsoft.com/office/drawing/2014/main" id="{D8118E02-011B-491A-926C-0EE78D770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125"/>
              <a:ext cx="126" cy="109"/>
            </a:xfrm>
            <a:custGeom>
              <a:avLst/>
              <a:gdLst>
                <a:gd name="T0" fmla="*/ 330 w 78"/>
                <a:gd name="T1" fmla="*/ 0 h 63"/>
                <a:gd name="T2" fmla="*/ 115 w 78"/>
                <a:gd name="T3" fmla="*/ 213 h 63"/>
                <a:gd name="T4" fmla="*/ 0 w 78"/>
                <a:gd name="T5" fmla="*/ 327 h 63"/>
                <a:gd name="T6" fmla="*/ 207 w 78"/>
                <a:gd name="T7" fmla="*/ 140 h 63"/>
                <a:gd name="T8" fmla="*/ 275 w 78"/>
                <a:gd name="T9" fmla="*/ 73 h 63"/>
                <a:gd name="T10" fmla="*/ 313 w 78"/>
                <a:gd name="T11" fmla="*/ 2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63">
                  <a:moveTo>
                    <a:pt x="78" y="0"/>
                  </a:moveTo>
                  <a:cubicBezTo>
                    <a:pt x="61" y="13"/>
                    <a:pt x="44" y="27"/>
                    <a:pt x="27" y="41"/>
                  </a:cubicBezTo>
                  <a:cubicBezTo>
                    <a:pt x="19" y="47"/>
                    <a:pt x="3" y="54"/>
                    <a:pt x="0" y="63"/>
                  </a:cubicBezTo>
                  <a:cubicBezTo>
                    <a:pt x="18" y="61"/>
                    <a:pt x="36" y="39"/>
                    <a:pt x="49" y="27"/>
                  </a:cubicBezTo>
                  <a:cubicBezTo>
                    <a:pt x="54" y="22"/>
                    <a:pt x="60" y="19"/>
                    <a:pt x="65" y="14"/>
                  </a:cubicBezTo>
                  <a:cubicBezTo>
                    <a:pt x="68" y="10"/>
                    <a:pt x="70" y="6"/>
                    <a:pt x="74" y="4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46">
              <a:extLst>
                <a:ext uri="{FF2B5EF4-FFF2-40B4-BE49-F238E27FC236}">
                  <a16:creationId xmlns:a16="http://schemas.microsoft.com/office/drawing/2014/main" id="{116E4833-426A-4AD7-9D61-6E681D79C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048"/>
              <a:ext cx="144" cy="48"/>
            </a:xfrm>
            <a:custGeom>
              <a:avLst/>
              <a:gdLst>
                <a:gd name="T0" fmla="*/ 377 w 89"/>
                <a:gd name="T1" fmla="*/ 132 h 28"/>
                <a:gd name="T2" fmla="*/ 288 w 89"/>
                <a:gd name="T3" fmla="*/ 115 h 28"/>
                <a:gd name="T4" fmla="*/ 128 w 89"/>
                <a:gd name="T5" fmla="*/ 41 h 28"/>
                <a:gd name="T6" fmla="*/ 0 w 89"/>
                <a:gd name="T7" fmla="*/ 0 h 28"/>
                <a:gd name="T8" fmla="*/ 241 w 89"/>
                <a:gd name="T9" fmla="*/ 91 h 28"/>
                <a:gd name="T10" fmla="*/ 348 w 89"/>
                <a:gd name="T11" fmla="*/ 13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28">
                  <a:moveTo>
                    <a:pt x="89" y="26"/>
                  </a:moveTo>
                  <a:cubicBezTo>
                    <a:pt x="84" y="28"/>
                    <a:pt x="74" y="24"/>
                    <a:pt x="68" y="23"/>
                  </a:cubicBezTo>
                  <a:cubicBezTo>
                    <a:pt x="54" y="20"/>
                    <a:pt x="43" y="14"/>
                    <a:pt x="30" y="8"/>
                  </a:cubicBezTo>
                  <a:cubicBezTo>
                    <a:pt x="20" y="4"/>
                    <a:pt x="9" y="2"/>
                    <a:pt x="0" y="0"/>
                  </a:cubicBezTo>
                  <a:cubicBezTo>
                    <a:pt x="19" y="1"/>
                    <a:pt x="39" y="12"/>
                    <a:pt x="57" y="18"/>
                  </a:cubicBezTo>
                  <a:cubicBezTo>
                    <a:pt x="65" y="20"/>
                    <a:pt x="74" y="25"/>
                    <a:pt x="82" y="27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47">
              <a:extLst>
                <a:ext uri="{FF2B5EF4-FFF2-40B4-BE49-F238E27FC236}">
                  <a16:creationId xmlns:a16="http://schemas.microsoft.com/office/drawing/2014/main" id="{4509FC1D-FCFE-4222-AF54-0E68FFBE5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091"/>
              <a:ext cx="26" cy="31"/>
            </a:xfrm>
            <a:custGeom>
              <a:avLst/>
              <a:gdLst>
                <a:gd name="T0" fmla="*/ 68 w 16"/>
                <a:gd name="T1" fmla="*/ 0 h 18"/>
                <a:gd name="T2" fmla="*/ 8 w 16"/>
                <a:gd name="T3" fmla="*/ 29 h 18"/>
                <a:gd name="T4" fmla="*/ 47 w 16"/>
                <a:gd name="T5" fmla="*/ 91 h 18"/>
                <a:gd name="T6" fmla="*/ 68 w 16"/>
                <a:gd name="T7" fmla="*/ 1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1" y="1"/>
                    <a:pt x="5" y="0"/>
                    <a:pt x="2" y="6"/>
                  </a:cubicBezTo>
                  <a:cubicBezTo>
                    <a:pt x="0" y="12"/>
                    <a:pt x="5" y="16"/>
                    <a:pt x="11" y="18"/>
                  </a:cubicBezTo>
                  <a:cubicBezTo>
                    <a:pt x="8" y="10"/>
                    <a:pt x="10" y="7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48">
              <a:extLst>
                <a:ext uri="{FF2B5EF4-FFF2-40B4-BE49-F238E27FC236}">
                  <a16:creationId xmlns:a16="http://schemas.microsoft.com/office/drawing/2014/main" id="{FBCA1C4E-A770-4040-A5CC-B23B6844B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947"/>
              <a:ext cx="15" cy="118"/>
            </a:xfrm>
            <a:custGeom>
              <a:avLst/>
              <a:gdLst>
                <a:gd name="T0" fmla="*/ 8 w 9"/>
                <a:gd name="T1" fmla="*/ 21 h 68"/>
                <a:gd name="T2" fmla="*/ 8 w 9"/>
                <a:gd name="T3" fmla="*/ 5 h 68"/>
                <a:gd name="T4" fmla="*/ 8 w 9"/>
                <a:gd name="T5" fmla="*/ 208 h 68"/>
                <a:gd name="T6" fmla="*/ 8 w 9"/>
                <a:gd name="T7" fmla="*/ 356 h 68"/>
                <a:gd name="T8" fmla="*/ 20 w 9"/>
                <a:gd name="T9" fmla="*/ 127 h 68"/>
                <a:gd name="T10" fmla="*/ 8 w 9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8">
                  <a:moveTo>
                    <a:pt x="2" y="4"/>
                  </a:moveTo>
                  <a:cubicBezTo>
                    <a:pt x="2" y="3"/>
                    <a:pt x="1" y="2"/>
                    <a:pt x="2" y="1"/>
                  </a:cubicBezTo>
                  <a:cubicBezTo>
                    <a:pt x="5" y="12"/>
                    <a:pt x="3" y="29"/>
                    <a:pt x="2" y="40"/>
                  </a:cubicBezTo>
                  <a:cubicBezTo>
                    <a:pt x="2" y="48"/>
                    <a:pt x="0" y="62"/>
                    <a:pt x="2" y="68"/>
                  </a:cubicBezTo>
                  <a:cubicBezTo>
                    <a:pt x="9" y="54"/>
                    <a:pt x="4" y="39"/>
                    <a:pt x="4" y="24"/>
                  </a:cubicBezTo>
                  <a:cubicBezTo>
                    <a:pt x="4" y="17"/>
                    <a:pt x="4" y="8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49">
              <a:extLst>
                <a:ext uri="{FF2B5EF4-FFF2-40B4-BE49-F238E27FC236}">
                  <a16:creationId xmlns:a16="http://schemas.microsoft.com/office/drawing/2014/main" id="{8B6EFDE4-C92F-4563-BA80-C7856F33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024"/>
              <a:ext cx="132" cy="69"/>
            </a:xfrm>
            <a:custGeom>
              <a:avLst/>
              <a:gdLst>
                <a:gd name="T0" fmla="*/ 0 w 81"/>
                <a:gd name="T1" fmla="*/ 205 h 40"/>
                <a:gd name="T2" fmla="*/ 212 w 81"/>
                <a:gd name="T3" fmla="*/ 86 h 40"/>
                <a:gd name="T4" fmla="*/ 350 w 81"/>
                <a:gd name="T5" fmla="*/ 0 h 40"/>
                <a:gd name="T6" fmla="*/ 13 w 81"/>
                <a:gd name="T7" fmla="*/ 20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40">
                  <a:moveTo>
                    <a:pt x="0" y="40"/>
                  </a:moveTo>
                  <a:cubicBezTo>
                    <a:pt x="0" y="33"/>
                    <a:pt x="41" y="22"/>
                    <a:pt x="49" y="17"/>
                  </a:cubicBezTo>
                  <a:cubicBezTo>
                    <a:pt x="59" y="12"/>
                    <a:pt x="70" y="4"/>
                    <a:pt x="81" y="0"/>
                  </a:cubicBezTo>
                  <a:cubicBezTo>
                    <a:pt x="54" y="12"/>
                    <a:pt x="31" y="32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50">
              <a:extLst>
                <a:ext uri="{FF2B5EF4-FFF2-40B4-BE49-F238E27FC236}">
                  <a16:creationId xmlns:a16="http://schemas.microsoft.com/office/drawing/2014/main" id="{BAED1A60-F2FD-45A9-91F5-DEDBCD75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139"/>
              <a:ext cx="115" cy="45"/>
            </a:xfrm>
            <a:custGeom>
              <a:avLst/>
              <a:gdLst>
                <a:gd name="T0" fmla="*/ 8 w 71"/>
                <a:gd name="T1" fmla="*/ 5 h 26"/>
                <a:gd name="T2" fmla="*/ 0 w 71"/>
                <a:gd name="T3" fmla="*/ 0 h 26"/>
                <a:gd name="T4" fmla="*/ 170 w 71"/>
                <a:gd name="T5" fmla="*/ 87 h 26"/>
                <a:gd name="T6" fmla="*/ 301 w 71"/>
                <a:gd name="T7" fmla="*/ 135 h 26"/>
                <a:gd name="T8" fmla="*/ 152 w 71"/>
                <a:gd name="T9" fmla="*/ 62 h 26"/>
                <a:gd name="T10" fmla="*/ 26 w 71"/>
                <a:gd name="T11" fmla="*/ 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26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1" y="8"/>
                    <a:pt x="27" y="12"/>
                    <a:pt x="40" y="17"/>
                  </a:cubicBezTo>
                  <a:cubicBezTo>
                    <a:pt x="51" y="22"/>
                    <a:pt x="60" y="26"/>
                    <a:pt x="71" y="26"/>
                  </a:cubicBezTo>
                  <a:cubicBezTo>
                    <a:pt x="59" y="20"/>
                    <a:pt x="49" y="15"/>
                    <a:pt x="36" y="12"/>
                  </a:cubicBezTo>
                  <a:cubicBezTo>
                    <a:pt x="26" y="9"/>
                    <a:pt x="15" y="6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51">
              <a:extLst>
                <a:ext uri="{FF2B5EF4-FFF2-40B4-BE49-F238E27FC236}">
                  <a16:creationId xmlns:a16="http://schemas.microsoft.com/office/drawing/2014/main" id="{DAA4F8FF-9B9D-48CF-B480-E0AC75997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55"/>
              <a:ext cx="17" cy="114"/>
            </a:xfrm>
            <a:custGeom>
              <a:avLst/>
              <a:gdLst>
                <a:gd name="T0" fmla="*/ 19 w 11"/>
                <a:gd name="T1" fmla="*/ 0 h 66"/>
                <a:gd name="T2" fmla="*/ 14 w 11"/>
                <a:gd name="T3" fmla="*/ 140 h 66"/>
                <a:gd name="T4" fmla="*/ 26 w 11"/>
                <a:gd name="T5" fmla="*/ 340 h 66"/>
                <a:gd name="T6" fmla="*/ 14 w 11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6">
                  <a:moveTo>
                    <a:pt x="5" y="0"/>
                  </a:moveTo>
                  <a:cubicBezTo>
                    <a:pt x="0" y="5"/>
                    <a:pt x="3" y="21"/>
                    <a:pt x="4" y="27"/>
                  </a:cubicBezTo>
                  <a:cubicBezTo>
                    <a:pt x="5" y="39"/>
                    <a:pt x="3" y="55"/>
                    <a:pt x="7" y="66"/>
                  </a:cubicBezTo>
                  <a:cubicBezTo>
                    <a:pt x="11" y="44"/>
                    <a:pt x="3" y="2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52">
              <a:extLst>
                <a:ext uri="{FF2B5EF4-FFF2-40B4-BE49-F238E27FC236}">
                  <a16:creationId xmlns:a16="http://schemas.microsoft.com/office/drawing/2014/main" id="{CDFD4C0D-C85F-4D87-B68E-528172A28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139"/>
              <a:ext cx="107" cy="101"/>
            </a:xfrm>
            <a:custGeom>
              <a:avLst/>
              <a:gdLst>
                <a:gd name="T0" fmla="*/ 280 w 66"/>
                <a:gd name="T1" fmla="*/ 0 h 58"/>
                <a:gd name="T2" fmla="*/ 246 w 66"/>
                <a:gd name="T3" fmla="*/ 37 h 58"/>
                <a:gd name="T4" fmla="*/ 128 w 66"/>
                <a:gd name="T5" fmla="*/ 164 h 58"/>
                <a:gd name="T6" fmla="*/ 0 w 66"/>
                <a:gd name="T7" fmla="*/ 306 h 58"/>
                <a:gd name="T8" fmla="*/ 115 w 66"/>
                <a:gd name="T9" fmla="*/ 172 h 58"/>
                <a:gd name="T10" fmla="*/ 253 w 66"/>
                <a:gd name="T11" fmla="*/ 2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8">
                  <a:moveTo>
                    <a:pt x="66" y="0"/>
                  </a:moveTo>
                  <a:cubicBezTo>
                    <a:pt x="63" y="2"/>
                    <a:pt x="61" y="4"/>
                    <a:pt x="58" y="7"/>
                  </a:cubicBezTo>
                  <a:cubicBezTo>
                    <a:pt x="49" y="16"/>
                    <a:pt x="39" y="22"/>
                    <a:pt x="30" y="31"/>
                  </a:cubicBezTo>
                  <a:cubicBezTo>
                    <a:pt x="20" y="39"/>
                    <a:pt x="8" y="48"/>
                    <a:pt x="0" y="58"/>
                  </a:cubicBezTo>
                  <a:cubicBezTo>
                    <a:pt x="7" y="49"/>
                    <a:pt x="18" y="40"/>
                    <a:pt x="27" y="33"/>
                  </a:cubicBezTo>
                  <a:cubicBezTo>
                    <a:pt x="37" y="24"/>
                    <a:pt x="53" y="17"/>
                    <a:pt x="5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53">
              <a:extLst>
                <a:ext uri="{FF2B5EF4-FFF2-40B4-BE49-F238E27FC236}">
                  <a16:creationId xmlns:a16="http://schemas.microsoft.com/office/drawing/2014/main" id="{9070601B-D445-47DE-AD5E-B29A7693D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041"/>
              <a:ext cx="105" cy="45"/>
            </a:xfrm>
            <a:custGeom>
              <a:avLst/>
              <a:gdLst>
                <a:gd name="T0" fmla="*/ 275 w 65"/>
                <a:gd name="T1" fmla="*/ 126 h 26"/>
                <a:gd name="T2" fmla="*/ 118 w 65"/>
                <a:gd name="T3" fmla="*/ 36 h 26"/>
                <a:gd name="T4" fmla="*/ 0 w 65"/>
                <a:gd name="T5" fmla="*/ 0 h 26"/>
                <a:gd name="T6" fmla="*/ 267 w 65"/>
                <a:gd name="T7" fmla="*/ 13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6">
                  <a:moveTo>
                    <a:pt x="65" y="24"/>
                  </a:moveTo>
                  <a:cubicBezTo>
                    <a:pt x="55" y="17"/>
                    <a:pt x="40" y="10"/>
                    <a:pt x="28" y="7"/>
                  </a:cubicBezTo>
                  <a:cubicBezTo>
                    <a:pt x="20" y="4"/>
                    <a:pt x="8" y="4"/>
                    <a:pt x="0" y="0"/>
                  </a:cubicBezTo>
                  <a:cubicBezTo>
                    <a:pt x="22" y="6"/>
                    <a:pt x="44" y="15"/>
                    <a:pt x="6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54">
              <a:extLst>
                <a:ext uri="{FF2B5EF4-FFF2-40B4-BE49-F238E27FC236}">
                  <a16:creationId xmlns:a16="http://schemas.microsoft.com/office/drawing/2014/main" id="{5A57E574-9499-40C2-A500-01EDE262A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996"/>
              <a:ext cx="91" cy="219"/>
            </a:xfrm>
            <a:custGeom>
              <a:avLst/>
              <a:gdLst>
                <a:gd name="T0" fmla="*/ 241 w 56"/>
                <a:gd name="T1" fmla="*/ 0 h 127"/>
                <a:gd name="T2" fmla="*/ 42 w 56"/>
                <a:gd name="T3" fmla="*/ 345 h 127"/>
                <a:gd name="T4" fmla="*/ 109 w 56"/>
                <a:gd name="T5" fmla="*/ 652 h 127"/>
                <a:gd name="T6" fmla="*/ 18 w 56"/>
                <a:gd name="T7" fmla="*/ 502 h 127"/>
                <a:gd name="T8" fmla="*/ 18 w 56"/>
                <a:gd name="T9" fmla="*/ 307 h 127"/>
                <a:gd name="T10" fmla="*/ 109 w 56"/>
                <a:gd name="T11" fmla="*/ 148 h 127"/>
                <a:gd name="T12" fmla="*/ 219 w 56"/>
                <a:gd name="T13" fmla="*/ 5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7">
                  <a:moveTo>
                    <a:pt x="56" y="0"/>
                  </a:moveTo>
                  <a:cubicBezTo>
                    <a:pt x="36" y="18"/>
                    <a:pt x="15" y="40"/>
                    <a:pt x="10" y="67"/>
                  </a:cubicBezTo>
                  <a:cubicBezTo>
                    <a:pt x="5" y="89"/>
                    <a:pt x="14" y="108"/>
                    <a:pt x="25" y="127"/>
                  </a:cubicBezTo>
                  <a:cubicBezTo>
                    <a:pt x="18" y="117"/>
                    <a:pt x="9" y="109"/>
                    <a:pt x="4" y="98"/>
                  </a:cubicBezTo>
                  <a:cubicBezTo>
                    <a:pt x="0" y="88"/>
                    <a:pt x="0" y="71"/>
                    <a:pt x="4" y="60"/>
                  </a:cubicBezTo>
                  <a:cubicBezTo>
                    <a:pt x="8" y="49"/>
                    <a:pt x="17" y="38"/>
                    <a:pt x="25" y="29"/>
                  </a:cubicBezTo>
                  <a:cubicBezTo>
                    <a:pt x="33" y="21"/>
                    <a:pt x="41" y="7"/>
                    <a:pt x="5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55">
              <a:extLst>
                <a:ext uri="{FF2B5EF4-FFF2-40B4-BE49-F238E27FC236}">
                  <a16:creationId xmlns:a16="http://schemas.microsoft.com/office/drawing/2014/main" id="{3245F535-CF00-487B-B20D-59C0FB29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35"/>
              <a:ext cx="141" cy="154"/>
            </a:xfrm>
            <a:custGeom>
              <a:avLst/>
              <a:gdLst>
                <a:gd name="T0" fmla="*/ 149 w 87"/>
                <a:gd name="T1" fmla="*/ 0 h 89"/>
                <a:gd name="T2" fmla="*/ 29 w 87"/>
                <a:gd name="T3" fmla="*/ 50 h 89"/>
                <a:gd name="T4" fmla="*/ 26 w 87"/>
                <a:gd name="T5" fmla="*/ 242 h 89"/>
                <a:gd name="T6" fmla="*/ 21 w 87"/>
                <a:gd name="T7" fmla="*/ 395 h 89"/>
                <a:gd name="T8" fmla="*/ 136 w 87"/>
                <a:gd name="T9" fmla="*/ 362 h 89"/>
                <a:gd name="T10" fmla="*/ 238 w 87"/>
                <a:gd name="T11" fmla="*/ 311 h 89"/>
                <a:gd name="T12" fmla="*/ 308 w 87"/>
                <a:gd name="T13" fmla="*/ 254 h 89"/>
                <a:gd name="T14" fmla="*/ 371 w 87"/>
                <a:gd name="T15" fmla="*/ 135 h 89"/>
                <a:gd name="T16" fmla="*/ 183 w 87"/>
                <a:gd name="T17" fmla="*/ 5 h 89"/>
                <a:gd name="T18" fmla="*/ 152 w 87"/>
                <a:gd name="T19" fmla="*/ 5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89">
                  <a:moveTo>
                    <a:pt x="35" y="0"/>
                  </a:moveTo>
                  <a:cubicBezTo>
                    <a:pt x="25" y="0"/>
                    <a:pt x="13" y="1"/>
                    <a:pt x="7" y="10"/>
                  </a:cubicBezTo>
                  <a:cubicBezTo>
                    <a:pt x="0" y="20"/>
                    <a:pt x="7" y="36"/>
                    <a:pt x="6" y="47"/>
                  </a:cubicBezTo>
                  <a:cubicBezTo>
                    <a:pt x="5" y="56"/>
                    <a:pt x="2" y="68"/>
                    <a:pt x="5" y="76"/>
                  </a:cubicBezTo>
                  <a:cubicBezTo>
                    <a:pt x="11" y="89"/>
                    <a:pt x="25" y="73"/>
                    <a:pt x="32" y="70"/>
                  </a:cubicBezTo>
                  <a:cubicBezTo>
                    <a:pt x="40" y="66"/>
                    <a:pt x="48" y="65"/>
                    <a:pt x="56" y="60"/>
                  </a:cubicBezTo>
                  <a:cubicBezTo>
                    <a:pt x="61" y="56"/>
                    <a:pt x="67" y="53"/>
                    <a:pt x="72" y="49"/>
                  </a:cubicBezTo>
                  <a:cubicBezTo>
                    <a:pt x="79" y="44"/>
                    <a:pt x="86" y="35"/>
                    <a:pt x="87" y="26"/>
                  </a:cubicBezTo>
                  <a:cubicBezTo>
                    <a:pt x="87" y="9"/>
                    <a:pt x="56" y="2"/>
                    <a:pt x="43" y="1"/>
                  </a:cubicBezTo>
                  <a:cubicBezTo>
                    <a:pt x="41" y="1"/>
                    <a:pt x="39" y="1"/>
                    <a:pt x="36" y="1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56">
              <a:extLst>
                <a:ext uri="{FF2B5EF4-FFF2-40B4-BE49-F238E27FC236}">
                  <a16:creationId xmlns:a16="http://schemas.microsoft.com/office/drawing/2014/main" id="{02F744D0-B087-465F-8E0D-805A963CA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032"/>
              <a:ext cx="175" cy="126"/>
            </a:xfrm>
            <a:custGeom>
              <a:avLst/>
              <a:gdLst>
                <a:gd name="T0" fmla="*/ 8 w 108"/>
                <a:gd name="T1" fmla="*/ 233 h 73"/>
                <a:gd name="T2" fmla="*/ 84 w 108"/>
                <a:gd name="T3" fmla="*/ 205 h 73"/>
                <a:gd name="T4" fmla="*/ 178 w 108"/>
                <a:gd name="T5" fmla="*/ 143 h 73"/>
                <a:gd name="T6" fmla="*/ 335 w 108"/>
                <a:gd name="T7" fmla="*/ 48 h 73"/>
                <a:gd name="T8" fmla="*/ 431 w 108"/>
                <a:gd name="T9" fmla="*/ 28 h 73"/>
                <a:gd name="T10" fmla="*/ 454 w 108"/>
                <a:gd name="T11" fmla="*/ 197 h 73"/>
                <a:gd name="T12" fmla="*/ 433 w 108"/>
                <a:gd name="T13" fmla="*/ 324 h 73"/>
                <a:gd name="T14" fmla="*/ 329 w 108"/>
                <a:gd name="T15" fmla="*/ 319 h 73"/>
                <a:gd name="T16" fmla="*/ 73 w 108"/>
                <a:gd name="T17" fmla="*/ 271 h 73"/>
                <a:gd name="T18" fmla="*/ 8 w 108"/>
                <a:gd name="T19" fmla="*/ 242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73">
                  <a:moveTo>
                    <a:pt x="2" y="45"/>
                  </a:moveTo>
                  <a:cubicBezTo>
                    <a:pt x="8" y="43"/>
                    <a:pt x="14" y="42"/>
                    <a:pt x="20" y="40"/>
                  </a:cubicBezTo>
                  <a:cubicBezTo>
                    <a:pt x="28" y="37"/>
                    <a:pt x="35" y="32"/>
                    <a:pt x="42" y="28"/>
                  </a:cubicBezTo>
                  <a:cubicBezTo>
                    <a:pt x="54" y="21"/>
                    <a:pt x="66" y="15"/>
                    <a:pt x="79" y="9"/>
                  </a:cubicBezTo>
                  <a:cubicBezTo>
                    <a:pt x="85" y="6"/>
                    <a:pt x="94" y="0"/>
                    <a:pt x="101" y="5"/>
                  </a:cubicBezTo>
                  <a:cubicBezTo>
                    <a:pt x="108" y="11"/>
                    <a:pt x="107" y="29"/>
                    <a:pt x="107" y="38"/>
                  </a:cubicBezTo>
                  <a:cubicBezTo>
                    <a:pt x="108" y="46"/>
                    <a:pt x="107" y="56"/>
                    <a:pt x="102" y="63"/>
                  </a:cubicBezTo>
                  <a:cubicBezTo>
                    <a:pt x="96" y="73"/>
                    <a:pt x="85" y="64"/>
                    <a:pt x="77" y="62"/>
                  </a:cubicBezTo>
                  <a:cubicBezTo>
                    <a:pt x="57" y="56"/>
                    <a:pt x="37" y="56"/>
                    <a:pt x="17" y="53"/>
                  </a:cubicBezTo>
                  <a:cubicBezTo>
                    <a:pt x="14" y="53"/>
                    <a:pt x="0" y="51"/>
                    <a:pt x="2" y="47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57">
              <a:extLst>
                <a:ext uri="{FF2B5EF4-FFF2-40B4-BE49-F238E27FC236}">
                  <a16:creationId xmlns:a16="http://schemas.microsoft.com/office/drawing/2014/main" id="{EE192076-5517-4028-B69C-FC63EB797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131"/>
              <a:ext cx="161" cy="160"/>
            </a:xfrm>
            <a:custGeom>
              <a:avLst/>
              <a:gdLst>
                <a:gd name="T0" fmla="*/ 26 w 99"/>
                <a:gd name="T1" fmla="*/ 119 h 93"/>
                <a:gd name="T2" fmla="*/ 21 w 99"/>
                <a:gd name="T3" fmla="*/ 29 h 93"/>
                <a:gd name="T4" fmla="*/ 117 w 99"/>
                <a:gd name="T5" fmla="*/ 57 h 93"/>
                <a:gd name="T6" fmla="*/ 364 w 99"/>
                <a:gd name="T7" fmla="*/ 177 h 93"/>
                <a:gd name="T8" fmla="*/ 418 w 99"/>
                <a:gd name="T9" fmla="*/ 239 h 93"/>
                <a:gd name="T10" fmla="*/ 350 w 99"/>
                <a:gd name="T11" fmla="*/ 341 h 93"/>
                <a:gd name="T12" fmla="*/ 233 w 99"/>
                <a:gd name="T13" fmla="*/ 403 h 93"/>
                <a:gd name="T14" fmla="*/ 130 w 99"/>
                <a:gd name="T15" fmla="*/ 459 h 93"/>
                <a:gd name="T16" fmla="*/ 42 w 99"/>
                <a:gd name="T17" fmla="*/ 423 h 93"/>
                <a:gd name="T18" fmla="*/ 13 w 99"/>
                <a:gd name="T19" fmla="*/ 255 h 93"/>
                <a:gd name="T20" fmla="*/ 18 w 99"/>
                <a:gd name="T21" fmla="*/ 83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93">
                  <a:moveTo>
                    <a:pt x="6" y="23"/>
                  </a:moveTo>
                  <a:cubicBezTo>
                    <a:pt x="3" y="18"/>
                    <a:pt x="0" y="10"/>
                    <a:pt x="5" y="6"/>
                  </a:cubicBezTo>
                  <a:cubicBezTo>
                    <a:pt x="12" y="0"/>
                    <a:pt x="21" y="8"/>
                    <a:pt x="27" y="11"/>
                  </a:cubicBezTo>
                  <a:cubicBezTo>
                    <a:pt x="45" y="22"/>
                    <a:pt x="65" y="28"/>
                    <a:pt x="85" y="35"/>
                  </a:cubicBezTo>
                  <a:cubicBezTo>
                    <a:pt x="91" y="37"/>
                    <a:pt x="99" y="39"/>
                    <a:pt x="97" y="47"/>
                  </a:cubicBezTo>
                  <a:cubicBezTo>
                    <a:pt x="96" y="55"/>
                    <a:pt x="88" y="63"/>
                    <a:pt x="81" y="67"/>
                  </a:cubicBezTo>
                  <a:cubicBezTo>
                    <a:pt x="73" y="72"/>
                    <a:pt x="63" y="75"/>
                    <a:pt x="54" y="79"/>
                  </a:cubicBezTo>
                  <a:cubicBezTo>
                    <a:pt x="45" y="84"/>
                    <a:pt x="39" y="87"/>
                    <a:pt x="30" y="90"/>
                  </a:cubicBezTo>
                  <a:cubicBezTo>
                    <a:pt x="21" y="92"/>
                    <a:pt x="16" y="93"/>
                    <a:pt x="10" y="83"/>
                  </a:cubicBezTo>
                  <a:cubicBezTo>
                    <a:pt x="5" y="73"/>
                    <a:pt x="4" y="62"/>
                    <a:pt x="3" y="50"/>
                  </a:cubicBezTo>
                  <a:cubicBezTo>
                    <a:pt x="2" y="38"/>
                    <a:pt x="4" y="28"/>
                    <a:pt x="4" y="16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58">
              <a:extLst>
                <a:ext uri="{FF2B5EF4-FFF2-40B4-BE49-F238E27FC236}">
                  <a16:creationId xmlns:a16="http://schemas.microsoft.com/office/drawing/2014/main" id="{113D7701-2DC4-4FE2-8C8F-087476BC4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132"/>
              <a:ext cx="110" cy="149"/>
            </a:xfrm>
            <a:custGeom>
              <a:avLst/>
              <a:gdLst>
                <a:gd name="T0" fmla="*/ 238 w 68"/>
                <a:gd name="T1" fmla="*/ 28 h 86"/>
                <a:gd name="T2" fmla="*/ 233 w 68"/>
                <a:gd name="T3" fmla="*/ 36 h 86"/>
                <a:gd name="T4" fmla="*/ 207 w 68"/>
                <a:gd name="T5" fmla="*/ 78 h 86"/>
                <a:gd name="T6" fmla="*/ 139 w 68"/>
                <a:gd name="T7" fmla="*/ 177 h 86"/>
                <a:gd name="T8" fmla="*/ 26 w 68"/>
                <a:gd name="T9" fmla="*/ 312 h 86"/>
                <a:gd name="T10" fmla="*/ 5 w 68"/>
                <a:gd name="T11" fmla="*/ 360 h 86"/>
                <a:gd name="T12" fmla="*/ 55 w 68"/>
                <a:gd name="T13" fmla="*/ 390 h 86"/>
                <a:gd name="T14" fmla="*/ 238 w 68"/>
                <a:gd name="T15" fmla="*/ 438 h 86"/>
                <a:gd name="T16" fmla="*/ 283 w 68"/>
                <a:gd name="T17" fmla="*/ 378 h 86"/>
                <a:gd name="T18" fmla="*/ 283 w 68"/>
                <a:gd name="T19" fmla="*/ 165 h 86"/>
                <a:gd name="T20" fmla="*/ 280 w 68"/>
                <a:gd name="T21" fmla="*/ 29 h 86"/>
                <a:gd name="T22" fmla="*/ 241 w 68"/>
                <a:gd name="T23" fmla="*/ 21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86">
                  <a:moveTo>
                    <a:pt x="56" y="5"/>
                  </a:moveTo>
                  <a:cubicBezTo>
                    <a:pt x="57" y="3"/>
                    <a:pt x="55" y="7"/>
                    <a:pt x="55" y="7"/>
                  </a:cubicBezTo>
                  <a:cubicBezTo>
                    <a:pt x="53" y="10"/>
                    <a:pt x="51" y="12"/>
                    <a:pt x="49" y="15"/>
                  </a:cubicBezTo>
                  <a:cubicBezTo>
                    <a:pt x="44" y="22"/>
                    <a:pt x="39" y="28"/>
                    <a:pt x="33" y="34"/>
                  </a:cubicBezTo>
                  <a:cubicBezTo>
                    <a:pt x="25" y="44"/>
                    <a:pt x="14" y="51"/>
                    <a:pt x="6" y="60"/>
                  </a:cubicBezTo>
                  <a:cubicBezTo>
                    <a:pt x="4" y="62"/>
                    <a:pt x="0" y="65"/>
                    <a:pt x="1" y="69"/>
                  </a:cubicBezTo>
                  <a:cubicBezTo>
                    <a:pt x="2" y="72"/>
                    <a:pt x="10" y="75"/>
                    <a:pt x="13" y="75"/>
                  </a:cubicBezTo>
                  <a:cubicBezTo>
                    <a:pt x="27" y="80"/>
                    <a:pt x="41" y="82"/>
                    <a:pt x="56" y="84"/>
                  </a:cubicBezTo>
                  <a:cubicBezTo>
                    <a:pt x="67" y="86"/>
                    <a:pt x="66" y="84"/>
                    <a:pt x="67" y="73"/>
                  </a:cubicBezTo>
                  <a:cubicBezTo>
                    <a:pt x="67" y="59"/>
                    <a:pt x="67" y="45"/>
                    <a:pt x="67" y="32"/>
                  </a:cubicBezTo>
                  <a:cubicBezTo>
                    <a:pt x="67" y="25"/>
                    <a:pt x="68" y="13"/>
                    <a:pt x="66" y="6"/>
                  </a:cubicBezTo>
                  <a:cubicBezTo>
                    <a:pt x="65" y="3"/>
                    <a:pt x="61" y="0"/>
                    <a:pt x="57" y="4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59">
              <a:extLst>
                <a:ext uri="{FF2B5EF4-FFF2-40B4-BE49-F238E27FC236}">
                  <a16:creationId xmlns:a16="http://schemas.microsoft.com/office/drawing/2014/main" id="{3F29D748-5CD4-4730-9BA9-0D342F02D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060"/>
              <a:ext cx="142" cy="148"/>
            </a:xfrm>
            <a:custGeom>
              <a:avLst/>
              <a:gdLst>
                <a:gd name="T0" fmla="*/ 55 w 88"/>
                <a:gd name="T1" fmla="*/ 0 h 86"/>
                <a:gd name="T2" fmla="*/ 13 w 88"/>
                <a:gd name="T3" fmla="*/ 107 h 86"/>
                <a:gd name="T4" fmla="*/ 5 w 88"/>
                <a:gd name="T5" fmla="*/ 246 h 86"/>
                <a:gd name="T6" fmla="*/ 71 w 88"/>
                <a:gd name="T7" fmla="*/ 430 h 86"/>
                <a:gd name="T8" fmla="*/ 144 w 88"/>
                <a:gd name="T9" fmla="*/ 373 h 86"/>
                <a:gd name="T10" fmla="*/ 247 w 88"/>
                <a:gd name="T11" fmla="*/ 263 h 86"/>
                <a:gd name="T12" fmla="*/ 370 w 88"/>
                <a:gd name="T13" fmla="*/ 157 h 86"/>
                <a:gd name="T14" fmla="*/ 268 w 88"/>
                <a:gd name="T15" fmla="*/ 107 h 86"/>
                <a:gd name="T16" fmla="*/ 158 w 88"/>
                <a:gd name="T17" fmla="*/ 50 h 86"/>
                <a:gd name="T18" fmla="*/ 55 w 88"/>
                <a:gd name="T19" fmla="*/ 9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86">
                  <a:moveTo>
                    <a:pt x="13" y="0"/>
                  </a:moveTo>
                  <a:cubicBezTo>
                    <a:pt x="8" y="2"/>
                    <a:pt x="4" y="15"/>
                    <a:pt x="3" y="21"/>
                  </a:cubicBezTo>
                  <a:cubicBezTo>
                    <a:pt x="1" y="30"/>
                    <a:pt x="0" y="39"/>
                    <a:pt x="1" y="48"/>
                  </a:cubicBezTo>
                  <a:cubicBezTo>
                    <a:pt x="2" y="56"/>
                    <a:pt x="6" y="82"/>
                    <a:pt x="17" y="84"/>
                  </a:cubicBezTo>
                  <a:cubicBezTo>
                    <a:pt x="23" y="86"/>
                    <a:pt x="30" y="77"/>
                    <a:pt x="34" y="73"/>
                  </a:cubicBezTo>
                  <a:cubicBezTo>
                    <a:pt x="42" y="66"/>
                    <a:pt x="50" y="58"/>
                    <a:pt x="59" y="52"/>
                  </a:cubicBezTo>
                  <a:cubicBezTo>
                    <a:pt x="68" y="46"/>
                    <a:pt x="81" y="39"/>
                    <a:pt x="88" y="31"/>
                  </a:cubicBezTo>
                  <a:cubicBezTo>
                    <a:pt x="81" y="25"/>
                    <a:pt x="72" y="23"/>
                    <a:pt x="64" y="21"/>
                  </a:cubicBezTo>
                  <a:cubicBezTo>
                    <a:pt x="55" y="18"/>
                    <a:pt x="47" y="13"/>
                    <a:pt x="38" y="10"/>
                  </a:cubicBezTo>
                  <a:cubicBezTo>
                    <a:pt x="30" y="8"/>
                    <a:pt x="19" y="4"/>
                    <a:pt x="13" y="2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60">
              <a:extLst>
                <a:ext uri="{FF2B5EF4-FFF2-40B4-BE49-F238E27FC236}">
                  <a16:creationId xmlns:a16="http://schemas.microsoft.com/office/drawing/2014/main" id="{B302A4F2-5822-420B-BE42-64FAFA08C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954"/>
              <a:ext cx="134" cy="123"/>
            </a:xfrm>
            <a:custGeom>
              <a:avLst/>
              <a:gdLst>
                <a:gd name="T0" fmla="*/ 0 w 83"/>
                <a:gd name="T1" fmla="*/ 185 h 71"/>
                <a:gd name="T2" fmla="*/ 102 w 83"/>
                <a:gd name="T3" fmla="*/ 241 h 71"/>
                <a:gd name="T4" fmla="*/ 186 w 83"/>
                <a:gd name="T5" fmla="*/ 282 h 71"/>
                <a:gd name="T6" fmla="*/ 287 w 83"/>
                <a:gd name="T7" fmla="*/ 348 h 71"/>
                <a:gd name="T8" fmla="*/ 334 w 83"/>
                <a:gd name="T9" fmla="*/ 298 h 71"/>
                <a:gd name="T10" fmla="*/ 308 w 83"/>
                <a:gd name="T11" fmla="*/ 106 h 71"/>
                <a:gd name="T12" fmla="*/ 260 w 83"/>
                <a:gd name="T13" fmla="*/ 5 h 71"/>
                <a:gd name="T14" fmla="*/ 139 w 83"/>
                <a:gd name="T15" fmla="*/ 78 h 71"/>
                <a:gd name="T16" fmla="*/ 68 w 83"/>
                <a:gd name="T17" fmla="*/ 126 h 71"/>
                <a:gd name="T18" fmla="*/ 13 w 83"/>
                <a:gd name="T19" fmla="*/ 165 h 71"/>
                <a:gd name="T20" fmla="*/ 5 w 83"/>
                <a:gd name="T21" fmla="*/ 192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71">
                  <a:moveTo>
                    <a:pt x="0" y="36"/>
                  </a:moveTo>
                  <a:cubicBezTo>
                    <a:pt x="7" y="41"/>
                    <a:pt x="16" y="42"/>
                    <a:pt x="24" y="46"/>
                  </a:cubicBezTo>
                  <a:cubicBezTo>
                    <a:pt x="31" y="50"/>
                    <a:pt x="37" y="52"/>
                    <a:pt x="44" y="54"/>
                  </a:cubicBezTo>
                  <a:cubicBezTo>
                    <a:pt x="53" y="58"/>
                    <a:pt x="60" y="63"/>
                    <a:pt x="68" y="67"/>
                  </a:cubicBezTo>
                  <a:cubicBezTo>
                    <a:pt x="77" y="71"/>
                    <a:pt x="83" y="68"/>
                    <a:pt x="79" y="57"/>
                  </a:cubicBezTo>
                  <a:cubicBezTo>
                    <a:pt x="74" y="44"/>
                    <a:pt x="74" y="33"/>
                    <a:pt x="73" y="20"/>
                  </a:cubicBezTo>
                  <a:cubicBezTo>
                    <a:pt x="72" y="13"/>
                    <a:pt x="70" y="0"/>
                    <a:pt x="62" y="1"/>
                  </a:cubicBezTo>
                  <a:cubicBezTo>
                    <a:pt x="52" y="3"/>
                    <a:pt x="42" y="11"/>
                    <a:pt x="33" y="15"/>
                  </a:cubicBezTo>
                  <a:cubicBezTo>
                    <a:pt x="27" y="18"/>
                    <a:pt x="22" y="21"/>
                    <a:pt x="16" y="24"/>
                  </a:cubicBezTo>
                  <a:cubicBezTo>
                    <a:pt x="12" y="27"/>
                    <a:pt x="6" y="29"/>
                    <a:pt x="3" y="32"/>
                  </a:cubicBezTo>
                  <a:cubicBezTo>
                    <a:pt x="1" y="34"/>
                    <a:pt x="1" y="35"/>
                    <a:pt x="1" y="37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61">
              <a:extLst>
                <a:ext uri="{FF2B5EF4-FFF2-40B4-BE49-F238E27FC236}">
                  <a16:creationId xmlns:a16="http://schemas.microsoft.com/office/drawing/2014/main" id="{9249B26C-44D8-424B-9F85-F7D5F8E5D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229"/>
              <a:ext cx="616" cy="472"/>
            </a:xfrm>
            <a:custGeom>
              <a:avLst/>
              <a:gdLst>
                <a:gd name="T0" fmla="*/ 1564 w 380"/>
                <a:gd name="T1" fmla="*/ 780 h 273"/>
                <a:gd name="T2" fmla="*/ 783 w 380"/>
                <a:gd name="T3" fmla="*/ 1411 h 273"/>
                <a:gd name="T4" fmla="*/ 0 w 380"/>
                <a:gd name="T5" fmla="*/ 780 h 273"/>
                <a:gd name="T6" fmla="*/ 947 w 380"/>
                <a:gd name="T7" fmla="*/ 0 h 273"/>
                <a:gd name="T8" fmla="*/ 1564 w 380"/>
                <a:gd name="T9" fmla="*/ 78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273">
                  <a:moveTo>
                    <a:pt x="367" y="151"/>
                  </a:moveTo>
                  <a:cubicBezTo>
                    <a:pt x="358" y="217"/>
                    <a:pt x="285" y="273"/>
                    <a:pt x="184" y="273"/>
                  </a:cubicBezTo>
                  <a:cubicBezTo>
                    <a:pt x="82" y="273"/>
                    <a:pt x="0" y="218"/>
                    <a:pt x="0" y="151"/>
                  </a:cubicBezTo>
                  <a:cubicBezTo>
                    <a:pt x="0" y="84"/>
                    <a:pt x="121" y="0"/>
                    <a:pt x="222" y="0"/>
                  </a:cubicBezTo>
                  <a:cubicBezTo>
                    <a:pt x="324" y="0"/>
                    <a:pt x="380" y="59"/>
                    <a:pt x="367" y="151"/>
                  </a:cubicBezTo>
                  <a:close/>
                </a:path>
              </a:pathLst>
            </a:custGeom>
            <a:solidFill>
              <a:srgbClr val="F9CA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62">
              <a:extLst>
                <a:ext uri="{FF2B5EF4-FFF2-40B4-BE49-F238E27FC236}">
                  <a16:creationId xmlns:a16="http://schemas.microsoft.com/office/drawing/2014/main" id="{E0383E8D-1A3E-4565-945E-B6EB9D28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240"/>
              <a:ext cx="576" cy="449"/>
            </a:xfrm>
            <a:custGeom>
              <a:avLst/>
              <a:gdLst>
                <a:gd name="T0" fmla="*/ 1458 w 356"/>
                <a:gd name="T1" fmla="*/ 743 h 260"/>
                <a:gd name="T2" fmla="*/ 728 w 356"/>
                <a:gd name="T3" fmla="*/ 1338 h 260"/>
                <a:gd name="T4" fmla="*/ 0 w 356"/>
                <a:gd name="T5" fmla="*/ 743 h 260"/>
                <a:gd name="T6" fmla="*/ 882 w 356"/>
                <a:gd name="T7" fmla="*/ 0 h 260"/>
                <a:gd name="T8" fmla="*/ 1458 w 356"/>
                <a:gd name="T9" fmla="*/ 743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260">
                  <a:moveTo>
                    <a:pt x="344" y="144"/>
                  </a:moveTo>
                  <a:cubicBezTo>
                    <a:pt x="335" y="207"/>
                    <a:pt x="267" y="260"/>
                    <a:pt x="172" y="260"/>
                  </a:cubicBezTo>
                  <a:cubicBezTo>
                    <a:pt x="77" y="260"/>
                    <a:pt x="0" y="208"/>
                    <a:pt x="0" y="144"/>
                  </a:cubicBezTo>
                  <a:cubicBezTo>
                    <a:pt x="0" y="79"/>
                    <a:pt x="113" y="0"/>
                    <a:pt x="208" y="0"/>
                  </a:cubicBezTo>
                  <a:cubicBezTo>
                    <a:pt x="303" y="0"/>
                    <a:pt x="356" y="56"/>
                    <a:pt x="344" y="144"/>
                  </a:cubicBezTo>
                  <a:close/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63">
              <a:extLst>
                <a:ext uri="{FF2B5EF4-FFF2-40B4-BE49-F238E27FC236}">
                  <a16:creationId xmlns:a16="http://schemas.microsoft.com/office/drawing/2014/main" id="{818B0E68-7A64-4C72-9671-41A9ABB48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276"/>
              <a:ext cx="482" cy="375"/>
            </a:xfrm>
            <a:custGeom>
              <a:avLst/>
              <a:gdLst>
                <a:gd name="T0" fmla="*/ 1220 w 298"/>
                <a:gd name="T1" fmla="*/ 619 h 217"/>
                <a:gd name="T2" fmla="*/ 610 w 298"/>
                <a:gd name="T3" fmla="*/ 1120 h 217"/>
                <a:gd name="T4" fmla="*/ 0 w 298"/>
                <a:gd name="T5" fmla="*/ 619 h 217"/>
                <a:gd name="T6" fmla="*/ 736 w 298"/>
                <a:gd name="T7" fmla="*/ 0 h 217"/>
                <a:gd name="T8" fmla="*/ 1220 w 298"/>
                <a:gd name="T9" fmla="*/ 619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" h="217">
                  <a:moveTo>
                    <a:pt x="288" y="120"/>
                  </a:moveTo>
                  <a:cubicBezTo>
                    <a:pt x="280" y="173"/>
                    <a:pt x="223" y="217"/>
                    <a:pt x="144" y="217"/>
                  </a:cubicBezTo>
                  <a:cubicBezTo>
                    <a:pt x="65" y="217"/>
                    <a:pt x="0" y="173"/>
                    <a:pt x="0" y="120"/>
                  </a:cubicBezTo>
                  <a:cubicBezTo>
                    <a:pt x="0" y="66"/>
                    <a:pt x="95" y="0"/>
                    <a:pt x="174" y="0"/>
                  </a:cubicBezTo>
                  <a:cubicBezTo>
                    <a:pt x="253" y="0"/>
                    <a:pt x="298" y="46"/>
                    <a:pt x="288" y="120"/>
                  </a:cubicBezTo>
                  <a:close/>
                </a:path>
              </a:pathLst>
            </a:custGeom>
            <a:solidFill>
              <a:srgbClr val="FCE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64">
              <a:extLst>
                <a:ext uri="{FF2B5EF4-FFF2-40B4-BE49-F238E27FC236}">
                  <a16:creationId xmlns:a16="http://schemas.microsoft.com/office/drawing/2014/main" id="{6ADAC0D2-C86C-47F1-A841-3064802C7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431"/>
              <a:ext cx="65" cy="52"/>
            </a:xfrm>
            <a:custGeom>
              <a:avLst/>
              <a:gdLst>
                <a:gd name="T0" fmla="*/ 81 w 40"/>
                <a:gd name="T1" fmla="*/ 5 h 30"/>
                <a:gd name="T2" fmla="*/ 13 w 40"/>
                <a:gd name="T3" fmla="*/ 87 h 30"/>
                <a:gd name="T4" fmla="*/ 109 w 40"/>
                <a:gd name="T5" fmla="*/ 135 h 30"/>
                <a:gd name="T6" fmla="*/ 76 w 40"/>
                <a:gd name="T7" fmla="*/ 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0">
                  <a:moveTo>
                    <a:pt x="19" y="1"/>
                  </a:moveTo>
                  <a:cubicBezTo>
                    <a:pt x="12" y="4"/>
                    <a:pt x="0" y="5"/>
                    <a:pt x="3" y="17"/>
                  </a:cubicBezTo>
                  <a:cubicBezTo>
                    <a:pt x="6" y="27"/>
                    <a:pt x="17" y="30"/>
                    <a:pt x="25" y="26"/>
                  </a:cubicBezTo>
                  <a:cubicBezTo>
                    <a:pt x="40" y="18"/>
                    <a:pt x="34" y="0"/>
                    <a:pt x="18" y="2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65">
              <a:extLst>
                <a:ext uri="{FF2B5EF4-FFF2-40B4-BE49-F238E27FC236}">
                  <a16:creationId xmlns:a16="http://schemas.microsoft.com/office/drawing/2014/main" id="{6302C2F4-51C8-44FF-86A6-664E24396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295"/>
              <a:ext cx="12" cy="129"/>
            </a:xfrm>
            <a:custGeom>
              <a:avLst/>
              <a:gdLst>
                <a:gd name="T0" fmla="*/ 36 w 7"/>
                <a:gd name="T1" fmla="*/ 382 h 75"/>
                <a:gd name="T2" fmla="*/ 0 w 7"/>
                <a:gd name="T3" fmla="*/ 0 h 75"/>
                <a:gd name="T4" fmla="*/ 29 w 7"/>
                <a:gd name="T5" fmla="*/ 246 h 75"/>
                <a:gd name="T6" fmla="*/ 36 w 7"/>
                <a:gd name="T7" fmla="*/ 382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5">
                  <a:moveTo>
                    <a:pt x="7" y="75"/>
                  </a:moveTo>
                  <a:cubicBezTo>
                    <a:pt x="0" y="57"/>
                    <a:pt x="5" y="23"/>
                    <a:pt x="0" y="0"/>
                  </a:cubicBezTo>
                  <a:cubicBezTo>
                    <a:pt x="6" y="17"/>
                    <a:pt x="5" y="30"/>
                    <a:pt x="6" y="48"/>
                  </a:cubicBezTo>
                  <a:cubicBezTo>
                    <a:pt x="6" y="56"/>
                    <a:pt x="6" y="68"/>
                    <a:pt x="7" y="75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66">
              <a:extLst>
                <a:ext uri="{FF2B5EF4-FFF2-40B4-BE49-F238E27FC236}">
                  <a16:creationId xmlns:a16="http://schemas.microsoft.com/office/drawing/2014/main" id="{A39876C7-1775-45BA-8D51-85D981208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361"/>
              <a:ext cx="142" cy="70"/>
            </a:xfrm>
            <a:custGeom>
              <a:avLst/>
              <a:gdLst>
                <a:gd name="T0" fmla="*/ 0 w 88"/>
                <a:gd name="T1" fmla="*/ 205 h 41"/>
                <a:gd name="T2" fmla="*/ 123 w 88"/>
                <a:gd name="T3" fmla="*/ 120 h 41"/>
                <a:gd name="T4" fmla="*/ 273 w 88"/>
                <a:gd name="T5" fmla="*/ 29 h 41"/>
                <a:gd name="T6" fmla="*/ 370 w 88"/>
                <a:gd name="T7" fmla="*/ 0 h 41"/>
                <a:gd name="T8" fmla="*/ 136 w 88"/>
                <a:gd name="T9" fmla="*/ 145 h 41"/>
                <a:gd name="T10" fmla="*/ 16 w 88"/>
                <a:gd name="T11" fmla="*/ 205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41">
                  <a:moveTo>
                    <a:pt x="0" y="41"/>
                  </a:moveTo>
                  <a:cubicBezTo>
                    <a:pt x="9" y="39"/>
                    <a:pt x="20" y="29"/>
                    <a:pt x="29" y="24"/>
                  </a:cubicBezTo>
                  <a:cubicBezTo>
                    <a:pt x="40" y="18"/>
                    <a:pt x="53" y="11"/>
                    <a:pt x="65" y="6"/>
                  </a:cubicBezTo>
                  <a:cubicBezTo>
                    <a:pt x="72" y="3"/>
                    <a:pt x="82" y="4"/>
                    <a:pt x="88" y="0"/>
                  </a:cubicBezTo>
                  <a:cubicBezTo>
                    <a:pt x="75" y="16"/>
                    <a:pt x="51" y="23"/>
                    <a:pt x="32" y="29"/>
                  </a:cubicBezTo>
                  <a:cubicBezTo>
                    <a:pt x="22" y="32"/>
                    <a:pt x="12" y="38"/>
                    <a:pt x="4" y="41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67">
              <a:extLst>
                <a:ext uri="{FF2B5EF4-FFF2-40B4-BE49-F238E27FC236}">
                  <a16:creationId xmlns:a16="http://schemas.microsoft.com/office/drawing/2014/main" id="{D798C9FF-D79C-42B6-AAC0-A3F257937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478"/>
              <a:ext cx="159" cy="45"/>
            </a:xfrm>
            <a:custGeom>
              <a:avLst/>
              <a:gdLst>
                <a:gd name="T0" fmla="*/ 0 w 98"/>
                <a:gd name="T1" fmla="*/ 5 h 26"/>
                <a:gd name="T2" fmla="*/ 136 w 98"/>
                <a:gd name="T3" fmla="*/ 48 h 26"/>
                <a:gd name="T4" fmla="*/ 310 w 98"/>
                <a:gd name="T5" fmla="*/ 99 h 26"/>
                <a:gd name="T6" fmla="*/ 419 w 98"/>
                <a:gd name="T7" fmla="*/ 119 h 26"/>
                <a:gd name="T8" fmla="*/ 329 w 98"/>
                <a:gd name="T9" fmla="*/ 107 h 26"/>
                <a:gd name="T10" fmla="*/ 187 w 98"/>
                <a:gd name="T11" fmla="*/ 83 h 26"/>
                <a:gd name="T12" fmla="*/ 81 w 98"/>
                <a:gd name="T13" fmla="*/ 28 h 26"/>
                <a:gd name="T14" fmla="*/ 21 w 98"/>
                <a:gd name="T15" fmla="*/ 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26">
                  <a:moveTo>
                    <a:pt x="0" y="1"/>
                  </a:moveTo>
                  <a:cubicBezTo>
                    <a:pt x="10" y="0"/>
                    <a:pt x="23" y="7"/>
                    <a:pt x="32" y="9"/>
                  </a:cubicBezTo>
                  <a:cubicBezTo>
                    <a:pt x="46" y="12"/>
                    <a:pt x="60" y="16"/>
                    <a:pt x="73" y="19"/>
                  </a:cubicBezTo>
                  <a:cubicBezTo>
                    <a:pt x="81" y="21"/>
                    <a:pt x="90" y="23"/>
                    <a:pt x="98" y="23"/>
                  </a:cubicBezTo>
                  <a:cubicBezTo>
                    <a:pt x="93" y="26"/>
                    <a:pt x="83" y="22"/>
                    <a:pt x="77" y="21"/>
                  </a:cubicBezTo>
                  <a:cubicBezTo>
                    <a:pt x="66" y="19"/>
                    <a:pt x="55" y="19"/>
                    <a:pt x="44" y="16"/>
                  </a:cubicBezTo>
                  <a:cubicBezTo>
                    <a:pt x="35" y="13"/>
                    <a:pt x="27" y="9"/>
                    <a:pt x="19" y="5"/>
                  </a:cubicBezTo>
                  <a:cubicBezTo>
                    <a:pt x="15" y="4"/>
                    <a:pt x="9" y="4"/>
                    <a:pt x="5" y="1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68">
              <a:extLst>
                <a:ext uri="{FF2B5EF4-FFF2-40B4-BE49-F238E27FC236}">
                  <a16:creationId xmlns:a16="http://schemas.microsoft.com/office/drawing/2014/main" id="{80038C40-628C-4661-B0FD-9FED13162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495"/>
              <a:ext cx="21" cy="144"/>
            </a:xfrm>
            <a:custGeom>
              <a:avLst/>
              <a:gdLst>
                <a:gd name="T0" fmla="*/ 39 w 13"/>
                <a:gd name="T1" fmla="*/ 0 h 83"/>
                <a:gd name="T2" fmla="*/ 39 w 13"/>
                <a:gd name="T3" fmla="*/ 130 h 83"/>
                <a:gd name="T4" fmla="*/ 42 w 13"/>
                <a:gd name="T5" fmla="*/ 286 h 83"/>
                <a:gd name="T6" fmla="*/ 42 w 13"/>
                <a:gd name="T7" fmla="*/ 434 h 83"/>
                <a:gd name="T8" fmla="*/ 21 w 13"/>
                <a:gd name="T9" fmla="*/ 177 h 83"/>
                <a:gd name="T10" fmla="*/ 29 w 13"/>
                <a:gd name="T11" fmla="*/ 29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83">
                  <a:moveTo>
                    <a:pt x="9" y="0"/>
                  </a:moveTo>
                  <a:cubicBezTo>
                    <a:pt x="7" y="7"/>
                    <a:pt x="9" y="18"/>
                    <a:pt x="9" y="25"/>
                  </a:cubicBezTo>
                  <a:cubicBezTo>
                    <a:pt x="10" y="35"/>
                    <a:pt x="10" y="45"/>
                    <a:pt x="10" y="55"/>
                  </a:cubicBezTo>
                  <a:cubicBezTo>
                    <a:pt x="10" y="64"/>
                    <a:pt x="13" y="75"/>
                    <a:pt x="10" y="83"/>
                  </a:cubicBezTo>
                  <a:cubicBezTo>
                    <a:pt x="0" y="76"/>
                    <a:pt x="5" y="45"/>
                    <a:pt x="5" y="34"/>
                  </a:cubicBezTo>
                  <a:cubicBezTo>
                    <a:pt x="5" y="25"/>
                    <a:pt x="7" y="15"/>
                    <a:pt x="7" y="6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69">
              <a:extLst>
                <a:ext uri="{FF2B5EF4-FFF2-40B4-BE49-F238E27FC236}">
                  <a16:creationId xmlns:a16="http://schemas.microsoft.com/office/drawing/2014/main" id="{07C63D50-2C60-4D87-8287-557CB80AD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473"/>
              <a:ext cx="126" cy="109"/>
            </a:xfrm>
            <a:custGeom>
              <a:avLst/>
              <a:gdLst>
                <a:gd name="T0" fmla="*/ 330 w 78"/>
                <a:gd name="T1" fmla="*/ 0 h 63"/>
                <a:gd name="T2" fmla="*/ 115 w 78"/>
                <a:gd name="T3" fmla="*/ 213 h 63"/>
                <a:gd name="T4" fmla="*/ 0 w 78"/>
                <a:gd name="T5" fmla="*/ 327 h 63"/>
                <a:gd name="T6" fmla="*/ 207 w 78"/>
                <a:gd name="T7" fmla="*/ 140 h 63"/>
                <a:gd name="T8" fmla="*/ 275 w 78"/>
                <a:gd name="T9" fmla="*/ 66 h 63"/>
                <a:gd name="T10" fmla="*/ 313 w 78"/>
                <a:gd name="T11" fmla="*/ 2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63">
                  <a:moveTo>
                    <a:pt x="78" y="0"/>
                  </a:moveTo>
                  <a:cubicBezTo>
                    <a:pt x="61" y="13"/>
                    <a:pt x="44" y="27"/>
                    <a:pt x="27" y="41"/>
                  </a:cubicBezTo>
                  <a:cubicBezTo>
                    <a:pt x="20" y="47"/>
                    <a:pt x="4" y="54"/>
                    <a:pt x="0" y="63"/>
                  </a:cubicBezTo>
                  <a:cubicBezTo>
                    <a:pt x="18" y="61"/>
                    <a:pt x="36" y="39"/>
                    <a:pt x="49" y="27"/>
                  </a:cubicBezTo>
                  <a:cubicBezTo>
                    <a:pt x="55" y="22"/>
                    <a:pt x="61" y="19"/>
                    <a:pt x="65" y="13"/>
                  </a:cubicBezTo>
                  <a:cubicBezTo>
                    <a:pt x="68" y="10"/>
                    <a:pt x="71" y="6"/>
                    <a:pt x="74" y="4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70">
              <a:extLst>
                <a:ext uri="{FF2B5EF4-FFF2-40B4-BE49-F238E27FC236}">
                  <a16:creationId xmlns:a16="http://schemas.microsoft.com/office/drawing/2014/main" id="{15BF5931-69C7-4B1E-99C5-9A9597FE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395"/>
              <a:ext cx="145" cy="48"/>
            </a:xfrm>
            <a:custGeom>
              <a:avLst/>
              <a:gdLst>
                <a:gd name="T0" fmla="*/ 384 w 89"/>
                <a:gd name="T1" fmla="*/ 132 h 28"/>
                <a:gd name="T2" fmla="*/ 297 w 89"/>
                <a:gd name="T3" fmla="*/ 115 h 28"/>
                <a:gd name="T4" fmla="*/ 130 w 89"/>
                <a:gd name="T5" fmla="*/ 41 h 28"/>
                <a:gd name="T6" fmla="*/ 0 w 89"/>
                <a:gd name="T7" fmla="*/ 0 h 28"/>
                <a:gd name="T8" fmla="*/ 248 w 89"/>
                <a:gd name="T9" fmla="*/ 91 h 28"/>
                <a:gd name="T10" fmla="*/ 355 w 89"/>
                <a:gd name="T11" fmla="*/ 13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28">
                  <a:moveTo>
                    <a:pt x="89" y="26"/>
                  </a:moveTo>
                  <a:cubicBezTo>
                    <a:pt x="84" y="28"/>
                    <a:pt x="74" y="24"/>
                    <a:pt x="69" y="23"/>
                  </a:cubicBezTo>
                  <a:cubicBezTo>
                    <a:pt x="55" y="20"/>
                    <a:pt x="43" y="14"/>
                    <a:pt x="30" y="8"/>
                  </a:cubicBezTo>
                  <a:cubicBezTo>
                    <a:pt x="21" y="4"/>
                    <a:pt x="9" y="2"/>
                    <a:pt x="0" y="0"/>
                  </a:cubicBezTo>
                  <a:cubicBezTo>
                    <a:pt x="19" y="1"/>
                    <a:pt x="39" y="12"/>
                    <a:pt x="57" y="18"/>
                  </a:cubicBezTo>
                  <a:cubicBezTo>
                    <a:pt x="65" y="20"/>
                    <a:pt x="75" y="25"/>
                    <a:pt x="82" y="27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71">
              <a:extLst>
                <a:ext uri="{FF2B5EF4-FFF2-40B4-BE49-F238E27FC236}">
                  <a16:creationId xmlns:a16="http://schemas.microsoft.com/office/drawing/2014/main" id="{A804AD78-A75A-46AA-87A2-08760931B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438"/>
              <a:ext cx="27" cy="31"/>
            </a:xfrm>
            <a:custGeom>
              <a:avLst/>
              <a:gdLst>
                <a:gd name="T0" fmla="*/ 68 w 17"/>
                <a:gd name="T1" fmla="*/ 0 h 18"/>
                <a:gd name="T2" fmla="*/ 13 w 17"/>
                <a:gd name="T3" fmla="*/ 29 h 18"/>
                <a:gd name="T4" fmla="*/ 43 w 17"/>
                <a:gd name="T5" fmla="*/ 91 h 18"/>
                <a:gd name="T6" fmla="*/ 68 w 17"/>
                <a:gd name="T7" fmla="*/ 1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7" y="0"/>
                  </a:moveTo>
                  <a:cubicBezTo>
                    <a:pt x="11" y="1"/>
                    <a:pt x="5" y="0"/>
                    <a:pt x="3" y="6"/>
                  </a:cubicBezTo>
                  <a:cubicBezTo>
                    <a:pt x="0" y="12"/>
                    <a:pt x="5" y="16"/>
                    <a:pt x="11" y="18"/>
                  </a:cubicBezTo>
                  <a:cubicBezTo>
                    <a:pt x="8" y="10"/>
                    <a:pt x="10" y="7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72">
              <a:extLst>
                <a:ext uri="{FF2B5EF4-FFF2-40B4-BE49-F238E27FC236}">
                  <a16:creationId xmlns:a16="http://schemas.microsoft.com/office/drawing/2014/main" id="{7D2C7E20-B045-4F5C-B786-854F33E9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295"/>
              <a:ext cx="14" cy="117"/>
            </a:xfrm>
            <a:custGeom>
              <a:avLst/>
              <a:gdLst>
                <a:gd name="T0" fmla="*/ 12 w 9"/>
                <a:gd name="T1" fmla="*/ 21 h 68"/>
                <a:gd name="T2" fmla="*/ 8 w 9"/>
                <a:gd name="T3" fmla="*/ 0 h 68"/>
                <a:gd name="T4" fmla="*/ 12 w 9"/>
                <a:gd name="T5" fmla="*/ 205 h 68"/>
                <a:gd name="T6" fmla="*/ 8 w 9"/>
                <a:gd name="T7" fmla="*/ 346 h 68"/>
                <a:gd name="T8" fmla="*/ 14 w 9"/>
                <a:gd name="T9" fmla="*/ 122 h 68"/>
                <a:gd name="T10" fmla="*/ 12 w 9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8">
                  <a:moveTo>
                    <a:pt x="3" y="4"/>
                  </a:moveTo>
                  <a:cubicBezTo>
                    <a:pt x="2" y="3"/>
                    <a:pt x="1" y="2"/>
                    <a:pt x="2" y="0"/>
                  </a:cubicBezTo>
                  <a:cubicBezTo>
                    <a:pt x="5" y="12"/>
                    <a:pt x="3" y="28"/>
                    <a:pt x="3" y="40"/>
                  </a:cubicBezTo>
                  <a:cubicBezTo>
                    <a:pt x="2" y="48"/>
                    <a:pt x="0" y="62"/>
                    <a:pt x="2" y="68"/>
                  </a:cubicBezTo>
                  <a:cubicBezTo>
                    <a:pt x="9" y="54"/>
                    <a:pt x="4" y="39"/>
                    <a:pt x="4" y="24"/>
                  </a:cubicBezTo>
                  <a:cubicBezTo>
                    <a:pt x="4" y="17"/>
                    <a:pt x="5" y="7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73">
              <a:extLst>
                <a:ext uri="{FF2B5EF4-FFF2-40B4-BE49-F238E27FC236}">
                  <a16:creationId xmlns:a16="http://schemas.microsoft.com/office/drawing/2014/main" id="{DD51011F-205A-4844-9DA0-54DF66FE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371"/>
              <a:ext cx="131" cy="69"/>
            </a:xfrm>
            <a:custGeom>
              <a:avLst/>
              <a:gdLst>
                <a:gd name="T0" fmla="*/ 0 w 81"/>
                <a:gd name="T1" fmla="*/ 205 h 40"/>
                <a:gd name="T2" fmla="*/ 207 w 81"/>
                <a:gd name="T3" fmla="*/ 86 h 40"/>
                <a:gd name="T4" fmla="*/ 343 w 81"/>
                <a:gd name="T5" fmla="*/ 0 h 40"/>
                <a:gd name="T6" fmla="*/ 13 w 81"/>
                <a:gd name="T7" fmla="*/ 20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40">
                  <a:moveTo>
                    <a:pt x="0" y="40"/>
                  </a:moveTo>
                  <a:cubicBezTo>
                    <a:pt x="1" y="32"/>
                    <a:pt x="41" y="21"/>
                    <a:pt x="49" y="17"/>
                  </a:cubicBezTo>
                  <a:cubicBezTo>
                    <a:pt x="59" y="12"/>
                    <a:pt x="70" y="3"/>
                    <a:pt x="81" y="0"/>
                  </a:cubicBezTo>
                  <a:cubicBezTo>
                    <a:pt x="54" y="11"/>
                    <a:pt x="31" y="32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74">
              <a:extLst>
                <a:ext uri="{FF2B5EF4-FFF2-40B4-BE49-F238E27FC236}">
                  <a16:creationId xmlns:a16="http://schemas.microsoft.com/office/drawing/2014/main" id="{919ACBB4-D1CB-43A8-BA3D-7DE121FA1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87"/>
              <a:ext cx="116" cy="45"/>
            </a:xfrm>
            <a:custGeom>
              <a:avLst/>
              <a:gdLst>
                <a:gd name="T0" fmla="*/ 8 w 72"/>
                <a:gd name="T1" fmla="*/ 5 h 26"/>
                <a:gd name="T2" fmla="*/ 0 w 72"/>
                <a:gd name="T3" fmla="*/ 0 h 26"/>
                <a:gd name="T4" fmla="*/ 166 w 72"/>
                <a:gd name="T5" fmla="*/ 87 h 26"/>
                <a:gd name="T6" fmla="*/ 301 w 72"/>
                <a:gd name="T7" fmla="*/ 128 h 26"/>
                <a:gd name="T8" fmla="*/ 150 w 72"/>
                <a:gd name="T9" fmla="*/ 62 h 26"/>
                <a:gd name="T10" fmla="*/ 26 w 72"/>
                <a:gd name="T11" fmla="*/ 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26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1" y="8"/>
                    <a:pt x="28" y="12"/>
                    <a:pt x="40" y="17"/>
                  </a:cubicBezTo>
                  <a:cubicBezTo>
                    <a:pt x="51" y="22"/>
                    <a:pt x="60" y="26"/>
                    <a:pt x="72" y="25"/>
                  </a:cubicBezTo>
                  <a:cubicBezTo>
                    <a:pt x="60" y="20"/>
                    <a:pt x="49" y="15"/>
                    <a:pt x="36" y="12"/>
                  </a:cubicBezTo>
                  <a:cubicBezTo>
                    <a:pt x="26" y="9"/>
                    <a:pt x="16" y="6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75">
              <a:extLst>
                <a:ext uri="{FF2B5EF4-FFF2-40B4-BE49-F238E27FC236}">
                  <a16:creationId xmlns:a16="http://schemas.microsoft.com/office/drawing/2014/main" id="{68407F89-4B9D-472C-B36F-6149D4E8E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502"/>
              <a:ext cx="16" cy="114"/>
            </a:xfrm>
            <a:custGeom>
              <a:avLst/>
              <a:gdLst>
                <a:gd name="T0" fmla="*/ 16 w 10"/>
                <a:gd name="T1" fmla="*/ 0 h 66"/>
                <a:gd name="T2" fmla="*/ 13 w 10"/>
                <a:gd name="T3" fmla="*/ 140 h 66"/>
                <a:gd name="T4" fmla="*/ 26 w 10"/>
                <a:gd name="T5" fmla="*/ 340 h 66"/>
                <a:gd name="T6" fmla="*/ 13 w 10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6">
                  <a:moveTo>
                    <a:pt x="4" y="0"/>
                  </a:moveTo>
                  <a:cubicBezTo>
                    <a:pt x="0" y="5"/>
                    <a:pt x="2" y="20"/>
                    <a:pt x="3" y="27"/>
                  </a:cubicBezTo>
                  <a:cubicBezTo>
                    <a:pt x="4" y="39"/>
                    <a:pt x="2" y="55"/>
                    <a:pt x="6" y="66"/>
                  </a:cubicBezTo>
                  <a:cubicBezTo>
                    <a:pt x="10" y="44"/>
                    <a:pt x="2" y="2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76">
              <a:extLst>
                <a:ext uri="{FF2B5EF4-FFF2-40B4-BE49-F238E27FC236}">
                  <a16:creationId xmlns:a16="http://schemas.microsoft.com/office/drawing/2014/main" id="{D3C67A05-7567-46E5-99B8-91BE51211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87"/>
              <a:ext cx="107" cy="100"/>
            </a:xfrm>
            <a:custGeom>
              <a:avLst/>
              <a:gdLst>
                <a:gd name="T0" fmla="*/ 280 w 66"/>
                <a:gd name="T1" fmla="*/ 0 h 58"/>
                <a:gd name="T2" fmla="*/ 253 w 66"/>
                <a:gd name="T3" fmla="*/ 36 h 58"/>
                <a:gd name="T4" fmla="*/ 128 w 66"/>
                <a:gd name="T5" fmla="*/ 155 h 58"/>
                <a:gd name="T6" fmla="*/ 0 w 66"/>
                <a:gd name="T7" fmla="*/ 297 h 58"/>
                <a:gd name="T8" fmla="*/ 115 w 66"/>
                <a:gd name="T9" fmla="*/ 169 h 58"/>
                <a:gd name="T10" fmla="*/ 255 w 66"/>
                <a:gd name="T11" fmla="*/ 2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8">
                  <a:moveTo>
                    <a:pt x="66" y="0"/>
                  </a:moveTo>
                  <a:cubicBezTo>
                    <a:pt x="63" y="1"/>
                    <a:pt x="61" y="4"/>
                    <a:pt x="59" y="7"/>
                  </a:cubicBezTo>
                  <a:cubicBezTo>
                    <a:pt x="50" y="16"/>
                    <a:pt x="39" y="22"/>
                    <a:pt x="30" y="30"/>
                  </a:cubicBezTo>
                  <a:cubicBezTo>
                    <a:pt x="20" y="39"/>
                    <a:pt x="8" y="48"/>
                    <a:pt x="0" y="58"/>
                  </a:cubicBezTo>
                  <a:cubicBezTo>
                    <a:pt x="7" y="49"/>
                    <a:pt x="18" y="40"/>
                    <a:pt x="27" y="33"/>
                  </a:cubicBezTo>
                  <a:cubicBezTo>
                    <a:pt x="37" y="24"/>
                    <a:pt x="53" y="17"/>
                    <a:pt x="6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77">
              <a:extLst>
                <a:ext uri="{FF2B5EF4-FFF2-40B4-BE49-F238E27FC236}">
                  <a16:creationId xmlns:a16="http://schemas.microsoft.com/office/drawing/2014/main" id="{FED1B7CD-763E-4E62-9C9F-CC5EF2E4E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388"/>
              <a:ext cx="107" cy="45"/>
            </a:xfrm>
            <a:custGeom>
              <a:avLst/>
              <a:gdLst>
                <a:gd name="T0" fmla="*/ 280 w 66"/>
                <a:gd name="T1" fmla="*/ 126 h 26"/>
                <a:gd name="T2" fmla="*/ 123 w 66"/>
                <a:gd name="T3" fmla="*/ 36 h 26"/>
                <a:gd name="T4" fmla="*/ 0 w 66"/>
                <a:gd name="T5" fmla="*/ 0 h 26"/>
                <a:gd name="T6" fmla="*/ 268 w 66"/>
                <a:gd name="T7" fmla="*/ 13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6">
                  <a:moveTo>
                    <a:pt x="66" y="24"/>
                  </a:moveTo>
                  <a:cubicBezTo>
                    <a:pt x="56" y="17"/>
                    <a:pt x="40" y="10"/>
                    <a:pt x="29" y="7"/>
                  </a:cubicBezTo>
                  <a:cubicBezTo>
                    <a:pt x="20" y="4"/>
                    <a:pt x="8" y="4"/>
                    <a:pt x="0" y="0"/>
                  </a:cubicBezTo>
                  <a:cubicBezTo>
                    <a:pt x="22" y="6"/>
                    <a:pt x="44" y="15"/>
                    <a:pt x="6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78">
              <a:extLst>
                <a:ext uri="{FF2B5EF4-FFF2-40B4-BE49-F238E27FC236}">
                  <a16:creationId xmlns:a16="http://schemas.microsoft.com/office/drawing/2014/main" id="{300D11E9-6371-49FF-908C-B63416574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43"/>
              <a:ext cx="90" cy="220"/>
            </a:xfrm>
            <a:custGeom>
              <a:avLst/>
              <a:gdLst>
                <a:gd name="T0" fmla="*/ 233 w 56"/>
                <a:gd name="T1" fmla="*/ 0 h 127"/>
                <a:gd name="T2" fmla="*/ 42 w 56"/>
                <a:gd name="T3" fmla="*/ 348 h 127"/>
                <a:gd name="T4" fmla="*/ 103 w 56"/>
                <a:gd name="T5" fmla="*/ 660 h 127"/>
                <a:gd name="T6" fmla="*/ 16 w 56"/>
                <a:gd name="T7" fmla="*/ 509 h 127"/>
                <a:gd name="T8" fmla="*/ 16 w 56"/>
                <a:gd name="T9" fmla="*/ 312 h 127"/>
                <a:gd name="T10" fmla="*/ 109 w 56"/>
                <a:gd name="T11" fmla="*/ 151 h 127"/>
                <a:gd name="T12" fmla="*/ 212 w 56"/>
                <a:gd name="T13" fmla="*/ 5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7">
                  <a:moveTo>
                    <a:pt x="56" y="0"/>
                  </a:moveTo>
                  <a:cubicBezTo>
                    <a:pt x="37" y="18"/>
                    <a:pt x="16" y="40"/>
                    <a:pt x="10" y="67"/>
                  </a:cubicBezTo>
                  <a:cubicBezTo>
                    <a:pt x="5" y="89"/>
                    <a:pt x="14" y="108"/>
                    <a:pt x="25" y="127"/>
                  </a:cubicBezTo>
                  <a:cubicBezTo>
                    <a:pt x="19" y="117"/>
                    <a:pt x="9" y="109"/>
                    <a:pt x="4" y="98"/>
                  </a:cubicBezTo>
                  <a:cubicBezTo>
                    <a:pt x="0" y="88"/>
                    <a:pt x="0" y="71"/>
                    <a:pt x="4" y="60"/>
                  </a:cubicBezTo>
                  <a:cubicBezTo>
                    <a:pt x="9" y="49"/>
                    <a:pt x="17" y="38"/>
                    <a:pt x="26" y="29"/>
                  </a:cubicBezTo>
                  <a:cubicBezTo>
                    <a:pt x="33" y="20"/>
                    <a:pt x="41" y="7"/>
                    <a:pt x="5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79">
              <a:extLst>
                <a:ext uri="{FF2B5EF4-FFF2-40B4-BE49-F238E27FC236}">
                  <a16:creationId xmlns:a16="http://schemas.microsoft.com/office/drawing/2014/main" id="{B7944B04-DA65-4450-A579-2DC08455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3"/>
              <a:ext cx="141" cy="154"/>
            </a:xfrm>
            <a:custGeom>
              <a:avLst/>
              <a:gdLst>
                <a:gd name="T0" fmla="*/ 149 w 87"/>
                <a:gd name="T1" fmla="*/ 0 h 89"/>
                <a:gd name="T2" fmla="*/ 29 w 87"/>
                <a:gd name="T3" fmla="*/ 48 h 89"/>
                <a:gd name="T4" fmla="*/ 26 w 87"/>
                <a:gd name="T5" fmla="*/ 242 h 89"/>
                <a:gd name="T6" fmla="*/ 26 w 87"/>
                <a:gd name="T7" fmla="*/ 395 h 89"/>
                <a:gd name="T8" fmla="*/ 136 w 87"/>
                <a:gd name="T9" fmla="*/ 362 h 89"/>
                <a:gd name="T10" fmla="*/ 238 w 87"/>
                <a:gd name="T11" fmla="*/ 311 h 89"/>
                <a:gd name="T12" fmla="*/ 308 w 87"/>
                <a:gd name="T13" fmla="*/ 254 h 89"/>
                <a:gd name="T14" fmla="*/ 371 w 87"/>
                <a:gd name="T15" fmla="*/ 135 h 89"/>
                <a:gd name="T16" fmla="*/ 186 w 87"/>
                <a:gd name="T17" fmla="*/ 5 h 89"/>
                <a:gd name="T18" fmla="*/ 152 w 87"/>
                <a:gd name="T19" fmla="*/ 5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89">
                  <a:moveTo>
                    <a:pt x="35" y="0"/>
                  </a:moveTo>
                  <a:cubicBezTo>
                    <a:pt x="25" y="0"/>
                    <a:pt x="13" y="1"/>
                    <a:pt x="7" y="9"/>
                  </a:cubicBezTo>
                  <a:cubicBezTo>
                    <a:pt x="0" y="19"/>
                    <a:pt x="7" y="36"/>
                    <a:pt x="6" y="47"/>
                  </a:cubicBezTo>
                  <a:cubicBezTo>
                    <a:pt x="5" y="56"/>
                    <a:pt x="2" y="67"/>
                    <a:pt x="6" y="76"/>
                  </a:cubicBezTo>
                  <a:cubicBezTo>
                    <a:pt x="11" y="89"/>
                    <a:pt x="25" y="73"/>
                    <a:pt x="32" y="70"/>
                  </a:cubicBezTo>
                  <a:cubicBezTo>
                    <a:pt x="40" y="66"/>
                    <a:pt x="48" y="65"/>
                    <a:pt x="56" y="60"/>
                  </a:cubicBezTo>
                  <a:cubicBezTo>
                    <a:pt x="61" y="56"/>
                    <a:pt x="67" y="53"/>
                    <a:pt x="72" y="49"/>
                  </a:cubicBezTo>
                  <a:cubicBezTo>
                    <a:pt x="79" y="44"/>
                    <a:pt x="87" y="35"/>
                    <a:pt x="87" y="26"/>
                  </a:cubicBezTo>
                  <a:cubicBezTo>
                    <a:pt x="87" y="9"/>
                    <a:pt x="57" y="2"/>
                    <a:pt x="44" y="1"/>
                  </a:cubicBezTo>
                  <a:cubicBezTo>
                    <a:pt x="41" y="1"/>
                    <a:pt x="39" y="1"/>
                    <a:pt x="36" y="1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80">
              <a:extLst>
                <a:ext uri="{FF2B5EF4-FFF2-40B4-BE49-F238E27FC236}">
                  <a16:creationId xmlns:a16="http://schemas.microsoft.com/office/drawing/2014/main" id="{F212399B-0211-4517-8EF6-A98361C2F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378"/>
              <a:ext cx="173" cy="128"/>
            </a:xfrm>
            <a:custGeom>
              <a:avLst/>
              <a:gdLst>
                <a:gd name="T0" fmla="*/ 5 w 107"/>
                <a:gd name="T1" fmla="*/ 239 h 74"/>
                <a:gd name="T2" fmla="*/ 81 w 107"/>
                <a:gd name="T3" fmla="*/ 213 h 74"/>
                <a:gd name="T4" fmla="*/ 173 w 107"/>
                <a:gd name="T5" fmla="*/ 149 h 74"/>
                <a:gd name="T6" fmla="*/ 330 w 107"/>
                <a:gd name="T7" fmla="*/ 50 h 74"/>
                <a:gd name="T8" fmla="*/ 424 w 107"/>
                <a:gd name="T9" fmla="*/ 29 h 74"/>
                <a:gd name="T10" fmla="*/ 453 w 107"/>
                <a:gd name="T11" fmla="*/ 201 h 74"/>
                <a:gd name="T12" fmla="*/ 432 w 107"/>
                <a:gd name="T13" fmla="*/ 332 h 74"/>
                <a:gd name="T14" fmla="*/ 322 w 107"/>
                <a:gd name="T15" fmla="*/ 320 h 74"/>
                <a:gd name="T16" fmla="*/ 71 w 107"/>
                <a:gd name="T17" fmla="*/ 278 h 74"/>
                <a:gd name="T18" fmla="*/ 5 w 107"/>
                <a:gd name="T19" fmla="*/ 249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74">
                  <a:moveTo>
                    <a:pt x="1" y="46"/>
                  </a:moveTo>
                  <a:cubicBezTo>
                    <a:pt x="7" y="44"/>
                    <a:pt x="13" y="43"/>
                    <a:pt x="19" y="41"/>
                  </a:cubicBezTo>
                  <a:cubicBezTo>
                    <a:pt x="27" y="38"/>
                    <a:pt x="34" y="33"/>
                    <a:pt x="41" y="29"/>
                  </a:cubicBezTo>
                  <a:cubicBezTo>
                    <a:pt x="53" y="22"/>
                    <a:pt x="66" y="16"/>
                    <a:pt x="78" y="10"/>
                  </a:cubicBezTo>
                  <a:cubicBezTo>
                    <a:pt x="84" y="6"/>
                    <a:pt x="94" y="0"/>
                    <a:pt x="100" y="6"/>
                  </a:cubicBezTo>
                  <a:cubicBezTo>
                    <a:pt x="107" y="12"/>
                    <a:pt x="106" y="30"/>
                    <a:pt x="107" y="39"/>
                  </a:cubicBezTo>
                  <a:cubicBezTo>
                    <a:pt x="107" y="47"/>
                    <a:pt x="106" y="57"/>
                    <a:pt x="102" y="64"/>
                  </a:cubicBezTo>
                  <a:cubicBezTo>
                    <a:pt x="96" y="74"/>
                    <a:pt x="85" y="65"/>
                    <a:pt x="76" y="62"/>
                  </a:cubicBezTo>
                  <a:cubicBezTo>
                    <a:pt x="57" y="57"/>
                    <a:pt x="36" y="57"/>
                    <a:pt x="17" y="54"/>
                  </a:cubicBezTo>
                  <a:cubicBezTo>
                    <a:pt x="13" y="53"/>
                    <a:pt x="0" y="52"/>
                    <a:pt x="1" y="48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81">
              <a:extLst>
                <a:ext uri="{FF2B5EF4-FFF2-40B4-BE49-F238E27FC236}">
                  <a16:creationId xmlns:a16="http://schemas.microsoft.com/office/drawing/2014/main" id="{08F471D4-5905-4AAC-922F-E1D1D408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478"/>
              <a:ext cx="160" cy="161"/>
            </a:xfrm>
            <a:custGeom>
              <a:avLst/>
              <a:gdLst>
                <a:gd name="T0" fmla="*/ 26 w 99"/>
                <a:gd name="T1" fmla="*/ 119 h 93"/>
                <a:gd name="T2" fmla="*/ 26 w 99"/>
                <a:gd name="T3" fmla="*/ 29 h 93"/>
                <a:gd name="T4" fmla="*/ 115 w 99"/>
                <a:gd name="T5" fmla="*/ 57 h 93"/>
                <a:gd name="T6" fmla="*/ 357 w 99"/>
                <a:gd name="T7" fmla="*/ 184 h 93"/>
                <a:gd name="T8" fmla="*/ 412 w 99"/>
                <a:gd name="T9" fmla="*/ 242 h 93"/>
                <a:gd name="T10" fmla="*/ 347 w 99"/>
                <a:gd name="T11" fmla="*/ 341 h 93"/>
                <a:gd name="T12" fmla="*/ 228 w 99"/>
                <a:gd name="T13" fmla="*/ 410 h 93"/>
                <a:gd name="T14" fmla="*/ 126 w 99"/>
                <a:gd name="T15" fmla="*/ 467 h 93"/>
                <a:gd name="T16" fmla="*/ 47 w 99"/>
                <a:gd name="T17" fmla="*/ 431 h 93"/>
                <a:gd name="T18" fmla="*/ 13 w 99"/>
                <a:gd name="T19" fmla="*/ 261 h 93"/>
                <a:gd name="T20" fmla="*/ 21 w 99"/>
                <a:gd name="T21" fmla="*/ 83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93">
                  <a:moveTo>
                    <a:pt x="6" y="23"/>
                  </a:moveTo>
                  <a:cubicBezTo>
                    <a:pt x="3" y="18"/>
                    <a:pt x="0" y="10"/>
                    <a:pt x="6" y="6"/>
                  </a:cubicBezTo>
                  <a:cubicBezTo>
                    <a:pt x="12" y="0"/>
                    <a:pt x="21" y="8"/>
                    <a:pt x="27" y="11"/>
                  </a:cubicBezTo>
                  <a:cubicBezTo>
                    <a:pt x="45" y="22"/>
                    <a:pt x="66" y="28"/>
                    <a:pt x="85" y="35"/>
                  </a:cubicBezTo>
                  <a:cubicBezTo>
                    <a:pt x="92" y="37"/>
                    <a:pt x="99" y="39"/>
                    <a:pt x="98" y="47"/>
                  </a:cubicBezTo>
                  <a:cubicBezTo>
                    <a:pt x="96" y="55"/>
                    <a:pt x="88" y="63"/>
                    <a:pt x="82" y="66"/>
                  </a:cubicBezTo>
                  <a:cubicBezTo>
                    <a:pt x="73" y="71"/>
                    <a:pt x="63" y="74"/>
                    <a:pt x="54" y="79"/>
                  </a:cubicBezTo>
                  <a:cubicBezTo>
                    <a:pt x="46" y="83"/>
                    <a:pt x="39" y="87"/>
                    <a:pt x="30" y="90"/>
                  </a:cubicBezTo>
                  <a:cubicBezTo>
                    <a:pt x="21" y="92"/>
                    <a:pt x="16" y="93"/>
                    <a:pt x="11" y="83"/>
                  </a:cubicBezTo>
                  <a:cubicBezTo>
                    <a:pt x="5" y="73"/>
                    <a:pt x="4" y="61"/>
                    <a:pt x="3" y="50"/>
                  </a:cubicBezTo>
                  <a:cubicBezTo>
                    <a:pt x="2" y="38"/>
                    <a:pt x="4" y="28"/>
                    <a:pt x="5" y="16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82">
              <a:extLst>
                <a:ext uri="{FF2B5EF4-FFF2-40B4-BE49-F238E27FC236}">
                  <a16:creationId xmlns:a16="http://schemas.microsoft.com/office/drawing/2014/main" id="{F9A95B7A-E8EC-4FBF-970E-95B138DB5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480"/>
              <a:ext cx="110" cy="148"/>
            </a:xfrm>
            <a:custGeom>
              <a:avLst/>
              <a:gdLst>
                <a:gd name="T0" fmla="*/ 238 w 68"/>
                <a:gd name="T1" fmla="*/ 26 h 86"/>
                <a:gd name="T2" fmla="*/ 233 w 68"/>
                <a:gd name="T3" fmla="*/ 36 h 86"/>
                <a:gd name="T4" fmla="*/ 207 w 68"/>
                <a:gd name="T5" fmla="*/ 77 h 86"/>
                <a:gd name="T6" fmla="*/ 139 w 68"/>
                <a:gd name="T7" fmla="*/ 176 h 86"/>
                <a:gd name="T8" fmla="*/ 26 w 68"/>
                <a:gd name="T9" fmla="*/ 305 h 86"/>
                <a:gd name="T10" fmla="*/ 5 w 68"/>
                <a:gd name="T11" fmla="*/ 353 h 86"/>
                <a:gd name="T12" fmla="*/ 55 w 68"/>
                <a:gd name="T13" fmla="*/ 382 h 86"/>
                <a:gd name="T14" fmla="*/ 238 w 68"/>
                <a:gd name="T15" fmla="*/ 430 h 86"/>
                <a:gd name="T16" fmla="*/ 283 w 68"/>
                <a:gd name="T17" fmla="*/ 373 h 86"/>
                <a:gd name="T18" fmla="*/ 283 w 68"/>
                <a:gd name="T19" fmla="*/ 163 h 86"/>
                <a:gd name="T20" fmla="*/ 280 w 68"/>
                <a:gd name="T21" fmla="*/ 29 h 86"/>
                <a:gd name="T22" fmla="*/ 241 w 68"/>
                <a:gd name="T23" fmla="*/ 15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86">
                  <a:moveTo>
                    <a:pt x="56" y="5"/>
                  </a:moveTo>
                  <a:cubicBezTo>
                    <a:pt x="58" y="3"/>
                    <a:pt x="55" y="6"/>
                    <a:pt x="55" y="7"/>
                  </a:cubicBezTo>
                  <a:cubicBezTo>
                    <a:pt x="53" y="10"/>
                    <a:pt x="51" y="12"/>
                    <a:pt x="49" y="15"/>
                  </a:cubicBezTo>
                  <a:cubicBezTo>
                    <a:pt x="44" y="21"/>
                    <a:pt x="39" y="28"/>
                    <a:pt x="33" y="34"/>
                  </a:cubicBezTo>
                  <a:cubicBezTo>
                    <a:pt x="25" y="44"/>
                    <a:pt x="14" y="50"/>
                    <a:pt x="6" y="60"/>
                  </a:cubicBezTo>
                  <a:cubicBezTo>
                    <a:pt x="4" y="62"/>
                    <a:pt x="0" y="65"/>
                    <a:pt x="1" y="69"/>
                  </a:cubicBezTo>
                  <a:cubicBezTo>
                    <a:pt x="2" y="72"/>
                    <a:pt x="11" y="74"/>
                    <a:pt x="13" y="75"/>
                  </a:cubicBezTo>
                  <a:cubicBezTo>
                    <a:pt x="27" y="80"/>
                    <a:pt x="42" y="82"/>
                    <a:pt x="56" y="84"/>
                  </a:cubicBezTo>
                  <a:cubicBezTo>
                    <a:pt x="67" y="86"/>
                    <a:pt x="66" y="84"/>
                    <a:pt x="67" y="73"/>
                  </a:cubicBezTo>
                  <a:cubicBezTo>
                    <a:pt x="68" y="59"/>
                    <a:pt x="67" y="45"/>
                    <a:pt x="67" y="32"/>
                  </a:cubicBezTo>
                  <a:cubicBezTo>
                    <a:pt x="67" y="25"/>
                    <a:pt x="68" y="13"/>
                    <a:pt x="66" y="6"/>
                  </a:cubicBezTo>
                  <a:cubicBezTo>
                    <a:pt x="65" y="2"/>
                    <a:pt x="61" y="0"/>
                    <a:pt x="57" y="3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83">
              <a:extLst>
                <a:ext uri="{FF2B5EF4-FFF2-40B4-BE49-F238E27FC236}">
                  <a16:creationId xmlns:a16="http://schemas.microsoft.com/office/drawing/2014/main" id="{E37DB042-B9CF-4604-8942-68CC52FA0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07"/>
              <a:ext cx="143" cy="149"/>
            </a:xfrm>
            <a:custGeom>
              <a:avLst/>
              <a:gdLst>
                <a:gd name="T0" fmla="*/ 55 w 88"/>
                <a:gd name="T1" fmla="*/ 0 h 86"/>
                <a:gd name="T2" fmla="*/ 13 w 88"/>
                <a:gd name="T3" fmla="*/ 107 h 86"/>
                <a:gd name="T4" fmla="*/ 5 w 88"/>
                <a:gd name="T5" fmla="*/ 249 h 86"/>
                <a:gd name="T6" fmla="*/ 75 w 88"/>
                <a:gd name="T7" fmla="*/ 438 h 86"/>
                <a:gd name="T8" fmla="*/ 151 w 88"/>
                <a:gd name="T9" fmla="*/ 378 h 86"/>
                <a:gd name="T10" fmla="*/ 254 w 88"/>
                <a:gd name="T11" fmla="*/ 270 h 86"/>
                <a:gd name="T12" fmla="*/ 377 w 88"/>
                <a:gd name="T13" fmla="*/ 163 h 86"/>
                <a:gd name="T14" fmla="*/ 275 w 88"/>
                <a:gd name="T15" fmla="*/ 107 h 86"/>
                <a:gd name="T16" fmla="*/ 164 w 88"/>
                <a:gd name="T17" fmla="*/ 50 h 86"/>
                <a:gd name="T18" fmla="*/ 55 w 88"/>
                <a:gd name="T19" fmla="*/ 9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86">
                  <a:moveTo>
                    <a:pt x="13" y="0"/>
                  </a:moveTo>
                  <a:cubicBezTo>
                    <a:pt x="9" y="2"/>
                    <a:pt x="5" y="15"/>
                    <a:pt x="3" y="21"/>
                  </a:cubicBezTo>
                  <a:cubicBezTo>
                    <a:pt x="1" y="30"/>
                    <a:pt x="0" y="39"/>
                    <a:pt x="1" y="48"/>
                  </a:cubicBezTo>
                  <a:cubicBezTo>
                    <a:pt x="3" y="56"/>
                    <a:pt x="6" y="82"/>
                    <a:pt x="17" y="84"/>
                  </a:cubicBezTo>
                  <a:cubicBezTo>
                    <a:pt x="23" y="86"/>
                    <a:pt x="30" y="77"/>
                    <a:pt x="35" y="73"/>
                  </a:cubicBezTo>
                  <a:cubicBezTo>
                    <a:pt x="42" y="66"/>
                    <a:pt x="50" y="58"/>
                    <a:pt x="59" y="52"/>
                  </a:cubicBezTo>
                  <a:cubicBezTo>
                    <a:pt x="69" y="46"/>
                    <a:pt x="81" y="39"/>
                    <a:pt x="88" y="31"/>
                  </a:cubicBezTo>
                  <a:cubicBezTo>
                    <a:pt x="82" y="25"/>
                    <a:pt x="73" y="23"/>
                    <a:pt x="64" y="21"/>
                  </a:cubicBezTo>
                  <a:cubicBezTo>
                    <a:pt x="55" y="18"/>
                    <a:pt x="47" y="13"/>
                    <a:pt x="38" y="10"/>
                  </a:cubicBezTo>
                  <a:cubicBezTo>
                    <a:pt x="30" y="7"/>
                    <a:pt x="19" y="4"/>
                    <a:pt x="13" y="2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84">
              <a:extLst>
                <a:ext uri="{FF2B5EF4-FFF2-40B4-BE49-F238E27FC236}">
                  <a16:creationId xmlns:a16="http://schemas.microsoft.com/office/drawing/2014/main" id="{4CEA8D58-C4BC-44CF-A17D-6CF90443C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302"/>
              <a:ext cx="134" cy="122"/>
            </a:xfrm>
            <a:custGeom>
              <a:avLst/>
              <a:gdLst>
                <a:gd name="T0" fmla="*/ 0 w 83"/>
                <a:gd name="T1" fmla="*/ 184 h 71"/>
                <a:gd name="T2" fmla="*/ 102 w 83"/>
                <a:gd name="T3" fmla="*/ 234 h 71"/>
                <a:gd name="T4" fmla="*/ 186 w 83"/>
                <a:gd name="T5" fmla="*/ 275 h 71"/>
                <a:gd name="T6" fmla="*/ 287 w 83"/>
                <a:gd name="T7" fmla="*/ 340 h 71"/>
                <a:gd name="T8" fmla="*/ 334 w 83"/>
                <a:gd name="T9" fmla="*/ 289 h 71"/>
                <a:gd name="T10" fmla="*/ 308 w 83"/>
                <a:gd name="T11" fmla="*/ 100 h 71"/>
                <a:gd name="T12" fmla="*/ 260 w 83"/>
                <a:gd name="T13" fmla="*/ 5 h 71"/>
                <a:gd name="T14" fmla="*/ 139 w 83"/>
                <a:gd name="T15" fmla="*/ 77 h 71"/>
                <a:gd name="T16" fmla="*/ 71 w 83"/>
                <a:gd name="T17" fmla="*/ 120 h 71"/>
                <a:gd name="T18" fmla="*/ 13 w 83"/>
                <a:gd name="T19" fmla="*/ 163 h 71"/>
                <a:gd name="T20" fmla="*/ 8 w 83"/>
                <a:gd name="T21" fmla="*/ 189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71">
                  <a:moveTo>
                    <a:pt x="0" y="36"/>
                  </a:moveTo>
                  <a:cubicBezTo>
                    <a:pt x="7" y="41"/>
                    <a:pt x="16" y="42"/>
                    <a:pt x="24" y="46"/>
                  </a:cubicBezTo>
                  <a:cubicBezTo>
                    <a:pt x="31" y="50"/>
                    <a:pt x="37" y="52"/>
                    <a:pt x="44" y="54"/>
                  </a:cubicBezTo>
                  <a:cubicBezTo>
                    <a:pt x="53" y="58"/>
                    <a:pt x="60" y="63"/>
                    <a:pt x="68" y="67"/>
                  </a:cubicBezTo>
                  <a:cubicBezTo>
                    <a:pt x="77" y="71"/>
                    <a:pt x="83" y="68"/>
                    <a:pt x="79" y="57"/>
                  </a:cubicBezTo>
                  <a:cubicBezTo>
                    <a:pt x="74" y="44"/>
                    <a:pt x="74" y="33"/>
                    <a:pt x="73" y="20"/>
                  </a:cubicBezTo>
                  <a:cubicBezTo>
                    <a:pt x="72" y="13"/>
                    <a:pt x="70" y="0"/>
                    <a:pt x="62" y="1"/>
                  </a:cubicBezTo>
                  <a:cubicBezTo>
                    <a:pt x="52" y="3"/>
                    <a:pt x="42" y="11"/>
                    <a:pt x="33" y="15"/>
                  </a:cubicBezTo>
                  <a:cubicBezTo>
                    <a:pt x="27" y="18"/>
                    <a:pt x="22" y="21"/>
                    <a:pt x="17" y="24"/>
                  </a:cubicBezTo>
                  <a:cubicBezTo>
                    <a:pt x="12" y="27"/>
                    <a:pt x="6" y="28"/>
                    <a:pt x="3" y="32"/>
                  </a:cubicBezTo>
                  <a:cubicBezTo>
                    <a:pt x="2" y="34"/>
                    <a:pt x="1" y="34"/>
                    <a:pt x="2" y="37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85">
              <a:extLst>
                <a:ext uri="{FF2B5EF4-FFF2-40B4-BE49-F238E27FC236}">
                  <a16:creationId xmlns:a16="http://schemas.microsoft.com/office/drawing/2014/main" id="{5C16AB6D-624B-4034-89F9-918DE243E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399"/>
              <a:ext cx="661" cy="527"/>
            </a:xfrm>
            <a:custGeom>
              <a:avLst/>
              <a:gdLst>
                <a:gd name="T0" fmla="*/ 1586 w 408"/>
                <a:gd name="T1" fmla="*/ 1070 h 305"/>
                <a:gd name="T2" fmla="*/ 702 w 408"/>
                <a:gd name="T3" fmla="*/ 1439 h 305"/>
                <a:gd name="T4" fmla="*/ 73 w 408"/>
                <a:gd name="T5" fmla="*/ 598 h 305"/>
                <a:gd name="T6" fmla="*/ 1147 w 408"/>
                <a:gd name="T7" fmla="*/ 128 h 305"/>
                <a:gd name="T8" fmla="*/ 1586 w 408"/>
                <a:gd name="T9" fmla="*/ 1070 h 3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305">
                  <a:moveTo>
                    <a:pt x="373" y="207"/>
                  </a:moveTo>
                  <a:cubicBezTo>
                    <a:pt x="348" y="269"/>
                    <a:pt x="263" y="305"/>
                    <a:pt x="165" y="279"/>
                  </a:cubicBezTo>
                  <a:cubicBezTo>
                    <a:pt x="67" y="254"/>
                    <a:pt x="0" y="181"/>
                    <a:pt x="17" y="116"/>
                  </a:cubicBezTo>
                  <a:cubicBezTo>
                    <a:pt x="34" y="51"/>
                    <a:pt x="171" y="0"/>
                    <a:pt x="270" y="25"/>
                  </a:cubicBezTo>
                  <a:cubicBezTo>
                    <a:pt x="368" y="50"/>
                    <a:pt x="408" y="121"/>
                    <a:pt x="373" y="207"/>
                  </a:cubicBezTo>
                  <a:close/>
                </a:path>
              </a:pathLst>
            </a:custGeom>
            <a:solidFill>
              <a:srgbClr val="F9CA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86">
              <a:extLst>
                <a:ext uri="{FF2B5EF4-FFF2-40B4-BE49-F238E27FC236}">
                  <a16:creationId xmlns:a16="http://schemas.microsoft.com/office/drawing/2014/main" id="{6476E372-FE3F-4CE7-8BBC-CE875B3A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407"/>
              <a:ext cx="621" cy="501"/>
            </a:xfrm>
            <a:custGeom>
              <a:avLst/>
              <a:gdLst>
                <a:gd name="T0" fmla="*/ 1488 w 383"/>
                <a:gd name="T1" fmla="*/ 1014 h 290"/>
                <a:gd name="T2" fmla="*/ 657 w 383"/>
                <a:gd name="T3" fmla="*/ 1375 h 290"/>
                <a:gd name="T4" fmla="*/ 68 w 383"/>
                <a:gd name="T5" fmla="*/ 575 h 290"/>
                <a:gd name="T6" fmla="*/ 1078 w 383"/>
                <a:gd name="T7" fmla="*/ 123 h 290"/>
                <a:gd name="T8" fmla="*/ 1488 w 383"/>
                <a:gd name="T9" fmla="*/ 1014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3" h="290">
                  <a:moveTo>
                    <a:pt x="349" y="197"/>
                  </a:moveTo>
                  <a:cubicBezTo>
                    <a:pt x="325" y="256"/>
                    <a:pt x="246" y="290"/>
                    <a:pt x="154" y="267"/>
                  </a:cubicBezTo>
                  <a:cubicBezTo>
                    <a:pt x="62" y="243"/>
                    <a:pt x="0" y="174"/>
                    <a:pt x="16" y="112"/>
                  </a:cubicBezTo>
                  <a:cubicBezTo>
                    <a:pt x="32" y="50"/>
                    <a:pt x="161" y="0"/>
                    <a:pt x="253" y="24"/>
                  </a:cubicBezTo>
                  <a:cubicBezTo>
                    <a:pt x="345" y="47"/>
                    <a:pt x="383" y="115"/>
                    <a:pt x="349" y="197"/>
                  </a:cubicBezTo>
                  <a:close/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87">
              <a:extLst>
                <a:ext uri="{FF2B5EF4-FFF2-40B4-BE49-F238E27FC236}">
                  <a16:creationId xmlns:a16="http://schemas.microsoft.com/office/drawing/2014/main" id="{FF29764F-5C25-4283-A686-66F817422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47"/>
              <a:ext cx="517" cy="420"/>
            </a:xfrm>
            <a:custGeom>
              <a:avLst/>
              <a:gdLst>
                <a:gd name="T0" fmla="*/ 1243 w 319"/>
                <a:gd name="T1" fmla="*/ 852 h 243"/>
                <a:gd name="T2" fmla="*/ 543 w 319"/>
                <a:gd name="T3" fmla="*/ 1149 h 243"/>
                <a:gd name="T4" fmla="*/ 55 w 319"/>
                <a:gd name="T5" fmla="*/ 484 h 243"/>
                <a:gd name="T6" fmla="*/ 898 w 319"/>
                <a:gd name="T7" fmla="*/ 104 h 243"/>
                <a:gd name="T8" fmla="*/ 1243 w 319"/>
                <a:gd name="T9" fmla="*/ 852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243">
                  <a:moveTo>
                    <a:pt x="292" y="165"/>
                  </a:moveTo>
                  <a:cubicBezTo>
                    <a:pt x="271" y="214"/>
                    <a:pt x="205" y="243"/>
                    <a:pt x="128" y="223"/>
                  </a:cubicBezTo>
                  <a:cubicBezTo>
                    <a:pt x="52" y="203"/>
                    <a:pt x="0" y="145"/>
                    <a:pt x="13" y="94"/>
                  </a:cubicBezTo>
                  <a:cubicBezTo>
                    <a:pt x="27" y="42"/>
                    <a:pt x="134" y="0"/>
                    <a:pt x="211" y="20"/>
                  </a:cubicBezTo>
                  <a:cubicBezTo>
                    <a:pt x="288" y="40"/>
                    <a:pt x="319" y="96"/>
                    <a:pt x="292" y="165"/>
                  </a:cubicBezTo>
                  <a:close/>
                </a:path>
              </a:pathLst>
            </a:custGeom>
            <a:solidFill>
              <a:srgbClr val="FCE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88">
              <a:extLst>
                <a:ext uri="{FF2B5EF4-FFF2-40B4-BE49-F238E27FC236}">
                  <a16:creationId xmlns:a16="http://schemas.microsoft.com/office/drawing/2014/main" id="{4D4EE8D9-987D-4E31-8963-3CDA5B0FC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623"/>
              <a:ext cx="57" cy="50"/>
            </a:xfrm>
            <a:custGeom>
              <a:avLst/>
              <a:gdLst>
                <a:gd name="T0" fmla="*/ 88 w 35"/>
                <a:gd name="T1" fmla="*/ 5 h 29"/>
                <a:gd name="T2" fmla="*/ 0 w 35"/>
                <a:gd name="T3" fmla="*/ 66 h 29"/>
                <a:gd name="T4" fmla="*/ 81 w 35"/>
                <a:gd name="T5" fmla="*/ 140 h 29"/>
                <a:gd name="T6" fmla="*/ 81 w 35"/>
                <a:gd name="T7" fmla="*/ 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9">
                  <a:moveTo>
                    <a:pt x="20" y="1"/>
                  </a:moveTo>
                  <a:cubicBezTo>
                    <a:pt x="12" y="3"/>
                    <a:pt x="0" y="0"/>
                    <a:pt x="0" y="13"/>
                  </a:cubicBezTo>
                  <a:cubicBezTo>
                    <a:pt x="0" y="23"/>
                    <a:pt x="11" y="29"/>
                    <a:pt x="19" y="27"/>
                  </a:cubicBezTo>
                  <a:cubicBezTo>
                    <a:pt x="35" y="23"/>
                    <a:pt x="34" y="4"/>
                    <a:pt x="19" y="2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89">
              <a:extLst>
                <a:ext uri="{FF2B5EF4-FFF2-40B4-BE49-F238E27FC236}">
                  <a16:creationId xmlns:a16="http://schemas.microsoft.com/office/drawing/2014/main" id="{C82D4277-FEFC-463E-BCC4-B64466059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487"/>
              <a:ext cx="26" cy="128"/>
            </a:xfrm>
            <a:custGeom>
              <a:avLst/>
              <a:gdLst>
                <a:gd name="T0" fmla="*/ 8 w 16"/>
                <a:gd name="T1" fmla="*/ 382 h 74"/>
                <a:gd name="T2" fmla="*/ 63 w 16"/>
                <a:gd name="T3" fmla="*/ 0 h 74"/>
                <a:gd name="T4" fmla="*/ 34 w 16"/>
                <a:gd name="T5" fmla="*/ 242 h 74"/>
                <a:gd name="T6" fmla="*/ 8 w 16"/>
                <a:gd name="T7" fmla="*/ 382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4">
                  <a:moveTo>
                    <a:pt x="2" y="74"/>
                  </a:moveTo>
                  <a:cubicBezTo>
                    <a:pt x="0" y="55"/>
                    <a:pt x="14" y="24"/>
                    <a:pt x="15" y="0"/>
                  </a:cubicBezTo>
                  <a:cubicBezTo>
                    <a:pt x="16" y="17"/>
                    <a:pt x="12" y="30"/>
                    <a:pt x="8" y="47"/>
                  </a:cubicBezTo>
                  <a:cubicBezTo>
                    <a:pt x="6" y="56"/>
                    <a:pt x="3" y="67"/>
                    <a:pt x="2" y="74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90">
              <a:extLst>
                <a:ext uri="{FF2B5EF4-FFF2-40B4-BE49-F238E27FC236}">
                  <a16:creationId xmlns:a16="http://schemas.microsoft.com/office/drawing/2014/main" id="{E2036945-F1A3-4799-B3F9-39E9F08D8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604"/>
              <a:ext cx="155" cy="33"/>
            </a:xfrm>
            <a:custGeom>
              <a:avLst/>
              <a:gdLst>
                <a:gd name="T0" fmla="*/ 0 w 96"/>
                <a:gd name="T1" fmla="*/ 94 h 19"/>
                <a:gd name="T2" fmla="*/ 139 w 96"/>
                <a:gd name="T3" fmla="*/ 49 h 19"/>
                <a:gd name="T4" fmla="*/ 302 w 96"/>
                <a:gd name="T5" fmla="*/ 5 h 19"/>
                <a:gd name="T6" fmla="*/ 404 w 96"/>
                <a:gd name="T7" fmla="*/ 0 h 19"/>
                <a:gd name="T8" fmla="*/ 149 w 96"/>
                <a:gd name="T9" fmla="*/ 73 h 19"/>
                <a:gd name="T10" fmla="*/ 16 w 96"/>
                <a:gd name="T11" fmla="*/ 9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9">
                  <a:moveTo>
                    <a:pt x="0" y="18"/>
                  </a:moveTo>
                  <a:cubicBezTo>
                    <a:pt x="10" y="18"/>
                    <a:pt x="23" y="11"/>
                    <a:pt x="33" y="9"/>
                  </a:cubicBezTo>
                  <a:cubicBezTo>
                    <a:pt x="46" y="5"/>
                    <a:pt x="59" y="2"/>
                    <a:pt x="72" y="1"/>
                  </a:cubicBezTo>
                  <a:cubicBezTo>
                    <a:pt x="80" y="0"/>
                    <a:pt x="89" y="2"/>
                    <a:pt x="96" y="0"/>
                  </a:cubicBezTo>
                  <a:cubicBezTo>
                    <a:pt x="80" y="12"/>
                    <a:pt x="54" y="13"/>
                    <a:pt x="35" y="14"/>
                  </a:cubicBezTo>
                  <a:cubicBezTo>
                    <a:pt x="24" y="15"/>
                    <a:pt x="14" y="18"/>
                    <a:pt x="4" y="19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91">
              <a:extLst>
                <a:ext uri="{FF2B5EF4-FFF2-40B4-BE49-F238E27FC236}">
                  <a16:creationId xmlns:a16="http://schemas.microsoft.com/office/drawing/2014/main" id="{A28FD582-E4E6-4E60-A4A1-35F9AE805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684"/>
              <a:ext cx="144" cy="79"/>
            </a:xfrm>
            <a:custGeom>
              <a:avLst/>
              <a:gdLst>
                <a:gd name="T0" fmla="*/ 0 w 89"/>
                <a:gd name="T1" fmla="*/ 0 h 46"/>
                <a:gd name="T2" fmla="*/ 123 w 89"/>
                <a:gd name="T3" fmla="*/ 77 h 46"/>
                <a:gd name="T4" fmla="*/ 280 w 89"/>
                <a:gd name="T5" fmla="*/ 177 h 46"/>
                <a:gd name="T6" fmla="*/ 377 w 89"/>
                <a:gd name="T7" fmla="*/ 227 h 46"/>
                <a:gd name="T8" fmla="*/ 296 w 89"/>
                <a:gd name="T9" fmla="*/ 192 h 46"/>
                <a:gd name="T10" fmla="*/ 165 w 89"/>
                <a:gd name="T11" fmla="*/ 127 h 46"/>
                <a:gd name="T12" fmla="*/ 73 w 89"/>
                <a:gd name="T13" fmla="*/ 41 h 46"/>
                <a:gd name="T14" fmla="*/ 21 w 89"/>
                <a:gd name="T15" fmla="*/ 5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6">
                  <a:moveTo>
                    <a:pt x="0" y="0"/>
                  </a:moveTo>
                  <a:cubicBezTo>
                    <a:pt x="9" y="1"/>
                    <a:pt x="21" y="11"/>
                    <a:pt x="29" y="15"/>
                  </a:cubicBezTo>
                  <a:cubicBezTo>
                    <a:pt x="42" y="21"/>
                    <a:pt x="54" y="29"/>
                    <a:pt x="66" y="35"/>
                  </a:cubicBezTo>
                  <a:cubicBezTo>
                    <a:pt x="73" y="39"/>
                    <a:pt x="82" y="43"/>
                    <a:pt x="89" y="45"/>
                  </a:cubicBezTo>
                  <a:cubicBezTo>
                    <a:pt x="83" y="46"/>
                    <a:pt x="75" y="41"/>
                    <a:pt x="70" y="38"/>
                  </a:cubicBezTo>
                  <a:cubicBezTo>
                    <a:pt x="59" y="33"/>
                    <a:pt x="49" y="30"/>
                    <a:pt x="39" y="25"/>
                  </a:cubicBezTo>
                  <a:cubicBezTo>
                    <a:pt x="31" y="20"/>
                    <a:pt x="25" y="14"/>
                    <a:pt x="17" y="8"/>
                  </a:cubicBezTo>
                  <a:cubicBezTo>
                    <a:pt x="13" y="6"/>
                    <a:pt x="8" y="4"/>
                    <a:pt x="5" y="1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92">
              <a:extLst>
                <a:ext uri="{FF2B5EF4-FFF2-40B4-BE49-F238E27FC236}">
                  <a16:creationId xmlns:a16="http://schemas.microsoft.com/office/drawing/2014/main" id="{6696D5D5-3C17-4DF5-8E6B-0FAFD6BFD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684"/>
              <a:ext cx="45" cy="140"/>
            </a:xfrm>
            <a:custGeom>
              <a:avLst/>
              <a:gdLst>
                <a:gd name="T0" fmla="*/ 116 w 28"/>
                <a:gd name="T1" fmla="*/ 0 h 81"/>
                <a:gd name="T2" fmla="*/ 90 w 28"/>
                <a:gd name="T3" fmla="*/ 128 h 81"/>
                <a:gd name="T4" fmla="*/ 63 w 28"/>
                <a:gd name="T5" fmla="*/ 278 h 81"/>
                <a:gd name="T6" fmla="*/ 34 w 28"/>
                <a:gd name="T7" fmla="*/ 418 h 81"/>
                <a:gd name="T8" fmla="*/ 63 w 28"/>
                <a:gd name="T9" fmla="*/ 164 h 81"/>
                <a:gd name="T10" fmla="*/ 101 w 28"/>
                <a:gd name="T11" fmla="*/ 28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1">
                  <a:moveTo>
                    <a:pt x="28" y="0"/>
                  </a:moveTo>
                  <a:cubicBezTo>
                    <a:pt x="24" y="7"/>
                    <a:pt x="23" y="17"/>
                    <a:pt x="22" y="25"/>
                  </a:cubicBezTo>
                  <a:cubicBezTo>
                    <a:pt x="19" y="34"/>
                    <a:pt x="17" y="44"/>
                    <a:pt x="15" y="54"/>
                  </a:cubicBezTo>
                  <a:cubicBezTo>
                    <a:pt x="13" y="62"/>
                    <a:pt x="13" y="74"/>
                    <a:pt x="8" y="81"/>
                  </a:cubicBezTo>
                  <a:cubicBezTo>
                    <a:pt x="0" y="72"/>
                    <a:pt x="13" y="43"/>
                    <a:pt x="15" y="32"/>
                  </a:cubicBezTo>
                  <a:cubicBezTo>
                    <a:pt x="18" y="23"/>
                    <a:pt x="22" y="14"/>
                    <a:pt x="24" y="5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93">
              <a:extLst>
                <a:ext uri="{FF2B5EF4-FFF2-40B4-BE49-F238E27FC236}">
                  <a16:creationId xmlns:a16="http://schemas.microsoft.com/office/drawing/2014/main" id="{F4FDA049-E029-4562-BE2D-08DA28BC7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653"/>
              <a:ext cx="148" cy="74"/>
            </a:xfrm>
            <a:custGeom>
              <a:avLst/>
              <a:gdLst>
                <a:gd name="T0" fmla="*/ 392 w 91"/>
                <a:gd name="T1" fmla="*/ 0 h 43"/>
                <a:gd name="T2" fmla="*/ 138 w 91"/>
                <a:gd name="T3" fmla="*/ 133 h 43"/>
                <a:gd name="T4" fmla="*/ 0 w 91"/>
                <a:gd name="T5" fmla="*/ 210 h 43"/>
                <a:gd name="T6" fmla="*/ 241 w 91"/>
                <a:gd name="T7" fmla="*/ 91 h 43"/>
                <a:gd name="T8" fmla="*/ 322 w 91"/>
                <a:gd name="T9" fmla="*/ 45 h 43"/>
                <a:gd name="T10" fmla="*/ 371 w 91"/>
                <a:gd name="T11" fmla="*/ 9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3">
                  <a:moveTo>
                    <a:pt x="91" y="0"/>
                  </a:moveTo>
                  <a:cubicBezTo>
                    <a:pt x="71" y="7"/>
                    <a:pt x="51" y="17"/>
                    <a:pt x="32" y="26"/>
                  </a:cubicBezTo>
                  <a:cubicBezTo>
                    <a:pt x="22" y="30"/>
                    <a:pt x="5" y="33"/>
                    <a:pt x="0" y="41"/>
                  </a:cubicBezTo>
                  <a:cubicBezTo>
                    <a:pt x="18" y="43"/>
                    <a:pt x="41" y="26"/>
                    <a:pt x="56" y="18"/>
                  </a:cubicBezTo>
                  <a:cubicBezTo>
                    <a:pt x="63" y="15"/>
                    <a:pt x="69" y="13"/>
                    <a:pt x="75" y="9"/>
                  </a:cubicBezTo>
                  <a:cubicBezTo>
                    <a:pt x="79" y="7"/>
                    <a:pt x="82" y="3"/>
                    <a:pt x="86" y="2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94">
              <a:extLst>
                <a:ext uri="{FF2B5EF4-FFF2-40B4-BE49-F238E27FC236}">
                  <a16:creationId xmlns:a16="http://schemas.microsoft.com/office/drawing/2014/main" id="{9273586A-8899-4699-A64A-5F9AA8412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39"/>
              <a:ext cx="131" cy="84"/>
            </a:xfrm>
            <a:custGeom>
              <a:avLst/>
              <a:gdLst>
                <a:gd name="T0" fmla="*/ 343 w 81"/>
                <a:gd name="T1" fmla="*/ 242 h 49"/>
                <a:gd name="T2" fmla="*/ 259 w 81"/>
                <a:gd name="T3" fmla="*/ 202 h 49"/>
                <a:gd name="T4" fmla="*/ 118 w 81"/>
                <a:gd name="T5" fmla="*/ 79 h 49"/>
                <a:gd name="T6" fmla="*/ 0 w 81"/>
                <a:gd name="T7" fmla="*/ 0 h 49"/>
                <a:gd name="T8" fmla="*/ 215 w 81"/>
                <a:gd name="T9" fmla="*/ 161 h 49"/>
                <a:gd name="T10" fmla="*/ 309 w 81"/>
                <a:gd name="T11" fmla="*/ 23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9">
                  <a:moveTo>
                    <a:pt x="81" y="48"/>
                  </a:moveTo>
                  <a:cubicBezTo>
                    <a:pt x="75" y="49"/>
                    <a:pt x="66" y="42"/>
                    <a:pt x="61" y="40"/>
                  </a:cubicBezTo>
                  <a:cubicBezTo>
                    <a:pt x="48" y="33"/>
                    <a:pt x="39" y="24"/>
                    <a:pt x="28" y="16"/>
                  </a:cubicBezTo>
                  <a:cubicBezTo>
                    <a:pt x="19" y="10"/>
                    <a:pt x="9" y="5"/>
                    <a:pt x="0" y="0"/>
                  </a:cubicBezTo>
                  <a:cubicBezTo>
                    <a:pt x="19" y="7"/>
                    <a:pt x="35" y="22"/>
                    <a:pt x="51" y="32"/>
                  </a:cubicBezTo>
                  <a:cubicBezTo>
                    <a:pt x="59" y="36"/>
                    <a:pt x="67" y="43"/>
                    <a:pt x="73" y="47"/>
                  </a:cubicBezTo>
                </a:path>
              </a:pathLst>
            </a:custGeom>
            <a:solidFill>
              <a:srgbClr val="F9F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95">
              <a:extLst>
                <a:ext uri="{FF2B5EF4-FFF2-40B4-BE49-F238E27FC236}">
                  <a16:creationId xmlns:a16="http://schemas.microsoft.com/office/drawing/2014/main" id="{D86A97C3-55C3-4379-BC20-AEF85BD0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625"/>
              <a:ext cx="30" cy="33"/>
            </a:xfrm>
            <a:custGeom>
              <a:avLst/>
              <a:gdLst>
                <a:gd name="T0" fmla="*/ 74 w 19"/>
                <a:gd name="T1" fmla="*/ 16 h 19"/>
                <a:gd name="T2" fmla="*/ 14 w 19"/>
                <a:gd name="T3" fmla="*/ 28 h 19"/>
                <a:gd name="T4" fmla="*/ 35 w 19"/>
                <a:gd name="T5" fmla="*/ 99 h 19"/>
                <a:gd name="T6" fmla="*/ 74 w 19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19" y="3"/>
                  </a:moveTo>
                  <a:cubicBezTo>
                    <a:pt x="14" y="3"/>
                    <a:pt x="8" y="0"/>
                    <a:pt x="4" y="5"/>
                  </a:cubicBezTo>
                  <a:cubicBezTo>
                    <a:pt x="0" y="10"/>
                    <a:pt x="4" y="16"/>
                    <a:pt x="9" y="19"/>
                  </a:cubicBezTo>
                  <a:cubicBezTo>
                    <a:pt x="9" y="10"/>
                    <a:pt x="11" y="8"/>
                    <a:pt x="1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96">
              <a:extLst>
                <a:ext uri="{FF2B5EF4-FFF2-40B4-BE49-F238E27FC236}">
                  <a16:creationId xmlns:a16="http://schemas.microsoft.com/office/drawing/2014/main" id="{124B1B4C-761C-4054-8911-9E752A3BF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490"/>
              <a:ext cx="29" cy="112"/>
            </a:xfrm>
            <a:custGeom>
              <a:avLst/>
              <a:gdLst>
                <a:gd name="T0" fmla="*/ 71 w 18"/>
                <a:gd name="T1" fmla="*/ 16 h 65"/>
                <a:gd name="T2" fmla="*/ 71 w 18"/>
                <a:gd name="T3" fmla="*/ 0 h 65"/>
                <a:gd name="T4" fmla="*/ 34 w 18"/>
                <a:gd name="T5" fmla="*/ 193 h 65"/>
                <a:gd name="T6" fmla="*/ 5 w 18"/>
                <a:gd name="T7" fmla="*/ 333 h 65"/>
                <a:gd name="T8" fmla="*/ 55 w 18"/>
                <a:gd name="T9" fmla="*/ 119 h 65"/>
                <a:gd name="T10" fmla="*/ 76 w 18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5">
                  <a:moveTo>
                    <a:pt x="17" y="3"/>
                  </a:moveTo>
                  <a:cubicBezTo>
                    <a:pt x="17" y="2"/>
                    <a:pt x="16" y="1"/>
                    <a:pt x="17" y="0"/>
                  </a:cubicBezTo>
                  <a:cubicBezTo>
                    <a:pt x="17" y="11"/>
                    <a:pt x="11" y="27"/>
                    <a:pt x="8" y="38"/>
                  </a:cubicBezTo>
                  <a:cubicBezTo>
                    <a:pt x="6" y="46"/>
                    <a:pt x="0" y="59"/>
                    <a:pt x="1" y="65"/>
                  </a:cubicBezTo>
                  <a:cubicBezTo>
                    <a:pt x="11" y="54"/>
                    <a:pt x="10" y="38"/>
                    <a:pt x="13" y="23"/>
                  </a:cubicBezTo>
                  <a:cubicBezTo>
                    <a:pt x="15" y="16"/>
                    <a:pt x="18" y="7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97">
              <a:extLst>
                <a:ext uri="{FF2B5EF4-FFF2-40B4-BE49-F238E27FC236}">
                  <a16:creationId xmlns:a16="http://schemas.microsoft.com/office/drawing/2014/main" id="{71E4E3E9-0ED1-4C52-85FB-5AB447AB6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613"/>
              <a:ext cx="143" cy="33"/>
            </a:xfrm>
            <a:custGeom>
              <a:avLst/>
              <a:gdLst>
                <a:gd name="T0" fmla="*/ 0 w 88"/>
                <a:gd name="T1" fmla="*/ 94 h 19"/>
                <a:gd name="T2" fmla="*/ 228 w 88"/>
                <a:gd name="T3" fmla="*/ 42 h 19"/>
                <a:gd name="T4" fmla="*/ 377 w 88"/>
                <a:gd name="T5" fmla="*/ 0 h 19"/>
                <a:gd name="T6" fmla="*/ 8 w 88"/>
                <a:gd name="T7" fmla="*/ 9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9">
                  <a:moveTo>
                    <a:pt x="0" y="18"/>
                  </a:moveTo>
                  <a:cubicBezTo>
                    <a:pt x="2" y="11"/>
                    <a:pt x="44" y="10"/>
                    <a:pt x="53" y="8"/>
                  </a:cubicBezTo>
                  <a:cubicBezTo>
                    <a:pt x="64" y="6"/>
                    <a:pt x="77" y="0"/>
                    <a:pt x="88" y="0"/>
                  </a:cubicBezTo>
                  <a:cubicBezTo>
                    <a:pt x="59" y="4"/>
                    <a:pt x="31" y="18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98">
              <a:extLst>
                <a:ext uri="{FF2B5EF4-FFF2-40B4-BE49-F238E27FC236}">
                  <a16:creationId xmlns:a16="http://schemas.microsoft.com/office/drawing/2014/main" id="{34484225-13A7-40CD-BD16-99F198159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689"/>
              <a:ext cx="102" cy="74"/>
            </a:xfrm>
            <a:custGeom>
              <a:avLst/>
              <a:gdLst>
                <a:gd name="T0" fmla="*/ 5 w 63"/>
                <a:gd name="T1" fmla="*/ 9 h 43"/>
                <a:gd name="T2" fmla="*/ 0 w 63"/>
                <a:gd name="T3" fmla="*/ 0 h 43"/>
                <a:gd name="T4" fmla="*/ 149 w 63"/>
                <a:gd name="T5" fmla="*/ 136 h 43"/>
                <a:gd name="T6" fmla="*/ 267 w 63"/>
                <a:gd name="T7" fmla="*/ 219 h 43"/>
                <a:gd name="T8" fmla="*/ 136 w 63"/>
                <a:gd name="T9" fmla="*/ 107 h 43"/>
                <a:gd name="T10" fmla="*/ 21 w 63"/>
                <a:gd name="T11" fmla="*/ 2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3">
                  <a:moveTo>
                    <a:pt x="1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8" y="11"/>
                    <a:pt x="24" y="19"/>
                    <a:pt x="35" y="27"/>
                  </a:cubicBezTo>
                  <a:cubicBezTo>
                    <a:pt x="44" y="34"/>
                    <a:pt x="52" y="40"/>
                    <a:pt x="63" y="43"/>
                  </a:cubicBezTo>
                  <a:cubicBezTo>
                    <a:pt x="52" y="35"/>
                    <a:pt x="44" y="27"/>
                    <a:pt x="32" y="21"/>
                  </a:cubicBezTo>
                  <a:cubicBezTo>
                    <a:pt x="23" y="16"/>
                    <a:pt x="14" y="10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99">
              <a:extLst>
                <a:ext uri="{FF2B5EF4-FFF2-40B4-BE49-F238E27FC236}">
                  <a16:creationId xmlns:a16="http://schemas.microsoft.com/office/drawing/2014/main" id="{2F7D9579-48B5-465D-9C85-2BB9B0EE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692"/>
              <a:ext cx="24" cy="113"/>
            </a:xfrm>
            <a:custGeom>
              <a:avLst/>
              <a:gdLst>
                <a:gd name="T0" fmla="*/ 61 w 15"/>
                <a:gd name="T1" fmla="*/ 5 h 65"/>
                <a:gd name="T2" fmla="*/ 34 w 15"/>
                <a:gd name="T3" fmla="*/ 136 h 65"/>
                <a:gd name="T4" fmla="*/ 5 w 15"/>
                <a:gd name="T5" fmla="*/ 341 h 65"/>
                <a:gd name="T6" fmla="*/ 61 w 1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5">
                  <a:moveTo>
                    <a:pt x="15" y="1"/>
                  </a:moveTo>
                  <a:cubicBezTo>
                    <a:pt x="10" y="4"/>
                    <a:pt x="9" y="20"/>
                    <a:pt x="8" y="26"/>
                  </a:cubicBezTo>
                  <a:cubicBezTo>
                    <a:pt x="6" y="38"/>
                    <a:pt x="0" y="53"/>
                    <a:pt x="1" y="65"/>
                  </a:cubicBezTo>
                  <a:cubicBezTo>
                    <a:pt x="10" y="45"/>
                    <a:pt x="8" y="21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100">
              <a:extLst>
                <a:ext uri="{FF2B5EF4-FFF2-40B4-BE49-F238E27FC236}">
                  <a16:creationId xmlns:a16="http://schemas.microsoft.com/office/drawing/2014/main" id="{80E814A0-864D-4EB2-A012-1E888AAD6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63"/>
              <a:ext cx="128" cy="69"/>
            </a:xfrm>
            <a:custGeom>
              <a:avLst/>
              <a:gdLst>
                <a:gd name="T0" fmla="*/ 335 w 79"/>
                <a:gd name="T1" fmla="*/ 0 h 40"/>
                <a:gd name="T2" fmla="*/ 297 w 79"/>
                <a:gd name="T3" fmla="*/ 28 h 40"/>
                <a:gd name="T4" fmla="*/ 152 w 79"/>
                <a:gd name="T5" fmla="*/ 107 h 40"/>
                <a:gd name="T6" fmla="*/ 0 w 79"/>
                <a:gd name="T7" fmla="*/ 205 h 40"/>
                <a:gd name="T8" fmla="*/ 139 w 79"/>
                <a:gd name="T9" fmla="*/ 114 h 40"/>
                <a:gd name="T10" fmla="*/ 301 w 79"/>
                <a:gd name="T11" fmla="*/ 2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40">
                  <a:moveTo>
                    <a:pt x="79" y="0"/>
                  </a:moveTo>
                  <a:cubicBezTo>
                    <a:pt x="76" y="1"/>
                    <a:pt x="73" y="3"/>
                    <a:pt x="70" y="5"/>
                  </a:cubicBezTo>
                  <a:cubicBezTo>
                    <a:pt x="59" y="11"/>
                    <a:pt x="47" y="15"/>
                    <a:pt x="36" y="21"/>
                  </a:cubicBezTo>
                  <a:cubicBezTo>
                    <a:pt x="24" y="27"/>
                    <a:pt x="11" y="33"/>
                    <a:pt x="0" y="40"/>
                  </a:cubicBezTo>
                  <a:cubicBezTo>
                    <a:pt x="10" y="33"/>
                    <a:pt x="22" y="27"/>
                    <a:pt x="33" y="22"/>
                  </a:cubicBezTo>
                  <a:cubicBezTo>
                    <a:pt x="45" y="16"/>
                    <a:pt x="62" y="13"/>
                    <a:pt x="7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101">
              <a:extLst>
                <a:ext uri="{FF2B5EF4-FFF2-40B4-BE49-F238E27FC236}">
                  <a16:creationId xmlns:a16="http://schemas.microsoft.com/office/drawing/2014/main" id="{6F5A7139-8BD5-472B-954C-B669E528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537"/>
              <a:ext cx="93" cy="71"/>
            </a:xfrm>
            <a:custGeom>
              <a:avLst/>
              <a:gdLst>
                <a:gd name="T0" fmla="*/ 248 w 57"/>
                <a:gd name="T1" fmla="*/ 206 h 41"/>
                <a:gd name="T2" fmla="*/ 109 w 57"/>
                <a:gd name="T3" fmla="*/ 73 h 41"/>
                <a:gd name="T4" fmla="*/ 0 w 57"/>
                <a:gd name="T5" fmla="*/ 0 h 41"/>
                <a:gd name="T6" fmla="*/ 235 w 57"/>
                <a:gd name="T7" fmla="*/ 21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1">
                  <a:moveTo>
                    <a:pt x="57" y="40"/>
                  </a:moveTo>
                  <a:cubicBezTo>
                    <a:pt x="49" y="31"/>
                    <a:pt x="36" y="20"/>
                    <a:pt x="25" y="14"/>
                  </a:cubicBezTo>
                  <a:cubicBezTo>
                    <a:pt x="17" y="9"/>
                    <a:pt x="6" y="6"/>
                    <a:pt x="0" y="0"/>
                  </a:cubicBezTo>
                  <a:cubicBezTo>
                    <a:pt x="19" y="12"/>
                    <a:pt x="38" y="25"/>
                    <a:pt x="54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102">
              <a:extLst>
                <a:ext uri="{FF2B5EF4-FFF2-40B4-BE49-F238E27FC236}">
                  <a16:creationId xmlns:a16="http://schemas.microsoft.com/office/drawing/2014/main" id="{2E49FB2B-C86C-4ED4-AFBC-395A85582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495"/>
              <a:ext cx="121" cy="201"/>
            </a:xfrm>
            <a:custGeom>
              <a:avLst/>
              <a:gdLst>
                <a:gd name="T0" fmla="*/ 315 w 75"/>
                <a:gd name="T1" fmla="*/ 0 h 116"/>
                <a:gd name="T2" fmla="*/ 60 w 75"/>
                <a:gd name="T3" fmla="*/ 276 h 116"/>
                <a:gd name="T4" fmla="*/ 60 w 75"/>
                <a:gd name="T5" fmla="*/ 603 h 116"/>
                <a:gd name="T6" fmla="*/ 5 w 75"/>
                <a:gd name="T7" fmla="*/ 426 h 116"/>
                <a:gd name="T8" fmla="*/ 42 w 75"/>
                <a:gd name="T9" fmla="*/ 241 h 116"/>
                <a:gd name="T10" fmla="*/ 165 w 75"/>
                <a:gd name="T11" fmla="*/ 107 h 116"/>
                <a:gd name="T12" fmla="*/ 294 w 75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16">
                  <a:moveTo>
                    <a:pt x="75" y="0"/>
                  </a:moveTo>
                  <a:cubicBezTo>
                    <a:pt x="52" y="13"/>
                    <a:pt x="26" y="29"/>
                    <a:pt x="14" y="53"/>
                  </a:cubicBezTo>
                  <a:cubicBezTo>
                    <a:pt x="4" y="74"/>
                    <a:pt x="8" y="95"/>
                    <a:pt x="14" y="116"/>
                  </a:cubicBezTo>
                  <a:cubicBezTo>
                    <a:pt x="10" y="105"/>
                    <a:pt x="3" y="94"/>
                    <a:pt x="1" y="82"/>
                  </a:cubicBezTo>
                  <a:cubicBezTo>
                    <a:pt x="0" y="71"/>
                    <a:pt x="4" y="55"/>
                    <a:pt x="10" y="46"/>
                  </a:cubicBezTo>
                  <a:cubicBezTo>
                    <a:pt x="17" y="36"/>
                    <a:pt x="29" y="28"/>
                    <a:pt x="39" y="21"/>
                  </a:cubicBezTo>
                  <a:cubicBezTo>
                    <a:pt x="48" y="15"/>
                    <a:pt x="59" y="3"/>
                    <a:pt x="7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103">
              <a:extLst>
                <a:ext uri="{FF2B5EF4-FFF2-40B4-BE49-F238E27FC236}">
                  <a16:creationId xmlns:a16="http://schemas.microsoft.com/office/drawing/2014/main" id="{930DB428-C2DB-4014-873E-03C0348F9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487"/>
              <a:ext cx="157" cy="147"/>
            </a:xfrm>
            <a:custGeom>
              <a:avLst/>
              <a:gdLst>
                <a:gd name="T0" fmla="*/ 207 w 97"/>
                <a:gd name="T1" fmla="*/ 28 h 85"/>
                <a:gd name="T2" fmla="*/ 81 w 97"/>
                <a:gd name="T3" fmla="*/ 36 h 85"/>
                <a:gd name="T4" fmla="*/ 39 w 97"/>
                <a:gd name="T5" fmla="*/ 221 h 85"/>
                <a:gd name="T6" fmla="*/ 8 w 97"/>
                <a:gd name="T7" fmla="*/ 368 h 85"/>
                <a:gd name="T8" fmla="*/ 123 w 97"/>
                <a:gd name="T9" fmla="*/ 368 h 85"/>
                <a:gd name="T10" fmla="*/ 228 w 97"/>
                <a:gd name="T11" fmla="*/ 353 h 85"/>
                <a:gd name="T12" fmla="*/ 309 w 97"/>
                <a:gd name="T13" fmla="*/ 315 h 85"/>
                <a:gd name="T14" fmla="*/ 395 w 97"/>
                <a:gd name="T15" fmla="*/ 221 h 85"/>
                <a:gd name="T16" fmla="*/ 241 w 97"/>
                <a:gd name="T17" fmla="*/ 42 h 85"/>
                <a:gd name="T18" fmla="*/ 212 w 97"/>
                <a:gd name="T19" fmla="*/ 29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85">
                  <a:moveTo>
                    <a:pt x="49" y="5"/>
                  </a:moveTo>
                  <a:cubicBezTo>
                    <a:pt x="39" y="2"/>
                    <a:pt x="27" y="0"/>
                    <a:pt x="19" y="7"/>
                  </a:cubicBezTo>
                  <a:cubicBezTo>
                    <a:pt x="10" y="15"/>
                    <a:pt x="13" y="32"/>
                    <a:pt x="9" y="43"/>
                  </a:cubicBezTo>
                  <a:cubicBezTo>
                    <a:pt x="6" y="51"/>
                    <a:pt x="0" y="62"/>
                    <a:pt x="2" y="71"/>
                  </a:cubicBezTo>
                  <a:cubicBezTo>
                    <a:pt x="4" y="85"/>
                    <a:pt x="21" y="73"/>
                    <a:pt x="29" y="71"/>
                  </a:cubicBezTo>
                  <a:cubicBezTo>
                    <a:pt x="37" y="70"/>
                    <a:pt x="46" y="71"/>
                    <a:pt x="54" y="68"/>
                  </a:cubicBezTo>
                  <a:cubicBezTo>
                    <a:pt x="60" y="66"/>
                    <a:pt x="67" y="64"/>
                    <a:pt x="73" y="61"/>
                  </a:cubicBezTo>
                  <a:cubicBezTo>
                    <a:pt x="81" y="58"/>
                    <a:pt x="90" y="51"/>
                    <a:pt x="93" y="43"/>
                  </a:cubicBezTo>
                  <a:cubicBezTo>
                    <a:pt x="97" y="26"/>
                    <a:pt x="69" y="12"/>
                    <a:pt x="57" y="8"/>
                  </a:cubicBezTo>
                  <a:cubicBezTo>
                    <a:pt x="55" y="7"/>
                    <a:pt x="52" y="7"/>
                    <a:pt x="50" y="6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104">
              <a:extLst>
                <a:ext uri="{FF2B5EF4-FFF2-40B4-BE49-F238E27FC236}">
                  <a16:creationId xmlns:a16="http://schemas.microsoft.com/office/drawing/2014/main" id="{0C0C79E5-E600-4EF4-9D36-B2AB188BF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23"/>
              <a:ext cx="185" cy="123"/>
            </a:xfrm>
            <a:custGeom>
              <a:avLst/>
              <a:gdLst>
                <a:gd name="T0" fmla="*/ 13 w 114"/>
                <a:gd name="T1" fmla="*/ 107 h 71"/>
                <a:gd name="T2" fmla="*/ 94 w 114"/>
                <a:gd name="T3" fmla="*/ 106 h 71"/>
                <a:gd name="T4" fmla="*/ 200 w 114"/>
                <a:gd name="T5" fmla="*/ 73 h 71"/>
                <a:gd name="T6" fmla="*/ 368 w 114"/>
                <a:gd name="T7" fmla="*/ 28 h 71"/>
                <a:gd name="T8" fmla="*/ 466 w 114"/>
                <a:gd name="T9" fmla="*/ 36 h 71"/>
                <a:gd name="T10" fmla="*/ 458 w 114"/>
                <a:gd name="T11" fmla="*/ 208 h 71"/>
                <a:gd name="T12" fmla="*/ 411 w 114"/>
                <a:gd name="T13" fmla="*/ 333 h 71"/>
                <a:gd name="T14" fmla="*/ 308 w 114"/>
                <a:gd name="T15" fmla="*/ 291 h 71"/>
                <a:gd name="T16" fmla="*/ 68 w 114"/>
                <a:gd name="T17" fmla="*/ 172 h 71"/>
                <a:gd name="T18" fmla="*/ 13 w 114"/>
                <a:gd name="T19" fmla="*/ 114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1">
                  <a:moveTo>
                    <a:pt x="3" y="21"/>
                  </a:moveTo>
                  <a:cubicBezTo>
                    <a:pt x="9" y="20"/>
                    <a:pt x="16" y="21"/>
                    <a:pt x="22" y="20"/>
                  </a:cubicBezTo>
                  <a:cubicBezTo>
                    <a:pt x="30" y="19"/>
                    <a:pt x="38" y="16"/>
                    <a:pt x="47" y="14"/>
                  </a:cubicBezTo>
                  <a:cubicBezTo>
                    <a:pt x="60" y="10"/>
                    <a:pt x="73" y="8"/>
                    <a:pt x="86" y="5"/>
                  </a:cubicBezTo>
                  <a:cubicBezTo>
                    <a:pt x="94" y="3"/>
                    <a:pt x="104" y="0"/>
                    <a:pt x="109" y="7"/>
                  </a:cubicBezTo>
                  <a:cubicBezTo>
                    <a:pt x="114" y="14"/>
                    <a:pt x="109" y="32"/>
                    <a:pt x="107" y="40"/>
                  </a:cubicBezTo>
                  <a:cubicBezTo>
                    <a:pt x="106" y="48"/>
                    <a:pt x="102" y="58"/>
                    <a:pt x="96" y="64"/>
                  </a:cubicBezTo>
                  <a:cubicBezTo>
                    <a:pt x="88" y="71"/>
                    <a:pt x="79" y="60"/>
                    <a:pt x="72" y="56"/>
                  </a:cubicBezTo>
                  <a:cubicBezTo>
                    <a:pt x="54" y="45"/>
                    <a:pt x="35" y="41"/>
                    <a:pt x="16" y="33"/>
                  </a:cubicBezTo>
                  <a:cubicBezTo>
                    <a:pt x="13" y="31"/>
                    <a:pt x="0" y="26"/>
                    <a:pt x="3" y="22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105">
              <a:extLst>
                <a:ext uri="{FF2B5EF4-FFF2-40B4-BE49-F238E27FC236}">
                  <a16:creationId xmlns:a16="http://schemas.microsoft.com/office/drawing/2014/main" id="{9554B7B5-F2EB-4CA8-9549-38A5377F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675"/>
              <a:ext cx="160" cy="157"/>
            </a:xfrm>
            <a:custGeom>
              <a:avLst/>
              <a:gdLst>
                <a:gd name="T0" fmla="*/ 55 w 99"/>
                <a:gd name="T1" fmla="*/ 107 h 91"/>
                <a:gd name="T2" fmla="*/ 71 w 99"/>
                <a:gd name="T3" fmla="*/ 21 h 91"/>
                <a:gd name="T4" fmla="*/ 152 w 99"/>
                <a:gd name="T5" fmla="*/ 71 h 91"/>
                <a:gd name="T6" fmla="*/ 368 w 99"/>
                <a:gd name="T7" fmla="*/ 267 h 91"/>
                <a:gd name="T8" fmla="*/ 406 w 99"/>
                <a:gd name="T9" fmla="*/ 345 h 91"/>
                <a:gd name="T10" fmla="*/ 322 w 99"/>
                <a:gd name="T11" fmla="*/ 419 h 91"/>
                <a:gd name="T12" fmla="*/ 191 w 99"/>
                <a:gd name="T13" fmla="*/ 447 h 91"/>
                <a:gd name="T14" fmla="*/ 84 w 99"/>
                <a:gd name="T15" fmla="*/ 468 h 91"/>
                <a:gd name="T16" fmla="*/ 13 w 99"/>
                <a:gd name="T17" fmla="*/ 411 h 91"/>
                <a:gd name="T18" fmla="*/ 13 w 99"/>
                <a:gd name="T19" fmla="*/ 235 h 91"/>
                <a:gd name="T20" fmla="*/ 55 w 99"/>
                <a:gd name="T21" fmla="*/ 71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91">
                  <a:moveTo>
                    <a:pt x="13" y="21"/>
                  </a:moveTo>
                  <a:cubicBezTo>
                    <a:pt x="12" y="16"/>
                    <a:pt x="11" y="6"/>
                    <a:pt x="17" y="4"/>
                  </a:cubicBezTo>
                  <a:cubicBezTo>
                    <a:pt x="25" y="0"/>
                    <a:pt x="32" y="10"/>
                    <a:pt x="36" y="14"/>
                  </a:cubicBezTo>
                  <a:cubicBezTo>
                    <a:pt x="51" y="29"/>
                    <a:pt x="70" y="40"/>
                    <a:pt x="87" y="52"/>
                  </a:cubicBezTo>
                  <a:cubicBezTo>
                    <a:pt x="92" y="56"/>
                    <a:pt x="99" y="59"/>
                    <a:pt x="96" y="67"/>
                  </a:cubicBezTo>
                  <a:cubicBezTo>
                    <a:pt x="93" y="74"/>
                    <a:pt x="83" y="79"/>
                    <a:pt x="76" y="82"/>
                  </a:cubicBezTo>
                  <a:cubicBezTo>
                    <a:pt x="66" y="84"/>
                    <a:pt x="55" y="85"/>
                    <a:pt x="45" y="87"/>
                  </a:cubicBezTo>
                  <a:cubicBezTo>
                    <a:pt x="37" y="89"/>
                    <a:pt x="29" y="91"/>
                    <a:pt x="20" y="91"/>
                  </a:cubicBezTo>
                  <a:cubicBezTo>
                    <a:pt x="10" y="91"/>
                    <a:pt x="5" y="91"/>
                    <a:pt x="3" y="80"/>
                  </a:cubicBezTo>
                  <a:cubicBezTo>
                    <a:pt x="0" y="69"/>
                    <a:pt x="1" y="57"/>
                    <a:pt x="3" y="46"/>
                  </a:cubicBezTo>
                  <a:cubicBezTo>
                    <a:pt x="5" y="35"/>
                    <a:pt x="10" y="25"/>
                    <a:pt x="13" y="14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106">
              <a:extLst>
                <a:ext uri="{FF2B5EF4-FFF2-40B4-BE49-F238E27FC236}">
                  <a16:creationId xmlns:a16="http://schemas.microsoft.com/office/drawing/2014/main" id="{D226FAF7-379C-4DA6-A6EB-D7D381AD0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661"/>
              <a:ext cx="128" cy="147"/>
            </a:xfrm>
            <a:custGeom>
              <a:avLst/>
              <a:gdLst>
                <a:gd name="T0" fmla="*/ 293 w 79"/>
                <a:gd name="T1" fmla="*/ 21 h 85"/>
                <a:gd name="T2" fmla="*/ 288 w 79"/>
                <a:gd name="T3" fmla="*/ 28 h 85"/>
                <a:gd name="T4" fmla="*/ 254 w 79"/>
                <a:gd name="T5" fmla="*/ 62 h 85"/>
                <a:gd name="T6" fmla="*/ 170 w 79"/>
                <a:gd name="T7" fmla="*/ 140 h 85"/>
                <a:gd name="T8" fmla="*/ 29 w 79"/>
                <a:gd name="T9" fmla="*/ 233 h 85"/>
                <a:gd name="T10" fmla="*/ 0 w 79"/>
                <a:gd name="T11" fmla="*/ 270 h 85"/>
                <a:gd name="T12" fmla="*/ 42 w 79"/>
                <a:gd name="T13" fmla="*/ 315 h 85"/>
                <a:gd name="T14" fmla="*/ 207 w 79"/>
                <a:gd name="T15" fmla="*/ 419 h 85"/>
                <a:gd name="T16" fmla="*/ 267 w 79"/>
                <a:gd name="T17" fmla="*/ 377 h 85"/>
                <a:gd name="T18" fmla="*/ 309 w 79"/>
                <a:gd name="T19" fmla="*/ 164 h 85"/>
                <a:gd name="T20" fmla="*/ 335 w 79"/>
                <a:gd name="T21" fmla="*/ 42 h 85"/>
                <a:gd name="T22" fmla="*/ 301 w 79"/>
                <a:gd name="T23" fmla="*/ 16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85">
                  <a:moveTo>
                    <a:pt x="69" y="4"/>
                  </a:moveTo>
                  <a:cubicBezTo>
                    <a:pt x="71" y="2"/>
                    <a:pt x="68" y="5"/>
                    <a:pt x="68" y="5"/>
                  </a:cubicBezTo>
                  <a:cubicBezTo>
                    <a:pt x="65" y="8"/>
                    <a:pt x="63" y="10"/>
                    <a:pt x="60" y="12"/>
                  </a:cubicBezTo>
                  <a:cubicBezTo>
                    <a:pt x="54" y="17"/>
                    <a:pt x="47" y="22"/>
                    <a:pt x="40" y="27"/>
                  </a:cubicBezTo>
                  <a:cubicBezTo>
                    <a:pt x="29" y="33"/>
                    <a:pt x="17" y="37"/>
                    <a:pt x="7" y="45"/>
                  </a:cubicBezTo>
                  <a:cubicBezTo>
                    <a:pt x="5" y="47"/>
                    <a:pt x="0" y="49"/>
                    <a:pt x="0" y="52"/>
                  </a:cubicBezTo>
                  <a:cubicBezTo>
                    <a:pt x="1" y="55"/>
                    <a:pt x="8" y="60"/>
                    <a:pt x="10" y="61"/>
                  </a:cubicBezTo>
                  <a:cubicBezTo>
                    <a:pt x="23" y="69"/>
                    <a:pt x="36" y="75"/>
                    <a:pt x="49" y="81"/>
                  </a:cubicBezTo>
                  <a:cubicBezTo>
                    <a:pt x="60" y="85"/>
                    <a:pt x="60" y="83"/>
                    <a:pt x="63" y="73"/>
                  </a:cubicBezTo>
                  <a:cubicBezTo>
                    <a:pt x="67" y="59"/>
                    <a:pt x="70" y="46"/>
                    <a:pt x="73" y="32"/>
                  </a:cubicBezTo>
                  <a:cubicBezTo>
                    <a:pt x="75" y="26"/>
                    <a:pt x="79" y="15"/>
                    <a:pt x="79" y="8"/>
                  </a:cubicBezTo>
                  <a:cubicBezTo>
                    <a:pt x="79" y="4"/>
                    <a:pt x="75" y="0"/>
                    <a:pt x="71" y="3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107">
              <a:extLst>
                <a:ext uri="{FF2B5EF4-FFF2-40B4-BE49-F238E27FC236}">
                  <a16:creationId xmlns:a16="http://schemas.microsoft.com/office/drawing/2014/main" id="{D7C8461F-B635-430B-9FCD-35746A465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549"/>
              <a:ext cx="149" cy="147"/>
            </a:xfrm>
            <a:custGeom>
              <a:avLst/>
              <a:gdLst>
                <a:gd name="T0" fmla="*/ 115 w 92"/>
                <a:gd name="T1" fmla="*/ 0 h 85"/>
                <a:gd name="T2" fmla="*/ 50 w 92"/>
                <a:gd name="T3" fmla="*/ 93 h 85"/>
                <a:gd name="T4" fmla="*/ 16 w 92"/>
                <a:gd name="T5" fmla="*/ 221 h 85"/>
                <a:gd name="T6" fmla="*/ 42 w 92"/>
                <a:gd name="T7" fmla="*/ 431 h 85"/>
                <a:gd name="T8" fmla="*/ 128 w 92"/>
                <a:gd name="T9" fmla="*/ 393 h 85"/>
                <a:gd name="T10" fmla="*/ 246 w 92"/>
                <a:gd name="T11" fmla="*/ 320 h 85"/>
                <a:gd name="T12" fmla="*/ 390 w 92"/>
                <a:gd name="T13" fmla="*/ 249 h 85"/>
                <a:gd name="T14" fmla="*/ 306 w 92"/>
                <a:gd name="T15" fmla="*/ 171 h 85"/>
                <a:gd name="T16" fmla="*/ 204 w 92"/>
                <a:gd name="T17" fmla="*/ 83 h 85"/>
                <a:gd name="T18" fmla="*/ 110 w 92"/>
                <a:gd name="T19" fmla="*/ 9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85">
                  <a:moveTo>
                    <a:pt x="27" y="0"/>
                  </a:moveTo>
                  <a:cubicBezTo>
                    <a:pt x="22" y="1"/>
                    <a:pt x="15" y="13"/>
                    <a:pt x="12" y="18"/>
                  </a:cubicBezTo>
                  <a:cubicBezTo>
                    <a:pt x="8" y="26"/>
                    <a:pt x="5" y="34"/>
                    <a:pt x="4" y="43"/>
                  </a:cubicBezTo>
                  <a:cubicBezTo>
                    <a:pt x="3" y="52"/>
                    <a:pt x="0" y="78"/>
                    <a:pt x="10" y="83"/>
                  </a:cubicBezTo>
                  <a:cubicBezTo>
                    <a:pt x="15" y="85"/>
                    <a:pt x="25" y="79"/>
                    <a:pt x="30" y="76"/>
                  </a:cubicBezTo>
                  <a:cubicBezTo>
                    <a:pt x="39" y="71"/>
                    <a:pt x="49" y="65"/>
                    <a:pt x="58" y="62"/>
                  </a:cubicBezTo>
                  <a:cubicBezTo>
                    <a:pt x="69" y="58"/>
                    <a:pt x="83" y="55"/>
                    <a:pt x="92" y="48"/>
                  </a:cubicBezTo>
                  <a:cubicBezTo>
                    <a:pt x="87" y="41"/>
                    <a:pt x="79" y="37"/>
                    <a:pt x="72" y="33"/>
                  </a:cubicBezTo>
                  <a:cubicBezTo>
                    <a:pt x="63" y="28"/>
                    <a:pt x="56" y="21"/>
                    <a:pt x="48" y="16"/>
                  </a:cubicBezTo>
                  <a:cubicBezTo>
                    <a:pt x="41" y="11"/>
                    <a:pt x="32" y="6"/>
                    <a:pt x="26" y="2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108">
              <a:extLst>
                <a:ext uri="{FF2B5EF4-FFF2-40B4-BE49-F238E27FC236}">
                  <a16:creationId xmlns:a16="http://schemas.microsoft.com/office/drawing/2014/main" id="{62D284AD-C21E-4AC2-B9E8-7CF57E4C6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485"/>
              <a:ext cx="125" cy="124"/>
            </a:xfrm>
            <a:custGeom>
              <a:avLst/>
              <a:gdLst>
                <a:gd name="T0" fmla="*/ 0 w 77"/>
                <a:gd name="T1" fmla="*/ 98 h 72"/>
                <a:gd name="T2" fmla="*/ 89 w 77"/>
                <a:gd name="T3" fmla="*/ 177 h 72"/>
                <a:gd name="T4" fmla="*/ 166 w 77"/>
                <a:gd name="T5" fmla="*/ 246 h 72"/>
                <a:gd name="T6" fmla="*/ 253 w 77"/>
                <a:gd name="T7" fmla="*/ 338 h 72"/>
                <a:gd name="T8" fmla="*/ 308 w 77"/>
                <a:gd name="T9" fmla="*/ 303 h 72"/>
                <a:gd name="T10" fmla="*/ 321 w 77"/>
                <a:gd name="T11" fmla="*/ 107 h 72"/>
                <a:gd name="T12" fmla="*/ 295 w 77"/>
                <a:gd name="T13" fmla="*/ 5 h 72"/>
                <a:gd name="T14" fmla="*/ 157 w 77"/>
                <a:gd name="T15" fmla="*/ 36 h 72"/>
                <a:gd name="T16" fmla="*/ 81 w 77"/>
                <a:gd name="T17" fmla="*/ 62 h 72"/>
                <a:gd name="T18" fmla="*/ 16 w 77"/>
                <a:gd name="T19" fmla="*/ 83 h 72"/>
                <a:gd name="T20" fmla="*/ 8 w 77"/>
                <a:gd name="T21" fmla="*/ 102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72">
                  <a:moveTo>
                    <a:pt x="0" y="19"/>
                  </a:moveTo>
                  <a:cubicBezTo>
                    <a:pt x="6" y="26"/>
                    <a:pt x="15" y="29"/>
                    <a:pt x="21" y="35"/>
                  </a:cubicBezTo>
                  <a:cubicBezTo>
                    <a:pt x="27" y="40"/>
                    <a:pt x="33" y="44"/>
                    <a:pt x="39" y="48"/>
                  </a:cubicBezTo>
                  <a:cubicBezTo>
                    <a:pt x="46" y="53"/>
                    <a:pt x="51" y="60"/>
                    <a:pt x="59" y="66"/>
                  </a:cubicBezTo>
                  <a:cubicBezTo>
                    <a:pt x="67" y="72"/>
                    <a:pt x="72" y="71"/>
                    <a:pt x="72" y="59"/>
                  </a:cubicBezTo>
                  <a:cubicBezTo>
                    <a:pt x="70" y="46"/>
                    <a:pt x="73" y="35"/>
                    <a:pt x="75" y="21"/>
                  </a:cubicBezTo>
                  <a:cubicBezTo>
                    <a:pt x="76" y="15"/>
                    <a:pt x="77" y="2"/>
                    <a:pt x="69" y="1"/>
                  </a:cubicBezTo>
                  <a:cubicBezTo>
                    <a:pt x="59" y="0"/>
                    <a:pt x="47" y="6"/>
                    <a:pt x="37" y="7"/>
                  </a:cubicBezTo>
                  <a:cubicBezTo>
                    <a:pt x="31" y="8"/>
                    <a:pt x="25" y="10"/>
                    <a:pt x="19" y="12"/>
                  </a:cubicBezTo>
                  <a:cubicBezTo>
                    <a:pt x="14" y="13"/>
                    <a:pt x="8" y="13"/>
                    <a:pt x="4" y="16"/>
                  </a:cubicBezTo>
                  <a:cubicBezTo>
                    <a:pt x="2" y="18"/>
                    <a:pt x="1" y="18"/>
                    <a:pt x="2" y="20"/>
                  </a:cubicBezTo>
                </a:path>
              </a:pathLst>
            </a:custGeom>
            <a:solidFill>
              <a:srgbClr val="F7E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109">
              <a:extLst>
                <a:ext uri="{FF2B5EF4-FFF2-40B4-BE49-F238E27FC236}">
                  <a16:creationId xmlns:a16="http://schemas.microsoft.com/office/drawing/2014/main" id="{D7AE4F09-F142-43BA-B158-6E3CCDE78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769"/>
              <a:ext cx="2450" cy="2378"/>
            </a:xfrm>
            <a:custGeom>
              <a:avLst/>
              <a:gdLst>
                <a:gd name="T0" fmla="*/ 220 w 1512"/>
                <a:gd name="T1" fmla="*/ 6522 h 1376"/>
                <a:gd name="T2" fmla="*/ 118 w 1512"/>
                <a:gd name="T3" fmla="*/ 5594 h 1376"/>
                <a:gd name="T4" fmla="*/ 1311 w 1512"/>
                <a:gd name="T5" fmla="*/ 3572 h 1376"/>
                <a:gd name="T6" fmla="*/ 4169 w 1512"/>
                <a:gd name="T7" fmla="*/ 1899 h 1376"/>
                <a:gd name="T8" fmla="*/ 5172 w 1512"/>
                <a:gd name="T9" fmla="*/ 992 h 1376"/>
                <a:gd name="T10" fmla="*/ 5734 w 1512"/>
                <a:gd name="T11" fmla="*/ 0 h 1376"/>
                <a:gd name="T12" fmla="*/ 5973 w 1512"/>
                <a:gd name="T13" fmla="*/ 579 h 1376"/>
                <a:gd name="T14" fmla="*/ 6433 w 1512"/>
                <a:gd name="T15" fmla="*/ 639 h 1376"/>
                <a:gd name="T16" fmla="*/ 5973 w 1512"/>
                <a:gd name="T17" fmla="*/ 1198 h 1376"/>
                <a:gd name="T18" fmla="*/ 5480 w 1512"/>
                <a:gd name="T19" fmla="*/ 1837 h 1376"/>
                <a:gd name="T20" fmla="*/ 5104 w 1512"/>
                <a:gd name="T21" fmla="*/ 3408 h 1376"/>
                <a:gd name="T22" fmla="*/ 3677 w 1512"/>
                <a:gd name="T23" fmla="*/ 5224 h 1376"/>
                <a:gd name="T24" fmla="*/ 1719 w 1512"/>
                <a:gd name="T25" fmla="*/ 6337 h 1376"/>
                <a:gd name="T26" fmla="*/ 220 w 1512"/>
                <a:gd name="T27" fmla="*/ 6522 h 1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12" h="1376">
                  <a:moveTo>
                    <a:pt x="52" y="1264"/>
                  </a:moveTo>
                  <a:cubicBezTo>
                    <a:pt x="52" y="1264"/>
                    <a:pt x="0" y="1180"/>
                    <a:pt x="28" y="1084"/>
                  </a:cubicBezTo>
                  <a:cubicBezTo>
                    <a:pt x="56" y="988"/>
                    <a:pt x="164" y="768"/>
                    <a:pt x="308" y="692"/>
                  </a:cubicBezTo>
                  <a:cubicBezTo>
                    <a:pt x="452" y="616"/>
                    <a:pt x="828" y="416"/>
                    <a:pt x="980" y="368"/>
                  </a:cubicBezTo>
                  <a:cubicBezTo>
                    <a:pt x="1132" y="320"/>
                    <a:pt x="1192" y="228"/>
                    <a:pt x="1216" y="192"/>
                  </a:cubicBezTo>
                  <a:cubicBezTo>
                    <a:pt x="1240" y="156"/>
                    <a:pt x="1280" y="32"/>
                    <a:pt x="1348" y="0"/>
                  </a:cubicBezTo>
                  <a:cubicBezTo>
                    <a:pt x="1348" y="0"/>
                    <a:pt x="1404" y="68"/>
                    <a:pt x="1404" y="112"/>
                  </a:cubicBezTo>
                  <a:cubicBezTo>
                    <a:pt x="1404" y="156"/>
                    <a:pt x="1472" y="112"/>
                    <a:pt x="1512" y="124"/>
                  </a:cubicBezTo>
                  <a:cubicBezTo>
                    <a:pt x="1512" y="124"/>
                    <a:pt x="1452" y="200"/>
                    <a:pt x="1404" y="232"/>
                  </a:cubicBezTo>
                  <a:cubicBezTo>
                    <a:pt x="1356" y="264"/>
                    <a:pt x="1328" y="300"/>
                    <a:pt x="1288" y="356"/>
                  </a:cubicBezTo>
                  <a:cubicBezTo>
                    <a:pt x="1248" y="412"/>
                    <a:pt x="1276" y="572"/>
                    <a:pt x="1200" y="660"/>
                  </a:cubicBezTo>
                  <a:cubicBezTo>
                    <a:pt x="1124" y="748"/>
                    <a:pt x="1032" y="900"/>
                    <a:pt x="864" y="1012"/>
                  </a:cubicBezTo>
                  <a:cubicBezTo>
                    <a:pt x="696" y="1124"/>
                    <a:pt x="496" y="1200"/>
                    <a:pt x="404" y="1228"/>
                  </a:cubicBezTo>
                  <a:cubicBezTo>
                    <a:pt x="312" y="1256"/>
                    <a:pt x="148" y="1376"/>
                    <a:pt x="52" y="1264"/>
                  </a:cubicBezTo>
                  <a:close/>
                </a:path>
              </a:pathLst>
            </a:custGeom>
            <a:solidFill>
              <a:srgbClr val="BAB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110">
              <a:extLst>
                <a:ext uri="{FF2B5EF4-FFF2-40B4-BE49-F238E27FC236}">
                  <a16:creationId xmlns:a16="http://schemas.microsoft.com/office/drawing/2014/main" id="{9B63985B-8071-40F1-8887-F6D90E72F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384"/>
              <a:ext cx="2049" cy="1918"/>
            </a:xfrm>
            <a:custGeom>
              <a:avLst/>
              <a:gdLst>
                <a:gd name="T0" fmla="*/ 0 w 1264"/>
                <a:gd name="T1" fmla="*/ 4266 h 1110"/>
                <a:gd name="T2" fmla="*/ 118 w 1264"/>
                <a:gd name="T3" fmla="*/ 4684 h 1110"/>
                <a:gd name="T4" fmla="*/ 1619 w 1264"/>
                <a:gd name="T5" fmla="*/ 4500 h 1110"/>
                <a:gd name="T6" fmla="*/ 3579 w 1264"/>
                <a:gd name="T7" fmla="*/ 3385 h 1110"/>
                <a:gd name="T8" fmla="*/ 5009 w 1264"/>
                <a:gd name="T9" fmla="*/ 1567 h 1110"/>
                <a:gd name="T10" fmla="*/ 5385 w 1264"/>
                <a:gd name="T11" fmla="*/ 0 h 1110"/>
                <a:gd name="T12" fmla="*/ 4891 w 1264"/>
                <a:gd name="T13" fmla="*/ 1218 h 1110"/>
                <a:gd name="T14" fmla="*/ 3187 w 1264"/>
                <a:gd name="T15" fmla="*/ 3183 h 1110"/>
                <a:gd name="T16" fmla="*/ 0 w 1264"/>
                <a:gd name="T17" fmla="*/ 4266 h 1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4" h="1110">
                  <a:moveTo>
                    <a:pt x="0" y="827"/>
                  </a:moveTo>
                  <a:cubicBezTo>
                    <a:pt x="8" y="875"/>
                    <a:pt x="28" y="908"/>
                    <a:pt x="28" y="908"/>
                  </a:cubicBezTo>
                  <a:cubicBezTo>
                    <a:pt x="124" y="1020"/>
                    <a:pt x="288" y="900"/>
                    <a:pt x="380" y="872"/>
                  </a:cubicBezTo>
                  <a:cubicBezTo>
                    <a:pt x="472" y="844"/>
                    <a:pt x="672" y="768"/>
                    <a:pt x="840" y="656"/>
                  </a:cubicBezTo>
                  <a:cubicBezTo>
                    <a:pt x="1008" y="544"/>
                    <a:pt x="1100" y="392"/>
                    <a:pt x="1176" y="304"/>
                  </a:cubicBezTo>
                  <a:cubicBezTo>
                    <a:pt x="1252" y="216"/>
                    <a:pt x="1224" y="56"/>
                    <a:pt x="1264" y="0"/>
                  </a:cubicBezTo>
                  <a:cubicBezTo>
                    <a:pt x="1264" y="0"/>
                    <a:pt x="1151" y="137"/>
                    <a:pt x="1148" y="236"/>
                  </a:cubicBezTo>
                  <a:cubicBezTo>
                    <a:pt x="1146" y="335"/>
                    <a:pt x="833" y="576"/>
                    <a:pt x="748" y="617"/>
                  </a:cubicBezTo>
                  <a:cubicBezTo>
                    <a:pt x="662" y="659"/>
                    <a:pt x="131" y="1110"/>
                    <a:pt x="0" y="827"/>
                  </a:cubicBezTo>
                  <a:close/>
                </a:path>
              </a:pathLst>
            </a:custGeom>
            <a:solidFill>
              <a:srgbClr val="A59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111">
              <a:extLst>
                <a:ext uri="{FF2B5EF4-FFF2-40B4-BE49-F238E27FC236}">
                  <a16:creationId xmlns:a16="http://schemas.microsoft.com/office/drawing/2014/main" id="{3E5745F9-3A37-4D53-B616-EF185BE0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685"/>
              <a:ext cx="235" cy="291"/>
            </a:xfrm>
            <a:custGeom>
              <a:avLst/>
              <a:gdLst>
                <a:gd name="T0" fmla="*/ 55 w 145"/>
                <a:gd name="T1" fmla="*/ 837 h 168"/>
                <a:gd name="T2" fmla="*/ 198 w 145"/>
                <a:gd name="T3" fmla="*/ 426 h 168"/>
                <a:gd name="T4" fmla="*/ 617 w 145"/>
                <a:gd name="T5" fmla="*/ 0 h 168"/>
                <a:gd name="T6" fmla="*/ 225 w 145"/>
                <a:gd name="T7" fmla="*/ 475 h 168"/>
                <a:gd name="T8" fmla="*/ 89 w 145"/>
                <a:gd name="T9" fmla="*/ 873 h 168"/>
                <a:gd name="T10" fmla="*/ 55 w 145"/>
                <a:gd name="T11" fmla="*/ 837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68">
                  <a:moveTo>
                    <a:pt x="13" y="161"/>
                  </a:moveTo>
                  <a:cubicBezTo>
                    <a:pt x="13" y="161"/>
                    <a:pt x="0" y="111"/>
                    <a:pt x="46" y="82"/>
                  </a:cubicBezTo>
                  <a:cubicBezTo>
                    <a:pt x="92" y="53"/>
                    <a:pt x="145" y="0"/>
                    <a:pt x="145" y="0"/>
                  </a:cubicBezTo>
                  <a:cubicBezTo>
                    <a:pt x="145" y="0"/>
                    <a:pt x="92" y="71"/>
                    <a:pt x="53" y="91"/>
                  </a:cubicBezTo>
                  <a:cubicBezTo>
                    <a:pt x="14" y="111"/>
                    <a:pt x="14" y="155"/>
                    <a:pt x="21" y="168"/>
                  </a:cubicBezTo>
                  <a:lnTo>
                    <a:pt x="13" y="161"/>
                  </a:lnTo>
                  <a:close/>
                </a:path>
              </a:pathLst>
            </a:custGeom>
            <a:solidFill>
              <a:srgbClr val="7F7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112">
              <a:extLst>
                <a:ext uri="{FF2B5EF4-FFF2-40B4-BE49-F238E27FC236}">
                  <a16:creationId xmlns:a16="http://schemas.microsoft.com/office/drawing/2014/main" id="{47DC868B-49C9-49AF-A8D9-FB2FB158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2355"/>
              <a:ext cx="330" cy="235"/>
            </a:xfrm>
            <a:custGeom>
              <a:avLst/>
              <a:gdLst>
                <a:gd name="T0" fmla="*/ 825 w 204"/>
                <a:gd name="T1" fmla="*/ 197 h 136"/>
                <a:gd name="T2" fmla="*/ 500 w 204"/>
                <a:gd name="T3" fmla="*/ 615 h 136"/>
                <a:gd name="T4" fmla="*/ 39 w 204"/>
                <a:gd name="T5" fmla="*/ 505 h 136"/>
                <a:gd name="T6" fmla="*/ 364 w 204"/>
                <a:gd name="T7" fmla="*/ 86 h 136"/>
                <a:gd name="T8" fmla="*/ 825 w 204"/>
                <a:gd name="T9" fmla="*/ 197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36">
                  <a:moveTo>
                    <a:pt x="195" y="38"/>
                  </a:moveTo>
                  <a:cubicBezTo>
                    <a:pt x="204" y="67"/>
                    <a:pt x="170" y="103"/>
                    <a:pt x="118" y="119"/>
                  </a:cubicBezTo>
                  <a:cubicBezTo>
                    <a:pt x="67" y="136"/>
                    <a:pt x="18" y="126"/>
                    <a:pt x="9" y="98"/>
                  </a:cubicBezTo>
                  <a:cubicBezTo>
                    <a:pt x="0" y="69"/>
                    <a:pt x="34" y="33"/>
                    <a:pt x="86" y="17"/>
                  </a:cubicBezTo>
                  <a:cubicBezTo>
                    <a:pt x="137" y="0"/>
                    <a:pt x="186" y="10"/>
                    <a:pt x="195" y="38"/>
                  </a:cubicBezTo>
                  <a:close/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113">
              <a:extLst>
                <a:ext uri="{FF2B5EF4-FFF2-40B4-BE49-F238E27FC236}">
                  <a16:creationId xmlns:a16="http://schemas.microsoft.com/office/drawing/2014/main" id="{8B186343-53BB-4F99-AC4F-34279B357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412"/>
              <a:ext cx="228" cy="151"/>
            </a:xfrm>
            <a:custGeom>
              <a:avLst/>
              <a:gdLst>
                <a:gd name="T0" fmla="*/ 589 w 141"/>
                <a:gd name="T1" fmla="*/ 200 h 87"/>
                <a:gd name="T2" fmla="*/ 309 w 141"/>
                <a:gd name="T3" fmla="*/ 439 h 87"/>
                <a:gd name="T4" fmla="*/ 8 w 141"/>
                <a:gd name="T5" fmla="*/ 250 h 87"/>
                <a:gd name="T6" fmla="*/ 283 w 141"/>
                <a:gd name="T7" fmla="*/ 9 h 87"/>
                <a:gd name="T8" fmla="*/ 589 w 141"/>
                <a:gd name="T9" fmla="*/ 20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87">
                  <a:moveTo>
                    <a:pt x="139" y="38"/>
                  </a:moveTo>
                  <a:cubicBezTo>
                    <a:pt x="141" y="61"/>
                    <a:pt x="111" y="81"/>
                    <a:pt x="73" y="84"/>
                  </a:cubicBezTo>
                  <a:cubicBezTo>
                    <a:pt x="35" y="87"/>
                    <a:pt x="3" y="71"/>
                    <a:pt x="2" y="48"/>
                  </a:cubicBezTo>
                  <a:cubicBezTo>
                    <a:pt x="0" y="26"/>
                    <a:pt x="29" y="5"/>
                    <a:pt x="67" y="2"/>
                  </a:cubicBezTo>
                  <a:cubicBezTo>
                    <a:pt x="105" y="0"/>
                    <a:pt x="137" y="16"/>
                    <a:pt x="139" y="38"/>
                  </a:cubicBezTo>
                  <a:close/>
                </a:path>
              </a:pathLst>
            </a:custGeom>
            <a:solidFill>
              <a:srgbClr val="6D5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114">
              <a:extLst>
                <a:ext uri="{FF2B5EF4-FFF2-40B4-BE49-F238E27FC236}">
                  <a16:creationId xmlns:a16="http://schemas.microsoft.com/office/drawing/2014/main" id="{DFD686B8-3E37-4567-A57C-89C0188D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421"/>
              <a:ext cx="229" cy="150"/>
            </a:xfrm>
            <a:custGeom>
              <a:avLst/>
              <a:gdLst>
                <a:gd name="T0" fmla="*/ 599 w 141"/>
                <a:gd name="T1" fmla="*/ 197 h 87"/>
                <a:gd name="T2" fmla="*/ 317 w 141"/>
                <a:gd name="T3" fmla="*/ 431 h 87"/>
                <a:gd name="T4" fmla="*/ 8 w 141"/>
                <a:gd name="T5" fmla="*/ 247 h 87"/>
                <a:gd name="T6" fmla="*/ 291 w 141"/>
                <a:gd name="T7" fmla="*/ 9 h 87"/>
                <a:gd name="T8" fmla="*/ 599 w 141"/>
                <a:gd name="T9" fmla="*/ 197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87">
                  <a:moveTo>
                    <a:pt x="140" y="38"/>
                  </a:moveTo>
                  <a:cubicBezTo>
                    <a:pt x="141" y="61"/>
                    <a:pt x="112" y="81"/>
                    <a:pt x="74" y="84"/>
                  </a:cubicBezTo>
                  <a:cubicBezTo>
                    <a:pt x="36" y="87"/>
                    <a:pt x="4" y="71"/>
                    <a:pt x="2" y="48"/>
                  </a:cubicBezTo>
                  <a:cubicBezTo>
                    <a:pt x="0" y="26"/>
                    <a:pt x="30" y="5"/>
                    <a:pt x="68" y="2"/>
                  </a:cubicBezTo>
                  <a:cubicBezTo>
                    <a:pt x="106" y="0"/>
                    <a:pt x="138" y="16"/>
                    <a:pt x="140" y="38"/>
                  </a:cubicBezTo>
                  <a:close/>
                </a:path>
              </a:pathLst>
            </a:custGeom>
            <a:solidFill>
              <a:srgbClr val="BFD0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115">
              <a:extLst>
                <a:ext uri="{FF2B5EF4-FFF2-40B4-BE49-F238E27FC236}">
                  <a16:creationId xmlns:a16="http://schemas.microsoft.com/office/drawing/2014/main" id="{1E73AE1D-B1C9-467D-AC95-11F05006F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2440"/>
              <a:ext cx="172" cy="137"/>
            </a:xfrm>
            <a:custGeom>
              <a:avLst/>
              <a:gdLst>
                <a:gd name="T0" fmla="*/ 432 w 106"/>
                <a:gd name="T1" fmla="*/ 135 h 79"/>
                <a:gd name="T2" fmla="*/ 266 w 106"/>
                <a:gd name="T3" fmla="*/ 376 h 79"/>
                <a:gd name="T4" fmla="*/ 21 w 106"/>
                <a:gd name="T5" fmla="*/ 277 h 79"/>
                <a:gd name="T6" fmla="*/ 187 w 106"/>
                <a:gd name="T7" fmla="*/ 36 h 79"/>
                <a:gd name="T8" fmla="*/ 432 w 106"/>
                <a:gd name="T9" fmla="*/ 13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79">
                  <a:moveTo>
                    <a:pt x="101" y="26"/>
                  </a:moveTo>
                  <a:cubicBezTo>
                    <a:pt x="106" y="44"/>
                    <a:pt x="89" y="65"/>
                    <a:pt x="62" y="72"/>
                  </a:cubicBezTo>
                  <a:cubicBezTo>
                    <a:pt x="35" y="79"/>
                    <a:pt x="10" y="71"/>
                    <a:pt x="5" y="53"/>
                  </a:cubicBezTo>
                  <a:cubicBezTo>
                    <a:pt x="0" y="35"/>
                    <a:pt x="17" y="15"/>
                    <a:pt x="44" y="7"/>
                  </a:cubicBezTo>
                  <a:cubicBezTo>
                    <a:pt x="70" y="0"/>
                    <a:pt x="96" y="8"/>
                    <a:pt x="101" y="26"/>
                  </a:cubicBezTo>
                  <a:close/>
                </a:path>
              </a:pathLst>
            </a:custGeom>
            <a:solidFill>
              <a:srgbClr val="D3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Oval 116">
              <a:extLst>
                <a:ext uri="{FF2B5EF4-FFF2-40B4-BE49-F238E27FC236}">
                  <a16:creationId xmlns:a16="http://schemas.microsoft.com/office/drawing/2014/main" id="{854A03DC-DC39-4D0C-B12E-5AFC40BBB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" y="2442"/>
              <a:ext cx="53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08" name="Oval 117">
              <a:extLst>
                <a:ext uri="{FF2B5EF4-FFF2-40B4-BE49-F238E27FC236}">
                  <a16:creationId xmlns:a16="http://schemas.microsoft.com/office/drawing/2014/main" id="{0BD63F41-3157-461F-8AC1-7E6B6D3EC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2438"/>
              <a:ext cx="32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09" name="Freeform 118">
              <a:extLst>
                <a:ext uri="{FF2B5EF4-FFF2-40B4-BE49-F238E27FC236}">
                  <a16:creationId xmlns:a16="http://schemas.microsoft.com/office/drawing/2014/main" id="{8E82FB8E-C417-402A-ABB3-FE3EAA38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267"/>
              <a:ext cx="611" cy="398"/>
            </a:xfrm>
            <a:custGeom>
              <a:avLst/>
              <a:gdLst>
                <a:gd name="T0" fmla="*/ 0 w 377"/>
                <a:gd name="T1" fmla="*/ 0 h 230"/>
                <a:gd name="T2" fmla="*/ 804 w 377"/>
                <a:gd name="T3" fmla="*/ 1192 h 230"/>
                <a:gd name="T4" fmla="*/ 0 w 377"/>
                <a:gd name="T5" fmla="*/ 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230">
                  <a:moveTo>
                    <a:pt x="0" y="0"/>
                  </a:moveTo>
                  <a:cubicBezTo>
                    <a:pt x="0" y="0"/>
                    <a:pt x="336" y="41"/>
                    <a:pt x="189" y="230"/>
                  </a:cubicBezTo>
                  <a:cubicBezTo>
                    <a:pt x="189" y="230"/>
                    <a:pt x="377" y="36"/>
                    <a:pt x="0" y="0"/>
                  </a:cubicBezTo>
                  <a:close/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119">
              <a:extLst>
                <a:ext uri="{FF2B5EF4-FFF2-40B4-BE49-F238E27FC236}">
                  <a16:creationId xmlns:a16="http://schemas.microsoft.com/office/drawing/2014/main" id="{853666B6-AB46-4D2A-85C5-D31D779F2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822"/>
              <a:ext cx="410" cy="147"/>
            </a:xfrm>
            <a:custGeom>
              <a:avLst/>
              <a:gdLst>
                <a:gd name="T0" fmla="*/ 0 w 253"/>
                <a:gd name="T1" fmla="*/ 434 h 85"/>
                <a:gd name="T2" fmla="*/ 1076 w 253"/>
                <a:gd name="T3" fmla="*/ 0 h 85"/>
                <a:gd name="T4" fmla="*/ 0 w 253"/>
                <a:gd name="T5" fmla="*/ 434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5">
                  <a:moveTo>
                    <a:pt x="0" y="84"/>
                  </a:moveTo>
                  <a:cubicBezTo>
                    <a:pt x="0" y="84"/>
                    <a:pt x="209" y="2"/>
                    <a:pt x="253" y="0"/>
                  </a:cubicBezTo>
                  <a:cubicBezTo>
                    <a:pt x="253" y="0"/>
                    <a:pt x="50" y="85"/>
                    <a:pt x="0" y="84"/>
                  </a:cubicBezTo>
                  <a:close/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120">
              <a:extLst>
                <a:ext uri="{FF2B5EF4-FFF2-40B4-BE49-F238E27FC236}">
                  <a16:creationId xmlns:a16="http://schemas.microsoft.com/office/drawing/2014/main" id="{D3107EB1-F838-4296-9FFF-D4E188E75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089"/>
              <a:ext cx="496" cy="662"/>
            </a:xfrm>
            <a:custGeom>
              <a:avLst/>
              <a:gdLst>
                <a:gd name="T0" fmla="*/ 686 w 306"/>
                <a:gd name="T1" fmla="*/ 1977 h 383"/>
                <a:gd name="T2" fmla="*/ 911 w 306"/>
                <a:gd name="T3" fmla="*/ 887 h 383"/>
                <a:gd name="T4" fmla="*/ 0 w 306"/>
                <a:gd name="T5" fmla="*/ 164 h 383"/>
                <a:gd name="T6" fmla="*/ 686 w 306"/>
                <a:gd name="T7" fmla="*/ 389 h 383"/>
                <a:gd name="T8" fmla="*/ 961 w 306"/>
                <a:gd name="T9" fmla="*/ 842 h 383"/>
                <a:gd name="T10" fmla="*/ 686 w 306"/>
                <a:gd name="T11" fmla="*/ 1977 h 3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6" h="383">
                  <a:moveTo>
                    <a:pt x="161" y="383"/>
                  </a:moveTo>
                  <a:cubicBezTo>
                    <a:pt x="161" y="383"/>
                    <a:pt x="306" y="250"/>
                    <a:pt x="214" y="172"/>
                  </a:cubicBezTo>
                  <a:cubicBezTo>
                    <a:pt x="121" y="94"/>
                    <a:pt x="201" y="38"/>
                    <a:pt x="0" y="32"/>
                  </a:cubicBezTo>
                  <a:cubicBezTo>
                    <a:pt x="0" y="32"/>
                    <a:pt x="105" y="0"/>
                    <a:pt x="161" y="75"/>
                  </a:cubicBezTo>
                  <a:cubicBezTo>
                    <a:pt x="187" y="110"/>
                    <a:pt x="180" y="134"/>
                    <a:pt x="226" y="163"/>
                  </a:cubicBezTo>
                  <a:cubicBezTo>
                    <a:pt x="271" y="192"/>
                    <a:pt x="261" y="333"/>
                    <a:pt x="161" y="383"/>
                  </a:cubicBezTo>
                  <a:close/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121">
              <a:extLst>
                <a:ext uri="{FF2B5EF4-FFF2-40B4-BE49-F238E27FC236}">
                  <a16:creationId xmlns:a16="http://schemas.microsoft.com/office/drawing/2014/main" id="{A196EBC4-DB15-42B7-809D-3498749E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271"/>
              <a:ext cx="612" cy="399"/>
            </a:xfrm>
            <a:custGeom>
              <a:avLst/>
              <a:gdLst>
                <a:gd name="T0" fmla="*/ 0 w 378"/>
                <a:gd name="T1" fmla="*/ 0 h 231"/>
                <a:gd name="T2" fmla="*/ 808 w 378"/>
                <a:gd name="T3" fmla="*/ 1190 h 231"/>
                <a:gd name="T4" fmla="*/ 0 w 378"/>
                <a:gd name="T5" fmla="*/ 0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8" h="231">
                  <a:moveTo>
                    <a:pt x="0" y="0"/>
                  </a:moveTo>
                  <a:cubicBezTo>
                    <a:pt x="0" y="0"/>
                    <a:pt x="336" y="41"/>
                    <a:pt x="190" y="231"/>
                  </a:cubicBezTo>
                  <a:cubicBezTo>
                    <a:pt x="190" y="231"/>
                    <a:pt x="378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122">
              <a:extLst>
                <a:ext uri="{FF2B5EF4-FFF2-40B4-BE49-F238E27FC236}">
                  <a16:creationId xmlns:a16="http://schemas.microsoft.com/office/drawing/2014/main" id="{DC13A36B-042B-4597-A3B5-F5C6623E6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093"/>
              <a:ext cx="497" cy="662"/>
            </a:xfrm>
            <a:custGeom>
              <a:avLst/>
              <a:gdLst>
                <a:gd name="T0" fmla="*/ 685 w 307"/>
                <a:gd name="T1" fmla="*/ 1977 h 383"/>
                <a:gd name="T2" fmla="*/ 907 w 307"/>
                <a:gd name="T3" fmla="*/ 887 h 383"/>
                <a:gd name="T4" fmla="*/ 0 w 307"/>
                <a:gd name="T5" fmla="*/ 164 h 383"/>
                <a:gd name="T6" fmla="*/ 685 w 307"/>
                <a:gd name="T7" fmla="*/ 389 h 383"/>
                <a:gd name="T8" fmla="*/ 960 w 307"/>
                <a:gd name="T9" fmla="*/ 842 h 383"/>
                <a:gd name="T10" fmla="*/ 685 w 307"/>
                <a:gd name="T11" fmla="*/ 1977 h 3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7" h="383">
                  <a:moveTo>
                    <a:pt x="161" y="383"/>
                  </a:moveTo>
                  <a:cubicBezTo>
                    <a:pt x="161" y="383"/>
                    <a:pt x="307" y="250"/>
                    <a:pt x="214" y="172"/>
                  </a:cubicBezTo>
                  <a:cubicBezTo>
                    <a:pt x="122" y="94"/>
                    <a:pt x="201" y="38"/>
                    <a:pt x="0" y="32"/>
                  </a:cubicBezTo>
                  <a:cubicBezTo>
                    <a:pt x="0" y="32"/>
                    <a:pt x="105" y="0"/>
                    <a:pt x="161" y="75"/>
                  </a:cubicBezTo>
                  <a:cubicBezTo>
                    <a:pt x="188" y="110"/>
                    <a:pt x="180" y="134"/>
                    <a:pt x="226" y="163"/>
                  </a:cubicBezTo>
                  <a:cubicBezTo>
                    <a:pt x="272" y="193"/>
                    <a:pt x="261" y="334"/>
                    <a:pt x="161" y="383"/>
                  </a:cubicBezTo>
                  <a:close/>
                </a:path>
              </a:pathLst>
            </a:custGeom>
            <a:solidFill>
              <a:srgbClr val="EAE7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123">
              <a:extLst>
                <a:ext uri="{FF2B5EF4-FFF2-40B4-BE49-F238E27FC236}">
                  <a16:creationId xmlns:a16="http://schemas.microsoft.com/office/drawing/2014/main" id="{BC2AC2CC-058D-4ED3-BBF3-07519446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802"/>
              <a:ext cx="134" cy="223"/>
            </a:xfrm>
            <a:custGeom>
              <a:avLst/>
              <a:gdLst>
                <a:gd name="T0" fmla="*/ 8 w 83"/>
                <a:gd name="T1" fmla="*/ 652 h 129"/>
                <a:gd name="T2" fmla="*/ 349 w 83"/>
                <a:gd name="T3" fmla="*/ 0 h 129"/>
                <a:gd name="T4" fmla="*/ 8 w 83"/>
                <a:gd name="T5" fmla="*/ 652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29">
                  <a:moveTo>
                    <a:pt x="2" y="126"/>
                  </a:moveTo>
                  <a:cubicBezTo>
                    <a:pt x="0" y="129"/>
                    <a:pt x="50" y="2"/>
                    <a:pt x="83" y="0"/>
                  </a:cubicBezTo>
                  <a:cubicBezTo>
                    <a:pt x="83" y="0"/>
                    <a:pt x="12" y="114"/>
                    <a:pt x="2" y="126"/>
                  </a:cubicBezTo>
                  <a:close/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124">
              <a:extLst>
                <a:ext uri="{FF2B5EF4-FFF2-40B4-BE49-F238E27FC236}">
                  <a16:creationId xmlns:a16="http://schemas.microsoft.com/office/drawing/2014/main" id="{1F6851A0-6C08-43C6-8571-326CC402A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855"/>
              <a:ext cx="102" cy="173"/>
            </a:xfrm>
            <a:custGeom>
              <a:avLst/>
              <a:gdLst>
                <a:gd name="T0" fmla="*/ 267 w 63"/>
                <a:gd name="T1" fmla="*/ 0 h 100"/>
                <a:gd name="T2" fmla="*/ 0 w 63"/>
                <a:gd name="T3" fmla="*/ 517 h 100"/>
                <a:gd name="T4" fmla="*/ 267 w 6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0">
                  <a:moveTo>
                    <a:pt x="63" y="0"/>
                  </a:moveTo>
                  <a:cubicBezTo>
                    <a:pt x="63" y="0"/>
                    <a:pt x="2" y="81"/>
                    <a:pt x="0" y="100"/>
                  </a:cubicBezTo>
                  <a:cubicBezTo>
                    <a:pt x="0" y="100"/>
                    <a:pt x="58" y="15"/>
                    <a:pt x="63" y="0"/>
                  </a:cubicBezTo>
                  <a:close/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125">
              <a:extLst>
                <a:ext uri="{FF2B5EF4-FFF2-40B4-BE49-F238E27FC236}">
                  <a16:creationId xmlns:a16="http://schemas.microsoft.com/office/drawing/2014/main" id="{926F6DEF-B837-4F96-90DB-9A2A5922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8"/>
              <a:ext cx="104" cy="121"/>
            </a:xfrm>
            <a:custGeom>
              <a:avLst/>
              <a:gdLst>
                <a:gd name="T0" fmla="*/ 275 w 64"/>
                <a:gd name="T1" fmla="*/ 0 h 70"/>
                <a:gd name="T2" fmla="*/ 0 w 64"/>
                <a:gd name="T3" fmla="*/ 361 h 70"/>
                <a:gd name="T4" fmla="*/ 275 w 6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0">
                  <a:moveTo>
                    <a:pt x="64" y="0"/>
                  </a:moveTo>
                  <a:cubicBezTo>
                    <a:pt x="64" y="0"/>
                    <a:pt x="5" y="45"/>
                    <a:pt x="0" y="70"/>
                  </a:cubicBezTo>
                  <a:cubicBezTo>
                    <a:pt x="0" y="70"/>
                    <a:pt x="62" y="10"/>
                    <a:pt x="64" y="0"/>
                  </a:cubicBezTo>
                  <a:close/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126">
              <a:extLst>
                <a:ext uri="{FF2B5EF4-FFF2-40B4-BE49-F238E27FC236}">
                  <a16:creationId xmlns:a16="http://schemas.microsoft.com/office/drawing/2014/main" id="{4E58C191-4F5D-4901-B06B-67D2D6434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999"/>
              <a:ext cx="178" cy="134"/>
            </a:xfrm>
            <a:custGeom>
              <a:avLst/>
              <a:gdLst>
                <a:gd name="T0" fmla="*/ 0 w 110"/>
                <a:gd name="T1" fmla="*/ 395 h 78"/>
                <a:gd name="T2" fmla="*/ 466 w 110"/>
                <a:gd name="T3" fmla="*/ 0 h 78"/>
                <a:gd name="T4" fmla="*/ 0 w 110"/>
                <a:gd name="T5" fmla="*/ 395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78">
                  <a:moveTo>
                    <a:pt x="0" y="78"/>
                  </a:moveTo>
                  <a:cubicBezTo>
                    <a:pt x="0" y="78"/>
                    <a:pt x="73" y="0"/>
                    <a:pt x="110" y="0"/>
                  </a:cubicBezTo>
                  <a:cubicBezTo>
                    <a:pt x="110" y="0"/>
                    <a:pt x="19" y="73"/>
                    <a:pt x="0" y="78"/>
                  </a:cubicBezTo>
                  <a:close/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127">
              <a:extLst>
                <a:ext uri="{FF2B5EF4-FFF2-40B4-BE49-F238E27FC236}">
                  <a16:creationId xmlns:a16="http://schemas.microsoft.com/office/drawing/2014/main" id="{7DDDBC52-2DA6-483A-B54D-1935DD7CC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290"/>
              <a:ext cx="639" cy="420"/>
            </a:xfrm>
            <a:custGeom>
              <a:avLst/>
              <a:gdLst>
                <a:gd name="T0" fmla="*/ 0 w 394"/>
                <a:gd name="T1" fmla="*/ 1255 h 243"/>
                <a:gd name="T2" fmla="*/ 529 w 394"/>
                <a:gd name="T3" fmla="*/ 951 h 243"/>
                <a:gd name="T4" fmla="*/ 1173 w 394"/>
                <a:gd name="T5" fmla="*/ 517 h 243"/>
                <a:gd name="T6" fmla="*/ 1680 w 394"/>
                <a:gd name="T7" fmla="*/ 0 h 243"/>
                <a:gd name="T8" fmla="*/ 1200 w 394"/>
                <a:gd name="T9" fmla="*/ 546 h 243"/>
                <a:gd name="T10" fmla="*/ 623 w 394"/>
                <a:gd name="T11" fmla="*/ 923 h 243"/>
                <a:gd name="T12" fmla="*/ 0 w 394"/>
                <a:gd name="T13" fmla="*/ 1255 h 2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4" h="243">
                  <a:moveTo>
                    <a:pt x="0" y="243"/>
                  </a:moveTo>
                  <a:cubicBezTo>
                    <a:pt x="0" y="243"/>
                    <a:pt x="101" y="213"/>
                    <a:pt x="124" y="184"/>
                  </a:cubicBezTo>
                  <a:cubicBezTo>
                    <a:pt x="148" y="155"/>
                    <a:pt x="242" y="140"/>
                    <a:pt x="275" y="100"/>
                  </a:cubicBezTo>
                  <a:cubicBezTo>
                    <a:pt x="308" y="60"/>
                    <a:pt x="394" y="0"/>
                    <a:pt x="394" y="0"/>
                  </a:cubicBezTo>
                  <a:cubicBezTo>
                    <a:pt x="394" y="0"/>
                    <a:pt x="307" y="80"/>
                    <a:pt x="281" y="106"/>
                  </a:cubicBezTo>
                  <a:cubicBezTo>
                    <a:pt x="256" y="132"/>
                    <a:pt x="169" y="167"/>
                    <a:pt x="146" y="179"/>
                  </a:cubicBezTo>
                  <a:cubicBezTo>
                    <a:pt x="123" y="192"/>
                    <a:pt x="27" y="241"/>
                    <a:pt x="0" y="243"/>
                  </a:cubicBezTo>
                  <a:close/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128">
              <a:extLst>
                <a:ext uri="{FF2B5EF4-FFF2-40B4-BE49-F238E27FC236}">
                  <a16:creationId xmlns:a16="http://schemas.microsoft.com/office/drawing/2014/main" id="{7E40CA55-01D1-4C64-905D-D4518619A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679"/>
              <a:ext cx="187" cy="202"/>
            </a:xfrm>
            <a:custGeom>
              <a:avLst/>
              <a:gdLst>
                <a:gd name="T0" fmla="*/ 26 w 115"/>
                <a:gd name="T1" fmla="*/ 603 h 117"/>
                <a:gd name="T2" fmla="*/ 215 w 115"/>
                <a:gd name="T3" fmla="*/ 311 h 117"/>
                <a:gd name="T4" fmla="*/ 494 w 115"/>
                <a:gd name="T5" fmla="*/ 0 h 117"/>
                <a:gd name="T6" fmla="*/ 215 w 115"/>
                <a:gd name="T7" fmla="*/ 242 h 117"/>
                <a:gd name="T8" fmla="*/ 26 w 115"/>
                <a:gd name="T9" fmla="*/ 60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17">
                  <a:moveTo>
                    <a:pt x="6" y="117"/>
                  </a:moveTo>
                  <a:cubicBezTo>
                    <a:pt x="6" y="117"/>
                    <a:pt x="6" y="80"/>
                    <a:pt x="50" y="60"/>
                  </a:cubicBezTo>
                  <a:cubicBezTo>
                    <a:pt x="94" y="39"/>
                    <a:pt x="115" y="0"/>
                    <a:pt x="115" y="0"/>
                  </a:cubicBezTo>
                  <a:cubicBezTo>
                    <a:pt x="115" y="0"/>
                    <a:pt x="76" y="41"/>
                    <a:pt x="50" y="47"/>
                  </a:cubicBezTo>
                  <a:cubicBezTo>
                    <a:pt x="24" y="54"/>
                    <a:pt x="0" y="92"/>
                    <a:pt x="6" y="1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129">
              <a:extLst>
                <a:ext uri="{FF2B5EF4-FFF2-40B4-BE49-F238E27FC236}">
                  <a16:creationId xmlns:a16="http://schemas.microsoft.com/office/drawing/2014/main" id="{9FC60DD9-D971-4213-A96C-3CBF79680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78"/>
              <a:ext cx="94" cy="78"/>
            </a:xfrm>
            <a:custGeom>
              <a:avLst/>
              <a:gdLst>
                <a:gd name="T0" fmla="*/ 84 w 58"/>
                <a:gd name="T1" fmla="*/ 0 h 45"/>
                <a:gd name="T2" fmla="*/ 246 w 58"/>
                <a:gd name="T3" fmla="*/ 234 h 45"/>
                <a:gd name="T4" fmla="*/ 84 w 5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20" y="0"/>
                  </a:moveTo>
                  <a:cubicBezTo>
                    <a:pt x="20" y="0"/>
                    <a:pt x="0" y="32"/>
                    <a:pt x="58" y="45"/>
                  </a:cubicBezTo>
                  <a:cubicBezTo>
                    <a:pt x="58" y="45"/>
                    <a:pt x="11" y="29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Oval 130">
              <a:extLst>
                <a:ext uri="{FF2B5EF4-FFF2-40B4-BE49-F238E27FC236}">
                  <a16:creationId xmlns:a16="http://schemas.microsoft.com/office/drawing/2014/main" id="{D45677C3-0520-4DC1-90A9-DDFB26F80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495"/>
              <a:ext cx="104" cy="56"/>
            </a:xfrm>
            <a:prstGeom prst="ellipse">
              <a:avLst/>
            </a:prstGeom>
            <a:solidFill>
              <a:srgbClr val="E1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22" name="Freeform 131">
              <a:extLst>
                <a:ext uri="{FF2B5EF4-FFF2-40B4-BE49-F238E27FC236}">
                  <a16:creationId xmlns:a16="http://schemas.microsoft.com/office/drawing/2014/main" id="{E0E60098-B0F7-450D-909E-0C231EA2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987"/>
              <a:ext cx="403" cy="332"/>
            </a:xfrm>
            <a:custGeom>
              <a:avLst/>
              <a:gdLst>
                <a:gd name="T0" fmla="*/ 0 w 249"/>
                <a:gd name="T1" fmla="*/ 28 h 192"/>
                <a:gd name="T2" fmla="*/ 204 w 249"/>
                <a:gd name="T3" fmla="*/ 144 h 192"/>
                <a:gd name="T4" fmla="*/ 327 w 249"/>
                <a:gd name="T5" fmla="*/ 176 h 192"/>
                <a:gd name="T6" fmla="*/ 406 w 249"/>
                <a:gd name="T7" fmla="*/ 299 h 192"/>
                <a:gd name="T8" fmla="*/ 484 w 249"/>
                <a:gd name="T9" fmla="*/ 258 h 192"/>
                <a:gd name="T10" fmla="*/ 584 w 249"/>
                <a:gd name="T11" fmla="*/ 275 h 192"/>
                <a:gd name="T12" fmla="*/ 631 w 249"/>
                <a:gd name="T13" fmla="*/ 410 h 192"/>
                <a:gd name="T14" fmla="*/ 749 w 249"/>
                <a:gd name="T15" fmla="*/ 413 h 192"/>
                <a:gd name="T16" fmla="*/ 783 w 249"/>
                <a:gd name="T17" fmla="*/ 553 h 192"/>
                <a:gd name="T18" fmla="*/ 838 w 249"/>
                <a:gd name="T19" fmla="*/ 559 h 192"/>
                <a:gd name="T20" fmla="*/ 882 w 249"/>
                <a:gd name="T21" fmla="*/ 652 h 192"/>
                <a:gd name="T22" fmla="*/ 882 w 249"/>
                <a:gd name="T23" fmla="*/ 709 h 192"/>
                <a:gd name="T24" fmla="*/ 940 w 249"/>
                <a:gd name="T25" fmla="*/ 745 h 192"/>
                <a:gd name="T26" fmla="*/ 992 w 249"/>
                <a:gd name="T27" fmla="*/ 878 h 192"/>
                <a:gd name="T28" fmla="*/ 1026 w 249"/>
                <a:gd name="T29" fmla="*/ 993 h 1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9" h="192">
                  <a:moveTo>
                    <a:pt x="0" y="5"/>
                  </a:moveTo>
                  <a:cubicBezTo>
                    <a:pt x="18" y="6"/>
                    <a:pt x="49" y="0"/>
                    <a:pt x="48" y="28"/>
                  </a:cubicBezTo>
                  <a:cubicBezTo>
                    <a:pt x="58" y="31"/>
                    <a:pt x="67" y="28"/>
                    <a:pt x="77" y="34"/>
                  </a:cubicBezTo>
                  <a:cubicBezTo>
                    <a:pt x="84" y="38"/>
                    <a:pt x="89" y="56"/>
                    <a:pt x="96" y="58"/>
                  </a:cubicBezTo>
                  <a:cubicBezTo>
                    <a:pt x="101" y="59"/>
                    <a:pt x="110" y="51"/>
                    <a:pt x="114" y="50"/>
                  </a:cubicBezTo>
                  <a:cubicBezTo>
                    <a:pt x="122" y="48"/>
                    <a:pt x="131" y="49"/>
                    <a:pt x="138" y="53"/>
                  </a:cubicBezTo>
                  <a:cubicBezTo>
                    <a:pt x="151" y="58"/>
                    <a:pt x="149" y="67"/>
                    <a:pt x="149" y="79"/>
                  </a:cubicBezTo>
                  <a:cubicBezTo>
                    <a:pt x="159" y="80"/>
                    <a:pt x="167" y="73"/>
                    <a:pt x="177" y="80"/>
                  </a:cubicBezTo>
                  <a:cubicBezTo>
                    <a:pt x="187" y="86"/>
                    <a:pt x="187" y="97"/>
                    <a:pt x="185" y="107"/>
                  </a:cubicBezTo>
                  <a:cubicBezTo>
                    <a:pt x="189" y="109"/>
                    <a:pt x="193" y="107"/>
                    <a:pt x="198" y="108"/>
                  </a:cubicBezTo>
                  <a:cubicBezTo>
                    <a:pt x="207" y="110"/>
                    <a:pt x="208" y="116"/>
                    <a:pt x="208" y="126"/>
                  </a:cubicBezTo>
                  <a:cubicBezTo>
                    <a:pt x="208" y="129"/>
                    <a:pt x="206" y="135"/>
                    <a:pt x="208" y="137"/>
                  </a:cubicBezTo>
                  <a:cubicBezTo>
                    <a:pt x="211" y="140"/>
                    <a:pt x="218" y="140"/>
                    <a:pt x="222" y="144"/>
                  </a:cubicBezTo>
                  <a:cubicBezTo>
                    <a:pt x="229" y="151"/>
                    <a:pt x="229" y="163"/>
                    <a:pt x="234" y="170"/>
                  </a:cubicBezTo>
                  <a:cubicBezTo>
                    <a:pt x="237" y="176"/>
                    <a:pt x="249" y="185"/>
                    <a:pt x="242" y="19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132">
              <a:extLst>
                <a:ext uri="{FF2B5EF4-FFF2-40B4-BE49-F238E27FC236}">
                  <a16:creationId xmlns:a16="http://schemas.microsoft.com/office/drawing/2014/main" id="{92FE1C89-B42B-4A91-BC06-024CDFC21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106"/>
              <a:ext cx="187" cy="282"/>
            </a:xfrm>
            <a:custGeom>
              <a:avLst/>
              <a:gdLst>
                <a:gd name="T0" fmla="*/ 0 w 115"/>
                <a:gd name="T1" fmla="*/ 48 h 163"/>
                <a:gd name="T2" fmla="*/ 96 w 115"/>
                <a:gd name="T3" fmla="*/ 99 h 163"/>
                <a:gd name="T4" fmla="*/ 117 w 115"/>
                <a:gd name="T5" fmla="*/ 221 h 163"/>
                <a:gd name="T6" fmla="*/ 270 w 115"/>
                <a:gd name="T7" fmla="*/ 254 h 163"/>
                <a:gd name="T8" fmla="*/ 304 w 115"/>
                <a:gd name="T9" fmla="*/ 393 h 163"/>
                <a:gd name="T10" fmla="*/ 431 w 115"/>
                <a:gd name="T11" fmla="*/ 471 h 163"/>
                <a:gd name="T12" fmla="*/ 426 w 115"/>
                <a:gd name="T13" fmla="*/ 590 h 163"/>
                <a:gd name="T14" fmla="*/ 494 w 115"/>
                <a:gd name="T15" fmla="*/ 694 h 163"/>
                <a:gd name="T16" fmla="*/ 460 w 115"/>
                <a:gd name="T17" fmla="*/ 844 h 163"/>
                <a:gd name="T18" fmla="*/ 460 w 115"/>
                <a:gd name="T19" fmla="*/ 837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163">
                  <a:moveTo>
                    <a:pt x="0" y="9"/>
                  </a:moveTo>
                  <a:cubicBezTo>
                    <a:pt x="8" y="0"/>
                    <a:pt x="19" y="11"/>
                    <a:pt x="22" y="19"/>
                  </a:cubicBezTo>
                  <a:cubicBezTo>
                    <a:pt x="25" y="25"/>
                    <a:pt x="22" y="39"/>
                    <a:pt x="27" y="43"/>
                  </a:cubicBezTo>
                  <a:cubicBezTo>
                    <a:pt x="35" y="50"/>
                    <a:pt x="54" y="44"/>
                    <a:pt x="63" y="49"/>
                  </a:cubicBezTo>
                  <a:cubicBezTo>
                    <a:pt x="73" y="55"/>
                    <a:pt x="73" y="66"/>
                    <a:pt x="71" y="76"/>
                  </a:cubicBezTo>
                  <a:cubicBezTo>
                    <a:pt x="82" y="79"/>
                    <a:pt x="94" y="81"/>
                    <a:pt x="100" y="91"/>
                  </a:cubicBezTo>
                  <a:cubicBezTo>
                    <a:pt x="105" y="101"/>
                    <a:pt x="95" y="106"/>
                    <a:pt x="99" y="114"/>
                  </a:cubicBezTo>
                  <a:cubicBezTo>
                    <a:pt x="103" y="123"/>
                    <a:pt x="115" y="120"/>
                    <a:pt x="115" y="134"/>
                  </a:cubicBezTo>
                  <a:cubicBezTo>
                    <a:pt x="115" y="143"/>
                    <a:pt x="111" y="156"/>
                    <a:pt x="107" y="163"/>
                  </a:cubicBezTo>
                  <a:cubicBezTo>
                    <a:pt x="106" y="163"/>
                    <a:pt x="107" y="163"/>
                    <a:pt x="107" y="16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133">
              <a:extLst>
                <a:ext uri="{FF2B5EF4-FFF2-40B4-BE49-F238E27FC236}">
                  <a16:creationId xmlns:a16="http://schemas.microsoft.com/office/drawing/2014/main" id="{4779BAB3-5A63-4D0B-AE8B-4F2146D9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896"/>
              <a:ext cx="271" cy="131"/>
            </a:xfrm>
            <a:custGeom>
              <a:avLst/>
              <a:gdLst>
                <a:gd name="T0" fmla="*/ 0 w 167"/>
                <a:gd name="T1" fmla="*/ 41 h 76"/>
                <a:gd name="T2" fmla="*/ 157 w 167"/>
                <a:gd name="T3" fmla="*/ 28 h 76"/>
                <a:gd name="T4" fmla="*/ 198 w 167"/>
                <a:gd name="T5" fmla="*/ 205 h 76"/>
                <a:gd name="T6" fmla="*/ 338 w 167"/>
                <a:gd name="T7" fmla="*/ 148 h 76"/>
                <a:gd name="T8" fmla="*/ 414 w 167"/>
                <a:gd name="T9" fmla="*/ 198 h 76"/>
                <a:gd name="T10" fmla="*/ 424 w 167"/>
                <a:gd name="T11" fmla="*/ 231 h 76"/>
                <a:gd name="T12" fmla="*/ 521 w 167"/>
                <a:gd name="T13" fmla="*/ 231 h 76"/>
                <a:gd name="T14" fmla="*/ 550 w 167"/>
                <a:gd name="T15" fmla="*/ 353 h 76"/>
                <a:gd name="T16" fmla="*/ 698 w 167"/>
                <a:gd name="T17" fmla="*/ 39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7" h="76">
                  <a:moveTo>
                    <a:pt x="0" y="8"/>
                  </a:moveTo>
                  <a:cubicBezTo>
                    <a:pt x="9" y="0"/>
                    <a:pt x="26" y="1"/>
                    <a:pt x="37" y="5"/>
                  </a:cubicBezTo>
                  <a:cubicBezTo>
                    <a:pt x="56" y="13"/>
                    <a:pt x="45" y="26"/>
                    <a:pt x="46" y="40"/>
                  </a:cubicBezTo>
                  <a:cubicBezTo>
                    <a:pt x="57" y="34"/>
                    <a:pt x="66" y="27"/>
                    <a:pt x="79" y="29"/>
                  </a:cubicBezTo>
                  <a:cubicBezTo>
                    <a:pt x="85" y="31"/>
                    <a:pt x="92" y="35"/>
                    <a:pt x="97" y="39"/>
                  </a:cubicBezTo>
                  <a:cubicBezTo>
                    <a:pt x="98" y="41"/>
                    <a:pt x="98" y="45"/>
                    <a:pt x="99" y="45"/>
                  </a:cubicBezTo>
                  <a:cubicBezTo>
                    <a:pt x="106" y="50"/>
                    <a:pt x="115" y="42"/>
                    <a:pt x="122" y="45"/>
                  </a:cubicBezTo>
                  <a:cubicBezTo>
                    <a:pt x="133" y="49"/>
                    <a:pt x="129" y="60"/>
                    <a:pt x="129" y="69"/>
                  </a:cubicBezTo>
                  <a:cubicBezTo>
                    <a:pt x="137" y="62"/>
                    <a:pt x="167" y="59"/>
                    <a:pt x="163" y="7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134">
              <a:extLst>
                <a:ext uri="{FF2B5EF4-FFF2-40B4-BE49-F238E27FC236}">
                  <a16:creationId xmlns:a16="http://schemas.microsoft.com/office/drawing/2014/main" id="{3DD50006-D4D3-4568-8A42-D3F8EA921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918"/>
              <a:ext cx="120" cy="150"/>
            </a:xfrm>
            <a:custGeom>
              <a:avLst/>
              <a:gdLst>
                <a:gd name="T0" fmla="*/ 0 w 74"/>
                <a:gd name="T1" fmla="*/ 50 h 87"/>
                <a:gd name="T2" fmla="*/ 97 w 74"/>
                <a:gd name="T3" fmla="*/ 66 h 87"/>
                <a:gd name="T4" fmla="*/ 123 w 74"/>
                <a:gd name="T5" fmla="*/ 234 h 87"/>
                <a:gd name="T6" fmla="*/ 266 w 74"/>
                <a:gd name="T7" fmla="*/ 267 h 87"/>
                <a:gd name="T8" fmla="*/ 289 w 74"/>
                <a:gd name="T9" fmla="*/ 383 h 87"/>
                <a:gd name="T10" fmla="*/ 308 w 74"/>
                <a:gd name="T11" fmla="*/ 447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87">
                  <a:moveTo>
                    <a:pt x="0" y="10"/>
                  </a:moveTo>
                  <a:cubicBezTo>
                    <a:pt x="5" y="0"/>
                    <a:pt x="18" y="6"/>
                    <a:pt x="23" y="13"/>
                  </a:cubicBezTo>
                  <a:cubicBezTo>
                    <a:pt x="31" y="22"/>
                    <a:pt x="31" y="34"/>
                    <a:pt x="29" y="46"/>
                  </a:cubicBezTo>
                  <a:cubicBezTo>
                    <a:pt x="39" y="47"/>
                    <a:pt x="53" y="47"/>
                    <a:pt x="62" y="52"/>
                  </a:cubicBezTo>
                  <a:cubicBezTo>
                    <a:pt x="72" y="58"/>
                    <a:pt x="69" y="65"/>
                    <a:pt x="68" y="75"/>
                  </a:cubicBezTo>
                  <a:cubicBezTo>
                    <a:pt x="73" y="77"/>
                    <a:pt x="74" y="83"/>
                    <a:pt x="72" y="8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135">
              <a:extLst>
                <a:ext uri="{FF2B5EF4-FFF2-40B4-BE49-F238E27FC236}">
                  <a16:creationId xmlns:a16="http://schemas.microsoft.com/office/drawing/2014/main" id="{5EA19F48-FD35-4789-9A95-CB4496D38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745"/>
              <a:ext cx="249" cy="123"/>
            </a:xfrm>
            <a:custGeom>
              <a:avLst/>
              <a:gdLst>
                <a:gd name="T0" fmla="*/ 0 w 154"/>
                <a:gd name="T1" fmla="*/ 78 h 71"/>
                <a:gd name="T2" fmla="*/ 314 w 154"/>
                <a:gd name="T3" fmla="*/ 204 h 71"/>
                <a:gd name="T4" fmla="*/ 522 w 154"/>
                <a:gd name="T5" fmla="*/ 263 h 71"/>
                <a:gd name="T6" fmla="*/ 652 w 154"/>
                <a:gd name="T7" fmla="*/ 36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71">
                  <a:moveTo>
                    <a:pt x="0" y="15"/>
                  </a:moveTo>
                  <a:cubicBezTo>
                    <a:pt x="20" y="15"/>
                    <a:pt x="79" y="0"/>
                    <a:pt x="74" y="39"/>
                  </a:cubicBezTo>
                  <a:cubicBezTo>
                    <a:pt x="102" y="30"/>
                    <a:pt x="105" y="38"/>
                    <a:pt x="124" y="51"/>
                  </a:cubicBezTo>
                  <a:cubicBezTo>
                    <a:pt x="134" y="58"/>
                    <a:pt x="146" y="59"/>
                    <a:pt x="154" y="7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136">
              <a:extLst>
                <a:ext uri="{FF2B5EF4-FFF2-40B4-BE49-F238E27FC236}">
                  <a16:creationId xmlns:a16="http://schemas.microsoft.com/office/drawing/2014/main" id="{82D1916D-B2EB-4032-9834-174F277A1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890"/>
              <a:ext cx="140" cy="161"/>
            </a:xfrm>
            <a:custGeom>
              <a:avLst/>
              <a:gdLst>
                <a:gd name="T0" fmla="*/ 0 w 86"/>
                <a:gd name="T1" fmla="*/ 69 h 93"/>
                <a:gd name="T2" fmla="*/ 138 w 86"/>
                <a:gd name="T3" fmla="*/ 78 h 93"/>
                <a:gd name="T4" fmla="*/ 147 w 86"/>
                <a:gd name="T5" fmla="*/ 263 h 93"/>
                <a:gd name="T6" fmla="*/ 309 w 86"/>
                <a:gd name="T7" fmla="*/ 48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93">
                  <a:moveTo>
                    <a:pt x="0" y="13"/>
                  </a:moveTo>
                  <a:cubicBezTo>
                    <a:pt x="7" y="0"/>
                    <a:pt x="24" y="4"/>
                    <a:pt x="32" y="15"/>
                  </a:cubicBezTo>
                  <a:cubicBezTo>
                    <a:pt x="39" y="24"/>
                    <a:pt x="38" y="41"/>
                    <a:pt x="34" y="51"/>
                  </a:cubicBezTo>
                  <a:cubicBezTo>
                    <a:pt x="50" y="59"/>
                    <a:pt x="86" y="66"/>
                    <a:pt x="72" y="9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137">
              <a:extLst>
                <a:ext uri="{FF2B5EF4-FFF2-40B4-BE49-F238E27FC236}">
                  <a16:creationId xmlns:a16="http://schemas.microsoft.com/office/drawing/2014/main" id="{8E3A8915-5822-4A2A-A1B1-385209F7C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445"/>
              <a:ext cx="153" cy="157"/>
            </a:xfrm>
            <a:custGeom>
              <a:avLst/>
              <a:gdLst>
                <a:gd name="T0" fmla="*/ 0 w 95"/>
                <a:gd name="T1" fmla="*/ 66 h 91"/>
                <a:gd name="T2" fmla="*/ 184 w 95"/>
                <a:gd name="T3" fmla="*/ 267 h 91"/>
                <a:gd name="T4" fmla="*/ 361 w 95"/>
                <a:gd name="T5" fmla="*/ 46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91">
                  <a:moveTo>
                    <a:pt x="0" y="13"/>
                  </a:moveTo>
                  <a:cubicBezTo>
                    <a:pt x="28" y="0"/>
                    <a:pt x="70" y="19"/>
                    <a:pt x="44" y="52"/>
                  </a:cubicBezTo>
                  <a:cubicBezTo>
                    <a:pt x="76" y="46"/>
                    <a:pt x="95" y="54"/>
                    <a:pt x="86" y="9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138">
              <a:extLst>
                <a:ext uri="{FF2B5EF4-FFF2-40B4-BE49-F238E27FC236}">
                  <a16:creationId xmlns:a16="http://schemas.microsoft.com/office/drawing/2014/main" id="{2D9DF707-64CB-4F68-8A04-A4A78200D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434"/>
              <a:ext cx="78" cy="71"/>
            </a:xfrm>
            <a:custGeom>
              <a:avLst/>
              <a:gdLst>
                <a:gd name="T0" fmla="*/ 0 w 48"/>
                <a:gd name="T1" fmla="*/ 78 h 41"/>
                <a:gd name="T2" fmla="*/ 111 w 48"/>
                <a:gd name="T3" fmla="*/ 163 h 41"/>
                <a:gd name="T4" fmla="*/ 206 w 48"/>
                <a:gd name="T5" fmla="*/ 21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1">
                  <a:moveTo>
                    <a:pt x="0" y="15"/>
                  </a:moveTo>
                  <a:cubicBezTo>
                    <a:pt x="16" y="0"/>
                    <a:pt x="29" y="12"/>
                    <a:pt x="26" y="31"/>
                  </a:cubicBezTo>
                  <a:cubicBezTo>
                    <a:pt x="36" y="27"/>
                    <a:pt x="46" y="31"/>
                    <a:pt x="48" y="4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139">
              <a:extLst>
                <a:ext uri="{FF2B5EF4-FFF2-40B4-BE49-F238E27FC236}">
                  <a16:creationId xmlns:a16="http://schemas.microsoft.com/office/drawing/2014/main" id="{E379BCAE-582C-4744-AC2A-8FFAB9A5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737"/>
              <a:ext cx="230" cy="145"/>
            </a:xfrm>
            <a:custGeom>
              <a:avLst/>
              <a:gdLst>
                <a:gd name="T0" fmla="*/ 0 w 142"/>
                <a:gd name="T1" fmla="*/ 9 h 84"/>
                <a:gd name="T2" fmla="*/ 178 w 142"/>
                <a:gd name="T3" fmla="*/ 62 h 84"/>
                <a:gd name="T4" fmla="*/ 322 w 142"/>
                <a:gd name="T5" fmla="*/ 176 h 84"/>
                <a:gd name="T6" fmla="*/ 466 w 142"/>
                <a:gd name="T7" fmla="*/ 292 h 84"/>
                <a:gd name="T8" fmla="*/ 588 w 142"/>
                <a:gd name="T9" fmla="*/ 432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84">
                  <a:moveTo>
                    <a:pt x="0" y="2"/>
                  </a:moveTo>
                  <a:cubicBezTo>
                    <a:pt x="12" y="7"/>
                    <a:pt x="30" y="0"/>
                    <a:pt x="42" y="12"/>
                  </a:cubicBezTo>
                  <a:cubicBezTo>
                    <a:pt x="60" y="28"/>
                    <a:pt x="49" y="29"/>
                    <a:pt x="76" y="34"/>
                  </a:cubicBezTo>
                  <a:cubicBezTo>
                    <a:pt x="95" y="38"/>
                    <a:pt x="95" y="47"/>
                    <a:pt x="110" y="57"/>
                  </a:cubicBezTo>
                  <a:cubicBezTo>
                    <a:pt x="123" y="64"/>
                    <a:pt x="142" y="60"/>
                    <a:pt x="138" y="8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140">
              <a:extLst>
                <a:ext uri="{FF2B5EF4-FFF2-40B4-BE49-F238E27FC236}">
                  <a16:creationId xmlns:a16="http://schemas.microsoft.com/office/drawing/2014/main" id="{ECAEA30C-0C43-4867-8100-0B6976BE3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242"/>
              <a:ext cx="120" cy="128"/>
            </a:xfrm>
            <a:custGeom>
              <a:avLst/>
              <a:gdLst>
                <a:gd name="T0" fmla="*/ 0 w 74"/>
                <a:gd name="T1" fmla="*/ 135 h 74"/>
                <a:gd name="T2" fmla="*/ 136 w 74"/>
                <a:gd name="T3" fmla="*/ 254 h 74"/>
                <a:gd name="T4" fmla="*/ 316 w 74"/>
                <a:gd name="T5" fmla="*/ 38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74">
                  <a:moveTo>
                    <a:pt x="0" y="26"/>
                  </a:moveTo>
                  <a:cubicBezTo>
                    <a:pt x="1" y="0"/>
                    <a:pt x="32" y="32"/>
                    <a:pt x="32" y="49"/>
                  </a:cubicBezTo>
                  <a:cubicBezTo>
                    <a:pt x="46" y="33"/>
                    <a:pt x="74" y="58"/>
                    <a:pt x="74" y="74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141">
              <a:extLst>
                <a:ext uri="{FF2B5EF4-FFF2-40B4-BE49-F238E27FC236}">
                  <a16:creationId xmlns:a16="http://schemas.microsoft.com/office/drawing/2014/main" id="{661B9BA5-0B18-4BFF-9875-51ED2CEC5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861"/>
              <a:ext cx="496" cy="379"/>
            </a:xfrm>
            <a:custGeom>
              <a:avLst/>
              <a:gdLst>
                <a:gd name="T0" fmla="*/ 34 w 306"/>
                <a:gd name="T1" fmla="*/ 1070 h 219"/>
                <a:gd name="T2" fmla="*/ 115 w 306"/>
                <a:gd name="T3" fmla="*/ 943 h 219"/>
                <a:gd name="T4" fmla="*/ 233 w 306"/>
                <a:gd name="T5" fmla="*/ 761 h 219"/>
                <a:gd name="T6" fmla="*/ 486 w 306"/>
                <a:gd name="T7" fmla="*/ 446 h 219"/>
                <a:gd name="T8" fmla="*/ 830 w 306"/>
                <a:gd name="T9" fmla="*/ 239 h 219"/>
                <a:gd name="T10" fmla="*/ 1303 w 306"/>
                <a:gd name="T11" fmla="*/ 0 h 219"/>
                <a:gd name="T12" fmla="*/ 1078 w 306"/>
                <a:gd name="T13" fmla="*/ 156 h 219"/>
                <a:gd name="T14" fmla="*/ 770 w 306"/>
                <a:gd name="T15" fmla="*/ 353 h 219"/>
                <a:gd name="T16" fmla="*/ 541 w 306"/>
                <a:gd name="T17" fmla="*/ 504 h 219"/>
                <a:gd name="T18" fmla="*/ 378 w 306"/>
                <a:gd name="T19" fmla="*/ 689 h 219"/>
                <a:gd name="T20" fmla="*/ 94 w 306"/>
                <a:gd name="T21" fmla="*/ 1050 h 219"/>
                <a:gd name="T22" fmla="*/ 0 w 306"/>
                <a:gd name="T23" fmla="*/ 1135 h 219"/>
                <a:gd name="T24" fmla="*/ 34 w 306"/>
                <a:gd name="T25" fmla="*/ 1083 h 2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6" h="219">
                  <a:moveTo>
                    <a:pt x="8" y="206"/>
                  </a:moveTo>
                  <a:cubicBezTo>
                    <a:pt x="13" y="197"/>
                    <a:pt x="21" y="191"/>
                    <a:pt x="27" y="182"/>
                  </a:cubicBezTo>
                  <a:cubicBezTo>
                    <a:pt x="35" y="170"/>
                    <a:pt x="45" y="158"/>
                    <a:pt x="55" y="147"/>
                  </a:cubicBezTo>
                  <a:cubicBezTo>
                    <a:pt x="74" y="127"/>
                    <a:pt x="93" y="103"/>
                    <a:pt x="114" y="86"/>
                  </a:cubicBezTo>
                  <a:cubicBezTo>
                    <a:pt x="138" y="67"/>
                    <a:pt x="167" y="56"/>
                    <a:pt x="195" y="46"/>
                  </a:cubicBezTo>
                  <a:cubicBezTo>
                    <a:pt x="233" y="33"/>
                    <a:pt x="269" y="15"/>
                    <a:pt x="306" y="0"/>
                  </a:cubicBezTo>
                  <a:cubicBezTo>
                    <a:pt x="287" y="7"/>
                    <a:pt x="271" y="20"/>
                    <a:pt x="253" y="30"/>
                  </a:cubicBezTo>
                  <a:cubicBezTo>
                    <a:pt x="230" y="44"/>
                    <a:pt x="206" y="56"/>
                    <a:pt x="181" y="68"/>
                  </a:cubicBezTo>
                  <a:cubicBezTo>
                    <a:pt x="163" y="77"/>
                    <a:pt x="144" y="85"/>
                    <a:pt x="127" y="97"/>
                  </a:cubicBezTo>
                  <a:cubicBezTo>
                    <a:pt x="112" y="108"/>
                    <a:pt x="102" y="120"/>
                    <a:pt x="89" y="133"/>
                  </a:cubicBezTo>
                  <a:cubicBezTo>
                    <a:pt x="67" y="156"/>
                    <a:pt x="47" y="183"/>
                    <a:pt x="22" y="203"/>
                  </a:cubicBezTo>
                  <a:cubicBezTo>
                    <a:pt x="15" y="209"/>
                    <a:pt x="7" y="214"/>
                    <a:pt x="0" y="219"/>
                  </a:cubicBezTo>
                  <a:cubicBezTo>
                    <a:pt x="3" y="216"/>
                    <a:pt x="5" y="212"/>
                    <a:pt x="8" y="209"/>
                  </a:cubicBezTo>
                </a:path>
              </a:pathLst>
            </a:custGeom>
            <a:solidFill>
              <a:srgbClr val="D1C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142">
              <a:extLst>
                <a:ext uri="{FF2B5EF4-FFF2-40B4-BE49-F238E27FC236}">
                  <a16:creationId xmlns:a16="http://schemas.microsoft.com/office/drawing/2014/main" id="{7806F7A7-47B0-42EE-84F4-C530EC5E7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771"/>
              <a:ext cx="2450" cy="2378"/>
            </a:xfrm>
            <a:custGeom>
              <a:avLst/>
              <a:gdLst>
                <a:gd name="T0" fmla="*/ 220 w 1512"/>
                <a:gd name="T1" fmla="*/ 6522 h 1376"/>
                <a:gd name="T2" fmla="*/ 118 w 1512"/>
                <a:gd name="T3" fmla="*/ 5594 h 1376"/>
                <a:gd name="T4" fmla="*/ 1311 w 1512"/>
                <a:gd name="T5" fmla="*/ 3572 h 1376"/>
                <a:gd name="T6" fmla="*/ 4169 w 1512"/>
                <a:gd name="T7" fmla="*/ 1899 h 1376"/>
                <a:gd name="T8" fmla="*/ 5172 w 1512"/>
                <a:gd name="T9" fmla="*/ 992 h 1376"/>
                <a:gd name="T10" fmla="*/ 5734 w 1512"/>
                <a:gd name="T11" fmla="*/ 0 h 1376"/>
                <a:gd name="T12" fmla="*/ 5973 w 1512"/>
                <a:gd name="T13" fmla="*/ 579 h 1376"/>
                <a:gd name="T14" fmla="*/ 6433 w 1512"/>
                <a:gd name="T15" fmla="*/ 639 h 1376"/>
                <a:gd name="T16" fmla="*/ 5973 w 1512"/>
                <a:gd name="T17" fmla="*/ 1198 h 1376"/>
                <a:gd name="T18" fmla="*/ 5480 w 1512"/>
                <a:gd name="T19" fmla="*/ 1837 h 1376"/>
                <a:gd name="T20" fmla="*/ 5104 w 1512"/>
                <a:gd name="T21" fmla="*/ 3408 h 1376"/>
                <a:gd name="T22" fmla="*/ 3677 w 1512"/>
                <a:gd name="T23" fmla="*/ 5224 h 1376"/>
                <a:gd name="T24" fmla="*/ 1719 w 1512"/>
                <a:gd name="T25" fmla="*/ 6337 h 1376"/>
                <a:gd name="T26" fmla="*/ 220 w 1512"/>
                <a:gd name="T27" fmla="*/ 6522 h 1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12" h="1376">
                  <a:moveTo>
                    <a:pt x="52" y="1264"/>
                  </a:moveTo>
                  <a:cubicBezTo>
                    <a:pt x="52" y="1264"/>
                    <a:pt x="0" y="1180"/>
                    <a:pt x="28" y="1084"/>
                  </a:cubicBezTo>
                  <a:cubicBezTo>
                    <a:pt x="56" y="988"/>
                    <a:pt x="164" y="768"/>
                    <a:pt x="308" y="692"/>
                  </a:cubicBezTo>
                  <a:cubicBezTo>
                    <a:pt x="452" y="616"/>
                    <a:pt x="828" y="416"/>
                    <a:pt x="980" y="368"/>
                  </a:cubicBezTo>
                  <a:cubicBezTo>
                    <a:pt x="1132" y="320"/>
                    <a:pt x="1192" y="228"/>
                    <a:pt x="1216" y="192"/>
                  </a:cubicBezTo>
                  <a:cubicBezTo>
                    <a:pt x="1240" y="156"/>
                    <a:pt x="1280" y="32"/>
                    <a:pt x="1348" y="0"/>
                  </a:cubicBezTo>
                  <a:cubicBezTo>
                    <a:pt x="1348" y="0"/>
                    <a:pt x="1404" y="68"/>
                    <a:pt x="1404" y="112"/>
                  </a:cubicBezTo>
                  <a:cubicBezTo>
                    <a:pt x="1404" y="156"/>
                    <a:pt x="1472" y="112"/>
                    <a:pt x="1512" y="124"/>
                  </a:cubicBezTo>
                  <a:cubicBezTo>
                    <a:pt x="1512" y="124"/>
                    <a:pt x="1452" y="200"/>
                    <a:pt x="1404" y="232"/>
                  </a:cubicBezTo>
                  <a:cubicBezTo>
                    <a:pt x="1356" y="264"/>
                    <a:pt x="1328" y="300"/>
                    <a:pt x="1288" y="356"/>
                  </a:cubicBezTo>
                  <a:cubicBezTo>
                    <a:pt x="1248" y="412"/>
                    <a:pt x="1276" y="572"/>
                    <a:pt x="1200" y="660"/>
                  </a:cubicBezTo>
                  <a:cubicBezTo>
                    <a:pt x="1124" y="748"/>
                    <a:pt x="1032" y="900"/>
                    <a:pt x="864" y="1012"/>
                  </a:cubicBezTo>
                  <a:cubicBezTo>
                    <a:pt x="696" y="1124"/>
                    <a:pt x="496" y="1200"/>
                    <a:pt x="404" y="1228"/>
                  </a:cubicBezTo>
                  <a:cubicBezTo>
                    <a:pt x="312" y="1256"/>
                    <a:pt x="148" y="1376"/>
                    <a:pt x="52" y="126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143">
              <a:extLst>
                <a:ext uri="{FF2B5EF4-FFF2-40B4-BE49-F238E27FC236}">
                  <a16:creationId xmlns:a16="http://schemas.microsoft.com/office/drawing/2014/main" id="{BB476FA8-9F4D-42CB-A11A-64C76F593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328"/>
              <a:ext cx="314" cy="406"/>
            </a:xfrm>
            <a:custGeom>
              <a:avLst/>
              <a:gdLst>
                <a:gd name="T0" fmla="*/ 327 w 194"/>
                <a:gd name="T1" fmla="*/ 21 h 235"/>
                <a:gd name="T2" fmla="*/ 526 w 194"/>
                <a:gd name="T3" fmla="*/ 104 h 235"/>
                <a:gd name="T4" fmla="*/ 725 w 194"/>
                <a:gd name="T5" fmla="*/ 332 h 235"/>
                <a:gd name="T6" fmla="*/ 788 w 194"/>
                <a:gd name="T7" fmla="*/ 717 h 235"/>
                <a:gd name="T8" fmla="*/ 712 w 194"/>
                <a:gd name="T9" fmla="*/ 866 h 235"/>
                <a:gd name="T10" fmla="*/ 649 w 194"/>
                <a:gd name="T11" fmla="*/ 1057 h 235"/>
                <a:gd name="T12" fmla="*/ 199 w 194"/>
                <a:gd name="T13" fmla="*/ 1113 h 235"/>
                <a:gd name="T14" fmla="*/ 34 w 194"/>
                <a:gd name="T15" fmla="*/ 1005 h 235"/>
                <a:gd name="T16" fmla="*/ 102 w 194"/>
                <a:gd name="T17" fmla="*/ 729 h 235"/>
                <a:gd name="T18" fmla="*/ 241 w 194"/>
                <a:gd name="T19" fmla="*/ 558 h 235"/>
                <a:gd name="T20" fmla="*/ 301 w 194"/>
                <a:gd name="T21" fmla="*/ 389 h 235"/>
                <a:gd name="T22" fmla="*/ 254 w 194"/>
                <a:gd name="T23" fmla="*/ 155 h 235"/>
                <a:gd name="T24" fmla="*/ 272 w 194"/>
                <a:gd name="T25" fmla="*/ 41 h 235"/>
                <a:gd name="T26" fmla="*/ 330 w 194"/>
                <a:gd name="T27" fmla="*/ 16 h 2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4" h="235">
                  <a:moveTo>
                    <a:pt x="77" y="4"/>
                  </a:moveTo>
                  <a:cubicBezTo>
                    <a:pt x="90" y="0"/>
                    <a:pt x="113" y="13"/>
                    <a:pt x="124" y="20"/>
                  </a:cubicBezTo>
                  <a:cubicBezTo>
                    <a:pt x="142" y="31"/>
                    <a:pt x="160" y="46"/>
                    <a:pt x="171" y="64"/>
                  </a:cubicBezTo>
                  <a:cubicBezTo>
                    <a:pt x="182" y="85"/>
                    <a:pt x="194" y="116"/>
                    <a:pt x="186" y="139"/>
                  </a:cubicBezTo>
                  <a:cubicBezTo>
                    <a:pt x="183" y="149"/>
                    <a:pt x="174" y="159"/>
                    <a:pt x="168" y="168"/>
                  </a:cubicBezTo>
                  <a:cubicBezTo>
                    <a:pt x="161" y="180"/>
                    <a:pt x="161" y="194"/>
                    <a:pt x="153" y="205"/>
                  </a:cubicBezTo>
                  <a:cubicBezTo>
                    <a:pt x="133" y="235"/>
                    <a:pt x="75" y="223"/>
                    <a:pt x="47" y="216"/>
                  </a:cubicBezTo>
                  <a:cubicBezTo>
                    <a:pt x="31" y="212"/>
                    <a:pt x="16" y="211"/>
                    <a:pt x="8" y="195"/>
                  </a:cubicBezTo>
                  <a:cubicBezTo>
                    <a:pt x="0" y="177"/>
                    <a:pt x="14" y="156"/>
                    <a:pt x="24" y="141"/>
                  </a:cubicBezTo>
                  <a:cubicBezTo>
                    <a:pt x="33" y="128"/>
                    <a:pt x="48" y="121"/>
                    <a:pt x="57" y="108"/>
                  </a:cubicBezTo>
                  <a:cubicBezTo>
                    <a:pt x="64" y="98"/>
                    <a:pt x="71" y="87"/>
                    <a:pt x="71" y="75"/>
                  </a:cubicBezTo>
                  <a:cubicBezTo>
                    <a:pt x="71" y="60"/>
                    <a:pt x="63" y="44"/>
                    <a:pt x="60" y="30"/>
                  </a:cubicBezTo>
                  <a:cubicBezTo>
                    <a:pt x="58" y="21"/>
                    <a:pt x="58" y="14"/>
                    <a:pt x="64" y="8"/>
                  </a:cubicBezTo>
                  <a:cubicBezTo>
                    <a:pt x="67" y="4"/>
                    <a:pt x="73" y="1"/>
                    <a:pt x="78" y="3"/>
                  </a:cubicBezTo>
                </a:path>
              </a:pathLst>
            </a:custGeom>
            <a:solidFill>
              <a:srgbClr val="BCA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144">
              <a:extLst>
                <a:ext uri="{FF2B5EF4-FFF2-40B4-BE49-F238E27FC236}">
                  <a16:creationId xmlns:a16="http://schemas.microsoft.com/office/drawing/2014/main" id="{571436F3-DC6A-4D86-9580-2F1CEC1E2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167"/>
              <a:ext cx="354" cy="154"/>
            </a:xfrm>
            <a:custGeom>
              <a:avLst/>
              <a:gdLst>
                <a:gd name="T0" fmla="*/ 55 w 219"/>
                <a:gd name="T1" fmla="*/ 93 h 89"/>
                <a:gd name="T2" fmla="*/ 314 w 219"/>
                <a:gd name="T3" fmla="*/ 16 h 89"/>
                <a:gd name="T4" fmla="*/ 603 w 219"/>
                <a:gd name="T5" fmla="*/ 83 h 89"/>
                <a:gd name="T6" fmla="*/ 815 w 219"/>
                <a:gd name="T7" fmla="*/ 135 h 89"/>
                <a:gd name="T8" fmla="*/ 857 w 219"/>
                <a:gd name="T9" fmla="*/ 398 h 89"/>
                <a:gd name="T10" fmla="*/ 603 w 219"/>
                <a:gd name="T11" fmla="*/ 270 h 89"/>
                <a:gd name="T12" fmla="*/ 288 w 219"/>
                <a:gd name="T13" fmla="*/ 213 h 89"/>
                <a:gd name="T14" fmla="*/ 105 w 219"/>
                <a:gd name="T15" fmla="*/ 183 h 89"/>
                <a:gd name="T16" fmla="*/ 55 w 219"/>
                <a:gd name="T17" fmla="*/ 83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9" h="89">
                  <a:moveTo>
                    <a:pt x="13" y="18"/>
                  </a:moveTo>
                  <a:cubicBezTo>
                    <a:pt x="24" y="0"/>
                    <a:pt x="57" y="0"/>
                    <a:pt x="74" y="3"/>
                  </a:cubicBezTo>
                  <a:cubicBezTo>
                    <a:pt x="97" y="7"/>
                    <a:pt x="120" y="13"/>
                    <a:pt x="143" y="16"/>
                  </a:cubicBezTo>
                  <a:cubicBezTo>
                    <a:pt x="160" y="19"/>
                    <a:pt x="179" y="14"/>
                    <a:pt x="193" y="26"/>
                  </a:cubicBezTo>
                  <a:cubicBezTo>
                    <a:pt x="204" y="35"/>
                    <a:pt x="219" y="67"/>
                    <a:pt x="203" y="77"/>
                  </a:cubicBezTo>
                  <a:cubicBezTo>
                    <a:pt x="186" y="89"/>
                    <a:pt x="157" y="58"/>
                    <a:pt x="143" y="52"/>
                  </a:cubicBezTo>
                  <a:cubicBezTo>
                    <a:pt x="118" y="41"/>
                    <a:pt x="94" y="44"/>
                    <a:pt x="68" y="41"/>
                  </a:cubicBezTo>
                  <a:cubicBezTo>
                    <a:pt x="54" y="40"/>
                    <a:pt x="38" y="39"/>
                    <a:pt x="25" y="35"/>
                  </a:cubicBezTo>
                  <a:cubicBezTo>
                    <a:pt x="18" y="33"/>
                    <a:pt x="0" y="22"/>
                    <a:pt x="13" y="16"/>
                  </a:cubicBezTo>
                </a:path>
              </a:pathLst>
            </a:custGeom>
            <a:solidFill>
              <a:srgbClr val="BCA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145">
              <a:extLst>
                <a:ext uri="{FF2B5EF4-FFF2-40B4-BE49-F238E27FC236}">
                  <a16:creationId xmlns:a16="http://schemas.microsoft.com/office/drawing/2014/main" id="{BB520C78-627C-402C-8130-CD583D347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810"/>
              <a:ext cx="194" cy="142"/>
            </a:xfrm>
            <a:custGeom>
              <a:avLst/>
              <a:gdLst>
                <a:gd name="T0" fmla="*/ 254 w 120"/>
                <a:gd name="T1" fmla="*/ 16 h 82"/>
                <a:gd name="T2" fmla="*/ 29 w 120"/>
                <a:gd name="T3" fmla="*/ 218 h 82"/>
                <a:gd name="T4" fmla="*/ 60 w 120"/>
                <a:gd name="T5" fmla="*/ 348 h 82"/>
                <a:gd name="T6" fmla="*/ 262 w 120"/>
                <a:gd name="T7" fmla="*/ 417 h 82"/>
                <a:gd name="T8" fmla="*/ 432 w 120"/>
                <a:gd name="T9" fmla="*/ 291 h 82"/>
                <a:gd name="T10" fmla="*/ 461 w 120"/>
                <a:gd name="T11" fmla="*/ 106 h 82"/>
                <a:gd name="T12" fmla="*/ 233 w 120"/>
                <a:gd name="T13" fmla="*/ 21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82">
                  <a:moveTo>
                    <a:pt x="60" y="3"/>
                  </a:moveTo>
                  <a:cubicBezTo>
                    <a:pt x="45" y="18"/>
                    <a:pt x="17" y="22"/>
                    <a:pt x="7" y="42"/>
                  </a:cubicBezTo>
                  <a:cubicBezTo>
                    <a:pt x="0" y="54"/>
                    <a:pt x="4" y="61"/>
                    <a:pt x="14" y="67"/>
                  </a:cubicBezTo>
                  <a:cubicBezTo>
                    <a:pt x="24" y="73"/>
                    <a:pt x="50" y="82"/>
                    <a:pt x="62" y="80"/>
                  </a:cubicBezTo>
                  <a:cubicBezTo>
                    <a:pt x="74" y="79"/>
                    <a:pt x="92" y="64"/>
                    <a:pt x="102" y="56"/>
                  </a:cubicBezTo>
                  <a:cubicBezTo>
                    <a:pt x="113" y="45"/>
                    <a:pt x="120" y="34"/>
                    <a:pt x="109" y="20"/>
                  </a:cubicBezTo>
                  <a:cubicBezTo>
                    <a:pt x="93" y="0"/>
                    <a:pt x="77" y="7"/>
                    <a:pt x="55" y="4"/>
                  </a:cubicBezTo>
                </a:path>
              </a:pathLst>
            </a:custGeom>
            <a:solidFill>
              <a:srgbClr val="C6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146">
              <a:extLst>
                <a:ext uri="{FF2B5EF4-FFF2-40B4-BE49-F238E27FC236}">
                  <a16:creationId xmlns:a16="http://schemas.microsoft.com/office/drawing/2014/main" id="{33723835-AD45-4304-BC4C-5AE22938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086"/>
              <a:ext cx="139" cy="129"/>
            </a:xfrm>
            <a:custGeom>
              <a:avLst/>
              <a:gdLst>
                <a:gd name="T0" fmla="*/ 0 w 86"/>
                <a:gd name="T1" fmla="*/ 26 h 75"/>
                <a:gd name="T2" fmla="*/ 89 w 86"/>
                <a:gd name="T3" fmla="*/ 29 h 75"/>
                <a:gd name="T4" fmla="*/ 131 w 86"/>
                <a:gd name="T5" fmla="*/ 119 h 75"/>
                <a:gd name="T6" fmla="*/ 220 w 86"/>
                <a:gd name="T7" fmla="*/ 177 h 75"/>
                <a:gd name="T8" fmla="*/ 246 w 86"/>
                <a:gd name="T9" fmla="*/ 239 h 75"/>
                <a:gd name="T10" fmla="*/ 296 w 86"/>
                <a:gd name="T11" fmla="*/ 275 h 75"/>
                <a:gd name="T12" fmla="*/ 364 w 86"/>
                <a:gd name="T13" fmla="*/ 382 h 75"/>
                <a:gd name="T14" fmla="*/ 288 w 86"/>
                <a:gd name="T15" fmla="*/ 210 h 75"/>
                <a:gd name="T16" fmla="*/ 207 w 86"/>
                <a:gd name="T17" fmla="*/ 122 h 75"/>
                <a:gd name="T18" fmla="*/ 160 w 86"/>
                <a:gd name="T19" fmla="*/ 98 h 75"/>
                <a:gd name="T20" fmla="*/ 123 w 86"/>
                <a:gd name="T21" fmla="*/ 36 h 75"/>
                <a:gd name="T22" fmla="*/ 5 w 86"/>
                <a:gd name="T23" fmla="*/ 29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6" h="75">
                  <a:moveTo>
                    <a:pt x="0" y="5"/>
                  </a:moveTo>
                  <a:cubicBezTo>
                    <a:pt x="7" y="5"/>
                    <a:pt x="16" y="3"/>
                    <a:pt x="21" y="6"/>
                  </a:cubicBezTo>
                  <a:cubicBezTo>
                    <a:pt x="31" y="11"/>
                    <a:pt x="26" y="17"/>
                    <a:pt x="31" y="23"/>
                  </a:cubicBezTo>
                  <a:cubicBezTo>
                    <a:pt x="36" y="31"/>
                    <a:pt x="45" y="28"/>
                    <a:pt x="52" y="35"/>
                  </a:cubicBezTo>
                  <a:cubicBezTo>
                    <a:pt x="55" y="39"/>
                    <a:pt x="55" y="44"/>
                    <a:pt x="58" y="47"/>
                  </a:cubicBezTo>
                  <a:cubicBezTo>
                    <a:pt x="62" y="51"/>
                    <a:pt x="67" y="52"/>
                    <a:pt x="70" y="54"/>
                  </a:cubicBezTo>
                  <a:cubicBezTo>
                    <a:pt x="77" y="60"/>
                    <a:pt x="81" y="68"/>
                    <a:pt x="86" y="75"/>
                  </a:cubicBezTo>
                  <a:cubicBezTo>
                    <a:pt x="86" y="59"/>
                    <a:pt x="80" y="50"/>
                    <a:pt x="68" y="41"/>
                  </a:cubicBezTo>
                  <a:cubicBezTo>
                    <a:pt x="61" y="36"/>
                    <a:pt x="57" y="30"/>
                    <a:pt x="49" y="24"/>
                  </a:cubicBezTo>
                  <a:cubicBezTo>
                    <a:pt x="46" y="22"/>
                    <a:pt x="40" y="21"/>
                    <a:pt x="38" y="19"/>
                  </a:cubicBezTo>
                  <a:cubicBezTo>
                    <a:pt x="33" y="16"/>
                    <a:pt x="34" y="11"/>
                    <a:pt x="29" y="7"/>
                  </a:cubicBezTo>
                  <a:cubicBezTo>
                    <a:pt x="23" y="3"/>
                    <a:pt x="8" y="0"/>
                    <a:pt x="1" y="6"/>
                  </a:cubicBezTo>
                </a:path>
              </a:pathLst>
            </a:custGeom>
            <a:solidFill>
              <a:srgbClr val="BCA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147">
              <a:extLst>
                <a:ext uri="{FF2B5EF4-FFF2-40B4-BE49-F238E27FC236}">
                  <a16:creationId xmlns:a16="http://schemas.microsoft.com/office/drawing/2014/main" id="{19AF245C-8675-4720-9ADB-369FE2A9B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890"/>
              <a:ext cx="214" cy="180"/>
            </a:xfrm>
            <a:custGeom>
              <a:avLst/>
              <a:gdLst>
                <a:gd name="T0" fmla="*/ 0 w 132"/>
                <a:gd name="T1" fmla="*/ 83 h 104"/>
                <a:gd name="T2" fmla="*/ 198 w 132"/>
                <a:gd name="T3" fmla="*/ 204 h 104"/>
                <a:gd name="T4" fmla="*/ 310 w 132"/>
                <a:gd name="T5" fmla="*/ 222 h 104"/>
                <a:gd name="T6" fmla="*/ 376 w 132"/>
                <a:gd name="T7" fmla="*/ 228 h 104"/>
                <a:gd name="T8" fmla="*/ 426 w 132"/>
                <a:gd name="T9" fmla="*/ 306 h 104"/>
                <a:gd name="T10" fmla="*/ 507 w 132"/>
                <a:gd name="T11" fmla="*/ 405 h 104"/>
                <a:gd name="T12" fmla="*/ 558 w 132"/>
                <a:gd name="T13" fmla="*/ 540 h 104"/>
                <a:gd name="T14" fmla="*/ 520 w 132"/>
                <a:gd name="T15" fmla="*/ 389 h 104"/>
                <a:gd name="T16" fmla="*/ 478 w 132"/>
                <a:gd name="T17" fmla="*/ 341 h 104"/>
                <a:gd name="T18" fmla="*/ 460 w 132"/>
                <a:gd name="T19" fmla="*/ 291 h 104"/>
                <a:gd name="T20" fmla="*/ 413 w 132"/>
                <a:gd name="T21" fmla="*/ 228 h 104"/>
                <a:gd name="T22" fmla="*/ 357 w 132"/>
                <a:gd name="T23" fmla="*/ 151 h 104"/>
                <a:gd name="T24" fmla="*/ 274 w 132"/>
                <a:gd name="T25" fmla="*/ 144 h 104"/>
                <a:gd name="T26" fmla="*/ 199 w 132"/>
                <a:gd name="T27" fmla="*/ 99 h 104"/>
                <a:gd name="T28" fmla="*/ 47 w 132"/>
                <a:gd name="T29" fmla="*/ 42 h 1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104">
                  <a:moveTo>
                    <a:pt x="0" y="16"/>
                  </a:moveTo>
                  <a:cubicBezTo>
                    <a:pt x="21" y="11"/>
                    <a:pt x="47" y="9"/>
                    <a:pt x="46" y="39"/>
                  </a:cubicBezTo>
                  <a:cubicBezTo>
                    <a:pt x="63" y="32"/>
                    <a:pt x="58" y="36"/>
                    <a:pt x="73" y="43"/>
                  </a:cubicBezTo>
                  <a:cubicBezTo>
                    <a:pt x="77" y="45"/>
                    <a:pt x="83" y="42"/>
                    <a:pt x="88" y="44"/>
                  </a:cubicBezTo>
                  <a:cubicBezTo>
                    <a:pt x="96" y="47"/>
                    <a:pt x="96" y="52"/>
                    <a:pt x="100" y="59"/>
                  </a:cubicBezTo>
                  <a:cubicBezTo>
                    <a:pt x="106" y="68"/>
                    <a:pt x="113" y="69"/>
                    <a:pt x="119" y="78"/>
                  </a:cubicBezTo>
                  <a:cubicBezTo>
                    <a:pt x="125" y="86"/>
                    <a:pt x="123" y="97"/>
                    <a:pt x="131" y="104"/>
                  </a:cubicBezTo>
                  <a:cubicBezTo>
                    <a:pt x="132" y="94"/>
                    <a:pt x="128" y="83"/>
                    <a:pt x="122" y="75"/>
                  </a:cubicBezTo>
                  <a:cubicBezTo>
                    <a:pt x="119" y="72"/>
                    <a:pt x="115" y="69"/>
                    <a:pt x="112" y="66"/>
                  </a:cubicBezTo>
                  <a:cubicBezTo>
                    <a:pt x="111" y="63"/>
                    <a:pt x="110" y="58"/>
                    <a:pt x="108" y="56"/>
                  </a:cubicBezTo>
                  <a:cubicBezTo>
                    <a:pt x="104" y="51"/>
                    <a:pt x="101" y="48"/>
                    <a:pt x="97" y="44"/>
                  </a:cubicBezTo>
                  <a:cubicBezTo>
                    <a:pt x="93" y="40"/>
                    <a:pt x="90" y="31"/>
                    <a:pt x="84" y="29"/>
                  </a:cubicBezTo>
                  <a:cubicBezTo>
                    <a:pt x="78" y="26"/>
                    <a:pt x="70" y="30"/>
                    <a:pt x="64" y="28"/>
                  </a:cubicBezTo>
                  <a:cubicBezTo>
                    <a:pt x="60" y="27"/>
                    <a:pt x="50" y="21"/>
                    <a:pt x="47" y="19"/>
                  </a:cubicBezTo>
                  <a:cubicBezTo>
                    <a:pt x="32" y="9"/>
                    <a:pt x="31" y="0"/>
                    <a:pt x="11" y="8"/>
                  </a:cubicBezTo>
                </a:path>
              </a:pathLst>
            </a:custGeom>
            <a:solidFill>
              <a:srgbClr val="BCA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148">
              <a:extLst>
                <a:ext uri="{FF2B5EF4-FFF2-40B4-BE49-F238E27FC236}">
                  <a16:creationId xmlns:a16="http://schemas.microsoft.com/office/drawing/2014/main" id="{F1BDE33B-566C-4CFA-9513-22611035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782"/>
              <a:ext cx="199" cy="238"/>
            </a:xfrm>
            <a:custGeom>
              <a:avLst/>
              <a:gdLst>
                <a:gd name="T0" fmla="*/ 0 w 123"/>
                <a:gd name="T1" fmla="*/ 78 h 138"/>
                <a:gd name="T2" fmla="*/ 241 w 123"/>
                <a:gd name="T3" fmla="*/ 405 h 138"/>
                <a:gd name="T4" fmla="*/ 364 w 123"/>
                <a:gd name="T5" fmla="*/ 538 h 138"/>
                <a:gd name="T6" fmla="*/ 482 w 123"/>
                <a:gd name="T7" fmla="*/ 686 h 138"/>
                <a:gd name="T8" fmla="*/ 521 w 123"/>
                <a:gd name="T9" fmla="*/ 707 h 138"/>
                <a:gd name="T10" fmla="*/ 487 w 123"/>
                <a:gd name="T11" fmla="*/ 588 h 138"/>
                <a:gd name="T12" fmla="*/ 406 w 123"/>
                <a:gd name="T13" fmla="*/ 524 h 138"/>
                <a:gd name="T14" fmla="*/ 372 w 123"/>
                <a:gd name="T15" fmla="*/ 502 h 138"/>
                <a:gd name="T16" fmla="*/ 369 w 123"/>
                <a:gd name="T17" fmla="*/ 447 h 138"/>
                <a:gd name="T18" fmla="*/ 283 w 123"/>
                <a:gd name="T19" fmla="*/ 345 h 138"/>
                <a:gd name="T20" fmla="*/ 26 w 123"/>
                <a:gd name="T21" fmla="*/ 66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138">
                  <a:moveTo>
                    <a:pt x="0" y="15"/>
                  </a:moveTo>
                  <a:cubicBezTo>
                    <a:pt x="38" y="19"/>
                    <a:pt x="55" y="45"/>
                    <a:pt x="57" y="79"/>
                  </a:cubicBezTo>
                  <a:cubicBezTo>
                    <a:pt x="77" y="67"/>
                    <a:pt x="77" y="96"/>
                    <a:pt x="86" y="105"/>
                  </a:cubicBezTo>
                  <a:cubicBezTo>
                    <a:pt x="96" y="116"/>
                    <a:pt x="112" y="112"/>
                    <a:pt x="114" y="134"/>
                  </a:cubicBezTo>
                  <a:cubicBezTo>
                    <a:pt x="118" y="130"/>
                    <a:pt x="122" y="132"/>
                    <a:pt x="123" y="138"/>
                  </a:cubicBezTo>
                  <a:cubicBezTo>
                    <a:pt x="120" y="132"/>
                    <a:pt x="120" y="121"/>
                    <a:pt x="115" y="115"/>
                  </a:cubicBezTo>
                  <a:cubicBezTo>
                    <a:pt x="110" y="109"/>
                    <a:pt x="102" y="106"/>
                    <a:pt x="96" y="102"/>
                  </a:cubicBezTo>
                  <a:cubicBezTo>
                    <a:pt x="93" y="99"/>
                    <a:pt x="92" y="102"/>
                    <a:pt x="88" y="98"/>
                  </a:cubicBezTo>
                  <a:cubicBezTo>
                    <a:pt x="87" y="97"/>
                    <a:pt x="88" y="89"/>
                    <a:pt x="87" y="87"/>
                  </a:cubicBezTo>
                  <a:cubicBezTo>
                    <a:pt x="84" y="80"/>
                    <a:pt x="75" y="69"/>
                    <a:pt x="67" y="67"/>
                  </a:cubicBezTo>
                  <a:cubicBezTo>
                    <a:pt x="68" y="42"/>
                    <a:pt x="31" y="0"/>
                    <a:pt x="6" y="13"/>
                  </a:cubicBezTo>
                </a:path>
              </a:pathLst>
            </a:custGeom>
            <a:solidFill>
              <a:srgbClr val="BCA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149">
              <a:extLst>
                <a:ext uri="{FF2B5EF4-FFF2-40B4-BE49-F238E27FC236}">
                  <a16:creationId xmlns:a16="http://schemas.microsoft.com/office/drawing/2014/main" id="{B36411EB-72C3-44BB-80B7-E858BDC5E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792"/>
              <a:ext cx="174" cy="195"/>
            </a:xfrm>
            <a:custGeom>
              <a:avLst/>
              <a:gdLst>
                <a:gd name="T0" fmla="*/ 0 w 107"/>
                <a:gd name="T1" fmla="*/ 0 h 113"/>
                <a:gd name="T2" fmla="*/ 172 w 107"/>
                <a:gd name="T3" fmla="*/ 107 h 113"/>
                <a:gd name="T4" fmla="*/ 254 w 107"/>
                <a:gd name="T5" fmla="*/ 349 h 113"/>
                <a:gd name="T6" fmla="*/ 421 w 107"/>
                <a:gd name="T7" fmla="*/ 447 h 113"/>
                <a:gd name="T8" fmla="*/ 447 w 107"/>
                <a:gd name="T9" fmla="*/ 582 h 113"/>
                <a:gd name="T10" fmla="*/ 452 w 107"/>
                <a:gd name="T11" fmla="*/ 438 h 113"/>
                <a:gd name="T12" fmla="*/ 384 w 107"/>
                <a:gd name="T13" fmla="*/ 366 h 113"/>
                <a:gd name="T14" fmla="*/ 236 w 107"/>
                <a:gd name="T15" fmla="*/ 262 h 113"/>
                <a:gd name="T16" fmla="*/ 177 w 107"/>
                <a:gd name="T17" fmla="*/ 66 h 113"/>
                <a:gd name="T18" fmla="*/ 18 w 107"/>
                <a:gd name="T19" fmla="*/ 1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113">
                  <a:moveTo>
                    <a:pt x="0" y="0"/>
                  </a:moveTo>
                  <a:cubicBezTo>
                    <a:pt x="8" y="14"/>
                    <a:pt x="29" y="10"/>
                    <a:pt x="40" y="21"/>
                  </a:cubicBezTo>
                  <a:cubicBezTo>
                    <a:pt x="55" y="35"/>
                    <a:pt x="45" y="55"/>
                    <a:pt x="59" y="68"/>
                  </a:cubicBezTo>
                  <a:cubicBezTo>
                    <a:pt x="70" y="78"/>
                    <a:pt x="89" y="75"/>
                    <a:pt x="98" y="87"/>
                  </a:cubicBezTo>
                  <a:cubicBezTo>
                    <a:pt x="103" y="93"/>
                    <a:pt x="104" y="105"/>
                    <a:pt x="104" y="113"/>
                  </a:cubicBezTo>
                  <a:cubicBezTo>
                    <a:pt x="103" y="104"/>
                    <a:pt x="107" y="95"/>
                    <a:pt x="105" y="85"/>
                  </a:cubicBezTo>
                  <a:cubicBezTo>
                    <a:pt x="102" y="71"/>
                    <a:pt x="100" y="76"/>
                    <a:pt x="89" y="71"/>
                  </a:cubicBezTo>
                  <a:cubicBezTo>
                    <a:pt x="78" y="67"/>
                    <a:pt x="60" y="60"/>
                    <a:pt x="55" y="51"/>
                  </a:cubicBezTo>
                  <a:cubicBezTo>
                    <a:pt x="49" y="36"/>
                    <a:pt x="55" y="26"/>
                    <a:pt x="41" y="13"/>
                  </a:cubicBezTo>
                  <a:cubicBezTo>
                    <a:pt x="28" y="2"/>
                    <a:pt x="18" y="4"/>
                    <a:pt x="4" y="3"/>
                  </a:cubicBezTo>
                </a:path>
              </a:pathLst>
            </a:custGeom>
            <a:solidFill>
              <a:srgbClr val="BCA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150">
              <a:extLst>
                <a:ext uri="{FF2B5EF4-FFF2-40B4-BE49-F238E27FC236}">
                  <a16:creationId xmlns:a16="http://schemas.microsoft.com/office/drawing/2014/main" id="{E62F9882-18A2-46C8-A79C-556EB3841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006"/>
              <a:ext cx="243" cy="305"/>
            </a:xfrm>
            <a:custGeom>
              <a:avLst/>
              <a:gdLst>
                <a:gd name="T0" fmla="*/ 424 w 150"/>
                <a:gd name="T1" fmla="*/ 0 h 177"/>
                <a:gd name="T2" fmla="*/ 287 w 150"/>
                <a:gd name="T3" fmla="*/ 98 h 177"/>
                <a:gd name="T4" fmla="*/ 220 w 150"/>
                <a:gd name="T5" fmla="*/ 234 h 177"/>
                <a:gd name="T6" fmla="*/ 136 w 150"/>
                <a:gd name="T7" fmla="*/ 410 h 177"/>
                <a:gd name="T8" fmla="*/ 47 w 150"/>
                <a:gd name="T9" fmla="*/ 543 h 177"/>
                <a:gd name="T10" fmla="*/ 13 w 150"/>
                <a:gd name="T11" fmla="*/ 665 h 177"/>
                <a:gd name="T12" fmla="*/ 68 w 150"/>
                <a:gd name="T13" fmla="*/ 701 h 177"/>
                <a:gd name="T14" fmla="*/ 149 w 150"/>
                <a:gd name="T15" fmla="*/ 751 h 177"/>
                <a:gd name="T16" fmla="*/ 280 w 150"/>
                <a:gd name="T17" fmla="*/ 875 h 177"/>
                <a:gd name="T18" fmla="*/ 441 w 150"/>
                <a:gd name="T19" fmla="*/ 841 h 177"/>
                <a:gd name="T20" fmla="*/ 473 w 150"/>
                <a:gd name="T21" fmla="*/ 603 h 177"/>
                <a:gd name="T22" fmla="*/ 541 w 150"/>
                <a:gd name="T23" fmla="*/ 489 h 177"/>
                <a:gd name="T24" fmla="*/ 617 w 150"/>
                <a:gd name="T25" fmla="*/ 374 h 177"/>
                <a:gd name="T26" fmla="*/ 528 w 150"/>
                <a:gd name="T27" fmla="*/ 210 h 177"/>
                <a:gd name="T28" fmla="*/ 418 w 150"/>
                <a:gd name="T29" fmla="*/ 9 h 17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7">
                  <a:moveTo>
                    <a:pt x="100" y="0"/>
                  </a:moveTo>
                  <a:cubicBezTo>
                    <a:pt x="96" y="5"/>
                    <a:pt x="74" y="34"/>
                    <a:pt x="67" y="19"/>
                  </a:cubicBezTo>
                  <a:cubicBezTo>
                    <a:pt x="61" y="26"/>
                    <a:pt x="57" y="38"/>
                    <a:pt x="52" y="46"/>
                  </a:cubicBezTo>
                  <a:cubicBezTo>
                    <a:pt x="45" y="57"/>
                    <a:pt x="39" y="69"/>
                    <a:pt x="32" y="80"/>
                  </a:cubicBezTo>
                  <a:cubicBezTo>
                    <a:pt x="26" y="90"/>
                    <a:pt x="18" y="97"/>
                    <a:pt x="11" y="106"/>
                  </a:cubicBezTo>
                  <a:cubicBezTo>
                    <a:pt x="7" y="111"/>
                    <a:pt x="0" y="123"/>
                    <a:pt x="3" y="130"/>
                  </a:cubicBezTo>
                  <a:cubicBezTo>
                    <a:pt x="5" y="134"/>
                    <a:pt x="12" y="135"/>
                    <a:pt x="16" y="137"/>
                  </a:cubicBezTo>
                  <a:cubicBezTo>
                    <a:pt x="23" y="140"/>
                    <a:pt x="29" y="143"/>
                    <a:pt x="35" y="147"/>
                  </a:cubicBezTo>
                  <a:cubicBezTo>
                    <a:pt x="46" y="154"/>
                    <a:pt x="53" y="166"/>
                    <a:pt x="66" y="171"/>
                  </a:cubicBezTo>
                  <a:cubicBezTo>
                    <a:pt x="80" y="177"/>
                    <a:pt x="95" y="176"/>
                    <a:pt x="104" y="164"/>
                  </a:cubicBezTo>
                  <a:cubicBezTo>
                    <a:pt x="114" y="150"/>
                    <a:pt x="106" y="134"/>
                    <a:pt x="111" y="118"/>
                  </a:cubicBezTo>
                  <a:cubicBezTo>
                    <a:pt x="114" y="109"/>
                    <a:pt x="121" y="103"/>
                    <a:pt x="127" y="96"/>
                  </a:cubicBezTo>
                  <a:cubicBezTo>
                    <a:pt x="133" y="88"/>
                    <a:pt x="142" y="83"/>
                    <a:pt x="145" y="73"/>
                  </a:cubicBezTo>
                  <a:cubicBezTo>
                    <a:pt x="150" y="53"/>
                    <a:pt x="135" y="52"/>
                    <a:pt x="124" y="41"/>
                  </a:cubicBezTo>
                  <a:cubicBezTo>
                    <a:pt x="117" y="34"/>
                    <a:pt x="109" y="3"/>
                    <a:pt x="98" y="2"/>
                  </a:cubicBezTo>
                </a:path>
              </a:pathLst>
            </a:custGeom>
            <a:solidFill>
              <a:srgbClr val="BCA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151">
              <a:extLst>
                <a:ext uri="{FF2B5EF4-FFF2-40B4-BE49-F238E27FC236}">
                  <a16:creationId xmlns:a16="http://schemas.microsoft.com/office/drawing/2014/main" id="{92D33087-57E6-45DD-93E9-8873166D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2530"/>
              <a:ext cx="81" cy="299"/>
            </a:xfrm>
            <a:custGeom>
              <a:avLst/>
              <a:gdLst>
                <a:gd name="T0" fmla="*/ 50 w 50"/>
                <a:gd name="T1" fmla="*/ 878 h 173"/>
                <a:gd name="T2" fmla="*/ 13 w 50"/>
                <a:gd name="T3" fmla="*/ 639 h 173"/>
                <a:gd name="T4" fmla="*/ 47 w 50"/>
                <a:gd name="T5" fmla="*/ 423 h 173"/>
                <a:gd name="T6" fmla="*/ 178 w 50"/>
                <a:gd name="T7" fmla="*/ 48 h 173"/>
                <a:gd name="T8" fmla="*/ 165 w 50"/>
                <a:gd name="T9" fmla="*/ 370 h 173"/>
                <a:gd name="T10" fmla="*/ 207 w 50"/>
                <a:gd name="T11" fmla="*/ 588 h 173"/>
                <a:gd name="T12" fmla="*/ 131 w 50"/>
                <a:gd name="T13" fmla="*/ 731 h 173"/>
                <a:gd name="T14" fmla="*/ 84 w 50"/>
                <a:gd name="T15" fmla="*/ 830 h 173"/>
                <a:gd name="T16" fmla="*/ 50 w 50"/>
                <a:gd name="T17" fmla="*/ 862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73">
                  <a:moveTo>
                    <a:pt x="12" y="170"/>
                  </a:moveTo>
                  <a:cubicBezTo>
                    <a:pt x="0" y="162"/>
                    <a:pt x="2" y="137"/>
                    <a:pt x="3" y="124"/>
                  </a:cubicBezTo>
                  <a:cubicBezTo>
                    <a:pt x="3" y="110"/>
                    <a:pt x="6" y="96"/>
                    <a:pt x="11" y="82"/>
                  </a:cubicBezTo>
                  <a:cubicBezTo>
                    <a:pt x="14" y="72"/>
                    <a:pt x="28" y="0"/>
                    <a:pt x="42" y="9"/>
                  </a:cubicBezTo>
                  <a:cubicBezTo>
                    <a:pt x="50" y="15"/>
                    <a:pt x="39" y="62"/>
                    <a:pt x="39" y="72"/>
                  </a:cubicBezTo>
                  <a:cubicBezTo>
                    <a:pt x="39" y="88"/>
                    <a:pt x="50" y="99"/>
                    <a:pt x="49" y="114"/>
                  </a:cubicBezTo>
                  <a:cubicBezTo>
                    <a:pt x="49" y="128"/>
                    <a:pt x="40" y="132"/>
                    <a:pt x="31" y="142"/>
                  </a:cubicBezTo>
                  <a:cubicBezTo>
                    <a:pt x="25" y="148"/>
                    <a:pt x="23" y="153"/>
                    <a:pt x="20" y="161"/>
                  </a:cubicBezTo>
                  <a:cubicBezTo>
                    <a:pt x="18" y="165"/>
                    <a:pt x="16" y="173"/>
                    <a:pt x="12" y="167"/>
                  </a:cubicBezTo>
                </a:path>
              </a:pathLst>
            </a:custGeom>
            <a:solidFill>
              <a:srgbClr val="C6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152">
              <a:extLst>
                <a:ext uri="{FF2B5EF4-FFF2-40B4-BE49-F238E27FC236}">
                  <a16:creationId xmlns:a16="http://schemas.microsoft.com/office/drawing/2014/main" id="{89409B91-E815-4591-B692-A943DF0E9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018"/>
              <a:ext cx="263" cy="335"/>
            </a:xfrm>
            <a:custGeom>
              <a:avLst/>
              <a:gdLst>
                <a:gd name="T0" fmla="*/ 693 w 162"/>
                <a:gd name="T1" fmla="*/ 0 h 194"/>
                <a:gd name="T2" fmla="*/ 377 w 162"/>
                <a:gd name="T3" fmla="*/ 233 h 194"/>
                <a:gd name="T4" fmla="*/ 347 w 162"/>
                <a:gd name="T5" fmla="*/ 361 h 194"/>
                <a:gd name="T6" fmla="*/ 369 w 162"/>
                <a:gd name="T7" fmla="*/ 468 h 194"/>
                <a:gd name="T8" fmla="*/ 261 w 162"/>
                <a:gd name="T9" fmla="*/ 587 h 194"/>
                <a:gd name="T10" fmla="*/ 185 w 162"/>
                <a:gd name="T11" fmla="*/ 722 h 194"/>
                <a:gd name="T12" fmla="*/ 0 w 162"/>
                <a:gd name="T13" fmla="*/ 998 h 194"/>
                <a:gd name="T14" fmla="*/ 157 w 162"/>
                <a:gd name="T15" fmla="*/ 629 h 194"/>
                <a:gd name="T16" fmla="*/ 232 w 162"/>
                <a:gd name="T17" fmla="*/ 361 h 194"/>
                <a:gd name="T18" fmla="*/ 440 w 162"/>
                <a:gd name="T19" fmla="*/ 86 h 194"/>
                <a:gd name="T20" fmla="*/ 680 w 162"/>
                <a:gd name="T21" fmla="*/ 9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94">
                  <a:moveTo>
                    <a:pt x="162" y="0"/>
                  </a:moveTo>
                  <a:cubicBezTo>
                    <a:pt x="138" y="12"/>
                    <a:pt x="105" y="21"/>
                    <a:pt x="88" y="45"/>
                  </a:cubicBezTo>
                  <a:cubicBezTo>
                    <a:pt x="84" y="51"/>
                    <a:pt x="80" y="62"/>
                    <a:pt x="81" y="70"/>
                  </a:cubicBezTo>
                  <a:cubicBezTo>
                    <a:pt x="82" y="80"/>
                    <a:pt x="89" y="81"/>
                    <a:pt x="86" y="91"/>
                  </a:cubicBezTo>
                  <a:cubicBezTo>
                    <a:pt x="82" y="100"/>
                    <a:pt x="67" y="107"/>
                    <a:pt x="61" y="114"/>
                  </a:cubicBezTo>
                  <a:cubicBezTo>
                    <a:pt x="54" y="122"/>
                    <a:pt x="48" y="132"/>
                    <a:pt x="43" y="140"/>
                  </a:cubicBezTo>
                  <a:cubicBezTo>
                    <a:pt x="32" y="158"/>
                    <a:pt x="20" y="186"/>
                    <a:pt x="0" y="194"/>
                  </a:cubicBezTo>
                  <a:cubicBezTo>
                    <a:pt x="21" y="180"/>
                    <a:pt x="37" y="146"/>
                    <a:pt x="37" y="122"/>
                  </a:cubicBezTo>
                  <a:cubicBezTo>
                    <a:pt x="37" y="104"/>
                    <a:pt x="49" y="89"/>
                    <a:pt x="54" y="70"/>
                  </a:cubicBezTo>
                  <a:cubicBezTo>
                    <a:pt x="61" y="40"/>
                    <a:pt x="75" y="30"/>
                    <a:pt x="103" y="17"/>
                  </a:cubicBezTo>
                  <a:cubicBezTo>
                    <a:pt x="121" y="10"/>
                    <a:pt x="141" y="4"/>
                    <a:pt x="159" y="2"/>
                  </a:cubicBezTo>
                </a:path>
              </a:pathLst>
            </a:custGeom>
            <a:solidFill>
              <a:srgbClr val="C6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153">
              <a:extLst>
                <a:ext uri="{FF2B5EF4-FFF2-40B4-BE49-F238E27FC236}">
                  <a16:creationId xmlns:a16="http://schemas.microsoft.com/office/drawing/2014/main" id="{ADB20A06-1AC2-416B-8FBB-F67E6F15C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873"/>
              <a:ext cx="85" cy="127"/>
            </a:xfrm>
            <a:custGeom>
              <a:avLst/>
              <a:gdLst>
                <a:gd name="T0" fmla="*/ 218 w 53"/>
                <a:gd name="T1" fmla="*/ 0 h 74"/>
                <a:gd name="T2" fmla="*/ 0 w 53"/>
                <a:gd name="T3" fmla="*/ 374 h 74"/>
                <a:gd name="T4" fmla="*/ 132 w 53"/>
                <a:gd name="T5" fmla="*/ 182 h 74"/>
                <a:gd name="T6" fmla="*/ 212 w 53"/>
                <a:gd name="T7" fmla="*/ 21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74">
                  <a:moveTo>
                    <a:pt x="53" y="0"/>
                  </a:moveTo>
                  <a:cubicBezTo>
                    <a:pt x="33" y="24"/>
                    <a:pt x="15" y="47"/>
                    <a:pt x="0" y="74"/>
                  </a:cubicBezTo>
                  <a:cubicBezTo>
                    <a:pt x="12" y="66"/>
                    <a:pt x="23" y="48"/>
                    <a:pt x="32" y="36"/>
                  </a:cubicBezTo>
                  <a:cubicBezTo>
                    <a:pt x="38" y="27"/>
                    <a:pt x="43" y="11"/>
                    <a:pt x="51" y="4"/>
                  </a:cubicBezTo>
                </a:path>
              </a:pathLst>
            </a:custGeom>
            <a:solidFill>
              <a:srgbClr val="C6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154">
              <a:extLst>
                <a:ext uri="{FF2B5EF4-FFF2-40B4-BE49-F238E27FC236}">
                  <a16:creationId xmlns:a16="http://schemas.microsoft.com/office/drawing/2014/main" id="{43B145E4-BC01-413E-ABF0-415EC68F2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405"/>
              <a:ext cx="201" cy="454"/>
            </a:xfrm>
            <a:custGeom>
              <a:avLst/>
              <a:gdLst>
                <a:gd name="T0" fmla="*/ 528 w 124"/>
                <a:gd name="T1" fmla="*/ 0 h 263"/>
                <a:gd name="T2" fmla="*/ 418 w 124"/>
                <a:gd name="T3" fmla="*/ 218 h 263"/>
                <a:gd name="T4" fmla="*/ 302 w 124"/>
                <a:gd name="T5" fmla="*/ 411 h 263"/>
                <a:gd name="T6" fmla="*/ 170 w 124"/>
                <a:gd name="T7" fmla="*/ 760 h 263"/>
                <a:gd name="T8" fmla="*/ 107 w 124"/>
                <a:gd name="T9" fmla="*/ 1050 h 263"/>
                <a:gd name="T10" fmla="*/ 76 w 124"/>
                <a:gd name="T11" fmla="*/ 1214 h 263"/>
                <a:gd name="T12" fmla="*/ 0 w 124"/>
                <a:gd name="T13" fmla="*/ 1353 h 263"/>
                <a:gd name="T14" fmla="*/ 81 w 124"/>
                <a:gd name="T15" fmla="*/ 1006 h 263"/>
                <a:gd name="T16" fmla="*/ 219 w 124"/>
                <a:gd name="T17" fmla="*/ 582 h 263"/>
                <a:gd name="T18" fmla="*/ 350 w 124"/>
                <a:gd name="T19" fmla="*/ 242 h 263"/>
                <a:gd name="T20" fmla="*/ 507 w 124"/>
                <a:gd name="T21" fmla="*/ 16 h 2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263">
                  <a:moveTo>
                    <a:pt x="124" y="0"/>
                  </a:moveTo>
                  <a:cubicBezTo>
                    <a:pt x="112" y="13"/>
                    <a:pt x="106" y="27"/>
                    <a:pt x="98" y="42"/>
                  </a:cubicBezTo>
                  <a:cubicBezTo>
                    <a:pt x="90" y="55"/>
                    <a:pt x="79" y="67"/>
                    <a:pt x="71" y="80"/>
                  </a:cubicBezTo>
                  <a:cubicBezTo>
                    <a:pt x="59" y="102"/>
                    <a:pt x="50" y="125"/>
                    <a:pt x="40" y="148"/>
                  </a:cubicBezTo>
                  <a:cubicBezTo>
                    <a:pt x="32" y="166"/>
                    <a:pt x="28" y="184"/>
                    <a:pt x="25" y="204"/>
                  </a:cubicBezTo>
                  <a:cubicBezTo>
                    <a:pt x="24" y="216"/>
                    <a:pt x="24" y="225"/>
                    <a:pt x="18" y="236"/>
                  </a:cubicBezTo>
                  <a:cubicBezTo>
                    <a:pt x="13" y="245"/>
                    <a:pt x="2" y="253"/>
                    <a:pt x="0" y="263"/>
                  </a:cubicBezTo>
                  <a:cubicBezTo>
                    <a:pt x="3" y="241"/>
                    <a:pt x="14" y="218"/>
                    <a:pt x="19" y="196"/>
                  </a:cubicBezTo>
                  <a:cubicBezTo>
                    <a:pt x="25" y="167"/>
                    <a:pt x="40" y="141"/>
                    <a:pt x="51" y="113"/>
                  </a:cubicBezTo>
                  <a:cubicBezTo>
                    <a:pt x="60" y="91"/>
                    <a:pt x="69" y="68"/>
                    <a:pt x="82" y="47"/>
                  </a:cubicBezTo>
                  <a:cubicBezTo>
                    <a:pt x="90" y="34"/>
                    <a:pt x="105" y="11"/>
                    <a:pt x="119" y="3"/>
                  </a:cubicBezTo>
                </a:path>
              </a:pathLst>
            </a:custGeom>
            <a:solidFill>
              <a:srgbClr val="C6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155">
              <a:extLst>
                <a:ext uri="{FF2B5EF4-FFF2-40B4-BE49-F238E27FC236}">
                  <a16:creationId xmlns:a16="http://schemas.microsoft.com/office/drawing/2014/main" id="{E738BFD7-B3C4-415E-87E2-A269C638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423"/>
              <a:ext cx="94" cy="257"/>
            </a:xfrm>
            <a:custGeom>
              <a:avLst/>
              <a:gdLst>
                <a:gd name="T0" fmla="*/ 0 w 58"/>
                <a:gd name="T1" fmla="*/ 764 h 149"/>
                <a:gd name="T2" fmla="*/ 178 w 58"/>
                <a:gd name="T3" fmla="*/ 374 h 149"/>
                <a:gd name="T4" fmla="*/ 198 w 58"/>
                <a:gd name="T5" fmla="*/ 0 h 149"/>
                <a:gd name="T6" fmla="*/ 8 w 58"/>
                <a:gd name="T7" fmla="*/ 743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49">
                  <a:moveTo>
                    <a:pt x="0" y="149"/>
                  </a:moveTo>
                  <a:cubicBezTo>
                    <a:pt x="14" y="123"/>
                    <a:pt x="34" y="102"/>
                    <a:pt x="42" y="73"/>
                  </a:cubicBezTo>
                  <a:cubicBezTo>
                    <a:pt x="49" y="50"/>
                    <a:pt x="46" y="24"/>
                    <a:pt x="46" y="0"/>
                  </a:cubicBezTo>
                  <a:cubicBezTo>
                    <a:pt x="58" y="47"/>
                    <a:pt x="45" y="116"/>
                    <a:pt x="2" y="145"/>
                  </a:cubicBezTo>
                </a:path>
              </a:pathLst>
            </a:custGeom>
            <a:solidFill>
              <a:srgbClr val="C6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156">
              <a:extLst>
                <a:ext uri="{FF2B5EF4-FFF2-40B4-BE49-F238E27FC236}">
                  <a16:creationId xmlns:a16="http://schemas.microsoft.com/office/drawing/2014/main" id="{EC170F30-6E5C-41E6-A350-62E88B635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573"/>
              <a:ext cx="157" cy="48"/>
            </a:xfrm>
            <a:custGeom>
              <a:avLst/>
              <a:gdLst>
                <a:gd name="T0" fmla="*/ 0 w 97"/>
                <a:gd name="T1" fmla="*/ 0 h 28"/>
                <a:gd name="T2" fmla="*/ 411 w 97"/>
                <a:gd name="T3" fmla="*/ 0 h 28"/>
                <a:gd name="T4" fmla="*/ 0 w 97"/>
                <a:gd name="T5" fmla="*/ 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28">
                  <a:moveTo>
                    <a:pt x="0" y="0"/>
                  </a:moveTo>
                  <a:cubicBezTo>
                    <a:pt x="19" y="14"/>
                    <a:pt x="80" y="19"/>
                    <a:pt x="97" y="0"/>
                  </a:cubicBezTo>
                  <a:cubicBezTo>
                    <a:pt x="77" y="22"/>
                    <a:pt x="16" y="28"/>
                    <a:pt x="0" y="2"/>
                  </a:cubicBezTo>
                </a:path>
              </a:pathLst>
            </a:custGeom>
            <a:solidFill>
              <a:srgbClr val="C6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157">
              <a:extLst>
                <a:ext uri="{FF2B5EF4-FFF2-40B4-BE49-F238E27FC236}">
                  <a16:creationId xmlns:a16="http://schemas.microsoft.com/office/drawing/2014/main" id="{D7A9AA80-17D8-4553-AFBC-6CA67C238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167"/>
              <a:ext cx="386" cy="249"/>
            </a:xfrm>
            <a:custGeom>
              <a:avLst/>
              <a:gdLst>
                <a:gd name="T0" fmla="*/ 0 w 238"/>
                <a:gd name="T1" fmla="*/ 0 h 144"/>
                <a:gd name="T2" fmla="*/ 225 w 238"/>
                <a:gd name="T3" fmla="*/ 114 h 144"/>
                <a:gd name="T4" fmla="*/ 597 w 238"/>
                <a:gd name="T5" fmla="*/ 213 h 144"/>
                <a:gd name="T6" fmla="*/ 808 w 238"/>
                <a:gd name="T7" fmla="*/ 270 h 144"/>
                <a:gd name="T8" fmla="*/ 817 w 238"/>
                <a:gd name="T9" fmla="*/ 348 h 144"/>
                <a:gd name="T10" fmla="*/ 832 w 238"/>
                <a:gd name="T11" fmla="*/ 413 h 144"/>
                <a:gd name="T12" fmla="*/ 887 w 238"/>
                <a:gd name="T13" fmla="*/ 488 h 144"/>
                <a:gd name="T14" fmla="*/ 981 w 238"/>
                <a:gd name="T15" fmla="*/ 590 h 144"/>
                <a:gd name="T16" fmla="*/ 986 w 238"/>
                <a:gd name="T17" fmla="*/ 667 h 144"/>
                <a:gd name="T18" fmla="*/ 693 w 238"/>
                <a:gd name="T19" fmla="*/ 680 h 144"/>
                <a:gd name="T20" fmla="*/ 410 w 238"/>
                <a:gd name="T21" fmla="*/ 538 h 144"/>
                <a:gd name="T22" fmla="*/ 225 w 238"/>
                <a:gd name="T23" fmla="*/ 425 h 144"/>
                <a:gd name="T24" fmla="*/ 102 w 238"/>
                <a:gd name="T25" fmla="*/ 299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8" h="144">
                  <a:moveTo>
                    <a:pt x="0" y="0"/>
                  </a:moveTo>
                  <a:cubicBezTo>
                    <a:pt x="18" y="6"/>
                    <a:pt x="36" y="15"/>
                    <a:pt x="53" y="22"/>
                  </a:cubicBezTo>
                  <a:cubicBezTo>
                    <a:pt x="82" y="34"/>
                    <a:pt x="110" y="36"/>
                    <a:pt x="140" y="41"/>
                  </a:cubicBezTo>
                  <a:cubicBezTo>
                    <a:pt x="154" y="44"/>
                    <a:pt x="177" y="43"/>
                    <a:pt x="189" y="52"/>
                  </a:cubicBezTo>
                  <a:cubicBezTo>
                    <a:pt x="199" y="59"/>
                    <a:pt x="195" y="59"/>
                    <a:pt x="192" y="67"/>
                  </a:cubicBezTo>
                  <a:cubicBezTo>
                    <a:pt x="189" y="76"/>
                    <a:pt x="188" y="73"/>
                    <a:pt x="195" y="80"/>
                  </a:cubicBezTo>
                  <a:cubicBezTo>
                    <a:pt x="200" y="85"/>
                    <a:pt x="203" y="88"/>
                    <a:pt x="208" y="94"/>
                  </a:cubicBezTo>
                  <a:cubicBezTo>
                    <a:pt x="214" y="102"/>
                    <a:pt x="223" y="107"/>
                    <a:pt x="230" y="114"/>
                  </a:cubicBezTo>
                  <a:cubicBezTo>
                    <a:pt x="237" y="122"/>
                    <a:pt x="238" y="123"/>
                    <a:pt x="231" y="129"/>
                  </a:cubicBezTo>
                  <a:cubicBezTo>
                    <a:pt x="216" y="144"/>
                    <a:pt x="180" y="134"/>
                    <a:pt x="162" y="131"/>
                  </a:cubicBezTo>
                  <a:cubicBezTo>
                    <a:pt x="138" y="127"/>
                    <a:pt x="117" y="117"/>
                    <a:pt x="96" y="104"/>
                  </a:cubicBezTo>
                  <a:cubicBezTo>
                    <a:pt x="82" y="96"/>
                    <a:pt x="67" y="91"/>
                    <a:pt x="53" y="82"/>
                  </a:cubicBezTo>
                  <a:cubicBezTo>
                    <a:pt x="43" y="75"/>
                    <a:pt x="34" y="65"/>
                    <a:pt x="24" y="58"/>
                  </a:cubicBezTo>
                </a:path>
              </a:pathLst>
            </a:custGeom>
            <a:solidFill>
              <a:srgbClr val="BFB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158">
              <a:extLst>
                <a:ext uri="{FF2B5EF4-FFF2-40B4-BE49-F238E27FC236}">
                  <a16:creationId xmlns:a16="http://schemas.microsoft.com/office/drawing/2014/main" id="{A3B78587-C579-4838-8645-E3D7B6D71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165"/>
              <a:ext cx="384" cy="249"/>
            </a:xfrm>
            <a:custGeom>
              <a:avLst/>
              <a:gdLst>
                <a:gd name="T0" fmla="*/ 0 w 237"/>
                <a:gd name="T1" fmla="*/ 0 h 144"/>
                <a:gd name="T2" fmla="*/ 220 w 237"/>
                <a:gd name="T3" fmla="*/ 114 h 144"/>
                <a:gd name="T4" fmla="*/ 596 w 237"/>
                <a:gd name="T5" fmla="*/ 213 h 144"/>
                <a:gd name="T6" fmla="*/ 804 w 237"/>
                <a:gd name="T7" fmla="*/ 270 h 144"/>
                <a:gd name="T8" fmla="*/ 812 w 237"/>
                <a:gd name="T9" fmla="*/ 348 h 144"/>
                <a:gd name="T10" fmla="*/ 830 w 237"/>
                <a:gd name="T11" fmla="*/ 413 h 144"/>
                <a:gd name="T12" fmla="*/ 880 w 237"/>
                <a:gd name="T13" fmla="*/ 488 h 144"/>
                <a:gd name="T14" fmla="*/ 979 w 237"/>
                <a:gd name="T15" fmla="*/ 595 h 144"/>
                <a:gd name="T16" fmla="*/ 982 w 237"/>
                <a:gd name="T17" fmla="*/ 667 h 144"/>
                <a:gd name="T18" fmla="*/ 685 w 237"/>
                <a:gd name="T19" fmla="*/ 680 h 144"/>
                <a:gd name="T20" fmla="*/ 405 w 237"/>
                <a:gd name="T21" fmla="*/ 538 h 144"/>
                <a:gd name="T22" fmla="*/ 225 w 237"/>
                <a:gd name="T23" fmla="*/ 425 h 144"/>
                <a:gd name="T24" fmla="*/ 97 w 237"/>
                <a:gd name="T25" fmla="*/ 299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7" h="144">
                  <a:moveTo>
                    <a:pt x="0" y="0"/>
                  </a:moveTo>
                  <a:cubicBezTo>
                    <a:pt x="18" y="6"/>
                    <a:pt x="35" y="15"/>
                    <a:pt x="52" y="22"/>
                  </a:cubicBezTo>
                  <a:cubicBezTo>
                    <a:pt x="81" y="35"/>
                    <a:pt x="109" y="36"/>
                    <a:pt x="140" y="41"/>
                  </a:cubicBezTo>
                  <a:cubicBezTo>
                    <a:pt x="153" y="44"/>
                    <a:pt x="177" y="43"/>
                    <a:pt x="189" y="52"/>
                  </a:cubicBezTo>
                  <a:cubicBezTo>
                    <a:pt x="198" y="59"/>
                    <a:pt x="194" y="59"/>
                    <a:pt x="191" y="67"/>
                  </a:cubicBezTo>
                  <a:cubicBezTo>
                    <a:pt x="188" y="77"/>
                    <a:pt x="187" y="73"/>
                    <a:pt x="195" y="80"/>
                  </a:cubicBezTo>
                  <a:cubicBezTo>
                    <a:pt x="200" y="85"/>
                    <a:pt x="203" y="88"/>
                    <a:pt x="207" y="94"/>
                  </a:cubicBezTo>
                  <a:cubicBezTo>
                    <a:pt x="214" y="102"/>
                    <a:pt x="223" y="107"/>
                    <a:pt x="230" y="115"/>
                  </a:cubicBezTo>
                  <a:cubicBezTo>
                    <a:pt x="237" y="123"/>
                    <a:pt x="237" y="123"/>
                    <a:pt x="231" y="129"/>
                  </a:cubicBezTo>
                  <a:cubicBezTo>
                    <a:pt x="216" y="144"/>
                    <a:pt x="179" y="134"/>
                    <a:pt x="161" y="131"/>
                  </a:cubicBezTo>
                  <a:cubicBezTo>
                    <a:pt x="137" y="127"/>
                    <a:pt x="116" y="117"/>
                    <a:pt x="95" y="104"/>
                  </a:cubicBezTo>
                  <a:cubicBezTo>
                    <a:pt x="82" y="96"/>
                    <a:pt x="66" y="92"/>
                    <a:pt x="53" y="82"/>
                  </a:cubicBezTo>
                  <a:cubicBezTo>
                    <a:pt x="42" y="75"/>
                    <a:pt x="33" y="65"/>
                    <a:pt x="23" y="58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159">
              <a:extLst>
                <a:ext uri="{FF2B5EF4-FFF2-40B4-BE49-F238E27FC236}">
                  <a16:creationId xmlns:a16="http://schemas.microsoft.com/office/drawing/2014/main" id="{C3AA484A-67C1-401E-BF03-8AB11603D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265"/>
              <a:ext cx="81" cy="118"/>
            </a:xfrm>
            <a:custGeom>
              <a:avLst/>
              <a:gdLst>
                <a:gd name="T0" fmla="*/ 42 w 50"/>
                <a:gd name="T1" fmla="*/ 0 h 68"/>
                <a:gd name="T2" fmla="*/ 42 w 50"/>
                <a:gd name="T3" fmla="*/ 108 h 68"/>
                <a:gd name="T4" fmla="*/ 89 w 50"/>
                <a:gd name="T5" fmla="*/ 135 h 68"/>
                <a:gd name="T6" fmla="*/ 107 w 50"/>
                <a:gd name="T7" fmla="*/ 177 h 68"/>
                <a:gd name="T8" fmla="*/ 162 w 50"/>
                <a:gd name="T9" fmla="*/ 262 h 68"/>
                <a:gd name="T10" fmla="*/ 212 w 50"/>
                <a:gd name="T11" fmla="*/ 325 h 68"/>
                <a:gd name="T12" fmla="*/ 73 w 50"/>
                <a:gd name="T13" fmla="*/ 163 h 68"/>
                <a:gd name="T14" fmla="*/ 5 w 50"/>
                <a:gd name="T15" fmla="*/ 94 h 68"/>
                <a:gd name="T16" fmla="*/ 42 w 50"/>
                <a:gd name="T17" fmla="*/ 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68">
                  <a:moveTo>
                    <a:pt x="10" y="0"/>
                  </a:moveTo>
                  <a:cubicBezTo>
                    <a:pt x="6" y="7"/>
                    <a:pt x="2" y="15"/>
                    <a:pt x="10" y="21"/>
                  </a:cubicBezTo>
                  <a:cubicBezTo>
                    <a:pt x="14" y="23"/>
                    <a:pt x="18" y="24"/>
                    <a:pt x="21" y="26"/>
                  </a:cubicBezTo>
                  <a:cubicBezTo>
                    <a:pt x="24" y="29"/>
                    <a:pt x="24" y="31"/>
                    <a:pt x="25" y="34"/>
                  </a:cubicBezTo>
                  <a:cubicBezTo>
                    <a:pt x="29" y="39"/>
                    <a:pt x="34" y="45"/>
                    <a:pt x="38" y="50"/>
                  </a:cubicBezTo>
                  <a:cubicBezTo>
                    <a:pt x="42" y="54"/>
                    <a:pt x="48" y="57"/>
                    <a:pt x="50" y="62"/>
                  </a:cubicBezTo>
                  <a:cubicBezTo>
                    <a:pt x="39" y="68"/>
                    <a:pt x="23" y="37"/>
                    <a:pt x="17" y="31"/>
                  </a:cubicBezTo>
                  <a:cubicBezTo>
                    <a:pt x="13" y="27"/>
                    <a:pt x="3" y="24"/>
                    <a:pt x="1" y="18"/>
                  </a:cubicBezTo>
                  <a:cubicBezTo>
                    <a:pt x="0" y="13"/>
                    <a:pt x="6" y="5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160">
              <a:extLst>
                <a:ext uri="{FF2B5EF4-FFF2-40B4-BE49-F238E27FC236}">
                  <a16:creationId xmlns:a16="http://schemas.microsoft.com/office/drawing/2014/main" id="{AC9CFE32-D9EE-4797-A057-529681F78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305"/>
              <a:ext cx="249" cy="114"/>
            </a:xfrm>
            <a:custGeom>
              <a:avLst/>
              <a:gdLst>
                <a:gd name="T0" fmla="*/ 0 w 154"/>
                <a:gd name="T1" fmla="*/ 0 h 66"/>
                <a:gd name="T2" fmla="*/ 183 w 154"/>
                <a:gd name="T3" fmla="*/ 140 h 66"/>
                <a:gd name="T4" fmla="*/ 317 w 154"/>
                <a:gd name="T5" fmla="*/ 221 h 66"/>
                <a:gd name="T6" fmla="*/ 467 w 154"/>
                <a:gd name="T7" fmla="*/ 299 h 66"/>
                <a:gd name="T8" fmla="*/ 652 w 154"/>
                <a:gd name="T9" fmla="*/ 299 h 66"/>
                <a:gd name="T10" fmla="*/ 280 w 154"/>
                <a:gd name="T11" fmla="*/ 226 h 66"/>
                <a:gd name="T12" fmla="*/ 131 w 154"/>
                <a:gd name="T13" fmla="*/ 128 h 66"/>
                <a:gd name="T14" fmla="*/ 8 w 154"/>
                <a:gd name="T15" fmla="*/ 5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66">
                  <a:moveTo>
                    <a:pt x="0" y="0"/>
                  </a:moveTo>
                  <a:cubicBezTo>
                    <a:pt x="14" y="9"/>
                    <a:pt x="29" y="16"/>
                    <a:pt x="43" y="27"/>
                  </a:cubicBezTo>
                  <a:cubicBezTo>
                    <a:pt x="53" y="34"/>
                    <a:pt x="65" y="37"/>
                    <a:pt x="75" y="43"/>
                  </a:cubicBezTo>
                  <a:cubicBezTo>
                    <a:pt x="87" y="51"/>
                    <a:pt x="97" y="56"/>
                    <a:pt x="111" y="58"/>
                  </a:cubicBezTo>
                  <a:cubicBezTo>
                    <a:pt x="125" y="60"/>
                    <a:pt x="140" y="58"/>
                    <a:pt x="154" y="58"/>
                  </a:cubicBezTo>
                  <a:cubicBezTo>
                    <a:pt x="125" y="66"/>
                    <a:pt x="91" y="60"/>
                    <a:pt x="66" y="44"/>
                  </a:cubicBezTo>
                  <a:cubicBezTo>
                    <a:pt x="55" y="36"/>
                    <a:pt x="42" y="32"/>
                    <a:pt x="31" y="25"/>
                  </a:cubicBezTo>
                  <a:cubicBezTo>
                    <a:pt x="20" y="18"/>
                    <a:pt x="12" y="7"/>
                    <a:pt x="2" y="1"/>
                  </a:cubicBezTo>
                </a:path>
              </a:pathLst>
            </a:custGeom>
            <a:solidFill>
              <a:srgbClr val="96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161">
              <a:extLst>
                <a:ext uri="{FF2B5EF4-FFF2-40B4-BE49-F238E27FC236}">
                  <a16:creationId xmlns:a16="http://schemas.microsoft.com/office/drawing/2014/main" id="{0714588D-F3DC-4E50-95A0-6AF7D2CE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2765"/>
              <a:ext cx="163" cy="218"/>
            </a:xfrm>
            <a:custGeom>
              <a:avLst/>
              <a:gdLst>
                <a:gd name="T0" fmla="*/ 71 w 101"/>
                <a:gd name="T1" fmla="*/ 652 h 126"/>
                <a:gd name="T2" fmla="*/ 94 w 101"/>
                <a:gd name="T3" fmla="*/ 332 h 126"/>
                <a:gd name="T4" fmla="*/ 424 w 101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6">
                  <a:moveTo>
                    <a:pt x="17" y="126"/>
                  </a:moveTo>
                  <a:cubicBezTo>
                    <a:pt x="17" y="126"/>
                    <a:pt x="0" y="93"/>
                    <a:pt x="22" y="64"/>
                  </a:cubicBezTo>
                  <a:cubicBezTo>
                    <a:pt x="45" y="35"/>
                    <a:pt x="86" y="19"/>
                    <a:pt x="10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162">
              <a:extLst>
                <a:ext uri="{FF2B5EF4-FFF2-40B4-BE49-F238E27FC236}">
                  <a16:creationId xmlns:a16="http://schemas.microsoft.com/office/drawing/2014/main" id="{A52A5619-EF2F-4C0D-80E2-819DC9C84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68"/>
              <a:ext cx="201" cy="182"/>
            </a:xfrm>
            <a:custGeom>
              <a:avLst/>
              <a:gdLst>
                <a:gd name="T0" fmla="*/ 225 w 124"/>
                <a:gd name="T1" fmla="*/ 496 h 105"/>
                <a:gd name="T2" fmla="*/ 0 w 124"/>
                <a:gd name="T3" fmla="*/ 106 h 105"/>
                <a:gd name="T4" fmla="*/ 240 w 124"/>
                <a:gd name="T5" fmla="*/ 364 h 105"/>
                <a:gd name="T6" fmla="*/ 107 w 124"/>
                <a:gd name="T7" fmla="*/ 107 h 105"/>
                <a:gd name="T8" fmla="*/ 207 w 124"/>
                <a:gd name="T9" fmla="*/ 241 h 105"/>
                <a:gd name="T10" fmla="*/ 173 w 124"/>
                <a:gd name="T11" fmla="*/ 42 h 105"/>
                <a:gd name="T12" fmla="*/ 267 w 124"/>
                <a:gd name="T13" fmla="*/ 0 h 105"/>
                <a:gd name="T14" fmla="*/ 310 w 124"/>
                <a:gd name="T15" fmla="*/ 151 h 105"/>
                <a:gd name="T16" fmla="*/ 365 w 124"/>
                <a:gd name="T17" fmla="*/ 87 h 105"/>
                <a:gd name="T18" fmla="*/ 336 w 124"/>
                <a:gd name="T19" fmla="*/ 198 h 105"/>
                <a:gd name="T20" fmla="*/ 465 w 124"/>
                <a:gd name="T21" fmla="*/ 147 h 105"/>
                <a:gd name="T22" fmla="*/ 371 w 124"/>
                <a:gd name="T23" fmla="*/ 265 h 105"/>
                <a:gd name="T24" fmla="*/ 528 w 124"/>
                <a:gd name="T25" fmla="*/ 234 h 105"/>
                <a:gd name="T26" fmla="*/ 365 w 124"/>
                <a:gd name="T27" fmla="*/ 364 h 105"/>
                <a:gd name="T28" fmla="*/ 512 w 124"/>
                <a:gd name="T29" fmla="*/ 364 h 105"/>
                <a:gd name="T30" fmla="*/ 331 w 124"/>
                <a:gd name="T31" fmla="*/ 459 h 105"/>
                <a:gd name="T32" fmla="*/ 454 w 124"/>
                <a:gd name="T33" fmla="*/ 468 h 105"/>
                <a:gd name="T34" fmla="*/ 302 w 124"/>
                <a:gd name="T35" fmla="*/ 496 h 105"/>
                <a:gd name="T36" fmla="*/ 412 w 124"/>
                <a:gd name="T37" fmla="*/ 541 h 105"/>
                <a:gd name="T38" fmla="*/ 232 w 124"/>
                <a:gd name="T39" fmla="*/ 463 h 105"/>
                <a:gd name="T40" fmla="*/ 233 w 124"/>
                <a:gd name="T41" fmla="*/ 454 h 1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05">
                  <a:moveTo>
                    <a:pt x="53" y="95"/>
                  </a:moveTo>
                  <a:cubicBezTo>
                    <a:pt x="43" y="69"/>
                    <a:pt x="23" y="37"/>
                    <a:pt x="0" y="20"/>
                  </a:cubicBezTo>
                  <a:cubicBezTo>
                    <a:pt x="21" y="28"/>
                    <a:pt x="32" y="69"/>
                    <a:pt x="56" y="70"/>
                  </a:cubicBezTo>
                  <a:cubicBezTo>
                    <a:pt x="55" y="51"/>
                    <a:pt x="32" y="38"/>
                    <a:pt x="25" y="21"/>
                  </a:cubicBezTo>
                  <a:cubicBezTo>
                    <a:pt x="32" y="29"/>
                    <a:pt x="38" y="43"/>
                    <a:pt x="49" y="46"/>
                  </a:cubicBezTo>
                  <a:cubicBezTo>
                    <a:pt x="53" y="35"/>
                    <a:pt x="44" y="18"/>
                    <a:pt x="41" y="8"/>
                  </a:cubicBezTo>
                  <a:cubicBezTo>
                    <a:pt x="56" y="28"/>
                    <a:pt x="64" y="25"/>
                    <a:pt x="63" y="0"/>
                  </a:cubicBezTo>
                  <a:cubicBezTo>
                    <a:pt x="64" y="5"/>
                    <a:pt x="68" y="27"/>
                    <a:pt x="73" y="29"/>
                  </a:cubicBezTo>
                  <a:cubicBezTo>
                    <a:pt x="80" y="31"/>
                    <a:pt x="86" y="23"/>
                    <a:pt x="86" y="17"/>
                  </a:cubicBezTo>
                  <a:cubicBezTo>
                    <a:pt x="82" y="20"/>
                    <a:pt x="74" y="34"/>
                    <a:pt x="79" y="38"/>
                  </a:cubicBezTo>
                  <a:cubicBezTo>
                    <a:pt x="86" y="44"/>
                    <a:pt x="103" y="31"/>
                    <a:pt x="109" y="28"/>
                  </a:cubicBezTo>
                  <a:cubicBezTo>
                    <a:pt x="102" y="36"/>
                    <a:pt x="93" y="42"/>
                    <a:pt x="87" y="51"/>
                  </a:cubicBezTo>
                  <a:cubicBezTo>
                    <a:pt x="98" y="55"/>
                    <a:pt x="112" y="43"/>
                    <a:pt x="124" y="45"/>
                  </a:cubicBezTo>
                  <a:cubicBezTo>
                    <a:pt x="115" y="57"/>
                    <a:pt x="94" y="58"/>
                    <a:pt x="86" y="70"/>
                  </a:cubicBezTo>
                  <a:cubicBezTo>
                    <a:pt x="95" y="77"/>
                    <a:pt x="109" y="69"/>
                    <a:pt x="120" y="70"/>
                  </a:cubicBezTo>
                  <a:cubicBezTo>
                    <a:pt x="108" y="77"/>
                    <a:pt x="86" y="76"/>
                    <a:pt x="78" y="88"/>
                  </a:cubicBezTo>
                  <a:cubicBezTo>
                    <a:pt x="85" y="95"/>
                    <a:pt x="98" y="92"/>
                    <a:pt x="107" y="90"/>
                  </a:cubicBezTo>
                  <a:cubicBezTo>
                    <a:pt x="97" y="87"/>
                    <a:pt x="81" y="89"/>
                    <a:pt x="71" y="95"/>
                  </a:cubicBezTo>
                  <a:cubicBezTo>
                    <a:pt x="75" y="105"/>
                    <a:pt x="88" y="105"/>
                    <a:pt x="97" y="104"/>
                  </a:cubicBezTo>
                  <a:cubicBezTo>
                    <a:pt x="88" y="95"/>
                    <a:pt x="67" y="89"/>
                    <a:pt x="54" y="89"/>
                  </a:cubicBezTo>
                  <a:cubicBezTo>
                    <a:pt x="54" y="87"/>
                    <a:pt x="55" y="88"/>
                    <a:pt x="55" y="87"/>
                  </a:cubicBezTo>
                </a:path>
              </a:pathLst>
            </a:custGeom>
            <a:solidFill>
              <a:srgbClr val="0C8C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163">
              <a:extLst>
                <a:ext uri="{FF2B5EF4-FFF2-40B4-BE49-F238E27FC236}">
                  <a16:creationId xmlns:a16="http://schemas.microsoft.com/office/drawing/2014/main" id="{09C4D796-DEE4-429D-A263-086FE1ED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68"/>
              <a:ext cx="201" cy="182"/>
            </a:xfrm>
            <a:custGeom>
              <a:avLst/>
              <a:gdLst>
                <a:gd name="T0" fmla="*/ 225 w 124"/>
                <a:gd name="T1" fmla="*/ 496 h 105"/>
                <a:gd name="T2" fmla="*/ 0 w 124"/>
                <a:gd name="T3" fmla="*/ 106 h 105"/>
                <a:gd name="T4" fmla="*/ 240 w 124"/>
                <a:gd name="T5" fmla="*/ 364 h 105"/>
                <a:gd name="T6" fmla="*/ 107 w 124"/>
                <a:gd name="T7" fmla="*/ 107 h 105"/>
                <a:gd name="T8" fmla="*/ 207 w 124"/>
                <a:gd name="T9" fmla="*/ 241 h 105"/>
                <a:gd name="T10" fmla="*/ 173 w 124"/>
                <a:gd name="T11" fmla="*/ 42 h 105"/>
                <a:gd name="T12" fmla="*/ 267 w 124"/>
                <a:gd name="T13" fmla="*/ 0 h 105"/>
                <a:gd name="T14" fmla="*/ 310 w 124"/>
                <a:gd name="T15" fmla="*/ 151 h 105"/>
                <a:gd name="T16" fmla="*/ 365 w 124"/>
                <a:gd name="T17" fmla="*/ 87 h 105"/>
                <a:gd name="T18" fmla="*/ 336 w 124"/>
                <a:gd name="T19" fmla="*/ 198 h 105"/>
                <a:gd name="T20" fmla="*/ 465 w 124"/>
                <a:gd name="T21" fmla="*/ 147 h 105"/>
                <a:gd name="T22" fmla="*/ 371 w 124"/>
                <a:gd name="T23" fmla="*/ 265 h 105"/>
                <a:gd name="T24" fmla="*/ 528 w 124"/>
                <a:gd name="T25" fmla="*/ 234 h 105"/>
                <a:gd name="T26" fmla="*/ 365 w 124"/>
                <a:gd name="T27" fmla="*/ 364 h 105"/>
                <a:gd name="T28" fmla="*/ 512 w 124"/>
                <a:gd name="T29" fmla="*/ 364 h 105"/>
                <a:gd name="T30" fmla="*/ 331 w 124"/>
                <a:gd name="T31" fmla="*/ 459 h 105"/>
                <a:gd name="T32" fmla="*/ 454 w 124"/>
                <a:gd name="T33" fmla="*/ 468 h 105"/>
                <a:gd name="T34" fmla="*/ 302 w 124"/>
                <a:gd name="T35" fmla="*/ 496 h 105"/>
                <a:gd name="T36" fmla="*/ 412 w 124"/>
                <a:gd name="T37" fmla="*/ 541 h 105"/>
                <a:gd name="T38" fmla="*/ 232 w 124"/>
                <a:gd name="T39" fmla="*/ 463 h 105"/>
                <a:gd name="T40" fmla="*/ 233 w 124"/>
                <a:gd name="T41" fmla="*/ 454 h 1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05">
                  <a:moveTo>
                    <a:pt x="53" y="95"/>
                  </a:moveTo>
                  <a:cubicBezTo>
                    <a:pt x="43" y="69"/>
                    <a:pt x="23" y="37"/>
                    <a:pt x="0" y="20"/>
                  </a:cubicBezTo>
                  <a:cubicBezTo>
                    <a:pt x="21" y="28"/>
                    <a:pt x="32" y="69"/>
                    <a:pt x="56" y="70"/>
                  </a:cubicBezTo>
                  <a:cubicBezTo>
                    <a:pt x="55" y="51"/>
                    <a:pt x="32" y="38"/>
                    <a:pt x="25" y="21"/>
                  </a:cubicBezTo>
                  <a:cubicBezTo>
                    <a:pt x="32" y="29"/>
                    <a:pt x="38" y="43"/>
                    <a:pt x="49" y="46"/>
                  </a:cubicBezTo>
                  <a:cubicBezTo>
                    <a:pt x="53" y="35"/>
                    <a:pt x="44" y="18"/>
                    <a:pt x="41" y="8"/>
                  </a:cubicBezTo>
                  <a:cubicBezTo>
                    <a:pt x="56" y="28"/>
                    <a:pt x="64" y="25"/>
                    <a:pt x="63" y="0"/>
                  </a:cubicBezTo>
                  <a:cubicBezTo>
                    <a:pt x="64" y="5"/>
                    <a:pt x="68" y="27"/>
                    <a:pt x="73" y="29"/>
                  </a:cubicBezTo>
                  <a:cubicBezTo>
                    <a:pt x="80" y="31"/>
                    <a:pt x="86" y="23"/>
                    <a:pt x="86" y="17"/>
                  </a:cubicBezTo>
                  <a:cubicBezTo>
                    <a:pt x="82" y="20"/>
                    <a:pt x="74" y="34"/>
                    <a:pt x="79" y="38"/>
                  </a:cubicBezTo>
                  <a:cubicBezTo>
                    <a:pt x="86" y="44"/>
                    <a:pt x="103" y="31"/>
                    <a:pt x="109" y="28"/>
                  </a:cubicBezTo>
                  <a:cubicBezTo>
                    <a:pt x="102" y="36"/>
                    <a:pt x="93" y="42"/>
                    <a:pt x="87" y="51"/>
                  </a:cubicBezTo>
                  <a:cubicBezTo>
                    <a:pt x="98" y="55"/>
                    <a:pt x="112" y="43"/>
                    <a:pt x="124" y="45"/>
                  </a:cubicBezTo>
                  <a:cubicBezTo>
                    <a:pt x="115" y="57"/>
                    <a:pt x="94" y="58"/>
                    <a:pt x="86" y="70"/>
                  </a:cubicBezTo>
                  <a:cubicBezTo>
                    <a:pt x="95" y="77"/>
                    <a:pt x="109" y="69"/>
                    <a:pt x="120" y="70"/>
                  </a:cubicBezTo>
                  <a:cubicBezTo>
                    <a:pt x="108" y="77"/>
                    <a:pt x="86" y="76"/>
                    <a:pt x="78" y="88"/>
                  </a:cubicBezTo>
                  <a:cubicBezTo>
                    <a:pt x="85" y="95"/>
                    <a:pt x="98" y="92"/>
                    <a:pt x="107" y="90"/>
                  </a:cubicBezTo>
                  <a:cubicBezTo>
                    <a:pt x="97" y="87"/>
                    <a:pt x="81" y="89"/>
                    <a:pt x="71" y="95"/>
                  </a:cubicBezTo>
                  <a:cubicBezTo>
                    <a:pt x="75" y="105"/>
                    <a:pt x="88" y="105"/>
                    <a:pt x="97" y="104"/>
                  </a:cubicBezTo>
                  <a:cubicBezTo>
                    <a:pt x="88" y="95"/>
                    <a:pt x="67" y="89"/>
                    <a:pt x="54" y="89"/>
                  </a:cubicBezTo>
                  <a:cubicBezTo>
                    <a:pt x="54" y="87"/>
                    <a:pt x="55" y="88"/>
                    <a:pt x="55" y="87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164">
              <a:extLst>
                <a:ext uri="{FF2B5EF4-FFF2-40B4-BE49-F238E27FC236}">
                  <a16:creationId xmlns:a16="http://schemas.microsoft.com/office/drawing/2014/main" id="{79F2B78D-F7C6-4B6B-BDE5-BE9FE5D35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051"/>
              <a:ext cx="161" cy="159"/>
            </a:xfrm>
            <a:custGeom>
              <a:avLst/>
              <a:gdLst>
                <a:gd name="T0" fmla="*/ 267 w 99"/>
                <a:gd name="T1" fmla="*/ 460 h 92"/>
                <a:gd name="T2" fmla="*/ 0 w 99"/>
                <a:gd name="T3" fmla="*/ 410 h 92"/>
                <a:gd name="T4" fmla="*/ 138 w 99"/>
                <a:gd name="T5" fmla="*/ 368 h 92"/>
                <a:gd name="T6" fmla="*/ 21 w 99"/>
                <a:gd name="T7" fmla="*/ 278 h 92"/>
                <a:gd name="T8" fmla="*/ 156 w 99"/>
                <a:gd name="T9" fmla="*/ 304 h 92"/>
                <a:gd name="T10" fmla="*/ 34 w 99"/>
                <a:gd name="T11" fmla="*/ 143 h 92"/>
                <a:gd name="T12" fmla="*/ 130 w 99"/>
                <a:gd name="T13" fmla="*/ 213 h 92"/>
                <a:gd name="T14" fmla="*/ 124 w 99"/>
                <a:gd name="T15" fmla="*/ 21 h 92"/>
                <a:gd name="T16" fmla="*/ 259 w 99"/>
                <a:gd name="T17" fmla="*/ 335 h 92"/>
                <a:gd name="T18" fmla="*/ 267 w 99"/>
                <a:gd name="T19" fmla="*/ 143 h 92"/>
                <a:gd name="T20" fmla="*/ 275 w 99"/>
                <a:gd name="T21" fmla="*/ 0 h 92"/>
                <a:gd name="T22" fmla="*/ 309 w 99"/>
                <a:gd name="T23" fmla="*/ 332 h 92"/>
                <a:gd name="T24" fmla="*/ 426 w 99"/>
                <a:gd name="T25" fmla="*/ 149 h 92"/>
                <a:gd name="T26" fmla="*/ 309 w 99"/>
                <a:gd name="T27" fmla="*/ 403 h 92"/>
                <a:gd name="T28" fmla="*/ 426 w 99"/>
                <a:gd name="T29" fmla="*/ 368 h 92"/>
                <a:gd name="T30" fmla="*/ 280 w 99"/>
                <a:gd name="T31" fmla="*/ 46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92">
                  <a:moveTo>
                    <a:pt x="62" y="89"/>
                  </a:moveTo>
                  <a:cubicBezTo>
                    <a:pt x="41" y="92"/>
                    <a:pt x="21" y="78"/>
                    <a:pt x="0" y="79"/>
                  </a:cubicBezTo>
                  <a:cubicBezTo>
                    <a:pt x="6" y="79"/>
                    <a:pt x="31" y="79"/>
                    <a:pt x="32" y="71"/>
                  </a:cubicBezTo>
                  <a:cubicBezTo>
                    <a:pt x="33" y="64"/>
                    <a:pt x="10" y="56"/>
                    <a:pt x="5" y="54"/>
                  </a:cubicBezTo>
                  <a:cubicBezTo>
                    <a:pt x="11" y="57"/>
                    <a:pt x="31" y="70"/>
                    <a:pt x="36" y="59"/>
                  </a:cubicBezTo>
                  <a:cubicBezTo>
                    <a:pt x="39" y="49"/>
                    <a:pt x="13" y="34"/>
                    <a:pt x="8" y="28"/>
                  </a:cubicBezTo>
                  <a:cubicBezTo>
                    <a:pt x="14" y="32"/>
                    <a:pt x="22" y="42"/>
                    <a:pt x="30" y="41"/>
                  </a:cubicBezTo>
                  <a:cubicBezTo>
                    <a:pt x="34" y="30"/>
                    <a:pt x="29" y="16"/>
                    <a:pt x="29" y="4"/>
                  </a:cubicBezTo>
                  <a:cubicBezTo>
                    <a:pt x="37" y="23"/>
                    <a:pt x="44" y="53"/>
                    <a:pt x="60" y="65"/>
                  </a:cubicBezTo>
                  <a:cubicBezTo>
                    <a:pt x="64" y="55"/>
                    <a:pt x="61" y="39"/>
                    <a:pt x="62" y="28"/>
                  </a:cubicBezTo>
                  <a:cubicBezTo>
                    <a:pt x="63" y="18"/>
                    <a:pt x="64" y="9"/>
                    <a:pt x="64" y="0"/>
                  </a:cubicBezTo>
                  <a:cubicBezTo>
                    <a:pt x="64" y="12"/>
                    <a:pt x="57" y="59"/>
                    <a:pt x="72" y="64"/>
                  </a:cubicBezTo>
                  <a:cubicBezTo>
                    <a:pt x="80" y="67"/>
                    <a:pt x="95" y="36"/>
                    <a:pt x="99" y="29"/>
                  </a:cubicBezTo>
                  <a:cubicBezTo>
                    <a:pt x="92" y="41"/>
                    <a:pt x="70" y="64"/>
                    <a:pt x="72" y="78"/>
                  </a:cubicBezTo>
                  <a:cubicBezTo>
                    <a:pt x="82" y="78"/>
                    <a:pt x="89" y="70"/>
                    <a:pt x="99" y="71"/>
                  </a:cubicBezTo>
                  <a:cubicBezTo>
                    <a:pt x="89" y="78"/>
                    <a:pt x="72" y="84"/>
                    <a:pt x="65" y="90"/>
                  </a:cubicBezTo>
                </a:path>
              </a:pathLst>
            </a:custGeom>
            <a:solidFill>
              <a:srgbClr val="0C8C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165">
              <a:extLst>
                <a:ext uri="{FF2B5EF4-FFF2-40B4-BE49-F238E27FC236}">
                  <a16:creationId xmlns:a16="http://schemas.microsoft.com/office/drawing/2014/main" id="{9A630584-A947-48AE-97CF-CFA99EF2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051"/>
              <a:ext cx="161" cy="159"/>
            </a:xfrm>
            <a:custGeom>
              <a:avLst/>
              <a:gdLst>
                <a:gd name="T0" fmla="*/ 267 w 99"/>
                <a:gd name="T1" fmla="*/ 460 h 92"/>
                <a:gd name="T2" fmla="*/ 0 w 99"/>
                <a:gd name="T3" fmla="*/ 410 h 92"/>
                <a:gd name="T4" fmla="*/ 138 w 99"/>
                <a:gd name="T5" fmla="*/ 368 h 92"/>
                <a:gd name="T6" fmla="*/ 21 w 99"/>
                <a:gd name="T7" fmla="*/ 278 h 92"/>
                <a:gd name="T8" fmla="*/ 156 w 99"/>
                <a:gd name="T9" fmla="*/ 304 h 92"/>
                <a:gd name="T10" fmla="*/ 34 w 99"/>
                <a:gd name="T11" fmla="*/ 143 h 92"/>
                <a:gd name="T12" fmla="*/ 130 w 99"/>
                <a:gd name="T13" fmla="*/ 213 h 92"/>
                <a:gd name="T14" fmla="*/ 124 w 99"/>
                <a:gd name="T15" fmla="*/ 21 h 92"/>
                <a:gd name="T16" fmla="*/ 259 w 99"/>
                <a:gd name="T17" fmla="*/ 335 h 92"/>
                <a:gd name="T18" fmla="*/ 267 w 99"/>
                <a:gd name="T19" fmla="*/ 143 h 92"/>
                <a:gd name="T20" fmla="*/ 275 w 99"/>
                <a:gd name="T21" fmla="*/ 0 h 92"/>
                <a:gd name="T22" fmla="*/ 309 w 99"/>
                <a:gd name="T23" fmla="*/ 332 h 92"/>
                <a:gd name="T24" fmla="*/ 426 w 99"/>
                <a:gd name="T25" fmla="*/ 149 h 92"/>
                <a:gd name="T26" fmla="*/ 309 w 99"/>
                <a:gd name="T27" fmla="*/ 403 h 92"/>
                <a:gd name="T28" fmla="*/ 426 w 99"/>
                <a:gd name="T29" fmla="*/ 368 h 92"/>
                <a:gd name="T30" fmla="*/ 280 w 99"/>
                <a:gd name="T31" fmla="*/ 46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92">
                  <a:moveTo>
                    <a:pt x="62" y="89"/>
                  </a:moveTo>
                  <a:cubicBezTo>
                    <a:pt x="41" y="92"/>
                    <a:pt x="21" y="78"/>
                    <a:pt x="0" y="79"/>
                  </a:cubicBezTo>
                  <a:cubicBezTo>
                    <a:pt x="6" y="79"/>
                    <a:pt x="31" y="79"/>
                    <a:pt x="32" y="71"/>
                  </a:cubicBezTo>
                  <a:cubicBezTo>
                    <a:pt x="33" y="64"/>
                    <a:pt x="10" y="56"/>
                    <a:pt x="5" y="54"/>
                  </a:cubicBezTo>
                  <a:cubicBezTo>
                    <a:pt x="11" y="57"/>
                    <a:pt x="31" y="70"/>
                    <a:pt x="36" y="59"/>
                  </a:cubicBezTo>
                  <a:cubicBezTo>
                    <a:pt x="39" y="49"/>
                    <a:pt x="13" y="34"/>
                    <a:pt x="8" y="28"/>
                  </a:cubicBezTo>
                  <a:cubicBezTo>
                    <a:pt x="14" y="32"/>
                    <a:pt x="22" y="42"/>
                    <a:pt x="30" y="41"/>
                  </a:cubicBezTo>
                  <a:cubicBezTo>
                    <a:pt x="34" y="30"/>
                    <a:pt x="29" y="16"/>
                    <a:pt x="29" y="4"/>
                  </a:cubicBezTo>
                  <a:cubicBezTo>
                    <a:pt x="37" y="23"/>
                    <a:pt x="44" y="53"/>
                    <a:pt x="60" y="65"/>
                  </a:cubicBezTo>
                  <a:cubicBezTo>
                    <a:pt x="64" y="55"/>
                    <a:pt x="61" y="39"/>
                    <a:pt x="62" y="28"/>
                  </a:cubicBezTo>
                  <a:cubicBezTo>
                    <a:pt x="63" y="18"/>
                    <a:pt x="64" y="9"/>
                    <a:pt x="64" y="0"/>
                  </a:cubicBezTo>
                  <a:cubicBezTo>
                    <a:pt x="64" y="12"/>
                    <a:pt x="57" y="59"/>
                    <a:pt x="72" y="64"/>
                  </a:cubicBezTo>
                  <a:cubicBezTo>
                    <a:pt x="80" y="67"/>
                    <a:pt x="95" y="36"/>
                    <a:pt x="99" y="29"/>
                  </a:cubicBezTo>
                  <a:cubicBezTo>
                    <a:pt x="92" y="41"/>
                    <a:pt x="70" y="64"/>
                    <a:pt x="72" y="78"/>
                  </a:cubicBezTo>
                  <a:cubicBezTo>
                    <a:pt x="82" y="78"/>
                    <a:pt x="89" y="70"/>
                    <a:pt x="99" y="71"/>
                  </a:cubicBezTo>
                  <a:cubicBezTo>
                    <a:pt x="89" y="78"/>
                    <a:pt x="72" y="84"/>
                    <a:pt x="65" y="9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166">
              <a:extLst>
                <a:ext uri="{FF2B5EF4-FFF2-40B4-BE49-F238E27FC236}">
                  <a16:creationId xmlns:a16="http://schemas.microsoft.com/office/drawing/2014/main" id="{341E316A-B1EB-46FA-8E99-243FF007B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015"/>
              <a:ext cx="38" cy="107"/>
            </a:xfrm>
            <a:custGeom>
              <a:avLst/>
              <a:gdLst>
                <a:gd name="T0" fmla="*/ 8 w 23"/>
                <a:gd name="T1" fmla="*/ 292 h 62"/>
                <a:gd name="T2" fmla="*/ 35 w 23"/>
                <a:gd name="T3" fmla="*/ 254 h 62"/>
                <a:gd name="T4" fmla="*/ 21 w 23"/>
                <a:gd name="T5" fmla="*/ 214 h 62"/>
                <a:gd name="T6" fmla="*/ 33 w 23"/>
                <a:gd name="T7" fmla="*/ 205 h 62"/>
                <a:gd name="T8" fmla="*/ 28 w 23"/>
                <a:gd name="T9" fmla="*/ 190 h 62"/>
                <a:gd name="T10" fmla="*/ 5 w 23"/>
                <a:gd name="T11" fmla="*/ 119 h 62"/>
                <a:gd name="T12" fmla="*/ 46 w 23"/>
                <a:gd name="T13" fmla="*/ 169 h 62"/>
                <a:gd name="T14" fmla="*/ 46 w 23"/>
                <a:gd name="T15" fmla="*/ 143 h 62"/>
                <a:gd name="T16" fmla="*/ 33 w 23"/>
                <a:gd name="T17" fmla="*/ 78 h 62"/>
                <a:gd name="T18" fmla="*/ 33 w 23"/>
                <a:gd name="T19" fmla="*/ 0 h 62"/>
                <a:gd name="T20" fmla="*/ 35 w 23"/>
                <a:gd name="T21" fmla="*/ 21 h 62"/>
                <a:gd name="T22" fmla="*/ 55 w 23"/>
                <a:gd name="T23" fmla="*/ 83 h 62"/>
                <a:gd name="T24" fmla="*/ 76 w 23"/>
                <a:gd name="T25" fmla="*/ 143 h 62"/>
                <a:gd name="T26" fmla="*/ 97 w 23"/>
                <a:gd name="T27" fmla="*/ 135 h 62"/>
                <a:gd name="T28" fmla="*/ 84 w 23"/>
                <a:gd name="T29" fmla="*/ 179 h 62"/>
                <a:gd name="T30" fmla="*/ 71 w 23"/>
                <a:gd name="T31" fmla="*/ 205 h 62"/>
                <a:gd name="T32" fmla="*/ 97 w 23"/>
                <a:gd name="T33" fmla="*/ 212 h 62"/>
                <a:gd name="T34" fmla="*/ 83 w 23"/>
                <a:gd name="T35" fmla="*/ 278 h 62"/>
                <a:gd name="T36" fmla="*/ 50 w 23"/>
                <a:gd name="T37" fmla="*/ 309 h 62"/>
                <a:gd name="T38" fmla="*/ 8 w 23"/>
                <a:gd name="T39" fmla="*/ 304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3" h="62">
                  <a:moveTo>
                    <a:pt x="2" y="57"/>
                  </a:moveTo>
                  <a:cubicBezTo>
                    <a:pt x="5" y="56"/>
                    <a:pt x="7" y="52"/>
                    <a:pt x="8" y="49"/>
                  </a:cubicBezTo>
                  <a:cubicBezTo>
                    <a:pt x="8" y="46"/>
                    <a:pt x="5" y="44"/>
                    <a:pt x="5" y="42"/>
                  </a:cubicBezTo>
                  <a:cubicBezTo>
                    <a:pt x="5" y="41"/>
                    <a:pt x="7" y="41"/>
                    <a:pt x="7" y="40"/>
                  </a:cubicBezTo>
                  <a:cubicBezTo>
                    <a:pt x="7" y="39"/>
                    <a:pt x="6" y="38"/>
                    <a:pt x="6" y="37"/>
                  </a:cubicBezTo>
                  <a:cubicBezTo>
                    <a:pt x="4" y="33"/>
                    <a:pt x="0" y="28"/>
                    <a:pt x="1" y="23"/>
                  </a:cubicBezTo>
                  <a:cubicBezTo>
                    <a:pt x="5" y="25"/>
                    <a:pt x="6" y="32"/>
                    <a:pt x="10" y="33"/>
                  </a:cubicBezTo>
                  <a:cubicBezTo>
                    <a:pt x="11" y="32"/>
                    <a:pt x="10" y="30"/>
                    <a:pt x="10" y="28"/>
                  </a:cubicBezTo>
                  <a:cubicBezTo>
                    <a:pt x="9" y="24"/>
                    <a:pt x="8" y="20"/>
                    <a:pt x="7" y="15"/>
                  </a:cubicBezTo>
                  <a:cubicBezTo>
                    <a:pt x="6" y="11"/>
                    <a:pt x="4" y="4"/>
                    <a:pt x="7" y="0"/>
                  </a:cubicBezTo>
                  <a:cubicBezTo>
                    <a:pt x="8" y="1"/>
                    <a:pt x="8" y="3"/>
                    <a:pt x="8" y="4"/>
                  </a:cubicBezTo>
                  <a:cubicBezTo>
                    <a:pt x="10" y="8"/>
                    <a:pt x="11" y="12"/>
                    <a:pt x="12" y="16"/>
                  </a:cubicBezTo>
                  <a:cubicBezTo>
                    <a:pt x="13" y="19"/>
                    <a:pt x="14" y="25"/>
                    <a:pt x="17" y="28"/>
                  </a:cubicBezTo>
                  <a:cubicBezTo>
                    <a:pt x="19" y="27"/>
                    <a:pt x="21" y="21"/>
                    <a:pt x="22" y="26"/>
                  </a:cubicBezTo>
                  <a:cubicBezTo>
                    <a:pt x="23" y="29"/>
                    <a:pt x="21" y="33"/>
                    <a:pt x="19" y="35"/>
                  </a:cubicBezTo>
                  <a:cubicBezTo>
                    <a:pt x="18" y="37"/>
                    <a:pt x="16" y="39"/>
                    <a:pt x="16" y="40"/>
                  </a:cubicBezTo>
                  <a:cubicBezTo>
                    <a:pt x="18" y="41"/>
                    <a:pt x="20" y="40"/>
                    <a:pt x="22" y="41"/>
                  </a:cubicBezTo>
                  <a:cubicBezTo>
                    <a:pt x="20" y="45"/>
                    <a:pt x="10" y="51"/>
                    <a:pt x="18" y="54"/>
                  </a:cubicBezTo>
                  <a:cubicBezTo>
                    <a:pt x="16" y="55"/>
                    <a:pt x="12" y="57"/>
                    <a:pt x="11" y="60"/>
                  </a:cubicBezTo>
                  <a:cubicBezTo>
                    <a:pt x="8" y="60"/>
                    <a:pt x="4" y="62"/>
                    <a:pt x="2" y="59"/>
                  </a:cubicBezTo>
                </a:path>
              </a:pathLst>
            </a:custGeom>
            <a:solidFill>
              <a:srgbClr val="0766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167">
              <a:extLst>
                <a:ext uri="{FF2B5EF4-FFF2-40B4-BE49-F238E27FC236}">
                  <a16:creationId xmlns:a16="http://schemas.microsoft.com/office/drawing/2014/main" id="{A47D7A23-BBD4-4012-A03B-3518C5ED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146"/>
              <a:ext cx="52" cy="57"/>
            </a:xfrm>
            <a:custGeom>
              <a:avLst/>
              <a:gdLst>
                <a:gd name="T0" fmla="*/ 111 w 32"/>
                <a:gd name="T1" fmla="*/ 169 h 33"/>
                <a:gd name="T2" fmla="*/ 0 w 32"/>
                <a:gd name="T3" fmla="*/ 128 h 33"/>
                <a:gd name="T4" fmla="*/ 13 w 32"/>
                <a:gd name="T5" fmla="*/ 83 h 33"/>
                <a:gd name="T6" fmla="*/ 42 w 32"/>
                <a:gd name="T7" fmla="*/ 93 h 33"/>
                <a:gd name="T8" fmla="*/ 18 w 32"/>
                <a:gd name="T9" fmla="*/ 0 h 33"/>
                <a:gd name="T10" fmla="*/ 68 w 32"/>
                <a:gd name="T11" fmla="*/ 86 h 33"/>
                <a:gd name="T12" fmla="*/ 68 w 32"/>
                <a:gd name="T13" fmla="*/ 62 h 33"/>
                <a:gd name="T14" fmla="*/ 96 w 32"/>
                <a:gd name="T15" fmla="*/ 98 h 33"/>
                <a:gd name="T16" fmla="*/ 130 w 32"/>
                <a:gd name="T17" fmla="*/ 104 h 33"/>
                <a:gd name="T18" fmla="*/ 138 w 32"/>
                <a:gd name="T19" fmla="*/ 98 h 33"/>
                <a:gd name="T20" fmla="*/ 117 w 32"/>
                <a:gd name="T21" fmla="*/ 164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33">
                  <a:moveTo>
                    <a:pt x="26" y="33"/>
                  </a:moveTo>
                  <a:cubicBezTo>
                    <a:pt x="19" y="28"/>
                    <a:pt x="8" y="26"/>
                    <a:pt x="0" y="25"/>
                  </a:cubicBezTo>
                  <a:cubicBezTo>
                    <a:pt x="6" y="23"/>
                    <a:pt x="8" y="22"/>
                    <a:pt x="3" y="16"/>
                  </a:cubicBezTo>
                  <a:cubicBezTo>
                    <a:pt x="5" y="16"/>
                    <a:pt x="7" y="18"/>
                    <a:pt x="10" y="18"/>
                  </a:cubicBezTo>
                  <a:cubicBezTo>
                    <a:pt x="10" y="12"/>
                    <a:pt x="4" y="7"/>
                    <a:pt x="4" y="0"/>
                  </a:cubicBezTo>
                  <a:cubicBezTo>
                    <a:pt x="9" y="5"/>
                    <a:pt x="12" y="11"/>
                    <a:pt x="16" y="17"/>
                  </a:cubicBezTo>
                  <a:cubicBezTo>
                    <a:pt x="17" y="15"/>
                    <a:pt x="17" y="13"/>
                    <a:pt x="16" y="12"/>
                  </a:cubicBezTo>
                  <a:cubicBezTo>
                    <a:pt x="19" y="13"/>
                    <a:pt x="20" y="17"/>
                    <a:pt x="22" y="19"/>
                  </a:cubicBezTo>
                  <a:cubicBezTo>
                    <a:pt x="25" y="16"/>
                    <a:pt x="31" y="13"/>
                    <a:pt x="30" y="20"/>
                  </a:cubicBezTo>
                  <a:cubicBezTo>
                    <a:pt x="31" y="20"/>
                    <a:pt x="31" y="20"/>
                    <a:pt x="32" y="19"/>
                  </a:cubicBezTo>
                  <a:cubicBezTo>
                    <a:pt x="32" y="23"/>
                    <a:pt x="28" y="29"/>
                    <a:pt x="27" y="32"/>
                  </a:cubicBezTo>
                </a:path>
              </a:pathLst>
            </a:custGeom>
            <a:solidFill>
              <a:srgbClr val="0766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D6F3AD06-E9DD-4E5E-B7B5-9A27A201EB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Meat</a:t>
            </a:r>
          </a:p>
        </p:txBody>
      </p:sp>
      <p:grpSp>
        <p:nvGrpSpPr>
          <p:cNvPr id="27650" name="Dressed-whole-raw-chicken-illustration">
            <a:extLst>
              <a:ext uri="{FF2B5EF4-FFF2-40B4-BE49-F238E27FC236}">
                <a16:creationId xmlns:a16="http://schemas.microsoft.com/office/drawing/2014/main" id="{5807D514-D05F-4506-AE5E-9F458014665B}"/>
              </a:ext>
            </a:extLst>
          </p:cNvPr>
          <p:cNvGrpSpPr>
            <a:grpSpLocks/>
          </p:cNvGrpSpPr>
          <p:nvPr/>
        </p:nvGrpSpPr>
        <p:grpSpPr bwMode="auto">
          <a:xfrm>
            <a:off x="7658100" y="1301750"/>
            <a:ext cx="1635125" cy="2552700"/>
            <a:chOff x="2271" y="1213"/>
            <a:chExt cx="1213" cy="1894"/>
          </a:xfrm>
        </p:grpSpPr>
        <p:sp>
          <p:nvSpPr>
            <p:cNvPr id="27812" name="Freeform 4">
              <a:extLst>
                <a:ext uri="{FF2B5EF4-FFF2-40B4-BE49-F238E27FC236}">
                  <a16:creationId xmlns:a16="http://schemas.microsoft.com/office/drawing/2014/main" id="{B3CAE5FC-523A-4E0B-8426-AC454A16E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312"/>
              <a:ext cx="1043" cy="1795"/>
            </a:xfrm>
            <a:custGeom>
              <a:avLst/>
              <a:gdLst>
                <a:gd name="T0" fmla="*/ 3504 w 417"/>
                <a:gd name="T1" fmla="*/ 11197 h 673"/>
                <a:gd name="T2" fmla="*/ 4410 w 417"/>
                <a:gd name="T3" fmla="*/ 10437 h 673"/>
                <a:gd name="T4" fmla="*/ 4835 w 417"/>
                <a:gd name="T5" fmla="*/ 8978 h 673"/>
                <a:gd name="T6" fmla="*/ 5430 w 417"/>
                <a:gd name="T7" fmla="*/ 7967 h 673"/>
                <a:gd name="T8" fmla="*/ 6163 w 417"/>
                <a:gd name="T9" fmla="*/ 6657 h 673"/>
                <a:gd name="T10" fmla="*/ 6413 w 417"/>
                <a:gd name="T11" fmla="*/ 4894 h 673"/>
                <a:gd name="T12" fmla="*/ 6255 w 417"/>
                <a:gd name="T13" fmla="*/ 3110 h 673"/>
                <a:gd name="T14" fmla="*/ 6276 w 417"/>
                <a:gd name="T15" fmla="*/ 2470 h 673"/>
                <a:gd name="T16" fmla="*/ 5743 w 417"/>
                <a:gd name="T17" fmla="*/ 1024 h 673"/>
                <a:gd name="T18" fmla="*/ 4647 w 417"/>
                <a:gd name="T19" fmla="*/ 456 h 673"/>
                <a:gd name="T20" fmla="*/ 4034 w 417"/>
                <a:gd name="T21" fmla="*/ 227 h 673"/>
                <a:gd name="T22" fmla="*/ 3021 w 417"/>
                <a:gd name="T23" fmla="*/ 227 h 673"/>
                <a:gd name="T24" fmla="*/ 1863 w 417"/>
                <a:gd name="T25" fmla="*/ 1331 h 673"/>
                <a:gd name="T26" fmla="*/ 1438 w 417"/>
                <a:gd name="T27" fmla="*/ 2070 h 673"/>
                <a:gd name="T28" fmla="*/ 613 w 417"/>
                <a:gd name="T29" fmla="*/ 3358 h 673"/>
                <a:gd name="T30" fmla="*/ 313 w 417"/>
                <a:gd name="T31" fmla="*/ 5270 h 673"/>
                <a:gd name="T32" fmla="*/ 458 w 417"/>
                <a:gd name="T33" fmla="*/ 6588 h 673"/>
                <a:gd name="T34" fmla="*/ 238 w 417"/>
                <a:gd name="T35" fmla="*/ 8138 h 673"/>
                <a:gd name="T36" fmla="*/ 0 w 417"/>
                <a:gd name="T37" fmla="*/ 9242 h 673"/>
                <a:gd name="T38" fmla="*/ 345 w 417"/>
                <a:gd name="T39" fmla="*/ 9946 h 673"/>
                <a:gd name="T40" fmla="*/ 813 w 417"/>
                <a:gd name="T41" fmla="*/ 10015 h 673"/>
                <a:gd name="T42" fmla="*/ 1146 w 417"/>
                <a:gd name="T43" fmla="*/ 10741 h 673"/>
                <a:gd name="T44" fmla="*/ 958 w 417"/>
                <a:gd name="T45" fmla="*/ 11367 h 673"/>
                <a:gd name="T46" fmla="*/ 1533 w 417"/>
                <a:gd name="T47" fmla="*/ 12408 h 673"/>
                <a:gd name="T48" fmla="*/ 2271 w 417"/>
                <a:gd name="T49" fmla="*/ 12634 h 673"/>
                <a:gd name="T50" fmla="*/ 3129 w 417"/>
                <a:gd name="T51" fmla="*/ 11936 h 673"/>
                <a:gd name="T52" fmla="*/ 3209 w 417"/>
                <a:gd name="T53" fmla="*/ 11439 h 673"/>
                <a:gd name="T54" fmla="*/ 3504 w 417"/>
                <a:gd name="T55" fmla="*/ 11197 h 67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7" h="673">
                  <a:moveTo>
                    <a:pt x="224" y="590"/>
                  </a:moveTo>
                  <a:cubicBezTo>
                    <a:pt x="237" y="595"/>
                    <a:pt x="271" y="568"/>
                    <a:pt x="282" y="550"/>
                  </a:cubicBezTo>
                  <a:cubicBezTo>
                    <a:pt x="292" y="532"/>
                    <a:pt x="299" y="500"/>
                    <a:pt x="309" y="473"/>
                  </a:cubicBezTo>
                  <a:cubicBezTo>
                    <a:pt x="320" y="446"/>
                    <a:pt x="328" y="446"/>
                    <a:pt x="347" y="420"/>
                  </a:cubicBezTo>
                  <a:cubicBezTo>
                    <a:pt x="356" y="407"/>
                    <a:pt x="381" y="382"/>
                    <a:pt x="394" y="351"/>
                  </a:cubicBezTo>
                  <a:cubicBezTo>
                    <a:pt x="406" y="321"/>
                    <a:pt x="406" y="284"/>
                    <a:pt x="410" y="258"/>
                  </a:cubicBezTo>
                  <a:cubicBezTo>
                    <a:pt x="417" y="205"/>
                    <a:pt x="400" y="171"/>
                    <a:pt x="400" y="164"/>
                  </a:cubicBezTo>
                  <a:cubicBezTo>
                    <a:pt x="399" y="157"/>
                    <a:pt x="406" y="157"/>
                    <a:pt x="401" y="130"/>
                  </a:cubicBezTo>
                  <a:cubicBezTo>
                    <a:pt x="396" y="104"/>
                    <a:pt x="391" y="87"/>
                    <a:pt x="367" y="54"/>
                  </a:cubicBezTo>
                  <a:cubicBezTo>
                    <a:pt x="344" y="21"/>
                    <a:pt x="317" y="22"/>
                    <a:pt x="297" y="24"/>
                  </a:cubicBezTo>
                  <a:cubicBezTo>
                    <a:pt x="276" y="27"/>
                    <a:pt x="271" y="17"/>
                    <a:pt x="258" y="12"/>
                  </a:cubicBezTo>
                  <a:cubicBezTo>
                    <a:pt x="235" y="9"/>
                    <a:pt x="214" y="0"/>
                    <a:pt x="193" y="12"/>
                  </a:cubicBezTo>
                  <a:cubicBezTo>
                    <a:pt x="172" y="25"/>
                    <a:pt x="139" y="44"/>
                    <a:pt x="119" y="70"/>
                  </a:cubicBezTo>
                  <a:cubicBezTo>
                    <a:pt x="99" y="96"/>
                    <a:pt x="97" y="104"/>
                    <a:pt x="92" y="109"/>
                  </a:cubicBezTo>
                  <a:cubicBezTo>
                    <a:pt x="87" y="114"/>
                    <a:pt x="48" y="146"/>
                    <a:pt x="39" y="177"/>
                  </a:cubicBezTo>
                  <a:cubicBezTo>
                    <a:pt x="30" y="207"/>
                    <a:pt x="14" y="216"/>
                    <a:pt x="20" y="278"/>
                  </a:cubicBezTo>
                  <a:cubicBezTo>
                    <a:pt x="22" y="303"/>
                    <a:pt x="29" y="320"/>
                    <a:pt x="29" y="347"/>
                  </a:cubicBezTo>
                  <a:cubicBezTo>
                    <a:pt x="29" y="374"/>
                    <a:pt x="23" y="405"/>
                    <a:pt x="15" y="429"/>
                  </a:cubicBezTo>
                  <a:cubicBezTo>
                    <a:pt x="8" y="452"/>
                    <a:pt x="0" y="470"/>
                    <a:pt x="0" y="487"/>
                  </a:cubicBezTo>
                  <a:cubicBezTo>
                    <a:pt x="1" y="503"/>
                    <a:pt x="6" y="517"/>
                    <a:pt x="22" y="524"/>
                  </a:cubicBezTo>
                  <a:cubicBezTo>
                    <a:pt x="38" y="531"/>
                    <a:pt x="43" y="532"/>
                    <a:pt x="52" y="528"/>
                  </a:cubicBezTo>
                  <a:cubicBezTo>
                    <a:pt x="58" y="547"/>
                    <a:pt x="65" y="556"/>
                    <a:pt x="73" y="566"/>
                  </a:cubicBezTo>
                  <a:cubicBezTo>
                    <a:pt x="63" y="571"/>
                    <a:pt x="57" y="582"/>
                    <a:pt x="61" y="599"/>
                  </a:cubicBezTo>
                  <a:cubicBezTo>
                    <a:pt x="66" y="616"/>
                    <a:pt x="86" y="639"/>
                    <a:pt x="98" y="654"/>
                  </a:cubicBezTo>
                  <a:cubicBezTo>
                    <a:pt x="109" y="669"/>
                    <a:pt x="125" y="673"/>
                    <a:pt x="145" y="666"/>
                  </a:cubicBezTo>
                  <a:cubicBezTo>
                    <a:pt x="165" y="658"/>
                    <a:pt x="194" y="636"/>
                    <a:pt x="200" y="629"/>
                  </a:cubicBezTo>
                  <a:cubicBezTo>
                    <a:pt x="206" y="622"/>
                    <a:pt x="202" y="609"/>
                    <a:pt x="205" y="603"/>
                  </a:cubicBezTo>
                  <a:cubicBezTo>
                    <a:pt x="207" y="596"/>
                    <a:pt x="216" y="592"/>
                    <a:pt x="224" y="590"/>
                  </a:cubicBezTo>
                  <a:close/>
                </a:path>
              </a:pathLst>
            </a:custGeom>
            <a:solidFill>
              <a:srgbClr val="D5A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5">
              <a:extLst>
                <a:ext uri="{FF2B5EF4-FFF2-40B4-BE49-F238E27FC236}">
                  <a16:creationId xmlns:a16="http://schemas.microsoft.com/office/drawing/2014/main" id="{C7DEC5B4-A06A-425F-A05D-57D1A1C08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213"/>
              <a:ext cx="413" cy="531"/>
            </a:xfrm>
            <a:custGeom>
              <a:avLst/>
              <a:gdLst>
                <a:gd name="T0" fmla="*/ 63 w 165"/>
                <a:gd name="T1" fmla="*/ 3781 h 199"/>
                <a:gd name="T2" fmla="*/ 783 w 165"/>
                <a:gd name="T3" fmla="*/ 2778 h 199"/>
                <a:gd name="T4" fmla="*/ 1209 w 165"/>
                <a:gd name="T5" fmla="*/ 2036 h 199"/>
                <a:gd name="T6" fmla="*/ 2368 w 165"/>
                <a:gd name="T7" fmla="*/ 934 h 199"/>
                <a:gd name="T8" fmla="*/ 2568 w 165"/>
                <a:gd name="T9" fmla="*/ 833 h 199"/>
                <a:gd name="T10" fmla="*/ 2588 w 165"/>
                <a:gd name="T11" fmla="*/ 798 h 199"/>
                <a:gd name="T12" fmla="*/ 1221 w 165"/>
                <a:gd name="T13" fmla="*/ 1161 h 199"/>
                <a:gd name="T14" fmla="*/ 488 w 165"/>
                <a:gd name="T15" fmla="*/ 1959 h 199"/>
                <a:gd name="T16" fmla="*/ 688 w 165"/>
                <a:gd name="T17" fmla="*/ 763 h 199"/>
                <a:gd name="T18" fmla="*/ 708 w 165"/>
                <a:gd name="T19" fmla="*/ 93 h 199"/>
                <a:gd name="T20" fmla="*/ 438 w 165"/>
                <a:gd name="T21" fmla="*/ 763 h 199"/>
                <a:gd name="T22" fmla="*/ 145 w 165"/>
                <a:gd name="T23" fmla="*/ 1900 h 199"/>
                <a:gd name="T24" fmla="*/ 50 w 165"/>
                <a:gd name="T25" fmla="*/ 3760 h 199"/>
                <a:gd name="T26" fmla="*/ 63 w 165"/>
                <a:gd name="T27" fmla="*/ 3781 h 19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5" h="199">
                  <a:moveTo>
                    <a:pt x="4" y="199"/>
                  </a:moveTo>
                  <a:cubicBezTo>
                    <a:pt x="18" y="174"/>
                    <a:pt x="46" y="150"/>
                    <a:pt x="50" y="146"/>
                  </a:cubicBezTo>
                  <a:cubicBezTo>
                    <a:pt x="55" y="141"/>
                    <a:pt x="57" y="133"/>
                    <a:pt x="77" y="107"/>
                  </a:cubicBezTo>
                  <a:cubicBezTo>
                    <a:pt x="97" y="81"/>
                    <a:pt x="130" y="62"/>
                    <a:pt x="151" y="49"/>
                  </a:cubicBezTo>
                  <a:cubicBezTo>
                    <a:pt x="156" y="47"/>
                    <a:pt x="160" y="45"/>
                    <a:pt x="164" y="44"/>
                  </a:cubicBezTo>
                  <a:cubicBezTo>
                    <a:pt x="165" y="42"/>
                    <a:pt x="165" y="42"/>
                    <a:pt x="165" y="42"/>
                  </a:cubicBezTo>
                  <a:cubicBezTo>
                    <a:pt x="142" y="2"/>
                    <a:pt x="108" y="31"/>
                    <a:pt x="78" y="61"/>
                  </a:cubicBezTo>
                  <a:cubicBezTo>
                    <a:pt x="59" y="78"/>
                    <a:pt x="37" y="91"/>
                    <a:pt x="31" y="103"/>
                  </a:cubicBezTo>
                  <a:cubicBezTo>
                    <a:pt x="30" y="95"/>
                    <a:pt x="43" y="52"/>
                    <a:pt x="44" y="40"/>
                  </a:cubicBezTo>
                  <a:cubicBezTo>
                    <a:pt x="45" y="30"/>
                    <a:pt x="50" y="0"/>
                    <a:pt x="45" y="5"/>
                  </a:cubicBezTo>
                  <a:cubicBezTo>
                    <a:pt x="41" y="8"/>
                    <a:pt x="35" y="26"/>
                    <a:pt x="28" y="40"/>
                  </a:cubicBezTo>
                  <a:cubicBezTo>
                    <a:pt x="21" y="55"/>
                    <a:pt x="13" y="67"/>
                    <a:pt x="9" y="100"/>
                  </a:cubicBezTo>
                  <a:cubicBezTo>
                    <a:pt x="3" y="133"/>
                    <a:pt x="0" y="196"/>
                    <a:pt x="3" y="198"/>
                  </a:cubicBezTo>
                  <a:lnTo>
                    <a:pt x="4" y="199"/>
                  </a:lnTo>
                  <a:close/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6">
              <a:extLst>
                <a:ext uri="{FF2B5EF4-FFF2-40B4-BE49-F238E27FC236}">
                  <a16:creationId xmlns:a16="http://schemas.microsoft.com/office/drawing/2014/main" id="{05F38A5C-866A-46CF-A252-229D8B2F3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65"/>
              <a:ext cx="336" cy="472"/>
            </a:xfrm>
            <a:custGeom>
              <a:avLst/>
              <a:gdLst>
                <a:gd name="T0" fmla="*/ 1873 w 134"/>
                <a:gd name="T1" fmla="*/ 1400 h 177"/>
                <a:gd name="T2" fmla="*/ 1936 w 134"/>
                <a:gd name="T3" fmla="*/ 776 h 177"/>
                <a:gd name="T4" fmla="*/ 2061 w 134"/>
                <a:gd name="T5" fmla="*/ 1101 h 177"/>
                <a:gd name="T6" fmla="*/ 1705 w 134"/>
                <a:gd name="T7" fmla="*/ 2957 h 177"/>
                <a:gd name="T8" fmla="*/ 1118 w 134"/>
                <a:gd name="T9" fmla="*/ 3357 h 177"/>
                <a:gd name="T10" fmla="*/ 975 w 134"/>
                <a:gd name="T11" fmla="*/ 3357 h 177"/>
                <a:gd name="T12" fmla="*/ 850 w 134"/>
                <a:gd name="T13" fmla="*/ 2731 h 177"/>
                <a:gd name="T14" fmla="*/ 868 w 134"/>
                <a:gd name="T15" fmla="*/ 2083 h 177"/>
                <a:gd name="T16" fmla="*/ 333 w 134"/>
                <a:gd name="T17" fmla="*/ 648 h 177"/>
                <a:gd name="T18" fmla="*/ 0 w 134"/>
                <a:gd name="T19" fmla="*/ 227 h 177"/>
                <a:gd name="T20" fmla="*/ 755 w 134"/>
                <a:gd name="T21" fmla="*/ 589 h 177"/>
                <a:gd name="T22" fmla="*/ 1402 w 134"/>
                <a:gd name="T23" fmla="*/ 2581 h 177"/>
                <a:gd name="T24" fmla="*/ 1873 w 134"/>
                <a:gd name="T25" fmla="*/ 1400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4" h="177">
                  <a:moveTo>
                    <a:pt x="119" y="74"/>
                  </a:moveTo>
                  <a:cubicBezTo>
                    <a:pt x="121" y="64"/>
                    <a:pt x="122" y="46"/>
                    <a:pt x="123" y="41"/>
                  </a:cubicBezTo>
                  <a:cubicBezTo>
                    <a:pt x="125" y="35"/>
                    <a:pt x="127" y="41"/>
                    <a:pt x="131" y="58"/>
                  </a:cubicBezTo>
                  <a:cubicBezTo>
                    <a:pt x="134" y="80"/>
                    <a:pt x="117" y="123"/>
                    <a:pt x="108" y="156"/>
                  </a:cubicBezTo>
                  <a:cubicBezTo>
                    <a:pt x="102" y="177"/>
                    <a:pt x="79" y="177"/>
                    <a:pt x="71" y="177"/>
                  </a:cubicBezTo>
                  <a:cubicBezTo>
                    <a:pt x="69" y="177"/>
                    <a:pt x="66" y="177"/>
                    <a:pt x="62" y="177"/>
                  </a:cubicBezTo>
                  <a:cubicBezTo>
                    <a:pt x="59" y="159"/>
                    <a:pt x="54" y="148"/>
                    <a:pt x="54" y="144"/>
                  </a:cubicBezTo>
                  <a:cubicBezTo>
                    <a:pt x="53" y="137"/>
                    <a:pt x="60" y="137"/>
                    <a:pt x="55" y="110"/>
                  </a:cubicBezTo>
                  <a:cubicBezTo>
                    <a:pt x="50" y="84"/>
                    <a:pt x="45" y="67"/>
                    <a:pt x="21" y="34"/>
                  </a:cubicBezTo>
                  <a:cubicBezTo>
                    <a:pt x="14" y="24"/>
                    <a:pt x="7" y="17"/>
                    <a:pt x="0" y="12"/>
                  </a:cubicBezTo>
                  <a:cubicBezTo>
                    <a:pt x="22" y="0"/>
                    <a:pt x="31" y="9"/>
                    <a:pt x="48" y="31"/>
                  </a:cubicBezTo>
                  <a:cubicBezTo>
                    <a:pt x="65" y="53"/>
                    <a:pt x="75" y="114"/>
                    <a:pt x="89" y="136"/>
                  </a:cubicBezTo>
                  <a:cubicBezTo>
                    <a:pt x="100" y="130"/>
                    <a:pt x="119" y="99"/>
                    <a:pt x="119" y="74"/>
                  </a:cubicBezTo>
                  <a:close/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7">
              <a:extLst>
                <a:ext uri="{FF2B5EF4-FFF2-40B4-BE49-F238E27FC236}">
                  <a16:creationId xmlns:a16="http://schemas.microsoft.com/office/drawing/2014/main" id="{9A836FFC-D5DF-436B-8BD8-1246E026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253"/>
              <a:ext cx="200" cy="478"/>
            </a:xfrm>
            <a:custGeom>
              <a:avLst/>
              <a:gdLst>
                <a:gd name="T0" fmla="*/ 1188 w 80"/>
                <a:gd name="T1" fmla="*/ 2096 h 179"/>
                <a:gd name="T2" fmla="*/ 1095 w 80"/>
                <a:gd name="T3" fmla="*/ 1370 h 179"/>
                <a:gd name="T4" fmla="*/ 1238 w 80"/>
                <a:gd name="T5" fmla="*/ 721 h 179"/>
                <a:gd name="T6" fmla="*/ 1033 w 80"/>
                <a:gd name="T7" fmla="*/ 1049 h 179"/>
                <a:gd name="T8" fmla="*/ 1000 w 80"/>
                <a:gd name="T9" fmla="*/ 649 h 179"/>
                <a:gd name="T10" fmla="*/ 770 w 80"/>
                <a:gd name="T11" fmla="*/ 764 h 179"/>
                <a:gd name="T12" fmla="*/ 458 w 80"/>
                <a:gd name="T13" fmla="*/ 0 h 179"/>
                <a:gd name="T14" fmla="*/ 458 w 80"/>
                <a:gd name="T15" fmla="*/ 93 h 179"/>
                <a:gd name="T16" fmla="*/ 458 w 80"/>
                <a:gd name="T17" fmla="*/ 93 h 179"/>
                <a:gd name="T18" fmla="*/ 438 w 80"/>
                <a:gd name="T19" fmla="*/ 115 h 179"/>
                <a:gd name="T20" fmla="*/ 238 w 80"/>
                <a:gd name="T21" fmla="*/ 1447 h 179"/>
                <a:gd name="T22" fmla="*/ 0 w 80"/>
                <a:gd name="T23" fmla="*/ 2553 h 179"/>
                <a:gd name="T24" fmla="*/ 345 w 80"/>
                <a:gd name="T25" fmla="*/ 3258 h 179"/>
                <a:gd name="T26" fmla="*/ 813 w 80"/>
                <a:gd name="T27" fmla="*/ 3330 h 179"/>
                <a:gd name="T28" fmla="*/ 833 w 80"/>
                <a:gd name="T29" fmla="*/ 3386 h 179"/>
                <a:gd name="T30" fmla="*/ 1188 w 80"/>
                <a:gd name="T31" fmla="*/ 2096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179">
                  <a:moveTo>
                    <a:pt x="76" y="110"/>
                  </a:moveTo>
                  <a:cubicBezTo>
                    <a:pt x="75" y="97"/>
                    <a:pt x="69" y="87"/>
                    <a:pt x="70" y="72"/>
                  </a:cubicBezTo>
                  <a:cubicBezTo>
                    <a:pt x="71" y="60"/>
                    <a:pt x="76" y="49"/>
                    <a:pt x="79" y="38"/>
                  </a:cubicBezTo>
                  <a:cubicBezTo>
                    <a:pt x="74" y="43"/>
                    <a:pt x="70" y="49"/>
                    <a:pt x="66" y="55"/>
                  </a:cubicBezTo>
                  <a:cubicBezTo>
                    <a:pt x="65" y="48"/>
                    <a:pt x="67" y="41"/>
                    <a:pt x="64" y="34"/>
                  </a:cubicBezTo>
                  <a:cubicBezTo>
                    <a:pt x="59" y="35"/>
                    <a:pt x="54" y="39"/>
                    <a:pt x="49" y="40"/>
                  </a:cubicBezTo>
                  <a:cubicBezTo>
                    <a:pt x="49" y="25"/>
                    <a:pt x="39" y="12"/>
                    <a:pt x="29" y="0"/>
                  </a:cubicBezTo>
                  <a:cubicBezTo>
                    <a:pt x="29" y="1"/>
                    <a:pt x="29" y="3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6"/>
                    <a:pt x="28" y="6"/>
                  </a:cubicBezTo>
                  <a:cubicBezTo>
                    <a:pt x="27" y="30"/>
                    <a:pt x="21" y="56"/>
                    <a:pt x="15" y="76"/>
                  </a:cubicBezTo>
                  <a:cubicBezTo>
                    <a:pt x="8" y="99"/>
                    <a:pt x="0" y="117"/>
                    <a:pt x="0" y="134"/>
                  </a:cubicBezTo>
                  <a:cubicBezTo>
                    <a:pt x="1" y="150"/>
                    <a:pt x="6" y="164"/>
                    <a:pt x="22" y="171"/>
                  </a:cubicBezTo>
                  <a:cubicBezTo>
                    <a:pt x="38" y="178"/>
                    <a:pt x="43" y="179"/>
                    <a:pt x="52" y="175"/>
                  </a:cubicBezTo>
                  <a:cubicBezTo>
                    <a:pt x="52" y="176"/>
                    <a:pt x="52" y="177"/>
                    <a:pt x="53" y="178"/>
                  </a:cubicBezTo>
                  <a:cubicBezTo>
                    <a:pt x="71" y="160"/>
                    <a:pt x="80" y="134"/>
                    <a:pt x="76" y="110"/>
                  </a:cubicBezTo>
                  <a:close/>
                </a:path>
              </a:pathLst>
            </a:custGeom>
            <a:solidFill>
              <a:srgbClr val="FCE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8">
              <a:extLst>
                <a:ext uri="{FF2B5EF4-FFF2-40B4-BE49-F238E27FC236}">
                  <a16:creationId xmlns:a16="http://schemas.microsoft.com/office/drawing/2014/main" id="{7E6A1458-5C5C-4D03-B473-0B1468226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421"/>
              <a:ext cx="270" cy="478"/>
            </a:xfrm>
            <a:custGeom>
              <a:avLst/>
              <a:gdLst>
                <a:gd name="T0" fmla="*/ 1688 w 108"/>
                <a:gd name="T1" fmla="*/ 956 h 179"/>
                <a:gd name="T2" fmla="*/ 1333 w 108"/>
                <a:gd name="T3" fmla="*/ 1333 h 179"/>
                <a:gd name="T4" fmla="*/ 1175 w 108"/>
                <a:gd name="T5" fmla="*/ 1071 h 179"/>
                <a:gd name="T6" fmla="*/ 813 w 108"/>
                <a:gd name="T7" fmla="*/ 0 h 179"/>
                <a:gd name="T8" fmla="*/ 813 w 108"/>
                <a:gd name="T9" fmla="*/ 192 h 179"/>
                <a:gd name="T10" fmla="*/ 395 w 108"/>
                <a:gd name="T11" fmla="*/ 1503 h 179"/>
                <a:gd name="T12" fmla="*/ 83 w 108"/>
                <a:gd name="T13" fmla="*/ 2839 h 179"/>
                <a:gd name="T14" fmla="*/ 250 w 108"/>
                <a:gd name="T15" fmla="*/ 3351 h 179"/>
                <a:gd name="T16" fmla="*/ 363 w 108"/>
                <a:gd name="T17" fmla="*/ 3317 h 179"/>
                <a:gd name="T18" fmla="*/ 1270 w 108"/>
                <a:gd name="T19" fmla="*/ 2553 h 179"/>
                <a:gd name="T20" fmla="*/ 1675 w 108"/>
                <a:gd name="T21" fmla="*/ 1127 h 179"/>
                <a:gd name="T22" fmla="*/ 1688 w 108"/>
                <a:gd name="T23" fmla="*/ 956 h 1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8" h="179">
                  <a:moveTo>
                    <a:pt x="108" y="50"/>
                  </a:moveTo>
                  <a:cubicBezTo>
                    <a:pt x="102" y="58"/>
                    <a:pt x="96" y="70"/>
                    <a:pt x="85" y="70"/>
                  </a:cubicBezTo>
                  <a:cubicBezTo>
                    <a:pt x="86" y="67"/>
                    <a:pt x="75" y="59"/>
                    <a:pt x="75" y="56"/>
                  </a:cubicBezTo>
                  <a:cubicBezTo>
                    <a:pt x="59" y="63"/>
                    <a:pt x="57" y="12"/>
                    <a:pt x="52" y="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3" y="32"/>
                    <a:pt x="39" y="62"/>
                    <a:pt x="25" y="79"/>
                  </a:cubicBezTo>
                  <a:cubicBezTo>
                    <a:pt x="7" y="101"/>
                    <a:pt x="0" y="118"/>
                    <a:pt x="5" y="149"/>
                  </a:cubicBezTo>
                  <a:cubicBezTo>
                    <a:pt x="7" y="161"/>
                    <a:pt x="9" y="170"/>
                    <a:pt x="16" y="176"/>
                  </a:cubicBezTo>
                  <a:cubicBezTo>
                    <a:pt x="18" y="175"/>
                    <a:pt x="21" y="174"/>
                    <a:pt x="23" y="174"/>
                  </a:cubicBezTo>
                  <a:cubicBezTo>
                    <a:pt x="36" y="179"/>
                    <a:pt x="70" y="152"/>
                    <a:pt x="81" y="134"/>
                  </a:cubicBezTo>
                  <a:cubicBezTo>
                    <a:pt x="91" y="117"/>
                    <a:pt x="97" y="86"/>
                    <a:pt x="107" y="59"/>
                  </a:cubicBezTo>
                  <a:cubicBezTo>
                    <a:pt x="108" y="56"/>
                    <a:pt x="108" y="53"/>
                    <a:pt x="108" y="50"/>
                  </a:cubicBezTo>
                  <a:close/>
                </a:path>
              </a:pathLst>
            </a:custGeom>
            <a:solidFill>
              <a:srgbClr val="FCE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9">
              <a:extLst>
                <a:ext uri="{FF2B5EF4-FFF2-40B4-BE49-F238E27FC236}">
                  <a16:creationId xmlns:a16="http://schemas.microsoft.com/office/drawing/2014/main" id="{17670095-CF8D-4C10-93CF-FAD99CF3C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504"/>
              <a:ext cx="212" cy="227"/>
            </a:xfrm>
            <a:custGeom>
              <a:avLst/>
              <a:gdLst>
                <a:gd name="T0" fmla="*/ 342 w 85"/>
                <a:gd name="T1" fmla="*/ 35 h 85"/>
                <a:gd name="T2" fmla="*/ 312 w 85"/>
                <a:gd name="T3" fmla="*/ 1354 h 85"/>
                <a:gd name="T4" fmla="*/ 995 w 85"/>
                <a:gd name="T5" fmla="*/ 1413 h 85"/>
                <a:gd name="T6" fmla="*/ 1257 w 85"/>
                <a:gd name="T7" fmla="*/ 876 h 85"/>
                <a:gd name="T8" fmla="*/ 1132 w 85"/>
                <a:gd name="T9" fmla="*/ 248 h 85"/>
                <a:gd name="T10" fmla="*/ 666 w 85"/>
                <a:gd name="T11" fmla="*/ 379 h 85"/>
                <a:gd name="T12" fmla="*/ 436 w 85"/>
                <a:gd name="T13" fmla="*/ 56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85">
                  <a:moveTo>
                    <a:pt x="22" y="2"/>
                  </a:moveTo>
                  <a:cubicBezTo>
                    <a:pt x="0" y="16"/>
                    <a:pt x="2" y="53"/>
                    <a:pt x="20" y="71"/>
                  </a:cubicBezTo>
                  <a:cubicBezTo>
                    <a:pt x="30" y="81"/>
                    <a:pt x="50" y="85"/>
                    <a:pt x="64" y="74"/>
                  </a:cubicBezTo>
                  <a:cubicBezTo>
                    <a:pt x="69" y="70"/>
                    <a:pt x="78" y="59"/>
                    <a:pt x="81" y="46"/>
                  </a:cubicBezTo>
                  <a:cubicBezTo>
                    <a:pt x="85" y="32"/>
                    <a:pt x="83" y="17"/>
                    <a:pt x="73" y="13"/>
                  </a:cubicBezTo>
                  <a:cubicBezTo>
                    <a:pt x="66" y="10"/>
                    <a:pt x="51" y="22"/>
                    <a:pt x="43" y="20"/>
                  </a:cubicBezTo>
                  <a:cubicBezTo>
                    <a:pt x="32" y="18"/>
                    <a:pt x="41" y="0"/>
                    <a:pt x="28" y="3"/>
                  </a:cubicBezTo>
                </a:path>
              </a:pathLst>
            </a:custGeom>
            <a:solidFill>
              <a:srgbClr val="F2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10">
              <a:extLst>
                <a:ext uri="{FF2B5EF4-FFF2-40B4-BE49-F238E27FC236}">
                  <a16:creationId xmlns:a16="http://schemas.microsoft.com/office/drawing/2014/main" id="{C383A31B-C9B3-4A75-BC95-EBDBA051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51"/>
              <a:ext cx="217" cy="248"/>
            </a:xfrm>
            <a:custGeom>
              <a:avLst/>
              <a:gdLst>
                <a:gd name="T0" fmla="*/ 541 w 87"/>
                <a:gd name="T1" fmla="*/ 56 h 93"/>
                <a:gd name="T2" fmla="*/ 0 w 87"/>
                <a:gd name="T3" fmla="*/ 533 h 93"/>
                <a:gd name="T4" fmla="*/ 187 w 87"/>
                <a:gd name="T5" fmla="*/ 1613 h 93"/>
                <a:gd name="T6" fmla="*/ 883 w 87"/>
                <a:gd name="T7" fmla="*/ 1331 h 93"/>
                <a:gd name="T8" fmla="*/ 1225 w 87"/>
                <a:gd name="T9" fmla="*/ 477 h 93"/>
                <a:gd name="T10" fmla="*/ 933 w 87"/>
                <a:gd name="T11" fmla="*/ 307 h 93"/>
                <a:gd name="T12" fmla="*/ 604 w 87"/>
                <a:gd name="T13" fmla="*/ 136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93">
                  <a:moveTo>
                    <a:pt x="35" y="3"/>
                  </a:moveTo>
                  <a:cubicBezTo>
                    <a:pt x="14" y="0"/>
                    <a:pt x="0" y="7"/>
                    <a:pt x="0" y="28"/>
                  </a:cubicBezTo>
                  <a:cubicBezTo>
                    <a:pt x="0" y="42"/>
                    <a:pt x="0" y="76"/>
                    <a:pt x="12" y="85"/>
                  </a:cubicBezTo>
                  <a:cubicBezTo>
                    <a:pt x="23" y="93"/>
                    <a:pt x="49" y="77"/>
                    <a:pt x="57" y="70"/>
                  </a:cubicBezTo>
                  <a:cubicBezTo>
                    <a:pt x="69" y="61"/>
                    <a:pt x="87" y="41"/>
                    <a:pt x="79" y="25"/>
                  </a:cubicBezTo>
                  <a:cubicBezTo>
                    <a:pt x="74" y="16"/>
                    <a:pt x="70" y="18"/>
                    <a:pt x="60" y="16"/>
                  </a:cubicBezTo>
                  <a:cubicBezTo>
                    <a:pt x="52" y="15"/>
                    <a:pt x="47" y="8"/>
                    <a:pt x="39" y="7"/>
                  </a:cubicBezTo>
                </a:path>
              </a:pathLst>
            </a:custGeom>
            <a:solidFill>
              <a:srgbClr val="F2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11">
              <a:extLst>
                <a:ext uri="{FF2B5EF4-FFF2-40B4-BE49-F238E27FC236}">
                  <a16:creationId xmlns:a16="http://schemas.microsoft.com/office/drawing/2014/main" id="{2E4E6A98-BD0D-443B-B0C0-8DC41C30D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539"/>
              <a:ext cx="97" cy="168"/>
            </a:xfrm>
            <a:custGeom>
              <a:avLst/>
              <a:gdLst>
                <a:gd name="T0" fmla="*/ 187 w 39"/>
                <a:gd name="T1" fmla="*/ 0 h 63"/>
                <a:gd name="T2" fmla="*/ 12 w 39"/>
                <a:gd name="T3" fmla="*/ 683 h 63"/>
                <a:gd name="T4" fmla="*/ 341 w 39"/>
                <a:gd name="T5" fmla="*/ 1003 h 63"/>
                <a:gd name="T6" fmla="*/ 570 w 39"/>
                <a:gd name="T7" fmla="*/ 285 h 63"/>
                <a:gd name="T8" fmla="*/ 495 w 39"/>
                <a:gd name="T9" fmla="*/ 77 h 63"/>
                <a:gd name="T10" fmla="*/ 291 w 39"/>
                <a:gd name="T11" fmla="*/ 77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3">
                  <a:moveTo>
                    <a:pt x="12" y="0"/>
                  </a:moveTo>
                  <a:cubicBezTo>
                    <a:pt x="4" y="8"/>
                    <a:pt x="0" y="26"/>
                    <a:pt x="1" y="36"/>
                  </a:cubicBezTo>
                  <a:cubicBezTo>
                    <a:pt x="2" y="47"/>
                    <a:pt x="8" y="63"/>
                    <a:pt x="22" y="53"/>
                  </a:cubicBezTo>
                  <a:cubicBezTo>
                    <a:pt x="34" y="44"/>
                    <a:pt x="39" y="30"/>
                    <a:pt x="37" y="15"/>
                  </a:cubicBezTo>
                  <a:cubicBezTo>
                    <a:pt x="37" y="12"/>
                    <a:pt x="35" y="5"/>
                    <a:pt x="32" y="4"/>
                  </a:cubicBezTo>
                  <a:cubicBezTo>
                    <a:pt x="27" y="3"/>
                    <a:pt x="24" y="11"/>
                    <a:pt x="19" y="4"/>
                  </a:cubicBezTo>
                </a:path>
              </a:pathLst>
            </a:custGeom>
            <a:solidFill>
              <a:srgbClr val="DE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12">
              <a:extLst>
                <a:ext uri="{FF2B5EF4-FFF2-40B4-BE49-F238E27FC236}">
                  <a16:creationId xmlns:a16="http://schemas.microsoft.com/office/drawing/2014/main" id="{E0FB16F3-0B2C-4D5A-8CF7-16DD93D0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659"/>
              <a:ext cx="127" cy="216"/>
            </a:xfrm>
            <a:custGeom>
              <a:avLst/>
              <a:gdLst>
                <a:gd name="T0" fmla="*/ 371 w 51"/>
                <a:gd name="T1" fmla="*/ 0 h 81"/>
                <a:gd name="T2" fmla="*/ 321 w 51"/>
                <a:gd name="T3" fmla="*/ 605 h 81"/>
                <a:gd name="T4" fmla="*/ 92 w 51"/>
                <a:gd name="T5" fmla="*/ 1365 h 81"/>
                <a:gd name="T6" fmla="*/ 662 w 51"/>
                <a:gd name="T7" fmla="*/ 947 h 81"/>
                <a:gd name="T8" fmla="*/ 712 w 51"/>
                <a:gd name="T9" fmla="*/ 285 h 81"/>
                <a:gd name="T10" fmla="*/ 570 w 51"/>
                <a:gd name="T11" fmla="*/ 22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81">
                  <a:moveTo>
                    <a:pt x="24" y="0"/>
                  </a:moveTo>
                  <a:cubicBezTo>
                    <a:pt x="21" y="1"/>
                    <a:pt x="22" y="27"/>
                    <a:pt x="21" y="32"/>
                  </a:cubicBezTo>
                  <a:cubicBezTo>
                    <a:pt x="19" y="41"/>
                    <a:pt x="0" y="63"/>
                    <a:pt x="6" y="72"/>
                  </a:cubicBezTo>
                  <a:cubicBezTo>
                    <a:pt x="14" y="81"/>
                    <a:pt x="40" y="57"/>
                    <a:pt x="43" y="50"/>
                  </a:cubicBezTo>
                  <a:cubicBezTo>
                    <a:pt x="46" y="41"/>
                    <a:pt x="51" y="23"/>
                    <a:pt x="46" y="15"/>
                  </a:cubicBezTo>
                  <a:cubicBezTo>
                    <a:pt x="43" y="13"/>
                    <a:pt x="39" y="15"/>
                    <a:pt x="37" y="12"/>
                  </a:cubicBezTo>
                </a:path>
              </a:pathLst>
            </a:custGeom>
            <a:solidFill>
              <a:srgbClr val="DE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13">
              <a:extLst>
                <a:ext uri="{FF2B5EF4-FFF2-40B4-BE49-F238E27FC236}">
                  <a16:creationId xmlns:a16="http://schemas.microsoft.com/office/drawing/2014/main" id="{D3B30C8D-89A0-4189-B95B-84B616F16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544"/>
              <a:ext cx="33" cy="120"/>
            </a:xfrm>
            <a:custGeom>
              <a:avLst/>
              <a:gdLst>
                <a:gd name="T0" fmla="*/ 129 w 13"/>
                <a:gd name="T1" fmla="*/ 0 h 45"/>
                <a:gd name="T2" fmla="*/ 160 w 13"/>
                <a:gd name="T3" fmla="*/ 853 h 45"/>
                <a:gd name="T4" fmla="*/ 129 w 13"/>
                <a:gd name="T5" fmla="*/ 456 h 45"/>
                <a:gd name="T6" fmla="*/ 213 w 13"/>
                <a:gd name="T7" fmla="*/ 3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5">
                  <a:moveTo>
                    <a:pt x="8" y="0"/>
                  </a:moveTo>
                  <a:cubicBezTo>
                    <a:pt x="0" y="16"/>
                    <a:pt x="4" y="30"/>
                    <a:pt x="10" y="45"/>
                  </a:cubicBezTo>
                  <a:cubicBezTo>
                    <a:pt x="12" y="39"/>
                    <a:pt x="8" y="31"/>
                    <a:pt x="8" y="24"/>
                  </a:cubicBezTo>
                  <a:cubicBezTo>
                    <a:pt x="8" y="16"/>
                    <a:pt x="11" y="9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14">
              <a:extLst>
                <a:ext uri="{FF2B5EF4-FFF2-40B4-BE49-F238E27FC236}">
                  <a16:creationId xmlns:a16="http://schemas.microsoft.com/office/drawing/2014/main" id="{F0874966-D44B-452A-AE0B-B043CABA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555"/>
              <a:ext cx="35" cy="112"/>
            </a:xfrm>
            <a:custGeom>
              <a:avLst/>
              <a:gdLst>
                <a:gd name="T0" fmla="*/ 83 w 14"/>
                <a:gd name="T1" fmla="*/ 0 h 42"/>
                <a:gd name="T2" fmla="*/ 0 w 14"/>
                <a:gd name="T3" fmla="*/ 797 h 42"/>
                <a:gd name="T4" fmla="*/ 83 w 14"/>
                <a:gd name="T5" fmla="*/ 11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5" y="0"/>
                  </a:moveTo>
                  <a:cubicBezTo>
                    <a:pt x="14" y="10"/>
                    <a:pt x="10" y="34"/>
                    <a:pt x="0" y="42"/>
                  </a:cubicBezTo>
                  <a:cubicBezTo>
                    <a:pt x="6" y="32"/>
                    <a:pt x="5" y="16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15">
              <a:extLst>
                <a:ext uri="{FF2B5EF4-FFF2-40B4-BE49-F238E27FC236}">
                  <a16:creationId xmlns:a16="http://schemas.microsoft.com/office/drawing/2014/main" id="{248A2282-1D7A-420D-B3B9-DAB012CF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677"/>
              <a:ext cx="32" cy="171"/>
            </a:xfrm>
            <a:custGeom>
              <a:avLst/>
              <a:gdLst>
                <a:gd name="T0" fmla="*/ 194 w 13"/>
                <a:gd name="T1" fmla="*/ 0 h 64"/>
                <a:gd name="T2" fmla="*/ 42 w 13"/>
                <a:gd name="T3" fmla="*/ 436 h 64"/>
                <a:gd name="T4" fmla="*/ 103 w 13"/>
                <a:gd name="T5" fmla="*/ 1221 h 64"/>
                <a:gd name="T6" fmla="*/ 121 w 13"/>
                <a:gd name="T7" fmla="*/ 307 h 64"/>
                <a:gd name="T8" fmla="*/ 194 w 1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4">
                  <a:moveTo>
                    <a:pt x="13" y="0"/>
                  </a:moveTo>
                  <a:cubicBezTo>
                    <a:pt x="4" y="10"/>
                    <a:pt x="0" y="10"/>
                    <a:pt x="3" y="23"/>
                  </a:cubicBezTo>
                  <a:cubicBezTo>
                    <a:pt x="5" y="36"/>
                    <a:pt x="6" y="58"/>
                    <a:pt x="7" y="64"/>
                  </a:cubicBezTo>
                  <a:cubicBezTo>
                    <a:pt x="10" y="48"/>
                    <a:pt x="7" y="21"/>
                    <a:pt x="8" y="16"/>
                  </a:cubicBezTo>
                  <a:cubicBezTo>
                    <a:pt x="9" y="11"/>
                    <a:pt x="10" y="4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16">
              <a:extLst>
                <a:ext uri="{FF2B5EF4-FFF2-40B4-BE49-F238E27FC236}">
                  <a16:creationId xmlns:a16="http://schemas.microsoft.com/office/drawing/2014/main" id="{FE4F6FB3-E8BD-4EB4-AF9E-DE6D56D34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728"/>
              <a:ext cx="78" cy="107"/>
            </a:xfrm>
            <a:custGeom>
              <a:avLst/>
              <a:gdLst>
                <a:gd name="T0" fmla="*/ 317 w 31"/>
                <a:gd name="T1" fmla="*/ 0 h 40"/>
                <a:gd name="T2" fmla="*/ 0 w 31"/>
                <a:gd name="T3" fmla="*/ 765 h 40"/>
                <a:gd name="T4" fmla="*/ 317 w 31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0">
                  <a:moveTo>
                    <a:pt x="20" y="0"/>
                  </a:moveTo>
                  <a:cubicBezTo>
                    <a:pt x="24" y="9"/>
                    <a:pt x="12" y="31"/>
                    <a:pt x="0" y="40"/>
                  </a:cubicBezTo>
                  <a:cubicBezTo>
                    <a:pt x="21" y="26"/>
                    <a:pt x="31" y="1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17">
              <a:extLst>
                <a:ext uri="{FF2B5EF4-FFF2-40B4-BE49-F238E27FC236}">
                  <a16:creationId xmlns:a16="http://schemas.microsoft.com/office/drawing/2014/main" id="{48FAE21B-3072-4441-B21B-C36C65B19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376"/>
              <a:ext cx="98" cy="184"/>
            </a:xfrm>
            <a:custGeom>
              <a:avLst/>
              <a:gdLst>
                <a:gd name="T0" fmla="*/ 588 w 39"/>
                <a:gd name="T1" fmla="*/ 171 h 69"/>
                <a:gd name="T2" fmla="*/ 538 w 39"/>
                <a:gd name="T3" fmla="*/ 717 h 69"/>
                <a:gd name="T4" fmla="*/ 538 w 39"/>
                <a:gd name="T5" fmla="*/ 1059 h 69"/>
                <a:gd name="T6" fmla="*/ 304 w 39"/>
                <a:gd name="T7" fmla="*/ 1216 h 69"/>
                <a:gd name="T8" fmla="*/ 0 w 39"/>
                <a:gd name="T9" fmla="*/ 989 h 69"/>
                <a:gd name="T10" fmla="*/ 239 w 39"/>
                <a:gd name="T11" fmla="*/ 1059 h 69"/>
                <a:gd name="T12" fmla="*/ 397 w 39"/>
                <a:gd name="T13" fmla="*/ 760 h 69"/>
                <a:gd name="T14" fmla="*/ 442 w 39"/>
                <a:gd name="T15" fmla="*/ 285 h 69"/>
                <a:gd name="T16" fmla="*/ 505 w 39"/>
                <a:gd name="T17" fmla="*/ 0 h 69"/>
                <a:gd name="T18" fmla="*/ 538 w 39"/>
                <a:gd name="T19" fmla="*/ 307 h 69"/>
                <a:gd name="T20" fmla="*/ 568 w 39"/>
                <a:gd name="T21" fmla="*/ 28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9">
                  <a:moveTo>
                    <a:pt x="37" y="9"/>
                  </a:moveTo>
                  <a:cubicBezTo>
                    <a:pt x="34" y="19"/>
                    <a:pt x="33" y="27"/>
                    <a:pt x="34" y="38"/>
                  </a:cubicBezTo>
                  <a:cubicBezTo>
                    <a:pt x="35" y="45"/>
                    <a:pt x="39" y="52"/>
                    <a:pt x="34" y="56"/>
                  </a:cubicBezTo>
                  <a:cubicBezTo>
                    <a:pt x="31" y="59"/>
                    <a:pt x="23" y="63"/>
                    <a:pt x="19" y="64"/>
                  </a:cubicBezTo>
                  <a:cubicBezTo>
                    <a:pt x="7" y="69"/>
                    <a:pt x="6" y="59"/>
                    <a:pt x="0" y="52"/>
                  </a:cubicBezTo>
                  <a:cubicBezTo>
                    <a:pt x="3" y="56"/>
                    <a:pt x="9" y="57"/>
                    <a:pt x="15" y="56"/>
                  </a:cubicBezTo>
                  <a:cubicBezTo>
                    <a:pt x="23" y="53"/>
                    <a:pt x="25" y="48"/>
                    <a:pt x="25" y="40"/>
                  </a:cubicBezTo>
                  <a:cubicBezTo>
                    <a:pt x="25" y="31"/>
                    <a:pt x="26" y="24"/>
                    <a:pt x="28" y="15"/>
                  </a:cubicBezTo>
                  <a:cubicBezTo>
                    <a:pt x="29" y="11"/>
                    <a:pt x="29" y="4"/>
                    <a:pt x="32" y="0"/>
                  </a:cubicBezTo>
                  <a:cubicBezTo>
                    <a:pt x="28" y="4"/>
                    <a:pt x="33" y="12"/>
                    <a:pt x="34" y="16"/>
                  </a:cubicBezTo>
                  <a:cubicBezTo>
                    <a:pt x="34" y="16"/>
                    <a:pt x="35" y="15"/>
                    <a:pt x="36" y="15"/>
                  </a:cubicBezTo>
                </a:path>
              </a:pathLst>
            </a:custGeom>
            <a:solidFill>
              <a:srgbClr val="FA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18">
              <a:extLst>
                <a:ext uri="{FF2B5EF4-FFF2-40B4-BE49-F238E27FC236}">
                  <a16:creationId xmlns:a16="http://schemas.microsoft.com/office/drawing/2014/main" id="{4213D590-89D9-4E90-9080-36AFD723D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595"/>
              <a:ext cx="125" cy="112"/>
            </a:xfrm>
            <a:custGeom>
              <a:avLst/>
              <a:gdLst>
                <a:gd name="T0" fmla="*/ 0 w 50"/>
                <a:gd name="T1" fmla="*/ 491 h 42"/>
                <a:gd name="T2" fmla="*/ 363 w 50"/>
                <a:gd name="T3" fmla="*/ 627 h 42"/>
                <a:gd name="T4" fmla="*/ 645 w 50"/>
                <a:gd name="T5" fmla="*/ 797 h 42"/>
                <a:gd name="T6" fmla="*/ 783 w 50"/>
                <a:gd name="T7" fmla="*/ 115 h 42"/>
                <a:gd name="T8" fmla="*/ 583 w 50"/>
                <a:gd name="T9" fmla="*/ 205 h 42"/>
                <a:gd name="T10" fmla="*/ 408 w 50"/>
                <a:gd name="T11" fmla="*/ 35 h 42"/>
                <a:gd name="T12" fmla="*/ 250 w 50"/>
                <a:gd name="T13" fmla="*/ 54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2">
                  <a:moveTo>
                    <a:pt x="0" y="26"/>
                  </a:moveTo>
                  <a:cubicBezTo>
                    <a:pt x="7" y="35"/>
                    <a:pt x="14" y="33"/>
                    <a:pt x="23" y="33"/>
                  </a:cubicBezTo>
                  <a:cubicBezTo>
                    <a:pt x="29" y="32"/>
                    <a:pt x="39" y="35"/>
                    <a:pt x="41" y="42"/>
                  </a:cubicBezTo>
                  <a:cubicBezTo>
                    <a:pt x="45" y="30"/>
                    <a:pt x="47" y="17"/>
                    <a:pt x="50" y="6"/>
                  </a:cubicBezTo>
                  <a:cubicBezTo>
                    <a:pt x="48" y="11"/>
                    <a:pt x="44" y="15"/>
                    <a:pt x="37" y="11"/>
                  </a:cubicBezTo>
                  <a:cubicBezTo>
                    <a:pt x="33" y="9"/>
                    <a:pt x="30" y="0"/>
                    <a:pt x="26" y="2"/>
                  </a:cubicBezTo>
                  <a:cubicBezTo>
                    <a:pt x="30" y="16"/>
                    <a:pt x="36" y="29"/>
                    <a:pt x="16" y="29"/>
                  </a:cubicBezTo>
                </a:path>
              </a:pathLst>
            </a:custGeom>
            <a:solidFill>
              <a:srgbClr val="FA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19">
              <a:extLst>
                <a:ext uri="{FF2B5EF4-FFF2-40B4-BE49-F238E27FC236}">
                  <a16:creationId xmlns:a16="http://schemas.microsoft.com/office/drawing/2014/main" id="{9C28C146-E5A6-4F50-BB9F-640FBDDE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781"/>
              <a:ext cx="200" cy="664"/>
            </a:xfrm>
            <a:custGeom>
              <a:avLst/>
              <a:gdLst>
                <a:gd name="T0" fmla="*/ 1175 w 80"/>
                <a:gd name="T1" fmla="*/ 115 h 249"/>
                <a:gd name="T2" fmla="*/ 1113 w 80"/>
                <a:gd name="T3" fmla="*/ 2595 h 249"/>
                <a:gd name="T4" fmla="*/ 750 w 80"/>
                <a:gd name="T5" fmla="*/ 3528 h 249"/>
                <a:gd name="T6" fmla="*/ 488 w 80"/>
                <a:gd name="T7" fmla="*/ 3960 h 249"/>
                <a:gd name="T8" fmla="*/ 0 w 80"/>
                <a:gd name="T9" fmla="*/ 4723 h 249"/>
                <a:gd name="T10" fmla="*/ 625 w 80"/>
                <a:gd name="T11" fmla="*/ 3093 h 249"/>
                <a:gd name="T12" fmla="*/ 583 w 80"/>
                <a:gd name="T13" fmla="*/ 2163 h 249"/>
                <a:gd name="T14" fmla="*/ 188 w 80"/>
                <a:gd name="T15" fmla="*/ 2219 h 249"/>
                <a:gd name="T16" fmla="*/ 238 w 80"/>
                <a:gd name="T17" fmla="*/ 1821 h 249"/>
                <a:gd name="T18" fmla="*/ 208 w 80"/>
                <a:gd name="T19" fmla="*/ 1501 h 249"/>
                <a:gd name="T20" fmla="*/ 470 w 80"/>
                <a:gd name="T21" fmla="*/ 931 h 249"/>
                <a:gd name="T22" fmla="*/ 833 w 80"/>
                <a:gd name="T23" fmla="*/ 512 h 249"/>
                <a:gd name="T24" fmla="*/ 1083 w 80"/>
                <a:gd name="T25" fmla="*/ 0 h 249"/>
                <a:gd name="T26" fmla="*/ 1145 w 80"/>
                <a:gd name="T27" fmla="*/ 0 h 2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0" h="249">
                  <a:moveTo>
                    <a:pt x="75" y="6"/>
                  </a:moveTo>
                  <a:cubicBezTo>
                    <a:pt x="78" y="48"/>
                    <a:pt x="80" y="96"/>
                    <a:pt x="71" y="137"/>
                  </a:cubicBezTo>
                  <a:cubicBezTo>
                    <a:pt x="68" y="156"/>
                    <a:pt x="56" y="169"/>
                    <a:pt x="48" y="186"/>
                  </a:cubicBezTo>
                  <a:cubicBezTo>
                    <a:pt x="43" y="196"/>
                    <a:pt x="39" y="201"/>
                    <a:pt x="31" y="209"/>
                  </a:cubicBezTo>
                  <a:cubicBezTo>
                    <a:pt x="19" y="221"/>
                    <a:pt x="12" y="238"/>
                    <a:pt x="0" y="249"/>
                  </a:cubicBezTo>
                  <a:cubicBezTo>
                    <a:pt x="12" y="218"/>
                    <a:pt x="43" y="198"/>
                    <a:pt x="40" y="163"/>
                  </a:cubicBezTo>
                  <a:cubicBezTo>
                    <a:pt x="39" y="146"/>
                    <a:pt x="47" y="129"/>
                    <a:pt x="37" y="114"/>
                  </a:cubicBezTo>
                  <a:cubicBezTo>
                    <a:pt x="25" y="94"/>
                    <a:pt x="25" y="113"/>
                    <a:pt x="12" y="117"/>
                  </a:cubicBezTo>
                  <a:cubicBezTo>
                    <a:pt x="11" y="109"/>
                    <a:pt x="15" y="103"/>
                    <a:pt x="15" y="96"/>
                  </a:cubicBezTo>
                  <a:cubicBezTo>
                    <a:pt x="16" y="90"/>
                    <a:pt x="12" y="86"/>
                    <a:pt x="13" y="79"/>
                  </a:cubicBezTo>
                  <a:cubicBezTo>
                    <a:pt x="15" y="69"/>
                    <a:pt x="22" y="55"/>
                    <a:pt x="30" y="49"/>
                  </a:cubicBezTo>
                  <a:cubicBezTo>
                    <a:pt x="40" y="40"/>
                    <a:pt x="46" y="39"/>
                    <a:pt x="53" y="27"/>
                  </a:cubicBezTo>
                  <a:cubicBezTo>
                    <a:pt x="57" y="19"/>
                    <a:pt x="71" y="9"/>
                    <a:pt x="69" y="0"/>
                  </a:cubicBezTo>
                  <a:cubicBezTo>
                    <a:pt x="70" y="0"/>
                    <a:pt x="71" y="0"/>
                    <a:pt x="73" y="0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20">
              <a:extLst>
                <a:ext uri="{FF2B5EF4-FFF2-40B4-BE49-F238E27FC236}">
                  <a16:creationId xmlns:a16="http://schemas.microsoft.com/office/drawing/2014/main" id="{CD26AD27-713D-4BBE-92F3-CB8A831AC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664"/>
              <a:ext cx="125" cy="645"/>
            </a:xfrm>
            <a:custGeom>
              <a:avLst/>
              <a:gdLst>
                <a:gd name="T0" fmla="*/ 738 w 50"/>
                <a:gd name="T1" fmla="*/ 56 h 242"/>
                <a:gd name="T2" fmla="*/ 595 w 50"/>
                <a:gd name="T3" fmla="*/ 797 h 242"/>
                <a:gd name="T4" fmla="*/ 488 w 50"/>
                <a:gd name="T5" fmla="*/ 1477 h 242"/>
                <a:gd name="T6" fmla="*/ 520 w 50"/>
                <a:gd name="T7" fmla="*/ 2705 h 242"/>
                <a:gd name="T8" fmla="*/ 720 w 50"/>
                <a:gd name="T9" fmla="*/ 3865 h 242"/>
                <a:gd name="T10" fmla="*/ 738 w 50"/>
                <a:gd name="T11" fmla="*/ 4240 h 242"/>
                <a:gd name="T12" fmla="*/ 500 w 50"/>
                <a:gd name="T13" fmla="*/ 4582 h 242"/>
                <a:gd name="T14" fmla="*/ 438 w 50"/>
                <a:gd name="T15" fmla="*/ 3694 h 242"/>
                <a:gd name="T16" fmla="*/ 425 w 50"/>
                <a:gd name="T17" fmla="*/ 3012 h 242"/>
                <a:gd name="T18" fmla="*/ 238 w 50"/>
                <a:gd name="T19" fmla="*/ 2218 h 242"/>
                <a:gd name="T20" fmla="*/ 283 w 50"/>
                <a:gd name="T21" fmla="*/ 1570 h 242"/>
                <a:gd name="T22" fmla="*/ 33 w 50"/>
                <a:gd name="T23" fmla="*/ 1157 h 242"/>
                <a:gd name="T24" fmla="*/ 283 w 50"/>
                <a:gd name="T25" fmla="*/ 512 h 242"/>
                <a:gd name="T26" fmla="*/ 675 w 50"/>
                <a:gd name="T27" fmla="*/ 0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242">
                  <a:moveTo>
                    <a:pt x="47" y="3"/>
                  </a:moveTo>
                  <a:cubicBezTo>
                    <a:pt x="48" y="15"/>
                    <a:pt x="41" y="31"/>
                    <a:pt x="38" y="42"/>
                  </a:cubicBezTo>
                  <a:cubicBezTo>
                    <a:pt x="35" y="54"/>
                    <a:pt x="33" y="65"/>
                    <a:pt x="31" y="78"/>
                  </a:cubicBezTo>
                  <a:cubicBezTo>
                    <a:pt x="29" y="99"/>
                    <a:pt x="29" y="122"/>
                    <a:pt x="33" y="143"/>
                  </a:cubicBezTo>
                  <a:cubicBezTo>
                    <a:pt x="36" y="164"/>
                    <a:pt x="41" y="184"/>
                    <a:pt x="46" y="204"/>
                  </a:cubicBezTo>
                  <a:cubicBezTo>
                    <a:pt x="48" y="211"/>
                    <a:pt x="50" y="217"/>
                    <a:pt x="47" y="224"/>
                  </a:cubicBezTo>
                  <a:cubicBezTo>
                    <a:pt x="43" y="233"/>
                    <a:pt x="36" y="234"/>
                    <a:pt x="32" y="242"/>
                  </a:cubicBezTo>
                  <a:cubicBezTo>
                    <a:pt x="42" y="227"/>
                    <a:pt x="24" y="211"/>
                    <a:pt x="28" y="195"/>
                  </a:cubicBezTo>
                  <a:cubicBezTo>
                    <a:pt x="32" y="179"/>
                    <a:pt x="35" y="176"/>
                    <a:pt x="27" y="159"/>
                  </a:cubicBezTo>
                  <a:cubicBezTo>
                    <a:pt x="19" y="145"/>
                    <a:pt x="17" y="133"/>
                    <a:pt x="15" y="117"/>
                  </a:cubicBezTo>
                  <a:cubicBezTo>
                    <a:pt x="13" y="104"/>
                    <a:pt x="19" y="95"/>
                    <a:pt x="18" y="83"/>
                  </a:cubicBezTo>
                  <a:cubicBezTo>
                    <a:pt x="18" y="69"/>
                    <a:pt x="4" y="69"/>
                    <a:pt x="2" y="61"/>
                  </a:cubicBezTo>
                  <a:cubicBezTo>
                    <a:pt x="0" y="54"/>
                    <a:pt x="14" y="33"/>
                    <a:pt x="18" y="27"/>
                  </a:cubicBezTo>
                  <a:cubicBezTo>
                    <a:pt x="24" y="17"/>
                    <a:pt x="32" y="4"/>
                    <a:pt x="43" y="0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21">
              <a:extLst>
                <a:ext uri="{FF2B5EF4-FFF2-40B4-BE49-F238E27FC236}">
                  <a16:creationId xmlns:a16="http://schemas.microsoft.com/office/drawing/2014/main" id="{004A3260-DAE3-4EEC-823D-A6BD3B2A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392"/>
              <a:ext cx="225" cy="507"/>
            </a:xfrm>
            <a:custGeom>
              <a:avLst/>
              <a:gdLst>
                <a:gd name="T0" fmla="*/ 333 w 90"/>
                <a:gd name="T1" fmla="*/ 1729 h 190"/>
                <a:gd name="T2" fmla="*/ 675 w 90"/>
                <a:gd name="T3" fmla="*/ 1174 h 190"/>
                <a:gd name="T4" fmla="*/ 1033 w 90"/>
                <a:gd name="T5" fmla="*/ 590 h 190"/>
                <a:gd name="T6" fmla="*/ 1363 w 90"/>
                <a:gd name="T7" fmla="*/ 0 h 190"/>
                <a:gd name="T8" fmla="*/ 813 w 90"/>
                <a:gd name="T9" fmla="*/ 1921 h 190"/>
                <a:gd name="T10" fmla="*/ 613 w 90"/>
                <a:gd name="T11" fmla="*/ 2436 h 190"/>
                <a:gd name="T12" fmla="*/ 658 w 90"/>
                <a:gd name="T13" fmla="*/ 3231 h 190"/>
                <a:gd name="T14" fmla="*/ 470 w 90"/>
                <a:gd name="T15" fmla="*/ 3576 h 190"/>
                <a:gd name="T16" fmla="*/ 33 w 90"/>
                <a:gd name="T17" fmla="*/ 3133 h 190"/>
                <a:gd name="T18" fmla="*/ 250 w 90"/>
                <a:gd name="T19" fmla="*/ 2890 h 190"/>
                <a:gd name="T20" fmla="*/ 408 w 90"/>
                <a:gd name="T21" fmla="*/ 2265 h 190"/>
                <a:gd name="T22" fmla="*/ 208 w 90"/>
                <a:gd name="T23" fmla="*/ 1844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90">
                  <a:moveTo>
                    <a:pt x="21" y="91"/>
                  </a:moveTo>
                  <a:cubicBezTo>
                    <a:pt x="29" y="83"/>
                    <a:pt x="37" y="71"/>
                    <a:pt x="43" y="62"/>
                  </a:cubicBezTo>
                  <a:cubicBezTo>
                    <a:pt x="47" y="56"/>
                    <a:pt x="61" y="36"/>
                    <a:pt x="66" y="31"/>
                  </a:cubicBezTo>
                  <a:cubicBezTo>
                    <a:pt x="76" y="21"/>
                    <a:pt x="81" y="11"/>
                    <a:pt x="87" y="0"/>
                  </a:cubicBezTo>
                  <a:cubicBezTo>
                    <a:pt x="90" y="30"/>
                    <a:pt x="67" y="76"/>
                    <a:pt x="52" y="101"/>
                  </a:cubicBezTo>
                  <a:cubicBezTo>
                    <a:pt x="47" y="109"/>
                    <a:pt x="40" y="119"/>
                    <a:pt x="39" y="128"/>
                  </a:cubicBezTo>
                  <a:cubicBezTo>
                    <a:pt x="38" y="141"/>
                    <a:pt x="42" y="156"/>
                    <a:pt x="42" y="170"/>
                  </a:cubicBezTo>
                  <a:cubicBezTo>
                    <a:pt x="41" y="181"/>
                    <a:pt x="45" y="190"/>
                    <a:pt x="30" y="188"/>
                  </a:cubicBezTo>
                  <a:cubicBezTo>
                    <a:pt x="23" y="187"/>
                    <a:pt x="0" y="173"/>
                    <a:pt x="2" y="165"/>
                  </a:cubicBezTo>
                  <a:cubicBezTo>
                    <a:pt x="2" y="163"/>
                    <a:pt x="13" y="156"/>
                    <a:pt x="16" y="152"/>
                  </a:cubicBezTo>
                  <a:cubicBezTo>
                    <a:pt x="22" y="144"/>
                    <a:pt x="28" y="129"/>
                    <a:pt x="26" y="119"/>
                  </a:cubicBezTo>
                  <a:cubicBezTo>
                    <a:pt x="24" y="110"/>
                    <a:pt x="11" y="105"/>
                    <a:pt x="13" y="97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22">
              <a:extLst>
                <a:ext uri="{FF2B5EF4-FFF2-40B4-BE49-F238E27FC236}">
                  <a16:creationId xmlns:a16="http://schemas.microsoft.com/office/drawing/2014/main" id="{0D7A3F72-E928-4D4A-9AC6-170F0E3A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829"/>
              <a:ext cx="230" cy="254"/>
            </a:xfrm>
            <a:custGeom>
              <a:avLst/>
              <a:gdLst>
                <a:gd name="T0" fmla="*/ 0 w 92"/>
                <a:gd name="T1" fmla="*/ 559 h 95"/>
                <a:gd name="T2" fmla="*/ 688 w 92"/>
                <a:gd name="T3" fmla="*/ 56 h 95"/>
                <a:gd name="T4" fmla="*/ 895 w 92"/>
                <a:gd name="T5" fmla="*/ 321 h 95"/>
                <a:gd name="T6" fmla="*/ 1188 w 92"/>
                <a:gd name="T7" fmla="*/ 537 h 95"/>
                <a:gd name="T8" fmla="*/ 1095 w 92"/>
                <a:gd name="T9" fmla="*/ 1200 h 95"/>
                <a:gd name="T10" fmla="*/ 220 w 92"/>
                <a:gd name="T11" fmla="*/ 1666 h 95"/>
                <a:gd name="T12" fmla="*/ 270 w 92"/>
                <a:gd name="T13" fmla="*/ 1473 h 95"/>
                <a:gd name="T14" fmla="*/ 625 w 92"/>
                <a:gd name="T15" fmla="*/ 1166 h 95"/>
                <a:gd name="T16" fmla="*/ 783 w 92"/>
                <a:gd name="T17" fmla="*/ 1222 h 95"/>
                <a:gd name="T18" fmla="*/ 1063 w 92"/>
                <a:gd name="T19" fmla="*/ 786 h 95"/>
                <a:gd name="T20" fmla="*/ 925 w 92"/>
                <a:gd name="T21" fmla="*/ 765 h 95"/>
                <a:gd name="T22" fmla="*/ 750 w 92"/>
                <a:gd name="T23" fmla="*/ 572 h 95"/>
                <a:gd name="T24" fmla="*/ 363 w 92"/>
                <a:gd name="T25" fmla="*/ 559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95">
                  <a:moveTo>
                    <a:pt x="0" y="29"/>
                  </a:moveTo>
                  <a:cubicBezTo>
                    <a:pt x="20" y="43"/>
                    <a:pt x="27" y="0"/>
                    <a:pt x="44" y="3"/>
                  </a:cubicBezTo>
                  <a:cubicBezTo>
                    <a:pt x="48" y="4"/>
                    <a:pt x="53" y="14"/>
                    <a:pt x="57" y="17"/>
                  </a:cubicBezTo>
                  <a:cubicBezTo>
                    <a:pt x="63" y="23"/>
                    <a:pt x="70" y="24"/>
                    <a:pt x="76" y="28"/>
                  </a:cubicBezTo>
                  <a:cubicBezTo>
                    <a:pt x="92" y="38"/>
                    <a:pt x="82" y="52"/>
                    <a:pt x="70" y="63"/>
                  </a:cubicBezTo>
                  <a:cubicBezTo>
                    <a:pt x="60" y="72"/>
                    <a:pt x="27" y="95"/>
                    <a:pt x="14" y="87"/>
                  </a:cubicBezTo>
                  <a:cubicBezTo>
                    <a:pt x="18" y="87"/>
                    <a:pt x="19" y="83"/>
                    <a:pt x="17" y="77"/>
                  </a:cubicBezTo>
                  <a:cubicBezTo>
                    <a:pt x="30" y="75"/>
                    <a:pt x="35" y="74"/>
                    <a:pt x="40" y="61"/>
                  </a:cubicBezTo>
                  <a:cubicBezTo>
                    <a:pt x="43" y="63"/>
                    <a:pt x="47" y="64"/>
                    <a:pt x="50" y="64"/>
                  </a:cubicBezTo>
                  <a:cubicBezTo>
                    <a:pt x="50" y="52"/>
                    <a:pt x="71" y="56"/>
                    <a:pt x="68" y="41"/>
                  </a:cubicBezTo>
                  <a:cubicBezTo>
                    <a:pt x="66" y="41"/>
                    <a:pt x="61" y="41"/>
                    <a:pt x="59" y="40"/>
                  </a:cubicBezTo>
                  <a:cubicBezTo>
                    <a:pt x="55" y="37"/>
                    <a:pt x="51" y="32"/>
                    <a:pt x="48" y="30"/>
                  </a:cubicBezTo>
                  <a:cubicBezTo>
                    <a:pt x="38" y="25"/>
                    <a:pt x="33" y="34"/>
                    <a:pt x="23" y="29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23">
              <a:extLst>
                <a:ext uri="{FF2B5EF4-FFF2-40B4-BE49-F238E27FC236}">
                  <a16:creationId xmlns:a16="http://schemas.microsoft.com/office/drawing/2014/main" id="{FE90FD8F-AC85-431B-B8E6-F4C362469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301"/>
              <a:ext cx="348" cy="395"/>
            </a:xfrm>
            <a:custGeom>
              <a:avLst/>
              <a:gdLst>
                <a:gd name="T0" fmla="*/ 676 w 139"/>
                <a:gd name="T1" fmla="*/ 35 h 148"/>
                <a:gd name="T2" fmla="*/ 175 w 139"/>
                <a:gd name="T3" fmla="*/ 1559 h 148"/>
                <a:gd name="T4" fmla="*/ 709 w 139"/>
                <a:gd name="T5" fmla="*/ 1409 h 148"/>
                <a:gd name="T6" fmla="*/ 879 w 139"/>
                <a:gd name="T7" fmla="*/ 1924 h 148"/>
                <a:gd name="T8" fmla="*/ 1067 w 139"/>
                <a:gd name="T9" fmla="*/ 2357 h 148"/>
                <a:gd name="T10" fmla="*/ 1630 w 139"/>
                <a:gd name="T11" fmla="*/ 2792 h 148"/>
                <a:gd name="T12" fmla="*/ 2055 w 139"/>
                <a:gd name="T13" fmla="*/ 2335 h 148"/>
                <a:gd name="T14" fmla="*/ 1555 w 139"/>
                <a:gd name="T15" fmla="*/ 2357 h 148"/>
                <a:gd name="T16" fmla="*/ 1304 w 139"/>
                <a:gd name="T17" fmla="*/ 1639 h 148"/>
                <a:gd name="T18" fmla="*/ 1004 w 139"/>
                <a:gd name="T19" fmla="*/ 798 h 148"/>
                <a:gd name="T20" fmla="*/ 709 w 139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48">
                  <a:moveTo>
                    <a:pt x="43" y="2"/>
                  </a:moveTo>
                  <a:cubicBezTo>
                    <a:pt x="20" y="28"/>
                    <a:pt x="0" y="44"/>
                    <a:pt x="11" y="82"/>
                  </a:cubicBezTo>
                  <a:cubicBezTo>
                    <a:pt x="9" y="51"/>
                    <a:pt x="32" y="51"/>
                    <a:pt x="45" y="74"/>
                  </a:cubicBezTo>
                  <a:cubicBezTo>
                    <a:pt x="51" y="83"/>
                    <a:pt x="51" y="92"/>
                    <a:pt x="56" y="101"/>
                  </a:cubicBezTo>
                  <a:cubicBezTo>
                    <a:pt x="60" y="108"/>
                    <a:pt x="63" y="116"/>
                    <a:pt x="68" y="124"/>
                  </a:cubicBezTo>
                  <a:cubicBezTo>
                    <a:pt x="75" y="138"/>
                    <a:pt x="89" y="148"/>
                    <a:pt x="104" y="147"/>
                  </a:cubicBezTo>
                  <a:cubicBezTo>
                    <a:pt x="116" y="145"/>
                    <a:pt x="139" y="140"/>
                    <a:pt x="131" y="123"/>
                  </a:cubicBezTo>
                  <a:cubicBezTo>
                    <a:pt x="121" y="120"/>
                    <a:pt x="110" y="131"/>
                    <a:pt x="99" y="124"/>
                  </a:cubicBezTo>
                  <a:cubicBezTo>
                    <a:pt x="88" y="117"/>
                    <a:pt x="87" y="98"/>
                    <a:pt x="83" y="86"/>
                  </a:cubicBezTo>
                  <a:cubicBezTo>
                    <a:pt x="78" y="70"/>
                    <a:pt x="71" y="56"/>
                    <a:pt x="64" y="42"/>
                  </a:cubicBezTo>
                  <a:cubicBezTo>
                    <a:pt x="57" y="28"/>
                    <a:pt x="52" y="13"/>
                    <a:pt x="45" y="0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24">
              <a:extLst>
                <a:ext uri="{FF2B5EF4-FFF2-40B4-BE49-F238E27FC236}">
                  <a16:creationId xmlns:a16="http://schemas.microsoft.com/office/drawing/2014/main" id="{97EC7EE4-360A-456E-BAC1-5D61A939A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448"/>
              <a:ext cx="80" cy="269"/>
            </a:xfrm>
            <a:custGeom>
              <a:avLst/>
              <a:gdLst>
                <a:gd name="T0" fmla="*/ 0 w 32"/>
                <a:gd name="T1" fmla="*/ 1907 h 101"/>
                <a:gd name="T2" fmla="*/ 300 w 32"/>
                <a:gd name="T3" fmla="*/ 1023 h 101"/>
                <a:gd name="T4" fmla="*/ 158 w 32"/>
                <a:gd name="T5" fmla="*/ 0 h 101"/>
                <a:gd name="T6" fmla="*/ 438 w 32"/>
                <a:gd name="T7" fmla="*/ 1023 h 101"/>
                <a:gd name="T8" fmla="*/ 33 w 32"/>
                <a:gd name="T9" fmla="*/ 1872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01">
                  <a:moveTo>
                    <a:pt x="0" y="101"/>
                  </a:moveTo>
                  <a:cubicBezTo>
                    <a:pt x="17" y="98"/>
                    <a:pt x="20" y="67"/>
                    <a:pt x="19" y="54"/>
                  </a:cubicBezTo>
                  <a:cubicBezTo>
                    <a:pt x="17" y="38"/>
                    <a:pt x="2" y="15"/>
                    <a:pt x="10" y="0"/>
                  </a:cubicBezTo>
                  <a:cubicBezTo>
                    <a:pt x="9" y="13"/>
                    <a:pt x="24" y="33"/>
                    <a:pt x="28" y="54"/>
                  </a:cubicBezTo>
                  <a:cubicBezTo>
                    <a:pt x="32" y="74"/>
                    <a:pt x="25" y="95"/>
                    <a:pt x="2" y="99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25">
              <a:extLst>
                <a:ext uri="{FF2B5EF4-FFF2-40B4-BE49-F238E27FC236}">
                  <a16:creationId xmlns:a16="http://schemas.microsoft.com/office/drawing/2014/main" id="{2905D557-D64E-47E3-9878-3ED751DB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608"/>
              <a:ext cx="575" cy="1032"/>
            </a:xfrm>
            <a:custGeom>
              <a:avLst/>
              <a:gdLst>
                <a:gd name="T0" fmla="*/ 158 w 230"/>
                <a:gd name="T1" fmla="*/ 7112 h 387"/>
                <a:gd name="T2" fmla="*/ 658 w 230"/>
                <a:gd name="T3" fmla="*/ 6088 h 387"/>
                <a:gd name="T4" fmla="*/ 1238 w 230"/>
                <a:gd name="T5" fmla="*/ 5347 h 387"/>
                <a:gd name="T6" fmla="*/ 1988 w 230"/>
                <a:gd name="T7" fmla="*/ 3733 h 387"/>
                <a:gd name="T8" fmla="*/ 2313 w 230"/>
                <a:gd name="T9" fmla="*/ 2637 h 387"/>
                <a:gd name="T10" fmla="*/ 2875 w 230"/>
                <a:gd name="T11" fmla="*/ 1821 h 387"/>
                <a:gd name="T12" fmla="*/ 3425 w 230"/>
                <a:gd name="T13" fmla="*/ 947 h 387"/>
                <a:gd name="T14" fmla="*/ 3438 w 230"/>
                <a:gd name="T15" fmla="*/ 0 h 387"/>
                <a:gd name="T16" fmla="*/ 3438 w 230"/>
                <a:gd name="T17" fmla="*/ 0 h 387"/>
                <a:gd name="T18" fmla="*/ 3395 w 230"/>
                <a:gd name="T19" fmla="*/ 683 h 387"/>
                <a:gd name="T20" fmla="*/ 2925 w 230"/>
                <a:gd name="T21" fmla="*/ 1160 h 387"/>
                <a:gd name="T22" fmla="*/ 2595 w 230"/>
                <a:gd name="T23" fmla="*/ 1592 h 387"/>
                <a:gd name="T24" fmla="*/ 2175 w 230"/>
                <a:gd name="T25" fmla="*/ 1877 h 387"/>
                <a:gd name="T26" fmla="*/ 2125 w 230"/>
                <a:gd name="T27" fmla="*/ 2312 h 387"/>
                <a:gd name="T28" fmla="*/ 1925 w 230"/>
                <a:gd name="T29" fmla="*/ 2709 h 387"/>
                <a:gd name="T30" fmla="*/ 1583 w 230"/>
                <a:gd name="T31" fmla="*/ 3605 h 387"/>
                <a:gd name="T32" fmla="*/ 1500 w 230"/>
                <a:gd name="T33" fmla="*/ 4131 h 387"/>
                <a:gd name="T34" fmla="*/ 1408 w 230"/>
                <a:gd name="T35" fmla="*/ 4629 h 387"/>
                <a:gd name="T36" fmla="*/ 925 w 230"/>
                <a:gd name="T37" fmla="*/ 5085 h 387"/>
                <a:gd name="T38" fmla="*/ 645 w 230"/>
                <a:gd name="T39" fmla="*/ 5709 h 387"/>
                <a:gd name="T40" fmla="*/ 250 w 230"/>
                <a:gd name="T41" fmla="*/ 6733 h 387"/>
                <a:gd name="T42" fmla="*/ 0 w 230"/>
                <a:gd name="T43" fmla="*/ 7339 h 3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30" h="387">
                  <a:moveTo>
                    <a:pt x="10" y="375"/>
                  </a:moveTo>
                  <a:cubicBezTo>
                    <a:pt x="24" y="361"/>
                    <a:pt x="30" y="337"/>
                    <a:pt x="42" y="321"/>
                  </a:cubicBezTo>
                  <a:cubicBezTo>
                    <a:pt x="53" y="307"/>
                    <a:pt x="66" y="294"/>
                    <a:pt x="79" y="282"/>
                  </a:cubicBezTo>
                  <a:cubicBezTo>
                    <a:pt x="103" y="257"/>
                    <a:pt x="114" y="229"/>
                    <a:pt x="127" y="197"/>
                  </a:cubicBezTo>
                  <a:cubicBezTo>
                    <a:pt x="135" y="178"/>
                    <a:pt x="140" y="158"/>
                    <a:pt x="148" y="139"/>
                  </a:cubicBezTo>
                  <a:cubicBezTo>
                    <a:pt x="156" y="119"/>
                    <a:pt x="168" y="109"/>
                    <a:pt x="184" y="96"/>
                  </a:cubicBezTo>
                  <a:cubicBezTo>
                    <a:pt x="197" y="85"/>
                    <a:pt x="212" y="65"/>
                    <a:pt x="219" y="50"/>
                  </a:cubicBezTo>
                  <a:cubicBezTo>
                    <a:pt x="222" y="44"/>
                    <a:pt x="230" y="3"/>
                    <a:pt x="220" y="0"/>
                  </a:cubicBezTo>
                  <a:cubicBezTo>
                    <a:pt x="220" y="0"/>
                    <a:pt x="220" y="0"/>
                    <a:pt x="220" y="0"/>
                  </a:cubicBezTo>
                  <a:cubicBezTo>
                    <a:pt x="221" y="11"/>
                    <a:pt x="222" y="26"/>
                    <a:pt x="217" y="36"/>
                  </a:cubicBezTo>
                  <a:cubicBezTo>
                    <a:pt x="212" y="46"/>
                    <a:pt x="196" y="54"/>
                    <a:pt x="187" y="61"/>
                  </a:cubicBezTo>
                  <a:cubicBezTo>
                    <a:pt x="178" y="68"/>
                    <a:pt x="174" y="76"/>
                    <a:pt x="166" y="84"/>
                  </a:cubicBezTo>
                  <a:cubicBezTo>
                    <a:pt x="159" y="91"/>
                    <a:pt x="145" y="93"/>
                    <a:pt x="139" y="99"/>
                  </a:cubicBezTo>
                  <a:cubicBezTo>
                    <a:pt x="131" y="108"/>
                    <a:pt x="137" y="110"/>
                    <a:pt x="136" y="122"/>
                  </a:cubicBezTo>
                  <a:cubicBezTo>
                    <a:pt x="136" y="133"/>
                    <a:pt x="130" y="135"/>
                    <a:pt x="123" y="143"/>
                  </a:cubicBezTo>
                  <a:cubicBezTo>
                    <a:pt x="112" y="156"/>
                    <a:pt x="102" y="172"/>
                    <a:pt x="101" y="190"/>
                  </a:cubicBezTo>
                  <a:cubicBezTo>
                    <a:pt x="100" y="200"/>
                    <a:pt x="99" y="208"/>
                    <a:pt x="96" y="218"/>
                  </a:cubicBezTo>
                  <a:cubicBezTo>
                    <a:pt x="94" y="227"/>
                    <a:pt x="95" y="236"/>
                    <a:pt x="90" y="244"/>
                  </a:cubicBezTo>
                  <a:cubicBezTo>
                    <a:pt x="83" y="254"/>
                    <a:pt x="68" y="259"/>
                    <a:pt x="59" y="268"/>
                  </a:cubicBezTo>
                  <a:cubicBezTo>
                    <a:pt x="49" y="278"/>
                    <a:pt x="46" y="288"/>
                    <a:pt x="41" y="301"/>
                  </a:cubicBezTo>
                  <a:cubicBezTo>
                    <a:pt x="35" y="320"/>
                    <a:pt x="23" y="336"/>
                    <a:pt x="16" y="355"/>
                  </a:cubicBezTo>
                  <a:cubicBezTo>
                    <a:pt x="13" y="364"/>
                    <a:pt x="9" y="384"/>
                    <a:pt x="0" y="387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26">
              <a:extLst>
                <a:ext uri="{FF2B5EF4-FFF2-40B4-BE49-F238E27FC236}">
                  <a16:creationId xmlns:a16="http://schemas.microsoft.com/office/drawing/2014/main" id="{2643B173-E1DC-4D03-A112-4A9BC7B7B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344"/>
              <a:ext cx="247" cy="1125"/>
            </a:xfrm>
            <a:custGeom>
              <a:avLst/>
              <a:gdLst>
                <a:gd name="T0" fmla="*/ 746 w 99"/>
                <a:gd name="T1" fmla="*/ 56 h 422"/>
                <a:gd name="T2" fmla="*/ 1307 w 99"/>
                <a:gd name="T3" fmla="*/ 227 h 422"/>
                <a:gd name="T4" fmla="*/ 1307 w 99"/>
                <a:gd name="T5" fmla="*/ 1173 h 422"/>
                <a:gd name="T6" fmla="*/ 541 w 99"/>
                <a:gd name="T7" fmla="*/ 3695 h 422"/>
                <a:gd name="T8" fmla="*/ 0 w 99"/>
                <a:gd name="T9" fmla="*/ 7995 h 422"/>
                <a:gd name="T10" fmla="*/ 217 w 99"/>
                <a:gd name="T11" fmla="*/ 3903 h 422"/>
                <a:gd name="T12" fmla="*/ 966 w 99"/>
                <a:gd name="T13" fmla="*/ 946 h 422"/>
                <a:gd name="T14" fmla="*/ 746 w 99"/>
                <a:gd name="T15" fmla="*/ 56 h 4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422">
                  <a:moveTo>
                    <a:pt x="48" y="3"/>
                  </a:moveTo>
                  <a:cubicBezTo>
                    <a:pt x="66" y="8"/>
                    <a:pt x="78" y="0"/>
                    <a:pt x="84" y="12"/>
                  </a:cubicBezTo>
                  <a:cubicBezTo>
                    <a:pt x="91" y="23"/>
                    <a:pt x="99" y="21"/>
                    <a:pt x="84" y="62"/>
                  </a:cubicBezTo>
                  <a:cubicBezTo>
                    <a:pt x="70" y="104"/>
                    <a:pt x="47" y="139"/>
                    <a:pt x="35" y="195"/>
                  </a:cubicBezTo>
                  <a:cubicBezTo>
                    <a:pt x="23" y="250"/>
                    <a:pt x="0" y="422"/>
                    <a:pt x="0" y="422"/>
                  </a:cubicBezTo>
                  <a:cubicBezTo>
                    <a:pt x="1" y="360"/>
                    <a:pt x="5" y="252"/>
                    <a:pt x="14" y="206"/>
                  </a:cubicBezTo>
                  <a:cubicBezTo>
                    <a:pt x="23" y="161"/>
                    <a:pt x="51" y="81"/>
                    <a:pt x="62" y="50"/>
                  </a:cubicBezTo>
                  <a:cubicBezTo>
                    <a:pt x="72" y="19"/>
                    <a:pt x="58" y="5"/>
                    <a:pt x="48" y="3"/>
                  </a:cubicBezTo>
                  <a:close/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27">
              <a:extLst>
                <a:ext uri="{FF2B5EF4-FFF2-40B4-BE49-F238E27FC236}">
                  <a16:creationId xmlns:a16="http://schemas.microsoft.com/office/drawing/2014/main" id="{66BB37C1-A818-4960-89CB-73D3821D8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392"/>
              <a:ext cx="487" cy="1040"/>
            </a:xfrm>
            <a:custGeom>
              <a:avLst/>
              <a:gdLst>
                <a:gd name="T0" fmla="*/ 2070 w 195"/>
                <a:gd name="T1" fmla="*/ 35 h 390"/>
                <a:gd name="T2" fmla="*/ 3037 w 195"/>
                <a:gd name="T3" fmla="*/ 1331 h 390"/>
                <a:gd name="T4" fmla="*/ 2183 w 195"/>
                <a:gd name="T5" fmla="*/ 947 h 390"/>
                <a:gd name="T6" fmla="*/ 1321 w 195"/>
                <a:gd name="T7" fmla="*/ 2504 h 390"/>
                <a:gd name="T8" fmla="*/ 1029 w 195"/>
                <a:gd name="T9" fmla="*/ 3392 h 390"/>
                <a:gd name="T10" fmla="*/ 812 w 195"/>
                <a:gd name="T11" fmla="*/ 4288 h 390"/>
                <a:gd name="T12" fmla="*/ 0 w 195"/>
                <a:gd name="T13" fmla="*/ 7395 h 390"/>
                <a:gd name="T14" fmla="*/ 529 w 195"/>
                <a:gd name="T15" fmla="*/ 3960 h 390"/>
                <a:gd name="T16" fmla="*/ 999 w 195"/>
                <a:gd name="T17" fmla="*/ 1933 h 390"/>
                <a:gd name="T18" fmla="*/ 1371 w 195"/>
                <a:gd name="T19" fmla="*/ 931 h 390"/>
                <a:gd name="T20" fmla="*/ 2070 w 195"/>
                <a:gd name="T21" fmla="*/ 35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390">
                  <a:moveTo>
                    <a:pt x="133" y="2"/>
                  </a:moveTo>
                  <a:cubicBezTo>
                    <a:pt x="152" y="0"/>
                    <a:pt x="192" y="35"/>
                    <a:pt x="195" y="70"/>
                  </a:cubicBezTo>
                  <a:cubicBezTo>
                    <a:pt x="191" y="53"/>
                    <a:pt x="166" y="39"/>
                    <a:pt x="140" y="50"/>
                  </a:cubicBezTo>
                  <a:cubicBezTo>
                    <a:pt x="114" y="62"/>
                    <a:pt x="95" y="109"/>
                    <a:pt x="85" y="132"/>
                  </a:cubicBezTo>
                  <a:cubicBezTo>
                    <a:pt x="74" y="156"/>
                    <a:pt x="74" y="156"/>
                    <a:pt x="66" y="179"/>
                  </a:cubicBezTo>
                  <a:cubicBezTo>
                    <a:pt x="59" y="203"/>
                    <a:pt x="57" y="210"/>
                    <a:pt x="52" y="226"/>
                  </a:cubicBezTo>
                  <a:cubicBezTo>
                    <a:pt x="47" y="242"/>
                    <a:pt x="20" y="338"/>
                    <a:pt x="0" y="390"/>
                  </a:cubicBezTo>
                  <a:cubicBezTo>
                    <a:pt x="0" y="390"/>
                    <a:pt x="23" y="278"/>
                    <a:pt x="34" y="209"/>
                  </a:cubicBezTo>
                  <a:cubicBezTo>
                    <a:pt x="41" y="170"/>
                    <a:pt x="52" y="131"/>
                    <a:pt x="64" y="102"/>
                  </a:cubicBezTo>
                  <a:cubicBezTo>
                    <a:pt x="73" y="80"/>
                    <a:pt x="83" y="65"/>
                    <a:pt x="88" y="49"/>
                  </a:cubicBezTo>
                  <a:cubicBezTo>
                    <a:pt x="99" y="21"/>
                    <a:pt x="114" y="2"/>
                    <a:pt x="133" y="2"/>
                  </a:cubicBezTo>
                  <a:close/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28">
              <a:extLst>
                <a:ext uri="{FF2B5EF4-FFF2-40B4-BE49-F238E27FC236}">
                  <a16:creationId xmlns:a16="http://schemas.microsoft.com/office/drawing/2014/main" id="{ECE133D2-35FE-4029-AAAC-188AE8854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051"/>
              <a:ext cx="175" cy="408"/>
            </a:xfrm>
            <a:custGeom>
              <a:avLst/>
              <a:gdLst>
                <a:gd name="T0" fmla="*/ 863 w 70"/>
                <a:gd name="T1" fmla="*/ 797 h 153"/>
                <a:gd name="T2" fmla="*/ 500 w 70"/>
                <a:gd name="T3" fmla="*/ 1955 h 153"/>
                <a:gd name="T4" fmla="*/ 113 w 70"/>
                <a:gd name="T5" fmla="*/ 2901 h 153"/>
                <a:gd name="T6" fmla="*/ 375 w 70"/>
                <a:gd name="T7" fmla="*/ 2389 h 153"/>
                <a:gd name="T8" fmla="*/ 770 w 70"/>
                <a:gd name="T9" fmla="*/ 1784 h 153"/>
                <a:gd name="T10" fmla="*/ 938 w 70"/>
                <a:gd name="T11" fmla="*/ 797 h 153"/>
                <a:gd name="T12" fmla="*/ 1095 w 70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53">
                  <a:moveTo>
                    <a:pt x="55" y="42"/>
                  </a:moveTo>
                  <a:cubicBezTo>
                    <a:pt x="53" y="63"/>
                    <a:pt x="47" y="88"/>
                    <a:pt x="32" y="103"/>
                  </a:cubicBezTo>
                  <a:cubicBezTo>
                    <a:pt x="18" y="117"/>
                    <a:pt x="0" y="129"/>
                    <a:pt x="7" y="153"/>
                  </a:cubicBezTo>
                  <a:cubicBezTo>
                    <a:pt x="5" y="140"/>
                    <a:pt x="15" y="133"/>
                    <a:pt x="24" y="126"/>
                  </a:cubicBezTo>
                  <a:cubicBezTo>
                    <a:pt x="35" y="117"/>
                    <a:pt x="44" y="108"/>
                    <a:pt x="49" y="94"/>
                  </a:cubicBezTo>
                  <a:cubicBezTo>
                    <a:pt x="55" y="76"/>
                    <a:pt x="60" y="60"/>
                    <a:pt x="60" y="42"/>
                  </a:cubicBezTo>
                  <a:cubicBezTo>
                    <a:pt x="60" y="26"/>
                    <a:pt x="68" y="15"/>
                    <a:pt x="70" y="0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29">
              <a:extLst>
                <a:ext uri="{FF2B5EF4-FFF2-40B4-BE49-F238E27FC236}">
                  <a16:creationId xmlns:a16="http://schemas.microsoft.com/office/drawing/2014/main" id="{16422D23-870A-456D-B234-F533D245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864"/>
              <a:ext cx="38" cy="347"/>
            </a:xfrm>
            <a:custGeom>
              <a:avLst/>
              <a:gdLst>
                <a:gd name="T0" fmla="*/ 129 w 15"/>
                <a:gd name="T1" fmla="*/ 171 h 130"/>
                <a:gd name="T2" fmla="*/ 33 w 15"/>
                <a:gd name="T3" fmla="*/ 1084 h 130"/>
                <a:gd name="T4" fmla="*/ 193 w 15"/>
                <a:gd name="T5" fmla="*/ 2472 h 130"/>
                <a:gd name="T6" fmla="*/ 225 w 15"/>
                <a:gd name="T7" fmla="*/ 1062 h 130"/>
                <a:gd name="T8" fmla="*/ 225 w 1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0">
                  <a:moveTo>
                    <a:pt x="8" y="9"/>
                  </a:moveTo>
                  <a:cubicBezTo>
                    <a:pt x="3" y="25"/>
                    <a:pt x="0" y="41"/>
                    <a:pt x="2" y="57"/>
                  </a:cubicBezTo>
                  <a:cubicBezTo>
                    <a:pt x="3" y="76"/>
                    <a:pt x="1" y="115"/>
                    <a:pt x="12" y="130"/>
                  </a:cubicBezTo>
                  <a:cubicBezTo>
                    <a:pt x="6" y="105"/>
                    <a:pt x="15" y="80"/>
                    <a:pt x="14" y="56"/>
                  </a:cubicBezTo>
                  <a:cubicBezTo>
                    <a:pt x="14" y="38"/>
                    <a:pt x="6" y="16"/>
                    <a:pt x="14" y="0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30">
              <a:extLst>
                <a:ext uri="{FF2B5EF4-FFF2-40B4-BE49-F238E27FC236}">
                  <a16:creationId xmlns:a16="http://schemas.microsoft.com/office/drawing/2014/main" id="{FA8D2DD1-A591-4A2B-82D0-DDFFB0463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376"/>
              <a:ext cx="297" cy="1059"/>
            </a:xfrm>
            <a:custGeom>
              <a:avLst/>
              <a:gdLst>
                <a:gd name="T0" fmla="*/ 1849 w 119"/>
                <a:gd name="T1" fmla="*/ 0 h 397"/>
                <a:gd name="T2" fmla="*/ 604 w 119"/>
                <a:gd name="T3" fmla="*/ 1310 h 397"/>
                <a:gd name="T4" fmla="*/ 467 w 119"/>
                <a:gd name="T5" fmla="*/ 2355 h 397"/>
                <a:gd name="T6" fmla="*/ 404 w 119"/>
                <a:gd name="T7" fmla="*/ 5791 h 397"/>
                <a:gd name="T8" fmla="*/ 884 w 119"/>
                <a:gd name="T9" fmla="*/ 7536 h 397"/>
                <a:gd name="T10" fmla="*/ 562 w 119"/>
                <a:gd name="T11" fmla="*/ 5108 h 397"/>
                <a:gd name="T12" fmla="*/ 759 w 119"/>
                <a:gd name="T13" fmla="*/ 2732 h 397"/>
                <a:gd name="T14" fmla="*/ 1091 w 119"/>
                <a:gd name="T15" fmla="*/ 1195 h 397"/>
                <a:gd name="T16" fmla="*/ 1849 w 119"/>
                <a:gd name="T17" fmla="*/ 0 h 3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397">
                  <a:moveTo>
                    <a:pt x="119" y="0"/>
                  </a:moveTo>
                  <a:cubicBezTo>
                    <a:pt x="91" y="13"/>
                    <a:pt x="49" y="54"/>
                    <a:pt x="39" y="69"/>
                  </a:cubicBezTo>
                  <a:cubicBezTo>
                    <a:pt x="28" y="83"/>
                    <a:pt x="36" y="102"/>
                    <a:pt x="30" y="124"/>
                  </a:cubicBezTo>
                  <a:cubicBezTo>
                    <a:pt x="23" y="147"/>
                    <a:pt x="0" y="231"/>
                    <a:pt x="26" y="305"/>
                  </a:cubicBezTo>
                  <a:cubicBezTo>
                    <a:pt x="52" y="379"/>
                    <a:pt x="54" y="380"/>
                    <a:pt x="57" y="397"/>
                  </a:cubicBezTo>
                  <a:cubicBezTo>
                    <a:pt x="53" y="356"/>
                    <a:pt x="41" y="302"/>
                    <a:pt x="36" y="269"/>
                  </a:cubicBezTo>
                  <a:cubicBezTo>
                    <a:pt x="31" y="235"/>
                    <a:pt x="36" y="193"/>
                    <a:pt x="49" y="144"/>
                  </a:cubicBezTo>
                  <a:cubicBezTo>
                    <a:pt x="62" y="95"/>
                    <a:pt x="49" y="91"/>
                    <a:pt x="70" y="63"/>
                  </a:cubicBezTo>
                  <a:cubicBezTo>
                    <a:pt x="91" y="36"/>
                    <a:pt x="108" y="2"/>
                    <a:pt x="119" y="0"/>
                  </a:cubicBezTo>
                  <a:close/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31">
              <a:extLst>
                <a:ext uri="{FF2B5EF4-FFF2-40B4-BE49-F238E27FC236}">
                  <a16:creationId xmlns:a16="http://schemas.microsoft.com/office/drawing/2014/main" id="{42526391-B007-4CA0-9F1D-1105BD77E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341"/>
              <a:ext cx="280" cy="358"/>
            </a:xfrm>
            <a:custGeom>
              <a:avLst/>
              <a:gdLst>
                <a:gd name="T0" fmla="*/ 1488 w 112"/>
                <a:gd name="T1" fmla="*/ 115 h 134"/>
                <a:gd name="T2" fmla="*/ 908 w 112"/>
                <a:gd name="T3" fmla="*/ 435 h 134"/>
                <a:gd name="T4" fmla="*/ 688 w 112"/>
                <a:gd name="T5" fmla="*/ 628 h 134"/>
                <a:gd name="T6" fmla="*/ 488 w 112"/>
                <a:gd name="T7" fmla="*/ 1013 h 134"/>
                <a:gd name="T8" fmla="*/ 300 w 112"/>
                <a:gd name="T9" fmla="*/ 1277 h 134"/>
                <a:gd name="T10" fmla="*/ 158 w 112"/>
                <a:gd name="T11" fmla="*/ 1619 h 134"/>
                <a:gd name="T12" fmla="*/ 33 w 112"/>
                <a:gd name="T13" fmla="*/ 2554 h 134"/>
                <a:gd name="T14" fmla="*/ 238 w 112"/>
                <a:gd name="T15" fmla="*/ 1884 h 134"/>
                <a:gd name="T16" fmla="*/ 488 w 112"/>
                <a:gd name="T17" fmla="*/ 1598 h 134"/>
                <a:gd name="T18" fmla="*/ 708 w 112"/>
                <a:gd name="T19" fmla="*/ 1085 h 134"/>
                <a:gd name="T20" fmla="*/ 1020 w 112"/>
                <a:gd name="T21" fmla="*/ 729 h 134"/>
                <a:gd name="T22" fmla="*/ 1500 w 112"/>
                <a:gd name="T23" fmla="*/ 478 h 134"/>
                <a:gd name="T24" fmla="*/ 1645 w 112"/>
                <a:gd name="T25" fmla="*/ 1357 h 134"/>
                <a:gd name="T26" fmla="*/ 1520 w 112"/>
                <a:gd name="T27" fmla="*/ 227 h 1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34">
                  <a:moveTo>
                    <a:pt x="95" y="6"/>
                  </a:moveTo>
                  <a:cubicBezTo>
                    <a:pt x="80" y="0"/>
                    <a:pt x="69" y="14"/>
                    <a:pt x="58" y="23"/>
                  </a:cubicBezTo>
                  <a:cubicBezTo>
                    <a:pt x="53" y="26"/>
                    <a:pt x="48" y="30"/>
                    <a:pt x="44" y="33"/>
                  </a:cubicBezTo>
                  <a:cubicBezTo>
                    <a:pt x="39" y="39"/>
                    <a:pt x="36" y="47"/>
                    <a:pt x="31" y="53"/>
                  </a:cubicBezTo>
                  <a:cubicBezTo>
                    <a:pt x="28" y="58"/>
                    <a:pt x="22" y="62"/>
                    <a:pt x="19" y="67"/>
                  </a:cubicBezTo>
                  <a:cubicBezTo>
                    <a:pt x="16" y="73"/>
                    <a:pt x="15" y="79"/>
                    <a:pt x="10" y="85"/>
                  </a:cubicBezTo>
                  <a:cubicBezTo>
                    <a:pt x="0" y="100"/>
                    <a:pt x="2" y="117"/>
                    <a:pt x="2" y="134"/>
                  </a:cubicBezTo>
                  <a:cubicBezTo>
                    <a:pt x="7" y="123"/>
                    <a:pt x="10" y="110"/>
                    <a:pt x="15" y="99"/>
                  </a:cubicBezTo>
                  <a:cubicBezTo>
                    <a:pt x="19" y="92"/>
                    <a:pt x="25" y="90"/>
                    <a:pt x="31" y="84"/>
                  </a:cubicBezTo>
                  <a:cubicBezTo>
                    <a:pt x="38" y="76"/>
                    <a:pt x="39" y="66"/>
                    <a:pt x="45" y="57"/>
                  </a:cubicBezTo>
                  <a:cubicBezTo>
                    <a:pt x="50" y="50"/>
                    <a:pt x="57" y="42"/>
                    <a:pt x="65" y="38"/>
                  </a:cubicBezTo>
                  <a:cubicBezTo>
                    <a:pt x="72" y="34"/>
                    <a:pt x="89" y="16"/>
                    <a:pt x="96" y="25"/>
                  </a:cubicBezTo>
                  <a:cubicBezTo>
                    <a:pt x="101" y="31"/>
                    <a:pt x="107" y="63"/>
                    <a:pt x="105" y="71"/>
                  </a:cubicBezTo>
                  <a:cubicBezTo>
                    <a:pt x="110" y="43"/>
                    <a:pt x="112" y="28"/>
                    <a:pt x="97" y="12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32">
              <a:extLst>
                <a:ext uri="{FF2B5EF4-FFF2-40B4-BE49-F238E27FC236}">
                  <a16:creationId xmlns:a16="http://schemas.microsoft.com/office/drawing/2014/main" id="{B64EB887-546D-4374-AF6B-17C83BB5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797"/>
              <a:ext cx="48" cy="491"/>
            </a:xfrm>
            <a:custGeom>
              <a:avLst/>
              <a:gdLst>
                <a:gd name="T0" fmla="*/ 159 w 19"/>
                <a:gd name="T1" fmla="*/ 648 h 184"/>
                <a:gd name="T2" fmla="*/ 63 w 19"/>
                <a:gd name="T3" fmla="*/ 2207 h 184"/>
                <a:gd name="T4" fmla="*/ 306 w 19"/>
                <a:gd name="T5" fmla="*/ 3496 h 184"/>
                <a:gd name="T6" fmla="*/ 147 w 19"/>
                <a:gd name="T7" fmla="*/ 1686 h 184"/>
                <a:gd name="T8" fmla="*/ 179 w 19"/>
                <a:gd name="T9" fmla="*/ 875 h 184"/>
                <a:gd name="T10" fmla="*/ 288 w 19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84">
                  <a:moveTo>
                    <a:pt x="10" y="34"/>
                  </a:moveTo>
                  <a:cubicBezTo>
                    <a:pt x="4" y="63"/>
                    <a:pt x="0" y="87"/>
                    <a:pt x="4" y="116"/>
                  </a:cubicBezTo>
                  <a:cubicBezTo>
                    <a:pt x="7" y="138"/>
                    <a:pt x="10" y="164"/>
                    <a:pt x="19" y="184"/>
                  </a:cubicBezTo>
                  <a:cubicBezTo>
                    <a:pt x="16" y="152"/>
                    <a:pt x="10" y="121"/>
                    <a:pt x="9" y="89"/>
                  </a:cubicBezTo>
                  <a:cubicBezTo>
                    <a:pt x="8" y="75"/>
                    <a:pt x="10" y="60"/>
                    <a:pt x="11" y="46"/>
                  </a:cubicBezTo>
                  <a:cubicBezTo>
                    <a:pt x="12" y="31"/>
                    <a:pt x="19" y="15"/>
                    <a:pt x="18" y="0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33">
              <a:extLst>
                <a:ext uri="{FF2B5EF4-FFF2-40B4-BE49-F238E27FC236}">
                  <a16:creationId xmlns:a16="http://schemas.microsoft.com/office/drawing/2014/main" id="{A86F86A0-61AA-4980-BAC1-B18F85ED7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00"/>
              <a:ext cx="257" cy="253"/>
            </a:xfrm>
            <a:custGeom>
              <a:avLst/>
              <a:gdLst>
                <a:gd name="T0" fmla="*/ 946 w 103"/>
                <a:gd name="T1" fmla="*/ 0 h 95"/>
                <a:gd name="T2" fmla="*/ 437 w 103"/>
                <a:gd name="T3" fmla="*/ 644 h 95"/>
                <a:gd name="T4" fmla="*/ 0 w 103"/>
                <a:gd name="T5" fmla="*/ 1795 h 95"/>
                <a:gd name="T6" fmla="*/ 654 w 103"/>
                <a:gd name="T7" fmla="*/ 418 h 95"/>
                <a:gd name="T8" fmla="*/ 696 w 103"/>
                <a:gd name="T9" fmla="*/ 453 h 95"/>
                <a:gd name="T10" fmla="*/ 933 w 103"/>
                <a:gd name="T11" fmla="*/ 285 h 95"/>
                <a:gd name="T12" fmla="*/ 1245 w 103"/>
                <a:gd name="T13" fmla="*/ 205 h 95"/>
                <a:gd name="T14" fmla="*/ 1599 w 103"/>
                <a:gd name="T15" fmla="*/ 320 h 95"/>
                <a:gd name="T16" fmla="*/ 1070 w 103"/>
                <a:gd name="T17" fmla="*/ 0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95">
                  <a:moveTo>
                    <a:pt x="61" y="0"/>
                  </a:moveTo>
                  <a:cubicBezTo>
                    <a:pt x="42" y="9"/>
                    <a:pt x="39" y="16"/>
                    <a:pt x="28" y="34"/>
                  </a:cubicBezTo>
                  <a:cubicBezTo>
                    <a:pt x="19" y="48"/>
                    <a:pt x="6" y="71"/>
                    <a:pt x="0" y="95"/>
                  </a:cubicBezTo>
                  <a:cubicBezTo>
                    <a:pt x="12" y="70"/>
                    <a:pt x="26" y="44"/>
                    <a:pt x="42" y="22"/>
                  </a:cubicBezTo>
                  <a:cubicBezTo>
                    <a:pt x="43" y="22"/>
                    <a:pt x="44" y="23"/>
                    <a:pt x="45" y="24"/>
                  </a:cubicBezTo>
                  <a:cubicBezTo>
                    <a:pt x="49" y="19"/>
                    <a:pt x="53" y="11"/>
                    <a:pt x="60" y="15"/>
                  </a:cubicBezTo>
                  <a:cubicBezTo>
                    <a:pt x="67" y="4"/>
                    <a:pt x="70" y="8"/>
                    <a:pt x="80" y="11"/>
                  </a:cubicBezTo>
                  <a:cubicBezTo>
                    <a:pt x="88" y="13"/>
                    <a:pt x="95" y="11"/>
                    <a:pt x="103" y="17"/>
                  </a:cubicBezTo>
                  <a:cubicBezTo>
                    <a:pt x="97" y="8"/>
                    <a:pt x="79" y="2"/>
                    <a:pt x="69" y="0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34">
              <a:extLst>
                <a:ext uri="{FF2B5EF4-FFF2-40B4-BE49-F238E27FC236}">
                  <a16:creationId xmlns:a16="http://schemas.microsoft.com/office/drawing/2014/main" id="{8B80CED3-D7D9-44BE-96B8-12A1ABF8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171"/>
              <a:ext cx="98" cy="218"/>
            </a:xfrm>
            <a:custGeom>
              <a:avLst/>
              <a:gdLst>
                <a:gd name="T0" fmla="*/ 568 w 39"/>
                <a:gd name="T1" fmla="*/ 205 h 82"/>
                <a:gd name="T2" fmla="*/ 367 w 39"/>
                <a:gd name="T3" fmla="*/ 1032 h 82"/>
                <a:gd name="T4" fmla="*/ 0 w 39"/>
                <a:gd name="T5" fmla="*/ 1542 h 82"/>
                <a:gd name="T6" fmla="*/ 525 w 39"/>
                <a:gd name="T7" fmla="*/ 792 h 82"/>
                <a:gd name="T8" fmla="*/ 568 w 39"/>
                <a:gd name="T9" fmla="*/ 409 h 82"/>
                <a:gd name="T10" fmla="*/ 618 w 39"/>
                <a:gd name="T11" fmla="*/ 205 h 82"/>
                <a:gd name="T12" fmla="*/ 588 w 39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82">
                  <a:moveTo>
                    <a:pt x="36" y="11"/>
                  </a:moveTo>
                  <a:cubicBezTo>
                    <a:pt x="36" y="24"/>
                    <a:pt x="28" y="44"/>
                    <a:pt x="23" y="55"/>
                  </a:cubicBezTo>
                  <a:cubicBezTo>
                    <a:pt x="19" y="65"/>
                    <a:pt x="9" y="76"/>
                    <a:pt x="0" y="82"/>
                  </a:cubicBezTo>
                  <a:cubicBezTo>
                    <a:pt x="18" y="80"/>
                    <a:pt x="27" y="56"/>
                    <a:pt x="33" y="42"/>
                  </a:cubicBezTo>
                  <a:cubicBezTo>
                    <a:pt x="36" y="35"/>
                    <a:pt x="35" y="30"/>
                    <a:pt x="36" y="22"/>
                  </a:cubicBezTo>
                  <a:cubicBezTo>
                    <a:pt x="36" y="19"/>
                    <a:pt x="39" y="13"/>
                    <a:pt x="39" y="11"/>
                  </a:cubicBezTo>
                  <a:cubicBezTo>
                    <a:pt x="39" y="7"/>
                    <a:pt x="34" y="5"/>
                    <a:pt x="37" y="0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35">
              <a:extLst>
                <a:ext uri="{FF2B5EF4-FFF2-40B4-BE49-F238E27FC236}">
                  <a16:creationId xmlns:a16="http://schemas.microsoft.com/office/drawing/2014/main" id="{D2D76081-12EC-4260-9E98-85B71B4C6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805"/>
              <a:ext cx="72" cy="280"/>
            </a:xfrm>
            <a:custGeom>
              <a:avLst/>
              <a:gdLst>
                <a:gd name="T0" fmla="*/ 278 w 29"/>
                <a:gd name="T1" fmla="*/ 320 h 105"/>
                <a:gd name="T2" fmla="*/ 104 w 29"/>
                <a:gd name="T3" fmla="*/ 1992 h 105"/>
                <a:gd name="T4" fmla="*/ 228 w 29"/>
                <a:gd name="T5" fmla="*/ 568 h 105"/>
                <a:gd name="T6" fmla="*/ 400 w 29"/>
                <a:gd name="T7" fmla="*/ 248 h 105"/>
                <a:gd name="T8" fmla="*/ 444 w 29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5">
                  <a:moveTo>
                    <a:pt x="18" y="17"/>
                  </a:moveTo>
                  <a:cubicBezTo>
                    <a:pt x="0" y="42"/>
                    <a:pt x="6" y="77"/>
                    <a:pt x="7" y="105"/>
                  </a:cubicBezTo>
                  <a:cubicBezTo>
                    <a:pt x="7" y="81"/>
                    <a:pt x="8" y="54"/>
                    <a:pt x="15" y="30"/>
                  </a:cubicBezTo>
                  <a:cubicBezTo>
                    <a:pt x="18" y="23"/>
                    <a:pt x="24" y="20"/>
                    <a:pt x="26" y="13"/>
                  </a:cubicBezTo>
                  <a:cubicBezTo>
                    <a:pt x="28" y="10"/>
                    <a:pt x="29" y="2"/>
                    <a:pt x="29" y="0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36">
              <a:extLst>
                <a:ext uri="{FF2B5EF4-FFF2-40B4-BE49-F238E27FC236}">
                  <a16:creationId xmlns:a16="http://schemas.microsoft.com/office/drawing/2014/main" id="{9D15898E-70C0-423A-B902-DFD6B5330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843"/>
              <a:ext cx="110" cy="208"/>
            </a:xfrm>
            <a:custGeom>
              <a:avLst/>
              <a:gdLst>
                <a:gd name="T0" fmla="*/ 145 w 44"/>
                <a:gd name="T1" fmla="*/ 149 h 78"/>
                <a:gd name="T2" fmla="*/ 238 w 44"/>
                <a:gd name="T3" fmla="*/ 661 h 78"/>
                <a:gd name="T4" fmla="*/ 375 w 44"/>
                <a:gd name="T5" fmla="*/ 1059 h 78"/>
                <a:gd name="T6" fmla="*/ 688 w 44"/>
                <a:gd name="T7" fmla="*/ 1480 h 78"/>
                <a:gd name="T8" fmla="*/ 520 w 44"/>
                <a:gd name="T9" fmla="*/ 1173 h 78"/>
                <a:gd name="T10" fmla="*/ 470 w 44"/>
                <a:gd name="T11" fmla="*/ 989 h 78"/>
                <a:gd name="T12" fmla="*/ 333 w 44"/>
                <a:gd name="T13" fmla="*/ 419 h 78"/>
                <a:gd name="T14" fmla="*/ 363 w 44"/>
                <a:gd name="T15" fmla="*/ 435 h 78"/>
                <a:gd name="T16" fmla="*/ 300 w 44"/>
                <a:gd name="T17" fmla="*/ 227 h 78"/>
                <a:gd name="T18" fmla="*/ 208 w 44"/>
                <a:gd name="T19" fmla="*/ 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78">
                  <a:moveTo>
                    <a:pt x="9" y="8"/>
                  </a:moveTo>
                  <a:cubicBezTo>
                    <a:pt x="0" y="18"/>
                    <a:pt x="10" y="26"/>
                    <a:pt x="15" y="35"/>
                  </a:cubicBezTo>
                  <a:cubicBezTo>
                    <a:pt x="19" y="42"/>
                    <a:pt x="21" y="49"/>
                    <a:pt x="24" y="56"/>
                  </a:cubicBezTo>
                  <a:cubicBezTo>
                    <a:pt x="29" y="66"/>
                    <a:pt x="34" y="73"/>
                    <a:pt x="44" y="78"/>
                  </a:cubicBezTo>
                  <a:cubicBezTo>
                    <a:pt x="40" y="72"/>
                    <a:pt x="35" y="69"/>
                    <a:pt x="33" y="62"/>
                  </a:cubicBezTo>
                  <a:cubicBezTo>
                    <a:pt x="33" y="58"/>
                    <a:pt x="39" y="53"/>
                    <a:pt x="30" y="52"/>
                  </a:cubicBezTo>
                  <a:cubicBezTo>
                    <a:pt x="34" y="42"/>
                    <a:pt x="17" y="34"/>
                    <a:pt x="21" y="22"/>
                  </a:cubicBezTo>
                  <a:cubicBezTo>
                    <a:pt x="22" y="22"/>
                    <a:pt x="23" y="23"/>
                    <a:pt x="23" y="23"/>
                  </a:cubicBezTo>
                  <a:cubicBezTo>
                    <a:pt x="28" y="16"/>
                    <a:pt x="21" y="16"/>
                    <a:pt x="19" y="12"/>
                  </a:cubicBezTo>
                  <a:cubicBezTo>
                    <a:pt x="17" y="7"/>
                    <a:pt x="19" y="2"/>
                    <a:pt x="13" y="0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37">
              <a:extLst>
                <a:ext uri="{FF2B5EF4-FFF2-40B4-BE49-F238E27FC236}">
                  <a16:creationId xmlns:a16="http://schemas.microsoft.com/office/drawing/2014/main" id="{1CC170F9-8D7E-4875-BD0B-F534482A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704"/>
              <a:ext cx="153" cy="189"/>
            </a:xfrm>
            <a:custGeom>
              <a:avLst/>
              <a:gdLst>
                <a:gd name="T0" fmla="*/ 0 w 61"/>
                <a:gd name="T1" fmla="*/ 1248 h 71"/>
                <a:gd name="T2" fmla="*/ 334 w 61"/>
                <a:gd name="T3" fmla="*/ 908 h 71"/>
                <a:gd name="T4" fmla="*/ 584 w 61"/>
                <a:gd name="T5" fmla="*/ 681 h 71"/>
                <a:gd name="T6" fmla="*/ 868 w 61"/>
                <a:gd name="T7" fmla="*/ 0 h 71"/>
                <a:gd name="T8" fmla="*/ 742 w 61"/>
                <a:gd name="T9" fmla="*/ 93 h 71"/>
                <a:gd name="T10" fmla="*/ 680 w 61"/>
                <a:gd name="T11" fmla="*/ 319 h 71"/>
                <a:gd name="T12" fmla="*/ 504 w 61"/>
                <a:gd name="T13" fmla="*/ 453 h 71"/>
                <a:gd name="T14" fmla="*/ 429 w 61"/>
                <a:gd name="T15" fmla="*/ 602 h 71"/>
                <a:gd name="T16" fmla="*/ 251 w 61"/>
                <a:gd name="T17" fmla="*/ 681 h 71"/>
                <a:gd name="T18" fmla="*/ 283 w 61"/>
                <a:gd name="T19" fmla="*/ 828 h 71"/>
                <a:gd name="T20" fmla="*/ 83 w 61"/>
                <a:gd name="T21" fmla="*/ 1206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71">
                  <a:moveTo>
                    <a:pt x="0" y="66"/>
                  </a:moveTo>
                  <a:cubicBezTo>
                    <a:pt x="10" y="71"/>
                    <a:pt x="16" y="54"/>
                    <a:pt x="21" y="48"/>
                  </a:cubicBezTo>
                  <a:cubicBezTo>
                    <a:pt x="26" y="44"/>
                    <a:pt x="32" y="40"/>
                    <a:pt x="37" y="36"/>
                  </a:cubicBezTo>
                  <a:cubicBezTo>
                    <a:pt x="46" y="28"/>
                    <a:pt x="61" y="13"/>
                    <a:pt x="55" y="0"/>
                  </a:cubicBezTo>
                  <a:cubicBezTo>
                    <a:pt x="55" y="7"/>
                    <a:pt x="49" y="2"/>
                    <a:pt x="47" y="5"/>
                  </a:cubicBezTo>
                  <a:cubicBezTo>
                    <a:pt x="44" y="9"/>
                    <a:pt x="47" y="12"/>
                    <a:pt x="43" y="17"/>
                  </a:cubicBezTo>
                  <a:cubicBezTo>
                    <a:pt x="41" y="20"/>
                    <a:pt x="35" y="21"/>
                    <a:pt x="32" y="24"/>
                  </a:cubicBezTo>
                  <a:cubicBezTo>
                    <a:pt x="30" y="26"/>
                    <a:pt x="31" y="30"/>
                    <a:pt x="27" y="32"/>
                  </a:cubicBezTo>
                  <a:cubicBezTo>
                    <a:pt x="24" y="34"/>
                    <a:pt x="18" y="32"/>
                    <a:pt x="16" y="36"/>
                  </a:cubicBezTo>
                  <a:cubicBezTo>
                    <a:pt x="14" y="40"/>
                    <a:pt x="18" y="41"/>
                    <a:pt x="18" y="44"/>
                  </a:cubicBezTo>
                  <a:cubicBezTo>
                    <a:pt x="17" y="49"/>
                    <a:pt x="9" y="62"/>
                    <a:pt x="5" y="64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38">
              <a:extLst>
                <a:ext uri="{FF2B5EF4-FFF2-40B4-BE49-F238E27FC236}">
                  <a16:creationId xmlns:a16="http://schemas.microsoft.com/office/drawing/2014/main" id="{20160E54-D2FA-4D4C-ABCC-99C585227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283"/>
              <a:ext cx="373" cy="421"/>
            </a:xfrm>
            <a:custGeom>
              <a:avLst/>
              <a:gdLst>
                <a:gd name="T0" fmla="*/ 426 w 149"/>
                <a:gd name="T1" fmla="*/ 1719 h 158"/>
                <a:gd name="T2" fmla="*/ 300 w 149"/>
                <a:gd name="T3" fmla="*/ 2422 h 158"/>
                <a:gd name="T4" fmla="*/ 63 w 149"/>
                <a:gd name="T5" fmla="*/ 2593 h 158"/>
                <a:gd name="T6" fmla="*/ 0 w 149"/>
                <a:gd name="T7" fmla="*/ 2990 h 158"/>
                <a:gd name="T8" fmla="*/ 751 w 149"/>
                <a:gd name="T9" fmla="*/ 2102 h 158"/>
                <a:gd name="T10" fmla="*/ 1522 w 149"/>
                <a:gd name="T11" fmla="*/ 1002 h 158"/>
                <a:gd name="T12" fmla="*/ 1930 w 149"/>
                <a:gd name="T13" fmla="*/ 624 h 158"/>
                <a:gd name="T14" fmla="*/ 2256 w 149"/>
                <a:gd name="T15" fmla="*/ 362 h 158"/>
                <a:gd name="T16" fmla="*/ 2243 w 149"/>
                <a:gd name="T17" fmla="*/ 115 h 158"/>
                <a:gd name="T18" fmla="*/ 1913 w 149"/>
                <a:gd name="T19" fmla="*/ 56 h 158"/>
                <a:gd name="T20" fmla="*/ 1755 w 149"/>
                <a:gd name="T21" fmla="*/ 434 h 158"/>
                <a:gd name="T22" fmla="*/ 1442 w 149"/>
                <a:gd name="T23" fmla="*/ 717 h 158"/>
                <a:gd name="T24" fmla="*/ 1254 w 149"/>
                <a:gd name="T25" fmla="*/ 943 h 158"/>
                <a:gd name="T26" fmla="*/ 959 w 149"/>
                <a:gd name="T27" fmla="*/ 1172 h 158"/>
                <a:gd name="T28" fmla="*/ 834 w 149"/>
                <a:gd name="T29" fmla="*/ 1513 h 158"/>
                <a:gd name="T30" fmla="*/ 533 w 149"/>
                <a:gd name="T31" fmla="*/ 1719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9" h="158">
                  <a:moveTo>
                    <a:pt x="27" y="91"/>
                  </a:moveTo>
                  <a:cubicBezTo>
                    <a:pt x="27" y="102"/>
                    <a:pt x="31" y="121"/>
                    <a:pt x="19" y="128"/>
                  </a:cubicBezTo>
                  <a:cubicBezTo>
                    <a:pt x="13" y="131"/>
                    <a:pt x="8" y="129"/>
                    <a:pt x="4" y="137"/>
                  </a:cubicBezTo>
                  <a:cubicBezTo>
                    <a:pt x="0" y="143"/>
                    <a:pt x="2" y="151"/>
                    <a:pt x="0" y="158"/>
                  </a:cubicBezTo>
                  <a:cubicBezTo>
                    <a:pt x="14" y="140"/>
                    <a:pt x="38" y="131"/>
                    <a:pt x="48" y="111"/>
                  </a:cubicBezTo>
                  <a:cubicBezTo>
                    <a:pt x="61" y="87"/>
                    <a:pt x="76" y="70"/>
                    <a:pt x="97" y="53"/>
                  </a:cubicBezTo>
                  <a:cubicBezTo>
                    <a:pt x="105" y="46"/>
                    <a:pt x="113" y="39"/>
                    <a:pt x="123" y="33"/>
                  </a:cubicBezTo>
                  <a:cubicBezTo>
                    <a:pt x="129" y="29"/>
                    <a:pt x="139" y="26"/>
                    <a:pt x="144" y="19"/>
                  </a:cubicBezTo>
                  <a:cubicBezTo>
                    <a:pt x="147" y="14"/>
                    <a:pt x="149" y="12"/>
                    <a:pt x="143" y="6"/>
                  </a:cubicBezTo>
                  <a:cubicBezTo>
                    <a:pt x="136" y="0"/>
                    <a:pt x="130" y="3"/>
                    <a:pt x="122" y="3"/>
                  </a:cubicBezTo>
                  <a:cubicBezTo>
                    <a:pt x="128" y="12"/>
                    <a:pt x="118" y="18"/>
                    <a:pt x="112" y="23"/>
                  </a:cubicBezTo>
                  <a:cubicBezTo>
                    <a:pt x="103" y="29"/>
                    <a:pt x="101" y="33"/>
                    <a:pt x="92" y="38"/>
                  </a:cubicBezTo>
                  <a:cubicBezTo>
                    <a:pt x="87" y="41"/>
                    <a:pt x="85" y="46"/>
                    <a:pt x="80" y="50"/>
                  </a:cubicBezTo>
                  <a:cubicBezTo>
                    <a:pt x="75" y="55"/>
                    <a:pt x="67" y="57"/>
                    <a:pt x="61" y="62"/>
                  </a:cubicBezTo>
                  <a:cubicBezTo>
                    <a:pt x="52" y="69"/>
                    <a:pt x="57" y="72"/>
                    <a:pt x="53" y="80"/>
                  </a:cubicBezTo>
                  <a:cubicBezTo>
                    <a:pt x="50" y="89"/>
                    <a:pt x="40" y="86"/>
                    <a:pt x="34" y="91"/>
                  </a:cubicBezTo>
                </a:path>
              </a:pathLst>
            </a:custGeom>
            <a:solidFill>
              <a:srgbClr val="B66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39">
              <a:extLst>
                <a:ext uri="{FF2B5EF4-FFF2-40B4-BE49-F238E27FC236}">
                  <a16:creationId xmlns:a16="http://schemas.microsoft.com/office/drawing/2014/main" id="{A2F68A2E-1253-4297-8460-DCCF15AB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509"/>
              <a:ext cx="168" cy="347"/>
            </a:xfrm>
            <a:custGeom>
              <a:avLst/>
              <a:gdLst>
                <a:gd name="T0" fmla="*/ 364 w 67"/>
                <a:gd name="T1" fmla="*/ 1425 h 130"/>
                <a:gd name="T2" fmla="*/ 364 w 67"/>
                <a:gd name="T3" fmla="*/ 1866 h 130"/>
                <a:gd name="T4" fmla="*/ 491 w 67"/>
                <a:gd name="T5" fmla="*/ 2207 h 130"/>
                <a:gd name="T6" fmla="*/ 1056 w 67"/>
                <a:gd name="T7" fmla="*/ 1823 h 130"/>
                <a:gd name="T8" fmla="*/ 617 w 67"/>
                <a:gd name="T9" fmla="*/ 1844 h 130"/>
                <a:gd name="T10" fmla="*/ 459 w 67"/>
                <a:gd name="T11" fmla="*/ 1297 h 130"/>
                <a:gd name="T12" fmla="*/ 346 w 67"/>
                <a:gd name="T13" fmla="*/ 777 h 130"/>
                <a:gd name="T14" fmla="*/ 251 w 67"/>
                <a:gd name="T15" fmla="*/ 419 h 130"/>
                <a:gd name="T16" fmla="*/ 0 w 67"/>
                <a:gd name="T17" fmla="*/ 0 h 130"/>
                <a:gd name="T18" fmla="*/ 176 w 67"/>
                <a:gd name="T19" fmla="*/ 606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30">
                  <a:moveTo>
                    <a:pt x="23" y="75"/>
                  </a:moveTo>
                  <a:cubicBezTo>
                    <a:pt x="25" y="83"/>
                    <a:pt x="20" y="90"/>
                    <a:pt x="23" y="98"/>
                  </a:cubicBezTo>
                  <a:cubicBezTo>
                    <a:pt x="24" y="102"/>
                    <a:pt x="28" y="113"/>
                    <a:pt x="31" y="116"/>
                  </a:cubicBezTo>
                  <a:cubicBezTo>
                    <a:pt x="47" y="130"/>
                    <a:pt x="62" y="109"/>
                    <a:pt x="67" y="96"/>
                  </a:cubicBezTo>
                  <a:cubicBezTo>
                    <a:pt x="57" y="109"/>
                    <a:pt x="48" y="114"/>
                    <a:pt x="39" y="97"/>
                  </a:cubicBezTo>
                  <a:cubicBezTo>
                    <a:pt x="34" y="88"/>
                    <a:pt x="31" y="79"/>
                    <a:pt x="29" y="68"/>
                  </a:cubicBezTo>
                  <a:cubicBezTo>
                    <a:pt x="28" y="58"/>
                    <a:pt x="25" y="50"/>
                    <a:pt x="22" y="41"/>
                  </a:cubicBezTo>
                  <a:cubicBezTo>
                    <a:pt x="19" y="34"/>
                    <a:pt x="18" y="29"/>
                    <a:pt x="16" y="22"/>
                  </a:cubicBezTo>
                  <a:cubicBezTo>
                    <a:pt x="13" y="14"/>
                    <a:pt x="6" y="7"/>
                    <a:pt x="0" y="0"/>
                  </a:cubicBezTo>
                  <a:cubicBezTo>
                    <a:pt x="6" y="12"/>
                    <a:pt x="9" y="20"/>
                    <a:pt x="11" y="32"/>
                  </a:cubicBezTo>
                </a:path>
              </a:pathLst>
            </a:custGeom>
            <a:solidFill>
              <a:srgbClr val="B66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40">
              <a:extLst>
                <a:ext uri="{FF2B5EF4-FFF2-40B4-BE49-F238E27FC236}">
                  <a16:creationId xmlns:a16="http://schemas.microsoft.com/office/drawing/2014/main" id="{66FCFD6C-FD0A-45DF-9E1F-BA955230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675"/>
              <a:ext cx="60" cy="56"/>
            </a:xfrm>
            <a:custGeom>
              <a:avLst/>
              <a:gdLst>
                <a:gd name="T0" fmla="*/ 0 w 24"/>
                <a:gd name="T1" fmla="*/ 0 h 21"/>
                <a:gd name="T2" fmla="*/ 270 w 24"/>
                <a:gd name="T3" fmla="*/ 205 h 21"/>
                <a:gd name="T4" fmla="*/ 375 w 24"/>
                <a:gd name="T5" fmla="*/ 376 h 21"/>
                <a:gd name="T6" fmla="*/ 33 w 24"/>
                <a:gd name="T7" fmla="*/ 34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5" y="11"/>
                    <a:pt x="9" y="7"/>
                    <a:pt x="17" y="11"/>
                  </a:cubicBezTo>
                  <a:cubicBezTo>
                    <a:pt x="21" y="13"/>
                    <a:pt x="24" y="15"/>
                    <a:pt x="24" y="20"/>
                  </a:cubicBezTo>
                  <a:cubicBezTo>
                    <a:pt x="17" y="20"/>
                    <a:pt x="7" y="21"/>
                    <a:pt x="2" y="18"/>
                  </a:cubicBezTo>
                </a:path>
              </a:pathLst>
            </a:custGeom>
            <a:solidFill>
              <a:srgbClr val="B66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41">
              <a:extLst>
                <a:ext uri="{FF2B5EF4-FFF2-40B4-BE49-F238E27FC236}">
                  <a16:creationId xmlns:a16="http://schemas.microsoft.com/office/drawing/2014/main" id="{1E32032A-2431-4604-AAF4-F588AA27A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419"/>
              <a:ext cx="155" cy="205"/>
            </a:xfrm>
            <a:custGeom>
              <a:avLst/>
              <a:gdLst>
                <a:gd name="T0" fmla="*/ 33 w 62"/>
                <a:gd name="T1" fmla="*/ 1360 h 77"/>
                <a:gd name="T2" fmla="*/ 520 w 62"/>
                <a:gd name="T3" fmla="*/ 474 h 77"/>
                <a:gd name="T4" fmla="*/ 813 w 62"/>
                <a:gd name="T5" fmla="*/ 0 h 77"/>
                <a:gd name="T6" fmla="*/ 613 w 62"/>
                <a:gd name="T7" fmla="*/ 1227 h 77"/>
                <a:gd name="T8" fmla="*/ 688 w 62"/>
                <a:gd name="T9" fmla="*/ 682 h 77"/>
                <a:gd name="T10" fmla="*/ 520 w 62"/>
                <a:gd name="T11" fmla="*/ 793 h 77"/>
                <a:gd name="T12" fmla="*/ 0 w 62"/>
                <a:gd name="T13" fmla="*/ 1454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7">
                  <a:moveTo>
                    <a:pt x="2" y="72"/>
                  </a:moveTo>
                  <a:cubicBezTo>
                    <a:pt x="3" y="52"/>
                    <a:pt x="20" y="38"/>
                    <a:pt x="33" y="25"/>
                  </a:cubicBezTo>
                  <a:cubicBezTo>
                    <a:pt x="41" y="18"/>
                    <a:pt x="44" y="7"/>
                    <a:pt x="52" y="0"/>
                  </a:cubicBezTo>
                  <a:cubicBezTo>
                    <a:pt x="62" y="14"/>
                    <a:pt x="45" y="50"/>
                    <a:pt x="39" y="65"/>
                  </a:cubicBezTo>
                  <a:cubicBezTo>
                    <a:pt x="41" y="60"/>
                    <a:pt x="47" y="41"/>
                    <a:pt x="44" y="36"/>
                  </a:cubicBezTo>
                  <a:cubicBezTo>
                    <a:pt x="38" y="30"/>
                    <a:pt x="37" y="38"/>
                    <a:pt x="33" y="42"/>
                  </a:cubicBezTo>
                  <a:cubicBezTo>
                    <a:pt x="23" y="56"/>
                    <a:pt x="8" y="61"/>
                    <a:pt x="0" y="77"/>
                  </a:cubicBezTo>
                </a:path>
              </a:pathLst>
            </a:custGeom>
            <a:solidFill>
              <a:srgbClr val="B66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42">
              <a:extLst>
                <a:ext uri="{FF2B5EF4-FFF2-40B4-BE49-F238E27FC236}">
                  <a16:creationId xmlns:a16="http://schemas.microsoft.com/office/drawing/2014/main" id="{5E8A5F27-648C-49F6-8CF8-802A883CA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296"/>
              <a:ext cx="178" cy="189"/>
            </a:xfrm>
            <a:custGeom>
              <a:avLst/>
              <a:gdLst>
                <a:gd name="T0" fmla="*/ 188 w 71"/>
                <a:gd name="T1" fmla="*/ 1339 h 71"/>
                <a:gd name="T2" fmla="*/ 709 w 71"/>
                <a:gd name="T3" fmla="*/ 0 h 71"/>
                <a:gd name="T4" fmla="*/ 1118 w 71"/>
                <a:gd name="T5" fmla="*/ 1169 h 71"/>
                <a:gd name="T6" fmla="*/ 597 w 71"/>
                <a:gd name="T7" fmla="*/ 588 h 71"/>
                <a:gd name="T8" fmla="*/ 221 w 71"/>
                <a:gd name="T9" fmla="*/ 12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1">
                  <a:moveTo>
                    <a:pt x="12" y="71"/>
                  </a:moveTo>
                  <a:cubicBezTo>
                    <a:pt x="0" y="49"/>
                    <a:pt x="26" y="11"/>
                    <a:pt x="45" y="0"/>
                  </a:cubicBezTo>
                  <a:cubicBezTo>
                    <a:pt x="59" y="18"/>
                    <a:pt x="56" y="45"/>
                    <a:pt x="71" y="62"/>
                  </a:cubicBezTo>
                  <a:cubicBezTo>
                    <a:pt x="54" y="60"/>
                    <a:pt x="57" y="23"/>
                    <a:pt x="38" y="31"/>
                  </a:cubicBezTo>
                  <a:cubicBezTo>
                    <a:pt x="26" y="35"/>
                    <a:pt x="12" y="51"/>
                    <a:pt x="14" y="65"/>
                  </a:cubicBezTo>
                </a:path>
              </a:pathLst>
            </a:custGeom>
            <a:solidFill>
              <a:srgbClr val="B66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43">
              <a:extLst>
                <a:ext uri="{FF2B5EF4-FFF2-40B4-BE49-F238E27FC236}">
                  <a16:creationId xmlns:a16="http://schemas.microsoft.com/office/drawing/2014/main" id="{9BE1ADC1-2BF5-430F-B274-44FCD74C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819"/>
              <a:ext cx="115" cy="82"/>
            </a:xfrm>
            <a:custGeom>
              <a:avLst/>
              <a:gdLst>
                <a:gd name="T0" fmla="*/ 113 w 46"/>
                <a:gd name="T1" fmla="*/ 463 h 31"/>
                <a:gd name="T2" fmla="*/ 488 w 46"/>
                <a:gd name="T3" fmla="*/ 0 h 31"/>
                <a:gd name="T4" fmla="*/ 720 w 46"/>
                <a:gd name="T5" fmla="*/ 442 h 31"/>
                <a:gd name="T6" fmla="*/ 425 w 46"/>
                <a:gd name="T7" fmla="*/ 315 h 31"/>
                <a:gd name="T8" fmla="*/ 300 w 46"/>
                <a:gd name="T9" fmla="*/ 426 h 31"/>
                <a:gd name="T10" fmla="*/ 0 w 46"/>
                <a:gd name="T11" fmla="*/ 574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1">
                  <a:moveTo>
                    <a:pt x="7" y="25"/>
                  </a:moveTo>
                  <a:cubicBezTo>
                    <a:pt x="13" y="14"/>
                    <a:pt x="20" y="5"/>
                    <a:pt x="31" y="0"/>
                  </a:cubicBezTo>
                  <a:cubicBezTo>
                    <a:pt x="32" y="10"/>
                    <a:pt x="40" y="16"/>
                    <a:pt x="46" y="24"/>
                  </a:cubicBezTo>
                  <a:cubicBezTo>
                    <a:pt x="39" y="25"/>
                    <a:pt x="34" y="16"/>
                    <a:pt x="27" y="17"/>
                  </a:cubicBezTo>
                  <a:cubicBezTo>
                    <a:pt x="22" y="18"/>
                    <a:pt x="23" y="21"/>
                    <a:pt x="19" y="23"/>
                  </a:cubicBezTo>
                  <a:cubicBezTo>
                    <a:pt x="13" y="27"/>
                    <a:pt x="7" y="28"/>
                    <a:pt x="0" y="31"/>
                  </a:cubicBezTo>
                </a:path>
              </a:pathLst>
            </a:custGeom>
            <a:solidFill>
              <a:srgbClr val="B66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44">
              <a:extLst>
                <a:ext uri="{FF2B5EF4-FFF2-40B4-BE49-F238E27FC236}">
                  <a16:creationId xmlns:a16="http://schemas.microsoft.com/office/drawing/2014/main" id="{C042D103-38DC-4AEC-9FE2-225459B2D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312"/>
              <a:ext cx="1043" cy="1795"/>
            </a:xfrm>
            <a:custGeom>
              <a:avLst/>
              <a:gdLst>
                <a:gd name="T0" fmla="*/ 3504 w 417"/>
                <a:gd name="T1" fmla="*/ 11197 h 673"/>
                <a:gd name="T2" fmla="*/ 4410 w 417"/>
                <a:gd name="T3" fmla="*/ 10437 h 673"/>
                <a:gd name="T4" fmla="*/ 4835 w 417"/>
                <a:gd name="T5" fmla="*/ 8978 h 673"/>
                <a:gd name="T6" fmla="*/ 5430 w 417"/>
                <a:gd name="T7" fmla="*/ 7967 h 673"/>
                <a:gd name="T8" fmla="*/ 6163 w 417"/>
                <a:gd name="T9" fmla="*/ 6657 h 673"/>
                <a:gd name="T10" fmla="*/ 6413 w 417"/>
                <a:gd name="T11" fmla="*/ 4894 h 673"/>
                <a:gd name="T12" fmla="*/ 6255 w 417"/>
                <a:gd name="T13" fmla="*/ 3110 h 673"/>
                <a:gd name="T14" fmla="*/ 6276 w 417"/>
                <a:gd name="T15" fmla="*/ 2470 h 673"/>
                <a:gd name="T16" fmla="*/ 5743 w 417"/>
                <a:gd name="T17" fmla="*/ 1024 h 673"/>
                <a:gd name="T18" fmla="*/ 4647 w 417"/>
                <a:gd name="T19" fmla="*/ 456 h 673"/>
                <a:gd name="T20" fmla="*/ 4034 w 417"/>
                <a:gd name="T21" fmla="*/ 227 h 673"/>
                <a:gd name="T22" fmla="*/ 3021 w 417"/>
                <a:gd name="T23" fmla="*/ 227 h 673"/>
                <a:gd name="T24" fmla="*/ 1863 w 417"/>
                <a:gd name="T25" fmla="*/ 1331 h 673"/>
                <a:gd name="T26" fmla="*/ 1438 w 417"/>
                <a:gd name="T27" fmla="*/ 2070 h 673"/>
                <a:gd name="T28" fmla="*/ 613 w 417"/>
                <a:gd name="T29" fmla="*/ 3358 h 673"/>
                <a:gd name="T30" fmla="*/ 313 w 417"/>
                <a:gd name="T31" fmla="*/ 5270 h 673"/>
                <a:gd name="T32" fmla="*/ 458 w 417"/>
                <a:gd name="T33" fmla="*/ 6588 h 673"/>
                <a:gd name="T34" fmla="*/ 238 w 417"/>
                <a:gd name="T35" fmla="*/ 8138 h 673"/>
                <a:gd name="T36" fmla="*/ 0 w 417"/>
                <a:gd name="T37" fmla="*/ 9242 h 673"/>
                <a:gd name="T38" fmla="*/ 345 w 417"/>
                <a:gd name="T39" fmla="*/ 9946 h 673"/>
                <a:gd name="T40" fmla="*/ 813 w 417"/>
                <a:gd name="T41" fmla="*/ 10015 h 673"/>
                <a:gd name="T42" fmla="*/ 1146 w 417"/>
                <a:gd name="T43" fmla="*/ 10741 h 673"/>
                <a:gd name="T44" fmla="*/ 958 w 417"/>
                <a:gd name="T45" fmla="*/ 11367 h 673"/>
                <a:gd name="T46" fmla="*/ 1533 w 417"/>
                <a:gd name="T47" fmla="*/ 12408 h 673"/>
                <a:gd name="T48" fmla="*/ 2271 w 417"/>
                <a:gd name="T49" fmla="*/ 12634 h 673"/>
                <a:gd name="T50" fmla="*/ 3129 w 417"/>
                <a:gd name="T51" fmla="*/ 11936 h 673"/>
                <a:gd name="T52" fmla="*/ 3209 w 417"/>
                <a:gd name="T53" fmla="*/ 11439 h 673"/>
                <a:gd name="T54" fmla="*/ 3504 w 417"/>
                <a:gd name="T55" fmla="*/ 11197 h 67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7" h="673">
                  <a:moveTo>
                    <a:pt x="224" y="590"/>
                  </a:moveTo>
                  <a:cubicBezTo>
                    <a:pt x="237" y="595"/>
                    <a:pt x="271" y="568"/>
                    <a:pt x="282" y="550"/>
                  </a:cubicBezTo>
                  <a:cubicBezTo>
                    <a:pt x="292" y="532"/>
                    <a:pt x="299" y="500"/>
                    <a:pt x="309" y="473"/>
                  </a:cubicBezTo>
                  <a:cubicBezTo>
                    <a:pt x="320" y="446"/>
                    <a:pt x="328" y="446"/>
                    <a:pt x="347" y="420"/>
                  </a:cubicBezTo>
                  <a:cubicBezTo>
                    <a:pt x="356" y="407"/>
                    <a:pt x="381" y="382"/>
                    <a:pt x="394" y="351"/>
                  </a:cubicBezTo>
                  <a:cubicBezTo>
                    <a:pt x="406" y="321"/>
                    <a:pt x="406" y="284"/>
                    <a:pt x="410" y="258"/>
                  </a:cubicBezTo>
                  <a:cubicBezTo>
                    <a:pt x="417" y="205"/>
                    <a:pt x="400" y="171"/>
                    <a:pt x="400" y="164"/>
                  </a:cubicBezTo>
                  <a:cubicBezTo>
                    <a:pt x="399" y="157"/>
                    <a:pt x="406" y="157"/>
                    <a:pt x="401" y="130"/>
                  </a:cubicBezTo>
                  <a:cubicBezTo>
                    <a:pt x="396" y="104"/>
                    <a:pt x="391" y="87"/>
                    <a:pt x="367" y="54"/>
                  </a:cubicBezTo>
                  <a:cubicBezTo>
                    <a:pt x="344" y="21"/>
                    <a:pt x="317" y="22"/>
                    <a:pt x="297" y="24"/>
                  </a:cubicBezTo>
                  <a:cubicBezTo>
                    <a:pt x="276" y="27"/>
                    <a:pt x="271" y="17"/>
                    <a:pt x="258" y="12"/>
                  </a:cubicBezTo>
                  <a:cubicBezTo>
                    <a:pt x="235" y="9"/>
                    <a:pt x="214" y="0"/>
                    <a:pt x="193" y="12"/>
                  </a:cubicBezTo>
                  <a:cubicBezTo>
                    <a:pt x="172" y="25"/>
                    <a:pt x="139" y="44"/>
                    <a:pt x="119" y="70"/>
                  </a:cubicBezTo>
                  <a:cubicBezTo>
                    <a:pt x="99" y="96"/>
                    <a:pt x="97" y="104"/>
                    <a:pt x="92" y="109"/>
                  </a:cubicBezTo>
                  <a:cubicBezTo>
                    <a:pt x="87" y="114"/>
                    <a:pt x="48" y="146"/>
                    <a:pt x="39" y="177"/>
                  </a:cubicBezTo>
                  <a:cubicBezTo>
                    <a:pt x="30" y="207"/>
                    <a:pt x="14" y="216"/>
                    <a:pt x="20" y="278"/>
                  </a:cubicBezTo>
                  <a:cubicBezTo>
                    <a:pt x="22" y="303"/>
                    <a:pt x="29" y="320"/>
                    <a:pt x="29" y="347"/>
                  </a:cubicBezTo>
                  <a:cubicBezTo>
                    <a:pt x="29" y="374"/>
                    <a:pt x="23" y="405"/>
                    <a:pt x="15" y="429"/>
                  </a:cubicBezTo>
                  <a:cubicBezTo>
                    <a:pt x="8" y="452"/>
                    <a:pt x="0" y="470"/>
                    <a:pt x="0" y="487"/>
                  </a:cubicBezTo>
                  <a:cubicBezTo>
                    <a:pt x="1" y="503"/>
                    <a:pt x="6" y="517"/>
                    <a:pt x="22" y="524"/>
                  </a:cubicBezTo>
                  <a:cubicBezTo>
                    <a:pt x="38" y="531"/>
                    <a:pt x="43" y="532"/>
                    <a:pt x="52" y="528"/>
                  </a:cubicBezTo>
                  <a:cubicBezTo>
                    <a:pt x="58" y="547"/>
                    <a:pt x="65" y="556"/>
                    <a:pt x="73" y="566"/>
                  </a:cubicBezTo>
                  <a:cubicBezTo>
                    <a:pt x="63" y="571"/>
                    <a:pt x="57" y="582"/>
                    <a:pt x="61" y="599"/>
                  </a:cubicBezTo>
                  <a:cubicBezTo>
                    <a:pt x="66" y="616"/>
                    <a:pt x="86" y="639"/>
                    <a:pt x="98" y="654"/>
                  </a:cubicBezTo>
                  <a:cubicBezTo>
                    <a:pt x="109" y="669"/>
                    <a:pt x="125" y="673"/>
                    <a:pt x="145" y="666"/>
                  </a:cubicBezTo>
                  <a:cubicBezTo>
                    <a:pt x="165" y="658"/>
                    <a:pt x="194" y="636"/>
                    <a:pt x="200" y="629"/>
                  </a:cubicBezTo>
                  <a:cubicBezTo>
                    <a:pt x="206" y="622"/>
                    <a:pt x="202" y="609"/>
                    <a:pt x="205" y="603"/>
                  </a:cubicBezTo>
                  <a:cubicBezTo>
                    <a:pt x="207" y="596"/>
                    <a:pt x="216" y="592"/>
                    <a:pt x="224" y="59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45">
              <a:extLst>
                <a:ext uri="{FF2B5EF4-FFF2-40B4-BE49-F238E27FC236}">
                  <a16:creationId xmlns:a16="http://schemas.microsoft.com/office/drawing/2014/main" id="{60AA98D7-F371-46BE-9C84-D2BBA2F9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565"/>
              <a:ext cx="795" cy="1099"/>
            </a:xfrm>
            <a:custGeom>
              <a:avLst/>
              <a:gdLst>
                <a:gd name="T0" fmla="*/ 313 w 318"/>
                <a:gd name="T1" fmla="*/ 0 h 412"/>
                <a:gd name="T2" fmla="*/ 300 w 318"/>
                <a:gd name="T3" fmla="*/ 798 h 412"/>
                <a:gd name="T4" fmla="*/ 20 w 318"/>
                <a:gd name="T5" fmla="*/ 2539 h 412"/>
                <a:gd name="T6" fmla="*/ 175 w 318"/>
                <a:gd name="T7" fmla="*/ 4383 h 412"/>
                <a:gd name="T8" fmla="*/ 550 w 318"/>
                <a:gd name="T9" fmla="*/ 5748 h 412"/>
                <a:gd name="T10" fmla="*/ 1083 w 318"/>
                <a:gd name="T11" fmla="*/ 7386 h 412"/>
                <a:gd name="T12" fmla="*/ 1675 w 318"/>
                <a:gd name="T13" fmla="*/ 7536 h 412"/>
                <a:gd name="T14" fmla="*/ 2095 w 318"/>
                <a:gd name="T15" fmla="*/ 6815 h 412"/>
                <a:gd name="T16" fmla="*/ 2708 w 318"/>
                <a:gd name="T17" fmla="*/ 5906 h 412"/>
                <a:gd name="T18" fmla="*/ 3375 w 318"/>
                <a:gd name="T19" fmla="*/ 4767 h 412"/>
                <a:gd name="T20" fmla="*/ 3958 w 318"/>
                <a:gd name="T21" fmla="*/ 2790 h 412"/>
                <a:gd name="T22" fmla="*/ 4583 w 318"/>
                <a:gd name="T23" fmla="*/ 1958 h 412"/>
                <a:gd name="T24" fmla="*/ 4970 w 318"/>
                <a:gd name="T25" fmla="*/ 1251 h 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8" h="412">
                  <a:moveTo>
                    <a:pt x="20" y="0"/>
                  </a:moveTo>
                  <a:cubicBezTo>
                    <a:pt x="15" y="14"/>
                    <a:pt x="20" y="33"/>
                    <a:pt x="19" y="42"/>
                  </a:cubicBezTo>
                  <a:cubicBezTo>
                    <a:pt x="9" y="69"/>
                    <a:pt x="2" y="105"/>
                    <a:pt x="1" y="134"/>
                  </a:cubicBezTo>
                  <a:cubicBezTo>
                    <a:pt x="0" y="163"/>
                    <a:pt x="5" y="213"/>
                    <a:pt x="11" y="231"/>
                  </a:cubicBezTo>
                  <a:cubicBezTo>
                    <a:pt x="17" y="249"/>
                    <a:pt x="27" y="272"/>
                    <a:pt x="35" y="303"/>
                  </a:cubicBezTo>
                  <a:cubicBezTo>
                    <a:pt x="44" y="333"/>
                    <a:pt x="63" y="367"/>
                    <a:pt x="69" y="389"/>
                  </a:cubicBezTo>
                  <a:cubicBezTo>
                    <a:pt x="76" y="412"/>
                    <a:pt x="100" y="407"/>
                    <a:pt x="107" y="397"/>
                  </a:cubicBezTo>
                  <a:cubicBezTo>
                    <a:pt x="114" y="388"/>
                    <a:pt x="120" y="375"/>
                    <a:pt x="134" y="359"/>
                  </a:cubicBezTo>
                  <a:cubicBezTo>
                    <a:pt x="149" y="343"/>
                    <a:pt x="152" y="327"/>
                    <a:pt x="173" y="311"/>
                  </a:cubicBezTo>
                  <a:cubicBezTo>
                    <a:pt x="193" y="296"/>
                    <a:pt x="206" y="272"/>
                    <a:pt x="216" y="251"/>
                  </a:cubicBezTo>
                  <a:cubicBezTo>
                    <a:pt x="226" y="229"/>
                    <a:pt x="239" y="173"/>
                    <a:pt x="253" y="147"/>
                  </a:cubicBezTo>
                  <a:cubicBezTo>
                    <a:pt x="267" y="121"/>
                    <a:pt x="281" y="128"/>
                    <a:pt x="293" y="103"/>
                  </a:cubicBezTo>
                  <a:cubicBezTo>
                    <a:pt x="299" y="88"/>
                    <a:pt x="311" y="84"/>
                    <a:pt x="318" y="6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46">
              <a:extLst>
                <a:ext uri="{FF2B5EF4-FFF2-40B4-BE49-F238E27FC236}">
                  <a16:creationId xmlns:a16="http://schemas.microsoft.com/office/drawing/2014/main" id="{E2B7D535-A789-4806-B66C-87FD70AF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299"/>
              <a:ext cx="133" cy="421"/>
            </a:xfrm>
            <a:custGeom>
              <a:avLst/>
              <a:gdLst>
                <a:gd name="T0" fmla="*/ 838 w 53"/>
                <a:gd name="T1" fmla="*/ 0 h 158"/>
                <a:gd name="T2" fmla="*/ 301 w 53"/>
                <a:gd name="T3" fmla="*/ 909 h 158"/>
                <a:gd name="T4" fmla="*/ 409 w 53"/>
                <a:gd name="T5" fmla="*/ 1932 h 158"/>
                <a:gd name="T6" fmla="*/ 0 w 53"/>
                <a:gd name="T7" fmla="*/ 299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58">
                  <a:moveTo>
                    <a:pt x="53" y="0"/>
                  </a:moveTo>
                  <a:cubicBezTo>
                    <a:pt x="43" y="7"/>
                    <a:pt x="26" y="24"/>
                    <a:pt x="19" y="48"/>
                  </a:cubicBezTo>
                  <a:cubicBezTo>
                    <a:pt x="12" y="71"/>
                    <a:pt x="23" y="85"/>
                    <a:pt x="26" y="102"/>
                  </a:cubicBezTo>
                  <a:cubicBezTo>
                    <a:pt x="32" y="135"/>
                    <a:pt x="6" y="154"/>
                    <a:pt x="0" y="15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47">
              <a:extLst>
                <a:ext uri="{FF2B5EF4-FFF2-40B4-BE49-F238E27FC236}">
                  <a16:creationId xmlns:a16="http://schemas.microsoft.com/office/drawing/2014/main" id="{6E37EF71-9E78-4F08-AE7A-E2C68A8EB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400"/>
              <a:ext cx="143" cy="483"/>
            </a:xfrm>
            <a:custGeom>
              <a:avLst/>
              <a:gdLst>
                <a:gd name="T0" fmla="*/ 805 w 57"/>
                <a:gd name="T1" fmla="*/ 0 h 181"/>
                <a:gd name="T2" fmla="*/ 660 w 57"/>
                <a:gd name="T3" fmla="*/ 1046 h 181"/>
                <a:gd name="T4" fmla="*/ 176 w 57"/>
                <a:gd name="T5" fmla="*/ 1980 h 181"/>
                <a:gd name="T6" fmla="*/ 113 w 57"/>
                <a:gd name="T7" fmla="*/ 2847 h 181"/>
                <a:gd name="T8" fmla="*/ 283 w 57"/>
                <a:gd name="T9" fmla="*/ 344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81">
                  <a:moveTo>
                    <a:pt x="51" y="0"/>
                  </a:moveTo>
                  <a:cubicBezTo>
                    <a:pt x="57" y="15"/>
                    <a:pt x="47" y="40"/>
                    <a:pt x="42" y="55"/>
                  </a:cubicBezTo>
                  <a:cubicBezTo>
                    <a:pt x="37" y="70"/>
                    <a:pt x="22" y="89"/>
                    <a:pt x="11" y="104"/>
                  </a:cubicBezTo>
                  <a:cubicBezTo>
                    <a:pt x="0" y="118"/>
                    <a:pt x="5" y="127"/>
                    <a:pt x="7" y="150"/>
                  </a:cubicBezTo>
                  <a:cubicBezTo>
                    <a:pt x="9" y="173"/>
                    <a:pt x="11" y="181"/>
                    <a:pt x="18" y="18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48">
              <a:extLst>
                <a:ext uri="{FF2B5EF4-FFF2-40B4-BE49-F238E27FC236}">
                  <a16:creationId xmlns:a16="http://schemas.microsoft.com/office/drawing/2014/main" id="{E1CA7E43-A9B6-4FAF-B417-5B0B201C3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88"/>
              <a:ext cx="233" cy="237"/>
            </a:xfrm>
            <a:custGeom>
              <a:avLst/>
              <a:gdLst>
                <a:gd name="T0" fmla="*/ 0 w 93"/>
                <a:gd name="T1" fmla="*/ 1228 h 89"/>
                <a:gd name="T2" fmla="*/ 426 w 93"/>
                <a:gd name="T3" fmla="*/ 1587 h 89"/>
                <a:gd name="T4" fmla="*/ 960 w 93"/>
                <a:gd name="T5" fmla="*/ 999 h 89"/>
                <a:gd name="T6" fmla="*/ 1463 w 93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89">
                  <a:moveTo>
                    <a:pt x="0" y="65"/>
                  </a:moveTo>
                  <a:cubicBezTo>
                    <a:pt x="12" y="79"/>
                    <a:pt x="14" y="89"/>
                    <a:pt x="27" y="84"/>
                  </a:cubicBezTo>
                  <a:cubicBezTo>
                    <a:pt x="41" y="80"/>
                    <a:pt x="45" y="66"/>
                    <a:pt x="61" y="53"/>
                  </a:cubicBezTo>
                  <a:cubicBezTo>
                    <a:pt x="76" y="40"/>
                    <a:pt x="93" y="23"/>
                    <a:pt x="9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49">
              <a:extLst>
                <a:ext uri="{FF2B5EF4-FFF2-40B4-BE49-F238E27FC236}">
                  <a16:creationId xmlns:a16="http://schemas.microsoft.com/office/drawing/2014/main" id="{D5E21740-32E9-4135-A244-8B597DF1A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829"/>
              <a:ext cx="88" cy="70"/>
            </a:xfrm>
            <a:custGeom>
              <a:avLst/>
              <a:gdLst>
                <a:gd name="T0" fmla="*/ 0 w 35"/>
                <a:gd name="T1" fmla="*/ 0 h 26"/>
                <a:gd name="T2" fmla="*/ 556 w 35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cubicBezTo>
                    <a:pt x="6" y="20"/>
                    <a:pt x="22" y="25"/>
                    <a:pt x="35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50">
              <a:extLst>
                <a:ext uri="{FF2B5EF4-FFF2-40B4-BE49-F238E27FC236}">
                  <a16:creationId xmlns:a16="http://schemas.microsoft.com/office/drawing/2014/main" id="{B425A867-AE00-4934-845E-FDE6FC59B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643"/>
              <a:ext cx="150" cy="82"/>
            </a:xfrm>
            <a:custGeom>
              <a:avLst/>
              <a:gdLst>
                <a:gd name="T0" fmla="*/ 0 w 60"/>
                <a:gd name="T1" fmla="*/ 111 h 31"/>
                <a:gd name="T2" fmla="*/ 333 w 60"/>
                <a:gd name="T3" fmla="*/ 183 h 31"/>
                <a:gd name="T4" fmla="*/ 625 w 60"/>
                <a:gd name="T5" fmla="*/ 336 h 31"/>
                <a:gd name="T6" fmla="*/ 908 w 60"/>
                <a:gd name="T7" fmla="*/ 57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1">
                  <a:moveTo>
                    <a:pt x="0" y="6"/>
                  </a:moveTo>
                  <a:cubicBezTo>
                    <a:pt x="10" y="0"/>
                    <a:pt x="17" y="5"/>
                    <a:pt x="21" y="10"/>
                  </a:cubicBezTo>
                  <a:cubicBezTo>
                    <a:pt x="25" y="15"/>
                    <a:pt x="28" y="19"/>
                    <a:pt x="40" y="18"/>
                  </a:cubicBezTo>
                  <a:cubicBezTo>
                    <a:pt x="52" y="18"/>
                    <a:pt x="60" y="21"/>
                    <a:pt x="58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51">
              <a:extLst>
                <a:ext uri="{FF2B5EF4-FFF2-40B4-BE49-F238E27FC236}">
                  <a16:creationId xmlns:a16="http://schemas.microsoft.com/office/drawing/2014/main" id="{B2F9ABAB-D135-491C-8342-5C130EC4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83"/>
              <a:ext cx="30" cy="96"/>
            </a:xfrm>
            <a:custGeom>
              <a:avLst/>
              <a:gdLst>
                <a:gd name="T0" fmla="*/ 125 w 12"/>
                <a:gd name="T1" fmla="*/ 0 h 36"/>
                <a:gd name="T2" fmla="*/ 0 w 12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6">
                  <a:moveTo>
                    <a:pt x="8" y="0"/>
                  </a:moveTo>
                  <a:cubicBezTo>
                    <a:pt x="12" y="11"/>
                    <a:pt x="8" y="28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52">
              <a:extLst>
                <a:ext uri="{FF2B5EF4-FFF2-40B4-BE49-F238E27FC236}">
                  <a16:creationId xmlns:a16="http://schemas.microsoft.com/office/drawing/2014/main" id="{24031128-7A29-4ED8-918E-CD9803EA7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720"/>
              <a:ext cx="25" cy="77"/>
            </a:xfrm>
            <a:custGeom>
              <a:avLst/>
              <a:gdLst>
                <a:gd name="T0" fmla="*/ 125 w 10"/>
                <a:gd name="T1" fmla="*/ 0 h 29"/>
                <a:gd name="T2" fmla="*/ 0 w 10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8" y="0"/>
                  </a:moveTo>
                  <a:cubicBezTo>
                    <a:pt x="10" y="10"/>
                    <a:pt x="6" y="23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53">
              <a:extLst>
                <a:ext uri="{FF2B5EF4-FFF2-40B4-BE49-F238E27FC236}">
                  <a16:creationId xmlns:a16="http://schemas.microsoft.com/office/drawing/2014/main" id="{2AFB1954-B7E1-44F2-874C-8127D871F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496"/>
              <a:ext cx="118" cy="61"/>
            </a:xfrm>
            <a:custGeom>
              <a:avLst/>
              <a:gdLst>
                <a:gd name="T0" fmla="*/ 0 w 47"/>
                <a:gd name="T1" fmla="*/ 133 h 23"/>
                <a:gd name="T2" fmla="*/ 239 w 47"/>
                <a:gd name="T3" fmla="*/ 260 h 23"/>
                <a:gd name="T4" fmla="*/ 442 w 47"/>
                <a:gd name="T5" fmla="*/ 408 h 23"/>
                <a:gd name="T6" fmla="*/ 743 w 47"/>
                <a:gd name="T7" fmla="*/ 29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3">
                  <a:moveTo>
                    <a:pt x="0" y="7"/>
                  </a:moveTo>
                  <a:cubicBezTo>
                    <a:pt x="8" y="0"/>
                    <a:pt x="13" y="7"/>
                    <a:pt x="15" y="14"/>
                  </a:cubicBezTo>
                  <a:cubicBezTo>
                    <a:pt x="18" y="22"/>
                    <a:pt x="22" y="21"/>
                    <a:pt x="28" y="22"/>
                  </a:cubicBezTo>
                  <a:cubicBezTo>
                    <a:pt x="33" y="23"/>
                    <a:pt x="35" y="13"/>
                    <a:pt x="47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54">
              <a:extLst>
                <a:ext uri="{FF2B5EF4-FFF2-40B4-BE49-F238E27FC236}">
                  <a16:creationId xmlns:a16="http://schemas.microsoft.com/office/drawing/2014/main" id="{E814DFB8-8C50-437D-AD7B-30AACDBE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565"/>
              <a:ext cx="43" cy="112"/>
            </a:xfrm>
            <a:custGeom>
              <a:avLst/>
              <a:gdLst>
                <a:gd name="T0" fmla="*/ 225 w 17"/>
                <a:gd name="T1" fmla="*/ 0 h 42"/>
                <a:gd name="T2" fmla="*/ 0 w 17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2">
                  <a:moveTo>
                    <a:pt x="14" y="0"/>
                  </a:moveTo>
                  <a:cubicBezTo>
                    <a:pt x="17" y="16"/>
                    <a:pt x="14" y="35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55">
              <a:extLst>
                <a:ext uri="{FF2B5EF4-FFF2-40B4-BE49-F238E27FC236}">
                  <a16:creationId xmlns:a16="http://schemas.microsoft.com/office/drawing/2014/main" id="{CC457F25-CE1C-459E-82CE-0FDA17D3B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63"/>
              <a:ext cx="17" cy="93"/>
            </a:xfrm>
            <a:custGeom>
              <a:avLst/>
              <a:gdLst>
                <a:gd name="T0" fmla="*/ 100 w 7"/>
                <a:gd name="T1" fmla="*/ 0 h 35"/>
                <a:gd name="T2" fmla="*/ 41 w 7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5">
                  <a:moveTo>
                    <a:pt x="7" y="0"/>
                  </a:moveTo>
                  <a:cubicBezTo>
                    <a:pt x="2" y="11"/>
                    <a:pt x="0" y="24"/>
                    <a:pt x="3" y="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56">
              <a:extLst>
                <a:ext uri="{FF2B5EF4-FFF2-40B4-BE49-F238E27FC236}">
                  <a16:creationId xmlns:a16="http://schemas.microsoft.com/office/drawing/2014/main" id="{A52A4672-E146-4093-9E45-B77EFB9C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21"/>
              <a:ext cx="248" cy="1080"/>
            </a:xfrm>
            <a:custGeom>
              <a:avLst/>
              <a:gdLst>
                <a:gd name="T0" fmla="*/ 1526 w 99"/>
                <a:gd name="T1" fmla="*/ 0 h 405"/>
                <a:gd name="T2" fmla="*/ 629 w 99"/>
                <a:gd name="T3" fmla="*/ 2880 h 405"/>
                <a:gd name="T4" fmla="*/ 0 w 99"/>
                <a:gd name="T5" fmla="*/ 7680 h 4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05">
                  <a:moveTo>
                    <a:pt x="97" y="0"/>
                  </a:moveTo>
                  <a:cubicBezTo>
                    <a:pt x="99" y="20"/>
                    <a:pt x="63" y="48"/>
                    <a:pt x="40" y="152"/>
                  </a:cubicBezTo>
                  <a:cubicBezTo>
                    <a:pt x="17" y="256"/>
                    <a:pt x="1" y="389"/>
                    <a:pt x="0" y="40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57">
              <a:extLst>
                <a:ext uri="{FF2B5EF4-FFF2-40B4-BE49-F238E27FC236}">
                  <a16:creationId xmlns:a16="http://schemas.microsoft.com/office/drawing/2014/main" id="{478842E6-3022-496A-B55B-C1CDEDDF9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480"/>
              <a:ext cx="2" cy="131"/>
            </a:xfrm>
            <a:custGeom>
              <a:avLst/>
              <a:gdLst>
                <a:gd name="T0" fmla="*/ 0 w 1"/>
                <a:gd name="T1" fmla="*/ 0 h 49"/>
                <a:gd name="T2" fmla="*/ 8 w 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9">
                  <a:moveTo>
                    <a:pt x="0" y="0"/>
                  </a:moveTo>
                  <a:cubicBezTo>
                    <a:pt x="0" y="16"/>
                    <a:pt x="1" y="49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58">
              <a:extLst>
                <a:ext uri="{FF2B5EF4-FFF2-40B4-BE49-F238E27FC236}">
                  <a16:creationId xmlns:a16="http://schemas.microsoft.com/office/drawing/2014/main" id="{39FBF459-2FB7-40B0-A3EB-10D9873E6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728"/>
              <a:ext cx="40" cy="13"/>
            </a:xfrm>
            <a:custGeom>
              <a:avLst/>
              <a:gdLst>
                <a:gd name="T0" fmla="*/ 250 w 16"/>
                <a:gd name="T1" fmla="*/ 0 h 5"/>
                <a:gd name="T2" fmla="*/ 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16" y="0"/>
                  </a:moveTo>
                  <a:cubicBezTo>
                    <a:pt x="16" y="0"/>
                    <a:pt x="9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59">
              <a:extLst>
                <a:ext uri="{FF2B5EF4-FFF2-40B4-BE49-F238E27FC236}">
                  <a16:creationId xmlns:a16="http://schemas.microsoft.com/office/drawing/2014/main" id="{683D944D-EE1F-4074-AD37-0E9D78EA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213"/>
              <a:ext cx="413" cy="531"/>
            </a:xfrm>
            <a:custGeom>
              <a:avLst/>
              <a:gdLst>
                <a:gd name="T0" fmla="*/ 63 w 165"/>
                <a:gd name="T1" fmla="*/ 3781 h 199"/>
                <a:gd name="T2" fmla="*/ 783 w 165"/>
                <a:gd name="T3" fmla="*/ 2778 h 199"/>
                <a:gd name="T4" fmla="*/ 1209 w 165"/>
                <a:gd name="T5" fmla="*/ 2036 h 199"/>
                <a:gd name="T6" fmla="*/ 2368 w 165"/>
                <a:gd name="T7" fmla="*/ 934 h 199"/>
                <a:gd name="T8" fmla="*/ 2568 w 165"/>
                <a:gd name="T9" fmla="*/ 833 h 199"/>
                <a:gd name="T10" fmla="*/ 2588 w 165"/>
                <a:gd name="T11" fmla="*/ 798 h 199"/>
                <a:gd name="T12" fmla="*/ 1221 w 165"/>
                <a:gd name="T13" fmla="*/ 1161 h 199"/>
                <a:gd name="T14" fmla="*/ 488 w 165"/>
                <a:gd name="T15" fmla="*/ 1959 h 199"/>
                <a:gd name="T16" fmla="*/ 688 w 165"/>
                <a:gd name="T17" fmla="*/ 763 h 199"/>
                <a:gd name="T18" fmla="*/ 708 w 165"/>
                <a:gd name="T19" fmla="*/ 93 h 199"/>
                <a:gd name="T20" fmla="*/ 438 w 165"/>
                <a:gd name="T21" fmla="*/ 763 h 199"/>
                <a:gd name="T22" fmla="*/ 145 w 165"/>
                <a:gd name="T23" fmla="*/ 1900 h 199"/>
                <a:gd name="T24" fmla="*/ 50 w 165"/>
                <a:gd name="T25" fmla="*/ 3760 h 199"/>
                <a:gd name="T26" fmla="*/ 63 w 165"/>
                <a:gd name="T27" fmla="*/ 3781 h 19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5" h="199">
                  <a:moveTo>
                    <a:pt x="4" y="199"/>
                  </a:moveTo>
                  <a:cubicBezTo>
                    <a:pt x="18" y="174"/>
                    <a:pt x="46" y="150"/>
                    <a:pt x="50" y="146"/>
                  </a:cubicBezTo>
                  <a:cubicBezTo>
                    <a:pt x="55" y="141"/>
                    <a:pt x="57" y="133"/>
                    <a:pt x="77" y="107"/>
                  </a:cubicBezTo>
                  <a:cubicBezTo>
                    <a:pt x="97" y="81"/>
                    <a:pt x="130" y="62"/>
                    <a:pt x="151" y="49"/>
                  </a:cubicBezTo>
                  <a:cubicBezTo>
                    <a:pt x="156" y="47"/>
                    <a:pt x="160" y="45"/>
                    <a:pt x="164" y="44"/>
                  </a:cubicBezTo>
                  <a:cubicBezTo>
                    <a:pt x="165" y="42"/>
                    <a:pt x="165" y="42"/>
                    <a:pt x="165" y="42"/>
                  </a:cubicBezTo>
                  <a:cubicBezTo>
                    <a:pt x="142" y="2"/>
                    <a:pt x="108" y="31"/>
                    <a:pt x="78" y="61"/>
                  </a:cubicBezTo>
                  <a:cubicBezTo>
                    <a:pt x="59" y="78"/>
                    <a:pt x="37" y="91"/>
                    <a:pt x="31" y="103"/>
                  </a:cubicBezTo>
                  <a:cubicBezTo>
                    <a:pt x="30" y="95"/>
                    <a:pt x="43" y="52"/>
                    <a:pt x="44" y="40"/>
                  </a:cubicBezTo>
                  <a:cubicBezTo>
                    <a:pt x="45" y="30"/>
                    <a:pt x="50" y="0"/>
                    <a:pt x="45" y="5"/>
                  </a:cubicBezTo>
                  <a:cubicBezTo>
                    <a:pt x="41" y="8"/>
                    <a:pt x="35" y="26"/>
                    <a:pt x="28" y="40"/>
                  </a:cubicBezTo>
                  <a:cubicBezTo>
                    <a:pt x="21" y="55"/>
                    <a:pt x="13" y="67"/>
                    <a:pt x="9" y="100"/>
                  </a:cubicBezTo>
                  <a:cubicBezTo>
                    <a:pt x="3" y="133"/>
                    <a:pt x="0" y="196"/>
                    <a:pt x="3" y="198"/>
                  </a:cubicBezTo>
                  <a:lnTo>
                    <a:pt x="4" y="199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60">
              <a:extLst>
                <a:ext uri="{FF2B5EF4-FFF2-40B4-BE49-F238E27FC236}">
                  <a16:creationId xmlns:a16="http://schemas.microsoft.com/office/drawing/2014/main" id="{2ACA2BBA-C1DA-4840-8B98-2AF8DBC6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65"/>
              <a:ext cx="336" cy="472"/>
            </a:xfrm>
            <a:custGeom>
              <a:avLst/>
              <a:gdLst>
                <a:gd name="T0" fmla="*/ 1873 w 134"/>
                <a:gd name="T1" fmla="*/ 1400 h 177"/>
                <a:gd name="T2" fmla="*/ 1936 w 134"/>
                <a:gd name="T3" fmla="*/ 776 h 177"/>
                <a:gd name="T4" fmla="*/ 2061 w 134"/>
                <a:gd name="T5" fmla="*/ 1101 h 177"/>
                <a:gd name="T6" fmla="*/ 1705 w 134"/>
                <a:gd name="T7" fmla="*/ 2957 h 177"/>
                <a:gd name="T8" fmla="*/ 1118 w 134"/>
                <a:gd name="T9" fmla="*/ 3357 h 177"/>
                <a:gd name="T10" fmla="*/ 975 w 134"/>
                <a:gd name="T11" fmla="*/ 3357 h 177"/>
                <a:gd name="T12" fmla="*/ 850 w 134"/>
                <a:gd name="T13" fmla="*/ 2731 h 177"/>
                <a:gd name="T14" fmla="*/ 868 w 134"/>
                <a:gd name="T15" fmla="*/ 2083 h 177"/>
                <a:gd name="T16" fmla="*/ 333 w 134"/>
                <a:gd name="T17" fmla="*/ 648 h 177"/>
                <a:gd name="T18" fmla="*/ 0 w 134"/>
                <a:gd name="T19" fmla="*/ 227 h 177"/>
                <a:gd name="T20" fmla="*/ 755 w 134"/>
                <a:gd name="T21" fmla="*/ 589 h 177"/>
                <a:gd name="T22" fmla="*/ 1402 w 134"/>
                <a:gd name="T23" fmla="*/ 2581 h 177"/>
                <a:gd name="T24" fmla="*/ 1873 w 134"/>
                <a:gd name="T25" fmla="*/ 1400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4" h="177">
                  <a:moveTo>
                    <a:pt x="119" y="74"/>
                  </a:moveTo>
                  <a:cubicBezTo>
                    <a:pt x="121" y="64"/>
                    <a:pt x="122" y="46"/>
                    <a:pt x="123" y="41"/>
                  </a:cubicBezTo>
                  <a:cubicBezTo>
                    <a:pt x="125" y="35"/>
                    <a:pt x="127" y="41"/>
                    <a:pt x="131" y="58"/>
                  </a:cubicBezTo>
                  <a:cubicBezTo>
                    <a:pt x="134" y="80"/>
                    <a:pt x="117" y="123"/>
                    <a:pt x="108" y="156"/>
                  </a:cubicBezTo>
                  <a:cubicBezTo>
                    <a:pt x="102" y="177"/>
                    <a:pt x="79" y="177"/>
                    <a:pt x="71" y="177"/>
                  </a:cubicBezTo>
                  <a:cubicBezTo>
                    <a:pt x="69" y="177"/>
                    <a:pt x="66" y="177"/>
                    <a:pt x="62" y="177"/>
                  </a:cubicBezTo>
                  <a:cubicBezTo>
                    <a:pt x="59" y="159"/>
                    <a:pt x="54" y="148"/>
                    <a:pt x="54" y="144"/>
                  </a:cubicBezTo>
                  <a:cubicBezTo>
                    <a:pt x="53" y="137"/>
                    <a:pt x="60" y="137"/>
                    <a:pt x="55" y="110"/>
                  </a:cubicBezTo>
                  <a:cubicBezTo>
                    <a:pt x="50" y="84"/>
                    <a:pt x="45" y="67"/>
                    <a:pt x="21" y="34"/>
                  </a:cubicBezTo>
                  <a:cubicBezTo>
                    <a:pt x="14" y="24"/>
                    <a:pt x="7" y="17"/>
                    <a:pt x="0" y="12"/>
                  </a:cubicBezTo>
                  <a:cubicBezTo>
                    <a:pt x="22" y="0"/>
                    <a:pt x="31" y="9"/>
                    <a:pt x="48" y="31"/>
                  </a:cubicBezTo>
                  <a:cubicBezTo>
                    <a:pt x="65" y="53"/>
                    <a:pt x="75" y="114"/>
                    <a:pt x="89" y="136"/>
                  </a:cubicBezTo>
                  <a:cubicBezTo>
                    <a:pt x="100" y="130"/>
                    <a:pt x="119" y="99"/>
                    <a:pt x="119" y="7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61">
              <a:extLst>
                <a:ext uri="{FF2B5EF4-FFF2-40B4-BE49-F238E27FC236}">
                  <a16:creationId xmlns:a16="http://schemas.microsoft.com/office/drawing/2014/main" id="{2F49B6F6-DC9E-429E-8FF5-D53B7BF0A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573"/>
              <a:ext cx="12" cy="1"/>
            </a:xfrm>
            <a:custGeom>
              <a:avLst/>
              <a:gdLst>
                <a:gd name="T0" fmla="*/ 70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2F3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62">
              <a:extLst>
                <a:ext uri="{FF2B5EF4-FFF2-40B4-BE49-F238E27FC236}">
                  <a16:creationId xmlns:a16="http://schemas.microsoft.com/office/drawing/2014/main" id="{B89E8663-AA8B-4D5B-95F2-8EC9E800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637"/>
              <a:ext cx="23" cy="27"/>
            </a:xfrm>
            <a:custGeom>
              <a:avLst/>
              <a:gdLst>
                <a:gd name="T0" fmla="*/ 151 w 9"/>
                <a:gd name="T1" fmla="*/ 103 h 10"/>
                <a:gd name="T2" fmla="*/ 13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5"/>
                  </a:moveTo>
                  <a:cubicBezTo>
                    <a:pt x="4" y="10"/>
                    <a:pt x="0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2F3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63">
              <a:extLst>
                <a:ext uri="{FF2B5EF4-FFF2-40B4-BE49-F238E27FC236}">
                  <a16:creationId xmlns:a16="http://schemas.microsoft.com/office/drawing/2014/main" id="{2BC80B61-553A-4E6C-A26F-1E17E18CE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56"/>
              <a:ext cx="25" cy="32"/>
            </a:xfrm>
            <a:custGeom>
              <a:avLst/>
              <a:gdLst>
                <a:gd name="T0" fmla="*/ 0 w 10"/>
                <a:gd name="T1" fmla="*/ 115 h 12"/>
                <a:gd name="T2" fmla="*/ 63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6"/>
                  </a:moveTo>
                  <a:cubicBezTo>
                    <a:pt x="2" y="12"/>
                    <a:pt x="10" y="5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2F3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64">
              <a:extLst>
                <a:ext uri="{FF2B5EF4-FFF2-40B4-BE49-F238E27FC236}">
                  <a16:creationId xmlns:a16="http://schemas.microsoft.com/office/drawing/2014/main" id="{97BDAAD8-F0A2-404C-BF3B-175D5757E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73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2F3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65">
              <a:extLst>
                <a:ext uri="{FF2B5EF4-FFF2-40B4-BE49-F238E27FC236}">
                  <a16:creationId xmlns:a16="http://schemas.microsoft.com/office/drawing/2014/main" id="{5865F74D-9C08-4D32-98F8-7ED951724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507"/>
              <a:ext cx="5" cy="21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2"/>
                    <a:pt x="2" y="6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2F3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66">
              <a:extLst>
                <a:ext uri="{FF2B5EF4-FFF2-40B4-BE49-F238E27FC236}">
                  <a16:creationId xmlns:a16="http://schemas.microsoft.com/office/drawing/2014/main" id="{58BBD423-B58C-43D7-A33E-8221DC56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685"/>
              <a:ext cx="20" cy="22"/>
            </a:xfrm>
            <a:custGeom>
              <a:avLst/>
              <a:gdLst>
                <a:gd name="T0" fmla="*/ 125 w 8"/>
                <a:gd name="T1" fmla="*/ 0 h 8"/>
                <a:gd name="T2" fmla="*/ 125 w 8"/>
                <a:gd name="T3" fmla="*/ 14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0" y="2"/>
                    <a:pt x="0" y="8"/>
                    <a:pt x="8" y="7"/>
                  </a:cubicBezTo>
                </a:path>
              </a:pathLst>
            </a:custGeom>
            <a:noFill/>
            <a:ln w="7938" cap="rnd">
              <a:solidFill>
                <a:srgbClr val="F2F3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67">
              <a:extLst>
                <a:ext uri="{FF2B5EF4-FFF2-40B4-BE49-F238E27FC236}">
                  <a16:creationId xmlns:a16="http://schemas.microsoft.com/office/drawing/2014/main" id="{9E10F7FB-A341-44CA-8FEC-E4174BC7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765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2F3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68">
              <a:extLst>
                <a:ext uri="{FF2B5EF4-FFF2-40B4-BE49-F238E27FC236}">
                  <a16:creationId xmlns:a16="http://schemas.microsoft.com/office/drawing/2014/main" id="{48866B95-327F-4F15-87EA-F771F4FA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723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2F3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69">
              <a:extLst>
                <a:ext uri="{FF2B5EF4-FFF2-40B4-BE49-F238E27FC236}">
                  <a16:creationId xmlns:a16="http://schemas.microsoft.com/office/drawing/2014/main" id="{E9DF0FD9-B2C0-404B-8D34-BBC7BAC16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653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F2F3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70">
              <a:extLst>
                <a:ext uri="{FF2B5EF4-FFF2-40B4-BE49-F238E27FC236}">
                  <a16:creationId xmlns:a16="http://schemas.microsoft.com/office/drawing/2014/main" id="{4905CF9F-8978-4FDA-A497-96AB5418F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688"/>
              <a:ext cx="25" cy="29"/>
            </a:xfrm>
            <a:custGeom>
              <a:avLst/>
              <a:gdLst>
                <a:gd name="T0" fmla="*/ 158 w 10"/>
                <a:gd name="T1" fmla="*/ 34 h 11"/>
                <a:gd name="T2" fmla="*/ 20 w 10"/>
                <a:gd name="T3" fmla="*/ 76 h 11"/>
                <a:gd name="T4" fmla="*/ 158 w 10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2"/>
                  </a:moveTo>
                  <a:cubicBezTo>
                    <a:pt x="8" y="0"/>
                    <a:pt x="1" y="0"/>
                    <a:pt x="1" y="4"/>
                  </a:cubicBezTo>
                  <a:cubicBezTo>
                    <a:pt x="0" y="8"/>
                    <a:pt x="7" y="11"/>
                    <a:pt x="10" y="11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71">
              <a:extLst>
                <a:ext uri="{FF2B5EF4-FFF2-40B4-BE49-F238E27FC236}">
                  <a16:creationId xmlns:a16="http://schemas.microsoft.com/office/drawing/2014/main" id="{76958FFB-E316-4AD5-A924-C2D98EEED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888"/>
              <a:ext cx="27" cy="19"/>
            </a:xfrm>
            <a:custGeom>
              <a:avLst/>
              <a:gdLst>
                <a:gd name="T0" fmla="*/ 103 w 11"/>
                <a:gd name="T1" fmla="*/ 141 h 7"/>
                <a:gd name="T2" fmla="*/ 0 w 11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7" y="7"/>
                  </a:moveTo>
                  <a:cubicBezTo>
                    <a:pt x="11" y="1"/>
                    <a:pt x="0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72">
              <a:extLst>
                <a:ext uri="{FF2B5EF4-FFF2-40B4-BE49-F238E27FC236}">
                  <a16:creationId xmlns:a16="http://schemas.microsoft.com/office/drawing/2014/main" id="{298004D7-E8C4-4F58-9F49-F538C6805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53"/>
              <a:ext cx="40" cy="62"/>
            </a:xfrm>
            <a:custGeom>
              <a:avLst/>
              <a:gdLst>
                <a:gd name="T0" fmla="*/ 0 w 16"/>
                <a:gd name="T1" fmla="*/ 94 h 23"/>
                <a:gd name="T2" fmla="*/ 145 w 16"/>
                <a:gd name="T3" fmla="*/ 59 h 23"/>
                <a:gd name="T4" fmla="*/ 95 w 16"/>
                <a:gd name="T5" fmla="*/ 313 h 23"/>
                <a:gd name="T6" fmla="*/ 188 w 16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0" y="5"/>
                  </a:moveTo>
                  <a:cubicBezTo>
                    <a:pt x="3" y="4"/>
                    <a:pt x="7" y="0"/>
                    <a:pt x="9" y="3"/>
                  </a:cubicBezTo>
                  <a:cubicBezTo>
                    <a:pt x="10" y="6"/>
                    <a:pt x="7" y="14"/>
                    <a:pt x="6" y="16"/>
                  </a:cubicBezTo>
                  <a:cubicBezTo>
                    <a:pt x="13" y="8"/>
                    <a:pt x="16" y="16"/>
                    <a:pt x="12" y="23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73">
              <a:extLst>
                <a:ext uri="{FF2B5EF4-FFF2-40B4-BE49-F238E27FC236}">
                  <a16:creationId xmlns:a16="http://schemas.microsoft.com/office/drawing/2014/main" id="{7B91A8EB-CAE8-4566-8DC0-5AF4ADFCE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424"/>
              <a:ext cx="57" cy="72"/>
            </a:xfrm>
            <a:custGeom>
              <a:avLst/>
              <a:gdLst>
                <a:gd name="T0" fmla="*/ 245 w 23"/>
                <a:gd name="T1" fmla="*/ 512 h 27"/>
                <a:gd name="T2" fmla="*/ 92 w 23"/>
                <a:gd name="T3" fmla="*/ 397 h 27"/>
                <a:gd name="T4" fmla="*/ 287 w 23"/>
                <a:gd name="T5" fmla="*/ 264 h 27"/>
                <a:gd name="T6" fmla="*/ 12 w 23"/>
                <a:gd name="T7" fmla="*/ 192 h 27"/>
                <a:gd name="T8" fmla="*/ 349 w 23"/>
                <a:gd name="T9" fmla="*/ 2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6" y="27"/>
                  </a:moveTo>
                  <a:cubicBezTo>
                    <a:pt x="13" y="27"/>
                    <a:pt x="0" y="26"/>
                    <a:pt x="6" y="21"/>
                  </a:cubicBezTo>
                  <a:cubicBezTo>
                    <a:pt x="8" y="18"/>
                    <a:pt x="21" y="20"/>
                    <a:pt x="19" y="14"/>
                  </a:cubicBezTo>
                  <a:cubicBezTo>
                    <a:pt x="16" y="7"/>
                    <a:pt x="1" y="17"/>
                    <a:pt x="1" y="10"/>
                  </a:cubicBezTo>
                  <a:cubicBezTo>
                    <a:pt x="1" y="1"/>
                    <a:pt x="17" y="0"/>
                    <a:pt x="23" y="1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74">
              <a:extLst>
                <a:ext uri="{FF2B5EF4-FFF2-40B4-BE49-F238E27FC236}">
                  <a16:creationId xmlns:a16="http://schemas.microsoft.com/office/drawing/2014/main" id="{67E0F5B6-D59C-40CD-A81B-41ECE02F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429"/>
              <a:ext cx="38" cy="67"/>
            </a:xfrm>
            <a:custGeom>
              <a:avLst/>
              <a:gdLst>
                <a:gd name="T0" fmla="*/ 96 w 15"/>
                <a:gd name="T1" fmla="*/ 35 h 25"/>
                <a:gd name="T2" fmla="*/ 243 w 15"/>
                <a:gd name="T3" fmla="*/ 35 h 25"/>
                <a:gd name="T4" fmla="*/ 33 w 15"/>
                <a:gd name="T5" fmla="*/ 193 h 25"/>
                <a:gd name="T6" fmla="*/ 0 w 15"/>
                <a:gd name="T7" fmla="*/ 4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6" y="2"/>
                  </a:moveTo>
                  <a:cubicBezTo>
                    <a:pt x="9" y="0"/>
                    <a:pt x="13" y="0"/>
                    <a:pt x="15" y="2"/>
                  </a:cubicBezTo>
                  <a:cubicBezTo>
                    <a:pt x="15" y="8"/>
                    <a:pt x="7" y="10"/>
                    <a:pt x="2" y="10"/>
                  </a:cubicBezTo>
                  <a:cubicBezTo>
                    <a:pt x="8" y="13"/>
                    <a:pt x="7" y="25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1" name="raw-red-meat-slice-illustration">
            <a:extLst>
              <a:ext uri="{FF2B5EF4-FFF2-40B4-BE49-F238E27FC236}">
                <a16:creationId xmlns:a16="http://schemas.microsoft.com/office/drawing/2014/main" id="{89477841-A473-4F73-A3AF-D9C8A3A5D84A}"/>
              </a:ext>
            </a:extLst>
          </p:cNvPr>
          <p:cNvGrpSpPr>
            <a:grpSpLocks/>
          </p:cNvGrpSpPr>
          <p:nvPr/>
        </p:nvGrpSpPr>
        <p:grpSpPr bwMode="auto">
          <a:xfrm>
            <a:off x="2300288" y="4259263"/>
            <a:ext cx="3303587" cy="1214437"/>
            <a:chOff x="977" y="2630"/>
            <a:chExt cx="1455" cy="535"/>
          </a:xfrm>
        </p:grpSpPr>
        <p:sp>
          <p:nvSpPr>
            <p:cNvPr id="27781" name="Freeform 76">
              <a:extLst>
                <a:ext uri="{FF2B5EF4-FFF2-40B4-BE49-F238E27FC236}">
                  <a16:creationId xmlns:a16="http://schemas.microsoft.com/office/drawing/2014/main" id="{0073E7A0-7D6B-4D0D-A8BD-EB1DEFDA0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630"/>
              <a:ext cx="1455" cy="442"/>
            </a:xfrm>
            <a:custGeom>
              <a:avLst/>
              <a:gdLst>
                <a:gd name="T0" fmla="*/ 4345 w 582"/>
                <a:gd name="T1" fmla="*/ 0 h 166"/>
                <a:gd name="T2" fmla="*/ 3583 w 582"/>
                <a:gd name="T3" fmla="*/ 93 h 166"/>
                <a:gd name="T4" fmla="*/ 2738 w 582"/>
                <a:gd name="T5" fmla="*/ 149 h 166"/>
                <a:gd name="T6" fmla="*/ 1438 w 582"/>
                <a:gd name="T7" fmla="*/ 375 h 166"/>
                <a:gd name="T8" fmla="*/ 863 w 582"/>
                <a:gd name="T9" fmla="*/ 865 h 166"/>
                <a:gd name="T10" fmla="*/ 63 w 582"/>
                <a:gd name="T11" fmla="*/ 1624 h 166"/>
                <a:gd name="T12" fmla="*/ 720 w 582"/>
                <a:gd name="T13" fmla="*/ 2490 h 166"/>
                <a:gd name="T14" fmla="*/ 1520 w 582"/>
                <a:gd name="T15" fmla="*/ 2985 h 166"/>
                <a:gd name="T16" fmla="*/ 2988 w 582"/>
                <a:gd name="T17" fmla="*/ 3019 h 166"/>
                <a:gd name="T18" fmla="*/ 5083 w 582"/>
                <a:gd name="T19" fmla="*/ 2985 h 166"/>
                <a:gd name="T20" fmla="*/ 6613 w 582"/>
                <a:gd name="T21" fmla="*/ 2964 h 166"/>
                <a:gd name="T22" fmla="*/ 8438 w 582"/>
                <a:gd name="T23" fmla="*/ 1113 h 166"/>
                <a:gd name="T24" fmla="*/ 5970 w 582"/>
                <a:gd name="T25" fmla="*/ 93 h 166"/>
                <a:gd name="T26" fmla="*/ 5113 w 582"/>
                <a:gd name="T27" fmla="*/ 136 h 166"/>
                <a:gd name="T28" fmla="*/ 4345 w 582"/>
                <a:gd name="T29" fmla="*/ 0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2" h="166">
                  <a:moveTo>
                    <a:pt x="278" y="0"/>
                  </a:moveTo>
                  <a:cubicBezTo>
                    <a:pt x="258" y="0"/>
                    <a:pt x="238" y="5"/>
                    <a:pt x="229" y="5"/>
                  </a:cubicBezTo>
                  <a:cubicBezTo>
                    <a:pt x="211" y="5"/>
                    <a:pt x="193" y="8"/>
                    <a:pt x="175" y="8"/>
                  </a:cubicBezTo>
                  <a:cubicBezTo>
                    <a:pt x="145" y="9"/>
                    <a:pt x="118" y="6"/>
                    <a:pt x="92" y="20"/>
                  </a:cubicBezTo>
                  <a:cubicBezTo>
                    <a:pt x="79" y="27"/>
                    <a:pt x="67" y="38"/>
                    <a:pt x="55" y="46"/>
                  </a:cubicBezTo>
                  <a:cubicBezTo>
                    <a:pt x="38" y="56"/>
                    <a:pt x="8" y="66"/>
                    <a:pt x="4" y="86"/>
                  </a:cubicBezTo>
                  <a:cubicBezTo>
                    <a:pt x="0" y="111"/>
                    <a:pt x="27" y="122"/>
                    <a:pt x="46" y="132"/>
                  </a:cubicBezTo>
                  <a:cubicBezTo>
                    <a:pt x="63" y="141"/>
                    <a:pt x="78" y="153"/>
                    <a:pt x="97" y="158"/>
                  </a:cubicBezTo>
                  <a:cubicBezTo>
                    <a:pt x="127" y="166"/>
                    <a:pt x="161" y="160"/>
                    <a:pt x="191" y="160"/>
                  </a:cubicBezTo>
                  <a:cubicBezTo>
                    <a:pt x="237" y="160"/>
                    <a:pt x="280" y="163"/>
                    <a:pt x="325" y="158"/>
                  </a:cubicBezTo>
                  <a:cubicBezTo>
                    <a:pt x="358" y="154"/>
                    <a:pt x="389" y="155"/>
                    <a:pt x="423" y="157"/>
                  </a:cubicBezTo>
                  <a:cubicBezTo>
                    <a:pt x="487" y="162"/>
                    <a:pt x="582" y="135"/>
                    <a:pt x="540" y="59"/>
                  </a:cubicBezTo>
                  <a:cubicBezTo>
                    <a:pt x="510" y="3"/>
                    <a:pt x="439" y="8"/>
                    <a:pt x="382" y="5"/>
                  </a:cubicBezTo>
                  <a:cubicBezTo>
                    <a:pt x="364" y="4"/>
                    <a:pt x="346" y="8"/>
                    <a:pt x="327" y="7"/>
                  </a:cubicBezTo>
                  <a:cubicBezTo>
                    <a:pt x="321" y="6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77">
              <a:extLst>
                <a:ext uri="{FF2B5EF4-FFF2-40B4-BE49-F238E27FC236}">
                  <a16:creationId xmlns:a16="http://schemas.microsoft.com/office/drawing/2014/main" id="{1226805C-EF21-4E1A-92FD-501E304DA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880"/>
              <a:ext cx="1367" cy="285"/>
            </a:xfrm>
            <a:custGeom>
              <a:avLst/>
              <a:gdLst>
                <a:gd name="T0" fmla="*/ 6570 w 547"/>
                <a:gd name="T1" fmla="*/ 1191 h 107"/>
                <a:gd name="T2" fmla="*/ 5041 w 547"/>
                <a:gd name="T3" fmla="*/ 1207 h 107"/>
                <a:gd name="T4" fmla="*/ 2949 w 547"/>
                <a:gd name="T5" fmla="*/ 1249 h 107"/>
                <a:gd name="T6" fmla="*/ 1479 w 547"/>
                <a:gd name="T7" fmla="*/ 1207 h 107"/>
                <a:gd name="T8" fmla="*/ 687 w 547"/>
                <a:gd name="T9" fmla="*/ 716 h 107"/>
                <a:gd name="T10" fmla="*/ 30 w 547"/>
                <a:gd name="T11" fmla="*/ 0 h 107"/>
                <a:gd name="T12" fmla="*/ 30 w 547"/>
                <a:gd name="T13" fmla="*/ 320 h 107"/>
                <a:gd name="T14" fmla="*/ 637 w 547"/>
                <a:gd name="T15" fmla="*/ 1079 h 107"/>
                <a:gd name="T16" fmla="*/ 1374 w 547"/>
                <a:gd name="T17" fmla="*/ 1761 h 107"/>
                <a:gd name="T18" fmla="*/ 2824 w 547"/>
                <a:gd name="T19" fmla="*/ 1830 h 107"/>
                <a:gd name="T20" fmla="*/ 4933 w 547"/>
                <a:gd name="T21" fmla="*/ 1928 h 107"/>
                <a:gd name="T22" fmla="*/ 6465 w 547"/>
                <a:gd name="T23" fmla="*/ 1907 h 107"/>
                <a:gd name="T24" fmla="*/ 8274 w 547"/>
                <a:gd name="T25" fmla="*/ 1263 h 107"/>
                <a:gd name="T26" fmla="*/ 8537 w 547"/>
                <a:gd name="T27" fmla="*/ 170 h 107"/>
                <a:gd name="T28" fmla="*/ 6570 w 547"/>
                <a:gd name="T29" fmla="*/ 1191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7" h="107">
                  <a:moveTo>
                    <a:pt x="421" y="63"/>
                  </a:moveTo>
                  <a:cubicBezTo>
                    <a:pt x="387" y="61"/>
                    <a:pt x="356" y="60"/>
                    <a:pt x="323" y="64"/>
                  </a:cubicBezTo>
                  <a:cubicBezTo>
                    <a:pt x="278" y="69"/>
                    <a:pt x="235" y="66"/>
                    <a:pt x="189" y="66"/>
                  </a:cubicBezTo>
                  <a:cubicBezTo>
                    <a:pt x="159" y="66"/>
                    <a:pt x="125" y="72"/>
                    <a:pt x="95" y="64"/>
                  </a:cubicBezTo>
                  <a:cubicBezTo>
                    <a:pt x="76" y="59"/>
                    <a:pt x="61" y="47"/>
                    <a:pt x="44" y="38"/>
                  </a:cubicBezTo>
                  <a:cubicBezTo>
                    <a:pt x="27" y="29"/>
                    <a:pt x="4" y="19"/>
                    <a:pt x="2" y="0"/>
                  </a:cubicBezTo>
                  <a:cubicBezTo>
                    <a:pt x="2" y="4"/>
                    <a:pt x="2" y="10"/>
                    <a:pt x="2" y="17"/>
                  </a:cubicBezTo>
                  <a:cubicBezTo>
                    <a:pt x="0" y="31"/>
                    <a:pt x="22" y="47"/>
                    <a:pt x="41" y="57"/>
                  </a:cubicBezTo>
                  <a:cubicBezTo>
                    <a:pt x="58" y="66"/>
                    <a:pt x="69" y="87"/>
                    <a:pt x="88" y="93"/>
                  </a:cubicBezTo>
                  <a:cubicBezTo>
                    <a:pt x="119" y="101"/>
                    <a:pt x="150" y="97"/>
                    <a:pt x="181" y="97"/>
                  </a:cubicBezTo>
                  <a:cubicBezTo>
                    <a:pt x="226" y="97"/>
                    <a:pt x="271" y="107"/>
                    <a:pt x="316" y="102"/>
                  </a:cubicBezTo>
                  <a:cubicBezTo>
                    <a:pt x="350" y="98"/>
                    <a:pt x="380" y="98"/>
                    <a:pt x="414" y="101"/>
                  </a:cubicBezTo>
                  <a:cubicBezTo>
                    <a:pt x="454" y="104"/>
                    <a:pt x="507" y="93"/>
                    <a:pt x="530" y="67"/>
                  </a:cubicBezTo>
                  <a:cubicBezTo>
                    <a:pt x="542" y="53"/>
                    <a:pt x="547" y="38"/>
                    <a:pt x="547" y="9"/>
                  </a:cubicBezTo>
                  <a:cubicBezTo>
                    <a:pt x="538" y="52"/>
                    <a:pt x="470" y="67"/>
                    <a:pt x="421" y="63"/>
                  </a:cubicBezTo>
                  <a:close/>
                </a:path>
              </a:pathLst>
            </a:custGeom>
            <a:solidFill>
              <a:srgbClr val="CB3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78">
              <a:extLst>
                <a:ext uri="{FF2B5EF4-FFF2-40B4-BE49-F238E27FC236}">
                  <a16:creationId xmlns:a16="http://schemas.microsoft.com/office/drawing/2014/main" id="{36DFBAF6-B83F-48A7-894D-81EF298AA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677"/>
              <a:ext cx="553" cy="75"/>
            </a:xfrm>
            <a:custGeom>
              <a:avLst/>
              <a:gdLst>
                <a:gd name="T0" fmla="*/ 0 w 221"/>
                <a:gd name="T1" fmla="*/ 329 h 28"/>
                <a:gd name="T2" fmla="*/ 300 w 221"/>
                <a:gd name="T3" fmla="*/ 458 h 28"/>
                <a:gd name="T4" fmla="*/ 801 w 221"/>
                <a:gd name="T5" fmla="*/ 517 h 28"/>
                <a:gd name="T6" fmla="*/ 1784 w 221"/>
                <a:gd name="T7" fmla="*/ 423 h 28"/>
                <a:gd name="T8" fmla="*/ 2818 w 221"/>
                <a:gd name="T9" fmla="*/ 273 h 28"/>
                <a:gd name="T10" fmla="*/ 3463 w 221"/>
                <a:gd name="T11" fmla="*/ 137 h 28"/>
                <a:gd name="T12" fmla="*/ 2692 w 221"/>
                <a:gd name="T13" fmla="*/ 209 h 28"/>
                <a:gd name="T14" fmla="*/ 1629 w 221"/>
                <a:gd name="T15" fmla="*/ 329 h 28"/>
                <a:gd name="T16" fmla="*/ 125 w 221"/>
                <a:gd name="T17" fmla="*/ 329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1" h="28">
                  <a:moveTo>
                    <a:pt x="0" y="17"/>
                  </a:moveTo>
                  <a:cubicBezTo>
                    <a:pt x="7" y="18"/>
                    <a:pt x="12" y="23"/>
                    <a:pt x="19" y="24"/>
                  </a:cubicBezTo>
                  <a:cubicBezTo>
                    <a:pt x="29" y="26"/>
                    <a:pt x="41" y="26"/>
                    <a:pt x="51" y="27"/>
                  </a:cubicBezTo>
                  <a:cubicBezTo>
                    <a:pt x="72" y="28"/>
                    <a:pt x="93" y="23"/>
                    <a:pt x="114" y="22"/>
                  </a:cubicBezTo>
                  <a:cubicBezTo>
                    <a:pt x="137" y="21"/>
                    <a:pt x="158" y="20"/>
                    <a:pt x="180" y="14"/>
                  </a:cubicBezTo>
                  <a:cubicBezTo>
                    <a:pt x="194" y="10"/>
                    <a:pt x="206" y="8"/>
                    <a:pt x="221" y="7"/>
                  </a:cubicBezTo>
                  <a:cubicBezTo>
                    <a:pt x="209" y="0"/>
                    <a:pt x="185" y="9"/>
                    <a:pt x="172" y="11"/>
                  </a:cubicBezTo>
                  <a:cubicBezTo>
                    <a:pt x="155" y="15"/>
                    <a:pt x="122" y="18"/>
                    <a:pt x="104" y="17"/>
                  </a:cubicBezTo>
                  <a:cubicBezTo>
                    <a:pt x="67" y="15"/>
                    <a:pt x="44" y="19"/>
                    <a:pt x="8" y="17"/>
                  </a:cubicBezTo>
                </a:path>
              </a:pathLst>
            </a:custGeom>
            <a:solidFill>
              <a:srgbClr val="CB3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79">
              <a:extLst>
                <a:ext uri="{FF2B5EF4-FFF2-40B4-BE49-F238E27FC236}">
                  <a16:creationId xmlns:a16="http://schemas.microsoft.com/office/drawing/2014/main" id="{E5DB5B0D-7514-4EC4-A0E3-07E42B32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771"/>
              <a:ext cx="827" cy="101"/>
            </a:xfrm>
            <a:custGeom>
              <a:avLst/>
              <a:gdLst>
                <a:gd name="T0" fmla="*/ 0 w 331"/>
                <a:gd name="T1" fmla="*/ 601 h 38"/>
                <a:gd name="T2" fmla="*/ 1324 w 331"/>
                <a:gd name="T3" fmla="*/ 712 h 38"/>
                <a:gd name="T4" fmla="*/ 2354 w 331"/>
                <a:gd name="T5" fmla="*/ 678 h 38"/>
                <a:gd name="T6" fmla="*/ 3166 w 331"/>
                <a:gd name="T7" fmla="*/ 508 h 38"/>
                <a:gd name="T8" fmla="*/ 4287 w 331"/>
                <a:gd name="T9" fmla="*/ 260 h 38"/>
                <a:gd name="T10" fmla="*/ 4725 w 331"/>
                <a:gd name="T11" fmla="*/ 170 h 38"/>
                <a:gd name="T12" fmla="*/ 5162 w 331"/>
                <a:gd name="T13" fmla="*/ 93 h 38"/>
                <a:gd name="T14" fmla="*/ 4507 w 331"/>
                <a:gd name="T15" fmla="*/ 114 h 38"/>
                <a:gd name="T16" fmla="*/ 4028 w 331"/>
                <a:gd name="T17" fmla="*/ 149 h 38"/>
                <a:gd name="T18" fmla="*/ 2903 w 331"/>
                <a:gd name="T19" fmla="*/ 396 h 38"/>
                <a:gd name="T20" fmla="*/ 1936 w 331"/>
                <a:gd name="T21" fmla="*/ 566 h 38"/>
                <a:gd name="T22" fmla="*/ 1529 w 331"/>
                <a:gd name="T23" fmla="*/ 622 h 38"/>
                <a:gd name="T24" fmla="*/ 904 w 331"/>
                <a:gd name="T25" fmla="*/ 601 h 38"/>
                <a:gd name="T26" fmla="*/ 0 w 331"/>
                <a:gd name="T27" fmla="*/ 601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1" h="38">
                  <a:moveTo>
                    <a:pt x="0" y="32"/>
                  </a:moveTo>
                  <a:cubicBezTo>
                    <a:pt x="31" y="28"/>
                    <a:pt x="53" y="37"/>
                    <a:pt x="85" y="38"/>
                  </a:cubicBezTo>
                  <a:cubicBezTo>
                    <a:pt x="103" y="38"/>
                    <a:pt x="133" y="38"/>
                    <a:pt x="151" y="36"/>
                  </a:cubicBezTo>
                  <a:cubicBezTo>
                    <a:pt x="168" y="35"/>
                    <a:pt x="185" y="29"/>
                    <a:pt x="203" y="27"/>
                  </a:cubicBezTo>
                  <a:cubicBezTo>
                    <a:pt x="227" y="25"/>
                    <a:pt x="250" y="17"/>
                    <a:pt x="275" y="14"/>
                  </a:cubicBezTo>
                  <a:cubicBezTo>
                    <a:pt x="284" y="13"/>
                    <a:pt x="293" y="11"/>
                    <a:pt x="303" y="9"/>
                  </a:cubicBezTo>
                  <a:cubicBezTo>
                    <a:pt x="312" y="8"/>
                    <a:pt x="323" y="7"/>
                    <a:pt x="331" y="5"/>
                  </a:cubicBezTo>
                  <a:cubicBezTo>
                    <a:pt x="318" y="0"/>
                    <a:pt x="302" y="5"/>
                    <a:pt x="289" y="6"/>
                  </a:cubicBezTo>
                  <a:cubicBezTo>
                    <a:pt x="278" y="7"/>
                    <a:pt x="268" y="7"/>
                    <a:pt x="258" y="8"/>
                  </a:cubicBezTo>
                  <a:cubicBezTo>
                    <a:pt x="233" y="9"/>
                    <a:pt x="210" y="17"/>
                    <a:pt x="186" y="21"/>
                  </a:cubicBezTo>
                  <a:cubicBezTo>
                    <a:pt x="165" y="25"/>
                    <a:pt x="145" y="29"/>
                    <a:pt x="124" y="30"/>
                  </a:cubicBezTo>
                  <a:cubicBezTo>
                    <a:pt x="115" y="31"/>
                    <a:pt x="107" y="32"/>
                    <a:pt x="98" y="33"/>
                  </a:cubicBezTo>
                  <a:cubicBezTo>
                    <a:pt x="92" y="33"/>
                    <a:pt x="63" y="30"/>
                    <a:pt x="58" y="32"/>
                  </a:cubicBezTo>
                  <a:cubicBezTo>
                    <a:pt x="49" y="31"/>
                    <a:pt x="8" y="26"/>
                    <a:pt x="0" y="32"/>
                  </a:cubicBezTo>
                  <a:close/>
                </a:path>
              </a:pathLst>
            </a:custGeom>
            <a:solidFill>
              <a:srgbClr val="CB3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80">
              <a:extLst>
                <a:ext uri="{FF2B5EF4-FFF2-40B4-BE49-F238E27FC236}">
                  <a16:creationId xmlns:a16="http://schemas.microsoft.com/office/drawing/2014/main" id="{B733A01A-4468-4B5B-8472-223D51C03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869"/>
              <a:ext cx="285" cy="48"/>
            </a:xfrm>
            <a:custGeom>
              <a:avLst/>
              <a:gdLst>
                <a:gd name="T0" fmla="*/ 0 w 114"/>
                <a:gd name="T1" fmla="*/ 149 h 18"/>
                <a:gd name="T2" fmla="*/ 1083 w 114"/>
                <a:gd name="T3" fmla="*/ 264 h 18"/>
                <a:gd name="T4" fmla="*/ 1783 w 114"/>
                <a:gd name="T5" fmla="*/ 0 h 18"/>
                <a:gd name="T6" fmla="*/ 783 w 114"/>
                <a:gd name="T7" fmla="*/ 14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8">
                  <a:moveTo>
                    <a:pt x="0" y="8"/>
                  </a:moveTo>
                  <a:cubicBezTo>
                    <a:pt x="22" y="18"/>
                    <a:pt x="45" y="16"/>
                    <a:pt x="69" y="14"/>
                  </a:cubicBezTo>
                  <a:cubicBezTo>
                    <a:pt x="87" y="12"/>
                    <a:pt x="98" y="6"/>
                    <a:pt x="114" y="0"/>
                  </a:cubicBezTo>
                  <a:cubicBezTo>
                    <a:pt x="93" y="4"/>
                    <a:pt x="72" y="8"/>
                    <a:pt x="50" y="8"/>
                  </a:cubicBezTo>
                </a:path>
              </a:pathLst>
            </a:custGeom>
            <a:solidFill>
              <a:srgbClr val="CB3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81">
              <a:extLst>
                <a:ext uri="{FF2B5EF4-FFF2-40B4-BE49-F238E27FC236}">
                  <a16:creationId xmlns:a16="http://schemas.microsoft.com/office/drawing/2014/main" id="{7733ED56-1DF6-4CFD-8E25-5EB059B59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920"/>
              <a:ext cx="597" cy="91"/>
            </a:xfrm>
            <a:custGeom>
              <a:avLst/>
              <a:gdLst>
                <a:gd name="T0" fmla="*/ 125 w 239"/>
                <a:gd name="T1" fmla="*/ 559 h 34"/>
                <a:gd name="T2" fmla="*/ 1137 w 239"/>
                <a:gd name="T3" fmla="*/ 517 h 34"/>
                <a:gd name="T4" fmla="*/ 2166 w 239"/>
                <a:gd name="T5" fmla="*/ 444 h 34"/>
                <a:gd name="T6" fmla="*/ 3724 w 239"/>
                <a:gd name="T7" fmla="*/ 458 h 34"/>
                <a:gd name="T8" fmla="*/ 2058 w 239"/>
                <a:gd name="T9" fmla="*/ 388 h 34"/>
                <a:gd name="T10" fmla="*/ 1137 w 239"/>
                <a:gd name="T11" fmla="*/ 444 h 34"/>
                <a:gd name="T12" fmla="*/ 654 w 239"/>
                <a:gd name="T13" fmla="*/ 444 h 34"/>
                <a:gd name="T14" fmla="*/ 0 w 239"/>
                <a:gd name="T15" fmla="*/ 517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9" h="34">
                  <a:moveTo>
                    <a:pt x="8" y="29"/>
                  </a:moveTo>
                  <a:cubicBezTo>
                    <a:pt x="29" y="34"/>
                    <a:pt x="51" y="27"/>
                    <a:pt x="73" y="27"/>
                  </a:cubicBezTo>
                  <a:cubicBezTo>
                    <a:pt x="95" y="27"/>
                    <a:pt x="118" y="24"/>
                    <a:pt x="139" y="23"/>
                  </a:cubicBezTo>
                  <a:cubicBezTo>
                    <a:pt x="172" y="21"/>
                    <a:pt x="207" y="9"/>
                    <a:pt x="239" y="24"/>
                  </a:cubicBezTo>
                  <a:cubicBezTo>
                    <a:pt x="212" y="0"/>
                    <a:pt x="163" y="17"/>
                    <a:pt x="132" y="20"/>
                  </a:cubicBezTo>
                  <a:cubicBezTo>
                    <a:pt x="113" y="23"/>
                    <a:pt x="92" y="24"/>
                    <a:pt x="73" y="23"/>
                  </a:cubicBezTo>
                  <a:cubicBezTo>
                    <a:pt x="63" y="22"/>
                    <a:pt x="52" y="22"/>
                    <a:pt x="42" y="23"/>
                  </a:cubicBezTo>
                  <a:cubicBezTo>
                    <a:pt x="30" y="24"/>
                    <a:pt x="12" y="31"/>
                    <a:pt x="0" y="27"/>
                  </a:cubicBezTo>
                </a:path>
              </a:pathLst>
            </a:custGeom>
            <a:solidFill>
              <a:srgbClr val="CB3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82">
              <a:extLst>
                <a:ext uri="{FF2B5EF4-FFF2-40B4-BE49-F238E27FC236}">
                  <a16:creationId xmlns:a16="http://schemas.microsoft.com/office/drawing/2014/main" id="{3B52BA32-1A0E-4F3E-8368-C2EADAD4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805"/>
              <a:ext cx="655" cy="102"/>
            </a:xfrm>
            <a:custGeom>
              <a:avLst/>
              <a:gdLst>
                <a:gd name="T0" fmla="*/ 270 w 262"/>
                <a:gd name="T1" fmla="*/ 676 h 38"/>
                <a:gd name="T2" fmla="*/ 1375 w 262"/>
                <a:gd name="T3" fmla="*/ 274 h 38"/>
                <a:gd name="T4" fmla="*/ 2613 w 262"/>
                <a:gd name="T5" fmla="*/ 115 h 38"/>
                <a:gd name="T6" fmla="*/ 3345 w 262"/>
                <a:gd name="T7" fmla="*/ 172 h 38"/>
                <a:gd name="T8" fmla="*/ 4095 w 262"/>
                <a:gd name="T9" fmla="*/ 115 h 38"/>
                <a:gd name="T10" fmla="*/ 3083 w 262"/>
                <a:gd name="T11" fmla="*/ 21 h 38"/>
                <a:gd name="T12" fmla="*/ 2188 w 262"/>
                <a:gd name="T13" fmla="*/ 21 h 38"/>
                <a:gd name="T14" fmla="*/ 1158 w 262"/>
                <a:gd name="T15" fmla="*/ 217 h 38"/>
                <a:gd name="T16" fmla="*/ 0 w 262"/>
                <a:gd name="T17" fmla="*/ 73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38">
                  <a:moveTo>
                    <a:pt x="17" y="35"/>
                  </a:moveTo>
                  <a:cubicBezTo>
                    <a:pt x="41" y="32"/>
                    <a:pt x="65" y="20"/>
                    <a:pt x="88" y="14"/>
                  </a:cubicBezTo>
                  <a:cubicBezTo>
                    <a:pt x="112" y="7"/>
                    <a:pt x="143" y="6"/>
                    <a:pt x="167" y="6"/>
                  </a:cubicBezTo>
                  <a:cubicBezTo>
                    <a:pt x="186" y="6"/>
                    <a:pt x="196" y="7"/>
                    <a:pt x="214" y="9"/>
                  </a:cubicBezTo>
                  <a:cubicBezTo>
                    <a:pt x="227" y="11"/>
                    <a:pt x="250" y="15"/>
                    <a:pt x="262" y="6"/>
                  </a:cubicBezTo>
                  <a:cubicBezTo>
                    <a:pt x="240" y="5"/>
                    <a:pt x="219" y="1"/>
                    <a:pt x="197" y="1"/>
                  </a:cubicBezTo>
                  <a:cubicBezTo>
                    <a:pt x="177" y="1"/>
                    <a:pt x="160" y="0"/>
                    <a:pt x="140" y="1"/>
                  </a:cubicBezTo>
                  <a:cubicBezTo>
                    <a:pt x="115" y="3"/>
                    <a:pt x="98" y="10"/>
                    <a:pt x="74" y="11"/>
                  </a:cubicBezTo>
                  <a:cubicBezTo>
                    <a:pt x="52" y="12"/>
                    <a:pt x="17" y="22"/>
                    <a:pt x="0" y="38"/>
                  </a:cubicBezTo>
                </a:path>
              </a:pathLst>
            </a:custGeom>
            <a:solidFill>
              <a:srgbClr val="CB3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83">
              <a:extLst>
                <a:ext uri="{FF2B5EF4-FFF2-40B4-BE49-F238E27FC236}">
                  <a16:creationId xmlns:a16="http://schemas.microsoft.com/office/drawing/2014/main" id="{0E9B8FA2-246C-499D-AB98-07DF154FB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885"/>
              <a:ext cx="435" cy="152"/>
            </a:xfrm>
            <a:custGeom>
              <a:avLst/>
              <a:gdLst>
                <a:gd name="T0" fmla="*/ 0 w 174"/>
                <a:gd name="T1" fmla="*/ 1003 h 57"/>
                <a:gd name="T2" fmla="*/ 1220 w 174"/>
                <a:gd name="T3" fmla="*/ 1045 h 57"/>
                <a:gd name="T4" fmla="*/ 2720 w 174"/>
                <a:gd name="T5" fmla="*/ 0 h 57"/>
                <a:gd name="T6" fmla="*/ 1408 w 174"/>
                <a:gd name="T7" fmla="*/ 832 h 57"/>
                <a:gd name="T8" fmla="*/ 0 w 174"/>
                <a:gd name="T9" fmla="*/ 100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7">
                  <a:moveTo>
                    <a:pt x="0" y="53"/>
                  </a:moveTo>
                  <a:cubicBezTo>
                    <a:pt x="31" y="51"/>
                    <a:pt x="60" y="57"/>
                    <a:pt x="78" y="55"/>
                  </a:cubicBezTo>
                  <a:cubicBezTo>
                    <a:pt x="96" y="54"/>
                    <a:pt x="168" y="41"/>
                    <a:pt x="174" y="0"/>
                  </a:cubicBezTo>
                  <a:cubicBezTo>
                    <a:pt x="170" y="19"/>
                    <a:pt x="121" y="39"/>
                    <a:pt x="90" y="44"/>
                  </a:cubicBezTo>
                  <a:cubicBezTo>
                    <a:pt x="59" y="49"/>
                    <a:pt x="24" y="46"/>
                    <a:pt x="0" y="53"/>
                  </a:cubicBezTo>
                  <a:close/>
                </a:path>
              </a:pathLst>
            </a:custGeom>
            <a:solidFill>
              <a:srgbClr val="CB3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84">
              <a:extLst>
                <a:ext uri="{FF2B5EF4-FFF2-40B4-BE49-F238E27FC236}">
                  <a16:creationId xmlns:a16="http://schemas.microsoft.com/office/drawing/2014/main" id="{66C438BC-0B14-4E5B-994E-5B7F6CBD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646"/>
              <a:ext cx="677" cy="226"/>
            </a:xfrm>
            <a:custGeom>
              <a:avLst/>
              <a:gdLst>
                <a:gd name="T0" fmla="*/ 0 w 271"/>
                <a:gd name="T1" fmla="*/ 1598 h 85"/>
                <a:gd name="T2" fmla="*/ 437 w 271"/>
                <a:gd name="T3" fmla="*/ 1053 h 85"/>
                <a:gd name="T4" fmla="*/ 1092 w 271"/>
                <a:gd name="T5" fmla="*/ 487 h 85"/>
                <a:gd name="T6" fmla="*/ 2341 w 271"/>
                <a:gd name="T7" fmla="*/ 170 h 85"/>
                <a:gd name="T8" fmla="*/ 3103 w 271"/>
                <a:gd name="T9" fmla="*/ 136 h 85"/>
                <a:gd name="T10" fmla="*/ 3662 w 271"/>
                <a:gd name="T11" fmla="*/ 77 h 85"/>
                <a:gd name="T12" fmla="*/ 4224 w 271"/>
                <a:gd name="T13" fmla="*/ 0 h 85"/>
                <a:gd name="T14" fmla="*/ 3587 w 271"/>
                <a:gd name="T15" fmla="*/ 149 h 85"/>
                <a:gd name="T16" fmla="*/ 2571 w 271"/>
                <a:gd name="T17" fmla="*/ 247 h 85"/>
                <a:gd name="T18" fmla="*/ 1666 w 271"/>
                <a:gd name="T19" fmla="*/ 375 h 85"/>
                <a:gd name="T20" fmla="*/ 1137 w 271"/>
                <a:gd name="T21" fmla="*/ 715 h 85"/>
                <a:gd name="T22" fmla="*/ 450 w 271"/>
                <a:gd name="T23" fmla="*/ 1130 h 85"/>
                <a:gd name="T24" fmla="*/ 0 w 271"/>
                <a:gd name="T25" fmla="*/ 1598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1" h="85">
                  <a:moveTo>
                    <a:pt x="0" y="85"/>
                  </a:moveTo>
                  <a:cubicBezTo>
                    <a:pt x="2" y="73"/>
                    <a:pt x="5" y="65"/>
                    <a:pt x="28" y="56"/>
                  </a:cubicBezTo>
                  <a:cubicBezTo>
                    <a:pt x="50" y="46"/>
                    <a:pt x="59" y="39"/>
                    <a:pt x="70" y="26"/>
                  </a:cubicBezTo>
                  <a:cubicBezTo>
                    <a:pt x="80" y="13"/>
                    <a:pt x="118" y="9"/>
                    <a:pt x="150" y="9"/>
                  </a:cubicBezTo>
                  <a:cubicBezTo>
                    <a:pt x="170" y="9"/>
                    <a:pt x="188" y="8"/>
                    <a:pt x="199" y="7"/>
                  </a:cubicBezTo>
                  <a:cubicBezTo>
                    <a:pt x="211" y="6"/>
                    <a:pt x="223" y="7"/>
                    <a:pt x="235" y="4"/>
                  </a:cubicBezTo>
                  <a:cubicBezTo>
                    <a:pt x="247" y="0"/>
                    <a:pt x="264" y="0"/>
                    <a:pt x="271" y="0"/>
                  </a:cubicBezTo>
                  <a:cubicBezTo>
                    <a:pt x="259" y="1"/>
                    <a:pt x="247" y="4"/>
                    <a:pt x="230" y="8"/>
                  </a:cubicBezTo>
                  <a:cubicBezTo>
                    <a:pt x="214" y="12"/>
                    <a:pt x="182" y="12"/>
                    <a:pt x="165" y="13"/>
                  </a:cubicBezTo>
                  <a:cubicBezTo>
                    <a:pt x="148" y="15"/>
                    <a:pt x="123" y="14"/>
                    <a:pt x="107" y="20"/>
                  </a:cubicBezTo>
                  <a:cubicBezTo>
                    <a:pt x="90" y="26"/>
                    <a:pt x="83" y="26"/>
                    <a:pt x="73" y="38"/>
                  </a:cubicBezTo>
                  <a:cubicBezTo>
                    <a:pt x="62" y="50"/>
                    <a:pt x="43" y="54"/>
                    <a:pt x="29" y="60"/>
                  </a:cubicBezTo>
                  <a:cubicBezTo>
                    <a:pt x="14" y="65"/>
                    <a:pt x="4" y="74"/>
                    <a:pt x="0" y="85"/>
                  </a:cubicBezTo>
                  <a:close/>
                </a:path>
              </a:pathLst>
            </a:custGeom>
            <a:solidFill>
              <a:srgbClr val="FDF3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85">
              <a:extLst>
                <a:ext uri="{FF2B5EF4-FFF2-40B4-BE49-F238E27FC236}">
                  <a16:creationId xmlns:a16="http://schemas.microsoft.com/office/drawing/2014/main" id="{153E4062-5D68-454C-86AA-06339E2D0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840"/>
              <a:ext cx="180" cy="69"/>
            </a:xfrm>
            <a:custGeom>
              <a:avLst/>
              <a:gdLst>
                <a:gd name="T0" fmla="*/ 0 w 72"/>
                <a:gd name="T1" fmla="*/ 430 h 26"/>
                <a:gd name="T2" fmla="*/ 1125 w 72"/>
                <a:gd name="T3" fmla="*/ 0 h 26"/>
                <a:gd name="T4" fmla="*/ 95 w 72"/>
                <a:gd name="T5" fmla="*/ 40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6">
                  <a:moveTo>
                    <a:pt x="0" y="23"/>
                  </a:moveTo>
                  <a:cubicBezTo>
                    <a:pt x="26" y="26"/>
                    <a:pt x="49" y="8"/>
                    <a:pt x="72" y="0"/>
                  </a:cubicBezTo>
                  <a:cubicBezTo>
                    <a:pt x="56" y="7"/>
                    <a:pt x="26" y="7"/>
                    <a:pt x="6" y="22"/>
                  </a:cubicBezTo>
                </a:path>
              </a:pathLst>
            </a:custGeom>
            <a:solidFill>
              <a:srgbClr val="AD0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86">
              <a:extLst>
                <a:ext uri="{FF2B5EF4-FFF2-40B4-BE49-F238E27FC236}">
                  <a16:creationId xmlns:a16="http://schemas.microsoft.com/office/drawing/2014/main" id="{40B6028F-8623-465E-8F3A-5EC99B61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824"/>
              <a:ext cx="153" cy="21"/>
            </a:xfrm>
            <a:custGeom>
              <a:avLst/>
              <a:gdLst>
                <a:gd name="T0" fmla="*/ 504 w 61"/>
                <a:gd name="T1" fmla="*/ 21 h 8"/>
                <a:gd name="T2" fmla="*/ 0 w 61"/>
                <a:gd name="T3" fmla="*/ 0 h 8"/>
                <a:gd name="T4" fmla="*/ 963 w 61"/>
                <a:gd name="T5" fmla="*/ 34 h 8"/>
                <a:gd name="T6" fmla="*/ 504 w 61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8">
                  <a:moveTo>
                    <a:pt x="32" y="1"/>
                  </a:moveTo>
                  <a:cubicBezTo>
                    <a:pt x="21" y="1"/>
                    <a:pt x="11" y="1"/>
                    <a:pt x="0" y="0"/>
                  </a:cubicBezTo>
                  <a:cubicBezTo>
                    <a:pt x="17" y="3"/>
                    <a:pt x="50" y="8"/>
                    <a:pt x="61" y="2"/>
                  </a:cubicBezTo>
                  <a:cubicBezTo>
                    <a:pt x="55" y="3"/>
                    <a:pt x="43" y="1"/>
                    <a:pt x="32" y="1"/>
                  </a:cubicBezTo>
                  <a:close/>
                </a:path>
              </a:pathLst>
            </a:custGeom>
            <a:solidFill>
              <a:srgbClr val="AD0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87">
              <a:extLst>
                <a:ext uri="{FF2B5EF4-FFF2-40B4-BE49-F238E27FC236}">
                  <a16:creationId xmlns:a16="http://schemas.microsoft.com/office/drawing/2014/main" id="{5C930941-3DD1-4B76-B98D-AE74AAC92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883"/>
              <a:ext cx="200" cy="34"/>
            </a:xfrm>
            <a:custGeom>
              <a:avLst/>
              <a:gdLst>
                <a:gd name="T0" fmla="*/ 0 w 80"/>
                <a:gd name="T1" fmla="*/ 165 h 13"/>
                <a:gd name="T2" fmla="*/ 595 w 80"/>
                <a:gd name="T3" fmla="*/ 144 h 13"/>
                <a:gd name="T4" fmla="*/ 1250 w 80"/>
                <a:gd name="T5" fmla="*/ 0 h 13"/>
                <a:gd name="T6" fmla="*/ 708 w 80"/>
                <a:gd name="T7" fmla="*/ 89 h 13"/>
                <a:gd name="T8" fmla="*/ 333 w 80"/>
                <a:gd name="T9" fmla="*/ 123 h 13"/>
                <a:gd name="T10" fmla="*/ 83 w 80"/>
                <a:gd name="T11" fmla="*/ 17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13">
                  <a:moveTo>
                    <a:pt x="0" y="9"/>
                  </a:moveTo>
                  <a:cubicBezTo>
                    <a:pt x="11" y="13"/>
                    <a:pt x="23" y="8"/>
                    <a:pt x="38" y="8"/>
                  </a:cubicBezTo>
                  <a:cubicBezTo>
                    <a:pt x="53" y="8"/>
                    <a:pt x="69" y="8"/>
                    <a:pt x="80" y="0"/>
                  </a:cubicBezTo>
                  <a:cubicBezTo>
                    <a:pt x="70" y="5"/>
                    <a:pt x="58" y="6"/>
                    <a:pt x="45" y="5"/>
                  </a:cubicBezTo>
                  <a:cubicBezTo>
                    <a:pt x="33" y="5"/>
                    <a:pt x="28" y="5"/>
                    <a:pt x="21" y="7"/>
                  </a:cubicBezTo>
                  <a:cubicBezTo>
                    <a:pt x="14" y="9"/>
                    <a:pt x="14" y="10"/>
                    <a:pt x="5" y="10"/>
                  </a:cubicBezTo>
                </a:path>
              </a:pathLst>
            </a:custGeom>
            <a:solidFill>
              <a:srgbClr val="AD0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88">
              <a:extLst>
                <a:ext uri="{FF2B5EF4-FFF2-40B4-BE49-F238E27FC236}">
                  <a16:creationId xmlns:a16="http://schemas.microsoft.com/office/drawing/2014/main" id="{8206ECD6-E889-4745-A120-A68DB6C60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837"/>
              <a:ext cx="260" cy="32"/>
            </a:xfrm>
            <a:custGeom>
              <a:avLst/>
              <a:gdLst>
                <a:gd name="T0" fmla="*/ 0 w 104"/>
                <a:gd name="T1" fmla="*/ 227 h 12"/>
                <a:gd name="T2" fmla="*/ 770 w 104"/>
                <a:gd name="T3" fmla="*/ 205 h 12"/>
                <a:gd name="T4" fmla="*/ 1625 w 104"/>
                <a:gd name="T5" fmla="*/ 0 h 12"/>
                <a:gd name="T6" fmla="*/ 1313 w 104"/>
                <a:gd name="T7" fmla="*/ 56 h 12"/>
                <a:gd name="T8" fmla="*/ 1000 w 104"/>
                <a:gd name="T9" fmla="*/ 115 h 12"/>
                <a:gd name="T10" fmla="*/ 470 w 104"/>
                <a:gd name="T11" fmla="*/ 17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2">
                  <a:moveTo>
                    <a:pt x="0" y="12"/>
                  </a:moveTo>
                  <a:cubicBezTo>
                    <a:pt x="17" y="11"/>
                    <a:pt x="33" y="12"/>
                    <a:pt x="49" y="11"/>
                  </a:cubicBezTo>
                  <a:cubicBezTo>
                    <a:pt x="66" y="11"/>
                    <a:pt x="87" y="5"/>
                    <a:pt x="104" y="0"/>
                  </a:cubicBezTo>
                  <a:cubicBezTo>
                    <a:pt x="98" y="2"/>
                    <a:pt x="90" y="1"/>
                    <a:pt x="84" y="3"/>
                  </a:cubicBezTo>
                  <a:cubicBezTo>
                    <a:pt x="78" y="4"/>
                    <a:pt x="71" y="5"/>
                    <a:pt x="64" y="6"/>
                  </a:cubicBezTo>
                  <a:cubicBezTo>
                    <a:pt x="54" y="8"/>
                    <a:pt x="41" y="9"/>
                    <a:pt x="30" y="9"/>
                  </a:cubicBezTo>
                </a:path>
              </a:pathLst>
            </a:custGeom>
            <a:solidFill>
              <a:srgbClr val="AD0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89">
              <a:extLst>
                <a:ext uri="{FF2B5EF4-FFF2-40B4-BE49-F238E27FC236}">
                  <a16:creationId xmlns:a16="http://schemas.microsoft.com/office/drawing/2014/main" id="{68A24346-EE9B-4758-A61E-774C88DC5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792"/>
              <a:ext cx="155" cy="37"/>
            </a:xfrm>
            <a:custGeom>
              <a:avLst/>
              <a:gdLst>
                <a:gd name="T0" fmla="*/ 63 w 62"/>
                <a:gd name="T1" fmla="*/ 259 h 14"/>
                <a:gd name="T2" fmla="*/ 970 w 62"/>
                <a:gd name="T3" fmla="*/ 0 h 14"/>
                <a:gd name="T4" fmla="*/ 425 w 62"/>
                <a:gd name="T5" fmla="*/ 56 h 14"/>
                <a:gd name="T6" fmla="*/ 0 w 62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4">
                  <a:moveTo>
                    <a:pt x="4" y="14"/>
                  </a:moveTo>
                  <a:cubicBezTo>
                    <a:pt x="23" y="9"/>
                    <a:pt x="42" y="3"/>
                    <a:pt x="62" y="0"/>
                  </a:cubicBezTo>
                  <a:cubicBezTo>
                    <a:pt x="50" y="0"/>
                    <a:pt x="38" y="2"/>
                    <a:pt x="27" y="3"/>
                  </a:cubicBezTo>
                  <a:cubicBezTo>
                    <a:pt x="16" y="3"/>
                    <a:pt x="11" y="11"/>
                    <a:pt x="0" y="14"/>
                  </a:cubicBezTo>
                </a:path>
              </a:pathLst>
            </a:custGeom>
            <a:solidFill>
              <a:srgbClr val="AD0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90">
              <a:extLst>
                <a:ext uri="{FF2B5EF4-FFF2-40B4-BE49-F238E27FC236}">
                  <a16:creationId xmlns:a16="http://schemas.microsoft.com/office/drawing/2014/main" id="{A150BD4F-453C-48D0-95B6-9C9E32186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733"/>
              <a:ext cx="220" cy="19"/>
            </a:xfrm>
            <a:custGeom>
              <a:avLst/>
              <a:gdLst>
                <a:gd name="T0" fmla="*/ 0 w 88"/>
                <a:gd name="T1" fmla="*/ 60 h 7"/>
                <a:gd name="T2" fmla="*/ 333 w 88"/>
                <a:gd name="T3" fmla="*/ 81 h 7"/>
                <a:gd name="T4" fmla="*/ 658 w 88"/>
                <a:gd name="T5" fmla="*/ 117 h 7"/>
                <a:gd name="T6" fmla="*/ 1375 w 88"/>
                <a:gd name="T7" fmla="*/ 0 h 7"/>
                <a:gd name="T8" fmla="*/ 1020 w 88"/>
                <a:gd name="T9" fmla="*/ 22 h 7"/>
                <a:gd name="T10" fmla="*/ 658 w 88"/>
                <a:gd name="T11" fmla="*/ 60 h 7"/>
                <a:gd name="T12" fmla="*/ 283 w 88"/>
                <a:gd name="T13" fmla="*/ 38 h 7"/>
                <a:gd name="T14" fmla="*/ 0 w 88"/>
                <a:gd name="T15" fmla="*/ 38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7">
                  <a:moveTo>
                    <a:pt x="0" y="3"/>
                  </a:moveTo>
                  <a:cubicBezTo>
                    <a:pt x="7" y="5"/>
                    <a:pt x="14" y="4"/>
                    <a:pt x="21" y="4"/>
                  </a:cubicBezTo>
                  <a:cubicBezTo>
                    <a:pt x="28" y="4"/>
                    <a:pt x="35" y="5"/>
                    <a:pt x="42" y="6"/>
                  </a:cubicBezTo>
                  <a:cubicBezTo>
                    <a:pt x="58" y="7"/>
                    <a:pt x="72" y="1"/>
                    <a:pt x="88" y="0"/>
                  </a:cubicBezTo>
                  <a:cubicBezTo>
                    <a:pt x="80" y="1"/>
                    <a:pt x="73" y="0"/>
                    <a:pt x="65" y="1"/>
                  </a:cubicBezTo>
                  <a:cubicBezTo>
                    <a:pt x="58" y="1"/>
                    <a:pt x="50" y="2"/>
                    <a:pt x="42" y="3"/>
                  </a:cubicBezTo>
                  <a:cubicBezTo>
                    <a:pt x="34" y="4"/>
                    <a:pt x="26" y="3"/>
                    <a:pt x="18" y="2"/>
                  </a:cubicBezTo>
                  <a:cubicBezTo>
                    <a:pt x="9" y="2"/>
                    <a:pt x="8" y="0"/>
                    <a:pt x="0" y="2"/>
                  </a:cubicBezTo>
                </a:path>
              </a:pathLst>
            </a:custGeom>
            <a:solidFill>
              <a:srgbClr val="AD0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91">
              <a:extLst>
                <a:ext uri="{FF2B5EF4-FFF2-40B4-BE49-F238E27FC236}">
                  <a16:creationId xmlns:a16="http://schemas.microsoft.com/office/drawing/2014/main" id="{7F95E4BB-4858-41EB-ACB7-817AD805C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955"/>
              <a:ext cx="183" cy="24"/>
            </a:xfrm>
            <a:custGeom>
              <a:avLst/>
              <a:gdLst>
                <a:gd name="T0" fmla="*/ 208 w 73"/>
                <a:gd name="T1" fmla="*/ 136 h 9"/>
                <a:gd name="T2" fmla="*/ 567 w 73"/>
                <a:gd name="T3" fmla="*/ 93 h 9"/>
                <a:gd name="T4" fmla="*/ 1151 w 73"/>
                <a:gd name="T5" fmla="*/ 77 h 9"/>
                <a:gd name="T6" fmla="*/ 584 w 73"/>
                <a:gd name="T7" fmla="*/ 21 h 9"/>
                <a:gd name="T8" fmla="*/ 0 w 73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">
                  <a:moveTo>
                    <a:pt x="13" y="7"/>
                  </a:moveTo>
                  <a:cubicBezTo>
                    <a:pt x="20" y="9"/>
                    <a:pt x="28" y="7"/>
                    <a:pt x="36" y="5"/>
                  </a:cubicBezTo>
                  <a:cubicBezTo>
                    <a:pt x="45" y="3"/>
                    <a:pt x="65" y="3"/>
                    <a:pt x="73" y="4"/>
                  </a:cubicBezTo>
                  <a:cubicBezTo>
                    <a:pt x="64" y="3"/>
                    <a:pt x="46" y="0"/>
                    <a:pt x="37" y="1"/>
                  </a:cubicBezTo>
                  <a:cubicBezTo>
                    <a:pt x="25" y="2"/>
                    <a:pt x="11" y="9"/>
                    <a:pt x="0" y="9"/>
                  </a:cubicBezTo>
                </a:path>
              </a:pathLst>
            </a:custGeom>
            <a:solidFill>
              <a:srgbClr val="AD0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92">
              <a:extLst>
                <a:ext uri="{FF2B5EF4-FFF2-40B4-BE49-F238E27FC236}">
                  <a16:creationId xmlns:a16="http://schemas.microsoft.com/office/drawing/2014/main" id="{8CBD08B7-0DE1-439B-840C-88541308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717"/>
              <a:ext cx="325" cy="46"/>
            </a:xfrm>
            <a:custGeom>
              <a:avLst/>
              <a:gdLst>
                <a:gd name="T0" fmla="*/ 0 w 130"/>
                <a:gd name="T1" fmla="*/ 300 h 17"/>
                <a:gd name="T2" fmla="*/ 875 w 130"/>
                <a:gd name="T3" fmla="*/ 176 h 17"/>
                <a:gd name="T4" fmla="*/ 1925 w 130"/>
                <a:gd name="T5" fmla="*/ 22 h 17"/>
                <a:gd name="T6" fmla="*/ 1908 w 130"/>
                <a:gd name="T7" fmla="*/ 60 h 17"/>
                <a:gd name="T8" fmla="*/ 1625 w 130"/>
                <a:gd name="T9" fmla="*/ 198 h 17"/>
                <a:gd name="T10" fmla="*/ 1050 w 130"/>
                <a:gd name="T11" fmla="*/ 336 h 17"/>
                <a:gd name="T12" fmla="*/ 595 w 130"/>
                <a:gd name="T13" fmla="*/ 314 h 17"/>
                <a:gd name="T14" fmla="*/ 63 w 130"/>
                <a:gd name="T15" fmla="*/ 314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17">
                  <a:moveTo>
                    <a:pt x="0" y="15"/>
                  </a:moveTo>
                  <a:cubicBezTo>
                    <a:pt x="19" y="15"/>
                    <a:pt x="37" y="8"/>
                    <a:pt x="56" y="9"/>
                  </a:cubicBezTo>
                  <a:cubicBezTo>
                    <a:pt x="73" y="10"/>
                    <a:pt x="102" y="8"/>
                    <a:pt x="123" y="1"/>
                  </a:cubicBezTo>
                  <a:cubicBezTo>
                    <a:pt x="130" y="0"/>
                    <a:pt x="129" y="0"/>
                    <a:pt x="122" y="3"/>
                  </a:cubicBezTo>
                  <a:cubicBezTo>
                    <a:pt x="115" y="6"/>
                    <a:pt x="108" y="8"/>
                    <a:pt x="104" y="10"/>
                  </a:cubicBezTo>
                  <a:cubicBezTo>
                    <a:pt x="95" y="14"/>
                    <a:pt x="77" y="17"/>
                    <a:pt x="67" y="17"/>
                  </a:cubicBezTo>
                  <a:cubicBezTo>
                    <a:pt x="57" y="16"/>
                    <a:pt x="48" y="15"/>
                    <a:pt x="38" y="16"/>
                  </a:cubicBezTo>
                  <a:cubicBezTo>
                    <a:pt x="31" y="16"/>
                    <a:pt x="11" y="16"/>
                    <a:pt x="4" y="16"/>
                  </a:cubicBezTo>
                </a:path>
              </a:pathLst>
            </a:custGeom>
            <a:solidFill>
              <a:srgbClr val="FBE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93">
              <a:extLst>
                <a:ext uri="{FF2B5EF4-FFF2-40B4-BE49-F238E27FC236}">
                  <a16:creationId xmlns:a16="http://schemas.microsoft.com/office/drawing/2014/main" id="{D3205FB1-8B2E-4991-8829-3860E0AB1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843"/>
              <a:ext cx="250" cy="42"/>
            </a:xfrm>
            <a:custGeom>
              <a:avLst/>
              <a:gdLst>
                <a:gd name="T0" fmla="*/ 0 w 100"/>
                <a:gd name="T1" fmla="*/ 200 h 16"/>
                <a:gd name="T2" fmla="*/ 875 w 100"/>
                <a:gd name="T3" fmla="*/ 179 h 16"/>
                <a:gd name="T4" fmla="*/ 1563 w 100"/>
                <a:gd name="T5" fmla="*/ 0 h 16"/>
                <a:gd name="T6" fmla="*/ 875 w 100"/>
                <a:gd name="T7" fmla="*/ 234 h 16"/>
                <a:gd name="T8" fmla="*/ 0 w 100"/>
                <a:gd name="T9" fmla="*/ 20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6">
                  <a:moveTo>
                    <a:pt x="0" y="11"/>
                  </a:moveTo>
                  <a:cubicBezTo>
                    <a:pt x="19" y="9"/>
                    <a:pt x="43" y="14"/>
                    <a:pt x="56" y="10"/>
                  </a:cubicBezTo>
                  <a:cubicBezTo>
                    <a:pt x="69" y="7"/>
                    <a:pt x="88" y="1"/>
                    <a:pt x="100" y="0"/>
                  </a:cubicBezTo>
                  <a:cubicBezTo>
                    <a:pt x="90" y="4"/>
                    <a:pt x="72" y="11"/>
                    <a:pt x="56" y="13"/>
                  </a:cubicBezTo>
                  <a:cubicBezTo>
                    <a:pt x="39" y="16"/>
                    <a:pt x="4" y="10"/>
                    <a:pt x="0" y="11"/>
                  </a:cubicBezTo>
                  <a:close/>
                </a:path>
              </a:pathLst>
            </a:custGeom>
            <a:solidFill>
              <a:srgbClr val="FBE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94">
              <a:extLst>
                <a:ext uri="{FF2B5EF4-FFF2-40B4-BE49-F238E27FC236}">
                  <a16:creationId xmlns:a16="http://schemas.microsoft.com/office/drawing/2014/main" id="{87B7D743-D67A-4CD8-B248-96BE423D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819"/>
              <a:ext cx="412" cy="37"/>
            </a:xfrm>
            <a:custGeom>
              <a:avLst/>
              <a:gdLst>
                <a:gd name="T0" fmla="*/ 0 w 165"/>
                <a:gd name="T1" fmla="*/ 259 h 14"/>
                <a:gd name="T2" fmla="*/ 1196 w 165"/>
                <a:gd name="T3" fmla="*/ 21 h 14"/>
                <a:gd name="T4" fmla="*/ 2008 w 165"/>
                <a:gd name="T5" fmla="*/ 56 h 14"/>
                <a:gd name="T6" fmla="*/ 2569 w 165"/>
                <a:gd name="T7" fmla="*/ 132 h 14"/>
                <a:gd name="T8" fmla="*/ 1933 w 165"/>
                <a:gd name="T9" fmla="*/ 132 h 14"/>
                <a:gd name="T10" fmla="*/ 1166 w 165"/>
                <a:gd name="T11" fmla="*/ 77 h 14"/>
                <a:gd name="T12" fmla="*/ 0 w 165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14">
                  <a:moveTo>
                    <a:pt x="0" y="14"/>
                  </a:moveTo>
                  <a:cubicBezTo>
                    <a:pt x="19" y="6"/>
                    <a:pt x="46" y="0"/>
                    <a:pt x="77" y="1"/>
                  </a:cubicBezTo>
                  <a:cubicBezTo>
                    <a:pt x="107" y="3"/>
                    <a:pt x="117" y="0"/>
                    <a:pt x="129" y="3"/>
                  </a:cubicBezTo>
                  <a:cubicBezTo>
                    <a:pt x="140" y="7"/>
                    <a:pt x="159" y="7"/>
                    <a:pt x="165" y="7"/>
                  </a:cubicBezTo>
                  <a:cubicBezTo>
                    <a:pt x="154" y="9"/>
                    <a:pt x="135" y="9"/>
                    <a:pt x="124" y="7"/>
                  </a:cubicBezTo>
                  <a:cubicBezTo>
                    <a:pt x="114" y="5"/>
                    <a:pt x="98" y="3"/>
                    <a:pt x="75" y="4"/>
                  </a:cubicBezTo>
                  <a:cubicBezTo>
                    <a:pt x="51" y="5"/>
                    <a:pt x="20" y="5"/>
                    <a:pt x="0" y="14"/>
                  </a:cubicBezTo>
                  <a:close/>
                </a:path>
              </a:pathLst>
            </a:custGeom>
            <a:solidFill>
              <a:srgbClr val="FBE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95">
              <a:extLst>
                <a:ext uri="{FF2B5EF4-FFF2-40B4-BE49-F238E27FC236}">
                  <a16:creationId xmlns:a16="http://schemas.microsoft.com/office/drawing/2014/main" id="{D382CEFE-AE5A-417A-8744-BF724F4B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883"/>
              <a:ext cx="133" cy="34"/>
            </a:xfrm>
            <a:custGeom>
              <a:avLst/>
              <a:gdLst>
                <a:gd name="T0" fmla="*/ 0 w 53"/>
                <a:gd name="T1" fmla="*/ 199 h 13"/>
                <a:gd name="T2" fmla="*/ 838 w 53"/>
                <a:gd name="T3" fmla="*/ 0 h 13"/>
                <a:gd name="T4" fmla="*/ 0 w 53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3">
                  <a:moveTo>
                    <a:pt x="0" y="11"/>
                  </a:moveTo>
                  <a:cubicBezTo>
                    <a:pt x="17" y="12"/>
                    <a:pt x="46" y="6"/>
                    <a:pt x="53" y="0"/>
                  </a:cubicBezTo>
                  <a:cubicBezTo>
                    <a:pt x="44" y="13"/>
                    <a:pt x="24" y="12"/>
                    <a:pt x="0" y="11"/>
                  </a:cubicBezTo>
                  <a:close/>
                </a:path>
              </a:pathLst>
            </a:custGeom>
            <a:solidFill>
              <a:srgbClr val="FBE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96">
              <a:extLst>
                <a:ext uri="{FF2B5EF4-FFF2-40B4-BE49-F238E27FC236}">
                  <a16:creationId xmlns:a16="http://schemas.microsoft.com/office/drawing/2014/main" id="{C88A5667-8A1A-48C4-AC30-1A9F69B59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955"/>
              <a:ext cx="163" cy="26"/>
            </a:xfrm>
            <a:custGeom>
              <a:avLst/>
              <a:gdLst>
                <a:gd name="T0" fmla="*/ 1026 w 65"/>
                <a:gd name="T1" fmla="*/ 109 h 10"/>
                <a:gd name="T2" fmla="*/ 0 w 65"/>
                <a:gd name="T3" fmla="*/ 177 h 10"/>
                <a:gd name="T4" fmla="*/ 1026 w 65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0">
                  <a:moveTo>
                    <a:pt x="65" y="6"/>
                  </a:moveTo>
                  <a:cubicBezTo>
                    <a:pt x="42" y="0"/>
                    <a:pt x="10" y="9"/>
                    <a:pt x="0" y="10"/>
                  </a:cubicBezTo>
                  <a:cubicBezTo>
                    <a:pt x="9" y="10"/>
                    <a:pt x="58" y="4"/>
                    <a:pt x="65" y="6"/>
                  </a:cubicBezTo>
                  <a:close/>
                </a:path>
              </a:pathLst>
            </a:custGeom>
            <a:solidFill>
              <a:srgbClr val="FBE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97">
              <a:extLst>
                <a:ext uri="{FF2B5EF4-FFF2-40B4-BE49-F238E27FC236}">
                  <a16:creationId xmlns:a16="http://schemas.microsoft.com/office/drawing/2014/main" id="{68BCF1C3-4847-41CD-8A16-B7B11003C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725"/>
              <a:ext cx="225" cy="30"/>
            </a:xfrm>
            <a:custGeom>
              <a:avLst/>
              <a:gdLst>
                <a:gd name="T0" fmla="*/ 0 w 90"/>
                <a:gd name="T1" fmla="*/ 224 h 11"/>
                <a:gd name="T2" fmla="*/ 583 w 90"/>
                <a:gd name="T3" fmla="*/ 104 h 11"/>
                <a:gd name="T4" fmla="*/ 925 w 90"/>
                <a:gd name="T5" fmla="*/ 60 h 11"/>
                <a:gd name="T6" fmla="*/ 1145 w 90"/>
                <a:gd name="T7" fmla="*/ 38 h 11"/>
                <a:gd name="T8" fmla="*/ 1408 w 90"/>
                <a:gd name="T9" fmla="*/ 0 h 11"/>
                <a:gd name="T10" fmla="*/ 863 w 90"/>
                <a:gd name="T11" fmla="*/ 164 h 11"/>
                <a:gd name="T12" fmla="*/ 250 w 90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1">
                  <a:moveTo>
                    <a:pt x="0" y="11"/>
                  </a:moveTo>
                  <a:cubicBezTo>
                    <a:pt x="12" y="7"/>
                    <a:pt x="24" y="5"/>
                    <a:pt x="37" y="5"/>
                  </a:cubicBezTo>
                  <a:cubicBezTo>
                    <a:pt x="45" y="5"/>
                    <a:pt x="52" y="4"/>
                    <a:pt x="59" y="3"/>
                  </a:cubicBezTo>
                  <a:cubicBezTo>
                    <a:pt x="64" y="3"/>
                    <a:pt x="69" y="3"/>
                    <a:pt x="73" y="2"/>
                  </a:cubicBezTo>
                  <a:cubicBezTo>
                    <a:pt x="77" y="2"/>
                    <a:pt x="87" y="0"/>
                    <a:pt x="90" y="0"/>
                  </a:cubicBezTo>
                  <a:cubicBezTo>
                    <a:pt x="81" y="3"/>
                    <a:pt x="65" y="6"/>
                    <a:pt x="55" y="8"/>
                  </a:cubicBezTo>
                  <a:cubicBezTo>
                    <a:pt x="44" y="10"/>
                    <a:pt x="28" y="5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98">
              <a:extLst>
                <a:ext uri="{FF2B5EF4-FFF2-40B4-BE49-F238E27FC236}">
                  <a16:creationId xmlns:a16="http://schemas.microsoft.com/office/drawing/2014/main" id="{A34FE182-9856-46A2-86B2-9B8038AA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819"/>
              <a:ext cx="153" cy="18"/>
            </a:xfrm>
            <a:custGeom>
              <a:avLst/>
              <a:gdLst>
                <a:gd name="T0" fmla="*/ 188 w 61"/>
                <a:gd name="T1" fmla="*/ 54 h 7"/>
                <a:gd name="T2" fmla="*/ 492 w 61"/>
                <a:gd name="T3" fmla="*/ 0 h 7"/>
                <a:gd name="T4" fmla="*/ 963 w 61"/>
                <a:gd name="T5" fmla="*/ 21 h 7"/>
                <a:gd name="T6" fmla="*/ 584 w 61"/>
                <a:gd name="T7" fmla="*/ 54 h 7"/>
                <a:gd name="T8" fmla="*/ 364 w 61"/>
                <a:gd name="T9" fmla="*/ 67 h 7"/>
                <a:gd name="T10" fmla="*/ 0 w 61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7">
                  <a:moveTo>
                    <a:pt x="12" y="3"/>
                  </a:moveTo>
                  <a:cubicBezTo>
                    <a:pt x="18" y="3"/>
                    <a:pt x="25" y="1"/>
                    <a:pt x="31" y="0"/>
                  </a:cubicBezTo>
                  <a:cubicBezTo>
                    <a:pt x="41" y="0"/>
                    <a:pt x="51" y="1"/>
                    <a:pt x="61" y="1"/>
                  </a:cubicBezTo>
                  <a:cubicBezTo>
                    <a:pt x="54" y="1"/>
                    <a:pt x="45" y="2"/>
                    <a:pt x="37" y="3"/>
                  </a:cubicBezTo>
                  <a:cubicBezTo>
                    <a:pt x="33" y="3"/>
                    <a:pt x="28" y="4"/>
                    <a:pt x="23" y="4"/>
                  </a:cubicBezTo>
                  <a:cubicBezTo>
                    <a:pt x="15" y="5"/>
                    <a:pt x="8" y="4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99">
              <a:extLst>
                <a:ext uri="{FF2B5EF4-FFF2-40B4-BE49-F238E27FC236}">
                  <a16:creationId xmlns:a16="http://schemas.microsoft.com/office/drawing/2014/main" id="{B4A3161A-A377-46BD-83EC-1103FCD8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883"/>
              <a:ext cx="65" cy="24"/>
            </a:xfrm>
            <a:custGeom>
              <a:avLst/>
              <a:gdLst>
                <a:gd name="T0" fmla="*/ 0 w 26"/>
                <a:gd name="T1" fmla="*/ 171 h 9"/>
                <a:gd name="T2" fmla="*/ 238 w 26"/>
                <a:gd name="T3" fmla="*/ 149 h 9"/>
                <a:gd name="T4" fmla="*/ 408 w 26"/>
                <a:gd name="T5" fmla="*/ 0 h 9"/>
                <a:gd name="T6" fmla="*/ 113 w 26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9"/>
                  </a:moveTo>
                  <a:cubicBezTo>
                    <a:pt x="5" y="9"/>
                    <a:pt x="10" y="9"/>
                    <a:pt x="15" y="8"/>
                  </a:cubicBezTo>
                  <a:cubicBezTo>
                    <a:pt x="20" y="6"/>
                    <a:pt x="22" y="3"/>
                    <a:pt x="26" y="0"/>
                  </a:cubicBezTo>
                  <a:cubicBezTo>
                    <a:pt x="21" y="3"/>
                    <a:pt x="14" y="6"/>
                    <a:pt x="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00">
              <a:extLst>
                <a:ext uri="{FF2B5EF4-FFF2-40B4-BE49-F238E27FC236}">
                  <a16:creationId xmlns:a16="http://schemas.microsoft.com/office/drawing/2014/main" id="{B26EF2CF-2B4F-4269-AC5A-3744F06D4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60"/>
              <a:ext cx="68" cy="13"/>
            </a:xfrm>
            <a:custGeom>
              <a:avLst/>
              <a:gdLst>
                <a:gd name="T0" fmla="*/ 0 w 27"/>
                <a:gd name="T1" fmla="*/ 88 h 5"/>
                <a:gd name="T2" fmla="*/ 431 w 27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6" y="0"/>
                    <a:pt x="20" y="0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101">
              <a:extLst>
                <a:ext uri="{FF2B5EF4-FFF2-40B4-BE49-F238E27FC236}">
                  <a16:creationId xmlns:a16="http://schemas.microsoft.com/office/drawing/2014/main" id="{A548ED49-42AB-4B16-AC1D-06CDF9DF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971"/>
              <a:ext cx="312" cy="160"/>
            </a:xfrm>
            <a:custGeom>
              <a:avLst/>
              <a:gdLst>
                <a:gd name="T0" fmla="*/ 250 w 125"/>
                <a:gd name="T1" fmla="*/ 683 h 60"/>
                <a:gd name="T2" fmla="*/ 404 w 125"/>
                <a:gd name="T3" fmla="*/ 1117 h 60"/>
                <a:gd name="T4" fmla="*/ 1196 w 125"/>
                <a:gd name="T5" fmla="*/ 909 h 60"/>
                <a:gd name="T6" fmla="*/ 1650 w 125"/>
                <a:gd name="T7" fmla="*/ 547 h 60"/>
                <a:gd name="T8" fmla="*/ 1944 w 125"/>
                <a:gd name="T9" fmla="*/ 0 h 60"/>
                <a:gd name="T10" fmla="*/ 1183 w 125"/>
                <a:gd name="T11" fmla="*/ 589 h 60"/>
                <a:gd name="T12" fmla="*/ 312 w 125"/>
                <a:gd name="T13" fmla="*/ 68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60">
                  <a:moveTo>
                    <a:pt x="16" y="36"/>
                  </a:moveTo>
                  <a:cubicBezTo>
                    <a:pt x="32" y="45"/>
                    <a:pt x="0" y="60"/>
                    <a:pt x="26" y="59"/>
                  </a:cubicBezTo>
                  <a:cubicBezTo>
                    <a:pt x="43" y="58"/>
                    <a:pt x="61" y="55"/>
                    <a:pt x="77" y="48"/>
                  </a:cubicBezTo>
                  <a:cubicBezTo>
                    <a:pt x="88" y="43"/>
                    <a:pt x="98" y="37"/>
                    <a:pt x="106" y="29"/>
                  </a:cubicBezTo>
                  <a:cubicBezTo>
                    <a:pt x="113" y="23"/>
                    <a:pt x="125" y="10"/>
                    <a:pt x="125" y="0"/>
                  </a:cubicBezTo>
                  <a:cubicBezTo>
                    <a:pt x="111" y="15"/>
                    <a:pt x="96" y="24"/>
                    <a:pt x="76" y="31"/>
                  </a:cubicBezTo>
                  <a:cubicBezTo>
                    <a:pt x="58" y="37"/>
                    <a:pt x="39" y="36"/>
                    <a:pt x="20" y="36"/>
                  </a:cubicBezTo>
                </a:path>
              </a:pathLst>
            </a:custGeom>
            <a:solidFill>
              <a:srgbClr val="B20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102">
              <a:extLst>
                <a:ext uri="{FF2B5EF4-FFF2-40B4-BE49-F238E27FC236}">
                  <a16:creationId xmlns:a16="http://schemas.microsoft.com/office/drawing/2014/main" id="{AB38A721-DDEC-461E-8167-AB7439F6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069"/>
              <a:ext cx="264" cy="54"/>
            </a:xfrm>
            <a:custGeom>
              <a:avLst/>
              <a:gdLst>
                <a:gd name="T0" fmla="*/ 291 w 106"/>
                <a:gd name="T1" fmla="*/ 356 h 20"/>
                <a:gd name="T2" fmla="*/ 882 w 106"/>
                <a:gd name="T3" fmla="*/ 394 h 20"/>
                <a:gd name="T4" fmla="*/ 1235 w 106"/>
                <a:gd name="T5" fmla="*/ 373 h 20"/>
                <a:gd name="T6" fmla="*/ 1626 w 106"/>
                <a:gd name="T7" fmla="*/ 335 h 20"/>
                <a:gd name="T8" fmla="*/ 1577 w 106"/>
                <a:gd name="T9" fmla="*/ 0 h 20"/>
                <a:gd name="T10" fmla="*/ 882 w 106"/>
                <a:gd name="T11" fmla="*/ 138 h 20"/>
                <a:gd name="T12" fmla="*/ 433 w 106"/>
                <a:gd name="T13" fmla="*/ 116 h 20"/>
                <a:gd name="T14" fmla="*/ 291 w 106"/>
                <a:gd name="T15" fmla="*/ 300 h 20"/>
                <a:gd name="T16" fmla="*/ 0 w 106"/>
                <a:gd name="T17" fmla="*/ 39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0">
                  <a:moveTo>
                    <a:pt x="19" y="18"/>
                  </a:moveTo>
                  <a:cubicBezTo>
                    <a:pt x="31" y="20"/>
                    <a:pt x="44" y="20"/>
                    <a:pt x="57" y="20"/>
                  </a:cubicBezTo>
                  <a:cubicBezTo>
                    <a:pt x="64" y="20"/>
                    <a:pt x="72" y="19"/>
                    <a:pt x="80" y="19"/>
                  </a:cubicBezTo>
                  <a:cubicBezTo>
                    <a:pt x="88" y="18"/>
                    <a:pt x="98" y="20"/>
                    <a:pt x="105" y="17"/>
                  </a:cubicBezTo>
                  <a:cubicBezTo>
                    <a:pt x="102" y="12"/>
                    <a:pt x="106" y="5"/>
                    <a:pt x="102" y="0"/>
                  </a:cubicBezTo>
                  <a:cubicBezTo>
                    <a:pt x="88" y="7"/>
                    <a:pt x="73" y="7"/>
                    <a:pt x="57" y="7"/>
                  </a:cubicBezTo>
                  <a:cubicBezTo>
                    <a:pt x="51" y="7"/>
                    <a:pt x="34" y="5"/>
                    <a:pt x="28" y="6"/>
                  </a:cubicBezTo>
                  <a:cubicBezTo>
                    <a:pt x="25" y="7"/>
                    <a:pt x="22" y="13"/>
                    <a:pt x="19" y="15"/>
                  </a:cubicBezTo>
                  <a:cubicBezTo>
                    <a:pt x="13" y="18"/>
                    <a:pt x="6" y="18"/>
                    <a:pt x="0" y="20"/>
                  </a:cubicBezTo>
                </a:path>
              </a:pathLst>
            </a:custGeom>
            <a:solidFill>
              <a:srgbClr val="B20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103">
              <a:extLst>
                <a:ext uri="{FF2B5EF4-FFF2-40B4-BE49-F238E27FC236}">
                  <a16:creationId xmlns:a16="http://schemas.microsoft.com/office/drawing/2014/main" id="{A3360948-F635-43AC-BD3E-0BDCC901D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061"/>
              <a:ext cx="118" cy="54"/>
            </a:xfrm>
            <a:custGeom>
              <a:avLst/>
              <a:gdLst>
                <a:gd name="T0" fmla="*/ 146 w 47"/>
                <a:gd name="T1" fmla="*/ 116 h 20"/>
                <a:gd name="T2" fmla="*/ 334 w 47"/>
                <a:gd name="T3" fmla="*/ 81 h 20"/>
                <a:gd name="T4" fmla="*/ 743 w 47"/>
                <a:gd name="T5" fmla="*/ 81 h 20"/>
                <a:gd name="T6" fmla="*/ 316 w 47"/>
                <a:gd name="T7" fmla="*/ 300 h 20"/>
                <a:gd name="T8" fmla="*/ 221 w 47"/>
                <a:gd name="T9" fmla="*/ 373 h 20"/>
                <a:gd name="T10" fmla="*/ 0 w 47"/>
                <a:gd name="T11" fmla="*/ 37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0">
                  <a:moveTo>
                    <a:pt x="9" y="6"/>
                  </a:moveTo>
                  <a:cubicBezTo>
                    <a:pt x="13" y="0"/>
                    <a:pt x="16" y="3"/>
                    <a:pt x="21" y="4"/>
                  </a:cubicBezTo>
                  <a:cubicBezTo>
                    <a:pt x="30" y="5"/>
                    <a:pt x="39" y="3"/>
                    <a:pt x="47" y="4"/>
                  </a:cubicBezTo>
                  <a:cubicBezTo>
                    <a:pt x="37" y="8"/>
                    <a:pt x="29" y="9"/>
                    <a:pt x="20" y="15"/>
                  </a:cubicBezTo>
                  <a:cubicBezTo>
                    <a:pt x="17" y="18"/>
                    <a:pt x="18" y="18"/>
                    <a:pt x="14" y="19"/>
                  </a:cubicBezTo>
                  <a:cubicBezTo>
                    <a:pt x="10" y="20"/>
                    <a:pt x="4" y="19"/>
                    <a:pt x="0" y="19"/>
                  </a:cubicBezTo>
                </a:path>
              </a:pathLst>
            </a:custGeom>
            <a:solidFill>
              <a:srgbClr val="B20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104">
              <a:extLst>
                <a:ext uri="{FF2B5EF4-FFF2-40B4-BE49-F238E27FC236}">
                  <a16:creationId xmlns:a16="http://schemas.microsoft.com/office/drawing/2014/main" id="{272FD311-8BA5-4605-9EC0-B577E02E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048"/>
              <a:ext cx="335" cy="96"/>
            </a:xfrm>
            <a:custGeom>
              <a:avLst/>
              <a:gdLst>
                <a:gd name="T0" fmla="*/ 500 w 134"/>
                <a:gd name="T1" fmla="*/ 205 h 36"/>
                <a:gd name="T2" fmla="*/ 1145 w 134"/>
                <a:gd name="T3" fmla="*/ 77 h 36"/>
                <a:gd name="T4" fmla="*/ 2095 w 134"/>
                <a:gd name="T5" fmla="*/ 115 h 36"/>
                <a:gd name="T6" fmla="*/ 1500 w 134"/>
                <a:gd name="T7" fmla="*/ 136 h 36"/>
                <a:gd name="T8" fmla="*/ 1220 w 134"/>
                <a:gd name="T9" fmla="*/ 205 h 36"/>
                <a:gd name="T10" fmla="*/ 1083 w 134"/>
                <a:gd name="T11" fmla="*/ 376 h 36"/>
                <a:gd name="T12" fmla="*/ 0 w 134"/>
                <a:gd name="T13" fmla="*/ 683 h 36"/>
                <a:gd name="T14" fmla="*/ 438 w 134"/>
                <a:gd name="T15" fmla="*/ 512 h 36"/>
                <a:gd name="T16" fmla="*/ 563 w 134"/>
                <a:gd name="T17" fmla="*/ 285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6">
                  <a:moveTo>
                    <a:pt x="32" y="11"/>
                  </a:moveTo>
                  <a:cubicBezTo>
                    <a:pt x="45" y="11"/>
                    <a:pt x="60" y="7"/>
                    <a:pt x="73" y="4"/>
                  </a:cubicBezTo>
                  <a:cubicBezTo>
                    <a:pt x="93" y="0"/>
                    <a:pt x="114" y="5"/>
                    <a:pt x="134" y="6"/>
                  </a:cubicBezTo>
                  <a:cubicBezTo>
                    <a:pt x="126" y="2"/>
                    <a:pt x="106" y="5"/>
                    <a:pt x="96" y="7"/>
                  </a:cubicBezTo>
                  <a:cubicBezTo>
                    <a:pt x="90" y="8"/>
                    <a:pt x="84" y="9"/>
                    <a:pt x="78" y="11"/>
                  </a:cubicBezTo>
                  <a:cubicBezTo>
                    <a:pt x="73" y="14"/>
                    <a:pt x="73" y="17"/>
                    <a:pt x="69" y="20"/>
                  </a:cubicBezTo>
                  <a:cubicBezTo>
                    <a:pt x="52" y="35"/>
                    <a:pt x="21" y="35"/>
                    <a:pt x="0" y="36"/>
                  </a:cubicBezTo>
                  <a:cubicBezTo>
                    <a:pt x="9" y="33"/>
                    <a:pt x="20" y="32"/>
                    <a:pt x="28" y="27"/>
                  </a:cubicBezTo>
                  <a:cubicBezTo>
                    <a:pt x="37" y="23"/>
                    <a:pt x="34" y="20"/>
                    <a:pt x="36" y="15"/>
                  </a:cubicBezTo>
                </a:path>
              </a:pathLst>
            </a:custGeom>
            <a:solidFill>
              <a:srgbClr val="B20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105">
              <a:extLst>
                <a:ext uri="{FF2B5EF4-FFF2-40B4-BE49-F238E27FC236}">
                  <a16:creationId xmlns:a16="http://schemas.microsoft.com/office/drawing/2014/main" id="{999067F8-AC5E-4D9E-887A-7F01F966E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630"/>
              <a:ext cx="1455" cy="442"/>
            </a:xfrm>
            <a:custGeom>
              <a:avLst/>
              <a:gdLst>
                <a:gd name="T0" fmla="*/ 4345 w 582"/>
                <a:gd name="T1" fmla="*/ 0 h 166"/>
                <a:gd name="T2" fmla="*/ 3583 w 582"/>
                <a:gd name="T3" fmla="*/ 93 h 166"/>
                <a:gd name="T4" fmla="*/ 2738 w 582"/>
                <a:gd name="T5" fmla="*/ 149 h 166"/>
                <a:gd name="T6" fmla="*/ 1438 w 582"/>
                <a:gd name="T7" fmla="*/ 375 h 166"/>
                <a:gd name="T8" fmla="*/ 863 w 582"/>
                <a:gd name="T9" fmla="*/ 865 h 166"/>
                <a:gd name="T10" fmla="*/ 63 w 582"/>
                <a:gd name="T11" fmla="*/ 1624 h 166"/>
                <a:gd name="T12" fmla="*/ 720 w 582"/>
                <a:gd name="T13" fmla="*/ 2490 h 166"/>
                <a:gd name="T14" fmla="*/ 1520 w 582"/>
                <a:gd name="T15" fmla="*/ 2985 h 166"/>
                <a:gd name="T16" fmla="*/ 2988 w 582"/>
                <a:gd name="T17" fmla="*/ 3019 h 166"/>
                <a:gd name="T18" fmla="*/ 5083 w 582"/>
                <a:gd name="T19" fmla="*/ 2985 h 166"/>
                <a:gd name="T20" fmla="*/ 6613 w 582"/>
                <a:gd name="T21" fmla="*/ 2964 h 166"/>
                <a:gd name="T22" fmla="*/ 8438 w 582"/>
                <a:gd name="T23" fmla="*/ 1113 h 166"/>
                <a:gd name="T24" fmla="*/ 5970 w 582"/>
                <a:gd name="T25" fmla="*/ 93 h 166"/>
                <a:gd name="T26" fmla="*/ 5113 w 582"/>
                <a:gd name="T27" fmla="*/ 136 h 166"/>
                <a:gd name="T28" fmla="*/ 4345 w 582"/>
                <a:gd name="T29" fmla="*/ 0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2" h="166">
                  <a:moveTo>
                    <a:pt x="278" y="0"/>
                  </a:moveTo>
                  <a:cubicBezTo>
                    <a:pt x="258" y="0"/>
                    <a:pt x="238" y="5"/>
                    <a:pt x="229" y="5"/>
                  </a:cubicBezTo>
                  <a:cubicBezTo>
                    <a:pt x="211" y="5"/>
                    <a:pt x="193" y="8"/>
                    <a:pt x="175" y="8"/>
                  </a:cubicBezTo>
                  <a:cubicBezTo>
                    <a:pt x="145" y="9"/>
                    <a:pt x="118" y="6"/>
                    <a:pt x="92" y="20"/>
                  </a:cubicBezTo>
                  <a:cubicBezTo>
                    <a:pt x="79" y="27"/>
                    <a:pt x="67" y="38"/>
                    <a:pt x="55" y="46"/>
                  </a:cubicBezTo>
                  <a:cubicBezTo>
                    <a:pt x="38" y="56"/>
                    <a:pt x="8" y="66"/>
                    <a:pt x="4" y="86"/>
                  </a:cubicBezTo>
                  <a:cubicBezTo>
                    <a:pt x="0" y="111"/>
                    <a:pt x="27" y="122"/>
                    <a:pt x="46" y="132"/>
                  </a:cubicBezTo>
                  <a:cubicBezTo>
                    <a:pt x="63" y="141"/>
                    <a:pt x="78" y="153"/>
                    <a:pt x="97" y="158"/>
                  </a:cubicBezTo>
                  <a:cubicBezTo>
                    <a:pt x="127" y="166"/>
                    <a:pt x="161" y="160"/>
                    <a:pt x="191" y="160"/>
                  </a:cubicBezTo>
                  <a:cubicBezTo>
                    <a:pt x="237" y="160"/>
                    <a:pt x="280" y="163"/>
                    <a:pt x="325" y="158"/>
                  </a:cubicBezTo>
                  <a:cubicBezTo>
                    <a:pt x="358" y="154"/>
                    <a:pt x="389" y="155"/>
                    <a:pt x="423" y="157"/>
                  </a:cubicBezTo>
                  <a:cubicBezTo>
                    <a:pt x="487" y="162"/>
                    <a:pt x="582" y="135"/>
                    <a:pt x="540" y="59"/>
                  </a:cubicBezTo>
                  <a:cubicBezTo>
                    <a:pt x="510" y="3"/>
                    <a:pt x="439" y="8"/>
                    <a:pt x="382" y="5"/>
                  </a:cubicBezTo>
                  <a:cubicBezTo>
                    <a:pt x="364" y="4"/>
                    <a:pt x="346" y="8"/>
                    <a:pt x="327" y="7"/>
                  </a:cubicBezTo>
                  <a:cubicBezTo>
                    <a:pt x="321" y="6"/>
                    <a:pt x="300" y="0"/>
                    <a:pt x="27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106">
              <a:extLst>
                <a:ext uri="{FF2B5EF4-FFF2-40B4-BE49-F238E27FC236}">
                  <a16:creationId xmlns:a16="http://schemas.microsoft.com/office/drawing/2014/main" id="{3E2D7FF9-50C7-44D2-AEC8-9104E1BF6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880"/>
              <a:ext cx="1367" cy="285"/>
            </a:xfrm>
            <a:custGeom>
              <a:avLst/>
              <a:gdLst>
                <a:gd name="T0" fmla="*/ 6570 w 547"/>
                <a:gd name="T1" fmla="*/ 1191 h 107"/>
                <a:gd name="T2" fmla="*/ 5041 w 547"/>
                <a:gd name="T3" fmla="*/ 1207 h 107"/>
                <a:gd name="T4" fmla="*/ 2949 w 547"/>
                <a:gd name="T5" fmla="*/ 1249 h 107"/>
                <a:gd name="T6" fmla="*/ 1479 w 547"/>
                <a:gd name="T7" fmla="*/ 1207 h 107"/>
                <a:gd name="T8" fmla="*/ 687 w 547"/>
                <a:gd name="T9" fmla="*/ 716 h 107"/>
                <a:gd name="T10" fmla="*/ 30 w 547"/>
                <a:gd name="T11" fmla="*/ 0 h 107"/>
                <a:gd name="T12" fmla="*/ 30 w 547"/>
                <a:gd name="T13" fmla="*/ 320 h 107"/>
                <a:gd name="T14" fmla="*/ 637 w 547"/>
                <a:gd name="T15" fmla="*/ 1079 h 107"/>
                <a:gd name="T16" fmla="*/ 1374 w 547"/>
                <a:gd name="T17" fmla="*/ 1761 h 107"/>
                <a:gd name="T18" fmla="*/ 2824 w 547"/>
                <a:gd name="T19" fmla="*/ 1830 h 107"/>
                <a:gd name="T20" fmla="*/ 4933 w 547"/>
                <a:gd name="T21" fmla="*/ 1928 h 107"/>
                <a:gd name="T22" fmla="*/ 6465 w 547"/>
                <a:gd name="T23" fmla="*/ 1907 h 107"/>
                <a:gd name="T24" fmla="*/ 8274 w 547"/>
                <a:gd name="T25" fmla="*/ 1263 h 107"/>
                <a:gd name="T26" fmla="*/ 8537 w 547"/>
                <a:gd name="T27" fmla="*/ 170 h 107"/>
                <a:gd name="T28" fmla="*/ 6570 w 547"/>
                <a:gd name="T29" fmla="*/ 1191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7" h="107">
                  <a:moveTo>
                    <a:pt x="421" y="63"/>
                  </a:moveTo>
                  <a:cubicBezTo>
                    <a:pt x="387" y="61"/>
                    <a:pt x="356" y="60"/>
                    <a:pt x="323" y="64"/>
                  </a:cubicBezTo>
                  <a:cubicBezTo>
                    <a:pt x="278" y="69"/>
                    <a:pt x="235" y="66"/>
                    <a:pt x="189" y="66"/>
                  </a:cubicBezTo>
                  <a:cubicBezTo>
                    <a:pt x="159" y="66"/>
                    <a:pt x="125" y="72"/>
                    <a:pt x="95" y="64"/>
                  </a:cubicBezTo>
                  <a:cubicBezTo>
                    <a:pt x="76" y="59"/>
                    <a:pt x="61" y="47"/>
                    <a:pt x="44" y="38"/>
                  </a:cubicBezTo>
                  <a:cubicBezTo>
                    <a:pt x="27" y="29"/>
                    <a:pt x="4" y="19"/>
                    <a:pt x="2" y="0"/>
                  </a:cubicBezTo>
                  <a:cubicBezTo>
                    <a:pt x="2" y="4"/>
                    <a:pt x="2" y="10"/>
                    <a:pt x="2" y="17"/>
                  </a:cubicBezTo>
                  <a:cubicBezTo>
                    <a:pt x="0" y="31"/>
                    <a:pt x="22" y="47"/>
                    <a:pt x="41" y="57"/>
                  </a:cubicBezTo>
                  <a:cubicBezTo>
                    <a:pt x="58" y="66"/>
                    <a:pt x="69" y="87"/>
                    <a:pt x="88" y="93"/>
                  </a:cubicBezTo>
                  <a:cubicBezTo>
                    <a:pt x="119" y="101"/>
                    <a:pt x="150" y="97"/>
                    <a:pt x="181" y="97"/>
                  </a:cubicBezTo>
                  <a:cubicBezTo>
                    <a:pt x="226" y="97"/>
                    <a:pt x="271" y="107"/>
                    <a:pt x="316" y="102"/>
                  </a:cubicBezTo>
                  <a:cubicBezTo>
                    <a:pt x="350" y="98"/>
                    <a:pt x="380" y="98"/>
                    <a:pt x="414" y="101"/>
                  </a:cubicBezTo>
                  <a:cubicBezTo>
                    <a:pt x="454" y="104"/>
                    <a:pt x="507" y="93"/>
                    <a:pt x="530" y="67"/>
                  </a:cubicBezTo>
                  <a:cubicBezTo>
                    <a:pt x="542" y="53"/>
                    <a:pt x="547" y="38"/>
                    <a:pt x="547" y="9"/>
                  </a:cubicBezTo>
                  <a:cubicBezTo>
                    <a:pt x="538" y="52"/>
                    <a:pt x="470" y="67"/>
                    <a:pt x="421" y="6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whole-roasted-turkey-illustration">
            <a:extLst>
              <a:ext uri="{FF2B5EF4-FFF2-40B4-BE49-F238E27FC236}">
                <a16:creationId xmlns:a16="http://schemas.microsoft.com/office/drawing/2014/main" id="{6E870A34-0A68-4994-8EFB-8989E6310DE8}"/>
              </a:ext>
            </a:extLst>
          </p:cNvPr>
          <p:cNvGrpSpPr>
            <a:grpSpLocks/>
          </p:cNvGrpSpPr>
          <p:nvPr/>
        </p:nvGrpSpPr>
        <p:grpSpPr bwMode="auto">
          <a:xfrm>
            <a:off x="6681788" y="4227513"/>
            <a:ext cx="2992437" cy="1727200"/>
            <a:chOff x="3302" y="2467"/>
            <a:chExt cx="1885" cy="1088"/>
          </a:xfrm>
        </p:grpSpPr>
        <p:sp>
          <p:nvSpPr>
            <p:cNvPr id="27702" name="Freeform 108">
              <a:extLst>
                <a:ext uri="{FF2B5EF4-FFF2-40B4-BE49-F238E27FC236}">
                  <a16:creationId xmlns:a16="http://schemas.microsoft.com/office/drawing/2014/main" id="{D2AF512F-CA48-40EA-AD73-2EC247DFD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606"/>
              <a:ext cx="242" cy="189"/>
            </a:xfrm>
            <a:custGeom>
              <a:avLst/>
              <a:gdLst>
                <a:gd name="T0" fmla="*/ 437 w 97"/>
                <a:gd name="T1" fmla="*/ 1339 h 71"/>
                <a:gd name="T2" fmla="*/ 778 w 97"/>
                <a:gd name="T3" fmla="*/ 1134 h 71"/>
                <a:gd name="T4" fmla="*/ 1257 w 97"/>
                <a:gd name="T5" fmla="*/ 1134 h 71"/>
                <a:gd name="T6" fmla="*/ 1257 w 97"/>
                <a:gd name="T7" fmla="*/ 1113 h 71"/>
                <a:gd name="T8" fmla="*/ 1507 w 97"/>
                <a:gd name="T9" fmla="*/ 623 h 71"/>
                <a:gd name="T10" fmla="*/ 791 w 97"/>
                <a:gd name="T11" fmla="*/ 397 h 71"/>
                <a:gd name="T12" fmla="*/ 105 w 97"/>
                <a:gd name="T13" fmla="*/ 716 h 71"/>
                <a:gd name="T14" fmla="*/ 437 w 97"/>
                <a:gd name="T15" fmla="*/ 1339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71">
                  <a:moveTo>
                    <a:pt x="28" y="71"/>
                  </a:moveTo>
                  <a:cubicBezTo>
                    <a:pt x="49" y="71"/>
                    <a:pt x="44" y="62"/>
                    <a:pt x="50" y="60"/>
                  </a:cubicBezTo>
                  <a:cubicBezTo>
                    <a:pt x="54" y="59"/>
                    <a:pt x="69" y="59"/>
                    <a:pt x="81" y="60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6" y="49"/>
                    <a:pt x="90" y="40"/>
                    <a:pt x="97" y="33"/>
                  </a:cubicBezTo>
                  <a:cubicBezTo>
                    <a:pt x="82" y="31"/>
                    <a:pt x="57" y="26"/>
                    <a:pt x="51" y="21"/>
                  </a:cubicBezTo>
                  <a:cubicBezTo>
                    <a:pt x="30" y="0"/>
                    <a:pt x="0" y="16"/>
                    <a:pt x="7" y="38"/>
                  </a:cubicBezTo>
                  <a:cubicBezTo>
                    <a:pt x="0" y="46"/>
                    <a:pt x="7" y="71"/>
                    <a:pt x="28" y="71"/>
                  </a:cubicBezTo>
                  <a:close/>
                </a:path>
              </a:pathLst>
            </a:custGeom>
            <a:solidFill>
              <a:srgbClr val="FCE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109">
              <a:extLst>
                <a:ext uri="{FF2B5EF4-FFF2-40B4-BE49-F238E27FC236}">
                  <a16:creationId xmlns:a16="http://schemas.microsoft.com/office/drawing/2014/main" id="{762E2DD8-1DAF-4C41-AFAE-5A641A5A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04"/>
              <a:ext cx="160" cy="59"/>
            </a:xfrm>
            <a:custGeom>
              <a:avLst/>
              <a:gdLst>
                <a:gd name="T0" fmla="*/ 50 w 64"/>
                <a:gd name="T1" fmla="*/ 231 h 22"/>
                <a:gd name="T2" fmla="*/ 83 w 64"/>
                <a:gd name="T3" fmla="*/ 367 h 22"/>
                <a:gd name="T4" fmla="*/ 158 w 64"/>
                <a:gd name="T5" fmla="*/ 402 h 22"/>
                <a:gd name="T6" fmla="*/ 220 w 64"/>
                <a:gd name="T7" fmla="*/ 424 h 22"/>
                <a:gd name="T8" fmla="*/ 363 w 64"/>
                <a:gd name="T9" fmla="*/ 389 h 22"/>
                <a:gd name="T10" fmla="*/ 563 w 64"/>
                <a:gd name="T11" fmla="*/ 367 h 22"/>
                <a:gd name="T12" fmla="*/ 738 w 64"/>
                <a:gd name="T13" fmla="*/ 367 h 22"/>
                <a:gd name="T14" fmla="*/ 845 w 64"/>
                <a:gd name="T15" fmla="*/ 367 h 22"/>
                <a:gd name="T16" fmla="*/ 908 w 64"/>
                <a:gd name="T17" fmla="*/ 252 h 22"/>
                <a:gd name="T18" fmla="*/ 958 w 64"/>
                <a:gd name="T19" fmla="*/ 94 h 22"/>
                <a:gd name="T20" fmla="*/ 1000 w 64"/>
                <a:gd name="T21" fmla="*/ 0 h 22"/>
                <a:gd name="T22" fmla="*/ 813 w 64"/>
                <a:gd name="T23" fmla="*/ 193 h 22"/>
                <a:gd name="T24" fmla="*/ 438 w 64"/>
                <a:gd name="T25" fmla="*/ 287 h 22"/>
                <a:gd name="T26" fmla="*/ 270 w 64"/>
                <a:gd name="T27" fmla="*/ 274 h 22"/>
                <a:gd name="T28" fmla="*/ 158 w 64"/>
                <a:gd name="T29" fmla="*/ 252 h 22"/>
                <a:gd name="T30" fmla="*/ 145 w 64"/>
                <a:gd name="T31" fmla="*/ 21 h 22"/>
                <a:gd name="T32" fmla="*/ 113 w 64"/>
                <a:gd name="T33" fmla="*/ 94 h 22"/>
                <a:gd name="T34" fmla="*/ 63 w 64"/>
                <a:gd name="T35" fmla="*/ 193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4" h="22">
                  <a:moveTo>
                    <a:pt x="3" y="12"/>
                  </a:moveTo>
                  <a:cubicBezTo>
                    <a:pt x="0" y="13"/>
                    <a:pt x="2" y="17"/>
                    <a:pt x="5" y="19"/>
                  </a:cubicBezTo>
                  <a:cubicBezTo>
                    <a:pt x="6" y="20"/>
                    <a:pt x="8" y="20"/>
                    <a:pt x="10" y="21"/>
                  </a:cubicBezTo>
                  <a:cubicBezTo>
                    <a:pt x="11" y="21"/>
                    <a:pt x="12" y="22"/>
                    <a:pt x="14" y="22"/>
                  </a:cubicBezTo>
                  <a:cubicBezTo>
                    <a:pt x="17" y="22"/>
                    <a:pt x="20" y="21"/>
                    <a:pt x="23" y="20"/>
                  </a:cubicBezTo>
                  <a:cubicBezTo>
                    <a:pt x="28" y="19"/>
                    <a:pt x="32" y="19"/>
                    <a:pt x="36" y="19"/>
                  </a:cubicBezTo>
                  <a:cubicBezTo>
                    <a:pt x="40" y="19"/>
                    <a:pt x="43" y="19"/>
                    <a:pt x="47" y="19"/>
                  </a:cubicBezTo>
                  <a:cubicBezTo>
                    <a:pt x="49" y="19"/>
                    <a:pt x="52" y="20"/>
                    <a:pt x="54" y="19"/>
                  </a:cubicBezTo>
                  <a:cubicBezTo>
                    <a:pt x="56" y="18"/>
                    <a:pt x="57" y="14"/>
                    <a:pt x="58" y="13"/>
                  </a:cubicBezTo>
                  <a:cubicBezTo>
                    <a:pt x="59" y="10"/>
                    <a:pt x="60" y="7"/>
                    <a:pt x="61" y="5"/>
                  </a:cubicBezTo>
                  <a:cubicBezTo>
                    <a:pt x="62" y="3"/>
                    <a:pt x="63" y="2"/>
                    <a:pt x="64" y="0"/>
                  </a:cubicBezTo>
                  <a:cubicBezTo>
                    <a:pt x="59" y="2"/>
                    <a:pt x="55" y="6"/>
                    <a:pt x="52" y="10"/>
                  </a:cubicBezTo>
                  <a:cubicBezTo>
                    <a:pt x="46" y="16"/>
                    <a:pt x="35" y="16"/>
                    <a:pt x="28" y="15"/>
                  </a:cubicBezTo>
                  <a:cubicBezTo>
                    <a:pt x="24" y="14"/>
                    <a:pt x="21" y="14"/>
                    <a:pt x="17" y="14"/>
                  </a:cubicBezTo>
                  <a:cubicBezTo>
                    <a:pt x="15" y="14"/>
                    <a:pt x="12" y="15"/>
                    <a:pt x="10" y="13"/>
                  </a:cubicBezTo>
                  <a:cubicBezTo>
                    <a:pt x="7" y="10"/>
                    <a:pt x="9" y="5"/>
                    <a:pt x="9" y="1"/>
                  </a:cubicBezTo>
                  <a:cubicBezTo>
                    <a:pt x="8" y="2"/>
                    <a:pt x="7" y="4"/>
                    <a:pt x="7" y="5"/>
                  </a:cubicBezTo>
                  <a:cubicBezTo>
                    <a:pt x="6" y="7"/>
                    <a:pt x="5" y="9"/>
                    <a:pt x="4" y="10"/>
                  </a:cubicBezTo>
                </a:path>
              </a:pathLst>
            </a:custGeom>
            <a:solidFill>
              <a:srgbClr val="FA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110">
              <a:extLst>
                <a:ext uri="{FF2B5EF4-FFF2-40B4-BE49-F238E27FC236}">
                  <a16:creationId xmlns:a16="http://schemas.microsoft.com/office/drawing/2014/main" id="{9A03D1F1-0A45-4492-B83D-C2497288F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606"/>
              <a:ext cx="132" cy="189"/>
            </a:xfrm>
            <a:custGeom>
              <a:avLst/>
              <a:gdLst>
                <a:gd name="T0" fmla="*/ 787 w 53"/>
                <a:gd name="T1" fmla="*/ 397 h 71"/>
                <a:gd name="T2" fmla="*/ 105 w 53"/>
                <a:gd name="T3" fmla="*/ 716 h 71"/>
                <a:gd name="T4" fmla="*/ 433 w 53"/>
                <a:gd name="T5" fmla="*/ 1339 h 71"/>
                <a:gd name="T6" fmla="*/ 757 w 53"/>
                <a:gd name="T7" fmla="*/ 1147 h 71"/>
                <a:gd name="T8" fmla="*/ 757 w 53"/>
                <a:gd name="T9" fmla="*/ 1134 h 71"/>
                <a:gd name="T10" fmla="*/ 603 w 53"/>
                <a:gd name="T11" fmla="*/ 1169 h 71"/>
                <a:gd name="T12" fmla="*/ 354 w 53"/>
                <a:gd name="T13" fmla="*/ 964 h 71"/>
                <a:gd name="T14" fmla="*/ 446 w 53"/>
                <a:gd name="T15" fmla="*/ 737 h 71"/>
                <a:gd name="T16" fmla="*/ 590 w 53"/>
                <a:gd name="T17" fmla="*/ 567 h 71"/>
                <a:gd name="T18" fmla="*/ 570 w 53"/>
                <a:gd name="T19" fmla="*/ 532 h 71"/>
                <a:gd name="T20" fmla="*/ 528 w 53"/>
                <a:gd name="T21" fmla="*/ 431 h 71"/>
                <a:gd name="T22" fmla="*/ 590 w 53"/>
                <a:gd name="T23" fmla="*/ 341 h 71"/>
                <a:gd name="T24" fmla="*/ 757 w 53"/>
                <a:gd name="T25" fmla="*/ 397 h 71"/>
                <a:gd name="T26" fmla="*/ 819 w 53"/>
                <a:gd name="T27" fmla="*/ 418 h 71"/>
                <a:gd name="T28" fmla="*/ 787 w 53"/>
                <a:gd name="T29" fmla="*/ 397 h 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71">
                  <a:moveTo>
                    <a:pt x="51" y="21"/>
                  </a:moveTo>
                  <a:cubicBezTo>
                    <a:pt x="30" y="0"/>
                    <a:pt x="0" y="16"/>
                    <a:pt x="7" y="38"/>
                  </a:cubicBezTo>
                  <a:cubicBezTo>
                    <a:pt x="0" y="46"/>
                    <a:pt x="7" y="71"/>
                    <a:pt x="28" y="71"/>
                  </a:cubicBezTo>
                  <a:cubicBezTo>
                    <a:pt x="48" y="71"/>
                    <a:pt x="45" y="63"/>
                    <a:pt x="49" y="61"/>
                  </a:cubicBezTo>
                  <a:cubicBezTo>
                    <a:pt x="49" y="61"/>
                    <a:pt x="49" y="60"/>
                    <a:pt x="49" y="60"/>
                  </a:cubicBezTo>
                  <a:cubicBezTo>
                    <a:pt x="45" y="60"/>
                    <a:pt x="43" y="62"/>
                    <a:pt x="39" y="62"/>
                  </a:cubicBezTo>
                  <a:cubicBezTo>
                    <a:pt x="32" y="62"/>
                    <a:pt x="23" y="59"/>
                    <a:pt x="23" y="51"/>
                  </a:cubicBezTo>
                  <a:cubicBezTo>
                    <a:pt x="23" y="47"/>
                    <a:pt x="26" y="41"/>
                    <a:pt x="29" y="39"/>
                  </a:cubicBezTo>
                  <a:cubicBezTo>
                    <a:pt x="33" y="33"/>
                    <a:pt x="32" y="29"/>
                    <a:pt x="38" y="30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6" y="26"/>
                    <a:pt x="34" y="25"/>
                    <a:pt x="34" y="23"/>
                  </a:cubicBezTo>
                  <a:cubicBezTo>
                    <a:pt x="34" y="20"/>
                    <a:pt x="36" y="19"/>
                    <a:pt x="38" y="18"/>
                  </a:cubicBezTo>
                  <a:cubicBezTo>
                    <a:pt x="41" y="18"/>
                    <a:pt x="46" y="19"/>
                    <a:pt x="49" y="21"/>
                  </a:cubicBezTo>
                  <a:cubicBezTo>
                    <a:pt x="50" y="21"/>
                    <a:pt x="51" y="22"/>
                    <a:pt x="53" y="22"/>
                  </a:cubicBezTo>
                  <a:cubicBezTo>
                    <a:pt x="52" y="22"/>
                    <a:pt x="52" y="22"/>
                    <a:pt x="51" y="21"/>
                  </a:cubicBezTo>
                  <a:close/>
                </a:path>
              </a:pathLst>
            </a:custGeom>
            <a:solidFill>
              <a:srgbClr val="F2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111">
              <a:extLst>
                <a:ext uri="{FF2B5EF4-FFF2-40B4-BE49-F238E27FC236}">
                  <a16:creationId xmlns:a16="http://schemas.microsoft.com/office/drawing/2014/main" id="{46C6832D-77A3-4B09-A37D-3B75CDDD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683"/>
              <a:ext cx="55" cy="61"/>
            </a:xfrm>
            <a:custGeom>
              <a:avLst/>
              <a:gdLst>
                <a:gd name="T0" fmla="*/ 345 w 22"/>
                <a:gd name="T1" fmla="*/ 21 h 23"/>
                <a:gd name="T2" fmla="*/ 113 w 22"/>
                <a:gd name="T3" fmla="*/ 133 h 23"/>
                <a:gd name="T4" fmla="*/ 63 w 22"/>
                <a:gd name="T5" fmla="*/ 430 h 23"/>
                <a:gd name="T6" fmla="*/ 175 w 22"/>
                <a:gd name="T7" fmla="*/ 191 h 23"/>
                <a:gd name="T8" fmla="*/ 313 w 22"/>
                <a:gd name="T9" fmla="*/ 5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2" y="1"/>
                  </a:moveTo>
                  <a:cubicBezTo>
                    <a:pt x="18" y="0"/>
                    <a:pt x="11" y="4"/>
                    <a:pt x="7" y="7"/>
                  </a:cubicBezTo>
                  <a:cubicBezTo>
                    <a:pt x="2" y="11"/>
                    <a:pt x="0" y="17"/>
                    <a:pt x="4" y="23"/>
                  </a:cubicBezTo>
                  <a:cubicBezTo>
                    <a:pt x="4" y="17"/>
                    <a:pt x="7" y="13"/>
                    <a:pt x="11" y="10"/>
                  </a:cubicBezTo>
                  <a:cubicBezTo>
                    <a:pt x="14" y="7"/>
                    <a:pt x="16" y="4"/>
                    <a:pt x="2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112">
              <a:extLst>
                <a:ext uri="{FF2B5EF4-FFF2-40B4-BE49-F238E27FC236}">
                  <a16:creationId xmlns:a16="http://schemas.microsoft.com/office/drawing/2014/main" id="{C3934435-BAF2-463B-A527-6BF3F1C34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3198"/>
              <a:ext cx="880" cy="346"/>
            </a:xfrm>
            <a:custGeom>
              <a:avLst/>
              <a:gdLst>
                <a:gd name="T0" fmla="*/ 4283 w 352"/>
                <a:gd name="T1" fmla="*/ 0 h 130"/>
                <a:gd name="T2" fmla="*/ 3875 w 352"/>
                <a:gd name="T3" fmla="*/ 170 h 130"/>
                <a:gd name="T4" fmla="*/ 3363 w 352"/>
                <a:gd name="T5" fmla="*/ 205 h 130"/>
                <a:gd name="T6" fmla="*/ 2438 w 352"/>
                <a:gd name="T7" fmla="*/ 532 h 130"/>
                <a:gd name="T8" fmla="*/ 2438 w 352"/>
                <a:gd name="T9" fmla="*/ 532 h 130"/>
                <a:gd name="T10" fmla="*/ 2113 w 352"/>
                <a:gd name="T11" fmla="*/ 942 h 130"/>
                <a:gd name="T12" fmla="*/ 1250 w 352"/>
                <a:gd name="T13" fmla="*/ 1701 h 130"/>
                <a:gd name="T14" fmla="*/ 0 w 352"/>
                <a:gd name="T15" fmla="*/ 2204 h 130"/>
                <a:gd name="T16" fmla="*/ 63 w 352"/>
                <a:gd name="T17" fmla="*/ 2260 h 130"/>
                <a:gd name="T18" fmla="*/ 313 w 352"/>
                <a:gd name="T19" fmla="*/ 2417 h 130"/>
                <a:gd name="T20" fmla="*/ 800 w 352"/>
                <a:gd name="T21" fmla="*/ 2260 h 130"/>
                <a:gd name="T22" fmla="*/ 1500 w 352"/>
                <a:gd name="T23" fmla="*/ 2145 h 130"/>
                <a:gd name="T24" fmla="*/ 3520 w 352"/>
                <a:gd name="T25" fmla="*/ 1714 h 130"/>
                <a:gd name="T26" fmla="*/ 4845 w 352"/>
                <a:gd name="T27" fmla="*/ 737 h 130"/>
                <a:gd name="T28" fmla="*/ 4283 w 352"/>
                <a:gd name="T29" fmla="*/ 0 h 1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2" h="130">
                  <a:moveTo>
                    <a:pt x="274" y="0"/>
                  </a:moveTo>
                  <a:cubicBezTo>
                    <a:pt x="263" y="0"/>
                    <a:pt x="257" y="5"/>
                    <a:pt x="248" y="9"/>
                  </a:cubicBezTo>
                  <a:cubicBezTo>
                    <a:pt x="237" y="12"/>
                    <a:pt x="226" y="11"/>
                    <a:pt x="215" y="11"/>
                  </a:cubicBezTo>
                  <a:cubicBezTo>
                    <a:pt x="196" y="11"/>
                    <a:pt x="171" y="16"/>
                    <a:pt x="156" y="28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49" y="36"/>
                    <a:pt x="142" y="44"/>
                    <a:pt x="135" y="50"/>
                  </a:cubicBezTo>
                  <a:cubicBezTo>
                    <a:pt x="118" y="64"/>
                    <a:pt x="101" y="80"/>
                    <a:pt x="80" y="90"/>
                  </a:cubicBezTo>
                  <a:cubicBezTo>
                    <a:pt x="55" y="101"/>
                    <a:pt x="28" y="112"/>
                    <a:pt x="0" y="117"/>
                  </a:cubicBezTo>
                  <a:cubicBezTo>
                    <a:pt x="1" y="118"/>
                    <a:pt x="3" y="119"/>
                    <a:pt x="4" y="120"/>
                  </a:cubicBezTo>
                  <a:cubicBezTo>
                    <a:pt x="9" y="123"/>
                    <a:pt x="15" y="127"/>
                    <a:pt x="20" y="128"/>
                  </a:cubicBezTo>
                  <a:cubicBezTo>
                    <a:pt x="32" y="130"/>
                    <a:pt x="41" y="123"/>
                    <a:pt x="51" y="120"/>
                  </a:cubicBezTo>
                  <a:cubicBezTo>
                    <a:pt x="66" y="116"/>
                    <a:pt x="82" y="115"/>
                    <a:pt x="96" y="114"/>
                  </a:cubicBezTo>
                  <a:cubicBezTo>
                    <a:pt x="139" y="110"/>
                    <a:pt x="183" y="100"/>
                    <a:pt x="225" y="91"/>
                  </a:cubicBezTo>
                  <a:cubicBezTo>
                    <a:pt x="259" y="83"/>
                    <a:pt x="279" y="52"/>
                    <a:pt x="310" y="39"/>
                  </a:cubicBezTo>
                  <a:cubicBezTo>
                    <a:pt x="352" y="22"/>
                    <a:pt x="295" y="0"/>
                    <a:pt x="274" y="0"/>
                  </a:cubicBezTo>
                  <a:close/>
                </a:path>
              </a:pathLst>
            </a:custGeom>
            <a:solidFill>
              <a:srgbClr val="CA8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113">
              <a:extLst>
                <a:ext uri="{FF2B5EF4-FFF2-40B4-BE49-F238E27FC236}">
                  <a16:creationId xmlns:a16="http://schemas.microsoft.com/office/drawing/2014/main" id="{4FD145D1-30DB-4057-A1F4-7D13BA08D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467"/>
              <a:ext cx="1775" cy="1088"/>
            </a:xfrm>
            <a:custGeom>
              <a:avLst/>
              <a:gdLst>
                <a:gd name="T0" fmla="*/ 6395 w 710"/>
                <a:gd name="T1" fmla="*/ 7373 h 408"/>
                <a:gd name="T2" fmla="*/ 6408 w 710"/>
                <a:gd name="T3" fmla="*/ 7360 h 408"/>
                <a:gd name="T4" fmla="*/ 6563 w 710"/>
                <a:gd name="T5" fmla="*/ 7317 h 408"/>
                <a:gd name="T6" fmla="*/ 6563 w 710"/>
                <a:gd name="T7" fmla="*/ 7317 h 408"/>
                <a:gd name="T8" fmla="*/ 6720 w 710"/>
                <a:gd name="T9" fmla="*/ 7261 h 408"/>
                <a:gd name="T10" fmla="*/ 6720 w 710"/>
                <a:gd name="T11" fmla="*/ 7261 h 408"/>
                <a:gd name="T12" fmla="*/ 6875 w 710"/>
                <a:gd name="T13" fmla="*/ 7203 h 408"/>
                <a:gd name="T14" fmla="*/ 6895 w 710"/>
                <a:gd name="T15" fmla="*/ 7189 h 408"/>
                <a:gd name="T16" fmla="*/ 7033 w 710"/>
                <a:gd name="T17" fmla="*/ 7133 h 408"/>
                <a:gd name="T18" fmla="*/ 7033 w 710"/>
                <a:gd name="T19" fmla="*/ 7133 h 408"/>
                <a:gd name="T20" fmla="*/ 7188 w 710"/>
                <a:gd name="T21" fmla="*/ 7053 h 408"/>
                <a:gd name="T22" fmla="*/ 7208 w 710"/>
                <a:gd name="T23" fmla="*/ 7053 h 408"/>
                <a:gd name="T24" fmla="*/ 7333 w 710"/>
                <a:gd name="T25" fmla="*/ 6976 h 408"/>
                <a:gd name="T26" fmla="*/ 7363 w 710"/>
                <a:gd name="T27" fmla="*/ 6963 h 408"/>
                <a:gd name="T28" fmla="*/ 7488 w 710"/>
                <a:gd name="T29" fmla="*/ 6904 h 408"/>
                <a:gd name="T30" fmla="*/ 8345 w 710"/>
                <a:gd name="T31" fmla="*/ 6144 h 408"/>
                <a:gd name="T32" fmla="*/ 8675 w 710"/>
                <a:gd name="T33" fmla="*/ 5725 h 408"/>
                <a:gd name="T34" fmla="*/ 8675 w 710"/>
                <a:gd name="T35" fmla="*/ 5725 h 408"/>
                <a:gd name="T36" fmla="*/ 9595 w 710"/>
                <a:gd name="T37" fmla="*/ 5405 h 408"/>
                <a:gd name="T38" fmla="*/ 10113 w 710"/>
                <a:gd name="T39" fmla="*/ 5368 h 408"/>
                <a:gd name="T40" fmla="*/ 10520 w 710"/>
                <a:gd name="T41" fmla="*/ 5197 h 408"/>
                <a:gd name="T42" fmla="*/ 10800 w 710"/>
                <a:gd name="T43" fmla="*/ 5256 h 408"/>
                <a:gd name="T44" fmla="*/ 10925 w 710"/>
                <a:gd name="T45" fmla="*/ 4531 h 408"/>
                <a:gd name="T46" fmla="*/ 10770 w 710"/>
                <a:gd name="T47" fmla="*/ 3448 h 408"/>
                <a:gd name="T48" fmla="*/ 10033 w 710"/>
                <a:gd name="T49" fmla="*/ 2616 h 408"/>
                <a:gd name="T50" fmla="*/ 9395 w 710"/>
                <a:gd name="T51" fmla="*/ 1592 h 408"/>
                <a:gd name="T52" fmla="*/ 6708 w 710"/>
                <a:gd name="T53" fmla="*/ 35 h 408"/>
                <a:gd name="T54" fmla="*/ 5238 w 710"/>
                <a:gd name="T55" fmla="*/ 136 h 408"/>
                <a:gd name="T56" fmla="*/ 3720 w 710"/>
                <a:gd name="T57" fmla="*/ 568 h 408"/>
                <a:gd name="T58" fmla="*/ 2520 w 710"/>
                <a:gd name="T59" fmla="*/ 1443 h 408"/>
                <a:gd name="T60" fmla="*/ 2125 w 710"/>
                <a:gd name="T61" fmla="*/ 2104 h 408"/>
                <a:gd name="T62" fmla="*/ 1738 w 710"/>
                <a:gd name="T63" fmla="*/ 2653 h 408"/>
                <a:gd name="T64" fmla="*/ 1438 w 710"/>
                <a:gd name="T65" fmla="*/ 2936 h 408"/>
                <a:gd name="T66" fmla="*/ 1095 w 710"/>
                <a:gd name="T67" fmla="*/ 3640 h 408"/>
                <a:gd name="T68" fmla="*/ 470 w 710"/>
                <a:gd name="T69" fmla="*/ 4573 h 408"/>
                <a:gd name="T70" fmla="*/ 158 w 710"/>
                <a:gd name="T71" fmla="*/ 5747 h 408"/>
                <a:gd name="T72" fmla="*/ 645 w 710"/>
                <a:gd name="T73" fmla="*/ 6051 h 408"/>
                <a:gd name="T74" fmla="*/ 970 w 710"/>
                <a:gd name="T75" fmla="*/ 5896 h 408"/>
                <a:gd name="T76" fmla="*/ 1083 w 710"/>
                <a:gd name="T77" fmla="*/ 5824 h 408"/>
                <a:gd name="T78" fmla="*/ 1283 w 710"/>
                <a:gd name="T79" fmla="*/ 6067 h 408"/>
                <a:gd name="T80" fmla="*/ 1738 w 710"/>
                <a:gd name="T81" fmla="*/ 6371 h 408"/>
                <a:gd name="T82" fmla="*/ 2675 w 710"/>
                <a:gd name="T83" fmla="*/ 6635 h 408"/>
                <a:gd name="T84" fmla="*/ 4095 w 710"/>
                <a:gd name="T85" fmla="*/ 7587 h 408"/>
                <a:gd name="T86" fmla="*/ 5958 w 710"/>
                <a:gd name="T87" fmla="*/ 7475 h 408"/>
                <a:gd name="T88" fmla="*/ 6250 w 710"/>
                <a:gd name="T89" fmla="*/ 7416 h 408"/>
                <a:gd name="T90" fmla="*/ 6395 w 710"/>
                <a:gd name="T91" fmla="*/ 7373 h 4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10" h="408">
                  <a:moveTo>
                    <a:pt x="409" y="389"/>
                  </a:moveTo>
                  <a:cubicBezTo>
                    <a:pt x="410" y="389"/>
                    <a:pt x="410" y="389"/>
                    <a:pt x="410" y="388"/>
                  </a:cubicBezTo>
                  <a:cubicBezTo>
                    <a:pt x="414" y="388"/>
                    <a:pt x="417" y="387"/>
                    <a:pt x="420" y="386"/>
                  </a:cubicBezTo>
                  <a:cubicBezTo>
                    <a:pt x="420" y="386"/>
                    <a:pt x="420" y="386"/>
                    <a:pt x="420" y="386"/>
                  </a:cubicBezTo>
                  <a:cubicBezTo>
                    <a:pt x="424" y="385"/>
                    <a:pt x="427" y="384"/>
                    <a:pt x="430" y="383"/>
                  </a:cubicBezTo>
                  <a:cubicBezTo>
                    <a:pt x="430" y="383"/>
                    <a:pt x="430" y="383"/>
                    <a:pt x="430" y="383"/>
                  </a:cubicBezTo>
                  <a:cubicBezTo>
                    <a:pt x="434" y="382"/>
                    <a:pt x="437" y="381"/>
                    <a:pt x="440" y="380"/>
                  </a:cubicBezTo>
                  <a:cubicBezTo>
                    <a:pt x="440" y="379"/>
                    <a:pt x="441" y="379"/>
                    <a:pt x="441" y="379"/>
                  </a:cubicBezTo>
                  <a:cubicBezTo>
                    <a:pt x="444" y="378"/>
                    <a:pt x="447" y="377"/>
                    <a:pt x="450" y="376"/>
                  </a:cubicBezTo>
                  <a:cubicBezTo>
                    <a:pt x="450" y="376"/>
                    <a:pt x="450" y="376"/>
                    <a:pt x="450" y="376"/>
                  </a:cubicBezTo>
                  <a:cubicBezTo>
                    <a:pt x="454" y="375"/>
                    <a:pt x="457" y="373"/>
                    <a:pt x="460" y="372"/>
                  </a:cubicBezTo>
                  <a:cubicBezTo>
                    <a:pt x="460" y="372"/>
                    <a:pt x="460" y="372"/>
                    <a:pt x="461" y="372"/>
                  </a:cubicBezTo>
                  <a:cubicBezTo>
                    <a:pt x="464" y="370"/>
                    <a:pt x="466" y="369"/>
                    <a:pt x="469" y="368"/>
                  </a:cubicBezTo>
                  <a:cubicBezTo>
                    <a:pt x="470" y="368"/>
                    <a:pt x="470" y="368"/>
                    <a:pt x="471" y="367"/>
                  </a:cubicBezTo>
                  <a:cubicBezTo>
                    <a:pt x="474" y="366"/>
                    <a:pt x="477" y="365"/>
                    <a:pt x="479" y="364"/>
                  </a:cubicBezTo>
                  <a:cubicBezTo>
                    <a:pt x="500" y="354"/>
                    <a:pt x="517" y="338"/>
                    <a:pt x="534" y="324"/>
                  </a:cubicBezTo>
                  <a:cubicBezTo>
                    <a:pt x="541" y="318"/>
                    <a:pt x="548" y="310"/>
                    <a:pt x="555" y="302"/>
                  </a:cubicBezTo>
                  <a:cubicBezTo>
                    <a:pt x="555" y="302"/>
                    <a:pt x="555" y="302"/>
                    <a:pt x="555" y="302"/>
                  </a:cubicBezTo>
                  <a:cubicBezTo>
                    <a:pt x="570" y="290"/>
                    <a:pt x="595" y="285"/>
                    <a:pt x="614" y="285"/>
                  </a:cubicBezTo>
                  <a:cubicBezTo>
                    <a:pt x="625" y="285"/>
                    <a:pt x="636" y="286"/>
                    <a:pt x="647" y="283"/>
                  </a:cubicBezTo>
                  <a:cubicBezTo>
                    <a:pt x="656" y="279"/>
                    <a:pt x="662" y="274"/>
                    <a:pt x="673" y="274"/>
                  </a:cubicBezTo>
                  <a:cubicBezTo>
                    <a:pt x="678" y="274"/>
                    <a:pt x="684" y="275"/>
                    <a:pt x="691" y="277"/>
                  </a:cubicBezTo>
                  <a:cubicBezTo>
                    <a:pt x="690" y="267"/>
                    <a:pt x="695" y="249"/>
                    <a:pt x="699" y="239"/>
                  </a:cubicBezTo>
                  <a:cubicBezTo>
                    <a:pt x="710" y="216"/>
                    <a:pt x="705" y="201"/>
                    <a:pt x="689" y="182"/>
                  </a:cubicBezTo>
                  <a:cubicBezTo>
                    <a:pt x="675" y="165"/>
                    <a:pt x="656" y="154"/>
                    <a:pt x="642" y="138"/>
                  </a:cubicBezTo>
                  <a:cubicBezTo>
                    <a:pt x="629" y="121"/>
                    <a:pt x="610" y="103"/>
                    <a:pt x="601" y="84"/>
                  </a:cubicBezTo>
                  <a:cubicBezTo>
                    <a:pt x="569" y="18"/>
                    <a:pt x="494" y="6"/>
                    <a:pt x="429" y="2"/>
                  </a:cubicBezTo>
                  <a:cubicBezTo>
                    <a:pt x="397" y="0"/>
                    <a:pt x="367" y="1"/>
                    <a:pt x="335" y="7"/>
                  </a:cubicBezTo>
                  <a:cubicBezTo>
                    <a:pt x="303" y="13"/>
                    <a:pt x="267" y="15"/>
                    <a:pt x="238" y="30"/>
                  </a:cubicBezTo>
                  <a:cubicBezTo>
                    <a:pt x="213" y="44"/>
                    <a:pt x="184" y="59"/>
                    <a:pt x="161" y="76"/>
                  </a:cubicBezTo>
                  <a:cubicBezTo>
                    <a:pt x="148" y="86"/>
                    <a:pt x="143" y="97"/>
                    <a:pt x="136" y="111"/>
                  </a:cubicBezTo>
                  <a:cubicBezTo>
                    <a:pt x="131" y="121"/>
                    <a:pt x="122" y="137"/>
                    <a:pt x="111" y="140"/>
                  </a:cubicBezTo>
                  <a:cubicBezTo>
                    <a:pt x="105" y="143"/>
                    <a:pt x="98" y="151"/>
                    <a:pt x="92" y="155"/>
                  </a:cubicBezTo>
                  <a:cubicBezTo>
                    <a:pt x="75" y="164"/>
                    <a:pt x="75" y="178"/>
                    <a:pt x="70" y="192"/>
                  </a:cubicBezTo>
                  <a:cubicBezTo>
                    <a:pt x="30" y="241"/>
                    <a:pt x="30" y="241"/>
                    <a:pt x="30" y="241"/>
                  </a:cubicBezTo>
                  <a:cubicBezTo>
                    <a:pt x="16" y="258"/>
                    <a:pt x="0" y="278"/>
                    <a:pt x="10" y="303"/>
                  </a:cubicBezTo>
                  <a:cubicBezTo>
                    <a:pt x="15" y="316"/>
                    <a:pt x="28" y="319"/>
                    <a:pt x="41" y="319"/>
                  </a:cubicBezTo>
                  <a:cubicBezTo>
                    <a:pt x="51" y="318"/>
                    <a:pt x="59" y="314"/>
                    <a:pt x="62" y="311"/>
                  </a:cubicBezTo>
                  <a:cubicBezTo>
                    <a:pt x="66" y="308"/>
                    <a:pt x="65" y="303"/>
                    <a:pt x="69" y="307"/>
                  </a:cubicBezTo>
                  <a:cubicBezTo>
                    <a:pt x="72" y="309"/>
                    <a:pt x="76" y="314"/>
                    <a:pt x="82" y="320"/>
                  </a:cubicBezTo>
                  <a:cubicBezTo>
                    <a:pt x="91" y="328"/>
                    <a:pt x="100" y="332"/>
                    <a:pt x="111" y="336"/>
                  </a:cubicBezTo>
                  <a:cubicBezTo>
                    <a:pt x="134" y="346"/>
                    <a:pt x="149" y="342"/>
                    <a:pt x="171" y="350"/>
                  </a:cubicBezTo>
                  <a:cubicBezTo>
                    <a:pt x="200" y="361"/>
                    <a:pt x="230" y="397"/>
                    <a:pt x="262" y="400"/>
                  </a:cubicBezTo>
                  <a:cubicBezTo>
                    <a:pt x="333" y="408"/>
                    <a:pt x="372" y="394"/>
                    <a:pt x="381" y="394"/>
                  </a:cubicBezTo>
                  <a:cubicBezTo>
                    <a:pt x="387" y="393"/>
                    <a:pt x="393" y="392"/>
                    <a:pt x="400" y="391"/>
                  </a:cubicBezTo>
                  <a:cubicBezTo>
                    <a:pt x="403" y="390"/>
                    <a:pt x="406" y="390"/>
                    <a:pt x="409" y="389"/>
                  </a:cubicBezTo>
                  <a:close/>
                </a:path>
              </a:pathLst>
            </a:custGeom>
            <a:solidFill>
              <a:srgbClr val="D5A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114">
              <a:extLst>
                <a:ext uri="{FF2B5EF4-FFF2-40B4-BE49-F238E27FC236}">
                  <a16:creationId xmlns:a16="http://schemas.microsoft.com/office/drawing/2014/main" id="{3162C789-BA29-4625-8819-DAFCB2FB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3118"/>
              <a:ext cx="110" cy="80"/>
            </a:xfrm>
            <a:custGeom>
              <a:avLst/>
              <a:gdLst>
                <a:gd name="T0" fmla="*/ 438 w 44"/>
                <a:gd name="T1" fmla="*/ 93 h 30"/>
                <a:gd name="T2" fmla="*/ 113 w 44"/>
                <a:gd name="T3" fmla="*/ 0 h 30"/>
                <a:gd name="T4" fmla="*/ 0 w 44"/>
                <a:gd name="T5" fmla="*/ 568 h 30"/>
                <a:gd name="T6" fmla="*/ 270 w 44"/>
                <a:gd name="T7" fmla="*/ 512 h 30"/>
                <a:gd name="T8" fmla="*/ 408 w 44"/>
                <a:gd name="T9" fmla="*/ 397 h 30"/>
                <a:gd name="T10" fmla="*/ 438 w 44"/>
                <a:gd name="T11" fmla="*/ 9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0">
                  <a:moveTo>
                    <a:pt x="28" y="5"/>
                  </a:moveTo>
                  <a:cubicBezTo>
                    <a:pt x="21" y="1"/>
                    <a:pt x="12" y="1"/>
                    <a:pt x="7" y="0"/>
                  </a:cubicBezTo>
                  <a:cubicBezTo>
                    <a:pt x="3" y="8"/>
                    <a:pt x="0" y="21"/>
                    <a:pt x="0" y="30"/>
                  </a:cubicBezTo>
                  <a:cubicBezTo>
                    <a:pt x="5" y="28"/>
                    <a:pt x="11" y="29"/>
                    <a:pt x="17" y="27"/>
                  </a:cubicBezTo>
                  <a:cubicBezTo>
                    <a:pt x="20" y="26"/>
                    <a:pt x="24" y="22"/>
                    <a:pt x="26" y="21"/>
                  </a:cubicBezTo>
                  <a:cubicBezTo>
                    <a:pt x="44" y="17"/>
                    <a:pt x="37" y="10"/>
                    <a:pt x="28" y="5"/>
                  </a:cubicBezTo>
                  <a:close/>
                </a:path>
              </a:pathLst>
            </a:custGeom>
            <a:solidFill>
              <a:srgbClr val="CA8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115">
              <a:extLst>
                <a:ext uri="{FF2B5EF4-FFF2-40B4-BE49-F238E27FC236}">
                  <a16:creationId xmlns:a16="http://schemas.microsoft.com/office/drawing/2014/main" id="{AABF8A9F-C7B2-4163-AFA9-815BC5B90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3118"/>
              <a:ext cx="110" cy="80"/>
            </a:xfrm>
            <a:custGeom>
              <a:avLst/>
              <a:gdLst>
                <a:gd name="T0" fmla="*/ 438 w 44"/>
                <a:gd name="T1" fmla="*/ 93 h 30"/>
                <a:gd name="T2" fmla="*/ 113 w 44"/>
                <a:gd name="T3" fmla="*/ 0 h 30"/>
                <a:gd name="T4" fmla="*/ 0 w 44"/>
                <a:gd name="T5" fmla="*/ 568 h 30"/>
                <a:gd name="T6" fmla="*/ 270 w 44"/>
                <a:gd name="T7" fmla="*/ 512 h 30"/>
                <a:gd name="T8" fmla="*/ 408 w 44"/>
                <a:gd name="T9" fmla="*/ 397 h 30"/>
                <a:gd name="T10" fmla="*/ 438 w 44"/>
                <a:gd name="T11" fmla="*/ 9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0">
                  <a:moveTo>
                    <a:pt x="28" y="5"/>
                  </a:moveTo>
                  <a:cubicBezTo>
                    <a:pt x="21" y="1"/>
                    <a:pt x="12" y="1"/>
                    <a:pt x="7" y="0"/>
                  </a:cubicBezTo>
                  <a:cubicBezTo>
                    <a:pt x="3" y="8"/>
                    <a:pt x="0" y="21"/>
                    <a:pt x="0" y="30"/>
                  </a:cubicBezTo>
                  <a:cubicBezTo>
                    <a:pt x="5" y="28"/>
                    <a:pt x="11" y="29"/>
                    <a:pt x="17" y="27"/>
                  </a:cubicBezTo>
                  <a:cubicBezTo>
                    <a:pt x="20" y="26"/>
                    <a:pt x="24" y="22"/>
                    <a:pt x="26" y="21"/>
                  </a:cubicBezTo>
                  <a:cubicBezTo>
                    <a:pt x="44" y="17"/>
                    <a:pt x="37" y="10"/>
                    <a:pt x="2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116">
              <a:extLst>
                <a:ext uri="{FF2B5EF4-FFF2-40B4-BE49-F238E27FC236}">
                  <a16:creationId xmlns:a16="http://schemas.microsoft.com/office/drawing/2014/main" id="{1182B029-4DDD-40B5-8F05-00084A7B9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488"/>
              <a:ext cx="937" cy="272"/>
            </a:xfrm>
            <a:custGeom>
              <a:avLst/>
              <a:gdLst>
                <a:gd name="T0" fmla="*/ 105 w 375"/>
                <a:gd name="T1" fmla="*/ 1728 h 102"/>
                <a:gd name="T2" fmla="*/ 387 w 375"/>
                <a:gd name="T3" fmla="*/ 1344 h 102"/>
                <a:gd name="T4" fmla="*/ 700 w 375"/>
                <a:gd name="T5" fmla="*/ 1173 h 102"/>
                <a:gd name="T6" fmla="*/ 1354 w 375"/>
                <a:gd name="T7" fmla="*/ 627 h 102"/>
                <a:gd name="T8" fmla="*/ 2571 w 375"/>
                <a:gd name="T9" fmla="*/ 171 h 102"/>
                <a:gd name="T10" fmla="*/ 4165 w 375"/>
                <a:gd name="T11" fmla="*/ 21 h 102"/>
                <a:gd name="T12" fmla="*/ 5212 w 375"/>
                <a:gd name="T13" fmla="*/ 192 h 102"/>
                <a:gd name="T14" fmla="*/ 5849 w 375"/>
                <a:gd name="T15" fmla="*/ 456 h 102"/>
                <a:gd name="T16" fmla="*/ 4633 w 375"/>
                <a:gd name="T17" fmla="*/ 285 h 102"/>
                <a:gd name="T18" fmla="*/ 3716 w 375"/>
                <a:gd name="T19" fmla="*/ 435 h 102"/>
                <a:gd name="T20" fmla="*/ 3446 w 375"/>
                <a:gd name="T21" fmla="*/ 605 h 102"/>
                <a:gd name="T22" fmla="*/ 3291 w 375"/>
                <a:gd name="T23" fmla="*/ 875 h 102"/>
                <a:gd name="T24" fmla="*/ 2883 w 375"/>
                <a:gd name="T25" fmla="*/ 832 h 102"/>
                <a:gd name="T26" fmla="*/ 2466 w 375"/>
                <a:gd name="T27" fmla="*/ 947 h 102"/>
                <a:gd name="T28" fmla="*/ 2136 w 375"/>
                <a:gd name="T29" fmla="*/ 1139 h 102"/>
                <a:gd name="T30" fmla="*/ 1949 w 375"/>
                <a:gd name="T31" fmla="*/ 1365 h 102"/>
                <a:gd name="T32" fmla="*/ 1074 w 375"/>
                <a:gd name="T33" fmla="*/ 1613 h 102"/>
                <a:gd name="T34" fmla="*/ 730 w 375"/>
                <a:gd name="T35" fmla="*/ 1629 h 102"/>
                <a:gd name="T36" fmla="*/ 500 w 375"/>
                <a:gd name="T37" fmla="*/ 1800 h 102"/>
                <a:gd name="T38" fmla="*/ 0 w 375"/>
                <a:gd name="T39" fmla="*/ 1933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5" h="102">
                  <a:moveTo>
                    <a:pt x="7" y="91"/>
                  </a:moveTo>
                  <a:cubicBezTo>
                    <a:pt x="15" y="87"/>
                    <a:pt x="17" y="77"/>
                    <a:pt x="25" y="71"/>
                  </a:cubicBezTo>
                  <a:cubicBezTo>
                    <a:pt x="31" y="67"/>
                    <a:pt x="39" y="65"/>
                    <a:pt x="45" y="62"/>
                  </a:cubicBezTo>
                  <a:cubicBezTo>
                    <a:pt x="60" y="53"/>
                    <a:pt x="72" y="41"/>
                    <a:pt x="87" y="33"/>
                  </a:cubicBezTo>
                  <a:cubicBezTo>
                    <a:pt x="111" y="21"/>
                    <a:pt x="138" y="13"/>
                    <a:pt x="165" y="9"/>
                  </a:cubicBezTo>
                  <a:cubicBezTo>
                    <a:pt x="198" y="4"/>
                    <a:pt x="233" y="0"/>
                    <a:pt x="267" y="1"/>
                  </a:cubicBezTo>
                  <a:cubicBezTo>
                    <a:pt x="290" y="2"/>
                    <a:pt x="311" y="5"/>
                    <a:pt x="334" y="10"/>
                  </a:cubicBezTo>
                  <a:cubicBezTo>
                    <a:pt x="343" y="12"/>
                    <a:pt x="372" y="17"/>
                    <a:pt x="375" y="24"/>
                  </a:cubicBezTo>
                  <a:cubicBezTo>
                    <a:pt x="350" y="17"/>
                    <a:pt x="323" y="12"/>
                    <a:pt x="297" y="15"/>
                  </a:cubicBezTo>
                  <a:cubicBezTo>
                    <a:pt x="276" y="18"/>
                    <a:pt x="259" y="16"/>
                    <a:pt x="238" y="23"/>
                  </a:cubicBezTo>
                  <a:cubicBezTo>
                    <a:pt x="233" y="25"/>
                    <a:pt x="225" y="28"/>
                    <a:pt x="221" y="32"/>
                  </a:cubicBezTo>
                  <a:cubicBezTo>
                    <a:pt x="216" y="36"/>
                    <a:pt x="218" y="44"/>
                    <a:pt x="211" y="46"/>
                  </a:cubicBezTo>
                  <a:cubicBezTo>
                    <a:pt x="204" y="49"/>
                    <a:pt x="193" y="43"/>
                    <a:pt x="185" y="44"/>
                  </a:cubicBezTo>
                  <a:cubicBezTo>
                    <a:pt x="176" y="44"/>
                    <a:pt x="167" y="47"/>
                    <a:pt x="158" y="50"/>
                  </a:cubicBezTo>
                  <a:cubicBezTo>
                    <a:pt x="151" y="53"/>
                    <a:pt x="143" y="54"/>
                    <a:pt x="137" y="60"/>
                  </a:cubicBezTo>
                  <a:cubicBezTo>
                    <a:pt x="132" y="65"/>
                    <a:pt x="132" y="69"/>
                    <a:pt x="125" y="72"/>
                  </a:cubicBezTo>
                  <a:cubicBezTo>
                    <a:pt x="110" y="80"/>
                    <a:pt x="86" y="83"/>
                    <a:pt x="69" y="85"/>
                  </a:cubicBezTo>
                  <a:cubicBezTo>
                    <a:pt x="62" y="86"/>
                    <a:pt x="53" y="84"/>
                    <a:pt x="47" y="86"/>
                  </a:cubicBezTo>
                  <a:cubicBezTo>
                    <a:pt x="41" y="87"/>
                    <a:pt x="38" y="93"/>
                    <a:pt x="32" y="95"/>
                  </a:cubicBezTo>
                  <a:cubicBezTo>
                    <a:pt x="23" y="100"/>
                    <a:pt x="9" y="101"/>
                    <a:pt x="0" y="102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117">
              <a:extLst>
                <a:ext uri="{FF2B5EF4-FFF2-40B4-BE49-F238E27FC236}">
                  <a16:creationId xmlns:a16="http://schemas.microsoft.com/office/drawing/2014/main" id="{2CF7D1C9-02EF-4D7D-AD26-9900AB47D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912"/>
              <a:ext cx="932" cy="182"/>
            </a:xfrm>
            <a:custGeom>
              <a:avLst/>
              <a:gdLst>
                <a:gd name="T0" fmla="*/ 12 w 373"/>
                <a:gd name="T1" fmla="*/ 1132 h 68"/>
                <a:gd name="T2" fmla="*/ 530 w 373"/>
                <a:gd name="T3" fmla="*/ 616 h 68"/>
                <a:gd name="T4" fmla="*/ 1262 w 373"/>
                <a:gd name="T5" fmla="*/ 632 h 68"/>
                <a:gd name="T6" fmla="*/ 1542 w 373"/>
                <a:gd name="T7" fmla="*/ 538 h 68"/>
                <a:gd name="T8" fmla="*/ 1874 w 373"/>
                <a:gd name="T9" fmla="*/ 616 h 68"/>
                <a:gd name="T10" fmla="*/ 2416 w 373"/>
                <a:gd name="T11" fmla="*/ 479 h 68"/>
                <a:gd name="T12" fmla="*/ 3446 w 373"/>
                <a:gd name="T13" fmla="*/ 252 h 68"/>
                <a:gd name="T14" fmla="*/ 3666 w 373"/>
                <a:gd name="T15" fmla="*/ 35 h 68"/>
                <a:gd name="T16" fmla="*/ 4165 w 373"/>
                <a:gd name="T17" fmla="*/ 56 h 68"/>
                <a:gd name="T18" fmla="*/ 4712 w 373"/>
                <a:gd name="T19" fmla="*/ 56 h 68"/>
                <a:gd name="T20" fmla="*/ 5819 w 373"/>
                <a:gd name="T21" fmla="*/ 674 h 68"/>
                <a:gd name="T22" fmla="*/ 4620 w 373"/>
                <a:gd name="T23" fmla="*/ 367 h 68"/>
                <a:gd name="T24" fmla="*/ 3883 w 373"/>
                <a:gd name="T25" fmla="*/ 653 h 68"/>
                <a:gd name="T26" fmla="*/ 3216 w 373"/>
                <a:gd name="T27" fmla="*/ 902 h 68"/>
                <a:gd name="T28" fmla="*/ 2808 w 373"/>
                <a:gd name="T29" fmla="*/ 982 h 68"/>
                <a:gd name="T30" fmla="*/ 2509 w 373"/>
                <a:gd name="T31" fmla="*/ 1188 h 68"/>
                <a:gd name="T32" fmla="*/ 1687 w 373"/>
                <a:gd name="T33" fmla="*/ 1210 h 68"/>
                <a:gd name="T34" fmla="*/ 1199 w 373"/>
                <a:gd name="T35" fmla="*/ 1111 h 68"/>
                <a:gd name="T36" fmla="*/ 887 w 373"/>
                <a:gd name="T37" fmla="*/ 1210 h 68"/>
                <a:gd name="T38" fmla="*/ 637 w 373"/>
                <a:gd name="T39" fmla="*/ 1073 h 68"/>
                <a:gd name="T40" fmla="*/ 417 w 373"/>
                <a:gd name="T41" fmla="*/ 1052 h 68"/>
                <a:gd name="T42" fmla="*/ 62 w 373"/>
                <a:gd name="T43" fmla="*/ 1132 h 6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73" h="68">
                  <a:moveTo>
                    <a:pt x="1" y="59"/>
                  </a:moveTo>
                  <a:cubicBezTo>
                    <a:pt x="0" y="47"/>
                    <a:pt x="23" y="34"/>
                    <a:pt x="34" y="32"/>
                  </a:cubicBezTo>
                  <a:cubicBezTo>
                    <a:pt x="49" y="31"/>
                    <a:pt x="66" y="36"/>
                    <a:pt x="81" y="33"/>
                  </a:cubicBezTo>
                  <a:cubicBezTo>
                    <a:pt x="87" y="32"/>
                    <a:pt x="93" y="29"/>
                    <a:pt x="99" y="28"/>
                  </a:cubicBezTo>
                  <a:cubicBezTo>
                    <a:pt x="106" y="28"/>
                    <a:pt x="113" y="31"/>
                    <a:pt x="120" y="32"/>
                  </a:cubicBezTo>
                  <a:cubicBezTo>
                    <a:pt x="133" y="33"/>
                    <a:pt x="143" y="30"/>
                    <a:pt x="155" y="25"/>
                  </a:cubicBezTo>
                  <a:cubicBezTo>
                    <a:pt x="176" y="17"/>
                    <a:pt x="200" y="22"/>
                    <a:pt x="221" y="13"/>
                  </a:cubicBezTo>
                  <a:cubicBezTo>
                    <a:pt x="227" y="11"/>
                    <a:pt x="230" y="4"/>
                    <a:pt x="235" y="2"/>
                  </a:cubicBezTo>
                  <a:cubicBezTo>
                    <a:pt x="242" y="0"/>
                    <a:pt x="259" y="3"/>
                    <a:pt x="267" y="3"/>
                  </a:cubicBezTo>
                  <a:cubicBezTo>
                    <a:pt x="278" y="2"/>
                    <a:pt x="290" y="4"/>
                    <a:pt x="302" y="3"/>
                  </a:cubicBezTo>
                  <a:cubicBezTo>
                    <a:pt x="327" y="2"/>
                    <a:pt x="357" y="16"/>
                    <a:pt x="373" y="35"/>
                  </a:cubicBezTo>
                  <a:cubicBezTo>
                    <a:pt x="358" y="18"/>
                    <a:pt x="317" y="20"/>
                    <a:pt x="296" y="19"/>
                  </a:cubicBezTo>
                  <a:cubicBezTo>
                    <a:pt x="277" y="19"/>
                    <a:pt x="264" y="23"/>
                    <a:pt x="249" y="34"/>
                  </a:cubicBezTo>
                  <a:cubicBezTo>
                    <a:pt x="234" y="44"/>
                    <a:pt x="224" y="45"/>
                    <a:pt x="206" y="47"/>
                  </a:cubicBezTo>
                  <a:cubicBezTo>
                    <a:pt x="198" y="48"/>
                    <a:pt x="188" y="48"/>
                    <a:pt x="180" y="51"/>
                  </a:cubicBezTo>
                  <a:cubicBezTo>
                    <a:pt x="172" y="53"/>
                    <a:pt x="168" y="60"/>
                    <a:pt x="161" y="62"/>
                  </a:cubicBezTo>
                  <a:cubicBezTo>
                    <a:pt x="147" y="68"/>
                    <a:pt x="123" y="64"/>
                    <a:pt x="108" y="63"/>
                  </a:cubicBezTo>
                  <a:cubicBezTo>
                    <a:pt x="98" y="63"/>
                    <a:pt x="88" y="59"/>
                    <a:pt x="77" y="58"/>
                  </a:cubicBezTo>
                  <a:cubicBezTo>
                    <a:pt x="70" y="58"/>
                    <a:pt x="63" y="64"/>
                    <a:pt x="57" y="63"/>
                  </a:cubicBezTo>
                  <a:cubicBezTo>
                    <a:pt x="53" y="63"/>
                    <a:pt x="46" y="57"/>
                    <a:pt x="41" y="56"/>
                  </a:cubicBezTo>
                  <a:cubicBezTo>
                    <a:pt x="36" y="54"/>
                    <a:pt x="32" y="55"/>
                    <a:pt x="27" y="55"/>
                  </a:cubicBezTo>
                  <a:cubicBezTo>
                    <a:pt x="20" y="56"/>
                    <a:pt x="9" y="55"/>
                    <a:pt x="4" y="59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118">
              <a:extLst>
                <a:ext uri="{FF2B5EF4-FFF2-40B4-BE49-F238E27FC236}">
                  <a16:creationId xmlns:a16="http://schemas.microsoft.com/office/drawing/2014/main" id="{0265348C-9CF4-4400-BD9F-24986E2C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155"/>
              <a:ext cx="93" cy="155"/>
            </a:xfrm>
            <a:custGeom>
              <a:avLst/>
              <a:gdLst>
                <a:gd name="T0" fmla="*/ 221 w 37"/>
                <a:gd name="T1" fmla="*/ 115 h 58"/>
                <a:gd name="T2" fmla="*/ 176 w 37"/>
                <a:gd name="T3" fmla="*/ 858 h 58"/>
                <a:gd name="T4" fmla="*/ 588 w 37"/>
                <a:gd name="T5" fmla="*/ 914 h 58"/>
                <a:gd name="T6" fmla="*/ 334 w 37"/>
                <a:gd name="T7" fmla="*/ 572 h 58"/>
                <a:gd name="T8" fmla="*/ 317 w 37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8">
                  <a:moveTo>
                    <a:pt x="14" y="6"/>
                  </a:moveTo>
                  <a:cubicBezTo>
                    <a:pt x="9" y="18"/>
                    <a:pt x="0" y="34"/>
                    <a:pt x="11" y="45"/>
                  </a:cubicBezTo>
                  <a:cubicBezTo>
                    <a:pt x="19" y="54"/>
                    <a:pt x="29" y="58"/>
                    <a:pt x="37" y="48"/>
                  </a:cubicBezTo>
                  <a:cubicBezTo>
                    <a:pt x="26" y="49"/>
                    <a:pt x="13" y="44"/>
                    <a:pt x="21" y="30"/>
                  </a:cubicBezTo>
                  <a:cubicBezTo>
                    <a:pt x="13" y="25"/>
                    <a:pt x="13" y="7"/>
                    <a:pt x="20" y="0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119">
              <a:extLst>
                <a:ext uri="{FF2B5EF4-FFF2-40B4-BE49-F238E27FC236}">
                  <a16:creationId xmlns:a16="http://schemas.microsoft.com/office/drawing/2014/main" id="{C1A30E3E-C663-4F4E-96FE-451D897F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656"/>
              <a:ext cx="315" cy="318"/>
            </a:xfrm>
            <a:custGeom>
              <a:avLst/>
              <a:gdLst>
                <a:gd name="T0" fmla="*/ 675 w 126"/>
                <a:gd name="T1" fmla="*/ 671 h 119"/>
                <a:gd name="T2" fmla="*/ 625 w 126"/>
                <a:gd name="T3" fmla="*/ 842 h 119"/>
                <a:gd name="T4" fmla="*/ 1145 w 126"/>
                <a:gd name="T5" fmla="*/ 914 h 119"/>
                <a:gd name="T6" fmla="*/ 1050 w 126"/>
                <a:gd name="T7" fmla="*/ 1542 h 119"/>
                <a:gd name="T8" fmla="*/ 613 w 126"/>
                <a:gd name="T9" fmla="*/ 1871 h 119"/>
                <a:gd name="T10" fmla="*/ 0 w 126"/>
                <a:gd name="T11" fmla="*/ 2271 h 119"/>
                <a:gd name="T12" fmla="*/ 363 w 126"/>
                <a:gd name="T13" fmla="*/ 2135 h 119"/>
                <a:gd name="T14" fmla="*/ 688 w 126"/>
                <a:gd name="T15" fmla="*/ 2079 h 119"/>
                <a:gd name="T16" fmla="*/ 1000 w 126"/>
                <a:gd name="T17" fmla="*/ 1777 h 119"/>
                <a:gd name="T18" fmla="*/ 1375 w 126"/>
                <a:gd name="T19" fmla="*/ 1470 h 119"/>
                <a:gd name="T20" fmla="*/ 1363 w 126"/>
                <a:gd name="T21" fmla="*/ 1200 h 119"/>
                <a:gd name="T22" fmla="*/ 1458 w 126"/>
                <a:gd name="T23" fmla="*/ 1050 h 119"/>
                <a:gd name="T24" fmla="*/ 1563 w 126"/>
                <a:gd name="T25" fmla="*/ 615 h 119"/>
                <a:gd name="T26" fmla="*/ 1938 w 126"/>
                <a:gd name="T27" fmla="*/ 321 h 119"/>
                <a:gd name="T28" fmla="*/ 1895 w 126"/>
                <a:gd name="T29" fmla="*/ 0 h 1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6" h="119">
                  <a:moveTo>
                    <a:pt x="43" y="35"/>
                  </a:moveTo>
                  <a:cubicBezTo>
                    <a:pt x="41" y="38"/>
                    <a:pt x="40" y="41"/>
                    <a:pt x="40" y="44"/>
                  </a:cubicBezTo>
                  <a:cubicBezTo>
                    <a:pt x="51" y="41"/>
                    <a:pt x="65" y="38"/>
                    <a:pt x="73" y="48"/>
                  </a:cubicBezTo>
                  <a:cubicBezTo>
                    <a:pt x="80" y="57"/>
                    <a:pt x="74" y="74"/>
                    <a:pt x="67" y="81"/>
                  </a:cubicBezTo>
                  <a:cubicBezTo>
                    <a:pt x="61" y="88"/>
                    <a:pt x="47" y="94"/>
                    <a:pt x="39" y="98"/>
                  </a:cubicBezTo>
                  <a:cubicBezTo>
                    <a:pt x="26" y="106"/>
                    <a:pt x="12" y="108"/>
                    <a:pt x="0" y="119"/>
                  </a:cubicBezTo>
                  <a:cubicBezTo>
                    <a:pt x="9" y="117"/>
                    <a:pt x="15" y="113"/>
                    <a:pt x="23" y="112"/>
                  </a:cubicBezTo>
                  <a:cubicBezTo>
                    <a:pt x="30" y="111"/>
                    <a:pt x="37" y="112"/>
                    <a:pt x="44" y="109"/>
                  </a:cubicBezTo>
                  <a:cubicBezTo>
                    <a:pt x="53" y="106"/>
                    <a:pt x="57" y="98"/>
                    <a:pt x="64" y="93"/>
                  </a:cubicBezTo>
                  <a:cubicBezTo>
                    <a:pt x="73" y="88"/>
                    <a:pt x="85" y="89"/>
                    <a:pt x="88" y="77"/>
                  </a:cubicBezTo>
                  <a:cubicBezTo>
                    <a:pt x="89" y="73"/>
                    <a:pt x="86" y="68"/>
                    <a:pt x="87" y="63"/>
                  </a:cubicBezTo>
                  <a:cubicBezTo>
                    <a:pt x="88" y="60"/>
                    <a:pt x="92" y="58"/>
                    <a:pt x="93" y="55"/>
                  </a:cubicBezTo>
                  <a:cubicBezTo>
                    <a:pt x="96" y="47"/>
                    <a:pt x="92" y="40"/>
                    <a:pt x="100" y="32"/>
                  </a:cubicBezTo>
                  <a:cubicBezTo>
                    <a:pt x="107" y="26"/>
                    <a:pt x="120" y="27"/>
                    <a:pt x="124" y="17"/>
                  </a:cubicBezTo>
                  <a:cubicBezTo>
                    <a:pt x="126" y="12"/>
                    <a:pt x="126" y="3"/>
                    <a:pt x="121" y="0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120">
              <a:extLst>
                <a:ext uri="{FF2B5EF4-FFF2-40B4-BE49-F238E27FC236}">
                  <a16:creationId xmlns:a16="http://schemas.microsoft.com/office/drawing/2014/main" id="{CC305356-1FEF-4355-9E4E-076DA3A4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822"/>
              <a:ext cx="185" cy="306"/>
            </a:xfrm>
            <a:custGeom>
              <a:avLst/>
              <a:gdLst>
                <a:gd name="T0" fmla="*/ 20 w 74"/>
                <a:gd name="T1" fmla="*/ 0 h 115"/>
                <a:gd name="T2" fmla="*/ 395 w 74"/>
                <a:gd name="T3" fmla="*/ 532 h 115"/>
                <a:gd name="T4" fmla="*/ 863 w 74"/>
                <a:gd name="T5" fmla="*/ 963 h 115"/>
                <a:gd name="T6" fmla="*/ 1125 w 74"/>
                <a:gd name="T7" fmla="*/ 1429 h 115"/>
                <a:gd name="T8" fmla="*/ 938 w 74"/>
                <a:gd name="T9" fmla="*/ 2166 h 115"/>
                <a:gd name="T10" fmla="*/ 970 w 74"/>
                <a:gd name="T11" fmla="*/ 1791 h 115"/>
                <a:gd name="T12" fmla="*/ 958 w 74"/>
                <a:gd name="T13" fmla="*/ 1620 h 115"/>
                <a:gd name="T14" fmla="*/ 845 w 74"/>
                <a:gd name="T15" fmla="*/ 1543 h 115"/>
                <a:gd name="T16" fmla="*/ 813 w 74"/>
                <a:gd name="T17" fmla="*/ 1283 h 115"/>
                <a:gd name="T18" fmla="*/ 583 w 74"/>
                <a:gd name="T19" fmla="*/ 1134 h 115"/>
                <a:gd name="T20" fmla="*/ 458 w 74"/>
                <a:gd name="T21" fmla="*/ 865 h 115"/>
                <a:gd name="T22" fmla="*/ 270 w 74"/>
                <a:gd name="T23" fmla="*/ 636 h 115"/>
                <a:gd name="T24" fmla="*/ 83 w 74"/>
                <a:gd name="T25" fmla="*/ 396 h 115"/>
                <a:gd name="T26" fmla="*/ 0 w 74"/>
                <a:gd name="T27" fmla="*/ 77 h 1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115">
                  <a:moveTo>
                    <a:pt x="1" y="0"/>
                  </a:moveTo>
                  <a:cubicBezTo>
                    <a:pt x="8" y="13"/>
                    <a:pt x="14" y="18"/>
                    <a:pt x="25" y="28"/>
                  </a:cubicBezTo>
                  <a:cubicBezTo>
                    <a:pt x="34" y="37"/>
                    <a:pt x="46" y="42"/>
                    <a:pt x="55" y="51"/>
                  </a:cubicBezTo>
                  <a:cubicBezTo>
                    <a:pt x="62" y="59"/>
                    <a:pt x="71" y="66"/>
                    <a:pt x="72" y="76"/>
                  </a:cubicBezTo>
                  <a:cubicBezTo>
                    <a:pt x="74" y="86"/>
                    <a:pt x="71" y="111"/>
                    <a:pt x="60" y="115"/>
                  </a:cubicBezTo>
                  <a:cubicBezTo>
                    <a:pt x="64" y="109"/>
                    <a:pt x="63" y="102"/>
                    <a:pt x="62" y="95"/>
                  </a:cubicBezTo>
                  <a:cubicBezTo>
                    <a:pt x="62" y="92"/>
                    <a:pt x="63" y="89"/>
                    <a:pt x="61" y="86"/>
                  </a:cubicBezTo>
                  <a:cubicBezTo>
                    <a:pt x="60" y="84"/>
                    <a:pt x="55" y="84"/>
                    <a:pt x="54" y="82"/>
                  </a:cubicBezTo>
                  <a:cubicBezTo>
                    <a:pt x="52" y="78"/>
                    <a:pt x="55" y="73"/>
                    <a:pt x="52" y="68"/>
                  </a:cubicBezTo>
                  <a:cubicBezTo>
                    <a:pt x="50" y="64"/>
                    <a:pt x="40" y="63"/>
                    <a:pt x="37" y="60"/>
                  </a:cubicBezTo>
                  <a:cubicBezTo>
                    <a:pt x="33" y="56"/>
                    <a:pt x="32" y="51"/>
                    <a:pt x="29" y="46"/>
                  </a:cubicBezTo>
                  <a:cubicBezTo>
                    <a:pt x="26" y="40"/>
                    <a:pt x="22" y="39"/>
                    <a:pt x="17" y="34"/>
                  </a:cubicBezTo>
                  <a:cubicBezTo>
                    <a:pt x="14" y="31"/>
                    <a:pt x="7" y="25"/>
                    <a:pt x="5" y="21"/>
                  </a:cubicBezTo>
                  <a:cubicBezTo>
                    <a:pt x="3" y="15"/>
                    <a:pt x="7" y="8"/>
                    <a:pt x="0" y="4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121">
              <a:extLst>
                <a:ext uri="{FF2B5EF4-FFF2-40B4-BE49-F238E27FC236}">
                  <a16:creationId xmlns:a16="http://schemas.microsoft.com/office/drawing/2014/main" id="{6514C619-F480-477B-B4F6-C2D5C19E7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3219"/>
              <a:ext cx="465" cy="144"/>
            </a:xfrm>
            <a:custGeom>
              <a:avLst/>
              <a:gdLst>
                <a:gd name="T0" fmla="*/ 0 w 186"/>
                <a:gd name="T1" fmla="*/ 1024 h 54"/>
                <a:gd name="T2" fmla="*/ 595 w 186"/>
                <a:gd name="T3" fmla="*/ 435 h 54"/>
                <a:gd name="T4" fmla="*/ 1363 w 186"/>
                <a:gd name="T5" fmla="*/ 205 h 54"/>
                <a:gd name="T6" fmla="*/ 1708 w 186"/>
                <a:gd name="T7" fmla="*/ 171 h 54"/>
                <a:gd name="T8" fmla="*/ 2083 w 186"/>
                <a:gd name="T9" fmla="*/ 136 h 54"/>
                <a:gd name="T10" fmla="*/ 2220 w 186"/>
                <a:gd name="T11" fmla="*/ 35 h 54"/>
                <a:gd name="T12" fmla="*/ 2500 w 186"/>
                <a:gd name="T13" fmla="*/ 35 h 54"/>
                <a:gd name="T14" fmla="*/ 2908 w 186"/>
                <a:gd name="T15" fmla="*/ 285 h 54"/>
                <a:gd name="T16" fmla="*/ 2145 w 186"/>
                <a:gd name="T17" fmla="*/ 320 h 54"/>
                <a:gd name="T18" fmla="*/ 1533 w 186"/>
                <a:gd name="T19" fmla="*/ 512 h 54"/>
                <a:gd name="T20" fmla="*/ 1050 w 186"/>
                <a:gd name="T21" fmla="*/ 477 h 54"/>
                <a:gd name="T22" fmla="*/ 688 w 186"/>
                <a:gd name="T23" fmla="*/ 512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6" h="54">
                  <a:moveTo>
                    <a:pt x="0" y="54"/>
                  </a:moveTo>
                  <a:cubicBezTo>
                    <a:pt x="13" y="45"/>
                    <a:pt x="25" y="32"/>
                    <a:pt x="38" y="23"/>
                  </a:cubicBezTo>
                  <a:cubicBezTo>
                    <a:pt x="54" y="12"/>
                    <a:pt x="68" y="12"/>
                    <a:pt x="87" y="11"/>
                  </a:cubicBezTo>
                  <a:cubicBezTo>
                    <a:pt x="94" y="11"/>
                    <a:pt x="102" y="11"/>
                    <a:pt x="109" y="9"/>
                  </a:cubicBezTo>
                  <a:cubicBezTo>
                    <a:pt x="117" y="8"/>
                    <a:pt x="126" y="9"/>
                    <a:pt x="133" y="7"/>
                  </a:cubicBezTo>
                  <a:cubicBezTo>
                    <a:pt x="137" y="6"/>
                    <a:pt x="139" y="3"/>
                    <a:pt x="142" y="2"/>
                  </a:cubicBezTo>
                  <a:cubicBezTo>
                    <a:pt x="148" y="0"/>
                    <a:pt x="155" y="2"/>
                    <a:pt x="160" y="2"/>
                  </a:cubicBezTo>
                  <a:cubicBezTo>
                    <a:pt x="169" y="3"/>
                    <a:pt x="183" y="5"/>
                    <a:pt x="186" y="15"/>
                  </a:cubicBezTo>
                  <a:cubicBezTo>
                    <a:pt x="179" y="9"/>
                    <a:pt x="139" y="4"/>
                    <a:pt x="137" y="17"/>
                  </a:cubicBezTo>
                  <a:cubicBezTo>
                    <a:pt x="129" y="19"/>
                    <a:pt x="98" y="14"/>
                    <a:pt x="98" y="27"/>
                  </a:cubicBezTo>
                  <a:cubicBezTo>
                    <a:pt x="88" y="28"/>
                    <a:pt x="77" y="25"/>
                    <a:pt x="67" y="25"/>
                  </a:cubicBezTo>
                  <a:cubicBezTo>
                    <a:pt x="61" y="26"/>
                    <a:pt x="49" y="23"/>
                    <a:pt x="44" y="27"/>
                  </a:cubicBezTo>
                </a:path>
              </a:pathLst>
            </a:custGeom>
            <a:solidFill>
              <a:srgbClr val="D5A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122">
              <a:extLst>
                <a:ext uri="{FF2B5EF4-FFF2-40B4-BE49-F238E27FC236}">
                  <a16:creationId xmlns:a16="http://schemas.microsoft.com/office/drawing/2014/main" id="{FCA9535C-A21F-4785-A99E-A7A8AF4B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160"/>
              <a:ext cx="460" cy="222"/>
            </a:xfrm>
            <a:custGeom>
              <a:avLst/>
              <a:gdLst>
                <a:gd name="T0" fmla="*/ 0 w 184"/>
                <a:gd name="T1" fmla="*/ 0 h 83"/>
                <a:gd name="T2" fmla="*/ 750 w 184"/>
                <a:gd name="T3" fmla="*/ 171 h 83"/>
                <a:gd name="T4" fmla="*/ 1563 w 184"/>
                <a:gd name="T5" fmla="*/ 559 h 83"/>
                <a:gd name="T6" fmla="*/ 2238 w 184"/>
                <a:gd name="T7" fmla="*/ 974 h 83"/>
                <a:gd name="T8" fmla="*/ 2563 w 184"/>
                <a:gd name="T9" fmla="*/ 1324 h 83"/>
                <a:gd name="T10" fmla="*/ 2875 w 184"/>
                <a:gd name="T11" fmla="*/ 1530 h 83"/>
                <a:gd name="T12" fmla="*/ 2125 w 184"/>
                <a:gd name="T13" fmla="*/ 1222 h 83"/>
                <a:gd name="T14" fmla="*/ 1520 w 184"/>
                <a:gd name="T15" fmla="*/ 709 h 83"/>
                <a:gd name="T16" fmla="*/ 1113 w 184"/>
                <a:gd name="T17" fmla="*/ 594 h 83"/>
                <a:gd name="T18" fmla="*/ 675 w 184"/>
                <a:gd name="T19" fmla="*/ 380 h 83"/>
                <a:gd name="T20" fmla="*/ 238 w 184"/>
                <a:gd name="T21" fmla="*/ 56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4" h="83">
                  <a:moveTo>
                    <a:pt x="0" y="0"/>
                  </a:moveTo>
                  <a:cubicBezTo>
                    <a:pt x="18" y="1"/>
                    <a:pt x="30" y="3"/>
                    <a:pt x="48" y="9"/>
                  </a:cubicBezTo>
                  <a:cubicBezTo>
                    <a:pt x="66" y="16"/>
                    <a:pt x="83" y="22"/>
                    <a:pt x="100" y="29"/>
                  </a:cubicBezTo>
                  <a:cubicBezTo>
                    <a:pt x="117" y="36"/>
                    <a:pt x="130" y="37"/>
                    <a:pt x="143" y="51"/>
                  </a:cubicBezTo>
                  <a:cubicBezTo>
                    <a:pt x="150" y="58"/>
                    <a:pt x="155" y="65"/>
                    <a:pt x="164" y="69"/>
                  </a:cubicBezTo>
                  <a:cubicBezTo>
                    <a:pt x="170" y="73"/>
                    <a:pt x="180" y="74"/>
                    <a:pt x="184" y="80"/>
                  </a:cubicBezTo>
                  <a:cubicBezTo>
                    <a:pt x="172" y="83"/>
                    <a:pt x="148" y="69"/>
                    <a:pt x="136" y="64"/>
                  </a:cubicBezTo>
                  <a:cubicBezTo>
                    <a:pt x="122" y="57"/>
                    <a:pt x="111" y="43"/>
                    <a:pt x="97" y="37"/>
                  </a:cubicBezTo>
                  <a:cubicBezTo>
                    <a:pt x="89" y="34"/>
                    <a:pt x="79" y="34"/>
                    <a:pt x="71" y="31"/>
                  </a:cubicBezTo>
                  <a:cubicBezTo>
                    <a:pt x="61" y="29"/>
                    <a:pt x="52" y="24"/>
                    <a:pt x="43" y="20"/>
                  </a:cubicBezTo>
                  <a:cubicBezTo>
                    <a:pt x="35" y="17"/>
                    <a:pt x="15" y="14"/>
                    <a:pt x="15" y="3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123">
              <a:extLst>
                <a:ext uri="{FF2B5EF4-FFF2-40B4-BE49-F238E27FC236}">
                  <a16:creationId xmlns:a16="http://schemas.microsoft.com/office/drawing/2014/main" id="{E11F95B8-BB07-4006-8C99-18DEA12E9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171"/>
              <a:ext cx="1035" cy="360"/>
            </a:xfrm>
            <a:custGeom>
              <a:avLst/>
              <a:gdLst>
                <a:gd name="T0" fmla="*/ 63 w 414"/>
                <a:gd name="T1" fmla="*/ 0 h 135"/>
                <a:gd name="T2" fmla="*/ 83 w 414"/>
                <a:gd name="T3" fmla="*/ 419 h 135"/>
                <a:gd name="T4" fmla="*/ 175 w 414"/>
                <a:gd name="T5" fmla="*/ 739 h 135"/>
                <a:gd name="T6" fmla="*/ 750 w 414"/>
                <a:gd name="T7" fmla="*/ 1195 h 135"/>
                <a:gd name="T8" fmla="*/ 1938 w 414"/>
                <a:gd name="T9" fmla="*/ 1685 h 135"/>
                <a:gd name="T10" fmla="*/ 3363 w 414"/>
                <a:gd name="T11" fmla="*/ 2483 h 135"/>
                <a:gd name="T12" fmla="*/ 5000 w 414"/>
                <a:gd name="T13" fmla="*/ 2333 h 135"/>
                <a:gd name="T14" fmla="*/ 5783 w 414"/>
                <a:gd name="T15" fmla="*/ 2027 h 135"/>
                <a:gd name="T16" fmla="*/ 6470 w 414"/>
                <a:gd name="T17" fmla="*/ 1651 h 135"/>
                <a:gd name="T18" fmla="*/ 6020 w 414"/>
                <a:gd name="T19" fmla="*/ 1592 h 135"/>
                <a:gd name="T20" fmla="*/ 5595 w 414"/>
                <a:gd name="T21" fmla="*/ 1443 h 135"/>
                <a:gd name="T22" fmla="*/ 4908 w 414"/>
                <a:gd name="T23" fmla="*/ 1592 h 135"/>
                <a:gd name="T24" fmla="*/ 4033 w 414"/>
                <a:gd name="T25" fmla="*/ 1387 h 135"/>
                <a:gd name="T26" fmla="*/ 3645 w 414"/>
                <a:gd name="T27" fmla="*/ 1288 h 135"/>
                <a:gd name="T28" fmla="*/ 3250 w 414"/>
                <a:gd name="T29" fmla="*/ 989 h 135"/>
                <a:gd name="T30" fmla="*/ 3770 w 414"/>
                <a:gd name="T31" fmla="*/ 1613 h 135"/>
                <a:gd name="T32" fmla="*/ 4175 w 414"/>
                <a:gd name="T33" fmla="*/ 1856 h 135"/>
                <a:gd name="T34" fmla="*/ 4175 w 414"/>
                <a:gd name="T35" fmla="*/ 2240 h 135"/>
                <a:gd name="T36" fmla="*/ 3395 w 414"/>
                <a:gd name="T37" fmla="*/ 2240 h 135"/>
                <a:gd name="T38" fmla="*/ 2645 w 414"/>
                <a:gd name="T39" fmla="*/ 1971 h 135"/>
                <a:gd name="T40" fmla="*/ 2313 w 414"/>
                <a:gd name="T41" fmla="*/ 1741 h 135"/>
                <a:gd name="T42" fmla="*/ 2033 w 414"/>
                <a:gd name="T43" fmla="*/ 1459 h 135"/>
                <a:gd name="T44" fmla="*/ 1095 w 414"/>
                <a:gd name="T45" fmla="*/ 1139 h 135"/>
                <a:gd name="T46" fmla="*/ 270 w 414"/>
                <a:gd name="T47" fmla="*/ 568 h 135"/>
                <a:gd name="T48" fmla="*/ 83 w 414"/>
                <a:gd name="T49" fmla="*/ 93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14" h="135">
                  <a:moveTo>
                    <a:pt x="4" y="0"/>
                  </a:moveTo>
                  <a:cubicBezTo>
                    <a:pt x="6" y="7"/>
                    <a:pt x="4" y="15"/>
                    <a:pt x="5" y="22"/>
                  </a:cubicBezTo>
                  <a:cubicBezTo>
                    <a:pt x="7" y="29"/>
                    <a:pt x="7" y="34"/>
                    <a:pt x="11" y="39"/>
                  </a:cubicBezTo>
                  <a:cubicBezTo>
                    <a:pt x="20" y="51"/>
                    <a:pt x="36" y="58"/>
                    <a:pt x="48" y="63"/>
                  </a:cubicBezTo>
                  <a:cubicBezTo>
                    <a:pt x="73" y="75"/>
                    <a:pt x="100" y="75"/>
                    <a:pt x="124" y="89"/>
                  </a:cubicBezTo>
                  <a:cubicBezTo>
                    <a:pt x="153" y="107"/>
                    <a:pt x="180" y="128"/>
                    <a:pt x="215" y="131"/>
                  </a:cubicBezTo>
                  <a:cubicBezTo>
                    <a:pt x="250" y="135"/>
                    <a:pt x="286" y="132"/>
                    <a:pt x="320" y="123"/>
                  </a:cubicBezTo>
                  <a:cubicBezTo>
                    <a:pt x="337" y="119"/>
                    <a:pt x="353" y="111"/>
                    <a:pt x="370" y="107"/>
                  </a:cubicBezTo>
                  <a:cubicBezTo>
                    <a:pt x="382" y="103"/>
                    <a:pt x="408" y="99"/>
                    <a:pt x="414" y="87"/>
                  </a:cubicBezTo>
                  <a:cubicBezTo>
                    <a:pt x="402" y="86"/>
                    <a:pt x="397" y="88"/>
                    <a:pt x="385" y="84"/>
                  </a:cubicBezTo>
                  <a:cubicBezTo>
                    <a:pt x="378" y="81"/>
                    <a:pt x="366" y="76"/>
                    <a:pt x="358" y="76"/>
                  </a:cubicBezTo>
                  <a:cubicBezTo>
                    <a:pt x="344" y="75"/>
                    <a:pt x="330" y="84"/>
                    <a:pt x="314" y="84"/>
                  </a:cubicBezTo>
                  <a:cubicBezTo>
                    <a:pt x="295" y="84"/>
                    <a:pt x="277" y="75"/>
                    <a:pt x="258" y="73"/>
                  </a:cubicBezTo>
                  <a:cubicBezTo>
                    <a:pt x="248" y="72"/>
                    <a:pt x="243" y="72"/>
                    <a:pt x="233" y="68"/>
                  </a:cubicBezTo>
                  <a:cubicBezTo>
                    <a:pt x="224" y="64"/>
                    <a:pt x="217" y="56"/>
                    <a:pt x="208" y="52"/>
                  </a:cubicBezTo>
                  <a:cubicBezTo>
                    <a:pt x="218" y="67"/>
                    <a:pt x="223" y="80"/>
                    <a:pt x="241" y="85"/>
                  </a:cubicBezTo>
                  <a:cubicBezTo>
                    <a:pt x="251" y="88"/>
                    <a:pt x="261" y="89"/>
                    <a:pt x="267" y="98"/>
                  </a:cubicBezTo>
                  <a:cubicBezTo>
                    <a:pt x="271" y="104"/>
                    <a:pt x="273" y="113"/>
                    <a:pt x="267" y="118"/>
                  </a:cubicBezTo>
                  <a:cubicBezTo>
                    <a:pt x="258" y="125"/>
                    <a:pt x="228" y="120"/>
                    <a:pt x="217" y="118"/>
                  </a:cubicBezTo>
                  <a:cubicBezTo>
                    <a:pt x="201" y="115"/>
                    <a:pt x="182" y="113"/>
                    <a:pt x="169" y="104"/>
                  </a:cubicBezTo>
                  <a:cubicBezTo>
                    <a:pt x="162" y="99"/>
                    <a:pt x="155" y="96"/>
                    <a:pt x="148" y="92"/>
                  </a:cubicBezTo>
                  <a:cubicBezTo>
                    <a:pt x="142" y="87"/>
                    <a:pt x="137" y="81"/>
                    <a:pt x="130" y="77"/>
                  </a:cubicBezTo>
                  <a:cubicBezTo>
                    <a:pt x="112" y="68"/>
                    <a:pt x="90" y="65"/>
                    <a:pt x="70" y="60"/>
                  </a:cubicBezTo>
                  <a:cubicBezTo>
                    <a:pt x="48" y="55"/>
                    <a:pt x="32" y="46"/>
                    <a:pt x="17" y="30"/>
                  </a:cubicBezTo>
                  <a:cubicBezTo>
                    <a:pt x="11" y="24"/>
                    <a:pt x="0" y="15"/>
                    <a:pt x="5" y="5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124">
              <a:extLst>
                <a:ext uri="{FF2B5EF4-FFF2-40B4-BE49-F238E27FC236}">
                  <a16:creationId xmlns:a16="http://schemas.microsoft.com/office/drawing/2014/main" id="{5520CE71-8280-44EB-B213-A8EA3A47B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086"/>
              <a:ext cx="360" cy="130"/>
            </a:xfrm>
            <a:custGeom>
              <a:avLst/>
              <a:gdLst>
                <a:gd name="T0" fmla="*/ 250 w 144"/>
                <a:gd name="T1" fmla="*/ 170 h 49"/>
                <a:gd name="T2" fmla="*/ 313 w 144"/>
                <a:gd name="T3" fmla="*/ 677 h 49"/>
                <a:gd name="T4" fmla="*/ 458 w 144"/>
                <a:gd name="T5" fmla="*/ 353 h 49"/>
                <a:gd name="T6" fmla="*/ 783 w 144"/>
                <a:gd name="T7" fmla="*/ 294 h 49"/>
                <a:gd name="T8" fmla="*/ 1425 w 144"/>
                <a:gd name="T9" fmla="*/ 451 h 49"/>
                <a:gd name="T10" fmla="*/ 1938 w 144"/>
                <a:gd name="T11" fmla="*/ 578 h 49"/>
                <a:gd name="T12" fmla="*/ 2250 w 144"/>
                <a:gd name="T13" fmla="*/ 618 h 49"/>
                <a:gd name="T14" fmla="*/ 1908 w 144"/>
                <a:gd name="T15" fmla="*/ 486 h 49"/>
                <a:gd name="T16" fmla="*/ 1645 w 144"/>
                <a:gd name="T17" fmla="*/ 395 h 49"/>
                <a:gd name="T18" fmla="*/ 1250 w 144"/>
                <a:gd name="T19" fmla="*/ 133 h 49"/>
                <a:gd name="T20" fmla="*/ 800 w 144"/>
                <a:gd name="T21" fmla="*/ 133 h 49"/>
                <a:gd name="T22" fmla="*/ 238 w 144"/>
                <a:gd name="T23" fmla="*/ 77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49">
                  <a:moveTo>
                    <a:pt x="16" y="9"/>
                  </a:moveTo>
                  <a:cubicBezTo>
                    <a:pt x="10" y="17"/>
                    <a:pt x="0" y="49"/>
                    <a:pt x="20" y="36"/>
                  </a:cubicBezTo>
                  <a:cubicBezTo>
                    <a:pt x="28" y="32"/>
                    <a:pt x="25" y="25"/>
                    <a:pt x="29" y="19"/>
                  </a:cubicBezTo>
                  <a:cubicBezTo>
                    <a:pt x="34" y="13"/>
                    <a:pt x="43" y="15"/>
                    <a:pt x="50" y="16"/>
                  </a:cubicBezTo>
                  <a:cubicBezTo>
                    <a:pt x="64" y="19"/>
                    <a:pt x="78" y="20"/>
                    <a:pt x="91" y="24"/>
                  </a:cubicBezTo>
                  <a:cubicBezTo>
                    <a:pt x="102" y="27"/>
                    <a:pt x="113" y="31"/>
                    <a:pt x="124" y="31"/>
                  </a:cubicBezTo>
                  <a:cubicBezTo>
                    <a:pt x="131" y="31"/>
                    <a:pt x="137" y="30"/>
                    <a:pt x="144" y="33"/>
                  </a:cubicBezTo>
                  <a:cubicBezTo>
                    <a:pt x="137" y="34"/>
                    <a:pt x="129" y="28"/>
                    <a:pt x="122" y="26"/>
                  </a:cubicBezTo>
                  <a:cubicBezTo>
                    <a:pt x="116" y="25"/>
                    <a:pt x="110" y="23"/>
                    <a:pt x="105" y="21"/>
                  </a:cubicBezTo>
                  <a:cubicBezTo>
                    <a:pt x="96" y="18"/>
                    <a:pt x="89" y="10"/>
                    <a:pt x="80" y="7"/>
                  </a:cubicBezTo>
                  <a:cubicBezTo>
                    <a:pt x="71" y="5"/>
                    <a:pt x="61" y="9"/>
                    <a:pt x="51" y="7"/>
                  </a:cubicBezTo>
                  <a:cubicBezTo>
                    <a:pt x="39" y="5"/>
                    <a:pt x="26" y="0"/>
                    <a:pt x="15" y="4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125">
              <a:extLst>
                <a:ext uri="{FF2B5EF4-FFF2-40B4-BE49-F238E27FC236}">
                  <a16:creationId xmlns:a16="http://schemas.microsoft.com/office/drawing/2014/main" id="{6D8445BC-C7F9-459F-8AE0-ECEBEA3E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747"/>
              <a:ext cx="268" cy="269"/>
            </a:xfrm>
            <a:custGeom>
              <a:avLst/>
              <a:gdLst>
                <a:gd name="T0" fmla="*/ 125 w 107"/>
                <a:gd name="T1" fmla="*/ 1476 h 101"/>
                <a:gd name="T2" fmla="*/ 0 w 107"/>
                <a:gd name="T3" fmla="*/ 1795 h 101"/>
                <a:gd name="T4" fmla="*/ 346 w 107"/>
                <a:gd name="T5" fmla="*/ 1907 h 101"/>
                <a:gd name="T6" fmla="*/ 301 w 107"/>
                <a:gd name="T7" fmla="*/ 1625 h 101"/>
                <a:gd name="T8" fmla="*/ 1097 w 107"/>
                <a:gd name="T9" fmla="*/ 1036 h 101"/>
                <a:gd name="T10" fmla="*/ 1430 w 107"/>
                <a:gd name="T11" fmla="*/ 226 h 101"/>
                <a:gd name="T12" fmla="*/ 929 w 107"/>
                <a:gd name="T13" fmla="*/ 602 h 101"/>
                <a:gd name="T14" fmla="*/ 596 w 107"/>
                <a:gd name="T15" fmla="*/ 908 h 101"/>
                <a:gd name="T16" fmla="*/ 145 w 107"/>
                <a:gd name="T17" fmla="*/ 1489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101">
                  <a:moveTo>
                    <a:pt x="8" y="78"/>
                  </a:moveTo>
                  <a:cubicBezTo>
                    <a:pt x="5" y="84"/>
                    <a:pt x="5" y="90"/>
                    <a:pt x="0" y="95"/>
                  </a:cubicBezTo>
                  <a:cubicBezTo>
                    <a:pt x="4" y="100"/>
                    <a:pt x="16" y="100"/>
                    <a:pt x="22" y="101"/>
                  </a:cubicBezTo>
                  <a:cubicBezTo>
                    <a:pt x="20" y="95"/>
                    <a:pt x="17" y="90"/>
                    <a:pt x="19" y="86"/>
                  </a:cubicBezTo>
                  <a:cubicBezTo>
                    <a:pt x="25" y="69"/>
                    <a:pt x="56" y="62"/>
                    <a:pt x="70" y="55"/>
                  </a:cubicBezTo>
                  <a:cubicBezTo>
                    <a:pt x="82" y="48"/>
                    <a:pt x="107" y="26"/>
                    <a:pt x="91" y="12"/>
                  </a:cubicBezTo>
                  <a:cubicBezTo>
                    <a:pt x="78" y="0"/>
                    <a:pt x="63" y="23"/>
                    <a:pt x="59" y="32"/>
                  </a:cubicBezTo>
                  <a:cubicBezTo>
                    <a:pt x="55" y="40"/>
                    <a:pt x="46" y="44"/>
                    <a:pt x="38" y="48"/>
                  </a:cubicBezTo>
                  <a:cubicBezTo>
                    <a:pt x="25" y="56"/>
                    <a:pt x="13" y="64"/>
                    <a:pt x="9" y="79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126">
              <a:extLst>
                <a:ext uri="{FF2B5EF4-FFF2-40B4-BE49-F238E27FC236}">
                  <a16:creationId xmlns:a16="http://schemas.microsoft.com/office/drawing/2014/main" id="{EBBA3F05-FF93-410C-AED6-B0EF0D589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864"/>
              <a:ext cx="568" cy="134"/>
            </a:xfrm>
            <a:custGeom>
              <a:avLst/>
              <a:gdLst>
                <a:gd name="T0" fmla="*/ 0 w 227"/>
                <a:gd name="T1" fmla="*/ 868 h 50"/>
                <a:gd name="T2" fmla="*/ 863 w 227"/>
                <a:gd name="T3" fmla="*/ 539 h 50"/>
                <a:gd name="T4" fmla="*/ 1804 w 227"/>
                <a:gd name="T5" fmla="*/ 445 h 50"/>
                <a:gd name="T6" fmla="*/ 2192 w 227"/>
                <a:gd name="T7" fmla="*/ 308 h 50"/>
                <a:gd name="T8" fmla="*/ 2692 w 227"/>
                <a:gd name="T9" fmla="*/ 193 h 50"/>
                <a:gd name="T10" fmla="*/ 2850 w 227"/>
                <a:gd name="T11" fmla="*/ 35 h 50"/>
                <a:gd name="T12" fmla="*/ 3225 w 227"/>
                <a:gd name="T13" fmla="*/ 0 h 50"/>
                <a:gd name="T14" fmla="*/ 3556 w 227"/>
                <a:gd name="T15" fmla="*/ 209 h 50"/>
                <a:gd name="T16" fmla="*/ 3150 w 227"/>
                <a:gd name="T17" fmla="*/ 252 h 50"/>
                <a:gd name="T18" fmla="*/ 2835 w 227"/>
                <a:gd name="T19" fmla="*/ 482 h 50"/>
                <a:gd name="T20" fmla="*/ 1992 w 227"/>
                <a:gd name="T21" fmla="*/ 632 h 50"/>
                <a:gd name="T22" fmla="*/ 1554 w 227"/>
                <a:gd name="T23" fmla="*/ 812 h 50"/>
                <a:gd name="T24" fmla="*/ 1239 w 227"/>
                <a:gd name="T25" fmla="*/ 769 h 50"/>
                <a:gd name="T26" fmla="*/ 783 w 227"/>
                <a:gd name="T27" fmla="*/ 791 h 50"/>
                <a:gd name="T28" fmla="*/ 83 w 227"/>
                <a:gd name="T29" fmla="*/ 847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50">
                  <a:moveTo>
                    <a:pt x="0" y="45"/>
                  </a:moveTo>
                  <a:cubicBezTo>
                    <a:pt x="21" y="44"/>
                    <a:pt x="36" y="29"/>
                    <a:pt x="55" y="28"/>
                  </a:cubicBezTo>
                  <a:cubicBezTo>
                    <a:pt x="75" y="27"/>
                    <a:pt x="96" y="29"/>
                    <a:pt x="115" y="23"/>
                  </a:cubicBezTo>
                  <a:cubicBezTo>
                    <a:pt x="123" y="20"/>
                    <a:pt x="131" y="17"/>
                    <a:pt x="140" y="16"/>
                  </a:cubicBezTo>
                  <a:cubicBezTo>
                    <a:pt x="150" y="14"/>
                    <a:pt x="163" y="16"/>
                    <a:pt x="172" y="10"/>
                  </a:cubicBezTo>
                  <a:cubicBezTo>
                    <a:pt x="176" y="8"/>
                    <a:pt x="178" y="4"/>
                    <a:pt x="182" y="2"/>
                  </a:cubicBezTo>
                  <a:cubicBezTo>
                    <a:pt x="189" y="0"/>
                    <a:pt x="199" y="0"/>
                    <a:pt x="206" y="0"/>
                  </a:cubicBezTo>
                  <a:cubicBezTo>
                    <a:pt x="213" y="1"/>
                    <a:pt x="223" y="5"/>
                    <a:pt x="227" y="11"/>
                  </a:cubicBezTo>
                  <a:cubicBezTo>
                    <a:pt x="216" y="10"/>
                    <a:pt x="210" y="9"/>
                    <a:pt x="201" y="13"/>
                  </a:cubicBezTo>
                  <a:cubicBezTo>
                    <a:pt x="194" y="16"/>
                    <a:pt x="190" y="22"/>
                    <a:pt x="181" y="25"/>
                  </a:cubicBezTo>
                  <a:cubicBezTo>
                    <a:pt x="162" y="31"/>
                    <a:pt x="147" y="28"/>
                    <a:pt x="127" y="33"/>
                  </a:cubicBezTo>
                  <a:cubicBezTo>
                    <a:pt x="119" y="35"/>
                    <a:pt x="107" y="41"/>
                    <a:pt x="99" y="42"/>
                  </a:cubicBezTo>
                  <a:cubicBezTo>
                    <a:pt x="92" y="43"/>
                    <a:pt x="85" y="41"/>
                    <a:pt x="79" y="40"/>
                  </a:cubicBezTo>
                  <a:cubicBezTo>
                    <a:pt x="70" y="37"/>
                    <a:pt x="60" y="39"/>
                    <a:pt x="50" y="41"/>
                  </a:cubicBezTo>
                  <a:cubicBezTo>
                    <a:pt x="39" y="44"/>
                    <a:pt x="15" y="50"/>
                    <a:pt x="5" y="44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127">
              <a:extLst>
                <a:ext uri="{FF2B5EF4-FFF2-40B4-BE49-F238E27FC236}">
                  <a16:creationId xmlns:a16="http://schemas.microsoft.com/office/drawing/2014/main" id="{73700C21-1AE0-46B7-952B-B295EB04A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987"/>
              <a:ext cx="368" cy="243"/>
            </a:xfrm>
            <a:custGeom>
              <a:avLst/>
              <a:gdLst>
                <a:gd name="T0" fmla="*/ 438 w 147"/>
                <a:gd name="T1" fmla="*/ 435 h 91"/>
                <a:gd name="T2" fmla="*/ 676 w 147"/>
                <a:gd name="T3" fmla="*/ 1276 h 91"/>
                <a:gd name="T4" fmla="*/ 596 w 147"/>
                <a:gd name="T5" fmla="*/ 1584 h 91"/>
                <a:gd name="T6" fmla="*/ 929 w 147"/>
                <a:gd name="T7" fmla="*/ 1584 h 91"/>
                <a:gd name="T8" fmla="*/ 1397 w 147"/>
                <a:gd name="T9" fmla="*/ 1541 h 91"/>
                <a:gd name="T10" fmla="*/ 1805 w 147"/>
                <a:gd name="T11" fmla="*/ 1413 h 91"/>
                <a:gd name="T12" fmla="*/ 2150 w 147"/>
                <a:gd name="T13" fmla="*/ 1370 h 91"/>
                <a:gd name="T14" fmla="*/ 2306 w 147"/>
                <a:gd name="T15" fmla="*/ 1127 h 91"/>
                <a:gd name="T16" fmla="*/ 1034 w 147"/>
                <a:gd name="T17" fmla="*/ 1199 h 91"/>
                <a:gd name="T18" fmla="*/ 909 w 147"/>
                <a:gd name="T19" fmla="*/ 798 h 91"/>
                <a:gd name="T20" fmla="*/ 676 w 147"/>
                <a:gd name="T21" fmla="*/ 435 h 91"/>
                <a:gd name="T22" fmla="*/ 250 w 147"/>
                <a:gd name="T23" fmla="*/ 93 h 91"/>
                <a:gd name="T24" fmla="*/ 0 w 147"/>
                <a:gd name="T25" fmla="*/ 0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91">
                  <a:moveTo>
                    <a:pt x="28" y="23"/>
                  </a:moveTo>
                  <a:cubicBezTo>
                    <a:pt x="37" y="37"/>
                    <a:pt x="44" y="50"/>
                    <a:pt x="43" y="67"/>
                  </a:cubicBezTo>
                  <a:cubicBezTo>
                    <a:pt x="43" y="69"/>
                    <a:pt x="38" y="83"/>
                    <a:pt x="38" y="83"/>
                  </a:cubicBezTo>
                  <a:cubicBezTo>
                    <a:pt x="41" y="91"/>
                    <a:pt x="53" y="85"/>
                    <a:pt x="59" y="83"/>
                  </a:cubicBezTo>
                  <a:cubicBezTo>
                    <a:pt x="68" y="81"/>
                    <a:pt x="79" y="81"/>
                    <a:pt x="89" y="81"/>
                  </a:cubicBezTo>
                  <a:cubicBezTo>
                    <a:pt x="100" y="81"/>
                    <a:pt x="105" y="78"/>
                    <a:pt x="115" y="74"/>
                  </a:cubicBezTo>
                  <a:cubicBezTo>
                    <a:pt x="123" y="72"/>
                    <a:pt x="130" y="74"/>
                    <a:pt x="137" y="72"/>
                  </a:cubicBezTo>
                  <a:cubicBezTo>
                    <a:pt x="147" y="70"/>
                    <a:pt x="142" y="68"/>
                    <a:pt x="147" y="59"/>
                  </a:cubicBezTo>
                  <a:cubicBezTo>
                    <a:pt x="127" y="67"/>
                    <a:pt x="86" y="79"/>
                    <a:pt x="66" y="63"/>
                  </a:cubicBezTo>
                  <a:cubicBezTo>
                    <a:pt x="60" y="58"/>
                    <a:pt x="61" y="49"/>
                    <a:pt x="58" y="42"/>
                  </a:cubicBezTo>
                  <a:cubicBezTo>
                    <a:pt x="55" y="34"/>
                    <a:pt x="49" y="29"/>
                    <a:pt x="43" y="23"/>
                  </a:cubicBezTo>
                  <a:cubicBezTo>
                    <a:pt x="35" y="15"/>
                    <a:pt x="28" y="8"/>
                    <a:pt x="16" y="5"/>
                  </a:cubicBezTo>
                  <a:cubicBezTo>
                    <a:pt x="11" y="3"/>
                    <a:pt x="3" y="4"/>
                    <a:pt x="0" y="0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128">
              <a:extLst>
                <a:ext uri="{FF2B5EF4-FFF2-40B4-BE49-F238E27FC236}">
                  <a16:creationId xmlns:a16="http://schemas.microsoft.com/office/drawing/2014/main" id="{C1F89E9A-0D68-4A78-BD7A-CEC3F801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035"/>
              <a:ext cx="425" cy="363"/>
            </a:xfrm>
            <a:custGeom>
              <a:avLst/>
              <a:gdLst>
                <a:gd name="T0" fmla="*/ 2208 w 170"/>
                <a:gd name="T1" fmla="*/ 0 h 136"/>
                <a:gd name="T2" fmla="*/ 2595 w 170"/>
                <a:gd name="T3" fmla="*/ 1004 h 136"/>
                <a:gd name="T4" fmla="*/ 1938 w 170"/>
                <a:gd name="T5" fmla="*/ 2053 h 136"/>
                <a:gd name="T6" fmla="*/ 1208 w 170"/>
                <a:gd name="T7" fmla="*/ 2493 h 136"/>
                <a:gd name="T8" fmla="*/ 595 w 170"/>
                <a:gd name="T9" fmla="*/ 2301 h 136"/>
                <a:gd name="T10" fmla="*/ 0 w 170"/>
                <a:gd name="T11" fmla="*/ 2357 h 136"/>
                <a:gd name="T12" fmla="*/ 800 w 170"/>
                <a:gd name="T13" fmla="*/ 2037 h 136"/>
                <a:gd name="T14" fmla="*/ 1300 w 170"/>
                <a:gd name="T15" fmla="*/ 2095 h 136"/>
                <a:gd name="T16" fmla="*/ 1750 w 170"/>
                <a:gd name="T17" fmla="*/ 1866 h 136"/>
                <a:gd name="T18" fmla="*/ 1925 w 170"/>
                <a:gd name="T19" fmla="*/ 1409 h 136"/>
                <a:gd name="T20" fmla="*/ 2208 w 170"/>
                <a:gd name="T21" fmla="*/ 913 h 136"/>
                <a:gd name="T22" fmla="*/ 2188 w 170"/>
                <a:gd name="T23" fmla="*/ 35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136">
                  <a:moveTo>
                    <a:pt x="141" y="0"/>
                  </a:moveTo>
                  <a:cubicBezTo>
                    <a:pt x="159" y="10"/>
                    <a:pt x="170" y="33"/>
                    <a:pt x="166" y="53"/>
                  </a:cubicBezTo>
                  <a:cubicBezTo>
                    <a:pt x="161" y="78"/>
                    <a:pt x="140" y="92"/>
                    <a:pt x="124" y="108"/>
                  </a:cubicBezTo>
                  <a:cubicBezTo>
                    <a:pt x="109" y="123"/>
                    <a:pt x="99" y="136"/>
                    <a:pt x="77" y="131"/>
                  </a:cubicBezTo>
                  <a:cubicBezTo>
                    <a:pt x="63" y="129"/>
                    <a:pt x="51" y="124"/>
                    <a:pt x="38" y="121"/>
                  </a:cubicBezTo>
                  <a:cubicBezTo>
                    <a:pt x="24" y="118"/>
                    <a:pt x="14" y="123"/>
                    <a:pt x="0" y="124"/>
                  </a:cubicBezTo>
                  <a:cubicBezTo>
                    <a:pt x="0" y="110"/>
                    <a:pt x="41" y="107"/>
                    <a:pt x="51" y="107"/>
                  </a:cubicBezTo>
                  <a:cubicBezTo>
                    <a:pt x="63" y="108"/>
                    <a:pt x="71" y="113"/>
                    <a:pt x="83" y="110"/>
                  </a:cubicBezTo>
                  <a:cubicBezTo>
                    <a:pt x="92" y="108"/>
                    <a:pt x="105" y="105"/>
                    <a:pt x="112" y="98"/>
                  </a:cubicBezTo>
                  <a:cubicBezTo>
                    <a:pt x="118" y="92"/>
                    <a:pt x="120" y="82"/>
                    <a:pt x="123" y="74"/>
                  </a:cubicBezTo>
                  <a:cubicBezTo>
                    <a:pt x="127" y="63"/>
                    <a:pt x="136" y="58"/>
                    <a:pt x="141" y="48"/>
                  </a:cubicBezTo>
                  <a:cubicBezTo>
                    <a:pt x="146" y="40"/>
                    <a:pt x="150" y="7"/>
                    <a:pt x="140" y="2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129">
              <a:extLst>
                <a:ext uri="{FF2B5EF4-FFF2-40B4-BE49-F238E27FC236}">
                  <a16:creationId xmlns:a16="http://schemas.microsoft.com/office/drawing/2014/main" id="{A851C46E-DFD8-4243-BC27-5888E8EE2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496"/>
              <a:ext cx="550" cy="230"/>
            </a:xfrm>
            <a:custGeom>
              <a:avLst/>
              <a:gdLst>
                <a:gd name="T0" fmla="*/ 0 w 220"/>
                <a:gd name="T1" fmla="*/ 1645 h 86"/>
                <a:gd name="T2" fmla="*/ 408 w 220"/>
                <a:gd name="T3" fmla="*/ 1265 h 86"/>
                <a:gd name="T4" fmla="*/ 770 w 220"/>
                <a:gd name="T5" fmla="*/ 1072 h 86"/>
                <a:gd name="T6" fmla="*/ 1533 w 220"/>
                <a:gd name="T7" fmla="*/ 401 h 86"/>
                <a:gd name="T8" fmla="*/ 2488 w 220"/>
                <a:gd name="T9" fmla="*/ 150 h 86"/>
                <a:gd name="T10" fmla="*/ 2938 w 220"/>
                <a:gd name="T11" fmla="*/ 0 h 86"/>
                <a:gd name="T12" fmla="*/ 3438 w 220"/>
                <a:gd name="T13" fmla="*/ 21 h 86"/>
                <a:gd name="T14" fmla="*/ 2345 w 220"/>
                <a:gd name="T15" fmla="*/ 380 h 86"/>
                <a:gd name="T16" fmla="*/ 1550 w 220"/>
                <a:gd name="T17" fmla="*/ 628 h 86"/>
                <a:gd name="T18" fmla="*/ 925 w 220"/>
                <a:gd name="T19" fmla="*/ 1145 h 86"/>
                <a:gd name="T20" fmla="*/ 250 w 220"/>
                <a:gd name="T21" fmla="*/ 1417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0" h="86">
                  <a:moveTo>
                    <a:pt x="0" y="86"/>
                  </a:moveTo>
                  <a:cubicBezTo>
                    <a:pt x="9" y="79"/>
                    <a:pt x="16" y="70"/>
                    <a:pt x="26" y="66"/>
                  </a:cubicBezTo>
                  <a:cubicBezTo>
                    <a:pt x="34" y="62"/>
                    <a:pt x="42" y="61"/>
                    <a:pt x="49" y="56"/>
                  </a:cubicBezTo>
                  <a:cubicBezTo>
                    <a:pt x="66" y="45"/>
                    <a:pt x="78" y="29"/>
                    <a:pt x="98" y="21"/>
                  </a:cubicBezTo>
                  <a:cubicBezTo>
                    <a:pt x="118" y="14"/>
                    <a:pt x="139" y="15"/>
                    <a:pt x="159" y="8"/>
                  </a:cubicBezTo>
                  <a:cubicBezTo>
                    <a:pt x="170" y="5"/>
                    <a:pt x="176" y="1"/>
                    <a:pt x="188" y="0"/>
                  </a:cubicBezTo>
                  <a:cubicBezTo>
                    <a:pt x="199" y="0"/>
                    <a:pt x="209" y="2"/>
                    <a:pt x="220" y="1"/>
                  </a:cubicBezTo>
                  <a:cubicBezTo>
                    <a:pt x="196" y="3"/>
                    <a:pt x="173" y="14"/>
                    <a:pt x="150" y="20"/>
                  </a:cubicBezTo>
                  <a:cubicBezTo>
                    <a:pt x="133" y="25"/>
                    <a:pt x="116" y="25"/>
                    <a:pt x="99" y="33"/>
                  </a:cubicBezTo>
                  <a:cubicBezTo>
                    <a:pt x="84" y="40"/>
                    <a:pt x="72" y="50"/>
                    <a:pt x="59" y="60"/>
                  </a:cubicBezTo>
                  <a:cubicBezTo>
                    <a:pt x="47" y="70"/>
                    <a:pt x="31" y="72"/>
                    <a:pt x="16" y="74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130">
              <a:extLst>
                <a:ext uri="{FF2B5EF4-FFF2-40B4-BE49-F238E27FC236}">
                  <a16:creationId xmlns:a16="http://schemas.microsoft.com/office/drawing/2014/main" id="{721BBFAD-3B04-4F99-A1EA-1703F53FC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904"/>
              <a:ext cx="538" cy="112"/>
            </a:xfrm>
            <a:custGeom>
              <a:avLst/>
              <a:gdLst>
                <a:gd name="T0" fmla="*/ 33 w 215"/>
                <a:gd name="T1" fmla="*/ 683 h 42"/>
                <a:gd name="T2" fmla="*/ 520 w 215"/>
                <a:gd name="T3" fmla="*/ 512 h 42"/>
                <a:gd name="T4" fmla="*/ 988 w 215"/>
                <a:gd name="T5" fmla="*/ 456 h 42"/>
                <a:gd name="T6" fmla="*/ 1742 w 215"/>
                <a:gd name="T7" fmla="*/ 192 h 42"/>
                <a:gd name="T8" fmla="*/ 2535 w 215"/>
                <a:gd name="T9" fmla="*/ 93 h 42"/>
                <a:gd name="T10" fmla="*/ 3368 w 215"/>
                <a:gd name="T11" fmla="*/ 264 h 42"/>
                <a:gd name="T12" fmla="*/ 2222 w 215"/>
                <a:gd name="T13" fmla="*/ 205 h 42"/>
                <a:gd name="T14" fmla="*/ 1459 w 215"/>
                <a:gd name="T15" fmla="*/ 533 h 42"/>
                <a:gd name="T16" fmla="*/ 596 w 215"/>
                <a:gd name="T17" fmla="*/ 717 h 42"/>
                <a:gd name="T18" fmla="*/ 0 w 215"/>
                <a:gd name="T19" fmla="*/ 661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42">
                  <a:moveTo>
                    <a:pt x="2" y="36"/>
                  </a:moveTo>
                  <a:cubicBezTo>
                    <a:pt x="14" y="37"/>
                    <a:pt x="22" y="31"/>
                    <a:pt x="33" y="27"/>
                  </a:cubicBezTo>
                  <a:cubicBezTo>
                    <a:pt x="43" y="24"/>
                    <a:pt x="52" y="25"/>
                    <a:pt x="63" y="24"/>
                  </a:cubicBezTo>
                  <a:cubicBezTo>
                    <a:pt x="82" y="23"/>
                    <a:pt x="95" y="20"/>
                    <a:pt x="111" y="10"/>
                  </a:cubicBezTo>
                  <a:cubicBezTo>
                    <a:pt x="127" y="1"/>
                    <a:pt x="145" y="5"/>
                    <a:pt x="162" y="5"/>
                  </a:cubicBezTo>
                  <a:cubicBezTo>
                    <a:pt x="180" y="5"/>
                    <a:pt x="199" y="0"/>
                    <a:pt x="215" y="14"/>
                  </a:cubicBezTo>
                  <a:cubicBezTo>
                    <a:pt x="194" y="5"/>
                    <a:pt x="164" y="11"/>
                    <a:pt x="142" y="11"/>
                  </a:cubicBezTo>
                  <a:cubicBezTo>
                    <a:pt x="124" y="12"/>
                    <a:pt x="110" y="23"/>
                    <a:pt x="93" y="28"/>
                  </a:cubicBezTo>
                  <a:cubicBezTo>
                    <a:pt x="75" y="34"/>
                    <a:pt x="56" y="35"/>
                    <a:pt x="38" y="38"/>
                  </a:cubicBezTo>
                  <a:cubicBezTo>
                    <a:pt x="27" y="40"/>
                    <a:pt x="10" y="42"/>
                    <a:pt x="0" y="35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131">
              <a:extLst>
                <a:ext uri="{FF2B5EF4-FFF2-40B4-BE49-F238E27FC236}">
                  <a16:creationId xmlns:a16="http://schemas.microsoft.com/office/drawing/2014/main" id="{30B6E326-D8B1-4F42-8D2D-8D17C797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912"/>
              <a:ext cx="105" cy="107"/>
            </a:xfrm>
            <a:custGeom>
              <a:avLst/>
              <a:gdLst>
                <a:gd name="T0" fmla="*/ 63 w 42"/>
                <a:gd name="T1" fmla="*/ 0 h 40"/>
                <a:gd name="T2" fmla="*/ 658 w 42"/>
                <a:gd name="T3" fmla="*/ 765 h 40"/>
                <a:gd name="T4" fmla="*/ 345 w 42"/>
                <a:gd name="T5" fmla="*/ 342 h 40"/>
                <a:gd name="T6" fmla="*/ 158 w 42"/>
                <a:gd name="T7" fmla="*/ 230 h 40"/>
                <a:gd name="T8" fmla="*/ 0 w 4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0">
                  <a:moveTo>
                    <a:pt x="4" y="0"/>
                  </a:moveTo>
                  <a:cubicBezTo>
                    <a:pt x="21" y="8"/>
                    <a:pt x="39" y="21"/>
                    <a:pt x="42" y="40"/>
                  </a:cubicBezTo>
                  <a:cubicBezTo>
                    <a:pt x="36" y="33"/>
                    <a:pt x="30" y="23"/>
                    <a:pt x="22" y="18"/>
                  </a:cubicBezTo>
                  <a:cubicBezTo>
                    <a:pt x="18" y="15"/>
                    <a:pt x="14" y="15"/>
                    <a:pt x="10" y="12"/>
                  </a:cubicBezTo>
                  <a:cubicBezTo>
                    <a:pt x="6" y="8"/>
                    <a:pt x="6" y="3"/>
                    <a:pt x="0" y="0"/>
                  </a:cubicBezTo>
                </a:path>
              </a:pathLst>
            </a:custGeom>
            <a:solidFill>
              <a:srgbClr val="FC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132">
              <a:extLst>
                <a:ext uri="{FF2B5EF4-FFF2-40B4-BE49-F238E27FC236}">
                  <a16:creationId xmlns:a16="http://schemas.microsoft.com/office/drawing/2014/main" id="{AE2EBA80-1232-4FEB-9A80-F349F3ED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648"/>
              <a:ext cx="93" cy="59"/>
            </a:xfrm>
            <a:custGeom>
              <a:avLst/>
              <a:gdLst>
                <a:gd name="T0" fmla="*/ 50 w 37"/>
                <a:gd name="T1" fmla="*/ 231 h 22"/>
                <a:gd name="T2" fmla="*/ 33 w 37"/>
                <a:gd name="T3" fmla="*/ 424 h 22"/>
                <a:gd name="T4" fmla="*/ 304 w 37"/>
                <a:gd name="T5" fmla="*/ 193 h 22"/>
                <a:gd name="T6" fmla="*/ 493 w 37"/>
                <a:gd name="T7" fmla="*/ 231 h 22"/>
                <a:gd name="T8" fmla="*/ 475 w 37"/>
                <a:gd name="T9" fmla="*/ 80 h 22"/>
                <a:gd name="T10" fmla="*/ 588 w 37"/>
                <a:gd name="T11" fmla="*/ 35 h 22"/>
                <a:gd name="T12" fmla="*/ 475 w 37"/>
                <a:gd name="T13" fmla="*/ 0 h 22"/>
                <a:gd name="T14" fmla="*/ 397 w 37"/>
                <a:gd name="T15" fmla="*/ 8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2">
                  <a:moveTo>
                    <a:pt x="3" y="12"/>
                  </a:moveTo>
                  <a:cubicBezTo>
                    <a:pt x="0" y="13"/>
                    <a:pt x="1" y="20"/>
                    <a:pt x="2" y="22"/>
                  </a:cubicBezTo>
                  <a:cubicBezTo>
                    <a:pt x="5" y="16"/>
                    <a:pt x="12" y="12"/>
                    <a:pt x="19" y="10"/>
                  </a:cubicBezTo>
                  <a:cubicBezTo>
                    <a:pt x="23" y="9"/>
                    <a:pt x="26" y="11"/>
                    <a:pt x="31" y="12"/>
                  </a:cubicBezTo>
                  <a:cubicBezTo>
                    <a:pt x="27" y="11"/>
                    <a:pt x="28" y="6"/>
                    <a:pt x="30" y="4"/>
                  </a:cubicBezTo>
                  <a:cubicBezTo>
                    <a:pt x="32" y="2"/>
                    <a:pt x="35" y="2"/>
                    <a:pt x="37" y="2"/>
                  </a:cubicBezTo>
                  <a:cubicBezTo>
                    <a:pt x="36" y="1"/>
                    <a:pt x="32" y="0"/>
                    <a:pt x="30" y="0"/>
                  </a:cubicBezTo>
                  <a:cubicBezTo>
                    <a:pt x="27" y="0"/>
                    <a:pt x="27" y="2"/>
                    <a:pt x="25" y="4"/>
                  </a:cubicBezTo>
                </a:path>
              </a:pathLst>
            </a:custGeom>
            <a:solidFill>
              <a:srgbClr val="DE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133">
              <a:extLst>
                <a:ext uri="{FF2B5EF4-FFF2-40B4-BE49-F238E27FC236}">
                  <a16:creationId xmlns:a16="http://schemas.microsoft.com/office/drawing/2014/main" id="{96288BB6-6813-441F-82F9-7C77350D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646"/>
              <a:ext cx="73" cy="45"/>
            </a:xfrm>
            <a:custGeom>
              <a:avLst/>
              <a:gdLst>
                <a:gd name="T0" fmla="*/ 0 w 29"/>
                <a:gd name="T1" fmla="*/ 259 h 17"/>
                <a:gd name="T2" fmla="*/ 430 w 29"/>
                <a:gd name="T3" fmla="*/ 0 h 17"/>
                <a:gd name="T4" fmla="*/ 368 w 29"/>
                <a:gd name="T5" fmla="*/ 225 h 17"/>
                <a:gd name="T6" fmla="*/ 63 w 29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0" y="14"/>
                  </a:moveTo>
                  <a:cubicBezTo>
                    <a:pt x="6" y="2"/>
                    <a:pt x="21" y="10"/>
                    <a:pt x="27" y="0"/>
                  </a:cubicBezTo>
                  <a:cubicBezTo>
                    <a:pt x="26" y="7"/>
                    <a:pt x="29" y="10"/>
                    <a:pt x="23" y="12"/>
                  </a:cubicBezTo>
                  <a:cubicBezTo>
                    <a:pt x="17" y="15"/>
                    <a:pt x="7" y="10"/>
                    <a:pt x="4" y="17"/>
                  </a:cubicBezTo>
                </a:path>
              </a:pathLst>
            </a:custGeom>
            <a:solidFill>
              <a:srgbClr val="DE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134">
              <a:extLst>
                <a:ext uri="{FF2B5EF4-FFF2-40B4-BE49-F238E27FC236}">
                  <a16:creationId xmlns:a16="http://schemas.microsoft.com/office/drawing/2014/main" id="{BAD8E086-A173-4C20-A2E0-E42816B46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755"/>
              <a:ext cx="93" cy="35"/>
            </a:xfrm>
            <a:custGeom>
              <a:avLst/>
              <a:gdLst>
                <a:gd name="T0" fmla="*/ 33 w 37"/>
                <a:gd name="T1" fmla="*/ 35 h 13"/>
                <a:gd name="T2" fmla="*/ 317 w 37"/>
                <a:gd name="T3" fmla="*/ 253 h 13"/>
                <a:gd name="T4" fmla="*/ 588 w 37"/>
                <a:gd name="T5" fmla="*/ 116 h 13"/>
                <a:gd name="T6" fmla="*/ 241 w 37"/>
                <a:gd name="T7" fmla="*/ 175 h 13"/>
                <a:gd name="T8" fmla="*/ 0 w 3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3">
                  <a:moveTo>
                    <a:pt x="2" y="2"/>
                  </a:moveTo>
                  <a:cubicBezTo>
                    <a:pt x="4" y="10"/>
                    <a:pt x="12" y="12"/>
                    <a:pt x="20" y="13"/>
                  </a:cubicBezTo>
                  <a:cubicBezTo>
                    <a:pt x="27" y="13"/>
                    <a:pt x="32" y="13"/>
                    <a:pt x="37" y="6"/>
                  </a:cubicBezTo>
                  <a:cubicBezTo>
                    <a:pt x="32" y="12"/>
                    <a:pt x="21" y="11"/>
                    <a:pt x="15" y="9"/>
                  </a:cubicBezTo>
                  <a:cubicBezTo>
                    <a:pt x="9" y="7"/>
                    <a:pt x="5" y="4"/>
                    <a:pt x="0" y="0"/>
                  </a:cubicBezTo>
                </a:path>
              </a:pathLst>
            </a:custGeom>
            <a:solidFill>
              <a:srgbClr val="DE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135">
              <a:extLst>
                <a:ext uri="{FF2B5EF4-FFF2-40B4-BE49-F238E27FC236}">
                  <a16:creationId xmlns:a16="http://schemas.microsoft.com/office/drawing/2014/main" id="{CB61DED0-F4E6-4011-8B7F-10EB720E4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139"/>
              <a:ext cx="218" cy="56"/>
            </a:xfrm>
            <a:custGeom>
              <a:avLst/>
              <a:gdLst>
                <a:gd name="T0" fmla="*/ 113 w 87"/>
                <a:gd name="T1" fmla="*/ 35 h 21"/>
                <a:gd name="T2" fmla="*/ 238 w 87"/>
                <a:gd name="T3" fmla="*/ 0 h 21"/>
                <a:gd name="T4" fmla="*/ 333 w 87"/>
                <a:gd name="T5" fmla="*/ 21 h 21"/>
                <a:gd name="T6" fmla="*/ 471 w 87"/>
                <a:gd name="T7" fmla="*/ 56 h 21"/>
                <a:gd name="T8" fmla="*/ 772 w 87"/>
                <a:gd name="T9" fmla="*/ 248 h 21"/>
                <a:gd name="T10" fmla="*/ 1022 w 87"/>
                <a:gd name="T11" fmla="*/ 341 h 21"/>
                <a:gd name="T12" fmla="*/ 1368 w 87"/>
                <a:gd name="T13" fmla="*/ 363 h 21"/>
                <a:gd name="T14" fmla="*/ 772 w 87"/>
                <a:gd name="T15" fmla="*/ 397 h 21"/>
                <a:gd name="T16" fmla="*/ 376 w 87"/>
                <a:gd name="T17" fmla="*/ 248 h 21"/>
                <a:gd name="T18" fmla="*/ 175 w 87"/>
                <a:gd name="T19" fmla="*/ 149 h 21"/>
                <a:gd name="T20" fmla="*/ 0 w 87"/>
                <a:gd name="T21" fmla="*/ 93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1">
                  <a:moveTo>
                    <a:pt x="7" y="2"/>
                  </a:moveTo>
                  <a:cubicBezTo>
                    <a:pt x="10" y="2"/>
                    <a:pt x="12" y="0"/>
                    <a:pt x="15" y="0"/>
                  </a:cubicBezTo>
                  <a:cubicBezTo>
                    <a:pt x="17" y="1"/>
                    <a:pt x="19" y="1"/>
                    <a:pt x="21" y="1"/>
                  </a:cubicBezTo>
                  <a:cubicBezTo>
                    <a:pt x="24" y="2"/>
                    <a:pt x="27" y="2"/>
                    <a:pt x="30" y="3"/>
                  </a:cubicBezTo>
                  <a:cubicBezTo>
                    <a:pt x="37" y="6"/>
                    <a:pt x="42" y="10"/>
                    <a:pt x="49" y="13"/>
                  </a:cubicBezTo>
                  <a:cubicBezTo>
                    <a:pt x="54" y="15"/>
                    <a:pt x="60" y="17"/>
                    <a:pt x="65" y="18"/>
                  </a:cubicBezTo>
                  <a:cubicBezTo>
                    <a:pt x="72" y="19"/>
                    <a:pt x="80" y="16"/>
                    <a:pt x="87" y="19"/>
                  </a:cubicBezTo>
                  <a:cubicBezTo>
                    <a:pt x="74" y="20"/>
                    <a:pt x="62" y="21"/>
                    <a:pt x="49" y="21"/>
                  </a:cubicBezTo>
                  <a:cubicBezTo>
                    <a:pt x="40" y="21"/>
                    <a:pt x="33" y="15"/>
                    <a:pt x="24" y="13"/>
                  </a:cubicBezTo>
                  <a:cubicBezTo>
                    <a:pt x="20" y="12"/>
                    <a:pt x="16" y="9"/>
                    <a:pt x="11" y="8"/>
                  </a:cubicBezTo>
                  <a:cubicBezTo>
                    <a:pt x="8" y="6"/>
                    <a:pt x="4" y="6"/>
                    <a:pt x="0" y="5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136">
              <a:extLst>
                <a:ext uri="{FF2B5EF4-FFF2-40B4-BE49-F238E27FC236}">
                  <a16:creationId xmlns:a16="http://schemas.microsoft.com/office/drawing/2014/main" id="{A68B67E7-3529-4431-9035-B23AA4150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342"/>
              <a:ext cx="648" cy="213"/>
            </a:xfrm>
            <a:custGeom>
              <a:avLst/>
              <a:gdLst>
                <a:gd name="T0" fmla="*/ 0 w 259"/>
                <a:gd name="T1" fmla="*/ 1227 h 80"/>
                <a:gd name="T2" fmla="*/ 801 w 259"/>
                <a:gd name="T3" fmla="*/ 1134 h 80"/>
                <a:gd name="T4" fmla="*/ 1376 w 259"/>
                <a:gd name="T5" fmla="*/ 1057 h 80"/>
                <a:gd name="T6" fmla="*/ 1941 w 259"/>
                <a:gd name="T7" fmla="*/ 943 h 80"/>
                <a:gd name="T8" fmla="*/ 3097 w 259"/>
                <a:gd name="T9" fmla="*/ 738 h 80"/>
                <a:gd name="T10" fmla="*/ 3618 w 259"/>
                <a:gd name="T11" fmla="*/ 546 h 80"/>
                <a:gd name="T12" fmla="*/ 3976 w 259"/>
                <a:gd name="T13" fmla="*/ 149 h 80"/>
                <a:gd name="T14" fmla="*/ 4056 w 259"/>
                <a:gd name="T15" fmla="*/ 0 h 80"/>
                <a:gd name="T16" fmla="*/ 3743 w 259"/>
                <a:gd name="T17" fmla="*/ 56 h 80"/>
                <a:gd name="T18" fmla="*/ 3538 w 259"/>
                <a:gd name="T19" fmla="*/ 205 h 80"/>
                <a:gd name="T20" fmla="*/ 2897 w 259"/>
                <a:gd name="T21" fmla="*/ 375 h 80"/>
                <a:gd name="T22" fmla="*/ 2692 w 259"/>
                <a:gd name="T23" fmla="*/ 511 h 80"/>
                <a:gd name="T24" fmla="*/ 2379 w 259"/>
                <a:gd name="T25" fmla="*/ 644 h 80"/>
                <a:gd name="T26" fmla="*/ 2004 w 259"/>
                <a:gd name="T27" fmla="*/ 809 h 80"/>
                <a:gd name="T28" fmla="*/ 2397 w 259"/>
                <a:gd name="T29" fmla="*/ 682 h 80"/>
                <a:gd name="T30" fmla="*/ 2972 w 259"/>
                <a:gd name="T31" fmla="*/ 623 h 80"/>
                <a:gd name="T32" fmla="*/ 2534 w 259"/>
                <a:gd name="T33" fmla="*/ 793 h 80"/>
                <a:gd name="T34" fmla="*/ 2004 w 259"/>
                <a:gd name="T35" fmla="*/ 865 h 80"/>
                <a:gd name="T36" fmla="*/ 1251 w 259"/>
                <a:gd name="T37" fmla="*/ 977 h 80"/>
                <a:gd name="T38" fmla="*/ 658 w 259"/>
                <a:gd name="T39" fmla="*/ 1078 h 80"/>
                <a:gd name="T40" fmla="*/ 300 w 259"/>
                <a:gd name="T41" fmla="*/ 1190 h 80"/>
                <a:gd name="T42" fmla="*/ 33 w 259"/>
                <a:gd name="T43" fmla="*/ 1169 h 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9" h="80">
                  <a:moveTo>
                    <a:pt x="0" y="65"/>
                  </a:moveTo>
                  <a:cubicBezTo>
                    <a:pt x="15" y="80"/>
                    <a:pt x="34" y="63"/>
                    <a:pt x="51" y="60"/>
                  </a:cubicBezTo>
                  <a:cubicBezTo>
                    <a:pt x="63" y="58"/>
                    <a:pt x="76" y="58"/>
                    <a:pt x="88" y="56"/>
                  </a:cubicBezTo>
                  <a:cubicBezTo>
                    <a:pt x="100" y="54"/>
                    <a:pt x="112" y="52"/>
                    <a:pt x="124" y="50"/>
                  </a:cubicBezTo>
                  <a:cubicBezTo>
                    <a:pt x="149" y="46"/>
                    <a:pt x="173" y="43"/>
                    <a:pt x="198" y="39"/>
                  </a:cubicBezTo>
                  <a:cubicBezTo>
                    <a:pt x="209" y="37"/>
                    <a:pt x="222" y="37"/>
                    <a:pt x="231" y="29"/>
                  </a:cubicBezTo>
                  <a:cubicBezTo>
                    <a:pt x="239" y="22"/>
                    <a:pt x="247" y="15"/>
                    <a:pt x="254" y="8"/>
                  </a:cubicBezTo>
                  <a:cubicBezTo>
                    <a:pt x="256" y="6"/>
                    <a:pt x="259" y="3"/>
                    <a:pt x="259" y="0"/>
                  </a:cubicBezTo>
                  <a:cubicBezTo>
                    <a:pt x="252" y="3"/>
                    <a:pt x="246" y="2"/>
                    <a:pt x="239" y="3"/>
                  </a:cubicBezTo>
                  <a:cubicBezTo>
                    <a:pt x="233" y="4"/>
                    <a:pt x="231" y="8"/>
                    <a:pt x="226" y="11"/>
                  </a:cubicBezTo>
                  <a:cubicBezTo>
                    <a:pt x="214" y="18"/>
                    <a:pt x="198" y="16"/>
                    <a:pt x="185" y="20"/>
                  </a:cubicBezTo>
                  <a:cubicBezTo>
                    <a:pt x="181" y="22"/>
                    <a:pt x="176" y="24"/>
                    <a:pt x="172" y="27"/>
                  </a:cubicBezTo>
                  <a:cubicBezTo>
                    <a:pt x="166" y="31"/>
                    <a:pt x="159" y="32"/>
                    <a:pt x="152" y="34"/>
                  </a:cubicBezTo>
                  <a:cubicBezTo>
                    <a:pt x="143" y="36"/>
                    <a:pt x="135" y="38"/>
                    <a:pt x="128" y="43"/>
                  </a:cubicBezTo>
                  <a:cubicBezTo>
                    <a:pt x="136" y="40"/>
                    <a:pt x="145" y="39"/>
                    <a:pt x="153" y="36"/>
                  </a:cubicBezTo>
                  <a:cubicBezTo>
                    <a:pt x="161" y="34"/>
                    <a:pt x="183" y="27"/>
                    <a:pt x="190" y="33"/>
                  </a:cubicBezTo>
                  <a:cubicBezTo>
                    <a:pt x="187" y="41"/>
                    <a:pt x="169" y="40"/>
                    <a:pt x="162" y="42"/>
                  </a:cubicBezTo>
                  <a:cubicBezTo>
                    <a:pt x="151" y="44"/>
                    <a:pt x="139" y="44"/>
                    <a:pt x="128" y="46"/>
                  </a:cubicBezTo>
                  <a:cubicBezTo>
                    <a:pt x="112" y="49"/>
                    <a:pt x="96" y="48"/>
                    <a:pt x="80" y="52"/>
                  </a:cubicBezTo>
                  <a:cubicBezTo>
                    <a:pt x="68" y="56"/>
                    <a:pt x="54" y="53"/>
                    <a:pt x="42" y="57"/>
                  </a:cubicBezTo>
                  <a:cubicBezTo>
                    <a:pt x="34" y="61"/>
                    <a:pt x="27" y="62"/>
                    <a:pt x="19" y="63"/>
                  </a:cubicBezTo>
                  <a:cubicBezTo>
                    <a:pt x="12" y="65"/>
                    <a:pt x="8" y="63"/>
                    <a:pt x="2" y="62"/>
                  </a:cubicBezTo>
                </a:path>
              </a:pathLst>
            </a:custGeom>
            <a:solidFill>
              <a:srgbClr val="BA6F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137">
              <a:extLst>
                <a:ext uri="{FF2B5EF4-FFF2-40B4-BE49-F238E27FC236}">
                  <a16:creationId xmlns:a16="http://schemas.microsoft.com/office/drawing/2014/main" id="{6C61D58E-7096-45CC-AB49-5D13F973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246"/>
              <a:ext cx="217" cy="50"/>
            </a:xfrm>
            <a:custGeom>
              <a:avLst/>
              <a:gdLst>
                <a:gd name="T0" fmla="*/ 0 w 87"/>
                <a:gd name="T1" fmla="*/ 347 h 19"/>
                <a:gd name="T2" fmla="*/ 591 w 87"/>
                <a:gd name="T3" fmla="*/ 21 h 19"/>
                <a:gd name="T4" fmla="*/ 945 w 87"/>
                <a:gd name="T5" fmla="*/ 21 h 19"/>
                <a:gd name="T6" fmla="*/ 1349 w 87"/>
                <a:gd name="T7" fmla="*/ 0 h 19"/>
                <a:gd name="T8" fmla="*/ 1008 w 87"/>
                <a:gd name="T9" fmla="*/ 179 h 19"/>
                <a:gd name="T10" fmla="*/ 728 w 87"/>
                <a:gd name="T11" fmla="*/ 179 h 19"/>
                <a:gd name="T12" fmla="*/ 75 w 87"/>
                <a:gd name="T13" fmla="*/ 32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9">
                  <a:moveTo>
                    <a:pt x="0" y="19"/>
                  </a:moveTo>
                  <a:cubicBezTo>
                    <a:pt x="13" y="13"/>
                    <a:pt x="23" y="2"/>
                    <a:pt x="38" y="1"/>
                  </a:cubicBezTo>
                  <a:cubicBezTo>
                    <a:pt x="46" y="1"/>
                    <a:pt x="53" y="2"/>
                    <a:pt x="61" y="1"/>
                  </a:cubicBezTo>
                  <a:cubicBezTo>
                    <a:pt x="69" y="1"/>
                    <a:pt x="78" y="0"/>
                    <a:pt x="87" y="0"/>
                  </a:cubicBezTo>
                  <a:cubicBezTo>
                    <a:pt x="78" y="0"/>
                    <a:pt x="68" y="2"/>
                    <a:pt x="65" y="10"/>
                  </a:cubicBezTo>
                  <a:cubicBezTo>
                    <a:pt x="60" y="5"/>
                    <a:pt x="51" y="7"/>
                    <a:pt x="47" y="10"/>
                  </a:cubicBezTo>
                  <a:cubicBezTo>
                    <a:pt x="36" y="4"/>
                    <a:pt x="17" y="11"/>
                    <a:pt x="5" y="18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138">
              <a:extLst>
                <a:ext uri="{FF2B5EF4-FFF2-40B4-BE49-F238E27FC236}">
                  <a16:creationId xmlns:a16="http://schemas.microsoft.com/office/drawing/2014/main" id="{BE889800-B745-4895-8204-CBEDD121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3131"/>
              <a:ext cx="72" cy="59"/>
            </a:xfrm>
            <a:custGeom>
              <a:avLst/>
              <a:gdLst>
                <a:gd name="T0" fmla="*/ 30 w 29"/>
                <a:gd name="T1" fmla="*/ 94 h 22"/>
                <a:gd name="T2" fmla="*/ 0 w 29"/>
                <a:gd name="T3" fmla="*/ 424 h 22"/>
                <a:gd name="T4" fmla="*/ 228 w 29"/>
                <a:gd name="T5" fmla="*/ 308 h 22"/>
                <a:gd name="T6" fmla="*/ 340 w 29"/>
                <a:gd name="T7" fmla="*/ 215 h 22"/>
                <a:gd name="T8" fmla="*/ 444 w 29"/>
                <a:gd name="T9" fmla="*/ 137 h 22"/>
                <a:gd name="T10" fmla="*/ 228 w 29"/>
                <a:gd name="T11" fmla="*/ 172 h 22"/>
                <a:gd name="T12" fmla="*/ 74 w 29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2">
                  <a:moveTo>
                    <a:pt x="2" y="5"/>
                  </a:moveTo>
                  <a:cubicBezTo>
                    <a:pt x="1" y="11"/>
                    <a:pt x="0" y="16"/>
                    <a:pt x="0" y="22"/>
                  </a:cubicBezTo>
                  <a:cubicBezTo>
                    <a:pt x="5" y="22"/>
                    <a:pt x="11" y="19"/>
                    <a:pt x="15" y="16"/>
                  </a:cubicBezTo>
                  <a:cubicBezTo>
                    <a:pt x="18" y="14"/>
                    <a:pt x="18" y="13"/>
                    <a:pt x="22" y="11"/>
                  </a:cubicBezTo>
                  <a:cubicBezTo>
                    <a:pt x="25" y="10"/>
                    <a:pt x="27" y="10"/>
                    <a:pt x="29" y="7"/>
                  </a:cubicBezTo>
                  <a:cubicBezTo>
                    <a:pt x="25" y="8"/>
                    <a:pt x="20" y="8"/>
                    <a:pt x="15" y="9"/>
                  </a:cubicBezTo>
                  <a:cubicBezTo>
                    <a:pt x="9" y="10"/>
                    <a:pt x="4" y="7"/>
                    <a:pt x="5" y="0"/>
                  </a:cubicBezTo>
                </a:path>
              </a:pathLst>
            </a:custGeom>
            <a:solidFill>
              <a:srgbClr val="BA6F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139">
              <a:extLst>
                <a:ext uri="{FF2B5EF4-FFF2-40B4-BE49-F238E27FC236}">
                  <a16:creationId xmlns:a16="http://schemas.microsoft.com/office/drawing/2014/main" id="{58BB4325-3FA2-4EFC-9383-42AAB2B5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939"/>
              <a:ext cx="552" cy="312"/>
            </a:xfrm>
            <a:custGeom>
              <a:avLst/>
              <a:gdLst>
                <a:gd name="T0" fmla="*/ 0 w 221"/>
                <a:gd name="T1" fmla="*/ 661 h 117"/>
                <a:gd name="T2" fmla="*/ 292 w 221"/>
                <a:gd name="T3" fmla="*/ 704 h 117"/>
                <a:gd name="T4" fmla="*/ 530 w 221"/>
                <a:gd name="T5" fmla="*/ 875 h 117"/>
                <a:gd name="T6" fmla="*/ 887 w 221"/>
                <a:gd name="T7" fmla="*/ 875 h 117"/>
                <a:gd name="T8" fmla="*/ 1529 w 221"/>
                <a:gd name="T9" fmla="*/ 832 h 117"/>
                <a:gd name="T10" fmla="*/ 2528 w 221"/>
                <a:gd name="T11" fmla="*/ 704 h 117"/>
                <a:gd name="T12" fmla="*/ 3057 w 221"/>
                <a:gd name="T13" fmla="*/ 1387 h 117"/>
                <a:gd name="T14" fmla="*/ 2962 w 221"/>
                <a:gd name="T15" fmla="*/ 2219 h 117"/>
                <a:gd name="T16" fmla="*/ 3225 w 221"/>
                <a:gd name="T17" fmla="*/ 1707 h 117"/>
                <a:gd name="T18" fmla="*/ 3369 w 221"/>
                <a:gd name="T19" fmla="*/ 1272 h 117"/>
                <a:gd name="T20" fmla="*/ 3287 w 221"/>
                <a:gd name="T21" fmla="*/ 547 h 117"/>
                <a:gd name="T22" fmla="*/ 2508 w 221"/>
                <a:gd name="T23" fmla="*/ 56 h 117"/>
                <a:gd name="T24" fmla="*/ 2103 w 221"/>
                <a:gd name="T25" fmla="*/ 0 h 117"/>
                <a:gd name="T26" fmla="*/ 1509 w 221"/>
                <a:gd name="T27" fmla="*/ 115 h 117"/>
                <a:gd name="T28" fmla="*/ 200 w 221"/>
                <a:gd name="T29" fmla="*/ 491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1" h="117">
                  <a:moveTo>
                    <a:pt x="0" y="35"/>
                  </a:moveTo>
                  <a:cubicBezTo>
                    <a:pt x="6" y="35"/>
                    <a:pt x="13" y="35"/>
                    <a:pt x="19" y="37"/>
                  </a:cubicBezTo>
                  <a:cubicBezTo>
                    <a:pt x="25" y="39"/>
                    <a:pt x="29" y="44"/>
                    <a:pt x="34" y="46"/>
                  </a:cubicBezTo>
                  <a:cubicBezTo>
                    <a:pt x="42" y="49"/>
                    <a:pt x="50" y="47"/>
                    <a:pt x="57" y="46"/>
                  </a:cubicBezTo>
                  <a:cubicBezTo>
                    <a:pt x="71" y="44"/>
                    <a:pt x="85" y="43"/>
                    <a:pt x="98" y="44"/>
                  </a:cubicBezTo>
                  <a:cubicBezTo>
                    <a:pt x="118" y="45"/>
                    <a:pt x="142" y="29"/>
                    <a:pt x="162" y="37"/>
                  </a:cubicBezTo>
                  <a:cubicBezTo>
                    <a:pt x="176" y="42"/>
                    <a:pt x="193" y="52"/>
                    <a:pt x="196" y="73"/>
                  </a:cubicBezTo>
                  <a:cubicBezTo>
                    <a:pt x="197" y="81"/>
                    <a:pt x="203" y="99"/>
                    <a:pt x="190" y="117"/>
                  </a:cubicBezTo>
                  <a:cubicBezTo>
                    <a:pt x="198" y="117"/>
                    <a:pt x="202" y="103"/>
                    <a:pt x="207" y="90"/>
                  </a:cubicBezTo>
                  <a:cubicBezTo>
                    <a:pt x="210" y="81"/>
                    <a:pt x="216" y="73"/>
                    <a:pt x="216" y="67"/>
                  </a:cubicBezTo>
                  <a:cubicBezTo>
                    <a:pt x="218" y="46"/>
                    <a:pt x="221" y="45"/>
                    <a:pt x="211" y="29"/>
                  </a:cubicBezTo>
                  <a:cubicBezTo>
                    <a:pt x="201" y="14"/>
                    <a:pt x="179" y="7"/>
                    <a:pt x="161" y="3"/>
                  </a:cubicBezTo>
                  <a:cubicBezTo>
                    <a:pt x="153" y="2"/>
                    <a:pt x="143" y="1"/>
                    <a:pt x="135" y="0"/>
                  </a:cubicBezTo>
                  <a:cubicBezTo>
                    <a:pt x="139" y="8"/>
                    <a:pt x="102" y="6"/>
                    <a:pt x="97" y="6"/>
                  </a:cubicBezTo>
                  <a:cubicBezTo>
                    <a:pt x="66" y="4"/>
                    <a:pt x="41" y="16"/>
                    <a:pt x="13" y="26"/>
                  </a:cubicBezTo>
                </a:path>
              </a:pathLst>
            </a:custGeom>
            <a:solidFill>
              <a:srgbClr val="E4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140">
              <a:extLst>
                <a:ext uri="{FF2B5EF4-FFF2-40B4-BE49-F238E27FC236}">
                  <a16:creationId xmlns:a16="http://schemas.microsoft.com/office/drawing/2014/main" id="{47C08F37-E8B4-4D13-9993-2A77C5B68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00"/>
              <a:ext cx="547" cy="174"/>
            </a:xfrm>
            <a:custGeom>
              <a:avLst/>
              <a:gdLst>
                <a:gd name="T0" fmla="*/ 0 w 219"/>
                <a:gd name="T1" fmla="*/ 0 h 65"/>
                <a:gd name="T2" fmla="*/ 375 w 219"/>
                <a:gd name="T3" fmla="*/ 230 h 65"/>
                <a:gd name="T4" fmla="*/ 699 w 219"/>
                <a:gd name="T5" fmla="*/ 517 h 65"/>
                <a:gd name="T6" fmla="*/ 1104 w 219"/>
                <a:gd name="T7" fmla="*/ 803 h 65"/>
                <a:gd name="T8" fmla="*/ 1229 w 219"/>
                <a:gd name="T9" fmla="*/ 940 h 65"/>
                <a:gd name="T10" fmla="*/ 1434 w 219"/>
                <a:gd name="T11" fmla="*/ 1039 h 65"/>
                <a:gd name="T12" fmla="*/ 1883 w 219"/>
                <a:gd name="T13" fmla="*/ 1167 h 65"/>
                <a:gd name="T14" fmla="*/ 2245 w 219"/>
                <a:gd name="T15" fmla="*/ 1247 h 65"/>
                <a:gd name="T16" fmla="*/ 2558 w 219"/>
                <a:gd name="T17" fmla="*/ 1210 h 65"/>
                <a:gd name="T18" fmla="*/ 2807 w 219"/>
                <a:gd name="T19" fmla="*/ 1132 h 65"/>
                <a:gd name="T20" fmla="*/ 3087 w 219"/>
                <a:gd name="T21" fmla="*/ 1132 h 65"/>
                <a:gd name="T22" fmla="*/ 3412 w 219"/>
                <a:gd name="T23" fmla="*/ 881 h 65"/>
                <a:gd name="T24" fmla="*/ 2807 w 219"/>
                <a:gd name="T25" fmla="*/ 859 h 65"/>
                <a:gd name="T26" fmla="*/ 2308 w 219"/>
                <a:gd name="T27" fmla="*/ 961 h 65"/>
                <a:gd name="T28" fmla="*/ 1666 w 219"/>
                <a:gd name="T29" fmla="*/ 902 h 65"/>
                <a:gd name="T30" fmla="*/ 1166 w 219"/>
                <a:gd name="T31" fmla="*/ 766 h 65"/>
                <a:gd name="T32" fmla="*/ 904 w 219"/>
                <a:gd name="T33" fmla="*/ 559 h 65"/>
                <a:gd name="T34" fmla="*/ 717 w 219"/>
                <a:gd name="T35" fmla="*/ 265 h 65"/>
                <a:gd name="T36" fmla="*/ 42 w 219"/>
                <a:gd name="T37" fmla="*/ 21 h 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9" h="65">
                  <a:moveTo>
                    <a:pt x="0" y="0"/>
                  </a:moveTo>
                  <a:cubicBezTo>
                    <a:pt x="8" y="6"/>
                    <a:pt x="14" y="11"/>
                    <a:pt x="24" y="12"/>
                  </a:cubicBezTo>
                  <a:cubicBezTo>
                    <a:pt x="36" y="14"/>
                    <a:pt x="38" y="18"/>
                    <a:pt x="45" y="27"/>
                  </a:cubicBezTo>
                  <a:cubicBezTo>
                    <a:pt x="51" y="36"/>
                    <a:pt x="63" y="37"/>
                    <a:pt x="71" y="42"/>
                  </a:cubicBezTo>
                  <a:cubicBezTo>
                    <a:pt x="74" y="45"/>
                    <a:pt x="76" y="47"/>
                    <a:pt x="79" y="49"/>
                  </a:cubicBezTo>
                  <a:cubicBezTo>
                    <a:pt x="83" y="51"/>
                    <a:pt x="88" y="52"/>
                    <a:pt x="92" y="54"/>
                  </a:cubicBezTo>
                  <a:cubicBezTo>
                    <a:pt x="101" y="57"/>
                    <a:pt x="111" y="58"/>
                    <a:pt x="121" y="61"/>
                  </a:cubicBezTo>
                  <a:cubicBezTo>
                    <a:pt x="128" y="63"/>
                    <a:pt x="136" y="65"/>
                    <a:pt x="144" y="65"/>
                  </a:cubicBezTo>
                  <a:cubicBezTo>
                    <a:pt x="151" y="65"/>
                    <a:pt x="158" y="65"/>
                    <a:pt x="164" y="63"/>
                  </a:cubicBezTo>
                  <a:cubicBezTo>
                    <a:pt x="170" y="61"/>
                    <a:pt x="174" y="59"/>
                    <a:pt x="180" y="59"/>
                  </a:cubicBezTo>
                  <a:cubicBezTo>
                    <a:pt x="183" y="58"/>
                    <a:pt x="193" y="58"/>
                    <a:pt x="198" y="59"/>
                  </a:cubicBezTo>
                  <a:cubicBezTo>
                    <a:pt x="199" y="55"/>
                    <a:pt x="216" y="49"/>
                    <a:pt x="219" y="46"/>
                  </a:cubicBezTo>
                  <a:cubicBezTo>
                    <a:pt x="202" y="40"/>
                    <a:pt x="185" y="44"/>
                    <a:pt x="180" y="45"/>
                  </a:cubicBezTo>
                  <a:cubicBezTo>
                    <a:pt x="169" y="47"/>
                    <a:pt x="158" y="50"/>
                    <a:pt x="148" y="50"/>
                  </a:cubicBezTo>
                  <a:cubicBezTo>
                    <a:pt x="134" y="51"/>
                    <a:pt x="120" y="49"/>
                    <a:pt x="107" y="47"/>
                  </a:cubicBezTo>
                  <a:cubicBezTo>
                    <a:pt x="97" y="46"/>
                    <a:pt x="84" y="45"/>
                    <a:pt x="75" y="40"/>
                  </a:cubicBezTo>
                  <a:cubicBezTo>
                    <a:pt x="69" y="37"/>
                    <a:pt x="63" y="33"/>
                    <a:pt x="58" y="29"/>
                  </a:cubicBezTo>
                  <a:cubicBezTo>
                    <a:pt x="52" y="24"/>
                    <a:pt x="51" y="19"/>
                    <a:pt x="46" y="14"/>
                  </a:cubicBezTo>
                  <a:cubicBezTo>
                    <a:pt x="34" y="2"/>
                    <a:pt x="18" y="5"/>
                    <a:pt x="3" y="1"/>
                  </a:cubicBezTo>
                </a:path>
              </a:pathLst>
            </a:custGeom>
            <a:solidFill>
              <a:srgbClr val="C5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141">
              <a:extLst>
                <a:ext uri="{FF2B5EF4-FFF2-40B4-BE49-F238E27FC236}">
                  <a16:creationId xmlns:a16="http://schemas.microsoft.com/office/drawing/2014/main" id="{6BED2912-30FD-4C56-ADC9-42C1DCF33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670"/>
              <a:ext cx="80" cy="37"/>
            </a:xfrm>
            <a:custGeom>
              <a:avLst/>
              <a:gdLst>
                <a:gd name="T0" fmla="*/ 0 w 32"/>
                <a:gd name="T1" fmla="*/ 259 h 14"/>
                <a:gd name="T2" fmla="*/ 500 w 32"/>
                <a:gd name="T3" fmla="*/ 13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9" y="2"/>
                    <a:pt x="22" y="0"/>
                    <a:pt x="32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142">
              <a:extLst>
                <a:ext uri="{FF2B5EF4-FFF2-40B4-BE49-F238E27FC236}">
                  <a16:creationId xmlns:a16="http://schemas.microsoft.com/office/drawing/2014/main" id="{DCFC4168-90AA-4D33-9C1E-E322F59B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723"/>
              <a:ext cx="40" cy="45"/>
            </a:xfrm>
            <a:custGeom>
              <a:avLst/>
              <a:gdLst>
                <a:gd name="T0" fmla="*/ 113 w 16"/>
                <a:gd name="T1" fmla="*/ 0 h 17"/>
                <a:gd name="T2" fmla="*/ 250 w 1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7" y="0"/>
                  </a:moveTo>
                  <a:cubicBezTo>
                    <a:pt x="0" y="10"/>
                    <a:pt x="5" y="16"/>
                    <a:pt x="16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143">
              <a:extLst>
                <a:ext uri="{FF2B5EF4-FFF2-40B4-BE49-F238E27FC236}">
                  <a16:creationId xmlns:a16="http://schemas.microsoft.com/office/drawing/2014/main" id="{F3DE7BB5-9C60-45E0-A733-D12482CD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888"/>
              <a:ext cx="733" cy="486"/>
            </a:xfrm>
            <a:custGeom>
              <a:avLst/>
              <a:gdLst>
                <a:gd name="T0" fmla="*/ 3725 w 293"/>
                <a:gd name="T1" fmla="*/ 3466 h 182"/>
                <a:gd name="T2" fmla="*/ 2784 w 293"/>
                <a:gd name="T3" fmla="*/ 3031 h 182"/>
                <a:gd name="T4" fmla="*/ 2617 w 293"/>
                <a:gd name="T5" fmla="*/ 2745 h 182"/>
                <a:gd name="T6" fmla="*/ 2459 w 293"/>
                <a:gd name="T7" fmla="*/ 2689 h 182"/>
                <a:gd name="T8" fmla="*/ 2066 w 293"/>
                <a:gd name="T9" fmla="*/ 2304 h 182"/>
                <a:gd name="T10" fmla="*/ 1739 w 293"/>
                <a:gd name="T11" fmla="*/ 2152 h 182"/>
                <a:gd name="T12" fmla="*/ 1096 w 293"/>
                <a:gd name="T13" fmla="*/ 1904 h 182"/>
                <a:gd name="T14" fmla="*/ 520 w 293"/>
                <a:gd name="T15" fmla="*/ 1733 h 182"/>
                <a:gd name="T16" fmla="*/ 375 w 293"/>
                <a:gd name="T17" fmla="*/ 1618 h 182"/>
                <a:gd name="T18" fmla="*/ 208 w 293"/>
                <a:gd name="T19" fmla="*/ 1541 h 182"/>
                <a:gd name="T20" fmla="*/ 125 w 293"/>
                <a:gd name="T21" fmla="*/ 1183 h 182"/>
                <a:gd name="T22" fmla="*/ 395 w 293"/>
                <a:gd name="T23" fmla="*/ 777 h 182"/>
                <a:gd name="T24" fmla="*/ 1083 w 293"/>
                <a:gd name="T25" fmla="*/ 705 h 182"/>
                <a:gd name="T26" fmla="*/ 1659 w 293"/>
                <a:gd name="T27" fmla="*/ 571 h 182"/>
                <a:gd name="T28" fmla="*/ 2209 w 293"/>
                <a:gd name="T29" fmla="*/ 606 h 182"/>
                <a:gd name="T30" fmla="*/ 2629 w 293"/>
                <a:gd name="T31" fmla="*/ 457 h 182"/>
                <a:gd name="T32" fmla="*/ 3535 w 293"/>
                <a:gd name="T33" fmla="*/ 286 h 182"/>
                <a:gd name="T34" fmla="*/ 3993 w 293"/>
                <a:gd name="T35" fmla="*/ 35 h 182"/>
                <a:gd name="T36" fmla="*/ 4588 w 293"/>
                <a:gd name="T37" fmla="*/ 93 h 18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3" h="182">
                  <a:moveTo>
                    <a:pt x="238" y="182"/>
                  </a:moveTo>
                  <a:cubicBezTo>
                    <a:pt x="229" y="181"/>
                    <a:pt x="207" y="182"/>
                    <a:pt x="178" y="159"/>
                  </a:cubicBezTo>
                  <a:cubicBezTo>
                    <a:pt x="171" y="154"/>
                    <a:pt x="173" y="149"/>
                    <a:pt x="167" y="144"/>
                  </a:cubicBezTo>
                  <a:cubicBezTo>
                    <a:pt x="164" y="142"/>
                    <a:pt x="160" y="143"/>
                    <a:pt x="157" y="141"/>
                  </a:cubicBezTo>
                  <a:cubicBezTo>
                    <a:pt x="147" y="136"/>
                    <a:pt x="140" y="129"/>
                    <a:pt x="132" y="121"/>
                  </a:cubicBezTo>
                  <a:cubicBezTo>
                    <a:pt x="125" y="113"/>
                    <a:pt x="123" y="113"/>
                    <a:pt x="111" y="113"/>
                  </a:cubicBezTo>
                  <a:cubicBezTo>
                    <a:pt x="93" y="112"/>
                    <a:pt x="85" y="107"/>
                    <a:pt x="70" y="100"/>
                  </a:cubicBezTo>
                  <a:cubicBezTo>
                    <a:pt x="58" y="94"/>
                    <a:pt x="45" y="96"/>
                    <a:pt x="33" y="91"/>
                  </a:cubicBezTo>
                  <a:cubicBezTo>
                    <a:pt x="30" y="90"/>
                    <a:pt x="27" y="87"/>
                    <a:pt x="24" y="85"/>
                  </a:cubicBezTo>
                  <a:cubicBezTo>
                    <a:pt x="20" y="83"/>
                    <a:pt x="16" y="82"/>
                    <a:pt x="13" y="81"/>
                  </a:cubicBezTo>
                  <a:cubicBezTo>
                    <a:pt x="6" y="77"/>
                    <a:pt x="0" y="72"/>
                    <a:pt x="8" y="62"/>
                  </a:cubicBezTo>
                  <a:cubicBezTo>
                    <a:pt x="12" y="54"/>
                    <a:pt x="16" y="48"/>
                    <a:pt x="25" y="41"/>
                  </a:cubicBezTo>
                  <a:cubicBezTo>
                    <a:pt x="38" y="31"/>
                    <a:pt x="54" y="37"/>
                    <a:pt x="69" y="37"/>
                  </a:cubicBezTo>
                  <a:cubicBezTo>
                    <a:pt x="81" y="38"/>
                    <a:pt x="93" y="31"/>
                    <a:pt x="106" y="30"/>
                  </a:cubicBezTo>
                  <a:cubicBezTo>
                    <a:pt x="118" y="29"/>
                    <a:pt x="129" y="32"/>
                    <a:pt x="141" y="32"/>
                  </a:cubicBezTo>
                  <a:cubicBezTo>
                    <a:pt x="151" y="32"/>
                    <a:pt x="159" y="27"/>
                    <a:pt x="168" y="24"/>
                  </a:cubicBezTo>
                  <a:cubicBezTo>
                    <a:pt x="187" y="19"/>
                    <a:pt x="207" y="22"/>
                    <a:pt x="226" y="15"/>
                  </a:cubicBezTo>
                  <a:cubicBezTo>
                    <a:pt x="237" y="11"/>
                    <a:pt x="243" y="3"/>
                    <a:pt x="255" y="2"/>
                  </a:cubicBezTo>
                  <a:cubicBezTo>
                    <a:pt x="268" y="0"/>
                    <a:pt x="280" y="6"/>
                    <a:pt x="293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144">
              <a:extLst>
                <a:ext uri="{FF2B5EF4-FFF2-40B4-BE49-F238E27FC236}">
                  <a16:creationId xmlns:a16="http://schemas.microsoft.com/office/drawing/2014/main" id="{869B26E0-2A5B-4D7F-A1EB-8DAED2257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000"/>
              <a:ext cx="95" cy="272"/>
            </a:xfrm>
            <a:custGeom>
              <a:avLst/>
              <a:gdLst>
                <a:gd name="T0" fmla="*/ 0 w 38"/>
                <a:gd name="T1" fmla="*/ 0 h 102"/>
                <a:gd name="T2" fmla="*/ 458 w 38"/>
                <a:gd name="T3" fmla="*/ 512 h 102"/>
                <a:gd name="T4" fmla="*/ 583 w 38"/>
                <a:gd name="T5" fmla="*/ 1195 h 102"/>
                <a:gd name="T6" fmla="*/ 300 w 38"/>
                <a:gd name="T7" fmla="*/ 1933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02">
                  <a:moveTo>
                    <a:pt x="0" y="0"/>
                  </a:moveTo>
                  <a:cubicBezTo>
                    <a:pt x="10" y="10"/>
                    <a:pt x="22" y="12"/>
                    <a:pt x="29" y="27"/>
                  </a:cubicBezTo>
                  <a:cubicBezTo>
                    <a:pt x="34" y="37"/>
                    <a:pt x="38" y="52"/>
                    <a:pt x="37" y="63"/>
                  </a:cubicBezTo>
                  <a:cubicBezTo>
                    <a:pt x="35" y="77"/>
                    <a:pt x="28" y="90"/>
                    <a:pt x="19" y="10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145">
              <a:extLst>
                <a:ext uri="{FF2B5EF4-FFF2-40B4-BE49-F238E27FC236}">
                  <a16:creationId xmlns:a16="http://schemas.microsoft.com/office/drawing/2014/main" id="{49D03325-D4F7-424E-9579-90497E94B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606"/>
              <a:ext cx="242" cy="189"/>
            </a:xfrm>
            <a:custGeom>
              <a:avLst/>
              <a:gdLst>
                <a:gd name="T0" fmla="*/ 437 w 97"/>
                <a:gd name="T1" fmla="*/ 1339 h 71"/>
                <a:gd name="T2" fmla="*/ 778 w 97"/>
                <a:gd name="T3" fmla="*/ 1134 h 71"/>
                <a:gd name="T4" fmla="*/ 1257 w 97"/>
                <a:gd name="T5" fmla="*/ 1134 h 71"/>
                <a:gd name="T6" fmla="*/ 1257 w 97"/>
                <a:gd name="T7" fmla="*/ 1113 h 71"/>
                <a:gd name="T8" fmla="*/ 1507 w 97"/>
                <a:gd name="T9" fmla="*/ 623 h 71"/>
                <a:gd name="T10" fmla="*/ 791 w 97"/>
                <a:gd name="T11" fmla="*/ 397 h 71"/>
                <a:gd name="T12" fmla="*/ 105 w 97"/>
                <a:gd name="T13" fmla="*/ 716 h 71"/>
                <a:gd name="T14" fmla="*/ 437 w 97"/>
                <a:gd name="T15" fmla="*/ 1339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71">
                  <a:moveTo>
                    <a:pt x="28" y="71"/>
                  </a:moveTo>
                  <a:cubicBezTo>
                    <a:pt x="49" y="71"/>
                    <a:pt x="44" y="62"/>
                    <a:pt x="50" y="60"/>
                  </a:cubicBezTo>
                  <a:cubicBezTo>
                    <a:pt x="54" y="59"/>
                    <a:pt x="69" y="59"/>
                    <a:pt x="81" y="60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6" y="49"/>
                    <a:pt x="90" y="40"/>
                    <a:pt x="97" y="33"/>
                  </a:cubicBezTo>
                  <a:cubicBezTo>
                    <a:pt x="82" y="31"/>
                    <a:pt x="57" y="26"/>
                    <a:pt x="51" y="21"/>
                  </a:cubicBezTo>
                  <a:cubicBezTo>
                    <a:pt x="30" y="0"/>
                    <a:pt x="0" y="16"/>
                    <a:pt x="7" y="38"/>
                  </a:cubicBezTo>
                  <a:cubicBezTo>
                    <a:pt x="0" y="46"/>
                    <a:pt x="7" y="71"/>
                    <a:pt x="28" y="7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146">
              <a:extLst>
                <a:ext uri="{FF2B5EF4-FFF2-40B4-BE49-F238E27FC236}">
                  <a16:creationId xmlns:a16="http://schemas.microsoft.com/office/drawing/2014/main" id="{DB940C2F-9212-4919-BD53-36D2BC1DD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3198"/>
              <a:ext cx="880" cy="346"/>
            </a:xfrm>
            <a:custGeom>
              <a:avLst/>
              <a:gdLst>
                <a:gd name="T0" fmla="*/ 4283 w 352"/>
                <a:gd name="T1" fmla="*/ 0 h 130"/>
                <a:gd name="T2" fmla="*/ 3875 w 352"/>
                <a:gd name="T3" fmla="*/ 170 h 130"/>
                <a:gd name="T4" fmla="*/ 3363 w 352"/>
                <a:gd name="T5" fmla="*/ 205 h 130"/>
                <a:gd name="T6" fmla="*/ 2438 w 352"/>
                <a:gd name="T7" fmla="*/ 532 h 130"/>
                <a:gd name="T8" fmla="*/ 2438 w 352"/>
                <a:gd name="T9" fmla="*/ 532 h 130"/>
                <a:gd name="T10" fmla="*/ 2113 w 352"/>
                <a:gd name="T11" fmla="*/ 942 h 130"/>
                <a:gd name="T12" fmla="*/ 1250 w 352"/>
                <a:gd name="T13" fmla="*/ 1701 h 130"/>
                <a:gd name="T14" fmla="*/ 0 w 352"/>
                <a:gd name="T15" fmla="*/ 2204 h 130"/>
                <a:gd name="T16" fmla="*/ 63 w 352"/>
                <a:gd name="T17" fmla="*/ 2260 h 130"/>
                <a:gd name="T18" fmla="*/ 313 w 352"/>
                <a:gd name="T19" fmla="*/ 2417 h 130"/>
                <a:gd name="T20" fmla="*/ 800 w 352"/>
                <a:gd name="T21" fmla="*/ 2260 h 130"/>
                <a:gd name="T22" fmla="*/ 1500 w 352"/>
                <a:gd name="T23" fmla="*/ 2145 h 130"/>
                <a:gd name="T24" fmla="*/ 3520 w 352"/>
                <a:gd name="T25" fmla="*/ 1714 h 130"/>
                <a:gd name="T26" fmla="*/ 4845 w 352"/>
                <a:gd name="T27" fmla="*/ 737 h 130"/>
                <a:gd name="T28" fmla="*/ 4283 w 352"/>
                <a:gd name="T29" fmla="*/ 0 h 1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2" h="130">
                  <a:moveTo>
                    <a:pt x="274" y="0"/>
                  </a:moveTo>
                  <a:cubicBezTo>
                    <a:pt x="263" y="0"/>
                    <a:pt x="257" y="5"/>
                    <a:pt x="248" y="9"/>
                  </a:cubicBezTo>
                  <a:cubicBezTo>
                    <a:pt x="237" y="12"/>
                    <a:pt x="226" y="11"/>
                    <a:pt x="215" y="11"/>
                  </a:cubicBezTo>
                  <a:cubicBezTo>
                    <a:pt x="196" y="11"/>
                    <a:pt x="171" y="16"/>
                    <a:pt x="156" y="28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49" y="36"/>
                    <a:pt x="142" y="44"/>
                    <a:pt x="135" y="50"/>
                  </a:cubicBezTo>
                  <a:cubicBezTo>
                    <a:pt x="118" y="64"/>
                    <a:pt x="101" y="80"/>
                    <a:pt x="80" y="90"/>
                  </a:cubicBezTo>
                  <a:cubicBezTo>
                    <a:pt x="55" y="101"/>
                    <a:pt x="28" y="112"/>
                    <a:pt x="0" y="117"/>
                  </a:cubicBezTo>
                  <a:cubicBezTo>
                    <a:pt x="1" y="118"/>
                    <a:pt x="3" y="119"/>
                    <a:pt x="4" y="120"/>
                  </a:cubicBezTo>
                  <a:cubicBezTo>
                    <a:pt x="9" y="123"/>
                    <a:pt x="15" y="127"/>
                    <a:pt x="20" y="128"/>
                  </a:cubicBezTo>
                  <a:cubicBezTo>
                    <a:pt x="32" y="130"/>
                    <a:pt x="41" y="123"/>
                    <a:pt x="51" y="120"/>
                  </a:cubicBezTo>
                  <a:cubicBezTo>
                    <a:pt x="66" y="116"/>
                    <a:pt x="82" y="115"/>
                    <a:pt x="96" y="114"/>
                  </a:cubicBezTo>
                  <a:cubicBezTo>
                    <a:pt x="139" y="110"/>
                    <a:pt x="183" y="100"/>
                    <a:pt x="225" y="91"/>
                  </a:cubicBezTo>
                  <a:cubicBezTo>
                    <a:pt x="259" y="83"/>
                    <a:pt x="279" y="52"/>
                    <a:pt x="310" y="39"/>
                  </a:cubicBezTo>
                  <a:cubicBezTo>
                    <a:pt x="352" y="22"/>
                    <a:pt x="295" y="0"/>
                    <a:pt x="274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147">
              <a:extLst>
                <a:ext uri="{FF2B5EF4-FFF2-40B4-BE49-F238E27FC236}">
                  <a16:creationId xmlns:a16="http://schemas.microsoft.com/office/drawing/2014/main" id="{ABF07B93-F08D-424E-BD77-EE447C96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467"/>
              <a:ext cx="1775" cy="1088"/>
            </a:xfrm>
            <a:custGeom>
              <a:avLst/>
              <a:gdLst>
                <a:gd name="T0" fmla="*/ 6395 w 710"/>
                <a:gd name="T1" fmla="*/ 7373 h 408"/>
                <a:gd name="T2" fmla="*/ 6408 w 710"/>
                <a:gd name="T3" fmla="*/ 7360 h 408"/>
                <a:gd name="T4" fmla="*/ 6563 w 710"/>
                <a:gd name="T5" fmla="*/ 7317 h 408"/>
                <a:gd name="T6" fmla="*/ 6563 w 710"/>
                <a:gd name="T7" fmla="*/ 7317 h 408"/>
                <a:gd name="T8" fmla="*/ 6720 w 710"/>
                <a:gd name="T9" fmla="*/ 7261 h 408"/>
                <a:gd name="T10" fmla="*/ 6720 w 710"/>
                <a:gd name="T11" fmla="*/ 7261 h 408"/>
                <a:gd name="T12" fmla="*/ 6875 w 710"/>
                <a:gd name="T13" fmla="*/ 7203 h 408"/>
                <a:gd name="T14" fmla="*/ 6895 w 710"/>
                <a:gd name="T15" fmla="*/ 7189 h 408"/>
                <a:gd name="T16" fmla="*/ 7033 w 710"/>
                <a:gd name="T17" fmla="*/ 7133 h 408"/>
                <a:gd name="T18" fmla="*/ 7033 w 710"/>
                <a:gd name="T19" fmla="*/ 7133 h 408"/>
                <a:gd name="T20" fmla="*/ 7188 w 710"/>
                <a:gd name="T21" fmla="*/ 7053 h 408"/>
                <a:gd name="T22" fmla="*/ 7208 w 710"/>
                <a:gd name="T23" fmla="*/ 7053 h 408"/>
                <a:gd name="T24" fmla="*/ 7333 w 710"/>
                <a:gd name="T25" fmla="*/ 6976 h 408"/>
                <a:gd name="T26" fmla="*/ 7363 w 710"/>
                <a:gd name="T27" fmla="*/ 6963 h 408"/>
                <a:gd name="T28" fmla="*/ 7488 w 710"/>
                <a:gd name="T29" fmla="*/ 6904 h 408"/>
                <a:gd name="T30" fmla="*/ 8345 w 710"/>
                <a:gd name="T31" fmla="*/ 6144 h 408"/>
                <a:gd name="T32" fmla="*/ 8675 w 710"/>
                <a:gd name="T33" fmla="*/ 5725 h 408"/>
                <a:gd name="T34" fmla="*/ 8675 w 710"/>
                <a:gd name="T35" fmla="*/ 5725 h 408"/>
                <a:gd name="T36" fmla="*/ 9595 w 710"/>
                <a:gd name="T37" fmla="*/ 5405 h 408"/>
                <a:gd name="T38" fmla="*/ 10113 w 710"/>
                <a:gd name="T39" fmla="*/ 5368 h 408"/>
                <a:gd name="T40" fmla="*/ 10520 w 710"/>
                <a:gd name="T41" fmla="*/ 5197 h 408"/>
                <a:gd name="T42" fmla="*/ 10800 w 710"/>
                <a:gd name="T43" fmla="*/ 5256 h 408"/>
                <a:gd name="T44" fmla="*/ 10925 w 710"/>
                <a:gd name="T45" fmla="*/ 4531 h 408"/>
                <a:gd name="T46" fmla="*/ 10770 w 710"/>
                <a:gd name="T47" fmla="*/ 3448 h 408"/>
                <a:gd name="T48" fmla="*/ 10033 w 710"/>
                <a:gd name="T49" fmla="*/ 2616 h 408"/>
                <a:gd name="T50" fmla="*/ 9395 w 710"/>
                <a:gd name="T51" fmla="*/ 1592 h 408"/>
                <a:gd name="T52" fmla="*/ 6708 w 710"/>
                <a:gd name="T53" fmla="*/ 35 h 408"/>
                <a:gd name="T54" fmla="*/ 5238 w 710"/>
                <a:gd name="T55" fmla="*/ 136 h 408"/>
                <a:gd name="T56" fmla="*/ 3720 w 710"/>
                <a:gd name="T57" fmla="*/ 568 h 408"/>
                <a:gd name="T58" fmla="*/ 2520 w 710"/>
                <a:gd name="T59" fmla="*/ 1443 h 408"/>
                <a:gd name="T60" fmla="*/ 2125 w 710"/>
                <a:gd name="T61" fmla="*/ 2104 h 408"/>
                <a:gd name="T62" fmla="*/ 1738 w 710"/>
                <a:gd name="T63" fmla="*/ 2653 h 408"/>
                <a:gd name="T64" fmla="*/ 1438 w 710"/>
                <a:gd name="T65" fmla="*/ 2936 h 408"/>
                <a:gd name="T66" fmla="*/ 1095 w 710"/>
                <a:gd name="T67" fmla="*/ 3640 h 408"/>
                <a:gd name="T68" fmla="*/ 470 w 710"/>
                <a:gd name="T69" fmla="*/ 4573 h 408"/>
                <a:gd name="T70" fmla="*/ 158 w 710"/>
                <a:gd name="T71" fmla="*/ 5747 h 408"/>
                <a:gd name="T72" fmla="*/ 645 w 710"/>
                <a:gd name="T73" fmla="*/ 6051 h 408"/>
                <a:gd name="T74" fmla="*/ 970 w 710"/>
                <a:gd name="T75" fmla="*/ 5896 h 408"/>
                <a:gd name="T76" fmla="*/ 1083 w 710"/>
                <a:gd name="T77" fmla="*/ 5824 h 408"/>
                <a:gd name="T78" fmla="*/ 1283 w 710"/>
                <a:gd name="T79" fmla="*/ 6067 h 408"/>
                <a:gd name="T80" fmla="*/ 1738 w 710"/>
                <a:gd name="T81" fmla="*/ 6371 h 408"/>
                <a:gd name="T82" fmla="*/ 2675 w 710"/>
                <a:gd name="T83" fmla="*/ 6635 h 408"/>
                <a:gd name="T84" fmla="*/ 4095 w 710"/>
                <a:gd name="T85" fmla="*/ 7587 h 408"/>
                <a:gd name="T86" fmla="*/ 5958 w 710"/>
                <a:gd name="T87" fmla="*/ 7475 h 408"/>
                <a:gd name="T88" fmla="*/ 6250 w 710"/>
                <a:gd name="T89" fmla="*/ 7416 h 408"/>
                <a:gd name="T90" fmla="*/ 6395 w 710"/>
                <a:gd name="T91" fmla="*/ 7373 h 4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10" h="408">
                  <a:moveTo>
                    <a:pt x="409" y="389"/>
                  </a:moveTo>
                  <a:cubicBezTo>
                    <a:pt x="410" y="389"/>
                    <a:pt x="410" y="389"/>
                    <a:pt x="410" y="388"/>
                  </a:cubicBezTo>
                  <a:cubicBezTo>
                    <a:pt x="414" y="388"/>
                    <a:pt x="417" y="387"/>
                    <a:pt x="420" y="386"/>
                  </a:cubicBezTo>
                  <a:cubicBezTo>
                    <a:pt x="420" y="386"/>
                    <a:pt x="420" y="386"/>
                    <a:pt x="420" y="386"/>
                  </a:cubicBezTo>
                  <a:cubicBezTo>
                    <a:pt x="424" y="385"/>
                    <a:pt x="427" y="384"/>
                    <a:pt x="430" y="383"/>
                  </a:cubicBezTo>
                  <a:cubicBezTo>
                    <a:pt x="430" y="383"/>
                    <a:pt x="430" y="383"/>
                    <a:pt x="430" y="383"/>
                  </a:cubicBezTo>
                  <a:cubicBezTo>
                    <a:pt x="434" y="382"/>
                    <a:pt x="437" y="381"/>
                    <a:pt x="440" y="380"/>
                  </a:cubicBezTo>
                  <a:cubicBezTo>
                    <a:pt x="440" y="379"/>
                    <a:pt x="441" y="379"/>
                    <a:pt x="441" y="379"/>
                  </a:cubicBezTo>
                  <a:cubicBezTo>
                    <a:pt x="444" y="378"/>
                    <a:pt x="447" y="377"/>
                    <a:pt x="450" y="376"/>
                  </a:cubicBezTo>
                  <a:cubicBezTo>
                    <a:pt x="450" y="376"/>
                    <a:pt x="450" y="376"/>
                    <a:pt x="450" y="376"/>
                  </a:cubicBezTo>
                  <a:cubicBezTo>
                    <a:pt x="454" y="375"/>
                    <a:pt x="457" y="373"/>
                    <a:pt x="460" y="372"/>
                  </a:cubicBezTo>
                  <a:cubicBezTo>
                    <a:pt x="460" y="372"/>
                    <a:pt x="460" y="372"/>
                    <a:pt x="461" y="372"/>
                  </a:cubicBezTo>
                  <a:cubicBezTo>
                    <a:pt x="464" y="370"/>
                    <a:pt x="466" y="369"/>
                    <a:pt x="469" y="368"/>
                  </a:cubicBezTo>
                  <a:cubicBezTo>
                    <a:pt x="470" y="368"/>
                    <a:pt x="470" y="368"/>
                    <a:pt x="471" y="367"/>
                  </a:cubicBezTo>
                  <a:cubicBezTo>
                    <a:pt x="474" y="366"/>
                    <a:pt x="477" y="365"/>
                    <a:pt x="479" y="364"/>
                  </a:cubicBezTo>
                  <a:cubicBezTo>
                    <a:pt x="500" y="354"/>
                    <a:pt x="517" y="338"/>
                    <a:pt x="534" y="324"/>
                  </a:cubicBezTo>
                  <a:cubicBezTo>
                    <a:pt x="541" y="318"/>
                    <a:pt x="548" y="310"/>
                    <a:pt x="555" y="302"/>
                  </a:cubicBezTo>
                  <a:cubicBezTo>
                    <a:pt x="555" y="302"/>
                    <a:pt x="555" y="302"/>
                    <a:pt x="555" y="302"/>
                  </a:cubicBezTo>
                  <a:cubicBezTo>
                    <a:pt x="570" y="290"/>
                    <a:pt x="595" y="285"/>
                    <a:pt x="614" y="285"/>
                  </a:cubicBezTo>
                  <a:cubicBezTo>
                    <a:pt x="625" y="285"/>
                    <a:pt x="636" y="286"/>
                    <a:pt x="647" y="283"/>
                  </a:cubicBezTo>
                  <a:cubicBezTo>
                    <a:pt x="656" y="279"/>
                    <a:pt x="662" y="274"/>
                    <a:pt x="673" y="274"/>
                  </a:cubicBezTo>
                  <a:cubicBezTo>
                    <a:pt x="678" y="274"/>
                    <a:pt x="684" y="275"/>
                    <a:pt x="691" y="277"/>
                  </a:cubicBezTo>
                  <a:cubicBezTo>
                    <a:pt x="690" y="267"/>
                    <a:pt x="695" y="249"/>
                    <a:pt x="699" y="239"/>
                  </a:cubicBezTo>
                  <a:cubicBezTo>
                    <a:pt x="710" y="216"/>
                    <a:pt x="705" y="201"/>
                    <a:pt x="689" y="182"/>
                  </a:cubicBezTo>
                  <a:cubicBezTo>
                    <a:pt x="675" y="165"/>
                    <a:pt x="656" y="154"/>
                    <a:pt x="642" y="138"/>
                  </a:cubicBezTo>
                  <a:cubicBezTo>
                    <a:pt x="629" y="121"/>
                    <a:pt x="610" y="103"/>
                    <a:pt x="601" y="84"/>
                  </a:cubicBezTo>
                  <a:cubicBezTo>
                    <a:pt x="569" y="18"/>
                    <a:pt x="494" y="6"/>
                    <a:pt x="429" y="2"/>
                  </a:cubicBezTo>
                  <a:cubicBezTo>
                    <a:pt x="397" y="0"/>
                    <a:pt x="367" y="1"/>
                    <a:pt x="335" y="7"/>
                  </a:cubicBezTo>
                  <a:cubicBezTo>
                    <a:pt x="303" y="13"/>
                    <a:pt x="267" y="15"/>
                    <a:pt x="238" y="30"/>
                  </a:cubicBezTo>
                  <a:cubicBezTo>
                    <a:pt x="213" y="44"/>
                    <a:pt x="184" y="59"/>
                    <a:pt x="161" y="76"/>
                  </a:cubicBezTo>
                  <a:cubicBezTo>
                    <a:pt x="148" y="86"/>
                    <a:pt x="143" y="97"/>
                    <a:pt x="136" y="111"/>
                  </a:cubicBezTo>
                  <a:cubicBezTo>
                    <a:pt x="131" y="121"/>
                    <a:pt x="122" y="137"/>
                    <a:pt x="111" y="140"/>
                  </a:cubicBezTo>
                  <a:cubicBezTo>
                    <a:pt x="105" y="143"/>
                    <a:pt x="98" y="151"/>
                    <a:pt x="92" y="155"/>
                  </a:cubicBezTo>
                  <a:cubicBezTo>
                    <a:pt x="75" y="164"/>
                    <a:pt x="75" y="178"/>
                    <a:pt x="70" y="192"/>
                  </a:cubicBezTo>
                  <a:cubicBezTo>
                    <a:pt x="30" y="241"/>
                    <a:pt x="30" y="241"/>
                    <a:pt x="30" y="241"/>
                  </a:cubicBezTo>
                  <a:cubicBezTo>
                    <a:pt x="16" y="258"/>
                    <a:pt x="0" y="278"/>
                    <a:pt x="10" y="303"/>
                  </a:cubicBezTo>
                  <a:cubicBezTo>
                    <a:pt x="15" y="316"/>
                    <a:pt x="28" y="319"/>
                    <a:pt x="41" y="319"/>
                  </a:cubicBezTo>
                  <a:cubicBezTo>
                    <a:pt x="51" y="318"/>
                    <a:pt x="59" y="314"/>
                    <a:pt x="62" y="311"/>
                  </a:cubicBezTo>
                  <a:cubicBezTo>
                    <a:pt x="66" y="308"/>
                    <a:pt x="65" y="303"/>
                    <a:pt x="69" y="307"/>
                  </a:cubicBezTo>
                  <a:cubicBezTo>
                    <a:pt x="72" y="309"/>
                    <a:pt x="76" y="314"/>
                    <a:pt x="82" y="320"/>
                  </a:cubicBezTo>
                  <a:cubicBezTo>
                    <a:pt x="91" y="328"/>
                    <a:pt x="100" y="332"/>
                    <a:pt x="111" y="336"/>
                  </a:cubicBezTo>
                  <a:cubicBezTo>
                    <a:pt x="134" y="346"/>
                    <a:pt x="149" y="342"/>
                    <a:pt x="171" y="350"/>
                  </a:cubicBezTo>
                  <a:cubicBezTo>
                    <a:pt x="200" y="361"/>
                    <a:pt x="230" y="397"/>
                    <a:pt x="262" y="400"/>
                  </a:cubicBezTo>
                  <a:cubicBezTo>
                    <a:pt x="333" y="408"/>
                    <a:pt x="372" y="394"/>
                    <a:pt x="381" y="394"/>
                  </a:cubicBezTo>
                  <a:cubicBezTo>
                    <a:pt x="387" y="393"/>
                    <a:pt x="393" y="392"/>
                    <a:pt x="400" y="391"/>
                  </a:cubicBezTo>
                  <a:cubicBezTo>
                    <a:pt x="403" y="390"/>
                    <a:pt x="406" y="390"/>
                    <a:pt x="409" y="38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48">
              <a:extLst>
                <a:ext uri="{FF2B5EF4-FFF2-40B4-BE49-F238E27FC236}">
                  <a16:creationId xmlns:a16="http://schemas.microsoft.com/office/drawing/2014/main" id="{E77E66C9-5EE0-455B-93C0-40820C2A8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323"/>
              <a:ext cx="715" cy="189"/>
            </a:xfrm>
            <a:custGeom>
              <a:avLst/>
              <a:gdLst>
                <a:gd name="T0" fmla="*/ 0 w 286"/>
                <a:gd name="T1" fmla="*/ 1304 h 71"/>
                <a:gd name="T2" fmla="*/ 250 w 286"/>
                <a:gd name="T3" fmla="*/ 1318 h 71"/>
                <a:gd name="T4" fmla="*/ 720 w 286"/>
                <a:gd name="T5" fmla="*/ 1190 h 71"/>
                <a:gd name="T6" fmla="*/ 1300 w 286"/>
                <a:gd name="T7" fmla="*/ 1091 h 71"/>
                <a:gd name="T8" fmla="*/ 1863 w 286"/>
                <a:gd name="T9" fmla="*/ 977 h 71"/>
                <a:gd name="T10" fmla="*/ 2395 w 286"/>
                <a:gd name="T11" fmla="*/ 737 h 71"/>
                <a:gd name="T12" fmla="*/ 2770 w 286"/>
                <a:gd name="T13" fmla="*/ 546 h 71"/>
                <a:gd name="T14" fmla="*/ 3175 w 286"/>
                <a:gd name="T15" fmla="*/ 397 h 71"/>
                <a:gd name="T16" fmla="*/ 3488 w 286"/>
                <a:gd name="T17" fmla="*/ 341 h 71"/>
                <a:gd name="T18" fmla="*/ 3720 w 286"/>
                <a:gd name="T19" fmla="*/ 170 h 71"/>
                <a:gd name="T20" fmla="*/ 4020 w 286"/>
                <a:gd name="T21" fmla="*/ 149 h 71"/>
                <a:gd name="T22" fmla="*/ 4208 w 286"/>
                <a:gd name="T23" fmla="*/ 35 h 71"/>
                <a:gd name="T24" fmla="*/ 4438 w 286"/>
                <a:gd name="T25" fmla="*/ 21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6" h="71">
                  <a:moveTo>
                    <a:pt x="0" y="69"/>
                  </a:moveTo>
                  <a:cubicBezTo>
                    <a:pt x="5" y="67"/>
                    <a:pt x="10" y="70"/>
                    <a:pt x="16" y="70"/>
                  </a:cubicBezTo>
                  <a:cubicBezTo>
                    <a:pt x="28" y="71"/>
                    <a:pt x="35" y="66"/>
                    <a:pt x="46" y="63"/>
                  </a:cubicBezTo>
                  <a:cubicBezTo>
                    <a:pt x="58" y="59"/>
                    <a:pt x="70" y="62"/>
                    <a:pt x="83" y="58"/>
                  </a:cubicBezTo>
                  <a:cubicBezTo>
                    <a:pt x="94" y="55"/>
                    <a:pt x="108" y="56"/>
                    <a:pt x="119" y="52"/>
                  </a:cubicBezTo>
                  <a:cubicBezTo>
                    <a:pt x="133" y="45"/>
                    <a:pt x="137" y="42"/>
                    <a:pt x="153" y="39"/>
                  </a:cubicBezTo>
                  <a:cubicBezTo>
                    <a:pt x="163" y="38"/>
                    <a:pt x="169" y="34"/>
                    <a:pt x="177" y="29"/>
                  </a:cubicBezTo>
                  <a:cubicBezTo>
                    <a:pt x="187" y="23"/>
                    <a:pt x="191" y="23"/>
                    <a:pt x="203" y="21"/>
                  </a:cubicBezTo>
                  <a:cubicBezTo>
                    <a:pt x="209" y="21"/>
                    <a:pt x="216" y="20"/>
                    <a:pt x="223" y="18"/>
                  </a:cubicBezTo>
                  <a:cubicBezTo>
                    <a:pt x="230" y="16"/>
                    <a:pt x="233" y="12"/>
                    <a:pt x="238" y="9"/>
                  </a:cubicBezTo>
                  <a:cubicBezTo>
                    <a:pt x="243" y="7"/>
                    <a:pt x="251" y="9"/>
                    <a:pt x="257" y="8"/>
                  </a:cubicBezTo>
                  <a:cubicBezTo>
                    <a:pt x="262" y="6"/>
                    <a:pt x="264" y="3"/>
                    <a:pt x="269" y="2"/>
                  </a:cubicBezTo>
                  <a:cubicBezTo>
                    <a:pt x="272" y="1"/>
                    <a:pt x="286" y="0"/>
                    <a:pt x="284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49">
              <a:extLst>
                <a:ext uri="{FF2B5EF4-FFF2-40B4-BE49-F238E27FC236}">
                  <a16:creationId xmlns:a16="http://schemas.microsoft.com/office/drawing/2014/main" id="{82C54298-38BE-482B-B5D8-63D908EB1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803"/>
              <a:ext cx="260" cy="203"/>
            </a:xfrm>
            <a:custGeom>
              <a:avLst/>
              <a:gdLst>
                <a:gd name="T0" fmla="*/ 1500 w 104"/>
                <a:gd name="T1" fmla="*/ 0 h 76"/>
                <a:gd name="T2" fmla="*/ 345 w 104"/>
                <a:gd name="T3" fmla="*/ 144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76">
                  <a:moveTo>
                    <a:pt x="96" y="0"/>
                  </a:moveTo>
                  <a:cubicBezTo>
                    <a:pt x="104" y="32"/>
                    <a:pt x="0" y="49"/>
                    <a:pt x="22" y="7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50">
              <a:extLst>
                <a:ext uri="{FF2B5EF4-FFF2-40B4-BE49-F238E27FC236}">
                  <a16:creationId xmlns:a16="http://schemas.microsoft.com/office/drawing/2014/main" id="{15791E30-0F45-48B8-922B-FE4C9D14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771"/>
              <a:ext cx="197" cy="160"/>
            </a:xfrm>
            <a:custGeom>
              <a:avLst/>
              <a:gdLst>
                <a:gd name="T0" fmla="*/ 0 w 79"/>
                <a:gd name="T1" fmla="*/ 1139 h 60"/>
                <a:gd name="T2" fmla="*/ 404 w 79"/>
                <a:gd name="T3" fmla="*/ 739 h 60"/>
                <a:gd name="T4" fmla="*/ 728 w 79"/>
                <a:gd name="T5" fmla="*/ 512 h 60"/>
                <a:gd name="T6" fmla="*/ 1007 w 79"/>
                <a:gd name="T7" fmla="*/ 21 h 60"/>
                <a:gd name="T8" fmla="*/ 1224 w 79"/>
                <a:gd name="T9" fmla="*/ 9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0">
                  <a:moveTo>
                    <a:pt x="0" y="60"/>
                  </a:moveTo>
                  <a:cubicBezTo>
                    <a:pt x="7" y="51"/>
                    <a:pt x="15" y="45"/>
                    <a:pt x="26" y="39"/>
                  </a:cubicBezTo>
                  <a:cubicBezTo>
                    <a:pt x="33" y="35"/>
                    <a:pt x="41" y="34"/>
                    <a:pt x="47" y="27"/>
                  </a:cubicBezTo>
                  <a:cubicBezTo>
                    <a:pt x="52" y="18"/>
                    <a:pt x="52" y="5"/>
                    <a:pt x="65" y="1"/>
                  </a:cubicBezTo>
                  <a:cubicBezTo>
                    <a:pt x="71" y="0"/>
                    <a:pt x="74" y="0"/>
                    <a:pt x="79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51">
              <a:extLst>
                <a:ext uri="{FF2B5EF4-FFF2-40B4-BE49-F238E27FC236}">
                  <a16:creationId xmlns:a16="http://schemas.microsoft.com/office/drawing/2014/main" id="{B2C63C77-3A13-4599-B226-59EECB7B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139"/>
              <a:ext cx="32" cy="147"/>
            </a:xfrm>
            <a:custGeom>
              <a:avLst/>
              <a:gdLst>
                <a:gd name="T0" fmla="*/ 153 w 13"/>
                <a:gd name="T1" fmla="*/ 0 h 55"/>
                <a:gd name="T2" fmla="*/ 194 w 13"/>
                <a:gd name="T3" fmla="*/ 105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5">
                  <a:moveTo>
                    <a:pt x="10" y="0"/>
                  </a:moveTo>
                  <a:cubicBezTo>
                    <a:pt x="6" y="13"/>
                    <a:pt x="0" y="47"/>
                    <a:pt x="13" y="5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52">
              <a:extLst>
                <a:ext uri="{FF2B5EF4-FFF2-40B4-BE49-F238E27FC236}">
                  <a16:creationId xmlns:a16="http://schemas.microsoft.com/office/drawing/2014/main" id="{1CDFA83A-75A9-48DE-A782-A047A6590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126"/>
              <a:ext cx="40" cy="80"/>
            </a:xfrm>
            <a:custGeom>
              <a:avLst/>
              <a:gdLst>
                <a:gd name="T0" fmla="*/ 175 w 16"/>
                <a:gd name="T1" fmla="*/ 0 h 30"/>
                <a:gd name="T2" fmla="*/ 250 w 16"/>
                <a:gd name="T3" fmla="*/ 4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1" y="0"/>
                  </a:moveTo>
                  <a:cubicBezTo>
                    <a:pt x="6" y="6"/>
                    <a:pt x="0" y="30"/>
                    <a:pt x="16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53">
              <a:extLst>
                <a:ext uri="{FF2B5EF4-FFF2-40B4-BE49-F238E27FC236}">
                  <a16:creationId xmlns:a16="http://schemas.microsoft.com/office/drawing/2014/main" id="{536DB78F-C0C4-4CC0-BDCE-38006A30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368"/>
              <a:ext cx="328" cy="48"/>
            </a:xfrm>
            <a:custGeom>
              <a:avLst/>
              <a:gdLst>
                <a:gd name="T0" fmla="*/ 0 w 131"/>
                <a:gd name="T1" fmla="*/ 149 h 18"/>
                <a:gd name="T2" fmla="*/ 1067 w 131"/>
                <a:gd name="T3" fmla="*/ 56 h 18"/>
                <a:gd name="T4" fmla="*/ 1460 w 131"/>
                <a:gd name="T5" fmla="*/ 205 h 18"/>
                <a:gd name="T6" fmla="*/ 2056 w 131"/>
                <a:gd name="T7" fmla="*/ 2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8">
                  <a:moveTo>
                    <a:pt x="0" y="8"/>
                  </a:moveTo>
                  <a:cubicBezTo>
                    <a:pt x="25" y="18"/>
                    <a:pt x="43" y="0"/>
                    <a:pt x="68" y="3"/>
                  </a:cubicBezTo>
                  <a:cubicBezTo>
                    <a:pt x="76" y="3"/>
                    <a:pt x="85" y="7"/>
                    <a:pt x="93" y="11"/>
                  </a:cubicBezTo>
                  <a:cubicBezTo>
                    <a:pt x="106" y="16"/>
                    <a:pt x="117" y="14"/>
                    <a:pt x="131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54">
              <a:extLst>
                <a:ext uri="{FF2B5EF4-FFF2-40B4-BE49-F238E27FC236}">
                  <a16:creationId xmlns:a16="http://schemas.microsoft.com/office/drawing/2014/main" id="{3D27694A-59A2-42E9-AECC-522F81A5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406"/>
              <a:ext cx="75" cy="29"/>
            </a:xfrm>
            <a:custGeom>
              <a:avLst/>
              <a:gdLst>
                <a:gd name="T0" fmla="*/ 0 w 30"/>
                <a:gd name="T1" fmla="*/ 0 h 11"/>
                <a:gd name="T2" fmla="*/ 470 w 30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1">
                  <a:moveTo>
                    <a:pt x="0" y="0"/>
                  </a:moveTo>
                  <a:cubicBezTo>
                    <a:pt x="1" y="10"/>
                    <a:pt x="22" y="11"/>
                    <a:pt x="3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55">
              <a:extLst>
                <a:ext uri="{FF2B5EF4-FFF2-40B4-BE49-F238E27FC236}">
                  <a16:creationId xmlns:a16="http://schemas.microsoft.com/office/drawing/2014/main" id="{CB30DC71-D250-4217-80B6-65817F7D3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3360"/>
              <a:ext cx="95" cy="35"/>
            </a:xfrm>
            <a:custGeom>
              <a:avLst/>
              <a:gdLst>
                <a:gd name="T0" fmla="*/ 0 w 38"/>
                <a:gd name="T1" fmla="*/ 0 h 13"/>
                <a:gd name="T2" fmla="*/ 595 w 38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">
                  <a:moveTo>
                    <a:pt x="0" y="0"/>
                  </a:moveTo>
                  <a:cubicBezTo>
                    <a:pt x="9" y="10"/>
                    <a:pt x="25" y="13"/>
                    <a:pt x="38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56">
              <a:extLst>
                <a:ext uri="{FF2B5EF4-FFF2-40B4-BE49-F238E27FC236}">
                  <a16:creationId xmlns:a16="http://schemas.microsoft.com/office/drawing/2014/main" id="{1A55FF29-8EE0-4EF0-9242-16D3828CE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3334"/>
              <a:ext cx="85" cy="29"/>
            </a:xfrm>
            <a:custGeom>
              <a:avLst/>
              <a:gdLst>
                <a:gd name="T0" fmla="*/ 0 w 34"/>
                <a:gd name="T1" fmla="*/ 0 h 11"/>
                <a:gd name="T2" fmla="*/ 533 w 34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6" y="11"/>
                    <a:pt x="24" y="10"/>
                    <a:pt x="34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157">
              <a:extLst>
                <a:ext uri="{FF2B5EF4-FFF2-40B4-BE49-F238E27FC236}">
                  <a16:creationId xmlns:a16="http://schemas.microsoft.com/office/drawing/2014/main" id="{809F5AF9-67CB-4C73-996A-9B680592F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3304"/>
              <a:ext cx="57" cy="22"/>
            </a:xfrm>
            <a:custGeom>
              <a:avLst/>
              <a:gdLst>
                <a:gd name="T0" fmla="*/ 0 w 23"/>
                <a:gd name="T1" fmla="*/ 0 h 8"/>
                <a:gd name="T2" fmla="*/ 349 w 23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7" y="5"/>
                    <a:pt x="15" y="8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158">
              <a:extLst>
                <a:ext uri="{FF2B5EF4-FFF2-40B4-BE49-F238E27FC236}">
                  <a16:creationId xmlns:a16="http://schemas.microsoft.com/office/drawing/2014/main" id="{83C99BC9-6F25-4951-8E78-46C78E6B6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451"/>
              <a:ext cx="58" cy="21"/>
            </a:xfrm>
            <a:custGeom>
              <a:avLst/>
              <a:gdLst>
                <a:gd name="T0" fmla="*/ 0 w 23"/>
                <a:gd name="T1" fmla="*/ 0 h 8"/>
                <a:gd name="T2" fmla="*/ 368 w 23"/>
                <a:gd name="T3" fmla="*/ 12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4" y="8"/>
                    <a:pt x="15" y="8"/>
                    <a:pt x="2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159">
              <a:extLst>
                <a:ext uri="{FF2B5EF4-FFF2-40B4-BE49-F238E27FC236}">
                  <a16:creationId xmlns:a16="http://schemas.microsoft.com/office/drawing/2014/main" id="{43DABDF9-6CE2-405D-83B9-9842323E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3118"/>
              <a:ext cx="110" cy="80"/>
            </a:xfrm>
            <a:custGeom>
              <a:avLst/>
              <a:gdLst>
                <a:gd name="T0" fmla="*/ 438 w 44"/>
                <a:gd name="T1" fmla="*/ 93 h 30"/>
                <a:gd name="T2" fmla="*/ 113 w 44"/>
                <a:gd name="T3" fmla="*/ 0 h 30"/>
                <a:gd name="T4" fmla="*/ 0 w 44"/>
                <a:gd name="T5" fmla="*/ 568 h 30"/>
                <a:gd name="T6" fmla="*/ 270 w 44"/>
                <a:gd name="T7" fmla="*/ 512 h 30"/>
                <a:gd name="T8" fmla="*/ 408 w 44"/>
                <a:gd name="T9" fmla="*/ 397 h 30"/>
                <a:gd name="T10" fmla="*/ 438 w 44"/>
                <a:gd name="T11" fmla="*/ 9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0">
                  <a:moveTo>
                    <a:pt x="28" y="5"/>
                  </a:moveTo>
                  <a:cubicBezTo>
                    <a:pt x="21" y="1"/>
                    <a:pt x="12" y="1"/>
                    <a:pt x="7" y="0"/>
                  </a:cubicBezTo>
                  <a:cubicBezTo>
                    <a:pt x="3" y="8"/>
                    <a:pt x="0" y="21"/>
                    <a:pt x="0" y="30"/>
                  </a:cubicBezTo>
                  <a:cubicBezTo>
                    <a:pt x="5" y="28"/>
                    <a:pt x="11" y="29"/>
                    <a:pt x="17" y="27"/>
                  </a:cubicBezTo>
                  <a:cubicBezTo>
                    <a:pt x="20" y="26"/>
                    <a:pt x="24" y="22"/>
                    <a:pt x="26" y="21"/>
                  </a:cubicBezTo>
                  <a:cubicBezTo>
                    <a:pt x="44" y="17"/>
                    <a:pt x="37" y="10"/>
                    <a:pt x="2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160">
              <a:extLst>
                <a:ext uri="{FF2B5EF4-FFF2-40B4-BE49-F238E27FC236}">
                  <a16:creationId xmlns:a16="http://schemas.microsoft.com/office/drawing/2014/main" id="{C422FB71-5DE9-4AE5-A8DD-441DF6A46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910"/>
              <a:ext cx="312" cy="210"/>
            </a:xfrm>
            <a:custGeom>
              <a:avLst/>
              <a:gdLst>
                <a:gd name="T0" fmla="*/ 1944 w 125"/>
                <a:gd name="T1" fmla="*/ 1449 h 79"/>
                <a:gd name="T2" fmla="*/ 1775 w 125"/>
                <a:gd name="T3" fmla="*/ 1372 h 79"/>
                <a:gd name="T4" fmla="*/ 1695 w 125"/>
                <a:gd name="T5" fmla="*/ 1018 h 79"/>
                <a:gd name="T6" fmla="*/ 1787 w 125"/>
                <a:gd name="T7" fmla="*/ 805 h 79"/>
                <a:gd name="T8" fmla="*/ 1008 w 125"/>
                <a:gd name="T9" fmla="*/ 375 h 79"/>
                <a:gd name="T10" fmla="*/ 512 w 125"/>
                <a:gd name="T11" fmla="*/ 93 h 79"/>
                <a:gd name="T12" fmla="*/ 324 w 125"/>
                <a:gd name="T13" fmla="*/ 486 h 79"/>
                <a:gd name="T14" fmla="*/ 12 w 125"/>
                <a:gd name="T15" fmla="*/ 962 h 79"/>
                <a:gd name="T16" fmla="*/ 324 w 125"/>
                <a:gd name="T17" fmla="*/ 1449 h 79"/>
                <a:gd name="T18" fmla="*/ 966 w 125"/>
                <a:gd name="T19" fmla="*/ 1292 h 79"/>
                <a:gd name="T20" fmla="*/ 1478 w 125"/>
                <a:gd name="T21" fmla="*/ 1406 h 79"/>
                <a:gd name="T22" fmla="*/ 1944 w 125"/>
                <a:gd name="T23" fmla="*/ 1462 h 79"/>
                <a:gd name="T24" fmla="*/ 1944 w 125"/>
                <a:gd name="T25" fmla="*/ 1449 h 79"/>
                <a:gd name="T26" fmla="*/ 1944 w 125"/>
                <a:gd name="T27" fmla="*/ 1449 h 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79">
                  <a:moveTo>
                    <a:pt x="125" y="77"/>
                  </a:moveTo>
                  <a:cubicBezTo>
                    <a:pt x="121" y="75"/>
                    <a:pt x="117" y="74"/>
                    <a:pt x="114" y="73"/>
                  </a:cubicBezTo>
                  <a:cubicBezTo>
                    <a:pt x="107" y="69"/>
                    <a:pt x="101" y="64"/>
                    <a:pt x="109" y="54"/>
                  </a:cubicBezTo>
                  <a:cubicBezTo>
                    <a:pt x="111" y="50"/>
                    <a:pt x="113" y="47"/>
                    <a:pt x="115" y="43"/>
                  </a:cubicBezTo>
                  <a:cubicBezTo>
                    <a:pt x="98" y="42"/>
                    <a:pt x="76" y="32"/>
                    <a:pt x="65" y="20"/>
                  </a:cubicBezTo>
                  <a:cubicBezTo>
                    <a:pt x="59" y="9"/>
                    <a:pt x="46" y="0"/>
                    <a:pt x="33" y="5"/>
                  </a:cubicBezTo>
                  <a:cubicBezTo>
                    <a:pt x="24" y="8"/>
                    <a:pt x="17" y="17"/>
                    <a:pt x="21" y="26"/>
                  </a:cubicBezTo>
                  <a:cubicBezTo>
                    <a:pt x="10" y="29"/>
                    <a:pt x="2" y="36"/>
                    <a:pt x="1" y="51"/>
                  </a:cubicBezTo>
                  <a:cubicBezTo>
                    <a:pt x="0" y="65"/>
                    <a:pt x="7" y="75"/>
                    <a:pt x="21" y="77"/>
                  </a:cubicBezTo>
                  <a:cubicBezTo>
                    <a:pt x="36" y="79"/>
                    <a:pt x="47" y="68"/>
                    <a:pt x="62" y="69"/>
                  </a:cubicBezTo>
                  <a:cubicBezTo>
                    <a:pt x="73" y="70"/>
                    <a:pt x="84" y="73"/>
                    <a:pt x="95" y="75"/>
                  </a:cubicBezTo>
                  <a:cubicBezTo>
                    <a:pt x="104" y="76"/>
                    <a:pt x="117" y="74"/>
                    <a:pt x="125" y="78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5" y="77"/>
                    <a:pt x="125" y="77"/>
                    <a:pt x="125" y="77"/>
                  </a:cubicBezTo>
                  <a:close/>
                </a:path>
              </a:pathLst>
            </a:custGeom>
            <a:solidFill>
              <a:srgbClr val="FCE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161">
              <a:extLst>
                <a:ext uri="{FF2B5EF4-FFF2-40B4-BE49-F238E27FC236}">
                  <a16:creationId xmlns:a16="http://schemas.microsoft.com/office/drawing/2014/main" id="{95E45DFE-B172-4486-8E2E-0CE4C60F7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3038"/>
              <a:ext cx="210" cy="66"/>
            </a:xfrm>
            <a:custGeom>
              <a:avLst/>
              <a:gdLst>
                <a:gd name="T0" fmla="*/ 125 w 84"/>
                <a:gd name="T1" fmla="*/ 90 h 25"/>
                <a:gd name="T2" fmla="*/ 0 w 84"/>
                <a:gd name="T3" fmla="*/ 222 h 25"/>
                <a:gd name="T4" fmla="*/ 95 w 84"/>
                <a:gd name="T5" fmla="*/ 370 h 25"/>
                <a:gd name="T6" fmla="*/ 208 w 84"/>
                <a:gd name="T7" fmla="*/ 425 h 25"/>
                <a:gd name="T8" fmla="*/ 438 w 84"/>
                <a:gd name="T9" fmla="*/ 335 h 25"/>
                <a:gd name="T10" fmla="*/ 895 w 84"/>
                <a:gd name="T11" fmla="*/ 404 h 25"/>
                <a:gd name="T12" fmla="*/ 1313 w 84"/>
                <a:gd name="T13" fmla="*/ 438 h 25"/>
                <a:gd name="T14" fmla="*/ 1238 w 84"/>
                <a:gd name="T15" fmla="*/ 182 h 25"/>
                <a:gd name="T16" fmla="*/ 1033 w 84"/>
                <a:gd name="T17" fmla="*/ 238 h 25"/>
                <a:gd name="T18" fmla="*/ 800 w 84"/>
                <a:gd name="T19" fmla="*/ 238 h 25"/>
                <a:gd name="T20" fmla="*/ 563 w 84"/>
                <a:gd name="T21" fmla="*/ 259 h 25"/>
                <a:gd name="T22" fmla="*/ 313 w 84"/>
                <a:gd name="T23" fmla="*/ 222 h 25"/>
                <a:gd name="T24" fmla="*/ 188 w 84"/>
                <a:gd name="T25" fmla="*/ 166 h 25"/>
                <a:gd name="T26" fmla="*/ 188 w 84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25">
                  <a:moveTo>
                    <a:pt x="8" y="5"/>
                  </a:moveTo>
                  <a:cubicBezTo>
                    <a:pt x="6" y="6"/>
                    <a:pt x="0" y="10"/>
                    <a:pt x="0" y="12"/>
                  </a:cubicBezTo>
                  <a:cubicBezTo>
                    <a:pt x="0" y="15"/>
                    <a:pt x="5" y="18"/>
                    <a:pt x="6" y="20"/>
                  </a:cubicBezTo>
                  <a:cubicBezTo>
                    <a:pt x="9" y="24"/>
                    <a:pt x="9" y="25"/>
                    <a:pt x="13" y="23"/>
                  </a:cubicBezTo>
                  <a:cubicBezTo>
                    <a:pt x="18" y="21"/>
                    <a:pt x="23" y="19"/>
                    <a:pt x="28" y="18"/>
                  </a:cubicBezTo>
                  <a:cubicBezTo>
                    <a:pt x="38" y="17"/>
                    <a:pt x="47" y="21"/>
                    <a:pt x="57" y="22"/>
                  </a:cubicBezTo>
                  <a:cubicBezTo>
                    <a:pt x="66" y="22"/>
                    <a:pt x="75" y="22"/>
                    <a:pt x="84" y="24"/>
                  </a:cubicBezTo>
                  <a:cubicBezTo>
                    <a:pt x="78" y="21"/>
                    <a:pt x="75" y="16"/>
                    <a:pt x="79" y="10"/>
                  </a:cubicBezTo>
                  <a:cubicBezTo>
                    <a:pt x="76" y="12"/>
                    <a:pt x="70" y="13"/>
                    <a:pt x="66" y="13"/>
                  </a:cubicBezTo>
                  <a:cubicBezTo>
                    <a:pt x="61" y="13"/>
                    <a:pt x="56" y="13"/>
                    <a:pt x="51" y="13"/>
                  </a:cubicBezTo>
                  <a:cubicBezTo>
                    <a:pt x="46" y="14"/>
                    <a:pt x="41" y="14"/>
                    <a:pt x="36" y="14"/>
                  </a:cubicBezTo>
                  <a:cubicBezTo>
                    <a:pt x="30" y="14"/>
                    <a:pt x="26" y="12"/>
                    <a:pt x="20" y="12"/>
                  </a:cubicBezTo>
                  <a:cubicBezTo>
                    <a:pt x="18" y="11"/>
                    <a:pt x="13" y="12"/>
                    <a:pt x="12" y="9"/>
                  </a:cubicBezTo>
                  <a:cubicBezTo>
                    <a:pt x="11" y="7"/>
                    <a:pt x="12" y="3"/>
                    <a:pt x="12" y="0"/>
                  </a:cubicBezTo>
                </a:path>
              </a:pathLst>
            </a:custGeom>
            <a:solidFill>
              <a:srgbClr val="FA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162">
              <a:extLst>
                <a:ext uri="{FF2B5EF4-FFF2-40B4-BE49-F238E27FC236}">
                  <a16:creationId xmlns:a16="http://schemas.microsoft.com/office/drawing/2014/main" id="{4CEEE9E7-19B3-419C-BA92-86F29217C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912"/>
              <a:ext cx="152" cy="203"/>
            </a:xfrm>
            <a:custGeom>
              <a:avLst/>
              <a:gdLst>
                <a:gd name="T0" fmla="*/ 944 w 61"/>
                <a:gd name="T1" fmla="*/ 248 h 76"/>
                <a:gd name="T2" fmla="*/ 932 w 61"/>
                <a:gd name="T3" fmla="*/ 227 h 76"/>
                <a:gd name="T4" fmla="*/ 932 w 61"/>
                <a:gd name="T5" fmla="*/ 286 h 76"/>
                <a:gd name="T6" fmla="*/ 882 w 61"/>
                <a:gd name="T7" fmla="*/ 192 h 76"/>
                <a:gd name="T8" fmla="*/ 508 w 61"/>
                <a:gd name="T9" fmla="*/ 77 h 76"/>
                <a:gd name="T10" fmla="*/ 324 w 61"/>
                <a:gd name="T11" fmla="*/ 478 h 76"/>
                <a:gd name="T12" fmla="*/ 12 w 61"/>
                <a:gd name="T13" fmla="*/ 956 h 76"/>
                <a:gd name="T14" fmla="*/ 324 w 61"/>
                <a:gd name="T15" fmla="*/ 1448 h 76"/>
                <a:gd name="T16" fmla="*/ 384 w 61"/>
                <a:gd name="T17" fmla="*/ 1448 h 76"/>
                <a:gd name="T18" fmla="*/ 341 w 61"/>
                <a:gd name="T19" fmla="*/ 1071 h 76"/>
                <a:gd name="T20" fmla="*/ 558 w 61"/>
                <a:gd name="T21" fmla="*/ 841 h 76"/>
                <a:gd name="T22" fmla="*/ 932 w 61"/>
                <a:gd name="T23" fmla="*/ 684 h 76"/>
                <a:gd name="T24" fmla="*/ 912 w 61"/>
                <a:gd name="T25" fmla="*/ 401 h 76"/>
                <a:gd name="T26" fmla="*/ 944 w 61"/>
                <a:gd name="T27" fmla="*/ 248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76">
                  <a:moveTo>
                    <a:pt x="61" y="13"/>
                  </a:moveTo>
                  <a:cubicBezTo>
                    <a:pt x="61" y="13"/>
                    <a:pt x="60" y="12"/>
                    <a:pt x="60" y="12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59" y="13"/>
                    <a:pt x="58" y="11"/>
                    <a:pt x="57" y="10"/>
                  </a:cubicBezTo>
                  <a:cubicBezTo>
                    <a:pt x="50" y="4"/>
                    <a:pt x="42" y="0"/>
                    <a:pt x="33" y="4"/>
                  </a:cubicBezTo>
                  <a:cubicBezTo>
                    <a:pt x="24" y="7"/>
                    <a:pt x="17" y="16"/>
                    <a:pt x="21" y="25"/>
                  </a:cubicBezTo>
                  <a:cubicBezTo>
                    <a:pt x="10" y="28"/>
                    <a:pt x="2" y="35"/>
                    <a:pt x="1" y="50"/>
                  </a:cubicBezTo>
                  <a:cubicBezTo>
                    <a:pt x="0" y="64"/>
                    <a:pt x="7" y="74"/>
                    <a:pt x="21" y="76"/>
                  </a:cubicBezTo>
                  <a:cubicBezTo>
                    <a:pt x="23" y="76"/>
                    <a:pt x="24" y="76"/>
                    <a:pt x="25" y="76"/>
                  </a:cubicBezTo>
                  <a:cubicBezTo>
                    <a:pt x="39" y="72"/>
                    <a:pt x="18" y="62"/>
                    <a:pt x="22" y="56"/>
                  </a:cubicBezTo>
                  <a:cubicBezTo>
                    <a:pt x="25" y="50"/>
                    <a:pt x="31" y="49"/>
                    <a:pt x="36" y="44"/>
                  </a:cubicBezTo>
                  <a:cubicBezTo>
                    <a:pt x="43" y="37"/>
                    <a:pt x="53" y="35"/>
                    <a:pt x="60" y="36"/>
                  </a:cubicBezTo>
                  <a:cubicBezTo>
                    <a:pt x="57" y="31"/>
                    <a:pt x="58" y="26"/>
                    <a:pt x="59" y="21"/>
                  </a:cubicBezTo>
                  <a:cubicBezTo>
                    <a:pt x="60" y="18"/>
                    <a:pt x="60" y="15"/>
                    <a:pt x="61" y="13"/>
                  </a:cubicBezTo>
                  <a:close/>
                </a:path>
              </a:pathLst>
            </a:custGeom>
            <a:solidFill>
              <a:srgbClr val="F2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63">
              <a:extLst>
                <a:ext uri="{FF2B5EF4-FFF2-40B4-BE49-F238E27FC236}">
                  <a16:creationId xmlns:a16="http://schemas.microsoft.com/office/drawing/2014/main" id="{BCF0B446-2DD5-4D68-94B6-629190AC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987"/>
              <a:ext cx="95" cy="32"/>
            </a:xfrm>
            <a:custGeom>
              <a:avLst/>
              <a:gdLst>
                <a:gd name="T0" fmla="*/ 0 w 38"/>
                <a:gd name="T1" fmla="*/ 227 h 12"/>
                <a:gd name="T2" fmla="*/ 113 w 38"/>
                <a:gd name="T3" fmla="*/ 56 h 12"/>
                <a:gd name="T4" fmla="*/ 283 w 38"/>
                <a:gd name="T5" fmla="*/ 0 h 12"/>
                <a:gd name="T6" fmla="*/ 595 w 38"/>
                <a:gd name="T7" fmla="*/ 93 h 12"/>
                <a:gd name="T8" fmla="*/ 300 w 38"/>
                <a:gd name="T9" fmla="*/ 56 h 12"/>
                <a:gd name="T10" fmla="*/ 50 w 38"/>
                <a:gd name="T11" fmla="*/ 17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2">
                  <a:moveTo>
                    <a:pt x="0" y="12"/>
                  </a:moveTo>
                  <a:cubicBezTo>
                    <a:pt x="2" y="9"/>
                    <a:pt x="3" y="6"/>
                    <a:pt x="7" y="3"/>
                  </a:cubicBezTo>
                  <a:cubicBezTo>
                    <a:pt x="10" y="1"/>
                    <a:pt x="15" y="0"/>
                    <a:pt x="18" y="0"/>
                  </a:cubicBezTo>
                  <a:cubicBezTo>
                    <a:pt x="25" y="0"/>
                    <a:pt x="33" y="1"/>
                    <a:pt x="38" y="5"/>
                  </a:cubicBezTo>
                  <a:cubicBezTo>
                    <a:pt x="31" y="4"/>
                    <a:pt x="26" y="2"/>
                    <a:pt x="19" y="3"/>
                  </a:cubicBezTo>
                  <a:cubicBezTo>
                    <a:pt x="14" y="5"/>
                    <a:pt x="7" y="5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64">
              <a:extLst>
                <a:ext uri="{FF2B5EF4-FFF2-40B4-BE49-F238E27FC236}">
                  <a16:creationId xmlns:a16="http://schemas.microsoft.com/office/drawing/2014/main" id="{8E9F0843-EE7A-4DB3-AA64-239384882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032"/>
              <a:ext cx="60" cy="72"/>
            </a:xfrm>
            <a:custGeom>
              <a:avLst/>
              <a:gdLst>
                <a:gd name="T0" fmla="*/ 20 w 24"/>
                <a:gd name="T1" fmla="*/ 0 h 27"/>
                <a:gd name="T2" fmla="*/ 33 w 24"/>
                <a:gd name="T3" fmla="*/ 307 h 27"/>
                <a:gd name="T4" fmla="*/ 208 w 24"/>
                <a:gd name="T5" fmla="*/ 477 h 27"/>
                <a:gd name="T6" fmla="*/ 300 w 24"/>
                <a:gd name="T7" fmla="*/ 512 h 27"/>
                <a:gd name="T8" fmla="*/ 363 w 24"/>
                <a:gd name="T9" fmla="*/ 456 h 27"/>
                <a:gd name="T10" fmla="*/ 313 w 24"/>
                <a:gd name="T11" fmla="*/ 419 h 27"/>
                <a:gd name="T12" fmla="*/ 270 w 24"/>
                <a:gd name="T13" fmla="*/ 320 h 27"/>
                <a:gd name="T14" fmla="*/ 300 w 24"/>
                <a:gd name="T15" fmla="*/ 136 h 27"/>
                <a:gd name="T16" fmla="*/ 220 w 24"/>
                <a:gd name="T17" fmla="*/ 171 h 27"/>
                <a:gd name="T18" fmla="*/ 175 w 24"/>
                <a:gd name="T19" fmla="*/ 248 h 27"/>
                <a:gd name="T20" fmla="*/ 158 w 24"/>
                <a:gd name="T21" fmla="*/ 341 h 27"/>
                <a:gd name="T22" fmla="*/ 50 w 24"/>
                <a:gd name="T23" fmla="*/ 227 h 27"/>
                <a:gd name="T24" fmla="*/ 33 w 24"/>
                <a:gd name="T25" fmla="*/ 35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27">
                  <a:moveTo>
                    <a:pt x="1" y="0"/>
                  </a:moveTo>
                  <a:cubicBezTo>
                    <a:pt x="0" y="5"/>
                    <a:pt x="1" y="11"/>
                    <a:pt x="2" y="16"/>
                  </a:cubicBezTo>
                  <a:cubicBezTo>
                    <a:pt x="4" y="21"/>
                    <a:pt x="8" y="23"/>
                    <a:pt x="13" y="25"/>
                  </a:cubicBezTo>
                  <a:cubicBezTo>
                    <a:pt x="14" y="26"/>
                    <a:pt x="17" y="27"/>
                    <a:pt x="19" y="27"/>
                  </a:cubicBezTo>
                  <a:cubicBezTo>
                    <a:pt x="20" y="27"/>
                    <a:pt x="24" y="26"/>
                    <a:pt x="23" y="24"/>
                  </a:cubicBezTo>
                  <a:cubicBezTo>
                    <a:pt x="23" y="23"/>
                    <a:pt x="20" y="23"/>
                    <a:pt x="20" y="22"/>
                  </a:cubicBezTo>
                  <a:cubicBezTo>
                    <a:pt x="18" y="21"/>
                    <a:pt x="17" y="19"/>
                    <a:pt x="17" y="17"/>
                  </a:cubicBezTo>
                  <a:cubicBezTo>
                    <a:pt x="16" y="14"/>
                    <a:pt x="16" y="8"/>
                    <a:pt x="19" y="7"/>
                  </a:cubicBezTo>
                  <a:cubicBezTo>
                    <a:pt x="17" y="8"/>
                    <a:pt x="16" y="8"/>
                    <a:pt x="14" y="9"/>
                  </a:cubicBezTo>
                  <a:cubicBezTo>
                    <a:pt x="13" y="10"/>
                    <a:pt x="12" y="12"/>
                    <a:pt x="11" y="13"/>
                  </a:cubicBezTo>
                  <a:cubicBezTo>
                    <a:pt x="10" y="15"/>
                    <a:pt x="11" y="16"/>
                    <a:pt x="10" y="18"/>
                  </a:cubicBezTo>
                  <a:cubicBezTo>
                    <a:pt x="8" y="22"/>
                    <a:pt x="4" y="14"/>
                    <a:pt x="3" y="12"/>
                  </a:cubicBezTo>
                  <a:cubicBezTo>
                    <a:pt x="2" y="9"/>
                    <a:pt x="1" y="4"/>
                    <a:pt x="2" y="2"/>
                  </a:cubicBezTo>
                </a:path>
              </a:pathLst>
            </a:custGeom>
            <a:solidFill>
              <a:srgbClr val="DE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65">
              <a:extLst>
                <a:ext uri="{FF2B5EF4-FFF2-40B4-BE49-F238E27FC236}">
                  <a16:creationId xmlns:a16="http://schemas.microsoft.com/office/drawing/2014/main" id="{AC4DF83C-0DDB-4A40-9F6B-53EFAA8A4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926"/>
              <a:ext cx="60" cy="80"/>
            </a:xfrm>
            <a:custGeom>
              <a:avLst/>
              <a:gdLst>
                <a:gd name="T0" fmla="*/ 175 w 24"/>
                <a:gd name="T1" fmla="*/ 0 h 30"/>
                <a:gd name="T2" fmla="*/ 345 w 24"/>
                <a:gd name="T3" fmla="*/ 248 h 30"/>
                <a:gd name="T4" fmla="*/ 283 w 24"/>
                <a:gd name="T5" fmla="*/ 397 h 30"/>
                <a:gd name="T6" fmla="*/ 333 w 24"/>
                <a:gd name="T7" fmla="*/ 568 h 30"/>
                <a:gd name="T8" fmla="*/ 208 w 24"/>
                <a:gd name="T9" fmla="*/ 477 h 30"/>
                <a:gd name="T10" fmla="*/ 0 w 24"/>
                <a:gd name="T11" fmla="*/ 34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0">
                  <a:moveTo>
                    <a:pt x="11" y="0"/>
                  </a:moveTo>
                  <a:cubicBezTo>
                    <a:pt x="17" y="1"/>
                    <a:pt x="24" y="7"/>
                    <a:pt x="22" y="13"/>
                  </a:cubicBezTo>
                  <a:cubicBezTo>
                    <a:pt x="21" y="16"/>
                    <a:pt x="18" y="18"/>
                    <a:pt x="18" y="21"/>
                  </a:cubicBezTo>
                  <a:cubicBezTo>
                    <a:pt x="18" y="24"/>
                    <a:pt x="21" y="27"/>
                    <a:pt x="21" y="30"/>
                  </a:cubicBezTo>
                  <a:cubicBezTo>
                    <a:pt x="18" y="29"/>
                    <a:pt x="16" y="26"/>
                    <a:pt x="13" y="25"/>
                  </a:cubicBezTo>
                  <a:cubicBezTo>
                    <a:pt x="9" y="22"/>
                    <a:pt x="5" y="19"/>
                    <a:pt x="0" y="18"/>
                  </a:cubicBezTo>
                </a:path>
              </a:pathLst>
            </a:custGeom>
            <a:solidFill>
              <a:srgbClr val="DE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66">
              <a:extLst>
                <a:ext uri="{FF2B5EF4-FFF2-40B4-BE49-F238E27FC236}">
                  <a16:creationId xmlns:a16="http://schemas.microsoft.com/office/drawing/2014/main" id="{0FEFD9A0-D4D1-4FA1-8CF2-B529ED34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923"/>
              <a:ext cx="97" cy="72"/>
            </a:xfrm>
            <a:custGeom>
              <a:avLst/>
              <a:gdLst>
                <a:gd name="T0" fmla="*/ 12 w 39"/>
                <a:gd name="T1" fmla="*/ 320 h 27"/>
                <a:gd name="T2" fmla="*/ 415 w 39"/>
                <a:gd name="T3" fmla="*/ 0 h 27"/>
                <a:gd name="T4" fmla="*/ 525 w 39"/>
                <a:gd name="T5" fmla="*/ 397 h 27"/>
                <a:gd name="T6" fmla="*/ 0 w 39"/>
                <a:gd name="T7" fmla="*/ 37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7">
                  <a:moveTo>
                    <a:pt x="1" y="17"/>
                  </a:moveTo>
                  <a:cubicBezTo>
                    <a:pt x="5" y="4"/>
                    <a:pt x="26" y="18"/>
                    <a:pt x="27" y="0"/>
                  </a:cubicBezTo>
                  <a:cubicBezTo>
                    <a:pt x="31" y="4"/>
                    <a:pt x="39" y="16"/>
                    <a:pt x="34" y="21"/>
                  </a:cubicBezTo>
                  <a:cubicBezTo>
                    <a:pt x="29" y="27"/>
                    <a:pt x="10" y="15"/>
                    <a:pt x="0" y="20"/>
                  </a:cubicBezTo>
                </a:path>
              </a:pathLst>
            </a:custGeom>
            <a:solidFill>
              <a:srgbClr val="DE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67">
              <a:extLst>
                <a:ext uri="{FF2B5EF4-FFF2-40B4-BE49-F238E27FC236}">
                  <a16:creationId xmlns:a16="http://schemas.microsoft.com/office/drawing/2014/main" id="{ED2DF9AD-DF6C-4FCF-BAD7-54527D3C8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966"/>
              <a:ext cx="105" cy="45"/>
            </a:xfrm>
            <a:custGeom>
              <a:avLst/>
              <a:gdLst>
                <a:gd name="T0" fmla="*/ 0 w 42"/>
                <a:gd name="T1" fmla="*/ 111 h 17"/>
                <a:gd name="T2" fmla="*/ 658 w 4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7">
                  <a:moveTo>
                    <a:pt x="0" y="6"/>
                  </a:moveTo>
                  <a:cubicBezTo>
                    <a:pt x="17" y="0"/>
                    <a:pt x="28" y="9"/>
                    <a:pt x="42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68">
              <a:extLst>
                <a:ext uri="{FF2B5EF4-FFF2-40B4-BE49-F238E27FC236}">
                  <a16:creationId xmlns:a16="http://schemas.microsoft.com/office/drawing/2014/main" id="{27077A48-AE18-4A01-B632-178A7C6E4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955"/>
              <a:ext cx="15" cy="29"/>
            </a:xfrm>
            <a:custGeom>
              <a:avLst/>
              <a:gdLst>
                <a:gd name="T0" fmla="*/ 83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5" y="0"/>
                  </a:moveTo>
                  <a:cubicBezTo>
                    <a:pt x="6" y="7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69">
              <a:extLst>
                <a:ext uri="{FF2B5EF4-FFF2-40B4-BE49-F238E27FC236}">
                  <a16:creationId xmlns:a16="http://schemas.microsoft.com/office/drawing/2014/main" id="{2BC20A65-9023-4927-A18F-F33A67457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030"/>
              <a:ext cx="50" cy="56"/>
            </a:xfrm>
            <a:custGeom>
              <a:avLst/>
              <a:gdLst>
                <a:gd name="T0" fmla="*/ 313 w 20"/>
                <a:gd name="T1" fmla="*/ 0 h 21"/>
                <a:gd name="T2" fmla="*/ 145 w 20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9" y="9"/>
                    <a:pt x="0" y="13"/>
                    <a:pt x="9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70">
              <a:extLst>
                <a:ext uri="{FF2B5EF4-FFF2-40B4-BE49-F238E27FC236}">
                  <a16:creationId xmlns:a16="http://schemas.microsoft.com/office/drawing/2014/main" id="{49AC0821-1D0F-40F4-B472-7318686D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910"/>
              <a:ext cx="312" cy="210"/>
            </a:xfrm>
            <a:custGeom>
              <a:avLst/>
              <a:gdLst>
                <a:gd name="T0" fmla="*/ 1944 w 125"/>
                <a:gd name="T1" fmla="*/ 1449 h 79"/>
                <a:gd name="T2" fmla="*/ 1775 w 125"/>
                <a:gd name="T3" fmla="*/ 1372 h 79"/>
                <a:gd name="T4" fmla="*/ 1695 w 125"/>
                <a:gd name="T5" fmla="*/ 1018 h 79"/>
                <a:gd name="T6" fmla="*/ 1787 w 125"/>
                <a:gd name="T7" fmla="*/ 805 h 79"/>
                <a:gd name="T8" fmla="*/ 1008 w 125"/>
                <a:gd name="T9" fmla="*/ 375 h 79"/>
                <a:gd name="T10" fmla="*/ 512 w 125"/>
                <a:gd name="T11" fmla="*/ 93 h 79"/>
                <a:gd name="T12" fmla="*/ 324 w 125"/>
                <a:gd name="T13" fmla="*/ 486 h 79"/>
                <a:gd name="T14" fmla="*/ 12 w 125"/>
                <a:gd name="T15" fmla="*/ 962 h 79"/>
                <a:gd name="T16" fmla="*/ 324 w 125"/>
                <a:gd name="T17" fmla="*/ 1449 h 79"/>
                <a:gd name="T18" fmla="*/ 966 w 125"/>
                <a:gd name="T19" fmla="*/ 1292 h 79"/>
                <a:gd name="T20" fmla="*/ 1478 w 125"/>
                <a:gd name="T21" fmla="*/ 1406 h 79"/>
                <a:gd name="T22" fmla="*/ 1944 w 125"/>
                <a:gd name="T23" fmla="*/ 1462 h 79"/>
                <a:gd name="T24" fmla="*/ 1944 w 125"/>
                <a:gd name="T25" fmla="*/ 1449 h 79"/>
                <a:gd name="T26" fmla="*/ 1944 w 125"/>
                <a:gd name="T27" fmla="*/ 1449 h 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79">
                  <a:moveTo>
                    <a:pt x="125" y="77"/>
                  </a:moveTo>
                  <a:cubicBezTo>
                    <a:pt x="121" y="75"/>
                    <a:pt x="117" y="74"/>
                    <a:pt x="114" y="73"/>
                  </a:cubicBezTo>
                  <a:cubicBezTo>
                    <a:pt x="107" y="69"/>
                    <a:pt x="101" y="64"/>
                    <a:pt x="109" y="54"/>
                  </a:cubicBezTo>
                  <a:cubicBezTo>
                    <a:pt x="111" y="50"/>
                    <a:pt x="113" y="47"/>
                    <a:pt x="115" y="43"/>
                  </a:cubicBezTo>
                  <a:cubicBezTo>
                    <a:pt x="98" y="42"/>
                    <a:pt x="76" y="32"/>
                    <a:pt x="65" y="20"/>
                  </a:cubicBezTo>
                  <a:cubicBezTo>
                    <a:pt x="59" y="9"/>
                    <a:pt x="46" y="0"/>
                    <a:pt x="33" y="5"/>
                  </a:cubicBezTo>
                  <a:cubicBezTo>
                    <a:pt x="24" y="8"/>
                    <a:pt x="17" y="17"/>
                    <a:pt x="21" y="26"/>
                  </a:cubicBezTo>
                  <a:cubicBezTo>
                    <a:pt x="10" y="29"/>
                    <a:pt x="2" y="36"/>
                    <a:pt x="1" y="51"/>
                  </a:cubicBezTo>
                  <a:cubicBezTo>
                    <a:pt x="0" y="65"/>
                    <a:pt x="7" y="75"/>
                    <a:pt x="21" y="77"/>
                  </a:cubicBezTo>
                  <a:cubicBezTo>
                    <a:pt x="36" y="79"/>
                    <a:pt x="47" y="68"/>
                    <a:pt x="62" y="69"/>
                  </a:cubicBezTo>
                  <a:cubicBezTo>
                    <a:pt x="73" y="70"/>
                    <a:pt x="84" y="73"/>
                    <a:pt x="95" y="75"/>
                  </a:cubicBezTo>
                  <a:cubicBezTo>
                    <a:pt x="104" y="76"/>
                    <a:pt x="117" y="74"/>
                    <a:pt x="125" y="78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5" y="77"/>
                    <a:pt x="125" y="77"/>
                    <a:pt x="125" y="7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71">
              <a:extLst>
                <a:ext uri="{FF2B5EF4-FFF2-40B4-BE49-F238E27FC236}">
                  <a16:creationId xmlns:a16="http://schemas.microsoft.com/office/drawing/2014/main" id="{2BA022AD-2D42-45BB-B862-BCFADF20D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675"/>
              <a:ext cx="87" cy="32"/>
            </a:xfrm>
            <a:custGeom>
              <a:avLst/>
              <a:gdLst>
                <a:gd name="T0" fmla="*/ 12 w 35"/>
                <a:gd name="T1" fmla="*/ 0 h 12"/>
                <a:gd name="T2" fmla="*/ 537 w 35"/>
                <a:gd name="T3" fmla="*/ 171 h 12"/>
                <a:gd name="T4" fmla="*/ 0 w 35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1" y="0"/>
                  </a:moveTo>
                  <a:cubicBezTo>
                    <a:pt x="11" y="6"/>
                    <a:pt x="24" y="8"/>
                    <a:pt x="35" y="9"/>
                  </a:cubicBezTo>
                  <a:cubicBezTo>
                    <a:pt x="21" y="12"/>
                    <a:pt x="11" y="9"/>
                    <a:pt x="0" y="1"/>
                  </a:cubicBezTo>
                </a:path>
              </a:pathLst>
            </a:custGeom>
            <a:solidFill>
              <a:srgbClr val="FFF7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72">
              <a:extLst>
                <a:ext uri="{FF2B5EF4-FFF2-40B4-BE49-F238E27FC236}">
                  <a16:creationId xmlns:a16="http://schemas.microsoft.com/office/drawing/2014/main" id="{121DCFAC-E0CB-4C53-8160-94EF4511C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990"/>
              <a:ext cx="92" cy="48"/>
            </a:xfrm>
            <a:custGeom>
              <a:avLst/>
              <a:gdLst>
                <a:gd name="T0" fmla="*/ 0 w 37"/>
                <a:gd name="T1" fmla="*/ 0 h 18"/>
                <a:gd name="T2" fmla="*/ 569 w 37"/>
                <a:gd name="T3" fmla="*/ 307 h 18"/>
                <a:gd name="T4" fmla="*/ 30 w 37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12" y="6"/>
                    <a:pt x="24" y="16"/>
                    <a:pt x="37" y="16"/>
                  </a:cubicBezTo>
                  <a:cubicBezTo>
                    <a:pt x="28" y="18"/>
                    <a:pt x="5" y="12"/>
                    <a:pt x="2" y="1"/>
                  </a:cubicBezTo>
                </a:path>
              </a:pathLst>
            </a:custGeom>
            <a:solidFill>
              <a:srgbClr val="FFF7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73">
              <a:extLst>
                <a:ext uri="{FF2B5EF4-FFF2-40B4-BE49-F238E27FC236}">
                  <a16:creationId xmlns:a16="http://schemas.microsoft.com/office/drawing/2014/main" id="{66AF71AA-BA31-476A-BA5A-08EC9B02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000"/>
              <a:ext cx="45" cy="54"/>
            </a:xfrm>
            <a:custGeom>
              <a:avLst/>
              <a:gdLst>
                <a:gd name="T0" fmla="*/ 0 w 18"/>
                <a:gd name="T1" fmla="*/ 81 h 20"/>
                <a:gd name="T2" fmla="*/ 95 w 18"/>
                <a:gd name="T3" fmla="*/ 0 h 20"/>
                <a:gd name="T4" fmla="*/ 270 w 18"/>
                <a:gd name="T5" fmla="*/ 219 h 20"/>
                <a:gd name="T6" fmla="*/ 270 w 18"/>
                <a:gd name="T7" fmla="*/ 3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0" y="4"/>
                  </a:moveTo>
                  <a:cubicBezTo>
                    <a:pt x="2" y="2"/>
                    <a:pt x="3" y="0"/>
                    <a:pt x="6" y="0"/>
                  </a:cubicBezTo>
                  <a:cubicBezTo>
                    <a:pt x="9" y="10"/>
                    <a:pt x="2" y="19"/>
                    <a:pt x="17" y="11"/>
                  </a:cubicBezTo>
                  <a:cubicBezTo>
                    <a:pt x="17" y="13"/>
                    <a:pt x="18" y="17"/>
                    <a:pt x="17" y="20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74">
              <a:extLst>
                <a:ext uri="{FF2B5EF4-FFF2-40B4-BE49-F238E27FC236}">
                  <a16:creationId xmlns:a16="http://schemas.microsoft.com/office/drawing/2014/main" id="{FA105080-FBB7-47B5-BD8F-708C70225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875"/>
              <a:ext cx="53" cy="32"/>
            </a:xfrm>
            <a:custGeom>
              <a:avLst/>
              <a:gdLst>
                <a:gd name="T0" fmla="*/ 318 w 21"/>
                <a:gd name="T1" fmla="*/ 227 h 12"/>
                <a:gd name="T2" fmla="*/ 275 w 21"/>
                <a:gd name="T3" fmla="*/ 115 h 12"/>
                <a:gd name="T4" fmla="*/ 242 w 21"/>
                <a:gd name="T5" fmla="*/ 227 h 12"/>
                <a:gd name="T6" fmla="*/ 209 w 21"/>
                <a:gd name="T7" fmla="*/ 93 h 12"/>
                <a:gd name="T8" fmla="*/ 159 w 21"/>
                <a:gd name="T9" fmla="*/ 205 h 12"/>
                <a:gd name="T10" fmla="*/ 33 w 21"/>
                <a:gd name="T11" fmla="*/ 20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2">
                  <a:moveTo>
                    <a:pt x="20" y="12"/>
                  </a:moveTo>
                  <a:cubicBezTo>
                    <a:pt x="21" y="10"/>
                    <a:pt x="20" y="6"/>
                    <a:pt x="17" y="6"/>
                  </a:cubicBezTo>
                  <a:cubicBezTo>
                    <a:pt x="15" y="6"/>
                    <a:pt x="15" y="11"/>
                    <a:pt x="15" y="12"/>
                  </a:cubicBezTo>
                  <a:cubicBezTo>
                    <a:pt x="14" y="10"/>
                    <a:pt x="15" y="7"/>
                    <a:pt x="13" y="5"/>
                  </a:cubicBezTo>
                  <a:cubicBezTo>
                    <a:pt x="11" y="6"/>
                    <a:pt x="11" y="9"/>
                    <a:pt x="10" y="11"/>
                  </a:cubicBezTo>
                  <a:cubicBezTo>
                    <a:pt x="10" y="0"/>
                    <a:pt x="0" y="6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75">
              <a:extLst>
                <a:ext uri="{FF2B5EF4-FFF2-40B4-BE49-F238E27FC236}">
                  <a16:creationId xmlns:a16="http://schemas.microsoft.com/office/drawing/2014/main" id="{12697A0F-0BEE-4EB3-B5DD-7FDCCB61C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379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63 w 6"/>
                <a:gd name="T3" fmla="*/ 0 h 7"/>
                <a:gd name="T4" fmla="*/ 83 w 6"/>
                <a:gd name="T5" fmla="*/ 117 h 7"/>
                <a:gd name="T6" fmla="*/ 95 w 6"/>
                <a:gd name="T7" fmla="*/ 11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5" y="2"/>
                    <a:pt x="5" y="4"/>
                    <a:pt x="5" y="6"/>
                  </a:cubicBezTo>
                  <a:cubicBezTo>
                    <a:pt x="5" y="7"/>
                    <a:pt x="5" y="6"/>
                    <a:pt x="6" y="6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76">
              <a:extLst>
                <a:ext uri="{FF2B5EF4-FFF2-40B4-BE49-F238E27FC236}">
                  <a16:creationId xmlns:a16="http://schemas.microsoft.com/office/drawing/2014/main" id="{F1983654-B3A0-4AE8-B2D6-B2E3026D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384"/>
              <a:ext cx="28" cy="51"/>
            </a:xfrm>
            <a:custGeom>
              <a:avLst/>
              <a:gdLst>
                <a:gd name="T0" fmla="*/ 181 w 11"/>
                <a:gd name="T1" fmla="*/ 193 h 19"/>
                <a:gd name="T2" fmla="*/ 97 w 11"/>
                <a:gd name="T3" fmla="*/ 150 h 19"/>
                <a:gd name="T4" fmla="*/ 0 w 11"/>
                <a:gd name="T5" fmla="*/ 5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1" y="10"/>
                  </a:moveTo>
                  <a:cubicBezTo>
                    <a:pt x="10" y="3"/>
                    <a:pt x="9" y="0"/>
                    <a:pt x="6" y="8"/>
                  </a:cubicBezTo>
                  <a:cubicBezTo>
                    <a:pt x="3" y="19"/>
                    <a:pt x="4" y="6"/>
                    <a:pt x="0" y="3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77">
              <a:extLst>
                <a:ext uri="{FF2B5EF4-FFF2-40B4-BE49-F238E27FC236}">
                  <a16:creationId xmlns:a16="http://schemas.microsoft.com/office/drawing/2014/main" id="{ED5427DC-A3F2-4F31-9E05-A2DF6B391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360"/>
              <a:ext cx="2" cy="14"/>
            </a:xfrm>
            <a:custGeom>
              <a:avLst/>
              <a:gdLst>
                <a:gd name="T0" fmla="*/ 0 w 1"/>
                <a:gd name="T1" fmla="*/ 109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4"/>
                    <a:pt x="1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78">
              <a:extLst>
                <a:ext uri="{FF2B5EF4-FFF2-40B4-BE49-F238E27FC236}">
                  <a16:creationId xmlns:a16="http://schemas.microsoft.com/office/drawing/2014/main" id="{55DAE2C6-CD52-4DD2-9642-5F1DC5E25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136"/>
              <a:ext cx="23" cy="27"/>
            </a:xfrm>
            <a:custGeom>
              <a:avLst/>
              <a:gdLst>
                <a:gd name="T0" fmla="*/ 33 w 9"/>
                <a:gd name="T1" fmla="*/ 38 h 10"/>
                <a:gd name="T2" fmla="*/ 0 w 9"/>
                <a:gd name="T3" fmla="*/ 1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9" y="0"/>
                    <a:pt x="6" y="1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179">
              <a:extLst>
                <a:ext uri="{FF2B5EF4-FFF2-40B4-BE49-F238E27FC236}">
                  <a16:creationId xmlns:a16="http://schemas.microsoft.com/office/drawing/2014/main" id="{4FFD275C-316D-48C2-9937-CE8D04992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184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180">
              <a:extLst>
                <a:ext uri="{FF2B5EF4-FFF2-40B4-BE49-F238E27FC236}">
                  <a16:creationId xmlns:a16="http://schemas.microsoft.com/office/drawing/2014/main" id="{8656A7CC-0B85-4FF6-913B-31306D2CF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990"/>
              <a:ext cx="15" cy="13"/>
            </a:xfrm>
            <a:custGeom>
              <a:avLst/>
              <a:gdLst>
                <a:gd name="T0" fmla="*/ 20 w 6"/>
                <a:gd name="T1" fmla="*/ 88 h 5"/>
                <a:gd name="T2" fmla="*/ 95 w 6"/>
                <a:gd name="T3" fmla="*/ 0 h 5"/>
                <a:gd name="T4" fmla="*/ 0 w 6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5"/>
                  </a:moveTo>
                  <a:cubicBezTo>
                    <a:pt x="3" y="4"/>
                    <a:pt x="6" y="3"/>
                    <a:pt x="6" y="0"/>
                  </a:cubicBez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81">
              <a:extLst>
                <a:ext uri="{FF2B5EF4-FFF2-40B4-BE49-F238E27FC236}">
                  <a16:creationId xmlns:a16="http://schemas.microsoft.com/office/drawing/2014/main" id="{FC9F402E-9CB1-451B-A9CF-D4D50781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918"/>
              <a:ext cx="7" cy="13"/>
            </a:xfrm>
            <a:custGeom>
              <a:avLst/>
              <a:gdLst>
                <a:gd name="T0" fmla="*/ 37 w 3"/>
                <a:gd name="T1" fmla="*/ 88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5A2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182">
              <a:extLst>
                <a:ext uri="{FF2B5EF4-FFF2-40B4-BE49-F238E27FC236}">
                  <a16:creationId xmlns:a16="http://schemas.microsoft.com/office/drawing/2014/main" id="{274573A3-9C26-40DE-9995-6D385468B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448"/>
              <a:ext cx="20" cy="22"/>
            </a:xfrm>
            <a:custGeom>
              <a:avLst/>
              <a:gdLst>
                <a:gd name="T0" fmla="*/ 0 w 8"/>
                <a:gd name="T1" fmla="*/ 61 h 8"/>
                <a:gd name="T2" fmla="*/ 113 w 8"/>
                <a:gd name="T3" fmla="*/ 0 h 8"/>
                <a:gd name="T4" fmla="*/ 0 w 8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3"/>
                  </a:moveTo>
                  <a:cubicBezTo>
                    <a:pt x="2" y="2"/>
                    <a:pt x="5" y="0"/>
                    <a:pt x="7" y="0"/>
                  </a:cubicBezTo>
                  <a:cubicBezTo>
                    <a:pt x="8" y="4"/>
                    <a:pt x="2" y="7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CA8B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183">
              <a:extLst>
                <a:ext uri="{FF2B5EF4-FFF2-40B4-BE49-F238E27FC236}">
                  <a16:creationId xmlns:a16="http://schemas.microsoft.com/office/drawing/2014/main" id="{3E3707F3-25EA-4059-8F10-1B7C0B04A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3403"/>
              <a:ext cx="30" cy="29"/>
            </a:xfrm>
            <a:custGeom>
              <a:avLst/>
              <a:gdLst>
                <a:gd name="T0" fmla="*/ 95 w 12"/>
                <a:gd name="T1" fmla="*/ 0 h 11"/>
                <a:gd name="T2" fmla="*/ 0 w 12"/>
                <a:gd name="T3" fmla="*/ 111 h 11"/>
                <a:gd name="T4" fmla="*/ 158 w 12"/>
                <a:gd name="T5" fmla="*/ 55 h 11"/>
                <a:gd name="T6" fmla="*/ 50 w 12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4" y="2"/>
                    <a:pt x="0" y="2"/>
                    <a:pt x="0" y="6"/>
                  </a:cubicBezTo>
                  <a:cubicBezTo>
                    <a:pt x="3" y="6"/>
                    <a:pt x="8" y="1"/>
                    <a:pt x="10" y="3"/>
                  </a:cubicBezTo>
                  <a:cubicBezTo>
                    <a:pt x="12" y="6"/>
                    <a:pt x="5" y="11"/>
                    <a:pt x="3" y="11"/>
                  </a:cubicBezTo>
                </a:path>
              </a:pathLst>
            </a:custGeom>
            <a:noFill/>
            <a:ln w="7938" cap="flat">
              <a:solidFill>
                <a:srgbClr val="CA8B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184">
              <a:extLst>
                <a:ext uri="{FF2B5EF4-FFF2-40B4-BE49-F238E27FC236}">
                  <a16:creationId xmlns:a16="http://schemas.microsoft.com/office/drawing/2014/main" id="{9F32B0EC-9BBA-4151-8D31-9F048DC6E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3355"/>
              <a:ext cx="50" cy="35"/>
            </a:xfrm>
            <a:custGeom>
              <a:avLst/>
              <a:gdLst>
                <a:gd name="T0" fmla="*/ 113 w 20"/>
                <a:gd name="T1" fmla="*/ 0 h 13"/>
                <a:gd name="T2" fmla="*/ 0 w 20"/>
                <a:gd name="T3" fmla="*/ 137 h 13"/>
                <a:gd name="T4" fmla="*/ 188 w 20"/>
                <a:gd name="T5" fmla="*/ 81 h 13"/>
                <a:gd name="T6" fmla="*/ 113 w 20"/>
                <a:gd name="T7" fmla="*/ 197 h 13"/>
                <a:gd name="T8" fmla="*/ 250 w 20"/>
                <a:gd name="T9" fmla="*/ 137 h 13"/>
                <a:gd name="T10" fmla="*/ 220 w 20"/>
                <a:gd name="T11" fmla="*/ 25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3">
                  <a:moveTo>
                    <a:pt x="7" y="0"/>
                  </a:moveTo>
                  <a:cubicBezTo>
                    <a:pt x="5" y="2"/>
                    <a:pt x="1" y="4"/>
                    <a:pt x="0" y="7"/>
                  </a:cubicBezTo>
                  <a:cubicBezTo>
                    <a:pt x="5" y="8"/>
                    <a:pt x="8" y="4"/>
                    <a:pt x="12" y="4"/>
                  </a:cubicBezTo>
                  <a:cubicBezTo>
                    <a:pt x="11" y="6"/>
                    <a:pt x="8" y="8"/>
                    <a:pt x="7" y="10"/>
                  </a:cubicBezTo>
                  <a:cubicBezTo>
                    <a:pt x="10" y="10"/>
                    <a:pt x="13" y="6"/>
                    <a:pt x="16" y="7"/>
                  </a:cubicBezTo>
                  <a:cubicBezTo>
                    <a:pt x="20" y="8"/>
                    <a:pt x="17" y="11"/>
                    <a:pt x="14" y="13"/>
                  </a:cubicBezTo>
                </a:path>
              </a:pathLst>
            </a:custGeom>
            <a:noFill/>
            <a:ln w="7938" cap="flat">
              <a:solidFill>
                <a:srgbClr val="CA8B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185">
              <a:extLst>
                <a:ext uri="{FF2B5EF4-FFF2-40B4-BE49-F238E27FC236}">
                  <a16:creationId xmlns:a16="http://schemas.microsoft.com/office/drawing/2014/main" id="{DE9D8AA9-58C8-4B40-8EB5-15E8CB774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334"/>
              <a:ext cx="43" cy="26"/>
            </a:xfrm>
            <a:custGeom>
              <a:avLst/>
              <a:gdLst>
                <a:gd name="T0" fmla="*/ 116 w 17"/>
                <a:gd name="T1" fmla="*/ 0 h 10"/>
                <a:gd name="T2" fmla="*/ 0 w 17"/>
                <a:gd name="T3" fmla="*/ 88 h 10"/>
                <a:gd name="T4" fmla="*/ 192 w 17"/>
                <a:gd name="T5" fmla="*/ 34 h 10"/>
                <a:gd name="T6" fmla="*/ 116 w 17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7" y="0"/>
                  </a:moveTo>
                  <a:cubicBezTo>
                    <a:pt x="4" y="0"/>
                    <a:pt x="2" y="2"/>
                    <a:pt x="0" y="5"/>
                  </a:cubicBezTo>
                  <a:cubicBezTo>
                    <a:pt x="4" y="7"/>
                    <a:pt x="9" y="1"/>
                    <a:pt x="12" y="2"/>
                  </a:cubicBezTo>
                  <a:cubicBezTo>
                    <a:pt x="17" y="5"/>
                    <a:pt x="10" y="9"/>
                    <a:pt x="7" y="10"/>
                  </a:cubicBezTo>
                </a:path>
              </a:pathLst>
            </a:custGeom>
            <a:noFill/>
            <a:ln w="7938" cap="flat">
              <a:solidFill>
                <a:srgbClr val="CA8B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186">
              <a:extLst>
                <a:ext uri="{FF2B5EF4-FFF2-40B4-BE49-F238E27FC236}">
                  <a16:creationId xmlns:a16="http://schemas.microsoft.com/office/drawing/2014/main" id="{28676464-856D-4AC8-9D35-507102C88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302"/>
              <a:ext cx="20" cy="21"/>
            </a:xfrm>
            <a:custGeom>
              <a:avLst/>
              <a:gdLst>
                <a:gd name="T0" fmla="*/ 0 w 8"/>
                <a:gd name="T1" fmla="*/ 76 h 8"/>
                <a:gd name="T2" fmla="*/ 125 w 8"/>
                <a:gd name="T3" fmla="*/ 0 h 8"/>
                <a:gd name="T4" fmla="*/ 83 w 8"/>
                <a:gd name="T5" fmla="*/ 123 h 8"/>
                <a:gd name="T6" fmla="*/ 83 w 8"/>
                <a:gd name="T7" fmla="*/ 12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1" y="1"/>
                    <a:pt x="5" y="0"/>
                    <a:pt x="8" y="0"/>
                  </a:cubicBezTo>
                  <a:cubicBezTo>
                    <a:pt x="8" y="3"/>
                    <a:pt x="6" y="5"/>
                    <a:pt x="5" y="7"/>
                  </a:cubicBezTo>
                  <a:cubicBezTo>
                    <a:pt x="5" y="7"/>
                    <a:pt x="5" y="8"/>
                    <a:pt x="5" y="7"/>
                  </a:cubicBezTo>
                </a:path>
              </a:pathLst>
            </a:custGeom>
            <a:noFill/>
            <a:ln w="7938" cap="flat">
              <a:solidFill>
                <a:srgbClr val="CA8B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red-meat-steak-illustration">
            <a:extLst>
              <a:ext uri="{FF2B5EF4-FFF2-40B4-BE49-F238E27FC236}">
                <a16:creationId xmlns:a16="http://schemas.microsoft.com/office/drawing/2014/main" id="{33337401-B7EF-453F-AE3E-AB49A5E20D71}"/>
              </a:ext>
            </a:extLst>
          </p:cNvPr>
          <p:cNvGrpSpPr>
            <a:grpSpLocks/>
          </p:cNvGrpSpPr>
          <p:nvPr/>
        </p:nvGrpSpPr>
        <p:grpSpPr bwMode="auto">
          <a:xfrm>
            <a:off x="2295525" y="2046288"/>
            <a:ext cx="3805238" cy="1236662"/>
            <a:chOff x="716" y="1612"/>
            <a:chExt cx="1600" cy="520"/>
          </a:xfrm>
        </p:grpSpPr>
        <p:sp>
          <p:nvSpPr>
            <p:cNvPr id="27654" name="Freeform 188">
              <a:extLst>
                <a:ext uri="{FF2B5EF4-FFF2-40B4-BE49-F238E27FC236}">
                  <a16:creationId xmlns:a16="http://schemas.microsoft.com/office/drawing/2014/main" id="{F8091C0E-33D2-4CBD-9E12-D170BBE13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612"/>
              <a:ext cx="1600" cy="419"/>
            </a:xfrm>
            <a:custGeom>
              <a:avLst/>
              <a:gdLst>
                <a:gd name="T0" fmla="*/ 7083 w 640"/>
                <a:gd name="T1" fmla="*/ 171 h 157"/>
                <a:gd name="T2" fmla="*/ 8925 w 640"/>
                <a:gd name="T3" fmla="*/ 934 h 157"/>
                <a:gd name="T4" fmla="*/ 9208 w 640"/>
                <a:gd name="T5" fmla="*/ 2506 h 157"/>
                <a:gd name="T6" fmla="*/ 8033 w 640"/>
                <a:gd name="T7" fmla="*/ 2621 h 157"/>
                <a:gd name="T8" fmla="*/ 6845 w 640"/>
                <a:gd name="T9" fmla="*/ 2949 h 157"/>
                <a:gd name="T10" fmla="*/ 4020 w 640"/>
                <a:gd name="T11" fmla="*/ 2850 h 157"/>
                <a:gd name="T12" fmla="*/ 1050 w 640"/>
                <a:gd name="T13" fmla="*/ 2719 h 157"/>
                <a:gd name="T14" fmla="*/ 63 w 640"/>
                <a:gd name="T15" fmla="*/ 1788 h 157"/>
                <a:gd name="T16" fmla="*/ 750 w 640"/>
                <a:gd name="T17" fmla="*/ 969 h 157"/>
                <a:gd name="T18" fmla="*/ 1800 w 640"/>
                <a:gd name="T19" fmla="*/ 662 h 157"/>
                <a:gd name="T20" fmla="*/ 3625 w 640"/>
                <a:gd name="T21" fmla="*/ 21 h 157"/>
                <a:gd name="T22" fmla="*/ 4800 w 640"/>
                <a:gd name="T23" fmla="*/ 136 h 157"/>
                <a:gd name="T24" fmla="*/ 5658 w 640"/>
                <a:gd name="T25" fmla="*/ 21 h 157"/>
                <a:gd name="T26" fmla="*/ 7083 w 640"/>
                <a:gd name="T27" fmla="*/ 171 h 1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0" h="157">
                  <a:moveTo>
                    <a:pt x="453" y="9"/>
                  </a:moveTo>
                  <a:cubicBezTo>
                    <a:pt x="507" y="9"/>
                    <a:pt x="537" y="21"/>
                    <a:pt x="571" y="49"/>
                  </a:cubicBezTo>
                  <a:cubicBezTo>
                    <a:pt x="596" y="70"/>
                    <a:pt x="640" y="114"/>
                    <a:pt x="589" y="132"/>
                  </a:cubicBezTo>
                  <a:cubicBezTo>
                    <a:pt x="564" y="141"/>
                    <a:pt x="539" y="131"/>
                    <a:pt x="514" y="138"/>
                  </a:cubicBezTo>
                  <a:cubicBezTo>
                    <a:pt x="486" y="146"/>
                    <a:pt x="469" y="157"/>
                    <a:pt x="438" y="155"/>
                  </a:cubicBezTo>
                  <a:cubicBezTo>
                    <a:pt x="379" y="152"/>
                    <a:pt x="316" y="145"/>
                    <a:pt x="257" y="150"/>
                  </a:cubicBezTo>
                  <a:cubicBezTo>
                    <a:pt x="194" y="156"/>
                    <a:pt x="130" y="152"/>
                    <a:pt x="67" y="143"/>
                  </a:cubicBezTo>
                  <a:cubicBezTo>
                    <a:pt x="39" y="139"/>
                    <a:pt x="0" y="132"/>
                    <a:pt x="4" y="94"/>
                  </a:cubicBezTo>
                  <a:cubicBezTo>
                    <a:pt x="6" y="73"/>
                    <a:pt x="31" y="55"/>
                    <a:pt x="48" y="51"/>
                  </a:cubicBezTo>
                  <a:cubicBezTo>
                    <a:pt x="70" y="45"/>
                    <a:pt x="92" y="45"/>
                    <a:pt x="115" y="35"/>
                  </a:cubicBezTo>
                  <a:cubicBezTo>
                    <a:pt x="153" y="19"/>
                    <a:pt x="189" y="4"/>
                    <a:pt x="232" y="1"/>
                  </a:cubicBezTo>
                  <a:cubicBezTo>
                    <a:pt x="257" y="0"/>
                    <a:pt x="282" y="7"/>
                    <a:pt x="307" y="7"/>
                  </a:cubicBezTo>
                  <a:cubicBezTo>
                    <a:pt x="326" y="6"/>
                    <a:pt x="343" y="1"/>
                    <a:pt x="362" y="1"/>
                  </a:cubicBezTo>
                  <a:cubicBezTo>
                    <a:pt x="383" y="2"/>
                    <a:pt x="433" y="11"/>
                    <a:pt x="453" y="9"/>
                  </a:cubicBezTo>
                  <a:close/>
                </a:path>
              </a:pathLst>
            </a:custGeom>
            <a:solidFill>
              <a:srgbClr val="A82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189">
              <a:extLst>
                <a:ext uri="{FF2B5EF4-FFF2-40B4-BE49-F238E27FC236}">
                  <a16:creationId xmlns:a16="http://schemas.microsoft.com/office/drawing/2014/main" id="{1A46707E-F0C3-4678-8F48-86EDA39F5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879"/>
              <a:ext cx="1525" cy="253"/>
            </a:xfrm>
            <a:custGeom>
              <a:avLst/>
              <a:gdLst>
                <a:gd name="T0" fmla="*/ 0 w 610"/>
                <a:gd name="T1" fmla="*/ 0 h 95"/>
                <a:gd name="T2" fmla="*/ 988 w 610"/>
                <a:gd name="T3" fmla="*/ 815 h 95"/>
                <a:gd name="T4" fmla="*/ 3958 w 610"/>
                <a:gd name="T5" fmla="*/ 943 h 95"/>
                <a:gd name="T6" fmla="*/ 6783 w 610"/>
                <a:gd name="T7" fmla="*/ 1036 h 95"/>
                <a:gd name="T8" fmla="*/ 7970 w 610"/>
                <a:gd name="T9" fmla="*/ 716 h 95"/>
                <a:gd name="T10" fmla="*/ 9145 w 610"/>
                <a:gd name="T11" fmla="*/ 602 h 95"/>
                <a:gd name="T12" fmla="*/ 9520 w 610"/>
                <a:gd name="T13" fmla="*/ 136 h 95"/>
                <a:gd name="T14" fmla="*/ 9470 w 610"/>
                <a:gd name="T15" fmla="*/ 738 h 95"/>
                <a:gd name="T16" fmla="*/ 9125 w 610"/>
                <a:gd name="T17" fmla="*/ 1079 h 95"/>
                <a:gd name="T18" fmla="*/ 7958 w 610"/>
                <a:gd name="T19" fmla="*/ 1206 h 95"/>
                <a:gd name="T20" fmla="*/ 6783 w 610"/>
                <a:gd name="T21" fmla="*/ 1702 h 95"/>
                <a:gd name="T22" fmla="*/ 3938 w 610"/>
                <a:gd name="T23" fmla="*/ 1680 h 95"/>
                <a:gd name="T24" fmla="*/ 970 w 610"/>
                <a:gd name="T25" fmla="*/ 1590 h 95"/>
                <a:gd name="T26" fmla="*/ 50 w 610"/>
                <a:gd name="T27" fmla="*/ 794 h 95"/>
                <a:gd name="T28" fmla="*/ 0 w 610"/>
                <a:gd name="T29" fmla="*/ 0 h 9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0" h="95">
                  <a:moveTo>
                    <a:pt x="0" y="0"/>
                  </a:moveTo>
                  <a:cubicBezTo>
                    <a:pt x="0" y="33"/>
                    <a:pt x="37" y="39"/>
                    <a:pt x="63" y="43"/>
                  </a:cubicBezTo>
                  <a:cubicBezTo>
                    <a:pt x="126" y="52"/>
                    <a:pt x="190" y="56"/>
                    <a:pt x="253" y="50"/>
                  </a:cubicBezTo>
                  <a:cubicBezTo>
                    <a:pt x="312" y="45"/>
                    <a:pt x="375" y="52"/>
                    <a:pt x="434" y="55"/>
                  </a:cubicBezTo>
                  <a:cubicBezTo>
                    <a:pt x="465" y="57"/>
                    <a:pt x="482" y="46"/>
                    <a:pt x="510" y="38"/>
                  </a:cubicBezTo>
                  <a:cubicBezTo>
                    <a:pt x="535" y="31"/>
                    <a:pt x="560" y="41"/>
                    <a:pt x="585" y="32"/>
                  </a:cubicBezTo>
                  <a:cubicBezTo>
                    <a:pt x="602" y="26"/>
                    <a:pt x="609" y="17"/>
                    <a:pt x="609" y="7"/>
                  </a:cubicBezTo>
                  <a:cubicBezTo>
                    <a:pt x="609" y="13"/>
                    <a:pt x="610" y="27"/>
                    <a:pt x="606" y="39"/>
                  </a:cubicBezTo>
                  <a:cubicBezTo>
                    <a:pt x="604" y="46"/>
                    <a:pt x="597" y="53"/>
                    <a:pt x="584" y="57"/>
                  </a:cubicBezTo>
                  <a:cubicBezTo>
                    <a:pt x="559" y="66"/>
                    <a:pt x="534" y="57"/>
                    <a:pt x="509" y="64"/>
                  </a:cubicBezTo>
                  <a:cubicBezTo>
                    <a:pt x="481" y="72"/>
                    <a:pt x="465" y="92"/>
                    <a:pt x="434" y="90"/>
                  </a:cubicBezTo>
                  <a:cubicBezTo>
                    <a:pt x="375" y="87"/>
                    <a:pt x="311" y="84"/>
                    <a:pt x="252" y="89"/>
                  </a:cubicBezTo>
                  <a:cubicBezTo>
                    <a:pt x="189" y="95"/>
                    <a:pt x="125" y="93"/>
                    <a:pt x="62" y="84"/>
                  </a:cubicBezTo>
                  <a:cubicBezTo>
                    <a:pt x="39" y="81"/>
                    <a:pt x="11" y="65"/>
                    <a:pt x="3" y="42"/>
                  </a:cubicBezTo>
                  <a:cubicBezTo>
                    <a:pt x="0" y="3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F0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190">
              <a:extLst>
                <a:ext uri="{FF2B5EF4-FFF2-40B4-BE49-F238E27FC236}">
                  <a16:creationId xmlns:a16="http://schemas.microsoft.com/office/drawing/2014/main" id="{F9C988B4-6E75-4270-AB6F-2CFC99613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975"/>
              <a:ext cx="185" cy="125"/>
            </a:xfrm>
            <a:custGeom>
              <a:avLst/>
              <a:gdLst>
                <a:gd name="T0" fmla="*/ 83 w 74"/>
                <a:gd name="T1" fmla="*/ 431 h 47"/>
                <a:gd name="T2" fmla="*/ 83 w 74"/>
                <a:gd name="T3" fmla="*/ 827 h 47"/>
                <a:gd name="T4" fmla="*/ 408 w 74"/>
                <a:gd name="T5" fmla="*/ 678 h 47"/>
                <a:gd name="T6" fmla="*/ 770 w 74"/>
                <a:gd name="T7" fmla="*/ 489 h 47"/>
                <a:gd name="T8" fmla="*/ 1158 w 74"/>
                <a:gd name="T9" fmla="*/ 340 h 47"/>
                <a:gd name="T10" fmla="*/ 1113 w 74"/>
                <a:gd name="T11" fmla="*/ 226 h 47"/>
                <a:gd name="T12" fmla="*/ 1125 w 74"/>
                <a:gd name="T13" fmla="*/ 93 h 47"/>
                <a:gd name="T14" fmla="*/ 908 w 74"/>
                <a:gd name="T15" fmla="*/ 114 h 47"/>
                <a:gd name="T16" fmla="*/ 270 w 74"/>
                <a:gd name="T17" fmla="*/ 37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47">
                  <a:moveTo>
                    <a:pt x="5" y="23"/>
                  </a:moveTo>
                  <a:cubicBezTo>
                    <a:pt x="10" y="29"/>
                    <a:pt x="0" y="39"/>
                    <a:pt x="5" y="44"/>
                  </a:cubicBezTo>
                  <a:cubicBezTo>
                    <a:pt x="9" y="47"/>
                    <a:pt x="23" y="39"/>
                    <a:pt x="26" y="36"/>
                  </a:cubicBezTo>
                  <a:cubicBezTo>
                    <a:pt x="33" y="30"/>
                    <a:pt x="40" y="29"/>
                    <a:pt x="49" y="26"/>
                  </a:cubicBezTo>
                  <a:cubicBezTo>
                    <a:pt x="58" y="23"/>
                    <a:pt x="65" y="20"/>
                    <a:pt x="74" y="18"/>
                  </a:cubicBezTo>
                  <a:cubicBezTo>
                    <a:pt x="72" y="17"/>
                    <a:pt x="71" y="15"/>
                    <a:pt x="71" y="12"/>
                  </a:cubicBezTo>
                  <a:cubicBezTo>
                    <a:pt x="70" y="11"/>
                    <a:pt x="72" y="6"/>
                    <a:pt x="72" y="5"/>
                  </a:cubicBezTo>
                  <a:cubicBezTo>
                    <a:pt x="70" y="0"/>
                    <a:pt x="62" y="5"/>
                    <a:pt x="58" y="6"/>
                  </a:cubicBezTo>
                  <a:cubicBezTo>
                    <a:pt x="44" y="10"/>
                    <a:pt x="30" y="15"/>
                    <a:pt x="17" y="20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191">
              <a:extLst>
                <a:ext uri="{FF2B5EF4-FFF2-40B4-BE49-F238E27FC236}">
                  <a16:creationId xmlns:a16="http://schemas.microsoft.com/office/drawing/2014/main" id="{07E558E3-349F-448C-A1F5-26F873910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937"/>
              <a:ext cx="115" cy="88"/>
            </a:xfrm>
            <a:custGeom>
              <a:avLst/>
              <a:gdLst>
                <a:gd name="T0" fmla="*/ 283 w 46"/>
                <a:gd name="T1" fmla="*/ 307 h 33"/>
                <a:gd name="T2" fmla="*/ 0 w 46"/>
                <a:gd name="T3" fmla="*/ 605 h 33"/>
                <a:gd name="T4" fmla="*/ 550 w 46"/>
                <a:gd name="T5" fmla="*/ 477 h 33"/>
                <a:gd name="T6" fmla="*/ 720 w 46"/>
                <a:gd name="T7" fmla="*/ 0 h 33"/>
                <a:gd name="T8" fmla="*/ 300 w 46"/>
                <a:gd name="T9" fmla="*/ 26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3">
                  <a:moveTo>
                    <a:pt x="18" y="16"/>
                  </a:moveTo>
                  <a:cubicBezTo>
                    <a:pt x="21" y="26"/>
                    <a:pt x="5" y="28"/>
                    <a:pt x="0" y="32"/>
                  </a:cubicBezTo>
                  <a:cubicBezTo>
                    <a:pt x="12" y="32"/>
                    <a:pt x="25" y="33"/>
                    <a:pt x="35" y="25"/>
                  </a:cubicBezTo>
                  <a:cubicBezTo>
                    <a:pt x="42" y="20"/>
                    <a:pt x="45" y="9"/>
                    <a:pt x="46" y="0"/>
                  </a:cubicBezTo>
                  <a:cubicBezTo>
                    <a:pt x="38" y="10"/>
                    <a:pt x="31" y="12"/>
                    <a:pt x="19" y="14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192">
              <a:extLst>
                <a:ext uri="{FF2B5EF4-FFF2-40B4-BE49-F238E27FC236}">
                  <a16:creationId xmlns:a16="http://schemas.microsoft.com/office/drawing/2014/main" id="{7575752B-C681-4942-86D4-0F56167E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017"/>
              <a:ext cx="338" cy="102"/>
            </a:xfrm>
            <a:custGeom>
              <a:avLst/>
              <a:gdLst>
                <a:gd name="T0" fmla="*/ 0 w 135"/>
                <a:gd name="T1" fmla="*/ 698 h 38"/>
                <a:gd name="T2" fmla="*/ 426 w 135"/>
                <a:gd name="T3" fmla="*/ 676 h 38"/>
                <a:gd name="T4" fmla="*/ 959 w 135"/>
                <a:gd name="T5" fmla="*/ 655 h 38"/>
                <a:gd name="T6" fmla="*/ 1430 w 135"/>
                <a:gd name="T7" fmla="*/ 642 h 38"/>
                <a:gd name="T8" fmla="*/ 2101 w 135"/>
                <a:gd name="T9" fmla="*/ 518 h 38"/>
                <a:gd name="T10" fmla="*/ 2101 w 135"/>
                <a:gd name="T11" fmla="*/ 137 h 38"/>
                <a:gd name="T12" fmla="*/ 1993 w 135"/>
                <a:gd name="T13" fmla="*/ 0 h 38"/>
                <a:gd name="T14" fmla="*/ 1660 w 135"/>
                <a:gd name="T15" fmla="*/ 56 h 38"/>
                <a:gd name="T16" fmla="*/ 1442 w 135"/>
                <a:gd name="T17" fmla="*/ 94 h 38"/>
                <a:gd name="T18" fmla="*/ 1272 w 135"/>
                <a:gd name="T19" fmla="*/ 115 h 38"/>
                <a:gd name="T20" fmla="*/ 909 w 135"/>
                <a:gd name="T21" fmla="*/ 483 h 38"/>
                <a:gd name="T22" fmla="*/ 20 w 135"/>
                <a:gd name="T23" fmla="*/ 698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38">
                  <a:moveTo>
                    <a:pt x="0" y="36"/>
                  </a:moveTo>
                  <a:cubicBezTo>
                    <a:pt x="8" y="38"/>
                    <a:pt x="18" y="35"/>
                    <a:pt x="27" y="35"/>
                  </a:cubicBezTo>
                  <a:cubicBezTo>
                    <a:pt x="39" y="35"/>
                    <a:pt x="50" y="35"/>
                    <a:pt x="61" y="34"/>
                  </a:cubicBezTo>
                  <a:cubicBezTo>
                    <a:pt x="71" y="34"/>
                    <a:pt x="81" y="34"/>
                    <a:pt x="91" y="33"/>
                  </a:cubicBezTo>
                  <a:cubicBezTo>
                    <a:pt x="105" y="30"/>
                    <a:pt x="120" y="30"/>
                    <a:pt x="134" y="27"/>
                  </a:cubicBezTo>
                  <a:cubicBezTo>
                    <a:pt x="127" y="21"/>
                    <a:pt x="132" y="13"/>
                    <a:pt x="134" y="7"/>
                  </a:cubicBezTo>
                  <a:cubicBezTo>
                    <a:pt x="135" y="1"/>
                    <a:pt x="133" y="1"/>
                    <a:pt x="127" y="0"/>
                  </a:cubicBezTo>
                  <a:cubicBezTo>
                    <a:pt x="120" y="0"/>
                    <a:pt x="113" y="3"/>
                    <a:pt x="106" y="3"/>
                  </a:cubicBezTo>
                  <a:cubicBezTo>
                    <a:pt x="101" y="4"/>
                    <a:pt x="97" y="5"/>
                    <a:pt x="92" y="5"/>
                  </a:cubicBezTo>
                  <a:cubicBezTo>
                    <a:pt x="88" y="6"/>
                    <a:pt x="84" y="5"/>
                    <a:pt x="81" y="6"/>
                  </a:cubicBezTo>
                  <a:cubicBezTo>
                    <a:pt x="85" y="15"/>
                    <a:pt x="64" y="23"/>
                    <a:pt x="58" y="25"/>
                  </a:cubicBezTo>
                  <a:cubicBezTo>
                    <a:pt x="40" y="32"/>
                    <a:pt x="19" y="36"/>
                    <a:pt x="1" y="36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193">
              <a:extLst>
                <a:ext uri="{FF2B5EF4-FFF2-40B4-BE49-F238E27FC236}">
                  <a16:creationId xmlns:a16="http://schemas.microsoft.com/office/drawing/2014/main" id="{D8AB8C45-68DA-4166-B954-117865B6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023"/>
              <a:ext cx="260" cy="77"/>
            </a:xfrm>
            <a:custGeom>
              <a:avLst/>
              <a:gdLst>
                <a:gd name="T0" fmla="*/ 863 w 104"/>
                <a:gd name="T1" fmla="*/ 0 h 29"/>
                <a:gd name="T2" fmla="*/ 1625 w 104"/>
                <a:gd name="T3" fmla="*/ 486 h 29"/>
                <a:gd name="T4" fmla="*/ 1425 w 104"/>
                <a:gd name="T5" fmla="*/ 520 h 29"/>
                <a:gd name="T6" fmla="*/ 1125 w 104"/>
                <a:gd name="T7" fmla="*/ 486 h 29"/>
                <a:gd name="T8" fmla="*/ 800 w 104"/>
                <a:gd name="T9" fmla="*/ 507 h 29"/>
                <a:gd name="T10" fmla="*/ 500 w 104"/>
                <a:gd name="T11" fmla="*/ 486 h 29"/>
                <a:gd name="T12" fmla="*/ 0 w 104"/>
                <a:gd name="T13" fmla="*/ 50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9">
                  <a:moveTo>
                    <a:pt x="55" y="0"/>
                  </a:moveTo>
                  <a:cubicBezTo>
                    <a:pt x="58" y="22"/>
                    <a:pt x="88" y="21"/>
                    <a:pt x="104" y="26"/>
                  </a:cubicBezTo>
                  <a:cubicBezTo>
                    <a:pt x="101" y="29"/>
                    <a:pt x="94" y="28"/>
                    <a:pt x="91" y="28"/>
                  </a:cubicBezTo>
                  <a:cubicBezTo>
                    <a:pt x="84" y="28"/>
                    <a:pt x="78" y="27"/>
                    <a:pt x="72" y="26"/>
                  </a:cubicBezTo>
                  <a:cubicBezTo>
                    <a:pt x="65" y="25"/>
                    <a:pt x="59" y="27"/>
                    <a:pt x="51" y="27"/>
                  </a:cubicBezTo>
                  <a:cubicBezTo>
                    <a:pt x="45" y="28"/>
                    <a:pt x="39" y="26"/>
                    <a:pt x="32" y="26"/>
                  </a:cubicBezTo>
                  <a:cubicBezTo>
                    <a:pt x="21" y="25"/>
                    <a:pt x="10" y="27"/>
                    <a:pt x="0" y="27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194">
              <a:extLst>
                <a:ext uri="{FF2B5EF4-FFF2-40B4-BE49-F238E27FC236}">
                  <a16:creationId xmlns:a16="http://schemas.microsoft.com/office/drawing/2014/main" id="{DE41E4D3-38CF-439D-B53E-3D7C8E07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761"/>
              <a:ext cx="55" cy="195"/>
            </a:xfrm>
            <a:custGeom>
              <a:avLst/>
              <a:gdLst>
                <a:gd name="T0" fmla="*/ 20 w 22"/>
                <a:gd name="T1" fmla="*/ 1392 h 73"/>
                <a:gd name="T2" fmla="*/ 50 w 22"/>
                <a:gd name="T3" fmla="*/ 1028 h 73"/>
                <a:gd name="T4" fmla="*/ 175 w 22"/>
                <a:gd name="T5" fmla="*/ 684 h 73"/>
                <a:gd name="T6" fmla="*/ 220 w 22"/>
                <a:gd name="T7" fmla="*/ 307 h 73"/>
                <a:gd name="T8" fmla="*/ 333 w 22"/>
                <a:gd name="T9" fmla="*/ 0 h 73"/>
                <a:gd name="T10" fmla="*/ 333 w 22"/>
                <a:gd name="T11" fmla="*/ 206 h 73"/>
                <a:gd name="T12" fmla="*/ 300 w 22"/>
                <a:gd name="T13" fmla="*/ 550 h 73"/>
                <a:gd name="T14" fmla="*/ 188 w 22"/>
                <a:gd name="T15" fmla="*/ 1028 h 73"/>
                <a:gd name="T16" fmla="*/ 20 w 22"/>
                <a:gd name="T17" fmla="*/ 1392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73">
                  <a:moveTo>
                    <a:pt x="1" y="73"/>
                  </a:moveTo>
                  <a:cubicBezTo>
                    <a:pt x="2" y="67"/>
                    <a:pt x="0" y="59"/>
                    <a:pt x="3" y="54"/>
                  </a:cubicBezTo>
                  <a:cubicBezTo>
                    <a:pt x="7" y="48"/>
                    <a:pt x="9" y="43"/>
                    <a:pt x="11" y="36"/>
                  </a:cubicBezTo>
                  <a:cubicBezTo>
                    <a:pt x="12" y="29"/>
                    <a:pt x="11" y="23"/>
                    <a:pt x="14" y="16"/>
                  </a:cubicBezTo>
                  <a:cubicBezTo>
                    <a:pt x="16" y="11"/>
                    <a:pt x="19" y="5"/>
                    <a:pt x="21" y="0"/>
                  </a:cubicBezTo>
                  <a:cubicBezTo>
                    <a:pt x="21" y="3"/>
                    <a:pt x="22" y="6"/>
                    <a:pt x="21" y="11"/>
                  </a:cubicBezTo>
                  <a:cubicBezTo>
                    <a:pt x="21" y="17"/>
                    <a:pt x="18" y="22"/>
                    <a:pt x="19" y="29"/>
                  </a:cubicBezTo>
                  <a:cubicBezTo>
                    <a:pt x="20" y="39"/>
                    <a:pt x="17" y="44"/>
                    <a:pt x="12" y="54"/>
                  </a:cubicBezTo>
                  <a:cubicBezTo>
                    <a:pt x="9" y="60"/>
                    <a:pt x="2" y="66"/>
                    <a:pt x="1" y="73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195">
              <a:extLst>
                <a:ext uri="{FF2B5EF4-FFF2-40B4-BE49-F238E27FC236}">
                  <a16:creationId xmlns:a16="http://schemas.microsoft.com/office/drawing/2014/main" id="{31CE87B1-6B6F-43BF-95E9-F88207AD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668"/>
              <a:ext cx="130" cy="315"/>
            </a:xfrm>
            <a:custGeom>
              <a:avLst/>
              <a:gdLst>
                <a:gd name="T0" fmla="*/ 0 w 52"/>
                <a:gd name="T1" fmla="*/ 2245 h 118"/>
                <a:gd name="T2" fmla="*/ 270 w 52"/>
                <a:gd name="T3" fmla="*/ 1618 h 118"/>
                <a:gd name="T4" fmla="*/ 438 w 52"/>
                <a:gd name="T5" fmla="*/ 948 h 118"/>
                <a:gd name="T6" fmla="*/ 813 w 52"/>
                <a:gd name="T7" fmla="*/ 0 h 118"/>
                <a:gd name="T8" fmla="*/ 675 w 52"/>
                <a:gd name="T9" fmla="*/ 478 h 118"/>
                <a:gd name="T10" fmla="*/ 563 w 52"/>
                <a:gd name="T11" fmla="*/ 876 h 118"/>
                <a:gd name="T12" fmla="*/ 583 w 52"/>
                <a:gd name="T13" fmla="*/ 1196 h 118"/>
                <a:gd name="T14" fmla="*/ 363 w 52"/>
                <a:gd name="T15" fmla="*/ 1674 h 118"/>
                <a:gd name="T16" fmla="*/ 0 w 52"/>
                <a:gd name="T17" fmla="*/ 2224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18">
                  <a:moveTo>
                    <a:pt x="0" y="118"/>
                  </a:moveTo>
                  <a:cubicBezTo>
                    <a:pt x="6" y="110"/>
                    <a:pt x="12" y="98"/>
                    <a:pt x="17" y="85"/>
                  </a:cubicBezTo>
                  <a:cubicBezTo>
                    <a:pt x="22" y="74"/>
                    <a:pt x="26" y="61"/>
                    <a:pt x="28" y="50"/>
                  </a:cubicBezTo>
                  <a:cubicBezTo>
                    <a:pt x="31" y="35"/>
                    <a:pt x="40" y="11"/>
                    <a:pt x="52" y="0"/>
                  </a:cubicBezTo>
                  <a:cubicBezTo>
                    <a:pt x="46" y="7"/>
                    <a:pt x="45" y="16"/>
                    <a:pt x="43" y="25"/>
                  </a:cubicBezTo>
                  <a:cubicBezTo>
                    <a:pt x="42" y="32"/>
                    <a:pt x="37" y="40"/>
                    <a:pt x="36" y="46"/>
                  </a:cubicBezTo>
                  <a:cubicBezTo>
                    <a:pt x="35" y="52"/>
                    <a:pt x="38" y="56"/>
                    <a:pt x="37" y="63"/>
                  </a:cubicBezTo>
                  <a:cubicBezTo>
                    <a:pt x="36" y="71"/>
                    <a:pt x="28" y="82"/>
                    <a:pt x="23" y="88"/>
                  </a:cubicBezTo>
                  <a:cubicBezTo>
                    <a:pt x="15" y="99"/>
                    <a:pt x="9" y="104"/>
                    <a:pt x="0" y="117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196">
              <a:extLst>
                <a:ext uri="{FF2B5EF4-FFF2-40B4-BE49-F238E27FC236}">
                  <a16:creationId xmlns:a16="http://schemas.microsoft.com/office/drawing/2014/main" id="{E45EB327-8339-4382-92E9-591FF533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620"/>
              <a:ext cx="175" cy="384"/>
            </a:xfrm>
            <a:custGeom>
              <a:avLst/>
              <a:gdLst>
                <a:gd name="T0" fmla="*/ 0 w 70"/>
                <a:gd name="T1" fmla="*/ 2731 h 144"/>
                <a:gd name="T2" fmla="*/ 550 w 70"/>
                <a:gd name="T3" fmla="*/ 1045 h 144"/>
                <a:gd name="T4" fmla="*/ 1095 w 70"/>
                <a:gd name="T5" fmla="*/ 0 h 144"/>
                <a:gd name="T6" fmla="*/ 563 w 70"/>
                <a:gd name="T7" fmla="*/ 1651 h 144"/>
                <a:gd name="T8" fmla="*/ 363 w 70"/>
                <a:gd name="T9" fmla="*/ 2424 h 144"/>
                <a:gd name="T10" fmla="*/ 0 w 70"/>
                <a:gd name="T11" fmla="*/ 2731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44">
                  <a:moveTo>
                    <a:pt x="0" y="144"/>
                  </a:moveTo>
                  <a:cubicBezTo>
                    <a:pt x="29" y="127"/>
                    <a:pt x="26" y="82"/>
                    <a:pt x="35" y="55"/>
                  </a:cubicBezTo>
                  <a:cubicBezTo>
                    <a:pt x="42" y="34"/>
                    <a:pt x="51" y="13"/>
                    <a:pt x="70" y="0"/>
                  </a:cubicBezTo>
                  <a:cubicBezTo>
                    <a:pt x="49" y="19"/>
                    <a:pt x="42" y="61"/>
                    <a:pt x="36" y="87"/>
                  </a:cubicBezTo>
                  <a:cubicBezTo>
                    <a:pt x="32" y="101"/>
                    <a:pt x="34" y="117"/>
                    <a:pt x="23" y="128"/>
                  </a:cubicBezTo>
                  <a:cubicBezTo>
                    <a:pt x="17" y="135"/>
                    <a:pt x="6" y="138"/>
                    <a:pt x="0" y="144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197">
              <a:extLst>
                <a:ext uri="{FF2B5EF4-FFF2-40B4-BE49-F238E27FC236}">
                  <a16:creationId xmlns:a16="http://schemas.microsoft.com/office/drawing/2014/main" id="{62B1F462-B39D-4EF6-981B-95E1C3385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636"/>
              <a:ext cx="120" cy="360"/>
            </a:xfrm>
            <a:custGeom>
              <a:avLst/>
              <a:gdLst>
                <a:gd name="T0" fmla="*/ 0 w 48"/>
                <a:gd name="T1" fmla="*/ 2539 h 135"/>
                <a:gd name="T2" fmla="*/ 300 w 48"/>
                <a:gd name="T3" fmla="*/ 1024 h 135"/>
                <a:gd name="T4" fmla="*/ 750 w 48"/>
                <a:gd name="T5" fmla="*/ 0 h 135"/>
                <a:gd name="T6" fmla="*/ 520 w 48"/>
                <a:gd name="T7" fmla="*/ 717 h 135"/>
                <a:gd name="T8" fmla="*/ 333 w 48"/>
                <a:gd name="T9" fmla="*/ 1400 h 135"/>
                <a:gd name="T10" fmla="*/ 250 w 48"/>
                <a:gd name="T11" fmla="*/ 2048 h 135"/>
                <a:gd name="T12" fmla="*/ 0 w 48"/>
                <a:gd name="T13" fmla="*/ 256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35">
                  <a:moveTo>
                    <a:pt x="0" y="134"/>
                  </a:moveTo>
                  <a:cubicBezTo>
                    <a:pt x="16" y="109"/>
                    <a:pt x="6" y="82"/>
                    <a:pt x="19" y="54"/>
                  </a:cubicBezTo>
                  <a:cubicBezTo>
                    <a:pt x="28" y="35"/>
                    <a:pt x="36" y="17"/>
                    <a:pt x="48" y="0"/>
                  </a:cubicBezTo>
                  <a:cubicBezTo>
                    <a:pt x="40" y="11"/>
                    <a:pt x="39" y="26"/>
                    <a:pt x="33" y="38"/>
                  </a:cubicBezTo>
                  <a:cubicBezTo>
                    <a:pt x="27" y="51"/>
                    <a:pt x="23" y="60"/>
                    <a:pt x="21" y="74"/>
                  </a:cubicBezTo>
                  <a:cubicBezTo>
                    <a:pt x="19" y="85"/>
                    <a:pt x="17" y="97"/>
                    <a:pt x="16" y="108"/>
                  </a:cubicBezTo>
                  <a:cubicBezTo>
                    <a:pt x="14" y="123"/>
                    <a:pt x="5" y="124"/>
                    <a:pt x="0" y="135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198">
              <a:extLst>
                <a:ext uri="{FF2B5EF4-FFF2-40B4-BE49-F238E27FC236}">
                  <a16:creationId xmlns:a16="http://schemas.microsoft.com/office/drawing/2014/main" id="{67FB5E2E-401B-470A-A650-DBF633900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737"/>
              <a:ext cx="1130" cy="72"/>
            </a:xfrm>
            <a:custGeom>
              <a:avLst/>
              <a:gdLst>
                <a:gd name="T0" fmla="*/ 0 w 452"/>
                <a:gd name="T1" fmla="*/ 477 h 27"/>
                <a:gd name="T2" fmla="*/ 783 w 452"/>
                <a:gd name="T3" fmla="*/ 264 h 27"/>
                <a:gd name="T4" fmla="*/ 1813 w 452"/>
                <a:gd name="T5" fmla="*/ 56 h 27"/>
                <a:gd name="T6" fmla="*/ 2738 w 452"/>
                <a:gd name="T7" fmla="*/ 192 h 27"/>
                <a:gd name="T8" fmla="*/ 3750 w 452"/>
                <a:gd name="T9" fmla="*/ 56 h 27"/>
                <a:gd name="T10" fmla="*/ 5625 w 452"/>
                <a:gd name="T11" fmla="*/ 21 h 27"/>
                <a:gd name="T12" fmla="*/ 6658 w 452"/>
                <a:gd name="T13" fmla="*/ 93 h 27"/>
                <a:gd name="T14" fmla="*/ 7063 w 452"/>
                <a:gd name="T15" fmla="*/ 149 h 27"/>
                <a:gd name="T16" fmla="*/ 5625 w 452"/>
                <a:gd name="T17" fmla="*/ 115 h 27"/>
                <a:gd name="T18" fmla="*/ 4125 w 452"/>
                <a:gd name="T19" fmla="*/ 192 h 27"/>
                <a:gd name="T20" fmla="*/ 2613 w 452"/>
                <a:gd name="T21" fmla="*/ 285 h 27"/>
                <a:gd name="T22" fmla="*/ 1250 w 452"/>
                <a:gd name="T23" fmla="*/ 227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2" h="27">
                  <a:moveTo>
                    <a:pt x="0" y="25"/>
                  </a:moveTo>
                  <a:cubicBezTo>
                    <a:pt x="15" y="27"/>
                    <a:pt x="35" y="18"/>
                    <a:pt x="50" y="14"/>
                  </a:cubicBezTo>
                  <a:cubicBezTo>
                    <a:pt x="71" y="9"/>
                    <a:pt x="94" y="4"/>
                    <a:pt x="116" y="3"/>
                  </a:cubicBezTo>
                  <a:cubicBezTo>
                    <a:pt x="137" y="3"/>
                    <a:pt x="155" y="10"/>
                    <a:pt x="175" y="10"/>
                  </a:cubicBezTo>
                  <a:cubicBezTo>
                    <a:pt x="196" y="10"/>
                    <a:pt x="219" y="5"/>
                    <a:pt x="240" y="3"/>
                  </a:cubicBezTo>
                  <a:cubicBezTo>
                    <a:pt x="280" y="1"/>
                    <a:pt x="320" y="4"/>
                    <a:pt x="360" y="1"/>
                  </a:cubicBezTo>
                  <a:cubicBezTo>
                    <a:pt x="383" y="0"/>
                    <a:pt x="404" y="0"/>
                    <a:pt x="426" y="5"/>
                  </a:cubicBezTo>
                  <a:cubicBezTo>
                    <a:pt x="436" y="7"/>
                    <a:pt x="442" y="10"/>
                    <a:pt x="452" y="8"/>
                  </a:cubicBezTo>
                  <a:cubicBezTo>
                    <a:pt x="423" y="18"/>
                    <a:pt x="390" y="7"/>
                    <a:pt x="360" y="6"/>
                  </a:cubicBezTo>
                  <a:cubicBezTo>
                    <a:pt x="328" y="6"/>
                    <a:pt x="296" y="7"/>
                    <a:pt x="264" y="10"/>
                  </a:cubicBezTo>
                  <a:cubicBezTo>
                    <a:pt x="233" y="13"/>
                    <a:pt x="198" y="17"/>
                    <a:pt x="167" y="15"/>
                  </a:cubicBezTo>
                  <a:cubicBezTo>
                    <a:pt x="139" y="12"/>
                    <a:pt x="108" y="7"/>
                    <a:pt x="80" y="12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199">
              <a:extLst>
                <a:ext uri="{FF2B5EF4-FFF2-40B4-BE49-F238E27FC236}">
                  <a16:creationId xmlns:a16="http://schemas.microsoft.com/office/drawing/2014/main" id="{DABD3D1B-408F-410F-BBC8-80C6411F5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815"/>
              <a:ext cx="1343" cy="64"/>
            </a:xfrm>
            <a:custGeom>
              <a:avLst/>
              <a:gdLst>
                <a:gd name="T0" fmla="*/ 0 w 537"/>
                <a:gd name="T1" fmla="*/ 227 h 24"/>
                <a:gd name="T2" fmla="*/ 625 w 537"/>
                <a:gd name="T3" fmla="*/ 227 h 24"/>
                <a:gd name="T4" fmla="*/ 1521 w 537"/>
                <a:gd name="T5" fmla="*/ 149 h 24"/>
                <a:gd name="T6" fmla="*/ 2721 w 537"/>
                <a:gd name="T7" fmla="*/ 248 h 24"/>
                <a:gd name="T8" fmla="*/ 5147 w 537"/>
                <a:gd name="T9" fmla="*/ 77 h 24"/>
                <a:gd name="T10" fmla="*/ 6630 w 537"/>
                <a:gd name="T11" fmla="*/ 93 h 24"/>
                <a:gd name="T12" fmla="*/ 7380 w 537"/>
                <a:gd name="T13" fmla="*/ 227 h 24"/>
                <a:gd name="T14" fmla="*/ 8401 w 537"/>
                <a:gd name="T15" fmla="*/ 435 h 24"/>
                <a:gd name="T16" fmla="*/ 8025 w 537"/>
                <a:gd name="T17" fmla="*/ 307 h 24"/>
                <a:gd name="T18" fmla="*/ 7463 w 537"/>
                <a:gd name="T19" fmla="*/ 307 h 24"/>
                <a:gd name="T20" fmla="*/ 6460 w 537"/>
                <a:gd name="T21" fmla="*/ 307 h 24"/>
                <a:gd name="T22" fmla="*/ 4254 w 537"/>
                <a:gd name="T23" fmla="*/ 341 h 24"/>
                <a:gd name="T24" fmla="*/ 2346 w 537"/>
                <a:gd name="T25" fmla="*/ 307 h 24"/>
                <a:gd name="T26" fmla="*/ 1458 w 537"/>
                <a:gd name="T27" fmla="*/ 376 h 24"/>
                <a:gd name="T28" fmla="*/ 1000 w 537"/>
                <a:gd name="T29" fmla="*/ 320 h 24"/>
                <a:gd name="T30" fmla="*/ 533 w 537"/>
                <a:gd name="T31" fmla="*/ 376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7" h="24">
                  <a:moveTo>
                    <a:pt x="0" y="12"/>
                  </a:moveTo>
                  <a:cubicBezTo>
                    <a:pt x="12" y="16"/>
                    <a:pt x="27" y="12"/>
                    <a:pt x="40" y="12"/>
                  </a:cubicBezTo>
                  <a:cubicBezTo>
                    <a:pt x="59" y="11"/>
                    <a:pt x="77" y="10"/>
                    <a:pt x="97" y="8"/>
                  </a:cubicBezTo>
                  <a:cubicBezTo>
                    <a:pt x="123" y="5"/>
                    <a:pt x="148" y="11"/>
                    <a:pt x="174" y="13"/>
                  </a:cubicBezTo>
                  <a:cubicBezTo>
                    <a:pt x="226" y="17"/>
                    <a:pt x="277" y="11"/>
                    <a:pt x="329" y="4"/>
                  </a:cubicBezTo>
                  <a:cubicBezTo>
                    <a:pt x="361" y="0"/>
                    <a:pt x="392" y="2"/>
                    <a:pt x="424" y="5"/>
                  </a:cubicBezTo>
                  <a:cubicBezTo>
                    <a:pt x="441" y="7"/>
                    <a:pt x="455" y="12"/>
                    <a:pt x="472" y="12"/>
                  </a:cubicBezTo>
                  <a:cubicBezTo>
                    <a:pt x="485" y="12"/>
                    <a:pt x="535" y="4"/>
                    <a:pt x="537" y="23"/>
                  </a:cubicBezTo>
                  <a:cubicBezTo>
                    <a:pt x="528" y="22"/>
                    <a:pt x="522" y="17"/>
                    <a:pt x="513" y="16"/>
                  </a:cubicBezTo>
                  <a:cubicBezTo>
                    <a:pt x="502" y="15"/>
                    <a:pt x="488" y="15"/>
                    <a:pt x="477" y="16"/>
                  </a:cubicBezTo>
                  <a:cubicBezTo>
                    <a:pt x="456" y="17"/>
                    <a:pt x="433" y="21"/>
                    <a:pt x="413" y="16"/>
                  </a:cubicBezTo>
                  <a:cubicBezTo>
                    <a:pt x="369" y="5"/>
                    <a:pt x="316" y="12"/>
                    <a:pt x="272" y="18"/>
                  </a:cubicBezTo>
                  <a:cubicBezTo>
                    <a:pt x="233" y="23"/>
                    <a:pt x="191" y="16"/>
                    <a:pt x="150" y="16"/>
                  </a:cubicBezTo>
                  <a:cubicBezTo>
                    <a:pt x="130" y="16"/>
                    <a:pt x="114" y="24"/>
                    <a:pt x="93" y="20"/>
                  </a:cubicBezTo>
                  <a:cubicBezTo>
                    <a:pt x="83" y="18"/>
                    <a:pt x="75" y="15"/>
                    <a:pt x="64" y="17"/>
                  </a:cubicBezTo>
                  <a:cubicBezTo>
                    <a:pt x="54" y="19"/>
                    <a:pt x="45" y="24"/>
                    <a:pt x="34" y="20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00">
              <a:extLst>
                <a:ext uri="{FF2B5EF4-FFF2-40B4-BE49-F238E27FC236}">
                  <a16:creationId xmlns:a16="http://schemas.microsoft.com/office/drawing/2014/main" id="{6EF3D7E5-29B0-4173-AB61-949EBF436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641"/>
              <a:ext cx="105" cy="331"/>
            </a:xfrm>
            <a:custGeom>
              <a:avLst/>
              <a:gdLst>
                <a:gd name="T0" fmla="*/ 658 w 42"/>
                <a:gd name="T1" fmla="*/ 0 h 124"/>
                <a:gd name="T2" fmla="*/ 333 w 42"/>
                <a:gd name="T3" fmla="*/ 1425 h 124"/>
                <a:gd name="T4" fmla="*/ 0 w 42"/>
                <a:gd name="T5" fmla="*/ 2360 h 124"/>
                <a:gd name="T6" fmla="*/ 220 w 42"/>
                <a:gd name="T7" fmla="*/ 2095 h 124"/>
                <a:gd name="T8" fmla="*/ 395 w 42"/>
                <a:gd name="T9" fmla="*/ 1468 h 124"/>
                <a:gd name="T10" fmla="*/ 658 w 42"/>
                <a:gd name="T11" fmla="*/ 21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24">
                  <a:moveTo>
                    <a:pt x="42" y="0"/>
                  </a:moveTo>
                  <a:cubicBezTo>
                    <a:pt x="23" y="21"/>
                    <a:pt x="24" y="49"/>
                    <a:pt x="21" y="75"/>
                  </a:cubicBezTo>
                  <a:cubicBezTo>
                    <a:pt x="18" y="95"/>
                    <a:pt x="7" y="107"/>
                    <a:pt x="0" y="124"/>
                  </a:cubicBezTo>
                  <a:cubicBezTo>
                    <a:pt x="4" y="119"/>
                    <a:pt x="10" y="115"/>
                    <a:pt x="14" y="110"/>
                  </a:cubicBezTo>
                  <a:cubicBezTo>
                    <a:pt x="21" y="100"/>
                    <a:pt x="22" y="89"/>
                    <a:pt x="25" y="77"/>
                  </a:cubicBezTo>
                  <a:cubicBezTo>
                    <a:pt x="32" y="55"/>
                    <a:pt x="30" y="21"/>
                    <a:pt x="42" y="1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01">
              <a:extLst>
                <a:ext uri="{FF2B5EF4-FFF2-40B4-BE49-F238E27FC236}">
                  <a16:creationId xmlns:a16="http://schemas.microsoft.com/office/drawing/2014/main" id="{53DE23AD-7B68-4717-85C4-B81D22317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663"/>
              <a:ext cx="128" cy="320"/>
            </a:xfrm>
            <a:custGeom>
              <a:avLst/>
              <a:gdLst>
                <a:gd name="T0" fmla="*/ 806 w 51"/>
                <a:gd name="T1" fmla="*/ 0 h 120"/>
                <a:gd name="T2" fmla="*/ 650 w 51"/>
                <a:gd name="T3" fmla="*/ 547 h 120"/>
                <a:gd name="T4" fmla="*/ 504 w 51"/>
                <a:gd name="T5" fmla="*/ 1173 h 120"/>
                <a:gd name="T6" fmla="*/ 409 w 51"/>
                <a:gd name="T7" fmla="*/ 1536 h 120"/>
                <a:gd name="T8" fmla="*/ 251 w 51"/>
                <a:gd name="T9" fmla="*/ 1843 h 120"/>
                <a:gd name="T10" fmla="*/ 95 w 51"/>
                <a:gd name="T11" fmla="*/ 2069 h 120"/>
                <a:gd name="T12" fmla="*/ 0 w 51"/>
                <a:gd name="T13" fmla="*/ 2275 h 120"/>
                <a:gd name="T14" fmla="*/ 188 w 51"/>
                <a:gd name="T15" fmla="*/ 2083 h 120"/>
                <a:gd name="T16" fmla="*/ 397 w 51"/>
                <a:gd name="T17" fmla="*/ 1800 h 120"/>
                <a:gd name="T18" fmla="*/ 535 w 51"/>
                <a:gd name="T19" fmla="*/ 1421 h 120"/>
                <a:gd name="T20" fmla="*/ 630 w 51"/>
                <a:gd name="T21" fmla="*/ 1117 h 120"/>
                <a:gd name="T22" fmla="*/ 743 w 51"/>
                <a:gd name="T23" fmla="*/ 491 h 120"/>
                <a:gd name="T24" fmla="*/ 806 w 51"/>
                <a:gd name="T25" fmla="*/ 0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120">
                  <a:moveTo>
                    <a:pt x="51" y="0"/>
                  </a:moveTo>
                  <a:cubicBezTo>
                    <a:pt x="45" y="7"/>
                    <a:pt x="43" y="20"/>
                    <a:pt x="41" y="29"/>
                  </a:cubicBezTo>
                  <a:cubicBezTo>
                    <a:pt x="39" y="41"/>
                    <a:pt x="36" y="51"/>
                    <a:pt x="32" y="62"/>
                  </a:cubicBezTo>
                  <a:cubicBezTo>
                    <a:pt x="29" y="69"/>
                    <a:pt x="29" y="75"/>
                    <a:pt x="26" y="81"/>
                  </a:cubicBezTo>
                  <a:cubicBezTo>
                    <a:pt x="23" y="87"/>
                    <a:pt x="19" y="92"/>
                    <a:pt x="16" y="97"/>
                  </a:cubicBezTo>
                  <a:cubicBezTo>
                    <a:pt x="13" y="102"/>
                    <a:pt x="10" y="105"/>
                    <a:pt x="6" y="109"/>
                  </a:cubicBezTo>
                  <a:cubicBezTo>
                    <a:pt x="4" y="112"/>
                    <a:pt x="0" y="115"/>
                    <a:pt x="0" y="120"/>
                  </a:cubicBezTo>
                  <a:cubicBezTo>
                    <a:pt x="1" y="116"/>
                    <a:pt x="8" y="112"/>
                    <a:pt x="12" y="110"/>
                  </a:cubicBezTo>
                  <a:cubicBezTo>
                    <a:pt x="17" y="106"/>
                    <a:pt x="21" y="101"/>
                    <a:pt x="25" y="95"/>
                  </a:cubicBezTo>
                  <a:cubicBezTo>
                    <a:pt x="28" y="89"/>
                    <a:pt x="31" y="82"/>
                    <a:pt x="34" y="75"/>
                  </a:cubicBezTo>
                  <a:cubicBezTo>
                    <a:pt x="37" y="70"/>
                    <a:pt x="40" y="65"/>
                    <a:pt x="40" y="59"/>
                  </a:cubicBezTo>
                  <a:cubicBezTo>
                    <a:pt x="40" y="47"/>
                    <a:pt x="44" y="38"/>
                    <a:pt x="47" y="26"/>
                  </a:cubicBezTo>
                  <a:cubicBezTo>
                    <a:pt x="49" y="18"/>
                    <a:pt x="47" y="8"/>
                    <a:pt x="51" y="0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02">
              <a:extLst>
                <a:ext uri="{FF2B5EF4-FFF2-40B4-BE49-F238E27FC236}">
                  <a16:creationId xmlns:a16="http://schemas.microsoft.com/office/drawing/2014/main" id="{8C834743-5702-42B0-B972-4AE8CAB5B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660"/>
              <a:ext cx="65" cy="317"/>
            </a:xfrm>
            <a:custGeom>
              <a:avLst/>
              <a:gdLst>
                <a:gd name="T0" fmla="*/ 408 w 26"/>
                <a:gd name="T1" fmla="*/ 0 h 119"/>
                <a:gd name="T2" fmla="*/ 283 w 26"/>
                <a:gd name="T3" fmla="*/ 511 h 119"/>
                <a:gd name="T4" fmla="*/ 145 w 26"/>
                <a:gd name="T5" fmla="*/ 1228 h 119"/>
                <a:gd name="T6" fmla="*/ 20 w 26"/>
                <a:gd name="T7" fmla="*/ 1817 h 119"/>
                <a:gd name="T8" fmla="*/ 20 w 26"/>
                <a:gd name="T9" fmla="*/ 2248 h 119"/>
                <a:gd name="T10" fmla="*/ 270 w 26"/>
                <a:gd name="T11" fmla="*/ 1079 h 119"/>
                <a:gd name="T12" fmla="*/ 345 w 26"/>
                <a:gd name="T13" fmla="*/ 546 h 119"/>
                <a:gd name="T14" fmla="*/ 408 w 26"/>
                <a:gd name="T15" fmla="*/ 248 h 119"/>
                <a:gd name="T16" fmla="*/ 408 w 26"/>
                <a:gd name="T17" fmla="*/ 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19">
                  <a:moveTo>
                    <a:pt x="26" y="0"/>
                  </a:moveTo>
                  <a:cubicBezTo>
                    <a:pt x="20" y="6"/>
                    <a:pt x="20" y="18"/>
                    <a:pt x="18" y="27"/>
                  </a:cubicBezTo>
                  <a:cubicBezTo>
                    <a:pt x="16" y="40"/>
                    <a:pt x="15" y="53"/>
                    <a:pt x="9" y="65"/>
                  </a:cubicBezTo>
                  <a:cubicBezTo>
                    <a:pt x="5" y="75"/>
                    <a:pt x="3" y="86"/>
                    <a:pt x="1" y="96"/>
                  </a:cubicBezTo>
                  <a:cubicBezTo>
                    <a:pt x="0" y="104"/>
                    <a:pt x="1" y="113"/>
                    <a:pt x="1" y="119"/>
                  </a:cubicBezTo>
                  <a:cubicBezTo>
                    <a:pt x="1" y="98"/>
                    <a:pt x="9" y="77"/>
                    <a:pt x="17" y="57"/>
                  </a:cubicBezTo>
                  <a:cubicBezTo>
                    <a:pt x="21" y="48"/>
                    <a:pt x="20" y="38"/>
                    <a:pt x="22" y="29"/>
                  </a:cubicBezTo>
                  <a:cubicBezTo>
                    <a:pt x="24" y="24"/>
                    <a:pt x="26" y="18"/>
                    <a:pt x="26" y="13"/>
                  </a:cubicBezTo>
                  <a:cubicBezTo>
                    <a:pt x="26" y="8"/>
                    <a:pt x="23" y="4"/>
                    <a:pt x="26" y="0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03">
              <a:extLst>
                <a:ext uri="{FF2B5EF4-FFF2-40B4-BE49-F238E27FC236}">
                  <a16:creationId xmlns:a16="http://schemas.microsoft.com/office/drawing/2014/main" id="{EE6CB805-0D54-4071-9B30-59821D6A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687"/>
              <a:ext cx="82" cy="296"/>
            </a:xfrm>
            <a:custGeom>
              <a:avLst/>
              <a:gdLst>
                <a:gd name="T0" fmla="*/ 507 w 33"/>
                <a:gd name="T1" fmla="*/ 0 h 111"/>
                <a:gd name="T2" fmla="*/ 246 w 33"/>
                <a:gd name="T3" fmla="*/ 704 h 111"/>
                <a:gd name="T4" fmla="*/ 166 w 33"/>
                <a:gd name="T5" fmla="*/ 1400 h 111"/>
                <a:gd name="T6" fmla="*/ 0 w 33"/>
                <a:gd name="T7" fmla="*/ 2104 h 111"/>
                <a:gd name="T8" fmla="*/ 166 w 33"/>
                <a:gd name="T9" fmla="*/ 1728 h 111"/>
                <a:gd name="T10" fmla="*/ 278 w 33"/>
                <a:gd name="T11" fmla="*/ 1117 h 111"/>
                <a:gd name="T12" fmla="*/ 353 w 33"/>
                <a:gd name="T13" fmla="*/ 568 h 111"/>
                <a:gd name="T14" fmla="*/ 507 w 33"/>
                <a:gd name="T15" fmla="*/ 21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11">
                  <a:moveTo>
                    <a:pt x="33" y="0"/>
                  </a:moveTo>
                  <a:cubicBezTo>
                    <a:pt x="24" y="10"/>
                    <a:pt x="19" y="25"/>
                    <a:pt x="16" y="37"/>
                  </a:cubicBezTo>
                  <a:cubicBezTo>
                    <a:pt x="12" y="49"/>
                    <a:pt x="14" y="62"/>
                    <a:pt x="11" y="74"/>
                  </a:cubicBezTo>
                  <a:cubicBezTo>
                    <a:pt x="8" y="86"/>
                    <a:pt x="4" y="99"/>
                    <a:pt x="0" y="111"/>
                  </a:cubicBezTo>
                  <a:cubicBezTo>
                    <a:pt x="5" y="105"/>
                    <a:pt x="7" y="98"/>
                    <a:pt x="11" y="91"/>
                  </a:cubicBezTo>
                  <a:cubicBezTo>
                    <a:pt x="16" y="80"/>
                    <a:pt x="17" y="70"/>
                    <a:pt x="18" y="59"/>
                  </a:cubicBezTo>
                  <a:cubicBezTo>
                    <a:pt x="19" y="49"/>
                    <a:pt x="19" y="39"/>
                    <a:pt x="23" y="30"/>
                  </a:cubicBezTo>
                  <a:cubicBezTo>
                    <a:pt x="26" y="21"/>
                    <a:pt x="30" y="10"/>
                    <a:pt x="33" y="1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04">
              <a:extLst>
                <a:ext uri="{FF2B5EF4-FFF2-40B4-BE49-F238E27FC236}">
                  <a16:creationId xmlns:a16="http://schemas.microsoft.com/office/drawing/2014/main" id="{02A6D9CA-7742-4357-8AB1-47F4AFB6A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705"/>
              <a:ext cx="57" cy="267"/>
            </a:xfrm>
            <a:custGeom>
              <a:avLst/>
              <a:gdLst>
                <a:gd name="T0" fmla="*/ 349 w 23"/>
                <a:gd name="T1" fmla="*/ 0 h 100"/>
                <a:gd name="T2" fmla="*/ 154 w 23"/>
                <a:gd name="T3" fmla="*/ 1047 h 100"/>
                <a:gd name="T4" fmla="*/ 74 w 23"/>
                <a:gd name="T5" fmla="*/ 1503 h 100"/>
                <a:gd name="T6" fmla="*/ 0 w 23"/>
                <a:gd name="T7" fmla="*/ 1904 h 100"/>
                <a:gd name="T8" fmla="*/ 183 w 23"/>
                <a:gd name="T9" fmla="*/ 1311 h 100"/>
                <a:gd name="T10" fmla="*/ 216 w 23"/>
                <a:gd name="T11" fmla="*/ 820 h 100"/>
                <a:gd name="T12" fmla="*/ 307 w 23"/>
                <a:gd name="T13" fmla="*/ 379 h 100"/>
                <a:gd name="T14" fmla="*/ 349 w 23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00">
                  <a:moveTo>
                    <a:pt x="23" y="0"/>
                  </a:moveTo>
                  <a:cubicBezTo>
                    <a:pt x="15" y="17"/>
                    <a:pt x="10" y="36"/>
                    <a:pt x="10" y="55"/>
                  </a:cubicBezTo>
                  <a:cubicBezTo>
                    <a:pt x="9" y="63"/>
                    <a:pt x="6" y="71"/>
                    <a:pt x="5" y="79"/>
                  </a:cubicBezTo>
                  <a:cubicBezTo>
                    <a:pt x="4" y="86"/>
                    <a:pt x="0" y="93"/>
                    <a:pt x="0" y="100"/>
                  </a:cubicBezTo>
                  <a:cubicBezTo>
                    <a:pt x="2" y="89"/>
                    <a:pt x="9" y="80"/>
                    <a:pt x="12" y="69"/>
                  </a:cubicBezTo>
                  <a:cubicBezTo>
                    <a:pt x="14" y="60"/>
                    <a:pt x="13" y="52"/>
                    <a:pt x="14" y="43"/>
                  </a:cubicBezTo>
                  <a:cubicBezTo>
                    <a:pt x="15" y="36"/>
                    <a:pt x="19" y="28"/>
                    <a:pt x="20" y="20"/>
                  </a:cubicBezTo>
                  <a:cubicBezTo>
                    <a:pt x="22" y="13"/>
                    <a:pt x="22" y="6"/>
                    <a:pt x="23" y="0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05">
              <a:extLst>
                <a:ext uri="{FF2B5EF4-FFF2-40B4-BE49-F238E27FC236}">
                  <a16:creationId xmlns:a16="http://schemas.microsoft.com/office/drawing/2014/main" id="{28F0810F-8334-4C37-861B-BFE2E3BA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745"/>
              <a:ext cx="45" cy="192"/>
            </a:xfrm>
            <a:custGeom>
              <a:avLst/>
              <a:gdLst>
                <a:gd name="T0" fmla="*/ 238 w 18"/>
                <a:gd name="T1" fmla="*/ 264 h 72"/>
                <a:gd name="T2" fmla="*/ 63 w 18"/>
                <a:gd name="T3" fmla="*/ 909 h 72"/>
                <a:gd name="T4" fmla="*/ 0 w 18"/>
                <a:gd name="T5" fmla="*/ 1365 h 72"/>
                <a:gd name="T6" fmla="*/ 220 w 18"/>
                <a:gd name="T7" fmla="*/ 605 h 72"/>
                <a:gd name="T8" fmla="*/ 270 w 18"/>
                <a:gd name="T9" fmla="*/ 248 h 72"/>
                <a:gd name="T10" fmla="*/ 238 w 18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2">
                  <a:moveTo>
                    <a:pt x="15" y="14"/>
                  </a:moveTo>
                  <a:cubicBezTo>
                    <a:pt x="15" y="26"/>
                    <a:pt x="6" y="36"/>
                    <a:pt x="4" y="48"/>
                  </a:cubicBezTo>
                  <a:cubicBezTo>
                    <a:pt x="2" y="56"/>
                    <a:pt x="1" y="64"/>
                    <a:pt x="0" y="72"/>
                  </a:cubicBezTo>
                  <a:cubicBezTo>
                    <a:pt x="3" y="57"/>
                    <a:pt x="9" y="45"/>
                    <a:pt x="14" y="32"/>
                  </a:cubicBezTo>
                  <a:cubicBezTo>
                    <a:pt x="16" y="27"/>
                    <a:pt x="18" y="18"/>
                    <a:pt x="17" y="13"/>
                  </a:cubicBezTo>
                  <a:cubicBezTo>
                    <a:pt x="16" y="8"/>
                    <a:pt x="15" y="5"/>
                    <a:pt x="15" y="0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06">
              <a:extLst>
                <a:ext uri="{FF2B5EF4-FFF2-40B4-BE49-F238E27FC236}">
                  <a16:creationId xmlns:a16="http://schemas.microsoft.com/office/drawing/2014/main" id="{D8F938BF-A2DE-49FE-84F2-519E04C2A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649"/>
              <a:ext cx="615" cy="35"/>
            </a:xfrm>
            <a:custGeom>
              <a:avLst/>
              <a:gdLst>
                <a:gd name="T0" fmla="*/ 63 w 246"/>
                <a:gd name="T1" fmla="*/ 175 h 13"/>
                <a:gd name="T2" fmla="*/ 533 w 246"/>
                <a:gd name="T3" fmla="*/ 94 h 13"/>
                <a:gd name="T4" fmla="*/ 1063 w 246"/>
                <a:gd name="T5" fmla="*/ 197 h 13"/>
                <a:gd name="T6" fmla="*/ 2125 w 246"/>
                <a:gd name="T7" fmla="*/ 197 h 13"/>
                <a:gd name="T8" fmla="*/ 3125 w 246"/>
                <a:gd name="T9" fmla="*/ 218 h 13"/>
                <a:gd name="T10" fmla="*/ 3438 w 246"/>
                <a:gd name="T11" fmla="*/ 232 h 13"/>
                <a:gd name="T12" fmla="*/ 3845 w 246"/>
                <a:gd name="T13" fmla="*/ 232 h 13"/>
                <a:gd name="T14" fmla="*/ 3375 w 246"/>
                <a:gd name="T15" fmla="*/ 218 h 13"/>
                <a:gd name="T16" fmla="*/ 2895 w 246"/>
                <a:gd name="T17" fmla="*/ 137 h 13"/>
                <a:gd name="T18" fmla="*/ 1783 w 246"/>
                <a:gd name="T19" fmla="*/ 94 h 13"/>
                <a:gd name="T20" fmla="*/ 908 w 246"/>
                <a:gd name="T21" fmla="*/ 35 h 13"/>
                <a:gd name="T22" fmla="*/ 375 w 246"/>
                <a:gd name="T23" fmla="*/ 22 h 13"/>
                <a:gd name="T24" fmla="*/ 0 w 246"/>
                <a:gd name="T25" fmla="*/ 159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13">
                  <a:moveTo>
                    <a:pt x="4" y="9"/>
                  </a:moveTo>
                  <a:cubicBezTo>
                    <a:pt x="14" y="7"/>
                    <a:pt x="23" y="5"/>
                    <a:pt x="34" y="5"/>
                  </a:cubicBezTo>
                  <a:cubicBezTo>
                    <a:pt x="45" y="6"/>
                    <a:pt x="56" y="9"/>
                    <a:pt x="68" y="10"/>
                  </a:cubicBezTo>
                  <a:cubicBezTo>
                    <a:pt x="90" y="12"/>
                    <a:pt x="113" y="9"/>
                    <a:pt x="136" y="10"/>
                  </a:cubicBezTo>
                  <a:cubicBezTo>
                    <a:pt x="157" y="10"/>
                    <a:pt x="178" y="7"/>
                    <a:pt x="200" y="11"/>
                  </a:cubicBezTo>
                  <a:cubicBezTo>
                    <a:pt x="209" y="12"/>
                    <a:pt x="210" y="12"/>
                    <a:pt x="220" y="12"/>
                  </a:cubicBezTo>
                  <a:cubicBezTo>
                    <a:pt x="225" y="12"/>
                    <a:pt x="241" y="11"/>
                    <a:pt x="246" y="12"/>
                  </a:cubicBezTo>
                  <a:cubicBezTo>
                    <a:pt x="237" y="10"/>
                    <a:pt x="225" y="13"/>
                    <a:pt x="216" y="11"/>
                  </a:cubicBezTo>
                  <a:cubicBezTo>
                    <a:pt x="205" y="9"/>
                    <a:pt x="195" y="9"/>
                    <a:pt x="185" y="7"/>
                  </a:cubicBezTo>
                  <a:cubicBezTo>
                    <a:pt x="162" y="3"/>
                    <a:pt x="137" y="4"/>
                    <a:pt x="114" y="5"/>
                  </a:cubicBezTo>
                  <a:cubicBezTo>
                    <a:pt x="95" y="6"/>
                    <a:pt x="76" y="4"/>
                    <a:pt x="58" y="2"/>
                  </a:cubicBezTo>
                  <a:cubicBezTo>
                    <a:pt x="47" y="0"/>
                    <a:pt x="35" y="0"/>
                    <a:pt x="24" y="1"/>
                  </a:cubicBezTo>
                  <a:cubicBezTo>
                    <a:pt x="15" y="2"/>
                    <a:pt x="8" y="7"/>
                    <a:pt x="0" y="8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07">
              <a:extLst>
                <a:ext uri="{FF2B5EF4-FFF2-40B4-BE49-F238E27FC236}">
                  <a16:creationId xmlns:a16="http://schemas.microsoft.com/office/drawing/2014/main" id="{EECBE73C-E255-4710-B60D-A64ADA485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929"/>
              <a:ext cx="737" cy="38"/>
            </a:xfrm>
            <a:custGeom>
              <a:avLst/>
              <a:gdLst>
                <a:gd name="T0" fmla="*/ 0 w 295"/>
                <a:gd name="T1" fmla="*/ 198 h 14"/>
                <a:gd name="T2" fmla="*/ 542 w 295"/>
                <a:gd name="T3" fmla="*/ 244 h 14"/>
                <a:gd name="T4" fmla="*/ 1217 w 295"/>
                <a:gd name="T5" fmla="*/ 81 h 14"/>
                <a:gd name="T6" fmla="*/ 2308 w 295"/>
                <a:gd name="T7" fmla="*/ 60 h 14"/>
                <a:gd name="T8" fmla="*/ 3370 w 295"/>
                <a:gd name="T9" fmla="*/ 163 h 14"/>
                <a:gd name="T10" fmla="*/ 4120 w 295"/>
                <a:gd name="T11" fmla="*/ 103 h 14"/>
                <a:gd name="T12" fmla="*/ 4599 w 295"/>
                <a:gd name="T13" fmla="*/ 244 h 14"/>
                <a:gd name="T14" fmla="*/ 4057 w 295"/>
                <a:gd name="T15" fmla="*/ 220 h 14"/>
                <a:gd name="T16" fmla="*/ 3478 w 295"/>
                <a:gd name="T17" fmla="*/ 244 h 14"/>
                <a:gd name="T18" fmla="*/ 2496 w 295"/>
                <a:gd name="T19" fmla="*/ 141 h 14"/>
                <a:gd name="T20" fmla="*/ 2009 w 295"/>
                <a:gd name="T21" fmla="*/ 103 h 14"/>
                <a:gd name="T22" fmla="*/ 1467 w 295"/>
                <a:gd name="T23" fmla="*/ 103 h 14"/>
                <a:gd name="T24" fmla="*/ 792 w 295"/>
                <a:gd name="T25" fmla="*/ 258 h 14"/>
                <a:gd name="T26" fmla="*/ 387 w 295"/>
                <a:gd name="T27" fmla="*/ 244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5" h="14">
                  <a:moveTo>
                    <a:pt x="0" y="10"/>
                  </a:moveTo>
                  <a:cubicBezTo>
                    <a:pt x="12" y="9"/>
                    <a:pt x="23" y="12"/>
                    <a:pt x="35" y="12"/>
                  </a:cubicBezTo>
                  <a:cubicBezTo>
                    <a:pt x="49" y="11"/>
                    <a:pt x="63" y="6"/>
                    <a:pt x="78" y="4"/>
                  </a:cubicBezTo>
                  <a:cubicBezTo>
                    <a:pt x="101" y="1"/>
                    <a:pt x="124" y="0"/>
                    <a:pt x="148" y="3"/>
                  </a:cubicBezTo>
                  <a:cubicBezTo>
                    <a:pt x="171" y="5"/>
                    <a:pt x="193" y="10"/>
                    <a:pt x="216" y="8"/>
                  </a:cubicBezTo>
                  <a:cubicBezTo>
                    <a:pt x="232" y="7"/>
                    <a:pt x="248" y="4"/>
                    <a:pt x="264" y="5"/>
                  </a:cubicBezTo>
                  <a:cubicBezTo>
                    <a:pt x="275" y="6"/>
                    <a:pt x="284" y="12"/>
                    <a:pt x="295" y="12"/>
                  </a:cubicBezTo>
                  <a:cubicBezTo>
                    <a:pt x="283" y="12"/>
                    <a:pt x="272" y="10"/>
                    <a:pt x="260" y="11"/>
                  </a:cubicBezTo>
                  <a:cubicBezTo>
                    <a:pt x="248" y="11"/>
                    <a:pt x="235" y="12"/>
                    <a:pt x="223" y="12"/>
                  </a:cubicBezTo>
                  <a:cubicBezTo>
                    <a:pt x="201" y="13"/>
                    <a:pt x="181" y="8"/>
                    <a:pt x="160" y="7"/>
                  </a:cubicBezTo>
                  <a:cubicBezTo>
                    <a:pt x="149" y="6"/>
                    <a:pt x="139" y="6"/>
                    <a:pt x="129" y="5"/>
                  </a:cubicBezTo>
                  <a:cubicBezTo>
                    <a:pt x="117" y="4"/>
                    <a:pt x="105" y="3"/>
                    <a:pt x="94" y="5"/>
                  </a:cubicBezTo>
                  <a:cubicBezTo>
                    <a:pt x="80" y="8"/>
                    <a:pt x="65" y="11"/>
                    <a:pt x="51" y="13"/>
                  </a:cubicBezTo>
                  <a:cubicBezTo>
                    <a:pt x="43" y="14"/>
                    <a:pt x="32" y="14"/>
                    <a:pt x="25" y="12"/>
                  </a:cubicBezTo>
                </a:path>
              </a:pathLst>
            </a:custGeom>
            <a:solidFill>
              <a:srgbClr val="9D0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08">
              <a:extLst>
                <a:ext uri="{FF2B5EF4-FFF2-40B4-BE49-F238E27FC236}">
                  <a16:creationId xmlns:a16="http://schemas.microsoft.com/office/drawing/2014/main" id="{6495D6CA-B088-49A7-9D93-8150975C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657"/>
              <a:ext cx="400" cy="208"/>
            </a:xfrm>
            <a:custGeom>
              <a:avLst/>
              <a:gdLst>
                <a:gd name="T0" fmla="*/ 0 w 160"/>
                <a:gd name="T1" fmla="*/ 1480 h 78"/>
                <a:gd name="T2" fmla="*/ 895 w 160"/>
                <a:gd name="T3" fmla="*/ 648 h 78"/>
                <a:gd name="T4" fmla="*/ 1583 w 160"/>
                <a:gd name="T5" fmla="*/ 477 h 78"/>
                <a:gd name="T6" fmla="*/ 2500 w 160"/>
                <a:gd name="T7" fmla="*/ 0 h 78"/>
                <a:gd name="T8" fmla="*/ 1175 w 160"/>
                <a:gd name="T9" fmla="*/ 704 h 78"/>
                <a:gd name="T10" fmla="*/ 158 w 160"/>
                <a:gd name="T11" fmla="*/ 1173 h 78"/>
                <a:gd name="T12" fmla="*/ 0 w 160"/>
                <a:gd name="T13" fmla="*/ 148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78">
                  <a:moveTo>
                    <a:pt x="0" y="78"/>
                  </a:moveTo>
                  <a:cubicBezTo>
                    <a:pt x="4" y="54"/>
                    <a:pt x="33" y="37"/>
                    <a:pt x="57" y="34"/>
                  </a:cubicBezTo>
                  <a:cubicBezTo>
                    <a:pt x="73" y="32"/>
                    <a:pt x="87" y="30"/>
                    <a:pt x="101" y="25"/>
                  </a:cubicBezTo>
                  <a:cubicBezTo>
                    <a:pt x="121" y="19"/>
                    <a:pt x="139" y="6"/>
                    <a:pt x="160" y="0"/>
                  </a:cubicBezTo>
                  <a:cubicBezTo>
                    <a:pt x="132" y="8"/>
                    <a:pt x="107" y="33"/>
                    <a:pt x="75" y="37"/>
                  </a:cubicBezTo>
                  <a:cubicBezTo>
                    <a:pt x="54" y="40"/>
                    <a:pt x="25" y="44"/>
                    <a:pt x="10" y="62"/>
                  </a:cubicBezTo>
                  <a:cubicBezTo>
                    <a:pt x="7" y="65"/>
                    <a:pt x="1" y="74"/>
                    <a:pt x="0" y="78"/>
                  </a:cubicBezTo>
                  <a:close/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09">
              <a:extLst>
                <a:ext uri="{FF2B5EF4-FFF2-40B4-BE49-F238E27FC236}">
                  <a16:creationId xmlns:a16="http://schemas.microsoft.com/office/drawing/2014/main" id="{06BBA5EC-8205-41B5-B69C-FC5590B3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620"/>
              <a:ext cx="460" cy="53"/>
            </a:xfrm>
            <a:custGeom>
              <a:avLst/>
              <a:gdLst>
                <a:gd name="T0" fmla="*/ 645 w 184"/>
                <a:gd name="T1" fmla="*/ 111 h 20"/>
                <a:gd name="T2" fmla="*/ 1438 w 184"/>
                <a:gd name="T3" fmla="*/ 260 h 20"/>
                <a:gd name="T4" fmla="*/ 2125 w 184"/>
                <a:gd name="T5" fmla="*/ 239 h 20"/>
                <a:gd name="T6" fmla="*/ 2875 w 184"/>
                <a:gd name="T7" fmla="*/ 371 h 20"/>
                <a:gd name="T8" fmla="*/ 2125 w 184"/>
                <a:gd name="T9" fmla="*/ 191 h 20"/>
                <a:gd name="T10" fmla="*/ 1520 w 184"/>
                <a:gd name="T11" fmla="*/ 191 h 20"/>
                <a:gd name="T12" fmla="*/ 675 w 184"/>
                <a:gd name="T13" fmla="*/ 56 h 20"/>
                <a:gd name="T14" fmla="*/ 0 w 184"/>
                <a:gd name="T15" fmla="*/ 77 h 20"/>
                <a:gd name="T16" fmla="*/ 645 w 184"/>
                <a:gd name="T17" fmla="*/ 1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20">
                  <a:moveTo>
                    <a:pt x="41" y="6"/>
                  </a:moveTo>
                  <a:cubicBezTo>
                    <a:pt x="49" y="8"/>
                    <a:pt x="82" y="13"/>
                    <a:pt x="92" y="14"/>
                  </a:cubicBezTo>
                  <a:cubicBezTo>
                    <a:pt x="102" y="14"/>
                    <a:pt x="125" y="15"/>
                    <a:pt x="136" y="13"/>
                  </a:cubicBezTo>
                  <a:cubicBezTo>
                    <a:pt x="147" y="12"/>
                    <a:pt x="173" y="16"/>
                    <a:pt x="184" y="20"/>
                  </a:cubicBezTo>
                  <a:cubicBezTo>
                    <a:pt x="171" y="14"/>
                    <a:pt x="150" y="10"/>
                    <a:pt x="136" y="10"/>
                  </a:cubicBezTo>
                  <a:cubicBezTo>
                    <a:pt x="121" y="9"/>
                    <a:pt x="115" y="10"/>
                    <a:pt x="97" y="10"/>
                  </a:cubicBezTo>
                  <a:cubicBezTo>
                    <a:pt x="80" y="10"/>
                    <a:pt x="59" y="5"/>
                    <a:pt x="43" y="3"/>
                  </a:cubicBezTo>
                  <a:cubicBezTo>
                    <a:pt x="27" y="1"/>
                    <a:pt x="16" y="0"/>
                    <a:pt x="0" y="4"/>
                  </a:cubicBezTo>
                  <a:cubicBezTo>
                    <a:pt x="11" y="3"/>
                    <a:pt x="30" y="4"/>
                    <a:pt x="41" y="6"/>
                  </a:cubicBezTo>
                  <a:close/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10">
              <a:extLst>
                <a:ext uri="{FF2B5EF4-FFF2-40B4-BE49-F238E27FC236}">
                  <a16:creationId xmlns:a16="http://schemas.microsoft.com/office/drawing/2014/main" id="{49413D33-0130-4B8E-9416-5408231F4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876"/>
              <a:ext cx="98" cy="8"/>
            </a:xfrm>
            <a:custGeom>
              <a:avLst/>
              <a:gdLst>
                <a:gd name="T0" fmla="*/ 0 w 39"/>
                <a:gd name="T1" fmla="*/ 0 h 3"/>
                <a:gd name="T2" fmla="*/ 618 w 39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">
                  <a:moveTo>
                    <a:pt x="0" y="0"/>
                  </a:moveTo>
                  <a:cubicBezTo>
                    <a:pt x="13" y="3"/>
                    <a:pt x="26" y="1"/>
                    <a:pt x="39" y="1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11">
              <a:extLst>
                <a:ext uri="{FF2B5EF4-FFF2-40B4-BE49-F238E27FC236}">
                  <a16:creationId xmlns:a16="http://schemas.microsoft.com/office/drawing/2014/main" id="{9AFDEBB7-C2FE-4F9E-BE08-1459019A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865"/>
              <a:ext cx="93" cy="14"/>
            </a:xfrm>
            <a:custGeom>
              <a:avLst/>
              <a:gdLst>
                <a:gd name="T0" fmla="*/ 0 w 37"/>
                <a:gd name="T1" fmla="*/ 109 h 5"/>
                <a:gd name="T2" fmla="*/ 588 w 3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">
                  <a:moveTo>
                    <a:pt x="0" y="5"/>
                  </a:moveTo>
                  <a:cubicBezTo>
                    <a:pt x="13" y="5"/>
                    <a:pt x="24" y="2"/>
                    <a:pt x="37" y="0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12">
              <a:extLst>
                <a:ext uri="{FF2B5EF4-FFF2-40B4-BE49-F238E27FC236}">
                  <a16:creationId xmlns:a16="http://schemas.microsoft.com/office/drawing/2014/main" id="{7888EB20-0F18-44C0-9B54-1A1B5C849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847"/>
              <a:ext cx="95" cy="45"/>
            </a:xfrm>
            <a:custGeom>
              <a:avLst/>
              <a:gdLst>
                <a:gd name="T0" fmla="*/ 0 w 38"/>
                <a:gd name="T1" fmla="*/ 315 h 17"/>
                <a:gd name="T2" fmla="*/ 188 w 38"/>
                <a:gd name="T3" fmla="*/ 56 h 17"/>
                <a:gd name="T4" fmla="*/ 595 w 38"/>
                <a:gd name="T5" fmla="*/ 34 h 17"/>
                <a:gd name="T6" fmla="*/ 63 w 38"/>
                <a:gd name="T7" fmla="*/ 2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0" y="17"/>
                  </a:moveTo>
                  <a:cubicBezTo>
                    <a:pt x="3" y="11"/>
                    <a:pt x="3" y="5"/>
                    <a:pt x="12" y="3"/>
                  </a:cubicBezTo>
                  <a:cubicBezTo>
                    <a:pt x="22" y="0"/>
                    <a:pt x="27" y="2"/>
                    <a:pt x="38" y="2"/>
                  </a:cubicBezTo>
                  <a:cubicBezTo>
                    <a:pt x="25" y="2"/>
                    <a:pt x="13" y="2"/>
                    <a:pt x="4" y="13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13">
              <a:extLst>
                <a:ext uri="{FF2B5EF4-FFF2-40B4-BE49-F238E27FC236}">
                  <a16:creationId xmlns:a16="http://schemas.microsoft.com/office/drawing/2014/main" id="{AB186AF6-32E4-46F8-8579-920FE5C3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839"/>
              <a:ext cx="107" cy="58"/>
            </a:xfrm>
            <a:custGeom>
              <a:avLst/>
              <a:gdLst>
                <a:gd name="T0" fmla="*/ 0 w 43"/>
                <a:gd name="T1" fmla="*/ 403 h 22"/>
                <a:gd name="T2" fmla="*/ 662 w 43"/>
                <a:gd name="T3" fmla="*/ 145 h 22"/>
                <a:gd name="T4" fmla="*/ 75 w 43"/>
                <a:gd name="T5" fmla="*/ 2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2">
                  <a:moveTo>
                    <a:pt x="0" y="22"/>
                  </a:moveTo>
                  <a:cubicBezTo>
                    <a:pt x="3" y="0"/>
                    <a:pt x="27" y="2"/>
                    <a:pt x="43" y="8"/>
                  </a:cubicBezTo>
                  <a:cubicBezTo>
                    <a:pt x="32" y="7"/>
                    <a:pt x="14" y="3"/>
                    <a:pt x="5" y="12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14">
              <a:extLst>
                <a:ext uri="{FF2B5EF4-FFF2-40B4-BE49-F238E27FC236}">
                  <a16:creationId xmlns:a16="http://schemas.microsoft.com/office/drawing/2014/main" id="{190B943D-299F-41FA-863D-C670CBC73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71"/>
              <a:ext cx="88" cy="26"/>
            </a:xfrm>
            <a:custGeom>
              <a:avLst/>
              <a:gdLst>
                <a:gd name="T0" fmla="*/ 0 w 35"/>
                <a:gd name="T1" fmla="*/ 0 h 10"/>
                <a:gd name="T2" fmla="*/ 556 w 35"/>
                <a:gd name="T3" fmla="*/ 0 h 10"/>
                <a:gd name="T4" fmla="*/ 33 w 3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10" y="6"/>
                    <a:pt x="25" y="3"/>
                    <a:pt x="35" y="0"/>
                  </a:cubicBezTo>
                  <a:cubicBezTo>
                    <a:pt x="29" y="4"/>
                    <a:pt x="16" y="10"/>
                    <a:pt x="2" y="2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15">
              <a:extLst>
                <a:ext uri="{FF2B5EF4-FFF2-40B4-BE49-F238E27FC236}">
                  <a16:creationId xmlns:a16="http://schemas.microsoft.com/office/drawing/2014/main" id="{98841905-0276-476D-A014-0413B3CC1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860"/>
              <a:ext cx="95" cy="64"/>
            </a:xfrm>
            <a:custGeom>
              <a:avLst/>
              <a:gdLst>
                <a:gd name="T0" fmla="*/ 0 w 38"/>
                <a:gd name="T1" fmla="*/ 456 h 24"/>
                <a:gd name="T2" fmla="*/ 175 w 38"/>
                <a:gd name="T3" fmla="*/ 56 h 24"/>
                <a:gd name="T4" fmla="*/ 595 w 38"/>
                <a:gd name="T5" fmla="*/ 56 h 24"/>
                <a:gd name="T6" fmla="*/ 95 w 38"/>
                <a:gd name="T7" fmla="*/ 28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4">
                  <a:moveTo>
                    <a:pt x="0" y="24"/>
                  </a:moveTo>
                  <a:cubicBezTo>
                    <a:pt x="6" y="18"/>
                    <a:pt x="3" y="7"/>
                    <a:pt x="11" y="3"/>
                  </a:cubicBezTo>
                  <a:cubicBezTo>
                    <a:pt x="17" y="0"/>
                    <a:pt x="33" y="1"/>
                    <a:pt x="38" y="3"/>
                  </a:cubicBezTo>
                  <a:cubicBezTo>
                    <a:pt x="28" y="2"/>
                    <a:pt x="10" y="3"/>
                    <a:pt x="6" y="15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216">
              <a:extLst>
                <a:ext uri="{FF2B5EF4-FFF2-40B4-BE49-F238E27FC236}">
                  <a16:creationId xmlns:a16="http://schemas.microsoft.com/office/drawing/2014/main" id="{BEBC4679-2DF6-4588-9795-F473C5252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780"/>
              <a:ext cx="83" cy="16"/>
            </a:xfrm>
            <a:custGeom>
              <a:avLst/>
              <a:gdLst>
                <a:gd name="T0" fmla="*/ 0 w 33"/>
                <a:gd name="T1" fmla="*/ 0 h 6"/>
                <a:gd name="T2" fmla="*/ 526 w 33"/>
                <a:gd name="T3" fmla="*/ 5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cubicBezTo>
                    <a:pt x="11" y="3"/>
                    <a:pt x="21" y="6"/>
                    <a:pt x="33" y="3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17">
              <a:extLst>
                <a:ext uri="{FF2B5EF4-FFF2-40B4-BE49-F238E27FC236}">
                  <a16:creationId xmlns:a16="http://schemas.microsoft.com/office/drawing/2014/main" id="{B81A7319-DF92-484D-AA2C-4D95909EB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780"/>
              <a:ext cx="75" cy="8"/>
            </a:xfrm>
            <a:custGeom>
              <a:avLst/>
              <a:gdLst>
                <a:gd name="T0" fmla="*/ 0 w 30"/>
                <a:gd name="T1" fmla="*/ 56 h 3"/>
                <a:gd name="T2" fmla="*/ 470 w 3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">
                  <a:moveTo>
                    <a:pt x="0" y="3"/>
                  </a:moveTo>
                  <a:cubicBezTo>
                    <a:pt x="9" y="3"/>
                    <a:pt x="21" y="3"/>
                    <a:pt x="30" y="0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18">
              <a:extLst>
                <a:ext uri="{FF2B5EF4-FFF2-40B4-BE49-F238E27FC236}">
                  <a16:creationId xmlns:a16="http://schemas.microsoft.com/office/drawing/2014/main" id="{0ACB9549-9104-4A88-905A-25CE6E71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769"/>
              <a:ext cx="70" cy="48"/>
            </a:xfrm>
            <a:custGeom>
              <a:avLst/>
              <a:gdLst>
                <a:gd name="T0" fmla="*/ 0 w 28"/>
                <a:gd name="T1" fmla="*/ 341 h 18"/>
                <a:gd name="T2" fmla="*/ 438 w 28"/>
                <a:gd name="T3" fmla="*/ 21 h 18"/>
                <a:gd name="T4" fmla="*/ 33 w 2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18"/>
                  </a:moveTo>
                  <a:cubicBezTo>
                    <a:pt x="0" y="0"/>
                    <a:pt x="13" y="1"/>
                    <a:pt x="28" y="1"/>
                  </a:cubicBezTo>
                  <a:cubicBezTo>
                    <a:pt x="18" y="3"/>
                    <a:pt x="5" y="3"/>
                    <a:pt x="2" y="15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19">
              <a:extLst>
                <a:ext uri="{FF2B5EF4-FFF2-40B4-BE49-F238E27FC236}">
                  <a16:creationId xmlns:a16="http://schemas.microsoft.com/office/drawing/2014/main" id="{A36196F9-D30B-4A70-BC33-DB616735F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668"/>
              <a:ext cx="100" cy="69"/>
            </a:xfrm>
            <a:custGeom>
              <a:avLst/>
              <a:gdLst>
                <a:gd name="T0" fmla="*/ 0 w 40"/>
                <a:gd name="T1" fmla="*/ 486 h 26"/>
                <a:gd name="T2" fmla="*/ 175 w 40"/>
                <a:gd name="T3" fmla="*/ 77 h 26"/>
                <a:gd name="T4" fmla="*/ 625 w 40"/>
                <a:gd name="T5" fmla="*/ 35 h 26"/>
                <a:gd name="T6" fmla="*/ 113 w 40"/>
                <a:gd name="T7" fmla="*/ 26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3" y="18"/>
                    <a:pt x="4" y="9"/>
                    <a:pt x="11" y="4"/>
                  </a:cubicBezTo>
                  <a:cubicBezTo>
                    <a:pt x="18" y="0"/>
                    <a:pt x="32" y="2"/>
                    <a:pt x="40" y="2"/>
                  </a:cubicBezTo>
                  <a:cubicBezTo>
                    <a:pt x="33" y="4"/>
                    <a:pt x="9" y="3"/>
                    <a:pt x="7" y="14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20">
              <a:extLst>
                <a:ext uri="{FF2B5EF4-FFF2-40B4-BE49-F238E27FC236}">
                  <a16:creationId xmlns:a16="http://schemas.microsoft.com/office/drawing/2014/main" id="{261E266B-5111-4AD7-9A01-F64977E53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767"/>
              <a:ext cx="55" cy="45"/>
            </a:xfrm>
            <a:custGeom>
              <a:avLst/>
              <a:gdLst>
                <a:gd name="T0" fmla="*/ 0 w 22"/>
                <a:gd name="T1" fmla="*/ 315 h 17"/>
                <a:gd name="T2" fmla="*/ 345 w 22"/>
                <a:gd name="T3" fmla="*/ 21 h 17"/>
                <a:gd name="T4" fmla="*/ 20 w 22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0" y="2"/>
                    <a:pt x="7" y="0"/>
                    <a:pt x="22" y="1"/>
                  </a:cubicBezTo>
                  <a:cubicBezTo>
                    <a:pt x="13" y="3"/>
                    <a:pt x="0" y="5"/>
                    <a:pt x="1" y="17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21">
              <a:extLst>
                <a:ext uri="{FF2B5EF4-FFF2-40B4-BE49-F238E27FC236}">
                  <a16:creationId xmlns:a16="http://schemas.microsoft.com/office/drawing/2014/main" id="{739EF77A-4643-429D-8C8C-38C3135B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873"/>
              <a:ext cx="88" cy="19"/>
            </a:xfrm>
            <a:custGeom>
              <a:avLst/>
              <a:gdLst>
                <a:gd name="T0" fmla="*/ 0 w 35"/>
                <a:gd name="T1" fmla="*/ 141 h 7"/>
                <a:gd name="T2" fmla="*/ 556 w 35"/>
                <a:gd name="T3" fmla="*/ 0 h 7"/>
                <a:gd name="T4" fmla="*/ 33 w 35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">
                  <a:moveTo>
                    <a:pt x="0" y="7"/>
                  </a:moveTo>
                  <a:cubicBezTo>
                    <a:pt x="13" y="7"/>
                    <a:pt x="24" y="7"/>
                    <a:pt x="35" y="0"/>
                  </a:cubicBezTo>
                  <a:cubicBezTo>
                    <a:pt x="25" y="4"/>
                    <a:pt x="13" y="7"/>
                    <a:pt x="2" y="6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22">
              <a:extLst>
                <a:ext uri="{FF2B5EF4-FFF2-40B4-BE49-F238E27FC236}">
                  <a16:creationId xmlns:a16="http://schemas.microsoft.com/office/drawing/2014/main" id="{8832E1BB-35FA-4786-B2E5-47A6AE05E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759"/>
              <a:ext cx="52" cy="32"/>
            </a:xfrm>
            <a:custGeom>
              <a:avLst/>
              <a:gdLst>
                <a:gd name="T0" fmla="*/ 0 w 21"/>
                <a:gd name="T1" fmla="*/ 227 h 12"/>
                <a:gd name="T2" fmla="*/ 319 w 21"/>
                <a:gd name="T3" fmla="*/ 35 h 12"/>
                <a:gd name="T4" fmla="*/ 74 w 21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4" y="1"/>
                    <a:pt x="10" y="0"/>
                    <a:pt x="21" y="2"/>
                  </a:cubicBezTo>
                  <a:cubicBezTo>
                    <a:pt x="15" y="4"/>
                    <a:pt x="9" y="2"/>
                    <a:pt x="5" y="9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223">
              <a:extLst>
                <a:ext uri="{FF2B5EF4-FFF2-40B4-BE49-F238E27FC236}">
                  <a16:creationId xmlns:a16="http://schemas.microsoft.com/office/drawing/2014/main" id="{8270DDFC-BB5D-450C-8F48-724FE7809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780"/>
              <a:ext cx="68" cy="8"/>
            </a:xfrm>
            <a:custGeom>
              <a:avLst/>
              <a:gdLst>
                <a:gd name="T0" fmla="*/ 0 w 27"/>
                <a:gd name="T1" fmla="*/ 0 h 3"/>
                <a:gd name="T2" fmla="*/ 431 w 2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0"/>
                  </a:moveTo>
                  <a:cubicBezTo>
                    <a:pt x="8" y="3"/>
                    <a:pt x="19" y="3"/>
                    <a:pt x="27" y="0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24">
              <a:extLst>
                <a:ext uri="{FF2B5EF4-FFF2-40B4-BE49-F238E27FC236}">
                  <a16:creationId xmlns:a16="http://schemas.microsoft.com/office/drawing/2014/main" id="{54405AE6-A365-4BAE-ADF8-5728E967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871"/>
              <a:ext cx="78" cy="53"/>
            </a:xfrm>
            <a:custGeom>
              <a:avLst/>
              <a:gdLst>
                <a:gd name="T0" fmla="*/ 0 w 31"/>
                <a:gd name="T1" fmla="*/ 371 h 20"/>
                <a:gd name="T2" fmla="*/ 209 w 31"/>
                <a:gd name="T3" fmla="*/ 77 h 20"/>
                <a:gd name="T4" fmla="*/ 493 w 31"/>
                <a:gd name="T5" fmla="*/ 0 h 20"/>
                <a:gd name="T6" fmla="*/ 113 w 31"/>
                <a:gd name="T7" fmla="*/ 2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0" y="20"/>
                  </a:moveTo>
                  <a:cubicBezTo>
                    <a:pt x="5" y="16"/>
                    <a:pt x="7" y="7"/>
                    <a:pt x="13" y="4"/>
                  </a:cubicBezTo>
                  <a:cubicBezTo>
                    <a:pt x="18" y="2"/>
                    <a:pt x="26" y="3"/>
                    <a:pt x="31" y="0"/>
                  </a:cubicBezTo>
                  <a:cubicBezTo>
                    <a:pt x="24" y="7"/>
                    <a:pt x="15" y="6"/>
                    <a:pt x="7" y="13"/>
                  </a:cubicBezTo>
                </a:path>
              </a:pathLst>
            </a:custGeom>
            <a:solidFill>
              <a:srgbClr val="EF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25">
              <a:extLst>
                <a:ext uri="{FF2B5EF4-FFF2-40B4-BE49-F238E27FC236}">
                  <a16:creationId xmlns:a16="http://schemas.microsoft.com/office/drawing/2014/main" id="{E436A3FE-63C5-42F1-94C9-425B759D2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828"/>
              <a:ext cx="128" cy="21"/>
            </a:xfrm>
            <a:custGeom>
              <a:avLst/>
              <a:gdLst>
                <a:gd name="T0" fmla="*/ 251 w 51"/>
                <a:gd name="T1" fmla="*/ 21 h 8"/>
                <a:gd name="T2" fmla="*/ 492 w 51"/>
                <a:gd name="T3" fmla="*/ 21 h 8"/>
                <a:gd name="T4" fmla="*/ 806 w 51"/>
                <a:gd name="T5" fmla="*/ 89 h 8"/>
                <a:gd name="T6" fmla="*/ 0 w 51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8">
                  <a:moveTo>
                    <a:pt x="16" y="1"/>
                  </a:moveTo>
                  <a:cubicBezTo>
                    <a:pt x="21" y="1"/>
                    <a:pt x="26" y="0"/>
                    <a:pt x="31" y="1"/>
                  </a:cubicBezTo>
                  <a:cubicBezTo>
                    <a:pt x="38" y="2"/>
                    <a:pt x="44" y="4"/>
                    <a:pt x="51" y="5"/>
                  </a:cubicBezTo>
                  <a:cubicBezTo>
                    <a:pt x="34" y="8"/>
                    <a:pt x="16" y="2"/>
                    <a:pt x="0" y="2"/>
                  </a:cubicBezTo>
                </a:path>
              </a:pathLst>
            </a:custGeom>
            <a:solidFill>
              <a:srgbClr val="82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26">
              <a:extLst>
                <a:ext uri="{FF2B5EF4-FFF2-40B4-BE49-F238E27FC236}">
                  <a16:creationId xmlns:a16="http://schemas.microsoft.com/office/drawing/2014/main" id="{B5700992-86C7-485C-BC27-6FA544FF7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740"/>
              <a:ext cx="77" cy="27"/>
            </a:xfrm>
            <a:custGeom>
              <a:avLst/>
              <a:gdLst>
                <a:gd name="T0" fmla="*/ 0 w 31"/>
                <a:gd name="T1" fmla="*/ 38 h 10"/>
                <a:gd name="T2" fmla="*/ 229 w 31"/>
                <a:gd name="T3" fmla="*/ 38 h 10"/>
                <a:gd name="T4" fmla="*/ 340 w 31"/>
                <a:gd name="T5" fmla="*/ 81 h 10"/>
                <a:gd name="T6" fmla="*/ 474 w 31"/>
                <a:gd name="T7" fmla="*/ 103 h 10"/>
                <a:gd name="T8" fmla="*/ 186 w 31"/>
                <a:gd name="T9" fmla="*/ 197 h 10"/>
                <a:gd name="T10" fmla="*/ 92 w 31"/>
                <a:gd name="T11" fmla="*/ 81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">
                  <a:moveTo>
                    <a:pt x="0" y="2"/>
                  </a:moveTo>
                  <a:cubicBezTo>
                    <a:pt x="5" y="4"/>
                    <a:pt x="10" y="0"/>
                    <a:pt x="15" y="2"/>
                  </a:cubicBezTo>
                  <a:cubicBezTo>
                    <a:pt x="18" y="2"/>
                    <a:pt x="19" y="4"/>
                    <a:pt x="22" y="4"/>
                  </a:cubicBezTo>
                  <a:cubicBezTo>
                    <a:pt x="25" y="5"/>
                    <a:pt x="28" y="5"/>
                    <a:pt x="31" y="5"/>
                  </a:cubicBezTo>
                  <a:cubicBezTo>
                    <a:pt x="25" y="5"/>
                    <a:pt x="13" y="1"/>
                    <a:pt x="12" y="10"/>
                  </a:cubicBezTo>
                  <a:cubicBezTo>
                    <a:pt x="13" y="6"/>
                    <a:pt x="10" y="2"/>
                    <a:pt x="6" y="4"/>
                  </a:cubicBezTo>
                </a:path>
              </a:pathLst>
            </a:custGeom>
            <a:solidFill>
              <a:srgbClr val="82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227">
              <a:extLst>
                <a:ext uri="{FF2B5EF4-FFF2-40B4-BE49-F238E27FC236}">
                  <a16:creationId xmlns:a16="http://schemas.microsoft.com/office/drawing/2014/main" id="{7379AFF7-6AB1-41B6-BD4F-51D40E211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748"/>
              <a:ext cx="133" cy="27"/>
            </a:xfrm>
            <a:custGeom>
              <a:avLst/>
              <a:gdLst>
                <a:gd name="T0" fmla="*/ 0 w 53"/>
                <a:gd name="T1" fmla="*/ 103 h 10"/>
                <a:gd name="T2" fmla="*/ 366 w 53"/>
                <a:gd name="T3" fmla="*/ 38 h 10"/>
                <a:gd name="T4" fmla="*/ 838 w 53"/>
                <a:gd name="T5" fmla="*/ 59 h 10"/>
                <a:gd name="T6" fmla="*/ 429 w 53"/>
                <a:gd name="T7" fmla="*/ 197 h 10"/>
                <a:gd name="T8" fmla="*/ 208 w 53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">
                  <a:moveTo>
                    <a:pt x="0" y="5"/>
                  </a:moveTo>
                  <a:cubicBezTo>
                    <a:pt x="7" y="4"/>
                    <a:pt x="15" y="3"/>
                    <a:pt x="23" y="2"/>
                  </a:cubicBezTo>
                  <a:cubicBezTo>
                    <a:pt x="33" y="1"/>
                    <a:pt x="43" y="2"/>
                    <a:pt x="53" y="3"/>
                  </a:cubicBezTo>
                  <a:cubicBezTo>
                    <a:pt x="45" y="2"/>
                    <a:pt x="30" y="0"/>
                    <a:pt x="27" y="10"/>
                  </a:cubicBezTo>
                  <a:cubicBezTo>
                    <a:pt x="25" y="5"/>
                    <a:pt x="17" y="4"/>
                    <a:pt x="13" y="5"/>
                  </a:cubicBezTo>
                </a:path>
              </a:pathLst>
            </a:custGeom>
            <a:solidFill>
              <a:srgbClr val="82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228">
              <a:extLst>
                <a:ext uri="{FF2B5EF4-FFF2-40B4-BE49-F238E27FC236}">
                  <a16:creationId xmlns:a16="http://schemas.microsoft.com/office/drawing/2014/main" id="{7CBF7F67-426D-480A-83EC-B8570A719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839"/>
              <a:ext cx="130" cy="32"/>
            </a:xfrm>
            <a:custGeom>
              <a:avLst/>
              <a:gdLst>
                <a:gd name="T0" fmla="*/ 0 w 52"/>
                <a:gd name="T1" fmla="*/ 77 h 12"/>
                <a:gd name="T2" fmla="*/ 408 w 52"/>
                <a:gd name="T3" fmla="*/ 21 h 12"/>
                <a:gd name="T4" fmla="*/ 813 w 52"/>
                <a:gd name="T5" fmla="*/ 77 h 12"/>
                <a:gd name="T6" fmla="*/ 158 w 52"/>
                <a:gd name="T7" fmla="*/ 227 h 12"/>
                <a:gd name="T8" fmla="*/ 125 w 52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2">
                  <a:moveTo>
                    <a:pt x="0" y="4"/>
                  </a:moveTo>
                  <a:cubicBezTo>
                    <a:pt x="8" y="3"/>
                    <a:pt x="17" y="1"/>
                    <a:pt x="26" y="1"/>
                  </a:cubicBezTo>
                  <a:cubicBezTo>
                    <a:pt x="34" y="0"/>
                    <a:pt x="43" y="3"/>
                    <a:pt x="52" y="4"/>
                  </a:cubicBezTo>
                  <a:cubicBezTo>
                    <a:pt x="39" y="4"/>
                    <a:pt x="20" y="1"/>
                    <a:pt x="10" y="12"/>
                  </a:cubicBezTo>
                  <a:cubicBezTo>
                    <a:pt x="12" y="10"/>
                    <a:pt x="11" y="7"/>
                    <a:pt x="8" y="6"/>
                  </a:cubicBezTo>
                </a:path>
              </a:pathLst>
            </a:custGeom>
            <a:solidFill>
              <a:srgbClr val="82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229">
              <a:extLst>
                <a:ext uri="{FF2B5EF4-FFF2-40B4-BE49-F238E27FC236}">
                  <a16:creationId xmlns:a16="http://schemas.microsoft.com/office/drawing/2014/main" id="{F0FB2D98-3726-4B55-AB93-34A8C1E2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844"/>
              <a:ext cx="67" cy="40"/>
            </a:xfrm>
            <a:custGeom>
              <a:avLst/>
              <a:gdLst>
                <a:gd name="T0" fmla="*/ 0 w 27"/>
                <a:gd name="T1" fmla="*/ 285 h 15"/>
                <a:gd name="T2" fmla="*/ 62 w 27"/>
                <a:gd name="T3" fmla="*/ 0 h 15"/>
                <a:gd name="T4" fmla="*/ 412 w 27"/>
                <a:gd name="T5" fmla="*/ 77 h 15"/>
                <a:gd name="T6" fmla="*/ 62 w 27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1" y="10"/>
                    <a:pt x="3" y="5"/>
                    <a:pt x="4" y="0"/>
                  </a:cubicBezTo>
                  <a:cubicBezTo>
                    <a:pt x="11" y="6"/>
                    <a:pt x="19" y="2"/>
                    <a:pt x="27" y="4"/>
                  </a:cubicBezTo>
                  <a:cubicBezTo>
                    <a:pt x="19" y="5"/>
                    <a:pt x="9" y="3"/>
                    <a:pt x="4" y="10"/>
                  </a:cubicBezTo>
                </a:path>
              </a:pathLst>
            </a:custGeom>
            <a:solidFill>
              <a:srgbClr val="82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230">
              <a:extLst>
                <a:ext uri="{FF2B5EF4-FFF2-40B4-BE49-F238E27FC236}">
                  <a16:creationId xmlns:a16="http://schemas.microsoft.com/office/drawing/2014/main" id="{A3314A5E-513C-41CF-9B90-0B4B8EAA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831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0 h 12"/>
                <a:gd name="T4" fmla="*/ 63 w 22"/>
                <a:gd name="T5" fmla="*/ 227 h 12"/>
                <a:gd name="T6" fmla="*/ 83 w 22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7" y="3"/>
                    <a:pt x="15" y="2"/>
                    <a:pt x="22" y="0"/>
                  </a:cubicBezTo>
                  <a:cubicBezTo>
                    <a:pt x="14" y="1"/>
                    <a:pt x="7" y="4"/>
                    <a:pt x="4" y="12"/>
                  </a:cubicBezTo>
                  <a:cubicBezTo>
                    <a:pt x="5" y="10"/>
                    <a:pt x="5" y="7"/>
                    <a:pt x="5" y="5"/>
                  </a:cubicBezTo>
                </a:path>
              </a:pathLst>
            </a:custGeom>
            <a:solidFill>
              <a:srgbClr val="82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231">
              <a:extLst>
                <a:ext uri="{FF2B5EF4-FFF2-40B4-BE49-F238E27FC236}">
                  <a16:creationId xmlns:a16="http://schemas.microsoft.com/office/drawing/2014/main" id="{FF48F23B-6BCD-4497-8D07-FB5C0C4B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45"/>
              <a:ext cx="80" cy="6"/>
            </a:xfrm>
            <a:custGeom>
              <a:avLst/>
              <a:gdLst>
                <a:gd name="T0" fmla="*/ 0 w 32"/>
                <a:gd name="T1" fmla="*/ 54 h 2"/>
                <a:gd name="T2" fmla="*/ 500 w 32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">
                  <a:moveTo>
                    <a:pt x="0" y="2"/>
                  </a:moveTo>
                  <a:cubicBezTo>
                    <a:pt x="10" y="0"/>
                    <a:pt x="22" y="2"/>
                    <a:pt x="32" y="1"/>
                  </a:cubicBezTo>
                </a:path>
              </a:pathLst>
            </a:custGeom>
            <a:solidFill>
              <a:srgbClr val="82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232">
              <a:extLst>
                <a:ext uri="{FF2B5EF4-FFF2-40B4-BE49-F238E27FC236}">
                  <a16:creationId xmlns:a16="http://schemas.microsoft.com/office/drawing/2014/main" id="{7B241994-5AE3-418D-9640-E4D2B7F81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660"/>
              <a:ext cx="58" cy="19"/>
            </a:xfrm>
            <a:custGeom>
              <a:avLst/>
              <a:gdLst>
                <a:gd name="T0" fmla="*/ 0 w 23"/>
                <a:gd name="T1" fmla="*/ 0 h 7"/>
                <a:gd name="T2" fmla="*/ 368 w 23"/>
                <a:gd name="T3" fmla="*/ 81 h 7"/>
                <a:gd name="T4" fmla="*/ 159 w 23"/>
                <a:gd name="T5" fmla="*/ 141 h 7"/>
                <a:gd name="T6" fmla="*/ 63 w 23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7" y="2"/>
                    <a:pt x="16" y="0"/>
                    <a:pt x="23" y="4"/>
                  </a:cubicBezTo>
                  <a:cubicBezTo>
                    <a:pt x="19" y="3"/>
                    <a:pt x="11" y="2"/>
                    <a:pt x="10" y="7"/>
                  </a:cubicBezTo>
                  <a:cubicBezTo>
                    <a:pt x="10" y="4"/>
                    <a:pt x="7" y="2"/>
                    <a:pt x="4" y="2"/>
                  </a:cubicBezTo>
                </a:path>
              </a:pathLst>
            </a:custGeom>
            <a:solidFill>
              <a:srgbClr val="82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233">
              <a:extLst>
                <a:ext uri="{FF2B5EF4-FFF2-40B4-BE49-F238E27FC236}">
                  <a16:creationId xmlns:a16="http://schemas.microsoft.com/office/drawing/2014/main" id="{CBB0DBF2-2687-45E5-B906-4784D9164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751"/>
              <a:ext cx="43" cy="37"/>
            </a:xfrm>
            <a:custGeom>
              <a:avLst/>
              <a:gdLst>
                <a:gd name="T0" fmla="*/ 0 w 17"/>
                <a:gd name="T1" fmla="*/ 21 h 14"/>
                <a:gd name="T2" fmla="*/ 159 w 17"/>
                <a:gd name="T3" fmla="*/ 21 h 14"/>
                <a:gd name="T4" fmla="*/ 276 w 17"/>
                <a:gd name="T5" fmla="*/ 56 h 14"/>
                <a:gd name="T6" fmla="*/ 129 w 17"/>
                <a:gd name="T7" fmla="*/ 259 h 14"/>
                <a:gd name="T8" fmla="*/ 63 w 17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0" y="1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4" y="3"/>
                    <a:pt x="17" y="3"/>
                  </a:cubicBezTo>
                  <a:cubicBezTo>
                    <a:pt x="13" y="6"/>
                    <a:pt x="8" y="7"/>
                    <a:pt x="8" y="14"/>
                  </a:cubicBezTo>
                  <a:cubicBezTo>
                    <a:pt x="9" y="10"/>
                    <a:pt x="10" y="2"/>
                    <a:pt x="4" y="3"/>
                  </a:cubicBezTo>
                </a:path>
              </a:pathLst>
            </a:custGeom>
            <a:solidFill>
              <a:srgbClr val="82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34">
              <a:extLst>
                <a:ext uri="{FF2B5EF4-FFF2-40B4-BE49-F238E27FC236}">
                  <a16:creationId xmlns:a16="http://schemas.microsoft.com/office/drawing/2014/main" id="{A355704E-A517-4C19-92DD-DA390498D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612"/>
              <a:ext cx="1600" cy="419"/>
            </a:xfrm>
            <a:custGeom>
              <a:avLst/>
              <a:gdLst>
                <a:gd name="T0" fmla="*/ 7083 w 640"/>
                <a:gd name="T1" fmla="*/ 171 h 157"/>
                <a:gd name="T2" fmla="*/ 8925 w 640"/>
                <a:gd name="T3" fmla="*/ 934 h 157"/>
                <a:gd name="T4" fmla="*/ 9208 w 640"/>
                <a:gd name="T5" fmla="*/ 2506 h 157"/>
                <a:gd name="T6" fmla="*/ 8033 w 640"/>
                <a:gd name="T7" fmla="*/ 2621 h 157"/>
                <a:gd name="T8" fmla="*/ 6845 w 640"/>
                <a:gd name="T9" fmla="*/ 2949 h 157"/>
                <a:gd name="T10" fmla="*/ 4020 w 640"/>
                <a:gd name="T11" fmla="*/ 2850 h 157"/>
                <a:gd name="T12" fmla="*/ 1050 w 640"/>
                <a:gd name="T13" fmla="*/ 2719 h 157"/>
                <a:gd name="T14" fmla="*/ 63 w 640"/>
                <a:gd name="T15" fmla="*/ 1788 h 157"/>
                <a:gd name="T16" fmla="*/ 750 w 640"/>
                <a:gd name="T17" fmla="*/ 969 h 157"/>
                <a:gd name="T18" fmla="*/ 1800 w 640"/>
                <a:gd name="T19" fmla="*/ 662 h 157"/>
                <a:gd name="T20" fmla="*/ 3625 w 640"/>
                <a:gd name="T21" fmla="*/ 21 h 157"/>
                <a:gd name="T22" fmla="*/ 4800 w 640"/>
                <a:gd name="T23" fmla="*/ 136 h 157"/>
                <a:gd name="T24" fmla="*/ 5658 w 640"/>
                <a:gd name="T25" fmla="*/ 21 h 157"/>
                <a:gd name="T26" fmla="*/ 7083 w 640"/>
                <a:gd name="T27" fmla="*/ 171 h 1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0" h="157">
                  <a:moveTo>
                    <a:pt x="453" y="9"/>
                  </a:moveTo>
                  <a:cubicBezTo>
                    <a:pt x="507" y="9"/>
                    <a:pt x="537" y="21"/>
                    <a:pt x="571" y="49"/>
                  </a:cubicBezTo>
                  <a:cubicBezTo>
                    <a:pt x="596" y="70"/>
                    <a:pt x="640" y="114"/>
                    <a:pt x="589" y="132"/>
                  </a:cubicBezTo>
                  <a:cubicBezTo>
                    <a:pt x="564" y="141"/>
                    <a:pt x="539" y="131"/>
                    <a:pt x="514" y="138"/>
                  </a:cubicBezTo>
                  <a:cubicBezTo>
                    <a:pt x="486" y="146"/>
                    <a:pt x="469" y="157"/>
                    <a:pt x="438" y="155"/>
                  </a:cubicBezTo>
                  <a:cubicBezTo>
                    <a:pt x="379" y="152"/>
                    <a:pt x="316" y="145"/>
                    <a:pt x="257" y="150"/>
                  </a:cubicBezTo>
                  <a:cubicBezTo>
                    <a:pt x="194" y="156"/>
                    <a:pt x="130" y="152"/>
                    <a:pt x="67" y="143"/>
                  </a:cubicBezTo>
                  <a:cubicBezTo>
                    <a:pt x="39" y="139"/>
                    <a:pt x="0" y="132"/>
                    <a:pt x="4" y="94"/>
                  </a:cubicBezTo>
                  <a:cubicBezTo>
                    <a:pt x="6" y="73"/>
                    <a:pt x="31" y="55"/>
                    <a:pt x="48" y="51"/>
                  </a:cubicBezTo>
                  <a:cubicBezTo>
                    <a:pt x="70" y="45"/>
                    <a:pt x="92" y="45"/>
                    <a:pt x="115" y="35"/>
                  </a:cubicBezTo>
                  <a:cubicBezTo>
                    <a:pt x="153" y="19"/>
                    <a:pt x="189" y="4"/>
                    <a:pt x="232" y="1"/>
                  </a:cubicBezTo>
                  <a:cubicBezTo>
                    <a:pt x="257" y="0"/>
                    <a:pt x="282" y="7"/>
                    <a:pt x="307" y="7"/>
                  </a:cubicBezTo>
                  <a:cubicBezTo>
                    <a:pt x="326" y="6"/>
                    <a:pt x="343" y="1"/>
                    <a:pt x="362" y="1"/>
                  </a:cubicBezTo>
                  <a:cubicBezTo>
                    <a:pt x="383" y="2"/>
                    <a:pt x="433" y="11"/>
                    <a:pt x="453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235">
              <a:extLst>
                <a:ext uri="{FF2B5EF4-FFF2-40B4-BE49-F238E27FC236}">
                  <a16:creationId xmlns:a16="http://schemas.microsoft.com/office/drawing/2014/main" id="{617E31F7-CC94-4AD6-B4AA-CAE042FBB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879"/>
              <a:ext cx="1525" cy="253"/>
            </a:xfrm>
            <a:custGeom>
              <a:avLst/>
              <a:gdLst>
                <a:gd name="T0" fmla="*/ 0 w 610"/>
                <a:gd name="T1" fmla="*/ 0 h 95"/>
                <a:gd name="T2" fmla="*/ 988 w 610"/>
                <a:gd name="T3" fmla="*/ 815 h 95"/>
                <a:gd name="T4" fmla="*/ 3958 w 610"/>
                <a:gd name="T5" fmla="*/ 943 h 95"/>
                <a:gd name="T6" fmla="*/ 6783 w 610"/>
                <a:gd name="T7" fmla="*/ 1036 h 95"/>
                <a:gd name="T8" fmla="*/ 7970 w 610"/>
                <a:gd name="T9" fmla="*/ 716 h 95"/>
                <a:gd name="T10" fmla="*/ 9145 w 610"/>
                <a:gd name="T11" fmla="*/ 602 h 95"/>
                <a:gd name="T12" fmla="*/ 9520 w 610"/>
                <a:gd name="T13" fmla="*/ 136 h 95"/>
                <a:gd name="T14" fmla="*/ 9470 w 610"/>
                <a:gd name="T15" fmla="*/ 738 h 95"/>
                <a:gd name="T16" fmla="*/ 9125 w 610"/>
                <a:gd name="T17" fmla="*/ 1079 h 95"/>
                <a:gd name="T18" fmla="*/ 7958 w 610"/>
                <a:gd name="T19" fmla="*/ 1206 h 95"/>
                <a:gd name="T20" fmla="*/ 6783 w 610"/>
                <a:gd name="T21" fmla="*/ 1702 h 95"/>
                <a:gd name="T22" fmla="*/ 3938 w 610"/>
                <a:gd name="T23" fmla="*/ 1680 h 95"/>
                <a:gd name="T24" fmla="*/ 970 w 610"/>
                <a:gd name="T25" fmla="*/ 1590 h 95"/>
                <a:gd name="T26" fmla="*/ 50 w 610"/>
                <a:gd name="T27" fmla="*/ 794 h 95"/>
                <a:gd name="T28" fmla="*/ 0 w 610"/>
                <a:gd name="T29" fmla="*/ 0 h 9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0" h="95">
                  <a:moveTo>
                    <a:pt x="0" y="0"/>
                  </a:moveTo>
                  <a:cubicBezTo>
                    <a:pt x="0" y="33"/>
                    <a:pt x="37" y="39"/>
                    <a:pt x="63" y="43"/>
                  </a:cubicBezTo>
                  <a:cubicBezTo>
                    <a:pt x="126" y="52"/>
                    <a:pt x="190" y="56"/>
                    <a:pt x="253" y="50"/>
                  </a:cubicBezTo>
                  <a:cubicBezTo>
                    <a:pt x="312" y="45"/>
                    <a:pt x="375" y="52"/>
                    <a:pt x="434" y="55"/>
                  </a:cubicBezTo>
                  <a:cubicBezTo>
                    <a:pt x="465" y="57"/>
                    <a:pt x="482" y="46"/>
                    <a:pt x="510" y="38"/>
                  </a:cubicBezTo>
                  <a:cubicBezTo>
                    <a:pt x="535" y="31"/>
                    <a:pt x="560" y="41"/>
                    <a:pt x="585" y="32"/>
                  </a:cubicBezTo>
                  <a:cubicBezTo>
                    <a:pt x="602" y="26"/>
                    <a:pt x="609" y="17"/>
                    <a:pt x="609" y="7"/>
                  </a:cubicBezTo>
                  <a:cubicBezTo>
                    <a:pt x="609" y="13"/>
                    <a:pt x="610" y="27"/>
                    <a:pt x="606" y="39"/>
                  </a:cubicBezTo>
                  <a:cubicBezTo>
                    <a:pt x="604" y="46"/>
                    <a:pt x="597" y="53"/>
                    <a:pt x="584" y="57"/>
                  </a:cubicBezTo>
                  <a:cubicBezTo>
                    <a:pt x="559" y="66"/>
                    <a:pt x="534" y="57"/>
                    <a:pt x="509" y="64"/>
                  </a:cubicBezTo>
                  <a:cubicBezTo>
                    <a:pt x="481" y="72"/>
                    <a:pt x="465" y="92"/>
                    <a:pt x="434" y="90"/>
                  </a:cubicBezTo>
                  <a:cubicBezTo>
                    <a:pt x="375" y="87"/>
                    <a:pt x="311" y="84"/>
                    <a:pt x="252" y="89"/>
                  </a:cubicBezTo>
                  <a:cubicBezTo>
                    <a:pt x="189" y="95"/>
                    <a:pt x="125" y="93"/>
                    <a:pt x="62" y="84"/>
                  </a:cubicBezTo>
                  <a:cubicBezTo>
                    <a:pt x="39" y="81"/>
                    <a:pt x="11" y="65"/>
                    <a:pt x="3" y="42"/>
                  </a:cubicBezTo>
                  <a:cubicBezTo>
                    <a:pt x="0" y="3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>
            <a:extLst>
              <a:ext uri="{FF2B5EF4-FFF2-40B4-BE49-F238E27FC236}">
                <a16:creationId xmlns:a16="http://schemas.microsoft.com/office/drawing/2014/main" id="{AAA1302F-FAD4-4D8E-884E-EB651757DF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Drinks (1)</a:t>
            </a:r>
          </a:p>
        </p:txBody>
      </p:sp>
      <p:grpSp>
        <p:nvGrpSpPr>
          <p:cNvPr id="28674" name="glass-of-clear-water">
            <a:extLst>
              <a:ext uri="{FF2B5EF4-FFF2-40B4-BE49-F238E27FC236}">
                <a16:creationId xmlns:a16="http://schemas.microsoft.com/office/drawing/2014/main" id="{3EA07A7D-D7E3-478A-ACD6-453D7A34A35C}"/>
              </a:ext>
            </a:extLst>
          </p:cNvPr>
          <p:cNvGrpSpPr>
            <a:grpSpLocks/>
          </p:cNvGrpSpPr>
          <p:nvPr/>
        </p:nvGrpSpPr>
        <p:grpSpPr bwMode="auto">
          <a:xfrm>
            <a:off x="5287963" y="2751138"/>
            <a:ext cx="1287462" cy="2508250"/>
            <a:chOff x="1727" y="933"/>
            <a:chExt cx="523" cy="1019"/>
          </a:xfrm>
        </p:grpSpPr>
        <p:sp>
          <p:nvSpPr>
            <p:cNvPr id="28788" name="Freeform 4">
              <a:extLst>
                <a:ext uri="{FF2B5EF4-FFF2-40B4-BE49-F238E27FC236}">
                  <a16:creationId xmlns:a16="http://schemas.microsoft.com/office/drawing/2014/main" id="{035B3514-CEED-428E-9043-13ECE4E1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71"/>
              <a:ext cx="490" cy="781"/>
            </a:xfrm>
            <a:custGeom>
              <a:avLst/>
              <a:gdLst>
                <a:gd name="T0" fmla="*/ 1408 w 196"/>
                <a:gd name="T1" fmla="*/ 1399 h 293"/>
                <a:gd name="T2" fmla="*/ 208 w 196"/>
                <a:gd name="T3" fmla="*/ 776 h 293"/>
                <a:gd name="T4" fmla="*/ 0 w 196"/>
                <a:gd name="T5" fmla="*/ 192 h 293"/>
                <a:gd name="T6" fmla="*/ 345 w 196"/>
                <a:gd name="T7" fmla="*/ 4433 h 293"/>
                <a:gd name="T8" fmla="*/ 345 w 196"/>
                <a:gd name="T9" fmla="*/ 4433 h 293"/>
                <a:gd name="T10" fmla="*/ 520 w 196"/>
                <a:gd name="T11" fmla="*/ 5073 h 293"/>
                <a:gd name="T12" fmla="*/ 1438 w 196"/>
                <a:gd name="T13" fmla="*/ 5550 h 293"/>
                <a:gd name="T14" fmla="*/ 2720 w 196"/>
                <a:gd name="T15" fmla="*/ 4449 h 293"/>
                <a:gd name="T16" fmla="*/ 2738 w 196"/>
                <a:gd name="T17" fmla="*/ 4241 h 293"/>
                <a:gd name="T18" fmla="*/ 3063 w 196"/>
                <a:gd name="T19" fmla="*/ 0 h 293"/>
                <a:gd name="T20" fmla="*/ 3063 w 196"/>
                <a:gd name="T21" fmla="*/ 0 h 293"/>
                <a:gd name="T22" fmla="*/ 1408 w 196"/>
                <a:gd name="T23" fmla="*/ 1399 h 2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293">
                  <a:moveTo>
                    <a:pt x="90" y="74"/>
                  </a:moveTo>
                  <a:cubicBezTo>
                    <a:pt x="59" y="74"/>
                    <a:pt x="30" y="62"/>
                    <a:pt x="13" y="41"/>
                  </a:cubicBezTo>
                  <a:cubicBezTo>
                    <a:pt x="7" y="33"/>
                    <a:pt x="2" y="21"/>
                    <a:pt x="0" y="10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2" y="246"/>
                    <a:pt x="25" y="259"/>
                    <a:pt x="33" y="268"/>
                  </a:cubicBezTo>
                  <a:cubicBezTo>
                    <a:pt x="46" y="284"/>
                    <a:pt x="68" y="293"/>
                    <a:pt x="92" y="293"/>
                  </a:cubicBezTo>
                  <a:cubicBezTo>
                    <a:pt x="133" y="293"/>
                    <a:pt x="166" y="270"/>
                    <a:pt x="174" y="235"/>
                  </a:cubicBezTo>
                  <a:cubicBezTo>
                    <a:pt x="175" y="232"/>
                    <a:pt x="175" y="228"/>
                    <a:pt x="175" y="224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86" y="44"/>
                    <a:pt x="144" y="74"/>
                    <a:pt x="90" y="74"/>
                  </a:cubicBezTo>
                  <a:close/>
                </a:path>
              </a:pathLst>
            </a:custGeom>
            <a:solidFill>
              <a:srgbClr val="E5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5">
              <a:extLst>
                <a:ext uri="{FF2B5EF4-FFF2-40B4-BE49-F238E27FC236}">
                  <a16:creationId xmlns:a16="http://schemas.microsoft.com/office/drawing/2014/main" id="{BA4E1F44-2918-47C8-8619-4A798561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933"/>
              <a:ext cx="508" cy="435"/>
            </a:xfrm>
            <a:custGeom>
              <a:avLst/>
              <a:gdLst>
                <a:gd name="T0" fmla="*/ 50 w 203"/>
                <a:gd name="T1" fmla="*/ 1404 h 163"/>
                <a:gd name="T2" fmla="*/ 250 w 203"/>
                <a:gd name="T3" fmla="*/ 2471 h 163"/>
                <a:gd name="T4" fmla="*/ 1459 w 203"/>
                <a:gd name="T5" fmla="*/ 3098 h 163"/>
                <a:gd name="T6" fmla="*/ 3118 w 203"/>
                <a:gd name="T7" fmla="*/ 1673 h 163"/>
                <a:gd name="T8" fmla="*/ 2913 w 203"/>
                <a:gd name="T9" fmla="*/ 648 h 163"/>
                <a:gd name="T10" fmla="*/ 1722 w 203"/>
                <a:gd name="T11" fmla="*/ 0 h 163"/>
                <a:gd name="T12" fmla="*/ 50 w 203"/>
                <a:gd name="T13" fmla="*/ 1404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3">
                  <a:moveTo>
                    <a:pt x="3" y="74"/>
                  </a:moveTo>
                  <a:cubicBezTo>
                    <a:pt x="0" y="91"/>
                    <a:pt x="4" y="116"/>
                    <a:pt x="16" y="130"/>
                  </a:cubicBezTo>
                  <a:cubicBezTo>
                    <a:pt x="33" y="151"/>
                    <a:pt x="62" y="163"/>
                    <a:pt x="93" y="163"/>
                  </a:cubicBezTo>
                  <a:cubicBezTo>
                    <a:pt x="147" y="163"/>
                    <a:pt x="190" y="133"/>
                    <a:pt x="199" y="88"/>
                  </a:cubicBezTo>
                  <a:cubicBezTo>
                    <a:pt x="203" y="69"/>
                    <a:pt x="198" y="50"/>
                    <a:pt x="186" y="34"/>
                  </a:cubicBezTo>
                  <a:cubicBezTo>
                    <a:pt x="169" y="13"/>
                    <a:pt x="140" y="0"/>
                    <a:pt x="110" y="0"/>
                  </a:cubicBezTo>
                  <a:cubicBezTo>
                    <a:pt x="56" y="0"/>
                    <a:pt x="12" y="26"/>
                    <a:pt x="3" y="74"/>
                  </a:cubicBezTo>
                  <a:close/>
                </a:path>
              </a:pathLst>
            </a:custGeom>
            <a:solidFill>
              <a:srgbClr val="E6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6">
              <a:extLst>
                <a:ext uri="{FF2B5EF4-FFF2-40B4-BE49-F238E27FC236}">
                  <a16:creationId xmlns:a16="http://schemas.microsoft.com/office/drawing/2014/main" id="{074619C9-E682-450A-8620-DE81D93ED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203"/>
              <a:ext cx="205" cy="149"/>
            </a:xfrm>
            <a:custGeom>
              <a:avLst/>
              <a:gdLst>
                <a:gd name="T0" fmla="*/ 800 w 82"/>
                <a:gd name="T1" fmla="*/ 694 h 56"/>
                <a:gd name="T2" fmla="*/ 0 w 82"/>
                <a:gd name="T3" fmla="*/ 1054 h 56"/>
                <a:gd name="T4" fmla="*/ 0 w 82"/>
                <a:gd name="T5" fmla="*/ 1054 h 56"/>
                <a:gd name="T6" fmla="*/ 833 w 82"/>
                <a:gd name="T7" fmla="*/ 737 h 56"/>
                <a:gd name="T8" fmla="*/ 1283 w 82"/>
                <a:gd name="T9" fmla="*/ 0 h 56"/>
                <a:gd name="T10" fmla="*/ 1283 w 82"/>
                <a:gd name="T11" fmla="*/ 0 h 56"/>
                <a:gd name="T12" fmla="*/ 800 w 82"/>
                <a:gd name="T13" fmla="*/ 69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56">
                  <a:moveTo>
                    <a:pt x="51" y="37"/>
                  </a:moveTo>
                  <a:cubicBezTo>
                    <a:pt x="37" y="46"/>
                    <a:pt x="20" y="54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8" y="56"/>
                    <a:pt x="39" y="49"/>
                    <a:pt x="53" y="39"/>
                  </a:cubicBezTo>
                  <a:cubicBezTo>
                    <a:pt x="68" y="29"/>
                    <a:pt x="78" y="1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6" y="15"/>
                    <a:pt x="65" y="28"/>
                    <a:pt x="51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7">
              <a:extLst>
                <a:ext uri="{FF2B5EF4-FFF2-40B4-BE49-F238E27FC236}">
                  <a16:creationId xmlns:a16="http://schemas.microsoft.com/office/drawing/2014/main" id="{FD1A8E10-B739-4BF9-BB2F-A3F4F2F3F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955"/>
              <a:ext cx="463" cy="392"/>
            </a:xfrm>
            <a:custGeom>
              <a:avLst/>
              <a:gdLst>
                <a:gd name="T0" fmla="*/ 1567 w 185"/>
                <a:gd name="T1" fmla="*/ 0 h 147"/>
                <a:gd name="T2" fmla="*/ 2663 w 185"/>
                <a:gd name="T3" fmla="*/ 589 h 147"/>
                <a:gd name="T4" fmla="*/ 2851 w 185"/>
                <a:gd name="T5" fmla="*/ 1501 h 147"/>
                <a:gd name="T6" fmla="*/ 1304 w 185"/>
                <a:gd name="T7" fmla="*/ 2787 h 147"/>
                <a:gd name="T8" fmla="*/ 188 w 185"/>
                <a:gd name="T9" fmla="*/ 2219 h 147"/>
                <a:gd name="T10" fmla="*/ 0 w 185"/>
                <a:gd name="T11" fmla="*/ 1459 h 147"/>
                <a:gd name="T12" fmla="*/ 20 w 185"/>
                <a:gd name="T13" fmla="*/ 1272 h 147"/>
                <a:gd name="T14" fmla="*/ 1567 w 185"/>
                <a:gd name="T15" fmla="*/ 0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47">
                  <a:moveTo>
                    <a:pt x="100" y="0"/>
                  </a:moveTo>
                  <a:cubicBezTo>
                    <a:pt x="128" y="0"/>
                    <a:pt x="154" y="12"/>
                    <a:pt x="170" y="31"/>
                  </a:cubicBezTo>
                  <a:cubicBezTo>
                    <a:pt x="181" y="45"/>
                    <a:pt x="185" y="62"/>
                    <a:pt x="182" y="79"/>
                  </a:cubicBezTo>
                  <a:cubicBezTo>
                    <a:pt x="173" y="120"/>
                    <a:pt x="133" y="147"/>
                    <a:pt x="83" y="147"/>
                  </a:cubicBezTo>
                  <a:cubicBezTo>
                    <a:pt x="54" y="147"/>
                    <a:pt x="28" y="136"/>
                    <a:pt x="12" y="117"/>
                  </a:cubicBezTo>
                  <a:cubicBezTo>
                    <a:pt x="4" y="107"/>
                    <a:pt x="0" y="91"/>
                    <a:pt x="0" y="77"/>
                  </a:cubicBezTo>
                  <a:cubicBezTo>
                    <a:pt x="0" y="74"/>
                    <a:pt x="0" y="70"/>
                    <a:pt x="1" y="67"/>
                  </a:cubicBezTo>
                  <a:cubicBezTo>
                    <a:pt x="8" y="26"/>
                    <a:pt x="46" y="0"/>
                    <a:pt x="100" y="0"/>
                  </a:cubicBezTo>
                  <a:close/>
                </a:path>
              </a:pathLst>
            </a:custGeom>
            <a:solidFill>
              <a:srgbClr val="C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8">
              <a:extLst>
                <a:ext uri="{FF2B5EF4-FFF2-40B4-BE49-F238E27FC236}">
                  <a16:creationId xmlns:a16="http://schemas.microsoft.com/office/drawing/2014/main" id="{50D9B4A0-26FB-4E6E-8D95-BDE9D599D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160"/>
              <a:ext cx="390" cy="187"/>
            </a:xfrm>
            <a:custGeom>
              <a:avLst/>
              <a:gdLst>
                <a:gd name="T0" fmla="*/ 1113 w 156"/>
                <a:gd name="T1" fmla="*/ 1336 h 70"/>
                <a:gd name="T2" fmla="*/ 2438 w 156"/>
                <a:gd name="T3" fmla="*/ 593 h 70"/>
                <a:gd name="T4" fmla="*/ 2438 w 156"/>
                <a:gd name="T5" fmla="*/ 593 h 70"/>
                <a:gd name="T6" fmla="*/ 1363 w 156"/>
                <a:gd name="T7" fmla="*/ 0 h 70"/>
                <a:gd name="T8" fmla="*/ 0 w 156"/>
                <a:gd name="T9" fmla="*/ 764 h 70"/>
                <a:gd name="T10" fmla="*/ 0 w 156"/>
                <a:gd name="T11" fmla="*/ 764 h 70"/>
                <a:gd name="T12" fmla="*/ 1113 w 156"/>
                <a:gd name="T13" fmla="*/ 1336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70">
                  <a:moveTo>
                    <a:pt x="71" y="70"/>
                  </a:moveTo>
                  <a:cubicBezTo>
                    <a:pt x="108" y="70"/>
                    <a:pt x="139" y="55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41" y="12"/>
                    <a:pt x="115" y="0"/>
                    <a:pt x="87" y="0"/>
                  </a:cubicBezTo>
                  <a:cubicBezTo>
                    <a:pt x="49" y="0"/>
                    <a:pt x="17" y="14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6" y="59"/>
                    <a:pt x="42" y="70"/>
                    <a:pt x="71" y="70"/>
                  </a:cubicBezTo>
                  <a:close/>
                </a:path>
              </a:pathLst>
            </a:custGeom>
            <a:solidFill>
              <a:srgbClr val="EE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9">
              <a:extLst>
                <a:ext uri="{FF2B5EF4-FFF2-40B4-BE49-F238E27FC236}">
                  <a16:creationId xmlns:a16="http://schemas.microsoft.com/office/drawing/2014/main" id="{5B9403C3-D268-4ABB-A525-52202E7A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261"/>
              <a:ext cx="462" cy="294"/>
            </a:xfrm>
            <a:custGeom>
              <a:avLst/>
              <a:gdLst>
                <a:gd name="T0" fmla="*/ 1321 w 185"/>
                <a:gd name="T1" fmla="*/ 2101 h 110"/>
                <a:gd name="T2" fmla="*/ 2837 w 185"/>
                <a:gd name="T3" fmla="*/ 799 h 110"/>
                <a:gd name="T4" fmla="*/ 2712 w 185"/>
                <a:gd name="T5" fmla="*/ 0 h 110"/>
                <a:gd name="T6" fmla="*/ 1309 w 185"/>
                <a:gd name="T7" fmla="*/ 764 h 110"/>
                <a:gd name="T8" fmla="*/ 137 w 185"/>
                <a:gd name="T9" fmla="*/ 171 h 110"/>
                <a:gd name="T10" fmla="*/ 42 w 185"/>
                <a:gd name="T11" fmla="*/ 556 h 110"/>
                <a:gd name="T12" fmla="*/ 230 w 185"/>
                <a:gd name="T13" fmla="*/ 1542 h 110"/>
                <a:gd name="T14" fmla="*/ 1321 w 185"/>
                <a:gd name="T15" fmla="*/ 2101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10">
                  <a:moveTo>
                    <a:pt x="85" y="110"/>
                  </a:moveTo>
                  <a:cubicBezTo>
                    <a:pt x="134" y="110"/>
                    <a:pt x="173" y="83"/>
                    <a:pt x="182" y="42"/>
                  </a:cubicBezTo>
                  <a:cubicBezTo>
                    <a:pt x="185" y="28"/>
                    <a:pt x="182" y="13"/>
                    <a:pt x="174" y="0"/>
                  </a:cubicBezTo>
                  <a:cubicBezTo>
                    <a:pt x="155" y="25"/>
                    <a:pt x="122" y="40"/>
                    <a:pt x="84" y="40"/>
                  </a:cubicBezTo>
                  <a:cubicBezTo>
                    <a:pt x="54" y="40"/>
                    <a:pt x="26" y="29"/>
                    <a:pt x="9" y="9"/>
                  </a:cubicBezTo>
                  <a:cubicBezTo>
                    <a:pt x="6" y="15"/>
                    <a:pt x="4" y="22"/>
                    <a:pt x="3" y="29"/>
                  </a:cubicBezTo>
                  <a:cubicBezTo>
                    <a:pt x="0" y="45"/>
                    <a:pt x="4" y="68"/>
                    <a:pt x="15" y="81"/>
                  </a:cubicBezTo>
                  <a:cubicBezTo>
                    <a:pt x="30" y="99"/>
                    <a:pt x="57" y="110"/>
                    <a:pt x="85" y="110"/>
                  </a:cubicBezTo>
                  <a:close/>
                </a:path>
              </a:pathLst>
            </a:custGeom>
            <a:solidFill>
              <a:srgbClr val="E1EE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0">
              <a:extLst>
                <a:ext uri="{FF2B5EF4-FFF2-40B4-BE49-F238E27FC236}">
                  <a16:creationId xmlns:a16="http://schemas.microsoft.com/office/drawing/2014/main" id="{19494390-B6E7-4823-ADAC-3C199DC72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373"/>
              <a:ext cx="455" cy="579"/>
            </a:xfrm>
            <a:custGeom>
              <a:avLst/>
              <a:gdLst>
                <a:gd name="T0" fmla="*/ 2813 w 182"/>
                <a:gd name="T1" fmla="*/ 0 h 217"/>
                <a:gd name="T2" fmla="*/ 1313 w 182"/>
                <a:gd name="T3" fmla="*/ 1289 h 217"/>
                <a:gd name="T4" fmla="*/ 220 w 182"/>
                <a:gd name="T5" fmla="*/ 739 h 217"/>
                <a:gd name="T6" fmla="*/ 20 w 182"/>
                <a:gd name="T7" fmla="*/ 0 h 217"/>
                <a:gd name="T8" fmla="*/ 0 w 182"/>
                <a:gd name="T9" fmla="*/ 0 h 217"/>
                <a:gd name="T10" fmla="*/ 238 w 182"/>
                <a:gd name="T11" fmla="*/ 3004 h 217"/>
                <a:gd name="T12" fmla="*/ 238 w 182"/>
                <a:gd name="T13" fmla="*/ 3004 h 217"/>
                <a:gd name="T14" fmla="*/ 408 w 182"/>
                <a:gd name="T15" fmla="*/ 3645 h 217"/>
                <a:gd name="T16" fmla="*/ 1333 w 182"/>
                <a:gd name="T17" fmla="*/ 4122 h 217"/>
                <a:gd name="T18" fmla="*/ 2613 w 182"/>
                <a:gd name="T19" fmla="*/ 3018 h 217"/>
                <a:gd name="T20" fmla="*/ 2625 w 182"/>
                <a:gd name="T21" fmla="*/ 2812 h 217"/>
                <a:gd name="T22" fmla="*/ 2845 w 182"/>
                <a:gd name="T23" fmla="*/ 0 h 217"/>
                <a:gd name="T24" fmla="*/ 2813 w 182"/>
                <a:gd name="T25" fmla="*/ 0 h 2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217">
                  <a:moveTo>
                    <a:pt x="180" y="0"/>
                  </a:moveTo>
                  <a:cubicBezTo>
                    <a:pt x="171" y="41"/>
                    <a:pt x="133" y="68"/>
                    <a:pt x="84" y="68"/>
                  </a:cubicBezTo>
                  <a:cubicBezTo>
                    <a:pt x="56" y="68"/>
                    <a:pt x="29" y="57"/>
                    <a:pt x="14" y="39"/>
                  </a:cubicBezTo>
                  <a:cubicBezTo>
                    <a:pt x="6" y="29"/>
                    <a:pt x="1" y="1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70"/>
                    <a:pt x="18" y="183"/>
                    <a:pt x="26" y="192"/>
                  </a:cubicBezTo>
                  <a:cubicBezTo>
                    <a:pt x="39" y="208"/>
                    <a:pt x="61" y="217"/>
                    <a:pt x="85" y="217"/>
                  </a:cubicBezTo>
                  <a:cubicBezTo>
                    <a:pt x="126" y="217"/>
                    <a:pt x="159" y="194"/>
                    <a:pt x="167" y="159"/>
                  </a:cubicBezTo>
                  <a:cubicBezTo>
                    <a:pt x="168" y="156"/>
                    <a:pt x="168" y="152"/>
                    <a:pt x="168" y="148"/>
                  </a:cubicBezTo>
                  <a:cubicBezTo>
                    <a:pt x="182" y="0"/>
                    <a:pt x="182" y="0"/>
                    <a:pt x="182" y="0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rgbClr val="D1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1">
              <a:extLst>
                <a:ext uri="{FF2B5EF4-FFF2-40B4-BE49-F238E27FC236}">
                  <a16:creationId xmlns:a16="http://schemas.microsoft.com/office/drawing/2014/main" id="{9030CF02-8311-4650-AAC1-4D94FB3D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619"/>
              <a:ext cx="395" cy="333"/>
            </a:xfrm>
            <a:custGeom>
              <a:avLst/>
              <a:gdLst>
                <a:gd name="T0" fmla="*/ 50 w 158"/>
                <a:gd name="T1" fmla="*/ 1100 h 125"/>
                <a:gd name="T2" fmla="*/ 208 w 158"/>
                <a:gd name="T3" fmla="*/ 1889 h 125"/>
                <a:gd name="T4" fmla="*/ 1145 w 158"/>
                <a:gd name="T5" fmla="*/ 2363 h 125"/>
                <a:gd name="T6" fmla="*/ 2408 w 158"/>
                <a:gd name="T7" fmla="*/ 1263 h 125"/>
                <a:gd name="T8" fmla="*/ 2250 w 158"/>
                <a:gd name="T9" fmla="*/ 490 h 125"/>
                <a:gd name="T10" fmla="*/ 1333 w 158"/>
                <a:gd name="T11" fmla="*/ 0 h 125"/>
                <a:gd name="T12" fmla="*/ 50 w 158"/>
                <a:gd name="T13" fmla="*/ 110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125">
                  <a:moveTo>
                    <a:pt x="3" y="58"/>
                  </a:moveTo>
                  <a:cubicBezTo>
                    <a:pt x="0" y="71"/>
                    <a:pt x="4" y="89"/>
                    <a:pt x="13" y="100"/>
                  </a:cubicBezTo>
                  <a:cubicBezTo>
                    <a:pt x="26" y="116"/>
                    <a:pt x="49" y="125"/>
                    <a:pt x="73" y="125"/>
                  </a:cubicBezTo>
                  <a:cubicBezTo>
                    <a:pt x="114" y="125"/>
                    <a:pt x="147" y="102"/>
                    <a:pt x="154" y="67"/>
                  </a:cubicBezTo>
                  <a:cubicBezTo>
                    <a:pt x="158" y="53"/>
                    <a:pt x="154" y="38"/>
                    <a:pt x="144" y="26"/>
                  </a:cubicBezTo>
                  <a:cubicBezTo>
                    <a:pt x="131" y="10"/>
                    <a:pt x="109" y="0"/>
                    <a:pt x="85" y="0"/>
                  </a:cubicBezTo>
                  <a:cubicBezTo>
                    <a:pt x="44" y="0"/>
                    <a:pt x="10" y="21"/>
                    <a:pt x="3" y="58"/>
                  </a:cubicBezTo>
                  <a:close/>
                </a:path>
              </a:pathLst>
            </a:custGeom>
            <a:solidFill>
              <a:srgbClr val="DAEA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2">
              <a:extLst>
                <a:ext uri="{FF2B5EF4-FFF2-40B4-BE49-F238E27FC236}">
                  <a16:creationId xmlns:a16="http://schemas.microsoft.com/office/drawing/2014/main" id="{BD8AE9FA-B924-4475-A27A-50E68020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629"/>
              <a:ext cx="365" cy="312"/>
            </a:xfrm>
            <a:custGeom>
              <a:avLst/>
              <a:gdLst>
                <a:gd name="T0" fmla="*/ 50 w 146"/>
                <a:gd name="T1" fmla="*/ 1024 h 117"/>
                <a:gd name="T2" fmla="*/ 188 w 146"/>
                <a:gd name="T3" fmla="*/ 1763 h 117"/>
                <a:gd name="T4" fmla="*/ 1050 w 146"/>
                <a:gd name="T5" fmla="*/ 2219 h 117"/>
                <a:gd name="T6" fmla="*/ 2238 w 146"/>
                <a:gd name="T7" fmla="*/ 1195 h 117"/>
                <a:gd name="T8" fmla="*/ 2083 w 146"/>
                <a:gd name="T9" fmla="*/ 477 h 117"/>
                <a:gd name="T10" fmla="*/ 1238 w 146"/>
                <a:gd name="T11" fmla="*/ 0 h 117"/>
                <a:gd name="T12" fmla="*/ 50 w 146"/>
                <a:gd name="T13" fmla="*/ 1024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17">
                  <a:moveTo>
                    <a:pt x="3" y="54"/>
                  </a:moveTo>
                  <a:cubicBezTo>
                    <a:pt x="0" y="67"/>
                    <a:pt x="4" y="83"/>
                    <a:pt x="12" y="93"/>
                  </a:cubicBezTo>
                  <a:cubicBezTo>
                    <a:pt x="24" y="108"/>
                    <a:pt x="45" y="117"/>
                    <a:pt x="67" y="117"/>
                  </a:cubicBezTo>
                  <a:cubicBezTo>
                    <a:pt x="105" y="117"/>
                    <a:pt x="136" y="95"/>
                    <a:pt x="143" y="63"/>
                  </a:cubicBezTo>
                  <a:cubicBezTo>
                    <a:pt x="146" y="50"/>
                    <a:pt x="142" y="36"/>
                    <a:pt x="133" y="25"/>
                  </a:cubicBezTo>
                  <a:cubicBezTo>
                    <a:pt x="121" y="10"/>
                    <a:pt x="101" y="0"/>
                    <a:pt x="79" y="0"/>
                  </a:cubicBezTo>
                  <a:cubicBezTo>
                    <a:pt x="40" y="0"/>
                    <a:pt x="9" y="20"/>
                    <a:pt x="3" y="54"/>
                  </a:cubicBezTo>
                  <a:close/>
                </a:path>
              </a:pathLst>
            </a:custGeom>
            <a:solidFill>
              <a:srgbClr val="C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3">
              <a:extLst>
                <a:ext uri="{FF2B5EF4-FFF2-40B4-BE49-F238E27FC236}">
                  <a16:creationId xmlns:a16="http://schemas.microsoft.com/office/drawing/2014/main" id="{BEE452BD-1CDD-4CD9-9FAA-F5C84010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077"/>
              <a:ext cx="238" cy="150"/>
            </a:xfrm>
            <a:custGeom>
              <a:avLst/>
              <a:gdLst>
                <a:gd name="T0" fmla="*/ 0 w 95"/>
                <a:gd name="T1" fmla="*/ 517 h 56"/>
                <a:gd name="T2" fmla="*/ 1180 w 95"/>
                <a:gd name="T3" fmla="*/ 1077 h 56"/>
                <a:gd name="T4" fmla="*/ 1275 w 95"/>
                <a:gd name="T5" fmla="*/ 0 h 56"/>
                <a:gd name="T6" fmla="*/ 1005 w 95"/>
                <a:gd name="T7" fmla="*/ 560 h 56"/>
                <a:gd name="T8" fmla="*/ 0 w 95"/>
                <a:gd name="T9" fmla="*/ 51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6">
                  <a:moveTo>
                    <a:pt x="0" y="27"/>
                  </a:moveTo>
                  <a:cubicBezTo>
                    <a:pt x="18" y="27"/>
                    <a:pt x="57" y="30"/>
                    <a:pt x="75" y="56"/>
                  </a:cubicBezTo>
                  <a:cubicBezTo>
                    <a:pt x="80" y="45"/>
                    <a:pt x="95" y="23"/>
                    <a:pt x="81" y="0"/>
                  </a:cubicBezTo>
                  <a:cubicBezTo>
                    <a:pt x="82" y="12"/>
                    <a:pt x="80" y="29"/>
                    <a:pt x="64" y="29"/>
                  </a:cubicBezTo>
                  <a:cubicBezTo>
                    <a:pt x="48" y="30"/>
                    <a:pt x="24" y="22"/>
                    <a:pt x="0" y="27"/>
                  </a:cubicBezTo>
                  <a:close/>
                </a:path>
              </a:pathLst>
            </a:custGeom>
            <a:solidFill>
              <a:srgbClr val="ABD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4">
              <a:extLst>
                <a:ext uri="{FF2B5EF4-FFF2-40B4-BE49-F238E27FC236}">
                  <a16:creationId xmlns:a16="http://schemas.microsoft.com/office/drawing/2014/main" id="{F14D113C-C0D8-46C1-AAB9-718FAEAF6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979"/>
              <a:ext cx="180" cy="272"/>
            </a:xfrm>
            <a:custGeom>
              <a:avLst/>
              <a:gdLst>
                <a:gd name="T0" fmla="*/ 1125 w 72"/>
                <a:gd name="T1" fmla="*/ 0 h 102"/>
                <a:gd name="T2" fmla="*/ 408 w 72"/>
                <a:gd name="T3" fmla="*/ 1912 h 102"/>
                <a:gd name="T4" fmla="*/ 458 w 72"/>
                <a:gd name="T5" fmla="*/ 1912 h 102"/>
                <a:gd name="T6" fmla="*/ 675 w 72"/>
                <a:gd name="T7" fmla="*/ 1629 h 102"/>
                <a:gd name="T8" fmla="*/ 438 w 72"/>
                <a:gd name="T9" fmla="*/ 1672 h 102"/>
                <a:gd name="T10" fmla="*/ 1125 w 72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02">
                  <a:moveTo>
                    <a:pt x="72" y="0"/>
                  </a:moveTo>
                  <a:cubicBezTo>
                    <a:pt x="46" y="9"/>
                    <a:pt x="0" y="46"/>
                    <a:pt x="26" y="101"/>
                  </a:cubicBezTo>
                  <a:cubicBezTo>
                    <a:pt x="27" y="101"/>
                    <a:pt x="29" y="102"/>
                    <a:pt x="29" y="101"/>
                  </a:cubicBezTo>
                  <a:cubicBezTo>
                    <a:pt x="32" y="97"/>
                    <a:pt x="38" y="90"/>
                    <a:pt x="43" y="86"/>
                  </a:cubicBezTo>
                  <a:cubicBezTo>
                    <a:pt x="34" y="92"/>
                    <a:pt x="30" y="95"/>
                    <a:pt x="28" y="88"/>
                  </a:cubicBezTo>
                  <a:cubicBezTo>
                    <a:pt x="26" y="81"/>
                    <a:pt x="11" y="32"/>
                    <a:pt x="72" y="0"/>
                  </a:cubicBezTo>
                  <a:close/>
                </a:path>
              </a:pathLst>
            </a:custGeom>
            <a:solidFill>
              <a:srgbClr val="ABD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5">
              <a:extLst>
                <a:ext uri="{FF2B5EF4-FFF2-40B4-BE49-F238E27FC236}">
                  <a16:creationId xmlns:a16="http://schemas.microsoft.com/office/drawing/2014/main" id="{136D8D31-4888-43C8-AF10-DC43D972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619"/>
              <a:ext cx="380" cy="154"/>
            </a:xfrm>
            <a:custGeom>
              <a:avLst/>
              <a:gdLst>
                <a:gd name="T0" fmla="*/ 2375 w 152"/>
                <a:gd name="T1" fmla="*/ 916 h 58"/>
                <a:gd name="T2" fmla="*/ 2208 w 152"/>
                <a:gd name="T3" fmla="*/ 486 h 58"/>
                <a:gd name="T4" fmla="*/ 1283 w 152"/>
                <a:gd name="T5" fmla="*/ 0 h 58"/>
                <a:gd name="T6" fmla="*/ 0 w 152"/>
                <a:gd name="T7" fmla="*/ 1086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58">
                  <a:moveTo>
                    <a:pt x="152" y="49"/>
                  </a:moveTo>
                  <a:cubicBezTo>
                    <a:pt x="150" y="41"/>
                    <a:pt x="147" y="33"/>
                    <a:pt x="141" y="26"/>
                  </a:cubicBezTo>
                  <a:cubicBezTo>
                    <a:pt x="128" y="10"/>
                    <a:pt x="106" y="0"/>
                    <a:pt x="82" y="0"/>
                  </a:cubicBezTo>
                  <a:cubicBezTo>
                    <a:pt x="41" y="0"/>
                    <a:pt x="7" y="21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DDEC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6">
              <a:extLst>
                <a:ext uri="{FF2B5EF4-FFF2-40B4-BE49-F238E27FC236}">
                  <a16:creationId xmlns:a16="http://schemas.microsoft.com/office/drawing/2014/main" id="{B2DEA849-71B4-46CF-902D-0CEA39AEA3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5" y="1160"/>
              <a:ext cx="460" cy="395"/>
            </a:xfrm>
            <a:custGeom>
              <a:avLst/>
              <a:gdLst>
                <a:gd name="T0" fmla="*/ 2595 w 184"/>
                <a:gd name="T1" fmla="*/ 534 h 148"/>
                <a:gd name="T2" fmla="*/ 1563 w 184"/>
                <a:gd name="T3" fmla="*/ 0 h 148"/>
                <a:gd name="T4" fmla="*/ 238 w 184"/>
                <a:gd name="T5" fmla="*/ 705 h 148"/>
                <a:gd name="T6" fmla="*/ 113 w 184"/>
                <a:gd name="T7" fmla="*/ 990 h 148"/>
                <a:gd name="T8" fmla="*/ 50 w 184"/>
                <a:gd name="T9" fmla="*/ 1276 h 148"/>
                <a:gd name="T10" fmla="*/ 238 w 184"/>
                <a:gd name="T11" fmla="*/ 2266 h 148"/>
                <a:gd name="T12" fmla="*/ 1333 w 184"/>
                <a:gd name="T13" fmla="*/ 2813 h 148"/>
                <a:gd name="T14" fmla="*/ 2845 w 184"/>
                <a:gd name="T15" fmla="*/ 1524 h 148"/>
                <a:gd name="T16" fmla="*/ 2770 w 184"/>
                <a:gd name="T17" fmla="*/ 833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148">
                  <a:moveTo>
                    <a:pt x="166" y="28"/>
                  </a:moveTo>
                  <a:cubicBezTo>
                    <a:pt x="151" y="11"/>
                    <a:pt x="126" y="0"/>
                    <a:pt x="100" y="0"/>
                  </a:cubicBezTo>
                  <a:cubicBezTo>
                    <a:pt x="64" y="0"/>
                    <a:pt x="32" y="13"/>
                    <a:pt x="15" y="37"/>
                  </a:cubicBezTo>
                  <a:moveTo>
                    <a:pt x="7" y="52"/>
                  </a:moveTo>
                  <a:cubicBezTo>
                    <a:pt x="5" y="56"/>
                    <a:pt x="4" y="62"/>
                    <a:pt x="3" y="67"/>
                  </a:cubicBezTo>
                  <a:cubicBezTo>
                    <a:pt x="0" y="83"/>
                    <a:pt x="4" y="106"/>
                    <a:pt x="15" y="119"/>
                  </a:cubicBezTo>
                  <a:cubicBezTo>
                    <a:pt x="30" y="137"/>
                    <a:pt x="57" y="148"/>
                    <a:pt x="85" y="148"/>
                  </a:cubicBezTo>
                  <a:cubicBezTo>
                    <a:pt x="134" y="148"/>
                    <a:pt x="173" y="121"/>
                    <a:pt x="182" y="80"/>
                  </a:cubicBezTo>
                  <a:cubicBezTo>
                    <a:pt x="184" y="68"/>
                    <a:pt x="183" y="55"/>
                    <a:pt x="177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7">
              <a:extLst>
                <a:ext uri="{FF2B5EF4-FFF2-40B4-BE49-F238E27FC236}">
                  <a16:creationId xmlns:a16="http://schemas.microsoft.com/office/drawing/2014/main" id="{1F981BC9-3163-4872-9BC9-5B773097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933"/>
              <a:ext cx="508" cy="435"/>
            </a:xfrm>
            <a:custGeom>
              <a:avLst/>
              <a:gdLst>
                <a:gd name="T0" fmla="*/ 50 w 203"/>
                <a:gd name="T1" fmla="*/ 1404 h 163"/>
                <a:gd name="T2" fmla="*/ 250 w 203"/>
                <a:gd name="T3" fmla="*/ 2471 h 163"/>
                <a:gd name="T4" fmla="*/ 1459 w 203"/>
                <a:gd name="T5" fmla="*/ 3098 h 163"/>
                <a:gd name="T6" fmla="*/ 3118 w 203"/>
                <a:gd name="T7" fmla="*/ 1673 h 163"/>
                <a:gd name="T8" fmla="*/ 2913 w 203"/>
                <a:gd name="T9" fmla="*/ 648 h 163"/>
                <a:gd name="T10" fmla="*/ 1722 w 203"/>
                <a:gd name="T11" fmla="*/ 0 h 163"/>
                <a:gd name="T12" fmla="*/ 50 w 203"/>
                <a:gd name="T13" fmla="*/ 1404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3">
                  <a:moveTo>
                    <a:pt x="3" y="74"/>
                  </a:moveTo>
                  <a:cubicBezTo>
                    <a:pt x="0" y="91"/>
                    <a:pt x="4" y="116"/>
                    <a:pt x="16" y="130"/>
                  </a:cubicBezTo>
                  <a:cubicBezTo>
                    <a:pt x="33" y="151"/>
                    <a:pt x="62" y="163"/>
                    <a:pt x="93" y="163"/>
                  </a:cubicBezTo>
                  <a:cubicBezTo>
                    <a:pt x="147" y="163"/>
                    <a:pt x="190" y="133"/>
                    <a:pt x="199" y="88"/>
                  </a:cubicBezTo>
                  <a:cubicBezTo>
                    <a:pt x="203" y="69"/>
                    <a:pt x="198" y="50"/>
                    <a:pt x="186" y="34"/>
                  </a:cubicBezTo>
                  <a:cubicBezTo>
                    <a:pt x="169" y="13"/>
                    <a:pt x="140" y="0"/>
                    <a:pt x="110" y="0"/>
                  </a:cubicBezTo>
                  <a:cubicBezTo>
                    <a:pt x="56" y="0"/>
                    <a:pt x="12" y="26"/>
                    <a:pt x="3" y="7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18">
              <a:extLst>
                <a:ext uri="{FF2B5EF4-FFF2-40B4-BE49-F238E27FC236}">
                  <a16:creationId xmlns:a16="http://schemas.microsoft.com/office/drawing/2014/main" id="{023BDC70-394D-4E7E-9D68-73FC14F05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955"/>
              <a:ext cx="463" cy="392"/>
            </a:xfrm>
            <a:custGeom>
              <a:avLst/>
              <a:gdLst>
                <a:gd name="T0" fmla="*/ 1567 w 185"/>
                <a:gd name="T1" fmla="*/ 0 h 147"/>
                <a:gd name="T2" fmla="*/ 2663 w 185"/>
                <a:gd name="T3" fmla="*/ 589 h 147"/>
                <a:gd name="T4" fmla="*/ 2851 w 185"/>
                <a:gd name="T5" fmla="*/ 1501 h 147"/>
                <a:gd name="T6" fmla="*/ 1304 w 185"/>
                <a:gd name="T7" fmla="*/ 2787 h 147"/>
                <a:gd name="T8" fmla="*/ 188 w 185"/>
                <a:gd name="T9" fmla="*/ 2219 h 147"/>
                <a:gd name="T10" fmla="*/ 0 w 185"/>
                <a:gd name="T11" fmla="*/ 1459 h 147"/>
                <a:gd name="T12" fmla="*/ 20 w 185"/>
                <a:gd name="T13" fmla="*/ 1272 h 147"/>
                <a:gd name="T14" fmla="*/ 1567 w 185"/>
                <a:gd name="T15" fmla="*/ 0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47">
                  <a:moveTo>
                    <a:pt x="100" y="0"/>
                  </a:moveTo>
                  <a:cubicBezTo>
                    <a:pt x="128" y="0"/>
                    <a:pt x="154" y="12"/>
                    <a:pt x="170" y="31"/>
                  </a:cubicBezTo>
                  <a:cubicBezTo>
                    <a:pt x="181" y="45"/>
                    <a:pt x="185" y="62"/>
                    <a:pt x="182" y="79"/>
                  </a:cubicBezTo>
                  <a:cubicBezTo>
                    <a:pt x="173" y="120"/>
                    <a:pt x="133" y="147"/>
                    <a:pt x="83" y="147"/>
                  </a:cubicBezTo>
                  <a:cubicBezTo>
                    <a:pt x="54" y="147"/>
                    <a:pt x="28" y="136"/>
                    <a:pt x="12" y="117"/>
                  </a:cubicBezTo>
                  <a:cubicBezTo>
                    <a:pt x="4" y="107"/>
                    <a:pt x="0" y="91"/>
                    <a:pt x="0" y="77"/>
                  </a:cubicBezTo>
                  <a:cubicBezTo>
                    <a:pt x="0" y="74"/>
                    <a:pt x="0" y="70"/>
                    <a:pt x="1" y="67"/>
                  </a:cubicBezTo>
                  <a:cubicBezTo>
                    <a:pt x="8" y="26"/>
                    <a:pt x="46" y="0"/>
                    <a:pt x="100" y="0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19">
              <a:extLst>
                <a:ext uri="{FF2B5EF4-FFF2-40B4-BE49-F238E27FC236}">
                  <a16:creationId xmlns:a16="http://schemas.microsoft.com/office/drawing/2014/main" id="{A5AC7592-8AE9-4232-BFBE-4F1E0BCB8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71"/>
              <a:ext cx="490" cy="781"/>
            </a:xfrm>
            <a:custGeom>
              <a:avLst/>
              <a:gdLst>
                <a:gd name="T0" fmla="*/ 1408 w 196"/>
                <a:gd name="T1" fmla="*/ 1399 h 293"/>
                <a:gd name="T2" fmla="*/ 208 w 196"/>
                <a:gd name="T3" fmla="*/ 776 h 293"/>
                <a:gd name="T4" fmla="*/ 0 w 196"/>
                <a:gd name="T5" fmla="*/ 192 h 293"/>
                <a:gd name="T6" fmla="*/ 345 w 196"/>
                <a:gd name="T7" fmla="*/ 4433 h 293"/>
                <a:gd name="T8" fmla="*/ 345 w 196"/>
                <a:gd name="T9" fmla="*/ 4433 h 293"/>
                <a:gd name="T10" fmla="*/ 520 w 196"/>
                <a:gd name="T11" fmla="*/ 5073 h 293"/>
                <a:gd name="T12" fmla="*/ 1438 w 196"/>
                <a:gd name="T13" fmla="*/ 5550 h 293"/>
                <a:gd name="T14" fmla="*/ 2720 w 196"/>
                <a:gd name="T15" fmla="*/ 4449 h 293"/>
                <a:gd name="T16" fmla="*/ 2738 w 196"/>
                <a:gd name="T17" fmla="*/ 4241 h 293"/>
                <a:gd name="T18" fmla="*/ 3063 w 196"/>
                <a:gd name="T19" fmla="*/ 0 h 293"/>
                <a:gd name="T20" fmla="*/ 3063 w 196"/>
                <a:gd name="T21" fmla="*/ 0 h 293"/>
                <a:gd name="T22" fmla="*/ 1408 w 196"/>
                <a:gd name="T23" fmla="*/ 1399 h 2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293">
                  <a:moveTo>
                    <a:pt x="90" y="74"/>
                  </a:moveTo>
                  <a:cubicBezTo>
                    <a:pt x="59" y="74"/>
                    <a:pt x="30" y="62"/>
                    <a:pt x="13" y="41"/>
                  </a:cubicBezTo>
                  <a:cubicBezTo>
                    <a:pt x="7" y="33"/>
                    <a:pt x="2" y="21"/>
                    <a:pt x="0" y="10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2" y="246"/>
                    <a:pt x="25" y="259"/>
                    <a:pt x="33" y="268"/>
                  </a:cubicBezTo>
                  <a:cubicBezTo>
                    <a:pt x="46" y="284"/>
                    <a:pt x="68" y="293"/>
                    <a:pt x="92" y="293"/>
                  </a:cubicBezTo>
                  <a:cubicBezTo>
                    <a:pt x="133" y="293"/>
                    <a:pt x="166" y="270"/>
                    <a:pt x="174" y="235"/>
                  </a:cubicBezTo>
                  <a:cubicBezTo>
                    <a:pt x="175" y="232"/>
                    <a:pt x="175" y="228"/>
                    <a:pt x="175" y="224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86" y="44"/>
                    <a:pt x="144" y="74"/>
                    <a:pt x="90" y="7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Oval 20">
              <a:extLst>
                <a:ext uri="{FF2B5EF4-FFF2-40B4-BE49-F238E27FC236}">
                  <a16:creationId xmlns:a16="http://schemas.microsoft.com/office/drawing/2014/main" id="{EA3237C6-AF56-42D7-8087-EC8F548E9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501"/>
              <a:ext cx="43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5" name="Oval 21">
              <a:extLst>
                <a:ext uri="{FF2B5EF4-FFF2-40B4-BE49-F238E27FC236}">
                  <a16:creationId xmlns:a16="http://schemas.microsoft.com/office/drawing/2014/main" id="{3F9B38E8-029F-4454-BBB1-7FD1A067B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1531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6" name="Oval 22">
              <a:extLst>
                <a:ext uri="{FF2B5EF4-FFF2-40B4-BE49-F238E27FC236}">
                  <a16:creationId xmlns:a16="http://schemas.microsoft.com/office/drawing/2014/main" id="{4E72213C-7848-42A0-B148-EF6053DB3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483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7" name="Freeform 23">
              <a:extLst>
                <a:ext uri="{FF2B5EF4-FFF2-40B4-BE49-F238E27FC236}">
                  <a16:creationId xmlns:a16="http://schemas.microsoft.com/office/drawing/2014/main" id="{DB2E8027-BC7B-4543-ADAF-9D45C80C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291"/>
              <a:ext cx="210" cy="648"/>
            </a:xfrm>
            <a:custGeom>
              <a:avLst/>
              <a:gdLst>
                <a:gd name="T0" fmla="*/ 1313 w 84"/>
                <a:gd name="T1" fmla="*/ 0 h 243"/>
                <a:gd name="T2" fmla="*/ 1050 w 84"/>
                <a:gd name="T3" fmla="*/ 3563 h 243"/>
                <a:gd name="T4" fmla="*/ 0 w 84"/>
                <a:gd name="T5" fmla="*/ 4608 h 243"/>
                <a:gd name="T6" fmla="*/ 925 w 84"/>
                <a:gd name="T7" fmla="*/ 3677 h 243"/>
                <a:gd name="T8" fmla="*/ 1313 w 84"/>
                <a:gd name="T9" fmla="*/ 0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43">
                  <a:moveTo>
                    <a:pt x="84" y="0"/>
                  </a:moveTo>
                  <a:cubicBezTo>
                    <a:pt x="84" y="0"/>
                    <a:pt x="67" y="175"/>
                    <a:pt x="67" y="188"/>
                  </a:cubicBezTo>
                  <a:cubicBezTo>
                    <a:pt x="66" y="200"/>
                    <a:pt x="53" y="236"/>
                    <a:pt x="0" y="243"/>
                  </a:cubicBezTo>
                  <a:cubicBezTo>
                    <a:pt x="18" y="240"/>
                    <a:pt x="54" y="217"/>
                    <a:pt x="59" y="194"/>
                  </a:cubicBezTo>
                  <a:cubicBezTo>
                    <a:pt x="65" y="171"/>
                    <a:pt x="84" y="0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24">
              <a:extLst>
                <a:ext uri="{FF2B5EF4-FFF2-40B4-BE49-F238E27FC236}">
                  <a16:creationId xmlns:a16="http://schemas.microsoft.com/office/drawing/2014/main" id="{FB8394A8-D707-4086-B67E-FE1CD8549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341"/>
              <a:ext cx="58" cy="523"/>
            </a:xfrm>
            <a:custGeom>
              <a:avLst/>
              <a:gdLst>
                <a:gd name="T0" fmla="*/ 0 w 23"/>
                <a:gd name="T1" fmla="*/ 0 h 196"/>
                <a:gd name="T2" fmla="*/ 272 w 23"/>
                <a:gd name="T3" fmla="*/ 3346 h 196"/>
                <a:gd name="T4" fmla="*/ 368 w 23"/>
                <a:gd name="T5" fmla="*/ 3725 h 196"/>
                <a:gd name="T6" fmla="*/ 285 w 23"/>
                <a:gd name="T7" fmla="*/ 3189 h 196"/>
                <a:gd name="T8" fmla="*/ 0 w 23"/>
                <a:gd name="T9" fmla="*/ 0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6">
                  <a:moveTo>
                    <a:pt x="0" y="0"/>
                  </a:moveTo>
                  <a:cubicBezTo>
                    <a:pt x="17" y="176"/>
                    <a:pt x="17" y="176"/>
                    <a:pt x="17" y="176"/>
                  </a:cubicBezTo>
                  <a:cubicBezTo>
                    <a:pt x="17" y="176"/>
                    <a:pt x="18" y="189"/>
                    <a:pt x="23" y="196"/>
                  </a:cubicBezTo>
                  <a:cubicBezTo>
                    <a:pt x="20" y="186"/>
                    <a:pt x="18" y="168"/>
                    <a:pt x="18" y="16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25">
              <a:extLst>
                <a:ext uri="{FF2B5EF4-FFF2-40B4-BE49-F238E27FC236}">
                  <a16:creationId xmlns:a16="http://schemas.microsoft.com/office/drawing/2014/main" id="{794F63FA-04EC-4CDC-8D32-AA96D7252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267"/>
              <a:ext cx="315" cy="160"/>
            </a:xfrm>
            <a:custGeom>
              <a:avLst/>
              <a:gdLst>
                <a:gd name="T0" fmla="*/ 0 w 126"/>
                <a:gd name="T1" fmla="*/ 627 h 60"/>
                <a:gd name="T2" fmla="*/ 1970 w 126"/>
                <a:gd name="T3" fmla="*/ 0 h 60"/>
                <a:gd name="T4" fmla="*/ 0 w 126"/>
                <a:gd name="T5" fmla="*/ 627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60">
                  <a:moveTo>
                    <a:pt x="0" y="33"/>
                  </a:moveTo>
                  <a:cubicBezTo>
                    <a:pt x="12" y="39"/>
                    <a:pt x="84" y="53"/>
                    <a:pt x="126" y="0"/>
                  </a:cubicBezTo>
                  <a:cubicBezTo>
                    <a:pt x="111" y="27"/>
                    <a:pt x="60" y="60"/>
                    <a:pt x="0" y="33"/>
                  </a:cubicBezTo>
                  <a:close/>
                </a:path>
              </a:pathLst>
            </a:custGeom>
            <a:solidFill>
              <a:srgbClr val="C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" name="glass-of-orange-juice">
            <a:extLst>
              <a:ext uri="{FF2B5EF4-FFF2-40B4-BE49-F238E27FC236}">
                <a16:creationId xmlns:a16="http://schemas.microsoft.com/office/drawing/2014/main" id="{E4DD86F5-080B-48B4-810A-2977A790C2E5}"/>
              </a:ext>
            </a:extLst>
          </p:cNvPr>
          <p:cNvGrpSpPr>
            <a:grpSpLocks/>
          </p:cNvGrpSpPr>
          <p:nvPr/>
        </p:nvGrpSpPr>
        <p:grpSpPr bwMode="auto">
          <a:xfrm>
            <a:off x="7280275" y="2714625"/>
            <a:ext cx="1325563" cy="2581275"/>
            <a:chOff x="3460" y="845"/>
            <a:chExt cx="703" cy="1369"/>
          </a:xfrm>
        </p:grpSpPr>
        <p:sp>
          <p:nvSpPr>
            <p:cNvPr id="28767" name="Freeform 27">
              <a:extLst>
                <a:ext uri="{FF2B5EF4-FFF2-40B4-BE49-F238E27FC236}">
                  <a16:creationId xmlns:a16="http://schemas.microsoft.com/office/drawing/2014/main" id="{57BA0D4B-7140-42C0-B64B-F07410B03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164"/>
              <a:ext cx="659" cy="1050"/>
            </a:xfrm>
            <a:custGeom>
              <a:avLst/>
              <a:gdLst>
                <a:gd name="T0" fmla="*/ 3426 w 196"/>
                <a:gd name="T1" fmla="*/ 3404 h 293"/>
                <a:gd name="T2" fmla="*/ 498 w 196"/>
                <a:gd name="T3" fmla="*/ 1889 h 293"/>
                <a:gd name="T4" fmla="*/ 0 w 196"/>
                <a:gd name="T5" fmla="*/ 412 h 293"/>
                <a:gd name="T6" fmla="*/ 804 w 196"/>
                <a:gd name="T7" fmla="*/ 10776 h 293"/>
                <a:gd name="T8" fmla="*/ 837 w 196"/>
                <a:gd name="T9" fmla="*/ 10776 h 293"/>
                <a:gd name="T10" fmla="*/ 1254 w 196"/>
                <a:gd name="T11" fmla="*/ 12328 h 293"/>
                <a:gd name="T12" fmla="*/ 3493 w 196"/>
                <a:gd name="T13" fmla="*/ 13485 h 293"/>
                <a:gd name="T14" fmla="*/ 6614 w 196"/>
                <a:gd name="T15" fmla="*/ 10812 h 293"/>
                <a:gd name="T16" fmla="*/ 6647 w 196"/>
                <a:gd name="T17" fmla="*/ 10260 h 293"/>
                <a:gd name="T18" fmla="*/ 7451 w 196"/>
                <a:gd name="T19" fmla="*/ 0 h 293"/>
                <a:gd name="T20" fmla="*/ 7451 w 196"/>
                <a:gd name="T21" fmla="*/ 0 h 293"/>
                <a:gd name="T22" fmla="*/ 3426 w 196"/>
                <a:gd name="T23" fmla="*/ 3404 h 2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293">
                  <a:moveTo>
                    <a:pt x="90" y="74"/>
                  </a:moveTo>
                  <a:cubicBezTo>
                    <a:pt x="59" y="74"/>
                    <a:pt x="30" y="62"/>
                    <a:pt x="13" y="41"/>
                  </a:cubicBezTo>
                  <a:cubicBezTo>
                    <a:pt x="6" y="33"/>
                    <a:pt x="2" y="21"/>
                    <a:pt x="0" y="9"/>
                  </a:cubicBezTo>
                  <a:cubicBezTo>
                    <a:pt x="21" y="234"/>
                    <a:pt x="21" y="234"/>
                    <a:pt x="21" y="234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1" y="246"/>
                    <a:pt x="25" y="259"/>
                    <a:pt x="33" y="268"/>
                  </a:cubicBezTo>
                  <a:cubicBezTo>
                    <a:pt x="46" y="283"/>
                    <a:pt x="68" y="293"/>
                    <a:pt x="92" y="293"/>
                  </a:cubicBezTo>
                  <a:cubicBezTo>
                    <a:pt x="133" y="293"/>
                    <a:pt x="166" y="270"/>
                    <a:pt x="174" y="235"/>
                  </a:cubicBezTo>
                  <a:cubicBezTo>
                    <a:pt x="175" y="231"/>
                    <a:pt x="175" y="227"/>
                    <a:pt x="175" y="223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86" y="44"/>
                    <a:pt x="143" y="74"/>
                    <a:pt x="90" y="74"/>
                  </a:cubicBezTo>
                  <a:close/>
                </a:path>
              </a:pathLst>
            </a:custGeom>
            <a:solidFill>
              <a:srgbClr val="E5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8">
              <a:extLst>
                <a:ext uri="{FF2B5EF4-FFF2-40B4-BE49-F238E27FC236}">
                  <a16:creationId xmlns:a16="http://schemas.microsoft.com/office/drawing/2014/main" id="{67CFF01D-4045-4D85-9947-65C36C181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845"/>
              <a:ext cx="683" cy="584"/>
            </a:xfrm>
            <a:custGeom>
              <a:avLst/>
              <a:gdLst>
                <a:gd name="T0" fmla="*/ 114 w 203"/>
                <a:gd name="T1" fmla="*/ 3364 h 163"/>
                <a:gd name="T2" fmla="*/ 612 w 203"/>
                <a:gd name="T3" fmla="*/ 5983 h 163"/>
                <a:gd name="T4" fmla="*/ 3543 w 203"/>
                <a:gd name="T5" fmla="*/ 7495 h 163"/>
                <a:gd name="T6" fmla="*/ 7584 w 203"/>
                <a:gd name="T7" fmla="*/ 4045 h 163"/>
                <a:gd name="T8" fmla="*/ 7086 w 203"/>
                <a:gd name="T9" fmla="*/ 1566 h 163"/>
                <a:gd name="T10" fmla="*/ 4189 w 203"/>
                <a:gd name="T11" fmla="*/ 0 h 163"/>
                <a:gd name="T12" fmla="*/ 114 w 203"/>
                <a:gd name="T13" fmla="*/ 3364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3">
                  <a:moveTo>
                    <a:pt x="3" y="73"/>
                  </a:moveTo>
                  <a:cubicBezTo>
                    <a:pt x="0" y="91"/>
                    <a:pt x="4" y="116"/>
                    <a:pt x="16" y="130"/>
                  </a:cubicBezTo>
                  <a:cubicBezTo>
                    <a:pt x="33" y="151"/>
                    <a:pt x="62" y="163"/>
                    <a:pt x="93" y="163"/>
                  </a:cubicBezTo>
                  <a:cubicBezTo>
                    <a:pt x="147" y="163"/>
                    <a:pt x="189" y="133"/>
                    <a:pt x="199" y="88"/>
                  </a:cubicBezTo>
                  <a:cubicBezTo>
                    <a:pt x="203" y="69"/>
                    <a:pt x="198" y="50"/>
                    <a:pt x="186" y="34"/>
                  </a:cubicBezTo>
                  <a:cubicBezTo>
                    <a:pt x="168" y="13"/>
                    <a:pt x="140" y="0"/>
                    <a:pt x="110" y="0"/>
                  </a:cubicBezTo>
                  <a:cubicBezTo>
                    <a:pt x="56" y="0"/>
                    <a:pt x="12" y="26"/>
                    <a:pt x="3" y="73"/>
                  </a:cubicBezTo>
                  <a:close/>
                </a:path>
              </a:pathLst>
            </a:custGeom>
            <a:solidFill>
              <a:srgbClr val="E6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9">
              <a:extLst>
                <a:ext uri="{FF2B5EF4-FFF2-40B4-BE49-F238E27FC236}">
                  <a16:creationId xmlns:a16="http://schemas.microsoft.com/office/drawing/2014/main" id="{554CA255-4409-4A92-9B6F-66D0A0724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207"/>
              <a:ext cx="276" cy="197"/>
            </a:xfrm>
            <a:custGeom>
              <a:avLst/>
              <a:gdLst>
                <a:gd name="T0" fmla="*/ 1949 w 82"/>
                <a:gd name="T1" fmla="*/ 1705 h 55"/>
                <a:gd name="T2" fmla="*/ 0 w 82"/>
                <a:gd name="T3" fmla="*/ 2529 h 55"/>
                <a:gd name="T4" fmla="*/ 0 w 82"/>
                <a:gd name="T5" fmla="*/ 2529 h 55"/>
                <a:gd name="T6" fmla="*/ 2016 w 82"/>
                <a:gd name="T7" fmla="*/ 1794 h 55"/>
                <a:gd name="T8" fmla="*/ 3127 w 82"/>
                <a:gd name="T9" fmla="*/ 0 h 55"/>
                <a:gd name="T10" fmla="*/ 3127 w 82"/>
                <a:gd name="T11" fmla="*/ 0 h 55"/>
                <a:gd name="T12" fmla="*/ 1949 w 82"/>
                <a:gd name="T13" fmla="*/ 170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55">
                  <a:moveTo>
                    <a:pt x="51" y="37"/>
                  </a:moveTo>
                  <a:cubicBezTo>
                    <a:pt x="37" y="46"/>
                    <a:pt x="20" y="53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8" y="55"/>
                    <a:pt x="39" y="49"/>
                    <a:pt x="53" y="39"/>
                  </a:cubicBezTo>
                  <a:cubicBezTo>
                    <a:pt x="68" y="29"/>
                    <a:pt x="78" y="14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6" y="15"/>
                    <a:pt x="65" y="27"/>
                    <a:pt x="51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30">
              <a:extLst>
                <a:ext uri="{FF2B5EF4-FFF2-40B4-BE49-F238E27FC236}">
                  <a16:creationId xmlns:a16="http://schemas.microsoft.com/office/drawing/2014/main" id="{09A8091D-B2BA-4077-9A03-9E8E32D89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873"/>
              <a:ext cx="622" cy="527"/>
            </a:xfrm>
            <a:custGeom>
              <a:avLst/>
              <a:gdLst>
                <a:gd name="T0" fmla="*/ 3799 w 185"/>
                <a:gd name="T1" fmla="*/ 0 h 147"/>
                <a:gd name="T2" fmla="*/ 6422 w 185"/>
                <a:gd name="T3" fmla="*/ 1427 h 147"/>
                <a:gd name="T4" fmla="*/ 6919 w 185"/>
                <a:gd name="T5" fmla="*/ 3599 h 147"/>
                <a:gd name="T6" fmla="*/ 3154 w 185"/>
                <a:gd name="T7" fmla="*/ 6772 h 147"/>
                <a:gd name="T8" fmla="*/ 451 w 185"/>
                <a:gd name="T9" fmla="*/ 5385 h 147"/>
                <a:gd name="T10" fmla="*/ 0 w 185"/>
                <a:gd name="T11" fmla="*/ 3546 h 147"/>
                <a:gd name="T12" fmla="*/ 0 w 185"/>
                <a:gd name="T13" fmla="*/ 3083 h 147"/>
                <a:gd name="T14" fmla="*/ 3799 w 185"/>
                <a:gd name="T15" fmla="*/ 0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47">
                  <a:moveTo>
                    <a:pt x="100" y="0"/>
                  </a:moveTo>
                  <a:cubicBezTo>
                    <a:pt x="128" y="0"/>
                    <a:pt x="154" y="11"/>
                    <a:pt x="169" y="31"/>
                  </a:cubicBezTo>
                  <a:cubicBezTo>
                    <a:pt x="181" y="45"/>
                    <a:pt x="185" y="62"/>
                    <a:pt x="182" y="78"/>
                  </a:cubicBezTo>
                  <a:cubicBezTo>
                    <a:pt x="173" y="119"/>
                    <a:pt x="133" y="147"/>
                    <a:pt x="83" y="147"/>
                  </a:cubicBezTo>
                  <a:cubicBezTo>
                    <a:pt x="54" y="147"/>
                    <a:pt x="28" y="136"/>
                    <a:pt x="12" y="117"/>
                  </a:cubicBezTo>
                  <a:cubicBezTo>
                    <a:pt x="4" y="107"/>
                    <a:pt x="0" y="90"/>
                    <a:pt x="0" y="77"/>
                  </a:cubicBezTo>
                  <a:cubicBezTo>
                    <a:pt x="0" y="73"/>
                    <a:pt x="0" y="70"/>
                    <a:pt x="0" y="67"/>
                  </a:cubicBezTo>
                  <a:cubicBezTo>
                    <a:pt x="8" y="26"/>
                    <a:pt x="46" y="0"/>
                    <a:pt x="100" y="0"/>
                  </a:cubicBezTo>
                  <a:close/>
                </a:path>
              </a:pathLst>
            </a:custGeom>
            <a:solidFill>
              <a:srgbClr val="C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31">
              <a:extLst>
                <a:ext uri="{FF2B5EF4-FFF2-40B4-BE49-F238E27FC236}">
                  <a16:creationId xmlns:a16="http://schemas.microsoft.com/office/drawing/2014/main" id="{95919EF2-E76F-4468-9BA6-BF429FBD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149"/>
              <a:ext cx="525" cy="251"/>
            </a:xfrm>
            <a:custGeom>
              <a:avLst/>
              <a:gdLst>
                <a:gd name="T0" fmla="*/ 2706 w 156"/>
                <a:gd name="T1" fmla="*/ 3227 h 70"/>
                <a:gd name="T2" fmla="*/ 5947 w 156"/>
                <a:gd name="T3" fmla="*/ 1427 h 70"/>
                <a:gd name="T4" fmla="*/ 5947 w 156"/>
                <a:gd name="T5" fmla="*/ 1427 h 70"/>
                <a:gd name="T6" fmla="*/ 3318 w 156"/>
                <a:gd name="T7" fmla="*/ 0 h 70"/>
                <a:gd name="T8" fmla="*/ 0 w 156"/>
                <a:gd name="T9" fmla="*/ 1839 h 70"/>
                <a:gd name="T10" fmla="*/ 0 w 156"/>
                <a:gd name="T11" fmla="*/ 1839 h 70"/>
                <a:gd name="T12" fmla="*/ 2706 w 156"/>
                <a:gd name="T13" fmla="*/ 322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70">
                  <a:moveTo>
                    <a:pt x="71" y="70"/>
                  </a:moveTo>
                  <a:cubicBezTo>
                    <a:pt x="108" y="70"/>
                    <a:pt x="139" y="55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40" y="11"/>
                    <a:pt x="115" y="0"/>
                    <a:pt x="87" y="0"/>
                  </a:cubicBezTo>
                  <a:cubicBezTo>
                    <a:pt x="49" y="0"/>
                    <a:pt x="17" y="14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6" y="59"/>
                    <a:pt x="42" y="70"/>
                    <a:pt x="71" y="70"/>
                  </a:cubicBezTo>
                  <a:close/>
                </a:path>
              </a:pathLst>
            </a:custGeom>
            <a:solidFill>
              <a:srgbClr val="F9B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32">
              <a:extLst>
                <a:ext uri="{FF2B5EF4-FFF2-40B4-BE49-F238E27FC236}">
                  <a16:creationId xmlns:a16="http://schemas.microsoft.com/office/drawing/2014/main" id="{EE585764-58A6-443A-9E6F-C4CF09F47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285"/>
              <a:ext cx="623" cy="395"/>
            </a:xfrm>
            <a:custGeom>
              <a:avLst/>
              <a:gdLst>
                <a:gd name="T0" fmla="*/ 3243 w 185"/>
                <a:gd name="T1" fmla="*/ 5092 h 110"/>
                <a:gd name="T2" fmla="*/ 6917 w 185"/>
                <a:gd name="T3" fmla="*/ 1946 h 110"/>
                <a:gd name="T4" fmla="*/ 6644 w 185"/>
                <a:gd name="T5" fmla="*/ 0 h 110"/>
                <a:gd name="T6" fmla="*/ 3209 w 185"/>
                <a:gd name="T7" fmla="*/ 1857 h 110"/>
                <a:gd name="T8" fmla="*/ 340 w 185"/>
                <a:gd name="T9" fmla="*/ 413 h 110"/>
                <a:gd name="T10" fmla="*/ 114 w 185"/>
                <a:gd name="T11" fmla="*/ 1339 h 110"/>
                <a:gd name="T12" fmla="*/ 579 w 185"/>
                <a:gd name="T13" fmla="*/ 3702 h 110"/>
                <a:gd name="T14" fmla="*/ 3243 w 185"/>
                <a:gd name="T15" fmla="*/ 509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10">
                  <a:moveTo>
                    <a:pt x="85" y="110"/>
                  </a:moveTo>
                  <a:cubicBezTo>
                    <a:pt x="134" y="110"/>
                    <a:pt x="173" y="83"/>
                    <a:pt x="181" y="42"/>
                  </a:cubicBezTo>
                  <a:cubicBezTo>
                    <a:pt x="185" y="27"/>
                    <a:pt x="182" y="13"/>
                    <a:pt x="174" y="0"/>
                  </a:cubicBezTo>
                  <a:cubicBezTo>
                    <a:pt x="155" y="24"/>
                    <a:pt x="122" y="40"/>
                    <a:pt x="84" y="40"/>
                  </a:cubicBezTo>
                  <a:cubicBezTo>
                    <a:pt x="54" y="40"/>
                    <a:pt x="26" y="28"/>
                    <a:pt x="9" y="9"/>
                  </a:cubicBezTo>
                  <a:cubicBezTo>
                    <a:pt x="6" y="15"/>
                    <a:pt x="4" y="22"/>
                    <a:pt x="3" y="29"/>
                  </a:cubicBezTo>
                  <a:cubicBezTo>
                    <a:pt x="0" y="44"/>
                    <a:pt x="4" y="67"/>
                    <a:pt x="15" y="80"/>
                  </a:cubicBezTo>
                  <a:cubicBezTo>
                    <a:pt x="30" y="99"/>
                    <a:pt x="56" y="110"/>
                    <a:pt x="85" y="110"/>
                  </a:cubicBezTo>
                  <a:close/>
                </a:path>
              </a:pathLst>
            </a:custGeom>
            <a:solidFill>
              <a:srgbClr val="ECAB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33">
              <a:extLst>
                <a:ext uri="{FF2B5EF4-FFF2-40B4-BE49-F238E27FC236}">
                  <a16:creationId xmlns:a16="http://schemas.microsoft.com/office/drawing/2014/main" id="{F105181B-D511-4B8E-B68E-66AFD916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436"/>
              <a:ext cx="616" cy="778"/>
            </a:xfrm>
            <a:custGeom>
              <a:avLst/>
              <a:gdLst>
                <a:gd name="T0" fmla="*/ 6901 w 183"/>
                <a:gd name="T1" fmla="*/ 0 h 217"/>
                <a:gd name="T2" fmla="*/ 3242 w 183"/>
                <a:gd name="T3" fmla="*/ 3137 h 217"/>
                <a:gd name="T4" fmla="*/ 566 w 183"/>
                <a:gd name="T5" fmla="*/ 1750 h 217"/>
                <a:gd name="T6" fmla="*/ 81 w 183"/>
                <a:gd name="T7" fmla="*/ 0 h 217"/>
                <a:gd name="T8" fmla="*/ 0 w 183"/>
                <a:gd name="T9" fmla="*/ 0 h 217"/>
                <a:gd name="T10" fmla="*/ 566 w 183"/>
                <a:gd name="T11" fmla="*/ 7274 h 217"/>
                <a:gd name="T12" fmla="*/ 613 w 183"/>
                <a:gd name="T13" fmla="*/ 7274 h 217"/>
                <a:gd name="T14" fmla="*/ 1030 w 183"/>
                <a:gd name="T15" fmla="*/ 8845 h 217"/>
                <a:gd name="T16" fmla="*/ 3275 w 183"/>
                <a:gd name="T17" fmla="*/ 9999 h 217"/>
                <a:gd name="T18" fmla="*/ 6412 w 183"/>
                <a:gd name="T19" fmla="*/ 7328 h 217"/>
                <a:gd name="T20" fmla="*/ 6446 w 183"/>
                <a:gd name="T21" fmla="*/ 6773 h 217"/>
                <a:gd name="T22" fmla="*/ 6981 w 183"/>
                <a:gd name="T23" fmla="*/ 0 h 217"/>
                <a:gd name="T24" fmla="*/ 6901 w 183"/>
                <a:gd name="T25" fmla="*/ 0 h 2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3" h="217">
                  <a:moveTo>
                    <a:pt x="181" y="0"/>
                  </a:moveTo>
                  <a:cubicBezTo>
                    <a:pt x="172" y="41"/>
                    <a:pt x="134" y="68"/>
                    <a:pt x="85" y="68"/>
                  </a:cubicBezTo>
                  <a:cubicBezTo>
                    <a:pt x="56" y="68"/>
                    <a:pt x="30" y="57"/>
                    <a:pt x="15" y="38"/>
                  </a:cubicBezTo>
                  <a:cubicBezTo>
                    <a:pt x="7" y="29"/>
                    <a:pt x="2" y="14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6" y="158"/>
                    <a:pt x="16" y="158"/>
                    <a:pt x="16" y="158"/>
                  </a:cubicBezTo>
                  <a:cubicBezTo>
                    <a:pt x="15" y="170"/>
                    <a:pt x="19" y="183"/>
                    <a:pt x="27" y="192"/>
                  </a:cubicBezTo>
                  <a:cubicBezTo>
                    <a:pt x="40" y="207"/>
                    <a:pt x="62" y="217"/>
                    <a:pt x="86" y="217"/>
                  </a:cubicBezTo>
                  <a:cubicBezTo>
                    <a:pt x="127" y="217"/>
                    <a:pt x="160" y="194"/>
                    <a:pt x="168" y="159"/>
                  </a:cubicBezTo>
                  <a:cubicBezTo>
                    <a:pt x="169" y="155"/>
                    <a:pt x="169" y="151"/>
                    <a:pt x="169" y="147"/>
                  </a:cubicBezTo>
                  <a:cubicBezTo>
                    <a:pt x="183" y="0"/>
                    <a:pt x="183" y="0"/>
                    <a:pt x="183" y="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F19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34">
              <a:extLst>
                <a:ext uri="{FF2B5EF4-FFF2-40B4-BE49-F238E27FC236}">
                  <a16:creationId xmlns:a16="http://schemas.microsoft.com/office/drawing/2014/main" id="{C0BE5567-4096-4B12-A1EA-1878C813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762"/>
              <a:ext cx="528" cy="452"/>
            </a:xfrm>
            <a:custGeom>
              <a:avLst/>
              <a:gdLst>
                <a:gd name="T0" fmla="*/ 114 w 157"/>
                <a:gd name="T1" fmla="*/ 2676 h 126"/>
                <a:gd name="T2" fmla="*/ 498 w 157"/>
                <a:gd name="T3" fmla="*/ 4660 h 126"/>
                <a:gd name="T4" fmla="*/ 2781 w 157"/>
                <a:gd name="T5" fmla="*/ 5815 h 126"/>
                <a:gd name="T6" fmla="*/ 5858 w 157"/>
                <a:gd name="T7" fmla="*/ 3139 h 126"/>
                <a:gd name="T8" fmla="*/ 5475 w 157"/>
                <a:gd name="T9" fmla="*/ 1248 h 126"/>
                <a:gd name="T10" fmla="*/ 3235 w 157"/>
                <a:gd name="T11" fmla="*/ 0 h 126"/>
                <a:gd name="T12" fmla="*/ 114 w 157"/>
                <a:gd name="T13" fmla="*/ 2676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26">
                  <a:moveTo>
                    <a:pt x="3" y="58"/>
                  </a:moveTo>
                  <a:cubicBezTo>
                    <a:pt x="0" y="72"/>
                    <a:pt x="4" y="90"/>
                    <a:pt x="13" y="101"/>
                  </a:cubicBezTo>
                  <a:cubicBezTo>
                    <a:pt x="26" y="116"/>
                    <a:pt x="48" y="126"/>
                    <a:pt x="73" y="126"/>
                  </a:cubicBezTo>
                  <a:cubicBezTo>
                    <a:pt x="114" y="126"/>
                    <a:pt x="147" y="103"/>
                    <a:pt x="154" y="68"/>
                  </a:cubicBezTo>
                  <a:cubicBezTo>
                    <a:pt x="157" y="54"/>
                    <a:pt x="154" y="39"/>
                    <a:pt x="144" y="27"/>
                  </a:cubicBezTo>
                  <a:cubicBezTo>
                    <a:pt x="131" y="10"/>
                    <a:pt x="109" y="0"/>
                    <a:pt x="85" y="0"/>
                  </a:cubicBezTo>
                  <a:cubicBezTo>
                    <a:pt x="44" y="0"/>
                    <a:pt x="10" y="22"/>
                    <a:pt x="3" y="58"/>
                  </a:cubicBezTo>
                  <a:close/>
                </a:path>
              </a:pathLst>
            </a:custGeom>
            <a:solidFill>
              <a:srgbClr val="F9C7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35">
              <a:extLst>
                <a:ext uri="{FF2B5EF4-FFF2-40B4-BE49-F238E27FC236}">
                  <a16:creationId xmlns:a16="http://schemas.microsoft.com/office/drawing/2014/main" id="{DF48820C-EB4B-4983-B32F-225E49BFB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780"/>
              <a:ext cx="491" cy="416"/>
            </a:xfrm>
            <a:custGeom>
              <a:avLst/>
              <a:gdLst>
                <a:gd name="T0" fmla="*/ 81 w 146"/>
                <a:gd name="T1" fmla="*/ 2496 h 116"/>
                <a:gd name="T2" fmla="*/ 454 w 146"/>
                <a:gd name="T3" fmla="*/ 4296 h 116"/>
                <a:gd name="T4" fmla="*/ 2546 w 146"/>
                <a:gd name="T5" fmla="*/ 5351 h 116"/>
                <a:gd name="T6" fmla="*/ 5441 w 146"/>
                <a:gd name="T7" fmla="*/ 2905 h 116"/>
                <a:gd name="T8" fmla="*/ 5055 w 146"/>
                <a:gd name="T9" fmla="*/ 1105 h 116"/>
                <a:gd name="T10" fmla="*/ 3010 w 146"/>
                <a:gd name="T11" fmla="*/ 0 h 116"/>
                <a:gd name="T12" fmla="*/ 81 w 146"/>
                <a:gd name="T13" fmla="*/ 2496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16">
                  <a:moveTo>
                    <a:pt x="2" y="54"/>
                  </a:moveTo>
                  <a:cubicBezTo>
                    <a:pt x="0" y="66"/>
                    <a:pt x="4" y="83"/>
                    <a:pt x="12" y="93"/>
                  </a:cubicBezTo>
                  <a:cubicBezTo>
                    <a:pt x="24" y="108"/>
                    <a:pt x="45" y="116"/>
                    <a:pt x="67" y="116"/>
                  </a:cubicBezTo>
                  <a:cubicBezTo>
                    <a:pt x="105" y="116"/>
                    <a:pt x="136" y="95"/>
                    <a:pt x="143" y="63"/>
                  </a:cubicBezTo>
                  <a:cubicBezTo>
                    <a:pt x="146" y="49"/>
                    <a:pt x="142" y="36"/>
                    <a:pt x="133" y="24"/>
                  </a:cubicBezTo>
                  <a:cubicBezTo>
                    <a:pt x="121" y="9"/>
                    <a:pt x="101" y="0"/>
                    <a:pt x="79" y="0"/>
                  </a:cubicBezTo>
                  <a:cubicBezTo>
                    <a:pt x="40" y="0"/>
                    <a:pt x="9" y="20"/>
                    <a:pt x="2" y="54"/>
                  </a:cubicBezTo>
                  <a:close/>
                </a:path>
              </a:pathLst>
            </a:custGeom>
            <a:solidFill>
              <a:srgbClr val="F3A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36">
              <a:extLst>
                <a:ext uri="{FF2B5EF4-FFF2-40B4-BE49-F238E27FC236}">
                  <a16:creationId xmlns:a16="http://schemas.microsoft.com/office/drawing/2014/main" id="{63572F8C-66BF-47A6-A69E-6E9916E0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038"/>
              <a:ext cx="320" cy="201"/>
            </a:xfrm>
            <a:custGeom>
              <a:avLst/>
              <a:gdLst>
                <a:gd name="T0" fmla="*/ 0 w 95"/>
                <a:gd name="T1" fmla="*/ 1199 h 56"/>
                <a:gd name="T2" fmla="*/ 2870 w 95"/>
                <a:gd name="T3" fmla="*/ 2588 h 56"/>
                <a:gd name="T4" fmla="*/ 3099 w 95"/>
                <a:gd name="T5" fmla="*/ 0 h 56"/>
                <a:gd name="T6" fmla="*/ 2452 w 95"/>
                <a:gd name="T7" fmla="*/ 1339 h 56"/>
                <a:gd name="T8" fmla="*/ 0 w 95"/>
                <a:gd name="T9" fmla="*/ 119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6">
                  <a:moveTo>
                    <a:pt x="0" y="26"/>
                  </a:moveTo>
                  <a:cubicBezTo>
                    <a:pt x="18" y="26"/>
                    <a:pt x="57" y="30"/>
                    <a:pt x="75" y="56"/>
                  </a:cubicBezTo>
                  <a:cubicBezTo>
                    <a:pt x="80" y="44"/>
                    <a:pt x="95" y="22"/>
                    <a:pt x="81" y="0"/>
                  </a:cubicBezTo>
                  <a:cubicBezTo>
                    <a:pt x="82" y="12"/>
                    <a:pt x="80" y="28"/>
                    <a:pt x="64" y="29"/>
                  </a:cubicBezTo>
                  <a:cubicBezTo>
                    <a:pt x="48" y="29"/>
                    <a:pt x="24" y="22"/>
                    <a:pt x="0" y="26"/>
                  </a:cubicBezTo>
                  <a:close/>
                </a:path>
              </a:pathLst>
            </a:custGeom>
            <a:solidFill>
              <a:srgbClr val="ABD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37">
              <a:extLst>
                <a:ext uri="{FF2B5EF4-FFF2-40B4-BE49-F238E27FC236}">
                  <a16:creationId xmlns:a16="http://schemas.microsoft.com/office/drawing/2014/main" id="{82A25E91-7392-4DC3-B423-916767803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906"/>
              <a:ext cx="242" cy="365"/>
            </a:xfrm>
            <a:custGeom>
              <a:avLst/>
              <a:gdLst>
                <a:gd name="T0" fmla="*/ 2733 w 72"/>
                <a:gd name="T1" fmla="*/ 0 h 102"/>
                <a:gd name="T2" fmla="*/ 981 w 72"/>
                <a:gd name="T3" fmla="*/ 4584 h 102"/>
                <a:gd name="T4" fmla="*/ 1096 w 72"/>
                <a:gd name="T5" fmla="*/ 4623 h 102"/>
                <a:gd name="T6" fmla="*/ 1637 w 72"/>
                <a:gd name="T7" fmla="*/ 3943 h 102"/>
                <a:gd name="T8" fmla="*/ 1062 w 72"/>
                <a:gd name="T9" fmla="*/ 4033 h 102"/>
                <a:gd name="T10" fmla="*/ 2733 w 72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02">
                  <a:moveTo>
                    <a:pt x="72" y="0"/>
                  </a:moveTo>
                  <a:cubicBezTo>
                    <a:pt x="46" y="9"/>
                    <a:pt x="0" y="46"/>
                    <a:pt x="26" y="100"/>
                  </a:cubicBezTo>
                  <a:cubicBezTo>
                    <a:pt x="27" y="101"/>
                    <a:pt x="28" y="102"/>
                    <a:pt x="29" y="101"/>
                  </a:cubicBezTo>
                  <a:cubicBezTo>
                    <a:pt x="32" y="97"/>
                    <a:pt x="38" y="90"/>
                    <a:pt x="43" y="86"/>
                  </a:cubicBezTo>
                  <a:cubicBezTo>
                    <a:pt x="34" y="92"/>
                    <a:pt x="30" y="95"/>
                    <a:pt x="28" y="88"/>
                  </a:cubicBezTo>
                  <a:cubicBezTo>
                    <a:pt x="26" y="81"/>
                    <a:pt x="11" y="32"/>
                    <a:pt x="72" y="0"/>
                  </a:cubicBezTo>
                  <a:close/>
                </a:path>
              </a:pathLst>
            </a:custGeom>
            <a:solidFill>
              <a:srgbClr val="ABD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38">
              <a:extLst>
                <a:ext uri="{FF2B5EF4-FFF2-40B4-BE49-F238E27FC236}">
                  <a16:creationId xmlns:a16="http://schemas.microsoft.com/office/drawing/2014/main" id="{0B448A53-A0A4-41D6-B10C-CCAF856CFF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0" y="1149"/>
              <a:ext cx="619" cy="531"/>
            </a:xfrm>
            <a:custGeom>
              <a:avLst/>
              <a:gdLst>
                <a:gd name="T0" fmla="*/ 6314 w 184"/>
                <a:gd name="T1" fmla="*/ 1288 h 148"/>
                <a:gd name="T2" fmla="*/ 3801 w 184"/>
                <a:gd name="T3" fmla="*/ 0 h 148"/>
                <a:gd name="T4" fmla="*/ 565 w 184"/>
                <a:gd name="T5" fmla="*/ 1711 h 148"/>
                <a:gd name="T6" fmla="*/ 272 w 184"/>
                <a:gd name="T7" fmla="*/ 2357 h 148"/>
                <a:gd name="T8" fmla="*/ 114 w 184"/>
                <a:gd name="T9" fmla="*/ 3089 h 148"/>
                <a:gd name="T10" fmla="*/ 565 w 184"/>
                <a:gd name="T11" fmla="*/ 5446 h 148"/>
                <a:gd name="T12" fmla="*/ 3236 w 184"/>
                <a:gd name="T13" fmla="*/ 6835 h 148"/>
                <a:gd name="T14" fmla="*/ 6893 w 184"/>
                <a:gd name="T15" fmla="*/ 3695 h 148"/>
                <a:gd name="T16" fmla="*/ 6735 w 184"/>
                <a:gd name="T17" fmla="*/ 1984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148">
                  <a:moveTo>
                    <a:pt x="166" y="28"/>
                  </a:moveTo>
                  <a:cubicBezTo>
                    <a:pt x="151" y="10"/>
                    <a:pt x="126" y="0"/>
                    <a:pt x="100" y="0"/>
                  </a:cubicBezTo>
                  <a:cubicBezTo>
                    <a:pt x="64" y="0"/>
                    <a:pt x="32" y="13"/>
                    <a:pt x="15" y="37"/>
                  </a:cubicBezTo>
                  <a:moveTo>
                    <a:pt x="7" y="51"/>
                  </a:moveTo>
                  <a:cubicBezTo>
                    <a:pt x="5" y="56"/>
                    <a:pt x="4" y="61"/>
                    <a:pt x="3" y="67"/>
                  </a:cubicBezTo>
                  <a:cubicBezTo>
                    <a:pt x="0" y="82"/>
                    <a:pt x="4" y="105"/>
                    <a:pt x="15" y="118"/>
                  </a:cubicBezTo>
                  <a:cubicBezTo>
                    <a:pt x="30" y="137"/>
                    <a:pt x="56" y="148"/>
                    <a:pt x="85" y="148"/>
                  </a:cubicBezTo>
                  <a:cubicBezTo>
                    <a:pt x="134" y="148"/>
                    <a:pt x="173" y="121"/>
                    <a:pt x="181" y="80"/>
                  </a:cubicBezTo>
                  <a:cubicBezTo>
                    <a:pt x="184" y="67"/>
                    <a:pt x="183" y="55"/>
                    <a:pt x="177" y="4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39">
              <a:extLst>
                <a:ext uri="{FF2B5EF4-FFF2-40B4-BE49-F238E27FC236}">
                  <a16:creationId xmlns:a16="http://schemas.microsoft.com/office/drawing/2014/main" id="{0DBE8872-B663-479C-9DC3-0B33D7B22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845"/>
              <a:ext cx="683" cy="584"/>
            </a:xfrm>
            <a:custGeom>
              <a:avLst/>
              <a:gdLst>
                <a:gd name="T0" fmla="*/ 114 w 203"/>
                <a:gd name="T1" fmla="*/ 3364 h 163"/>
                <a:gd name="T2" fmla="*/ 612 w 203"/>
                <a:gd name="T3" fmla="*/ 5983 h 163"/>
                <a:gd name="T4" fmla="*/ 3543 w 203"/>
                <a:gd name="T5" fmla="*/ 7495 h 163"/>
                <a:gd name="T6" fmla="*/ 7584 w 203"/>
                <a:gd name="T7" fmla="*/ 4045 h 163"/>
                <a:gd name="T8" fmla="*/ 7086 w 203"/>
                <a:gd name="T9" fmla="*/ 1566 h 163"/>
                <a:gd name="T10" fmla="*/ 4189 w 203"/>
                <a:gd name="T11" fmla="*/ 0 h 163"/>
                <a:gd name="T12" fmla="*/ 114 w 203"/>
                <a:gd name="T13" fmla="*/ 3364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3">
                  <a:moveTo>
                    <a:pt x="3" y="73"/>
                  </a:moveTo>
                  <a:cubicBezTo>
                    <a:pt x="0" y="91"/>
                    <a:pt x="4" y="116"/>
                    <a:pt x="16" y="130"/>
                  </a:cubicBezTo>
                  <a:cubicBezTo>
                    <a:pt x="33" y="151"/>
                    <a:pt x="62" y="163"/>
                    <a:pt x="93" y="163"/>
                  </a:cubicBezTo>
                  <a:cubicBezTo>
                    <a:pt x="147" y="163"/>
                    <a:pt x="189" y="133"/>
                    <a:pt x="199" y="88"/>
                  </a:cubicBezTo>
                  <a:cubicBezTo>
                    <a:pt x="203" y="69"/>
                    <a:pt x="198" y="50"/>
                    <a:pt x="186" y="34"/>
                  </a:cubicBezTo>
                  <a:cubicBezTo>
                    <a:pt x="168" y="13"/>
                    <a:pt x="140" y="0"/>
                    <a:pt x="110" y="0"/>
                  </a:cubicBezTo>
                  <a:cubicBezTo>
                    <a:pt x="56" y="0"/>
                    <a:pt x="12" y="26"/>
                    <a:pt x="3" y="7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40">
              <a:extLst>
                <a:ext uri="{FF2B5EF4-FFF2-40B4-BE49-F238E27FC236}">
                  <a16:creationId xmlns:a16="http://schemas.microsoft.com/office/drawing/2014/main" id="{B066C3EE-81CF-4DF5-8E3F-0C0027A61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873"/>
              <a:ext cx="622" cy="527"/>
            </a:xfrm>
            <a:custGeom>
              <a:avLst/>
              <a:gdLst>
                <a:gd name="T0" fmla="*/ 3799 w 185"/>
                <a:gd name="T1" fmla="*/ 0 h 147"/>
                <a:gd name="T2" fmla="*/ 6422 w 185"/>
                <a:gd name="T3" fmla="*/ 1427 h 147"/>
                <a:gd name="T4" fmla="*/ 6919 w 185"/>
                <a:gd name="T5" fmla="*/ 3599 h 147"/>
                <a:gd name="T6" fmla="*/ 3154 w 185"/>
                <a:gd name="T7" fmla="*/ 6772 h 147"/>
                <a:gd name="T8" fmla="*/ 451 w 185"/>
                <a:gd name="T9" fmla="*/ 5385 h 147"/>
                <a:gd name="T10" fmla="*/ 0 w 185"/>
                <a:gd name="T11" fmla="*/ 3546 h 147"/>
                <a:gd name="T12" fmla="*/ 0 w 185"/>
                <a:gd name="T13" fmla="*/ 3083 h 147"/>
                <a:gd name="T14" fmla="*/ 3799 w 185"/>
                <a:gd name="T15" fmla="*/ 0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47">
                  <a:moveTo>
                    <a:pt x="100" y="0"/>
                  </a:moveTo>
                  <a:cubicBezTo>
                    <a:pt x="128" y="0"/>
                    <a:pt x="154" y="11"/>
                    <a:pt x="169" y="31"/>
                  </a:cubicBezTo>
                  <a:cubicBezTo>
                    <a:pt x="181" y="45"/>
                    <a:pt x="185" y="62"/>
                    <a:pt x="182" y="78"/>
                  </a:cubicBezTo>
                  <a:cubicBezTo>
                    <a:pt x="173" y="119"/>
                    <a:pt x="133" y="147"/>
                    <a:pt x="83" y="147"/>
                  </a:cubicBezTo>
                  <a:cubicBezTo>
                    <a:pt x="54" y="147"/>
                    <a:pt x="28" y="136"/>
                    <a:pt x="12" y="117"/>
                  </a:cubicBezTo>
                  <a:cubicBezTo>
                    <a:pt x="4" y="107"/>
                    <a:pt x="0" y="90"/>
                    <a:pt x="0" y="77"/>
                  </a:cubicBezTo>
                  <a:cubicBezTo>
                    <a:pt x="0" y="73"/>
                    <a:pt x="0" y="70"/>
                    <a:pt x="0" y="67"/>
                  </a:cubicBezTo>
                  <a:cubicBezTo>
                    <a:pt x="8" y="26"/>
                    <a:pt x="46" y="0"/>
                    <a:pt x="100" y="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41">
              <a:extLst>
                <a:ext uri="{FF2B5EF4-FFF2-40B4-BE49-F238E27FC236}">
                  <a16:creationId xmlns:a16="http://schemas.microsoft.com/office/drawing/2014/main" id="{BBA9AB00-5117-4243-9271-E96EE628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164"/>
              <a:ext cx="659" cy="1050"/>
            </a:xfrm>
            <a:custGeom>
              <a:avLst/>
              <a:gdLst>
                <a:gd name="T0" fmla="*/ 3426 w 196"/>
                <a:gd name="T1" fmla="*/ 3404 h 293"/>
                <a:gd name="T2" fmla="*/ 498 w 196"/>
                <a:gd name="T3" fmla="*/ 1889 h 293"/>
                <a:gd name="T4" fmla="*/ 0 w 196"/>
                <a:gd name="T5" fmla="*/ 412 h 293"/>
                <a:gd name="T6" fmla="*/ 804 w 196"/>
                <a:gd name="T7" fmla="*/ 10776 h 293"/>
                <a:gd name="T8" fmla="*/ 837 w 196"/>
                <a:gd name="T9" fmla="*/ 10776 h 293"/>
                <a:gd name="T10" fmla="*/ 1254 w 196"/>
                <a:gd name="T11" fmla="*/ 12328 h 293"/>
                <a:gd name="T12" fmla="*/ 3493 w 196"/>
                <a:gd name="T13" fmla="*/ 13485 h 293"/>
                <a:gd name="T14" fmla="*/ 6614 w 196"/>
                <a:gd name="T15" fmla="*/ 10812 h 293"/>
                <a:gd name="T16" fmla="*/ 6647 w 196"/>
                <a:gd name="T17" fmla="*/ 10260 h 293"/>
                <a:gd name="T18" fmla="*/ 7451 w 196"/>
                <a:gd name="T19" fmla="*/ 0 h 293"/>
                <a:gd name="T20" fmla="*/ 7451 w 196"/>
                <a:gd name="T21" fmla="*/ 0 h 293"/>
                <a:gd name="T22" fmla="*/ 3426 w 196"/>
                <a:gd name="T23" fmla="*/ 3404 h 2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293">
                  <a:moveTo>
                    <a:pt x="90" y="74"/>
                  </a:moveTo>
                  <a:cubicBezTo>
                    <a:pt x="59" y="74"/>
                    <a:pt x="30" y="62"/>
                    <a:pt x="13" y="41"/>
                  </a:cubicBezTo>
                  <a:cubicBezTo>
                    <a:pt x="6" y="33"/>
                    <a:pt x="2" y="21"/>
                    <a:pt x="0" y="9"/>
                  </a:cubicBezTo>
                  <a:cubicBezTo>
                    <a:pt x="21" y="234"/>
                    <a:pt x="21" y="234"/>
                    <a:pt x="21" y="234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1" y="246"/>
                    <a:pt x="25" y="259"/>
                    <a:pt x="33" y="268"/>
                  </a:cubicBezTo>
                  <a:cubicBezTo>
                    <a:pt x="46" y="283"/>
                    <a:pt x="68" y="293"/>
                    <a:pt x="92" y="293"/>
                  </a:cubicBezTo>
                  <a:cubicBezTo>
                    <a:pt x="133" y="293"/>
                    <a:pt x="166" y="270"/>
                    <a:pt x="174" y="235"/>
                  </a:cubicBezTo>
                  <a:cubicBezTo>
                    <a:pt x="175" y="231"/>
                    <a:pt x="175" y="227"/>
                    <a:pt x="175" y="223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86" y="44"/>
                    <a:pt x="143" y="74"/>
                    <a:pt x="90" y="7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Oval 42">
              <a:extLst>
                <a:ext uri="{FF2B5EF4-FFF2-40B4-BE49-F238E27FC236}">
                  <a16:creationId xmlns:a16="http://schemas.microsoft.com/office/drawing/2014/main" id="{FD3F7003-FE73-497F-A1E9-6024433E9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1604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3" name="Oval 43">
              <a:extLst>
                <a:ext uri="{FF2B5EF4-FFF2-40B4-BE49-F238E27FC236}">
                  <a16:creationId xmlns:a16="http://schemas.microsoft.com/office/drawing/2014/main" id="{0499E6A5-A332-426F-AF35-9C3AF589C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1644"/>
              <a:ext cx="33" cy="3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4" name="Oval 44">
              <a:extLst>
                <a:ext uri="{FF2B5EF4-FFF2-40B4-BE49-F238E27FC236}">
                  <a16:creationId xmlns:a16="http://schemas.microsoft.com/office/drawing/2014/main" id="{9C3EA19D-A829-4AC1-9EF9-014EF504C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1583"/>
              <a:ext cx="34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5" name="Freeform 45">
              <a:extLst>
                <a:ext uri="{FF2B5EF4-FFF2-40B4-BE49-F238E27FC236}">
                  <a16:creationId xmlns:a16="http://schemas.microsoft.com/office/drawing/2014/main" id="{A0FDA588-ACB8-4240-ACF5-A62B0EF7B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325"/>
              <a:ext cx="283" cy="871"/>
            </a:xfrm>
            <a:custGeom>
              <a:avLst/>
              <a:gdLst>
                <a:gd name="T0" fmla="*/ 3211 w 84"/>
                <a:gd name="T1" fmla="*/ 0 h 243"/>
                <a:gd name="T2" fmla="*/ 2564 w 84"/>
                <a:gd name="T3" fmla="*/ 8660 h 243"/>
                <a:gd name="T4" fmla="*/ 0 w 84"/>
                <a:gd name="T5" fmla="*/ 11190 h 243"/>
                <a:gd name="T6" fmla="*/ 2257 w 84"/>
                <a:gd name="T7" fmla="*/ 8929 h 243"/>
                <a:gd name="T8" fmla="*/ 3211 w 84"/>
                <a:gd name="T9" fmla="*/ 0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43">
                  <a:moveTo>
                    <a:pt x="84" y="0"/>
                  </a:moveTo>
                  <a:cubicBezTo>
                    <a:pt x="84" y="0"/>
                    <a:pt x="67" y="175"/>
                    <a:pt x="67" y="188"/>
                  </a:cubicBezTo>
                  <a:cubicBezTo>
                    <a:pt x="66" y="200"/>
                    <a:pt x="53" y="236"/>
                    <a:pt x="0" y="243"/>
                  </a:cubicBezTo>
                  <a:cubicBezTo>
                    <a:pt x="18" y="240"/>
                    <a:pt x="54" y="217"/>
                    <a:pt x="59" y="194"/>
                  </a:cubicBezTo>
                  <a:cubicBezTo>
                    <a:pt x="65" y="171"/>
                    <a:pt x="84" y="0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46">
              <a:extLst>
                <a:ext uri="{FF2B5EF4-FFF2-40B4-BE49-F238E27FC236}">
                  <a16:creationId xmlns:a16="http://schemas.microsoft.com/office/drawing/2014/main" id="{1234A2F4-D7C5-4936-ACFB-98055BECB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393"/>
              <a:ext cx="77" cy="699"/>
            </a:xfrm>
            <a:custGeom>
              <a:avLst/>
              <a:gdLst>
                <a:gd name="T0" fmla="*/ 0 w 23"/>
                <a:gd name="T1" fmla="*/ 0 h 195"/>
                <a:gd name="T2" fmla="*/ 606 w 23"/>
                <a:gd name="T3" fmla="*/ 8108 h 195"/>
                <a:gd name="T4" fmla="*/ 864 w 23"/>
                <a:gd name="T5" fmla="*/ 8983 h 195"/>
                <a:gd name="T6" fmla="*/ 673 w 23"/>
                <a:gd name="T7" fmla="*/ 7736 h 195"/>
                <a:gd name="T8" fmla="*/ 0 w 23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5">
                  <a:moveTo>
                    <a:pt x="0" y="0"/>
                  </a:moveTo>
                  <a:cubicBezTo>
                    <a:pt x="16" y="176"/>
                    <a:pt x="16" y="176"/>
                    <a:pt x="16" y="176"/>
                  </a:cubicBezTo>
                  <a:cubicBezTo>
                    <a:pt x="16" y="176"/>
                    <a:pt x="18" y="189"/>
                    <a:pt x="23" y="195"/>
                  </a:cubicBezTo>
                  <a:cubicBezTo>
                    <a:pt x="20" y="186"/>
                    <a:pt x="18" y="168"/>
                    <a:pt x="18" y="16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47">
              <a:extLst>
                <a:ext uri="{FF2B5EF4-FFF2-40B4-BE49-F238E27FC236}">
                  <a16:creationId xmlns:a16="http://schemas.microsoft.com/office/drawing/2014/main" id="{B191E703-F916-4914-8345-8B1317D6E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293"/>
              <a:ext cx="423" cy="211"/>
            </a:xfrm>
            <a:custGeom>
              <a:avLst/>
              <a:gdLst>
                <a:gd name="T0" fmla="*/ 0 w 126"/>
                <a:gd name="T1" fmla="*/ 1459 h 59"/>
                <a:gd name="T2" fmla="*/ 4767 w 126"/>
                <a:gd name="T3" fmla="*/ 0 h 59"/>
                <a:gd name="T4" fmla="*/ 0 w 126"/>
                <a:gd name="T5" fmla="*/ 145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59">
                  <a:moveTo>
                    <a:pt x="0" y="32"/>
                  </a:moveTo>
                  <a:cubicBezTo>
                    <a:pt x="12" y="38"/>
                    <a:pt x="84" y="52"/>
                    <a:pt x="126" y="0"/>
                  </a:cubicBezTo>
                  <a:cubicBezTo>
                    <a:pt x="111" y="27"/>
                    <a:pt x="60" y="59"/>
                    <a:pt x="0" y="32"/>
                  </a:cubicBezTo>
                  <a:close/>
                </a:path>
              </a:pathLst>
            </a:custGeom>
            <a:solidFill>
              <a:srgbClr val="EFB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6" name="Plastic-water-bottle-illustration">
            <a:extLst>
              <a:ext uri="{FF2B5EF4-FFF2-40B4-BE49-F238E27FC236}">
                <a16:creationId xmlns:a16="http://schemas.microsoft.com/office/drawing/2014/main" id="{F75A536A-6947-4DDC-BF51-CD1E06A03DC9}"/>
              </a:ext>
            </a:extLst>
          </p:cNvPr>
          <p:cNvGrpSpPr>
            <a:grpSpLocks/>
          </p:cNvGrpSpPr>
          <p:nvPr/>
        </p:nvGrpSpPr>
        <p:grpSpPr bwMode="auto">
          <a:xfrm>
            <a:off x="2501900" y="1408113"/>
            <a:ext cx="1258888" cy="4900612"/>
            <a:chOff x="3566" y="1156"/>
            <a:chExt cx="563" cy="2192"/>
          </a:xfrm>
        </p:grpSpPr>
        <p:sp>
          <p:nvSpPr>
            <p:cNvPr id="28677" name="Freeform 49">
              <a:extLst>
                <a:ext uri="{FF2B5EF4-FFF2-40B4-BE49-F238E27FC236}">
                  <a16:creationId xmlns:a16="http://schemas.microsoft.com/office/drawing/2014/main" id="{DAB2A2C8-1137-48F3-9AE3-C1F996E45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242"/>
              <a:ext cx="203" cy="146"/>
            </a:xfrm>
            <a:custGeom>
              <a:avLst/>
              <a:gdLst>
                <a:gd name="T0" fmla="*/ 1256 w 81"/>
                <a:gd name="T1" fmla="*/ 374 h 55"/>
                <a:gd name="T2" fmla="*/ 1256 w 81"/>
                <a:gd name="T3" fmla="*/ 337 h 55"/>
                <a:gd name="T4" fmla="*/ 1256 w 81"/>
                <a:gd name="T5" fmla="*/ 0 h 55"/>
                <a:gd name="T6" fmla="*/ 1256 w 81"/>
                <a:gd name="T7" fmla="*/ 0 h 55"/>
                <a:gd name="T8" fmla="*/ 1256 w 81"/>
                <a:gd name="T9" fmla="*/ 56 h 55"/>
                <a:gd name="T10" fmla="*/ 584 w 81"/>
                <a:gd name="T11" fmla="*/ 621 h 55"/>
                <a:gd name="T12" fmla="*/ 95 w 81"/>
                <a:gd name="T13" fmla="*/ 374 h 55"/>
                <a:gd name="T14" fmla="*/ 0 w 81"/>
                <a:gd name="T15" fmla="*/ 56 h 55"/>
                <a:gd name="T16" fmla="*/ 0 w 81"/>
                <a:gd name="T17" fmla="*/ 56 h 55"/>
                <a:gd name="T18" fmla="*/ 0 w 81"/>
                <a:gd name="T19" fmla="*/ 465 h 55"/>
                <a:gd name="T20" fmla="*/ 0 w 81"/>
                <a:gd name="T21" fmla="*/ 465 h 55"/>
                <a:gd name="T22" fmla="*/ 95 w 81"/>
                <a:gd name="T23" fmla="*/ 783 h 55"/>
                <a:gd name="T24" fmla="*/ 584 w 81"/>
                <a:gd name="T25" fmla="*/ 1030 h 55"/>
                <a:gd name="T26" fmla="*/ 1256 w 81"/>
                <a:gd name="T27" fmla="*/ 451 h 55"/>
                <a:gd name="T28" fmla="*/ 1276 w 81"/>
                <a:gd name="T29" fmla="*/ 409 h 55"/>
                <a:gd name="T30" fmla="*/ 1256 w 81"/>
                <a:gd name="T31" fmla="*/ 409 h 55"/>
                <a:gd name="T32" fmla="*/ 1256 w 81"/>
                <a:gd name="T33" fmla="*/ 374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1" h="55">
                  <a:moveTo>
                    <a:pt x="80" y="20"/>
                  </a:moveTo>
                  <a:cubicBezTo>
                    <a:pt x="81" y="20"/>
                    <a:pt x="81" y="19"/>
                    <a:pt x="80" y="18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1"/>
                    <a:pt x="80" y="2"/>
                    <a:pt x="80" y="3"/>
                  </a:cubicBezTo>
                  <a:cubicBezTo>
                    <a:pt x="76" y="21"/>
                    <a:pt x="59" y="33"/>
                    <a:pt x="37" y="33"/>
                  </a:cubicBezTo>
                  <a:cubicBezTo>
                    <a:pt x="25" y="33"/>
                    <a:pt x="13" y="29"/>
                    <a:pt x="6" y="20"/>
                  </a:cubicBezTo>
                  <a:cubicBezTo>
                    <a:pt x="3" y="16"/>
                    <a:pt x="0" y="9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1"/>
                    <a:pt x="3" y="37"/>
                    <a:pt x="6" y="42"/>
                  </a:cubicBezTo>
                  <a:cubicBezTo>
                    <a:pt x="13" y="50"/>
                    <a:pt x="25" y="55"/>
                    <a:pt x="37" y="55"/>
                  </a:cubicBezTo>
                  <a:cubicBezTo>
                    <a:pt x="59" y="55"/>
                    <a:pt x="76" y="42"/>
                    <a:pt x="80" y="24"/>
                  </a:cubicBezTo>
                  <a:cubicBezTo>
                    <a:pt x="80" y="24"/>
                    <a:pt x="80" y="23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20"/>
                  </a:lnTo>
                  <a:close/>
                </a:path>
              </a:pathLst>
            </a:custGeom>
            <a:solidFill>
              <a:srgbClr val="7EB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50">
              <a:extLst>
                <a:ext uri="{FF2B5EF4-FFF2-40B4-BE49-F238E27FC236}">
                  <a16:creationId xmlns:a16="http://schemas.microsoft.com/office/drawing/2014/main" id="{DD682B75-A780-4A3D-A88E-DFDB8C352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300"/>
              <a:ext cx="203" cy="141"/>
            </a:xfrm>
            <a:custGeom>
              <a:avLst/>
              <a:gdLst>
                <a:gd name="T0" fmla="*/ 1256 w 81"/>
                <a:gd name="T1" fmla="*/ 396 h 53"/>
                <a:gd name="T2" fmla="*/ 1256 w 81"/>
                <a:gd name="T3" fmla="*/ 362 h 53"/>
                <a:gd name="T4" fmla="*/ 1256 w 81"/>
                <a:gd name="T5" fmla="*/ 319 h 53"/>
                <a:gd name="T6" fmla="*/ 1256 w 81"/>
                <a:gd name="T7" fmla="*/ 0 h 53"/>
                <a:gd name="T8" fmla="*/ 1256 w 81"/>
                <a:gd name="T9" fmla="*/ 35 h 53"/>
                <a:gd name="T10" fmla="*/ 584 w 81"/>
                <a:gd name="T11" fmla="*/ 623 h 53"/>
                <a:gd name="T12" fmla="*/ 95 w 81"/>
                <a:gd name="T13" fmla="*/ 375 h 53"/>
                <a:gd name="T14" fmla="*/ 0 w 81"/>
                <a:gd name="T15" fmla="*/ 56 h 53"/>
                <a:gd name="T16" fmla="*/ 0 w 81"/>
                <a:gd name="T17" fmla="*/ 56 h 53"/>
                <a:gd name="T18" fmla="*/ 0 w 81"/>
                <a:gd name="T19" fmla="*/ 431 h 53"/>
                <a:gd name="T20" fmla="*/ 0 w 81"/>
                <a:gd name="T21" fmla="*/ 431 h 53"/>
                <a:gd name="T22" fmla="*/ 95 w 81"/>
                <a:gd name="T23" fmla="*/ 750 h 53"/>
                <a:gd name="T24" fmla="*/ 584 w 81"/>
                <a:gd name="T25" fmla="*/ 998 h 53"/>
                <a:gd name="T26" fmla="*/ 1256 w 81"/>
                <a:gd name="T27" fmla="*/ 431 h 53"/>
                <a:gd name="T28" fmla="*/ 1276 w 81"/>
                <a:gd name="T29" fmla="*/ 396 h 53"/>
                <a:gd name="T30" fmla="*/ 1256 w 81"/>
                <a:gd name="T31" fmla="*/ 396 h 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1" h="53">
                  <a:moveTo>
                    <a:pt x="80" y="21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1" y="18"/>
                    <a:pt x="81" y="17"/>
                    <a:pt x="80" y="1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1"/>
                    <a:pt x="80" y="2"/>
                    <a:pt x="80" y="2"/>
                  </a:cubicBezTo>
                  <a:cubicBezTo>
                    <a:pt x="76" y="20"/>
                    <a:pt x="59" y="33"/>
                    <a:pt x="37" y="33"/>
                  </a:cubicBezTo>
                  <a:cubicBezTo>
                    <a:pt x="25" y="33"/>
                    <a:pt x="13" y="28"/>
                    <a:pt x="6" y="20"/>
                  </a:cubicBezTo>
                  <a:cubicBezTo>
                    <a:pt x="3" y="15"/>
                    <a:pt x="0" y="9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0"/>
                    <a:pt x="3" y="36"/>
                    <a:pt x="6" y="40"/>
                  </a:cubicBezTo>
                  <a:cubicBezTo>
                    <a:pt x="13" y="48"/>
                    <a:pt x="25" y="53"/>
                    <a:pt x="37" y="53"/>
                  </a:cubicBezTo>
                  <a:cubicBezTo>
                    <a:pt x="59" y="53"/>
                    <a:pt x="76" y="41"/>
                    <a:pt x="80" y="23"/>
                  </a:cubicBezTo>
                  <a:cubicBezTo>
                    <a:pt x="80" y="22"/>
                    <a:pt x="80" y="22"/>
                    <a:pt x="81" y="21"/>
                  </a:cubicBezTo>
                  <a:cubicBezTo>
                    <a:pt x="80" y="21"/>
                    <a:pt x="80" y="21"/>
                    <a:pt x="80" y="21"/>
                  </a:cubicBezTo>
                  <a:close/>
                </a:path>
              </a:pathLst>
            </a:custGeom>
            <a:solidFill>
              <a:srgbClr val="C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51">
              <a:extLst>
                <a:ext uri="{FF2B5EF4-FFF2-40B4-BE49-F238E27FC236}">
                  <a16:creationId xmlns:a16="http://schemas.microsoft.com/office/drawing/2014/main" id="{EB576F19-8A23-40B0-8140-0F9E3F490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156"/>
              <a:ext cx="207" cy="174"/>
            </a:xfrm>
            <a:custGeom>
              <a:avLst/>
              <a:gdLst>
                <a:gd name="T0" fmla="*/ 30 w 83"/>
                <a:gd name="T1" fmla="*/ 559 h 65"/>
                <a:gd name="T2" fmla="*/ 105 w 83"/>
                <a:gd name="T3" fmla="*/ 996 h 65"/>
                <a:gd name="T4" fmla="*/ 591 w 83"/>
                <a:gd name="T5" fmla="*/ 1247 h 65"/>
                <a:gd name="T6" fmla="*/ 1257 w 83"/>
                <a:gd name="T7" fmla="*/ 675 h 65"/>
                <a:gd name="T8" fmla="*/ 1162 w 83"/>
                <a:gd name="T9" fmla="*/ 265 h 65"/>
                <a:gd name="T10" fmla="*/ 696 w 83"/>
                <a:gd name="T11" fmla="*/ 0 h 65"/>
                <a:gd name="T12" fmla="*/ 30 w 83"/>
                <a:gd name="T13" fmla="*/ 559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65">
                  <a:moveTo>
                    <a:pt x="2" y="29"/>
                  </a:moveTo>
                  <a:cubicBezTo>
                    <a:pt x="0" y="38"/>
                    <a:pt x="3" y="47"/>
                    <a:pt x="7" y="52"/>
                  </a:cubicBezTo>
                  <a:cubicBezTo>
                    <a:pt x="14" y="61"/>
                    <a:pt x="26" y="65"/>
                    <a:pt x="38" y="65"/>
                  </a:cubicBezTo>
                  <a:cubicBezTo>
                    <a:pt x="60" y="65"/>
                    <a:pt x="77" y="53"/>
                    <a:pt x="81" y="35"/>
                  </a:cubicBezTo>
                  <a:cubicBezTo>
                    <a:pt x="83" y="28"/>
                    <a:pt x="81" y="20"/>
                    <a:pt x="75" y="14"/>
                  </a:cubicBezTo>
                  <a:cubicBezTo>
                    <a:pt x="69" y="5"/>
                    <a:pt x="57" y="0"/>
                    <a:pt x="45" y="0"/>
                  </a:cubicBezTo>
                  <a:cubicBezTo>
                    <a:pt x="23" y="0"/>
                    <a:pt x="6" y="10"/>
                    <a:pt x="2" y="29"/>
                  </a:cubicBezTo>
                  <a:close/>
                </a:path>
              </a:pathLst>
            </a:custGeom>
            <a:solidFill>
              <a:srgbClr val="C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52">
              <a:extLst>
                <a:ext uri="{FF2B5EF4-FFF2-40B4-BE49-F238E27FC236}">
                  <a16:creationId xmlns:a16="http://schemas.microsoft.com/office/drawing/2014/main" id="{90D37151-BF2C-4514-9B15-C2B02681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921"/>
              <a:ext cx="541" cy="208"/>
            </a:xfrm>
            <a:custGeom>
              <a:avLst/>
              <a:gdLst>
                <a:gd name="T0" fmla="*/ 0 w 216"/>
                <a:gd name="T1" fmla="*/ 248 h 78"/>
                <a:gd name="T2" fmla="*/ 238 w 216"/>
                <a:gd name="T3" fmla="*/ 888 h 78"/>
                <a:gd name="T4" fmla="*/ 1568 w 216"/>
                <a:gd name="T5" fmla="*/ 1480 h 78"/>
                <a:gd name="T6" fmla="*/ 3394 w 216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78">
                  <a:moveTo>
                    <a:pt x="0" y="13"/>
                  </a:moveTo>
                  <a:cubicBezTo>
                    <a:pt x="2" y="26"/>
                    <a:pt x="8" y="38"/>
                    <a:pt x="15" y="47"/>
                  </a:cubicBezTo>
                  <a:cubicBezTo>
                    <a:pt x="34" y="69"/>
                    <a:pt x="66" y="78"/>
                    <a:pt x="100" y="78"/>
                  </a:cubicBezTo>
                  <a:cubicBezTo>
                    <a:pt x="171" y="78"/>
                    <a:pt x="206" y="49"/>
                    <a:pt x="216" y="0"/>
                  </a:cubicBezTo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53">
              <a:extLst>
                <a:ext uri="{FF2B5EF4-FFF2-40B4-BE49-F238E27FC236}">
                  <a16:creationId xmlns:a16="http://schemas.microsoft.com/office/drawing/2014/main" id="{4850F108-FCC8-4CC2-93A2-98D83F8C5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548"/>
              <a:ext cx="541" cy="208"/>
            </a:xfrm>
            <a:custGeom>
              <a:avLst/>
              <a:gdLst>
                <a:gd name="T0" fmla="*/ 0 w 216"/>
                <a:gd name="T1" fmla="*/ 248 h 78"/>
                <a:gd name="T2" fmla="*/ 238 w 216"/>
                <a:gd name="T3" fmla="*/ 888 h 78"/>
                <a:gd name="T4" fmla="*/ 1568 w 216"/>
                <a:gd name="T5" fmla="*/ 1480 h 78"/>
                <a:gd name="T6" fmla="*/ 3394 w 216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78">
                  <a:moveTo>
                    <a:pt x="0" y="13"/>
                  </a:moveTo>
                  <a:cubicBezTo>
                    <a:pt x="2" y="26"/>
                    <a:pt x="8" y="38"/>
                    <a:pt x="15" y="47"/>
                  </a:cubicBezTo>
                  <a:cubicBezTo>
                    <a:pt x="34" y="69"/>
                    <a:pt x="66" y="78"/>
                    <a:pt x="100" y="78"/>
                  </a:cubicBezTo>
                  <a:cubicBezTo>
                    <a:pt x="174" y="78"/>
                    <a:pt x="206" y="49"/>
                    <a:pt x="216" y="0"/>
                  </a:cubicBezTo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54">
              <a:extLst>
                <a:ext uri="{FF2B5EF4-FFF2-40B4-BE49-F238E27FC236}">
                  <a16:creationId xmlns:a16="http://schemas.microsoft.com/office/drawing/2014/main" id="{140C062D-A925-4EF5-BED7-5C609AC21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321"/>
              <a:ext cx="543" cy="1027"/>
            </a:xfrm>
            <a:custGeom>
              <a:avLst/>
              <a:gdLst>
                <a:gd name="T0" fmla="*/ 1566 w 217"/>
                <a:gd name="T1" fmla="*/ 1480 h 385"/>
                <a:gd name="T2" fmla="*/ 238 w 217"/>
                <a:gd name="T3" fmla="*/ 888 h 385"/>
                <a:gd name="T4" fmla="*/ 0 w 217"/>
                <a:gd name="T5" fmla="*/ 227 h 385"/>
                <a:gd name="T6" fmla="*/ 0 w 217"/>
                <a:gd name="T7" fmla="*/ 227 h 385"/>
                <a:gd name="T8" fmla="*/ 0 w 217"/>
                <a:gd name="T9" fmla="*/ 5735 h 385"/>
                <a:gd name="T10" fmla="*/ 283 w 217"/>
                <a:gd name="T11" fmla="*/ 6645 h 385"/>
                <a:gd name="T12" fmla="*/ 1584 w 217"/>
                <a:gd name="T13" fmla="*/ 7309 h 385"/>
                <a:gd name="T14" fmla="*/ 3368 w 217"/>
                <a:gd name="T15" fmla="*/ 5770 h 385"/>
                <a:gd name="T16" fmla="*/ 3401 w 217"/>
                <a:gd name="T17" fmla="*/ 5466 h 385"/>
                <a:gd name="T18" fmla="*/ 3401 w 217"/>
                <a:gd name="T19" fmla="*/ 21 h 385"/>
                <a:gd name="T20" fmla="*/ 3381 w 217"/>
                <a:gd name="T21" fmla="*/ 0 h 385"/>
                <a:gd name="T22" fmla="*/ 1566 w 217"/>
                <a:gd name="T23" fmla="*/ 1480 h 3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7" h="385">
                  <a:moveTo>
                    <a:pt x="100" y="78"/>
                  </a:moveTo>
                  <a:cubicBezTo>
                    <a:pt x="66" y="78"/>
                    <a:pt x="34" y="69"/>
                    <a:pt x="15" y="47"/>
                  </a:cubicBezTo>
                  <a:cubicBezTo>
                    <a:pt x="7" y="37"/>
                    <a:pt x="2" y="2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0" y="319"/>
                    <a:pt x="8" y="337"/>
                    <a:pt x="18" y="350"/>
                  </a:cubicBezTo>
                  <a:cubicBezTo>
                    <a:pt x="37" y="372"/>
                    <a:pt x="67" y="385"/>
                    <a:pt x="101" y="385"/>
                  </a:cubicBezTo>
                  <a:cubicBezTo>
                    <a:pt x="170" y="385"/>
                    <a:pt x="205" y="353"/>
                    <a:pt x="215" y="304"/>
                  </a:cubicBezTo>
                  <a:cubicBezTo>
                    <a:pt x="216" y="299"/>
                    <a:pt x="217" y="293"/>
                    <a:pt x="217" y="288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7" y="1"/>
                    <a:pt x="216" y="1"/>
                    <a:pt x="216" y="0"/>
                  </a:cubicBezTo>
                  <a:cubicBezTo>
                    <a:pt x="205" y="49"/>
                    <a:pt x="159" y="78"/>
                    <a:pt x="100" y="78"/>
                  </a:cubicBezTo>
                  <a:close/>
                </a:path>
              </a:pathLst>
            </a:custGeom>
            <a:solidFill>
              <a:srgbClr val="E1EE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55">
              <a:extLst>
                <a:ext uri="{FF2B5EF4-FFF2-40B4-BE49-F238E27FC236}">
                  <a16:creationId xmlns:a16="http://schemas.microsoft.com/office/drawing/2014/main" id="{CE2F8C73-0342-4F80-8026-B96FD1AD2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916"/>
              <a:ext cx="463" cy="392"/>
            </a:xfrm>
            <a:custGeom>
              <a:avLst/>
              <a:gdLst>
                <a:gd name="T0" fmla="*/ 50 w 185"/>
                <a:gd name="T1" fmla="*/ 1288 h 147"/>
                <a:gd name="T2" fmla="*/ 238 w 185"/>
                <a:gd name="T3" fmla="*/ 2240 h 147"/>
                <a:gd name="T4" fmla="*/ 1334 w 185"/>
                <a:gd name="T5" fmla="*/ 2787 h 147"/>
                <a:gd name="T6" fmla="*/ 2851 w 185"/>
                <a:gd name="T7" fmla="*/ 1501 h 147"/>
                <a:gd name="T8" fmla="*/ 2650 w 185"/>
                <a:gd name="T9" fmla="*/ 568 h 147"/>
                <a:gd name="T10" fmla="*/ 1567 w 185"/>
                <a:gd name="T11" fmla="*/ 0 h 147"/>
                <a:gd name="T12" fmla="*/ 50 w 185"/>
                <a:gd name="T13" fmla="*/ 128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147">
                  <a:moveTo>
                    <a:pt x="3" y="68"/>
                  </a:moveTo>
                  <a:cubicBezTo>
                    <a:pt x="0" y="84"/>
                    <a:pt x="5" y="105"/>
                    <a:pt x="15" y="118"/>
                  </a:cubicBezTo>
                  <a:cubicBezTo>
                    <a:pt x="31" y="136"/>
                    <a:pt x="57" y="147"/>
                    <a:pt x="85" y="147"/>
                  </a:cubicBezTo>
                  <a:cubicBezTo>
                    <a:pt x="134" y="147"/>
                    <a:pt x="173" y="120"/>
                    <a:pt x="182" y="79"/>
                  </a:cubicBezTo>
                  <a:cubicBezTo>
                    <a:pt x="185" y="62"/>
                    <a:pt x="181" y="45"/>
                    <a:pt x="169" y="30"/>
                  </a:cubicBezTo>
                  <a:cubicBezTo>
                    <a:pt x="154" y="11"/>
                    <a:pt x="128" y="0"/>
                    <a:pt x="100" y="0"/>
                  </a:cubicBezTo>
                  <a:cubicBezTo>
                    <a:pt x="51" y="0"/>
                    <a:pt x="11" y="25"/>
                    <a:pt x="3" y="68"/>
                  </a:cubicBezTo>
                  <a:close/>
                </a:path>
              </a:pathLst>
            </a:custGeom>
            <a:solidFill>
              <a:srgbClr val="D3E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56">
              <a:extLst>
                <a:ext uri="{FF2B5EF4-FFF2-40B4-BE49-F238E27FC236}">
                  <a16:creationId xmlns:a16="http://schemas.microsoft.com/office/drawing/2014/main" id="{9B9FC117-3E3E-40B5-86E4-4A0AC06F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916"/>
              <a:ext cx="463" cy="392"/>
            </a:xfrm>
            <a:custGeom>
              <a:avLst/>
              <a:gdLst>
                <a:gd name="T0" fmla="*/ 50 w 185"/>
                <a:gd name="T1" fmla="*/ 1288 h 147"/>
                <a:gd name="T2" fmla="*/ 238 w 185"/>
                <a:gd name="T3" fmla="*/ 2240 h 147"/>
                <a:gd name="T4" fmla="*/ 1334 w 185"/>
                <a:gd name="T5" fmla="*/ 2787 h 147"/>
                <a:gd name="T6" fmla="*/ 2851 w 185"/>
                <a:gd name="T7" fmla="*/ 1501 h 147"/>
                <a:gd name="T8" fmla="*/ 2650 w 185"/>
                <a:gd name="T9" fmla="*/ 568 h 147"/>
                <a:gd name="T10" fmla="*/ 1567 w 185"/>
                <a:gd name="T11" fmla="*/ 0 h 147"/>
                <a:gd name="T12" fmla="*/ 50 w 185"/>
                <a:gd name="T13" fmla="*/ 128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147">
                  <a:moveTo>
                    <a:pt x="3" y="68"/>
                  </a:moveTo>
                  <a:cubicBezTo>
                    <a:pt x="0" y="84"/>
                    <a:pt x="5" y="105"/>
                    <a:pt x="15" y="118"/>
                  </a:cubicBezTo>
                  <a:cubicBezTo>
                    <a:pt x="31" y="136"/>
                    <a:pt x="57" y="147"/>
                    <a:pt x="85" y="147"/>
                  </a:cubicBezTo>
                  <a:cubicBezTo>
                    <a:pt x="134" y="147"/>
                    <a:pt x="173" y="120"/>
                    <a:pt x="182" y="79"/>
                  </a:cubicBezTo>
                  <a:cubicBezTo>
                    <a:pt x="185" y="62"/>
                    <a:pt x="181" y="45"/>
                    <a:pt x="169" y="30"/>
                  </a:cubicBezTo>
                  <a:cubicBezTo>
                    <a:pt x="154" y="11"/>
                    <a:pt x="128" y="0"/>
                    <a:pt x="100" y="0"/>
                  </a:cubicBezTo>
                  <a:cubicBezTo>
                    <a:pt x="51" y="0"/>
                    <a:pt x="11" y="25"/>
                    <a:pt x="3" y="68"/>
                  </a:cubicBezTo>
                  <a:close/>
                </a:path>
              </a:pathLst>
            </a:custGeom>
            <a:noFill/>
            <a:ln w="15875" cap="rnd">
              <a:solidFill>
                <a:srgbClr val="EBF3F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57">
              <a:extLst>
                <a:ext uri="{FF2B5EF4-FFF2-40B4-BE49-F238E27FC236}">
                  <a16:creationId xmlns:a16="http://schemas.microsoft.com/office/drawing/2014/main" id="{9C998216-36B4-46E9-A3A9-05BB9FE25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03"/>
              <a:ext cx="543" cy="544"/>
            </a:xfrm>
            <a:custGeom>
              <a:avLst/>
              <a:gdLst>
                <a:gd name="T0" fmla="*/ 1566 w 217"/>
                <a:gd name="T1" fmla="*/ 1400 h 204"/>
                <a:gd name="T2" fmla="*/ 238 w 217"/>
                <a:gd name="T3" fmla="*/ 875 h 204"/>
                <a:gd name="T4" fmla="*/ 0 w 217"/>
                <a:gd name="T5" fmla="*/ 205 h 204"/>
                <a:gd name="T6" fmla="*/ 0 w 217"/>
                <a:gd name="T7" fmla="*/ 205 h 204"/>
                <a:gd name="T8" fmla="*/ 0 w 217"/>
                <a:gd name="T9" fmla="*/ 2504 h 204"/>
                <a:gd name="T10" fmla="*/ 283 w 217"/>
                <a:gd name="T11" fmla="*/ 3413 h 204"/>
                <a:gd name="T12" fmla="*/ 1584 w 217"/>
                <a:gd name="T13" fmla="*/ 3869 h 204"/>
                <a:gd name="T14" fmla="*/ 3368 w 217"/>
                <a:gd name="T15" fmla="*/ 2539 h 204"/>
                <a:gd name="T16" fmla="*/ 3401 w 217"/>
                <a:gd name="T17" fmla="*/ 2240 h 204"/>
                <a:gd name="T18" fmla="*/ 3401 w 217"/>
                <a:gd name="T19" fmla="*/ 0 h 204"/>
                <a:gd name="T20" fmla="*/ 3381 w 217"/>
                <a:gd name="T21" fmla="*/ 0 h 204"/>
                <a:gd name="T22" fmla="*/ 1566 w 217"/>
                <a:gd name="T23" fmla="*/ 1400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7" h="204">
                  <a:moveTo>
                    <a:pt x="100" y="74"/>
                  </a:moveTo>
                  <a:cubicBezTo>
                    <a:pt x="66" y="74"/>
                    <a:pt x="34" y="68"/>
                    <a:pt x="15" y="46"/>
                  </a:cubicBezTo>
                  <a:cubicBezTo>
                    <a:pt x="7" y="36"/>
                    <a:pt x="2" y="24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49"/>
                    <a:pt x="8" y="167"/>
                    <a:pt x="18" y="180"/>
                  </a:cubicBezTo>
                  <a:cubicBezTo>
                    <a:pt x="37" y="202"/>
                    <a:pt x="67" y="204"/>
                    <a:pt x="101" y="204"/>
                  </a:cubicBezTo>
                  <a:cubicBezTo>
                    <a:pt x="159" y="204"/>
                    <a:pt x="205" y="182"/>
                    <a:pt x="215" y="134"/>
                  </a:cubicBezTo>
                  <a:cubicBezTo>
                    <a:pt x="216" y="129"/>
                    <a:pt x="217" y="123"/>
                    <a:pt x="217" y="118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05" y="49"/>
                    <a:pt x="159" y="74"/>
                    <a:pt x="100" y="74"/>
                  </a:cubicBezTo>
                  <a:close/>
                </a:path>
              </a:pathLst>
            </a:custGeom>
            <a:solidFill>
              <a:srgbClr val="E1EE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58">
              <a:extLst>
                <a:ext uri="{FF2B5EF4-FFF2-40B4-BE49-F238E27FC236}">
                  <a16:creationId xmlns:a16="http://schemas.microsoft.com/office/drawing/2014/main" id="{F4439964-B47F-4697-8CC1-DB6D8B9E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287"/>
              <a:ext cx="5" cy="59"/>
            </a:xfrm>
            <a:custGeom>
              <a:avLst/>
              <a:gdLst>
                <a:gd name="T0" fmla="*/ 0 w 2"/>
                <a:gd name="T1" fmla="*/ 21 h 22"/>
                <a:gd name="T2" fmla="*/ 0 w 2"/>
                <a:gd name="T3" fmla="*/ 402 h 22"/>
                <a:gd name="T4" fmla="*/ 20 w 2"/>
                <a:gd name="T5" fmla="*/ 424 h 22"/>
                <a:gd name="T6" fmla="*/ 33 w 2"/>
                <a:gd name="T7" fmla="*/ 402 h 22"/>
                <a:gd name="T8" fmla="*/ 33 w 2"/>
                <a:gd name="T9" fmla="*/ 21 h 22"/>
                <a:gd name="T10" fmla="*/ 20 w 2"/>
                <a:gd name="T11" fmla="*/ 0 h 22"/>
                <a:gd name="T12" fmla="*/ 0 w 2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2">
                  <a:moveTo>
                    <a:pt x="0" y="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0" y="22"/>
                    <a:pt x="1" y="22"/>
                  </a:cubicBezTo>
                  <a:cubicBezTo>
                    <a:pt x="2" y="22"/>
                    <a:pt x="2" y="22"/>
                    <a:pt x="2" y="2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59">
              <a:extLst>
                <a:ext uri="{FF2B5EF4-FFF2-40B4-BE49-F238E27FC236}">
                  <a16:creationId xmlns:a16="http://schemas.microsoft.com/office/drawing/2014/main" id="{4814884D-3C26-43E7-B9E7-6C7D8883C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00"/>
              <a:ext cx="5" cy="62"/>
            </a:xfrm>
            <a:custGeom>
              <a:avLst/>
              <a:gdLst>
                <a:gd name="T0" fmla="*/ 0 w 2"/>
                <a:gd name="T1" fmla="*/ 22 h 23"/>
                <a:gd name="T2" fmla="*/ 0 w 2"/>
                <a:gd name="T3" fmla="*/ 429 h 23"/>
                <a:gd name="T4" fmla="*/ 20 w 2"/>
                <a:gd name="T5" fmla="*/ 450 h 23"/>
                <a:gd name="T6" fmla="*/ 33 w 2"/>
                <a:gd name="T7" fmla="*/ 429 h 23"/>
                <a:gd name="T8" fmla="*/ 33 w 2"/>
                <a:gd name="T9" fmla="*/ 22 h 23"/>
                <a:gd name="T10" fmla="*/ 20 w 2"/>
                <a:gd name="T11" fmla="*/ 0 h 23"/>
                <a:gd name="T12" fmla="*/ 0 w 2"/>
                <a:gd name="T13" fmla="*/ 2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3">
                  <a:moveTo>
                    <a:pt x="0" y="1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" y="23"/>
                    <a:pt x="1" y="23"/>
                  </a:cubicBezTo>
                  <a:cubicBezTo>
                    <a:pt x="2" y="23"/>
                    <a:pt x="2" y="22"/>
                    <a:pt x="2" y="2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60">
              <a:extLst>
                <a:ext uri="{FF2B5EF4-FFF2-40B4-BE49-F238E27FC236}">
                  <a16:creationId xmlns:a16="http://schemas.microsoft.com/office/drawing/2014/main" id="{1CE60493-FB15-4E3C-B160-3B10CBCF5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311"/>
              <a:ext cx="5" cy="61"/>
            </a:xfrm>
            <a:custGeom>
              <a:avLst/>
              <a:gdLst>
                <a:gd name="T0" fmla="*/ 0 w 2"/>
                <a:gd name="T1" fmla="*/ 21 h 23"/>
                <a:gd name="T2" fmla="*/ 0 w 2"/>
                <a:gd name="T3" fmla="*/ 408 h 23"/>
                <a:gd name="T4" fmla="*/ 20 w 2"/>
                <a:gd name="T5" fmla="*/ 430 h 23"/>
                <a:gd name="T6" fmla="*/ 33 w 2"/>
                <a:gd name="T7" fmla="*/ 408 h 23"/>
                <a:gd name="T8" fmla="*/ 33 w 2"/>
                <a:gd name="T9" fmla="*/ 21 h 23"/>
                <a:gd name="T10" fmla="*/ 20 w 2"/>
                <a:gd name="T11" fmla="*/ 0 h 23"/>
                <a:gd name="T12" fmla="*/ 0 w 2"/>
                <a:gd name="T13" fmla="*/ 2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3">
                  <a:moveTo>
                    <a:pt x="0" y="1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" y="23"/>
                    <a:pt x="1" y="23"/>
                  </a:cubicBezTo>
                  <a:cubicBezTo>
                    <a:pt x="2" y="23"/>
                    <a:pt x="2" y="22"/>
                    <a:pt x="2" y="2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61">
              <a:extLst>
                <a:ext uri="{FF2B5EF4-FFF2-40B4-BE49-F238E27FC236}">
                  <a16:creationId xmlns:a16="http://schemas.microsoft.com/office/drawing/2014/main" id="{3D1BE130-8278-4558-BC21-345112764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319"/>
              <a:ext cx="5" cy="58"/>
            </a:xfrm>
            <a:custGeom>
              <a:avLst/>
              <a:gdLst>
                <a:gd name="T0" fmla="*/ 0 w 2"/>
                <a:gd name="T1" fmla="*/ 21 h 22"/>
                <a:gd name="T2" fmla="*/ 0 w 2"/>
                <a:gd name="T3" fmla="*/ 382 h 22"/>
                <a:gd name="T4" fmla="*/ 20 w 2"/>
                <a:gd name="T5" fmla="*/ 403 h 22"/>
                <a:gd name="T6" fmla="*/ 33 w 2"/>
                <a:gd name="T7" fmla="*/ 382 h 22"/>
                <a:gd name="T8" fmla="*/ 33 w 2"/>
                <a:gd name="T9" fmla="*/ 21 h 22"/>
                <a:gd name="T10" fmla="*/ 20 w 2"/>
                <a:gd name="T11" fmla="*/ 0 h 22"/>
                <a:gd name="T12" fmla="*/ 0 w 2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2">
                  <a:moveTo>
                    <a:pt x="0" y="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0" y="22"/>
                    <a:pt x="1" y="22"/>
                  </a:cubicBezTo>
                  <a:cubicBezTo>
                    <a:pt x="1" y="22"/>
                    <a:pt x="2" y="22"/>
                    <a:pt x="2" y="2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62">
              <a:extLst>
                <a:ext uri="{FF2B5EF4-FFF2-40B4-BE49-F238E27FC236}">
                  <a16:creationId xmlns:a16="http://schemas.microsoft.com/office/drawing/2014/main" id="{1D42891E-C1EA-4066-93CB-5BEBF7B5E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324"/>
              <a:ext cx="5" cy="59"/>
            </a:xfrm>
            <a:custGeom>
              <a:avLst/>
              <a:gdLst>
                <a:gd name="T0" fmla="*/ 0 w 2"/>
                <a:gd name="T1" fmla="*/ 21 h 22"/>
                <a:gd name="T2" fmla="*/ 0 w 2"/>
                <a:gd name="T3" fmla="*/ 402 h 22"/>
                <a:gd name="T4" fmla="*/ 20 w 2"/>
                <a:gd name="T5" fmla="*/ 424 h 22"/>
                <a:gd name="T6" fmla="*/ 33 w 2"/>
                <a:gd name="T7" fmla="*/ 402 h 22"/>
                <a:gd name="T8" fmla="*/ 33 w 2"/>
                <a:gd name="T9" fmla="*/ 21 h 22"/>
                <a:gd name="T10" fmla="*/ 20 w 2"/>
                <a:gd name="T11" fmla="*/ 0 h 22"/>
                <a:gd name="T12" fmla="*/ 0 w 2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2">
                  <a:moveTo>
                    <a:pt x="0" y="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1" y="22"/>
                    <a:pt x="1" y="22"/>
                  </a:cubicBezTo>
                  <a:cubicBezTo>
                    <a:pt x="2" y="22"/>
                    <a:pt x="2" y="22"/>
                    <a:pt x="2" y="2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63">
              <a:extLst>
                <a:ext uri="{FF2B5EF4-FFF2-40B4-BE49-F238E27FC236}">
                  <a16:creationId xmlns:a16="http://schemas.microsoft.com/office/drawing/2014/main" id="{3393A43B-F050-4064-8C90-64893201C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327"/>
              <a:ext cx="5" cy="61"/>
            </a:xfrm>
            <a:custGeom>
              <a:avLst/>
              <a:gdLst>
                <a:gd name="T0" fmla="*/ 0 w 2"/>
                <a:gd name="T1" fmla="*/ 21 h 23"/>
                <a:gd name="T2" fmla="*/ 0 w 2"/>
                <a:gd name="T3" fmla="*/ 408 h 23"/>
                <a:gd name="T4" fmla="*/ 20 w 2"/>
                <a:gd name="T5" fmla="*/ 430 h 23"/>
                <a:gd name="T6" fmla="*/ 33 w 2"/>
                <a:gd name="T7" fmla="*/ 408 h 23"/>
                <a:gd name="T8" fmla="*/ 33 w 2"/>
                <a:gd name="T9" fmla="*/ 21 h 23"/>
                <a:gd name="T10" fmla="*/ 20 w 2"/>
                <a:gd name="T11" fmla="*/ 0 h 23"/>
                <a:gd name="T12" fmla="*/ 0 w 2"/>
                <a:gd name="T13" fmla="*/ 2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3">
                  <a:moveTo>
                    <a:pt x="0" y="1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1" y="23"/>
                    <a:pt x="2" y="23"/>
                    <a:pt x="2" y="2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64">
              <a:extLst>
                <a:ext uri="{FF2B5EF4-FFF2-40B4-BE49-F238E27FC236}">
                  <a16:creationId xmlns:a16="http://schemas.microsoft.com/office/drawing/2014/main" id="{15DB6273-D9A7-4D6A-A7A9-7797FA098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330"/>
              <a:ext cx="5" cy="61"/>
            </a:xfrm>
            <a:custGeom>
              <a:avLst/>
              <a:gdLst>
                <a:gd name="T0" fmla="*/ 0 w 2"/>
                <a:gd name="T1" fmla="*/ 21 h 23"/>
                <a:gd name="T2" fmla="*/ 0 w 2"/>
                <a:gd name="T3" fmla="*/ 408 h 23"/>
                <a:gd name="T4" fmla="*/ 20 w 2"/>
                <a:gd name="T5" fmla="*/ 430 h 23"/>
                <a:gd name="T6" fmla="*/ 33 w 2"/>
                <a:gd name="T7" fmla="*/ 408 h 23"/>
                <a:gd name="T8" fmla="*/ 33 w 2"/>
                <a:gd name="T9" fmla="*/ 21 h 23"/>
                <a:gd name="T10" fmla="*/ 20 w 2"/>
                <a:gd name="T11" fmla="*/ 0 h 23"/>
                <a:gd name="T12" fmla="*/ 0 w 2"/>
                <a:gd name="T13" fmla="*/ 2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3">
                  <a:moveTo>
                    <a:pt x="0" y="1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3"/>
                    <a:pt x="1" y="23"/>
                  </a:cubicBezTo>
                  <a:cubicBezTo>
                    <a:pt x="2" y="23"/>
                    <a:pt x="2" y="22"/>
                    <a:pt x="2" y="2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65">
              <a:extLst>
                <a:ext uri="{FF2B5EF4-FFF2-40B4-BE49-F238E27FC236}">
                  <a16:creationId xmlns:a16="http://schemas.microsoft.com/office/drawing/2014/main" id="{144BF3FB-CE47-4C9B-98AC-96C7A2481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327"/>
              <a:ext cx="5" cy="61"/>
            </a:xfrm>
            <a:custGeom>
              <a:avLst/>
              <a:gdLst>
                <a:gd name="T0" fmla="*/ 0 w 2"/>
                <a:gd name="T1" fmla="*/ 21 h 23"/>
                <a:gd name="T2" fmla="*/ 0 w 2"/>
                <a:gd name="T3" fmla="*/ 408 h 23"/>
                <a:gd name="T4" fmla="*/ 20 w 2"/>
                <a:gd name="T5" fmla="*/ 430 h 23"/>
                <a:gd name="T6" fmla="*/ 33 w 2"/>
                <a:gd name="T7" fmla="*/ 408 h 23"/>
                <a:gd name="T8" fmla="*/ 33 w 2"/>
                <a:gd name="T9" fmla="*/ 21 h 23"/>
                <a:gd name="T10" fmla="*/ 20 w 2"/>
                <a:gd name="T11" fmla="*/ 0 h 23"/>
                <a:gd name="T12" fmla="*/ 0 w 2"/>
                <a:gd name="T13" fmla="*/ 2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3">
                  <a:moveTo>
                    <a:pt x="0" y="1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" y="23"/>
                    <a:pt x="1" y="23"/>
                  </a:cubicBezTo>
                  <a:cubicBezTo>
                    <a:pt x="2" y="23"/>
                    <a:pt x="2" y="22"/>
                    <a:pt x="2" y="2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66">
              <a:extLst>
                <a:ext uri="{FF2B5EF4-FFF2-40B4-BE49-F238E27FC236}">
                  <a16:creationId xmlns:a16="http://schemas.microsoft.com/office/drawing/2014/main" id="{8C24B324-D01E-4D24-8265-4C0D1DF8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311"/>
              <a:ext cx="5" cy="58"/>
            </a:xfrm>
            <a:custGeom>
              <a:avLst/>
              <a:gdLst>
                <a:gd name="T0" fmla="*/ 0 w 2"/>
                <a:gd name="T1" fmla="*/ 21 h 22"/>
                <a:gd name="T2" fmla="*/ 0 w 2"/>
                <a:gd name="T3" fmla="*/ 382 h 22"/>
                <a:gd name="T4" fmla="*/ 20 w 2"/>
                <a:gd name="T5" fmla="*/ 403 h 22"/>
                <a:gd name="T6" fmla="*/ 33 w 2"/>
                <a:gd name="T7" fmla="*/ 382 h 22"/>
                <a:gd name="T8" fmla="*/ 33 w 2"/>
                <a:gd name="T9" fmla="*/ 21 h 22"/>
                <a:gd name="T10" fmla="*/ 20 w 2"/>
                <a:gd name="T11" fmla="*/ 0 h 22"/>
                <a:gd name="T12" fmla="*/ 0 w 2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2">
                  <a:moveTo>
                    <a:pt x="0" y="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1" y="22"/>
                    <a:pt x="1" y="22"/>
                  </a:cubicBezTo>
                  <a:cubicBezTo>
                    <a:pt x="2" y="22"/>
                    <a:pt x="2" y="22"/>
                    <a:pt x="2" y="2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67">
              <a:extLst>
                <a:ext uri="{FF2B5EF4-FFF2-40B4-BE49-F238E27FC236}">
                  <a16:creationId xmlns:a16="http://schemas.microsoft.com/office/drawing/2014/main" id="{ACAD6BF0-CA35-4E97-AB87-6D3FD60A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319"/>
              <a:ext cx="5" cy="58"/>
            </a:xfrm>
            <a:custGeom>
              <a:avLst/>
              <a:gdLst>
                <a:gd name="T0" fmla="*/ 0 w 2"/>
                <a:gd name="T1" fmla="*/ 21 h 22"/>
                <a:gd name="T2" fmla="*/ 0 w 2"/>
                <a:gd name="T3" fmla="*/ 382 h 22"/>
                <a:gd name="T4" fmla="*/ 20 w 2"/>
                <a:gd name="T5" fmla="*/ 403 h 22"/>
                <a:gd name="T6" fmla="*/ 33 w 2"/>
                <a:gd name="T7" fmla="*/ 382 h 22"/>
                <a:gd name="T8" fmla="*/ 33 w 2"/>
                <a:gd name="T9" fmla="*/ 21 h 22"/>
                <a:gd name="T10" fmla="*/ 20 w 2"/>
                <a:gd name="T11" fmla="*/ 0 h 22"/>
                <a:gd name="T12" fmla="*/ 0 w 2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2">
                  <a:moveTo>
                    <a:pt x="0" y="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0" y="22"/>
                    <a:pt x="1" y="22"/>
                  </a:cubicBezTo>
                  <a:cubicBezTo>
                    <a:pt x="2" y="22"/>
                    <a:pt x="2" y="22"/>
                    <a:pt x="2" y="2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68">
              <a:extLst>
                <a:ext uri="{FF2B5EF4-FFF2-40B4-BE49-F238E27FC236}">
                  <a16:creationId xmlns:a16="http://schemas.microsoft.com/office/drawing/2014/main" id="{94882BD0-3245-4D0B-8CF2-3A02B35A0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322"/>
              <a:ext cx="5" cy="61"/>
            </a:xfrm>
            <a:custGeom>
              <a:avLst/>
              <a:gdLst>
                <a:gd name="T0" fmla="*/ 0 w 2"/>
                <a:gd name="T1" fmla="*/ 21 h 23"/>
                <a:gd name="T2" fmla="*/ 0 w 2"/>
                <a:gd name="T3" fmla="*/ 408 h 23"/>
                <a:gd name="T4" fmla="*/ 20 w 2"/>
                <a:gd name="T5" fmla="*/ 430 h 23"/>
                <a:gd name="T6" fmla="*/ 33 w 2"/>
                <a:gd name="T7" fmla="*/ 408 h 23"/>
                <a:gd name="T8" fmla="*/ 33 w 2"/>
                <a:gd name="T9" fmla="*/ 21 h 23"/>
                <a:gd name="T10" fmla="*/ 20 w 2"/>
                <a:gd name="T11" fmla="*/ 0 h 23"/>
                <a:gd name="T12" fmla="*/ 0 w 2"/>
                <a:gd name="T13" fmla="*/ 2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3">
                  <a:moveTo>
                    <a:pt x="0" y="1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1" y="23"/>
                    <a:pt x="2" y="23"/>
                    <a:pt x="2" y="2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69">
              <a:extLst>
                <a:ext uri="{FF2B5EF4-FFF2-40B4-BE49-F238E27FC236}">
                  <a16:creationId xmlns:a16="http://schemas.microsoft.com/office/drawing/2014/main" id="{4C2150A3-6421-4BC9-8170-8BC46B44F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324"/>
              <a:ext cx="5" cy="61"/>
            </a:xfrm>
            <a:custGeom>
              <a:avLst/>
              <a:gdLst>
                <a:gd name="T0" fmla="*/ 0 w 2"/>
                <a:gd name="T1" fmla="*/ 21 h 23"/>
                <a:gd name="T2" fmla="*/ 0 w 2"/>
                <a:gd name="T3" fmla="*/ 408 h 23"/>
                <a:gd name="T4" fmla="*/ 20 w 2"/>
                <a:gd name="T5" fmla="*/ 430 h 23"/>
                <a:gd name="T6" fmla="*/ 33 w 2"/>
                <a:gd name="T7" fmla="*/ 408 h 23"/>
                <a:gd name="T8" fmla="*/ 33 w 2"/>
                <a:gd name="T9" fmla="*/ 21 h 23"/>
                <a:gd name="T10" fmla="*/ 20 w 2"/>
                <a:gd name="T11" fmla="*/ 0 h 23"/>
                <a:gd name="T12" fmla="*/ 0 w 2"/>
                <a:gd name="T13" fmla="*/ 2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23">
                  <a:moveTo>
                    <a:pt x="0" y="1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2" y="23"/>
                    <a:pt x="2" y="23"/>
                    <a:pt x="2" y="2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70">
              <a:extLst>
                <a:ext uri="{FF2B5EF4-FFF2-40B4-BE49-F238E27FC236}">
                  <a16:creationId xmlns:a16="http://schemas.microsoft.com/office/drawing/2014/main" id="{EBDB614B-2516-480E-ADCB-D2877B0AB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396"/>
              <a:ext cx="170" cy="88"/>
            </a:xfrm>
            <a:custGeom>
              <a:avLst/>
              <a:gdLst>
                <a:gd name="T0" fmla="*/ 1063 w 68"/>
                <a:gd name="T1" fmla="*/ 0 h 33"/>
                <a:gd name="T2" fmla="*/ 488 w 68"/>
                <a:gd name="T3" fmla="*/ 320 h 33"/>
                <a:gd name="T4" fmla="*/ 0 w 68"/>
                <a:gd name="T5" fmla="*/ 77 h 33"/>
                <a:gd name="T6" fmla="*/ 0 w 68"/>
                <a:gd name="T7" fmla="*/ 376 h 33"/>
                <a:gd name="T8" fmla="*/ 488 w 68"/>
                <a:gd name="T9" fmla="*/ 627 h 33"/>
                <a:gd name="T10" fmla="*/ 1063 w 68"/>
                <a:gd name="T11" fmla="*/ 285 h 33"/>
                <a:gd name="T12" fmla="*/ 1063 w 68"/>
                <a:gd name="T13" fmla="*/ 285 h 33"/>
                <a:gd name="T14" fmla="*/ 1063 w 68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33">
                  <a:moveTo>
                    <a:pt x="68" y="0"/>
                  </a:moveTo>
                  <a:cubicBezTo>
                    <a:pt x="61" y="11"/>
                    <a:pt x="47" y="17"/>
                    <a:pt x="31" y="17"/>
                  </a:cubicBezTo>
                  <a:cubicBezTo>
                    <a:pt x="19" y="17"/>
                    <a:pt x="7" y="12"/>
                    <a:pt x="0" y="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7" y="28"/>
                    <a:pt x="19" y="33"/>
                    <a:pt x="31" y="33"/>
                  </a:cubicBezTo>
                  <a:cubicBezTo>
                    <a:pt x="47" y="33"/>
                    <a:pt x="61" y="26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F5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71">
              <a:extLst>
                <a:ext uri="{FF2B5EF4-FFF2-40B4-BE49-F238E27FC236}">
                  <a16:creationId xmlns:a16="http://schemas.microsoft.com/office/drawing/2014/main" id="{BBC30707-DDBD-41BB-99F5-D4C8AA96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44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72">
              <a:extLst>
                <a:ext uri="{FF2B5EF4-FFF2-40B4-BE49-F238E27FC236}">
                  <a16:creationId xmlns:a16="http://schemas.microsoft.com/office/drawing/2014/main" id="{4ADDA20D-740E-4672-BD64-45B74DE6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27"/>
              <a:ext cx="541" cy="402"/>
            </a:xfrm>
            <a:custGeom>
              <a:avLst/>
              <a:gdLst>
                <a:gd name="T0" fmla="*/ 3218 w 216"/>
                <a:gd name="T1" fmla="*/ 0 h 151"/>
                <a:gd name="T2" fmla="*/ 1588 w 216"/>
                <a:gd name="T3" fmla="*/ 849 h 151"/>
                <a:gd name="T4" fmla="*/ 283 w 216"/>
                <a:gd name="T5" fmla="*/ 397 h 151"/>
                <a:gd name="T6" fmla="*/ 175 w 216"/>
                <a:gd name="T7" fmla="*/ 205 h 151"/>
                <a:gd name="T8" fmla="*/ 175 w 216"/>
                <a:gd name="T9" fmla="*/ 205 h 151"/>
                <a:gd name="T10" fmla="*/ 175 w 216"/>
                <a:gd name="T11" fmla="*/ 1169 h 151"/>
                <a:gd name="T12" fmla="*/ 0 w 216"/>
                <a:gd name="T13" fmla="*/ 1603 h 151"/>
                <a:gd name="T14" fmla="*/ 238 w 216"/>
                <a:gd name="T15" fmla="*/ 2260 h 151"/>
                <a:gd name="T16" fmla="*/ 1568 w 216"/>
                <a:gd name="T17" fmla="*/ 2849 h 151"/>
                <a:gd name="T18" fmla="*/ 3394 w 216"/>
                <a:gd name="T19" fmla="*/ 1374 h 151"/>
                <a:gd name="T20" fmla="*/ 3218 w 216"/>
                <a:gd name="T21" fmla="*/ 977 h 151"/>
                <a:gd name="T22" fmla="*/ 3218 w 216"/>
                <a:gd name="T23" fmla="*/ 0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151">
                  <a:moveTo>
                    <a:pt x="205" y="0"/>
                  </a:moveTo>
                  <a:cubicBezTo>
                    <a:pt x="187" y="31"/>
                    <a:pt x="148" y="45"/>
                    <a:pt x="101" y="45"/>
                  </a:cubicBezTo>
                  <a:cubicBezTo>
                    <a:pt x="67" y="45"/>
                    <a:pt x="37" y="43"/>
                    <a:pt x="18" y="21"/>
                  </a:cubicBezTo>
                  <a:cubicBezTo>
                    <a:pt x="16" y="18"/>
                    <a:pt x="14" y="14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2" y="98"/>
                    <a:pt x="7" y="110"/>
                    <a:pt x="15" y="120"/>
                  </a:cubicBezTo>
                  <a:cubicBezTo>
                    <a:pt x="34" y="142"/>
                    <a:pt x="66" y="151"/>
                    <a:pt x="100" y="151"/>
                  </a:cubicBezTo>
                  <a:cubicBezTo>
                    <a:pt x="159" y="151"/>
                    <a:pt x="205" y="122"/>
                    <a:pt x="216" y="73"/>
                  </a:cubicBezTo>
                  <a:cubicBezTo>
                    <a:pt x="205" y="52"/>
                    <a:pt x="205" y="52"/>
                    <a:pt x="205" y="52"/>
                  </a:cubicBezTo>
                  <a:lnTo>
                    <a:pt x="205" y="0"/>
                  </a:lnTo>
                  <a:close/>
                </a:path>
              </a:pathLst>
            </a:custGeom>
            <a:solidFill>
              <a:srgbClr val="D1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73">
              <a:extLst>
                <a:ext uri="{FF2B5EF4-FFF2-40B4-BE49-F238E27FC236}">
                  <a16:creationId xmlns:a16="http://schemas.microsoft.com/office/drawing/2014/main" id="{ECB0846B-A44C-45A9-A9A1-95694D3E3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439"/>
              <a:ext cx="563" cy="464"/>
            </a:xfrm>
            <a:custGeom>
              <a:avLst/>
              <a:gdLst>
                <a:gd name="T0" fmla="*/ 3213 w 225"/>
                <a:gd name="T1" fmla="*/ 739 h 174"/>
                <a:gd name="T2" fmla="*/ 2285 w 225"/>
                <a:gd name="T3" fmla="*/ 0 h 174"/>
                <a:gd name="T4" fmla="*/ 2285 w 225"/>
                <a:gd name="T5" fmla="*/ 0 h 174"/>
                <a:gd name="T6" fmla="*/ 1709 w 225"/>
                <a:gd name="T7" fmla="*/ 320 h 174"/>
                <a:gd name="T8" fmla="*/ 1221 w 225"/>
                <a:gd name="T9" fmla="*/ 77 h 174"/>
                <a:gd name="T10" fmla="*/ 1221 w 225"/>
                <a:gd name="T11" fmla="*/ 56 h 174"/>
                <a:gd name="T12" fmla="*/ 1221 w 225"/>
                <a:gd name="T13" fmla="*/ 56 h 174"/>
                <a:gd name="T14" fmla="*/ 533 w 225"/>
                <a:gd name="T15" fmla="*/ 589 h 174"/>
                <a:gd name="T16" fmla="*/ 63 w 225"/>
                <a:gd name="T17" fmla="*/ 1571 h 174"/>
                <a:gd name="T18" fmla="*/ 300 w 225"/>
                <a:gd name="T19" fmla="*/ 2752 h 174"/>
                <a:gd name="T20" fmla="*/ 1629 w 225"/>
                <a:gd name="T21" fmla="*/ 3299 h 174"/>
                <a:gd name="T22" fmla="*/ 3443 w 225"/>
                <a:gd name="T23" fmla="*/ 1877 h 174"/>
                <a:gd name="T24" fmla="*/ 3213 w 225"/>
                <a:gd name="T25" fmla="*/ 739 h 1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174">
                  <a:moveTo>
                    <a:pt x="205" y="39"/>
                  </a:moveTo>
                  <a:cubicBezTo>
                    <a:pt x="196" y="28"/>
                    <a:pt x="146" y="0"/>
                    <a:pt x="146" y="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38" y="10"/>
                    <a:pt x="125" y="17"/>
                    <a:pt x="109" y="17"/>
                  </a:cubicBezTo>
                  <a:cubicBezTo>
                    <a:pt x="97" y="17"/>
                    <a:pt x="85" y="12"/>
                    <a:pt x="78" y="4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3"/>
                    <a:pt x="46" y="20"/>
                    <a:pt x="34" y="31"/>
                  </a:cubicBezTo>
                  <a:cubicBezTo>
                    <a:pt x="22" y="42"/>
                    <a:pt x="9" y="61"/>
                    <a:pt x="4" y="83"/>
                  </a:cubicBezTo>
                  <a:cubicBezTo>
                    <a:pt x="0" y="106"/>
                    <a:pt x="6" y="129"/>
                    <a:pt x="19" y="145"/>
                  </a:cubicBezTo>
                  <a:cubicBezTo>
                    <a:pt x="38" y="168"/>
                    <a:pt x="70" y="174"/>
                    <a:pt x="104" y="174"/>
                  </a:cubicBezTo>
                  <a:cubicBezTo>
                    <a:pt x="163" y="174"/>
                    <a:pt x="210" y="148"/>
                    <a:pt x="220" y="99"/>
                  </a:cubicBezTo>
                  <a:cubicBezTo>
                    <a:pt x="225" y="78"/>
                    <a:pt x="220" y="57"/>
                    <a:pt x="205" y="39"/>
                  </a:cubicBezTo>
                  <a:close/>
                </a:path>
              </a:pathLst>
            </a:custGeom>
            <a:solidFill>
              <a:srgbClr val="E1EE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74">
              <a:extLst>
                <a:ext uri="{FF2B5EF4-FFF2-40B4-BE49-F238E27FC236}">
                  <a16:creationId xmlns:a16="http://schemas.microsoft.com/office/drawing/2014/main" id="{A9CA6068-84BC-4F0C-AD79-8173D66C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170"/>
              <a:ext cx="143" cy="146"/>
            </a:xfrm>
            <a:custGeom>
              <a:avLst/>
              <a:gdLst>
                <a:gd name="T0" fmla="*/ 221 w 57"/>
                <a:gd name="T1" fmla="*/ 895 h 55"/>
                <a:gd name="T2" fmla="*/ 146 w 57"/>
                <a:gd name="T3" fmla="*/ 520 h 55"/>
                <a:gd name="T4" fmla="*/ 743 w 57"/>
                <a:gd name="T5" fmla="*/ 56 h 55"/>
                <a:gd name="T6" fmla="*/ 901 w 57"/>
                <a:gd name="T7" fmla="*/ 77 h 55"/>
                <a:gd name="T8" fmla="*/ 617 w 57"/>
                <a:gd name="T9" fmla="*/ 0 h 55"/>
                <a:gd name="T10" fmla="*/ 33 w 57"/>
                <a:gd name="T11" fmla="*/ 465 h 55"/>
                <a:gd name="T12" fmla="*/ 95 w 57"/>
                <a:gd name="T13" fmla="*/ 839 h 55"/>
                <a:gd name="T14" fmla="*/ 346 w 57"/>
                <a:gd name="T15" fmla="*/ 1030 h 55"/>
                <a:gd name="T16" fmla="*/ 221 w 57"/>
                <a:gd name="T17" fmla="*/ 895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55">
                  <a:moveTo>
                    <a:pt x="14" y="48"/>
                  </a:moveTo>
                  <a:cubicBezTo>
                    <a:pt x="10" y="43"/>
                    <a:pt x="8" y="36"/>
                    <a:pt x="9" y="28"/>
                  </a:cubicBezTo>
                  <a:cubicBezTo>
                    <a:pt x="12" y="12"/>
                    <a:pt x="28" y="3"/>
                    <a:pt x="47" y="3"/>
                  </a:cubicBezTo>
                  <a:cubicBezTo>
                    <a:pt x="50" y="3"/>
                    <a:pt x="54" y="3"/>
                    <a:pt x="57" y="4"/>
                  </a:cubicBezTo>
                  <a:cubicBezTo>
                    <a:pt x="52" y="1"/>
                    <a:pt x="46" y="0"/>
                    <a:pt x="39" y="0"/>
                  </a:cubicBezTo>
                  <a:cubicBezTo>
                    <a:pt x="20" y="0"/>
                    <a:pt x="5" y="9"/>
                    <a:pt x="2" y="25"/>
                  </a:cubicBezTo>
                  <a:cubicBezTo>
                    <a:pt x="0" y="33"/>
                    <a:pt x="2" y="40"/>
                    <a:pt x="6" y="45"/>
                  </a:cubicBezTo>
                  <a:cubicBezTo>
                    <a:pt x="10" y="50"/>
                    <a:pt x="15" y="53"/>
                    <a:pt x="22" y="55"/>
                  </a:cubicBezTo>
                  <a:cubicBezTo>
                    <a:pt x="19" y="53"/>
                    <a:pt x="16" y="51"/>
                    <a:pt x="14" y="48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75">
              <a:extLst>
                <a:ext uri="{FF2B5EF4-FFF2-40B4-BE49-F238E27FC236}">
                  <a16:creationId xmlns:a16="http://schemas.microsoft.com/office/drawing/2014/main" id="{1994C933-7E02-4635-96D4-57F25B731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439"/>
              <a:ext cx="198" cy="130"/>
            </a:xfrm>
            <a:custGeom>
              <a:avLst/>
              <a:gdLst>
                <a:gd name="T0" fmla="*/ 1130 w 79"/>
                <a:gd name="T1" fmla="*/ 0 h 49"/>
                <a:gd name="T2" fmla="*/ 1130 w 79"/>
                <a:gd name="T3" fmla="*/ 0 h 49"/>
                <a:gd name="T4" fmla="*/ 554 w 79"/>
                <a:gd name="T5" fmla="*/ 316 h 49"/>
                <a:gd name="T6" fmla="*/ 83 w 79"/>
                <a:gd name="T7" fmla="*/ 77 h 49"/>
                <a:gd name="T8" fmla="*/ 20 w 79"/>
                <a:gd name="T9" fmla="*/ 281 h 49"/>
                <a:gd name="T10" fmla="*/ 113 w 79"/>
                <a:gd name="T11" fmla="*/ 677 h 49"/>
                <a:gd name="T12" fmla="*/ 566 w 79"/>
                <a:gd name="T13" fmla="*/ 915 h 49"/>
                <a:gd name="T14" fmla="*/ 1226 w 79"/>
                <a:gd name="T15" fmla="*/ 353 h 49"/>
                <a:gd name="T16" fmla="*/ 1163 w 79"/>
                <a:gd name="T17" fmla="*/ 21 h 49"/>
                <a:gd name="T18" fmla="*/ 1130 w 79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49">
                  <a:moveTo>
                    <a:pt x="72" y="0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64" y="10"/>
                    <a:pt x="51" y="17"/>
                    <a:pt x="35" y="17"/>
                  </a:cubicBezTo>
                  <a:cubicBezTo>
                    <a:pt x="23" y="17"/>
                    <a:pt x="12" y="12"/>
                    <a:pt x="5" y="4"/>
                  </a:cubicBezTo>
                  <a:cubicBezTo>
                    <a:pt x="3" y="8"/>
                    <a:pt x="2" y="11"/>
                    <a:pt x="1" y="15"/>
                  </a:cubicBezTo>
                  <a:cubicBezTo>
                    <a:pt x="0" y="21"/>
                    <a:pt x="2" y="30"/>
                    <a:pt x="7" y="36"/>
                  </a:cubicBezTo>
                  <a:cubicBezTo>
                    <a:pt x="13" y="44"/>
                    <a:pt x="24" y="49"/>
                    <a:pt x="36" y="49"/>
                  </a:cubicBezTo>
                  <a:cubicBezTo>
                    <a:pt x="57" y="49"/>
                    <a:pt x="74" y="37"/>
                    <a:pt x="78" y="19"/>
                  </a:cubicBezTo>
                  <a:cubicBezTo>
                    <a:pt x="79" y="13"/>
                    <a:pt x="78" y="7"/>
                    <a:pt x="74" y="1"/>
                  </a:cubicBezTo>
                  <a:cubicBezTo>
                    <a:pt x="74" y="1"/>
                    <a:pt x="73" y="0"/>
                    <a:pt x="72" y="0"/>
                  </a:cubicBezTo>
                  <a:close/>
                </a:path>
              </a:pathLst>
            </a:custGeom>
            <a:solidFill>
              <a:srgbClr val="EE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76">
              <a:extLst>
                <a:ext uri="{FF2B5EF4-FFF2-40B4-BE49-F238E27FC236}">
                  <a16:creationId xmlns:a16="http://schemas.microsoft.com/office/drawing/2014/main" id="{7E295969-5BEE-4E8A-8A7E-7DF2450B3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465"/>
              <a:ext cx="325" cy="376"/>
            </a:xfrm>
            <a:custGeom>
              <a:avLst/>
              <a:gdLst>
                <a:gd name="T0" fmla="*/ 470 w 130"/>
                <a:gd name="T1" fmla="*/ 456 h 141"/>
                <a:gd name="T2" fmla="*/ 33 w 130"/>
                <a:gd name="T3" fmla="*/ 1365 h 141"/>
                <a:gd name="T4" fmla="*/ 63 w 130"/>
                <a:gd name="T5" fmla="*/ 2048 h 141"/>
                <a:gd name="T6" fmla="*/ 395 w 130"/>
                <a:gd name="T7" fmla="*/ 2675 h 141"/>
                <a:gd name="T8" fmla="*/ 238 w 130"/>
                <a:gd name="T9" fmla="*/ 1536 h 141"/>
                <a:gd name="T10" fmla="*/ 988 w 130"/>
                <a:gd name="T11" fmla="*/ 419 h 141"/>
                <a:gd name="T12" fmla="*/ 2033 w 130"/>
                <a:gd name="T13" fmla="*/ 0 h 141"/>
                <a:gd name="T14" fmla="*/ 1438 w 130"/>
                <a:gd name="T15" fmla="*/ 192 h 141"/>
                <a:gd name="T16" fmla="*/ 1083 w 130"/>
                <a:gd name="T17" fmla="*/ 77 h 141"/>
                <a:gd name="T18" fmla="*/ 470 w 130"/>
                <a:gd name="T19" fmla="*/ 456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141">
                  <a:moveTo>
                    <a:pt x="30" y="24"/>
                  </a:moveTo>
                  <a:cubicBezTo>
                    <a:pt x="18" y="37"/>
                    <a:pt x="5" y="48"/>
                    <a:pt x="2" y="72"/>
                  </a:cubicBezTo>
                  <a:cubicBezTo>
                    <a:pt x="0" y="87"/>
                    <a:pt x="0" y="100"/>
                    <a:pt x="4" y="108"/>
                  </a:cubicBezTo>
                  <a:cubicBezTo>
                    <a:pt x="7" y="117"/>
                    <a:pt x="15" y="134"/>
                    <a:pt x="25" y="141"/>
                  </a:cubicBezTo>
                  <a:cubicBezTo>
                    <a:pt x="17" y="132"/>
                    <a:pt x="12" y="104"/>
                    <a:pt x="15" y="81"/>
                  </a:cubicBezTo>
                  <a:cubicBezTo>
                    <a:pt x="17" y="58"/>
                    <a:pt x="37" y="25"/>
                    <a:pt x="63" y="22"/>
                  </a:cubicBezTo>
                  <a:cubicBezTo>
                    <a:pt x="84" y="19"/>
                    <a:pt x="118" y="28"/>
                    <a:pt x="130" y="0"/>
                  </a:cubicBezTo>
                  <a:cubicBezTo>
                    <a:pt x="126" y="8"/>
                    <a:pt x="107" y="12"/>
                    <a:pt x="92" y="10"/>
                  </a:cubicBezTo>
                  <a:cubicBezTo>
                    <a:pt x="81" y="9"/>
                    <a:pt x="76" y="7"/>
                    <a:pt x="69" y="4"/>
                  </a:cubicBezTo>
                  <a:cubicBezTo>
                    <a:pt x="63" y="1"/>
                    <a:pt x="41" y="13"/>
                    <a:pt x="3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77">
              <a:extLst>
                <a:ext uri="{FF2B5EF4-FFF2-40B4-BE49-F238E27FC236}">
                  <a16:creationId xmlns:a16="http://schemas.microsoft.com/office/drawing/2014/main" id="{0C95D9C2-5A7C-4884-8A9A-99360F354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439"/>
              <a:ext cx="198" cy="130"/>
            </a:xfrm>
            <a:custGeom>
              <a:avLst/>
              <a:gdLst>
                <a:gd name="T0" fmla="*/ 1130 w 79"/>
                <a:gd name="T1" fmla="*/ 0 h 49"/>
                <a:gd name="T2" fmla="*/ 1130 w 79"/>
                <a:gd name="T3" fmla="*/ 0 h 49"/>
                <a:gd name="T4" fmla="*/ 554 w 79"/>
                <a:gd name="T5" fmla="*/ 316 h 49"/>
                <a:gd name="T6" fmla="*/ 83 w 79"/>
                <a:gd name="T7" fmla="*/ 77 h 49"/>
                <a:gd name="T8" fmla="*/ 20 w 79"/>
                <a:gd name="T9" fmla="*/ 281 h 49"/>
                <a:gd name="T10" fmla="*/ 113 w 79"/>
                <a:gd name="T11" fmla="*/ 677 h 49"/>
                <a:gd name="T12" fmla="*/ 566 w 79"/>
                <a:gd name="T13" fmla="*/ 915 h 49"/>
                <a:gd name="T14" fmla="*/ 1226 w 79"/>
                <a:gd name="T15" fmla="*/ 353 h 49"/>
                <a:gd name="T16" fmla="*/ 1163 w 79"/>
                <a:gd name="T17" fmla="*/ 21 h 49"/>
                <a:gd name="T18" fmla="*/ 1130 w 79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49">
                  <a:moveTo>
                    <a:pt x="72" y="0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64" y="10"/>
                    <a:pt x="51" y="17"/>
                    <a:pt x="35" y="17"/>
                  </a:cubicBezTo>
                  <a:cubicBezTo>
                    <a:pt x="23" y="17"/>
                    <a:pt x="12" y="12"/>
                    <a:pt x="5" y="4"/>
                  </a:cubicBezTo>
                  <a:cubicBezTo>
                    <a:pt x="3" y="8"/>
                    <a:pt x="2" y="11"/>
                    <a:pt x="1" y="15"/>
                  </a:cubicBezTo>
                  <a:cubicBezTo>
                    <a:pt x="0" y="21"/>
                    <a:pt x="2" y="30"/>
                    <a:pt x="7" y="36"/>
                  </a:cubicBezTo>
                  <a:cubicBezTo>
                    <a:pt x="13" y="44"/>
                    <a:pt x="24" y="49"/>
                    <a:pt x="36" y="49"/>
                  </a:cubicBezTo>
                  <a:cubicBezTo>
                    <a:pt x="57" y="49"/>
                    <a:pt x="74" y="37"/>
                    <a:pt x="78" y="19"/>
                  </a:cubicBezTo>
                  <a:cubicBezTo>
                    <a:pt x="79" y="13"/>
                    <a:pt x="78" y="7"/>
                    <a:pt x="74" y="1"/>
                  </a:cubicBezTo>
                  <a:cubicBezTo>
                    <a:pt x="74" y="1"/>
                    <a:pt x="73" y="0"/>
                    <a:pt x="72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78">
              <a:extLst>
                <a:ext uri="{FF2B5EF4-FFF2-40B4-BE49-F238E27FC236}">
                  <a16:creationId xmlns:a16="http://schemas.microsoft.com/office/drawing/2014/main" id="{3A46E180-B6D6-42EA-9F0A-C75C4EC6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9"/>
              <a:ext cx="540" cy="224"/>
            </a:xfrm>
            <a:custGeom>
              <a:avLst/>
              <a:gdLst>
                <a:gd name="T0" fmla="*/ 1550 w 216"/>
                <a:gd name="T1" fmla="*/ 1443 h 84"/>
                <a:gd name="T2" fmla="*/ 270 w 216"/>
                <a:gd name="T3" fmla="*/ 888 h 84"/>
                <a:gd name="T4" fmla="*/ 0 w 216"/>
                <a:gd name="T5" fmla="*/ 149 h 84"/>
                <a:gd name="T6" fmla="*/ 0 w 216"/>
                <a:gd name="T7" fmla="*/ 149 h 84"/>
                <a:gd name="T8" fmla="*/ 220 w 216"/>
                <a:gd name="T9" fmla="*/ 947 h 84"/>
                <a:gd name="T10" fmla="*/ 1550 w 216"/>
                <a:gd name="T11" fmla="*/ 1592 h 84"/>
                <a:gd name="T12" fmla="*/ 3375 w 216"/>
                <a:gd name="T13" fmla="*/ 0 h 84"/>
                <a:gd name="T14" fmla="*/ 3375 w 216"/>
                <a:gd name="T15" fmla="*/ 0 h 84"/>
                <a:gd name="T16" fmla="*/ 1550 w 216"/>
                <a:gd name="T17" fmla="*/ 1443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84">
                  <a:moveTo>
                    <a:pt x="99" y="76"/>
                  </a:moveTo>
                  <a:cubicBezTo>
                    <a:pt x="64" y="76"/>
                    <a:pt x="34" y="67"/>
                    <a:pt x="17" y="47"/>
                  </a:cubicBezTo>
                  <a:cubicBezTo>
                    <a:pt x="10" y="38"/>
                    <a:pt x="2" y="2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21"/>
                    <a:pt x="6" y="40"/>
                    <a:pt x="14" y="50"/>
                  </a:cubicBezTo>
                  <a:cubicBezTo>
                    <a:pt x="32" y="72"/>
                    <a:pt x="61" y="84"/>
                    <a:pt x="99" y="84"/>
                  </a:cubicBezTo>
                  <a:cubicBezTo>
                    <a:pt x="171" y="84"/>
                    <a:pt x="206" y="57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06" y="53"/>
                    <a:pt x="168" y="76"/>
                    <a:pt x="99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79">
              <a:extLst>
                <a:ext uri="{FF2B5EF4-FFF2-40B4-BE49-F238E27FC236}">
                  <a16:creationId xmlns:a16="http://schemas.microsoft.com/office/drawing/2014/main" id="{F077CDDE-21A5-42DC-B017-1795BA77A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801"/>
              <a:ext cx="530" cy="195"/>
            </a:xfrm>
            <a:custGeom>
              <a:avLst/>
              <a:gdLst>
                <a:gd name="T0" fmla="*/ 3313 w 212"/>
                <a:gd name="T1" fmla="*/ 77 h 73"/>
                <a:gd name="T2" fmla="*/ 1563 w 212"/>
                <a:gd name="T3" fmla="*/ 1242 h 73"/>
                <a:gd name="T4" fmla="*/ 283 w 212"/>
                <a:gd name="T5" fmla="*/ 727 h 73"/>
                <a:gd name="T6" fmla="*/ 0 w 212"/>
                <a:gd name="T7" fmla="*/ 0 h 73"/>
                <a:gd name="T8" fmla="*/ 0 w 212"/>
                <a:gd name="T9" fmla="*/ 0 h 73"/>
                <a:gd name="T10" fmla="*/ 220 w 212"/>
                <a:gd name="T11" fmla="*/ 743 h 73"/>
                <a:gd name="T12" fmla="*/ 1563 w 212"/>
                <a:gd name="T13" fmla="*/ 1392 h 73"/>
                <a:gd name="T14" fmla="*/ 3313 w 212"/>
                <a:gd name="T15" fmla="*/ 77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73">
                  <a:moveTo>
                    <a:pt x="212" y="4"/>
                  </a:moveTo>
                  <a:cubicBezTo>
                    <a:pt x="199" y="47"/>
                    <a:pt x="161" y="65"/>
                    <a:pt x="100" y="65"/>
                  </a:cubicBezTo>
                  <a:cubicBezTo>
                    <a:pt x="64" y="65"/>
                    <a:pt x="35" y="58"/>
                    <a:pt x="18" y="38"/>
                  </a:cubicBezTo>
                  <a:cubicBezTo>
                    <a:pt x="10" y="28"/>
                    <a:pt x="1" y="1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3"/>
                    <a:pt x="5" y="29"/>
                    <a:pt x="14" y="39"/>
                  </a:cubicBezTo>
                  <a:cubicBezTo>
                    <a:pt x="32" y="62"/>
                    <a:pt x="62" y="73"/>
                    <a:pt x="100" y="73"/>
                  </a:cubicBezTo>
                  <a:cubicBezTo>
                    <a:pt x="164" y="73"/>
                    <a:pt x="198" y="50"/>
                    <a:pt x="2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80">
              <a:extLst>
                <a:ext uri="{FF2B5EF4-FFF2-40B4-BE49-F238E27FC236}">
                  <a16:creationId xmlns:a16="http://schemas.microsoft.com/office/drawing/2014/main" id="{D9CBB21C-3F33-4A2C-B0BB-3F82EF79C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892"/>
              <a:ext cx="530" cy="200"/>
            </a:xfrm>
            <a:custGeom>
              <a:avLst/>
              <a:gdLst>
                <a:gd name="T0" fmla="*/ 3313 w 212"/>
                <a:gd name="T1" fmla="*/ 77 h 75"/>
                <a:gd name="T2" fmla="*/ 1625 w 212"/>
                <a:gd name="T3" fmla="*/ 1272 h 75"/>
                <a:gd name="T4" fmla="*/ 270 w 212"/>
                <a:gd name="T5" fmla="*/ 683 h 75"/>
                <a:gd name="T6" fmla="*/ 0 w 212"/>
                <a:gd name="T7" fmla="*/ 0 h 75"/>
                <a:gd name="T8" fmla="*/ 0 w 212"/>
                <a:gd name="T9" fmla="*/ 0 h 75"/>
                <a:gd name="T10" fmla="*/ 250 w 212"/>
                <a:gd name="T11" fmla="*/ 776 h 75"/>
                <a:gd name="T12" fmla="*/ 1625 w 212"/>
                <a:gd name="T13" fmla="*/ 1421 h 75"/>
                <a:gd name="T14" fmla="*/ 3313 w 212"/>
                <a:gd name="T15" fmla="*/ 77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75">
                  <a:moveTo>
                    <a:pt x="212" y="4"/>
                  </a:moveTo>
                  <a:cubicBezTo>
                    <a:pt x="199" y="47"/>
                    <a:pt x="165" y="67"/>
                    <a:pt x="104" y="67"/>
                  </a:cubicBezTo>
                  <a:cubicBezTo>
                    <a:pt x="68" y="67"/>
                    <a:pt x="34" y="56"/>
                    <a:pt x="17" y="36"/>
                  </a:cubicBezTo>
                  <a:cubicBezTo>
                    <a:pt x="9" y="26"/>
                    <a:pt x="1" y="1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3"/>
                    <a:pt x="7" y="30"/>
                    <a:pt x="16" y="41"/>
                  </a:cubicBezTo>
                  <a:cubicBezTo>
                    <a:pt x="34" y="63"/>
                    <a:pt x="66" y="75"/>
                    <a:pt x="104" y="75"/>
                  </a:cubicBezTo>
                  <a:cubicBezTo>
                    <a:pt x="168" y="75"/>
                    <a:pt x="198" y="50"/>
                    <a:pt x="2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81">
              <a:extLst>
                <a:ext uri="{FF2B5EF4-FFF2-40B4-BE49-F238E27FC236}">
                  <a16:creationId xmlns:a16="http://schemas.microsoft.com/office/drawing/2014/main" id="{C81A482F-489E-45DF-BE95-E81797053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969"/>
              <a:ext cx="533" cy="219"/>
            </a:xfrm>
            <a:custGeom>
              <a:avLst/>
              <a:gdLst>
                <a:gd name="T0" fmla="*/ 3338 w 213"/>
                <a:gd name="T1" fmla="*/ 115 h 82"/>
                <a:gd name="T2" fmla="*/ 1566 w 213"/>
                <a:gd name="T3" fmla="*/ 1413 h 82"/>
                <a:gd name="T4" fmla="*/ 283 w 213"/>
                <a:gd name="T5" fmla="*/ 820 h 82"/>
                <a:gd name="T6" fmla="*/ 0 w 213"/>
                <a:gd name="T7" fmla="*/ 0 h 82"/>
                <a:gd name="T8" fmla="*/ 0 w 213"/>
                <a:gd name="T9" fmla="*/ 0 h 82"/>
                <a:gd name="T10" fmla="*/ 220 w 213"/>
                <a:gd name="T11" fmla="*/ 900 h 82"/>
                <a:gd name="T12" fmla="*/ 1566 w 213"/>
                <a:gd name="T13" fmla="*/ 1562 h 82"/>
                <a:gd name="T14" fmla="*/ 3338 w 213"/>
                <a:gd name="T15" fmla="*/ 115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82">
                  <a:moveTo>
                    <a:pt x="213" y="6"/>
                  </a:moveTo>
                  <a:cubicBezTo>
                    <a:pt x="202" y="52"/>
                    <a:pt x="162" y="74"/>
                    <a:pt x="100" y="74"/>
                  </a:cubicBezTo>
                  <a:cubicBezTo>
                    <a:pt x="67" y="74"/>
                    <a:pt x="35" y="64"/>
                    <a:pt x="18" y="43"/>
                  </a:cubicBezTo>
                  <a:cubicBezTo>
                    <a:pt x="9" y="32"/>
                    <a:pt x="0" y="1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4" y="34"/>
                    <a:pt x="14" y="47"/>
                  </a:cubicBezTo>
                  <a:cubicBezTo>
                    <a:pt x="33" y="69"/>
                    <a:pt x="64" y="82"/>
                    <a:pt x="100" y="82"/>
                  </a:cubicBezTo>
                  <a:cubicBezTo>
                    <a:pt x="167" y="82"/>
                    <a:pt x="201" y="56"/>
                    <a:pt x="2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82">
              <a:extLst>
                <a:ext uri="{FF2B5EF4-FFF2-40B4-BE49-F238E27FC236}">
                  <a16:creationId xmlns:a16="http://schemas.microsoft.com/office/drawing/2014/main" id="{876E7CCD-322F-410E-AE36-286F06BBB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057"/>
              <a:ext cx="535" cy="227"/>
            </a:xfrm>
            <a:custGeom>
              <a:avLst/>
              <a:gdLst>
                <a:gd name="T0" fmla="*/ 3345 w 214"/>
                <a:gd name="T1" fmla="*/ 93 h 85"/>
                <a:gd name="T2" fmla="*/ 1563 w 214"/>
                <a:gd name="T3" fmla="*/ 1469 h 85"/>
                <a:gd name="T4" fmla="*/ 283 w 214"/>
                <a:gd name="T5" fmla="*/ 855 h 85"/>
                <a:gd name="T6" fmla="*/ 0 w 214"/>
                <a:gd name="T7" fmla="*/ 0 h 85"/>
                <a:gd name="T8" fmla="*/ 0 w 214"/>
                <a:gd name="T9" fmla="*/ 0 h 85"/>
                <a:gd name="T10" fmla="*/ 238 w 214"/>
                <a:gd name="T11" fmla="*/ 935 h 85"/>
                <a:gd name="T12" fmla="*/ 1563 w 214"/>
                <a:gd name="T13" fmla="*/ 1618 h 85"/>
                <a:gd name="T14" fmla="*/ 3345 w 214"/>
                <a:gd name="T15" fmla="*/ 93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85">
                  <a:moveTo>
                    <a:pt x="214" y="5"/>
                  </a:moveTo>
                  <a:cubicBezTo>
                    <a:pt x="203" y="54"/>
                    <a:pt x="164" y="77"/>
                    <a:pt x="100" y="77"/>
                  </a:cubicBezTo>
                  <a:cubicBezTo>
                    <a:pt x="67" y="77"/>
                    <a:pt x="35" y="66"/>
                    <a:pt x="18" y="45"/>
                  </a:cubicBezTo>
                  <a:cubicBezTo>
                    <a:pt x="8" y="33"/>
                    <a:pt x="0" y="1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3" y="35"/>
                    <a:pt x="15" y="49"/>
                  </a:cubicBezTo>
                  <a:cubicBezTo>
                    <a:pt x="33" y="71"/>
                    <a:pt x="65" y="85"/>
                    <a:pt x="100" y="85"/>
                  </a:cubicBezTo>
                  <a:cubicBezTo>
                    <a:pt x="168" y="85"/>
                    <a:pt x="203" y="58"/>
                    <a:pt x="2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83">
              <a:extLst>
                <a:ext uri="{FF2B5EF4-FFF2-40B4-BE49-F238E27FC236}">
                  <a16:creationId xmlns:a16="http://schemas.microsoft.com/office/drawing/2014/main" id="{D4FB969C-E076-44F9-8CE4-A1ED27C7B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44"/>
              <a:ext cx="508" cy="605"/>
            </a:xfrm>
            <a:custGeom>
              <a:avLst/>
              <a:gdLst>
                <a:gd name="T0" fmla="*/ 3163 w 203"/>
                <a:gd name="T1" fmla="*/ 1647 h 227"/>
                <a:gd name="T2" fmla="*/ 3163 w 203"/>
                <a:gd name="T3" fmla="*/ 1421 h 227"/>
                <a:gd name="T4" fmla="*/ 3151 w 203"/>
                <a:gd name="T5" fmla="*/ 1498 h 227"/>
                <a:gd name="T6" fmla="*/ 3163 w 203"/>
                <a:gd name="T7" fmla="*/ 1058 h 227"/>
                <a:gd name="T8" fmla="*/ 3131 w 203"/>
                <a:gd name="T9" fmla="*/ 1114 h 227"/>
                <a:gd name="T10" fmla="*/ 3131 w 203"/>
                <a:gd name="T11" fmla="*/ 1058 h 227"/>
                <a:gd name="T12" fmla="*/ 3163 w 203"/>
                <a:gd name="T13" fmla="*/ 965 h 227"/>
                <a:gd name="T14" fmla="*/ 3163 w 203"/>
                <a:gd name="T15" fmla="*/ 682 h 227"/>
                <a:gd name="T16" fmla="*/ 3163 w 203"/>
                <a:gd name="T17" fmla="*/ 248 h 227"/>
                <a:gd name="T18" fmla="*/ 3101 w 203"/>
                <a:gd name="T19" fmla="*/ 376 h 227"/>
                <a:gd name="T20" fmla="*/ 3163 w 203"/>
                <a:gd name="T21" fmla="*/ 56 h 227"/>
                <a:gd name="T22" fmla="*/ 3163 w 203"/>
                <a:gd name="T23" fmla="*/ 0 h 227"/>
                <a:gd name="T24" fmla="*/ 1334 w 203"/>
                <a:gd name="T25" fmla="*/ 1442 h 227"/>
                <a:gd name="T26" fmla="*/ 0 w 203"/>
                <a:gd name="T27" fmla="*/ 943 h 227"/>
                <a:gd name="T28" fmla="*/ 0 w 203"/>
                <a:gd name="T29" fmla="*/ 943 h 227"/>
                <a:gd name="T30" fmla="*/ 1334 w 203"/>
                <a:gd name="T31" fmla="*/ 1591 h 227"/>
                <a:gd name="T32" fmla="*/ 3068 w 203"/>
                <a:gd name="T33" fmla="*/ 490 h 227"/>
                <a:gd name="T34" fmla="*/ 3068 w 203"/>
                <a:gd name="T35" fmla="*/ 626 h 227"/>
                <a:gd name="T36" fmla="*/ 3088 w 203"/>
                <a:gd name="T37" fmla="*/ 776 h 227"/>
                <a:gd name="T38" fmla="*/ 3038 w 203"/>
                <a:gd name="T39" fmla="*/ 930 h 227"/>
                <a:gd name="T40" fmla="*/ 1346 w 203"/>
                <a:gd name="T41" fmla="*/ 2103 h 227"/>
                <a:gd name="T42" fmla="*/ 33 w 203"/>
                <a:gd name="T43" fmla="*/ 1591 h 227"/>
                <a:gd name="T44" fmla="*/ 0 w 203"/>
                <a:gd name="T45" fmla="*/ 1612 h 227"/>
                <a:gd name="T46" fmla="*/ 1346 w 203"/>
                <a:gd name="T47" fmla="*/ 2252 h 227"/>
                <a:gd name="T48" fmla="*/ 3068 w 203"/>
                <a:gd name="T49" fmla="*/ 1271 h 227"/>
                <a:gd name="T50" fmla="*/ 3068 w 203"/>
                <a:gd name="T51" fmla="*/ 1421 h 227"/>
                <a:gd name="T52" fmla="*/ 3068 w 203"/>
                <a:gd name="T53" fmla="*/ 1421 h 227"/>
                <a:gd name="T54" fmla="*/ 3056 w 203"/>
                <a:gd name="T55" fmla="*/ 1535 h 227"/>
                <a:gd name="T56" fmla="*/ 1346 w 203"/>
                <a:gd name="T57" fmla="*/ 2785 h 227"/>
                <a:gd name="T58" fmla="*/ 33 w 203"/>
                <a:gd name="T59" fmla="*/ 2252 h 227"/>
                <a:gd name="T60" fmla="*/ 0 w 203"/>
                <a:gd name="T61" fmla="*/ 2287 h 227"/>
                <a:gd name="T62" fmla="*/ 1346 w 203"/>
                <a:gd name="T63" fmla="*/ 2934 h 227"/>
                <a:gd name="T64" fmla="*/ 3088 w 203"/>
                <a:gd name="T65" fmla="*/ 1783 h 227"/>
                <a:gd name="T66" fmla="*/ 3088 w 203"/>
                <a:gd name="T67" fmla="*/ 1855 h 227"/>
                <a:gd name="T68" fmla="*/ 3101 w 203"/>
                <a:gd name="T69" fmla="*/ 1932 h 227"/>
                <a:gd name="T70" fmla="*/ 3068 w 203"/>
                <a:gd name="T71" fmla="*/ 2159 h 227"/>
                <a:gd name="T72" fmla="*/ 1346 w 203"/>
                <a:gd name="T73" fmla="*/ 3467 h 227"/>
                <a:gd name="T74" fmla="*/ 0 w 203"/>
                <a:gd name="T75" fmla="*/ 2913 h 227"/>
                <a:gd name="T76" fmla="*/ 0 w 203"/>
                <a:gd name="T77" fmla="*/ 2956 h 227"/>
                <a:gd name="T78" fmla="*/ 1346 w 203"/>
                <a:gd name="T79" fmla="*/ 3617 h 227"/>
                <a:gd name="T80" fmla="*/ 3101 w 203"/>
                <a:gd name="T81" fmla="*/ 2423 h 227"/>
                <a:gd name="T82" fmla="*/ 3101 w 203"/>
                <a:gd name="T83" fmla="*/ 2444 h 227"/>
                <a:gd name="T84" fmla="*/ 3101 w 203"/>
                <a:gd name="T85" fmla="*/ 2535 h 227"/>
                <a:gd name="T86" fmla="*/ 3068 w 203"/>
                <a:gd name="T87" fmla="*/ 2785 h 227"/>
                <a:gd name="T88" fmla="*/ 1346 w 203"/>
                <a:gd name="T89" fmla="*/ 4147 h 227"/>
                <a:gd name="T90" fmla="*/ 33 w 203"/>
                <a:gd name="T91" fmla="*/ 3579 h 227"/>
                <a:gd name="T92" fmla="*/ 20 w 203"/>
                <a:gd name="T93" fmla="*/ 3617 h 227"/>
                <a:gd name="T94" fmla="*/ 1346 w 203"/>
                <a:gd name="T95" fmla="*/ 4296 h 227"/>
                <a:gd name="T96" fmla="*/ 3151 w 203"/>
                <a:gd name="T97" fmla="*/ 2820 h 227"/>
                <a:gd name="T98" fmla="*/ 3163 w 203"/>
                <a:gd name="T99" fmla="*/ 2444 h 227"/>
                <a:gd name="T100" fmla="*/ 3163 w 203"/>
                <a:gd name="T101" fmla="*/ 2444 h 227"/>
                <a:gd name="T102" fmla="*/ 3163 w 203"/>
                <a:gd name="T103" fmla="*/ 2401 h 227"/>
                <a:gd name="T104" fmla="*/ 3151 w 203"/>
                <a:gd name="T105" fmla="*/ 2175 h 227"/>
                <a:gd name="T106" fmla="*/ 3163 w 203"/>
                <a:gd name="T107" fmla="*/ 2026 h 227"/>
                <a:gd name="T108" fmla="*/ 3181 w 203"/>
                <a:gd name="T109" fmla="*/ 1988 h 227"/>
                <a:gd name="T110" fmla="*/ 3163 w 203"/>
                <a:gd name="T111" fmla="*/ 1855 h 227"/>
                <a:gd name="T112" fmla="*/ 3163 w 203"/>
                <a:gd name="T113" fmla="*/ 1647 h 2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3" h="227">
                  <a:moveTo>
                    <a:pt x="202" y="87"/>
                  </a:moveTo>
                  <a:cubicBezTo>
                    <a:pt x="202" y="83"/>
                    <a:pt x="202" y="79"/>
                    <a:pt x="202" y="75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2"/>
                    <a:pt x="201" y="61"/>
                    <a:pt x="202" y="56"/>
                  </a:cubicBezTo>
                  <a:cubicBezTo>
                    <a:pt x="200" y="59"/>
                    <a:pt x="200" y="59"/>
                    <a:pt x="200" y="59"/>
                  </a:cubicBezTo>
                  <a:cubicBezTo>
                    <a:pt x="200" y="58"/>
                    <a:pt x="200" y="57"/>
                    <a:pt x="200" y="56"/>
                  </a:cubicBezTo>
                  <a:cubicBezTo>
                    <a:pt x="201" y="54"/>
                    <a:pt x="202" y="53"/>
                    <a:pt x="202" y="51"/>
                  </a:cubicBezTo>
                  <a:cubicBezTo>
                    <a:pt x="203" y="47"/>
                    <a:pt x="202" y="42"/>
                    <a:pt x="202" y="36"/>
                  </a:cubicBezTo>
                  <a:cubicBezTo>
                    <a:pt x="203" y="29"/>
                    <a:pt x="202" y="20"/>
                    <a:pt x="202" y="13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200" y="15"/>
                    <a:pt x="201" y="9"/>
                    <a:pt x="202" y="3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192" y="53"/>
                    <a:pt x="154" y="76"/>
                    <a:pt x="85" y="76"/>
                  </a:cubicBezTo>
                  <a:cubicBezTo>
                    <a:pt x="50" y="76"/>
                    <a:pt x="17" y="7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8" y="72"/>
                    <a:pt x="47" y="84"/>
                    <a:pt x="85" y="84"/>
                  </a:cubicBezTo>
                  <a:cubicBezTo>
                    <a:pt x="147" y="84"/>
                    <a:pt x="181" y="66"/>
                    <a:pt x="196" y="26"/>
                  </a:cubicBezTo>
                  <a:cubicBezTo>
                    <a:pt x="196" y="28"/>
                    <a:pt x="196" y="30"/>
                    <a:pt x="196" y="33"/>
                  </a:cubicBezTo>
                  <a:cubicBezTo>
                    <a:pt x="196" y="35"/>
                    <a:pt x="197" y="38"/>
                    <a:pt x="197" y="41"/>
                  </a:cubicBezTo>
                  <a:cubicBezTo>
                    <a:pt x="196" y="44"/>
                    <a:pt x="195" y="46"/>
                    <a:pt x="194" y="49"/>
                  </a:cubicBezTo>
                  <a:cubicBezTo>
                    <a:pt x="181" y="92"/>
                    <a:pt x="147" y="111"/>
                    <a:pt x="86" y="111"/>
                  </a:cubicBezTo>
                  <a:cubicBezTo>
                    <a:pt x="50" y="111"/>
                    <a:pt x="19" y="104"/>
                    <a:pt x="2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8" y="108"/>
                    <a:pt x="48" y="119"/>
                    <a:pt x="86" y="119"/>
                  </a:cubicBezTo>
                  <a:cubicBezTo>
                    <a:pt x="142" y="119"/>
                    <a:pt x="179" y="102"/>
                    <a:pt x="196" y="67"/>
                  </a:cubicBezTo>
                  <a:cubicBezTo>
                    <a:pt x="197" y="69"/>
                    <a:pt x="196" y="73"/>
                    <a:pt x="196" y="75"/>
                  </a:cubicBezTo>
                  <a:cubicBezTo>
                    <a:pt x="196" y="75"/>
                    <a:pt x="196" y="75"/>
                    <a:pt x="196" y="75"/>
                  </a:cubicBezTo>
                  <a:cubicBezTo>
                    <a:pt x="196" y="77"/>
                    <a:pt x="196" y="80"/>
                    <a:pt x="195" y="81"/>
                  </a:cubicBezTo>
                  <a:cubicBezTo>
                    <a:pt x="183" y="126"/>
                    <a:pt x="148" y="147"/>
                    <a:pt x="86" y="147"/>
                  </a:cubicBezTo>
                  <a:cubicBezTo>
                    <a:pt x="52" y="147"/>
                    <a:pt x="19" y="139"/>
                    <a:pt x="2" y="119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19" y="143"/>
                    <a:pt x="49" y="155"/>
                    <a:pt x="86" y="155"/>
                  </a:cubicBezTo>
                  <a:cubicBezTo>
                    <a:pt x="147" y="155"/>
                    <a:pt x="182" y="136"/>
                    <a:pt x="197" y="94"/>
                  </a:cubicBezTo>
                  <a:cubicBezTo>
                    <a:pt x="197" y="95"/>
                    <a:pt x="197" y="97"/>
                    <a:pt x="197" y="98"/>
                  </a:cubicBezTo>
                  <a:cubicBezTo>
                    <a:pt x="197" y="100"/>
                    <a:pt x="198" y="101"/>
                    <a:pt x="198" y="102"/>
                  </a:cubicBezTo>
                  <a:cubicBezTo>
                    <a:pt x="197" y="107"/>
                    <a:pt x="196" y="111"/>
                    <a:pt x="196" y="114"/>
                  </a:cubicBezTo>
                  <a:cubicBezTo>
                    <a:pt x="184" y="160"/>
                    <a:pt x="148" y="183"/>
                    <a:pt x="86" y="183"/>
                  </a:cubicBezTo>
                  <a:cubicBezTo>
                    <a:pt x="53" y="183"/>
                    <a:pt x="18" y="174"/>
                    <a:pt x="0" y="154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9" y="178"/>
                    <a:pt x="50" y="191"/>
                    <a:pt x="86" y="191"/>
                  </a:cubicBezTo>
                  <a:cubicBezTo>
                    <a:pt x="147" y="191"/>
                    <a:pt x="183" y="170"/>
                    <a:pt x="198" y="128"/>
                  </a:cubicBezTo>
                  <a:cubicBezTo>
                    <a:pt x="198" y="128"/>
                    <a:pt x="198" y="129"/>
                    <a:pt x="198" y="129"/>
                  </a:cubicBezTo>
                  <a:cubicBezTo>
                    <a:pt x="198" y="131"/>
                    <a:pt x="198" y="133"/>
                    <a:pt x="198" y="134"/>
                  </a:cubicBezTo>
                  <a:cubicBezTo>
                    <a:pt x="198" y="138"/>
                    <a:pt x="197" y="143"/>
                    <a:pt x="196" y="147"/>
                  </a:cubicBezTo>
                  <a:cubicBezTo>
                    <a:pt x="186" y="195"/>
                    <a:pt x="150" y="219"/>
                    <a:pt x="86" y="219"/>
                  </a:cubicBezTo>
                  <a:cubicBezTo>
                    <a:pt x="53" y="219"/>
                    <a:pt x="19" y="210"/>
                    <a:pt x="2" y="189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19" y="214"/>
                    <a:pt x="51" y="227"/>
                    <a:pt x="86" y="227"/>
                  </a:cubicBezTo>
                  <a:cubicBezTo>
                    <a:pt x="154" y="227"/>
                    <a:pt x="189" y="202"/>
                    <a:pt x="201" y="149"/>
                  </a:cubicBezTo>
                  <a:cubicBezTo>
                    <a:pt x="202" y="143"/>
                    <a:pt x="202" y="135"/>
                    <a:pt x="202" y="129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202" y="128"/>
                    <a:pt x="202" y="128"/>
                    <a:pt x="202" y="127"/>
                  </a:cubicBezTo>
                  <a:cubicBezTo>
                    <a:pt x="201" y="123"/>
                    <a:pt x="202" y="119"/>
                    <a:pt x="201" y="115"/>
                  </a:cubicBezTo>
                  <a:cubicBezTo>
                    <a:pt x="202" y="112"/>
                    <a:pt x="202" y="110"/>
                    <a:pt x="202" y="107"/>
                  </a:cubicBezTo>
                  <a:cubicBezTo>
                    <a:pt x="202" y="106"/>
                    <a:pt x="202" y="105"/>
                    <a:pt x="203" y="105"/>
                  </a:cubicBezTo>
                  <a:cubicBezTo>
                    <a:pt x="203" y="102"/>
                    <a:pt x="203" y="100"/>
                    <a:pt x="202" y="98"/>
                  </a:cubicBezTo>
                  <a:cubicBezTo>
                    <a:pt x="202" y="94"/>
                    <a:pt x="203" y="91"/>
                    <a:pt x="202" y="87"/>
                  </a:cubicBezTo>
                  <a:close/>
                </a:path>
              </a:pathLst>
            </a:custGeom>
            <a:solidFill>
              <a:srgbClr val="D1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84">
              <a:extLst>
                <a:ext uri="{FF2B5EF4-FFF2-40B4-BE49-F238E27FC236}">
                  <a16:creationId xmlns:a16="http://schemas.microsoft.com/office/drawing/2014/main" id="{3B42C00C-14C8-4E6A-83ED-5963D16C1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567"/>
              <a:ext cx="541" cy="224"/>
            </a:xfrm>
            <a:custGeom>
              <a:avLst/>
              <a:gdLst>
                <a:gd name="T0" fmla="*/ 1555 w 216"/>
                <a:gd name="T1" fmla="*/ 1443 h 84"/>
                <a:gd name="T2" fmla="*/ 271 w 216"/>
                <a:gd name="T3" fmla="*/ 888 h 84"/>
                <a:gd name="T4" fmla="*/ 0 w 216"/>
                <a:gd name="T5" fmla="*/ 149 h 84"/>
                <a:gd name="T6" fmla="*/ 0 w 216"/>
                <a:gd name="T7" fmla="*/ 149 h 84"/>
                <a:gd name="T8" fmla="*/ 208 w 216"/>
                <a:gd name="T9" fmla="*/ 947 h 84"/>
                <a:gd name="T10" fmla="*/ 1555 w 216"/>
                <a:gd name="T11" fmla="*/ 1592 h 84"/>
                <a:gd name="T12" fmla="*/ 3394 w 216"/>
                <a:gd name="T13" fmla="*/ 0 h 84"/>
                <a:gd name="T14" fmla="*/ 3394 w 216"/>
                <a:gd name="T15" fmla="*/ 0 h 84"/>
                <a:gd name="T16" fmla="*/ 1555 w 216"/>
                <a:gd name="T17" fmla="*/ 1443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84">
                  <a:moveTo>
                    <a:pt x="99" y="76"/>
                  </a:moveTo>
                  <a:cubicBezTo>
                    <a:pt x="63" y="76"/>
                    <a:pt x="33" y="67"/>
                    <a:pt x="17" y="47"/>
                  </a:cubicBezTo>
                  <a:cubicBezTo>
                    <a:pt x="10" y="38"/>
                    <a:pt x="1" y="2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21"/>
                    <a:pt x="5" y="40"/>
                    <a:pt x="13" y="50"/>
                  </a:cubicBezTo>
                  <a:cubicBezTo>
                    <a:pt x="31" y="72"/>
                    <a:pt x="61" y="84"/>
                    <a:pt x="99" y="84"/>
                  </a:cubicBezTo>
                  <a:cubicBezTo>
                    <a:pt x="171" y="84"/>
                    <a:pt x="205" y="57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06" y="53"/>
                    <a:pt x="167" y="76"/>
                    <a:pt x="99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85">
              <a:extLst>
                <a:ext uri="{FF2B5EF4-FFF2-40B4-BE49-F238E27FC236}">
                  <a16:creationId xmlns:a16="http://schemas.microsoft.com/office/drawing/2014/main" id="{924972D8-5A49-4B15-BD3E-516CE9B8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583"/>
              <a:ext cx="493" cy="170"/>
            </a:xfrm>
            <a:custGeom>
              <a:avLst/>
              <a:gdLst>
                <a:gd name="T0" fmla="*/ 3088 w 197"/>
                <a:gd name="T1" fmla="*/ 0 h 64"/>
                <a:gd name="T2" fmla="*/ 1346 w 197"/>
                <a:gd name="T3" fmla="*/ 1052 h 64"/>
                <a:gd name="T4" fmla="*/ 0 w 197"/>
                <a:gd name="T5" fmla="*/ 566 h 64"/>
                <a:gd name="T6" fmla="*/ 20 w 197"/>
                <a:gd name="T7" fmla="*/ 579 h 64"/>
                <a:gd name="T8" fmla="*/ 1346 w 197"/>
                <a:gd name="T9" fmla="*/ 1201 h 64"/>
                <a:gd name="T10" fmla="*/ 3088 w 197"/>
                <a:gd name="T11" fmla="*/ 114 h 64"/>
                <a:gd name="T12" fmla="*/ 3088 w 197"/>
                <a:gd name="T13" fmla="*/ 14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64">
                  <a:moveTo>
                    <a:pt x="197" y="0"/>
                  </a:moveTo>
                  <a:cubicBezTo>
                    <a:pt x="182" y="39"/>
                    <a:pt x="145" y="56"/>
                    <a:pt x="86" y="56"/>
                  </a:cubicBezTo>
                  <a:cubicBezTo>
                    <a:pt x="51" y="56"/>
                    <a:pt x="17" y="50"/>
                    <a:pt x="0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9" y="53"/>
                    <a:pt x="48" y="64"/>
                    <a:pt x="86" y="64"/>
                  </a:cubicBezTo>
                  <a:cubicBezTo>
                    <a:pt x="148" y="64"/>
                    <a:pt x="182" y="46"/>
                    <a:pt x="197" y="6"/>
                  </a:cubicBezTo>
                  <a:cubicBezTo>
                    <a:pt x="197" y="7"/>
                    <a:pt x="197" y="7"/>
                    <a:pt x="197" y="8"/>
                  </a:cubicBezTo>
                </a:path>
              </a:pathLst>
            </a:custGeom>
            <a:solidFill>
              <a:srgbClr val="D1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86">
              <a:extLst>
                <a:ext uri="{FF2B5EF4-FFF2-40B4-BE49-F238E27FC236}">
                  <a16:creationId xmlns:a16="http://schemas.microsoft.com/office/drawing/2014/main" id="{D87C428B-8805-400C-B6C6-3E20253DA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444"/>
              <a:ext cx="541" cy="221"/>
            </a:xfrm>
            <a:custGeom>
              <a:avLst/>
              <a:gdLst>
                <a:gd name="T0" fmla="*/ 1555 w 216"/>
                <a:gd name="T1" fmla="*/ 1419 h 83"/>
                <a:gd name="T2" fmla="*/ 271 w 216"/>
                <a:gd name="T3" fmla="*/ 887 h 83"/>
                <a:gd name="T4" fmla="*/ 0 w 216"/>
                <a:gd name="T5" fmla="*/ 149 h 83"/>
                <a:gd name="T6" fmla="*/ 0 w 216"/>
                <a:gd name="T7" fmla="*/ 149 h 83"/>
                <a:gd name="T8" fmla="*/ 208 w 216"/>
                <a:gd name="T9" fmla="*/ 943 h 83"/>
                <a:gd name="T10" fmla="*/ 1555 w 216"/>
                <a:gd name="T11" fmla="*/ 1566 h 83"/>
                <a:gd name="T12" fmla="*/ 3394 w 216"/>
                <a:gd name="T13" fmla="*/ 0 h 83"/>
                <a:gd name="T14" fmla="*/ 3394 w 216"/>
                <a:gd name="T15" fmla="*/ 0 h 83"/>
                <a:gd name="T16" fmla="*/ 1555 w 216"/>
                <a:gd name="T17" fmla="*/ 1419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83">
                  <a:moveTo>
                    <a:pt x="99" y="75"/>
                  </a:moveTo>
                  <a:cubicBezTo>
                    <a:pt x="63" y="75"/>
                    <a:pt x="33" y="67"/>
                    <a:pt x="17" y="47"/>
                  </a:cubicBezTo>
                  <a:cubicBezTo>
                    <a:pt x="10" y="38"/>
                    <a:pt x="1" y="2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21"/>
                    <a:pt x="5" y="40"/>
                    <a:pt x="13" y="50"/>
                  </a:cubicBezTo>
                  <a:cubicBezTo>
                    <a:pt x="31" y="72"/>
                    <a:pt x="61" y="83"/>
                    <a:pt x="99" y="83"/>
                  </a:cubicBezTo>
                  <a:cubicBezTo>
                    <a:pt x="171" y="83"/>
                    <a:pt x="205" y="56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06" y="53"/>
                    <a:pt x="167" y="75"/>
                    <a:pt x="99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87">
              <a:extLst>
                <a:ext uri="{FF2B5EF4-FFF2-40B4-BE49-F238E27FC236}">
                  <a16:creationId xmlns:a16="http://schemas.microsoft.com/office/drawing/2014/main" id="{B608AC62-0D06-4A0A-A302-E3103E39F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452"/>
              <a:ext cx="493" cy="181"/>
            </a:xfrm>
            <a:custGeom>
              <a:avLst/>
              <a:gdLst>
                <a:gd name="T0" fmla="*/ 3088 w 197"/>
                <a:gd name="T1" fmla="*/ 0 h 68"/>
                <a:gd name="T2" fmla="*/ 1346 w 197"/>
                <a:gd name="T3" fmla="*/ 1134 h 68"/>
                <a:gd name="T4" fmla="*/ 0 w 197"/>
                <a:gd name="T5" fmla="*/ 644 h 68"/>
                <a:gd name="T6" fmla="*/ 0 w 197"/>
                <a:gd name="T7" fmla="*/ 660 h 68"/>
                <a:gd name="T8" fmla="*/ 1346 w 197"/>
                <a:gd name="T9" fmla="*/ 1283 h 68"/>
                <a:gd name="T10" fmla="*/ 3088 w 197"/>
                <a:gd name="T11" fmla="*/ 114 h 68"/>
                <a:gd name="T12" fmla="*/ 3088 w 197"/>
                <a:gd name="T13" fmla="*/ 149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68">
                  <a:moveTo>
                    <a:pt x="197" y="0"/>
                  </a:moveTo>
                  <a:cubicBezTo>
                    <a:pt x="182" y="39"/>
                    <a:pt x="145" y="60"/>
                    <a:pt x="86" y="60"/>
                  </a:cubicBezTo>
                  <a:cubicBezTo>
                    <a:pt x="51" y="60"/>
                    <a:pt x="16" y="54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8" y="57"/>
                    <a:pt x="48" y="68"/>
                    <a:pt x="86" y="68"/>
                  </a:cubicBezTo>
                  <a:cubicBezTo>
                    <a:pt x="148" y="68"/>
                    <a:pt x="182" y="47"/>
                    <a:pt x="197" y="6"/>
                  </a:cubicBezTo>
                  <a:cubicBezTo>
                    <a:pt x="197" y="7"/>
                    <a:pt x="197" y="8"/>
                    <a:pt x="197" y="8"/>
                  </a:cubicBezTo>
                </a:path>
              </a:pathLst>
            </a:custGeom>
            <a:solidFill>
              <a:srgbClr val="D1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88">
              <a:extLst>
                <a:ext uri="{FF2B5EF4-FFF2-40B4-BE49-F238E27FC236}">
                  <a16:creationId xmlns:a16="http://schemas.microsoft.com/office/drawing/2014/main" id="{0795D7EC-11E5-4C01-8691-337E9AD84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812"/>
              <a:ext cx="541" cy="221"/>
            </a:xfrm>
            <a:custGeom>
              <a:avLst/>
              <a:gdLst>
                <a:gd name="T0" fmla="*/ 1538 w 216"/>
                <a:gd name="T1" fmla="*/ 1433 h 83"/>
                <a:gd name="T2" fmla="*/ 250 w 216"/>
                <a:gd name="T3" fmla="*/ 908 h 83"/>
                <a:gd name="T4" fmla="*/ 0 w 216"/>
                <a:gd name="T5" fmla="*/ 149 h 83"/>
                <a:gd name="T6" fmla="*/ 0 w 216"/>
                <a:gd name="T7" fmla="*/ 149 h 83"/>
                <a:gd name="T8" fmla="*/ 208 w 216"/>
                <a:gd name="T9" fmla="*/ 943 h 83"/>
                <a:gd name="T10" fmla="*/ 1555 w 216"/>
                <a:gd name="T11" fmla="*/ 1566 h 83"/>
                <a:gd name="T12" fmla="*/ 3394 w 216"/>
                <a:gd name="T13" fmla="*/ 0 h 83"/>
                <a:gd name="T14" fmla="*/ 3394 w 216"/>
                <a:gd name="T15" fmla="*/ 0 h 83"/>
                <a:gd name="T16" fmla="*/ 1538 w 216"/>
                <a:gd name="T17" fmla="*/ 1433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83">
                  <a:moveTo>
                    <a:pt x="98" y="76"/>
                  </a:moveTo>
                  <a:cubicBezTo>
                    <a:pt x="62" y="76"/>
                    <a:pt x="32" y="68"/>
                    <a:pt x="16" y="48"/>
                  </a:cubicBezTo>
                  <a:cubicBezTo>
                    <a:pt x="8" y="40"/>
                    <a:pt x="1" y="1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21"/>
                    <a:pt x="5" y="40"/>
                    <a:pt x="13" y="50"/>
                  </a:cubicBezTo>
                  <a:cubicBezTo>
                    <a:pt x="31" y="72"/>
                    <a:pt x="61" y="83"/>
                    <a:pt x="99" y="83"/>
                  </a:cubicBezTo>
                  <a:cubicBezTo>
                    <a:pt x="171" y="83"/>
                    <a:pt x="205" y="56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06" y="52"/>
                    <a:pt x="166" y="76"/>
                    <a:pt x="98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89">
              <a:extLst>
                <a:ext uri="{FF2B5EF4-FFF2-40B4-BE49-F238E27FC236}">
                  <a16:creationId xmlns:a16="http://schemas.microsoft.com/office/drawing/2014/main" id="{7BABE447-C970-45EE-8360-C2779A5A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05"/>
              <a:ext cx="541" cy="224"/>
            </a:xfrm>
            <a:custGeom>
              <a:avLst/>
              <a:gdLst>
                <a:gd name="T0" fmla="*/ 1538 w 216"/>
                <a:gd name="T1" fmla="*/ 1459 h 84"/>
                <a:gd name="T2" fmla="*/ 250 w 216"/>
                <a:gd name="T3" fmla="*/ 931 h 84"/>
                <a:gd name="T4" fmla="*/ 0 w 216"/>
                <a:gd name="T5" fmla="*/ 149 h 84"/>
                <a:gd name="T6" fmla="*/ 0 w 216"/>
                <a:gd name="T7" fmla="*/ 149 h 84"/>
                <a:gd name="T8" fmla="*/ 208 w 216"/>
                <a:gd name="T9" fmla="*/ 947 h 84"/>
                <a:gd name="T10" fmla="*/ 1555 w 216"/>
                <a:gd name="T11" fmla="*/ 1592 h 84"/>
                <a:gd name="T12" fmla="*/ 3394 w 216"/>
                <a:gd name="T13" fmla="*/ 0 h 84"/>
                <a:gd name="T14" fmla="*/ 3394 w 216"/>
                <a:gd name="T15" fmla="*/ 0 h 84"/>
                <a:gd name="T16" fmla="*/ 1538 w 216"/>
                <a:gd name="T17" fmla="*/ 14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84">
                  <a:moveTo>
                    <a:pt x="98" y="77"/>
                  </a:moveTo>
                  <a:cubicBezTo>
                    <a:pt x="62" y="77"/>
                    <a:pt x="32" y="69"/>
                    <a:pt x="16" y="49"/>
                  </a:cubicBezTo>
                  <a:cubicBezTo>
                    <a:pt x="8" y="40"/>
                    <a:pt x="1" y="2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21"/>
                    <a:pt x="5" y="41"/>
                    <a:pt x="13" y="50"/>
                  </a:cubicBezTo>
                  <a:cubicBezTo>
                    <a:pt x="31" y="72"/>
                    <a:pt x="61" y="84"/>
                    <a:pt x="99" y="84"/>
                  </a:cubicBezTo>
                  <a:cubicBezTo>
                    <a:pt x="171" y="84"/>
                    <a:pt x="205" y="57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06" y="53"/>
                    <a:pt x="166" y="77"/>
                    <a:pt x="98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90">
              <a:extLst>
                <a:ext uri="{FF2B5EF4-FFF2-40B4-BE49-F238E27FC236}">
                  <a16:creationId xmlns:a16="http://schemas.microsoft.com/office/drawing/2014/main" id="{320D385C-5AD6-4928-AA75-1392482C5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820"/>
              <a:ext cx="501" cy="184"/>
            </a:xfrm>
            <a:custGeom>
              <a:avLst/>
              <a:gdLst>
                <a:gd name="T0" fmla="*/ 3144 w 200"/>
                <a:gd name="T1" fmla="*/ 0 h 69"/>
                <a:gd name="T2" fmla="*/ 1350 w 200"/>
                <a:gd name="T3" fmla="*/ 1160 h 69"/>
                <a:gd name="T4" fmla="*/ 0 w 200"/>
                <a:gd name="T5" fmla="*/ 683 h 69"/>
                <a:gd name="T6" fmla="*/ 0 w 200"/>
                <a:gd name="T7" fmla="*/ 683 h 69"/>
                <a:gd name="T8" fmla="*/ 1350 w 200"/>
                <a:gd name="T9" fmla="*/ 1309 h 69"/>
                <a:gd name="T10" fmla="*/ 3094 w 200"/>
                <a:gd name="T11" fmla="*/ 149 h 69"/>
                <a:gd name="T12" fmla="*/ 3094 w 200"/>
                <a:gd name="T13" fmla="*/ 192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69">
                  <a:moveTo>
                    <a:pt x="200" y="0"/>
                  </a:moveTo>
                  <a:cubicBezTo>
                    <a:pt x="185" y="38"/>
                    <a:pt x="145" y="61"/>
                    <a:pt x="86" y="61"/>
                  </a:cubicBezTo>
                  <a:cubicBezTo>
                    <a:pt x="51" y="61"/>
                    <a:pt x="16" y="5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5" y="58"/>
                    <a:pt x="48" y="69"/>
                    <a:pt x="86" y="69"/>
                  </a:cubicBezTo>
                  <a:cubicBezTo>
                    <a:pt x="148" y="69"/>
                    <a:pt x="182" y="48"/>
                    <a:pt x="197" y="8"/>
                  </a:cubicBezTo>
                  <a:cubicBezTo>
                    <a:pt x="197" y="9"/>
                    <a:pt x="197" y="9"/>
                    <a:pt x="197" y="10"/>
                  </a:cubicBezTo>
                </a:path>
              </a:pathLst>
            </a:custGeom>
            <a:solidFill>
              <a:srgbClr val="D1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91">
              <a:extLst>
                <a:ext uri="{FF2B5EF4-FFF2-40B4-BE49-F238E27FC236}">
                  <a16:creationId xmlns:a16="http://schemas.microsoft.com/office/drawing/2014/main" id="{59C57134-6F57-4964-AEAF-93D731FC1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932"/>
              <a:ext cx="541" cy="221"/>
            </a:xfrm>
            <a:custGeom>
              <a:avLst/>
              <a:gdLst>
                <a:gd name="T0" fmla="*/ 1538 w 216"/>
                <a:gd name="T1" fmla="*/ 1433 h 83"/>
                <a:gd name="T2" fmla="*/ 250 w 216"/>
                <a:gd name="T3" fmla="*/ 908 h 83"/>
                <a:gd name="T4" fmla="*/ 0 w 216"/>
                <a:gd name="T5" fmla="*/ 149 h 83"/>
                <a:gd name="T6" fmla="*/ 0 w 216"/>
                <a:gd name="T7" fmla="*/ 149 h 83"/>
                <a:gd name="T8" fmla="*/ 208 w 216"/>
                <a:gd name="T9" fmla="*/ 943 h 83"/>
                <a:gd name="T10" fmla="*/ 1555 w 216"/>
                <a:gd name="T11" fmla="*/ 1566 h 83"/>
                <a:gd name="T12" fmla="*/ 3394 w 216"/>
                <a:gd name="T13" fmla="*/ 0 h 83"/>
                <a:gd name="T14" fmla="*/ 3394 w 216"/>
                <a:gd name="T15" fmla="*/ 0 h 83"/>
                <a:gd name="T16" fmla="*/ 1538 w 216"/>
                <a:gd name="T17" fmla="*/ 1433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83">
                  <a:moveTo>
                    <a:pt x="98" y="76"/>
                  </a:moveTo>
                  <a:cubicBezTo>
                    <a:pt x="62" y="76"/>
                    <a:pt x="32" y="68"/>
                    <a:pt x="16" y="48"/>
                  </a:cubicBezTo>
                  <a:cubicBezTo>
                    <a:pt x="8" y="40"/>
                    <a:pt x="1" y="1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21"/>
                    <a:pt x="5" y="40"/>
                    <a:pt x="13" y="50"/>
                  </a:cubicBezTo>
                  <a:cubicBezTo>
                    <a:pt x="31" y="72"/>
                    <a:pt x="61" y="83"/>
                    <a:pt x="99" y="83"/>
                  </a:cubicBezTo>
                  <a:cubicBezTo>
                    <a:pt x="171" y="83"/>
                    <a:pt x="205" y="56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06" y="52"/>
                    <a:pt x="166" y="76"/>
                    <a:pt x="98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92">
              <a:extLst>
                <a:ext uri="{FF2B5EF4-FFF2-40B4-BE49-F238E27FC236}">
                  <a16:creationId xmlns:a16="http://schemas.microsoft.com/office/drawing/2014/main" id="{73198BC3-7C56-400D-99B9-A256F4927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935"/>
              <a:ext cx="508" cy="189"/>
            </a:xfrm>
            <a:custGeom>
              <a:avLst/>
              <a:gdLst>
                <a:gd name="T0" fmla="*/ 3163 w 203"/>
                <a:gd name="T1" fmla="*/ 0 h 71"/>
                <a:gd name="T2" fmla="*/ 1346 w 203"/>
                <a:gd name="T3" fmla="*/ 1190 h 71"/>
                <a:gd name="T4" fmla="*/ 0 w 203"/>
                <a:gd name="T5" fmla="*/ 695 h 71"/>
                <a:gd name="T6" fmla="*/ 0 w 203"/>
                <a:gd name="T7" fmla="*/ 716 h 71"/>
                <a:gd name="T8" fmla="*/ 1346 w 203"/>
                <a:gd name="T9" fmla="*/ 1339 h 71"/>
                <a:gd name="T10" fmla="*/ 3163 w 203"/>
                <a:gd name="T11" fmla="*/ 77 h 71"/>
                <a:gd name="T12" fmla="*/ 3181 w 203"/>
                <a:gd name="T13" fmla="*/ 114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1">
                  <a:moveTo>
                    <a:pt x="202" y="0"/>
                  </a:moveTo>
                  <a:cubicBezTo>
                    <a:pt x="187" y="38"/>
                    <a:pt x="145" y="63"/>
                    <a:pt x="86" y="63"/>
                  </a:cubicBezTo>
                  <a:cubicBezTo>
                    <a:pt x="51" y="63"/>
                    <a:pt x="16" y="5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4" y="61"/>
                    <a:pt x="48" y="71"/>
                    <a:pt x="86" y="71"/>
                  </a:cubicBezTo>
                  <a:cubicBezTo>
                    <a:pt x="147" y="71"/>
                    <a:pt x="187" y="44"/>
                    <a:pt x="202" y="4"/>
                  </a:cubicBezTo>
                  <a:cubicBezTo>
                    <a:pt x="203" y="4"/>
                    <a:pt x="203" y="5"/>
                    <a:pt x="203" y="6"/>
                  </a:cubicBezTo>
                </a:path>
              </a:pathLst>
            </a:custGeom>
            <a:solidFill>
              <a:srgbClr val="D1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93">
              <a:extLst>
                <a:ext uri="{FF2B5EF4-FFF2-40B4-BE49-F238E27FC236}">
                  <a16:creationId xmlns:a16="http://schemas.microsoft.com/office/drawing/2014/main" id="{429AF12E-7A30-4178-BB4B-E4B38C4ED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079"/>
              <a:ext cx="443" cy="266"/>
            </a:xfrm>
            <a:custGeom>
              <a:avLst/>
              <a:gdLst>
                <a:gd name="T0" fmla="*/ 0 w 177"/>
                <a:gd name="T1" fmla="*/ 1428 h 100"/>
                <a:gd name="T2" fmla="*/ 1241 w 177"/>
                <a:gd name="T3" fmla="*/ 1803 h 100"/>
                <a:gd name="T4" fmla="*/ 2726 w 177"/>
                <a:gd name="T5" fmla="*/ 545 h 100"/>
                <a:gd name="T6" fmla="*/ 2756 w 177"/>
                <a:gd name="T7" fmla="*/ 0 h 100"/>
                <a:gd name="T8" fmla="*/ 2097 w 177"/>
                <a:gd name="T9" fmla="*/ 1317 h 100"/>
                <a:gd name="T10" fmla="*/ 0 w 177"/>
                <a:gd name="T11" fmla="*/ 1428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100">
                  <a:moveTo>
                    <a:pt x="0" y="76"/>
                  </a:moveTo>
                  <a:cubicBezTo>
                    <a:pt x="20" y="89"/>
                    <a:pt x="37" y="100"/>
                    <a:pt x="79" y="96"/>
                  </a:cubicBezTo>
                  <a:cubicBezTo>
                    <a:pt x="121" y="92"/>
                    <a:pt x="155" y="79"/>
                    <a:pt x="174" y="29"/>
                  </a:cubicBezTo>
                  <a:cubicBezTo>
                    <a:pt x="177" y="17"/>
                    <a:pt x="176" y="0"/>
                    <a:pt x="176" y="0"/>
                  </a:cubicBezTo>
                  <a:cubicBezTo>
                    <a:pt x="174" y="18"/>
                    <a:pt x="172" y="46"/>
                    <a:pt x="134" y="70"/>
                  </a:cubicBezTo>
                  <a:cubicBezTo>
                    <a:pt x="96" y="95"/>
                    <a:pt x="39" y="96"/>
                    <a:pt x="0" y="76"/>
                  </a:cubicBezTo>
                  <a:close/>
                </a:path>
              </a:pathLst>
            </a:custGeom>
            <a:solidFill>
              <a:srgbClr val="D1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94">
              <a:extLst>
                <a:ext uri="{FF2B5EF4-FFF2-40B4-BE49-F238E27FC236}">
                  <a16:creationId xmlns:a16="http://schemas.microsoft.com/office/drawing/2014/main" id="{CD8BCA9C-235A-4002-B6AD-E08D9CCFA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463"/>
              <a:ext cx="291" cy="426"/>
            </a:xfrm>
            <a:custGeom>
              <a:avLst/>
              <a:gdLst>
                <a:gd name="T0" fmla="*/ 755 w 116"/>
                <a:gd name="T1" fmla="*/ 0 h 160"/>
                <a:gd name="T2" fmla="*/ 1468 w 116"/>
                <a:gd name="T3" fmla="*/ 546 h 160"/>
                <a:gd name="T4" fmla="*/ 1749 w 116"/>
                <a:gd name="T5" fmla="*/ 1603 h 160"/>
                <a:gd name="T6" fmla="*/ 0 w 116"/>
                <a:gd name="T7" fmla="*/ 2998 h 160"/>
                <a:gd name="T8" fmla="*/ 1435 w 116"/>
                <a:gd name="T9" fmla="*/ 1659 h 160"/>
                <a:gd name="T10" fmla="*/ 755 w 116"/>
                <a:gd name="T11" fmla="*/ 0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60">
                  <a:moveTo>
                    <a:pt x="48" y="0"/>
                  </a:moveTo>
                  <a:cubicBezTo>
                    <a:pt x="58" y="5"/>
                    <a:pt x="87" y="25"/>
                    <a:pt x="93" y="29"/>
                  </a:cubicBezTo>
                  <a:cubicBezTo>
                    <a:pt x="99" y="34"/>
                    <a:pt x="116" y="61"/>
                    <a:pt x="111" y="85"/>
                  </a:cubicBezTo>
                  <a:cubicBezTo>
                    <a:pt x="106" y="108"/>
                    <a:pt x="79" y="160"/>
                    <a:pt x="0" y="159"/>
                  </a:cubicBezTo>
                  <a:cubicBezTo>
                    <a:pt x="30" y="154"/>
                    <a:pt x="77" y="136"/>
                    <a:pt x="91" y="88"/>
                  </a:cubicBezTo>
                  <a:cubicBezTo>
                    <a:pt x="106" y="40"/>
                    <a:pt x="62" y="8"/>
                    <a:pt x="48" y="0"/>
                  </a:cubicBezTo>
                  <a:close/>
                </a:path>
              </a:pathLst>
            </a:custGeom>
            <a:solidFill>
              <a:srgbClr val="D1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95">
              <a:extLst>
                <a:ext uri="{FF2B5EF4-FFF2-40B4-BE49-F238E27FC236}">
                  <a16:creationId xmlns:a16="http://schemas.microsoft.com/office/drawing/2014/main" id="{4A3C8595-A53C-4041-B0DF-C4C4D354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463"/>
              <a:ext cx="266" cy="424"/>
            </a:xfrm>
            <a:custGeom>
              <a:avLst/>
              <a:gdLst>
                <a:gd name="T0" fmla="*/ 0 w 106"/>
                <a:gd name="T1" fmla="*/ 3016 h 159"/>
                <a:gd name="T2" fmla="*/ 1435 w 106"/>
                <a:gd name="T3" fmla="*/ 1672 h 159"/>
                <a:gd name="T4" fmla="*/ 755 w 106"/>
                <a:gd name="T5" fmla="*/ 0 h 159"/>
                <a:gd name="T6" fmla="*/ 1327 w 106"/>
                <a:gd name="T7" fmla="*/ 1800 h 159"/>
                <a:gd name="T8" fmla="*/ 0 w 106"/>
                <a:gd name="T9" fmla="*/ 301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59">
                  <a:moveTo>
                    <a:pt x="0" y="159"/>
                  </a:moveTo>
                  <a:cubicBezTo>
                    <a:pt x="30" y="154"/>
                    <a:pt x="77" y="136"/>
                    <a:pt x="91" y="88"/>
                  </a:cubicBezTo>
                  <a:cubicBezTo>
                    <a:pt x="106" y="40"/>
                    <a:pt x="62" y="8"/>
                    <a:pt x="48" y="0"/>
                  </a:cubicBezTo>
                  <a:cubicBezTo>
                    <a:pt x="67" y="16"/>
                    <a:pt x="103" y="49"/>
                    <a:pt x="84" y="95"/>
                  </a:cubicBezTo>
                  <a:cubicBezTo>
                    <a:pt x="75" y="114"/>
                    <a:pt x="56" y="147"/>
                    <a:pt x="0" y="1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96">
              <a:extLst>
                <a:ext uri="{FF2B5EF4-FFF2-40B4-BE49-F238E27FC236}">
                  <a16:creationId xmlns:a16="http://schemas.microsoft.com/office/drawing/2014/main" id="{273A3166-C923-42F8-9D57-FA5A5E60D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540"/>
              <a:ext cx="291" cy="349"/>
            </a:xfrm>
            <a:custGeom>
              <a:avLst/>
              <a:gdLst>
                <a:gd name="T0" fmla="*/ 0 w 116"/>
                <a:gd name="T1" fmla="*/ 2456 h 131"/>
                <a:gd name="T2" fmla="*/ 1749 w 116"/>
                <a:gd name="T3" fmla="*/ 1058 h 131"/>
                <a:gd name="T4" fmla="*/ 1468 w 116"/>
                <a:gd name="T5" fmla="*/ 0 h 131"/>
                <a:gd name="T6" fmla="*/ 1593 w 116"/>
                <a:gd name="T7" fmla="*/ 1284 h 131"/>
                <a:gd name="T8" fmla="*/ 0 w 116"/>
                <a:gd name="T9" fmla="*/ 245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31">
                  <a:moveTo>
                    <a:pt x="0" y="130"/>
                  </a:moveTo>
                  <a:cubicBezTo>
                    <a:pt x="79" y="131"/>
                    <a:pt x="106" y="79"/>
                    <a:pt x="111" y="56"/>
                  </a:cubicBezTo>
                  <a:cubicBezTo>
                    <a:pt x="116" y="32"/>
                    <a:pt x="99" y="5"/>
                    <a:pt x="93" y="0"/>
                  </a:cubicBezTo>
                  <a:cubicBezTo>
                    <a:pt x="103" y="18"/>
                    <a:pt x="114" y="40"/>
                    <a:pt x="101" y="68"/>
                  </a:cubicBezTo>
                  <a:cubicBezTo>
                    <a:pt x="88" y="96"/>
                    <a:pt x="63" y="124"/>
                    <a:pt x="0" y="130"/>
                  </a:cubicBezTo>
                  <a:close/>
                </a:path>
              </a:pathLst>
            </a:custGeom>
            <a:solidFill>
              <a:srgbClr val="B5D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97">
              <a:extLst>
                <a:ext uri="{FF2B5EF4-FFF2-40B4-BE49-F238E27FC236}">
                  <a16:creationId xmlns:a16="http://schemas.microsoft.com/office/drawing/2014/main" id="{634E752D-C9BF-4DE5-BA84-87BE3C4B8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346"/>
              <a:ext cx="102" cy="90"/>
            </a:xfrm>
            <a:custGeom>
              <a:avLst/>
              <a:gdLst>
                <a:gd name="T0" fmla="*/ 0 w 41"/>
                <a:gd name="T1" fmla="*/ 349 h 34"/>
                <a:gd name="T2" fmla="*/ 619 w 41"/>
                <a:gd name="T3" fmla="*/ 0 h 34"/>
                <a:gd name="T4" fmla="*/ 619 w 41"/>
                <a:gd name="T5" fmla="*/ 169 h 34"/>
                <a:gd name="T6" fmla="*/ 0 w 41"/>
                <a:gd name="T7" fmla="*/ 630 h 34"/>
                <a:gd name="T8" fmla="*/ 259 w 41"/>
                <a:gd name="T9" fmla="*/ 463 h 34"/>
                <a:gd name="T10" fmla="*/ 0 w 41"/>
                <a:gd name="T11" fmla="*/ 34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4">
                  <a:moveTo>
                    <a:pt x="0" y="19"/>
                  </a:moveTo>
                  <a:cubicBezTo>
                    <a:pt x="9" y="19"/>
                    <a:pt x="27" y="17"/>
                    <a:pt x="40" y="0"/>
                  </a:cubicBezTo>
                  <a:cubicBezTo>
                    <a:pt x="40" y="0"/>
                    <a:pt x="41" y="4"/>
                    <a:pt x="40" y="9"/>
                  </a:cubicBezTo>
                  <a:cubicBezTo>
                    <a:pt x="38" y="15"/>
                    <a:pt x="26" y="34"/>
                    <a:pt x="0" y="34"/>
                  </a:cubicBezTo>
                  <a:cubicBezTo>
                    <a:pt x="7" y="34"/>
                    <a:pt x="17" y="29"/>
                    <a:pt x="17" y="25"/>
                  </a:cubicBezTo>
                  <a:cubicBezTo>
                    <a:pt x="17" y="20"/>
                    <a:pt x="4" y="24"/>
                    <a:pt x="0" y="19"/>
                  </a:cubicBezTo>
                  <a:close/>
                </a:path>
              </a:pathLst>
            </a:custGeom>
            <a:solidFill>
              <a:srgbClr val="A7D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98">
              <a:extLst>
                <a:ext uri="{FF2B5EF4-FFF2-40B4-BE49-F238E27FC236}">
                  <a16:creationId xmlns:a16="http://schemas.microsoft.com/office/drawing/2014/main" id="{2869C8A7-B9FD-4874-BD1E-A5585D172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354"/>
              <a:ext cx="53" cy="55"/>
            </a:xfrm>
            <a:custGeom>
              <a:avLst/>
              <a:gdLst>
                <a:gd name="T0" fmla="*/ 20 w 21"/>
                <a:gd name="T1" fmla="*/ 0 h 21"/>
                <a:gd name="T2" fmla="*/ 126 w 21"/>
                <a:gd name="T3" fmla="*/ 377 h 21"/>
                <a:gd name="T4" fmla="*/ 96 w 21"/>
                <a:gd name="T5" fmla="*/ 178 h 21"/>
                <a:gd name="T6" fmla="*/ 338 w 21"/>
                <a:gd name="T7" fmla="*/ 254 h 21"/>
                <a:gd name="T8" fmla="*/ 20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" y="0"/>
                  </a:moveTo>
                  <a:cubicBezTo>
                    <a:pt x="1" y="2"/>
                    <a:pt x="0" y="14"/>
                    <a:pt x="8" y="21"/>
                  </a:cubicBezTo>
                  <a:cubicBezTo>
                    <a:pt x="4" y="13"/>
                    <a:pt x="4" y="10"/>
                    <a:pt x="6" y="10"/>
                  </a:cubicBezTo>
                  <a:cubicBezTo>
                    <a:pt x="9" y="10"/>
                    <a:pt x="13" y="13"/>
                    <a:pt x="21" y="14"/>
                  </a:cubicBezTo>
                  <a:cubicBezTo>
                    <a:pt x="14" y="12"/>
                    <a:pt x="3" y="5"/>
                    <a:pt x="1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99">
              <a:extLst>
                <a:ext uri="{FF2B5EF4-FFF2-40B4-BE49-F238E27FC236}">
                  <a16:creationId xmlns:a16="http://schemas.microsoft.com/office/drawing/2014/main" id="{DC85E895-9FF8-4870-9673-0675176E6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127"/>
              <a:ext cx="511" cy="402"/>
            </a:xfrm>
            <a:custGeom>
              <a:avLst/>
              <a:gdLst>
                <a:gd name="T0" fmla="*/ 3206 w 204"/>
                <a:gd name="T1" fmla="*/ 1374 h 151"/>
                <a:gd name="T2" fmla="*/ 3031 w 204"/>
                <a:gd name="T3" fmla="*/ 977 h 151"/>
                <a:gd name="T4" fmla="*/ 3031 w 204"/>
                <a:gd name="T5" fmla="*/ 0 h 151"/>
                <a:gd name="T6" fmla="*/ 1400 w 204"/>
                <a:gd name="T7" fmla="*/ 849 h 151"/>
                <a:gd name="T8" fmla="*/ 95 w 204"/>
                <a:gd name="T9" fmla="*/ 397 h 151"/>
                <a:gd name="T10" fmla="*/ 0 w 204"/>
                <a:gd name="T11" fmla="*/ 205 h 151"/>
                <a:gd name="T12" fmla="*/ 0 w 204"/>
                <a:gd name="T13" fmla="*/ 397 h 151"/>
                <a:gd name="T14" fmla="*/ 847 w 204"/>
                <a:gd name="T15" fmla="*/ 1036 h 151"/>
                <a:gd name="T16" fmla="*/ 2422 w 204"/>
                <a:gd name="T17" fmla="*/ 887 h 151"/>
                <a:gd name="T18" fmla="*/ 2831 w 204"/>
                <a:gd name="T19" fmla="*/ 921 h 151"/>
                <a:gd name="T20" fmla="*/ 1638 w 204"/>
                <a:gd name="T21" fmla="*/ 1645 h 151"/>
                <a:gd name="T22" fmla="*/ 158 w 204"/>
                <a:gd name="T23" fmla="*/ 1374 h 151"/>
                <a:gd name="T24" fmla="*/ 1889 w 204"/>
                <a:gd name="T25" fmla="*/ 1773 h 151"/>
                <a:gd name="T26" fmla="*/ 2873 w 204"/>
                <a:gd name="T27" fmla="*/ 1190 h 151"/>
                <a:gd name="T28" fmla="*/ 2923 w 204"/>
                <a:gd name="T29" fmla="*/ 1714 h 151"/>
                <a:gd name="T30" fmla="*/ 1638 w 204"/>
                <a:gd name="T31" fmla="*/ 2644 h 151"/>
                <a:gd name="T32" fmla="*/ 20 w 204"/>
                <a:gd name="T33" fmla="*/ 2170 h 151"/>
                <a:gd name="T34" fmla="*/ 63 w 204"/>
                <a:gd name="T35" fmla="*/ 2260 h 151"/>
                <a:gd name="T36" fmla="*/ 1380 w 204"/>
                <a:gd name="T37" fmla="*/ 2849 h 151"/>
                <a:gd name="T38" fmla="*/ 3206 w 204"/>
                <a:gd name="T39" fmla="*/ 1374 h 1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4" h="151">
                  <a:moveTo>
                    <a:pt x="204" y="73"/>
                  </a:moveTo>
                  <a:cubicBezTo>
                    <a:pt x="193" y="52"/>
                    <a:pt x="193" y="52"/>
                    <a:pt x="193" y="52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75" y="31"/>
                    <a:pt x="136" y="45"/>
                    <a:pt x="89" y="45"/>
                  </a:cubicBezTo>
                  <a:cubicBezTo>
                    <a:pt x="55" y="45"/>
                    <a:pt x="25" y="43"/>
                    <a:pt x="6" y="21"/>
                  </a:cubicBezTo>
                  <a:cubicBezTo>
                    <a:pt x="4" y="18"/>
                    <a:pt x="2" y="15"/>
                    <a:pt x="0" y="1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8" y="35"/>
                    <a:pt x="22" y="51"/>
                    <a:pt x="54" y="55"/>
                  </a:cubicBezTo>
                  <a:cubicBezTo>
                    <a:pt x="86" y="59"/>
                    <a:pt x="132" y="58"/>
                    <a:pt x="154" y="47"/>
                  </a:cubicBezTo>
                  <a:cubicBezTo>
                    <a:pt x="177" y="35"/>
                    <a:pt x="178" y="40"/>
                    <a:pt x="180" y="49"/>
                  </a:cubicBezTo>
                  <a:cubicBezTo>
                    <a:pt x="182" y="57"/>
                    <a:pt x="149" y="85"/>
                    <a:pt x="104" y="87"/>
                  </a:cubicBezTo>
                  <a:cubicBezTo>
                    <a:pt x="58" y="89"/>
                    <a:pt x="28" y="85"/>
                    <a:pt x="10" y="73"/>
                  </a:cubicBezTo>
                  <a:cubicBezTo>
                    <a:pt x="26" y="84"/>
                    <a:pt x="64" y="105"/>
                    <a:pt x="120" y="94"/>
                  </a:cubicBezTo>
                  <a:cubicBezTo>
                    <a:pt x="176" y="83"/>
                    <a:pt x="178" y="67"/>
                    <a:pt x="183" y="63"/>
                  </a:cubicBezTo>
                  <a:cubicBezTo>
                    <a:pt x="188" y="58"/>
                    <a:pt x="192" y="77"/>
                    <a:pt x="186" y="91"/>
                  </a:cubicBezTo>
                  <a:cubicBezTo>
                    <a:pt x="179" y="104"/>
                    <a:pt x="156" y="134"/>
                    <a:pt x="104" y="140"/>
                  </a:cubicBezTo>
                  <a:cubicBezTo>
                    <a:pt x="53" y="146"/>
                    <a:pt x="11" y="127"/>
                    <a:pt x="1" y="115"/>
                  </a:cubicBezTo>
                  <a:cubicBezTo>
                    <a:pt x="2" y="117"/>
                    <a:pt x="3" y="119"/>
                    <a:pt x="4" y="120"/>
                  </a:cubicBezTo>
                  <a:cubicBezTo>
                    <a:pt x="23" y="142"/>
                    <a:pt x="54" y="151"/>
                    <a:pt x="88" y="151"/>
                  </a:cubicBezTo>
                  <a:cubicBezTo>
                    <a:pt x="147" y="151"/>
                    <a:pt x="193" y="122"/>
                    <a:pt x="204" y="73"/>
                  </a:cubicBezTo>
                  <a:close/>
                </a:path>
              </a:pathLst>
            </a:custGeom>
            <a:solidFill>
              <a:srgbClr val="B9D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100">
              <a:extLst>
                <a:ext uri="{FF2B5EF4-FFF2-40B4-BE49-F238E27FC236}">
                  <a16:creationId xmlns:a16="http://schemas.microsoft.com/office/drawing/2014/main" id="{00C52572-89A9-441A-AD12-C90C94204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337"/>
              <a:ext cx="373" cy="123"/>
            </a:xfrm>
            <a:custGeom>
              <a:avLst/>
              <a:gdLst>
                <a:gd name="T0" fmla="*/ 2338 w 149"/>
                <a:gd name="T1" fmla="*/ 0 h 46"/>
                <a:gd name="T2" fmla="*/ 0 w 149"/>
                <a:gd name="T3" fmla="*/ 209 h 46"/>
                <a:gd name="T4" fmla="*/ 2338 w 14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46">
                  <a:moveTo>
                    <a:pt x="149" y="0"/>
                  </a:moveTo>
                  <a:cubicBezTo>
                    <a:pt x="107" y="34"/>
                    <a:pt x="19" y="25"/>
                    <a:pt x="0" y="11"/>
                  </a:cubicBezTo>
                  <a:cubicBezTo>
                    <a:pt x="30" y="30"/>
                    <a:pt x="93" y="46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101">
              <a:extLst>
                <a:ext uri="{FF2B5EF4-FFF2-40B4-BE49-F238E27FC236}">
                  <a16:creationId xmlns:a16="http://schemas.microsoft.com/office/drawing/2014/main" id="{3E022AC6-3A4F-4444-BD15-FC32DA334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156"/>
              <a:ext cx="207" cy="174"/>
            </a:xfrm>
            <a:custGeom>
              <a:avLst/>
              <a:gdLst>
                <a:gd name="T0" fmla="*/ 30 w 83"/>
                <a:gd name="T1" fmla="*/ 559 h 65"/>
                <a:gd name="T2" fmla="*/ 105 w 83"/>
                <a:gd name="T3" fmla="*/ 996 h 65"/>
                <a:gd name="T4" fmla="*/ 591 w 83"/>
                <a:gd name="T5" fmla="*/ 1247 h 65"/>
                <a:gd name="T6" fmla="*/ 1257 w 83"/>
                <a:gd name="T7" fmla="*/ 675 h 65"/>
                <a:gd name="T8" fmla="*/ 1162 w 83"/>
                <a:gd name="T9" fmla="*/ 265 h 65"/>
                <a:gd name="T10" fmla="*/ 696 w 83"/>
                <a:gd name="T11" fmla="*/ 0 h 65"/>
                <a:gd name="T12" fmla="*/ 30 w 83"/>
                <a:gd name="T13" fmla="*/ 559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65">
                  <a:moveTo>
                    <a:pt x="2" y="29"/>
                  </a:moveTo>
                  <a:cubicBezTo>
                    <a:pt x="0" y="38"/>
                    <a:pt x="3" y="47"/>
                    <a:pt x="7" y="52"/>
                  </a:cubicBezTo>
                  <a:cubicBezTo>
                    <a:pt x="14" y="61"/>
                    <a:pt x="26" y="65"/>
                    <a:pt x="38" y="65"/>
                  </a:cubicBezTo>
                  <a:cubicBezTo>
                    <a:pt x="60" y="65"/>
                    <a:pt x="77" y="53"/>
                    <a:pt x="81" y="35"/>
                  </a:cubicBezTo>
                  <a:cubicBezTo>
                    <a:pt x="83" y="28"/>
                    <a:pt x="81" y="20"/>
                    <a:pt x="75" y="14"/>
                  </a:cubicBezTo>
                  <a:cubicBezTo>
                    <a:pt x="69" y="5"/>
                    <a:pt x="57" y="0"/>
                    <a:pt x="45" y="0"/>
                  </a:cubicBezTo>
                  <a:cubicBezTo>
                    <a:pt x="23" y="0"/>
                    <a:pt x="6" y="10"/>
                    <a:pt x="2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102">
              <a:extLst>
                <a:ext uri="{FF2B5EF4-FFF2-40B4-BE49-F238E27FC236}">
                  <a16:creationId xmlns:a16="http://schemas.microsoft.com/office/drawing/2014/main" id="{E943B0A6-06DC-4E99-A7CC-901274818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548"/>
              <a:ext cx="541" cy="208"/>
            </a:xfrm>
            <a:custGeom>
              <a:avLst/>
              <a:gdLst>
                <a:gd name="T0" fmla="*/ 0 w 216"/>
                <a:gd name="T1" fmla="*/ 248 h 78"/>
                <a:gd name="T2" fmla="*/ 238 w 216"/>
                <a:gd name="T3" fmla="*/ 888 h 78"/>
                <a:gd name="T4" fmla="*/ 1568 w 216"/>
                <a:gd name="T5" fmla="*/ 1480 h 78"/>
                <a:gd name="T6" fmla="*/ 3394 w 216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78">
                  <a:moveTo>
                    <a:pt x="0" y="13"/>
                  </a:moveTo>
                  <a:cubicBezTo>
                    <a:pt x="2" y="26"/>
                    <a:pt x="8" y="38"/>
                    <a:pt x="15" y="47"/>
                  </a:cubicBezTo>
                  <a:cubicBezTo>
                    <a:pt x="34" y="69"/>
                    <a:pt x="66" y="78"/>
                    <a:pt x="100" y="78"/>
                  </a:cubicBezTo>
                  <a:cubicBezTo>
                    <a:pt x="174" y="78"/>
                    <a:pt x="206" y="49"/>
                    <a:pt x="216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103">
              <a:extLst>
                <a:ext uri="{FF2B5EF4-FFF2-40B4-BE49-F238E27FC236}">
                  <a16:creationId xmlns:a16="http://schemas.microsoft.com/office/drawing/2014/main" id="{B7871134-8F0A-49B5-AF1B-2D2C62AF2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428"/>
              <a:ext cx="541" cy="208"/>
            </a:xfrm>
            <a:custGeom>
              <a:avLst/>
              <a:gdLst>
                <a:gd name="T0" fmla="*/ 0 w 216"/>
                <a:gd name="T1" fmla="*/ 248 h 78"/>
                <a:gd name="T2" fmla="*/ 238 w 216"/>
                <a:gd name="T3" fmla="*/ 875 h 78"/>
                <a:gd name="T4" fmla="*/ 1568 w 216"/>
                <a:gd name="T5" fmla="*/ 1480 h 78"/>
                <a:gd name="T6" fmla="*/ 3394 w 216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78">
                  <a:moveTo>
                    <a:pt x="0" y="13"/>
                  </a:moveTo>
                  <a:cubicBezTo>
                    <a:pt x="2" y="26"/>
                    <a:pt x="8" y="37"/>
                    <a:pt x="15" y="46"/>
                  </a:cubicBezTo>
                  <a:cubicBezTo>
                    <a:pt x="34" y="69"/>
                    <a:pt x="66" y="78"/>
                    <a:pt x="100" y="78"/>
                  </a:cubicBezTo>
                  <a:cubicBezTo>
                    <a:pt x="168" y="78"/>
                    <a:pt x="206" y="49"/>
                    <a:pt x="216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104">
              <a:extLst>
                <a:ext uri="{FF2B5EF4-FFF2-40B4-BE49-F238E27FC236}">
                  <a16:creationId xmlns:a16="http://schemas.microsoft.com/office/drawing/2014/main" id="{0735C03D-3374-4DE7-BAF4-69F7939F0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263"/>
              <a:ext cx="483" cy="122"/>
            </a:xfrm>
            <a:custGeom>
              <a:avLst/>
              <a:gdLst>
                <a:gd name="T0" fmla="*/ 0 w 193"/>
                <a:gd name="T1" fmla="*/ 191 h 46"/>
                <a:gd name="T2" fmla="*/ 50 w 193"/>
                <a:gd name="T3" fmla="*/ 260 h 46"/>
                <a:gd name="T4" fmla="*/ 1379 w 193"/>
                <a:gd name="T5" fmla="*/ 859 h 46"/>
                <a:gd name="T6" fmla="*/ 3026 w 193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46">
                  <a:moveTo>
                    <a:pt x="0" y="10"/>
                  </a:moveTo>
                  <a:cubicBezTo>
                    <a:pt x="1" y="11"/>
                    <a:pt x="2" y="13"/>
                    <a:pt x="3" y="14"/>
                  </a:cubicBezTo>
                  <a:cubicBezTo>
                    <a:pt x="22" y="37"/>
                    <a:pt x="54" y="46"/>
                    <a:pt x="88" y="46"/>
                  </a:cubicBezTo>
                  <a:cubicBezTo>
                    <a:pt x="134" y="46"/>
                    <a:pt x="173" y="32"/>
                    <a:pt x="193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105">
              <a:extLst>
                <a:ext uri="{FF2B5EF4-FFF2-40B4-BE49-F238E27FC236}">
                  <a16:creationId xmlns:a16="http://schemas.microsoft.com/office/drawing/2014/main" id="{17940E3E-61B0-43F8-AB1E-87CEA9F06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927"/>
              <a:ext cx="541" cy="200"/>
            </a:xfrm>
            <a:custGeom>
              <a:avLst/>
              <a:gdLst>
                <a:gd name="T0" fmla="*/ 0 w 216"/>
                <a:gd name="T1" fmla="*/ 264 h 75"/>
                <a:gd name="T2" fmla="*/ 238 w 216"/>
                <a:gd name="T3" fmla="*/ 888 h 75"/>
                <a:gd name="T4" fmla="*/ 1568 w 216"/>
                <a:gd name="T5" fmla="*/ 1421 h 75"/>
                <a:gd name="T6" fmla="*/ 3394 w 216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75">
                  <a:moveTo>
                    <a:pt x="0" y="14"/>
                  </a:moveTo>
                  <a:cubicBezTo>
                    <a:pt x="2" y="26"/>
                    <a:pt x="8" y="38"/>
                    <a:pt x="15" y="47"/>
                  </a:cubicBezTo>
                  <a:cubicBezTo>
                    <a:pt x="34" y="69"/>
                    <a:pt x="66" y="75"/>
                    <a:pt x="100" y="75"/>
                  </a:cubicBezTo>
                  <a:cubicBezTo>
                    <a:pt x="159" y="75"/>
                    <a:pt x="206" y="49"/>
                    <a:pt x="216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106">
              <a:extLst>
                <a:ext uri="{FF2B5EF4-FFF2-40B4-BE49-F238E27FC236}">
                  <a16:creationId xmlns:a16="http://schemas.microsoft.com/office/drawing/2014/main" id="{2AF90EDC-7529-43D6-8B39-A09895769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807"/>
              <a:ext cx="541" cy="200"/>
            </a:xfrm>
            <a:custGeom>
              <a:avLst/>
              <a:gdLst>
                <a:gd name="T0" fmla="*/ 0 w 216"/>
                <a:gd name="T1" fmla="*/ 248 h 75"/>
                <a:gd name="T2" fmla="*/ 238 w 216"/>
                <a:gd name="T3" fmla="*/ 875 h 75"/>
                <a:gd name="T4" fmla="*/ 1568 w 216"/>
                <a:gd name="T5" fmla="*/ 1421 h 75"/>
                <a:gd name="T6" fmla="*/ 3394 w 216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75">
                  <a:moveTo>
                    <a:pt x="0" y="13"/>
                  </a:moveTo>
                  <a:cubicBezTo>
                    <a:pt x="2" y="26"/>
                    <a:pt x="8" y="37"/>
                    <a:pt x="15" y="46"/>
                  </a:cubicBezTo>
                  <a:cubicBezTo>
                    <a:pt x="34" y="69"/>
                    <a:pt x="66" y="75"/>
                    <a:pt x="100" y="75"/>
                  </a:cubicBezTo>
                  <a:cubicBezTo>
                    <a:pt x="159" y="75"/>
                    <a:pt x="206" y="49"/>
                    <a:pt x="216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107">
              <a:extLst>
                <a:ext uri="{FF2B5EF4-FFF2-40B4-BE49-F238E27FC236}">
                  <a16:creationId xmlns:a16="http://schemas.microsoft.com/office/drawing/2014/main" id="{97FA6C7A-12EB-4BD9-91E0-335637CF1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03"/>
              <a:ext cx="543" cy="544"/>
            </a:xfrm>
            <a:custGeom>
              <a:avLst/>
              <a:gdLst>
                <a:gd name="T0" fmla="*/ 1566 w 217"/>
                <a:gd name="T1" fmla="*/ 1400 h 204"/>
                <a:gd name="T2" fmla="*/ 238 w 217"/>
                <a:gd name="T3" fmla="*/ 875 h 204"/>
                <a:gd name="T4" fmla="*/ 0 w 217"/>
                <a:gd name="T5" fmla="*/ 205 h 204"/>
                <a:gd name="T6" fmla="*/ 0 w 217"/>
                <a:gd name="T7" fmla="*/ 205 h 204"/>
                <a:gd name="T8" fmla="*/ 0 w 217"/>
                <a:gd name="T9" fmla="*/ 2504 h 204"/>
                <a:gd name="T10" fmla="*/ 283 w 217"/>
                <a:gd name="T11" fmla="*/ 3413 h 204"/>
                <a:gd name="T12" fmla="*/ 1584 w 217"/>
                <a:gd name="T13" fmla="*/ 3869 h 204"/>
                <a:gd name="T14" fmla="*/ 3368 w 217"/>
                <a:gd name="T15" fmla="*/ 2539 h 204"/>
                <a:gd name="T16" fmla="*/ 3401 w 217"/>
                <a:gd name="T17" fmla="*/ 2240 h 204"/>
                <a:gd name="T18" fmla="*/ 3401 w 217"/>
                <a:gd name="T19" fmla="*/ 0 h 204"/>
                <a:gd name="T20" fmla="*/ 3381 w 217"/>
                <a:gd name="T21" fmla="*/ 0 h 204"/>
                <a:gd name="T22" fmla="*/ 1566 w 217"/>
                <a:gd name="T23" fmla="*/ 1400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7" h="204">
                  <a:moveTo>
                    <a:pt x="100" y="74"/>
                  </a:moveTo>
                  <a:cubicBezTo>
                    <a:pt x="66" y="74"/>
                    <a:pt x="34" y="68"/>
                    <a:pt x="15" y="46"/>
                  </a:cubicBezTo>
                  <a:cubicBezTo>
                    <a:pt x="7" y="36"/>
                    <a:pt x="2" y="24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49"/>
                    <a:pt x="8" y="167"/>
                    <a:pt x="18" y="180"/>
                  </a:cubicBezTo>
                  <a:cubicBezTo>
                    <a:pt x="37" y="202"/>
                    <a:pt x="67" y="204"/>
                    <a:pt x="101" y="204"/>
                  </a:cubicBezTo>
                  <a:cubicBezTo>
                    <a:pt x="159" y="204"/>
                    <a:pt x="205" y="182"/>
                    <a:pt x="215" y="134"/>
                  </a:cubicBezTo>
                  <a:cubicBezTo>
                    <a:pt x="216" y="129"/>
                    <a:pt x="217" y="123"/>
                    <a:pt x="217" y="118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05" y="49"/>
                    <a:pt x="159" y="74"/>
                    <a:pt x="100" y="7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108">
              <a:extLst>
                <a:ext uri="{FF2B5EF4-FFF2-40B4-BE49-F238E27FC236}">
                  <a16:creationId xmlns:a16="http://schemas.microsoft.com/office/drawing/2014/main" id="{7A9DCA3C-AF1D-4D35-9AB0-025982C09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242"/>
              <a:ext cx="203" cy="146"/>
            </a:xfrm>
            <a:custGeom>
              <a:avLst/>
              <a:gdLst>
                <a:gd name="T0" fmla="*/ 1256 w 81"/>
                <a:gd name="T1" fmla="*/ 374 h 55"/>
                <a:gd name="T2" fmla="*/ 1256 w 81"/>
                <a:gd name="T3" fmla="*/ 337 h 55"/>
                <a:gd name="T4" fmla="*/ 1256 w 81"/>
                <a:gd name="T5" fmla="*/ 0 h 55"/>
                <a:gd name="T6" fmla="*/ 1256 w 81"/>
                <a:gd name="T7" fmla="*/ 0 h 55"/>
                <a:gd name="T8" fmla="*/ 1256 w 81"/>
                <a:gd name="T9" fmla="*/ 56 h 55"/>
                <a:gd name="T10" fmla="*/ 584 w 81"/>
                <a:gd name="T11" fmla="*/ 621 h 55"/>
                <a:gd name="T12" fmla="*/ 95 w 81"/>
                <a:gd name="T13" fmla="*/ 374 h 55"/>
                <a:gd name="T14" fmla="*/ 0 w 81"/>
                <a:gd name="T15" fmla="*/ 56 h 55"/>
                <a:gd name="T16" fmla="*/ 0 w 81"/>
                <a:gd name="T17" fmla="*/ 56 h 55"/>
                <a:gd name="T18" fmla="*/ 0 w 81"/>
                <a:gd name="T19" fmla="*/ 465 h 55"/>
                <a:gd name="T20" fmla="*/ 0 w 81"/>
                <a:gd name="T21" fmla="*/ 465 h 55"/>
                <a:gd name="T22" fmla="*/ 95 w 81"/>
                <a:gd name="T23" fmla="*/ 783 h 55"/>
                <a:gd name="T24" fmla="*/ 584 w 81"/>
                <a:gd name="T25" fmla="*/ 1030 h 55"/>
                <a:gd name="T26" fmla="*/ 1256 w 81"/>
                <a:gd name="T27" fmla="*/ 451 h 55"/>
                <a:gd name="T28" fmla="*/ 1276 w 81"/>
                <a:gd name="T29" fmla="*/ 409 h 55"/>
                <a:gd name="T30" fmla="*/ 1256 w 81"/>
                <a:gd name="T31" fmla="*/ 409 h 55"/>
                <a:gd name="T32" fmla="*/ 1256 w 81"/>
                <a:gd name="T33" fmla="*/ 374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1" h="55">
                  <a:moveTo>
                    <a:pt x="80" y="20"/>
                  </a:moveTo>
                  <a:cubicBezTo>
                    <a:pt x="81" y="20"/>
                    <a:pt x="81" y="19"/>
                    <a:pt x="80" y="18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1"/>
                    <a:pt x="80" y="2"/>
                    <a:pt x="80" y="3"/>
                  </a:cubicBezTo>
                  <a:cubicBezTo>
                    <a:pt x="76" y="21"/>
                    <a:pt x="59" y="33"/>
                    <a:pt x="37" y="33"/>
                  </a:cubicBezTo>
                  <a:cubicBezTo>
                    <a:pt x="25" y="33"/>
                    <a:pt x="13" y="29"/>
                    <a:pt x="6" y="20"/>
                  </a:cubicBezTo>
                  <a:cubicBezTo>
                    <a:pt x="3" y="16"/>
                    <a:pt x="0" y="9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1"/>
                    <a:pt x="3" y="37"/>
                    <a:pt x="6" y="42"/>
                  </a:cubicBezTo>
                  <a:cubicBezTo>
                    <a:pt x="13" y="50"/>
                    <a:pt x="25" y="55"/>
                    <a:pt x="37" y="55"/>
                  </a:cubicBezTo>
                  <a:cubicBezTo>
                    <a:pt x="59" y="55"/>
                    <a:pt x="76" y="42"/>
                    <a:pt x="80" y="24"/>
                  </a:cubicBezTo>
                  <a:cubicBezTo>
                    <a:pt x="80" y="24"/>
                    <a:pt x="80" y="23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2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109">
              <a:extLst>
                <a:ext uri="{FF2B5EF4-FFF2-40B4-BE49-F238E27FC236}">
                  <a16:creationId xmlns:a16="http://schemas.microsoft.com/office/drawing/2014/main" id="{8E659B03-C422-4AF8-9F4C-2D73D39BA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300"/>
              <a:ext cx="203" cy="141"/>
            </a:xfrm>
            <a:custGeom>
              <a:avLst/>
              <a:gdLst>
                <a:gd name="T0" fmla="*/ 1256 w 81"/>
                <a:gd name="T1" fmla="*/ 396 h 53"/>
                <a:gd name="T2" fmla="*/ 1256 w 81"/>
                <a:gd name="T3" fmla="*/ 362 h 53"/>
                <a:gd name="T4" fmla="*/ 1256 w 81"/>
                <a:gd name="T5" fmla="*/ 319 h 53"/>
                <a:gd name="T6" fmla="*/ 1256 w 81"/>
                <a:gd name="T7" fmla="*/ 0 h 53"/>
                <a:gd name="T8" fmla="*/ 1256 w 81"/>
                <a:gd name="T9" fmla="*/ 35 h 53"/>
                <a:gd name="T10" fmla="*/ 584 w 81"/>
                <a:gd name="T11" fmla="*/ 623 h 53"/>
                <a:gd name="T12" fmla="*/ 95 w 81"/>
                <a:gd name="T13" fmla="*/ 375 h 53"/>
                <a:gd name="T14" fmla="*/ 0 w 81"/>
                <a:gd name="T15" fmla="*/ 56 h 53"/>
                <a:gd name="T16" fmla="*/ 0 w 81"/>
                <a:gd name="T17" fmla="*/ 56 h 53"/>
                <a:gd name="T18" fmla="*/ 0 w 81"/>
                <a:gd name="T19" fmla="*/ 431 h 53"/>
                <a:gd name="T20" fmla="*/ 0 w 81"/>
                <a:gd name="T21" fmla="*/ 431 h 53"/>
                <a:gd name="T22" fmla="*/ 95 w 81"/>
                <a:gd name="T23" fmla="*/ 750 h 53"/>
                <a:gd name="T24" fmla="*/ 584 w 81"/>
                <a:gd name="T25" fmla="*/ 998 h 53"/>
                <a:gd name="T26" fmla="*/ 1256 w 81"/>
                <a:gd name="T27" fmla="*/ 431 h 53"/>
                <a:gd name="T28" fmla="*/ 1276 w 81"/>
                <a:gd name="T29" fmla="*/ 396 h 53"/>
                <a:gd name="T30" fmla="*/ 1256 w 81"/>
                <a:gd name="T31" fmla="*/ 396 h 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1" h="53">
                  <a:moveTo>
                    <a:pt x="80" y="21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1" y="18"/>
                    <a:pt x="81" y="17"/>
                    <a:pt x="80" y="1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1"/>
                    <a:pt x="80" y="2"/>
                    <a:pt x="80" y="2"/>
                  </a:cubicBezTo>
                  <a:cubicBezTo>
                    <a:pt x="76" y="20"/>
                    <a:pt x="59" y="33"/>
                    <a:pt x="37" y="33"/>
                  </a:cubicBezTo>
                  <a:cubicBezTo>
                    <a:pt x="25" y="33"/>
                    <a:pt x="13" y="28"/>
                    <a:pt x="6" y="20"/>
                  </a:cubicBezTo>
                  <a:cubicBezTo>
                    <a:pt x="3" y="15"/>
                    <a:pt x="0" y="9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0"/>
                    <a:pt x="3" y="36"/>
                    <a:pt x="6" y="40"/>
                  </a:cubicBezTo>
                  <a:cubicBezTo>
                    <a:pt x="13" y="48"/>
                    <a:pt x="25" y="53"/>
                    <a:pt x="37" y="53"/>
                  </a:cubicBezTo>
                  <a:cubicBezTo>
                    <a:pt x="59" y="53"/>
                    <a:pt x="76" y="41"/>
                    <a:pt x="80" y="23"/>
                  </a:cubicBezTo>
                  <a:cubicBezTo>
                    <a:pt x="80" y="22"/>
                    <a:pt x="80" y="22"/>
                    <a:pt x="81" y="21"/>
                  </a:cubicBezTo>
                  <a:cubicBezTo>
                    <a:pt x="80" y="21"/>
                    <a:pt x="80" y="21"/>
                    <a:pt x="80" y="2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Line 110">
              <a:extLst>
                <a:ext uri="{FF2B5EF4-FFF2-40B4-BE49-F238E27FC236}">
                  <a16:creationId xmlns:a16="http://schemas.microsoft.com/office/drawing/2014/main" id="{C4434663-B870-44D7-995B-22A3FDA599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6" y="1287"/>
              <a:ext cx="1" cy="56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Line 111">
              <a:extLst>
                <a:ext uri="{FF2B5EF4-FFF2-40B4-BE49-F238E27FC236}">
                  <a16:creationId xmlns:a16="http://schemas.microsoft.com/office/drawing/2014/main" id="{8209AF95-C348-48FF-9333-D9F649607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6" y="1303"/>
              <a:ext cx="1" cy="53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Line 112">
              <a:extLst>
                <a:ext uri="{FF2B5EF4-FFF2-40B4-BE49-F238E27FC236}">
                  <a16:creationId xmlns:a16="http://schemas.microsoft.com/office/drawing/2014/main" id="{466444AF-28A4-4DF3-ACDC-83AEFB8161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9" y="1314"/>
              <a:ext cx="1" cy="55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Line 113">
              <a:extLst>
                <a:ext uri="{FF2B5EF4-FFF2-40B4-BE49-F238E27FC236}">
                  <a16:creationId xmlns:a16="http://schemas.microsoft.com/office/drawing/2014/main" id="{EC0EE492-6DD9-4B42-8C6A-FDD3502AA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1" y="1322"/>
              <a:ext cx="1" cy="53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Line 114">
              <a:extLst>
                <a:ext uri="{FF2B5EF4-FFF2-40B4-BE49-F238E27FC236}">
                  <a16:creationId xmlns:a16="http://schemas.microsoft.com/office/drawing/2014/main" id="{CA1D21A8-73BB-4FB3-AFF8-11DEE45678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1324"/>
              <a:ext cx="1" cy="56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Line 115">
              <a:extLst>
                <a:ext uri="{FF2B5EF4-FFF2-40B4-BE49-F238E27FC236}">
                  <a16:creationId xmlns:a16="http://schemas.microsoft.com/office/drawing/2014/main" id="{70928AAC-2CCC-4BD2-AEF1-5DE3A53E0F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" y="1330"/>
              <a:ext cx="1" cy="55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Line 116">
              <a:extLst>
                <a:ext uri="{FF2B5EF4-FFF2-40B4-BE49-F238E27FC236}">
                  <a16:creationId xmlns:a16="http://schemas.microsoft.com/office/drawing/2014/main" id="{44762EDE-882C-43D3-B474-488B34D1B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4" y="1332"/>
              <a:ext cx="1" cy="56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Line 117">
              <a:extLst>
                <a:ext uri="{FF2B5EF4-FFF2-40B4-BE49-F238E27FC236}">
                  <a16:creationId xmlns:a16="http://schemas.microsoft.com/office/drawing/2014/main" id="{B339B96E-6C63-4B46-A527-D17B573B5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6" y="1332"/>
              <a:ext cx="1" cy="53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Line 118">
              <a:extLst>
                <a:ext uri="{FF2B5EF4-FFF2-40B4-BE49-F238E27FC236}">
                  <a16:creationId xmlns:a16="http://schemas.microsoft.com/office/drawing/2014/main" id="{AA0A5848-6578-4938-9FAE-F6320F85B8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1" y="1271"/>
              <a:ext cx="1" cy="56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Line 119">
              <a:extLst>
                <a:ext uri="{FF2B5EF4-FFF2-40B4-BE49-F238E27FC236}">
                  <a16:creationId xmlns:a16="http://schemas.microsoft.com/office/drawing/2014/main" id="{81CE34EB-A4B9-4C73-BB2B-923320F27F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1290"/>
              <a:ext cx="1" cy="56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Line 120">
              <a:extLst>
                <a:ext uri="{FF2B5EF4-FFF2-40B4-BE49-F238E27FC236}">
                  <a16:creationId xmlns:a16="http://schemas.microsoft.com/office/drawing/2014/main" id="{1080D8AA-8C65-4212-9943-799B38715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6" y="1306"/>
              <a:ext cx="1" cy="56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Line 121">
              <a:extLst>
                <a:ext uri="{FF2B5EF4-FFF2-40B4-BE49-F238E27FC236}">
                  <a16:creationId xmlns:a16="http://schemas.microsoft.com/office/drawing/2014/main" id="{4AAEB060-57EC-4313-8FF0-DC76600259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1" y="1314"/>
              <a:ext cx="1" cy="55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Line 122">
              <a:extLst>
                <a:ext uri="{FF2B5EF4-FFF2-40B4-BE49-F238E27FC236}">
                  <a16:creationId xmlns:a16="http://schemas.microsoft.com/office/drawing/2014/main" id="{03DF51AA-A5E0-49C7-A6DF-7588A35F77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9" y="1322"/>
              <a:ext cx="1" cy="55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Line 123">
              <a:extLst>
                <a:ext uri="{FF2B5EF4-FFF2-40B4-BE49-F238E27FC236}">
                  <a16:creationId xmlns:a16="http://schemas.microsoft.com/office/drawing/2014/main" id="{22DD4EB9-7E35-42E1-9B2F-F8FDDFFE13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1327"/>
              <a:ext cx="1" cy="56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Line 124">
              <a:extLst>
                <a:ext uri="{FF2B5EF4-FFF2-40B4-BE49-F238E27FC236}">
                  <a16:creationId xmlns:a16="http://schemas.microsoft.com/office/drawing/2014/main" id="{1151E8EE-A27A-42B9-8465-E6B221C73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1" y="1330"/>
              <a:ext cx="1" cy="55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125">
              <a:extLst>
                <a:ext uri="{FF2B5EF4-FFF2-40B4-BE49-F238E27FC236}">
                  <a16:creationId xmlns:a16="http://schemas.microsoft.com/office/drawing/2014/main" id="{714EAEB8-9E41-418D-8761-EEDF6F9D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396"/>
              <a:ext cx="170" cy="88"/>
            </a:xfrm>
            <a:custGeom>
              <a:avLst/>
              <a:gdLst>
                <a:gd name="T0" fmla="*/ 1063 w 68"/>
                <a:gd name="T1" fmla="*/ 0 h 33"/>
                <a:gd name="T2" fmla="*/ 488 w 68"/>
                <a:gd name="T3" fmla="*/ 320 h 33"/>
                <a:gd name="T4" fmla="*/ 0 w 68"/>
                <a:gd name="T5" fmla="*/ 77 h 33"/>
                <a:gd name="T6" fmla="*/ 0 w 68"/>
                <a:gd name="T7" fmla="*/ 376 h 33"/>
                <a:gd name="T8" fmla="*/ 488 w 68"/>
                <a:gd name="T9" fmla="*/ 627 h 33"/>
                <a:gd name="T10" fmla="*/ 1063 w 68"/>
                <a:gd name="T11" fmla="*/ 285 h 33"/>
                <a:gd name="T12" fmla="*/ 1063 w 68"/>
                <a:gd name="T13" fmla="*/ 285 h 33"/>
                <a:gd name="T14" fmla="*/ 1063 w 68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33">
                  <a:moveTo>
                    <a:pt x="68" y="0"/>
                  </a:moveTo>
                  <a:cubicBezTo>
                    <a:pt x="61" y="11"/>
                    <a:pt x="47" y="17"/>
                    <a:pt x="31" y="17"/>
                  </a:cubicBezTo>
                  <a:cubicBezTo>
                    <a:pt x="19" y="17"/>
                    <a:pt x="7" y="12"/>
                    <a:pt x="0" y="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7" y="28"/>
                    <a:pt x="19" y="33"/>
                    <a:pt x="31" y="33"/>
                  </a:cubicBezTo>
                  <a:cubicBezTo>
                    <a:pt x="47" y="33"/>
                    <a:pt x="61" y="26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lnTo>
                    <a:pt x="68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126">
              <a:extLst>
                <a:ext uri="{FF2B5EF4-FFF2-40B4-BE49-F238E27FC236}">
                  <a16:creationId xmlns:a16="http://schemas.microsoft.com/office/drawing/2014/main" id="{A6C736A1-0F02-4DA4-89E0-F983099D9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44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127">
              <a:extLst>
                <a:ext uri="{FF2B5EF4-FFF2-40B4-BE49-F238E27FC236}">
                  <a16:creationId xmlns:a16="http://schemas.microsoft.com/office/drawing/2014/main" id="{61C932F0-CD17-475F-9E0E-96893DAC7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27"/>
              <a:ext cx="541" cy="402"/>
            </a:xfrm>
            <a:custGeom>
              <a:avLst/>
              <a:gdLst>
                <a:gd name="T0" fmla="*/ 3218 w 216"/>
                <a:gd name="T1" fmla="*/ 0 h 151"/>
                <a:gd name="T2" fmla="*/ 1588 w 216"/>
                <a:gd name="T3" fmla="*/ 849 h 151"/>
                <a:gd name="T4" fmla="*/ 283 w 216"/>
                <a:gd name="T5" fmla="*/ 397 h 151"/>
                <a:gd name="T6" fmla="*/ 175 w 216"/>
                <a:gd name="T7" fmla="*/ 205 h 151"/>
                <a:gd name="T8" fmla="*/ 175 w 216"/>
                <a:gd name="T9" fmla="*/ 205 h 151"/>
                <a:gd name="T10" fmla="*/ 175 w 216"/>
                <a:gd name="T11" fmla="*/ 1169 h 151"/>
                <a:gd name="T12" fmla="*/ 0 w 216"/>
                <a:gd name="T13" fmla="*/ 1603 h 151"/>
                <a:gd name="T14" fmla="*/ 238 w 216"/>
                <a:gd name="T15" fmla="*/ 2260 h 151"/>
                <a:gd name="T16" fmla="*/ 1568 w 216"/>
                <a:gd name="T17" fmla="*/ 2849 h 151"/>
                <a:gd name="T18" fmla="*/ 3394 w 216"/>
                <a:gd name="T19" fmla="*/ 1374 h 151"/>
                <a:gd name="T20" fmla="*/ 3218 w 216"/>
                <a:gd name="T21" fmla="*/ 977 h 151"/>
                <a:gd name="T22" fmla="*/ 3218 w 216"/>
                <a:gd name="T23" fmla="*/ 0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151">
                  <a:moveTo>
                    <a:pt x="205" y="0"/>
                  </a:moveTo>
                  <a:cubicBezTo>
                    <a:pt x="187" y="31"/>
                    <a:pt x="148" y="45"/>
                    <a:pt x="101" y="45"/>
                  </a:cubicBezTo>
                  <a:cubicBezTo>
                    <a:pt x="67" y="45"/>
                    <a:pt x="37" y="43"/>
                    <a:pt x="18" y="21"/>
                  </a:cubicBezTo>
                  <a:cubicBezTo>
                    <a:pt x="16" y="18"/>
                    <a:pt x="14" y="14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2" y="98"/>
                    <a:pt x="7" y="110"/>
                    <a:pt x="15" y="120"/>
                  </a:cubicBezTo>
                  <a:cubicBezTo>
                    <a:pt x="34" y="142"/>
                    <a:pt x="66" y="151"/>
                    <a:pt x="100" y="151"/>
                  </a:cubicBezTo>
                  <a:cubicBezTo>
                    <a:pt x="159" y="151"/>
                    <a:pt x="205" y="122"/>
                    <a:pt x="216" y="73"/>
                  </a:cubicBezTo>
                  <a:cubicBezTo>
                    <a:pt x="205" y="52"/>
                    <a:pt x="205" y="52"/>
                    <a:pt x="205" y="52"/>
                  </a:cubicBezTo>
                  <a:lnTo>
                    <a:pt x="205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Rectangle 128">
              <a:extLst>
                <a:ext uri="{FF2B5EF4-FFF2-40B4-BE49-F238E27FC236}">
                  <a16:creationId xmlns:a16="http://schemas.microsoft.com/office/drawing/2014/main" id="{43ED96FE-CCF1-4C65-8D51-CF2FFEACA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353"/>
              <a:ext cx="1" cy="1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57" name="Freeform 129">
              <a:extLst>
                <a:ext uri="{FF2B5EF4-FFF2-40B4-BE49-F238E27FC236}">
                  <a16:creationId xmlns:a16="http://schemas.microsoft.com/office/drawing/2014/main" id="{AD693CB3-C351-41A3-BDBB-5F2AB18BB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439"/>
              <a:ext cx="563" cy="464"/>
            </a:xfrm>
            <a:custGeom>
              <a:avLst/>
              <a:gdLst>
                <a:gd name="T0" fmla="*/ 3213 w 225"/>
                <a:gd name="T1" fmla="*/ 739 h 174"/>
                <a:gd name="T2" fmla="*/ 2285 w 225"/>
                <a:gd name="T3" fmla="*/ 0 h 174"/>
                <a:gd name="T4" fmla="*/ 2285 w 225"/>
                <a:gd name="T5" fmla="*/ 0 h 174"/>
                <a:gd name="T6" fmla="*/ 1709 w 225"/>
                <a:gd name="T7" fmla="*/ 320 h 174"/>
                <a:gd name="T8" fmla="*/ 1221 w 225"/>
                <a:gd name="T9" fmla="*/ 77 h 174"/>
                <a:gd name="T10" fmla="*/ 1221 w 225"/>
                <a:gd name="T11" fmla="*/ 56 h 174"/>
                <a:gd name="T12" fmla="*/ 1221 w 225"/>
                <a:gd name="T13" fmla="*/ 56 h 174"/>
                <a:gd name="T14" fmla="*/ 533 w 225"/>
                <a:gd name="T15" fmla="*/ 589 h 174"/>
                <a:gd name="T16" fmla="*/ 63 w 225"/>
                <a:gd name="T17" fmla="*/ 1571 h 174"/>
                <a:gd name="T18" fmla="*/ 300 w 225"/>
                <a:gd name="T19" fmla="*/ 2752 h 174"/>
                <a:gd name="T20" fmla="*/ 1629 w 225"/>
                <a:gd name="T21" fmla="*/ 3299 h 174"/>
                <a:gd name="T22" fmla="*/ 3443 w 225"/>
                <a:gd name="T23" fmla="*/ 1877 h 174"/>
                <a:gd name="T24" fmla="*/ 3213 w 225"/>
                <a:gd name="T25" fmla="*/ 739 h 1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174">
                  <a:moveTo>
                    <a:pt x="205" y="39"/>
                  </a:moveTo>
                  <a:cubicBezTo>
                    <a:pt x="196" y="28"/>
                    <a:pt x="146" y="0"/>
                    <a:pt x="146" y="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38" y="10"/>
                    <a:pt x="125" y="17"/>
                    <a:pt x="109" y="17"/>
                  </a:cubicBezTo>
                  <a:cubicBezTo>
                    <a:pt x="97" y="17"/>
                    <a:pt x="85" y="12"/>
                    <a:pt x="78" y="4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3"/>
                    <a:pt x="46" y="20"/>
                    <a:pt x="34" y="31"/>
                  </a:cubicBezTo>
                  <a:cubicBezTo>
                    <a:pt x="22" y="42"/>
                    <a:pt x="9" y="61"/>
                    <a:pt x="4" y="83"/>
                  </a:cubicBezTo>
                  <a:cubicBezTo>
                    <a:pt x="0" y="106"/>
                    <a:pt x="6" y="129"/>
                    <a:pt x="19" y="145"/>
                  </a:cubicBezTo>
                  <a:cubicBezTo>
                    <a:pt x="38" y="168"/>
                    <a:pt x="70" y="174"/>
                    <a:pt x="104" y="174"/>
                  </a:cubicBezTo>
                  <a:cubicBezTo>
                    <a:pt x="163" y="174"/>
                    <a:pt x="210" y="148"/>
                    <a:pt x="220" y="99"/>
                  </a:cubicBezTo>
                  <a:cubicBezTo>
                    <a:pt x="225" y="78"/>
                    <a:pt x="220" y="57"/>
                    <a:pt x="205" y="3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130">
              <a:extLst>
                <a:ext uri="{FF2B5EF4-FFF2-40B4-BE49-F238E27FC236}">
                  <a16:creationId xmlns:a16="http://schemas.microsoft.com/office/drawing/2014/main" id="{53FF115E-E1D3-4F56-8AFE-D216F3B95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663"/>
              <a:ext cx="543" cy="208"/>
            </a:xfrm>
            <a:custGeom>
              <a:avLst/>
              <a:gdLst>
                <a:gd name="T0" fmla="*/ 0 w 217"/>
                <a:gd name="T1" fmla="*/ 136 h 78"/>
                <a:gd name="T2" fmla="*/ 250 w 217"/>
                <a:gd name="T3" fmla="*/ 875 h 78"/>
                <a:gd name="T4" fmla="*/ 1554 w 217"/>
                <a:gd name="T5" fmla="*/ 1480 h 78"/>
                <a:gd name="T6" fmla="*/ 3401 w 217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7" h="78">
                  <a:moveTo>
                    <a:pt x="0" y="7"/>
                  </a:moveTo>
                  <a:cubicBezTo>
                    <a:pt x="1" y="19"/>
                    <a:pt x="9" y="37"/>
                    <a:pt x="16" y="46"/>
                  </a:cubicBezTo>
                  <a:cubicBezTo>
                    <a:pt x="35" y="69"/>
                    <a:pt x="65" y="78"/>
                    <a:pt x="99" y="78"/>
                  </a:cubicBezTo>
                  <a:cubicBezTo>
                    <a:pt x="170" y="78"/>
                    <a:pt x="207" y="54"/>
                    <a:pt x="217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131">
              <a:extLst>
                <a:ext uri="{FF2B5EF4-FFF2-40B4-BE49-F238E27FC236}">
                  <a16:creationId xmlns:a16="http://schemas.microsoft.com/office/drawing/2014/main" id="{925A95B7-13F7-44C3-B789-A13D1759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745"/>
              <a:ext cx="541" cy="222"/>
            </a:xfrm>
            <a:custGeom>
              <a:avLst/>
              <a:gdLst>
                <a:gd name="T0" fmla="*/ 0 w 216"/>
                <a:gd name="T1" fmla="*/ 171 h 83"/>
                <a:gd name="T2" fmla="*/ 271 w 216"/>
                <a:gd name="T3" fmla="*/ 958 h 83"/>
                <a:gd name="T4" fmla="*/ 1555 w 216"/>
                <a:gd name="T5" fmla="*/ 1589 h 83"/>
                <a:gd name="T6" fmla="*/ 3344 w 216"/>
                <a:gd name="T7" fmla="*/ 342 h 83"/>
                <a:gd name="T8" fmla="*/ 3394 w 216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83">
                  <a:moveTo>
                    <a:pt x="0" y="9"/>
                  </a:moveTo>
                  <a:cubicBezTo>
                    <a:pt x="1" y="23"/>
                    <a:pt x="8" y="41"/>
                    <a:pt x="17" y="50"/>
                  </a:cubicBezTo>
                  <a:cubicBezTo>
                    <a:pt x="35" y="73"/>
                    <a:pt x="65" y="83"/>
                    <a:pt x="99" y="83"/>
                  </a:cubicBezTo>
                  <a:cubicBezTo>
                    <a:pt x="164" y="83"/>
                    <a:pt x="199" y="61"/>
                    <a:pt x="213" y="18"/>
                  </a:cubicBezTo>
                  <a:cubicBezTo>
                    <a:pt x="214" y="12"/>
                    <a:pt x="216" y="6"/>
                    <a:pt x="216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132">
              <a:extLst>
                <a:ext uri="{FF2B5EF4-FFF2-40B4-BE49-F238E27FC236}">
                  <a16:creationId xmlns:a16="http://schemas.microsoft.com/office/drawing/2014/main" id="{E1AF332C-AF93-4319-B90A-8FECE1FE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831"/>
              <a:ext cx="541" cy="232"/>
            </a:xfrm>
            <a:custGeom>
              <a:avLst/>
              <a:gdLst>
                <a:gd name="T0" fmla="*/ 0 w 216"/>
                <a:gd name="T1" fmla="*/ 205 h 87"/>
                <a:gd name="T2" fmla="*/ 271 w 216"/>
                <a:gd name="T3" fmla="*/ 1024 h 87"/>
                <a:gd name="T4" fmla="*/ 1568 w 216"/>
                <a:gd name="T5" fmla="*/ 1651 h 87"/>
                <a:gd name="T6" fmla="*/ 3344 w 216"/>
                <a:gd name="T7" fmla="*/ 341 h 87"/>
                <a:gd name="T8" fmla="*/ 3394 w 216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87">
                  <a:moveTo>
                    <a:pt x="0" y="11"/>
                  </a:moveTo>
                  <a:cubicBezTo>
                    <a:pt x="1" y="25"/>
                    <a:pt x="8" y="43"/>
                    <a:pt x="17" y="54"/>
                  </a:cubicBezTo>
                  <a:cubicBezTo>
                    <a:pt x="35" y="76"/>
                    <a:pt x="65" y="87"/>
                    <a:pt x="100" y="87"/>
                  </a:cubicBezTo>
                  <a:cubicBezTo>
                    <a:pt x="166" y="87"/>
                    <a:pt x="201" y="62"/>
                    <a:pt x="213" y="18"/>
                  </a:cubicBezTo>
                  <a:cubicBezTo>
                    <a:pt x="215" y="13"/>
                    <a:pt x="216" y="6"/>
                    <a:pt x="216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133">
              <a:extLst>
                <a:ext uri="{FF2B5EF4-FFF2-40B4-BE49-F238E27FC236}">
                  <a16:creationId xmlns:a16="http://schemas.microsoft.com/office/drawing/2014/main" id="{E60BDA97-E697-4798-B917-65F6E0E9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919"/>
              <a:ext cx="543" cy="237"/>
            </a:xfrm>
            <a:custGeom>
              <a:avLst/>
              <a:gdLst>
                <a:gd name="T0" fmla="*/ 0 w 217"/>
                <a:gd name="T1" fmla="*/ 205 h 89"/>
                <a:gd name="T2" fmla="*/ 270 w 217"/>
                <a:gd name="T3" fmla="*/ 1057 h 89"/>
                <a:gd name="T4" fmla="*/ 1566 w 217"/>
                <a:gd name="T5" fmla="*/ 1680 h 89"/>
                <a:gd name="T6" fmla="*/ 3351 w 217"/>
                <a:gd name="T7" fmla="*/ 341 h 89"/>
                <a:gd name="T8" fmla="*/ 3401 w 217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89">
                  <a:moveTo>
                    <a:pt x="0" y="11"/>
                  </a:moveTo>
                  <a:cubicBezTo>
                    <a:pt x="0" y="26"/>
                    <a:pt x="8" y="44"/>
                    <a:pt x="17" y="56"/>
                  </a:cubicBezTo>
                  <a:cubicBezTo>
                    <a:pt x="35" y="78"/>
                    <a:pt x="66" y="89"/>
                    <a:pt x="100" y="89"/>
                  </a:cubicBezTo>
                  <a:cubicBezTo>
                    <a:pt x="169" y="89"/>
                    <a:pt x="203" y="63"/>
                    <a:pt x="214" y="18"/>
                  </a:cubicBezTo>
                  <a:cubicBezTo>
                    <a:pt x="215" y="12"/>
                    <a:pt x="216" y="5"/>
                    <a:pt x="217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134">
              <a:extLst>
                <a:ext uri="{FF2B5EF4-FFF2-40B4-BE49-F238E27FC236}">
                  <a16:creationId xmlns:a16="http://schemas.microsoft.com/office/drawing/2014/main" id="{6B4726E8-0D03-4957-9823-E91BA6E57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004"/>
              <a:ext cx="543" cy="248"/>
            </a:xfrm>
            <a:custGeom>
              <a:avLst/>
              <a:gdLst>
                <a:gd name="T0" fmla="*/ 0 w 217"/>
                <a:gd name="T1" fmla="*/ 248 h 93"/>
                <a:gd name="T2" fmla="*/ 270 w 217"/>
                <a:gd name="T3" fmla="*/ 1117 h 93"/>
                <a:gd name="T4" fmla="*/ 1566 w 217"/>
                <a:gd name="T5" fmla="*/ 1763 h 93"/>
                <a:gd name="T6" fmla="*/ 3368 w 217"/>
                <a:gd name="T7" fmla="*/ 341 h 93"/>
                <a:gd name="T8" fmla="*/ 3401 w 217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93">
                  <a:moveTo>
                    <a:pt x="0" y="13"/>
                  </a:moveTo>
                  <a:cubicBezTo>
                    <a:pt x="0" y="29"/>
                    <a:pt x="7" y="47"/>
                    <a:pt x="17" y="59"/>
                  </a:cubicBezTo>
                  <a:cubicBezTo>
                    <a:pt x="36" y="81"/>
                    <a:pt x="66" y="93"/>
                    <a:pt x="100" y="93"/>
                  </a:cubicBezTo>
                  <a:cubicBezTo>
                    <a:pt x="171" y="93"/>
                    <a:pt x="205" y="64"/>
                    <a:pt x="215" y="18"/>
                  </a:cubicBezTo>
                  <a:cubicBezTo>
                    <a:pt x="216" y="13"/>
                    <a:pt x="217" y="5"/>
                    <a:pt x="217" y="0"/>
                  </a:cubicBezTo>
                </a:path>
              </a:pathLst>
            </a:custGeom>
            <a:noFill/>
            <a:ln w="7938" cap="flat">
              <a:solidFill>
                <a:srgbClr val="4F99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135">
              <a:extLst>
                <a:ext uri="{FF2B5EF4-FFF2-40B4-BE49-F238E27FC236}">
                  <a16:creationId xmlns:a16="http://schemas.microsoft.com/office/drawing/2014/main" id="{33D42995-C952-4492-A0EB-499FD3C2E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321"/>
              <a:ext cx="543" cy="1027"/>
            </a:xfrm>
            <a:custGeom>
              <a:avLst/>
              <a:gdLst>
                <a:gd name="T0" fmla="*/ 1566 w 217"/>
                <a:gd name="T1" fmla="*/ 1480 h 385"/>
                <a:gd name="T2" fmla="*/ 238 w 217"/>
                <a:gd name="T3" fmla="*/ 888 h 385"/>
                <a:gd name="T4" fmla="*/ 0 w 217"/>
                <a:gd name="T5" fmla="*/ 227 h 385"/>
                <a:gd name="T6" fmla="*/ 0 w 217"/>
                <a:gd name="T7" fmla="*/ 227 h 385"/>
                <a:gd name="T8" fmla="*/ 0 w 217"/>
                <a:gd name="T9" fmla="*/ 5735 h 385"/>
                <a:gd name="T10" fmla="*/ 283 w 217"/>
                <a:gd name="T11" fmla="*/ 6645 h 385"/>
                <a:gd name="T12" fmla="*/ 1584 w 217"/>
                <a:gd name="T13" fmla="*/ 7309 h 385"/>
                <a:gd name="T14" fmla="*/ 3368 w 217"/>
                <a:gd name="T15" fmla="*/ 5770 h 385"/>
                <a:gd name="T16" fmla="*/ 3401 w 217"/>
                <a:gd name="T17" fmla="*/ 5466 h 385"/>
                <a:gd name="T18" fmla="*/ 3401 w 217"/>
                <a:gd name="T19" fmla="*/ 21 h 385"/>
                <a:gd name="T20" fmla="*/ 3381 w 217"/>
                <a:gd name="T21" fmla="*/ 0 h 385"/>
                <a:gd name="T22" fmla="*/ 1566 w 217"/>
                <a:gd name="T23" fmla="*/ 1480 h 3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7" h="385">
                  <a:moveTo>
                    <a:pt x="100" y="78"/>
                  </a:moveTo>
                  <a:cubicBezTo>
                    <a:pt x="66" y="78"/>
                    <a:pt x="34" y="69"/>
                    <a:pt x="15" y="47"/>
                  </a:cubicBezTo>
                  <a:cubicBezTo>
                    <a:pt x="7" y="37"/>
                    <a:pt x="2" y="2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0" y="319"/>
                    <a:pt x="8" y="337"/>
                    <a:pt x="18" y="350"/>
                  </a:cubicBezTo>
                  <a:cubicBezTo>
                    <a:pt x="37" y="372"/>
                    <a:pt x="67" y="385"/>
                    <a:pt x="101" y="385"/>
                  </a:cubicBezTo>
                  <a:cubicBezTo>
                    <a:pt x="170" y="385"/>
                    <a:pt x="205" y="353"/>
                    <a:pt x="215" y="304"/>
                  </a:cubicBezTo>
                  <a:cubicBezTo>
                    <a:pt x="216" y="299"/>
                    <a:pt x="217" y="293"/>
                    <a:pt x="217" y="288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7" y="1"/>
                    <a:pt x="216" y="1"/>
                    <a:pt x="216" y="0"/>
                  </a:cubicBezTo>
                  <a:cubicBezTo>
                    <a:pt x="205" y="49"/>
                    <a:pt x="159" y="78"/>
                    <a:pt x="100" y="7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Oval 136">
              <a:extLst>
                <a:ext uri="{FF2B5EF4-FFF2-40B4-BE49-F238E27FC236}">
                  <a16:creationId xmlns:a16="http://schemas.microsoft.com/office/drawing/2014/main" id="{A78F3690-D41C-49E7-9E17-EB99CF84F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543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5" name="Oval 137">
              <a:extLst>
                <a:ext uri="{FF2B5EF4-FFF2-40B4-BE49-F238E27FC236}">
                  <a16:creationId xmlns:a16="http://schemas.microsoft.com/office/drawing/2014/main" id="{4B402473-21DC-4399-BEEA-B134F99D7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553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6" name="Oval 138">
              <a:extLst>
                <a:ext uri="{FF2B5EF4-FFF2-40B4-BE49-F238E27FC236}">
                  <a16:creationId xmlns:a16="http://schemas.microsoft.com/office/drawing/2014/main" id="{A42509D2-FFC9-4E20-93A7-0C670299B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1537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>
            <a:extLst>
              <a:ext uri="{FF2B5EF4-FFF2-40B4-BE49-F238E27FC236}">
                <a16:creationId xmlns:a16="http://schemas.microsoft.com/office/drawing/2014/main" id="{EB734AA6-4D9C-4C5B-867C-0235BDA591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Drinks (2)</a:t>
            </a:r>
          </a:p>
        </p:txBody>
      </p:sp>
      <p:grpSp>
        <p:nvGrpSpPr>
          <p:cNvPr id="29698" name="red-teapot-with-tea-bag">
            <a:extLst>
              <a:ext uri="{FF2B5EF4-FFF2-40B4-BE49-F238E27FC236}">
                <a16:creationId xmlns:a16="http://schemas.microsoft.com/office/drawing/2014/main" id="{F61361A6-223B-490E-B433-81F21470F463}"/>
              </a:ext>
            </a:extLst>
          </p:cNvPr>
          <p:cNvGrpSpPr>
            <a:grpSpLocks/>
          </p:cNvGrpSpPr>
          <p:nvPr/>
        </p:nvGrpSpPr>
        <p:grpSpPr bwMode="auto">
          <a:xfrm>
            <a:off x="1995488" y="1304925"/>
            <a:ext cx="3556000" cy="3060700"/>
            <a:chOff x="1369" y="2075"/>
            <a:chExt cx="1727" cy="1486"/>
          </a:xfrm>
        </p:grpSpPr>
        <p:grpSp>
          <p:nvGrpSpPr>
            <p:cNvPr id="29833" name="Group 4">
              <a:extLst>
                <a:ext uri="{FF2B5EF4-FFF2-40B4-BE49-F238E27FC236}">
                  <a16:creationId xmlns:a16="http://schemas.microsoft.com/office/drawing/2014/main" id="{8A4A17F2-D97D-4738-AEF4-623F0C7448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9" y="2075"/>
              <a:ext cx="1727" cy="1486"/>
              <a:chOff x="1369" y="2075"/>
              <a:chExt cx="1727" cy="1486"/>
            </a:xfrm>
          </p:grpSpPr>
          <p:sp>
            <p:nvSpPr>
              <p:cNvPr id="29883" name="Freeform 5">
                <a:extLst>
                  <a:ext uri="{FF2B5EF4-FFF2-40B4-BE49-F238E27FC236}">
                    <a16:creationId xmlns:a16="http://schemas.microsoft.com/office/drawing/2014/main" id="{5875AE29-2415-48CA-9D02-A39B1D63B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22"/>
                <a:ext cx="95" cy="91"/>
              </a:xfrm>
              <a:custGeom>
                <a:avLst/>
                <a:gdLst>
                  <a:gd name="T0" fmla="*/ 33 w 38"/>
                  <a:gd name="T1" fmla="*/ 209 h 34"/>
                  <a:gd name="T2" fmla="*/ 20 w 38"/>
                  <a:gd name="T3" fmla="*/ 388 h 34"/>
                  <a:gd name="T4" fmla="*/ 208 w 38"/>
                  <a:gd name="T5" fmla="*/ 594 h 34"/>
                  <a:gd name="T6" fmla="*/ 563 w 38"/>
                  <a:gd name="T7" fmla="*/ 458 h 34"/>
                  <a:gd name="T8" fmla="*/ 583 w 38"/>
                  <a:gd name="T9" fmla="*/ 252 h 34"/>
                  <a:gd name="T10" fmla="*/ 395 w 38"/>
                  <a:gd name="T11" fmla="*/ 56 h 34"/>
                  <a:gd name="T12" fmla="*/ 33 w 38"/>
                  <a:gd name="T13" fmla="*/ 20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4">
                    <a:moveTo>
                      <a:pt x="2" y="11"/>
                    </a:moveTo>
                    <a:cubicBezTo>
                      <a:pt x="0" y="14"/>
                      <a:pt x="0" y="17"/>
                      <a:pt x="1" y="20"/>
                    </a:cubicBezTo>
                    <a:cubicBezTo>
                      <a:pt x="3" y="25"/>
                      <a:pt x="8" y="29"/>
                      <a:pt x="13" y="31"/>
                    </a:cubicBezTo>
                    <a:cubicBezTo>
                      <a:pt x="22" y="34"/>
                      <a:pt x="32" y="31"/>
                      <a:pt x="36" y="24"/>
                    </a:cubicBezTo>
                    <a:cubicBezTo>
                      <a:pt x="38" y="20"/>
                      <a:pt x="38" y="17"/>
                      <a:pt x="37" y="13"/>
                    </a:cubicBezTo>
                    <a:cubicBezTo>
                      <a:pt x="35" y="9"/>
                      <a:pt x="31" y="5"/>
                      <a:pt x="25" y="3"/>
                    </a:cubicBezTo>
                    <a:cubicBezTo>
                      <a:pt x="16" y="0"/>
                      <a:pt x="6" y="3"/>
                      <a:pt x="2" y="11"/>
                    </a:cubicBezTo>
                    <a:close/>
                  </a:path>
                </a:pathLst>
              </a:custGeom>
              <a:solidFill>
                <a:srgbClr val="80AE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6">
                <a:extLst>
                  <a:ext uri="{FF2B5EF4-FFF2-40B4-BE49-F238E27FC236}">
                    <a16:creationId xmlns:a16="http://schemas.microsoft.com/office/drawing/2014/main" id="{D3C1F1FF-23CE-4EE7-98EA-5108F4025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22"/>
                <a:ext cx="95" cy="91"/>
              </a:xfrm>
              <a:custGeom>
                <a:avLst/>
                <a:gdLst>
                  <a:gd name="T0" fmla="*/ 33 w 38"/>
                  <a:gd name="T1" fmla="*/ 209 h 34"/>
                  <a:gd name="T2" fmla="*/ 20 w 38"/>
                  <a:gd name="T3" fmla="*/ 388 h 34"/>
                  <a:gd name="T4" fmla="*/ 208 w 38"/>
                  <a:gd name="T5" fmla="*/ 594 h 34"/>
                  <a:gd name="T6" fmla="*/ 563 w 38"/>
                  <a:gd name="T7" fmla="*/ 458 h 34"/>
                  <a:gd name="T8" fmla="*/ 583 w 38"/>
                  <a:gd name="T9" fmla="*/ 252 h 34"/>
                  <a:gd name="T10" fmla="*/ 395 w 38"/>
                  <a:gd name="T11" fmla="*/ 56 h 34"/>
                  <a:gd name="T12" fmla="*/ 33 w 38"/>
                  <a:gd name="T13" fmla="*/ 20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4">
                    <a:moveTo>
                      <a:pt x="2" y="11"/>
                    </a:moveTo>
                    <a:cubicBezTo>
                      <a:pt x="0" y="14"/>
                      <a:pt x="0" y="17"/>
                      <a:pt x="1" y="20"/>
                    </a:cubicBezTo>
                    <a:cubicBezTo>
                      <a:pt x="3" y="25"/>
                      <a:pt x="8" y="29"/>
                      <a:pt x="13" y="31"/>
                    </a:cubicBezTo>
                    <a:cubicBezTo>
                      <a:pt x="22" y="34"/>
                      <a:pt x="32" y="31"/>
                      <a:pt x="36" y="24"/>
                    </a:cubicBezTo>
                    <a:cubicBezTo>
                      <a:pt x="38" y="20"/>
                      <a:pt x="38" y="17"/>
                      <a:pt x="37" y="13"/>
                    </a:cubicBezTo>
                    <a:cubicBezTo>
                      <a:pt x="35" y="9"/>
                      <a:pt x="31" y="5"/>
                      <a:pt x="25" y="3"/>
                    </a:cubicBezTo>
                    <a:cubicBezTo>
                      <a:pt x="16" y="0"/>
                      <a:pt x="6" y="3"/>
                      <a:pt x="2" y="11"/>
                    </a:cubicBezTo>
                    <a:close/>
                  </a:path>
                </a:pathLst>
              </a:custGeom>
              <a:solidFill>
                <a:srgbClr val="80AE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7">
                <a:extLst>
                  <a:ext uri="{FF2B5EF4-FFF2-40B4-BE49-F238E27FC236}">
                    <a16:creationId xmlns:a16="http://schemas.microsoft.com/office/drawing/2014/main" id="{8285A070-EED9-4887-AD64-B76ABB0D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382"/>
                <a:ext cx="743" cy="664"/>
              </a:xfrm>
              <a:custGeom>
                <a:avLst/>
                <a:gdLst>
                  <a:gd name="T0" fmla="*/ 2209 w 297"/>
                  <a:gd name="T1" fmla="*/ 56 h 249"/>
                  <a:gd name="T2" fmla="*/ 470 w 297"/>
                  <a:gd name="T3" fmla="*/ 1024 h 249"/>
                  <a:gd name="T4" fmla="*/ 20 w 297"/>
                  <a:gd name="T5" fmla="*/ 2504 h 249"/>
                  <a:gd name="T6" fmla="*/ 2442 w 297"/>
                  <a:gd name="T7" fmla="*/ 4629 h 249"/>
                  <a:gd name="T8" fmla="*/ 4180 w 297"/>
                  <a:gd name="T9" fmla="*/ 3661 h 249"/>
                  <a:gd name="T10" fmla="*/ 4631 w 297"/>
                  <a:gd name="T11" fmla="*/ 2184 h 249"/>
                  <a:gd name="T12" fmla="*/ 4038 w 297"/>
                  <a:gd name="T13" fmla="*/ 760 h 249"/>
                  <a:gd name="T14" fmla="*/ 2209 w 297"/>
                  <a:gd name="T15" fmla="*/ 56 h 2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7" h="249">
                    <a:moveTo>
                      <a:pt x="141" y="3"/>
                    </a:moveTo>
                    <a:cubicBezTo>
                      <a:pt x="97" y="6"/>
                      <a:pt x="56" y="24"/>
                      <a:pt x="30" y="54"/>
                    </a:cubicBezTo>
                    <a:cubicBezTo>
                      <a:pt x="10" y="77"/>
                      <a:pt x="0" y="105"/>
                      <a:pt x="1" y="132"/>
                    </a:cubicBezTo>
                    <a:cubicBezTo>
                      <a:pt x="5" y="199"/>
                      <a:pt x="75" y="249"/>
                      <a:pt x="156" y="244"/>
                    </a:cubicBezTo>
                    <a:cubicBezTo>
                      <a:pt x="200" y="241"/>
                      <a:pt x="241" y="223"/>
                      <a:pt x="267" y="193"/>
                    </a:cubicBezTo>
                    <a:cubicBezTo>
                      <a:pt x="287" y="170"/>
                      <a:pt x="297" y="142"/>
                      <a:pt x="296" y="115"/>
                    </a:cubicBezTo>
                    <a:cubicBezTo>
                      <a:pt x="294" y="87"/>
                      <a:pt x="281" y="60"/>
                      <a:pt x="258" y="40"/>
                    </a:cubicBezTo>
                    <a:cubicBezTo>
                      <a:pt x="228" y="14"/>
                      <a:pt x="186" y="0"/>
                      <a:pt x="141" y="3"/>
                    </a:cubicBezTo>
                    <a:close/>
                  </a:path>
                </a:pathLst>
              </a:custGeom>
              <a:solidFill>
                <a:srgbClr val="E9B9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8">
                <a:extLst>
                  <a:ext uri="{FF2B5EF4-FFF2-40B4-BE49-F238E27FC236}">
                    <a16:creationId xmlns:a16="http://schemas.microsoft.com/office/drawing/2014/main" id="{7A67E8B0-79B2-4A28-B9E5-4D26C434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377"/>
                <a:ext cx="715" cy="626"/>
              </a:xfrm>
              <a:custGeom>
                <a:avLst/>
                <a:gdLst>
                  <a:gd name="T0" fmla="*/ 50 w 286"/>
                  <a:gd name="T1" fmla="*/ 2384 h 235"/>
                  <a:gd name="T2" fmla="*/ 2125 w 286"/>
                  <a:gd name="T3" fmla="*/ 93 h 235"/>
                  <a:gd name="T4" fmla="*/ 4408 w 286"/>
                  <a:gd name="T5" fmla="*/ 2059 h 235"/>
                  <a:gd name="T6" fmla="*/ 2333 w 286"/>
                  <a:gd name="T7" fmla="*/ 4350 h 235"/>
                  <a:gd name="T8" fmla="*/ 50 w 286"/>
                  <a:gd name="T9" fmla="*/ 2384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6" h="235">
                    <a:moveTo>
                      <a:pt x="3" y="126"/>
                    </a:moveTo>
                    <a:cubicBezTo>
                      <a:pt x="0" y="64"/>
                      <a:pt x="59" y="10"/>
                      <a:pt x="136" y="5"/>
                    </a:cubicBezTo>
                    <a:cubicBezTo>
                      <a:pt x="213" y="0"/>
                      <a:pt x="278" y="47"/>
                      <a:pt x="282" y="109"/>
                    </a:cubicBezTo>
                    <a:cubicBezTo>
                      <a:pt x="286" y="171"/>
                      <a:pt x="226" y="225"/>
                      <a:pt x="149" y="230"/>
                    </a:cubicBezTo>
                    <a:cubicBezTo>
                      <a:pt x="73" y="235"/>
                      <a:pt x="7" y="188"/>
                      <a:pt x="3" y="126"/>
                    </a:cubicBezTo>
                    <a:close/>
                  </a:path>
                </a:pathLst>
              </a:custGeom>
              <a:solidFill>
                <a:srgbClr val="80AE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9">
                <a:extLst>
                  <a:ext uri="{FF2B5EF4-FFF2-40B4-BE49-F238E27FC236}">
                    <a16:creationId xmlns:a16="http://schemas.microsoft.com/office/drawing/2014/main" id="{885CA622-3AAF-448E-9D57-A6DDA200F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379"/>
                <a:ext cx="687" cy="603"/>
              </a:xfrm>
              <a:custGeom>
                <a:avLst/>
                <a:gdLst>
                  <a:gd name="T0" fmla="*/ 42 w 275"/>
                  <a:gd name="T1" fmla="*/ 2300 h 226"/>
                  <a:gd name="T2" fmla="*/ 2041 w 275"/>
                  <a:gd name="T3" fmla="*/ 93 h 226"/>
                  <a:gd name="T4" fmla="*/ 4244 w 275"/>
                  <a:gd name="T5" fmla="*/ 1993 h 226"/>
                  <a:gd name="T6" fmla="*/ 2246 w 275"/>
                  <a:gd name="T7" fmla="*/ 4216 h 226"/>
                  <a:gd name="T8" fmla="*/ 42 w 275"/>
                  <a:gd name="T9" fmla="*/ 230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5" h="226">
                    <a:moveTo>
                      <a:pt x="3" y="121"/>
                    </a:moveTo>
                    <a:cubicBezTo>
                      <a:pt x="0" y="61"/>
                      <a:pt x="57" y="9"/>
                      <a:pt x="131" y="5"/>
                    </a:cubicBezTo>
                    <a:cubicBezTo>
                      <a:pt x="205" y="0"/>
                      <a:pt x="268" y="45"/>
                      <a:pt x="272" y="105"/>
                    </a:cubicBezTo>
                    <a:cubicBezTo>
                      <a:pt x="275" y="165"/>
                      <a:pt x="218" y="217"/>
                      <a:pt x="144" y="222"/>
                    </a:cubicBezTo>
                    <a:cubicBezTo>
                      <a:pt x="70" y="226"/>
                      <a:pt x="7" y="181"/>
                      <a:pt x="3" y="121"/>
                    </a:cubicBezTo>
                    <a:close/>
                  </a:path>
                </a:pathLst>
              </a:custGeom>
              <a:solidFill>
                <a:srgbClr val="CFE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10">
                <a:extLst>
                  <a:ext uri="{FF2B5EF4-FFF2-40B4-BE49-F238E27FC236}">
                    <a16:creationId xmlns:a16="http://schemas.microsoft.com/office/drawing/2014/main" id="{93FB4D68-6698-4E2E-BB25-A61E2FA20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390"/>
                <a:ext cx="605" cy="469"/>
              </a:xfrm>
              <a:custGeom>
                <a:avLst/>
                <a:gdLst>
                  <a:gd name="T0" fmla="*/ 113 w 242"/>
                  <a:gd name="T1" fmla="*/ 2308 h 176"/>
                  <a:gd name="T2" fmla="*/ 2033 w 242"/>
                  <a:gd name="T3" fmla="*/ 115 h 176"/>
                  <a:gd name="T4" fmla="*/ 3783 w 242"/>
                  <a:gd name="T5" fmla="*/ 887 h 176"/>
                  <a:gd name="T6" fmla="*/ 1988 w 242"/>
                  <a:gd name="T7" fmla="*/ 35 h 176"/>
                  <a:gd name="T8" fmla="*/ 50 w 242"/>
                  <a:gd name="T9" fmla="*/ 2214 h 176"/>
                  <a:gd name="T10" fmla="*/ 470 w 242"/>
                  <a:gd name="T11" fmla="*/ 3331 h 176"/>
                  <a:gd name="T12" fmla="*/ 113 w 242"/>
                  <a:gd name="T13" fmla="*/ 2308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2" h="176">
                    <a:moveTo>
                      <a:pt x="7" y="122"/>
                    </a:moveTo>
                    <a:cubicBezTo>
                      <a:pt x="3" y="63"/>
                      <a:pt x="58" y="10"/>
                      <a:pt x="130" y="6"/>
                    </a:cubicBezTo>
                    <a:cubicBezTo>
                      <a:pt x="175" y="3"/>
                      <a:pt x="216" y="21"/>
                      <a:pt x="242" y="47"/>
                    </a:cubicBezTo>
                    <a:cubicBezTo>
                      <a:pt x="217" y="18"/>
                      <a:pt x="174" y="0"/>
                      <a:pt x="127" y="2"/>
                    </a:cubicBezTo>
                    <a:cubicBezTo>
                      <a:pt x="55" y="7"/>
                      <a:pt x="0" y="58"/>
                      <a:pt x="3" y="117"/>
                    </a:cubicBezTo>
                    <a:cubicBezTo>
                      <a:pt x="4" y="139"/>
                      <a:pt x="14" y="159"/>
                      <a:pt x="30" y="176"/>
                    </a:cubicBezTo>
                    <a:cubicBezTo>
                      <a:pt x="17" y="160"/>
                      <a:pt x="8" y="142"/>
                      <a:pt x="7" y="1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11">
                <a:extLst>
                  <a:ext uri="{FF2B5EF4-FFF2-40B4-BE49-F238E27FC236}">
                    <a16:creationId xmlns:a16="http://schemas.microsoft.com/office/drawing/2014/main" id="{DCDE3D33-4110-4650-A3FA-CB3EE5C0A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411"/>
                <a:ext cx="515" cy="451"/>
              </a:xfrm>
              <a:custGeom>
                <a:avLst/>
                <a:gdLst>
                  <a:gd name="T0" fmla="*/ 33 w 206"/>
                  <a:gd name="T1" fmla="*/ 1729 h 169"/>
                  <a:gd name="T2" fmla="*/ 1533 w 206"/>
                  <a:gd name="T3" fmla="*/ 77 h 169"/>
                  <a:gd name="T4" fmla="*/ 3175 w 206"/>
                  <a:gd name="T5" fmla="*/ 1502 h 169"/>
                  <a:gd name="T6" fmla="*/ 1675 w 206"/>
                  <a:gd name="T7" fmla="*/ 3154 h 169"/>
                  <a:gd name="T8" fmla="*/ 33 w 206"/>
                  <a:gd name="T9" fmla="*/ 1729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169">
                    <a:moveTo>
                      <a:pt x="2" y="91"/>
                    </a:moveTo>
                    <a:cubicBezTo>
                      <a:pt x="0" y="46"/>
                      <a:pt x="42" y="7"/>
                      <a:pt x="98" y="4"/>
                    </a:cubicBezTo>
                    <a:cubicBezTo>
                      <a:pt x="153" y="0"/>
                      <a:pt x="200" y="34"/>
                      <a:pt x="203" y="79"/>
                    </a:cubicBezTo>
                    <a:cubicBezTo>
                      <a:pt x="206" y="123"/>
                      <a:pt x="163" y="162"/>
                      <a:pt x="107" y="166"/>
                    </a:cubicBezTo>
                    <a:cubicBezTo>
                      <a:pt x="52" y="169"/>
                      <a:pt x="5" y="136"/>
                      <a:pt x="2" y="91"/>
                    </a:cubicBezTo>
                    <a:close/>
                  </a:path>
                </a:pathLst>
              </a:custGeom>
              <a:solidFill>
                <a:srgbClr val="B40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12">
                <a:extLst>
                  <a:ext uri="{FF2B5EF4-FFF2-40B4-BE49-F238E27FC236}">
                    <a16:creationId xmlns:a16="http://schemas.microsoft.com/office/drawing/2014/main" id="{22941121-6F86-41A7-8D70-27132A2CD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478"/>
                <a:ext cx="87" cy="91"/>
              </a:xfrm>
              <a:custGeom>
                <a:avLst/>
                <a:gdLst>
                  <a:gd name="T0" fmla="*/ 0 w 35"/>
                  <a:gd name="T1" fmla="*/ 367 h 34"/>
                  <a:gd name="T2" fmla="*/ 341 w 35"/>
                  <a:gd name="T3" fmla="*/ 594 h 34"/>
                  <a:gd name="T4" fmla="*/ 537 w 35"/>
                  <a:gd name="T5" fmla="*/ 308 h 34"/>
                  <a:gd name="T6" fmla="*/ 537 w 35"/>
                  <a:gd name="T7" fmla="*/ 171 h 34"/>
                  <a:gd name="T8" fmla="*/ 341 w 35"/>
                  <a:gd name="T9" fmla="*/ 21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0" y="19"/>
                    </a:moveTo>
                    <a:cubicBezTo>
                      <a:pt x="2" y="26"/>
                      <a:pt x="10" y="34"/>
                      <a:pt x="22" y="31"/>
                    </a:cubicBezTo>
                    <a:cubicBezTo>
                      <a:pt x="35" y="27"/>
                      <a:pt x="35" y="16"/>
                      <a:pt x="35" y="16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2" y="0"/>
                      <a:pt x="22" y="1"/>
                    </a:cubicBezTo>
                  </a:path>
                </a:pathLst>
              </a:custGeom>
              <a:solidFill>
                <a:srgbClr val="950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13">
                <a:extLst>
                  <a:ext uri="{FF2B5EF4-FFF2-40B4-BE49-F238E27FC236}">
                    <a16:creationId xmlns:a16="http://schemas.microsoft.com/office/drawing/2014/main" id="{C846AA37-6669-41AF-9F56-F98EF3661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457"/>
                <a:ext cx="400" cy="410"/>
              </a:xfrm>
              <a:custGeom>
                <a:avLst/>
                <a:gdLst>
                  <a:gd name="T0" fmla="*/ 2470 w 160"/>
                  <a:gd name="T1" fmla="*/ 1227 h 154"/>
                  <a:gd name="T2" fmla="*/ 1688 w 160"/>
                  <a:gd name="T3" fmla="*/ 0 h 154"/>
                  <a:gd name="T4" fmla="*/ 2363 w 160"/>
                  <a:gd name="T5" fmla="*/ 1169 h 154"/>
                  <a:gd name="T6" fmla="*/ 863 w 160"/>
                  <a:gd name="T7" fmla="*/ 2814 h 154"/>
                  <a:gd name="T8" fmla="*/ 0 w 160"/>
                  <a:gd name="T9" fmla="*/ 2622 h 154"/>
                  <a:gd name="T10" fmla="*/ 970 w 160"/>
                  <a:gd name="T11" fmla="*/ 2870 h 154"/>
                  <a:gd name="T12" fmla="*/ 2470 w 160"/>
                  <a:gd name="T13" fmla="*/ 1227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0" h="154">
                    <a:moveTo>
                      <a:pt x="158" y="65"/>
                    </a:moveTo>
                    <a:cubicBezTo>
                      <a:pt x="156" y="37"/>
                      <a:pt x="136" y="13"/>
                      <a:pt x="108" y="0"/>
                    </a:cubicBezTo>
                    <a:cubicBezTo>
                      <a:pt x="133" y="13"/>
                      <a:pt x="149" y="36"/>
                      <a:pt x="151" y="62"/>
                    </a:cubicBezTo>
                    <a:cubicBezTo>
                      <a:pt x="154" y="106"/>
                      <a:pt x="111" y="145"/>
                      <a:pt x="55" y="149"/>
                    </a:cubicBezTo>
                    <a:cubicBezTo>
                      <a:pt x="35" y="150"/>
                      <a:pt x="16" y="146"/>
                      <a:pt x="0" y="139"/>
                    </a:cubicBezTo>
                    <a:cubicBezTo>
                      <a:pt x="17" y="148"/>
                      <a:pt x="39" y="154"/>
                      <a:pt x="62" y="152"/>
                    </a:cubicBezTo>
                    <a:cubicBezTo>
                      <a:pt x="118" y="149"/>
                      <a:pt x="160" y="110"/>
                      <a:pt x="158" y="65"/>
                    </a:cubicBezTo>
                    <a:close/>
                  </a:path>
                </a:pathLst>
              </a:custGeom>
              <a:solidFill>
                <a:srgbClr val="AAC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14">
                <a:extLst>
                  <a:ext uri="{FF2B5EF4-FFF2-40B4-BE49-F238E27FC236}">
                    <a16:creationId xmlns:a16="http://schemas.microsoft.com/office/drawing/2014/main" id="{858CDD78-2C2A-457D-8813-5429BB0CB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430"/>
                <a:ext cx="400" cy="373"/>
              </a:xfrm>
              <a:custGeom>
                <a:avLst/>
                <a:gdLst>
                  <a:gd name="T0" fmla="*/ 145 w 160"/>
                  <a:gd name="T1" fmla="*/ 1647 h 140"/>
                  <a:gd name="T2" fmla="*/ 1563 w 160"/>
                  <a:gd name="T3" fmla="*/ 93 h 140"/>
                  <a:gd name="T4" fmla="*/ 2500 w 160"/>
                  <a:gd name="T5" fmla="*/ 376 h 140"/>
                  <a:gd name="T6" fmla="*/ 1438 w 160"/>
                  <a:gd name="T7" fmla="*/ 21 h 140"/>
                  <a:gd name="T8" fmla="*/ 50 w 160"/>
                  <a:gd name="T9" fmla="*/ 1569 h 140"/>
                  <a:gd name="T10" fmla="*/ 658 w 160"/>
                  <a:gd name="T11" fmla="*/ 2648 h 140"/>
                  <a:gd name="T12" fmla="*/ 145 w 160"/>
                  <a:gd name="T13" fmla="*/ 1647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0" h="140">
                    <a:moveTo>
                      <a:pt x="9" y="87"/>
                    </a:moveTo>
                    <a:cubicBezTo>
                      <a:pt x="7" y="45"/>
                      <a:pt x="48" y="8"/>
                      <a:pt x="100" y="5"/>
                    </a:cubicBezTo>
                    <a:cubicBezTo>
                      <a:pt x="122" y="4"/>
                      <a:pt x="143" y="10"/>
                      <a:pt x="160" y="20"/>
                    </a:cubicBezTo>
                    <a:cubicBezTo>
                      <a:pt x="142" y="7"/>
                      <a:pt x="118" y="0"/>
                      <a:pt x="92" y="1"/>
                    </a:cubicBezTo>
                    <a:cubicBezTo>
                      <a:pt x="40" y="5"/>
                      <a:pt x="0" y="41"/>
                      <a:pt x="3" y="83"/>
                    </a:cubicBezTo>
                    <a:cubicBezTo>
                      <a:pt x="4" y="107"/>
                      <a:pt x="19" y="128"/>
                      <a:pt x="42" y="140"/>
                    </a:cubicBezTo>
                    <a:cubicBezTo>
                      <a:pt x="21" y="127"/>
                      <a:pt x="11" y="108"/>
                      <a:pt x="9" y="87"/>
                    </a:cubicBezTo>
                    <a:close/>
                  </a:path>
                </a:pathLst>
              </a:custGeom>
              <a:solidFill>
                <a:srgbClr val="D998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15">
                <a:extLst>
                  <a:ext uri="{FF2B5EF4-FFF2-40B4-BE49-F238E27FC236}">
                    <a16:creationId xmlns:a16="http://schemas.microsoft.com/office/drawing/2014/main" id="{B58A86F1-FB8C-47C9-B898-EBE9CF8BD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425"/>
                <a:ext cx="347" cy="226"/>
              </a:xfrm>
              <a:custGeom>
                <a:avLst/>
                <a:gdLst>
                  <a:gd name="T0" fmla="*/ 841 w 139"/>
                  <a:gd name="T1" fmla="*/ 303 h 85"/>
                  <a:gd name="T2" fmla="*/ 42 w 139"/>
                  <a:gd name="T3" fmla="*/ 1598 h 85"/>
                  <a:gd name="T4" fmla="*/ 1433 w 139"/>
                  <a:gd name="T5" fmla="*/ 56 h 85"/>
                  <a:gd name="T6" fmla="*/ 2162 w 139"/>
                  <a:gd name="T7" fmla="*/ 205 h 85"/>
                  <a:gd name="T8" fmla="*/ 841 w 139"/>
                  <a:gd name="T9" fmla="*/ 303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85">
                    <a:moveTo>
                      <a:pt x="54" y="16"/>
                    </a:moveTo>
                    <a:cubicBezTo>
                      <a:pt x="31" y="26"/>
                      <a:pt x="4" y="46"/>
                      <a:pt x="3" y="85"/>
                    </a:cubicBezTo>
                    <a:cubicBezTo>
                      <a:pt x="0" y="43"/>
                      <a:pt x="40" y="7"/>
                      <a:pt x="92" y="3"/>
                    </a:cubicBezTo>
                    <a:cubicBezTo>
                      <a:pt x="109" y="2"/>
                      <a:pt x="125" y="5"/>
                      <a:pt x="139" y="11"/>
                    </a:cubicBezTo>
                    <a:cubicBezTo>
                      <a:pt x="124" y="4"/>
                      <a:pt x="87" y="0"/>
                      <a:pt x="5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16">
                <a:extLst>
                  <a:ext uri="{FF2B5EF4-FFF2-40B4-BE49-F238E27FC236}">
                    <a16:creationId xmlns:a16="http://schemas.microsoft.com/office/drawing/2014/main" id="{394B5AEF-6497-4AAD-9EA0-1587F5D99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467"/>
                <a:ext cx="77" cy="70"/>
              </a:xfrm>
              <a:custGeom>
                <a:avLst/>
                <a:gdLst>
                  <a:gd name="T0" fmla="*/ 0 w 31"/>
                  <a:gd name="T1" fmla="*/ 275 h 26"/>
                  <a:gd name="T2" fmla="*/ 229 w 31"/>
                  <a:gd name="T3" fmla="*/ 22 h 26"/>
                  <a:gd name="T4" fmla="*/ 474 w 31"/>
                  <a:gd name="T5" fmla="*/ 232 h 26"/>
                  <a:gd name="T6" fmla="*/ 246 w 31"/>
                  <a:gd name="T7" fmla="*/ 485 h 26"/>
                  <a:gd name="T8" fmla="*/ 0 w 31"/>
                  <a:gd name="T9" fmla="*/ 27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6">
                    <a:moveTo>
                      <a:pt x="0" y="14"/>
                    </a:moveTo>
                    <a:cubicBezTo>
                      <a:pt x="0" y="7"/>
                      <a:pt x="6" y="1"/>
                      <a:pt x="15" y="1"/>
                    </a:cubicBezTo>
                    <a:cubicBezTo>
                      <a:pt x="23" y="0"/>
                      <a:pt x="30" y="5"/>
                      <a:pt x="31" y="12"/>
                    </a:cubicBezTo>
                    <a:cubicBezTo>
                      <a:pt x="31" y="19"/>
                      <a:pt x="25" y="25"/>
                      <a:pt x="16" y="25"/>
                    </a:cubicBezTo>
                    <a:cubicBezTo>
                      <a:pt x="8" y="26"/>
                      <a:pt x="1" y="21"/>
                      <a:pt x="0" y="14"/>
                    </a:cubicBezTo>
                    <a:close/>
                  </a:path>
                </a:pathLst>
              </a:custGeom>
              <a:solidFill>
                <a:srgbClr val="CFE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17">
                <a:extLst>
                  <a:ext uri="{FF2B5EF4-FFF2-40B4-BE49-F238E27FC236}">
                    <a16:creationId xmlns:a16="http://schemas.microsoft.com/office/drawing/2014/main" id="{BEE6EDFB-CC91-4BB7-BFCC-BC3AF435F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473"/>
                <a:ext cx="55" cy="53"/>
              </a:xfrm>
              <a:custGeom>
                <a:avLst/>
                <a:gdLst>
                  <a:gd name="T0" fmla="*/ 63 w 22"/>
                  <a:gd name="T1" fmla="*/ 239 h 20"/>
                  <a:gd name="T2" fmla="*/ 250 w 22"/>
                  <a:gd name="T3" fmla="*/ 34 h 20"/>
                  <a:gd name="T4" fmla="*/ 345 w 22"/>
                  <a:gd name="T5" fmla="*/ 56 h 20"/>
                  <a:gd name="T6" fmla="*/ 208 w 22"/>
                  <a:gd name="T7" fmla="*/ 21 h 20"/>
                  <a:gd name="T8" fmla="*/ 20 w 22"/>
                  <a:gd name="T9" fmla="*/ 204 h 20"/>
                  <a:gd name="T10" fmla="*/ 125 w 22"/>
                  <a:gd name="T11" fmla="*/ 371 h 20"/>
                  <a:gd name="T12" fmla="*/ 63 w 22"/>
                  <a:gd name="T13" fmla="*/ 23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4" y="13"/>
                    </a:moveTo>
                    <a:cubicBezTo>
                      <a:pt x="4" y="8"/>
                      <a:pt x="9" y="3"/>
                      <a:pt x="16" y="2"/>
                    </a:cubicBezTo>
                    <a:cubicBezTo>
                      <a:pt x="18" y="2"/>
                      <a:pt x="20" y="3"/>
                      <a:pt x="22" y="3"/>
                    </a:cubicBezTo>
                    <a:cubicBezTo>
                      <a:pt x="19" y="1"/>
                      <a:pt x="16" y="0"/>
                      <a:pt x="13" y="1"/>
                    </a:cubicBezTo>
                    <a:cubicBezTo>
                      <a:pt x="6" y="1"/>
                      <a:pt x="0" y="6"/>
                      <a:pt x="1" y="11"/>
                    </a:cubicBezTo>
                    <a:cubicBezTo>
                      <a:pt x="1" y="15"/>
                      <a:pt x="4" y="19"/>
                      <a:pt x="8" y="20"/>
                    </a:cubicBezTo>
                    <a:cubicBezTo>
                      <a:pt x="6" y="18"/>
                      <a:pt x="4" y="16"/>
                      <a:pt x="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18">
                <a:extLst>
                  <a:ext uri="{FF2B5EF4-FFF2-40B4-BE49-F238E27FC236}">
                    <a16:creationId xmlns:a16="http://schemas.microsoft.com/office/drawing/2014/main" id="{2ECD142F-36B2-4D3A-AD35-A2E01069F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499"/>
                <a:ext cx="77" cy="54"/>
              </a:xfrm>
              <a:custGeom>
                <a:avLst/>
                <a:gdLst>
                  <a:gd name="T0" fmla="*/ 474 w 31"/>
                  <a:gd name="T1" fmla="*/ 0 h 20"/>
                  <a:gd name="T2" fmla="*/ 474 w 31"/>
                  <a:gd name="T3" fmla="*/ 0 h 20"/>
                  <a:gd name="T4" fmla="*/ 246 w 31"/>
                  <a:gd name="T5" fmla="*/ 257 h 20"/>
                  <a:gd name="T6" fmla="*/ 0 w 31"/>
                  <a:gd name="T7" fmla="*/ 38 h 20"/>
                  <a:gd name="T8" fmla="*/ 0 w 31"/>
                  <a:gd name="T9" fmla="*/ 22 h 20"/>
                  <a:gd name="T10" fmla="*/ 0 w 31"/>
                  <a:gd name="T11" fmla="*/ 159 h 20"/>
                  <a:gd name="T12" fmla="*/ 12 w 31"/>
                  <a:gd name="T13" fmla="*/ 197 h 20"/>
                  <a:gd name="T14" fmla="*/ 246 w 31"/>
                  <a:gd name="T15" fmla="*/ 394 h 20"/>
                  <a:gd name="T16" fmla="*/ 474 w 31"/>
                  <a:gd name="T17" fmla="*/ 138 h 20"/>
                  <a:gd name="T18" fmla="*/ 474 w 31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20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7"/>
                      <a:pt x="25" y="13"/>
                      <a:pt x="16" y="13"/>
                    </a:cubicBezTo>
                    <a:cubicBezTo>
                      <a:pt x="8" y="14"/>
                      <a:pt x="1" y="9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3"/>
                      <a:pt x="0" y="7"/>
                      <a:pt x="0" y="8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2" y="16"/>
                      <a:pt x="9" y="20"/>
                      <a:pt x="16" y="20"/>
                    </a:cubicBezTo>
                    <a:cubicBezTo>
                      <a:pt x="25" y="19"/>
                      <a:pt x="31" y="13"/>
                      <a:pt x="31" y="7"/>
                    </a:cubicBezTo>
                    <a:cubicBezTo>
                      <a:pt x="31" y="5"/>
                      <a:pt x="31" y="2"/>
                      <a:pt x="31" y="0"/>
                    </a:cubicBezTo>
                    <a:close/>
                  </a:path>
                </a:pathLst>
              </a:custGeom>
              <a:solidFill>
                <a:srgbClr val="80AE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19">
                <a:extLst>
                  <a:ext uri="{FF2B5EF4-FFF2-40B4-BE49-F238E27FC236}">
                    <a16:creationId xmlns:a16="http://schemas.microsoft.com/office/drawing/2014/main" id="{44348F40-3CBE-4630-8557-8B6426DC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454"/>
                <a:ext cx="997" cy="904"/>
              </a:xfrm>
              <a:custGeom>
                <a:avLst/>
                <a:gdLst>
                  <a:gd name="T0" fmla="*/ 6132 w 399"/>
                  <a:gd name="T1" fmla="*/ 2355 h 339"/>
                  <a:gd name="T2" fmla="*/ 4883 w 399"/>
                  <a:gd name="T3" fmla="*/ 149 h 339"/>
                  <a:gd name="T4" fmla="*/ 4978 w 399"/>
                  <a:gd name="T5" fmla="*/ 248 h 339"/>
                  <a:gd name="T6" fmla="*/ 5570 w 399"/>
                  <a:gd name="T7" fmla="*/ 1672 h 339"/>
                  <a:gd name="T8" fmla="*/ 5120 w 399"/>
                  <a:gd name="T9" fmla="*/ 3149 h 339"/>
                  <a:gd name="T10" fmla="*/ 3383 w 399"/>
                  <a:gd name="T11" fmla="*/ 4117 h 339"/>
                  <a:gd name="T12" fmla="*/ 967 w 399"/>
                  <a:gd name="T13" fmla="*/ 1992 h 339"/>
                  <a:gd name="T14" fmla="*/ 1417 w 399"/>
                  <a:gd name="T15" fmla="*/ 512 h 339"/>
                  <a:gd name="T16" fmla="*/ 1937 w 399"/>
                  <a:gd name="T17" fmla="*/ 0 h 339"/>
                  <a:gd name="T18" fmla="*/ 262 w 399"/>
                  <a:gd name="T19" fmla="*/ 2467 h 339"/>
                  <a:gd name="T20" fmla="*/ 780 w 399"/>
                  <a:gd name="T21" fmla="*/ 5291 h 339"/>
                  <a:gd name="T22" fmla="*/ 3008 w 399"/>
                  <a:gd name="T23" fmla="*/ 6429 h 339"/>
                  <a:gd name="T24" fmla="*/ 6132 w 399"/>
                  <a:gd name="T25" fmla="*/ 3755 h 339"/>
                  <a:gd name="T26" fmla="*/ 6132 w 399"/>
                  <a:gd name="T27" fmla="*/ 2355 h 3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9" h="339">
                    <a:moveTo>
                      <a:pt x="393" y="124"/>
                    </a:moveTo>
                    <a:cubicBezTo>
                      <a:pt x="384" y="68"/>
                      <a:pt x="346" y="28"/>
                      <a:pt x="313" y="8"/>
                    </a:cubicBezTo>
                    <a:cubicBezTo>
                      <a:pt x="315" y="10"/>
                      <a:pt x="317" y="12"/>
                      <a:pt x="319" y="13"/>
                    </a:cubicBezTo>
                    <a:cubicBezTo>
                      <a:pt x="342" y="33"/>
                      <a:pt x="355" y="60"/>
                      <a:pt x="357" y="88"/>
                    </a:cubicBezTo>
                    <a:cubicBezTo>
                      <a:pt x="358" y="115"/>
                      <a:pt x="348" y="143"/>
                      <a:pt x="328" y="166"/>
                    </a:cubicBezTo>
                    <a:cubicBezTo>
                      <a:pt x="302" y="196"/>
                      <a:pt x="261" y="214"/>
                      <a:pt x="217" y="217"/>
                    </a:cubicBezTo>
                    <a:cubicBezTo>
                      <a:pt x="136" y="222"/>
                      <a:pt x="66" y="172"/>
                      <a:pt x="62" y="105"/>
                    </a:cubicBezTo>
                    <a:cubicBezTo>
                      <a:pt x="61" y="78"/>
                      <a:pt x="71" y="50"/>
                      <a:pt x="91" y="27"/>
                    </a:cubicBezTo>
                    <a:cubicBezTo>
                      <a:pt x="100" y="17"/>
                      <a:pt x="112" y="7"/>
                      <a:pt x="124" y="0"/>
                    </a:cubicBezTo>
                    <a:cubicBezTo>
                      <a:pt x="66" y="28"/>
                      <a:pt x="33" y="65"/>
                      <a:pt x="17" y="130"/>
                    </a:cubicBezTo>
                    <a:cubicBezTo>
                      <a:pt x="0" y="198"/>
                      <a:pt x="22" y="247"/>
                      <a:pt x="50" y="279"/>
                    </a:cubicBezTo>
                    <a:cubicBezTo>
                      <a:pt x="81" y="318"/>
                      <a:pt x="134" y="339"/>
                      <a:pt x="193" y="339"/>
                    </a:cubicBezTo>
                    <a:cubicBezTo>
                      <a:pt x="294" y="339"/>
                      <a:pt x="375" y="283"/>
                      <a:pt x="393" y="198"/>
                    </a:cubicBezTo>
                    <a:cubicBezTo>
                      <a:pt x="399" y="173"/>
                      <a:pt x="398" y="151"/>
                      <a:pt x="393" y="124"/>
                    </a:cubicBezTo>
                    <a:close/>
                  </a:path>
                </a:pathLst>
              </a:custGeom>
              <a:solidFill>
                <a:srgbClr val="D87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20">
                <a:extLst>
                  <a:ext uri="{FF2B5EF4-FFF2-40B4-BE49-F238E27FC236}">
                    <a16:creationId xmlns:a16="http://schemas.microsoft.com/office/drawing/2014/main" id="{A494B05D-A097-44B4-8409-CBF7B2F04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47"/>
                <a:ext cx="830" cy="798"/>
              </a:xfrm>
              <a:custGeom>
                <a:avLst/>
                <a:gdLst>
                  <a:gd name="T0" fmla="*/ 5113 w 332"/>
                  <a:gd name="T1" fmla="*/ 1711 h 299"/>
                  <a:gd name="T2" fmla="*/ 4458 w 332"/>
                  <a:gd name="T3" fmla="*/ 136 h 299"/>
                  <a:gd name="T4" fmla="*/ 4533 w 332"/>
                  <a:gd name="T5" fmla="*/ 419 h 299"/>
                  <a:gd name="T6" fmla="*/ 4833 w 332"/>
                  <a:gd name="T7" fmla="*/ 1425 h 299"/>
                  <a:gd name="T8" fmla="*/ 4845 w 332"/>
                  <a:gd name="T9" fmla="*/ 2792 h 299"/>
                  <a:gd name="T10" fmla="*/ 1813 w 332"/>
                  <a:gd name="T11" fmla="*/ 5399 h 299"/>
                  <a:gd name="T12" fmla="*/ 0 w 332"/>
                  <a:gd name="T13" fmla="*/ 4716 h 299"/>
                  <a:gd name="T14" fmla="*/ 2083 w 332"/>
                  <a:gd name="T15" fmla="*/ 5685 h 299"/>
                  <a:gd name="T16" fmla="*/ 5113 w 332"/>
                  <a:gd name="T17" fmla="*/ 3077 h 299"/>
                  <a:gd name="T18" fmla="*/ 5113 w 332"/>
                  <a:gd name="T19" fmla="*/ 1711 h 2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2" h="299">
                    <a:moveTo>
                      <a:pt x="327" y="90"/>
                    </a:moveTo>
                    <a:cubicBezTo>
                      <a:pt x="321" y="56"/>
                      <a:pt x="304" y="28"/>
                      <a:pt x="285" y="7"/>
                    </a:cubicBezTo>
                    <a:cubicBezTo>
                      <a:pt x="278" y="0"/>
                      <a:pt x="283" y="9"/>
                      <a:pt x="290" y="22"/>
                    </a:cubicBezTo>
                    <a:cubicBezTo>
                      <a:pt x="299" y="37"/>
                      <a:pt x="306" y="55"/>
                      <a:pt x="309" y="75"/>
                    </a:cubicBezTo>
                    <a:cubicBezTo>
                      <a:pt x="314" y="101"/>
                      <a:pt x="315" y="122"/>
                      <a:pt x="310" y="147"/>
                    </a:cubicBezTo>
                    <a:cubicBezTo>
                      <a:pt x="292" y="229"/>
                      <a:pt x="214" y="284"/>
                      <a:pt x="116" y="284"/>
                    </a:cubicBezTo>
                    <a:cubicBezTo>
                      <a:pt x="71" y="284"/>
                      <a:pt x="30" y="271"/>
                      <a:pt x="0" y="248"/>
                    </a:cubicBezTo>
                    <a:cubicBezTo>
                      <a:pt x="31" y="281"/>
                      <a:pt x="80" y="299"/>
                      <a:pt x="133" y="299"/>
                    </a:cubicBezTo>
                    <a:cubicBezTo>
                      <a:pt x="231" y="299"/>
                      <a:pt x="309" y="244"/>
                      <a:pt x="327" y="162"/>
                    </a:cubicBezTo>
                    <a:cubicBezTo>
                      <a:pt x="332" y="138"/>
                      <a:pt x="331" y="116"/>
                      <a:pt x="327" y="90"/>
                    </a:cubicBezTo>
                    <a:close/>
                  </a:path>
                </a:pathLst>
              </a:custGeom>
              <a:solidFill>
                <a:srgbClr val="CF4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21">
                <a:extLst>
                  <a:ext uri="{FF2B5EF4-FFF2-40B4-BE49-F238E27FC236}">
                    <a16:creationId xmlns:a16="http://schemas.microsoft.com/office/drawing/2014/main" id="{5555D94B-E0FF-48CA-844D-3C9CF5114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838"/>
                <a:ext cx="642" cy="237"/>
              </a:xfrm>
              <a:custGeom>
                <a:avLst/>
                <a:gdLst>
                  <a:gd name="T0" fmla="*/ 3994 w 257"/>
                  <a:gd name="T1" fmla="*/ 644 h 89"/>
                  <a:gd name="T2" fmla="*/ 2308 w 257"/>
                  <a:gd name="T3" fmla="*/ 1624 h 89"/>
                  <a:gd name="T4" fmla="*/ 480 w 257"/>
                  <a:gd name="T5" fmla="*/ 887 h 89"/>
                  <a:gd name="T6" fmla="*/ 0 w 257"/>
                  <a:gd name="T7" fmla="*/ 0 h 89"/>
                  <a:gd name="T8" fmla="*/ 450 w 257"/>
                  <a:gd name="T9" fmla="*/ 759 h 89"/>
                  <a:gd name="T10" fmla="*/ 2308 w 257"/>
                  <a:gd name="T11" fmla="*/ 1489 h 89"/>
                  <a:gd name="T12" fmla="*/ 3994 w 257"/>
                  <a:gd name="T13" fmla="*/ 623 h 89"/>
                  <a:gd name="T14" fmla="*/ 3994 w 257"/>
                  <a:gd name="T15" fmla="*/ 644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7" h="89">
                    <a:moveTo>
                      <a:pt x="256" y="34"/>
                    </a:moveTo>
                    <a:cubicBezTo>
                      <a:pt x="231" y="66"/>
                      <a:pt x="193" y="84"/>
                      <a:pt x="148" y="86"/>
                    </a:cubicBezTo>
                    <a:cubicBezTo>
                      <a:pt x="101" y="89"/>
                      <a:pt x="63" y="76"/>
                      <a:pt x="31" y="47"/>
                    </a:cubicBezTo>
                    <a:cubicBezTo>
                      <a:pt x="14" y="30"/>
                      <a:pt x="4" y="15"/>
                      <a:pt x="0" y="0"/>
                    </a:cubicBezTo>
                    <a:cubicBezTo>
                      <a:pt x="2" y="6"/>
                      <a:pt x="5" y="15"/>
                      <a:pt x="29" y="40"/>
                    </a:cubicBezTo>
                    <a:cubicBezTo>
                      <a:pt x="57" y="66"/>
                      <a:pt x="102" y="82"/>
                      <a:pt x="148" y="79"/>
                    </a:cubicBezTo>
                    <a:cubicBezTo>
                      <a:pt x="190" y="77"/>
                      <a:pt x="229" y="60"/>
                      <a:pt x="256" y="33"/>
                    </a:cubicBezTo>
                    <a:cubicBezTo>
                      <a:pt x="257" y="31"/>
                      <a:pt x="257" y="32"/>
                      <a:pt x="256" y="34"/>
                    </a:cubicBezTo>
                    <a:close/>
                  </a:path>
                </a:pathLst>
              </a:custGeom>
              <a:solidFill>
                <a:srgbClr val="EB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22">
                <a:extLst>
                  <a:ext uri="{FF2B5EF4-FFF2-40B4-BE49-F238E27FC236}">
                    <a16:creationId xmlns:a16="http://schemas.microsoft.com/office/drawing/2014/main" id="{96AE073B-C0BB-42F1-97CF-C9467AC4E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785"/>
                <a:ext cx="628" cy="234"/>
              </a:xfrm>
              <a:custGeom>
                <a:avLst/>
                <a:gdLst>
                  <a:gd name="T0" fmla="*/ 3913 w 251"/>
                  <a:gd name="T1" fmla="*/ 622 h 88"/>
                  <a:gd name="T2" fmla="*/ 2284 w 251"/>
                  <a:gd name="T3" fmla="*/ 1598 h 88"/>
                  <a:gd name="T4" fmla="*/ 458 w 251"/>
                  <a:gd name="T5" fmla="*/ 883 h 88"/>
                  <a:gd name="T6" fmla="*/ 0 w 251"/>
                  <a:gd name="T7" fmla="*/ 0 h 88"/>
                  <a:gd name="T8" fmla="*/ 458 w 251"/>
                  <a:gd name="T9" fmla="*/ 806 h 88"/>
                  <a:gd name="T10" fmla="*/ 2272 w 251"/>
                  <a:gd name="T11" fmla="*/ 1505 h 88"/>
                  <a:gd name="T12" fmla="*/ 3913 w 251"/>
                  <a:gd name="T13" fmla="*/ 601 h 88"/>
                  <a:gd name="T14" fmla="*/ 3913 w 251"/>
                  <a:gd name="T15" fmla="*/ 622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88">
                    <a:moveTo>
                      <a:pt x="250" y="33"/>
                    </a:moveTo>
                    <a:cubicBezTo>
                      <a:pt x="220" y="65"/>
                      <a:pt x="191" y="82"/>
                      <a:pt x="146" y="85"/>
                    </a:cubicBezTo>
                    <a:cubicBezTo>
                      <a:pt x="99" y="88"/>
                      <a:pt x="62" y="76"/>
                      <a:pt x="29" y="47"/>
                    </a:cubicBezTo>
                    <a:cubicBezTo>
                      <a:pt x="13" y="30"/>
                      <a:pt x="4" y="15"/>
                      <a:pt x="0" y="0"/>
                    </a:cubicBezTo>
                    <a:cubicBezTo>
                      <a:pt x="2" y="6"/>
                      <a:pt x="6" y="17"/>
                      <a:pt x="29" y="43"/>
                    </a:cubicBezTo>
                    <a:cubicBezTo>
                      <a:pt x="58" y="68"/>
                      <a:pt x="98" y="83"/>
                      <a:pt x="145" y="80"/>
                    </a:cubicBezTo>
                    <a:cubicBezTo>
                      <a:pt x="186" y="78"/>
                      <a:pt x="223" y="59"/>
                      <a:pt x="250" y="32"/>
                    </a:cubicBezTo>
                    <a:cubicBezTo>
                      <a:pt x="251" y="31"/>
                      <a:pt x="251" y="31"/>
                      <a:pt x="250" y="33"/>
                    </a:cubicBezTo>
                    <a:close/>
                  </a:path>
                </a:pathLst>
              </a:custGeom>
              <a:solidFill>
                <a:srgbClr val="FBF2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23">
                <a:extLst>
                  <a:ext uri="{FF2B5EF4-FFF2-40B4-BE49-F238E27FC236}">
                    <a16:creationId xmlns:a16="http://schemas.microsoft.com/office/drawing/2014/main" id="{97FB712A-E653-42E2-8C43-1E17915F0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633"/>
                <a:ext cx="215" cy="456"/>
              </a:xfrm>
              <a:custGeom>
                <a:avLst/>
                <a:gdLst>
                  <a:gd name="T0" fmla="*/ 1145 w 86"/>
                  <a:gd name="T1" fmla="*/ 512 h 171"/>
                  <a:gd name="T2" fmla="*/ 958 w 86"/>
                  <a:gd name="T3" fmla="*/ 307 h 171"/>
                  <a:gd name="T4" fmla="*/ 970 w 86"/>
                  <a:gd name="T5" fmla="*/ 136 h 171"/>
                  <a:gd name="T6" fmla="*/ 1083 w 86"/>
                  <a:gd name="T7" fmla="*/ 0 h 171"/>
                  <a:gd name="T8" fmla="*/ 125 w 86"/>
                  <a:gd name="T9" fmla="*/ 605 h 171"/>
                  <a:gd name="T10" fmla="*/ 220 w 86"/>
                  <a:gd name="T11" fmla="*/ 1080 h 171"/>
                  <a:gd name="T12" fmla="*/ 220 w 86"/>
                  <a:gd name="T13" fmla="*/ 2483 h 171"/>
                  <a:gd name="T14" fmla="*/ 0 w 86"/>
                  <a:gd name="T15" fmla="*/ 3243 h 171"/>
                  <a:gd name="T16" fmla="*/ 550 w 86"/>
                  <a:gd name="T17" fmla="*/ 1592 h 171"/>
                  <a:gd name="T18" fmla="*/ 1345 w 86"/>
                  <a:gd name="T19" fmla="*/ 512 h 171"/>
                  <a:gd name="T20" fmla="*/ 1145 w 86"/>
                  <a:gd name="T21" fmla="*/ 512 h 1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71">
                    <a:moveTo>
                      <a:pt x="73" y="27"/>
                    </a:moveTo>
                    <a:cubicBezTo>
                      <a:pt x="68" y="25"/>
                      <a:pt x="63" y="21"/>
                      <a:pt x="61" y="16"/>
                    </a:cubicBezTo>
                    <a:cubicBezTo>
                      <a:pt x="60" y="13"/>
                      <a:pt x="60" y="10"/>
                      <a:pt x="62" y="7"/>
                    </a:cubicBezTo>
                    <a:cubicBezTo>
                      <a:pt x="64" y="4"/>
                      <a:pt x="66" y="2"/>
                      <a:pt x="69" y="0"/>
                    </a:cubicBezTo>
                    <a:cubicBezTo>
                      <a:pt x="35" y="9"/>
                      <a:pt x="5" y="26"/>
                      <a:pt x="8" y="32"/>
                    </a:cubicBezTo>
                    <a:cubicBezTo>
                      <a:pt x="10" y="40"/>
                      <a:pt x="13" y="48"/>
                      <a:pt x="14" y="57"/>
                    </a:cubicBezTo>
                    <a:cubicBezTo>
                      <a:pt x="19" y="84"/>
                      <a:pt x="20" y="106"/>
                      <a:pt x="14" y="131"/>
                    </a:cubicBezTo>
                    <a:cubicBezTo>
                      <a:pt x="11" y="145"/>
                      <a:pt x="6" y="159"/>
                      <a:pt x="0" y="171"/>
                    </a:cubicBezTo>
                    <a:cubicBezTo>
                      <a:pt x="20" y="149"/>
                      <a:pt x="21" y="128"/>
                      <a:pt x="35" y="84"/>
                    </a:cubicBezTo>
                    <a:cubicBezTo>
                      <a:pt x="48" y="40"/>
                      <a:pt x="72" y="33"/>
                      <a:pt x="86" y="27"/>
                    </a:cubicBezTo>
                    <a:cubicBezTo>
                      <a:pt x="82" y="28"/>
                      <a:pt x="78" y="28"/>
                      <a:pt x="73" y="27"/>
                    </a:cubicBezTo>
                    <a:close/>
                  </a:path>
                </a:pathLst>
              </a:custGeom>
              <a:solidFill>
                <a:srgbClr val="CFE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24">
                <a:extLst>
                  <a:ext uri="{FF2B5EF4-FFF2-40B4-BE49-F238E27FC236}">
                    <a16:creationId xmlns:a16="http://schemas.microsoft.com/office/drawing/2014/main" id="{A4F65657-8867-4747-8A4B-8EC7EFDAE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22"/>
                <a:ext cx="85" cy="85"/>
              </a:xfrm>
              <a:custGeom>
                <a:avLst/>
                <a:gdLst>
                  <a:gd name="T0" fmla="*/ 395 w 34"/>
                  <a:gd name="T1" fmla="*/ 56 h 32"/>
                  <a:gd name="T2" fmla="*/ 33 w 34"/>
                  <a:gd name="T3" fmla="*/ 205 h 32"/>
                  <a:gd name="T4" fmla="*/ 20 w 34"/>
                  <a:gd name="T5" fmla="*/ 375 h 32"/>
                  <a:gd name="T6" fmla="*/ 158 w 34"/>
                  <a:gd name="T7" fmla="*/ 545 h 32"/>
                  <a:gd name="T8" fmla="*/ 500 w 34"/>
                  <a:gd name="T9" fmla="*/ 409 h 32"/>
                  <a:gd name="T10" fmla="*/ 520 w 34"/>
                  <a:gd name="T11" fmla="*/ 226 h 32"/>
                  <a:gd name="T12" fmla="*/ 395 w 34"/>
                  <a:gd name="T13" fmla="*/ 5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2">
                    <a:moveTo>
                      <a:pt x="25" y="3"/>
                    </a:moveTo>
                    <a:cubicBezTo>
                      <a:pt x="15" y="0"/>
                      <a:pt x="6" y="3"/>
                      <a:pt x="2" y="11"/>
                    </a:cubicBezTo>
                    <a:cubicBezTo>
                      <a:pt x="0" y="14"/>
                      <a:pt x="0" y="17"/>
                      <a:pt x="1" y="20"/>
                    </a:cubicBezTo>
                    <a:cubicBezTo>
                      <a:pt x="3" y="24"/>
                      <a:pt x="6" y="27"/>
                      <a:pt x="10" y="29"/>
                    </a:cubicBezTo>
                    <a:cubicBezTo>
                      <a:pt x="19" y="32"/>
                      <a:pt x="28" y="29"/>
                      <a:pt x="32" y="22"/>
                    </a:cubicBezTo>
                    <a:cubicBezTo>
                      <a:pt x="34" y="19"/>
                      <a:pt x="34" y="15"/>
                      <a:pt x="33" y="12"/>
                    </a:cubicBezTo>
                    <a:cubicBezTo>
                      <a:pt x="31" y="8"/>
                      <a:pt x="28" y="5"/>
                      <a:pt x="25" y="3"/>
                    </a:cubicBezTo>
                    <a:close/>
                  </a:path>
                </a:pathLst>
              </a:custGeom>
              <a:solidFill>
                <a:srgbClr val="127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25">
                <a:extLst>
                  <a:ext uri="{FF2B5EF4-FFF2-40B4-BE49-F238E27FC236}">
                    <a16:creationId xmlns:a16="http://schemas.microsoft.com/office/drawing/2014/main" id="{F3DE738F-87F4-42CB-8E78-B6ACB15D1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537"/>
                <a:ext cx="258" cy="330"/>
              </a:xfrm>
              <a:custGeom>
                <a:avLst/>
                <a:gdLst>
                  <a:gd name="T0" fmla="*/ 0 w 103"/>
                  <a:gd name="T1" fmla="*/ 2302 h 124"/>
                  <a:gd name="T2" fmla="*/ 1505 w 103"/>
                  <a:gd name="T3" fmla="*/ 660 h 124"/>
                  <a:gd name="T4" fmla="*/ 1318 w 103"/>
                  <a:gd name="T5" fmla="*/ 0 h 124"/>
                  <a:gd name="T6" fmla="*/ 1525 w 103"/>
                  <a:gd name="T7" fmla="*/ 1203 h 124"/>
                  <a:gd name="T8" fmla="*/ 0 w 103"/>
                  <a:gd name="T9" fmla="*/ 2302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124">
                    <a:moveTo>
                      <a:pt x="0" y="122"/>
                    </a:moveTo>
                    <a:cubicBezTo>
                      <a:pt x="56" y="119"/>
                      <a:pt x="98" y="80"/>
                      <a:pt x="96" y="35"/>
                    </a:cubicBezTo>
                    <a:cubicBezTo>
                      <a:pt x="95" y="22"/>
                      <a:pt x="91" y="11"/>
                      <a:pt x="84" y="0"/>
                    </a:cubicBezTo>
                    <a:cubicBezTo>
                      <a:pt x="98" y="22"/>
                      <a:pt x="103" y="37"/>
                      <a:pt x="97" y="64"/>
                    </a:cubicBezTo>
                    <a:cubicBezTo>
                      <a:pt x="90" y="90"/>
                      <a:pt x="49" y="124"/>
                      <a:pt x="0" y="1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26">
                <a:extLst>
                  <a:ext uri="{FF2B5EF4-FFF2-40B4-BE49-F238E27FC236}">
                    <a16:creationId xmlns:a16="http://schemas.microsoft.com/office/drawing/2014/main" id="{BFDD066A-3292-49FB-B477-681780F33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515"/>
                <a:ext cx="257" cy="331"/>
              </a:xfrm>
              <a:custGeom>
                <a:avLst/>
                <a:gdLst>
                  <a:gd name="T0" fmla="*/ 0 w 103"/>
                  <a:gd name="T1" fmla="*/ 2301 h 124"/>
                  <a:gd name="T2" fmla="*/ 1445 w 103"/>
                  <a:gd name="T3" fmla="*/ 662 h 124"/>
                  <a:gd name="T4" fmla="*/ 1287 w 103"/>
                  <a:gd name="T5" fmla="*/ 0 h 124"/>
                  <a:gd name="T6" fmla="*/ 1495 w 103"/>
                  <a:gd name="T7" fmla="*/ 1196 h 124"/>
                  <a:gd name="T8" fmla="*/ 0 w 103"/>
                  <a:gd name="T9" fmla="*/ 2301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124">
                    <a:moveTo>
                      <a:pt x="0" y="121"/>
                    </a:moveTo>
                    <a:cubicBezTo>
                      <a:pt x="55" y="118"/>
                      <a:pt x="96" y="79"/>
                      <a:pt x="93" y="35"/>
                    </a:cubicBezTo>
                    <a:cubicBezTo>
                      <a:pt x="93" y="22"/>
                      <a:pt x="90" y="10"/>
                      <a:pt x="83" y="0"/>
                    </a:cubicBezTo>
                    <a:cubicBezTo>
                      <a:pt x="98" y="22"/>
                      <a:pt x="103" y="37"/>
                      <a:pt x="96" y="63"/>
                    </a:cubicBezTo>
                    <a:cubicBezTo>
                      <a:pt x="90" y="89"/>
                      <a:pt x="48" y="124"/>
                      <a:pt x="0" y="121"/>
                    </a:cubicBezTo>
                    <a:close/>
                  </a:path>
                </a:pathLst>
              </a:custGeom>
              <a:solidFill>
                <a:srgbClr val="950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27">
                <a:extLst>
                  <a:ext uri="{FF2B5EF4-FFF2-40B4-BE49-F238E27FC236}">
                    <a16:creationId xmlns:a16="http://schemas.microsoft.com/office/drawing/2014/main" id="{43F1CB1F-85BD-4E5D-B723-2E4C8CD57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657"/>
                <a:ext cx="102" cy="186"/>
              </a:xfrm>
              <a:custGeom>
                <a:avLst/>
                <a:gdLst>
                  <a:gd name="T0" fmla="*/ 0 w 41"/>
                  <a:gd name="T1" fmla="*/ 409 h 70"/>
                  <a:gd name="T2" fmla="*/ 632 w 41"/>
                  <a:gd name="T3" fmla="*/ 0 h 70"/>
                  <a:gd name="T4" fmla="*/ 167 w 41"/>
                  <a:gd name="T5" fmla="*/ 545 h 70"/>
                  <a:gd name="T6" fmla="*/ 124 w 41"/>
                  <a:gd name="T7" fmla="*/ 1313 h 70"/>
                  <a:gd name="T8" fmla="*/ 0 w 41"/>
                  <a:gd name="T9" fmla="*/ 409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0">
                    <a:moveTo>
                      <a:pt x="0" y="22"/>
                    </a:moveTo>
                    <a:cubicBezTo>
                      <a:pt x="9" y="14"/>
                      <a:pt x="24" y="4"/>
                      <a:pt x="41" y="0"/>
                    </a:cubicBezTo>
                    <a:cubicBezTo>
                      <a:pt x="24" y="7"/>
                      <a:pt x="15" y="14"/>
                      <a:pt x="11" y="29"/>
                    </a:cubicBezTo>
                    <a:cubicBezTo>
                      <a:pt x="6" y="45"/>
                      <a:pt x="12" y="57"/>
                      <a:pt x="8" y="70"/>
                    </a:cubicBezTo>
                    <a:cubicBezTo>
                      <a:pt x="8" y="54"/>
                      <a:pt x="3" y="33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28">
                <a:extLst>
                  <a:ext uri="{FF2B5EF4-FFF2-40B4-BE49-F238E27FC236}">
                    <a16:creationId xmlns:a16="http://schemas.microsoft.com/office/drawing/2014/main" id="{A22E125C-40D2-4837-8856-8F1CD02D9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782"/>
                <a:ext cx="70" cy="339"/>
              </a:xfrm>
              <a:custGeom>
                <a:avLst/>
                <a:gdLst>
                  <a:gd name="T0" fmla="*/ 283 w 28"/>
                  <a:gd name="T1" fmla="*/ 0 h 127"/>
                  <a:gd name="T2" fmla="*/ 438 w 28"/>
                  <a:gd name="T3" fmla="*/ 2416 h 127"/>
                  <a:gd name="T4" fmla="*/ 283 w 28"/>
                  <a:gd name="T5" fmla="*/ 0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7">
                    <a:moveTo>
                      <a:pt x="18" y="0"/>
                    </a:moveTo>
                    <a:cubicBezTo>
                      <a:pt x="6" y="19"/>
                      <a:pt x="0" y="84"/>
                      <a:pt x="28" y="127"/>
                    </a:cubicBezTo>
                    <a:cubicBezTo>
                      <a:pt x="20" y="107"/>
                      <a:pt x="7" y="57"/>
                      <a:pt x="18" y="0"/>
                    </a:cubicBezTo>
                    <a:close/>
                  </a:path>
                </a:pathLst>
              </a:custGeom>
              <a:solidFill>
                <a:srgbClr val="EB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29">
                <a:extLst>
                  <a:ext uri="{FF2B5EF4-FFF2-40B4-BE49-F238E27FC236}">
                    <a16:creationId xmlns:a16="http://schemas.microsoft.com/office/drawing/2014/main" id="{CA69FF12-1EAF-47AA-821F-A255BC594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534"/>
                <a:ext cx="45" cy="35"/>
              </a:xfrm>
              <a:custGeom>
                <a:avLst/>
                <a:gdLst>
                  <a:gd name="T0" fmla="*/ 0 w 18"/>
                  <a:gd name="T1" fmla="*/ 218 h 13"/>
                  <a:gd name="T2" fmla="*/ 283 w 18"/>
                  <a:gd name="T3" fmla="*/ 0 h 13"/>
                  <a:gd name="T4" fmla="*/ 0 w 18"/>
                  <a:gd name="T5" fmla="*/ 21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1"/>
                    </a:moveTo>
                    <a:cubicBezTo>
                      <a:pt x="7" y="11"/>
                      <a:pt x="15" y="7"/>
                      <a:pt x="18" y="0"/>
                    </a:cubicBezTo>
                    <a:cubicBezTo>
                      <a:pt x="17" y="9"/>
                      <a:pt x="9" y="13"/>
                      <a:pt x="0" y="11"/>
                    </a:cubicBezTo>
                    <a:close/>
                  </a:path>
                </a:pathLst>
              </a:custGeom>
              <a:solidFill>
                <a:srgbClr val="D998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30">
                <a:extLst>
                  <a:ext uri="{FF2B5EF4-FFF2-40B4-BE49-F238E27FC236}">
                    <a16:creationId xmlns:a16="http://schemas.microsoft.com/office/drawing/2014/main" id="{131C24C7-F2B3-4FE7-9EF8-7D046DE59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787"/>
                <a:ext cx="497" cy="558"/>
              </a:xfrm>
              <a:custGeom>
                <a:avLst/>
                <a:gdLst>
                  <a:gd name="T0" fmla="*/ 0 w 199"/>
                  <a:gd name="T1" fmla="*/ 3978 h 209"/>
                  <a:gd name="T2" fmla="*/ 3024 w 199"/>
                  <a:gd name="T3" fmla="*/ 1370 h 209"/>
                  <a:gd name="T4" fmla="*/ 3024 w 199"/>
                  <a:gd name="T5" fmla="*/ 0 h 209"/>
                  <a:gd name="T6" fmla="*/ 2215 w 199"/>
                  <a:gd name="T7" fmla="*/ 2851 h 209"/>
                  <a:gd name="T8" fmla="*/ 0 w 199"/>
                  <a:gd name="T9" fmla="*/ 3978 h 2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209">
                    <a:moveTo>
                      <a:pt x="0" y="209"/>
                    </a:moveTo>
                    <a:cubicBezTo>
                      <a:pt x="98" y="209"/>
                      <a:pt x="176" y="154"/>
                      <a:pt x="194" y="72"/>
                    </a:cubicBezTo>
                    <a:cubicBezTo>
                      <a:pt x="199" y="48"/>
                      <a:pt x="198" y="26"/>
                      <a:pt x="194" y="0"/>
                    </a:cubicBezTo>
                    <a:cubicBezTo>
                      <a:pt x="198" y="49"/>
                      <a:pt x="187" y="110"/>
                      <a:pt x="142" y="150"/>
                    </a:cubicBezTo>
                    <a:cubicBezTo>
                      <a:pt x="96" y="190"/>
                      <a:pt x="41" y="204"/>
                      <a:pt x="0" y="209"/>
                    </a:cubicBezTo>
                    <a:close/>
                  </a:path>
                </a:pathLst>
              </a:custGeom>
              <a:solidFill>
                <a:srgbClr val="C30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31">
                <a:extLst>
                  <a:ext uri="{FF2B5EF4-FFF2-40B4-BE49-F238E27FC236}">
                    <a16:creationId xmlns:a16="http://schemas.microsoft.com/office/drawing/2014/main" id="{9EC7688C-663E-42BB-BFFB-57E569AE3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654"/>
                <a:ext cx="45" cy="48"/>
              </a:xfrm>
              <a:custGeom>
                <a:avLst/>
                <a:gdLst>
                  <a:gd name="T0" fmla="*/ 0 w 18"/>
                  <a:gd name="T1" fmla="*/ 341 h 18"/>
                  <a:gd name="T2" fmla="*/ 238 w 18"/>
                  <a:gd name="T3" fmla="*/ 0 h 18"/>
                  <a:gd name="T4" fmla="*/ 0 w 18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0" y="18"/>
                    </a:moveTo>
                    <a:cubicBezTo>
                      <a:pt x="15" y="15"/>
                      <a:pt x="16" y="4"/>
                      <a:pt x="15" y="0"/>
                    </a:cubicBezTo>
                    <a:cubicBezTo>
                      <a:pt x="18" y="5"/>
                      <a:pt x="17" y="17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32">
                <a:extLst>
                  <a:ext uri="{FF2B5EF4-FFF2-40B4-BE49-F238E27FC236}">
                    <a16:creationId xmlns:a16="http://schemas.microsoft.com/office/drawing/2014/main" id="{C23EC743-ACBA-4F16-93B1-06E547D1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729"/>
                <a:ext cx="143" cy="338"/>
              </a:xfrm>
              <a:custGeom>
                <a:avLst/>
                <a:gdLst>
                  <a:gd name="T0" fmla="*/ 901 w 57"/>
                  <a:gd name="T1" fmla="*/ 0 h 127"/>
                  <a:gd name="T2" fmla="*/ 429 w 57"/>
                  <a:gd name="T3" fmla="*/ 623 h 127"/>
                  <a:gd name="T4" fmla="*/ 221 w 57"/>
                  <a:gd name="T5" fmla="*/ 1019 h 127"/>
                  <a:gd name="T6" fmla="*/ 158 w 57"/>
                  <a:gd name="T7" fmla="*/ 1791 h 127"/>
                  <a:gd name="T8" fmla="*/ 0 w 57"/>
                  <a:gd name="T9" fmla="*/ 2395 h 127"/>
                  <a:gd name="T10" fmla="*/ 0 w 57"/>
                  <a:gd name="T11" fmla="*/ 2395 h 127"/>
                  <a:gd name="T12" fmla="*/ 396 w 57"/>
                  <a:gd name="T13" fmla="*/ 1078 h 127"/>
                  <a:gd name="T14" fmla="*/ 901 w 57"/>
                  <a:gd name="T15" fmla="*/ 0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27">
                    <a:moveTo>
                      <a:pt x="57" y="0"/>
                    </a:moveTo>
                    <a:cubicBezTo>
                      <a:pt x="51" y="1"/>
                      <a:pt x="31" y="23"/>
                      <a:pt x="27" y="33"/>
                    </a:cubicBezTo>
                    <a:cubicBezTo>
                      <a:pt x="24" y="42"/>
                      <a:pt x="19" y="55"/>
                      <a:pt x="14" y="54"/>
                    </a:cubicBezTo>
                    <a:cubicBezTo>
                      <a:pt x="14" y="68"/>
                      <a:pt x="13" y="81"/>
                      <a:pt x="10" y="95"/>
                    </a:cubicBezTo>
                    <a:cubicBezTo>
                      <a:pt x="8" y="107"/>
                      <a:pt x="4" y="117"/>
                      <a:pt x="0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10" y="115"/>
                      <a:pt x="18" y="84"/>
                      <a:pt x="25" y="57"/>
                    </a:cubicBezTo>
                    <a:cubicBezTo>
                      <a:pt x="32" y="30"/>
                      <a:pt x="43" y="7"/>
                      <a:pt x="57" y="0"/>
                    </a:cubicBezTo>
                    <a:close/>
                  </a:path>
                </a:pathLst>
              </a:custGeom>
              <a:solidFill>
                <a:srgbClr val="B4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33">
                <a:extLst>
                  <a:ext uri="{FF2B5EF4-FFF2-40B4-BE49-F238E27FC236}">
                    <a16:creationId xmlns:a16="http://schemas.microsoft.com/office/drawing/2014/main" id="{BF9C054D-7F35-4F76-BAEF-22EC238DE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66"/>
                <a:ext cx="393" cy="224"/>
              </a:xfrm>
              <a:custGeom>
                <a:avLst/>
                <a:gdLst>
                  <a:gd name="T0" fmla="*/ 1429 w 157"/>
                  <a:gd name="T1" fmla="*/ 968 h 84"/>
                  <a:gd name="T2" fmla="*/ 2463 w 157"/>
                  <a:gd name="T3" fmla="*/ 0 h 84"/>
                  <a:gd name="T4" fmla="*/ 0 w 157"/>
                  <a:gd name="T5" fmla="*/ 1331 h 84"/>
                  <a:gd name="T6" fmla="*/ 1429 w 157"/>
                  <a:gd name="T7" fmla="*/ 968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7" h="84">
                    <a:moveTo>
                      <a:pt x="91" y="51"/>
                    </a:moveTo>
                    <a:cubicBezTo>
                      <a:pt x="113" y="40"/>
                      <a:pt x="135" y="28"/>
                      <a:pt x="157" y="0"/>
                    </a:cubicBezTo>
                    <a:cubicBezTo>
                      <a:pt x="105" y="84"/>
                      <a:pt x="21" y="75"/>
                      <a:pt x="0" y="70"/>
                    </a:cubicBezTo>
                    <a:cubicBezTo>
                      <a:pt x="24" y="70"/>
                      <a:pt x="56" y="68"/>
                      <a:pt x="91" y="51"/>
                    </a:cubicBezTo>
                    <a:close/>
                  </a:path>
                </a:pathLst>
              </a:custGeom>
              <a:solidFill>
                <a:srgbClr val="B4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34">
                <a:extLst>
                  <a:ext uri="{FF2B5EF4-FFF2-40B4-BE49-F238E27FC236}">
                    <a16:creationId xmlns:a16="http://schemas.microsoft.com/office/drawing/2014/main" id="{768239AF-E1BF-4633-AEDF-674FF3CA2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22"/>
                <a:ext cx="95" cy="91"/>
              </a:xfrm>
              <a:custGeom>
                <a:avLst/>
                <a:gdLst>
                  <a:gd name="T0" fmla="*/ 33 w 38"/>
                  <a:gd name="T1" fmla="*/ 209 h 34"/>
                  <a:gd name="T2" fmla="*/ 20 w 38"/>
                  <a:gd name="T3" fmla="*/ 388 h 34"/>
                  <a:gd name="T4" fmla="*/ 208 w 38"/>
                  <a:gd name="T5" fmla="*/ 594 h 34"/>
                  <a:gd name="T6" fmla="*/ 563 w 38"/>
                  <a:gd name="T7" fmla="*/ 458 h 34"/>
                  <a:gd name="T8" fmla="*/ 583 w 38"/>
                  <a:gd name="T9" fmla="*/ 252 h 34"/>
                  <a:gd name="T10" fmla="*/ 395 w 38"/>
                  <a:gd name="T11" fmla="*/ 56 h 34"/>
                  <a:gd name="T12" fmla="*/ 33 w 38"/>
                  <a:gd name="T13" fmla="*/ 20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4">
                    <a:moveTo>
                      <a:pt x="2" y="11"/>
                    </a:moveTo>
                    <a:cubicBezTo>
                      <a:pt x="0" y="14"/>
                      <a:pt x="0" y="17"/>
                      <a:pt x="1" y="20"/>
                    </a:cubicBezTo>
                    <a:cubicBezTo>
                      <a:pt x="3" y="25"/>
                      <a:pt x="8" y="29"/>
                      <a:pt x="13" y="31"/>
                    </a:cubicBezTo>
                    <a:cubicBezTo>
                      <a:pt x="22" y="34"/>
                      <a:pt x="32" y="31"/>
                      <a:pt x="36" y="24"/>
                    </a:cubicBezTo>
                    <a:cubicBezTo>
                      <a:pt x="38" y="20"/>
                      <a:pt x="38" y="17"/>
                      <a:pt x="37" y="13"/>
                    </a:cubicBezTo>
                    <a:cubicBezTo>
                      <a:pt x="35" y="9"/>
                      <a:pt x="31" y="5"/>
                      <a:pt x="25" y="3"/>
                    </a:cubicBezTo>
                    <a:cubicBezTo>
                      <a:pt x="16" y="0"/>
                      <a:pt x="6" y="3"/>
                      <a:pt x="2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35">
                <a:extLst>
                  <a:ext uri="{FF2B5EF4-FFF2-40B4-BE49-F238E27FC236}">
                    <a16:creationId xmlns:a16="http://schemas.microsoft.com/office/drawing/2014/main" id="{E111492F-BF9F-465B-83C9-700A9C64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382"/>
                <a:ext cx="743" cy="664"/>
              </a:xfrm>
              <a:custGeom>
                <a:avLst/>
                <a:gdLst>
                  <a:gd name="T0" fmla="*/ 2209 w 297"/>
                  <a:gd name="T1" fmla="*/ 56 h 249"/>
                  <a:gd name="T2" fmla="*/ 470 w 297"/>
                  <a:gd name="T3" fmla="*/ 1024 h 249"/>
                  <a:gd name="T4" fmla="*/ 20 w 297"/>
                  <a:gd name="T5" fmla="*/ 2504 h 249"/>
                  <a:gd name="T6" fmla="*/ 2442 w 297"/>
                  <a:gd name="T7" fmla="*/ 4629 h 249"/>
                  <a:gd name="T8" fmla="*/ 4180 w 297"/>
                  <a:gd name="T9" fmla="*/ 3661 h 249"/>
                  <a:gd name="T10" fmla="*/ 4631 w 297"/>
                  <a:gd name="T11" fmla="*/ 2184 h 249"/>
                  <a:gd name="T12" fmla="*/ 4038 w 297"/>
                  <a:gd name="T13" fmla="*/ 760 h 249"/>
                  <a:gd name="T14" fmla="*/ 2209 w 297"/>
                  <a:gd name="T15" fmla="*/ 56 h 2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7" h="249">
                    <a:moveTo>
                      <a:pt x="141" y="3"/>
                    </a:moveTo>
                    <a:cubicBezTo>
                      <a:pt x="97" y="6"/>
                      <a:pt x="56" y="24"/>
                      <a:pt x="30" y="54"/>
                    </a:cubicBezTo>
                    <a:cubicBezTo>
                      <a:pt x="10" y="77"/>
                      <a:pt x="0" y="105"/>
                      <a:pt x="1" y="132"/>
                    </a:cubicBezTo>
                    <a:cubicBezTo>
                      <a:pt x="5" y="199"/>
                      <a:pt x="75" y="249"/>
                      <a:pt x="156" y="244"/>
                    </a:cubicBezTo>
                    <a:cubicBezTo>
                      <a:pt x="200" y="241"/>
                      <a:pt x="241" y="223"/>
                      <a:pt x="267" y="193"/>
                    </a:cubicBezTo>
                    <a:cubicBezTo>
                      <a:pt x="287" y="170"/>
                      <a:pt x="297" y="142"/>
                      <a:pt x="296" y="115"/>
                    </a:cubicBezTo>
                    <a:cubicBezTo>
                      <a:pt x="294" y="87"/>
                      <a:pt x="281" y="60"/>
                      <a:pt x="258" y="40"/>
                    </a:cubicBezTo>
                    <a:cubicBezTo>
                      <a:pt x="228" y="14"/>
                      <a:pt x="186" y="0"/>
                      <a:pt x="14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36">
                <a:extLst>
                  <a:ext uri="{FF2B5EF4-FFF2-40B4-BE49-F238E27FC236}">
                    <a16:creationId xmlns:a16="http://schemas.microsoft.com/office/drawing/2014/main" id="{83C2F3A2-85E3-41E6-BE5E-48BA4361C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377"/>
                <a:ext cx="715" cy="626"/>
              </a:xfrm>
              <a:custGeom>
                <a:avLst/>
                <a:gdLst>
                  <a:gd name="T0" fmla="*/ 50 w 286"/>
                  <a:gd name="T1" fmla="*/ 2384 h 235"/>
                  <a:gd name="T2" fmla="*/ 2125 w 286"/>
                  <a:gd name="T3" fmla="*/ 93 h 235"/>
                  <a:gd name="T4" fmla="*/ 4408 w 286"/>
                  <a:gd name="T5" fmla="*/ 2059 h 235"/>
                  <a:gd name="T6" fmla="*/ 2333 w 286"/>
                  <a:gd name="T7" fmla="*/ 4350 h 235"/>
                  <a:gd name="T8" fmla="*/ 50 w 286"/>
                  <a:gd name="T9" fmla="*/ 2384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6" h="235">
                    <a:moveTo>
                      <a:pt x="3" y="126"/>
                    </a:moveTo>
                    <a:cubicBezTo>
                      <a:pt x="0" y="64"/>
                      <a:pt x="59" y="10"/>
                      <a:pt x="136" y="5"/>
                    </a:cubicBezTo>
                    <a:cubicBezTo>
                      <a:pt x="213" y="0"/>
                      <a:pt x="278" y="47"/>
                      <a:pt x="282" y="109"/>
                    </a:cubicBezTo>
                    <a:cubicBezTo>
                      <a:pt x="286" y="171"/>
                      <a:pt x="226" y="225"/>
                      <a:pt x="149" y="230"/>
                    </a:cubicBezTo>
                    <a:cubicBezTo>
                      <a:pt x="73" y="235"/>
                      <a:pt x="7" y="188"/>
                      <a:pt x="3" y="1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37">
                <a:extLst>
                  <a:ext uri="{FF2B5EF4-FFF2-40B4-BE49-F238E27FC236}">
                    <a16:creationId xmlns:a16="http://schemas.microsoft.com/office/drawing/2014/main" id="{4232AB0B-6AE7-450C-8A69-6AB9AA32A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411"/>
                <a:ext cx="515" cy="451"/>
              </a:xfrm>
              <a:custGeom>
                <a:avLst/>
                <a:gdLst>
                  <a:gd name="T0" fmla="*/ 33 w 206"/>
                  <a:gd name="T1" fmla="*/ 1729 h 169"/>
                  <a:gd name="T2" fmla="*/ 1533 w 206"/>
                  <a:gd name="T3" fmla="*/ 77 h 169"/>
                  <a:gd name="T4" fmla="*/ 3175 w 206"/>
                  <a:gd name="T5" fmla="*/ 1502 h 169"/>
                  <a:gd name="T6" fmla="*/ 1675 w 206"/>
                  <a:gd name="T7" fmla="*/ 3154 h 169"/>
                  <a:gd name="T8" fmla="*/ 33 w 206"/>
                  <a:gd name="T9" fmla="*/ 1729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169">
                    <a:moveTo>
                      <a:pt x="2" y="91"/>
                    </a:moveTo>
                    <a:cubicBezTo>
                      <a:pt x="0" y="46"/>
                      <a:pt x="42" y="7"/>
                      <a:pt x="98" y="4"/>
                    </a:cubicBezTo>
                    <a:cubicBezTo>
                      <a:pt x="153" y="0"/>
                      <a:pt x="200" y="34"/>
                      <a:pt x="203" y="79"/>
                    </a:cubicBezTo>
                    <a:cubicBezTo>
                      <a:pt x="206" y="123"/>
                      <a:pt x="163" y="162"/>
                      <a:pt x="107" y="166"/>
                    </a:cubicBezTo>
                    <a:cubicBezTo>
                      <a:pt x="52" y="169"/>
                      <a:pt x="5" y="136"/>
                      <a:pt x="2" y="9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38">
                <a:extLst>
                  <a:ext uri="{FF2B5EF4-FFF2-40B4-BE49-F238E27FC236}">
                    <a16:creationId xmlns:a16="http://schemas.microsoft.com/office/drawing/2014/main" id="{3F451563-492F-4683-8FF3-FB0781D56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467"/>
                <a:ext cx="77" cy="70"/>
              </a:xfrm>
              <a:custGeom>
                <a:avLst/>
                <a:gdLst>
                  <a:gd name="T0" fmla="*/ 0 w 31"/>
                  <a:gd name="T1" fmla="*/ 275 h 26"/>
                  <a:gd name="T2" fmla="*/ 229 w 31"/>
                  <a:gd name="T3" fmla="*/ 22 h 26"/>
                  <a:gd name="T4" fmla="*/ 474 w 31"/>
                  <a:gd name="T5" fmla="*/ 232 h 26"/>
                  <a:gd name="T6" fmla="*/ 246 w 31"/>
                  <a:gd name="T7" fmla="*/ 485 h 26"/>
                  <a:gd name="T8" fmla="*/ 0 w 31"/>
                  <a:gd name="T9" fmla="*/ 27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6">
                    <a:moveTo>
                      <a:pt x="0" y="14"/>
                    </a:moveTo>
                    <a:cubicBezTo>
                      <a:pt x="0" y="7"/>
                      <a:pt x="6" y="1"/>
                      <a:pt x="15" y="1"/>
                    </a:cubicBezTo>
                    <a:cubicBezTo>
                      <a:pt x="23" y="0"/>
                      <a:pt x="30" y="5"/>
                      <a:pt x="31" y="12"/>
                    </a:cubicBezTo>
                    <a:cubicBezTo>
                      <a:pt x="31" y="19"/>
                      <a:pt x="25" y="25"/>
                      <a:pt x="16" y="25"/>
                    </a:cubicBezTo>
                    <a:cubicBezTo>
                      <a:pt x="8" y="26"/>
                      <a:pt x="1" y="21"/>
                      <a:pt x="0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39">
                <a:extLst>
                  <a:ext uri="{FF2B5EF4-FFF2-40B4-BE49-F238E27FC236}">
                    <a16:creationId xmlns:a16="http://schemas.microsoft.com/office/drawing/2014/main" id="{7CA960BD-CB05-4572-B549-22165E628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499"/>
                <a:ext cx="77" cy="54"/>
              </a:xfrm>
              <a:custGeom>
                <a:avLst/>
                <a:gdLst>
                  <a:gd name="T0" fmla="*/ 474 w 31"/>
                  <a:gd name="T1" fmla="*/ 0 h 20"/>
                  <a:gd name="T2" fmla="*/ 474 w 31"/>
                  <a:gd name="T3" fmla="*/ 0 h 20"/>
                  <a:gd name="T4" fmla="*/ 246 w 31"/>
                  <a:gd name="T5" fmla="*/ 257 h 20"/>
                  <a:gd name="T6" fmla="*/ 0 w 31"/>
                  <a:gd name="T7" fmla="*/ 38 h 20"/>
                  <a:gd name="T8" fmla="*/ 0 w 31"/>
                  <a:gd name="T9" fmla="*/ 22 h 20"/>
                  <a:gd name="T10" fmla="*/ 0 w 31"/>
                  <a:gd name="T11" fmla="*/ 159 h 20"/>
                  <a:gd name="T12" fmla="*/ 12 w 31"/>
                  <a:gd name="T13" fmla="*/ 197 h 20"/>
                  <a:gd name="T14" fmla="*/ 246 w 31"/>
                  <a:gd name="T15" fmla="*/ 394 h 20"/>
                  <a:gd name="T16" fmla="*/ 474 w 31"/>
                  <a:gd name="T17" fmla="*/ 138 h 20"/>
                  <a:gd name="T18" fmla="*/ 474 w 31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20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7"/>
                      <a:pt x="25" y="13"/>
                      <a:pt x="16" y="13"/>
                    </a:cubicBezTo>
                    <a:cubicBezTo>
                      <a:pt x="8" y="14"/>
                      <a:pt x="1" y="9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3"/>
                      <a:pt x="0" y="7"/>
                      <a:pt x="0" y="8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2" y="16"/>
                      <a:pt x="9" y="20"/>
                      <a:pt x="16" y="20"/>
                    </a:cubicBezTo>
                    <a:cubicBezTo>
                      <a:pt x="25" y="19"/>
                      <a:pt x="31" y="13"/>
                      <a:pt x="31" y="7"/>
                    </a:cubicBezTo>
                    <a:cubicBezTo>
                      <a:pt x="31" y="5"/>
                      <a:pt x="31" y="2"/>
                      <a:pt x="3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40">
                <a:extLst>
                  <a:ext uri="{FF2B5EF4-FFF2-40B4-BE49-F238E27FC236}">
                    <a16:creationId xmlns:a16="http://schemas.microsoft.com/office/drawing/2014/main" id="{0630C302-C4DD-4E59-85F4-F415104F1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379"/>
                <a:ext cx="687" cy="603"/>
              </a:xfrm>
              <a:custGeom>
                <a:avLst/>
                <a:gdLst>
                  <a:gd name="T0" fmla="*/ 42 w 275"/>
                  <a:gd name="T1" fmla="*/ 2300 h 226"/>
                  <a:gd name="T2" fmla="*/ 2041 w 275"/>
                  <a:gd name="T3" fmla="*/ 93 h 226"/>
                  <a:gd name="T4" fmla="*/ 4244 w 275"/>
                  <a:gd name="T5" fmla="*/ 1993 h 226"/>
                  <a:gd name="T6" fmla="*/ 2246 w 275"/>
                  <a:gd name="T7" fmla="*/ 4216 h 226"/>
                  <a:gd name="T8" fmla="*/ 42 w 275"/>
                  <a:gd name="T9" fmla="*/ 230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5" h="226">
                    <a:moveTo>
                      <a:pt x="3" y="121"/>
                    </a:moveTo>
                    <a:cubicBezTo>
                      <a:pt x="0" y="61"/>
                      <a:pt x="57" y="9"/>
                      <a:pt x="131" y="5"/>
                    </a:cubicBezTo>
                    <a:cubicBezTo>
                      <a:pt x="205" y="0"/>
                      <a:pt x="268" y="45"/>
                      <a:pt x="272" y="105"/>
                    </a:cubicBezTo>
                    <a:cubicBezTo>
                      <a:pt x="275" y="165"/>
                      <a:pt x="218" y="217"/>
                      <a:pt x="144" y="222"/>
                    </a:cubicBezTo>
                    <a:cubicBezTo>
                      <a:pt x="70" y="226"/>
                      <a:pt x="7" y="181"/>
                      <a:pt x="3" y="1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41">
                <a:extLst>
                  <a:ext uri="{FF2B5EF4-FFF2-40B4-BE49-F238E27FC236}">
                    <a16:creationId xmlns:a16="http://schemas.microsoft.com/office/drawing/2014/main" id="{221F29E8-49F5-4403-8A3A-35447F075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454"/>
                <a:ext cx="997" cy="904"/>
              </a:xfrm>
              <a:custGeom>
                <a:avLst/>
                <a:gdLst>
                  <a:gd name="T0" fmla="*/ 6132 w 399"/>
                  <a:gd name="T1" fmla="*/ 2355 h 339"/>
                  <a:gd name="T2" fmla="*/ 4883 w 399"/>
                  <a:gd name="T3" fmla="*/ 149 h 339"/>
                  <a:gd name="T4" fmla="*/ 4978 w 399"/>
                  <a:gd name="T5" fmla="*/ 248 h 339"/>
                  <a:gd name="T6" fmla="*/ 5570 w 399"/>
                  <a:gd name="T7" fmla="*/ 1672 h 339"/>
                  <a:gd name="T8" fmla="*/ 5120 w 399"/>
                  <a:gd name="T9" fmla="*/ 3149 h 339"/>
                  <a:gd name="T10" fmla="*/ 3383 w 399"/>
                  <a:gd name="T11" fmla="*/ 4117 h 339"/>
                  <a:gd name="T12" fmla="*/ 967 w 399"/>
                  <a:gd name="T13" fmla="*/ 1992 h 339"/>
                  <a:gd name="T14" fmla="*/ 1417 w 399"/>
                  <a:gd name="T15" fmla="*/ 512 h 339"/>
                  <a:gd name="T16" fmla="*/ 1937 w 399"/>
                  <a:gd name="T17" fmla="*/ 0 h 339"/>
                  <a:gd name="T18" fmla="*/ 262 w 399"/>
                  <a:gd name="T19" fmla="*/ 2467 h 339"/>
                  <a:gd name="T20" fmla="*/ 780 w 399"/>
                  <a:gd name="T21" fmla="*/ 5291 h 339"/>
                  <a:gd name="T22" fmla="*/ 3008 w 399"/>
                  <a:gd name="T23" fmla="*/ 6429 h 339"/>
                  <a:gd name="T24" fmla="*/ 6132 w 399"/>
                  <a:gd name="T25" fmla="*/ 3755 h 339"/>
                  <a:gd name="T26" fmla="*/ 6132 w 399"/>
                  <a:gd name="T27" fmla="*/ 2355 h 3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9" h="339">
                    <a:moveTo>
                      <a:pt x="393" y="124"/>
                    </a:moveTo>
                    <a:cubicBezTo>
                      <a:pt x="384" y="68"/>
                      <a:pt x="346" y="28"/>
                      <a:pt x="313" y="8"/>
                    </a:cubicBezTo>
                    <a:cubicBezTo>
                      <a:pt x="315" y="10"/>
                      <a:pt x="317" y="12"/>
                      <a:pt x="319" y="13"/>
                    </a:cubicBezTo>
                    <a:cubicBezTo>
                      <a:pt x="342" y="33"/>
                      <a:pt x="355" y="60"/>
                      <a:pt x="357" y="88"/>
                    </a:cubicBezTo>
                    <a:cubicBezTo>
                      <a:pt x="358" y="115"/>
                      <a:pt x="348" y="143"/>
                      <a:pt x="328" y="166"/>
                    </a:cubicBezTo>
                    <a:cubicBezTo>
                      <a:pt x="302" y="196"/>
                      <a:pt x="261" y="214"/>
                      <a:pt x="217" y="217"/>
                    </a:cubicBezTo>
                    <a:cubicBezTo>
                      <a:pt x="136" y="222"/>
                      <a:pt x="66" y="172"/>
                      <a:pt x="62" y="105"/>
                    </a:cubicBezTo>
                    <a:cubicBezTo>
                      <a:pt x="61" y="78"/>
                      <a:pt x="71" y="50"/>
                      <a:pt x="91" y="27"/>
                    </a:cubicBezTo>
                    <a:cubicBezTo>
                      <a:pt x="100" y="17"/>
                      <a:pt x="112" y="7"/>
                      <a:pt x="124" y="0"/>
                    </a:cubicBezTo>
                    <a:cubicBezTo>
                      <a:pt x="66" y="28"/>
                      <a:pt x="33" y="65"/>
                      <a:pt x="17" y="130"/>
                    </a:cubicBezTo>
                    <a:cubicBezTo>
                      <a:pt x="0" y="198"/>
                      <a:pt x="22" y="247"/>
                      <a:pt x="50" y="279"/>
                    </a:cubicBezTo>
                    <a:cubicBezTo>
                      <a:pt x="81" y="318"/>
                      <a:pt x="134" y="339"/>
                      <a:pt x="193" y="339"/>
                    </a:cubicBezTo>
                    <a:cubicBezTo>
                      <a:pt x="294" y="339"/>
                      <a:pt x="375" y="283"/>
                      <a:pt x="393" y="198"/>
                    </a:cubicBezTo>
                    <a:cubicBezTo>
                      <a:pt x="399" y="173"/>
                      <a:pt x="398" y="151"/>
                      <a:pt x="393" y="1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42">
                <a:extLst>
                  <a:ext uri="{FF2B5EF4-FFF2-40B4-BE49-F238E27FC236}">
                    <a16:creationId xmlns:a16="http://schemas.microsoft.com/office/drawing/2014/main" id="{FC8C5332-5401-4FD0-9E6F-CB115AED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633"/>
                <a:ext cx="215" cy="456"/>
              </a:xfrm>
              <a:custGeom>
                <a:avLst/>
                <a:gdLst>
                  <a:gd name="T0" fmla="*/ 1145 w 86"/>
                  <a:gd name="T1" fmla="*/ 512 h 171"/>
                  <a:gd name="T2" fmla="*/ 958 w 86"/>
                  <a:gd name="T3" fmla="*/ 307 h 171"/>
                  <a:gd name="T4" fmla="*/ 970 w 86"/>
                  <a:gd name="T5" fmla="*/ 136 h 171"/>
                  <a:gd name="T6" fmla="*/ 1083 w 86"/>
                  <a:gd name="T7" fmla="*/ 0 h 171"/>
                  <a:gd name="T8" fmla="*/ 125 w 86"/>
                  <a:gd name="T9" fmla="*/ 605 h 171"/>
                  <a:gd name="T10" fmla="*/ 220 w 86"/>
                  <a:gd name="T11" fmla="*/ 1080 h 171"/>
                  <a:gd name="T12" fmla="*/ 220 w 86"/>
                  <a:gd name="T13" fmla="*/ 2483 h 171"/>
                  <a:gd name="T14" fmla="*/ 0 w 86"/>
                  <a:gd name="T15" fmla="*/ 3243 h 171"/>
                  <a:gd name="T16" fmla="*/ 550 w 86"/>
                  <a:gd name="T17" fmla="*/ 1592 h 171"/>
                  <a:gd name="T18" fmla="*/ 1345 w 86"/>
                  <a:gd name="T19" fmla="*/ 512 h 171"/>
                  <a:gd name="T20" fmla="*/ 1145 w 86"/>
                  <a:gd name="T21" fmla="*/ 512 h 1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171">
                    <a:moveTo>
                      <a:pt x="73" y="27"/>
                    </a:moveTo>
                    <a:cubicBezTo>
                      <a:pt x="68" y="25"/>
                      <a:pt x="63" y="21"/>
                      <a:pt x="61" y="16"/>
                    </a:cubicBezTo>
                    <a:cubicBezTo>
                      <a:pt x="60" y="13"/>
                      <a:pt x="60" y="10"/>
                      <a:pt x="62" y="7"/>
                    </a:cubicBezTo>
                    <a:cubicBezTo>
                      <a:pt x="64" y="4"/>
                      <a:pt x="66" y="2"/>
                      <a:pt x="69" y="0"/>
                    </a:cubicBezTo>
                    <a:cubicBezTo>
                      <a:pt x="35" y="9"/>
                      <a:pt x="5" y="26"/>
                      <a:pt x="8" y="32"/>
                    </a:cubicBezTo>
                    <a:cubicBezTo>
                      <a:pt x="10" y="40"/>
                      <a:pt x="13" y="48"/>
                      <a:pt x="14" y="57"/>
                    </a:cubicBezTo>
                    <a:cubicBezTo>
                      <a:pt x="19" y="84"/>
                      <a:pt x="20" y="106"/>
                      <a:pt x="14" y="131"/>
                    </a:cubicBezTo>
                    <a:cubicBezTo>
                      <a:pt x="11" y="145"/>
                      <a:pt x="6" y="159"/>
                      <a:pt x="0" y="171"/>
                    </a:cubicBezTo>
                    <a:cubicBezTo>
                      <a:pt x="20" y="149"/>
                      <a:pt x="21" y="128"/>
                      <a:pt x="35" y="84"/>
                    </a:cubicBezTo>
                    <a:cubicBezTo>
                      <a:pt x="48" y="40"/>
                      <a:pt x="72" y="33"/>
                      <a:pt x="86" y="27"/>
                    </a:cubicBezTo>
                    <a:cubicBezTo>
                      <a:pt x="82" y="28"/>
                      <a:pt x="78" y="28"/>
                      <a:pt x="73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43">
                <a:extLst>
                  <a:ext uri="{FF2B5EF4-FFF2-40B4-BE49-F238E27FC236}">
                    <a16:creationId xmlns:a16="http://schemas.microsoft.com/office/drawing/2014/main" id="{05165ABF-7D44-4464-8729-F893B8A8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075"/>
                <a:ext cx="1037" cy="688"/>
              </a:xfrm>
              <a:custGeom>
                <a:avLst/>
                <a:gdLst>
                  <a:gd name="T0" fmla="*/ 530 w 415"/>
                  <a:gd name="T1" fmla="*/ 4779 h 258"/>
                  <a:gd name="T2" fmla="*/ 187 w 415"/>
                  <a:gd name="T3" fmla="*/ 2240 h 258"/>
                  <a:gd name="T4" fmla="*/ 2904 w 415"/>
                  <a:gd name="T5" fmla="*/ 35 h 258"/>
                  <a:gd name="T6" fmla="*/ 5995 w 415"/>
                  <a:gd name="T7" fmla="*/ 1251 h 258"/>
                  <a:gd name="T8" fmla="*/ 6349 w 415"/>
                  <a:gd name="T9" fmla="*/ 3392 h 258"/>
                  <a:gd name="T10" fmla="*/ 6070 w 415"/>
                  <a:gd name="T11" fmla="*/ 4381 h 258"/>
                  <a:gd name="T12" fmla="*/ 5900 w 415"/>
                  <a:gd name="T13" fmla="*/ 4061 h 258"/>
                  <a:gd name="T14" fmla="*/ 6007 w 415"/>
                  <a:gd name="T15" fmla="*/ 1955 h 258"/>
                  <a:gd name="T16" fmla="*/ 2916 w 415"/>
                  <a:gd name="T17" fmla="*/ 320 h 258"/>
                  <a:gd name="T18" fmla="*/ 437 w 415"/>
                  <a:gd name="T19" fmla="*/ 2275 h 258"/>
                  <a:gd name="T20" fmla="*/ 405 w 415"/>
                  <a:gd name="T21" fmla="*/ 3128 h 258"/>
                  <a:gd name="T22" fmla="*/ 717 w 415"/>
                  <a:gd name="T23" fmla="*/ 4381 h 258"/>
                  <a:gd name="T24" fmla="*/ 750 w 415"/>
                  <a:gd name="T25" fmla="*/ 4664 h 258"/>
                  <a:gd name="T26" fmla="*/ 530 w 415"/>
                  <a:gd name="T27" fmla="*/ 4779 h 2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8">
                    <a:moveTo>
                      <a:pt x="34" y="252"/>
                    </a:moveTo>
                    <a:cubicBezTo>
                      <a:pt x="32" y="250"/>
                      <a:pt x="0" y="201"/>
                      <a:pt x="12" y="118"/>
                    </a:cubicBezTo>
                    <a:cubicBezTo>
                      <a:pt x="24" y="37"/>
                      <a:pt x="110" y="5"/>
                      <a:pt x="186" y="2"/>
                    </a:cubicBezTo>
                    <a:cubicBezTo>
                      <a:pt x="234" y="0"/>
                      <a:pt x="339" y="3"/>
                      <a:pt x="384" y="66"/>
                    </a:cubicBezTo>
                    <a:cubicBezTo>
                      <a:pt x="415" y="111"/>
                      <a:pt x="411" y="155"/>
                      <a:pt x="407" y="179"/>
                    </a:cubicBezTo>
                    <a:cubicBezTo>
                      <a:pt x="404" y="201"/>
                      <a:pt x="396" y="219"/>
                      <a:pt x="389" y="231"/>
                    </a:cubicBezTo>
                    <a:cubicBezTo>
                      <a:pt x="387" y="237"/>
                      <a:pt x="375" y="219"/>
                      <a:pt x="378" y="214"/>
                    </a:cubicBezTo>
                    <a:cubicBezTo>
                      <a:pt x="388" y="189"/>
                      <a:pt x="399" y="148"/>
                      <a:pt x="385" y="103"/>
                    </a:cubicBezTo>
                    <a:cubicBezTo>
                      <a:pt x="359" y="19"/>
                      <a:pt x="238" y="15"/>
                      <a:pt x="187" y="17"/>
                    </a:cubicBezTo>
                    <a:cubicBezTo>
                      <a:pt x="117" y="20"/>
                      <a:pt x="39" y="49"/>
                      <a:pt x="28" y="120"/>
                    </a:cubicBezTo>
                    <a:cubicBezTo>
                      <a:pt x="25" y="137"/>
                      <a:pt x="25" y="152"/>
                      <a:pt x="26" y="165"/>
                    </a:cubicBezTo>
                    <a:cubicBezTo>
                      <a:pt x="28" y="215"/>
                      <a:pt x="46" y="231"/>
                      <a:pt x="46" y="231"/>
                    </a:cubicBezTo>
                    <a:cubicBezTo>
                      <a:pt x="50" y="236"/>
                      <a:pt x="50" y="241"/>
                      <a:pt x="48" y="246"/>
                    </a:cubicBezTo>
                    <a:cubicBezTo>
                      <a:pt x="45" y="250"/>
                      <a:pt x="38" y="258"/>
                      <a:pt x="34" y="252"/>
                    </a:cubicBezTo>
                    <a:close/>
                  </a:path>
                </a:pathLst>
              </a:custGeom>
              <a:solidFill>
                <a:srgbClr val="B40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44">
                <a:extLst>
                  <a:ext uri="{FF2B5EF4-FFF2-40B4-BE49-F238E27FC236}">
                    <a16:creationId xmlns:a16="http://schemas.microsoft.com/office/drawing/2014/main" id="{161F4F7D-53DC-4118-89C5-B3D2A318C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289"/>
                <a:ext cx="98" cy="450"/>
              </a:xfrm>
              <a:custGeom>
                <a:avLst/>
                <a:gdLst>
                  <a:gd name="T0" fmla="*/ 555 w 39"/>
                  <a:gd name="T1" fmla="*/ 2849 h 169"/>
                  <a:gd name="T2" fmla="*/ 239 w 39"/>
                  <a:gd name="T3" fmla="*/ 1603 h 169"/>
                  <a:gd name="T4" fmla="*/ 271 w 39"/>
                  <a:gd name="T5" fmla="*/ 759 h 169"/>
                  <a:gd name="T6" fmla="*/ 505 w 39"/>
                  <a:gd name="T7" fmla="*/ 0 h 169"/>
                  <a:gd name="T8" fmla="*/ 188 w 39"/>
                  <a:gd name="T9" fmla="*/ 2269 h 169"/>
                  <a:gd name="T10" fmla="*/ 397 w 39"/>
                  <a:gd name="T11" fmla="*/ 2929 h 169"/>
                  <a:gd name="T12" fmla="*/ 538 w 39"/>
                  <a:gd name="T13" fmla="*/ 3190 h 169"/>
                  <a:gd name="T14" fmla="*/ 538 w 39"/>
                  <a:gd name="T15" fmla="*/ 3190 h 169"/>
                  <a:gd name="T16" fmla="*/ 588 w 39"/>
                  <a:gd name="T17" fmla="*/ 3134 h 169"/>
                  <a:gd name="T18" fmla="*/ 555 w 39"/>
                  <a:gd name="T19" fmla="*/ 2849 h 1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169">
                    <a:moveTo>
                      <a:pt x="35" y="151"/>
                    </a:moveTo>
                    <a:cubicBezTo>
                      <a:pt x="35" y="151"/>
                      <a:pt x="17" y="135"/>
                      <a:pt x="15" y="85"/>
                    </a:cubicBezTo>
                    <a:cubicBezTo>
                      <a:pt x="14" y="72"/>
                      <a:pt x="14" y="57"/>
                      <a:pt x="17" y="40"/>
                    </a:cubicBezTo>
                    <a:cubicBezTo>
                      <a:pt x="19" y="25"/>
                      <a:pt x="25" y="12"/>
                      <a:pt x="32" y="0"/>
                    </a:cubicBezTo>
                    <a:cubicBezTo>
                      <a:pt x="22" y="14"/>
                      <a:pt x="0" y="57"/>
                      <a:pt x="12" y="120"/>
                    </a:cubicBezTo>
                    <a:cubicBezTo>
                      <a:pt x="14" y="133"/>
                      <a:pt x="19" y="144"/>
                      <a:pt x="25" y="155"/>
                    </a:cubicBezTo>
                    <a:cubicBezTo>
                      <a:pt x="28" y="162"/>
                      <a:pt x="32" y="168"/>
                      <a:pt x="34" y="169"/>
                    </a:cubicBezTo>
                    <a:cubicBezTo>
                      <a:pt x="34" y="169"/>
                      <a:pt x="34" y="169"/>
                      <a:pt x="34" y="169"/>
                    </a:cubicBezTo>
                    <a:cubicBezTo>
                      <a:pt x="35" y="168"/>
                      <a:pt x="36" y="167"/>
                      <a:pt x="37" y="166"/>
                    </a:cubicBezTo>
                    <a:cubicBezTo>
                      <a:pt x="39" y="161"/>
                      <a:pt x="39" y="156"/>
                      <a:pt x="35" y="151"/>
                    </a:cubicBezTo>
                    <a:close/>
                  </a:path>
                </a:pathLst>
              </a:custGeom>
              <a:solidFill>
                <a:srgbClr val="950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45">
                <a:extLst>
                  <a:ext uri="{FF2B5EF4-FFF2-40B4-BE49-F238E27FC236}">
                    <a16:creationId xmlns:a16="http://schemas.microsoft.com/office/drawing/2014/main" id="{7618C873-1F78-4074-840E-1E5C89074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265"/>
                <a:ext cx="127" cy="410"/>
              </a:xfrm>
              <a:custGeom>
                <a:avLst/>
                <a:gdLst>
                  <a:gd name="T0" fmla="*/ 0 w 51"/>
                  <a:gd name="T1" fmla="*/ 0 h 154"/>
                  <a:gd name="T2" fmla="*/ 261 w 51"/>
                  <a:gd name="T3" fmla="*/ 602 h 154"/>
                  <a:gd name="T4" fmla="*/ 154 w 51"/>
                  <a:gd name="T5" fmla="*/ 2700 h 154"/>
                  <a:gd name="T6" fmla="*/ 199 w 51"/>
                  <a:gd name="T7" fmla="*/ 2907 h 154"/>
                  <a:gd name="T8" fmla="*/ 217 w 51"/>
                  <a:gd name="T9" fmla="*/ 2907 h 154"/>
                  <a:gd name="T10" fmla="*/ 261 w 51"/>
                  <a:gd name="T11" fmla="*/ 2793 h 154"/>
                  <a:gd name="T12" fmla="*/ 0 w 51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54">
                    <a:moveTo>
                      <a:pt x="0" y="0"/>
                    </a:moveTo>
                    <a:cubicBezTo>
                      <a:pt x="7" y="9"/>
                      <a:pt x="13" y="19"/>
                      <a:pt x="17" y="32"/>
                    </a:cubicBezTo>
                    <a:cubicBezTo>
                      <a:pt x="31" y="77"/>
                      <a:pt x="20" y="118"/>
                      <a:pt x="10" y="143"/>
                    </a:cubicBezTo>
                    <a:cubicBezTo>
                      <a:pt x="9" y="145"/>
                      <a:pt x="10" y="150"/>
                      <a:pt x="13" y="154"/>
                    </a:cubicBezTo>
                    <a:cubicBezTo>
                      <a:pt x="14" y="154"/>
                      <a:pt x="14" y="154"/>
                      <a:pt x="14" y="154"/>
                    </a:cubicBezTo>
                    <a:cubicBezTo>
                      <a:pt x="14" y="154"/>
                      <a:pt x="16" y="152"/>
                      <a:pt x="17" y="148"/>
                    </a:cubicBezTo>
                    <a:cubicBezTo>
                      <a:pt x="51" y="75"/>
                      <a:pt x="23" y="26"/>
                      <a:pt x="0" y="0"/>
                    </a:cubicBezTo>
                    <a:close/>
                  </a:path>
                </a:pathLst>
              </a:custGeom>
              <a:solidFill>
                <a:srgbClr val="D07F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46">
                <a:extLst>
                  <a:ext uri="{FF2B5EF4-FFF2-40B4-BE49-F238E27FC236}">
                    <a16:creationId xmlns:a16="http://schemas.microsoft.com/office/drawing/2014/main" id="{BD1A7186-E965-48EE-8FB7-7594AD35C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075"/>
                <a:ext cx="1037" cy="688"/>
              </a:xfrm>
              <a:custGeom>
                <a:avLst/>
                <a:gdLst>
                  <a:gd name="T0" fmla="*/ 530 w 415"/>
                  <a:gd name="T1" fmla="*/ 4779 h 258"/>
                  <a:gd name="T2" fmla="*/ 187 w 415"/>
                  <a:gd name="T3" fmla="*/ 2240 h 258"/>
                  <a:gd name="T4" fmla="*/ 2904 w 415"/>
                  <a:gd name="T5" fmla="*/ 35 h 258"/>
                  <a:gd name="T6" fmla="*/ 5995 w 415"/>
                  <a:gd name="T7" fmla="*/ 1251 h 258"/>
                  <a:gd name="T8" fmla="*/ 6349 w 415"/>
                  <a:gd name="T9" fmla="*/ 3392 h 258"/>
                  <a:gd name="T10" fmla="*/ 6070 w 415"/>
                  <a:gd name="T11" fmla="*/ 4381 h 258"/>
                  <a:gd name="T12" fmla="*/ 5900 w 415"/>
                  <a:gd name="T13" fmla="*/ 4061 h 258"/>
                  <a:gd name="T14" fmla="*/ 6007 w 415"/>
                  <a:gd name="T15" fmla="*/ 1955 h 258"/>
                  <a:gd name="T16" fmla="*/ 2916 w 415"/>
                  <a:gd name="T17" fmla="*/ 320 h 258"/>
                  <a:gd name="T18" fmla="*/ 437 w 415"/>
                  <a:gd name="T19" fmla="*/ 2275 h 258"/>
                  <a:gd name="T20" fmla="*/ 405 w 415"/>
                  <a:gd name="T21" fmla="*/ 3128 h 258"/>
                  <a:gd name="T22" fmla="*/ 717 w 415"/>
                  <a:gd name="T23" fmla="*/ 4381 h 258"/>
                  <a:gd name="T24" fmla="*/ 750 w 415"/>
                  <a:gd name="T25" fmla="*/ 4664 h 258"/>
                  <a:gd name="T26" fmla="*/ 530 w 415"/>
                  <a:gd name="T27" fmla="*/ 4779 h 2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8">
                    <a:moveTo>
                      <a:pt x="34" y="252"/>
                    </a:moveTo>
                    <a:cubicBezTo>
                      <a:pt x="32" y="250"/>
                      <a:pt x="0" y="201"/>
                      <a:pt x="12" y="118"/>
                    </a:cubicBezTo>
                    <a:cubicBezTo>
                      <a:pt x="24" y="37"/>
                      <a:pt x="110" y="5"/>
                      <a:pt x="186" y="2"/>
                    </a:cubicBezTo>
                    <a:cubicBezTo>
                      <a:pt x="234" y="0"/>
                      <a:pt x="339" y="3"/>
                      <a:pt x="384" y="66"/>
                    </a:cubicBezTo>
                    <a:cubicBezTo>
                      <a:pt x="415" y="111"/>
                      <a:pt x="411" y="155"/>
                      <a:pt x="407" y="179"/>
                    </a:cubicBezTo>
                    <a:cubicBezTo>
                      <a:pt x="404" y="201"/>
                      <a:pt x="396" y="219"/>
                      <a:pt x="389" y="231"/>
                    </a:cubicBezTo>
                    <a:cubicBezTo>
                      <a:pt x="387" y="237"/>
                      <a:pt x="375" y="219"/>
                      <a:pt x="378" y="214"/>
                    </a:cubicBezTo>
                    <a:cubicBezTo>
                      <a:pt x="388" y="189"/>
                      <a:pt x="399" y="148"/>
                      <a:pt x="385" y="103"/>
                    </a:cubicBezTo>
                    <a:cubicBezTo>
                      <a:pt x="359" y="19"/>
                      <a:pt x="238" y="15"/>
                      <a:pt x="187" y="17"/>
                    </a:cubicBezTo>
                    <a:cubicBezTo>
                      <a:pt x="117" y="20"/>
                      <a:pt x="39" y="49"/>
                      <a:pt x="28" y="120"/>
                    </a:cubicBezTo>
                    <a:cubicBezTo>
                      <a:pt x="25" y="137"/>
                      <a:pt x="25" y="152"/>
                      <a:pt x="26" y="165"/>
                    </a:cubicBezTo>
                    <a:cubicBezTo>
                      <a:pt x="28" y="215"/>
                      <a:pt x="46" y="231"/>
                      <a:pt x="46" y="231"/>
                    </a:cubicBezTo>
                    <a:cubicBezTo>
                      <a:pt x="50" y="236"/>
                      <a:pt x="50" y="241"/>
                      <a:pt x="48" y="246"/>
                    </a:cubicBezTo>
                    <a:cubicBezTo>
                      <a:pt x="45" y="250"/>
                      <a:pt x="38" y="258"/>
                      <a:pt x="34" y="25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47">
                <a:extLst>
                  <a:ext uri="{FF2B5EF4-FFF2-40B4-BE49-F238E27FC236}">
                    <a16:creationId xmlns:a16="http://schemas.microsoft.com/office/drawing/2014/main" id="{E7655EBE-B6C4-4963-A017-B10E597C2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289"/>
                <a:ext cx="83" cy="450"/>
              </a:xfrm>
              <a:custGeom>
                <a:avLst/>
                <a:gdLst>
                  <a:gd name="T0" fmla="*/ 506 w 33"/>
                  <a:gd name="T1" fmla="*/ 0 h 169"/>
                  <a:gd name="T2" fmla="*/ 189 w 33"/>
                  <a:gd name="T3" fmla="*/ 2269 h 169"/>
                  <a:gd name="T4" fmla="*/ 380 w 33"/>
                  <a:gd name="T5" fmla="*/ 2929 h 169"/>
                  <a:gd name="T6" fmla="*/ 526 w 33"/>
                  <a:gd name="T7" fmla="*/ 3190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69">
                    <a:moveTo>
                      <a:pt x="32" y="0"/>
                    </a:moveTo>
                    <a:cubicBezTo>
                      <a:pt x="22" y="14"/>
                      <a:pt x="0" y="56"/>
                      <a:pt x="12" y="120"/>
                    </a:cubicBezTo>
                    <a:cubicBezTo>
                      <a:pt x="14" y="133"/>
                      <a:pt x="19" y="144"/>
                      <a:pt x="24" y="155"/>
                    </a:cubicBezTo>
                    <a:cubicBezTo>
                      <a:pt x="28" y="162"/>
                      <a:pt x="32" y="168"/>
                      <a:pt x="33" y="16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48">
                <a:extLst>
                  <a:ext uri="{FF2B5EF4-FFF2-40B4-BE49-F238E27FC236}">
                    <a16:creationId xmlns:a16="http://schemas.microsoft.com/office/drawing/2014/main" id="{4CCE1A39-FF6A-4DCF-8CFE-8DBDCA025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217"/>
                <a:ext cx="200" cy="458"/>
              </a:xfrm>
              <a:custGeom>
                <a:avLst/>
                <a:gdLst>
                  <a:gd name="T0" fmla="*/ 0 w 80"/>
                  <a:gd name="T1" fmla="*/ 0 h 172"/>
                  <a:gd name="T2" fmla="*/ 563 w 80"/>
                  <a:gd name="T3" fmla="*/ 3134 h 172"/>
                  <a:gd name="T4" fmla="*/ 500 w 80"/>
                  <a:gd name="T5" fmla="*/ 3249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72">
                    <a:moveTo>
                      <a:pt x="0" y="0"/>
                    </a:moveTo>
                    <a:cubicBezTo>
                      <a:pt x="19" y="16"/>
                      <a:pt x="80" y="71"/>
                      <a:pt x="36" y="166"/>
                    </a:cubicBezTo>
                    <a:cubicBezTo>
                      <a:pt x="35" y="170"/>
                      <a:pt x="32" y="172"/>
                      <a:pt x="32" y="17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49">
                <a:extLst>
                  <a:ext uri="{FF2B5EF4-FFF2-40B4-BE49-F238E27FC236}">
                    <a16:creationId xmlns:a16="http://schemas.microsoft.com/office/drawing/2014/main" id="{EFBFD95F-1EEF-447A-BE11-A6FD4207F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083"/>
                <a:ext cx="500" cy="280"/>
              </a:xfrm>
              <a:custGeom>
                <a:avLst/>
                <a:gdLst>
                  <a:gd name="T0" fmla="*/ 783 w 200"/>
                  <a:gd name="T1" fmla="*/ 776 h 105"/>
                  <a:gd name="T2" fmla="*/ 0 w 200"/>
                  <a:gd name="T3" fmla="*/ 1992 h 105"/>
                  <a:gd name="T4" fmla="*/ 750 w 200"/>
                  <a:gd name="T5" fmla="*/ 704 h 105"/>
                  <a:gd name="T6" fmla="*/ 3125 w 200"/>
                  <a:gd name="T7" fmla="*/ 21 h 105"/>
                  <a:gd name="T8" fmla="*/ 783 w 200"/>
                  <a:gd name="T9" fmla="*/ 776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105">
                    <a:moveTo>
                      <a:pt x="50" y="41"/>
                    </a:moveTo>
                    <a:cubicBezTo>
                      <a:pt x="30" y="55"/>
                      <a:pt x="10" y="76"/>
                      <a:pt x="0" y="105"/>
                    </a:cubicBezTo>
                    <a:cubicBezTo>
                      <a:pt x="2" y="92"/>
                      <a:pt x="13" y="61"/>
                      <a:pt x="48" y="37"/>
                    </a:cubicBezTo>
                    <a:cubicBezTo>
                      <a:pt x="78" y="16"/>
                      <a:pt x="127" y="0"/>
                      <a:pt x="200" y="1"/>
                    </a:cubicBezTo>
                    <a:cubicBezTo>
                      <a:pt x="167" y="4"/>
                      <a:pt x="102" y="3"/>
                      <a:pt x="50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50">
                <a:extLst>
                  <a:ext uri="{FF2B5EF4-FFF2-40B4-BE49-F238E27FC236}">
                    <a16:creationId xmlns:a16="http://schemas.microsoft.com/office/drawing/2014/main" id="{692A080F-3475-4114-B68F-94C51640D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990"/>
                <a:ext cx="482" cy="571"/>
              </a:xfrm>
              <a:custGeom>
                <a:avLst/>
                <a:gdLst>
                  <a:gd name="T0" fmla="*/ 312 w 193"/>
                  <a:gd name="T1" fmla="*/ 2791 h 214"/>
                  <a:gd name="T2" fmla="*/ 1041 w 193"/>
                  <a:gd name="T3" fmla="*/ 648 h 214"/>
                  <a:gd name="T4" fmla="*/ 1558 w 193"/>
                  <a:gd name="T5" fmla="*/ 21 h 214"/>
                  <a:gd name="T6" fmla="*/ 2994 w 193"/>
                  <a:gd name="T7" fmla="*/ 77 h 214"/>
                  <a:gd name="T8" fmla="*/ 3007 w 193"/>
                  <a:gd name="T9" fmla="*/ 704 h 214"/>
                  <a:gd name="T10" fmla="*/ 2475 w 193"/>
                  <a:gd name="T11" fmla="*/ 2983 h 214"/>
                  <a:gd name="T12" fmla="*/ 2320 w 193"/>
                  <a:gd name="T13" fmla="*/ 3837 h 214"/>
                  <a:gd name="T14" fmla="*/ 137 w 193"/>
                  <a:gd name="T15" fmla="*/ 3781 h 214"/>
                  <a:gd name="T16" fmla="*/ 312 w 193"/>
                  <a:gd name="T17" fmla="*/ 2791 h 2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3" h="214">
                    <a:moveTo>
                      <a:pt x="20" y="147"/>
                    </a:moveTo>
                    <a:cubicBezTo>
                      <a:pt x="33" y="106"/>
                      <a:pt x="67" y="34"/>
                      <a:pt x="67" y="34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31" y="0"/>
                      <a:pt x="192" y="4"/>
                      <a:pt x="192" y="4"/>
                    </a:cubicBezTo>
                    <a:cubicBezTo>
                      <a:pt x="193" y="37"/>
                      <a:pt x="193" y="37"/>
                      <a:pt x="193" y="37"/>
                    </a:cubicBezTo>
                    <a:cubicBezTo>
                      <a:pt x="193" y="37"/>
                      <a:pt x="164" y="137"/>
                      <a:pt x="159" y="157"/>
                    </a:cubicBezTo>
                    <a:cubicBezTo>
                      <a:pt x="155" y="178"/>
                      <a:pt x="149" y="194"/>
                      <a:pt x="149" y="202"/>
                    </a:cubicBezTo>
                    <a:cubicBezTo>
                      <a:pt x="127" y="214"/>
                      <a:pt x="23" y="201"/>
                      <a:pt x="9" y="199"/>
                    </a:cubicBezTo>
                    <a:cubicBezTo>
                      <a:pt x="0" y="197"/>
                      <a:pt x="12" y="173"/>
                      <a:pt x="20" y="147"/>
                    </a:cubicBezTo>
                    <a:close/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51">
                <a:extLst>
                  <a:ext uri="{FF2B5EF4-FFF2-40B4-BE49-F238E27FC236}">
                    <a16:creationId xmlns:a16="http://schemas.microsoft.com/office/drawing/2014/main" id="{B2AD0BF4-F9DA-48C0-A2A6-FBD3F372D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993"/>
                <a:ext cx="245" cy="525"/>
              </a:xfrm>
              <a:custGeom>
                <a:avLst/>
                <a:gdLst>
                  <a:gd name="T0" fmla="*/ 783 w 98"/>
                  <a:gd name="T1" fmla="*/ 2500 h 197"/>
                  <a:gd name="T2" fmla="*/ 1270 w 98"/>
                  <a:gd name="T3" fmla="*/ 605 h 197"/>
                  <a:gd name="T4" fmla="*/ 1533 w 98"/>
                  <a:gd name="T5" fmla="*/ 0 h 197"/>
                  <a:gd name="T6" fmla="*/ 1020 w 98"/>
                  <a:gd name="T7" fmla="*/ 626 h 197"/>
                  <a:gd name="T8" fmla="*/ 283 w 98"/>
                  <a:gd name="T9" fmla="*/ 2764 h 197"/>
                  <a:gd name="T10" fmla="*/ 83 w 98"/>
                  <a:gd name="T11" fmla="*/ 3728 h 197"/>
                  <a:gd name="T12" fmla="*/ 408 w 98"/>
                  <a:gd name="T13" fmla="*/ 3651 h 197"/>
                  <a:gd name="T14" fmla="*/ 783 w 98"/>
                  <a:gd name="T15" fmla="*/ 2500 h 1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97">
                    <a:moveTo>
                      <a:pt x="50" y="132"/>
                    </a:moveTo>
                    <a:cubicBezTo>
                      <a:pt x="50" y="132"/>
                      <a:pt x="81" y="35"/>
                      <a:pt x="81" y="32"/>
                    </a:cubicBezTo>
                    <a:cubicBezTo>
                      <a:pt x="82" y="29"/>
                      <a:pt x="97" y="4"/>
                      <a:pt x="98" y="0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33"/>
                      <a:pt x="31" y="105"/>
                      <a:pt x="18" y="146"/>
                    </a:cubicBezTo>
                    <a:cubicBezTo>
                      <a:pt x="11" y="170"/>
                      <a:pt x="0" y="191"/>
                      <a:pt x="5" y="197"/>
                    </a:cubicBezTo>
                    <a:cubicBezTo>
                      <a:pt x="26" y="193"/>
                      <a:pt x="26" y="193"/>
                      <a:pt x="26" y="193"/>
                    </a:cubicBezTo>
                    <a:lnTo>
                      <a:pt x="50" y="132"/>
                    </a:lnTo>
                    <a:close/>
                  </a:path>
                </a:pathLst>
              </a:custGeom>
              <a:solidFill>
                <a:srgbClr val="F3E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52">
                <a:extLst>
                  <a:ext uri="{FF2B5EF4-FFF2-40B4-BE49-F238E27FC236}">
                    <a16:creationId xmlns:a16="http://schemas.microsoft.com/office/drawing/2014/main" id="{F741EC71-1A67-446B-B5C5-DF9AE3466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374"/>
                <a:ext cx="402" cy="187"/>
              </a:xfrm>
              <a:custGeom>
                <a:avLst/>
                <a:gdLst>
                  <a:gd name="T0" fmla="*/ 2320 w 161"/>
                  <a:gd name="T1" fmla="*/ 1106 h 70"/>
                  <a:gd name="T2" fmla="*/ 2474 w 161"/>
                  <a:gd name="T3" fmla="*/ 251 h 70"/>
                  <a:gd name="T4" fmla="*/ 2507 w 161"/>
                  <a:gd name="T5" fmla="*/ 94 h 70"/>
                  <a:gd name="T6" fmla="*/ 2507 w 161"/>
                  <a:gd name="T7" fmla="*/ 94 h 70"/>
                  <a:gd name="T8" fmla="*/ 2444 w 161"/>
                  <a:gd name="T9" fmla="*/ 171 h 70"/>
                  <a:gd name="T10" fmla="*/ 2382 w 161"/>
                  <a:gd name="T11" fmla="*/ 136 h 70"/>
                  <a:gd name="T12" fmla="*/ 2287 w 161"/>
                  <a:gd name="T13" fmla="*/ 115 h 70"/>
                  <a:gd name="T14" fmla="*/ 2008 w 161"/>
                  <a:gd name="T15" fmla="*/ 56 h 70"/>
                  <a:gd name="T16" fmla="*/ 1903 w 161"/>
                  <a:gd name="T17" fmla="*/ 94 h 70"/>
                  <a:gd name="T18" fmla="*/ 1790 w 161"/>
                  <a:gd name="T19" fmla="*/ 94 h 70"/>
                  <a:gd name="T20" fmla="*/ 1603 w 161"/>
                  <a:gd name="T21" fmla="*/ 136 h 70"/>
                  <a:gd name="T22" fmla="*/ 1403 w 161"/>
                  <a:gd name="T23" fmla="*/ 56 h 70"/>
                  <a:gd name="T24" fmla="*/ 1154 w 161"/>
                  <a:gd name="T25" fmla="*/ 56 h 70"/>
                  <a:gd name="T26" fmla="*/ 1071 w 161"/>
                  <a:gd name="T27" fmla="*/ 56 h 70"/>
                  <a:gd name="T28" fmla="*/ 966 w 161"/>
                  <a:gd name="T29" fmla="*/ 77 h 70"/>
                  <a:gd name="T30" fmla="*/ 792 w 161"/>
                  <a:gd name="T31" fmla="*/ 77 h 70"/>
                  <a:gd name="T32" fmla="*/ 717 w 161"/>
                  <a:gd name="T33" fmla="*/ 56 h 70"/>
                  <a:gd name="T34" fmla="*/ 574 w 161"/>
                  <a:gd name="T35" fmla="*/ 21 h 70"/>
                  <a:gd name="T36" fmla="*/ 499 w 161"/>
                  <a:gd name="T37" fmla="*/ 21 h 70"/>
                  <a:gd name="T38" fmla="*/ 312 w 161"/>
                  <a:gd name="T39" fmla="*/ 35 h 70"/>
                  <a:gd name="T40" fmla="*/ 312 w 161"/>
                  <a:gd name="T41" fmla="*/ 56 h 70"/>
                  <a:gd name="T42" fmla="*/ 137 w 161"/>
                  <a:gd name="T43" fmla="*/ 1050 h 70"/>
                  <a:gd name="T44" fmla="*/ 2320 w 161"/>
                  <a:gd name="T45" fmla="*/ 1106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1" h="70">
                    <a:moveTo>
                      <a:pt x="149" y="58"/>
                    </a:moveTo>
                    <a:cubicBezTo>
                      <a:pt x="149" y="50"/>
                      <a:pt x="155" y="34"/>
                      <a:pt x="159" y="13"/>
                    </a:cubicBezTo>
                    <a:cubicBezTo>
                      <a:pt x="160" y="11"/>
                      <a:pt x="160" y="8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0" y="6"/>
                      <a:pt x="159" y="8"/>
                      <a:pt x="157" y="9"/>
                    </a:cubicBezTo>
                    <a:cubicBezTo>
                      <a:pt x="156" y="7"/>
                      <a:pt x="155" y="8"/>
                      <a:pt x="153" y="7"/>
                    </a:cubicBezTo>
                    <a:cubicBezTo>
                      <a:pt x="151" y="7"/>
                      <a:pt x="150" y="7"/>
                      <a:pt x="147" y="6"/>
                    </a:cubicBezTo>
                    <a:cubicBezTo>
                      <a:pt x="143" y="4"/>
                      <a:pt x="135" y="1"/>
                      <a:pt x="129" y="3"/>
                    </a:cubicBezTo>
                    <a:cubicBezTo>
                      <a:pt x="127" y="3"/>
                      <a:pt x="125" y="5"/>
                      <a:pt x="122" y="5"/>
                    </a:cubicBezTo>
                    <a:cubicBezTo>
                      <a:pt x="118" y="6"/>
                      <a:pt x="118" y="6"/>
                      <a:pt x="115" y="5"/>
                    </a:cubicBezTo>
                    <a:cubicBezTo>
                      <a:pt x="110" y="5"/>
                      <a:pt x="107" y="7"/>
                      <a:pt x="103" y="7"/>
                    </a:cubicBezTo>
                    <a:cubicBezTo>
                      <a:pt x="98" y="7"/>
                      <a:pt x="94" y="5"/>
                      <a:pt x="90" y="3"/>
                    </a:cubicBezTo>
                    <a:cubicBezTo>
                      <a:pt x="86" y="1"/>
                      <a:pt x="76" y="2"/>
                      <a:pt x="74" y="3"/>
                    </a:cubicBezTo>
                    <a:cubicBezTo>
                      <a:pt x="72" y="4"/>
                      <a:pt x="71" y="3"/>
                      <a:pt x="69" y="3"/>
                    </a:cubicBezTo>
                    <a:cubicBezTo>
                      <a:pt x="67" y="3"/>
                      <a:pt x="63" y="5"/>
                      <a:pt x="62" y="4"/>
                    </a:cubicBezTo>
                    <a:cubicBezTo>
                      <a:pt x="58" y="6"/>
                      <a:pt x="54" y="4"/>
                      <a:pt x="51" y="4"/>
                    </a:cubicBezTo>
                    <a:cubicBezTo>
                      <a:pt x="50" y="3"/>
                      <a:pt x="47" y="3"/>
                      <a:pt x="46" y="3"/>
                    </a:cubicBezTo>
                    <a:cubicBezTo>
                      <a:pt x="45" y="2"/>
                      <a:pt x="40" y="1"/>
                      <a:pt x="37" y="1"/>
                    </a:cubicBezTo>
                    <a:cubicBezTo>
                      <a:pt x="36" y="2"/>
                      <a:pt x="33" y="1"/>
                      <a:pt x="32" y="1"/>
                    </a:cubicBezTo>
                    <a:cubicBezTo>
                      <a:pt x="28" y="1"/>
                      <a:pt x="24" y="0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12" y="29"/>
                      <a:pt x="0" y="53"/>
                      <a:pt x="9" y="55"/>
                    </a:cubicBezTo>
                    <a:cubicBezTo>
                      <a:pt x="23" y="57"/>
                      <a:pt x="127" y="70"/>
                      <a:pt x="149" y="58"/>
                    </a:cubicBezTo>
                    <a:close/>
                  </a:path>
                </a:pathLst>
              </a:custGeom>
              <a:solidFill>
                <a:srgbClr val="9A8B82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53">
                <a:extLst>
                  <a:ext uri="{FF2B5EF4-FFF2-40B4-BE49-F238E27FC236}">
                    <a16:creationId xmlns:a16="http://schemas.microsoft.com/office/drawing/2014/main" id="{DDBC0DB0-C3C8-4E7F-9BB7-2C943A98E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347"/>
                <a:ext cx="360" cy="51"/>
              </a:xfrm>
              <a:custGeom>
                <a:avLst/>
                <a:gdLst>
                  <a:gd name="T0" fmla="*/ 2250 w 144"/>
                  <a:gd name="T1" fmla="*/ 94 h 19"/>
                  <a:gd name="T2" fmla="*/ 2113 w 144"/>
                  <a:gd name="T3" fmla="*/ 115 h 19"/>
                  <a:gd name="T4" fmla="*/ 1688 w 144"/>
                  <a:gd name="T5" fmla="*/ 94 h 19"/>
                  <a:gd name="T6" fmla="*/ 1158 w 144"/>
                  <a:gd name="T7" fmla="*/ 21 h 19"/>
                  <a:gd name="T8" fmla="*/ 658 w 144"/>
                  <a:gd name="T9" fmla="*/ 0 h 19"/>
                  <a:gd name="T10" fmla="*/ 333 w 144"/>
                  <a:gd name="T11" fmla="*/ 81 h 19"/>
                  <a:gd name="T12" fmla="*/ 175 w 144"/>
                  <a:gd name="T13" fmla="*/ 137 h 19"/>
                  <a:gd name="T14" fmla="*/ 95 w 144"/>
                  <a:gd name="T15" fmla="*/ 137 h 19"/>
                  <a:gd name="T16" fmla="*/ 0 w 144"/>
                  <a:gd name="T17" fmla="*/ 217 h 19"/>
                  <a:gd name="T18" fmla="*/ 0 w 144"/>
                  <a:gd name="T19" fmla="*/ 252 h 19"/>
                  <a:gd name="T20" fmla="*/ 0 w 144"/>
                  <a:gd name="T21" fmla="*/ 231 h 19"/>
                  <a:gd name="T22" fmla="*/ 188 w 144"/>
                  <a:gd name="T23" fmla="*/ 217 h 19"/>
                  <a:gd name="T24" fmla="*/ 270 w 144"/>
                  <a:gd name="T25" fmla="*/ 217 h 19"/>
                  <a:gd name="T26" fmla="*/ 408 w 144"/>
                  <a:gd name="T27" fmla="*/ 252 h 19"/>
                  <a:gd name="T28" fmla="*/ 488 w 144"/>
                  <a:gd name="T29" fmla="*/ 274 h 19"/>
                  <a:gd name="T30" fmla="*/ 658 w 144"/>
                  <a:gd name="T31" fmla="*/ 274 h 19"/>
                  <a:gd name="T32" fmla="*/ 770 w 144"/>
                  <a:gd name="T33" fmla="*/ 252 h 19"/>
                  <a:gd name="T34" fmla="*/ 845 w 144"/>
                  <a:gd name="T35" fmla="*/ 252 h 19"/>
                  <a:gd name="T36" fmla="*/ 1095 w 144"/>
                  <a:gd name="T37" fmla="*/ 252 h 19"/>
                  <a:gd name="T38" fmla="*/ 1300 w 144"/>
                  <a:gd name="T39" fmla="*/ 330 h 19"/>
                  <a:gd name="T40" fmla="*/ 1488 w 144"/>
                  <a:gd name="T41" fmla="*/ 287 h 19"/>
                  <a:gd name="T42" fmla="*/ 1595 w 144"/>
                  <a:gd name="T43" fmla="*/ 287 h 19"/>
                  <a:gd name="T44" fmla="*/ 1708 w 144"/>
                  <a:gd name="T45" fmla="*/ 252 h 19"/>
                  <a:gd name="T46" fmla="*/ 1988 w 144"/>
                  <a:gd name="T47" fmla="*/ 309 h 19"/>
                  <a:gd name="T48" fmla="*/ 2083 w 144"/>
                  <a:gd name="T49" fmla="*/ 330 h 19"/>
                  <a:gd name="T50" fmla="*/ 2145 w 144"/>
                  <a:gd name="T51" fmla="*/ 368 h 19"/>
                  <a:gd name="T52" fmla="*/ 2208 w 144"/>
                  <a:gd name="T53" fmla="*/ 287 h 19"/>
                  <a:gd name="T54" fmla="*/ 2208 w 144"/>
                  <a:gd name="T55" fmla="*/ 287 h 19"/>
                  <a:gd name="T56" fmla="*/ 2208 w 144"/>
                  <a:gd name="T57" fmla="*/ 287 h 19"/>
                  <a:gd name="T58" fmla="*/ 2250 w 144"/>
                  <a:gd name="T59" fmla="*/ 94 h 1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44" h="19">
                    <a:moveTo>
                      <a:pt x="144" y="5"/>
                    </a:moveTo>
                    <a:cubicBezTo>
                      <a:pt x="141" y="6"/>
                      <a:pt x="138" y="6"/>
                      <a:pt x="135" y="6"/>
                    </a:cubicBezTo>
                    <a:cubicBezTo>
                      <a:pt x="126" y="6"/>
                      <a:pt x="116" y="5"/>
                      <a:pt x="108" y="5"/>
                    </a:cubicBezTo>
                    <a:cubicBezTo>
                      <a:pt x="96" y="4"/>
                      <a:pt x="86" y="1"/>
                      <a:pt x="74" y="1"/>
                    </a:cubicBezTo>
                    <a:cubicBezTo>
                      <a:pt x="63" y="0"/>
                      <a:pt x="53" y="1"/>
                      <a:pt x="42" y="0"/>
                    </a:cubicBezTo>
                    <a:cubicBezTo>
                      <a:pt x="34" y="0"/>
                      <a:pt x="29" y="0"/>
                      <a:pt x="21" y="4"/>
                    </a:cubicBezTo>
                    <a:cubicBezTo>
                      <a:pt x="17" y="5"/>
                      <a:pt x="15" y="6"/>
                      <a:pt x="11" y="7"/>
                    </a:cubicBezTo>
                    <a:cubicBezTo>
                      <a:pt x="9" y="7"/>
                      <a:pt x="8" y="7"/>
                      <a:pt x="6" y="7"/>
                    </a:cubicBezTo>
                    <a:cubicBezTo>
                      <a:pt x="4" y="8"/>
                      <a:pt x="2" y="10"/>
                      <a:pt x="0" y="11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0"/>
                      <a:pt x="8" y="11"/>
                      <a:pt x="12" y="11"/>
                    </a:cubicBezTo>
                    <a:cubicBezTo>
                      <a:pt x="13" y="11"/>
                      <a:pt x="16" y="12"/>
                      <a:pt x="17" y="11"/>
                    </a:cubicBezTo>
                    <a:cubicBezTo>
                      <a:pt x="20" y="11"/>
                      <a:pt x="25" y="12"/>
                      <a:pt x="26" y="13"/>
                    </a:cubicBezTo>
                    <a:cubicBezTo>
                      <a:pt x="27" y="13"/>
                      <a:pt x="30" y="13"/>
                      <a:pt x="31" y="14"/>
                    </a:cubicBezTo>
                    <a:cubicBezTo>
                      <a:pt x="34" y="14"/>
                      <a:pt x="38" y="16"/>
                      <a:pt x="42" y="14"/>
                    </a:cubicBezTo>
                    <a:cubicBezTo>
                      <a:pt x="43" y="15"/>
                      <a:pt x="47" y="13"/>
                      <a:pt x="49" y="13"/>
                    </a:cubicBezTo>
                    <a:cubicBezTo>
                      <a:pt x="51" y="13"/>
                      <a:pt x="52" y="14"/>
                      <a:pt x="54" y="13"/>
                    </a:cubicBezTo>
                    <a:cubicBezTo>
                      <a:pt x="56" y="12"/>
                      <a:pt x="66" y="11"/>
                      <a:pt x="70" y="13"/>
                    </a:cubicBezTo>
                    <a:cubicBezTo>
                      <a:pt x="74" y="15"/>
                      <a:pt x="78" y="17"/>
                      <a:pt x="83" y="17"/>
                    </a:cubicBezTo>
                    <a:cubicBezTo>
                      <a:pt x="87" y="17"/>
                      <a:pt x="90" y="15"/>
                      <a:pt x="95" y="15"/>
                    </a:cubicBezTo>
                    <a:cubicBezTo>
                      <a:pt x="98" y="16"/>
                      <a:pt x="98" y="16"/>
                      <a:pt x="102" y="15"/>
                    </a:cubicBezTo>
                    <a:cubicBezTo>
                      <a:pt x="105" y="15"/>
                      <a:pt x="107" y="13"/>
                      <a:pt x="109" y="13"/>
                    </a:cubicBezTo>
                    <a:cubicBezTo>
                      <a:pt x="115" y="11"/>
                      <a:pt x="123" y="14"/>
                      <a:pt x="127" y="16"/>
                    </a:cubicBezTo>
                    <a:cubicBezTo>
                      <a:pt x="130" y="17"/>
                      <a:pt x="131" y="17"/>
                      <a:pt x="133" y="17"/>
                    </a:cubicBezTo>
                    <a:cubicBezTo>
                      <a:pt x="135" y="18"/>
                      <a:pt x="136" y="17"/>
                      <a:pt x="137" y="19"/>
                    </a:cubicBezTo>
                    <a:cubicBezTo>
                      <a:pt x="139" y="18"/>
                      <a:pt x="140" y="16"/>
                      <a:pt x="141" y="15"/>
                    </a:cubicBezTo>
                    <a:cubicBezTo>
                      <a:pt x="141" y="15"/>
                      <a:pt x="141" y="15"/>
                      <a:pt x="141" y="15"/>
                    </a:cubicBezTo>
                    <a:cubicBezTo>
                      <a:pt x="141" y="15"/>
                      <a:pt x="141" y="15"/>
                      <a:pt x="141" y="15"/>
                    </a:cubicBezTo>
                    <a:cubicBezTo>
                      <a:pt x="142" y="12"/>
                      <a:pt x="143" y="9"/>
                      <a:pt x="144" y="5"/>
                    </a:cubicBezTo>
                    <a:close/>
                  </a:path>
                </a:pathLst>
              </a:custGeom>
              <a:solidFill>
                <a:srgbClr val="C6BBB4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54">
                <a:extLst>
                  <a:ext uri="{FF2B5EF4-FFF2-40B4-BE49-F238E27FC236}">
                    <a16:creationId xmlns:a16="http://schemas.microsoft.com/office/drawing/2014/main" id="{7FBB6A6C-A7B3-476F-8B79-83126E346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089"/>
                <a:ext cx="110" cy="440"/>
              </a:xfrm>
              <a:custGeom>
                <a:avLst/>
                <a:gdLst>
                  <a:gd name="T0" fmla="*/ 563 w 44"/>
                  <a:gd name="T1" fmla="*/ 1160 h 165"/>
                  <a:gd name="T2" fmla="*/ 688 w 44"/>
                  <a:gd name="T3" fmla="*/ 0 h 165"/>
                  <a:gd name="T4" fmla="*/ 158 w 44"/>
                  <a:gd name="T5" fmla="*/ 2275 h 165"/>
                  <a:gd name="T6" fmla="*/ 0 w 44"/>
                  <a:gd name="T7" fmla="*/ 3128 h 165"/>
                  <a:gd name="T8" fmla="*/ 145 w 44"/>
                  <a:gd name="T9" fmla="*/ 3016 h 165"/>
                  <a:gd name="T10" fmla="*/ 250 w 44"/>
                  <a:gd name="T11" fmla="*/ 3037 h 165"/>
                  <a:gd name="T12" fmla="*/ 563 w 44"/>
                  <a:gd name="T13" fmla="*/ 1160 h 1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65">
                    <a:moveTo>
                      <a:pt x="36" y="61"/>
                    </a:moveTo>
                    <a:cubicBezTo>
                      <a:pt x="42" y="40"/>
                      <a:pt x="44" y="0"/>
                      <a:pt x="44" y="0"/>
                    </a:cubicBezTo>
                    <a:cubicBezTo>
                      <a:pt x="44" y="0"/>
                      <a:pt x="15" y="100"/>
                      <a:pt x="10" y="120"/>
                    </a:cubicBezTo>
                    <a:cubicBezTo>
                      <a:pt x="6" y="141"/>
                      <a:pt x="0" y="157"/>
                      <a:pt x="0" y="165"/>
                    </a:cubicBezTo>
                    <a:cubicBezTo>
                      <a:pt x="9" y="159"/>
                      <a:pt x="9" y="159"/>
                      <a:pt x="9" y="159"/>
                    </a:cubicBezTo>
                    <a:cubicBezTo>
                      <a:pt x="16" y="160"/>
                      <a:pt x="16" y="160"/>
                      <a:pt x="16" y="160"/>
                    </a:cubicBezTo>
                    <a:cubicBezTo>
                      <a:pt x="16" y="160"/>
                      <a:pt x="29" y="81"/>
                      <a:pt x="36" y="61"/>
                    </a:cubicBezTo>
                    <a:close/>
                  </a:path>
                </a:pathLst>
              </a:custGeom>
              <a:solidFill>
                <a:srgbClr val="FFF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55">
                <a:extLst>
                  <a:ext uri="{FF2B5EF4-FFF2-40B4-BE49-F238E27FC236}">
                    <a16:creationId xmlns:a16="http://schemas.microsoft.com/office/drawing/2014/main" id="{78052417-B605-4ACF-AE63-074670335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58"/>
                <a:ext cx="35" cy="29"/>
              </a:xfrm>
              <a:custGeom>
                <a:avLst/>
                <a:gdLst>
                  <a:gd name="T0" fmla="*/ 0 w 14"/>
                  <a:gd name="T1" fmla="*/ 200 h 11"/>
                  <a:gd name="T2" fmla="*/ 95 w 14"/>
                  <a:gd name="T3" fmla="*/ 145 h 11"/>
                  <a:gd name="T4" fmla="*/ 220 w 14"/>
                  <a:gd name="T5" fmla="*/ 0 h 11"/>
                  <a:gd name="T6" fmla="*/ 50 w 14"/>
                  <a:gd name="T7" fmla="*/ 21 h 11"/>
                  <a:gd name="T8" fmla="*/ 0 w 14"/>
                  <a:gd name="T9" fmla="*/ 2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11"/>
                    </a:moveTo>
                    <a:cubicBezTo>
                      <a:pt x="2" y="9"/>
                      <a:pt x="3" y="10"/>
                      <a:pt x="6" y="8"/>
                    </a:cubicBezTo>
                    <a:cubicBezTo>
                      <a:pt x="9" y="7"/>
                      <a:pt x="12" y="3"/>
                      <a:pt x="14" y="0"/>
                    </a:cubicBezTo>
                    <a:cubicBezTo>
                      <a:pt x="11" y="0"/>
                      <a:pt x="7" y="1"/>
                      <a:pt x="3" y="1"/>
                    </a:cubicBezTo>
                    <a:cubicBezTo>
                      <a:pt x="2" y="5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EA199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56">
                <a:extLst>
                  <a:ext uri="{FF2B5EF4-FFF2-40B4-BE49-F238E27FC236}">
                    <a16:creationId xmlns:a16="http://schemas.microsoft.com/office/drawing/2014/main" id="{95E1BE0D-D9C3-4E45-A49C-D85C8A43C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966"/>
                <a:ext cx="260" cy="256"/>
              </a:xfrm>
              <a:custGeom>
                <a:avLst/>
                <a:gdLst>
                  <a:gd name="T0" fmla="*/ 395 w 104"/>
                  <a:gd name="T1" fmla="*/ 0 h 96"/>
                  <a:gd name="T2" fmla="*/ 1625 w 104"/>
                  <a:gd name="T3" fmla="*/ 0 h 96"/>
                  <a:gd name="T4" fmla="*/ 1283 w 104"/>
                  <a:gd name="T5" fmla="*/ 1821 h 96"/>
                  <a:gd name="T6" fmla="*/ 0 w 104"/>
                  <a:gd name="T7" fmla="*/ 1821 h 96"/>
                  <a:gd name="T8" fmla="*/ 395 w 104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96">
                    <a:moveTo>
                      <a:pt x="25" y="0"/>
                    </a:moveTo>
                    <a:cubicBezTo>
                      <a:pt x="43" y="1"/>
                      <a:pt x="104" y="0"/>
                      <a:pt x="104" y="0"/>
                    </a:cubicBezTo>
                    <a:cubicBezTo>
                      <a:pt x="82" y="96"/>
                      <a:pt x="82" y="96"/>
                      <a:pt x="82" y="96"/>
                    </a:cubicBezTo>
                    <a:cubicBezTo>
                      <a:pt x="0" y="96"/>
                      <a:pt x="0" y="96"/>
                      <a:pt x="0" y="96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57">
                <a:extLst>
                  <a:ext uri="{FF2B5EF4-FFF2-40B4-BE49-F238E27FC236}">
                    <a16:creationId xmlns:a16="http://schemas.microsoft.com/office/drawing/2014/main" id="{CEFCD9CB-3509-442D-B58B-C85713538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358"/>
                <a:ext cx="68" cy="171"/>
              </a:xfrm>
              <a:custGeom>
                <a:avLst/>
                <a:gdLst>
                  <a:gd name="T0" fmla="*/ 146 w 27"/>
                  <a:gd name="T1" fmla="*/ 1106 h 64"/>
                  <a:gd name="T2" fmla="*/ 254 w 27"/>
                  <a:gd name="T3" fmla="*/ 1128 h 64"/>
                  <a:gd name="T4" fmla="*/ 431 w 27"/>
                  <a:gd name="T5" fmla="*/ 0 h 64"/>
                  <a:gd name="T6" fmla="*/ 285 w 27"/>
                  <a:gd name="T7" fmla="*/ 150 h 64"/>
                  <a:gd name="T8" fmla="*/ 191 w 27"/>
                  <a:gd name="T9" fmla="*/ 206 h 64"/>
                  <a:gd name="T10" fmla="*/ 159 w 27"/>
                  <a:gd name="T11" fmla="*/ 363 h 64"/>
                  <a:gd name="T12" fmla="*/ 0 w 27"/>
                  <a:gd name="T13" fmla="*/ 1221 h 64"/>
                  <a:gd name="T14" fmla="*/ 146 w 27"/>
                  <a:gd name="T15" fmla="*/ 1106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4">
                    <a:moveTo>
                      <a:pt x="9" y="58"/>
                    </a:move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9"/>
                      <a:pt x="21" y="28"/>
                      <a:pt x="27" y="0"/>
                    </a:cubicBezTo>
                    <a:cubicBezTo>
                      <a:pt x="24" y="3"/>
                      <a:pt x="21" y="7"/>
                      <a:pt x="18" y="8"/>
                    </a:cubicBezTo>
                    <a:cubicBezTo>
                      <a:pt x="15" y="10"/>
                      <a:pt x="14" y="9"/>
                      <a:pt x="12" y="11"/>
                    </a:cubicBezTo>
                    <a:cubicBezTo>
                      <a:pt x="11" y="14"/>
                      <a:pt x="11" y="17"/>
                      <a:pt x="10" y="19"/>
                    </a:cubicBezTo>
                    <a:cubicBezTo>
                      <a:pt x="6" y="40"/>
                      <a:pt x="0" y="56"/>
                      <a:pt x="0" y="64"/>
                    </a:cubicBez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746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58">
                <a:extLst>
                  <a:ext uri="{FF2B5EF4-FFF2-40B4-BE49-F238E27FC236}">
                    <a16:creationId xmlns:a16="http://schemas.microsoft.com/office/drawing/2014/main" id="{01660EE2-8C0E-485C-898B-6C6225624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358"/>
                <a:ext cx="68" cy="171"/>
              </a:xfrm>
              <a:custGeom>
                <a:avLst/>
                <a:gdLst>
                  <a:gd name="T0" fmla="*/ 146 w 27"/>
                  <a:gd name="T1" fmla="*/ 1106 h 64"/>
                  <a:gd name="T2" fmla="*/ 254 w 27"/>
                  <a:gd name="T3" fmla="*/ 1128 h 64"/>
                  <a:gd name="T4" fmla="*/ 431 w 27"/>
                  <a:gd name="T5" fmla="*/ 0 h 64"/>
                  <a:gd name="T6" fmla="*/ 285 w 27"/>
                  <a:gd name="T7" fmla="*/ 150 h 64"/>
                  <a:gd name="T8" fmla="*/ 191 w 27"/>
                  <a:gd name="T9" fmla="*/ 206 h 64"/>
                  <a:gd name="T10" fmla="*/ 159 w 27"/>
                  <a:gd name="T11" fmla="*/ 363 h 64"/>
                  <a:gd name="T12" fmla="*/ 0 w 27"/>
                  <a:gd name="T13" fmla="*/ 1221 h 64"/>
                  <a:gd name="T14" fmla="*/ 146 w 27"/>
                  <a:gd name="T15" fmla="*/ 1106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4">
                    <a:moveTo>
                      <a:pt x="9" y="58"/>
                    </a:move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9"/>
                      <a:pt x="21" y="28"/>
                      <a:pt x="27" y="0"/>
                    </a:cubicBezTo>
                    <a:cubicBezTo>
                      <a:pt x="24" y="3"/>
                      <a:pt x="21" y="7"/>
                      <a:pt x="18" y="8"/>
                    </a:cubicBezTo>
                    <a:cubicBezTo>
                      <a:pt x="15" y="10"/>
                      <a:pt x="14" y="9"/>
                      <a:pt x="12" y="11"/>
                    </a:cubicBezTo>
                    <a:cubicBezTo>
                      <a:pt x="11" y="14"/>
                      <a:pt x="11" y="17"/>
                      <a:pt x="10" y="19"/>
                    </a:cubicBezTo>
                    <a:cubicBezTo>
                      <a:pt x="6" y="40"/>
                      <a:pt x="0" y="56"/>
                      <a:pt x="0" y="64"/>
                    </a:cubicBez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74645B"/>
              </a:solidFill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59">
                <a:extLst>
                  <a:ext uri="{FF2B5EF4-FFF2-40B4-BE49-F238E27FC236}">
                    <a16:creationId xmlns:a16="http://schemas.microsoft.com/office/drawing/2014/main" id="{35EDCB09-E0D1-4616-A7FD-5E170777F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995"/>
                <a:ext cx="128" cy="211"/>
              </a:xfrm>
              <a:custGeom>
                <a:avLst/>
                <a:gdLst>
                  <a:gd name="T0" fmla="*/ 314 w 51"/>
                  <a:gd name="T1" fmla="*/ 0 h 79"/>
                  <a:gd name="T2" fmla="*/ 0 w 51"/>
                  <a:gd name="T3" fmla="*/ 1506 h 79"/>
                  <a:gd name="T4" fmla="*/ 806 w 51"/>
                  <a:gd name="T5" fmla="*/ 1506 h 79"/>
                  <a:gd name="T6" fmla="*/ 271 w 51"/>
                  <a:gd name="T7" fmla="*/ 1012 h 79"/>
                  <a:gd name="T8" fmla="*/ 314 w 51"/>
                  <a:gd name="T9" fmla="*/ 0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79">
                    <a:moveTo>
                      <a:pt x="20" y="0"/>
                    </a:moveTo>
                    <a:cubicBezTo>
                      <a:pt x="0" y="79"/>
                      <a:pt x="0" y="79"/>
                      <a:pt x="0" y="79"/>
                    </a:cubicBezTo>
                    <a:cubicBezTo>
                      <a:pt x="51" y="79"/>
                      <a:pt x="51" y="79"/>
                      <a:pt x="51" y="79"/>
                    </a:cubicBezTo>
                    <a:cubicBezTo>
                      <a:pt x="29" y="79"/>
                      <a:pt x="18" y="62"/>
                      <a:pt x="17" y="53"/>
                    </a:cubicBezTo>
                    <a:cubicBezTo>
                      <a:pt x="16" y="45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60">
                <a:extLst>
                  <a:ext uri="{FF2B5EF4-FFF2-40B4-BE49-F238E27FC236}">
                    <a16:creationId xmlns:a16="http://schemas.microsoft.com/office/drawing/2014/main" id="{42706C92-70E1-4687-BF15-4DF98A2B8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030"/>
                <a:ext cx="90" cy="179"/>
              </a:xfrm>
              <a:custGeom>
                <a:avLst/>
                <a:gdLst>
                  <a:gd name="T0" fmla="*/ 563 w 36"/>
                  <a:gd name="T1" fmla="*/ 1256 h 67"/>
                  <a:gd name="T2" fmla="*/ 0 w 36"/>
                  <a:gd name="T3" fmla="*/ 1256 h 67"/>
                  <a:gd name="T4" fmla="*/ 270 w 36"/>
                  <a:gd name="T5" fmla="*/ 0 h 67"/>
                  <a:gd name="T6" fmla="*/ 95 w 36"/>
                  <a:gd name="T7" fmla="*/ 1141 h 67"/>
                  <a:gd name="T8" fmla="*/ 563 w 36"/>
                  <a:gd name="T9" fmla="*/ 125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7">
                    <a:moveTo>
                      <a:pt x="36" y="66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20"/>
                      <a:pt x="6" y="54"/>
                      <a:pt x="6" y="60"/>
                    </a:cubicBezTo>
                    <a:cubicBezTo>
                      <a:pt x="6" y="67"/>
                      <a:pt x="28" y="65"/>
                      <a:pt x="36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61">
                <a:extLst>
                  <a:ext uri="{FF2B5EF4-FFF2-40B4-BE49-F238E27FC236}">
                    <a16:creationId xmlns:a16="http://schemas.microsoft.com/office/drawing/2014/main" id="{8BA15798-9F31-46B8-ABE6-093B7DE8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979"/>
                <a:ext cx="52" cy="227"/>
              </a:xfrm>
              <a:custGeom>
                <a:avLst/>
                <a:gdLst>
                  <a:gd name="T0" fmla="*/ 74 w 21"/>
                  <a:gd name="T1" fmla="*/ 0 h 85"/>
                  <a:gd name="T2" fmla="*/ 319 w 21"/>
                  <a:gd name="T3" fmla="*/ 0 h 85"/>
                  <a:gd name="T4" fmla="*/ 0 w 21"/>
                  <a:gd name="T5" fmla="*/ 1618 h 85"/>
                  <a:gd name="T6" fmla="*/ 74 w 21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5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13" y="11"/>
                      <a:pt x="5" y="0"/>
                    </a:cubicBezTo>
                    <a:close/>
                  </a:path>
                </a:pathLst>
              </a:custGeom>
              <a:solidFill>
                <a:srgbClr val="FFD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62">
                <a:extLst>
                  <a:ext uri="{FF2B5EF4-FFF2-40B4-BE49-F238E27FC236}">
                    <a16:creationId xmlns:a16="http://schemas.microsoft.com/office/drawing/2014/main" id="{2B88EF66-728F-49C6-AF88-257E914A4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990"/>
                <a:ext cx="67" cy="8"/>
              </a:xfrm>
              <a:custGeom>
                <a:avLst/>
                <a:gdLst>
                  <a:gd name="T0" fmla="*/ 12 w 27"/>
                  <a:gd name="T1" fmla="*/ 21 h 3"/>
                  <a:gd name="T2" fmla="*/ 42 w 27"/>
                  <a:gd name="T3" fmla="*/ 56 h 3"/>
                  <a:gd name="T4" fmla="*/ 382 w 27"/>
                  <a:gd name="T5" fmla="*/ 56 h 3"/>
                  <a:gd name="T6" fmla="*/ 382 w 27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">
                    <a:moveTo>
                      <a:pt x="1" y="1"/>
                    </a:moveTo>
                    <a:cubicBezTo>
                      <a:pt x="1" y="1"/>
                      <a:pt x="0" y="3"/>
                      <a:pt x="3" y="3"/>
                    </a:cubicBezTo>
                    <a:cubicBezTo>
                      <a:pt x="7" y="3"/>
                      <a:pt x="24" y="3"/>
                      <a:pt x="25" y="3"/>
                    </a:cubicBezTo>
                    <a:cubicBezTo>
                      <a:pt x="27" y="3"/>
                      <a:pt x="25" y="0"/>
                      <a:pt x="25" y="0"/>
                    </a:cubicBezTo>
                  </a:path>
                </a:pathLst>
              </a:custGeom>
              <a:solidFill>
                <a:srgbClr val="FFD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63">
                <a:extLst>
                  <a:ext uri="{FF2B5EF4-FFF2-40B4-BE49-F238E27FC236}">
                    <a16:creationId xmlns:a16="http://schemas.microsoft.com/office/drawing/2014/main" id="{F2CB2D17-C356-4463-BF7D-6C08D1F51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969"/>
                <a:ext cx="53" cy="88"/>
              </a:xfrm>
              <a:custGeom>
                <a:avLst/>
                <a:gdLst>
                  <a:gd name="T0" fmla="*/ 305 w 21"/>
                  <a:gd name="T1" fmla="*/ 149 h 33"/>
                  <a:gd name="T2" fmla="*/ 209 w 21"/>
                  <a:gd name="T3" fmla="*/ 435 h 33"/>
                  <a:gd name="T4" fmla="*/ 0 w 21"/>
                  <a:gd name="T5" fmla="*/ 589 h 33"/>
                  <a:gd name="T6" fmla="*/ 179 w 21"/>
                  <a:gd name="T7" fmla="*/ 320 h 33"/>
                  <a:gd name="T8" fmla="*/ 222 w 21"/>
                  <a:gd name="T9" fmla="*/ 171 h 33"/>
                  <a:gd name="T10" fmla="*/ 255 w 21"/>
                  <a:gd name="T11" fmla="*/ 0 h 33"/>
                  <a:gd name="T12" fmla="*/ 338 w 2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19" y="8"/>
                    </a:moveTo>
                    <a:cubicBezTo>
                      <a:pt x="19" y="9"/>
                      <a:pt x="17" y="17"/>
                      <a:pt x="13" y="23"/>
                    </a:cubicBezTo>
                    <a:cubicBezTo>
                      <a:pt x="10" y="29"/>
                      <a:pt x="5" y="33"/>
                      <a:pt x="0" y="31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FFD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64">
                <a:extLst>
                  <a:ext uri="{FF2B5EF4-FFF2-40B4-BE49-F238E27FC236}">
                    <a16:creationId xmlns:a16="http://schemas.microsoft.com/office/drawing/2014/main" id="{3EA0EE1C-0568-4EFC-A231-4F369292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385"/>
                <a:ext cx="98" cy="93"/>
              </a:xfrm>
              <a:custGeom>
                <a:avLst/>
                <a:gdLst>
                  <a:gd name="T0" fmla="*/ 33 w 39"/>
                  <a:gd name="T1" fmla="*/ 523 h 35"/>
                  <a:gd name="T2" fmla="*/ 113 w 39"/>
                  <a:gd name="T3" fmla="*/ 340 h 35"/>
                  <a:gd name="T4" fmla="*/ 146 w 39"/>
                  <a:gd name="T5" fmla="*/ 205 h 35"/>
                  <a:gd name="T6" fmla="*/ 239 w 39"/>
                  <a:gd name="T7" fmla="*/ 21 h 35"/>
                  <a:gd name="T8" fmla="*/ 284 w 39"/>
                  <a:gd name="T9" fmla="*/ 21 h 35"/>
                  <a:gd name="T10" fmla="*/ 334 w 39"/>
                  <a:gd name="T11" fmla="*/ 0 h 35"/>
                  <a:gd name="T12" fmla="*/ 430 w 39"/>
                  <a:gd name="T13" fmla="*/ 21 h 35"/>
                  <a:gd name="T14" fmla="*/ 618 w 39"/>
                  <a:gd name="T15" fmla="*/ 77 h 35"/>
                  <a:gd name="T16" fmla="*/ 472 w 39"/>
                  <a:gd name="T17" fmla="*/ 77 h 35"/>
                  <a:gd name="T18" fmla="*/ 284 w 39"/>
                  <a:gd name="T19" fmla="*/ 56 h 35"/>
                  <a:gd name="T20" fmla="*/ 176 w 39"/>
                  <a:gd name="T21" fmla="*/ 247 h 35"/>
                  <a:gd name="T22" fmla="*/ 113 w 39"/>
                  <a:gd name="T23" fmla="*/ 430 h 35"/>
                  <a:gd name="T24" fmla="*/ 20 w 39"/>
                  <a:gd name="T25" fmla="*/ 601 h 35"/>
                  <a:gd name="T26" fmla="*/ 33 w 39"/>
                  <a:gd name="T27" fmla="*/ 523 h 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" h="35">
                    <a:moveTo>
                      <a:pt x="2" y="28"/>
                    </a:moveTo>
                    <a:cubicBezTo>
                      <a:pt x="4" y="25"/>
                      <a:pt x="6" y="22"/>
                      <a:pt x="7" y="18"/>
                    </a:cubicBezTo>
                    <a:cubicBezTo>
                      <a:pt x="7" y="16"/>
                      <a:pt x="9" y="14"/>
                      <a:pt x="9" y="11"/>
                    </a:cubicBezTo>
                    <a:cubicBezTo>
                      <a:pt x="10" y="8"/>
                      <a:pt x="10" y="1"/>
                      <a:pt x="15" y="1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9" y="1"/>
                      <a:pt x="20" y="1"/>
                      <a:pt x="21" y="0"/>
                    </a:cubicBezTo>
                    <a:cubicBezTo>
                      <a:pt x="23" y="0"/>
                      <a:pt x="25" y="1"/>
                      <a:pt x="27" y="1"/>
                    </a:cubicBezTo>
                    <a:cubicBezTo>
                      <a:pt x="30" y="1"/>
                      <a:pt x="37" y="2"/>
                      <a:pt x="39" y="4"/>
                    </a:cubicBezTo>
                    <a:cubicBezTo>
                      <a:pt x="36" y="5"/>
                      <a:pt x="33" y="4"/>
                      <a:pt x="30" y="4"/>
                    </a:cubicBezTo>
                    <a:cubicBezTo>
                      <a:pt x="29" y="1"/>
                      <a:pt x="21" y="2"/>
                      <a:pt x="18" y="3"/>
                    </a:cubicBezTo>
                    <a:cubicBezTo>
                      <a:pt x="13" y="5"/>
                      <a:pt x="11" y="10"/>
                      <a:pt x="11" y="13"/>
                    </a:cubicBezTo>
                    <a:cubicBezTo>
                      <a:pt x="11" y="18"/>
                      <a:pt x="9" y="20"/>
                      <a:pt x="7" y="23"/>
                    </a:cubicBezTo>
                    <a:cubicBezTo>
                      <a:pt x="5" y="25"/>
                      <a:pt x="2" y="30"/>
                      <a:pt x="1" y="32"/>
                    </a:cubicBezTo>
                    <a:cubicBezTo>
                      <a:pt x="0" y="35"/>
                      <a:pt x="2" y="28"/>
                      <a:pt x="2" y="28"/>
                    </a:cubicBezTo>
                    <a:close/>
                  </a:path>
                </a:pathLst>
              </a:custGeom>
              <a:solidFill>
                <a:srgbClr val="C8B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65">
                <a:extLst>
                  <a:ext uri="{FF2B5EF4-FFF2-40B4-BE49-F238E27FC236}">
                    <a16:creationId xmlns:a16="http://schemas.microsoft.com/office/drawing/2014/main" id="{55682968-4B9B-4A01-A1FA-A484EF6B1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3350"/>
                <a:ext cx="115" cy="13"/>
              </a:xfrm>
              <a:custGeom>
                <a:avLst/>
                <a:gdLst>
                  <a:gd name="T0" fmla="*/ 0 w 46"/>
                  <a:gd name="T1" fmla="*/ 88 h 5"/>
                  <a:gd name="T2" fmla="*/ 313 w 46"/>
                  <a:gd name="T3" fmla="*/ 21 h 5"/>
                  <a:gd name="T4" fmla="*/ 550 w 46"/>
                  <a:gd name="T5" fmla="*/ 21 h 5"/>
                  <a:gd name="T6" fmla="*/ 720 w 46"/>
                  <a:gd name="T7" fmla="*/ 55 h 5"/>
                  <a:gd name="T8" fmla="*/ 425 w 46"/>
                  <a:gd name="T9" fmla="*/ 55 h 5"/>
                  <a:gd name="T10" fmla="*/ 283 w 46"/>
                  <a:gd name="T11" fmla="*/ 88 h 5"/>
                  <a:gd name="T12" fmla="*/ 208 w 46"/>
                  <a:gd name="T13" fmla="*/ 55 h 5"/>
                  <a:gd name="T14" fmla="*/ 125 w 46"/>
                  <a:gd name="T15" fmla="*/ 68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5">
                    <a:moveTo>
                      <a:pt x="0" y="5"/>
                    </a:moveTo>
                    <a:cubicBezTo>
                      <a:pt x="7" y="4"/>
                      <a:pt x="13" y="0"/>
                      <a:pt x="20" y="1"/>
                    </a:cubicBezTo>
                    <a:cubicBezTo>
                      <a:pt x="25" y="1"/>
                      <a:pt x="30" y="1"/>
                      <a:pt x="35" y="1"/>
                    </a:cubicBezTo>
                    <a:cubicBezTo>
                      <a:pt x="38" y="1"/>
                      <a:pt x="45" y="1"/>
                      <a:pt x="46" y="3"/>
                    </a:cubicBezTo>
                    <a:cubicBezTo>
                      <a:pt x="40" y="2"/>
                      <a:pt x="34" y="3"/>
                      <a:pt x="27" y="3"/>
                    </a:cubicBezTo>
                    <a:cubicBezTo>
                      <a:pt x="24" y="3"/>
                      <a:pt x="20" y="2"/>
                      <a:pt x="18" y="5"/>
                    </a:cubicBezTo>
                    <a:cubicBezTo>
                      <a:pt x="17" y="3"/>
                      <a:pt x="15" y="3"/>
                      <a:pt x="13" y="3"/>
                    </a:cubicBezTo>
                    <a:cubicBezTo>
                      <a:pt x="11" y="3"/>
                      <a:pt x="9" y="5"/>
                      <a:pt x="8" y="4"/>
                    </a:cubicBezTo>
                  </a:path>
                </a:pathLst>
              </a:custGeom>
              <a:solidFill>
                <a:srgbClr val="E7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66">
                <a:extLst>
                  <a:ext uri="{FF2B5EF4-FFF2-40B4-BE49-F238E27FC236}">
                    <a16:creationId xmlns:a16="http://schemas.microsoft.com/office/drawing/2014/main" id="{B81C4F2B-106E-46FA-A6F0-C73DD8B2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419"/>
                <a:ext cx="18" cy="35"/>
              </a:xfrm>
              <a:custGeom>
                <a:avLst/>
                <a:gdLst>
                  <a:gd name="T0" fmla="*/ 21 w 7"/>
                  <a:gd name="T1" fmla="*/ 159 h 13"/>
                  <a:gd name="T2" fmla="*/ 0 w 7"/>
                  <a:gd name="T3" fmla="*/ 175 h 13"/>
                  <a:gd name="T4" fmla="*/ 21 w 7"/>
                  <a:gd name="T5" fmla="*/ 1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5" y="13"/>
                      <a:pt x="7" y="0"/>
                      <a:pt x="1" y="6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67">
                <a:extLst>
                  <a:ext uri="{FF2B5EF4-FFF2-40B4-BE49-F238E27FC236}">
                    <a16:creationId xmlns:a16="http://schemas.microsoft.com/office/drawing/2014/main" id="{42592120-92FF-4689-B3D5-F9C5B4D04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449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0 w 4"/>
                  <a:gd name="T3" fmla="*/ 50 h 4"/>
                  <a:gd name="T4" fmla="*/ 63 w 4"/>
                  <a:gd name="T5" fmla="*/ 20 h 4"/>
                  <a:gd name="T6" fmla="*/ 33 w 4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0"/>
                      <a:pt x="2" y="1"/>
                      <a:pt x="2" y="2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68">
                <a:extLst>
                  <a:ext uri="{FF2B5EF4-FFF2-40B4-BE49-F238E27FC236}">
                    <a16:creationId xmlns:a16="http://schemas.microsoft.com/office/drawing/2014/main" id="{4EB9852C-37FB-46B3-B37B-165B5D802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3430"/>
                <a:ext cx="18" cy="11"/>
              </a:xfrm>
              <a:custGeom>
                <a:avLst/>
                <a:gdLst>
                  <a:gd name="T0" fmla="*/ 85 w 7"/>
                  <a:gd name="T1" fmla="*/ 0 h 4"/>
                  <a:gd name="T2" fmla="*/ 85 w 7"/>
                  <a:gd name="T3" fmla="*/ 47 h 4"/>
                  <a:gd name="T4" fmla="*/ 67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0" y="0"/>
                      <a:pt x="1" y="4"/>
                      <a:pt x="5" y="2"/>
                    </a:cubicBezTo>
                    <a:cubicBezTo>
                      <a:pt x="7" y="2"/>
                      <a:pt x="7" y="0"/>
                      <a:pt x="4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69">
                <a:extLst>
                  <a:ext uri="{FF2B5EF4-FFF2-40B4-BE49-F238E27FC236}">
                    <a16:creationId xmlns:a16="http://schemas.microsoft.com/office/drawing/2014/main" id="{4D8B1025-9B5A-4253-ACE3-915E693FA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409"/>
                <a:ext cx="18" cy="13"/>
              </a:xfrm>
              <a:custGeom>
                <a:avLst/>
                <a:gdLst>
                  <a:gd name="T0" fmla="*/ 85 w 7"/>
                  <a:gd name="T1" fmla="*/ 0 h 5"/>
                  <a:gd name="T2" fmla="*/ 33 w 7"/>
                  <a:gd name="T3" fmla="*/ 68 h 5"/>
                  <a:gd name="T4" fmla="*/ 100 w 7"/>
                  <a:gd name="T5" fmla="*/ 88 h 5"/>
                  <a:gd name="T6" fmla="*/ 85 w 7"/>
                  <a:gd name="T7" fmla="*/ 21 h 5"/>
                  <a:gd name="T8" fmla="*/ 100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3" y="4"/>
                      <a:pt x="5" y="4"/>
                      <a:pt x="6" y="5"/>
                    </a:cubicBezTo>
                    <a:cubicBezTo>
                      <a:pt x="7" y="4"/>
                      <a:pt x="6" y="1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70">
                <a:extLst>
                  <a:ext uri="{FF2B5EF4-FFF2-40B4-BE49-F238E27FC236}">
                    <a16:creationId xmlns:a16="http://schemas.microsoft.com/office/drawing/2014/main" id="{0C7C49F2-56AA-45AE-8EBE-5707B6580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401"/>
                <a:ext cx="15" cy="16"/>
              </a:xfrm>
              <a:custGeom>
                <a:avLst/>
                <a:gdLst>
                  <a:gd name="T0" fmla="*/ 63 w 6"/>
                  <a:gd name="T1" fmla="*/ 21 h 6"/>
                  <a:gd name="T2" fmla="*/ 0 w 6"/>
                  <a:gd name="T3" fmla="*/ 115 h 6"/>
                  <a:gd name="T4" fmla="*/ 83 w 6"/>
                  <a:gd name="T5" fmla="*/ 93 h 6"/>
                  <a:gd name="T6" fmla="*/ 95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1" y="6"/>
                      <a:pt x="4" y="6"/>
                      <a:pt x="5" y="5"/>
                    </a:cubicBezTo>
                    <a:cubicBezTo>
                      <a:pt x="6" y="4"/>
                      <a:pt x="6" y="1"/>
                      <a:pt x="6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9" name="Freeform 71">
                <a:extLst>
                  <a:ext uri="{FF2B5EF4-FFF2-40B4-BE49-F238E27FC236}">
                    <a16:creationId xmlns:a16="http://schemas.microsoft.com/office/drawing/2014/main" id="{EB0AEF1C-591D-4B78-AC81-125F19A2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3401"/>
                <a:ext cx="15" cy="16"/>
              </a:xfrm>
              <a:custGeom>
                <a:avLst/>
                <a:gdLst>
                  <a:gd name="T0" fmla="*/ 95 w 6"/>
                  <a:gd name="T1" fmla="*/ 0 h 6"/>
                  <a:gd name="T2" fmla="*/ 0 w 6"/>
                  <a:gd name="T3" fmla="*/ 93 h 6"/>
                  <a:gd name="T4" fmla="*/ 63 w 6"/>
                  <a:gd name="T5" fmla="*/ 93 h 6"/>
                  <a:gd name="T6" fmla="*/ 83 w 6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1" y="3"/>
                      <a:pt x="0" y="5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6" y="4"/>
                      <a:pt x="4" y="2"/>
                      <a:pt x="5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0" name="Freeform 72">
                <a:extLst>
                  <a:ext uri="{FF2B5EF4-FFF2-40B4-BE49-F238E27FC236}">
                    <a16:creationId xmlns:a16="http://schemas.microsoft.com/office/drawing/2014/main" id="{48059B4F-A435-40B3-A65C-B4626B808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433"/>
                <a:ext cx="18" cy="29"/>
              </a:xfrm>
              <a:custGeom>
                <a:avLst/>
                <a:gdLst>
                  <a:gd name="T0" fmla="*/ 67 w 7"/>
                  <a:gd name="T1" fmla="*/ 55 h 11"/>
                  <a:gd name="T2" fmla="*/ 118 w 7"/>
                  <a:gd name="T3" fmla="*/ 145 h 11"/>
                  <a:gd name="T4" fmla="*/ 85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4" y="3"/>
                    </a:moveTo>
                    <a:cubicBezTo>
                      <a:pt x="0" y="7"/>
                      <a:pt x="2" y="11"/>
                      <a:pt x="7" y="8"/>
                    </a:cubicBezTo>
                    <a:cubicBezTo>
                      <a:pt x="6" y="6"/>
                      <a:pt x="7" y="1"/>
                      <a:pt x="5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1" name="Freeform 73">
                <a:extLst>
                  <a:ext uri="{FF2B5EF4-FFF2-40B4-BE49-F238E27FC236}">
                    <a16:creationId xmlns:a16="http://schemas.microsoft.com/office/drawing/2014/main" id="{637709F5-BB38-48BA-8078-DBB9782E3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3449"/>
                <a:ext cx="5" cy="13"/>
              </a:xfrm>
              <a:custGeom>
                <a:avLst/>
                <a:gdLst>
                  <a:gd name="T0" fmla="*/ 20 w 2"/>
                  <a:gd name="T1" fmla="*/ 0 h 5"/>
                  <a:gd name="T2" fmla="*/ 20 w 2"/>
                  <a:gd name="T3" fmla="*/ 88 h 5"/>
                  <a:gd name="T4" fmla="*/ 33 w 2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2" y="3"/>
                      <a:pt x="2" y="1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2" name="Freeform 74">
                <a:extLst>
                  <a:ext uri="{FF2B5EF4-FFF2-40B4-BE49-F238E27FC236}">
                    <a16:creationId xmlns:a16="http://schemas.microsoft.com/office/drawing/2014/main" id="{E76FCDFB-B574-4A47-968D-074A3BD5C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433"/>
                <a:ext cx="27" cy="10"/>
              </a:xfrm>
              <a:custGeom>
                <a:avLst/>
                <a:gdLst>
                  <a:gd name="T0" fmla="*/ 120 w 11"/>
                  <a:gd name="T1" fmla="*/ 0 h 4"/>
                  <a:gd name="T2" fmla="*/ 0 w 11"/>
                  <a:gd name="T3" fmla="*/ 20 h 4"/>
                  <a:gd name="T4" fmla="*/ 71 w 11"/>
                  <a:gd name="T5" fmla="*/ 63 h 4"/>
                  <a:gd name="T6" fmla="*/ 133 w 11"/>
                  <a:gd name="T7" fmla="*/ 33 h 4"/>
                  <a:gd name="T8" fmla="*/ 162 w 11"/>
                  <a:gd name="T9" fmla="*/ 20 h 4"/>
                  <a:gd name="T10" fmla="*/ 150 w 11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8" y="0"/>
                    </a:moveTo>
                    <a:cubicBezTo>
                      <a:pt x="5" y="0"/>
                      <a:pt x="3" y="1"/>
                      <a:pt x="0" y="1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6" y="3"/>
                      <a:pt x="8" y="2"/>
                      <a:pt x="9" y="2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3" name="Freeform 75">
                <a:extLst>
                  <a:ext uri="{FF2B5EF4-FFF2-40B4-BE49-F238E27FC236}">
                    <a16:creationId xmlns:a16="http://schemas.microsoft.com/office/drawing/2014/main" id="{A5AD3285-2340-4DB1-B013-4221EEA9E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419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41 w 5"/>
                  <a:gd name="T3" fmla="*/ 87 h 5"/>
                  <a:gd name="T4" fmla="*/ 4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1" y="2"/>
                      <a:pt x="0" y="5"/>
                      <a:pt x="3" y="4"/>
                    </a:cubicBezTo>
                    <a:cubicBezTo>
                      <a:pt x="5" y="3"/>
                      <a:pt x="3" y="2"/>
                      <a:pt x="3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4" name="Freeform 76">
                <a:extLst>
                  <a:ext uri="{FF2B5EF4-FFF2-40B4-BE49-F238E27FC236}">
                    <a16:creationId xmlns:a16="http://schemas.microsoft.com/office/drawing/2014/main" id="{4B70C6A8-4052-44F0-B408-282BFC773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401"/>
                <a:ext cx="5" cy="18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00 h 7"/>
                  <a:gd name="T4" fmla="*/ 33 w 2"/>
                  <a:gd name="T5" fmla="*/ 118 h 7"/>
                  <a:gd name="T6" fmla="*/ 33 w 2"/>
                  <a:gd name="T7" fmla="*/ 5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3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5" name="Freeform 77">
                <a:extLst>
                  <a:ext uri="{FF2B5EF4-FFF2-40B4-BE49-F238E27FC236}">
                    <a16:creationId xmlns:a16="http://schemas.microsoft.com/office/drawing/2014/main" id="{F47D0BE3-3EB2-498E-96DF-6595EF03D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441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21 w 3"/>
                  <a:gd name="T3" fmla="*/ 63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6" name="Freeform 78">
                <a:extLst>
                  <a:ext uri="{FF2B5EF4-FFF2-40B4-BE49-F238E27FC236}">
                    <a16:creationId xmlns:a16="http://schemas.microsoft.com/office/drawing/2014/main" id="{30DF5345-AB05-4B49-A7E9-DBD9B1EF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3425"/>
                <a:ext cx="13" cy="16"/>
              </a:xfrm>
              <a:custGeom>
                <a:avLst/>
                <a:gdLst>
                  <a:gd name="T0" fmla="*/ 68 w 5"/>
                  <a:gd name="T1" fmla="*/ 21 h 6"/>
                  <a:gd name="T2" fmla="*/ 88 w 5"/>
                  <a:gd name="T3" fmla="*/ 35 h 6"/>
                  <a:gd name="T4" fmla="*/ 68 w 5"/>
                  <a:gd name="T5" fmla="*/ 21 h 6"/>
                  <a:gd name="T6" fmla="*/ 68 w 5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0" y="0"/>
                      <a:pt x="3" y="6"/>
                      <a:pt x="5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7" name="Freeform 79">
                <a:extLst>
                  <a:ext uri="{FF2B5EF4-FFF2-40B4-BE49-F238E27FC236}">
                    <a16:creationId xmlns:a16="http://schemas.microsoft.com/office/drawing/2014/main" id="{B11C112A-2698-47B1-B1D4-ACFD9CBE2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42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2" y="0"/>
                      <a:pt x="1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8" name="Freeform 80">
                <a:extLst>
                  <a:ext uri="{FF2B5EF4-FFF2-40B4-BE49-F238E27FC236}">
                    <a16:creationId xmlns:a16="http://schemas.microsoft.com/office/drawing/2014/main" id="{F45CE981-D1EC-4A83-8230-CEB50DECD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473"/>
                <a:ext cx="20" cy="34"/>
              </a:xfrm>
              <a:custGeom>
                <a:avLst/>
                <a:gdLst>
                  <a:gd name="T0" fmla="*/ 113 w 8"/>
                  <a:gd name="T1" fmla="*/ 110 h 13"/>
                  <a:gd name="T2" fmla="*/ 125 w 8"/>
                  <a:gd name="T3" fmla="*/ 89 h 13"/>
                  <a:gd name="T4" fmla="*/ 113 w 8"/>
                  <a:gd name="T5" fmla="*/ 1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7" y="6"/>
                    </a:moveTo>
                    <a:cubicBezTo>
                      <a:pt x="8" y="6"/>
                      <a:pt x="8" y="5"/>
                      <a:pt x="8" y="5"/>
                    </a:cubicBezTo>
                    <a:cubicBezTo>
                      <a:pt x="3" y="0"/>
                      <a:pt x="0" y="13"/>
                      <a:pt x="7" y="8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9" name="Freeform 81">
                <a:extLst>
                  <a:ext uri="{FF2B5EF4-FFF2-40B4-BE49-F238E27FC236}">
                    <a16:creationId xmlns:a16="http://schemas.microsoft.com/office/drawing/2014/main" id="{7DEE7688-1BDC-4E59-BE4A-3B12C21B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47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56 w 3"/>
                  <a:gd name="T3" fmla="*/ 21 h 3"/>
                  <a:gd name="T4" fmla="*/ 0 w 3"/>
                  <a:gd name="T5" fmla="*/ 35 h 3"/>
                  <a:gd name="T6" fmla="*/ 35 w 3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2"/>
                      <a:pt x="3" y="1"/>
                      <a:pt x="3" y="1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1" y="3"/>
                      <a:pt x="1" y="3"/>
                      <a:pt x="2" y="2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0" name="Freeform 82">
                <a:extLst>
                  <a:ext uri="{FF2B5EF4-FFF2-40B4-BE49-F238E27FC236}">
                    <a16:creationId xmlns:a16="http://schemas.microsoft.com/office/drawing/2014/main" id="{27537F28-2A5F-47BC-BC6A-D0BC993FD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489"/>
                <a:ext cx="15" cy="8"/>
              </a:xfrm>
              <a:custGeom>
                <a:avLst/>
                <a:gdLst>
                  <a:gd name="T0" fmla="*/ 33 w 6"/>
                  <a:gd name="T1" fmla="*/ 56 h 3"/>
                  <a:gd name="T2" fmla="*/ 50 w 6"/>
                  <a:gd name="T3" fmla="*/ 0 h 3"/>
                  <a:gd name="T4" fmla="*/ 50 w 6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6" y="3"/>
                      <a:pt x="6" y="0"/>
                      <a:pt x="3" y="0"/>
                    </a:cubicBezTo>
                    <a:cubicBezTo>
                      <a:pt x="0" y="1"/>
                      <a:pt x="0" y="2"/>
                      <a:pt x="3" y="3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1" name="Freeform 83">
                <a:extLst>
                  <a:ext uri="{FF2B5EF4-FFF2-40B4-BE49-F238E27FC236}">
                    <a16:creationId xmlns:a16="http://schemas.microsoft.com/office/drawing/2014/main" id="{413A5DF7-8937-438B-A802-7CD6B27E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507"/>
                <a:ext cx="18" cy="14"/>
              </a:xfrm>
              <a:custGeom>
                <a:avLst/>
                <a:gdLst>
                  <a:gd name="T0" fmla="*/ 33 w 7"/>
                  <a:gd name="T1" fmla="*/ 87 h 5"/>
                  <a:gd name="T2" fmla="*/ 100 w 7"/>
                  <a:gd name="T3" fmla="*/ 22 h 5"/>
                  <a:gd name="T4" fmla="*/ 33 w 7"/>
                  <a:gd name="T5" fmla="*/ 0 h 5"/>
                  <a:gd name="T6" fmla="*/ 33 w 7"/>
                  <a:gd name="T7" fmla="*/ 87 h 5"/>
                  <a:gd name="T8" fmla="*/ 21 w 7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2" y="4"/>
                    </a:moveTo>
                    <a:cubicBezTo>
                      <a:pt x="5" y="5"/>
                      <a:pt x="7" y="3"/>
                      <a:pt x="6" y="1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1" y="5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2" name="Freeform 84">
                <a:extLst>
                  <a:ext uri="{FF2B5EF4-FFF2-40B4-BE49-F238E27FC236}">
                    <a16:creationId xmlns:a16="http://schemas.microsoft.com/office/drawing/2014/main" id="{5B2010BD-700C-4DDB-97E1-5AAEF2D7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507"/>
                <a:ext cx="15" cy="19"/>
              </a:xfrm>
              <a:custGeom>
                <a:avLst/>
                <a:gdLst>
                  <a:gd name="T0" fmla="*/ 33 w 6"/>
                  <a:gd name="T1" fmla="*/ 103 h 7"/>
                  <a:gd name="T2" fmla="*/ 95 w 6"/>
                  <a:gd name="T3" fmla="*/ 22 h 7"/>
                  <a:gd name="T4" fmla="*/ 20 w 6"/>
                  <a:gd name="T5" fmla="*/ 22 h 7"/>
                  <a:gd name="T6" fmla="*/ 0 w 6"/>
                  <a:gd name="T7" fmla="*/ 1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5"/>
                    </a:moveTo>
                    <a:cubicBezTo>
                      <a:pt x="4" y="4"/>
                      <a:pt x="5" y="2"/>
                      <a:pt x="6" y="1"/>
                    </a:cubicBezTo>
                    <a:cubicBezTo>
                      <a:pt x="5" y="0"/>
                      <a:pt x="2" y="0"/>
                      <a:pt x="1" y="1"/>
                    </a:cubicBez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3" name="Freeform 85">
                <a:extLst>
                  <a:ext uri="{FF2B5EF4-FFF2-40B4-BE49-F238E27FC236}">
                    <a16:creationId xmlns:a16="http://schemas.microsoft.com/office/drawing/2014/main" id="{4755E2CB-CDDE-4EB6-ABC4-B2E2372D3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505"/>
                <a:ext cx="15" cy="16"/>
              </a:xfrm>
              <a:custGeom>
                <a:avLst/>
                <a:gdLst>
                  <a:gd name="T0" fmla="*/ 0 w 6"/>
                  <a:gd name="T1" fmla="*/ 115 h 6"/>
                  <a:gd name="T2" fmla="*/ 95 w 6"/>
                  <a:gd name="T3" fmla="*/ 35 h 6"/>
                  <a:gd name="T4" fmla="*/ 50 w 6"/>
                  <a:gd name="T5" fmla="*/ 21 h 6"/>
                  <a:gd name="T6" fmla="*/ 33 w 6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5" y="3"/>
                      <a:pt x="6" y="2"/>
                    </a:cubicBezTo>
                    <a:cubicBezTo>
                      <a:pt x="5" y="1"/>
                      <a:pt x="4" y="0"/>
                      <a:pt x="3" y="1"/>
                    </a:cubicBezTo>
                    <a:cubicBezTo>
                      <a:pt x="1" y="2"/>
                      <a:pt x="3" y="4"/>
                      <a:pt x="2" y="5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4" name="Freeform 86">
                <a:extLst>
                  <a:ext uri="{FF2B5EF4-FFF2-40B4-BE49-F238E27FC236}">
                    <a16:creationId xmlns:a16="http://schemas.microsoft.com/office/drawing/2014/main" id="{4BBFAEC3-7047-407E-94D2-3C4501A02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462"/>
                <a:ext cx="17" cy="29"/>
              </a:xfrm>
              <a:custGeom>
                <a:avLst/>
                <a:gdLst>
                  <a:gd name="T0" fmla="*/ 58 w 7"/>
                  <a:gd name="T1" fmla="*/ 166 h 11"/>
                  <a:gd name="T2" fmla="*/ 12 w 7"/>
                  <a:gd name="T3" fmla="*/ 55 h 11"/>
                  <a:gd name="T4" fmla="*/ 29 w 7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4" y="9"/>
                    </a:moveTo>
                    <a:cubicBezTo>
                      <a:pt x="7" y="5"/>
                      <a:pt x="7" y="0"/>
                      <a:pt x="1" y="3"/>
                    </a:cubicBezTo>
                    <a:cubicBezTo>
                      <a:pt x="2" y="5"/>
                      <a:pt x="0" y="10"/>
                      <a:pt x="2" y="1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5" name="Freeform 87">
                <a:extLst>
                  <a:ext uri="{FF2B5EF4-FFF2-40B4-BE49-F238E27FC236}">
                    <a16:creationId xmlns:a16="http://schemas.microsoft.com/office/drawing/2014/main" id="{266CC022-6A74-4898-A21E-3CB247AF1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446"/>
                <a:ext cx="5" cy="11"/>
              </a:xfrm>
              <a:custGeom>
                <a:avLst/>
                <a:gdLst>
                  <a:gd name="T0" fmla="*/ 20 w 2"/>
                  <a:gd name="T1" fmla="*/ 83 h 4"/>
                  <a:gd name="T2" fmla="*/ 33 w 2"/>
                  <a:gd name="T3" fmla="*/ 0 h 4"/>
                  <a:gd name="T4" fmla="*/ 20 w 2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6" name="Freeform 88">
                <a:extLst>
                  <a:ext uri="{FF2B5EF4-FFF2-40B4-BE49-F238E27FC236}">
                    <a16:creationId xmlns:a16="http://schemas.microsoft.com/office/drawing/2014/main" id="{36278A0D-1A3E-4E83-B548-2EE8A1E26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3489"/>
                <a:ext cx="25" cy="13"/>
              </a:xfrm>
              <a:custGeom>
                <a:avLst/>
                <a:gdLst>
                  <a:gd name="T0" fmla="*/ 50 w 10"/>
                  <a:gd name="T1" fmla="*/ 88 h 5"/>
                  <a:gd name="T2" fmla="*/ 158 w 10"/>
                  <a:gd name="T3" fmla="*/ 68 h 5"/>
                  <a:gd name="T4" fmla="*/ 95 w 10"/>
                  <a:gd name="T5" fmla="*/ 21 h 5"/>
                  <a:gd name="T6" fmla="*/ 33 w 10"/>
                  <a:gd name="T7" fmla="*/ 55 h 5"/>
                  <a:gd name="T8" fmla="*/ 0 w 10"/>
                  <a:gd name="T9" fmla="*/ 55 h 5"/>
                  <a:gd name="T10" fmla="*/ 0 w 10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3" y="5"/>
                    </a:moveTo>
                    <a:cubicBezTo>
                      <a:pt x="5" y="5"/>
                      <a:pt x="8" y="4"/>
                      <a:pt x="10" y="4"/>
                    </a:cubicBezTo>
                    <a:cubicBezTo>
                      <a:pt x="10" y="2"/>
                      <a:pt x="8" y="0"/>
                      <a:pt x="6" y="1"/>
                    </a:cubicBezTo>
                    <a:cubicBezTo>
                      <a:pt x="5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7" name="Freeform 89">
                <a:extLst>
                  <a:ext uri="{FF2B5EF4-FFF2-40B4-BE49-F238E27FC236}">
                    <a16:creationId xmlns:a16="http://schemas.microsoft.com/office/drawing/2014/main" id="{E75B7F7C-B462-4486-8BC7-23584CB0A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49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33 w 4"/>
                  <a:gd name="T3" fmla="*/ 22 h 4"/>
                  <a:gd name="T4" fmla="*/ 20 w 4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3"/>
                      <a:pt x="4" y="0"/>
                      <a:pt x="2" y="1"/>
                    </a:cubicBez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8" name="Freeform 90">
                <a:extLst>
                  <a:ext uri="{FF2B5EF4-FFF2-40B4-BE49-F238E27FC236}">
                    <a16:creationId xmlns:a16="http://schemas.microsoft.com/office/drawing/2014/main" id="{F5479AB8-B828-4F9C-8171-8834A5D2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510"/>
                <a:ext cx="7" cy="22"/>
              </a:xfrm>
              <a:custGeom>
                <a:avLst/>
                <a:gdLst>
                  <a:gd name="T0" fmla="*/ 0 w 3"/>
                  <a:gd name="T1" fmla="*/ 168 h 8"/>
                  <a:gd name="T2" fmla="*/ 37 w 3"/>
                  <a:gd name="T3" fmla="*/ 22 h 8"/>
                  <a:gd name="T4" fmla="*/ 12 w 3"/>
                  <a:gd name="T5" fmla="*/ 0 h 8"/>
                  <a:gd name="T6" fmla="*/ 12 w 3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0" y="8"/>
                    </a:moveTo>
                    <a:cubicBezTo>
                      <a:pt x="1" y="6"/>
                      <a:pt x="3" y="3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2"/>
                      <a:pt x="1" y="3"/>
                      <a:pt x="1" y="4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Freeform 91">
                <a:extLst>
                  <a:ext uri="{FF2B5EF4-FFF2-40B4-BE49-F238E27FC236}">
                    <a16:creationId xmlns:a16="http://schemas.microsoft.com/office/drawing/2014/main" id="{3F58E0F5-3F73-4B06-8B5B-29F544BFB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481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37 w 3"/>
                  <a:gd name="T3" fmla="*/ 0 h 4"/>
                  <a:gd name="T4" fmla="*/ 12 w 3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3" y="2"/>
                      <a:pt x="3" y="1"/>
                      <a:pt x="3" y="0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0" name="Freeform 92">
                <a:extLst>
                  <a:ext uri="{FF2B5EF4-FFF2-40B4-BE49-F238E27FC236}">
                    <a16:creationId xmlns:a16="http://schemas.microsoft.com/office/drawing/2014/main" id="{BBD75D43-1D65-4551-87A2-58812DED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491"/>
                <a:ext cx="12" cy="16"/>
              </a:xfrm>
              <a:custGeom>
                <a:avLst/>
                <a:gdLst>
                  <a:gd name="T0" fmla="*/ 12 w 5"/>
                  <a:gd name="T1" fmla="*/ 77 h 6"/>
                  <a:gd name="T2" fmla="*/ 0 w 5"/>
                  <a:gd name="T3" fmla="*/ 56 h 6"/>
                  <a:gd name="T4" fmla="*/ 12 w 5"/>
                  <a:gd name="T5" fmla="*/ 77 h 6"/>
                  <a:gd name="T6" fmla="*/ 0 w 5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5" y="6"/>
                      <a:pt x="2" y="0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Freeform 93">
                <a:extLst>
                  <a:ext uri="{FF2B5EF4-FFF2-40B4-BE49-F238E27FC236}">
                    <a16:creationId xmlns:a16="http://schemas.microsoft.com/office/drawing/2014/main" id="{3F7E0D99-6D84-4B62-936F-6C5282EC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49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35 w 3"/>
                  <a:gd name="T3" fmla="*/ 0 h 2"/>
                  <a:gd name="T4" fmla="*/ 35 w 3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0" y="2"/>
                      <a:pt x="2" y="2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2" name="Freeform 94">
                <a:extLst>
                  <a:ext uri="{FF2B5EF4-FFF2-40B4-BE49-F238E27FC236}">
                    <a16:creationId xmlns:a16="http://schemas.microsoft.com/office/drawing/2014/main" id="{CBA32FA2-A0E9-4AC4-9664-99AB9EBA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425"/>
                <a:ext cx="15" cy="8"/>
              </a:xfrm>
              <a:custGeom>
                <a:avLst/>
                <a:gdLst>
                  <a:gd name="T0" fmla="*/ 63 w 6"/>
                  <a:gd name="T1" fmla="*/ 21 h 3"/>
                  <a:gd name="T2" fmla="*/ 20 w 6"/>
                  <a:gd name="T3" fmla="*/ 56 h 3"/>
                  <a:gd name="T4" fmla="*/ 95 w 6"/>
                  <a:gd name="T5" fmla="*/ 35 h 3"/>
                  <a:gd name="T6" fmla="*/ 95 w 6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4" y="1"/>
                    </a:moveTo>
                    <a:cubicBezTo>
                      <a:pt x="3" y="0"/>
                      <a:pt x="0" y="1"/>
                      <a:pt x="1" y="3"/>
                    </a:cubicBezTo>
                    <a:cubicBezTo>
                      <a:pt x="2" y="3"/>
                      <a:pt x="5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Freeform 95">
                <a:extLst>
                  <a:ext uri="{FF2B5EF4-FFF2-40B4-BE49-F238E27FC236}">
                    <a16:creationId xmlns:a16="http://schemas.microsoft.com/office/drawing/2014/main" id="{BF94DB6C-B870-4923-B28F-8DC00419F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3446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50 w 6"/>
                  <a:gd name="T3" fmla="*/ 115 h 6"/>
                  <a:gd name="T4" fmla="*/ 50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3"/>
                      <a:pt x="0" y="6"/>
                      <a:pt x="3" y="6"/>
                    </a:cubicBezTo>
                    <a:cubicBezTo>
                      <a:pt x="6" y="5"/>
                      <a:pt x="3" y="2"/>
                      <a:pt x="3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4" name="Freeform 96">
                <a:extLst>
                  <a:ext uri="{FF2B5EF4-FFF2-40B4-BE49-F238E27FC236}">
                    <a16:creationId xmlns:a16="http://schemas.microsoft.com/office/drawing/2014/main" id="{F7CAF706-4522-412F-AC74-7D31F646F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425"/>
                <a:ext cx="12" cy="18"/>
              </a:xfrm>
              <a:custGeom>
                <a:avLst/>
                <a:gdLst>
                  <a:gd name="T0" fmla="*/ 70 w 5"/>
                  <a:gd name="T1" fmla="*/ 0 h 7"/>
                  <a:gd name="T2" fmla="*/ 0 w 5"/>
                  <a:gd name="T3" fmla="*/ 33 h 7"/>
                  <a:gd name="T4" fmla="*/ 12 w 5"/>
                  <a:gd name="T5" fmla="*/ 118 h 7"/>
                  <a:gd name="T6" fmla="*/ 41 w 5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3" y="3"/>
                      <a:pt x="3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Freeform 97">
                <a:extLst>
                  <a:ext uri="{FF2B5EF4-FFF2-40B4-BE49-F238E27FC236}">
                    <a16:creationId xmlns:a16="http://schemas.microsoft.com/office/drawing/2014/main" id="{9A4A4029-F97B-4E4F-96CB-3F57934C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40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0 w 4"/>
                  <a:gd name="T3" fmla="*/ 35 h 3"/>
                  <a:gd name="T4" fmla="*/ 3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1" y="3"/>
                      <a:pt x="4" y="2"/>
                      <a:pt x="2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6" name="Freeform 98">
                <a:extLst>
                  <a:ext uri="{FF2B5EF4-FFF2-40B4-BE49-F238E27FC236}">
                    <a16:creationId xmlns:a16="http://schemas.microsoft.com/office/drawing/2014/main" id="{902F0B95-7F3D-42C1-BEA8-051EBFD3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401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50 w 4"/>
                  <a:gd name="T3" fmla="*/ 50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0" y="0"/>
                      <a:pt x="1" y="4"/>
                      <a:pt x="3" y="3"/>
                    </a:cubicBezTo>
                    <a:cubicBezTo>
                      <a:pt x="4" y="3"/>
                      <a:pt x="2" y="1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Freeform 99">
                <a:extLst>
                  <a:ext uri="{FF2B5EF4-FFF2-40B4-BE49-F238E27FC236}">
                    <a16:creationId xmlns:a16="http://schemas.microsoft.com/office/drawing/2014/main" id="{FFB94096-79E8-4508-A18B-EC625AA2C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390"/>
                <a:ext cx="10" cy="8"/>
              </a:xfrm>
              <a:custGeom>
                <a:avLst/>
                <a:gdLst>
                  <a:gd name="T0" fmla="*/ 50 w 4"/>
                  <a:gd name="T1" fmla="*/ 0 h 3"/>
                  <a:gd name="T2" fmla="*/ 0 w 4"/>
                  <a:gd name="T3" fmla="*/ 35 h 3"/>
                  <a:gd name="T4" fmla="*/ 3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2" y="3"/>
                      <a:pt x="4" y="1"/>
                      <a:pt x="2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8" name="Freeform 100">
                <a:extLst>
                  <a:ext uri="{FF2B5EF4-FFF2-40B4-BE49-F238E27FC236}">
                    <a16:creationId xmlns:a16="http://schemas.microsoft.com/office/drawing/2014/main" id="{B40D2F06-1C18-4616-8F3D-99A69E2AF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338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33 w 4"/>
                  <a:gd name="T3" fmla="*/ 35 h 3"/>
                  <a:gd name="T4" fmla="*/ 6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0"/>
                      <a:pt x="0" y="1"/>
                      <a:pt x="2" y="2"/>
                    </a:cubicBezTo>
                    <a:cubicBezTo>
                      <a:pt x="3" y="3"/>
                      <a:pt x="4" y="3"/>
                      <a:pt x="4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Freeform 101">
                <a:extLst>
                  <a:ext uri="{FF2B5EF4-FFF2-40B4-BE49-F238E27FC236}">
                    <a16:creationId xmlns:a16="http://schemas.microsoft.com/office/drawing/2014/main" id="{2CF5D789-D9A9-44CC-BBA1-CFB241E3C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3406"/>
                <a:ext cx="20" cy="11"/>
              </a:xfrm>
              <a:custGeom>
                <a:avLst/>
                <a:gdLst>
                  <a:gd name="T0" fmla="*/ 83 w 8"/>
                  <a:gd name="T1" fmla="*/ 0 h 4"/>
                  <a:gd name="T2" fmla="*/ 63 w 8"/>
                  <a:gd name="T3" fmla="*/ 83 h 4"/>
                  <a:gd name="T4" fmla="*/ 95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3" y="1"/>
                      <a:pt x="0" y="4"/>
                      <a:pt x="4" y="4"/>
                    </a:cubicBezTo>
                    <a:cubicBezTo>
                      <a:pt x="6" y="3"/>
                      <a:pt x="8" y="0"/>
                      <a:pt x="6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0" name="Freeform 102">
                <a:extLst>
                  <a:ext uri="{FF2B5EF4-FFF2-40B4-BE49-F238E27FC236}">
                    <a16:creationId xmlns:a16="http://schemas.microsoft.com/office/drawing/2014/main" id="{783F0B5D-5BD4-4689-8716-857B5EC3B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401"/>
                <a:ext cx="25" cy="13"/>
              </a:xfrm>
              <a:custGeom>
                <a:avLst/>
                <a:gdLst>
                  <a:gd name="T0" fmla="*/ 63 w 10"/>
                  <a:gd name="T1" fmla="*/ 0 h 5"/>
                  <a:gd name="T2" fmla="*/ 63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cubicBezTo>
                      <a:pt x="0" y="5"/>
                      <a:pt x="10" y="0"/>
                      <a:pt x="4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Freeform 103">
                <a:extLst>
                  <a:ext uri="{FF2B5EF4-FFF2-40B4-BE49-F238E27FC236}">
                    <a16:creationId xmlns:a16="http://schemas.microsoft.com/office/drawing/2014/main" id="{9E8E9D39-700C-4AAC-B59B-837FA7F56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403"/>
                <a:ext cx="15" cy="14"/>
              </a:xfrm>
              <a:custGeom>
                <a:avLst/>
                <a:gdLst>
                  <a:gd name="T0" fmla="*/ 63 w 6"/>
                  <a:gd name="T1" fmla="*/ 0 h 5"/>
                  <a:gd name="T2" fmla="*/ 95 w 6"/>
                  <a:gd name="T3" fmla="*/ 87 h 5"/>
                  <a:gd name="T4" fmla="*/ 63 w 6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0" y="2"/>
                      <a:pt x="1" y="5"/>
                      <a:pt x="6" y="4"/>
                    </a:cubicBezTo>
                    <a:cubicBezTo>
                      <a:pt x="6" y="3"/>
                      <a:pt x="5" y="1"/>
                      <a:pt x="4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2" name="Freeform 104">
                <a:extLst>
                  <a:ext uri="{FF2B5EF4-FFF2-40B4-BE49-F238E27FC236}">
                    <a16:creationId xmlns:a16="http://schemas.microsoft.com/office/drawing/2014/main" id="{1A6633CA-CC27-47E3-A2E9-1B0E79C0C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40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20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1"/>
                      <a:pt x="1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Freeform 105">
                <a:extLst>
                  <a:ext uri="{FF2B5EF4-FFF2-40B4-BE49-F238E27FC236}">
                    <a16:creationId xmlns:a16="http://schemas.microsoft.com/office/drawing/2014/main" id="{78CB353B-64AA-4C32-8C2E-988D12D94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3491"/>
                <a:ext cx="17" cy="35"/>
              </a:xfrm>
              <a:custGeom>
                <a:avLst/>
                <a:gdLst>
                  <a:gd name="T0" fmla="*/ 0 w 7"/>
                  <a:gd name="T1" fmla="*/ 137 h 13"/>
                  <a:gd name="T2" fmla="*/ 0 w 7"/>
                  <a:gd name="T3" fmla="*/ 175 h 13"/>
                  <a:gd name="T4" fmla="*/ 0 w 7"/>
                  <a:gd name="T5" fmla="*/ 1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0" y="7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5" y="13"/>
                      <a:pt x="7" y="0"/>
                      <a:pt x="0" y="6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4" name="Freeform 106">
                <a:extLst>
                  <a:ext uri="{FF2B5EF4-FFF2-40B4-BE49-F238E27FC236}">
                    <a16:creationId xmlns:a16="http://schemas.microsoft.com/office/drawing/2014/main" id="{CC45D628-415A-4517-9427-729D07493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352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0 w 3"/>
                  <a:gd name="T3" fmla="*/ 35 h 3"/>
                  <a:gd name="T4" fmla="*/ 56 w 3"/>
                  <a:gd name="T5" fmla="*/ 0 h 3"/>
                  <a:gd name="T6" fmla="*/ 21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3" y="2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Freeform 107">
                <a:extLst>
                  <a:ext uri="{FF2B5EF4-FFF2-40B4-BE49-F238E27FC236}">
                    <a16:creationId xmlns:a16="http://schemas.microsoft.com/office/drawing/2014/main" id="{D93F8239-D933-47F2-AB0F-F06B167DC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3499"/>
                <a:ext cx="17" cy="11"/>
              </a:xfrm>
              <a:custGeom>
                <a:avLst/>
                <a:gdLst>
                  <a:gd name="T0" fmla="*/ 58 w 7"/>
                  <a:gd name="T1" fmla="*/ 0 h 4"/>
                  <a:gd name="T2" fmla="*/ 58 w 7"/>
                  <a:gd name="T3" fmla="*/ 61 h 4"/>
                  <a:gd name="T4" fmla="*/ 41 w 7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0" y="1"/>
                      <a:pt x="0" y="4"/>
                      <a:pt x="4" y="3"/>
                    </a:cubicBezTo>
                    <a:cubicBezTo>
                      <a:pt x="7" y="2"/>
                      <a:pt x="6" y="1"/>
                      <a:pt x="3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6" name="Freeform 108">
                <a:extLst>
                  <a:ext uri="{FF2B5EF4-FFF2-40B4-BE49-F238E27FC236}">
                    <a16:creationId xmlns:a16="http://schemas.microsoft.com/office/drawing/2014/main" id="{66325EF8-3572-49B3-AD75-E6F21D1F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478"/>
                <a:ext cx="20" cy="13"/>
              </a:xfrm>
              <a:custGeom>
                <a:avLst/>
                <a:gdLst>
                  <a:gd name="T0" fmla="*/ 83 w 8"/>
                  <a:gd name="T1" fmla="*/ 21 h 5"/>
                  <a:gd name="T2" fmla="*/ 33 w 8"/>
                  <a:gd name="T3" fmla="*/ 68 h 5"/>
                  <a:gd name="T4" fmla="*/ 95 w 8"/>
                  <a:gd name="T5" fmla="*/ 88 h 5"/>
                  <a:gd name="T6" fmla="*/ 83 w 8"/>
                  <a:gd name="T7" fmla="*/ 21 h 5"/>
                  <a:gd name="T8" fmla="*/ 95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5" y="1"/>
                    </a:moveTo>
                    <a:cubicBezTo>
                      <a:pt x="3" y="1"/>
                      <a:pt x="0" y="3"/>
                      <a:pt x="2" y="4"/>
                    </a:cubicBezTo>
                    <a:cubicBezTo>
                      <a:pt x="3" y="5"/>
                      <a:pt x="5" y="5"/>
                      <a:pt x="6" y="5"/>
                    </a:cubicBezTo>
                    <a:cubicBezTo>
                      <a:pt x="8" y="4"/>
                      <a:pt x="7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Freeform 109">
                <a:extLst>
                  <a:ext uri="{FF2B5EF4-FFF2-40B4-BE49-F238E27FC236}">
                    <a16:creationId xmlns:a16="http://schemas.microsoft.com/office/drawing/2014/main" id="{5A45F8AF-0009-4AD0-AF79-1A4E2D60E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518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09 h 5"/>
                  <a:gd name="T4" fmla="*/ 20 w 2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8" name="Freeform 110">
                <a:extLst>
                  <a:ext uri="{FF2B5EF4-FFF2-40B4-BE49-F238E27FC236}">
                    <a16:creationId xmlns:a16="http://schemas.microsoft.com/office/drawing/2014/main" id="{0C2F7443-2F83-4D23-BD51-7E0E2EB89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502"/>
                <a:ext cx="25" cy="14"/>
              </a:xfrm>
              <a:custGeom>
                <a:avLst/>
                <a:gdLst>
                  <a:gd name="T0" fmla="*/ 113 w 10"/>
                  <a:gd name="T1" fmla="*/ 0 h 5"/>
                  <a:gd name="T2" fmla="*/ 0 w 10"/>
                  <a:gd name="T3" fmla="*/ 48 h 5"/>
                  <a:gd name="T4" fmla="*/ 83 w 10"/>
                  <a:gd name="T5" fmla="*/ 87 h 5"/>
                  <a:gd name="T6" fmla="*/ 125 w 10"/>
                  <a:gd name="T7" fmla="*/ 48 h 5"/>
                  <a:gd name="T8" fmla="*/ 158 w 10"/>
                  <a:gd name="T9" fmla="*/ 22 h 5"/>
                  <a:gd name="T10" fmla="*/ 158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7" y="0"/>
                    </a:moveTo>
                    <a:cubicBezTo>
                      <a:pt x="5" y="1"/>
                      <a:pt x="2" y="1"/>
                      <a:pt x="0" y="2"/>
                    </a:cubicBezTo>
                    <a:cubicBezTo>
                      <a:pt x="0" y="4"/>
                      <a:pt x="2" y="5"/>
                      <a:pt x="5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Freeform 111">
                <a:extLst>
                  <a:ext uri="{FF2B5EF4-FFF2-40B4-BE49-F238E27FC236}">
                    <a16:creationId xmlns:a16="http://schemas.microsoft.com/office/drawing/2014/main" id="{0C08BADF-C695-47A0-A19F-8E9163701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491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33 w 4"/>
                  <a:gd name="T3" fmla="*/ 83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4"/>
                      <a:pt x="2" y="4"/>
                    </a:cubicBezTo>
                    <a:cubicBezTo>
                      <a:pt x="4" y="3"/>
                      <a:pt x="3" y="1"/>
                      <a:pt x="3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0" name="Freeform 112">
                <a:extLst>
                  <a:ext uri="{FF2B5EF4-FFF2-40B4-BE49-F238E27FC236}">
                    <a16:creationId xmlns:a16="http://schemas.microsoft.com/office/drawing/2014/main" id="{3EDFB08D-9D0E-4F9A-B186-E099B2E60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3470"/>
                <a:ext cx="7" cy="19"/>
              </a:xfrm>
              <a:custGeom>
                <a:avLst/>
                <a:gdLst>
                  <a:gd name="T0" fmla="*/ 37 w 3"/>
                  <a:gd name="T1" fmla="*/ 0 h 7"/>
                  <a:gd name="T2" fmla="*/ 12 w 3"/>
                  <a:gd name="T3" fmla="*/ 141 h 7"/>
                  <a:gd name="T4" fmla="*/ 37 w 3"/>
                  <a:gd name="T5" fmla="*/ 141 h 7"/>
                  <a:gd name="T6" fmla="*/ 37 w 3"/>
                  <a:gd name="T7" fmla="*/ 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0" y="5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6"/>
                      <a:pt x="2" y="5"/>
                      <a:pt x="3" y="3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Freeform 113">
                <a:extLst>
                  <a:ext uri="{FF2B5EF4-FFF2-40B4-BE49-F238E27FC236}">
                    <a16:creationId xmlns:a16="http://schemas.microsoft.com/office/drawing/2014/main" id="{9ECD0003-48D0-410D-8146-29C38657B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510"/>
                <a:ext cx="7" cy="11"/>
              </a:xfrm>
              <a:custGeom>
                <a:avLst/>
                <a:gdLst>
                  <a:gd name="T0" fmla="*/ 12 w 3"/>
                  <a:gd name="T1" fmla="*/ 47 h 4"/>
                  <a:gd name="T2" fmla="*/ 0 w 3"/>
                  <a:gd name="T3" fmla="*/ 8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4"/>
                      <a:pt x="2" y="2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2" name="Freeform 114">
                <a:extLst>
                  <a:ext uri="{FF2B5EF4-FFF2-40B4-BE49-F238E27FC236}">
                    <a16:creationId xmlns:a16="http://schemas.microsoft.com/office/drawing/2014/main" id="{0419AB0A-62F8-4BA6-A508-4543EAE87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497"/>
                <a:ext cx="13" cy="13"/>
              </a:xfrm>
              <a:custGeom>
                <a:avLst/>
                <a:gdLst>
                  <a:gd name="T0" fmla="*/ 68 w 5"/>
                  <a:gd name="T1" fmla="*/ 21 h 5"/>
                  <a:gd name="T2" fmla="*/ 88 w 5"/>
                  <a:gd name="T3" fmla="*/ 21 h 5"/>
                  <a:gd name="T4" fmla="*/ 68 w 5"/>
                  <a:gd name="T5" fmla="*/ 21 h 5"/>
                  <a:gd name="T6" fmla="*/ 68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0" y="0"/>
                      <a:pt x="4" y="5"/>
                      <a:pt x="5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Freeform 115">
                <a:extLst>
                  <a:ext uri="{FF2B5EF4-FFF2-40B4-BE49-F238E27FC236}">
                    <a16:creationId xmlns:a16="http://schemas.microsoft.com/office/drawing/2014/main" id="{57C6C5A4-9AFC-487F-9800-332D3E9D6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3497"/>
                <a:ext cx="7" cy="2"/>
              </a:xfrm>
              <a:custGeom>
                <a:avLst/>
                <a:gdLst>
                  <a:gd name="T0" fmla="*/ 12 w 3"/>
                  <a:gd name="T1" fmla="*/ 0 h 1"/>
                  <a:gd name="T2" fmla="*/ 12 w 3"/>
                  <a:gd name="T3" fmla="*/ 8 h 1"/>
                  <a:gd name="T4" fmla="*/ 12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3" y="1"/>
                      <a:pt x="3" y="0"/>
                      <a:pt x="1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4" name="Freeform 116">
                <a:extLst>
                  <a:ext uri="{FF2B5EF4-FFF2-40B4-BE49-F238E27FC236}">
                    <a16:creationId xmlns:a16="http://schemas.microsoft.com/office/drawing/2014/main" id="{278AE933-FA8F-4833-A728-BBF55FFFA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3473"/>
                <a:ext cx="22" cy="13"/>
              </a:xfrm>
              <a:custGeom>
                <a:avLst/>
                <a:gdLst>
                  <a:gd name="T0" fmla="*/ 59 w 9"/>
                  <a:gd name="T1" fmla="*/ 0 h 5"/>
                  <a:gd name="T2" fmla="*/ 59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0" y="5"/>
                      <a:pt x="9" y="0"/>
                      <a:pt x="4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Freeform 117">
                <a:extLst>
                  <a:ext uri="{FF2B5EF4-FFF2-40B4-BE49-F238E27FC236}">
                    <a16:creationId xmlns:a16="http://schemas.microsoft.com/office/drawing/2014/main" id="{A2627C7F-7A2F-42CB-AEB3-A333F4287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475"/>
                <a:ext cx="13" cy="14"/>
              </a:xfrm>
              <a:custGeom>
                <a:avLst/>
                <a:gdLst>
                  <a:gd name="T0" fmla="*/ 68 w 5"/>
                  <a:gd name="T1" fmla="*/ 0 h 5"/>
                  <a:gd name="T2" fmla="*/ 88 w 5"/>
                  <a:gd name="T3" fmla="*/ 62 h 5"/>
                  <a:gd name="T4" fmla="*/ 6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0" y="2"/>
                      <a:pt x="1" y="5"/>
                      <a:pt x="5" y="3"/>
                    </a:cubicBezTo>
                    <a:cubicBezTo>
                      <a:pt x="5" y="2"/>
                      <a:pt x="4" y="0"/>
                      <a:pt x="4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6" name="Freeform 118">
                <a:extLst>
                  <a:ext uri="{FF2B5EF4-FFF2-40B4-BE49-F238E27FC236}">
                    <a16:creationId xmlns:a16="http://schemas.microsoft.com/office/drawing/2014/main" id="{9D1106A6-59A8-46B0-A5E2-59848D4E5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47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0 w 3"/>
                  <a:gd name="T3" fmla="*/ 54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3" y="0"/>
                      <a:pt x="1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Freeform 119">
                <a:extLst>
                  <a:ext uri="{FF2B5EF4-FFF2-40B4-BE49-F238E27FC236}">
                    <a16:creationId xmlns:a16="http://schemas.microsoft.com/office/drawing/2014/main" id="{A1E45C7C-79D4-4B22-937B-0CF8BBDFD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393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63 w 6"/>
                  <a:gd name="T3" fmla="*/ 56 h 6"/>
                  <a:gd name="T4" fmla="*/ 33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1"/>
                      <a:pt x="0" y="6"/>
                      <a:pt x="4" y="3"/>
                    </a:cubicBezTo>
                    <a:cubicBezTo>
                      <a:pt x="6" y="2"/>
                      <a:pt x="4" y="0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8" name="Freeform 120">
                <a:extLst>
                  <a:ext uri="{FF2B5EF4-FFF2-40B4-BE49-F238E27FC236}">
                    <a16:creationId xmlns:a16="http://schemas.microsoft.com/office/drawing/2014/main" id="{FC9B9F61-2512-4759-AE3F-D23F4DFD0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39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Freeform 121">
                <a:extLst>
                  <a:ext uri="{FF2B5EF4-FFF2-40B4-BE49-F238E27FC236}">
                    <a16:creationId xmlns:a16="http://schemas.microsoft.com/office/drawing/2014/main" id="{7BEEF0EA-068D-4E8B-AC32-C39F0F112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393"/>
                <a:ext cx="13" cy="10"/>
              </a:xfrm>
              <a:custGeom>
                <a:avLst/>
                <a:gdLst>
                  <a:gd name="T0" fmla="*/ 0 w 5"/>
                  <a:gd name="T1" fmla="*/ 33 h 4"/>
                  <a:gd name="T2" fmla="*/ 88 w 5"/>
                  <a:gd name="T3" fmla="*/ 63 h 4"/>
                  <a:gd name="T4" fmla="*/ 0 w 5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3" y="0"/>
                      <a:pt x="4" y="2"/>
                      <a:pt x="5" y="4"/>
                    </a:cubicBezTo>
                    <a:cubicBezTo>
                      <a:pt x="3" y="4"/>
                      <a:pt x="1" y="3"/>
                      <a:pt x="0" y="3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122">
                <a:extLst>
                  <a:ext uri="{FF2B5EF4-FFF2-40B4-BE49-F238E27FC236}">
                    <a16:creationId xmlns:a16="http://schemas.microsoft.com/office/drawing/2014/main" id="{7815D05E-3196-4417-841C-4D94C8D3A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422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0 w 3"/>
                  <a:gd name="T3" fmla="*/ 33 h 2"/>
                  <a:gd name="T4" fmla="*/ 3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3" y="1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123">
                <a:extLst>
                  <a:ext uri="{FF2B5EF4-FFF2-40B4-BE49-F238E27FC236}">
                    <a16:creationId xmlns:a16="http://schemas.microsoft.com/office/drawing/2014/main" id="{0017D2E7-88D8-45ED-9FF5-975632EAE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3427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0 w 5"/>
                  <a:gd name="T3" fmla="*/ 83 h 4"/>
                  <a:gd name="T4" fmla="*/ 34 w 5"/>
                  <a:gd name="T5" fmla="*/ 0 h 4"/>
                  <a:gd name="T6" fmla="*/ 55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4" y="4"/>
                      <a:pt x="5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124">
                <a:extLst>
                  <a:ext uri="{FF2B5EF4-FFF2-40B4-BE49-F238E27FC236}">
                    <a16:creationId xmlns:a16="http://schemas.microsoft.com/office/drawing/2014/main" id="{32AD430F-2819-4EDD-B853-27EDED9F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419"/>
                <a:ext cx="7" cy="6"/>
              </a:xfrm>
              <a:custGeom>
                <a:avLst/>
                <a:gdLst>
                  <a:gd name="T0" fmla="*/ 28 w 3"/>
                  <a:gd name="T1" fmla="*/ 0 h 2"/>
                  <a:gd name="T2" fmla="*/ 0 w 3"/>
                  <a:gd name="T3" fmla="*/ 54 h 2"/>
                  <a:gd name="T4" fmla="*/ 37 w 3"/>
                  <a:gd name="T5" fmla="*/ 27 h 2"/>
                  <a:gd name="T6" fmla="*/ 28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0"/>
                      <a:pt x="2" y="1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125">
                <a:extLst>
                  <a:ext uri="{FF2B5EF4-FFF2-40B4-BE49-F238E27FC236}">
                    <a16:creationId xmlns:a16="http://schemas.microsoft.com/office/drawing/2014/main" id="{EDF04A57-C5F3-4205-B99D-900D0837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427"/>
                <a:ext cx="10" cy="11"/>
              </a:xfrm>
              <a:custGeom>
                <a:avLst/>
                <a:gdLst>
                  <a:gd name="T0" fmla="*/ 50 w 4"/>
                  <a:gd name="T1" fmla="*/ 0 h 4"/>
                  <a:gd name="T2" fmla="*/ 33 w 4"/>
                  <a:gd name="T3" fmla="*/ 83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0" y="4"/>
                      <a:pt x="2" y="4"/>
                    </a:cubicBezTo>
                    <a:cubicBezTo>
                      <a:pt x="4" y="4"/>
                      <a:pt x="3" y="1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126">
                <a:extLst>
                  <a:ext uri="{FF2B5EF4-FFF2-40B4-BE49-F238E27FC236}">
                    <a16:creationId xmlns:a16="http://schemas.microsoft.com/office/drawing/2014/main" id="{AE510FB8-4CCB-492C-BB1B-0378B4E9A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449"/>
                <a:ext cx="25" cy="18"/>
              </a:xfrm>
              <a:custGeom>
                <a:avLst/>
                <a:gdLst>
                  <a:gd name="T0" fmla="*/ 145 w 10"/>
                  <a:gd name="T1" fmla="*/ 0 h 7"/>
                  <a:gd name="T2" fmla="*/ 95 w 10"/>
                  <a:gd name="T3" fmla="*/ 100 h 7"/>
                  <a:gd name="T4" fmla="*/ 125 w 10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6" y="2"/>
                      <a:pt x="0" y="7"/>
                      <a:pt x="6" y="6"/>
                    </a:cubicBezTo>
                    <a:cubicBezTo>
                      <a:pt x="10" y="5"/>
                      <a:pt x="9" y="4"/>
                      <a:pt x="8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127">
                <a:extLst>
                  <a:ext uri="{FF2B5EF4-FFF2-40B4-BE49-F238E27FC236}">
                    <a16:creationId xmlns:a16="http://schemas.microsoft.com/office/drawing/2014/main" id="{8936EEE4-15AD-4F0D-8700-CD3BA3C3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454"/>
                <a:ext cx="23" cy="8"/>
              </a:xfrm>
              <a:custGeom>
                <a:avLst/>
                <a:gdLst>
                  <a:gd name="T0" fmla="*/ 84 w 9"/>
                  <a:gd name="T1" fmla="*/ 0 h 3"/>
                  <a:gd name="T2" fmla="*/ 84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5" y="0"/>
                    </a:moveTo>
                    <a:cubicBezTo>
                      <a:pt x="0" y="3"/>
                      <a:pt x="9" y="1"/>
                      <a:pt x="5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128">
                <a:extLst>
                  <a:ext uri="{FF2B5EF4-FFF2-40B4-BE49-F238E27FC236}">
                    <a16:creationId xmlns:a16="http://schemas.microsoft.com/office/drawing/2014/main" id="{9FB372D6-BC20-4883-A379-8944AC4AB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443"/>
                <a:ext cx="12" cy="8"/>
              </a:xfrm>
              <a:custGeom>
                <a:avLst/>
                <a:gdLst>
                  <a:gd name="T0" fmla="*/ 58 w 5"/>
                  <a:gd name="T1" fmla="*/ 0 h 3"/>
                  <a:gd name="T2" fmla="*/ 0 w 5"/>
                  <a:gd name="T3" fmla="*/ 56 h 3"/>
                  <a:gd name="T4" fmla="*/ 5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2" y="1"/>
                      <a:pt x="0" y="1"/>
                      <a:pt x="0" y="3"/>
                    </a:cubicBezTo>
                    <a:cubicBezTo>
                      <a:pt x="2" y="3"/>
                      <a:pt x="5" y="2"/>
                      <a:pt x="4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129">
                <a:extLst>
                  <a:ext uri="{FF2B5EF4-FFF2-40B4-BE49-F238E27FC236}">
                    <a16:creationId xmlns:a16="http://schemas.microsoft.com/office/drawing/2014/main" id="{5E3B8BBC-3589-4204-8E68-BADB68E75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346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130">
                <a:extLst>
                  <a:ext uri="{FF2B5EF4-FFF2-40B4-BE49-F238E27FC236}">
                    <a16:creationId xmlns:a16="http://schemas.microsoft.com/office/drawing/2014/main" id="{45B21BB1-BEDD-4E37-A310-5BDF0CCD8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41"/>
                <a:ext cx="13" cy="10"/>
              </a:xfrm>
              <a:custGeom>
                <a:avLst/>
                <a:gdLst>
                  <a:gd name="T0" fmla="*/ 88 w 5"/>
                  <a:gd name="T1" fmla="*/ 0 h 4"/>
                  <a:gd name="T2" fmla="*/ 21 w 5"/>
                  <a:gd name="T3" fmla="*/ 50 h 4"/>
                  <a:gd name="T4" fmla="*/ 88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0"/>
                      <a:pt x="0" y="1"/>
                      <a:pt x="1" y="3"/>
                    </a:cubicBezTo>
                    <a:cubicBezTo>
                      <a:pt x="3" y="4"/>
                      <a:pt x="4" y="2"/>
                      <a:pt x="5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131">
                <a:extLst>
                  <a:ext uri="{FF2B5EF4-FFF2-40B4-BE49-F238E27FC236}">
                    <a16:creationId xmlns:a16="http://schemas.microsoft.com/office/drawing/2014/main" id="{BD0FD794-32B2-47A4-9402-36F71944E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449"/>
                <a:ext cx="20" cy="10"/>
              </a:xfrm>
              <a:custGeom>
                <a:avLst/>
                <a:gdLst>
                  <a:gd name="T0" fmla="*/ 125 w 8"/>
                  <a:gd name="T1" fmla="*/ 0 h 4"/>
                  <a:gd name="T2" fmla="*/ 20 w 8"/>
                  <a:gd name="T3" fmla="*/ 33 h 4"/>
                  <a:gd name="T4" fmla="*/ 20 w 8"/>
                  <a:gd name="T5" fmla="*/ 63 h 4"/>
                  <a:gd name="T6" fmla="*/ 83 w 8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0"/>
                      <a:pt x="2" y="0"/>
                      <a:pt x="1" y="2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2" y="3"/>
                      <a:pt x="3" y="2"/>
                      <a:pt x="5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132">
                <a:extLst>
                  <a:ext uri="{FF2B5EF4-FFF2-40B4-BE49-F238E27FC236}">
                    <a16:creationId xmlns:a16="http://schemas.microsoft.com/office/drawing/2014/main" id="{50268B68-9160-4958-AD8C-555BA4A6D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457"/>
                <a:ext cx="12" cy="8"/>
              </a:xfrm>
              <a:custGeom>
                <a:avLst/>
                <a:gdLst>
                  <a:gd name="T0" fmla="*/ 41 w 5"/>
                  <a:gd name="T1" fmla="*/ 21 h 3"/>
                  <a:gd name="T2" fmla="*/ 0 w 5"/>
                  <a:gd name="T3" fmla="*/ 21 h 3"/>
                  <a:gd name="T4" fmla="*/ 70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3"/>
                      <a:pt x="3" y="2"/>
                      <a:pt x="5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133">
                <a:extLst>
                  <a:ext uri="{FF2B5EF4-FFF2-40B4-BE49-F238E27FC236}">
                    <a16:creationId xmlns:a16="http://schemas.microsoft.com/office/drawing/2014/main" id="{0F85AEDA-8243-46FC-85D9-53E4E4022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344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83 w 6"/>
                  <a:gd name="T3" fmla="*/ 93 h 6"/>
                  <a:gd name="T4" fmla="*/ 83 w 6"/>
                  <a:gd name="T5" fmla="*/ 77 h 6"/>
                  <a:gd name="T6" fmla="*/ 95 w 6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6" y="0"/>
                      <a:pt x="0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2" name="Freeform 134">
                <a:extLst>
                  <a:ext uri="{FF2B5EF4-FFF2-40B4-BE49-F238E27FC236}">
                    <a16:creationId xmlns:a16="http://schemas.microsoft.com/office/drawing/2014/main" id="{25E3254D-BE71-4EDC-A03B-B66544050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438"/>
                <a:ext cx="13" cy="16"/>
              </a:xfrm>
              <a:custGeom>
                <a:avLst/>
                <a:gdLst>
                  <a:gd name="T0" fmla="*/ 0 w 5"/>
                  <a:gd name="T1" fmla="*/ 77 h 6"/>
                  <a:gd name="T2" fmla="*/ 21 w 5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5" y="6"/>
                      <a:pt x="0" y="0"/>
                      <a:pt x="1" y="4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135">
                <a:extLst>
                  <a:ext uri="{FF2B5EF4-FFF2-40B4-BE49-F238E27FC236}">
                    <a16:creationId xmlns:a16="http://schemas.microsoft.com/office/drawing/2014/main" id="{B668D9A5-E5E3-4CB4-B7D2-AB5A03665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454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63 w 4"/>
                  <a:gd name="T3" fmla="*/ 61 h 4"/>
                  <a:gd name="T4" fmla="*/ 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2" y="4"/>
                      <a:pt x="4" y="3"/>
                    </a:cubicBezTo>
                    <a:cubicBezTo>
                      <a:pt x="4" y="2"/>
                      <a:pt x="2" y="0"/>
                      <a:pt x="0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136">
                <a:extLst>
                  <a:ext uri="{FF2B5EF4-FFF2-40B4-BE49-F238E27FC236}">
                    <a16:creationId xmlns:a16="http://schemas.microsoft.com/office/drawing/2014/main" id="{11DF6744-C480-4C11-A662-E98784937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44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20 h 2"/>
                  <a:gd name="T4" fmla="*/ 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137">
                <a:extLst>
                  <a:ext uri="{FF2B5EF4-FFF2-40B4-BE49-F238E27FC236}">
                    <a16:creationId xmlns:a16="http://schemas.microsoft.com/office/drawing/2014/main" id="{39531378-6005-4E9C-99DA-597F3E040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411"/>
                <a:ext cx="10" cy="14"/>
              </a:xfrm>
              <a:custGeom>
                <a:avLst/>
                <a:gdLst>
                  <a:gd name="T0" fmla="*/ 0 w 4"/>
                  <a:gd name="T1" fmla="*/ 0 h 5"/>
                  <a:gd name="T2" fmla="*/ 2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4" y="2"/>
                      <a:pt x="1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138">
                <a:extLst>
                  <a:ext uri="{FF2B5EF4-FFF2-40B4-BE49-F238E27FC236}">
                    <a16:creationId xmlns:a16="http://schemas.microsoft.com/office/drawing/2014/main" id="{705998CE-EB6F-4E32-AA36-A11E5BC02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422"/>
                <a:ext cx="35" cy="13"/>
              </a:xfrm>
              <a:custGeom>
                <a:avLst/>
                <a:gdLst>
                  <a:gd name="T0" fmla="*/ 125 w 14"/>
                  <a:gd name="T1" fmla="*/ 0 h 5"/>
                  <a:gd name="T2" fmla="*/ 125 w 1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8" y="0"/>
                    </a:moveTo>
                    <a:cubicBezTo>
                      <a:pt x="0" y="5"/>
                      <a:pt x="14" y="4"/>
                      <a:pt x="8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139">
                <a:extLst>
                  <a:ext uri="{FF2B5EF4-FFF2-40B4-BE49-F238E27FC236}">
                    <a16:creationId xmlns:a16="http://schemas.microsoft.com/office/drawing/2014/main" id="{7DCE2FE7-7BF7-4B62-89D0-05CD75BC2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42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140">
                <a:extLst>
                  <a:ext uri="{FF2B5EF4-FFF2-40B4-BE49-F238E27FC236}">
                    <a16:creationId xmlns:a16="http://schemas.microsoft.com/office/drawing/2014/main" id="{B235B380-A063-45F8-8186-7FEA367C5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3411"/>
                <a:ext cx="15" cy="8"/>
              </a:xfrm>
              <a:custGeom>
                <a:avLst/>
                <a:gdLst>
                  <a:gd name="T0" fmla="*/ 63 w 6"/>
                  <a:gd name="T1" fmla="*/ 0 h 3"/>
                  <a:gd name="T2" fmla="*/ 50 w 6"/>
                  <a:gd name="T3" fmla="*/ 56 h 3"/>
                  <a:gd name="T4" fmla="*/ 63 w 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cubicBezTo>
                      <a:pt x="2" y="0"/>
                      <a:pt x="0" y="3"/>
                      <a:pt x="3" y="3"/>
                    </a:cubicBezTo>
                    <a:cubicBezTo>
                      <a:pt x="6" y="3"/>
                      <a:pt x="6" y="1"/>
                      <a:pt x="4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141">
                <a:extLst>
                  <a:ext uri="{FF2B5EF4-FFF2-40B4-BE49-F238E27FC236}">
                    <a16:creationId xmlns:a16="http://schemas.microsoft.com/office/drawing/2014/main" id="{D56D2EEE-F475-46BE-A2AC-7A596A859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438"/>
                <a:ext cx="13" cy="16"/>
              </a:xfrm>
              <a:custGeom>
                <a:avLst/>
                <a:gdLst>
                  <a:gd name="T0" fmla="*/ 55 w 5"/>
                  <a:gd name="T1" fmla="*/ 0 h 6"/>
                  <a:gd name="T2" fmla="*/ 0 w 5"/>
                  <a:gd name="T3" fmla="*/ 56 h 6"/>
                  <a:gd name="T4" fmla="*/ 55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3" y="6"/>
                      <a:pt x="5" y="1"/>
                      <a:pt x="3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142">
                <a:extLst>
                  <a:ext uri="{FF2B5EF4-FFF2-40B4-BE49-F238E27FC236}">
                    <a16:creationId xmlns:a16="http://schemas.microsoft.com/office/drawing/2014/main" id="{A8589E53-71DF-441F-B35B-005D8720D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425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20 w 4"/>
                  <a:gd name="T3" fmla="*/ 56 h 3"/>
                  <a:gd name="T4" fmla="*/ 2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4" y="2"/>
                      <a:pt x="2" y="0"/>
                      <a:pt x="1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Freeform 143">
                <a:extLst>
                  <a:ext uri="{FF2B5EF4-FFF2-40B4-BE49-F238E27FC236}">
                    <a16:creationId xmlns:a16="http://schemas.microsoft.com/office/drawing/2014/main" id="{634D1C35-AFDE-4C1A-B5C7-F6AA238B7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467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12 w 3"/>
                  <a:gd name="T3" fmla="*/ 83 h 4"/>
                  <a:gd name="T4" fmla="*/ 37 w 3"/>
                  <a:gd name="T5" fmla="*/ 83 h 4"/>
                  <a:gd name="T6" fmla="*/ 28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2"/>
                      <a:pt x="1" y="1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144">
                <a:extLst>
                  <a:ext uri="{FF2B5EF4-FFF2-40B4-BE49-F238E27FC236}">
                    <a16:creationId xmlns:a16="http://schemas.microsoft.com/office/drawing/2014/main" id="{06BD16E1-DB20-425F-A3EE-2A84D7EBD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451"/>
                <a:ext cx="17" cy="11"/>
              </a:xfrm>
              <a:custGeom>
                <a:avLst/>
                <a:gdLst>
                  <a:gd name="T0" fmla="*/ 87 w 7"/>
                  <a:gd name="T1" fmla="*/ 0 h 4"/>
                  <a:gd name="T2" fmla="*/ 12 w 7"/>
                  <a:gd name="T3" fmla="*/ 61 h 4"/>
                  <a:gd name="T4" fmla="*/ 87 w 7"/>
                  <a:gd name="T5" fmla="*/ 83 h 4"/>
                  <a:gd name="T6" fmla="*/ 87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5" y="0"/>
                      <a:pt x="0" y="1"/>
                      <a:pt x="1" y="3"/>
                    </a:cubicBezTo>
                    <a:cubicBezTo>
                      <a:pt x="1" y="4"/>
                      <a:pt x="5" y="4"/>
                      <a:pt x="6" y="4"/>
                    </a:cubicBezTo>
                    <a:cubicBezTo>
                      <a:pt x="7" y="3"/>
                      <a:pt x="7" y="1"/>
                      <a:pt x="6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145">
                <a:extLst>
                  <a:ext uri="{FF2B5EF4-FFF2-40B4-BE49-F238E27FC236}">
                    <a16:creationId xmlns:a16="http://schemas.microsoft.com/office/drawing/2014/main" id="{CADFEF24-E62D-4C7A-A62A-6998FE40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459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0 w 3"/>
                  <a:gd name="T3" fmla="*/ 83 h 4"/>
                  <a:gd name="T4" fmla="*/ 37 w 3"/>
                  <a:gd name="T5" fmla="*/ 47 h 4"/>
                  <a:gd name="T6" fmla="*/ 28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146">
                <a:extLst>
                  <a:ext uri="{FF2B5EF4-FFF2-40B4-BE49-F238E27FC236}">
                    <a16:creationId xmlns:a16="http://schemas.microsoft.com/office/drawing/2014/main" id="{F8D55E27-39AE-4C30-B2D5-25E3D9E6A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470"/>
                <a:ext cx="15" cy="8"/>
              </a:xfrm>
              <a:custGeom>
                <a:avLst/>
                <a:gdLst>
                  <a:gd name="T0" fmla="*/ 63 w 6"/>
                  <a:gd name="T1" fmla="*/ 0 h 3"/>
                  <a:gd name="T2" fmla="*/ 0 w 6"/>
                  <a:gd name="T3" fmla="*/ 56 h 3"/>
                  <a:gd name="T4" fmla="*/ 63 w 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2" y="3"/>
                      <a:pt x="6" y="2"/>
                      <a:pt x="4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147">
                <a:extLst>
                  <a:ext uri="{FF2B5EF4-FFF2-40B4-BE49-F238E27FC236}">
                    <a16:creationId xmlns:a16="http://schemas.microsoft.com/office/drawing/2014/main" id="{D9BFC83D-96EB-4BB1-A546-9DC5CD82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478"/>
                <a:ext cx="15" cy="16"/>
              </a:xfrm>
              <a:custGeom>
                <a:avLst/>
                <a:gdLst>
                  <a:gd name="T0" fmla="*/ 83 w 6"/>
                  <a:gd name="T1" fmla="*/ 21 h 6"/>
                  <a:gd name="T2" fmla="*/ 0 w 6"/>
                  <a:gd name="T3" fmla="*/ 35 h 6"/>
                  <a:gd name="T4" fmla="*/ 83 w 6"/>
                  <a:gd name="T5" fmla="*/ 93 h 6"/>
                  <a:gd name="T6" fmla="*/ 95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1" y="3"/>
                      <a:pt x="3" y="6"/>
                      <a:pt x="5" y="5"/>
                    </a:cubicBezTo>
                    <a:cubicBezTo>
                      <a:pt x="5" y="4"/>
                      <a:pt x="5" y="2"/>
                      <a:pt x="6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148">
                <a:extLst>
                  <a:ext uri="{FF2B5EF4-FFF2-40B4-BE49-F238E27FC236}">
                    <a16:creationId xmlns:a16="http://schemas.microsoft.com/office/drawing/2014/main" id="{41CEC294-D4F5-40E8-9FA5-51FE1AC62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486"/>
                <a:ext cx="12" cy="11"/>
              </a:xfrm>
              <a:custGeom>
                <a:avLst/>
                <a:gdLst>
                  <a:gd name="T0" fmla="*/ 41 w 5"/>
                  <a:gd name="T1" fmla="*/ 0 h 4"/>
                  <a:gd name="T2" fmla="*/ 29 w 5"/>
                  <a:gd name="T3" fmla="*/ 61 h 4"/>
                  <a:gd name="T4" fmla="*/ 41 w 5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0" y="4"/>
                      <a:pt x="2" y="3"/>
                    </a:cubicBezTo>
                    <a:cubicBezTo>
                      <a:pt x="4" y="3"/>
                      <a:pt x="5" y="1"/>
                      <a:pt x="3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149">
                <a:extLst>
                  <a:ext uri="{FF2B5EF4-FFF2-40B4-BE49-F238E27FC236}">
                    <a16:creationId xmlns:a16="http://schemas.microsoft.com/office/drawing/2014/main" id="{434803F7-828B-4896-962F-BAC23333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475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21 w 3"/>
                  <a:gd name="T3" fmla="*/ 54 h 2"/>
                  <a:gd name="T4" fmla="*/ 56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150">
                <a:extLst>
                  <a:ext uri="{FF2B5EF4-FFF2-40B4-BE49-F238E27FC236}">
                    <a16:creationId xmlns:a16="http://schemas.microsoft.com/office/drawing/2014/main" id="{BC754A82-96DF-4F4C-94D3-0FB8C5447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505"/>
                <a:ext cx="20" cy="13"/>
              </a:xfrm>
              <a:custGeom>
                <a:avLst/>
                <a:gdLst>
                  <a:gd name="T0" fmla="*/ 83 w 8"/>
                  <a:gd name="T1" fmla="*/ 0 h 5"/>
                  <a:gd name="T2" fmla="*/ 83 w 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0" y="4"/>
                      <a:pt x="8" y="5"/>
                      <a:pt x="5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151">
                <a:extLst>
                  <a:ext uri="{FF2B5EF4-FFF2-40B4-BE49-F238E27FC236}">
                    <a16:creationId xmlns:a16="http://schemas.microsoft.com/office/drawing/2014/main" id="{2AC9FF9A-676C-451B-A857-0D3E4F981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526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0 w 3"/>
                  <a:gd name="T3" fmla="*/ 54 h 2"/>
                  <a:gd name="T4" fmla="*/ 56 w 3"/>
                  <a:gd name="T5" fmla="*/ 27 h 2"/>
                  <a:gd name="T6" fmla="*/ 35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2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152">
                <a:extLst>
                  <a:ext uri="{FF2B5EF4-FFF2-40B4-BE49-F238E27FC236}">
                    <a16:creationId xmlns:a16="http://schemas.microsoft.com/office/drawing/2014/main" id="{7AC7DCEE-C1CB-4581-9A63-C45B70869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352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20 w 4"/>
                  <a:gd name="T3" fmla="*/ 61 h 4"/>
                  <a:gd name="T4" fmla="*/ 63 w 4"/>
                  <a:gd name="T5" fmla="*/ 47 h 4"/>
                  <a:gd name="T6" fmla="*/ 33 w 4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1"/>
                      <a:pt x="0" y="3"/>
                      <a:pt x="1" y="3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153">
                <a:extLst>
                  <a:ext uri="{FF2B5EF4-FFF2-40B4-BE49-F238E27FC236}">
                    <a16:creationId xmlns:a16="http://schemas.microsoft.com/office/drawing/2014/main" id="{70EE969B-FE67-4FDC-95FD-3ADB14892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521"/>
                <a:ext cx="12" cy="11"/>
              </a:xfrm>
              <a:custGeom>
                <a:avLst/>
                <a:gdLst>
                  <a:gd name="T0" fmla="*/ 58 w 5"/>
                  <a:gd name="T1" fmla="*/ 0 h 4"/>
                  <a:gd name="T2" fmla="*/ 0 w 5"/>
                  <a:gd name="T3" fmla="*/ 83 h 4"/>
                  <a:gd name="T4" fmla="*/ 70 w 5"/>
                  <a:gd name="T5" fmla="*/ 61 h 4"/>
                  <a:gd name="T6" fmla="*/ 58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2" y="1"/>
                      <a:pt x="0" y="2"/>
                      <a:pt x="0" y="4"/>
                    </a:cubicBezTo>
                    <a:cubicBezTo>
                      <a:pt x="1" y="4"/>
                      <a:pt x="4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154">
                <a:extLst>
                  <a:ext uri="{FF2B5EF4-FFF2-40B4-BE49-F238E27FC236}">
                    <a16:creationId xmlns:a16="http://schemas.microsoft.com/office/drawing/2014/main" id="{F05EC292-17B4-44FF-9A8B-5F71A3B1E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3516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56 h 3"/>
                  <a:gd name="T4" fmla="*/ 20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4" y="1"/>
                      <a:pt x="1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155">
                <a:extLst>
                  <a:ext uri="{FF2B5EF4-FFF2-40B4-BE49-F238E27FC236}">
                    <a16:creationId xmlns:a16="http://schemas.microsoft.com/office/drawing/2014/main" id="{B312B6D0-BF48-4803-9E14-7A36F1D1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478"/>
                <a:ext cx="8" cy="5"/>
              </a:xfrm>
              <a:custGeom>
                <a:avLst/>
                <a:gdLst>
                  <a:gd name="T0" fmla="*/ 56 w 3"/>
                  <a:gd name="T1" fmla="*/ 0 h 2"/>
                  <a:gd name="T2" fmla="*/ 0 w 3"/>
                  <a:gd name="T3" fmla="*/ 20 h 2"/>
                  <a:gd name="T4" fmla="*/ 56 w 3"/>
                  <a:gd name="T5" fmla="*/ 20 h 2"/>
                  <a:gd name="T6" fmla="*/ 35 w 3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156">
                <a:extLst>
                  <a:ext uri="{FF2B5EF4-FFF2-40B4-BE49-F238E27FC236}">
                    <a16:creationId xmlns:a16="http://schemas.microsoft.com/office/drawing/2014/main" id="{EE1F6ED1-5E96-482D-B44E-526A62A73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97"/>
                <a:ext cx="15" cy="10"/>
              </a:xfrm>
              <a:custGeom>
                <a:avLst/>
                <a:gdLst>
                  <a:gd name="T0" fmla="*/ 50 w 6"/>
                  <a:gd name="T1" fmla="*/ 0 h 4"/>
                  <a:gd name="T2" fmla="*/ 83 w 6"/>
                  <a:gd name="T3" fmla="*/ 33 h 4"/>
                  <a:gd name="T4" fmla="*/ 63 w 6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0" y="2"/>
                      <a:pt x="3" y="4"/>
                      <a:pt x="5" y="2"/>
                    </a:cubicBezTo>
                    <a:cubicBezTo>
                      <a:pt x="6" y="1"/>
                      <a:pt x="5" y="1"/>
                      <a:pt x="4" y="1"/>
                    </a:cubicBezTo>
                  </a:path>
                </a:pathLst>
              </a:custGeom>
              <a:solidFill>
                <a:srgbClr val="7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157">
                <a:extLst>
                  <a:ext uri="{FF2B5EF4-FFF2-40B4-BE49-F238E27FC236}">
                    <a16:creationId xmlns:a16="http://schemas.microsoft.com/office/drawing/2014/main" id="{239E993E-85D2-4692-B0AC-07356673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374"/>
                <a:ext cx="12" cy="11"/>
              </a:xfrm>
              <a:custGeom>
                <a:avLst/>
                <a:gdLst>
                  <a:gd name="T0" fmla="*/ 29 w 5"/>
                  <a:gd name="T1" fmla="*/ 0 h 4"/>
                  <a:gd name="T2" fmla="*/ 70 w 5"/>
                  <a:gd name="T3" fmla="*/ 61 h 4"/>
                  <a:gd name="T4" fmla="*/ 58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0" y="2"/>
                      <a:pt x="1" y="4"/>
                      <a:pt x="5" y="3"/>
                    </a:cubicBezTo>
                    <a:cubicBezTo>
                      <a:pt x="5" y="2"/>
                      <a:pt x="5" y="0"/>
                      <a:pt x="4" y="0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158">
                <a:extLst>
                  <a:ext uri="{FF2B5EF4-FFF2-40B4-BE49-F238E27FC236}">
                    <a16:creationId xmlns:a16="http://schemas.microsoft.com/office/drawing/2014/main" id="{95D7C368-735B-461D-A3E1-D0BEB15FA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37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35 h 3"/>
                  <a:gd name="T4" fmla="*/ 12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3"/>
                      <a:pt x="3" y="1"/>
                      <a:pt x="1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159">
                <a:extLst>
                  <a:ext uri="{FF2B5EF4-FFF2-40B4-BE49-F238E27FC236}">
                    <a16:creationId xmlns:a16="http://schemas.microsoft.com/office/drawing/2014/main" id="{817B353E-F8A2-4AE2-BF7A-1754A116F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369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35 h 3"/>
                  <a:gd name="T4" fmla="*/ 5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4" y="2"/>
                      <a:pt x="3" y="0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160">
                <a:extLst>
                  <a:ext uri="{FF2B5EF4-FFF2-40B4-BE49-F238E27FC236}">
                    <a16:creationId xmlns:a16="http://schemas.microsoft.com/office/drawing/2014/main" id="{1AFCE2BB-546D-49CA-B07B-3FBCFB262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377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0 w 3"/>
                  <a:gd name="T3" fmla="*/ 33 h 2"/>
                  <a:gd name="T4" fmla="*/ 12 w 3"/>
                  <a:gd name="T5" fmla="*/ 33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161">
                <a:extLst>
                  <a:ext uri="{FF2B5EF4-FFF2-40B4-BE49-F238E27FC236}">
                    <a16:creationId xmlns:a16="http://schemas.microsoft.com/office/drawing/2014/main" id="{ECD4BAA3-782B-423A-8BE9-5D4CD24C9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374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3"/>
                      <a:pt x="4" y="2"/>
                      <a:pt x="3" y="0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162">
                <a:extLst>
                  <a:ext uri="{FF2B5EF4-FFF2-40B4-BE49-F238E27FC236}">
                    <a16:creationId xmlns:a16="http://schemas.microsoft.com/office/drawing/2014/main" id="{EA0CBBD8-FCF7-42E9-83DD-89C1188F7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361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12 w 5"/>
                  <a:gd name="T3" fmla="*/ 63 h 4"/>
                  <a:gd name="T4" fmla="*/ 41 w 5"/>
                  <a:gd name="T5" fmla="*/ 33 h 4"/>
                  <a:gd name="T6" fmla="*/ 0 w 5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3" y="0"/>
                      <a:pt x="5" y="3"/>
                      <a:pt x="1" y="4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2" y="1"/>
                      <a:pt x="0" y="1"/>
                      <a:pt x="0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163">
                <a:extLst>
                  <a:ext uri="{FF2B5EF4-FFF2-40B4-BE49-F238E27FC236}">
                    <a16:creationId xmlns:a16="http://schemas.microsoft.com/office/drawing/2014/main" id="{B5491041-A64D-4856-8DC6-C226541DC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363"/>
                <a:ext cx="10" cy="6"/>
              </a:xfrm>
              <a:custGeom>
                <a:avLst/>
                <a:gdLst>
                  <a:gd name="T0" fmla="*/ 0 w 4"/>
                  <a:gd name="T1" fmla="*/ 0 h 2"/>
                  <a:gd name="T2" fmla="*/ 33 w 4"/>
                  <a:gd name="T3" fmla="*/ 54 h 2"/>
                  <a:gd name="T4" fmla="*/ 63 w 4"/>
                  <a:gd name="T5" fmla="*/ 27 h 2"/>
                  <a:gd name="T6" fmla="*/ 50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Freeform 164">
                <a:extLst>
                  <a:ext uri="{FF2B5EF4-FFF2-40B4-BE49-F238E27FC236}">
                    <a16:creationId xmlns:a16="http://schemas.microsoft.com/office/drawing/2014/main" id="{19F185F2-BC18-485B-A554-0248C9972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358"/>
                <a:ext cx="13" cy="5"/>
              </a:xfrm>
              <a:custGeom>
                <a:avLst/>
                <a:gdLst>
                  <a:gd name="T0" fmla="*/ 55 w 5"/>
                  <a:gd name="T1" fmla="*/ 0 h 2"/>
                  <a:gd name="T2" fmla="*/ 0 w 5"/>
                  <a:gd name="T3" fmla="*/ 33 h 2"/>
                  <a:gd name="T4" fmla="*/ 88 w 5"/>
                  <a:gd name="T5" fmla="*/ 33 h 2"/>
                  <a:gd name="T6" fmla="*/ 68 w 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4" y="2"/>
                      <a:pt x="5" y="1"/>
                      <a:pt x="4" y="0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3" name="Freeform 165">
                <a:extLst>
                  <a:ext uri="{FF2B5EF4-FFF2-40B4-BE49-F238E27FC236}">
                    <a16:creationId xmlns:a16="http://schemas.microsoft.com/office/drawing/2014/main" id="{765EB662-61CF-4840-9E9C-B99817E8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374"/>
                <a:ext cx="10" cy="5"/>
              </a:xfrm>
              <a:custGeom>
                <a:avLst/>
                <a:gdLst>
                  <a:gd name="T0" fmla="*/ 20 w 4"/>
                  <a:gd name="T1" fmla="*/ 0 h 2"/>
                  <a:gd name="T2" fmla="*/ 0 w 4"/>
                  <a:gd name="T3" fmla="*/ 33 h 2"/>
                  <a:gd name="T4" fmla="*/ 63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3" y="0"/>
                      <a:pt x="4" y="0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Freeform 166">
                <a:extLst>
                  <a:ext uri="{FF2B5EF4-FFF2-40B4-BE49-F238E27FC236}">
                    <a16:creationId xmlns:a16="http://schemas.microsoft.com/office/drawing/2014/main" id="{F45B050F-1015-45E0-B631-272964DC4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366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70 w 5"/>
                  <a:gd name="T3" fmla="*/ 20 h 2"/>
                  <a:gd name="T4" fmla="*/ 0 w 5"/>
                  <a:gd name="T5" fmla="*/ 33 h 2"/>
                  <a:gd name="T6" fmla="*/ 12 w 5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5" y="0"/>
                      <a:pt x="5" y="1"/>
                    </a:cubicBezTo>
                    <a:cubicBezTo>
                      <a:pt x="4" y="1"/>
                      <a:pt x="2" y="1"/>
                      <a:pt x="0" y="2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167">
                <a:extLst>
                  <a:ext uri="{FF2B5EF4-FFF2-40B4-BE49-F238E27FC236}">
                    <a16:creationId xmlns:a16="http://schemas.microsoft.com/office/drawing/2014/main" id="{837149CF-E86D-45F5-9810-ED8DC66C2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369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1 w 3"/>
                  <a:gd name="T3" fmla="*/ 56 h 3"/>
                  <a:gd name="T4" fmla="*/ 56 w 3"/>
                  <a:gd name="T5" fmla="*/ 35 h 3"/>
                  <a:gd name="T6" fmla="*/ 35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168">
                <a:extLst>
                  <a:ext uri="{FF2B5EF4-FFF2-40B4-BE49-F238E27FC236}">
                    <a16:creationId xmlns:a16="http://schemas.microsoft.com/office/drawing/2014/main" id="{D57798B7-4934-46DC-B6A9-1A74239E4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374"/>
                <a:ext cx="15" cy="5"/>
              </a:xfrm>
              <a:custGeom>
                <a:avLst/>
                <a:gdLst>
                  <a:gd name="T0" fmla="*/ 95 w 6"/>
                  <a:gd name="T1" fmla="*/ 0 h 2"/>
                  <a:gd name="T2" fmla="*/ 50 w 6"/>
                  <a:gd name="T3" fmla="*/ 33 h 2"/>
                  <a:gd name="T4" fmla="*/ 20 w 6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1" y="2"/>
                      <a:pt x="0" y="0"/>
                      <a:pt x="1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169">
                <a:extLst>
                  <a:ext uri="{FF2B5EF4-FFF2-40B4-BE49-F238E27FC236}">
                    <a16:creationId xmlns:a16="http://schemas.microsoft.com/office/drawing/2014/main" id="{249506E5-056F-423A-96D5-13970F905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36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0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2"/>
                      <a:pt x="2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170">
                <a:extLst>
                  <a:ext uri="{FF2B5EF4-FFF2-40B4-BE49-F238E27FC236}">
                    <a16:creationId xmlns:a16="http://schemas.microsoft.com/office/drawing/2014/main" id="{F6534CD5-1623-4C74-98C4-CA68445E0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366"/>
                <a:ext cx="10" cy="5"/>
              </a:xfrm>
              <a:custGeom>
                <a:avLst/>
                <a:gdLst>
                  <a:gd name="T0" fmla="*/ 63 w 4"/>
                  <a:gd name="T1" fmla="*/ 20 h 2"/>
                  <a:gd name="T2" fmla="*/ 0 w 4"/>
                  <a:gd name="T3" fmla="*/ 33 h 2"/>
                  <a:gd name="T4" fmla="*/ 20 w 4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171">
                <a:extLst>
                  <a:ext uri="{FF2B5EF4-FFF2-40B4-BE49-F238E27FC236}">
                    <a16:creationId xmlns:a16="http://schemas.microsoft.com/office/drawing/2014/main" id="{8C82D450-A539-4A30-A564-F6E01FDC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369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33 h 2"/>
                  <a:gd name="T4" fmla="*/ 0 w 3"/>
                  <a:gd name="T5" fmla="*/ 33 h 2"/>
                  <a:gd name="T6" fmla="*/ 21 w 3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172">
                <a:extLst>
                  <a:ext uri="{FF2B5EF4-FFF2-40B4-BE49-F238E27FC236}">
                    <a16:creationId xmlns:a16="http://schemas.microsoft.com/office/drawing/2014/main" id="{51F9A656-29BD-4D47-A5F1-5B6C877F7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36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33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173">
                <a:extLst>
                  <a:ext uri="{FF2B5EF4-FFF2-40B4-BE49-F238E27FC236}">
                    <a16:creationId xmlns:a16="http://schemas.microsoft.com/office/drawing/2014/main" id="{A88D8CB5-61A2-44AD-9809-3474C64ED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35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174">
                <a:extLst>
                  <a:ext uri="{FF2B5EF4-FFF2-40B4-BE49-F238E27FC236}">
                    <a16:creationId xmlns:a16="http://schemas.microsoft.com/office/drawing/2014/main" id="{AD598CDF-4603-4BC2-B969-4C261E47B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361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0 w 3"/>
                  <a:gd name="T3" fmla="*/ 33 h 2"/>
                  <a:gd name="T4" fmla="*/ 56 w 3"/>
                  <a:gd name="T5" fmla="*/ 20 h 2"/>
                  <a:gd name="T6" fmla="*/ 35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1"/>
                      <a:pt x="1" y="0"/>
                      <a:pt x="2" y="0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175">
                <a:extLst>
                  <a:ext uri="{FF2B5EF4-FFF2-40B4-BE49-F238E27FC236}">
                    <a16:creationId xmlns:a16="http://schemas.microsoft.com/office/drawing/2014/main" id="{E5EE19C1-E3D1-4AA3-9E50-A9DCB0EA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36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9A8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176">
                <a:extLst>
                  <a:ext uri="{FF2B5EF4-FFF2-40B4-BE49-F238E27FC236}">
                    <a16:creationId xmlns:a16="http://schemas.microsoft.com/office/drawing/2014/main" id="{CEF9343B-184C-4DF2-824D-EF86EE6B9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39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0 h 2"/>
                  <a:gd name="T4" fmla="*/ 0 w 2"/>
                  <a:gd name="T5" fmla="*/ 33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177">
                <a:extLst>
                  <a:ext uri="{FF2B5EF4-FFF2-40B4-BE49-F238E27FC236}">
                    <a16:creationId xmlns:a16="http://schemas.microsoft.com/office/drawing/2014/main" id="{50107071-9600-4189-B501-3A034290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43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35 h 3"/>
                  <a:gd name="T4" fmla="*/ 2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3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178">
                <a:extLst>
                  <a:ext uri="{FF2B5EF4-FFF2-40B4-BE49-F238E27FC236}">
                    <a16:creationId xmlns:a16="http://schemas.microsoft.com/office/drawing/2014/main" id="{9F1F2FD6-C1DA-4CC3-950E-2EA29EA2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44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0 w 2"/>
                  <a:gd name="T3" fmla="*/ 27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179">
                <a:extLst>
                  <a:ext uri="{FF2B5EF4-FFF2-40B4-BE49-F238E27FC236}">
                    <a16:creationId xmlns:a16="http://schemas.microsoft.com/office/drawing/2014/main" id="{1BD65CB0-5B7D-4135-97EF-3E9E4EAC2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465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0 w 3"/>
                  <a:gd name="T3" fmla="*/ 63 h 4"/>
                  <a:gd name="T4" fmla="*/ 37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2" y="4"/>
                      <a:pt x="3" y="3"/>
                      <a:pt x="3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180">
                <a:extLst>
                  <a:ext uri="{FF2B5EF4-FFF2-40B4-BE49-F238E27FC236}">
                    <a16:creationId xmlns:a16="http://schemas.microsoft.com/office/drawing/2014/main" id="{067C46AD-5ECE-4FE8-88F8-1E85C1BEE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49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1"/>
                      <a:pt x="0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181">
                <a:extLst>
                  <a:ext uri="{FF2B5EF4-FFF2-40B4-BE49-F238E27FC236}">
                    <a16:creationId xmlns:a16="http://schemas.microsoft.com/office/drawing/2014/main" id="{6C5D3E0A-0B40-4BDE-BBD4-59C6B0F13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3510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54 h 2"/>
                  <a:gd name="T4" fmla="*/ 33 w 2"/>
                  <a:gd name="T5" fmla="*/ 27 h 2"/>
                  <a:gd name="T6" fmla="*/ 33 w 2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182">
                <a:extLst>
                  <a:ext uri="{FF2B5EF4-FFF2-40B4-BE49-F238E27FC236}">
                    <a16:creationId xmlns:a16="http://schemas.microsoft.com/office/drawing/2014/main" id="{B54FFAEF-C1F5-4500-AB4E-5D63A8611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42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27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0" y="1"/>
                      <a:pt x="1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183">
                <a:extLst>
                  <a:ext uri="{FF2B5EF4-FFF2-40B4-BE49-F238E27FC236}">
                    <a16:creationId xmlns:a16="http://schemas.microsoft.com/office/drawing/2014/main" id="{02ED634E-CFD7-4675-9384-AE88AE335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40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20 h 2"/>
                  <a:gd name="T4" fmla="*/ 33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2" y="1"/>
                      <a:pt x="2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184">
                <a:extLst>
                  <a:ext uri="{FF2B5EF4-FFF2-40B4-BE49-F238E27FC236}">
                    <a16:creationId xmlns:a16="http://schemas.microsoft.com/office/drawing/2014/main" id="{8ACE2258-FA6E-4875-9E1F-7EF8F3AB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339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56 w 3"/>
                  <a:gd name="T3" fmla="*/ 56 h 3"/>
                  <a:gd name="T4" fmla="*/ 0 w 3"/>
                  <a:gd name="T5" fmla="*/ 35 h 3"/>
                  <a:gd name="T6" fmla="*/ 21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2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185">
                <a:extLst>
                  <a:ext uri="{FF2B5EF4-FFF2-40B4-BE49-F238E27FC236}">
                    <a16:creationId xmlns:a16="http://schemas.microsoft.com/office/drawing/2014/main" id="{1BEBD979-D2E9-4760-8820-5D810A958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42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186">
                <a:extLst>
                  <a:ext uri="{FF2B5EF4-FFF2-40B4-BE49-F238E27FC236}">
                    <a16:creationId xmlns:a16="http://schemas.microsoft.com/office/drawing/2014/main" id="{D13F1B27-12C3-4782-A750-F85304441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462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0 w 3"/>
                  <a:gd name="T3" fmla="*/ 33 h 2"/>
                  <a:gd name="T4" fmla="*/ 2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2" y="2"/>
                      <a:pt x="3" y="1"/>
                      <a:pt x="2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187">
                <a:extLst>
                  <a:ext uri="{FF2B5EF4-FFF2-40B4-BE49-F238E27FC236}">
                    <a16:creationId xmlns:a16="http://schemas.microsoft.com/office/drawing/2014/main" id="{358472FD-99CE-49E1-928C-03713C53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47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35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3"/>
                      <a:pt x="2" y="3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188">
                <a:extLst>
                  <a:ext uri="{FF2B5EF4-FFF2-40B4-BE49-F238E27FC236}">
                    <a16:creationId xmlns:a16="http://schemas.microsoft.com/office/drawing/2014/main" id="{8778AFBA-6815-4E1A-93F5-E39E37B8E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462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12 w 3"/>
                  <a:gd name="T3" fmla="*/ 33 h 2"/>
                  <a:gd name="T4" fmla="*/ 0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3" y="2"/>
                      <a:pt x="2" y="0"/>
                      <a:pt x="0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189">
                <a:extLst>
                  <a:ext uri="{FF2B5EF4-FFF2-40B4-BE49-F238E27FC236}">
                    <a16:creationId xmlns:a16="http://schemas.microsoft.com/office/drawing/2014/main" id="{89E66034-0B37-45C9-841C-00FB66D49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50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0 w 2"/>
                  <a:gd name="T3" fmla="*/ 56 h 3"/>
                  <a:gd name="T4" fmla="*/ 33 w 2"/>
                  <a:gd name="T5" fmla="*/ 0 h 3"/>
                  <a:gd name="T6" fmla="*/ 2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190">
                <a:extLst>
                  <a:ext uri="{FF2B5EF4-FFF2-40B4-BE49-F238E27FC236}">
                    <a16:creationId xmlns:a16="http://schemas.microsoft.com/office/drawing/2014/main" id="{5074BF55-738C-4B01-A975-071F11A21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494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35 h 3"/>
                  <a:gd name="T4" fmla="*/ 3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3"/>
                      <a:pt x="4" y="2"/>
                      <a:pt x="2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191">
                <a:extLst>
                  <a:ext uri="{FF2B5EF4-FFF2-40B4-BE49-F238E27FC236}">
                    <a16:creationId xmlns:a16="http://schemas.microsoft.com/office/drawing/2014/main" id="{939E38E9-384F-49C1-B907-1287FF82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48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192">
                <a:extLst>
                  <a:ext uri="{FF2B5EF4-FFF2-40B4-BE49-F238E27FC236}">
                    <a16:creationId xmlns:a16="http://schemas.microsoft.com/office/drawing/2014/main" id="{6F793EDF-929C-4549-97CD-FB6929645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451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0 w 2"/>
                  <a:gd name="T3" fmla="*/ 35 h 3"/>
                  <a:gd name="T4" fmla="*/ 33 w 2"/>
                  <a:gd name="T5" fmla="*/ 35 h 3"/>
                  <a:gd name="T6" fmla="*/ 20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193">
                <a:extLst>
                  <a:ext uri="{FF2B5EF4-FFF2-40B4-BE49-F238E27FC236}">
                    <a16:creationId xmlns:a16="http://schemas.microsoft.com/office/drawing/2014/main" id="{4E60E9CA-3F60-4868-A003-36D0D135E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419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0 w 3"/>
                  <a:gd name="T3" fmla="*/ 47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4"/>
                      <a:pt x="3" y="2"/>
                      <a:pt x="2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194">
                <a:extLst>
                  <a:ext uri="{FF2B5EF4-FFF2-40B4-BE49-F238E27FC236}">
                    <a16:creationId xmlns:a16="http://schemas.microsoft.com/office/drawing/2014/main" id="{AE64DDFD-2E5F-4F73-9661-439D78C7B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393"/>
                <a:ext cx="8" cy="2"/>
              </a:xfrm>
              <a:custGeom>
                <a:avLst/>
                <a:gdLst>
                  <a:gd name="T0" fmla="*/ 56 w 3"/>
                  <a:gd name="T1" fmla="*/ 8 h 1"/>
                  <a:gd name="T2" fmla="*/ 0 w 3"/>
                  <a:gd name="T3" fmla="*/ 8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195">
                <a:extLst>
                  <a:ext uri="{FF2B5EF4-FFF2-40B4-BE49-F238E27FC236}">
                    <a16:creationId xmlns:a16="http://schemas.microsoft.com/office/drawing/2014/main" id="{9FC7995B-BB4A-4510-A1DC-D342A9BBE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41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0 w 3"/>
                  <a:gd name="T3" fmla="*/ 56 h 3"/>
                  <a:gd name="T4" fmla="*/ 56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2" y="1"/>
                      <a:pt x="3" y="2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196">
                <a:extLst>
                  <a:ext uri="{FF2B5EF4-FFF2-40B4-BE49-F238E27FC236}">
                    <a16:creationId xmlns:a16="http://schemas.microsoft.com/office/drawing/2014/main" id="{A36662CB-6784-40B8-ABC2-9C259BF33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451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56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3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197">
                <a:extLst>
                  <a:ext uri="{FF2B5EF4-FFF2-40B4-BE49-F238E27FC236}">
                    <a16:creationId xmlns:a16="http://schemas.microsoft.com/office/drawing/2014/main" id="{88CB6F72-412B-4B0B-A939-FF43EC4FE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46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56 h 3"/>
                  <a:gd name="T4" fmla="*/ 37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198">
                <a:extLst>
                  <a:ext uri="{FF2B5EF4-FFF2-40B4-BE49-F238E27FC236}">
                    <a16:creationId xmlns:a16="http://schemas.microsoft.com/office/drawing/2014/main" id="{531055DB-2FC2-49CE-8445-1059713AB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48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199">
                <a:extLst>
                  <a:ext uri="{FF2B5EF4-FFF2-40B4-BE49-F238E27FC236}">
                    <a16:creationId xmlns:a16="http://schemas.microsoft.com/office/drawing/2014/main" id="{F2A302C8-7213-44D1-8796-1A34674EA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46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54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Freeform 200">
                <a:extLst>
                  <a:ext uri="{FF2B5EF4-FFF2-40B4-BE49-F238E27FC236}">
                    <a16:creationId xmlns:a16="http://schemas.microsoft.com/office/drawing/2014/main" id="{474561FC-1246-4B7D-B1C9-B422B715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3478"/>
                <a:ext cx="8" cy="5"/>
              </a:xfrm>
              <a:custGeom>
                <a:avLst/>
                <a:gdLst>
                  <a:gd name="T0" fmla="*/ 56 w 3"/>
                  <a:gd name="T1" fmla="*/ 0 h 2"/>
                  <a:gd name="T2" fmla="*/ 0 w 3"/>
                  <a:gd name="T3" fmla="*/ 33 h 2"/>
                  <a:gd name="T4" fmla="*/ 56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3" y="1"/>
                      <a:pt x="3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201">
                <a:extLst>
                  <a:ext uri="{FF2B5EF4-FFF2-40B4-BE49-F238E27FC236}">
                    <a16:creationId xmlns:a16="http://schemas.microsoft.com/office/drawing/2014/main" id="{76FC8272-2FCE-4A6F-8C78-E2757A15D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349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33 w 2"/>
                  <a:gd name="T5" fmla="*/ 0 h 2"/>
                  <a:gd name="T6" fmla="*/ 33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202">
                <a:extLst>
                  <a:ext uri="{FF2B5EF4-FFF2-40B4-BE49-F238E27FC236}">
                    <a16:creationId xmlns:a16="http://schemas.microsoft.com/office/drawing/2014/main" id="{4811F388-E934-4CDC-8E7F-945D65CDF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49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27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203">
                <a:extLst>
                  <a:ext uri="{FF2B5EF4-FFF2-40B4-BE49-F238E27FC236}">
                    <a16:creationId xmlns:a16="http://schemas.microsoft.com/office/drawing/2014/main" id="{0BFA4997-52BC-413A-9AC5-E4CE0BA67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526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50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204">
                <a:extLst>
                  <a:ext uri="{FF2B5EF4-FFF2-40B4-BE49-F238E27FC236}">
                    <a16:creationId xmlns:a16="http://schemas.microsoft.com/office/drawing/2014/main" id="{848EFF69-32C4-4AE1-AB92-88843C2C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45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33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</a:path>
                </a:pathLst>
              </a:custGeom>
              <a:solidFill>
                <a:srgbClr val="C6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834" name="Freeform 205">
              <a:extLst>
                <a:ext uri="{FF2B5EF4-FFF2-40B4-BE49-F238E27FC236}">
                  <a16:creationId xmlns:a16="http://schemas.microsoft.com/office/drawing/2014/main" id="{8CFDC141-6AD1-4728-8CC0-91AF796C3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470"/>
              <a:ext cx="13" cy="8"/>
            </a:xfrm>
            <a:custGeom>
              <a:avLst/>
              <a:gdLst>
                <a:gd name="T0" fmla="*/ 0 w 5"/>
                <a:gd name="T1" fmla="*/ 0 h 3"/>
                <a:gd name="T2" fmla="*/ 21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5" y="1"/>
                    <a:pt x="1" y="3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206">
              <a:extLst>
                <a:ext uri="{FF2B5EF4-FFF2-40B4-BE49-F238E27FC236}">
                  <a16:creationId xmlns:a16="http://schemas.microsoft.com/office/drawing/2014/main" id="{7EBBD1C4-F245-47F9-90CF-1F6B65E4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481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8 w 1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207">
              <a:extLst>
                <a:ext uri="{FF2B5EF4-FFF2-40B4-BE49-F238E27FC236}">
                  <a16:creationId xmlns:a16="http://schemas.microsoft.com/office/drawing/2014/main" id="{D9FA7A72-9CF6-4E6F-897B-A74A000FF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406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208">
              <a:extLst>
                <a:ext uri="{FF2B5EF4-FFF2-40B4-BE49-F238E27FC236}">
                  <a16:creationId xmlns:a16="http://schemas.microsoft.com/office/drawing/2014/main" id="{D7A81EE6-3E2C-4824-8FC1-E36D427D9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414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209">
              <a:extLst>
                <a:ext uri="{FF2B5EF4-FFF2-40B4-BE49-F238E27FC236}">
                  <a16:creationId xmlns:a16="http://schemas.microsoft.com/office/drawing/2014/main" id="{DB091320-6C86-4733-9140-1ECCE18F1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438"/>
              <a:ext cx="7" cy="8"/>
            </a:xfrm>
            <a:custGeom>
              <a:avLst/>
              <a:gdLst>
                <a:gd name="T0" fmla="*/ 37 w 3"/>
                <a:gd name="T1" fmla="*/ 0 h 3"/>
                <a:gd name="T2" fmla="*/ 37 w 3"/>
                <a:gd name="T3" fmla="*/ 56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0"/>
                    <a:pt x="1" y="3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210">
              <a:extLst>
                <a:ext uri="{FF2B5EF4-FFF2-40B4-BE49-F238E27FC236}">
                  <a16:creationId xmlns:a16="http://schemas.microsoft.com/office/drawing/2014/main" id="{D5B00F7B-64F8-4F18-96CC-65C353FF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49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20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211">
              <a:extLst>
                <a:ext uri="{FF2B5EF4-FFF2-40B4-BE49-F238E27FC236}">
                  <a16:creationId xmlns:a16="http://schemas.microsoft.com/office/drawing/2014/main" id="{F691323D-C5C8-4743-BD1D-3586D824F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516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33 w 2"/>
                <a:gd name="T5" fmla="*/ 0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212">
              <a:extLst>
                <a:ext uri="{FF2B5EF4-FFF2-40B4-BE49-F238E27FC236}">
                  <a16:creationId xmlns:a16="http://schemas.microsoft.com/office/drawing/2014/main" id="{E48802BB-5038-4229-9518-60E099A2B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518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20 w 2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213">
              <a:extLst>
                <a:ext uri="{FF2B5EF4-FFF2-40B4-BE49-F238E27FC236}">
                  <a16:creationId xmlns:a16="http://schemas.microsoft.com/office/drawing/2014/main" id="{D9041D05-97BB-495F-9315-83142536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427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54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214">
              <a:extLst>
                <a:ext uri="{FF2B5EF4-FFF2-40B4-BE49-F238E27FC236}">
                  <a16:creationId xmlns:a16="http://schemas.microsoft.com/office/drawing/2014/main" id="{EA6F1C1D-0E3F-4890-8909-96D268946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393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33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215">
              <a:extLst>
                <a:ext uri="{FF2B5EF4-FFF2-40B4-BE49-F238E27FC236}">
                  <a16:creationId xmlns:a16="http://schemas.microsoft.com/office/drawing/2014/main" id="{E9B7F8DB-81A3-40D6-B95B-2A460FB6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390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2" y="0"/>
                    <a:pt x="0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216">
              <a:extLst>
                <a:ext uri="{FF2B5EF4-FFF2-40B4-BE49-F238E27FC236}">
                  <a16:creationId xmlns:a16="http://schemas.microsoft.com/office/drawing/2014/main" id="{B6108C25-2BE4-4B33-9358-EA370570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40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33 w 2"/>
                <a:gd name="T5" fmla="*/ 27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217">
              <a:extLst>
                <a:ext uri="{FF2B5EF4-FFF2-40B4-BE49-F238E27FC236}">
                  <a16:creationId xmlns:a16="http://schemas.microsoft.com/office/drawing/2014/main" id="{B324EA0E-48D4-45EF-842C-EAC3F575E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435"/>
              <a:ext cx="2" cy="6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54 h 2"/>
                <a:gd name="T4" fmla="*/ 8 w 1"/>
                <a:gd name="T5" fmla="*/ 27 h 2"/>
                <a:gd name="T6" fmla="*/ 8 w 1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218">
              <a:extLst>
                <a:ext uri="{FF2B5EF4-FFF2-40B4-BE49-F238E27FC236}">
                  <a16:creationId xmlns:a16="http://schemas.microsoft.com/office/drawing/2014/main" id="{FB668C51-0F01-4945-A0E7-8EF252D0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443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219">
              <a:extLst>
                <a:ext uri="{FF2B5EF4-FFF2-40B4-BE49-F238E27FC236}">
                  <a16:creationId xmlns:a16="http://schemas.microsoft.com/office/drawing/2014/main" id="{D9E6D465-8188-42FD-A0A6-62F64002E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526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33 w 2"/>
                <a:gd name="T5" fmla="*/ 27 h 2"/>
                <a:gd name="T6" fmla="*/ 20 w 2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220">
              <a:extLst>
                <a:ext uri="{FF2B5EF4-FFF2-40B4-BE49-F238E27FC236}">
                  <a16:creationId xmlns:a16="http://schemas.microsoft.com/office/drawing/2014/main" id="{12F94E32-C7C7-45A2-A7BE-68DD56C1C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467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7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221">
              <a:extLst>
                <a:ext uri="{FF2B5EF4-FFF2-40B4-BE49-F238E27FC236}">
                  <a16:creationId xmlns:a16="http://schemas.microsoft.com/office/drawing/2014/main" id="{93D0E706-4AE9-492A-AFDE-FFC05C9A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422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2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2" y="3"/>
                    <a:pt x="2" y="1"/>
                    <a:pt x="1" y="1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222">
              <a:extLst>
                <a:ext uri="{FF2B5EF4-FFF2-40B4-BE49-F238E27FC236}">
                  <a16:creationId xmlns:a16="http://schemas.microsoft.com/office/drawing/2014/main" id="{E1512A04-1BE6-448E-9D2C-9E662A68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398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223">
              <a:extLst>
                <a:ext uri="{FF2B5EF4-FFF2-40B4-BE49-F238E27FC236}">
                  <a16:creationId xmlns:a16="http://schemas.microsoft.com/office/drawing/2014/main" id="{1319A125-D31C-459C-ABE3-7D71581B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49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20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224">
              <a:extLst>
                <a:ext uri="{FF2B5EF4-FFF2-40B4-BE49-F238E27FC236}">
                  <a16:creationId xmlns:a16="http://schemas.microsoft.com/office/drawing/2014/main" id="{6CE0FBD3-6A83-4A65-8C8B-CCF7C9428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516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225">
              <a:extLst>
                <a:ext uri="{FF2B5EF4-FFF2-40B4-BE49-F238E27FC236}">
                  <a16:creationId xmlns:a16="http://schemas.microsoft.com/office/drawing/2014/main" id="{0B28376D-A097-4E1A-B6FE-4B5A5B9E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467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0 h 2"/>
                <a:gd name="T4" fmla="*/ 0 w 1"/>
                <a:gd name="T5" fmla="*/ 54 h 2"/>
                <a:gd name="T6" fmla="*/ 0 w 1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226">
              <a:extLst>
                <a:ext uri="{FF2B5EF4-FFF2-40B4-BE49-F238E27FC236}">
                  <a16:creationId xmlns:a16="http://schemas.microsoft.com/office/drawing/2014/main" id="{DCCF57BC-A30F-443D-86D1-D05CD50BB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341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54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227">
              <a:extLst>
                <a:ext uri="{FF2B5EF4-FFF2-40B4-BE49-F238E27FC236}">
                  <a16:creationId xmlns:a16="http://schemas.microsoft.com/office/drawing/2014/main" id="{2B519E21-F8C7-4F91-9C43-20000A734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3459"/>
              <a:ext cx="7" cy="6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54 h 2"/>
                <a:gd name="T4" fmla="*/ 37 w 3"/>
                <a:gd name="T5" fmla="*/ 54 h 2"/>
                <a:gd name="T6" fmla="*/ 2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228">
              <a:extLst>
                <a:ext uri="{FF2B5EF4-FFF2-40B4-BE49-F238E27FC236}">
                  <a16:creationId xmlns:a16="http://schemas.microsoft.com/office/drawing/2014/main" id="{6D591E26-EEF4-4442-9DFA-F7CBAEB37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481"/>
              <a:ext cx="5" cy="2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8 h 1"/>
                <a:gd name="T4" fmla="*/ 33 w 2"/>
                <a:gd name="T5" fmla="*/ 0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Freeform 229">
              <a:extLst>
                <a:ext uri="{FF2B5EF4-FFF2-40B4-BE49-F238E27FC236}">
                  <a16:creationId xmlns:a16="http://schemas.microsoft.com/office/drawing/2014/main" id="{4FB32FBA-81F5-4DC6-8087-6143BD3DC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510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27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230">
              <a:extLst>
                <a:ext uri="{FF2B5EF4-FFF2-40B4-BE49-F238E27FC236}">
                  <a16:creationId xmlns:a16="http://schemas.microsoft.com/office/drawing/2014/main" id="{61046F14-EC67-42D6-BC88-FEE23F82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505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231">
              <a:extLst>
                <a:ext uri="{FF2B5EF4-FFF2-40B4-BE49-F238E27FC236}">
                  <a16:creationId xmlns:a16="http://schemas.microsoft.com/office/drawing/2014/main" id="{241A7A84-7E65-48EE-B51D-5391CA72C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411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27 h 1"/>
                <a:gd name="T4" fmla="*/ 33 w 2"/>
                <a:gd name="T5" fmla="*/ 27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232">
              <a:extLst>
                <a:ext uri="{FF2B5EF4-FFF2-40B4-BE49-F238E27FC236}">
                  <a16:creationId xmlns:a16="http://schemas.microsoft.com/office/drawing/2014/main" id="{0A719EC1-7EBA-48DA-9E40-42321B85C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85"/>
              <a:ext cx="5" cy="2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2" y="0"/>
                    <a:pt x="0" y="0"/>
                  </a:cubicBezTo>
                </a:path>
              </a:pathLst>
            </a:custGeom>
            <a:solidFill>
              <a:srgbClr val="C6B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233">
              <a:extLst>
                <a:ext uri="{FF2B5EF4-FFF2-40B4-BE49-F238E27FC236}">
                  <a16:creationId xmlns:a16="http://schemas.microsoft.com/office/drawing/2014/main" id="{3ED8E373-FFC8-4D06-9825-E203D6D8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36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33 w 2"/>
                <a:gd name="T5" fmla="*/ 20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234">
              <a:extLst>
                <a:ext uri="{FF2B5EF4-FFF2-40B4-BE49-F238E27FC236}">
                  <a16:creationId xmlns:a16="http://schemas.microsoft.com/office/drawing/2014/main" id="{D4DBB784-6521-4799-A7E4-B4145D730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363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0 h 2"/>
                <a:gd name="T4" fmla="*/ 8 w 1"/>
                <a:gd name="T5" fmla="*/ 54 h 2"/>
                <a:gd name="T6" fmla="*/ 0 w 1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235">
              <a:extLst>
                <a:ext uri="{FF2B5EF4-FFF2-40B4-BE49-F238E27FC236}">
                  <a16:creationId xmlns:a16="http://schemas.microsoft.com/office/drawing/2014/main" id="{353F7F8E-A301-498E-B103-BC81CC278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37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236">
              <a:extLst>
                <a:ext uri="{FF2B5EF4-FFF2-40B4-BE49-F238E27FC236}">
                  <a16:creationId xmlns:a16="http://schemas.microsoft.com/office/drawing/2014/main" id="{8336A123-18A0-4123-8FAD-8B47E15C1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336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237">
              <a:extLst>
                <a:ext uri="{FF2B5EF4-FFF2-40B4-BE49-F238E27FC236}">
                  <a16:creationId xmlns:a16="http://schemas.microsoft.com/office/drawing/2014/main" id="{7E1CB74E-9A88-4C45-AC59-6EFC746C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374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0 w 3"/>
                <a:gd name="T3" fmla="*/ 56 h 3"/>
                <a:gd name="T4" fmla="*/ 35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3" y="0"/>
                    <a:pt x="2" y="2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238">
              <a:extLst>
                <a:ext uri="{FF2B5EF4-FFF2-40B4-BE49-F238E27FC236}">
                  <a16:creationId xmlns:a16="http://schemas.microsoft.com/office/drawing/2014/main" id="{9215FBE8-1AE4-46F8-96FB-BDF4BBF3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379"/>
              <a:ext cx="5" cy="6"/>
            </a:xfrm>
            <a:custGeom>
              <a:avLst/>
              <a:gdLst>
                <a:gd name="T0" fmla="*/ 0 w 2"/>
                <a:gd name="T1" fmla="*/ 27 h 2"/>
                <a:gd name="T2" fmla="*/ 33 w 2"/>
                <a:gd name="T3" fmla="*/ 27 h 2"/>
                <a:gd name="T4" fmla="*/ 0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2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239">
              <a:extLst>
                <a:ext uri="{FF2B5EF4-FFF2-40B4-BE49-F238E27FC236}">
                  <a16:creationId xmlns:a16="http://schemas.microsoft.com/office/drawing/2014/main" id="{0619D7F5-8A72-4771-81CF-2159C511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336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240">
              <a:extLst>
                <a:ext uri="{FF2B5EF4-FFF2-40B4-BE49-F238E27FC236}">
                  <a16:creationId xmlns:a16="http://schemas.microsoft.com/office/drawing/2014/main" id="{0B8F851D-051C-4AEC-BBEF-DE3042B1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363"/>
              <a:ext cx="10" cy="6"/>
            </a:xfrm>
            <a:custGeom>
              <a:avLst/>
              <a:gdLst>
                <a:gd name="T0" fmla="*/ 33 w 4"/>
                <a:gd name="T1" fmla="*/ 0 h 2"/>
                <a:gd name="T2" fmla="*/ 0 w 4"/>
                <a:gd name="T3" fmla="*/ 27 h 2"/>
                <a:gd name="T4" fmla="*/ 3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2"/>
                    <a:pt x="4" y="0"/>
                    <a:pt x="2" y="0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241">
              <a:extLst>
                <a:ext uri="{FF2B5EF4-FFF2-40B4-BE49-F238E27FC236}">
                  <a16:creationId xmlns:a16="http://schemas.microsoft.com/office/drawing/2014/main" id="{D8BA40BF-3431-49CD-B54F-6690FCB87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363"/>
              <a:ext cx="3" cy="6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54 h 2"/>
                <a:gd name="T4" fmla="*/ 27 w 1"/>
                <a:gd name="T5" fmla="*/ 27 h 2"/>
                <a:gd name="T6" fmla="*/ 27 w 1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242">
              <a:extLst>
                <a:ext uri="{FF2B5EF4-FFF2-40B4-BE49-F238E27FC236}">
                  <a16:creationId xmlns:a16="http://schemas.microsoft.com/office/drawing/2014/main" id="{E02DE75E-8F25-4D0C-9D09-677E77457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377"/>
              <a:ext cx="8" cy="2"/>
            </a:xfrm>
            <a:custGeom>
              <a:avLst/>
              <a:gdLst>
                <a:gd name="T0" fmla="*/ 21 w 3"/>
                <a:gd name="T1" fmla="*/ 0 h 1"/>
                <a:gd name="T2" fmla="*/ 0 w 3"/>
                <a:gd name="T3" fmla="*/ 8 h 1"/>
                <a:gd name="T4" fmla="*/ 56 w 3"/>
                <a:gd name="T5" fmla="*/ 8 h 1"/>
                <a:gd name="T6" fmla="*/ 21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243">
              <a:extLst>
                <a:ext uri="{FF2B5EF4-FFF2-40B4-BE49-F238E27FC236}">
                  <a16:creationId xmlns:a16="http://schemas.microsoft.com/office/drawing/2014/main" id="{6C8AAA70-6700-4A38-834D-2CC319636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36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244">
              <a:extLst>
                <a:ext uri="{FF2B5EF4-FFF2-40B4-BE49-F238E27FC236}">
                  <a16:creationId xmlns:a16="http://schemas.microsoft.com/office/drawing/2014/main" id="{16B1B59E-CB68-48CD-A84E-428803886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3377"/>
              <a:ext cx="7" cy="2"/>
            </a:xfrm>
            <a:custGeom>
              <a:avLst/>
              <a:gdLst>
                <a:gd name="T0" fmla="*/ 28 w 3"/>
                <a:gd name="T1" fmla="*/ 0 h 1"/>
                <a:gd name="T2" fmla="*/ 12 w 3"/>
                <a:gd name="T3" fmla="*/ 8 h 1"/>
                <a:gd name="T4" fmla="*/ 37 w 3"/>
                <a:gd name="T5" fmla="*/ 8 h 1"/>
                <a:gd name="T6" fmla="*/ 28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E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245">
              <a:extLst>
                <a:ext uri="{FF2B5EF4-FFF2-40B4-BE49-F238E27FC236}">
                  <a16:creationId xmlns:a16="http://schemas.microsoft.com/office/drawing/2014/main" id="{5601FA8E-21D6-4483-948A-7F38ABAC6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93"/>
              <a:ext cx="120" cy="352"/>
            </a:xfrm>
            <a:custGeom>
              <a:avLst/>
              <a:gdLst>
                <a:gd name="T0" fmla="*/ 750 w 48"/>
                <a:gd name="T1" fmla="*/ 0 h 132"/>
                <a:gd name="T2" fmla="*/ 488 w 48"/>
                <a:gd name="T3" fmla="*/ 605 h 132"/>
                <a:gd name="T4" fmla="*/ 0 w 48"/>
                <a:gd name="T5" fmla="*/ 2504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2">
                  <a:moveTo>
                    <a:pt x="48" y="0"/>
                  </a:moveTo>
                  <a:cubicBezTo>
                    <a:pt x="47" y="4"/>
                    <a:pt x="32" y="29"/>
                    <a:pt x="31" y="32"/>
                  </a:cubicBezTo>
                  <a:cubicBezTo>
                    <a:pt x="31" y="35"/>
                    <a:pt x="0" y="132"/>
                    <a:pt x="0" y="132"/>
                  </a:cubicBezTo>
                </a:path>
              </a:pathLst>
            </a:custGeom>
            <a:noFill/>
            <a:ln w="7938" cap="rnd">
              <a:solidFill>
                <a:srgbClr val="A0A1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246">
              <a:extLst>
                <a:ext uri="{FF2B5EF4-FFF2-40B4-BE49-F238E27FC236}">
                  <a16:creationId xmlns:a16="http://schemas.microsoft.com/office/drawing/2014/main" id="{EF175D96-26FA-44A0-8C49-40409E2BA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990"/>
              <a:ext cx="482" cy="571"/>
            </a:xfrm>
            <a:custGeom>
              <a:avLst/>
              <a:gdLst>
                <a:gd name="T0" fmla="*/ 312 w 193"/>
                <a:gd name="T1" fmla="*/ 2791 h 214"/>
                <a:gd name="T2" fmla="*/ 1041 w 193"/>
                <a:gd name="T3" fmla="*/ 648 h 214"/>
                <a:gd name="T4" fmla="*/ 1558 w 193"/>
                <a:gd name="T5" fmla="*/ 21 h 214"/>
                <a:gd name="T6" fmla="*/ 2994 w 193"/>
                <a:gd name="T7" fmla="*/ 77 h 214"/>
                <a:gd name="T8" fmla="*/ 3007 w 193"/>
                <a:gd name="T9" fmla="*/ 704 h 214"/>
                <a:gd name="T10" fmla="*/ 2475 w 193"/>
                <a:gd name="T11" fmla="*/ 2983 h 214"/>
                <a:gd name="T12" fmla="*/ 2320 w 193"/>
                <a:gd name="T13" fmla="*/ 3837 h 214"/>
                <a:gd name="T14" fmla="*/ 137 w 193"/>
                <a:gd name="T15" fmla="*/ 3781 h 214"/>
                <a:gd name="T16" fmla="*/ 312 w 193"/>
                <a:gd name="T17" fmla="*/ 2791 h 2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214">
                  <a:moveTo>
                    <a:pt x="20" y="147"/>
                  </a:moveTo>
                  <a:cubicBezTo>
                    <a:pt x="33" y="106"/>
                    <a:pt x="67" y="34"/>
                    <a:pt x="67" y="34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31" y="0"/>
                    <a:pt x="192" y="4"/>
                    <a:pt x="192" y="4"/>
                  </a:cubicBezTo>
                  <a:cubicBezTo>
                    <a:pt x="193" y="37"/>
                    <a:pt x="193" y="37"/>
                    <a:pt x="193" y="37"/>
                  </a:cubicBezTo>
                  <a:cubicBezTo>
                    <a:pt x="193" y="37"/>
                    <a:pt x="164" y="137"/>
                    <a:pt x="159" y="157"/>
                  </a:cubicBezTo>
                  <a:cubicBezTo>
                    <a:pt x="155" y="178"/>
                    <a:pt x="149" y="194"/>
                    <a:pt x="149" y="202"/>
                  </a:cubicBezTo>
                  <a:cubicBezTo>
                    <a:pt x="127" y="214"/>
                    <a:pt x="23" y="201"/>
                    <a:pt x="9" y="199"/>
                  </a:cubicBezTo>
                  <a:cubicBezTo>
                    <a:pt x="0" y="197"/>
                    <a:pt x="12" y="173"/>
                    <a:pt x="20" y="14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247">
              <a:extLst>
                <a:ext uri="{FF2B5EF4-FFF2-40B4-BE49-F238E27FC236}">
                  <a16:creationId xmlns:a16="http://schemas.microsoft.com/office/drawing/2014/main" id="{66C0C2EF-5041-4450-9544-4370D8207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089"/>
              <a:ext cx="110" cy="440"/>
            </a:xfrm>
            <a:custGeom>
              <a:avLst/>
              <a:gdLst>
                <a:gd name="T0" fmla="*/ 563 w 44"/>
                <a:gd name="T1" fmla="*/ 1160 h 165"/>
                <a:gd name="T2" fmla="*/ 688 w 44"/>
                <a:gd name="T3" fmla="*/ 0 h 165"/>
                <a:gd name="T4" fmla="*/ 158 w 44"/>
                <a:gd name="T5" fmla="*/ 2275 h 165"/>
                <a:gd name="T6" fmla="*/ 0 w 44"/>
                <a:gd name="T7" fmla="*/ 3128 h 165"/>
                <a:gd name="T8" fmla="*/ 145 w 44"/>
                <a:gd name="T9" fmla="*/ 3016 h 165"/>
                <a:gd name="T10" fmla="*/ 250 w 44"/>
                <a:gd name="T11" fmla="*/ 3037 h 165"/>
                <a:gd name="T12" fmla="*/ 563 w 44"/>
                <a:gd name="T13" fmla="*/ 116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65">
                  <a:moveTo>
                    <a:pt x="36" y="61"/>
                  </a:moveTo>
                  <a:cubicBezTo>
                    <a:pt x="42" y="40"/>
                    <a:pt x="44" y="0"/>
                    <a:pt x="44" y="0"/>
                  </a:cubicBezTo>
                  <a:cubicBezTo>
                    <a:pt x="44" y="0"/>
                    <a:pt x="15" y="100"/>
                    <a:pt x="10" y="120"/>
                  </a:cubicBezTo>
                  <a:cubicBezTo>
                    <a:pt x="6" y="141"/>
                    <a:pt x="0" y="157"/>
                    <a:pt x="0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6" y="160"/>
                    <a:pt x="16" y="160"/>
                    <a:pt x="16" y="160"/>
                  </a:cubicBezTo>
                  <a:cubicBezTo>
                    <a:pt x="16" y="160"/>
                    <a:pt x="29" y="81"/>
                    <a:pt x="36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248">
              <a:extLst>
                <a:ext uri="{FF2B5EF4-FFF2-40B4-BE49-F238E27FC236}">
                  <a16:creationId xmlns:a16="http://schemas.microsoft.com/office/drawing/2014/main" id="{8F9DE99E-A4DD-4179-8D54-DF4951400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921"/>
              <a:ext cx="435" cy="586"/>
            </a:xfrm>
            <a:custGeom>
              <a:avLst/>
              <a:gdLst>
                <a:gd name="T0" fmla="*/ 125 w 174"/>
                <a:gd name="T1" fmla="*/ 264 h 220"/>
                <a:gd name="T2" fmla="*/ 0 w 174"/>
                <a:gd name="T3" fmla="*/ 567 h 220"/>
                <a:gd name="T4" fmla="*/ 50 w 174"/>
                <a:gd name="T5" fmla="*/ 589 h 220"/>
                <a:gd name="T6" fmla="*/ 63 w 174"/>
                <a:gd name="T7" fmla="*/ 567 h 220"/>
                <a:gd name="T8" fmla="*/ 158 w 174"/>
                <a:gd name="T9" fmla="*/ 320 h 220"/>
                <a:gd name="T10" fmla="*/ 783 w 174"/>
                <a:gd name="T11" fmla="*/ 136 h 220"/>
                <a:gd name="T12" fmla="*/ 1125 w 174"/>
                <a:gd name="T13" fmla="*/ 738 h 220"/>
                <a:gd name="T14" fmla="*/ 1145 w 174"/>
                <a:gd name="T15" fmla="*/ 986 h 220"/>
                <a:gd name="T16" fmla="*/ 1238 w 174"/>
                <a:gd name="T17" fmla="*/ 1340 h 220"/>
                <a:gd name="T18" fmla="*/ 1333 w 174"/>
                <a:gd name="T19" fmla="*/ 1774 h 220"/>
                <a:gd name="T20" fmla="*/ 1313 w 174"/>
                <a:gd name="T21" fmla="*/ 2171 h 220"/>
                <a:gd name="T22" fmla="*/ 1300 w 174"/>
                <a:gd name="T23" fmla="*/ 2533 h 220"/>
                <a:gd name="T24" fmla="*/ 1470 w 174"/>
                <a:gd name="T25" fmla="*/ 3023 h 220"/>
                <a:gd name="T26" fmla="*/ 1613 w 174"/>
                <a:gd name="T27" fmla="*/ 3250 h 220"/>
                <a:gd name="T28" fmla="*/ 1645 w 174"/>
                <a:gd name="T29" fmla="*/ 3569 h 220"/>
                <a:gd name="T30" fmla="*/ 1688 w 174"/>
                <a:gd name="T31" fmla="*/ 3966 h 220"/>
                <a:gd name="T32" fmla="*/ 1875 w 174"/>
                <a:gd name="T33" fmla="*/ 4123 h 220"/>
                <a:gd name="T34" fmla="*/ 2363 w 174"/>
                <a:gd name="T35" fmla="*/ 3910 h 220"/>
                <a:gd name="T36" fmla="*/ 2708 w 174"/>
                <a:gd name="T37" fmla="*/ 2909 h 220"/>
                <a:gd name="T38" fmla="*/ 2658 w 174"/>
                <a:gd name="T39" fmla="*/ 2648 h 220"/>
                <a:gd name="T40" fmla="*/ 2645 w 174"/>
                <a:gd name="T41" fmla="*/ 2158 h 220"/>
                <a:gd name="T42" fmla="*/ 2645 w 174"/>
                <a:gd name="T43" fmla="*/ 2136 h 220"/>
                <a:gd name="T44" fmla="*/ 2583 w 174"/>
                <a:gd name="T45" fmla="*/ 2158 h 220"/>
                <a:gd name="T46" fmla="*/ 2595 w 174"/>
                <a:gd name="T47" fmla="*/ 2682 h 220"/>
                <a:gd name="T48" fmla="*/ 2645 w 174"/>
                <a:gd name="T49" fmla="*/ 2909 h 220"/>
                <a:gd name="T50" fmla="*/ 2313 w 174"/>
                <a:gd name="T51" fmla="*/ 3852 h 220"/>
                <a:gd name="T52" fmla="*/ 1895 w 174"/>
                <a:gd name="T53" fmla="*/ 4043 h 220"/>
                <a:gd name="T54" fmla="*/ 1750 w 174"/>
                <a:gd name="T55" fmla="*/ 3932 h 220"/>
                <a:gd name="T56" fmla="*/ 1708 w 174"/>
                <a:gd name="T57" fmla="*/ 3591 h 220"/>
                <a:gd name="T58" fmla="*/ 1658 w 174"/>
                <a:gd name="T59" fmla="*/ 3215 h 220"/>
                <a:gd name="T60" fmla="*/ 1533 w 174"/>
                <a:gd name="T61" fmla="*/ 2965 h 220"/>
                <a:gd name="T62" fmla="*/ 1363 w 174"/>
                <a:gd name="T63" fmla="*/ 2533 h 220"/>
                <a:gd name="T64" fmla="*/ 1375 w 174"/>
                <a:gd name="T65" fmla="*/ 2192 h 220"/>
                <a:gd name="T66" fmla="*/ 1395 w 174"/>
                <a:gd name="T67" fmla="*/ 1774 h 220"/>
                <a:gd name="T68" fmla="*/ 1300 w 174"/>
                <a:gd name="T69" fmla="*/ 1319 h 220"/>
                <a:gd name="T70" fmla="*/ 1208 w 174"/>
                <a:gd name="T71" fmla="*/ 986 h 220"/>
                <a:gd name="T72" fmla="*/ 1188 w 174"/>
                <a:gd name="T73" fmla="*/ 717 h 220"/>
                <a:gd name="T74" fmla="*/ 800 w 174"/>
                <a:gd name="T75" fmla="*/ 56 h 220"/>
                <a:gd name="T76" fmla="*/ 125 w 174"/>
                <a:gd name="T77" fmla="*/ 264 h 22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4" h="220">
                  <a:moveTo>
                    <a:pt x="8" y="14"/>
                  </a:moveTo>
                  <a:cubicBezTo>
                    <a:pt x="3" y="18"/>
                    <a:pt x="0" y="24"/>
                    <a:pt x="0" y="30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4" y="31"/>
                    <a:pt x="4" y="30"/>
                  </a:cubicBezTo>
                  <a:cubicBezTo>
                    <a:pt x="4" y="25"/>
                    <a:pt x="6" y="21"/>
                    <a:pt x="10" y="17"/>
                  </a:cubicBezTo>
                  <a:cubicBezTo>
                    <a:pt x="20" y="8"/>
                    <a:pt x="39" y="4"/>
                    <a:pt x="50" y="7"/>
                  </a:cubicBezTo>
                  <a:cubicBezTo>
                    <a:pt x="70" y="11"/>
                    <a:pt x="71" y="24"/>
                    <a:pt x="72" y="39"/>
                  </a:cubicBezTo>
                  <a:cubicBezTo>
                    <a:pt x="72" y="43"/>
                    <a:pt x="72" y="48"/>
                    <a:pt x="73" y="52"/>
                  </a:cubicBezTo>
                  <a:cubicBezTo>
                    <a:pt x="75" y="59"/>
                    <a:pt x="77" y="65"/>
                    <a:pt x="79" y="71"/>
                  </a:cubicBezTo>
                  <a:cubicBezTo>
                    <a:pt x="81" y="79"/>
                    <a:pt x="84" y="87"/>
                    <a:pt x="85" y="94"/>
                  </a:cubicBezTo>
                  <a:cubicBezTo>
                    <a:pt x="86" y="101"/>
                    <a:pt x="85" y="108"/>
                    <a:pt x="84" y="115"/>
                  </a:cubicBezTo>
                  <a:cubicBezTo>
                    <a:pt x="84" y="121"/>
                    <a:pt x="83" y="128"/>
                    <a:pt x="83" y="134"/>
                  </a:cubicBezTo>
                  <a:cubicBezTo>
                    <a:pt x="84" y="146"/>
                    <a:pt x="89" y="153"/>
                    <a:pt x="94" y="160"/>
                  </a:cubicBezTo>
                  <a:cubicBezTo>
                    <a:pt x="97" y="163"/>
                    <a:pt x="100" y="167"/>
                    <a:pt x="103" y="172"/>
                  </a:cubicBezTo>
                  <a:cubicBezTo>
                    <a:pt x="105" y="177"/>
                    <a:pt x="105" y="183"/>
                    <a:pt x="105" y="189"/>
                  </a:cubicBezTo>
                  <a:cubicBezTo>
                    <a:pt x="105" y="196"/>
                    <a:pt x="104" y="204"/>
                    <a:pt x="108" y="210"/>
                  </a:cubicBezTo>
                  <a:cubicBezTo>
                    <a:pt x="111" y="214"/>
                    <a:pt x="115" y="217"/>
                    <a:pt x="120" y="218"/>
                  </a:cubicBezTo>
                  <a:cubicBezTo>
                    <a:pt x="133" y="220"/>
                    <a:pt x="147" y="210"/>
                    <a:pt x="151" y="207"/>
                  </a:cubicBezTo>
                  <a:cubicBezTo>
                    <a:pt x="166" y="196"/>
                    <a:pt x="174" y="175"/>
                    <a:pt x="173" y="154"/>
                  </a:cubicBezTo>
                  <a:cubicBezTo>
                    <a:pt x="173" y="149"/>
                    <a:pt x="171" y="144"/>
                    <a:pt x="170" y="140"/>
                  </a:cubicBezTo>
                  <a:cubicBezTo>
                    <a:pt x="168" y="134"/>
                    <a:pt x="165" y="127"/>
                    <a:pt x="169" y="114"/>
                  </a:cubicBezTo>
                  <a:cubicBezTo>
                    <a:pt x="169" y="114"/>
                    <a:pt x="170" y="114"/>
                    <a:pt x="169" y="113"/>
                  </a:cubicBezTo>
                  <a:cubicBezTo>
                    <a:pt x="169" y="113"/>
                    <a:pt x="166" y="113"/>
                    <a:pt x="165" y="114"/>
                  </a:cubicBezTo>
                  <a:cubicBezTo>
                    <a:pt x="161" y="128"/>
                    <a:pt x="164" y="135"/>
                    <a:pt x="166" y="142"/>
                  </a:cubicBezTo>
                  <a:cubicBezTo>
                    <a:pt x="168" y="146"/>
                    <a:pt x="169" y="149"/>
                    <a:pt x="169" y="154"/>
                  </a:cubicBezTo>
                  <a:cubicBezTo>
                    <a:pt x="170" y="174"/>
                    <a:pt x="162" y="194"/>
                    <a:pt x="148" y="204"/>
                  </a:cubicBezTo>
                  <a:cubicBezTo>
                    <a:pt x="141" y="210"/>
                    <a:pt x="130" y="215"/>
                    <a:pt x="121" y="214"/>
                  </a:cubicBezTo>
                  <a:cubicBezTo>
                    <a:pt x="117" y="213"/>
                    <a:pt x="114" y="211"/>
                    <a:pt x="112" y="208"/>
                  </a:cubicBezTo>
                  <a:cubicBezTo>
                    <a:pt x="108" y="203"/>
                    <a:pt x="109" y="196"/>
                    <a:pt x="109" y="190"/>
                  </a:cubicBezTo>
                  <a:cubicBezTo>
                    <a:pt x="109" y="183"/>
                    <a:pt x="109" y="176"/>
                    <a:pt x="106" y="170"/>
                  </a:cubicBezTo>
                  <a:cubicBezTo>
                    <a:pt x="103" y="165"/>
                    <a:pt x="100" y="161"/>
                    <a:pt x="98" y="157"/>
                  </a:cubicBezTo>
                  <a:cubicBezTo>
                    <a:pt x="93" y="150"/>
                    <a:pt x="88" y="145"/>
                    <a:pt x="87" y="134"/>
                  </a:cubicBezTo>
                  <a:cubicBezTo>
                    <a:pt x="87" y="128"/>
                    <a:pt x="88" y="122"/>
                    <a:pt x="88" y="116"/>
                  </a:cubicBezTo>
                  <a:cubicBezTo>
                    <a:pt x="89" y="109"/>
                    <a:pt x="90" y="101"/>
                    <a:pt x="89" y="94"/>
                  </a:cubicBezTo>
                  <a:cubicBezTo>
                    <a:pt x="88" y="86"/>
                    <a:pt x="85" y="78"/>
                    <a:pt x="83" y="70"/>
                  </a:cubicBezTo>
                  <a:cubicBezTo>
                    <a:pt x="81" y="64"/>
                    <a:pt x="78" y="58"/>
                    <a:pt x="77" y="52"/>
                  </a:cubicBezTo>
                  <a:cubicBezTo>
                    <a:pt x="76" y="48"/>
                    <a:pt x="76" y="43"/>
                    <a:pt x="76" y="38"/>
                  </a:cubicBezTo>
                  <a:cubicBezTo>
                    <a:pt x="75" y="24"/>
                    <a:pt x="74" y="8"/>
                    <a:pt x="51" y="3"/>
                  </a:cubicBezTo>
                  <a:cubicBezTo>
                    <a:pt x="39" y="0"/>
                    <a:pt x="19" y="4"/>
                    <a:pt x="8" y="14"/>
                  </a:cubicBezTo>
                  <a:close/>
                </a:path>
              </a:pathLst>
            </a:custGeom>
            <a:solidFill>
              <a:srgbClr val="F5F5F6"/>
            </a:solidFill>
            <a:ln w="3175" cap="flat">
              <a:solidFill>
                <a:srgbClr val="1A171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249">
              <a:extLst>
                <a:ext uri="{FF2B5EF4-FFF2-40B4-BE49-F238E27FC236}">
                  <a16:creationId xmlns:a16="http://schemas.microsoft.com/office/drawing/2014/main" id="{D44394A7-9A85-4D41-B241-B07CEA4AA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66"/>
              <a:ext cx="260" cy="256"/>
            </a:xfrm>
            <a:custGeom>
              <a:avLst/>
              <a:gdLst>
                <a:gd name="T0" fmla="*/ 395 w 104"/>
                <a:gd name="T1" fmla="*/ 0 h 96"/>
                <a:gd name="T2" fmla="*/ 1625 w 104"/>
                <a:gd name="T3" fmla="*/ 0 h 96"/>
                <a:gd name="T4" fmla="*/ 1283 w 104"/>
                <a:gd name="T5" fmla="*/ 1821 h 96"/>
                <a:gd name="T6" fmla="*/ 0 w 104"/>
                <a:gd name="T7" fmla="*/ 1821 h 96"/>
                <a:gd name="T8" fmla="*/ 395 w 104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6">
                  <a:moveTo>
                    <a:pt x="25" y="0"/>
                  </a:moveTo>
                  <a:cubicBezTo>
                    <a:pt x="43" y="1"/>
                    <a:pt x="104" y="0"/>
                    <a:pt x="104" y="0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0" y="96"/>
                    <a:pt x="0" y="96"/>
                    <a:pt x="0" y="96"/>
                  </a:cubicBezTo>
                  <a:lnTo>
                    <a:pt x="25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250">
              <a:extLst>
                <a:ext uri="{FF2B5EF4-FFF2-40B4-BE49-F238E27FC236}">
                  <a16:creationId xmlns:a16="http://schemas.microsoft.com/office/drawing/2014/main" id="{B1A6095F-8AA0-4B62-AA6B-1B5BD8E2B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923"/>
              <a:ext cx="85" cy="128"/>
            </a:xfrm>
            <a:custGeom>
              <a:avLst/>
              <a:gdLst>
                <a:gd name="T0" fmla="*/ 438 w 34"/>
                <a:gd name="T1" fmla="*/ 93 h 48"/>
                <a:gd name="T2" fmla="*/ 425 w 34"/>
                <a:gd name="T3" fmla="*/ 307 h 48"/>
                <a:gd name="T4" fmla="*/ 425 w 34"/>
                <a:gd name="T5" fmla="*/ 307 h 48"/>
                <a:gd name="T6" fmla="*/ 488 w 34"/>
                <a:gd name="T7" fmla="*/ 307 h 48"/>
                <a:gd name="T8" fmla="*/ 488 w 34"/>
                <a:gd name="T9" fmla="*/ 56 h 48"/>
                <a:gd name="T10" fmla="*/ 395 w 34"/>
                <a:gd name="T11" fmla="*/ 21 h 48"/>
                <a:gd name="T12" fmla="*/ 238 w 34"/>
                <a:gd name="T13" fmla="*/ 205 h 48"/>
                <a:gd name="T14" fmla="*/ 220 w 34"/>
                <a:gd name="T15" fmla="*/ 376 h 48"/>
                <a:gd name="T16" fmla="*/ 20 w 34"/>
                <a:gd name="T17" fmla="*/ 819 h 48"/>
                <a:gd name="T18" fmla="*/ 0 w 34"/>
                <a:gd name="T19" fmla="*/ 875 h 48"/>
                <a:gd name="T20" fmla="*/ 50 w 34"/>
                <a:gd name="T21" fmla="*/ 888 h 48"/>
                <a:gd name="T22" fmla="*/ 283 w 34"/>
                <a:gd name="T23" fmla="*/ 397 h 48"/>
                <a:gd name="T24" fmla="*/ 300 w 34"/>
                <a:gd name="T25" fmla="*/ 227 h 48"/>
                <a:gd name="T26" fmla="*/ 408 w 34"/>
                <a:gd name="T27" fmla="*/ 93 h 48"/>
                <a:gd name="T28" fmla="*/ 438 w 34"/>
                <a:gd name="T29" fmla="*/ 93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" h="48">
                  <a:moveTo>
                    <a:pt x="28" y="5"/>
                  </a:moveTo>
                  <a:cubicBezTo>
                    <a:pt x="29" y="7"/>
                    <a:pt x="29" y="10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16"/>
                    <a:pt x="30" y="16"/>
                    <a:pt x="31" y="16"/>
                  </a:cubicBezTo>
                  <a:cubicBezTo>
                    <a:pt x="34" y="9"/>
                    <a:pt x="32" y="5"/>
                    <a:pt x="31" y="3"/>
                  </a:cubicBezTo>
                  <a:cubicBezTo>
                    <a:pt x="29" y="1"/>
                    <a:pt x="27" y="0"/>
                    <a:pt x="25" y="1"/>
                  </a:cubicBezTo>
                  <a:cubicBezTo>
                    <a:pt x="21" y="2"/>
                    <a:pt x="17" y="5"/>
                    <a:pt x="15" y="1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2" y="29"/>
                    <a:pt x="11" y="39"/>
                    <a:pt x="1" y="43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1" y="47"/>
                    <a:pt x="2" y="48"/>
                    <a:pt x="3" y="47"/>
                  </a:cubicBezTo>
                  <a:cubicBezTo>
                    <a:pt x="15" y="42"/>
                    <a:pt x="16" y="30"/>
                    <a:pt x="18" y="2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1" y="7"/>
                    <a:pt x="24" y="5"/>
                    <a:pt x="26" y="5"/>
                  </a:cubicBezTo>
                  <a:cubicBezTo>
                    <a:pt x="27" y="5"/>
                    <a:pt x="27" y="5"/>
                    <a:pt x="28" y="5"/>
                  </a:cubicBezTo>
                  <a:close/>
                </a:path>
              </a:pathLst>
            </a:custGeom>
            <a:solidFill>
              <a:srgbClr val="F5F5F6"/>
            </a:solidFill>
            <a:ln w="3175" cap="flat">
              <a:solidFill>
                <a:srgbClr val="1A171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251">
              <a:extLst>
                <a:ext uri="{FF2B5EF4-FFF2-40B4-BE49-F238E27FC236}">
                  <a16:creationId xmlns:a16="http://schemas.microsoft.com/office/drawing/2014/main" id="{58A0070D-B91B-4520-B6D9-4D3E5F841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966"/>
              <a:ext cx="27" cy="1"/>
            </a:xfrm>
            <a:custGeom>
              <a:avLst/>
              <a:gdLst>
                <a:gd name="T0" fmla="*/ 162 w 11"/>
                <a:gd name="T1" fmla="*/ 0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7" y="0"/>
                    <a:pt x="4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Line 252">
              <a:extLst>
                <a:ext uri="{FF2B5EF4-FFF2-40B4-BE49-F238E27FC236}">
                  <a16:creationId xmlns:a16="http://schemas.microsoft.com/office/drawing/2014/main" id="{02DDB2F9-6316-41A3-A368-E737A12471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54" y="2987"/>
              <a:ext cx="57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Line 253">
              <a:extLst>
                <a:ext uri="{FF2B5EF4-FFF2-40B4-BE49-F238E27FC236}">
                  <a16:creationId xmlns:a16="http://schemas.microsoft.com/office/drawing/2014/main" id="{977C2B69-8743-4ADC-AB45-779B59FB9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6" y="3003"/>
              <a:ext cx="58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Hot-beverage-cup-with-spoon">
            <a:extLst>
              <a:ext uri="{FF2B5EF4-FFF2-40B4-BE49-F238E27FC236}">
                <a16:creationId xmlns:a16="http://schemas.microsoft.com/office/drawing/2014/main" id="{95710B3F-FAE1-4402-A6F1-BE00E707B0EB}"/>
              </a:ext>
            </a:extLst>
          </p:cNvPr>
          <p:cNvGrpSpPr>
            <a:grpSpLocks/>
          </p:cNvGrpSpPr>
          <p:nvPr/>
        </p:nvGrpSpPr>
        <p:grpSpPr bwMode="auto">
          <a:xfrm>
            <a:off x="7534275" y="1255713"/>
            <a:ext cx="2479675" cy="3325812"/>
            <a:chOff x="3644" y="2440"/>
            <a:chExt cx="1003" cy="1345"/>
          </a:xfrm>
        </p:grpSpPr>
        <p:sp>
          <p:nvSpPr>
            <p:cNvPr id="29766" name="Freeform 255">
              <a:extLst>
                <a:ext uri="{FF2B5EF4-FFF2-40B4-BE49-F238E27FC236}">
                  <a16:creationId xmlns:a16="http://schemas.microsoft.com/office/drawing/2014/main" id="{AC79BFDC-AC01-4C0A-B3A4-CDD0CED35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83"/>
              <a:ext cx="1003" cy="854"/>
            </a:xfrm>
            <a:custGeom>
              <a:avLst/>
              <a:gdLst>
                <a:gd name="T0" fmla="*/ 136 w 333"/>
                <a:gd name="T1" fmla="*/ 4370 h 266"/>
                <a:gd name="T2" fmla="*/ 735 w 333"/>
                <a:gd name="T3" fmla="*/ 7018 h 266"/>
                <a:gd name="T4" fmla="*/ 4184 w 333"/>
                <a:gd name="T5" fmla="*/ 8803 h 266"/>
                <a:gd name="T6" fmla="*/ 8910 w 333"/>
                <a:gd name="T7" fmla="*/ 4732 h 266"/>
                <a:gd name="T8" fmla="*/ 8310 w 333"/>
                <a:gd name="T9" fmla="*/ 1824 h 266"/>
                <a:gd name="T10" fmla="*/ 4919 w 333"/>
                <a:gd name="T11" fmla="*/ 0 h 266"/>
                <a:gd name="T12" fmla="*/ 136 w 333"/>
                <a:gd name="T13" fmla="*/ 437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266">
                  <a:moveTo>
                    <a:pt x="5" y="132"/>
                  </a:moveTo>
                  <a:cubicBezTo>
                    <a:pt x="0" y="160"/>
                    <a:pt x="8" y="189"/>
                    <a:pt x="27" y="212"/>
                  </a:cubicBezTo>
                  <a:cubicBezTo>
                    <a:pt x="55" y="246"/>
                    <a:pt x="102" y="266"/>
                    <a:pt x="153" y="266"/>
                  </a:cubicBezTo>
                  <a:cubicBezTo>
                    <a:pt x="241" y="266"/>
                    <a:pt x="311" y="216"/>
                    <a:pt x="326" y="143"/>
                  </a:cubicBezTo>
                  <a:cubicBezTo>
                    <a:pt x="333" y="112"/>
                    <a:pt x="325" y="81"/>
                    <a:pt x="304" y="55"/>
                  </a:cubicBezTo>
                  <a:cubicBezTo>
                    <a:pt x="276" y="20"/>
                    <a:pt x="230" y="0"/>
                    <a:pt x="180" y="0"/>
                  </a:cubicBezTo>
                  <a:cubicBezTo>
                    <a:pt x="92" y="0"/>
                    <a:pt x="20" y="54"/>
                    <a:pt x="5" y="132"/>
                  </a:cubicBezTo>
                  <a:close/>
                </a:path>
              </a:pathLst>
            </a:custGeom>
            <a:solidFill>
              <a:srgbClr val="FDE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256">
              <a:extLst>
                <a:ext uri="{FF2B5EF4-FFF2-40B4-BE49-F238E27FC236}">
                  <a16:creationId xmlns:a16="http://schemas.microsoft.com/office/drawing/2014/main" id="{24E2093F-BFC0-4A09-8C12-51FC89230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908"/>
              <a:ext cx="994" cy="800"/>
            </a:xfrm>
            <a:custGeom>
              <a:avLst/>
              <a:gdLst>
                <a:gd name="T0" fmla="*/ 352 w 330"/>
                <a:gd name="T1" fmla="*/ 4151 h 249"/>
                <a:gd name="T2" fmla="*/ 4862 w 330"/>
                <a:gd name="T3" fmla="*/ 0 h 249"/>
                <a:gd name="T4" fmla="*/ 8612 w 330"/>
                <a:gd name="T5" fmla="*/ 4450 h 249"/>
                <a:gd name="T6" fmla="*/ 4157 w 330"/>
                <a:gd name="T7" fmla="*/ 8257 h 249"/>
                <a:gd name="T8" fmla="*/ 352 w 330"/>
                <a:gd name="T9" fmla="*/ 4151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249">
                  <a:moveTo>
                    <a:pt x="13" y="125"/>
                  </a:moveTo>
                  <a:cubicBezTo>
                    <a:pt x="26" y="51"/>
                    <a:pt x="94" y="0"/>
                    <a:pt x="178" y="0"/>
                  </a:cubicBezTo>
                  <a:cubicBezTo>
                    <a:pt x="262" y="0"/>
                    <a:pt x="330" y="63"/>
                    <a:pt x="315" y="134"/>
                  </a:cubicBezTo>
                  <a:cubicBezTo>
                    <a:pt x="300" y="201"/>
                    <a:pt x="235" y="249"/>
                    <a:pt x="152" y="249"/>
                  </a:cubicBezTo>
                  <a:cubicBezTo>
                    <a:pt x="68" y="249"/>
                    <a:pt x="0" y="192"/>
                    <a:pt x="13" y="125"/>
                  </a:cubicBezTo>
                  <a:close/>
                </a:path>
              </a:pathLst>
            </a:custGeom>
            <a:solidFill>
              <a:srgbClr val="B7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257">
              <a:extLst>
                <a:ext uri="{FF2B5EF4-FFF2-40B4-BE49-F238E27FC236}">
                  <a16:creationId xmlns:a16="http://schemas.microsoft.com/office/drawing/2014/main" id="{70351864-DAF1-475A-ADA0-3FE47520B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966"/>
              <a:ext cx="780" cy="742"/>
            </a:xfrm>
            <a:custGeom>
              <a:avLst/>
              <a:gdLst>
                <a:gd name="T0" fmla="*/ 5078 w 259"/>
                <a:gd name="T1" fmla="*/ 0 h 231"/>
                <a:gd name="T2" fmla="*/ 6610 w 259"/>
                <a:gd name="T3" fmla="*/ 3713 h 231"/>
                <a:gd name="T4" fmla="*/ 2159 w 259"/>
                <a:gd name="T5" fmla="*/ 7523 h 231"/>
                <a:gd name="T6" fmla="*/ 0 w 259"/>
                <a:gd name="T7" fmla="*/ 6922 h 231"/>
                <a:gd name="T8" fmla="*/ 2349 w 259"/>
                <a:gd name="T9" fmla="*/ 7654 h 231"/>
                <a:gd name="T10" fmla="*/ 6803 w 259"/>
                <a:gd name="T11" fmla="*/ 3848 h 231"/>
                <a:gd name="T12" fmla="*/ 5078 w 259"/>
                <a:gd name="T13" fmla="*/ 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231">
                  <a:moveTo>
                    <a:pt x="186" y="0"/>
                  </a:moveTo>
                  <a:cubicBezTo>
                    <a:pt x="227" y="25"/>
                    <a:pt x="252" y="67"/>
                    <a:pt x="242" y="112"/>
                  </a:cubicBezTo>
                  <a:cubicBezTo>
                    <a:pt x="228" y="179"/>
                    <a:pt x="163" y="227"/>
                    <a:pt x="79" y="227"/>
                  </a:cubicBezTo>
                  <a:cubicBezTo>
                    <a:pt x="50" y="227"/>
                    <a:pt x="23" y="220"/>
                    <a:pt x="0" y="209"/>
                  </a:cubicBezTo>
                  <a:cubicBezTo>
                    <a:pt x="24" y="223"/>
                    <a:pt x="54" y="231"/>
                    <a:pt x="86" y="231"/>
                  </a:cubicBezTo>
                  <a:cubicBezTo>
                    <a:pt x="169" y="231"/>
                    <a:pt x="234" y="183"/>
                    <a:pt x="249" y="116"/>
                  </a:cubicBezTo>
                  <a:cubicBezTo>
                    <a:pt x="259" y="68"/>
                    <a:pt x="231" y="24"/>
                    <a:pt x="186" y="0"/>
                  </a:cubicBezTo>
                  <a:close/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258">
              <a:extLst>
                <a:ext uri="{FF2B5EF4-FFF2-40B4-BE49-F238E27FC236}">
                  <a16:creationId xmlns:a16="http://schemas.microsoft.com/office/drawing/2014/main" id="{7E46DAFC-9109-468F-9C1A-AF61E676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908"/>
              <a:ext cx="844" cy="681"/>
            </a:xfrm>
            <a:custGeom>
              <a:avLst/>
              <a:gdLst>
                <a:gd name="T0" fmla="*/ 356 w 280"/>
                <a:gd name="T1" fmla="*/ 4343 h 212"/>
                <a:gd name="T2" fmla="*/ 4880 w 280"/>
                <a:gd name="T3" fmla="*/ 196 h 212"/>
                <a:gd name="T4" fmla="*/ 7668 w 280"/>
                <a:gd name="T5" fmla="*/ 1423 h 212"/>
                <a:gd name="T6" fmla="*/ 4705 w 280"/>
                <a:gd name="T7" fmla="*/ 0 h 212"/>
                <a:gd name="T8" fmla="*/ 190 w 280"/>
                <a:gd name="T9" fmla="*/ 4147 h 212"/>
                <a:gd name="T10" fmla="*/ 1100 w 280"/>
                <a:gd name="T11" fmla="*/ 7028 h 212"/>
                <a:gd name="T12" fmla="*/ 356 w 280"/>
                <a:gd name="T13" fmla="*/ 4343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212">
                  <a:moveTo>
                    <a:pt x="13" y="131"/>
                  </a:moveTo>
                  <a:cubicBezTo>
                    <a:pt x="27" y="57"/>
                    <a:pt x="94" y="6"/>
                    <a:pt x="178" y="6"/>
                  </a:cubicBezTo>
                  <a:cubicBezTo>
                    <a:pt x="218" y="6"/>
                    <a:pt x="254" y="21"/>
                    <a:pt x="280" y="43"/>
                  </a:cubicBezTo>
                  <a:cubicBezTo>
                    <a:pt x="254" y="17"/>
                    <a:pt x="215" y="0"/>
                    <a:pt x="172" y="0"/>
                  </a:cubicBezTo>
                  <a:cubicBezTo>
                    <a:pt x="88" y="0"/>
                    <a:pt x="20" y="51"/>
                    <a:pt x="7" y="125"/>
                  </a:cubicBezTo>
                  <a:cubicBezTo>
                    <a:pt x="0" y="159"/>
                    <a:pt x="14" y="190"/>
                    <a:pt x="40" y="212"/>
                  </a:cubicBezTo>
                  <a:cubicBezTo>
                    <a:pt x="18" y="190"/>
                    <a:pt x="7" y="162"/>
                    <a:pt x="13" y="131"/>
                  </a:cubicBezTo>
                  <a:close/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259">
              <a:extLst>
                <a:ext uri="{FF2B5EF4-FFF2-40B4-BE49-F238E27FC236}">
                  <a16:creationId xmlns:a16="http://schemas.microsoft.com/office/drawing/2014/main" id="{212B6CED-0D24-47E9-9732-E344595C6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969"/>
              <a:ext cx="805" cy="678"/>
            </a:xfrm>
            <a:custGeom>
              <a:avLst/>
              <a:gdLst>
                <a:gd name="T0" fmla="*/ 573 w 267"/>
                <a:gd name="T1" fmla="*/ 5575 h 211"/>
                <a:gd name="T2" fmla="*/ 109 w 267"/>
                <a:gd name="T3" fmla="*/ 3522 h 211"/>
                <a:gd name="T4" fmla="*/ 3974 w 267"/>
                <a:gd name="T5" fmla="*/ 0 h 211"/>
                <a:gd name="T6" fmla="*/ 6690 w 267"/>
                <a:gd name="T7" fmla="*/ 1497 h 211"/>
                <a:gd name="T8" fmla="*/ 7182 w 267"/>
                <a:gd name="T9" fmla="*/ 3747 h 211"/>
                <a:gd name="T10" fmla="*/ 3347 w 267"/>
                <a:gd name="T11" fmla="*/ 7002 h 211"/>
                <a:gd name="T12" fmla="*/ 573 w 267"/>
                <a:gd name="T13" fmla="*/ 5575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211">
                  <a:moveTo>
                    <a:pt x="21" y="168"/>
                  </a:moveTo>
                  <a:cubicBezTo>
                    <a:pt x="6" y="150"/>
                    <a:pt x="0" y="129"/>
                    <a:pt x="4" y="106"/>
                  </a:cubicBezTo>
                  <a:cubicBezTo>
                    <a:pt x="16" y="44"/>
                    <a:pt x="74" y="0"/>
                    <a:pt x="145" y="0"/>
                  </a:cubicBezTo>
                  <a:cubicBezTo>
                    <a:pt x="185" y="0"/>
                    <a:pt x="222" y="17"/>
                    <a:pt x="244" y="45"/>
                  </a:cubicBezTo>
                  <a:cubicBezTo>
                    <a:pt x="261" y="65"/>
                    <a:pt x="267" y="89"/>
                    <a:pt x="262" y="113"/>
                  </a:cubicBezTo>
                  <a:cubicBezTo>
                    <a:pt x="249" y="172"/>
                    <a:pt x="193" y="211"/>
                    <a:pt x="122" y="211"/>
                  </a:cubicBezTo>
                  <a:cubicBezTo>
                    <a:pt x="81" y="211"/>
                    <a:pt x="43" y="195"/>
                    <a:pt x="21" y="168"/>
                  </a:cubicBezTo>
                  <a:close/>
                </a:path>
              </a:pathLst>
            </a:custGeom>
            <a:solidFill>
              <a:srgbClr val="DDB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260">
              <a:extLst>
                <a:ext uri="{FF2B5EF4-FFF2-40B4-BE49-F238E27FC236}">
                  <a16:creationId xmlns:a16="http://schemas.microsoft.com/office/drawing/2014/main" id="{169BBF03-EE47-4AEE-BA7D-56F62A2E7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101"/>
              <a:ext cx="659" cy="437"/>
            </a:xfrm>
            <a:custGeom>
              <a:avLst/>
              <a:gdLst>
                <a:gd name="T0" fmla="*/ 0 w 219"/>
                <a:gd name="T1" fmla="*/ 3448 h 136"/>
                <a:gd name="T2" fmla="*/ 1032 w 219"/>
                <a:gd name="T3" fmla="*/ 3686 h 136"/>
                <a:gd name="T4" fmla="*/ 3133 w 219"/>
                <a:gd name="T5" fmla="*/ 4450 h 136"/>
                <a:gd name="T6" fmla="*/ 5696 w 219"/>
                <a:gd name="T7" fmla="*/ 1828 h 136"/>
                <a:gd name="T8" fmla="*/ 1721 w 219"/>
                <a:gd name="T9" fmla="*/ 2519 h 136"/>
                <a:gd name="T10" fmla="*/ 1032 w 219"/>
                <a:gd name="T11" fmla="*/ 2683 h 136"/>
                <a:gd name="T12" fmla="*/ 406 w 219"/>
                <a:gd name="T13" fmla="*/ 3149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136">
                  <a:moveTo>
                    <a:pt x="0" y="104"/>
                  </a:moveTo>
                  <a:cubicBezTo>
                    <a:pt x="11" y="117"/>
                    <a:pt x="28" y="113"/>
                    <a:pt x="38" y="111"/>
                  </a:cubicBezTo>
                  <a:cubicBezTo>
                    <a:pt x="47" y="109"/>
                    <a:pt x="68" y="136"/>
                    <a:pt x="115" y="134"/>
                  </a:cubicBezTo>
                  <a:cubicBezTo>
                    <a:pt x="162" y="131"/>
                    <a:pt x="199" y="110"/>
                    <a:pt x="209" y="55"/>
                  </a:cubicBezTo>
                  <a:cubicBezTo>
                    <a:pt x="219" y="0"/>
                    <a:pt x="63" y="76"/>
                    <a:pt x="63" y="76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15" y="95"/>
                    <a:pt x="15" y="95"/>
                    <a:pt x="15" y="95"/>
                  </a:cubicBezTo>
                </a:path>
              </a:pathLst>
            </a:custGeom>
            <a:solidFill>
              <a:srgbClr val="C8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261">
              <a:extLst>
                <a:ext uri="{FF2B5EF4-FFF2-40B4-BE49-F238E27FC236}">
                  <a16:creationId xmlns:a16="http://schemas.microsoft.com/office/drawing/2014/main" id="{3089339B-A3E0-4482-B3EB-81C61629F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908"/>
              <a:ext cx="994" cy="800"/>
            </a:xfrm>
            <a:custGeom>
              <a:avLst/>
              <a:gdLst>
                <a:gd name="T0" fmla="*/ 352 w 330"/>
                <a:gd name="T1" fmla="*/ 4151 h 249"/>
                <a:gd name="T2" fmla="*/ 4862 w 330"/>
                <a:gd name="T3" fmla="*/ 0 h 249"/>
                <a:gd name="T4" fmla="*/ 8612 w 330"/>
                <a:gd name="T5" fmla="*/ 4450 h 249"/>
                <a:gd name="T6" fmla="*/ 4157 w 330"/>
                <a:gd name="T7" fmla="*/ 8257 h 249"/>
                <a:gd name="T8" fmla="*/ 352 w 330"/>
                <a:gd name="T9" fmla="*/ 4151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249">
                  <a:moveTo>
                    <a:pt x="13" y="125"/>
                  </a:moveTo>
                  <a:cubicBezTo>
                    <a:pt x="26" y="51"/>
                    <a:pt x="94" y="0"/>
                    <a:pt x="178" y="0"/>
                  </a:cubicBezTo>
                  <a:cubicBezTo>
                    <a:pt x="262" y="0"/>
                    <a:pt x="330" y="63"/>
                    <a:pt x="315" y="134"/>
                  </a:cubicBezTo>
                  <a:cubicBezTo>
                    <a:pt x="300" y="201"/>
                    <a:pt x="235" y="249"/>
                    <a:pt x="152" y="249"/>
                  </a:cubicBezTo>
                  <a:cubicBezTo>
                    <a:pt x="68" y="249"/>
                    <a:pt x="0" y="192"/>
                    <a:pt x="13" y="12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262">
              <a:extLst>
                <a:ext uri="{FF2B5EF4-FFF2-40B4-BE49-F238E27FC236}">
                  <a16:creationId xmlns:a16="http://schemas.microsoft.com/office/drawing/2014/main" id="{8E6ACF97-AC98-4117-9669-EC4FE805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83"/>
              <a:ext cx="1003" cy="854"/>
            </a:xfrm>
            <a:custGeom>
              <a:avLst/>
              <a:gdLst>
                <a:gd name="T0" fmla="*/ 136 w 333"/>
                <a:gd name="T1" fmla="*/ 4370 h 266"/>
                <a:gd name="T2" fmla="*/ 735 w 333"/>
                <a:gd name="T3" fmla="*/ 7018 h 266"/>
                <a:gd name="T4" fmla="*/ 4184 w 333"/>
                <a:gd name="T5" fmla="*/ 8803 h 266"/>
                <a:gd name="T6" fmla="*/ 8910 w 333"/>
                <a:gd name="T7" fmla="*/ 4732 h 266"/>
                <a:gd name="T8" fmla="*/ 8310 w 333"/>
                <a:gd name="T9" fmla="*/ 1824 h 266"/>
                <a:gd name="T10" fmla="*/ 4919 w 333"/>
                <a:gd name="T11" fmla="*/ 0 h 266"/>
                <a:gd name="T12" fmla="*/ 136 w 333"/>
                <a:gd name="T13" fmla="*/ 437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266">
                  <a:moveTo>
                    <a:pt x="5" y="132"/>
                  </a:moveTo>
                  <a:cubicBezTo>
                    <a:pt x="0" y="160"/>
                    <a:pt x="8" y="189"/>
                    <a:pt x="27" y="212"/>
                  </a:cubicBezTo>
                  <a:cubicBezTo>
                    <a:pt x="55" y="246"/>
                    <a:pt x="102" y="266"/>
                    <a:pt x="153" y="266"/>
                  </a:cubicBezTo>
                  <a:cubicBezTo>
                    <a:pt x="241" y="266"/>
                    <a:pt x="311" y="216"/>
                    <a:pt x="326" y="143"/>
                  </a:cubicBezTo>
                  <a:cubicBezTo>
                    <a:pt x="333" y="112"/>
                    <a:pt x="325" y="81"/>
                    <a:pt x="304" y="55"/>
                  </a:cubicBezTo>
                  <a:cubicBezTo>
                    <a:pt x="276" y="20"/>
                    <a:pt x="230" y="0"/>
                    <a:pt x="180" y="0"/>
                  </a:cubicBezTo>
                  <a:cubicBezTo>
                    <a:pt x="92" y="0"/>
                    <a:pt x="20" y="54"/>
                    <a:pt x="5" y="132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263">
              <a:extLst>
                <a:ext uri="{FF2B5EF4-FFF2-40B4-BE49-F238E27FC236}">
                  <a16:creationId xmlns:a16="http://schemas.microsoft.com/office/drawing/2014/main" id="{F28EDC1C-C6D7-4818-9283-9007998DA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303"/>
              <a:ext cx="217" cy="334"/>
            </a:xfrm>
            <a:custGeom>
              <a:avLst/>
              <a:gdLst>
                <a:gd name="T0" fmla="*/ 1046 w 72"/>
                <a:gd name="T1" fmla="*/ 1288 h 104"/>
                <a:gd name="T2" fmla="*/ 464 w 72"/>
                <a:gd name="T3" fmla="*/ 2351 h 104"/>
                <a:gd name="T4" fmla="*/ 0 w 72"/>
                <a:gd name="T5" fmla="*/ 3446 h 104"/>
                <a:gd name="T6" fmla="*/ 163 w 72"/>
                <a:gd name="T7" fmla="*/ 3343 h 104"/>
                <a:gd name="T8" fmla="*/ 383 w 72"/>
                <a:gd name="T9" fmla="*/ 2951 h 104"/>
                <a:gd name="T10" fmla="*/ 1019 w 72"/>
                <a:gd name="T11" fmla="*/ 1619 h 104"/>
                <a:gd name="T12" fmla="*/ 1263 w 72"/>
                <a:gd name="T13" fmla="*/ 1394 h 104"/>
                <a:gd name="T14" fmla="*/ 1646 w 72"/>
                <a:gd name="T15" fmla="*/ 1092 h 104"/>
                <a:gd name="T16" fmla="*/ 1944 w 72"/>
                <a:gd name="T17" fmla="*/ 495 h 104"/>
                <a:gd name="T18" fmla="*/ 1046 w 72"/>
                <a:gd name="T19" fmla="*/ 764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104">
                  <a:moveTo>
                    <a:pt x="38" y="39"/>
                  </a:moveTo>
                  <a:cubicBezTo>
                    <a:pt x="31" y="49"/>
                    <a:pt x="24" y="60"/>
                    <a:pt x="17" y="71"/>
                  </a:cubicBezTo>
                  <a:cubicBezTo>
                    <a:pt x="11" y="81"/>
                    <a:pt x="4" y="91"/>
                    <a:pt x="0" y="104"/>
                  </a:cubicBezTo>
                  <a:cubicBezTo>
                    <a:pt x="4" y="101"/>
                    <a:pt x="2" y="104"/>
                    <a:pt x="6" y="101"/>
                  </a:cubicBezTo>
                  <a:cubicBezTo>
                    <a:pt x="9" y="98"/>
                    <a:pt x="12" y="93"/>
                    <a:pt x="14" y="89"/>
                  </a:cubicBezTo>
                  <a:cubicBezTo>
                    <a:pt x="19" y="78"/>
                    <a:pt x="30" y="59"/>
                    <a:pt x="37" y="49"/>
                  </a:cubicBezTo>
                  <a:cubicBezTo>
                    <a:pt x="40" y="45"/>
                    <a:pt x="41" y="44"/>
                    <a:pt x="46" y="42"/>
                  </a:cubicBezTo>
                  <a:cubicBezTo>
                    <a:pt x="51" y="39"/>
                    <a:pt x="56" y="37"/>
                    <a:pt x="60" y="33"/>
                  </a:cubicBezTo>
                  <a:cubicBezTo>
                    <a:pt x="66" y="28"/>
                    <a:pt x="72" y="24"/>
                    <a:pt x="71" y="15"/>
                  </a:cubicBezTo>
                  <a:cubicBezTo>
                    <a:pt x="70" y="0"/>
                    <a:pt x="43" y="20"/>
                    <a:pt x="38" y="23"/>
                  </a:cubicBezTo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264">
              <a:extLst>
                <a:ext uri="{FF2B5EF4-FFF2-40B4-BE49-F238E27FC236}">
                  <a16:creationId xmlns:a16="http://schemas.microsoft.com/office/drawing/2014/main" id="{248D502E-F8B6-4082-BCD7-85DE88715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175"/>
              <a:ext cx="627" cy="472"/>
            </a:xfrm>
            <a:custGeom>
              <a:avLst/>
              <a:gdLst>
                <a:gd name="T0" fmla="*/ 5697 w 208"/>
                <a:gd name="T1" fmla="*/ 4104 h 147"/>
                <a:gd name="T2" fmla="*/ 3343 w 208"/>
                <a:gd name="T3" fmla="*/ 4868 h 147"/>
                <a:gd name="T4" fmla="*/ 573 w 208"/>
                <a:gd name="T5" fmla="*/ 3442 h 147"/>
                <a:gd name="T6" fmla="*/ 109 w 208"/>
                <a:gd name="T7" fmla="*/ 1390 h 147"/>
                <a:gd name="T8" fmla="*/ 546 w 208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147">
                  <a:moveTo>
                    <a:pt x="208" y="124"/>
                  </a:moveTo>
                  <a:cubicBezTo>
                    <a:pt x="185" y="138"/>
                    <a:pt x="155" y="147"/>
                    <a:pt x="122" y="147"/>
                  </a:cubicBezTo>
                  <a:cubicBezTo>
                    <a:pt x="81" y="147"/>
                    <a:pt x="43" y="131"/>
                    <a:pt x="21" y="104"/>
                  </a:cubicBezTo>
                  <a:cubicBezTo>
                    <a:pt x="6" y="86"/>
                    <a:pt x="0" y="65"/>
                    <a:pt x="4" y="42"/>
                  </a:cubicBezTo>
                  <a:cubicBezTo>
                    <a:pt x="7" y="27"/>
                    <a:pt x="12" y="13"/>
                    <a:pt x="20" y="0"/>
                  </a:cubicBezTo>
                </a:path>
              </a:pathLst>
            </a:custGeom>
            <a:noFill/>
            <a:ln w="9525" cap="flat">
              <a:solidFill>
                <a:srgbClr val="F7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265">
              <a:extLst>
                <a:ext uri="{FF2B5EF4-FFF2-40B4-BE49-F238E27FC236}">
                  <a16:creationId xmlns:a16="http://schemas.microsoft.com/office/drawing/2014/main" id="{DA263B8D-2180-4375-BCC2-326CA5A53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082"/>
              <a:ext cx="729" cy="408"/>
            </a:xfrm>
            <a:custGeom>
              <a:avLst/>
              <a:gdLst>
                <a:gd name="T0" fmla="*/ 3058 w 242"/>
                <a:gd name="T1" fmla="*/ 2621 h 127"/>
                <a:gd name="T2" fmla="*/ 383 w 242"/>
                <a:gd name="T3" fmla="*/ 1259 h 127"/>
                <a:gd name="T4" fmla="*/ 0 w 242"/>
                <a:gd name="T5" fmla="*/ 402 h 127"/>
                <a:gd name="T6" fmla="*/ 2241 w 242"/>
                <a:gd name="T7" fmla="*/ 4016 h 127"/>
                <a:gd name="T8" fmla="*/ 3193 w 242"/>
                <a:gd name="T9" fmla="*/ 4212 h 127"/>
                <a:gd name="T10" fmla="*/ 4293 w 242"/>
                <a:gd name="T11" fmla="*/ 3913 h 127"/>
                <a:gd name="T12" fmla="*/ 6615 w 242"/>
                <a:gd name="T13" fmla="*/ 0 h 127"/>
                <a:gd name="T14" fmla="*/ 6615 w 242"/>
                <a:gd name="T15" fmla="*/ 0 h 127"/>
                <a:gd name="T16" fmla="*/ 3058 w 242"/>
                <a:gd name="T17" fmla="*/ 2621 h 1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2" h="127">
                  <a:moveTo>
                    <a:pt x="112" y="79"/>
                  </a:moveTo>
                  <a:cubicBezTo>
                    <a:pt x="72" y="79"/>
                    <a:pt x="36" y="64"/>
                    <a:pt x="14" y="38"/>
                  </a:cubicBezTo>
                  <a:cubicBezTo>
                    <a:pt x="8" y="30"/>
                    <a:pt x="3" y="21"/>
                    <a:pt x="0" y="12"/>
                  </a:cubicBezTo>
                  <a:cubicBezTo>
                    <a:pt x="7" y="34"/>
                    <a:pt x="31" y="99"/>
                    <a:pt x="82" y="121"/>
                  </a:cubicBezTo>
                  <a:cubicBezTo>
                    <a:pt x="93" y="126"/>
                    <a:pt x="105" y="127"/>
                    <a:pt x="117" y="127"/>
                  </a:cubicBezTo>
                  <a:cubicBezTo>
                    <a:pt x="131" y="127"/>
                    <a:pt x="145" y="123"/>
                    <a:pt x="157" y="118"/>
                  </a:cubicBezTo>
                  <a:cubicBezTo>
                    <a:pt x="220" y="91"/>
                    <a:pt x="242" y="0"/>
                    <a:pt x="242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23" y="48"/>
                    <a:pt x="174" y="79"/>
                    <a:pt x="112" y="79"/>
                  </a:cubicBezTo>
                  <a:close/>
                </a:path>
              </a:pathLst>
            </a:custGeom>
            <a:solidFill>
              <a:srgbClr val="FB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266">
              <a:extLst>
                <a:ext uri="{FF2B5EF4-FFF2-40B4-BE49-F238E27FC236}">
                  <a16:creationId xmlns:a16="http://schemas.microsoft.com/office/drawing/2014/main" id="{824CDF2F-C994-421F-A632-FB11ABE1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2674"/>
              <a:ext cx="781" cy="661"/>
            </a:xfrm>
            <a:custGeom>
              <a:avLst/>
              <a:gdLst>
                <a:gd name="T0" fmla="*/ 109 w 259"/>
                <a:gd name="T1" fmla="*/ 3366 h 206"/>
                <a:gd name="T2" fmla="*/ 573 w 259"/>
                <a:gd name="T3" fmla="*/ 5445 h 206"/>
                <a:gd name="T4" fmla="*/ 3266 w 259"/>
                <a:gd name="T5" fmla="*/ 6806 h 206"/>
                <a:gd name="T6" fmla="*/ 6966 w 259"/>
                <a:gd name="T7" fmla="*/ 3664 h 206"/>
                <a:gd name="T8" fmla="*/ 6474 w 259"/>
                <a:gd name="T9" fmla="*/ 1421 h 206"/>
                <a:gd name="T10" fmla="*/ 3839 w 259"/>
                <a:gd name="T11" fmla="*/ 0 h 206"/>
                <a:gd name="T12" fmla="*/ 109 w 259"/>
                <a:gd name="T13" fmla="*/ 3366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206">
                  <a:moveTo>
                    <a:pt x="4" y="102"/>
                  </a:moveTo>
                  <a:cubicBezTo>
                    <a:pt x="0" y="124"/>
                    <a:pt x="6" y="147"/>
                    <a:pt x="21" y="165"/>
                  </a:cubicBezTo>
                  <a:cubicBezTo>
                    <a:pt x="43" y="191"/>
                    <a:pt x="79" y="206"/>
                    <a:pt x="119" y="206"/>
                  </a:cubicBezTo>
                  <a:cubicBezTo>
                    <a:pt x="187" y="206"/>
                    <a:pt x="241" y="168"/>
                    <a:pt x="254" y="111"/>
                  </a:cubicBezTo>
                  <a:cubicBezTo>
                    <a:pt x="259" y="87"/>
                    <a:pt x="253" y="63"/>
                    <a:pt x="236" y="43"/>
                  </a:cubicBezTo>
                  <a:cubicBezTo>
                    <a:pt x="215" y="16"/>
                    <a:pt x="179" y="0"/>
                    <a:pt x="140" y="0"/>
                  </a:cubicBezTo>
                  <a:cubicBezTo>
                    <a:pt x="71" y="0"/>
                    <a:pt x="16" y="42"/>
                    <a:pt x="4" y="102"/>
                  </a:cubicBezTo>
                  <a:close/>
                </a:path>
              </a:pathLst>
            </a:custGeom>
            <a:solidFill>
              <a:srgbClr val="FDE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267">
              <a:extLst>
                <a:ext uri="{FF2B5EF4-FFF2-40B4-BE49-F238E27FC236}">
                  <a16:creationId xmlns:a16="http://schemas.microsoft.com/office/drawing/2014/main" id="{7E849C28-4949-4D12-9A13-578D87EFC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697"/>
              <a:ext cx="772" cy="619"/>
            </a:xfrm>
            <a:custGeom>
              <a:avLst/>
              <a:gdLst>
                <a:gd name="T0" fmla="*/ 271 w 256"/>
                <a:gd name="T1" fmla="*/ 3169 h 193"/>
                <a:gd name="T2" fmla="*/ 3785 w 256"/>
                <a:gd name="T3" fmla="*/ 0 h 193"/>
                <a:gd name="T4" fmla="*/ 6695 w 256"/>
                <a:gd name="T5" fmla="*/ 3393 h 193"/>
                <a:gd name="T6" fmla="*/ 3212 w 256"/>
                <a:gd name="T7" fmla="*/ 6366 h 193"/>
                <a:gd name="T8" fmla="*/ 271 w 256"/>
                <a:gd name="T9" fmla="*/ 3169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193">
                  <a:moveTo>
                    <a:pt x="10" y="96"/>
                  </a:moveTo>
                  <a:cubicBezTo>
                    <a:pt x="20" y="39"/>
                    <a:pt x="73" y="0"/>
                    <a:pt x="138" y="0"/>
                  </a:cubicBezTo>
                  <a:cubicBezTo>
                    <a:pt x="203" y="0"/>
                    <a:pt x="256" y="48"/>
                    <a:pt x="244" y="103"/>
                  </a:cubicBezTo>
                  <a:cubicBezTo>
                    <a:pt x="233" y="155"/>
                    <a:pt x="183" y="193"/>
                    <a:pt x="117" y="193"/>
                  </a:cubicBezTo>
                  <a:cubicBezTo>
                    <a:pt x="52" y="193"/>
                    <a:pt x="0" y="148"/>
                    <a:pt x="10" y="96"/>
                  </a:cubicBezTo>
                  <a:close/>
                </a:path>
              </a:pathLst>
            </a:custGeom>
            <a:solidFill>
              <a:srgbClr val="B7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268">
              <a:extLst>
                <a:ext uri="{FF2B5EF4-FFF2-40B4-BE49-F238E27FC236}">
                  <a16:creationId xmlns:a16="http://schemas.microsoft.com/office/drawing/2014/main" id="{D93134EE-3C57-49E6-A336-58CE114F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786"/>
              <a:ext cx="690" cy="530"/>
            </a:xfrm>
            <a:custGeom>
              <a:avLst/>
              <a:gdLst>
                <a:gd name="T0" fmla="*/ 6237 w 229"/>
                <a:gd name="T1" fmla="*/ 2486 h 165"/>
                <a:gd name="T2" fmla="*/ 6264 w 229"/>
                <a:gd name="T3" fmla="*/ 2383 h 165"/>
                <a:gd name="T4" fmla="*/ 3423 w 229"/>
                <a:gd name="T5" fmla="*/ 0 h 165"/>
                <a:gd name="T6" fmla="*/ 27 w 229"/>
                <a:gd name="T7" fmla="*/ 3116 h 165"/>
                <a:gd name="T8" fmla="*/ 0 w 229"/>
                <a:gd name="T9" fmla="*/ 3713 h 165"/>
                <a:gd name="T10" fmla="*/ 2760 w 229"/>
                <a:gd name="T11" fmla="*/ 5467 h 165"/>
                <a:gd name="T12" fmla="*/ 6237 w 229"/>
                <a:gd name="T13" fmla="*/ 2486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65">
                  <a:moveTo>
                    <a:pt x="228" y="75"/>
                  </a:moveTo>
                  <a:cubicBezTo>
                    <a:pt x="228" y="74"/>
                    <a:pt x="229" y="73"/>
                    <a:pt x="229" y="72"/>
                  </a:cubicBezTo>
                  <a:cubicBezTo>
                    <a:pt x="221" y="32"/>
                    <a:pt x="177" y="0"/>
                    <a:pt x="125" y="0"/>
                  </a:cubicBezTo>
                  <a:cubicBezTo>
                    <a:pt x="62" y="0"/>
                    <a:pt x="11" y="38"/>
                    <a:pt x="1" y="94"/>
                  </a:cubicBezTo>
                  <a:cubicBezTo>
                    <a:pt x="0" y="100"/>
                    <a:pt x="0" y="106"/>
                    <a:pt x="0" y="112"/>
                  </a:cubicBezTo>
                  <a:cubicBezTo>
                    <a:pt x="16" y="143"/>
                    <a:pt x="56" y="165"/>
                    <a:pt x="101" y="165"/>
                  </a:cubicBezTo>
                  <a:cubicBezTo>
                    <a:pt x="167" y="165"/>
                    <a:pt x="217" y="127"/>
                    <a:pt x="228" y="75"/>
                  </a:cubicBezTo>
                  <a:close/>
                </a:path>
              </a:pathLst>
            </a:custGeom>
            <a:solidFill>
              <a:srgbClr val="976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269">
              <a:extLst>
                <a:ext uri="{FF2B5EF4-FFF2-40B4-BE49-F238E27FC236}">
                  <a16:creationId xmlns:a16="http://schemas.microsoft.com/office/drawing/2014/main" id="{CF9A16D5-1A41-4C01-956D-408E5DF5F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786"/>
              <a:ext cx="690" cy="530"/>
            </a:xfrm>
            <a:custGeom>
              <a:avLst/>
              <a:gdLst>
                <a:gd name="T0" fmla="*/ 6237 w 229"/>
                <a:gd name="T1" fmla="*/ 2486 h 165"/>
                <a:gd name="T2" fmla="*/ 6264 w 229"/>
                <a:gd name="T3" fmla="*/ 2383 h 165"/>
                <a:gd name="T4" fmla="*/ 3423 w 229"/>
                <a:gd name="T5" fmla="*/ 0 h 165"/>
                <a:gd name="T6" fmla="*/ 27 w 229"/>
                <a:gd name="T7" fmla="*/ 3116 h 165"/>
                <a:gd name="T8" fmla="*/ 0 w 229"/>
                <a:gd name="T9" fmla="*/ 3713 h 165"/>
                <a:gd name="T10" fmla="*/ 2760 w 229"/>
                <a:gd name="T11" fmla="*/ 5467 h 165"/>
                <a:gd name="T12" fmla="*/ 6237 w 229"/>
                <a:gd name="T13" fmla="*/ 2486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65">
                  <a:moveTo>
                    <a:pt x="228" y="75"/>
                  </a:moveTo>
                  <a:cubicBezTo>
                    <a:pt x="228" y="74"/>
                    <a:pt x="229" y="73"/>
                    <a:pt x="229" y="72"/>
                  </a:cubicBezTo>
                  <a:cubicBezTo>
                    <a:pt x="221" y="32"/>
                    <a:pt x="177" y="0"/>
                    <a:pt x="125" y="0"/>
                  </a:cubicBezTo>
                  <a:cubicBezTo>
                    <a:pt x="62" y="0"/>
                    <a:pt x="11" y="38"/>
                    <a:pt x="1" y="94"/>
                  </a:cubicBezTo>
                  <a:cubicBezTo>
                    <a:pt x="0" y="100"/>
                    <a:pt x="0" y="106"/>
                    <a:pt x="0" y="112"/>
                  </a:cubicBezTo>
                  <a:cubicBezTo>
                    <a:pt x="16" y="143"/>
                    <a:pt x="56" y="165"/>
                    <a:pt x="101" y="165"/>
                  </a:cubicBezTo>
                  <a:cubicBezTo>
                    <a:pt x="167" y="165"/>
                    <a:pt x="217" y="127"/>
                    <a:pt x="228" y="75"/>
                  </a:cubicBezTo>
                  <a:close/>
                </a:path>
              </a:pathLst>
            </a:custGeom>
            <a:solidFill>
              <a:srgbClr val="976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270">
              <a:extLst>
                <a:ext uri="{FF2B5EF4-FFF2-40B4-BE49-F238E27FC236}">
                  <a16:creationId xmlns:a16="http://schemas.microsoft.com/office/drawing/2014/main" id="{EF12C582-123A-4E8C-9693-A0396F6A4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809"/>
              <a:ext cx="602" cy="488"/>
            </a:xfrm>
            <a:custGeom>
              <a:avLst/>
              <a:gdLst>
                <a:gd name="T0" fmla="*/ 5183 w 200"/>
                <a:gd name="T1" fmla="*/ 1259 h 152"/>
                <a:gd name="T2" fmla="*/ 3949 w 200"/>
                <a:gd name="T3" fmla="*/ 196 h 152"/>
                <a:gd name="T4" fmla="*/ 2808 w 200"/>
                <a:gd name="T5" fmla="*/ 0 h 152"/>
                <a:gd name="T6" fmla="*/ 0 w 200"/>
                <a:gd name="T7" fmla="*/ 2215 h 152"/>
                <a:gd name="T8" fmla="*/ 2537 w 200"/>
                <a:gd name="T9" fmla="*/ 331 h 152"/>
                <a:gd name="T10" fmla="*/ 2944 w 200"/>
                <a:gd name="T11" fmla="*/ 360 h 152"/>
                <a:gd name="T12" fmla="*/ 3218 w 200"/>
                <a:gd name="T13" fmla="*/ 433 h 152"/>
                <a:gd name="T14" fmla="*/ 3380 w 200"/>
                <a:gd name="T15" fmla="*/ 629 h 152"/>
                <a:gd name="T16" fmla="*/ 3326 w 200"/>
                <a:gd name="T17" fmla="*/ 896 h 152"/>
                <a:gd name="T18" fmla="*/ 3025 w 200"/>
                <a:gd name="T19" fmla="*/ 1259 h 152"/>
                <a:gd name="T20" fmla="*/ 2917 w 200"/>
                <a:gd name="T21" fmla="*/ 1361 h 152"/>
                <a:gd name="T22" fmla="*/ 2456 w 200"/>
                <a:gd name="T23" fmla="*/ 1586 h 152"/>
                <a:gd name="T24" fmla="*/ 1884 w 200"/>
                <a:gd name="T25" fmla="*/ 1888 h 152"/>
                <a:gd name="T26" fmla="*/ 1586 w 200"/>
                <a:gd name="T27" fmla="*/ 2318 h 152"/>
                <a:gd name="T28" fmla="*/ 1668 w 200"/>
                <a:gd name="T29" fmla="*/ 3204 h 152"/>
                <a:gd name="T30" fmla="*/ 2565 w 200"/>
                <a:gd name="T31" fmla="*/ 2877 h 152"/>
                <a:gd name="T32" fmla="*/ 2673 w 200"/>
                <a:gd name="T33" fmla="*/ 2453 h 152"/>
                <a:gd name="T34" fmla="*/ 2727 w 200"/>
                <a:gd name="T35" fmla="*/ 2681 h 152"/>
                <a:gd name="T36" fmla="*/ 2781 w 200"/>
                <a:gd name="T37" fmla="*/ 2947 h 152"/>
                <a:gd name="T38" fmla="*/ 2646 w 200"/>
                <a:gd name="T39" fmla="*/ 3371 h 152"/>
                <a:gd name="T40" fmla="*/ 2402 w 200"/>
                <a:gd name="T41" fmla="*/ 3544 h 152"/>
                <a:gd name="T42" fmla="*/ 2101 w 200"/>
                <a:gd name="T43" fmla="*/ 3638 h 152"/>
                <a:gd name="T44" fmla="*/ 1722 w 200"/>
                <a:gd name="T45" fmla="*/ 3711 h 152"/>
                <a:gd name="T46" fmla="*/ 1424 w 200"/>
                <a:gd name="T47" fmla="*/ 3506 h 152"/>
                <a:gd name="T48" fmla="*/ 1330 w 200"/>
                <a:gd name="T49" fmla="*/ 3413 h 152"/>
                <a:gd name="T50" fmla="*/ 1141 w 200"/>
                <a:gd name="T51" fmla="*/ 3008 h 152"/>
                <a:gd name="T52" fmla="*/ 1114 w 200"/>
                <a:gd name="T53" fmla="*/ 3008 h 152"/>
                <a:gd name="T54" fmla="*/ 1087 w 200"/>
                <a:gd name="T55" fmla="*/ 3339 h 152"/>
                <a:gd name="T56" fmla="*/ 1114 w 200"/>
                <a:gd name="T57" fmla="*/ 3339 h 152"/>
                <a:gd name="T58" fmla="*/ 1141 w 200"/>
                <a:gd name="T59" fmla="*/ 3936 h 152"/>
                <a:gd name="T60" fmla="*/ 1532 w 200"/>
                <a:gd name="T61" fmla="*/ 4504 h 152"/>
                <a:gd name="T62" fmla="*/ 2020 w 200"/>
                <a:gd name="T63" fmla="*/ 4803 h 152"/>
                <a:gd name="T64" fmla="*/ 2944 w 200"/>
                <a:gd name="T65" fmla="*/ 4999 h 152"/>
                <a:gd name="T66" fmla="*/ 4030 w 200"/>
                <a:gd name="T67" fmla="*/ 4504 h 152"/>
                <a:gd name="T68" fmla="*/ 4828 w 200"/>
                <a:gd name="T69" fmla="*/ 3833 h 152"/>
                <a:gd name="T70" fmla="*/ 5237 w 200"/>
                <a:gd name="T71" fmla="*/ 3204 h 152"/>
                <a:gd name="T72" fmla="*/ 5346 w 200"/>
                <a:gd name="T73" fmla="*/ 2877 h 152"/>
                <a:gd name="T74" fmla="*/ 5427 w 200"/>
                <a:gd name="T75" fmla="*/ 2578 h 15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00" h="152">
                  <a:moveTo>
                    <a:pt x="199" y="65"/>
                  </a:moveTo>
                  <a:cubicBezTo>
                    <a:pt x="198" y="55"/>
                    <a:pt x="195" y="46"/>
                    <a:pt x="190" y="38"/>
                  </a:cubicBezTo>
                  <a:cubicBezTo>
                    <a:pt x="188" y="34"/>
                    <a:pt x="185" y="31"/>
                    <a:pt x="182" y="29"/>
                  </a:cubicBezTo>
                  <a:cubicBezTo>
                    <a:pt x="174" y="19"/>
                    <a:pt x="163" y="12"/>
                    <a:pt x="145" y="6"/>
                  </a:cubicBezTo>
                  <a:cubicBezTo>
                    <a:pt x="130" y="2"/>
                    <a:pt x="117" y="0"/>
                    <a:pt x="106" y="0"/>
                  </a:cubicBezTo>
                  <a:cubicBezTo>
                    <a:pt x="105" y="0"/>
                    <a:pt x="104" y="0"/>
                    <a:pt x="103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74" y="0"/>
                    <a:pt x="17" y="16"/>
                    <a:pt x="0" y="67"/>
                  </a:cubicBezTo>
                  <a:cubicBezTo>
                    <a:pt x="9" y="46"/>
                    <a:pt x="36" y="17"/>
                    <a:pt x="73" y="9"/>
                  </a:cubicBezTo>
                  <a:cubicBezTo>
                    <a:pt x="80" y="8"/>
                    <a:pt x="86" y="8"/>
                    <a:pt x="93" y="10"/>
                  </a:cubicBezTo>
                  <a:cubicBezTo>
                    <a:pt x="97" y="10"/>
                    <a:pt x="100" y="9"/>
                    <a:pt x="103" y="9"/>
                  </a:cubicBezTo>
                  <a:cubicBezTo>
                    <a:pt x="105" y="10"/>
                    <a:pt x="106" y="11"/>
                    <a:pt x="108" y="11"/>
                  </a:cubicBezTo>
                  <a:cubicBezTo>
                    <a:pt x="109" y="11"/>
                    <a:pt x="111" y="10"/>
                    <a:pt x="112" y="11"/>
                  </a:cubicBezTo>
                  <a:cubicBezTo>
                    <a:pt x="113" y="11"/>
                    <a:pt x="117" y="13"/>
                    <a:pt x="118" y="13"/>
                  </a:cubicBezTo>
                  <a:cubicBezTo>
                    <a:pt x="119" y="14"/>
                    <a:pt x="119" y="15"/>
                    <a:pt x="121" y="16"/>
                  </a:cubicBezTo>
                  <a:cubicBezTo>
                    <a:pt x="122" y="18"/>
                    <a:pt x="123" y="18"/>
                    <a:pt x="124" y="19"/>
                  </a:cubicBezTo>
                  <a:cubicBezTo>
                    <a:pt x="125" y="20"/>
                    <a:pt x="125" y="22"/>
                    <a:pt x="125" y="23"/>
                  </a:cubicBezTo>
                  <a:cubicBezTo>
                    <a:pt x="125" y="25"/>
                    <a:pt x="123" y="26"/>
                    <a:pt x="122" y="27"/>
                  </a:cubicBezTo>
                  <a:cubicBezTo>
                    <a:pt x="122" y="29"/>
                    <a:pt x="122" y="31"/>
                    <a:pt x="121" y="33"/>
                  </a:cubicBezTo>
                  <a:cubicBezTo>
                    <a:pt x="118" y="37"/>
                    <a:pt x="114" y="35"/>
                    <a:pt x="111" y="38"/>
                  </a:cubicBezTo>
                  <a:cubicBezTo>
                    <a:pt x="110" y="38"/>
                    <a:pt x="111" y="39"/>
                    <a:pt x="110" y="40"/>
                  </a:cubicBezTo>
                  <a:cubicBezTo>
                    <a:pt x="109" y="40"/>
                    <a:pt x="108" y="40"/>
                    <a:pt x="107" y="41"/>
                  </a:cubicBezTo>
                  <a:cubicBezTo>
                    <a:pt x="106" y="42"/>
                    <a:pt x="104" y="41"/>
                    <a:pt x="103" y="43"/>
                  </a:cubicBezTo>
                  <a:cubicBezTo>
                    <a:pt x="99" y="43"/>
                    <a:pt x="93" y="47"/>
                    <a:pt x="90" y="48"/>
                  </a:cubicBezTo>
                  <a:cubicBezTo>
                    <a:pt x="84" y="51"/>
                    <a:pt x="77" y="52"/>
                    <a:pt x="71" y="55"/>
                  </a:cubicBezTo>
                  <a:cubicBezTo>
                    <a:pt x="71" y="55"/>
                    <a:pt x="70" y="56"/>
                    <a:pt x="69" y="57"/>
                  </a:cubicBezTo>
                  <a:cubicBezTo>
                    <a:pt x="66" y="58"/>
                    <a:pt x="63" y="61"/>
                    <a:pt x="61" y="66"/>
                  </a:cubicBezTo>
                  <a:cubicBezTo>
                    <a:pt x="60" y="67"/>
                    <a:pt x="58" y="68"/>
                    <a:pt x="58" y="70"/>
                  </a:cubicBezTo>
                  <a:cubicBezTo>
                    <a:pt x="56" y="74"/>
                    <a:pt x="56" y="76"/>
                    <a:pt x="56" y="80"/>
                  </a:cubicBezTo>
                  <a:cubicBezTo>
                    <a:pt x="55" y="87"/>
                    <a:pt x="56" y="93"/>
                    <a:pt x="61" y="97"/>
                  </a:cubicBezTo>
                  <a:cubicBezTo>
                    <a:pt x="67" y="101"/>
                    <a:pt x="75" y="103"/>
                    <a:pt x="82" y="101"/>
                  </a:cubicBezTo>
                  <a:cubicBezTo>
                    <a:pt x="86" y="99"/>
                    <a:pt x="95" y="92"/>
                    <a:pt x="94" y="87"/>
                  </a:cubicBezTo>
                  <a:cubicBezTo>
                    <a:pt x="94" y="87"/>
                    <a:pt x="94" y="87"/>
                    <a:pt x="94" y="86"/>
                  </a:cubicBezTo>
                  <a:cubicBezTo>
                    <a:pt x="95" y="83"/>
                    <a:pt x="98" y="78"/>
                    <a:pt x="98" y="74"/>
                  </a:cubicBezTo>
                  <a:cubicBezTo>
                    <a:pt x="99" y="75"/>
                    <a:pt x="100" y="76"/>
                    <a:pt x="100" y="78"/>
                  </a:cubicBezTo>
                  <a:cubicBezTo>
                    <a:pt x="101" y="79"/>
                    <a:pt x="100" y="80"/>
                    <a:pt x="100" y="81"/>
                  </a:cubicBezTo>
                  <a:cubicBezTo>
                    <a:pt x="101" y="82"/>
                    <a:pt x="102" y="83"/>
                    <a:pt x="102" y="84"/>
                  </a:cubicBezTo>
                  <a:cubicBezTo>
                    <a:pt x="103" y="86"/>
                    <a:pt x="102" y="87"/>
                    <a:pt x="102" y="89"/>
                  </a:cubicBezTo>
                  <a:cubicBezTo>
                    <a:pt x="102" y="92"/>
                    <a:pt x="102" y="95"/>
                    <a:pt x="100" y="97"/>
                  </a:cubicBezTo>
                  <a:cubicBezTo>
                    <a:pt x="99" y="99"/>
                    <a:pt x="98" y="100"/>
                    <a:pt x="97" y="102"/>
                  </a:cubicBezTo>
                  <a:cubicBezTo>
                    <a:pt x="96" y="104"/>
                    <a:pt x="94" y="104"/>
                    <a:pt x="92" y="106"/>
                  </a:cubicBezTo>
                  <a:cubicBezTo>
                    <a:pt x="90" y="106"/>
                    <a:pt x="89" y="106"/>
                    <a:pt x="88" y="107"/>
                  </a:cubicBezTo>
                  <a:cubicBezTo>
                    <a:pt x="86" y="108"/>
                    <a:pt x="85" y="109"/>
                    <a:pt x="83" y="110"/>
                  </a:cubicBezTo>
                  <a:cubicBezTo>
                    <a:pt x="81" y="110"/>
                    <a:pt x="79" y="110"/>
                    <a:pt x="77" y="110"/>
                  </a:cubicBezTo>
                  <a:cubicBezTo>
                    <a:pt x="75" y="111"/>
                    <a:pt x="73" y="113"/>
                    <a:pt x="70" y="113"/>
                  </a:cubicBezTo>
                  <a:cubicBezTo>
                    <a:pt x="68" y="114"/>
                    <a:pt x="66" y="113"/>
                    <a:pt x="63" y="112"/>
                  </a:cubicBezTo>
                  <a:cubicBezTo>
                    <a:pt x="61" y="111"/>
                    <a:pt x="58" y="112"/>
                    <a:pt x="56" y="110"/>
                  </a:cubicBezTo>
                  <a:cubicBezTo>
                    <a:pt x="54" y="109"/>
                    <a:pt x="53" y="107"/>
                    <a:pt x="52" y="106"/>
                  </a:cubicBezTo>
                  <a:cubicBezTo>
                    <a:pt x="51" y="105"/>
                    <a:pt x="50" y="105"/>
                    <a:pt x="49" y="104"/>
                  </a:cubicBezTo>
                  <a:cubicBezTo>
                    <a:pt x="49" y="104"/>
                    <a:pt x="49" y="103"/>
                    <a:pt x="49" y="103"/>
                  </a:cubicBezTo>
                  <a:cubicBezTo>
                    <a:pt x="48" y="100"/>
                    <a:pt x="45" y="99"/>
                    <a:pt x="45" y="96"/>
                  </a:cubicBezTo>
                  <a:cubicBezTo>
                    <a:pt x="44" y="94"/>
                    <a:pt x="46" y="88"/>
                    <a:pt x="42" y="91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41" y="91"/>
                    <a:pt x="41" y="91"/>
                    <a:pt x="41" y="92"/>
                  </a:cubicBezTo>
                  <a:cubicBezTo>
                    <a:pt x="39" y="94"/>
                    <a:pt x="39" y="99"/>
                    <a:pt x="40" y="101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39" y="107"/>
                    <a:pt x="40" y="113"/>
                    <a:pt x="42" y="119"/>
                  </a:cubicBezTo>
                  <a:cubicBezTo>
                    <a:pt x="43" y="121"/>
                    <a:pt x="46" y="126"/>
                    <a:pt x="48" y="128"/>
                  </a:cubicBezTo>
                  <a:cubicBezTo>
                    <a:pt x="50" y="131"/>
                    <a:pt x="53" y="133"/>
                    <a:pt x="56" y="136"/>
                  </a:cubicBezTo>
                  <a:cubicBezTo>
                    <a:pt x="58" y="139"/>
                    <a:pt x="62" y="140"/>
                    <a:pt x="65" y="143"/>
                  </a:cubicBezTo>
                  <a:cubicBezTo>
                    <a:pt x="68" y="145"/>
                    <a:pt x="70" y="144"/>
                    <a:pt x="74" y="145"/>
                  </a:cubicBezTo>
                  <a:cubicBezTo>
                    <a:pt x="81" y="149"/>
                    <a:pt x="87" y="150"/>
                    <a:pt x="95" y="150"/>
                  </a:cubicBezTo>
                  <a:cubicBezTo>
                    <a:pt x="99" y="150"/>
                    <a:pt x="104" y="152"/>
                    <a:pt x="108" y="151"/>
                  </a:cubicBezTo>
                  <a:cubicBezTo>
                    <a:pt x="112" y="150"/>
                    <a:pt x="117" y="149"/>
                    <a:pt x="121" y="148"/>
                  </a:cubicBezTo>
                  <a:cubicBezTo>
                    <a:pt x="131" y="145"/>
                    <a:pt x="139" y="140"/>
                    <a:pt x="148" y="136"/>
                  </a:cubicBezTo>
                  <a:cubicBezTo>
                    <a:pt x="155" y="133"/>
                    <a:pt x="161" y="126"/>
                    <a:pt x="168" y="123"/>
                  </a:cubicBezTo>
                  <a:cubicBezTo>
                    <a:pt x="173" y="122"/>
                    <a:pt x="176" y="121"/>
                    <a:pt x="177" y="116"/>
                  </a:cubicBezTo>
                  <a:cubicBezTo>
                    <a:pt x="179" y="112"/>
                    <a:pt x="182" y="110"/>
                    <a:pt x="186" y="107"/>
                  </a:cubicBezTo>
                  <a:cubicBezTo>
                    <a:pt x="189" y="105"/>
                    <a:pt x="190" y="100"/>
                    <a:pt x="192" y="97"/>
                  </a:cubicBezTo>
                  <a:cubicBezTo>
                    <a:pt x="193" y="95"/>
                    <a:pt x="195" y="94"/>
                    <a:pt x="196" y="92"/>
                  </a:cubicBezTo>
                  <a:cubicBezTo>
                    <a:pt x="197" y="90"/>
                    <a:pt x="195" y="89"/>
                    <a:pt x="196" y="87"/>
                  </a:cubicBezTo>
                  <a:cubicBezTo>
                    <a:pt x="196" y="85"/>
                    <a:pt x="198" y="84"/>
                    <a:pt x="198" y="82"/>
                  </a:cubicBezTo>
                  <a:cubicBezTo>
                    <a:pt x="199" y="81"/>
                    <a:pt x="199" y="79"/>
                    <a:pt x="199" y="78"/>
                  </a:cubicBezTo>
                  <a:cubicBezTo>
                    <a:pt x="200" y="74"/>
                    <a:pt x="200" y="69"/>
                    <a:pt x="199" y="65"/>
                  </a:cubicBezTo>
                  <a:close/>
                </a:path>
              </a:pathLst>
            </a:custGeom>
            <a:solidFill>
              <a:srgbClr val="A6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271">
              <a:extLst>
                <a:ext uri="{FF2B5EF4-FFF2-40B4-BE49-F238E27FC236}">
                  <a16:creationId xmlns:a16="http://schemas.microsoft.com/office/drawing/2014/main" id="{EBEACD69-9A48-4598-83C9-B6AE09FEC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697"/>
              <a:ext cx="738" cy="619"/>
            </a:xfrm>
            <a:custGeom>
              <a:avLst/>
              <a:gdLst>
                <a:gd name="T0" fmla="*/ 5907 w 245"/>
                <a:gd name="T1" fmla="*/ 1058 h 193"/>
                <a:gd name="T2" fmla="*/ 5934 w 245"/>
                <a:gd name="T3" fmla="*/ 1090 h 193"/>
                <a:gd name="T4" fmla="*/ 5880 w 245"/>
                <a:gd name="T5" fmla="*/ 1020 h 193"/>
                <a:gd name="T6" fmla="*/ 5826 w 245"/>
                <a:gd name="T7" fmla="*/ 956 h 193"/>
                <a:gd name="T8" fmla="*/ 5717 w 245"/>
                <a:gd name="T9" fmla="*/ 824 h 193"/>
                <a:gd name="T10" fmla="*/ 5690 w 245"/>
                <a:gd name="T11" fmla="*/ 824 h 193"/>
                <a:gd name="T12" fmla="*/ 5543 w 245"/>
                <a:gd name="T13" fmla="*/ 731 h 193"/>
                <a:gd name="T14" fmla="*/ 5515 w 245"/>
                <a:gd name="T15" fmla="*/ 657 h 193"/>
                <a:gd name="T16" fmla="*/ 5407 w 245"/>
                <a:gd name="T17" fmla="*/ 597 h 193"/>
                <a:gd name="T18" fmla="*/ 5353 w 245"/>
                <a:gd name="T19" fmla="*/ 564 h 193"/>
                <a:gd name="T20" fmla="*/ 3639 w 245"/>
                <a:gd name="T21" fmla="*/ 0 h 193"/>
                <a:gd name="T22" fmla="*/ 136 w 245"/>
                <a:gd name="T23" fmla="*/ 3169 h 193"/>
                <a:gd name="T24" fmla="*/ 843 w 245"/>
                <a:gd name="T25" fmla="*/ 5411 h 193"/>
                <a:gd name="T26" fmla="*/ 271 w 245"/>
                <a:gd name="T27" fmla="*/ 3332 h 193"/>
                <a:gd name="T28" fmla="*/ 3774 w 245"/>
                <a:gd name="T29" fmla="*/ 135 h 193"/>
                <a:gd name="T30" fmla="*/ 5573 w 245"/>
                <a:gd name="T31" fmla="*/ 792 h 193"/>
                <a:gd name="T32" fmla="*/ 6398 w 245"/>
                <a:gd name="T33" fmla="*/ 3303 h 193"/>
                <a:gd name="T34" fmla="*/ 2922 w 245"/>
                <a:gd name="T35" fmla="*/ 6264 h 193"/>
                <a:gd name="T36" fmla="*/ 1262 w 245"/>
                <a:gd name="T37" fmla="*/ 5770 h 193"/>
                <a:gd name="T38" fmla="*/ 3057 w 245"/>
                <a:gd name="T39" fmla="*/ 6366 h 193"/>
                <a:gd name="T40" fmla="*/ 6534 w 245"/>
                <a:gd name="T41" fmla="*/ 3393 h 193"/>
                <a:gd name="T42" fmla="*/ 5907 w 245"/>
                <a:gd name="T43" fmla="*/ 1058 h 1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5" h="193">
                  <a:moveTo>
                    <a:pt x="216" y="32"/>
                  </a:moveTo>
                  <a:cubicBezTo>
                    <a:pt x="216" y="32"/>
                    <a:pt x="217" y="33"/>
                    <a:pt x="217" y="33"/>
                  </a:cubicBezTo>
                  <a:cubicBezTo>
                    <a:pt x="216" y="32"/>
                    <a:pt x="216" y="32"/>
                    <a:pt x="215" y="31"/>
                  </a:cubicBezTo>
                  <a:cubicBezTo>
                    <a:pt x="214" y="31"/>
                    <a:pt x="214" y="30"/>
                    <a:pt x="213" y="29"/>
                  </a:cubicBezTo>
                  <a:cubicBezTo>
                    <a:pt x="212" y="28"/>
                    <a:pt x="210" y="27"/>
                    <a:pt x="209" y="25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6" y="24"/>
                    <a:pt x="205" y="23"/>
                    <a:pt x="203" y="22"/>
                  </a:cubicBezTo>
                  <a:cubicBezTo>
                    <a:pt x="203" y="21"/>
                    <a:pt x="202" y="21"/>
                    <a:pt x="202" y="20"/>
                  </a:cubicBezTo>
                  <a:cubicBezTo>
                    <a:pt x="200" y="19"/>
                    <a:pt x="199" y="19"/>
                    <a:pt x="198" y="18"/>
                  </a:cubicBezTo>
                  <a:cubicBezTo>
                    <a:pt x="197" y="17"/>
                    <a:pt x="197" y="17"/>
                    <a:pt x="196" y="17"/>
                  </a:cubicBezTo>
                  <a:cubicBezTo>
                    <a:pt x="178" y="6"/>
                    <a:pt x="156" y="0"/>
                    <a:pt x="133" y="0"/>
                  </a:cubicBezTo>
                  <a:cubicBezTo>
                    <a:pt x="68" y="0"/>
                    <a:pt x="15" y="39"/>
                    <a:pt x="5" y="96"/>
                  </a:cubicBezTo>
                  <a:cubicBezTo>
                    <a:pt x="0" y="122"/>
                    <a:pt x="10" y="147"/>
                    <a:pt x="31" y="164"/>
                  </a:cubicBezTo>
                  <a:cubicBezTo>
                    <a:pt x="14" y="147"/>
                    <a:pt x="5" y="125"/>
                    <a:pt x="10" y="101"/>
                  </a:cubicBezTo>
                  <a:cubicBezTo>
                    <a:pt x="20" y="44"/>
                    <a:pt x="73" y="4"/>
                    <a:pt x="138" y="4"/>
                  </a:cubicBezTo>
                  <a:cubicBezTo>
                    <a:pt x="163" y="4"/>
                    <a:pt x="186" y="12"/>
                    <a:pt x="204" y="24"/>
                  </a:cubicBezTo>
                  <a:cubicBezTo>
                    <a:pt x="228" y="43"/>
                    <a:pt x="240" y="71"/>
                    <a:pt x="234" y="100"/>
                  </a:cubicBezTo>
                  <a:cubicBezTo>
                    <a:pt x="223" y="152"/>
                    <a:pt x="172" y="190"/>
                    <a:pt x="107" y="190"/>
                  </a:cubicBezTo>
                  <a:cubicBezTo>
                    <a:pt x="85" y="190"/>
                    <a:pt x="64" y="184"/>
                    <a:pt x="46" y="175"/>
                  </a:cubicBezTo>
                  <a:cubicBezTo>
                    <a:pt x="65" y="186"/>
                    <a:pt x="88" y="193"/>
                    <a:pt x="112" y="193"/>
                  </a:cubicBezTo>
                  <a:cubicBezTo>
                    <a:pt x="178" y="193"/>
                    <a:pt x="228" y="155"/>
                    <a:pt x="239" y="103"/>
                  </a:cubicBezTo>
                  <a:cubicBezTo>
                    <a:pt x="245" y="76"/>
                    <a:pt x="235" y="51"/>
                    <a:pt x="216" y="32"/>
                  </a:cubicBezTo>
                  <a:close/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272">
              <a:extLst>
                <a:ext uri="{FF2B5EF4-FFF2-40B4-BE49-F238E27FC236}">
                  <a16:creationId xmlns:a16="http://schemas.microsoft.com/office/drawing/2014/main" id="{03A71EE8-A862-4F9B-81CF-6FDDC1FE9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201"/>
              <a:ext cx="394" cy="285"/>
            </a:xfrm>
            <a:custGeom>
              <a:avLst/>
              <a:gdLst>
                <a:gd name="T0" fmla="*/ 707 w 131"/>
                <a:gd name="T1" fmla="*/ 1508 h 89"/>
                <a:gd name="T2" fmla="*/ 3564 w 131"/>
                <a:gd name="T3" fmla="*/ 0 h 89"/>
                <a:gd name="T4" fmla="*/ 2614 w 131"/>
                <a:gd name="T5" fmla="*/ 1806 h 89"/>
                <a:gd name="T6" fmla="*/ 1005 w 131"/>
                <a:gd name="T7" fmla="*/ 2860 h 89"/>
                <a:gd name="T8" fmla="*/ 0 w 131"/>
                <a:gd name="T9" fmla="*/ 2789 h 89"/>
                <a:gd name="T10" fmla="*/ 1829 w 131"/>
                <a:gd name="T11" fmla="*/ 2072 h 89"/>
                <a:gd name="T12" fmla="*/ 707 w 131"/>
                <a:gd name="T13" fmla="*/ 1508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89">
                  <a:moveTo>
                    <a:pt x="26" y="46"/>
                  </a:moveTo>
                  <a:cubicBezTo>
                    <a:pt x="48" y="48"/>
                    <a:pt x="100" y="40"/>
                    <a:pt x="131" y="0"/>
                  </a:cubicBezTo>
                  <a:cubicBezTo>
                    <a:pt x="129" y="9"/>
                    <a:pt x="116" y="35"/>
                    <a:pt x="96" y="55"/>
                  </a:cubicBezTo>
                  <a:cubicBezTo>
                    <a:pt x="68" y="82"/>
                    <a:pt x="48" y="85"/>
                    <a:pt x="37" y="87"/>
                  </a:cubicBezTo>
                  <a:cubicBezTo>
                    <a:pt x="24" y="89"/>
                    <a:pt x="7" y="88"/>
                    <a:pt x="0" y="85"/>
                  </a:cubicBezTo>
                  <a:cubicBezTo>
                    <a:pt x="20" y="86"/>
                    <a:pt x="64" y="78"/>
                    <a:pt x="67" y="63"/>
                  </a:cubicBezTo>
                  <a:cubicBezTo>
                    <a:pt x="71" y="49"/>
                    <a:pt x="32" y="53"/>
                    <a:pt x="26" y="46"/>
                  </a:cubicBezTo>
                  <a:close/>
                </a:path>
              </a:pathLst>
            </a:custGeom>
            <a:solidFill>
              <a:srgbClr val="F8B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273">
              <a:extLst>
                <a:ext uri="{FF2B5EF4-FFF2-40B4-BE49-F238E27FC236}">
                  <a16:creationId xmlns:a16="http://schemas.microsoft.com/office/drawing/2014/main" id="{1D258075-1FD5-4CF5-8F48-DD7FD65FF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10"/>
              <a:ext cx="175" cy="228"/>
            </a:xfrm>
            <a:custGeom>
              <a:avLst/>
              <a:gdLst>
                <a:gd name="T0" fmla="*/ 1349 w 58"/>
                <a:gd name="T1" fmla="*/ 1557 h 71"/>
                <a:gd name="T2" fmla="*/ 329 w 58"/>
                <a:gd name="T3" fmla="*/ 2155 h 71"/>
                <a:gd name="T4" fmla="*/ 275 w 58"/>
                <a:gd name="T5" fmla="*/ 793 h 71"/>
                <a:gd name="T6" fmla="*/ 1264 w 58"/>
                <a:gd name="T7" fmla="*/ 196 h 71"/>
                <a:gd name="T8" fmla="*/ 1349 w 58"/>
                <a:gd name="T9" fmla="*/ 155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1">
                  <a:moveTo>
                    <a:pt x="49" y="47"/>
                  </a:moveTo>
                  <a:cubicBezTo>
                    <a:pt x="39" y="63"/>
                    <a:pt x="23" y="71"/>
                    <a:pt x="12" y="65"/>
                  </a:cubicBezTo>
                  <a:cubicBezTo>
                    <a:pt x="2" y="59"/>
                    <a:pt x="0" y="41"/>
                    <a:pt x="10" y="24"/>
                  </a:cubicBezTo>
                  <a:cubicBezTo>
                    <a:pt x="19" y="8"/>
                    <a:pt x="35" y="0"/>
                    <a:pt x="46" y="6"/>
                  </a:cubicBezTo>
                  <a:cubicBezTo>
                    <a:pt x="57" y="12"/>
                    <a:pt x="58" y="30"/>
                    <a:pt x="49" y="47"/>
                  </a:cubicBezTo>
                  <a:close/>
                </a:path>
              </a:pathLst>
            </a:custGeom>
            <a:solidFill>
              <a:srgbClr val="C8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274">
              <a:extLst>
                <a:ext uri="{FF2B5EF4-FFF2-40B4-BE49-F238E27FC236}">
                  <a16:creationId xmlns:a16="http://schemas.microsoft.com/office/drawing/2014/main" id="{FC754E75-030B-4822-829F-80510086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226"/>
              <a:ext cx="139" cy="196"/>
            </a:xfrm>
            <a:custGeom>
              <a:avLst/>
              <a:gdLst>
                <a:gd name="T0" fmla="*/ 1052 w 46"/>
                <a:gd name="T1" fmla="*/ 1292 h 61"/>
                <a:gd name="T2" fmla="*/ 248 w 46"/>
                <a:gd name="T3" fmla="*/ 1857 h 61"/>
                <a:gd name="T4" fmla="*/ 221 w 46"/>
                <a:gd name="T5" fmla="*/ 691 h 61"/>
                <a:gd name="T6" fmla="*/ 1021 w 46"/>
                <a:gd name="T7" fmla="*/ 164 h 61"/>
                <a:gd name="T8" fmla="*/ 1052 w 46"/>
                <a:gd name="T9" fmla="*/ 1292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1">
                  <a:moveTo>
                    <a:pt x="38" y="39"/>
                  </a:moveTo>
                  <a:cubicBezTo>
                    <a:pt x="31" y="53"/>
                    <a:pt x="18" y="61"/>
                    <a:pt x="9" y="56"/>
                  </a:cubicBezTo>
                  <a:cubicBezTo>
                    <a:pt x="1" y="51"/>
                    <a:pt x="0" y="35"/>
                    <a:pt x="8" y="21"/>
                  </a:cubicBezTo>
                  <a:cubicBezTo>
                    <a:pt x="16" y="7"/>
                    <a:pt x="29" y="0"/>
                    <a:pt x="37" y="5"/>
                  </a:cubicBezTo>
                  <a:cubicBezTo>
                    <a:pt x="46" y="10"/>
                    <a:pt x="46" y="25"/>
                    <a:pt x="38" y="39"/>
                  </a:cubicBezTo>
                  <a:close/>
                </a:path>
              </a:pathLst>
            </a:custGeom>
            <a:solidFill>
              <a:srgbClr val="A3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275">
              <a:extLst>
                <a:ext uri="{FF2B5EF4-FFF2-40B4-BE49-F238E27FC236}">
                  <a16:creationId xmlns:a16="http://schemas.microsoft.com/office/drawing/2014/main" id="{15AA9A98-2D02-46EB-9EFC-30D7A0939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220"/>
              <a:ext cx="145" cy="205"/>
            </a:xfrm>
            <a:custGeom>
              <a:avLst/>
              <a:gdLst>
                <a:gd name="T0" fmla="*/ 1106 w 48"/>
                <a:gd name="T1" fmla="*/ 1384 h 64"/>
                <a:gd name="T2" fmla="*/ 275 w 48"/>
                <a:gd name="T3" fmla="*/ 1938 h 64"/>
                <a:gd name="T4" fmla="*/ 221 w 48"/>
                <a:gd name="T5" fmla="*/ 759 h 64"/>
                <a:gd name="T6" fmla="*/ 1075 w 48"/>
                <a:gd name="T7" fmla="*/ 195 h 64"/>
                <a:gd name="T8" fmla="*/ 1106 w 48"/>
                <a:gd name="T9" fmla="*/ 138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4">
                  <a:moveTo>
                    <a:pt x="40" y="42"/>
                  </a:moveTo>
                  <a:cubicBezTo>
                    <a:pt x="32" y="57"/>
                    <a:pt x="18" y="64"/>
                    <a:pt x="10" y="59"/>
                  </a:cubicBezTo>
                  <a:cubicBezTo>
                    <a:pt x="1" y="54"/>
                    <a:pt x="0" y="38"/>
                    <a:pt x="8" y="23"/>
                  </a:cubicBezTo>
                  <a:cubicBezTo>
                    <a:pt x="16" y="8"/>
                    <a:pt x="30" y="0"/>
                    <a:pt x="39" y="6"/>
                  </a:cubicBezTo>
                  <a:cubicBezTo>
                    <a:pt x="48" y="11"/>
                    <a:pt x="48" y="27"/>
                    <a:pt x="40" y="42"/>
                  </a:cubicBezTo>
                  <a:close/>
                </a:path>
              </a:pathLst>
            </a:custGeom>
            <a:solidFill>
              <a:srgbClr val="A3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276">
              <a:extLst>
                <a:ext uri="{FF2B5EF4-FFF2-40B4-BE49-F238E27FC236}">
                  <a16:creationId xmlns:a16="http://schemas.microsoft.com/office/drawing/2014/main" id="{4A10EE14-1EB7-4F77-ACD0-780BC0899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220"/>
              <a:ext cx="136" cy="183"/>
            </a:xfrm>
            <a:custGeom>
              <a:avLst/>
              <a:gdLst>
                <a:gd name="T0" fmla="*/ 329 w 45"/>
                <a:gd name="T1" fmla="*/ 1287 h 57"/>
                <a:gd name="T2" fmla="*/ 1188 w 45"/>
                <a:gd name="T3" fmla="*/ 690 h 57"/>
                <a:gd name="T4" fmla="*/ 1242 w 45"/>
                <a:gd name="T5" fmla="*/ 764 h 57"/>
                <a:gd name="T6" fmla="*/ 1052 w 45"/>
                <a:gd name="T7" fmla="*/ 196 h 57"/>
                <a:gd name="T8" fmla="*/ 190 w 45"/>
                <a:gd name="T9" fmla="*/ 764 h 57"/>
                <a:gd name="T10" fmla="*/ 163 w 45"/>
                <a:gd name="T11" fmla="*/ 1888 h 57"/>
                <a:gd name="T12" fmla="*/ 329 w 45"/>
                <a:gd name="T13" fmla="*/ 128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7">
                  <a:moveTo>
                    <a:pt x="12" y="39"/>
                  </a:moveTo>
                  <a:cubicBezTo>
                    <a:pt x="20" y="24"/>
                    <a:pt x="34" y="16"/>
                    <a:pt x="43" y="21"/>
                  </a:cubicBezTo>
                  <a:cubicBezTo>
                    <a:pt x="43" y="22"/>
                    <a:pt x="44" y="23"/>
                    <a:pt x="45" y="23"/>
                  </a:cubicBezTo>
                  <a:cubicBezTo>
                    <a:pt x="45" y="15"/>
                    <a:pt x="43" y="9"/>
                    <a:pt x="38" y="6"/>
                  </a:cubicBezTo>
                  <a:cubicBezTo>
                    <a:pt x="29" y="0"/>
                    <a:pt x="15" y="8"/>
                    <a:pt x="7" y="23"/>
                  </a:cubicBezTo>
                  <a:cubicBezTo>
                    <a:pt x="0" y="36"/>
                    <a:pt x="0" y="51"/>
                    <a:pt x="6" y="57"/>
                  </a:cubicBezTo>
                  <a:cubicBezTo>
                    <a:pt x="6" y="51"/>
                    <a:pt x="8" y="45"/>
                    <a:pt x="12" y="39"/>
                  </a:cubicBezTo>
                  <a:close/>
                </a:path>
              </a:pathLst>
            </a:custGeom>
            <a:solidFill>
              <a:srgbClr val="8BB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277">
              <a:extLst>
                <a:ext uri="{FF2B5EF4-FFF2-40B4-BE49-F238E27FC236}">
                  <a16:creationId xmlns:a16="http://schemas.microsoft.com/office/drawing/2014/main" id="{14B6C08E-C458-4FD3-B290-9DB128AE7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352"/>
              <a:ext cx="100" cy="73"/>
            </a:xfrm>
            <a:custGeom>
              <a:avLst/>
              <a:gdLst>
                <a:gd name="T0" fmla="*/ 918 w 33"/>
                <a:gd name="T1" fmla="*/ 0 h 23"/>
                <a:gd name="T2" fmla="*/ 0 w 33"/>
                <a:gd name="T3" fmla="*/ 543 h 23"/>
                <a:gd name="T4" fmla="*/ 918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33" y="0"/>
                  </a:moveTo>
                  <a:cubicBezTo>
                    <a:pt x="25" y="14"/>
                    <a:pt x="9" y="23"/>
                    <a:pt x="0" y="17"/>
                  </a:cubicBezTo>
                  <a:cubicBezTo>
                    <a:pt x="9" y="23"/>
                    <a:pt x="24" y="19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278">
              <a:extLst>
                <a:ext uri="{FF2B5EF4-FFF2-40B4-BE49-F238E27FC236}">
                  <a16:creationId xmlns:a16="http://schemas.microsoft.com/office/drawing/2014/main" id="{B128B3B2-24DC-4BAC-BF20-C722268F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220"/>
              <a:ext cx="133" cy="173"/>
            </a:xfrm>
            <a:custGeom>
              <a:avLst/>
              <a:gdLst>
                <a:gd name="T0" fmla="*/ 248 w 44"/>
                <a:gd name="T1" fmla="*/ 894 h 54"/>
                <a:gd name="T2" fmla="*/ 1106 w 44"/>
                <a:gd name="T3" fmla="*/ 330 h 54"/>
                <a:gd name="T4" fmla="*/ 1215 w 44"/>
                <a:gd name="T5" fmla="*/ 493 h 54"/>
                <a:gd name="T6" fmla="*/ 1052 w 44"/>
                <a:gd name="T7" fmla="*/ 195 h 54"/>
                <a:gd name="T8" fmla="*/ 190 w 44"/>
                <a:gd name="T9" fmla="*/ 759 h 54"/>
                <a:gd name="T10" fmla="*/ 109 w 44"/>
                <a:gd name="T11" fmla="*/ 1775 h 54"/>
                <a:gd name="T12" fmla="*/ 248 w 44"/>
                <a:gd name="T13" fmla="*/ 89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4">
                  <a:moveTo>
                    <a:pt x="9" y="27"/>
                  </a:moveTo>
                  <a:cubicBezTo>
                    <a:pt x="17" y="12"/>
                    <a:pt x="31" y="5"/>
                    <a:pt x="40" y="10"/>
                  </a:cubicBezTo>
                  <a:cubicBezTo>
                    <a:pt x="41" y="11"/>
                    <a:pt x="43" y="13"/>
                    <a:pt x="44" y="15"/>
                  </a:cubicBezTo>
                  <a:cubicBezTo>
                    <a:pt x="43" y="11"/>
                    <a:pt x="41" y="8"/>
                    <a:pt x="38" y="6"/>
                  </a:cubicBezTo>
                  <a:cubicBezTo>
                    <a:pt x="29" y="0"/>
                    <a:pt x="15" y="8"/>
                    <a:pt x="7" y="23"/>
                  </a:cubicBezTo>
                  <a:cubicBezTo>
                    <a:pt x="1" y="35"/>
                    <a:pt x="0" y="47"/>
                    <a:pt x="4" y="54"/>
                  </a:cubicBezTo>
                  <a:cubicBezTo>
                    <a:pt x="2" y="47"/>
                    <a:pt x="4" y="37"/>
                    <a:pt x="9" y="27"/>
                  </a:cubicBezTo>
                  <a:close/>
                </a:path>
              </a:pathLst>
            </a:custGeom>
            <a:solidFill>
              <a:srgbClr val="77B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279">
              <a:extLst>
                <a:ext uri="{FF2B5EF4-FFF2-40B4-BE49-F238E27FC236}">
                  <a16:creationId xmlns:a16="http://schemas.microsoft.com/office/drawing/2014/main" id="{D7C5A928-E5C5-4328-8C74-C638A4BA4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3406"/>
              <a:ext cx="241" cy="379"/>
            </a:xfrm>
            <a:custGeom>
              <a:avLst/>
              <a:gdLst>
                <a:gd name="T0" fmla="*/ 2024 w 80"/>
                <a:gd name="T1" fmla="*/ 135 h 118"/>
                <a:gd name="T2" fmla="*/ 1916 w 80"/>
                <a:gd name="T3" fmla="*/ 0 h 118"/>
                <a:gd name="T4" fmla="*/ 1181 w 80"/>
                <a:gd name="T5" fmla="*/ 1722 h 118"/>
                <a:gd name="T6" fmla="*/ 217 w 80"/>
                <a:gd name="T7" fmla="*/ 3382 h 118"/>
                <a:gd name="T8" fmla="*/ 762 w 80"/>
                <a:gd name="T9" fmla="*/ 3581 h 118"/>
                <a:gd name="T10" fmla="*/ 1371 w 80"/>
                <a:gd name="T11" fmla="*/ 1856 h 118"/>
                <a:gd name="T12" fmla="*/ 2187 w 80"/>
                <a:gd name="T13" fmla="*/ 196 h 118"/>
                <a:gd name="T14" fmla="*/ 2024 w 80"/>
                <a:gd name="T15" fmla="*/ 135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18">
                  <a:moveTo>
                    <a:pt x="74" y="4"/>
                  </a:moveTo>
                  <a:cubicBezTo>
                    <a:pt x="73" y="3"/>
                    <a:pt x="71" y="1"/>
                    <a:pt x="70" y="0"/>
                  </a:cubicBezTo>
                  <a:cubicBezTo>
                    <a:pt x="66" y="7"/>
                    <a:pt x="55" y="30"/>
                    <a:pt x="43" y="52"/>
                  </a:cubicBezTo>
                  <a:cubicBezTo>
                    <a:pt x="28" y="78"/>
                    <a:pt x="8" y="101"/>
                    <a:pt x="8" y="102"/>
                  </a:cubicBezTo>
                  <a:cubicBezTo>
                    <a:pt x="0" y="111"/>
                    <a:pt x="22" y="118"/>
                    <a:pt x="28" y="108"/>
                  </a:cubicBezTo>
                  <a:cubicBezTo>
                    <a:pt x="28" y="108"/>
                    <a:pt x="36" y="81"/>
                    <a:pt x="50" y="56"/>
                  </a:cubicBezTo>
                  <a:cubicBezTo>
                    <a:pt x="64" y="32"/>
                    <a:pt x="78" y="11"/>
                    <a:pt x="80" y="6"/>
                  </a:cubicBezTo>
                  <a:cubicBezTo>
                    <a:pt x="78" y="6"/>
                    <a:pt x="76" y="5"/>
                    <a:pt x="74" y="4"/>
                  </a:cubicBezTo>
                  <a:close/>
                </a:path>
              </a:pathLst>
            </a:custGeom>
            <a:solidFill>
              <a:srgbClr val="A3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280">
              <a:extLst>
                <a:ext uri="{FF2B5EF4-FFF2-40B4-BE49-F238E27FC236}">
                  <a16:creationId xmlns:a16="http://schemas.microsoft.com/office/drawing/2014/main" id="{FEB9E52F-61C2-439F-9594-EB24408C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422"/>
              <a:ext cx="183" cy="344"/>
            </a:xfrm>
            <a:custGeom>
              <a:avLst/>
              <a:gdLst>
                <a:gd name="T0" fmla="*/ 27 w 61"/>
                <a:gd name="T1" fmla="*/ 3421 h 107"/>
                <a:gd name="T2" fmla="*/ 54 w 61"/>
                <a:gd name="T3" fmla="*/ 3225 h 107"/>
                <a:gd name="T4" fmla="*/ 999 w 61"/>
                <a:gd name="T5" fmla="*/ 1591 h 107"/>
                <a:gd name="T6" fmla="*/ 1647 w 61"/>
                <a:gd name="T7" fmla="*/ 0 h 107"/>
                <a:gd name="T8" fmla="*/ 918 w 61"/>
                <a:gd name="T9" fmla="*/ 1890 h 107"/>
                <a:gd name="T10" fmla="*/ 216 w 61"/>
                <a:gd name="T11" fmla="*/ 3192 h 107"/>
                <a:gd name="T12" fmla="*/ 270 w 61"/>
                <a:gd name="T13" fmla="*/ 3524 h 107"/>
                <a:gd name="T14" fmla="*/ 27 w 61"/>
                <a:gd name="T15" fmla="*/ 3421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07">
                  <a:moveTo>
                    <a:pt x="1" y="103"/>
                  </a:moveTo>
                  <a:cubicBezTo>
                    <a:pt x="0" y="101"/>
                    <a:pt x="0" y="100"/>
                    <a:pt x="2" y="97"/>
                  </a:cubicBezTo>
                  <a:cubicBezTo>
                    <a:pt x="2" y="97"/>
                    <a:pt x="22" y="74"/>
                    <a:pt x="37" y="48"/>
                  </a:cubicBezTo>
                  <a:cubicBezTo>
                    <a:pt x="47" y="30"/>
                    <a:pt x="56" y="10"/>
                    <a:pt x="61" y="0"/>
                  </a:cubicBezTo>
                  <a:cubicBezTo>
                    <a:pt x="52" y="23"/>
                    <a:pt x="40" y="46"/>
                    <a:pt x="34" y="57"/>
                  </a:cubicBezTo>
                  <a:cubicBezTo>
                    <a:pt x="27" y="69"/>
                    <a:pt x="10" y="91"/>
                    <a:pt x="8" y="96"/>
                  </a:cubicBezTo>
                  <a:cubicBezTo>
                    <a:pt x="5" y="101"/>
                    <a:pt x="6" y="105"/>
                    <a:pt x="10" y="106"/>
                  </a:cubicBezTo>
                  <a:cubicBezTo>
                    <a:pt x="7" y="107"/>
                    <a:pt x="3" y="105"/>
                    <a:pt x="1" y="103"/>
                  </a:cubicBezTo>
                  <a:close/>
                </a:path>
              </a:pathLst>
            </a:custGeom>
            <a:solidFill>
              <a:srgbClr val="EBF3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281">
              <a:extLst>
                <a:ext uri="{FF2B5EF4-FFF2-40B4-BE49-F238E27FC236}">
                  <a16:creationId xmlns:a16="http://schemas.microsoft.com/office/drawing/2014/main" id="{5FB2E696-E6BA-457F-BA7F-02DF5C75C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576"/>
              <a:ext cx="111" cy="177"/>
            </a:xfrm>
            <a:custGeom>
              <a:avLst/>
              <a:gdLst>
                <a:gd name="T0" fmla="*/ 27 w 37"/>
                <a:gd name="T1" fmla="*/ 1834 h 55"/>
                <a:gd name="T2" fmla="*/ 54 w 37"/>
                <a:gd name="T3" fmla="*/ 1635 h 55"/>
                <a:gd name="T4" fmla="*/ 999 w 37"/>
                <a:gd name="T5" fmla="*/ 0 h 55"/>
                <a:gd name="T6" fmla="*/ 189 w 37"/>
                <a:gd name="T7" fmla="*/ 1532 h 55"/>
                <a:gd name="T8" fmla="*/ 27 w 37"/>
                <a:gd name="T9" fmla="*/ 183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5">
                  <a:moveTo>
                    <a:pt x="1" y="55"/>
                  </a:moveTo>
                  <a:cubicBezTo>
                    <a:pt x="0" y="53"/>
                    <a:pt x="0" y="52"/>
                    <a:pt x="2" y="49"/>
                  </a:cubicBezTo>
                  <a:cubicBezTo>
                    <a:pt x="2" y="49"/>
                    <a:pt x="22" y="26"/>
                    <a:pt x="37" y="0"/>
                  </a:cubicBezTo>
                  <a:cubicBezTo>
                    <a:pt x="30" y="13"/>
                    <a:pt x="10" y="41"/>
                    <a:pt x="7" y="46"/>
                  </a:cubicBezTo>
                  <a:cubicBezTo>
                    <a:pt x="3" y="50"/>
                    <a:pt x="1" y="52"/>
                    <a:pt x="1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282">
              <a:extLst>
                <a:ext uri="{FF2B5EF4-FFF2-40B4-BE49-F238E27FC236}">
                  <a16:creationId xmlns:a16="http://schemas.microsoft.com/office/drawing/2014/main" id="{65CBC2B6-FE1C-42DC-A7A4-85C114075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676"/>
              <a:ext cx="42" cy="86"/>
            </a:xfrm>
            <a:custGeom>
              <a:avLst/>
              <a:gdLst>
                <a:gd name="T0" fmla="*/ 0 w 14"/>
                <a:gd name="T1" fmla="*/ 873 h 27"/>
                <a:gd name="T2" fmla="*/ 189 w 14"/>
                <a:gd name="T3" fmla="*/ 650 h 27"/>
                <a:gd name="T4" fmla="*/ 378 w 14"/>
                <a:gd name="T5" fmla="*/ 0 h 27"/>
                <a:gd name="T6" fmla="*/ 0 w 14"/>
                <a:gd name="T7" fmla="*/ 87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7">
                  <a:moveTo>
                    <a:pt x="0" y="27"/>
                  </a:moveTo>
                  <a:cubicBezTo>
                    <a:pt x="4" y="26"/>
                    <a:pt x="5" y="24"/>
                    <a:pt x="7" y="20"/>
                  </a:cubicBezTo>
                  <a:cubicBezTo>
                    <a:pt x="9" y="15"/>
                    <a:pt x="11" y="7"/>
                    <a:pt x="14" y="0"/>
                  </a:cubicBezTo>
                  <a:cubicBezTo>
                    <a:pt x="10" y="6"/>
                    <a:pt x="2" y="26"/>
                    <a:pt x="0" y="27"/>
                  </a:cubicBezTo>
                  <a:close/>
                </a:path>
              </a:pathLst>
            </a:custGeom>
            <a:solidFill>
              <a:srgbClr val="77B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283">
              <a:extLst>
                <a:ext uri="{FF2B5EF4-FFF2-40B4-BE49-F238E27FC236}">
                  <a16:creationId xmlns:a16="http://schemas.microsoft.com/office/drawing/2014/main" id="{994A8299-51FD-4582-8266-4A38FD72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419"/>
              <a:ext cx="27" cy="48"/>
            </a:xfrm>
            <a:custGeom>
              <a:avLst/>
              <a:gdLst>
                <a:gd name="T0" fmla="*/ 54 w 9"/>
                <a:gd name="T1" fmla="*/ 0 h 15"/>
                <a:gd name="T2" fmla="*/ 243 w 9"/>
                <a:gd name="T3" fmla="*/ 102 h 15"/>
                <a:gd name="T4" fmla="*/ 0 w 9"/>
                <a:gd name="T5" fmla="*/ 493 h 15"/>
                <a:gd name="T6" fmla="*/ 54 w 9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5" y="3"/>
                    <a:pt x="9" y="3"/>
                    <a:pt x="9" y="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8"/>
                    <a:pt x="4" y="3"/>
                    <a:pt x="2" y="0"/>
                  </a:cubicBezTo>
                  <a:close/>
                </a:path>
              </a:pathLst>
            </a:custGeom>
            <a:solidFill>
              <a:srgbClr val="77B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284">
              <a:extLst>
                <a:ext uri="{FF2B5EF4-FFF2-40B4-BE49-F238E27FC236}">
                  <a16:creationId xmlns:a16="http://schemas.microsoft.com/office/drawing/2014/main" id="{A305092F-B3D0-4BFC-88DF-471677E10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10"/>
              <a:ext cx="175" cy="228"/>
            </a:xfrm>
            <a:custGeom>
              <a:avLst/>
              <a:gdLst>
                <a:gd name="T0" fmla="*/ 1349 w 58"/>
                <a:gd name="T1" fmla="*/ 1557 h 71"/>
                <a:gd name="T2" fmla="*/ 329 w 58"/>
                <a:gd name="T3" fmla="*/ 2155 h 71"/>
                <a:gd name="T4" fmla="*/ 275 w 58"/>
                <a:gd name="T5" fmla="*/ 793 h 71"/>
                <a:gd name="T6" fmla="*/ 1264 w 58"/>
                <a:gd name="T7" fmla="*/ 196 h 71"/>
                <a:gd name="T8" fmla="*/ 1349 w 58"/>
                <a:gd name="T9" fmla="*/ 155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1">
                  <a:moveTo>
                    <a:pt x="49" y="47"/>
                  </a:moveTo>
                  <a:cubicBezTo>
                    <a:pt x="39" y="63"/>
                    <a:pt x="23" y="71"/>
                    <a:pt x="12" y="65"/>
                  </a:cubicBezTo>
                  <a:cubicBezTo>
                    <a:pt x="2" y="59"/>
                    <a:pt x="0" y="41"/>
                    <a:pt x="10" y="24"/>
                  </a:cubicBezTo>
                  <a:cubicBezTo>
                    <a:pt x="19" y="8"/>
                    <a:pt x="35" y="0"/>
                    <a:pt x="46" y="6"/>
                  </a:cubicBezTo>
                  <a:cubicBezTo>
                    <a:pt x="57" y="12"/>
                    <a:pt x="58" y="30"/>
                    <a:pt x="49" y="47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285">
              <a:extLst>
                <a:ext uri="{FF2B5EF4-FFF2-40B4-BE49-F238E27FC236}">
                  <a16:creationId xmlns:a16="http://schemas.microsoft.com/office/drawing/2014/main" id="{70199FB7-C30C-463C-B9CB-B4FB905E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3406"/>
              <a:ext cx="241" cy="379"/>
            </a:xfrm>
            <a:custGeom>
              <a:avLst/>
              <a:gdLst>
                <a:gd name="T0" fmla="*/ 2024 w 80"/>
                <a:gd name="T1" fmla="*/ 135 h 118"/>
                <a:gd name="T2" fmla="*/ 1916 w 80"/>
                <a:gd name="T3" fmla="*/ 0 h 118"/>
                <a:gd name="T4" fmla="*/ 1181 w 80"/>
                <a:gd name="T5" fmla="*/ 1722 h 118"/>
                <a:gd name="T6" fmla="*/ 217 w 80"/>
                <a:gd name="T7" fmla="*/ 3382 h 118"/>
                <a:gd name="T8" fmla="*/ 762 w 80"/>
                <a:gd name="T9" fmla="*/ 3581 h 118"/>
                <a:gd name="T10" fmla="*/ 1371 w 80"/>
                <a:gd name="T11" fmla="*/ 1856 h 118"/>
                <a:gd name="T12" fmla="*/ 2187 w 80"/>
                <a:gd name="T13" fmla="*/ 196 h 118"/>
                <a:gd name="T14" fmla="*/ 2024 w 80"/>
                <a:gd name="T15" fmla="*/ 135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18">
                  <a:moveTo>
                    <a:pt x="74" y="4"/>
                  </a:moveTo>
                  <a:cubicBezTo>
                    <a:pt x="73" y="3"/>
                    <a:pt x="71" y="1"/>
                    <a:pt x="70" y="0"/>
                  </a:cubicBezTo>
                  <a:cubicBezTo>
                    <a:pt x="66" y="7"/>
                    <a:pt x="55" y="30"/>
                    <a:pt x="43" y="52"/>
                  </a:cubicBezTo>
                  <a:cubicBezTo>
                    <a:pt x="28" y="78"/>
                    <a:pt x="8" y="101"/>
                    <a:pt x="8" y="102"/>
                  </a:cubicBezTo>
                  <a:cubicBezTo>
                    <a:pt x="0" y="111"/>
                    <a:pt x="22" y="118"/>
                    <a:pt x="28" y="108"/>
                  </a:cubicBezTo>
                  <a:cubicBezTo>
                    <a:pt x="28" y="108"/>
                    <a:pt x="36" y="81"/>
                    <a:pt x="50" y="56"/>
                  </a:cubicBezTo>
                  <a:cubicBezTo>
                    <a:pt x="64" y="32"/>
                    <a:pt x="78" y="11"/>
                    <a:pt x="80" y="6"/>
                  </a:cubicBezTo>
                  <a:cubicBezTo>
                    <a:pt x="78" y="6"/>
                    <a:pt x="76" y="5"/>
                    <a:pt x="74" y="4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286">
              <a:extLst>
                <a:ext uri="{FF2B5EF4-FFF2-40B4-BE49-F238E27FC236}">
                  <a16:creationId xmlns:a16="http://schemas.microsoft.com/office/drawing/2014/main" id="{E93F5456-5661-46DA-9CB5-C03C77DB4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3461"/>
              <a:ext cx="298" cy="118"/>
            </a:xfrm>
            <a:custGeom>
              <a:avLst/>
              <a:gdLst>
                <a:gd name="T0" fmla="*/ 0 w 99"/>
                <a:gd name="T1" fmla="*/ 622 h 37"/>
                <a:gd name="T2" fmla="*/ 2700 w 99"/>
                <a:gd name="T3" fmla="*/ 0 h 37"/>
                <a:gd name="T4" fmla="*/ 0 w 99"/>
                <a:gd name="T5" fmla="*/ 62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7">
                  <a:moveTo>
                    <a:pt x="0" y="19"/>
                  </a:moveTo>
                  <a:cubicBezTo>
                    <a:pt x="14" y="25"/>
                    <a:pt x="69" y="27"/>
                    <a:pt x="99" y="0"/>
                  </a:cubicBezTo>
                  <a:cubicBezTo>
                    <a:pt x="90" y="14"/>
                    <a:pt x="43" y="3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287">
              <a:extLst>
                <a:ext uri="{FF2B5EF4-FFF2-40B4-BE49-F238E27FC236}">
                  <a16:creationId xmlns:a16="http://schemas.microsoft.com/office/drawing/2014/main" id="{68F69275-C63F-4920-8AE2-D98039A30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011"/>
              <a:ext cx="93" cy="138"/>
            </a:xfrm>
            <a:custGeom>
              <a:avLst/>
              <a:gdLst>
                <a:gd name="T0" fmla="*/ 783 w 31"/>
                <a:gd name="T1" fmla="*/ 359 h 43"/>
                <a:gd name="T2" fmla="*/ 27 w 31"/>
                <a:gd name="T3" fmla="*/ 494 h 43"/>
                <a:gd name="T4" fmla="*/ 486 w 31"/>
                <a:gd name="T5" fmla="*/ 658 h 43"/>
                <a:gd name="T6" fmla="*/ 189 w 31"/>
                <a:gd name="T7" fmla="*/ 526 h 43"/>
                <a:gd name="T8" fmla="*/ 567 w 31"/>
                <a:gd name="T9" fmla="*/ 956 h 43"/>
                <a:gd name="T10" fmla="*/ 594 w 31"/>
                <a:gd name="T11" fmla="*/ 1226 h 43"/>
                <a:gd name="T12" fmla="*/ 810 w 31"/>
                <a:gd name="T13" fmla="*/ 109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3">
                  <a:moveTo>
                    <a:pt x="29" y="11"/>
                  </a:moveTo>
                  <a:cubicBezTo>
                    <a:pt x="22" y="2"/>
                    <a:pt x="2" y="0"/>
                    <a:pt x="1" y="15"/>
                  </a:cubicBezTo>
                  <a:cubicBezTo>
                    <a:pt x="0" y="31"/>
                    <a:pt x="18" y="29"/>
                    <a:pt x="18" y="20"/>
                  </a:cubicBezTo>
                  <a:cubicBezTo>
                    <a:pt x="13" y="25"/>
                    <a:pt x="7" y="22"/>
                    <a:pt x="7" y="16"/>
                  </a:cubicBezTo>
                  <a:cubicBezTo>
                    <a:pt x="9" y="9"/>
                    <a:pt x="31" y="15"/>
                    <a:pt x="21" y="29"/>
                  </a:cubicBezTo>
                  <a:cubicBezTo>
                    <a:pt x="11" y="43"/>
                    <a:pt x="22" y="37"/>
                    <a:pt x="22" y="37"/>
                  </a:cubicBezTo>
                  <a:cubicBezTo>
                    <a:pt x="30" y="33"/>
                    <a:pt x="30" y="33"/>
                    <a:pt x="30" y="33"/>
                  </a:cubicBezTo>
                </a:path>
              </a:pathLst>
            </a:custGeom>
            <a:solidFill>
              <a:srgbClr val="976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288">
              <a:extLst>
                <a:ext uri="{FF2B5EF4-FFF2-40B4-BE49-F238E27FC236}">
                  <a16:creationId xmlns:a16="http://schemas.microsoft.com/office/drawing/2014/main" id="{492B5B87-BA1E-435F-ACFD-B34154061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24"/>
              <a:ext cx="174" cy="183"/>
            </a:xfrm>
            <a:custGeom>
              <a:avLst/>
              <a:gdLst>
                <a:gd name="T0" fmla="*/ 1161 w 58"/>
                <a:gd name="T1" fmla="*/ 1361 h 57"/>
                <a:gd name="T2" fmla="*/ 945 w 58"/>
                <a:gd name="T3" fmla="*/ 0 h 57"/>
                <a:gd name="T4" fmla="*/ 0 w 58"/>
                <a:gd name="T5" fmla="*/ 1782 h 57"/>
                <a:gd name="T6" fmla="*/ 1161 w 58"/>
                <a:gd name="T7" fmla="*/ 1361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7">
                  <a:moveTo>
                    <a:pt x="43" y="41"/>
                  </a:moveTo>
                  <a:cubicBezTo>
                    <a:pt x="50" y="32"/>
                    <a:pt x="50" y="11"/>
                    <a:pt x="35" y="0"/>
                  </a:cubicBezTo>
                  <a:cubicBezTo>
                    <a:pt x="44" y="6"/>
                    <a:pt x="58" y="54"/>
                    <a:pt x="0" y="54"/>
                  </a:cubicBezTo>
                  <a:cubicBezTo>
                    <a:pt x="11" y="57"/>
                    <a:pt x="34" y="56"/>
                    <a:pt x="43" y="41"/>
                  </a:cubicBezTo>
                  <a:close/>
                </a:path>
              </a:pathLst>
            </a:custGeom>
            <a:solidFill>
              <a:srgbClr val="C3A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289">
              <a:extLst>
                <a:ext uri="{FF2B5EF4-FFF2-40B4-BE49-F238E27FC236}">
                  <a16:creationId xmlns:a16="http://schemas.microsoft.com/office/drawing/2014/main" id="{CE085391-4346-4E5A-A91A-1194DA95B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3034"/>
              <a:ext cx="51" cy="80"/>
            </a:xfrm>
            <a:custGeom>
              <a:avLst/>
              <a:gdLst>
                <a:gd name="T0" fmla="*/ 459 w 17"/>
                <a:gd name="T1" fmla="*/ 717 h 25"/>
                <a:gd name="T2" fmla="*/ 216 w 17"/>
                <a:gd name="T3" fmla="*/ 0 h 25"/>
                <a:gd name="T4" fmla="*/ 459 w 17"/>
                <a:gd name="T5" fmla="*/ 71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22"/>
                  </a:moveTo>
                  <a:cubicBezTo>
                    <a:pt x="5" y="24"/>
                    <a:pt x="2" y="5"/>
                    <a:pt x="8" y="0"/>
                  </a:cubicBezTo>
                  <a:cubicBezTo>
                    <a:pt x="1" y="5"/>
                    <a:pt x="0" y="25"/>
                    <a:pt x="17" y="22"/>
                  </a:cubicBezTo>
                  <a:close/>
                </a:path>
              </a:pathLst>
            </a:custGeom>
            <a:solidFill>
              <a:srgbClr val="C3A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290">
              <a:extLst>
                <a:ext uri="{FF2B5EF4-FFF2-40B4-BE49-F238E27FC236}">
                  <a16:creationId xmlns:a16="http://schemas.microsoft.com/office/drawing/2014/main" id="{8BC53184-AF6D-45A8-8124-D45A97C2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3050"/>
              <a:ext cx="30" cy="22"/>
            </a:xfrm>
            <a:custGeom>
              <a:avLst/>
              <a:gdLst>
                <a:gd name="T0" fmla="*/ 27 w 10"/>
                <a:gd name="T1" fmla="*/ 217 h 7"/>
                <a:gd name="T2" fmla="*/ 270 w 10"/>
                <a:gd name="T3" fmla="*/ 129 h 7"/>
                <a:gd name="T4" fmla="*/ 27 w 10"/>
                <a:gd name="T5" fmla="*/ 2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" y="7"/>
                  </a:moveTo>
                  <a:cubicBezTo>
                    <a:pt x="0" y="4"/>
                    <a:pt x="2" y="0"/>
                    <a:pt x="10" y="4"/>
                  </a:cubicBezTo>
                  <a:cubicBezTo>
                    <a:pt x="9" y="3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C3A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291">
              <a:extLst>
                <a:ext uri="{FF2B5EF4-FFF2-40B4-BE49-F238E27FC236}">
                  <a16:creationId xmlns:a16="http://schemas.microsoft.com/office/drawing/2014/main" id="{940284D2-E4EE-468E-96B8-7FE95B0396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1" y="2851"/>
              <a:ext cx="382" cy="465"/>
            </a:xfrm>
            <a:custGeom>
              <a:avLst/>
              <a:gdLst>
                <a:gd name="T0" fmla="*/ 3456 w 127"/>
                <a:gd name="T1" fmla="*/ 4679 h 145"/>
                <a:gd name="T2" fmla="*/ 3456 w 127"/>
                <a:gd name="T3" fmla="*/ 4679 h 145"/>
                <a:gd name="T4" fmla="*/ 3456 w 127"/>
                <a:gd name="T5" fmla="*/ 4679 h 145"/>
                <a:gd name="T6" fmla="*/ 3456 w 127"/>
                <a:gd name="T7" fmla="*/ 4679 h 145"/>
                <a:gd name="T8" fmla="*/ 2478 w 127"/>
                <a:gd name="T9" fmla="*/ 4618 h 145"/>
                <a:gd name="T10" fmla="*/ 1438 w 127"/>
                <a:gd name="T11" fmla="*/ 4390 h 145"/>
                <a:gd name="T12" fmla="*/ 842 w 127"/>
                <a:gd name="T13" fmla="*/ 3794 h 145"/>
                <a:gd name="T14" fmla="*/ 680 w 127"/>
                <a:gd name="T15" fmla="*/ 3300 h 145"/>
                <a:gd name="T16" fmla="*/ 626 w 127"/>
                <a:gd name="T17" fmla="*/ 2540 h 145"/>
                <a:gd name="T18" fmla="*/ 1059 w 127"/>
                <a:gd name="T19" fmla="*/ 1017 h 145"/>
                <a:gd name="T20" fmla="*/ 1492 w 127"/>
                <a:gd name="T21" fmla="*/ 596 h 145"/>
                <a:gd name="T22" fmla="*/ 1964 w 127"/>
                <a:gd name="T23" fmla="*/ 298 h 145"/>
                <a:gd name="T24" fmla="*/ 2614 w 127"/>
                <a:gd name="T25" fmla="*/ 657 h 145"/>
                <a:gd name="T26" fmla="*/ 2289 w 127"/>
                <a:gd name="T27" fmla="*/ 927 h 145"/>
                <a:gd name="T28" fmla="*/ 1910 w 127"/>
                <a:gd name="T29" fmla="*/ 1122 h 145"/>
                <a:gd name="T30" fmla="*/ 1519 w 127"/>
                <a:gd name="T31" fmla="*/ 1613 h 145"/>
                <a:gd name="T32" fmla="*/ 1519 w 127"/>
                <a:gd name="T33" fmla="*/ 1943 h 145"/>
                <a:gd name="T34" fmla="*/ 2668 w 127"/>
                <a:gd name="T35" fmla="*/ 956 h 145"/>
                <a:gd name="T36" fmla="*/ 2942 w 127"/>
                <a:gd name="T37" fmla="*/ 731 h 145"/>
                <a:gd name="T38" fmla="*/ 2915 w 127"/>
                <a:gd name="T39" fmla="*/ 391 h 145"/>
                <a:gd name="T40" fmla="*/ 2722 w 127"/>
                <a:gd name="T41" fmla="*/ 61 h 145"/>
                <a:gd name="T42" fmla="*/ 2208 w 127"/>
                <a:gd name="T43" fmla="*/ 32 h 145"/>
                <a:gd name="T44" fmla="*/ 869 w 127"/>
                <a:gd name="T45" fmla="*/ 956 h 145"/>
                <a:gd name="T46" fmla="*/ 379 w 127"/>
                <a:gd name="T47" fmla="*/ 1850 h 145"/>
                <a:gd name="T48" fmla="*/ 81 w 127"/>
                <a:gd name="T49" fmla="*/ 2479 h 145"/>
                <a:gd name="T50" fmla="*/ 81 w 127"/>
                <a:gd name="T51" fmla="*/ 2508 h 145"/>
                <a:gd name="T52" fmla="*/ 108 w 127"/>
                <a:gd name="T53" fmla="*/ 3393 h 145"/>
                <a:gd name="T54" fmla="*/ 135 w 127"/>
                <a:gd name="T55" fmla="*/ 3496 h 145"/>
                <a:gd name="T56" fmla="*/ 2614 w 127"/>
                <a:gd name="T57" fmla="*/ 4781 h 145"/>
                <a:gd name="T58" fmla="*/ 3294 w 127"/>
                <a:gd name="T59" fmla="*/ 4721 h 145"/>
                <a:gd name="T60" fmla="*/ 3158 w 127"/>
                <a:gd name="T61" fmla="*/ 4679 h 145"/>
                <a:gd name="T62" fmla="*/ 2478 w 127"/>
                <a:gd name="T63" fmla="*/ 4618 h 1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7" h="145">
                  <a:moveTo>
                    <a:pt x="127" y="142"/>
                  </a:moveTo>
                  <a:cubicBezTo>
                    <a:pt x="127" y="142"/>
                    <a:pt x="127" y="142"/>
                    <a:pt x="127" y="142"/>
                  </a:cubicBezTo>
                  <a:cubicBezTo>
                    <a:pt x="127" y="142"/>
                    <a:pt x="127" y="142"/>
                    <a:pt x="127" y="142"/>
                  </a:cubicBezTo>
                  <a:cubicBezTo>
                    <a:pt x="127" y="142"/>
                    <a:pt x="127" y="142"/>
                    <a:pt x="127" y="142"/>
                  </a:cubicBezTo>
                  <a:close/>
                  <a:moveTo>
                    <a:pt x="91" y="140"/>
                  </a:moveTo>
                  <a:cubicBezTo>
                    <a:pt x="78" y="139"/>
                    <a:pt x="65" y="137"/>
                    <a:pt x="53" y="133"/>
                  </a:cubicBezTo>
                  <a:cubicBezTo>
                    <a:pt x="43" y="129"/>
                    <a:pt x="37" y="123"/>
                    <a:pt x="31" y="115"/>
                  </a:cubicBezTo>
                  <a:cubicBezTo>
                    <a:pt x="27" y="110"/>
                    <a:pt x="25" y="107"/>
                    <a:pt x="25" y="100"/>
                  </a:cubicBezTo>
                  <a:cubicBezTo>
                    <a:pt x="24" y="92"/>
                    <a:pt x="23" y="84"/>
                    <a:pt x="23" y="77"/>
                  </a:cubicBezTo>
                  <a:cubicBezTo>
                    <a:pt x="22" y="60"/>
                    <a:pt x="28" y="44"/>
                    <a:pt x="39" y="31"/>
                  </a:cubicBezTo>
                  <a:cubicBezTo>
                    <a:pt x="43" y="25"/>
                    <a:pt x="49" y="22"/>
                    <a:pt x="55" y="18"/>
                  </a:cubicBezTo>
                  <a:cubicBezTo>
                    <a:pt x="60" y="15"/>
                    <a:pt x="66" y="11"/>
                    <a:pt x="72" y="9"/>
                  </a:cubicBezTo>
                  <a:cubicBezTo>
                    <a:pt x="80" y="7"/>
                    <a:pt x="100" y="6"/>
                    <a:pt x="96" y="20"/>
                  </a:cubicBezTo>
                  <a:cubicBezTo>
                    <a:pt x="95" y="26"/>
                    <a:pt x="89" y="27"/>
                    <a:pt x="84" y="28"/>
                  </a:cubicBezTo>
                  <a:cubicBezTo>
                    <a:pt x="79" y="30"/>
                    <a:pt x="75" y="32"/>
                    <a:pt x="70" y="34"/>
                  </a:cubicBezTo>
                  <a:cubicBezTo>
                    <a:pt x="64" y="37"/>
                    <a:pt x="58" y="41"/>
                    <a:pt x="56" y="49"/>
                  </a:cubicBezTo>
                  <a:cubicBezTo>
                    <a:pt x="55" y="52"/>
                    <a:pt x="54" y="57"/>
                    <a:pt x="56" y="59"/>
                  </a:cubicBezTo>
                  <a:cubicBezTo>
                    <a:pt x="57" y="39"/>
                    <a:pt x="83" y="34"/>
                    <a:pt x="98" y="29"/>
                  </a:cubicBezTo>
                  <a:cubicBezTo>
                    <a:pt x="103" y="27"/>
                    <a:pt x="106" y="27"/>
                    <a:pt x="108" y="22"/>
                  </a:cubicBezTo>
                  <a:cubicBezTo>
                    <a:pt x="110" y="18"/>
                    <a:pt x="109" y="16"/>
                    <a:pt x="107" y="12"/>
                  </a:cubicBezTo>
                  <a:cubicBezTo>
                    <a:pt x="105" y="8"/>
                    <a:pt x="105" y="4"/>
                    <a:pt x="100" y="2"/>
                  </a:cubicBezTo>
                  <a:cubicBezTo>
                    <a:pt x="94" y="1"/>
                    <a:pt x="86" y="0"/>
                    <a:pt x="81" y="1"/>
                  </a:cubicBezTo>
                  <a:cubicBezTo>
                    <a:pt x="62" y="2"/>
                    <a:pt x="45" y="16"/>
                    <a:pt x="32" y="29"/>
                  </a:cubicBezTo>
                  <a:cubicBezTo>
                    <a:pt x="24" y="37"/>
                    <a:pt x="21" y="47"/>
                    <a:pt x="14" y="56"/>
                  </a:cubicBezTo>
                  <a:cubicBezTo>
                    <a:pt x="9" y="61"/>
                    <a:pt x="3" y="67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0" y="85"/>
                    <a:pt x="1" y="94"/>
                    <a:pt x="4" y="103"/>
                  </a:cubicBezTo>
                  <a:cubicBezTo>
                    <a:pt x="4" y="104"/>
                    <a:pt x="4" y="105"/>
                    <a:pt x="5" y="106"/>
                  </a:cubicBezTo>
                  <a:cubicBezTo>
                    <a:pt x="24" y="129"/>
                    <a:pt x="58" y="145"/>
                    <a:pt x="96" y="145"/>
                  </a:cubicBezTo>
                  <a:cubicBezTo>
                    <a:pt x="105" y="145"/>
                    <a:pt x="113" y="144"/>
                    <a:pt x="121" y="143"/>
                  </a:cubicBezTo>
                  <a:cubicBezTo>
                    <a:pt x="119" y="143"/>
                    <a:pt x="118" y="142"/>
                    <a:pt x="116" y="142"/>
                  </a:cubicBezTo>
                  <a:cubicBezTo>
                    <a:pt x="108" y="141"/>
                    <a:pt x="99" y="141"/>
                    <a:pt x="91" y="140"/>
                  </a:cubicBezTo>
                  <a:close/>
                </a:path>
              </a:pathLst>
            </a:custGeom>
            <a:solidFill>
              <a:srgbClr val="8953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292">
              <a:extLst>
                <a:ext uri="{FF2B5EF4-FFF2-40B4-BE49-F238E27FC236}">
                  <a16:creationId xmlns:a16="http://schemas.microsoft.com/office/drawing/2014/main" id="{40DAC86F-221C-4B0F-80BF-2811CF934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3021"/>
              <a:ext cx="78" cy="61"/>
            </a:xfrm>
            <a:custGeom>
              <a:avLst/>
              <a:gdLst>
                <a:gd name="T0" fmla="*/ 108 w 26"/>
                <a:gd name="T1" fmla="*/ 629 h 19"/>
                <a:gd name="T2" fmla="*/ 54 w 26"/>
                <a:gd name="T3" fmla="*/ 299 h 19"/>
                <a:gd name="T4" fmla="*/ 216 w 26"/>
                <a:gd name="T5" fmla="*/ 103 h 19"/>
                <a:gd name="T6" fmla="*/ 702 w 26"/>
                <a:gd name="T7" fmla="*/ 299 h 19"/>
                <a:gd name="T8" fmla="*/ 162 w 26"/>
                <a:gd name="T9" fmla="*/ 196 h 19"/>
                <a:gd name="T10" fmla="*/ 108 w 26"/>
                <a:gd name="T11" fmla="*/ 6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4" y="19"/>
                  </a:moveTo>
                  <a:cubicBezTo>
                    <a:pt x="1" y="17"/>
                    <a:pt x="1" y="12"/>
                    <a:pt x="2" y="9"/>
                  </a:cubicBezTo>
                  <a:cubicBezTo>
                    <a:pt x="2" y="5"/>
                    <a:pt x="4" y="4"/>
                    <a:pt x="8" y="3"/>
                  </a:cubicBezTo>
                  <a:cubicBezTo>
                    <a:pt x="15" y="0"/>
                    <a:pt x="23" y="1"/>
                    <a:pt x="26" y="9"/>
                  </a:cubicBezTo>
                  <a:cubicBezTo>
                    <a:pt x="22" y="3"/>
                    <a:pt x="12" y="2"/>
                    <a:pt x="6" y="6"/>
                  </a:cubicBezTo>
                  <a:cubicBezTo>
                    <a:pt x="4" y="9"/>
                    <a:pt x="0" y="17"/>
                    <a:pt x="4" y="19"/>
                  </a:cubicBezTo>
                </a:path>
              </a:pathLst>
            </a:custGeom>
            <a:solidFill>
              <a:srgbClr val="8953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293">
              <a:extLst>
                <a:ext uri="{FF2B5EF4-FFF2-40B4-BE49-F238E27FC236}">
                  <a16:creationId xmlns:a16="http://schemas.microsoft.com/office/drawing/2014/main" id="{BCE27F0C-816B-424E-AA5D-856E18516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806"/>
              <a:ext cx="184" cy="186"/>
            </a:xfrm>
            <a:custGeom>
              <a:avLst/>
              <a:gdLst>
                <a:gd name="T0" fmla="*/ 0 w 61"/>
                <a:gd name="T1" fmla="*/ 1911 h 58"/>
                <a:gd name="T2" fmla="*/ 1674 w 61"/>
                <a:gd name="T3" fmla="*/ 0 h 58"/>
                <a:gd name="T4" fmla="*/ 0 w 61"/>
                <a:gd name="T5" fmla="*/ 191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8">
                  <a:moveTo>
                    <a:pt x="0" y="58"/>
                  </a:moveTo>
                  <a:cubicBezTo>
                    <a:pt x="9" y="33"/>
                    <a:pt x="34" y="9"/>
                    <a:pt x="61" y="0"/>
                  </a:cubicBezTo>
                  <a:cubicBezTo>
                    <a:pt x="43" y="4"/>
                    <a:pt x="10" y="18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294">
              <a:extLst>
                <a:ext uri="{FF2B5EF4-FFF2-40B4-BE49-F238E27FC236}">
                  <a16:creationId xmlns:a16="http://schemas.microsoft.com/office/drawing/2014/main" id="{1925552E-DAB8-47C0-AA28-FAC4B4F0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786"/>
              <a:ext cx="690" cy="530"/>
            </a:xfrm>
            <a:custGeom>
              <a:avLst/>
              <a:gdLst>
                <a:gd name="T0" fmla="*/ 6237 w 229"/>
                <a:gd name="T1" fmla="*/ 2486 h 165"/>
                <a:gd name="T2" fmla="*/ 6264 w 229"/>
                <a:gd name="T3" fmla="*/ 2383 h 165"/>
                <a:gd name="T4" fmla="*/ 3423 w 229"/>
                <a:gd name="T5" fmla="*/ 0 h 165"/>
                <a:gd name="T6" fmla="*/ 27 w 229"/>
                <a:gd name="T7" fmla="*/ 3116 h 165"/>
                <a:gd name="T8" fmla="*/ 0 w 229"/>
                <a:gd name="T9" fmla="*/ 3713 h 165"/>
                <a:gd name="T10" fmla="*/ 2760 w 229"/>
                <a:gd name="T11" fmla="*/ 5467 h 165"/>
                <a:gd name="T12" fmla="*/ 6237 w 229"/>
                <a:gd name="T13" fmla="*/ 2486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65">
                  <a:moveTo>
                    <a:pt x="228" y="75"/>
                  </a:moveTo>
                  <a:cubicBezTo>
                    <a:pt x="228" y="74"/>
                    <a:pt x="229" y="73"/>
                    <a:pt x="229" y="72"/>
                  </a:cubicBezTo>
                  <a:cubicBezTo>
                    <a:pt x="221" y="32"/>
                    <a:pt x="177" y="0"/>
                    <a:pt x="125" y="0"/>
                  </a:cubicBezTo>
                  <a:cubicBezTo>
                    <a:pt x="62" y="0"/>
                    <a:pt x="11" y="38"/>
                    <a:pt x="1" y="94"/>
                  </a:cubicBezTo>
                  <a:cubicBezTo>
                    <a:pt x="0" y="100"/>
                    <a:pt x="0" y="106"/>
                    <a:pt x="0" y="112"/>
                  </a:cubicBezTo>
                  <a:cubicBezTo>
                    <a:pt x="16" y="143"/>
                    <a:pt x="56" y="165"/>
                    <a:pt x="101" y="165"/>
                  </a:cubicBezTo>
                  <a:cubicBezTo>
                    <a:pt x="167" y="165"/>
                    <a:pt x="217" y="127"/>
                    <a:pt x="228" y="75"/>
                  </a:cubicBezTo>
                  <a:close/>
                </a:path>
              </a:pathLst>
            </a:custGeom>
            <a:noFill/>
            <a:ln w="9525" cap="flat">
              <a:solidFill>
                <a:srgbClr val="D4BAB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295">
              <a:extLst>
                <a:ext uri="{FF2B5EF4-FFF2-40B4-BE49-F238E27FC236}">
                  <a16:creationId xmlns:a16="http://schemas.microsoft.com/office/drawing/2014/main" id="{AF768321-C7EB-4D19-9DEE-FF4BC7F25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2674"/>
              <a:ext cx="781" cy="661"/>
            </a:xfrm>
            <a:custGeom>
              <a:avLst/>
              <a:gdLst>
                <a:gd name="T0" fmla="*/ 109 w 259"/>
                <a:gd name="T1" fmla="*/ 3366 h 206"/>
                <a:gd name="T2" fmla="*/ 573 w 259"/>
                <a:gd name="T3" fmla="*/ 5445 h 206"/>
                <a:gd name="T4" fmla="*/ 3266 w 259"/>
                <a:gd name="T5" fmla="*/ 6806 h 206"/>
                <a:gd name="T6" fmla="*/ 6966 w 259"/>
                <a:gd name="T7" fmla="*/ 3664 h 206"/>
                <a:gd name="T8" fmla="*/ 6474 w 259"/>
                <a:gd name="T9" fmla="*/ 1421 h 206"/>
                <a:gd name="T10" fmla="*/ 3839 w 259"/>
                <a:gd name="T11" fmla="*/ 0 h 206"/>
                <a:gd name="T12" fmla="*/ 109 w 259"/>
                <a:gd name="T13" fmla="*/ 3366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206">
                  <a:moveTo>
                    <a:pt x="4" y="102"/>
                  </a:moveTo>
                  <a:cubicBezTo>
                    <a:pt x="0" y="124"/>
                    <a:pt x="6" y="147"/>
                    <a:pt x="21" y="165"/>
                  </a:cubicBezTo>
                  <a:cubicBezTo>
                    <a:pt x="43" y="191"/>
                    <a:pt x="79" y="206"/>
                    <a:pt x="119" y="206"/>
                  </a:cubicBezTo>
                  <a:cubicBezTo>
                    <a:pt x="187" y="206"/>
                    <a:pt x="241" y="168"/>
                    <a:pt x="254" y="111"/>
                  </a:cubicBezTo>
                  <a:cubicBezTo>
                    <a:pt x="259" y="87"/>
                    <a:pt x="253" y="63"/>
                    <a:pt x="236" y="43"/>
                  </a:cubicBezTo>
                  <a:cubicBezTo>
                    <a:pt x="215" y="16"/>
                    <a:pt x="179" y="0"/>
                    <a:pt x="140" y="0"/>
                  </a:cubicBezTo>
                  <a:cubicBezTo>
                    <a:pt x="71" y="0"/>
                    <a:pt x="16" y="42"/>
                    <a:pt x="4" y="102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296">
              <a:extLst>
                <a:ext uri="{FF2B5EF4-FFF2-40B4-BE49-F238E27FC236}">
                  <a16:creationId xmlns:a16="http://schemas.microsoft.com/office/drawing/2014/main" id="{AD2331C1-C1BC-4BB5-955D-E2340EBFF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082"/>
              <a:ext cx="729" cy="408"/>
            </a:xfrm>
            <a:custGeom>
              <a:avLst/>
              <a:gdLst>
                <a:gd name="T0" fmla="*/ 3058 w 242"/>
                <a:gd name="T1" fmla="*/ 2621 h 127"/>
                <a:gd name="T2" fmla="*/ 383 w 242"/>
                <a:gd name="T3" fmla="*/ 1259 h 127"/>
                <a:gd name="T4" fmla="*/ 0 w 242"/>
                <a:gd name="T5" fmla="*/ 402 h 127"/>
                <a:gd name="T6" fmla="*/ 2241 w 242"/>
                <a:gd name="T7" fmla="*/ 4016 h 127"/>
                <a:gd name="T8" fmla="*/ 3193 w 242"/>
                <a:gd name="T9" fmla="*/ 4212 h 127"/>
                <a:gd name="T10" fmla="*/ 4293 w 242"/>
                <a:gd name="T11" fmla="*/ 3913 h 127"/>
                <a:gd name="T12" fmla="*/ 6615 w 242"/>
                <a:gd name="T13" fmla="*/ 0 h 127"/>
                <a:gd name="T14" fmla="*/ 6615 w 242"/>
                <a:gd name="T15" fmla="*/ 0 h 127"/>
                <a:gd name="T16" fmla="*/ 3058 w 242"/>
                <a:gd name="T17" fmla="*/ 2621 h 1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2" h="127">
                  <a:moveTo>
                    <a:pt x="112" y="79"/>
                  </a:moveTo>
                  <a:cubicBezTo>
                    <a:pt x="72" y="79"/>
                    <a:pt x="36" y="64"/>
                    <a:pt x="14" y="38"/>
                  </a:cubicBezTo>
                  <a:cubicBezTo>
                    <a:pt x="8" y="30"/>
                    <a:pt x="3" y="21"/>
                    <a:pt x="0" y="12"/>
                  </a:cubicBezTo>
                  <a:cubicBezTo>
                    <a:pt x="7" y="34"/>
                    <a:pt x="31" y="99"/>
                    <a:pt x="82" y="121"/>
                  </a:cubicBezTo>
                  <a:cubicBezTo>
                    <a:pt x="93" y="126"/>
                    <a:pt x="105" y="127"/>
                    <a:pt x="117" y="127"/>
                  </a:cubicBezTo>
                  <a:cubicBezTo>
                    <a:pt x="131" y="127"/>
                    <a:pt x="145" y="123"/>
                    <a:pt x="157" y="118"/>
                  </a:cubicBezTo>
                  <a:cubicBezTo>
                    <a:pt x="220" y="91"/>
                    <a:pt x="242" y="0"/>
                    <a:pt x="242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23" y="48"/>
                    <a:pt x="174" y="79"/>
                    <a:pt x="112" y="79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297">
              <a:extLst>
                <a:ext uri="{FF2B5EF4-FFF2-40B4-BE49-F238E27FC236}">
                  <a16:creationId xmlns:a16="http://schemas.microsoft.com/office/drawing/2014/main" id="{1CBDA62A-B0CA-41E6-8D1B-2F1E03F2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697"/>
              <a:ext cx="772" cy="619"/>
            </a:xfrm>
            <a:custGeom>
              <a:avLst/>
              <a:gdLst>
                <a:gd name="T0" fmla="*/ 271 w 256"/>
                <a:gd name="T1" fmla="*/ 3169 h 193"/>
                <a:gd name="T2" fmla="*/ 3785 w 256"/>
                <a:gd name="T3" fmla="*/ 0 h 193"/>
                <a:gd name="T4" fmla="*/ 6695 w 256"/>
                <a:gd name="T5" fmla="*/ 3393 h 193"/>
                <a:gd name="T6" fmla="*/ 3212 w 256"/>
                <a:gd name="T7" fmla="*/ 6366 h 193"/>
                <a:gd name="T8" fmla="*/ 271 w 256"/>
                <a:gd name="T9" fmla="*/ 3169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193">
                  <a:moveTo>
                    <a:pt x="10" y="96"/>
                  </a:moveTo>
                  <a:cubicBezTo>
                    <a:pt x="20" y="39"/>
                    <a:pt x="73" y="0"/>
                    <a:pt x="138" y="0"/>
                  </a:cubicBezTo>
                  <a:cubicBezTo>
                    <a:pt x="203" y="0"/>
                    <a:pt x="256" y="48"/>
                    <a:pt x="244" y="103"/>
                  </a:cubicBezTo>
                  <a:cubicBezTo>
                    <a:pt x="233" y="155"/>
                    <a:pt x="183" y="193"/>
                    <a:pt x="117" y="193"/>
                  </a:cubicBezTo>
                  <a:cubicBezTo>
                    <a:pt x="52" y="193"/>
                    <a:pt x="0" y="148"/>
                    <a:pt x="10" y="96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298">
              <a:extLst>
                <a:ext uri="{FF2B5EF4-FFF2-40B4-BE49-F238E27FC236}">
                  <a16:creationId xmlns:a16="http://schemas.microsoft.com/office/drawing/2014/main" id="{9988005F-209A-47F0-9731-3CB94971F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230"/>
              <a:ext cx="250" cy="218"/>
            </a:xfrm>
            <a:custGeom>
              <a:avLst/>
              <a:gdLst>
                <a:gd name="T0" fmla="*/ 1398 w 83"/>
                <a:gd name="T1" fmla="*/ 1016 h 68"/>
                <a:gd name="T2" fmla="*/ 735 w 83"/>
                <a:gd name="T3" fmla="*/ 1346 h 68"/>
                <a:gd name="T4" fmla="*/ 735 w 83"/>
                <a:gd name="T5" fmla="*/ 1346 h 68"/>
                <a:gd name="T6" fmla="*/ 1398 w 83"/>
                <a:gd name="T7" fmla="*/ 564 h 68"/>
                <a:gd name="T8" fmla="*/ 843 w 83"/>
                <a:gd name="T9" fmla="*/ 0 h 68"/>
                <a:gd name="T10" fmla="*/ 271 w 83"/>
                <a:gd name="T11" fmla="*/ 1715 h 68"/>
                <a:gd name="T12" fmla="*/ 1343 w 83"/>
                <a:gd name="T13" fmla="*/ 1975 h 68"/>
                <a:gd name="T14" fmla="*/ 2268 w 83"/>
                <a:gd name="T15" fmla="*/ 1882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8">
                  <a:moveTo>
                    <a:pt x="51" y="31"/>
                  </a:moveTo>
                  <a:cubicBezTo>
                    <a:pt x="49" y="43"/>
                    <a:pt x="28" y="49"/>
                    <a:pt x="27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0" y="32"/>
                    <a:pt x="40" y="22"/>
                    <a:pt x="51" y="17"/>
                  </a:cubicBezTo>
                  <a:cubicBezTo>
                    <a:pt x="48" y="16"/>
                    <a:pt x="33" y="3"/>
                    <a:pt x="31" y="0"/>
                  </a:cubicBezTo>
                  <a:cubicBezTo>
                    <a:pt x="11" y="12"/>
                    <a:pt x="0" y="35"/>
                    <a:pt x="10" y="52"/>
                  </a:cubicBezTo>
                  <a:cubicBezTo>
                    <a:pt x="19" y="67"/>
                    <a:pt x="33" y="68"/>
                    <a:pt x="49" y="60"/>
                  </a:cubicBezTo>
                  <a:cubicBezTo>
                    <a:pt x="64" y="52"/>
                    <a:pt x="73" y="52"/>
                    <a:pt x="83" y="57"/>
                  </a:cubicBezTo>
                </a:path>
              </a:pathLst>
            </a:custGeom>
            <a:solidFill>
              <a:srgbClr val="FB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299">
              <a:extLst>
                <a:ext uri="{FF2B5EF4-FFF2-40B4-BE49-F238E27FC236}">
                  <a16:creationId xmlns:a16="http://schemas.microsoft.com/office/drawing/2014/main" id="{D5840AE6-7329-4161-91CB-8A998046E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352"/>
              <a:ext cx="66" cy="48"/>
            </a:xfrm>
            <a:custGeom>
              <a:avLst/>
              <a:gdLst>
                <a:gd name="T0" fmla="*/ 0 w 22"/>
                <a:gd name="T1" fmla="*/ 163 h 15"/>
                <a:gd name="T2" fmla="*/ 378 w 22"/>
                <a:gd name="T3" fmla="*/ 326 h 15"/>
                <a:gd name="T4" fmla="*/ 594 w 22"/>
                <a:gd name="T5" fmla="*/ 0 h 15"/>
                <a:gd name="T6" fmla="*/ 0 w 22"/>
                <a:gd name="T7" fmla="*/ 16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0" y="5"/>
                  </a:moveTo>
                  <a:cubicBezTo>
                    <a:pt x="1" y="11"/>
                    <a:pt x="4" y="15"/>
                    <a:pt x="14" y="10"/>
                  </a:cubicBezTo>
                  <a:cubicBezTo>
                    <a:pt x="20" y="7"/>
                    <a:pt x="22" y="0"/>
                    <a:pt x="22" y="0"/>
                  </a:cubicBezTo>
                  <a:cubicBezTo>
                    <a:pt x="15" y="6"/>
                    <a:pt x="2" y="10"/>
                    <a:pt x="0" y="5"/>
                  </a:cubicBezTo>
                  <a:close/>
                </a:path>
              </a:pathLst>
            </a:custGeom>
            <a:solidFill>
              <a:srgbClr val="F8B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300">
              <a:extLst>
                <a:ext uri="{FF2B5EF4-FFF2-40B4-BE49-F238E27FC236}">
                  <a16:creationId xmlns:a16="http://schemas.microsoft.com/office/drawing/2014/main" id="{7CEB4745-62B2-4373-A507-C2BCEBDC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230"/>
              <a:ext cx="223" cy="218"/>
            </a:xfrm>
            <a:custGeom>
              <a:avLst/>
              <a:gdLst>
                <a:gd name="T0" fmla="*/ 844 w 74"/>
                <a:gd name="T1" fmla="*/ 0 h 68"/>
                <a:gd name="T2" fmla="*/ 271 w 74"/>
                <a:gd name="T3" fmla="*/ 1715 h 68"/>
                <a:gd name="T4" fmla="*/ 1344 w 74"/>
                <a:gd name="T5" fmla="*/ 1975 h 68"/>
                <a:gd name="T6" fmla="*/ 2025 w 74"/>
                <a:gd name="T7" fmla="*/ 1779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68">
                  <a:moveTo>
                    <a:pt x="31" y="0"/>
                  </a:moveTo>
                  <a:cubicBezTo>
                    <a:pt x="11" y="12"/>
                    <a:pt x="0" y="35"/>
                    <a:pt x="10" y="52"/>
                  </a:cubicBezTo>
                  <a:cubicBezTo>
                    <a:pt x="19" y="67"/>
                    <a:pt x="33" y="68"/>
                    <a:pt x="49" y="60"/>
                  </a:cubicBezTo>
                  <a:cubicBezTo>
                    <a:pt x="60" y="55"/>
                    <a:pt x="67" y="53"/>
                    <a:pt x="74" y="54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301">
              <a:extLst>
                <a:ext uri="{FF2B5EF4-FFF2-40B4-BE49-F238E27FC236}">
                  <a16:creationId xmlns:a16="http://schemas.microsoft.com/office/drawing/2014/main" id="{A35A202C-09F8-4754-9F89-EDE21010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284"/>
              <a:ext cx="72" cy="103"/>
            </a:xfrm>
            <a:custGeom>
              <a:avLst/>
              <a:gdLst>
                <a:gd name="T0" fmla="*/ 648 w 24"/>
                <a:gd name="T1" fmla="*/ 467 h 32"/>
                <a:gd name="T2" fmla="*/ 0 w 24"/>
                <a:gd name="T3" fmla="*/ 798 h 32"/>
                <a:gd name="T4" fmla="*/ 0 w 24"/>
                <a:gd name="T5" fmla="*/ 798 h 32"/>
                <a:gd name="T6" fmla="*/ 648 w 24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2">
                  <a:moveTo>
                    <a:pt x="24" y="14"/>
                  </a:moveTo>
                  <a:cubicBezTo>
                    <a:pt x="22" y="26"/>
                    <a:pt x="1" y="3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15"/>
                    <a:pt x="13" y="5"/>
                    <a:pt x="24" y="0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302">
              <a:extLst>
                <a:ext uri="{FF2B5EF4-FFF2-40B4-BE49-F238E27FC236}">
                  <a16:creationId xmlns:a16="http://schemas.microsoft.com/office/drawing/2014/main" id="{D237F344-FADB-49E3-A871-5BADC228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361"/>
              <a:ext cx="24" cy="29"/>
            </a:xfrm>
            <a:custGeom>
              <a:avLst/>
              <a:gdLst>
                <a:gd name="T0" fmla="*/ 216 w 8"/>
                <a:gd name="T1" fmla="*/ 300 h 9"/>
                <a:gd name="T2" fmla="*/ 27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1" y="8"/>
                    <a:pt x="0" y="4"/>
                    <a:pt x="1" y="0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Freeform 303">
              <a:extLst>
                <a:ext uri="{FF2B5EF4-FFF2-40B4-BE49-F238E27FC236}">
                  <a16:creationId xmlns:a16="http://schemas.microsoft.com/office/drawing/2014/main" id="{1D139581-F06F-4A81-899F-8F7F7E9D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3233"/>
              <a:ext cx="118" cy="135"/>
            </a:xfrm>
            <a:custGeom>
              <a:avLst/>
              <a:gdLst>
                <a:gd name="T0" fmla="*/ 1053 w 39"/>
                <a:gd name="T1" fmla="*/ 238 h 42"/>
                <a:gd name="T2" fmla="*/ 917 w 39"/>
                <a:gd name="T3" fmla="*/ 103 h 42"/>
                <a:gd name="T4" fmla="*/ 832 w 39"/>
                <a:gd name="T5" fmla="*/ 0 h 42"/>
                <a:gd name="T6" fmla="*/ 750 w 39"/>
                <a:gd name="T7" fmla="*/ 32 h 42"/>
                <a:gd name="T8" fmla="*/ 136 w 39"/>
                <a:gd name="T9" fmla="*/ 1395 h 42"/>
                <a:gd name="T10" fmla="*/ 466 w 39"/>
                <a:gd name="T11" fmla="*/ 434 h 42"/>
                <a:gd name="T12" fmla="*/ 998 w 39"/>
                <a:gd name="T13" fmla="*/ 238 h 42"/>
                <a:gd name="T14" fmla="*/ 1053 w 39"/>
                <a:gd name="T15" fmla="*/ 238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2">
                  <a:moveTo>
                    <a:pt x="38" y="7"/>
                  </a:moveTo>
                  <a:cubicBezTo>
                    <a:pt x="38" y="6"/>
                    <a:pt x="35" y="5"/>
                    <a:pt x="33" y="3"/>
                  </a:cubicBezTo>
                  <a:cubicBezTo>
                    <a:pt x="32" y="2"/>
                    <a:pt x="31" y="0"/>
                    <a:pt x="30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18" y="5"/>
                    <a:pt x="0" y="24"/>
                    <a:pt x="5" y="42"/>
                  </a:cubicBezTo>
                  <a:cubicBezTo>
                    <a:pt x="4" y="31"/>
                    <a:pt x="10" y="20"/>
                    <a:pt x="17" y="13"/>
                  </a:cubicBezTo>
                  <a:cubicBezTo>
                    <a:pt x="23" y="8"/>
                    <a:pt x="30" y="6"/>
                    <a:pt x="36" y="7"/>
                  </a:cubicBezTo>
                  <a:cubicBezTo>
                    <a:pt x="38" y="7"/>
                    <a:pt x="39" y="8"/>
                    <a:pt x="38" y="7"/>
                  </a:cubicBezTo>
                  <a:close/>
                </a:path>
              </a:pathLst>
            </a:custGeom>
            <a:solidFill>
              <a:srgbClr val="FFF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304">
              <a:extLst>
                <a:ext uri="{FF2B5EF4-FFF2-40B4-BE49-F238E27FC236}">
                  <a16:creationId xmlns:a16="http://schemas.microsoft.com/office/drawing/2014/main" id="{2E29F0D6-0548-44AF-89AA-8EC6B3BF7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377"/>
              <a:ext cx="162" cy="64"/>
            </a:xfrm>
            <a:custGeom>
              <a:avLst/>
              <a:gdLst>
                <a:gd name="T0" fmla="*/ 0 w 54"/>
                <a:gd name="T1" fmla="*/ 390 h 20"/>
                <a:gd name="T2" fmla="*/ 702 w 54"/>
                <a:gd name="T3" fmla="*/ 429 h 20"/>
                <a:gd name="T4" fmla="*/ 1458 w 54"/>
                <a:gd name="T5" fmla="*/ 163 h 20"/>
                <a:gd name="T6" fmla="*/ 837 w 54"/>
                <a:gd name="T7" fmla="*/ 163 h 20"/>
                <a:gd name="T8" fmla="*/ 0 w 54"/>
                <a:gd name="T9" fmla="*/ 39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0">
                  <a:moveTo>
                    <a:pt x="0" y="12"/>
                  </a:moveTo>
                  <a:cubicBezTo>
                    <a:pt x="4" y="18"/>
                    <a:pt x="17" y="18"/>
                    <a:pt x="26" y="13"/>
                  </a:cubicBezTo>
                  <a:cubicBezTo>
                    <a:pt x="36" y="9"/>
                    <a:pt x="45" y="3"/>
                    <a:pt x="54" y="5"/>
                  </a:cubicBezTo>
                  <a:cubicBezTo>
                    <a:pt x="50" y="1"/>
                    <a:pt x="40" y="0"/>
                    <a:pt x="31" y="5"/>
                  </a:cubicBezTo>
                  <a:cubicBezTo>
                    <a:pt x="22" y="10"/>
                    <a:pt x="10" y="20"/>
                    <a:pt x="0" y="12"/>
                  </a:cubicBezTo>
                  <a:close/>
                </a:path>
              </a:pathLst>
            </a:custGeom>
            <a:solidFill>
              <a:srgbClr val="F8B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305">
              <a:extLst>
                <a:ext uri="{FF2B5EF4-FFF2-40B4-BE49-F238E27FC236}">
                  <a16:creationId xmlns:a16="http://schemas.microsoft.com/office/drawing/2014/main" id="{5C5330F0-3C50-4B20-A180-63D1CB5C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396"/>
              <a:ext cx="3" cy="13"/>
            </a:xfrm>
            <a:custGeom>
              <a:avLst/>
              <a:gdLst>
                <a:gd name="T0" fmla="*/ 27 w 1"/>
                <a:gd name="T1" fmla="*/ 0 h 4"/>
                <a:gd name="T2" fmla="*/ 27 w 1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9525" cap="flat">
              <a:solidFill>
                <a:srgbClr val="FBD08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306">
              <a:extLst>
                <a:ext uri="{FF2B5EF4-FFF2-40B4-BE49-F238E27FC236}">
                  <a16:creationId xmlns:a16="http://schemas.microsoft.com/office/drawing/2014/main" id="{6A6891DA-F46E-46BC-95AE-91782B417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3278"/>
              <a:ext cx="21" cy="16"/>
            </a:xfrm>
            <a:custGeom>
              <a:avLst/>
              <a:gdLst>
                <a:gd name="T0" fmla="*/ 108 w 7"/>
                <a:gd name="T1" fmla="*/ 0 h 5"/>
                <a:gd name="T2" fmla="*/ 162 w 7"/>
                <a:gd name="T3" fmla="*/ 134 h 5"/>
                <a:gd name="T4" fmla="*/ 0 w 7"/>
                <a:gd name="T5" fmla="*/ 6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5" y="0"/>
                    <a:pt x="7" y="4"/>
                    <a:pt x="6" y="4"/>
                  </a:cubicBezTo>
                  <a:cubicBezTo>
                    <a:pt x="5" y="5"/>
                    <a:pt x="1" y="3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BD08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307">
              <a:extLst>
                <a:ext uri="{FF2B5EF4-FFF2-40B4-BE49-F238E27FC236}">
                  <a16:creationId xmlns:a16="http://schemas.microsoft.com/office/drawing/2014/main" id="{C0F6E86D-98D8-4778-B0A9-6AFA3940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3329"/>
              <a:ext cx="18" cy="6"/>
            </a:xfrm>
            <a:custGeom>
              <a:avLst/>
              <a:gdLst>
                <a:gd name="T0" fmla="*/ 0 w 6"/>
                <a:gd name="T1" fmla="*/ 0 h 2"/>
                <a:gd name="T2" fmla="*/ 162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3" y="2"/>
                    <a:pt x="6" y="2"/>
                  </a:cubicBezTo>
                </a:path>
              </a:pathLst>
            </a:custGeom>
            <a:noFill/>
            <a:ln w="9525" cap="flat">
              <a:solidFill>
                <a:srgbClr val="FBD08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308">
              <a:extLst>
                <a:ext uri="{FF2B5EF4-FFF2-40B4-BE49-F238E27FC236}">
                  <a16:creationId xmlns:a16="http://schemas.microsoft.com/office/drawing/2014/main" id="{30E13C06-9CE7-4B7F-AC8D-D15905FA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387"/>
              <a:ext cx="3" cy="9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BD08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309">
              <a:extLst>
                <a:ext uri="{FF2B5EF4-FFF2-40B4-BE49-F238E27FC236}">
                  <a16:creationId xmlns:a16="http://schemas.microsoft.com/office/drawing/2014/main" id="{5C8F36B8-6766-4DAC-A654-70A2C34C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443"/>
              <a:ext cx="657" cy="613"/>
            </a:xfrm>
            <a:custGeom>
              <a:avLst/>
              <a:gdLst>
                <a:gd name="T0" fmla="*/ 1534 w 218"/>
                <a:gd name="T1" fmla="*/ 6117 h 191"/>
                <a:gd name="T2" fmla="*/ 1781 w 218"/>
                <a:gd name="T3" fmla="*/ 5655 h 191"/>
                <a:gd name="T4" fmla="*/ 2296 w 218"/>
                <a:gd name="T5" fmla="*/ 5790 h 191"/>
                <a:gd name="T6" fmla="*/ 2950 w 218"/>
                <a:gd name="T7" fmla="*/ 5623 h 191"/>
                <a:gd name="T8" fmla="*/ 3834 w 218"/>
                <a:gd name="T9" fmla="*/ 5552 h 191"/>
                <a:gd name="T10" fmla="*/ 4325 w 218"/>
                <a:gd name="T11" fmla="*/ 4593 h 191"/>
                <a:gd name="T12" fmla="*/ 4433 w 218"/>
                <a:gd name="T13" fmla="*/ 4265 h 191"/>
                <a:gd name="T14" fmla="*/ 4952 w 218"/>
                <a:gd name="T15" fmla="*/ 4037 h 191"/>
                <a:gd name="T16" fmla="*/ 5940 w 218"/>
                <a:gd name="T17" fmla="*/ 3068 h 191"/>
                <a:gd name="T18" fmla="*/ 5178 w 218"/>
                <a:gd name="T19" fmla="*/ 1524 h 191"/>
                <a:gd name="T20" fmla="*/ 4460 w 218"/>
                <a:gd name="T21" fmla="*/ 629 h 191"/>
                <a:gd name="T22" fmla="*/ 3478 w 218"/>
                <a:gd name="T23" fmla="*/ 0 h 191"/>
                <a:gd name="T24" fmla="*/ 1534 w 218"/>
                <a:gd name="T25" fmla="*/ 1226 h 191"/>
                <a:gd name="T26" fmla="*/ 518 w 218"/>
                <a:gd name="T27" fmla="*/ 2112 h 191"/>
                <a:gd name="T28" fmla="*/ 573 w 218"/>
                <a:gd name="T29" fmla="*/ 2410 h 191"/>
                <a:gd name="T30" fmla="*/ 383 w 218"/>
                <a:gd name="T31" fmla="*/ 2709 h 191"/>
                <a:gd name="T32" fmla="*/ 1046 w 218"/>
                <a:gd name="T33" fmla="*/ 4163 h 191"/>
                <a:gd name="T34" fmla="*/ 1127 w 218"/>
                <a:gd name="T35" fmla="*/ 4862 h 191"/>
                <a:gd name="T36" fmla="*/ 1236 w 218"/>
                <a:gd name="T37" fmla="*/ 5222 h 191"/>
                <a:gd name="T38" fmla="*/ 1290 w 218"/>
                <a:gd name="T39" fmla="*/ 6313 h 191"/>
                <a:gd name="T40" fmla="*/ 1534 w 218"/>
                <a:gd name="T41" fmla="*/ 6117 h 1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8" h="191">
                  <a:moveTo>
                    <a:pt x="56" y="185"/>
                  </a:moveTo>
                  <a:cubicBezTo>
                    <a:pt x="61" y="183"/>
                    <a:pt x="60" y="173"/>
                    <a:pt x="65" y="171"/>
                  </a:cubicBezTo>
                  <a:cubicBezTo>
                    <a:pt x="72" y="168"/>
                    <a:pt x="77" y="174"/>
                    <a:pt x="84" y="175"/>
                  </a:cubicBezTo>
                  <a:cubicBezTo>
                    <a:pt x="91" y="176"/>
                    <a:pt x="100" y="169"/>
                    <a:pt x="108" y="170"/>
                  </a:cubicBezTo>
                  <a:cubicBezTo>
                    <a:pt x="118" y="170"/>
                    <a:pt x="130" y="172"/>
                    <a:pt x="140" y="168"/>
                  </a:cubicBezTo>
                  <a:cubicBezTo>
                    <a:pt x="150" y="163"/>
                    <a:pt x="157" y="150"/>
                    <a:pt x="158" y="139"/>
                  </a:cubicBezTo>
                  <a:cubicBezTo>
                    <a:pt x="158" y="134"/>
                    <a:pt x="157" y="132"/>
                    <a:pt x="162" y="129"/>
                  </a:cubicBezTo>
                  <a:cubicBezTo>
                    <a:pt x="167" y="125"/>
                    <a:pt x="175" y="124"/>
                    <a:pt x="181" y="122"/>
                  </a:cubicBezTo>
                  <a:cubicBezTo>
                    <a:pt x="195" y="117"/>
                    <a:pt x="215" y="111"/>
                    <a:pt x="217" y="93"/>
                  </a:cubicBezTo>
                  <a:cubicBezTo>
                    <a:pt x="218" y="76"/>
                    <a:pt x="205" y="54"/>
                    <a:pt x="189" y="46"/>
                  </a:cubicBezTo>
                  <a:cubicBezTo>
                    <a:pt x="180" y="41"/>
                    <a:pt x="184" y="24"/>
                    <a:pt x="163" y="19"/>
                  </a:cubicBezTo>
                  <a:cubicBezTo>
                    <a:pt x="153" y="16"/>
                    <a:pt x="137" y="0"/>
                    <a:pt x="127" y="0"/>
                  </a:cubicBezTo>
                  <a:cubicBezTo>
                    <a:pt x="103" y="0"/>
                    <a:pt x="81" y="34"/>
                    <a:pt x="56" y="37"/>
                  </a:cubicBezTo>
                  <a:cubicBezTo>
                    <a:pt x="43" y="38"/>
                    <a:pt x="19" y="48"/>
                    <a:pt x="19" y="64"/>
                  </a:cubicBezTo>
                  <a:cubicBezTo>
                    <a:pt x="19" y="67"/>
                    <a:pt x="21" y="70"/>
                    <a:pt x="21" y="73"/>
                  </a:cubicBezTo>
                  <a:cubicBezTo>
                    <a:pt x="21" y="77"/>
                    <a:pt x="17" y="79"/>
                    <a:pt x="14" y="82"/>
                  </a:cubicBezTo>
                  <a:cubicBezTo>
                    <a:pt x="0" y="103"/>
                    <a:pt x="50" y="107"/>
                    <a:pt x="38" y="126"/>
                  </a:cubicBezTo>
                  <a:cubicBezTo>
                    <a:pt x="31" y="137"/>
                    <a:pt x="33" y="138"/>
                    <a:pt x="41" y="147"/>
                  </a:cubicBezTo>
                  <a:cubicBezTo>
                    <a:pt x="44" y="150"/>
                    <a:pt x="47" y="154"/>
                    <a:pt x="45" y="158"/>
                  </a:cubicBezTo>
                  <a:cubicBezTo>
                    <a:pt x="44" y="161"/>
                    <a:pt x="38" y="188"/>
                    <a:pt x="47" y="191"/>
                  </a:cubicBezTo>
                  <a:cubicBezTo>
                    <a:pt x="47" y="189"/>
                    <a:pt x="51" y="182"/>
                    <a:pt x="56" y="185"/>
                  </a:cubicBezTo>
                  <a:close/>
                </a:path>
              </a:pathLst>
            </a:custGeom>
            <a:solidFill>
              <a:srgbClr val="F0F1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310">
              <a:extLst>
                <a:ext uri="{FF2B5EF4-FFF2-40B4-BE49-F238E27FC236}">
                  <a16:creationId xmlns:a16="http://schemas.microsoft.com/office/drawing/2014/main" id="{A3EC86A8-A716-4FFA-A5E4-C78C98FB7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674"/>
              <a:ext cx="524" cy="382"/>
            </a:xfrm>
            <a:custGeom>
              <a:avLst/>
              <a:gdLst>
                <a:gd name="T0" fmla="*/ 4590 w 174"/>
                <a:gd name="T1" fmla="*/ 1422 h 119"/>
                <a:gd name="T2" fmla="*/ 1967 w 174"/>
                <a:gd name="T3" fmla="*/ 0 h 119"/>
                <a:gd name="T4" fmla="*/ 163 w 174"/>
                <a:gd name="T5" fmla="*/ 462 h 119"/>
                <a:gd name="T6" fmla="*/ 870 w 174"/>
                <a:gd name="T7" fmla="*/ 1782 h 119"/>
                <a:gd name="T8" fmla="*/ 952 w 174"/>
                <a:gd name="T9" fmla="*/ 2485 h 119"/>
                <a:gd name="T10" fmla="*/ 1060 w 174"/>
                <a:gd name="T11" fmla="*/ 2844 h 119"/>
                <a:gd name="T12" fmla="*/ 1114 w 174"/>
                <a:gd name="T13" fmla="*/ 3936 h 119"/>
                <a:gd name="T14" fmla="*/ 1370 w 174"/>
                <a:gd name="T15" fmla="*/ 3740 h 119"/>
                <a:gd name="T16" fmla="*/ 1614 w 174"/>
                <a:gd name="T17" fmla="*/ 3277 h 119"/>
                <a:gd name="T18" fmla="*/ 2132 w 174"/>
                <a:gd name="T19" fmla="*/ 3412 h 119"/>
                <a:gd name="T20" fmla="*/ 2786 w 174"/>
                <a:gd name="T21" fmla="*/ 3245 h 119"/>
                <a:gd name="T22" fmla="*/ 3665 w 174"/>
                <a:gd name="T23" fmla="*/ 3175 h 119"/>
                <a:gd name="T24" fmla="*/ 4153 w 174"/>
                <a:gd name="T25" fmla="*/ 2215 h 119"/>
                <a:gd name="T26" fmla="*/ 4261 w 174"/>
                <a:gd name="T27" fmla="*/ 1884 h 119"/>
                <a:gd name="T28" fmla="*/ 4752 w 174"/>
                <a:gd name="T29" fmla="*/ 1660 h 119"/>
                <a:gd name="T30" fmla="*/ 4590 w 174"/>
                <a:gd name="T31" fmla="*/ 1422 h 1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4" h="119">
                  <a:moveTo>
                    <a:pt x="168" y="43"/>
                  </a:moveTo>
                  <a:cubicBezTo>
                    <a:pt x="147" y="16"/>
                    <a:pt x="111" y="0"/>
                    <a:pt x="72" y="0"/>
                  </a:cubicBezTo>
                  <a:cubicBezTo>
                    <a:pt x="48" y="0"/>
                    <a:pt x="26" y="5"/>
                    <a:pt x="6" y="14"/>
                  </a:cubicBezTo>
                  <a:cubicBezTo>
                    <a:pt x="0" y="32"/>
                    <a:pt x="43" y="37"/>
                    <a:pt x="32" y="54"/>
                  </a:cubicBezTo>
                  <a:cubicBezTo>
                    <a:pt x="25" y="65"/>
                    <a:pt x="27" y="66"/>
                    <a:pt x="35" y="75"/>
                  </a:cubicBezTo>
                  <a:cubicBezTo>
                    <a:pt x="38" y="78"/>
                    <a:pt x="41" y="82"/>
                    <a:pt x="39" y="86"/>
                  </a:cubicBezTo>
                  <a:cubicBezTo>
                    <a:pt x="38" y="89"/>
                    <a:pt x="32" y="116"/>
                    <a:pt x="41" y="119"/>
                  </a:cubicBezTo>
                  <a:cubicBezTo>
                    <a:pt x="41" y="117"/>
                    <a:pt x="45" y="110"/>
                    <a:pt x="50" y="113"/>
                  </a:cubicBezTo>
                  <a:cubicBezTo>
                    <a:pt x="55" y="111"/>
                    <a:pt x="54" y="101"/>
                    <a:pt x="59" y="99"/>
                  </a:cubicBezTo>
                  <a:cubicBezTo>
                    <a:pt x="66" y="96"/>
                    <a:pt x="71" y="102"/>
                    <a:pt x="78" y="103"/>
                  </a:cubicBezTo>
                  <a:cubicBezTo>
                    <a:pt x="85" y="104"/>
                    <a:pt x="94" y="97"/>
                    <a:pt x="102" y="98"/>
                  </a:cubicBezTo>
                  <a:cubicBezTo>
                    <a:pt x="112" y="98"/>
                    <a:pt x="124" y="100"/>
                    <a:pt x="134" y="96"/>
                  </a:cubicBezTo>
                  <a:cubicBezTo>
                    <a:pt x="144" y="91"/>
                    <a:pt x="151" y="78"/>
                    <a:pt x="152" y="67"/>
                  </a:cubicBezTo>
                  <a:cubicBezTo>
                    <a:pt x="152" y="62"/>
                    <a:pt x="151" y="60"/>
                    <a:pt x="156" y="57"/>
                  </a:cubicBezTo>
                  <a:cubicBezTo>
                    <a:pt x="160" y="53"/>
                    <a:pt x="168" y="52"/>
                    <a:pt x="174" y="50"/>
                  </a:cubicBezTo>
                  <a:cubicBezTo>
                    <a:pt x="172" y="48"/>
                    <a:pt x="170" y="45"/>
                    <a:pt x="168" y="43"/>
                  </a:cubicBezTo>
                  <a:close/>
                </a:path>
              </a:pathLst>
            </a:custGeom>
            <a:solidFill>
              <a:srgbClr val="FFF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311">
              <a:extLst>
                <a:ext uri="{FF2B5EF4-FFF2-40B4-BE49-F238E27FC236}">
                  <a16:creationId xmlns:a16="http://schemas.microsoft.com/office/drawing/2014/main" id="{9F638F32-CBFD-429B-8CE1-9C5AD4070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697"/>
              <a:ext cx="482" cy="359"/>
            </a:xfrm>
            <a:custGeom>
              <a:avLst/>
              <a:gdLst>
                <a:gd name="T0" fmla="*/ 1804 w 160"/>
                <a:gd name="T1" fmla="*/ 0 h 112"/>
                <a:gd name="T2" fmla="*/ 0 w 160"/>
                <a:gd name="T3" fmla="*/ 462 h 112"/>
                <a:gd name="T4" fmla="*/ 708 w 160"/>
                <a:gd name="T5" fmla="*/ 1551 h 112"/>
                <a:gd name="T6" fmla="*/ 789 w 160"/>
                <a:gd name="T7" fmla="*/ 2241 h 112"/>
                <a:gd name="T8" fmla="*/ 898 w 160"/>
                <a:gd name="T9" fmla="*/ 2600 h 112"/>
                <a:gd name="T10" fmla="*/ 952 w 160"/>
                <a:gd name="T11" fmla="*/ 3689 h 112"/>
                <a:gd name="T12" fmla="*/ 1208 w 160"/>
                <a:gd name="T13" fmla="*/ 3494 h 112"/>
                <a:gd name="T14" fmla="*/ 1452 w 160"/>
                <a:gd name="T15" fmla="*/ 3032 h 112"/>
                <a:gd name="T16" fmla="*/ 1970 w 160"/>
                <a:gd name="T17" fmla="*/ 3164 h 112"/>
                <a:gd name="T18" fmla="*/ 2624 w 160"/>
                <a:gd name="T19" fmla="*/ 3000 h 112"/>
                <a:gd name="T20" fmla="*/ 3504 w 160"/>
                <a:gd name="T21" fmla="*/ 2930 h 112"/>
                <a:gd name="T22" fmla="*/ 3995 w 160"/>
                <a:gd name="T23" fmla="*/ 1971 h 112"/>
                <a:gd name="T24" fmla="*/ 4103 w 160"/>
                <a:gd name="T25" fmla="*/ 1644 h 112"/>
                <a:gd name="T26" fmla="*/ 4374 w 160"/>
                <a:gd name="T27" fmla="*/ 1510 h 112"/>
                <a:gd name="T28" fmla="*/ 1804 w 160"/>
                <a:gd name="T29" fmla="*/ 0 h 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12">
                  <a:moveTo>
                    <a:pt x="66" y="0"/>
                  </a:moveTo>
                  <a:cubicBezTo>
                    <a:pt x="42" y="0"/>
                    <a:pt x="19" y="5"/>
                    <a:pt x="0" y="14"/>
                  </a:cubicBezTo>
                  <a:cubicBezTo>
                    <a:pt x="6" y="26"/>
                    <a:pt x="35" y="32"/>
                    <a:pt x="26" y="47"/>
                  </a:cubicBezTo>
                  <a:cubicBezTo>
                    <a:pt x="19" y="58"/>
                    <a:pt x="21" y="59"/>
                    <a:pt x="29" y="68"/>
                  </a:cubicBezTo>
                  <a:cubicBezTo>
                    <a:pt x="32" y="71"/>
                    <a:pt x="35" y="75"/>
                    <a:pt x="33" y="79"/>
                  </a:cubicBezTo>
                  <a:cubicBezTo>
                    <a:pt x="32" y="82"/>
                    <a:pt x="26" y="109"/>
                    <a:pt x="35" y="112"/>
                  </a:cubicBezTo>
                  <a:cubicBezTo>
                    <a:pt x="35" y="110"/>
                    <a:pt x="39" y="103"/>
                    <a:pt x="44" y="106"/>
                  </a:cubicBezTo>
                  <a:cubicBezTo>
                    <a:pt x="49" y="104"/>
                    <a:pt x="48" y="94"/>
                    <a:pt x="53" y="92"/>
                  </a:cubicBezTo>
                  <a:cubicBezTo>
                    <a:pt x="60" y="89"/>
                    <a:pt x="65" y="95"/>
                    <a:pt x="72" y="96"/>
                  </a:cubicBezTo>
                  <a:cubicBezTo>
                    <a:pt x="79" y="97"/>
                    <a:pt x="88" y="90"/>
                    <a:pt x="96" y="91"/>
                  </a:cubicBezTo>
                  <a:cubicBezTo>
                    <a:pt x="106" y="91"/>
                    <a:pt x="118" y="93"/>
                    <a:pt x="128" y="89"/>
                  </a:cubicBezTo>
                  <a:cubicBezTo>
                    <a:pt x="138" y="84"/>
                    <a:pt x="145" y="71"/>
                    <a:pt x="146" y="60"/>
                  </a:cubicBezTo>
                  <a:cubicBezTo>
                    <a:pt x="146" y="55"/>
                    <a:pt x="145" y="53"/>
                    <a:pt x="150" y="50"/>
                  </a:cubicBezTo>
                  <a:cubicBezTo>
                    <a:pt x="152" y="48"/>
                    <a:pt x="156" y="47"/>
                    <a:pt x="160" y="46"/>
                  </a:cubicBezTo>
                  <a:cubicBezTo>
                    <a:pt x="142" y="18"/>
                    <a:pt x="106" y="0"/>
                    <a:pt x="66" y="0"/>
                  </a:cubicBezTo>
                  <a:close/>
                </a:path>
              </a:pathLst>
            </a:custGeom>
            <a:solidFill>
              <a:srgbClr val="D8B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312">
              <a:extLst>
                <a:ext uri="{FF2B5EF4-FFF2-40B4-BE49-F238E27FC236}">
                  <a16:creationId xmlns:a16="http://schemas.microsoft.com/office/drawing/2014/main" id="{5A545CB4-82FC-44D2-B396-11F25EF0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786"/>
              <a:ext cx="382" cy="270"/>
            </a:xfrm>
            <a:custGeom>
              <a:avLst/>
              <a:gdLst>
                <a:gd name="T0" fmla="*/ 3456 w 127"/>
                <a:gd name="T1" fmla="*/ 929 h 84"/>
                <a:gd name="T2" fmla="*/ 1357 w 127"/>
                <a:gd name="T3" fmla="*/ 0 h 84"/>
                <a:gd name="T4" fmla="*/ 162 w 127"/>
                <a:gd name="T5" fmla="*/ 238 h 84"/>
                <a:gd name="T6" fmla="*/ 189 w 127"/>
                <a:gd name="T7" fmla="*/ 630 h 84"/>
                <a:gd name="T8" fmla="*/ 271 w 127"/>
                <a:gd name="T9" fmla="*/ 1334 h 84"/>
                <a:gd name="T10" fmla="*/ 379 w 127"/>
                <a:gd name="T11" fmla="*/ 1694 h 84"/>
                <a:gd name="T12" fmla="*/ 433 w 127"/>
                <a:gd name="T13" fmla="*/ 2790 h 84"/>
                <a:gd name="T14" fmla="*/ 680 w 127"/>
                <a:gd name="T15" fmla="*/ 2594 h 84"/>
                <a:gd name="T16" fmla="*/ 923 w 127"/>
                <a:gd name="T17" fmla="*/ 2128 h 84"/>
                <a:gd name="T18" fmla="*/ 1438 w 127"/>
                <a:gd name="T19" fmla="*/ 2263 h 84"/>
                <a:gd name="T20" fmla="*/ 2099 w 127"/>
                <a:gd name="T21" fmla="*/ 2099 h 84"/>
                <a:gd name="T22" fmla="*/ 2969 w 127"/>
                <a:gd name="T23" fmla="*/ 2025 h 84"/>
                <a:gd name="T24" fmla="*/ 3456 w 127"/>
                <a:gd name="T25" fmla="*/ 1064 h 84"/>
                <a:gd name="T26" fmla="*/ 3456 w 127"/>
                <a:gd name="T27" fmla="*/ 929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7" h="84">
                  <a:moveTo>
                    <a:pt x="127" y="28"/>
                  </a:moveTo>
                  <a:cubicBezTo>
                    <a:pt x="107" y="11"/>
                    <a:pt x="80" y="0"/>
                    <a:pt x="50" y="0"/>
                  </a:cubicBezTo>
                  <a:cubicBezTo>
                    <a:pt x="35" y="0"/>
                    <a:pt x="20" y="3"/>
                    <a:pt x="6" y="7"/>
                  </a:cubicBezTo>
                  <a:cubicBezTo>
                    <a:pt x="9" y="10"/>
                    <a:pt x="10" y="14"/>
                    <a:pt x="7" y="19"/>
                  </a:cubicBezTo>
                  <a:cubicBezTo>
                    <a:pt x="0" y="30"/>
                    <a:pt x="2" y="31"/>
                    <a:pt x="10" y="40"/>
                  </a:cubicBezTo>
                  <a:cubicBezTo>
                    <a:pt x="13" y="43"/>
                    <a:pt x="16" y="47"/>
                    <a:pt x="14" y="51"/>
                  </a:cubicBezTo>
                  <a:cubicBezTo>
                    <a:pt x="13" y="54"/>
                    <a:pt x="7" y="81"/>
                    <a:pt x="16" y="84"/>
                  </a:cubicBezTo>
                  <a:cubicBezTo>
                    <a:pt x="16" y="82"/>
                    <a:pt x="20" y="75"/>
                    <a:pt x="25" y="78"/>
                  </a:cubicBezTo>
                  <a:cubicBezTo>
                    <a:pt x="30" y="76"/>
                    <a:pt x="29" y="66"/>
                    <a:pt x="34" y="64"/>
                  </a:cubicBezTo>
                  <a:cubicBezTo>
                    <a:pt x="41" y="61"/>
                    <a:pt x="46" y="67"/>
                    <a:pt x="53" y="68"/>
                  </a:cubicBezTo>
                  <a:cubicBezTo>
                    <a:pt x="60" y="69"/>
                    <a:pt x="69" y="62"/>
                    <a:pt x="77" y="63"/>
                  </a:cubicBezTo>
                  <a:cubicBezTo>
                    <a:pt x="87" y="63"/>
                    <a:pt x="99" y="65"/>
                    <a:pt x="109" y="61"/>
                  </a:cubicBezTo>
                  <a:cubicBezTo>
                    <a:pt x="119" y="56"/>
                    <a:pt x="126" y="43"/>
                    <a:pt x="127" y="32"/>
                  </a:cubicBezTo>
                  <a:cubicBezTo>
                    <a:pt x="127" y="30"/>
                    <a:pt x="127" y="29"/>
                    <a:pt x="127" y="28"/>
                  </a:cubicBezTo>
                  <a:close/>
                </a:path>
              </a:pathLst>
            </a:custGeom>
            <a:solidFill>
              <a:srgbClr val="C3A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313">
              <a:extLst>
                <a:ext uri="{FF2B5EF4-FFF2-40B4-BE49-F238E27FC236}">
                  <a16:creationId xmlns:a16="http://schemas.microsoft.com/office/drawing/2014/main" id="{75F8D96F-FD01-4579-BCEE-D3F12B4DF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809"/>
              <a:ext cx="355" cy="247"/>
            </a:xfrm>
            <a:custGeom>
              <a:avLst/>
              <a:gdLst>
                <a:gd name="T0" fmla="*/ 3213 w 118"/>
                <a:gd name="T1" fmla="*/ 1020 h 77"/>
                <a:gd name="T2" fmla="*/ 3132 w 118"/>
                <a:gd name="T3" fmla="*/ 956 h 77"/>
                <a:gd name="T4" fmla="*/ 2127 w 118"/>
                <a:gd name="T5" fmla="*/ 196 h 77"/>
                <a:gd name="T6" fmla="*/ 1059 w 118"/>
                <a:gd name="T7" fmla="*/ 0 h 77"/>
                <a:gd name="T8" fmla="*/ 978 w 118"/>
                <a:gd name="T9" fmla="*/ 0 h 77"/>
                <a:gd name="T10" fmla="*/ 978 w 118"/>
                <a:gd name="T11" fmla="*/ 0 h 77"/>
                <a:gd name="T12" fmla="*/ 27 w 118"/>
                <a:gd name="T13" fmla="*/ 196 h 77"/>
                <a:gd name="T14" fmla="*/ 0 w 118"/>
                <a:gd name="T15" fmla="*/ 330 h 77"/>
                <a:gd name="T16" fmla="*/ 162 w 118"/>
                <a:gd name="T17" fmla="*/ 298 h 77"/>
                <a:gd name="T18" fmla="*/ 707 w 118"/>
                <a:gd name="T19" fmla="*/ 330 h 77"/>
                <a:gd name="T20" fmla="*/ 978 w 118"/>
                <a:gd name="T21" fmla="*/ 298 h 77"/>
                <a:gd name="T22" fmla="*/ 1113 w 118"/>
                <a:gd name="T23" fmla="*/ 359 h 77"/>
                <a:gd name="T24" fmla="*/ 1221 w 118"/>
                <a:gd name="T25" fmla="*/ 359 h 77"/>
                <a:gd name="T26" fmla="*/ 1384 w 118"/>
                <a:gd name="T27" fmla="*/ 433 h 77"/>
                <a:gd name="T28" fmla="*/ 1465 w 118"/>
                <a:gd name="T29" fmla="*/ 526 h 77"/>
                <a:gd name="T30" fmla="*/ 1546 w 118"/>
                <a:gd name="T31" fmla="*/ 629 h 77"/>
                <a:gd name="T32" fmla="*/ 1573 w 118"/>
                <a:gd name="T33" fmla="*/ 760 h 77"/>
                <a:gd name="T34" fmla="*/ 1492 w 118"/>
                <a:gd name="T35" fmla="*/ 895 h 77"/>
                <a:gd name="T36" fmla="*/ 1465 w 118"/>
                <a:gd name="T37" fmla="*/ 1091 h 77"/>
                <a:gd name="T38" fmla="*/ 1194 w 118"/>
                <a:gd name="T39" fmla="*/ 1254 h 77"/>
                <a:gd name="T40" fmla="*/ 1167 w 118"/>
                <a:gd name="T41" fmla="*/ 1318 h 77"/>
                <a:gd name="T42" fmla="*/ 1086 w 118"/>
                <a:gd name="T43" fmla="*/ 1357 h 77"/>
                <a:gd name="T44" fmla="*/ 978 w 118"/>
                <a:gd name="T45" fmla="*/ 1421 h 77"/>
                <a:gd name="T46" fmla="*/ 626 w 118"/>
                <a:gd name="T47" fmla="*/ 1585 h 77"/>
                <a:gd name="T48" fmla="*/ 108 w 118"/>
                <a:gd name="T49" fmla="*/ 1812 h 77"/>
                <a:gd name="T50" fmla="*/ 108 w 118"/>
                <a:gd name="T51" fmla="*/ 1812 h 77"/>
                <a:gd name="T52" fmla="*/ 217 w 118"/>
                <a:gd name="T53" fmla="*/ 2541 h 77"/>
                <a:gd name="T54" fmla="*/ 460 w 118"/>
                <a:gd name="T55" fmla="*/ 2345 h 77"/>
                <a:gd name="T56" fmla="*/ 707 w 118"/>
                <a:gd name="T57" fmla="*/ 1883 h 77"/>
                <a:gd name="T58" fmla="*/ 1221 w 118"/>
                <a:gd name="T59" fmla="*/ 2018 h 77"/>
                <a:gd name="T60" fmla="*/ 1883 w 118"/>
                <a:gd name="T61" fmla="*/ 1851 h 77"/>
                <a:gd name="T62" fmla="*/ 2753 w 118"/>
                <a:gd name="T63" fmla="*/ 1780 h 77"/>
                <a:gd name="T64" fmla="*/ 3213 w 118"/>
                <a:gd name="T65" fmla="*/ 1020 h 7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8" h="77">
                  <a:moveTo>
                    <a:pt x="118" y="31"/>
                  </a:moveTo>
                  <a:cubicBezTo>
                    <a:pt x="117" y="30"/>
                    <a:pt x="116" y="30"/>
                    <a:pt x="115" y="29"/>
                  </a:cubicBezTo>
                  <a:cubicBezTo>
                    <a:pt x="107" y="19"/>
                    <a:pt x="96" y="12"/>
                    <a:pt x="78" y="6"/>
                  </a:cubicBezTo>
                  <a:cubicBezTo>
                    <a:pt x="63" y="2"/>
                    <a:pt x="50" y="0"/>
                    <a:pt x="39" y="0"/>
                  </a:cubicBezTo>
                  <a:cubicBezTo>
                    <a:pt x="38" y="0"/>
                    <a:pt x="37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26" y="0"/>
                    <a:pt x="14" y="2"/>
                    <a:pt x="1" y="6"/>
                  </a:cubicBezTo>
                  <a:cubicBezTo>
                    <a:pt x="1" y="7"/>
                    <a:pt x="1" y="9"/>
                    <a:pt x="0" y="10"/>
                  </a:cubicBezTo>
                  <a:cubicBezTo>
                    <a:pt x="2" y="10"/>
                    <a:pt x="4" y="9"/>
                    <a:pt x="6" y="9"/>
                  </a:cubicBezTo>
                  <a:cubicBezTo>
                    <a:pt x="13" y="8"/>
                    <a:pt x="19" y="8"/>
                    <a:pt x="26" y="10"/>
                  </a:cubicBezTo>
                  <a:cubicBezTo>
                    <a:pt x="30" y="10"/>
                    <a:pt x="33" y="9"/>
                    <a:pt x="36" y="9"/>
                  </a:cubicBezTo>
                  <a:cubicBezTo>
                    <a:pt x="38" y="10"/>
                    <a:pt x="39" y="11"/>
                    <a:pt x="41" y="11"/>
                  </a:cubicBezTo>
                  <a:cubicBezTo>
                    <a:pt x="42" y="11"/>
                    <a:pt x="44" y="10"/>
                    <a:pt x="45" y="11"/>
                  </a:cubicBezTo>
                  <a:cubicBezTo>
                    <a:pt x="46" y="11"/>
                    <a:pt x="50" y="13"/>
                    <a:pt x="51" y="13"/>
                  </a:cubicBezTo>
                  <a:cubicBezTo>
                    <a:pt x="52" y="14"/>
                    <a:pt x="52" y="15"/>
                    <a:pt x="54" y="16"/>
                  </a:cubicBezTo>
                  <a:cubicBezTo>
                    <a:pt x="55" y="18"/>
                    <a:pt x="56" y="18"/>
                    <a:pt x="57" y="19"/>
                  </a:cubicBezTo>
                  <a:cubicBezTo>
                    <a:pt x="58" y="20"/>
                    <a:pt x="58" y="22"/>
                    <a:pt x="58" y="23"/>
                  </a:cubicBezTo>
                  <a:cubicBezTo>
                    <a:pt x="58" y="25"/>
                    <a:pt x="56" y="26"/>
                    <a:pt x="55" y="27"/>
                  </a:cubicBezTo>
                  <a:cubicBezTo>
                    <a:pt x="55" y="29"/>
                    <a:pt x="55" y="31"/>
                    <a:pt x="54" y="33"/>
                  </a:cubicBezTo>
                  <a:cubicBezTo>
                    <a:pt x="51" y="37"/>
                    <a:pt x="47" y="35"/>
                    <a:pt x="44" y="38"/>
                  </a:cubicBezTo>
                  <a:cubicBezTo>
                    <a:pt x="43" y="38"/>
                    <a:pt x="44" y="39"/>
                    <a:pt x="43" y="40"/>
                  </a:cubicBezTo>
                  <a:cubicBezTo>
                    <a:pt x="42" y="40"/>
                    <a:pt x="41" y="40"/>
                    <a:pt x="40" y="41"/>
                  </a:cubicBezTo>
                  <a:cubicBezTo>
                    <a:pt x="39" y="42"/>
                    <a:pt x="37" y="41"/>
                    <a:pt x="36" y="43"/>
                  </a:cubicBezTo>
                  <a:cubicBezTo>
                    <a:pt x="32" y="43"/>
                    <a:pt x="26" y="47"/>
                    <a:pt x="23" y="48"/>
                  </a:cubicBezTo>
                  <a:cubicBezTo>
                    <a:pt x="17" y="51"/>
                    <a:pt x="10" y="52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64"/>
                    <a:pt x="2" y="75"/>
                    <a:pt x="8" y="77"/>
                  </a:cubicBezTo>
                  <a:cubicBezTo>
                    <a:pt x="8" y="75"/>
                    <a:pt x="12" y="68"/>
                    <a:pt x="17" y="71"/>
                  </a:cubicBezTo>
                  <a:cubicBezTo>
                    <a:pt x="22" y="69"/>
                    <a:pt x="21" y="59"/>
                    <a:pt x="26" y="57"/>
                  </a:cubicBezTo>
                  <a:cubicBezTo>
                    <a:pt x="33" y="54"/>
                    <a:pt x="38" y="60"/>
                    <a:pt x="45" y="61"/>
                  </a:cubicBezTo>
                  <a:cubicBezTo>
                    <a:pt x="52" y="62"/>
                    <a:pt x="61" y="55"/>
                    <a:pt x="69" y="56"/>
                  </a:cubicBezTo>
                  <a:cubicBezTo>
                    <a:pt x="79" y="56"/>
                    <a:pt x="91" y="58"/>
                    <a:pt x="101" y="54"/>
                  </a:cubicBezTo>
                  <a:cubicBezTo>
                    <a:pt x="110" y="50"/>
                    <a:pt x="115" y="41"/>
                    <a:pt x="118" y="31"/>
                  </a:cubicBezTo>
                  <a:close/>
                </a:path>
              </a:pathLst>
            </a:custGeom>
            <a:solidFill>
              <a:srgbClr val="D4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314">
              <a:extLst>
                <a:ext uri="{FF2B5EF4-FFF2-40B4-BE49-F238E27FC236}">
                  <a16:creationId xmlns:a16="http://schemas.microsoft.com/office/drawing/2014/main" id="{6ECC13AB-12FA-42B4-BEE1-EED697ED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51"/>
              <a:ext cx="114" cy="106"/>
            </a:xfrm>
            <a:custGeom>
              <a:avLst/>
              <a:gdLst>
                <a:gd name="T0" fmla="*/ 27 w 38"/>
                <a:gd name="T1" fmla="*/ 299 h 33"/>
                <a:gd name="T2" fmla="*/ 648 w 38"/>
                <a:gd name="T3" fmla="*/ 662 h 33"/>
                <a:gd name="T4" fmla="*/ 324 w 38"/>
                <a:gd name="T5" fmla="*/ 928 h 33"/>
                <a:gd name="T6" fmla="*/ 324 w 38"/>
                <a:gd name="T7" fmla="*/ 1031 h 33"/>
                <a:gd name="T8" fmla="*/ 297 w 38"/>
                <a:gd name="T9" fmla="*/ 1092 h 33"/>
                <a:gd name="T10" fmla="*/ 702 w 38"/>
                <a:gd name="T11" fmla="*/ 960 h 33"/>
                <a:gd name="T12" fmla="*/ 972 w 38"/>
                <a:gd name="T13" fmla="*/ 732 h 33"/>
                <a:gd name="T14" fmla="*/ 945 w 38"/>
                <a:gd name="T15" fmla="*/ 402 h 33"/>
                <a:gd name="T16" fmla="*/ 756 w 38"/>
                <a:gd name="T17" fmla="*/ 61 h 33"/>
                <a:gd name="T18" fmla="*/ 243 w 38"/>
                <a:gd name="T19" fmla="*/ 32 h 33"/>
                <a:gd name="T20" fmla="*/ 81 w 38"/>
                <a:gd name="T21" fmla="*/ 32 h 33"/>
                <a:gd name="T22" fmla="*/ 27 w 38"/>
                <a:gd name="T23" fmla="*/ 299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3">
                  <a:moveTo>
                    <a:pt x="1" y="9"/>
                  </a:moveTo>
                  <a:cubicBezTo>
                    <a:pt x="9" y="7"/>
                    <a:pt x="28" y="6"/>
                    <a:pt x="24" y="20"/>
                  </a:cubicBezTo>
                  <a:cubicBezTo>
                    <a:pt x="23" y="26"/>
                    <a:pt x="17" y="27"/>
                    <a:pt x="12" y="28"/>
                  </a:cubicBezTo>
                  <a:cubicBezTo>
                    <a:pt x="13" y="29"/>
                    <a:pt x="12" y="30"/>
                    <a:pt x="12" y="31"/>
                  </a:cubicBezTo>
                  <a:cubicBezTo>
                    <a:pt x="12" y="32"/>
                    <a:pt x="12" y="32"/>
                    <a:pt x="11" y="33"/>
                  </a:cubicBezTo>
                  <a:cubicBezTo>
                    <a:pt x="17" y="32"/>
                    <a:pt x="22" y="30"/>
                    <a:pt x="26" y="29"/>
                  </a:cubicBezTo>
                  <a:cubicBezTo>
                    <a:pt x="31" y="27"/>
                    <a:pt x="34" y="27"/>
                    <a:pt x="36" y="22"/>
                  </a:cubicBezTo>
                  <a:cubicBezTo>
                    <a:pt x="38" y="18"/>
                    <a:pt x="37" y="16"/>
                    <a:pt x="35" y="12"/>
                  </a:cubicBezTo>
                  <a:cubicBezTo>
                    <a:pt x="33" y="8"/>
                    <a:pt x="33" y="4"/>
                    <a:pt x="28" y="2"/>
                  </a:cubicBezTo>
                  <a:cubicBezTo>
                    <a:pt x="22" y="1"/>
                    <a:pt x="14" y="0"/>
                    <a:pt x="9" y="1"/>
                  </a:cubicBezTo>
                  <a:cubicBezTo>
                    <a:pt x="7" y="1"/>
                    <a:pt x="5" y="1"/>
                    <a:pt x="3" y="1"/>
                  </a:cubicBezTo>
                  <a:cubicBezTo>
                    <a:pt x="1" y="5"/>
                    <a:pt x="0" y="7"/>
                    <a:pt x="1" y="9"/>
                  </a:cubicBezTo>
                  <a:close/>
                </a:path>
              </a:pathLst>
            </a:custGeom>
            <a:solidFill>
              <a:srgbClr val="B58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315">
              <a:extLst>
                <a:ext uri="{FF2B5EF4-FFF2-40B4-BE49-F238E27FC236}">
                  <a16:creationId xmlns:a16="http://schemas.microsoft.com/office/drawing/2014/main" id="{7FC8339B-B461-4284-AE82-78B463CF5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021"/>
              <a:ext cx="45" cy="35"/>
            </a:xfrm>
            <a:custGeom>
              <a:avLst/>
              <a:gdLst>
                <a:gd name="T0" fmla="*/ 81 w 15"/>
                <a:gd name="T1" fmla="*/ 353 h 11"/>
                <a:gd name="T2" fmla="*/ 324 w 15"/>
                <a:gd name="T3" fmla="*/ 162 h 11"/>
                <a:gd name="T4" fmla="*/ 405 w 15"/>
                <a:gd name="T5" fmla="*/ 32 h 11"/>
                <a:gd name="T6" fmla="*/ 0 w 15"/>
                <a:gd name="T7" fmla="*/ 293 h 11"/>
                <a:gd name="T8" fmla="*/ 81 w 15"/>
                <a:gd name="T9" fmla="*/ 35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3" y="11"/>
                  </a:moveTo>
                  <a:cubicBezTo>
                    <a:pt x="3" y="9"/>
                    <a:pt x="7" y="2"/>
                    <a:pt x="12" y="5"/>
                  </a:cubicBezTo>
                  <a:cubicBezTo>
                    <a:pt x="14" y="5"/>
                    <a:pt x="15" y="3"/>
                    <a:pt x="15" y="1"/>
                  </a:cubicBezTo>
                  <a:cubicBezTo>
                    <a:pt x="9" y="0"/>
                    <a:pt x="2" y="2"/>
                    <a:pt x="0" y="9"/>
                  </a:cubicBezTo>
                  <a:cubicBezTo>
                    <a:pt x="1" y="10"/>
                    <a:pt x="2" y="11"/>
                    <a:pt x="3" y="11"/>
                  </a:cubicBezTo>
                  <a:close/>
                </a:path>
              </a:pathLst>
            </a:custGeom>
            <a:solidFill>
              <a:srgbClr val="C3A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316">
              <a:extLst>
                <a:ext uri="{FF2B5EF4-FFF2-40B4-BE49-F238E27FC236}">
                  <a16:creationId xmlns:a16="http://schemas.microsoft.com/office/drawing/2014/main" id="{A27C151A-C776-490D-A6A0-95C07738E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3024"/>
              <a:ext cx="42" cy="32"/>
            </a:xfrm>
            <a:custGeom>
              <a:avLst/>
              <a:gdLst>
                <a:gd name="T0" fmla="*/ 351 w 14"/>
                <a:gd name="T1" fmla="*/ 102 h 10"/>
                <a:gd name="T2" fmla="*/ 378 w 14"/>
                <a:gd name="T3" fmla="*/ 32 h 10"/>
                <a:gd name="T4" fmla="*/ 162 w 14"/>
                <a:gd name="T5" fmla="*/ 61 h 10"/>
                <a:gd name="T6" fmla="*/ 0 w 14"/>
                <a:gd name="T7" fmla="*/ 266 h 10"/>
                <a:gd name="T8" fmla="*/ 0 w 14"/>
                <a:gd name="T9" fmla="*/ 298 h 10"/>
                <a:gd name="T10" fmla="*/ 27 w 14"/>
                <a:gd name="T11" fmla="*/ 326 h 10"/>
                <a:gd name="T12" fmla="*/ 81 w 14"/>
                <a:gd name="T13" fmla="*/ 224 h 10"/>
                <a:gd name="T14" fmla="*/ 189 w 14"/>
                <a:gd name="T15" fmla="*/ 134 h 10"/>
                <a:gd name="T16" fmla="*/ 351 w 14"/>
                <a:gd name="T17" fmla="*/ 102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0">
                  <a:moveTo>
                    <a:pt x="13" y="3"/>
                  </a:moveTo>
                  <a:cubicBezTo>
                    <a:pt x="13" y="2"/>
                    <a:pt x="14" y="1"/>
                    <a:pt x="14" y="1"/>
                  </a:cubicBezTo>
                  <a:cubicBezTo>
                    <a:pt x="11" y="0"/>
                    <a:pt x="8" y="1"/>
                    <a:pt x="6" y="2"/>
                  </a:cubicBezTo>
                  <a:cubicBezTo>
                    <a:pt x="2" y="3"/>
                    <a:pt x="0" y="4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1" y="10"/>
                    <a:pt x="1" y="10"/>
                  </a:cubicBezTo>
                  <a:cubicBezTo>
                    <a:pt x="2" y="9"/>
                    <a:pt x="2" y="8"/>
                    <a:pt x="3" y="7"/>
                  </a:cubicBezTo>
                  <a:cubicBezTo>
                    <a:pt x="4" y="5"/>
                    <a:pt x="6" y="4"/>
                    <a:pt x="7" y="4"/>
                  </a:cubicBezTo>
                  <a:cubicBezTo>
                    <a:pt x="9" y="3"/>
                    <a:pt x="11" y="3"/>
                    <a:pt x="13" y="3"/>
                  </a:cubicBezTo>
                  <a:close/>
                </a:path>
              </a:pathLst>
            </a:custGeom>
            <a:solidFill>
              <a:srgbClr val="B58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317">
              <a:extLst>
                <a:ext uri="{FF2B5EF4-FFF2-40B4-BE49-F238E27FC236}">
                  <a16:creationId xmlns:a16="http://schemas.microsoft.com/office/drawing/2014/main" id="{57C6EAD0-BDE7-4172-A70D-852F52957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697"/>
              <a:ext cx="482" cy="147"/>
            </a:xfrm>
            <a:custGeom>
              <a:avLst/>
              <a:gdLst>
                <a:gd name="T0" fmla="*/ 4103 w 160"/>
                <a:gd name="T1" fmla="*/ 1074 h 46"/>
                <a:gd name="T2" fmla="*/ 4049 w 160"/>
                <a:gd name="T3" fmla="*/ 1010 h 46"/>
                <a:gd name="T4" fmla="*/ 3995 w 160"/>
                <a:gd name="T5" fmla="*/ 949 h 46"/>
                <a:gd name="T6" fmla="*/ 3883 w 160"/>
                <a:gd name="T7" fmla="*/ 818 h 46"/>
                <a:gd name="T8" fmla="*/ 3856 w 160"/>
                <a:gd name="T9" fmla="*/ 818 h 46"/>
                <a:gd name="T10" fmla="*/ 3720 w 160"/>
                <a:gd name="T11" fmla="*/ 684 h 46"/>
                <a:gd name="T12" fmla="*/ 3693 w 160"/>
                <a:gd name="T13" fmla="*/ 655 h 46"/>
                <a:gd name="T14" fmla="*/ 3585 w 160"/>
                <a:gd name="T15" fmla="*/ 591 h 46"/>
                <a:gd name="T16" fmla="*/ 3531 w 160"/>
                <a:gd name="T17" fmla="*/ 553 h 46"/>
                <a:gd name="T18" fmla="*/ 1804 w 160"/>
                <a:gd name="T19" fmla="*/ 0 h 46"/>
                <a:gd name="T20" fmla="*/ 0 w 160"/>
                <a:gd name="T21" fmla="*/ 460 h 46"/>
                <a:gd name="T22" fmla="*/ 136 w 160"/>
                <a:gd name="T23" fmla="*/ 655 h 46"/>
                <a:gd name="T24" fmla="*/ 1943 w 160"/>
                <a:gd name="T25" fmla="*/ 134 h 46"/>
                <a:gd name="T26" fmla="*/ 3748 w 160"/>
                <a:gd name="T27" fmla="*/ 754 h 46"/>
                <a:gd name="T28" fmla="*/ 4293 w 160"/>
                <a:gd name="T29" fmla="*/ 1502 h 46"/>
                <a:gd name="T30" fmla="*/ 4374 w 160"/>
                <a:gd name="T31" fmla="*/ 1502 h 46"/>
                <a:gd name="T32" fmla="*/ 4076 w 160"/>
                <a:gd name="T33" fmla="*/ 1042 h 46"/>
                <a:gd name="T34" fmla="*/ 4103 w 160"/>
                <a:gd name="T35" fmla="*/ 1074 h 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46">
                  <a:moveTo>
                    <a:pt x="150" y="33"/>
                  </a:moveTo>
                  <a:cubicBezTo>
                    <a:pt x="149" y="32"/>
                    <a:pt x="149" y="32"/>
                    <a:pt x="148" y="31"/>
                  </a:cubicBezTo>
                  <a:cubicBezTo>
                    <a:pt x="147" y="31"/>
                    <a:pt x="147" y="30"/>
                    <a:pt x="146" y="29"/>
                  </a:cubicBezTo>
                  <a:cubicBezTo>
                    <a:pt x="145" y="28"/>
                    <a:pt x="143" y="27"/>
                    <a:pt x="142" y="25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39" y="24"/>
                    <a:pt x="138" y="23"/>
                    <a:pt x="136" y="21"/>
                  </a:cubicBezTo>
                  <a:cubicBezTo>
                    <a:pt x="136" y="21"/>
                    <a:pt x="135" y="21"/>
                    <a:pt x="135" y="20"/>
                  </a:cubicBezTo>
                  <a:cubicBezTo>
                    <a:pt x="133" y="19"/>
                    <a:pt x="132" y="19"/>
                    <a:pt x="131" y="18"/>
                  </a:cubicBezTo>
                  <a:cubicBezTo>
                    <a:pt x="130" y="17"/>
                    <a:pt x="130" y="17"/>
                    <a:pt x="129" y="17"/>
                  </a:cubicBezTo>
                  <a:cubicBezTo>
                    <a:pt x="111" y="6"/>
                    <a:pt x="89" y="0"/>
                    <a:pt x="66" y="0"/>
                  </a:cubicBezTo>
                  <a:cubicBezTo>
                    <a:pt x="42" y="0"/>
                    <a:pt x="19" y="5"/>
                    <a:pt x="0" y="14"/>
                  </a:cubicBezTo>
                  <a:cubicBezTo>
                    <a:pt x="1" y="16"/>
                    <a:pt x="3" y="18"/>
                    <a:pt x="5" y="20"/>
                  </a:cubicBezTo>
                  <a:cubicBezTo>
                    <a:pt x="24" y="10"/>
                    <a:pt x="46" y="4"/>
                    <a:pt x="71" y="4"/>
                  </a:cubicBezTo>
                  <a:cubicBezTo>
                    <a:pt x="96" y="4"/>
                    <a:pt x="119" y="12"/>
                    <a:pt x="137" y="23"/>
                  </a:cubicBezTo>
                  <a:cubicBezTo>
                    <a:pt x="146" y="30"/>
                    <a:pt x="152" y="38"/>
                    <a:pt x="157" y="46"/>
                  </a:cubicBezTo>
                  <a:cubicBezTo>
                    <a:pt x="158" y="46"/>
                    <a:pt x="159" y="46"/>
                    <a:pt x="160" y="46"/>
                  </a:cubicBezTo>
                  <a:cubicBezTo>
                    <a:pt x="157" y="41"/>
                    <a:pt x="153" y="36"/>
                    <a:pt x="149" y="32"/>
                  </a:cubicBezTo>
                  <a:cubicBezTo>
                    <a:pt x="149" y="32"/>
                    <a:pt x="150" y="33"/>
                    <a:pt x="150" y="33"/>
                  </a:cubicBezTo>
                  <a:close/>
                </a:path>
              </a:pathLst>
            </a:custGeom>
            <a:solidFill>
              <a:srgbClr val="C2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318">
              <a:extLst>
                <a:ext uri="{FF2B5EF4-FFF2-40B4-BE49-F238E27FC236}">
                  <a16:creationId xmlns:a16="http://schemas.microsoft.com/office/drawing/2014/main" id="{C05CBE4A-4898-495C-943A-2632933CC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440"/>
              <a:ext cx="630" cy="619"/>
            </a:xfrm>
            <a:custGeom>
              <a:avLst/>
              <a:gdLst>
                <a:gd name="T0" fmla="*/ 1263 w 209"/>
                <a:gd name="T1" fmla="*/ 1225 h 193"/>
                <a:gd name="T2" fmla="*/ 244 w 209"/>
                <a:gd name="T3" fmla="*/ 2316 h 193"/>
                <a:gd name="T4" fmla="*/ 163 w 209"/>
                <a:gd name="T5" fmla="*/ 2643 h 193"/>
                <a:gd name="T6" fmla="*/ 27 w 209"/>
                <a:gd name="T7" fmla="*/ 3034 h 193"/>
                <a:gd name="T8" fmla="*/ 736 w 209"/>
                <a:gd name="T9" fmla="*/ 4157 h 193"/>
                <a:gd name="T10" fmla="*/ 844 w 209"/>
                <a:gd name="T11" fmla="*/ 4917 h 193"/>
                <a:gd name="T12" fmla="*/ 898 w 209"/>
                <a:gd name="T13" fmla="*/ 6235 h 193"/>
                <a:gd name="T14" fmla="*/ 1019 w 209"/>
                <a:gd name="T15" fmla="*/ 6366 h 193"/>
                <a:gd name="T16" fmla="*/ 992 w 209"/>
                <a:gd name="T17" fmla="*/ 5276 h 193"/>
                <a:gd name="T18" fmla="*/ 844 w 209"/>
                <a:gd name="T19" fmla="*/ 4846 h 193"/>
                <a:gd name="T20" fmla="*/ 464 w 209"/>
                <a:gd name="T21" fmla="*/ 3496 h 193"/>
                <a:gd name="T22" fmla="*/ 136 w 209"/>
                <a:gd name="T23" fmla="*/ 2768 h 193"/>
                <a:gd name="T24" fmla="*/ 329 w 209"/>
                <a:gd name="T25" fmla="*/ 2438 h 193"/>
                <a:gd name="T26" fmla="*/ 271 w 209"/>
                <a:gd name="T27" fmla="*/ 2139 h 193"/>
                <a:gd name="T28" fmla="*/ 2219 w 209"/>
                <a:gd name="T29" fmla="*/ 657 h 193"/>
                <a:gd name="T30" fmla="*/ 3753 w 209"/>
                <a:gd name="T31" fmla="*/ 391 h 193"/>
                <a:gd name="T32" fmla="*/ 4678 w 209"/>
                <a:gd name="T33" fmla="*/ 1225 h 193"/>
                <a:gd name="T34" fmla="*/ 5643 w 209"/>
                <a:gd name="T35" fmla="*/ 3095 h 193"/>
                <a:gd name="T36" fmla="*/ 4651 w 209"/>
                <a:gd name="T37" fmla="*/ 4022 h 193"/>
                <a:gd name="T38" fmla="*/ 4136 w 209"/>
                <a:gd name="T39" fmla="*/ 4259 h 193"/>
                <a:gd name="T40" fmla="*/ 4024 w 209"/>
                <a:gd name="T41" fmla="*/ 4618 h 193"/>
                <a:gd name="T42" fmla="*/ 2909 w 209"/>
                <a:gd name="T43" fmla="*/ 5606 h 193"/>
                <a:gd name="T44" fmla="*/ 2354 w 209"/>
                <a:gd name="T45" fmla="*/ 5677 h 193"/>
                <a:gd name="T46" fmla="*/ 1836 w 209"/>
                <a:gd name="T47" fmla="*/ 5709 h 193"/>
                <a:gd name="T48" fmla="*/ 1344 w 209"/>
                <a:gd name="T49" fmla="*/ 5905 h 193"/>
                <a:gd name="T50" fmla="*/ 1263 w 209"/>
                <a:gd name="T51" fmla="*/ 6171 h 193"/>
                <a:gd name="T52" fmla="*/ 1507 w 209"/>
                <a:gd name="T53" fmla="*/ 5677 h 193"/>
                <a:gd name="T54" fmla="*/ 2026 w 209"/>
                <a:gd name="T55" fmla="*/ 5844 h 193"/>
                <a:gd name="T56" fmla="*/ 2680 w 209"/>
                <a:gd name="T57" fmla="*/ 5638 h 193"/>
                <a:gd name="T58" fmla="*/ 3563 w 209"/>
                <a:gd name="T59" fmla="*/ 5574 h 193"/>
                <a:gd name="T60" fmla="*/ 4078 w 209"/>
                <a:gd name="T61" fmla="*/ 4558 h 193"/>
                <a:gd name="T62" fmla="*/ 4488 w 209"/>
                <a:gd name="T63" fmla="*/ 4157 h 193"/>
                <a:gd name="T64" fmla="*/ 4763 w 209"/>
                <a:gd name="T65" fmla="*/ 4054 h 193"/>
                <a:gd name="T66" fmla="*/ 4934 w 209"/>
                <a:gd name="T67" fmla="*/ 1523 h 193"/>
                <a:gd name="T68" fmla="*/ 4190 w 209"/>
                <a:gd name="T69" fmla="*/ 629 h 193"/>
                <a:gd name="T70" fmla="*/ 3207 w 209"/>
                <a:gd name="T71" fmla="*/ 0 h 19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09" h="193">
                  <a:moveTo>
                    <a:pt x="80" y="19"/>
                  </a:moveTo>
                  <a:cubicBezTo>
                    <a:pt x="69" y="27"/>
                    <a:pt x="58" y="36"/>
                    <a:pt x="46" y="37"/>
                  </a:cubicBezTo>
                  <a:cubicBezTo>
                    <a:pt x="32" y="38"/>
                    <a:pt x="8" y="48"/>
                    <a:pt x="8" y="65"/>
                  </a:cubicBezTo>
                  <a:cubicBezTo>
                    <a:pt x="8" y="66"/>
                    <a:pt x="8" y="68"/>
                    <a:pt x="9" y="70"/>
                  </a:cubicBezTo>
                  <a:cubicBezTo>
                    <a:pt x="10" y="71"/>
                    <a:pt x="10" y="72"/>
                    <a:pt x="10" y="74"/>
                  </a:cubicBezTo>
                  <a:cubicBezTo>
                    <a:pt x="10" y="76"/>
                    <a:pt x="8" y="78"/>
                    <a:pt x="6" y="80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1" y="86"/>
                    <a:pt x="0" y="89"/>
                    <a:pt x="1" y="92"/>
                  </a:cubicBezTo>
                  <a:cubicBezTo>
                    <a:pt x="2" y="99"/>
                    <a:pt x="9" y="103"/>
                    <a:pt x="16" y="107"/>
                  </a:cubicBezTo>
                  <a:cubicBezTo>
                    <a:pt x="25" y="113"/>
                    <a:pt x="32" y="118"/>
                    <a:pt x="27" y="126"/>
                  </a:cubicBezTo>
                  <a:cubicBezTo>
                    <a:pt x="20" y="137"/>
                    <a:pt x="22" y="139"/>
                    <a:pt x="30" y="148"/>
                  </a:cubicBezTo>
                  <a:cubicBezTo>
                    <a:pt x="31" y="149"/>
                    <a:pt x="31" y="149"/>
                    <a:pt x="31" y="149"/>
                  </a:cubicBezTo>
                  <a:cubicBezTo>
                    <a:pt x="33" y="152"/>
                    <a:pt x="36" y="156"/>
                    <a:pt x="34" y="159"/>
                  </a:cubicBezTo>
                  <a:cubicBezTo>
                    <a:pt x="33" y="161"/>
                    <a:pt x="29" y="180"/>
                    <a:pt x="33" y="189"/>
                  </a:cubicBezTo>
                  <a:cubicBezTo>
                    <a:pt x="34" y="191"/>
                    <a:pt x="35" y="192"/>
                    <a:pt x="37" y="193"/>
                  </a:cubicBezTo>
                  <a:cubicBezTo>
                    <a:pt x="37" y="193"/>
                    <a:pt x="37" y="193"/>
                    <a:pt x="37" y="193"/>
                  </a:cubicBezTo>
                  <a:cubicBezTo>
                    <a:pt x="35" y="192"/>
                    <a:pt x="34" y="190"/>
                    <a:pt x="33" y="189"/>
                  </a:cubicBezTo>
                  <a:cubicBezTo>
                    <a:pt x="30" y="181"/>
                    <a:pt x="35" y="162"/>
                    <a:pt x="36" y="160"/>
                  </a:cubicBezTo>
                  <a:cubicBezTo>
                    <a:pt x="38" y="155"/>
                    <a:pt x="34" y="150"/>
                    <a:pt x="32" y="148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23" y="138"/>
                    <a:pt x="22" y="137"/>
                    <a:pt x="29" y="127"/>
                  </a:cubicBezTo>
                  <a:cubicBezTo>
                    <a:pt x="35" y="118"/>
                    <a:pt x="26" y="112"/>
                    <a:pt x="17" y="106"/>
                  </a:cubicBezTo>
                  <a:cubicBezTo>
                    <a:pt x="10" y="102"/>
                    <a:pt x="4" y="98"/>
                    <a:pt x="3" y="92"/>
                  </a:cubicBezTo>
                  <a:cubicBezTo>
                    <a:pt x="2" y="90"/>
                    <a:pt x="3" y="87"/>
                    <a:pt x="5" y="84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79"/>
                    <a:pt x="11" y="77"/>
                    <a:pt x="12" y="74"/>
                  </a:cubicBezTo>
                  <a:cubicBezTo>
                    <a:pt x="12" y="72"/>
                    <a:pt x="11" y="71"/>
                    <a:pt x="11" y="69"/>
                  </a:cubicBezTo>
                  <a:cubicBezTo>
                    <a:pt x="10" y="68"/>
                    <a:pt x="10" y="66"/>
                    <a:pt x="10" y="65"/>
                  </a:cubicBezTo>
                  <a:cubicBezTo>
                    <a:pt x="10" y="49"/>
                    <a:pt x="33" y="40"/>
                    <a:pt x="46" y="38"/>
                  </a:cubicBezTo>
                  <a:cubicBezTo>
                    <a:pt x="58" y="37"/>
                    <a:pt x="70" y="29"/>
                    <a:pt x="81" y="20"/>
                  </a:cubicBezTo>
                  <a:cubicBezTo>
                    <a:pt x="93" y="11"/>
                    <a:pt x="105" y="2"/>
                    <a:pt x="117" y="2"/>
                  </a:cubicBezTo>
                  <a:cubicBezTo>
                    <a:pt x="122" y="2"/>
                    <a:pt x="130" y="7"/>
                    <a:pt x="137" y="12"/>
                  </a:cubicBezTo>
                  <a:cubicBezTo>
                    <a:pt x="143" y="16"/>
                    <a:pt x="148" y="20"/>
                    <a:pt x="153" y="21"/>
                  </a:cubicBezTo>
                  <a:cubicBezTo>
                    <a:pt x="165" y="24"/>
                    <a:pt x="169" y="31"/>
                    <a:pt x="171" y="37"/>
                  </a:cubicBezTo>
                  <a:cubicBezTo>
                    <a:pt x="173" y="42"/>
                    <a:pt x="175" y="46"/>
                    <a:pt x="179" y="48"/>
                  </a:cubicBezTo>
                  <a:cubicBezTo>
                    <a:pt x="194" y="55"/>
                    <a:pt x="207" y="78"/>
                    <a:pt x="206" y="94"/>
                  </a:cubicBezTo>
                  <a:cubicBezTo>
                    <a:pt x="204" y="110"/>
                    <a:pt x="187" y="116"/>
                    <a:pt x="174" y="121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64" y="124"/>
                    <a:pt x="164" y="124"/>
                    <a:pt x="164" y="124"/>
                  </a:cubicBezTo>
                  <a:cubicBezTo>
                    <a:pt x="159" y="125"/>
                    <a:pt x="154" y="127"/>
                    <a:pt x="151" y="129"/>
                  </a:cubicBezTo>
                  <a:cubicBezTo>
                    <a:pt x="147" y="132"/>
                    <a:pt x="147" y="134"/>
                    <a:pt x="147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6" y="150"/>
                    <a:pt x="140" y="163"/>
                    <a:pt x="130" y="168"/>
                  </a:cubicBezTo>
                  <a:cubicBezTo>
                    <a:pt x="122" y="171"/>
                    <a:pt x="114" y="171"/>
                    <a:pt x="106" y="170"/>
                  </a:cubicBezTo>
                  <a:cubicBezTo>
                    <a:pt x="98" y="170"/>
                    <a:pt x="98" y="170"/>
                    <a:pt x="98" y="170"/>
                  </a:cubicBezTo>
                  <a:cubicBezTo>
                    <a:pt x="94" y="170"/>
                    <a:pt x="90" y="171"/>
                    <a:pt x="86" y="172"/>
                  </a:cubicBezTo>
                  <a:cubicBezTo>
                    <a:pt x="82" y="174"/>
                    <a:pt x="78" y="175"/>
                    <a:pt x="74" y="175"/>
                  </a:cubicBezTo>
                  <a:cubicBezTo>
                    <a:pt x="71" y="175"/>
                    <a:pt x="69" y="174"/>
                    <a:pt x="67" y="173"/>
                  </a:cubicBezTo>
                  <a:cubicBezTo>
                    <a:pt x="63" y="171"/>
                    <a:pt x="59" y="169"/>
                    <a:pt x="54" y="171"/>
                  </a:cubicBezTo>
                  <a:cubicBezTo>
                    <a:pt x="52" y="172"/>
                    <a:pt x="50" y="176"/>
                    <a:pt x="49" y="179"/>
                  </a:cubicBezTo>
                  <a:cubicBezTo>
                    <a:pt x="49" y="182"/>
                    <a:pt x="48" y="185"/>
                    <a:pt x="46" y="186"/>
                  </a:cubicBezTo>
                  <a:cubicBezTo>
                    <a:pt x="46" y="187"/>
                    <a:pt x="46" y="187"/>
                    <a:pt x="46" y="187"/>
                  </a:cubicBezTo>
                  <a:cubicBezTo>
                    <a:pt x="49" y="185"/>
                    <a:pt x="50" y="182"/>
                    <a:pt x="51" y="179"/>
                  </a:cubicBezTo>
                  <a:cubicBezTo>
                    <a:pt x="52" y="176"/>
                    <a:pt x="53" y="173"/>
                    <a:pt x="55" y="172"/>
                  </a:cubicBezTo>
                  <a:cubicBezTo>
                    <a:pt x="59" y="171"/>
                    <a:pt x="62" y="172"/>
                    <a:pt x="66" y="174"/>
                  </a:cubicBezTo>
                  <a:cubicBezTo>
                    <a:pt x="68" y="175"/>
                    <a:pt x="71" y="176"/>
                    <a:pt x="74" y="177"/>
                  </a:cubicBezTo>
                  <a:cubicBezTo>
                    <a:pt x="78" y="177"/>
                    <a:pt x="82" y="176"/>
                    <a:pt x="86" y="174"/>
                  </a:cubicBezTo>
                  <a:cubicBezTo>
                    <a:pt x="90" y="173"/>
                    <a:pt x="94" y="171"/>
                    <a:pt x="98" y="171"/>
                  </a:cubicBezTo>
                  <a:cubicBezTo>
                    <a:pt x="106" y="172"/>
                    <a:pt x="106" y="172"/>
                    <a:pt x="106" y="172"/>
                  </a:cubicBezTo>
                  <a:cubicBezTo>
                    <a:pt x="114" y="172"/>
                    <a:pt x="123" y="173"/>
                    <a:pt x="130" y="169"/>
                  </a:cubicBezTo>
                  <a:cubicBezTo>
                    <a:pt x="141" y="165"/>
                    <a:pt x="148" y="151"/>
                    <a:pt x="148" y="140"/>
                  </a:cubicBezTo>
                  <a:cubicBezTo>
                    <a:pt x="148" y="140"/>
                    <a:pt x="149" y="138"/>
                    <a:pt x="149" y="138"/>
                  </a:cubicBezTo>
                  <a:cubicBezTo>
                    <a:pt x="149" y="134"/>
                    <a:pt x="149" y="133"/>
                    <a:pt x="152" y="131"/>
                  </a:cubicBezTo>
                  <a:cubicBezTo>
                    <a:pt x="155" y="128"/>
                    <a:pt x="160" y="127"/>
                    <a:pt x="164" y="126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88" y="118"/>
                    <a:pt x="206" y="111"/>
                    <a:pt x="207" y="95"/>
                  </a:cubicBezTo>
                  <a:cubicBezTo>
                    <a:pt x="209" y="77"/>
                    <a:pt x="196" y="54"/>
                    <a:pt x="180" y="46"/>
                  </a:cubicBezTo>
                  <a:cubicBezTo>
                    <a:pt x="176" y="44"/>
                    <a:pt x="175" y="41"/>
                    <a:pt x="173" y="37"/>
                  </a:cubicBezTo>
                  <a:cubicBezTo>
                    <a:pt x="170" y="30"/>
                    <a:pt x="167" y="22"/>
                    <a:pt x="153" y="19"/>
                  </a:cubicBezTo>
                  <a:cubicBezTo>
                    <a:pt x="149" y="18"/>
                    <a:pt x="144" y="14"/>
                    <a:pt x="138" y="11"/>
                  </a:cubicBezTo>
                  <a:cubicBezTo>
                    <a:pt x="131" y="6"/>
                    <a:pt x="123" y="0"/>
                    <a:pt x="117" y="0"/>
                  </a:cubicBezTo>
                  <a:cubicBezTo>
                    <a:pt x="104" y="0"/>
                    <a:pt x="92" y="10"/>
                    <a:pt x="8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319">
              <a:extLst>
                <a:ext uri="{FF2B5EF4-FFF2-40B4-BE49-F238E27FC236}">
                  <a16:creationId xmlns:a16="http://schemas.microsoft.com/office/drawing/2014/main" id="{4A7E4A39-C44F-451E-954B-1BE1919B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498"/>
              <a:ext cx="217" cy="311"/>
            </a:xfrm>
            <a:custGeom>
              <a:avLst/>
              <a:gdLst>
                <a:gd name="T0" fmla="*/ 1181 w 72"/>
                <a:gd name="T1" fmla="*/ 3197 h 97"/>
                <a:gd name="T2" fmla="*/ 1371 w 72"/>
                <a:gd name="T3" fmla="*/ 1417 h 97"/>
                <a:gd name="T4" fmla="*/ 817 w 72"/>
                <a:gd name="T5" fmla="*/ 433 h 97"/>
                <a:gd name="T6" fmla="*/ 0 w 72"/>
                <a:gd name="T7" fmla="*/ 0 h 97"/>
                <a:gd name="T8" fmla="*/ 464 w 72"/>
                <a:gd name="T9" fmla="*/ 494 h 97"/>
                <a:gd name="T10" fmla="*/ 600 w 72"/>
                <a:gd name="T11" fmla="*/ 1315 h 97"/>
                <a:gd name="T12" fmla="*/ 1209 w 72"/>
                <a:gd name="T13" fmla="*/ 2046 h 97"/>
                <a:gd name="T14" fmla="*/ 1154 w 72"/>
                <a:gd name="T15" fmla="*/ 287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97">
                  <a:moveTo>
                    <a:pt x="43" y="97"/>
                  </a:moveTo>
                  <a:cubicBezTo>
                    <a:pt x="72" y="89"/>
                    <a:pt x="72" y="59"/>
                    <a:pt x="50" y="43"/>
                  </a:cubicBezTo>
                  <a:cubicBezTo>
                    <a:pt x="39" y="35"/>
                    <a:pt x="40" y="23"/>
                    <a:pt x="30" y="13"/>
                  </a:cubicBezTo>
                  <a:cubicBezTo>
                    <a:pt x="24" y="8"/>
                    <a:pt x="8" y="2"/>
                    <a:pt x="0" y="0"/>
                  </a:cubicBezTo>
                  <a:cubicBezTo>
                    <a:pt x="8" y="2"/>
                    <a:pt x="12" y="10"/>
                    <a:pt x="17" y="15"/>
                  </a:cubicBezTo>
                  <a:cubicBezTo>
                    <a:pt x="23" y="20"/>
                    <a:pt x="30" y="32"/>
                    <a:pt x="22" y="40"/>
                  </a:cubicBezTo>
                  <a:cubicBezTo>
                    <a:pt x="29" y="48"/>
                    <a:pt x="40" y="52"/>
                    <a:pt x="44" y="62"/>
                  </a:cubicBezTo>
                  <a:cubicBezTo>
                    <a:pt x="47" y="71"/>
                    <a:pt x="45" y="82"/>
                    <a:pt x="42" y="87"/>
                  </a:cubicBezTo>
                </a:path>
              </a:pathLst>
            </a:custGeom>
            <a:solidFill>
              <a:srgbClr val="E8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320">
              <a:extLst>
                <a:ext uri="{FF2B5EF4-FFF2-40B4-BE49-F238E27FC236}">
                  <a16:creationId xmlns:a16="http://schemas.microsoft.com/office/drawing/2014/main" id="{96A8E63D-0E56-4B94-B3B7-97A92963E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520"/>
              <a:ext cx="198" cy="157"/>
            </a:xfrm>
            <a:custGeom>
              <a:avLst/>
              <a:gdLst>
                <a:gd name="T0" fmla="*/ 54 w 66"/>
                <a:gd name="T1" fmla="*/ 1612 h 49"/>
                <a:gd name="T2" fmla="*/ 216 w 66"/>
                <a:gd name="T3" fmla="*/ 923 h 49"/>
                <a:gd name="T4" fmla="*/ 702 w 66"/>
                <a:gd name="T5" fmla="*/ 689 h 49"/>
                <a:gd name="T6" fmla="*/ 1188 w 66"/>
                <a:gd name="T7" fmla="*/ 493 h 49"/>
                <a:gd name="T8" fmla="*/ 1782 w 66"/>
                <a:gd name="T9" fmla="*/ 0 h 49"/>
                <a:gd name="T10" fmla="*/ 945 w 66"/>
                <a:gd name="T11" fmla="*/ 955 h 49"/>
                <a:gd name="T12" fmla="*/ 459 w 66"/>
                <a:gd name="T13" fmla="*/ 1253 h 49"/>
                <a:gd name="T14" fmla="*/ 162 w 66"/>
                <a:gd name="T15" fmla="*/ 1551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49">
                  <a:moveTo>
                    <a:pt x="2" y="49"/>
                  </a:moveTo>
                  <a:cubicBezTo>
                    <a:pt x="6" y="42"/>
                    <a:pt x="0" y="34"/>
                    <a:pt x="8" y="28"/>
                  </a:cubicBezTo>
                  <a:cubicBezTo>
                    <a:pt x="13" y="25"/>
                    <a:pt x="21" y="22"/>
                    <a:pt x="26" y="21"/>
                  </a:cubicBezTo>
                  <a:cubicBezTo>
                    <a:pt x="33" y="19"/>
                    <a:pt x="38" y="18"/>
                    <a:pt x="44" y="15"/>
                  </a:cubicBezTo>
                  <a:cubicBezTo>
                    <a:pt x="52" y="11"/>
                    <a:pt x="61" y="5"/>
                    <a:pt x="66" y="0"/>
                  </a:cubicBezTo>
                  <a:cubicBezTo>
                    <a:pt x="62" y="17"/>
                    <a:pt x="33" y="13"/>
                    <a:pt x="35" y="29"/>
                  </a:cubicBezTo>
                  <a:cubicBezTo>
                    <a:pt x="27" y="28"/>
                    <a:pt x="19" y="29"/>
                    <a:pt x="17" y="38"/>
                  </a:cubicBezTo>
                  <a:cubicBezTo>
                    <a:pt x="10" y="38"/>
                    <a:pt x="8" y="43"/>
                    <a:pt x="6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321">
              <a:extLst>
                <a:ext uri="{FF2B5EF4-FFF2-40B4-BE49-F238E27FC236}">
                  <a16:creationId xmlns:a16="http://schemas.microsoft.com/office/drawing/2014/main" id="{0EC27743-77DB-4422-B6DB-0E8E95316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796"/>
              <a:ext cx="33" cy="148"/>
            </a:xfrm>
            <a:custGeom>
              <a:avLst/>
              <a:gdLst>
                <a:gd name="T0" fmla="*/ 54 w 11"/>
                <a:gd name="T1" fmla="*/ 0 h 46"/>
                <a:gd name="T2" fmla="*/ 27 w 11"/>
                <a:gd name="T3" fmla="*/ 705 h 46"/>
                <a:gd name="T4" fmla="*/ 81 w 11"/>
                <a:gd name="T5" fmla="*/ 962 h 46"/>
                <a:gd name="T6" fmla="*/ 270 w 11"/>
                <a:gd name="T7" fmla="*/ 1531 h 46"/>
                <a:gd name="T8" fmla="*/ 135 w 11"/>
                <a:gd name="T9" fmla="*/ 663 h 46"/>
                <a:gd name="T10" fmla="*/ 243 w 11"/>
                <a:gd name="T11" fmla="*/ 299 h 46"/>
                <a:gd name="T12" fmla="*/ 54 w 11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6">
                  <a:moveTo>
                    <a:pt x="2" y="0"/>
                  </a:moveTo>
                  <a:cubicBezTo>
                    <a:pt x="9" y="8"/>
                    <a:pt x="5" y="13"/>
                    <a:pt x="1" y="21"/>
                  </a:cubicBezTo>
                  <a:cubicBezTo>
                    <a:pt x="0" y="25"/>
                    <a:pt x="0" y="26"/>
                    <a:pt x="3" y="29"/>
                  </a:cubicBezTo>
                  <a:cubicBezTo>
                    <a:pt x="7" y="34"/>
                    <a:pt x="11" y="39"/>
                    <a:pt x="10" y="46"/>
                  </a:cubicBezTo>
                  <a:cubicBezTo>
                    <a:pt x="11" y="37"/>
                    <a:pt x="3" y="29"/>
                    <a:pt x="5" y="20"/>
                  </a:cubicBezTo>
                  <a:cubicBezTo>
                    <a:pt x="6" y="17"/>
                    <a:pt x="9" y="13"/>
                    <a:pt x="9" y="9"/>
                  </a:cubicBezTo>
                  <a:cubicBezTo>
                    <a:pt x="8" y="5"/>
                    <a:pt x="5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steaming-hot-cup-of-coffee">
            <a:extLst>
              <a:ext uri="{FF2B5EF4-FFF2-40B4-BE49-F238E27FC236}">
                <a16:creationId xmlns:a16="http://schemas.microsoft.com/office/drawing/2014/main" id="{AFCBEAE7-BF5D-4B62-9371-57FA45D4D5F8}"/>
              </a:ext>
            </a:extLst>
          </p:cNvPr>
          <p:cNvGrpSpPr>
            <a:grpSpLocks/>
          </p:cNvGrpSpPr>
          <p:nvPr/>
        </p:nvGrpSpPr>
        <p:grpSpPr bwMode="auto">
          <a:xfrm>
            <a:off x="5200650" y="2454275"/>
            <a:ext cx="2560638" cy="3514725"/>
            <a:chOff x="2316" y="1546"/>
            <a:chExt cx="1613" cy="2214"/>
          </a:xfrm>
        </p:grpSpPr>
        <p:sp>
          <p:nvSpPr>
            <p:cNvPr id="29701" name="Oval 323">
              <a:extLst>
                <a:ext uri="{FF2B5EF4-FFF2-40B4-BE49-F238E27FC236}">
                  <a16:creationId xmlns:a16="http://schemas.microsoft.com/office/drawing/2014/main" id="{34CD29C9-2C69-493C-8A73-DD0A6C789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520"/>
              <a:ext cx="1598" cy="1240"/>
            </a:xfrm>
            <a:prstGeom prst="ellipse">
              <a:avLst/>
            </a:prstGeom>
            <a:solidFill>
              <a:srgbClr val="DCE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02" name="Freeform 324">
              <a:extLst>
                <a:ext uri="{FF2B5EF4-FFF2-40B4-BE49-F238E27FC236}">
                  <a16:creationId xmlns:a16="http://schemas.microsoft.com/office/drawing/2014/main" id="{B476A855-EC2D-4318-ACD0-FB5CF6462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670"/>
              <a:ext cx="1298" cy="612"/>
            </a:xfrm>
            <a:custGeom>
              <a:avLst/>
              <a:gdLst>
                <a:gd name="T0" fmla="*/ 54 w 1075"/>
                <a:gd name="T1" fmla="*/ 839 h 507"/>
                <a:gd name="T2" fmla="*/ 54 w 1075"/>
                <a:gd name="T3" fmla="*/ 606 h 507"/>
                <a:gd name="T4" fmla="*/ 222 w 1075"/>
                <a:gd name="T5" fmla="*/ 309 h 507"/>
                <a:gd name="T6" fmla="*/ 1129 w 1075"/>
                <a:gd name="T7" fmla="*/ 7 h 507"/>
                <a:gd name="T8" fmla="*/ 1779 w 1075"/>
                <a:gd name="T9" fmla="*/ 220 h 507"/>
                <a:gd name="T10" fmla="*/ 1875 w 1075"/>
                <a:gd name="T11" fmla="*/ 416 h 507"/>
                <a:gd name="T12" fmla="*/ 1509 w 1075"/>
                <a:gd name="T13" fmla="*/ 409 h 507"/>
                <a:gd name="T14" fmla="*/ 965 w 1075"/>
                <a:gd name="T15" fmla="*/ 363 h 507"/>
                <a:gd name="T16" fmla="*/ 490 w 1075"/>
                <a:gd name="T17" fmla="*/ 535 h 507"/>
                <a:gd name="T18" fmla="*/ 380 w 1075"/>
                <a:gd name="T19" fmla="*/ 809 h 507"/>
                <a:gd name="T20" fmla="*/ 192 w 1075"/>
                <a:gd name="T21" fmla="*/ 886 h 507"/>
                <a:gd name="T22" fmla="*/ 54 w 1075"/>
                <a:gd name="T23" fmla="*/ 835 h 5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75" h="507">
                  <a:moveTo>
                    <a:pt x="31" y="477"/>
                  </a:moveTo>
                  <a:cubicBezTo>
                    <a:pt x="0" y="455"/>
                    <a:pt x="22" y="373"/>
                    <a:pt x="31" y="345"/>
                  </a:cubicBezTo>
                  <a:cubicBezTo>
                    <a:pt x="49" y="281"/>
                    <a:pt x="77" y="222"/>
                    <a:pt x="126" y="176"/>
                  </a:cubicBezTo>
                  <a:cubicBezTo>
                    <a:pt x="260" y="51"/>
                    <a:pt x="463" y="9"/>
                    <a:pt x="641" y="4"/>
                  </a:cubicBezTo>
                  <a:cubicBezTo>
                    <a:pt x="765" y="0"/>
                    <a:pt x="917" y="38"/>
                    <a:pt x="1010" y="125"/>
                  </a:cubicBezTo>
                  <a:cubicBezTo>
                    <a:pt x="1041" y="155"/>
                    <a:pt x="1075" y="192"/>
                    <a:pt x="1065" y="237"/>
                  </a:cubicBezTo>
                  <a:cubicBezTo>
                    <a:pt x="1046" y="329"/>
                    <a:pt x="906" y="252"/>
                    <a:pt x="857" y="233"/>
                  </a:cubicBezTo>
                  <a:cubicBezTo>
                    <a:pt x="764" y="196"/>
                    <a:pt x="647" y="198"/>
                    <a:pt x="548" y="206"/>
                  </a:cubicBezTo>
                  <a:cubicBezTo>
                    <a:pt x="461" y="212"/>
                    <a:pt x="335" y="228"/>
                    <a:pt x="278" y="304"/>
                  </a:cubicBezTo>
                  <a:cubicBezTo>
                    <a:pt x="245" y="348"/>
                    <a:pt x="256" y="416"/>
                    <a:pt x="216" y="460"/>
                  </a:cubicBezTo>
                  <a:cubicBezTo>
                    <a:pt x="189" y="490"/>
                    <a:pt x="149" y="502"/>
                    <a:pt x="109" y="504"/>
                  </a:cubicBezTo>
                  <a:cubicBezTo>
                    <a:pt x="84" y="506"/>
                    <a:pt x="35" y="507"/>
                    <a:pt x="31" y="475"/>
                  </a:cubicBezTo>
                </a:path>
              </a:pathLst>
            </a:custGeom>
            <a:solidFill>
              <a:srgbClr val="D2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325">
              <a:extLst>
                <a:ext uri="{FF2B5EF4-FFF2-40B4-BE49-F238E27FC236}">
                  <a16:creationId xmlns:a16="http://schemas.microsoft.com/office/drawing/2014/main" id="{A2435995-93A1-42FD-BF87-4F66EED80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973"/>
              <a:ext cx="507" cy="462"/>
            </a:xfrm>
            <a:custGeom>
              <a:avLst/>
              <a:gdLst>
                <a:gd name="T0" fmla="*/ 49 w 420"/>
                <a:gd name="T1" fmla="*/ 373 h 383"/>
                <a:gd name="T2" fmla="*/ 162 w 420"/>
                <a:gd name="T3" fmla="*/ 598 h 383"/>
                <a:gd name="T4" fmla="*/ 480 w 420"/>
                <a:gd name="T5" fmla="*/ 409 h 383"/>
                <a:gd name="T6" fmla="*/ 709 w 420"/>
                <a:gd name="T7" fmla="*/ 189 h 383"/>
                <a:gd name="T8" fmla="*/ 704 w 420"/>
                <a:gd name="T9" fmla="*/ 28 h 383"/>
                <a:gd name="T10" fmla="*/ 613 w 420"/>
                <a:gd name="T11" fmla="*/ 135 h 383"/>
                <a:gd name="T12" fmla="*/ 338 w 420"/>
                <a:gd name="T13" fmla="*/ 316 h 383"/>
                <a:gd name="T14" fmla="*/ 28 w 420"/>
                <a:gd name="T15" fmla="*/ 344 h 3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0" h="383">
                  <a:moveTo>
                    <a:pt x="28" y="212"/>
                  </a:moveTo>
                  <a:cubicBezTo>
                    <a:pt x="20" y="270"/>
                    <a:pt x="0" y="383"/>
                    <a:pt x="92" y="341"/>
                  </a:cubicBezTo>
                  <a:cubicBezTo>
                    <a:pt x="163" y="308"/>
                    <a:pt x="220" y="288"/>
                    <a:pt x="273" y="233"/>
                  </a:cubicBezTo>
                  <a:cubicBezTo>
                    <a:pt x="314" y="191"/>
                    <a:pt x="384" y="167"/>
                    <a:pt x="403" y="108"/>
                  </a:cubicBezTo>
                  <a:cubicBezTo>
                    <a:pt x="409" y="89"/>
                    <a:pt x="420" y="27"/>
                    <a:pt x="400" y="16"/>
                  </a:cubicBezTo>
                  <a:cubicBezTo>
                    <a:pt x="371" y="0"/>
                    <a:pt x="359" y="58"/>
                    <a:pt x="349" y="77"/>
                  </a:cubicBezTo>
                  <a:cubicBezTo>
                    <a:pt x="317" y="137"/>
                    <a:pt x="261" y="176"/>
                    <a:pt x="192" y="180"/>
                  </a:cubicBezTo>
                  <a:cubicBezTo>
                    <a:pt x="130" y="184"/>
                    <a:pt x="55" y="134"/>
                    <a:pt x="16" y="196"/>
                  </a:cubicBezTo>
                </a:path>
              </a:pathLst>
            </a:custGeom>
            <a:solidFill>
              <a:srgbClr val="C7D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Oval 326">
              <a:extLst>
                <a:ext uri="{FF2B5EF4-FFF2-40B4-BE49-F238E27FC236}">
                  <a16:creationId xmlns:a16="http://schemas.microsoft.com/office/drawing/2014/main" id="{37C2AC45-868B-4F5C-92B1-39B5025FC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3205"/>
              <a:ext cx="454" cy="237"/>
            </a:xfrm>
            <a:prstGeom prst="ellipse">
              <a:avLst/>
            </a:prstGeom>
            <a:solidFill>
              <a:srgbClr val="B0B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05" name="Freeform 327">
              <a:extLst>
                <a:ext uri="{FF2B5EF4-FFF2-40B4-BE49-F238E27FC236}">
                  <a16:creationId xmlns:a16="http://schemas.microsoft.com/office/drawing/2014/main" id="{0DEFD499-8A6F-45A8-B345-DD853546A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541"/>
              <a:ext cx="1584" cy="688"/>
            </a:xfrm>
            <a:custGeom>
              <a:avLst/>
              <a:gdLst>
                <a:gd name="T0" fmla="*/ 70 w 1312"/>
                <a:gd name="T1" fmla="*/ 1002 h 570"/>
                <a:gd name="T2" fmla="*/ 1128 w 1312"/>
                <a:gd name="T3" fmla="*/ 52 h 570"/>
                <a:gd name="T4" fmla="*/ 2308 w 1312"/>
                <a:gd name="T5" fmla="*/ 791 h 570"/>
                <a:gd name="T6" fmla="*/ 1216 w 1312"/>
                <a:gd name="T7" fmla="*/ 101 h 570"/>
                <a:gd name="T8" fmla="*/ 70 w 1312"/>
                <a:gd name="T9" fmla="*/ 1002 h 5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2" h="570">
                  <a:moveTo>
                    <a:pt x="40" y="570"/>
                  </a:moveTo>
                  <a:cubicBezTo>
                    <a:pt x="40" y="570"/>
                    <a:pt x="0" y="62"/>
                    <a:pt x="641" y="30"/>
                  </a:cubicBezTo>
                  <a:cubicBezTo>
                    <a:pt x="1252" y="0"/>
                    <a:pt x="1312" y="450"/>
                    <a:pt x="1312" y="450"/>
                  </a:cubicBezTo>
                  <a:cubicBezTo>
                    <a:pt x="1312" y="450"/>
                    <a:pt x="1235" y="43"/>
                    <a:pt x="691" y="58"/>
                  </a:cubicBezTo>
                  <a:cubicBezTo>
                    <a:pt x="17" y="77"/>
                    <a:pt x="40" y="570"/>
                    <a:pt x="40" y="570"/>
                  </a:cubicBezTo>
                  <a:close/>
                </a:path>
              </a:pathLst>
            </a:custGeom>
            <a:solidFill>
              <a:srgbClr val="B0B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328">
              <a:extLst>
                <a:ext uri="{FF2B5EF4-FFF2-40B4-BE49-F238E27FC236}">
                  <a16:creationId xmlns:a16="http://schemas.microsoft.com/office/drawing/2014/main" id="{AE296541-3534-4A04-A688-57F629993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591"/>
              <a:ext cx="897" cy="818"/>
            </a:xfrm>
            <a:custGeom>
              <a:avLst/>
              <a:gdLst>
                <a:gd name="T0" fmla="*/ 2 w 743"/>
                <a:gd name="T1" fmla="*/ 0 h 677"/>
                <a:gd name="T2" fmla="*/ 1281 w 743"/>
                <a:gd name="T3" fmla="*/ 0 h 677"/>
                <a:gd name="T4" fmla="*/ 978 w 743"/>
                <a:gd name="T5" fmla="*/ 1033 h 677"/>
                <a:gd name="T6" fmla="*/ 645 w 743"/>
                <a:gd name="T7" fmla="*/ 1191 h 677"/>
                <a:gd name="T8" fmla="*/ 365 w 743"/>
                <a:gd name="T9" fmla="*/ 1089 h 677"/>
                <a:gd name="T10" fmla="*/ 2 w 743"/>
                <a:gd name="T11" fmla="*/ 0 h 6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3" h="677">
                  <a:moveTo>
                    <a:pt x="2" y="0"/>
                  </a:moveTo>
                  <a:cubicBezTo>
                    <a:pt x="728" y="0"/>
                    <a:pt x="728" y="0"/>
                    <a:pt x="728" y="0"/>
                  </a:cubicBezTo>
                  <a:cubicBezTo>
                    <a:pt x="728" y="0"/>
                    <a:pt x="743" y="394"/>
                    <a:pt x="556" y="586"/>
                  </a:cubicBezTo>
                  <a:cubicBezTo>
                    <a:pt x="489" y="655"/>
                    <a:pt x="474" y="670"/>
                    <a:pt x="366" y="675"/>
                  </a:cubicBezTo>
                  <a:cubicBezTo>
                    <a:pt x="312" y="677"/>
                    <a:pt x="233" y="651"/>
                    <a:pt x="207" y="617"/>
                  </a:cubicBezTo>
                  <a:cubicBezTo>
                    <a:pt x="182" y="583"/>
                    <a:pt x="0" y="474"/>
                    <a:pt x="2" y="0"/>
                  </a:cubicBezTo>
                  <a:close/>
                </a:path>
              </a:pathLst>
            </a:custGeom>
            <a:solidFill>
              <a:srgbClr val="CC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329">
              <a:extLst>
                <a:ext uri="{FF2B5EF4-FFF2-40B4-BE49-F238E27FC236}">
                  <a16:creationId xmlns:a16="http://schemas.microsoft.com/office/drawing/2014/main" id="{A78CE068-B236-420A-82D4-904469EC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022"/>
              <a:ext cx="276" cy="138"/>
            </a:xfrm>
            <a:custGeom>
              <a:avLst/>
              <a:gdLst>
                <a:gd name="T0" fmla="*/ 0 w 229"/>
                <a:gd name="T1" fmla="*/ 202 h 114"/>
                <a:gd name="T2" fmla="*/ 94 w 229"/>
                <a:gd name="T3" fmla="*/ 153 h 114"/>
                <a:gd name="T4" fmla="*/ 401 w 229"/>
                <a:gd name="T5" fmla="*/ 0 h 114"/>
                <a:gd name="T6" fmla="*/ 94 w 229"/>
                <a:gd name="T7" fmla="*/ 162 h 114"/>
                <a:gd name="T8" fmla="*/ 0 w 229"/>
                <a:gd name="T9" fmla="*/ 20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114">
                  <a:moveTo>
                    <a:pt x="0" y="114"/>
                  </a:moveTo>
                  <a:cubicBezTo>
                    <a:pt x="0" y="114"/>
                    <a:pt x="17" y="88"/>
                    <a:pt x="54" y="86"/>
                  </a:cubicBezTo>
                  <a:cubicBezTo>
                    <a:pt x="91" y="84"/>
                    <a:pt x="187" y="43"/>
                    <a:pt x="229" y="0"/>
                  </a:cubicBezTo>
                  <a:cubicBezTo>
                    <a:pt x="229" y="0"/>
                    <a:pt x="216" y="53"/>
                    <a:pt x="54" y="92"/>
                  </a:cubicBezTo>
                  <a:cubicBezTo>
                    <a:pt x="25" y="99"/>
                    <a:pt x="0" y="114"/>
                    <a:pt x="0" y="114"/>
                  </a:cubicBezTo>
                  <a:close/>
                </a:path>
              </a:pathLst>
            </a:custGeom>
            <a:solidFill>
              <a:srgbClr val="929D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330">
              <a:extLst>
                <a:ext uri="{FF2B5EF4-FFF2-40B4-BE49-F238E27FC236}">
                  <a16:creationId xmlns:a16="http://schemas.microsoft.com/office/drawing/2014/main" id="{A4C6E4A8-99ED-49D2-9DF1-BC8576640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734"/>
              <a:ext cx="823" cy="238"/>
            </a:xfrm>
            <a:custGeom>
              <a:avLst/>
              <a:gdLst>
                <a:gd name="T0" fmla="*/ 0 w 682"/>
                <a:gd name="T1" fmla="*/ 7 h 197"/>
                <a:gd name="T2" fmla="*/ 603 w 682"/>
                <a:gd name="T3" fmla="*/ 272 h 197"/>
                <a:gd name="T4" fmla="*/ 1198 w 682"/>
                <a:gd name="T5" fmla="*/ 0 h 197"/>
                <a:gd name="T6" fmla="*/ 606 w 682"/>
                <a:gd name="T7" fmla="*/ 329 h 197"/>
                <a:gd name="T8" fmla="*/ 0 w 682"/>
                <a:gd name="T9" fmla="*/ 7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2" h="197">
                  <a:moveTo>
                    <a:pt x="0" y="4"/>
                  </a:moveTo>
                  <a:cubicBezTo>
                    <a:pt x="0" y="4"/>
                    <a:pt x="115" y="162"/>
                    <a:pt x="343" y="154"/>
                  </a:cubicBezTo>
                  <a:cubicBezTo>
                    <a:pt x="601" y="145"/>
                    <a:pt x="682" y="0"/>
                    <a:pt x="682" y="0"/>
                  </a:cubicBezTo>
                  <a:cubicBezTo>
                    <a:pt x="682" y="0"/>
                    <a:pt x="635" y="173"/>
                    <a:pt x="345" y="186"/>
                  </a:cubicBezTo>
                  <a:cubicBezTo>
                    <a:pt x="94" y="197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D7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Oval 331">
              <a:extLst>
                <a:ext uri="{FF2B5EF4-FFF2-40B4-BE49-F238E27FC236}">
                  <a16:creationId xmlns:a16="http://schemas.microsoft.com/office/drawing/2014/main" id="{EF5CFA41-2AB8-419C-878A-90F004357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330"/>
              <a:ext cx="877" cy="574"/>
            </a:xfrm>
            <a:prstGeom prst="ellipse">
              <a:avLst/>
            </a:prstGeom>
            <a:solidFill>
              <a:srgbClr val="B8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10" name="Freeform 332">
              <a:extLst>
                <a:ext uri="{FF2B5EF4-FFF2-40B4-BE49-F238E27FC236}">
                  <a16:creationId xmlns:a16="http://schemas.microsoft.com/office/drawing/2014/main" id="{272353F1-5905-4F86-85AD-6AF18680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344"/>
              <a:ext cx="804" cy="188"/>
            </a:xfrm>
            <a:custGeom>
              <a:avLst/>
              <a:gdLst>
                <a:gd name="T0" fmla="*/ 1172 w 666"/>
                <a:gd name="T1" fmla="*/ 231 h 156"/>
                <a:gd name="T2" fmla="*/ 600 w 666"/>
                <a:gd name="T3" fmla="*/ 0 h 156"/>
                <a:gd name="T4" fmla="*/ 0 w 666"/>
                <a:gd name="T5" fmla="*/ 274 h 156"/>
                <a:gd name="T6" fmla="*/ 593 w 666"/>
                <a:gd name="T7" fmla="*/ 36 h 156"/>
                <a:gd name="T8" fmla="*/ 1172 w 666"/>
                <a:gd name="T9" fmla="*/ 231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6" h="156">
                  <a:moveTo>
                    <a:pt x="666" y="132"/>
                  </a:moveTo>
                  <a:cubicBezTo>
                    <a:pt x="607" y="53"/>
                    <a:pt x="484" y="0"/>
                    <a:pt x="341" y="0"/>
                  </a:cubicBezTo>
                  <a:cubicBezTo>
                    <a:pt x="184" y="0"/>
                    <a:pt x="50" y="65"/>
                    <a:pt x="0" y="156"/>
                  </a:cubicBezTo>
                  <a:cubicBezTo>
                    <a:pt x="0" y="156"/>
                    <a:pt x="115" y="23"/>
                    <a:pt x="337" y="21"/>
                  </a:cubicBezTo>
                  <a:cubicBezTo>
                    <a:pt x="559" y="19"/>
                    <a:pt x="666" y="132"/>
                    <a:pt x="666" y="132"/>
                  </a:cubicBezTo>
                  <a:close/>
                </a:path>
              </a:pathLst>
            </a:custGeom>
            <a:solidFill>
              <a:srgbClr val="C6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333">
              <a:extLst>
                <a:ext uri="{FF2B5EF4-FFF2-40B4-BE49-F238E27FC236}">
                  <a16:creationId xmlns:a16="http://schemas.microsoft.com/office/drawing/2014/main" id="{C3714D08-8C59-4846-BDC8-AFC54BD8D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44"/>
              <a:ext cx="804" cy="458"/>
            </a:xfrm>
            <a:custGeom>
              <a:avLst/>
              <a:gdLst>
                <a:gd name="T0" fmla="*/ 585 w 666"/>
                <a:gd name="T1" fmla="*/ 0 h 379"/>
                <a:gd name="T2" fmla="*/ 0 w 666"/>
                <a:gd name="T3" fmla="*/ 373 h 379"/>
                <a:gd name="T4" fmla="*/ 7 w 666"/>
                <a:gd name="T5" fmla="*/ 434 h 379"/>
                <a:gd name="T6" fmla="*/ 579 w 666"/>
                <a:gd name="T7" fmla="*/ 668 h 379"/>
                <a:gd name="T8" fmla="*/ 1170 w 666"/>
                <a:gd name="T9" fmla="*/ 412 h 379"/>
                <a:gd name="T10" fmla="*/ 1172 w 666"/>
                <a:gd name="T11" fmla="*/ 373 h 379"/>
                <a:gd name="T12" fmla="*/ 585 w 666"/>
                <a:gd name="T13" fmla="*/ 0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6" h="379">
                  <a:moveTo>
                    <a:pt x="333" y="0"/>
                  </a:moveTo>
                  <a:cubicBezTo>
                    <a:pt x="149" y="0"/>
                    <a:pt x="0" y="95"/>
                    <a:pt x="0" y="212"/>
                  </a:cubicBezTo>
                  <a:cubicBezTo>
                    <a:pt x="0" y="224"/>
                    <a:pt x="1" y="235"/>
                    <a:pt x="4" y="246"/>
                  </a:cubicBezTo>
                  <a:cubicBezTo>
                    <a:pt x="63" y="325"/>
                    <a:pt x="187" y="379"/>
                    <a:pt x="330" y="379"/>
                  </a:cubicBezTo>
                  <a:cubicBezTo>
                    <a:pt x="480" y="379"/>
                    <a:pt x="610" y="319"/>
                    <a:pt x="665" y="233"/>
                  </a:cubicBezTo>
                  <a:cubicBezTo>
                    <a:pt x="666" y="226"/>
                    <a:pt x="666" y="219"/>
                    <a:pt x="666" y="212"/>
                  </a:cubicBezTo>
                  <a:cubicBezTo>
                    <a:pt x="666" y="95"/>
                    <a:pt x="517" y="0"/>
                    <a:pt x="333" y="0"/>
                  </a:cubicBezTo>
                  <a:close/>
                </a:path>
              </a:pathLst>
            </a:custGeom>
            <a:solidFill>
              <a:srgbClr val="F7C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334">
              <a:extLst>
                <a:ext uri="{FF2B5EF4-FFF2-40B4-BE49-F238E27FC236}">
                  <a16:creationId xmlns:a16="http://schemas.microsoft.com/office/drawing/2014/main" id="{751B5446-E38B-4588-B9FC-B2936668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715"/>
              <a:ext cx="469" cy="496"/>
            </a:xfrm>
            <a:custGeom>
              <a:avLst/>
              <a:gdLst>
                <a:gd name="T0" fmla="*/ 184 w 388"/>
                <a:gd name="T1" fmla="*/ 99 h 411"/>
                <a:gd name="T2" fmla="*/ 237 w 388"/>
                <a:gd name="T3" fmla="*/ 139 h 411"/>
                <a:gd name="T4" fmla="*/ 544 w 388"/>
                <a:gd name="T5" fmla="*/ 159 h 411"/>
                <a:gd name="T6" fmla="*/ 286 w 388"/>
                <a:gd name="T7" fmla="*/ 597 h 411"/>
                <a:gd name="T8" fmla="*/ 99 w 388"/>
                <a:gd name="T9" fmla="*/ 681 h 411"/>
                <a:gd name="T10" fmla="*/ 0 w 388"/>
                <a:gd name="T11" fmla="*/ 692 h 411"/>
                <a:gd name="T12" fmla="*/ 99 w 388"/>
                <a:gd name="T13" fmla="*/ 466 h 411"/>
                <a:gd name="T14" fmla="*/ 309 w 388"/>
                <a:gd name="T15" fmla="*/ 469 h 411"/>
                <a:gd name="T16" fmla="*/ 457 w 388"/>
                <a:gd name="T17" fmla="*/ 261 h 411"/>
                <a:gd name="T18" fmla="*/ 218 w 388"/>
                <a:gd name="T19" fmla="*/ 287 h 411"/>
                <a:gd name="T20" fmla="*/ 134 w 388"/>
                <a:gd name="T21" fmla="*/ 358 h 411"/>
                <a:gd name="T22" fmla="*/ 184 w 388"/>
                <a:gd name="T23" fmla="*/ 99 h 4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8" h="411">
                  <a:moveTo>
                    <a:pt x="104" y="56"/>
                  </a:moveTo>
                  <a:cubicBezTo>
                    <a:pt x="104" y="56"/>
                    <a:pt x="114" y="88"/>
                    <a:pt x="134" y="79"/>
                  </a:cubicBezTo>
                  <a:cubicBezTo>
                    <a:pt x="153" y="71"/>
                    <a:pt x="233" y="0"/>
                    <a:pt x="308" y="90"/>
                  </a:cubicBezTo>
                  <a:cubicBezTo>
                    <a:pt x="388" y="185"/>
                    <a:pt x="300" y="300"/>
                    <a:pt x="162" y="340"/>
                  </a:cubicBezTo>
                  <a:cubicBezTo>
                    <a:pt x="56" y="370"/>
                    <a:pt x="76" y="372"/>
                    <a:pt x="56" y="387"/>
                  </a:cubicBezTo>
                  <a:cubicBezTo>
                    <a:pt x="37" y="403"/>
                    <a:pt x="2" y="411"/>
                    <a:pt x="0" y="394"/>
                  </a:cubicBezTo>
                  <a:cubicBezTo>
                    <a:pt x="0" y="394"/>
                    <a:pt x="43" y="269"/>
                    <a:pt x="56" y="265"/>
                  </a:cubicBezTo>
                  <a:cubicBezTo>
                    <a:pt x="69" y="260"/>
                    <a:pt x="132" y="273"/>
                    <a:pt x="175" y="267"/>
                  </a:cubicBezTo>
                  <a:cubicBezTo>
                    <a:pt x="218" y="260"/>
                    <a:pt x="310" y="219"/>
                    <a:pt x="259" y="148"/>
                  </a:cubicBezTo>
                  <a:cubicBezTo>
                    <a:pt x="207" y="77"/>
                    <a:pt x="138" y="144"/>
                    <a:pt x="123" y="163"/>
                  </a:cubicBezTo>
                  <a:cubicBezTo>
                    <a:pt x="108" y="183"/>
                    <a:pt x="99" y="239"/>
                    <a:pt x="76" y="204"/>
                  </a:cubicBezTo>
                  <a:cubicBezTo>
                    <a:pt x="71" y="198"/>
                    <a:pt x="104" y="56"/>
                    <a:pt x="104" y="56"/>
                  </a:cubicBezTo>
                  <a:close/>
                </a:path>
              </a:pathLst>
            </a:custGeom>
            <a:solidFill>
              <a:srgbClr val="CC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335">
              <a:extLst>
                <a:ext uri="{FF2B5EF4-FFF2-40B4-BE49-F238E27FC236}">
                  <a16:creationId xmlns:a16="http://schemas.microsoft.com/office/drawing/2014/main" id="{096827A0-D727-449B-A00E-A3F6DAB0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820"/>
              <a:ext cx="40" cy="70"/>
            </a:xfrm>
            <a:custGeom>
              <a:avLst/>
              <a:gdLst>
                <a:gd name="T0" fmla="*/ 28 w 33"/>
                <a:gd name="T1" fmla="*/ 0 h 58"/>
                <a:gd name="T2" fmla="*/ 56 w 33"/>
                <a:gd name="T3" fmla="*/ 23 h 58"/>
                <a:gd name="T4" fmla="*/ 44 w 33"/>
                <a:gd name="T5" fmla="*/ 48 h 58"/>
                <a:gd name="T6" fmla="*/ 23 w 33"/>
                <a:gd name="T7" fmla="*/ 100 h 58"/>
                <a:gd name="T8" fmla="*/ 22 w 33"/>
                <a:gd name="T9" fmla="*/ 51 h 58"/>
                <a:gd name="T10" fmla="*/ 30 w 33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8">
                  <a:moveTo>
                    <a:pt x="16" y="0"/>
                  </a:moveTo>
                  <a:cubicBezTo>
                    <a:pt x="19" y="3"/>
                    <a:pt x="30" y="9"/>
                    <a:pt x="31" y="13"/>
                  </a:cubicBezTo>
                  <a:cubicBezTo>
                    <a:pt x="33" y="19"/>
                    <a:pt x="27" y="22"/>
                    <a:pt x="25" y="27"/>
                  </a:cubicBezTo>
                  <a:cubicBezTo>
                    <a:pt x="22" y="34"/>
                    <a:pt x="25" y="56"/>
                    <a:pt x="13" y="57"/>
                  </a:cubicBezTo>
                  <a:cubicBezTo>
                    <a:pt x="0" y="58"/>
                    <a:pt x="11" y="35"/>
                    <a:pt x="12" y="29"/>
                  </a:cubicBezTo>
                  <a:cubicBezTo>
                    <a:pt x="12" y="23"/>
                    <a:pt x="9" y="2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336">
              <a:extLst>
                <a:ext uri="{FF2B5EF4-FFF2-40B4-BE49-F238E27FC236}">
                  <a16:creationId xmlns:a16="http://schemas.microsoft.com/office/drawing/2014/main" id="{310F3BA0-1595-47AB-A3D4-4A5CFA64E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38"/>
              <a:ext cx="64" cy="45"/>
            </a:xfrm>
            <a:custGeom>
              <a:avLst/>
              <a:gdLst>
                <a:gd name="T0" fmla="*/ 91 w 53"/>
                <a:gd name="T1" fmla="*/ 9 h 37"/>
                <a:gd name="T2" fmla="*/ 63 w 53"/>
                <a:gd name="T3" fmla="*/ 35 h 37"/>
                <a:gd name="T4" fmla="*/ 93 w 53"/>
                <a:gd name="T5" fmla="*/ 66 h 37"/>
                <a:gd name="T6" fmla="*/ 54 w 53"/>
                <a:gd name="T7" fmla="*/ 52 h 37"/>
                <a:gd name="T8" fmla="*/ 14 w 53"/>
                <a:gd name="T9" fmla="*/ 39 h 37"/>
                <a:gd name="T10" fmla="*/ 85 w 53"/>
                <a:gd name="T11" fmla="*/ 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7">
                  <a:moveTo>
                    <a:pt x="51" y="5"/>
                  </a:moveTo>
                  <a:cubicBezTo>
                    <a:pt x="38" y="2"/>
                    <a:pt x="35" y="7"/>
                    <a:pt x="36" y="20"/>
                  </a:cubicBezTo>
                  <a:cubicBezTo>
                    <a:pt x="42" y="25"/>
                    <a:pt x="53" y="25"/>
                    <a:pt x="53" y="36"/>
                  </a:cubicBezTo>
                  <a:cubicBezTo>
                    <a:pt x="42" y="37"/>
                    <a:pt x="40" y="31"/>
                    <a:pt x="31" y="29"/>
                  </a:cubicBezTo>
                  <a:cubicBezTo>
                    <a:pt x="23" y="26"/>
                    <a:pt x="13" y="31"/>
                    <a:pt x="8" y="21"/>
                  </a:cubicBezTo>
                  <a:cubicBezTo>
                    <a:pt x="0" y="3"/>
                    <a:pt x="37" y="0"/>
                    <a:pt x="4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337">
              <a:extLst>
                <a:ext uri="{FF2B5EF4-FFF2-40B4-BE49-F238E27FC236}">
                  <a16:creationId xmlns:a16="http://schemas.microsoft.com/office/drawing/2014/main" id="{25726C93-6131-4B61-8E1D-842FD194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792"/>
              <a:ext cx="179" cy="258"/>
            </a:xfrm>
            <a:custGeom>
              <a:avLst/>
              <a:gdLst>
                <a:gd name="T0" fmla="*/ 0 w 148"/>
                <a:gd name="T1" fmla="*/ 0 h 214"/>
                <a:gd name="T2" fmla="*/ 8 w 148"/>
                <a:gd name="T3" fmla="*/ 375 h 214"/>
                <a:gd name="T4" fmla="*/ 0 w 148"/>
                <a:gd name="T5" fmla="*/ 0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14">
                  <a:moveTo>
                    <a:pt x="0" y="0"/>
                  </a:moveTo>
                  <a:cubicBezTo>
                    <a:pt x="0" y="0"/>
                    <a:pt x="148" y="85"/>
                    <a:pt x="5" y="214"/>
                  </a:cubicBezTo>
                  <a:cubicBezTo>
                    <a:pt x="5" y="214"/>
                    <a:pt x="117" y="89"/>
                    <a:pt x="0" y="0"/>
                  </a:cubicBezTo>
                  <a:close/>
                </a:path>
              </a:pathLst>
            </a:custGeom>
            <a:solidFill>
              <a:srgbClr val="B0B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338">
              <a:extLst>
                <a:ext uri="{FF2B5EF4-FFF2-40B4-BE49-F238E27FC236}">
                  <a16:creationId xmlns:a16="http://schemas.microsoft.com/office/drawing/2014/main" id="{FE780A8F-B769-41E9-9339-D34C6B243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777"/>
              <a:ext cx="174" cy="150"/>
            </a:xfrm>
            <a:custGeom>
              <a:avLst/>
              <a:gdLst>
                <a:gd name="T0" fmla="*/ 36 w 144"/>
                <a:gd name="T1" fmla="*/ 2 h 124"/>
                <a:gd name="T2" fmla="*/ 118 w 144"/>
                <a:gd name="T3" fmla="*/ 7 h 124"/>
                <a:gd name="T4" fmla="*/ 180 w 144"/>
                <a:gd name="T5" fmla="*/ 56 h 124"/>
                <a:gd name="T6" fmla="*/ 231 w 144"/>
                <a:gd name="T7" fmla="*/ 133 h 124"/>
                <a:gd name="T8" fmla="*/ 244 w 144"/>
                <a:gd name="T9" fmla="*/ 180 h 124"/>
                <a:gd name="T10" fmla="*/ 233 w 144"/>
                <a:gd name="T11" fmla="*/ 209 h 124"/>
                <a:gd name="T12" fmla="*/ 202 w 144"/>
                <a:gd name="T13" fmla="*/ 168 h 124"/>
                <a:gd name="T14" fmla="*/ 163 w 144"/>
                <a:gd name="T15" fmla="*/ 132 h 124"/>
                <a:gd name="T16" fmla="*/ 83 w 144"/>
                <a:gd name="T17" fmla="*/ 83 h 124"/>
                <a:gd name="T18" fmla="*/ 2 w 144"/>
                <a:gd name="T19" fmla="*/ 53 h 124"/>
                <a:gd name="T20" fmla="*/ 33 w 144"/>
                <a:gd name="T21" fmla="*/ 7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24">
                  <a:moveTo>
                    <a:pt x="21" y="2"/>
                  </a:moveTo>
                  <a:cubicBezTo>
                    <a:pt x="34" y="0"/>
                    <a:pt x="54" y="1"/>
                    <a:pt x="67" y="4"/>
                  </a:cubicBezTo>
                  <a:cubicBezTo>
                    <a:pt x="81" y="8"/>
                    <a:pt x="92" y="21"/>
                    <a:pt x="102" y="31"/>
                  </a:cubicBezTo>
                  <a:cubicBezTo>
                    <a:pt x="116" y="44"/>
                    <a:pt x="123" y="58"/>
                    <a:pt x="131" y="75"/>
                  </a:cubicBezTo>
                  <a:cubicBezTo>
                    <a:pt x="134" y="83"/>
                    <a:pt x="135" y="93"/>
                    <a:pt x="138" y="102"/>
                  </a:cubicBezTo>
                  <a:cubicBezTo>
                    <a:pt x="139" y="108"/>
                    <a:pt x="144" y="124"/>
                    <a:pt x="132" y="118"/>
                  </a:cubicBezTo>
                  <a:cubicBezTo>
                    <a:pt x="125" y="115"/>
                    <a:pt x="120" y="101"/>
                    <a:pt x="114" y="95"/>
                  </a:cubicBezTo>
                  <a:cubicBezTo>
                    <a:pt x="108" y="87"/>
                    <a:pt x="100" y="81"/>
                    <a:pt x="93" y="74"/>
                  </a:cubicBezTo>
                  <a:cubicBezTo>
                    <a:pt x="80" y="61"/>
                    <a:pt x="66" y="52"/>
                    <a:pt x="47" y="47"/>
                  </a:cubicBezTo>
                  <a:cubicBezTo>
                    <a:pt x="36" y="44"/>
                    <a:pt x="5" y="44"/>
                    <a:pt x="2" y="30"/>
                  </a:cubicBezTo>
                  <a:cubicBezTo>
                    <a:pt x="0" y="20"/>
                    <a:pt x="12" y="9"/>
                    <a:pt x="18" y="4"/>
                  </a:cubicBezTo>
                </a:path>
              </a:pathLst>
            </a:custGeom>
            <a:solidFill>
              <a:srgbClr val="E1E6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339">
              <a:extLst>
                <a:ext uri="{FF2B5EF4-FFF2-40B4-BE49-F238E27FC236}">
                  <a16:creationId xmlns:a16="http://schemas.microsoft.com/office/drawing/2014/main" id="{971533DF-54E0-44AF-91DE-B3F2554C6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892"/>
              <a:ext cx="67" cy="77"/>
            </a:xfrm>
            <a:custGeom>
              <a:avLst/>
              <a:gdLst>
                <a:gd name="T0" fmla="*/ 1 w 55"/>
                <a:gd name="T1" fmla="*/ 94 h 64"/>
                <a:gd name="T2" fmla="*/ 16 w 55"/>
                <a:gd name="T3" fmla="*/ 112 h 64"/>
                <a:gd name="T4" fmla="*/ 32 w 55"/>
                <a:gd name="T5" fmla="*/ 101 h 64"/>
                <a:gd name="T6" fmla="*/ 50 w 55"/>
                <a:gd name="T7" fmla="*/ 65 h 64"/>
                <a:gd name="T8" fmla="*/ 68 w 55"/>
                <a:gd name="T9" fmla="*/ 26 h 64"/>
                <a:gd name="T10" fmla="*/ 100 w 55"/>
                <a:gd name="T11" fmla="*/ 0 h 64"/>
                <a:gd name="T12" fmla="*/ 58 w 55"/>
                <a:gd name="T13" fmla="*/ 29 h 64"/>
                <a:gd name="T14" fmla="*/ 23 w 55"/>
                <a:gd name="T15" fmla="*/ 66 h 64"/>
                <a:gd name="T16" fmla="*/ 7 w 55"/>
                <a:gd name="T17" fmla="*/ 76 h 64"/>
                <a:gd name="T18" fmla="*/ 0 w 55"/>
                <a:gd name="T19" fmla="*/ 94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64">
                  <a:moveTo>
                    <a:pt x="1" y="54"/>
                  </a:moveTo>
                  <a:cubicBezTo>
                    <a:pt x="1" y="56"/>
                    <a:pt x="7" y="64"/>
                    <a:pt x="9" y="64"/>
                  </a:cubicBezTo>
                  <a:cubicBezTo>
                    <a:pt x="12" y="64"/>
                    <a:pt x="16" y="60"/>
                    <a:pt x="17" y="58"/>
                  </a:cubicBezTo>
                  <a:cubicBezTo>
                    <a:pt x="22" y="52"/>
                    <a:pt x="25" y="44"/>
                    <a:pt x="28" y="37"/>
                  </a:cubicBezTo>
                  <a:cubicBezTo>
                    <a:pt x="32" y="30"/>
                    <a:pt x="34" y="21"/>
                    <a:pt x="38" y="15"/>
                  </a:cubicBezTo>
                  <a:cubicBezTo>
                    <a:pt x="42" y="8"/>
                    <a:pt x="49" y="4"/>
                    <a:pt x="55" y="0"/>
                  </a:cubicBezTo>
                  <a:cubicBezTo>
                    <a:pt x="47" y="0"/>
                    <a:pt x="37" y="11"/>
                    <a:pt x="32" y="17"/>
                  </a:cubicBezTo>
                  <a:cubicBezTo>
                    <a:pt x="26" y="24"/>
                    <a:pt x="21" y="33"/>
                    <a:pt x="13" y="38"/>
                  </a:cubicBezTo>
                  <a:cubicBezTo>
                    <a:pt x="10" y="41"/>
                    <a:pt x="7" y="40"/>
                    <a:pt x="4" y="43"/>
                  </a:cubicBezTo>
                  <a:cubicBezTo>
                    <a:pt x="1" y="45"/>
                    <a:pt x="0" y="50"/>
                    <a:pt x="0" y="54"/>
                  </a:cubicBezTo>
                </a:path>
              </a:pathLst>
            </a:custGeom>
            <a:solidFill>
              <a:srgbClr val="B0B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340">
              <a:extLst>
                <a:ext uri="{FF2B5EF4-FFF2-40B4-BE49-F238E27FC236}">
                  <a16:creationId xmlns:a16="http://schemas.microsoft.com/office/drawing/2014/main" id="{BE91089F-7E9D-45EC-8C6A-CEC44BD3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136"/>
              <a:ext cx="116" cy="70"/>
            </a:xfrm>
            <a:custGeom>
              <a:avLst/>
              <a:gdLst>
                <a:gd name="T0" fmla="*/ 0 w 96"/>
                <a:gd name="T1" fmla="*/ 76 h 58"/>
                <a:gd name="T2" fmla="*/ 86 w 96"/>
                <a:gd name="T3" fmla="*/ 51 h 58"/>
                <a:gd name="T4" fmla="*/ 115 w 96"/>
                <a:gd name="T5" fmla="*/ 30 h 58"/>
                <a:gd name="T6" fmla="*/ 169 w 96"/>
                <a:gd name="T7" fmla="*/ 2 h 58"/>
                <a:gd name="T8" fmla="*/ 138 w 96"/>
                <a:gd name="T9" fmla="*/ 8 h 58"/>
                <a:gd name="T10" fmla="*/ 88 w 96"/>
                <a:gd name="T11" fmla="*/ 19 h 58"/>
                <a:gd name="T12" fmla="*/ 33 w 96"/>
                <a:gd name="T13" fmla="*/ 23 h 58"/>
                <a:gd name="T14" fmla="*/ 8 w 96"/>
                <a:gd name="T15" fmla="*/ 51 h 58"/>
                <a:gd name="T16" fmla="*/ 0 w 96"/>
                <a:gd name="T17" fmla="*/ 76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58">
                  <a:moveTo>
                    <a:pt x="0" y="43"/>
                  </a:moveTo>
                  <a:cubicBezTo>
                    <a:pt x="4" y="58"/>
                    <a:pt x="41" y="34"/>
                    <a:pt x="49" y="29"/>
                  </a:cubicBezTo>
                  <a:cubicBezTo>
                    <a:pt x="55" y="24"/>
                    <a:pt x="57" y="19"/>
                    <a:pt x="65" y="17"/>
                  </a:cubicBezTo>
                  <a:cubicBezTo>
                    <a:pt x="75" y="13"/>
                    <a:pt x="87" y="9"/>
                    <a:pt x="96" y="2"/>
                  </a:cubicBezTo>
                  <a:cubicBezTo>
                    <a:pt x="89" y="0"/>
                    <a:pt x="84" y="3"/>
                    <a:pt x="78" y="5"/>
                  </a:cubicBezTo>
                  <a:cubicBezTo>
                    <a:pt x="69" y="7"/>
                    <a:pt x="60" y="10"/>
                    <a:pt x="50" y="11"/>
                  </a:cubicBezTo>
                  <a:cubicBezTo>
                    <a:pt x="39" y="13"/>
                    <a:pt x="28" y="8"/>
                    <a:pt x="18" y="13"/>
                  </a:cubicBezTo>
                  <a:cubicBezTo>
                    <a:pt x="11" y="16"/>
                    <a:pt x="8" y="23"/>
                    <a:pt x="5" y="29"/>
                  </a:cubicBezTo>
                  <a:cubicBezTo>
                    <a:pt x="3" y="34"/>
                    <a:pt x="0" y="37"/>
                    <a:pt x="0" y="43"/>
                  </a:cubicBezTo>
                </a:path>
              </a:pathLst>
            </a:custGeom>
            <a:solidFill>
              <a:srgbClr val="B0B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341">
              <a:extLst>
                <a:ext uri="{FF2B5EF4-FFF2-40B4-BE49-F238E27FC236}">
                  <a16:creationId xmlns:a16="http://schemas.microsoft.com/office/drawing/2014/main" id="{7C6AA00B-3567-4F2D-B52C-7A2E88C61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161"/>
              <a:ext cx="1511" cy="570"/>
            </a:xfrm>
            <a:custGeom>
              <a:avLst/>
              <a:gdLst>
                <a:gd name="T0" fmla="*/ 0 w 1251"/>
                <a:gd name="T1" fmla="*/ 23 h 472"/>
                <a:gd name="T2" fmla="*/ 1094 w 1251"/>
                <a:gd name="T3" fmla="*/ 774 h 472"/>
                <a:gd name="T4" fmla="*/ 2204 w 1251"/>
                <a:gd name="T5" fmla="*/ 0 h 472"/>
                <a:gd name="T6" fmla="*/ 1087 w 1251"/>
                <a:gd name="T7" fmla="*/ 831 h 472"/>
                <a:gd name="T8" fmla="*/ 0 w 1251"/>
                <a:gd name="T9" fmla="*/ 23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1" h="472">
                  <a:moveTo>
                    <a:pt x="0" y="13"/>
                  </a:moveTo>
                  <a:cubicBezTo>
                    <a:pt x="0" y="13"/>
                    <a:pt x="63" y="447"/>
                    <a:pt x="621" y="440"/>
                  </a:cubicBezTo>
                  <a:cubicBezTo>
                    <a:pt x="1219" y="432"/>
                    <a:pt x="1251" y="0"/>
                    <a:pt x="1251" y="0"/>
                  </a:cubicBezTo>
                  <a:cubicBezTo>
                    <a:pt x="1246" y="261"/>
                    <a:pt x="964" y="472"/>
                    <a:pt x="617" y="472"/>
                  </a:cubicBezTo>
                  <a:cubicBezTo>
                    <a:pt x="268" y="472"/>
                    <a:pt x="0" y="278"/>
                    <a:pt x="0" y="13"/>
                  </a:cubicBezTo>
                </a:path>
              </a:pathLst>
            </a:custGeom>
            <a:solidFill>
              <a:srgbClr val="F0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342">
              <a:extLst>
                <a:ext uri="{FF2B5EF4-FFF2-40B4-BE49-F238E27FC236}">
                  <a16:creationId xmlns:a16="http://schemas.microsoft.com/office/drawing/2014/main" id="{7441CC76-9558-46A6-B6E9-D977750BB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145"/>
              <a:ext cx="191" cy="160"/>
            </a:xfrm>
            <a:custGeom>
              <a:avLst/>
              <a:gdLst>
                <a:gd name="T0" fmla="*/ 230 w 158"/>
                <a:gd name="T1" fmla="*/ 179 h 132"/>
                <a:gd name="T2" fmla="*/ 264 w 158"/>
                <a:gd name="T3" fmla="*/ 0 h 132"/>
                <a:gd name="T4" fmla="*/ 213 w 158"/>
                <a:gd name="T5" fmla="*/ 90 h 132"/>
                <a:gd name="T6" fmla="*/ 210 w 158"/>
                <a:gd name="T7" fmla="*/ 48 h 132"/>
                <a:gd name="T8" fmla="*/ 131 w 158"/>
                <a:gd name="T9" fmla="*/ 158 h 132"/>
                <a:gd name="T10" fmla="*/ 0 w 158"/>
                <a:gd name="T11" fmla="*/ 233 h 132"/>
                <a:gd name="T12" fmla="*/ 120 w 158"/>
                <a:gd name="T13" fmla="*/ 208 h 132"/>
                <a:gd name="T14" fmla="*/ 187 w 158"/>
                <a:gd name="T15" fmla="*/ 119 h 132"/>
                <a:gd name="T16" fmla="*/ 193 w 158"/>
                <a:gd name="T17" fmla="*/ 141 h 132"/>
                <a:gd name="T18" fmla="*/ 238 w 158"/>
                <a:gd name="T19" fmla="*/ 91 h 132"/>
                <a:gd name="T20" fmla="*/ 215 w 158"/>
                <a:gd name="T21" fmla="*/ 208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" h="132">
                  <a:moveTo>
                    <a:pt x="130" y="101"/>
                  </a:moveTo>
                  <a:cubicBezTo>
                    <a:pt x="150" y="81"/>
                    <a:pt x="158" y="27"/>
                    <a:pt x="149" y="0"/>
                  </a:cubicBezTo>
                  <a:cubicBezTo>
                    <a:pt x="136" y="6"/>
                    <a:pt x="128" y="35"/>
                    <a:pt x="121" y="50"/>
                  </a:cubicBezTo>
                  <a:cubicBezTo>
                    <a:pt x="121" y="43"/>
                    <a:pt x="118" y="34"/>
                    <a:pt x="119" y="27"/>
                  </a:cubicBezTo>
                  <a:cubicBezTo>
                    <a:pt x="106" y="32"/>
                    <a:pt x="86" y="75"/>
                    <a:pt x="74" y="88"/>
                  </a:cubicBezTo>
                  <a:cubicBezTo>
                    <a:pt x="51" y="111"/>
                    <a:pt x="31" y="122"/>
                    <a:pt x="0" y="130"/>
                  </a:cubicBezTo>
                  <a:cubicBezTo>
                    <a:pt x="23" y="130"/>
                    <a:pt x="49" y="132"/>
                    <a:pt x="68" y="117"/>
                  </a:cubicBezTo>
                  <a:cubicBezTo>
                    <a:pt x="85" y="104"/>
                    <a:pt x="91" y="78"/>
                    <a:pt x="106" y="67"/>
                  </a:cubicBezTo>
                  <a:cubicBezTo>
                    <a:pt x="106" y="71"/>
                    <a:pt x="108" y="75"/>
                    <a:pt x="109" y="79"/>
                  </a:cubicBezTo>
                  <a:cubicBezTo>
                    <a:pt x="120" y="73"/>
                    <a:pt x="126" y="61"/>
                    <a:pt x="135" y="51"/>
                  </a:cubicBezTo>
                  <a:cubicBezTo>
                    <a:pt x="135" y="79"/>
                    <a:pt x="133" y="93"/>
                    <a:pt x="122" y="1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343">
              <a:extLst>
                <a:ext uri="{FF2B5EF4-FFF2-40B4-BE49-F238E27FC236}">
                  <a16:creationId xmlns:a16="http://schemas.microsoft.com/office/drawing/2014/main" id="{9526CC42-AD4B-4F11-BAC3-F100A02E5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81"/>
              <a:ext cx="105" cy="39"/>
            </a:xfrm>
            <a:custGeom>
              <a:avLst/>
              <a:gdLst>
                <a:gd name="T0" fmla="*/ 0 w 87"/>
                <a:gd name="T1" fmla="*/ 22 h 32"/>
                <a:gd name="T2" fmla="*/ 75 w 87"/>
                <a:gd name="T3" fmla="*/ 6 h 32"/>
                <a:gd name="T4" fmla="*/ 153 w 87"/>
                <a:gd name="T5" fmla="*/ 45 h 32"/>
                <a:gd name="T6" fmla="*/ 71 w 87"/>
                <a:gd name="T7" fmla="*/ 26 h 32"/>
                <a:gd name="T8" fmla="*/ 35 w 87"/>
                <a:gd name="T9" fmla="*/ 16 h 32"/>
                <a:gd name="T10" fmla="*/ 0 w 87"/>
                <a:gd name="T11" fmla="*/ 2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32">
                  <a:moveTo>
                    <a:pt x="0" y="12"/>
                  </a:moveTo>
                  <a:cubicBezTo>
                    <a:pt x="5" y="0"/>
                    <a:pt x="33" y="0"/>
                    <a:pt x="42" y="3"/>
                  </a:cubicBezTo>
                  <a:cubicBezTo>
                    <a:pt x="57" y="8"/>
                    <a:pt x="77" y="12"/>
                    <a:pt x="87" y="25"/>
                  </a:cubicBezTo>
                  <a:cubicBezTo>
                    <a:pt x="76" y="32"/>
                    <a:pt x="53" y="18"/>
                    <a:pt x="41" y="14"/>
                  </a:cubicBezTo>
                  <a:cubicBezTo>
                    <a:pt x="34" y="11"/>
                    <a:pt x="28" y="9"/>
                    <a:pt x="20" y="9"/>
                  </a:cubicBezTo>
                  <a:cubicBezTo>
                    <a:pt x="14" y="9"/>
                    <a:pt x="7" y="13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344">
              <a:extLst>
                <a:ext uri="{FF2B5EF4-FFF2-40B4-BE49-F238E27FC236}">
                  <a16:creationId xmlns:a16="http://schemas.microsoft.com/office/drawing/2014/main" id="{4B985D60-ADE1-48A7-B23C-CA4036AE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476"/>
              <a:ext cx="630" cy="389"/>
            </a:xfrm>
            <a:custGeom>
              <a:avLst/>
              <a:gdLst>
                <a:gd name="T0" fmla="*/ 256 w 522"/>
                <a:gd name="T1" fmla="*/ 24 h 323"/>
                <a:gd name="T2" fmla="*/ 45 w 522"/>
                <a:gd name="T3" fmla="*/ 223 h 323"/>
                <a:gd name="T4" fmla="*/ 82 w 522"/>
                <a:gd name="T5" fmla="*/ 228 h 323"/>
                <a:gd name="T6" fmla="*/ 21 w 522"/>
                <a:gd name="T7" fmla="*/ 305 h 323"/>
                <a:gd name="T8" fmla="*/ 8 w 522"/>
                <a:gd name="T9" fmla="*/ 402 h 323"/>
                <a:gd name="T10" fmla="*/ 87 w 522"/>
                <a:gd name="T11" fmla="*/ 461 h 323"/>
                <a:gd name="T12" fmla="*/ 246 w 522"/>
                <a:gd name="T13" fmla="*/ 506 h 323"/>
                <a:gd name="T14" fmla="*/ 669 w 522"/>
                <a:gd name="T15" fmla="*/ 499 h 323"/>
                <a:gd name="T16" fmla="*/ 851 w 522"/>
                <a:gd name="T17" fmla="*/ 305 h 323"/>
                <a:gd name="T18" fmla="*/ 816 w 522"/>
                <a:gd name="T19" fmla="*/ 248 h 323"/>
                <a:gd name="T20" fmla="*/ 840 w 522"/>
                <a:gd name="T21" fmla="*/ 185 h 323"/>
                <a:gd name="T22" fmla="*/ 682 w 522"/>
                <a:gd name="T23" fmla="*/ 52 h 323"/>
                <a:gd name="T24" fmla="*/ 422 w 522"/>
                <a:gd name="T25" fmla="*/ 7 h 323"/>
                <a:gd name="T26" fmla="*/ 256 w 522"/>
                <a:gd name="T27" fmla="*/ 17 h 3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2" h="323">
                  <a:moveTo>
                    <a:pt x="146" y="14"/>
                  </a:moveTo>
                  <a:cubicBezTo>
                    <a:pt x="106" y="0"/>
                    <a:pt x="20" y="89"/>
                    <a:pt x="26" y="128"/>
                  </a:cubicBezTo>
                  <a:cubicBezTo>
                    <a:pt x="33" y="128"/>
                    <a:pt x="39" y="131"/>
                    <a:pt x="46" y="130"/>
                  </a:cubicBezTo>
                  <a:cubicBezTo>
                    <a:pt x="41" y="146"/>
                    <a:pt x="20" y="157"/>
                    <a:pt x="12" y="174"/>
                  </a:cubicBezTo>
                  <a:cubicBezTo>
                    <a:pt x="4" y="190"/>
                    <a:pt x="0" y="212"/>
                    <a:pt x="5" y="230"/>
                  </a:cubicBezTo>
                  <a:cubicBezTo>
                    <a:pt x="12" y="253"/>
                    <a:pt x="28" y="260"/>
                    <a:pt x="50" y="264"/>
                  </a:cubicBezTo>
                  <a:cubicBezTo>
                    <a:pt x="84" y="268"/>
                    <a:pt x="108" y="277"/>
                    <a:pt x="140" y="290"/>
                  </a:cubicBezTo>
                  <a:cubicBezTo>
                    <a:pt x="217" y="323"/>
                    <a:pt x="305" y="314"/>
                    <a:pt x="380" y="286"/>
                  </a:cubicBezTo>
                  <a:cubicBezTo>
                    <a:pt x="421" y="271"/>
                    <a:pt x="522" y="236"/>
                    <a:pt x="484" y="174"/>
                  </a:cubicBezTo>
                  <a:cubicBezTo>
                    <a:pt x="477" y="163"/>
                    <a:pt x="461" y="156"/>
                    <a:pt x="464" y="142"/>
                  </a:cubicBezTo>
                  <a:cubicBezTo>
                    <a:pt x="467" y="126"/>
                    <a:pt x="486" y="128"/>
                    <a:pt x="478" y="106"/>
                  </a:cubicBezTo>
                  <a:cubicBezTo>
                    <a:pt x="466" y="75"/>
                    <a:pt x="414" y="47"/>
                    <a:pt x="388" y="30"/>
                  </a:cubicBezTo>
                  <a:cubicBezTo>
                    <a:pt x="346" y="4"/>
                    <a:pt x="288" y="6"/>
                    <a:pt x="240" y="4"/>
                  </a:cubicBezTo>
                  <a:cubicBezTo>
                    <a:pt x="206" y="2"/>
                    <a:pt x="178" y="6"/>
                    <a:pt x="146" y="10"/>
                  </a:cubicBezTo>
                </a:path>
              </a:pathLst>
            </a:custGeom>
            <a:solidFill>
              <a:srgbClr val="F9CE82"/>
            </a:solidFill>
            <a:ln w="7938" cap="rnd">
              <a:solidFill>
                <a:srgbClr val="F9CE8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345">
              <a:extLst>
                <a:ext uri="{FF2B5EF4-FFF2-40B4-BE49-F238E27FC236}">
                  <a16:creationId xmlns:a16="http://schemas.microsoft.com/office/drawing/2014/main" id="{46AE8EA6-EE0D-4317-BCE8-1F31AFE1E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476"/>
              <a:ext cx="630" cy="389"/>
            </a:xfrm>
            <a:custGeom>
              <a:avLst/>
              <a:gdLst>
                <a:gd name="T0" fmla="*/ 256 w 522"/>
                <a:gd name="T1" fmla="*/ 24 h 323"/>
                <a:gd name="T2" fmla="*/ 45 w 522"/>
                <a:gd name="T3" fmla="*/ 223 h 323"/>
                <a:gd name="T4" fmla="*/ 82 w 522"/>
                <a:gd name="T5" fmla="*/ 228 h 323"/>
                <a:gd name="T6" fmla="*/ 21 w 522"/>
                <a:gd name="T7" fmla="*/ 305 h 323"/>
                <a:gd name="T8" fmla="*/ 8 w 522"/>
                <a:gd name="T9" fmla="*/ 402 h 323"/>
                <a:gd name="T10" fmla="*/ 87 w 522"/>
                <a:gd name="T11" fmla="*/ 461 h 323"/>
                <a:gd name="T12" fmla="*/ 246 w 522"/>
                <a:gd name="T13" fmla="*/ 506 h 323"/>
                <a:gd name="T14" fmla="*/ 669 w 522"/>
                <a:gd name="T15" fmla="*/ 499 h 323"/>
                <a:gd name="T16" fmla="*/ 851 w 522"/>
                <a:gd name="T17" fmla="*/ 305 h 323"/>
                <a:gd name="T18" fmla="*/ 816 w 522"/>
                <a:gd name="T19" fmla="*/ 248 h 323"/>
                <a:gd name="T20" fmla="*/ 840 w 522"/>
                <a:gd name="T21" fmla="*/ 185 h 323"/>
                <a:gd name="T22" fmla="*/ 682 w 522"/>
                <a:gd name="T23" fmla="*/ 52 h 323"/>
                <a:gd name="T24" fmla="*/ 422 w 522"/>
                <a:gd name="T25" fmla="*/ 7 h 323"/>
                <a:gd name="T26" fmla="*/ 256 w 522"/>
                <a:gd name="T27" fmla="*/ 17 h 3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2" h="323">
                  <a:moveTo>
                    <a:pt x="146" y="14"/>
                  </a:moveTo>
                  <a:cubicBezTo>
                    <a:pt x="106" y="0"/>
                    <a:pt x="20" y="89"/>
                    <a:pt x="26" y="128"/>
                  </a:cubicBezTo>
                  <a:cubicBezTo>
                    <a:pt x="33" y="128"/>
                    <a:pt x="39" y="131"/>
                    <a:pt x="46" y="130"/>
                  </a:cubicBezTo>
                  <a:cubicBezTo>
                    <a:pt x="41" y="146"/>
                    <a:pt x="20" y="157"/>
                    <a:pt x="12" y="174"/>
                  </a:cubicBezTo>
                  <a:cubicBezTo>
                    <a:pt x="4" y="190"/>
                    <a:pt x="0" y="212"/>
                    <a:pt x="5" y="230"/>
                  </a:cubicBezTo>
                  <a:cubicBezTo>
                    <a:pt x="12" y="253"/>
                    <a:pt x="28" y="260"/>
                    <a:pt x="50" y="264"/>
                  </a:cubicBezTo>
                  <a:cubicBezTo>
                    <a:pt x="84" y="268"/>
                    <a:pt x="108" y="277"/>
                    <a:pt x="140" y="290"/>
                  </a:cubicBezTo>
                  <a:cubicBezTo>
                    <a:pt x="217" y="323"/>
                    <a:pt x="305" y="314"/>
                    <a:pt x="380" y="286"/>
                  </a:cubicBezTo>
                  <a:cubicBezTo>
                    <a:pt x="421" y="271"/>
                    <a:pt x="522" y="236"/>
                    <a:pt x="484" y="174"/>
                  </a:cubicBezTo>
                  <a:cubicBezTo>
                    <a:pt x="477" y="163"/>
                    <a:pt x="461" y="156"/>
                    <a:pt x="464" y="142"/>
                  </a:cubicBezTo>
                  <a:cubicBezTo>
                    <a:pt x="467" y="126"/>
                    <a:pt x="486" y="128"/>
                    <a:pt x="478" y="106"/>
                  </a:cubicBezTo>
                  <a:cubicBezTo>
                    <a:pt x="466" y="75"/>
                    <a:pt x="414" y="47"/>
                    <a:pt x="388" y="30"/>
                  </a:cubicBezTo>
                  <a:cubicBezTo>
                    <a:pt x="346" y="4"/>
                    <a:pt x="288" y="6"/>
                    <a:pt x="240" y="4"/>
                  </a:cubicBezTo>
                  <a:cubicBezTo>
                    <a:pt x="206" y="2"/>
                    <a:pt x="178" y="6"/>
                    <a:pt x="146" y="10"/>
                  </a:cubicBezTo>
                </a:path>
              </a:pathLst>
            </a:custGeom>
            <a:noFill/>
            <a:ln w="7938" cap="rnd">
              <a:solidFill>
                <a:srgbClr val="F9CE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346">
              <a:extLst>
                <a:ext uri="{FF2B5EF4-FFF2-40B4-BE49-F238E27FC236}">
                  <a16:creationId xmlns:a16="http://schemas.microsoft.com/office/drawing/2014/main" id="{EFBB9772-62CC-41D6-9E28-416185F20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95"/>
              <a:ext cx="160" cy="331"/>
            </a:xfrm>
            <a:custGeom>
              <a:avLst/>
              <a:gdLst>
                <a:gd name="T0" fmla="*/ 235 w 132"/>
                <a:gd name="T1" fmla="*/ 10 h 274"/>
                <a:gd name="T2" fmla="*/ 139 w 132"/>
                <a:gd name="T3" fmla="*/ 95 h 274"/>
                <a:gd name="T4" fmla="*/ 105 w 132"/>
                <a:gd name="T5" fmla="*/ 190 h 274"/>
                <a:gd name="T6" fmla="*/ 99 w 132"/>
                <a:gd name="T7" fmla="*/ 257 h 274"/>
                <a:gd name="T8" fmla="*/ 75 w 132"/>
                <a:gd name="T9" fmla="*/ 349 h 274"/>
                <a:gd name="T10" fmla="*/ 126 w 132"/>
                <a:gd name="T11" fmla="*/ 423 h 274"/>
                <a:gd name="T12" fmla="*/ 233 w 132"/>
                <a:gd name="T13" fmla="*/ 480 h 274"/>
                <a:gd name="T14" fmla="*/ 33 w 132"/>
                <a:gd name="T15" fmla="*/ 408 h 274"/>
                <a:gd name="T16" fmla="*/ 2 w 132"/>
                <a:gd name="T17" fmla="*/ 329 h 274"/>
                <a:gd name="T18" fmla="*/ 36 w 132"/>
                <a:gd name="T19" fmla="*/ 237 h 274"/>
                <a:gd name="T20" fmla="*/ 42 w 132"/>
                <a:gd name="T21" fmla="*/ 197 h 274"/>
                <a:gd name="T22" fmla="*/ 64 w 132"/>
                <a:gd name="T23" fmla="*/ 162 h 274"/>
                <a:gd name="T24" fmla="*/ 92 w 132"/>
                <a:gd name="T25" fmla="*/ 82 h 274"/>
                <a:gd name="T26" fmla="*/ 228 w 132"/>
                <a:gd name="T27" fmla="*/ 7 h 27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2" h="274">
                  <a:moveTo>
                    <a:pt x="132" y="6"/>
                  </a:moveTo>
                  <a:cubicBezTo>
                    <a:pt x="109" y="13"/>
                    <a:pt x="90" y="35"/>
                    <a:pt x="78" y="54"/>
                  </a:cubicBezTo>
                  <a:cubicBezTo>
                    <a:pt x="65" y="75"/>
                    <a:pt x="60" y="87"/>
                    <a:pt x="59" y="108"/>
                  </a:cubicBezTo>
                  <a:cubicBezTo>
                    <a:pt x="59" y="118"/>
                    <a:pt x="62" y="133"/>
                    <a:pt x="56" y="146"/>
                  </a:cubicBezTo>
                  <a:cubicBezTo>
                    <a:pt x="50" y="159"/>
                    <a:pt x="16" y="183"/>
                    <a:pt x="42" y="198"/>
                  </a:cubicBezTo>
                  <a:cubicBezTo>
                    <a:pt x="28" y="220"/>
                    <a:pt x="50" y="232"/>
                    <a:pt x="71" y="240"/>
                  </a:cubicBezTo>
                  <a:cubicBezTo>
                    <a:pt x="93" y="248"/>
                    <a:pt x="120" y="242"/>
                    <a:pt x="130" y="272"/>
                  </a:cubicBezTo>
                  <a:cubicBezTo>
                    <a:pt x="90" y="274"/>
                    <a:pt x="44" y="256"/>
                    <a:pt x="18" y="232"/>
                  </a:cubicBezTo>
                  <a:cubicBezTo>
                    <a:pt x="6" y="222"/>
                    <a:pt x="3" y="201"/>
                    <a:pt x="2" y="186"/>
                  </a:cubicBezTo>
                  <a:cubicBezTo>
                    <a:pt x="0" y="159"/>
                    <a:pt x="11" y="156"/>
                    <a:pt x="21" y="134"/>
                  </a:cubicBezTo>
                  <a:cubicBezTo>
                    <a:pt x="23" y="127"/>
                    <a:pt x="22" y="119"/>
                    <a:pt x="24" y="112"/>
                  </a:cubicBezTo>
                  <a:cubicBezTo>
                    <a:pt x="27" y="105"/>
                    <a:pt x="34" y="99"/>
                    <a:pt x="36" y="92"/>
                  </a:cubicBezTo>
                  <a:cubicBezTo>
                    <a:pt x="43" y="71"/>
                    <a:pt x="34" y="63"/>
                    <a:pt x="52" y="46"/>
                  </a:cubicBezTo>
                  <a:cubicBezTo>
                    <a:pt x="71" y="27"/>
                    <a:pt x="100" y="0"/>
                    <a:pt x="128" y="4"/>
                  </a:cubicBezTo>
                </a:path>
              </a:pathLst>
            </a:custGeom>
            <a:solidFill>
              <a:srgbClr val="F7D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347">
              <a:extLst>
                <a:ext uri="{FF2B5EF4-FFF2-40B4-BE49-F238E27FC236}">
                  <a16:creationId xmlns:a16="http://schemas.microsoft.com/office/drawing/2014/main" id="{F26AD715-EF5E-491A-902C-132C605E6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541"/>
              <a:ext cx="128" cy="285"/>
            </a:xfrm>
            <a:custGeom>
              <a:avLst/>
              <a:gdLst>
                <a:gd name="T0" fmla="*/ 27 w 106"/>
                <a:gd name="T1" fmla="*/ 0 h 236"/>
                <a:gd name="T2" fmla="*/ 118 w 106"/>
                <a:gd name="T3" fmla="*/ 117 h 236"/>
                <a:gd name="T4" fmla="*/ 76 w 106"/>
                <a:gd name="T5" fmla="*/ 147 h 236"/>
                <a:gd name="T6" fmla="*/ 118 w 106"/>
                <a:gd name="T7" fmla="*/ 194 h 236"/>
                <a:gd name="T8" fmla="*/ 111 w 106"/>
                <a:gd name="T9" fmla="*/ 219 h 236"/>
                <a:gd name="T10" fmla="*/ 126 w 106"/>
                <a:gd name="T11" fmla="*/ 246 h 236"/>
                <a:gd name="T12" fmla="*/ 118 w 106"/>
                <a:gd name="T13" fmla="*/ 303 h 236"/>
                <a:gd name="T14" fmla="*/ 0 w 106"/>
                <a:gd name="T15" fmla="*/ 415 h 236"/>
                <a:gd name="T16" fmla="*/ 168 w 106"/>
                <a:gd name="T17" fmla="*/ 310 h 236"/>
                <a:gd name="T18" fmla="*/ 128 w 106"/>
                <a:gd name="T19" fmla="*/ 239 h 236"/>
                <a:gd name="T20" fmla="*/ 150 w 106"/>
                <a:gd name="T21" fmla="*/ 184 h 236"/>
                <a:gd name="T22" fmla="*/ 97 w 106"/>
                <a:gd name="T23" fmla="*/ 152 h 236"/>
                <a:gd name="T24" fmla="*/ 128 w 106"/>
                <a:gd name="T25" fmla="*/ 70 h 236"/>
                <a:gd name="T26" fmla="*/ 36 w 106"/>
                <a:gd name="T27" fmla="*/ 10 h 2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" h="236">
                  <a:moveTo>
                    <a:pt x="15" y="0"/>
                  </a:moveTo>
                  <a:cubicBezTo>
                    <a:pt x="26" y="17"/>
                    <a:pt x="79" y="40"/>
                    <a:pt x="67" y="66"/>
                  </a:cubicBezTo>
                  <a:cubicBezTo>
                    <a:pt x="62" y="75"/>
                    <a:pt x="44" y="71"/>
                    <a:pt x="43" y="84"/>
                  </a:cubicBezTo>
                  <a:cubicBezTo>
                    <a:pt x="42" y="96"/>
                    <a:pt x="63" y="100"/>
                    <a:pt x="67" y="110"/>
                  </a:cubicBezTo>
                  <a:cubicBezTo>
                    <a:pt x="68" y="115"/>
                    <a:pt x="62" y="118"/>
                    <a:pt x="63" y="124"/>
                  </a:cubicBezTo>
                  <a:cubicBezTo>
                    <a:pt x="65" y="132"/>
                    <a:pt x="68" y="133"/>
                    <a:pt x="71" y="140"/>
                  </a:cubicBezTo>
                  <a:cubicBezTo>
                    <a:pt x="78" y="157"/>
                    <a:pt x="80" y="156"/>
                    <a:pt x="67" y="172"/>
                  </a:cubicBezTo>
                  <a:cubicBezTo>
                    <a:pt x="47" y="197"/>
                    <a:pt x="21" y="213"/>
                    <a:pt x="0" y="236"/>
                  </a:cubicBezTo>
                  <a:cubicBezTo>
                    <a:pt x="29" y="227"/>
                    <a:pt x="79" y="205"/>
                    <a:pt x="95" y="176"/>
                  </a:cubicBezTo>
                  <a:cubicBezTo>
                    <a:pt x="106" y="156"/>
                    <a:pt x="98" y="137"/>
                    <a:pt x="73" y="136"/>
                  </a:cubicBezTo>
                  <a:cubicBezTo>
                    <a:pt x="71" y="122"/>
                    <a:pt x="88" y="119"/>
                    <a:pt x="85" y="104"/>
                  </a:cubicBezTo>
                  <a:cubicBezTo>
                    <a:pt x="82" y="91"/>
                    <a:pt x="66" y="90"/>
                    <a:pt x="55" y="86"/>
                  </a:cubicBezTo>
                  <a:cubicBezTo>
                    <a:pt x="75" y="72"/>
                    <a:pt x="102" y="64"/>
                    <a:pt x="73" y="40"/>
                  </a:cubicBezTo>
                  <a:cubicBezTo>
                    <a:pt x="56" y="26"/>
                    <a:pt x="38" y="17"/>
                    <a:pt x="21" y="6"/>
                  </a:cubicBezTo>
                </a:path>
              </a:pathLst>
            </a:custGeom>
            <a:solidFill>
              <a:srgbClr val="F7D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348">
              <a:extLst>
                <a:ext uri="{FF2B5EF4-FFF2-40B4-BE49-F238E27FC236}">
                  <a16:creationId xmlns:a16="http://schemas.microsoft.com/office/drawing/2014/main" id="{BDA429BD-DAEA-4CB4-920F-1C529B52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562"/>
              <a:ext cx="209" cy="303"/>
            </a:xfrm>
            <a:custGeom>
              <a:avLst/>
              <a:gdLst>
                <a:gd name="T0" fmla="*/ 120 w 173"/>
                <a:gd name="T1" fmla="*/ 0 h 251"/>
                <a:gd name="T2" fmla="*/ 28 w 173"/>
                <a:gd name="T3" fmla="*/ 247 h 251"/>
                <a:gd name="T4" fmla="*/ 304 w 173"/>
                <a:gd name="T5" fmla="*/ 442 h 251"/>
                <a:gd name="T6" fmla="*/ 43 w 173"/>
                <a:gd name="T7" fmla="*/ 237 h 251"/>
                <a:gd name="T8" fmla="*/ 120 w 173"/>
                <a:gd name="T9" fmla="*/ 0 h 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251">
                  <a:moveTo>
                    <a:pt x="68" y="0"/>
                  </a:moveTo>
                  <a:cubicBezTo>
                    <a:pt x="68" y="0"/>
                    <a:pt x="0" y="57"/>
                    <a:pt x="16" y="141"/>
                  </a:cubicBezTo>
                  <a:cubicBezTo>
                    <a:pt x="16" y="141"/>
                    <a:pt x="50" y="208"/>
                    <a:pt x="173" y="251"/>
                  </a:cubicBezTo>
                  <a:cubicBezTo>
                    <a:pt x="173" y="251"/>
                    <a:pt x="37" y="198"/>
                    <a:pt x="25" y="134"/>
                  </a:cubicBezTo>
                  <a:cubicBezTo>
                    <a:pt x="11" y="61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B58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349">
              <a:extLst>
                <a:ext uri="{FF2B5EF4-FFF2-40B4-BE49-F238E27FC236}">
                  <a16:creationId xmlns:a16="http://schemas.microsoft.com/office/drawing/2014/main" id="{45DFEC10-7FE2-4C63-96CC-22ECFB1FF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777"/>
              <a:ext cx="426" cy="149"/>
            </a:xfrm>
            <a:custGeom>
              <a:avLst/>
              <a:gdLst>
                <a:gd name="T0" fmla="*/ 0 w 353"/>
                <a:gd name="T1" fmla="*/ 173 h 123"/>
                <a:gd name="T2" fmla="*/ 620 w 353"/>
                <a:gd name="T3" fmla="*/ 0 h 123"/>
                <a:gd name="T4" fmla="*/ 0 w 353"/>
                <a:gd name="T5" fmla="*/ 173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3" h="123">
                  <a:moveTo>
                    <a:pt x="0" y="97"/>
                  </a:moveTo>
                  <a:cubicBezTo>
                    <a:pt x="0" y="97"/>
                    <a:pt x="225" y="123"/>
                    <a:pt x="353" y="0"/>
                  </a:cubicBezTo>
                  <a:cubicBezTo>
                    <a:pt x="353" y="0"/>
                    <a:pt x="230" y="107"/>
                    <a:pt x="0" y="97"/>
                  </a:cubicBezTo>
                  <a:close/>
                </a:path>
              </a:pathLst>
            </a:custGeom>
            <a:solidFill>
              <a:srgbClr val="B58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350">
              <a:extLst>
                <a:ext uri="{FF2B5EF4-FFF2-40B4-BE49-F238E27FC236}">
                  <a16:creationId xmlns:a16="http://schemas.microsoft.com/office/drawing/2014/main" id="{E93AD630-43B6-4157-8441-325D3C290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451"/>
              <a:ext cx="294" cy="142"/>
            </a:xfrm>
            <a:custGeom>
              <a:avLst/>
              <a:gdLst>
                <a:gd name="T0" fmla="*/ 0 w 244"/>
                <a:gd name="T1" fmla="*/ 6 h 117"/>
                <a:gd name="T2" fmla="*/ 427 w 244"/>
                <a:gd name="T3" fmla="*/ 209 h 117"/>
                <a:gd name="T4" fmla="*/ 0 w 244"/>
                <a:gd name="T5" fmla="*/ 6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4" h="117">
                  <a:moveTo>
                    <a:pt x="0" y="3"/>
                  </a:moveTo>
                  <a:cubicBezTo>
                    <a:pt x="0" y="3"/>
                    <a:pt x="132" y="0"/>
                    <a:pt x="244" y="117"/>
                  </a:cubicBezTo>
                  <a:cubicBezTo>
                    <a:pt x="244" y="117"/>
                    <a:pt x="140" y="16"/>
                    <a:pt x="0" y="3"/>
                  </a:cubicBezTo>
                  <a:close/>
                </a:path>
              </a:pathLst>
            </a:custGeom>
            <a:solidFill>
              <a:srgbClr val="F9E4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351">
              <a:extLst>
                <a:ext uri="{FF2B5EF4-FFF2-40B4-BE49-F238E27FC236}">
                  <a16:creationId xmlns:a16="http://schemas.microsoft.com/office/drawing/2014/main" id="{D532D3C1-FDD4-4BAA-BA23-483F2B30D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884"/>
              <a:ext cx="190" cy="409"/>
            </a:xfrm>
            <a:custGeom>
              <a:avLst/>
              <a:gdLst>
                <a:gd name="T0" fmla="*/ 0 w 157"/>
                <a:gd name="T1" fmla="*/ 0 h 339"/>
                <a:gd name="T2" fmla="*/ 278 w 157"/>
                <a:gd name="T3" fmla="*/ 595 h 339"/>
                <a:gd name="T4" fmla="*/ 0 w 157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339">
                  <a:moveTo>
                    <a:pt x="0" y="0"/>
                  </a:moveTo>
                  <a:cubicBezTo>
                    <a:pt x="0" y="0"/>
                    <a:pt x="31" y="232"/>
                    <a:pt x="157" y="339"/>
                  </a:cubicBezTo>
                  <a:cubicBezTo>
                    <a:pt x="157" y="339"/>
                    <a:pt x="50" y="207"/>
                    <a:pt x="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352">
              <a:extLst>
                <a:ext uri="{FF2B5EF4-FFF2-40B4-BE49-F238E27FC236}">
                  <a16:creationId xmlns:a16="http://schemas.microsoft.com/office/drawing/2014/main" id="{4A46D6D3-7C7A-42C2-A004-006D04BE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3348"/>
              <a:ext cx="314" cy="109"/>
            </a:xfrm>
            <a:custGeom>
              <a:avLst/>
              <a:gdLst>
                <a:gd name="T0" fmla="*/ 0 w 260"/>
                <a:gd name="T1" fmla="*/ 0 h 90"/>
                <a:gd name="T2" fmla="*/ 458 w 260"/>
                <a:gd name="T3" fmla="*/ 15 h 90"/>
                <a:gd name="T4" fmla="*/ 0 w 260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0" h="90">
                  <a:moveTo>
                    <a:pt x="0" y="0"/>
                  </a:moveTo>
                  <a:cubicBezTo>
                    <a:pt x="0" y="0"/>
                    <a:pt x="135" y="90"/>
                    <a:pt x="260" y="8"/>
                  </a:cubicBezTo>
                  <a:cubicBezTo>
                    <a:pt x="260" y="8"/>
                    <a:pt x="158" y="73"/>
                    <a:pt x="0" y="0"/>
                  </a:cubicBezTo>
                  <a:close/>
                </a:path>
              </a:pathLst>
            </a:custGeom>
            <a:solidFill>
              <a:srgbClr val="989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353">
              <a:extLst>
                <a:ext uri="{FF2B5EF4-FFF2-40B4-BE49-F238E27FC236}">
                  <a16:creationId xmlns:a16="http://schemas.microsoft.com/office/drawing/2014/main" id="{6DFA8D07-8245-402A-8960-7A980601B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55"/>
              <a:ext cx="519" cy="173"/>
            </a:xfrm>
            <a:custGeom>
              <a:avLst/>
              <a:gdLst>
                <a:gd name="T0" fmla="*/ 0 w 430"/>
                <a:gd name="T1" fmla="*/ 35 h 144"/>
                <a:gd name="T2" fmla="*/ 756 w 430"/>
                <a:gd name="T3" fmla="*/ 0 h 144"/>
                <a:gd name="T4" fmla="*/ 0 w 430"/>
                <a:gd name="T5" fmla="*/ 35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0" h="144">
                  <a:moveTo>
                    <a:pt x="0" y="20"/>
                  </a:moveTo>
                  <a:cubicBezTo>
                    <a:pt x="0" y="20"/>
                    <a:pt x="209" y="127"/>
                    <a:pt x="430" y="0"/>
                  </a:cubicBezTo>
                  <a:cubicBezTo>
                    <a:pt x="430" y="0"/>
                    <a:pt x="252" y="144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354">
              <a:extLst>
                <a:ext uri="{FF2B5EF4-FFF2-40B4-BE49-F238E27FC236}">
                  <a16:creationId xmlns:a16="http://schemas.microsoft.com/office/drawing/2014/main" id="{D68BB9EE-163D-4780-879C-55FC963BC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641"/>
              <a:ext cx="278" cy="281"/>
            </a:xfrm>
            <a:custGeom>
              <a:avLst/>
              <a:gdLst>
                <a:gd name="T0" fmla="*/ 406 w 230"/>
                <a:gd name="T1" fmla="*/ 0 h 233"/>
                <a:gd name="T2" fmla="*/ 0 w 230"/>
                <a:gd name="T3" fmla="*/ 409 h 233"/>
                <a:gd name="T4" fmla="*/ 404 w 230"/>
                <a:gd name="T5" fmla="*/ 17 h 233"/>
                <a:gd name="T6" fmla="*/ 406 w 230"/>
                <a:gd name="T7" fmla="*/ 0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0" h="233">
                  <a:moveTo>
                    <a:pt x="230" y="0"/>
                  </a:moveTo>
                  <a:cubicBezTo>
                    <a:pt x="230" y="0"/>
                    <a:pt x="62" y="99"/>
                    <a:pt x="0" y="233"/>
                  </a:cubicBezTo>
                  <a:cubicBezTo>
                    <a:pt x="0" y="233"/>
                    <a:pt x="98" y="86"/>
                    <a:pt x="228" y="10"/>
                  </a:cubicBezTo>
                  <a:lnTo>
                    <a:pt x="2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355">
              <a:extLst>
                <a:ext uri="{FF2B5EF4-FFF2-40B4-BE49-F238E27FC236}">
                  <a16:creationId xmlns:a16="http://schemas.microsoft.com/office/drawing/2014/main" id="{47D7B4D4-BF04-47B6-9C4A-18B67B584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632"/>
              <a:ext cx="164" cy="121"/>
            </a:xfrm>
            <a:custGeom>
              <a:avLst/>
              <a:gdLst>
                <a:gd name="T0" fmla="*/ 0 w 136"/>
                <a:gd name="T1" fmla="*/ 0 h 100"/>
                <a:gd name="T2" fmla="*/ 239 w 136"/>
                <a:gd name="T3" fmla="*/ 177 h 100"/>
                <a:gd name="T4" fmla="*/ 0 w 136"/>
                <a:gd name="T5" fmla="*/ 15 h 100"/>
                <a:gd name="T6" fmla="*/ 0 w 136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00">
                  <a:moveTo>
                    <a:pt x="0" y="0"/>
                  </a:moveTo>
                  <a:cubicBezTo>
                    <a:pt x="0" y="0"/>
                    <a:pt x="88" y="42"/>
                    <a:pt x="136" y="100"/>
                  </a:cubicBezTo>
                  <a:cubicBezTo>
                    <a:pt x="136" y="100"/>
                    <a:pt x="64" y="32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356">
              <a:extLst>
                <a:ext uri="{FF2B5EF4-FFF2-40B4-BE49-F238E27FC236}">
                  <a16:creationId xmlns:a16="http://schemas.microsoft.com/office/drawing/2014/main" id="{DD62AC38-FFC3-4943-B724-40627C80E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108"/>
              <a:ext cx="328" cy="505"/>
            </a:xfrm>
            <a:custGeom>
              <a:avLst/>
              <a:gdLst>
                <a:gd name="T0" fmla="*/ 70 w 272"/>
                <a:gd name="T1" fmla="*/ 0 h 418"/>
                <a:gd name="T2" fmla="*/ 478 w 272"/>
                <a:gd name="T3" fmla="*/ 737 h 418"/>
                <a:gd name="T4" fmla="*/ 70 w 272"/>
                <a:gd name="T5" fmla="*/ 0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418">
                  <a:moveTo>
                    <a:pt x="40" y="0"/>
                  </a:moveTo>
                  <a:cubicBezTo>
                    <a:pt x="40" y="0"/>
                    <a:pt x="7" y="253"/>
                    <a:pt x="272" y="418"/>
                  </a:cubicBezTo>
                  <a:cubicBezTo>
                    <a:pt x="272" y="418"/>
                    <a:pt x="0" y="28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357">
              <a:extLst>
                <a:ext uri="{FF2B5EF4-FFF2-40B4-BE49-F238E27FC236}">
                  <a16:creationId xmlns:a16="http://schemas.microsoft.com/office/drawing/2014/main" id="{20D1FCCD-9B97-4FEE-95BA-10BDA54B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477"/>
              <a:ext cx="619" cy="250"/>
            </a:xfrm>
            <a:custGeom>
              <a:avLst/>
              <a:gdLst>
                <a:gd name="T0" fmla="*/ 572 w 513"/>
                <a:gd name="T1" fmla="*/ 365 h 207"/>
                <a:gd name="T2" fmla="*/ 284 w 513"/>
                <a:gd name="T3" fmla="*/ 79 h 207"/>
                <a:gd name="T4" fmla="*/ 471 w 513"/>
                <a:gd name="T5" fmla="*/ 6 h 207"/>
                <a:gd name="T6" fmla="*/ 643 w 513"/>
                <a:gd name="T7" fmla="*/ 12 h 207"/>
                <a:gd name="T8" fmla="*/ 876 w 513"/>
                <a:gd name="T9" fmla="*/ 248 h 207"/>
                <a:gd name="T10" fmla="*/ 571 w 513"/>
                <a:gd name="T11" fmla="*/ 362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3" h="207">
                  <a:moveTo>
                    <a:pt x="326" y="207"/>
                  </a:moveTo>
                  <a:cubicBezTo>
                    <a:pt x="248" y="206"/>
                    <a:pt x="0" y="98"/>
                    <a:pt x="162" y="45"/>
                  </a:cubicBezTo>
                  <a:cubicBezTo>
                    <a:pt x="201" y="32"/>
                    <a:pt x="243" y="36"/>
                    <a:pt x="268" y="3"/>
                  </a:cubicBezTo>
                  <a:cubicBezTo>
                    <a:pt x="268" y="3"/>
                    <a:pt x="322" y="0"/>
                    <a:pt x="366" y="7"/>
                  </a:cubicBezTo>
                  <a:cubicBezTo>
                    <a:pt x="386" y="67"/>
                    <a:pt x="513" y="64"/>
                    <a:pt x="499" y="141"/>
                  </a:cubicBezTo>
                  <a:cubicBezTo>
                    <a:pt x="489" y="198"/>
                    <a:pt x="367" y="205"/>
                    <a:pt x="325" y="205"/>
                  </a:cubicBezTo>
                </a:path>
              </a:pathLst>
            </a:custGeom>
            <a:solidFill>
              <a:srgbClr val="F9E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358">
              <a:extLst>
                <a:ext uri="{FF2B5EF4-FFF2-40B4-BE49-F238E27FC236}">
                  <a16:creationId xmlns:a16="http://schemas.microsoft.com/office/drawing/2014/main" id="{D5B6F9BA-24AF-4715-8AB4-4ED7118B7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43"/>
              <a:ext cx="120" cy="42"/>
            </a:xfrm>
            <a:custGeom>
              <a:avLst/>
              <a:gdLst>
                <a:gd name="T0" fmla="*/ 176 w 99"/>
                <a:gd name="T1" fmla="*/ 60 h 35"/>
                <a:gd name="T2" fmla="*/ 176 w 99"/>
                <a:gd name="T3" fmla="*/ 2 h 35"/>
                <a:gd name="T4" fmla="*/ 15 w 99"/>
                <a:gd name="T5" fmla="*/ 2 h 35"/>
                <a:gd name="T6" fmla="*/ 0 w 99"/>
                <a:gd name="T7" fmla="*/ 53 h 35"/>
                <a:gd name="T8" fmla="*/ 176 w 99"/>
                <a:gd name="T9" fmla="*/ 6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35">
                  <a:moveTo>
                    <a:pt x="99" y="35"/>
                  </a:moveTo>
                  <a:cubicBezTo>
                    <a:pt x="95" y="26"/>
                    <a:pt x="95" y="15"/>
                    <a:pt x="99" y="2"/>
                  </a:cubicBezTo>
                  <a:cubicBezTo>
                    <a:pt x="99" y="2"/>
                    <a:pt x="12" y="0"/>
                    <a:pt x="8" y="2"/>
                  </a:cubicBezTo>
                  <a:cubicBezTo>
                    <a:pt x="8" y="13"/>
                    <a:pt x="5" y="23"/>
                    <a:pt x="0" y="31"/>
                  </a:cubicBezTo>
                  <a:cubicBezTo>
                    <a:pt x="0" y="31"/>
                    <a:pt x="84" y="32"/>
                    <a:pt x="99" y="35"/>
                  </a:cubicBezTo>
                  <a:close/>
                </a:path>
              </a:pathLst>
            </a:custGeom>
            <a:solidFill>
              <a:srgbClr val="F7D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359">
              <a:extLst>
                <a:ext uri="{FF2B5EF4-FFF2-40B4-BE49-F238E27FC236}">
                  <a16:creationId xmlns:a16="http://schemas.microsoft.com/office/drawing/2014/main" id="{D0141C8D-7044-4B6A-824B-90B34587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546"/>
              <a:ext cx="484" cy="796"/>
            </a:xfrm>
            <a:custGeom>
              <a:avLst/>
              <a:gdLst>
                <a:gd name="T0" fmla="*/ 457 w 401"/>
                <a:gd name="T1" fmla="*/ 1145 h 659"/>
                <a:gd name="T2" fmla="*/ 467 w 401"/>
                <a:gd name="T3" fmla="*/ 960 h 659"/>
                <a:gd name="T4" fmla="*/ 681 w 401"/>
                <a:gd name="T5" fmla="*/ 728 h 659"/>
                <a:gd name="T6" fmla="*/ 470 w 401"/>
                <a:gd name="T7" fmla="*/ 408 h 659"/>
                <a:gd name="T8" fmla="*/ 354 w 401"/>
                <a:gd name="T9" fmla="*/ 251 h 659"/>
                <a:gd name="T10" fmla="*/ 398 w 401"/>
                <a:gd name="T11" fmla="*/ 147 h 659"/>
                <a:gd name="T12" fmla="*/ 212 w 401"/>
                <a:gd name="T13" fmla="*/ 0 h 659"/>
                <a:gd name="T14" fmla="*/ 325 w 401"/>
                <a:gd name="T15" fmla="*/ 128 h 659"/>
                <a:gd name="T16" fmla="*/ 203 w 401"/>
                <a:gd name="T17" fmla="*/ 310 h 659"/>
                <a:gd name="T18" fmla="*/ 332 w 401"/>
                <a:gd name="T19" fmla="*/ 472 h 659"/>
                <a:gd name="T20" fmla="*/ 291 w 401"/>
                <a:gd name="T21" fmla="*/ 610 h 659"/>
                <a:gd name="T22" fmla="*/ 343 w 401"/>
                <a:gd name="T23" fmla="*/ 771 h 659"/>
                <a:gd name="T24" fmla="*/ 57 w 401"/>
                <a:gd name="T25" fmla="*/ 929 h 659"/>
                <a:gd name="T26" fmla="*/ 202 w 401"/>
                <a:gd name="T27" fmla="*/ 1161 h 659"/>
                <a:gd name="T28" fmla="*/ 457 w 401"/>
                <a:gd name="T29" fmla="*/ 1145 h 6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1" h="659">
                  <a:moveTo>
                    <a:pt x="260" y="650"/>
                  </a:moveTo>
                  <a:cubicBezTo>
                    <a:pt x="246" y="618"/>
                    <a:pt x="238" y="578"/>
                    <a:pt x="266" y="545"/>
                  </a:cubicBezTo>
                  <a:cubicBezTo>
                    <a:pt x="301" y="502"/>
                    <a:pt x="376" y="468"/>
                    <a:pt x="387" y="413"/>
                  </a:cubicBezTo>
                  <a:cubicBezTo>
                    <a:pt x="401" y="339"/>
                    <a:pt x="317" y="270"/>
                    <a:pt x="267" y="232"/>
                  </a:cubicBezTo>
                  <a:cubicBezTo>
                    <a:pt x="233" y="205"/>
                    <a:pt x="193" y="191"/>
                    <a:pt x="201" y="142"/>
                  </a:cubicBezTo>
                  <a:cubicBezTo>
                    <a:pt x="207" y="106"/>
                    <a:pt x="236" y="122"/>
                    <a:pt x="226" y="84"/>
                  </a:cubicBezTo>
                  <a:cubicBezTo>
                    <a:pt x="217" y="49"/>
                    <a:pt x="151" y="13"/>
                    <a:pt x="121" y="0"/>
                  </a:cubicBezTo>
                  <a:cubicBezTo>
                    <a:pt x="132" y="23"/>
                    <a:pt x="186" y="47"/>
                    <a:pt x="185" y="73"/>
                  </a:cubicBezTo>
                  <a:cubicBezTo>
                    <a:pt x="184" y="99"/>
                    <a:pt x="109" y="143"/>
                    <a:pt x="115" y="176"/>
                  </a:cubicBezTo>
                  <a:cubicBezTo>
                    <a:pt x="122" y="212"/>
                    <a:pt x="178" y="233"/>
                    <a:pt x="189" y="268"/>
                  </a:cubicBezTo>
                  <a:cubicBezTo>
                    <a:pt x="204" y="312"/>
                    <a:pt x="168" y="319"/>
                    <a:pt x="166" y="346"/>
                  </a:cubicBezTo>
                  <a:cubicBezTo>
                    <a:pt x="164" y="378"/>
                    <a:pt x="192" y="403"/>
                    <a:pt x="195" y="437"/>
                  </a:cubicBezTo>
                  <a:cubicBezTo>
                    <a:pt x="206" y="558"/>
                    <a:pt x="73" y="473"/>
                    <a:pt x="32" y="527"/>
                  </a:cubicBezTo>
                  <a:cubicBezTo>
                    <a:pt x="0" y="571"/>
                    <a:pt x="61" y="618"/>
                    <a:pt x="114" y="659"/>
                  </a:cubicBezTo>
                  <a:cubicBezTo>
                    <a:pt x="114" y="659"/>
                    <a:pt x="180" y="654"/>
                    <a:pt x="260" y="650"/>
                  </a:cubicBezTo>
                  <a:close/>
                </a:path>
              </a:pathLst>
            </a:custGeom>
            <a:solidFill>
              <a:srgbClr val="E2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360">
              <a:extLst>
                <a:ext uri="{FF2B5EF4-FFF2-40B4-BE49-F238E27FC236}">
                  <a16:creationId xmlns:a16="http://schemas.microsoft.com/office/drawing/2014/main" id="{78D7CFF9-57DF-46ED-AE1E-C86751025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324"/>
              <a:ext cx="182" cy="28"/>
            </a:xfrm>
            <a:custGeom>
              <a:avLst/>
              <a:gdLst>
                <a:gd name="T0" fmla="*/ 256 w 151"/>
                <a:gd name="T1" fmla="*/ 9 h 24"/>
                <a:gd name="T2" fmla="*/ 264 w 151"/>
                <a:gd name="T3" fmla="*/ 27 h 24"/>
                <a:gd name="T4" fmla="*/ 19 w 151"/>
                <a:gd name="T5" fmla="*/ 39 h 24"/>
                <a:gd name="T6" fmla="*/ 16 w 151"/>
                <a:gd name="T7" fmla="*/ 35 h 24"/>
                <a:gd name="T8" fmla="*/ 0 w 151"/>
                <a:gd name="T9" fmla="*/ 25 h 24"/>
                <a:gd name="T10" fmla="*/ 256 w 151"/>
                <a:gd name="T11" fmla="*/ 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24">
                  <a:moveTo>
                    <a:pt x="146" y="6"/>
                  </a:moveTo>
                  <a:cubicBezTo>
                    <a:pt x="148" y="10"/>
                    <a:pt x="149" y="14"/>
                    <a:pt x="151" y="17"/>
                  </a:cubicBezTo>
                  <a:cubicBezTo>
                    <a:pt x="100" y="14"/>
                    <a:pt x="11" y="24"/>
                    <a:pt x="11" y="24"/>
                  </a:cubicBezTo>
                  <a:cubicBezTo>
                    <a:pt x="11" y="23"/>
                    <a:pt x="10" y="23"/>
                    <a:pt x="9" y="22"/>
                  </a:cubicBezTo>
                  <a:cubicBezTo>
                    <a:pt x="6" y="20"/>
                    <a:pt x="3" y="18"/>
                    <a:pt x="0" y="15"/>
                  </a:cubicBezTo>
                  <a:cubicBezTo>
                    <a:pt x="0" y="15"/>
                    <a:pt x="72" y="0"/>
                    <a:pt x="146" y="6"/>
                  </a:cubicBezTo>
                  <a:close/>
                </a:path>
              </a:pathLst>
            </a:custGeom>
            <a:solidFill>
              <a:srgbClr val="E6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361">
              <a:extLst>
                <a:ext uri="{FF2B5EF4-FFF2-40B4-BE49-F238E27FC236}">
                  <a16:creationId xmlns:a16="http://schemas.microsoft.com/office/drawing/2014/main" id="{DB1AC28A-8E56-4608-BB34-66764AA2D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339"/>
              <a:ext cx="184" cy="35"/>
            </a:xfrm>
            <a:custGeom>
              <a:avLst/>
              <a:gdLst>
                <a:gd name="T0" fmla="*/ 248 w 152"/>
                <a:gd name="T1" fmla="*/ 7 h 29"/>
                <a:gd name="T2" fmla="*/ 270 w 152"/>
                <a:gd name="T3" fmla="*/ 48 h 29"/>
                <a:gd name="T4" fmla="*/ 41 w 152"/>
                <a:gd name="T5" fmla="*/ 51 h 29"/>
                <a:gd name="T6" fmla="*/ 0 w 152"/>
                <a:gd name="T7" fmla="*/ 19 h 29"/>
                <a:gd name="T8" fmla="*/ 248 w 152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9">
                  <a:moveTo>
                    <a:pt x="140" y="4"/>
                  </a:moveTo>
                  <a:cubicBezTo>
                    <a:pt x="144" y="13"/>
                    <a:pt x="148" y="20"/>
                    <a:pt x="152" y="27"/>
                  </a:cubicBezTo>
                  <a:cubicBezTo>
                    <a:pt x="54" y="20"/>
                    <a:pt x="23" y="29"/>
                    <a:pt x="23" y="29"/>
                  </a:cubicBezTo>
                  <a:cubicBezTo>
                    <a:pt x="16" y="23"/>
                    <a:pt x="8" y="17"/>
                    <a:pt x="0" y="11"/>
                  </a:cubicBezTo>
                  <a:cubicBezTo>
                    <a:pt x="0" y="11"/>
                    <a:pt x="74" y="0"/>
                    <a:pt x="140" y="4"/>
                  </a:cubicBezTo>
                  <a:close/>
                </a:path>
              </a:pathLst>
            </a:custGeom>
            <a:solidFill>
              <a:srgbClr val="F0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362">
              <a:extLst>
                <a:ext uri="{FF2B5EF4-FFF2-40B4-BE49-F238E27FC236}">
                  <a16:creationId xmlns:a16="http://schemas.microsoft.com/office/drawing/2014/main" id="{186BCAFE-5650-4024-872B-EC5E3A05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363"/>
              <a:ext cx="171" cy="82"/>
            </a:xfrm>
            <a:custGeom>
              <a:avLst/>
              <a:gdLst>
                <a:gd name="T0" fmla="*/ 0 w 142"/>
                <a:gd name="T1" fmla="*/ 17 h 68"/>
                <a:gd name="T2" fmla="*/ 49 w 142"/>
                <a:gd name="T3" fmla="*/ 75 h 68"/>
                <a:gd name="T4" fmla="*/ 58 w 142"/>
                <a:gd name="T5" fmla="*/ 119 h 68"/>
                <a:gd name="T6" fmla="*/ 219 w 142"/>
                <a:gd name="T7" fmla="*/ 119 h 68"/>
                <a:gd name="T8" fmla="*/ 248 w 142"/>
                <a:gd name="T9" fmla="*/ 62 h 68"/>
                <a:gd name="T10" fmla="*/ 225 w 142"/>
                <a:gd name="T11" fmla="*/ 12 h 68"/>
                <a:gd name="T12" fmla="*/ 0 w 142"/>
                <a:gd name="T13" fmla="*/ 17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68">
                  <a:moveTo>
                    <a:pt x="0" y="10"/>
                  </a:moveTo>
                  <a:cubicBezTo>
                    <a:pt x="14" y="22"/>
                    <a:pt x="24" y="32"/>
                    <a:pt x="28" y="42"/>
                  </a:cubicBezTo>
                  <a:cubicBezTo>
                    <a:pt x="31" y="51"/>
                    <a:pt x="33" y="60"/>
                    <a:pt x="33" y="68"/>
                  </a:cubicBezTo>
                  <a:cubicBezTo>
                    <a:pt x="33" y="68"/>
                    <a:pt x="95" y="67"/>
                    <a:pt x="125" y="68"/>
                  </a:cubicBezTo>
                  <a:cubicBezTo>
                    <a:pt x="128" y="58"/>
                    <a:pt x="142" y="56"/>
                    <a:pt x="142" y="35"/>
                  </a:cubicBezTo>
                  <a:cubicBezTo>
                    <a:pt x="142" y="30"/>
                    <a:pt x="136" y="20"/>
                    <a:pt x="129" y="7"/>
                  </a:cubicBezTo>
                  <a:cubicBezTo>
                    <a:pt x="129" y="7"/>
                    <a:pt x="41" y="0"/>
                    <a:pt x="0" y="10"/>
                  </a:cubicBezTo>
                  <a:close/>
                </a:path>
              </a:pathLst>
            </a:custGeom>
            <a:solidFill>
              <a:srgbClr val="E6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363">
              <a:extLst>
                <a:ext uri="{FF2B5EF4-FFF2-40B4-BE49-F238E27FC236}">
                  <a16:creationId xmlns:a16="http://schemas.microsoft.com/office/drawing/2014/main" id="{80DC6DE5-E991-4FF7-986E-3F24379BF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314"/>
              <a:ext cx="393" cy="83"/>
            </a:xfrm>
            <a:custGeom>
              <a:avLst/>
              <a:gdLst>
                <a:gd name="T0" fmla="*/ 0 w 326"/>
                <a:gd name="T1" fmla="*/ 120 h 69"/>
                <a:gd name="T2" fmla="*/ 571 w 326"/>
                <a:gd name="T3" fmla="*/ 88 h 69"/>
                <a:gd name="T4" fmla="*/ 0 w 326"/>
                <a:gd name="T5" fmla="*/ 12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6" h="69">
                  <a:moveTo>
                    <a:pt x="0" y="69"/>
                  </a:moveTo>
                  <a:cubicBezTo>
                    <a:pt x="0" y="69"/>
                    <a:pt x="163" y="0"/>
                    <a:pt x="326" y="51"/>
                  </a:cubicBezTo>
                  <a:cubicBezTo>
                    <a:pt x="326" y="51"/>
                    <a:pt x="201" y="12"/>
                    <a:pt x="0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364">
              <a:extLst>
                <a:ext uri="{FF2B5EF4-FFF2-40B4-BE49-F238E27FC236}">
                  <a16:creationId xmlns:a16="http://schemas.microsoft.com/office/drawing/2014/main" id="{E8ABA2FD-7012-4BE0-A042-8BD2E21130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7" y="1547"/>
              <a:ext cx="590" cy="1180"/>
            </a:xfrm>
            <a:custGeom>
              <a:avLst/>
              <a:gdLst>
                <a:gd name="T0" fmla="*/ 672 w 489"/>
                <a:gd name="T1" fmla="*/ 1705 h 977"/>
                <a:gd name="T2" fmla="*/ 834 w 489"/>
                <a:gd name="T3" fmla="*/ 1605 h 977"/>
                <a:gd name="T4" fmla="*/ 601 w 489"/>
                <a:gd name="T5" fmla="*/ 1371 h 977"/>
                <a:gd name="T6" fmla="*/ 603 w 489"/>
                <a:gd name="T7" fmla="*/ 1313 h 977"/>
                <a:gd name="T8" fmla="*/ 632 w 489"/>
                <a:gd name="T9" fmla="*/ 1255 h 977"/>
                <a:gd name="T10" fmla="*/ 612 w 489"/>
                <a:gd name="T11" fmla="*/ 1205 h 977"/>
                <a:gd name="T12" fmla="*/ 612 w 489"/>
                <a:gd name="T13" fmla="*/ 1205 h 977"/>
                <a:gd name="T14" fmla="*/ 580 w 489"/>
                <a:gd name="T15" fmla="*/ 1144 h 977"/>
                <a:gd name="T16" fmla="*/ 590 w 489"/>
                <a:gd name="T17" fmla="*/ 959 h 977"/>
                <a:gd name="T18" fmla="*/ 805 w 489"/>
                <a:gd name="T19" fmla="*/ 726 h 977"/>
                <a:gd name="T20" fmla="*/ 594 w 489"/>
                <a:gd name="T21" fmla="*/ 407 h 977"/>
                <a:gd name="T22" fmla="*/ 478 w 489"/>
                <a:gd name="T23" fmla="*/ 248 h 977"/>
                <a:gd name="T24" fmla="*/ 521 w 489"/>
                <a:gd name="T25" fmla="*/ 146 h 977"/>
                <a:gd name="T26" fmla="*/ 338 w 489"/>
                <a:gd name="T27" fmla="*/ 0 h 977"/>
                <a:gd name="T28" fmla="*/ 450 w 489"/>
                <a:gd name="T29" fmla="*/ 127 h 977"/>
                <a:gd name="T30" fmla="*/ 326 w 489"/>
                <a:gd name="T31" fmla="*/ 310 h 977"/>
                <a:gd name="T32" fmla="*/ 457 w 489"/>
                <a:gd name="T33" fmla="*/ 472 h 977"/>
                <a:gd name="T34" fmla="*/ 416 w 489"/>
                <a:gd name="T35" fmla="*/ 609 h 977"/>
                <a:gd name="T36" fmla="*/ 467 w 489"/>
                <a:gd name="T37" fmla="*/ 768 h 977"/>
                <a:gd name="T38" fmla="*/ 181 w 489"/>
                <a:gd name="T39" fmla="*/ 926 h 977"/>
                <a:gd name="T40" fmla="*/ 325 w 489"/>
                <a:gd name="T41" fmla="*/ 1161 h 977"/>
                <a:gd name="T42" fmla="*/ 385 w 489"/>
                <a:gd name="T43" fmla="*/ 1209 h 977"/>
                <a:gd name="T44" fmla="*/ 562 w 489"/>
                <a:gd name="T45" fmla="*/ 1719 h 977"/>
                <a:gd name="T46" fmla="*/ 613 w 489"/>
                <a:gd name="T47" fmla="*/ 1714 h 977"/>
                <a:gd name="T48" fmla="*/ 500 w 489"/>
                <a:gd name="T49" fmla="*/ 1720 h 977"/>
                <a:gd name="T50" fmla="*/ 528 w 489"/>
                <a:gd name="T51" fmla="*/ 1721 h 977"/>
                <a:gd name="T52" fmla="*/ 465 w 489"/>
                <a:gd name="T53" fmla="*/ 1713 h 977"/>
                <a:gd name="T54" fmla="*/ 486 w 489"/>
                <a:gd name="T55" fmla="*/ 1719 h 977"/>
                <a:gd name="T56" fmla="*/ 385 w 489"/>
                <a:gd name="T57" fmla="*/ 1209 h 977"/>
                <a:gd name="T58" fmla="*/ 434 w 489"/>
                <a:gd name="T59" fmla="*/ 1265 h 977"/>
                <a:gd name="T60" fmla="*/ 443 w 489"/>
                <a:gd name="T61" fmla="*/ 1313 h 977"/>
                <a:gd name="T62" fmla="*/ 428 w 489"/>
                <a:gd name="T63" fmla="*/ 1362 h 977"/>
                <a:gd name="T64" fmla="*/ 243 w 489"/>
                <a:gd name="T65" fmla="*/ 1435 h 977"/>
                <a:gd name="T66" fmla="*/ 451 w 489"/>
                <a:gd name="T67" fmla="*/ 1710 h 97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89" h="977">
                  <a:moveTo>
                    <a:pt x="383" y="968"/>
                  </a:moveTo>
                  <a:cubicBezTo>
                    <a:pt x="426" y="960"/>
                    <a:pt x="469" y="944"/>
                    <a:pt x="475" y="911"/>
                  </a:cubicBezTo>
                  <a:cubicBezTo>
                    <a:pt x="489" y="834"/>
                    <a:pt x="362" y="838"/>
                    <a:pt x="342" y="778"/>
                  </a:cubicBezTo>
                  <a:cubicBezTo>
                    <a:pt x="342" y="778"/>
                    <a:pt x="338" y="759"/>
                    <a:pt x="343" y="745"/>
                  </a:cubicBezTo>
                  <a:cubicBezTo>
                    <a:pt x="346" y="735"/>
                    <a:pt x="361" y="732"/>
                    <a:pt x="360" y="712"/>
                  </a:cubicBezTo>
                  <a:cubicBezTo>
                    <a:pt x="360" y="706"/>
                    <a:pt x="355" y="697"/>
                    <a:pt x="348" y="684"/>
                  </a:cubicBezTo>
                  <a:cubicBezTo>
                    <a:pt x="348" y="684"/>
                    <a:pt x="348" y="684"/>
                    <a:pt x="348" y="684"/>
                  </a:cubicBezTo>
                  <a:cubicBezTo>
                    <a:pt x="344" y="677"/>
                    <a:pt x="331" y="649"/>
                    <a:pt x="331" y="649"/>
                  </a:cubicBezTo>
                  <a:cubicBezTo>
                    <a:pt x="317" y="617"/>
                    <a:pt x="308" y="578"/>
                    <a:pt x="336" y="544"/>
                  </a:cubicBezTo>
                  <a:cubicBezTo>
                    <a:pt x="371" y="502"/>
                    <a:pt x="447" y="467"/>
                    <a:pt x="458" y="412"/>
                  </a:cubicBezTo>
                  <a:cubicBezTo>
                    <a:pt x="472" y="338"/>
                    <a:pt x="388" y="270"/>
                    <a:pt x="338" y="231"/>
                  </a:cubicBezTo>
                  <a:cubicBezTo>
                    <a:pt x="304" y="205"/>
                    <a:pt x="264" y="191"/>
                    <a:pt x="272" y="141"/>
                  </a:cubicBezTo>
                  <a:cubicBezTo>
                    <a:pt x="278" y="105"/>
                    <a:pt x="307" y="122"/>
                    <a:pt x="297" y="83"/>
                  </a:cubicBezTo>
                  <a:cubicBezTo>
                    <a:pt x="288" y="49"/>
                    <a:pt x="221" y="12"/>
                    <a:pt x="192" y="0"/>
                  </a:cubicBezTo>
                  <a:cubicBezTo>
                    <a:pt x="203" y="23"/>
                    <a:pt x="257" y="46"/>
                    <a:pt x="256" y="72"/>
                  </a:cubicBezTo>
                  <a:cubicBezTo>
                    <a:pt x="255" y="98"/>
                    <a:pt x="180" y="142"/>
                    <a:pt x="186" y="176"/>
                  </a:cubicBezTo>
                  <a:cubicBezTo>
                    <a:pt x="192" y="211"/>
                    <a:pt x="249" y="233"/>
                    <a:pt x="260" y="268"/>
                  </a:cubicBezTo>
                  <a:cubicBezTo>
                    <a:pt x="274" y="311"/>
                    <a:pt x="239" y="318"/>
                    <a:pt x="237" y="345"/>
                  </a:cubicBezTo>
                  <a:cubicBezTo>
                    <a:pt x="235" y="378"/>
                    <a:pt x="263" y="403"/>
                    <a:pt x="266" y="436"/>
                  </a:cubicBezTo>
                  <a:cubicBezTo>
                    <a:pt x="277" y="557"/>
                    <a:pt x="145" y="473"/>
                    <a:pt x="103" y="526"/>
                  </a:cubicBezTo>
                  <a:cubicBezTo>
                    <a:pt x="60" y="581"/>
                    <a:pt x="185" y="659"/>
                    <a:pt x="185" y="659"/>
                  </a:cubicBezTo>
                  <a:cubicBezTo>
                    <a:pt x="188" y="661"/>
                    <a:pt x="212" y="680"/>
                    <a:pt x="219" y="686"/>
                  </a:cubicBezTo>
                  <a:moveTo>
                    <a:pt x="320" y="975"/>
                  </a:moveTo>
                  <a:cubicBezTo>
                    <a:pt x="329" y="975"/>
                    <a:pt x="338" y="974"/>
                    <a:pt x="349" y="973"/>
                  </a:cubicBezTo>
                  <a:moveTo>
                    <a:pt x="284" y="976"/>
                  </a:moveTo>
                  <a:cubicBezTo>
                    <a:pt x="290" y="977"/>
                    <a:pt x="296" y="977"/>
                    <a:pt x="301" y="977"/>
                  </a:cubicBezTo>
                  <a:moveTo>
                    <a:pt x="264" y="972"/>
                  </a:moveTo>
                  <a:cubicBezTo>
                    <a:pt x="269" y="973"/>
                    <a:pt x="273" y="974"/>
                    <a:pt x="277" y="975"/>
                  </a:cubicBezTo>
                  <a:moveTo>
                    <a:pt x="219" y="686"/>
                  </a:moveTo>
                  <a:cubicBezTo>
                    <a:pt x="233" y="698"/>
                    <a:pt x="243" y="709"/>
                    <a:pt x="247" y="718"/>
                  </a:cubicBezTo>
                  <a:cubicBezTo>
                    <a:pt x="250" y="728"/>
                    <a:pt x="253" y="744"/>
                    <a:pt x="252" y="745"/>
                  </a:cubicBezTo>
                  <a:cubicBezTo>
                    <a:pt x="252" y="756"/>
                    <a:pt x="249" y="766"/>
                    <a:pt x="244" y="773"/>
                  </a:cubicBezTo>
                  <a:cubicBezTo>
                    <a:pt x="218" y="806"/>
                    <a:pt x="177" y="802"/>
                    <a:pt x="138" y="815"/>
                  </a:cubicBezTo>
                  <a:cubicBezTo>
                    <a:pt x="0" y="861"/>
                    <a:pt x="159" y="946"/>
                    <a:pt x="257" y="97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365">
              <a:extLst>
                <a:ext uri="{FF2B5EF4-FFF2-40B4-BE49-F238E27FC236}">
                  <a16:creationId xmlns:a16="http://schemas.microsoft.com/office/drawing/2014/main" id="{F9420D9D-C426-4321-B55E-0ABDDFE5A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617"/>
              <a:ext cx="1597" cy="1140"/>
            </a:xfrm>
            <a:custGeom>
              <a:avLst/>
              <a:gdLst>
                <a:gd name="T0" fmla="*/ 1796 w 1322"/>
                <a:gd name="T1" fmla="*/ 0 h 945"/>
                <a:gd name="T2" fmla="*/ 2330 w 1322"/>
                <a:gd name="T3" fmla="*/ 759 h 945"/>
                <a:gd name="T4" fmla="*/ 1166 w 1322"/>
                <a:gd name="T5" fmla="*/ 1659 h 945"/>
                <a:gd name="T6" fmla="*/ 0 w 1322"/>
                <a:gd name="T7" fmla="*/ 759 h 945"/>
                <a:gd name="T8" fmla="*/ 518 w 1322"/>
                <a:gd name="T9" fmla="*/ 7 h 9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2" h="945">
                  <a:moveTo>
                    <a:pt x="1019" y="0"/>
                  </a:moveTo>
                  <a:cubicBezTo>
                    <a:pt x="1202" y="91"/>
                    <a:pt x="1322" y="250"/>
                    <a:pt x="1322" y="432"/>
                  </a:cubicBezTo>
                  <a:cubicBezTo>
                    <a:pt x="1322" y="715"/>
                    <a:pt x="1026" y="945"/>
                    <a:pt x="661" y="945"/>
                  </a:cubicBezTo>
                  <a:cubicBezTo>
                    <a:pt x="296" y="945"/>
                    <a:pt x="0" y="715"/>
                    <a:pt x="0" y="432"/>
                  </a:cubicBezTo>
                  <a:cubicBezTo>
                    <a:pt x="0" y="253"/>
                    <a:pt x="117" y="97"/>
                    <a:pt x="294" y="4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366">
              <a:extLst>
                <a:ext uri="{FF2B5EF4-FFF2-40B4-BE49-F238E27FC236}">
                  <a16:creationId xmlns:a16="http://schemas.microsoft.com/office/drawing/2014/main" id="{C2B9E123-F3CD-49B6-AD57-ECA8BE277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32"/>
              <a:ext cx="877" cy="572"/>
            </a:xfrm>
            <a:custGeom>
              <a:avLst/>
              <a:gdLst>
                <a:gd name="T0" fmla="*/ 718 w 726"/>
                <a:gd name="T1" fmla="*/ 0 h 474"/>
                <a:gd name="T2" fmla="*/ 1279 w 726"/>
                <a:gd name="T3" fmla="*/ 415 h 474"/>
                <a:gd name="T4" fmla="*/ 640 w 726"/>
                <a:gd name="T5" fmla="*/ 833 h 474"/>
                <a:gd name="T6" fmla="*/ 0 w 726"/>
                <a:gd name="T7" fmla="*/ 415 h 474"/>
                <a:gd name="T8" fmla="*/ 458 w 726"/>
                <a:gd name="T9" fmla="*/ 14 h 4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474">
                  <a:moveTo>
                    <a:pt x="407" y="0"/>
                  </a:moveTo>
                  <a:cubicBezTo>
                    <a:pt x="586" y="14"/>
                    <a:pt x="726" y="115"/>
                    <a:pt x="726" y="236"/>
                  </a:cubicBezTo>
                  <a:cubicBezTo>
                    <a:pt x="726" y="368"/>
                    <a:pt x="563" y="474"/>
                    <a:pt x="363" y="474"/>
                  </a:cubicBezTo>
                  <a:cubicBezTo>
                    <a:pt x="162" y="474"/>
                    <a:pt x="0" y="368"/>
                    <a:pt x="0" y="236"/>
                  </a:cubicBezTo>
                  <a:cubicBezTo>
                    <a:pt x="0" y="128"/>
                    <a:pt x="109" y="37"/>
                    <a:pt x="26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367">
              <a:extLst>
                <a:ext uri="{FF2B5EF4-FFF2-40B4-BE49-F238E27FC236}">
                  <a16:creationId xmlns:a16="http://schemas.microsoft.com/office/drawing/2014/main" id="{E5DBBB65-013D-4B8D-A96F-F9BB55E09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330"/>
              <a:ext cx="178" cy="12"/>
            </a:xfrm>
            <a:custGeom>
              <a:avLst/>
              <a:gdLst>
                <a:gd name="T0" fmla="*/ 0 w 147"/>
                <a:gd name="T1" fmla="*/ 17 h 10"/>
                <a:gd name="T2" fmla="*/ 183 w 147"/>
                <a:gd name="T3" fmla="*/ 0 h 10"/>
                <a:gd name="T4" fmla="*/ 262 w 147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0">
                  <a:moveTo>
                    <a:pt x="0" y="10"/>
                  </a:moveTo>
                  <a:cubicBezTo>
                    <a:pt x="32" y="4"/>
                    <a:pt x="67" y="0"/>
                    <a:pt x="103" y="0"/>
                  </a:cubicBezTo>
                  <a:cubicBezTo>
                    <a:pt x="118" y="0"/>
                    <a:pt x="132" y="1"/>
                    <a:pt x="147" y="2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368">
              <a:extLst>
                <a:ext uri="{FF2B5EF4-FFF2-40B4-BE49-F238E27FC236}">
                  <a16:creationId xmlns:a16="http://schemas.microsoft.com/office/drawing/2014/main" id="{3F679CD6-1D55-4C4C-86B6-6B581232E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593"/>
              <a:ext cx="748" cy="817"/>
            </a:xfrm>
            <a:custGeom>
              <a:avLst/>
              <a:gdLst>
                <a:gd name="T0" fmla="*/ 1088 w 620"/>
                <a:gd name="T1" fmla="*/ 881 h 677"/>
                <a:gd name="T2" fmla="*/ 977 w 620"/>
                <a:gd name="T3" fmla="*/ 1029 h 677"/>
                <a:gd name="T4" fmla="*/ 643 w 620"/>
                <a:gd name="T5" fmla="*/ 1187 h 677"/>
                <a:gd name="T6" fmla="*/ 364 w 620"/>
                <a:gd name="T7" fmla="*/ 1085 h 677"/>
                <a:gd name="T8" fmla="*/ 2 w 620"/>
                <a:gd name="T9" fmla="*/ 0 h 6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0" h="677">
                  <a:moveTo>
                    <a:pt x="620" y="501"/>
                  </a:moveTo>
                  <a:cubicBezTo>
                    <a:pt x="602" y="532"/>
                    <a:pt x="580" y="561"/>
                    <a:pt x="556" y="586"/>
                  </a:cubicBezTo>
                  <a:cubicBezTo>
                    <a:pt x="489" y="655"/>
                    <a:pt x="474" y="670"/>
                    <a:pt x="366" y="675"/>
                  </a:cubicBezTo>
                  <a:cubicBezTo>
                    <a:pt x="312" y="677"/>
                    <a:pt x="232" y="651"/>
                    <a:pt x="207" y="617"/>
                  </a:cubicBezTo>
                  <a:cubicBezTo>
                    <a:pt x="182" y="583"/>
                    <a:pt x="0" y="474"/>
                    <a:pt x="2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369">
              <a:extLst>
                <a:ext uri="{FF2B5EF4-FFF2-40B4-BE49-F238E27FC236}">
                  <a16:creationId xmlns:a16="http://schemas.microsoft.com/office/drawing/2014/main" id="{AA10E862-462D-4EF8-B3B6-4589BEE8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967"/>
              <a:ext cx="18" cy="65"/>
            </a:xfrm>
            <a:custGeom>
              <a:avLst/>
              <a:gdLst>
                <a:gd name="T0" fmla="*/ 26 w 15"/>
                <a:gd name="T1" fmla="*/ 0 h 54"/>
                <a:gd name="T2" fmla="*/ 0 w 15"/>
                <a:gd name="T3" fmla="*/ 9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4">
                  <a:moveTo>
                    <a:pt x="15" y="0"/>
                  </a:moveTo>
                  <a:cubicBezTo>
                    <a:pt x="11" y="18"/>
                    <a:pt x="6" y="36"/>
                    <a:pt x="0" y="54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370">
              <a:extLst>
                <a:ext uri="{FF2B5EF4-FFF2-40B4-BE49-F238E27FC236}">
                  <a16:creationId xmlns:a16="http://schemas.microsoft.com/office/drawing/2014/main" id="{21EDDD43-9C68-4EEF-BF82-0059FD0E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593"/>
              <a:ext cx="13" cy="193"/>
            </a:xfrm>
            <a:custGeom>
              <a:avLst/>
              <a:gdLst>
                <a:gd name="T0" fmla="*/ 13 w 11"/>
                <a:gd name="T1" fmla="*/ 0 h 160"/>
                <a:gd name="T2" fmla="*/ 0 w 11"/>
                <a:gd name="T3" fmla="*/ 281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0">
                  <a:moveTo>
                    <a:pt x="8" y="0"/>
                  </a:moveTo>
                  <a:cubicBezTo>
                    <a:pt x="8" y="0"/>
                    <a:pt x="11" y="67"/>
                    <a:pt x="0" y="16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371">
              <a:extLst>
                <a:ext uri="{FF2B5EF4-FFF2-40B4-BE49-F238E27FC236}">
                  <a16:creationId xmlns:a16="http://schemas.microsoft.com/office/drawing/2014/main" id="{9D8504FE-EC7E-4BB5-B3D9-D9B3E3B6A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713"/>
              <a:ext cx="469" cy="496"/>
            </a:xfrm>
            <a:custGeom>
              <a:avLst/>
              <a:gdLst>
                <a:gd name="T0" fmla="*/ 183 w 388"/>
                <a:gd name="T1" fmla="*/ 99 h 411"/>
                <a:gd name="T2" fmla="*/ 236 w 388"/>
                <a:gd name="T3" fmla="*/ 139 h 411"/>
                <a:gd name="T4" fmla="*/ 544 w 388"/>
                <a:gd name="T5" fmla="*/ 159 h 411"/>
                <a:gd name="T6" fmla="*/ 285 w 388"/>
                <a:gd name="T7" fmla="*/ 597 h 411"/>
                <a:gd name="T8" fmla="*/ 99 w 388"/>
                <a:gd name="T9" fmla="*/ 681 h 411"/>
                <a:gd name="T10" fmla="*/ 0 w 388"/>
                <a:gd name="T11" fmla="*/ 692 h 411"/>
                <a:gd name="T12" fmla="*/ 99 w 388"/>
                <a:gd name="T13" fmla="*/ 466 h 411"/>
                <a:gd name="T14" fmla="*/ 307 w 388"/>
                <a:gd name="T15" fmla="*/ 469 h 411"/>
                <a:gd name="T16" fmla="*/ 456 w 388"/>
                <a:gd name="T17" fmla="*/ 261 h 411"/>
                <a:gd name="T18" fmla="*/ 218 w 388"/>
                <a:gd name="T19" fmla="*/ 287 h 411"/>
                <a:gd name="T20" fmla="*/ 133 w 388"/>
                <a:gd name="T21" fmla="*/ 358 h 411"/>
                <a:gd name="T22" fmla="*/ 183 w 388"/>
                <a:gd name="T23" fmla="*/ 99 h 4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8" h="411">
                  <a:moveTo>
                    <a:pt x="103" y="56"/>
                  </a:moveTo>
                  <a:cubicBezTo>
                    <a:pt x="103" y="56"/>
                    <a:pt x="114" y="88"/>
                    <a:pt x="133" y="79"/>
                  </a:cubicBezTo>
                  <a:cubicBezTo>
                    <a:pt x="153" y="71"/>
                    <a:pt x="232" y="0"/>
                    <a:pt x="308" y="90"/>
                  </a:cubicBezTo>
                  <a:cubicBezTo>
                    <a:pt x="388" y="185"/>
                    <a:pt x="300" y="300"/>
                    <a:pt x="161" y="340"/>
                  </a:cubicBezTo>
                  <a:cubicBezTo>
                    <a:pt x="56" y="370"/>
                    <a:pt x="75" y="372"/>
                    <a:pt x="56" y="387"/>
                  </a:cubicBezTo>
                  <a:cubicBezTo>
                    <a:pt x="36" y="403"/>
                    <a:pt x="2" y="411"/>
                    <a:pt x="0" y="394"/>
                  </a:cubicBezTo>
                  <a:cubicBezTo>
                    <a:pt x="0" y="394"/>
                    <a:pt x="43" y="269"/>
                    <a:pt x="56" y="265"/>
                  </a:cubicBezTo>
                  <a:cubicBezTo>
                    <a:pt x="69" y="260"/>
                    <a:pt x="131" y="273"/>
                    <a:pt x="174" y="267"/>
                  </a:cubicBezTo>
                  <a:cubicBezTo>
                    <a:pt x="217" y="260"/>
                    <a:pt x="310" y="219"/>
                    <a:pt x="258" y="148"/>
                  </a:cubicBezTo>
                  <a:cubicBezTo>
                    <a:pt x="207" y="77"/>
                    <a:pt x="138" y="144"/>
                    <a:pt x="123" y="163"/>
                  </a:cubicBezTo>
                  <a:cubicBezTo>
                    <a:pt x="107" y="183"/>
                    <a:pt x="98" y="239"/>
                    <a:pt x="75" y="204"/>
                  </a:cubicBezTo>
                  <a:cubicBezTo>
                    <a:pt x="71" y="198"/>
                    <a:pt x="103" y="56"/>
                    <a:pt x="103" y="5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372">
              <a:extLst>
                <a:ext uri="{FF2B5EF4-FFF2-40B4-BE49-F238E27FC236}">
                  <a16:creationId xmlns:a16="http://schemas.microsoft.com/office/drawing/2014/main" id="{3340D544-3430-4A2E-862C-B78C2E4BD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937"/>
              <a:ext cx="15" cy="60"/>
            </a:xfrm>
            <a:custGeom>
              <a:avLst/>
              <a:gdLst>
                <a:gd name="T0" fmla="*/ 18 w 12"/>
                <a:gd name="T1" fmla="*/ 0 h 50"/>
                <a:gd name="T2" fmla="*/ 23 w 12"/>
                <a:gd name="T3" fmla="*/ 42 h 50"/>
                <a:gd name="T4" fmla="*/ 18 w 12"/>
                <a:gd name="T5" fmla="*/ 74 h 50"/>
                <a:gd name="T6" fmla="*/ 8 w 12"/>
                <a:gd name="T7" fmla="*/ 78 h 50"/>
                <a:gd name="T8" fmla="*/ 5 w 12"/>
                <a:gd name="T9" fmla="*/ 41 h 50"/>
                <a:gd name="T10" fmla="*/ 16 w 12"/>
                <a:gd name="T11" fmla="*/ 0 h 50"/>
                <a:gd name="T12" fmla="*/ 18 w 12"/>
                <a:gd name="T13" fmla="*/ 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0">
                  <a:moveTo>
                    <a:pt x="9" y="0"/>
                  </a:moveTo>
                  <a:cubicBezTo>
                    <a:pt x="9" y="9"/>
                    <a:pt x="9" y="16"/>
                    <a:pt x="11" y="24"/>
                  </a:cubicBezTo>
                  <a:cubicBezTo>
                    <a:pt x="12" y="30"/>
                    <a:pt x="11" y="37"/>
                    <a:pt x="9" y="43"/>
                  </a:cubicBezTo>
                  <a:cubicBezTo>
                    <a:pt x="8" y="47"/>
                    <a:pt x="7" y="50"/>
                    <a:pt x="4" y="45"/>
                  </a:cubicBezTo>
                  <a:cubicBezTo>
                    <a:pt x="0" y="40"/>
                    <a:pt x="3" y="29"/>
                    <a:pt x="2" y="23"/>
                  </a:cubicBezTo>
                  <a:cubicBezTo>
                    <a:pt x="2" y="15"/>
                    <a:pt x="1" y="6"/>
                    <a:pt x="8" y="0"/>
                  </a:cubicBezTo>
                  <a:cubicBezTo>
                    <a:pt x="8" y="1"/>
                    <a:pt x="8" y="1"/>
                    <a:pt x="9" y="2"/>
                  </a:cubicBezTo>
                </a:path>
              </a:pathLst>
            </a:custGeom>
            <a:solidFill>
              <a:srgbClr val="B0B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373">
              <a:extLst>
                <a:ext uri="{FF2B5EF4-FFF2-40B4-BE49-F238E27FC236}">
                  <a16:creationId xmlns:a16="http://schemas.microsoft.com/office/drawing/2014/main" id="{A53F86FF-9548-4509-ABE3-13D46C9C1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159"/>
              <a:ext cx="21" cy="60"/>
            </a:xfrm>
            <a:custGeom>
              <a:avLst/>
              <a:gdLst>
                <a:gd name="T0" fmla="*/ 29 w 18"/>
                <a:gd name="T1" fmla="*/ 58 h 50"/>
                <a:gd name="T2" fmla="*/ 26 w 18"/>
                <a:gd name="T3" fmla="*/ 26 h 50"/>
                <a:gd name="T4" fmla="*/ 8 w 18"/>
                <a:gd name="T5" fmla="*/ 42 h 50"/>
                <a:gd name="T6" fmla="*/ 8 w 18"/>
                <a:gd name="T7" fmla="*/ 80 h 50"/>
                <a:gd name="T8" fmla="*/ 26 w 18"/>
                <a:gd name="T9" fmla="*/ 5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0">
                  <a:moveTo>
                    <a:pt x="18" y="33"/>
                  </a:moveTo>
                  <a:cubicBezTo>
                    <a:pt x="10" y="32"/>
                    <a:pt x="16" y="19"/>
                    <a:pt x="16" y="15"/>
                  </a:cubicBezTo>
                  <a:cubicBezTo>
                    <a:pt x="18" y="0"/>
                    <a:pt x="7" y="19"/>
                    <a:pt x="5" y="24"/>
                  </a:cubicBezTo>
                  <a:cubicBezTo>
                    <a:pt x="5" y="28"/>
                    <a:pt x="0" y="44"/>
                    <a:pt x="5" y="47"/>
                  </a:cubicBezTo>
                  <a:cubicBezTo>
                    <a:pt x="10" y="50"/>
                    <a:pt x="14" y="37"/>
                    <a:pt x="16" y="34"/>
                  </a:cubicBezTo>
                </a:path>
              </a:pathLst>
            </a:custGeom>
            <a:solidFill>
              <a:srgbClr val="B0B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374">
              <a:extLst>
                <a:ext uri="{FF2B5EF4-FFF2-40B4-BE49-F238E27FC236}">
                  <a16:creationId xmlns:a16="http://schemas.microsoft.com/office/drawing/2014/main" id="{1A54BA12-2DC8-43A3-BF16-2163E583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397"/>
              <a:ext cx="1171" cy="293"/>
            </a:xfrm>
            <a:custGeom>
              <a:avLst/>
              <a:gdLst>
                <a:gd name="T0" fmla="*/ 1 w 970"/>
                <a:gd name="T1" fmla="*/ 330 h 243"/>
                <a:gd name="T2" fmla="*/ 229 w 970"/>
                <a:gd name="T3" fmla="*/ 253 h 243"/>
                <a:gd name="T4" fmla="*/ 838 w 970"/>
                <a:gd name="T5" fmla="*/ 206 h 243"/>
                <a:gd name="T6" fmla="*/ 1112 w 970"/>
                <a:gd name="T7" fmla="*/ 204 h 243"/>
                <a:gd name="T8" fmla="*/ 1344 w 970"/>
                <a:gd name="T9" fmla="*/ 51 h 243"/>
                <a:gd name="T10" fmla="*/ 1673 w 970"/>
                <a:gd name="T11" fmla="*/ 63 h 243"/>
                <a:gd name="T12" fmla="*/ 1364 w 970"/>
                <a:gd name="T13" fmla="*/ 316 h 243"/>
                <a:gd name="T14" fmla="*/ 1118 w 970"/>
                <a:gd name="T15" fmla="*/ 277 h 243"/>
                <a:gd name="T16" fmla="*/ 799 w 970"/>
                <a:gd name="T17" fmla="*/ 248 h 243"/>
                <a:gd name="T18" fmla="*/ 247 w 970"/>
                <a:gd name="T19" fmla="*/ 382 h 243"/>
                <a:gd name="T20" fmla="*/ 1 w 970"/>
                <a:gd name="T21" fmla="*/ 33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0" h="243">
                  <a:moveTo>
                    <a:pt x="1" y="188"/>
                  </a:moveTo>
                  <a:cubicBezTo>
                    <a:pt x="0" y="159"/>
                    <a:pt x="47" y="140"/>
                    <a:pt x="130" y="144"/>
                  </a:cubicBezTo>
                  <a:cubicBezTo>
                    <a:pt x="213" y="148"/>
                    <a:pt x="418" y="127"/>
                    <a:pt x="476" y="118"/>
                  </a:cubicBezTo>
                  <a:cubicBezTo>
                    <a:pt x="535" y="108"/>
                    <a:pt x="607" y="99"/>
                    <a:pt x="632" y="116"/>
                  </a:cubicBezTo>
                  <a:cubicBezTo>
                    <a:pt x="632" y="116"/>
                    <a:pt x="677" y="52"/>
                    <a:pt x="764" y="29"/>
                  </a:cubicBezTo>
                  <a:cubicBezTo>
                    <a:pt x="851" y="6"/>
                    <a:pt x="933" y="0"/>
                    <a:pt x="951" y="36"/>
                  </a:cubicBezTo>
                  <a:cubicBezTo>
                    <a:pt x="970" y="72"/>
                    <a:pt x="855" y="154"/>
                    <a:pt x="775" y="180"/>
                  </a:cubicBezTo>
                  <a:cubicBezTo>
                    <a:pt x="696" y="207"/>
                    <a:pt x="666" y="184"/>
                    <a:pt x="635" y="158"/>
                  </a:cubicBezTo>
                  <a:cubicBezTo>
                    <a:pt x="635" y="158"/>
                    <a:pt x="589" y="117"/>
                    <a:pt x="454" y="142"/>
                  </a:cubicBezTo>
                  <a:cubicBezTo>
                    <a:pt x="382" y="156"/>
                    <a:pt x="257" y="173"/>
                    <a:pt x="141" y="218"/>
                  </a:cubicBezTo>
                  <a:cubicBezTo>
                    <a:pt x="76" y="243"/>
                    <a:pt x="3" y="243"/>
                    <a:pt x="1" y="188"/>
                  </a:cubicBezTo>
                  <a:close/>
                </a:path>
              </a:pathLst>
            </a:custGeom>
            <a:solidFill>
              <a:srgbClr val="F4C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375">
              <a:extLst>
                <a:ext uri="{FF2B5EF4-FFF2-40B4-BE49-F238E27FC236}">
                  <a16:creationId xmlns:a16="http://schemas.microsoft.com/office/drawing/2014/main" id="{F2F3F357-BBBF-46CD-8912-241098D38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562"/>
              <a:ext cx="462" cy="115"/>
            </a:xfrm>
            <a:custGeom>
              <a:avLst/>
              <a:gdLst>
                <a:gd name="T0" fmla="*/ 7 w 382"/>
                <a:gd name="T1" fmla="*/ 74 h 95"/>
                <a:gd name="T2" fmla="*/ 208 w 382"/>
                <a:gd name="T3" fmla="*/ 109 h 95"/>
                <a:gd name="T4" fmla="*/ 676 w 382"/>
                <a:gd name="T5" fmla="*/ 0 h 95"/>
                <a:gd name="T6" fmla="*/ 204 w 382"/>
                <a:gd name="T7" fmla="*/ 120 h 95"/>
                <a:gd name="T8" fmla="*/ 7 w 382"/>
                <a:gd name="T9" fmla="*/ 74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95">
                  <a:moveTo>
                    <a:pt x="4" y="41"/>
                  </a:moveTo>
                  <a:cubicBezTo>
                    <a:pt x="4" y="41"/>
                    <a:pt x="7" y="90"/>
                    <a:pt x="117" y="61"/>
                  </a:cubicBezTo>
                  <a:cubicBezTo>
                    <a:pt x="227" y="32"/>
                    <a:pt x="382" y="0"/>
                    <a:pt x="382" y="0"/>
                  </a:cubicBezTo>
                  <a:cubicBezTo>
                    <a:pt x="382" y="0"/>
                    <a:pt x="158" y="56"/>
                    <a:pt x="116" y="68"/>
                  </a:cubicBezTo>
                  <a:cubicBezTo>
                    <a:pt x="74" y="80"/>
                    <a:pt x="0" y="95"/>
                    <a:pt x="4" y="41"/>
                  </a:cubicBezTo>
                  <a:close/>
                </a:path>
              </a:pathLst>
            </a:custGeom>
            <a:solidFill>
              <a:srgbClr val="E8B2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376">
              <a:extLst>
                <a:ext uri="{FF2B5EF4-FFF2-40B4-BE49-F238E27FC236}">
                  <a16:creationId xmlns:a16="http://schemas.microsoft.com/office/drawing/2014/main" id="{E22A81B0-C794-482C-9D4D-C51A0EC7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567"/>
              <a:ext cx="227" cy="99"/>
            </a:xfrm>
            <a:custGeom>
              <a:avLst/>
              <a:gdLst>
                <a:gd name="T0" fmla="*/ 0 w 188"/>
                <a:gd name="T1" fmla="*/ 23 h 82"/>
                <a:gd name="T2" fmla="*/ 331 w 188"/>
                <a:gd name="T3" fmla="*/ 0 h 82"/>
                <a:gd name="T4" fmla="*/ 0 w 188"/>
                <a:gd name="T5" fmla="*/ 2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82">
                  <a:moveTo>
                    <a:pt x="0" y="13"/>
                  </a:moveTo>
                  <a:cubicBezTo>
                    <a:pt x="0" y="13"/>
                    <a:pt x="37" y="82"/>
                    <a:pt x="188" y="0"/>
                  </a:cubicBezTo>
                  <a:cubicBezTo>
                    <a:pt x="188" y="0"/>
                    <a:pt x="61" y="65"/>
                    <a:pt x="0" y="13"/>
                  </a:cubicBezTo>
                  <a:close/>
                </a:path>
              </a:pathLst>
            </a:custGeom>
            <a:solidFill>
              <a:srgbClr val="D89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377">
              <a:extLst>
                <a:ext uri="{FF2B5EF4-FFF2-40B4-BE49-F238E27FC236}">
                  <a16:creationId xmlns:a16="http://schemas.microsoft.com/office/drawing/2014/main" id="{8D02D41A-540A-44D0-9AE6-4F314DD94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410"/>
              <a:ext cx="320" cy="70"/>
            </a:xfrm>
            <a:custGeom>
              <a:avLst/>
              <a:gdLst>
                <a:gd name="T0" fmla="*/ 0 w 265"/>
                <a:gd name="T1" fmla="*/ 101 h 58"/>
                <a:gd name="T2" fmla="*/ 363 w 265"/>
                <a:gd name="T3" fmla="*/ 2 h 58"/>
                <a:gd name="T4" fmla="*/ 452 w 265"/>
                <a:gd name="T5" fmla="*/ 63 h 58"/>
                <a:gd name="T6" fmla="*/ 332 w 265"/>
                <a:gd name="T7" fmla="*/ 30 h 58"/>
                <a:gd name="T8" fmla="*/ 0 w 265"/>
                <a:gd name="T9" fmla="*/ 10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58">
                  <a:moveTo>
                    <a:pt x="0" y="58"/>
                  </a:moveTo>
                  <a:cubicBezTo>
                    <a:pt x="0" y="58"/>
                    <a:pt x="78" y="0"/>
                    <a:pt x="206" y="2"/>
                  </a:cubicBezTo>
                  <a:cubicBezTo>
                    <a:pt x="265" y="3"/>
                    <a:pt x="257" y="36"/>
                    <a:pt x="257" y="36"/>
                  </a:cubicBezTo>
                  <a:cubicBezTo>
                    <a:pt x="257" y="36"/>
                    <a:pt x="226" y="14"/>
                    <a:pt x="189" y="17"/>
                  </a:cubicBezTo>
                  <a:cubicBezTo>
                    <a:pt x="151" y="20"/>
                    <a:pt x="66" y="32"/>
                    <a:pt x="0" y="58"/>
                  </a:cubicBezTo>
                  <a:close/>
                </a:path>
              </a:pathLst>
            </a:custGeom>
            <a:solidFill>
              <a:srgbClr val="563F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378">
              <a:extLst>
                <a:ext uri="{FF2B5EF4-FFF2-40B4-BE49-F238E27FC236}">
                  <a16:creationId xmlns:a16="http://schemas.microsoft.com/office/drawing/2014/main" id="{D2FD8CB8-6AFF-457E-B486-5AE68FEE0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416"/>
              <a:ext cx="178" cy="101"/>
            </a:xfrm>
            <a:custGeom>
              <a:avLst/>
              <a:gdLst>
                <a:gd name="T0" fmla="*/ 0 w 148"/>
                <a:gd name="T1" fmla="*/ 59 h 84"/>
                <a:gd name="T2" fmla="*/ 43 w 148"/>
                <a:gd name="T3" fmla="*/ 145 h 84"/>
                <a:gd name="T4" fmla="*/ 250 w 148"/>
                <a:gd name="T5" fmla="*/ 58 h 84"/>
                <a:gd name="T6" fmla="*/ 161 w 148"/>
                <a:gd name="T7" fmla="*/ 10 h 84"/>
                <a:gd name="T8" fmla="*/ 0 w 148"/>
                <a:gd name="T9" fmla="*/ 5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84">
                  <a:moveTo>
                    <a:pt x="0" y="34"/>
                  </a:moveTo>
                  <a:cubicBezTo>
                    <a:pt x="0" y="34"/>
                    <a:pt x="34" y="62"/>
                    <a:pt x="25" y="84"/>
                  </a:cubicBezTo>
                  <a:cubicBezTo>
                    <a:pt x="25" y="84"/>
                    <a:pt x="140" y="46"/>
                    <a:pt x="144" y="33"/>
                  </a:cubicBezTo>
                  <a:cubicBezTo>
                    <a:pt x="148" y="20"/>
                    <a:pt x="106" y="0"/>
                    <a:pt x="92" y="6"/>
                  </a:cubicBezTo>
                  <a:cubicBezTo>
                    <a:pt x="78" y="12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379">
              <a:extLst>
                <a:ext uri="{FF2B5EF4-FFF2-40B4-BE49-F238E27FC236}">
                  <a16:creationId xmlns:a16="http://schemas.microsoft.com/office/drawing/2014/main" id="{48375409-7751-4627-9AE3-DCD81B33E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475"/>
              <a:ext cx="360" cy="152"/>
            </a:xfrm>
            <a:custGeom>
              <a:avLst/>
              <a:gdLst>
                <a:gd name="T0" fmla="*/ 43 w 298"/>
                <a:gd name="T1" fmla="*/ 101 h 126"/>
                <a:gd name="T2" fmla="*/ 62 w 298"/>
                <a:gd name="T3" fmla="*/ 158 h 126"/>
                <a:gd name="T4" fmla="*/ 526 w 298"/>
                <a:gd name="T5" fmla="*/ 0 h 126"/>
                <a:gd name="T6" fmla="*/ 180 w 298"/>
                <a:gd name="T7" fmla="*/ 128 h 126"/>
                <a:gd name="T8" fmla="*/ 43 w 298"/>
                <a:gd name="T9" fmla="*/ 101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" h="126">
                  <a:moveTo>
                    <a:pt x="25" y="58"/>
                  </a:moveTo>
                  <a:cubicBezTo>
                    <a:pt x="25" y="58"/>
                    <a:pt x="12" y="79"/>
                    <a:pt x="35" y="90"/>
                  </a:cubicBezTo>
                  <a:cubicBezTo>
                    <a:pt x="58" y="101"/>
                    <a:pt x="180" y="126"/>
                    <a:pt x="298" y="0"/>
                  </a:cubicBezTo>
                  <a:cubicBezTo>
                    <a:pt x="298" y="0"/>
                    <a:pt x="204" y="68"/>
                    <a:pt x="102" y="73"/>
                  </a:cubicBezTo>
                  <a:cubicBezTo>
                    <a:pt x="0" y="78"/>
                    <a:pt x="25" y="58"/>
                    <a:pt x="25" y="58"/>
                  </a:cubicBezTo>
                  <a:close/>
                </a:path>
              </a:pathLst>
            </a:custGeom>
            <a:solidFill>
              <a:srgbClr val="F9D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380">
              <a:extLst>
                <a:ext uri="{FF2B5EF4-FFF2-40B4-BE49-F238E27FC236}">
                  <a16:creationId xmlns:a16="http://schemas.microsoft.com/office/drawing/2014/main" id="{CCF8BED6-ABFF-4C46-BD92-C96B0994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565"/>
              <a:ext cx="128" cy="32"/>
            </a:xfrm>
            <a:custGeom>
              <a:avLst/>
              <a:gdLst>
                <a:gd name="T0" fmla="*/ 0 w 106"/>
                <a:gd name="T1" fmla="*/ 48 h 26"/>
                <a:gd name="T2" fmla="*/ 187 w 106"/>
                <a:gd name="T3" fmla="*/ 25 h 26"/>
                <a:gd name="T4" fmla="*/ 0 w 106"/>
                <a:gd name="T5" fmla="*/ 4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6">
                  <a:moveTo>
                    <a:pt x="0" y="26"/>
                  </a:moveTo>
                  <a:cubicBezTo>
                    <a:pt x="0" y="26"/>
                    <a:pt x="48" y="0"/>
                    <a:pt x="106" y="13"/>
                  </a:cubicBezTo>
                  <a:cubicBezTo>
                    <a:pt x="106" y="13"/>
                    <a:pt x="32" y="11"/>
                    <a:pt x="0" y="26"/>
                  </a:cubicBezTo>
                  <a:close/>
                </a:path>
              </a:pathLst>
            </a:custGeom>
            <a:solidFill>
              <a:srgbClr val="563F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381">
              <a:extLst>
                <a:ext uri="{FF2B5EF4-FFF2-40B4-BE49-F238E27FC236}">
                  <a16:creationId xmlns:a16="http://schemas.microsoft.com/office/drawing/2014/main" id="{281EFA3A-EB33-488D-974D-C43E518BB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547"/>
              <a:ext cx="763" cy="140"/>
            </a:xfrm>
            <a:custGeom>
              <a:avLst/>
              <a:gdLst>
                <a:gd name="T0" fmla="*/ 0 w 632"/>
                <a:gd name="T1" fmla="*/ 147 h 116"/>
                <a:gd name="T2" fmla="*/ 246 w 632"/>
                <a:gd name="T3" fmla="*/ 135 h 116"/>
                <a:gd name="T4" fmla="*/ 885 w 632"/>
                <a:gd name="T5" fmla="*/ 2 h 116"/>
                <a:gd name="T6" fmla="*/ 1112 w 632"/>
                <a:gd name="T7" fmla="*/ 63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2" h="116">
                  <a:moveTo>
                    <a:pt x="0" y="84"/>
                  </a:moveTo>
                  <a:cubicBezTo>
                    <a:pt x="0" y="84"/>
                    <a:pt x="28" y="116"/>
                    <a:pt x="140" y="77"/>
                  </a:cubicBezTo>
                  <a:cubicBezTo>
                    <a:pt x="252" y="39"/>
                    <a:pt x="470" y="0"/>
                    <a:pt x="503" y="2"/>
                  </a:cubicBezTo>
                  <a:cubicBezTo>
                    <a:pt x="543" y="3"/>
                    <a:pt x="599" y="6"/>
                    <a:pt x="632" y="36"/>
                  </a:cubicBezTo>
                </a:path>
              </a:pathLst>
            </a:custGeom>
            <a:noFill/>
            <a:ln w="7938" cap="rnd">
              <a:solidFill>
                <a:srgbClr val="563F0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382">
              <a:extLst>
                <a:ext uri="{FF2B5EF4-FFF2-40B4-BE49-F238E27FC236}">
                  <a16:creationId xmlns:a16="http://schemas.microsoft.com/office/drawing/2014/main" id="{EC017CF4-6C14-4EB0-BA70-EBB128F8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397"/>
              <a:ext cx="1171" cy="293"/>
            </a:xfrm>
            <a:custGeom>
              <a:avLst/>
              <a:gdLst>
                <a:gd name="T0" fmla="*/ 1 w 970"/>
                <a:gd name="T1" fmla="*/ 327 h 243"/>
                <a:gd name="T2" fmla="*/ 229 w 970"/>
                <a:gd name="T3" fmla="*/ 253 h 243"/>
                <a:gd name="T4" fmla="*/ 838 w 970"/>
                <a:gd name="T5" fmla="*/ 205 h 243"/>
                <a:gd name="T6" fmla="*/ 1112 w 970"/>
                <a:gd name="T7" fmla="*/ 203 h 243"/>
                <a:gd name="T8" fmla="*/ 1344 w 970"/>
                <a:gd name="T9" fmla="*/ 49 h 243"/>
                <a:gd name="T10" fmla="*/ 1673 w 970"/>
                <a:gd name="T11" fmla="*/ 63 h 243"/>
                <a:gd name="T12" fmla="*/ 1364 w 970"/>
                <a:gd name="T13" fmla="*/ 316 h 243"/>
                <a:gd name="T14" fmla="*/ 1118 w 970"/>
                <a:gd name="T15" fmla="*/ 275 h 243"/>
                <a:gd name="T16" fmla="*/ 799 w 970"/>
                <a:gd name="T17" fmla="*/ 248 h 243"/>
                <a:gd name="T18" fmla="*/ 247 w 970"/>
                <a:gd name="T19" fmla="*/ 381 h 243"/>
                <a:gd name="T20" fmla="*/ 1 w 970"/>
                <a:gd name="T21" fmla="*/ 327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0" h="243">
                  <a:moveTo>
                    <a:pt x="1" y="187"/>
                  </a:moveTo>
                  <a:cubicBezTo>
                    <a:pt x="0" y="158"/>
                    <a:pt x="47" y="140"/>
                    <a:pt x="130" y="144"/>
                  </a:cubicBezTo>
                  <a:cubicBezTo>
                    <a:pt x="213" y="147"/>
                    <a:pt x="418" y="127"/>
                    <a:pt x="476" y="117"/>
                  </a:cubicBezTo>
                  <a:cubicBezTo>
                    <a:pt x="535" y="108"/>
                    <a:pt x="607" y="98"/>
                    <a:pt x="632" y="115"/>
                  </a:cubicBezTo>
                  <a:cubicBezTo>
                    <a:pt x="632" y="115"/>
                    <a:pt x="677" y="51"/>
                    <a:pt x="764" y="28"/>
                  </a:cubicBezTo>
                  <a:cubicBezTo>
                    <a:pt x="851" y="5"/>
                    <a:pt x="933" y="0"/>
                    <a:pt x="951" y="36"/>
                  </a:cubicBezTo>
                  <a:cubicBezTo>
                    <a:pt x="970" y="72"/>
                    <a:pt x="855" y="153"/>
                    <a:pt x="775" y="180"/>
                  </a:cubicBezTo>
                  <a:cubicBezTo>
                    <a:pt x="696" y="206"/>
                    <a:pt x="666" y="183"/>
                    <a:pt x="635" y="157"/>
                  </a:cubicBezTo>
                  <a:cubicBezTo>
                    <a:pt x="635" y="157"/>
                    <a:pt x="589" y="116"/>
                    <a:pt x="454" y="142"/>
                  </a:cubicBezTo>
                  <a:cubicBezTo>
                    <a:pt x="382" y="155"/>
                    <a:pt x="257" y="172"/>
                    <a:pt x="141" y="217"/>
                  </a:cubicBezTo>
                  <a:cubicBezTo>
                    <a:pt x="76" y="243"/>
                    <a:pt x="3" y="242"/>
                    <a:pt x="1" y="18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383">
              <a:extLst>
                <a:ext uri="{FF2B5EF4-FFF2-40B4-BE49-F238E27FC236}">
                  <a16:creationId xmlns:a16="http://schemas.microsoft.com/office/drawing/2014/main" id="{CB0404F2-7904-471B-AB4D-F4B53BAD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504"/>
              <a:ext cx="60" cy="53"/>
            </a:xfrm>
            <a:custGeom>
              <a:avLst/>
              <a:gdLst>
                <a:gd name="T0" fmla="*/ 31 w 50"/>
                <a:gd name="T1" fmla="*/ 14 h 44"/>
                <a:gd name="T2" fmla="*/ 7 w 50"/>
                <a:gd name="T3" fmla="*/ 54 h 44"/>
                <a:gd name="T4" fmla="*/ 28 w 50"/>
                <a:gd name="T5" fmla="*/ 66 h 44"/>
                <a:gd name="T6" fmla="*/ 58 w 50"/>
                <a:gd name="T7" fmla="*/ 66 h 44"/>
                <a:gd name="T8" fmla="*/ 67 w 50"/>
                <a:gd name="T9" fmla="*/ 14 h 44"/>
                <a:gd name="T10" fmla="*/ 34 w 50"/>
                <a:gd name="T11" fmla="*/ 14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4">
                  <a:moveTo>
                    <a:pt x="18" y="8"/>
                  </a:moveTo>
                  <a:cubicBezTo>
                    <a:pt x="15" y="13"/>
                    <a:pt x="0" y="26"/>
                    <a:pt x="4" y="31"/>
                  </a:cubicBezTo>
                  <a:cubicBezTo>
                    <a:pt x="6" y="34"/>
                    <a:pt x="13" y="35"/>
                    <a:pt x="16" y="38"/>
                  </a:cubicBezTo>
                  <a:cubicBezTo>
                    <a:pt x="22" y="42"/>
                    <a:pt x="26" y="44"/>
                    <a:pt x="33" y="38"/>
                  </a:cubicBezTo>
                  <a:cubicBezTo>
                    <a:pt x="44" y="30"/>
                    <a:pt x="50" y="18"/>
                    <a:pt x="39" y="8"/>
                  </a:cubicBezTo>
                  <a:cubicBezTo>
                    <a:pt x="32" y="0"/>
                    <a:pt x="25" y="1"/>
                    <a:pt x="19" y="8"/>
                  </a:cubicBezTo>
                </a:path>
              </a:pathLst>
            </a:custGeom>
            <a:solidFill>
              <a:srgbClr val="563F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384">
              <a:extLst>
                <a:ext uri="{FF2B5EF4-FFF2-40B4-BE49-F238E27FC236}">
                  <a16:creationId xmlns:a16="http://schemas.microsoft.com/office/drawing/2014/main" id="{80EF03E0-638D-44CA-82D6-DF2D9936C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534"/>
              <a:ext cx="36" cy="39"/>
            </a:xfrm>
            <a:custGeom>
              <a:avLst/>
              <a:gdLst>
                <a:gd name="T0" fmla="*/ 29 w 30"/>
                <a:gd name="T1" fmla="*/ 11 h 32"/>
                <a:gd name="T2" fmla="*/ 43 w 30"/>
                <a:gd name="T3" fmla="*/ 52 h 32"/>
                <a:gd name="T4" fmla="*/ 17 w 30"/>
                <a:gd name="T5" fmla="*/ 40 h 32"/>
                <a:gd name="T6" fmla="*/ 34 w 30"/>
                <a:gd name="T7" fmla="*/ 1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17" y="6"/>
                  </a:moveTo>
                  <a:cubicBezTo>
                    <a:pt x="20" y="10"/>
                    <a:pt x="30" y="24"/>
                    <a:pt x="25" y="29"/>
                  </a:cubicBezTo>
                  <a:cubicBezTo>
                    <a:pt x="22" y="32"/>
                    <a:pt x="13" y="24"/>
                    <a:pt x="10" y="22"/>
                  </a:cubicBezTo>
                  <a:cubicBezTo>
                    <a:pt x="0" y="14"/>
                    <a:pt x="8" y="0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385">
              <a:extLst>
                <a:ext uri="{FF2B5EF4-FFF2-40B4-BE49-F238E27FC236}">
                  <a16:creationId xmlns:a16="http://schemas.microsoft.com/office/drawing/2014/main" id="{65BCCB4B-C590-49E1-8B61-0DE54B124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693"/>
              <a:ext cx="241" cy="417"/>
            </a:xfrm>
            <a:custGeom>
              <a:avLst/>
              <a:gdLst>
                <a:gd name="T0" fmla="*/ 53 w 199"/>
                <a:gd name="T1" fmla="*/ 0 h 345"/>
                <a:gd name="T2" fmla="*/ 82 w 199"/>
                <a:gd name="T3" fmla="*/ 154 h 345"/>
                <a:gd name="T4" fmla="*/ 245 w 199"/>
                <a:gd name="T5" fmla="*/ 267 h 345"/>
                <a:gd name="T6" fmla="*/ 345 w 199"/>
                <a:gd name="T7" fmla="*/ 433 h 345"/>
                <a:gd name="T8" fmla="*/ 229 w 199"/>
                <a:gd name="T9" fmla="*/ 609 h 345"/>
                <a:gd name="T10" fmla="*/ 161 w 199"/>
                <a:gd name="T11" fmla="*/ 257 h 345"/>
                <a:gd name="T12" fmla="*/ 34 w 199"/>
                <a:gd name="T13" fmla="*/ 145 h 345"/>
                <a:gd name="T14" fmla="*/ 50 w 199"/>
                <a:gd name="T15" fmla="*/ 12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345">
                  <a:moveTo>
                    <a:pt x="30" y="0"/>
                  </a:moveTo>
                  <a:cubicBezTo>
                    <a:pt x="7" y="24"/>
                    <a:pt x="27" y="66"/>
                    <a:pt x="46" y="87"/>
                  </a:cubicBezTo>
                  <a:cubicBezTo>
                    <a:pt x="71" y="114"/>
                    <a:pt x="111" y="125"/>
                    <a:pt x="138" y="151"/>
                  </a:cubicBezTo>
                  <a:cubicBezTo>
                    <a:pt x="160" y="171"/>
                    <a:pt x="189" y="215"/>
                    <a:pt x="194" y="245"/>
                  </a:cubicBezTo>
                  <a:cubicBezTo>
                    <a:pt x="199" y="280"/>
                    <a:pt x="158" y="332"/>
                    <a:pt x="129" y="345"/>
                  </a:cubicBezTo>
                  <a:cubicBezTo>
                    <a:pt x="176" y="274"/>
                    <a:pt x="149" y="200"/>
                    <a:pt x="91" y="146"/>
                  </a:cubicBezTo>
                  <a:cubicBezTo>
                    <a:pt x="68" y="125"/>
                    <a:pt x="34" y="113"/>
                    <a:pt x="19" y="82"/>
                  </a:cubicBezTo>
                  <a:cubicBezTo>
                    <a:pt x="8" y="59"/>
                    <a:pt x="0" y="22"/>
                    <a:pt x="2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386">
              <a:extLst>
                <a:ext uri="{FF2B5EF4-FFF2-40B4-BE49-F238E27FC236}">
                  <a16:creationId xmlns:a16="http://schemas.microsoft.com/office/drawing/2014/main" id="{39A8A8C3-0DF5-4EB6-A1F0-EA2F6F71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858"/>
              <a:ext cx="79" cy="304"/>
            </a:xfrm>
            <a:custGeom>
              <a:avLst/>
              <a:gdLst>
                <a:gd name="T0" fmla="*/ 53 w 66"/>
                <a:gd name="T1" fmla="*/ 0 h 252"/>
                <a:gd name="T2" fmla="*/ 28 w 66"/>
                <a:gd name="T3" fmla="*/ 205 h 252"/>
                <a:gd name="T4" fmla="*/ 65 w 66"/>
                <a:gd name="T5" fmla="*/ 322 h 252"/>
                <a:gd name="T6" fmla="*/ 36 w 66"/>
                <a:gd name="T7" fmla="*/ 443 h 252"/>
                <a:gd name="T8" fmla="*/ 51 w 66"/>
                <a:gd name="T9" fmla="*/ 220 h 252"/>
                <a:gd name="T10" fmla="*/ 53 w 66"/>
                <a:gd name="T11" fmla="*/ 14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52">
                  <a:moveTo>
                    <a:pt x="31" y="0"/>
                  </a:moveTo>
                  <a:cubicBezTo>
                    <a:pt x="56" y="41"/>
                    <a:pt x="0" y="73"/>
                    <a:pt x="16" y="117"/>
                  </a:cubicBezTo>
                  <a:cubicBezTo>
                    <a:pt x="24" y="138"/>
                    <a:pt x="33" y="160"/>
                    <a:pt x="38" y="183"/>
                  </a:cubicBezTo>
                  <a:cubicBezTo>
                    <a:pt x="46" y="214"/>
                    <a:pt x="31" y="227"/>
                    <a:pt x="21" y="252"/>
                  </a:cubicBezTo>
                  <a:cubicBezTo>
                    <a:pt x="62" y="212"/>
                    <a:pt x="40" y="172"/>
                    <a:pt x="30" y="125"/>
                  </a:cubicBezTo>
                  <a:cubicBezTo>
                    <a:pt x="23" y="87"/>
                    <a:pt x="66" y="42"/>
                    <a:pt x="31" y="8"/>
                  </a:cubicBezTo>
                </a:path>
              </a:pathLst>
            </a:custGeom>
            <a:solidFill>
              <a:srgbClr val="F2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387">
              <a:extLst>
                <a:ext uri="{FF2B5EF4-FFF2-40B4-BE49-F238E27FC236}">
                  <a16:creationId xmlns:a16="http://schemas.microsoft.com/office/drawing/2014/main" id="{72457050-7CAE-41D7-8E4B-30FECCEE3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170"/>
              <a:ext cx="103" cy="138"/>
            </a:xfrm>
            <a:custGeom>
              <a:avLst/>
              <a:gdLst>
                <a:gd name="T0" fmla="*/ 78 w 85"/>
                <a:gd name="T1" fmla="*/ 7 h 114"/>
                <a:gd name="T2" fmla="*/ 42 w 85"/>
                <a:gd name="T3" fmla="*/ 104 h 114"/>
                <a:gd name="T4" fmla="*/ 151 w 85"/>
                <a:gd name="T5" fmla="*/ 202 h 114"/>
                <a:gd name="T6" fmla="*/ 75 w 85"/>
                <a:gd name="T7" fmla="*/ 10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14">
                  <a:moveTo>
                    <a:pt x="44" y="4"/>
                  </a:moveTo>
                  <a:cubicBezTo>
                    <a:pt x="8" y="0"/>
                    <a:pt x="9" y="39"/>
                    <a:pt x="24" y="59"/>
                  </a:cubicBezTo>
                  <a:cubicBezTo>
                    <a:pt x="40" y="81"/>
                    <a:pt x="62" y="98"/>
                    <a:pt x="85" y="114"/>
                  </a:cubicBezTo>
                  <a:cubicBezTo>
                    <a:pt x="61" y="99"/>
                    <a:pt x="0" y="31"/>
                    <a:pt x="4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>
            <a:extLst>
              <a:ext uri="{FF2B5EF4-FFF2-40B4-BE49-F238E27FC236}">
                <a16:creationId xmlns:a16="http://schemas.microsoft.com/office/drawing/2014/main" id="{CEA2DBA1-592D-4D71-A863-E44B5174AA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Drinks (3)</a:t>
            </a:r>
          </a:p>
        </p:txBody>
      </p:sp>
      <p:grpSp>
        <p:nvGrpSpPr>
          <p:cNvPr id="30722" name="red-wine-bottle-and-glass">
            <a:extLst>
              <a:ext uri="{FF2B5EF4-FFF2-40B4-BE49-F238E27FC236}">
                <a16:creationId xmlns:a16="http://schemas.microsoft.com/office/drawing/2014/main" id="{0546383E-0424-47B6-8014-86734CF0931D}"/>
              </a:ext>
            </a:extLst>
          </p:cNvPr>
          <p:cNvGrpSpPr>
            <a:grpSpLocks/>
          </p:cNvGrpSpPr>
          <p:nvPr/>
        </p:nvGrpSpPr>
        <p:grpSpPr bwMode="auto">
          <a:xfrm>
            <a:off x="2982913" y="1298575"/>
            <a:ext cx="1871662" cy="5005388"/>
            <a:chOff x="558" y="948"/>
            <a:chExt cx="1080" cy="2888"/>
          </a:xfrm>
        </p:grpSpPr>
        <p:sp>
          <p:nvSpPr>
            <p:cNvPr id="30828" name="Freeform 4">
              <a:extLst>
                <a:ext uri="{FF2B5EF4-FFF2-40B4-BE49-F238E27FC236}">
                  <a16:creationId xmlns:a16="http://schemas.microsoft.com/office/drawing/2014/main" id="{37B354C6-A871-46FB-B6AB-E5D4D760E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964"/>
              <a:ext cx="650" cy="2598"/>
            </a:xfrm>
            <a:custGeom>
              <a:avLst/>
              <a:gdLst>
                <a:gd name="T0" fmla="*/ 2033 w 260"/>
                <a:gd name="T1" fmla="*/ 18485 h 974"/>
                <a:gd name="T2" fmla="*/ 3813 w 260"/>
                <a:gd name="T3" fmla="*/ 17311 h 974"/>
                <a:gd name="T4" fmla="*/ 4033 w 260"/>
                <a:gd name="T5" fmla="*/ 9298 h 974"/>
                <a:gd name="T6" fmla="*/ 3783 w 260"/>
                <a:gd name="T7" fmla="*/ 6090 h 974"/>
                <a:gd name="T8" fmla="*/ 2770 w 260"/>
                <a:gd name="T9" fmla="*/ 4689 h 974"/>
                <a:gd name="T10" fmla="*/ 2750 w 260"/>
                <a:gd name="T11" fmla="*/ 627 h 974"/>
                <a:gd name="T12" fmla="*/ 2813 w 260"/>
                <a:gd name="T13" fmla="*/ 419 h 974"/>
                <a:gd name="T14" fmla="*/ 2750 w 260"/>
                <a:gd name="T15" fmla="*/ 0 h 974"/>
                <a:gd name="T16" fmla="*/ 1313 w 260"/>
                <a:gd name="T17" fmla="*/ 0 h 974"/>
                <a:gd name="T18" fmla="*/ 1238 w 260"/>
                <a:gd name="T19" fmla="*/ 419 h 974"/>
                <a:gd name="T20" fmla="*/ 1313 w 260"/>
                <a:gd name="T21" fmla="*/ 627 h 974"/>
                <a:gd name="T22" fmla="*/ 1300 w 260"/>
                <a:gd name="T23" fmla="*/ 4689 h 974"/>
                <a:gd name="T24" fmla="*/ 283 w 260"/>
                <a:gd name="T25" fmla="*/ 6090 h 974"/>
                <a:gd name="T26" fmla="*/ 20 w 260"/>
                <a:gd name="T27" fmla="*/ 9298 h 974"/>
                <a:gd name="T28" fmla="*/ 250 w 260"/>
                <a:gd name="T29" fmla="*/ 17311 h 974"/>
                <a:gd name="T30" fmla="*/ 2033 w 260"/>
                <a:gd name="T31" fmla="*/ 18485 h 9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74">
                  <a:moveTo>
                    <a:pt x="130" y="974"/>
                  </a:moveTo>
                  <a:cubicBezTo>
                    <a:pt x="183" y="974"/>
                    <a:pt x="244" y="943"/>
                    <a:pt x="244" y="912"/>
                  </a:cubicBezTo>
                  <a:cubicBezTo>
                    <a:pt x="244" y="912"/>
                    <a:pt x="258" y="558"/>
                    <a:pt x="258" y="490"/>
                  </a:cubicBezTo>
                  <a:cubicBezTo>
                    <a:pt x="258" y="422"/>
                    <a:pt x="260" y="351"/>
                    <a:pt x="242" y="321"/>
                  </a:cubicBezTo>
                  <a:cubicBezTo>
                    <a:pt x="224" y="290"/>
                    <a:pt x="183" y="263"/>
                    <a:pt x="177" y="247"/>
                  </a:cubicBezTo>
                  <a:cubicBezTo>
                    <a:pt x="172" y="231"/>
                    <a:pt x="175" y="37"/>
                    <a:pt x="176" y="33"/>
                  </a:cubicBezTo>
                  <a:cubicBezTo>
                    <a:pt x="177" y="28"/>
                    <a:pt x="180" y="27"/>
                    <a:pt x="180" y="22"/>
                  </a:cubicBezTo>
                  <a:cubicBezTo>
                    <a:pt x="180" y="17"/>
                    <a:pt x="179" y="4"/>
                    <a:pt x="176" y="0"/>
                  </a:cubicBezTo>
                  <a:cubicBezTo>
                    <a:pt x="174" y="12"/>
                    <a:pt x="90" y="16"/>
                    <a:pt x="84" y="0"/>
                  </a:cubicBezTo>
                  <a:cubicBezTo>
                    <a:pt x="81" y="4"/>
                    <a:pt x="79" y="17"/>
                    <a:pt x="79" y="22"/>
                  </a:cubicBezTo>
                  <a:cubicBezTo>
                    <a:pt x="79" y="27"/>
                    <a:pt x="83" y="28"/>
                    <a:pt x="84" y="33"/>
                  </a:cubicBezTo>
                  <a:cubicBezTo>
                    <a:pt x="85" y="37"/>
                    <a:pt x="88" y="231"/>
                    <a:pt x="83" y="247"/>
                  </a:cubicBezTo>
                  <a:cubicBezTo>
                    <a:pt x="77" y="263"/>
                    <a:pt x="36" y="290"/>
                    <a:pt x="18" y="321"/>
                  </a:cubicBezTo>
                  <a:cubicBezTo>
                    <a:pt x="0" y="351"/>
                    <a:pt x="1" y="422"/>
                    <a:pt x="1" y="490"/>
                  </a:cubicBezTo>
                  <a:cubicBezTo>
                    <a:pt x="1" y="558"/>
                    <a:pt x="16" y="912"/>
                    <a:pt x="16" y="912"/>
                  </a:cubicBezTo>
                  <a:cubicBezTo>
                    <a:pt x="16" y="949"/>
                    <a:pt x="77" y="974"/>
                    <a:pt x="130" y="974"/>
                  </a:cubicBezTo>
                </a:path>
              </a:pathLst>
            </a:custGeom>
            <a:solidFill>
              <a:srgbClr val="1A4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5">
              <a:extLst>
                <a:ext uri="{FF2B5EF4-FFF2-40B4-BE49-F238E27FC236}">
                  <a16:creationId xmlns:a16="http://schemas.microsoft.com/office/drawing/2014/main" id="{B74CA30B-7618-40CF-9390-02A47C5C0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23"/>
              <a:ext cx="645" cy="1539"/>
            </a:xfrm>
            <a:custGeom>
              <a:avLst/>
              <a:gdLst>
                <a:gd name="T0" fmla="*/ 4020 w 258"/>
                <a:gd name="T1" fmla="*/ 0 h 577"/>
                <a:gd name="T2" fmla="*/ 4000 w 258"/>
                <a:gd name="T3" fmla="*/ 21 h 577"/>
                <a:gd name="T4" fmla="*/ 4000 w 258"/>
                <a:gd name="T5" fmla="*/ 21 h 577"/>
                <a:gd name="T6" fmla="*/ 2020 w 258"/>
                <a:gd name="T7" fmla="*/ 1003 h 577"/>
                <a:gd name="T8" fmla="*/ 33 w 258"/>
                <a:gd name="T9" fmla="*/ 93 h 577"/>
                <a:gd name="T10" fmla="*/ 20 w 258"/>
                <a:gd name="T11" fmla="*/ 77 h 577"/>
                <a:gd name="T12" fmla="*/ 0 w 258"/>
                <a:gd name="T13" fmla="*/ 1763 h 577"/>
                <a:gd name="T14" fmla="*/ 238 w 258"/>
                <a:gd name="T15" fmla="*/ 9775 h 577"/>
                <a:gd name="T16" fmla="*/ 2020 w 258"/>
                <a:gd name="T17" fmla="*/ 10949 h 577"/>
                <a:gd name="T18" fmla="*/ 2020 w 258"/>
                <a:gd name="T19" fmla="*/ 10949 h 577"/>
                <a:gd name="T20" fmla="*/ 3800 w 258"/>
                <a:gd name="T21" fmla="*/ 9775 h 577"/>
                <a:gd name="T22" fmla="*/ 4020 w 258"/>
                <a:gd name="T23" fmla="*/ 1763 h 577"/>
                <a:gd name="T24" fmla="*/ 4020 w 258"/>
                <a:gd name="T25" fmla="*/ 0 h 5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8" h="577">
                  <a:moveTo>
                    <a:pt x="257" y="0"/>
                  </a:moveTo>
                  <a:cubicBezTo>
                    <a:pt x="257" y="0"/>
                    <a:pt x="256" y="1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30"/>
                    <a:pt x="199" y="53"/>
                    <a:pt x="129" y="53"/>
                  </a:cubicBezTo>
                  <a:cubicBezTo>
                    <a:pt x="62" y="53"/>
                    <a:pt x="7" y="32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0" y="29"/>
                    <a:pt x="0" y="66"/>
                    <a:pt x="0" y="93"/>
                  </a:cubicBezTo>
                  <a:cubicBezTo>
                    <a:pt x="0" y="161"/>
                    <a:pt x="15" y="515"/>
                    <a:pt x="15" y="515"/>
                  </a:cubicBezTo>
                  <a:cubicBezTo>
                    <a:pt x="15" y="552"/>
                    <a:pt x="76" y="577"/>
                    <a:pt x="129" y="577"/>
                  </a:cubicBezTo>
                  <a:cubicBezTo>
                    <a:pt x="129" y="577"/>
                    <a:pt x="129" y="577"/>
                    <a:pt x="129" y="577"/>
                  </a:cubicBezTo>
                  <a:cubicBezTo>
                    <a:pt x="182" y="577"/>
                    <a:pt x="243" y="546"/>
                    <a:pt x="243" y="515"/>
                  </a:cubicBezTo>
                  <a:cubicBezTo>
                    <a:pt x="243" y="515"/>
                    <a:pt x="257" y="161"/>
                    <a:pt x="257" y="93"/>
                  </a:cubicBezTo>
                  <a:cubicBezTo>
                    <a:pt x="257" y="66"/>
                    <a:pt x="258" y="25"/>
                    <a:pt x="257" y="0"/>
                  </a:cubicBezTo>
                  <a:close/>
                </a:path>
              </a:pathLst>
            </a:custGeom>
            <a:solidFill>
              <a:srgbClr val="8F0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6">
              <a:extLst>
                <a:ext uri="{FF2B5EF4-FFF2-40B4-BE49-F238E27FC236}">
                  <a16:creationId xmlns:a16="http://schemas.microsoft.com/office/drawing/2014/main" id="{61529B0C-3A40-4E0F-9AE7-18FE630D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964"/>
              <a:ext cx="252" cy="459"/>
            </a:xfrm>
            <a:custGeom>
              <a:avLst/>
              <a:gdLst>
                <a:gd name="T0" fmla="*/ 1153 w 101"/>
                <a:gd name="T1" fmla="*/ 3213 h 172"/>
                <a:gd name="T2" fmla="*/ 1475 w 101"/>
                <a:gd name="T3" fmla="*/ 3018 h 172"/>
                <a:gd name="T4" fmla="*/ 1507 w 101"/>
                <a:gd name="T5" fmla="*/ 627 h 172"/>
                <a:gd name="T6" fmla="*/ 1569 w 101"/>
                <a:gd name="T7" fmla="*/ 419 h 172"/>
                <a:gd name="T8" fmla="*/ 1507 w 101"/>
                <a:gd name="T9" fmla="*/ 0 h 172"/>
                <a:gd name="T10" fmla="*/ 75 w 101"/>
                <a:gd name="T11" fmla="*/ 0 h 172"/>
                <a:gd name="T12" fmla="*/ 0 w 101"/>
                <a:gd name="T13" fmla="*/ 419 h 172"/>
                <a:gd name="T14" fmla="*/ 75 w 101"/>
                <a:gd name="T15" fmla="*/ 627 h 172"/>
                <a:gd name="T16" fmla="*/ 92 w 101"/>
                <a:gd name="T17" fmla="*/ 2642 h 172"/>
                <a:gd name="T18" fmla="*/ 374 w 101"/>
                <a:gd name="T19" fmla="*/ 2834 h 172"/>
                <a:gd name="T20" fmla="*/ 1153 w 101"/>
                <a:gd name="T21" fmla="*/ 3213 h 1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172">
                  <a:moveTo>
                    <a:pt x="74" y="169"/>
                  </a:moveTo>
                  <a:cubicBezTo>
                    <a:pt x="82" y="167"/>
                    <a:pt x="89" y="164"/>
                    <a:pt x="95" y="159"/>
                  </a:cubicBezTo>
                  <a:cubicBezTo>
                    <a:pt x="95" y="101"/>
                    <a:pt x="97" y="35"/>
                    <a:pt x="97" y="33"/>
                  </a:cubicBezTo>
                  <a:cubicBezTo>
                    <a:pt x="98" y="28"/>
                    <a:pt x="101" y="27"/>
                    <a:pt x="101" y="22"/>
                  </a:cubicBezTo>
                  <a:cubicBezTo>
                    <a:pt x="101" y="17"/>
                    <a:pt x="100" y="4"/>
                    <a:pt x="97" y="0"/>
                  </a:cubicBezTo>
                  <a:cubicBezTo>
                    <a:pt x="95" y="12"/>
                    <a:pt x="11" y="16"/>
                    <a:pt x="5" y="0"/>
                  </a:cubicBezTo>
                  <a:cubicBezTo>
                    <a:pt x="2" y="4"/>
                    <a:pt x="0" y="17"/>
                    <a:pt x="0" y="22"/>
                  </a:cubicBezTo>
                  <a:cubicBezTo>
                    <a:pt x="0" y="27"/>
                    <a:pt x="4" y="28"/>
                    <a:pt x="5" y="33"/>
                  </a:cubicBezTo>
                  <a:cubicBezTo>
                    <a:pt x="5" y="35"/>
                    <a:pt x="6" y="87"/>
                    <a:pt x="6" y="139"/>
                  </a:cubicBezTo>
                  <a:cubicBezTo>
                    <a:pt x="11" y="142"/>
                    <a:pt x="17" y="145"/>
                    <a:pt x="24" y="149"/>
                  </a:cubicBezTo>
                  <a:cubicBezTo>
                    <a:pt x="40" y="156"/>
                    <a:pt x="54" y="172"/>
                    <a:pt x="74" y="16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7">
              <a:extLst>
                <a:ext uri="{FF2B5EF4-FFF2-40B4-BE49-F238E27FC236}">
                  <a16:creationId xmlns:a16="http://schemas.microsoft.com/office/drawing/2014/main" id="{3F66800A-487D-422E-955A-124773AF5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263"/>
              <a:ext cx="225" cy="264"/>
            </a:xfrm>
            <a:custGeom>
              <a:avLst/>
              <a:gdLst>
                <a:gd name="T0" fmla="*/ 1395 w 90"/>
                <a:gd name="T1" fmla="*/ 1741 h 99"/>
                <a:gd name="T2" fmla="*/ 1408 w 90"/>
                <a:gd name="T3" fmla="*/ 1741 h 99"/>
                <a:gd name="T4" fmla="*/ 1408 w 90"/>
                <a:gd name="T5" fmla="*/ 0 h 99"/>
                <a:gd name="T6" fmla="*/ 1395 w 90"/>
                <a:gd name="T7" fmla="*/ 0 h 99"/>
                <a:gd name="T8" fmla="*/ 708 w 90"/>
                <a:gd name="T9" fmla="*/ 136 h 99"/>
                <a:gd name="T10" fmla="*/ 20 w 90"/>
                <a:gd name="T11" fmla="*/ 0 h 99"/>
                <a:gd name="T12" fmla="*/ 0 w 90"/>
                <a:gd name="T13" fmla="*/ 0 h 99"/>
                <a:gd name="T14" fmla="*/ 0 w 90"/>
                <a:gd name="T15" fmla="*/ 1728 h 99"/>
                <a:gd name="T16" fmla="*/ 20 w 90"/>
                <a:gd name="T17" fmla="*/ 1741 h 99"/>
                <a:gd name="T18" fmla="*/ 708 w 90"/>
                <a:gd name="T19" fmla="*/ 1877 h 99"/>
                <a:gd name="T20" fmla="*/ 1395 w 90"/>
                <a:gd name="T21" fmla="*/ 1741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9">
                  <a:moveTo>
                    <a:pt x="89" y="92"/>
                  </a:moveTo>
                  <a:cubicBezTo>
                    <a:pt x="89" y="92"/>
                    <a:pt x="89" y="92"/>
                    <a:pt x="90" y="92"/>
                  </a:cubicBezTo>
                  <a:cubicBezTo>
                    <a:pt x="89" y="65"/>
                    <a:pt x="89" y="31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2" y="4"/>
                    <a:pt x="64" y="7"/>
                    <a:pt x="45" y="7"/>
                  </a:cubicBezTo>
                  <a:cubicBezTo>
                    <a:pt x="26" y="7"/>
                    <a:pt x="8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1"/>
                    <a:pt x="1" y="65"/>
                    <a:pt x="0" y="91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8" y="96"/>
                    <a:pt x="26" y="99"/>
                    <a:pt x="45" y="99"/>
                  </a:cubicBezTo>
                  <a:cubicBezTo>
                    <a:pt x="64" y="99"/>
                    <a:pt x="82" y="96"/>
                    <a:pt x="89" y="92"/>
                  </a:cubicBezTo>
                  <a:close/>
                </a:path>
              </a:pathLst>
            </a:custGeom>
            <a:solidFill>
              <a:srgbClr val="5B8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8">
              <a:extLst>
                <a:ext uri="{FF2B5EF4-FFF2-40B4-BE49-F238E27FC236}">
                  <a16:creationId xmlns:a16="http://schemas.microsoft.com/office/drawing/2014/main" id="{D1A09021-3A30-4839-A969-9AD369B36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948"/>
              <a:ext cx="238" cy="56"/>
            </a:xfrm>
            <a:custGeom>
              <a:avLst/>
              <a:gdLst>
                <a:gd name="T0" fmla="*/ 1443 w 95"/>
                <a:gd name="T1" fmla="*/ 136 h 21"/>
                <a:gd name="T2" fmla="*/ 0 w 95"/>
                <a:gd name="T3" fmla="*/ 115 h 21"/>
                <a:gd name="T4" fmla="*/ 742 w 95"/>
                <a:gd name="T5" fmla="*/ 0 h 21"/>
                <a:gd name="T6" fmla="*/ 1413 w 95"/>
                <a:gd name="T7" fmla="*/ 115 h 21"/>
                <a:gd name="T8" fmla="*/ 1443 w 95"/>
                <a:gd name="T9" fmla="*/ 1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21">
                  <a:moveTo>
                    <a:pt x="92" y="7"/>
                  </a:moveTo>
                  <a:cubicBezTo>
                    <a:pt x="86" y="18"/>
                    <a:pt x="6" y="21"/>
                    <a:pt x="0" y="6"/>
                  </a:cubicBezTo>
                  <a:cubicBezTo>
                    <a:pt x="0" y="6"/>
                    <a:pt x="23" y="0"/>
                    <a:pt x="47" y="0"/>
                  </a:cubicBezTo>
                  <a:cubicBezTo>
                    <a:pt x="71" y="0"/>
                    <a:pt x="95" y="5"/>
                    <a:pt x="90" y="6"/>
                  </a:cubicBezTo>
                  <a:lnTo>
                    <a:pt x="92" y="7"/>
                  </a:lnTo>
                  <a:close/>
                </a:path>
              </a:pathLst>
            </a:custGeom>
            <a:solidFill>
              <a:srgbClr val="0918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9">
              <a:extLst>
                <a:ext uri="{FF2B5EF4-FFF2-40B4-BE49-F238E27FC236}">
                  <a16:creationId xmlns:a16="http://schemas.microsoft.com/office/drawing/2014/main" id="{8282A798-0D7E-4558-B2F5-E8BB7FF36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154"/>
              <a:ext cx="303" cy="821"/>
            </a:xfrm>
            <a:custGeom>
              <a:avLst/>
              <a:gdLst>
                <a:gd name="T0" fmla="*/ 283 w 121"/>
                <a:gd name="T1" fmla="*/ 605 h 308"/>
                <a:gd name="T2" fmla="*/ 1881 w 121"/>
                <a:gd name="T3" fmla="*/ 0 h 308"/>
                <a:gd name="T4" fmla="*/ 1881 w 121"/>
                <a:gd name="T5" fmla="*/ 832 h 308"/>
                <a:gd name="T6" fmla="*/ 1775 w 121"/>
                <a:gd name="T7" fmla="*/ 5209 h 308"/>
                <a:gd name="T8" fmla="*/ 283 w 121"/>
                <a:gd name="T9" fmla="*/ 5811 h 308"/>
                <a:gd name="T10" fmla="*/ 0 w 121"/>
                <a:gd name="T11" fmla="*/ 5528 h 308"/>
                <a:gd name="T12" fmla="*/ 0 w 121"/>
                <a:gd name="T13" fmla="*/ 946 h 308"/>
                <a:gd name="T14" fmla="*/ 283 w 121"/>
                <a:gd name="T15" fmla="*/ 605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08">
                  <a:moveTo>
                    <a:pt x="18" y="32"/>
                  </a:moveTo>
                  <a:cubicBezTo>
                    <a:pt x="77" y="27"/>
                    <a:pt x="110" y="14"/>
                    <a:pt x="120" y="0"/>
                  </a:cubicBezTo>
                  <a:cubicBezTo>
                    <a:pt x="121" y="17"/>
                    <a:pt x="120" y="26"/>
                    <a:pt x="120" y="44"/>
                  </a:cubicBezTo>
                  <a:cubicBezTo>
                    <a:pt x="120" y="77"/>
                    <a:pt x="117" y="182"/>
                    <a:pt x="113" y="275"/>
                  </a:cubicBezTo>
                  <a:cubicBezTo>
                    <a:pt x="92" y="303"/>
                    <a:pt x="32" y="307"/>
                    <a:pt x="18" y="307"/>
                  </a:cubicBezTo>
                  <a:cubicBezTo>
                    <a:pt x="3" y="308"/>
                    <a:pt x="0" y="302"/>
                    <a:pt x="0" y="29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2"/>
                    <a:pt x="3" y="34"/>
                    <a:pt x="18" y="3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Oval 10">
              <a:extLst>
                <a:ext uri="{FF2B5EF4-FFF2-40B4-BE49-F238E27FC236}">
                  <a16:creationId xmlns:a16="http://schemas.microsoft.com/office/drawing/2014/main" id="{CC125135-2CF0-40B9-B7DA-2CF3E6165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1890"/>
              <a:ext cx="635" cy="274"/>
            </a:xfrm>
            <a:prstGeom prst="ellipse">
              <a:avLst/>
            </a:prstGeom>
            <a:solidFill>
              <a:srgbClr val="AA3B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5" name="Freeform 11">
              <a:extLst>
                <a:ext uri="{FF2B5EF4-FFF2-40B4-BE49-F238E27FC236}">
                  <a16:creationId xmlns:a16="http://schemas.microsoft.com/office/drawing/2014/main" id="{87B18AB4-2A3B-4907-AA69-983660BA9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903"/>
              <a:ext cx="575" cy="176"/>
            </a:xfrm>
            <a:custGeom>
              <a:avLst/>
              <a:gdLst>
                <a:gd name="T0" fmla="*/ 33 w 230"/>
                <a:gd name="T1" fmla="*/ 909 h 66"/>
                <a:gd name="T2" fmla="*/ 1925 w 230"/>
                <a:gd name="T3" fmla="*/ 77 h 66"/>
                <a:gd name="T4" fmla="*/ 3595 w 230"/>
                <a:gd name="T5" fmla="*/ 547 h 66"/>
                <a:gd name="T6" fmla="*/ 1833 w 230"/>
                <a:gd name="T7" fmla="*/ 0 h 66"/>
                <a:gd name="T8" fmla="*/ 0 w 230"/>
                <a:gd name="T9" fmla="*/ 853 h 66"/>
                <a:gd name="T10" fmla="*/ 188 w 230"/>
                <a:gd name="T11" fmla="*/ 1251 h 66"/>
                <a:gd name="T12" fmla="*/ 33 w 230"/>
                <a:gd name="T13" fmla="*/ 90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66">
                  <a:moveTo>
                    <a:pt x="2" y="48"/>
                  </a:moveTo>
                  <a:cubicBezTo>
                    <a:pt x="2" y="20"/>
                    <a:pt x="58" y="4"/>
                    <a:pt x="123" y="4"/>
                  </a:cubicBezTo>
                  <a:cubicBezTo>
                    <a:pt x="168" y="4"/>
                    <a:pt x="211" y="14"/>
                    <a:pt x="230" y="29"/>
                  </a:cubicBezTo>
                  <a:cubicBezTo>
                    <a:pt x="214" y="10"/>
                    <a:pt x="168" y="0"/>
                    <a:pt x="117" y="0"/>
                  </a:cubicBezTo>
                  <a:cubicBezTo>
                    <a:pt x="52" y="0"/>
                    <a:pt x="0" y="19"/>
                    <a:pt x="0" y="45"/>
                  </a:cubicBezTo>
                  <a:cubicBezTo>
                    <a:pt x="0" y="53"/>
                    <a:pt x="4" y="60"/>
                    <a:pt x="12" y="66"/>
                  </a:cubicBezTo>
                  <a:cubicBezTo>
                    <a:pt x="8" y="61"/>
                    <a:pt x="3" y="53"/>
                    <a:pt x="2" y="48"/>
                  </a:cubicBezTo>
                  <a:close/>
                </a:path>
              </a:pathLst>
            </a:custGeom>
            <a:solidFill>
              <a:srgbClr val="C37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12">
              <a:extLst>
                <a:ext uri="{FF2B5EF4-FFF2-40B4-BE49-F238E27FC236}">
                  <a16:creationId xmlns:a16="http://schemas.microsoft.com/office/drawing/2014/main" id="{A75B2AE6-E197-498E-B68F-71ED2011F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51"/>
              <a:ext cx="260" cy="584"/>
            </a:xfrm>
            <a:custGeom>
              <a:avLst/>
              <a:gdLst>
                <a:gd name="T0" fmla="*/ 1613 w 104"/>
                <a:gd name="T1" fmla="*/ 56 h 219"/>
                <a:gd name="T2" fmla="*/ 1488 w 104"/>
                <a:gd name="T3" fmla="*/ 3221 h 219"/>
                <a:gd name="T4" fmla="*/ 0 w 104"/>
                <a:gd name="T5" fmla="*/ 4152 h 219"/>
                <a:gd name="T6" fmla="*/ 1283 w 104"/>
                <a:gd name="T7" fmla="*/ 2867 h 219"/>
                <a:gd name="T8" fmla="*/ 1625 w 104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19">
                  <a:moveTo>
                    <a:pt x="103" y="3"/>
                  </a:moveTo>
                  <a:cubicBezTo>
                    <a:pt x="103" y="27"/>
                    <a:pt x="99" y="151"/>
                    <a:pt x="95" y="170"/>
                  </a:cubicBezTo>
                  <a:cubicBezTo>
                    <a:pt x="91" y="188"/>
                    <a:pt x="44" y="215"/>
                    <a:pt x="0" y="219"/>
                  </a:cubicBezTo>
                  <a:cubicBezTo>
                    <a:pt x="33" y="209"/>
                    <a:pt x="77" y="185"/>
                    <a:pt x="82" y="151"/>
                  </a:cubicBezTo>
                  <a:cubicBezTo>
                    <a:pt x="88" y="118"/>
                    <a:pt x="104" y="0"/>
                    <a:pt x="104" y="0"/>
                  </a:cubicBezTo>
                </a:path>
              </a:pathLst>
            </a:custGeom>
            <a:solidFill>
              <a:srgbClr val="6B0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13">
              <a:extLst>
                <a:ext uri="{FF2B5EF4-FFF2-40B4-BE49-F238E27FC236}">
                  <a16:creationId xmlns:a16="http://schemas.microsoft.com/office/drawing/2014/main" id="{3117D146-029E-4088-BBC1-5A9CC4AEF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59"/>
              <a:ext cx="257" cy="576"/>
            </a:xfrm>
            <a:custGeom>
              <a:avLst/>
              <a:gdLst>
                <a:gd name="T0" fmla="*/ 1599 w 103"/>
                <a:gd name="T1" fmla="*/ 0 h 216"/>
                <a:gd name="T2" fmla="*/ 1445 w 103"/>
                <a:gd name="T3" fmla="*/ 3149 h 216"/>
                <a:gd name="T4" fmla="*/ 0 w 103"/>
                <a:gd name="T5" fmla="*/ 4096 h 216"/>
                <a:gd name="T6" fmla="*/ 0 w 103"/>
                <a:gd name="T7" fmla="*/ 4096 h 216"/>
                <a:gd name="T8" fmla="*/ 1507 w 103"/>
                <a:gd name="T9" fmla="*/ 3165 h 216"/>
                <a:gd name="T10" fmla="*/ 1599 w 103"/>
                <a:gd name="T11" fmla="*/ 0 h 2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216">
                  <a:moveTo>
                    <a:pt x="103" y="0"/>
                  </a:moveTo>
                  <a:cubicBezTo>
                    <a:pt x="103" y="22"/>
                    <a:pt x="97" y="148"/>
                    <a:pt x="93" y="166"/>
                  </a:cubicBezTo>
                  <a:cubicBezTo>
                    <a:pt x="89" y="183"/>
                    <a:pt x="43" y="212"/>
                    <a:pt x="0" y="216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46" y="212"/>
                    <a:pt x="93" y="186"/>
                    <a:pt x="97" y="167"/>
                  </a:cubicBezTo>
                  <a:cubicBezTo>
                    <a:pt x="101" y="148"/>
                    <a:pt x="103" y="23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14">
              <a:extLst>
                <a:ext uri="{FF2B5EF4-FFF2-40B4-BE49-F238E27FC236}">
                  <a16:creationId xmlns:a16="http://schemas.microsoft.com/office/drawing/2014/main" id="{C0E3EB14-EDC7-49C7-9ABD-45EA706DA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207"/>
              <a:ext cx="242" cy="757"/>
            </a:xfrm>
            <a:custGeom>
              <a:avLst/>
              <a:gdLst>
                <a:gd name="T0" fmla="*/ 1474 w 97"/>
                <a:gd name="T1" fmla="*/ 0 h 284"/>
                <a:gd name="T2" fmla="*/ 1337 w 97"/>
                <a:gd name="T3" fmla="*/ 4731 h 284"/>
                <a:gd name="T4" fmla="*/ 0 w 97"/>
                <a:gd name="T5" fmla="*/ 5320 h 284"/>
                <a:gd name="T6" fmla="*/ 1133 w 97"/>
                <a:gd name="T7" fmla="*/ 4603 h 284"/>
                <a:gd name="T8" fmla="*/ 1474 w 97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84">
                  <a:moveTo>
                    <a:pt x="95" y="0"/>
                  </a:moveTo>
                  <a:cubicBezTo>
                    <a:pt x="95" y="0"/>
                    <a:pt x="91" y="228"/>
                    <a:pt x="86" y="250"/>
                  </a:cubicBezTo>
                  <a:cubicBezTo>
                    <a:pt x="81" y="272"/>
                    <a:pt x="10" y="284"/>
                    <a:pt x="0" y="281"/>
                  </a:cubicBezTo>
                  <a:cubicBezTo>
                    <a:pt x="9" y="282"/>
                    <a:pt x="65" y="257"/>
                    <a:pt x="73" y="243"/>
                  </a:cubicBezTo>
                  <a:cubicBezTo>
                    <a:pt x="81" y="230"/>
                    <a:pt x="97" y="9"/>
                    <a:pt x="95" y="0"/>
                  </a:cubicBezTo>
                  <a:close/>
                </a:path>
              </a:pathLst>
            </a:custGeom>
            <a:solidFill>
              <a:srgbClr val="B2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15">
              <a:extLst>
                <a:ext uri="{FF2B5EF4-FFF2-40B4-BE49-F238E27FC236}">
                  <a16:creationId xmlns:a16="http://schemas.microsoft.com/office/drawing/2014/main" id="{22C442B0-F1C7-4024-B51F-66E4F6586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290"/>
              <a:ext cx="165" cy="205"/>
            </a:xfrm>
            <a:custGeom>
              <a:avLst/>
              <a:gdLst>
                <a:gd name="T0" fmla="*/ 145 w 66"/>
                <a:gd name="T1" fmla="*/ 21 h 77"/>
                <a:gd name="T2" fmla="*/ 0 w 66"/>
                <a:gd name="T3" fmla="*/ 170 h 77"/>
                <a:gd name="T4" fmla="*/ 20 w 66"/>
                <a:gd name="T5" fmla="*/ 1454 h 77"/>
                <a:gd name="T6" fmla="*/ 208 w 66"/>
                <a:gd name="T7" fmla="*/ 319 h 77"/>
                <a:gd name="T8" fmla="*/ 1033 w 66"/>
                <a:gd name="T9" fmla="*/ 0 h 77"/>
                <a:gd name="T10" fmla="*/ 145 w 66"/>
                <a:gd name="T11" fmla="*/ 21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7">
                  <a:moveTo>
                    <a:pt x="9" y="1"/>
                  </a:moveTo>
                  <a:cubicBezTo>
                    <a:pt x="0" y="1"/>
                    <a:pt x="0" y="9"/>
                    <a:pt x="0" y="9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7"/>
                    <a:pt x="5" y="27"/>
                    <a:pt x="13" y="17"/>
                  </a:cubicBezTo>
                  <a:cubicBezTo>
                    <a:pt x="20" y="8"/>
                    <a:pt x="54" y="5"/>
                    <a:pt x="66" y="0"/>
                  </a:cubicBezTo>
                  <a:cubicBezTo>
                    <a:pt x="58" y="2"/>
                    <a:pt x="25" y="2"/>
                    <a:pt x="9" y="1"/>
                  </a:cubicBezTo>
                  <a:close/>
                </a:path>
              </a:pathLst>
            </a:custGeom>
            <a:solidFill>
              <a:srgbClr val="90A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16">
              <a:extLst>
                <a:ext uri="{FF2B5EF4-FFF2-40B4-BE49-F238E27FC236}">
                  <a16:creationId xmlns:a16="http://schemas.microsoft.com/office/drawing/2014/main" id="{96C800DE-AB8F-458F-96C0-D2B12FD9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082"/>
              <a:ext cx="17" cy="178"/>
            </a:xfrm>
            <a:custGeom>
              <a:avLst/>
              <a:gdLst>
                <a:gd name="T0" fmla="*/ 0 w 7"/>
                <a:gd name="T1" fmla="*/ 1257 h 67"/>
                <a:gd name="T2" fmla="*/ 0 w 7"/>
                <a:gd name="T3" fmla="*/ 0 h 67"/>
                <a:gd name="T4" fmla="*/ 0 w 7"/>
                <a:gd name="T5" fmla="*/ 125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7">
                  <a:moveTo>
                    <a:pt x="0" y="6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7" y="52"/>
                    <a:pt x="0" y="67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17">
              <a:extLst>
                <a:ext uri="{FF2B5EF4-FFF2-40B4-BE49-F238E27FC236}">
                  <a16:creationId xmlns:a16="http://schemas.microsoft.com/office/drawing/2014/main" id="{8818679A-8088-4A71-808C-16D17B8D7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991"/>
              <a:ext cx="142" cy="45"/>
            </a:xfrm>
            <a:custGeom>
              <a:avLst/>
              <a:gdLst>
                <a:gd name="T0" fmla="*/ 882 w 57"/>
                <a:gd name="T1" fmla="*/ 111 h 17"/>
                <a:gd name="T2" fmla="*/ 0 w 57"/>
                <a:gd name="T3" fmla="*/ 0 h 17"/>
                <a:gd name="T4" fmla="*/ 882 w 57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57" y="6"/>
                  </a:moveTo>
                  <a:cubicBezTo>
                    <a:pt x="30" y="10"/>
                    <a:pt x="12" y="6"/>
                    <a:pt x="0" y="0"/>
                  </a:cubicBezTo>
                  <a:cubicBezTo>
                    <a:pt x="6" y="9"/>
                    <a:pt x="32" y="17"/>
                    <a:pt x="57" y="6"/>
                  </a:cubicBezTo>
                  <a:close/>
                </a:path>
              </a:pathLst>
            </a:custGeom>
            <a:solidFill>
              <a:srgbClr val="86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18">
              <a:extLst>
                <a:ext uri="{FF2B5EF4-FFF2-40B4-BE49-F238E27FC236}">
                  <a16:creationId xmlns:a16="http://schemas.microsoft.com/office/drawing/2014/main" id="{6A30FE4B-F328-46A1-B0B5-FC8831BC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052"/>
              <a:ext cx="230" cy="19"/>
            </a:xfrm>
            <a:custGeom>
              <a:avLst/>
              <a:gdLst>
                <a:gd name="T0" fmla="*/ 0 w 92"/>
                <a:gd name="T1" fmla="*/ 0 h 7"/>
                <a:gd name="T2" fmla="*/ 720 w 92"/>
                <a:gd name="T3" fmla="*/ 141 h 7"/>
                <a:gd name="T4" fmla="*/ 1438 w 9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">
                  <a:moveTo>
                    <a:pt x="0" y="0"/>
                  </a:moveTo>
                  <a:cubicBezTo>
                    <a:pt x="7" y="4"/>
                    <a:pt x="26" y="7"/>
                    <a:pt x="46" y="7"/>
                  </a:cubicBezTo>
                  <a:cubicBezTo>
                    <a:pt x="66" y="7"/>
                    <a:pt x="85" y="4"/>
                    <a:pt x="9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Oval 19">
              <a:extLst>
                <a:ext uri="{FF2B5EF4-FFF2-40B4-BE49-F238E27FC236}">
                  <a16:creationId xmlns:a16="http://schemas.microsoft.com/office/drawing/2014/main" id="{74352B3E-BF5D-4C31-BF80-04A5F849F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1890"/>
              <a:ext cx="635" cy="274"/>
            </a:xfrm>
            <a:prstGeom prst="ellipse">
              <a:avLst/>
            </a:prstGeom>
            <a:noFill/>
            <a:ln w="7938">
              <a:solidFill>
                <a:srgbClr val="D49A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4" name="Freeform 20">
              <a:extLst>
                <a:ext uri="{FF2B5EF4-FFF2-40B4-BE49-F238E27FC236}">
                  <a16:creationId xmlns:a16="http://schemas.microsoft.com/office/drawing/2014/main" id="{D6DB87FC-2773-4A17-88E0-203BADF28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964"/>
              <a:ext cx="650" cy="2598"/>
            </a:xfrm>
            <a:custGeom>
              <a:avLst/>
              <a:gdLst>
                <a:gd name="T0" fmla="*/ 2033 w 260"/>
                <a:gd name="T1" fmla="*/ 18485 h 974"/>
                <a:gd name="T2" fmla="*/ 3813 w 260"/>
                <a:gd name="T3" fmla="*/ 17311 h 974"/>
                <a:gd name="T4" fmla="*/ 4033 w 260"/>
                <a:gd name="T5" fmla="*/ 9298 h 974"/>
                <a:gd name="T6" fmla="*/ 3783 w 260"/>
                <a:gd name="T7" fmla="*/ 6090 h 974"/>
                <a:gd name="T8" fmla="*/ 2770 w 260"/>
                <a:gd name="T9" fmla="*/ 4689 h 974"/>
                <a:gd name="T10" fmla="*/ 2750 w 260"/>
                <a:gd name="T11" fmla="*/ 627 h 974"/>
                <a:gd name="T12" fmla="*/ 2813 w 260"/>
                <a:gd name="T13" fmla="*/ 419 h 974"/>
                <a:gd name="T14" fmla="*/ 2750 w 260"/>
                <a:gd name="T15" fmla="*/ 0 h 974"/>
                <a:gd name="T16" fmla="*/ 1313 w 260"/>
                <a:gd name="T17" fmla="*/ 0 h 974"/>
                <a:gd name="T18" fmla="*/ 1238 w 260"/>
                <a:gd name="T19" fmla="*/ 419 h 974"/>
                <a:gd name="T20" fmla="*/ 1313 w 260"/>
                <a:gd name="T21" fmla="*/ 627 h 974"/>
                <a:gd name="T22" fmla="*/ 1300 w 260"/>
                <a:gd name="T23" fmla="*/ 4689 h 974"/>
                <a:gd name="T24" fmla="*/ 283 w 260"/>
                <a:gd name="T25" fmla="*/ 6090 h 974"/>
                <a:gd name="T26" fmla="*/ 20 w 260"/>
                <a:gd name="T27" fmla="*/ 9298 h 974"/>
                <a:gd name="T28" fmla="*/ 250 w 260"/>
                <a:gd name="T29" fmla="*/ 17311 h 974"/>
                <a:gd name="T30" fmla="*/ 2033 w 260"/>
                <a:gd name="T31" fmla="*/ 18485 h 9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74">
                  <a:moveTo>
                    <a:pt x="130" y="974"/>
                  </a:moveTo>
                  <a:cubicBezTo>
                    <a:pt x="183" y="974"/>
                    <a:pt x="244" y="943"/>
                    <a:pt x="244" y="912"/>
                  </a:cubicBezTo>
                  <a:cubicBezTo>
                    <a:pt x="244" y="912"/>
                    <a:pt x="258" y="558"/>
                    <a:pt x="258" y="490"/>
                  </a:cubicBezTo>
                  <a:cubicBezTo>
                    <a:pt x="258" y="422"/>
                    <a:pt x="260" y="351"/>
                    <a:pt x="242" y="321"/>
                  </a:cubicBezTo>
                  <a:cubicBezTo>
                    <a:pt x="224" y="290"/>
                    <a:pt x="183" y="263"/>
                    <a:pt x="177" y="247"/>
                  </a:cubicBezTo>
                  <a:cubicBezTo>
                    <a:pt x="172" y="231"/>
                    <a:pt x="175" y="37"/>
                    <a:pt x="176" y="33"/>
                  </a:cubicBezTo>
                  <a:cubicBezTo>
                    <a:pt x="177" y="28"/>
                    <a:pt x="180" y="27"/>
                    <a:pt x="180" y="22"/>
                  </a:cubicBezTo>
                  <a:cubicBezTo>
                    <a:pt x="180" y="17"/>
                    <a:pt x="179" y="4"/>
                    <a:pt x="176" y="0"/>
                  </a:cubicBezTo>
                  <a:cubicBezTo>
                    <a:pt x="174" y="12"/>
                    <a:pt x="90" y="16"/>
                    <a:pt x="84" y="0"/>
                  </a:cubicBezTo>
                  <a:cubicBezTo>
                    <a:pt x="81" y="4"/>
                    <a:pt x="79" y="17"/>
                    <a:pt x="79" y="22"/>
                  </a:cubicBezTo>
                  <a:cubicBezTo>
                    <a:pt x="79" y="27"/>
                    <a:pt x="83" y="28"/>
                    <a:pt x="84" y="33"/>
                  </a:cubicBezTo>
                  <a:cubicBezTo>
                    <a:pt x="85" y="37"/>
                    <a:pt x="88" y="231"/>
                    <a:pt x="83" y="247"/>
                  </a:cubicBezTo>
                  <a:cubicBezTo>
                    <a:pt x="77" y="263"/>
                    <a:pt x="36" y="290"/>
                    <a:pt x="18" y="321"/>
                  </a:cubicBezTo>
                  <a:cubicBezTo>
                    <a:pt x="0" y="351"/>
                    <a:pt x="1" y="422"/>
                    <a:pt x="1" y="490"/>
                  </a:cubicBezTo>
                  <a:cubicBezTo>
                    <a:pt x="1" y="558"/>
                    <a:pt x="16" y="912"/>
                    <a:pt x="16" y="912"/>
                  </a:cubicBezTo>
                  <a:cubicBezTo>
                    <a:pt x="16" y="949"/>
                    <a:pt x="77" y="974"/>
                    <a:pt x="130" y="97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21">
              <a:extLst>
                <a:ext uri="{FF2B5EF4-FFF2-40B4-BE49-F238E27FC236}">
                  <a16:creationId xmlns:a16="http://schemas.microsoft.com/office/drawing/2014/main" id="{4BCA5D8A-5A31-4586-8DF0-0D6226707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263"/>
              <a:ext cx="225" cy="264"/>
            </a:xfrm>
            <a:custGeom>
              <a:avLst/>
              <a:gdLst>
                <a:gd name="T0" fmla="*/ 1395 w 90"/>
                <a:gd name="T1" fmla="*/ 1741 h 99"/>
                <a:gd name="T2" fmla="*/ 1408 w 90"/>
                <a:gd name="T3" fmla="*/ 1741 h 99"/>
                <a:gd name="T4" fmla="*/ 1408 w 90"/>
                <a:gd name="T5" fmla="*/ 0 h 99"/>
                <a:gd name="T6" fmla="*/ 1395 w 90"/>
                <a:gd name="T7" fmla="*/ 0 h 99"/>
                <a:gd name="T8" fmla="*/ 708 w 90"/>
                <a:gd name="T9" fmla="*/ 136 h 99"/>
                <a:gd name="T10" fmla="*/ 20 w 90"/>
                <a:gd name="T11" fmla="*/ 0 h 99"/>
                <a:gd name="T12" fmla="*/ 0 w 90"/>
                <a:gd name="T13" fmla="*/ 0 h 99"/>
                <a:gd name="T14" fmla="*/ 0 w 90"/>
                <a:gd name="T15" fmla="*/ 1728 h 99"/>
                <a:gd name="T16" fmla="*/ 20 w 90"/>
                <a:gd name="T17" fmla="*/ 1741 h 99"/>
                <a:gd name="T18" fmla="*/ 708 w 90"/>
                <a:gd name="T19" fmla="*/ 1877 h 99"/>
                <a:gd name="T20" fmla="*/ 1395 w 90"/>
                <a:gd name="T21" fmla="*/ 1741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9">
                  <a:moveTo>
                    <a:pt x="89" y="92"/>
                  </a:moveTo>
                  <a:cubicBezTo>
                    <a:pt x="89" y="92"/>
                    <a:pt x="89" y="92"/>
                    <a:pt x="90" y="92"/>
                  </a:cubicBezTo>
                  <a:cubicBezTo>
                    <a:pt x="89" y="65"/>
                    <a:pt x="89" y="31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2" y="4"/>
                    <a:pt x="64" y="7"/>
                    <a:pt x="45" y="7"/>
                  </a:cubicBezTo>
                  <a:cubicBezTo>
                    <a:pt x="26" y="7"/>
                    <a:pt x="8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1"/>
                    <a:pt x="1" y="65"/>
                    <a:pt x="0" y="91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8" y="96"/>
                    <a:pt x="26" y="99"/>
                    <a:pt x="45" y="99"/>
                  </a:cubicBezTo>
                  <a:cubicBezTo>
                    <a:pt x="64" y="99"/>
                    <a:pt x="82" y="96"/>
                    <a:pt x="89" y="9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22">
              <a:extLst>
                <a:ext uri="{FF2B5EF4-FFF2-40B4-BE49-F238E27FC236}">
                  <a16:creationId xmlns:a16="http://schemas.microsoft.com/office/drawing/2014/main" id="{3A1F9923-2C57-4978-991B-F1EC0FF10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964"/>
              <a:ext cx="230" cy="40"/>
            </a:xfrm>
            <a:custGeom>
              <a:avLst/>
              <a:gdLst>
                <a:gd name="T0" fmla="*/ 1438 w 92"/>
                <a:gd name="T1" fmla="*/ 21 h 15"/>
                <a:gd name="T2" fmla="*/ 0 w 9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5">
                  <a:moveTo>
                    <a:pt x="92" y="1"/>
                  </a:moveTo>
                  <a:cubicBezTo>
                    <a:pt x="86" y="12"/>
                    <a:pt x="6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23">
              <a:extLst>
                <a:ext uri="{FF2B5EF4-FFF2-40B4-BE49-F238E27FC236}">
                  <a16:creationId xmlns:a16="http://schemas.microsoft.com/office/drawing/2014/main" id="{5386341D-2179-46A7-8375-09FCC24A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948"/>
              <a:ext cx="238" cy="19"/>
            </a:xfrm>
            <a:custGeom>
              <a:avLst/>
              <a:gdLst>
                <a:gd name="T0" fmla="*/ 0 w 95"/>
                <a:gd name="T1" fmla="*/ 117 h 7"/>
                <a:gd name="T2" fmla="*/ 742 w 95"/>
                <a:gd name="T3" fmla="*/ 0 h 7"/>
                <a:gd name="T4" fmla="*/ 1413 w 95"/>
                <a:gd name="T5" fmla="*/ 117 h 7"/>
                <a:gd name="T6" fmla="*/ 1443 w 95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7">
                  <a:moveTo>
                    <a:pt x="0" y="6"/>
                  </a:moveTo>
                  <a:cubicBezTo>
                    <a:pt x="0" y="6"/>
                    <a:pt x="23" y="0"/>
                    <a:pt x="47" y="0"/>
                  </a:cubicBezTo>
                  <a:cubicBezTo>
                    <a:pt x="71" y="0"/>
                    <a:pt x="95" y="5"/>
                    <a:pt x="90" y="6"/>
                  </a:cubicBezTo>
                  <a:cubicBezTo>
                    <a:pt x="92" y="7"/>
                    <a:pt x="92" y="7"/>
                    <a:pt x="92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24">
              <a:extLst>
                <a:ext uri="{FF2B5EF4-FFF2-40B4-BE49-F238E27FC236}">
                  <a16:creationId xmlns:a16="http://schemas.microsoft.com/office/drawing/2014/main" id="{BC441694-911C-419B-8DCF-F20888FB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60"/>
              <a:ext cx="645" cy="1502"/>
            </a:xfrm>
            <a:custGeom>
              <a:avLst/>
              <a:gdLst>
                <a:gd name="T0" fmla="*/ 20 w 258"/>
                <a:gd name="T1" fmla="*/ 0 h 563"/>
                <a:gd name="T2" fmla="*/ 0 w 258"/>
                <a:gd name="T3" fmla="*/ 1502 h 563"/>
                <a:gd name="T4" fmla="*/ 238 w 258"/>
                <a:gd name="T5" fmla="*/ 9516 h 563"/>
                <a:gd name="T6" fmla="*/ 2020 w 258"/>
                <a:gd name="T7" fmla="*/ 10690 h 563"/>
                <a:gd name="T8" fmla="*/ 2020 w 258"/>
                <a:gd name="T9" fmla="*/ 10690 h 563"/>
                <a:gd name="T10" fmla="*/ 3800 w 258"/>
                <a:gd name="T11" fmla="*/ 9516 h 563"/>
                <a:gd name="T12" fmla="*/ 4020 w 258"/>
                <a:gd name="T13" fmla="*/ 1502 h 563"/>
                <a:gd name="T14" fmla="*/ 4020 w 258"/>
                <a:gd name="T15" fmla="*/ 0 h 5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563">
                  <a:moveTo>
                    <a:pt x="1" y="0"/>
                  </a:moveTo>
                  <a:cubicBezTo>
                    <a:pt x="0" y="25"/>
                    <a:pt x="0" y="52"/>
                    <a:pt x="0" y="79"/>
                  </a:cubicBezTo>
                  <a:cubicBezTo>
                    <a:pt x="0" y="147"/>
                    <a:pt x="15" y="501"/>
                    <a:pt x="15" y="501"/>
                  </a:cubicBezTo>
                  <a:cubicBezTo>
                    <a:pt x="15" y="538"/>
                    <a:pt x="76" y="563"/>
                    <a:pt x="129" y="563"/>
                  </a:cubicBezTo>
                  <a:cubicBezTo>
                    <a:pt x="129" y="563"/>
                    <a:pt x="129" y="563"/>
                    <a:pt x="129" y="563"/>
                  </a:cubicBezTo>
                  <a:cubicBezTo>
                    <a:pt x="182" y="563"/>
                    <a:pt x="243" y="532"/>
                    <a:pt x="243" y="501"/>
                  </a:cubicBezTo>
                  <a:cubicBezTo>
                    <a:pt x="243" y="501"/>
                    <a:pt x="257" y="147"/>
                    <a:pt x="257" y="79"/>
                  </a:cubicBezTo>
                  <a:cubicBezTo>
                    <a:pt x="257" y="52"/>
                    <a:pt x="258" y="25"/>
                    <a:pt x="25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25">
              <a:extLst>
                <a:ext uri="{FF2B5EF4-FFF2-40B4-BE49-F238E27FC236}">
                  <a16:creationId xmlns:a16="http://schemas.microsoft.com/office/drawing/2014/main" id="{3C65E47E-5F2C-4A81-8F4F-E92372686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154"/>
              <a:ext cx="303" cy="821"/>
            </a:xfrm>
            <a:custGeom>
              <a:avLst/>
              <a:gdLst>
                <a:gd name="T0" fmla="*/ 283 w 121"/>
                <a:gd name="T1" fmla="*/ 605 h 308"/>
                <a:gd name="T2" fmla="*/ 1881 w 121"/>
                <a:gd name="T3" fmla="*/ 0 h 308"/>
                <a:gd name="T4" fmla="*/ 1881 w 121"/>
                <a:gd name="T5" fmla="*/ 832 h 308"/>
                <a:gd name="T6" fmla="*/ 1775 w 121"/>
                <a:gd name="T7" fmla="*/ 5209 h 308"/>
                <a:gd name="T8" fmla="*/ 283 w 121"/>
                <a:gd name="T9" fmla="*/ 5811 h 308"/>
                <a:gd name="T10" fmla="*/ 0 w 121"/>
                <a:gd name="T11" fmla="*/ 5528 h 308"/>
                <a:gd name="T12" fmla="*/ 0 w 121"/>
                <a:gd name="T13" fmla="*/ 946 h 308"/>
                <a:gd name="T14" fmla="*/ 283 w 121"/>
                <a:gd name="T15" fmla="*/ 605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08">
                  <a:moveTo>
                    <a:pt x="18" y="32"/>
                  </a:moveTo>
                  <a:cubicBezTo>
                    <a:pt x="77" y="27"/>
                    <a:pt x="110" y="14"/>
                    <a:pt x="120" y="0"/>
                  </a:cubicBezTo>
                  <a:cubicBezTo>
                    <a:pt x="121" y="17"/>
                    <a:pt x="120" y="26"/>
                    <a:pt x="120" y="44"/>
                  </a:cubicBezTo>
                  <a:cubicBezTo>
                    <a:pt x="120" y="77"/>
                    <a:pt x="117" y="182"/>
                    <a:pt x="113" y="275"/>
                  </a:cubicBezTo>
                  <a:cubicBezTo>
                    <a:pt x="92" y="303"/>
                    <a:pt x="32" y="307"/>
                    <a:pt x="18" y="307"/>
                  </a:cubicBezTo>
                  <a:cubicBezTo>
                    <a:pt x="3" y="308"/>
                    <a:pt x="0" y="302"/>
                    <a:pt x="0" y="29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2"/>
                    <a:pt x="3" y="34"/>
                    <a:pt x="18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26">
              <a:extLst>
                <a:ext uri="{FF2B5EF4-FFF2-40B4-BE49-F238E27FC236}">
                  <a16:creationId xmlns:a16="http://schemas.microsoft.com/office/drawing/2014/main" id="{641EC3AA-1C2B-4993-AD11-9D93CBEF13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1" y="1527"/>
              <a:ext cx="215" cy="1992"/>
            </a:xfrm>
            <a:custGeom>
              <a:avLst/>
              <a:gdLst>
                <a:gd name="T0" fmla="*/ 1333 w 86"/>
                <a:gd name="T1" fmla="*/ 947 h 747"/>
                <a:gd name="T2" fmla="*/ 1333 w 86"/>
                <a:gd name="T3" fmla="*/ 136 h 747"/>
                <a:gd name="T4" fmla="*/ 1300 w 86"/>
                <a:gd name="T5" fmla="*/ 760 h 747"/>
                <a:gd name="T6" fmla="*/ 283 w 86"/>
                <a:gd name="T7" fmla="*/ 2163 h 747"/>
                <a:gd name="T8" fmla="*/ 20 w 86"/>
                <a:gd name="T9" fmla="*/ 5368 h 747"/>
                <a:gd name="T10" fmla="*/ 250 w 86"/>
                <a:gd name="T11" fmla="*/ 13368 h 747"/>
                <a:gd name="T12" fmla="*/ 738 w 86"/>
                <a:gd name="T13" fmla="*/ 14165 h 747"/>
                <a:gd name="T14" fmla="*/ 395 w 86"/>
                <a:gd name="T15" fmla="*/ 13483 h 747"/>
                <a:gd name="T16" fmla="*/ 125 w 86"/>
                <a:gd name="T17" fmla="*/ 5611 h 747"/>
                <a:gd name="T18" fmla="*/ 500 w 86"/>
                <a:gd name="T19" fmla="*/ 2219 h 747"/>
                <a:gd name="T20" fmla="*/ 1333 w 86"/>
                <a:gd name="T21" fmla="*/ 947 h 747"/>
                <a:gd name="T22" fmla="*/ 1333 w 86"/>
                <a:gd name="T23" fmla="*/ 0 h 747"/>
                <a:gd name="T24" fmla="*/ 1333 w 86"/>
                <a:gd name="T25" fmla="*/ 136 h 747"/>
                <a:gd name="T26" fmla="*/ 1333 w 86"/>
                <a:gd name="T27" fmla="*/ 0 h 747"/>
                <a:gd name="T28" fmla="*/ 1333 w 86"/>
                <a:gd name="T29" fmla="*/ 0 h 7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6" h="747">
                  <a:moveTo>
                    <a:pt x="85" y="50"/>
                  </a:moveTo>
                  <a:cubicBezTo>
                    <a:pt x="86" y="46"/>
                    <a:pt x="86" y="25"/>
                    <a:pt x="85" y="7"/>
                  </a:cubicBezTo>
                  <a:cubicBezTo>
                    <a:pt x="84" y="24"/>
                    <a:pt x="84" y="36"/>
                    <a:pt x="83" y="40"/>
                  </a:cubicBezTo>
                  <a:cubicBezTo>
                    <a:pt x="77" y="56"/>
                    <a:pt x="36" y="83"/>
                    <a:pt x="18" y="114"/>
                  </a:cubicBezTo>
                  <a:cubicBezTo>
                    <a:pt x="0" y="144"/>
                    <a:pt x="1" y="215"/>
                    <a:pt x="1" y="283"/>
                  </a:cubicBezTo>
                  <a:cubicBezTo>
                    <a:pt x="1" y="351"/>
                    <a:pt x="16" y="705"/>
                    <a:pt x="16" y="705"/>
                  </a:cubicBezTo>
                  <a:cubicBezTo>
                    <a:pt x="16" y="722"/>
                    <a:pt x="28" y="736"/>
                    <a:pt x="47" y="747"/>
                  </a:cubicBezTo>
                  <a:cubicBezTo>
                    <a:pt x="36" y="738"/>
                    <a:pt x="25" y="723"/>
                    <a:pt x="25" y="711"/>
                  </a:cubicBezTo>
                  <a:cubicBezTo>
                    <a:pt x="25" y="711"/>
                    <a:pt x="8" y="364"/>
                    <a:pt x="8" y="296"/>
                  </a:cubicBezTo>
                  <a:cubicBezTo>
                    <a:pt x="8" y="227"/>
                    <a:pt x="14" y="148"/>
                    <a:pt x="32" y="117"/>
                  </a:cubicBezTo>
                  <a:cubicBezTo>
                    <a:pt x="50" y="87"/>
                    <a:pt x="80" y="66"/>
                    <a:pt x="85" y="50"/>
                  </a:cubicBezTo>
                  <a:close/>
                  <a:moveTo>
                    <a:pt x="85" y="0"/>
                  </a:moveTo>
                  <a:cubicBezTo>
                    <a:pt x="85" y="2"/>
                    <a:pt x="85" y="5"/>
                    <a:pt x="85" y="7"/>
                  </a:cubicBezTo>
                  <a:cubicBezTo>
                    <a:pt x="85" y="5"/>
                    <a:pt x="85" y="2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lose/>
                </a:path>
              </a:pathLst>
            </a:custGeom>
            <a:solidFill>
              <a:srgbClr val="A3B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27">
              <a:extLst>
                <a:ext uri="{FF2B5EF4-FFF2-40B4-BE49-F238E27FC236}">
                  <a16:creationId xmlns:a16="http://schemas.microsoft.com/office/drawing/2014/main" id="{AAF6D755-68FD-424A-92B6-B9222D7B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076"/>
              <a:ext cx="115" cy="1443"/>
            </a:xfrm>
            <a:custGeom>
              <a:avLst/>
              <a:gdLst>
                <a:gd name="T0" fmla="*/ 20 w 46"/>
                <a:gd name="T1" fmla="*/ 0 h 541"/>
                <a:gd name="T2" fmla="*/ 0 w 46"/>
                <a:gd name="T3" fmla="*/ 1459 h 541"/>
                <a:gd name="T4" fmla="*/ 238 w 46"/>
                <a:gd name="T5" fmla="*/ 9469 h 541"/>
                <a:gd name="T6" fmla="*/ 720 w 46"/>
                <a:gd name="T7" fmla="*/ 10266 h 541"/>
                <a:gd name="T8" fmla="*/ 375 w 46"/>
                <a:gd name="T9" fmla="*/ 9584 h 541"/>
                <a:gd name="T10" fmla="*/ 113 w 46"/>
                <a:gd name="T11" fmla="*/ 1707 h 541"/>
                <a:gd name="T12" fmla="*/ 158 w 46"/>
                <a:gd name="T13" fmla="*/ 136 h 541"/>
                <a:gd name="T14" fmla="*/ 20 w 46"/>
                <a:gd name="T15" fmla="*/ 0 h 5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41">
                  <a:moveTo>
                    <a:pt x="1" y="0"/>
                  </a:moveTo>
                  <a:cubicBezTo>
                    <a:pt x="0" y="24"/>
                    <a:pt x="0" y="51"/>
                    <a:pt x="0" y="77"/>
                  </a:cubicBezTo>
                  <a:cubicBezTo>
                    <a:pt x="0" y="145"/>
                    <a:pt x="15" y="499"/>
                    <a:pt x="15" y="499"/>
                  </a:cubicBezTo>
                  <a:cubicBezTo>
                    <a:pt x="15" y="516"/>
                    <a:pt x="27" y="530"/>
                    <a:pt x="46" y="541"/>
                  </a:cubicBezTo>
                  <a:cubicBezTo>
                    <a:pt x="35" y="532"/>
                    <a:pt x="24" y="517"/>
                    <a:pt x="24" y="505"/>
                  </a:cubicBezTo>
                  <a:cubicBezTo>
                    <a:pt x="24" y="505"/>
                    <a:pt x="7" y="158"/>
                    <a:pt x="7" y="90"/>
                  </a:cubicBezTo>
                  <a:cubicBezTo>
                    <a:pt x="7" y="63"/>
                    <a:pt x="8" y="34"/>
                    <a:pt x="10" y="7"/>
                  </a:cubicBezTo>
                  <a:cubicBezTo>
                    <a:pt x="7" y="5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D09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28">
              <a:extLst>
                <a:ext uri="{FF2B5EF4-FFF2-40B4-BE49-F238E27FC236}">
                  <a16:creationId xmlns:a16="http://schemas.microsoft.com/office/drawing/2014/main" id="{CE72E162-39CC-4CEE-A4A4-258A6F672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063"/>
              <a:ext cx="37" cy="37"/>
            </a:xfrm>
            <a:custGeom>
              <a:avLst/>
              <a:gdLst>
                <a:gd name="T0" fmla="*/ 0 w 15"/>
                <a:gd name="T1" fmla="*/ 0 h 14"/>
                <a:gd name="T2" fmla="*/ 224 w 1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4" y="5"/>
                    <a:pt x="9" y="9"/>
                    <a:pt x="15" y="14"/>
                  </a:cubicBezTo>
                </a:path>
              </a:pathLst>
            </a:custGeom>
            <a:noFill/>
            <a:ln w="7938" cap="flat">
              <a:solidFill>
                <a:srgbClr val="D49A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Oval 29">
              <a:extLst>
                <a:ext uri="{FF2B5EF4-FFF2-40B4-BE49-F238E27FC236}">
                  <a16:creationId xmlns:a16="http://schemas.microsoft.com/office/drawing/2014/main" id="{40563FA4-824C-4AAD-89B5-EB8F4A942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2487"/>
              <a:ext cx="520" cy="264"/>
            </a:xfrm>
            <a:prstGeom prst="ellipse">
              <a:avLst/>
            </a:pr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4" name="Freeform 30">
              <a:extLst>
                <a:ext uri="{FF2B5EF4-FFF2-40B4-BE49-F238E27FC236}">
                  <a16:creationId xmlns:a16="http://schemas.microsoft.com/office/drawing/2014/main" id="{7B66E4CA-4AFD-46D6-8557-D09645F03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620"/>
              <a:ext cx="575" cy="638"/>
            </a:xfrm>
            <a:custGeom>
              <a:avLst/>
              <a:gdLst>
                <a:gd name="T0" fmla="*/ 33 w 230"/>
                <a:gd name="T1" fmla="*/ 2928 h 239"/>
                <a:gd name="T2" fmla="*/ 1800 w 230"/>
                <a:gd name="T3" fmla="*/ 4546 h 239"/>
                <a:gd name="T4" fmla="*/ 3563 w 230"/>
                <a:gd name="T5" fmla="*/ 2928 h 239"/>
                <a:gd name="T6" fmla="*/ 3425 w 230"/>
                <a:gd name="T7" fmla="*/ 0 h 239"/>
                <a:gd name="T8" fmla="*/ 1800 w 230"/>
                <a:gd name="T9" fmla="*/ 934 h 239"/>
                <a:gd name="T10" fmla="*/ 175 w 230"/>
                <a:gd name="T11" fmla="*/ 0 h 239"/>
                <a:gd name="T12" fmla="*/ 33 w 230"/>
                <a:gd name="T13" fmla="*/ 2928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39">
                  <a:moveTo>
                    <a:pt x="2" y="154"/>
                  </a:moveTo>
                  <a:cubicBezTo>
                    <a:pt x="2" y="189"/>
                    <a:pt x="54" y="239"/>
                    <a:pt x="115" y="239"/>
                  </a:cubicBezTo>
                  <a:cubicBezTo>
                    <a:pt x="176" y="239"/>
                    <a:pt x="228" y="190"/>
                    <a:pt x="228" y="154"/>
                  </a:cubicBezTo>
                  <a:cubicBezTo>
                    <a:pt x="230" y="131"/>
                    <a:pt x="225" y="29"/>
                    <a:pt x="219" y="0"/>
                  </a:cubicBezTo>
                  <a:cubicBezTo>
                    <a:pt x="219" y="27"/>
                    <a:pt x="173" y="49"/>
                    <a:pt x="115" y="49"/>
                  </a:cubicBezTo>
                  <a:cubicBezTo>
                    <a:pt x="58" y="49"/>
                    <a:pt x="11" y="27"/>
                    <a:pt x="11" y="0"/>
                  </a:cubicBezTo>
                  <a:cubicBezTo>
                    <a:pt x="5" y="39"/>
                    <a:pt x="0" y="101"/>
                    <a:pt x="2" y="154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31">
              <a:extLst>
                <a:ext uri="{FF2B5EF4-FFF2-40B4-BE49-F238E27FC236}">
                  <a16:creationId xmlns:a16="http://schemas.microsoft.com/office/drawing/2014/main" id="{90D4DE3F-19EA-463D-9EFF-A0A68D01E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620"/>
              <a:ext cx="130" cy="579"/>
            </a:xfrm>
            <a:custGeom>
              <a:avLst/>
              <a:gdLst>
                <a:gd name="T0" fmla="*/ 113 w 52"/>
                <a:gd name="T1" fmla="*/ 4122 h 217"/>
                <a:gd name="T2" fmla="*/ 783 w 52"/>
                <a:gd name="T3" fmla="*/ 2927 h 217"/>
                <a:gd name="T4" fmla="*/ 645 w 52"/>
                <a:gd name="T5" fmla="*/ 0 h 217"/>
                <a:gd name="T6" fmla="*/ 0 w 52"/>
                <a:gd name="T7" fmla="*/ 739 h 217"/>
                <a:gd name="T8" fmla="*/ 113 w 52"/>
                <a:gd name="T9" fmla="*/ 4122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17">
                  <a:moveTo>
                    <a:pt x="7" y="217"/>
                  </a:moveTo>
                  <a:cubicBezTo>
                    <a:pt x="33" y="199"/>
                    <a:pt x="50" y="174"/>
                    <a:pt x="50" y="154"/>
                  </a:cubicBezTo>
                  <a:cubicBezTo>
                    <a:pt x="52" y="131"/>
                    <a:pt x="47" y="29"/>
                    <a:pt x="41" y="0"/>
                  </a:cubicBezTo>
                  <a:cubicBezTo>
                    <a:pt x="41" y="16"/>
                    <a:pt x="25" y="30"/>
                    <a:pt x="0" y="39"/>
                  </a:cubicBezTo>
                  <a:cubicBezTo>
                    <a:pt x="3" y="101"/>
                    <a:pt x="5" y="168"/>
                    <a:pt x="7" y="217"/>
                  </a:cubicBezTo>
                  <a:close/>
                </a:path>
              </a:pathLst>
            </a:custGeom>
            <a:solidFill>
              <a:srgbClr val="E0B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Oval 32">
              <a:extLst>
                <a:ext uri="{FF2B5EF4-FFF2-40B4-BE49-F238E27FC236}">
                  <a16:creationId xmlns:a16="http://schemas.microsoft.com/office/drawing/2014/main" id="{8505E42C-D44E-47B2-A4E8-4021A312F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2487"/>
              <a:ext cx="520" cy="264"/>
            </a:xfrm>
            <a:prstGeom prst="ellipse">
              <a:avLst/>
            </a:prstGeom>
            <a:solidFill>
              <a:srgbClr val="B3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7" name="Oval 33">
              <a:extLst>
                <a:ext uri="{FF2B5EF4-FFF2-40B4-BE49-F238E27FC236}">
                  <a16:creationId xmlns:a16="http://schemas.microsoft.com/office/drawing/2014/main" id="{2A6C697A-B6DF-4142-8565-3368FA387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" y="2503"/>
              <a:ext cx="490" cy="232"/>
            </a:xfrm>
            <a:prstGeom prst="ellipse">
              <a:avLst/>
            </a:prstGeom>
            <a:solidFill>
              <a:srgbClr val="F4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58" name="Freeform 34">
              <a:extLst>
                <a:ext uri="{FF2B5EF4-FFF2-40B4-BE49-F238E27FC236}">
                  <a16:creationId xmlns:a16="http://schemas.microsoft.com/office/drawing/2014/main" id="{28616863-BBF4-493D-83D9-5A8DB536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530"/>
              <a:ext cx="93" cy="178"/>
            </a:xfrm>
            <a:custGeom>
              <a:avLst/>
              <a:gdLst>
                <a:gd name="T0" fmla="*/ 33 w 37"/>
                <a:gd name="T1" fmla="*/ 1257 h 67"/>
                <a:gd name="T2" fmla="*/ 588 w 37"/>
                <a:gd name="T3" fmla="*/ 635 h 67"/>
                <a:gd name="T4" fmla="*/ 0 w 37"/>
                <a:gd name="T5" fmla="*/ 0 h 67"/>
                <a:gd name="T6" fmla="*/ 33 w 37"/>
                <a:gd name="T7" fmla="*/ 125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67">
                  <a:moveTo>
                    <a:pt x="2" y="67"/>
                  </a:moveTo>
                  <a:cubicBezTo>
                    <a:pt x="24" y="59"/>
                    <a:pt x="37" y="47"/>
                    <a:pt x="37" y="34"/>
                  </a:cubicBezTo>
                  <a:cubicBezTo>
                    <a:pt x="37" y="20"/>
                    <a:pt x="23" y="8"/>
                    <a:pt x="0" y="0"/>
                  </a:cubicBezTo>
                  <a:cubicBezTo>
                    <a:pt x="1" y="20"/>
                    <a:pt x="1" y="43"/>
                    <a:pt x="2" y="67"/>
                  </a:cubicBezTo>
                  <a:close/>
                </a:path>
              </a:pathLst>
            </a:custGeom>
            <a:solidFill>
              <a:srgbClr val="C06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35">
              <a:extLst>
                <a:ext uri="{FF2B5EF4-FFF2-40B4-BE49-F238E27FC236}">
                  <a16:creationId xmlns:a16="http://schemas.microsoft.com/office/drawing/2014/main" id="{EA235AE9-FC4D-463E-ADF2-EBD6BEA60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724"/>
              <a:ext cx="18" cy="475"/>
            </a:xfrm>
            <a:custGeom>
              <a:avLst/>
              <a:gdLst>
                <a:gd name="T0" fmla="*/ 0 w 7"/>
                <a:gd name="T1" fmla="*/ 0 h 178"/>
                <a:gd name="T2" fmla="*/ 118 w 7"/>
                <a:gd name="T3" fmla="*/ 3384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8">
                  <a:moveTo>
                    <a:pt x="0" y="0"/>
                  </a:moveTo>
                  <a:cubicBezTo>
                    <a:pt x="3" y="62"/>
                    <a:pt x="5" y="129"/>
                    <a:pt x="7" y="178"/>
                  </a:cubicBez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36">
              <a:extLst>
                <a:ext uri="{FF2B5EF4-FFF2-40B4-BE49-F238E27FC236}">
                  <a16:creationId xmlns:a16="http://schemas.microsoft.com/office/drawing/2014/main" id="{F350B8BC-4E4C-4787-AF38-9E1D0CEE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530"/>
              <a:ext cx="5" cy="178"/>
            </a:xfrm>
            <a:custGeom>
              <a:avLst/>
              <a:gdLst>
                <a:gd name="T0" fmla="*/ 0 w 2"/>
                <a:gd name="T1" fmla="*/ 0 h 67"/>
                <a:gd name="T2" fmla="*/ 33 w 2"/>
                <a:gd name="T3" fmla="*/ 125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7">
                  <a:moveTo>
                    <a:pt x="0" y="0"/>
                  </a:moveTo>
                  <a:cubicBezTo>
                    <a:pt x="1" y="20"/>
                    <a:pt x="1" y="43"/>
                    <a:pt x="2" y="67"/>
                  </a:cubicBez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37">
              <a:extLst>
                <a:ext uri="{FF2B5EF4-FFF2-40B4-BE49-F238E27FC236}">
                  <a16:creationId xmlns:a16="http://schemas.microsoft.com/office/drawing/2014/main" id="{D7D1FE0F-E048-41A5-BCA7-FFB1F3A78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903"/>
              <a:ext cx="568" cy="355"/>
            </a:xfrm>
            <a:custGeom>
              <a:avLst/>
              <a:gdLst>
                <a:gd name="T0" fmla="*/ 0 w 227"/>
                <a:gd name="T1" fmla="*/ 913 h 133"/>
                <a:gd name="T2" fmla="*/ 1772 w 227"/>
                <a:gd name="T3" fmla="*/ 2530 h 133"/>
                <a:gd name="T4" fmla="*/ 3538 w 227"/>
                <a:gd name="T5" fmla="*/ 913 h 133"/>
                <a:gd name="T6" fmla="*/ 3538 w 227"/>
                <a:gd name="T7" fmla="*/ 0 h 133"/>
                <a:gd name="T8" fmla="*/ 0 w 227"/>
                <a:gd name="T9" fmla="*/ 149 h 133"/>
                <a:gd name="T10" fmla="*/ 0 w 227"/>
                <a:gd name="T11" fmla="*/ 913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7" h="133">
                  <a:moveTo>
                    <a:pt x="0" y="48"/>
                  </a:moveTo>
                  <a:cubicBezTo>
                    <a:pt x="0" y="83"/>
                    <a:pt x="52" y="133"/>
                    <a:pt x="113" y="133"/>
                  </a:cubicBezTo>
                  <a:cubicBezTo>
                    <a:pt x="174" y="133"/>
                    <a:pt x="226" y="84"/>
                    <a:pt x="226" y="48"/>
                  </a:cubicBezTo>
                  <a:cubicBezTo>
                    <a:pt x="227" y="40"/>
                    <a:pt x="226" y="22"/>
                    <a:pt x="226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21"/>
                    <a:pt x="0" y="35"/>
                    <a:pt x="0" y="48"/>
                  </a:cubicBezTo>
                  <a:close/>
                </a:path>
              </a:pathLst>
            </a:custGeom>
            <a:solidFill>
              <a:srgbClr val="AA0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Oval 38">
              <a:extLst>
                <a:ext uri="{FF2B5EF4-FFF2-40B4-BE49-F238E27FC236}">
                  <a16:creationId xmlns:a16="http://schemas.microsoft.com/office/drawing/2014/main" id="{CCF8C792-0625-4DAE-B8C3-1750D369A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" y="2778"/>
              <a:ext cx="555" cy="282"/>
            </a:xfrm>
            <a:prstGeom prst="ellipse">
              <a:avLst/>
            </a:prstGeom>
            <a:solidFill>
              <a:srgbClr val="CE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63" name="Freeform 39">
              <a:extLst>
                <a:ext uri="{FF2B5EF4-FFF2-40B4-BE49-F238E27FC236}">
                  <a16:creationId xmlns:a16="http://schemas.microsoft.com/office/drawing/2014/main" id="{D0A101AB-DC76-4C44-A56A-FF0284A3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791"/>
              <a:ext cx="505" cy="176"/>
            </a:xfrm>
            <a:custGeom>
              <a:avLst/>
              <a:gdLst>
                <a:gd name="T0" fmla="*/ 50 w 202"/>
                <a:gd name="T1" fmla="*/ 931 h 66"/>
                <a:gd name="T2" fmla="*/ 1708 w 202"/>
                <a:gd name="T3" fmla="*/ 77 h 66"/>
                <a:gd name="T4" fmla="*/ 3158 w 202"/>
                <a:gd name="T5" fmla="*/ 589 h 66"/>
                <a:gd name="T6" fmla="*/ 1625 w 202"/>
                <a:gd name="T7" fmla="*/ 0 h 66"/>
                <a:gd name="T8" fmla="*/ 0 w 202"/>
                <a:gd name="T9" fmla="*/ 875 h 66"/>
                <a:gd name="T10" fmla="*/ 188 w 202"/>
                <a:gd name="T11" fmla="*/ 1251 h 66"/>
                <a:gd name="T12" fmla="*/ 50 w 202"/>
                <a:gd name="T13" fmla="*/ 93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66">
                  <a:moveTo>
                    <a:pt x="3" y="49"/>
                  </a:moveTo>
                  <a:cubicBezTo>
                    <a:pt x="2" y="22"/>
                    <a:pt x="52" y="4"/>
                    <a:pt x="109" y="4"/>
                  </a:cubicBezTo>
                  <a:cubicBezTo>
                    <a:pt x="149" y="4"/>
                    <a:pt x="185" y="17"/>
                    <a:pt x="202" y="31"/>
                  </a:cubicBezTo>
                  <a:cubicBezTo>
                    <a:pt x="188" y="14"/>
                    <a:pt x="149" y="0"/>
                    <a:pt x="104" y="0"/>
                  </a:cubicBezTo>
                  <a:cubicBezTo>
                    <a:pt x="47" y="0"/>
                    <a:pt x="0" y="22"/>
                    <a:pt x="0" y="46"/>
                  </a:cubicBezTo>
                  <a:cubicBezTo>
                    <a:pt x="0" y="53"/>
                    <a:pt x="5" y="60"/>
                    <a:pt x="12" y="66"/>
                  </a:cubicBezTo>
                  <a:cubicBezTo>
                    <a:pt x="8" y="61"/>
                    <a:pt x="3" y="54"/>
                    <a:pt x="3" y="49"/>
                  </a:cubicBezTo>
                  <a:close/>
                </a:path>
              </a:pathLst>
            </a:custGeom>
            <a:solidFill>
              <a:srgbClr val="E1A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40">
              <a:extLst>
                <a:ext uri="{FF2B5EF4-FFF2-40B4-BE49-F238E27FC236}">
                  <a16:creationId xmlns:a16="http://schemas.microsoft.com/office/drawing/2014/main" id="{6ECD7E0A-9B8B-45B1-98D0-3D8D2A03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3660"/>
              <a:ext cx="555" cy="176"/>
            </a:xfrm>
            <a:custGeom>
              <a:avLst/>
              <a:gdLst>
                <a:gd name="T0" fmla="*/ 3470 w 222"/>
                <a:gd name="T1" fmla="*/ 115 h 66"/>
                <a:gd name="T2" fmla="*/ 1738 w 222"/>
                <a:gd name="T3" fmla="*/ 1251 h 66"/>
                <a:gd name="T4" fmla="*/ 0 w 222"/>
                <a:gd name="T5" fmla="*/ 115 h 66"/>
                <a:gd name="T6" fmla="*/ 0 w 222"/>
                <a:gd name="T7" fmla="*/ 0 h 66"/>
                <a:gd name="T8" fmla="*/ 1738 w 222"/>
                <a:gd name="T9" fmla="*/ 1139 h 66"/>
                <a:gd name="T10" fmla="*/ 3470 w 22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6">
                  <a:moveTo>
                    <a:pt x="222" y="6"/>
                  </a:moveTo>
                  <a:cubicBezTo>
                    <a:pt x="222" y="39"/>
                    <a:pt x="172" y="66"/>
                    <a:pt x="111" y="66"/>
                  </a:cubicBezTo>
                  <a:cubicBezTo>
                    <a:pt x="50" y="66"/>
                    <a:pt x="0" y="39"/>
                    <a:pt x="0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50" y="60"/>
                    <a:pt x="111" y="60"/>
                  </a:cubicBezTo>
                  <a:cubicBezTo>
                    <a:pt x="172" y="60"/>
                    <a:pt x="222" y="33"/>
                    <a:pt x="222" y="0"/>
                  </a:cubicBezTo>
                </a:path>
              </a:pathLst>
            </a:custGeom>
            <a:solidFill>
              <a:srgbClr val="B3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41">
              <a:extLst>
                <a:ext uri="{FF2B5EF4-FFF2-40B4-BE49-F238E27FC236}">
                  <a16:creationId xmlns:a16="http://schemas.microsoft.com/office/drawing/2014/main" id="{187E809F-C024-4FA8-B78D-15D0F0634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3247"/>
              <a:ext cx="152" cy="408"/>
            </a:xfrm>
            <a:custGeom>
              <a:avLst/>
              <a:gdLst>
                <a:gd name="T0" fmla="*/ 199 w 61"/>
                <a:gd name="T1" fmla="*/ 2368 h 153"/>
                <a:gd name="T2" fmla="*/ 0 w 61"/>
                <a:gd name="T3" fmla="*/ 0 h 153"/>
                <a:gd name="T4" fmla="*/ 466 w 61"/>
                <a:gd name="T5" fmla="*/ 77 h 153"/>
                <a:gd name="T6" fmla="*/ 944 w 61"/>
                <a:gd name="T7" fmla="*/ 0 h 153"/>
                <a:gd name="T8" fmla="*/ 728 w 61"/>
                <a:gd name="T9" fmla="*/ 2368 h 153"/>
                <a:gd name="T10" fmla="*/ 870 w 61"/>
                <a:gd name="T11" fmla="*/ 2675 h 153"/>
                <a:gd name="T12" fmla="*/ 870 w 61"/>
                <a:gd name="T13" fmla="*/ 2637 h 153"/>
                <a:gd name="T14" fmla="*/ 466 w 61"/>
                <a:gd name="T15" fmla="*/ 2901 h 153"/>
                <a:gd name="T16" fmla="*/ 62 w 61"/>
                <a:gd name="T17" fmla="*/ 2637 h 153"/>
                <a:gd name="T18" fmla="*/ 75 w 61"/>
                <a:gd name="T19" fmla="*/ 2675 h 153"/>
                <a:gd name="T20" fmla="*/ 199 w 61"/>
                <a:gd name="T21" fmla="*/ 2368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53">
                  <a:moveTo>
                    <a:pt x="13" y="125"/>
                  </a:moveTo>
                  <a:cubicBezTo>
                    <a:pt x="13" y="125"/>
                    <a:pt x="14" y="38"/>
                    <a:pt x="0" y="0"/>
                  </a:cubicBezTo>
                  <a:cubicBezTo>
                    <a:pt x="9" y="3"/>
                    <a:pt x="20" y="4"/>
                    <a:pt x="30" y="4"/>
                  </a:cubicBezTo>
                  <a:cubicBezTo>
                    <a:pt x="41" y="4"/>
                    <a:pt x="51" y="3"/>
                    <a:pt x="61" y="0"/>
                  </a:cubicBezTo>
                  <a:cubicBezTo>
                    <a:pt x="47" y="30"/>
                    <a:pt x="47" y="125"/>
                    <a:pt x="47" y="125"/>
                  </a:cubicBezTo>
                  <a:cubicBezTo>
                    <a:pt x="51" y="131"/>
                    <a:pt x="58" y="133"/>
                    <a:pt x="56" y="141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6" y="147"/>
                    <a:pt x="45" y="153"/>
                    <a:pt x="30" y="153"/>
                  </a:cubicBezTo>
                  <a:cubicBezTo>
                    <a:pt x="16" y="153"/>
                    <a:pt x="4" y="147"/>
                    <a:pt x="4" y="139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3" y="133"/>
                    <a:pt x="10" y="131"/>
                    <a:pt x="13" y="125"/>
                  </a:cubicBezTo>
                  <a:close/>
                </a:path>
              </a:pathLst>
            </a:custGeom>
            <a:solidFill>
              <a:srgbClr val="B3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42">
              <a:extLst>
                <a:ext uri="{FF2B5EF4-FFF2-40B4-BE49-F238E27FC236}">
                  <a16:creationId xmlns:a16="http://schemas.microsoft.com/office/drawing/2014/main" id="{B9C6D4E7-3AB9-47C3-A365-839582814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3503"/>
              <a:ext cx="555" cy="317"/>
            </a:xfrm>
            <a:custGeom>
              <a:avLst/>
              <a:gdLst>
                <a:gd name="T0" fmla="*/ 2020 w 222"/>
                <a:gd name="T1" fmla="*/ 0 h 119"/>
                <a:gd name="T2" fmla="*/ 2000 w 222"/>
                <a:gd name="T3" fmla="*/ 546 h 119"/>
                <a:gd name="T4" fmla="*/ 2145 w 222"/>
                <a:gd name="T5" fmla="*/ 852 h 119"/>
                <a:gd name="T6" fmla="*/ 2145 w 222"/>
                <a:gd name="T7" fmla="*/ 815 h 119"/>
                <a:gd name="T8" fmla="*/ 1738 w 222"/>
                <a:gd name="T9" fmla="*/ 1079 h 119"/>
                <a:gd name="T10" fmla="*/ 1333 w 222"/>
                <a:gd name="T11" fmla="*/ 815 h 119"/>
                <a:gd name="T12" fmla="*/ 1345 w 222"/>
                <a:gd name="T13" fmla="*/ 852 h 119"/>
                <a:gd name="T14" fmla="*/ 1470 w 222"/>
                <a:gd name="T15" fmla="*/ 546 h 119"/>
                <a:gd name="T16" fmla="*/ 1470 w 222"/>
                <a:gd name="T17" fmla="*/ 0 h 119"/>
                <a:gd name="T18" fmla="*/ 0 w 222"/>
                <a:gd name="T19" fmla="*/ 1113 h 119"/>
                <a:gd name="T20" fmla="*/ 1738 w 222"/>
                <a:gd name="T21" fmla="*/ 2248 h 119"/>
                <a:gd name="T22" fmla="*/ 3470 w 222"/>
                <a:gd name="T23" fmla="*/ 1113 h 119"/>
                <a:gd name="T24" fmla="*/ 2020 w 222"/>
                <a:gd name="T25" fmla="*/ 0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2" h="119">
                  <a:moveTo>
                    <a:pt x="129" y="0"/>
                  </a:moveTo>
                  <a:cubicBezTo>
                    <a:pt x="128" y="17"/>
                    <a:pt x="128" y="29"/>
                    <a:pt x="128" y="29"/>
                  </a:cubicBezTo>
                  <a:cubicBezTo>
                    <a:pt x="132" y="35"/>
                    <a:pt x="139" y="37"/>
                    <a:pt x="137" y="45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7" y="51"/>
                    <a:pt x="126" y="57"/>
                    <a:pt x="111" y="57"/>
                  </a:cubicBezTo>
                  <a:cubicBezTo>
                    <a:pt x="97" y="57"/>
                    <a:pt x="85" y="51"/>
                    <a:pt x="85" y="43"/>
                  </a:cubicBezTo>
                  <a:cubicBezTo>
                    <a:pt x="86" y="45"/>
                    <a:pt x="86" y="45"/>
                    <a:pt x="86" y="45"/>
                  </a:cubicBezTo>
                  <a:cubicBezTo>
                    <a:pt x="84" y="37"/>
                    <a:pt x="91" y="35"/>
                    <a:pt x="94" y="29"/>
                  </a:cubicBezTo>
                  <a:cubicBezTo>
                    <a:pt x="94" y="29"/>
                    <a:pt x="94" y="17"/>
                    <a:pt x="94" y="0"/>
                  </a:cubicBezTo>
                  <a:cubicBezTo>
                    <a:pt x="41" y="4"/>
                    <a:pt x="0" y="29"/>
                    <a:pt x="0" y="59"/>
                  </a:cubicBezTo>
                  <a:cubicBezTo>
                    <a:pt x="0" y="92"/>
                    <a:pt x="50" y="119"/>
                    <a:pt x="111" y="119"/>
                  </a:cubicBezTo>
                  <a:cubicBezTo>
                    <a:pt x="172" y="119"/>
                    <a:pt x="222" y="92"/>
                    <a:pt x="222" y="59"/>
                  </a:cubicBezTo>
                  <a:cubicBezTo>
                    <a:pt x="222" y="29"/>
                    <a:pt x="182" y="4"/>
                    <a:pt x="129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43">
              <a:extLst>
                <a:ext uri="{FF2B5EF4-FFF2-40B4-BE49-F238E27FC236}">
                  <a16:creationId xmlns:a16="http://schemas.microsoft.com/office/drawing/2014/main" id="{4EEBC8B1-2945-4F61-9324-7876D2B8D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423"/>
              <a:ext cx="187" cy="219"/>
            </a:xfrm>
            <a:custGeom>
              <a:avLst/>
              <a:gdLst>
                <a:gd name="T0" fmla="*/ 975 w 75"/>
                <a:gd name="T1" fmla="*/ 1127 h 82"/>
                <a:gd name="T2" fmla="*/ 915 w 75"/>
                <a:gd name="T3" fmla="*/ 171 h 82"/>
                <a:gd name="T4" fmla="*/ 167 w 75"/>
                <a:gd name="T5" fmla="*/ 435 h 82"/>
                <a:gd name="T6" fmla="*/ 249 w 75"/>
                <a:gd name="T7" fmla="*/ 1370 h 82"/>
                <a:gd name="T8" fmla="*/ 975 w 75"/>
                <a:gd name="T9" fmla="*/ 1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2">
                  <a:moveTo>
                    <a:pt x="63" y="59"/>
                  </a:moveTo>
                  <a:cubicBezTo>
                    <a:pt x="75" y="41"/>
                    <a:pt x="73" y="19"/>
                    <a:pt x="59" y="9"/>
                  </a:cubicBezTo>
                  <a:cubicBezTo>
                    <a:pt x="44" y="0"/>
                    <a:pt x="23" y="6"/>
                    <a:pt x="11" y="23"/>
                  </a:cubicBezTo>
                  <a:cubicBezTo>
                    <a:pt x="0" y="41"/>
                    <a:pt x="2" y="63"/>
                    <a:pt x="16" y="72"/>
                  </a:cubicBezTo>
                  <a:cubicBezTo>
                    <a:pt x="30" y="82"/>
                    <a:pt x="52" y="76"/>
                    <a:pt x="63" y="59"/>
                  </a:cubicBezTo>
                  <a:close/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44">
              <a:extLst>
                <a:ext uri="{FF2B5EF4-FFF2-40B4-BE49-F238E27FC236}">
                  <a16:creationId xmlns:a16="http://schemas.microsoft.com/office/drawing/2014/main" id="{15A1A0D1-9FB9-4FF4-BBEC-87564258B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236"/>
              <a:ext cx="342" cy="379"/>
            </a:xfrm>
            <a:custGeom>
              <a:avLst/>
              <a:gdLst>
                <a:gd name="T0" fmla="*/ 2132 w 137"/>
                <a:gd name="T1" fmla="*/ 1503 h 142"/>
                <a:gd name="T2" fmla="*/ 1383 w 137"/>
                <a:gd name="T3" fmla="*/ 1767 h 142"/>
                <a:gd name="T4" fmla="*/ 1465 w 137"/>
                <a:gd name="T5" fmla="*/ 2701 h 142"/>
                <a:gd name="T6" fmla="*/ 105 w 137"/>
                <a:gd name="T7" fmla="*/ 1276 h 142"/>
                <a:gd name="T8" fmla="*/ 155 w 137"/>
                <a:gd name="T9" fmla="*/ 478 h 142"/>
                <a:gd name="T10" fmla="*/ 946 w 137"/>
                <a:gd name="T11" fmla="*/ 192 h 142"/>
                <a:gd name="T12" fmla="*/ 2132 w 137"/>
                <a:gd name="T13" fmla="*/ 1503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42">
                  <a:moveTo>
                    <a:pt x="137" y="79"/>
                  </a:moveTo>
                  <a:cubicBezTo>
                    <a:pt x="122" y="70"/>
                    <a:pt x="101" y="76"/>
                    <a:pt x="89" y="93"/>
                  </a:cubicBezTo>
                  <a:cubicBezTo>
                    <a:pt x="78" y="111"/>
                    <a:pt x="80" y="133"/>
                    <a:pt x="94" y="142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0" y="55"/>
                    <a:pt x="1" y="39"/>
                    <a:pt x="10" y="25"/>
                  </a:cubicBezTo>
                  <a:cubicBezTo>
                    <a:pt x="22" y="8"/>
                    <a:pt x="47" y="0"/>
                    <a:pt x="61" y="10"/>
                  </a:cubicBezTo>
                  <a:lnTo>
                    <a:pt x="137" y="79"/>
                  </a:lnTo>
                  <a:close/>
                </a:path>
              </a:pathLst>
            </a:custGeom>
            <a:solidFill>
              <a:srgbClr val="E4B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45">
              <a:extLst>
                <a:ext uri="{FF2B5EF4-FFF2-40B4-BE49-F238E27FC236}">
                  <a16:creationId xmlns:a16="http://schemas.microsoft.com/office/drawing/2014/main" id="{DD483FE2-0A3F-47D7-A99F-8D1EF92C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3042"/>
              <a:ext cx="70" cy="165"/>
            </a:xfrm>
            <a:custGeom>
              <a:avLst/>
              <a:gdLst>
                <a:gd name="T0" fmla="*/ 395 w 28"/>
                <a:gd name="T1" fmla="*/ 0 h 62"/>
                <a:gd name="T2" fmla="*/ 270 w 28"/>
                <a:gd name="T3" fmla="*/ 639 h 62"/>
                <a:gd name="T4" fmla="*/ 0 w 28"/>
                <a:gd name="T5" fmla="*/ 1168 h 62"/>
                <a:gd name="T6" fmla="*/ 0 w 28"/>
                <a:gd name="T7" fmla="*/ 1168 h 62"/>
                <a:gd name="T8" fmla="*/ 313 w 28"/>
                <a:gd name="T9" fmla="*/ 623 h 62"/>
                <a:gd name="T10" fmla="*/ 395 w 28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2">
                  <a:moveTo>
                    <a:pt x="25" y="0"/>
                  </a:moveTo>
                  <a:cubicBezTo>
                    <a:pt x="27" y="4"/>
                    <a:pt x="23" y="20"/>
                    <a:pt x="17" y="34"/>
                  </a:cubicBezTo>
                  <a:cubicBezTo>
                    <a:pt x="13" y="45"/>
                    <a:pt x="7" y="56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7" y="56"/>
                    <a:pt x="15" y="45"/>
                    <a:pt x="20" y="33"/>
                  </a:cubicBezTo>
                  <a:cubicBezTo>
                    <a:pt x="26" y="19"/>
                    <a:pt x="28" y="5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46">
              <a:extLst>
                <a:ext uri="{FF2B5EF4-FFF2-40B4-BE49-F238E27FC236}">
                  <a16:creationId xmlns:a16="http://schemas.microsoft.com/office/drawing/2014/main" id="{F1F8A9B2-984A-450C-9420-F1ED154B3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983"/>
              <a:ext cx="135" cy="224"/>
            </a:xfrm>
            <a:custGeom>
              <a:avLst/>
              <a:gdLst>
                <a:gd name="T0" fmla="*/ 813 w 54"/>
                <a:gd name="T1" fmla="*/ 0 h 84"/>
                <a:gd name="T2" fmla="*/ 645 w 54"/>
                <a:gd name="T3" fmla="*/ 832 h 84"/>
                <a:gd name="T4" fmla="*/ 0 w 54"/>
                <a:gd name="T5" fmla="*/ 1592 h 84"/>
                <a:gd name="T6" fmla="*/ 0 w 54"/>
                <a:gd name="T7" fmla="*/ 1592 h 84"/>
                <a:gd name="T8" fmla="*/ 688 w 54"/>
                <a:gd name="T9" fmla="*/ 853 h 84"/>
                <a:gd name="T10" fmla="*/ 813 w 54"/>
                <a:gd name="T11" fmla="*/ 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4">
                  <a:moveTo>
                    <a:pt x="52" y="0"/>
                  </a:moveTo>
                  <a:cubicBezTo>
                    <a:pt x="54" y="16"/>
                    <a:pt x="49" y="31"/>
                    <a:pt x="41" y="44"/>
                  </a:cubicBezTo>
                  <a:cubicBezTo>
                    <a:pt x="33" y="59"/>
                    <a:pt x="20" y="73"/>
                    <a:pt x="0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21" y="72"/>
                    <a:pt x="36" y="61"/>
                    <a:pt x="44" y="45"/>
                  </a:cubicBezTo>
                  <a:cubicBezTo>
                    <a:pt x="52" y="32"/>
                    <a:pt x="54" y="17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47">
              <a:extLst>
                <a:ext uri="{FF2B5EF4-FFF2-40B4-BE49-F238E27FC236}">
                  <a16:creationId xmlns:a16="http://schemas.microsoft.com/office/drawing/2014/main" id="{1B037BB6-3CD1-4D1E-B1A8-EBBC881BE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983"/>
              <a:ext cx="135" cy="224"/>
            </a:xfrm>
            <a:custGeom>
              <a:avLst/>
              <a:gdLst>
                <a:gd name="T0" fmla="*/ 813 w 54"/>
                <a:gd name="T1" fmla="*/ 0 h 84"/>
                <a:gd name="T2" fmla="*/ 0 w 54"/>
                <a:gd name="T3" fmla="*/ 1592 h 84"/>
                <a:gd name="T4" fmla="*/ 313 w 54"/>
                <a:gd name="T5" fmla="*/ 1024 h 84"/>
                <a:gd name="T6" fmla="*/ 395 w 54"/>
                <a:gd name="T7" fmla="*/ 419 h 84"/>
                <a:gd name="T8" fmla="*/ 813 w 54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4">
                  <a:moveTo>
                    <a:pt x="52" y="0"/>
                  </a:moveTo>
                  <a:cubicBezTo>
                    <a:pt x="54" y="17"/>
                    <a:pt x="54" y="54"/>
                    <a:pt x="0" y="84"/>
                  </a:cubicBezTo>
                  <a:cubicBezTo>
                    <a:pt x="7" y="78"/>
                    <a:pt x="15" y="66"/>
                    <a:pt x="20" y="54"/>
                  </a:cubicBezTo>
                  <a:cubicBezTo>
                    <a:pt x="25" y="40"/>
                    <a:pt x="28" y="26"/>
                    <a:pt x="25" y="22"/>
                  </a:cubicBezTo>
                  <a:cubicBezTo>
                    <a:pt x="35" y="17"/>
                    <a:pt x="46" y="10"/>
                    <a:pt x="52" y="0"/>
                  </a:cubicBezTo>
                  <a:close/>
                </a:path>
              </a:pathLst>
            </a:custGeom>
            <a:solidFill>
              <a:srgbClr val="860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48">
              <a:extLst>
                <a:ext uri="{FF2B5EF4-FFF2-40B4-BE49-F238E27FC236}">
                  <a16:creationId xmlns:a16="http://schemas.microsoft.com/office/drawing/2014/main" id="{C3491463-335B-46FB-B6F5-F8319AAFB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039"/>
              <a:ext cx="60" cy="165"/>
            </a:xfrm>
            <a:custGeom>
              <a:avLst/>
              <a:gdLst>
                <a:gd name="T0" fmla="*/ 375 w 24"/>
                <a:gd name="T1" fmla="*/ 1168 h 62"/>
                <a:gd name="T2" fmla="*/ 300 w 24"/>
                <a:gd name="T3" fmla="*/ 56 h 62"/>
                <a:gd name="T4" fmla="*/ 63 w 24"/>
                <a:gd name="T5" fmla="*/ 0 h 62"/>
                <a:gd name="T6" fmla="*/ 375 w 24"/>
                <a:gd name="T7" fmla="*/ 116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2">
                  <a:moveTo>
                    <a:pt x="24" y="62"/>
                  </a:moveTo>
                  <a:cubicBezTo>
                    <a:pt x="8" y="39"/>
                    <a:pt x="14" y="6"/>
                    <a:pt x="19" y="3"/>
                  </a:cubicBezTo>
                  <a:cubicBezTo>
                    <a:pt x="16" y="3"/>
                    <a:pt x="7" y="1"/>
                    <a:pt x="4" y="0"/>
                  </a:cubicBezTo>
                  <a:cubicBezTo>
                    <a:pt x="0" y="10"/>
                    <a:pt x="6" y="52"/>
                    <a:pt x="24" y="62"/>
                  </a:cubicBezTo>
                  <a:close/>
                </a:path>
              </a:pathLst>
            </a:custGeom>
            <a:solidFill>
              <a:srgbClr val="860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49">
              <a:extLst>
                <a:ext uri="{FF2B5EF4-FFF2-40B4-BE49-F238E27FC236}">
                  <a16:creationId xmlns:a16="http://schemas.microsoft.com/office/drawing/2014/main" id="{08B5D529-6712-47AD-BFF5-D6E7C180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943"/>
              <a:ext cx="320" cy="107"/>
            </a:xfrm>
            <a:custGeom>
              <a:avLst/>
              <a:gdLst>
                <a:gd name="T0" fmla="*/ 0 w 128"/>
                <a:gd name="T1" fmla="*/ 671 h 40"/>
                <a:gd name="T2" fmla="*/ 2000 w 128"/>
                <a:gd name="T3" fmla="*/ 0 h 40"/>
                <a:gd name="T4" fmla="*/ 0 w 128"/>
                <a:gd name="T5" fmla="*/ 67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40">
                  <a:moveTo>
                    <a:pt x="0" y="35"/>
                  </a:moveTo>
                  <a:cubicBezTo>
                    <a:pt x="17" y="40"/>
                    <a:pt x="101" y="38"/>
                    <a:pt x="128" y="0"/>
                  </a:cubicBezTo>
                  <a:cubicBezTo>
                    <a:pt x="110" y="20"/>
                    <a:pt x="63" y="37"/>
                    <a:pt x="0" y="35"/>
                  </a:cubicBezTo>
                  <a:close/>
                </a:path>
              </a:pathLst>
            </a:custGeom>
            <a:solidFill>
              <a:srgbClr val="AA0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50">
              <a:extLst>
                <a:ext uri="{FF2B5EF4-FFF2-40B4-BE49-F238E27FC236}">
                  <a16:creationId xmlns:a16="http://schemas.microsoft.com/office/drawing/2014/main" id="{C09E28FD-904E-4915-80FC-6335B079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036"/>
              <a:ext cx="365" cy="118"/>
            </a:xfrm>
            <a:custGeom>
              <a:avLst/>
              <a:gdLst>
                <a:gd name="T0" fmla="*/ 0 w 146"/>
                <a:gd name="T1" fmla="*/ 735 h 44"/>
                <a:gd name="T2" fmla="*/ 2283 w 146"/>
                <a:gd name="T3" fmla="*/ 0 h 44"/>
                <a:gd name="T4" fmla="*/ 0 w 146"/>
                <a:gd name="T5" fmla="*/ 7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44">
                  <a:moveTo>
                    <a:pt x="0" y="38"/>
                  </a:moveTo>
                  <a:cubicBezTo>
                    <a:pt x="20" y="44"/>
                    <a:pt x="115" y="42"/>
                    <a:pt x="146" y="0"/>
                  </a:cubicBezTo>
                  <a:cubicBezTo>
                    <a:pt x="125" y="22"/>
                    <a:pt x="72" y="40"/>
                    <a:pt x="0" y="38"/>
                  </a:cubicBezTo>
                  <a:close/>
                </a:path>
              </a:pathLst>
            </a:custGeom>
            <a:solidFill>
              <a:srgbClr val="8F0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51">
              <a:extLst>
                <a:ext uri="{FF2B5EF4-FFF2-40B4-BE49-F238E27FC236}">
                  <a16:creationId xmlns:a16="http://schemas.microsoft.com/office/drawing/2014/main" id="{07B95541-FDAD-433E-B780-60ED2C119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3031"/>
              <a:ext cx="68" cy="171"/>
            </a:xfrm>
            <a:custGeom>
              <a:avLst/>
              <a:gdLst>
                <a:gd name="T0" fmla="*/ 63 w 27"/>
                <a:gd name="T1" fmla="*/ 0 h 64"/>
                <a:gd name="T2" fmla="*/ 159 w 27"/>
                <a:gd name="T3" fmla="*/ 35 h 64"/>
                <a:gd name="T4" fmla="*/ 431 w 27"/>
                <a:gd name="T5" fmla="*/ 1221 h 64"/>
                <a:gd name="T6" fmla="*/ 63 w 27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4">
                  <a:moveTo>
                    <a:pt x="4" y="0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8" y="6"/>
                    <a:pt x="7" y="48"/>
                    <a:pt x="27" y="64"/>
                  </a:cubicBezTo>
                  <a:cubicBezTo>
                    <a:pt x="18" y="61"/>
                    <a:pt x="0" y="23"/>
                    <a:pt x="4" y="0"/>
                  </a:cubicBezTo>
                  <a:close/>
                </a:path>
              </a:pathLst>
            </a:custGeom>
            <a:solidFill>
              <a:srgbClr val="CE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52">
              <a:extLst>
                <a:ext uri="{FF2B5EF4-FFF2-40B4-BE49-F238E27FC236}">
                  <a16:creationId xmlns:a16="http://schemas.microsoft.com/office/drawing/2014/main" id="{1A72DE50-972D-4EEC-877F-5FF49239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300"/>
              <a:ext cx="37" cy="270"/>
            </a:xfrm>
            <a:custGeom>
              <a:avLst/>
              <a:gdLst>
                <a:gd name="T0" fmla="*/ 0 w 15"/>
                <a:gd name="T1" fmla="*/ 0 h 101"/>
                <a:gd name="T2" fmla="*/ 104 w 15"/>
                <a:gd name="T3" fmla="*/ 1930 h 101"/>
                <a:gd name="T4" fmla="*/ 0 w 15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1">
                  <a:moveTo>
                    <a:pt x="0" y="0"/>
                  </a:moveTo>
                  <a:cubicBezTo>
                    <a:pt x="5" y="16"/>
                    <a:pt x="10" y="71"/>
                    <a:pt x="7" y="101"/>
                  </a:cubicBezTo>
                  <a:cubicBezTo>
                    <a:pt x="14" y="79"/>
                    <a:pt x="1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53">
              <a:extLst>
                <a:ext uri="{FF2B5EF4-FFF2-40B4-BE49-F238E27FC236}">
                  <a16:creationId xmlns:a16="http://schemas.microsoft.com/office/drawing/2014/main" id="{7725B2EC-F7CB-4043-9F99-A90B23DE3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3522"/>
              <a:ext cx="190" cy="125"/>
            </a:xfrm>
            <a:custGeom>
              <a:avLst/>
              <a:gdLst>
                <a:gd name="T0" fmla="*/ 0 w 76"/>
                <a:gd name="T1" fmla="*/ 883 h 47"/>
                <a:gd name="T2" fmla="*/ 1188 w 76"/>
                <a:gd name="T3" fmla="*/ 0 h 47"/>
                <a:gd name="T4" fmla="*/ 0 w 76"/>
                <a:gd name="T5" fmla="*/ 88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7">
                  <a:moveTo>
                    <a:pt x="0" y="47"/>
                  </a:moveTo>
                  <a:cubicBezTo>
                    <a:pt x="1" y="32"/>
                    <a:pt x="27" y="6"/>
                    <a:pt x="76" y="0"/>
                  </a:cubicBezTo>
                  <a:cubicBezTo>
                    <a:pt x="66" y="1"/>
                    <a:pt x="5" y="30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Freeform 54">
              <a:extLst>
                <a:ext uri="{FF2B5EF4-FFF2-40B4-BE49-F238E27FC236}">
                  <a16:creationId xmlns:a16="http://schemas.microsoft.com/office/drawing/2014/main" id="{551EA237-80D2-4015-9EEA-B2BA1C972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3655"/>
              <a:ext cx="200" cy="144"/>
            </a:xfrm>
            <a:custGeom>
              <a:avLst/>
              <a:gdLst>
                <a:gd name="T0" fmla="*/ 0 w 80"/>
                <a:gd name="T1" fmla="*/ 1024 h 54"/>
                <a:gd name="T2" fmla="*/ 1250 w 80"/>
                <a:gd name="T3" fmla="*/ 0 h 54"/>
                <a:gd name="T4" fmla="*/ 0 w 80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54">
                  <a:moveTo>
                    <a:pt x="0" y="54"/>
                  </a:moveTo>
                  <a:cubicBezTo>
                    <a:pt x="20" y="50"/>
                    <a:pt x="74" y="36"/>
                    <a:pt x="80" y="0"/>
                  </a:cubicBezTo>
                  <a:cubicBezTo>
                    <a:pt x="74" y="14"/>
                    <a:pt x="35" y="47"/>
                    <a:pt x="0" y="54"/>
                  </a:cubicBezTo>
                  <a:close/>
                </a:path>
              </a:pathLst>
            </a:custGeom>
            <a:solidFill>
              <a:srgbClr val="B3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9" name="Freeform 55">
              <a:extLst>
                <a:ext uri="{FF2B5EF4-FFF2-40B4-BE49-F238E27FC236}">
                  <a16:creationId xmlns:a16="http://schemas.microsoft.com/office/drawing/2014/main" id="{AF981B1F-0BCE-428B-92E5-BB39F4C97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596"/>
              <a:ext cx="30" cy="38"/>
            </a:xfrm>
            <a:custGeom>
              <a:avLst/>
              <a:gdLst>
                <a:gd name="T0" fmla="*/ 175 w 12"/>
                <a:gd name="T1" fmla="*/ 280 h 14"/>
                <a:gd name="T2" fmla="*/ 188 w 12"/>
                <a:gd name="T3" fmla="*/ 0 h 14"/>
                <a:gd name="T4" fmla="*/ 175 w 12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1" y="14"/>
                  </a:moveTo>
                  <a:cubicBezTo>
                    <a:pt x="0" y="8"/>
                    <a:pt x="7" y="2"/>
                    <a:pt x="12" y="0"/>
                  </a:cubicBezTo>
                  <a:cubicBezTo>
                    <a:pt x="10" y="3"/>
                    <a:pt x="7" y="10"/>
                    <a:pt x="1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Freeform 56">
              <a:extLst>
                <a:ext uri="{FF2B5EF4-FFF2-40B4-BE49-F238E27FC236}">
                  <a16:creationId xmlns:a16="http://schemas.microsoft.com/office/drawing/2014/main" id="{39BFFA32-BF27-42E4-BF94-A8FF81B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3250"/>
              <a:ext cx="140" cy="336"/>
            </a:xfrm>
            <a:custGeom>
              <a:avLst/>
              <a:gdLst>
                <a:gd name="T0" fmla="*/ 0 w 56"/>
                <a:gd name="T1" fmla="*/ 21 h 126"/>
                <a:gd name="T2" fmla="*/ 800 w 56"/>
                <a:gd name="T3" fmla="*/ 35 h 126"/>
                <a:gd name="T4" fmla="*/ 783 w 56"/>
                <a:gd name="T5" fmla="*/ 376 h 126"/>
                <a:gd name="T6" fmla="*/ 675 w 56"/>
                <a:gd name="T7" fmla="*/ 2333 h 126"/>
                <a:gd name="T8" fmla="*/ 613 w 56"/>
                <a:gd name="T9" fmla="*/ 2163 h 126"/>
                <a:gd name="T10" fmla="*/ 563 w 56"/>
                <a:gd name="T11" fmla="*/ 477 h 126"/>
                <a:gd name="T12" fmla="*/ 20 w 56"/>
                <a:gd name="T13" fmla="*/ 21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6">
                  <a:moveTo>
                    <a:pt x="0" y="1"/>
                  </a:moveTo>
                  <a:cubicBezTo>
                    <a:pt x="13" y="6"/>
                    <a:pt x="47" y="3"/>
                    <a:pt x="51" y="2"/>
                  </a:cubicBezTo>
                  <a:cubicBezTo>
                    <a:pt x="56" y="0"/>
                    <a:pt x="52" y="8"/>
                    <a:pt x="50" y="20"/>
                  </a:cubicBezTo>
                  <a:cubicBezTo>
                    <a:pt x="48" y="33"/>
                    <a:pt x="40" y="84"/>
                    <a:pt x="43" y="123"/>
                  </a:cubicBezTo>
                  <a:cubicBezTo>
                    <a:pt x="42" y="123"/>
                    <a:pt x="41" y="126"/>
                    <a:pt x="39" y="114"/>
                  </a:cubicBezTo>
                  <a:cubicBezTo>
                    <a:pt x="36" y="102"/>
                    <a:pt x="39" y="39"/>
                    <a:pt x="36" y="25"/>
                  </a:cubicBezTo>
                  <a:cubicBezTo>
                    <a:pt x="33" y="10"/>
                    <a:pt x="11" y="10"/>
                    <a:pt x="1" y="1"/>
                  </a:cubicBezTo>
                </a:path>
              </a:pathLst>
            </a:custGeom>
            <a:solidFill>
              <a:srgbClr val="82B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1" name="Freeform 57">
              <a:extLst>
                <a:ext uri="{FF2B5EF4-FFF2-40B4-BE49-F238E27FC236}">
                  <a16:creationId xmlns:a16="http://schemas.microsoft.com/office/drawing/2014/main" id="{E8618C72-E8D0-42D1-85B5-69283D65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562"/>
              <a:ext cx="70" cy="80"/>
            </a:xfrm>
            <a:custGeom>
              <a:avLst/>
              <a:gdLst>
                <a:gd name="T0" fmla="*/ 0 w 28"/>
                <a:gd name="T1" fmla="*/ 547 h 30"/>
                <a:gd name="T2" fmla="*/ 283 w 28"/>
                <a:gd name="T3" fmla="*/ 533 h 30"/>
                <a:gd name="T4" fmla="*/ 438 w 28"/>
                <a:gd name="T5" fmla="*/ 341 h 30"/>
                <a:gd name="T6" fmla="*/ 270 w 28"/>
                <a:gd name="T7" fmla="*/ 0 h 30"/>
                <a:gd name="T8" fmla="*/ 0 w 28"/>
                <a:gd name="T9" fmla="*/ 5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0">
                  <a:moveTo>
                    <a:pt x="0" y="29"/>
                  </a:moveTo>
                  <a:cubicBezTo>
                    <a:pt x="6" y="30"/>
                    <a:pt x="12" y="30"/>
                    <a:pt x="18" y="28"/>
                  </a:cubicBezTo>
                  <a:cubicBezTo>
                    <a:pt x="23" y="26"/>
                    <a:pt x="28" y="21"/>
                    <a:pt x="28" y="18"/>
                  </a:cubicBezTo>
                  <a:cubicBezTo>
                    <a:pt x="28" y="12"/>
                    <a:pt x="18" y="14"/>
                    <a:pt x="17" y="0"/>
                  </a:cubicBezTo>
                  <a:cubicBezTo>
                    <a:pt x="15" y="7"/>
                    <a:pt x="20" y="30"/>
                    <a:pt x="0" y="29"/>
                  </a:cubicBezTo>
                  <a:close/>
                </a:path>
              </a:pathLst>
            </a:custGeom>
            <a:solidFill>
              <a:srgbClr val="82B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Freeform 58">
              <a:extLst>
                <a:ext uri="{FF2B5EF4-FFF2-40B4-BE49-F238E27FC236}">
                  <a16:creationId xmlns:a16="http://schemas.microsoft.com/office/drawing/2014/main" id="{C8A19CAE-D8D8-4826-BE49-B0615C695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3351"/>
              <a:ext cx="23" cy="16"/>
            </a:xfrm>
            <a:custGeom>
              <a:avLst/>
              <a:gdLst>
                <a:gd name="T0" fmla="*/ 0 w 9"/>
                <a:gd name="T1" fmla="*/ 35 h 6"/>
                <a:gd name="T2" fmla="*/ 20 w 9"/>
                <a:gd name="T3" fmla="*/ 115 h 6"/>
                <a:gd name="T4" fmla="*/ 151 w 9"/>
                <a:gd name="T5" fmla="*/ 56 h 6"/>
                <a:gd name="T6" fmla="*/ 84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" y="5"/>
                    <a:pt x="6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3" name="Freeform 59">
              <a:extLst>
                <a:ext uri="{FF2B5EF4-FFF2-40B4-BE49-F238E27FC236}">
                  <a16:creationId xmlns:a16="http://schemas.microsoft.com/office/drawing/2014/main" id="{9767E843-F777-4DCD-9A52-3C2A97F6D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324"/>
              <a:ext cx="40" cy="35"/>
            </a:xfrm>
            <a:custGeom>
              <a:avLst/>
              <a:gdLst>
                <a:gd name="T0" fmla="*/ 125 w 16"/>
                <a:gd name="T1" fmla="*/ 0 h 13"/>
                <a:gd name="T2" fmla="*/ 158 w 16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8" y="0"/>
                  </a:moveTo>
                  <a:cubicBezTo>
                    <a:pt x="0" y="12"/>
                    <a:pt x="16" y="13"/>
                    <a:pt x="10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Freeform 60">
              <a:extLst>
                <a:ext uri="{FF2B5EF4-FFF2-40B4-BE49-F238E27FC236}">
                  <a16:creationId xmlns:a16="http://schemas.microsoft.com/office/drawing/2014/main" id="{5C77DD27-DE5F-4351-AFCE-2BE1BDCE5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316"/>
              <a:ext cx="53" cy="38"/>
            </a:xfrm>
            <a:custGeom>
              <a:avLst/>
              <a:gdLst>
                <a:gd name="T0" fmla="*/ 192 w 21"/>
                <a:gd name="T1" fmla="*/ 0 h 14"/>
                <a:gd name="T2" fmla="*/ 242 w 21"/>
                <a:gd name="T3" fmla="*/ 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12" y="0"/>
                  </a:moveTo>
                  <a:cubicBezTo>
                    <a:pt x="0" y="4"/>
                    <a:pt x="21" y="14"/>
                    <a:pt x="15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5" name="Freeform 61">
              <a:extLst>
                <a:ext uri="{FF2B5EF4-FFF2-40B4-BE49-F238E27FC236}">
                  <a16:creationId xmlns:a16="http://schemas.microsoft.com/office/drawing/2014/main" id="{CECB3828-92EE-4BEE-A8F7-DADB0239D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3287"/>
              <a:ext cx="30" cy="29"/>
            </a:xfrm>
            <a:custGeom>
              <a:avLst/>
              <a:gdLst>
                <a:gd name="T0" fmla="*/ 175 w 12"/>
                <a:gd name="T1" fmla="*/ 0 h 11"/>
                <a:gd name="T2" fmla="*/ 188 w 12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1" y="0"/>
                  </a:moveTo>
                  <a:cubicBezTo>
                    <a:pt x="0" y="1"/>
                    <a:pt x="7" y="11"/>
                    <a:pt x="12" y="6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Freeform 62">
              <a:extLst>
                <a:ext uri="{FF2B5EF4-FFF2-40B4-BE49-F238E27FC236}">
                  <a16:creationId xmlns:a16="http://schemas.microsoft.com/office/drawing/2014/main" id="{07ECDD06-AC74-4953-8763-D5811725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3292"/>
              <a:ext cx="25" cy="19"/>
            </a:xfrm>
            <a:custGeom>
              <a:avLst/>
              <a:gdLst>
                <a:gd name="T0" fmla="*/ 50 w 10"/>
                <a:gd name="T1" fmla="*/ 0 h 7"/>
                <a:gd name="T2" fmla="*/ 0 w 10"/>
                <a:gd name="T3" fmla="*/ 81 h 7"/>
                <a:gd name="T4" fmla="*/ 158 w 10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4" y="6"/>
                    <a:pt x="8" y="7"/>
                    <a:pt x="10" y="3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7" name="Freeform 63">
              <a:extLst>
                <a:ext uri="{FF2B5EF4-FFF2-40B4-BE49-F238E27FC236}">
                  <a16:creationId xmlns:a16="http://schemas.microsoft.com/office/drawing/2014/main" id="{A177365E-6A73-438F-8CD5-DFD7D95F9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274"/>
              <a:ext cx="18" cy="13"/>
            </a:xfrm>
            <a:custGeom>
              <a:avLst/>
              <a:gdLst>
                <a:gd name="T0" fmla="*/ 118 w 7"/>
                <a:gd name="T1" fmla="*/ 0 h 5"/>
                <a:gd name="T2" fmla="*/ 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Freeform 64">
              <a:extLst>
                <a:ext uri="{FF2B5EF4-FFF2-40B4-BE49-F238E27FC236}">
                  <a16:creationId xmlns:a16="http://schemas.microsoft.com/office/drawing/2014/main" id="{585685EA-F9A6-4B34-A8E9-02E22A818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338"/>
              <a:ext cx="55" cy="40"/>
            </a:xfrm>
            <a:custGeom>
              <a:avLst/>
              <a:gdLst>
                <a:gd name="T0" fmla="*/ 95 w 22"/>
                <a:gd name="T1" fmla="*/ 56 h 15"/>
                <a:gd name="T2" fmla="*/ 113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6" y="3"/>
                  </a:moveTo>
                  <a:cubicBezTo>
                    <a:pt x="0" y="15"/>
                    <a:pt x="22" y="1"/>
                    <a:pt x="7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9" name="Freeform 65">
              <a:extLst>
                <a:ext uri="{FF2B5EF4-FFF2-40B4-BE49-F238E27FC236}">
                  <a16:creationId xmlns:a16="http://schemas.microsoft.com/office/drawing/2014/main" id="{7F2B322F-8942-4342-BEEA-10027A7D4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3324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47 h 4"/>
                <a:gd name="T4" fmla="*/ 56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2" y="3"/>
                    <a:pt x="3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Freeform 66">
              <a:extLst>
                <a:ext uri="{FF2B5EF4-FFF2-40B4-BE49-F238E27FC236}">
                  <a16:creationId xmlns:a16="http://schemas.microsoft.com/office/drawing/2014/main" id="{254C97D1-B6E1-4A69-AAEE-CFB4860A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356"/>
              <a:ext cx="30" cy="24"/>
            </a:xfrm>
            <a:custGeom>
              <a:avLst/>
              <a:gdLst>
                <a:gd name="T0" fmla="*/ 95 w 12"/>
                <a:gd name="T1" fmla="*/ 21 h 9"/>
                <a:gd name="T2" fmla="*/ 0 w 12"/>
                <a:gd name="T3" fmla="*/ 136 h 9"/>
                <a:gd name="T4" fmla="*/ 188 w 12"/>
                <a:gd name="T5" fmla="*/ 136 h 9"/>
                <a:gd name="T6" fmla="*/ 125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6" y="1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4" y="9"/>
                    <a:pt x="9" y="9"/>
                    <a:pt x="12" y="7"/>
                  </a:cubicBezTo>
                  <a:cubicBezTo>
                    <a:pt x="11" y="5"/>
                    <a:pt x="10" y="3"/>
                    <a:pt x="8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1" name="Freeform 67">
              <a:extLst>
                <a:ext uri="{FF2B5EF4-FFF2-40B4-BE49-F238E27FC236}">
                  <a16:creationId xmlns:a16="http://schemas.microsoft.com/office/drawing/2014/main" id="{B70F0A53-9347-45BD-9978-3A56F3792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3378"/>
              <a:ext cx="13" cy="18"/>
            </a:xfrm>
            <a:custGeom>
              <a:avLst/>
              <a:gdLst>
                <a:gd name="T0" fmla="*/ 55 w 5"/>
                <a:gd name="T1" fmla="*/ 0 h 7"/>
                <a:gd name="T2" fmla="*/ 0 w 5"/>
                <a:gd name="T3" fmla="*/ 54 h 7"/>
                <a:gd name="T4" fmla="*/ 88 w 5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6"/>
                    <a:pt x="3" y="7"/>
                    <a:pt x="5" y="4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Freeform 68">
              <a:extLst>
                <a:ext uri="{FF2B5EF4-FFF2-40B4-BE49-F238E27FC236}">
                  <a16:creationId xmlns:a16="http://schemas.microsoft.com/office/drawing/2014/main" id="{EEF59712-3355-4B23-8D97-EF65523D8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3308"/>
              <a:ext cx="25" cy="43"/>
            </a:xfrm>
            <a:custGeom>
              <a:avLst/>
              <a:gdLst>
                <a:gd name="T0" fmla="*/ 145 w 10"/>
                <a:gd name="T1" fmla="*/ 81 h 16"/>
                <a:gd name="T2" fmla="*/ 158 w 10"/>
                <a:gd name="T3" fmla="*/ 1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9" y="4"/>
                  </a:moveTo>
                  <a:cubicBezTo>
                    <a:pt x="0" y="0"/>
                    <a:pt x="3" y="16"/>
                    <a:pt x="10" y="1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3" name="Freeform 69">
              <a:extLst>
                <a:ext uri="{FF2B5EF4-FFF2-40B4-BE49-F238E27FC236}">
                  <a16:creationId xmlns:a16="http://schemas.microsoft.com/office/drawing/2014/main" id="{EA50C0B9-E0AC-4DED-94C5-FBC27687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295"/>
              <a:ext cx="25" cy="16"/>
            </a:xfrm>
            <a:custGeom>
              <a:avLst/>
              <a:gdLst>
                <a:gd name="T0" fmla="*/ 113 w 10"/>
                <a:gd name="T1" fmla="*/ 0 h 6"/>
                <a:gd name="T2" fmla="*/ 158 w 10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7" y="0"/>
                  </a:moveTo>
                  <a:cubicBezTo>
                    <a:pt x="0" y="3"/>
                    <a:pt x="10" y="6"/>
                    <a:pt x="10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Freeform 70">
              <a:extLst>
                <a:ext uri="{FF2B5EF4-FFF2-40B4-BE49-F238E27FC236}">
                  <a16:creationId xmlns:a16="http://schemas.microsoft.com/office/drawing/2014/main" id="{3330D843-E711-4971-9164-9D2274BF2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396"/>
              <a:ext cx="33" cy="30"/>
            </a:xfrm>
            <a:custGeom>
              <a:avLst/>
              <a:gdLst>
                <a:gd name="T0" fmla="*/ 84 w 13"/>
                <a:gd name="T1" fmla="*/ 22 h 11"/>
                <a:gd name="T2" fmla="*/ 117 w 13"/>
                <a:gd name="T3" fmla="*/ 185 h 11"/>
                <a:gd name="T4" fmla="*/ 147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5" y="1"/>
                  </a:moveTo>
                  <a:cubicBezTo>
                    <a:pt x="0" y="3"/>
                    <a:pt x="1" y="11"/>
                    <a:pt x="7" y="9"/>
                  </a:cubicBezTo>
                  <a:cubicBezTo>
                    <a:pt x="13" y="8"/>
                    <a:pt x="13" y="3"/>
                    <a:pt x="9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5" name="Freeform 71">
              <a:extLst>
                <a:ext uri="{FF2B5EF4-FFF2-40B4-BE49-F238E27FC236}">
                  <a16:creationId xmlns:a16="http://schemas.microsoft.com/office/drawing/2014/main" id="{39B3AD6B-F370-432E-800C-81B92D02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383"/>
              <a:ext cx="17" cy="21"/>
            </a:xfrm>
            <a:custGeom>
              <a:avLst/>
              <a:gdLst>
                <a:gd name="T0" fmla="*/ 87 w 7"/>
                <a:gd name="T1" fmla="*/ 21 h 8"/>
                <a:gd name="T2" fmla="*/ 0 w 7"/>
                <a:gd name="T3" fmla="*/ 89 h 8"/>
                <a:gd name="T4" fmla="*/ 100 w 7"/>
                <a:gd name="T5" fmla="*/ 123 h 8"/>
                <a:gd name="T6" fmla="*/ 70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4" y="1"/>
                    <a:pt x="1" y="3"/>
                    <a:pt x="0" y="5"/>
                  </a:cubicBezTo>
                  <a:cubicBezTo>
                    <a:pt x="2" y="7"/>
                    <a:pt x="4" y="8"/>
                    <a:pt x="7" y="7"/>
                  </a:cubicBezTo>
                  <a:cubicBezTo>
                    <a:pt x="7" y="5"/>
                    <a:pt x="7" y="2"/>
                    <a:pt x="5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Freeform 72">
              <a:extLst>
                <a:ext uri="{FF2B5EF4-FFF2-40B4-BE49-F238E27FC236}">
                  <a16:creationId xmlns:a16="http://schemas.microsoft.com/office/drawing/2014/main" id="{393BD54B-7522-440D-B522-D4D7571E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3364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3"/>
                    <a:pt x="1" y="5"/>
                    <a:pt x="4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7" name="Freeform 73">
              <a:extLst>
                <a:ext uri="{FF2B5EF4-FFF2-40B4-BE49-F238E27FC236}">
                  <a16:creationId xmlns:a16="http://schemas.microsoft.com/office/drawing/2014/main" id="{026664A6-4881-4A72-B7E6-79B0623BC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322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54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5" y="0"/>
                    <a:pt x="7" y="5"/>
                    <a:pt x="3" y="7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Freeform 74">
              <a:extLst>
                <a:ext uri="{FF2B5EF4-FFF2-40B4-BE49-F238E27FC236}">
                  <a16:creationId xmlns:a16="http://schemas.microsoft.com/office/drawing/2014/main" id="{9928D827-CE22-458E-B8A9-98E02061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3359"/>
              <a:ext cx="40" cy="40"/>
            </a:xfrm>
            <a:custGeom>
              <a:avLst/>
              <a:gdLst>
                <a:gd name="T0" fmla="*/ 188 w 16"/>
                <a:gd name="T1" fmla="*/ 0 h 15"/>
                <a:gd name="T2" fmla="*/ 250 w 16"/>
                <a:gd name="T3" fmla="*/ 17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2" y="0"/>
                  </a:moveTo>
                  <a:cubicBezTo>
                    <a:pt x="0" y="3"/>
                    <a:pt x="9" y="15"/>
                    <a:pt x="16" y="9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9" name="Freeform 75">
              <a:extLst>
                <a:ext uri="{FF2B5EF4-FFF2-40B4-BE49-F238E27FC236}">
                  <a16:creationId xmlns:a16="http://schemas.microsoft.com/office/drawing/2014/main" id="{A15389F2-5AF0-4A86-BC53-AEA18B0BA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439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2"/>
                    <a:pt x="0" y="5"/>
                    <a:pt x="2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Freeform 76">
              <a:extLst>
                <a:ext uri="{FF2B5EF4-FFF2-40B4-BE49-F238E27FC236}">
                  <a16:creationId xmlns:a16="http://schemas.microsoft.com/office/drawing/2014/main" id="{4B6DBE15-4D91-437C-9F67-2C7AABED2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471"/>
              <a:ext cx="35" cy="24"/>
            </a:xfrm>
            <a:custGeom>
              <a:avLst/>
              <a:gdLst>
                <a:gd name="T0" fmla="*/ 83 w 14"/>
                <a:gd name="T1" fmla="*/ 21 h 9"/>
                <a:gd name="T2" fmla="*/ 158 w 14"/>
                <a:gd name="T3" fmla="*/ 0 h 9"/>
                <a:gd name="T4" fmla="*/ 125 w 14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0" y="9"/>
                    <a:pt x="14" y="7"/>
                    <a:pt x="10" y="0"/>
                  </a:cubicBezTo>
                  <a:cubicBezTo>
                    <a:pt x="9" y="0"/>
                    <a:pt x="9" y="0"/>
                    <a:pt x="8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77">
              <a:extLst>
                <a:ext uri="{FF2B5EF4-FFF2-40B4-BE49-F238E27FC236}">
                  <a16:creationId xmlns:a16="http://schemas.microsoft.com/office/drawing/2014/main" id="{7CCD300E-5BA5-4DF9-A660-BD11F1FA9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410"/>
              <a:ext cx="28" cy="21"/>
            </a:xfrm>
            <a:custGeom>
              <a:avLst/>
              <a:gdLst>
                <a:gd name="T0" fmla="*/ 51 w 11"/>
                <a:gd name="T1" fmla="*/ 0 h 8"/>
                <a:gd name="T2" fmla="*/ 20 w 11"/>
                <a:gd name="T3" fmla="*/ 76 h 8"/>
                <a:gd name="T4" fmla="*/ 84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6" y="8"/>
                    <a:pt x="11" y="3"/>
                    <a:pt x="5" y="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78">
              <a:extLst>
                <a:ext uri="{FF2B5EF4-FFF2-40B4-BE49-F238E27FC236}">
                  <a16:creationId xmlns:a16="http://schemas.microsoft.com/office/drawing/2014/main" id="{16893A2A-CC46-4034-8292-A97300DD2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3428"/>
              <a:ext cx="12" cy="16"/>
            </a:xfrm>
            <a:custGeom>
              <a:avLst/>
              <a:gdLst>
                <a:gd name="T0" fmla="*/ 29 w 5"/>
                <a:gd name="T1" fmla="*/ 35 h 6"/>
                <a:gd name="T2" fmla="*/ 0 w 5"/>
                <a:gd name="T3" fmla="*/ 77 h 6"/>
                <a:gd name="T4" fmla="*/ 58 w 5"/>
                <a:gd name="T5" fmla="*/ 0 h 6"/>
                <a:gd name="T6" fmla="*/ 12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6"/>
                    <a:pt x="5" y="4"/>
                    <a:pt x="4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79">
              <a:extLst>
                <a:ext uri="{FF2B5EF4-FFF2-40B4-BE49-F238E27FC236}">
                  <a16:creationId xmlns:a16="http://schemas.microsoft.com/office/drawing/2014/main" id="{EDAD976B-7B5A-435B-8069-85232E50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396"/>
              <a:ext cx="37" cy="27"/>
            </a:xfrm>
            <a:custGeom>
              <a:avLst/>
              <a:gdLst>
                <a:gd name="T0" fmla="*/ 12 w 15"/>
                <a:gd name="T1" fmla="*/ 176 h 10"/>
                <a:gd name="T2" fmla="*/ 30 w 1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1" y="9"/>
                  </a:moveTo>
                  <a:cubicBezTo>
                    <a:pt x="0" y="0"/>
                    <a:pt x="15" y="10"/>
                    <a:pt x="2" y="10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80">
              <a:extLst>
                <a:ext uri="{FF2B5EF4-FFF2-40B4-BE49-F238E27FC236}">
                  <a16:creationId xmlns:a16="http://schemas.microsoft.com/office/drawing/2014/main" id="{A2EC531F-008A-4C32-B389-1559B9B3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394"/>
              <a:ext cx="8" cy="10"/>
            </a:xfrm>
            <a:custGeom>
              <a:avLst/>
              <a:gdLst>
                <a:gd name="T0" fmla="*/ 56 w 3"/>
                <a:gd name="T1" fmla="*/ 0 h 4"/>
                <a:gd name="T2" fmla="*/ 21 w 3"/>
                <a:gd name="T3" fmla="*/ 63 h 4"/>
                <a:gd name="T4" fmla="*/ 56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81">
              <a:extLst>
                <a:ext uri="{FF2B5EF4-FFF2-40B4-BE49-F238E27FC236}">
                  <a16:creationId xmlns:a16="http://schemas.microsoft.com/office/drawing/2014/main" id="{32F19182-32A0-4230-9C1E-26E0A91FA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3359"/>
              <a:ext cx="30" cy="19"/>
            </a:xfrm>
            <a:custGeom>
              <a:avLst/>
              <a:gdLst>
                <a:gd name="T0" fmla="*/ 95 w 12"/>
                <a:gd name="T1" fmla="*/ 0 h 7"/>
                <a:gd name="T2" fmla="*/ 175 w 12"/>
                <a:gd name="T3" fmla="*/ 117 h 7"/>
                <a:gd name="T4" fmla="*/ 125 w 12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6" y="0"/>
                  </a:moveTo>
                  <a:cubicBezTo>
                    <a:pt x="0" y="4"/>
                    <a:pt x="7" y="7"/>
                    <a:pt x="11" y="6"/>
                  </a:cubicBezTo>
                  <a:cubicBezTo>
                    <a:pt x="12" y="3"/>
                    <a:pt x="10" y="2"/>
                    <a:pt x="8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82">
              <a:extLst>
                <a:ext uri="{FF2B5EF4-FFF2-40B4-BE49-F238E27FC236}">
                  <a16:creationId xmlns:a16="http://schemas.microsoft.com/office/drawing/2014/main" id="{15B29983-58D9-4166-BEEC-F3D9A1586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410"/>
              <a:ext cx="27" cy="34"/>
            </a:xfrm>
            <a:custGeom>
              <a:avLst/>
              <a:gdLst>
                <a:gd name="T0" fmla="*/ 61 w 11"/>
                <a:gd name="T1" fmla="*/ 68 h 13"/>
                <a:gd name="T2" fmla="*/ 0 w 11"/>
                <a:gd name="T3" fmla="*/ 123 h 13"/>
                <a:gd name="T4" fmla="*/ 42 w 11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4"/>
                  </a:moveTo>
                  <a:cubicBezTo>
                    <a:pt x="2" y="4"/>
                    <a:pt x="1" y="5"/>
                    <a:pt x="0" y="7"/>
                  </a:cubicBezTo>
                  <a:cubicBezTo>
                    <a:pt x="10" y="13"/>
                    <a:pt x="11" y="0"/>
                    <a:pt x="3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83">
              <a:extLst>
                <a:ext uri="{FF2B5EF4-FFF2-40B4-BE49-F238E27FC236}">
                  <a16:creationId xmlns:a16="http://schemas.microsoft.com/office/drawing/2014/main" id="{21081229-6380-402C-921F-3DB3FE7E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436"/>
              <a:ext cx="12" cy="19"/>
            </a:xfrm>
            <a:custGeom>
              <a:avLst/>
              <a:gdLst>
                <a:gd name="T0" fmla="*/ 29 w 5"/>
                <a:gd name="T1" fmla="*/ 0 h 7"/>
                <a:gd name="T2" fmla="*/ 0 w 5"/>
                <a:gd name="T3" fmla="*/ 117 h 7"/>
                <a:gd name="T4" fmla="*/ 70 w 5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6"/>
                    <a:pt x="3" y="7"/>
                    <a:pt x="5" y="6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84">
              <a:extLst>
                <a:ext uri="{FF2B5EF4-FFF2-40B4-BE49-F238E27FC236}">
                  <a16:creationId xmlns:a16="http://schemas.microsoft.com/office/drawing/2014/main" id="{DC37F57B-A05F-4273-86C5-E23ED82AF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428"/>
              <a:ext cx="27" cy="27"/>
            </a:xfrm>
            <a:custGeom>
              <a:avLst/>
              <a:gdLst>
                <a:gd name="T0" fmla="*/ 91 w 11"/>
                <a:gd name="T1" fmla="*/ 0 h 10"/>
                <a:gd name="T2" fmla="*/ 162 w 11"/>
                <a:gd name="T3" fmla="*/ 10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0" y="4"/>
                    <a:pt x="9" y="10"/>
                    <a:pt x="11" y="5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85">
              <a:extLst>
                <a:ext uri="{FF2B5EF4-FFF2-40B4-BE49-F238E27FC236}">
                  <a16:creationId xmlns:a16="http://schemas.microsoft.com/office/drawing/2014/main" id="{FDD4777C-D1EA-48AA-A81F-8720C4795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410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86">
              <a:extLst>
                <a:ext uri="{FF2B5EF4-FFF2-40B4-BE49-F238E27FC236}">
                  <a16:creationId xmlns:a16="http://schemas.microsoft.com/office/drawing/2014/main" id="{04CF81FF-92F3-4F1F-93E8-C2BE1DD6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386"/>
              <a:ext cx="7" cy="13"/>
            </a:xfrm>
            <a:custGeom>
              <a:avLst/>
              <a:gdLst>
                <a:gd name="T0" fmla="*/ 28 w 3"/>
                <a:gd name="T1" fmla="*/ 0 h 5"/>
                <a:gd name="T2" fmla="*/ 0 w 3"/>
                <a:gd name="T3" fmla="*/ 68 h 5"/>
                <a:gd name="T4" fmla="*/ 37 w 3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5"/>
                    <a:pt x="2" y="4"/>
                    <a:pt x="3" y="3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87">
              <a:extLst>
                <a:ext uri="{FF2B5EF4-FFF2-40B4-BE49-F238E27FC236}">
                  <a16:creationId xmlns:a16="http://schemas.microsoft.com/office/drawing/2014/main" id="{B67F25BE-B74C-442C-A3F5-D08928657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3524"/>
              <a:ext cx="32" cy="22"/>
            </a:xfrm>
            <a:custGeom>
              <a:avLst/>
              <a:gdLst>
                <a:gd name="T0" fmla="*/ 91 w 13"/>
                <a:gd name="T1" fmla="*/ 0 h 8"/>
                <a:gd name="T2" fmla="*/ 153 w 13"/>
                <a:gd name="T3" fmla="*/ 2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6" y="0"/>
                  </a:moveTo>
                  <a:cubicBezTo>
                    <a:pt x="0" y="7"/>
                    <a:pt x="13" y="8"/>
                    <a:pt x="10" y="1"/>
                  </a:cubicBezTo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88">
              <a:extLst>
                <a:ext uri="{FF2B5EF4-FFF2-40B4-BE49-F238E27FC236}">
                  <a16:creationId xmlns:a16="http://schemas.microsoft.com/office/drawing/2014/main" id="{181041BE-5BF9-4740-B28B-981C999D1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487"/>
              <a:ext cx="33" cy="27"/>
            </a:xfrm>
            <a:custGeom>
              <a:avLst/>
              <a:gdLst>
                <a:gd name="T0" fmla="*/ 84 w 13"/>
                <a:gd name="T1" fmla="*/ 0 h 10"/>
                <a:gd name="T2" fmla="*/ 84 w 13"/>
                <a:gd name="T3" fmla="*/ 159 h 10"/>
                <a:gd name="T4" fmla="*/ 147 w 13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0"/>
                  </a:moveTo>
                  <a:cubicBezTo>
                    <a:pt x="2" y="0"/>
                    <a:pt x="0" y="6"/>
                    <a:pt x="5" y="8"/>
                  </a:cubicBezTo>
                  <a:cubicBezTo>
                    <a:pt x="10" y="10"/>
                    <a:pt x="13" y="4"/>
                    <a:pt x="9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89">
              <a:extLst>
                <a:ext uri="{FF2B5EF4-FFF2-40B4-BE49-F238E27FC236}">
                  <a16:creationId xmlns:a16="http://schemas.microsoft.com/office/drawing/2014/main" id="{52523E0F-AAAB-4A21-8B6D-8E488500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3522"/>
              <a:ext cx="35" cy="40"/>
            </a:xfrm>
            <a:custGeom>
              <a:avLst/>
              <a:gdLst>
                <a:gd name="T0" fmla="*/ 188 w 14"/>
                <a:gd name="T1" fmla="*/ 35 h 15"/>
                <a:gd name="T2" fmla="*/ 95 w 14"/>
                <a:gd name="T3" fmla="*/ 248 h 15"/>
                <a:gd name="T4" fmla="*/ 220 w 14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2" y="2"/>
                  </a:moveTo>
                  <a:cubicBezTo>
                    <a:pt x="5" y="0"/>
                    <a:pt x="0" y="10"/>
                    <a:pt x="6" y="13"/>
                  </a:cubicBezTo>
                  <a:cubicBezTo>
                    <a:pt x="11" y="15"/>
                    <a:pt x="14" y="7"/>
                    <a:pt x="14" y="3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90">
              <a:extLst>
                <a:ext uri="{FF2B5EF4-FFF2-40B4-BE49-F238E27FC236}">
                  <a16:creationId xmlns:a16="http://schemas.microsoft.com/office/drawing/2014/main" id="{9B5FD1DC-F0A7-483C-B4AD-F2428EAFE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490"/>
              <a:ext cx="20" cy="24"/>
            </a:xfrm>
            <a:custGeom>
              <a:avLst/>
              <a:gdLst>
                <a:gd name="T0" fmla="*/ 0 w 8"/>
                <a:gd name="T1" fmla="*/ 115 h 9"/>
                <a:gd name="T2" fmla="*/ 125 w 8"/>
                <a:gd name="T3" fmla="*/ 149 h 9"/>
                <a:gd name="T4" fmla="*/ 0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6"/>
                  </a:moveTo>
                  <a:cubicBezTo>
                    <a:pt x="0" y="0"/>
                    <a:pt x="8" y="3"/>
                    <a:pt x="8" y="8"/>
                  </a:cubicBezTo>
                  <a:cubicBezTo>
                    <a:pt x="5" y="9"/>
                    <a:pt x="3" y="8"/>
                    <a:pt x="0" y="7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91">
              <a:extLst>
                <a:ext uri="{FF2B5EF4-FFF2-40B4-BE49-F238E27FC236}">
                  <a16:creationId xmlns:a16="http://schemas.microsoft.com/office/drawing/2014/main" id="{8BF301A9-4E4A-43AA-BACA-1A0C4252B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74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95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0" y="10"/>
                    <a:pt x="6" y="1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92">
              <a:extLst>
                <a:ext uri="{FF2B5EF4-FFF2-40B4-BE49-F238E27FC236}">
                  <a16:creationId xmlns:a16="http://schemas.microsoft.com/office/drawing/2014/main" id="{746D4F99-4266-4D41-A453-A6E00B541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476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50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4" y="3"/>
                    <a:pt x="8" y="5"/>
                    <a:pt x="3" y="9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93">
              <a:extLst>
                <a:ext uri="{FF2B5EF4-FFF2-40B4-BE49-F238E27FC236}">
                  <a16:creationId xmlns:a16="http://schemas.microsoft.com/office/drawing/2014/main" id="{C3C554FA-28E1-42C7-BDCD-E8229A3DC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522"/>
              <a:ext cx="28" cy="37"/>
            </a:xfrm>
            <a:custGeom>
              <a:avLst/>
              <a:gdLst>
                <a:gd name="T0" fmla="*/ 130 w 11"/>
                <a:gd name="T1" fmla="*/ 0 h 14"/>
                <a:gd name="T2" fmla="*/ 181 w 11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8" y="0"/>
                  </a:moveTo>
                  <a:cubicBezTo>
                    <a:pt x="0" y="4"/>
                    <a:pt x="3" y="14"/>
                    <a:pt x="11" y="8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94">
              <a:extLst>
                <a:ext uri="{FF2B5EF4-FFF2-40B4-BE49-F238E27FC236}">
                  <a16:creationId xmlns:a16="http://schemas.microsoft.com/office/drawing/2014/main" id="{C20AC4C9-F195-44BE-9451-3BFD95C2F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527"/>
              <a:ext cx="17" cy="27"/>
            </a:xfrm>
            <a:custGeom>
              <a:avLst/>
              <a:gdLst>
                <a:gd name="T0" fmla="*/ 12 w 7"/>
                <a:gd name="T1" fmla="*/ 0 h 10"/>
                <a:gd name="T2" fmla="*/ 0 w 7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7" y="2"/>
                    <a:pt x="6" y="10"/>
                    <a:pt x="0" y="8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95">
              <a:extLst>
                <a:ext uri="{FF2B5EF4-FFF2-40B4-BE49-F238E27FC236}">
                  <a16:creationId xmlns:a16="http://schemas.microsoft.com/office/drawing/2014/main" id="{1B8C4957-9C45-4B5A-ADBD-311D296C0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559"/>
              <a:ext cx="35" cy="37"/>
            </a:xfrm>
            <a:custGeom>
              <a:avLst/>
              <a:gdLst>
                <a:gd name="T0" fmla="*/ 158 w 14"/>
                <a:gd name="T1" fmla="*/ 0 h 14"/>
                <a:gd name="T2" fmla="*/ 220 w 14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0" y="11"/>
                    <a:pt x="11" y="14"/>
                    <a:pt x="14" y="8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96">
              <a:extLst>
                <a:ext uri="{FF2B5EF4-FFF2-40B4-BE49-F238E27FC236}">
                  <a16:creationId xmlns:a16="http://schemas.microsoft.com/office/drawing/2014/main" id="{C6F159CA-4875-4A27-A110-623D4D1A7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572"/>
              <a:ext cx="20" cy="22"/>
            </a:xfrm>
            <a:custGeom>
              <a:avLst/>
              <a:gdLst>
                <a:gd name="T0" fmla="*/ 50 w 8"/>
                <a:gd name="T1" fmla="*/ 0 h 8"/>
                <a:gd name="T2" fmla="*/ 125 w 8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5"/>
                    <a:pt x="3" y="8"/>
                    <a:pt x="8" y="5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1" name="Freeform 97">
              <a:extLst>
                <a:ext uri="{FF2B5EF4-FFF2-40B4-BE49-F238E27FC236}">
                  <a16:creationId xmlns:a16="http://schemas.microsoft.com/office/drawing/2014/main" id="{C7030757-5080-4865-ABD5-16A9273E8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532"/>
              <a:ext cx="17" cy="35"/>
            </a:xfrm>
            <a:custGeom>
              <a:avLst/>
              <a:gdLst>
                <a:gd name="T0" fmla="*/ 58 w 7"/>
                <a:gd name="T1" fmla="*/ 0 h 13"/>
                <a:gd name="T2" fmla="*/ 0 w 7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5" y="4"/>
                    <a:pt x="7" y="13"/>
                    <a:pt x="0" y="10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98">
              <a:extLst>
                <a:ext uri="{FF2B5EF4-FFF2-40B4-BE49-F238E27FC236}">
                  <a16:creationId xmlns:a16="http://schemas.microsoft.com/office/drawing/2014/main" id="{3640491D-936B-4ED2-A549-93BC5CFA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503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5" y="3"/>
                    <a:pt x="3" y="6"/>
                    <a:pt x="0" y="7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99">
              <a:extLst>
                <a:ext uri="{FF2B5EF4-FFF2-40B4-BE49-F238E27FC236}">
                  <a16:creationId xmlns:a16="http://schemas.microsoft.com/office/drawing/2014/main" id="{3A9BE89F-2F1C-4BB3-87B7-7FE16416D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3471"/>
              <a:ext cx="23" cy="19"/>
            </a:xfrm>
            <a:custGeom>
              <a:avLst/>
              <a:gdLst>
                <a:gd name="T0" fmla="*/ 20 w 9"/>
                <a:gd name="T1" fmla="*/ 0 h 7"/>
                <a:gd name="T2" fmla="*/ 151 w 9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7" y="4"/>
                    <a:pt x="9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100">
              <a:extLst>
                <a:ext uri="{FF2B5EF4-FFF2-40B4-BE49-F238E27FC236}">
                  <a16:creationId xmlns:a16="http://schemas.microsoft.com/office/drawing/2014/main" id="{2C931763-3698-4F8E-A4FD-82521D02F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452"/>
              <a:ext cx="20" cy="32"/>
            </a:xfrm>
            <a:custGeom>
              <a:avLst/>
              <a:gdLst>
                <a:gd name="T0" fmla="*/ 0 w 8"/>
                <a:gd name="T1" fmla="*/ 35 h 12"/>
                <a:gd name="T2" fmla="*/ 6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2"/>
                  </a:moveTo>
                  <a:cubicBezTo>
                    <a:pt x="5" y="0"/>
                    <a:pt x="8" y="8"/>
                    <a:pt x="4" y="12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" name="Freeform 101">
              <a:extLst>
                <a:ext uri="{FF2B5EF4-FFF2-40B4-BE49-F238E27FC236}">
                  <a16:creationId xmlns:a16="http://schemas.microsoft.com/office/drawing/2014/main" id="{002D5645-C038-4899-9F0A-2D3679FAA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508"/>
              <a:ext cx="12" cy="19"/>
            </a:xfrm>
            <a:custGeom>
              <a:avLst/>
              <a:gdLst>
                <a:gd name="T0" fmla="*/ 12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4" y="3"/>
                    <a:pt x="5" y="7"/>
                    <a:pt x="0" y="7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Freeform 102">
              <a:extLst>
                <a:ext uri="{FF2B5EF4-FFF2-40B4-BE49-F238E27FC236}">
                  <a16:creationId xmlns:a16="http://schemas.microsoft.com/office/drawing/2014/main" id="{CB9EDAF7-D1A7-4E3B-99A7-5E1BA9AD0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516"/>
              <a:ext cx="13" cy="19"/>
            </a:xfrm>
            <a:custGeom>
              <a:avLst/>
              <a:gdLst>
                <a:gd name="T0" fmla="*/ 55 w 5"/>
                <a:gd name="T1" fmla="*/ 0 h 7"/>
                <a:gd name="T2" fmla="*/ 34 w 5"/>
                <a:gd name="T3" fmla="*/ 141 h 7"/>
                <a:gd name="T4" fmla="*/ 8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1"/>
                    <a:pt x="0" y="5"/>
                    <a:pt x="2" y="7"/>
                  </a:cubicBezTo>
                  <a:cubicBezTo>
                    <a:pt x="5" y="6"/>
                    <a:pt x="5" y="3"/>
                    <a:pt x="5" y="0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" name="Freeform 103">
              <a:extLst>
                <a:ext uri="{FF2B5EF4-FFF2-40B4-BE49-F238E27FC236}">
                  <a16:creationId xmlns:a16="http://schemas.microsoft.com/office/drawing/2014/main" id="{E2AE2E3C-5908-43E4-97F2-80EC61CAE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562"/>
              <a:ext cx="20" cy="24"/>
            </a:xfrm>
            <a:custGeom>
              <a:avLst/>
              <a:gdLst>
                <a:gd name="T0" fmla="*/ 113 w 8"/>
                <a:gd name="T1" fmla="*/ 0 h 9"/>
                <a:gd name="T2" fmla="*/ 33 w 8"/>
                <a:gd name="T3" fmla="*/ 171 h 9"/>
                <a:gd name="T4" fmla="*/ 113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7" y="0"/>
                  </a:moveTo>
                  <a:cubicBezTo>
                    <a:pt x="3" y="0"/>
                    <a:pt x="0" y="5"/>
                    <a:pt x="2" y="9"/>
                  </a:cubicBezTo>
                  <a:cubicBezTo>
                    <a:pt x="7" y="9"/>
                    <a:pt x="8" y="5"/>
                    <a:pt x="7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Freeform 104">
              <a:extLst>
                <a:ext uri="{FF2B5EF4-FFF2-40B4-BE49-F238E27FC236}">
                  <a16:creationId xmlns:a16="http://schemas.microsoft.com/office/drawing/2014/main" id="{AA1333AE-CA4D-4382-940C-811969820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580"/>
              <a:ext cx="13" cy="14"/>
            </a:xfrm>
            <a:custGeom>
              <a:avLst/>
              <a:gdLst>
                <a:gd name="T0" fmla="*/ 88 w 5"/>
                <a:gd name="T1" fmla="*/ 0 h 5"/>
                <a:gd name="T2" fmla="*/ 55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0" y="0"/>
                    <a:pt x="0" y="3"/>
                    <a:pt x="3" y="5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9" name="Freeform 105">
              <a:extLst>
                <a:ext uri="{FF2B5EF4-FFF2-40B4-BE49-F238E27FC236}">
                  <a16:creationId xmlns:a16="http://schemas.microsoft.com/office/drawing/2014/main" id="{509AC18A-74C4-49EC-8B0D-96D3FCB12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3604"/>
              <a:ext cx="28" cy="16"/>
            </a:xfrm>
            <a:custGeom>
              <a:avLst/>
              <a:gdLst>
                <a:gd name="T0" fmla="*/ 0 w 11"/>
                <a:gd name="T1" fmla="*/ 77 h 6"/>
                <a:gd name="T2" fmla="*/ 181 w 11"/>
                <a:gd name="T3" fmla="*/ 35 h 6"/>
                <a:gd name="T4" fmla="*/ 84 w 11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4" y="5"/>
                    <a:pt x="10" y="6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</a:path>
              </a:pathLst>
            </a:custGeom>
            <a:solidFill>
              <a:srgbClr val="D07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Freeform 106">
              <a:extLst>
                <a:ext uri="{FF2B5EF4-FFF2-40B4-BE49-F238E27FC236}">
                  <a16:creationId xmlns:a16="http://schemas.microsoft.com/office/drawing/2014/main" id="{81AC148D-950A-4E3C-ADCE-F2A01544A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434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0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6" y="3"/>
                    <a:pt x="4" y="6"/>
                    <a:pt x="0" y="7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1" name="Freeform 107">
              <a:extLst>
                <a:ext uri="{FF2B5EF4-FFF2-40B4-BE49-F238E27FC236}">
                  <a16:creationId xmlns:a16="http://schemas.microsoft.com/office/drawing/2014/main" id="{FAEB2E60-BFEB-4DB1-B16B-2AFF1DE5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484"/>
              <a:ext cx="18" cy="19"/>
            </a:xfrm>
            <a:custGeom>
              <a:avLst/>
              <a:gdLst>
                <a:gd name="T0" fmla="*/ 54 w 7"/>
                <a:gd name="T1" fmla="*/ 0 h 7"/>
                <a:gd name="T2" fmla="*/ 0 w 7"/>
                <a:gd name="T3" fmla="*/ 117 h 7"/>
                <a:gd name="T4" fmla="*/ 85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4" y="7"/>
                    <a:pt x="7" y="4"/>
                    <a:pt x="5" y="0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Freeform 108">
              <a:extLst>
                <a:ext uri="{FF2B5EF4-FFF2-40B4-BE49-F238E27FC236}">
                  <a16:creationId xmlns:a16="http://schemas.microsoft.com/office/drawing/2014/main" id="{B40AF800-F3B9-4046-BEED-6243A5867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434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93 h 6"/>
                <a:gd name="T4" fmla="*/ 63 w 4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" name="Freeform 109">
              <a:extLst>
                <a:ext uri="{FF2B5EF4-FFF2-40B4-BE49-F238E27FC236}">
                  <a16:creationId xmlns:a16="http://schemas.microsoft.com/office/drawing/2014/main" id="{83564EE3-77FE-4BD3-B318-EDF1D66FB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3367"/>
              <a:ext cx="12" cy="16"/>
            </a:xfrm>
            <a:custGeom>
              <a:avLst/>
              <a:gdLst>
                <a:gd name="T0" fmla="*/ 0 w 5"/>
                <a:gd name="T1" fmla="*/ 0 h 6"/>
                <a:gd name="T2" fmla="*/ 58 w 5"/>
                <a:gd name="T3" fmla="*/ 21 h 6"/>
                <a:gd name="T4" fmla="*/ 41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3"/>
                    <a:pt x="4" y="4"/>
                    <a:pt x="3" y="6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Freeform 110">
              <a:extLst>
                <a:ext uri="{FF2B5EF4-FFF2-40B4-BE49-F238E27FC236}">
                  <a16:creationId xmlns:a16="http://schemas.microsoft.com/office/drawing/2014/main" id="{55813267-B574-4D83-B69D-F3B824FE2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394"/>
              <a:ext cx="12" cy="8"/>
            </a:xfrm>
            <a:custGeom>
              <a:avLst/>
              <a:gdLst>
                <a:gd name="T0" fmla="*/ 0 w 5"/>
                <a:gd name="T1" fmla="*/ 35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3" y="0"/>
                    <a:pt x="5" y="0"/>
                    <a:pt x="5" y="3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5" name="Freeform 111">
              <a:extLst>
                <a:ext uri="{FF2B5EF4-FFF2-40B4-BE49-F238E27FC236}">
                  <a16:creationId xmlns:a16="http://schemas.microsoft.com/office/drawing/2014/main" id="{986CF0F5-14C7-4857-ABD1-0A1399508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383"/>
              <a:ext cx="10" cy="21"/>
            </a:xfrm>
            <a:custGeom>
              <a:avLst/>
              <a:gdLst>
                <a:gd name="T0" fmla="*/ 20 w 4"/>
                <a:gd name="T1" fmla="*/ 0 h 8"/>
                <a:gd name="T2" fmla="*/ 33 w 4"/>
                <a:gd name="T3" fmla="*/ 144 h 8"/>
                <a:gd name="T4" fmla="*/ 63 w 4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0" y="3"/>
                    <a:pt x="0" y="6"/>
                    <a:pt x="2" y="8"/>
                  </a:cubicBezTo>
                  <a:cubicBezTo>
                    <a:pt x="3" y="8"/>
                    <a:pt x="4" y="7"/>
                    <a:pt x="4" y="6"/>
                  </a:cubicBezTo>
                </a:path>
              </a:pathLst>
            </a:custGeom>
            <a:solidFill>
              <a:srgbClr val="F0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Freeform 112">
              <a:extLst>
                <a:ext uri="{FF2B5EF4-FFF2-40B4-BE49-F238E27FC236}">
                  <a16:creationId xmlns:a16="http://schemas.microsoft.com/office/drawing/2014/main" id="{C62461D5-477D-405D-B8DC-9851E8C8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3506"/>
              <a:ext cx="15" cy="18"/>
            </a:xfrm>
            <a:custGeom>
              <a:avLst/>
              <a:gdLst>
                <a:gd name="T0" fmla="*/ 83 w 6"/>
                <a:gd name="T1" fmla="*/ 0 h 7"/>
                <a:gd name="T2" fmla="*/ 95 w 6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0" y="2"/>
                    <a:pt x="1" y="7"/>
                    <a:pt x="6" y="6"/>
                  </a:cubicBezTo>
                </a:path>
              </a:pathLst>
            </a:custGeom>
            <a:solidFill>
              <a:srgbClr val="E6B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7" name="Freeform 113">
              <a:extLst>
                <a:ext uri="{FF2B5EF4-FFF2-40B4-BE49-F238E27FC236}">
                  <a16:creationId xmlns:a16="http://schemas.microsoft.com/office/drawing/2014/main" id="{E2227777-D294-4425-BBAA-3127F12F2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548"/>
              <a:ext cx="8" cy="22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3" y="2"/>
                    <a:pt x="3" y="5"/>
                    <a:pt x="0" y="8"/>
                  </a:cubicBezTo>
                </a:path>
              </a:pathLst>
            </a:custGeom>
            <a:solidFill>
              <a:srgbClr val="E6B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Freeform 114">
              <a:extLst>
                <a:ext uri="{FF2B5EF4-FFF2-40B4-BE49-F238E27FC236}">
                  <a16:creationId xmlns:a16="http://schemas.microsoft.com/office/drawing/2014/main" id="{45BB424B-FD9D-4B4C-B500-6755922D9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514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56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6"/>
                    <a:pt x="3" y="7"/>
                  </a:cubicBezTo>
                </a:path>
              </a:pathLst>
            </a:custGeom>
            <a:solidFill>
              <a:srgbClr val="E6B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9" name="Freeform 115">
              <a:extLst>
                <a:ext uri="{FF2B5EF4-FFF2-40B4-BE49-F238E27FC236}">
                  <a16:creationId xmlns:a16="http://schemas.microsoft.com/office/drawing/2014/main" id="{7A013E61-5A41-4BD2-83AF-AC1218D6D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298"/>
              <a:ext cx="188" cy="264"/>
            </a:xfrm>
            <a:custGeom>
              <a:avLst/>
              <a:gdLst>
                <a:gd name="T0" fmla="*/ 238 w 75"/>
                <a:gd name="T1" fmla="*/ 0 h 99"/>
                <a:gd name="T2" fmla="*/ 113 w 75"/>
                <a:gd name="T3" fmla="*/ 760 h 99"/>
                <a:gd name="T4" fmla="*/ 1181 w 75"/>
                <a:gd name="T5" fmla="*/ 1877 h 99"/>
                <a:gd name="T6" fmla="*/ 221 w 75"/>
                <a:gd name="T7" fmla="*/ 648 h 99"/>
                <a:gd name="T8" fmla="*/ 238 w 75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9">
                  <a:moveTo>
                    <a:pt x="15" y="0"/>
                  </a:moveTo>
                  <a:cubicBezTo>
                    <a:pt x="7" y="8"/>
                    <a:pt x="0" y="28"/>
                    <a:pt x="7" y="40"/>
                  </a:cubicBezTo>
                  <a:cubicBezTo>
                    <a:pt x="14" y="51"/>
                    <a:pt x="75" y="99"/>
                    <a:pt x="75" y="99"/>
                  </a:cubicBezTo>
                  <a:cubicBezTo>
                    <a:pt x="68" y="93"/>
                    <a:pt x="20" y="48"/>
                    <a:pt x="14" y="34"/>
                  </a:cubicBezTo>
                  <a:cubicBezTo>
                    <a:pt x="10" y="23"/>
                    <a:pt x="10" y="6"/>
                    <a:pt x="15" y="0"/>
                  </a:cubicBezTo>
                  <a:close/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Freeform 116">
              <a:extLst>
                <a:ext uri="{FF2B5EF4-FFF2-40B4-BE49-F238E27FC236}">
                  <a16:creationId xmlns:a16="http://schemas.microsoft.com/office/drawing/2014/main" id="{366EB6FD-7F08-4EA5-A62E-E05CA8975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271"/>
              <a:ext cx="150" cy="192"/>
            </a:xfrm>
            <a:custGeom>
              <a:avLst/>
              <a:gdLst>
                <a:gd name="T0" fmla="*/ 0 w 60"/>
                <a:gd name="T1" fmla="*/ 0 h 72"/>
                <a:gd name="T2" fmla="*/ 938 w 60"/>
                <a:gd name="T3" fmla="*/ 1059 h 72"/>
                <a:gd name="T4" fmla="*/ 488 w 60"/>
                <a:gd name="T5" fmla="*/ 1365 h 72"/>
                <a:gd name="T6" fmla="*/ 658 w 60"/>
                <a:gd name="T7" fmla="*/ 968 h 72"/>
                <a:gd name="T8" fmla="*/ 0 w 60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2">
                  <a:moveTo>
                    <a:pt x="0" y="0"/>
                  </a:moveTo>
                  <a:cubicBezTo>
                    <a:pt x="0" y="0"/>
                    <a:pt x="54" y="51"/>
                    <a:pt x="60" y="56"/>
                  </a:cubicBezTo>
                  <a:cubicBezTo>
                    <a:pt x="53" y="56"/>
                    <a:pt x="37" y="61"/>
                    <a:pt x="31" y="72"/>
                  </a:cubicBezTo>
                  <a:cubicBezTo>
                    <a:pt x="33" y="65"/>
                    <a:pt x="42" y="56"/>
                    <a:pt x="42" y="51"/>
                  </a:cubicBezTo>
                  <a:cubicBezTo>
                    <a:pt x="41" y="4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1D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1" name="Freeform 117">
              <a:extLst>
                <a:ext uri="{FF2B5EF4-FFF2-40B4-BE49-F238E27FC236}">
                  <a16:creationId xmlns:a16="http://schemas.microsoft.com/office/drawing/2014/main" id="{625957B9-9BF7-45BD-A5F7-AA48FED41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620"/>
              <a:ext cx="120" cy="584"/>
            </a:xfrm>
            <a:custGeom>
              <a:avLst/>
              <a:gdLst>
                <a:gd name="T0" fmla="*/ 0 w 48"/>
                <a:gd name="T1" fmla="*/ 4152 h 219"/>
                <a:gd name="T2" fmla="*/ 720 w 48"/>
                <a:gd name="T3" fmla="*/ 2923 h 219"/>
                <a:gd name="T4" fmla="*/ 595 w 48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9">
                  <a:moveTo>
                    <a:pt x="0" y="219"/>
                  </a:moveTo>
                  <a:cubicBezTo>
                    <a:pt x="28" y="201"/>
                    <a:pt x="46" y="175"/>
                    <a:pt x="46" y="154"/>
                  </a:cubicBezTo>
                  <a:cubicBezTo>
                    <a:pt x="48" y="131"/>
                    <a:pt x="43" y="29"/>
                    <a:pt x="38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Freeform 118">
              <a:extLst>
                <a:ext uri="{FF2B5EF4-FFF2-40B4-BE49-F238E27FC236}">
                  <a16:creationId xmlns:a16="http://schemas.microsoft.com/office/drawing/2014/main" id="{EB419AC1-54D8-4982-93E2-7BA39ADA7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503"/>
              <a:ext cx="125" cy="117"/>
            </a:xfrm>
            <a:custGeom>
              <a:avLst/>
              <a:gdLst>
                <a:gd name="T0" fmla="*/ 783 w 50"/>
                <a:gd name="T1" fmla="*/ 827 h 44"/>
                <a:gd name="T2" fmla="*/ 0 w 50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4">
                  <a:moveTo>
                    <a:pt x="50" y="44"/>
                  </a:moveTo>
                  <a:cubicBezTo>
                    <a:pt x="50" y="26"/>
                    <a:pt x="30" y="9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3" name="Oval 119">
              <a:extLst>
                <a:ext uri="{FF2B5EF4-FFF2-40B4-BE49-F238E27FC236}">
                  <a16:creationId xmlns:a16="http://schemas.microsoft.com/office/drawing/2014/main" id="{A353C06A-D10B-4B72-B68E-AE01A2A6B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2487"/>
              <a:ext cx="520" cy="264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44" name="Freeform 120">
              <a:extLst>
                <a:ext uri="{FF2B5EF4-FFF2-40B4-BE49-F238E27FC236}">
                  <a16:creationId xmlns:a16="http://schemas.microsoft.com/office/drawing/2014/main" id="{C3124100-4959-42CA-B168-1208EB7F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620"/>
              <a:ext cx="575" cy="638"/>
            </a:xfrm>
            <a:custGeom>
              <a:avLst/>
              <a:gdLst>
                <a:gd name="T0" fmla="*/ 33 w 230"/>
                <a:gd name="T1" fmla="*/ 2928 h 239"/>
                <a:gd name="T2" fmla="*/ 1800 w 230"/>
                <a:gd name="T3" fmla="*/ 4546 h 239"/>
                <a:gd name="T4" fmla="*/ 3563 w 230"/>
                <a:gd name="T5" fmla="*/ 2928 h 239"/>
                <a:gd name="T6" fmla="*/ 3425 w 230"/>
                <a:gd name="T7" fmla="*/ 0 h 239"/>
                <a:gd name="T8" fmla="*/ 1800 w 230"/>
                <a:gd name="T9" fmla="*/ 934 h 239"/>
                <a:gd name="T10" fmla="*/ 175 w 230"/>
                <a:gd name="T11" fmla="*/ 0 h 239"/>
                <a:gd name="T12" fmla="*/ 33 w 230"/>
                <a:gd name="T13" fmla="*/ 2928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39">
                  <a:moveTo>
                    <a:pt x="2" y="154"/>
                  </a:moveTo>
                  <a:cubicBezTo>
                    <a:pt x="2" y="189"/>
                    <a:pt x="54" y="239"/>
                    <a:pt x="115" y="239"/>
                  </a:cubicBezTo>
                  <a:cubicBezTo>
                    <a:pt x="176" y="239"/>
                    <a:pt x="228" y="190"/>
                    <a:pt x="228" y="154"/>
                  </a:cubicBezTo>
                  <a:cubicBezTo>
                    <a:pt x="230" y="131"/>
                    <a:pt x="225" y="29"/>
                    <a:pt x="219" y="0"/>
                  </a:cubicBezTo>
                  <a:cubicBezTo>
                    <a:pt x="219" y="27"/>
                    <a:pt x="173" y="49"/>
                    <a:pt x="115" y="49"/>
                  </a:cubicBezTo>
                  <a:cubicBezTo>
                    <a:pt x="58" y="49"/>
                    <a:pt x="11" y="27"/>
                    <a:pt x="11" y="0"/>
                  </a:cubicBezTo>
                  <a:cubicBezTo>
                    <a:pt x="5" y="39"/>
                    <a:pt x="0" y="101"/>
                    <a:pt x="2" y="15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5" name="Oval 121">
              <a:extLst>
                <a:ext uri="{FF2B5EF4-FFF2-40B4-BE49-F238E27FC236}">
                  <a16:creationId xmlns:a16="http://schemas.microsoft.com/office/drawing/2014/main" id="{16F577CF-3088-4F36-B1E1-70539CDD9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2487"/>
              <a:ext cx="520" cy="2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46" name="Oval 122">
              <a:extLst>
                <a:ext uri="{FF2B5EF4-FFF2-40B4-BE49-F238E27FC236}">
                  <a16:creationId xmlns:a16="http://schemas.microsoft.com/office/drawing/2014/main" id="{A3358299-F605-4BC2-82F9-C1C357960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" y="2778"/>
              <a:ext cx="555" cy="28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47" name="Freeform 123">
              <a:extLst>
                <a:ext uri="{FF2B5EF4-FFF2-40B4-BE49-F238E27FC236}">
                  <a16:creationId xmlns:a16="http://schemas.microsoft.com/office/drawing/2014/main" id="{06B26B08-8B54-4AD6-B80A-FD3F350D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3660"/>
              <a:ext cx="555" cy="176"/>
            </a:xfrm>
            <a:custGeom>
              <a:avLst/>
              <a:gdLst>
                <a:gd name="T0" fmla="*/ 3470 w 222"/>
                <a:gd name="T1" fmla="*/ 115 h 66"/>
                <a:gd name="T2" fmla="*/ 1738 w 222"/>
                <a:gd name="T3" fmla="*/ 1251 h 66"/>
                <a:gd name="T4" fmla="*/ 0 w 222"/>
                <a:gd name="T5" fmla="*/ 115 h 66"/>
                <a:gd name="T6" fmla="*/ 0 w 222"/>
                <a:gd name="T7" fmla="*/ 0 h 66"/>
                <a:gd name="T8" fmla="*/ 1738 w 222"/>
                <a:gd name="T9" fmla="*/ 1139 h 66"/>
                <a:gd name="T10" fmla="*/ 3470 w 22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6">
                  <a:moveTo>
                    <a:pt x="222" y="6"/>
                  </a:moveTo>
                  <a:cubicBezTo>
                    <a:pt x="222" y="39"/>
                    <a:pt x="172" y="66"/>
                    <a:pt x="111" y="66"/>
                  </a:cubicBezTo>
                  <a:cubicBezTo>
                    <a:pt x="50" y="66"/>
                    <a:pt x="0" y="39"/>
                    <a:pt x="0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50" y="60"/>
                    <a:pt x="111" y="60"/>
                  </a:cubicBezTo>
                  <a:cubicBezTo>
                    <a:pt x="172" y="60"/>
                    <a:pt x="222" y="33"/>
                    <a:pt x="2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Freeform 124">
              <a:extLst>
                <a:ext uri="{FF2B5EF4-FFF2-40B4-BE49-F238E27FC236}">
                  <a16:creationId xmlns:a16="http://schemas.microsoft.com/office/drawing/2014/main" id="{5CDDA53D-A09C-42FE-B93D-E0DCF611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3247"/>
              <a:ext cx="152" cy="408"/>
            </a:xfrm>
            <a:custGeom>
              <a:avLst/>
              <a:gdLst>
                <a:gd name="T0" fmla="*/ 199 w 61"/>
                <a:gd name="T1" fmla="*/ 2368 h 153"/>
                <a:gd name="T2" fmla="*/ 0 w 61"/>
                <a:gd name="T3" fmla="*/ 0 h 153"/>
                <a:gd name="T4" fmla="*/ 466 w 61"/>
                <a:gd name="T5" fmla="*/ 77 h 153"/>
                <a:gd name="T6" fmla="*/ 944 w 61"/>
                <a:gd name="T7" fmla="*/ 0 h 153"/>
                <a:gd name="T8" fmla="*/ 728 w 61"/>
                <a:gd name="T9" fmla="*/ 2368 h 153"/>
                <a:gd name="T10" fmla="*/ 870 w 61"/>
                <a:gd name="T11" fmla="*/ 2675 h 153"/>
                <a:gd name="T12" fmla="*/ 870 w 61"/>
                <a:gd name="T13" fmla="*/ 2637 h 153"/>
                <a:gd name="T14" fmla="*/ 466 w 61"/>
                <a:gd name="T15" fmla="*/ 2901 h 153"/>
                <a:gd name="T16" fmla="*/ 62 w 61"/>
                <a:gd name="T17" fmla="*/ 2637 h 153"/>
                <a:gd name="T18" fmla="*/ 75 w 61"/>
                <a:gd name="T19" fmla="*/ 2675 h 153"/>
                <a:gd name="T20" fmla="*/ 199 w 61"/>
                <a:gd name="T21" fmla="*/ 2368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53">
                  <a:moveTo>
                    <a:pt x="13" y="125"/>
                  </a:moveTo>
                  <a:cubicBezTo>
                    <a:pt x="13" y="125"/>
                    <a:pt x="14" y="38"/>
                    <a:pt x="0" y="0"/>
                  </a:cubicBezTo>
                  <a:cubicBezTo>
                    <a:pt x="9" y="3"/>
                    <a:pt x="20" y="4"/>
                    <a:pt x="30" y="4"/>
                  </a:cubicBezTo>
                  <a:cubicBezTo>
                    <a:pt x="41" y="4"/>
                    <a:pt x="51" y="3"/>
                    <a:pt x="61" y="0"/>
                  </a:cubicBezTo>
                  <a:cubicBezTo>
                    <a:pt x="47" y="30"/>
                    <a:pt x="47" y="125"/>
                    <a:pt x="47" y="125"/>
                  </a:cubicBezTo>
                  <a:cubicBezTo>
                    <a:pt x="51" y="131"/>
                    <a:pt x="58" y="133"/>
                    <a:pt x="56" y="141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6" y="147"/>
                    <a:pt x="45" y="153"/>
                    <a:pt x="30" y="153"/>
                  </a:cubicBezTo>
                  <a:cubicBezTo>
                    <a:pt x="16" y="153"/>
                    <a:pt x="4" y="147"/>
                    <a:pt x="4" y="139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3" y="133"/>
                    <a:pt x="10" y="131"/>
                    <a:pt x="13" y="125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9" name="Freeform 125">
              <a:extLst>
                <a:ext uri="{FF2B5EF4-FFF2-40B4-BE49-F238E27FC236}">
                  <a16:creationId xmlns:a16="http://schemas.microsoft.com/office/drawing/2014/main" id="{4112ED5F-3432-4678-84F9-D89219709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3503"/>
              <a:ext cx="555" cy="317"/>
            </a:xfrm>
            <a:custGeom>
              <a:avLst/>
              <a:gdLst>
                <a:gd name="T0" fmla="*/ 2020 w 222"/>
                <a:gd name="T1" fmla="*/ 0 h 119"/>
                <a:gd name="T2" fmla="*/ 2000 w 222"/>
                <a:gd name="T3" fmla="*/ 546 h 119"/>
                <a:gd name="T4" fmla="*/ 2145 w 222"/>
                <a:gd name="T5" fmla="*/ 852 h 119"/>
                <a:gd name="T6" fmla="*/ 2145 w 222"/>
                <a:gd name="T7" fmla="*/ 815 h 119"/>
                <a:gd name="T8" fmla="*/ 1738 w 222"/>
                <a:gd name="T9" fmla="*/ 1079 h 119"/>
                <a:gd name="T10" fmla="*/ 1333 w 222"/>
                <a:gd name="T11" fmla="*/ 815 h 119"/>
                <a:gd name="T12" fmla="*/ 1345 w 222"/>
                <a:gd name="T13" fmla="*/ 852 h 119"/>
                <a:gd name="T14" fmla="*/ 1470 w 222"/>
                <a:gd name="T15" fmla="*/ 546 h 119"/>
                <a:gd name="T16" fmla="*/ 1470 w 222"/>
                <a:gd name="T17" fmla="*/ 0 h 119"/>
                <a:gd name="T18" fmla="*/ 0 w 222"/>
                <a:gd name="T19" fmla="*/ 1113 h 119"/>
                <a:gd name="T20" fmla="*/ 1738 w 222"/>
                <a:gd name="T21" fmla="*/ 2248 h 119"/>
                <a:gd name="T22" fmla="*/ 3470 w 222"/>
                <a:gd name="T23" fmla="*/ 1113 h 119"/>
                <a:gd name="T24" fmla="*/ 2020 w 222"/>
                <a:gd name="T25" fmla="*/ 0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2" h="119">
                  <a:moveTo>
                    <a:pt x="129" y="0"/>
                  </a:moveTo>
                  <a:cubicBezTo>
                    <a:pt x="128" y="17"/>
                    <a:pt x="128" y="29"/>
                    <a:pt x="128" y="29"/>
                  </a:cubicBezTo>
                  <a:cubicBezTo>
                    <a:pt x="132" y="35"/>
                    <a:pt x="139" y="37"/>
                    <a:pt x="137" y="45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7" y="51"/>
                    <a:pt x="126" y="57"/>
                    <a:pt x="111" y="57"/>
                  </a:cubicBezTo>
                  <a:cubicBezTo>
                    <a:pt x="97" y="57"/>
                    <a:pt x="85" y="51"/>
                    <a:pt x="85" y="43"/>
                  </a:cubicBezTo>
                  <a:cubicBezTo>
                    <a:pt x="86" y="45"/>
                    <a:pt x="86" y="45"/>
                    <a:pt x="86" y="45"/>
                  </a:cubicBezTo>
                  <a:cubicBezTo>
                    <a:pt x="84" y="37"/>
                    <a:pt x="91" y="35"/>
                    <a:pt x="94" y="29"/>
                  </a:cubicBezTo>
                  <a:cubicBezTo>
                    <a:pt x="94" y="29"/>
                    <a:pt x="94" y="17"/>
                    <a:pt x="94" y="0"/>
                  </a:cubicBezTo>
                  <a:cubicBezTo>
                    <a:pt x="41" y="4"/>
                    <a:pt x="0" y="29"/>
                    <a:pt x="0" y="59"/>
                  </a:cubicBezTo>
                  <a:cubicBezTo>
                    <a:pt x="0" y="92"/>
                    <a:pt x="50" y="119"/>
                    <a:pt x="111" y="119"/>
                  </a:cubicBezTo>
                  <a:cubicBezTo>
                    <a:pt x="172" y="119"/>
                    <a:pt x="222" y="92"/>
                    <a:pt x="222" y="59"/>
                  </a:cubicBezTo>
                  <a:cubicBezTo>
                    <a:pt x="222" y="29"/>
                    <a:pt x="182" y="4"/>
                    <a:pt x="129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Freeform 126">
              <a:extLst>
                <a:ext uri="{FF2B5EF4-FFF2-40B4-BE49-F238E27FC236}">
                  <a16:creationId xmlns:a16="http://schemas.microsoft.com/office/drawing/2014/main" id="{1FD632C3-BE8A-4A66-BB7E-E2AC227A2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423"/>
              <a:ext cx="187" cy="219"/>
            </a:xfrm>
            <a:custGeom>
              <a:avLst/>
              <a:gdLst>
                <a:gd name="T0" fmla="*/ 975 w 75"/>
                <a:gd name="T1" fmla="*/ 1127 h 82"/>
                <a:gd name="T2" fmla="*/ 915 w 75"/>
                <a:gd name="T3" fmla="*/ 171 h 82"/>
                <a:gd name="T4" fmla="*/ 167 w 75"/>
                <a:gd name="T5" fmla="*/ 435 h 82"/>
                <a:gd name="T6" fmla="*/ 249 w 75"/>
                <a:gd name="T7" fmla="*/ 1370 h 82"/>
                <a:gd name="T8" fmla="*/ 975 w 75"/>
                <a:gd name="T9" fmla="*/ 1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2">
                  <a:moveTo>
                    <a:pt x="63" y="59"/>
                  </a:moveTo>
                  <a:cubicBezTo>
                    <a:pt x="75" y="41"/>
                    <a:pt x="73" y="19"/>
                    <a:pt x="59" y="9"/>
                  </a:cubicBezTo>
                  <a:cubicBezTo>
                    <a:pt x="44" y="0"/>
                    <a:pt x="23" y="6"/>
                    <a:pt x="11" y="23"/>
                  </a:cubicBezTo>
                  <a:cubicBezTo>
                    <a:pt x="0" y="41"/>
                    <a:pt x="2" y="63"/>
                    <a:pt x="16" y="72"/>
                  </a:cubicBezTo>
                  <a:cubicBezTo>
                    <a:pt x="30" y="82"/>
                    <a:pt x="52" y="76"/>
                    <a:pt x="63" y="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1" name="Freeform 127">
              <a:extLst>
                <a:ext uri="{FF2B5EF4-FFF2-40B4-BE49-F238E27FC236}">
                  <a16:creationId xmlns:a16="http://schemas.microsoft.com/office/drawing/2014/main" id="{A8B2CACF-63A1-4E3C-A2E1-071D35D53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236"/>
              <a:ext cx="342" cy="379"/>
            </a:xfrm>
            <a:custGeom>
              <a:avLst/>
              <a:gdLst>
                <a:gd name="T0" fmla="*/ 2132 w 137"/>
                <a:gd name="T1" fmla="*/ 1503 h 142"/>
                <a:gd name="T2" fmla="*/ 1383 w 137"/>
                <a:gd name="T3" fmla="*/ 1767 h 142"/>
                <a:gd name="T4" fmla="*/ 1465 w 137"/>
                <a:gd name="T5" fmla="*/ 2701 h 142"/>
                <a:gd name="T6" fmla="*/ 105 w 137"/>
                <a:gd name="T7" fmla="*/ 1276 h 142"/>
                <a:gd name="T8" fmla="*/ 155 w 137"/>
                <a:gd name="T9" fmla="*/ 478 h 142"/>
                <a:gd name="T10" fmla="*/ 946 w 137"/>
                <a:gd name="T11" fmla="*/ 192 h 142"/>
                <a:gd name="T12" fmla="*/ 2132 w 137"/>
                <a:gd name="T13" fmla="*/ 1503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42">
                  <a:moveTo>
                    <a:pt x="137" y="79"/>
                  </a:moveTo>
                  <a:cubicBezTo>
                    <a:pt x="122" y="70"/>
                    <a:pt x="101" y="76"/>
                    <a:pt x="89" y="93"/>
                  </a:cubicBezTo>
                  <a:cubicBezTo>
                    <a:pt x="78" y="111"/>
                    <a:pt x="80" y="133"/>
                    <a:pt x="94" y="142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0" y="55"/>
                    <a:pt x="1" y="39"/>
                    <a:pt x="10" y="25"/>
                  </a:cubicBezTo>
                  <a:cubicBezTo>
                    <a:pt x="22" y="8"/>
                    <a:pt x="47" y="0"/>
                    <a:pt x="61" y="10"/>
                  </a:cubicBezTo>
                  <a:lnTo>
                    <a:pt x="137" y="7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Freeform 128">
              <a:extLst>
                <a:ext uri="{FF2B5EF4-FFF2-40B4-BE49-F238E27FC236}">
                  <a16:creationId xmlns:a16="http://schemas.microsoft.com/office/drawing/2014/main" id="{28145505-381A-4FC0-90D4-3DB03FA28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690"/>
              <a:ext cx="400" cy="552"/>
            </a:xfrm>
            <a:custGeom>
              <a:avLst/>
              <a:gdLst>
                <a:gd name="T0" fmla="*/ 83 w 160"/>
                <a:gd name="T1" fmla="*/ 2389 h 207"/>
                <a:gd name="T2" fmla="*/ 113 w 160"/>
                <a:gd name="T3" fmla="*/ 0 h 207"/>
                <a:gd name="T4" fmla="*/ 33 w 160"/>
                <a:gd name="T5" fmla="*/ 2389 h 207"/>
                <a:gd name="T6" fmla="*/ 1708 w 160"/>
                <a:gd name="T7" fmla="*/ 3925 h 207"/>
                <a:gd name="T8" fmla="*/ 2500 w 160"/>
                <a:gd name="T9" fmla="*/ 3699 h 207"/>
                <a:gd name="T10" fmla="*/ 1783 w 160"/>
                <a:gd name="T11" fmla="*/ 3891 h 207"/>
                <a:gd name="T12" fmla="*/ 83 w 160"/>
                <a:gd name="T13" fmla="*/ 2389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207">
                  <a:moveTo>
                    <a:pt x="5" y="126"/>
                  </a:moveTo>
                  <a:cubicBezTo>
                    <a:pt x="4" y="91"/>
                    <a:pt x="7" y="39"/>
                    <a:pt x="7" y="0"/>
                  </a:cubicBezTo>
                  <a:cubicBezTo>
                    <a:pt x="3" y="37"/>
                    <a:pt x="0" y="85"/>
                    <a:pt x="2" y="126"/>
                  </a:cubicBezTo>
                  <a:cubicBezTo>
                    <a:pt x="2" y="160"/>
                    <a:pt x="51" y="207"/>
                    <a:pt x="109" y="207"/>
                  </a:cubicBezTo>
                  <a:cubicBezTo>
                    <a:pt x="127" y="207"/>
                    <a:pt x="145" y="203"/>
                    <a:pt x="160" y="195"/>
                  </a:cubicBezTo>
                  <a:cubicBezTo>
                    <a:pt x="147" y="200"/>
                    <a:pt x="129" y="205"/>
                    <a:pt x="114" y="205"/>
                  </a:cubicBezTo>
                  <a:cubicBezTo>
                    <a:pt x="56" y="205"/>
                    <a:pt x="5" y="159"/>
                    <a:pt x="5" y="1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3" name="Oval 129">
              <a:extLst>
                <a:ext uri="{FF2B5EF4-FFF2-40B4-BE49-F238E27FC236}">
                  <a16:creationId xmlns:a16="http://schemas.microsoft.com/office/drawing/2014/main" id="{9E7428DE-6A19-4A8D-A0E6-C1E179EE3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3010"/>
              <a:ext cx="37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54" name="Oval 130">
              <a:extLst>
                <a:ext uri="{FF2B5EF4-FFF2-40B4-BE49-F238E27FC236}">
                  <a16:creationId xmlns:a16="http://schemas.microsoft.com/office/drawing/2014/main" id="{1625D9A7-E349-4099-B6C1-3D6030A0B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3034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55" name="Oval 131">
              <a:extLst>
                <a:ext uri="{FF2B5EF4-FFF2-40B4-BE49-F238E27FC236}">
                  <a16:creationId xmlns:a16="http://schemas.microsoft.com/office/drawing/2014/main" id="{3862CCD5-23AA-4C49-8BFD-C65271672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3010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56" name="Oval 132">
              <a:extLst>
                <a:ext uri="{FF2B5EF4-FFF2-40B4-BE49-F238E27FC236}">
                  <a16:creationId xmlns:a16="http://schemas.microsoft.com/office/drawing/2014/main" id="{DD56F910-AB61-4409-8CE7-E0891FBD5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2108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57" name="Oval 133">
              <a:extLst>
                <a:ext uri="{FF2B5EF4-FFF2-40B4-BE49-F238E27FC236}">
                  <a16:creationId xmlns:a16="http://schemas.microsoft.com/office/drawing/2014/main" id="{BB919722-A2D5-4C10-9FA1-E6191B77D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6" y="21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58" name="Oval 134">
              <a:extLst>
                <a:ext uri="{FF2B5EF4-FFF2-40B4-BE49-F238E27FC236}">
                  <a16:creationId xmlns:a16="http://schemas.microsoft.com/office/drawing/2014/main" id="{22E3BD02-08CD-4946-86D9-4BE5066D2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210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0723" name="Glass-of-whiskey-with-ice">
            <a:extLst>
              <a:ext uri="{FF2B5EF4-FFF2-40B4-BE49-F238E27FC236}">
                <a16:creationId xmlns:a16="http://schemas.microsoft.com/office/drawing/2014/main" id="{D6169F49-DA67-4358-9C0A-B344B4F09A1A}"/>
              </a:ext>
            </a:extLst>
          </p:cNvPr>
          <p:cNvGrpSpPr>
            <a:grpSpLocks/>
          </p:cNvGrpSpPr>
          <p:nvPr/>
        </p:nvGrpSpPr>
        <p:grpSpPr bwMode="auto">
          <a:xfrm>
            <a:off x="6426200" y="2546350"/>
            <a:ext cx="1766888" cy="2647950"/>
            <a:chOff x="4500" y="1086"/>
            <a:chExt cx="722" cy="1082"/>
          </a:xfrm>
        </p:grpSpPr>
        <p:sp>
          <p:nvSpPr>
            <p:cNvPr id="30724" name="Freeform 136">
              <a:extLst>
                <a:ext uri="{FF2B5EF4-FFF2-40B4-BE49-F238E27FC236}">
                  <a16:creationId xmlns:a16="http://schemas.microsoft.com/office/drawing/2014/main" id="{7889A6A1-1817-4A4D-923F-ED0C63EBE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415"/>
              <a:ext cx="674" cy="753"/>
            </a:xfrm>
            <a:custGeom>
              <a:avLst/>
              <a:gdLst>
                <a:gd name="T0" fmla="*/ 2774 w 225"/>
                <a:gd name="T1" fmla="*/ 2760 h 236"/>
                <a:gd name="T2" fmla="*/ 404 w 225"/>
                <a:gd name="T3" fmla="*/ 1528 h 236"/>
                <a:gd name="T4" fmla="*/ 0 w 225"/>
                <a:gd name="T5" fmla="*/ 325 h 236"/>
                <a:gd name="T6" fmla="*/ 243 w 225"/>
                <a:gd name="T7" fmla="*/ 5102 h 236"/>
                <a:gd name="T8" fmla="*/ 270 w 225"/>
                <a:gd name="T9" fmla="*/ 5102 h 236"/>
                <a:gd name="T10" fmla="*/ 674 w 225"/>
                <a:gd name="T11" fmla="*/ 6598 h 236"/>
                <a:gd name="T12" fmla="*/ 2801 w 225"/>
                <a:gd name="T13" fmla="*/ 7667 h 236"/>
                <a:gd name="T14" fmla="*/ 5725 w 225"/>
                <a:gd name="T15" fmla="*/ 5201 h 236"/>
                <a:gd name="T16" fmla="*/ 5778 w 225"/>
                <a:gd name="T17" fmla="*/ 4642 h 236"/>
                <a:gd name="T18" fmla="*/ 6048 w 225"/>
                <a:gd name="T19" fmla="*/ 0 h 236"/>
                <a:gd name="T20" fmla="*/ 6048 w 225"/>
                <a:gd name="T21" fmla="*/ 0 h 236"/>
                <a:gd name="T22" fmla="*/ 2774 w 225"/>
                <a:gd name="T23" fmla="*/ 2760 h 2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5" h="236">
                  <a:moveTo>
                    <a:pt x="103" y="85"/>
                  </a:moveTo>
                  <a:cubicBezTo>
                    <a:pt x="67" y="85"/>
                    <a:pt x="34" y="71"/>
                    <a:pt x="15" y="47"/>
                  </a:cubicBezTo>
                  <a:cubicBezTo>
                    <a:pt x="7" y="38"/>
                    <a:pt x="2" y="24"/>
                    <a:pt x="0" y="10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9" y="173"/>
                    <a:pt x="15" y="191"/>
                    <a:pt x="25" y="203"/>
                  </a:cubicBezTo>
                  <a:cubicBezTo>
                    <a:pt x="42" y="224"/>
                    <a:pt x="72" y="236"/>
                    <a:pt x="104" y="236"/>
                  </a:cubicBezTo>
                  <a:cubicBezTo>
                    <a:pt x="160" y="236"/>
                    <a:pt x="203" y="206"/>
                    <a:pt x="213" y="160"/>
                  </a:cubicBezTo>
                  <a:cubicBezTo>
                    <a:pt x="214" y="155"/>
                    <a:pt x="216" y="148"/>
                    <a:pt x="215" y="143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13" y="50"/>
                    <a:pt x="165" y="85"/>
                    <a:pt x="103" y="85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5" name="Freeform 137">
              <a:extLst>
                <a:ext uri="{FF2B5EF4-FFF2-40B4-BE49-F238E27FC236}">
                  <a16:creationId xmlns:a16="http://schemas.microsoft.com/office/drawing/2014/main" id="{05F2EE3A-2B16-4168-AAAD-1C5F383C9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086"/>
              <a:ext cx="701" cy="600"/>
            </a:xfrm>
            <a:custGeom>
              <a:avLst/>
              <a:gdLst>
                <a:gd name="T0" fmla="*/ 81 w 234"/>
                <a:gd name="T1" fmla="*/ 2761 h 188"/>
                <a:gd name="T2" fmla="*/ 512 w 234"/>
                <a:gd name="T3" fmla="*/ 4880 h 188"/>
                <a:gd name="T4" fmla="*/ 2882 w 234"/>
                <a:gd name="T5" fmla="*/ 6112 h 188"/>
                <a:gd name="T6" fmla="*/ 6156 w 234"/>
                <a:gd name="T7" fmla="*/ 3281 h 188"/>
                <a:gd name="T8" fmla="*/ 5752 w 234"/>
                <a:gd name="T9" fmla="*/ 1264 h 188"/>
                <a:gd name="T10" fmla="*/ 3382 w 234"/>
                <a:gd name="T11" fmla="*/ 0 h 188"/>
                <a:gd name="T12" fmla="*/ 81 w 234"/>
                <a:gd name="T13" fmla="*/ 2761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188">
                  <a:moveTo>
                    <a:pt x="3" y="85"/>
                  </a:moveTo>
                  <a:cubicBezTo>
                    <a:pt x="0" y="105"/>
                    <a:pt x="5" y="133"/>
                    <a:pt x="19" y="150"/>
                  </a:cubicBezTo>
                  <a:cubicBezTo>
                    <a:pt x="38" y="174"/>
                    <a:pt x="71" y="188"/>
                    <a:pt x="107" y="188"/>
                  </a:cubicBezTo>
                  <a:cubicBezTo>
                    <a:pt x="169" y="188"/>
                    <a:pt x="218" y="153"/>
                    <a:pt x="229" y="101"/>
                  </a:cubicBezTo>
                  <a:cubicBezTo>
                    <a:pt x="234" y="80"/>
                    <a:pt x="228" y="58"/>
                    <a:pt x="214" y="39"/>
                  </a:cubicBezTo>
                  <a:cubicBezTo>
                    <a:pt x="194" y="15"/>
                    <a:pt x="161" y="0"/>
                    <a:pt x="126" y="0"/>
                  </a:cubicBezTo>
                  <a:cubicBezTo>
                    <a:pt x="64" y="0"/>
                    <a:pt x="14" y="30"/>
                    <a:pt x="3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6" name="Freeform 138">
              <a:extLst>
                <a:ext uri="{FF2B5EF4-FFF2-40B4-BE49-F238E27FC236}">
                  <a16:creationId xmlns:a16="http://schemas.microsoft.com/office/drawing/2014/main" id="{690F71EB-3C03-418A-BB82-133095E89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15"/>
              <a:ext cx="641" cy="542"/>
            </a:xfrm>
            <a:custGeom>
              <a:avLst/>
              <a:gdLst>
                <a:gd name="T0" fmla="*/ 3085 w 214"/>
                <a:gd name="T1" fmla="*/ 0 h 170"/>
                <a:gd name="T2" fmla="*/ 5266 w 214"/>
                <a:gd name="T3" fmla="*/ 1170 h 170"/>
                <a:gd name="T4" fmla="*/ 5643 w 214"/>
                <a:gd name="T5" fmla="*/ 2917 h 170"/>
                <a:gd name="T6" fmla="*/ 2585 w 214"/>
                <a:gd name="T7" fmla="*/ 5509 h 170"/>
                <a:gd name="T8" fmla="*/ 404 w 214"/>
                <a:gd name="T9" fmla="*/ 4371 h 170"/>
                <a:gd name="T10" fmla="*/ 0 w 214"/>
                <a:gd name="T11" fmla="*/ 2885 h 170"/>
                <a:gd name="T12" fmla="*/ 27 w 214"/>
                <a:gd name="T13" fmla="*/ 2490 h 170"/>
                <a:gd name="T14" fmla="*/ 3085 w 214"/>
                <a:gd name="T15" fmla="*/ 0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170">
                  <a:moveTo>
                    <a:pt x="115" y="0"/>
                  </a:moveTo>
                  <a:cubicBezTo>
                    <a:pt x="148" y="0"/>
                    <a:pt x="178" y="14"/>
                    <a:pt x="196" y="36"/>
                  </a:cubicBezTo>
                  <a:cubicBezTo>
                    <a:pt x="209" y="52"/>
                    <a:pt x="214" y="72"/>
                    <a:pt x="210" y="90"/>
                  </a:cubicBezTo>
                  <a:cubicBezTo>
                    <a:pt x="199" y="138"/>
                    <a:pt x="154" y="170"/>
                    <a:pt x="96" y="170"/>
                  </a:cubicBezTo>
                  <a:cubicBezTo>
                    <a:pt x="63" y="170"/>
                    <a:pt x="32" y="157"/>
                    <a:pt x="15" y="135"/>
                  </a:cubicBezTo>
                  <a:cubicBezTo>
                    <a:pt x="5" y="123"/>
                    <a:pt x="0" y="105"/>
                    <a:pt x="0" y="89"/>
                  </a:cubicBezTo>
                  <a:cubicBezTo>
                    <a:pt x="0" y="85"/>
                    <a:pt x="0" y="81"/>
                    <a:pt x="1" y="77"/>
                  </a:cubicBezTo>
                  <a:cubicBezTo>
                    <a:pt x="10" y="30"/>
                    <a:pt x="54" y="0"/>
                    <a:pt x="115" y="0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139">
              <a:extLst>
                <a:ext uri="{FF2B5EF4-FFF2-40B4-BE49-F238E27FC236}">
                  <a16:creationId xmlns:a16="http://schemas.microsoft.com/office/drawing/2014/main" id="{5419BDC5-30F3-4241-846D-061F2986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399"/>
              <a:ext cx="539" cy="258"/>
            </a:xfrm>
            <a:custGeom>
              <a:avLst/>
              <a:gdLst>
                <a:gd name="T0" fmla="*/ 2207 w 180"/>
                <a:gd name="T1" fmla="*/ 2618 h 81"/>
                <a:gd name="T2" fmla="*/ 4833 w 180"/>
                <a:gd name="T3" fmla="*/ 1166 h 81"/>
                <a:gd name="T4" fmla="*/ 4833 w 180"/>
                <a:gd name="T5" fmla="*/ 1166 h 81"/>
                <a:gd name="T6" fmla="*/ 2680 w 180"/>
                <a:gd name="T7" fmla="*/ 0 h 81"/>
                <a:gd name="T8" fmla="*/ 0 w 180"/>
                <a:gd name="T9" fmla="*/ 1491 h 81"/>
                <a:gd name="T10" fmla="*/ 27 w 180"/>
                <a:gd name="T11" fmla="*/ 1491 h 81"/>
                <a:gd name="T12" fmla="*/ 2207 w 180"/>
                <a:gd name="T13" fmla="*/ 2618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81">
                  <a:moveTo>
                    <a:pt x="82" y="81"/>
                  </a:moveTo>
                  <a:cubicBezTo>
                    <a:pt x="124" y="81"/>
                    <a:pt x="160" y="63"/>
                    <a:pt x="180" y="36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62" y="13"/>
                    <a:pt x="132" y="0"/>
                    <a:pt x="100" y="0"/>
                  </a:cubicBezTo>
                  <a:cubicBezTo>
                    <a:pt x="57" y="0"/>
                    <a:pt x="20" y="16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8" y="68"/>
                    <a:pt x="49" y="81"/>
                    <a:pt x="82" y="81"/>
                  </a:cubicBezTo>
                  <a:close/>
                </a:path>
              </a:pathLst>
            </a:custGeom>
            <a:solidFill>
              <a:srgbClr val="FFD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140">
              <a:extLst>
                <a:ext uri="{FF2B5EF4-FFF2-40B4-BE49-F238E27FC236}">
                  <a16:creationId xmlns:a16="http://schemas.microsoft.com/office/drawing/2014/main" id="{F578F3F6-C6D3-46D6-8B7B-BDD27F1F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536"/>
              <a:ext cx="656" cy="434"/>
            </a:xfrm>
            <a:custGeom>
              <a:avLst/>
              <a:gdLst>
                <a:gd name="T0" fmla="*/ 2774 w 219"/>
                <a:gd name="T1" fmla="*/ 4420 h 136"/>
                <a:gd name="T2" fmla="*/ 5778 w 219"/>
                <a:gd name="T3" fmla="*/ 1589 h 136"/>
                <a:gd name="T4" fmla="*/ 5536 w 219"/>
                <a:gd name="T5" fmla="*/ 0 h 136"/>
                <a:gd name="T6" fmla="*/ 2774 w 219"/>
                <a:gd name="T7" fmla="*/ 1529 h 136"/>
                <a:gd name="T8" fmla="*/ 458 w 219"/>
                <a:gd name="T9" fmla="*/ 357 h 136"/>
                <a:gd name="T10" fmla="*/ 243 w 219"/>
                <a:gd name="T11" fmla="*/ 1111 h 136"/>
                <a:gd name="T12" fmla="*/ 377 w 219"/>
                <a:gd name="T13" fmla="*/ 3188 h 136"/>
                <a:gd name="T14" fmla="*/ 2774 w 219"/>
                <a:gd name="T15" fmla="*/ 442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36">
                  <a:moveTo>
                    <a:pt x="103" y="136"/>
                  </a:moveTo>
                  <a:cubicBezTo>
                    <a:pt x="166" y="136"/>
                    <a:pt x="205" y="96"/>
                    <a:pt x="215" y="49"/>
                  </a:cubicBezTo>
                  <a:cubicBezTo>
                    <a:pt x="219" y="32"/>
                    <a:pt x="216" y="15"/>
                    <a:pt x="206" y="0"/>
                  </a:cubicBezTo>
                  <a:cubicBezTo>
                    <a:pt x="184" y="29"/>
                    <a:pt x="147" y="47"/>
                    <a:pt x="103" y="47"/>
                  </a:cubicBezTo>
                  <a:cubicBezTo>
                    <a:pt x="69" y="47"/>
                    <a:pt x="37" y="33"/>
                    <a:pt x="17" y="11"/>
                  </a:cubicBezTo>
                  <a:cubicBezTo>
                    <a:pt x="14" y="18"/>
                    <a:pt x="11" y="26"/>
                    <a:pt x="9" y="34"/>
                  </a:cubicBezTo>
                  <a:cubicBezTo>
                    <a:pt x="6" y="52"/>
                    <a:pt x="0" y="82"/>
                    <a:pt x="14" y="98"/>
                  </a:cubicBezTo>
                  <a:cubicBezTo>
                    <a:pt x="33" y="122"/>
                    <a:pt x="67" y="136"/>
                    <a:pt x="103" y="136"/>
                  </a:cubicBezTo>
                  <a:close/>
                </a:path>
              </a:pathLst>
            </a:custGeom>
            <a:solidFill>
              <a:srgbClr val="F8C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141">
              <a:extLst>
                <a:ext uri="{FF2B5EF4-FFF2-40B4-BE49-F238E27FC236}">
                  <a16:creationId xmlns:a16="http://schemas.microsoft.com/office/drawing/2014/main" id="{FD23D83D-C870-4BE1-90B0-376B2F035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693"/>
              <a:ext cx="641" cy="475"/>
            </a:xfrm>
            <a:custGeom>
              <a:avLst/>
              <a:gdLst>
                <a:gd name="T0" fmla="*/ 5697 w 214"/>
                <a:gd name="T1" fmla="*/ 0 h 149"/>
                <a:gd name="T2" fmla="*/ 2693 w 214"/>
                <a:gd name="T3" fmla="*/ 2815 h 149"/>
                <a:gd name="T4" fmla="*/ 297 w 214"/>
                <a:gd name="T5" fmla="*/ 1584 h 149"/>
                <a:gd name="T6" fmla="*/ 135 w 214"/>
                <a:gd name="T7" fmla="*/ 0 h 149"/>
                <a:gd name="T8" fmla="*/ 108 w 214"/>
                <a:gd name="T9" fmla="*/ 0 h 149"/>
                <a:gd name="T10" fmla="*/ 162 w 214"/>
                <a:gd name="T11" fmla="*/ 2267 h 149"/>
                <a:gd name="T12" fmla="*/ 189 w 214"/>
                <a:gd name="T13" fmla="*/ 2267 h 149"/>
                <a:gd name="T14" fmla="*/ 593 w 214"/>
                <a:gd name="T15" fmla="*/ 3762 h 149"/>
                <a:gd name="T16" fmla="*/ 2720 w 214"/>
                <a:gd name="T17" fmla="*/ 4827 h 149"/>
                <a:gd name="T18" fmla="*/ 5643 w 214"/>
                <a:gd name="T19" fmla="*/ 2369 h 149"/>
                <a:gd name="T20" fmla="*/ 5697 w 214"/>
                <a:gd name="T21" fmla="*/ 1820 h 149"/>
                <a:gd name="T22" fmla="*/ 5751 w 214"/>
                <a:gd name="T23" fmla="*/ 0 h 149"/>
                <a:gd name="T24" fmla="*/ 5697 w 214"/>
                <a:gd name="T25" fmla="*/ 0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4" h="149">
                  <a:moveTo>
                    <a:pt x="212" y="0"/>
                  </a:moveTo>
                  <a:cubicBezTo>
                    <a:pt x="202" y="47"/>
                    <a:pt x="163" y="87"/>
                    <a:pt x="100" y="87"/>
                  </a:cubicBezTo>
                  <a:cubicBezTo>
                    <a:pt x="64" y="87"/>
                    <a:pt x="30" y="73"/>
                    <a:pt x="11" y="49"/>
                  </a:cubicBezTo>
                  <a:cubicBezTo>
                    <a:pt x="0" y="37"/>
                    <a:pt x="6" y="16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6" y="86"/>
                    <a:pt x="12" y="104"/>
                    <a:pt x="22" y="116"/>
                  </a:cubicBezTo>
                  <a:cubicBezTo>
                    <a:pt x="39" y="137"/>
                    <a:pt x="69" y="149"/>
                    <a:pt x="101" y="149"/>
                  </a:cubicBezTo>
                  <a:cubicBezTo>
                    <a:pt x="157" y="149"/>
                    <a:pt x="200" y="119"/>
                    <a:pt x="210" y="73"/>
                  </a:cubicBezTo>
                  <a:cubicBezTo>
                    <a:pt x="211" y="68"/>
                    <a:pt x="213" y="61"/>
                    <a:pt x="212" y="56"/>
                  </a:cubicBezTo>
                  <a:cubicBezTo>
                    <a:pt x="214" y="0"/>
                    <a:pt x="214" y="0"/>
                    <a:pt x="214" y="0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FDC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142">
              <a:extLst>
                <a:ext uri="{FF2B5EF4-FFF2-40B4-BE49-F238E27FC236}">
                  <a16:creationId xmlns:a16="http://schemas.microsoft.com/office/drawing/2014/main" id="{5DF0555B-7BC9-4B8F-96EA-1818CB904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64"/>
              <a:ext cx="584" cy="485"/>
            </a:xfrm>
            <a:custGeom>
              <a:avLst/>
              <a:gdLst>
                <a:gd name="T0" fmla="*/ 3570 w 195"/>
                <a:gd name="T1" fmla="*/ 0 h 152"/>
                <a:gd name="T2" fmla="*/ 2342 w 195"/>
                <a:gd name="T3" fmla="*/ 223 h 152"/>
                <a:gd name="T4" fmla="*/ 1614 w 195"/>
                <a:gd name="T5" fmla="*/ 131 h 152"/>
                <a:gd name="T6" fmla="*/ 81 w 195"/>
                <a:gd name="T7" fmla="*/ 2208 h 152"/>
                <a:gd name="T8" fmla="*/ 431 w 195"/>
                <a:gd name="T9" fmla="*/ 3931 h 152"/>
                <a:gd name="T10" fmla="*/ 2423 w 195"/>
                <a:gd name="T11" fmla="*/ 4939 h 152"/>
                <a:gd name="T12" fmla="*/ 5130 w 195"/>
                <a:gd name="T13" fmla="*/ 2597 h 152"/>
                <a:gd name="T14" fmla="*/ 4780 w 195"/>
                <a:gd name="T15" fmla="*/ 948 h 152"/>
                <a:gd name="T16" fmla="*/ 3570 w 195"/>
                <a:gd name="T17" fmla="*/ 0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52">
                  <a:moveTo>
                    <a:pt x="133" y="0"/>
                  </a:moveTo>
                  <a:cubicBezTo>
                    <a:pt x="119" y="4"/>
                    <a:pt x="103" y="7"/>
                    <a:pt x="87" y="7"/>
                  </a:cubicBezTo>
                  <a:cubicBezTo>
                    <a:pt x="78" y="7"/>
                    <a:pt x="69" y="6"/>
                    <a:pt x="60" y="4"/>
                  </a:cubicBezTo>
                  <a:cubicBezTo>
                    <a:pt x="30" y="15"/>
                    <a:pt x="9" y="37"/>
                    <a:pt x="3" y="68"/>
                  </a:cubicBezTo>
                  <a:cubicBezTo>
                    <a:pt x="0" y="85"/>
                    <a:pt x="4" y="107"/>
                    <a:pt x="16" y="121"/>
                  </a:cubicBezTo>
                  <a:cubicBezTo>
                    <a:pt x="32" y="140"/>
                    <a:pt x="60" y="152"/>
                    <a:pt x="90" y="152"/>
                  </a:cubicBezTo>
                  <a:cubicBezTo>
                    <a:pt x="141" y="152"/>
                    <a:pt x="182" y="123"/>
                    <a:pt x="191" y="80"/>
                  </a:cubicBezTo>
                  <a:cubicBezTo>
                    <a:pt x="195" y="62"/>
                    <a:pt x="191" y="44"/>
                    <a:pt x="178" y="29"/>
                  </a:cubicBezTo>
                  <a:cubicBezTo>
                    <a:pt x="167" y="15"/>
                    <a:pt x="151" y="5"/>
                    <a:pt x="133" y="0"/>
                  </a:cubicBezTo>
                  <a:close/>
                </a:path>
              </a:pathLst>
            </a:custGeom>
            <a:solidFill>
              <a:srgbClr val="F3C5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143">
              <a:extLst>
                <a:ext uri="{FF2B5EF4-FFF2-40B4-BE49-F238E27FC236}">
                  <a16:creationId xmlns:a16="http://schemas.microsoft.com/office/drawing/2014/main" id="{79C34F5D-4D47-4421-99C0-F98622BFB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664"/>
              <a:ext cx="548" cy="306"/>
            </a:xfrm>
            <a:custGeom>
              <a:avLst/>
              <a:gdLst>
                <a:gd name="T0" fmla="*/ 2018 w 183"/>
                <a:gd name="T1" fmla="*/ 194 h 96"/>
                <a:gd name="T2" fmla="*/ 1884 w 183"/>
                <a:gd name="T3" fmla="*/ 194 h 96"/>
                <a:gd name="T4" fmla="*/ 1830 w 183"/>
                <a:gd name="T5" fmla="*/ 194 h 96"/>
                <a:gd name="T6" fmla="*/ 1695 w 183"/>
                <a:gd name="T7" fmla="*/ 163 h 96"/>
                <a:gd name="T8" fmla="*/ 1641 w 183"/>
                <a:gd name="T9" fmla="*/ 163 h 96"/>
                <a:gd name="T10" fmla="*/ 1533 w 183"/>
                <a:gd name="T11" fmla="*/ 131 h 96"/>
                <a:gd name="T12" fmla="*/ 1506 w 183"/>
                <a:gd name="T13" fmla="*/ 131 h 96"/>
                <a:gd name="T14" fmla="*/ 0 w 183"/>
                <a:gd name="T15" fmla="*/ 2104 h 96"/>
                <a:gd name="T16" fmla="*/ 2234 w 183"/>
                <a:gd name="T17" fmla="*/ 3108 h 96"/>
                <a:gd name="T18" fmla="*/ 4914 w 183"/>
                <a:gd name="T19" fmla="*/ 1361 h 96"/>
                <a:gd name="T20" fmla="*/ 4671 w 183"/>
                <a:gd name="T21" fmla="*/ 934 h 96"/>
                <a:gd name="T22" fmla="*/ 3462 w 183"/>
                <a:gd name="T23" fmla="*/ 0 h 96"/>
                <a:gd name="T24" fmla="*/ 3165 w 183"/>
                <a:gd name="T25" fmla="*/ 102 h 96"/>
                <a:gd name="T26" fmla="*/ 3165 w 183"/>
                <a:gd name="T27" fmla="*/ 102 h 96"/>
                <a:gd name="T28" fmla="*/ 2572 w 183"/>
                <a:gd name="T29" fmla="*/ 194 h 96"/>
                <a:gd name="T30" fmla="*/ 2518 w 183"/>
                <a:gd name="T31" fmla="*/ 194 h 96"/>
                <a:gd name="T32" fmla="*/ 2234 w 183"/>
                <a:gd name="T33" fmla="*/ 223 h 96"/>
                <a:gd name="T34" fmla="*/ 2072 w 183"/>
                <a:gd name="T35" fmla="*/ 194 h 96"/>
                <a:gd name="T36" fmla="*/ 2018 w 183"/>
                <a:gd name="T37" fmla="*/ 194 h 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3" h="96">
                  <a:moveTo>
                    <a:pt x="75" y="6"/>
                  </a:moveTo>
                  <a:cubicBezTo>
                    <a:pt x="73" y="6"/>
                    <a:pt x="72" y="6"/>
                    <a:pt x="70" y="6"/>
                  </a:cubicBezTo>
                  <a:cubicBezTo>
                    <a:pt x="69" y="6"/>
                    <a:pt x="69" y="6"/>
                    <a:pt x="68" y="6"/>
                  </a:cubicBezTo>
                  <a:cubicBezTo>
                    <a:pt x="66" y="5"/>
                    <a:pt x="65" y="5"/>
                    <a:pt x="63" y="5"/>
                  </a:cubicBezTo>
                  <a:cubicBezTo>
                    <a:pt x="63" y="5"/>
                    <a:pt x="62" y="5"/>
                    <a:pt x="61" y="5"/>
                  </a:cubicBezTo>
                  <a:cubicBezTo>
                    <a:pt x="60" y="4"/>
                    <a:pt x="58" y="4"/>
                    <a:pt x="57" y="4"/>
                  </a:cubicBezTo>
                  <a:cubicBezTo>
                    <a:pt x="57" y="4"/>
                    <a:pt x="56" y="4"/>
                    <a:pt x="56" y="4"/>
                  </a:cubicBezTo>
                  <a:cubicBezTo>
                    <a:pt x="27" y="14"/>
                    <a:pt x="6" y="35"/>
                    <a:pt x="0" y="65"/>
                  </a:cubicBezTo>
                  <a:cubicBezTo>
                    <a:pt x="20" y="85"/>
                    <a:pt x="50" y="96"/>
                    <a:pt x="83" y="96"/>
                  </a:cubicBezTo>
                  <a:cubicBezTo>
                    <a:pt x="130" y="96"/>
                    <a:pt x="164" y="73"/>
                    <a:pt x="183" y="42"/>
                  </a:cubicBezTo>
                  <a:cubicBezTo>
                    <a:pt x="180" y="37"/>
                    <a:pt x="178" y="33"/>
                    <a:pt x="174" y="29"/>
                  </a:cubicBezTo>
                  <a:cubicBezTo>
                    <a:pt x="163" y="15"/>
                    <a:pt x="147" y="5"/>
                    <a:pt x="129" y="0"/>
                  </a:cubicBezTo>
                  <a:cubicBezTo>
                    <a:pt x="125" y="1"/>
                    <a:pt x="122" y="2"/>
                    <a:pt x="118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1" y="4"/>
                    <a:pt x="104" y="5"/>
                    <a:pt x="96" y="6"/>
                  </a:cubicBezTo>
                  <a:cubicBezTo>
                    <a:pt x="96" y="6"/>
                    <a:pt x="95" y="6"/>
                    <a:pt x="94" y="6"/>
                  </a:cubicBezTo>
                  <a:cubicBezTo>
                    <a:pt x="91" y="6"/>
                    <a:pt x="87" y="7"/>
                    <a:pt x="83" y="7"/>
                  </a:cubicBezTo>
                  <a:cubicBezTo>
                    <a:pt x="81" y="7"/>
                    <a:pt x="79" y="7"/>
                    <a:pt x="77" y="6"/>
                  </a:cubicBezTo>
                  <a:cubicBezTo>
                    <a:pt x="76" y="6"/>
                    <a:pt x="75" y="6"/>
                    <a:pt x="75" y="6"/>
                  </a:cubicBezTo>
                  <a:close/>
                </a:path>
              </a:pathLst>
            </a:custGeom>
            <a:solidFill>
              <a:srgbClr val="EFB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144">
              <a:extLst>
                <a:ext uri="{FF2B5EF4-FFF2-40B4-BE49-F238E27FC236}">
                  <a16:creationId xmlns:a16="http://schemas.microsoft.com/office/drawing/2014/main" id="{56519C6B-1C3F-430F-9BC6-9B38041B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1664"/>
              <a:ext cx="186" cy="255"/>
            </a:xfrm>
            <a:custGeom>
              <a:avLst/>
              <a:gdLst>
                <a:gd name="T0" fmla="*/ 1566 w 62"/>
                <a:gd name="T1" fmla="*/ 2591 h 80"/>
                <a:gd name="T2" fmla="*/ 1215 w 62"/>
                <a:gd name="T3" fmla="*/ 934 h 80"/>
                <a:gd name="T4" fmla="*/ 0 w 62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0">
                  <a:moveTo>
                    <a:pt x="58" y="80"/>
                  </a:moveTo>
                  <a:cubicBezTo>
                    <a:pt x="62" y="62"/>
                    <a:pt x="58" y="44"/>
                    <a:pt x="45" y="29"/>
                  </a:cubicBezTo>
                  <a:cubicBezTo>
                    <a:pt x="34" y="15"/>
                    <a:pt x="18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8DA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145">
              <a:extLst>
                <a:ext uri="{FF2B5EF4-FFF2-40B4-BE49-F238E27FC236}">
                  <a16:creationId xmlns:a16="http://schemas.microsoft.com/office/drawing/2014/main" id="{E45B8CAE-89A8-49E5-8822-9ED0D182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677"/>
              <a:ext cx="171" cy="204"/>
            </a:xfrm>
            <a:custGeom>
              <a:avLst/>
              <a:gdLst>
                <a:gd name="T0" fmla="*/ 1539 w 57"/>
                <a:gd name="T1" fmla="*/ 0 h 64"/>
                <a:gd name="T2" fmla="*/ 0 w 57"/>
                <a:gd name="T3" fmla="*/ 2072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64">
                  <a:moveTo>
                    <a:pt x="57" y="0"/>
                  </a:moveTo>
                  <a:cubicBezTo>
                    <a:pt x="27" y="11"/>
                    <a:pt x="6" y="33"/>
                    <a:pt x="0" y="64"/>
                  </a:cubicBezTo>
                </a:path>
              </a:pathLst>
            </a:custGeom>
            <a:noFill/>
            <a:ln w="9525" cap="flat">
              <a:solidFill>
                <a:srgbClr val="F8DA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146">
              <a:extLst>
                <a:ext uri="{FF2B5EF4-FFF2-40B4-BE49-F238E27FC236}">
                  <a16:creationId xmlns:a16="http://schemas.microsoft.com/office/drawing/2014/main" id="{6FB17F23-523F-4309-9839-067ABF0F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1284"/>
              <a:ext cx="330" cy="207"/>
            </a:xfrm>
            <a:custGeom>
              <a:avLst/>
              <a:gdLst>
                <a:gd name="T0" fmla="*/ 0 w 110"/>
                <a:gd name="T1" fmla="*/ 1003 h 65"/>
                <a:gd name="T2" fmla="*/ 2349 w 110"/>
                <a:gd name="T3" fmla="*/ 2099 h 65"/>
                <a:gd name="T4" fmla="*/ 2511 w 110"/>
                <a:gd name="T5" fmla="*/ 0 h 65"/>
                <a:gd name="T6" fmla="*/ 1998 w 110"/>
                <a:gd name="T7" fmla="*/ 1064 h 65"/>
                <a:gd name="T8" fmla="*/ 0 w 110"/>
                <a:gd name="T9" fmla="*/ 100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65">
                  <a:moveTo>
                    <a:pt x="0" y="31"/>
                  </a:moveTo>
                  <a:cubicBezTo>
                    <a:pt x="21" y="31"/>
                    <a:pt x="66" y="35"/>
                    <a:pt x="87" y="65"/>
                  </a:cubicBezTo>
                  <a:cubicBezTo>
                    <a:pt x="93" y="51"/>
                    <a:pt x="110" y="26"/>
                    <a:pt x="93" y="0"/>
                  </a:cubicBezTo>
                  <a:cubicBezTo>
                    <a:pt x="95" y="14"/>
                    <a:pt x="93" y="33"/>
                    <a:pt x="74" y="33"/>
                  </a:cubicBezTo>
                  <a:cubicBezTo>
                    <a:pt x="56" y="34"/>
                    <a:pt x="28" y="26"/>
                    <a:pt x="0" y="31"/>
                  </a:cubicBezTo>
                  <a:close/>
                </a:path>
              </a:pathLst>
            </a:custGeom>
            <a:solidFill>
              <a:srgbClr val="DFE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147">
              <a:extLst>
                <a:ext uri="{FF2B5EF4-FFF2-40B4-BE49-F238E27FC236}">
                  <a16:creationId xmlns:a16="http://schemas.microsoft.com/office/drawing/2014/main" id="{FC83F0D8-C16D-4EDE-91DF-E777BA2F7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150"/>
              <a:ext cx="249" cy="373"/>
            </a:xfrm>
            <a:custGeom>
              <a:avLst/>
              <a:gdLst>
                <a:gd name="T0" fmla="*/ 2241 w 83"/>
                <a:gd name="T1" fmla="*/ 0 h 117"/>
                <a:gd name="T2" fmla="*/ 837 w 83"/>
                <a:gd name="T3" fmla="*/ 3730 h 117"/>
                <a:gd name="T4" fmla="*/ 891 w 83"/>
                <a:gd name="T5" fmla="*/ 3762 h 117"/>
                <a:gd name="T6" fmla="*/ 1350 w 83"/>
                <a:gd name="T7" fmla="*/ 3210 h 117"/>
                <a:gd name="T8" fmla="*/ 864 w 83"/>
                <a:gd name="T9" fmla="*/ 3274 h 117"/>
                <a:gd name="T10" fmla="*/ 2241 w 83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117">
                  <a:moveTo>
                    <a:pt x="83" y="0"/>
                  </a:moveTo>
                  <a:cubicBezTo>
                    <a:pt x="53" y="10"/>
                    <a:pt x="0" y="53"/>
                    <a:pt x="31" y="115"/>
                  </a:cubicBezTo>
                  <a:cubicBezTo>
                    <a:pt x="31" y="116"/>
                    <a:pt x="33" y="117"/>
                    <a:pt x="33" y="116"/>
                  </a:cubicBezTo>
                  <a:cubicBezTo>
                    <a:pt x="37" y="111"/>
                    <a:pt x="43" y="103"/>
                    <a:pt x="50" y="99"/>
                  </a:cubicBezTo>
                  <a:cubicBezTo>
                    <a:pt x="39" y="106"/>
                    <a:pt x="35" y="109"/>
                    <a:pt x="32" y="101"/>
                  </a:cubicBezTo>
                  <a:cubicBezTo>
                    <a:pt x="30" y="93"/>
                    <a:pt x="13" y="36"/>
                    <a:pt x="83" y="0"/>
                  </a:cubicBezTo>
                  <a:close/>
                </a:path>
              </a:pathLst>
            </a:custGeom>
            <a:solidFill>
              <a:srgbClr val="DFE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148">
              <a:extLst>
                <a:ext uri="{FF2B5EF4-FFF2-40B4-BE49-F238E27FC236}">
                  <a16:creationId xmlns:a16="http://schemas.microsoft.com/office/drawing/2014/main" id="{E4E5971D-CDBB-4C0D-933B-BBAF7928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776"/>
              <a:ext cx="152" cy="73"/>
            </a:xfrm>
            <a:custGeom>
              <a:avLst/>
              <a:gdLst>
                <a:gd name="T0" fmla="*/ 683 w 51"/>
                <a:gd name="T1" fmla="*/ 60 h 23"/>
                <a:gd name="T2" fmla="*/ 265 w 51"/>
                <a:gd name="T3" fmla="*/ 543 h 23"/>
                <a:gd name="T4" fmla="*/ 27 w 51"/>
                <a:gd name="T5" fmla="*/ 705 h 23"/>
                <a:gd name="T6" fmla="*/ 480 w 51"/>
                <a:gd name="T7" fmla="*/ 574 h 23"/>
                <a:gd name="T8" fmla="*/ 736 w 51"/>
                <a:gd name="T9" fmla="*/ 324 h 23"/>
                <a:gd name="T10" fmla="*/ 1350 w 51"/>
                <a:gd name="T11" fmla="*/ 352 h 23"/>
                <a:gd name="T12" fmla="*/ 1058 w 51"/>
                <a:gd name="T13" fmla="*/ 130 h 23"/>
                <a:gd name="T14" fmla="*/ 736 w 51"/>
                <a:gd name="T15" fmla="*/ 6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3">
                  <a:moveTo>
                    <a:pt x="26" y="2"/>
                  </a:moveTo>
                  <a:cubicBezTo>
                    <a:pt x="22" y="9"/>
                    <a:pt x="18" y="14"/>
                    <a:pt x="10" y="17"/>
                  </a:cubicBezTo>
                  <a:cubicBezTo>
                    <a:pt x="6" y="18"/>
                    <a:pt x="0" y="17"/>
                    <a:pt x="1" y="22"/>
                  </a:cubicBezTo>
                  <a:cubicBezTo>
                    <a:pt x="4" y="23"/>
                    <a:pt x="14" y="20"/>
                    <a:pt x="18" y="18"/>
                  </a:cubicBezTo>
                  <a:cubicBezTo>
                    <a:pt x="22" y="17"/>
                    <a:pt x="24" y="12"/>
                    <a:pt x="28" y="10"/>
                  </a:cubicBezTo>
                  <a:cubicBezTo>
                    <a:pt x="35" y="8"/>
                    <a:pt x="45" y="16"/>
                    <a:pt x="51" y="11"/>
                  </a:cubicBezTo>
                  <a:cubicBezTo>
                    <a:pt x="47" y="7"/>
                    <a:pt x="44" y="6"/>
                    <a:pt x="40" y="4"/>
                  </a:cubicBezTo>
                  <a:cubicBezTo>
                    <a:pt x="36" y="3"/>
                    <a:pt x="32" y="0"/>
                    <a:pt x="28" y="2"/>
                  </a:cubicBezTo>
                </a:path>
              </a:pathLst>
            </a:custGeom>
            <a:solidFill>
              <a:srgbClr val="FDC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149">
              <a:extLst>
                <a:ext uri="{FF2B5EF4-FFF2-40B4-BE49-F238E27FC236}">
                  <a16:creationId xmlns:a16="http://schemas.microsoft.com/office/drawing/2014/main" id="{B0CF655D-05DE-4AB3-B11B-E00D4CDB4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744"/>
              <a:ext cx="81" cy="89"/>
            </a:xfrm>
            <a:custGeom>
              <a:avLst/>
              <a:gdLst>
                <a:gd name="T0" fmla="*/ 648 w 27"/>
                <a:gd name="T1" fmla="*/ 60 h 28"/>
                <a:gd name="T2" fmla="*/ 432 w 27"/>
                <a:gd name="T3" fmla="*/ 645 h 28"/>
                <a:gd name="T4" fmla="*/ 0 w 27"/>
                <a:gd name="T5" fmla="*/ 900 h 28"/>
                <a:gd name="T6" fmla="*/ 675 w 27"/>
                <a:gd name="T7" fmla="*/ 575 h 28"/>
                <a:gd name="T8" fmla="*/ 648 w 27"/>
                <a:gd name="T9" fmla="*/ 191 h 28"/>
                <a:gd name="T10" fmla="*/ 702 w 27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24" y="2"/>
                  </a:moveTo>
                  <a:cubicBezTo>
                    <a:pt x="23" y="7"/>
                    <a:pt x="19" y="16"/>
                    <a:pt x="16" y="20"/>
                  </a:cubicBezTo>
                  <a:cubicBezTo>
                    <a:pt x="12" y="24"/>
                    <a:pt x="4" y="24"/>
                    <a:pt x="0" y="28"/>
                  </a:cubicBezTo>
                  <a:cubicBezTo>
                    <a:pt x="5" y="28"/>
                    <a:pt x="23" y="23"/>
                    <a:pt x="25" y="18"/>
                  </a:cubicBezTo>
                  <a:cubicBezTo>
                    <a:pt x="27" y="14"/>
                    <a:pt x="23" y="10"/>
                    <a:pt x="24" y="6"/>
                  </a:cubicBezTo>
                  <a:cubicBezTo>
                    <a:pt x="24" y="4"/>
                    <a:pt x="26" y="1"/>
                    <a:pt x="26" y="0"/>
                  </a:cubicBezTo>
                </a:path>
              </a:pathLst>
            </a:custGeom>
            <a:solidFill>
              <a:srgbClr val="FDC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50">
              <a:extLst>
                <a:ext uri="{FF2B5EF4-FFF2-40B4-BE49-F238E27FC236}">
                  <a16:creationId xmlns:a16="http://schemas.microsoft.com/office/drawing/2014/main" id="{35D9071B-E03D-4A65-9AE8-D9C67DA36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728"/>
              <a:ext cx="24" cy="25"/>
            </a:xfrm>
            <a:custGeom>
              <a:avLst/>
              <a:gdLst>
                <a:gd name="T0" fmla="*/ 0 w 8"/>
                <a:gd name="T1" fmla="*/ 216 h 8"/>
                <a:gd name="T2" fmla="*/ 108 w 8"/>
                <a:gd name="T3" fmla="*/ 0 h 8"/>
                <a:gd name="T4" fmla="*/ 216 w 8"/>
                <a:gd name="T5" fmla="*/ 184 h 8"/>
                <a:gd name="T6" fmla="*/ 54 w 8"/>
                <a:gd name="T7" fmla="*/ 2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cubicBezTo>
                    <a:pt x="1" y="5"/>
                    <a:pt x="3" y="3"/>
                    <a:pt x="4" y="0"/>
                  </a:cubicBezTo>
                  <a:cubicBezTo>
                    <a:pt x="4" y="2"/>
                    <a:pt x="6" y="4"/>
                    <a:pt x="8" y="6"/>
                  </a:cubicBezTo>
                  <a:cubicBezTo>
                    <a:pt x="6" y="7"/>
                    <a:pt x="4" y="8"/>
                    <a:pt x="2" y="8"/>
                  </a:cubicBezTo>
                </a:path>
              </a:pathLst>
            </a:custGeom>
            <a:solidFill>
              <a:srgbClr val="E1A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51">
              <a:extLst>
                <a:ext uri="{FF2B5EF4-FFF2-40B4-BE49-F238E27FC236}">
                  <a16:creationId xmlns:a16="http://schemas.microsoft.com/office/drawing/2014/main" id="{712774D5-36A3-415E-A63A-6532E089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597"/>
              <a:ext cx="30" cy="108"/>
            </a:xfrm>
            <a:custGeom>
              <a:avLst/>
              <a:gdLst>
                <a:gd name="T0" fmla="*/ 81 w 10"/>
                <a:gd name="T1" fmla="*/ 251 h 34"/>
                <a:gd name="T2" fmla="*/ 0 w 10"/>
                <a:gd name="T3" fmla="*/ 1090 h 34"/>
                <a:gd name="T4" fmla="*/ 216 w 10"/>
                <a:gd name="T5" fmla="*/ 737 h 34"/>
                <a:gd name="T6" fmla="*/ 243 w 10"/>
                <a:gd name="T7" fmla="*/ 60 h 34"/>
                <a:gd name="T8" fmla="*/ 189 w 10"/>
                <a:gd name="T9" fmla="*/ 60 h 34"/>
                <a:gd name="T10" fmla="*/ 189 w 10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4">
                  <a:moveTo>
                    <a:pt x="3" y="8"/>
                  </a:moveTo>
                  <a:cubicBezTo>
                    <a:pt x="3" y="16"/>
                    <a:pt x="3" y="26"/>
                    <a:pt x="0" y="34"/>
                  </a:cubicBezTo>
                  <a:cubicBezTo>
                    <a:pt x="5" y="32"/>
                    <a:pt x="6" y="28"/>
                    <a:pt x="8" y="23"/>
                  </a:cubicBezTo>
                  <a:cubicBezTo>
                    <a:pt x="1" y="17"/>
                    <a:pt x="10" y="10"/>
                    <a:pt x="9" y="2"/>
                  </a:cubicBezTo>
                  <a:cubicBezTo>
                    <a:pt x="9" y="2"/>
                    <a:pt x="7" y="2"/>
                    <a:pt x="7" y="2"/>
                  </a:cubicBezTo>
                  <a:cubicBezTo>
                    <a:pt x="6" y="1"/>
                    <a:pt x="7" y="1"/>
                    <a:pt x="7" y="0"/>
                  </a:cubicBezTo>
                </a:path>
              </a:pathLst>
            </a:custGeom>
            <a:solidFill>
              <a:srgbClr val="E1A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52">
              <a:extLst>
                <a:ext uri="{FF2B5EF4-FFF2-40B4-BE49-F238E27FC236}">
                  <a16:creationId xmlns:a16="http://schemas.microsoft.com/office/drawing/2014/main" id="{A6F2FC3A-E904-4AAA-B423-4629E3B9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686"/>
              <a:ext cx="51" cy="106"/>
            </a:xfrm>
            <a:custGeom>
              <a:avLst/>
              <a:gdLst>
                <a:gd name="T0" fmla="*/ 324 w 17"/>
                <a:gd name="T1" fmla="*/ 61 h 33"/>
                <a:gd name="T2" fmla="*/ 459 w 17"/>
                <a:gd name="T3" fmla="*/ 299 h 33"/>
                <a:gd name="T4" fmla="*/ 0 w 17"/>
                <a:gd name="T5" fmla="*/ 1092 h 33"/>
                <a:gd name="T6" fmla="*/ 162 w 17"/>
                <a:gd name="T7" fmla="*/ 434 h 33"/>
                <a:gd name="T8" fmla="*/ 243 w 17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12" y="2"/>
                  </a:moveTo>
                  <a:cubicBezTo>
                    <a:pt x="13" y="5"/>
                    <a:pt x="15" y="7"/>
                    <a:pt x="17" y="9"/>
                  </a:cubicBezTo>
                  <a:cubicBezTo>
                    <a:pt x="11" y="16"/>
                    <a:pt x="1" y="24"/>
                    <a:pt x="0" y="33"/>
                  </a:cubicBezTo>
                  <a:cubicBezTo>
                    <a:pt x="2" y="27"/>
                    <a:pt x="6" y="19"/>
                    <a:pt x="6" y="13"/>
                  </a:cubicBezTo>
                  <a:cubicBezTo>
                    <a:pt x="7" y="8"/>
                    <a:pt x="6" y="6"/>
                    <a:pt x="9" y="0"/>
                  </a:cubicBezTo>
                </a:path>
              </a:pathLst>
            </a:custGeom>
            <a:solidFill>
              <a:srgbClr val="E1A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53">
              <a:extLst>
                <a:ext uri="{FF2B5EF4-FFF2-40B4-BE49-F238E27FC236}">
                  <a16:creationId xmlns:a16="http://schemas.microsoft.com/office/drawing/2014/main" id="{8DE1E153-230A-415B-A9EA-9E37BEAB7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814"/>
              <a:ext cx="231" cy="137"/>
            </a:xfrm>
            <a:custGeom>
              <a:avLst/>
              <a:gdLst>
                <a:gd name="T0" fmla="*/ 1674 w 77"/>
                <a:gd name="T1" fmla="*/ 487 h 43"/>
                <a:gd name="T2" fmla="*/ 1053 w 77"/>
                <a:gd name="T3" fmla="*/ 905 h 43"/>
                <a:gd name="T4" fmla="*/ 0 w 77"/>
                <a:gd name="T5" fmla="*/ 1166 h 43"/>
                <a:gd name="T6" fmla="*/ 1080 w 77"/>
                <a:gd name="T7" fmla="*/ 548 h 43"/>
                <a:gd name="T8" fmla="*/ 1566 w 77"/>
                <a:gd name="T9" fmla="*/ 487 h 43"/>
                <a:gd name="T10" fmla="*/ 2079 w 77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3">
                  <a:moveTo>
                    <a:pt x="62" y="15"/>
                  </a:moveTo>
                  <a:cubicBezTo>
                    <a:pt x="55" y="20"/>
                    <a:pt x="46" y="23"/>
                    <a:pt x="39" y="28"/>
                  </a:cubicBezTo>
                  <a:cubicBezTo>
                    <a:pt x="31" y="34"/>
                    <a:pt x="10" y="43"/>
                    <a:pt x="0" y="36"/>
                  </a:cubicBezTo>
                  <a:cubicBezTo>
                    <a:pt x="18" y="39"/>
                    <a:pt x="25" y="21"/>
                    <a:pt x="40" y="17"/>
                  </a:cubicBezTo>
                  <a:cubicBezTo>
                    <a:pt x="47" y="16"/>
                    <a:pt x="52" y="18"/>
                    <a:pt x="58" y="15"/>
                  </a:cubicBezTo>
                  <a:cubicBezTo>
                    <a:pt x="64" y="12"/>
                    <a:pt x="75" y="5"/>
                    <a:pt x="77" y="0"/>
                  </a:cubicBezTo>
                </a:path>
              </a:pathLst>
            </a:custGeom>
            <a:solidFill>
              <a:srgbClr val="E1A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154">
              <a:extLst>
                <a:ext uri="{FF2B5EF4-FFF2-40B4-BE49-F238E27FC236}">
                  <a16:creationId xmlns:a16="http://schemas.microsoft.com/office/drawing/2014/main" id="{CCD32744-BF9C-4D07-8D8D-765A6AB23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1444"/>
              <a:ext cx="63" cy="76"/>
            </a:xfrm>
            <a:custGeom>
              <a:avLst/>
              <a:gdLst>
                <a:gd name="T0" fmla="*/ 0 w 21"/>
                <a:gd name="T1" fmla="*/ 0 h 24"/>
                <a:gd name="T2" fmla="*/ 108 w 21"/>
                <a:gd name="T3" fmla="*/ 481 h 24"/>
                <a:gd name="T4" fmla="*/ 540 w 21"/>
                <a:gd name="T5" fmla="*/ 763 h 24"/>
                <a:gd name="T6" fmla="*/ 54 w 21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0" y="0"/>
                  </a:moveTo>
                  <a:cubicBezTo>
                    <a:pt x="3" y="5"/>
                    <a:pt x="1" y="11"/>
                    <a:pt x="4" y="15"/>
                  </a:cubicBezTo>
                  <a:cubicBezTo>
                    <a:pt x="8" y="19"/>
                    <a:pt x="21" y="19"/>
                    <a:pt x="20" y="24"/>
                  </a:cubicBezTo>
                  <a:cubicBezTo>
                    <a:pt x="14" y="21"/>
                    <a:pt x="2" y="8"/>
                    <a:pt x="2" y="0"/>
                  </a:cubicBezTo>
                </a:path>
              </a:pathLst>
            </a:custGeom>
            <a:solidFill>
              <a:srgbClr val="EFB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155">
              <a:extLst>
                <a:ext uri="{FF2B5EF4-FFF2-40B4-BE49-F238E27FC236}">
                  <a16:creationId xmlns:a16="http://schemas.microsoft.com/office/drawing/2014/main" id="{75F97965-8503-4BAF-8A76-D2E136898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1469"/>
              <a:ext cx="36" cy="26"/>
            </a:xfrm>
            <a:custGeom>
              <a:avLst/>
              <a:gdLst>
                <a:gd name="T0" fmla="*/ 54 w 12"/>
                <a:gd name="T1" fmla="*/ 75 h 8"/>
                <a:gd name="T2" fmla="*/ 189 w 12"/>
                <a:gd name="T3" fmla="*/ 169 h 8"/>
                <a:gd name="T4" fmla="*/ 270 w 12"/>
                <a:gd name="T5" fmla="*/ 276 h 8"/>
                <a:gd name="T6" fmla="*/ 0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2" y="2"/>
                  </a:moveTo>
                  <a:cubicBezTo>
                    <a:pt x="2" y="6"/>
                    <a:pt x="5" y="7"/>
                    <a:pt x="7" y="5"/>
                  </a:cubicBezTo>
                  <a:cubicBezTo>
                    <a:pt x="8" y="6"/>
                    <a:pt x="9" y="7"/>
                    <a:pt x="10" y="8"/>
                  </a:cubicBezTo>
                  <a:cubicBezTo>
                    <a:pt x="12" y="3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156">
              <a:extLst>
                <a:ext uri="{FF2B5EF4-FFF2-40B4-BE49-F238E27FC236}">
                  <a16:creationId xmlns:a16="http://schemas.microsoft.com/office/drawing/2014/main" id="{51FC00A8-A12C-4F0A-92F1-22DB9E067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766"/>
              <a:ext cx="33" cy="57"/>
            </a:xfrm>
            <a:custGeom>
              <a:avLst/>
              <a:gdLst>
                <a:gd name="T0" fmla="*/ 0 w 11"/>
                <a:gd name="T1" fmla="*/ 542 h 18"/>
                <a:gd name="T2" fmla="*/ 135 w 11"/>
                <a:gd name="T3" fmla="*/ 0 h 18"/>
                <a:gd name="T4" fmla="*/ 54 w 11"/>
                <a:gd name="T5" fmla="*/ 57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17"/>
                  </a:moveTo>
                  <a:cubicBezTo>
                    <a:pt x="8" y="12"/>
                    <a:pt x="5" y="8"/>
                    <a:pt x="5" y="0"/>
                  </a:cubicBezTo>
                  <a:cubicBezTo>
                    <a:pt x="8" y="7"/>
                    <a:pt x="11" y="13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157">
              <a:extLst>
                <a:ext uri="{FF2B5EF4-FFF2-40B4-BE49-F238E27FC236}">
                  <a16:creationId xmlns:a16="http://schemas.microsoft.com/office/drawing/2014/main" id="{26FAFB4A-DA87-4DCA-8E92-D5C772B56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50"/>
              <a:ext cx="63" cy="89"/>
            </a:xfrm>
            <a:custGeom>
              <a:avLst/>
              <a:gdLst>
                <a:gd name="T0" fmla="*/ 108 w 21"/>
                <a:gd name="T1" fmla="*/ 60 h 28"/>
                <a:gd name="T2" fmla="*/ 297 w 21"/>
                <a:gd name="T3" fmla="*/ 515 h 28"/>
                <a:gd name="T4" fmla="*/ 459 w 21"/>
                <a:gd name="T5" fmla="*/ 607 h 28"/>
                <a:gd name="T6" fmla="*/ 567 w 21"/>
                <a:gd name="T7" fmla="*/ 709 h 28"/>
                <a:gd name="T8" fmla="*/ 81 w 2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4" y="2"/>
                  </a:moveTo>
                  <a:cubicBezTo>
                    <a:pt x="6" y="7"/>
                    <a:pt x="8" y="12"/>
                    <a:pt x="11" y="16"/>
                  </a:cubicBezTo>
                  <a:cubicBezTo>
                    <a:pt x="13" y="17"/>
                    <a:pt x="15" y="17"/>
                    <a:pt x="17" y="19"/>
                  </a:cubicBezTo>
                  <a:cubicBezTo>
                    <a:pt x="18" y="20"/>
                    <a:pt x="19" y="22"/>
                    <a:pt x="21" y="22"/>
                  </a:cubicBezTo>
                  <a:cubicBezTo>
                    <a:pt x="16" y="28"/>
                    <a:pt x="0" y="8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158">
              <a:extLst>
                <a:ext uri="{FF2B5EF4-FFF2-40B4-BE49-F238E27FC236}">
                  <a16:creationId xmlns:a16="http://schemas.microsoft.com/office/drawing/2014/main" id="{C1EE2818-A77E-4926-89FA-95373B552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450"/>
              <a:ext cx="96" cy="89"/>
            </a:xfrm>
            <a:custGeom>
              <a:avLst/>
              <a:gdLst>
                <a:gd name="T0" fmla="*/ 135 w 32"/>
                <a:gd name="T1" fmla="*/ 607 h 28"/>
                <a:gd name="T2" fmla="*/ 864 w 32"/>
                <a:gd name="T3" fmla="*/ 0 h 28"/>
                <a:gd name="T4" fmla="*/ 405 w 32"/>
                <a:gd name="T5" fmla="*/ 575 h 28"/>
                <a:gd name="T6" fmla="*/ 243 w 32"/>
                <a:gd name="T7" fmla="*/ 645 h 28"/>
                <a:gd name="T8" fmla="*/ 189 w 32"/>
                <a:gd name="T9" fmla="*/ 769 h 28"/>
                <a:gd name="T10" fmla="*/ 0 w 32"/>
                <a:gd name="T11" fmla="*/ 90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8">
                  <a:moveTo>
                    <a:pt x="5" y="19"/>
                  </a:moveTo>
                  <a:cubicBezTo>
                    <a:pt x="13" y="11"/>
                    <a:pt x="21" y="4"/>
                    <a:pt x="32" y="0"/>
                  </a:cubicBezTo>
                  <a:cubicBezTo>
                    <a:pt x="24" y="4"/>
                    <a:pt x="20" y="12"/>
                    <a:pt x="15" y="18"/>
                  </a:cubicBezTo>
                  <a:cubicBezTo>
                    <a:pt x="14" y="18"/>
                    <a:pt x="11" y="19"/>
                    <a:pt x="9" y="20"/>
                  </a:cubicBezTo>
                  <a:cubicBezTo>
                    <a:pt x="8" y="21"/>
                    <a:pt x="8" y="23"/>
                    <a:pt x="7" y="24"/>
                  </a:cubicBezTo>
                  <a:cubicBezTo>
                    <a:pt x="4" y="27"/>
                    <a:pt x="2" y="28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159">
              <a:extLst>
                <a:ext uri="{FF2B5EF4-FFF2-40B4-BE49-F238E27FC236}">
                  <a16:creationId xmlns:a16="http://schemas.microsoft.com/office/drawing/2014/main" id="{5BAE8C8B-2278-4D40-B6A4-73D95B833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399"/>
              <a:ext cx="521" cy="134"/>
            </a:xfrm>
            <a:custGeom>
              <a:avLst/>
              <a:gdLst>
                <a:gd name="T0" fmla="*/ 4671 w 174"/>
                <a:gd name="T1" fmla="*/ 1037 h 42"/>
                <a:gd name="T2" fmla="*/ 2599 w 174"/>
                <a:gd name="T3" fmla="*/ 0 h 42"/>
                <a:gd name="T4" fmla="*/ 0 w 174"/>
                <a:gd name="T5" fmla="*/ 136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42">
                  <a:moveTo>
                    <a:pt x="174" y="32"/>
                  </a:moveTo>
                  <a:cubicBezTo>
                    <a:pt x="156" y="12"/>
                    <a:pt x="128" y="0"/>
                    <a:pt x="97" y="0"/>
                  </a:cubicBezTo>
                  <a:cubicBezTo>
                    <a:pt x="56" y="0"/>
                    <a:pt x="20" y="15"/>
                    <a:pt x="0" y="4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160">
              <a:extLst>
                <a:ext uri="{FF2B5EF4-FFF2-40B4-BE49-F238E27FC236}">
                  <a16:creationId xmlns:a16="http://schemas.microsoft.com/office/drawing/2014/main" id="{D312D1C3-5057-47E2-A171-58E2D4B0C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648"/>
              <a:ext cx="206" cy="175"/>
            </a:xfrm>
            <a:custGeom>
              <a:avLst/>
              <a:gdLst>
                <a:gd name="T0" fmla="*/ 0 w 69"/>
                <a:gd name="T1" fmla="*/ 0 h 55"/>
                <a:gd name="T2" fmla="*/ 27 w 69"/>
                <a:gd name="T3" fmla="*/ 678 h 55"/>
                <a:gd name="T4" fmla="*/ 776 w 69"/>
                <a:gd name="T5" fmla="*/ 1740 h 55"/>
                <a:gd name="T6" fmla="*/ 1836 w 69"/>
                <a:gd name="T7" fmla="*/ 608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5">
                  <a:moveTo>
                    <a:pt x="0" y="0"/>
                  </a:moveTo>
                  <a:cubicBezTo>
                    <a:pt x="0" y="7"/>
                    <a:pt x="0" y="15"/>
                    <a:pt x="1" y="21"/>
                  </a:cubicBezTo>
                  <a:cubicBezTo>
                    <a:pt x="2" y="35"/>
                    <a:pt x="17" y="52"/>
                    <a:pt x="29" y="54"/>
                  </a:cubicBezTo>
                  <a:cubicBezTo>
                    <a:pt x="40" y="55"/>
                    <a:pt x="67" y="27"/>
                    <a:pt x="69" y="19"/>
                  </a:cubicBezTo>
                </a:path>
              </a:pathLst>
            </a:custGeom>
            <a:solidFill>
              <a:srgbClr val="E3E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161">
              <a:extLst>
                <a:ext uri="{FF2B5EF4-FFF2-40B4-BE49-F238E27FC236}">
                  <a16:creationId xmlns:a16="http://schemas.microsoft.com/office/drawing/2014/main" id="{5AA1642E-9B93-46AB-9689-CE649E7F1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491"/>
              <a:ext cx="233" cy="166"/>
            </a:xfrm>
            <a:custGeom>
              <a:avLst/>
              <a:gdLst>
                <a:gd name="T0" fmla="*/ 161 w 78"/>
                <a:gd name="T1" fmla="*/ 1366 h 52"/>
                <a:gd name="T2" fmla="*/ 1437 w 78"/>
                <a:gd name="T3" fmla="*/ 1692 h 52"/>
                <a:gd name="T4" fmla="*/ 1756 w 78"/>
                <a:gd name="T5" fmla="*/ 1660 h 52"/>
                <a:gd name="T6" fmla="*/ 2052 w 78"/>
                <a:gd name="T7" fmla="*/ 1069 h 52"/>
                <a:gd name="T8" fmla="*/ 1544 w 78"/>
                <a:gd name="T9" fmla="*/ 386 h 52"/>
                <a:gd name="T10" fmla="*/ 350 w 78"/>
                <a:gd name="T11" fmla="*/ 460 h 52"/>
                <a:gd name="T12" fmla="*/ 54 w 78"/>
                <a:gd name="T13" fmla="*/ 1041 h 52"/>
                <a:gd name="T14" fmla="*/ 161 w 78"/>
                <a:gd name="T15" fmla="*/ 1366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2">
                  <a:moveTo>
                    <a:pt x="6" y="42"/>
                  </a:moveTo>
                  <a:cubicBezTo>
                    <a:pt x="20" y="48"/>
                    <a:pt x="37" y="52"/>
                    <a:pt x="54" y="52"/>
                  </a:cubicBezTo>
                  <a:cubicBezTo>
                    <a:pt x="58" y="52"/>
                    <a:pt x="62" y="51"/>
                    <a:pt x="66" y="51"/>
                  </a:cubicBezTo>
                  <a:cubicBezTo>
                    <a:pt x="71" y="46"/>
                    <a:pt x="76" y="40"/>
                    <a:pt x="77" y="33"/>
                  </a:cubicBezTo>
                  <a:cubicBezTo>
                    <a:pt x="78" y="23"/>
                    <a:pt x="69" y="20"/>
                    <a:pt x="58" y="12"/>
                  </a:cubicBezTo>
                  <a:cubicBezTo>
                    <a:pt x="42" y="0"/>
                    <a:pt x="24" y="6"/>
                    <a:pt x="13" y="14"/>
                  </a:cubicBezTo>
                  <a:cubicBezTo>
                    <a:pt x="9" y="19"/>
                    <a:pt x="0" y="22"/>
                    <a:pt x="2" y="32"/>
                  </a:cubicBezTo>
                  <a:cubicBezTo>
                    <a:pt x="2" y="34"/>
                    <a:pt x="4" y="38"/>
                    <a:pt x="6" y="42"/>
                  </a:cubicBezTo>
                  <a:close/>
                </a:path>
              </a:pathLst>
            </a:custGeom>
            <a:solidFill>
              <a:srgbClr val="F4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162">
              <a:extLst>
                <a:ext uri="{FF2B5EF4-FFF2-40B4-BE49-F238E27FC236}">
                  <a16:creationId xmlns:a16="http://schemas.microsoft.com/office/drawing/2014/main" id="{59245632-7040-4273-AF42-B3F596E83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667"/>
              <a:ext cx="123" cy="64"/>
            </a:xfrm>
            <a:custGeom>
              <a:avLst/>
              <a:gdLst>
                <a:gd name="T0" fmla="*/ 1053 w 41"/>
                <a:gd name="T1" fmla="*/ 195 h 20"/>
                <a:gd name="T2" fmla="*/ 0 w 41"/>
                <a:gd name="T3" fmla="*/ 0 h 20"/>
                <a:gd name="T4" fmla="*/ 351 w 41"/>
                <a:gd name="T5" fmla="*/ 429 h 20"/>
                <a:gd name="T6" fmla="*/ 1107 w 41"/>
                <a:gd name="T7" fmla="*/ 195 h 20"/>
                <a:gd name="T8" fmla="*/ 1107 w 41"/>
                <a:gd name="T9" fmla="*/ 195 h 20"/>
                <a:gd name="T10" fmla="*/ 1053 w 41"/>
                <a:gd name="T11" fmla="*/ 19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0">
                  <a:moveTo>
                    <a:pt x="39" y="6"/>
                  </a:moveTo>
                  <a:cubicBezTo>
                    <a:pt x="26" y="6"/>
                    <a:pt x="12" y="4"/>
                    <a:pt x="0" y="0"/>
                  </a:cubicBezTo>
                  <a:cubicBezTo>
                    <a:pt x="4" y="5"/>
                    <a:pt x="9" y="10"/>
                    <a:pt x="13" y="13"/>
                  </a:cubicBezTo>
                  <a:cubicBezTo>
                    <a:pt x="22" y="20"/>
                    <a:pt x="33" y="15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0" y="6"/>
                    <a:pt x="39" y="6"/>
                  </a:cubicBezTo>
                  <a:close/>
                </a:path>
              </a:pathLst>
            </a:custGeom>
            <a:solidFill>
              <a:srgbClr val="EEF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163">
              <a:extLst>
                <a:ext uri="{FF2B5EF4-FFF2-40B4-BE49-F238E27FC236}">
                  <a16:creationId xmlns:a16="http://schemas.microsoft.com/office/drawing/2014/main" id="{0FB87D94-B67F-4EE1-836A-BF69B8FE2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348"/>
              <a:ext cx="218" cy="274"/>
            </a:xfrm>
            <a:custGeom>
              <a:avLst/>
              <a:gdLst>
                <a:gd name="T0" fmla="*/ 1917 w 73"/>
                <a:gd name="T1" fmla="*/ 1685 h 86"/>
                <a:gd name="T2" fmla="*/ 1410 w 73"/>
                <a:gd name="T3" fmla="*/ 255 h 86"/>
                <a:gd name="T4" fmla="*/ 696 w 73"/>
                <a:gd name="T5" fmla="*/ 61 h 86"/>
                <a:gd name="T6" fmla="*/ 108 w 73"/>
                <a:gd name="T7" fmla="*/ 934 h 86"/>
                <a:gd name="T8" fmla="*/ 0 w 73"/>
                <a:gd name="T9" fmla="*/ 1523 h 86"/>
                <a:gd name="T10" fmla="*/ 0 w 73"/>
                <a:gd name="T11" fmla="*/ 1615 h 86"/>
                <a:gd name="T12" fmla="*/ 615 w 73"/>
                <a:gd name="T13" fmla="*/ 1848 h 86"/>
                <a:gd name="T14" fmla="*/ 1114 w 73"/>
                <a:gd name="T15" fmla="*/ 2527 h 86"/>
                <a:gd name="T16" fmla="*/ 1033 w 73"/>
                <a:gd name="T17" fmla="*/ 2781 h 86"/>
                <a:gd name="T18" fmla="*/ 1141 w 73"/>
                <a:gd name="T19" fmla="*/ 2750 h 86"/>
                <a:gd name="T20" fmla="*/ 1756 w 73"/>
                <a:gd name="T21" fmla="*/ 2425 h 86"/>
                <a:gd name="T22" fmla="*/ 1917 w 73"/>
                <a:gd name="T23" fmla="*/ 1685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86">
                  <a:moveTo>
                    <a:pt x="72" y="52"/>
                  </a:moveTo>
                  <a:cubicBezTo>
                    <a:pt x="69" y="35"/>
                    <a:pt x="68" y="17"/>
                    <a:pt x="53" y="8"/>
                  </a:cubicBezTo>
                  <a:cubicBezTo>
                    <a:pt x="45" y="4"/>
                    <a:pt x="35" y="0"/>
                    <a:pt x="26" y="2"/>
                  </a:cubicBezTo>
                  <a:cubicBezTo>
                    <a:pt x="17" y="5"/>
                    <a:pt x="8" y="20"/>
                    <a:pt x="4" y="29"/>
                  </a:cubicBezTo>
                  <a:cubicBezTo>
                    <a:pt x="2" y="34"/>
                    <a:pt x="0" y="39"/>
                    <a:pt x="0" y="47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8" y="50"/>
                    <a:pt x="15" y="51"/>
                    <a:pt x="23" y="57"/>
                  </a:cubicBezTo>
                  <a:cubicBezTo>
                    <a:pt x="34" y="65"/>
                    <a:pt x="43" y="68"/>
                    <a:pt x="42" y="78"/>
                  </a:cubicBezTo>
                  <a:cubicBezTo>
                    <a:pt x="41" y="81"/>
                    <a:pt x="40" y="84"/>
                    <a:pt x="39" y="86"/>
                  </a:cubicBezTo>
                  <a:cubicBezTo>
                    <a:pt x="40" y="86"/>
                    <a:pt x="41" y="86"/>
                    <a:pt x="43" y="85"/>
                  </a:cubicBezTo>
                  <a:cubicBezTo>
                    <a:pt x="50" y="83"/>
                    <a:pt x="61" y="80"/>
                    <a:pt x="66" y="75"/>
                  </a:cubicBezTo>
                  <a:cubicBezTo>
                    <a:pt x="72" y="69"/>
                    <a:pt x="73" y="60"/>
                    <a:pt x="72" y="52"/>
                  </a:cubicBezTo>
                  <a:close/>
                </a:path>
              </a:pathLst>
            </a:custGeom>
            <a:solidFill>
              <a:srgbClr val="F4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164">
              <a:extLst>
                <a:ext uri="{FF2B5EF4-FFF2-40B4-BE49-F238E27FC236}">
                  <a16:creationId xmlns:a16="http://schemas.microsoft.com/office/drawing/2014/main" id="{A704EC64-82EF-4925-BB3C-FF5B4C87B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606"/>
              <a:ext cx="219" cy="208"/>
            </a:xfrm>
            <a:custGeom>
              <a:avLst/>
              <a:gdLst>
                <a:gd name="T0" fmla="*/ 1944 w 73"/>
                <a:gd name="T1" fmla="*/ 0 h 65"/>
                <a:gd name="T2" fmla="*/ 1701 w 73"/>
                <a:gd name="T3" fmla="*/ 758 h 65"/>
                <a:gd name="T4" fmla="*/ 1026 w 73"/>
                <a:gd name="T5" fmla="*/ 1280 h 65"/>
                <a:gd name="T6" fmla="*/ 270 w 73"/>
                <a:gd name="T7" fmla="*/ 758 h 65"/>
                <a:gd name="T8" fmla="*/ 81 w 73"/>
                <a:gd name="T9" fmla="*/ 787 h 65"/>
                <a:gd name="T10" fmla="*/ 0 w 73"/>
                <a:gd name="T11" fmla="*/ 982 h 65"/>
                <a:gd name="T12" fmla="*/ 1053 w 73"/>
                <a:gd name="T13" fmla="*/ 2099 h 65"/>
                <a:gd name="T14" fmla="*/ 1782 w 73"/>
                <a:gd name="T15" fmla="*/ 1146 h 65"/>
                <a:gd name="T16" fmla="*/ 1944 w 73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65">
                  <a:moveTo>
                    <a:pt x="72" y="0"/>
                  </a:moveTo>
                  <a:cubicBezTo>
                    <a:pt x="72" y="8"/>
                    <a:pt x="67" y="15"/>
                    <a:pt x="63" y="23"/>
                  </a:cubicBezTo>
                  <a:cubicBezTo>
                    <a:pt x="58" y="32"/>
                    <a:pt x="45" y="41"/>
                    <a:pt x="38" y="39"/>
                  </a:cubicBezTo>
                  <a:cubicBezTo>
                    <a:pt x="34" y="38"/>
                    <a:pt x="19" y="33"/>
                    <a:pt x="10" y="23"/>
                  </a:cubicBezTo>
                  <a:cubicBezTo>
                    <a:pt x="8" y="23"/>
                    <a:pt x="5" y="23"/>
                    <a:pt x="3" y="24"/>
                  </a:cubicBezTo>
                  <a:cubicBezTo>
                    <a:pt x="2" y="26"/>
                    <a:pt x="1" y="28"/>
                    <a:pt x="0" y="30"/>
                  </a:cubicBezTo>
                  <a:cubicBezTo>
                    <a:pt x="5" y="43"/>
                    <a:pt x="26" y="65"/>
                    <a:pt x="39" y="64"/>
                  </a:cubicBezTo>
                  <a:cubicBezTo>
                    <a:pt x="53" y="63"/>
                    <a:pt x="63" y="42"/>
                    <a:pt x="66" y="35"/>
                  </a:cubicBezTo>
                  <a:cubicBezTo>
                    <a:pt x="70" y="27"/>
                    <a:pt x="73" y="8"/>
                    <a:pt x="72" y="0"/>
                  </a:cubicBezTo>
                  <a:close/>
                </a:path>
              </a:pathLst>
            </a:custGeom>
            <a:solidFill>
              <a:srgbClr val="E3E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165">
              <a:extLst>
                <a:ext uri="{FF2B5EF4-FFF2-40B4-BE49-F238E27FC236}">
                  <a16:creationId xmlns:a16="http://schemas.microsoft.com/office/drawing/2014/main" id="{340C4943-CC49-4EEE-AF9C-B86B883D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1495"/>
              <a:ext cx="192" cy="156"/>
            </a:xfrm>
            <a:custGeom>
              <a:avLst/>
              <a:gdLst>
                <a:gd name="T0" fmla="*/ 1728 w 64"/>
                <a:gd name="T1" fmla="*/ 739 h 49"/>
                <a:gd name="T2" fmla="*/ 891 w 64"/>
                <a:gd name="T3" fmla="*/ 0 h 49"/>
                <a:gd name="T4" fmla="*/ 918 w 64"/>
                <a:gd name="T5" fmla="*/ 191 h 49"/>
                <a:gd name="T6" fmla="*/ 756 w 64"/>
                <a:gd name="T7" fmla="*/ 933 h 49"/>
                <a:gd name="T8" fmla="*/ 135 w 64"/>
                <a:gd name="T9" fmla="*/ 1258 h 49"/>
                <a:gd name="T10" fmla="*/ 54 w 64"/>
                <a:gd name="T11" fmla="*/ 1286 h 49"/>
                <a:gd name="T12" fmla="*/ 0 w 64"/>
                <a:gd name="T13" fmla="*/ 1582 h 49"/>
                <a:gd name="T14" fmla="*/ 1728 w 64"/>
                <a:gd name="T15" fmla="*/ 73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49">
                  <a:moveTo>
                    <a:pt x="64" y="23"/>
                  </a:moveTo>
                  <a:cubicBezTo>
                    <a:pt x="57" y="12"/>
                    <a:pt x="42" y="5"/>
                    <a:pt x="33" y="0"/>
                  </a:cubicBezTo>
                  <a:cubicBezTo>
                    <a:pt x="33" y="2"/>
                    <a:pt x="33" y="4"/>
                    <a:pt x="34" y="6"/>
                  </a:cubicBezTo>
                  <a:cubicBezTo>
                    <a:pt x="35" y="14"/>
                    <a:pt x="34" y="23"/>
                    <a:pt x="28" y="29"/>
                  </a:cubicBezTo>
                  <a:cubicBezTo>
                    <a:pt x="23" y="34"/>
                    <a:pt x="12" y="37"/>
                    <a:pt x="5" y="39"/>
                  </a:cubicBezTo>
                  <a:cubicBezTo>
                    <a:pt x="4" y="40"/>
                    <a:pt x="3" y="40"/>
                    <a:pt x="2" y="40"/>
                  </a:cubicBezTo>
                  <a:cubicBezTo>
                    <a:pt x="2" y="43"/>
                    <a:pt x="1" y="46"/>
                    <a:pt x="0" y="49"/>
                  </a:cubicBezTo>
                  <a:cubicBezTo>
                    <a:pt x="25" y="46"/>
                    <a:pt x="47" y="37"/>
                    <a:pt x="64" y="23"/>
                  </a:cubicBezTo>
                  <a:close/>
                </a:path>
              </a:pathLst>
            </a:custGeom>
            <a:solidFill>
              <a:srgbClr val="F4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166">
              <a:extLst>
                <a:ext uri="{FF2B5EF4-FFF2-40B4-BE49-F238E27FC236}">
                  <a16:creationId xmlns:a16="http://schemas.microsoft.com/office/drawing/2014/main" id="{6C9A31C1-4660-40CB-AEA8-D8687541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97"/>
              <a:ext cx="189" cy="140"/>
            </a:xfrm>
            <a:custGeom>
              <a:avLst/>
              <a:gdLst>
                <a:gd name="T0" fmla="*/ 0 w 63"/>
                <a:gd name="T1" fmla="*/ 840 h 44"/>
                <a:gd name="T2" fmla="*/ 756 w 63"/>
                <a:gd name="T3" fmla="*/ 1355 h 44"/>
                <a:gd name="T4" fmla="*/ 1431 w 63"/>
                <a:gd name="T5" fmla="*/ 840 h 44"/>
                <a:gd name="T6" fmla="*/ 1674 w 63"/>
                <a:gd name="T7" fmla="*/ 0 h 44"/>
                <a:gd name="T8" fmla="*/ 0 w 63"/>
                <a:gd name="T9" fmla="*/ 84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4">
                  <a:moveTo>
                    <a:pt x="0" y="26"/>
                  </a:moveTo>
                  <a:cubicBezTo>
                    <a:pt x="9" y="36"/>
                    <a:pt x="24" y="41"/>
                    <a:pt x="28" y="42"/>
                  </a:cubicBezTo>
                  <a:cubicBezTo>
                    <a:pt x="35" y="44"/>
                    <a:pt x="48" y="35"/>
                    <a:pt x="53" y="26"/>
                  </a:cubicBezTo>
                  <a:cubicBezTo>
                    <a:pt x="58" y="17"/>
                    <a:pt x="63" y="10"/>
                    <a:pt x="62" y="0"/>
                  </a:cubicBezTo>
                  <a:cubicBezTo>
                    <a:pt x="45" y="13"/>
                    <a:pt x="24" y="22"/>
                    <a:pt x="0" y="26"/>
                  </a:cubicBezTo>
                  <a:close/>
                </a:path>
              </a:pathLst>
            </a:custGeom>
            <a:solidFill>
              <a:srgbClr val="EEF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67">
              <a:extLst>
                <a:ext uri="{FF2B5EF4-FFF2-40B4-BE49-F238E27FC236}">
                  <a16:creationId xmlns:a16="http://schemas.microsoft.com/office/drawing/2014/main" id="{8B86F397-3690-4560-998D-FC9A9AB6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590"/>
              <a:ext cx="15" cy="29"/>
            </a:xfrm>
            <a:custGeom>
              <a:avLst/>
              <a:gdLst>
                <a:gd name="T0" fmla="*/ 27 w 5"/>
                <a:gd name="T1" fmla="*/ 0 h 9"/>
                <a:gd name="T2" fmla="*/ 27 w 5"/>
                <a:gd name="T3" fmla="*/ 238 h 9"/>
                <a:gd name="T4" fmla="*/ 135 w 5"/>
                <a:gd name="T5" fmla="*/ 30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2" y="9"/>
                    <a:pt x="3" y="8"/>
                    <a:pt x="5" y="9"/>
                  </a:cubicBezTo>
                </a:path>
              </a:pathLst>
            </a:custGeom>
            <a:solidFill>
              <a:srgbClr val="F4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68">
              <a:extLst>
                <a:ext uri="{FF2B5EF4-FFF2-40B4-BE49-F238E27FC236}">
                  <a16:creationId xmlns:a16="http://schemas.microsoft.com/office/drawing/2014/main" id="{CA63303A-59AD-46DE-9425-55EA8987F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721"/>
              <a:ext cx="159" cy="102"/>
            </a:xfrm>
            <a:custGeom>
              <a:avLst/>
              <a:gdLst>
                <a:gd name="T0" fmla="*/ 756 w 53"/>
                <a:gd name="T1" fmla="*/ 1007 h 32"/>
                <a:gd name="T2" fmla="*/ 1431 w 53"/>
                <a:gd name="T3" fmla="*/ 488 h 32"/>
                <a:gd name="T4" fmla="*/ 1323 w 53"/>
                <a:gd name="T5" fmla="*/ 520 h 32"/>
                <a:gd name="T6" fmla="*/ 810 w 53"/>
                <a:gd name="T7" fmla="*/ 386 h 32"/>
                <a:gd name="T8" fmla="*/ 405 w 53"/>
                <a:gd name="T9" fmla="*/ 293 h 32"/>
                <a:gd name="T10" fmla="*/ 216 w 53"/>
                <a:gd name="T11" fmla="*/ 163 h 32"/>
                <a:gd name="T12" fmla="*/ 135 w 53"/>
                <a:gd name="T13" fmla="*/ 61 h 32"/>
                <a:gd name="T14" fmla="*/ 0 w 53"/>
                <a:gd name="T15" fmla="*/ 0 h 32"/>
                <a:gd name="T16" fmla="*/ 756 w 53"/>
                <a:gd name="T17" fmla="*/ 1007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2">
                  <a:moveTo>
                    <a:pt x="28" y="31"/>
                  </a:moveTo>
                  <a:cubicBezTo>
                    <a:pt x="34" y="32"/>
                    <a:pt x="45" y="24"/>
                    <a:pt x="53" y="15"/>
                  </a:cubicBezTo>
                  <a:cubicBezTo>
                    <a:pt x="52" y="15"/>
                    <a:pt x="50" y="15"/>
                    <a:pt x="49" y="16"/>
                  </a:cubicBezTo>
                  <a:cubicBezTo>
                    <a:pt x="42" y="16"/>
                    <a:pt x="36" y="14"/>
                    <a:pt x="30" y="12"/>
                  </a:cubicBezTo>
                  <a:cubicBezTo>
                    <a:pt x="25" y="10"/>
                    <a:pt x="20" y="11"/>
                    <a:pt x="15" y="9"/>
                  </a:cubicBezTo>
                  <a:cubicBezTo>
                    <a:pt x="12" y="8"/>
                    <a:pt x="10" y="7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1"/>
                    <a:pt x="2" y="1"/>
                    <a:pt x="0" y="0"/>
                  </a:cubicBezTo>
                  <a:cubicBezTo>
                    <a:pt x="3" y="13"/>
                    <a:pt x="17" y="29"/>
                    <a:pt x="28" y="31"/>
                  </a:cubicBezTo>
                  <a:close/>
                </a:path>
              </a:pathLst>
            </a:custGeom>
            <a:solidFill>
              <a:srgbClr val="F6E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69">
              <a:extLst>
                <a:ext uri="{FF2B5EF4-FFF2-40B4-BE49-F238E27FC236}">
                  <a16:creationId xmlns:a16="http://schemas.microsoft.com/office/drawing/2014/main" id="{97DDEC40-EFBC-4951-9633-B5B59725C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731"/>
              <a:ext cx="153" cy="83"/>
            </a:xfrm>
            <a:custGeom>
              <a:avLst/>
              <a:gdLst>
                <a:gd name="T0" fmla="*/ 1350 w 51"/>
                <a:gd name="T1" fmla="*/ 32 h 26"/>
                <a:gd name="T2" fmla="*/ 1161 w 51"/>
                <a:gd name="T3" fmla="*/ 163 h 26"/>
                <a:gd name="T4" fmla="*/ 783 w 51"/>
                <a:gd name="T5" fmla="*/ 195 h 26"/>
                <a:gd name="T6" fmla="*/ 351 w 51"/>
                <a:gd name="T7" fmla="*/ 195 h 26"/>
                <a:gd name="T8" fmla="*/ 0 w 51"/>
                <a:gd name="T9" fmla="*/ 326 h 26"/>
                <a:gd name="T10" fmla="*/ 702 w 51"/>
                <a:gd name="T11" fmla="*/ 814 h 26"/>
                <a:gd name="T12" fmla="*/ 1377 w 51"/>
                <a:gd name="T13" fmla="*/ 0 h 26"/>
                <a:gd name="T14" fmla="*/ 1350 w 51"/>
                <a:gd name="T15" fmla="*/ 3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6">
                  <a:moveTo>
                    <a:pt x="50" y="1"/>
                  </a:moveTo>
                  <a:cubicBezTo>
                    <a:pt x="47" y="2"/>
                    <a:pt x="45" y="4"/>
                    <a:pt x="43" y="5"/>
                  </a:cubicBezTo>
                  <a:cubicBezTo>
                    <a:pt x="39" y="7"/>
                    <a:pt x="34" y="6"/>
                    <a:pt x="29" y="6"/>
                  </a:cubicBezTo>
                  <a:cubicBezTo>
                    <a:pt x="24" y="6"/>
                    <a:pt x="18" y="5"/>
                    <a:pt x="13" y="6"/>
                  </a:cubicBezTo>
                  <a:cubicBezTo>
                    <a:pt x="9" y="7"/>
                    <a:pt x="4" y="8"/>
                    <a:pt x="0" y="10"/>
                  </a:cubicBezTo>
                  <a:cubicBezTo>
                    <a:pt x="8" y="18"/>
                    <a:pt x="19" y="26"/>
                    <a:pt x="26" y="25"/>
                  </a:cubicBezTo>
                  <a:cubicBezTo>
                    <a:pt x="38" y="24"/>
                    <a:pt x="47" y="9"/>
                    <a:pt x="51" y="0"/>
                  </a:cubicBezTo>
                  <a:cubicBezTo>
                    <a:pt x="51" y="0"/>
                    <a:pt x="50" y="1"/>
                    <a:pt x="50" y="1"/>
                  </a:cubicBezTo>
                  <a:close/>
                </a:path>
              </a:pathLst>
            </a:custGeom>
            <a:solidFill>
              <a:srgbClr val="F6E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70">
              <a:extLst>
                <a:ext uri="{FF2B5EF4-FFF2-40B4-BE49-F238E27FC236}">
                  <a16:creationId xmlns:a16="http://schemas.microsoft.com/office/drawing/2014/main" id="{17FDB7F3-F59C-4385-81DF-D3CC35A4D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428"/>
              <a:ext cx="134" cy="169"/>
            </a:xfrm>
            <a:custGeom>
              <a:avLst/>
              <a:gdLst>
                <a:gd name="T0" fmla="*/ 265 w 45"/>
                <a:gd name="T1" fmla="*/ 418 h 53"/>
                <a:gd name="T2" fmla="*/ 709 w 45"/>
                <a:gd name="T3" fmla="*/ 357 h 53"/>
                <a:gd name="T4" fmla="*/ 1027 w 45"/>
                <a:gd name="T5" fmla="*/ 0 h 53"/>
                <a:gd name="T6" fmla="*/ 1108 w 45"/>
                <a:gd name="T7" fmla="*/ 488 h 53"/>
                <a:gd name="T8" fmla="*/ 1161 w 45"/>
                <a:gd name="T9" fmla="*/ 1068 h 53"/>
                <a:gd name="T10" fmla="*/ 1027 w 45"/>
                <a:gd name="T11" fmla="*/ 1422 h 53"/>
                <a:gd name="T12" fmla="*/ 655 w 45"/>
                <a:gd name="T13" fmla="*/ 1687 h 53"/>
                <a:gd name="T14" fmla="*/ 319 w 45"/>
                <a:gd name="T15" fmla="*/ 1170 h 53"/>
                <a:gd name="T16" fmla="*/ 134 w 45"/>
                <a:gd name="T17" fmla="*/ 906 h 53"/>
                <a:gd name="T18" fmla="*/ 0 w 45"/>
                <a:gd name="T19" fmla="*/ 813 h 53"/>
                <a:gd name="T20" fmla="*/ 188 w 45"/>
                <a:gd name="T21" fmla="*/ 52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53">
                  <a:moveTo>
                    <a:pt x="10" y="13"/>
                  </a:moveTo>
                  <a:cubicBezTo>
                    <a:pt x="15" y="16"/>
                    <a:pt x="22" y="13"/>
                    <a:pt x="27" y="11"/>
                  </a:cubicBezTo>
                  <a:cubicBezTo>
                    <a:pt x="33" y="8"/>
                    <a:pt x="35" y="4"/>
                    <a:pt x="39" y="0"/>
                  </a:cubicBezTo>
                  <a:cubicBezTo>
                    <a:pt x="39" y="5"/>
                    <a:pt x="41" y="10"/>
                    <a:pt x="42" y="15"/>
                  </a:cubicBezTo>
                  <a:cubicBezTo>
                    <a:pt x="44" y="22"/>
                    <a:pt x="45" y="26"/>
                    <a:pt x="44" y="33"/>
                  </a:cubicBezTo>
                  <a:cubicBezTo>
                    <a:pt x="43" y="38"/>
                    <a:pt x="43" y="40"/>
                    <a:pt x="39" y="44"/>
                  </a:cubicBezTo>
                  <a:cubicBezTo>
                    <a:pt x="35" y="47"/>
                    <a:pt x="31" y="53"/>
                    <a:pt x="25" y="52"/>
                  </a:cubicBezTo>
                  <a:cubicBezTo>
                    <a:pt x="25" y="42"/>
                    <a:pt x="20" y="41"/>
                    <a:pt x="12" y="36"/>
                  </a:cubicBezTo>
                  <a:cubicBezTo>
                    <a:pt x="9" y="34"/>
                    <a:pt x="7" y="30"/>
                    <a:pt x="5" y="28"/>
                  </a:cubicBezTo>
                  <a:cubicBezTo>
                    <a:pt x="3" y="27"/>
                    <a:pt x="1" y="28"/>
                    <a:pt x="0" y="25"/>
                  </a:cubicBezTo>
                  <a:cubicBezTo>
                    <a:pt x="3" y="24"/>
                    <a:pt x="8" y="20"/>
                    <a:pt x="7" y="16"/>
                  </a:cubicBezTo>
                </a:path>
              </a:pathLst>
            </a:custGeom>
            <a:solidFill>
              <a:srgbClr val="DFF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71">
              <a:extLst>
                <a:ext uri="{FF2B5EF4-FFF2-40B4-BE49-F238E27FC236}">
                  <a16:creationId xmlns:a16="http://schemas.microsoft.com/office/drawing/2014/main" id="{0A6373F5-499F-4746-8520-E2DC83637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514"/>
              <a:ext cx="165" cy="105"/>
            </a:xfrm>
            <a:custGeom>
              <a:avLst/>
              <a:gdLst>
                <a:gd name="T0" fmla="*/ 783 w 55"/>
                <a:gd name="T1" fmla="*/ 0 h 33"/>
                <a:gd name="T2" fmla="*/ 675 w 55"/>
                <a:gd name="T3" fmla="*/ 710 h 33"/>
                <a:gd name="T4" fmla="*/ 0 w 55"/>
                <a:gd name="T5" fmla="*/ 1063 h 33"/>
                <a:gd name="T6" fmla="*/ 378 w 55"/>
                <a:gd name="T7" fmla="*/ 961 h 33"/>
                <a:gd name="T8" fmla="*/ 837 w 55"/>
                <a:gd name="T9" fmla="*/ 811 h 33"/>
                <a:gd name="T10" fmla="*/ 864 w 55"/>
                <a:gd name="T11" fmla="*/ 900 h 33"/>
                <a:gd name="T12" fmla="*/ 1188 w 55"/>
                <a:gd name="T13" fmla="*/ 738 h 33"/>
                <a:gd name="T14" fmla="*/ 1431 w 55"/>
                <a:gd name="T15" fmla="*/ 547 h 33"/>
                <a:gd name="T16" fmla="*/ 891 w 55"/>
                <a:gd name="T17" fmla="*/ 6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3">
                  <a:moveTo>
                    <a:pt x="29" y="0"/>
                  </a:moveTo>
                  <a:cubicBezTo>
                    <a:pt x="32" y="6"/>
                    <a:pt x="30" y="17"/>
                    <a:pt x="25" y="22"/>
                  </a:cubicBezTo>
                  <a:cubicBezTo>
                    <a:pt x="18" y="29"/>
                    <a:pt x="9" y="29"/>
                    <a:pt x="0" y="33"/>
                  </a:cubicBezTo>
                  <a:cubicBezTo>
                    <a:pt x="4" y="32"/>
                    <a:pt x="10" y="31"/>
                    <a:pt x="14" y="30"/>
                  </a:cubicBezTo>
                  <a:cubicBezTo>
                    <a:pt x="19" y="28"/>
                    <a:pt x="25" y="25"/>
                    <a:pt x="31" y="25"/>
                  </a:cubicBezTo>
                  <a:cubicBezTo>
                    <a:pt x="31" y="26"/>
                    <a:pt x="32" y="27"/>
                    <a:pt x="32" y="28"/>
                  </a:cubicBezTo>
                  <a:cubicBezTo>
                    <a:pt x="36" y="29"/>
                    <a:pt x="41" y="25"/>
                    <a:pt x="44" y="23"/>
                  </a:cubicBezTo>
                  <a:cubicBezTo>
                    <a:pt x="46" y="22"/>
                    <a:pt x="53" y="20"/>
                    <a:pt x="53" y="17"/>
                  </a:cubicBezTo>
                  <a:cubicBezTo>
                    <a:pt x="55" y="10"/>
                    <a:pt x="35" y="6"/>
                    <a:pt x="33" y="2"/>
                  </a:cubicBezTo>
                </a:path>
              </a:pathLst>
            </a:custGeom>
            <a:solidFill>
              <a:srgbClr val="DFF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72">
              <a:extLst>
                <a:ext uri="{FF2B5EF4-FFF2-40B4-BE49-F238E27FC236}">
                  <a16:creationId xmlns:a16="http://schemas.microsoft.com/office/drawing/2014/main" id="{E6532286-BA8E-4EBC-9D66-0A8A828D0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648"/>
              <a:ext cx="84" cy="108"/>
            </a:xfrm>
            <a:custGeom>
              <a:avLst/>
              <a:gdLst>
                <a:gd name="T0" fmla="*/ 27 w 28"/>
                <a:gd name="T1" fmla="*/ 959 h 34"/>
                <a:gd name="T2" fmla="*/ 189 w 28"/>
                <a:gd name="T3" fmla="*/ 797 h 34"/>
                <a:gd name="T4" fmla="*/ 432 w 28"/>
                <a:gd name="T5" fmla="*/ 607 h 34"/>
                <a:gd name="T6" fmla="*/ 756 w 28"/>
                <a:gd name="T7" fmla="*/ 0 h 34"/>
                <a:gd name="T8" fmla="*/ 621 w 28"/>
                <a:gd name="T9" fmla="*/ 797 h 34"/>
                <a:gd name="T10" fmla="*/ 54 w 28"/>
                <a:gd name="T11" fmla="*/ 109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1" y="30"/>
                  </a:moveTo>
                  <a:cubicBezTo>
                    <a:pt x="0" y="26"/>
                    <a:pt x="4" y="26"/>
                    <a:pt x="7" y="25"/>
                  </a:cubicBezTo>
                  <a:cubicBezTo>
                    <a:pt x="10" y="23"/>
                    <a:pt x="13" y="21"/>
                    <a:pt x="16" y="19"/>
                  </a:cubicBezTo>
                  <a:cubicBezTo>
                    <a:pt x="22" y="14"/>
                    <a:pt x="25" y="7"/>
                    <a:pt x="28" y="0"/>
                  </a:cubicBezTo>
                  <a:cubicBezTo>
                    <a:pt x="27" y="8"/>
                    <a:pt x="27" y="18"/>
                    <a:pt x="23" y="25"/>
                  </a:cubicBezTo>
                  <a:cubicBezTo>
                    <a:pt x="19" y="31"/>
                    <a:pt x="9" y="34"/>
                    <a:pt x="2" y="34"/>
                  </a:cubicBezTo>
                </a:path>
              </a:pathLst>
            </a:cu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73">
              <a:extLst>
                <a:ext uri="{FF2B5EF4-FFF2-40B4-BE49-F238E27FC236}">
                  <a16:creationId xmlns:a16="http://schemas.microsoft.com/office/drawing/2014/main" id="{F33C345C-206F-40C0-8C84-8F8025C14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702"/>
              <a:ext cx="84" cy="51"/>
            </a:xfrm>
            <a:custGeom>
              <a:avLst/>
              <a:gdLst>
                <a:gd name="T0" fmla="*/ 0 w 28"/>
                <a:gd name="T1" fmla="*/ 0 h 16"/>
                <a:gd name="T2" fmla="*/ 162 w 28"/>
                <a:gd name="T3" fmla="*/ 223 h 16"/>
                <a:gd name="T4" fmla="*/ 162 w 28"/>
                <a:gd name="T5" fmla="*/ 520 h 16"/>
                <a:gd name="T6" fmla="*/ 432 w 28"/>
                <a:gd name="T7" fmla="*/ 456 h 16"/>
                <a:gd name="T8" fmla="*/ 756 w 28"/>
                <a:gd name="T9" fmla="*/ 386 h 16"/>
                <a:gd name="T10" fmla="*/ 189 w 28"/>
                <a:gd name="T11" fmla="*/ 13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6">
                  <a:moveTo>
                    <a:pt x="0" y="0"/>
                  </a:moveTo>
                  <a:cubicBezTo>
                    <a:pt x="2" y="2"/>
                    <a:pt x="4" y="3"/>
                    <a:pt x="6" y="7"/>
                  </a:cubicBezTo>
                  <a:cubicBezTo>
                    <a:pt x="7" y="10"/>
                    <a:pt x="6" y="12"/>
                    <a:pt x="6" y="16"/>
                  </a:cubicBezTo>
                  <a:cubicBezTo>
                    <a:pt x="8" y="14"/>
                    <a:pt x="13" y="14"/>
                    <a:pt x="16" y="14"/>
                  </a:cubicBezTo>
                  <a:cubicBezTo>
                    <a:pt x="20" y="13"/>
                    <a:pt x="24" y="13"/>
                    <a:pt x="28" y="12"/>
                  </a:cubicBezTo>
                  <a:cubicBezTo>
                    <a:pt x="23" y="7"/>
                    <a:pt x="13" y="6"/>
                    <a:pt x="7" y="4"/>
                  </a:cubicBezTo>
                </a:path>
              </a:pathLst>
            </a:cu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74">
              <a:extLst>
                <a:ext uri="{FF2B5EF4-FFF2-40B4-BE49-F238E27FC236}">
                  <a16:creationId xmlns:a16="http://schemas.microsoft.com/office/drawing/2014/main" id="{C2AB10D1-C1D7-4DFE-B50A-DE3CE13E2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632"/>
              <a:ext cx="21" cy="19"/>
            </a:xfrm>
            <a:custGeom>
              <a:avLst/>
              <a:gdLst>
                <a:gd name="T0" fmla="*/ 162 w 7"/>
                <a:gd name="T1" fmla="*/ 0 h 6"/>
                <a:gd name="T2" fmla="*/ 0 w 7"/>
                <a:gd name="T3" fmla="*/ 190 h 6"/>
                <a:gd name="T4" fmla="*/ 189 w 7"/>
                <a:gd name="T5" fmla="*/ 130 h 6"/>
                <a:gd name="T6" fmla="*/ 189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4" y="1"/>
                    <a:pt x="2" y="4"/>
                    <a:pt x="0" y="6"/>
                  </a:cubicBezTo>
                  <a:cubicBezTo>
                    <a:pt x="3" y="6"/>
                    <a:pt x="5" y="4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solidFill>
              <a:srgbClr val="DFF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75">
              <a:extLst>
                <a:ext uri="{FF2B5EF4-FFF2-40B4-BE49-F238E27FC236}">
                  <a16:creationId xmlns:a16="http://schemas.microsoft.com/office/drawing/2014/main" id="{26F8BF8C-D74E-4453-AE1E-B49E69A6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702"/>
              <a:ext cx="83" cy="58"/>
            </a:xfrm>
            <a:custGeom>
              <a:avLst/>
              <a:gdLst>
                <a:gd name="T0" fmla="*/ 27 w 28"/>
                <a:gd name="T1" fmla="*/ 238 h 18"/>
                <a:gd name="T2" fmla="*/ 27 w 28"/>
                <a:gd name="T3" fmla="*/ 570 h 18"/>
                <a:gd name="T4" fmla="*/ 317 w 28"/>
                <a:gd name="T5" fmla="*/ 603 h 18"/>
                <a:gd name="T6" fmla="*/ 729 w 28"/>
                <a:gd name="T7" fmla="*/ 61 h 18"/>
                <a:gd name="T8" fmla="*/ 412 w 28"/>
                <a:gd name="T9" fmla="*/ 0 h 18"/>
                <a:gd name="T10" fmla="*/ 107 w 28"/>
                <a:gd name="T11" fmla="*/ 30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8">
                  <a:moveTo>
                    <a:pt x="1" y="7"/>
                  </a:moveTo>
                  <a:cubicBezTo>
                    <a:pt x="1" y="9"/>
                    <a:pt x="0" y="15"/>
                    <a:pt x="1" y="17"/>
                  </a:cubicBezTo>
                  <a:cubicBezTo>
                    <a:pt x="2" y="18"/>
                    <a:pt x="10" y="18"/>
                    <a:pt x="12" y="18"/>
                  </a:cubicBezTo>
                  <a:cubicBezTo>
                    <a:pt x="18" y="17"/>
                    <a:pt x="24" y="7"/>
                    <a:pt x="28" y="2"/>
                  </a:cubicBezTo>
                  <a:cubicBezTo>
                    <a:pt x="24" y="3"/>
                    <a:pt x="19" y="2"/>
                    <a:pt x="16" y="0"/>
                  </a:cubicBezTo>
                  <a:cubicBezTo>
                    <a:pt x="13" y="4"/>
                    <a:pt x="11" y="8"/>
                    <a:pt x="4" y="9"/>
                  </a:cubicBezTo>
                </a:path>
              </a:pathLst>
            </a:cu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76">
              <a:extLst>
                <a:ext uri="{FF2B5EF4-FFF2-40B4-BE49-F238E27FC236}">
                  <a16:creationId xmlns:a16="http://schemas.microsoft.com/office/drawing/2014/main" id="{AA9B5762-98D2-4D3C-85DB-7AEE41458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686"/>
              <a:ext cx="57" cy="70"/>
            </a:xfrm>
            <a:custGeom>
              <a:avLst/>
              <a:gdLst>
                <a:gd name="T0" fmla="*/ 135 w 19"/>
                <a:gd name="T1" fmla="*/ 0 h 22"/>
                <a:gd name="T2" fmla="*/ 432 w 19"/>
                <a:gd name="T3" fmla="*/ 293 h 22"/>
                <a:gd name="T4" fmla="*/ 459 w 19"/>
                <a:gd name="T5" fmla="*/ 710 h 22"/>
                <a:gd name="T6" fmla="*/ 0 w 19"/>
                <a:gd name="T7" fmla="*/ 455 h 22"/>
                <a:gd name="T8" fmla="*/ 189 w 19"/>
                <a:gd name="T9" fmla="*/ 16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5" y="0"/>
                  </a:moveTo>
                  <a:cubicBezTo>
                    <a:pt x="7" y="5"/>
                    <a:pt x="13" y="5"/>
                    <a:pt x="16" y="9"/>
                  </a:cubicBezTo>
                  <a:cubicBezTo>
                    <a:pt x="19" y="13"/>
                    <a:pt x="18" y="18"/>
                    <a:pt x="17" y="22"/>
                  </a:cubicBezTo>
                  <a:cubicBezTo>
                    <a:pt x="12" y="17"/>
                    <a:pt x="3" y="20"/>
                    <a:pt x="0" y="14"/>
                  </a:cubicBezTo>
                  <a:cubicBezTo>
                    <a:pt x="7" y="21"/>
                    <a:pt x="15" y="13"/>
                    <a:pt x="7" y="5"/>
                  </a:cubicBezTo>
                </a:path>
              </a:pathLst>
            </a:cu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177">
              <a:extLst>
                <a:ext uri="{FF2B5EF4-FFF2-40B4-BE49-F238E27FC236}">
                  <a16:creationId xmlns:a16="http://schemas.microsoft.com/office/drawing/2014/main" id="{D15F827A-62AC-4399-83B0-097B5E1CB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683"/>
              <a:ext cx="51" cy="29"/>
            </a:xfrm>
            <a:custGeom>
              <a:avLst/>
              <a:gdLst>
                <a:gd name="T0" fmla="*/ 27 w 17"/>
                <a:gd name="T1" fmla="*/ 61 h 9"/>
                <a:gd name="T2" fmla="*/ 459 w 17"/>
                <a:gd name="T3" fmla="*/ 168 h 9"/>
                <a:gd name="T4" fmla="*/ 0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" y="2"/>
                  </a:moveTo>
                  <a:cubicBezTo>
                    <a:pt x="6" y="9"/>
                    <a:pt x="11" y="9"/>
                    <a:pt x="17" y="5"/>
                  </a:cubicBezTo>
                  <a:cubicBezTo>
                    <a:pt x="12" y="6"/>
                    <a:pt x="4" y="3"/>
                    <a:pt x="0" y="0"/>
                  </a:cubicBezTo>
                </a:path>
              </a:pathLst>
            </a:custGeom>
            <a:solidFill>
              <a:srgbClr val="E3E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178">
              <a:extLst>
                <a:ext uri="{FF2B5EF4-FFF2-40B4-BE49-F238E27FC236}">
                  <a16:creationId xmlns:a16="http://schemas.microsoft.com/office/drawing/2014/main" id="{E6D660F2-DDA9-4A0A-9F8A-6A1117108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14"/>
              <a:ext cx="93" cy="115"/>
            </a:xfrm>
            <a:custGeom>
              <a:avLst/>
              <a:gdLst>
                <a:gd name="T0" fmla="*/ 783 w 31"/>
                <a:gd name="T1" fmla="*/ 32 h 36"/>
                <a:gd name="T2" fmla="*/ 378 w 31"/>
                <a:gd name="T3" fmla="*/ 134 h 36"/>
                <a:gd name="T4" fmla="*/ 0 w 31"/>
                <a:gd name="T5" fmla="*/ 489 h 36"/>
                <a:gd name="T6" fmla="*/ 216 w 31"/>
                <a:gd name="T7" fmla="*/ 460 h 36"/>
                <a:gd name="T8" fmla="*/ 270 w 31"/>
                <a:gd name="T9" fmla="*/ 623 h 36"/>
                <a:gd name="T10" fmla="*/ 135 w 31"/>
                <a:gd name="T11" fmla="*/ 907 h 36"/>
                <a:gd name="T12" fmla="*/ 216 w 31"/>
                <a:gd name="T13" fmla="*/ 949 h 36"/>
                <a:gd name="T14" fmla="*/ 378 w 31"/>
                <a:gd name="T15" fmla="*/ 1009 h 36"/>
                <a:gd name="T16" fmla="*/ 513 w 31"/>
                <a:gd name="T17" fmla="*/ 652 h 36"/>
                <a:gd name="T18" fmla="*/ 837 w 31"/>
                <a:gd name="T19" fmla="*/ 358 h 36"/>
                <a:gd name="T20" fmla="*/ 729 w 31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6">
                  <a:moveTo>
                    <a:pt x="29" y="1"/>
                  </a:moveTo>
                  <a:cubicBezTo>
                    <a:pt x="24" y="0"/>
                    <a:pt x="18" y="3"/>
                    <a:pt x="14" y="4"/>
                  </a:cubicBezTo>
                  <a:cubicBezTo>
                    <a:pt x="10" y="6"/>
                    <a:pt x="0" y="9"/>
                    <a:pt x="0" y="15"/>
                  </a:cubicBezTo>
                  <a:cubicBezTo>
                    <a:pt x="3" y="13"/>
                    <a:pt x="5" y="13"/>
                    <a:pt x="8" y="14"/>
                  </a:cubicBezTo>
                  <a:cubicBezTo>
                    <a:pt x="12" y="15"/>
                    <a:pt x="11" y="15"/>
                    <a:pt x="10" y="19"/>
                  </a:cubicBezTo>
                  <a:cubicBezTo>
                    <a:pt x="9" y="21"/>
                    <a:pt x="4" y="27"/>
                    <a:pt x="5" y="28"/>
                  </a:cubicBezTo>
                  <a:cubicBezTo>
                    <a:pt x="6" y="29"/>
                    <a:pt x="7" y="29"/>
                    <a:pt x="8" y="29"/>
                  </a:cubicBezTo>
                  <a:cubicBezTo>
                    <a:pt x="10" y="30"/>
                    <a:pt x="12" y="31"/>
                    <a:pt x="14" y="31"/>
                  </a:cubicBezTo>
                  <a:cubicBezTo>
                    <a:pt x="22" y="36"/>
                    <a:pt x="16" y="25"/>
                    <a:pt x="19" y="20"/>
                  </a:cubicBezTo>
                  <a:cubicBezTo>
                    <a:pt x="22" y="13"/>
                    <a:pt x="26" y="15"/>
                    <a:pt x="31" y="11"/>
                  </a:cubicBezTo>
                  <a:cubicBezTo>
                    <a:pt x="30" y="9"/>
                    <a:pt x="24" y="5"/>
                    <a:pt x="27" y="2"/>
                  </a:cubicBezTo>
                </a:path>
              </a:pathLst>
            </a:custGeom>
            <a:solidFill>
              <a:srgbClr val="DFF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179">
              <a:extLst>
                <a:ext uri="{FF2B5EF4-FFF2-40B4-BE49-F238E27FC236}">
                  <a16:creationId xmlns:a16="http://schemas.microsoft.com/office/drawing/2014/main" id="{78F9EA13-329D-4FD1-9443-AB56CCAB9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405"/>
              <a:ext cx="32" cy="55"/>
            </a:xfrm>
            <a:custGeom>
              <a:avLst/>
              <a:gdLst>
                <a:gd name="T0" fmla="*/ 169 w 11"/>
                <a:gd name="T1" fmla="*/ 32 h 17"/>
                <a:gd name="T2" fmla="*/ 26 w 11"/>
                <a:gd name="T3" fmla="*/ 304 h 17"/>
                <a:gd name="T4" fmla="*/ 195 w 11"/>
                <a:gd name="T5" fmla="*/ 336 h 17"/>
                <a:gd name="T6" fmla="*/ 271 w 11"/>
                <a:gd name="T7" fmla="*/ 576 h 17"/>
                <a:gd name="T8" fmla="*/ 271 w 11"/>
                <a:gd name="T9" fmla="*/ 375 h 17"/>
                <a:gd name="T10" fmla="*/ 244 w 11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7">
                  <a:moveTo>
                    <a:pt x="7" y="1"/>
                  </a:moveTo>
                  <a:cubicBezTo>
                    <a:pt x="6" y="2"/>
                    <a:pt x="0" y="6"/>
                    <a:pt x="1" y="9"/>
                  </a:cubicBezTo>
                  <a:cubicBezTo>
                    <a:pt x="2" y="13"/>
                    <a:pt x="5" y="9"/>
                    <a:pt x="8" y="10"/>
                  </a:cubicBezTo>
                  <a:cubicBezTo>
                    <a:pt x="11" y="12"/>
                    <a:pt x="9" y="15"/>
                    <a:pt x="11" y="17"/>
                  </a:cubicBezTo>
                  <a:cubicBezTo>
                    <a:pt x="11" y="16"/>
                    <a:pt x="11" y="13"/>
                    <a:pt x="11" y="11"/>
                  </a:cubicBezTo>
                  <a:cubicBezTo>
                    <a:pt x="11" y="8"/>
                    <a:pt x="8" y="2"/>
                    <a:pt x="10" y="0"/>
                  </a:cubicBezTo>
                </a:path>
              </a:pathLst>
            </a:custGeom>
            <a:solidFill>
              <a:srgbClr val="DFF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180">
              <a:extLst>
                <a:ext uri="{FF2B5EF4-FFF2-40B4-BE49-F238E27FC236}">
                  <a16:creationId xmlns:a16="http://schemas.microsoft.com/office/drawing/2014/main" id="{7561BFE6-EF38-4F20-AC2A-1AB5C8051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364"/>
              <a:ext cx="51" cy="35"/>
            </a:xfrm>
            <a:custGeom>
              <a:avLst/>
              <a:gdLst>
                <a:gd name="T0" fmla="*/ 162 w 17"/>
                <a:gd name="T1" fmla="*/ 0 h 11"/>
                <a:gd name="T2" fmla="*/ 27 w 17"/>
                <a:gd name="T3" fmla="*/ 162 h 11"/>
                <a:gd name="T4" fmla="*/ 81 w 17"/>
                <a:gd name="T5" fmla="*/ 353 h 11"/>
                <a:gd name="T6" fmla="*/ 459 w 17"/>
                <a:gd name="T7" fmla="*/ 162 h 11"/>
                <a:gd name="T8" fmla="*/ 135 w 17"/>
                <a:gd name="T9" fmla="*/ 0 h 11"/>
                <a:gd name="T10" fmla="*/ 162 w 1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1">
                  <a:moveTo>
                    <a:pt x="6" y="0"/>
                  </a:moveTo>
                  <a:cubicBezTo>
                    <a:pt x="0" y="1"/>
                    <a:pt x="1" y="1"/>
                    <a:pt x="1" y="5"/>
                  </a:cubicBezTo>
                  <a:cubicBezTo>
                    <a:pt x="1" y="7"/>
                    <a:pt x="1" y="10"/>
                    <a:pt x="3" y="11"/>
                  </a:cubicBezTo>
                  <a:cubicBezTo>
                    <a:pt x="3" y="6"/>
                    <a:pt x="13" y="3"/>
                    <a:pt x="17" y="5"/>
                  </a:cubicBezTo>
                  <a:cubicBezTo>
                    <a:pt x="12" y="4"/>
                    <a:pt x="11" y="0"/>
                    <a:pt x="5" y="0"/>
                  </a:cubicBezTo>
                  <a:cubicBezTo>
                    <a:pt x="5" y="1"/>
                    <a:pt x="6" y="0"/>
                    <a:pt x="6" y="0"/>
                  </a:cubicBezTo>
                </a:path>
              </a:pathLst>
            </a:custGeom>
            <a:solidFill>
              <a:srgbClr val="DFF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81">
              <a:extLst>
                <a:ext uri="{FF2B5EF4-FFF2-40B4-BE49-F238E27FC236}">
                  <a16:creationId xmlns:a16="http://schemas.microsoft.com/office/drawing/2014/main" id="{6FD79E09-3327-4E31-B66E-087FD8047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1673"/>
              <a:ext cx="54" cy="42"/>
            </a:xfrm>
            <a:custGeom>
              <a:avLst/>
              <a:gdLst>
                <a:gd name="T0" fmla="*/ 108 w 18"/>
                <a:gd name="T1" fmla="*/ 439 h 13"/>
                <a:gd name="T2" fmla="*/ 270 w 18"/>
                <a:gd name="T3" fmla="*/ 304 h 13"/>
                <a:gd name="T4" fmla="*/ 486 w 18"/>
                <a:gd name="T5" fmla="*/ 0 h 13"/>
                <a:gd name="T6" fmla="*/ 189 w 18"/>
                <a:gd name="T7" fmla="*/ 197 h 13"/>
                <a:gd name="T8" fmla="*/ 135 w 18"/>
                <a:gd name="T9" fmla="*/ 136 h 13"/>
                <a:gd name="T10" fmla="*/ 0 w 18"/>
                <a:gd name="T11" fmla="*/ 103 h 13"/>
                <a:gd name="T12" fmla="*/ 27 w 18"/>
                <a:gd name="T13" fmla="*/ 33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4" y="13"/>
                  </a:moveTo>
                  <a:cubicBezTo>
                    <a:pt x="6" y="12"/>
                    <a:pt x="8" y="11"/>
                    <a:pt x="10" y="9"/>
                  </a:cubicBezTo>
                  <a:cubicBezTo>
                    <a:pt x="14" y="7"/>
                    <a:pt x="15" y="3"/>
                    <a:pt x="18" y="0"/>
                  </a:cubicBezTo>
                  <a:cubicBezTo>
                    <a:pt x="14" y="2"/>
                    <a:pt x="12" y="7"/>
                    <a:pt x="7" y="6"/>
                  </a:cubicBezTo>
                  <a:cubicBezTo>
                    <a:pt x="8" y="6"/>
                    <a:pt x="5" y="4"/>
                    <a:pt x="5" y="4"/>
                  </a:cubicBezTo>
                  <a:cubicBezTo>
                    <a:pt x="4" y="3"/>
                    <a:pt x="2" y="3"/>
                    <a:pt x="0" y="3"/>
                  </a:cubicBezTo>
                  <a:cubicBezTo>
                    <a:pt x="0" y="5"/>
                    <a:pt x="0" y="9"/>
                    <a:pt x="1" y="10"/>
                  </a:cubicBezTo>
                </a:path>
              </a:pathLst>
            </a:custGeom>
            <a:solidFill>
              <a:srgbClr val="E3E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182">
              <a:extLst>
                <a:ext uri="{FF2B5EF4-FFF2-40B4-BE49-F238E27FC236}">
                  <a16:creationId xmlns:a16="http://schemas.microsoft.com/office/drawing/2014/main" id="{F79F3E59-B8DA-4DC0-9EF9-FBA7FD59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383"/>
              <a:ext cx="78" cy="57"/>
            </a:xfrm>
            <a:custGeom>
              <a:avLst/>
              <a:gdLst>
                <a:gd name="T0" fmla="*/ 0 w 26"/>
                <a:gd name="T1" fmla="*/ 162 h 18"/>
                <a:gd name="T2" fmla="*/ 135 w 26"/>
                <a:gd name="T3" fmla="*/ 573 h 18"/>
                <a:gd name="T4" fmla="*/ 324 w 26"/>
                <a:gd name="T5" fmla="*/ 481 h 18"/>
                <a:gd name="T6" fmla="*/ 567 w 26"/>
                <a:gd name="T7" fmla="*/ 101 h 18"/>
                <a:gd name="T8" fmla="*/ 324 w 26"/>
                <a:gd name="T9" fmla="*/ 291 h 18"/>
                <a:gd name="T10" fmla="*/ 81 w 26"/>
                <a:gd name="T11" fmla="*/ 13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8">
                  <a:moveTo>
                    <a:pt x="0" y="5"/>
                  </a:moveTo>
                  <a:cubicBezTo>
                    <a:pt x="0" y="7"/>
                    <a:pt x="2" y="17"/>
                    <a:pt x="5" y="18"/>
                  </a:cubicBezTo>
                  <a:cubicBezTo>
                    <a:pt x="7" y="18"/>
                    <a:pt x="10" y="16"/>
                    <a:pt x="12" y="15"/>
                  </a:cubicBezTo>
                  <a:cubicBezTo>
                    <a:pt x="17" y="13"/>
                    <a:pt x="26" y="10"/>
                    <a:pt x="21" y="3"/>
                  </a:cubicBezTo>
                  <a:cubicBezTo>
                    <a:pt x="17" y="4"/>
                    <a:pt x="18" y="11"/>
                    <a:pt x="12" y="9"/>
                  </a:cubicBezTo>
                  <a:cubicBezTo>
                    <a:pt x="8" y="7"/>
                    <a:pt x="9" y="0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183">
              <a:extLst>
                <a:ext uri="{FF2B5EF4-FFF2-40B4-BE49-F238E27FC236}">
                  <a16:creationId xmlns:a16="http://schemas.microsoft.com/office/drawing/2014/main" id="{FB856E59-36F0-4B5E-AAC1-23837937D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523"/>
              <a:ext cx="104" cy="109"/>
            </a:xfrm>
            <a:custGeom>
              <a:avLst/>
              <a:gdLst>
                <a:gd name="T0" fmla="*/ 184 w 35"/>
                <a:gd name="T1" fmla="*/ 103 h 34"/>
                <a:gd name="T2" fmla="*/ 238 w 35"/>
                <a:gd name="T3" fmla="*/ 330 h 34"/>
                <a:gd name="T4" fmla="*/ 53 w 35"/>
                <a:gd name="T5" fmla="*/ 462 h 34"/>
                <a:gd name="T6" fmla="*/ 53 w 35"/>
                <a:gd name="T7" fmla="*/ 657 h 34"/>
                <a:gd name="T8" fmla="*/ 27 w 35"/>
                <a:gd name="T9" fmla="*/ 927 h 34"/>
                <a:gd name="T10" fmla="*/ 425 w 35"/>
                <a:gd name="T11" fmla="*/ 564 h 34"/>
                <a:gd name="T12" fmla="*/ 573 w 35"/>
                <a:gd name="T13" fmla="*/ 1119 h 34"/>
                <a:gd name="T14" fmla="*/ 838 w 35"/>
                <a:gd name="T15" fmla="*/ 526 h 34"/>
                <a:gd name="T16" fmla="*/ 600 w 35"/>
                <a:gd name="T17" fmla="*/ 298 h 34"/>
                <a:gd name="T18" fmla="*/ 452 w 35"/>
                <a:gd name="T19" fmla="*/ 103 h 34"/>
                <a:gd name="T20" fmla="*/ 291 w 35"/>
                <a:gd name="T21" fmla="*/ 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34">
                  <a:moveTo>
                    <a:pt x="7" y="3"/>
                  </a:moveTo>
                  <a:cubicBezTo>
                    <a:pt x="9" y="6"/>
                    <a:pt x="11" y="7"/>
                    <a:pt x="9" y="10"/>
                  </a:cubicBezTo>
                  <a:cubicBezTo>
                    <a:pt x="8" y="14"/>
                    <a:pt x="5" y="12"/>
                    <a:pt x="2" y="14"/>
                  </a:cubicBezTo>
                  <a:cubicBezTo>
                    <a:pt x="1" y="16"/>
                    <a:pt x="2" y="17"/>
                    <a:pt x="2" y="20"/>
                  </a:cubicBezTo>
                  <a:cubicBezTo>
                    <a:pt x="1" y="23"/>
                    <a:pt x="0" y="25"/>
                    <a:pt x="1" y="28"/>
                  </a:cubicBezTo>
                  <a:cubicBezTo>
                    <a:pt x="8" y="27"/>
                    <a:pt x="6" y="16"/>
                    <a:pt x="16" y="17"/>
                  </a:cubicBezTo>
                  <a:cubicBezTo>
                    <a:pt x="27" y="18"/>
                    <a:pt x="21" y="27"/>
                    <a:pt x="22" y="34"/>
                  </a:cubicBezTo>
                  <a:cubicBezTo>
                    <a:pt x="29" y="31"/>
                    <a:pt x="35" y="24"/>
                    <a:pt x="32" y="16"/>
                  </a:cubicBezTo>
                  <a:cubicBezTo>
                    <a:pt x="30" y="12"/>
                    <a:pt x="26" y="11"/>
                    <a:pt x="23" y="9"/>
                  </a:cubicBezTo>
                  <a:cubicBezTo>
                    <a:pt x="21" y="7"/>
                    <a:pt x="19" y="5"/>
                    <a:pt x="17" y="3"/>
                  </a:cubicBezTo>
                  <a:cubicBezTo>
                    <a:pt x="15" y="2"/>
                    <a:pt x="12" y="3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184">
              <a:extLst>
                <a:ext uri="{FF2B5EF4-FFF2-40B4-BE49-F238E27FC236}">
                  <a16:creationId xmlns:a16="http://schemas.microsoft.com/office/drawing/2014/main" id="{385902F8-CCD4-4943-966F-AFDE52C8E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677"/>
              <a:ext cx="33" cy="38"/>
            </a:xfrm>
            <a:custGeom>
              <a:avLst/>
              <a:gdLst>
                <a:gd name="T0" fmla="*/ 54 w 11"/>
                <a:gd name="T1" fmla="*/ 0 h 12"/>
                <a:gd name="T2" fmla="*/ 81 w 11"/>
                <a:gd name="T3" fmla="*/ 320 h 12"/>
                <a:gd name="T4" fmla="*/ 297 w 11"/>
                <a:gd name="T5" fmla="*/ 291 h 12"/>
                <a:gd name="T6" fmla="*/ 108 w 11"/>
                <a:gd name="T7" fmla="*/ 3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2" y="0"/>
                  </a:moveTo>
                  <a:cubicBezTo>
                    <a:pt x="1" y="4"/>
                    <a:pt x="0" y="9"/>
                    <a:pt x="3" y="10"/>
                  </a:cubicBezTo>
                  <a:cubicBezTo>
                    <a:pt x="6" y="12"/>
                    <a:pt x="9" y="10"/>
                    <a:pt x="11" y="9"/>
                  </a:cubicBezTo>
                  <a:cubicBezTo>
                    <a:pt x="8" y="6"/>
                    <a:pt x="6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185">
              <a:extLst>
                <a:ext uri="{FF2B5EF4-FFF2-40B4-BE49-F238E27FC236}">
                  <a16:creationId xmlns:a16="http://schemas.microsoft.com/office/drawing/2014/main" id="{A319D3B3-BFD5-44E5-A7C6-8B4268B97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444"/>
              <a:ext cx="45" cy="115"/>
            </a:xfrm>
            <a:custGeom>
              <a:avLst/>
              <a:gdLst>
                <a:gd name="T0" fmla="*/ 270 w 15"/>
                <a:gd name="T1" fmla="*/ 134 h 36"/>
                <a:gd name="T2" fmla="*/ 297 w 15"/>
                <a:gd name="T3" fmla="*/ 428 h 36"/>
                <a:gd name="T4" fmla="*/ 351 w 15"/>
                <a:gd name="T5" fmla="*/ 623 h 36"/>
                <a:gd name="T6" fmla="*/ 297 w 15"/>
                <a:gd name="T7" fmla="*/ 1172 h 36"/>
                <a:gd name="T8" fmla="*/ 297 w 15"/>
                <a:gd name="T9" fmla="*/ 949 h 36"/>
                <a:gd name="T10" fmla="*/ 270 w 15"/>
                <a:gd name="T11" fmla="*/ 684 h 36"/>
                <a:gd name="T12" fmla="*/ 0 w 15"/>
                <a:gd name="T13" fmla="*/ 716 h 36"/>
                <a:gd name="T14" fmla="*/ 108 w 15"/>
                <a:gd name="T15" fmla="*/ 553 h 36"/>
                <a:gd name="T16" fmla="*/ 216 w 15"/>
                <a:gd name="T17" fmla="*/ 460 h 36"/>
                <a:gd name="T18" fmla="*/ 216 w 15"/>
                <a:gd name="T19" fmla="*/ 224 h 36"/>
                <a:gd name="T20" fmla="*/ 243 w 15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36">
                  <a:moveTo>
                    <a:pt x="10" y="4"/>
                  </a:moveTo>
                  <a:cubicBezTo>
                    <a:pt x="11" y="7"/>
                    <a:pt x="11" y="10"/>
                    <a:pt x="11" y="13"/>
                  </a:cubicBezTo>
                  <a:cubicBezTo>
                    <a:pt x="12" y="15"/>
                    <a:pt x="12" y="17"/>
                    <a:pt x="13" y="19"/>
                  </a:cubicBezTo>
                  <a:cubicBezTo>
                    <a:pt x="15" y="26"/>
                    <a:pt x="13" y="30"/>
                    <a:pt x="11" y="36"/>
                  </a:cubicBezTo>
                  <a:cubicBezTo>
                    <a:pt x="11" y="34"/>
                    <a:pt x="11" y="32"/>
                    <a:pt x="11" y="29"/>
                  </a:cubicBezTo>
                  <a:cubicBezTo>
                    <a:pt x="11" y="28"/>
                    <a:pt x="12" y="23"/>
                    <a:pt x="10" y="21"/>
                  </a:cubicBezTo>
                  <a:cubicBezTo>
                    <a:pt x="9" y="19"/>
                    <a:pt x="3" y="21"/>
                    <a:pt x="0" y="22"/>
                  </a:cubicBezTo>
                  <a:cubicBezTo>
                    <a:pt x="1" y="20"/>
                    <a:pt x="2" y="18"/>
                    <a:pt x="4" y="17"/>
                  </a:cubicBezTo>
                  <a:cubicBezTo>
                    <a:pt x="6" y="16"/>
                    <a:pt x="7" y="18"/>
                    <a:pt x="8" y="14"/>
                  </a:cubicBezTo>
                  <a:cubicBezTo>
                    <a:pt x="8" y="11"/>
                    <a:pt x="7" y="9"/>
                    <a:pt x="8" y="7"/>
                  </a:cubicBezTo>
                  <a:cubicBezTo>
                    <a:pt x="9" y="4"/>
                    <a:pt x="10" y="3"/>
                    <a:pt x="9" y="0"/>
                  </a:cubicBezTo>
                </a:path>
              </a:pathLst>
            </a:custGeom>
            <a:solidFill>
              <a:srgbClr val="D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186">
              <a:extLst>
                <a:ext uri="{FF2B5EF4-FFF2-40B4-BE49-F238E27FC236}">
                  <a16:creationId xmlns:a16="http://schemas.microsoft.com/office/drawing/2014/main" id="{D3D06D40-001D-4A35-B46F-21FF0767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533"/>
              <a:ext cx="39" cy="64"/>
            </a:xfrm>
            <a:custGeom>
              <a:avLst/>
              <a:gdLst>
                <a:gd name="T0" fmla="*/ 216 w 13"/>
                <a:gd name="T1" fmla="*/ 298 h 20"/>
                <a:gd name="T2" fmla="*/ 81 w 13"/>
                <a:gd name="T3" fmla="*/ 656 h 20"/>
                <a:gd name="T4" fmla="*/ 0 w 13"/>
                <a:gd name="T5" fmla="*/ 624 h 20"/>
                <a:gd name="T6" fmla="*/ 54 w 13"/>
                <a:gd name="T7" fmla="*/ 358 h 20"/>
                <a:gd name="T8" fmla="*/ 81 w 13"/>
                <a:gd name="T9" fmla="*/ 224 h 20"/>
                <a:gd name="T10" fmla="*/ 189 w 13"/>
                <a:gd name="T11" fmla="*/ 163 h 20"/>
                <a:gd name="T12" fmla="*/ 216 w 13"/>
                <a:gd name="T13" fmla="*/ 0 h 20"/>
                <a:gd name="T14" fmla="*/ 351 w 13"/>
                <a:gd name="T15" fmla="*/ 163 h 20"/>
                <a:gd name="T16" fmla="*/ 351 w 13"/>
                <a:gd name="T17" fmla="*/ 13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20">
                  <a:moveTo>
                    <a:pt x="8" y="9"/>
                  </a:moveTo>
                  <a:cubicBezTo>
                    <a:pt x="3" y="11"/>
                    <a:pt x="5" y="15"/>
                    <a:pt x="3" y="20"/>
                  </a:cubicBezTo>
                  <a:cubicBezTo>
                    <a:pt x="2" y="19"/>
                    <a:pt x="1" y="19"/>
                    <a:pt x="0" y="19"/>
                  </a:cubicBezTo>
                  <a:cubicBezTo>
                    <a:pt x="2" y="17"/>
                    <a:pt x="2" y="14"/>
                    <a:pt x="2" y="11"/>
                  </a:cubicBezTo>
                  <a:cubicBezTo>
                    <a:pt x="2" y="10"/>
                    <a:pt x="1" y="8"/>
                    <a:pt x="3" y="7"/>
                  </a:cubicBezTo>
                  <a:cubicBezTo>
                    <a:pt x="4" y="6"/>
                    <a:pt x="6" y="7"/>
                    <a:pt x="7" y="5"/>
                  </a:cubicBezTo>
                  <a:cubicBezTo>
                    <a:pt x="8" y="4"/>
                    <a:pt x="8" y="1"/>
                    <a:pt x="8" y="0"/>
                  </a:cubicBezTo>
                  <a:cubicBezTo>
                    <a:pt x="9" y="1"/>
                    <a:pt x="11" y="3"/>
                    <a:pt x="13" y="5"/>
                  </a:cubicBezTo>
                  <a:cubicBezTo>
                    <a:pt x="13" y="5"/>
                    <a:pt x="13" y="5"/>
                    <a:pt x="13" y="4"/>
                  </a:cubicBezTo>
                </a:path>
              </a:pathLst>
            </a:custGeom>
            <a:solidFill>
              <a:srgbClr val="D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187">
              <a:extLst>
                <a:ext uri="{FF2B5EF4-FFF2-40B4-BE49-F238E27FC236}">
                  <a16:creationId xmlns:a16="http://schemas.microsoft.com/office/drawing/2014/main" id="{A8214CC1-CE8B-41A5-9DA9-4E44EE9F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1546"/>
              <a:ext cx="48" cy="54"/>
            </a:xfrm>
            <a:custGeom>
              <a:avLst/>
              <a:gdLst>
                <a:gd name="T0" fmla="*/ 0 w 16"/>
                <a:gd name="T1" fmla="*/ 546 h 17"/>
                <a:gd name="T2" fmla="*/ 243 w 16"/>
                <a:gd name="T3" fmla="*/ 324 h 17"/>
                <a:gd name="T4" fmla="*/ 405 w 16"/>
                <a:gd name="T5" fmla="*/ 130 h 17"/>
                <a:gd name="T6" fmla="*/ 243 w 16"/>
                <a:gd name="T7" fmla="*/ 0 h 17"/>
                <a:gd name="T8" fmla="*/ 135 w 16"/>
                <a:gd name="T9" fmla="*/ 251 h 17"/>
                <a:gd name="T10" fmla="*/ 108 w 16"/>
                <a:gd name="T11" fmla="*/ 38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7">
                  <a:moveTo>
                    <a:pt x="0" y="17"/>
                  </a:moveTo>
                  <a:cubicBezTo>
                    <a:pt x="3" y="14"/>
                    <a:pt x="5" y="12"/>
                    <a:pt x="9" y="10"/>
                  </a:cubicBezTo>
                  <a:cubicBezTo>
                    <a:pt x="11" y="9"/>
                    <a:pt x="16" y="8"/>
                    <a:pt x="15" y="4"/>
                  </a:cubicBezTo>
                  <a:cubicBezTo>
                    <a:pt x="13" y="4"/>
                    <a:pt x="8" y="3"/>
                    <a:pt x="9" y="0"/>
                  </a:cubicBezTo>
                  <a:cubicBezTo>
                    <a:pt x="9" y="4"/>
                    <a:pt x="11" y="8"/>
                    <a:pt x="5" y="8"/>
                  </a:cubicBezTo>
                  <a:cubicBezTo>
                    <a:pt x="7" y="8"/>
                    <a:pt x="5" y="11"/>
                    <a:pt x="4" y="12"/>
                  </a:cubicBezTo>
                </a:path>
              </a:pathLst>
            </a:custGeom>
            <a:solidFill>
              <a:srgbClr val="D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188">
              <a:extLst>
                <a:ext uri="{FF2B5EF4-FFF2-40B4-BE49-F238E27FC236}">
                  <a16:creationId xmlns:a16="http://schemas.microsoft.com/office/drawing/2014/main" id="{4E55A507-5961-4B14-BB9B-7FA320AB3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348"/>
              <a:ext cx="218" cy="274"/>
            </a:xfrm>
            <a:custGeom>
              <a:avLst/>
              <a:gdLst>
                <a:gd name="T0" fmla="*/ 1917 w 73"/>
                <a:gd name="T1" fmla="*/ 1685 h 86"/>
                <a:gd name="T2" fmla="*/ 1410 w 73"/>
                <a:gd name="T3" fmla="*/ 255 h 86"/>
                <a:gd name="T4" fmla="*/ 696 w 73"/>
                <a:gd name="T5" fmla="*/ 61 h 86"/>
                <a:gd name="T6" fmla="*/ 108 w 73"/>
                <a:gd name="T7" fmla="*/ 934 h 86"/>
                <a:gd name="T8" fmla="*/ 0 w 73"/>
                <a:gd name="T9" fmla="*/ 1523 h 86"/>
                <a:gd name="T10" fmla="*/ 0 w 73"/>
                <a:gd name="T11" fmla="*/ 1615 h 86"/>
                <a:gd name="T12" fmla="*/ 615 w 73"/>
                <a:gd name="T13" fmla="*/ 1848 h 86"/>
                <a:gd name="T14" fmla="*/ 1114 w 73"/>
                <a:gd name="T15" fmla="*/ 2527 h 86"/>
                <a:gd name="T16" fmla="*/ 1033 w 73"/>
                <a:gd name="T17" fmla="*/ 2781 h 86"/>
                <a:gd name="T18" fmla="*/ 1141 w 73"/>
                <a:gd name="T19" fmla="*/ 2750 h 86"/>
                <a:gd name="T20" fmla="*/ 1756 w 73"/>
                <a:gd name="T21" fmla="*/ 2425 h 86"/>
                <a:gd name="T22" fmla="*/ 1917 w 73"/>
                <a:gd name="T23" fmla="*/ 1685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86">
                  <a:moveTo>
                    <a:pt x="72" y="52"/>
                  </a:moveTo>
                  <a:cubicBezTo>
                    <a:pt x="69" y="35"/>
                    <a:pt x="68" y="17"/>
                    <a:pt x="53" y="8"/>
                  </a:cubicBezTo>
                  <a:cubicBezTo>
                    <a:pt x="45" y="4"/>
                    <a:pt x="35" y="0"/>
                    <a:pt x="26" y="2"/>
                  </a:cubicBezTo>
                  <a:cubicBezTo>
                    <a:pt x="17" y="5"/>
                    <a:pt x="8" y="20"/>
                    <a:pt x="4" y="29"/>
                  </a:cubicBezTo>
                  <a:cubicBezTo>
                    <a:pt x="2" y="34"/>
                    <a:pt x="0" y="39"/>
                    <a:pt x="0" y="47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8" y="50"/>
                    <a:pt x="15" y="51"/>
                    <a:pt x="23" y="57"/>
                  </a:cubicBezTo>
                  <a:cubicBezTo>
                    <a:pt x="34" y="65"/>
                    <a:pt x="43" y="68"/>
                    <a:pt x="42" y="78"/>
                  </a:cubicBezTo>
                  <a:cubicBezTo>
                    <a:pt x="41" y="81"/>
                    <a:pt x="40" y="84"/>
                    <a:pt x="39" y="86"/>
                  </a:cubicBezTo>
                  <a:cubicBezTo>
                    <a:pt x="40" y="86"/>
                    <a:pt x="41" y="86"/>
                    <a:pt x="43" y="85"/>
                  </a:cubicBezTo>
                  <a:cubicBezTo>
                    <a:pt x="50" y="83"/>
                    <a:pt x="61" y="80"/>
                    <a:pt x="66" y="75"/>
                  </a:cubicBezTo>
                  <a:cubicBezTo>
                    <a:pt x="72" y="69"/>
                    <a:pt x="73" y="60"/>
                    <a:pt x="72" y="52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189">
              <a:extLst>
                <a:ext uri="{FF2B5EF4-FFF2-40B4-BE49-F238E27FC236}">
                  <a16:creationId xmlns:a16="http://schemas.microsoft.com/office/drawing/2014/main" id="{DC5F165A-9FD3-4DCB-B55B-59EDB306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447"/>
              <a:ext cx="188" cy="96"/>
            </a:xfrm>
            <a:custGeom>
              <a:avLst/>
              <a:gdLst>
                <a:gd name="T0" fmla="*/ 952 w 63"/>
                <a:gd name="T1" fmla="*/ 0 h 30"/>
                <a:gd name="T2" fmla="*/ 1432 w 63"/>
                <a:gd name="T3" fmla="*/ 554 h 30"/>
                <a:gd name="T4" fmla="*/ 1674 w 63"/>
                <a:gd name="T5" fmla="*/ 954 h 30"/>
                <a:gd name="T6" fmla="*/ 1382 w 63"/>
                <a:gd name="T7" fmla="*/ 758 h 30"/>
                <a:gd name="T8" fmla="*/ 1140 w 63"/>
                <a:gd name="T9" fmla="*/ 656 h 30"/>
                <a:gd name="T10" fmla="*/ 776 w 63"/>
                <a:gd name="T11" fmla="*/ 624 h 30"/>
                <a:gd name="T12" fmla="*/ 507 w 63"/>
                <a:gd name="T13" fmla="*/ 717 h 30"/>
                <a:gd name="T14" fmla="*/ 0 w 63"/>
                <a:gd name="T15" fmla="*/ 85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0">
                  <a:moveTo>
                    <a:pt x="36" y="0"/>
                  </a:moveTo>
                  <a:cubicBezTo>
                    <a:pt x="35" y="9"/>
                    <a:pt x="49" y="13"/>
                    <a:pt x="54" y="17"/>
                  </a:cubicBezTo>
                  <a:cubicBezTo>
                    <a:pt x="58" y="19"/>
                    <a:pt x="60" y="26"/>
                    <a:pt x="63" y="29"/>
                  </a:cubicBezTo>
                  <a:cubicBezTo>
                    <a:pt x="59" y="30"/>
                    <a:pt x="55" y="24"/>
                    <a:pt x="52" y="23"/>
                  </a:cubicBezTo>
                  <a:cubicBezTo>
                    <a:pt x="49" y="21"/>
                    <a:pt x="46" y="21"/>
                    <a:pt x="43" y="20"/>
                  </a:cubicBezTo>
                  <a:cubicBezTo>
                    <a:pt x="38" y="19"/>
                    <a:pt x="34" y="19"/>
                    <a:pt x="29" y="19"/>
                  </a:cubicBezTo>
                  <a:cubicBezTo>
                    <a:pt x="25" y="20"/>
                    <a:pt x="22" y="21"/>
                    <a:pt x="19" y="22"/>
                  </a:cubicBezTo>
                  <a:cubicBezTo>
                    <a:pt x="12" y="25"/>
                    <a:pt x="6" y="24"/>
                    <a:pt x="0" y="26"/>
                  </a:cubicBezTo>
                </a:path>
              </a:pathLst>
            </a:custGeom>
            <a:solidFill>
              <a:srgbClr val="FFD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190">
              <a:extLst>
                <a:ext uri="{FF2B5EF4-FFF2-40B4-BE49-F238E27FC236}">
                  <a16:creationId xmlns:a16="http://schemas.microsoft.com/office/drawing/2014/main" id="{49101CAB-CF00-46DA-8EE8-F6F47FAEF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447"/>
              <a:ext cx="83" cy="92"/>
            </a:xfrm>
            <a:custGeom>
              <a:avLst/>
              <a:gdLst>
                <a:gd name="T0" fmla="*/ 27 w 28"/>
                <a:gd name="T1" fmla="*/ 0 h 29"/>
                <a:gd name="T2" fmla="*/ 492 w 28"/>
                <a:gd name="T3" fmla="*/ 542 h 29"/>
                <a:gd name="T4" fmla="*/ 729 w 28"/>
                <a:gd name="T5" fmla="*/ 9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9">
                  <a:moveTo>
                    <a:pt x="1" y="0"/>
                  </a:moveTo>
                  <a:cubicBezTo>
                    <a:pt x="0" y="9"/>
                    <a:pt x="14" y="13"/>
                    <a:pt x="19" y="17"/>
                  </a:cubicBezTo>
                  <a:cubicBezTo>
                    <a:pt x="23" y="19"/>
                    <a:pt x="25" y="26"/>
                    <a:pt x="28" y="29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191">
              <a:extLst>
                <a:ext uri="{FF2B5EF4-FFF2-40B4-BE49-F238E27FC236}">
                  <a16:creationId xmlns:a16="http://schemas.microsoft.com/office/drawing/2014/main" id="{72864733-9848-4FBE-BB86-8F7C2982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434"/>
              <a:ext cx="57" cy="83"/>
            </a:xfrm>
            <a:custGeom>
              <a:avLst/>
              <a:gdLst>
                <a:gd name="T0" fmla="*/ 513 w 19"/>
                <a:gd name="T1" fmla="*/ 0 h 26"/>
                <a:gd name="T2" fmla="*/ 459 w 19"/>
                <a:gd name="T3" fmla="*/ 581 h 26"/>
                <a:gd name="T4" fmla="*/ 0 w 19"/>
                <a:gd name="T5" fmla="*/ 846 h 26"/>
                <a:gd name="T6" fmla="*/ 135 w 19"/>
                <a:gd name="T7" fmla="*/ 683 h 26"/>
                <a:gd name="T8" fmla="*/ 351 w 19"/>
                <a:gd name="T9" fmla="*/ 488 h 26"/>
                <a:gd name="T10" fmla="*/ 513 w 19"/>
                <a:gd name="T11" fmla="*/ 10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7" y="6"/>
                    <a:pt x="16" y="12"/>
                    <a:pt x="17" y="18"/>
                  </a:cubicBezTo>
                  <a:cubicBezTo>
                    <a:pt x="10" y="19"/>
                    <a:pt x="5" y="22"/>
                    <a:pt x="0" y="26"/>
                  </a:cubicBezTo>
                  <a:cubicBezTo>
                    <a:pt x="2" y="24"/>
                    <a:pt x="3" y="22"/>
                    <a:pt x="5" y="21"/>
                  </a:cubicBezTo>
                  <a:cubicBezTo>
                    <a:pt x="7" y="19"/>
                    <a:pt x="12" y="17"/>
                    <a:pt x="13" y="15"/>
                  </a:cubicBezTo>
                  <a:cubicBezTo>
                    <a:pt x="15" y="11"/>
                    <a:pt x="12" y="3"/>
                    <a:pt x="19" y="3"/>
                  </a:cubicBezTo>
                </a:path>
              </a:pathLst>
            </a:custGeom>
            <a:solidFill>
              <a:srgbClr val="EFB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192">
              <a:extLst>
                <a:ext uri="{FF2B5EF4-FFF2-40B4-BE49-F238E27FC236}">
                  <a16:creationId xmlns:a16="http://schemas.microsoft.com/office/drawing/2014/main" id="{22AEE8DF-1842-42B9-8315-FCE19E1D3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97"/>
              <a:ext cx="189" cy="140"/>
            </a:xfrm>
            <a:custGeom>
              <a:avLst/>
              <a:gdLst>
                <a:gd name="T0" fmla="*/ 0 w 63"/>
                <a:gd name="T1" fmla="*/ 840 h 44"/>
                <a:gd name="T2" fmla="*/ 756 w 63"/>
                <a:gd name="T3" fmla="*/ 1355 h 44"/>
                <a:gd name="T4" fmla="*/ 1431 w 63"/>
                <a:gd name="T5" fmla="*/ 840 h 44"/>
                <a:gd name="T6" fmla="*/ 1674 w 63"/>
                <a:gd name="T7" fmla="*/ 0 h 44"/>
                <a:gd name="T8" fmla="*/ 0 w 63"/>
                <a:gd name="T9" fmla="*/ 84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4">
                  <a:moveTo>
                    <a:pt x="0" y="26"/>
                  </a:moveTo>
                  <a:cubicBezTo>
                    <a:pt x="9" y="36"/>
                    <a:pt x="24" y="41"/>
                    <a:pt x="28" y="42"/>
                  </a:cubicBezTo>
                  <a:cubicBezTo>
                    <a:pt x="35" y="44"/>
                    <a:pt x="48" y="35"/>
                    <a:pt x="53" y="26"/>
                  </a:cubicBezTo>
                  <a:cubicBezTo>
                    <a:pt x="58" y="17"/>
                    <a:pt x="63" y="10"/>
                    <a:pt x="62" y="0"/>
                  </a:cubicBezTo>
                  <a:cubicBezTo>
                    <a:pt x="45" y="13"/>
                    <a:pt x="24" y="22"/>
                    <a:pt x="0" y="26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193">
              <a:extLst>
                <a:ext uri="{FF2B5EF4-FFF2-40B4-BE49-F238E27FC236}">
                  <a16:creationId xmlns:a16="http://schemas.microsoft.com/office/drawing/2014/main" id="{6B74FAAD-E795-4BC0-B19D-640E6F808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667"/>
              <a:ext cx="123" cy="64"/>
            </a:xfrm>
            <a:custGeom>
              <a:avLst/>
              <a:gdLst>
                <a:gd name="T0" fmla="*/ 1053 w 41"/>
                <a:gd name="T1" fmla="*/ 195 h 20"/>
                <a:gd name="T2" fmla="*/ 0 w 41"/>
                <a:gd name="T3" fmla="*/ 0 h 20"/>
                <a:gd name="T4" fmla="*/ 351 w 41"/>
                <a:gd name="T5" fmla="*/ 429 h 20"/>
                <a:gd name="T6" fmla="*/ 1107 w 41"/>
                <a:gd name="T7" fmla="*/ 195 h 20"/>
                <a:gd name="T8" fmla="*/ 1107 w 41"/>
                <a:gd name="T9" fmla="*/ 195 h 20"/>
                <a:gd name="T10" fmla="*/ 1053 w 41"/>
                <a:gd name="T11" fmla="*/ 19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0">
                  <a:moveTo>
                    <a:pt x="39" y="6"/>
                  </a:moveTo>
                  <a:cubicBezTo>
                    <a:pt x="26" y="6"/>
                    <a:pt x="12" y="4"/>
                    <a:pt x="0" y="0"/>
                  </a:cubicBezTo>
                  <a:cubicBezTo>
                    <a:pt x="4" y="5"/>
                    <a:pt x="9" y="10"/>
                    <a:pt x="13" y="13"/>
                  </a:cubicBezTo>
                  <a:cubicBezTo>
                    <a:pt x="22" y="20"/>
                    <a:pt x="33" y="15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0" y="6"/>
                    <a:pt x="39" y="6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194">
              <a:extLst>
                <a:ext uri="{FF2B5EF4-FFF2-40B4-BE49-F238E27FC236}">
                  <a16:creationId xmlns:a16="http://schemas.microsoft.com/office/drawing/2014/main" id="{03FEDEF2-D302-4690-A2EB-E825E9986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734"/>
              <a:ext cx="150" cy="80"/>
            </a:xfrm>
            <a:custGeom>
              <a:avLst/>
              <a:gdLst>
                <a:gd name="T0" fmla="*/ 0 w 50"/>
                <a:gd name="T1" fmla="*/ 298 h 25"/>
                <a:gd name="T2" fmla="*/ 675 w 50"/>
                <a:gd name="T3" fmla="*/ 787 h 25"/>
                <a:gd name="T4" fmla="*/ 1350 w 5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">
                  <a:moveTo>
                    <a:pt x="0" y="9"/>
                  </a:moveTo>
                  <a:cubicBezTo>
                    <a:pt x="8" y="18"/>
                    <a:pt x="18" y="25"/>
                    <a:pt x="25" y="24"/>
                  </a:cubicBezTo>
                  <a:cubicBezTo>
                    <a:pt x="36" y="23"/>
                    <a:pt x="45" y="9"/>
                    <a:pt x="5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195">
              <a:extLst>
                <a:ext uri="{FF2B5EF4-FFF2-40B4-BE49-F238E27FC236}">
                  <a16:creationId xmlns:a16="http://schemas.microsoft.com/office/drawing/2014/main" id="{0546B0E9-E793-47F1-978C-82F7CAF7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606"/>
              <a:ext cx="219" cy="157"/>
            </a:xfrm>
            <a:custGeom>
              <a:avLst/>
              <a:gdLst>
                <a:gd name="T0" fmla="*/ 1728 w 73"/>
                <a:gd name="T1" fmla="*/ 1314 h 49"/>
                <a:gd name="T2" fmla="*/ 1782 w 73"/>
                <a:gd name="T3" fmla="*/ 1150 h 49"/>
                <a:gd name="T4" fmla="*/ 1944 w 73"/>
                <a:gd name="T5" fmla="*/ 0 h 49"/>
                <a:gd name="T6" fmla="*/ 1944 w 73"/>
                <a:gd name="T7" fmla="*/ 0 h 49"/>
                <a:gd name="T8" fmla="*/ 1701 w 73"/>
                <a:gd name="T9" fmla="*/ 759 h 49"/>
                <a:gd name="T10" fmla="*/ 1026 w 73"/>
                <a:gd name="T11" fmla="*/ 1285 h 49"/>
                <a:gd name="T12" fmla="*/ 270 w 73"/>
                <a:gd name="T13" fmla="*/ 759 h 49"/>
                <a:gd name="T14" fmla="*/ 81 w 73"/>
                <a:gd name="T15" fmla="*/ 791 h 49"/>
                <a:gd name="T16" fmla="*/ 0 w 73"/>
                <a:gd name="T17" fmla="*/ 987 h 49"/>
                <a:gd name="T18" fmla="*/ 378 w 73"/>
                <a:gd name="T19" fmla="*/ 1612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49">
                  <a:moveTo>
                    <a:pt x="64" y="40"/>
                  </a:moveTo>
                  <a:cubicBezTo>
                    <a:pt x="65" y="38"/>
                    <a:pt x="66" y="36"/>
                    <a:pt x="66" y="35"/>
                  </a:cubicBezTo>
                  <a:cubicBezTo>
                    <a:pt x="70" y="27"/>
                    <a:pt x="73" y="8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8"/>
                    <a:pt x="67" y="15"/>
                    <a:pt x="63" y="23"/>
                  </a:cubicBezTo>
                  <a:cubicBezTo>
                    <a:pt x="58" y="32"/>
                    <a:pt x="45" y="41"/>
                    <a:pt x="38" y="39"/>
                  </a:cubicBezTo>
                  <a:cubicBezTo>
                    <a:pt x="34" y="38"/>
                    <a:pt x="19" y="33"/>
                    <a:pt x="10" y="23"/>
                  </a:cubicBezTo>
                  <a:cubicBezTo>
                    <a:pt x="8" y="23"/>
                    <a:pt x="5" y="23"/>
                    <a:pt x="3" y="24"/>
                  </a:cubicBezTo>
                  <a:cubicBezTo>
                    <a:pt x="2" y="26"/>
                    <a:pt x="1" y="28"/>
                    <a:pt x="0" y="30"/>
                  </a:cubicBezTo>
                  <a:cubicBezTo>
                    <a:pt x="2" y="35"/>
                    <a:pt x="7" y="43"/>
                    <a:pt x="14" y="49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196">
              <a:extLst>
                <a:ext uri="{FF2B5EF4-FFF2-40B4-BE49-F238E27FC236}">
                  <a16:creationId xmlns:a16="http://schemas.microsoft.com/office/drawing/2014/main" id="{674C55B6-7BBC-4488-994C-973936395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559"/>
              <a:ext cx="653" cy="411"/>
            </a:xfrm>
            <a:custGeom>
              <a:avLst/>
              <a:gdLst>
                <a:gd name="T0" fmla="*/ 404 w 218"/>
                <a:gd name="T1" fmla="*/ 293 h 129"/>
                <a:gd name="T2" fmla="*/ 243 w 218"/>
                <a:gd name="T3" fmla="*/ 873 h 129"/>
                <a:gd name="T4" fmla="*/ 377 w 218"/>
                <a:gd name="T5" fmla="*/ 2944 h 129"/>
                <a:gd name="T6" fmla="*/ 2774 w 218"/>
                <a:gd name="T7" fmla="*/ 4171 h 129"/>
                <a:gd name="T8" fmla="*/ 5778 w 218"/>
                <a:gd name="T9" fmla="*/ 1360 h 129"/>
                <a:gd name="T10" fmla="*/ 5643 w 218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129">
                  <a:moveTo>
                    <a:pt x="15" y="9"/>
                  </a:moveTo>
                  <a:cubicBezTo>
                    <a:pt x="12" y="15"/>
                    <a:pt x="11" y="21"/>
                    <a:pt x="9" y="27"/>
                  </a:cubicBezTo>
                  <a:cubicBezTo>
                    <a:pt x="6" y="45"/>
                    <a:pt x="0" y="75"/>
                    <a:pt x="14" y="91"/>
                  </a:cubicBezTo>
                  <a:cubicBezTo>
                    <a:pt x="33" y="115"/>
                    <a:pt x="67" y="129"/>
                    <a:pt x="103" y="129"/>
                  </a:cubicBezTo>
                  <a:cubicBezTo>
                    <a:pt x="166" y="129"/>
                    <a:pt x="205" y="89"/>
                    <a:pt x="215" y="42"/>
                  </a:cubicBezTo>
                  <a:cubicBezTo>
                    <a:pt x="218" y="28"/>
                    <a:pt x="217" y="13"/>
                    <a:pt x="2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197">
              <a:extLst>
                <a:ext uri="{FF2B5EF4-FFF2-40B4-BE49-F238E27FC236}">
                  <a16:creationId xmlns:a16="http://schemas.microsoft.com/office/drawing/2014/main" id="{94079614-C227-436D-90D7-DB61C70CD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086"/>
              <a:ext cx="701" cy="600"/>
            </a:xfrm>
            <a:custGeom>
              <a:avLst/>
              <a:gdLst>
                <a:gd name="T0" fmla="*/ 81 w 234"/>
                <a:gd name="T1" fmla="*/ 2761 h 188"/>
                <a:gd name="T2" fmla="*/ 512 w 234"/>
                <a:gd name="T3" fmla="*/ 4880 h 188"/>
                <a:gd name="T4" fmla="*/ 2882 w 234"/>
                <a:gd name="T5" fmla="*/ 6112 h 188"/>
                <a:gd name="T6" fmla="*/ 6156 w 234"/>
                <a:gd name="T7" fmla="*/ 3281 h 188"/>
                <a:gd name="T8" fmla="*/ 5752 w 234"/>
                <a:gd name="T9" fmla="*/ 1264 h 188"/>
                <a:gd name="T10" fmla="*/ 3382 w 234"/>
                <a:gd name="T11" fmla="*/ 0 h 188"/>
                <a:gd name="T12" fmla="*/ 81 w 234"/>
                <a:gd name="T13" fmla="*/ 2761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188">
                  <a:moveTo>
                    <a:pt x="3" y="85"/>
                  </a:moveTo>
                  <a:cubicBezTo>
                    <a:pt x="0" y="105"/>
                    <a:pt x="5" y="133"/>
                    <a:pt x="19" y="150"/>
                  </a:cubicBezTo>
                  <a:cubicBezTo>
                    <a:pt x="38" y="174"/>
                    <a:pt x="71" y="188"/>
                    <a:pt x="107" y="188"/>
                  </a:cubicBezTo>
                  <a:cubicBezTo>
                    <a:pt x="169" y="188"/>
                    <a:pt x="218" y="153"/>
                    <a:pt x="229" y="101"/>
                  </a:cubicBezTo>
                  <a:cubicBezTo>
                    <a:pt x="234" y="80"/>
                    <a:pt x="228" y="58"/>
                    <a:pt x="214" y="39"/>
                  </a:cubicBezTo>
                  <a:cubicBezTo>
                    <a:pt x="194" y="15"/>
                    <a:pt x="161" y="0"/>
                    <a:pt x="126" y="0"/>
                  </a:cubicBezTo>
                  <a:cubicBezTo>
                    <a:pt x="64" y="0"/>
                    <a:pt x="14" y="30"/>
                    <a:pt x="3" y="85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198">
              <a:extLst>
                <a:ext uri="{FF2B5EF4-FFF2-40B4-BE49-F238E27FC236}">
                  <a16:creationId xmlns:a16="http://schemas.microsoft.com/office/drawing/2014/main" id="{A7CA40A5-9A60-4CB4-B891-A0C39870D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15"/>
              <a:ext cx="641" cy="542"/>
            </a:xfrm>
            <a:custGeom>
              <a:avLst/>
              <a:gdLst>
                <a:gd name="T0" fmla="*/ 3085 w 214"/>
                <a:gd name="T1" fmla="*/ 0 h 170"/>
                <a:gd name="T2" fmla="*/ 5266 w 214"/>
                <a:gd name="T3" fmla="*/ 1170 h 170"/>
                <a:gd name="T4" fmla="*/ 5643 w 214"/>
                <a:gd name="T5" fmla="*/ 2917 h 170"/>
                <a:gd name="T6" fmla="*/ 2585 w 214"/>
                <a:gd name="T7" fmla="*/ 5509 h 170"/>
                <a:gd name="T8" fmla="*/ 404 w 214"/>
                <a:gd name="T9" fmla="*/ 4371 h 170"/>
                <a:gd name="T10" fmla="*/ 0 w 214"/>
                <a:gd name="T11" fmla="*/ 2885 h 170"/>
                <a:gd name="T12" fmla="*/ 27 w 214"/>
                <a:gd name="T13" fmla="*/ 2490 h 170"/>
                <a:gd name="T14" fmla="*/ 3085 w 214"/>
                <a:gd name="T15" fmla="*/ 0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170">
                  <a:moveTo>
                    <a:pt x="115" y="0"/>
                  </a:moveTo>
                  <a:cubicBezTo>
                    <a:pt x="148" y="0"/>
                    <a:pt x="178" y="14"/>
                    <a:pt x="196" y="36"/>
                  </a:cubicBezTo>
                  <a:cubicBezTo>
                    <a:pt x="209" y="52"/>
                    <a:pt x="214" y="72"/>
                    <a:pt x="210" y="90"/>
                  </a:cubicBezTo>
                  <a:cubicBezTo>
                    <a:pt x="199" y="138"/>
                    <a:pt x="154" y="170"/>
                    <a:pt x="96" y="170"/>
                  </a:cubicBezTo>
                  <a:cubicBezTo>
                    <a:pt x="63" y="170"/>
                    <a:pt x="32" y="157"/>
                    <a:pt x="15" y="135"/>
                  </a:cubicBezTo>
                  <a:cubicBezTo>
                    <a:pt x="5" y="123"/>
                    <a:pt x="0" y="105"/>
                    <a:pt x="0" y="89"/>
                  </a:cubicBezTo>
                  <a:cubicBezTo>
                    <a:pt x="0" y="85"/>
                    <a:pt x="0" y="81"/>
                    <a:pt x="1" y="77"/>
                  </a:cubicBezTo>
                  <a:cubicBezTo>
                    <a:pt x="10" y="30"/>
                    <a:pt x="54" y="0"/>
                    <a:pt x="115" y="0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199">
              <a:extLst>
                <a:ext uri="{FF2B5EF4-FFF2-40B4-BE49-F238E27FC236}">
                  <a16:creationId xmlns:a16="http://schemas.microsoft.com/office/drawing/2014/main" id="{41F33095-E10D-4F07-BB2F-C27A23BBA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46"/>
              <a:ext cx="431" cy="220"/>
            </a:xfrm>
            <a:custGeom>
              <a:avLst/>
              <a:gdLst>
                <a:gd name="T0" fmla="*/ 0 w 144"/>
                <a:gd name="T1" fmla="*/ 1231 h 69"/>
                <a:gd name="T2" fmla="*/ 967 w 144"/>
                <a:gd name="T3" fmla="*/ 1422 h 69"/>
                <a:gd name="T4" fmla="*/ 3861 w 144"/>
                <a:gd name="T5" fmla="*/ 0 h 69"/>
                <a:gd name="T6" fmla="*/ 0 w 144"/>
                <a:gd name="T7" fmla="*/ 1231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69">
                  <a:moveTo>
                    <a:pt x="0" y="38"/>
                  </a:moveTo>
                  <a:cubicBezTo>
                    <a:pt x="5" y="41"/>
                    <a:pt x="18" y="44"/>
                    <a:pt x="36" y="44"/>
                  </a:cubicBezTo>
                  <a:cubicBezTo>
                    <a:pt x="68" y="45"/>
                    <a:pt x="112" y="39"/>
                    <a:pt x="144" y="0"/>
                  </a:cubicBezTo>
                  <a:cubicBezTo>
                    <a:pt x="126" y="31"/>
                    <a:pt x="69" y="69"/>
                    <a:pt x="0" y="38"/>
                  </a:cubicBezTo>
                  <a:close/>
                </a:path>
              </a:pathLst>
            </a:custGeom>
            <a:solidFill>
              <a:srgbClr val="F8C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200">
              <a:extLst>
                <a:ext uri="{FF2B5EF4-FFF2-40B4-BE49-F238E27FC236}">
                  <a16:creationId xmlns:a16="http://schemas.microsoft.com/office/drawing/2014/main" id="{A437BDB7-406F-4B79-AD6E-1474FB951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415"/>
              <a:ext cx="674" cy="753"/>
            </a:xfrm>
            <a:custGeom>
              <a:avLst/>
              <a:gdLst>
                <a:gd name="T0" fmla="*/ 2774 w 225"/>
                <a:gd name="T1" fmla="*/ 2760 h 236"/>
                <a:gd name="T2" fmla="*/ 404 w 225"/>
                <a:gd name="T3" fmla="*/ 1528 h 236"/>
                <a:gd name="T4" fmla="*/ 0 w 225"/>
                <a:gd name="T5" fmla="*/ 325 h 236"/>
                <a:gd name="T6" fmla="*/ 243 w 225"/>
                <a:gd name="T7" fmla="*/ 5102 h 236"/>
                <a:gd name="T8" fmla="*/ 270 w 225"/>
                <a:gd name="T9" fmla="*/ 5102 h 236"/>
                <a:gd name="T10" fmla="*/ 674 w 225"/>
                <a:gd name="T11" fmla="*/ 6598 h 236"/>
                <a:gd name="T12" fmla="*/ 2801 w 225"/>
                <a:gd name="T13" fmla="*/ 7667 h 236"/>
                <a:gd name="T14" fmla="*/ 5725 w 225"/>
                <a:gd name="T15" fmla="*/ 5201 h 236"/>
                <a:gd name="T16" fmla="*/ 5778 w 225"/>
                <a:gd name="T17" fmla="*/ 4642 h 236"/>
                <a:gd name="T18" fmla="*/ 6048 w 225"/>
                <a:gd name="T19" fmla="*/ 0 h 236"/>
                <a:gd name="T20" fmla="*/ 6048 w 225"/>
                <a:gd name="T21" fmla="*/ 0 h 236"/>
                <a:gd name="T22" fmla="*/ 2774 w 225"/>
                <a:gd name="T23" fmla="*/ 2760 h 2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5" h="236">
                  <a:moveTo>
                    <a:pt x="103" y="85"/>
                  </a:moveTo>
                  <a:cubicBezTo>
                    <a:pt x="67" y="85"/>
                    <a:pt x="34" y="71"/>
                    <a:pt x="15" y="47"/>
                  </a:cubicBezTo>
                  <a:cubicBezTo>
                    <a:pt x="7" y="38"/>
                    <a:pt x="2" y="24"/>
                    <a:pt x="0" y="10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73"/>
                    <a:pt x="15" y="191"/>
                    <a:pt x="25" y="203"/>
                  </a:cubicBezTo>
                  <a:cubicBezTo>
                    <a:pt x="42" y="224"/>
                    <a:pt x="72" y="236"/>
                    <a:pt x="104" y="236"/>
                  </a:cubicBezTo>
                  <a:cubicBezTo>
                    <a:pt x="160" y="236"/>
                    <a:pt x="203" y="206"/>
                    <a:pt x="213" y="160"/>
                  </a:cubicBezTo>
                  <a:cubicBezTo>
                    <a:pt x="214" y="155"/>
                    <a:pt x="216" y="148"/>
                    <a:pt x="215" y="143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13" y="50"/>
                    <a:pt x="165" y="85"/>
                    <a:pt x="103" y="85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201">
              <a:extLst>
                <a:ext uri="{FF2B5EF4-FFF2-40B4-BE49-F238E27FC236}">
                  <a16:creationId xmlns:a16="http://schemas.microsoft.com/office/drawing/2014/main" id="{36C9CF3B-AD0E-4D74-8A9D-A0A0C0423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782"/>
              <a:ext cx="626" cy="386"/>
            </a:xfrm>
            <a:custGeom>
              <a:avLst/>
              <a:gdLst>
                <a:gd name="T0" fmla="*/ 5589 w 209"/>
                <a:gd name="T1" fmla="*/ 265 h 121"/>
                <a:gd name="T2" fmla="*/ 2585 w 209"/>
                <a:gd name="T3" fmla="*/ 2788 h 121"/>
                <a:gd name="T4" fmla="*/ 377 w 209"/>
                <a:gd name="T5" fmla="*/ 1659 h 121"/>
                <a:gd name="T6" fmla="*/ 0 w 209"/>
                <a:gd name="T7" fmla="*/ 418 h 121"/>
                <a:gd name="T8" fmla="*/ 27 w 209"/>
                <a:gd name="T9" fmla="*/ 1362 h 121"/>
                <a:gd name="T10" fmla="*/ 54 w 209"/>
                <a:gd name="T11" fmla="*/ 1362 h 121"/>
                <a:gd name="T12" fmla="*/ 458 w 209"/>
                <a:gd name="T13" fmla="*/ 2858 h 121"/>
                <a:gd name="T14" fmla="*/ 2585 w 209"/>
                <a:gd name="T15" fmla="*/ 3927 h 121"/>
                <a:gd name="T16" fmla="*/ 5508 w 209"/>
                <a:gd name="T17" fmla="*/ 1464 h 121"/>
                <a:gd name="T18" fmla="*/ 5562 w 209"/>
                <a:gd name="T19" fmla="*/ 906 h 121"/>
                <a:gd name="T20" fmla="*/ 5616 w 209"/>
                <a:gd name="T21" fmla="*/ 0 h 121"/>
                <a:gd name="T22" fmla="*/ 5589 w 209"/>
                <a:gd name="T23" fmla="*/ 265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" h="121">
                  <a:moveTo>
                    <a:pt x="208" y="8"/>
                  </a:moveTo>
                  <a:cubicBezTo>
                    <a:pt x="197" y="55"/>
                    <a:pt x="153" y="86"/>
                    <a:pt x="96" y="86"/>
                  </a:cubicBezTo>
                  <a:cubicBezTo>
                    <a:pt x="63" y="86"/>
                    <a:pt x="32" y="73"/>
                    <a:pt x="14" y="51"/>
                  </a:cubicBezTo>
                  <a:cubicBezTo>
                    <a:pt x="6" y="41"/>
                    <a:pt x="1" y="27"/>
                    <a:pt x="0" y="13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58"/>
                    <a:pt x="7" y="76"/>
                    <a:pt x="17" y="88"/>
                  </a:cubicBezTo>
                  <a:cubicBezTo>
                    <a:pt x="34" y="109"/>
                    <a:pt x="64" y="121"/>
                    <a:pt x="96" y="121"/>
                  </a:cubicBezTo>
                  <a:cubicBezTo>
                    <a:pt x="152" y="121"/>
                    <a:pt x="195" y="91"/>
                    <a:pt x="205" y="45"/>
                  </a:cubicBezTo>
                  <a:cubicBezTo>
                    <a:pt x="206" y="40"/>
                    <a:pt x="208" y="33"/>
                    <a:pt x="207" y="28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2"/>
                    <a:pt x="208" y="5"/>
                    <a:pt x="208" y="8"/>
                  </a:cubicBezTo>
                  <a:close/>
                </a:path>
              </a:pathLst>
            </a:custGeom>
            <a:solidFill>
              <a:srgbClr val="EDF1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202">
              <a:extLst>
                <a:ext uri="{FF2B5EF4-FFF2-40B4-BE49-F238E27FC236}">
                  <a16:creationId xmlns:a16="http://schemas.microsoft.com/office/drawing/2014/main" id="{C8C8B4F9-4855-423F-B69F-93919492F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807"/>
              <a:ext cx="623" cy="249"/>
            </a:xfrm>
            <a:custGeom>
              <a:avLst/>
              <a:gdLst>
                <a:gd name="T0" fmla="*/ 5589 w 208"/>
                <a:gd name="T1" fmla="*/ 0 h 78"/>
                <a:gd name="T2" fmla="*/ 2585 w 208"/>
                <a:gd name="T3" fmla="*/ 2538 h 78"/>
                <a:gd name="T4" fmla="*/ 377 w 208"/>
                <a:gd name="T5" fmla="*/ 1395 h 78"/>
                <a:gd name="T6" fmla="*/ 0 w 208"/>
                <a:gd name="T7" fmla="*/ 163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78">
                  <a:moveTo>
                    <a:pt x="208" y="0"/>
                  </a:moveTo>
                  <a:cubicBezTo>
                    <a:pt x="197" y="47"/>
                    <a:pt x="153" y="78"/>
                    <a:pt x="96" y="78"/>
                  </a:cubicBezTo>
                  <a:cubicBezTo>
                    <a:pt x="63" y="78"/>
                    <a:pt x="32" y="65"/>
                    <a:pt x="14" y="43"/>
                  </a:cubicBezTo>
                  <a:cubicBezTo>
                    <a:pt x="6" y="33"/>
                    <a:pt x="1" y="19"/>
                    <a:pt x="0" y="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Oval 203">
              <a:extLst>
                <a:ext uri="{FF2B5EF4-FFF2-40B4-BE49-F238E27FC236}">
                  <a16:creationId xmlns:a16="http://schemas.microsoft.com/office/drawing/2014/main" id="{2EA60241-FBBD-4864-A96A-D7F6FF064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1" y="1900"/>
              <a:ext cx="48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2" name="Oval 204">
              <a:extLst>
                <a:ext uri="{FF2B5EF4-FFF2-40B4-BE49-F238E27FC236}">
                  <a16:creationId xmlns:a16="http://schemas.microsoft.com/office/drawing/2014/main" id="{15D1DB05-D2BF-4386-B80A-6A9185D82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8" y="1929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3" name="Oval 205">
              <a:extLst>
                <a:ext uri="{FF2B5EF4-FFF2-40B4-BE49-F238E27FC236}">
                  <a16:creationId xmlns:a16="http://schemas.microsoft.com/office/drawing/2014/main" id="{A24D232B-245E-4695-A8EB-510123A7E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1878"/>
              <a:ext cx="30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4" name="Freeform 206">
              <a:extLst>
                <a:ext uri="{FF2B5EF4-FFF2-40B4-BE49-F238E27FC236}">
                  <a16:creationId xmlns:a16="http://schemas.microsoft.com/office/drawing/2014/main" id="{2979BC8C-F409-4B43-B3BF-6E02287C4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1651"/>
              <a:ext cx="39" cy="42"/>
            </a:xfrm>
            <a:custGeom>
              <a:avLst/>
              <a:gdLst>
                <a:gd name="T0" fmla="*/ 108 w 13"/>
                <a:gd name="T1" fmla="*/ 407 h 13"/>
                <a:gd name="T2" fmla="*/ 54 w 13"/>
                <a:gd name="T3" fmla="*/ 136 h 13"/>
                <a:gd name="T4" fmla="*/ 243 w 13"/>
                <a:gd name="T5" fmla="*/ 32 h 13"/>
                <a:gd name="T6" fmla="*/ 324 w 13"/>
                <a:gd name="T7" fmla="*/ 304 h 13"/>
                <a:gd name="T8" fmla="*/ 108 w 13"/>
                <a:gd name="T9" fmla="*/ 40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4" y="12"/>
                  </a:move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9" y="1"/>
                  </a:cubicBezTo>
                  <a:cubicBezTo>
                    <a:pt x="12" y="3"/>
                    <a:pt x="13" y="7"/>
                    <a:pt x="12" y="9"/>
                  </a:cubicBezTo>
                  <a:cubicBezTo>
                    <a:pt x="10" y="12"/>
                    <a:pt x="7" y="13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207">
              <a:extLst>
                <a:ext uri="{FF2B5EF4-FFF2-40B4-BE49-F238E27FC236}">
                  <a16:creationId xmlns:a16="http://schemas.microsoft.com/office/drawing/2014/main" id="{454EFE0F-A739-470E-9D6E-2AB77E676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1632"/>
              <a:ext cx="27" cy="25"/>
            </a:xfrm>
            <a:custGeom>
              <a:avLst/>
              <a:gdLst>
                <a:gd name="T0" fmla="*/ 81 w 9"/>
                <a:gd name="T1" fmla="*/ 216 h 8"/>
                <a:gd name="T2" fmla="*/ 27 w 9"/>
                <a:gd name="T3" fmla="*/ 59 h 8"/>
                <a:gd name="T4" fmla="*/ 162 w 9"/>
                <a:gd name="T5" fmla="*/ 28 h 8"/>
                <a:gd name="T6" fmla="*/ 216 w 9"/>
                <a:gd name="T7" fmla="*/ 184 h 8"/>
                <a:gd name="T8" fmla="*/ 81 w 9"/>
                <a:gd name="T9" fmla="*/ 2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3" y="7"/>
                  </a:move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ubicBezTo>
                    <a:pt x="7" y="7"/>
                    <a:pt x="5" y="8"/>
                    <a:pt x="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208">
              <a:extLst>
                <a:ext uri="{FF2B5EF4-FFF2-40B4-BE49-F238E27FC236}">
                  <a16:creationId xmlns:a16="http://schemas.microsoft.com/office/drawing/2014/main" id="{225A127C-9027-4BED-B595-04A489FF5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1677"/>
              <a:ext cx="24" cy="28"/>
            </a:xfrm>
            <a:custGeom>
              <a:avLst/>
              <a:gdLst>
                <a:gd name="T0" fmla="*/ 54 w 8"/>
                <a:gd name="T1" fmla="*/ 243 h 9"/>
                <a:gd name="T2" fmla="*/ 27 w 8"/>
                <a:gd name="T3" fmla="*/ 87 h 9"/>
                <a:gd name="T4" fmla="*/ 162 w 8"/>
                <a:gd name="T5" fmla="*/ 28 h 9"/>
                <a:gd name="T6" fmla="*/ 189 w 8"/>
                <a:gd name="T7" fmla="*/ 184 h 9"/>
                <a:gd name="T8" fmla="*/ 54 w 8"/>
                <a:gd name="T9" fmla="*/ 24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2" y="8"/>
                  </a:move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8"/>
                    <a:pt x="4" y="9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209">
              <a:extLst>
                <a:ext uri="{FF2B5EF4-FFF2-40B4-BE49-F238E27FC236}">
                  <a16:creationId xmlns:a16="http://schemas.microsoft.com/office/drawing/2014/main" id="{6FDFA932-7BF2-424F-AABA-9F0861D45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501"/>
              <a:ext cx="288" cy="527"/>
            </a:xfrm>
            <a:custGeom>
              <a:avLst/>
              <a:gdLst>
                <a:gd name="T0" fmla="*/ 2592 w 96"/>
                <a:gd name="T1" fmla="*/ 0 h 165"/>
                <a:gd name="T2" fmla="*/ 2430 w 96"/>
                <a:gd name="T3" fmla="*/ 2967 h 165"/>
                <a:gd name="T4" fmla="*/ 0 w 96"/>
                <a:gd name="T5" fmla="*/ 5375 h 165"/>
                <a:gd name="T6" fmla="*/ 2160 w 96"/>
                <a:gd name="T7" fmla="*/ 3255 h 165"/>
                <a:gd name="T8" fmla="*/ 2592 w 96"/>
                <a:gd name="T9" fmla="*/ 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65">
                  <a:moveTo>
                    <a:pt x="96" y="0"/>
                  </a:moveTo>
                  <a:cubicBezTo>
                    <a:pt x="96" y="0"/>
                    <a:pt x="90" y="75"/>
                    <a:pt x="90" y="91"/>
                  </a:cubicBezTo>
                  <a:cubicBezTo>
                    <a:pt x="89" y="108"/>
                    <a:pt x="71" y="156"/>
                    <a:pt x="0" y="165"/>
                  </a:cubicBezTo>
                  <a:cubicBezTo>
                    <a:pt x="24" y="161"/>
                    <a:pt x="72" y="131"/>
                    <a:pt x="80" y="100"/>
                  </a:cubicBezTo>
                  <a:cubicBezTo>
                    <a:pt x="87" y="69"/>
                    <a:pt x="96" y="0"/>
                    <a:pt x="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210">
              <a:extLst>
                <a:ext uri="{FF2B5EF4-FFF2-40B4-BE49-F238E27FC236}">
                  <a16:creationId xmlns:a16="http://schemas.microsoft.com/office/drawing/2014/main" id="{866907C2-3C03-4FFD-9B50-858B74DE8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491"/>
              <a:ext cx="233" cy="166"/>
            </a:xfrm>
            <a:custGeom>
              <a:avLst/>
              <a:gdLst>
                <a:gd name="T0" fmla="*/ 161 w 78"/>
                <a:gd name="T1" fmla="*/ 1366 h 52"/>
                <a:gd name="T2" fmla="*/ 1437 w 78"/>
                <a:gd name="T3" fmla="*/ 1692 h 52"/>
                <a:gd name="T4" fmla="*/ 1756 w 78"/>
                <a:gd name="T5" fmla="*/ 1660 h 52"/>
                <a:gd name="T6" fmla="*/ 2052 w 78"/>
                <a:gd name="T7" fmla="*/ 1069 h 52"/>
                <a:gd name="T8" fmla="*/ 1544 w 78"/>
                <a:gd name="T9" fmla="*/ 386 h 52"/>
                <a:gd name="T10" fmla="*/ 350 w 78"/>
                <a:gd name="T11" fmla="*/ 460 h 52"/>
                <a:gd name="T12" fmla="*/ 54 w 78"/>
                <a:gd name="T13" fmla="*/ 1041 h 52"/>
                <a:gd name="T14" fmla="*/ 161 w 78"/>
                <a:gd name="T15" fmla="*/ 1366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2">
                  <a:moveTo>
                    <a:pt x="6" y="42"/>
                  </a:moveTo>
                  <a:cubicBezTo>
                    <a:pt x="20" y="48"/>
                    <a:pt x="37" y="52"/>
                    <a:pt x="54" y="52"/>
                  </a:cubicBezTo>
                  <a:cubicBezTo>
                    <a:pt x="58" y="52"/>
                    <a:pt x="62" y="51"/>
                    <a:pt x="66" y="51"/>
                  </a:cubicBezTo>
                  <a:cubicBezTo>
                    <a:pt x="71" y="46"/>
                    <a:pt x="76" y="40"/>
                    <a:pt x="77" y="33"/>
                  </a:cubicBezTo>
                  <a:cubicBezTo>
                    <a:pt x="78" y="23"/>
                    <a:pt x="69" y="20"/>
                    <a:pt x="58" y="12"/>
                  </a:cubicBezTo>
                  <a:cubicBezTo>
                    <a:pt x="42" y="0"/>
                    <a:pt x="24" y="6"/>
                    <a:pt x="13" y="14"/>
                  </a:cubicBezTo>
                  <a:cubicBezTo>
                    <a:pt x="9" y="19"/>
                    <a:pt x="0" y="22"/>
                    <a:pt x="2" y="32"/>
                  </a:cubicBezTo>
                  <a:cubicBezTo>
                    <a:pt x="2" y="34"/>
                    <a:pt x="4" y="38"/>
                    <a:pt x="6" y="42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211">
              <a:extLst>
                <a:ext uri="{FF2B5EF4-FFF2-40B4-BE49-F238E27FC236}">
                  <a16:creationId xmlns:a16="http://schemas.microsoft.com/office/drawing/2014/main" id="{6C605520-39D9-4AE9-89A6-E6BD3A4C3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763"/>
              <a:ext cx="24" cy="48"/>
            </a:xfrm>
            <a:custGeom>
              <a:avLst/>
              <a:gdLst>
                <a:gd name="T0" fmla="*/ 216 w 8"/>
                <a:gd name="T1" fmla="*/ 0 h 15"/>
                <a:gd name="T2" fmla="*/ 0 w 8"/>
                <a:gd name="T3" fmla="*/ 49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6" y="7"/>
                    <a:pt x="4" y="14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212">
              <a:extLst>
                <a:ext uri="{FF2B5EF4-FFF2-40B4-BE49-F238E27FC236}">
                  <a16:creationId xmlns:a16="http://schemas.microsoft.com/office/drawing/2014/main" id="{AA8D080B-0C20-4C21-BCD2-59CB9F498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721"/>
              <a:ext cx="9" cy="42"/>
            </a:xfrm>
            <a:custGeom>
              <a:avLst/>
              <a:gdLst>
                <a:gd name="T0" fmla="*/ 81 w 3"/>
                <a:gd name="T1" fmla="*/ 0 h 13"/>
                <a:gd name="T2" fmla="*/ 0 w 3"/>
                <a:gd name="T3" fmla="*/ 43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2" y="4"/>
                    <a:pt x="1" y="9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213">
              <a:extLst>
                <a:ext uri="{FF2B5EF4-FFF2-40B4-BE49-F238E27FC236}">
                  <a16:creationId xmlns:a16="http://schemas.microsoft.com/office/drawing/2014/main" id="{B33FA0BB-0D0F-4A3B-ABC8-BCCB58B1C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1753"/>
              <a:ext cx="3" cy="45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5"/>
                    <a:pt x="1" y="11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214">
              <a:extLst>
                <a:ext uri="{FF2B5EF4-FFF2-40B4-BE49-F238E27FC236}">
                  <a16:creationId xmlns:a16="http://schemas.microsoft.com/office/drawing/2014/main" id="{43711B87-68A3-48BC-8499-31838E9B3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1734"/>
              <a:ext cx="3" cy="19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9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215">
              <a:extLst>
                <a:ext uri="{FF2B5EF4-FFF2-40B4-BE49-F238E27FC236}">
                  <a16:creationId xmlns:a16="http://schemas.microsoft.com/office/drawing/2014/main" id="{8E228114-F196-43C2-9061-1F5D7C45F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393"/>
              <a:ext cx="78" cy="67"/>
            </a:xfrm>
            <a:custGeom>
              <a:avLst/>
              <a:gdLst>
                <a:gd name="T0" fmla="*/ 0 w 26"/>
                <a:gd name="T1" fmla="*/ 0 h 21"/>
                <a:gd name="T2" fmla="*/ 270 w 26"/>
                <a:gd name="T3" fmla="*/ 651 h 21"/>
                <a:gd name="T4" fmla="*/ 702 w 26"/>
                <a:gd name="T5" fmla="*/ 4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2" y="7"/>
                    <a:pt x="2" y="20"/>
                    <a:pt x="10" y="20"/>
                  </a:cubicBezTo>
                  <a:cubicBezTo>
                    <a:pt x="14" y="21"/>
                    <a:pt x="23" y="17"/>
                    <a:pt x="26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216">
              <a:extLst>
                <a:ext uri="{FF2B5EF4-FFF2-40B4-BE49-F238E27FC236}">
                  <a16:creationId xmlns:a16="http://schemas.microsoft.com/office/drawing/2014/main" id="{46D0A911-0258-4AF6-8935-3307629B8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546"/>
              <a:ext cx="174" cy="319"/>
            </a:xfrm>
            <a:custGeom>
              <a:avLst/>
              <a:gdLst>
                <a:gd name="T0" fmla="*/ 1566 w 58"/>
                <a:gd name="T1" fmla="*/ 1333 h 100"/>
                <a:gd name="T2" fmla="*/ 54 w 58"/>
                <a:gd name="T3" fmla="*/ 195 h 100"/>
                <a:gd name="T4" fmla="*/ 54 w 58"/>
                <a:gd name="T5" fmla="*/ 1302 h 100"/>
                <a:gd name="T6" fmla="*/ 189 w 58"/>
                <a:gd name="T7" fmla="*/ 3247 h 100"/>
                <a:gd name="T8" fmla="*/ 459 w 58"/>
                <a:gd name="T9" fmla="*/ 1101 h 100"/>
                <a:gd name="T10" fmla="*/ 1566 w 58"/>
                <a:gd name="T11" fmla="*/ 1333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00">
                  <a:moveTo>
                    <a:pt x="58" y="41"/>
                  </a:moveTo>
                  <a:cubicBezTo>
                    <a:pt x="30" y="35"/>
                    <a:pt x="5" y="12"/>
                    <a:pt x="2" y="6"/>
                  </a:cubicBezTo>
                  <a:cubicBezTo>
                    <a:pt x="0" y="0"/>
                    <a:pt x="2" y="17"/>
                    <a:pt x="2" y="40"/>
                  </a:cubicBezTo>
                  <a:cubicBezTo>
                    <a:pt x="3" y="64"/>
                    <a:pt x="7" y="100"/>
                    <a:pt x="7" y="100"/>
                  </a:cubicBezTo>
                  <a:cubicBezTo>
                    <a:pt x="11" y="74"/>
                    <a:pt x="5" y="35"/>
                    <a:pt x="17" y="34"/>
                  </a:cubicBezTo>
                  <a:cubicBezTo>
                    <a:pt x="29" y="34"/>
                    <a:pt x="50" y="42"/>
                    <a:pt x="58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217">
              <a:extLst>
                <a:ext uri="{FF2B5EF4-FFF2-40B4-BE49-F238E27FC236}">
                  <a16:creationId xmlns:a16="http://schemas.microsoft.com/office/drawing/2014/main" id="{4E586279-2D30-49BF-829C-EA3878EA0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875"/>
              <a:ext cx="473" cy="284"/>
            </a:xfrm>
            <a:custGeom>
              <a:avLst/>
              <a:gdLst>
                <a:gd name="T0" fmla="*/ 3781 w 158"/>
                <a:gd name="T1" fmla="*/ 846 h 89"/>
                <a:gd name="T2" fmla="*/ 3515 w 158"/>
                <a:gd name="T3" fmla="*/ 1528 h 89"/>
                <a:gd name="T4" fmla="*/ 1694 w 158"/>
                <a:gd name="T5" fmla="*/ 2626 h 89"/>
                <a:gd name="T6" fmla="*/ 0 w 158"/>
                <a:gd name="T7" fmla="*/ 2473 h 89"/>
                <a:gd name="T8" fmla="*/ 1425 w 158"/>
                <a:gd name="T9" fmla="*/ 2862 h 89"/>
                <a:gd name="T10" fmla="*/ 3997 w 158"/>
                <a:gd name="T11" fmla="*/ 1101 h 89"/>
                <a:gd name="T12" fmla="*/ 4239 w 158"/>
                <a:gd name="T13" fmla="*/ 0 h 89"/>
                <a:gd name="T14" fmla="*/ 3781 w 158"/>
                <a:gd name="T15" fmla="*/ 846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89">
                  <a:moveTo>
                    <a:pt x="141" y="26"/>
                  </a:moveTo>
                  <a:cubicBezTo>
                    <a:pt x="141" y="26"/>
                    <a:pt x="141" y="33"/>
                    <a:pt x="131" y="47"/>
                  </a:cubicBezTo>
                  <a:cubicBezTo>
                    <a:pt x="121" y="61"/>
                    <a:pt x="89" y="78"/>
                    <a:pt x="63" y="81"/>
                  </a:cubicBezTo>
                  <a:cubicBezTo>
                    <a:pt x="42" y="83"/>
                    <a:pt x="25" y="82"/>
                    <a:pt x="0" y="76"/>
                  </a:cubicBezTo>
                  <a:cubicBezTo>
                    <a:pt x="17" y="86"/>
                    <a:pt x="37" y="88"/>
                    <a:pt x="53" y="88"/>
                  </a:cubicBezTo>
                  <a:cubicBezTo>
                    <a:pt x="109" y="89"/>
                    <a:pt x="142" y="50"/>
                    <a:pt x="149" y="34"/>
                  </a:cubicBezTo>
                  <a:cubicBezTo>
                    <a:pt x="155" y="21"/>
                    <a:pt x="158" y="8"/>
                    <a:pt x="158" y="0"/>
                  </a:cubicBezTo>
                  <a:cubicBezTo>
                    <a:pt x="156" y="8"/>
                    <a:pt x="147" y="23"/>
                    <a:pt x="141" y="26"/>
                  </a:cubicBezTo>
                  <a:close/>
                </a:path>
              </a:pathLst>
            </a:custGeom>
            <a:solidFill>
              <a:srgbClr val="C9C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218">
              <a:extLst>
                <a:ext uri="{FF2B5EF4-FFF2-40B4-BE49-F238E27FC236}">
                  <a16:creationId xmlns:a16="http://schemas.microsoft.com/office/drawing/2014/main" id="{528AF4ED-0432-4490-B924-B380544D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875"/>
              <a:ext cx="315" cy="284"/>
            </a:xfrm>
            <a:custGeom>
              <a:avLst/>
              <a:gdLst>
                <a:gd name="T0" fmla="*/ 2052 w 105"/>
                <a:gd name="T1" fmla="*/ 1822 h 89"/>
                <a:gd name="T2" fmla="*/ 0 w 105"/>
                <a:gd name="T3" fmla="*/ 2862 h 89"/>
                <a:gd name="T4" fmla="*/ 2592 w 105"/>
                <a:gd name="T5" fmla="*/ 1101 h 89"/>
                <a:gd name="T6" fmla="*/ 2835 w 105"/>
                <a:gd name="T7" fmla="*/ 0 h 89"/>
                <a:gd name="T8" fmla="*/ 2646 w 105"/>
                <a:gd name="T9" fmla="*/ 488 h 89"/>
                <a:gd name="T10" fmla="*/ 2052 w 105"/>
                <a:gd name="T11" fmla="*/ 1822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9">
                  <a:moveTo>
                    <a:pt x="76" y="56"/>
                  </a:moveTo>
                  <a:cubicBezTo>
                    <a:pt x="61" y="71"/>
                    <a:pt x="35" y="85"/>
                    <a:pt x="0" y="88"/>
                  </a:cubicBezTo>
                  <a:cubicBezTo>
                    <a:pt x="56" y="89"/>
                    <a:pt x="89" y="50"/>
                    <a:pt x="96" y="34"/>
                  </a:cubicBezTo>
                  <a:cubicBezTo>
                    <a:pt x="102" y="21"/>
                    <a:pt x="105" y="8"/>
                    <a:pt x="105" y="0"/>
                  </a:cubicBezTo>
                  <a:cubicBezTo>
                    <a:pt x="104" y="6"/>
                    <a:pt x="98" y="15"/>
                    <a:pt x="98" y="15"/>
                  </a:cubicBezTo>
                  <a:cubicBezTo>
                    <a:pt x="97" y="19"/>
                    <a:pt x="94" y="38"/>
                    <a:pt x="76" y="56"/>
                  </a:cubicBezTo>
                  <a:close/>
                </a:path>
              </a:pathLst>
            </a:custGeom>
            <a:solidFill>
              <a:srgbClr val="9C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219">
              <a:extLst>
                <a:ext uri="{FF2B5EF4-FFF2-40B4-BE49-F238E27FC236}">
                  <a16:creationId xmlns:a16="http://schemas.microsoft.com/office/drawing/2014/main" id="{D1281702-6DBF-4384-9573-49EA4251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938"/>
              <a:ext cx="108" cy="96"/>
            </a:xfrm>
            <a:custGeom>
              <a:avLst/>
              <a:gdLst>
                <a:gd name="T0" fmla="*/ 81 w 36"/>
                <a:gd name="T1" fmla="*/ 61 h 30"/>
                <a:gd name="T2" fmla="*/ 0 w 36"/>
                <a:gd name="T3" fmla="*/ 61 h 30"/>
                <a:gd name="T4" fmla="*/ 243 w 36"/>
                <a:gd name="T5" fmla="*/ 982 h 30"/>
                <a:gd name="T6" fmla="*/ 216 w 36"/>
                <a:gd name="T7" fmla="*/ 390 h 30"/>
                <a:gd name="T8" fmla="*/ 972 w 36"/>
                <a:gd name="T9" fmla="*/ 954 h 30"/>
                <a:gd name="T10" fmla="*/ 81 w 36"/>
                <a:gd name="T11" fmla="*/ 6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0">
                  <a:moveTo>
                    <a:pt x="3" y="2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0" y="11"/>
                    <a:pt x="2" y="21"/>
                    <a:pt x="9" y="30"/>
                  </a:cubicBezTo>
                  <a:cubicBezTo>
                    <a:pt x="4" y="18"/>
                    <a:pt x="3" y="10"/>
                    <a:pt x="8" y="12"/>
                  </a:cubicBezTo>
                  <a:cubicBezTo>
                    <a:pt x="13" y="14"/>
                    <a:pt x="25" y="26"/>
                    <a:pt x="36" y="29"/>
                  </a:cubicBezTo>
                  <a:cubicBezTo>
                    <a:pt x="24" y="23"/>
                    <a:pt x="10" y="12"/>
                    <a:pt x="3" y="2"/>
                  </a:cubicBezTo>
                  <a:close/>
                </a:path>
              </a:pathLst>
            </a:custGeom>
            <a:solidFill>
              <a:srgbClr val="C9C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220">
              <a:extLst>
                <a:ext uri="{FF2B5EF4-FFF2-40B4-BE49-F238E27FC236}">
                  <a16:creationId xmlns:a16="http://schemas.microsoft.com/office/drawing/2014/main" id="{94B34123-73D1-4CB3-87AE-D353A6D39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1782"/>
              <a:ext cx="3" cy="25"/>
            </a:xfrm>
            <a:custGeom>
              <a:avLst/>
              <a:gdLst>
                <a:gd name="T0" fmla="*/ 27 w 1"/>
                <a:gd name="T1" fmla="*/ 0 h 8"/>
                <a:gd name="T2" fmla="*/ 0 w 1"/>
                <a:gd name="T3" fmla="*/ 2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221">
              <a:extLst>
                <a:ext uri="{FF2B5EF4-FFF2-40B4-BE49-F238E27FC236}">
                  <a16:creationId xmlns:a16="http://schemas.microsoft.com/office/drawing/2014/main" id="{6651F205-1B89-4251-8E14-DA8F06871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782"/>
              <a:ext cx="626" cy="386"/>
            </a:xfrm>
            <a:custGeom>
              <a:avLst/>
              <a:gdLst>
                <a:gd name="T0" fmla="*/ 0 w 209"/>
                <a:gd name="T1" fmla="*/ 418 h 121"/>
                <a:gd name="T2" fmla="*/ 27 w 209"/>
                <a:gd name="T3" fmla="*/ 1362 h 121"/>
                <a:gd name="T4" fmla="*/ 54 w 209"/>
                <a:gd name="T5" fmla="*/ 1362 h 121"/>
                <a:gd name="T6" fmla="*/ 458 w 209"/>
                <a:gd name="T7" fmla="*/ 2858 h 121"/>
                <a:gd name="T8" fmla="*/ 2585 w 209"/>
                <a:gd name="T9" fmla="*/ 3927 h 121"/>
                <a:gd name="T10" fmla="*/ 5508 w 209"/>
                <a:gd name="T11" fmla="*/ 1464 h 121"/>
                <a:gd name="T12" fmla="*/ 5562 w 209"/>
                <a:gd name="T13" fmla="*/ 906 h 121"/>
                <a:gd name="T14" fmla="*/ 5616 w 209"/>
                <a:gd name="T15" fmla="*/ 0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121">
                  <a:moveTo>
                    <a:pt x="0" y="13"/>
                  </a:moveTo>
                  <a:cubicBezTo>
                    <a:pt x="1" y="42"/>
                    <a:pt x="1" y="42"/>
                    <a:pt x="1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58"/>
                    <a:pt x="7" y="76"/>
                    <a:pt x="17" y="88"/>
                  </a:cubicBezTo>
                  <a:cubicBezTo>
                    <a:pt x="34" y="109"/>
                    <a:pt x="64" y="121"/>
                    <a:pt x="96" y="121"/>
                  </a:cubicBezTo>
                  <a:cubicBezTo>
                    <a:pt x="152" y="121"/>
                    <a:pt x="195" y="91"/>
                    <a:pt x="205" y="45"/>
                  </a:cubicBezTo>
                  <a:cubicBezTo>
                    <a:pt x="206" y="40"/>
                    <a:pt x="208" y="33"/>
                    <a:pt x="207" y="28"/>
                  </a:cubicBezTo>
                  <a:cubicBezTo>
                    <a:pt x="209" y="0"/>
                    <a:pt x="209" y="0"/>
                    <a:pt x="209" y="0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222">
              <a:extLst>
                <a:ext uri="{FF2B5EF4-FFF2-40B4-BE49-F238E27FC236}">
                  <a16:creationId xmlns:a16="http://schemas.microsoft.com/office/drawing/2014/main" id="{5326A4FC-9F74-4C03-9ADB-E1419B631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1495"/>
              <a:ext cx="192" cy="156"/>
            </a:xfrm>
            <a:custGeom>
              <a:avLst/>
              <a:gdLst>
                <a:gd name="T0" fmla="*/ 1728 w 64"/>
                <a:gd name="T1" fmla="*/ 739 h 49"/>
                <a:gd name="T2" fmla="*/ 891 w 64"/>
                <a:gd name="T3" fmla="*/ 0 h 49"/>
                <a:gd name="T4" fmla="*/ 918 w 64"/>
                <a:gd name="T5" fmla="*/ 191 h 49"/>
                <a:gd name="T6" fmla="*/ 756 w 64"/>
                <a:gd name="T7" fmla="*/ 933 h 49"/>
                <a:gd name="T8" fmla="*/ 135 w 64"/>
                <a:gd name="T9" fmla="*/ 1258 h 49"/>
                <a:gd name="T10" fmla="*/ 54 w 64"/>
                <a:gd name="T11" fmla="*/ 1286 h 49"/>
                <a:gd name="T12" fmla="*/ 0 w 64"/>
                <a:gd name="T13" fmla="*/ 1582 h 49"/>
                <a:gd name="T14" fmla="*/ 1728 w 64"/>
                <a:gd name="T15" fmla="*/ 73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49">
                  <a:moveTo>
                    <a:pt x="64" y="23"/>
                  </a:moveTo>
                  <a:cubicBezTo>
                    <a:pt x="57" y="12"/>
                    <a:pt x="42" y="5"/>
                    <a:pt x="33" y="0"/>
                  </a:cubicBezTo>
                  <a:cubicBezTo>
                    <a:pt x="33" y="2"/>
                    <a:pt x="33" y="4"/>
                    <a:pt x="34" y="6"/>
                  </a:cubicBezTo>
                  <a:cubicBezTo>
                    <a:pt x="35" y="14"/>
                    <a:pt x="34" y="23"/>
                    <a:pt x="28" y="29"/>
                  </a:cubicBezTo>
                  <a:cubicBezTo>
                    <a:pt x="23" y="34"/>
                    <a:pt x="12" y="37"/>
                    <a:pt x="5" y="39"/>
                  </a:cubicBezTo>
                  <a:cubicBezTo>
                    <a:pt x="4" y="40"/>
                    <a:pt x="3" y="40"/>
                    <a:pt x="2" y="40"/>
                  </a:cubicBezTo>
                  <a:cubicBezTo>
                    <a:pt x="2" y="43"/>
                    <a:pt x="1" y="46"/>
                    <a:pt x="0" y="49"/>
                  </a:cubicBezTo>
                  <a:cubicBezTo>
                    <a:pt x="25" y="46"/>
                    <a:pt x="47" y="37"/>
                    <a:pt x="64" y="23"/>
                  </a:cubicBezTo>
                  <a:close/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223">
              <a:extLst>
                <a:ext uri="{FF2B5EF4-FFF2-40B4-BE49-F238E27FC236}">
                  <a16:creationId xmlns:a16="http://schemas.microsoft.com/office/drawing/2014/main" id="{7387A9DC-7D0B-45CF-B7D6-07666BB1E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479"/>
              <a:ext cx="81" cy="80"/>
            </a:xfrm>
            <a:custGeom>
              <a:avLst/>
              <a:gdLst>
                <a:gd name="T0" fmla="*/ 0 w 27"/>
                <a:gd name="T1" fmla="*/ 0 h 25"/>
                <a:gd name="T2" fmla="*/ 27 w 27"/>
                <a:gd name="T3" fmla="*/ 819 h 25"/>
                <a:gd name="T4" fmla="*/ 729 w 27"/>
                <a:gd name="T5" fmla="*/ 595 h 25"/>
                <a:gd name="T6" fmla="*/ 297 w 27"/>
                <a:gd name="T7" fmla="*/ 224 h 25"/>
                <a:gd name="T8" fmla="*/ 54 w 27"/>
                <a:gd name="T9" fmla="*/ 3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5">
                  <a:moveTo>
                    <a:pt x="0" y="0"/>
                  </a:moveTo>
                  <a:cubicBezTo>
                    <a:pt x="0" y="9"/>
                    <a:pt x="2" y="16"/>
                    <a:pt x="1" y="25"/>
                  </a:cubicBezTo>
                  <a:cubicBezTo>
                    <a:pt x="7" y="12"/>
                    <a:pt x="16" y="15"/>
                    <a:pt x="27" y="18"/>
                  </a:cubicBezTo>
                  <a:cubicBezTo>
                    <a:pt x="21" y="16"/>
                    <a:pt x="17" y="11"/>
                    <a:pt x="11" y="7"/>
                  </a:cubicBezTo>
                  <a:cubicBezTo>
                    <a:pt x="8" y="6"/>
                    <a:pt x="3" y="4"/>
                    <a:pt x="2" y="1"/>
                  </a:cubicBezTo>
                </a:path>
              </a:pathLst>
            </a:custGeom>
            <a:solidFill>
              <a:srgbClr val="FFD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224">
              <a:extLst>
                <a:ext uri="{FF2B5EF4-FFF2-40B4-BE49-F238E27FC236}">
                  <a16:creationId xmlns:a16="http://schemas.microsoft.com/office/drawing/2014/main" id="{A09833AF-7AE2-40AC-BA7E-4CE70592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1657"/>
              <a:ext cx="258" cy="112"/>
            </a:xfrm>
            <a:custGeom>
              <a:avLst/>
              <a:gdLst>
                <a:gd name="T0" fmla="*/ 0 w 86"/>
                <a:gd name="T1" fmla="*/ 1117 h 35"/>
                <a:gd name="T2" fmla="*/ 459 w 86"/>
                <a:gd name="T3" fmla="*/ 1085 h 35"/>
                <a:gd name="T4" fmla="*/ 1080 w 86"/>
                <a:gd name="T5" fmla="*/ 1085 h 35"/>
                <a:gd name="T6" fmla="*/ 1674 w 86"/>
                <a:gd name="T7" fmla="*/ 819 h 35"/>
                <a:gd name="T8" fmla="*/ 2214 w 86"/>
                <a:gd name="T9" fmla="*/ 32 h 35"/>
                <a:gd name="T10" fmla="*/ 2241 w 86"/>
                <a:gd name="T11" fmla="*/ 6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35">
                  <a:moveTo>
                    <a:pt x="0" y="34"/>
                  </a:moveTo>
                  <a:cubicBezTo>
                    <a:pt x="6" y="34"/>
                    <a:pt x="11" y="35"/>
                    <a:pt x="17" y="33"/>
                  </a:cubicBezTo>
                  <a:cubicBezTo>
                    <a:pt x="26" y="30"/>
                    <a:pt x="31" y="32"/>
                    <a:pt x="40" y="33"/>
                  </a:cubicBezTo>
                  <a:cubicBezTo>
                    <a:pt x="50" y="34"/>
                    <a:pt x="55" y="30"/>
                    <a:pt x="62" y="25"/>
                  </a:cubicBezTo>
                  <a:cubicBezTo>
                    <a:pt x="68" y="21"/>
                    <a:pt x="86" y="10"/>
                    <a:pt x="82" y="1"/>
                  </a:cubicBezTo>
                  <a:cubicBezTo>
                    <a:pt x="82" y="0"/>
                    <a:pt x="82" y="2"/>
                    <a:pt x="83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225">
              <a:extLst>
                <a:ext uri="{FF2B5EF4-FFF2-40B4-BE49-F238E27FC236}">
                  <a16:creationId xmlns:a16="http://schemas.microsoft.com/office/drawing/2014/main" id="{4D566412-DEAA-499D-9853-2E0DDD8C3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696"/>
              <a:ext cx="200" cy="86"/>
            </a:xfrm>
            <a:custGeom>
              <a:avLst/>
              <a:gdLst>
                <a:gd name="T0" fmla="*/ 0 w 67"/>
                <a:gd name="T1" fmla="*/ 0 h 27"/>
                <a:gd name="T2" fmla="*/ 346 w 67"/>
                <a:gd name="T3" fmla="*/ 516 h 27"/>
                <a:gd name="T4" fmla="*/ 1060 w 67"/>
                <a:gd name="T5" fmla="*/ 771 h 27"/>
                <a:gd name="T6" fmla="*/ 1513 w 67"/>
                <a:gd name="T7" fmla="*/ 841 h 27"/>
                <a:gd name="T8" fmla="*/ 1782 w 67"/>
                <a:gd name="T9" fmla="*/ 65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7">
                  <a:moveTo>
                    <a:pt x="0" y="0"/>
                  </a:moveTo>
                  <a:cubicBezTo>
                    <a:pt x="2" y="5"/>
                    <a:pt x="8" y="12"/>
                    <a:pt x="13" y="16"/>
                  </a:cubicBezTo>
                  <a:cubicBezTo>
                    <a:pt x="20" y="22"/>
                    <a:pt x="31" y="20"/>
                    <a:pt x="40" y="24"/>
                  </a:cubicBezTo>
                  <a:cubicBezTo>
                    <a:pt x="46" y="27"/>
                    <a:pt x="50" y="27"/>
                    <a:pt x="57" y="26"/>
                  </a:cubicBezTo>
                  <a:cubicBezTo>
                    <a:pt x="60" y="25"/>
                    <a:pt x="67" y="19"/>
                    <a:pt x="67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226">
              <a:extLst>
                <a:ext uri="{FF2B5EF4-FFF2-40B4-BE49-F238E27FC236}">
                  <a16:creationId xmlns:a16="http://schemas.microsoft.com/office/drawing/2014/main" id="{7FE3F3D7-4B7F-471D-8F2D-BFC8CA1C6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1654"/>
              <a:ext cx="258" cy="112"/>
            </a:xfrm>
            <a:custGeom>
              <a:avLst/>
              <a:gdLst>
                <a:gd name="T0" fmla="*/ 0 w 86"/>
                <a:gd name="T1" fmla="*/ 1146 h 35"/>
                <a:gd name="T2" fmla="*/ 459 w 86"/>
                <a:gd name="T3" fmla="*/ 1043 h 35"/>
                <a:gd name="T4" fmla="*/ 1080 w 86"/>
                <a:gd name="T5" fmla="*/ 1043 h 35"/>
                <a:gd name="T6" fmla="*/ 1674 w 86"/>
                <a:gd name="T7" fmla="*/ 787 h 35"/>
                <a:gd name="T8" fmla="*/ 2214 w 86"/>
                <a:gd name="T9" fmla="*/ 32 h 35"/>
                <a:gd name="T10" fmla="*/ 2241 w 86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35">
                  <a:moveTo>
                    <a:pt x="0" y="35"/>
                  </a:moveTo>
                  <a:cubicBezTo>
                    <a:pt x="6" y="35"/>
                    <a:pt x="11" y="34"/>
                    <a:pt x="17" y="32"/>
                  </a:cubicBezTo>
                  <a:cubicBezTo>
                    <a:pt x="26" y="29"/>
                    <a:pt x="31" y="31"/>
                    <a:pt x="40" y="32"/>
                  </a:cubicBezTo>
                  <a:cubicBezTo>
                    <a:pt x="50" y="33"/>
                    <a:pt x="55" y="29"/>
                    <a:pt x="62" y="24"/>
                  </a:cubicBezTo>
                  <a:cubicBezTo>
                    <a:pt x="68" y="20"/>
                    <a:pt x="86" y="10"/>
                    <a:pt x="82" y="1"/>
                  </a:cubicBezTo>
                  <a:cubicBezTo>
                    <a:pt x="82" y="0"/>
                    <a:pt x="82" y="1"/>
                    <a:pt x="83" y="0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227">
              <a:extLst>
                <a:ext uri="{FF2B5EF4-FFF2-40B4-BE49-F238E27FC236}">
                  <a16:creationId xmlns:a16="http://schemas.microsoft.com/office/drawing/2014/main" id="{159E0FDA-C84B-4E7B-8952-7041B73DD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1456"/>
              <a:ext cx="282" cy="205"/>
            </a:xfrm>
            <a:custGeom>
              <a:avLst/>
              <a:gdLst>
                <a:gd name="T0" fmla="*/ 1566 w 94"/>
                <a:gd name="T1" fmla="*/ 1416 h 64"/>
                <a:gd name="T2" fmla="*/ 0 w 94"/>
                <a:gd name="T3" fmla="*/ 2104 h 64"/>
                <a:gd name="T4" fmla="*/ 0 w 94"/>
                <a:gd name="T5" fmla="*/ 2104 h 64"/>
                <a:gd name="T6" fmla="*/ 1647 w 94"/>
                <a:gd name="T7" fmla="*/ 1477 h 64"/>
                <a:gd name="T8" fmla="*/ 2538 w 94"/>
                <a:gd name="T9" fmla="*/ 0 h 64"/>
                <a:gd name="T10" fmla="*/ 2538 w 94"/>
                <a:gd name="T11" fmla="*/ 0 h 64"/>
                <a:gd name="T12" fmla="*/ 1566 w 94"/>
                <a:gd name="T13" fmla="*/ 141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64">
                  <a:moveTo>
                    <a:pt x="58" y="43"/>
                  </a:moveTo>
                  <a:cubicBezTo>
                    <a:pt x="42" y="54"/>
                    <a:pt x="22" y="62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0" y="64"/>
                    <a:pt x="44" y="56"/>
                    <a:pt x="61" y="45"/>
                  </a:cubicBezTo>
                  <a:cubicBezTo>
                    <a:pt x="77" y="34"/>
                    <a:pt x="89" y="17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17"/>
                    <a:pt x="74" y="32"/>
                    <a:pt x="58" y="43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228">
              <a:extLst>
                <a:ext uri="{FF2B5EF4-FFF2-40B4-BE49-F238E27FC236}">
                  <a16:creationId xmlns:a16="http://schemas.microsoft.com/office/drawing/2014/main" id="{A4A08608-21B1-412C-A9FF-7AEF9FE66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709"/>
              <a:ext cx="44" cy="63"/>
            </a:xfrm>
            <a:custGeom>
              <a:avLst/>
              <a:gdLst>
                <a:gd name="T0" fmla="*/ 0 w 15"/>
                <a:gd name="T1" fmla="*/ 624 h 20"/>
                <a:gd name="T2" fmla="*/ 378 w 1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8" y="12"/>
                    <a:pt x="14" y="4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229">
              <a:extLst>
                <a:ext uri="{FF2B5EF4-FFF2-40B4-BE49-F238E27FC236}">
                  <a16:creationId xmlns:a16="http://schemas.microsoft.com/office/drawing/2014/main" id="{131C04BE-7E48-49CD-97DF-4231D98D7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718"/>
              <a:ext cx="159" cy="105"/>
            </a:xfrm>
            <a:custGeom>
              <a:avLst/>
              <a:gdLst>
                <a:gd name="T0" fmla="*/ 0 w 53"/>
                <a:gd name="T1" fmla="*/ 0 h 33"/>
                <a:gd name="T2" fmla="*/ 756 w 53"/>
                <a:gd name="T3" fmla="*/ 1034 h 33"/>
                <a:gd name="T4" fmla="*/ 1431 w 53"/>
                <a:gd name="T5" fmla="*/ 54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3">
                  <a:moveTo>
                    <a:pt x="0" y="0"/>
                  </a:moveTo>
                  <a:cubicBezTo>
                    <a:pt x="3" y="14"/>
                    <a:pt x="17" y="30"/>
                    <a:pt x="28" y="32"/>
                  </a:cubicBezTo>
                  <a:cubicBezTo>
                    <a:pt x="34" y="33"/>
                    <a:pt x="44" y="25"/>
                    <a:pt x="53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230">
              <a:extLst>
                <a:ext uri="{FF2B5EF4-FFF2-40B4-BE49-F238E27FC236}">
                  <a16:creationId xmlns:a16="http://schemas.microsoft.com/office/drawing/2014/main" id="{38EF92A8-81D6-476A-83D1-D80C0D80E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648"/>
              <a:ext cx="3" cy="70"/>
            </a:xfrm>
            <a:custGeom>
              <a:avLst/>
              <a:gdLst>
                <a:gd name="T0" fmla="*/ 0 w 1"/>
                <a:gd name="T1" fmla="*/ 0 h 22"/>
                <a:gd name="T2" fmla="*/ 27 w 1"/>
                <a:gd name="T3" fmla="*/ 678 h 22"/>
                <a:gd name="T4" fmla="*/ 27 w 1"/>
                <a:gd name="T5" fmla="*/ 71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7"/>
                    <a:pt x="0" y="15"/>
                    <a:pt x="1" y="21"/>
                  </a:cubicBezTo>
                  <a:cubicBezTo>
                    <a:pt x="1" y="21"/>
                    <a:pt x="1" y="22"/>
                    <a:pt x="1" y="22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231">
              <a:extLst>
                <a:ext uri="{FF2B5EF4-FFF2-40B4-BE49-F238E27FC236}">
                  <a16:creationId xmlns:a16="http://schemas.microsoft.com/office/drawing/2014/main" id="{A9E912D8-ADF6-4144-89C9-B8FB46CE0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689"/>
              <a:ext cx="203" cy="87"/>
            </a:xfrm>
            <a:custGeom>
              <a:avLst/>
              <a:gdLst>
                <a:gd name="T0" fmla="*/ 0 w 68"/>
                <a:gd name="T1" fmla="*/ 0 h 27"/>
                <a:gd name="T2" fmla="*/ 373 w 68"/>
                <a:gd name="T3" fmla="*/ 541 h 27"/>
                <a:gd name="T4" fmla="*/ 1087 w 68"/>
                <a:gd name="T5" fmla="*/ 799 h 27"/>
                <a:gd name="T6" fmla="*/ 1540 w 68"/>
                <a:gd name="T7" fmla="*/ 873 h 27"/>
                <a:gd name="T8" fmla="*/ 1809 w 68"/>
                <a:gd name="T9" fmla="*/ 73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7">
                  <a:moveTo>
                    <a:pt x="0" y="0"/>
                  </a:moveTo>
                  <a:cubicBezTo>
                    <a:pt x="2" y="5"/>
                    <a:pt x="9" y="12"/>
                    <a:pt x="14" y="16"/>
                  </a:cubicBezTo>
                  <a:cubicBezTo>
                    <a:pt x="21" y="22"/>
                    <a:pt x="32" y="20"/>
                    <a:pt x="41" y="24"/>
                  </a:cubicBezTo>
                  <a:cubicBezTo>
                    <a:pt x="47" y="27"/>
                    <a:pt x="51" y="27"/>
                    <a:pt x="58" y="26"/>
                  </a:cubicBezTo>
                  <a:cubicBezTo>
                    <a:pt x="61" y="25"/>
                    <a:pt x="68" y="21"/>
                    <a:pt x="68" y="22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232">
              <a:extLst>
                <a:ext uri="{FF2B5EF4-FFF2-40B4-BE49-F238E27FC236}">
                  <a16:creationId xmlns:a16="http://schemas.microsoft.com/office/drawing/2014/main" id="{8694DD4E-98CA-4B8C-BA1A-FCDC79C5D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578"/>
              <a:ext cx="3" cy="35"/>
            </a:xfrm>
            <a:custGeom>
              <a:avLst/>
              <a:gdLst>
                <a:gd name="T0" fmla="*/ 27 w 1"/>
                <a:gd name="T1" fmla="*/ 0 h 11"/>
                <a:gd name="T2" fmla="*/ 0 w 1"/>
                <a:gd name="T3" fmla="*/ 3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2"/>
                    <a:pt x="0" y="7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233">
              <a:extLst>
                <a:ext uri="{FF2B5EF4-FFF2-40B4-BE49-F238E27FC236}">
                  <a16:creationId xmlns:a16="http://schemas.microsoft.com/office/drawing/2014/main" id="{4ED77DE1-6D13-473A-AD16-B3E6A8647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418"/>
              <a:ext cx="33" cy="32"/>
            </a:xfrm>
            <a:custGeom>
              <a:avLst/>
              <a:gdLst>
                <a:gd name="T0" fmla="*/ 270 w 11"/>
                <a:gd name="T1" fmla="*/ 266 h 10"/>
                <a:gd name="T2" fmla="*/ 189 w 11"/>
                <a:gd name="T3" fmla="*/ 32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0" y="8"/>
                  </a:moveTo>
                  <a:cubicBezTo>
                    <a:pt x="11" y="0"/>
                    <a:pt x="0" y="6"/>
                    <a:pt x="7" y="10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234">
              <a:extLst>
                <a:ext uri="{FF2B5EF4-FFF2-40B4-BE49-F238E27FC236}">
                  <a16:creationId xmlns:a16="http://schemas.microsoft.com/office/drawing/2014/main" id="{E82C6BB2-A010-47E4-AC7C-BD6AEF10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393"/>
              <a:ext cx="30" cy="28"/>
            </a:xfrm>
            <a:custGeom>
              <a:avLst/>
              <a:gdLst>
                <a:gd name="T0" fmla="*/ 0 w 10"/>
                <a:gd name="T1" fmla="*/ 59 h 9"/>
                <a:gd name="T2" fmla="*/ 54 w 10"/>
                <a:gd name="T3" fmla="*/ 24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10" y="0"/>
                    <a:pt x="4" y="9"/>
                    <a:pt x="2" y="8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235">
              <a:extLst>
                <a:ext uri="{FF2B5EF4-FFF2-40B4-BE49-F238E27FC236}">
                  <a16:creationId xmlns:a16="http://schemas.microsoft.com/office/drawing/2014/main" id="{5496EDBD-98F2-452D-AF90-5C559706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747"/>
              <a:ext cx="15" cy="29"/>
            </a:xfrm>
            <a:custGeom>
              <a:avLst/>
              <a:gdLst>
                <a:gd name="T0" fmla="*/ 27 w 5"/>
                <a:gd name="T1" fmla="*/ 300 h 9"/>
                <a:gd name="T2" fmla="*/ 27 w 5"/>
                <a:gd name="T3" fmla="*/ 0 h 9"/>
                <a:gd name="T4" fmla="*/ 135 w 5"/>
                <a:gd name="T5" fmla="*/ 30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1" y="6"/>
                    <a:pt x="0" y="3"/>
                    <a:pt x="1" y="0"/>
                  </a:cubicBezTo>
                  <a:cubicBezTo>
                    <a:pt x="4" y="2"/>
                    <a:pt x="4" y="6"/>
                    <a:pt x="5" y="9"/>
                  </a:cubicBezTo>
                </a:path>
              </a:pathLst>
            </a:custGeom>
            <a:noFill/>
            <a:ln w="9525" cap="flat">
              <a:solidFill>
                <a:srgbClr val="EFB75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236">
              <a:extLst>
                <a:ext uri="{FF2B5EF4-FFF2-40B4-BE49-F238E27FC236}">
                  <a16:creationId xmlns:a16="http://schemas.microsoft.com/office/drawing/2014/main" id="{E4860D8A-99F3-4ACA-8102-CC6C1B650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1654"/>
              <a:ext cx="33" cy="39"/>
            </a:xfrm>
            <a:custGeom>
              <a:avLst/>
              <a:gdLst>
                <a:gd name="T0" fmla="*/ 243 w 11"/>
                <a:gd name="T1" fmla="*/ 75 h 12"/>
                <a:gd name="T2" fmla="*/ 81 w 11"/>
                <a:gd name="T3" fmla="*/ 33 h 12"/>
                <a:gd name="T4" fmla="*/ 189 w 11"/>
                <a:gd name="T5" fmla="*/ 211 h 12"/>
                <a:gd name="T6" fmla="*/ 54 w 11"/>
                <a:gd name="T7" fmla="*/ 2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9" y="2"/>
                  </a:moveTo>
                  <a:cubicBezTo>
                    <a:pt x="8" y="1"/>
                    <a:pt x="4" y="0"/>
                    <a:pt x="3" y="1"/>
                  </a:cubicBezTo>
                  <a:cubicBezTo>
                    <a:pt x="0" y="4"/>
                    <a:pt x="5" y="5"/>
                    <a:pt x="7" y="6"/>
                  </a:cubicBezTo>
                  <a:cubicBezTo>
                    <a:pt x="11" y="12"/>
                    <a:pt x="4" y="12"/>
                    <a:pt x="2" y="8"/>
                  </a:cubicBezTo>
                </a:path>
              </a:pathLst>
            </a:custGeom>
            <a:noFill/>
            <a:ln w="9525" cap="flat">
              <a:solidFill>
                <a:srgbClr val="F8C5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237">
              <a:extLst>
                <a:ext uri="{FF2B5EF4-FFF2-40B4-BE49-F238E27FC236}">
                  <a16:creationId xmlns:a16="http://schemas.microsoft.com/office/drawing/2014/main" id="{EDDCCEE3-68FB-4125-8E78-9FF7B3EA2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89"/>
              <a:ext cx="15" cy="16"/>
            </a:xfrm>
            <a:custGeom>
              <a:avLst/>
              <a:gdLst>
                <a:gd name="T0" fmla="*/ 135 w 5"/>
                <a:gd name="T1" fmla="*/ 0 h 5"/>
                <a:gd name="T2" fmla="*/ 0 w 5"/>
                <a:gd name="T3" fmla="*/ 16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2"/>
                    <a:pt x="1" y="3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8C5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238">
              <a:extLst>
                <a:ext uri="{FF2B5EF4-FFF2-40B4-BE49-F238E27FC236}">
                  <a16:creationId xmlns:a16="http://schemas.microsoft.com/office/drawing/2014/main" id="{75775E2F-BB3D-49E9-BC85-51C6761C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1495"/>
              <a:ext cx="21" cy="92"/>
            </a:xfrm>
            <a:custGeom>
              <a:avLst/>
              <a:gdLst>
                <a:gd name="T0" fmla="*/ 135 w 7"/>
                <a:gd name="T1" fmla="*/ 0 h 29"/>
                <a:gd name="T2" fmla="*/ 162 w 7"/>
                <a:gd name="T3" fmla="*/ 190 h 29"/>
                <a:gd name="T4" fmla="*/ 0 w 7"/>
                <a:gd name="T5" fmla="*/ 9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9">
                  <a:moveTo>
                    <a:pt x="5" y="0"/>
                  </a:moveTo>
                  <a:cubicBezTo>
                    <a:pt x="5" y="2"/>
                    <a:pt x="5" y="4"/>
                    <a:pt x="6" y="6"/>
                  </a:cubicBezTo>
                  <a:cubicBezTo>
                    <a:pt x="7" y="14"/>
                    <a:pt x="6" y="23"/>
                    <a:pt x="0" y="29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239">
              <a:extLst>
                <a:ext uri="{FF2B5EF4-FFF2-40B4-BE49-F238E27FC236}">
                  <a16:creationId xmlns:a16="http://schemas.microsoft.com/office/drawing/2014/main" id="{0EF664AB-3EAF-4BD0-9540-91D5466A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1511"/>
              <a:ext cx="84" cy="44"/>
            </a:xfrm>
            <a:custGeom>
              <a:avLst/>
              <a:gdLst>
                <a:gd name="T0" fmla="*/ 0 w 28"/>
                <a:gd name="T1" fmla="*/ 434 h 14"/>
                <a:gd name="T2" fmla="*/ 756 w 28"/>
                <a:gd name="T3" fmla="*/ 30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3" y="8"/>
                    <a:pt x="14" y="0"/>
                    <a:pt x="28" y="10"/>
                  </a:cubicBezTo>
                </a:path>
              </a:pathLst>
            </a:custGeom>
            <a:noFill/>
            <a:ln w="952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6B157E7B-2265-4A93-B6E0-4A638B91A21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Sweet food (1)</a:t>
            </a:r>
          </a:p>
        </p:txBody>
      </p:sp>
      <p:grpSp>
        <p:nvGrpSpPr>
          <p:cNvPr id="31746" name="open-jar-of-strawberry-jam">
            <a:extLst>
              <a:ext uri="{FF2B5EF4-FFF2-40B4-BE49-F238E27FC236}">
                <a16:creationId xmlns:a16="http://schemas.microsoft.com/office/drawing/2014/main" id="{D3334428-8E19-46E4-BBEE-A2C6844D416A}"/>
              </a:ext>
            </a:extLst>
          </p:cNvPr>
          <p:cNvGrpSpPr>
            <a:grpSpLocks/>
          </p:cNvGrpSpPr>
          <p:nvPr/>
        </p:nvGrpSpPr>
        <p:grpSpPr bwMode="auto">
          <a:xfrm>
            <a:off x="2500313" y="2711450"/>
            <a:ext cx="2770187" cy="2692400"/>
            <a:chOff x="2370" y="1256"/>
            <a:chExt cx="1460" cy="1419"/>
          </a:xfrm>
        </p:grpSpPr>
        <p:grpSp>
          <p:nvGrpSpPr>
            <p:cNvPr id="67742" name="Group 4">
              <a:extLst>
                <a:ext uri="{FF2B5EF4-FFF2-40B4-BE49-F238E27FC236}">
                  <a16:creationId xmlns:a16="http://schemas.microsoft.com/office/drawing/2014/main" id="{9CEC85F4-C0CF-4D38-BAD6-77D1E8A1E6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" y="1256"/>
              <a:ext cx="788" cy="1374"/>
              <a:chOff x="2370" y="1256"/>
              <a:chExt cx="788" cy="1374"/>
            </a:xfrm>
          </p:grpSpPr>
          <p:sp>
            <p:nvSpPr>
              <p:cNvPr id="68083" name="Freeform 5">
                <a:extLst>
                  <a:ext uri="{FF2B5EF4-FFF2-40B4-BE49-F238E27FC236}">
                    <a16:creationId xmlns:a16="http://schemas.microsoft.com/office/drawing/2014/main" id="{C35962A6-C670-47E4-90C7-D88C74B54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632"/>
                <a:ext cx="766" cy="375"/>
              </a:xfrm>
              <a:custGeom>
                <a:avLst/>
                <a:gdLst>
                  <a:gd name="T0" fmla="*/ 4209 w 218"/>
                  <a:gd name="T1" fmla="*/ 4541 h 100"/>
                  <a:gd name="T2" fmla="*/ 777 w 218"/>
                  <a:gd name="T3" fmla="*/ 2644 h 100"/>
                  <a:gd name="T4" fmla="*/ 0 w 218"/>
                  <a:gd name="T5" fmla="*/ 56 h 100"/>
                  <a:gd name="T6" fmla="*/ 0 w 218"/>
                  <a:gd name="T7" fmla="*/ 844 h 100"/>
                  <a:gd name="T8" fmla="*/ 777 w 218"/>
                  <a:gd name="T9" fmla="*/ 3278 h 100"/>
                  <a:gd name="T10" fmla="*/ 4209 w 218"/>
                  <a:gd name="T11" fmla="*/ 5119 h 100"/>
                  <a:gd name="T12" fmla="*/ 9459 w 218"/>
                  <a:gd name="T13" fmla="*/ 690 h 100"/>
                  <a:gd name="T14" fmla="*/ 9459 w 218"/>
                  <a:gd name="T15" fmla="*/ 0 h 100"/>
                  <a:gd name="T16" fmla="*/ 4209 w 218"/>
                  <a:gd name="T17" fmla="*/ 4541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8" h="100">
                    <a:moveTo>
                      <a:pt x="97" y="86"/>
                    </a:moveTo>
                    <a:cubicBezTo>
                      <a:pt x="65" y="85"/>
                      <a:pt x="36" y="71"/>
                      <a:pt x="18" y="50"/>
                    </a:cubicBezTo>
                    <a:cubicBezTo>
                      <a:pt x="6" y="35"/>
                      <a:pt x="0" y="18"/>
                      <a:pt x="0" y="1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32"/>
                      <a:pt x="7" y="48"/>
                      <a:pt x="18" y="62"/>
                    </a:cubicBezTo>
                    <a:cubicBezTo>
                      <a:pt x="36" y="83"/>
                      <a:pt x="65" y="95"/>
                      <a:pt x="97" y="97"/>
                    </a:cubicBezTo>
                    <a:cubicBezTo>
                      <a:pt x="157" y="100"/>
                      <a:pt x="211" y="64"/>
                      <a:pt x="218" y="13"/>
                    </a:cubicBezTo>
                    <a:cubicBezTo>
                      <a:pt x="218" y="0"/>
                      <a:pt x="218" y="0"/>
                      <a:pt x="218" y="0"/>
                    </a:cubicBezTo>
                    <a:cubicBezTo>
                      <a:pt x="211" y="51"/>
                      <a:pt x="157" y="90"/>
                      <a:pt x="97" y="86"/>
                    </a:cubicBezTo>
                    <a:close/>
                  </a:path>
                </a:pathLst>
              </a:custGeom>
              <a:solidFill>
                <a:srgbClr val="C1D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4" name="Freeform 6">
                <a:extLst>
                  <a:ext uri="{FF2B5EF4-FFF2-40B4-BE49-F238E27FC236}">
                    <a16:creationId xmlns:a16="http://schemas.microsoft.com/office/drawing/2014/main" id="{D27D2494-0358-476B-8E6D-47AC55D1D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256"/>
                <a:ext cx="788" cy="713"/>
              </a:xfrm>
              <a:custGeom>
                <a:avLst/>
                <a:gdLst>
                  <a:gd name="T0" fmla="*/ 4355 w 224"/>
                  <a:gd name="T1" fmla="*/ 9828 h 190"/>
                  <a:gd name="T2" fmla="*/ 915 w 224"/>
                  <a:gd name="T3" fmla="*/ 7929 h 190"/>
                  <a:gd name="T4" fmla="*/ 137 w 224"/>
                  <a:gd name="T5" fmla="*/ 4702 h 190"/>
                  <a:gd name="T6" fmla="*/ 137 w 224"/>
                  <a:gd name="T7" fmla="*/ 4702 h 190"/>
                  <a:gd name="T8" fmla="*/ 5446 w 224"/>
                  <a:gd name="T9" fmla="*/ 154 h 190"/>
                  <a:gd name="T10" fmla="*/ 8837 w 224"/>
                  <a:gd name="T11" fmla="*/ 2113 h 190"/>
                  <a:gd name="T12" fmla="*/ 9614 w 224"/>
                  <a:gd name="T13" fmla="*/ 5280 h 190"/>
                  <a:gd name="T14" fmla="*/ 4355 w 224"/>
                  <a:gd name="T15" fmla="*/ 9828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4" h="190">
                    <a:moveTo>
                      <a:pt x="100" y="186"/>
                    </a:moveTo>
                    <a:cubicBezTo>
                      <a:pt x="68" y="185"/>
                      <a:pt x="39" y="171"/>
                      <a:pt x="21" y="150"/>
                    </a:cubicBezTo>
                    <a:cubicBezTo>
                      <a:pt x="7" y="132"/>
                      <a:pt x="0" y="111"/>
                      <a:pt x="3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0" y="38"/>
                      <a:pt x="65" y="0"/>
                      <a:pt x="125" y="3"/>
                    </a:cubicBezTo>
                    <a:cubicBezTo>
                      <a:pt x="157" y="5"/>
                      <a:pt x="185" y="18"/>
                      <a:pt x="203" y="40"/>
                    </a:cubicBezTo>
                    <a:cubicBezTo>
                      <a:pt x="217" y="57"/>
                      <a:pt x="224" y="78"/>
                      <a:pt x="221" y="100"/>
                    </a:cubicBezTo>
                    <a:cubicBezTo>
                      <a:pt x="214" y="151"/>
                      <a:pt x="160" y="190"/>
                      <a:pt x="100" y="186"/>
                    </a:cubicBezTo>
                    <a:close/>
                  </a:path>
                </a:pathLst>
              </a:custGeom>
              <a:solidFill>
                <a:srgbClr val="E6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5" name="Freeform 7">
                <a:extLst>
                  <a:ext uri="{FF2B5EF4-FFF2-40B4-BE49-F238E27FC236}">
                    <a16:creationId xmlns:a16="http://schemas.microsoft.com/office/drawing/2014/main" id="{17ED7F1F-61AB-4A49-9E08-2C165B5EB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774"/>
                <a:ext cx="710" cy="845"/>
              </a:xfrm>
              <a:custGeom>
                <a:avLst/>
                <a:gdLst>
                  <a:gd name="T0" fmla="*/ 3866 w 202"/>
                  <a:gd name="T1" fmla="*/ 3132 h 225"/>
                  <a:gd name="T2" fmla="*/ 432 w 202"/>
                  <a:gd name="T3" fmla="*/ 1269 h 225"/>
                  <a:gd name="T4" fmla="*/ 0 w 202"/>
                  <a:gd name="T5" fmla="*/ 481 h 225"/>
                  <a:gd name="T6" fmla="*/ 344 w 202"/>
                  <a:gd name="T7" fmla="*/ 8322 h 225"/>
                  <a:gd name="T8" fmla="*/ 1262 w 202"/>
                  <a:gd name="T9" fmla="*/ 10283 h 225"/>
                  <a:gd name="T10" fmla="*/ 2903 w 202"/>
                  <a:gd name="T11" fmla="*/ 11762 h 225"/>
                  <a:gd name="T12" fmla="*/ 5336 w 202"/>
                  <a:gd name="T13" fmla="*/ 11916 h 225"/>
                  <a:gd name="T14" fmla="*/ 7423 w 202"/>
                  <a:gd name="T15" fmla="*/ 10805 h 225"/>
                  <a:gd name="T16" fmla="*/ 8425 w 202"/>
                  <a:gd name="T17" fmla="*/ 8687 h 225"/>
                  <a:gd name="T18" fmla="*/ 8773 w 202"/>
                  <a:gd name="T19" fmla="*/ 0 h 225"/>
                  <a:gd name="T20" fmla="*/ 3866 w 202"/>
                  <a:gd name="T21" fmla="*/ 3132 h 2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2" h="225">
                    <a:moveTo>
                      <a:pt x="89" y="59"/>
                    </a:moveTo>
                    <a:cubicBezTo>
                      <a:pt x="57" y="57"/>
                      <a:pt x="28" y="45"/>
                      <a:pt x="10" y="24"/>
                    </a:cubicBezTo>
                    <a:cubicBezTo>
                      <a:pt x="6" y="19"/>
                      <a:pt x="3" y="14"/>
                      <a:pt x="0" y="9"/>
                    </a:cubicBezTo>
                    <a:cubicBezTo>
                      <a:pt x="8" y="157"/>
                      <a:pt x="8" y="157"/>
                      <a:pt x="8" y="157"/>
                    </a:cubicBezTo>
                    <a:cubicBezTo>
                      <a:pt x="29" y="194"/>
                      <a:pt x="29" y="194"/>
                      <a:pt x="29" y="194"/>
                    </a:cubicBezTo>
                    <a:cubicBezTo>
                      <a:pt x="67" y="222"/>
                      <a:pt x="67" y="222"/>
                      <a:pt x="67" y="222"/>
                    </a:cubicBezTo>
                    <a:cubicBezTo>
                      <a:pt x="123" y="225"/>
                      <a:pt x="123" y="225"/>
                      <a:pt x="123" y="225"/>
                    </a:cubicBezTo>
                    <a:cubicBezTo>
                      <a:pt x="171" y="204"/>
                      <a:pt x="171" y="204"/>
                      <a:pt x="171" y="204"/>
                    </a:cubicBezTo>
                    <a:cubicBezTo>
                      <a:pt x="194" y="164"/>
                      <a:pt x="194" y="164"/>
                      <a:pt x="194" y="164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184" y="37"/>
                      <a:pt x="138" y="62"/>
                      <a:pt x="89" y="59"/>
                    </a:cubicBezTo>
                    <a:close/>
                  </a:path>
                </a:pathLst>
              </a:custGeom>
              <a:solidFill>
                <a:srgbClr val="F6B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6" name="Freeform 8">
                <a:extLst>
                  <a:ext uri="{FF2B5EF4-FFF2-40B4-BE49-F238E27FC236}">
                    <a16:creationId xmlns:a16="http://schemas.microsoft.com/office/drawing/2014/main" id="{BC6B4B6C-9642-48ED-85FE-98C327B72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04"/>
                <a:ext cx="682" cy="406"/>
              </a:xfrm>
              <a:custGeom>
                <a:avLst/>
                <a:gdLst>
                  <a:gd name="T0" fmla="*/ 8293 w 194"/>
                  <a:gd name="T1" fmla="*/ 3831 h 108"/>
                  <a:gd name="T2" fmla="*/ 8430 w 194"/>
                  <a:gd name="T3" fmla="*/ 0 h 108"/>
                  <a:gd name="T4" fmla="*/ 4043 w 194"/>
                  <a:gd name="T5" fmla="*/ 2714 h 108"/>
                  <a:gd name="T6" fmla="*/ 2348 w 194"/>
                  <a:gd name="T7" fmla="*/ 2444 h 108"/>
                  <a:gd name="T8" fmla="*/ 260 w 194"/>
                  <a:gd name="T9" fmla="*/ 850 h 108"/>
                  <a:gd name="T10" fmla="*/ 49 w 194"/>
                  <a:gd name="T11" fmla="*/ 425 h 108"/>
                  <a:gd name="T12" fmla="*/ 0 w 194"/>
                  <a:gd name="T13" fmla="*/ 425 h 108"/>
                  <a:gd name="T14" fmla="*/ 742 w 194"/>
                  <a:gd name="T15" fmla="*/ 2022 h 108"/>
                  <a:gd name="T16" fmla="*/ 2521 w 194"/>
                  <a:gd name="T17" fmla="*/ 3237 h 108"/>
                  <a:gd name="T18" fmla="*/ 5217 w 194"/>
                  <a:gd name="T19" fmla="*/ 3350 h 108"/>
                  <a:gd name="T20" fmla="*/ 7390 w 194"/>
                  <a:gd name="T21" fmla="*/ 2658 h 108"/>
                  <a:gd name="T22" fmla="*/ 7340 w 194"/>
                  <a:gd name="T23" fmla="*/ 5737 h 108"/>
                  <a:gd name="T24" fmla="*/ 8293 w 194"/>
                  <a:gd name="T25" fmla="*/ 3831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108">
                    <a:moveTo>
                      <a:pt x="191" y="72"/>
                    </a:moveTo>
                    <a:cubicBezTo>
                      <a:pt x="194" y="0"/>
                      <a:pt x="194" y="0"/>
                      <a:pt x="194" y="0"/>
                    </a:cubicBezTo>
                    <a:cubicBezTo>
                      <a:pt x="175" y="30"/>
                      <a:pt x="136" y="51"/>
                      <a:pt x="93" y="51"/>
                    </a:cubicBezTo>
                    <a:cubicBezTo>
                      <a:pt x="79" y="52"/>
                      <a:pt x="66" y="50"/>
                      <a:pt x="54" y="46"/>
                    </a:cubicBezTo>
                    <a:cubicBezTo>
                      <a:pt x="35" y="40"/>
                      <a:pt x="18" y="30"/>
                      <a:pt x="6" y="16"/>
                    </a:cubicBezTo>
                    <a:cubicBezTo>
                      <a:pt x="4" y="13"/>
                      <a:pt x="2" y="11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2" y="32"/>
                      <a:pt x="17" y="38"/>
                    </a:cubicBezTo>
                    <a:cubicBezTo>
                      <a:pt x="20" y="47"/>
                      <a:pt x="58" y="61"/>
                      <a:pt x="58" y="61"/>
                    </a:cubicBezTo>
                    <a:cubicBezTo>
                      <a:pt x="91" y="67"/>
                      <a:pt x="120" y="63"/>
                      <a:pt x="120" y="63"/>
                    </a:cubicBezTo>
                    <a:cubicBezTo>
                      <a:pt x="141" y="60"/>
                      <a:pt x="169" y="40"/>
                      <a:pt x="170" y="50"/>
                    </a:cubicBezTo>
                    <a:cubicBezTo>
                      <a:pt x="170" y="59"/>
                      <a:pt x="169" y="108"/>
                      <a:pt x="169" y="108"/>
                    </a:cubicBezTo>
                    <a:lnTo>
                      <a:pt x="191" y="72"/>
                    </a:lnTo>
                    <a:close/>
                  </a:path>
                </a:pathLst>
              </a:custGeom>
              <a:solidFill>
                <a:srgbClr val="E884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7" name="Freeform 9">
                <a:extLst>
                  <a:ext uri="{FF2B5EF4-FFF2-40B4-BE49-F238E27FC236}">
                    <a16:creationId xmlns:a16="http://schemas.microsoft.com/office/drawing/2014/main" id="{7933E2B0-9157-4B39-9CAB-3EF29765F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279"/>
                <a:ext cx="742" cy="664"/>
              </a:xfrm>
              <a:custGeom>
                <a:avLst/>
                <a:gdLst>
                  <a:gd name="T0" fmla="*/ 4044 w 211"/>
                  <a:gd name="T1" fmla="*/ 9191 h 177"/>
                  <a:gd name="T2" fmla="*/ 4044 w 211"/>
                  <a:gd name="T3" fmla="*/ 9191 h 177"/>
                  <a:gd name="T4" fmla="*/ 830 w 211"/>
                  <a:gd name="T5" fmla="*/ 7387 h 177"/>
                  <a:gd name="T6" fmla="*/ 88 w 211"/>
                  <a:gd name="T7" fmla="*/ 4434 h 177"/>
                  <a:gd name="T8" fmla="*/ 5081 w 211"/>
                  <a:gd name="T9" fmla="*/ 154 h 177"/>
                  <a:gd name="T10" fmla="*/ 8310 w 211"/>
                  <a:gd name="T11" fmla="*/ 1954 h 177"/>
                  <a:gd name="T12" fmla="*/ 9041 w 211"/>
                  <a:gd name="T13" fmla="*/ 4911 h 177"/>
                  <a:gd name="T14" fmla="*/ 4044 w 211"/>
                  <a:gd name="T15" fmla="*/ 9191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1" h="177">
                    <a:moveTo>
                      <a:pt x="93" y="174"/>
                    </a:moveTo>
                    <a:cubicBezTo>
                      <a:pt x="93" y="174"/>
                      <a:pt x="93" y="174"/>
                      <a:pt x="93" y="174"/>
                    </a:cubicBezTo>
                    <a:cubicBezTo>
                      <a:pt x="63" y="173"/>
                      <a:pt x="36" y="160"/>
                      <a:pt x="19" y="140"/>
                    </a:cubicBezTo>
                    <a:cubicBezTo>
                      <a:pt x="5" y="124"/>
                      <a:pt x="0" y="104"/>
                      <a:pt x="2" y="84"/>
                    </a:cubicBezTo>
                    <a:cubicBezTo>
                      <a:pt x="9" y="36"/>
                      <a:pt x="60" y="0"/>
                      <a:pt x="117" y="3"/>
                    </a:cubicBezTo>
                    <a:cubicBezTo>
                      <a:pt x="148" y="4"/>
                      <a:pt x="175" y="17"/>
                      <a:pt x="191" y="37"/>
                    </a:cubicBezTo>
                    <a:cubicBezTo>
                      <a:pt x="205" y="53"/>
                      <a:pt x="211" y="73"/>
                      <a:pt x="208" y="93"/>
                    </a:cubicBezTo>
                    <a:cubicBezTo>
                      <a:pt x="202" y="141"/>
                      <a:pt x="150" y="177"/>
                      <a:pt x="93" y="174"/>
                    </a:cubicBezTo>
                    <a:close/>
                  </a:path>
                </a:pathLst>
              </a:custGeom>
              <a:solidFill>
                <a:srgbClr val="F1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8" name="Freeform 10">
                <a:extLst>
                  <a:ext uri="{FF2B5EF4-FFF2-40B4-BE49-F238E27FC236}">
                    <a16:creationId xmlns:a16="http://schemas.microsoft.com/office/drawing/2014/main" id="{6999C00E-ED11-48A2-A783-DCF3B1861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347"/>
                <a:ext cx="306" cy="525"/>
              </a:xfrm>
              <a:custGeom>
                <a:avLst/>
                <a:gdLst>
                  <a:gd name="T0" fmla="*/ 2177 w 87"/>
                  <a:gd name="T1" fmla="*/ 480 h 140"/>
                  <a:gd name="T2" fmla="*/ 654 w 87"/>
                  <a:gd name="T3" fmla="*/ 5063 h 140"/>
                  <a:gd name="T4" fmla="*/ 2610 w 87"/>
                  <a:gd name="T5" fmla="*/ 1478 h 140"/>
                  <a:gd name="T6" fmla="*/ 3785 w 87"/>
                  <a:gd name="T7" fmla="*/ 0 h 140"/>
                  <a:gd name="T8" fmla="*/ 3440 w 87"/>
                  <a:gd name="T9" fmla="*/ 113 h 140"/>
                  <a:gd name="T10" fmla="*/ 2177 w 87"/>
                  <a:gd name="T11" fmla="*/ 48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140">
                    <a:moveTo>
                      <a:pt x="50" y="9"/>
                    </a:moveTo>
                    <a:cubicBezTo>
                      <a:pt x="36" y="16"/>
                      <a:pt x="0" y="52"/>
                      <a:pt x="15" y="96"/>
                    </a:cubicBezTo>
                    <a:cubicBezTo>
                      <a:pt x="29" y="140"/>
                      <a:pt x="60" y="28"/>
                      <a:pt x="60" y="28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4" y="4"/>
                      <a:pt x="46" y="18"/>
                      <a:pt x="50" y="9"/>
                    </a:cubicBezTo>
                    <a:close/>
                  </a:path>
                </a:pathLst>
              </a:custGeom>
              <a:solidFill>
                <a:srgbClr val="DFEB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9" name="Freeform 11">
                <a:extLst>
                  <a:ext uri="{FF2B5EF4-FFF2-40B4-BE49-F238E27FC236}">
                    <a16:creationId xmlns:a16="http://schemas.microsoft.com/office/drawing/2014/main" id="{6DCE6C9F-CF1B-4D4E-B86E-05D68268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007"/>
                <a:ext cx="690" cy="548"/>
              </a:xfrm>
              <a:custGeom>
                <a:avLst/>
                <a:gdLst>
                  <a:gd name="T0" fmla="*/ 690 w 690"/>
                  <a:gd name="T1" fmla="*/ 23 h 548"/>
                  <a:gd name="T2" fmla="*/ 598 w 690"/>
                  <a:gd name="T3" fmla="*/ 176 h 548"/>
                  <a:gd name="T4" fmla="*/ 422 w 690"/>
                  <a:gd name="T5" fmla="*/ 266 h 548"/>
                  <a:gd name="T6" fmla="*/ 218 w 690"/>
                  <a:gd name="T7" fmla="*/ 255 h 548"/>
                  <a:gd name="T8" fmla="*/ 74 w 690"/>
                  <a:gd name="T9" fmla="*/ 128 h 548"/>
                  <a:gd name="T10" fmla="*/ 0 w 690"/>
                  <a:gd name="T11" fmla="*/ 0 h 548"/>
                  <a:gd name="T12" fmla="*/ 14 w 690"/>
                  <a:gd name="T13" fmla="*/ 293 h 548"/>
                  <a:gd name="T14" fmla="*/ 92 w 690"/>
                  <a:gd name="T15" fmla="*/ 424 h 548"/>
                  <a:gd name="T16" fmla="*/ 225 w 690"/>
                  <a:gd name="T17" fmla="*/ 537 h 548"/>
                  <a:gd name="T18" fmla="*/ 422 w 690"/>
                  <a:gd name="T19" fmla="*/ 548 h 548"/>
                  <a:gd name="T20" fmla="*/ 588 w 690"/>
                  <a:gd name="T21" fmla="*/ 465 h 548"/>
                  <a:gd name="T22" fmla="*/ 676 w 690"/>
                  <a:gd name="T23" fmla="*/ 311 h 548"/>
                  <a:gd name="T24" fmla="*/ 690 w 690"/>
                  <a:gd name="T25" fmla="*/ 23 h 5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0" h="548">
                    <a:moveTo>
                      <a:pt x="690" y="23"/>
                    </a:moveTo>
                    <a:lnTo>
                      <a:pt x="598" y="176"/>
                    </a:lnTo>
                    <a:lnTo>
                      <a:pt x="422" y="266"/>
                    </a:lnTo>
                    <a:lnTo>
                      <a:pt x="218" y="255"/>
                    </a:lnTo>
                    <a:lnTo>
                      <a:pt x="74" y="128"/>
                    </a:lnTo>
                    <a:lnTo>
                      <a:pt x="0" y="0"/>
                    </a:lnTo>
                    <a:lnTo>
                      <a:pt x="14" y="293"/>
                    </a:lnTo>
                    <a:lnTo>
                      <a:pt x="92" y="424"/>
                    </a:lnTo>
                    <a:lnTo>
                      <a:pt x="225" y="537"/>
                    </a:lnTo>
                    <a:lnTo>
                      <a:pt x="422" y="548"/>
                    </a:lnTo>
                    <a:lnTo>
                      <a:pt x="588" y="465"/>
                    </a:lnTo>
                    <a:lnTo>
                      <a:pt x="676" y="311"/>
                    </a:lnTo>
                    <a:lnTo>
                      <a:pt x="69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0" name="Freeform 12">
                <a:extLst>
                  <a:ext uri="{FF2B5EF4-FFF2-40B4-BE49-F238E27FC236}">
                    <a16:creationId xmlns:a16="http://schemas.microsoft.com/office/drawing/2014/main" id="{5A0F5078-BB65-44A6-AA08-02CA75A53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977"/>
                <a:ext cx="85" cy="206"/>
              </a:xfrm>
              <a:custGeom>
                <a:avLst/>
                <a:gdLst>
                  <a:gd name="T0" fmla="*/ 978 w 24"/>
                  <a:gd name="T1" fmla="*/ 0 h 55"/>
                  <a:gd name="T2" fmla="*/ 928 w 24"/>
                  <a:gd name="T3" fmla="*/ 2891 h 55"/>
                  <a:gd name="T4" fmla="*/ 0 w 24"/>
                  <a:gd name="T5" fmla="*/ 266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5">
                    <a:moveTo>
                      <a:pt x="22" y="0"/>
                    </a:move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4" y="6"/>
                      <a:pt x="0" y="5"/>
                    </a:cubicBezTo>
                  </a:path>
                </a:pathLst>
              </a:custGeom>
              <a:solidFill>
                <a:srgbClr val="E884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1" name="Freeform 13">
                <a:extLst>
                  <a:ext uri="{FF2B5EF4-FFF2-40B4-BE49-F238E27FC236}">
                    <a16:creationId xmlns:a16="http://schemas.microsoft.com/office/drawing/2014/main" id="{E39263FA-FF80-4A57-991D-1FD1123C1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030"/>
                <a:ext cx="87" cy="243"/>
              </a:xfrm>
              <a:custGeom>
                <a:avLst/>
                <a:gdLst>
                  <a:gd name="T0" fmla="*/ 933 w 25"/>
                  <a:gd name="T1" fmla="*/ 0 h 65"/>
                  <a:gd name="T2" fmla="*/ 884 w 25"/>
                  <a:gd name="T3" fmla="*/ 3395 h 65"/>
                  <a:gd name="T4" fmla="*/ 0 w 25"/>
                  <a:gd name="T5" fmla="*/ 209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5">
                    <a:moveTo>
                      <a:pt x="22" y="0"/>
                    </a:moveTo>
                    <a:cubicBezTo>
                      <a:pt x="21" y="65"/>
                      <a:pt x="21" y="65"/>
                      <a:pt x="21" y="65"/>
                    </a:cubicBezTo>
                    <a:cubicBezTo>
                      <a:pt x="21" y="65"/>
                      <a:pt x="25" y="10"/>
                      <a:pt x="0" y="4"/>
                    </a:cubicBezTo>
                  </a:path>
                </a:pathLst>
              </a:custGeom>
              <a:solidFill>
                <a:srgbClr val="E884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2" name="Freeform 14">
                <a:extLst>
                  <a:ext uri="{FF2B5EF4-FFF2-40B4-BE49-F238E27FC236}">
                    <a16:creationId xmlns:a16="http://schemas.microsoft.com/office/drawing/2014/main" id="{BD1DA48D-3F6A-4D03-9B78-1E0A6E77F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992"/>
                <a:ext cx="84" cy="270"/>
              </a:xfrm>
              <a:custGeom>
                <a:avLst/>
                <a:gdLst>
                  <a:gd name="T0" fmla="*/ 945 w 24"/>
                  <a:gd name="T1" fmla="*/ 368 h 72"/>
                  <a:gd name="T2" fmla="*/ 1029 w 24"/>
                  <a:gd name="T3" fmla="*/ 3799 h 72"/>
                  <a:gd name="T4" fmla="*/ 0 w 24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2">
                    <a:moveTo>
                      <a:pt x="22" y="7"/>
                    </a:move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2"/>
                      <a:pt x="24" y="16"/>
                      <a:pt x="0" y="0"/>
                    </a:cubicBezTo>
                  </a:path>
                </a:pathLst>
              </a:custGeom>
              <a:solidFill>
                <a:srgbClr val="E884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3" name="Freeform 15">
                <a:extLst>
                  <a:ext uri="{FF2B5EF4-FFF2-40B4-BE49-F238E27FC236}">
                    <a16:creationId xmlns:a16="http://schemas.microsoft.com/office/drawing/2014/main" id="{B1500885-CE38-4117-9D70-5EC992240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562"/>
                <a:ext cx="172" cy="45"/>
              </a:xfrm>
              <a:custGeom>
                <a:avLst/>
                <a:gdLst>
                  <a:gd name="T0" fmla="*/ 0 w 49"/>
                  <a:gd name="T1" fmla="*/ 536 h 12"/>
                  <a:gd name="T2" fmla="*/ 2071 w 49"/>
                  <a:gd name="T3" fmla="*/ 634 h 12"/>
                  <a:gd name="T4" fmla="*/ 2120 w 49"/>
                  <a:gd name="T5" fmla="*/ 0 h 12"/>
                  <a:gd name="T6" fmla="*/ 0 w 49"/>
                  <a:gd name="T7" fmla="*/ 5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2">
                    <a:moveTo>
                      <a:pt x="0" y="10"/>
                    </a:moveTo>
                    <a:cubicBezTo>
                      <a:pt x="48" y="12"/>
                      <a:pt x="48" y="12"/>
                      <a:pt x="48" y="12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6" y="6"/>
                      <a:pt x="10" y="11"/>
                      <a:pt x="0" y="10"/>
                    </a:cubicBezTo>
                    <a:close/>
                  </a:path>
                </a:pathLst>
              </a:custGeom>
              <a:solidFill>
                <a:srgbClr val="E884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4" name="Freeform 16">
                <a:extLst>
                  <a:ext uri="{FF2B5EF4-FFF2-40B4-BE49-F238E27FC236}">
                    <a16:creationId xmlns:a16="http://schemas.microsoft.com/office/drawing/2014/main" id="{D52D38E8-688F-4689-AAE9-25E4037AA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480"/>
                <a:ext cx="141" cy="116"/>
              </a:xfrm>
              <a:custGeom>
                <a:avLst/>
                <a:gdLst>
                  <a:gd name="T0" fmla="*/ 0 w 40"/>
                  <a:gd name="T1" fmla="*/ 1624 h 31"/>
                  <a:gd name="T2" fmla="*/ 1703 w 40"/>
                  <a:gd name="T3" fmla="*/ 685 h 31"/>
                  <a:gd name="T4" fmla="*/ 1752 w 40"/>
                  <a:gd name="T5" fmla="*/ 0 h 31"/>
                  <a:gd name="T6" fmla="*/ 0 w 40"/>
                  <a:gd name="T7" fmla="*/ 162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1">
                    <a:moveTo>
                      <a:pt x="0" y="31"/>
                    </a:move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9" y="29"/>
                      <a:pt x="0" y="31"/>
                    </a:cubicBezTo>
                    <a:close/>
                  </a:path>
                </a:pathLst>
              </a:custGeom>
              <a:solidFill>
                <a:srgbClr val="E884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5" name="Freeform 17">
                <a:extLst>
                  <a:ext uri="{FF2B5EF4-FFF2-40B4-BE49-F238E27FC236}">
                    <a16:creationId xmlns:a16="http://schemas.microsoft.com/office/drawing/2014/main" id="{033E1463-1C92-4BAB-8704-53E92ED3E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41"/>
                <a:ext cx="71" cy="169"/>
              </a:xfrm>
              <a:custGeom>
                <a:avLst/>
                <a:gdLst>
                  <a:gd name="T0" fmla="*/ 0 w 71"/>
                  <a:gd name="T1" fmla="*/ 128 h 169"/>
                  <a:gd name="T2" fmla="*/ 0 w 71"/>
                  <a:gd name="T3" fmla="*/ 169 h 169"/>
                  <a:gd name="T4" fmla="*/ 67 w 71"/>
                  <a:gd name="T5" fmla="*/ 41 h 169"/>
                  <a:gd name="T6" fmla="*/ 71 w 71"/>
                  <a:gd name="T7" fmla="*/ 0 h 169"/>
                  <a:gd name="T8" fmla="*/ 0 w 71"/>
                  <a:gd name="T9" fmla="*/ 128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69">
                    <a:moveTo>
                      <a:pt x="0" y="128"/>
                    </a:moveTo>
                    <a:lnTo>
                      <a:pt x="0" y="169"/>
                    </a:lnTo>
                    <a:lnTo>
                      <a:pt x="67" y="41"/>
                    </a:lnTo>
                    <a:lnTo>
                      <a:pt x="71" y="0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E884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6" name="Freeform 18">
                <a:extLst>
                  <a:ext uri="{FF2B5EF4-FFF2-40B4-BE49-F238E27FC236}">
                    <a16:creationId xmlns:a16="http://schemas.microsoft.com/office/drawing/2014/main" id="{8BC67A13-D791-4D76-AADC-ACA3241D6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41"/>
                <a:ext cx="71" cy="169"/>
              </a:xfrm>
              <a:custGeom>
                <a:avLst/>
                <a:gdLst>
                  <a:gd name="T0" fmla="*/ 0 w 71"/>
                  <a:gd name="T1" fmla="*/ 128 h 169"/>
                  <a:gd name="T2" fmla="*/ 0 w 71"/>
                  <a:gd name="T3" fmla="*/ 169 h 169"/>
                  <a:gd name="T4" fmla="*/ 67 w 71"/>
                  <a:gd name="T5" fmla="*/ 41 h 169"/>
                  <a:gd name="T6" fmla="*/ 71 w 71"/>
                  <a:gd name="T7" fmla="*/ 0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169">
                    <a:moveTo>
                      <a:pt x="0" y="128"/>
                    </a:moveTo>
                    <a:lnTo>
                      <a:pt x="0" y="169"/>
                    </a:lnTo>
                    <a:lnTo>
                      <a:pt x="67" y="41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7" name="Freeform 19">
                <a:extLst>
                  <a:ext uri="{FF2B5EF4-FFF2-40B4-BE49-F238E27FC236}">
                    <a16:creationId xmlns:a16="http://schemas.microsoft.com/office/drawing/2014/main" id="{6F4C2A26-EA97-415D-B799-BF1216241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510"/>
                <a:ext cx="92" cy="75"/>
              </a:xfrm>
              <a:custGeom>
                <a:avLst/>
                <a:gdLst>
                  <a:gd name="T0" fmla="*/ 0 w 26"/>
                  <a:gd name="T1" fmla="*/ 0 h 20"/>
                  <a:gd name="T2" fmla="*/ 1154 w 26"/>
                  <a:gd name="T3" fmla="*/ 1054 h 20"/>
                  <a:gd name="T4" fmla="*/ 1154 w 26"/>
                  <a:gd name="T5" fmla="*/ 480 h 20"/>
                  <a:gd name="T6" fmla="*/ 0 w 2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3" y="12"/>
                      <a:pt x="9" y="5"/>
                      <a:pt x="0" y="0"/>
                    </a:cubicBezTo>
                    <a:close/>
                  </a:path>
                </a:pathLst>
              </a:custGeom>
              <a:solidFill>
                <a:srgbClr val="E884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8" name="Freeform 20">
                <a:extLst>
                  <a:ext uri="{FF2B5EF4-FFF2-40B4-BE49-F238E27FC236}">
                    <a16:creationId xmlns:a16="http://schemas.microsoft.com/office/drawing/2014/main" id="{6C6DED07-4F65-4B88-B9DD-5FED18CF5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390"/>
                <a:ext cx="38" cy="64"/>
              </a:xfrm>
              <a:custGeom>
                <a:avLst/>
                <a:gdLst>
                  <a:gd name="T0" fmla="*/ 453 w 11"/>
                  <a:gd name="T1" fmla="*/ 538 h 17"/>
                  <a:gd name="T2" fmla="*/ 453 w 11"/>
                  <a:gd name="T3" fmla="*/ 907 h 17"/>
                  <a:gd name="T4" fmla="*/ 0 w 11"/>
                  <a:gd name="T5" fmla="*/ 0 h 17"/>
                  <a:gd name="T6" fmla="*/ 453 w 11"/>
                  <a:gd name="T7" fmla="*/ 53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10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8" y="13"/>
                      <a:pt x="11" y="10"/>
                    </a:cubicBezTo>
                    <a:close/>
                  </a:path>
                </a:pathLst>
              </a:custGeom>
              <a:solidFill>
                <a:srgbClr val="E884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9" name="Freeform 21">
                <a:extLst>
                  <a:ext uri="{FF2B5EF4-FFF2-40B4-BE49-F238E27FC236}">
                    <a16:creationId xmlns:a16="http://schemas.microsoft.com/office/drawing/2014/main" id="{2B6D9711-CB03-48D3-A283-DDF498B7D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984"/>
                <a:ext cx="67" cy="199"/>
              </a:xfrm>
              <a:custGeom>
                <a:avLst/>
                <a:gdLst>
                  <a:gd name="T0" fmla="*/ 0 w 19"/>
                  <a:gd name="T1" fmla="*/ 0 h 53"/>
                  <a:gd name="T2" fmla="*/ 88 w 19"/>
                  <a:gd name="T3" fmla="*/ 2016 h 53"/>
                  <a:gd name="T4" fmla="*/ 832 w 19"/>
                  <a:gd name="T5" fmla="*/ 2805 h 53"/>
                  <a:gd name="T6" fmla="*/ 0 w 19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3">
                    <a:moveTo>
                      <a:pt x="0" y="0"/>
                    </a:moveTo>
                    <a:cubicBezTo>
                      <a:pt x="2" y="38"/>
                      <a:pt x="2" y="38"/>
                      <a:pt x="2" y="38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3" y="46"/>
                      <a:pt x="5" y="40"/>
                      <a:pt x="0" y="0"/>
                    </a:cubicBezTo>
                    <a:close/>
                  </a:path>
                </a:pathLst>
              </a:custGeom>
              <a:solidFill>
                <a:srgbClr val="FD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0" name="Freeform 22">
                <a:extLst>
                  <a:ext uri="{FF2B5EF4-FFF2-40B4-BE49-F238E27FC236}">
                    <a16:creationId xmlns:a16="http://schemas.microsoft.com/office/drawing/2014/main" id="{F5091661-E410-45DE-B331-7AFE30F8F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060"/>
                <a:ext cx="152" cy="202"/>
              </a:xfrm>
              <a:custGeom>
                <a:avLst/>
                <a:gdLst>
                  <a:gd name="T0" fmla="*/ 0 w 43"/>
                  <a:gd name="T1" fmla="*/ 56 h 54"/>
                  <a:gd name="T2" fmla="*/ 88 w 43"/>
                  <a:gd name="T3" fmla="*/ 2671 h 54"/>
                  <a:gd name="T4" fmla="*/ 1898 w 43"/>
                  <a:gd name="T5" fmla="*/ 2828 h 54"/>
                  <a:gd name="T6" fmla="*/ 311 w 43"/>
                  <a:gd name="T7" fmla="*/ 2405 h 54"/>
                  <a:gd name="T8" fmla="*/ 0 w 43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54">
                    <a:moveTo>
                      <a:pt x="0" y="1"/>
                    </a:moveTo>
                    <a:cubicBezTo>
                      <a:pt x="2" y="51"/>
                      <a:pt x="2" y="51"/>
                      <a:pt x="2" y="51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27" y="51"/>
                      <a:pt x="10" y="50"/>
                      <a:pt x="7" y="46"/>
                    </a:cubicBezTo>
                    <a:cubicBezTo>
                      <a:pt x="3" y="42"/>
                      <a:pt x="0" y="0"/>
                      <a:pt x="0" y="0"/>
                    </a:cubicBezTo>
                  </a:path>
                </a:pathLst>
              </a:custGeom>
              <a:solidFill>
                <a:srgbClr val="FD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1" name="Freeform 23">
                <a:extLst>
                  <a:ext uri="{FF2B5EF4-FFF2-40B4-BE49-F238E27FC236}">
                    <a16:creationId xmlns:a16="http://schemas.microsoft.com/office/drawing/2014/main" id="{D32AFA9B-FFE0-4962-B6A4-273EFB35B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063"/>
                <a:ext cx="138" cy="192"/>
              </a:xfrm>
              <a:custGeom>
                <a:avLst/>
                <a:gdLst>
                  <a:gd name="T0" fmla="*/ 0 w 39"/>
                  <a:gd name="T1" fmla="*/ 0 h 51"/>
                  <a:gd name="T2" fmla="*/ 50 w 39"/>
                  <a:gd name="T3" fmla="*/ 2722 h 51"/>
                  <a:gd name="T4" fmla="*/ 1727 w 39"/>
                  <a:gd name="T5" fmla="*/ 1702 h 51"/>
                  <a:gd name="T6" fmla="*/ 262 w 39"/>
                  <a:gd name="T7" fmla="*/ 2240 h 51"/>
                  <a:gd name="T8" fmla="*/ 0 w 39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1">
                    <a:moveTo>
                      <a:pt x="0" y="0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0" y="35"/>
                      <a:pt x="11" y="42"/>
                      <a:pt x="6" y="42"/>
                    </a:cubicBezTo>
                    <a:cubicBezTo>
                      <a:pt x="0" y="4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2" name="Freeform 24">
                <a:extLst>
                  <a:ext uri="{FF2B5EF4-FFF2-40B4-BE49-F238E27FC236}">
                    <a16:creationId xmlns:a16="http://schemas.microsoft.com/office/drawing/2014/main" id="{502897A4-EE2D-4053-93BA-18EC8A25E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61"/>
                <a:ext cx="46" cy="210"/>
              </a:xfrm>
              <a:custGeom>
                <a:avLst/>
                <a:gdLst>
                  <a:gd name="T0" fmla="*/ 0 w 13"/>
                  <a:gd name="T1" fmla="*/ 0 h 56"/>
                  <a:gd name="T2" fmla="*/ 88 w 13"/>
                  <a:gd name="T3" fmla="*/ 2010 h 56"/>
                  <a:gd name="T4" fmla="*/ 577 w 13"/>
                  <a:gd name="T5" fmla="*/ 2955 h 56"/>
                  <a:gd name="T6" fmla="*/ 177 w 13"/>
                  <a:gd name="T7" fmla="*/ 1841 h 56"/>
                  <a:gd name="T8" fmla="*/ 0 w 13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6">
                    <a:moveTo>
                      <a:pt x="0" y="0"/>
                    </a:moveTo>
                    <a:cubicBezTo>
                      <a:pt x="2" y="38"/>
                      <a:pt x="2" y="38"/>
                      <a:pt x="2" y="38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9" y="49"/>
                      <a:pt x="5" y="42"/>
                      <a:pt x="4" y="35"/>
                    </a:cubicBezTo>
                    <a:cubicBezTo>
                      <a:pt x="3" y="2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F2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3" name="Freeform 25">
                <a:extLst>
                  <a:ext uri="{FF2B5EF4-FFF2-40B4-BE49-F238E27FC236}">
                    <a16:creationId xmlns:a16="http://schemas.microsoft.com/office/drawing/2014/main" id="{A72136B8-EFC3-4ACF-944C-1398F6B43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320"/>
                <a:ext cx="700" cy="623"/>
              </a:xfrm>
              <a:custGeom>
                <a:avLst/>
                <a:gdLst>
                  <a:gd name="T0" fmla="*/ 8316 w 199"/>
                  <a:gd name="T1" fmla="*/ 3111 h 166"/>
                  <a:gd name="T2" fmla="*/ 8094 w 199"/>
                  <a:gd name="T3" fmla="*/ 2379 h 166"/>
                  <a:gd name="T4" fmla="*/ 7746 w 199"/>
                  <a:gd name="T5" fmla="*/ 1745 h 166"/>
                  <a:gd name="T6" fmla="*/ 7225 w 199"/>
                  <a:gd name="T7" fmla="*/ 1269 h 166"/>
                  <a:gd name="T8" fmla="*/ 6223 w 199"/>
                  <a:gd name="T9" fmla="*/ 537 h 166"/>
                  <a:gd name="T10" fmla="*/ 5741 w 199"/>
                  <a:gd name="T11" fmla="*/ 368 h 166"/>
                  <a:gd name="T12" fmla="*/ 5220 w 199"/>
                  <a:gd name="T13" fmla="*/ 323 h 166"/>
                  <a:gd name="T14" fmla="*/ 3750 w 199"/>
                  <a:gd name="T15" fmla="*/ 210 h 166"/>
                  <a:gd name="T16" fmla="*/ 3092 w 199"/>
                  <a:gd name="T17" fmla="*/ 323 h 166"/>
                  <a:gd name="T18" fmla="*/ 2610 w 199"/>
                  <a:gd name="T19" fmla="*/ 691 h 166"/>
                  <a:gd name="T20" fmla="*/ 1608 w 199"/>
                  <a:gd name="T21" fmla="*/ 1422 h 166"/>
                  <a:gd name="T22" fmla="*/ 1347 w 199"/>
                  <a:gd name="T23" fmla="*/ 1745 h 166"/>
                  <a:gd name="T24" fmla="*/ 1214 w 199"/>
                  <a:gd name="T25" fmla="*/ 2015 h 166"/>
                  <a:gd name="T26" fmla="*/ 830 w 199"/>
                  <a:gd name="T27" fmla="*/ 2650 h 166"/>
                  <a:gd name="T28" fmla="*/ 830 w 199"/>
                  <a:gd name="T29" fmla="*/ 2650 h 166"/>
                  <a:gd name="T30" fmla="*/ 49 w 199"/>
                  <a:gd name="T31" fmla="*/ 4819 h 166"/>
                  <a:gd name="T32" fmla="*/ 49 w 199"/>
                  <a:gd name="T33" fmla="*/ 5817 h 166"/>
                  <a:gd name="T34" fmla="*/ 570 w 199"/>
                  <a:gd name="T35" fmla="*/ 6815 h 166"/>
                  <a:gd name="T36" fmla="*/ 3785 w 199"/>
                  <a:gd name="T37" fmla="*/ 8621 h 166"/>
                  <a:gd name="T38" fmla="*/ 3785 w 199"/>
                  <a:gd name="T39" fmla="*/ 8621 h 166"/>
                  <a:gd name="T40" fmla="*/ 8576 w 199"/>
                  <a:gd name="T41" fmla="*/ 5337 h 166"/>
                  <a:gd name="T42" fmla="*/ 8576 w 199"/>
                  <a:gd name="T43" fmla="*/ 5280 h 166"/>
                  <a:gd name="T44" fmla="*/ 8316 w 199"/>
                  <a:gd name="T45" fmla="*/ 3111 h 1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9" h="166">
                    <a:moveTo>
                      <a:pt x="191" y="59"/>
                    </a:moveTo>
                    <a:cubicBezTo>
                      <a:pt x="190" y="55"/>
                      <a:pt x="188" y="50"/>
                      <a:pt x="186" y="45"/>
                    </a:cubicBezTo>
                    <a:cubicBezTo>
                      <a:pt x="185" y="40"/>
                      <a:pt x="181" y="36"/>
                      <a:pt x="178" y="33"/>
                    </a:cubicBezTo>
                    <a:cubicBezTo>
                      <a:pt x="174" y="30"/>
                      <a:pt x="170" y="28"/>
                      <a:pt x="166" y="24"/>
                    </a:cubicBezTo>
                    <a:cubicBezTo>
                      <a:pt x="160" y="17"/>
                      <a:pt x="153" y="12"/>
                      <a:pt x="143" y="10"/>
                    </a:cubicBezTo>
                    <a:cubicBezTo>
                      <a:pt x="138" y="9"/>
                      <a:pt x="136" y="9"/>
                      <a:pt x="132" y="7"/>
                    </a:cubicBezTo>
                    <a:cubicBezTo>
                      <a:pt x="127" y="5"/>
                      <a:pt x="124" y="5"/>
                      <a:pt x="120" y="6"/>
                    </a:cubicBezTo>
                    <a:cubicBezTo>
                      <a:pt x="108" y="7"/>
                      <a:pt x="98" y="0"/>
                      <a:pt x="86" y="4"/>
                    </a:cubicBezTo>
                    <a:cubicBezTo>
                      <a:pt x="81" y="5"/>
                      <a:pt x="76" y="4"/>
                      <a:pt x="71" y="6"/>
                    </a:cubicBezTo>
                    <a:cubicBezTo>
                      <a:pt x="67" y="7"/>
                      <a:pt x="63" y="10"/>
                      <a:pt x="60" y="13"/>
                    </a:cubicBezTo>
                    <a:cubicBezTo>
                      <a:pt x="53" y="20"/>
                      <a:pt x="44" y="21"/>
                      <a:pt x="37" y="27"/>
                    </a:cubicBezTo>
                    <a:cubicBezTo>
                      <a:pt x="35" y="29"/>
                      <a:pt x="33" y="31"/>
                      <a:pt x="31" y="33"/>
                    </a:cubicBezTo>
                    <a:cubicBezTo>
                      <a:pt x="30" y="34"/>
                      <a:pt x="29" y="36"/>
                      <a:pt x="28" y="38"/>
                    </a:cubicBezTo>
                    <a:cubicBezTo>
                      <a:pt x="24" y="43"/>
                      <a:pt x="20" y="43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9" y="62"/>
                      <a:pt x="3" y="76"/>
                      <a:pt x="1" y="91"/>
                    </a:cubicBezTo>
                    <a:cubicBezTo>
                      <a:pt x="0" y="97"/>
                      <a:pt x="1" y="104"/>
                      <a:pt x="1" y="110"/>
                    </a:cubicBezTo>
                    <a:cubicBezTo>
                      <a:pt x="4" y="117"/>
                      <a:pt x="8" y="123"/>
                      <a:pt x="13" y="129"/>
                    </a:cubicBezTo>
                    <a:cubicBezTo>
                      <a:pt x="30" y="149"/>
                      <a:pt x="57" y="162"/>
                      <a:pt x="87" y="163"/>
                    </a:cubicBezTo>
                    <a:cubicBezTo>
                      <a:pt x="87" y="163"/>
                      <a:pt x="87" y="163"/>
                      <a:pt x="87" y="163"/>
                    </a:cubicBezTo>
                    <a:cubicBezTo>
                      <a:pt x="136" y="166"/>
                      <a:pt x="181" y="139"/>
                      <a:pt x="197" y="101"/>
                    </a:cubicBezTo>
                    <a:cubicBezTo>
                      <a:pt x="197" y="101"/>
                      <a:pt x="197" y="101"/>
                      <a:pt x="197" y="100"/>
                    </a:cubicBezTo>
                    <a:cubicBezTo>
                      <a:pt x="199" y="86"/>
                      <a:pt x="196" y="72"/>
                      <a:pt x="191" y="59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4" name="Freeform 26">
                <a:extLst>
                  <a:ext uri="{FF2B5EF4-FFF2-40B4-BE49-F238E27FC236}">
                    <a16:creationId xmlns:a16="http://schemas.microsoft.com/office/drawing/2014/main" id="{380C5970-87DE-47B9-AA0F-AC8CE0BBA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030"/>
                <a:ext cx="102" cy="442"/>
              </a:xfrm>
              <a:custGeom>
                <a:avLst/>
                <a:gdLst>
                  <a:gd name="T0" fmla="*/ 10 w 102"/>
                  <a:gd name="T1" fmla="*/ 153 h 442"/>
                  <a:gd name="T2" fmla="*/ 10 w 102"/>
                  <a:gd name="T3" fmla="*/ 157 h 442"/>
                  <a:gd name="T4" fmla="*/ 0 w 102"/>
                  <a:gd name="T5" fmla="*/ 442 h 442"/>
                  <a:gd name="T6" fmla="*/ 3 w 102"/>
                  <a:gd name="T7" fmla="*/ 439 h 442"/>
                  <a:gd name="T8" fmla="*/ 88 w 102"/>
                  <a:gd name="T9" fmla="*/ 288 h 442"/>
                  <a:gd name="T10" fmla="*/ 102 w 102"/>
                  <a:gd name="T11" fmla="*/ 0 h 442"/>
                  <a:gd name="T12" fmla="*/ 10 w 102"/>
                  <a:gd name="T13" fmla="*/ 153 h 442"/>
                  <a:gd name="T14" fmla="*/ 10 w 102"/>
                  <a:gd name="T15" fmla="*/ 153 h 4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442">
                    <a:moveTo>
                      <a:pt x="10" y="153"/>
                    </a:moveTo>
                    <a:lnTo>
                      <a:pt x="10" y="157"/>
                    </a:lnTo>
                    <a:lnTo>
                      <a:pt x="0" y="442"/>
                    </a:lnTo>
                    <a:lnTo>
                      <a:pt x="3" y="439"/>
                    </a:lnTo>
                    <a:lnTo>
                      <a:pt x="88" y="288"/>
                    </a:lnTo>
                    <a:lnTo>
                      <a:pt x="102" y="0"/>
                    </a:lnTo>
                    <a:lnTo>
                      <a:pt x="10" y="153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5" name="Freeform 27">
                <a:extLst>
                  <a:ext uri="{FF2B5EF4-FFF2-40B4-BE49-F238E27FC236}">
                    <a16:creationId xmlns:a16="http://schemas.microsoft.com/office/drawing/2014/main" id="{8AD6EAD1-8E67-494D-9FF4-1261B3023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213"/>
                <a:ext cx="70" cy="319"/>
              </a:xfrm>
              <a:custGeom>
                <a:avLst/>
                <a:gdLst>
                  <a:gd name="T0" fmla="*/ 0 w 20"/>
                  <a:gd name="T1" fmla="*/ 0 h 85"/>
                  <a:gd name="T2" fmla="*/ 858 w 20"/>
                  <a:gd name="T3" fmla="*/ 4492 h 85"/>
                  <a:gd name="T4" fmla="*/ 858 w 20"/>
                  <a:gd name="T5" fmla="*/ 691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5">
                    <a:moveTo>
                      <a:pt x="0" y="0"/>
                    </a:moveTo>
                    <a:cubicBezTo>
                      <a:pt x="8" y="6"/>
                      <a:pt x="18" y="56"/>
                      <a:pt x="20" y="85"/>
                    </a:cubicBez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6" name="Freeform 28">
                <a:extLst>
                  <a:ext uri="{FF2B5EF4-FFF2-40B4-BE49-F238E27FC236}">
                    <a16:creationId xmlns:a16="http://schemas.microsoft.com/office/drawing/2014/main" id="{9E390F4B-ACCC-4093-A378-C1AF1D86B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273"/>
                <a:ext cx="63" cy="357"/>
              </a:xfrm>
              <a:custGeom>
                <a:avLst/>
                <a:gdLst>
                  <a:gd name="T0" fmla="*/ 0 w 18"/>
                  <a:gd name="T1" fmla="*/ 0 h 95"/>
                  <a:gd name="T2" fmla="*/ 686 w 18"/>
                  <a:gd name="T3" fmla="*/ 3871 h 95"/>
                  <a:gd name="T4" fmla="*/ 774 w 18"/>
                  <a:gd name="T5" fmla="*/ 5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5">
                    <a:moveTo>
                      <a:pt x="0" y="0"/>
                    </a:moveTo>
                    <a:cubicBezTo>
                      <a:pt x="8" y="3"/>
                      <a:pt x="16" y="50"/>
                      <a:pt x="16" y="73"/>
                    </a:cubicBezTo>
                    <a:cubicBezTo>
                      <a:pt x="16" y="95"/>
                      <a:pt x="18" y="1"/>
                      <a:pt x="18" y="1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7" name="Freeform 29">
                <a:extLst>
                  <a:ext uri="{FF2B5EF4-FFF2-40B4-BE49-F238E27FC236}">
                    <a16:creationId xmlns:a16="http://schemas.microsoft.com/office/drawing/2014/main" id="{CEBF8131-97E7-4F45-8594-BE8E81F56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191"/>
                <a:ext cx="46" cy="323"/>
              </a:xfrm>
              <a:custGeom>
                <a:avLst/>
                <a:gdLst>
                  <a:gd name="T0" fmla="*/ 0 w 13"/>
                  <a:gd name="T1" fmla="*/ 368 h 86"/>
                  <a:gd name="T2" fmla="*/ 488 w 13"/>
                  <a:gd name="T3" fmla="*/ 3977 h 86"/>
                  <a:gd name="T4" fmla="*/ 577 w 13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6">
                    <a:moveTo>
                      <a:pt x="0" y="7"/>
                    </a:moveTo>
                    <a:cubicBezTo>
                      <a:pt x="8" y="9"/>
                      <a:pt x="12" y="63"/>
                      <a:pt x="11" y="75"/>
                    </a:cubicBezTo>
                    <a:cubicBezTo>
                      <a:pt x="10" y="86"/>
                      <a:pt x="13" y="0"/>
                      <a:pt x="13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8" name="Freeform 30">
                <a:extLst>
                  <a:ext uri="{FF2B5EF4-FFF2-40B4-BE49-F238E27FC236}">
                    <a16:creationId xmlns:a16="http://schemas.microsoft.com/office/drawing/2014/main" id="{C85409EE-6F18-49FB-904A-456699061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082"/>
                <a:ext cx="46" cy="334"/>
              </a:xfrm>
              <a:custGeom>
                <a:avLst/>
                <a:gdLst>
                  <a:gd name="T0" fmla="*/ 577 w 13"/>
                  <a:gd name="T1" fmla="*/ 4702 h 89"/>
                  <a:gd name="T2" fmla="*/ 439 w 13"/>
                  <a:gd name="T3" fmla="*/ 747 h 89"/>
                  <a:gd name="T4" fmla="*/ 0 w 13"/>
                  <a:gd name="T5" fmla="*/ 0 h 89"/>
                  <a:gd name="T6" fmla="*/ 577 w 13"/>
                  <a:gd name="T7" fmla="*/ 4702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9">
                    <a:moveTo>
                      <a:pt x="13" y="89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2"/>
                      <a:pt x="12" y="76"/>
                      <a:pt x="13" y="89"/>
                    </a:cubicBez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9" name="Freeform 31">
                <a:extLst>
                  <a:ext uri="{FF2B5EF4-FFF2-40B4-BE49-F238E27FC236}">
                    <a16:creationId xmlns:a16="http://schemas.microsoft.com/office/drawing/2014/main" id="{3DA38148-31E3-45B3-B93F-104A287B5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360"/>
                <a:ext cx="250" cy="187"/>
              </a:xfrm>
              <a:custGeom>
                <a:avLst/>
                <a:gdLst>
                  <a:gd name="T0" fmla="*/ 482 w 71"/>
                  <a:gd name="T1" fmla="*/ 2461 h 50"/>
                  <a:gd name="T2" fmla="*/ 831 w 71"/>
                  <a:gd name="T3" fmla="*/ 2558 h 50"/>
                  <a:gd name="T4" fmla="*/ 1141 w 71"/>
                  <a:gd name="T5" fmla="*/ 2349 h 50"/>
                  <a:gd name="T6" fmla="*/ 1401 w 71"/>
                  <a:gd name="T7" fmla="*/ 1567 h 50"/>
                  <a:gd name="T8" fmla="*/ 2317 w 71"/>
                  <a:gd name="T9" fmla="*/ 1679 h 50"/>
                  <a:gd name="T10" fmla="*/ 2838 w 71"/>
                  <a:gd name="T11" fmla="*/ 1260 h 50"/>
                  <a:gd name="T12" fmla="*/ 3049 w 71"/>
                  <a:gd name="T13" fmla="*/ 516 h 50"/>
                  <a:gd name="T14" fmla="*/ 3049 w 71"/>
                  <a:gd name="T15" fmla="*/ 56 h 50"/>
                  <a:gd name="T16" fmla="*/ 2877 w 71"/>
                  <a:gd name="T17" fmla="*/ 56 h 50"/>
                  <a:gd name="T18" fmla="*/ 2007 w 71"/>
                  <a:gd name="T19" fmla="*/ 209 h 50"/>
                  <a:gd name="T20" fmla="*/ 954 w 71"/>
                  <a:gd name="T21" fmla="*/ 475 h 50"/>
                  <a:gd name="T22" fmla="*/ 0 w 71"/>
                  <a:gd name="T23" fmla="*/ 126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50">
                    <a:moveTo>
                      <a:pt x="11" y="47"/>
                    </a:moveTo>
                    <a:cubicBezTo>
                      <a:pt x="14" y="48"/>
                      <a:pt x="16" y="50"/>
                      <a:pt x="19" y="49"/>
                    </a:cubicBezTo>
                    <a:cubicBezTo>
                      <a:pt x="21" y="49"/>
                      <a:pt x="24" y="47"/>
                      <a:pt x="26" y="45"/>
                    </a:cubicBezTo>
                    <a:cubicBezTo>
                      <a:pt x="28" y="42"/>
                      <a:pt x="29" y="30"/>
                      <a:pt x="32" y="30"/>
                    </a:cubicBezTo>
                    <a:cubicBezTo>
                      <a:pt x="36" y="37"/>
                      <a:pt x="46" y="34"/>
                      <a:pt x="53" y="32"/>
                    </a:cubicBezTo>
                    <a:cubicBezTo>
                      <a:pt x="57" y="30"/>
                      <a:pt x="61" y="27"/>
                      <a:pt x="65" y="24"/>
                    </a:cubicBezTo>
                    <a:cubicBezTo>
                      <a:pt x="70" y="20"/>
                      <a:pt x="70" y="16"/>
                      <a:pt x="70" y="10"/>
                    </a:cubicBezTo>
                    <a:cubicBezTo>
                      <a:pt x="70" y="8"/>
                      <a:pt x="71" y="3"/>
                      <a:pt x="70" y="1"/>
                    </a:cubicBezTo>
                    <a:cubicBezTo>
                      <a:pt x="68" y="0"/>
                      <a:pt x="68" y="1"/>
                      <a:pt x="66" y="1"/>
                    </a:cubicBezTo>
                    <a:cubicBezTo>
                      <a:pt x="59" y="2"/>
                      <a:pt x="53" y="3"/>
                      <a:pt x="46" y="4"/>
                    </a:cubicBezTo>
                    <a:cubicBezTo>
                      <a:pt x="36" y="5"/>
                      <a:pt x="30" y="3"/>
                      <a:pt x="22" y="9"/>
                    </a:cubicBezTo>
                    <a:cubicBezTo>
                      <a:pt x="16" y="14"/>
                      <a:pt x="8" y="25"/>
                      <a:pt x="0" y="24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0" name="Freeform 32">
                <a:extLst>
                  <a:ext uri="{FF2B5EF4-FFF2-40B4-BE49-F238E27FC236}">
                    <a16:creationId xmlns:a16="http://schemas.microsoft.com/office/drawing/2014/main" id="{05CA8B2E-007D-4BBB-AE52-8E6A60F84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632"/>
                <a:ext cx="235" cy="334"/>
              </a:xfrm>
              <a:custGeom>
                <a:avLst/>
                <a:gdLst>
                  <a:gd name="T0" fmla="*/ 0 w 67"/>
                  <a:gd name="T1" fmla="*/ 4702 h 89"/>
                  <a:gd name="T2" fmla="*/ 2806 w 67"/>
                  <a:gd name="T3" fmla="*/ 1212 h 89"/>
                  <a:gd name="T4" fmla="*/ 2890 w 67"/>
                  <a:gd name="T5" fmla="*/ 368 h 89"/>
                  <a:gd name="T6" fmla="*/ 2890 w 67"/>
                  <a:gd name="T7" fmla="*/ 0 h 89"/>
                  <a:gd name="T8" fmla="*/ 221 w 67"/>
                  <a:gd name="T9" fmla="*/ 4016 h 89"/>
                  <a:gd name="T10" fmla="*/ 260 w 67"/>
                  <a:gd name="T11" fmla="*/ 4282 h 89"/>
                  <a:gd name="T12" fmla="*/ 0 w 67"/>
                  <a:gd name="T13" fmla="*/ 4702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89">
                    <a:moveTo>
                      <a:pt x="0" y="89"/>
                    </a:moveTo>
                    <a:cubicBezTo>
                      <a:pt x="32" y="77"/>
                      <a:pt x="57" y="53"/>
                      <a:pt x="65" y="23"/>
                    </a:cubicBezTo>
                    <a:cubicBezTo>
                      <a:pt x="66" y="17"/>
                      <a:pt x="66" y="11"/>
                      <a:pt x="67" y="7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3" y="33"/>
                      <a:pt x="38" y="61"/>
                      <a:pt x="5" y="76"/>
                    </a:cubicBezTo>
                    <a:cubicBezTo>
                      <a:pt x="5" y="77"/>
                      <a:pt x="6" y="79"/>
                      <a:pt x="6" y="81"/>
                    </a:cubicBezTo>
                    <a:cubicBezTo>
                      <a:pt x="6" y="83"/>
                      <a:pt x="3" y="86"/>
                      <a:pt x="0" y="89"/>
                    </a:cubicBezTo>
                    <a:close/>
                  </a:path>
                </a:pathLst>
              </a:custGeom>
              <a:solidFill>
                <a:srgbClr val="9AB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1" name="Freeform 33">
                <a:extLst>
                  <a:ext uri="{FF2B5EF4-FFF2-40B4-BE49-F238E27FC236}">
                    <a16:creationId xmlns:a16="http://schemas.microsoft.com/office/drawing/2014/main" id="{7B3A65F2-1DAA-476F-842C-50FC315D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864"/>
                <a:ext cx="338" cy="109"/>
              </a:xfrm>
              <a:custGeom>
                <a:avLst/>
                <a:gdLst>
                  <a:gd name="T0" fmla="*/ 570 w 96"/>
                  <a:gd name="T1" fmla="*/ 1270 h 29"/>
                  <a:gd name="T2" fmla="*/ 49 w 96"/>
                  <a:gd name="T3" fmla="*/ 1214 h 29"/>
                  <a:gd name="T4" fmla="*/ 0 w 96"/>
                  <a:gd name="T5" fmla="*/ 1214 h 29"/>
                  <a:gd name="T6" fmla="*/ 3408 w 96"/>
                  <a:gd name="T7" fmla="*/ 789 h 29"/>
                  <a:gd name="T8" fmla="*/ 4190 w 96"/>
                  <a:gd name="T9" fmla="*/ 0 h 29"/>
                  <a:gd name="T10" fmla="*/ 570 w 96"/>
                  <a:gd name="T11" fmla="*/ 127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9">
                    <a:moveTo>
                      <a:pt x="13" y="24"/>
                    </a:moveTo>
                    <a:cubicBezTo>
                      <a:pt x="9" y="24"/>
                      <a:pt x="5" y="24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8"/>
                      <a:pt x="57" y="29"/>
                      <a:pt x="78" y="15"/>
                    </a:cubicBezTo>
                    <a:cubicBezTo>
                      <a:pt x="89" y="8"/>
                      <a:pt x="94" y="3"/>
                      <a:pt x="96" y="0"/>
                    </a:cubicBezTo>
                    <a:cubicBezTo>
                      <a:pt x="73" y="16"/>
                      <a:pt x="44" y="26"/>
                      <a:pt x="13" y="24"/>
                    </a:cubicBezTo>
                    <a:close/>
                  </a:path>
                </a:pathLst>
              </a:custGeom>
              <a:solidFill>
                <a:srgbClr val="9AB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2" name="Freeform 34">
                <a:extLst>
                  <a:ext uri="{FF2B5EF4-FFF2-40B4-BE49-F238E27FC236}">
                    <a16:creationId xmlns:a16="http://schemas.microsoft.com/office/drawing/2014/main" id="{ACA997CF-D75B-4242-A14C-46EB640DB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549"/>
                <a:ext cx="25" cy="86"/>
              </a:xfrm>
              <a:custGeom>
                <a:avLst/>
                <a:gdLst>
                  <a:gd name="T0" fmla="*/ 0 w 7"/>
                  <a:gd name="T1" fmla="*/ 0 h 23"/>
                  <a:gd name="T2" fmla="*/ 179 w 7"/>
                  <a:gd name="T3" fmla="*/ 516 h 23"/>
                  <a:gd name="T4" fmla="*/ 268 w 7"/>
                  <a:gd name="T5" fmla="*/ 1204 h 23"/>
                  <a:gd name="T6" fmla="*/ 268 w 7"/>
                  <a:gd name="T7" fmla="*/ 684 h 23"/>
                  <a:gd name="T8" fmla="*/ 268 w 7"/>
                  <a:gd name="T9" fmla="*/ 97 h 23"/>
                  <a:gd name="T10" fmla="*/ 0 w 7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3">
                    <a:moveTo>
                      <a:pt x="0" y="0"/>
                    </a:moveTo>
                    <a:cubicBezTo>
                      <a:pt x="0" y="4"/>
                      <a:pt x="3" y="7"/>
                      <a:pt x="4" y="10"/>
                    </a:cubicBezTo>
                    <a:cubicBezTo>
                      <a:pt x="5" y="14"/>
                      <a:pt x="5" y="19"/>
                      <a:pt x="6" y="23"/>
                    </a:cubicBezTo>
                    <a:cubicBezTo>
                      <a:pt x="7" y="20"/>
                      <a:pt x="7" y="16"/>
                      <a:pt x="6" y="13"/>
                    </a:cubicBezTo>
                    <a:cubicBezTo>
                      <a:pt x="6" y="9"/>
                      <a:pt x="6" y="6"/>
                      <a:pt x="6" y="2"/>
                    </a:cubicBezTo>
                    <a:cubicBezTo>
                      <a:pt x="5" y="8"/>
                      <a:pt x="2" y="2"/>
                      <a:pt x="0" y="0"/>
                    </a:cubicBezTo>
                  </a:path>
                </a:pathLst>
              </a:custGeom>
              <a:solidFill>
                <a:srgbClr val="DFEB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3" name="Freeform 35">
                <a:extLst>
                  <a:ext uri="{FF2B5EF4-FFF2-40B4-BE49-F238E27FC236}">
                    <a16:creationId xmlns:a16="http://schemas.microsoft.com/office/drawing/2014/main" id="{B59EFE3A-4C73-4F8E-A99A-2653DAD52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332"/>
                <a:ext cx="176" cy="165"/>
              </a:xfrm>
              <a:custGeom>
                <a:avLst/>
                <a:gdLst>
                  <a:gd name="T0" fmla="*/ 0 w 50"/>
                  <a:gd name="T1" fmla="*/ 154 h 44"/>
                  <a:gd name="T2" fmla="*/ 954 w 50"/>
                  <a:gd name="T3" fmla="*/ 690 h 44"/>
                  <a:gd name="T4" fmla="*/ 1573 w 50"/>
                  <a:gd name="T5" fmla="*/ 1324 h 44"/>
                  <a:gd name="T6" fmla="*/ 2182 w 50"/>
                  <a:gd name="T7" fmla="*/ 2321 h 44"/>
                  <a:gd name="T8" fmla="*/ 1834 w 50"/>
                  <a:gd name="T9" fmla="*/ 1380 h 44"/>
                  <a:gd name="T10" fmla="*/ 1313 w 50"/>
                  <a:gd name="T11" fmla="*/ 900 h 44"/>
                  <a:gd name="T12" fmla="*/ 0 w 50"/>
                  <a:gd name="T13" fmla="*/ 15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4">
                    <a:moveTo>
                      <a:pt x="0" y="3"/>
                    </a:moveTo>
                    <a:cubicBezTo>
                      <a:pt x="8" y="4"/>
                      <a:pt x="15" y="6"/>
                      <a:pt x="22" y="13"/>
                    </a:cubicBezTo>
                    <a:cubicBezTo>
                      <a:pt x="28" y="20"/>
                      <a:pt x="29" y="21"/>
                      <a:pt x="36" y="25"/>
                    </a:cubicBezTo>
                    <a:cubicBezTo>
                      <a:pt x="42" y="29"/>
                      <a:pt x="47" y="32"/>
                      <a:pt x="50" y="44"/>
                    </a:cubicBezTo>
                    <a:cubicBezTo>
                      <a:pt x="47" y="32"/>
                      <a:pt x="45" y="29"/>
                      <a:pt x="42" y="26"/>
                    </a:cubicBezTo>
                    <a:cubicBezTo>
                      <a:pt x="38" y="23"/>
                      <a:pt x="35" y="22"/>
                      <a:pt x="30" y="17"/>
                    </a:cubicBezTo>
                    <a:cubicBezTo>
                      <a:pt x="26" y="12"/>
                      <a:pt x="14" y="0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4" name="Freeform 36">
                <a:extLst>
                  <a:ext uri="{FF2B5EF4-FFF2-40B4-BE49-F238E27FC236}">
                    <a16:creationId xmlns:a16="http://schemas.microsoft.com/office/drawing/2014/main" id="{4E182523-ECC9-466F-920F-7CEBA1A8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292"/>
                <a:ext cx="158" cy="180"/>
              </a:xfrm>
              <a:custGeom>
                <a:avLst/>
                <a:gdLst>
                  <a:gd name="T0" fmla="*/ 172 w 45"/>
                  <a:gd name="T1" fmla="*/ 480 h 48"/>
                  <a:gd name="T2" fmla="*/ 997 w 45"/>
                  <a:gd name="T3" fmla="*/ 56 h 48"/>
                  <a:gd name="T4" fmla="*/ 1429 w 45"/>
                  <a:gd name="T5" fmla="*/ 266 h 48"/>
                  <a:gd name="T6" fmla="*/ 1727 w 45"/>
                  <a:gd name="T7" fmla="*/ 536 h 48"/>
                  <a:gd name="T8" fmla="*/ 1727 w 45"/>
                  <a:gd name="T9" fmla="*/ 1744 h 48"/>
                  <a:gd name="T10" fmla="*/ 516 w 45"/>
                  <a:gd name="T11" fmla="*/ 2434 h 48"/>
                  <a:gd name="T12" fmla="*/ 0 w 45"/>
                  <a:gd name="T13" fmla="*/ 1268 h 48"/>
                  <a:gd name="T14" fmla="*/ 172 w 45"/>
                  <a:gd name="T15" fmla="*/ 48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48">
                    <a:moveTo>
                      <a:pt x="4" y="9"/>
                    </a:moveTo>
                    <a:cubicBezTo>
                      <a:pt x="6" y="4"/>
                      <a:pt x="18" y="0"/>
                      <a:pt x="23" y="1"/>
                    </a:cubicBezTo>
                    <a:cubicBezTo>
                      <a:pt x="28" y="1"/>
                      <a:pt x="28" y="1"/>
                      <a:pt x="33" y="5"/>
                    </a:cubicBezTo>
                    <a:cubicBezTo>
                      <a:pt x="37" y="8"/>
                      <a:pt x="38" y="8"/>
                      <a:pt x="40" y="10"/>
                    </a:cubicBezTo>
                    <a:cubicBezTo>
                      <a:pt x="44" y="14"/>
                      <a:pt x="45" y="24"/>
                      <a:pt x="40" y="33"/>
                    </a:cubicBezTo>
                    <a:cubicBezTo>
                      <a:pt x="35" y="42"/>
                      <a:pt x="17" y="48"/>
                      <a:pt x="12" y="46"/>
                    </a:cubicBezTo>
                    <a:cubicBezTo>
                      <a:pt x="7" y="44"/>
                      <a:pt x="1" y="32"/>
                      <a:pt x="0" y="24"/>
                    </a:cubicBezTo>
                    <a:cubicBezTo>
                      <a:pt x="0" y="16"/>
                      <a:pt x="1" y="14"/>
                      <a:pt x="4" y="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5" name="Freeform 37">
                <a:extLst>
                  <a:ext uri="{FF2B5EF4-FFF2-40B4-BE49-F238E27FC236}">
                    <a16:creationId xmlns:a16="http://schemas.microsoft.com/office/drawing/2014/main" id="{A3ECD260-5913-4AB2-BBB5-6AD87966D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01" y="2258"/>
                <a:ext cx="67" cy="49"/>
              </a:xfrm>
              <a:custGeom>
                <a:avLst/>
                <a:gdLst>
                  <a:gd name="T0" fmla="*/ 49 w 19"/>
                  <a:gd name="T1" fmla="*/ 215 h 13"/>
                  <a:gd name="T2" fmla="*/ 88 w 19"/>
                  <a:gd name="T3" fmla="*/ 539 h 13"/>
                  <a:gd name="T4" fmla="*/ 310 w 19"/>
                  <a:gd name="T5" fmla="*/ 539 h 13"/>
                  <a:gd name="T6" fmla="*/ 349 w 19"/>
                  <a:gd name="T7" fmla="*/ 539 h 13"/>
                  <a:gd name="T8" fmla="*/ 49 w 19"/>
                  <a:gd name="T9" fmla="*/ 215 h 13"/>
                  <a:gd name="T10" fmla="*/ 695 w 19"/>
                  <a:gd name="T11" fmla="*/ 0 h 13"/>
                  <a:gd name="T12" fmla="*/ 349 w 19"/>
                  <a:gd name="T13" fmla="*/ 539 h 13"/>
                  <a:gd name="T14" fmla="*/ 748 w 19"/>
                  <a:gd name="T15" fmla="*/ 697 h 13"/>
                  <a:gd name="T16" fmla="*/ 695 w 19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1" y="4"/>
                    </a:moveTo>
                    <a:cubicBezTo>
                      <a:pt x="0" y="5"/>
                      <a:pt x="1" y="8"/>
                      <a:pt x="2" y="10"/>
                    </a:cubicBezTo>
                    <a:cubicBezTo>
                      <a:pt x="4" y="10"/>
                      <a:pt x="6" y="9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7"/>
                      <a:pt x="2" y="4"/>
                      <a:pt x="1" y="4"/>
                    </a:cubicBezTo>
                    <a:close/>
                    <a:moveTo>
                      <a:pt x="16" y="0"/>
                    </a:moveTo>
                    <a:cubicBezTo>
                      <a:pt x="15" y="1"/>
                      <a:pt x="9" y="5"/>
                      <a:pt x="8" y="10"/>
                    </a:cubicBezTo>
                    <a:cubicBezTo>
                      <a:pt x="12" y="10"/>
                      <a:pt x="13" y="10"/>
                      <a:pt x="17" y="13"/>
                    </a:cubicBezTo>
                    <a:cubicBezTo>
                      <a:pt x="19" y="8"/>
                      <a:pt x="18" y="2"/>
                      <a:pt x="1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6" name="Freeform 38">
                <a:extLst>
                  <a:ext uri="{FF2B5EF4-FFF2-40B4-BE49-F238E27FC236}">
                    <a16:creationId xmlns:a16="http://schemas.microsoft.com/office/drawing/2014/main" id="{A23A7FBA-8F86-4F34-B839-FF4BF434B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03"/>
                <a:ext cx="29" cy="27"/>
              </a:xfrm>
              <a:custGeom>
                <a:avLst/>
                <a:gdLst>
                  <a:gd name="T0" fmla="*/ 236 w 8"/>
                  <a:gd name="T1" fmla="*/ 401 h 7"/>
                  <a:gd name="T2" fmla="*/ 330 w 8"/>
                  <a:gd name="T3" fmla="*/ 58 h 7"/>
                  <a:gd name="T4" fmla="*/ 0 w 8"/>
                  <a:gd name="T5" fmla="*/ 120 h 7"/>
                  <a:gd name="T6" fmla="*/ 236 w 8"/>
                  <a:gd name="T7" fmla="*/ 40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7" y="4"/>
                      <a:pt x="8" y="1"/>
                      <a:pt x="7" y="1"/>
                    </a:cubicBezTo>
                    <a:cubicBezTo>
                      <a:pt x="6" y="0"/>
                      <a:pt x="3" y="0"/>
                      <a:pt x="0" y="2"/>
                    </a:cubicBezTo>
                    <a:cubicBezTo>
                      <a:pt x="3" y="4"/>
                      <a:pt x="4" y="5"/>
                      <a:pt x="5" y="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7" name="Freeform 39">
                <a:extLst>
                  <a:ext uri="{FF2B5EF4-FFF2-40B4-BE49-F238E27FC236}">
                    <a16:creationId xmlns:a16="http://schemas.microsoft.com/office/drawing/2014/main" id="{E9BD400C-5181-4164-AECF-D52AFF980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288"/>
                <a:ext cx="35" cy="19"/>
              </a:xfrm>
              <a:custGeom>
                <a:avLst/>
                <a:gdLst>
                  <a:gd name="T0" fmla="*/ 431 w 10"/>
                  <a:gd name="T1" fmla="*/ 114 h 5"/>
                  <a:gd name="T2" fmla="*/ 49 w 10"/>
                  <a:gd name="T3" fmla="*/ 57 h 5"/>
                  <a:gd name="T4" fmla="*/ 88 w 10"/>
                  <a:gd name="T5" fmla="*/ 274 h 5"/>
                  <a:gd name="T6" fmla="*/ 431 w 10"/>
                  <a:gd name="T7" fmla="*/ 11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6" y="1"/>
                      <a:pt x="2" y="3"/>
                      <a:pt x="1" y="1"/>
                    </a:cubicBezTo>
                    <a:cubicBezTo>
                      <a:pt x="0" y="0"/>
                      <a:pt x="1" y="3"/>
                      <a:pt x="2" y="5"/>
                    </a:cubicBezTo>
                    <a:cubicBezTo>
                      <a:pt x="4" y="4"/>
                      <a:pt x="7" y="3"/>
                      <a:pt x="1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8" name="Freeform 40">
                <a:extLst>
                  <a:ext uri="{FF2B5EF4-FFF2-40B4-BE49-F238E27FC236}">
                    <a16:creationId xmlns:a16="http://schemas.microsoft.com/office/drawing/2014/main" id="{47E83676-2B02-4596-9812-4AC89164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348"/>
                <a:ext cx="42" cy="49"/>
              </a:xfrm>
              <a:custGeom>
                <a:avLst/>
                <a:gdLst>
                  <a:gd name="T0" fmla="*/ 515 w 12"/>
                  <a:gd name="T1" fmla="*/ 482 h 13"/>
                  <a:gd name="T2" fmla="*/ 259 w 12"/>
                  <a:gd name="T3" fmla="*/ 328 h 13"/>
                  <a:gd name="T4" fmla="*/ 49 w 12"/>
                  <a:gd name="T5" fmla="*/ 0 h 13"/>
                  <a:gd name="T6" fmla="*/ 0 w 12"/>
                  <a:gd name="T7" fmla="*/ 57 h 13"/>
                  <a:gd name="T8" fmla="*/ 259 w 12"/>
                  <a:gd name="T9" fmla="*/ 426 h 13"/>
                  <a:gd name="T10" fmla="*/ 392 w 12"/>
                  <a:gd name="T11" fmla="*/ 641 h 13"/>
                  <a:gd name="T12" fmla="*/ 480 w 12"/>
                  <a:gd name="T13" fmla="*/ 641 h 13"/>
                  <a:gd name="T14" fmla="*/ 515 w 12"/>
                  <a:gd name="T15" fmla="*/ 48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12" y="9"/>
                    </a:moveTo>
                    <a:cubicBezTo>
                      <a:pt x="11" y="8"/>
                      <a:pt x="10" y="8"/>
                      <a:pt x="6" y="6"/>
                    </a:cubicBezTo>
                    <a:cubicBezTo>
                      <a:pt x="3" y="4"/>
                      <a:pt x="2" y="2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4"/>
                      <a:pt x="2" y="5"/>
                      <a:pt x="6" y="8"/>
                    </a:cubicBezTo>
                    <a:cubicBezTo>
                      <a:pt x="8" y="9"/>
                      <a:pt x="9" y="11"/>
                      <a:pt x="9" y="12"/>
                    </a:cubicBezTo>
                    <a:cubicBezTo>
                      <a:pt x="9" y="13"/>
                      <a:pt x="10" y="13"/>
                      <a:pt x="11" y="12"/>
                    </a:cubicBezTo>
                    <a:cubicBezTo>
                      <a:pt x="12" y="12"/>
                      <a:pt x="11" y="9"/>
                      <a:pt x="12" y="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9" name="Freeform 41">
                <a:extLst>
                  <a:ext uri="{FF2B5EF4-FFF2-40B4-BE49-F238E27FC236}">
                    <a16:creationId xmlns:a16="http://schemas.microsoft.com/office/drawing/2014/main" id="{28BCF589-3BC2-4203-8AC4-DE24DC4D7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367"/>
                <a:ext cx="158" cy="173"/>
              </a:xfrm>
              <a:custGeom>
                <a:avLst/>
                <a:gdLst>
                  <a:gd name="T0" fmla="*/ 1777 w 45"/>
                  <a:gd name="T1" fmla="*/ 425 h 46"/>
                  <a:gd name="T2" fmla="*/ 1257 w 45"/>
                  <a:gd name="T3" fmla="*/ 0 h 46"/>
                  <a:gd name="T4" fmla="*/ 1257 w 45"/>
                  <a:gd name="T5" fmla="*/ 0 h 46"/>
                  <a:gd name="T6" fmla="*/ 997 w 45"/>
                  <a:gd name="T7" fmla="*/ 0 h 46"/>
                  <a:gd name="T8" fmla="*/ 1173 w 45"/>
                  <a:gd name="T9" fmla="*/ 154 h 46"/>
                  <a:gd name="T10" fmla="*/ 1345 w 45"/>
                  <a:gd name="T11" fmla="*/ 425 h 46"/>
                  <a:gd name="T12" fmla="*/ 948 w 45"/>
                  <a:gd name="T13" fmla="*/ 327 h 46"/>
                  <a:gd name="T14" fmla="*/ 1085 w 45"/>
                  <a:gd name="T15" fmla="*/ 481 h 46"/>
                  <a:gd name="T16" fmla="*/ 776 w 45"/>
                  <a:gd name="T17" fmla="*/ 579 h 46"/>
                  <a:gd name="T18" fmla="*/ 776 w 45"/>
                  <a:gd name="T19" fmla="*/ 794 h 46"/>
                  <a:gd name="T20" fmla="*/ 741 w 45"/>
                  <a:gd name="T21" fmla="*/ 963 h 46"/>
                  <a:gd name="T22" fmla="*/ 481 w 45"/>
                  <a:gd name="T23" fmla="*/ 794 h 46"/>
                  <a:gd name="T24" fmla="*/ 309 w 45"/>
                  <a:gd name="T25" fmla="*/ 1230 h 46"/>
                  <a:gd name="T26" fmla="*/ 260 w 45"/>
                  <a:gd name="T27" fmla="*/ 538 h 46"/>
                  <a:gd name="T28" fmla="*/ 88 w 45"/>
                  <a:gd name="T29" fmla="*/ 579 h 46"/>
                  <a:gd name="T30" fmla="*/ 172 w 45"/>
                  <a:gd name="T31" fmla="*/ 1598 h 46"/>
                  <a:gd name="T32" fmla="*/ 1429 w 45"/>
                  <a:gd name="T33" fmla="*/ 2336 h 46"/>
                  <a:gd name="T34" fmla="*/ 1777 w 45"/>
                  <a:gd name="T35" fmla="*/ 1655 h 46"/>
                  <a:gd name="T36" fmla="*/ 1777 w 45"/>
                  <a:gd name="T37" fmla="*/ 425 h 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" h="46">
                    <a:moveTo>
                      <a:pt x="41" y="8"/>
                    </a:moveTo>
                    <a:cubicBezTo>
                      <a:pt x="38" y="3"/>
                      <a:pt x="34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1"/>
                      <a:pt x="25" y="1"/>
                      <a:pt x="23" y="0"/>
                    </a:cubicBezTo>
                    <a:cubicBezTo>
                      <a:pt x="25" y="1"/>
                      <a:pt x="26" y="2"/>
                      <a:pt x="27" y="3"/>
                    </a:cubicBezTo>
                    <a:cubicBezTo>
                      <a:pt x="29" y="5"/>
                      <a:pt x="30" y="7"/>
                      <a:pt x="31" y="8"/>
                    </a:cubicBezTo>
                    <a:cubicBezTo>
                      <a:pt x="29" y="8"/>
                      <a:pt x="24" y="8"/>
                      <a:pt x="22" y="6"/>
                    </a:cubicBezTo>
                    <a:cubicBezTo>
                      <a:pt x="24" y="9"/>
                      <a:pt x="25" y="9"/>
                      <a:pt x="25" y="9"/>
                    </a:cubicBezTo>
                    <a:cubicBezTo>
                      <a:pt x="22" y="10"/>
                      <a:pt x="21" y="12"/>
                      <a:pt x="18" y="11"/>
                    </a:cubicBezTo>
                    <a:cubicBezTo>
                      <a:pt x="18" y="12"/>
                      <a:pt x="18" y="13"/>
                      <a:pt x="18" y="15"/>
                    </a:cubicBezTo>
                    <a:cubicBezTo>
                      <a:pt x="17" y="16"/>
                      <a:pt x="17" y="18"/>
                      <a:pt x="17" y="18"/>
                    </a:cubicBezTo>
                    <a:cubicBezTo>
                      <a:pt x="17" y="18"/>
                      <a:pt x="12" y="18"/>
                      <a:pt x="11" y="15"/>
                    </a:cubicBezTo>
                    <a:cubicBezTo>
                      <a:pt x="10" y="16"/>
                      <a:pt x="9" y="21"/>
                      <a:pt x="7" y="23"/>
                    </a:cubicBezTo>
                    <a:cubicBezTo>
                      <a:pt x="8" y="22"/>
                      <a:pt x="3" y="12"/>
                      <a:pt x="6" y="10"/>
                    </a:cubicBezTo>
                    <a:cubicBezTo>
                      <a:pt x="5" y="10"/>
                      <a:pt x="4" y="11"/>
                      <a:pt x="2" y="11"/>
                    </a:cubicBezTo>
                    <a:cubicBezTo>
                      <a:pt x="0" y="16"/>
                      <a:pt x="0" y="23"/>
                      <a:pt x="4" y="30"/>
                    </a:cubicBezTo>
                    <a:cubicBezTo>
                      <a:pt x="10" y="42"/>
                      <a:pt x="29" y="46"/>
                      <a:pt x="33" y="44"/>
                    </a:cubicBezTo>
                    <a:cubicBezTo>
                      <a:pt x="37" y="42"/>
                      <a:pt x="39" y="37"/>
                      <a:pt x="41" y="31"/>
                    </a:cubicBezTo>
                    <a:cubicBezTo>
                      <a:pt x="43" y="25"/>
                      <a:pt x="45" y="14"/>
                      <a:pt x="41" y="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0" name="Freeform 42">
                <a:extLst>
                  <a:ext uri="{FF2B5EF4-FFF2-40B4-BE49-F238E27FC236}">
                    <a16:creationId xmlns:a16="http://schemas.microsoft.com/office/drawing/2014/main" id="{64F0E670-AA61-4929-B700-1B15024C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348"/>
                <a:ext cx="7" cy="4"/>
              </a:xfrm>
              <a:custGeom>
                <a:avLst/>
                <a:gdLst>
                  <a:gd name="T0" fmla="*/ 88 w 2"/>
                  <a:gd name="T1" fmla="*/ 0 h 1"/>
                  <a:gd name="T2" fmla="*/ 88 w 2"/>
                  <a:gd name="T3" fmla="*/ 0 h 1"/>
                  <a:gd name="T4" fmla="*/ 49 w 2"/>
                  <a:gd name="T5" fmla="*/ 0 h 1"/>
                  <a:gd name="T6" fmla="*/ 49 w 2"/>
                  <a:gd name="T7" fmla="*/ 64 h 1"/>
                  <a:gd name="T8" fmla="*/ 88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1" name="Freeform 43">
                <a:extLst>
                  <a:ext uri="{FF2B5EF4-FFF2-40B4-BE49-F238E27FC236}">
                    <a16:creationId xmlns:a16="http://schemas.microsoft.com/office/drawing/2014/main" id="{3D85BAFC-F2B8-4BD3-89F1-08A182214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356"/>
                <a:ext cx="17" cy="23"/>
              </a:xfrm>
              <a:custGeom>
                <a:avLst/>
                <a:gdLst>
                  <a:gd name="T0" fmla="*/ 34 w 5"/>
                  <a:gd name="T1" fmla="*/ 0 h 6"/>
                  <a:gd name="T2" fmla="*/ 0 w 5"/>
                  <a:gd name="T3" fmla="*/ 280 h 6"/>
                  <a:gd name="T4" fmla="*/ 34 w 5"/>
                  <a:gd name="T5" fmla="*/ 337 h 6"/>
                  <a:gd name="T6" fmla="*/ 34 w 5"/>
                  <a:gd name="T7" fmla="*/ 222 h 6"/>
                  <a:gd name="T8" fmla="*/ 163 w 5"/>
                  <a:gd name="T9" fmla="*/ 58 h 6"/>
                  <a:gd name="T10" fmla="*/ 197 w 5"/>
                  <a:gd name="T11" fmla="*/ 0 h 6"/>
                  <a:gd name="T12" fmla="*/ 34 w 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2" name="Freeform 44">
                <a:extLst>
                  <a:ext uri="{FF2B5EF4-FFF2-40B4-BE49-F238E27FC236}">
                    <a16:creationId xmlns:a16="http://schemas.microsoft.com/office/drawing/2014/main" id="{BD824E20-9A11-437A-B2A8-69B748070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52"/>
                <a:ext cx="127" cy="102"/>
              </a:xfrm>
              <a:custGeom>
                <a:avLst/>
                <a:gdLst>
                  <a:gd name="T0" fmla="*/ 1358 w 36"/>
                  <a:gd name="T1" fmla="*/ 370 h 27"/>
                  <a:gd name="T2" fmla="*/ 1182 w 36"/>
                  <a:gd name="T3" fmla="*/ 215 h 27"/>
                  <a:gd name="T4" fmla="*/ 1443 w 36"/>
                  <a:gd name="T5" fmla="*/ 215 h 27"/>
                  <a:gd name="T6" fmla="*/ 1580 w 36"/>
                  <a:gd name="T7" fmla="*/ 57 h 27"/>
                  <a:gd name="T8" fmla="*/ 1408 w 36"/>
                  <a:gd name="T9" fmla="*/ 159 h 27"/>
                  <a:gd name="T10" fmla="*/ 1182 w 36"/>
                  <a:gd name="T11" fmla="*/ 113 h 27"/>
                  <a:gd name="T12" fmla="*/ 1358 w 36"/>
                  <a:gd name="T13" fmla="*/ 113 h 27"/>
                  <a:gd name="T14" fmla="*/ 1492 w 36"/>
                  <a:gd name="T15" fmla="*/ 0 h 27"/>
                  <a:gd name="T16" fmla="*/ 1319 w 36"/>
                  <a:gd name="T17" fmla="*/ 57 h 27"/>
                  <a:gd name="T18" fmla="*/ 1147 w 36"/>
                  <a:gd name="T19" fmla="*/ 0 h 27"/>
                  <a:gd name="T20" fmla="*/ 833 w 36"/>
                  <a:gd name="T21" fmla="*/ 113 h 27"/>
                  <a:gd name="T22" fmla="*/ 699 w 36"/>
                  <a:gd name="T23" fmla="*/ 272 h 27"/>
                  <a:gd name="T24" fmla="*/ 699 w 36"/>
                  <a:gd name="T25" fmla="*/ 370 h 27"/>
                  <a:gd name="T26" fmla="*/ 797 w 36"/>
                  <a:gd name="T27" fmla="*/ 427 h 27"/>
                  <a:gd name="T28" fmla="*/ 748 w 36"/>
                  <a:gd name="T29" fmla="*/ 601 h 27"/>
                  <a:gd name="T30" fmla="*/ 660 w 36"/>
                  <a:gd name="T31" fmla="*/ 601 h 27"/>
                  <a:gd name="T32" fmla="*/ 610 w 36"/>
                  <a:gd name="T33" fmla="*/ 427 h 27"/>
                  <a:gd name="T34" fmla="*/ 522 w 36"/>
                  <a:gd name="T35" fmla="*/ 427 h 27"/>
                  <a:gd name="T36" fmla="*/ 88 w 36"/>
                  <a:gd name="T37" fmla="*/ 642 h 27"/>
                  <a:gd name="T38" fmla="*/ 0 w 36"/>
                  <a:gd name="T39" fmla="*/ 756 h 27"/>
                  <a:gd name="T40" fmla="*/ 226 w 36"/>
                  <a:gd name="T41" fmla="*/ 858 h 27"/>
                  <a:gd name="T42" fmla="*/ 434 w 36"/>
                  <a:gd name="T43" fmla="*/ 756 h 27"/>
                  <a:gd name="T44" fmla="*/ 487 w 36"/>
                  <a:gd name="T45" fmla="*/ 1454 h 27"/>
                  <a:gd name="T46" fmla="*/ 660 w 36"/>
                  <a:gd name="T47" fmla="*/ 1028 h 27"/>
                  <a:gd name="T48" fmla="*/ 921 w 36"/>
                  <a:gd name="T49" fmla="*/ 1186 h 27"/>
                  <a:gd name="T50" fmla="*/ 970 w 36"/>
                  <a:gd name="T51" fmla="*/ 1028 h 27"/>
                  <a:gd name="T52" fmla="*/ 970 w 36"/>
                  <a:gd name="T53" fmla="*/ 812 h 27"/>
                  <a:gd name="T54" fmla="*/ 1270 w 36"/>
                  <a:gd name="T55" fmla="*/ 699 h 27"/>
                  <a:gd name="T56" fmla="*/ 1147 w 36"/>
                  <a:gd name="T57" fmla="*/ 544 h 27"/>
                  <a:gd name="T58" fmla="*/ 1531 w 36"/>
                  <a:gd name="T59" fmla="*/ 642 h 27"/>
                  <a:gd name="T60" fmla="*/ 1358 w 36"/>
                  <a:gd name="T61" fmla="*/ 370 h 2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6" h="27">
                    <a:moveTo>
                      <a:pt x="31" y="7"/>
                    </a:moveTo>
                    <a:cubicBezTo>
                      <a:pt x="30" y="6"/>
                      <a:pt x="29" y="5"/>
                      <a:pt x="27" y="4"/>
                    </a:cubicBezTo>
                    <a:cubicBezTo>
                      <a:pt x="29" y="5"/>
                      <a:pt x="31" y="5"/>
                      <a:pt x="33" y="4"/>
                    </a:cubicBezTo>
                    <a:cubicBezTo>
                      <a:pt x="34" y="3"/>
                      <a:pt x="35" y="2"/>
                      <a:pt x="36" y="1"/>
                    </a:cubicBezTo>
                    <a:cubicBezTo>
                      <a:pt x="35" y="2"/>
                      <a:pt x="33" y="3"/>
                      <a:pt x="32" y="3"/>
                    </a:cubicBezTo>
                    <a:cubicBezTo>
                      <a:pt x="30" y="3"/>
                      <a:pt x="29" y="3"/>
                      <a:pt x="27" y="2"/>
                    </a:cubicBezTo>
                    <a:cubicBezTo>
                      <a:pt x="28" y="2"/>
                      <a:pt x="29" y="2"/>
                      <a:pt x="31" y="2"/>
                    </a:cubicBezTo>
                    <a:cubicBezTo>
                      <a:pt x="33" y="1"/>
                      <a:pt x="33" y="1"/>
                      <a:pt x="34" y="0"/>
                    </a:cubicBezTo>
                    <a:cubicBezTo>
                      <a:pt x="33" y="0"/>
                      <a:pt x="32" y="1"/>
                      <a:pt x="30" y="1"/>
                    </a:cubicBezTo>
                    <a:cubicBezTo>
                      <a:pt x="28" y="1"/>
                      <a:pt x="27" y="0"/>
                      <a:pt x="26" y="0"/>
                    </a:cubicBezTo>
                    <a:cubicBezTo>
                      <a:pt x="24" y="0"/>
                      <a:pt x="21" y="0"/>
                      <a:pt x="19" y="2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7" y="7"/>
                      <a:pt x="17" y="8"/>
                      <a:pt x="18" y="8"/>
                    </a:cubicBezTo>
                    <a:cubicBezTo>
                      <a:pt x="17" y="8"/>
                      <a:pt x="18" y="11"/>
                      <a:pt x="17" y="11"/>
                    </a:cubicBezTo>
                    <a:cubicBezTo>
                      <a:pt x="16" y="12"/>
                      <a:pt x="15" y="12"/>
                      <a:pt x="15" y="11"/>
                    </a:cubicBezTo>
                    <a:cubicBezTo>
                      <a:pt x="15" y="10"/>
                      <a:pt x="15" y="9"/>
                      <a:pt x="14" y="8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7" y="7"/>
                      <a:pt x="3" y="11"/>
                      <a:pt x="2" y="12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1" y="15"/>
                      <a:pt x="3" y="16"/>
                      <a:pt x="5" y="16"/>
                    </a:cubicBezTo>
                    <a:cubicBezTo>
                      <a:pt x="7" y="15"/>
                      <a:pt x="9" y="14"/>
                      <a:pt x="10" y="14"/>
                    </a:cubicBezTo>
                    <a:cubicBezTo>
                      <a:pt x="7" y="16"/>
                      <a:pt x="12" y="26"/>
                      <a:pt x="11" y="27"/>
                    </a:cubicBezTo>
                    <a:cubicBezTo>
                      <a:pt x="13" y="25"/>
                      <a:pt x="14" y="20"/>
                      <a:pt x="15" y="19"/>
                    </a:cubicBezTo>
                    <a:cubicBezTo>
                      <a:pt x="16" y="22"/>
                      <a:pt x="21" y="22"/>
                      <a:pt x="21" y="22"/>
                    </a:cubicBezTo>
                    <a:cubicBezTo>
                      <a:pt x="21" y="22"/>
                      <a:pt x="21" y="20"/>
                      <a:pt x="22" y="19"/>
                    </a:cubicBezTo>
                    <a:cubicBezTo>
                      <a:pt x="22" y="17"/>
                      <a:pt x="22" y="16"/>
                      <a:pt x="22" y="15"/>
                    </a:cubicBezTo>
                    <a:cubicBezTo>
                      <a:pt x="25" y="16"/>
                      <a:pt x="26" y="14"/>
                      <a:pt x="29" y="13"/>
                    </a:cubicBezTo>
                    <a:cubicBezTo>
                      <a:pt x="29" y="13"/>
                      <a:pt x="28" y="13"/>
                      <a:pt x="26" y="10"/>
                    </a:cubicBezTo>
                    <a:cubicBezTo>
                      <a:pt x="28" y="12"/>
                      <a:pt x="33" y="12"/>
                      <a:pt x="35" y="12"/>
                    </a:cubicBezTo>
                    <a:cubicBezTo>
                      <a:pt x="34" y="11"/>
                      <a:pt x="33" y="9"/>
                      <a:pt x="31" y="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3" name="Freeform 45">
                <a:extLst>
                  <a:ext uri="{FF2B5EF4-FFF2-40B4-BE49-F238E27FC236}">
                    <a16:creationId xmlns:a16="http://schemas.microsoft.com/office/drawing/2014/main" id="{D53F548A-707D-40F4-A68F-5272A3F72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292"/>
                <a:ext cx="158" cy="180"/>
              </a:xfrm>
              <a:custGeom>
                <a:avLst/>
                <a:gdLst>
                  <a:gd name="T0" fmla="*/ 172 w 45"/>
                  <a:gd name="T1" fmla="*/ 480 h 48"/>
                  <a:gd name="T2" fmla="*/ 997 w 45"/>
                  <a:gd name="T3" fmla="*/ 56 h 48"/>
                  <a:gd name="T4" fmla="*/ 1429 w 45"/>
                  <a:gd name="T5" fmla="*/ 266 h 48"/>
                  <a:gd name="T6" fmla="*/ 1727 w 45"/>
                  <a:gd name="T7" fmla="*/ 536 h 48"/>
                  <a:gd name="T8" fmla="*/ 1727 w 45"/>
                  <a:gd name="T9" fmla="*/ 1744 h 48"/>
                  <a:gd name="T10" fmla="*/ 516 w 45"/>
                  <a:gd name="T11" fmla="*/ 2434 h 48"/>
                  <a:gd name="T12" fmla="*/ 0 w 45"/>
                  <a:gd name="T13" fmla="*/ 1268 h 48"/>
                  <a:gd name="T14" fmla="*/ 172 w 45"/>
                  <a:gd name="T15" fmla="*/ 48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48">
                    <a:moveTo>
                      <a:pt x="4" y="9"/>
                    </a:moveTo>
                    <a:cubicBezTo>
                      <a:pt x="6" y="4"/>
                      <a:pt x="18" y="0"/>
                      <a:pt x="23" y="1"/>
                    </a:cubicBezTo>
                    <a:cubicBezTo>
                      <a:pt x="28" y="1"/>
                      <a:pt x="28" y="1"/>
                      <a:pt x="33" y="5"/>
                    </a:cubicBezTo>
                    <a:cubicBezTo>
                      <a:pt x="37" y="8"/>
                      <a:pt x="38" y="8"/>
                      <a:pt x="40" y="10"/>
                    </a:cubicBezTo>
                    <a:cubicBezTo>
                      <a:pt x="44" y="14"/>
                      <a:pt x="45" y="24"/>
                      <a:pt x="40" y="33"/>
                    </a:cubicBezTo>
                    <a:cubicBezTo>
                      <a:pt x="35" y="42"/>
                      <a:pt x="17" y="48"/>
                      <a:pt x="12" y="46"/>
                    </a:cubicBezTo>
                    <a:cubicBezTo>
                      <a:pt x="7" y="44"/>
                      <a:pt x="1" y="32"/>
                      <a:pt x="0" y="24"/>
                    </a:cubicBezTo>
                    <a:cubicBezTo>
                      <a:pt x="0" y="16"/>
                      <a:pt x="1" y="14"/>
                      <a:pt x="4" y="9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4" name="Freeform 46">
                <a:extLst>
                  <a:ext uri="{FF2B5EF4-FFF2-40B4-BE49-F238E27FC236}">
                    <a16:creationId xmlns:a16="http://schemas.microsoft.com/office/drawing/2014/main" id="{5819C477-722B-4668-8060-8B76E0B7D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292"/>
                <a:ext cx="158" cy="180"/>
              </a:xfrm>
              <a:custGeom>
                <a:avLst/>
                <a:gdLst>
                  <a:gd name="T0" fmla="*/ 137 w 45"/>
                  <a:gd name="T1" fmla="*/ 480 h 48"/>
                  <a:gd name="T2" fmla="*/ 997 w 45"/>
                  <a:gd name="T3" fmla="*/ 56 h 48"/>
                  <a:gd name="T4" fmla="*/ 1429 w 45"/>
                  <a:gd name="T5" fmla="*/ 266 h 48"/>
                  <a:gd name="T6" fmla="*/ 1727 w 45"/>
                  <a:gd name="T7" fmla="*/ 536 h 48"/>
                  <a:gd name="T8" fmla="*/ 1727 w 45"/>
                  <a:gd name="T9" fmla="*/ 1744 h 48"/>
                  <a:gd name="T10" fmla="*/ 516 w 45"/>
                  <a:gd name="T11" fmla="*/ 2434 h 48"/>
                  <a:gd name="T12" fmla="*/ 0 w 45"/>
                  <a:gd name="T13" fmla="*/ 1268 h 48"/>
                  <a:gd name="T14" fmla="*/ 137 w 45"/>
                  <a:gd name="T15" fmla="*/ 48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48">
                    <a:moveTo>
                      <a:pt x="3" y="9"/>
                    </a:moveTo>
                    <a:cubicBezTo>
                      <a:pt x="6" y="4"/>
                      <a:pt x="18" y="0"/>
                      <a:pt x="23" y="1"/>
                    </a:cubicBezTo>
                    <a:cubicBezTo>
                      <a:pt x="28" y="1"/>
                      <a:pt x="28" y="1"/>
                      <a:pt x="33" y="5"/>
                    </a:cubicBezTo>
                    <a:cubicBezTo>
                      <a:pt x="37" y="8"/>
                      <a:pt x="38" y="8"/>
                      <a:pt x="40" y="10"/>
                    </a:cubicBezTo>
                    <a:cubicBezTo>
                      <a:pt x="44" y="14"/>
                      <a:pt x="45" y="24"/>
                      <a:pt x="40" y="33"/>
                    </a:cubicBezTo>
                    <a:cubicBezTo>
                      <a:pt x="35" y="42"/>
                      <a:pt x="17" y="48"/>
                      <a:pt x="12" y="46"/>
                    </a:cubicBezTo>
                    <a:cubicBezTo>
                      <a:pt x="7" y="44"/>
                      <a:pt x="1" y="32"/>
                      <a:pt x="0" y="24"/>
                    </a:cubicBezTo>
                    <a:cubicBezTo>
                      <a:pt x="0" y="16"/>
                      <a:pt x="1" y="14"/>
                      <a:pt x="3" y="9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5" name="Freeform 47">
                <a:extLst>
                  <a:ext uri="{FF2B5EF4-FFF2-40B4-BE49-F238E27FC236}">
                    <a16:creationId xmlns:a16="http://schemas.microsoft.com/office/drawing/2014/main" id="{4ED4EA2A-023D-4004-BF28-01451B64C1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01" y="2258"/>
                <a:ext cx="67" cy="49"/>
              </a:xfrm>
              <a:custGeom>
                <a:avLst/>
                <a:gdLst>
                  <a:gd name="T0" fmla="*/ 49 w 19"/>
                  <a:gd name="T1" fmla="*/ 215 h 13"/>
                  <a:gd name="T2" fmla="*/ 88 w 19"/>
                  <a:gd name="T3" fmla="*/ 539 h 13"/>
                  <a:gd name="T4" fmla="*/ 310 w 19"/>
                  <a:gd name="T5" fmla="*/ 539 h 13"/>
                  <a:gd name="T6" fmla="*/ 349 w 19"/>
                  <a:gd name="T7" fmla="*/ 539 h 13"/>
                  <a:gd name="T8" fmla="*/ 49 w 19"/>
                  <a:gd name="T9" fmla="*/ 215 h 13"/>
                  <a:gd name="T10" fmla="*/ 695 w 19"/>
                  <a:gd name="T11" fmla="*/ 0 h 13"/>
                  <a:gd name="T12" fmla="*/ 349 w 19"/>
                  <a:gd name="T13" fmla="*/ 539 h 13"/>
                  <a:gd name="T14" fmla="*/ 748 w 19"/>
                  <a:gd name="T15" fmla="*/ 697 h 13"/>
                  <a:gd name="T16" fmla="*/ 695 w 19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1" y="4"/>
                    </a:moveTo>
                    <a:cubicBezTo>
                      <a:pt x="0" y="5"/>
                      <a:pt x="1" y="8"/>
                      <a:pt x="2" y="10"/>
                    </a:cubicBezTo>
                    <a:cubicBezTo>
                      <a:pt x="4" y="10"/>
                      <a:pt x="6" y="9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7"/>
                      <a:pt x="2" y="4"/>
                      <a:pt x="1" y="4"/>
                    </a:cubicBezTo>
                    <a:close/>
                    <a:moveTo>
                      <a:pt x="16" y="0"/>
                    </a:moveTo>
                    <a:cubicBezTo>
                      <a:pt x="15" y="1"/>
                      <a:pt x="9" y="5"/>
                      <a:pt x="8" y="10"/>
                    </a:cubicBezTo>
                    <a:cubicBezTo>
                      <a:pt x="12" y="10"/>
                      <a:pt x="13" y="10"/>
                      <a:pt x="17" y="13"/>
                    </a:cubicBezTo>
                    <a:cubicBezTo>
                      <a:pt x="19" y="8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6" name="Freeform 48">
                <a:extLst>
                  <a:ext uri="{FF2B5EF4-FFF2-40B4-BE49-F238E27FC236}">
                    <a16:creationId xmlns:a16="http://schemas.microsoft.com/office/drawing/2014/main" id="{E528A57F-D5C5-4CB2-B45B-0E80A1F31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03"/>
                <a:ext cx="29" cy="27"/>
              </a:xfrm>
              <a:custGeom>
                <a:avLst/>
                <a:gdLst>
                  <a:gd name="T0" fmla="*/ 236 w 8"/>
                  <a:gd name="T1" fmla="*/ 401 h 7"/>
                  <a:gd name="T2" fmla="*/ 330 w 8"/>
                  <a:gd name="T3" fmla="*/ 58 h 7"/>
                  <a:gd name="T4" fmla="*/ 0 w 8"/>
                  <a:gd name="T5" fmla="*/ 120 h 7"/>
                  <a:gd name="T6" fmla="*/ 236 w 8"/>
                  <a:gd name="T7" fmla="*/ 40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7" y="4"/>
                      <a:pt x="8" y="1"/>
                      <a:pt x="7" y="1"/>
                    </a:cubicBezTo>
                    <a:cubicBezTo>
                      <a:pt x="6" y="0"/>
                      <a:pt x="3" y="0"/>
                      <a:pt x="0" y="2"/>
                    </a:cubicBezTo>
                    <a:cubicBezTo>
                      <a:pt x="3" y="4"/>
                      <a:pt x="4" y="5"/>
                      <a:pt x="5" y="7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7" name="Freeform 49">
                <a:extLst>
                  <a:ext uri="{FF2B5EF4-FFF2-40B4-BE49-F238E27FC236}">
                    <a16:creationId xmlns:a16="http://schemas.microsoft.com/office/drawing/2014/main" id="{7E6F9FFF-E489-45A3-AB2D-DF07FE73F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288"/>
                <a:ext cx="35" cy="19"/>
              </a:xfrm>
              <a:custGeom>
                <a:avLst/>
                <a:gdLst>
                  <a:gd name="T0" fmla="*/ 431 w 10"/>
                  <a:gd name="T1" fmla="*/ 114 h 5"/>
                  <a:gd name="T2" fmla="*/ 49 w 10"/>
                  <a:gd name="T3" fmla="*/ 57 h 5"/>
                  <a:gd name="T4" fmla="*/ 88 w 10"/>
                  <a:gd name="T5" fmla="*/ 274 h 5"/>
                  <a:gd name="T6" fmla="*/ 431 w 10"/>
                  <a:gd name="T7" fmla="*/ 11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6" y="1"/>
                      <a:pt x="2" y="3"/>
                      <a:pt x="1" y="1"/>
                    </a:cubicBezTo>
                    <a:cubicBezTo>
                      <a:pt x="0" y="0"/>
                      <a:pt x="1" y="3"/>
                      <a:pt x="2" y="5"/>
                    </a:cubicBezTo>
                    <a:cubicBezTo>
                      <a:pt x="4" y="4"/>
                      <a:pt x="7" y="3"/>
                      <a:pt x="10" y="2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8" name="Freeform 50">
                <a:extLst>
                  <a:ext uri="{FF2B5EF4-FFF2-40B4-BE49-F238E27FC236}">
                    <a16:creationId xmlns:a16="http://schemas.microsoft.com/office/drawing/2014/main" id="{DCE997E3-F999-4F1C-BB74-7E3EF34B5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62"/>
                <a:ext cx="21" cy="30"/>
              </a:xfrm>
              <a:custGeom>
                <a:avLst/>
                <a:gdLst>
                  <a:gd name="T0" fmla="*/ 0 w 6"/>
                  <a:gd name="T1" fmla="*/ 424 h 8"/>
                  <a:gd name="T2" fmla="*/ 0 w 6"/>
                  <a:gd name="T3" fmla="*/ 323 h 8"/>
                  <a:gd name="T4" fmla="*/ 49 w 6"/>
                  <a:gd name="T5" fmla="*/ 266 h 8"/>
                  <a:gd name="T6" fmla="*/ 137 w 6"/>
                  <a:gd name="T7" fmla="*/ 154 h 8"/>
                  <a:gd name="T8" fmla="*/ 259 w 6"/>
                  <a:gd name="T9" fmla="*/ 0 h 8"/>
                  <a:gd name="T10" fmla="*/ 221 w 6"/>
                  <a:gd name="T11" fmla="*/ 56 h 8"/>
                  <a:gd name="T12" fmla="*/ 137 w 6"/>
                  <a:gd name="T13" fmla="*/ 154 h 8"/>
                  <a:gd name="T14" fmla="*/ 88 w 6"/>
                  <a:gd name="T15" fmla="*/ 424 h 8"/>
                  <a:gd name="T16" fmla="*/ 0 w 6"/>
                  <a:gd name="T17" fmla="*/ 42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2" y="5"/>
                      <a:pt x="2" y="6"/>
                      <a:pt x="2" y="8"/>
                    </a:cubicBezTo>
                    <a:cubicBezTo>
                      <a:pt x="1" y="8"/>
                      <a:pt x="0" y="8"/>
                      <a:pt x="0" y="8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9" name="Freeform 51">
                <a:extLst>
                  <a:ext uri="{FF2B5EF4-FFF2-40B4-BE49-F238E27FC236}">
                    <a16:creationId xmlns:a16="http://schemas.microsoft.com/office/drawing/2014/main" id="{F1A48820-5733-4729-AABB-99A56A39B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277"/>
                <a:ext cx="3" cy="15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210 h 4"/>
                  <a:gd name="T4" fmla="*/ 27 w 1"/>
                  <a:gd name="T5" fmla="*/ 56 h 4"/>
                  <a:gd name="T6" fmla="*/ 0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0" name="Freeform 52">
                <a:extLst>
                  <a:ext uri="{FF2B5EF4-FFF2-40B4-BE49-F238E27FC236}">
                    <a16:creationId xmlns:a16="http://schemas.microsoft.com/office/drawing/2014/main" id="{1212DBE4-DD88-42C6-9E63-2FA1BD53C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307"/>
                <a:ext cx="18" cy="8"/>
              </a:xfrm>
              <a:custGeom>
                <a:avLst/>
                <a:gdLst>
                  <a:gd name="T0" fmla="*/ 0 w 5"/>
                  <a:gd name="T1" fmla="*/ 64 h 2"/>
                  <a:gd name="T2" fmla="*/ 144 w 5"/>
                  <a:gd name="T3" fmla="*/ 0 h 2"/>
                  <a:gd name="T4" fmla="*/ 234 w 5"/>
                  <a:gd name="T5" fmla="*/ 64 h 2"/>
                  <a:gd name="T6" fmla="*/ 90 w 5"/>
                  <a:gd name="T7" fmla="*/ 128 h 2"/>
                  <a:gd name="T8" fmla="*/ 90 w 5"/>
                  <a:gd name="T9" fmla="*/ 128 h 2"/>
                  <a:gd name="T10" fmla="*/ 0 w 5"/>
                  <a:gd name="T11" fmla="*/ 64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1" name="Freeform 53">
                <a:extLst>
                  <a:ext uri="{FF2B5EF4-FFF2-40B4-BE49-F238E27FC236}">
                    <a16:creationId xmlns:a16="http://schemas.microsoft.com/office/drawing/2014/main" id="{2EC3E0D7-BDEE-4170-858D-9E776A4F5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66"/>
                <a:ext cx="18" cy="22"/>
              </a:xfrm>
              <a:custGeom>
                <a:avLst/>
                <a:gdLst>
                  <a:gd name="T0" fmla="*/ 234 w 5"/>
                  <a:gd name="T1" fmla="*/ 0 h 6"/>
                  <a:gd name="T2" fmla="*/ 0 w 5"/>
                  <a:gd name="T3" fmla="*/ 29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2" name="Freeform 54">
                <a:extLst>
                  <a:ext uri="{FF2B5EF4-FFF2-40B4-BE49-F238E27FC236}">
                    <a16:creationId xmlns:a16="http://schemas.microsoft.com/office/drawing/2014/main" id="{9EF1403E-777A-449C-BDDA-FF87409A2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307"/>
                <a:ext cx="18" cy="4"/>
              </a:xfrm>
              <a:custGeom>
                <a:avLst/>
                <a:gdLst>
                  <a:gd name="T0" fmla="*/ 234 w 5"/>
                  <a:gd name="T1" fmla="*/ 0 h 1"/>
                  <a:gd name="T2" fmla="*/ 0 w 5"/>
                  <a:gd name="T3" fmla="*/ 64 h 1"/>
                  <a:gd name="T4" fmla="*/ 234 w 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1" y="1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3" name="Freeform 55">
                <a:extLst>
                  <a:ext uri="{FF2B5EF4-FFF2-40B4-BE49-F238E27FC236}">
                    <a16:creationId xmlns:a16="http://schemas.microsoft.com/office/drawing/2014/main" id="{FF21E23A-3826-4903-A140-63B7DE3C8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00"/>
                <a:ext cx="21" cy="7"/>
              </a:xfrm>
              <a:custGeom>
                <a:avLst/>
                <a:gdLst>
                  <a:gd name="T0" fmla="*/ 0 w 6"/>
                  <a:gd name="T1" fmla="*/ 49 h 2"/>
                  <a:gd name="T2" fmla="*/ 0 w 6"/>
                  <a:gd name="T3" fmla="*/ 0 h 2"/>
                  <a:gd name="T4" fmla="*/ 137 w 6"/>
                  <a:gd name="T5" fmla="*/ 0 h 2"/>
                  <a:gd name="T6" fmla="*/ 259 w 6"/>
                  <a:gd name="T7" fmla="*/ 0 h 2"/>
                  <a:gd name="T8" fmla="*/ 137 w 6"/>
                  <a:gd name="T9" fmla="*/ 0 h 2"/>
                  <a:gd name="T10" fmla="*/ 49 w 6"/>
                  <a:gd name="T11" fmla="*/ 88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4" name="Freeform 56">
                <a:extLst>
                  <a:ext uri="{FF2B5EF4-FFF2-40B4-BE49-F238E27FC236}">
                    <a16:creationId xmlns:a16="http://schemas.microsoft.com/office/drawing/2014/main" id="{73E5AB81-6810-407C-9FDA-5E5E2AD7F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281"/>
                <a:ext cx="18" cy="15"/>
              </a:xfrm>
              <a:custGeom>
                <a:avLst/>
                <a:gdLst>
                  <a:gd name="T0" fmla="*/ 90 w 5"/>
                  <a:gd name="T1" fmla="*/ 0 h 4"/>
                  <a:gd name="T2" fmla="*/ 0 w 5"/>
                  <a:gd name="T3" fmla="*/ 210 h 4"/>
                  <a:gd name="T4" fmla="*/ 234 w 5"/>
                  <a:gd name="T5" fmla="*/ 154 h 4"/>
                  <a:gd name="T6" fmla="*/ 90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2" y="3"/>
                      <a:pt x="4" y="3"/>
                      <a:pt x="5" y="3"/>
                    </a:cubicBezTo>
                    <a:cubicBezTo>
                      <a:pt x="4" y="2"/>
                      <a:pt x="3" y="0"/>
                      <a:pt x="2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5" name="Freeform 57">
                <a:extLst>
                  <a:ext uri="{FF2B5EF4-FFF2-40B4-BE49-F238E27FC236}">
                    <a16:creationId xmlns:a16="http://schemas.microsoft.com/office/drawing/2014/main" id="{D0D674B3-A10C-42E2-96D4-FC0A0134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273"/>
                <a:ext cx="14" cy="30"/>
              </a:xfrm>
              <a:custGeom>
                <a:avLst/>
                <a:gdLst>
                  <a:gd name="T0" fmla="*/ 172 w 4"/>
                  <a:gd name="T1" fmla="*/ 0 h 8"/>
                  <a:gd name="T2" fmla="*/ 172 w 4"/>
                  <a:gd name="T3" fmla="*/ 154 h 8"/>
                  <a:gd name="T4" fmla="*/ 172 w 4"/>
                  <a:gd name="T5" fmla="*/ 266 h 8"/>
                  <a:gd name="T6" fmla="*/ 137 w 4"/>
                  <a:gd name="T7" fmla="*/ 424 h 8"/>
                  <a:gd name="T8" fmla="*/ 88 w 4"/>
                  <a:gd name="T9" fmla="*/ 368 h 8"/>
                  <a:gd name="T10" fmla="*/ 0 w 4"/>
                  <a:gd name="T11" fmla="*/ 323 h 8"/>
                  <a:gd name="T12" fmla="*/ 137 w 4"/>
                  <a:gd name="T13" fmla="*/ 266 h 8"/>
                  <a:gd name="T14" fmla="*/ 172 w 4"/>
                  <a:gd name="T15" fmla="*/ 113 h 8"/>
                  <a:gd name="T16" fmla="*/ 172 w 4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4" y="0"/>
                      <a:pt x="4" y="2"/>
                      <a:pt x="4" y="3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4" y="6"/>
                      <a:pt x="4" y="8"/>
                      <a:pt x="3" y="8"/>
                    </a:cubicBezTo>
                    <a:cubicBezTo>
                      <a:pt x="3" y="8"/>
                      <a:pt x="2" y="7"/>
                      <a:pt x="2" y="7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3" y="4"/>
                      <a:pt x="3" y="3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6" name="Freeform 58">
                <a:extLst>
                  <a:ext uri="{FF2B5EF4-FFF2-40B4-BE49-F238E27FC236}">
                    <a16:creationId xmlns:a16="http://schemas.microsoft.com/office/drawing/2014/main" id="{57B0933D-69F5-4EF7-A58E-D8DE937F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15"/>
                <a:ext cx="7" cy="7"/>
              </a:xfrm>
              <a:custGeom>
                <a:avLst/>
                <a:gdLst>
                  <a:gd name="T0" fmla="*/ 0 w 2"/>
                  <a:gd name="T1" fmla="*/ 49 h 2"/>
                  <a:gd name="T2" fmla="*/ 49 w 2"/>
                  <a:gd name="T3" fmla="*/ 88 h 2"/>
                  <a:gd name="T4" fmla="*/ 88 w 2"/>
                  <a:gd name="T5" fmla="*/ 0 h 2"/>
                  <a:gd name="T6" fmla="*/ 88 w 2"/>
                  <a:gd name="T7" fmla="*/ 49 h 2"/>
                  <a:gd name="T8" fmla="*/ 0 w 2"/>
                  <a:gd name="T9" fmla="*/ 49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7" name="Freeform 59">
                <a:extLst>
                  <a:ext uri="{FF2B5EF4-FFF2-40B4-BE49-F238E27FC236}">
                    <a16:creationId xmlns:a16="http://schemas.microsoft.com/office/drawing/2014/main" id="{11881622-DDDA-4B0E-B6A5-00DE4F868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18"/>
                <a:ext cx="10" cy="12"/>
              </a:xfrm>
              <a:custGeom>
                <a:avLst/>
                <a:gdLst>
                  <a:gd name="T0" fmla="*/ 0 w 3"/>
                  <a:gd name="T1" fmla="*/ 192 h 3"/>
                  <a:gd name="T2" fmla="*/ 110 w 3"/>
                  <a:gd name="T3" fmla="*/ 64 h 3"/>
                  <a:gd name="T4" fmla="*/ 33 w 3"/>
                  <a:gd name="T5" fmla="*/ 64 h 3"/>
                  <a:gd name="T6" fmla="*/ 0 w 3"/>
                  <a:gd name="T7" fmla="*/ 19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8" name="Freeform 60">
                <a:extLst>
                  <a:ext uri="{FF2B5EF4-FFF2-40B4-BE49-F238E27FC236}">
                    <a16:creationId xmlns:a16="http://schemas.microsoft.com/office/drawing/2014/main" id="{9F199605-23EA-4EA4-A539-CDF477CE5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315"/>
                <a:ext cx="10" cy="11"/>
              </a:xfrm>
              <a:custGeom>
                <a:avLst/>
                <a:gdLst>
                  <a:gd name="T0" fmla="*/ 0 w 3"/>
                  <a:gd name="T1" fmla="*/ 147 h 3"/>
                  <a:gd name="T2" fmla="*/ 110 w 3"/>
                  <a:gd name="T3" fmla="*/ 95 h 3"/>
                  <a:gd name="T4" fmla="*/ 0 w 3"/>
                  <a:gd name="T5" fmla="*/ 14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2" y="0"/>
                      <a:pt x="1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9" name="Freeform 61">
                <a:extLst>
                  <a:ext uri="{FF2B5EF4-FFF2-40B4-BE49-F238E27FC236}">
                    <a16:creationId xmlns:a16="http://schemas.microsoft.com/office/drawing/2014/main" id="{AC559DBB-43D7-4DFA-8473-2A5A60172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330"/>
                <a:ext cx="10" cy="11"/>
              </a:xfrm>
              <a:custGeom>
                <a:avLst/>
                <a:gdLst>
                  <a:gd name="T0" fmla="*/ 33 w 3"/>
                  <a:gd name="T1" fmla="*/ 147 h 3"/>
                  <a:gd name="T2" fmla="*/ 110 w 3"/>
                  <a:gd name="T3" fmla="*/ 55 h 3"/>
                  <a:gd name="T4" fmla="*/ 33 w 3"/>
                  <a:gd name="T5" fmla="*/ 14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2" y="1"/>
                      <a:pt x="3" y="1"/>
                    </a:cubicBez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0" name="Freeform 62">
                <a:extLst>
                  <a:ext uri="{FF2B5EF4-FFF2-40B4-BE49-F238E27FC236}">
                    <a16:creationId xmlns:a16="http://schemas.microsoft.com/office/drawing/2014/main" id="{AFA58FDE-197B-41CD-8C61-B2714AC3B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315"/>
                <a:ext cx="14" cy="7"/>
              </a:xfrm>
              <a:custGeom>
                <a:avLst/>
                <a:gdLst>
                  <a:gd name="T0" fmla="*/ 0 w 4"/>
                  <a:gd name="T1" fmla="*/ 88 h 2"/>
                  <a:gd name="T2" fmla="*/ 137 w 4"/>
                  <a:gd name="T3" fmla="*/ 88 h 2"/>
                  <a:gd name="T4" fmla="*/ 88 w 4"/>
                  <a:gd name="T5" fmla="*/ 0 h 2"/>
                  <a:gd name="T6" fmla="*/ 0 w 4"/>
                  <a:gd name="T7" fmla="*/ 8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4" y="2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1" name="Freeform 63">
                <a:extLst>
                  <a:ext uri="{FF2B5EF4-FFF2-40B4-BE49-F238E27FC236}">
                    <a16:creationId xmlns:a16="http://schemas.microsoft.com/office/drawing/2014/main" id="{DE1DEB15-5388-4294-ABF6-7DB3D41EB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311"/>
                <a:ext cx="21" cy="15"/>
              </a:xfrm>
              <a:custGeom>
                <a:avLst/>
                <a:gdLst>
                  <a:gd name="T0" fmla="*/ 49 w 6"/>
                  <a:gd name="T1" fmla="*/ 113 h 4"/>
                  <a:gd name="T2" fmla="*/ 137 w 6"/>
                  <a:gd name="T3" fmla="*/ 210 h 4"/>
                  <a:gd name="T4" fmla="*/ 172 w 6"/>
                  <a:gd name="T5" fmla="*/ 56 h 4"/>
                  <a:gd name="T6" fmla="*/ 259 w 6"/>
                  <a:gd name="T7" fmla="*/ 56 h 4"/>
                  <a:gd name="T8" fmla="*/ 137 w 6"/>
                  <a:gd name="T9" fmla="*/ 0 h 4"/>
                  <a:gd name="T10" fmla="*/ 0 w 6"/>
                  <a:gd name="T11" fmla="*/ 56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1" y="2"/>
                    </a:moveTo>
                    <a:cubicBezTo>
                      <a:pt x="2" y="3"/>
                      <a:pt x="1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2" name="Freeform 64">
                <a:extLst>
                  <a:ext uri="{FF2B5EF4-FFF2-40B4-BE49-F238E27FC236}">
                    <a16:creationId xmlns:a16="http://schemas.microsoft.com/office/drawing/2014/main" id="{84C5AAA1-AC5D-4A60-954D-E8FFA74AC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303"/>
                <a:ext cx="7" cy="12"/>
              </a:xfrm>
              <a:custGeom>
                <a:avLst/>
                <a:gdLst>
                  <a:gd name="T0" fmla="*/ 49 w 2"/>
                  <a:gd name="T1" fmla="*/ 128 h 3"/>
                  <a:gd name="T2" fmla="*/ 88 w 2"/>
                  <a:gd name="T3" fmla="*/ 64 h 3"/>
                  <a:gd name="T4" fmla="*/ 49 w 2"/>
                  <a:gd name="T5" fmla="*/ 19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3" name="Freeform 65">
                <a:extLst>
                  <a:ext uri="{FF2B5EF4-FFF2-40B4-BE49-F238E27FC236}">
                    <a16:creationId xmlns:a16="http://schemas.microsoft.com/office/drawing/2014/main" id="{568F33C7-6F9D-49ED-BEE4-08368105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26"/>
                <a:ext cx="7" cy="11"/>
              </a:xfrm>
              <a:custGeom>
                <a:avLst/>
                <a:gdLst>
                  <a:gd name="T0" fmla="*/ 0 w 2"/>
                  <a:gd name="T1" fmla="*/ 147 h 3"/>
                  <a:gd name="T2" fmla="*/ 88 w 2"/>
                  <a:gd name="T3" fmla="*/ 55 h 3"/>
                  <a:gd name="T4" fmla="*/ 0 w 2"/>
                  <a:gd name="T5" fmla="*/ 14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4" name="Freeform 66">
                <a:extLst>
                  <a:ext uri="{FF2B5EF4-FFF2-40B4-BE49-F238E27FC236}">
                    <a16:creationId xmlns:a16="http://schemas.microsoft.com/office/drawing/2014/main" id="{D95A1EA6-07D3-46A9-B307-07D75588E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322"/>
                <a:ext cx="3" cy="8"/>
              </a:xfrm>
              <a:custGeom>
                <a:avLst/>
                <a:gdLst>
                  <a:gd name="T0" fmla="*/ 0 w 1"/>
                  <a:gd name="T1" fmla="*/ 128 h 2"/>
                  <a:gd name="T2" fmla="*/ 27 w 1"/>
                  <a:gd name="T3" fmla="*/ 64 h 2"/>
                  <a:gd name="T4" fmla="*/ 0 w 1"/>
                  <a:gd name="T5" fmla="*/ 64 h 2"/>
                  <a:gd name="T6" fmla="*/ 0 w 1"/>
                  <a:gd name="T7" fmla="*/ 12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5" name="Freeform 67">
                <a:extLst>
                  <a:ext uri="{FF2B5EF4-FFF2-40B4-BE49-F238E27FC236}">
                    <a16:creationId xmlns:a16="http://schemas.microsoft.com/office/drawing/2014/main" id="{0896CD88-DBBE-425C-BE70-F185E48CD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315"/>
                <a:ext cx="3" cy="7"/>
              </a:xfrm>
              <a:custGeom>
                <a:avLst/>
                <a:gdLst>
                  <a:gd name="T0" fmla="*/ 0 w 1"/>
                  <a:gd name="T1" fmla="*/ 88 h 2"/>
                  <a:gd name="T2" fmla="*/ 27 w 1"/>
                  <a:gd name="T3" fmla="*/ 0 h 2"/>
                  <a:gd name="T4" fmla="*/ 0 w 1"/>
                  <a:gd name="T5" fmla="*/ 0 h 2"/>
                  <a:gd name="T6" fmla="*/ 0 w 1"/>
                  <a:gd name="T7" fmla="*/ 8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6" name="Freeform 68">
                <a:extLst>
                  <a:ext uri="{FF2B5EF4-FFF2-40B4-BE49-F238E27FC236}">
                    <a16:creationId xmlns:a16="http://schemas.microsoft.com/office/drawing/2014/main" id="{D2C27729-FF6A-4D30-8321-CBD5713E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37"/>
                <a:ext cx="7" cy="11"/>
              </a:xfrm>
              <a:custGeom>
                <a:avLst/>
                <a:gdLst>
                  <a:gd name="T0" fmla="*/ 0 w 2"/>
                  <a:gd name="T1" fmla="*/ 147 h 3"/>
                  <a:gd name="T2" fmla="*/ 88 w 2"/>
                  <a:gd name="T3" fmla="*/ 55 h 3"/>
                  <a:gd name="T4" fmla="*/ 0 w 2"/>
                  <a:gd name="T5" fmla="*/ 14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7" name="Freeform 69">
                <a:extLst>
                  <a:ext uri="{FF2B5EF4-FFF2-40B4-BE49-F238E27FC236}">
                    <a16:creationId xmlns:a16="http://schemas.microsoft.com/office/drawing/2014/main" id="{9AF873FE-7484-4967-91B3-98238ACB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345"/>
                <a:ext cx="7" cy="7"/>
              </a:xfrm>
              <a:custGeom>
                <a:avLst/>
                <a:gdLst>
                  <a:gd name="T0" fmla="*/ 0 w 2"/>
                  <a:gd name="T1" fmla="*/ 88 h 2"/>
                  <a:gd name="T2" fmla="*/ 88 w 2"/>
                  <a:gd name="T3" fmla="*/ 49 h 2"/>
                  <a:gd name="T4" fmla="*/ 0 w 2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1" y="0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8" name="Freeform 70">
                <a:extLst>
                  <a:ext uri="{FF2B5EF4-FFF2-40B4-BE49-F238E27FC236}">
                    <a16:creationId xmlns:a16="http://schemas.microsoft.com/office/drawing/2014/main" id="{D30C0909-4987-4A13-A8C6-23D6789E0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348"/>
                <a:ext cx="21" cy="8"/>
              </a:xfrm>
              <a:custGeom>
                <a:avLst/>
                <a:gdLst>
                  <a:gd name="T0" fmla="*/ 0 w 6"/>
                  <a:gd name="T1" fmla="*/ 128 h 2"/>
                  <a:gd name="T2" fmla="*/ 88 w 6"/>
                  <a:gd name="T3" fmla="*/ 64 h 2"/>
                  <a:gd name="T4" fmla="*/ 137 w 6"/>
                  <a:gd name="T5" fmla="*/ 64 h 2"/>
                  <a:gd name="T6" fmla="*/ 137 w 6"/>
                  <a:gd name="T7" fmla="*/ 128 h 2"/>
                  <a:gd name="T8" fmla="*/ 172 w 6"/>
                  <a:gd name="T9" fmla="*/ 64 h 2"/>
                  <a:gd name="T10" fmla="*/ 259 w 6"/>
                  <a:gd name="T11" fmla="*/ 0 h 2"/>
                  <a:gd name="T12" fmla="*/ 221 w 6"/>
                  <a:gd name="T13" fmla="*/ 0 h 2"/>
                  <a:gd name="T14" fmla="*/ 137 w 6"/>
                  <a:gd name="T15" fmla="*/ 0 h 2"/>
                  <a:gd name="T16" fmla="*/ 49 w 6"/>
                  <a:gd name="T17" fmla="*/ 0 h 2"/>
                  <a:gd name="T18" fmla="*/ 0 w 6"/>
                  <a:gd name="T19" fmla="*/ 128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9" name="Freeform 71">
                <a:extLst>
                  <a:ext uri="{FF2B5EF4-FFF2-40B4-BE49-F238E27FC236}">
                    <a16:creationId xmlns:a16="http://schemas.microsoft.com/office/drawing/2014/main" id="{9C99088E-356F-4459-B760-6C1828C7D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300"/>
                <a:ext cx="11" cy="11"/>
              </a:xfrm>
              <a:custGeom>
                <a:avLst/>
                <a:gdLst>
                  <a:gd name="T0" fmla="*/ 147 w 3"/>
                  <a:gd name="T1" fmla="*/ 0 h 3"/>
                  <a:gd name="T2" fmla="*/ 55 w 3"/>
                  <a:gd name="T3" fmla="*/ 147 h 3"/>
                  <a:gd name="T4" fmla="*/ 147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1"/>
                      <a:pt x="1" y="3"/>
                    </a:cubicBez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0" name="Freeform 72">
                <a:extLst>
                  <a:ext uri="{FF2B5EF4-FFF2-40B4-BE49-F238E27FC236}">
                    <a16:creationId xmlns:a16="http://schemas.microsoft.com/office/drawing/2014/main" id="{821B4A70-D3EB-4582-B351-2CBDD3074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300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1" name="Freeform 73">
                <a:extLst>
                  <a:ext uri="{FF2B5EF4-FFF2-40B4-BE49-F238E27FC236}">
                    <a16:creationId xmlns:a16="http://schemas.microsoft.com/office/drawing/2014/main" id="{4E4869C6-8013-41DE-BC5D-0240906F4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315"/>
                <a:ext cx="24" cy="22"/>
              </a:xfrm>
              <a:custGeom>
                <a:avLst/>
                <a:gdLst>
                  <a:gd name="T0" fmla="*/ 82 w 7"/>
                  <a:gd name="T1" fmla="*/ 95 h 6"/>
                  <a:gd name="T2" fmla="*/ 82 w 7"/>
                  <a:gd name="T3" fmla="*/ 202 h 6"/>
                  <a:gd name="T4" fmla="*/ 34 w 7"/>
                  <a:gd name="T5" fmla="*/ 297 h 6"/>
                  <a:gd name="T6" fmla="*/ 82 w 7"/>
                  <a:gd name="T7" fmla="*/ 202 h 6"/>
                  <a:gd name="T8" fmla="*/ 165 w 7"/>
                  <a:gd name="T9" fmla="*/ 242 h 6"/>
                  <a:gd name="T10" fmla="*/ 247 w 7"/>
                  <a:gd name="T11" fmla="*/ 202 h 6"/>
                  <a:gd name="T12" fmla="*/ 247 w 7"/>
                  <a:gd name="T13" fmla="*/ 147 h 6"/>
                  <a:gd name="T14" fmla="*/ 247 w 7"/>
                  <a:gd name="T15" fmla="*/ 147 h 6"/>
                  <a:gd name="T16" fmla="*/ 281 w 7"/>
                  <a:gd name="T17" fmla="*/ 147 h 6"/>
                  <a:gd name="T18" fmla="*/ 199 w 7"/>
                  <a:gd name="T19" fmla="*/ 147 h 6"/>
                  <a:gd name="T20" fmla="*/ 117 w 7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6">
                    <a:moveTo>
                      <a:pt x="2" y="2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1" y="4"/>
                      <a:pt x="0" y="5"/>
                      <a:pt x="1" y="6"/>
                    </a:cubicBezTo>
                    <a:cubicBezTo>
                      <a:pt x="1" y="6"/>
                      <a:pt x="1" y="4"/>
                      <a:pt x="2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5" y="5"/>
                      <a:pt x="5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5" y="3"/>
                      <a:pt x="5" y="3"/>
                    </a:cubicBezTo>
                    <a:cubicBezTo>
                      <a:pt x="3" y="3"/>
                      <a:pt x="3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2" name="Freeform 74">
                <a:extLst>
                  <a:ext uri="{FF2B5EF4-FFF2-40B4-BE49-F238E27FC236}">
                    <a16:creationId xmlns:a16="http://schemas.microsoft.com/office/drawing/2014/main" id="{8D430D00-FB3A-4F72-9357-29A0B3432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30"/>
                <a:ext cx="21" cy="18"/>
              </a:xfrm>
              <a:custGeom>
                <a:avLst/>
                <a:gdLst>
                  <a:gd name="T0" fmla="*/ 221 w 6"/>
                  <a:gd name="T1" fmla="*/ 50 h 5"/>
                  <a:gd name="T2" fmla="*/ 172 w 6"/>
                  <a:gd name="T3" fmla="*/ 90 h 5"/>
                  <a:gd name="T4" fmla="*/ 137 w 6"/>
                  <a:gd name="T5" fmla="*/ 144 h 5"/>
                  <a:gd name="T6" fmla="*/ 137 w 6"/>
                  <a:gd name="T7" fmla="*/ 144 h 5"/>
                  <a:gd name="T8" fmla="*/ 0 w 6"/>
                  <a:gd name="T9" fmla="*/ 234 h 5"/>
                  <a:gd name="T10" fmla="*/ 0 w 6"/>
                  <a:gd name="T11" fmla="*/ 144 h 5"/>
                  <a:gd name="T12" fmla="*/ 88 w 6"/>
                  <a:gd name="T13" fmla="*/ 90 h 5"/>
                  <a:gd name="T14" fmla="*/ 137 w 6"/>
                  <a:gd name="T15" fmla="*/ 50 h 5"/>
                  <a:gd name="T16" fmla="*/ 172 w 6"/>
                  <a:gd name="T17" fmla="*/ 0 h 5"/>
                  <a:gd name="T18" fmla="*/ 259 w 6"/>
                  <a:gd name="T19" fmla="*/ 5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3" name="Freeform 75">
                <a:extLst>
                  <a:ext uri="{FF2B5EF4-FFF2-40B4-BE49-F238E27FC236}">
                    <a16:creationId xmlns:a16="http://schemas.microsoft.com/office/drawing/2014/main" id="{7352ED47-9F98-49F2-A8E6-7DEAE8EEB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337"/>
                <a:ext cx="7" cy="11"/>
              </a:xfrm>
              <a:custGeom>
                <a:avLst/>
                <a:gdLst>
                  <a:gd name="T0" fmla="*/ 49 w 2"/>
                  <a:gd name="T1" fmla="*/ 147 h 3"/>
                  <a:gd name="T2" fmla="*/ 88 w 2"/>
                  <a:gd name="T3" fmla="*/ 55 h 3"/>
                  <a:gd name="T4" fmla="*/ 49 w 2"/>
                  <a:gd name="T5" fmla="*/ 14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2" y="1"/>
                      <a:pt x="2" y="1"/>
                    </a:cubicBezTo>
                    <a:cubicBezTo>
                      <a:pt x="1" y="0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4" name="Freeform 76">
                <a:extLst>
                  <a:ext uri="{FF2B5EF4-FFF2-40B4-BE49-F238E27FC236}">
                    <a16:creationId xmlns:a16="http://schemas.microsoft.com/office/drawing/2014/main" id="{EE1CC4C2-E8F3-46F8-8C28-F1E76F5E5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363"/>
                <a:ext cx="11" cy="8"/>
              </a:xfrm>
              <a:custGeom>
                <a:avLst/>
                <a:gdLst>
                  <a:gd name="T0" fmla="*/ 55 w 3"/>
                  <a:gd name="T1" fmla="*/ 128 h 2"/>
                  <a:gd name="T2" fmla="*/ 147 w 3"/>
                  <a:gd name="T3" fmla="*/ 0 h 2"/>
                  <a:gd name="T4" fmla="*/ 55 w 3"/>
                  <a:gd name="T5" fmla="*/ 12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1" y="0"/>
                      <a:pt x="0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5" name="Freeform 77">
                <a:extLst>
                  <a:ext uri="{FF2B5EF4-FFF2-40B4-BE49-F238E27FC236}">
                    <a16:creationId xmlns:a16="http://schemas.microsoft.com/office/drawing/2014/main" id="{DE226102-9C97-4653-B0CC-9575CFE93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352"/>
                <a:ext cx="7" cy="11"/>
              </a:xfrm>
              <a:custGeom>
                <a:avLst/>
                <a:gdLst>
                  <a:gd name="T0" fmla="*/ 49 w 2"/>
                  <a:gd name="T1" fmla="*/ 147 h 3"/>
                  <a:gd name="T2" fmla="*/ 88 w 2"/>
                  <a:gd name="T3" fmla="*/ 55 h 3"/>
                  <a:gd name="T4" fmla="*/ 49 w 2"/>
                  <a:gd name="T5" fmla="*/ 14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6" name="Freeform 78">
                <a:extLst>
                  <a:ext uri="{FF2B5EF4-FFF2-40B4-BE49-F238E27FC236}">
                    <a16:creationId xmlns:a16="http://schemas.microsoft.com/office/drawing/2014/main" id="{5AAF88DB-0AF2-445F-B01B-4CCC12FD6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48"/>
                <a:ext cx="7" cy="8"/>
              </a:xfrm>
              <a:custGeom>
                <a:avLst/>
                <a:gdLst>
                  <a:gd name="T0" fmla="*/ 0 w 2"/>
                  <a:gd name="T1" fmla="*/ 128 h 2"/>
                  <a:gd name="T2" fmla="*/ 88 w 2"/>
                  <a:gd name="T3" fmla="*/ 64 h 2"/>
                  <a:gd name="T4" fmla="*/ 0 w 2"/>
                  <a:gd name="T5" fmla="*/ 12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7" name="Freeform 79">
                <a:extLst>
                  <a:ext uri="{FF2B5EF4-FFF2-40B4-BE49-F238E27FC236}">
                    <a16:creationId xmlns:a16="http://schemas.microsoft.com/office/drawing/2014/main" id="{B9D37E2F-5B10-4EB2-AD8C-C37955220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333"/>
                <a:ext cx="3" cy="8"/>
              </a:xfrm>
              <a:custGeom>
                <a:avLst/>
                <a:gdLst>
                  <a:gd name="T0" fmla="*/ 0 w 1"/>
                  <a:gd name="T1" fmla="*/ 128 h 2"/>
                  <a:gd name="T2" fmla="*/ 27 w 1"/>
                  <a:gd name="T3" fmla="*/ 64 h 2"/>
                  <a:gd name="T4" fmla="*/ 0 w 1"/>
                  <a:gd name="T5" fmla="*/ 12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8" name="Freeform 80">
                <a:extLst>
                  <a:ext uri="{FF2B5EF4-FFF2-40B4-BE49-F238E27FC236}">
                    <a16:creationId xmlns:a16="http://schemas.microsoft.com/office/drawing/2014/main" id="{9A05A7DA-DC8D-4CAD-BFE2-BD0101712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360"/>
                <a:ext cx="7" cy="11"/>
              </a:xfrm>
              <a:custGeom>
                <a:avLst/>
                <a:gdLst>
                  <a:gd name="T0" fmla="*/ 49 w 2"/>
                  <a:gd name="T1" fmla="*/ 147 h 3"/>
                  <a:gd name="T2" fmla="*/ 88 w 2"/>
                  <a:gd name="T3" fmla="*/ 55 h 3"/>
                  <a:gd name="T4" fmla="*/ 49 w 2"/>
                  <a:gd name="T5" fmla="*/ 14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2" y="1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9" name="Freeform 81">
                <a:extLst>
                  <a:ext uri="{FF2B5EF4-FFF2-40B4-BE49-F238E27FC236}">
                    <a16:creationId xmlns:a16="http://schemas.microsoft.com/office/drawing/2014/main" id="{D09272D5-4D43-4AA2-9A6B-538D9C834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367"/>
                <a:ext cx="7" cy="8"/>
              </a:xfrm>
              <a:custGeom>
                <a:avLst/>
                <a:gdLst>
                  <a:gd name="T0" fmla="*/ 49 w 2"/>
                  <a:gd name="T1" fmla="*/ 128 h 2"/>
                  <a:gd name="T2" fmla="*/ 88 w 2"/>
                  <a:gd name="T3" fmla="*/ 0 h 2"/>
                  <a:gd name="T4" fmla="*/ 49 w 2"/>
                  <a:gd name="T5" fmla="*/ 12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1" y="0"/>
                      <a:pt x="0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0" name="Freeform 82">
                <a:extLst>
                  <a:ext uri="{FF2B5EF4-FFF2-40B4-BE49-F238E27FC236}">
                    <a16:creationId xmlns:a16="http://schemas.microsoft.com/office/drawing/2014/main" id="{BCD7691E-D658-486B-BC85-2F09594C5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79"/>
                <a:ext cx="7" cy="7"/>
              </a:xfrm>
              <a:custGeom>
                <a:avLst/>
                <a:gdLst>
                  <a:gd name="T0" fmla="*/ 0 w 2"/>
                  <a:gd name="T1" fmla="*/ 88 h 2"/>
                  <a:gd name="T2" fmla="*/ 88 w 2"/>
                  <a:gd name="T3" fmla="*/ 0 h 2"/>
                  <a:gd name="T4" fmla="*/ 0 w 2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1" name="Freeform 83">
                <a:extLst>
                  <a:ext uri="{FF2B5EF4-FFF2-40B4-BE49-F238E27FC236}">
                    <a16:creationId xmlns:a16="http://schemas.microsoft.com/office/drawing/2014/main" id="{19A36E77-0411-477B-A5B5-E2A819F5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367"/>
                <a:ext cx="7" cy="12"/>
              </a:xfrm>
              <a:custGeom>
                <a:avLst/>
                <a:gdLst>
                  <a:gd name="T0" fmla="*/ 49 w 2"/>
                  <a:gd name="T1" fmla="*/ 192 h 3"/>
                  <a:gd name="T2" fmla="*/ 88 w 2"/>
                  <a:gd name="T3" fmla="*/ 64 h 3"/>
                  <a:gd name="T4" fmla="*/ 49 w 2"/>
                  <a:gd name="T5" fmla="*/ 19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2" name="Freeform 84">
                <a:extLst>
                  <a:ext uri="{FF2B5EF4-FFF2-40B4-BE49-F238E27FC236}">
                    <a16:creationId xmlns:a16="http://schemas.microsoft.com/office/drawing/2014/main" id="{5B4828A7-EA2C-4AAD-ACF3-EBEC6C22C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75"/>
                <a:ext cx="7" cy="7"/>
              </a:xfrm>
              <a:custGeom>
                <a:avLst/>
                <a:gdLst>
                  <a:gd name="T0" fmla="*/ 0 w 2"/>
                  <a:gd name="T1" fmla="*/ 88 h 2"/>
                  <a:gd name="T2" fmla="*/ 88 w 2"/>
                  <a:gd name="T3" fmla="*/ 49 h 2"/>
                  <a:gd name="T4" fmla="*/ 0 w 2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3" name="Freeform 85">
                <a:extLst>
                  <a:ext uri="{FF2B5EF4-FFF2-40B4-BE49-F238E27FC236}">
                    <a16:creationId xmlns:a16="http://schemas.microsoft.com/office/drawing/2014/main" id="{A9B2D4CD-5D85-4B9D-BE29-ED0B99E01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386"/>
                <a:ext cx="4" cy="8"/>
              </a:xfrm>
              <a:custGeom>
                <a:avLst/>
                <a:gdLst>
                  <a:gd name="T0" fmla="*/ 0 w 1"/>
                  <a:gd name="T1" fmla="*/ 128 h 2"/>
                  <a:gd name="T2" fmla="*/ 64 w 1"/>
                  <a:gd name="T3" fmla="*/ 0 h 2"/>
                  <a:gd name="T4" fmla="*/ 0 w 1"/>
                  <a:gd name="T5" fmla="*/ 0 h 2"/>
                  <a:gd name="T6" fmla="*/ 0 w 1"/>
                  <a:gd name="T7" fmla="*/ 12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4" name="Freeform 86">
                <a:extLst>
                  <a:ext uri="{FF2B5EF4-FFF2-40B4-BE49-F238E27FC236}">
                    <a16:creationId xmlns:a16="http://schemas.microsoft.com/office/drawing/2014/main" id="{42188BD1-11AD-4445-A618-CE5543E9A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390"/>
                <a:ext cx="7" cy="11"/>
              </a:xfrm>
              <a:custGeom>
                <a:avLst/>
                <a:gdLst>
                  <a:gd name="T0" fmla="*/ 49 w 2"/>
                  <a:gd name="T1" fmla="*/ 95 h 3"/>
                  <a:gd name="T2" fmla="*/ 88 w 2"/>
                  <a:gd name="T3" fmla="*/ 0 h 3"/>
                  <a:gd name="T4" fmla="*/ 49 w 2"/>
                  <a:gd name="T5" fmla="*/ 55 h 3"/>
                  <a:gd name="T6" fmla="*/ 49 w 2"/>
                  <a:gd name="T7" fmla="*/ 14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5" name="Freeform 87">
                <a:extLst>
                  <a:ext uri="{FF2B5EF4-FFF2-40B4-BE49-F238E27FC236}">
                    <a16:creationId xmlns:a16="http://schemas.microsoft.com/office/drawing/2014/main" id="{BB1CEBA5-DB75-4859-95E7-1FEBDDF45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296"/>
                <a:ext cx="112" cy="169"/>
              </a:xfrm>
              <a:custGeom>
                <a:avLst/>
                <a:gdLst>
                  <a:gd name="T0" fmla="*/ 0 w 32"/>
                  <a:gd name="T1" fmla="*/ 2328 h 45"/>
                  <a:gd name="T2" fmla="*/ 515 w 32"/>
                  <a:gd name="T3" fmla="*/ 2272 h 45"/>
                  <a:gd name="T4" fmla="*/ 1201 w 32"/>
                  <a:gd name="T5" fmla="*/ 1750 h 45"/>
                  <a:gd name="T6" fmla="*/ 1372 w 32"/>
                  <a:gd name="T7" fmla="*/ 845 h 45"/>
                  <a:gd name="T8" fmla="*/ 1166 w 32"/>
                  <a:gd name="T9" fmla="*/ 424 h 45"/>
                  <a:gd name="T10" fmla="*/ 823 w 32"/>
                  <a:gd name="T11" fmla="*/ 113 h 45"/>
                  <a:gd name="T12" fmla="*/ 602 w 32"/>
                  <a:gd name="T13" fmla="*/ 0 h 45"/>
                  <a:gd name="T14" fmla="*/ 945 w 32"/>
                  <a:gd name="T15" fmla="*/ 537 h 45"/>
                  <a:gd name="T16" fmla="*/ 823 w 32"/>
                  <a:gd name="T17" fmla="*/ 1637 h 45"/>
                  <a:gd name="T18" fmla="*/ 0 w 32"/>
                  <a:gd name="T19" fmla="*/ 2328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45">
                    <a:moveTo>
                      <a:pt x="0" y="44"/>
                    </a:moveTo>
                    <a:cubicBezTo>
                      <a:pt x="2" y="45"/>
                      <a:pt x="8" y="44"/>
                      <a:pt x="12" y="43"/>
                    </a:cubicBezTo>
                    <a:cubicBezTo>
                      <a:pt x="16" y="41"/>
                      <a:pt x="24" y="38"/>
                      <a:pt x="28" y="33"/>
                    </a:cubicBezTo>
                    <a:cubicBezTo>
                      <a:pt x="32" y="27"/>
                      <a:pt x="32" y="20"/>
                      <a:pt x="32" y="16"/>
                    </a:cubicBezTo>
                    <a:cubicBezTo>
                      <a:pt x="31" y="12"/>
                      <a:pt x="30" y="10"/>
                      <a:pt x="27" y="8"/>
                    </a:cubicBezTo>
                    <a:cubicBezTo>
                      <a:pt x="24" y="6"/>
                      <a:pt x="20" y="3"/>
                      <a:pt x="19" y="2"/>
                    </a:cubicBezTo>
                    <a:cubicBezTo>
                      <a:pt x="17" y="1"/>
                      <a:pt x="15" y="1"/>
                      <a:pt x="14" y="0"/>
                    </a:cubicBezTo>
                    <a:cubicBezTo>
                      <a:pt x="16" y="1"/>
                      <a:pt x="21" y="4"/>
                      <a:pt x="22" y="10"/>
                    </a:cubicBezTo>
                    <a:cubicBezTo>
                      <a:pt x="23" y="16"/>
                      <a:pt x="24" y="25"/>
                      <a:pt x="19" y="31"/>
                    </a:cubicBezTo>
                    <a:cubicBezTo>
                      <a:pt x="13" y="38"/>
                      <a:pt x="7" y="45"/>
                      <a:pt x="0" y="44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6" name="Freeform 88">
                <a:extLst>
                  <a:ext uri="{FF2B5EF4-FFF2-40B4-BE49-F238E27FC236}">
                    <a16:creationId xmlns:a16="http://schemas.microsoft.com/office/drawing/2014/main" id="{37FDC6FE-2816-4008-9EB1-168517B0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56"/>
                <a:ext cx="112" cy="109"/>
              </a:xfrm>
              <a:custGeom>
                <a:avLst/>
                <a:gdLst>
                  <a:gd name="T0" fmla="*/ 0 w 32"/>
                  <a:gd name="T1" fmla="*/ 1485 h 29"/>
                  <a:gd name="T2" fmla="*/ 515 w 32"/>
                  <a:gd name="T3" fmla="*/ 1428 h 29"/>
                  <a:gd name="T4" fmla="*/ 1201 w 32"/>
                  <a:gd name="T5" fmla="*/ 906 h 29"/>
                  <a:gd name="T6" fmla="*/ 1372 w 32"/>
                  <a:gd name="T7" fmla="*/ 0 h 29"/>
                  <a:gd name="T8" fmla="*/ 945 w 32"/>
                  <a:gd name="T9" fmla="*/ 1004 h 29"/>
                  <a:gd name="T10" fmla="*/ 0 w 32"/>
                  <a:gd name="T11" fmla="*/ 1485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9">
                    <a:moveTo>
                      <a:pt x="0" y="28"/>
                    </a:moveTo>
                    <a:cubicBezTo>
                      <a:pt x="2" y="29"/>
                      <a:pt x="8" y="28"/>
                      <a:pt x="12" y="27"/>
                    </a:cubicBezTo>
                    <a:cubicBezTo>
                      <a:pt x="16" y="25"/>
                      <a:pt x="24" y="22"/>
                      <a:pt x="28" y="17"/>
                    </a:cubicBezTo>
                    <a:cubicBezTo>
                      <a:pt x="32" y="11"/>
                      <a:pt x="32" y="4"/>
                      <a:pt x="32" y="0"/>
                    </a:cubicBezTo>
                    <a:cubicBezTo>
                      <a:pt x="31" y="4"/>
                      <a:pt x="29" y="13"/>
                      <a:pt x="22" y="19"/>
                    </a:cubicBezTo>
                    <a:cubicBezTo>
                      <a:pt x="16" y="24"/>
                      <a:pt x="4" y="29"/>
                      <a:pt x="0" y="28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7" name="Freeform 89">
                <a:extLst>
                  <a:ext uri="{FF2B5EF4-FFF2-40B4-BE49-F238E27FC236}">
                    <a16:creationId xmlns:a16="http://schemas.microsoft.com/office/drawing/2014/main" id="{52995EE5-4E01-482F-9A15-FA6E3BC3D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390"/>
                <a:ext cx="53" cy="75"/>
              </a:xfrm>
              <a:custGeom>
                <a:avLst/>
                <a:gdLst>
                  <a:gd name="T0" fmla="*/ 0 w 15"/>
                  <a:gd name="T1" fmla="*/ 0 h 20"/>
                  <a:gd name="T2" fmla="*/ 138 w 15"/>
                  <a:gd name="T3" fmla="*/ 578 h 20"/>
                  <a:gd name="T4" fmla="*/ 488 w 15"/>
                  <a:gd name="T5" fmla="*/ 998 h 20"/>
                  <a:gd name="T6" fmla="*/ 661 w 15"/>
                  <a:gd name="T7" fmla="*/ 956 h 20"/>
                  <a:gd name="T8" fmla="*/ 350 w 15"/>
                  <a:gd name="T9" fmla="*/ 900 h 20"/>
                  <a:gd name="T10" fmla="*/ 0 w 15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0" y="3"/>
                      <a:pt x="0" y="5"/>
                      <a:pt x="3" y="11"/>
                    </a:cubicBezTo>
                    <a:cubicBezTo>
                      <a:pt x="6" y="16"/>
                      <a:pt x="8" y="19"/>
                      <a:pt x="11" y="19"/>
                    </a:cubicBezTo>
                    <a:cubicBezTo>
                      <a:pt x="12" y="20"/>
                      <a:pt x="15" y="18"/>
                      <a:pt x="15" y="18"/>
                    </a:cubicBezTo>
                    <a:cubicBezTo>
                      <a:pt x="14" y="19"/>
                      <a:pt x="10" y="19"/>
                      <a:pt x="8" y="17"/>
                    </a:cubicBezTo>
                    <a:cubicBezTo>
                      <a:pt x="7" y="15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8" name="Freeform 90">
                <a:extLst>
                  <a:ext uri="{FF2B5EF4-FFF2-40B4-BE49-F238E27FC236}">
                    <a16:creationId xmlns:a16="http://schemas.microsoft.com/office/drawing/2014/main" id="{BB300095-8AA4-4DCF-87B4-7EB73DCCC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18"/>
                <a:ext cx="17" cy="12"/>
              </a:xfrm>
              <a:custGeom>
                <a:avLst/>
                <a:gdLst>
                  <a:gd name="T0" fmla="*/ 0 w 5"/>
                  <a:gd name="T1" fmla="*/ 192 h 3"/>
                  <a:gd name="T2" fmla="*/ 82 w 5"/>
                  <a:gd name="T3" fmla="*/ 64 h 3"/>
                  <a:gd name="T4" fmla="*/ 116 w 5"/>
                  <a:gd name="T5" fmla="*/ 64 h 3"/>
                  <a:gd name="T6" fmla="*/ 116 w 5"/>
                  <a:gd name="T7" fmla="*/ 128 h 3"/>
                  <a:gd name="T8" fmla="*/ 163 w 5"/>
                  <a:gd name="T9" fmla="*/ 128 h 3"/>
                  <a:gd name="T10" fmla="*/ 197 w 5"/>
                  <a:gd name="T11" fmla="*/ 64 h 3"/>
                  <a:gd name="T12" fmla="*/ 197 w 5"/>
                  <a:gd name="T13" fmla="*/ 64 h 3"/>
                  <a:gd name="T14" fmla="*/ 197 w 5"/>
                  <a:gd name="T15" fmla="*/ 64 h 3"/>
                  <a:gd name="T16" fmla="*/ 197 w 5"/>
                  <a:gd name="T17" fmla="*/ 64 h 3"/>
                  <a:gd name="T18" fmla="*/ 163 w 5"/>
                  <a:gd name="T19" fmla="*/ 64 h 3"/>
                  <a:gd name="T20" fmla="*/ 163 w 5"/>
                  <a:gd name="T21" fmla="*/ 64 h 3"/>
                  <a:gd name="T22" fmla="*/ 82 w 5"/>
                  <a:gd name="T23" fmla="*/ 64 h 3"/>
                  <a:gd name="T24" fmla="*/ 82 w 5"/>
                  <a:gd name="T25" fmla="*/ 64 h 3"/>
                  <a:gd name="T26" fmla="*/ 34 w 5"/>
                  <a:gd name="T27" fmla="*/ 64 h 3"/>
                  <a:gd name="T28" fmla="*/ 0 w 5"/>
                  <a:gd name="T29" fmla="*/ 128 h 3"/>
                  <a:gd name="T30" fmla="*/ 0 w 5"/>
                  <a:gd name="T31" fmla="*/ 192 h 3"/>
                  <a:gd name="T32" fmla="*/ 0 w 5"/>
                  <a:gd name="T33" fmla="*/ 192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9" name="Freeform 91">
                <a:extLst>
                  <a:ext uri="{FF2B5EF4-FFF2-40B4-BE49-F238E27FC236}">
                    <a16:creationId xmlns:a16="http://schemas.microsoft.com/office/drawing/2014/main" id="{CFD6B408-BDAC-4D82-9311-8D188D0B2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30"/>
                <a:ext cx="11" cy="11"/>
              </a:xfrm>
              <a:custGeom>
                <a:avLst/>
                <a:gdLst>
                  <a:gd name="T0" fmla="*/ 95 w 3"/>
                  <a:gd name="T1" fmla="*/ 55 h 3"/>
                  <a:gd name="T2" fmla="*/ 55 w 3"/>
                  <a:gd name="T3" fmla="*/ 147 h 3"/>
                  <a:gd name="T4" fmla="*/ 95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0" name="Freeform 92">
                <a:extLst>
                  <a:ext uri="{FF2B5EF4-FFF2-40B4-BE49-F238E27FC236}">
                    <a16:creationId xmlns:a16="http://schemas.microsoft.com/office/drawing/2014/main" id="{828F0EF8-33F1-4F13-8B43-2414CA7DC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363"/>
                <a:ext cx="10" cy="12"/>
              </a:xfrm>
              <a:custGeom>
                <a:avLst/>
                <a:gdLst>
                  <a:gd name="T0" fmla="*/ 77 w 3"/>
                  <a:gd name="T1" fmla="*/ 64 h 3"/>
                  <a:gd name="T2" fmla="*/ 33 w 3"/>
                  <a:gd name="T3" fmla="*/ 192 h 3"/>
                  <a:gd name="T4" fmla="*/ 77 w 3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1" name="Freeform 93">
                <a:extLst>
                  <a:ext uri="{FF2B5EF4-FFF2-40B4-BE49-F238E27FC236}">
                    <a16:creationId xmlns:a16="http://schemas.microsoft.com/office/drawing/2014/main" id="{80A63DA9-D91C-4CD5-8DB9-E6E19E66A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24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147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2" name="Freeform 94">
                <a:extLst>
                  <a:ext uri="{FF2B5EF4-FFF2-40B4-BE49-F238E27FC236}">
                    <a16:creationId xmlns:a16="http://schemas.microsoft.com/office/drawing/2014/main" id="{2950DA81-15FE-477D-BB00-7425A134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371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3" name="Freeform 95">
                <a:extLst>
                  <a:ext uri="{FF2B5EF4-FFF2-40B4-BE49-F238E27FC236}">
                    <a16:creationId xmlns:a16="http://schemas.microsoft.com/office/drawing/2014/main" id="{05D3C706-9578-4CF1-96C9-26EF37128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360"/>
                <a:ext cx="4" cy="3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27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4" name="Freeform 96">
                <a:extLst>
                  <a:ext uri="{FF2B5EF4-FFF2-40B4-BE49-F238E27FC236}">
                    <a16:creationId xmlns:a16="http://schemas.microsoft.com/office/drawing/2014/main" id="{1A9F002C-7BD6-4C00-A588-5D2B36E58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348"/>
                <a:ext cx="7" cy="4"/>
              </a:xfrm>
              <a:custGeom>
                <a:avLst/>
                <a:gdLst>
                  <a:gd name="T0" fmla="*/ 49 w 2"/>
                  <a:gd name="T1" fmla="*/ 0 h 1"/>
                  <a:gd name="T2" fmla="*/ 49 w 2"/>
                  <a:gd name="T3" fmla="*/ 64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5" name="Freeform 97">
                <a:extLst>
                  <a:ext uri="{FF2B5EF4-FFF2-40B4-BE49-F238E27FC236}">
                    <a16:creationId xmlns:a16="http://schemas.microsoft.com/office/drawing/2014/main" id="{A477E73E-9FDE-41C8-A6DA-93D0D4460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315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49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6" name="Freeform 98">
                <a:extLst>
                  <a:ext uri="{FF2B5EF4-FFF2-40B4-BE49-F238E27FC236}">
                    <a16:creationId xmlns:a16="http://schemas.microsoft.com/office/drawing/2014/main" id="{5A42D6BA-1C8D-4D10-941D-FF374CF99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86"/>
                <a:ext cx="3" cy="4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64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7" name="Freeform 99">
                <a:extLst>
                  <a:ext uri="{FF2B5EF4-FFF2-40B4-BE49-F238E27FC236}">
                    <a16:creationId xmlns:a16="http://schemas.microsoft.com/office/drawing/2014/main" id="{5566458A-0994-4EB3-A0BD-BFBCC2BB9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363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64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8" name="Freeform 100">
                <a:extLst>
                  <a:ext uri="{FF2B5EF4-FFF2-40B4-BE49-F238E27FC236}">
                    <a16:creationId xmlns:a16="http://schemas.microsoft.com/office/drawing/2014/main" id="{A0773671-A62E-405F-85C8-528A18BF9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367"/>
                <a:ext cx="7" cy="12"/>
              </a:xfrm>
              <a:custGeom>
                <a:avLst/>
                <a:gdLst>
                  <a:gd name="T0" fmla="*/ 88 w 2"/>
                  <a:gd name="T1" fmla="*/ 64 h 3"/>
                  <a:gd name="T2" fmla="*/ 0 w 2"/>
                  <a:gd name="T3" fmla="*/ 192 h 3"/>
                  <a:gd name="T4" fmla="*/ 88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9" name="Freeform 101">
                <a:extLst>
                  <a:ext uri="{FF2B5EF4-FFF2-40B4-BE49-F238E27FC236}">
                    <a16:creationId xmlns:a16="http://schemas.microsoft.com/office/drawing/2014/main" id="{F4649889-0BAA-4F8C-A6D7-8687D53F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52"/>
                <a:ext cx="11" cy="11"/>
              </a:xfrm>
              <a:custGeom>
                <a:avLst/>
                <a:gdLst>
                  <a:gd name="T0" fmla="*/ 95 w 3"/>
                  <a:gd name="T1" fmla="*/ 0 h 3"/>
                  <a:gd name="T2" fmla="*/ 55 w 3"/>
                  <a:gd name="T3" fmla="*/ 95 h 3"/>
                  <a:gd name="T4" fmla="*/ 9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0" name="Freeform 102">
                <a:extLst>
                  <a:ext uri="{FF2B5EF4-FFF2-40B4-BE49-F238E27FC236}">
                    <a16:creationId xmlns:a16="http://schemas.microsoft.com/office/drawing/2014/main" id="{A79328A8-291E-42B2-8377-C5819205B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337"/>
                <a:ext cx="10" cy="11"/>
              </a:xfrm>
              <a:custGeom>
                <a:avLst/>
                <a:gdLst>
                  <a:gd name="T0" fmla="*/ 77 w 3"/>
                  <a:gd name="T1" fmla="*/ 0 h 3"/>
                  <a:gd name="T2" fmla="*/ 33 w 3"/>
                  <a:gd name="T3" fmla="*/ 95 h 3"/>
                  <a:gd name="T4" fmla="*/ 77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1" name="Freeform 103">
                <a:extLst>
                  <a:ext uri="{FF2B5EF4-FFF2-40B4-BE49-F238E27FC236}">
                    <a16:creationId xmlns:a16="http://schemas.microsoft.com/office/drawing/2014/main" id="{1708CCE4-3981-4ECA-9F07-A47B4ABF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326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2" name="Freeform 104">
                <a:extLst>
                  <a:ext uri="{FF2B5EF4-FFF2-40B4-BE49-F238E27FC236}">
                    <a16:creationId xmlns:a16="http://schemas.microsoft.com/office/drawing/2014/main" id="{F3FB8523-312D-443F-B3D0-792ED6A8E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341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3" name="Freeform 105">
                <a:extLst>
                  <a:ext uri="{FF2B5EF4-FFF2-40B4-BE49-F238E27FC236}">
                    <a16:creationId xmlns:a16="http://schemas.microsoft.com/office/drawing/2014/main" id="{63C28270-48B1-4EF2-BC4D-7F302340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356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4" name="Freeform 106">
                <a:extLst>
                  <a:ext uri="{FF2B5EF4-FFF2-40B4-BE49-F238E27FC236}">
                    <a16:creationId xmlns:a16="http://schemas.microsoft.com/office/drawing/2014/main" id="{E0895E4E-11B1-48C0-9291-59702784E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30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147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5" name="Freeform 107">
                <a:extLst>
                  <a:ext uri="{FF2B5EF4-FFF2-40B4-BE49-F238E27FC236}">
                    <a16:creationId xmlns:a16="http://schemas.microsoft.com/office/drawing/2014/main" id="{04CB094C-86E8-4F54-BBF1-8862AB852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315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6" name="Freeform 108">
                <a:extLst>
                  <a:ext uri="{FF2B5EF4-FFF2-40B4-BE49-F238E27FC236}">
                    <a16:creationId xmlns:a16="http://schemas.microsoft.com/office/drawing/2014/main" id="{B78F99B1-8EEF-4CB3-815F-D6A57DED2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318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64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7" name="Freeform 109">
                <a:extLst>
                  <a:ext uri="{FF2B5EF4-FFF2-40B4-BE49-F238E27FC236}">
                    <a16:creationId xmlns:a16="http://schemas.microsoft.com/office/drawing/2014/main" id="{F2BA3783-52B3-461B-9216-52AFB8EF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360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8" name="Freeform 110">
                <a:extLst>
                  <a:ext uri="{FF2B5EF4-FFF2-40B4-BE49-F238E27FC236}">
                    <a16:creationId xmlns:a16="http://schemas.microsoft.com/office/drawing/2014/main" id="{B117F90A-06A9-4E79-AE4D-F7ED7272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337"/>
                <a:ext cx="8" cy="8"/>
              </a:xfrm>
              <a:custGeom>
                <a:avLst/>
                <a:gdLst>
                  <a:gd name="T0" fmla="*/ 64 w 2"/>
                  <a:gd name="T1" fmla="*/ 0 h 2"/>
                  <a:gd name="T2" fmla="*/ 0 w 2"/>
                  <a:gd name="T3" fmla="*/ 128 h 2"/>
                  <a:gd name="T4" fmla="*/ 64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9" name="Freeform 111">
                <a:extLst>
                  <a:ext uri="{FF2B5EF4-FFF2-40B4-BE49-F238E27FC236}">
                    <a16:creationId xmlns:a16="http://schemas.microsoft.com/office/drawing/2014/main" id="{8249CACB-F2F6-460E-B5D8-8CB2CCC0F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79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0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0" name="Freeform 112">
                <a:extLst>
                  <a:ext uri="{FF2B5EF4-FFF2-40B4-BE49-F238E27FC236}">
                    <a16:creationId xmlns:a16="http://schemas.microsoft.com/office/drawing/2014/main" id="{C25532FF-99C5-42D4-9CED-A3952DDAF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367"/>
                <a:ext cx="11" cy="12"/>
              </a:xfrm>
              <a:custGeom>
                <a:avLst/>
                <a:gdLst>
                  <a:gd name="T0" fmla="*/ 95 w 3"/>
                  <a:gd name="T1" fmla="*/ 64 h 3"/>
                  <a:gd name="T2" fmla="*/ 55 w 3"/>
                  <a:gd name="T3" fmla="*/ 192 h 3"/>
                  <a:gd name="T4" fmla="*/ 95 w 3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1" name="Freeform 113">
                <a:extLst>
                  <a:ext uri="{FF2B5EF4-FFF2-40B4-BE49-F238E27FC236}">
                    <a16:creationId xmlns:a16="http://schemas.microsoft.com/office/drawing/2014/main" id="{85F0F077-BF3E-4C0F-AFFE-F4D17BEE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352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2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2" name="Freeform 114">
                <a:extLst>
                  <a:ext uri="{FF2B5EF4-FFF2-40B4-BE49-F238E27FC236}">
                    <a16:creationId xmlns:a16="http://schemas.microsoft.com/office/drawing/2014/main" id="{1489F853-FBC1-49A7-A497-DE4AAEAF1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386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0 w 2"/>
                  <a:gd name="T3" fmla="*/ 147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3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3" name="Freeform 115">
                <a:extLst>
                  <a:ext uri="{FF2B5EF4-FFF2-40B4-BE49-F238E27FC236}">
                    <a16:creationId xmlns:a16="http://schemas.microsoft.com/office/drawing/2014/main" id="{B6913FF7-70C8-4A36-90D0-1EEAFB1D3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409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147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2"/>
                      <a:pt x="1" y="3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4" name="Freeform 116">
                <a:extLst>
                  <a:ext uri="{FF2B5EF4-FFF2-40B4-BE49-F238E27FC236}">
                    <a16:creationId xmlns:a16="http://schemas.microsoft.com/office/drawing/2014/main" id="{9A6D70AF-6524-4C99-A048-880F23AB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341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5" name="Freeform 117">
                <a:extLst>
                  <a:ext uri="{FF2B5EF4-FFF2-40B4-BE49-F238E27FC236}">
                    <a16:creationId xmlns:a16="http://schemas.microsoft.com/office/drawing/2014/main" id="{641E0E11-AD5C-4BC9-994F-156CA0A3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26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6" name="Freeform 118">
                <a:extLst>
                  <a:ext uri="{FF2B5EF4-FFF2-40B4-BE49-F238E27FC236}">
                    <a16:creationId xmlns:a16="http://schemas.microsoft.com/office/drawing/2014/main" id="{F9FA2F14-9E7E-4250-8254-5AB28ED4B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307"/>
                <a:ext cx="11" cy="11"/>
              </a:xfrm>
              <a:custGeom>
                <a:avLst/>
                <a:gdLst>
                  <a:gd name="T0" fmla="*/ 95 w 3"/>
                  <a:gd name="T1" fmla="*/ 55 h 3"/>
                  <a:gd name="T2" fmla="*/ 55 w 3"/>
                  <a:gd name="T3" fmla="*/ 147 h 3"/>
                  <a:gd name="T4" fmla="*/ 95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7" name="Freeform 119">
                <a:extLst>
                  <a:ext uri="{FF2B5EF4-FFF2-40B4-BE49-F238E27FC236}">
                    <a16:creationId xmlns:a16="http://schemas.microsoft.com/office/drawing/2014/main" id="{0161FF16-AF55-4109-8D7D-01C66D0A5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307"/>
                <a:ext cx="7" cy="8"/>
              </a:xfrm>
              <a:custGeom>
                <a:avLst/>
                <a:gdLst>
                  <a:gd name="T0" fmla="*/ 88 w 2"/>
                  <a:gd name="T1" fmla="*/ 64 h 2"/>
                  <a:gd name="T2" fmla="*/ 0 w 2"/>
                  <a:gd name="T3" fmla="*/ 128 h 2"/>
                  <a:gd name="T4" fmla="*/ 88 w 2"/>
                  <a:gd name="T5" fmla="*/ 6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8" name="Freeform 120">
                <a:extLst>
                  <a:ext uri="{FF2B5EF4-FFF2-40B4-BE49-F238E27FC236}">
                    <a16:creationId xmlns:a16="http://schemas.microsoft.com/office/drawing/2014/main" id="{38CF6AAC-5E6C-4381-A360-B0AB4F2E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303"/>
                <a:ext cx="10" cy="8"/>
              </a:xfrm>
              <a:custGeom>
                <a:avLst/>
                <a:gdLst>
                  <a:gd name="T0" fmla="*/ 77 w 3"/>
                  <a:gd name="T1" fmla="*/ 0 h 2"/>
                  <a:gd name="T2" fmla="*/ 33 w 3"/>
                  <a:gd name="T3" fmla="*/ 64 h 2"/>
                  <a:gd name="T4" fmla="*/ 77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0"/>
                      <a:pt x="2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9" name="Freeform 121">
                <a:extLst>
                  <a:ext uri="{FF2B5EF4-FFF2-40B4-BE49-F238E27FC236}">
                    <a16:creationId xmlns:a16="http://schemas.microsoft.com/office/drawing/2014/main" id="{50312249-8C70-4DE1-BBB9-98DF588F8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348"/>
                <a:ext cx="4" cy="8"/>
              </a:xfrm>
              <a:custGeom>
                <a:avLst/>
                <a:gdLst>
                  <a:gd name="T0" fmla="*/ 64 w 1"/>
                  <a:gd name="T1" fmla="*/ 0 h 2"/>
                  <a:gd name="T2" fmla="*/ 0 w 1"/>
                  <a:gd name="T3" fmla="*/ 128 h 2"/>
                  <a:gd name="T4" fmla="*/ 64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0" name="Freeform 122">
                <a:extLst>
                  <a:ext uri="{FF2B5EF4-FFF2-40B4-BE49-F238E27FC236}">
                    <a16:creationId xmlns:a16="http://schemas.microsoft.com/office/drawing/2014/main" id="{68A17746-6B2A-49D6-9E38-34C3685A5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363"/>
                <a:ext cx="11" cy="8"/>
              </a:xfrm>
              <a:custGeom>
                <a:avLst/>
                <a:gdLst>
                  <a:gd name="T0" fmla="*/ 95 w 3"/>
                  <a:gd name="T1" fmla="*/ 0 h 2"/>
                  <a:gd name="T2" fmla="*/ 55 w 3"/>
                  <a:gd name="T3" fmla="*/ 128 h 2"/>
                  <a:gd name="T4" fmla="*/ 9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1" name="Freeform 123">
                <a:extLst>
                  <a:ext uri="{FF2B5EF4-FFF2-40B4-BE49-F238E27FC236}">
                    <a16:creationId xmlns:a16="http://schemas.microsoft.com/office/drawing/2014/main" id="{665A7CB3-B0A3-4F81-AB85-B8FC680D3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390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147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2" name="Freeform 124">
                <a:extLst>
                  <a:ext uri="{FF2B5EF4-FFF2-40B4-BE49-F238E27FC236}">
                    <a16:creationId xmlns:a16="http://schemas.microsoft.com/office/drawing/2014/main" id="{F2E77643-7F0D-45E2-A58E-201CA17E5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412"/>
                <a:ext cx="4" cy="4"/>
              </a:xfrm>
              <a:custGeom>
                <a:avLst/>
                <a:gdLst>
                  <a:gd name="T0" fmla="*/ 0 w 1"/>
                  <a:gd name="T1" fmla="*/ 0 h 1"/>
                  <a:gd name="T2" fmla="*/ 64 w 1"/>
                  <a:gd name="T3" fmla="*/ 64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3" name="Freeform 125">
                <a:extLst>
                  <a:ext uri="{FF2B5EF4-FFF2-40B4-BE49-F238E27FC236}">
                    <a16:creationId xmlns:a16="http://schemas.microsoft.com/office/drawing/2014/main" id="{26BD1E88-AFE4-4E3E-8FD7-B7CA320EF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427"/>
                <a:ext cx="7" cy="4"/>
              </a:xfrm>
              <a:custGeom>
                <a:avLst/>
                <a:gdLst>
                  <a:gd name="T0" fmla="*/ 49 w 2"/>
                  <a:gd name="T1" fmla="*/ 0 h 1"/>
                  <a:gd name="T2" fmla="*/ 49 w 2"/>
                  <a:gd name="T3" fmla="*/ 64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4" name="Freeform 126">
                <a:extLst>
                  <a:ext uri="{FF2B5EF4-FFF2-40B4-BE49-F238E27FC236}">
                    <a16:creationId xmlns:a16="http://schemas.microsoft.com/office/drawing/2014/main" id="{B0EFFFC9-6998-4D10-A381-81000AD5C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446"/>
                <a:ext cx="4" cy="8"/>
              </a:xfrm>
              <a:custGeom>
                <a:avLst/>
                <a:gdLst>
                  <a:gd name="T0" fmla="*/ 0 w 1"/>
                  <a:gd name="T1" fmla="*/ 0 h 2"/>
                  <a:gd name="T2" fmla="*/ 64 w 1"/>
                  <a:gd name="T3" fmla="*/ 6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5" name="Freeform 127">
                <a:extLst>
                  <a:ext uri="{FF2B5EF4-FFF2-40B4-BE49-F238E27FC236}">
                    <a16:creationId xmlns:a16="http://schemas.microsoft.com/office/drawing/2014/main" id="{9A411872-1634-4F81-8293-8C1394C0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431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88 w 2"/>
                  <a:gd name="T3" fmla="*/ 95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6" name="Freeform 128">
                <a:extLst>
                  <a:ext uri="{FF2B5EF4-FFF2-40B4-BE49-F238E27FC236}">
                    <a16:creationId xmlns:a16="http://schemas.microsoft.com/office/drawing/2014/main" id="{F69DAC27-ECA6-4CA2-9035-97300803F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439"/>
                <a:ext cx="10" cy="11"/>
              </a:xfrm>
              <a:custGeom>
                <a:avLst/>
                <a:gdLst>
                  <a:gd name="T0" fmla="*/ 33 w 3"/>
                  <a:gd name="T1" fmla="*/ 95 h 3"/>
                  <a:gd name="T2" fmla="*/ 77 w 3"/>
                  <a:gd name="T3" fmla="*/ 55 h 3"/>
                  <a:gd name="T4" fmla="*/ 33 w 3"/>
                  <a:gd name="T5" fmla="*/ 9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2" y="0"/>
                      <a:pt x="2" y="1"/>
                    </a:cubicBezTo>
                    <a:cubicBezTo>
                      <a:pt x="3" y="1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7" name="Freeform 129">
                <a:extLst>
                  <a:ext uri="{FF2B5EF4-FFF2-40B4-BE49-F238E27FC236}">
                    <a16:creationId xmlns:a16="http://schemas.microsoft.com/office/drawing/2014/main" id="{5A36C9DC-1C3D-4974-8E75-4DFAB9E9A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337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8" name="Freeform 130">
                <a:extLst>
                  <a:ext uri="{FF2B5EF4-FFF2-40B4-BE49-F238E27FC236}">
                    <a16:creationId xmlns:a16="http://schemas.microsoft.com/office/drawing/2014/main" id="{9FBB1151-DBC9-418D-9F79-0AC88874A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318"/>
                <a:ext cx="11" cy="12"/>
              </a:xfrm>
              <a:custGeom>
                <a:avLst/>
                <a:gdLst>
                  <a:gd name="T0" fmla="*/ 95 w 3"/>
                  <a:gd name="T1" fmla="*/ 64 h 3"/>
                  <a:gd name="T2" fmla="*/ 55 w 3"/>
                  <a:gd name="T3" fmla="*/ 192 h 3"/>
                  <a:gd name="T4" fmla="*/ 95 w 3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9" name="Freeform 131">
                <a:extLst>
                  <a:ext uri="{FF2B5EF4-FFF2-40B4-BE49-F238E27FC236}">
                    <a16:creationId xmlns:a16="http://schemas.microsoft.com/office/drawing/2014/main" id="{19A9DFE2-CE6E-41E6-95F1-B1F6B13E5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315"/>
                <a:ext cx="4" cy="7"/>
              </a:xfrm>
              <a:custGeom>
                <a:avLst/>
                <a:gdLst>
                  <a:gd name="T0" fmla="*/ 64 w 1"/>
                  <a:gd name="T1" fmla="*/ 49 h 2"/>
                  <a:gd name="T2" fmla="*/ 0 w 1"/>
                  <a:gd name="T3" fmla="*/ 88 h 2"/>
                  <a:gd name="T4" fmla="*/ 64 w 1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0" name="Freeform 132">
                <a:extLst>
                  <a:ext uri="{FF2B5EF4-FFF2-40B4-BE49-F238E27FC236}">
                    <a16:creationId xmlns:a16="http://schemas.microsoft.com/office/drawing/2014/main" id="{916754ED-DEC1-401E-AB17-1BE9F7B0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307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1" name="Freeform 133">
                <a:extLst>
                  <a:ext uri="{FF2B5EF4-FFF2-40B4-BE49-F238E27FC236}">
                    <a16:creationId xmlns:a16="http://schemas.microsoft.com/office/drawing/2014/main" id="{6778BF5C-8B53-427C-B757-E22EB606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00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0 w 2"/>
                  <a:gd name="T3" fmla="*/ 49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2" name="Freeform 134">
                <a:extLst>
                  <a:ext uri="{FF2B5EF4-FFF2-40B4-BE49-F238E27FC236}">
                    <a16:creationId xmlns:a16="http://schemas.microsoft.com/office/drawing/2014/main" id="{AAC648AF-CDD9-4955-BF88-71ADD6465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322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3" name="Freeform 135">
                <a:extLst>
                  <a:ext uri="{FF2B5EF4-FFF2-40B4-BE49-F238E27FC236}">
                    <a16:creationId xmlns:a16="http://schemas.microsoft.com/office/drawing/2014/main" id="{80B1213D-FD18-4501-8972-B2F7988B9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348"/>
                <a:ext cx="3" cy="8"/>
              </a:xfrm>
              <a:custGeom>
                <a:avLst/>
                <a:gdLst>
                  <a:gd name="T0" fmla="*/ 27 w 1"/>
                  <a:gd name="T1" fmla="*/ 64 h 2"/>
                  <a:gd name="T2" fmla="*/ 0 w 1"/>
                  <a:gd name="T3" fmla="*/ 128 h 2"/>
                  <a:gd name="T4" fmla="*/ 27 w 1"/>
                  <a:gd name="T5" fmla="*/ 6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4" name="Freeform 136">
                <a:extLst>
                  <a:ext uri="{FF2B5EF4-FFF2-40B4-BE49-F238E27FC236}">
                    <a16:creationId xmlns:a16="http://schemas.microsoft.com/office/drawing/2014/main" id="{D8A30338-440A-4130-A520-5CA8BF64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45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5" name="Freeform 137">
                <a:extLst>
                  <a:ext uri="{FF2B5EF4-FFF2-40B4-BE49-F238E27FC236}">
                    <a16:creationId xmlns:a16="http://schemas.microsoft.com/office/drawing/2014/main" id="{540305B9-C441-42B8-A880-B8E452F8D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390"/>
                <a:ext cx="10" cy="11"/>
              </a:xfrm>
              <a:custGeom>
                <a:avLst/>
                <a:gdLst>
                  <a:gd name="T0" fmla="*/ 110 w 3"/>
                  <a:gd name="T1" fmla="*/ 55 h 3"/>
                  <a:gd name="T2" fmla="*/ 33 w 3"/>
                  <a:gd name="T3" fmla="*/ 147 h 3"/>
                  <a:gd name="T4" fmla="*/ 110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6" name="Freeform 138">
                <a:extLst>
                  <a:ext uri="{FF2B5EF4-FFF2-40B4-BE49-F238E27FC236}">
                    <a16:creationId xmlns:a16="http://schemas.microsoft.com/office/drawing/2014/main" id="{DB2F10A9-C7D9-4560-AE65-5B54EECA7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424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0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7" name="Freeform 139">
                <a:extLst>
                  <a:ext uri="{FF2B5EF4-FFF2-40B4-BE49-F238E27FC236}">
                    <a16:creationId xmlns:a16="http://schemas.microsoft.com/office/drawing/2014/main" id="{1B051C4E-C1F6-41E8-888B-6493369EE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435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0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8" name="Freeform 140">
                <a:extLst>
                  <a:ext uri="{FF2B5EF4-FFF2-40B4-BE49-F238E27FC236}">
                    <a16:creationId xmlns:a16="http://schemas.microsoft.com/office/drawing/2014/main" id="{F4D5F83F-BB4A-409F-8A46-218BFC937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435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0 w 2"/>
                  <a:gd name="T3" fmla="*/ 95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9" name="Freeform 141">
                <a:extLst>
                  <a:ext uri="{FF2B5EF4-FFF2-40B4-BE49-F238E27FC236}">
                    <a16:creationId xmlns:a16="http://schemas.microsoft.com/office/drawing/2014/main" id="{30841295-AC48-4EB8-B80D-C477B7D5B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20"/>
                <a:ext cx="11" cy="7"/>
              </a:xfrm>
              <a:custGeom>
                <a:avLst/>
                <a:gdLst>
                  <a:gd name="T0" fmla="*/ 95 w 3"/>
                  <a:gd name="T1" fmla="*/ 0 h 2"/>
                  <a:gd name="T2" fmla="*/ 55 w 3"/>
                  <a:gd name="T3" fmla="*/ 88 h 2"/>
                  <a:gd name="T4" fmla="*/ 9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0" name="Freeform 142">
                <a:extLst>
                  <a:ext uri="{FF2B5EF4-FFF2-40B4-BE49-F238E27FC236}">
                    <a16:creationId xmlns:a16="http://schemas.microsoft.com/office/drawing/2014/main" id="{551B5994-48E3-4385-BCA8-9E8B2991D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01"/>
                <a:ext cx="11" cy="11"/>
              </a:xfrm>
              <a:custGeom>
                <a:avLst/>
                <a:gdLst>
                  <a:gd name="T0" fmla="*/ 95 w 3"/>
                  <a:gd name="T1" fmla="*/ 55 h 3"/>
                  <a:gd name="T2" fmla="*/ 55 w 3"/>
                  <a:gd name="T3" fmla="*/ 147 h 3"/>
                  <a:gd name="T4" fmla="*/ 95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1" y="3"/>
                      <a:pt x="1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1" name="Freeform 143">
                <a:extLst>
                  <a:ext uri="{FF2B5EF4-FFF2-40B4-BE49-F238E27FC236}">
                    <a16:creationId xmlns:a16="http://schemas.microsoft.com/office/drawing/2014/main" id="{134D17EF-5F42-4217-A641-15767896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390"/>
                <a:ext cx="11" cy="11"/>
              </a:xfrm>
              <a:custGeom>
                <a:avLst/>
                <a:gdLst>
                  <a:gd name="T0" fmla="*/ 147 w 3"/>
                  <a:gd name="T1" fmla="*/ 55 h 3"/>
                  <a:gd name="T2" fmla="*/ 55 w 3"/>
                  <a:gd name="T3" fmla="*/ 95 h 3"/>
                  <a:gd name="T4" fmla="*/ 147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2" name="Freeform 144">
                <a:extLst>
                  <a:ext uri="{FF2B5EF4-FFF2-40B4-BE49-F238E27FC236}">
                    <a16:creationId xmlns:a16="http://schemas.microsoft.com/office/drawing/2014/main" id="{D4726819-4F3E-46EE-B34C-89D5D7C82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394"/>
                <a:ext cx="3" cy="7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88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3" name="Freeform 145">
                <a:extLst>
                  <a:ext uri="{FF2B5EF4-FFF2-40B4-BE49-F238E27FC236}">
                    <a16:creationId xmlns:a16="http://schemas.microsoft.com/office/drawing/2014/main" id="{8F0FABC7-FB96-4F68-A47C-F3F9F399A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390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0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4" name="Freeform 146">
                <a:extLst>
                  <a:ext uri="{FF2B5EF4-FFF2-40B4-BE49-F238E27FC236}">
                    <a16:creationId xmlns:a16="http://schemas.microsoft.com/office/drawing/2014/main" id="{0224CCE6-6FCD-4514-90B0-8E11F8FA7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05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0 w 2"/>
                  <a:gd name="T3" fmla="*/ 95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2"/>
                    </a:cubicBezTo>
                    <a:cubicBezTo>
                      <a:pt x="0" y="2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5" name="Freeform 147">
                <a:extLst>
                  <a:ext uri="{FF2B5EF4-FFF2-40B4-BE49-F238E27FC236}">
                    <a16:creationId xmlns:a16="http://schemas.microsoft.com/office/drawing/2014/main" id="{986EFC58-EE9F-4733-80FF-178FD19C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420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0 w 2"/>
                  <a:gd name="T3" fmla="*/ 95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6" name="Freeform 148">
                <a:extLst>
                  <a:ext uri="{FF2B5EF4-FFF2-40B4-BE49-F238E27FC236}">
                    <a16:creationId xmlns:a16="http://schemas.microsoft.com/office/drawing/2014/main" id="{46F2630F-0FC3-40D5-AE21-C4213EF4F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431"/>
                <a:ext cx="7" cy="8"/>
              </a:xfrm>
              <a:custGeom>
                <a:avLst/>
                <a:gdLst>
                  <a:gd name="T0" fmla="*/ 88 w 2"/>
                  <a:gd name="T1" fmla="*/ 64 h 2"/>
                  <a:gd name="T2" fmla="*/ 0 w 2"/>
                  <a:gd name="T3" fmla="*/ 128 h 2"/>
                  <a:gd name="T4" fmla="*/ 88 w 2"/>
                  <a:gd name="T5" fmla="*/ 6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7" name="Freeform 149">
                <a:extLst>
                  <a:ext uri="{FF2B5EF4-FFF2-40B4-BE49-F238E27FC236}">
                    <a16:creationId xmlns:a16="http://schemas.microsoft.com/office/drawing/2014/main" id="{6105D2C9-A836-448B-B04C-DE943DD0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97"/>
                <a:ext cx="7" cy="12"/>
              </a:xfrm>
              <a:custGeom>
                <a:avLst/>
                <a:gdLst>
                  <a:gd name="T0" fmla="*/ 88 w 2"/>
                  <a:gd name="T1" fmla="*/ 64 h 3"/>
                  <a:gd name="T2" fmla="*/ 49 w 2"/>
                  <a:gd name="T3" fmla="*/ 192 h 3"/>
                  <a:gd name="T4" fmla="*/ 88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8" name="Freeform 150">
                <a:extLst>
                  <a:ext uri="{FF2B5EF4-FFF2-40B4-BE49-F238E27FC236}">
                    <a16:creationId xmlns:a16="http://schemas.microsoft.com/office/drawing/2014/main" id="{E0774602-2D7C-4E73-8C93-57E3F1192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12"/>
                <a:ext cx="11" cy="8"/>
              </a:xfrm>
              <a:custGeom>
                <a:avLst/>
                <a:gdLst>
                  <a:gd name="T0" fmla="*/ 95 w 3"/>
                  <a:gd name="T1" fmla="*/ 0 h 2"/>
                  <a:gd name="T2" fmla="*/ 55 w 3"/>
                  <a:gd name="T3" fmla="*/ 128 h 2"/>
                  <a:gd name="T4" fmla="*/ 9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9" name="Freeform 151">
                <a:extLst>
                  <a:ext uri="{FF2B5EF4-FFF2-40B4-BE49-F238E27FC236}">
                    <a16:creationId xmlns:a16="http://schemas.microsoft.com/office/drawing/2014/main" id="{F8CE8046-52B7-427B-9A4B-40D6FE184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75"/>
                <a:ext cx="11" cy="11"/>
              </a:xfrm>
              <a:custGeom>
                <a:avLst/>
                <a:gdLst>
                  <a:gd name="T0" fmla="*/ 95 w 3"/>
                  <a:gd name="T1" fmla="*/ 55 h 3"/>
                  <a:gd name="T2" fmla="*/ 55 w 3"/>
                  <a:gd name="T3" fmla="*/ 147 h 3"/>
                  <a:gd name="T4" fmla="*/ 95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0" name="Freeform 152">
                <a:extLst>
                  <a:ext uri="{FF2B5EF4-FFF2-40B4-BE49-F238E27FC236}">
                    <a16:creationId xmlns:a16="http://schemas.microsoft.com/office/drawing/2014/main" id="{78422CA6-FA9B-45E9-B014-D81AC0B08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50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1" name="Freeform 153">
                <a:extLst>
                  <a:ext uri="{FF2B5EF4-FFF2-40B4-BE49-F238E27FC236}">
                    <a16:creationId xmlns:a16="http://schemas.microsoft.com/office/drawing/2014/main" id="{E4A767E9-50C7-4682-BD40-D04E2630E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57"/>
                <a:ext cx="7" cy="4"/>
              </a:xfrm>
              <a:custGeom>
                <a:avLst/>
                <a:gdLst>
                  <a:gd name="T0" fmla="*/ 88 w 2"/>
                  <a:gd name="T1" fmla="*/ 64 h 1"/>
                  <a:gd name="T2" fmla="*/ 49 w 2"/>
                  <a:gd name="T3" fmla="*/ 64 h 1"/>
                  <a:gd name="T4" fmla="*/ 88 w 2"/>
                  <a:gd name="T5" fmla="*/ 64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2" name="Freeform 154">
                <a:extLst>
                  <a:ext uri="{FF2B5EF4-FFF2-40B4-BE49-F238E27FC236}">
                    <a16:creationId xmlns:a16="http://schemas.microsoft.com/office/drawing/2014/main" id="{338A6D16-3D40-4DE8-BF85-95813EA97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454"/>
                <a:ext cx="7" cy="7"/>
              </a:xfrm>
              <a:custGeom>
                <a:avLst/>
                <a:gdLst>
                  <a:gd name="T0" fmla="*/ 88 w 2"/>
                  <a:gd name="T1" fmla="*/ 49 h 2"/>
                  <a:gd name="T2" fmla="*/ 0 w 2"/>
                  <a:gd name="T3" fmla="*/ 88 h 2"/>
                  <a:gd name="T4" fmla="*/ 88 w 2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3" name="Freeform 155">
                <a:extLst>
                  <a:ext uri="{FF2B5EF4-FFF2-40B4-BE49-F238E27FC236}">
                    <a16:creationId xmlns:a16="http://schemas.microsoft.com/office/drawing/2014/main" id="{0D4C9C4A-EDE6-4C0E-AD88-EC2FD9256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371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49 w 2"/>
                  <a:gd name="T3" fmla="*/ 12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4" name="Freeform 156">
                <a:extLst>
                  <a:ext uri="{FF2B5EF4-FFF2-40B4-BE49-F238E27FC236}">
                    <a16:creationId xmlns:a16="http://schemas.microsoft.com/office/drawing/2014/main" id="{FF369B50-5C7F-4776-8610-AF623CFAF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341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5" name="Freeform 157">
                <a:extLst>
                  <a:ext uri="{FF2B5EF4-FFF2-40B4-BE49-F238E27FC236}">
                    <a16:creationId xmlns:a16="http://schemas.microsoft.com/office/drawing/2014/main" id="{011A36A4-8772-42BC-B51C-9241885B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30"/>
                <a:ext cx="8" cy="7"/>
              </a:xfrm>
              <a:custGeom>
                <a:avLst/>
                <a:gdLst>
                  <a:gd name="T0" fmla="*/ 128 w 2"/>
                  <a:gd name="T1" fmla="*/ 0 h 2"/>
                  <a:gd name="T2" fmla="*/ 64 w 2"/>
                  <a:gd name="T3" fmla="*/ 88 h 2"/>
                  <a:gd name="T4" fmla="*/ 12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6" name="Freeform 158">
                <a:extLst>
                  <a:ext uri="{FF2B5EF4-FFF2-40B4-BE49-F238E27FC236}">
                    <a16:creationId xmlns:a16="http://schemas.microsoft.com/office/drawing/2014/main" id="{72AA898D-56D7-410C-876A-CD69A1F7D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27"/>
                <a:ext cx="7" cy="12"/>
              </a:xfrm>
              <a:custGeom>
                <a:avLst/>
                <a:gdLst>
                  <a:gd name="T0" fmla="*/ 88 w 2"/>
                  <a:gd name="T1" fmla="*/ 64 h 3"/>
                  <a:gd name="T2" fmla="*/ 0 w 2"/>
                  <a:gd name="T3" fmla="*/ 128 h 3"/>
                  <a:gd name="T4" fmla="*/ 88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7" name="Freeform 159">
                <a:extLst>
                  <a:ext uri="{FF2B5EF4-FFF2-40B4-BE49-F238E27FC236}">
                    <a16:creationId xmlns:a16="http://schemas.microsoft.com/office/drawing/2014/main" id="{A70FA457-35B2-4BAD-825C-27BE29CA5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409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0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8" name="Freeform 160">
                <a:extLst>
                  <a:ext uri="{FF2B5EF4-FFF2-40B4-BE49-F238E27FC236}">
                    <a16:creationId xmlns:a16="http://schemas.microsoft.com/office/drawing/2014/main" id="{BE3A014D-AC2D-4B32-B354-B07977D03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409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95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9" name="Freeform 161">
                <a:extLst>
                  <a:ext uri="{FF2B5EF4-FFF2-40B4-BE49-F238E27FC236}">
                    <a16:creationId xmlns:a16="http://schemas.microsoft.com/office/drawing/2014/main" id="{15EA1619-B7D2-4551-BD5A-E59CD1088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394"/>
                <a:ext cx="11" cy="7"/>
              </a:xfrm>
              <a:custGeom>
                <a:avLst/>
                <a:gdLst>
                  <a:gd name="T0" fmla="*/ 95 w 3"/>
                  <a:gd name="T1" fmla="*/ 0 h 2"/>
                  <a:gd name="T2" fmla="*/ 55 w 3"/>
                  <a:gd name="T3" fmla="*/ 88 h 2"/>
                  <a:gd name="T4" fmla="*/ 9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0" name="Freeform 162">
                <a:extLst>
                  <a:ext uri="{FF2B5EF4-FFF2-40B4-BE49-F238E27FC236}">
                    <a16:creationId xmlns:a16="http://schemas.microsoft.com/office/drawing/2014/main" id="{3AA698F7-094E-4872-AD7C-E8CAD95B6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97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49 w 2"/>
                  <a:gd name="T3" fmla="*/ 64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1" name="Freeform 163">
                <a:extLst>
                  <a:ext uri="{FF2B5EF4-FFF2-40B4-BE49-F238E27FC236}">
                    <a16:creationId xmlns:a16="http://schemas.microsoft.com/office/drawing/2014/main" id="{EE0783C6-3192-4F27-A309-17B4EB9B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79"/>
                <a:ext cx="11" cy="11"/>
              </a:xfrm>
              <a:custGeom>
                <a:avLst/>
                <a:gdLst>
                  <a:gd name="T0" fmla="*/ 95 w 3"/>
                  <a:gd name="T1" fmla="*/ 55 h 3"/>
                  <a:gd name="T2" fmla="*/ 55 w 3"/>
                  <a:gd name="T3" fmla="*/ 95 h 3"/>
                  <a:gd name="T4" fmla="*/ 95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2" name="Freeform 164">
                <a:extLst>
                  <a:ext uri="{FF2B5EF4-FFF2-40B4-BE49-F238E27FC236}">
                    <a16:creationId xmlns:a16="http://schemas.microsoft.com/office/drawing/2014/main" id="{6CA1F05D-A060-44E2-AB3E-2849DF582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409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3" name="Freeform 165">
                <a:extLst>
                  <a:ext uri="{FF2B5EF4-FFF2-40B4-BE49-F238E27FC236}">
                    <a16:creationId xmlns:a16="http://schemas.microsoft.com/office/drawing/2014/main" id="{2EB30AB6-B686-4D0B-B822-B1734F7DE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30"/>
                <a:ext cx="7" cy="11"/>
              </a:xfrm>
              <a:custGeom>
                <a:avLst/>
                <a:gdLst>
                  <a:gd name="T0" fmla="*/ 88 w 2"/>
                  <a:gd name="T1" fmla="*/ 0 h 3"/>
                  <a:gd name="T2" fmla="*/ 49 w 2"/>
                  <a:gd name="T3" fmla="*/ 95 h 3"/>
                  <a:gd name="T4" fmla="*/ 8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4" name="Freeform 166">
                <a:extLst>
                  <a:ext uri="{FF2B5EF4-FFF2-40B4-BE49-F238E27FC236}">
                    <a16:creationId xmlns:a16="http://schemas.microsoft.com/office/drawing/2014/main" id="{2A9ABE83-33F5-4F1E-8990-1A8F4B5F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363"/>
                <a:ext cx="7" cy="12"/>
              </a:xfrm>
              <a:custGeom>
                <a:avLst/>
                <a:gdLst>
                  <a:gd name="T0" fmla="*/ 88 w 2"/>
                  <a:gd name="T1" fmla="*/ 64 h 3"/>
                  <a:gd name="T2" fmla="*/ 49 w 2"/>
                  <a:gd name="T3" fmla="*/ 192 h 3"/>
                  <a:gd name="T4" fmla="*/ 88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5" name="Freeform 167">
                <a:extLst>
                  <a:ext uri="{FF2B5EF4-FFF2-40B4-BE49-F238E27FC236}">
                    <a16:creationId xmlns:a16="http://schemas.microsoft.com/office/drawing/2014/main" id="{AE78D368-ED1C-4CDE-905E-295577EFB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24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147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6" name="Freeform 168">
                <a:extLst>
                  <a:ext uri="{FF2B5EF4-FFF2-40B4-BE49-F238E27FC236}">
                    <a16:creationId xmlns:a16="http://schemas.microsoft.com/office/drawing/2014/main" id="{AC6301FE-8E68-4E5C-8EB2-2565146B1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371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2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7" name="Freeform 169">
                <a:extLst>
                  <a:ext uri="{FF2B5EF4-FFF2-40B4-BE49-F238E27FC236}">
                    <a16:creationId xmlns:a16="http://schemas.microsoft.com/office/drawing/2014/main" id="{B4630F5D-8A13-409B-BE67-1AEECAE8C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360"/>
                <a:ext cx="7" cy="3"/>
              </a:xfrm>
              <a:custGeom>
                <a:avLst/>
                <a:gdLst>
                  <a:gd name="T0" fmla="*/ 49 w 2"/>
                  <a:gd name="T1" fmla="*/ 0 h 1"/>
                  <a:gd name="T2" fmla="*/ 49 w 2"/>
                  <a:gd name="T3" fmla="*/ 27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8" name="Freeform 170">
                <a:extLst>
                  <a:ext uri="{FF2B5EF4-FFF2-40B4-BE49-F238E27FC236}">
                    <a16:creationId xmlns:a16="http://schemas.microsoft.com/office/drawing/2014/main" id="{75566FA4-46FE-41FB-B039-9EA6BD5C2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348"/>
                <a:ext cx="3" cy="4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64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9" name="Freeform 171">
                <a:extLst>
                  <a:ext uri="{FF2B5EF4-FFF2-40B4-BE49-F238E27FC236}">
                    <a16:creationId xmlns:a16="http://schemas.microsoft.com/office/drawing/2014/main" id="{E9CBFEED-8F28-4337-B3C2-E73127CA4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31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0" name="Freeform 172">
                <a:extLst>
                  <a:ext uri="{FF2B5EF4-FFF2-40B4-BE49-F238E27FC236}">
                    <a16:creationId xmlns:a16="http://schemas.microsoft.com/office/drawing/2014/main" id="{C59C93FB-C842-46C1-A55D-741F3122F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86"/>
                <a:ext cx="3" cy="4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64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1" name="Freeform 173">
                <a:extLst>
                  <a:ext uri="{FF2B5EF4-FFF2-40B4-BE49-F238E27FC236}">
                    <a16:creationId xmlns:a16="http://schemas.microsoft.com/office/drawing/2014/main" id="{3CE11ADE-D30F-4A7D-8FC4-418C0D1D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367"/>
                <a:ext cx="10" cy="12"/>
              </a:xfrm>
              <a:custGeom>
                <a:avLst/>
                <a:gdLst>
                  <a:gd name="T0" fmla="*/ 77 w 3"/>
                  <a:gd name="T1" fmla="*/ 64 h 3"/>
                  <a:gd name="T2" fmla="*/ 33 w 3"/>
                  <a:gd name="T3" fmla="*/ 128 h 3"/>
                  <a:gd name="T4" fmla="*/ 77 w 3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2" name="Freeform 174">
                <a:extLst>
                  <a:ext uri="{FF2B5EF4-FFF2-40B4-BE49-F238E27FC236}">
                    <a16:creationId xmlns:a16="http://schemas.microsoft.com/office/drawing/2014/main" id="{5428D737-E33D-4A48-9199-0AE1724D6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52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3" name="Freeform 175">
                <a:extLst>
                  <a:ext uri="{FF2B5EF4-FFF2-40B4-BE49-F238E27FC236}">
                    <a16:creationId xmlns:a16="http://schemas.microsoft.com/office/drawing/2014/main" id="{A57862DB-BE8E-4FCF-B29C-02DDB299C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337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4" name="Freeform 176">
                <a:extLst>
                  <a:ext uri="{FF2B5EF4-FFF2-40B4-BE49-F238E27FC236}">
                    <a16:creationId xmlns:a16="http://schemas.microsoft.com/office/drawing/2014/main" id="{A42CECC8-0049-4F4C-9931-3B4C3FB11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326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5" name="Freeform 177">
                <a:extLst>
                  <a:ext uri="{FF2B5EF4-FFF2-40B4-BE49-F238E27FC236}">
                    <a16:creationId xmlns:a16="http://schemas.microsoft.com/office/drawing/2014/main" id="{BF8F5E3A-797F-4BE4-8D18-9DDD2036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341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49 w 2"/>
                  <a:gd name="T3" fmla="*/ 147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6" name="Freeform 178">
                <a:extLst>
                  <a:ext uri="{FF2B5EF4-FFF2-40B4-BE49-F238E27FC236}">
                    <a16:creationId xmlns:a16="http://schemas.microsoft.com/office/drawing/2014/main" id="{8D3538AC-A4B5-46E1-A6AD-30DF3C5E3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356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0 w 2"/>
                  <a:gd name="T3" fmla="*/ 147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7" name="Freeform 179">
                <a:extLst>
                  <a:ext uri="{FF2B5EF4-FFF2-40B4-BE49-F238E27FC236}">
                    <a16:creationId xmlns:a16="http://schemas.microsoft.com/office/drawing/2014/main" id="{2648145F-FAA7-4FE5-8CE4-091DF1B06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330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8" name="Freeform 180">
                <a:extLst>
                  <a:ext uri="{FF2B5EF4-FFF2-40B4-BE49-F238E27FC236}">
                    <a16:creationId xmlns:a16="http://schemas.microsoft.com/office/drawing/2014/main" id="{98A11C38-975F-4A39-B989-72F3794D3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315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0 w 2"/>
                  <a:gd name="T3" fmla="*/ 147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9" name="Freeform 181">
                <a:extLst>
                  <a:ext uri="{FF2B5EF4-FFF2-40B4-BE49-F238E27FC236}">
                    <a16:creationId xmlns:a16="http://schemas.microsoft.com/office/drawing/2014/main" id="{87F460BD-A80C-4674-BB30-00F6E0A4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315"/>
                <a:ext cx="7" cy="7"/>
              </a:xfrm>
              <a:custGeom>
                <a:avLst/>
                <a:gdLst>
                  <a:gd name="T0" fmla="*/ 49 w 2"/>
                  <a:gd name="T1" fmla="*/ 49 h 2"/>
                  <a:gd name="T2" fmla="*/ 0 w 2"/>
                  <a:gd name="T3" fmla="*/ 88 h 2"/>
                  <a:gd name="T4" fmla="*/ 49 w 2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0" name="Freeform 182">
                <a:extLst>
                  <a:ext uri="{FF2B5EF4-FFF2-40B4-BE49-F238E27FC236}">
                    <a16:creationId xmlns:a16="http://schemas.microsoft.com/office/drawing/2014/main" id="{58995C7D-6F0C-4A6B-89FC-332C2193C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356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49 w 2"/>
                  <a:gd name="T3" fmla="*/ 147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1" name="Freeform 183">
                <a:extLst>
                  <a:ext uri="{FF2B5EF4-FFF2-40B4-BE49-F238E27FC236}">
                    <a16:creationId xmlns:a16="http://schemas.microsoft.com/office/drawing/2014/main" id="{7EEE9B22-99A6-4613-9449-41014656D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79"/>
                <a:ext cx="10" cy="7"/>
              </a:xfrm>
              <a:custGeom>
                <a:avLst/>
                <a:gdLst>
                  <a:gd name="T0" fmla="*/ 77 w 3"/>
                  <a:gd name="T1" fmla="*/ 0 h 2"/>
                  <a:gd name="T2" fmla="*/ 33 w 3"/>
                  <a:gd name="T3" fmla="*/ 88 h 2"/>
                  <a:gd name="T4" fmla="*/ 77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2" name="Freeform 184">
                <a:extLst>
                  <a:ext uri="{FF2B5EF4-FFF2-40B4-BE49-F238E27FC236}">
                    <a16:creationId xmlns:a16="http://schemas.microsoft.com/office/drawing/2014/main" id="{5F18DECF-D2D4-4378-86DA-57FDEAE36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367"/>
                <a:ext cx="7" cy="12"/>
              </a:xfrm>
              <a:custGeom>
                <a:avLst/>
                <a:gdLst>
                  <a:gd name="T0" fmla="*/ 88 w 2"/>
                  <a:gd name="T1" fmla="*/ 64 h 3"/>
                  <a:gd name="T2" fmla="*/ 49 w 2"/>
                  <a:gd name="T3" fmla="*/ 192 h 3"/>
                  <a:gd name="T4" fmla="*/ 88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3" name="Freeform 185">
                <a:extLst>
                  <a:ext uri="{FF2B5EF4-FFF2-40B4-BE49-F238E27FC236}">
                    <a16:creationId xmlns:a16="http://schemas.microsoft.com/office/drawing/2014/main" id="{BEE71476-19B2-47E6-8CAE-E078893B2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352"/>
                <a:ext cx="11" cy="11"/>
              </a:xfrm>
              <a:custGeom>
                <a:avLst/>
                <a:gdLst>
                  <a:gd name="T0" fmla="*/ 95 w 3"/>
                  <a:gd name="T1" fmla="*/ 0 h 3"/>
                  <a:gd name="T2" fmla="*/ 55 w 3"/>
                  <a:gd name="T3" fmla="*/ 95 h 3"/>
                  <a:gd name="T4" fmla="*/ 9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4" name="Freeform 186">
                <a:extLst>
                  <a:ext uri="{FF2B5EF4-FFF2-40B4-BE49-F238E27FC236}">
                    <a16:creationId xmlns:a16="http://schemas.microsoft.com/office/drawing/2014/main" id="{3F976E30-C118-48B0-AE2F-27FEF29E0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386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5" name="Freeform 187">
                <a:extLst>
                  <a:ext uri="{FF2B5EF4-FFF2-40B4-BE49-F238E27FC236}">
                    <a16:creationId xmlns:a16="http://schemas.microsoft.com/office/drawing/2014/main" id="{AA12C473-512B-4CCB-A25D-5BB78A6E9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409"/>
                <a:ext cx="7" cy="11"/>
              </a:xfrm>
              <a:custGeom>
                <a:avLst/>
                <a:gdLst>
                  <a:gd name="T0" fmla="*/ 88 w 2"/>
                  <a:gd name="T1" fmla="*/ 0 h 3"/>
                  <a:gd name="T2" fmla="*/ 88 w 2"/>
                  <a:gd name="T3" fmla="*/ 95 h 3"/>
                  <a:gd name="T4" fmla="*/ 8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6" name="Freeform 188">
                <a:extLst>
                  <a:ext uri="{FF2B5EF4-FFF2-40B4-BE49-F238E27FC236}">
                    <a16:creationId xmlns:a16="http://schemas.microsoft.com/office/drawing/2014/main" id="{7E75778F-9044-47F7-928C-7917BA131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41"/>
                <a:ext cx="10" cy="11"/>
              </a:xfrm>
              <a:custGeom>
                <a:avLst/>
                <a:gdLst>
                  <a:gd name="T0" fmla="*/ 77 w 3"/>
                  <a:gd name="T1" fmla="*/ 55 h 3"/>
                  <a:gd name="T2" fmla="*/ 33 w 3"/>
                  <a:gd name="T3" fmla="*/ 147 h 3"/>
                  <a:gd name="T4" fmla="*/ 77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7" name="Freeform 189">
                <a:extLst>
                  <a:ext uri="{FF2B5EF4-FFF2-40B4-BE49-F238E27FC236}">
                    <a16:creationId xmlns:a16="http://schemas.microsoft.com/office/drawing/2014/main" id="{B5E2C803-BA34-4A85-B3C3-F1EEDE5BE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22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0 w 2"/>
                  <a:gd name="T3" fmla="*/ 147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3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8" name="Freeform 190">
                <a:extLst>
                  <a:ext uri="{FF2B5EF4-FFF2-40B4-BE49-F238E27FC236}">
                    <a16:creationId xmlns:a16="http://schemas.microsoft.com/office/drawing/2014/main" id="{634F1BC2-2AC1-4F5C-A6BD-C1D7A1BCB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307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9" name="Freeform 191">
                <a:extLst>
                  <a:ext uri="{FF2B5EF4-FFF2-40B4-BE49-F238E27FC236}">
                    <a16:creationId xmlns:a16="http://schemas.microsoft.com/office/drawing/2014/main" id="{AB0914BA-DB35-439A-8010-72AC5D698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307"/>
                <a:ext cx="7" cy="8"/>
              </a:xfrm>
              <a:custGeom>
                <a:avLst/>
                <a:gdLst>
                  <a:gd name="T0" fmla="*/ 49 w 2"/>
                  <a:gd name="T1" fmla="*/ 64 h 2"/>
                  <a:gd name="T2" fmla="*/ 0 w 2"/>
                  <a:gd name="T3" fmla="*/ 128 h 2"/>
                  <a:gd name="T4" fmla="*/ 49 w 2"/>
                  <a:gd name="T5" fmla="*/ 6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0" name="Freeform 192">
                <a:extLst>
                  <a:ext uri="{FF2B5EF4-FFF2-40B4-BE49-F238E27FC236}">
                    <a16:creationId xmlns:a16="http://schemas.microsoft.com/office/drawing/2014/main" id="{42A527F3-0AE6-4D11-991E-4463AF958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300"/>
                <a:ext cx="7" cy="7"/>
              </a:xfrm>
              <a:custGeom>
                <a:avLst/>
                <a:gdLst>
                  <a:gd name="T0" fmla="*/ 88 w 2"/>
                  <a:gd name="T1" fmla="*/ 49 h 2"/>
                  <a:gd name="T2" fmla="*/ 49 w 2"/>
                  <a:gd name="T3" fmla="*/ 88 h 2"/>
                  <a:gd name="T4" fmla="*/ 88 w 2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1" name="Freeform 193">
                <a:extLst>
                  <a:ext uri="{FF2B5EF4-FFF2-40B4-BE49-F238E27FC236}">
                    <a16:creationId xmlns:a16="http://schemas.microsoft.com/office/drawing/2014/main" id="{64268DBC-0268-48EF-BDBA-8F1703115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348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2" name="Freeform 194">
                <a:extLst>
                  <a:ext uri="{FF2B5EF4-FFF2-40B4-BE49-F238E27FC236}">
                    <a16:creationId xmlns:a16="http://schemas.microsoft.com/office/drawing/2014/main" id="{A691334A-F4F2-4712-BB08-BA4770B6A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363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3" name="Freeform 195">
                <a:extLst>
                  <a:ext uri="{FF2B5EF4-FFF2-40B4-BE49-F238E27FC236}">
                    <a16:creationId xmlns:a16="http://schemas.microsoft.com/office/drawing/2014/main" id="{71654232-F74B-44DA-9058-665EE3D1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390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95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4" name="Freeform 196">
                <a:extLst>
                  <a:ext uri="{FF2B5EF4-FFF2-40B4-BE49-F238E27FC236}">
                    <a16:creationId xmlns:a16="http://schemas.microsoft.com/office/drawing/2014/main" id="{741F5B10-56B7-4CCC-8F1E-7AAA90ABE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409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5" name="Freeform 197">
                <a:extLst>
                  <a:ext uri="{FF2B5EF4-FFF2-40B4-BE49-F238E27FC236}">
                    <a16:creationId xmlns:a16="http://schemas.microsoft.com/office/drawing/2014/main" id="{AA38A1A8-2A39-4544-A0E3-69709F704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424"/>
                <a:ext cx="4" cy="7"/>
              </a:xfrm>
              <a:custGeom>
                <a:avLst/>
                <a:gdLst>
                  <a:gd name="T0" fmla="*/ 0 w 1"/>
                  <a:gd name="T1" fmla="*/ 0 h 2"/>
                  <a:gd name="T2" fmla="*/ 64 w 1"/>
                  <a:gd name="T3" fmla="*/ 8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6" name="Freeform 198">
                <a:extLst>
                  <a:ext uri="{FF2B5EF4-FFF2-40B4-BE49-F238E27FC236}">
                    <a16:creationId xmlns:a16="http://schemas.microsoft.com/office/drawing/2014/main" id="{73FF3FA8-4D87-4119-A194-D0B134CC9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446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64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7" name="Freeform 199">
                <a:extLst>
                  <a:ext uri="{FF2B5EF4-FFF2-40B4-BE49-F238E27FC236}">
                    <a16:creationId xmlns:a16="http://schemas.microsoft.com/office/drawing/2014/main" id="{91AF9E2B-16D6-4B72-8037-6FC4C9254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431"/>
                <a:ext cx="11" cy="8"/>
              </a:xfrm>
              <a:custGeom>
                <a:avLst/>
                <a:gdLst>
                  <a:gd name="T0" fmla="*/ 55 w 3"/>
                  <a:gd name="T1" fmla="*/ 0 h 2"/>
                  <a:gd name="T2" fmla="*/ 95 w 3"/>
                  <a:gd name="T3" fmla="*/ 128 h 2"/>
                  <a:gd name="T4" fmla="*/ 5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8" name="Freeform 200">
                <a:extLst>
                  <a:ext uri="{FF2B5EF4-FFF2-40B4-BE49-F238E27FC236}">
                    <a16:creationId xmlns:a16="http://schemas.microsoft.com/office/drawing/2014/main" id="{833AAFB1-BBB2-4CF3-A5A6-7BA2FDCAA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439"/>
                <a:ext cx="10" cy="11"/>
              </a:xfrm>
              <a:custGeom>
                <a:avLst/>
                <a:gdLst>
                  <a:gd name="T0" fmla="*/ 33 w 3"/>
                  <a:gd name="T1" fmla="*/ 95 h 3"/>
                  <a:gd name="T2" fmla="*/ 77 w 3"/>
                  <a:gd name="T3" fmla="*/ 55 h 3"/>
                  <a:gd name="T4" fmla="*/ 33 w 3"/>
                  <a:gd name="T5" fmla="*/ 9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9" name="Freeform 201">
                <a:extLst>
                  <a:ext uri="{FF2B5EF4-FFF2-40B4-BE49-F238E27FC236}">
                    <a16:creationId xmlns:a16="http://schemas.microsoft.com/office/drawing/2014/main" id="{0191C184-26E1-463B-8DDA-EC597AA41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333"/>
                <a:ext cx="7" cy="12"/>
              </a:xfrm>
              <a:custGeom>
                <a:avLst/>
                <a:gdLst>
                  <a:gd name="T0" fmla="*/ 49 w 2"/>
                  <a:gd name="T1" fmla="*/ 64 h 3"/>
                  <a:gd name="T2" fmla="*/ 49 w 2"/>
                  <a:gd name="T3" fmla="*/ 192 h 3"/>
                  <a:gd name="T4" fmla="*/ 49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0" name="Freeform 202">
                <a:extLst>
                  <a:ext uri="{FF2B5EF4-FFF2-40B4-BE49-F238E27FC236}">
                    <a16:creationId xmlns:a16="http://schemas.microsoft.com/office/drawing/2014/main" id="{51DDBE37-5296-45FC-9ECD-14EF66F29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318"/>
                <a:ext cx="7" cy="12"/>
              </a:xfrm>
              <a:custGeom>
                <a:avLst/>
                <a:gdLst>
                  <a:gd name="T0" fmla="*/ 88 w 2"/>
                  <a:gd name="T1" fmla="*/ 64 h 3"/>
                  <a:gd name="T2" fmla="*/ 49 w 2"/>
                  <a:gd name="T3" fmla="*/ 192 h 3"/>
                  <a:gd name="T4" fmla="*/ 88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1" name="Freeform 203">
                <a:extLst>
                  <a:ext uri="{FF2B5EF4-FFF2-40B4-BE49-F238E27FC236}">
                    <a16:creationId xmlns:a16="http://schemas.microsoft.com/office/drawing/2014/main" id="{2B95381A-51A6-4985-8670-4247CE9E0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315"/>
                <a:ext cx="7" cy="7"/>
              </a:xfrm>
              <a:custGeom>
                <a:avLst/>
                <a:gdLst>
                  <a:gd name="T0" fmla="*/ 88 w 2"/>
                  <a:gd name="T1" fmla="*/ 49 h 2"/>
                  <a:gd name="T2" fmla="*/ 49 w 2"/>
                  <a:gd name="T3" fmla="*/ 88 h 2"/>
                  <a:gd name="T4" fmla="*/ 88 w 2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2" name="Freeform 204">
                <a:extLst>
                  <a:ext uri="{FF2B5EF4-FFF2-40B4-BE49-F238E27FC236}">
                    <a16:creationId xmlns:a16="http://schemas.microsoft.com/office/drawing/2014/main" id="{B4752AF3-C04C-4D66-A264-B930BFF99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307"/>
                <a:ext cx="7" cy="4"/>
              </a:xfrm>
              <a:custGeom>
                <a:avLst/>
                <a:gdLst>
                  <a:gd name="T0" fmla="*/ 49 w 2"/>
                  <a:gd name="T1" fmla="*/ 0 h 1"/>
                  <a:gd name="T2" fmla="*/ 49 w 2"/>
                  <a:gd name="T3" fmla="*/ 64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743" name="Group 205">
              <a:extLst>
                <a:ext uri="{FF2B5EF4-FFF2-40B4-BE49-F238E27FC236}">
                  <a16:creationId xmlns:a16="http://schemas.microsoft.com/office/drawing/2014/main" id="{3AD2C2EC-87D9-47A6-9BC6-EDF7FDDC01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" y="2300"/>
              <a:ext cx="317" cy="240"/>
              <a:chOff x="2676" y="2300"/>
              <a:chExt cx="317" cy="240"/>
            </a:xfrm>
          </p:grpSpPr>
          <p:sp>
            <p:nvSpPr>
              <p:cNvPr id="67883" name="Freeform 206">
                <a:extLst>
                  <a:ext uri="{FF2B5EF4-FFF2-40B4-BE49-F238E27FC236}">
                    <a16:creationId xmlns:a16="http://schemas.microsoft.com/office/drawing/2014/main" id="{B11AF049-3936-40F1-B937-B9BF7E150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00"/>
                <a:ext cx="4" cy="3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27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4" name="Freeform 207">
                <a:extLst>
                  <a:ext uri="{FF2B5EF4-FFF2-40B4-BE49-F238E27FC236}">
                    <a16:creationId xmlns:a16="http://schemas.microsoft.com/office/drawing/2014/main" id="{A7C166CA-BD77-44D8-B799-17409B4D2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322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5" name="Freeform 208">
                <a:extLst>
                  <a:ext uri="{FF2B5EF4-FFF2-40B4-BE49-F238E27FC236}">
                    <a16:creationId xmlns:a16="http://schemas.microsoft.com/office/drawing/2014/main" id="{B4D6880D-13DA-41A2-92A4-838635923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348"/>
                <a:ext cx="3" cy="8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128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6" name="Freeform 209">
                <a:extLst>
                  <a:ext uri="{FF2B5EF4-FFF2-40B4-BE49-F238E27FC236}">
                    <a16:creationId xmlns:a16="http://schemas.microsoft.com/office/drawing/2014/main" id="{C7843A7C-BAEA-4D94-8BC4-5658F910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45"/>
                <a:ext cx="7" cy="3"/>
              </a:xfrm>
              <a:custGeom>
                <a:avLst/>
                <a:gdLst>
                  <a:gd name="T0" fmla="*/ 49 w 2"/>
                  <a:gd name="T1" fmla="*/ 0 h 1"/>
                  <a:gd name="T2" fmla="*/ 49 w 2"/>
                  <a:gd name="T3" fmla="*/ 27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7" name="Freeform 210">
                <a:extLst>
                  <a:ext uri="{FF2B5EF4-FFF2-40B4-BE49-F238E27FC236}">
                    <a16:creationId xmlns:a16="http://schemas.microsoft.com/office/drawing/2014/main" id="{67EF5C56-867B-4DB4-ADBE-B8F2502A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390"/>
                <a:ext cx="10" cy="11"/>
              </a:xfrm>
              <a:custGeom>
                <a:avLst/>
                <a:gdLst>
                  <a:gd name="T0" fmla="*/ 77 w 3"/>
                  <a:gd name="T1" fmla="*/ 55 h 3"/>
                  <a:gd name="T2" fmla="*/ 33 w 3"/>
                  <a:gd name="T3" fmla="*/ 95 h 3"/>
                  <a:gd name="T4" fmla="*/ 77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8" name="Freeform 211">
                <a:extLst>
                  <a:ext uri="{FF2B5EF4-FFF2-40B4-BE49-F238E27FC236}">
                    <a16:creationId xmlns:a16="http://schemas.microsoft.com/office/drawing/2014/main" id="{611C59E6-B4E1-4A9C-BEF0-6536D717E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424"/>
                <a:ext cx="11" cy="11"/>
              </a:xfrm>
              <a:custGeom>
                <a:avLst/>
                <a:gdLst>
                  <a:gd name="T0" fmla="*/ 95 w 3"/>
                  <a:gd name="T1" fmla="*/ 55 h 3"/>
                  <a:gd name="T2" fmla="*/ 55 w 3"/>
                  <a:gd name="T3" fmla="*/ 95 h 3"/>
                  <a:gd name="T4" fmla="*/ 95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9" name="Freeform 212">
                <a:extLst>
                  <a:ext uri="{FF2B5EF4-FFF2-40B4-BE49-F238E27FC236}">
                    <a16:creationId xmlns:a16="http://schemas.microsoft.com/office/drawing/2014/main" id="{D77611A5-BD47-43A9-BB8F-C3EFFC278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435"/>
                <a:ext cx="11" cy="11"/>
              </a:xfrm>
              <a:custGeom>
                <a:avLst/>
                <a:gdLst>
                  <a:gd name="T0" fmla="*/ 147 w 3"/>
                  <a:gd name="T1" fmla="*/ 55 h 3"/>
                  <a:gd name="T2" fmla="*/ 55 w 3"/>
                  <a:gd name="T3" fmla="*/ 95 h 3"/>
                  <a:gd name="T4" fmla="*/ 147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1" y="3"/>
                      <a:pt x="1" y="2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0" name="Freeform 213">
                <a:extLst>
                  <a:ext uri="{FF2B5EF4-FFF2-40B4-BE49-F238E27FC236}">
                    <a16:creationId xmlns:a16="http://schemas.microsoft.com/office/drawing/2014/main" id="{03F47196-F7EB-4E56-B74A-7D974D63E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35"/>
                <a:ext cx="11" cy="11"/>
              </a:xfrm>
              <a:custGeom>
                <a:avLst/>
                <a:gdLst>
                  <a:gd name="T0" fmla="*/ 147 w 3"/>
                  <a:gd name="T1" fmla="*/ 55 h 3"/>
                  <a:gd name="T2" fmla="*/ 55 w 3"/>
                  <a:gd name="T3" fmla="*/ 95 h 3"/>
                  <a:gd name="T4" fmla="*/ 147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1" name="Freeform 214">
                <a:extLst>
                  <a:ext uri="{FF2B5EF4-FFF2-40B4-BE49-F238E27FC236}">
                    <a16:creationId xmlns:a16="http://schemas.microsoft.com/office/drawing/2014/main" id="{450686A1-02F7-4AE2-88F3-E2CBD1037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16"/>
                <a:ext cx="11" cy="11"/>
              </a:xfrm>
              <a:custGeom>
                <a:avLst/>
                <a:gdLst>
                  <a:gd name="T0" fmla="*/ 95 w 3"/>
                  <a:gd name="T1" fmla="*/ 55 h 3"/>
                  <a:gd name="T2" fmla="*/ 55 w 3"/>
                  <a:gd name="T3" fmla="*/ 147 h 3"/>
                  <a:gd name="T4" fmla="*/ 95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1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2" name="Freeform 215">
                <a:extLst>
                  <a:ext uri="{FF2B5EF4-FFF2-40B4-BE49-F238E27FC236}">
                    <a16:creationId xmlns:a16="http://schemas.microsoft.com/office/drawing/2014/main" id="{8475F9C2-15F3-4ADE-97F2-56303633F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01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0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3" name="Freeform 216">
                <a:extLst>
                  <a:ext uri="{FF2B5EF4-FFF2-40B4-BE49-F238E27FC236}">
                    <a16:creationId xmlns:a16="http://schemas.microsoft.com/office/drawing/2014/main" id="{96869753-57ED-47E2-AF48-5D8B831BA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390"/>
                <a:ext cx="11" cy="7"/>
              </a:xfrm>
              <a:custGeom>
                <a:avLst/>
                <a:gdLst>
                  <a:gd name="T0" fmla="*/ 95 w 3"/>
                  <a:gd name="T1" fmla="*/ 0 h 2"/>
                  <a:gd name="T2" fmla="*/ 55 w 3"/>
                  <a:gd name="T3" fmla="*/ 88 h 2"/>
                  <a:gd name="T4" fmla="*/ 9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4" name="Freeform 217">
                <a:extLst>
                  <a:ext uri="{FF2B5EF4-FFF2-40B4-BE49-F238E27FC236}">
                    <a16:creationId xmlns:a16="http://schemas.microsoft.com/office/drawing/2014/main" id="{41457ED9-7F5B-46E3-B67F-69404888E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394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49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5" name="Freeform 218">
                <a:extLst>
                  <a:ext uri="{FF2B5EF4-FFF2-40B4-BE49-F238E27FC236}">
                    <a16:creationId xmlns:a16="http://schemas.microsoft.com/office/drawing/2014/main" id="{39F1D2D7-5741-4B68-BDA8-DAAC40C1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90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6" name="Freeform 219">
                <a:extLst>
                  <a:ext uri="{FF2B5EF4-FFF2-40B4-BE49-F238E27FC236}">
                    <a16:creationId xmlns:a16="http://schemas.microsoft.com/office/drawing/2014/main" id="{7A526076-8F2C-467A-ABEC-BA3A77864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405"/>
                <a:ext cx="10" cy="7"/>
              </a:xfrm>
              <a:custGeom>
                <a:avLst/>
                <a:gdLst>
                  <a:gd name="T0" fmla="*/ 77 w 3"/>
                  <a:gd name="T1" fmla="*/ 0 h 2"/>
                  <a:gd name="T2" fmla="*/ 33 w 3"/>
                  <a:gd name="T3" fmla="*/ 88 h 2"/>
                  <a:gd name="T4" fmla="*/ 77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7" name="Freeform 220">
                <a:extLst>
                  <a:ext uri="{FF2B5EF4-FFF2-40B4-BE49-F238E27FC236}">
                    <a16:creationId xmlns:a16="http://schemas.microsoft.com/office/drawing/2014/main" id="{8055F0A2-4A23-462C-9B78-86C7A6169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420"/>
                <a:ext cx="11" cy="7"/>
              </a:xfrm>
              <a:custGeom>
                <a:avLst/>
                <a:gdLst>
                  <a:gd name="T0" fmla="*/ 147 w 3"/>
                  <a:gd name="T1" fmla="*/ 0 h 2"/>
                  <a:gd name="T2" fmla="*/ 55 w 3"/>
                  <a:gd name="T3" fmla="*/ 88 h 2"/>
                  <a:gd name="T4" fmla="*/ 147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8" name="Freeform 221">
                <a:extLst>
                  <a:ext uri="{FF2B5EF4-FFF2-40B4-BE49-F238E27FC236}">
                    <a16:creationId xmlns:a16="http://schemas.microsoft.com/office/drawing/2014/main" id="{0903046C-03FD-4466-90E3-26666FB77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431"/>
                <a:ext cx="7" cy="8"/>
              </a:xfrm>
              <a:custGeom>
                <a:avLst/>
                <a:gdLst>
                  <a:gd name="T0" fmla="*/ 88 w 2"/>
                  <a:gd name="T1" fmla="*/ 64 h 2"/>
                  <a:gd name="T2" fmla="*/ 49 w 2"/>
                  <a:gd name="T3" fmla="*/ 128 h 2"/>
                  <a:gd name="T4" fmla="*/ 88 w 2"/>
                  <a:gd name="T5" fmla="*/ 6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9" name="Freeform 222">
                <a:extLst>
                  <a:ext uri="{FF2B5EF4-FFF2-40B4-BE49-F238E27FC236}">
                    <a16:creationId xmlns:a16="http://schemas.microsoft.com/office/drawing/2014/main" id="{37462414-A0A6-4160-995B-D59237C1D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97"/>
                <a:ext cx="10" cy="12"/>
              </a:xfrm>
              <a:custGeom>
                <a:avLst/>
                <a:gdLst>
                  <a:gd name="T0" fmla="*/ 77 w 3"/>
                  <a:gd name="T1" fmla="*/ 64 h 3"/>
                  <a:gd name="T2" fmla="*/ 33 w 3"/>
                  <a:gd name="T3" fmla="*/ 192 h 3"/>
                  <a:gd name="T4" fmla="*/ 77 w 3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0" name="Freeform 223">
                <a:extLst>
                  <a:ext uri="{FF2B5EF4-FFF2-40B4-BE49-F238E27FC236}">
                    <a16:creationId xmlns:a16="http://schemas.microsoft.com/office/drawing/2014/main" id="{DE114521-F139-4273-AB00-52AD38749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12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1" name="Freeform 224">
                <a:extLst>
                  <a:ext uri="{FF2B5EF4-FFF2-40B4-BE49-F238E27FC236}">
                    <a16:creationId xmlns:a16="http://schemas.microsoft.com/office/drawing/2014/main" id="{2B99DB17-55C9-488F-909C-841150E1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75"/>
                <a:ext cx="8" cy="11"/>
              </a:xfrm>
              <a:custGeom>
                <a:avLst/>
                <a:gdLst>
                  <a:gd name="T0" fmla="*/ 128 w 2"/>
                  <a:gd name="T1" fmla="*/ 0 h 3"/>
                  <a:gd name="T2" fmla="*/ 64 w 2"/>
                  <a:gd name="T3" fmla="*/ 95 h 3"/>
                  <a:gd name="T4" fmla="*/ 12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2" name="Freeform 225">
                <a:extLst>
                  <a:ext uri="{FF2B5EF4-FFF2-40B4-BE49-F238E27FC236}">
                    <a16:creationId xmlns:a16="http://schemas.microsoft.com/office/drawing/2014/main" id="{831A717F-CBFD-4611-917E-000CF1A96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450"/>
                <a:ext cx="7" cy="4"/>
              </a:xfrm>
              <a:custGeom>
                <a:avLst/>
                <a:gdLst>
                  <a:gd name="T0" fmla="*/ 88 w 2"/>
                  <a:gd name="T1" fmla="*/ 0 h 1"/>
                  <a:gd name="T2" fmla="*/ 49 w 2"/>
                  <a:gd name="T3" fmla="*/ 64 h 1"/>
                  <a:gd name="T4" fmla="*/ 8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3" name="Freeform 226">
                <a:extLst>
                  <a:ext uri="{FF2B5EF4-FFF2-40B4-BE49-F238E27FC236}">
                    <a16:creationId xmlns:a16="http://schemas.microsoft.com/office/drawing/2014/main" id="{0DEC807A-DCD7-409F-A9A8-F9F823C97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57"/>
                <a:ext cx="7" cy="4"/>
              </a:xfrm>
              <a:custGeom>
                <a:avLst/>
                <a:gdLst>
                  <a:gd name="T0" fmla="*/ 88 w 2"/>
                  <a:gd name="T1" fmla="*/ 0 h 1"/>
                  <a:gd name="T2" fmla="*/ 0 w 2"/>
                  <a:gd name="T3" fmla="*/ 0 h 1"/>
                  <a:gd name="T4" fmla="*/ 8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4" name="Freeform 227">
                <a:extLst>
                  <a:ext uri="{FF2B5EF4-FFF2-40B4-BE49-F238E27FC236}">
                    <a16:creationId xmlns:a16="http://schemas.microsoft.com/office/drawing/2014/main" id="{0090C483-0CE3-446E-A765-6961BDD2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454"/>
                <a:ext cx="10" cy="7"/>
              </a:xfrm>
              <a:custGeom>
                <a:avLst/>
                <a:gdLst>
                  <a:gd name="T0" fmla="*/ 110 w 3"/>
                  <a:gd name="T1" fmla="*/ 49 h 2"/>
                  <a:gd name="T2" fmla="*/ 33 w 3"/>
                  <a:gd name="T3" fmla="*/ 49 h 2"/>
                  <a:gd name="T4" fmla="*/ 110 w 3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2"/>
                      <a:pt x="1" y="2"/>
                      <a:pt x="1" y="1"/>
                    </a:cubicBezTo>
                    <a:cubicBezTo>
                      <a:pt x="0" y="1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5" name="Freeform 228">
                <a:extLst>
                  <a:ext uri="{FF2B5EF4-FFF2-40B4-BE49-F238E27FC236}">
                    <a16:creationId xmlns:a16="http://schemas.microsoft.com/office/drawing/2014/main" id="{7A805F97-9B06-4E4A-BF7B-75ECE4EDF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371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0 w 2"/>
                  <a:gd name="T3" fmla="*/ 12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6" name="Freeform 229">
                <a:extLst>
                  <a:ext uri="{FF2B5EF4-FFF2-40B4-BE49-F238E27FC236}">
                    <a16:creationId xmlns:a16="http://schemas.microsoft.com/office/drawing/2014/main" id="{6356E9D9-800A-446F-BF99-0A685EB32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341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2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7" name="Freeform 230">
                <a:extLst>
                  <a:ext uri="{FF2B5EF4-FFF2-40B4-BE49-F238E27FC236}">
                    <a16:creationId xmlns:a16="http://schemas.microsoft.com/office/drawing/2014/main" id="{778EFDE8-3093-459B-94D8-6DCEDA10C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26"/>
                <a:ext cx="8" cy="11"/>
              </a:xfrm>
              <a:custGeom>
                <a:avLst/>
                <a:gdLst>
                  <a:gd name="T0" fmla="*/ 64 w 2"/>
                  <a:gd name="T1" fmla="*/ 55 h 3"/>
                  <a:gd name="T2" fmla="*/ 64 w 2"/>
                  <a:gd name="T3" fmla="*/ 147 h 3"/>
                  <a:gd name="T4" fmla="*/ 64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8" name="Freeform 231">
                <a:extLst>
                  <a:ext uri="{FF2B5EF4-FFF2-40B4-BE49-F238E27FC236}">
                    <a16:creationId xmlns:a16="http://schemas.microsoft.com/office/drawing/2014/main" id="{F36F3C49-A802-4AAA-8D93-7B226695F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427"/>
                <a:ext cx="11" cy="12"/>
              </a:xfrm>
              <a:custGeom>
                <a:avLst/>
                <a:gdLst>
                  <a:gd name="T0" fmla="*/ 95 w 3"/>
                  <a:gd name="T1" fmla="*/ 64 h 3"/>
                  <a:gd name="T2" fmla="*/ 55 w 3"/>
                  <a:gd name="T3" fmla="*/ 128 h 3"/>
                  <a:gd name="T4" fmla="*/ 95 w 3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9" name="Freeform 232">
                <a:extLst>
                  <a:ext uri="{FF2B5EF4-FFF2-40B4-BE49-F238E27FC236}">
                    <a16:creationId xmlns:a16="http://schemas.microsoft.com/office/drawing/2014/main" id="{7AF393F9-3724-459A-8661-0A29CE71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409"/>
                <a:ext cx="11" cy="7"/>
              </a:xfrm>
              <a:custGeom>
                <a:avLst/>
                <a:gdLst>
                  <a:gd name="T0" fmla="*/ 95 w 3"/>
                  <a:gd name="T1" fmla="*/ 0 h 2"/>
                  <a:gd name="T2" fmla="*/ 55 w 3"/>
                  <a:gd name="T3" fmla="*/ 88 h 2"/>
                  <a:gd name="T4" fmla="*/ 9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0" name="Freeform 233">
                <a:extLst>
                  <a:ext uri="{FF2B5EF4-FFF2-40B4-BE49-F238E27FC236}">
                    <a16:creationId xmlns:a16="http://schemas.microsoft.com/office/drawing/2014/main" id="{E9D5C684-6F48-43CE-B3C9-8FE97157B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409"/>
                <a:ext cx="7" cy="11"/>
              </a:xfrm>
              <a:custGeom>
                <a:avLst/>
                <a:gdLst>
                  <a:gd name="T0" fmla="*/ 88 w 2"/>
                  <a:gd name="T1" fmla="*/ 0 h 3"/>
                  <a:gd name="T2" fmla="*/ 0 w 2"/>
                  <a:gd name="T3" fmla="*/ 95 h 3"/>
                  <a:gd name="T4" fmla="*/ 8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0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1" name="Freeform 234">
                <a:extLst>
                  <a:ext uri="{FF2B5EF4-FFF2-40B4-BE49-F238E27FC236}">
                    <a16:creationId xmlns:a16="http://schemas.microsoft.com/office/drawing/2014/main" id="{1B0067CC-EC68-442D-A28C-C3204D5D1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390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49 w 2"/>
                  <a:gd name="T3" fmla="*/ 147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2" name="Freeform 235">
                <a:extLst>
                  <a:ext uri="{FF2B5EF4-FFF2-40B4-BE49-F238E27FC236}">
                    <a16:creationId xmlns:a16="http://schemas.microsoft.com/office/drawing/2014/main" id="{5B40CA1A-8143-4209-A8DE-9AE495905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94"/>
                <a:ext cx="4" cy="7"/>
              </a:xfrm>
              <a:custGeom>
                <a:avLst/>
                <a:gdLst>
                  <a:gd name="T0" fmla="*/ 0 w 1"/>
                  <a:gd name="T1" fmla="*/ 0 h 2"/>
                  <a:gd name="T2" fmla="*/ 64 w 1"/>
                  <a:gd name="T3" fmla="*/ 8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3" name="Freeform 236">
                <a:extLst>
                  <a:ext uri="{FF2B5EF4-FFF2-40B4-BE49-F238E27FC236}">
                    <a16:creationId xmlns:a16="http://schemas.microsoft.com/office/drawing/2014/main" id="{3E0B1B25-CF75-4D74-BEEE-762042CF8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79"/>
                <a:ext cx="7" cy="11"/>
              </a:xfrm>
              <a:custGeom>
                <a:avLst/>
                <a:gdLst>
                  <a:gd name="T0" fmla="*/ 88 w 2"/>
                  <a:gd name="T1" fmla="*/ 55 h 3"/>
                  <a:gd name="T2" fmla="*/ 0 w 2"/>
                  <a:gd name="T3" fmla="*/ 95 h 3"/>
                  <a:gd name="T4" fmla="*/ 88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4" name="Freeform 237">
                <a:extLst>
                  <a:ext uri="{FF2B5EF4-FFF2-40B4-BE49-F238E27FC236}">
                    <a16:creationId xmlns:a16="http://schemas.microsoft.com/office/drawing/2014/main" id="{F9E94DB4-32BE-48DD-AA1B-24C58942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360"/>
                <a:ext cx="7" cy="11"/>
              </a:xfrm>
              <a:custGeom>
                <a:avLst/>
                <a:gdLst>
                  <a:gd name="T0" fmla="*/ 49 w 2"/>
                  <a:gd name="T1" fmla="*/ 147 h 3"/>
                  <a:gd name="T2" fmla="*/ 88 w 2"/>
                  <a:gd name="T3" fmla="*/ 0 h 3"/>
                  <a:gd name="T4" fmla="*/ 49 w 2"/>
                  <a:gd name="T5" fmla="*/ 14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5" name="Freeform 238">
                <a:extLst>
                  <a:ext uri="{FF2B5EF4-FFF2-40B4-BE49-F238E27FC236}">
                    <a16:creationId xmlns:a16="http://schemas.microsoft.com/office/drawing/2014/main" id="{BF0354C3-D795-4FFE-A252-D14D76747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363"/>
                <a:ext cx="8" cy="8"/>
              </a:xfrm>
              <a:custGeom>
                <a:avLst/>
                <a:gdLst>
                  <a:gd name="T0" fmla="*/ 64 w 2"/>
                  <a:gd name="T1" fmla="*/ 0 h 2"/>
                  <a:gd name="T2" fmla="*/ 64 w 2"/>
                  <a:gd name="T3" fmla="*/ 128 h 2"/>
                  <a:gd name="T4" fmla="*/ 64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6" name="Freeform 239">
                <a:extLst>
                  <a:ext uri="{FF2B5EF4-FFF2-40B4-BE49-F238E27FC236}">
                    <a16:creationId xmlns:a16="http://schemas.microsoft.com/office/drawing/2014/main" id="{9D229BBE-D3C7-4EC5-9B13-A3FC3CBF8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379"/>
                <a:ext cx="3" cy="11"/>
              </a:xfrm>
              <a:custGeom>
                <a:avLst/>
                <a:gdLst>
                  <a:gd name="T0" fmla="*/ 27 w 1"/>
                  <a:gd name="T1" fmla="*/ 147 h 3"/>
                  <a:gd name="T2" fmla="*/ 27 w 1"/>
                  <a:gd name="T3" fmla="*/ 0 h 3"/>
                  <a:gd name="T4" fmla="*/ 27 w 1"/>
                  <a:gd name="T5" fmla="*/ 14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7" name="Freeform 240">
                <a:extLst>
                  <a:ext uri="{FF2B5EF4-FFF2-40B4-BE49-F238E27FC236}">
                    <a16:creationId xmlns:a16="http://schemas.microsoft.com/office/drawing/2014/main" id="{58B10892-D336-4351-A01E-4BE29B361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379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147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2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8" name="Freeform 241">
                <a:extLst>
                  <a:ext uri="{FF2B5EF4-FFF2-40B4-BE49-F238E27FC236}">
                    <a16:creationId xmlns:a16="http://schemas.microsoft.com/office/drawing/2014/main" id="{D6D64017-73FD-49B1-B351-DBE6F7CB9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333"/>
                <a:ext cx="11" cy="8"/>
              </a:xfrm>
              <a:custGeom>
                <a:avLst/>
                <a:gdLst>
                  <a:gd name="T0" fmla="*/ 55 w 3"/>
                  <a:gd name="T1" fmla="*/ 128 h 2"/>
                  <a:gd name="T2" fmla="*/ 147 w 3"/>
                  <a:gd name="T3" fmla="*/ 64 h 2"/>
                  <a:gd name="T4" fmla="*/ 55 w 3"/>
                  <a:gd name="T5" fmla="*/ 12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2" y="1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9" name="Freeform 242">
                <a:extLst>
                  <a:ext uri="{FF2B5EF4-FFF2-40B4-BE49-F238E27FC236}">
                    <a16:creationId xmlns:a16="http://schemas.microsoft.com/office/drawing/2014/main" id="{3543B1D5-8173-45E4-AF92-00EC1D3BF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337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0 w 2"/>
                  <a:gd name="T3" fmla="*/ 12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0" name="Freeform 243">
                <a:extLst>
                  <a:ext uri="{FF2B5EF4-FFF2-40B4-BE49-F238E27FC236}">
                    <a16:creationId xmlns:a16="http://schemas.microsoft.com/office/drawing/2014/main" id="{A0516C8E-A58E-489B-A8D8-9F1136A0F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409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0 w 2"/>
                  <a:gd name="T3" fmla="*/ 49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1" name="Freeform 244">
                <a:extLst>
                  <a:ext uri="{FF2B5EF4-FFF2-40B4-BE49-F238E27FC236}">
                    <a16:creationId xmlns:a16="http://schemas.microsoft.com/office/drawing/2014/main" id="{517E46DD-CF18-41C7-AF4C-17E25761C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348"/>
                <a:ext cx="42" cy="49"/>
              </a:xfrm>
              <a:custGeom>
                <a:avLst/>
                <a:gdLst>
                  <a:gd name="T0" fmla="*/ 515 w 12"/>
                  <a:gd name="T1" fmla="*/ 482 h 13"/>
                  <a:gd name="T2" fmla="*/ 259 w 12"/>
                  <a:gd name="T3" fmla="*/ 328 h 13"/>
                  <a:gd name="T4" fmla="*/ 49 w 12"/>
                  <a:gd name="T5" fmla="*/ 0 h 13"/>
                  <a:gd name="T6" fmla="*/ 0 w 12"/>
                  <a:gd name="T7" fmla="*/ 57 h 13"/>
                  <a:gd name="T8" fmla="*/ 259 w 12"/>
                  <a:gd name="T9" fmla="*/ 426 h 13"/>
                  <a:gd name="T10" fmla="*/ 392 w 12"/>
                  <a:gd name="T11" fmla="*/ 641 h 13"/>
                  <a:gd name="T12" fmla="*/ 480 w 12"/>
                  <a:gd name="T13" fmla="*/ 641 h 13"/>
                  <a:gd name="T14" fmla="*/ 515 w 12"/>
                  <a:gd name="T15" fmla="*/ 48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12" y="9"/>
                    </a:moveTo>
                    <a:cubicBezTo>
                      <a:pt x="11" y="8"/>
                      <a:pt x="10" y="8"/>
                      <a:pt x="6" y="6"/>
                    </a:cubicBezTo>
                    <a:cubicBezTo>
                      <a:pt x="3" y="4"/>
                      <a:pt x="2" y="2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4"/>
                      <a:pt x="2" y="5"/>
                      <a:pt x="6" y="8"/>
                    </a:cubicBezTo>
                    <a:cubicBezTo>
                      <a:pt x="8" y="9"/>
                      <a:pt x="9" y="11"/>
                      <a:pt x="9" y="12"/>
                    </a:cubicBezTo>
                    <a:cubicBezTo>
                      <a:pt x="9" y="13"/>
                      <a:pt x="10" y="13"/>
                      <a:pt x="11" y="12"/>
                    </a:cubicBezTo>
                    <a:cubicBezTo>
                      <a:pt x="12" y="12"/>
                      <a:pt x="11" y="9"/>
                      <a:pt x="12" y="9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2" name="Freeform 245">
                <a:extLst>
                  <a:ext uri="{FF2B5EF4-FFF2-40B4-BE49-F238E27FC236}">
                    <a16:creationId xmlns:a16="http://schemas.microsoft.com/office/drawing/2014/main" id="{09C0B009-D813-4DC0-88DD-D4E9BB31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367"/>
                <a:ext cx="158" cy="173"/>
              </a:xfrm>
              <a:custGeom>
                <a:avLst/>
                <a:gdLst>
                  <a:gd name="T0" fmla="*/ 1777 w 45"/>
                  <a:gd name="T1" fmla="*/ 425 h 46"/>
                  <a:gd name="T2" fmla="*/ 1257 w 45"/>
                  <a:gd name="T3" fmla="*/ 0 h 46"/>
                  <a:gd name="T4" fmla="*/ 1257 w 45"/>
                  <a:gd name="T5" fmla="*/ 0 h 46"/>
                  <a:gd name="T6" fmla="*/ 997 w 45"/>
                  <a:gd name="T7" fmla="*/ 0 h 46"/>
                  <a:gd name="T8" fmla="*/ 1173 w 45"/>
                  <a:gd name="T9" fmla="*/ 154 h 46"/>
                  <a:gd name="T10" fmla="*/ 1345 w 45"/>
                  <a:gd name="T11" fmla="*/ 425 h 46"/>
                  <a:gd name="T12" fmla="*/ 948 w 45"/>
                  <a:gd name="T13" fmla="*/ 327 h 46"/>
                  <a:gd name="T14" fmla="*/ 1085 w 45"/>
                  <a:gd name="T15" fmla="*/ 481 h 46"/>
                  <a:gd name="T16" fmla="*/ 776 w 45"/>
                  <a:gd name="T17" fmla="*/ 579 h 46"/>
                  <a:gd name="T18" fmla="*/ 776 w 45"/>
                  <a:gd name="T19" fmla="*/ 794 h 46"/>
                  <a:gd name="T20" fmla="*/ 741 w 45"/>
                  <a:gd name="T21" fmla="*/ 963 h 46"/>
                  <a:gd name="T22" fmla="*/ 481 w 45"/>
                  <a:gd name="T23" fmla="*/ 794 h 46"/>
                  <a:gd name="T24" fmla="*/ 309 w 45"/>
                  <a:gd name="T25" fmla="*/ 1230 h 46"/>
                  <a:gd name="T26" fmla="*/ 260 w 45"/>
                  <a:gd name="T27" fmla="*/ 538 h 46"/>
                  <a:gd name="T28" fmla="*/ 88 w 45"/>
                  <a:gd name="T29" fmla="*/ 579 h 46"/>
                  <a:gd name="T30" fmla="*/ 172 w 45"/>
                  <a:gd name="T31" fmla="*/ 1598 h 46"/>
                  <a:gd name="T32" fmla="*/ 1429 w 45"/>
                  <a:gd name="T33" fmla="*/ 2336 h 46"/>
                  <a:gd name="T34" fmla="*/ 1777 w 45"/>
                  <a:gd name="T35" fmla="*/ 1655 h 46"/>
                  <a:gd name="T36" fmla="*/ 1777 w 45"/>
                  <a:gd name="T37" fmla="*/ 425 h 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" h="46">
                    <a:moveTo>
                      <a:pt x="41" y="8"/>
                    </a:moveTo>
                    <a:cubicBezTo>
                      <a:pt x="38" y="3"/>
                      <a:pt x="34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1"/>
                      <a:pt x="25" y="1"/>
                      <a:pt x="23" y="0"/>
                    </a:cubicBezTo>
                    <a:cubicBezTo>
                      <a:pt x="25" y="1"/>
                      <a:pt x="26" y="2"/>
                      <a:pt x="27" y="3"/>
                    </a:cubicBezTo>
                    <a:cubicBezTo>
                      <a:pt x="29" y="5"/>
                      <a:pt x="30" y="7"/>
                      <a:pt x="31" y="8"/>
                    </a:cubicBezTo>
                    <a:cubicBezTo>
                      <a:pt x="29" y="8"/>
                      <a:pt x="24" y="8"/>
                      <a:pt x="22" y="6"/>
                    </a:cubicBezTo>
                    <a:cubicBezTo>
                      <a:pt x="24" y="9"/>
                      <a:pt x="25" y="9"/>
                      <a:pt x="25" y="9"/>
                    </a:cubicBezTo>
                    <a:cubicBezTo>
                      <a:pt x="22" y="10"/>
                      <a:pt x="21" y="12"/>
                      <a:pt x="18" y="11"/>
                    </a:cubicBezTo>
                    <a:cubicBezTo>
                      <a:pt x="18" y="12"/>
                      <a:pt x="18" y="13"/>
                      <a:pt x="18" y="15"/>
                    </a:cubicBezTo>
                    <a:cubicBezTo>
                      <a:pt x="17" y="16"/>
                      <a:pt x="17" y="18"/>
                      <a:pt x="17" y="18"/>
                    </a:cubicBezTo>
                    <a:cubicBezTo>
                      <a:pt x="17" y="18"/>
                      <a:pt x="12" y="18"/>
                      <a:pt x="11" y="15"/>
                    </a:cubicBezTo>
                    <a:cubicBezTo>
                      <a:pt x="10" y="16"/>
                      <a:pt x="9" y="21"/>
                      <a:pt x="7" y="23"/>
                    </a:cubicBezTo>
                    <a:cubicBezTo>
                      <a:pt x="8" y="22"/>
                      <a:pt x="3" y="12"/>
                      <a:pt x="6" y="10"/>
                    </a:cubicBezTo>
                    <a:cubicBezTo>
                      <a:pt x="5" y="10"/>
                      <a:pt x="4" y="11"/>
                      <a:pt x="2" y="11"/>
                    </a:cubicBezTo>
                    <a:cubicBezTo>
                      <a:pt x="0" y="16"/>
                      <a:pt x="0" y="23"/>
                      <a:pt x="4" y="30"/>
                    </a:cubicBezTo>
                    <a:cubicBezTo>
                      <a:pt x="10" y="42"/>
                      <a:pt x="29" y="46"/>
                      <a:pt x="33" y="44"/>
                    </a:cubicBezTo>
                    <a:cubicBezTo>
                      <a:pt x="37" y="42"/>
                      <a:pt x="39" y="37"/>
                      <a:pt x="41" y="31"/>
                    </a:cubicBezTo>
                    <a:cubicBezTo>
                      <a:pt x="43" y="25"/>
                      <a:pt x="45" y="14"/>
                      <a:pt x="41" y="8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3" name="Freeform 246">
                <a:extLst>
                  <a:ext uri="{FF2B5EF4-FFF2-40B4-BE49-F238E27FC236}">
                    <a16:creationId xmlns:a16="http://schemas.microsoft.com/office/drawing/2014/main" id="{10A043D8-8F84-46BE-8745-91237784A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348"/>
                <a:ext cx="7" cy="4"/>
              </a:xfrm>
              <a:custGeom>
                <a:avLst/>
                <a:gdLst>
                  <a:gd name="T0" fmla="*/ 88 w 2"/>
                  <a:gd name="T1" fmla="*/ 0 h 1"/>
                  <a:gd name="T2" fmla="*/ 88 w 2"/>
                  <a:gd name="T3" fmla="*/ 0 h 1"/>
                  <a:gd name="T4" fmla="*/ 49 w 2"/>
                  <a:gd name="T5" fmla="*/ 0 h 1"/>
                  <a:gd name="T6" fmla="*/ 49 w 2"/>
                  <a:gd name="T7" fmla="*/ 64 h 1"/>
                  <a:gd name="T8" fmla="*/ 88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4" name="Freeform 247">
                <a:extLst>
                  <a:ext uri="{FF2B5EF4-FFF2-40B4-BE49-F238E27FC236}">
                    <a16:creationId xmlns:a16="http://schemas.microsoft.com/office/drawing/2014/main" id="{7FC12673-71F9-4714-BA4E-7A2C2674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356"/>
                <a:ext cx="17" cy="23"/>
              </a:xfrm>
              <a:custGeom>
                <a:avLst/>
                <a:gdLst>
                  <a:gd name="T0" fmla="*/ 34 w 5"/>
                  <a:gd name="T1" fmla="*/ 0 h 6"/>
                  <a:gd name="T2" fmla="*/ 0 w 5"/>
                  <a:gd name="T3" fmla="*/ 280 h 6"/>
                  <a:gd name="T4" fmla="*/ 34 w 5"/>
                  <a:gd name="T5" fmla="*/ 337 h 6"/>
                  <a:gd name="T6" fmla="*/ 34 w 5"/>
                  <a:gd name="T7" fmla="*/ 222 h 6"/>
                  <a:gd name="T8" fmla="*/ 163 w 5"/>
                  <a:gd name="T9" fmla="*/ 58 h 6"/>
                  <a:gd name="T10" fmla="*/ 197 w 5"/>
                  <a:gd name="T11" fmla="*/ 0 h 6"/>
                  <a:gd name="T12" fmla="*/ 34 w 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5" name="Freeform 248">
                <a:extLst>
                  <a:ext uri="{FF2B5EF4-FFF2-40B4-BE49-F238E27FC236}">
                    <a16:creationId xmlns:a16="http://schemas.microsoft.com/office/drawing/2014/main" id="{2C47326E-BC59-4170-8741-94EDF3B11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52"/>
                <a:ext cx="127" cy="102"/>
              </a:xfrm>
              <a:custGeom>
                <a:avLst/>
                <a:gdLst>
                  <a:gd name="T0" fmla="*/ 1358 w 36"/>
                  <a:gd name="T1" fmla="*/ 370 h 27"/>
                  <a:gd name="T2" fmla="*/ 1182 w 36"/>
                  <a:gd name="T3" fmla="*/ 215 h 27"/>
                  <a:gd name="T4" fmla="*/ 1443 w 36"/>
                  <a:gd name="T5" fmla="*/ 215 h 27"/>
                  <a:gd name="T6" fmla="*/ 1580 w 36"/>
                  <a:gd name="T7" fmla="*/ 57 h 27"/>
                  <a:gd name="T8" fmla="*/ 1408 w 36"/>
                  <a:gd name="T9" fmla="*/ 159 h 27"/>
                  <a:gd name="T10" fmla="*/ 1182 w 36"/>
                  <a:gd name="T11" fmla="*/ 113 h 27"/>
                  <a:gd name="T12" fmla="*/ 1358 w 36"/>
                  <a:gd name="T13" fmla="*/ 113 h 27"/>
                  <a:gd name="T14" fmla="*/ 1492 w 36"/>
                  <a:gd name="T15" fmla="*/ 0 h 27"/>
                  <a:gd name="T16" fmla="*/ 1319 w 36"/>
                  <a:gd name="T17" fmla="*/ 57 h 27"/>
                  <a:gd name="T18" fmla="*/ 1147 w 36"/>
                  <a:gd name="T19" fmla="*/ 0 h 27"/>
                  <a:gd name="T20" fmla="*/ 833 w 36"/>
                  <a:gd name="T21" fmla="*/ 113 h 27"/>
                  <a:gd name="T22" fmla="*/ 699 w 36"/>
                  <a:gd name="T23" fmla="*/ 272 h 27"/>
                  <a:gd name="T24" fmla="*/ 699 w 36"/>
                  <a:gd name="T25" fmla="*/ 370 h 27"/>
                  <a:gd name="T26" fmla="*/ 797 w 36"/>
                  <a:gd name="T27" fmla="*/ 427 h 27"/>
                  <a:gd name="T28" fmla="*/ 748 w 36"/>
                  <a:gd name="T29" fmla="*/ 601 h 27"/>
                  <a:gd name="T30" fmla="*/ 660 w 36"/>
                  <a:gd name="T31" fmla="*/ 601 h 27"/>
                  <a:gd name="T32" fmla="*/ 610 w 36"/>
                  <a:gd name="T33" fmla="*/ 427 h 27"/>
                  <a:gd name="T34" fmla="*/ 522 w 36"/>
                  <a:gd name="T35" fmla="*/ 427 h 27"/>
                  <a:gd name="T36" fmla="*/ 88 w 36"/>
                  <a:gd name="T37" fmla="*/ 642 h 27"/>
                  <a:gd name="T38" fmla="*/ 0 w 36"/>
                  <a:gd name="T39" fmla="*/ 756 h 27"/>
                  <a:gd name="T40" fmla="*/ 226 w 36"/>
                  <a:gd name="T41" fmla="*/ 858 h 27"/>
                  <a:gd name="T42" fmla="*/ 434 w 36"/>
                  <a:gd name="T43" fmla="*/ 756 h 27"/>
                  <a:gd name="T44" fmla="*/ 487 w 36"/>
                  <a:gd name="T45" fmla="*/ 1454 h 27"/>
                  <a:gd name="T46" fmla="*/ 660 w 36"/>
                  <a:gd name="T47" fmla="*/ 1028 h 27"/>
                  <a:gd name="T48" fmla="*/ 921 w 36"/>
                  <a:gd name="T49" fmla="*/ 1186 h 27"/>
                  <a:gd name="T50" fmla="*/ 970 w 36"/>
                  <a:gd name="T51" fmla="*/ 1028 h 27"/>
                  <a:gd name="T52" fmla="*/ 970 w 36"/>
                  <a:gd name="T53" fmla="*/ 812 h 27"/>
                  <a:gd name="T54" fmla="*/ 1270 w 36"/>
                  <a:gd name="T55" fmla="*/ 699 h 27"/>
                  <a:gd name="T56" fmla="*/ 1147 w 36"/>
                  <a:gd name="T57" fmla="*/ 544 h 27"/>
                  <a:gd name="T58" fmla="*/ 1531 w 36"/>
                  <a:gd name="T59" fmla="*/ 642 h 27"/>
                  <a:gd name="T60" fmla="*/ 1358 w 36"/>
                  <a:gd name="T61" fmla="*/ 370 h 2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6" h="27">
                    <a:moveTo>
                      <a:pt x="31" y="7"/>
                    </a:moveTo>
                    <a:cubicBezTo>
                      <a:pt x="30" y="6"/>
                      <a:pt x="29" y="5"/>
                      <a:pt x="27" y="4"/>
                    </a:cubicBezTo>
                    <a:cubicBezTo>
                      <a:pt x="29" y="5"/>
                      <a:pt x="31" y="5"/>
                      <a:pt x="33" y="4"/>
                    </a:cubicBezTo>
                    <a:cubicBezTo>
                      <a:pt x="34" y="3"/>
                      <a:pt x="35" y="2"/>
                      <a:pt x="36" y="1"/>
                    </a:cubicBezTo>
                    <a:cubicBezTo>
                      <a:pt x="35" y="2"/>
                      <a:pt x="33" y="3"/>
                      <a:pt x="32" y="3"/>
                    </a:cubicBezTo>
                    <a:cubicBezTo>
                      <a:pt x="30" y="3"/>
                      <a:pt x="29" y="3"/>
                      <a:pt x="27" y="2"/>
                    </a:cubicBezTo>
                    <a:cubicBezTo>
                      <a:pt x="28" y="2"/>
                      <a:pt x="29" y="2"/>
                      <a:pt x="31" y="2"/>
                    </a:cubicBezTo>
                    <a:cubicBezTo>
                      <a:pt x="33" y="1"/>
                      <a:pt x="33" y="1"/>
                      <a:pt x="34" y="0"/>
                    </a:cubicBezTo>
                    <a:cubicBezTo>
                      <a:pt x="33" y="0"/>
                      <a:pt x="32" y="1"/>
                      <a:pt x="30" y="1"/>
                    </a:cubicBezTo>
                    <a:cubicBezTo>
                      <a:pt x="28" y="1"/>
                      <a:pt x="27" y="0"/>
                      <a:pt x="26" y="0"/>
                    </a:cubicBezTo>
                    <a:cubicBezTo>
                      <a:pt x="24" y="0"/>
                      <a:pt x="21" y="0"/>
                      <a:pt x="19" y="2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7" y="7"/>
                      <a:pt x="17" y="8"/>
                      <a:pt x="18" y="8"/>
                    </a:cubicBezTo>
                    <a:cubicBezTo>
                      <a:pt x="17" y="8"/>
                      <a:pt x="18" y="11"/>
                      <a:pt x="17" y="11"/>
                    </a:cubicBezTo>
                    <a:cubicBezTo>
                      <a:pt x="16" y="12"/>
                      <a:pt x="15" y="12"/>
                      <a:pt x="15" y="11"/>
                    </a:cubicBezTo>
                    <a:cubicBezTo>
                      <a:pt x="15" y="10"/>
                      <a:pt x="15" y="9"/>
                      <a:pt x="14" y="8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7" y="7"/>
                      <a:pt x="3" y="11"/>
                      <a:pt x="2" y="12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1" y="15"/>
                      <a:pt x="3" y="16"/>
                      <a:pt x="5" y="16"/>
                    </a:cubicBezTo>
                    <a:cubicBezTo>
                      <a:pt x="7" y="15"/>
                      <a:pt x="9" y="14"/>
                      <a:pt x="10" y="14"/>
                    </a:cubicBezTo>
                    <a:cubicBezTo>
                      <a:pt x="7" y="16"/>
                      <a:pt x="12" y="26"/>
                      <a:pt x="11" y="27"/>
                    </a:cubicBezTo>
                    <a:cubicBezTo>
                      <a:pt x="13" y="25"/>
                      <a:pt x="14" y="20"/>
                      <a:pt x="15" y="19"/>
                    </a:cubicBezTo>
                    <a:cubicBezTo>
                      <a:pt x="16" y="22"/>
                      <a:pt x="21" y="22"/>
                      <a:pt x="21" y="22"/>
                    </a:cubicBezTo>
                    <a:cubicBezTo>
                      <a:pt x="21" y="22"/>
                      <a:pt x="21" y="20"/>
                      <a:pt x="22" y="19"/>
                    </a:cubicBezTo>
                    <a:cubicBezTo>
                      <a:pt x="22" y="17"/>
                      <a:pt x="22" y="16"/>
                      <a:pt x="22" y="15"/>
                    </a:cubicBezTo>
                    <a:cubicBezTo>
                      <a:pt x="25" y="16"/>
                      <a:pt x="26" y="14"/>
                      <a:pt x="29" y="13"/>
                    </a:cubicBezTo>
                    <a:cubicBezTo>
                      <a:pt x="29" y="13"/>
                      <a:pt x="28" y="13"/>
                      <a:pt x="26" y="10"/>
                    </a:cubicBezTo>
                    <a:cubicBezTo>
                      <a:pt x="28" y="12"/>
                      <a:pt x="33" y="12"/>
                      <a:pt x="35" y="12"/>
                    </a:cubicBezTo>
                    <a:cubicBezTo>
                      <a:pt x="34" y="11"/>
                      <a:pt x="33" y="9"/>
                      <a:pt x="31" y="7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6" name="Freeform 249">
                <a:extLst>
                  <a:ext uri="{FF2B5EF4-FFF2-40B4-BE49-F238E27FC236}">
                    <a16:creationId xmlns:a16="http://schemas.microsoft.com/office/drawing/2014/main" id="{78242F2D-0C8C-4A5B-8F27-112AB79E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94"/>
                <a:ext cx="18" cy="37"/>
              </a:xfrm>
              <a:custGeom>
                <a:avLst/>
                <a:gdLst>
                  <a:gd name="T0" fmla="*/ 180 w 5"/>
                  <a:gd name="T1" fmla="*/ 0 h 10"/>
                  <a:gd name="T2" fmla="*/ 50 w 5"/>
                  <a:gd name="T3" fmla="*/ 207 h 10"/>
                  <a:gd name="T4" fmla="*/ 50 w 5"/>
                  <a:gd name="T5" fmla="*/ 507 h 10"/>
                  <a:gd name="T6" fmla="*/ 144 w 5"/>
                  <a:gd name="T7" fmla="*/ 152 h 10"/>
                  <a:gd name="T8" fmla="*/ 234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4" y="0"/>
                    </a:moveTo>
                    <a:cubicBezTo>
                      <a:pt x="3" y="1"/>
                      <a:pt x="1" y="2"/>
                      <a:pt x="1" y="4"/>
                    </a:cubicBezTo>
                    <a:cubicBezTo>
                      <a:pt x="0" y="6"/>
                      <a:pt x="0" y="8"/>
                      <a:pt x="1" y="10"/>
                    </a:cubicBezTo>
                    <a:cubicBezTo>
                      <a:pt x="1" y="7"/>
                      <a:pt x="1" y="5"/>
                      <a:pt x="3" y="3"/>
                    </a:cubicBezTo>
                    <a:cubicBezTo>
                      <a:pt x="3" y="2"/>
                      <a:pt x="5" y="0"/>
                      <a:pt x="5" y="0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7" name="Freeform 250">
                <a:extLst>
                  <a:ext uri="{FF2B5EF4-FFF2-40B4-BE49-F238E27FC236}">
                    <a16:creationId xmlns:a16="http://schemas.microsoft.com/office/drawing/2014/main" id="{1CC980DD-5D56-459F-9C59-5C3EE7F1A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382"/>
                <a:ext cx="14" cy="19"/>
              </a:xfrm>
              <a:custGeom>
                <a:avLst/>
                <a:gdLst>
                  <a:gd name="T0" fmla="*/ 172 w 4"/>
                  <a:gd name="T1" fmla="*/ 57 h 5"/>
                  <a:gd name="T2" fmla="*/ 0 w 4"/>
                  <a:gd name="T3" fmla="*/ 57 h 5"/>
                  <a:gd name="T4" fmla="*/ 0 w 4"/>
                  <a:gd name="T5" fmla="*/ 160 h 5"/>
                  <a:gd name="T6" fmla="*/ 49 w 4"/>
                  <a:gd name="T7" fmla="*/ 217 h 5"/>
                  <a:gd name="T8" fmla="*/ 137 w 4"/>
                  <a:gd name="T9" fmla="*/ 274 h 5"/>
                  <a:gd name="T10" fmla="*/ 49 w 4"/>
                  <a:gd name="T11" fmla="*/ 114 h 5"/>
                  <a:gd name="T12" fmla="*/ 137 w 4"/>
                  <a:gd name="T13" fmla="*/ 5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1" y="1"/>
                      <a:pt x="3" y="1"/>
                      <a:pt x="3" y="1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8" name="Freeform 251">
                <a:extLst>
                  <a:ext uri="{FF2B5EF4-FFF2-40B4-BE49-F238E27FC236}">
                    <a16:creationId xmlns:a16="http://schemas.microsoft.com/office/drawing/2014/main" id="{412B99CF-7842-4EB0-B677-4F83F0790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371"/>
                <a:ext cx="36" cy="11"/>
              </a:xfrm>
              <a:custGeom>
                <a:avLst/>
                <a:gdLst>
                  <a:gd name="T0" fmla="*/ 0 w 10"/>
                  <a:gd name="T1" fmla="*/ 95 h 3"/>
                  <a:gd name="T2" fmla="*/ 144 w 10"/>
                  <a:gd name="T3" fmla="*/ 0 h 3"/>
                  <a:gd name="T4" fmla="*/ 234 w 10"/>
                  <a:gd name="T5" fmla="*/ 0 h 3"/>
                  <a:gd name="T6" fmla="*/ 468 w 10"/>
                  <a:gd name="T7" fmla="*/ 147 h 3"/>
                  <a:gd name="T8" fmla="*/ 234 w 10"/>
                  <a:gd name="T9" fmla="*/ 55 h 3"/>
                  <a:gd name="T10" fmla="*/ 50 w 10"/>
                  <a:gd name="T11" fmla="*/ 9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8" y="0"/>
                      <a:pt x="8" y="1"/>
                      <a:pt x="10" y="3"/>
                    </a:cubicBezTo>
                    <a:cubicBezTo>
                      <a:pt x="8" y="2"/>
                      <a:pt x="7" y="1"/>
                      <a:pt x="5" y="1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9" name="Freeform 252">
                <a:extLst>
                  <a:ext uri="{FF2B5EF4-FFF2-40B4-BE49-F238E27FC236}">
                    <a16:creationId xmlns:a16="http://schemas.microsoft.com/office/drawing/2014/main" id="{B8B2CC72-AABE-4766-92DA-505A86921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386"/>
                <a:ext cx="39" cy="15"/>
              </a:xfrm>
              <a:custGeom>
                <a:avLst/>
                <a:gdLst>
                  <a:gd name="T0" fmla="*/ 0 w 11"/>
                  <a:gd name="T1" fmla="*/ 210 h 4"/>
                  <a:gd name="T2" fmla="*/ 177 w 11"/>
                  <a:gd name="T3" fmla="*/ 56 h 4"/>
                  <a:gd name="T4" fmla="*/ 489 w 11"/>
                  <a:gd name="T5" fmla="*/ 56 h 4"/>
                  <a:gd name="T6" fmla="*/ 262 w 11"/>
                  <a:gd name="T7" fmla="*/ 56 h 4"/>
                  <a:gd name="T8" fmla="*/ 177 w 11"/>
                  <a:gd name="T9" fmla="*/ 113 h 4"/>
                  <a:gd name="T10" fmla="*/ 50 w 11"/>
                  <a:gd name="T11" fmla="*/ 21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cubicBezTo>
                      <a:pt x="2" y="3"/>
                      <a:pt x="3" y="2"/>
                      <a:pt x="4" y="1"/>
                    </a:cubicBezTo>
                    <a:cubicBezTo>
                      <a:pt x="6" y="0"/>
                      <a:pt x="9" y="0"/>
                      <a:pt x="11" y="1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3" y="3"/>
                      <a:pt x="2" y="3"/>
                      <a:pt x="1" y="4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0" name="Freeform 253">
                <a:extLst>
                  <a:ext uri="{FF2B5EF4-FFF2-40B4-BE49-F238E27FC236}">
                    <a16:creationId xmlns:a16="http://schemas.microsoft.com/office/drawing/2014/main" id="{61EF02E5-C1F5-4C14-B761-9F4F4E262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56"/>
                <a:ext cx="14" cy="19"/>
              </a:xfrm>
              <a:custGeom>
                <a:avLst/>
                <a:gdLst>
                  <a:gd name="T0" fmla="*/ 0 w 4"/>
                  <a:gd name="T1" fmla="*/ 274 h 5"/>
                  <a:gd name="T2" fmla="*/ 172 w 4"/>
                  <a:gd name="T3" fmla="*/ 0 h 5"/>
                  <a:gd name="T4" fmla="*/ 88 w 4"/>
                  <a:gd name="T5" fmla="*/ 114 h 5"/>
                  <a:gd name="T6" fmla="*/ 0 w 4"/>
                  <a:gd name="T7" fmla="*/ 27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4"/>
                      <a:pt x="0" y="5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1" name="Freeform 254">
                <a:extLst>
                  <a:ext uri="{FF2B5EF4-FFF2-40B4-BE49-F238E27FC236}">
                    <a16:creationId xmlns:a16="http://schemas.microsoft.com/office/drawing/2014/main" id="{43961C45-C64E-4E19-905D-698548B56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360"/>
                <a:ext cx="7" cy="11"/>
              </a:xfrm>
              <a:custGeom>
                <a:avLst/>
                <a:gdLst>
                  <a:gd name="T0" fmla="*/ 0 w 2"/>
                  <a:gd name="T1" fmla="*/ 147 h 3"/>
                  <a:gd name="T2" fmla="*/ 49 w 2"/>
                  <a:gd name="T3" fmla="*/ 0 h 3"/>
                  <a:gd name="T4" fmla="*/ 88 w 2"/>
                  <a:gd name="T5" fmla="*/ 0 h 3"/>
                  <a:gd name="T6" fmla="*/ 0 w 2"/>
                  <a:gd name="T7" fmla="*/ 9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2" name="Freeform 255">
                <a:extLst>
                  <a:ext uri="{FF2B5EF4-FFF2-40B4-BE49-F238E27FC236}">
                    <a16:creationId xmlns:a16="http://schemas.microsoft.com/office/drawing/2014/main" id="{580EE386-8231-44AE-8931-4C2C68A69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360"/>
                <a:ext cx="35" cy="7"/>
              </a:xfrm>
              <a:custGeom>
                <a:avLst/>
                <a:gdLst>
                  <a:gd name="T0" fmla="*/ 0 w 10"/>
                  <a:gd name="T1" fmla="*/ 88 h 2"/>
                  <a:gd name="T2" fmla="*/ 308 w 10"/>
                  <a:gd name="T3" fmla="*/ 49 h 2"/>
                  <a:gd name="T4" fmla="*/ 431 w 10"/>
                  <a:gd name="T5" fmla="*/ 88 h 2"/>
                  <a:gd name="T6" fmla="*/ 259 w 10"/>
                  <a:gd name="T7" fmla="*/ 49 h 2"/>
                  <a:gd name="T8" fmla="*/ 0 w 10"/>
                  <a:gd name="T9" fmla="*/ 8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1" y="1"/>
                      <a:pt x="4" y="0"/>
                      <a:pt x="7" y="1"/>
                    </a:cubicBezTo>
                    <a:cubicBezTo>
                      <a:pt x="8" y="1"/>
                      <a:pt x="10" y="2"/>
                      <a:pt x="10" y="2"/>
                    </a:cubicBezTo>
                    <a:cubicBezTo>
                      <a:pt x="9" y="2"/>
                      <a:pt x="7" y="1"/>
                      <a:pt x="6" y="1"/>
                    </a:cubicBezTo>
                    <a:cubicBezTo>
                      <a:pt x="5" y="1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3" name="Freeform 256">
                <a:extLst>
                  <a:ext uri="{FF2B5EF4-FFF2-40B4-BE49-F238E27FC236}">
                    <a16:creationId xmlns:a16="http://schemas.microsoft.com/office/drawing/2014/main" id="{F9EDA79F-4001-4BA3-BF5E-19E7D8B89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397"/>
                <a:ext cx="7" cy="34"/>
              </a:xfrm>
              <a:custGeom>
                <a:avLst/>
                <a:gdLst>
                  <a:gd name="T0" fmla="*/ 49 w 2"/>
                  <a:gd name="T1" fmla="*/ 0 h 9"/>
                  <a:gd name="T2" fmla="*/ 0 w 2"/>
                  <a:gd name="T3" fmla="*/ 57 h 9"/>
                  <a:gd name="T4" fmla="*/ 0 w 2"/>
                  <a:gd name="T5" fmla="*/ 329 h 9"/>
                  <a:gd name="T6" fmla="*/ 88 w 2"/>
                  <a:gd name="T7" fmla="*/ 484 h 9"/>
                  <a:gd name="T8" fmla="*/ 0 w 2"/>
                  <a:gd name="T9" fmla="*/ 329 h 9"/>
                  <a:gd name="T10" fmla="*/ 49 w 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5"/>
                      <a:pt x="0" y="6"/>
                    </a:cubicBezTo>
                    <a:cubicBezTo>
                      <a:pt x="0" y="7"/>
                      <a:pt x="0" y="8"/>
                      <a:pt x="2" y="9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0" y="5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4" name="Freeform 257">
                <a:extLst>
                  <a:ext uri="{FF2B5EF4-FFF2-40B4-BE49-F238E27FC236}">
                    <a16:creationId xmlns:a16="http://schemas.microsoft.com/office/drawing/2014/main" id="{FC972778-A9B1-4829-ADB4-F5EDEFFF3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75"/>
                <a:ext cx="10" cy="19"/>
              </a:xfrm>
              <a:custGeom>
                <a:avLst/>
                <a:gdLst>
                  <a:gd name="T0" fmla="*/ 0 w 3"/>
                  <a:gd name="T1" fmla="*/ 0 h 5"/>
                  <a:gd name="T2" fmla="*/ 77 w 3"/>
                  <a:gd name="T3" fmla="*/ 160 h 5"/>
                  <a:gd name="T4" fmla="*/ 110 w 3"/>
                  <a:gd name="T5" fmla="*/ 274 h 5"/>
                  <a:gd name="T6" fmla="*/ 110 w 3"/>
                  <a:gd name="T7" fmla="*/ 160 h 5"/>
                  <a:gd name="T8" fmla="*/ 0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2" y="3"/>
                      <a:pt x="2" y="3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5" name="Freeform 258">
                <a:extLst>
                  <a:ext uri="{FF2B5EF4-FFF2-40B4-BE49-F238E27FC236}">
                    <a16:creationId xmlns:a16="http://schemas.microsoft.com/office/drawing/2014/main" id="{8712CE5B-03F0-469E-BE16-D0C91DC8F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382"/>
                <a:ext cx="11" cy="12"/>
              </a:xfrm>
              <a:custGeom>
                <a:avLst/>
                <a:gdLst>
                  <a:gd name="T0" fmla="*/ 0 w 3"/>
                  <a:gd name="T1" fmla="*/ 192 h 3"/>
                  <a:gd name="T2" fmla="*/ 55 w 3"/>
                  <a:gd name="T3" fmla="*/ 64 h 3"/>
                  <a:gd name="T4" fmla="*/ 147 w 3"/>
                  <a:gd name="T5" fmla="*/ 64 h 3"/>
                  <a:gd name="T6" fmla="*/ 0 w 3"/>
                  <a:gd name="T7" fmla="*/ 19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2" y="1"/>
                      <a:pt x="0" y="2"/>
                      <a:pt x="0" y="3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6" name="Freeform 259">
                <a:extLst>
                  <a:ext uri="{FF2B5EF4-FFF2-40B4-BE49-F238E27FC236}">
                    <a16:creationId xmlns:a16="http://schemas.microsoft.com/office/drawing/2014/main" id="{3D3D1390-2F79-4661-877D-68887BBC9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386"/>
                <a:ext cx="17" cy="8"/>
              </a:xfrm>
              <a:custGeom>
                <a:avLst/>
                <a:gdLst>
                  <a:gd name="T0" fmla="*/ 0 w 5"/>
                  <a:gd name="T1" fmla="*/ 128 h 2"/>
                  <a:gd name="T2" fmla="*/ 197 w 5"/>
                  <a:gd name="T3" fmla="*/ 0 h 2"/>
                  <a:gd name="T4" fmla="*/ 0 w 5"/>
                  <a:gd name="T5" fmla="*/ 12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7" name="Freeform 260">
                <a:extLst>
                  <a:ext uri="{FF2B5EF4-FFF2-40B4-BE49-F238E27FC236}">
                    <a16:creationId xmlns:a16="http://schemas.microsoft.com/office/drawing/2014/main" id="{55760105-C08A-4CFA-8B9A-0E18A460A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97"/>
                <a:ext cx="11" cy="19"/>
              </a:xfrm>
              <a:custGeom>
                <a:avLst/>
                <a:gdLst>
                  <a:gd name="T0" fmla="*/ 147 w 3"/>
                  <a:gd name="T1" fmla="*/ 0 h 5"/>
                  <a:gd name="T2" fmla="*/ 0 w 3"/>
                  <a:gd name="T3" fmla="*/ 274 h 5"/>
                  <a:gd name="T4" fmla="*/ 147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4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8" name="Freeform 261">
                <a:extLst>
                  <a:ext uri="{FF2B5EF4-FFF2-40B4-BE49-F238E27FC236}">
                    <a16:creationId xmlns:a16="http://schemas.microsoft.com/office/drawing/2014/main" id="{2F15C989-CC5F-428D-A1D4-2616520E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367"/>
                <a:ext cx="21" cy="8"/>
              </a:xfrm>
              <a:custGeom>
                <a:avLst/>
                <a:gdLst>
                  <a:gd name="T0" fmla="*/ 259 w 6"/>
                  <a:gd name="T1" fmla="*/ 128 h 2"/>
                  <a:gd name="T2" fmla="*/ 0 w 6"/>
                  <a:gd name="T3" fmla="*/ 128 h 2"/>
                  <a:gd name="T4" fmla="*/ 259 w 6"/>
                  <a:gd name="T5" fmla="*/ 12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0"/>
                      <a:pt x="1" y="1"/>
                      <a:pt x="0" y="2"/>
                    </a:cubicBezTo>
                    <a:cubicBezTo>
                      <a:pt x="1" y="1"/>
                      <a:pt x="4" y="1"/>
                      <a:pt x="6" y="2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9" name="Freeform 262">
                <a:extLst>
                  <a:ext uri="{FF2B5EF4-FFF2-40B4-BE49-F238E27FC236}">
                    <a16:creationId xmlns:a16="http://schemas.microsoft.com/office/drawing/2014/main" id="{7114FC77-EDD7-4EE0-90CC-BA7AD6117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60"/>
                <a:ext cx="10" cy="11"/>
              </a:xfrm>
              <a:custGeom>
                <a:avLst/>
                <a:gdLst>
                  <a:gd name="T0" fmla="*/ 110 w 3"/>
                  <a:gd name="T1" fmla="*/ 0 h 3"/>
                  <a:gd name="T2" fmla="*/ 0 w 3"/>
                  <a:gd name="T3" fmla="*/ 14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0" name="Freeform 263">
                <a:extLst>
                  <a:ext uri="{FF2B5EF4-FFF2-40B4-BE49-F238E27FC236}">
                    <a16:creationId xmlns:a16="http://schemas.microsoft.com/office/drawing/2014/main" id="{0A14C419-17CC-494E-921A-DC3DAE096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401"/>
                <a:ext cx="11" cy="30"/>
              </a:xfrm>
              <a:custGeom>
                <a:avLst/>
                <a:gdLst>
                  <a:gd name="T0" fmla="*/ 0 w 3"/>
                  <a:gd name="T1" fmla="*/ 0 h 8"/>
                  <a:gd name="T2" fmla="*/ 55 w 3"/>
                  <a:gd name="T3" fmla="*/ 56 h 8"/>
                  <a:gd name="T4" fmla="*/ 95 w 3"/>
                  <a:gd name="T5" fmla="*/ 113 h 8"/>
                  <a:gd name="T6" fmla="*/ 147 w 3"/>
                  <a:gd name="T7" fmla="*/ 154 h 8"/>
                  <a:gd name="T8" fmla="*/ 95 w 3"/>
                  <a:gd name="T9" fmla="*/ 424 h 8"/>
                  <a:gd name="T10" fmla="*/ 95 w 3"/>
                  <a:gd name="T11" fmla="*/ 154 h 8"/>
                  <a:gd name="T12" fmla="*/ 55 w 3"/>
                  <a:gd name="T13" fmla="*/ 113 h 8"/>
                  <a:gd name="T14" fmla="*/ 0 w 3"/>
                  <a:gd name="T15" fmla="*/ 56 h 8"/>
                  <a:gd name="T16" fmla="*/ 0 w 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4"/>
                      <a:pt x="2" y="7"/>
                      <a:pt x="2" y="8"/>
                    </a:cubicBezTo>
                    <a:cubicBezTo>
                      <a:pt x="2" y="6"/>
                      <a:pt x="2" y="5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1" name="Freeform 264">
                <a:extLst>
                  <a:ext uri="{FF2B5EF4-FFF2-40B4-BE49-F238E27FC236}">
                    <a16:creationId xmlns:a16="http://schemas.microsoft.com/office/drawing/2014/main" id="{AE1EBEAE-FFD2-4231-81E3-A68C8ADE9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390"/>
                <a:ext cx="14" cy="15"/>
              </a:xfrm>
              <a:custGeom>
                <a:avLst/>
                <a:gdLst>
                  <a:gd name="T0" fmla="*/ 88 w 4"/>
                  <a:gd name="T1" fmla="*/ 0 h 4"/>
                  <a:gd name="T2" fmla="*/ 172 w 4"/>
                  <a:gd name="T3" fmla="*/ 154 h 4"/>
                  <a:gd name="T4" fmla="*/ 88 w 4"/>
                  <a:gd name="T5" fmla="*/ 210 h 4"/>
                  <a:gd name="T6" fmla="*/ 0 w 4"/>
                  <a:gd name="T7" fmla="*/ 210 h 4"/>
                  <a:gd name="T8" fmla="*/ 88 w 4"/>
                  <a:gd name="T9" fmla="*/ 5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3" y="3"/>
                      <a:pt x="2" y="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2" name="Freeform 265">
                <a:extLst>
                  <a:ext uri="{FF2B5EF4-FFF2-40B4-BE49-F238E27FC236}">
                    <a16:creationId xmlns:a16="http://schemas.microsoft.com/office/drawing/2014/main" id="{1F19034B-B8FF-4300-AA64-57AB29807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382"/>
                <a:ext cx="17" cy="12"/>
              </a:xfrm>
              <a:custGeom>
                <a:avLst/>
                <a:gdLst>
                  <a:gd name="T0" fmla="*/ 0 w 5"/>
                  <a:gd name="T1" fmla="*/ 128 h 3"/>
                  <a:gd name="T2" fmla="*/ 116 w 5"/>
                  <a:gd name="T3" fmla="*/ 192 h 3"/>
                  <a:gd name="T4" fmla="*/ 197 w 5"/>
                  <a:gd name="T5" fmla="*/ 192 h 3"/>
                  <a:gd name="T6" fmla="*/ 116 w 5"/>
                  <a:gd name="T7" fmla="*/ 0 h 3"/>
                  <a:gd name="T8" fmla="*/ 82 w 5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4" y="1"/>
                      <a:pt x="3" y="2"/>
                      <a:pt x="2" y="2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3" name="Freeform 266">
                <a:extLst>
                  <a:ext uri="{FF2B5EF4-FFF2-40B4-BE49-F238E27FC236}">
                    <a16:creationId xmlns:a16="http://schemas.microsoft.com/office/drawing/2014/main" id="{11279E34-2FF2-49FA-9ED4-29BA5155C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71"/>
                <a:ext cx="10" cy="8"/>
              </a:xfrm>
              <a:custGeom>
                <a:avLst/>
                <a:gdLst>
                  <a:gd name="T0" fmla="*/ 0 w 3"/>
                  <a:gd name="T1" fmla="*/ 128 h 2"/>
                  <a:gd name="T2" fmla="*/ 77 w 3"/>
                  <a:gd name="T3" fmla="*/ 128 h 2"/>
                  <a:gd name="T4" fmla="*/ 110 w 3"/>
                  <a:gd name="T5" fmla="*/ 0 h 2"/>
                  <a:gd name="T6" fmla="*/ 0 w 3"/>
                  <a:gd name="T7" fmla="*/ 6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3" y="2"/>
                      <a:pt x="2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4" name="Freeform 267">
                <a:extLst>
                  <a:ext uri="{FF2B5EF4-FFF2-40B4-BE49-F238E27FC236}">
                    <a16:creationId xmlns:a16="http://schemas.microsoft.com/office/drawing/2014/main" id="{F2918760-D99A-43FE-8C0C-6168DA8D0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386"/>
                <a:ext cx="21" cy="15"/>
              </a:xfrm>
              <a:custGeom>
                <a:avLst/>
                <a:gdLst>
                  <a:gd name="T0" fmla="*/ 49 w 6"/>
                  <a:gd name="T1" fmla="*/ 154 h 4"/>
                  <a:gd name="T2" fmla="*/ 172 w 6"/>
                  <a:gd name="T3" fmla="*/ 56 h 4"/>
                  <a:gd name="T4" fmla="*/ 259 w 6"/>
                  <a:gd name="T5" fmla="*/ 56 h 4"/>
                  <a:gd name="T6" fmla="*/ 221 w 6"/>
                  <a:gd name="T7" fmla="*/ 0 h 4"/>
                  <a:gd name="T8" fmla="*/ 172 w 6"/>
                  <a:gd name="T9" fmla="*/ 0 h 4"/>
                  <a:gd name="T10" fmla="*/ 172 w 6"/>
                  <a:gd name="T11" fmla="*/ 56 h 4"/>
                  <a:gd name="T12" fmla="*/ 0 w 6"/>
                  <a:gd name="T13" fmla="*/ 21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2"/>
                      <a:pt x="1" y="2"/>
                      <a:pt x="0" y="4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5" name="Freeform 268">
                <a:extLst>
                  <a:ext uri="{FF2B5EF4-FFF2-40B4-BE49-F238E27FC236}">
                    <a16:creationId xmlns:a16="http://schemas.microsoft.com/office/drawing/2014/main" id="{2B081E25-90D4-4E2F-B8BE-0A9DF6EC7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05"/>
                <a:ext cx="7" cy="41"/>
              </a:xfrm>
              <a:custGeom>
                <a:avLst/>
                <a:gdLst>
                  <a:gd name="T0" fmla="*/ 88 w 2"/>
                  <a:gd name="T1" fmla="*/ 0 h 11"/>
                  <a:gd name="T2" fmla="*/ 88 w 2"/>
                  <a:gd name="T3" fmla="*/ 153 h 11"/>
                  <a:gd name="T4" fmla="*/ 88 w 2"/>
                  <a:gd name="T5" fmla="*/ 265 h 11"/>
                  <a:gd name="T6" fmla="*/ 0 w 2"/>
                  <a:gd name="T7" fmla="*/ 570 h 11"/>
                  <a:gd name="T8" fmla="*/ 49 w 2"/>
                  <a:gd name="T9" fmla="*/ 265 h 11"/>
                  <a:gd name="T10" fmla="*/ 88 w 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7"/>
                      <a:pt x="0" y="9"/>
                      <a:pt x="0" y="11"/>
                    </a:cubicBezTo>
                    <a:cubicBezTo>
                      <a:pt x="0" y="9"/>
                      <a:pt x="1" y="7"/>
                      <a:pt x="1" y="5"/>
                    </a:cubicBezTo>
                    <a:cubicBezTo>
                      <a:pt x="2" y="4"/>
                      <a:pt x="2" y="2"/>
                      <a:pt x="2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6" name="Freeform 269">
                <a:extLst>
                  <a:ext uri="{FF2B5EF4-FFF2-40B4-BE49-F238E27FC236}">
                    <a16:creationId xmlns:a16="http://schemas.microsoft.com/office/drawing/2014/main" id="{3CC1FCDD-00A3-43B3-A52F-110035F1D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371"/>
                <a:ext cx="120" cy="169"/>
              </a:xfrm>
              <a:custGeom>
                <a:avLst/>
                <a:gdLst>
                  <a:gd name="T0" fmla="*/ 1496 w 34"/>
                  <a:gd name="T1" fmla="*/ 789 h 45"/>
                  <a:gd name="T2" fmla="*/ 971 w 34"/>
                  <a:gd name="T3" fmla="*/ 0 h 45"/>
                  <a:gd name="T4" fmla="*/ 748 w 34"/>
                  <a:gd name="T5" fmla="*/ 0 h 45"/>
                  <a:gd name="T6" fmla="*/ 833 w 34"/>
                  <a:gd name="T7" fmla="*/ 113 h 45"/>
                  <a:gd name="T8" fmla="*/ 1009 w 34"/>
                  <a:gd name="T9" fmla="*/ 368 h 45"/>
                  <a:gd name="T10" fmla="*/ 611 w 34"/>
                  <a:gd name="T11" fmla="*/ 267 h 45"/>
                  <a:gd name="T12" fmla="*/ 748 w 34"/>
                  <a:gd name="T13" fmla="*/ 424 h 45"/>
                  <a:gd name="T14" fmla="*/ 438 w 34"/>
                  <a:gd name="T15" fmla="*/ 537 h 45"/>
                  <a:gd name="T16" fmla="*/ 438 w 34"/>
                  <a:gd name="T17" fmla="*/ 747 h 45"/>
                  <a:gd name="T18" fmla="*/ 399 w 34"/>
                  <a:gd name="T19" fmla="*/ 901 h 45"/>
                  <a:gd name="T20" fmla="*/ 138 w 34"/>
                  <a:gd name="T21" fmla="*/ 747 h 45"/>
                  <a:gd name="T22" fmla="*/ 0 w 34"/>
                  <a:gd name="T23" fmla="*/ 1115 h 45"/>
                  <a:gd name="T24" fmla="*/ 0 w 34"/>
                  <a:gd name="T25" fmla="*/ 1115 h 45"/>
                  <a:gd name="T26" fmla="*/ 138 w 34"/>
                  <a:gd name="T27" fmla="*/ 901 h 45"/>
                  <a:gd name="T28" fmla="*/ 438 w 34"/>
                  <a:gd name="T29" fmla="*/ 1059 h 45"/>
                  <a:gd name="T30" fmla="*/ 611 w 34"/>
                  <a:gd name="T31" fmla="*/ 691 h 45"/>
                  <a:gd name="T32" fmla="*/ 1009 w 34"/>
                  <a:gd name="T33" fmla="*/ 635 h 45"/>
                  <a:gd name="T34" fmla="*/ 1147 w 34"/>
                  <a:gd name="T35" fmla="*/ 1848 h 45"/>
                  <a:gd name="T36" fmla="*/ 399 w 34"/>
                  <a:gd name="T37" fmla="*/ 2058 h 45"/>
                  <a:gd name="T38" fmla="*/ 1182 w 34"/>
                  <a:gd name="T39" fmla="*/ 2114 h 45"/>
                  <a:gd name="T40" fmla="*/ 1496 w 34"/>
                  <a:gd name="T41" fmla="*/ 789 h 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" h="45">
                    <a:moveTo>
                      <a:pt x="34" y="15"/>
                    </a:moveTo>
                    <a:cubicBezTo>
                      <a:pt x="33" y="5"/>
                      <a:pt x="26" y="1"/>
                      <a:pt x="22" y="0"/>
                    </a:cubicBezTo>
                    <a:cubicBezTo>
                      <a:pt x="21" y="0"/>
                      <a:pt x="18" y="0"/>
                      <a:pt x="17" y="0"/>
                    </a:cubicBezTo>
                    <a:cubicBezTo>
                      <a:pt x="18" y="0"/>
                      <a:pt x="18" y="1"/>
                      <a:pt x="19" y="2"/>
                    </a:cubicBezTo>
                    <a:cubicBezTo>
                      <a:pt x="21" y="4"/>
                      <a:pt x="22" y="6"/>
                      <a:pt x="23" y="7"/>
                    </a:cubicBezTo>
                    <a:cubicBezTo>
                      <a:pt x="21" y="7"/>
                      <a:pt x="16" y="7"/>
                      <a:pt x="14" y="5"/>
                    </a:cubicBezTo>
                    <a:cubicBezTo>
                      <a:pt x="16" y="8"/>
                      <a:pt x="17" y="8"/>
                      <a:pt x="17" y="8"/>
                    </a:cubicBezTo>
                    <a:cubicBezTo>
                      <a:pt x="14" y="9"/>
                      <a:pt x="13" y="11"/>
                      <a:pt x="10" y="10"/>
                    </a:cubicBezTo>
                    <a:cubicBezTo>
                      <a:pt x="10" y="11"/>
                      <a:pt x="10" y="12"/>
                      <a:pt x="10" y="14"/>
                    </a:cubicBezTo>
                    <a:cubicBezTo>
                      <a:pt x="9" y="15"/>
                      <a:pt x="9" y="17"/>
                      <a:pt x="9" y="17"/>
                    </a:cubicBezTo>
                    <a:cubicBezTo>
                      <a:pt x="9" y="17"/>
                      <a:pt x="4" y="17"/>
                      <a:pt x="3" y="14"/>
                    </a:cubicBezTo>
                    <a:cubicBezTo>
                      <a:pt x="2" y="15"/>
                      <a:pt x="2" y="18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2" y="18"/>
                      <a:pt x="3" y="17"/>
                    </a:cubicBezTo>
                    <a:cubicBezTo>
                      <a:pt x="4" y="18"/>
                      <a:pt x="9" y="20"/>
                      <a:pt x="10" y="20"/>
                    </a:cubicBezTo>
                    <a:cubicBezTo>
                      <a:pt x="10" y="19"/>
                      <a:pt x="13" y="14"/>
                      <a:pt x="14" y="13"/>
                    </a:cubicBezTo>
                    <a:cubicBezTo>
                      <a:pt x="16" y="13"/>
                      <a:pt x="18" y="11"/>
                      <a:pt x="23" y="12"/>
                    </a:cubicBezTo>
                    <a:cubicBezTo>
                      <a:pt x="28" y="13"/>
                      <a:pt x="28" y="29"/>
                      <a:pt x="26" y="35"/>
                    </a:cubicBezTo>
                    <a:cubicBezTo>
                      <a:pt x="23" y="41"/>
                      <a:pt x="14" y="40"/>
                      <a:pt x="9" y="39"/>
                    </a:cubicBezTo>
                    <a:cubicBezTo>
                      <a:pt x="14" y="42"/>
                      <a:pt x="23" y="45"/>
                      <a:pt x="27" y="40"/>
                    </a:cubicBezTo>
                    <a:cubicBezTo>
                      <a:pt x="31" y="35"/>
                      <a:pt x="34" y="24"/>
                      <a:pt x="34" y="15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7" name="Freeform 270">
                <a:extLst>
                  <a:ext uri="{FF2B5EF4-FFF2-40B4-BE49-F238E27FC236}">
                    <a16:creationId xmlns:a16="http://schemas.microsoft.com/office/drawing/2014/main" id="{D6094A99-A97F-47A1-B071-615D555F1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450"/>
                <a:ext cx="24" cy="19"/>
              </a:xfrm>
              <a:custGeom>
                <a:avLst/>
                <a:gdLst>
                  <a:gd name="T0" fmla="*/ 165 w 7"/>
                  <a:gd name="T1" fmla="*/ 274 h 5"/>
                  <a:gd name="T2" fmla="*/ 199 w 7"/>
                  <a:gd name="T3" fmla="*/ 217 h 5"/>
                  <a:gd name="T4" fmla="*/ 199 w 7"/>
                  <a:gd name="T5" fmla="*/ 217 h 5"/>
                  <a:gd name="T6" fmla="*/ 199 w 7"/>
                  <a:gd name="T7" fmla="*/ 160 h 5"/>
                  <a:gd name="T8" fmla="*/ 247 w 7"/>
                  <a:gd name="T9" fmla="*/ 57 h 5"/>
                  <a:gd name="T10" fmla="*/ 247 w 7"/>
                  <a:gd name="T11" fmla="*/ 0 h 5"/>
                  <a:gd name="T12" fmla="*/ 199 w 7"/>
                  <a:gd name="T13" fmla="*/ 57 h 5"/>
                  <a:gd name="T14" fmla="*/ 165 w 7"/>
                  <a:gd name="T15" fmla="*/ 114 h 5"/>
                  <a:gd name="T16" fmla="*/ 82 w 7"/>
                  <a:gd name="T17" fmla="*/ 57 h 5"/>
                  <a:gd name="T18" fmla="*/ 0 w 7"/>
                  <a:gd name="T19" fmla="*/ 160 h 5"/>
                  <a:gd name="T20" fmla="*/ 117 w 7"/>
                  <a:gd name="T21" fmla="*/ 114 h 5"/>
                  <a:gd name="T22" fmla="*/ 165 w 7"/>
                  <a:gd name="T23" fmla="*/ 274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2"/>
                      <a:pt x="6" y="1"/>
                    </a:cubicBezTo>
                    <a:cubicBezTo>
                      <a:pt x="6" y="1"/>
                      <a:pt x="7" y="1"/>
                      <a:pt x="6" y="0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3"/>
                      <a:pt x="4" y="4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8" name="Freeform 271">
                <a:extLst>
                  <a:ext uri="{FF2B5EF4-FFF2-40B4-BE49-F238E27FC236}">
                    <a16:creationId xmlns:a16="http://schemas.microsoft.com/office/drawing/2014/main" id="{82D2AC38-F3C5-48AE-BC05-6C0994403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427"/>
                <a:ext cx="7" cy="23"/>
              </a:xfrm>
              <a:custGeom>
                <a:avLst/>
                <a:gdLst>
                  <a:gd name="T0" fmla="*/ 49 w 2"/>
                  <a:gd name="T1" fmla="*/ 337 h 6"/>
                  <a:gd name="T2" fmla="*/ 88 w 2"/>
                  <a:gd name="T3" fmla="*/ 222 h 6"/>
                  <a:gd name="T4" fmla="*/ 88 w 2"/>
                  <a:gd name="T5" fmla="*/ 0 h 6"/>
                  <a:gd name="T6" fmla="*/ 49 w 2"/>
                  <a:gd name="T7" fmla="*/ 176 h 6"/>
                  <a:gd name="T8" fmla="*/ 49 w 2"/>
                  <a:gd name="T9" fmla="*/ 222 h 6"/>
                  <a:gd name="T10" fmla="*/ 0 w 2"/>
                  <a:gd name="T11" fmla="*/ 280 h 6"/>
                  <a:gd name="T12" fmla="*/ 0 w 2"/>
                  <a:gd name="T13" fmla="*/ 337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5"/>
                      <a:pt x="1" y="4"/>
                      <a:pt x="2" y="4"/>
                    </a:cubicBezTo>
                    <a:cubicBezTo>
                      <a:pt x="2" y="3"/>
                      <a:pt x="1" y="1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9" name="Freeform 272">
                <a:extLst>
                  <a:ext uri="{FF2B5EF4-FFF2-40B4-BE49-F238E27FC236}">
                    <a16:creationId xmlns:a16="http://schemas.microsoft.com/office/drawing/2014/main" id="{81317197-F959-4F60-ABDA-5E5A4E91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431"/>
                <a:ext cx="11" cy="19"/>
              </a:xfrm>
              <a:custGeom>
                <a:avLst/>
                <a:gdLst>
                  <a:gd name="T0" fmla="*/ 147 w 3"/>
                  <a:gd name="T1" fmla="*/ 0 h 5"/>
                  <a:gd name="T2" fmla="*/ 95 w 3"/>
                  <a:gd name="T3" fmla="*/ 57 h 5"/>
                  <a:gd name="T4" fmla="*/ 95 w 3"/>
                  <a:gd name="T5" fmla="*/ 160 h 5"/>
                  <a:gd name="T6" fmla="*/ 55 w 3"/>
                  <a:gd name="T7" fmla="*/ 217 h 5"/>
                  <a:gd name="T8" fmla="*/ 0 w 3"/>
                  <a:gd name="T9" fmla="*/ 274 h 5"/>
                  <a:gd name="T10" fmla="*/ 0 w 3"/>
                  <a:gd name="T11" fmla="*/ 217 h 5"/>
                  <a:gd name="T12" fmla="*/ 55 w 3"/>
                  <a:gd name="T13" fmla="*/ 160 h 5"/>
                  <a:gd name="T14" fmla="*/ 55 w 3"/>
                  <a:gd name="T15" fmla="*/ 57 h 5"/>
                  <a:gd name="T16" fmla="*/ 95 w 3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0" name="Freeform 273">
                <a:extLst>
                  <a:ext uri="{FF2B5EF4-FFF2-40B4-BE49-F238E27FC236}">
                    <a16:creationId xmlns:a16="http://schemas.microsoft.com/office/drawing/2014/main" id="{221E79F3-8646-4E3F-8EBA-E6581F238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446"/>
                <a:ext cx="14" cy="19"/>
              </a:xfrm>
              <a:custGeom>
                <a:avLst/>
                <a:gdLst>
                  <a:gd name="T0" fmla="*/ 88 w 4"/>
                  <a:gd name="T1" fmla="*/ 274 h 5"/>
                  <a:gd name="T2" fmla="*/ 137 w 4"/>
                  <a:gd name="T3" fmla="*/ 160 h 5"/>
                  <a:gd name="T4" fmla="*/ 172 w 4"/>
                  <a:gd name="T5" fmla="*/ 114 h 5"/>
                  <a:gd name="T6" fmla="*/ 137 w 4"/>
                  <a:gd name="T7" fmla="*/ 57 h 5"/>
                  <a:gd name="T8" fmla="*/ 88 w 4"/>
                  <a:gd name="T9" fmla="*/ 0 h 5"/>
                  <a:gd name="T10" fmla="*/ 88 w 4"/>
                  <a:gd name="T11" fmla="*/ 57 h 5"/>
                  <a:gd name="T12" fmla="*/ 49 w 4"/>
                  <a:gd name="T13" fmla="*/ 57 h 5"/>
                  <a:gd name="T14" fmla="*/ 0 w 4"/>
                  <a:gd name="T15" fmla="*/ 114 h 5"/>
                  <a:gd name="T16" fmla="*/ 88 w 4"/>
                  <a:gd name="T17" fmla="*/ 160 h 5"/>
                  <a:gd name="T18" fmla="*/ 88 w 4"/>
                  <a:gd name="T19" fmla="*/ 274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1" name="Freeform 274">
                <a:extLst>
                  <a:ext uri="{FF2B5EF4-FFF2-40B4-BE49-F238E27FC236}">
                    <a16:creationId xmlns:a16="http://schemas.microsoft.com/office/drawing/2014/main" id="{450CF8DC-F436-46FB-A392-318305011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461"/>
                <a:ext cx="10" cy="19"/>
              </a:xfrm>
              <a:custGeom>
                <a:avLst/>
                <a:gdLst>
                  <a:gd name="T0" fmla="*/ 77 w 3"/>
                  <a:gd name="T1" fmla="*/ 160 h 5"/>
                  <a:gd name="T2" fmla="*/ 33 w 3"/>
                  <a:gd name="T3" fmla="*/ 274 h 5"/>
                  <a:gd name="T4" fmla="*/ 0 w 3"/>
                  <a:gd name="T5" fmla="*/ 217 h 5"/>
                  <a:gd name="T6" fmla="*/ 33 w 3"/>
                  <a:gd name="T7" fmla="*/ 160 h 5"/>
                  <a:gd name="T8" fmla="*/ 33 w 3"/>
                  <a:gd name="T9" fmla="*/ 57 h 5"/>
                  <a:gd name="T10" fmla="*/ 77 w 3"/>
                  <a:gd name="T11" fmla="*/ 0 h 5"/>
                  <a:gd name="T12" fmla="*/ 110 w 3"/>
                  <a:gd name="T13" fmla="*/ 114 h 5"/>
                  <a:gd name="T14" fmla="*/ 33 w 3"/>
                  <a:gd name="T15" fmla="*/ 16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2" name="Freeform 275">
                <a:extLst>
                  <a:ext uri="{FF2B5EF4-FFF2-40B4-BE49-F238E27FC236}">
                    <a16:creationId xmlns:a16="http://schemas.microsoft.com/office/drawing/2014/main" id="{5ADDEE67-CA25-4B44-88A7-87C1B2371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469"/>
                <a:ext cx="7" cy="7"/>
              </a:xfrm>
              <a:custGeom>
                <a:avLst/>
                <a:gdLst>
                  <a:gd name="T0" fmla="*/ 0 w 2"/>
                  <a:gd name="T1" fmla="*/ 49 h 2"/>
                  <a:gd name="T2" fmla="*/ 49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3" name="Freeform 276">
                <a:extLst>
                  <a:ext uri="{FF2B5EF4-FFF2-40B4-BE49-F238E27FC236}">
                    <a16:creationId xmlns:a16="http://schemas.microsoft.com/office/drawing/2014/main" id="{E65A0347-66B4-4D42-87F7-ABC726102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457"/>
                <a:ext cx="7" cy="19"/>
              </a:xfrm>
              <a:custGeom>
                <a:avLst/>
                <a:gdLst>
                  <a:gd name="T0" fmla="*/ 88 w 2"/>
                  <a:gd name="T1" fmla="*/ 0 h 5"/>
                  <a:gd name="T2" fmla="*/ 49 w 2"/>
                  <a:gd name="T3" fmla="*/ 160 h 5"/>
                  <a:gd name="T4" fmla="*/ 49 w 2"/>
                  <a:gd name="T5" fmla="*/ 274 h 5"/>
                  <a:gd name="T6" fmla="*/ 88 w 2"/>
                  <a:gd name="T7" fmla="*/ 160 h 5"/>
                  <a:gd name="T8" fmla="*/ 88 w 2"/>
                  <a:gd name="T9" fmla="*/ 57 h 5"/>
                  <a:gd name="T10" fmla="*/ 88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4" name="Freeform 277">
                <a:extLst>
                  <a:ext uri="{FF2B5EF4-FFF2-40B4-BE49-F238E27FC236}">
                    <a16:creationId xmlns:a16="http://schemas.microsoft.com/office/drawing/2014/main" id="{1B8302E3-F507-4AFC-917F-72649E55D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457"/>
                <a:ext cx="7" cy="12"/>
              </a:xfrm>
              <a:custGeom>
                <a:avLst/>
                <a:gdLst>
                  <a:gd name="T0" fmla="*/ 0 w 2"/>
                  <a:gd name="T1" fmla="*/ 192 h 3"/>
                  <a:gd name="T2" fmla="*/ 49 w 2"/>
                  <a:gd name="T3" fmla="*/ 64 h 3"/>
                  <a:gd name="T4" fmla="*/ 88 w 2"/>
                  <a:gd name="T5" fmla="*/ 64 h 3"/>
                  <a:gd name="T6" fmla="*/ 0 w 2"/>
                  <a:gd name="T7" fmla="*/ 19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5" name="Freeform 278">
                <a:extLst>
                  <a:ext uri="{FF2B5EF4-FFF2-40B4-BE49-F238E27FC236}">
                    <a16:creationId xmlns:a16="http://schemas.microsoft.com/office/drawing/2014/main" id="{F9E7D1D5-F364-43B3-9E14-C832AE970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461"/>
                <a:ext cx="7" cy="8"/>
              </a:xfrm>
              <a:custGeom>
                <a:avLst/>
                <a:gdLst>
                  <a:gd name="T0" fmla="*/ 0 w 2"/>
                  <a:gd name="T1" fmla="*/ 128 h 2"/>
                  <a:gd name="T2" fmla="*/ 88 w 2"/>
                  <a:gd name="T3" fmla="*/ 0 h 2"/>
                  <a:gd name="T4" fmla="*/ 49 w 2"/>
                  <a:gd name="T5" fmla="*/ 0 h 2"/>
                  <a:gd name="T6" fmla="*/ 0 w 2"/>
                  <a:gd name="T7" fmla="*/ 12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6" name="Freeform 279">
                <a:extLst>
                  <a:ext uri="{FF2B5EF4-FFF2-40B4-BE49-F238E27FC236}">
                    <a16:creationId xmlns:a16="http://schemas.microsoft.com/office/drawing/2014/main" id="{AC2AB073-B3E2-495B-9F99-C66AB888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476"/>
                <a:ext cx="7" cy="8"/>
              </a:xfrm>
              <a:custGeom>
                <a:avLst/>
                <a:gdLst>
                  <a:gd name="T0" fmla="*/ 49 w 2"/>
                  <a:gd name="T1" fmla="*/ 128 h 2"/>
                  <a:gd name="T2" fmla="*/ 88 w 2"/>
                  <a:gd name="T3" fmla="*/ 64 h 2"/>
                  <a:gd name="T4" fmla="*/ 0 w 2"/>
                  <a:gd name="T5" fmla="*/ 12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7" name="Freeform 280">
                <a:extLst>
                  <a:ext uri="{FF2B5EF4-FFF2-40B4-BE49-F238E27FC236}">
                    <a16:creationId xmlns:a16="http://schemas.microsoft.com/office/drawing/2014/main" id="{1C61798D-4AC9-483B-AD35-BB24EB1C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476"/>
                <a:ext cx="7" cy="8"/>
              </a:xfrm>
              <a:custGeom>
                <a:avLst/>
                <a:gdLst>
                  <a:gd name="T0" fmla="*/ 49 w 2"/>
                  <a:gd name="T1" fmla="*/ 128 h 2"/>
                  <a:gd name="T2" fmla="*/ 88 w 2"/>
                  <a:gd name="T3" fmla="*/ 64 h 2"/>
                  <a:gd name="T4" fmla="*/ 49 w 2"/>
                  <a:gd name="T5" fmla="*/ 12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8" name="Freeform 281">
                <a:extLst>
                  <a:ext uri="{FF2B5EF4-FFF2-40B4-BE49-F238E27FC236}">
                    <a16:creationId xmlns:a16="http://schemas.microsoft.com/office/drawing/2014/main" id="{B3F456F3-1CA8-4907-B453-B6CBFA891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487"/>
                <a:ext cx="4" cy="4"/>
              </a:xfrm>
              <a:custGeom>
                <a:avLst/>
                <a:gdLst>
                  <a:gd name="T0" fmla="*/ 0 w 1"/>
                  <a:gd name="T1" fmla="*/ 64 h 1"/>
                  <a:gd name="T2" fmla="*/ 64 w 1"/>
                  <a:gd name="T3" fmla="*/ 0 h 1"/>
                  <a:gd name="T4" fmla="*/ 0 w 1"/>
                  <a:gd name="T5" fmla="*/ 0 h 1"/>
                  <a:gd name="T6" fmla="*/ 0 w 1"/>
                  <a:gd name="T7" fmla="*/ 64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9" name="Freeform 282">
                <a:extLst>
                  <a:ext uri="{FF2B5EF4-FFF2-40B4-BE49-F238E27FC236}">
                    <a16:creationId xmlns:a16="http://schemas.microsoft.com/office/drawing/2014/main" id="{0725BC1C-E6D0-47EF-BA03-DD4C8335E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487"/>
                <a:ext cx="3" cy="8"/>
              </a:xfrm>
              <a:custGeom>
                <a:avLst/>
                <a:gdLst>
                  <a:gd name="T0" fmla="*/ 0 w 1"/>
                  <a:gd name="T1" fmla="*/ 128 h 2"/>
                  <a:gd name="T2" fmla="*/ 27 w 1"/>
                  <a:gd name="T3" fmla="*/ 64 h 2"/>
                  <a:gd name="T4" fmla="*/ 0 w 1"/>
                  <a:gd name="T5" fmla="*/ 64 h 2"/>
                  <a:gd name="T6" fmla="*/ 0 w 1"/>
                  <a:gd name="T7" fmla="*/ 12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0" name="Freeform 283">
                <a:extLst>
                  <a:ext uri="{FF2B5EF4-FFF2-40B4-BE49-F238E27FC236}">
                    <a16:creationId xmlns:a16="http://schemas.microsoft.com/office/drawing/2014/main" id="{0C98EE1A-9F83-4DCA-8251-42DF2D25A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484"/>
                <a:ext cx="7" cy="7"/>
              </a:xfrm>
              <a:custGeom>
                <a:avLst/>
                <a:gdLst>
                  <a:gd name="T0" fmla="*/ 49 w 2"/>
                  <a:gd name="T1" fmla="*/ 88 h 2"/>
                  <a:gd name="T2" fmla="*/ 88 w 2"/>
                  <a:gd name="T3" fmla="*/ 49 h 2"/>
                  <a:gd name="T4" fmla="*/ 49 w 2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1" name="Freeform 284">
                <a:extLst>
                  <a:ext uri="{FF2B5EF4-FFF2-40B4-BE49-F238E27FC236}">
                    <a16:creationId xmlns:a16="http://schemas.microsoft.com/office/drawing/2014/main" id="{D4D4306D-788B-4D60-8973-B2183AE39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469"/>
                <a:ext cx="7" cy="7"/>
              </a:xfrm>
              <a:custGeom>
                <a:avLst/>
                <a:gdLst>
                  <a:gd name="T0" fmla="*/ 49 w 2"/>
                  <a:gd name="T1" fmla="*/ 88 h 2"/>
                  <a:gd name="T2" fmla="*/ 88 w 2"/>
                  <a:gd name="T3" fmla="*/ 49 h 2"/>
                  <a:gd name="T4" fmla="*/ 49 w 2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2" name="Freeform 285">
                <a:extLst>
                  <a:ext uri="{FF2B5EF4-FFF2-40B4-BE49-F238E27FC236}">
                    <a16:creationId xmlns:a16="http://schemas.microsoft.com/office/drawing/2014/main" id="{8137509E-7C0E-4FE0-B020-E2D1E9E2D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50"/>
                <a:ext cx="7" cy="7"/>
              </a:xfrm>
              <a:custGeom>
                <a:avLst/>
                <a:gdLst>
                  <a:gd name="T0" fmla="*/ 49 w 2"/>
                  <a:gd name="T1" fmla="*/ 88 h 2"/>
                  <a:gd name="T2" fmla="*/ 88 w 2"/>
                  <a:gd name="T3" fmla="*/ 49 h 2"/>
                  <a:gd name="T4" fmla="*/ 49 w 2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3" name="Freeform 286">
                <a:extLst>
                  <a:ext uri="{FF2B5EF4-FFF2-40B4-BE49-F238E27FC236}">
                    <a16:creationId xmlns:a16="http://schemas.microsoft.com/office/drawing/2014/main" id="{9DF01E4F-C24F-496B-8515-501C165F5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450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0 w 2"/>
                  <a:gd name="T5" fmla="*/ 0 h 2"/>
                  <a:gd name="T6" fmla="*/ 49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4" name="Freeform 287">
                <a:extLst>
                  <a:ext uri="{FF2B5EF4-FFF2-40B4-BE49-F238E27FC236}">
                    <a16:creationId xmlns:a16="http://schemas.microsoft.com/office/drawing/2014/main" id="{5EE44480-4141-48D1-851E-043A2A5CE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435"/>
                <a:ext cx="3" cy="7"/>
              </a:xfrm>
              <a:custGeom>
                <a:avLst/>
                <a:gdLst>
                  <a:gd name="T0" fmla="*/ 27 w 1"/>
                  <a:gd name="T1" fmla="*/ 49 h 2"/>
                  <a:gd name="T2" fmla="*/ 0 w 1"/>
                  <a:gd name="T3" fmla="*/ 88 h 2"/>
                  <a:gd name="T4" fmla="*/ 27 w 1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5" name="Freeform 288">
                <a:extLst>
                  <a:ext uri="{FF2B5EF4-FFF2-40B4-BE49-F238E27FC236}">
                    <a16:creationId xmlns:a16="http://schemas.microsoft.com/office/drawing/2014/main" id="{D1793BF2-8B1B-4A30-A976-41959CBD3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450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0 w 2"/>
                  <a:gd name="T5" fmla="*/ 49 h 2"/>
                  <a:gd name="T6" fmla="*/ 49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6" name="Freeform 289">
                <a:extLst>
                  <a:ext uri="{FF2B5EF4-FFF2-40B4-BE49-F238E27FC236}">
                    <a16:creationId xmlns:a16="http://schemas.microsoft.com/office/drawing/2014/main" id="{5660A30F-85B5-4D0E-8F92-F1F8EA00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69"/>
                <a:ext cx="3" cy="11"/>
              </a:xfrm>
              <a:custGeom>
                <a:avLst/>
                <a:gdLst>
                  <a:gd name="T0" fmla="*/ 27 w 1"/>
                  <a:gd name="T1" fmla="*/ 55 h 3"/>
                  <a:gd name="T2" fmla="*/ 0 w 1"/>
                  <a:gd name="T3" fmla="*/ 147 h 3"/>
                  <a:gd name="T4" fmla="*/ 27 w 1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7" name="Freeform 290">
                <a:extLst>
                  <a:ext uri="{FF2B5EF4-FFF2-40B4-BE49-F238E27FC236}">
                    <a16:creationId xmlns:a16="http://schemas.microsoft.com/office/drawing/2014/main" id="{C4ECEF1F-7AC1-4975-87B0-A69BD759B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465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8" name="Freeform 291">
                <a:extLst>
                  <a:ext uri="{FF2B5EF4-FFF2-40B4-BE49-F238E27FC236}">
                    <a16:creationId xmlns:a16="http://schemas.microsoft.com/office/drawing/2014/main" id="{49B43B62-2F75-49A8-93B6-7331F73EF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487"/>
                <a:ext cx="7" cy="8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128 h 2"/>
                  <a:gd name="T4" fmla="*/ 49 w 2"/>
                  <a:gd name="T5" fmla="*/ 0 h 2"/>
                  <a:gd name="T6" fmla="*/ 88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9" name="Freeform 292">
                <a:extLst>
                  <a:ext uri="{FF2B5EF4-FFF2-40B4-BE49-F238E27FC236}">
                    <a16:creationId xmlns:a16="http://schemas.microsoft.com/office/drawing/2014/main" id="{5802DD66-519E-4E02-AC0A-68E0FA0C2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487"/>
                <a:ext cx="3" cy="12"/>
              </a:xfrm>
              <a:custGeom>
                <a:avLst/>
                <a:gdLst>
                  <a:gd name="T0" fmla="*/ 27 w 1"/>
                  <a:gd name="T1" fmla="*/ 64 h 3"/>
                  <a:gd name="T2" fmla="*/ 0 w 1"/>
                  <a:gd name="T3" fmla="*/ 64 h 3"/>
                  <a:gd name="T4" fmla="*/ 0 w 1"/>
                  <a:gd name="T5" fmla="*/ 192 h 3"/>
                  <a:gd name="T6" fmla="*/ 0 w 1"/>
                  <a:gd name="T7" fmla="*/ 64 h 3"/>
                  <a:gd name="T8" fmla="*/ 27 w 1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0" name="Freeform 293">
                <a:extLst>
                  <a:ext uri="{FF2B5EF4-FFF2-40B4-BE49-F238E27FC236}">
                    <a16:creationId xmlns:a16="http://schemas.microsoft.com/office/drawing/2014/main" id="{DA2B0811-EFBE-4501-9C9B-84B6305C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506"/>
                <a:ext cx="3" cy="4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27 w 1"/>
                  <a:gd name="T5" fmla="*/ 64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1" name="Freeform 294">
                <a:extLst>
                  <a:ext uri="{FF2B5EF4-FFF2-40B4-BE49-F238E27FC236}">
                    <a16:creationId xmlns:a16="http://schemas.microsoft.com/office/drawing/2014/main" id="{2BD23C16-64D0-4CA1-A5F8-9D30C5C7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499"/>
                <a:ext cx="4" cy="7"/>
              </a:xfrm>
              <a:custGeom>
                <a:avLst/>
                <a:gdLst>
                  <a:gd name="T0" fmla="*/ 64 w 1"/>
                  <a:gd name="T1" fmla="*/ 0 h 2"/>
                  <a:gd name="T2" fmla="*/ 0 w 1"/>
                  <a:gd name="T3" fmla="*/ 88 h 2"/>
                  <a:gd name="T4" fmla="*/ 64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2" name="Freeform 295">
                <a:extLst>
                  <a:ext uri="{FF2B5EF4-FFF2-40B4-BE49-F238E27FC236}">
                    <a16:creationId xmlns:a16="http://schemas.microsoft.com/office/drawing/2014/main" id="{BCEE144A-6CA6-4872-B1E5-515470F1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499"/>
                <a:ext cx="4" cy="7"/>
              </a:xfrm>
              <a:custGeom>
                <a:avLst/>
                <a:gdLst>
                  <a:gd name="T0" fmla="*/ 64 w 1"/>
                  <a:gd name="T1" fmla="*/ 0 h 2"/>
                  <a:gd name="T2" fmla="*/ 64 w 1"/>
                  <a:gd name="T3" fmla="*/ 88 h 2"/>
                  <a:gd name="T4" fmla="*/ 64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3" name="Freeform 296">
                <a:extLst>
                  <a:ext uri="{FF2B5EF4-FFF2-40B4-BE49-F238E27FC236}">
                    <a16:creationId xmlns:a16="http://schemas.microsoft.com/office/drawing/2014/main" id="{9EC8D8E8-062C-44C8-9751-B46763B4B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427"/>
                <a:ext cx="3" cy="8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128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4" name="Freeform 297">
                <a:extLst>
                  <a:ext uri="{FF2B5EF4-FFF2-40B4-BE49-F238E27FC236}">
                    <a16:creationId xmlns:a16="http://schemas.microsoft.com/office/drawing/2014/main" id="{3C7B2BDE-19C4-45C9-9B6B-3A5094DA7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420"/>
                <a:ext cx="4" cy="7"/>
              </a:xfrm>
              <a:custGeom>
                <a:avLst/>
                <a:gdLst>
                  <a:gd name="T0" fmla="*/ 64 w 1"/>
                  <a:gd name="T1" fmla="*/ 0 h 2"/>
                  <a:gd name="T2" fmla="*/ 0 w 1"/>
                  <a:gd name="T3" fmla="*/ 88 h 2"/>
                  <a:gd name="T4" fmla="*/ 64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5" name="Freeform 298">
                <a:extLst>
                  <a:ext uri="{FF2B5EF4-FFF2-40B4-BE49-F238E27FC236}">
                    <a16:creationId xmlns:a16="http://schemas.microsoft.com/office/drawing/2014/main" id="{9F6CABFD-4724-46D1-B8AF-CF9125A6D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442"/>
                <a:ext cx="1" cy="4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64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6" name="Freeform 299">
                <a:extLst>
                  <a:ext uri="{FF2B5EF4-FFF2-40B4-BE49-F238E27FC236}">
                    <a16:creationId xmlns:a16="http://schemas.microsoft.com/office/drawing/2014/main" id="{AAB034B9-0C48-495B-960A-A37C0BDBD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457"/>
                <a:ext cx="3" cy="8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128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7" name="Freeform 300">
                <a:extLst>
                  <a:ext uri="{FF2B5EF4-FFF2-40B4-BE49-F238E27FC236}">
                    <a16:creationId xmlns:a16="http://schemas.microsoft.com/office/drawing/2014/main" id="{A014AF73-783F-4BE2-ABFD-E2366DAA5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420"/>
                <a:ext cx="4" cy="7"/>
              </a:xfrm>
              <a:custGeom>
                <a:avLst/>
                <a:gdLst>
                  <a:gd name="T0" fmla="*/ 64 w 1"/>
                  <a:gd name="T1" fmla="*/ 0 h 2"/>
                  <a:gd name="T2" fmla="*/ 64 w 1"/>
                  <a:gd name="T3" fmla="*/ 88 h 2"/>
                  <a:gd name="T4" fmla="*/ 0 w 1"/>
                  <a:gd name="T5" fmla="*/ 0 h 2"/>
                  <a:gd name="T6" fmla="*/ 64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8" name="Freeform 301">
                <a:extLst>
                  <a:ext uri="{FF2B5EF4-FFF2-40B4-BE49-F238E27FC236}">
                    <a16:creationId xmlns:a16="http://schemas.microsoft.com/office/drawing/2014/main" id="{8707CB5D-7C99-4BFD-B1FC-0281E5E7F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409"/>
                <a:ext cx="3" cy="7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88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9" name="Freeform 302">
                <a:extLst>
                  <a:ext uri="{FF2B5EF4-FFF2-40B4-BE49-F238E27FC236}">
                    <a16:creationId xmlns:a16="http://schemas.microsoft.com/office/drawing/2014/main" id="{9F3A4544-CD41-4606-8136-DA988839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435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0" name="Freeform 303">
                <a:extLst>
                  <a:ext uri="{FF2B5EF4-FFF2-40B4-BE49-F238E27FC236}">
                    <a16:creationId xmlns:a16="http://schemas.microsoft.com/office/drawing/2014/main" id="{F7428320-A99D-4152-AC3B-BA2182AC5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484"/>
                <a:ext cx="4" cy="7"/>
              </a:xfrm>
              <a:custGeom>
                <a:avLst/>
                <a:gdLst>
                  <a:gd name="T0" fmla="*/ 64 w 1"/>
                  <a:gd name="T1" fmla="*/ 0 h 2"/>
                  <a:gd name="T2" fmla="*/ 64 w 1"/>
                  <a:gd name="T3" fmla="*/ 88 h 2"/>
                  <a:gd name="T4" fmla="*/ 64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1" name="Freeform 304">
                <a:extLst>
                  <a:ext uri="{FF2B5EF4-FFF2-40B4-BE49-F238E27FC236}">
                    <a16:creationId xmlns:a16="http://schemas.microsoft.com/office/drawing/2014/main" id="{394D0A96-75FC-4FA3-B9D7-85E85C4F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495"/>
                <a:ext cx="3" cy="7"/>
              </a:xfrm>
              <a:custGeom>
                <a:avLst/>
                <a:gdLst>
                  <a:gd name="T0" fmla="*/ 27 w 1"/>
                  <a:gd name="T1" fmla="*/ 49 h 2"/>
                  <a:gd name="T2" fmla="*/ 27 w 1"/>
                  <a:gd name="T3" fmla="*/ 88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2" name="Freeform 305">
                <a:extLst>
                  <a:ext uri="{FF2B5EF4-FFF2-40B4-BE49-F238E27FC236}">
                    <a16:creationId xmlns:a16="http://schemas.microsoft.com/office/drawing/2014/main" id="{7C87884D-C8CD-423C-A0EB-6A9556F5F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442"/>
                <a:ext cx="1" cy="4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64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3" name="Freeform 306">
                <a:extLst>
                  <a:ext uri="{FF2B5EF4-FFF2-40B4-BE49-F238E27FC236}">
                    <a16:creationId xmlns:a16="http://schemas.microsoft.com/office/drawing/2014/main" id="{B562B120-66D1-4777-A5D1-4AF9E7B6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439"/>
                <a:ext cx="4" cy="7"/>
              </a:xfrm>
              <a:custGeom>
                <a:avLst/>
                <a:gdLst>
                  <a:gd name="T0" fmla="*/ 64 w 1"/>
                  <a:gd name="T1" fmla="*/ 0 h 2"/>
                  <a:gd name="T2" fmla="*/ 64 w 1"/>
                  <a:gd name="T3" fmla="*/ 88 h 2"/>
                  <a:gd name="T4" fmla="*/ 64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4" name="Freeform 307">
                <a:extLst>
                  <a:ext uri="{FF2B5EF4-FFF2-40B4-BE49-F238E27FC236}">
                    <a16:creationId xmlns:a16="http://schemas.microsoft.com/office/drawing/2014/main" id="{C7A8CF4E-70B0-4455-B188-49BDEE8A1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442"/>
                <a:ext cx="10" cy="15"/>
              </a:xfrm>
              <a:custGeom>
                <a:avLst/>
                <a:gdLst>
                  <a:gd name="T0" fmla="*/ 0 w 3"/>
                  <a:gd name="T1" fmla="*/ 210 h 4"/>
                  <a:gd name="T2" fmla="*/ 33 w 3"/>
                  <a:gd name="T3" fmla="*/ 154 h 4"/>
                  <a:gd name="T4" fmla="*/ 110 w 3"/>
                  <a:gd name="T5" fmla="*/ 0 h 4"/>
                  <a:gd name="T6" fmla="*/ 33 w 3"/>
                  <a:gd name="T7" fmla="*/ 56 h 4"/>
                  <a:gd name="T8" fmla="*/ 33 w 3"/>
                  <a:gd name="T9" fmla="*/ 113 h 4"/>
                  <a:gd name="T10" fmla="*/ 0 w 3"/>
                  <a:gd name="T11" fmla="*/ 15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5" name="Freeform 308">
                <a:extLst>
                  <a:ext uri="{FF2B5EF4-FFF2-40B4-BE49-F238E27FC236}">
                    <a16:creationId xmlns:a16="http://schemas.microsoft.com/office/drawing/2014/main" id="{B347A75E-C7F3-418A-9813-7A5D15466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420"/>
                <a:ext cx="14" cy="34"/>
              </a:xfrm>
              <a:custGeom>
                <a:avLst/>
                <a:gdLst>
                  <a:gd name="T0" fmla="*/ 137 w 4"/>
                  <a:gd name="T1" fmla="*/ 159 h 9"/>
                  <a:gd name="T2" fmla="*/ 137 w 4"/>
                  <a:gd name="T3" fmla="*/ 215 h 9"/>
                  <a:gd name="T4" fmla="*/ 172 w 4"/>
                  <a:gd name="T5" fmla="*/ 329 h 9"/>
                  <a:gd name="T6" fmla="*/ 172 w 4"/>
                  <a:gd name="T7" fmla="*/ 484 h 9"/>
                  <a:gd name="T8" fmla="*/ 137 w 4"/>
                  <a:gd name="T9" fmla="*/ 329 h 9"/>
                  <a:gd name="T10" fmla="*/ 88 w 4"/>
                  <a:gd name="T11" fmla="*/ 215 h 9"/>
                  <a:gd name="T12" fmla="*/ 0 w 4"/>
                  <a:gd name="T13" fmla="*/ 159 h 9"/>
                  <a:gd name="T14" fmla="*/ 0 w 4"/>
                  <a:gd name="T15" fmla="*/ 0 h 9"/>
                  <a:gd name="T16" fmla="*/ 49 w 4"/>
                  <a:gd name="T17" fmla="*/ 113 h 9"/>
                  <a:gd name="T18" fmla="*/ 88 w 4"/>
                  <a:gd name="T19" fmla="*/ 113 h 9"/>
                  <a:gd name="T20" fmla="*/ 137 w 4"/>
                  <a:gd name="T21" fmla="*/ 15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9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3" y="5"/>
                      <a:pt x="3" y="4"/>
                      <a:pt x="2" y="4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6" name="Freeform 309">
                <a:extLst>
                  <a:ext uri="{FF2B5EF4-FFF2-40B4-BE49-F238E27FC236}">
                    <a16:creationId xmlns:a16="http://schemas.microsoft.com/office/drawing/2014/main" id="{BC6C18B5-3ED8-4677-AA36-113F23A5A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435"/>
                <a:ext cx="7" cy="7"/>
              </a:xfrm>
              <a:custGeom>
                <a:avLst/>
                <a:gdLst>
                  <a:gd name="T0" fmla="*/ 88 w 2"/>
                  <a:gd name="T1" fmla="*/ 49 h 2"/>
                  <a:gd name="T2" fmla="*/ 49 w 2"/>
                  <a:gd name="T3" fmla="*/ 88 h 2"/>
                  <a:gd name="T4" fmla="*/ 88 w 2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7" name="Freeform 310">
                <a:extLst>
                  <a:ext uri="{FF2B5EF4-FFF2-40B4-BE49-F238E27FC236}">
                    <a16:creationId xmlns:a16="http://schemas.microsoft.com/office/drawing/2014/main" id="{84222F6F-4943-42F6-A300-68673D1DD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427"/>
                <a:ext cx="11" cy="34"/>
              </a:xfrm>
              <a:custGeom>
                <a:avLst/>
                <a:gdLst>
                  <a:gd name="T0" fmla="*/ 0 w 3"/>
                  <a:gd name="T1" fmla="*/ 0 h 9"/>
                  <a:gd name="T2" fmla="*/ 55 w 3"/>
                  <a:gd name="T3" fmla="*/ 113 h 9"/>
                  <a:gd name="T4" fmla="*/ 95 w 3"/>
                  <a:gd name="T5" fmla="*/ 272 h 9"/>
                  <a:gd name="T6" fmla="*/ 95 w 3"/>
                  <a:gd name="T7" fmla="*/ 370 h 9"/>
                  <a:gd name="T8" fmla="*/ 95 w 3"/>
                  <a:gd name="T9" fmla="*/ 370 h 9"/>
                  <a:gd name="T10" fmla="*/ 95 w 3"/>
                  <a:gd name="T11" fmla="*/ 484 h 9"/>
                  <a:gd name="T12" fmla="*/ 55 w 3"/>
                  <a:gd name="T13" fmla="*/ 272 h 9"/>
                  <a:gd name="T14" fmla="*/ 0 w 3"/>
                  <a:gd name="T15" fmla="*/ 11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1" y="8"/>
                      <a:pt x="1" y="6"/>
                      <a:pt x="1" y="5"/>
                    </a:cubicBezTo>
                    <a:cubicBezTo>
                      <a:pt x="1" y="4"/>
                      <a:pt x="1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8" name="Freeform 311">
                <a:extLst>
                  <a:ext uri="{FF2B5EF4-FFF2-40B4-BE49-F238E27FC236}">
                    <a16:creationId xmlns:a16="http://schemas.microsoft.com/office/drawing/2014/main" id="{54638BD7-957F-49B7-903F-D2CF46F1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431"/>
                <a:ext cx="11" cy="11"/>
              </a:xfrm>
              <a:custGeom>
                <a:avLst/>
                <a:gdLst>
                  <a:gd name="T0" fmla="*/ 0 w 3"/>
                  <a:gd name="T1" fmla="*/ 147 h 3"/>
                  <a:gd name="T2" fmla="*/ 55 w 3"/>
                  <a:gd name="T3" fmla="*/ 95 h 3"/>
                  <a:gd name="T4" fmla="*/ 95 w 3"/>
                  <a:gd name="T5" fmla="*/ 95 h 3"/>
                  <a:gd name="T6" fmla="*/ 147 w 3"/>
                  <a:gd name="T7" fmla="*/ 0 h 3"/>
                  <a:gd name="T8" fmla="*/ 55 w 3"/>
                  <a:gd name="T9" fmla="*/ 0 h 3"/>
                  <a:gd name="T10" fmla="*/ 55 w 3"/>
                  <a:gd name="T11" fmla="*/ 55 h 3"/>
                  <a:gd name="T12" fmla="*/ 55 w 3"/>
                  <a:gd name="T13" fmla="*/ 55 h 3"/>
                  <a:gd name="T14" fmla="*/ 0 w 3"/>
                  <a:gd name="T15" fmla="*/ 147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9" name="Freeform 312">
                <a:extLst>
                  <a:ext uri="{FF2B5EF4-FFF2-40B4-BE49-F238E27FC236}">
                    <a16:creationId xmlns:a16="http://schemas.microsoft.com/office/drawing/2014/main" id="{A7B63B0B-030C-471C-BF11-3271DCFAB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435"/>
                <a:ext cx="4" cy="7"/>
              </a:xfrm>
              <a:custGeom>
                <a:avLst/>
                <a:gdLst>
                  <a:gd name="T0" fmla="*/ 0 w 1"/>
                  <a:gd name="T1" fmla="*/ 49 h 2"/>
                  <a:gd name="T2" fmla="*/ 64 w 1"/>
                  <a:gd name="T3" fmla="*/ 49 h 2"/>
                  <a:gd name="T4" fmla="*/ 64 w 1"/>
                  <a:gd name="T5" fmla="*/ 88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0" name="Freeform 313">
                <a:extLst>
                  <a:ext uri="{FF2B5EF4-FFF2-40B4-BE49-F238E27FC236}">
                    <a16:creationId xmlns:a16="http://schemas.microsoft.com/office/drawing/2014/main" id="{081F3C78-EFBB-41D6-AA44-1565C776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442"/>
                <a:ext cx="10" cy="15"/>
              </a:xfrm>
              <a:custGeom>
                <a:avLst/>
                <a:gdLst>
                  <a:gd name="T0" fmla="*/ 0 w 3"/>
                  <a:gd name="T1" fmla="*/ 210 h 4"/>
                  <a:gd name="T2" fmla="*/ 77 w 3"/>
                  <a:gd name="T3" fmla="*/ 154 h 4"/>
                  <a:gd name="T4" fmla="*/ 77 w 3"/>
                  <a:gd name="T5" fmla="*/ 0 h 4"/>
                  <a:gd name="T6" fmla="*/ 77 w 3"/>
                  <a:gd name="T7" fmla="*/ 154 h 4"/>
                  <a:gd name="T8" fmla="*/ 0 w 3"/>
                  <a:gd name="T9" fmla="*/ 15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2" y="4"/>
                      <a:pt x="2" y="3"/>
                    </a:cubicBezTo>
                    <a:cubicBezTo>
                      <a:pt x="3" y="3"/>
                      <a:pt x="3" y="1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1" name="Freeform 314">
                <a:extLst>
                  <a:ext uri="{FF2B5EF4-FFF2-40B4-BE49-F238E27FC236}">
                    <a16:creationId xmlns:a16="http://schemas.microsoft.com/office/drawing/2014/main" id="{9848BBA7-4B2E-4E97-ACBB-73E0B16C3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371"/>
                <a:ext cx="77" cy="161"/>
              </a:xfrm>
              <a:custGeom>
                <a:avLst/>
                <a:gdLst>
                  <a:gd name="T0" fmla="*/ 343 w 22"/>
                  <a:gd name="T1" fmla="*/ 0 h 43"/>
                  <a:gd name="T2" fmla="*/ 907 w 22"/>
                  <a:gd name="T3" fmla="*/ 730 h 43"/>
                  <a:gd name="T4" fmla="*/ 480 w 22"/>
                  <a:gd name="T5" fmla="*/ 2202 h 43"/>
                  <a:gd name="T6" fmla="*/ 0 w 22"/>
                  <a:gd name="T7" fmla="*/ 2104 h 43"/>
                  <a:gd name="T8" fmla="*/ 564 w 22"/>
                  <a:gd name="T9" fmla="*/ 1992 h 43"/>
                  <a:gd name="T10" fmla="*/ 823 w 22"/>
                  <a:gd name="T11" fmla="*/ 685 h 43"/>
                  <a:gd name="T12" fmla="*/ 343 w 22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3">
                    <a:moveTo>
                      <a:pt x="8" y="0"/>
                    </a:moveTo>
                    <a:cubicBezTo>
                      <a:pt x="11" y="1"/>
                      <a:pt x="20" y="4"/>
                      <a:pt x="21" y="14"/>
                    </a:cubicBezTo>
                    <a:cubicBezTo>
                      <a:pt x="22" y="23"/>
                      <a:pt x="17" y="40"/>
                      <a:pt x="11" y="42"/>
                    </a:cubicBezTo>
                    <a:cubicBezTo>
                      <a:pt x="8" y="43"/>
                      <a:pt x="2" y="42"/>
                      <a:pt x="0" y="40"/>
                    </a:cubicBezTo>
                    <a:cubicBezTo>
                      <a:pt x="2" y="41"/>
                      <a:pt x="9" y="42"/>
                      <a:pt x="13" y="38"/>
                    </a:cubicBezTo>
                    <a:cubicBezTo>
                      <a:pt x="16" y="34"/>
                      <a:pt x="20" y="23"/>
                      <a:pt x="19" y="13"/>
                    </a:cubicBezTo>
                    <a:cubicBezTo>
                      <a:pt x="18" y="8"/>
                      <a:pt x="16" y="4"/>
                      <a:pt x="8" y="0"/>
                    </a:cubicBezTo>
                    <a:close/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2" name="Freeform 315">
                <a:extLst>
                  <a:ext uri="{FF2B5EF4-FFF2-40B4-BE49-F238E27FC236}">
                    <a16:creationId xmlns:a16="http://schemas.microsoft.com/office/drawing/2014/main" id="{1487EB45-A5B6-43CD-86F0-B291843D9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401"/>
                <a:ext cx="28" cy="34"/>
              </a:xfrm>
              <a:custGeom>
                <a:avLst/>
                <a:gdLst>
                  <a:gd name="T0" fmla="*/ 49 w 8"/>
                  <a:gd name="T1" fmla="*/ 113 h 9"/>
                  <a:gd name="T2" fmla="*/ 49 w 8"/>
                  <a:gd name="T3" fmla="*/ 272 h 9"/>
                  <a:gd name="T4" fmla="*/ 0 w 8"/>
                  <a:gd name="T5" fmla="*/ 484 h 9"/>
                  <a:gd name="T6" fmla="*/ 88 w 8"/>
                  <a:gd name="T7" fmla="*/ 272 h 9"/>
                  <a:gd name="T8" fmla="*/ 137 w 8"/>
                  <a:gd name="T9" fmla="*/ 159 h 9"/>
                  <a:gd name="T10" fmla="*/ 343 w 8"/>
                  <a:gd name="T11" fmla="*/ 0 h 9"/>
                  <a:gd name="T12" fmla="*/ 221 w 8"/>
                  <a:gd name="T13" fmla="*/ 57 h 9"/>
                  <a:gd name="T14" fmla="*/ 88 w 8"/>
                  <a:gd name="T15" fmla="*/ 11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0" y="6"/>
                      <a:pt x="1" y="8"/>
                      <a:pt x="0" y="9"/>
                    </a:cubicBezTo>
                    <a:cubicBezTo>
                      <a:pt x="0" y="8"/>
                      <a:pt x="1" y="7"/>
                      <a:pt x="2" y="5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4" y="2"/>
                      <a:pt x="7" y="3"/>
                      <a:pt x="8" y="0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2"/>
                      <a:pt x="2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3" name="Freeform 316">
                <a:extLst>
                  <a:ext uri="{FF2B5EF4-FFF2-40B4-BE49-F238E27FC236}">
                    <a16:creationId xmlns:a16="http://schemas.microsoft.com/office/drawing/2014/main" id="{6CB64EB8-7FA4-461E-9931-5124BC12B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394"/>
                <a:ext cx="25" cy="7"/>
              </a:xfrm>
              <a:custGeom>
                <a:avLst/>
                <a:gdLst>
                  <a:gd name="T0" fmla="*/ 89 w 7"/>
                  <a:gd name="T1" fmla="*/ 88 h 2"/>
                  <a:gd name="T2" fmla="*/ 229 w 7"/>
                  <a:gd name="T3" fmla="*/ 49 h 2"/>
                  <a:gd name="T4" fmla="*/ 318 w 7"/>
                  <a:gd name="T5" fmla="*/ 49 h 2"/>
                  <a:gd name="T6" fmla="*/ 268 w 7"/>
                  <a:gd name="T7" fmla="*/ 49 h 2"/>
                  <a:gd name="T8" fmla="*/ 139 w 7"/>
                  <a:gd name="T9" fmla="*/ 0 h 2"/>
                  <a:gd name="T10" fmla="*/ 0 w 7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2" y="1"/>
                      <a:pt x="4" y="2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4" name="Freeform 317">
                <a:extLst>
                  <a:ext uri="{FF2B5EF4-FFF2-40B4-BE49-F238E27FC236}">
                    <a16:creationId xmlns:a16="http://schemas.microsoft.com/office/drawing/2014/main" id="{32BAA259-E424-4E78-8A2C-8D7C5C17B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427"/>
                <a:ext cx="10" cy="15"/>
              </a:xfrm>
              <a:custGeom>
                <a:avLst/>
                <a:gdLst>
                  <a:gd name="T0" fmla="*/ 0 w 3"/>
                  <a:gd name="T1" fmla="*/ 210 h 4"/>
                  <a:gd name="T2" fmla="*/ 110 w 3"/>
                  <a:gd name="T3" fmla="*/ 56 h 4"/>
                  <a:gd name="T4" fmla="*/ 77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5" name="Freeform 318">
                <a:extLst>
                  <a:ext uri="{FF2B5EF4-FFF2-40B4-BE49-F238E27FC236}">
                    <a16:creationId xmlns:a16="http://schemas.microsoft.com/office/drawing/2014/main" id="{47BAA7D5-3448-4985-8CD1-2069E5F65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379"/>
                <a:ext cx="29" cy="11"/>
              </a:xfrm>
              <a:custGeom>
                <a:avLst/>
                <a:gdLst>
                  <a:gd name="T0" fmla="*/ 0 w 8"/>
                  <a:gd name="T1" fmla="*/ 55 h 3"/>
                  <a:gd name="T2" fmla="*/ 381 w 8"/>
                  <a:gd name="T3" fmla="*/ 14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2" y="0"/>
                      <a:pt x="4" y="0"/>
                      <a:pt x="8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6" name="Freeform 319">
                <a:extLst>
                  <a:ext uri="{FF2B5EF4-FFF2-40B4-BE49-F238E27FC236}">
                    <a16:creationId xmlns:a16="http://schemas.microsoft.com/office/drawing/2014/main" id="{98B13D5A-D9E6-4157-81D4-81B0A94BE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367"/>
                <a:ext cx="28" cy="12"/>
              </a:xfrm>
              <a:custGeom>
                <a:avLst/>
                <a:gdLst>
                  <a:gd name="T0" fmla="*/ 0 w 8"/>
                  <a:gd name="T1" fmla="*/ 192 h 3"/>
                  <a:gd name="T2" fmla="*/ 172 w 8"/>
                  <a:gd name="T3" fmla="*/ 64 h 3"/>
                  <a:gd name="T4" fmla="*/ 343 w 8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1" y="2"/>
                      <a:pt x="2" y="1"/>
                      <a:pt x="4" y="1"/>
                    </a:cubicBezTo>
                    <a:cubicBezTo>
                      <a:pt x="6" y="0"/>
                      <a:pt x="7" y="0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7" name="Freeform 320">
                <a:extLst>
                  <a:ext uri="{FF2B5EF4-FFF2-40B4-BE49-F238E27FC236}">
                    <a16:creationId xmlns:a16="http://schemas.microsoft.com/office/drawing/2014/main" id="{A7936017-605A-42FC-813B-67AD0D5A0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360"/>
                <a:ext cx="25" cy="15"/>
              </a:xfrm>
              <a:custGeom>
                <a:avLst/>
                <a:gdLst>
                  <a:gd name="T0" fmla="*/ 318 w 7"/>
                  <a:gd name="T1" fmla="*/ 0 h 4"/>
                  <a:gd name="T2" fmla="*/ 50 w 7"/>
                  <a:gd name="T3" fmla="*/ 56 h 4"/>
                  <a:gd name="T4" fmla="*/ 0 w 7"/>
                  <a:gd name="T5" fmla="*/ 21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8" name="Freeform 321">
                <a:extLst>
                  <a:ext uri="{FF2B5EF4-FFF2-40B4-BE49-F238E27FC236}">
                    <a16:creationId xmlns:a16="http://schemas.microsoft.com/office/drawing/2014/main" id="{802262F2-274E-4948-BBC4-5B0DA76BC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90"/>
                <a:ext cx="18" cy="15"/>
              </a:xfrm>
              <a:custGeom>
                <a:avLst/>
                <a:gdLst>
                  <a:gd name="T0" fmla="*/ 0 w 5"/>
                  <a:gd name="T1" fmla="*/ 210 h 4"/>
                  <a:gd name="T2" fmla="*/ 234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1"/>
                      <a:pt x="4" y="0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9" name="Freeform 322">
                <a:extLst>
                  <a:ext uri="{FF2B5EF4-FFF2-40B4-BE49-F238E27FC236}">
                    <a16:creationId xmlns:a16="http://schemas.microsoft.com/office/drawing/2014/main" id="{69420B86-0EB0-426B-AC06-F2EC63C8B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397"/>
                <a:ext cx="1" cy="2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40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6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0" name="Freeform 323">
                <a:extLst>
                  <a:ext uri="{FF2B5EF4-FFF2-40B4-BE49-F238E27FC236}">
                    <a16:creationId xmlns:a16="http://schemas.microsoft.com/office/drawing/2014/main" id="{F5810F8A-08FA-4B03-ABC2-41D38055D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94"/>
                <a:ext cx="17" cy="15"/>
              </a:xfrm>
              <a:custGeom>
                <a:avLst/>
                <a:gdLst>
                  <a:gd name="T0" fmla="*/ 0 w 5"/>
                  <a:gd name="T1" fmla="*/ 0 h 4"/>
                  <a:gd name="T2" fmla="*/ 197 w 5"/>
                  <a:gd name="T3" fmla="*/ 2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4" y="3"/>
                      <a:pt x="5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1" name="Freeform 324">
                <a:extLst>
                  <a:ext uri="{FF2B5EF4-FFF2-40B4-BE49-F238E27FC236}">
                    <a16:creationId xmlns:a16="http://schemas.microsoft.com/office/drawing/2014/main" id="{479BF032-B54A-4C9E-BF05-7BBEC3793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521"/>
                <a:ext cx="7" cy="4"/>
              </a:xfrm>
              <a:custGeom>
                <a:avLst/>
                <a:gdLst>
                  <a:gd name="T0" fmla="*/ 0 w 2"/>
                  <a:gd name="T1" fmla="*/ 0 h 1"/>
                  <a:gd name="T2" fmla="*/ 49 w 2"/>
                  <a:gd name="T3" fmla="*/ 64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2" name="Freeform 325">
                <a:extLst>
                  <a:ext uri="{FF2B5EF4-FFF2-40B4-BE49-F238E27FC236}">
                    <a16:creationId xmlns:a16="http://schemas.microsoft.com/office/drawing/2014/main" id="{A4FDD7E0-7315-4F62-9D90-01FF1478D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529"/>
                <a:ext cx="4" cy="3"/>
              </a:xfrm>
              <a:custGeom>
                <a:avLst/>
                <a:gdLst>
                  <a:gd name="T0" fmla="*/ 0 w 1"/>
                  <a:gd name="T1" fmla="*/ 0 h 1"/>
                  <a:gd name="T2" fmla="*/ 64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3" name="Freeform 326">
                <a:extLst>
                  <a:ext uri="{FF2B5EF4-FFF2-40B4-BE49-F238E27FC236}">
                    <a16:creationId xmlns:a16="http://schemas.microsoft.com/office/drawing/2014/main" id="{163D6D88-99E5-4CB2-99AF-AFA8EA881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517"/>
                <a:ext cx="11" cy="8"/>
              </a:xfrm>
              <a:custGeom>
                <a:avLst/>
                <a:gdLst>
                  <a:gd name="T0" fmla="*/ 0 w 3"/>
                  <a:gd name="T1" fmla="*/ 0 h 2"/>
                  <a:gd name="T2" fmla="*/ 147 w 3"/>
                  <a:gd name="T3" fmla="*/ 64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3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4" name="Freeform 327">
                <a:extLst>
                  <a:ext uri="{FF2B5EF4-FFF2-40B4-BE49-F238E27FC236}">
                    <a16:creationId xmlns:a16="http://schemas.microsoft.com/office/drawing/2014/main" id="{FC350D52-F69C-4D9C-A1D5-869161170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495"/>
                <a:ext cx="3" cy="4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64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5" name="Freeform 328">
                <a:extLst>
                  <a:ext uri="{FF2B5EF4-FFF2-40B4-BE49-F238E27FC236}">
                    <a16:creationId xmlns:a16="http://schemas.microsoft.com/office/drawing/2014/main" id="{8E572A74-20FD-4FA1-8F70-6C97F3502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525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6" name="Freeform 329">
                <a:extLst>
                  <a:ext uri="{FF2B5EF4-FFF2-40B4-BE49-F238E27FC236}">
                    <a16:creationId xmlns:a16="http://schemas.microsoft.com/office/drawing/2014/main" id="{5FFB0176-52DD-4F75-89A0-DB8310E76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510"/>
                <a:ext cx="7" cy="7"/>
              </a:xfrm>
              <a:custGeom>
                <a:avLst/>
                <a:gdLst>
                  <a:gd name="T0" fmla="*/ 88 w 2"/>
                  <a:gd name="T1" fmla="*/ 0 h 2"/>
                  <a:gd name="T2" fmla="*/ 49 w 2"/>
                  <a:gd name="T3" fmla="*/ 88 h 2"/>
                  <a:gd name="T4" fmla="*/ 8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7" name="Freeform 330">
                <a:extLst>
                  <a:ext uri="{FF2B5EF4-FFF2-40B4-BE49-F238E27FC236}">
                    <a16:creationId xmlns:a16="http://schemas.microsoft.com/office/drawing/2014/main" id="{1E3CA34F-F85E-48E1-B0F8-EF897A9FA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442"/>
                <a:ext cx="10" cy="8"/>
              </a:xfrm>
              <a:custGeom>
                <a:avLst/>
                <a:gdLst>
                  <a:gd name="T0" fmla="*/ 33 w 3"/>
                  <a:gd name="T1" fmla="*/ 0 h 2"/>
                  <a:gd name="T2" fmla="*/ 77 w 3"/>
                  <a:gd name="T3" fmla="*/ 128 h 2"/>
                  <a:gd name="T4" fmla="*/ 3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8" name="Freeform 331">
                <a:extLst>
                  <a:ext uri="{FF2B5EF4-FFF2-40B4-BE49-F238E27FC236}">
                    <a16:creationId xmlns:a16="http://schemas.microsoft.com/office/drawing/2014/main" id="{A5BFB965-1E23-405B-AA76-69756F944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461"/>
                <a:ext cx="8" cy="8"/>
              </a:xfrm>
              <a:custGeom>
                <a:avLst/>
                <a:gdLst>
                  <a:gd name="T0" fmla="*/ 64 w 2"/>
                  <a:gd name="T1" fmla="*/ 0 h 2"/>
                  <a:gd name="T2" fmla="*/ 128 w 2"/>
                  <a:gd name="T3" fmla="*/ 128 h 2"/>
                  <a:gd name="T4" fmla="*/ 64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9" name="Freeform 332">
                <a:extLst>
                  <a:ext uri="{FF2B5EF4-FFF2-40B4-BE49-F238E27FC236}">
                    <a16:creationId xmlns:a16="http://schemas.microsoft.com/office/drawing/2014/main" id="{5301B186-4D9D-4275-93C8-02A955F0F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446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88 w 2"/>
                  <a:gd name="T3" fmla="*/ 95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0" name="Freeform 333">
                <a:extLst>
                  <a:ext uri="{FF2B5EF4-FFF2-40B4-BE49-F238E27FC236}">
                    <a16:creationId xmlns:a16="http://schemas.microsoft.com/office/drawing/2014/main" id="{7DBE7F59-6ABE-4A13-A14B-9E4FF791A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439"/>
                <a:ext cx="4" cy="7"/>
              </a:xfrm>
              <a:custGeom>
                <a:avLst/>
                <a:gdLst>
                  <a:gd name="T0" fmla="*/ 0 w 1"/>
                  <a:gd name="T1" fmla="*/ 0 h 2"/>
                  <a:gd name="T2" fmla="*/ 64 w 1"/>
                  <a:gd name="T3" fmla="*/ 49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1" name="Freeform 334">
                <a:extLst>
                  <a:ext uri="{FF2B5EF4-FFF2-40B4-BE49-F238E27FC236}">
                    <a16:creationId xmlns:a16="http://schemas.microsoft.com/office/drawing/2014/main" id="{BA642470-0E75-4677-9FC0-BD45C873F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49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2" name="Freeform 335">
                <a:extLst>
                  <a:ext uri="{FF2B5EF4-FFF2-40B4-BE49-F238E27FC236}">
                    <a16:creationId xmlns:a16="http://schemas.microsoft.com/office/drawing/2014/main" id="{7CAE417E-E3DC-447E-9602-73C37685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435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49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3" name="Freeform 336">
                <a:extLst>
                  <a:ext uri="{FF2B5EF4-FFF2-40B4-BE49-F238E27FC236}">
                    <a16:creationId xmlns:a16="http://schemas.microsoft.com/office/drawing/2014/main" id="{E3C186A1-D43D-4A86-B40A-DFF539FBB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431"/>
                <a:ext cx="11" cy="8"/>
              </a:xfrm>
              <a:custGeom>
                <a:avLst/>
                <a:gdLst>
                  <a:gd name="T0" fmla="*/ 55 w 3"/>
                  <a:gd name="T1" fmla="*/ 0 h 2"/>
                  <a:gd name="T2" fmla="*/ 95 w 3"/>
                  <a:gd name="T3" fmla="*/ 64 h 2"/>
                  <a:gd name="T4" fmla="*/ 5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4" name="Freeform 337">
                <a:extLst>
                  <a:ext uri="{FF2B5EF4-FFF2-40B4-BE49-F238E27FC236}">
                    <a16:creationId xmlns:a16="http://schemas.microsoft.com/office/drawing/2014/main" id="{C5E175F2-C956-4740-9FA4-FE82CDF89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427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12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5" name="Freeform 338">
                <a:extLst>
                  <a:ext uri="{FF2B5EF4-FFF2-40B4-BE49-F238E27FC236}">
                    <a16:creationId xmlns:a16="http://schemas.microsoft.com/office/drawing/2014/main" id="{FF2E8273-C31B-4086-BA8A-CF0894986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424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49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6" name="Freeform 339">
                <a:extLst>
                  <a:ext uri="{FF2B5EF4-FFF2-40B4-BE49-F238E27FC236}">
                    <a16:creationId xmlns:a16="http://schemas.microsoft.com/office/drawing/2014/main" id="{8669C8F1-C253-4460-8AB0-51B4CB174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439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88 w 2"/>
                  <a:gd name="T3" fmla="*/ 95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2"/>
                      <a:pt x="2" y="2"/>
                    </a:cubicBezTo>
                    <a:cubicBezTo>
                      <a:pt x="2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7" name="Freeform 340">
                <a:extLst>
                  <a:ext uri="{FF2B5EF4-FFF2-40B4-BE49-F238E27FC236}">
                    <a16:creationId xmlns:a16="http://schemas.microsoft.com/office/drawing/2014/main" id="{17473BBE-6E6B-4F09-A689-41FB11F3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405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88 w 2"/>
                  <a:gd name="T3" fmla="*/ 95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8" name="Freeform 341">
                <a:extLst>
                  <a:ext uri="{FF2B5EF4-FFF2-40B4-BE49-F238E27FC236}">
                    <a16:creationId xmlns:a16="http://schemas.microsoft.com/office/drawing/2014/main" id="{D6E193EA-FFA0-436C-9FBD-BF8FD410C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446"/>
                <a:ext cx="11" cy="8"/>
              </a:xfrm>
              <a:custGeom>
                <a:avLst/>
                <a:gdLst>
                  <a:gd name="T0" fmla="*/ 55 w 3"/>
                  <a:gd name="T1" fmla="*/ 0 h 2"/>
                  <a:gd name="T2" fmla="*/ 95 w 3"/>
                  <a:gd name="T3" fmla="*/ 64 h 2"/>
                  <a:gd name="T4" fmla="*/ 5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9" name="Freeform 342">
                <a:extLst>
                  <a:ext uri="{FF2B5EF4-FFF2-40B4-BE49-F238E27FC236}">
                    <a16:creationId xmlns:a16="http://schemas.microsoft.com/office/drawing/2014/main" id="{29B32014-7A1E-45D7-BAFD-85829EFD4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412"/>
                <a:ext cx="7" cy="12"/>
              </a:xfrm>
              <a:custGeom>
                <a:avLst/>
                <a:gdLst>
                  <a:gd name="T0" fmla="*/ 49 w 2"/>
                  <a:gd name="T1" fmla="*/ 64 h 3"/>
                  <a:gd name="T2" fmla="*/ 88 w 2"/>
                  <a:gd name="T3" fmla="*/ 128 h 3"/>
                  <a:gd name="T4" fmla="*/ 49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0" name="Freeform 343">
                <a:extLst>
                  <a:ext uri="{FF2B5EF4-FFF2-40B4-BE49-F238E27FC236}">
                    <a16:creationId xmlns:a16="http://schemas.microsoft.com/office/drawing/2014/main" id="{DA3CEDBB-DC08-4F1D-8F90-0BA52E152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412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64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1" name="Freeform 344">
                <a:extLst>
                  <a:ext uri="{FF2B5EF4-FFF2-40B4-BE49-F238E27FC236}">
                    <a16:creationId xmlns:a16="http://schemas.microsoft.com/office/drawing/2014/main" id="{3D8C8FAC-6639-40F1-9E3C-777474F48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476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64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2" name="Freeform 345">
                <a:extLst>
                  <a:ext uri="{FF2B5EF4-FFF2-40B4-BE49-F238E27FC236}">
                    <a16:creationId xmlns:a16="http://schemas.microsoft.com/office/drawing/2014/main" id="{2F4768FB-F6A2-42E6-A6DA-76905A8C3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420"/>
                <a:ext cx="7" cy="7"/>
              </a:xfrm>
              <a:custGeom>
                <a:avLst/>
                <a:gdLst>
                  <a:gd name="T0" fmla="*/ 0 w 2"/>
                  <a:gd name="T1" fmla="*/ 0 h 2"/>
                  <a:gd name="T2" fmla="*/ 88 w 2"/>
                  <a:gd name="T3" fmla="*/ 8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3" name="Freeform 346">
                <a:extLst>
                  <a:ext uri="{FF2B5EF4-FFF2-40B4-BE49-F238E27FC236}">
                    <a16:creationId xmlns:a16="http://schemas.microsoft.com/office/drawing/2014/main" id="{9206F065-2393-4045-8E37-BDD12B0D4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91"/>
                <a:ext cx="11" cy="8"/>
              </a:xfrm>
              <a:custGeom>
                <a:avLst/>
                <a:gdLst>
                  <a:gd name="T0" fmla="*/ 55 w 3"/>
                  <a:gd name="T1" fmla="*/ 0 h 2"/>
                  <a:gd name="T2" fmla="*/ 95 w 3"/>
                  <a:gd name="T3" fmla="*/ 128 h 2"/>
                  <a:gd name="T4" fmla="*/ 5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4" name="Freeform 347">
                <a:extLst>
                  <a:ext uri="{FF2B5EF4-FFF2-40B4-BE49-F238E27FC236}">
                    <a16:creationId xmlns:a16="http://schemas.microsoft.com/office/drawing/2014/main" id="{6F016522-669D-4BCE-A6B6-7EEA28FEB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506"/>
                <a:ext cx="7" cy="8"/>
              </a:xfrm>
              <a:custGeom>
                <a:avLst/>
                <a:gdLst>
                  <a:gd name="T0" fmla="*/ 0 w 2"/>
                  <a:gd name="T1" fmla="*/ 0 h 2"/>
                  <a:gd name="T2" fmla="*/ 88 w 2"/>
                  <a:gd name="T3" fmla="*/ 64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5" name="Freeform 348">
                <a:extLst>
                  <a:ext uri="{FF2B5EF4-FFF2-40B4-BE49-F238E27FC236}">
                    <a16:creationId xmlns:a16="http://schemas.microsoft.com/office/drawing/2014/main" id="{BEBD357E-D2E5-4A30-BD91-5247247F3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491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88 w 2"/>
                  <a:gd name="T3" fmla="*/ 95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6" name="Freeform 349">
                <a:extLst>
                  <a:ext uri="{FF2B5EF4-FFF2-40B4-BE49-F238E27FC236}">
                    <a16:creationId xmlns:a16="http://schemas.microsoft.com/office/drawing/2014/main" id="{06CA896A-BD95-4664-B39A-353A9A2E5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476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12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7" name="Freeform 350">
                <a:extLst>
                  <a:ext uri="{FF2B5EF4-FFF2-40B4-BE49-F238E27FC236}">
                    <a16:creationId xmlns:a16="http://schemas.microsoft.com/office/drawing/2014/main" id="{2374C3C2-4627-4DA9-847B-EF74578A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69"/>
                <a:ext cx="10" cy="7"/>
              </a:xfrm>
              <a:custGeom>
                <a:avLst/>
                <a:gdLst>
                  <a:gd name="T0" fmla="*/ 33 w 3"/>
                  <a:gd name="T1" fmla="*/ 0 h 2"/>
                  <a:gd name="T2" fmla="*/ 77 w 3"/>
                  <a:gd name="T3" fmla="*/ 88 h 2"/>
                  <a:gd name="T4" fmla="*/ 3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8" name="Freeform 351">
                <a:extLst>
                  <a:ext uri="{FF2B5EF4-FFF2-40B4-BE49-F238E27FC236}">
                    <a16:creationId xmlns:a16="http://schemas.microsoft.com/office/drawing/2014/main" id="{6A2CE473-6584-44B8-BBFD-4FB4F04C7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491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64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9" name="Freeform 352">
                <a:extLst>
                  <a:ext uri="{FF2B5EF4-FFF2-40B4-BE49-F238E27FC236}">
                    <a16:creationId xmlns:a16="http://schemas.microsoft.com/office/drawing/2014/main" id="{6E6E8328-E1E4-456C-A085-3F4E79E38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09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0" name="Freeform 353">
                <a:extLst>
                  <a:ext uri="{FF2B5EF4-FFF2-40B4-BE49-F238E27FC236}">
                    <a16:creationId xmlns:a16="http://schemas.microsoft.com/office/drawing/2014/main" id="{D2329B0A-19E0-4BBD-9EC7-41C8027EA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506"/>
                <a:ext cx="7" cy="8"/>
              </a:xfrm>
              <a:custGeom>
                <a:avLst/>
                <a:gdLst>
                  <a:gd name="T0" fmla="*/ 49 w 2"/>
                  <a:gd name="T1" fmla="*/ 64 h 2"/>
                  <a:gd name="T2" fmla="*/ 88 w 2"/>
                  <a:gd name="T3" fmla="*/ 64 h 2"/>
                  <a:gd name="T4" fmla="*/ 49 w 2"/>
                  <a:gd name="T5" fmla="*/ 6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1" name="Freeform 354">
                <a:extLst>
                  <a:ext uri="{FF2B5EF4-FFF2-40B4-BE49-F238E27FC236}">
                    <a16:creationId xmlns:a16="http://schemas.microsoft.com/office/drawing/2014/main" id="{669B5395-8D7B-494F-ACF7-4A53AA80C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472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12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2" name="Freeform 355">
                <a:extLst>
                  <a:ext uri="{FF2B5EF4-FFF2-40B4-BE49-F238E27FC236}">
                    <a16:creationId xmlns:a16="http://schemas.microsoft.com/office/drawing/2014/main" id="{D024D1A0-B929-4F02-8C23-CB3917B75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72"/>
                <a:ext cx="7" cy="12"/>
              </a:xfrm>
              <a:custGeom>
                <a:avLst/>
                <a:gdLst>
                  <a:gd name="T0" fmla="*/ 49 w 2"/>
                  <a:gd name="T1" fmla="*/ 0 h 3"/>
                  <a:gd name="T2" fmla="*/ 88 w 2"/>
                  <a:gd name="T3" fmla="*/ 128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3" name="Freeform 356">
                <a:extLst>
                  <a:ext uri="{FF2B5EF4-FFF2-40B4-BE49-F238E27FC236}">
                    <a16:creationId xmlns:a16="http://schemas.microsoft.com/office/drawing/2014/main" id="{DF51B3C1-2482-40CE-824A-CD89AF30A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454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95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4" name="Freeform 357">
                <a:extLst>
                  <a:ext uri="{FF2B5EF4-FFF2-40B4-BE49-F238E27FC236}">
                    <a16:creationId xmlns:a16="http://schemas.microsoft.com/office/drawing/2014/main" id="{EC53675A-E88C-4EDB-9BE6-45723C219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420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49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5" name="Freeform 358">
                <a:extLst>
                  <a:ext uri="{FF2B5EF4-FFF2-40B4-BE49-F238E27FC236}">
                    <a16:creationId xmlns:a16="http://schemas.microsoft.com/office/drawing/2014/main" id="{C09256A8-B63C-4904-B6AA-ACA12E499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457"/>
                <a:ext cx="3" cy="4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64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6" name="Freeform 359">
                <a:extLst>
                  <a:ext uri="{FF2B5EF4-FFF2-40B4-BE49-F238E27FC236}">
                    <a16:creationId xmlns:a16="http://schemas.microsoft.com/office/drawing/2014/main" id="{05F5AE16-6211-49AF-AB78-0AB484DE8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487"/>
                <a:ext cx="7" cy="4"/>
              </a:xfrm>
              <a:custGeom>
                <a:avLst/>
                <a:gdLst>
                  <a:gd name="T0" fmla="*/ 49 w 2"/>
                  <a:gd name="T1" fmla="*/ 0 h 1"/>
                  <a:gd name="T2" fmla="*/ 88 w 2"/>
                  <a:gd name="T3" fmla="*/ 64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7" name="Freeform 360">
                <a:extLst>
                  <a:ext uri="{FF2B5EF4-FFF2-40B4-BE49-F238E27FC236}">
                    <a16:creationId xmlns:a16="http://schemas.microsoft.com/office/drawing/2014/main" id="{7AC99ECB-E3F4-46AB-AE0A-8619299CE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491"/>
                <a:ext cx="11" cy="8"/>
              </a:xfrm>
              <a:custGeom>
                <a:avLst/>
                <a:gdLst>
                  <a:gd name="T0" fmla="*/ 55 w 3"/>
                  <a:gd name="T1" fmla="*/ 0 h 2"/>
                  <a:gd name="T2" fmla="*/ 95 w 3"/>
                  <a:gd name="T3" fmla="*/ 64 h 2"/>
                  <a:gd name="T4" fmla="*/ 5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8" name="Freeform 361">
                <a:extLst>
                  <a:ext uri="{FF2B5EF4-FFF2-40B4-BE49-F238E27FC236}">
                    <a16:creationId xmlns:a16="http://schemas.microsoft.com/office/drawing/2014/main" id="{3D218A48-29A1-46EA-B962-3D5A21DC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510"/>
                <a:ext cx="7" cy="7"/>
              </a:xfrm>
              <a:custGeom>
                <a:avLst/>
                <a:gdLst>
                  <a:gd name="T0" fmla="*/ 0 w 2"/>
                  <a:gd name="T1" fmla="*/ 49 h 2"/>
                  <a:gd name="T2" fmla="*/ 88 w 2"/>
                  <a:gd name="T3" fmla="*/ 88 h 2"/>
                  <a:gd name="T4" fmla="*/ 0 w 2"/>
                  <a:gd name="T5" fmla="*/ 49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2" y="1"/>
                      <a:pt x="2" y="2"/>
                    </a:cubicBezTo>
                    <a:cubicBezTo>
                      <a:pt x="2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9" name="Freeform 362">
                <a:extLst>
                  <a:ext uri="{FF2B5EF4-FFF2-40B4-BE49-F238E27FC236}">
                    <a16:creationId xmlns:a16="http://schemas.microsoft.com/office/drawing/2014/main" id="{17D0BE2F-7879-4EC9-ACFC-3844824E1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502"/>
                <a:ext cx="3" cy="4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64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0" name="Freeform 363">
                <a:extLst>
                  <a:ext uri="{FF2B5EF4-FFF2-40B4-BE49-F238E27FC236}">
                    <a16:creationId xmlns:a16="http://schemas.microsoft.com/office/drawing/2014/main" id="{6C651BBA-5677-4C2F-BB22-0AA021CFF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495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1" name="Freeform 364">
                <a:extLst>
                  <a:ext uri="{FF2B5EF4-FFF2-40B4-BE49-F238E27FC236}">
                    <a16:creationId xmlns:a16="http://schemas.microsoft.com/office/drawing/2014/main" id="{35D898C5-E755-4E0C-9D3A-B3CF46E57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484"/>
                <a:ext cx="7" cy="3"/>
              </a:xfrm>
              <a:custGeom>
                <a:avLst/>
                <a:gdLst>
                  <a:gd name="T0" fmla="*/ 49 w 2"/>
                  <a:gd name="T1" fmla="*/ 0 h 1"/>
                  <a:gd name="T2" fmla="*/ 49 w 2"/>
                  <a:gd name="T3" fmla="*/ 27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2" name="Freeform 365">
                <a:extLst>
                  <a:ext uri="{FF2B5EF4-FFF2-40B4-BE49-F238E27FC236}">
                    <a16:creationId xmlns:a16="http://schemas.microsoft.com/office/drawing/2014/main" id="{5042C578-876E-42A7-B980-4E9F29E0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457"/>
                <a:ext cx="7" cy="12"/>
              </a:xfrm>
              <a:custGeom>
                <a:avLst/>
                <a:gdLst>
                  <a:gd name="T0" fmla="*/ 49 w 2"/>
                  <a:gd name="T1" fmla="*/ 64 h 3"/>
                  <a:gd name="T2" fmla="*/ 88 w 2"/>
                  <a:gd name="T3" fmla="*/ 128 h 3"/>
                  <a:gd name="T4" fmla="*/ 49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2"/>
                      <a:pt x="2" y="2"/>
                    </a:cubicBezTo>
                    <a:cubicBezTo>
                      <a:pt x="2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3" name="Freeform 366">
                <a:extLst>
                  <a:ext uri="{FF2B5EF4-FFF2-40B4-BE49-F238E27FC236}">
                    <a16:creationId xmlns:a16="http://schemas.microsoft.com/office/drawing/2014/main" id="{017A74B9-D851-4216-802C-141EC20CC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442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49 w 2"/>
                  <a:gd name="T3" fmla="*/ 12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4" name="Freeform 367">
                <a:extLst>
                  <a:ext uri="{FF2B5EF4-FFF2-40B4-BE49-F238E27FC236}">
                    <a16:creationId xmlns:a16="http://schemas.microsoft.com/office/drawing/2014/main" id="{AD7BA312-A2B2-4B09-9C9B-A23CF44D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435"/>
                <a:ext cx="4" cy="4"/>
              </a:xfrm>
              <a:custGeom>
                <a:avLst/>
                <a:gdLst>
                  <a:gd name="T0" fmla="*/ 0 w 1"/>
                  <a:gd name="T1" fmla="*/ 0 h 1"/>
                  <a:gd name="T2" fmla="*/ 64 w 1"/>
                  <a:gd name="T3" fmla="*/ 64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5" name="Freeform 368">
                <a:extLst>
                  <a:ext uri="{FF2B5EF4-FFF2-40B4-BE49-F238E27FC236}">
                    <a16:creationId xmlns:a16="http://schemas.microsoft.com/office/drawing/2014/main" id="{DADA4A46-DFFD-43C7-AF8F-259A8136D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439"/>
                <a:ext cx="3" cy="7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2"/>
                      <a:pt x="0" y="2"/>
                    </a:cubicBezTo>
                    <a:cubicBezTo>
                      <a:pt x="0" y="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6" name="Freeform 369">
                <a:extLst>
                  <a:ext uri="{FF2B5EF4-FFF2-40B4-BE49-F238E27FC236}">
                    <a16:creationId xmlns:a16="http://schemas.microsoft.com/office/drawing/2014/main" id="{C8B89024-B429-4A8C-86F4-5140CC24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454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88 w 2"/>
                  <a:gd name="T3" fmla="*/ 95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7" name="Freeform 370">
                <a:extLst>
                  <a:ext uri="{FF2B5EF4-FFF2-40B4-BE49-F238E27FC236}">
                    <a16:creationId xmlns:a16="http://schemas.microsoft.com/office/drawing/2014/main" id="{E3803CFD-BBE3-4737-A1A9-6295621D9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457"/>
                <a:ext cx="7" cy="4"/>
              </a:xfrm>
              <a:custGeom>
                <a:avLst/>
                <a:gdLst>
                  <a:gd name="T0" fmla="*/ 49 w 2"/>
                  <a:gd name="T1" fmla="*/ 0 h 1"/>
                  <a:gd name="T2" fmla="*/ 88 w 2"/>
                  <a:gd name="T3" fmla="*/ 64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8" name="Freeform 371">
                <a:extLst>
                  <a:ext uri="{FF2B5EF4-FFF2-40B4-BE49-F238E27FC236}">
                    <a16:creationId xmlns:a16="http://schemas.microsoft.com/office/drawing/2014/main" id="{1DD27A1D-B2B3-4FDF-A8F3-A4DB218F1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416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64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9" name="Freeform 372">
                <a:extLst>
                  <a:ext uri="{FF2B5EF4-FFF2-40B4-BE49-F238E27FC236}">
                    <a16:creationId xmlns:a16="http://schemas.microsoft.com/office/drawing/2014/main" id="{D3651F56-293C-45B5-B304-C85D23D48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465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88 w 2"/>
                  <a:gd name="T3" fmla="*/ 95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0" name="Freeform 373">
                <a:extLst>
                  <a:ext uri="{FF2B5EF4-FFF2-40B4-BE49-F238E27FC236}">
                    <a16:creationId xmlns:a16="http://schemas.microsoft.com/office/drawing/2014/main" id="{40AA6F57-0F05-40CB-90FA-85E9A1FA2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487"/>
                <a:ext cx="7" cy="12"/>
              </a:xfrm>
              <a:custGeom>
                <a:avLst/>
                <a:gdLst>
                  <a:gd name="T0" fmla="*/ 49 w 2"/>
                  <a:gd name="T1" fmla="*/ 64 h 3"/>
                  <a:gd name="T2" fmla="*/ 88 w 2"/>
                  <a:gd name="T3" fmla="*/ 128 h 3"/>
                  <a:gd name="T4" fmla="*/ 49 w 2"/>
                  <a:gd name="T5" fmla="*/ 6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1" name="Freeform 374">
                <a:extLst>
                  <a:ext uri="{FF2B5EF4-FFF2-40B4-BE49-F238E27FC236}">
                    <a16:creationId xmlns:a16="http://schemas.microsoft.com/office/drawing/2014/main" id="{873B3FCB-115C-4F8F-AF2D-8ABD31E6A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80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49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2" name="Freeform 375">
                <a:extLst>
                  <a:ext uri="{FF2B5EF4-FFF2-40B4-BE49-F238E27FC236}">
                    <a16:creationId xmlns:a16="http://schemas.microsoft.com/office/drawing/2014/main" id="{0C405283-F6CC-4378-BEB4-B0F5D308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457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64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3" name="Freeform 376">
                <a:extLst>
                  <a:ext uri="{FF2B5EF4-FFF2-40B4-BE49-F238E27FC236}">
                    <a16:creationId xmlns:a16="http://schemas.microsoft.com/office/drawing/2014/main" id="{12732503-22FE-4CEF-B4E7-692D85458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465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95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4" name="Freeform 377">
                <a:extLst>
                  <a:ext uri="{FF2B5EF4-FFF2-40B4-BE49-F238E27FC236}">
                    <a16:creationId xmlns:a16="http://schemas.microsoft.com/office/drawing/2014/main" id="{5E7AE91D-90BE-4364-A3FA-18EA86ECD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461"/>
                <a:ext cx="10" cy="8"/>
              </a:xfrm>
              <a:custGeom>
                <a:avLst/>
                <a:gdLst>
                  <a:gd name="T0" fmla="*/ 33 w 3"/>
                  <a:gd name="T1" fmla="*/ 0 h 2"/>
                  <a:gd name="T2" fmla="*/ 77 w 3"/>
                  <a:gd name="T3" fmla="*/ 128 h 2"/>
                  <a:gd name="T4" fmla="*/ 3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5" name="Freeform 378">
                <a:extLst>
                  <a:ext uri="{FF2B5EF4-FFF2-40B4-BE49-F238E27FC236}">
                    <a16:creationId xmlns:a16="http://schemas.microsoft.com/office/drawing/2014/main" id="{6C6643A6-C8DE-4EF5-A825-C47C62D25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454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6" name="Freeform 379">
                <a:extLst>
                  <a:ext uri="{FF2B5EF4-FFF2-40B4-BE49-F238E27FC236}">
                    <a16:creationId xmlns:a16="http://schemas.microsoft.com/office/drawing/2014/main" id="{D3432789-8104-4465-88E3-3B1A19205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454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49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7" name="Freeform 380">
                <a:extLst>
                  <a:ext uri="{FF2B5EF4-FFF2-40B4-BE49-F238E27FC236}">
                    <a16:creationId xmlns:a16="http://schemas.microsoft.com/office/drawing/2014/main" id="{8E4F846D-794B-4208-B814-07D8B9C77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97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64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8" name="Freeform 381">
                <a:extLst>
                  <a:ext uri="{FF2B5EF4-FFF2-40B4-BE49-F238E27FC236}">
                    <a16:creationId xmlns:a16="http://schemas.microsoft.com/office/drawing/2014/main" id="{3C42B4B8-C043-4745-882F-6E1335C4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82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64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9" name="Freeform 382">
                <a:extLst>
                  <a:ext uri="{FF2B5EF4-FFF2-40B4-BE49-F238E27FC236}">
                    <a16:creationId xmlns:a16="http://schemas.microsoft.com/office/drawing/2014/main" id="{D3EB5E7D-2570-43CA-83E8-7ABED9B42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390"/>
                <a:ext cx="7" cy="11"/>
              </a:xfrm>
              <a:custGeom>
                <a:avLst/>
                <a:gdLst>
                  <a:gd name="T0" fmla="*/ 0 w 2"/>
                  <a:gd name="T1" fmla="*/ 55 h 3"/>
                  <a:gd name="T2" fmla="*/ 88 w 2"/>
                  <a:gd name="T3" fmla="*/ 95 h 3"/>
                  <a:gd name="T4" fmla="*/ 0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0" name="Freeform 383">
                <a:extLst>
                  <a:ext uri="{FF2B5EF4-FFF2-40B4-BE49-F238E27FC236}">
                    <a16:creationId xmlns:a16="http://schemas.microsoft.com/office/drawing/2014/main" id="{80B65B96-C3A7-40A9-83D3-7D98A2E9D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375"/>
                <a:ext cx="11" cy="7"/>
              </a:xfrm>
              <a:custGeom>
                <a:avLst/>
                <a:gdLst>
                  <a:gd name="T0" fmla="*/ 55 w 3"/>
                  <a:gd name="T1" fmla="*/ 0 h 2"/>
                  <a:gd name="T2" fmla="*/ 95 w 3"/>
                  <a:gd name="T3" fmla="*/ 49 h 2"/>
                  <a:gd name="T4" fmla="*/ 5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3" y="1"/>
                      <a:pt x="2" y="1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1" name="Freeform 384">
                <a:extLst>
                  <a:ext uri="{FF2B5EF4-FFF2-40B4-BE49-F238E27FC236}">
                    <a16:creationId xmlns:a16="http://schemas.microsoft.com/office/drawing/2014/main" id="{37F7A4EC-05B5-46F4-9E35-8F0A7A763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431"/>
                <a:ext cx="7" cy="8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12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2" name="Freeform 385">
                <a:extLst>
                  <a:ext uri="{FF2B5EF4-FFF2-40B4-BE49-F238E27FC236}">
                    <a16:creationId xmlns:a16="http://schemas.microsoft.com/office/drawing/2014/main" id="{3E92B137-58F5-4438-A06A-0C0454031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465"/>
                <a:ext cx="11" cy="11"/>
              </a:xfrm>
              <a:custGeom>
                <a:avLst/>
                <a:gdLst>
                  <a:gd name="T0" fmla="*/ 55 w 3"/>
                  <a:gd name="T1" fmla="*/ 55 h 3"/>
                  <a:gd name="T2" fmla="*/ 95 w 3"/>
                  <a:gd name="T3" fmla="*/ 95 h 3"/>
                  <a:gd name="T4" fmla="*/ 55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2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3" name="Freeform 386">
                <a:extLst>
                  <a:ext uri="{FF2B5EF4-FFF2-40B4-BE49-F238E27FC236}">
                    <a16:creationId xmlns:a16="http://schemas.microsoft.com/office/drawing/2014/main" id="{469D4EC5-9D4C-45DB-8801-1E23C413B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39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4" name="Freeform 387">
                <a:extLst>
                  <a:ext uri="{FF2B5EF4-FFF2-40B4-BE49-F238E27FC236}">
                    <a16:creationId xmlns:a16="http://schemas.microsoft.com/office/drawing/2014/main" id="{E545A0FF-62FE-4D4B-B4BF-AA9ECB80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420"/>
                <a:ext cx="3" cy="7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88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5" name="Freeform 388">
                <a:extLst>
                  <a:ext uri="{FF2B5EF4-FFF2-40B4-BE49-F238E27FC236}">
                    <a16:creationId xmlns:a16="http://schemas.microsoft.com/office/drawing/2014/main" id="{AA468FCD-4DC4-45DC-AB2E-F2F4F224A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420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88 w 2"/>
                  <a:gd name="T3" fmla="*/ 95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6" name="Freeform 389">
                <a:extLst>
                  <a:ext uri="{FF2B5EF4-FFF2-40B4-BE49-F238E27FC236}">
                    <a16:creationId xmlns:a16="http://schemas.microsoft.com/office/drawing/2014/main" id="{26D48DBD-59A4-43B6-A117-F304CA6FB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439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49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7" name="Freeform 390">
                <a:extLst>
                  <a:ext uri="{FF2B5EF4-FFF2-40B4-BE49-F238E27FC236}">
                    <a16:creationId xmlns:a16="http://schemas.microsoft.com/office/drawing/2014/main" id="{D117D649-4149-4B4C-A8C1-21B623C4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472"/>
                <a:ext cx="7" cy="12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128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8" name="Freeform 391">
                <a:extLst>
                  <a:ext uri="{FF2B5EF4-FFF2-40B4-BE49-F238E27FC236}">
                    <a16:creationId xmlns:a16="http://schemas.microsoft.com/office/drawing/2014/main" id="{37464434-4614-4860-8B2A-891BE9E3B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442"/>
                <a:ext cx="11" cy="8"/>
              </a:xfrm>
              <a:custGeom>
                <a:avLst/>
                <a:gdLst>
                  <a:gd name="T0" fmla="*/ 55 w 3"/>
                  <a:gd name="T1" fmla="*/ 0 h 2"/>
                  <a:gd name="T2" fmla="*/ 95 w 3"/>
                  <a:gd name="T3" fmla="*/ 128 h 2"/>
                  <a:gd name="T4" fmla="*/ 5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9" name="Freeform 392">
                <a:extLst>
                  <a:ext uri="{FF2B5EF4-FFF2-40B4-BE49-F238E27FC236}">
                    <a16:creationId xmlns:a16="http://schemas.microsoft.com/office/drawing/2014/main" id="{8F72C95E-7EAE-4DC8-91F9-66E9B5CB8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420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88 w 2"/>
                  <a:gd name="T3" fmla="*/ 95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0" name="Freeform 393">
                <a:extLst>
                  <a:ext uri="{FF2B5EF4-FFF2-40B4-BE49-F238E27FC236}">
                    <a16:creationId xmlns:a16="http://schemas.microsoft.com/office/drawing/2014/main" id="{EFB3C11C-1CBE-46D9-8180-B6EBD049B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405"/>
                <a:ext cx="7" cy="11"/>
              </a:xfrm>
              <a:custGeom>
                <a:avLst/>
                <a:gdLst>
                  <a:gd name="T0" fmla="*/ 49 w 2"/>
                  <a:gd name="T1" fmla="*/ 0 h 3"/>
                  <a:gd name="T2" fmla="*/ 49 w 2"/>
                  <a:gd name="T3" fmla="*/ 95 h 3"/>
                  <a:gd name="T4" fmla="*/ 49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1" name="Freeform 394">
                <a:extLst>
                  <a:ext uri="{FF2B5EF4-FFF2-40B4-BE49-F238E27FC236}">
                    <a16:creationId xmlns:a16="http://schemas.microsoft.com/office/drawing/2014/main" id="{F674A03E-760C-407D-B00A-08F2D98B0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50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2" name="Freeform 395">
                <a:extLst>
                  <a:ext uri="{FF2B5EF4-FFF2-40B4-BE49-F238E27FC236}">
                    <a16:creationId xmlns:a16="http://schemas.microsoft.com/office/drawing/2014/main" id="{006C08A1-68D7-4858-92A7-7667B3C0F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491"/>
                <a:ext cx="10" cy="11"/>
              </a:xfrm>
              <a:custGeom>
                <a:avLst/>
                <a:gdLst>
                  <a:gd name="T0" fmla="*/ 33 w 3"/>
                  <a:gd name="T1" fmla="*/ 0 h 3"/>
                  <a:gd name="T2" fmla="*/ 77 w 3"/>
                  <a:gd name="T3" fmla="*/ 95 h 3"/>
                  <a:gd name="T4" fmla="*/ 3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3" name="Freeform 396">
                <a:extLst>
                  <a:ext uri="{FF2B5EF4-FFF2-40B4-BE49-F238E27FC236}">
                    <a16:creationId xmlns:a16="http://schemas.microsoft.com/office/drawing/2014/main" id="{3FB2865B-954D-40B2-B6A0-B99FD565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514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49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4" name="Freeform 397">
                <a:extLst>
                  <a:ext uri="{FF2B5EF4-FFF2-40B4-BE49-F238E27FC236}">
                    <a16:creationId xmlns:a16="http://schemas.microsoft.com/office/drawing/2014/main" id="{7165339A-569E-49F9-A30A-41CEF136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480"/>
                <a:ext cx="7" cy="11"/>
              </a:xfrm>
              <a:custGeom>
                <a:avLst/>
                <a:gdLst>
                  <a:gd name="T0" fmla="*/ 49 w 2"/>
                  <a:gd name="T1" fmla="*/ 55 h 3"/>
                  <a:gd name="T2" fmla="*/ 49 w 2"/>
                  <a:gd name="T3" fmla="*/ 95 h 3"/>
                  <a:gd name="T4" fmla="*/ 49 w 2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1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5" name="Freeform 398">
                <a:extLst>
                  <a:ext uri="{FF2B5EF4-FFF2-40B4-BE49-F238E27FC236}">
                    <a16:creationId xmlns:a16="http://schemas.microsoft.com/office/drawing/2014/main" id="{7C71D6A7-676A-4622-8D67-59CA7149C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502"/>
                <a:ext cx="7" cy="4"/>
              </a:xfrm>
              <a:custGeom>
                <a:avLst/>
                <a:gdLst>
                  <a:gd name="T0" fmla="*/ 49 w 2"/>
                  <a:gd name="T1" fmla="*/ 0 h 1"/>
                  <a:gd name="T2" fmla="*/ 88 w 2"/>
                  <a:gd name="T3" fmla="*/ 64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6" name="Freeform 399">
                <a:extLst>
                  <a:ext uri="{FF2B5EF4-FFF2-40B4-BE49-F238E27FC236}">
                    <a16:creationId xmlns:a16="http://schemas.microsoft.com/office/drawing/2014/main" id="{80475EFE-5783-4CB3-B23A-274F8F00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465"/>
                <a:ext cx="7" cy="7"/>
              </a:xfrm>
              <a:custGeom>
                <a:avLst/>
                <a:gdLst>
                  <a:gd name="T0" fmla="*/ 49 w 2"/>
                  <a:gd name="T1" fmla="*/ 0 h 2"/>
                  <a:gd name="T2" fmla="*/ 88 w 2"/>
                  <a:gd name="T3" fmla="*/ 88 h 2"/>
                  <a:gd name="T4" fmla="*/ 49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7" name="Freeform 400">
                <a:extLst>
                  <a:ext uri="{FF2B5EF4-FFF2-40B4-BE49-F238E27FC236}">
                    <a16:creationId xmlns:a16="http://schemas.microsoft.com/office/drawing/2014/main" id="{7D69C976-F1EE-49A7-99E2-FDC0B730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484"/>
                <a:ext cx="7" cy="3"/>
              </a:xfrm>
              <a:custGeom>
                <a:avLst/>
                <a:gdLst>
                  <a:gd name="T0" fmla="*/ 49 w 2"/>
                  <a:gd name="T1" fmla="*/ 0 h 1"/>
                  <a:gd name="T2" fmla="*/ 49 w 2"/>
                  <a:gd name="T3" fmla="*/ 27 h 1"/>
                  <a:gd name="T4" fmla="*/ 49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8" name="Freeform 401">
                <a:extLst>
                  <a:ext uri="{FF2B5EF4-FFF2-40B4-BE49-F238E27FC236}">
                    <a16:creationId xmlns:a16="http://schemas.microsoft.com/office/drawing/2014/main" id="{B8F39D2D-01F5-41DE-87E1-46545FA0E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521"/>
                <a:ext cx="3" cy="4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64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9" name="Freeform 402">
                <a:extLst>
                  <a:ext uri="{FF2B5EF4-FFF2-40B4-BE49-F238E27FC236}">
                    <a16:creationId xmlns:a16="http://schemas.microsoft.com/office/drawing/2014/main" id="{E231B9D0-A3CA-4B2E-83FD-6D679E8B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529"/>
                <a:ext cx="7" cy="3"/>
              </a:xfrm>
              <a:custGeom>
                <a:avLst/>
                <a:gdLst>
                  <a:gd name="T0" fmla="*/ 0 w 2"/>
                  <a:gd name="T1" fmla="*/ 0 h 1"/>
                  <a:gd name="T2" fmla="*/ 88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0" name="Freeform 403">
                <a:extLst>
                  <a:ext uri="{FF2B5EF4-FFF2-40B4-BE49-F238E27FC236}">
                    <a16:creationId xmlns:a16="http://schemas.microsoft.com/office/drawing/2014/main" id="{5C128B09-8E0B-4229-A3B6-82070F6DD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517"/>
                <a:ext cx="7" cy="8"/>
              </a:xfrm>
              <a:custGeom>
                <a:avLst/>
                <a:gdLst>
                  <a:gd name="T0" fmla="*/ 0 w 2"/>
                  <a:gd name="T1" fmla="*/ 0 h 2"/>
                  <a:gd name="T2" fmla="*/ 88 w 2"/>
                  <a:gd name="T3" fmla="*/ 64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2" y="0"/>
                      <a:pt x="2" y="1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1" name="Freeform 404">
                <a:extLst>
                  <a:ext uri="{FF2B5EF4-FFF2-40B4-BE49-F238E27FC236}">
                    <a16:creationId xmlns:a16="http://schemas.microsoft.com/office/drawing/2014/main" id="{A3DDD2E4-B28A-4891-88B7-6977E1329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495"/>
                <a:ext cx="3" cy="4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64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2" name="Freeform 405">
                <a:extLst>
                  <a:ext uri="{FF2B5EF4-FFF2-40B4-BE49-F238E27FC236}">
                    <a16:creationId xmlns:a16="http://schemas.microsoft.com/office/drawing/2014/main" id="{5E6B70B7-95F7-4775-ABBF-5F9E03E90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525"/>
                <a:ext cx="7" cy="4"/>
              </a:xfrm>
              <a:custGeom>
                <a:avLst/>
                <a:gdLst>
                  <a:gd name="T0" fmla="*/ 88 w 2"/>
                  <a:gd name="T1" fmla="*/ 0 h 1"/>
                  <a:gd name="T2" fmla="*/ 49 w 2"/>
                  <a:gd name="T3" fmla="*/ 64 h 1"/>
                  <a:gd name="T4" fmla="*/ 8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7744" name="Freeform 406">
              <a:extLst>
                <a:ext uri="{FF2B5EF4-FFF2-40B4-BE49-F238E27FC236}">
                  <a16:creationId xmlns:a16="http://schemas.microsoft.com/office/drawing/2014/main" id="{0ECDF255-CC65-422B-81D4-C4C92B5A0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506"/>
              <a:ext cx="7" cy="11"/>
            </a:xfrm>
            <a:custGeom>
              <a:avLst/>
              <a:gdLst>
                <a:gd name="T0" fmla="*/ 88 w 2"/>
                <a:gd name="T1" fmla="*/ 55 h 3"/>
                <a:gd name="T2" fmla="*/ 0 w 2"/>
                <a:gd name="T3" fmla="*/ 147 h 3"/>
                <a:gd name="T4" fmla="*/ 88 w 2"/>
                <a:gd name="T5" fmla="*/ 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3"/>
                    <a:pt x="0" y="3"/>
                  </a:cubicBezTo>
                  <a:cubicBezTo>
                    <a:pt x="0" y="3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5" name="Freeform 407">
              <a:extLst>
                <a:ext uri="{FF2B5EF4-FFF2-40B4-BE49-F238E27FC236}">
                  <a16:creationId xmlns:a16="http://schemas.microsoft.com/office/drawing/2014/main" id="{AF15BEBA-F26D-4254-B3F0-4FC4DC4F0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442"/>
              <a:ext cx="7" cy="8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12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6" name="Freeform 408">
              <a:extLst>
                <a:ext uri="{FF2B5EF4-FFF2-40B4-BE49-F238E27FC236}">
                  <a16:creationId xmlns:a16="http://schemas.microsoft.com/office/drawing/2014/main" id="{15AED42B-B30D-41AE-B548-82F41C79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461"/>
              <a:ext cx="11" cy="8"/>
            </a:xfrm>
            <a:custGeom>
              <a:avLst/>
              <a:gdLst>
                <a:gd name="T0" fmla="*/ 55 w 3"/>
                <a:gd name="T1" fmla="*/ 0 h 2"/>
                <a:gd name="T2" fmla="*/ 95 w 3"/>
                <a:gd name="T3" fmla="*/ 128 h 2"/>
                <a:gd name="T4" fmla="*/ 5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7" name="Freeform 409">
              <a:extLst>
                <a:ext uri="{FF2B5EF4-FFF2-40B4-BE49-F238E27FC236}">
                  <a16:creationId xmlns:a16="http://schemas.microsoft.com/office/drawing/2014/main" id="{9FF89F50-24C0-4FDB-8A30-32C27757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446"/>
              <a:ext cx="11" cy="11"/>
            </a:xfrm>
            <a:custGeom>
              <a:avLst/>
              <a:gdLst>
                <a:gd name="T0" fmla="*/ 55 w 3"/>
                <a:gd name="T1" fmla="*/ 55 h 3"/>
                <a:gd name="T2" fmla="*/ 95 w 3"/>
                <a:gd name="T3" fmla="*/ 95 h 3"/>
                <a:gd name="T4" fmla="*/ 55 w 3"/>
                <a:gd name="T5" fmla="*/ 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0"/>
                    <a:pt x="3" y="2"/>
                    <a:pt x="2" y="2"/>
                  </a:cubicBezTo>
                  <a:cubicBezTo>
                    <a:pt x="2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8" name="Freeform 410">
              <a:extLst>
                <a:ext uri="{FF2B5EF4-FFF2-40B4-BE49-F238E27FC236}">
                  <a16:creationId xmlns:a16="http://schemas.microsoft.com/office/drawing/2014/main" id="{241B99F1-D2F3-4CF2-B9D7-1FE6D73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439"/>
              <a:ext cx="7" cy="7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49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9" name="Freeform 411">
              <a:extLst>
                <a:ext uri="{FF2B5EF4-FFF2-40B4-BE49-F238E27FC236}">
                  <a16:creationId xmlns:a16="http://schemas.microsoft.com/office/drawing/2014/main" id="{531DFF9E-DF68-482A-B229-9836B892E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99"/>
              <a:ext cx="7" cy="3"/>
            </a:xfrm>
            <a:custGeom>
              <a:avLst/>
              <a:gdLst>
                <a:gd name="T0" fmla="*/ 49 w 2"/>
                <a:gd name="T1" fmla="*/ 0 h 1"/>
                <a:gd name="T2" fmla="*/ 88 w 2"/>
                <a:gd name="T3" fmla="*/ 27 h 1"/>
                <a:gd name="T4" fmla="*/ 49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0" name="Freeform 412">
              <a:extLst>
                <a:ext uri="{FF2B5EF4-FFF2-40B4-BE49-F238E27FC236}">
                  <a16:creationId xmlns:a16="http://schemas.microsoft.com/office/drawing/2014/main" id="{6EF142B0-5AE3-4CFE-9A94-D5609EB34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431"/>
              <a:ext cx="7" cy="11"/>
            </a:xfrm>
            <a:custGeom>
              <a:avLst/>
              <a:gdLst>
                <a:gd name="T0" fmla="*/ 49 w 2"/>
                <a:gd name="T1" fmla="*/ 55 h 3"/>
                <a:gd name="T2" fmla="*/ 49 w 2"/>
                <a:gd name="T3" fmla="*/ 95 h 3"/>
                <a:gd name="T4" fmla="*/ 49 w 2"/>
                <a:gd name="T5" fmla="*/ 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2" y="2"/>
                    <a:pt x="1" y="2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1" name="Freeform 413">
              <a:extLst>
                <a:ext uri="{FF2B5EF4-FFF2-40B4-BE49-F238E27FC236}">
                  <a16:creationId xmlns:a16="http://schemas.microsoft.com/office/drawing/2014/main" id="{342E8CA6-E185-426F-8ABB-563149D24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31"/>
              <a:ext cx="7" cy="8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64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2" name="Freeform 414">
              <a:extLst>
                <a:ext uri="{FF2B5EF4-FFF2-40B4-BE49-F238E27FC236}">
                  <a16:creationId xmlns:a16="http://schemas.microsoft.com/office/drawing/2014/main" id="{7815DDD0-7D08-4019-A17E-5BE1840D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427"/>
              <a:ext cx="7" cy="8"/>
            </a:xfrm>
            <a:custGeom>
              <a:avLst/>
              <a:gdLst>
                <a:gd name="T0" fmla="*/ 0 w 2"/>
                <a:gd name="T1" fmla="*/ 0 h 2"/>
                <a:gd name="T2" fmla="*/ 49 w 2"/>
                <a:gd name="T3" fmla="*/ 64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3" name="Freeform 415">
              <a:extLst>
                <a:ext uri="{FF2B5EF4-FFF2-40B4-BE49-F238E27FC236}">
                  <a16:creationId xmlns:a16="http://schemas.microsoft.com/office/drawing/2014/main" id="{C3654468-8D37-4A9F-88FF-0C60832F4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424"/>
              <a:ext cx="11" cy="7"/>
            </a:xfrm>
            <a:custGeom>
              <a:avLst/>
              <a:gdLst>
                <a:gd name="T0" fmla="*/ 55 w 3"/>
                <a:gd name="T1" fmla="*/ 0 h 2"/>
                <a:gd name="T2" fmla="*/ 95 w 3"/>
                <a:gd name="T3" fmla="*/ 88 h 2"/>
                <a:gd name="T4" fmla="*/ 5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4" name="Freeform 416">
              <a:extLst>
                <a:ext uri="{FF2B5EF4-FFF2-40B4-BE49-F238E27FC236}">
                  <a16:creationId xmlns:a16="http://schemas.microsoft.com/office/drawing/2014/main" id="{6917B23E-B414-4D28-8353-864A901B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439"/>
              <a:ext cx="7" cy="11"/>
            </a:xfrm>
            <a:custGeom>
              <a:avLst/>
              <a:gdLst>
                <a:gd name="T0" fmla="*/ 0 w 2"/>
                <a:gd name="T1" fmla="*/ 55 h 3"/>
                <a:gd name="T2" fmla="*/ 88 w 2"/>
                <a:gd name="T3" fmla="*/ 95 h 3"/>
                <a:gd name="T4" fmla="*/ 0 w 2"/>
                <a:gd name="T5" fmla="*/ 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2" y="2"/>
                    <a:pt x="2" y="2"/>
                  </a:cubicBezTo>
                  <a:cubicBezTo>
                    <a:pt x="1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5" name="Freeform 417">
              <a:extLst>
                <a:ext uri="{FF2B5EF4-FFF2-40B4-BE49-F238E27FC236}">
                  <a16:creationId xmlns:a16="http://schemas.microsoft.com/office/drawing/2014/main" id="{5DCAC6DF-9933-47A9-9595-F8A209337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405"/>
              <a:ext cx="7" cy="7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8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6" name="Freeform 418">
              <a:extLst>
                <a:ext uri="{FF2B5EF4-FFF2-40B4-BE49-F238E27FC236}">
                  <a16:creationId xmlns:a16="http://schemas.microsoft.com/office/drawing/2014/main" id="{E9A8FA56-B107-4CE6-AA9B-6B54552B4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442"/>
              <a:ext cx="8" cy="12"/>
            </a:xfrm>
            <a:custGeom>
              <a:avLst/>
              <a:gdLst>
                <a:gd name="T0" fmla="*/ 64 w 2"/>
                <a:gd name="T1" fmla="*/ 64 h 3"/>
                <a:gd name="T2" fmla="*/ 128 w 2"/>
                <a:gd name="T3" fmla="*/ 128 h 3"/>
                <a:gd name="T4" fmla="*/ 64 w 2"/>
                <a:gd name="T5" fmla="*/ 6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2" y="2"/>
                    <a:pt x="2" y="2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7" name="Freeform 419">
              <a:extLst>
                <a:ext uri="{FF2B5EF4-FFF2-40B4-BE49-F238E27FC236}">
                  <a16:creationId xmlns:a16="http://schemas.microsoft.com/office/drawing/2014/main" id="{25EBAFB5-BBE4-4DD7-82ED-8DE429EF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412"/>
              <a:ext cx="7" cy="12"/>
            </a:xfrm>
            <a:custGeom>
              <a:avLst/>
              <a:gdLst>
                <a:gd name="T0" fmla="*/ 0 w 2"/>
                <a:gd name="T1" fmla="*/ 64 h 3"/>
                <a:gd name="T2" fmla="*/ 88 w 2"/>
                <a:gd name="T3" fmla="*/ 128 h 3"/>
                <a:gd name="T4" fmla="*/ 0 w 2"/>
                <a:gd name="T5" fmla="*/ 6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8" name="Freeform 420">
              <a:extLst>
                <a:ext uri="{FF2B5EF4-FFF2-40B4-BE49-F238E27FC236}">
                  <a16:creationId xmlns:a16="http://schemas.microsoft.com/office/drawing/2014/main" id="{2CE0EB7D-F0DA-48D0-B902-0B8286C54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412"/>
              <a:ext cx="10" cy="8"/>
            </a:xfrm>
            <a:custGeom>
              <a:avLst/>
              <a:gdLst>
                <a:gd name="T0" fmla="*/ 33 w 3"/>
                <a:gd name="T1" fmla="*/ 0 h 2"/>
                <a:gd name="T2" fmla="*/ 77 w 3"/>
                <a:gd name="T3" fmla="*/ 64 h 2"/>
                <a:gd name="T4" fmla="*/ 33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9" name="Freeform 421">
              <a:extLst>
                <a:ext uri="{FF2B5EF4-FFF2-40B4-BE49-F238E27FC236}">
                  <a16:creationId xmlns:a16="http://schemas.microsoft.com/office/drawing/2014/main" id="{6E7C26D6-A5B5-49F6-BDDB-176659CF7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476"/>
              <a:ext cx="7" cy="8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64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0" name="Freeform 422">
              <a:extLst>
                <a:ext uri="{FF2B5EF4-FFF2-40B4-BE49-F238E27FC236}">
                  <a16:creationId xmlns:a16="http://schemas.microsoft.com/office/drawing/2014/main" id="{818A9E1C-E0D2-49AF-812A-064B12724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20"/>
              <a:ext cx="10" cy="7"/>
            </a:xfrm>
            <a:custGeom>
              <a:avLst/>
              <a:gdLst>
                <a:gd name="T0" fmla="*/ 33 w 3"/>
                <a:gd name="T1" fmla="*/ 0 h 2"/>
                <a:gd name="T2" fmla="*/ 77 w 3"/>
                <a:gd name="T3" fmla="*/ 88 h 2"/>
                <a:gd name="T4" fmla="*/ 33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1" name="Freeform 423">
              <a:extLst>
                <a:ext uri="{FF2B5EF4-FFF2-40B4-BE49-F238E27FC236}">
                  <a16:creationId xmlns:a16="http://schemas.microsoft.com/office/drawing/2014/main" id="{B4641598-CDA5-40C9-9E4B-438FD9EC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491"/>
              <a:ext cx="7" cy="8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12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2" name="Freeform 424">
              <a:extLst>
                <a:ext uri="{FF2B5EF4-FFF2-40B4-BE49-F238E27FC236}">
                  <a16:creationId xmlns:a16="http://schemas.microsoft.com/office/drawing/2014/main" id="{A9B66D50-A36F-40DD-98F2-A5005D091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506"/>
              <a:ext cx="10" cy="8"/>
            </a:xfrm>
            <a:custGeom>
              <a:avLst/>
              <a:gdLst>
                <a:gd name="T0" fmla="*/ 33 w 3"/>
                <a:gd name="T1" fmla="*/ 0 h 2"/>
                <a:gd name="T2" fmla="*/ 77 w 3"/>
                <a:gd name="T3" fmla="*/ 64 h 2"/>
                <a:gd name="T4" fmla="*/ 33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3" y="1"/>
                    <a:pt x="2" y="1"/>
                  </a:cubicBezTo>
                  <a:cubicBezTo>
                    <a:pt x="2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3" name="Freeform 425">
              <a:extLst>
                <a:ext uri="{FF2B5EF4-FFF2-40B4-BE49-F238E27FC236}">
                  <a16:creationId xmlns:a16="http://schemas.microsoft.com/office/drawing/2014/main" id="{9D607B57-A426-4AB0-86C0-D130F67E4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491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77 w 3"/>
                <a:gd name="T3" fmla="*/ 95 h 3"/>
                <a:gd name="T4" fmla="*/ 33 w 3"/>
                <a:gd name="T5" fmla="*/ 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0"/>
                    <a:pt x="3" y="2"/>
                    <a:pt x="2" y="2"/>
                  </a:cubicBezTo>
                  <a:cubicBezTo>
                    <a:pt x="2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4" name="Freeform 426">
              <a:extLst>
                <a:ext uri="{FF2B5EF4-FFF2-40B4-BE49-F238E27FC236}">
                  <a16:creationId xmlns:a16="http://schemas.microsoft.com/office/drawing/2014/main" id="{D9C258F0-0258-4FF6-ACC6-91F31819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476"/>
              <a:ext cx="7" cy="8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12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5" name="Freeform 427">
              <a:extLst>
                <a:ext uri="{FF2B5EF4-FFF2-40B4-BE49-F238E27FC236}">
                  <a16:creationId xmlns:a16="http://schemas.microsoft.com/office/drawing/2014/main" id="{EB430D84-20BC-45BF-8280-9DE955EC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469"/>
              <a:ext cx="7" cy="7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49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6" name="Freeform 428">
              <a:extLst>
                <a:ext uri="{FF2B5EF4-FFF2-40B4-BE49-F238E27FC236}">
                  <a16:creationId xmlns:a16="http://schemas.microsoft.com/office/drawing/2014/main" id="{33DE04A4-930C-4760-8196-B3B7F66AE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487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95 w 3"/>
                <a:gd name="T3" fmla="*/ 128 h 3"/>
                <a:gd name="T4" fmla="*/ 55 w 3"/>
                <a:gd name="T5" fmla="*/ 6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0"/>
                    <a:pt x="3" y="2"/>
                    <a:pt x="2" y="2"/>
                  </a:cubicBezTo>
                  <a:cubicBezTo>
                    <a:pt x="2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7" name="Freeform 429">
              <a:extLst>
                <a:ext uri="{FF2B5EF4-FFF2-40B4-BE49-F238E27FC236}">
                  <a16:creationId xmlns:a16="http://schemas.microsoft.com/office/drawing/2014/main" id="{238E09CB-5C5C-4643-BF61-F499496F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409"/>
              <a:ext cx="7" cy="7"/>
            </a:xfrm>
            <a:custGeom>
              <a:avLst/>
              <a:gdLst>
                <a:gd name="T0" fmla="*/ 0 w 2"/>
                <a:gd name="T1" fmla="*/ 0 h 2"/>
                <a:gd name="T2" fmla="*/ 49 w 2"/>
                <a:gd name="T3" fmla="*/ 49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8" name="Freeform 430">
              <a:extLst>
                <a:ext uri="{FF2B5EF4-FFF2-40B4-BE49-F238E27FC236}">
                  <a16:creationId xmlns:a16="http://schemas.microsoft.com/office/drawing/2014/main" id="{E73FB501-E109-48D4-87FE-8CB94F3E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506"/>
              <a:ext cx="7" cy="8"/>
            </a:xfrm>
            <a:custGeom>
              <a:avLst/>
              <a:gdLst>
                <a:gd name="T0" fmla="*/ 0 w 2"/>
                <a:gd name="T1" fmla="*/ 0 h 2"/>
                <a:gd name="T2" fmla="*/ 88 w 2"/>
                <a:gd name="T3" fmla="*/ 64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2" y="1"/>
                    <a:pt x="2" y="1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9" name="Freeform 431">
              <a:extLst>
                <a:ext uri="{FF2B5EF4-FFF2-40B4-BE49-F238E27FC236}">
                  <a16:creationId xmlns:a16="http://schemas.microsoft.com/office/drawing/2014/main" id="{A2DE7499-22CC-4040-8C96-AA9221096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72"/>
              <a:ext cx="7" cy="8"/>
            </a:xfrm>
            <a:custGeom>
              <a:avLst/>
              <a:gdLst>
                <a:gd name="T0" fmla="*/ 0 w 2"/>
                <a:gd name="T1" fmla="*/ 0 h 2"/>
                <a:gd name="T2" fmla="*/ 49 w 2"/>
                <a:gd name="T3" fmla="*/ 64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0" name="Freeform 432">
              <a:extLst>
                <a:ext uri="{FF2B5EF4-FFF2-40B4-BE49-F238E27FC236}">
                  <a16:creationId xmlns:a16="http://schemas.microsoft.com/office/drawing/2014/main" id="{A16FC499-1588-4F94-B45C-94F1711A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472"/>
              <a:ext cx="7" cy="8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12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1" name="Freeform 433">
              <a:extLst>
                <a:ext uri="{FF2B5EF4-FFF2-40B4-BE49-F238E27FC236}">
                  <a16:creationId xmlns:a16="http://schemas.microsoft.com/office/drawing/2014/main" id="{773B0D04-B9A0-432F-A2B1-AC3C686E8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454"/>
              <a:ext cx="10" cy="7"/>
            </a:xfrm>
            <a:custGeom>
              <a:avLst/>
              <a:gdLst>
                <a:gd name="T0" fmla="*/ 33 w 3"/>
                <a:gd name="T1" fmla="*/ 0 h 2"/>
                <a:gd name="T2" fmla="*/ 77 w 3"/>
                <a:gd name="T3" fmla="*/ 88 h 2"/>
                <a:gd name="T4" fmla="*/ 33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2" name="Freeform 434">
              <a:extLst>
                <a:ext uri="{FF2B5EF4-FFF2-40B4-BE49-F238E27FC236}">
                  <a16:creationId xmlns:a16="http://schemas.microsoft.com/office/drawing/2014/main" id="{3278E450-B71B-447D-86FC-56BDCDE7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420"/>
              <a:ext cx="3" cy="7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88 h 2"/>
                <a:gd name="T4" fmla="*/ 27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2"/>
                    <a:pt x="0" y="2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3" name="Freeform 435">
              <a:extLst>
                <a:ext uri="{FF2B5EF4-FFF2-40B4-BE49-F238E27FC236}">
                  <a16:creationId xmlns:a16="http://schemas.microsoft.com/office/drawing/2014/main" id="{D496EE97-B85C-4AF9-A1FF-1012D56D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454"/>
              <a:ext cx="3" cy="7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88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4" name="Freeform 436">
              <a:extLst>
                <a:ext uri="{FF2B5EF4-FFF2-40B4-BE49-F238E27FC236}">
                  <a16:creationId xmlns:a16="http://schemas.microsoft.com/office/drawing/2014/main" id="{3788A4D0-8C1A-4365-9C0E-CBA92DEB4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87"/>
              <a:ext cx="7" cy="4"/>
            </a:xfrm>
            <a:custGeom>
              <a:avLst/>
              <a:gdLst>
                <a:gd name="T0" fmla="*/ 49 w 2"/>
                <a:gd name="T1" fmla="*/ 0 h 1"/>
                <a:gd name="T2" fmla="*/ 49 w 2"/>
                <a:gd name="T3" fmla="*/ 64 h 1"/>
                <a:gd name="T4" fmla="*/ 49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5" name="Freeform 437">
              <a:extLst>
                <a:ext uri="{FF2B5EF4-FFF2-40B4-BE49-F238E27FC236}">
                  <a16:creationId xmlns:a16="http://schemas.microsoft.com/office/drawing/2014/main" id="{0C02E0A5-3A9C-4991-B26C-1243652ED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87"/>
              <a:ext cx="7" cy="12"/>
            </a:xfrm>
            <a:custGeom>
              <a:avLst/>
              <a:gdLst>
                <a:gd name="T0" fmla="*/ 49 w 2"/>
                <a:gd name="T1" fmla="*/ 64 h 3"/>
                <a:gd name="T2" fmla="*/ 88 w 2"/>
                <a:gd name="T3" fmla="*/ 128 h 3"/>
                <a:gd name="T4" fmla="*/ 49 w 2"/>
                <a:gd name="T5" fmla="*/ 6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2" y="2"/>
                    <a:pt x="2" y="2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6" name="Freeform 438">
              <a:extLst>
                <a:ext uri="{FF2B5EF4-FFF2-40B4-BE49-F238E27FC236}">
                  <a16:creationId xmlns:a16="http://schemas.microsoft.com/office/drawing/2014/main" id="{EB642B1F-5996-4E0C-BC1D-1E600BAAF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10"/>
              <a:ext cx="11" cy="7"/>
            </a:xfrm>
            <a:custGeom>
              <a:avLst/>
              <a:gdLst>
                <a:gd name="T0" fmla="*/ 55 w 3"/>
                <a:gd name="T1" fmla="*/ 49 h 2"/>
                <a:gd name="T2" fmla="*/ 95 w 3"/>
                <a:gd name="T3" fmla="*/ 88 h 2"/>
                <a:gd name="T4" fmla="*/ 55 w 3"/>
                <a:gd name="T5" fmla="*/ 49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3" y="1"/>
                    <a:pt x="2" y="2"/>
                  </a:cubicBezTo>
                  <a:cubicBezTo>
                    <a:pt x="2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7" name="Freeform 439">
              <a:extLst>
                <a:ext uri="{FF2B5EF4-FFF2-40B4-BE49-F238E27FC236}">
                  <a16:creationId xmlns:a16="http://schemas.microsoft.com/office/drawing/2014/main" id="{5DAFF421-7077-473F-8D98-D6743766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502"/>
              <a:ext cx="7" cy="4"/>
            </a:xfrm>
            <a:custGeom>
              <a:avLst/>
              <a:gdLst>
                <a:gd name="T0" fmla="*/ 49 w 2"/>
                <a:gd name="T1" fmla="*/ 0 h 1"/>
                <a:gd name="T2" fmla="*/ 88 w 2"/>
                <a:gd name="T3" fmla="*/ 64 h 1"/>
                <a:gd name="T4" fmla="*/ 49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8" name="Freeform 440">
              <a:extLst>
                <a:ext uri="{FF2B5EF4-FFF2-40B4-BE49-F238E27FC236}">
                  <a16:creationId xmlns:a16="http://schemas.microsoft.com/office/drawing/2014/main" id="{A89DA68E-0E30-422D-9EC5-A27D6B8ED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495"/>
              <a:ext cx="4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64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9" name="Freeform 441">
              <a:extLst>
                <a:ext uri="{FF2B5EF4-FFF2-40B4-BE49-F238E27FC236}">
                  <a16:creationId xmlns:a16="http://schemas.microsoft.com/office/drawing/2014/main" id="{B631EB84-47E8-4CD6-AE08-D392F185C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480"/>
              <a:ext cx="4" cy="7"/>
            </a:xfrm>
            <a:custGeom>
              <a:avLst/>
              <a:gdLst>
                <a:gd name="T0" fmla="*/ 64 w 1"/>
                <a:gd name="T1" fmla="*/ 0 h 2"/>
                <a:gd name="T2" fmla="*/ 64 w 1"/>
                <a:gd name="T3" fmla="*/ 88 h 2"/>
                <a:gd name="T4" fmla="*/ 64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0" name="Freeform 442">
              <a:extLst>
                <a:ext uri="{FF2B5EF4-FFF2-40B4-BE49-F238E27FC236}">
                  <a16:creationId xmlns:a16="http://schemas.microsoft.com/office/drawing/2014/main" id="{78E61862-6042-454B-AB00-AC3690D44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57"/>
              <a:ext cx="7" cy="12"/>
            </a:xfrm>
            <a:custGeom>
              <a:avLst/>
              <a:gdLst>
                <a:gd name="T0" fmla="*/ 49 w 2"/>
                <a:gd name="T1" fmla="*/ 64 h 3"/>
                <a:gd name="T2" fmla="*/ 88 w 2"/>
                <a:gd name="T3" fmla="*/ 128 h 3"/>
                <a:gd name="T4" fmla="*/ 49 w 2"/>
                <a:gd name="T5" fmla="*/ 6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2" y="2"/>
                    <a:pt x="2" y="2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1" name="Freeform 443">
              <a:extLst>
                <a:ext uri="{FF2B5EF4-FFF2-40B4-BE49-F238E27FC236}">
                  <a16:creationId xmlns:a16="http://schemas.microsoft.com/office/drawing/2014/main" id="{E8DF5B3C-EE5E-4CEC-A72A-AC71DE02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42"/>
              <a:ext cx="7" cy="8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12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2" name="Freeform 444">
              <a:extLst>
                <a:ext uri="{FF2B5EF4-FFF2-40B4-BE49-F238E27FC236}">
                  <a16:creationId xmlns:a16="http://schemas.microsoft.com/office/drawing/2014/main" id="{3FC4719F-A2E6-412F-9D00-3B59BF46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31"/>
              <a:ext cx="7" cy="8"/>
            </a:xfrm>
            <a:custGeom>
              <a:avLst/>
              <a:gdLst>
                <a:gd name="T0" fmla="*/ 49 w 2"/>
                <a:gd name="T1" fmla="*/ 64 h 2"/>
                <a:gd name="T2" fmla="*/ 88 w 2"/>
                <a:gd name="T3" fmla="*/ 128 h 2"/>
                <a:gd name="T4" fmla="*/ 49 w 2"/>
                <a:gd name="T5" fmla="*/ 6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3" name="Freeform 445">
              <a:extLst>
                <a:ext uri="{FF2B5EF4-FFF2-40B4-BE49-F238E27FC236}">
                  <a16:creationId xmlns:a16="http://schemas.microsoft.com/office/drawing/2014/main" id="{5694B15F-A5FC-4739-884F-6F987EA76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39"/>
              <a:ext cx="4" cy="7"/>
            </a:xfrm>
            <a:custGeom>
              <a:avLst/>
              <a:gdLst>
                <a:gd name="T0" fmla="*/ 64 w 1"/>
                <a:gd name="T1" fmla="*/ 0 h 2"/>
                <a:gd name="T2" fmla="*/ 64 w 1"/>
                <a:gd name="T3" fmla="*/ 88 h 2"/>
                <a:gd name="T4" fmla="*/ 64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4" name="Freeform 446">
              <a:extLst>
                <a:ext uri="{FF2B5EF4-FFF2-40B4-BE49-F238E27FC236}">
                  <a16:creationId xmlns:a16="http://schemas.microsoft.com/office/drawing/2014/main" id="{2E10FA72-54EC-4E73-8728-7875E30C9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454"/>
              <a:ext cx="7" cy="11"/>
            </a:xfrm>
            <a:custGeom>
              <a:avLst/>
              <a:gdLst>
                <a:gd name="T0" fmla="*/ 0 w 2"/>
                <a:gd name="T1" fmla="*/ 55 h 3"/>
                <a:gd name="T2" fmla="*/ 49 w 2"/>
                <a:gd name="T3" fmla="*/ 95 h 3"/>
                <a:gd name="T4" fmla="*/ 0 w 2"/>
                <a:gd name="T5" fmla="*/ 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2" y="2"/>
                    <a:pt x="1" y="2"/>
                  </a:cubicBezTo>
                  <a:cubicBezTo>
                    <a:pt x="1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5" name="Freeform 447">
              <a:extLst>
                <a:ext uri="{FF2B5EF4-FFF2-40B4-BE49-F238E27FC236}">
                  <a16:creationId xmlns:a16="http://schemas.microsoft.com/office/drawing/2014/main" id="{EFE89509-9A8B-472B-8117-D64586106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457"/>
              <a:ext cx="7" cy="4"/>
            </a:xfrm>
            <a:custGeom>
              <a:avLst/>
              <a:gdLst>
                <a:gd name="T0" fmla="*/ 49 w 2"/>
                <a:gd name="T1" fmla="*/ 0 h 1"/>
                <a:gd name="T2" fmla="*/ 49 w 2"/>
                <a:gd name="T3" fmla="*/ 64 h 1"/>
                <a:gd name="T4" fmla="*/ 49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6" name="Freeform 448">
              <a:extLst>
                <a:ext uri="{FF2B5EF4-FFF2-40B4-BE49-F238E27FC236}">
                  <a16:creationId xmlns:a16="http://schemas.microsoft.com/office/drawing/2014/main" id="{88FC10B6-0BD3-428A-9EED-91C75E020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416"/>
              <a:ext cx="7" cy="8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64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7" name="Freeform 449">
              <a:extLst>
                <a:ext uri="{FF2B5EF4-FFF2-40B4-BE49-F238E27FC236}">
                  <a16:creationId xmlns:a16="http://schemas.microsoft.com/office/drawing/2014/main" id="{75C40029-9B8A-44BE-9AD6-9227F2CBC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65"/>
              <a:ext cx="7" cy="11"/>
            </a:xfrm>
            <a:custGeom>
              <a:avLst/>
              <a:gdLst>
                <a:gd name="T0" fmla="*/ 0 w 2"/>
                <a:gd name="T1" fmla="*/ 0 h 3"/>
                <a:gd name="T2" fmla="*/ 49 w 2"/>
                <a:gd name="T3" fmla="*/ 95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0"/>
                    <a:pt x="2" y="2"/>
                    <a:pt x="1" y="2"/>
                  </a:cubicBezTo>
                  <a:cubicBezTo>
                    <a:pt x="1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8" name="Freeform 450">
              <a:extLst>
                <a:ext uri="{FF2B5EF4-FFF2-40B4-BE49-F238E27FC236}">
                  <a16:creationId xmlns:a16="http://schemas.microsoft.com/office/drawing/2014/main" id="{AD1A7126-1350-489F-9634-5CAE6995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87"/>
              <a:ext cx="7" cy="12"/>
            </a:xfrm>
            <a:custGeom>
              <a:avLst/>
              <a:gdLst>
                <a:gd name="T0" fmla="*/ 49 w 2"/>
                <a:gd name="T1" fmla="*/ 0 h 3"/>
                <a:gd name="T2" fmla="*/ 49 w 2"/>
                <a:gd name="T3" fmla="*/ 128 h 3"/>
                <a:gd name="T4" fmla="*/ 49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2"/>
                    <a:pt x="1" y="2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9" name="Freeform 451">
              <a:extLst>
                <a:ext uri="{FF2B5EF4-FFF2-40B4-BE49-F238E27FC236}">
                  <a16:creationId xmlns:a16="http://schemas.microsoft.com/office/drawing/2014/main" id="{54CA9100-EAFB-4997-9DFA-F3B5D7D50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480"/>
              <a:ext cx="11" cy="7"/>
            </a:xfrm>
            <a:custGeom>
              <a:avLst/>
              <a:gdLst>
                <a:gd name="T0" fmla="*/ 55 w 3"/>
                <a:gd name="T1" fmla="*/ 0 h 2"/>
                <a:gd name="T2" fmla="*/ 95 w 3"/>
                <a:gd name="T3" fmla="*/ 88 h 2"/>
                <a:gd name="T4" fmla="*/ 5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0" name="Freeform 452">
              <a:extLst>
                <a:ext uri="{FF2B5EF4-FFF2-40B4-BE49-F238E27FC236}">
                  <a16:creationId xmlns:a16="http://schemas.microsoft.com/office/drawing/2014/main" id="{07FAB73A-B9F5-49A1-97E2-D3199494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457"/>
              <a:ext cx="7" cy="8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64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1" name="Freeform 453">
              <a:extLst>
                <a:ext uri="{FF2B5EF4-FFF2-40B4-BE49-F238E27FC236}">
                  <a16:creationId xmlns:a16="http://schemas.microsoft.com/office/drawing/2014/main" id="{56B11EAA-E667-4DB7-89E0-57A874965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465"/>
              <a:ext cx="7" cy="7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8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2" name="Freeform 454">
              <a:extLst>
                <a:ext uri="{FF2B5EF4-FFF2-40B4-BE49-F238E27FC236}">
                  <a16:creationId xmlns:a16="http://schemas.microsoft.com/office/drawing/2014/main" id="{8190DF2F-E526-4F40-ACB8-278C09CDA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461"/>
              <a:ext cx="7" cy="8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64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3" name="Freeform 455">
              <a:extLst>
                <a:ext uri="{FF2B5EF4-FFF2-40B4-BE49-F238E27FC236}">
                  <a16:creationId xmlns:a16="http://schemas.microsoft.com/office/drawing/2014/main" id="{4F971D59-941F-468C-A7E5-63C0D2164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54"/>
              <a:ext cx="7" cy="7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8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1" y="2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4" name="Freeform 456">
              <a:extLst>
                <a:ext uri="{FF2B5EF4-FFF2-40B4-BE49-F238E27FC236}">
                  <a16:creationId xmlns:a16="http://schemas.microsoft.com/office/drawing/2014/main" id="{8A3A5BF2-3CF2-4967-A001-8902F68AC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450"/>
              <a:ext cx="7" cy="11"/>
            </a:xfrm>
            <a:custGeom>
              <a:avLst/>
              <a:gdLst>
                <a:gd name="T0" fmla="*/ 49 w 2"/>
                <a:gd name="T1" fmla="*/ 55 h 3"/>
                <a:gd name="T2" fmla="*/ 49 w 2"/>
                <a:gd name="T3" fmla="*/ 95 h 3"/>
                <a:gd name="T4" fmla="*/ 49 w 2"/>
                <a:gd name="T5" fmla="*/ 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2" y="2"/>
                    <a:pt x="1" y="2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5" name="Freeform 457">
              <a:extLst>
                <a:ext uri="{FF2B5EF4-FFF2-40B4-BE49-F238E27FC236}">
                  <a16:creationId xmlns:a16="http://schemas.microsoft.com/office/drawing/2014/main" id="{89064639-4035-4290-8854-3C7A2C40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397"/>
              <a:ext cx="7" cy="8"/>
            </a:xfrm>
            <a:custGeom>
              <a:avLst/>
              <a:gdLst>
                <a:gd name="T0" fmla="*/ 0 w 2"/>
                <a:gd name="T1" fmla="*/ 0 h 2"/>
                <a:gd name="T2" fmla="*/ 88 w 2"/>
                <a:gd name="T3" fmla="*/ 64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6" name="Freeform 458">
              <a:extLst>
                <a:ext uri="{FF2B5EF4-FFF2-40B4-BE49-F238E27FC236}">
                  <a16:creationId xmlns:a16="http://schemas.microsoft.com/office/drawing/2014/main" id="{3BC2F952-F205-44FB-89F7-011C06A74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382"/>
              <a:ext cx="7" cy="8"/>
            </a:xfrm>
            <a:custGeom>
              <a:avLst/>
              <a:gdLst>
                <a:gd name="T0" fmla="*/ 0 w 2"/>
                <a:gd name="T1" fmla="*/ 0 h 2"/>
                <a:gd name="T2" fmla="*/ 88 w 2"/>
                <a:gd name="T3" fmla="*/ 64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7" name="Freeform 459">
              <a:extLst>
                <a:ext uri="{FF2B5EF4-FFF2-40B4-BE49-F238E27FC236}">
                  <a16:creationId xmlns:a16="http://schemas.microsoft.com/office/drawing/2014/main" id="{A0526EC4-3A67-43BD-9A62-CB26602C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390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77 w 3"/>
                <a:gd name="T3" fmla="*/ 95 h 3"/>
                <a:gd name="T4" fmla="*/ 33 w 3"/>
                <a:gd name="T5" fmla="*/ 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3" y="1"/>
                    <a:pt x="2" y="2"/>
                  </a:cubicBezTo>
                  <a:cubicBezTo>
                    <a:pt x="2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8" name="Freeform 460">
              <a:extLst>
                <a:ext uri="{FF2B5EF4-FFF2-40B4-BE49-F238E27FC236}">
                  <a16:creationId xmlns:a16="http://schemas.microsoft.com/office/drawing/2014/main" id="{D75E661A-F0AE-416E-A89C-2288027E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375"/>
              <a:ext cx="7" cy="7"/>
            </a:xfrm>
            <a:custGeom>
              <a:avLst/>
              <a:gdLst>
                <a:gd name="T0" fmla="*/ 0 w 2"/>
                <a:gd name="T1" fmla="*/ 0 h 2"/>
                <a:gd name="T2" fmla="*/ 88 w 2"/>
                <a:gd name="T3" fmla="*/ 49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9" name="Freeform 461">
              <a:extLst>
                <a:ext uri="{FF2B5EF4-FFF2-40B4-BE49-F238E27FC236}">
                  <a16:creationId xmlns:a16="http://schemas.microsoft.com/office/drawing/2014/main" id="{1F785ED1-5D39-49DC-8E4D-DC215FFD7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31"/>
              <a:ext cx="7" cy="8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12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1" y="2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0" name="Freeform 462">
              <a:extLst>
                <a:ext uri="{FF2B5EF4-FFF2-40B4-BE49-F238E27FC236}">
                  <a16:creationId xmlns:a16="http://schemas.microsoft.com/office/drawing/2014/main" id="{EF4FE833-4CCB-44E5-9B1A-276BE7A85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465"/>
              <a:ext cx="7" cy="11"/>
            </a:xfrm>
            <a:custGeom>
              <a:avLst/>
              <a:gdLst>
                <a:gd name="T0" fmla="*/ 49 w 2"/>
                <a:gd name="T1" fmla="*/ 55 h 3"/>
                <a:gd name="T2" fmla="*/ 88 w 2"/>
                <a:gd name="T3" fmla="*/ 95 h 3"/>
                <a:gd name="T4" fmla="*/ 49 w 2"/>
                <a:gd name="T5" fmla="*/ 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0"/>
                    <a:pt x="2" y="2"/>
                    <a:pt x="2" y="2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1" name="Freeform 463">
              <a:extLst>
                <a:ext uri="{FF2B5EF4-FFF2-40B4-BE49-F238E27FC236}">
                  <a16:creationId xmlns:a16="http://schemas.microsoft.com/office/drawing/2014/main" id="{668E4B97-A34F-41E0-B202-441E2CAB6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439"/>
              <a:ext cx="7" cy="7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49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2" name="Freeform 464">
              <a:extLst>
                <a:ext uri="{FF2B5EF4-FFF2-40B4-BE49-F238E27FC236}">
                  <a16:creationId xmlns:a16="http://schemas.microsoft.com/office/drawing/2014/main" id="{5A5B064E-EAB3-413A-8E1D-D3EC41EF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420"/>
              <a:ext cx="7" cy="7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8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3" name="Freeform 465">
              <a:extLst>
                <a:ext uri="{FF2B5EF4-FFF2-40B4-BE49-F238E27FC236}">
                  <a16:creationId xmlns:a16="http://schemas.microsoft.com/office/drawing/2014/main" id="{9BD95C30-A238-4211-9C8B-3959FECA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420"/>
              <a:ext cx="7" cy="11"/>
            </a:xfrm>
            <a:custGeom>
              <a:avLst/>
              <a:gdLst>
                <a:gd name="T0" fmla="*/ 49 w 2"/>
                <a:gd name="T1" fmla="*/ 0 h 3"/>
                <a:gd name="T2" fmla="*/ 49 w 2"/>
                <a:gd name="T3" fmla="*/ 95 h 3"/>
                <a:gd name="T4" fmla="*/ 49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2"/>
                    <a:pt x="1" y="2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4" name="Freeform 466">
              <a:extLst>
                <a:ext uri="{FF2B5EF4-FFF2-40B4-BE49-F238E27FC236}">
                  <a16:creationId xmlns:a16="http://schemas.microsoft.com/office/drawing/2014/main" id="{9EE5FF75-756D-43C9-AF37-29F0C56F4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439"/>
              <a:ext cx="7" cy="7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8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2"/>
                    <a:pt x="2" y="2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5" name="Freeform 467">
              <a:extLst>
                <a:ext uri="{FF2B5EF4-FFF2-40B4-BE49-F238E27FC236}">
                  <a16:creationId xmlns:a16="http://schemas.microsoft.com/office/drawing/2014/main" id="{82D47FB9-63FE-46C2-BDD7-72888BA54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472"/>
              <a:ext cx="7" cy="12"/>
            </a:xfrm>
            <a:custGeom>
              <a:avLst/>
              <a:gdLst>
                <a:gd name="T0" fmla="*/ 49 w 2"/>
                <a:gd name="T1" fmla="*/ 0 h 3"/>
                <a:gd name="T2" fmla="*/ 88 w 2"/>
                <a:gd name="T3" fmla="*/ 128 h 3"/>
                <a:gd name="T4" fmla="*/ 49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0"/>
                    <a:pt x="2" y="2"/>
                    <a:pt x="2" y="2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6" name="Freeform 468">
              <a:extLst>
                <a:ext uri="{FF2B5EF4-FFF2-40B4-BE49-F238E27FC236}">
                  <a16:creationId xmlns:a16="http://schemas.microsoft.com/office/drawing/2014/main" id="{7070DDA7-F630-4DB4-9D2A-688A181C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442"/>
              <a:ext cx="7" cy="8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12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7" name="Freeform 469">
              <a:extLst>
                <a:ext uri="{FF2B5EF4-FFF2-40B4-BE49-F238E27FC236}">
                  <a16:creationId xmlns:a16="http://schemas.microsoft.com/office/drawing/2014/main" id="{5440477D-016B-4015-87E7-A3526CDEC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420"/>
              <a:ext cx="7" cy="7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8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8" name="Freeform 470">
              <a:extLst>
                <a:ext uri="{FF2B5EF4-FFF2-40B4-BE49-F238E27FC236}">
                  <a16:creationId xmlns:a16="http://schemas.microsoft.com/office/drawing/2014/main" id="{02A83C42-E95D-463F-959A-331FED9EC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405"/>
              <a:ext cx="7" cy="7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8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9" name="Freeform 471">
              <a:extLst>
                <a:ext uri="{FF2B5EF4-FFF2-40B4-BE49-F238E27FC236}">
                  <a16:creationId xmlns:a16="http://schemas.microsoft.com/office/drawing/2014/main" id="{D70C022C-9A8C-4AB5-A2F3-7D13DE230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450"/>
              <a:ext cx="7" cy="7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8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0" name="Freeform 472">
              <a:extLst>
                <a:ext uri="{FF2B5EF4-FFF2-40B4-BE49-F238E27FC236}">
                  <a16:creationId xmlns:a16="http://schemas.microsoft.com/office/drawing/2014/main" id="{469328E8-9016-4E69-8910-B3B8AA40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91"/>
              <a:ext cx="7" cy="11"/>
            </a:xfrm>
            <a:custGeom>
              <a:avLst/>
              <a:gdLst>
                <a:gd name="T0" fmla="*/ 49 w 2"/>
                <a:gd name="T1" fmla="*/ 0 h 3"/>
                <a:gd name="T2" fmla="*/ 88 w 2"/>
                <a:gd name="T3" fmla="*/ 95 h 3"/>
                <a:gd name="T4" fmla="*/ 49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0"/>
                    <a:pt x="2" y="2"/>
                    <a:pt x="2" y="2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1" name="Freeform 473">
              <a:extLst>
                <a:ext uri="{FF2B5EF4-FFF2-40B4-BE49-F238E27FC236}">
                  <a16:creationId xmlns:a16="http://schemas.microsoft.com/office/drawing/2014/main" id="{7EAF98EF-DD1A-4DC4-8CFA-9327CF6D5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514"/>
              <a:ext cx="7" cy="7"/>
            </a:xfrm>
            <a:custGeom>
              <a:avLst/>
              <a:gdLst>
                <a:gd name="T0" fmla="*/ 0 w 2"/>
                <a:gd name="T1" fmla="*/ 0 h 2"/>
                <a:gd name="T2" fmla="*/ 88 w 2"/>
                <a:gd name="T3" fmla="*/ 49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2" name="Freeform 474">
              <a:extLst>
                <a:ext uri="{FF2B5EF4-FFF2-40B4-BE49-F238E27FC236}">
                  <a16:creationId xmlns:a16="http://schemas.microsoft.com/office/drawing/2014/main" id="{3491AB0A-D14B-4AE3-961C-9D41C78D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480"/>
              <a:ext cx="11" cy="11"/>
            </a:xfrm>
            <a:custGeom>
              <a:avLst/>
              <a:gdLst>
                <a:gd name="T0" fmla="*/ 55 w 3"/>
                <a:gd name="T1" fmla="*/ 0 h 3"/>
                <a:gd name="T2" fmla="*/ 95 w 3"/>
                <a:gd name="T3" fmla="*/ 95 h 3"/>
                <a:gd name="T4" fmla="*/ 5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2"/>
                    <a:pt x="2" y="2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3" name="Freeform 475">
              <a:extLst>
                <a:ext uri="{FF2B5EF4-FFF2-40B4-BE49-F238E27FC236}">
                  <a16:creationId xmlns:a16="http://schemas.microsoft.com/office/drawing/2014/main" id="{9931CB0F-0C63-43F3-808F-EFC709FAD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502"/>
              <a:ext cx="7" cy="4"/>
            </a:xfrm>
            <a:custGeom>
              <a:avLst/>
              <a:gdLst>
                <a:gd name="T0" fmla="*/ 0 w 2"/>
                <a:gd name="T1" fmla="*/ 0 h 1"/>
                <a:gd name="T2" fmla="*/ 88 w 2"/>
                <a:gd name="T3" fmla="*/ 64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4" name="Freeform 476">
              <a:extLst>
                <a:ext uri="{FF2B5EF4-FFF2-40B4-BE49-F238E27FC236}">
                  <a16:creationId xmlns:a16="http://schemas.microsoft.com/office/drawing/2014/main" id="{2019EA0B-24D9-49DD-87BE-91D50A734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465"/>
              <a:ext cx="7" cy="7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88 h 2"/>
                <a:gd name="T4" fmla="*/ 49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1"/>
                    <a:pt x="1" y="2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5" name="Freeform 477">
              <a:extLst>
                <a:ext uri="{FF2B5EF4-FFF2-40B4-BE49-F238E27FC236}">
                  <a16:creationId xmlns:a16="http://schemas.microsoft.com/office/drawing/2014/main" id="{8EE81B35-C340-4845-AF26-800DB78F8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480"/>
              <a:ext cx="3" cy="7"/>
            </a:xfrm>
            <a:custGeom>
              <a:avLst/>
              <a:gdLst>
                <a:gd name="T0" fmla="*/ 0 w 1"/>
                <a:gd name="T1" fmla="*/ 49 h 2"/>
                <a:gd name="T2" fmla="*/ 27 w 1"/>
                <a:gd name="T3" fmla="*/ 88 h 2"/>
                <a:gd name="T4" fmla="*/ 0 w 1"/>
                <a:gd name="T5" fmla="*/ 49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6" name="Freeform 478">
              <a:extLst>
                <a:ext uri="{FF2B5EF4-FFF2-40B4-BE49-F238E27FC236}">
                  <a16:creationId xmlns:a16="http://schemas.microsoft.com/office/drawing/2014/main" id="{2F914709-FEA8-4895-A467-BB2409F7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279"/>
              <a:ext cx="742" cy="664"/>
            </a:xfrm>
            <a:custGeom>
              <a:avLst/>
              <a:gdLst>
                <a:gd name="T0" fmla="*/ 4044 w 211"/>
                <a:gd name="T1" fmla="*/ 9191 h 177"/>
                <a:gd name="T2" fmla="*/ 4044 w 211"/>
                <a:gd name="T3" fmla="*/ 9191 h 177"/>
                <a:gd name="T4" fmla="*/ 830 w 211"/>
                <a:gd name="T5" fmla="*/ 7387 h 177"/>
                <a:gd name="T6" fmla="*/ 88 w 211"/>
                <a:gd name="T7" fmla="*/ 4434 h 177"/>
                <a:gd name="T8" fmla="*/ 5081 w 211"/>
                <a:gd name="T9" fmla="*/ 154 h 177"/>
                <a:gd name="T10" fmla="*/ 8310 w 211"/>
                <a:gd name="T11" fmla="*/ 1954 h 177"/>
                <a:gd name="T12" fmla="*/ 9041 w 211"/>
                <a:gd name="T13" fmla="*/ 4911 h 177"/>
                <a:gd name="T14" fmla="*/ 4044 w 211"/>
                <a:gd name="T15" fmla="*/ 9191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1" h="177">
                  <a:moveTo>
                    <a:pt x="93" y="174"/>
                  </a:moveTo>
                  <a:cubicBezTo>
                    <a:pt x="93" y="174"/>
                    <a:pt x="93" y="174"/>
                    <a:pt x="93" y="174"/>
                  </a:cubicBezTo>
                  <a:cubicBezTo>
                    <a:pt x="63" y="173"/>
                    <a:pt x="36" y="160"/>
                    <a:pt x="19" y="140"/>
                  </a:cubicBezTo>
                  <a:cubicBezTo>
                    <a:pt x="5" y="124"/>
                    <a:pt x="0" y="104"/>
                    <a:pt x="2" y="84"/>
                  </a:cubicBezTo>
                  <a:cubicBezTo>
                    <a:pt x="9" y="36"/>
                    <a:pt x="60" y="0"/>
                    <a:pt x="117" y="3"/>
                  </a:cubicBezTo>
                  <a:cubicBezTo>
                    <a:pt x="148" y="4"/>
                    <a:pt x="175" y="17"/>
                    <a:pt x="191" y="37"/>
                  </a:cubicBezTo>
                  <a:cubicBezTo>
                    <a:pt x="205" y="53"/>
                    <a:pt x="211" y="73"/>
                    <a:pt x="208" y="93"/>
                  </a:cubicBezTo>
                  <a:cubicBezTo>
                    <a:pt x="202" y="141"/>
                    <a:pt x="150" y="177"/>
                    <a:pt x="93" y="17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7" name="Freeform 479">
              <a:extLst>
                <a:ext uri="{FF2B5EF4-FFF2-40B4-BE49-F238E27FC236}">
                  <a16:creationId xmlns:a16="http://schemas.microsoft.com/office/drawing/2014/main" id="{9C12A1D8-7B2F-4A1F-8E57-C75DB8677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320"/>
              <a:ext cx="700" cy="623"/>
            </a:xfrm>
            <a:custGeom>
              <a:avLst/>
              <a:gdLst>
                <a:gd name="T0" fmla="*/ 8316 w 199"/>
                <a:gd name="T1" fmla="*/ 3111 h 166"/>
                <a:gd name="T2" fmla="*/ 8094 w 199"/>
                <a:gd name="T3" fmla="*/ 2379 h 166"/>
                <a:gd name="T4" fmla="*/ 7746 w 199"/>
                <a:gd name="T5" fmla="*/ 1745 h 166"/>
                <a:gd name="T6" fmla="*/ 7225 w 199"/>
                <a:gd name="T7" fmla="*/ 1269 h 166"/>
                <a:gd name="T8" fmla="*/ 6223 w 199"/>
                <a:gd name="T9" fmla="*/ 537 h 166"/>
                <a:gd name="T10" fmla="*/ 5741 w 199"/>
                <a:gd name="T11" fmla="*/ 368 h 166"/>
                <a:gd name="T12" fmla="*/ 5220 w 199"/>
                <a:gd name="T13" fmla="*/ 323 h 166"/>
                <a:gd name="T14" fmla="*/ 3750 w 199"/>
                <a:gd name="T15" fmla="*/ 210 h 166"/>
                <a:gd name="T16" fmla="*/ 3092 w 199"/>
                <a:gd name="T17" fmla="*/ 323 h 166"/>
                <a:gd name="T18" fmla="*/ 2610 w 199"/>
                <a:gd name="T19" fmla="*/ 691 h 166"/>
                <a:gd name="T20" fmla="*/ 1608 w 199"/>
                <a:gd name="T21" fmla="*/ 1422 h 166"/>
                <a:gd name="T22" fmla="*/ 1347 w 199"/>
                <a:gd name="T23" fmla="*/ 1745 h 166"/>
                <a:gd name="T24" fmla="*/ 1214 w 199"/>
                <a:gd name="T25" fmla="*/ 2015 h 166"/>
                <a:gd name="T26" fmla="*/ 830 w 199"/>
                <a:gd name="T27" fmla="*/ 2650 h 166"/>
                <a:gd name="T28" fmla="*/ 830 w 199"/>
                <a:gd name="T29" fmla="*/ 2650 h 166"/>
                <a:gd name="T30" fmla="*/ 49 w 199"/>
                <a:gd name="T31" fmla="*/ 4819 h 166"/>
                <a:gd name="T32" fmla="*/ 49 w 199"/>
                <a:gd name="T33" fmla="*/ 5817 h 166"/>
                <a:gd name="T34" fmla="*/ 570 w 199"/>
                <a:gd name="T35" fmla="*/ 6815 h 166"/>
                <a:gd name="T36" fmla="*/ 3785 w 199"/>
                <a:gd name="T37" fmla="*/ 8621 h 166"/>
                <a:gd name="T38" fmla="*/ 3785 w 199"/>
                <a:gd name="T39" fmla="*/ 8621 h 166"/>
                <a:gd name="T40" fmla="*/ 8576 w 199"/>
                <a:gd name="T41" fmla="*/ 5337 h 166"/>
                <a:gd name="T42" fmla="*/ 8576 w 199"/>
                <a:gd name="T43" fmla="*/ 5280 h 166"/>
                <a:gd name="T44" fmla="*/ 8316 w 199"/>
                <a:gd name="T45" fmla="*/ 3111 h 1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9" h="166">
                  <a:moveTo>
                    <a:pt x="191" y="59"/>
                  </a:moveTo>
                  <a:cubicBezTo>
                    <a:pt x="190" y="55"/>
                    <a:pt x="188" y="50"/>
                    <a:pt x="186" y="45"/>
                  </a:cubicBezTo>
                  <a:cubicBezTo>
                    <a:pt x="185" y="40"/>
                    <a:pt x="181" y="36"/>
                    <a:pt x="178" y="33"/>
                  </a:cubicBezTo>
                  <a:cubicBezTo>
                    <a:pt x="174" y="30"/>
                    <a:pt x="170" y="28"/>
                    <a:pt x="166" y="24"/>
                  </a:cubicBezTo>
                  <a:cubicBezTo>
                    <a:pt x="160" y="17"/>
                    <a:pt x="153" y="12"/>
                    <a:pt x="143" y="10"/>
                  </a:cubicBezTo>
                  <a:cubicBezTo>
                    <a:pt x="138" y="9"/>
                    <a:pt x="136" y="9"/>
                    <a:pt x="132" y="7"/>
                  </a:cubicBezTo>
                  <a:cubicBezTo>
                    <a:pt x="127" y="5"/>
                    <a:pt x="124" y="5"/>
                    <a:pt x="120" y="6"/>
                  </a:cubicBezTo>
                  <a:cubicBezTo>
                    <a:pt x="108" y="7"/>
                    <a:pt x="98" y="0"/>
                    <a:pt x="86" y="4"/>
                  </a:cubicBezTo>
                  <a:cubicBezTo>
                    <a:pt x="81" y="5"/>
                    <a:pt x="76" y="4"/>
                    <a:pt x="71" y="6"/>
                  </a:cubicBezTo>
                  <a:cubicBezTo>
                    <a:pt x="67" y="7"/>
                    <a:pt x="63" y="10"/>
                    <a:pt x="60" y="13"/>
                  </a:cubicBezTo>
                  <a:cubicBezTo>
                    <a:pt x="53" y="20"/>
                    <a:pt x="44" y="21"/>
                    <a:pt x="37" y="27"/>
                  </a:cubicBezTo>
                  <a:cubicBezTo>
                    <a:pt x="35" y="29"/>
                    <a:pt x="33" y="31"/>
                    <a:pt x="31" y="33"/>
                  </a:cubicBezTo>
                  <a:cubicBezTo>
                    <a:pt x="30" y="34"/>
                    <a:pt x="29" y="36"/>
                    <a:pt x="28" y="38"/>
                  </a:cubicBezTo>
                  <a:cubicBezTo>
                    <a:pt x="24" y="43"/>
                    <a:pt x="20" y="43"/>
                    <a:pt x="19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9" y="62"/>
                    <a:pt x="3" y="76"/>
                    <a:pt x="1" y="91"/>
                  </a:cubicBezTo>
                  <a:cubicBezTo>
                    <a:pt x="0" y="97"/>
                    <a:pt x="1" y="104"/>
                    <a:pt x="1" y="110"/>
                  </a:cubicBezTo>
                  <a:cubicBezTo>
                    <a:pt x="4" y="117"/>
                    <a:pt x="8" y="123"/>
                    <a:pt x="13" y="129"/>
                  </a:cubicBezTo>
                  <a:cubicBezTo>
                    <a:pt x="30" y="149"/>
                    <a:pt x="57" y="162"/>
                    <a:pt x="87" y="163"/>
                  </a:cubicBezTo>
                  <a:cubicBezTo>
                    <a:pt x="87" y="163"/>
                    <a:pt x="87" y="163"/>
                    <a:pt x="87" y="163"/>
                  </a:cubicBezTo>
                  <a:cubicBezTo>
                    <a:pt x="136" y="166"/>
                    <a:pt x="181" y="139"/>
                    <a:pt x="197" y="101"/>
                  </a:cubicBezTo>
                  <a:cubicBezTo>
                    <a:pt x="197" y="101"/>
                    <a:pt x="197" y="101"/>
                    <a:pt x="197" y="100"/>
                  </a:cubicBezTo>
                  <a:cubicBezTo>
                    <a:pt x="199" y="86"/>
                    <a:pt x="196" y="72"/>
                    <a:pt x="191" y="5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8" name="Freeform 480">
              <a:extLst>
                <a:ext uri="{FF2B5EF4-FFF2-40B4-BE49-F238E27FC236}">
                  <a16:creationId xmlns:a16="http://schemas.microsoft.com/office/drawing/2014/main" id="{4F93579B-389C-4F06-852C-234ADBBD8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007"/>
              <a:ext cx="690" cy="548"/>
            </a:xfrm>
            <a:custGeom>
              <a:avLst/>
              <a:gdLst>
                <a:gd name="T0" fmla="*/ 690 w 690"/>
                <a:gd name="T1" fmla="*/ 23 h 548"/>
                <a:gd name="T2" fmla="*/ 598 w 690"/>
                <a:gd name="T3" fmla="*/ 176 h 548"/>
                <a:gd name="T4" fmla="*/ 422 w 690"/>
                <a:gd name="T5" fmla="*/ 266 h 548"/>
                <a:gd name="T6" fmla="*/ 218 w 690"/>
                <a:gd name="T7" fmla="*/ 255 h 548"/>
                <a:gd name="T8" fmla="*/ 74 w 690"/>
                <a:gd name="T9" fmla="*/ 128 h 548"/>
                <a:gd name="T10" fmla="*/ 0 w 690"/>
                <a:gd name="T11" fmla="*/ 0 h 548"/>
                <a:gd name="T12" fmla="*/ 14 w 690"/>
                <a:gd name="T13" fmla="*/ 293 h 548"/>
                <a:gd name="T14" fmla="*/ 92 w 690"/>
                <a:gd name="T15" fmla="*/ 424 h 548"/>
                <a:gd name="T16" fmla="*/ 225 w 690"/>
                <a:gd name="T17" fmla="*/ 537 h 548"/>
                <a:gd name="T18" fmla="*/ 422 w 690"/>
                <a:gd name="T19" fmla="*/ 548 h 548"/>
                <a:gd name="T20" fmla="*/ 588 w 690"/>
                <a:gd name="T21" fmla="*/ 465 h 548"/>
                <a:gd name="T22" fmla="*/ 676 w 690"/>
                <a:gd name="T23" fmla="*/ 311 h 548"/>
                <a:gd name="T24" fmla="*/ 690 w 690"/>
                <a:gd name="T25" fmla="*/ 23 h 5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0" h="548">
                  <a:moveTo>
                    <a:pt x="690" y="23"/>
                  </a:moveTo>
                  <a:lnTo>
                    <a:pt x="598" y="176"/>
                  </a:lnTo>
                  <a:lnTo>
                    <a:pt x="422" y="266"/>
                  </a:lnTo>
                  <a:lnTo>
                    <a:pt x="218" y="255"/>
                  </a:lnTo>
                  <a:lnTo>
                    <a:pt x="74" y="128"/>
                  </a:lnTo>
                  <a:lnTo>
                    <a:pt x="0" y="0"/>
                  </a:lnTo>
                  <a:lnTo>
                    <a:pt x="14" y="293"/>
                  </a:lnTo>
                  <a:lnTo>
                    <a:pt x="92" y="424"/>
                  </a:lnTo>
                  <a:lnTo>
                    <a:pt x="225" y="537"/>
                  </a:lnTo>
                  <a:lnTo>
                    <a:pt x="422" y="548"/>
                  </a:lnTo>
                  <a:lnTo>
                    <a:pt x="588" y="465"/>
                  </a:lnTo>
                  <a:lnTo>
                    <a:pt x="676" y="311"/>
                  </a:lnTo>
                  <a:lnTo>
                    <a:pt x="690" y="23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9" name="Line 481">
              <a:extLst>
                <a:ext uri="{FF2B5EF4-FFF2-40B4-BE49-F238E27FC236}">
                  <a16:creationId xmlns:a16="http://schemas.microsoft.com/office/drawing/2014/main" id="{503BFC9B-0783-4766-9B5E-FCAD103F33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1" y="1992"/>
              <a:ext cx="4" cy="627"/>
            </a:xfrm>
            <a:prstGeom prst="line">
              <a:avLst/>
            </a:prstGeom>
            <a:noFill/>
            <a:ln w="1111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0" name="Line 482">
              <a:extLst>
                <a:ext uri="{FF2B5EF4-FFF2-40B4-BE49-F238E27FC236}">
                  <a16:creationId xmlns:a16="http://schemas.microsoft.com/office/drawing/2014/main" id="{DC92AC67-D26E-41F8-80B0-8FF37CF129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7" y="1898"/>
              <a:ext cx="17" cy="638"/>
            </a:xfrm>
            <a:prstGeom prst="line">
              <a:avLst/>
            </a:prstGeom>
            <a:noFill/>
            <a:ln w="1111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1" name="Line 483">
              <a:extLst>
                <a:ext uri="{FF2B5EF4-FFF2-40B4-BE49-F238E27FC236}">
                  <a16:creationId xmlns:a16="http://schemas.microsoft.com/office/drawing/2014/main" id="{D9A83F55-9FE0-4FA7-8C03-E68685054F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27" y="1984"/>
              <a:ext cx="17" cy="623"/>
            </a:xfrm>
            <a:prstGeom prst="line">
              <a:avLst/>
            </a:prstGeom>
            <a:noFill/>
            <a:ln w="1111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2" name="Line 484">
              <a:extLst>
                <a:ext uri="{FF2B5EF4-FFF2-40B4-BE49-F238E27FC236}">
                  <a16:creationId xmlns:a16="http://schemas.microsoft.com/office/drawing/2014/main" id="{600C6029-436A-4DF1-AE91-35755F5F19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479" y="1906"/>
              <a:ext cx="32" cy="596"/>
            </a:xfrm>
            <a:prstGeom prst="line">
              <a:avLst/>
            </a:prstGeom>
            <a:noFill/>
            <a:ln w="1111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3" name="Freeform 485">
              <a:extLst>
                <a:ext uri="{FF2B5EF4-FFF2-40B4-BE49-F238E27FC236}">
                  <a16:creationId xmlns:a16="http://schemas.microsoft.com/office/drawing/2014/main" id="{499D4F85-F90E-47F9-9B5C-7BF6BAB20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632"/>
              <a:ext cx="766" cy="375"/>
            </a:xfrm>
            <a:custGeom>
              <a:avLst/>
              <a:gdLst>
                <a:gd name="T0" fmla="*/ 4209 w 218"/>
                <a:gd name="T1" fmla="*/ 4541 h 100"/>
                <a:gd name="T2" fmla="*/ 777 w 218"/>
                <a:gd name="T3" fmla="*/ 2644 h 100"/>
                <a:gd name="T4" fmla="*/ 0 w 218"/>
                <a:gd name="T5" fmla="*/ 56 h 100"/>
                <a:gd name="T6" fmla="*/ 0 w 218"/>
                <a:gd name="T7" fmla="*/ 844 h 100"/>
                <a:gd name="T8" fmla="*/ 777 w 218"/>
                <a:gd name="T9" fmla="*/ 3278 h 100"/>
                <a:gd name="T10" fmla="*/ 4209 w 218"/>
                <a:gd name="T11" fmla="*/ 5119 h 100"/>
                <a:gd name="T12" fmla="*/ 9459 w 218"/>
                <a:gd name="T13" fmla="*/ 690 h 100"/>
                <a:gd name="T14" fmla="*/ 9459 w 218"/>
                <a:gd name="T15" fmla="*/ 0 h 100"/>
                <a:gd name="T16" fmla="*/ 4209 w 218"/>
                <a:gd name="T17" fmla="*/ 4541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100">
                  <a:moveTo>
                    <a:pt x="97" y="86"/>
                  </a:moveTo>
                  <a:cubicBezTo>
                    <a:pt x="65" y="85"/>
                    <a:pt x="36" y="71"/>
                    <a:pt x="18" y="50"/>
                  </a:cubicBezTo>
                  <a:cubicBezTo>
                    <a:pt x="6" y="35"/>
                    <a:pt x="0" y="18"/>
                    <a:pt x="0" y="1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32"/>
                    <a:pt x="7" y="48"/>
                    <a:pt x="18" y="62"/>
                  </a:cubicBezTo>
                  <a:cubicBezTo>
                    <a:pt x="36" y="83"/>
                    <a:pt x="65" y="95"/>
                    <a:pt x="97" y="97"/>
                  </a:cubicBezTo>
                  <a:cubicBezTo>
                    <a:pt x="157" y="100"/>
                    <a:pt x="211" y="64"/>
                    <a:pt x="218" y="13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1" y="51"/>
                    <a:pt x="157" y="90"/>
                    <a:pt x="97" y="8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4" name="Freeform 486">
              <a:extLst>
                <a:ext uri="{FF2B5EF4-FFF2-40B4-BE49-F238E27FC236}">
                  <a16:creationId xmlns:a16="http://schemas.microsoft.com/office/drawing/2014/main" id="{DAA54FC2-4179-47A5-8162-93F505B56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774"/>
              <a:ext cx="710" cy="845"/>
            </a:xfrm>
            <a:custGeom>
              <a:avLst/>
              <a:gdLst>
                <a:gd name="T0" fmla="*/ 3866 w 202"/>
                <a:gd name="T1" fmla="*/ 3132 h 225"/>
                <a:gd name="T2" fmla="*/ 432 w 202"/>
                <a:gd name="T3" fmla="*/ 1269 h 225"/>
                <a:gd name="T4" fmla="*/ 0 w 202"/>
                <a:gd name="T5" fmla="*/ 481 h 225"/>
                <a:gd name="T6" fmla="*/ 344 w 202"/>
                <a:gd name="T7" fmla="*/ 8322 h 225"/>
                <a:gd name="T8" fmla="*/ 1262 w 202"/>
                <a:gd name="T9" fmla="*/ 10283 h 225"/>
                <a:gd name="T10" fmla="*/ 2903 w 202"/>
                <a:gd name="T11" fmla="*/ 11762 h 225"/>
                <a:gd name="T12" fmla="*/ 5336 w 202"/>
                <a:gd name="T13" fmla="*/ 11916 h 225"/>
                <a:gd name="T14" fmla="*/ 7423 w 202"/>
                <a:gd name="T15" fmla="*/ 10805 h 225"/>
                <a:gd name="T16" fmla="*/ 8425 w 202"/>
                <a:gd name="T17" fmla="*/ 8687 h 225"/>
                <a:gd name="T18" fmla="*/ 8773 w 202"/>
                <a:gd name="T19" fmla="*/ 0 h 225"/>
                <a:gd name="T20" fmla="*/ 3866 w 202"/>
                <a:gd name="T21" fmla="*/ 3132 h 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25">
                  <a:moveTo>
                    <a:pt x="89" y="59"/>
                  </a:moveTo>
                  <a:cubicBezTo>
                    <a:pt x="57" y="57"/>
                    <a:pt x="28" y="45"/>
                    <a:pt x="10" y="24"/>
                  </a:cubicBezTo>
                  <a:cubicBezTo>
                    <a:pt x="6" y="19"/>
                    <a:pt x="3" y="14"/>
                    <a:pt x="0" y="9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29" y="194"/>
                    <a:pt x="29" y="194"/>
                    <a:pt x="29" y="194"/>
                  </a:cubicBezTo>
                  <a:cubicBezTo>
                    <a:pt x="67" y="222"/>
                    <a:pt x="67" y="222"/>
                    <a:pt x="67" y="222"/>
                  </a:cubicBezTo>
                  <a:cubicBezTo>
                    <a:pt x="123" y="225"/>
                    <a:pt x="123" y="225"/>
                    <a:pt x="123" y="225"/>
                  </a:cubicBezTo>
                  <a:cubicBezTo>
                    <a:pt x="171" y="204"/>
                    <a:pt x="171" y="204"/>
                    <a:pt x="171" y="204"/>
                  </a:cubicBezTo>
                  <a:cubicBezTo>
                    <a:pt x="194" y="164"/>
                    <a:pt x="194" y="164"/>
                    <a:pt x="194" y="164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184" y="37"/>
                    <a:pt x="138" y="62"/>
                    <a:pt x="89" y="5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5" name="Freeform 487">
              <a:extLst>
                <a:ext uri="{FF2B5EF4-FFF2-40B4-BE49-F238E27FC236}">
                  <a16:creationId xmlns:a16="http://schemas.microsoft.com/office/drawing/2014/main" id="{499566E7-01FA-4CF4-9C6C-8AAC90983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256"/>
              <a:ext cx="788" cy="713"/>
            </a:xfrm>
            <a:custGeom>
              <a:avLst/>
              <a:gdLst>
                <a:gd name="T0" fmla="*/ 4355 w 224"/>
                <a:gd name="T1" fmla="*/ 9828 h 190"/>
                <a:gd name="T2" fmla="*/ 915 w 224"/>
                <a:gd name="T3" fmla="*/ 7929 h 190"/>
                <a:gd name="T4" fmla="*/ 137 w 224"/>
                <a:gd name="T5" fmla="*/ 4702 h 190"/>
                <a:gd name="T6" fmla="*/ 137 w 224"/>
                <a:gd name="T7" fmla="*/ 4702 h 190"/>
                <a:gd name="T8" fmla="*/ 5446 w 224"/>
                <a:gd name="T9" fmla="*/ 154 h 190"/>
                <a:gd name="T10" fmla="*/ 8837 w 224"/>
                <a:gd name="T11" fmla="*/ 2113 h 190"/>
                <a:gd name="T12" fmla="*/ 9614 w 224"/>
                <a:gd name="T13" fmla="*/ 5280 h 190"/>
                <a:gd name="T14" fmla="*/ 4355 w 224"/>
                <a:gd name="T15" fmla="*/ 9828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4" h="190">
                  <a:moveTo>
                    <a:pt x="100" y="186"/>
                  </a:moveTo>
                  <a:cubicBezTo>
                    <a:pt x="68" y="185"/>
                    <a:pt x="39" y="171"/>
                    <a:pt x="21" y="150"/>
                  </a:cubicBezTo>
                  <a:cubicBezTo>
                    <a:pt x="7" y="132"/>
                    <a:pt x="0" y="111"/>
                    <a:pt x="3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10" y="38"/>
                    <a:pt x="65" y="0"/>
                    <a:pt x="125" y="3"/>
                  </a:cubicBezTo>
                  <a:cubicBezTo>
                    <a:pt x="157" y="5"/>
                    <a:pt x="185" y="18"/>
                    <a:pt x="203" y="40"/>
                  </a:cubicBezTo>
                  <a:cubicBezTo>
                    <a:pt x="217" y="57"/>
                    <a:pt x="224" y="78"/>
                    <a:pt x="221" y="100"/>
                  </a:cubicBezTo>
                  <a:cubicBezTo>
                    <a:pt x="214" y="151"/>
                    <a:pt x="160" y="190"/>
                    <a:pt x="100" y="18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6" name="Freeform 488">
              <a:extLst>
                <a:ext uri="{FF2B5EF4-FFF2-40B4-BE49-F238E27FC236}">
                  <a16:creationId xmlns:a16="http://schemas.microsoft.com/office/drawing/2014/main" id="{3A7ED07F-B22C-4EBC-B803-3F634F401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654"/>
              <a:ext cx="766" cy="334"/>
            </a:xfrm>
            <a:custGeom>
              <a:avLst/>
              <a:gdLst>
                <a:gd name="T0" fmla="*/ 9459 w 218"/>
                <a:gd name="T1" fmla="*/ 0 h 89"/>
                <a:gd name="T2" fmla="*/ 4209 w 218"/>
                <a:gd name="T3" fmla="*/ 4548 h 89"/>
                <a:gd name="T4" fmla="*/ 826 w 218"/>
                <a:gd name="T5" fmla="*/ 2649 h 89"/>
                <a:gd name="T6" fmla="*/ 777 w 218"/>
                <a:gd name="T7" fmla="*/ 2593 h 89"/>
                <a:gd name="T8" fmla="*/ 0 w 218"/>
                <a:gd name="T9" fmla="*/ 113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89">
                  <a:moveTo>
                    <a:pt x="218" y="0"/>
                  </a:moveTo>
                  <a:cubicBezTo>
                    <a:pt x="211" y="51"/>
                    <a:pt x="157" y="89"/>
                    <a:pt x="97" y="86"/>
                  </a:cubicBezTo>
                  <a:cubicBezTo>
                    <a:pt x="65" y="84"/>
                    <a:pt x="37" y="72"/>
                    <a:pt x="19" y="50"/>
                  </a:cubicBezTo>
                  <a:cubicBezTo>
                    <a:pt x="18" y="50"/>
                    <a:pt x="18" y="49"/>
                    <a:pt x="18" y="49"/>
                  </a:cubicBezTo>
                  <a:cubicBezTo>
                    <a:pt x="7" y="35"/>
                    <a:pt x="0" y="19"/>
                    <a:pt x="0" y="2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7" name="Freeform 489">
              <a:extLst>
                <a:ext uri="{FF2B5EF4-FFF2-40B4-BE49-F238E27FC236}">
                  <a16:creationId xmlns:a16="http://schemas.microsoft.com/office/drawing/2014/main" id="{67A4AC08-6CCC-42F1-AC53-B70B5AE3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654"/>
              <a:ext cx="155" cy="248"/>
            </a:xfrm>
            <a:custGeom>
              <a:avLst/>
              <a:gdLst>
                <a:gd name="T0" fmla="*/ 88 w 44"/>
                <a:gd name="T1" fmla="*/ 1116 h 66"/>
                <a:gd name="T2" fmla="*/ 1923 w 44"/>
                <a:gd name="T3" fmla="*/ 2709 h 66"/>
                <a:gd name="T4" fmla="*/ 1180 w 44"/>
                <a:gd name="T5" fmla="*/ 1751 h 66"/>
                <a:gd name="T6" fmla="*/ 1004 w 44"/>
                <a:gd name="T7" fmla="*/ 962 h 66"/>
                <a:gd name="T8" fmla="*/ 609 w 44"/>
                <a:gd name="T9" fmla="*/ 1003 h 66"/>
                <a:gd name="T10" fmla="*/ 433 w 44"/>
                <a:gd name="T11" fmla="*/ 635 h 66"/>
                <a:gd name="T12" fmla="*/ 222 w 44"/>
                <a:gd name="T13" fmla="*/ 0 h 66"/>
                <a:gd name="T14" fmla="*/ 88 w 44"/>
                <a:gd name="T15" fmla="*/ 902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66">
                  <a:moveTo>
                    <a:pt x="2" y="21"/>
                  </a:moveTo>
                  <a:cubicBezTo>
                    <a:pt x="7" y="34"/>
                    <a:pt x="27" y="66"/>
                    <a:pt x="44" y="51"/>
                  </a:cubicBezTo>
                  <a:cubicBezTo>
                    <a:pt x="35" y="52"/>
                    <a:pt x="26" y="42"/>
                    <a:pt x="27" y="33"/>
                  </a:cubicBezTo>
                  <a:cubicBezTo>
                    <a:pt x="27" y="28"/>
                    <a:pt x="33" y="19"/>
                    <a:pt x="23" y="18"/>
                  </a:cubicBezTo>
                  <a:cubicBezTo>
                    <a:pt x="20" y="18"/>
                    <a:pt x="18" y="21"/>
                    <a:pt x="14" y="19"/>
                  </a:cubicBezTo>
                  <a:cubicBezTo>
                    <a:pt x="11" y="17"/>
                    <a:pt x="11" y="15"/>
                    <a:pt x="10" y="12"/>
                  </a:cubicBezTo>
                  <a:cubicBezTo>
                    <a:pt x="8" y="9"/>
                    <a:pt x="6" y="4"/>
                    <a:pt x="5" y="0"/>
                  </a:cubicBezTo>
                  <a:cubicBezTo>
                    <a:pt x="2" y="5"/>
                    <a:pt x="0" y="11"/>
                    <a:pt x="2" y="17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8" name="Freeform 490">
              <a:extLst>
                <a:ext uri="{FF2B5EF4-FFF2-40B4-BE49-F238E27FC236}">
                  <a16:creationId xmlns:a16="http://schemas.microsoft.com/office/drawing/2014/main" id="{7264D31A-5E36-4FD6-A1E0-1D2D6C01D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801"/>
              <a:ext cx="261" cy="112"/>
            </a:xfrm>
            <a:custGeom>
              <a:avLst/>
              <a:gdLst>
                <a:gd name="T0" fmla="*/ 49 w 74"/>
                <a:gd name="T1" fmla="*/ 627 h 30"/>
                <a:gd name="T2" fmla="*/ 349 w 74"/>
                <a:gd name="T3" fmla="*/ 836 h 30"/>
                <a:gd name="T4" fmla="*/ 571 w 74"/>
                <a:gd name="T5" fmla="*/ 1142 h 30"/>
                <a:gd name="T6" fmla="*/ 1629 w 74"/>
                <a:gd name="T7" fmla="*/ 1295 h 30"/>
                <a:gd name="T8" fmla="*/ 2412 w 74"/>
                <a:gd name="T9" fmla="*/ 1505 h 30"/>
                <a:gd name="T10" fmla="*/ 3248 w 74"/>
                <a:gd name="T11" fmla="*/ 1045 h 30"/>
                <a:gd name="T12" fmla="*/ 2151 w 74"/>
                <a:gd name="T13" fmla="*/ 989 h 30"/>
                <a:gd name="T14" fmla="*/ 2014 w 74"/>
                <a:gd name="T15" fmla="*/ 836 h 30"/>
                <a:gd name="T16" fmla="*/ 1802 w 74"/>
                <a:gd name="T17" fmla="*/ 877 h 30"/>
                <a:gd name="T18" fmla="*/ 1354 w 74"/>
                <a:gd name="T19" fmla="*/ 933 h 30"/>
                <a:gd name="T20" fmla="*/ 882 w 74"/>
                <a:gd name="T21" fmla="*/ 209 h 30"/>
                <a:gd name="T22" fmla="*/ 0 w 74"/>
                <a:gd name="T23" fmla="*/ 627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30">
                  <a:moveTo>
                    <a:pt x="1" y="12"/>
                  </a:moveTo>
                  <a:cubicBezTo>
                    <a:pt x="3" y="15"/>
                    <a:pt x="6" y="14"/>
                    <a:pt x="8" y="16"/>
                  </a:cubicBezTo>
                  <a:cubicBezTo>
                    <a:pt x="10" y="18"/>
                    <a:pt x="11" y="21"/>
                    <a:pt x="13" y="22"/>
                  </a:cubicBezTo>
                  <a:cubicBezTo>
                    <a:pt x="19" y="26"/>
                    <a:pt x="30" y="24"/>
                    <a:pt x="37" y="25"/>
                  </a:cubicBezTo>
                  <a:cubicBezTo>
                    <a:pt x="43" y="26"/>
                    <a:pt x="48" y="30"/>
                    <a:pt x="55" y="29"/>
                  </a:cubicBezTo>
                  <a:cubicBezTo>
                    <a:pt x="63" y="29"/>
                    <a:pt x="69" y="27"/>
                    <a:pt x="74" y="20"/>
                  </a:cubicBezTo>
                  <a:cubicBezTo>
                    <a:pt x="67" y="28"/>
                    <a:pt x="56" y="24"/>
                    <a:pt x="49" y="19"/>
                  </a:cubicBezTo>
                  <a:cubicBezTo>
                    <a:pt x="48" y="18"/>
                    <a:pt x="49" y="16"/>
                    <a:pt x="46" y="16"/>
                  </a:cubicBezTo>
                  <a:cubicBezTo>
                    <a:pt x="44" y="15"/>
                    <a:pt x="43" y="17"/>
                    <a:pt x="41" y="17"/>
                  </a:cubicBezTo>
                  <a:cubicBezTo>
                    <a:pt x="38" y="18"/>
                    <a:pt x="33" y="19"/>
                    <a:pt x="31" y="18"/>
                  </a:cubicBezTo>
                  <a:cubicBezTo>
                    <a:pt x="22" y="14"/>
                    <a:pt x="29" y="0"/>
                    <a:pt x="20" y="4"/>
                  </a:cubicBezTo>
                  <a:cubicBezTo>
                    <a:pt x="12" y="6"/>
                    <a:pt x="9" y="16"/>
                    <a:pt x="0" y="12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9" name="Freeform 491">
              <a:extLst>
                <a:ext uri="{FF2B5EF4-FFF2-40B4-BE49-F238E27FC236}">
                  <a16:creationId xmlns:a16="http://schemas.microsoft.com/office/drawing/2014/main" id="{43F6DD24-23B4-4DA2-9A44-CC68B21F6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1741"/>
              <a:ext cx="152" cy="116"/>
            </a:xfrm>
            <a:custGeom>
              <a:avLst/>
              <a:gdLst>
                <a:gd name="T0" fmla="*/ 749 w 43"/>
                <a:gd name="T1" fmla="*/ 475 h 31"/>
                <a:gd name="T2" fmla="*/ 1813 w 43"/>
                <a:gd name="T3" fmla="*/ 1108 h 31"/>
                <a:gd name="T4" fmla="*/ 1548 w 43"/>
                <a:gd name="T5" fmla="*/ 516 h 31"/>
                <a:gd name="T6" fmla="*/ 1898 w 43"/>
                <a:gd name="T7" fmla="*/ 153 h 31"/>
                <a:gd name="T8" fmla="*/ 926 w 43"/>
                <a:gd name="T9" fmla="*/ 153 h 31"/>
                <a:gd name="T10" fmla="*/ 438 w 43"/>
                <a:gd name="T11" fmla="*/ 210 h 31"/>
                <a:gd name="T12" fmla="*/ 0 w 43"/>
                <a:gd name="T13" fmla="*/ 62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1">
                  <a:moveTo>
                    <a:pt x="17" y="9"/>
                  </a:moveTo>
                  <a:cubicBezTo>
                    <a:pt x="31" y="0"/>
                    <a:pt x="32" y="31"/>
                    <a:pt x="41" y="21"/>
                  </a:cubicBezTo>
                  <a:cubicBezTo>
                    <a:pt x="37" y="20"/>
                    <a:pt x="34" y="14"/>
                    <a:pt x="35" y="10"/>
                  </a:cubicBezTo>
                  <a:cubicBezTo>
                    <a:pt x="36" y="6"/>
                    <a:pt x="40" y="6"/>
                    <a:pt x="43" y="3"/>
                  </a:cubicBezTo>
                  <a:cubicBezTo>
                    <a:pt x="35" y="1"/>
                    <a:pt x="29" y="4"/>
                    <a:pt x="21" y="3"/>
                  </a:cubicBezTo>
                  <a:cubicBezTo>
                    <a:pt x="16" y="2"/>
                    <a:pt x="14" y="1"/>
                    <a:pt x="10" y="4"/>
                  </a:cubicBezTo>
                  <a:cubicBezTo>
                    <a:pt x="6" y="6"/>
                    <a:pt x="4" y="11"/>
                    <a:pt x="0" y="12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0" name="Freeform 492">
              <a:extLst>
                <a:ext uri="{FF2B5EF4-FFF2-40B4-BE49-F238E27FC236}">
                  <a16:creationId xmlns:a16="http://schemas.microsoft.com/office/drawing/2014/main" id="{878537D1-548C-4FD5-B7E6-135FEC23B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748"/>
              <a:ext cx="281" cy="188"/>
            </a:xfrm>
            <a:custGeom>
              <a:avLst/>
              <a:gdLst>
                <a:gd name="T0" fmla="*/ 948 w 80"/>
                <a:gd name="T1" fmla="*/ 2177 h 50"/>
                <a:gd name="T2" fmla="*/ 1862 w 80"/>
                <a:gd name="T3" fmla="*/ 1809 h 50"/>
                <a:gd name="T4" fmla="*/ 2469 w 80"/>
                <a:gd name="T5" fmla="*/ 1327 h 50"/>
                <a:gd name="T6" fmla="*/ 3418 w 80"/>
                <a:gd name="T7" fmla="*/ 0 h 50"/>
                <a:gd name="T8" fmla="*/ 2641 w 80"/>
                <a:gd name="T9" fmla="*/ 850 h 50"/>
                <a:gd name="T10" fmla="*/ 2209 w 80"/>
                <a:gd name="T11" fmla="*/ 850 h 50"/>
                <a:gd name="T12" fmla="*/ 1862 w 80"/>
                <a:gd name="T13" fmla="*/ 1173 h 50"/>
                <a:gd name="T14" fmla="*/ 1430 w 80"/>
                <a:gd name="T15" fmla="*/ 1444 h 50"/>
                <a:gd name="T16" fmla="*/ 1001 w 80"/>
                <a:gd name="T17" fmla="*/ 1752 h 50"/>
                <a:gd name="T18" fmla="*/ 0 w 80"/>
                <a:gd name="T19" fmla="*/ 2546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50">
                  <a:moveTo>
                    <a:pt x="22" y="41"/>
                  </a:moveTo>
                  <a:cubicBezTo>
                    <a:pt x="28" y="40"/>
                    <a:pt x="36" y="36"/>
                    <a:pt x="43" y="34"/>
                  </a:cubicBezTo>
                  <a:cubicBezTo>
                    <a:pt x="48" y="31"/>
                    <a:pt x="51" y="27"/>
                    <a:pt x="57" y="25"/>
                  </a:cubicBezTo>
                  <a:cubicBezTo>
                    <a:pt x="65" y="22"/>
                    <a:pt x="80" y="10"/>
                    <a:pt x="79" y="0"/>
                  </a:cubicBezTo>
                  <a:cubicBezTo>
                    <a:pt x="75" y="8"/>
                    <a:pt x="70" y="13"/>
                    <a:pt x="61" y="16"/>
                  </a:cubicBezTo>
                  <a:cubicBezTo>
                    <a:pt x="57" y="17"/>
                    <a:pt x="54" y="15"/>
                    <a:pt x="51" y="16"/>
                  </a:cubicBezTo>
                  <a:cubicBezTo>
                    <a:pt x="47" y="16"/>
                    <a:pt x="45" y="20"/>
                    <a:pt x="43" y="22"/>
                  </a:cubicBezTo>
                  <a:cubicBezTo>
                    <a:pt x="40" y="25"/>
                    <a:pt x="37" y="26"/>
                    <a:pt x="33" y="27"/>
                  </a:cubicBezTo>
                  <a:cubicBezTo>
                    <a:pt x="28" y="29"/>
                    <a:pt x="27" y="29"/>
                    <a:pt x="23" y="33"/>
                  </a:cubicBezTo>
                  <a:cubicBezTo>
                    <a:pt x="19" y="36"/>
                    <a:pt x="4" y="50"/>
                    <a:pt x="0" y="48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1" name="Freeform 493">
              <a:extLst>
                <a:ext uri="{FF2B5EF4-FFF2-40B4-BE49-F238E27FC236}">
                  <a16:creationId xmlns:a16="http://schemas.microsoft.com/office/drawing/2014/main" id="{3AEBBF91-4967-4117-9626-53EF43A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350"/>
              <a:ext cx="162" cy="113"/>
            </a:xfrm>
            <a:custGeom>
              <a:avLst/>
              <a:gdLst>
                <a:gd name="T0" fmla="*/ 0 w 46"/>
                <a:gd name="T1" fmla="*/ 215 h 30"/>
                <a:gd name="T2" fmla="*/ 1352 w 46"/>
                <a:gd name="T3" fmla="*/ 640 h 30"/>
                <a:gd name="T4" fmla="*/ 1525 w 46"/>
                <a:gd name="T5" fmla="*/ 1605 h 30"/>
                <a:gd name="T6" fmla="*/ 1092 w 46"/>
                <a:gd name="T7" fmla="*/ 1066 h 30"/>
                <a:gd name="T8" fmla="*/ 919 w 46"/>
                <a:gd name="T9" fmla="*/ 539 h 30"/>
                <a:gd name="T10" fmla="*/ 571 w 46"/>
                <a:gd name="T11" fmla="*/ 482 h 30"/>
                <a:gd name="T12" fmla="*/ 261 w 46"/>
                <a:gd name="T13" fmla="*/ 27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0">
                  <a:moveTo>
                    <a:pt x="0" y="4"/>
                  </a:moveTo>
                  <a:cubicBezTo>
                    <a:pt x="11" y="0"/>
                    <a:pt x="22" y="6"/>
                    <a:pt x="31" y="12"/>
                  </a:cubicBezTo>
                  <a:cubicBezTo>
                    <a:pt x="36" y="14"/>
                    <a:pt x="46" y="27"/>
                    <a:pt x="35" y="30"/>
                  </a:cubicBezTo>
                  <a:cubicBezTo>
                    <a:pt x="41" y="17"/>
                    <a:pt x="29" y="24"/>
                    <a:pt x="25" y="20"/>
                  </a:cubicBezTo>
                  <a:cubicBezTo>
                    <a:pt x="23" y="17"/>
                    <a:pt x="24" y="13"/>
                    <a:pt x="21" y="10"/>
                  </a:cubicBezTo>
                  <a:cubicBezTo>
                    <a:pt x="19" y="9"/>
                    <a:pt x="15" y="10"/>
                    <a:pt x="13" y="9"/>
                  </a:cubicBezTo>
                  <a:cubicBezTo>
                    <a:pt x="10" y="8"/>
                    <a:pt x="10" y="5"/>
                    <a:pt x="6" y="5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2" name="Freeform 494">
              <a:extLst>
                <a:ext uri="{FF2B5EF4-FFF2-40B4-BE49-F238E27FC236}">
                  <a16:creationId xmlns:a16="http://schemas.microsoft.com/office/drawing/2014/main" id="{BFDFE4FE-E5F2-4489-B4D7-3DD3382C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478"/>
              <a:ext cx="92" cy="263"/>
            </a:xfrm>
            <a:custGeom>
              <a:avLst/>
              <a:gdLst>
                <a:gd name="T0" fmla="*/ 527 w 26"/>
                <a:gd name="T1" fmla="*/ 113 h 70"/>
                <a:gd name="T2" fmla="*/ 715 w 26"/>
                <a:gd name="T3" fmla="*/ 958 h 70"/>
                <a:gd name="T4" fmla="*/ 839 w 26"/>
                <a:gd name="T5" fmla="*/ 1694 h 70"/>
                <a:gd name="T6" fmla="*/ 577 w 26"/>
                <a:gd name="T7" fmla="*/ 3712 h 70"/>
                <a:gd name="T8" fmla="*/ 626 w 26"/>
                <a:gd name="T9" fmla="*/ 2442 h 70"/>
                <a:gd name="T10" fmla="*/ 262 w 26"/>
                <a:gd name="T11" fmla="*/ 1905 h 70"/>
                <a:gd name="T12" fmla="*/ 50 w 26"/>
                <a:gd name="T13" fmla="*/ 1638 h 70"/>
                <a:gd name="T14" fmla="*/ 262 w 26"/>
                <a:gd name="T15" fmla="*/ 1383 h 70"/>
                <a:gd name="T16" fmla="*/ 177 w 26"/>
                <a:gd name="T17" fmla="*/ 1003 h 70"/>
                <a:gd name="T18" fmla="*/ 400 w 26"/>
                <a:gd name="T19" fmla="*/ 691 h 70"/>
                <a:gd name="T20" fmla="*/ 527 w 26"/>
                <a:gd name="T21" fmla="*/ 0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70">
                  <a:moveTo>
                    <a:pt x="12" y="2"/>
                  </a:moveTo>
                  <a:cubicBezTo>
                    <a:pt x="17" y="5"/>
                    <a:pt x="17" y="13"/>
                    <a:pt x="16" y="18"/>
                  </a:cubicBezTo>
                  <a:cubicBezTo>
                    <a:pt x="16" y="24"/>
                    <a:pt x="17" y="27"/>
                    <a:pt x="19" y="32"/>
                  </a:cubicBezTo>
                  <a:cubicBezTo>
                    <a:pt x="23" y="45"/>
                    <a:pt x="26" y="61"/>
                    <a:pt x="13" y="70"/>
                  </a:cubicBezTo>
                  <a:cubicBezTo>
                    <a:pt x="17" y="63"/>
                    <a:pt x="17" y="53"/>
                    <a:pt x="14" y="46"/>
                  </a:cubicBezTo>
                  <a:cubicBezTo>
                    <a:pt x="13" y="41"/>
                    <a:pt x="10" y="38"/>
                    <a:pt x="6" y="36"/>
                  </a:cubicBezTo>
                  <a:cubicBezTo>
                    <a:pt x="4" y="35"/>
                    <a:pt x="0" y="37"/>
                    <a:pt x="1" y="31"/>
                  </a:cubicBezTo>
                  <a:cubicBezTo>
                    <a:pt x="2" y="28"/>
                    <a:pt x="5" y="28"/>
                    <a:pt x="6" y="26"/>
                  </a:cubicBezTo>
                  <a:cubicBezTo>
                    <a:pt x="8" y="22"/>
                    <a:pt x="4" y="23"/>
                    <a:pt x="4" y="19"/>
                  </a:cubicBezTo>
                  <a:cubicBezTo>
                    <a:pt x="3" y="14"/>
                    <a:pt x="6" y="16"/>
                    <a:pt x="9" y="13"/>
                  </a:cubicBezTo>
                  <a:cubicBezTo>
                    <a:pt x="12" y="10"/>
                    <a:pt x="12" y="4"/>
                    <a:pt x="12" y="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3" name="Freeform 495">
              <a:extLst>
                <a:ext uri="{FF2B5EF4-FFF2-40B4-BE49-F238E27FC236}">
                  <a16:creationId xmlns:a16="http://schemas.microsoft.com/office/drawing/2014/main" id="{22599FC6-6D5B-4DEE-9A41-4E0DCBF9F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459"/>
              <a:ext cx="74" cy="120"/>
            </a:xfrm>
            <a:custGeom>
              <a:avLst/>
              <a:gdLst>
                <a:gd name="T0" fmla="*/ 832 w 21"/>
                <a:gd name="T1" fmla="*/ 56 h 32"/>
                <a:gd name="T2" fmla="*/ 610 w 21"/>
                <a:gd name="T3" fmla="*/ 536 h 32"/>
                <a:gd name="T4" fmla="*/ 398 w 21"/>
                <a:gd name="T5" fmla="*/ 746 h 32"/>
                <a:gd name="T6" fmla="*/ 137 w 21"/>
                <a:gd name="T7" fmla="*/ 1688 h 32"/>
                <a:gd name="T8" fmla="*/ 310 w 21"/>
                <a:gd name="T9" fmla="*/ 1211 h 32"/>
                <a:gd name="T10" fmla="*/ 610 w 21"/>
                <a:gd name="T11" fmla="*/ 956 h 32"/>
                <a:gd name="T12" fmla="*/ 920 w 21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2">
                  <a:moveTo>
                    <a:pt x="19" y="1"/>
                  </a:moveTo>
                  <a:cubicBezTo>
                    <a:pt x="17" y="4"/>
                    <a:pt x="16" y="7"/>
                    <a:pt x="14" y="10"/>
                  </a:cubicBezTo>
                  <a:cubicBezTo>
                    <a:pt x="13" y="11"/>
                    <a:pt x="10" y="12"/>
                    <a:pt x="9" y="14"/>
                  </a:cubicBezTo>
                  <a:cubicBezTo>
                    <a:pt x="6" y="17"/>
                    <a:pt x="0" y="29"/>
                    <a:pt x="3" y="32"/>
                  </a:cubicBezTo>
                  <a:cubicBezTo>
                    <a:pt x="5" y="30"/>
                    <a:pt x="5" y="26"/>
                    <a:pt x="7" y="23"/>
                  </a:cubicBezTo>
                  <a:cubicBezTo>
                    <a:pt x="9" y="19"/>
                    <a:pt x="12" y="20"/>
                    <a:pt x="14" y="18"/>
                  </a:cubicBezTo>
                  <a:cubicBezTo>
                    <a:pt x="19" y="13"/>
                    <a:pt x="13" y="5"/>
                    <a:pt x="21" y="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4" name="Freeform 496">
              <a:extLst>
                <a:ext uri="{FF2B5EF4-FFF2-40B4-BE49-F238E27FC236}">
                  <a16:creationId xmlns:a16="http://schemas.microsoft.com/office/drawing/2014/main" id="{C8B7B30C-4E78-4331-9AD5-FF7B1D72E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493"/>
              <a:ext cx="106" cy="270"/>
            </a:xfrm>
            <a:custGeom>
              <a:avLst/>
              <a:gdLst>
                <a:gd name="T0" fmla="*/ 749 w 30"/>
                <a:gd name="T1" fmla="*/ 0 h 72"/>
                <a:gd name="T2" fmla="*/ 710 w 30"/>
                <a:gd name="T3" fmla="*/ 1110 h 72"/>
                <a:gd name="T4" fmla="*/ 311 w 30"/>
                <a:gd name="T5" fmla="*/ 1534 h 72"/>
                <a:gd name="T6" fmla="*/ 488 w 30"/>
                <a:gd name="T7" fmla="*/ 2168 h 72"/>
                <a:gd name="T8" fmla="*/ 611 w 30"/>
                <a:gd name="T9" fmla="*/ 2531 h 72"/>
                <a:gd name="T10" fmla="*/ 922 w 30"/>
                <a:gd name="T11" fmla="*/ 2798 h 72"/>
                <a:gd name="T12" fmla="*/ 922 w 30"/>
                <a:gd name="T13" fmla="*/ 3799 h 72"/>
                <a:gd name="T14" fmla="*/ 1187 w 30"/>
                <a:gd name="T15" fmla="*/ 2798 h 72"/>
                <a:gd name="T16" fmla="*/ 1060 w 30"/>
                <a:gd name="T17" fmla="*/ 1800 h 72"/>
                <a:gd name="T18" fmla="*/ 1060 w 30"/>
                <a:gd name="T19" fmla="*/ 998 h 72"/>
                <a:gd name="T20" fmla="*/ 975 w 30"/>
                <a:gd name="T21" fmla="*/ 634 h 72"/>
                <a:gd name="T22" fmla="*/ 922 w 30"/>
                <a:gd name="T23" fmla="*/ 113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72">
                  <a:moveTo>
                    <a:pt x="17" y="0"/>
                  </a:moveTo>
                  <a:cubicBezTo>
                    <a:pt x="19" y="6"/>
                    <a:pt x="19" y="16"/>
                    <a:pt x="16" y="21"/>
                  </a:cubicBezTo>
                  <a:cubicBezTo>
                    <a:pt x="13" y="25"/>
                    <a:pt x="10" y="26"/>
                    <a:pt x="7" y="29"/>
                  </a:cubicBezTo>
                  <a:cubicBezTo>
                    <a:pt x="0" y="34"/>
                    <a:pt x="7" y="35"/>
                    <a:pt x="11" y="41"/>
                  </a:cubicBezTo>
                  <a:cubicBezTo>
                    <a:pt x="13" y="43"/>
                    <a:pt x="13" y="46"/>
                    <a:pt x="14" y="48"/>
                  </a:cubicBezTo>
                  <a:cubicBezTo>
                    <a:pt x="16" y="51"/>
                    <a:pt x="18" y="50"/>
                    <a:pt x="21" y="53"/>
                  </a:cubicBezTo>
                  <a:cubicBezTo>
                    <a:pt x="29" y="59"/>
                    <a:pt x="20" y="66"/>
                    <a:pt x="21" y="72"/>
                  </a:cubicBezTo>
                  <a:cubicBezTo>
                    <a:pt x="30" y="71"/>
                    <a:pt x="30" y="59"/>
                    <a:pt x="27" y="53"/>
                  </a:cubicBezTo>
                  <a:cubicBezTo>
                    <a:pt x="24" y="45"/>
                    <a:pt x="19" y="43"/>
                    <a:pt x="24" y="34"/>
                  </a:cubicBezTo>
                  <a:cubicBezTo>
                    <a:pt x="27" y="28"/>
                    <a:pt x="26" y="27"/>
                    <a:pt x="24" y="19"/>
                  </a:cubicBezTo>
                  <a:cubicBezTo>
                    <a:pt x="24" y="17"/>
                    <a:pt x="22" y="14"/>
                    <a:pt x="22" y="12"/>
                  </a:cubicBezTo>
                  <a:cubicBezTo>
                    <a:pt x="21" y="9"/>
                    <a:pt x="22" y="6"/>
                    <a:pt x="21" y="2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5" name="Freeform 497">
              <a:extLst>
                <a:ext uri="{FF2B5EF4-FFF2-40B4-BE49-F238E27FC236}">
                  <a16:creationId xmlns:a16="http://schemas.microsoft.com/office/drawing/2014/main" id="{DBDE53BA-4256-488D-B6A7-7349B476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598"/>
              <a:ext cx="102" cy="173"/>
            </a:xfrm>
            <a:custGeom>
              <a:avLst/>
              <a:gdLst>
                <a:gd name="T0" fmla="*/ 310 w 29"/>
                <a:gd name="T1" fmla="*/ 267 h 46"/>
                <a:gd name="T2" fmla="*/ 1090 w 29"/>
                <a:gd name="T3" fmla="*/ 850 h 46"/>
                <a:gd name="T4" fmla="*/ 1213 w 29"/>
                <a:gd name="T5" fmla="*/ 1865 h 46"/>
                <a:gd name="T6" fmla="*/ 605 w 29"/>
                <a:gd name="T7" fmla="*/ 2448 h 46"/>
                <a:gd name="T8" fmla="*/ 693 w 29"/>
                <a:gd name="T9" fmla="*/ 1061 h 46"/>
                <a:gd name="T10" fmla="*/ 137 w 2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6">
                  <a:moveTo>
                    <a:pt x="7" y="5"/>
                  </a:moveTo>
                  <a:cubicBezTo>
                    <a:pt x="12" y="10"/>
                    <a:pt x="20" y="10"/>
                    <a:pt x="25" y="16"/>
                  </a:cubicBezTo>
                  <a:cubicBezTo>
                    <a:pt x="18" y="23"/>
                    <a:pt x="29" y="29"/>
                    <a:pt x="28" y="35"/>
                  </a:cubicBezTo>
                  <a:cubicBezTo>
                    <a:pt x="27" y="42"/>
                    <a:pt x="18" y="41"/>
                    <a:pt x="14" y="46"/>
                  </a:cubicBezTo>
                  <a:cubicBezTo>
                    <a:pt x="19" y="38"/>
                    <a:pt x="18" y="28"/>
                    <a:pt x="16" y="20"/>
                  </a:cubicBezTo>
                  <a:cubicBezTo>
                    <a:pt x="15" y="12"/>
                    <a:pt x="0" y="7"/>
                    <a:pt x="3" y="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6" name="Freeform 498">
              <a:extLst>
                <a:ext uri="{FF2B5EF4-FFF2-40B4-BE49-F238E27FC236}">
                  <a16:creationId xmlns:a16="http://schemas.microsoft.com/office/drawing/2014/main" id="{03A54E2E-6957-4BF1-A5C5-093620956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11"/>
              <a:ext cx="77" cy="41"/>
            </a:xfrm>
            <a:custGeom>
              <a:avLst/>
              <a:gdLst>
                <a:gd name="T0" fmla="*/ 308 w 22"/>
                <a:gd name="T1" fmla="*/ 0 h 11"/>
                <a:gd name="T2" fmla="*/ 858 w 22"/>
                <a:gd name="T3" fmla="*/ 97 h 11"/>
                <a:gd name="T4" fmla="*/ 945 w 22"/>
                <a:gd name="T5" fmla="*/ 473 h 11"/>
                <a:gd name="T6" fmla="*/ 515 w 22"/>
                <a:gd name="T7" fmla="*/ 265 h 11"/>
                <a:gd name="T8" fmla="*/ 0 w 22"/>
                <a:gd name="T9" fmla="*/ 30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7" y="0"/>
                  </a:moveTo>
                  <a:cubicBezTo>
                    <a:pt x="10" y="2"/>
                    <a:pt x="17" y="0"/>
                    <a:pt x="20" y="2"/>
                  </a:cubicBezTo>
                  <a:cubicBezTo>
                    <a:pt x="21" y="3"/>
                    <a:pt x="21" y="7"/>
                    <a:pt x="22" y="9"/>
                  </a:cubicBezTo>
                  <a:cubicBezTo>
                    <a:pt x="17" y="8"/>
                    <a:pt x="17" y="4"/>
                    <a:pt x="12" y="5"/>
                  </a:cubicBezTo>
                  <a:cubicBezTo>
                    <a:pt x="7" y="6"/>
                    <a:pt x="5" y="11"/>
                    <a:pt x="0" y="6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7" name="Freeform 499">
              <a:extLst>
                <a:ext uri="{FF2B5EF4-FFF2-40B4-BE49-F238E27FC236}">
                  <a16:creationId xmlns:a16="http://schemas.microsoft.com/office/drawing/2014/main" id="{B948C2A0-A7FE-403D-A747-4313D249B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669"/>
              <a:ext cx="67" cy="75"/>
            </a:xfrm>
            <a:custGeom>
              <a:avLst/>
              <a:gdLst>
                <a:gd name="T0" fmla="*/ 659 w 19"/>
                <a:gd name="T1" fmla="*/ 0 h 20"/>
                <a:gd name="T2" fmla="*/ 0 w 19"/>
                <a:gd name="T3" fmla="*/ 900 h 20"/>
                <a:gd name="T4" fmla="*/ 173 w 19"/>
                <a:gd name="T5" fmla="*/ 1054 h 20"/>
                <a:gd name="T6" fmla="*/ 398 w 19"/>
                <a:gd name="T7" fmla="*/ 956 h 20"/>
                <a:gd name="T8" fmla="*/ 832 w 19"/>
                <a:gd name="T9" fmla="*/ 90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15" y="0"/>
                  </a:moveTo>
                  <a:cubicBezTo>
                    <a:pt x="14" y="13"/>
                    <a:pt x="6" y="11"/>
                    <a:pt x="0" y="17"/>
                  </a:cubicBezTo>
                  <a:cubicBezTo>
                    <a:pt x="1" y="18"/>
                    <a:pt x="2" y="19"/>
                    <a:pt x="4" y="20"/>
                  </a:cubicBezTo>
                  <a:cubicBezTo>
                    <a:pt x="7" y="20"/>
                    <a:pt x="6" y="19"/>
                    <a:pt x="9" y="18"/>
                  </a:cubicBezTo>
                  <a:cubicBezTo>
                    <a:pt x="15" y="16"/>
                    <a:pt x="13" y="16"/>
                    <a:pt x="19" y="17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8" name="Freeform 500">
              <a:extLst>
                <a:ext uri="{FF2B5EF4-FFF2-40B4-BE49-F238E27FC236}">
                  <a16:creationId xmlns:a16="http://schemas.microsoft.com/office/drawing/2014/main" id="{A5A91795-6A26-4EFD-8612-1DFE640F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500"/>
              <a:ext cx="127" cy="79"/>
            </a:xfrm>
            <a:custGeom>
              <a:avLst/>
              <a:gdLst>
                <a:gd name="T0" fmla="*/ 88 w 36"/>
                <a:gd name="T1" fmla="*/ 425 h 21"/>
                <a:gd name="T2" fmla="*/ 522 w 36"/>
                <a:gd name="T3" fmla="*/ 850 h 21"/>
                <a:gd name="T4" fmla="*/ 882 w 36"/>
                <a:gd name="T5" fmla="*/ 963 h 21"/>
                <a:gd name="T6" fmla="*/ 1182 w 36"/>
                <a:gd name="T7" fmla="*/ 1061 h 21"/>
                <a:gd name="T8" fmla="*/ 1580 w 36"/>
                <a:gd name="T9" fmla="*/ 850 h 21"/>
                <a:gd name="T10" fmla="*/ 833 w 36"/>
                <a:gd name="T11" fmla="*/ 692 h 21"/>
                <a:gd name="T12" fmla="*/ 0 w 36"/>
                <a:gd name="T13" fmla="*/ 42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1">
                  <a:moveTo>
                    <a:pt x="2" y="8"/>
                  </a:moveTo>
                  <a:cubicBezTo>
                    <a:pt x="9" y="8"/>
                    <a:pt x="8" y="11"/>
                    <a:pt x="12" y="16"/>
                  </a:cubicBezTo>
                  <a:cubicBezTo>
                    <a:pt x="16" y="21"/>
                    <a:pt x="15" y="18"/>
                    <a:pt x="20" y="18"/>
                  </a:cubicBezTo>
                  <a:cubicBezTo>
                    <a:pt x="24" y="19"/>
                    <a:pt x="24" y="20"/>
                    <a:pt x="27" y="20"/>
                  </a:cubicBezTo>
                  <a:cubicBezTo>
                    <a:pt x="30" y="19"/>
                    <a:pt x="31" y="16"/>
                    <a:pt x="36" y="16"/>
                  </a:cubicBezTo>
                  <a:cubicBezTo>
                    <a:pt x="30" y="14"/>
                    <a:pt x="25" y="18"/>
                    <a:pt x="19" y="13"/>
                  </a:cubicBezTo>
                  <a:cubicBezTo>
                    <a:pt x="15" y="11"/>
                    <a:pt x="4" y="0"/>
                    <a:pt x="0" y="8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9" name="Freeform 501">
              <a:extLst>
                <a:ext uri="{FF2B5EF4-FFF2-40B4-BE49-F238E27FC236}">
                  <a16:creationId xmlns:a16="http://schemas.microsoft.com/office/drawing/2014/main" id="{E8A9DC40-508A-4090-8CF2-BABC84D6C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384"/>
              <a:ext cx="123" cy="105"/>
            </a:xfrm>
            <a:custGeom>
              <a:avLst/>
              <a:gdLst>
                <a:gd name="T0" fmla="*/ 394 w 35"/>
                <a:gd name="T1" fmla="*/ 1110 h 28"/>
                <a:gd name="T2" fmla="*/ 1209 w 35"/>
                <a:gd name="T3" fmla="*/ 536 h 28"/>
                <a:gd name="T4" fmla="*/ 1518 w 35"/>
                <a:gd name="T5" fmla="*/ 266 h 28"/>
                <a:gd name="T6" fmla="*/ 692 w 35"/>
                <a:gd name="T7" fmla="*/ 368 h 28"/>
                <a:gd name="T8" fmla="*/ 49 w 35"/>
                <a:gd name="T9" fmla="*/ 266 h 28"/>
                <a:gd name="T10" fmla="*/ 260 w 35"/>
                <a:gd name="T11" fmla="*/ 578 h 28"/>
                <a:gd name="T12" fmla="*/ 260 w 35"/>
                <a:gd name="T13" fmla="*/ 998 h 28"/>
                <a:gd name="T14" fmla="*/ 172 w 35"/>
                <a:gd name="T15" fmla="*/ 147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8">
                  <a:moveTo>
                    <a:pt x="9" y="21"/>
                  </a:moveTo>
                  <a:cubicBezTo>
                    <a:pt x="17" y="10"/>
                    <a:pt x="18" y="13"/>
                    <a:pt x="28" y="10"/>
                  </a:cubicBezTo>
                  <a:cubicBezTo>
                    <a:pt x="31" y="9"/>
                    <a:pt x="35" y="8"/>
                    <a:pt x="35" y="5"/>
                  </a:cubicBezTo>
                  <a:cubicBezTo>
                    <a:pt x="26" y="8"/>
                    <a:pt x="24" y="10"/>
                    <a:pt x="16" y="7"/>
                  </a:cubicBezTo>
                  <a:cubicBezTo>
                    <a:pt x="13" y="6"/>
                    <a:pt x="1" y="0"/>
                    <a:pt x="1" y="5"/>
                  </a:cubicBezTo>
                  <a:cubicBezTo>
                    <a:pt x="0" y="9"/>
                    <a:pt x="5" y="9"/>
                    <a:pt x="6" y="11"/>
                  </a:cubicBezTo>
                  <a:cubicBezTo>
                    <a:pt x="8" y="13"/>
                    <a:pt x="6" y="16"/>
                    <a:pt x="6" y="19"/>
                  </a:cubicBezTo>
                  <a:cubicBezTo>
                    <a:pt x="6" y="22"/>
                    <a:pt x="5" y="25"/>
                    <a:pt x="4" y="28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0" name="Freeform 502">
              <a:extLst>
                <a:ext uri="{FF2B5EF4-FFF2-40B4-BE49-F238E27FC236}">
                  <a16:creationId xmlns:a16="http://schemas.microsoft.com/office/drawing/2014/main" id="{0586CAA1-6FD4-4382-835F-90EA464C2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470"/>
              <a:ext cx="130" cy="98"/>
            </a:xfrm>
            <a:custGeom>
              <a:avLst/>
              <a:gdLst>
                <a:gd name="T0" fmla="*/ 654 w 37"/>
                <a:gd name="T1" fmla="*/ 1021 h 26"/>
                <a:gd name="T2" fmla="*/ 1606 w 37"/>
                <a:gd name="T3" fmla="*/ 57 h 26"/>
                <a:gd name="T4" fmla="*/ 741 w 37"/>
                <a:gd name="T5" fmla="*/ 57 h 26"/>
                <a:gd name="T6" fmla="*/ 0 w 37"/>
                <a:gd name="T7" fmla="*/ 426 h 26"/>
                <a:gd name="T8" fmla="*/ 88 w 37"/>
                <a:gd name="T9" fmla="*/ 908 h 26"/>
                <a:gd name="T10" fmla="*/ 432 w 37"/>
                <a:gd name="T11" fmla="*/ 139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6">
                  <a:moveTo>
                    <a:pt x="15" y="19"/>
                  </a:moveTo>
                  <a:cubicBezTo>
                    <a:pt x="15" y="3"/>
                    <a:pt x="30" y="13"/>
                    <a:pt x="37" y="1"/>
                  </a:cubicBezTo>
                  <a:cubicBezTo>
                    <a:pt x="28" y="7"/>
                    <a:pt x="25" y="4"/>
                    <a:pt x="17" y="1"/>
                  </a:cubicBezTo>
                  <a:cubicBezTo>
                    <a:pt x="12" y="0"/>
                    <a:pt x="4" y="4"/>
                    <a:pt x="0" y="8"/>
                  </a:cubicBezTo>
                  <a:cubicBezTo>
                    <a:pt x="2" y="11"/>
                    <a:pt x="4" y="14"/>
                    <a:pt x="2" y="17"/>
                  </a:cubicBezTo>
                  <a:cubicBezTo>
                    <a:pt x="7" y="17"/>
                    <a:pt x="10" y="21"/>
                    <a:pt x="10" y="26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1" name="Freeform 503">
              <a:extLst>
                <a:ext uri="{FF2B5EF4-FFF2-40B4-BE49-F238E27FC236}">
                  <a16:creationId xmlns:a16="http://schemas.microsoft.com/office/drawing/2014/main" id="{E2F35272-A309-4537-9330-C29BE4A1A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545"/>
              <a:ext cx="120" cy="188"/>
            </a:xfrm>
            <a:custGeom>
              <a:avLst/>
              <a:gdLst>
                <a:gd name="T0" fmla="*/ 0 w 34"/>
                <a:gd name="T1" fmla="*/ 1809 h 50"/>
                <a:gd name="T2" fmla="*/ 572 w 34"/>
                <a:gd name="T3" fmla="*/ 1542 h 50"/>
                <a:gd name="T4" fmla="*/ 1009 w 34"/>
                <a:gd name="T5" fmla="*/ 1384 h 50"/>
                <a:gd name="T6" fmla="*/ 1147 w 34"/>
                <a:gd name="T7" fmla="*/ 850 h 50"/>
                <a:gd name="T8" fmla="*/ 1147 w 34"/>
                <a:gd name="T9" fmla="*/ 0 h 50"/>
                <a:gd name="T10" fmla="*/ 1496 w 34"/>
                <a:gd name="T11" fmla="*/ 538 h 50"/>
                <a:gd name="T12" fmla="*/ 1271 w 34"/>
                <a:gd name="T13" fmla="*/ 963 h 50"/>
                <a:gd name="T14" fmla="*/ 1182 w 34"/>
                <a:gd name="T15" fmla="*/ 1485 h 50"/>
                <a:gd name="T16" fmla="*/ 1182 w 34"/>
                <a:gd name="T17" fmla="*/ 1809 h 50"/>
                <a:gd name="T18" fmla="*/ 971 w 34"/>
                <a:gd name="T19" fmla="*/ 1966 h 50"/>
                <a:gd name="T20" fmla="*/ 699 w 34"/>
                <a:gd name="T21" fmla="*/ 2658 h 50"/>
                <a:gd name="T22" fmla="*/ 660 w 34"/>
                <a:gd name="T23" fmla="*/ 2023 h 50"/>
                <a:gd name="T24" fmla="*/ 226 w 34"/>
                <a:gd name="T25" fmla="*/ 1598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50">
                  <a:moveTo>
                    <a:pt x="0" y="34"/>
                  </a:moveTo>
                  <a:cubicBezTo>
                    <a:pt x="8" y="29"/>
                    <a:pt x="7" y="30"/>
                    <a:pt x="13" y="29"/>
                  </a:cubicBezTo>
                  <a:cubicBezTo>
                    <a:pt x="16" y="29"/>
                    <a:pt x="20" y="29"/>
                    <a:pt x="23" y="26"/>
                  </a:cubicBezTo>
                  <a:cubicBezTo>
                    <a:pt x="25" y="24"/>
                    <a:pt x="25" y="19"/>
                    <a:pt x="26" y="16"/>
                  </a:cubicBezTo>
                  <a:cubicBezTo>
                    <a:pt x="28" y="10"/>
                    <a:pt x="31" y="5"/>
                    <a:pt x="26" y="0"/>
                  </a:cubicBezTo>
                  <a:cubicBezTo>
                    <a:pt x="28" y="3"/>
                    <a:pt x="34" y="7"/>
                    <a:pt x="34" y="10"/>
                  </a:cubicBezTo>
                  <a:cubicBezTo>
                    <a:pt x="34" y="12"/>
                    <a:pt x="30" y="16"/>
                    <a:pt x="29" y="18"/>
                  </a:cubicBezTo>
                  <a:cubicBezTo>
                    <a:pt x="28" y="21"/>
                    <a:pt x="27" y="25"/>
                    <a:pt x="27" y="28"/>
                  </a:cubicBezTo>
                  <a:cubicBezTo>
                    <a:pt x="27" y="30"/>
                    <a:pt x="27" y="32"/>
                    <a:pt x="27" y="34"/>
                  </a:cubicBezTo>
                  <a:cubicBezTo>
                    <a:pt x="25" y="38"/>
                    <a:pt x="24" y="35"/>
                    <a:pt x="22" y="37"/>
                  </a:cubicBezTo>
                  <a:cubicBezTo>
                    <a:pt x="17" y="40"/>
                    <a:pt x="19" y="45"/>
                    <a:pt x="16" y="50"/>
                  </a:cubicBezTo>
                  <a:cubicBezTo>
                    <a:pt x="11" y="48"/>
                    <a:pt x="16" y="43"/>
                    <a:pt x="15" y="38"/>
                  </a:cubicBezTo>
                  <a:cubicBezTo>
                    <a:pt x="14" y="30"/>
                    <a:pt x="8" y="35"/>
                    <a:pt x="5" y="30"/>
                  </a:cubicBezTo>
                </a:path>
              </a:pathLst>
            </a:custGeom>
            <a:solidFill>
              <a:srgbClr val="D4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2" name="Freeform 504">
              <a:extLst>
                <a:ext uri="{FF2B5EF4-FFF2-40B4-BE49-F238E27FC236}">
                  <a16:creationId xmlns:a16="http://schemas.microsoft.com/office/drawing/2014/main" id="{339FB2B5-D115-4202-822B-EC01EDFDD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508"/>
              <a:ext cx="42" cy="52"/>
            </a:xfrm>
            <a:custGeom>
              <a:avLst/>
              <a:gdLst>
                <a:gd name="T0" fmla="*/ 392 w 12"/>
                <a:gd name="T1" fmla="*/ 0 h 14"/>
                <a:gd name="T2" fmla="*/ 0 w 12"/>
                <a:gd name="T3" fmla="*/ 264 h 14"/>
                <a:gd name="T4" fmla="*/ 221 w 12"/>
                <a:gd name="T5" fmla="*/ 717 h 14"/>
                <a:gd name="T6" fmla="*/ 515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9" y="0"/>
                  </a:moveTo>
                  <a:cubicBezTo>
                    <a:pt x="6" y="0"/>
                    <a:pt x="0" y="1"/>
                    <a:pt x="0" y="5"/>
                  </a:cubicBezTo>
                  <a:cubicBezTo>
                    <a:pt x="6" y="4"/>
                    <a:pt x="6" y="10"/>
                    <a:pt x="5" y="14"/>
                  </a:cubicBezTo>
                  <a:cubicBezTo>
                    <a:pt x="9" y="10"/>
                    <a:pt x="4" y="0"/>
                    <a:pt x="12" y="0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3" name="Freeform 505">
              <a:extLst>
                <a:ext uri="{FF2B5EF4-FFF2-40B4-BE49-F238E27FC236}">
                  <a16:creationId xmlns:a16="http://schemas.microsoft.com/office/drawing/2014/main" id="{B77FAA13-9A24-4001-9D16-8C9AECA3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590"/>
              <a:ext cx="42" cy="57"/>
            </a:xfrm>
            <a:custGeom>
              <a:avLst/>
              <a:gdLst>
                <a:gd name="T0" fmla="*/ 221 w 12"/>
                <a:gd name="T1" fmla="*/ 217 h 15"/>
                <a:gd name="T2" fmla="*/ 0 w 12"/>
                <a:gd name="T3" fmla="*/ 433 h 15"/>
                <a:gd name="T4" fmla="*/ 221 w 12"/>
                <a:gd name="T5" fmla="*/ 825 h 15"/>
                <a:gd name="T6" fmla="*/ 221 w 12"/>
                <a:gd name="T7" fmla="*/ 331 h 15"/>
                <a:gd name="T8" fmla="*/ 431 w 1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5" y="4"/>
                  </a:moveTo>
                  <a:cubicBezTo>
                    <a:pt x="4" y="6"/>
                    <a:pt x="2" y="8"/>
                    <a:pt x="0" y="8"/>
                  </a:cubicBezTo>
                  <a:cubicBezTo>
                    <a:pt x="1" y="11"/>
                    <a:pt x="3" y="13"/>
                    <a:pt x="5" y="15"/>
                  </a:cubicBezTo>
                  <a:cubicBezTo>
                    <a:pt x="4" y="12"/>
                    <a:pt x="3" y="9"/>
                    <a:pt x="5" y="6"/>
                  </a:cubicBezTo>
                  <a:cubicBezTo>
                    <a:pt x="7" y="4"/>
                    <a:pt x="12" y="5"/>
                    <a:pt x="10" y="0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4" name="Freeform 506">
              <a:extLst>
                <a:ext uri="{FF2B5EF4-FFF2-40B4-BE49-F238E27FC236}">
                  <a16:creationId xmlns:a16="http://schemas.microsoft.com/office/drawing/2014/main" id="{9061B255-3F3A-4E4C-B06A-A4CC2EF59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549"/>
              <a:ext cx="39" cy="83"/>
            </a:xfrm>
            <a:custGeom>
              <a:avLst/>
              <a:gdLst>
                <a:gd name="T0" fmla="*/ 227 w 11"/>
                <a:gd name="T1" fmla="*/ 0 h 22"/>
                <a:gd name="T2" fmla="*/ 0 w 11"/>
                <a:gd name="T3" fmla="*/ 483 h 22"/>
                <a:gd name="T4" fmla="*/ 138 w 11"/>
                <a:gd name="T5" fmla="*/ 853 h 22"/>
                <a:gd name="T6" fmla="*/ 489 w 11"/>
                <a:gd name="T7" fmla="*/ 1181 h 22"/>
                <a:gd name="T8" fmla="*/ 262 w 11"/>
                <a:gd name="T9" fmla="*/ 2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5" y="0"/>
                  </a:moveTo>
                  <a:cubicBezTo>
                    <a:pt x="6" y="8"/>
                    <a:pt x="0" y="4"/>
                    <a:pt x="0" y="9"/>
                  </a:cubicBezTo>
                  <a:cubicBezTo>
                    <a:pt x="0" y="12"/>
                    <a:pt x="7" y="11"/>
                    <a:pt x="3" y="16"/>
                  </a:cubicBezTo>
                  <a:cubicBezTo>
                    <a:pt x="6" y="17"/>
                    <a:pt x="10" y="18"/>
                    <a:pt x="11" y="22"/>
                  </a:cubicBezTo>
                  <a:cubicBezTo>
                    <a:pt x="8" y="17"/>
                    <a:pt x="7" y="11"/>
                    <a:pt x="6" y="5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5" name="Freeform 507">
              <a:extLst>
                <a:ext uri="{FF2B5EF4-FFF2-40B4-BE49-F238E27FC236}">
                  <a16:creationId xmlns:a16="http://schemas.microsoft.com/office/drawing/2014/main" id="{1D432323-9CCF-40ED-8415-D722DC74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4"/>
              <a:ext cx="31" cy="42"/>
            </a:xfrm>
            <a:custGeom>
              <a:avLst/>
              <a:gdLst>
                <a:gd name="T0" fmla="*/ 331 w 9"/>
                <a:gd name="T1" fmla="*/ 0 h 11"/>
                <a:gd name="T2" fmla="*/ 0 w 9"/>
                <a:gd name="T3" fmla="*/ 496 h 11"/>
                <a:gd name="T4" fmla="*/ 248 w 9"/>
                <a:gd name="T5" fmla="*/ 451 h 11"/>
                <a:gd name="T6" fmla="*/ 331 w 9"/>
                <a:gd name="T7" fmla="*/ 611 h 11"/>
                <a:gd name="T8" fmla="*/ 248 w 9"/>
                <a:gd name="T9" fmla="*/ 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8" y="0"/>
                  </a:moveTo>
                  <a:cubicBezTo>
                    <a:pt x="8" y="6"/>
                    <a:pt x="1" y="5"/>
                    <a:pt x="0" y="9"/>
                  </a:cubicBezTo>
                  <a:cubicBezTo>
                    <a:pt x="2" y="10"/>
                    <a:pt x="4" y="9"/>
                    <a:pt x="6" y="8"/>
                  </a:cubicBezTo>
                  <a:cubicBezTo>
                    <a:pt x="7" y="9"/>
                    <a:pt x="8" y="10"/>
                    <a:pt x="8" y="11"/>
                  </a:cubicBezTo>
                  <a:cubicBezTo>
                    <a:pt x="9" y="8"/>
                    <a:pt x="8" y="4"/>
                    <a:pt x="6" y="1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6" name="Freeform 508">
              <a:extLst>
                <a:ext uri="{FF2B5EF4-FFF2-40B4-BE49-F238E27FC236}">
                  <a16:creationId xmlns:a16="http://schemas.microsoft.com/office/drawing/2014/main" id="{BCF363C7-8CFD-4057-AEA6-3E3637F43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812"/>
              <a:ext cx="105" cy="64"/>
            </a:xfrm>
            <a:custGeom>
              <a:avLst/>
              <a:gdLst>
                <a:gd name="T0" fmla="*/ 259 w 30"/>
                <a:gd name="T1" fmla="*/ 794 h 17"/>
                <a:gd name="T2" fmla="*/ 735 w 30"/>
                <a:gd name="T3" fmla="*/ 482 h 17"/>
                <a:gd name="T4" fmla="*/ 1288 w 30"/>
                <a:gd name="T5" fmla="*/ 0 h 17"/>
                <a:gd name="T6" fmla="*/ 1029 w 30"/>
                <a:gd name="T7" fmla="*/ 271 h 17"/>
                <a:gd name="T8" fmla="*/ 651 w 30"/>
                <a:gd name="T9" fmla="*/ 328 h 17"/>
                <a:gd name="T10" fmla="*/ 0 w 30"/>
                <a:gd name="T11" fmla="*/ 90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7">
                  <a:moveTo>
                    <a:pt x="6" y="15"/>
                  </a:moveTo>
                  <a:cubicBezTo>
                    <a:pt x="10" y="14"/>
                    <a:pt x="14" y="11"/>
                    <a:pt x="17" y="9"/>
                  </a:cubicBezTo>
                  <a:cubicBezTo>
                    <a:pt x="22" y="6"/>
                    <a:pt x="27" y="5"/>
                    <a:pt x="30" y="0"/>
                  </a:cubicBezTo>
                  <a:cubicBezTo>
                    <a:pt x="28" y="2"/>
                    <a:pt x="26" y="4"/>
                    <a:pt x="24" y="5"/>
                  </a:cubicBezTo>
                  <a:cubicBezTo>
                    <a:pt x="21" y="6"/>
                    <a:pt x="17" y="5"/>
                    <a:pt x="15" y="6"/>
                  </a:cubicBezTo>
                  <a:cubicBezTo>
                    <a:pt x="10" y="8"/>
                    <a:pt x="4" y="14"/>
                    <a:pt x="0" y="17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7" name="Freeform 509">
              <a:extLst>
                <a:ext uri="{FF2B5EF4-FFF2-40B4-BE49-F238E27FC236}">
                  <a16:creationId xmlns:a16="http://schemas.microsoft.com/office/drawing/2014/main" id="{5C2A1EEA-65A2-4374-A9C2-7C3FDC93C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759"/>
              <a:ext cx="31" cy="34"/>
            </a:xfrm>
            <a:custGeom>
              <a:avLst/>
              <a:gdLst>
                <a:gd name="T0" fmla="*/ 34 w 9"/>
                <a:gd name="T1" fmla="*/ 113 h 9"/>
                <a:gd name="T2" fmla="*/ 286 w 9"/>
                <a:gd name="T3" fmla="*/ 484 h 9"/>
                <a:gd name="T4" fmla="*/ 369 w 9"/>
                <a:gd name="T5" fmla="*/ 0 h 9"/>
                <a:gd name="T6" fmla="*/ 0 w 9"/>
                <a:gd name="T7" fmla="*/ 5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1" y="2"/>
                  </a:moveTo>
                  <a:cubicBezTo>
                    <a:pt x="5" y="3"/>
                    <a:pt x="5" y="7"/>
                    <a:pt x="7" y="9"/>
                  </a:cubicBezTo>
                  <a:cubicBezTo>
                    <a:pt x="6" y="6"/>
                    <a:pt x="5" y="2"/>
                    <a:pt x="9" y="0"/>
                  </a:cubicBezTo>
                  <a:cubicBezTo>
                    <a:pt x="6" y="1"/>
                    <a:pt x="3" y="3"/>
                    <a:pt x="0" y="1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8" name="Freeform 510">
              <a:extLst>
                <a:ext uri="{FF2B5EF4-FFF2-40B4-BE49-F238E27FC236}">
                  <a16:creationId xmlns:a16="http://schemas.microsoft.com/office/drawing/2014/main" id="{2B389327-AF0F-46B3-AEF3-970403176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853"/>
              <a:ext cx="70" cy="34"/>
            </a:xfrm>
            <a:custGeom>
              <a:avLst/>
              <a:gdLst>
                <a:gd name="T0" fmla="*/ 0 w 20"/>
                <a:gd name="T1" fmla="*/ 57 h 9"/>
                <a:gd name="T2" fmla="*/ 137 w 20"/>
                <a:gd name="T3" fmla="*/ 329 h 9"/>
                <a:gd name="T4" fmla="*/ 343 w 20"/>
                <a:gd name="T5" fmla="*/ 370 h 9"/>
                <a:gd name="T6" fmla="*/ 858 w 20"/>
                <a:gd name="T7" fmla="*/ 427 h 9"/>
                <a:gd name="T8" fmla="*/ 308 w 20"/>
                <a:gd name="T9" fmla="*/ 329 h 9"/>
                <a:gd name="T10" fmla="*/ 221 w 20"/>
                <a:gd name="T11" fmla="*/ 57 h 9"/>
                <a:gd name="T12" fmla="*/ 0 w 20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3" y="2"/>
                    <a:pt x="2" y="5"/>
                    <a:pt x="3" y="6"/>
                  </a:cubicBezTo>
                  <a:cubicBezTo>
                    <a:pt x="6" y="8"/>
                    <a:pt x="4" y="7"/>
                    <a:pt x="8" y="7"/>
                  </a:cubicBezTo>
                  <a:cubicBezTo>
                    <a:pt x="12" y="8"/>
                    <a:pt x="16" y="6"/>
                    <a:pt x="20" y="8"/>
                  </a:cubicBezTo>
                  <a:cubicBezTo>
                    <a:pt x="17" y="9"/>
                    <a:pt x="9" y="7"/>
                    <a:pt x="7" y="6"/>
                  </a:cubicBezTo>
                  <a:cubicBezTo>
                    <a:pt x="6" y="5"/>
                    <a:pt x="7" y="2"/>
                    <a:pt x="5" y="1"/>
                  </a:cubicBezTo>
                  <a:cubicBezTo>
                    <a:pt x="4" y="0"/>
                    <a:pt x="1" y="1"/>
                    <a:pt x="0" y="0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9" name="Freeform 511">
              <a:extLst>
                <a:ext uri="{FF2B5EF4-FFF2-40B4-BE49-F238E27FC236}">
                  <a16:creationId xmlns:a16="http://schemas.microsoft.com/office/drawing/2014/main" id="{AB202086-5F71-43F6-BD19-FA5986641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726"/>
              <a:ext cx="64" cy="97"/>
            </a:xfrm>
            <a:custGeom>
              <a:avLst/>
              <a:gdLst>
                <a:gd name="T0" fmla="*/ 89 w 18"/>
                <a:gd name="T1" fmla="*/ 306 h 26"/>
                <a:gd name="T2" fmla="*/ 811 w 18"/>
                <a:gd name="T3" fmla="*/ 1351 h 26"/>
                <a:gd name="T4" fmla="*/ 668 w 18"/>
                <a:gd name="T5" fmla="*/ 571 h 26"/>
                <a:gd name="T6" fmla="*/ 0 w 18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2" y="6"/>
                  </a:moveTo>
                  <a:cubicBezTo>
                    <a:pt x="4" y="12"/>
                    <a:pt x="12" y="25"/>
                    <a:pt x="18" y="26"/>
                  </a:cubicBezTo>
                  <a:cubicBezTo>
                    <a:pt x="15" y="23"/>
                    <a:pt x="9" y="15"/>
                    <a:pt x="15" y="11"/>
                  </a:cubicBezTo>
                  <a:cubicBezTo>
                    <a:pt x="6" y="11"/>
                    <a:pt x="3" y="7"/>
                    <a:pt x="0" y="0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0" name="Freeform 512">
              <a:extLst>
                <a:ext uri="{FF2B5EF4-FFF2-40B4-BE49-F238E27FC236}">
                  <a16:creationId xmlns:a16="http://schemas.microsoft.com/office/drawing/2014/main" id="{17C29C95-3587-4CCA-8753-64CEA9F1A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635"/>
              <a:ext cx="35" cy="46"/>
            </a:xfrm>
            <a:custGeom>
              <a:avLst/>
              <a:gdLst>
                <a:gd name="T0" fmla="*/ 0 w 10"/>
                <a:gd name="T1" fmla="*/ 456 h 12"/>
                <a:gd name="T2" fmla="*/ 343 w 10"/>
                <a:gd name="T3" fmla="*/ 0 h 12"/>
                <a:gd name="T4" fmla="*/ 259 w 10"/>
                <a:gd name="T5" fmla="*/ 560 h 12"/>
                <a:gd name="T6" fmla="*/ 137 w 10"/>
                <a:gd name="T7" fmla="*/ 67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8"/>
                  </a:moveTo>
                  <a:cubicBezTo>
                    <a:pt x="5" y="8"/>
                    <a:pt x="7" y="4"/>
                    <a:pt x="8" y="0"/>
                  </a:cubicBezTo>
                  <a:cubicBezTo>
                    <a:pt x="10" y="3"/>
                    <a:pt x="8" y="7"/>
                    <a:pt x="6" y="10"/>
                  </a:cubicBezTo>
                  <a:cubicBezTo>
                    <a:pt x="4" y="9"/>
                    <a:pt x="4" y="10"/>
                    <a:pt x="3" y="12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1" name="Freeform 513">
              <a:extLst>
                <a:ext uri="{FF2B5EF4-FFF2-40B4-BE49-F238E27FC236}">
                  <a16:creationId xmlns:a16="http://schemas.microsoft.com/office/drawing/2014/main" id="{42B1C01E-7878-4AAC-BBA8-7000AA77F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418"/>
              <a:ext cx="28" cy="26"/>
            </a:xfrm>
            <a:custGeom>
              <a:avLst/>
              <a:gdLst>
                <a:gd name="T0" fmla="*/ 0 w 8"/>
                <a:gd name="T1" fmla="*/ 0 h 7"/>
                <a:gd name="T2" fmla="*/ 49 w 8"/>
                <a:gd name="T3" fmla="*/ 360 h 7"/>
                <a:gd name="T4" fmla="*/ 343 w 8"/>
                <a:gd name="T5" fmla="*/ 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2"/>
                    <a:pt x="2" y="5"/>
                    <a:pt x="1" y="7"/>
                  </a:cubicBezTo>
                  <a:cubicBezTo>
                    <a:pt x="3" y="4"/>
                    <a:pt x="5" y="2"/>
                    <a:pt x="8" y="2"/>
                  </a:cubicBezTo>
                </a:path>
              </a:pathLst>
            </a:custGeom>
            <a:solidFill>
              <a:srgbClr val="C20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2" name="Freeform 514">
              <a:extLst>
                <a:ext uri="{FF2B5EF4-FFF2-40B4-BE49-F238E27FC236}">
                  <a16:creationId xmlns:a16="http://schemas.microsoft.com/office/drawing/2014/main" id="{F15CC7E1-AB4B-49C2-A930-80DF90AB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54"/>
              <a:ext cx="116" cy="94"/>
            </a:xfrm>
            <a:custGeom>
              <a:avLst/>
              <a:gdLst>
                <a:gd name="T0" fmla="*/ 1385 w 33"/>
                <a:gd name="T1" fmla="*/ 0 h 25"/>
                <a:gd name="T2" fmla="*/ 1125 w 33"/>
                <a:gd name="T3" fmla="*/ 425 h 25"/>
                <a:gd name="T4" fmla="*/ 777 w 33"/>
                <a:gd name="T5" fmla="*/ 692 h 25"/>
                <a:gd name="T6" fmla="*/ 344 w 33"/>
                <a:gd name="T7" fmla="*/ 1327 h 25"/>
                <a:gd name="T8" fmla="*/ 1086 w 33"/>
                <a:gd name="T9" fmla="*/ 906 h 25"/>
                <a:gd name="T10" fmla="*/ 1434 w 33"/>
                <a:gd name="T11" fmla="*/ 113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5">
                  <a:moveTo>
                    <a:pt x="32" y="0"/>
                  </a:moveTo>
                  <a:cubicBezTo>
                    <a:pt x="30" y="3"/>
                    <a:pt x="28" y="6"/>
                    <a:pt x="26" y="8"/>
                  </a:cubicBezTo>
                  <a:cubicBezTo>
                    <a:pt x="23" y="12"/>
                    <a:pt x="22" y="11"/>
                    <a:pt x="18" y="13"/>
                  </a:cubicBezTo>
                  <a:cubicBezTo>
                    <a:pt x="16" y="14"/>
                    <a:pt x="0" y="24"/>
                    <a:pt x="8" y="25"/>
                  </a:cubicBezTo>
                  <a:cubicBezTo>
                    <a:pt x="9" y="16"/>
                    <a:pt x="21" y="20"/>
                    <a:pt x="25" y="17"/>
                  </a:cubicBezTo>
                  <a:cubicBezTo>
                    <a:pt x="30" y="14"/>
                    <a:pt x="26" y="4"/>
                    <a:pt x="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3" name="Freeform 515">
              <a:extLst>
                <a:ext uri="{FF2B5EF4-FFF2-40B4-BE49-F238E27FC236}">
                  <a16:creationId xmlns:a16="http://schemas.microsoft.com/office/drawing/2014/main" id="{A60BA220-199D-44A1-8D0E-C0A299665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422"/>
              <a:ext cx="84" cy="67"/>
            </a:xfrm>
            <a:custGeom>
              <a:avLst/>
              <a:gdLst>
                <a:gd name="T0" fmla="*/ 49 w 24"/>
                <a:gd name="T1" fmla="*/ 774 h 18"/>
                <a:gd name="T2" fmla="*/ 480 w 24"/>
                <a:gd name="T3" fmla="*/ 153 h 18"/>
                <a:gd name="T4" fmla="*/ 1029 w 24"/>
                <a:gd name="T5" fmla="*/ 0 h 18"/>
                <a:gd name="T6" fmla="*/ 172 w 24"/>
                <a:gd name="T7" fmla="*/ 774 h 18"/>
                <a:gd name="T8" fmla="*/ 0 w 24"/>
                <a:gd name="T9" fmla="*/ 9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1" y="15"/>
                  </a:moveTo>
                  <a:cubicBezTo>
                    <a:pt x="4" y="8"/>
                    <a:pt x="5" y="6"/>
                    <a:pt x="11" y="3"/>
                  </a:cubicBezTo>
                  <a:cubicBezTo>
                    <a:pt x="15" y="2"/>
                    <a:pt x="21" y="2"/>
                    <a:pt x="24" y="0"/>
                  </a:cubicBezTo>
                  <a:cubicBezTo>
                    <a:pt x="15" y="5"/>
                    <a:pt x="8" y="6"/>
                    <a:pt x="4" y="15"/>
                  </a:cubicBezTo>
                  <a:cubicBezTo>
                    <a:pt x="1" y="14"/>
                    <a:pt x="0" y="15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4" name="Freeform 516">
              <a:extLst>
                <a:ext uri="{FF2B5EF4-FFF2-40B4-BE49-F238E27FC236}">
                  <a16:creationId xmlns:a16="http://schemas.microsoft.com/office/drawing/2014/main" id="{E75037FF-123D-4DE5-9D3F-0274C2E26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504"/>
              <a:ext cx="35" cy="90"/>
            </a:xfrm>
            <a:custGeom>
              <a:avLst/>
              <a:gdLst>
                <a:gd name="T0" fmla="*/ 431 w 10"/>
                <a:gd name="T1" fmla="*/ 0 h 24"/>
                <a:gd name="T2" fmla="*/ 0 w 10"/>
                <a:gd name="T3" fmla="*/ 323 h 24"/>
                <a:gd name="T4" fmla="*/ 137 w 10"/>
                <a:gd name="T5" fmla="*/ 1268 h 24"/>
                <a:gd name="T6" fmla="*/ 221 w 10"/>
                <a:gd name="T7" fmla="*/ 536 h 24"/>
                <a:gd name="T8" fmla="*/ 431 w 1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10" y="0"/>
                  </a:moveTo>
                  <a:cubicBezTo>
                    <a:pt x="7" y="2"/>
                    <a:pt x="3" y="4"/>
                    <a:pt x="0" y="6"/>
                  </a:cubicBezTo>
                  <a:cubicBezTo>
                    <a:pt x="1" y="11"/>
                    <a:pt x="8" y="20"/>
                    <a:pt x="3" y="24"/>
                  </a:cubicBezTo>
                  <a:cubicBezTo>
                    <a:pt x="10" y="20"/>
                    <a:pt x="7" y="16"/>
                    <a:pt x="5" y="10"/>
                  </a:cubicBezTo>
                  <a:cubicBezTo>
                    <a:pt x="4" y="3"/>
                    <a:pt x="9" y="5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5" name="Freeform 517">
              <a:extLst>
                <a:ext uri="{FF2B5EF4-FFF2-40B4-BE49-F238E27FC236}">
                  <a16:creationId xmlns:a16="http://schemas.microsoft.com/office/drawing/2014/main" id="{6FF37FE5-DB33-42C3-8E8D-052DF6866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628"/>
              <a:ext cx="31" cy="71"/>
            </a:xfrm>
            <a:custGeom>
              <a:avLst/>
              <a:gdLst>
                <a:gd name="T0" fmla="*/ 117 w 9"/>
                <a:gd name="T1" fmla="*/ 209 h 19"/>
                <a:gd name="T2" fmla="*/ 369 w 9"/>
                <a:gd name="T3" fmla="*/ 990 h 19"/>
                <a:gd name="T4" fmla="*/ 286 w 9"/>
                <a:gd name="T5" fmla="*/ 265 h 19"/>
                <a:gd name="T6" fmla="*/ 165 w 9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3" y="4"/>
                  </a:moveTo>
                  <a:cubicBezTo>
                    <a:pt x="0" y="9"/>
                    <a:pt x="7" y="14"/>
                    <a:pt x="9" y="19"/>
                  </a:cubicBezTo>
                  <a:cubicBezTo>
                    <a:pt x="5" y="16"/>
                    <a:pt x="5" y="9"/>
                    <a:pt x="7" y="5"/>
                  </a:cubicBezTo>
                  <a:cubicBezTo>
                    <a:pt x="3" y="6"/>
                    <a:pt x="1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6" name="Freeform 518">
              <a:extLst>
                <a:ext uri="{FF2B5EF4-FFF2-40B4-BE49-F238E27FC236}">
                  <a16:creationId xmlns:a16="http://schemas.microsoft.com/office/drawing/2014/main" id="{48F22427-9700-4AA1-8777-C32B93F19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632"/>
              <a:ext cx="50" cy="82"/>
            </a:xfrm>
            <a:custGeom>
              <a:avLst/>
              <a:gdLst>
                <a:gd name="T0" fmla="*/ 371 w 14"/>
                <a:gd name="T1" fmla="*/ 153 h 22"/>
                <a:gd name="T2" fmla="*/ 639 w 14"/>
                <a:gd name="T3" fmla="*/ 932 h 22"/>
                <a:gd name="T4" fmla="*/ 586 w 14"/>
                <a:gd name="T5" fmla="*/ 56 h 22"/>
                <a:gd name="T6" fmla="*/ 461 w 14"/>
                <a:gd name="T7" fmla="*/ 9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8" y="3"/>
                  </a:moveTo>
                  <a:cubicBezTo>
                    <a:pt x="0" y="11"/>
                    <a:pt x="4" y="19"/>
                    <a:pt x="14" y="18"/>
                  </a:cubicBezTo>
                  <a:cubicBezTo>
                    <a:pt x="7" y="22"/>
                    <a:pt x="4" y="4"/>
                    <a:pt x="13" y="1"/>
                  </a:cubicBezTo>
                  <a:cubicBezTo>
                    <a:pt x="11" y="0"/>
                    <a:pt x="11" y="1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7" name="Freeform 519">
              <a:extLst>
                <a:ext uri="{FF2B5EF4-FFF2-40B4-BE49-F238E27FC236}">
                  <a16:creationId xmlns:a16="http://schemas.microsoft.com/office/drawing/2014/main" id="{6804226C-0DB7-4F3A-A1CC-C030E0FC3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763"/>
              <a:ext cx="88" cy="53"/>
            </a:xfrm>
            <a:custGeom>
              <a:avLst/>
              <a:gdLst>
                <a:gd name="T0" fmla="*/ 521 w 25"/>
                <a:gd name="T1" fmla="*/ 159 h 14"/>
                <a:gd name="T2" fmla="*/ 521 w 25"/>
                <a:gd name="T3" fmla="*/ 761 h 14"/>
                <a:gd name="T4" fmla="*/ 1042 w 25"/>
                <a:gd name="T5" fmla="*/ 0 h 14"/>
                <a:gd name="T6" fmla="*/ 433 w 25"/>
                <a:gd name="T7" fmla="*/ 1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12" y="3"/>
                  </a:moveTo>
                  <a:cubicBezTo>
                    <a:pt x="4" y="2"/>
                    <a:pt x="10" y="11"/>
                    <a:pt x="12" y="14"/>
                  </a:cubicBezTo>
                  <a:cubicBezTo>
                    <a:pt x="0" y="1"/>
                    <a:pt x="25" y="7"/>
                    <a:pt x="24" y="0"/>
                  </a:cubicBezTo>
                  <a:cubicBezTo>
                    <a:pt x="19" y="3"/>
                    <a:pt x="15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8" name="Freeform 520">
              <a:extLst>
                <a:ext uri="{FF2B5EF4-FFF2-40B4-BE49-F238E27FC236}">
                  <a16:creationId xmlns:a16="http://schemas.microsoft.com/office/drawing/2014/main" id="{8B2E4395-4273-4470-ACFA-D0667351A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598"/>
              <a:ext cx="57" cy="128"/>
            </a:xfrm>
            <a:custGeom>
              <a:avLst/>
              <a:gdLst>
                <a:gd name="T0" fmla="*/ 723 w 16"/>
                <a:gd name="T1" fmla="*/ 0 h 34"/>
                <a:gd name="T2" fmla="*/ 367 w 16"/>
                <a:gd name="T3" fmla="*/ 1175 h 34"/>
                <a:gd name="T4" fmla="*/ 228 w 16"/>
                <a:gd name="T5" fmla="*/ 1446 h 34"/>
                <a:gd name="T6" fmla="*/ 50 w 16"/>
                <a:gd name="T7" fmla="*/ 1815 h 34"/>
                <a:gd name="T8" fmla="*/ 495 w 16"/>
                <a:gd name="T9" fmla="*/ 1333 h 34"/>
                <a:gd name="T10" fmla="*/ 456 w 16"/>
                <a:gd name="T11" fmla="*/ 964 h 34"/>
                <a:gd name="T12" fmla="*/ 545 w 16"/>
                <a:gd name="T13" fmla="*/ 36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4">
                  <a:moveTo>
                    <a:pt x="16" y="0"/>
                  </a:moveTo>
                  <a:cubicBezTo>
                    <a:pt x="8" y="7"/>
                    <a:pt x="10" y="14"/>
                    <a:pt x="8" y="22"/>
                  </a:cubicBezTo>
                  <a:cubicBezTo>
                    <a:pt x="7" y="26"/>
                    <a:pt x="7" y="24"/>
                    <a:pt x="5" y="27"/>
                  </a:cubicBezTo>
                  <a:cubicBezTo>
                    <a:pt x="2" y="29"/>
                    <a:pt x="0" y="28"/>
                    <a:pt x="1" y="34"/>
                  </a:cubicBezTo>
                  <a:cubicBezTo>
                    <a:pt x="3" y="28"/>
                    <a:pt x="9" y="30"/>
                    <a:pt x="11" y="25"/>
                  </a:cubicBezTo>
                  <a:cubicBezTo>
                    <a:pt x="12" y="23"/>
                    <a:pt x="10" y="21"/>
                    <a:pt x="10" y="18"/>
                  </a:cubicBezTo>
                  <a:cubicBezTo>
                    <a:pt x="10" y="16"/>
                    <a:pt x="11" y="9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9" name="Freeform 521">
              <a:extLst>
                <a:ext uri="{FF2B5EF4-FFF2-40B4-BE49-F238E27FC236}">
                  <a16:creationId xmlns:a16="http://schemas.microsoft.com/office/drawing/2014/main" id="{B04A2284-F92D-4D2D-9C27-2C8C293A5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662"/>
              <a:ext cx="67" cy="49"/>
            </a:xfrm>
            <a:custGeom>
              <a:avLst/>
              <a:gdLst>
                <a:gd name="T0" fmla="*/ 88 w 19"/>
                <a:gd name="T1" fmla="*/ 271 h 13"/>
                <a:gd name="T2" fmla="*/ 832 w 19"/>
                <a:gd name="T3" fmla="*/ 539 h 13"/>
                <a:gd name="T4" fmla="*/ 434 w 19"/>
                <a:gd name="T5" fmla="*/ 641 h 13"/>
                <a:gd name="T6" fmla="*/ 0 w 19"/>
                <a:gd name="T7" fmla="*/ 53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3">
                  <a:moveTo>
                    <a:pt x="2" y="5"/>
                  </a:moveTo>
                  <a:cubicBezTo>
                    <a:pt x="6" y="13"/>
                    <a:pt x="15" y="0"/>
                    <a:pt x="19" y="10"/>
                  </a:cubicBezTo>
                  <a:cubicBezTo>
                    <a:pt x="15" y="6"/>
                    <a:pt x="13" y="11"/>
                    <a:pt x="10" y="12"/>
                  </a:cubicBezTo>
                  <a:cubicBezTo>
                    <a:pt x="7" y="12"/>
                    <a:pt x="3" y="7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0" name="Freeform 522">
              <a:extLst>
                <a:ext uri="{FF2B5EF4-FFF2-40B4-BE49-F238E27FC236}">
                  <a16:creationId xmlns:a16="http://schemas.microsoft.com/office/drawing/2014/main" id="{482AAB26-1D3B-4795-A935-B3059B5FE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545"/>
              <a:ext cx="63" cy="169"/>
            </a:xfrm>
            <a:custGeom>
              <a:avLst/>
              <a:gdLst>
                <a:gd name="T0" fmla="*/ 686 w 18"/>
                <a:gd name="T1" fmla="*/ 0 h 45"/>
                <a:gd name="T2" fmla="*/ 343 w 18"/>
                <a:gd name="T3" fmla="*/ 537 h 45"/>
                <a:gd name="T4" fmla="*/ 392 w 18"/>
                <a:gd name="T5" fmla="*/ 789 h 45"/>
                <a:gd name="T6" fmla="*/ 172 w 18"/>
                <a:gd name="T7" fmla="*/ 1059 h 45"/>
                <a:gd name="T8" fmla="*/ 602 w 18"/>
                <a:gd name="T9" fmla="*/ 2114 h 45"/>
                <a:gd name="T10" fmla="*/ 480 w 18"/>
                <a:gd name="T11" fmla="*/ 1059 h 45"/>
                <a:gd name="T12" fmla="*/ 686 w 18"/>
                <a:gd name="T13" fmla="*/ 1059 h 45"/>
                <a:gd name="T14" fmla="*/ 564 w 18"/>
                <a:gd name="T15" fmla="*/ 789 h 45"/>
                <a:gd name="T16" fmla="*/ 515 w 18"/>
                <a:gd name="T17" fmla="*/ 210 h 45"/>
                <a:gd name="T18" fmla="*/ 651 w 18"/>
                <a:gd name="T19" fmla="*/ 113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45">
                  <a:moveTo>
                    <a:pt x="16" y="0"/>
                  </a:moveTo>
                  <a:cubicBezTo>
                    <a:pt x="11" y="1"/>
                    <a:pt x="9" y="5"/>
                    <a:pt x="8" y="10"/>
                  </a:cubicBezTo>
                  <a:cubicBezTo>
                    <a:pt x="8" y="12"/>
                    <a:pt x="10" y="12"/>
                    <a:pt x="9" y="15"/>
                  </a:cubicBezTo>
                  <a:cubicBezTo>
                    <a:pt x="8" y="17"/>
                    <a:pt x="5" y="18"/>
                    <a:pt x="4" y="20"/>
                  </a:cubicBezTo>
                  <a:cubicBezTo>
                    <a:pt x="0" y="27"/>
                    <a:pt x="3" y="45"/>
                    <a:pt x="14" y="40"/>
                  </a:cubicBezTo>
                  <a:cubicBezTo>
                    <a:pt x="1" y="41"/>
                    <a:pt x="3" y="22"/>
                    <a:pt x="11" y="20"/>
                  </a:cubicBezTo>
                  <a:cubicBezTo>
                    <a:pt x="13" y="19"/>
                    <a:pt x="14" y="22"/>
                    <a:pt x="16" y="20"/>
                  </a:cubicBezTo>
                  <a:cubicBezTo>
                    <a:pt x="18" y="16"/>
                    <a:pt x="14" y="17"/>
                    <a:pt x="13" y="15"/>
                  </a:cubicBezTo>
                  <a:cubicBezTo>
                    <a:pt x="11" y="11"/>
                    <a:pt x="13" y="8"/>
                    <a:pt x="12" y="4"/>
                  </a:cubicBezTo>
                  <a:cubicBezTo>
                    <a:pt x="13" y="3"/>
                    <a:pt x="14" y="2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1" name="Freeform 523">
              <a:extLst>
                <a:ext uri="{FF2B5EF4-FFF2-40B4-BE49-F238E27FC236}">
                  <a16:creationId xmlns:a16="http://schemas.microsoft.com/office/drawing/2014/main" id="{3B2ECFE1-11BE-47A8-BB9B-48C4BC82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902"/>
              <a:ext cx="792" cy="773"/>
            </a:xfrm>
            <a:custGeom>
              <a:avLst/>
              <a:gdLst>
                <a:gd name="T0" fmla="*/ 3098 w 225"/>
                <a:gd name="T1" fmla="*/ 8237 h 206"/>
                <a:gd name="T2" fmla="*/ 49 w 225"/>
                <a:gd name="T3" fmla="*/ 2901 h 206"/>
                <a:gd name="T4" fmla="*/ 831 w 225"/>
                <a:gd name="T5" fmla="*/ 1325 h 206"/>
                <a:gd name="T6" fmla="*/ 6234 w 225"/>
                <a:gd name="T7" fmla="*/ 3381 h 206"/>
                <a:gd name="T8" fmla="*/ 6283 w 225"/>
                <a:gd name="T9" fmla="*/ 3381 h 206"/>
                <a:gd name="T10" fmla="*/ 9244 w 225"/>
                <a:gd name="T11" fmla="*/ 9250 h 206"/>
                <a:gd name="T12" fmla="*/ 8152 w 225"/>
                <a:gd name="T13" fmla="*/ 10559 h 206"/>
                <a:gd name="T14" fmla="*/ 3136 w 225"/>
                <a:gd name="T15" fmla="*/ 8293 h 206"/>
                <a:gd name="T16" fmla="*/ 3098 w 225"/>
                <a:gd name="T17" fmla="*/ 8237 h 2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5" h="206">
                  <a:moveTo>
                    <a:pt x="71" y="156"/>
                  </a:moveTo>
                  <a:cubicBezTo>
                    <a:pt x="51" y="141"/>
                    <a:pt x="7" y="101"/>
                    <a:pt x="1" y="55"/>
                  </a:cubicBezTo>
                  <a:cubicBezTo>
                    <a:pt x="0" y="49"/>
                    <a:pt x="14" y="28"/>
                    <a:pt x="19" y="25"/>
                  </a:cubicBezTo>
                  <a:cubicBezTo>
                    <a:pt x="25" y="22"/>
                    <a:pt x="62" y="0"/>
                    <a:pt x="143" y="64"/>
                  </a:cubicBezTo>
                  <a:cubicBezTo>
                    <a:pt x="144" y="64"/>
                    <a:pt x="144" y="64"/>
                    <a:pt x="144" y="64"/>
                  </a:cubicBezTo>
                  <a:cubicBezTo>
                    <a:pt x="225" y="128"/>
                    <a:pt x="213" y="169"/>
                    <a:pt x="212" y="175"/>
                  </a:cubicBezTo>
                  <a:cubicBezTo>
                    <a:pt x="210" y="181"/>
                    <a:pt x="193" y="199"/>
                    <a:pt x="187" y="200"/>
                  </a:cubicBezTo>
                  <a:cubicBezTo>
                    <a:pt x="140" y="206"/>
                    <a:pt x="91" y="172"/>
                    <a:pt x="72" y="157"/>
                  </a:cubicBezTo>
                  <a:lnTo>
                    <a:pt x="71" y="156"/>
                  </a:lnTo>
                  <a:close/>
                </a:path>
              </a:pathLst>
            </a:custGeom>
            <a:solidFill>
              <a:srgbClr val="FFF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2" name="Freeform 524">
              <a:extLst>
                <a:ext uri="{FF2B5EF4-FFF2-40B4-BE49-F238E27FC236}">
                  <a16:creationId xmlns:a16="http://schemas.microsoft.com/office/drawing/2014/main" id="{236F5ED1-3E75-480F-A028-564C919A7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996"/>
              <a:ext cx="753" cy="679"/>
            </a:xfrm>
            <a:custGeom>
              <a:avLst/>
              <a:gdLst>
                <a:gd name="T0" fmla="*/ 137 w 214"/>
                <a:gd name="T1" fmla="*/ 1591 h 181"/>
                <a:gd name="T2" fmla="*/ 3181 w 214"/>
                <a:gd name="T3" fmla="*/ 6910 h 181"/>
                <a:gd name="T4" fmla="*/ 3220 w 214"/>
                <a:gd name="T5" fmla="*/ 6966 h 181"/>
                <a:gd name="T6" fmla="*/ 8234 w 214"/>
                <a:gd name="T7" fmla="*/ 9232 h 181"/>
                <a:gd name="T8" fmla="*/ 9325 w 214"/>
                <a:gd name="T9" fmla="*/ 7923 h 181"/>
                <a:gd name="T10" fmla="*/ 3839 w 214"/>
                <a:gd name="T11" fmla="*/ 5968 h 181"/>
                <a:gd name="T12" fmla="*/ 3790 w 214"/>
                <a:gd name="T13" fmla="*/ 5968 h 181"/>
                <a:gd name="T14" fmla="*/ 915 w 214"/>
                <a:gd name="T15" fmla="*/ 0 h 181"/>
                <a:gd name="T16" fmla="*/ 137 w 214"/>
                <a:gd name="T17" fmla="*/ 1591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181">
                  <a:moveTo>
                    <a:pt x="3" y="30"/>
                  </a:moveTo>
                  <a:cubicBezTo>
                    <a:pt x="9" y="76"/>
                    <a:pt x="53" y="116"/>
                    <a:pt x="73" y="131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93" y="147"/>
                    <a:pt x="142" y="181"/>
                    <a:pt x="189" y="175"/>
                  </a:cubicBezTo>
                  <a:cubicBezTo>
                    <a:pt x="195" y="174"/>
                    <a:pt x="212" y="156"/>
                    <a:pt x="214" y="150"/>
                  </a:cubicBezTo>
                  <a:cubicBezTo>
                    <a:pt x="192" y="177"/>
                    <a:pt x="111" y="131"/>
                    <a:pt x="88" y="113"/>
                  </a:cubicBezTo>
                  <a:cubicBezTo>
                    <a:pt x="87" y="113"/>
                    <a:pt x="87" y="113"/>
                    <a:pt x="87" y="113"/>
                  </a:cubicBezTo>
                  <a:cubicBezTo>
                    <a:pt x="64" y="95"/>
                    <a:pt x="0" y="27"/>
                    <a:pt x="21" y="0"/>
                  </a:cubicBezTo>
                  <a:cubicBezTo>
                    <a:pt x="16" y="3"/>
                    <a:pt x="2" y="24"/>
                    <a:pt x="3" y="30"/>
                  </a:cubicBezTo>
                  <a:close/>
                </a:path>
              </a:pathLst>
            </a:custGeom>
            <a:solidFill>
              <a:srgbClr val="FDE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3" name="Freeform 525">
              <a:extLst>
                <a:ext uri="{FF2B5EF4-FFF2-40B4-BE49-F238E27FC236}">
                  <a16:creationId xmlns:a16="http://schemas.microsoft.com/office/drawing/2014/main" id="{DF5E6430-AB74-400B-9C9A-59AA17F9C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086"/>
              <a:ext cx="320" cy="469"/>
            </a:xfrm>
            <a:custGeom>
              <a:avLst/>
              <a:gdLst>
                <a:gd name="T0" fmla="*/ 3907 w 91"/>
                <a:gd name="T1" fmla="*/ 6604 h 125"/>
                <a:gd name="T2" fmla="*/ 3956 w 91"/>
                <a:gd name="T3" fmla="*/ 5913 h 125"/>
                <a:gd name="T4" fmla="*/ 1002 w 91"/>
                <a:gd name="T5" fmla="*/ 844 h 125"/>
                <a:gd name="T6" fmla="*/ 953 w 91"/>
                <a:gd name="T7" fmla="*/ 788 h 125"/>
                <a:gd name="T8" fmla="*/ 914 w 91"/>
                <a:gd name="T9" fmla="*/ 788 h 125"/>
                <a:gd name="T10" fmla="*/ 0 w 91"/>
                <a:gd name="T11" fmla="*/ 0 h 125"/>
                <a:gd name="T12" fmla="*/ 3907 w 91"/>
                <a:gd name="T13" fmla="*/ 6604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25">
                  <a:moveTo>
                    <a:pt x="90" y="125"/>
                  </a:moveTo>
                  <a:cubicBezTo>
                    <a:pt x="90" y="123"/>
                    <a:pt x="91" y="118"/>
                    <a:pt x="91" y="112"/>
                  </a:cubicBezTo>
                  <a:cubicBezTo>
                    <a:pt x="75" y="88"/>
                    <a:pt x="44" y="46"/>
                    <a:pt x="23" y="16"/>
                  </a:cubicBezTo>
                  <a:cubicBezTo>
                    <a:pt x="22" y="16"/>
                    <a:pt x="22" y="16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4" y="9"/>
                    <a:pt x="7" y="4"/>
                    <a:pt x="0" y="0"/>
                  </a:cubicBezTo>
                  <a:cubicBezTo>
                    <a:pt x="24" y="32"/>
                    <a:pt x="75" y="104"/>
                    <a:pt x="90" y="125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4" name="Freeform 526">
              <a:extLst>
                <a:ext uri="{FF2B5EF4-FFF2-40B4-BE49-F238E27FC236}">
                  <a16:creationId xmlns:a16="http://schemas.microsoft.com/office/drawing/2014/main" id="{49C7299C-E64D-4182-8FFA-7ECE60F2F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067"/>
              <a:ext cx="591" cy="165"/>
            </a:xfrm>
            <a:custGeom>
              <a:avLst/>
              <a:gdLst>
                <a:gd name="T0" fmla="*/ 6483 w 168"/>
                <a:gd name="T1" fmla="*/ 1421 h 44"/>
                <a:gd name="T2" fmla="*/ 3043 w 168"/>
                <a:gd name="T3" fmla="*/ 536 h 44"/>
                <a:gd name="T4" fmla="*/ 693 w 168"/>
                <a:gd name="T5" fmla="*/ 56 h 44"/>
                <a:gd name="T6" fmla="*/ 0 w 168"/>
                <a:gd name="T7" fmla="*/ 1110 h 44"/>
                <a:gd name="T8" fmla="*/ 222 w 168"/>
                <a:gd name="T9" fmla="*/ 1954 h 44"/>
                <a:gd name="T10" fmla="*/ 915 w 168"/>
                <a:gd name="T11" fmla="*/ 956 h 44"/>
                <a:gd name="T12" fmla="*/ 3092 w 168"/>
                <a:gd name="T13" fmla="*/ 1324 h 44"/>
                <a:gd name="T14" fmla="*/ 7314 w 168"/>
                <a:gd name="T15" fmla="*/ 2321 h 44"/>
                <a:gd name="T16" fmla="*/ 6483 w 168"/>
                <a:gd name="T17" fmla="*/ 14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44">
                  <a:moveTo>
                    <a:pt x="149" y="27"/>
                  </a:moveTo>
                  <a:cubicBezTo>
                    <a:pt x="127" y="22"/>
                    <a:pt x="78" y="12"/>
                    <a:pt x="70" y="10"/>
                  </a:cubicBezTo>
                  <a:cubicBezTo>
                    <a:pt x="59" y="8"/>
                    <a:pt x="23" y="0"/>
                    <a:pt x="16" y="1"/>
                  </a:cubicBezTo>
                  <a:cubicBezTo>
                    <a:pt x="13" y="2"/>
                    <a:pt x="5" y="13"/>
                    <a:pt x="0" y="21"/>
                  </a:cubicBezTo>
                  <a:cubicBezTo>
                    <a:pt x="1" y="27"/>
                    <a:pt x="3" y="32"/>
                    <a:pt x="5" y="37"/>
                  </a:cubicBezTo>
                  <a:cubicBezTo>
                    <a:pt x="10" y="29"/>
                    <a:pt x="17" y="18"/>
                    <a:pt x="21" y="18"/>
                  </a:cubicBezTo>
                  <a:cubicBezTo>
                    <a:pt x="28" y="17"/>
                    <a:pt x="61" y="22"/>
                    <a:pt x="71" y="25"/>
                  </a:cubicBezTo>
                  <a:cubicBezTo>
                    <a:pt x="80" y="27"/>
                    <a:pt x="145" y="39"/>
                    <a:pt x="168" y="44"/>
                  </a:cubicBezTo>
                  <a:cubicBezTo>
                    <a:pt x="162" y="38"/>
                    <a:pt x="156" y="33"/>
                    <a:pt x="149" y="27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5" name="Freeform 527">
              <a:extLst>
                <a:ext uri="{FF2B5EF4-FFF2-40B4-BE49-F238E27FC236}">
                  <a16:creationId xmlns:a16="http://schemas.microsoft.com/office/drawing/2014/main" id="{3EEF7B22-E23A-422F-B035-CCF27AED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078"/>
              <a:ext cx="67" cy="128"/>
            </a:xfrm>
            <a:custGeom>
              <a:avLst/>
              <a:gdLst>
                <a:gd name="T0" fmla="*/ 571 w 19"/>
                <a:gd name="T1" fmla="*/ 0 h 34"/>
                <a:gd name="T2" fmla="*/ 0 w 19"/>
                <a:gd name="T3" fmla="*/ 964 h 34"/>
                <a:gd name="T4" fmla="*/ 49 w 19"/>
                <a:gd name="T5" fmla="*/ 1118 h 34"/>
                <a:gd name="T6" fmla="*/ 88 w 19"/>
                <a:gd name="T7" fmla="*/ 1389 h 34"/>
                <a:gd name="T8" fmla="*/ 173 w 19"/>
                <a:gd name="T9" fmla="*/ 1600 h 34"/>
                <a:gd name="T10" fmla="*/ 222 w 19"/>
                <a:gd name="T11" fmla="*/ 1815 h 34"/>
                <a:gd name="T12" fmla="*/ 222 w 19"/>
                <a:gd name="T13" fmla="*/ 1815 h 34"/>
                <a:gd name="T14" fmla="*/ 832 w 19"/>
                <a:gd name="T15" fmla="*/ 851 h 34"/>
                <a:gd name="T16" fmla="*/ 571 w 19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4">
                  <a:moveTo>
                    <a:pt x="13" y="0"/>
                  </a:moveTo>
                  <a:cubicBezTo>
                    <a:pt x="9" y="4"/>
                    <a:pt x="4" y="12"/>
                    <a:pt x="0" y="18"/>
                  </a:cubicBezTo>
                  <a:cubicBezTo>
                    <a:pt x="0" y="19"/>
                    <a:pt x="1" y="20"/>
                    <a:pt x="1" y="21"/>
                  </a:cubicBezTo>
                  <a:cubicBezTo>
                    <a:pt x="1" y="23"/>
                    <a:pt x="2" y="24"/>
                    <a:pt x="2" y="26"/>
                  </a:cubicBezTo>
                  <a:cubicBezTo>
                    <a:pt x="3" y="27"/>
                    <a:pt x="3" y="28"/>
                    <a:pt x="4" y="30"/>
                  </a:cubicBezTo>
                  <a:cubicBezTo>
                    <a:pt x="4" y="31"/>
                    <a:pt x="5" y="32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9" y="27"/>
                    <a:pt x="15" y="19"/>
                    <a:pt x="19" y="16"/>
                  </a:cubicBezTo>
                  <a:cubicBezTo>
                    <a:pt x="16" y="10"/>
                    <a:pt x="14" y="5"/>
                    <a:pt x="13" y="0"/>
                  </a:cubicBezTo>
                  <a:close/>
                </a:path>
              </a:pathLst>
            </a:custGeom>
            <a:solidFill>
              <a:srgbClr val="DF5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6" name="Freeform 528">
              <a:extLst>
                <a:ext uri="{FF2B5EF4-FFF2-40B4-BE49-F238E27FC236}">
                  <a16:creationId xmlns:a16="http://schemas.microsoft.com/office/drawing/2014/main" id="{57660CE6-60C3-4E70-8D3D-5D8CC5790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326"/>
              <a:ext cx="580" cy="146"/>
            </a:xfrm>
            <a:custGeom>
              <a:avLst/>
              <a:gdLst>
                <a:gd name="T0" fmla="*/ 3125 w 165"/>
                <a:gd name="T1" fmla="*/ 1108 h 39"/>
                <a:gd name="T2" fmla="*/ 7167 w 165"/>
                <a:gd name="T3" fmla="*/ 2048 h 39"/>
                <a:gd name="T4" fmla="*/ 7030 w 165"/>
                <a:gd name="T5" fmla="*/ 1471 h 39"/>
                <a:gd name="T6" fmla="*/ 3125 w 165"/>
                <a:gd name="T7" fmla="*/ 520 h 39"/>
                <a:gd name="T8" fmla="*/ 830 w 165"/>
                <a:gd name="T9" fmla="*/ 56 h 39"/>
                <a:gd name="T10" fmla="*/ 0 w 165"/>
                <a:gd name="T11" fmla="*/ 1149 h 39"/>
                <a:gd name="T12" fmla="*/ 520 w 165"/>
                <a:gd name="T13" fmla="*/ 1778 h 39"/>
                <a:gd name="T14" fmla="*/ 1262 w 165"/>
                <a:gd name="T15" fmla="*/ 898 h 39"/>
                <a:gd name="T16" fmla="*/ 3125 w 165"/>
                <a:gd name="T17" fmla="*/ 110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39">
                  <a:moveTo>
                    <a:pt x="72" y="21"/>
                  </a:moveTo>
                  <a:cubicBezTo>
                    <a:pt x="80" y="23"/>
                    <a:pt x="137" y="34"/>
                    <a:pt x="165" y="39"/>
                  </a:cubicBezTo>
                  <a:cubicBezTo>
                    <a:pt x="164" y="36"/>
                    <a:pt x="163" y="32"/>
                    <a:pt x="162" y="28"/>
                  </a:cubicBezTo>
                  <a:cubicBezTo>
                    <a:pt x="139" y="23"/>
                    <a:pt x="81" y="12"/>
                    <a:pt x="72" y="10"/>
                  </a:cubicBezTo>
                  <a:cubicBezTo>
                    <a:pt x="61" y="8"/>
                    <a:pt x="25" y="0"/>
                    <a:pt x="19" y="1"/>
                  </a:cubicBezTo>
                  <a:cubicBezTo>
                    <a:pt x="14" y="2"/>
                    <a:pt x="4" y="15"/>
                    <a:pt x="0" y="22"/>
                  </a:cubicBezTo>
                  <a:cubicBezTo>
                    <a:pt x="4" y="26"/>
                    <a:pt x="8" y="30"/>
                    <a:pt x="12" y="34"/>
                  </a:cubicBezTo>
                  <a:cubicBezTo>
                    <a:pt x="17" y="27"/>
                    <a:pt x="26" y="17"/>
                    <a:pt x="29" y="17"/>
                  </a:cubicBezTo>
                  <a:cubicBezTo>
                    <a:pt x="35" y="16"/>
                    <a:pt x="62" y="19"/>
                    <a:pt x="72" y="21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7" name="Freeform 529">
              <a:extLst>
                <a:ext uri="{FF2B5EF4-FFF2-40B4-BE49-F238E27FC236}">
                  <a16:creationId xmlns:a16="http://schemas.microsoft.com/office/drawing/2014/main" id="{AB673873-E9F7-4A53-9BA9-A7BDDD03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337"/>
              <a:ext cx="102" cy="117"/>
            </a:xfrm>
            <a:custGeom>
              <a:avLst/>
              <a:gdLst>
                <a:gd name="T0" fmla="*/ 654 w 29"/>
                <a:gd name="T1" fmla="*/ 0 h 31"/>
                <a:gd name="T2" fmla="*/ 0 w 29"/>
                <a:gd name="T3" fmla="*/ 1027 h 31"/>
                <a:gd name="T4" fmla="*/ 0 w 29"/>
                <a:gd name="T5" fmla="*/ 1027 h 31"/>
                <a:gd name="T6" fmla="*/ 260 w 29"/>
                <a:gd name="T7" fmla="*/ 1340 h 31"/>
                <a:gd name="T8" fmla="*/ 310 w 29"/>
                <a:gd name="T9" fmla="*/ 1340 h 31"/>
                <a:gd name="T10" fmla="*/ 521 w 29"/>
                <a:gd name="T11" fmla="*/ 1608 h 31"/>
                <a:gd name="T12" fmla="*/ 521 w 29"/>
                <a:gd name="T13" fmla="*/ 1668 h 31"/>
                <a:gd name="T14" fmla="*/ 1263 w 29"/>
                <a:gd name="T15" fmla="*/ 755 h 31"/>
                <a:gd name="T16" fmla="*/ 654 w 29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1">
                  <a:moveTo>
                    <a:pt x="15" y="0"/>
                  </a:moveTo>
                  <a:cubicBezTo>
                    <a:pt x="10" y="4"/>
                    <a:pt x="3" y="13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21"/>
                    <a:pt x="4" y="23"/>
                    <a:pt x="6" y="25"/>
                  </a:cubicBezTo>
                  <a:cubicBezTo>
                    <a:pt x="6" y="25"/>
                    <a:pt x="6" y="25"/>
                    <a:pt x="7" y="25"/>
                  </a:cubicBezTo>
                  <a:cubicBezTo>
                    <a:pt x="8" y="27"/>
                    <a:pt x="10" y="29"/>
                    <a:pt x="12" y="30"/>
                  </a:cubicBezTo>
                  <a:cubicBezTo>
                    <a:pt x="12" y="30"/>
                    <a:pt x="12" y="30"/>
                    <a:pt x="12" y="31"/>
                  </a:cubicBezTo>
                  <a:cubicBezTo>
                    <a:pt x="17" y="24"/>
                    <a:pt x="26" y="14"/>
                    <a:pt x="29" y="14"/>
                  </a:cubicBezTo>
                  <a:cubicBezTo>
                    <a:pt x="24" y="10"/>
                    <a:pt x="20" y="5"/>
                    <a:pt x="15" y="0"/>
                  </a:cubicBezTo>
                  <a:close/>
                </a:path>
              </a:pathLst>
            </a:custGeom>
            <a:solidFill>
              <a:srgbClr val="DF5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8" name="Freeform 530">
              <a:extLst>
                <a:ext uri="{FF2B5EF4-FFF2-40B4-BE49-F238E27FC236}">
                  <a16:creationId xmlns:a16="http://schemas.microsoft.com/office/drawing/2014/main" id="{D226EC29-5A43-4906-8107-DA7D74B8A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195"/>
              <a:ext cx="629" cy="165"/>
            </a:xfrm>
            <a:custGeom>
              <a:avLst/>
              <a:gdLst>
                <a:gd name="T0" fmla="*/ 7334 w 179"/>
                <a:gd name="T1" fmla="*/ 1590 h 44"/>
                <a:gd name="T2" fmla="*/ 3036 w 179"/>
                <a:gd name="T3" fmla="*/ 536 h 44"/>
                <a:gd name="T4" fmla="*/ 741 w 179"/>
                <a:gd name="T5" fmla="*/ 56 h 44"/>
                <a:gd name="T6" fmla="*/ 0 w 179"/>
                <a:gd name="T7" fmla="*/ 1268 h 44"/>
                <a:gd name="T8" fmla="*/ 394 w 179"/>
                <a:gd name="T9" fmla="*/ 1898 h 44"/>
                <a:gd name="T10" fmla="*/ 1037 w 179"/>
                <a:gd name="T11" fmla="*/ 956 h 44"/>
                <a:gd name="T12" fmla="*/ 3075 w 179"/>
                <a:gd name="T13" fmla="*/ 1211 h 44"/>
                <a:gd name="T14" fmla="*/ 7766 w 179"/>
                <a:gd name="T15" fmla="*/ 2321 h 44"/>
                <a:gd name="T16" fmla="*/ 7334 w 179"/>
                <a:gd name="T17" fmla="*/ 159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44">
                  <a:moveTo>
                    <a:pt x="169" y="30"/>
                  </a:moveTo>
                  <a:cubicBezTo>
                    <a:pt x="143" y="24"/>
                    <a:pt x="79" y="12"/>
                    <a:pt x="70" y="10"/>
                  </a:cubicBezTo>
                  <a:cubicBezTo>
                    <a:pt x="60" y="8"/>
                    <a:pt x="24" y="0"/>
                    <a:pt x="17" y="1"/>
                  </a:cubicBezTo>
                  <a:cubicBezTo>
                    <a:pt x="13" y="2"/>
                    <a:pt x="4" y="16"/>
                    <a:pt x="0" y="24"/>
                  </a:cubicBezTo>
                  <a:cubicBezTo>
                    <a:pt x="2" y="28"/>
                    <a:pt x="5" y="32"/>
                    <a:pt x="9" y="36"/>
                  </a:cubicBezTo>
                  <a:cubicBezTo>
                    <a:pt x="13" y="29"/>
                    <a:pt x="22" y="18"/>
                    <a:pt x="24" y="18"/>
                  </a:cubicBezTo>
                  <a:cubicBezTo>
                    <a:pt x="30" y="16"/>
                    <a:pt x="61" y="21"/>
                    <a:pt x="71" y="23"/>
                  </a:cubicBezTo>
                  <a:cubicBezTo>
                    <a:pt x="80" y="25"/>
                    <a:pt x="152" y="39"/>
                    <a:pt x="179" y="44"/>
                  </a:cubicBezTo>
                  <a:cubicBezTo>
                    <a:pt x="176" y="39"/>
                    <a:pt x="173" y="35"/>
                    <a:pt x="169" y="30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9" name="Freeform 531">
              <a:extLst>
                <a:ext uri="{FF2B5EF4-FFF2-40B4-BE49-F238E27FC236}">
                  <a16:creationId xmlns:a16="http://schemas.microsoft.com/office/drawing/2014/main" id="{C9B3A82A-CC71-4C1C-8032-F9094E132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210"/>
              <a:ext cx="84" cy="120"/>
            </a:xfrm>
            <a:custGeom>
              <a:avLst/>
              <a:gdLst>
                <a:gd name="T0" fmla="*/ 564 w 24"/>
                <a:gd name="T1" fmla="*/ 0 h 32"/>
                <a:gd name="T2" fmla="*/ 0 w 24"/>
                <a:gd name="T3" fmla="*/ 1054 h 32"/>
                <a:gd name="T4" fmla="*/ 0 w 24"/>
                <a:gd name="T5" fmla="*/ 1054 h 32"/>
                <a:gd name="T6" fmla="*/ 88 w 24"/>
                <a:gd name="T7" fmla="*/ 1268 h 32"/>
                <a:gd name="T8" fmla="*/ 221 w 24"/>
                <a:gd name="T9" fmla="*/ 1421 h 32"/>
                <a:gd name="T10" fmla="*/ 308 w 24"/>
                <a:gd name="T11" fmla="*/ 1590 h 32"/>
                <a:gd name="T12" fmla="*/ 392 w 24"/>
                <a:gd name="T13" fmla="*/ 1688 h 32"/>
                <a:gd name="T14" fmla="*/ 1029 w 24"/>
                <a:gd name="T15" fmla="*/ 746 h 32"/>
                <a:gd name="T16" fmla="*/ 1029 w 24"/>
                <a:gd name="T17" fmla="*/ 746 h 32"/>
                <a:gd name="T18" fmla="*/ 564 w 24"/>
                <a:gd name="T19" fmla="*/ 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2">
                  <a:moveTo>
                    <a:pt x="13" y="0"/>
                  </a:moveTo>
                  <a:cubicBezTo>
                    <a:pt x="9" y="4"/>
                    <a:pt x="3" y="14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1"/>
                    <a:pt x="2" y="23"/>
                    <a:pt x="2" y="24"/>
                  </a:cubicBezTo>
                  <a:cubicBezTo>
                    <a:pt x="3" y="25"/>
                    <a:pt x="4" y="26"/>
                    <a:pt x="5" y="27"/>
                  </a:cubicBezTo>
                  <a:cubicBezTo>
                    <a:pt x="6" y="28"/>
                    <a:pt x="6" y="29"/>
                    <a:pt x="7" y="30"/>
                  </a:cubicBezTo>
                  <a:cubicBezTo>
                    <a:pt x="8" y="31"/>
                    <a:pt x="8" y="32"/>
                    <a:pt x="9" y="32"/>
                  </a:cubicBezTo>
                  <a:cubicBezTo>
                    <a:pt x="13" y="25"/>
                    <a:pt x="22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0" y="9"/>
                    <a:pt x="17" y="4"/>
                    <a:pt x="13" y="0"/>
                  </a:cubicBezTo>
                  <a:close/>
                </a:path>
              </a:pathLst>
            </a:custGeom>
            <a:solidFill>
              <a:srgbClr val="DF5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0" name="Freeform 532">
              <a:extLst>
                <a:ext uri="{FF2B5EF4-FFF2-40B4-BE49-F238E27FC236}">
                  <a16:creationId xmlns:a16="http://schemas.microsoft.com/office/drawing/2014/main" id="{B2022231-5BD1-49ED-8382-1FC6E77B8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037"/>
              <a:ext cx="299" cy="480"/>
            </a:xfrm>
            <a:custGeom>
              <a:avLst/>
              <a:gdLst>
                <a:gd name="T0" fmla="*/ 3303 w 85"/>
                <a:gd name="T1" fmla="*/ 4485 h 128"/>
                <a:gd name="T2" fmla="*/ 1126 w 85"/>
                <a:gd name="T3" fmla="*/ 690 h 128"/>
                <a:gd name="T4" fmla="*/ 397 w 85"/>
                <a:gd name="T5" fmla="*/ 0 h 128"/>
                <a:gd name="T6" fmla="*/ 0 w 85"/>
                <a:gd name="T7" fmla="*/ 900 h 128"/>
                <a:gd name="T8" fmla="*/ 830 w 85"/>
                <a:gd name="T9" fmla="*/ 1590 h 128"/>
                <a:gd name="T10" fmla="*/ 2089 w 85"/>
                <a:gd name="T11" fmla="*/ 3911 h 128"/>
                <a:gd name="T12" fmla="*/ 2301 w 85"/>
                <a:gd name="T13" fmla="*/ 5599 h 128"/>
                <a:gd name="T14" fmla="*/ 3043 w 85"/>
                <a:gd name="T15" fmla="*/ 6330 h 128"/>
                <a:gd name="T16" fmla="*/ 3092 w 85"/>
                <a:gd name="T17" fmla="*/ 6386 h 128"/>
                <a:gd name="T18" fmla="*/ 3475 w 85"/>
                <a:gd name="T19" fmla="*/ 6750 h 128"/>
                <a:gd name="T20" fmla="*/ 3303 w 85"/>
                <a:gd name="T21" fmla="*/ 4485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128">
                  <a:moveTo>
                    <a:pt x="76" y="85"/>
                  </a:moveTo>
                  <a:cubicBezTo>
                    <a:pt x="61" y="63"/>
                    <a:pt x="42" y="36"/>
                    <a:pt x="26" y="13"/>
                  </a:cubicBezTo>
                  <a:cubicBezTo>
                    <a:pt x="22" y="6"/>
                    <a:pt x="16" y="2"/>
                    <a:pt x="9" y="0"/>
                  </a:cubicBezTo>
                  <a:cubicBezTo>
                    <a:pt x="5" y="6"/>
                    <a:pt x="1" y="12"/>
                    <a:pt x="0" y="17"/>
                  </a:cubicBezTo>
                  <a:cubicBezTo>
                    <a:pt x="7" y="18"/>
                    <a:pt x="14" y="22"/>
                    <a:pt x="19" y="30"/>
                  </a:cubicBezTo>
                  <a:cubicBezTo>
                    <a:pt x="35" y="54"/>
                    <a:pt x="33" y="52"/>
                    <a:pt x="48" y="74"/>
                  </a:cubicBezTo>
                  <a:cubicBezTo>
                    <a:pt x="54" y="83"/>
                    <a:pt x="54" y="96"/>
                    <a:pt x="53" y="106"/>
                  </a:cubicBezTo>
                  <a:cubicBezTo>
                    <a:pt x="59" y="112"/>
                    <a:pt x="65" y="117"/>
                    <a:pt x="70" y="120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3" y="123"/>
                    <a:pt x="76" y="125"/>
                    <a:pt x="80" y="128"/>
                  </a:cubicBezTo>
                  <a:cubicBezTo>
                    <a:pt x="80" y="121"/>
                    <a:pt x="85" y="98"/>
                    <a:pt x="76" y="85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1" name="Freeform 533">
              <a:extLst>
                <a:ext uri="{FF2B5EF4-FFF2-40B4-BE49-F238E27FC236}">
                  <a16:creationId xmlns:a16="http://schemas.microsoft.com/office/drawing/2014/main" id="{6A79A01E-5CC8-4C7C-9576-B7F5F4505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037"/>
              <a:ext cx="288" cy="480"/>
            </a:xfrm>
            <a:custGeom>
              <a:avLst/>
              <a:gdLst>
                <a:gd name="T0" fmla="*/ 3245 w 82"/>
                <a:gd name="T1" fmla="*/ 6540 h 128"/>
                <a:gd name="T2" fmla="*/ 3417 w 82"/>
                <a:gd name="T3" fmla="*/ 6694 h 128"/>
                <a:gd name="T4" fmla="*/ 3467 w 82"/>
                <a:gd name="T5" fmla="*/ 6750 h 128"/>
                <a:gd name="T6" fmla="*/ 3502 w 82"/>
                <a:gd name="T7" fmla="*/ 5216 h 128"/>
                <a:gd name="T8" fmla="*/ 604 w 82"/>
                <a:gd name="T9" fmla="*/ 113 h 128"/>
                <a:gd name="T10" fmla="*/ 393 w 82"/>
                <a:gd name="T11" fmla="*/ 0 h 128"/>
                <a:gd name="T12" fmla="*/ 393 w 82"/>
                <a:gd name="T13" fmla="*/ 0 h 128"/>
                <a:gd name="T14" fmla="*/ 344 w 82"/>
                <a:gd name="T15" fmla="*/ 113 h 128"/>
                <a:gd name="T16" fmla="*/ 344 w 82"/>
                <a:gd name="T17" fmla="*/ 113 h 128"/>
                <a:gd name="T18" fmla="*/ 0 w 82"/>
                <a:gd name="T19" fmla="*/ 900 h 128"/>
                <a:gd name="T20" fmla="*/ 825 w 82"/>
                <a:gd name="T21" fmla="*/ 1590 h 128"/>
                <a:gd name="T22" fmla="*/ 2086 w 82"/>
                <a:gd name="T23" fmla="*/ 3911 h 128"/>
                <a:gd name="T24" fmla="*/ 2293 w 82"/>
                <a:gd name="T25" fmla="*/ 5599 h 128"/>
                <a:gd name="T26" fmla="*/ 2381 w 82"/>
                <a:gd name="T27" fmla="*/ 5696 h 128"/>
                <a:gd name="T28" fmla="*/ 2466 w 82"/>
                <a:gd name="T29" fmla="*/ 5809 h 128"/>
                <a:gd name="T30" fmla="*/ 2603 w 82"/>
                <a:gd name="T31" fmla="*/ 5906 h 128"/>
                <a:gd name="T32" fmla="*/ 2690 w 82"/>
                <a:gd name="T33" fmla="*/ 6019 h 128"/>
                <a:gd name="T34" fmla="*/ 2813 w 82"/>
                <a:gd name="T35" fmla="*/ 6116 h 128"/>
                <a:gd name="T36" fmla="*/ 2862 w 82"/>
                <a:gd name="T37" fmla="*/ 6173 h 128"/>
                <a:gd name="T38" fmla="*/ 3035 w 82"/>
                <a:gd name="T39" fmla="*/ 6330 h 128"/>
                <a:gd name="T40" fmla="*/ 3073 w 82"/>
                <a:gd name="T41" fmla="*/ 6386 h 128"/>
                <a:gd name="T42" fmla="*/ 3207 w 82"/>
                <a:gd name="T43" fmla="*/ 6540 h 128"/>
                <a:gd name="T44" fmla="*/ 3245 w 82"/>
                <a:gd name="T45" fmla="*/ 6540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" h="128">
                  <a:moveTo>
                    <a:pt x="75" y="124"/>
                  </a:moveTo>
                  <a:cubicBezTo>
                    <a:pt x="77" y="125"/>
                    <a:pt x="78" y="126"/>
                    <a:pt x="79" y="127"/>
                  </a:cubicBezTo>
                  <a:cubicBezTo>
                    <a:pt x="80" y="127"/>
                    <a:pt x="80" y="127"/>
                    <a:pt x="80" y="128"/>
                  </a:cubicBezTo>
                  <a:cubicBezTo>
                    <a:pt x="80" y="123"/>
                    <a:pt x="82" y="111"/>
                    <a:pt x="81" y="99"/>
                  </a:cubicBezTo>
                  <a:cubicBezTo>
                    <a:pt x="59" y="81"/>
                    <a:pt x="14" y="32"/>
                    <a:pt x="14" y="2"/>
                  </a:cubicBezTo>
                  <a:cubicBezTo>
                    <a:pt x="12" y="1"/>
                    <a:pt x="11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7"/>
                    <a:pt x="1" y="13"/>
                    <a:pt x="0" y="17"/>
                  </a:cubicBezTo>
                  <a:cubicBezTo>
                    <a:pt x="7" y="18"/>
                    <a:pt x="14" y="22"/>
                    <a:pt x="19" y="30"/>
                  </a:cubicBezTo>
                  <a:cubicBezTo>
                    <a:pt x="35" y="54"/>
                    <a:pt x="33" y="52"/>
                    <a:pt x="48" y="74"/>
                  </a:cubicBezTo>
                  <a:cubicBezTo>
                    <a:pt x="54" y="83"/>
                    <a:pt x="54" y="96"/>
                    <a:pt x="53" y="106"/>
                  </a:cubicBezTo>
                  <a:cubicBezTo>
                    <a:pt x="54" y="106"/>
                    <a:pt x="55" y="107"/>
                    <a:pt x="55" y="108"/>
                  </a:cubicBezTo>
                  <a:cubicBezTo>
                    <a:pt x="56" y="108"/>
                    <a:pt x="57" y="109"/>
                    <a:pt x="57" y="110"/>
                  </a:cubicBezTo>
                  <a:cubicBezTo>
                    <a:pt x="58" y="110"/>
                    <a:pt x="59" y="111"/>
                    <a:pt x="60" y="112"/>
                  </a:cubicBezTo>
                  <a:cubicBezTo>
                    <a:pt x="61" y="113"/>
                    <a:pt x="61" y="113"/>
                    <a:pt x="62" y="114"/>
                  </a:cubicBezTo>
                  <a:cubicBezTo>
                    <a:pt x="63" y="115"/>
                    <a:pt x="64" y="115"/>
                    <a:pt x="65" y="116"/>
                  </a:cubicBezTo>
                  <a:cubicBezTo>
                    <a:pt x="65" y="116"/>
                    <a:pt x="66" y="117"/>
                    <a:pt x="66" y="117"/>
                  </a:cubicBezTo>
                  <a:cubicBezTo>
                    <a:pt x="68" y="118"/>
                    <a:pt x="69" y="119"/>
                    <a:pt x="70" y="120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2" y="122"/>
                    <a:pt x="73" y="123"/>
                    <a:pt x="74" y="124"/>
                  </a:cubicBezTo>
                  <a:cubicBezTo>
                    <a:pt x="75" y="124"/>
                    <a:pt x="75" y="124"/>
                    <a:pt x="75" y="124"/>
                  </a:cubicBezTo>
                  <a:close/>
                </a:path>
              </a:pathLst>
            </a:custGeom>
            <a:solidFill>
              <a:srgbClr val="DF5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2" name="Freeform 534">
              <a:extLst>
                <a:ext uri="{FF2B5EF4-FFF2-40B4-BE49-F238E27FC236}">
                  <a16:creationId xmlns:a16="http://schemas.microsoft.com/office/drawing/2014/main" id="{B245DBA4-7993-4D93-B556-1F8A48AD1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77"/>
              <a:ext cx="401" cy="627"/>
            </a:xfrm>
            <a:custGeom>
              <a:avLst/>
              <a:gdLst>
                <a:gd name="T0" fmla="*/ 4305 w 114"/>
                <a:gd name="T1" fmla="*/ 8838 h 167"/>
                <a:gd name="T2" fmla="*/ 4355 w 114"/>
                <a:gd name="T3" fmla="*/ 8782 h 167"/>
                <a:gd name="T4" fmla="*/ 4875 w 114"/>
                <a:gd name="T5" fmla="*/ 7723 h 167"/>
                <a:gd name="T6" fmla="*/ 482 w 114"/>
                <a:gd name="T7" fmla="*/ 0 h 167"/>
                <a:gd name="T8" fmla="*/ 0 w 114"/>
                <a:gd name="T9" fmla="*/ 154 h 167"/>
                <a:gd name="T10" fmla="*/ 4355 w 114"/>
                <a:gd name="T11" fmla="*/ 7836 h 167"/>
                <a:gd name="T12" fmla="*/ 3961 w 114"/>
                <a:gd name="T13" fmla="*/ 8628 h 167"/>
                <a:gd name="T14" fmla="*/ 4305 w 114"/>
                <a:gd name="T15" fmla="*/ 8838 h 1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67">
                  <a:moveTo>
                    <a:pt x="99" y="167"/>
                  </a:moveTo>
                  <a:cubicBezTo>
                    <a:pt x="100" y="166"/>
                    <a:pt x="100" y="166"/>
                    <a:pt x="100" y="166"/>
                  </a:cubicBezTo>
                  <a:cubicBezTo>
                    <a:pt x="103" y="162"/>
                    <a:pt x="114" y="149"/>
                    <a:pt x="112" y="146"/>
                  </a:cubicBezTo>
                  <a:cubicBezTo>
                    <a:pt x="108" y="139"/>
                    <a:pt x="31" y="28"/>
                    <a:pt x="11" y="0"/>
                  </a:cubicBezTo>
                  <a:cubicBezTo>
                    <a:pt x="6" y="1"/>
                    <a:pt x="3" y="2"/>
                    <a:pt x="0" y="3"/>
                  </a:cubicBezTo>
                  <a:cubicBezTo>
                    <a:pt x="22" y="34"/>
                    <a:pt x="96" y="141"/>
                    <a:pt x="100" y="148"/>
                  </a:cubicBezTo>
                  <a:cubicBezTo>
                    <a:pt x="101" y="150"/>
                    <a:pt x="95" y="158"/>
                    <a:pt x="91" y="163"/>
                  </a:cubicBezTo>
                  <a:cubicBezTo>
                    <a:pt x="94" y="165"/>
                    <a:pt x="97" y="166"/>
                    <a:pt x="99" y="167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3" name="Freeform 535">
              <a:extLst>
                <a:ext uri="{FF2B5EF4-FFF2-40B4-BE49-F238E27FC236}">
                  <a16:creationId xmlns:a16="http://schemas.microsoft.com/office/drawing/2014/main" id="{B55012E0-57EA-4316-BD92-1D3C8AAD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491"/>
              <a:ext cx="74" cy="113"/>
            </a:xfrm>
            <a:custGeom>
              <a:avLst/>
              <a:gdLst>
                <a:gd name="T0" fmla="*/ 88 w 21"/>
                <a:gd name="T1" fmla="*/ 0 h 30"/>
                <a:gd name="T2" fmla="*/ 398 w 21"/>
                <a:gd name="T3" fmla="*/ 580 h 30"/>
                <a:gd name="T4" fmla="*/ 0 w 21"/>
                <a:gd name="T5" fmla="*/ 1390 h 30"/>
                <a:gd name="T6" fmla="*/ 49 w 21"/>
                <a:gd name="T7" fmla="*/ 1390 h 30"/>
                <a:gd name="T8" fmla="*/ 349 w 21"/>
                <a:gd name="T9" fmla="*/ 1605 h 30"/>
                <a:gd name="T10" fmla="*/ 349 w 21"/>
                <a:gd name="T11" fmla="*/ 1605 h 30"/>
                <a:gd name="T12" fmla="*/ 398 w 21"/>
                <a:gd name="T13" fmla="*/ 1548 h 30"/>
                <a:gd name="T14" fmla="*/ 920 w 21"/>
                <a:gd name="T15" fmla="*/ 539 h 30"/>
                <a:gd name="T16" fmla="*/ 88 w 21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0">
                  <a:moveTo>
                    <a:pt x="2" y="0"/>
                  </a:moveTo>
                  <a:cubicBezTo>
                    <a:pt x="6" y="6"/>
                    <a:pt x="8" y="10"/>
                    <a:pt x="9" y="11"/>
                  </a:cubicBezTo>
                  <a:cubicBezTo>
                    <a:pt x="10" y="13"/>
                    <a:pt x="4" y="21"/>
                    <a:pt x="0" y="26"/>
                  </a:cubicBezTo>
                  <a:cubicBezTo>
                    <a:pt x="0" y="26"/>
                    <a:pt x="0" y="26"/>
                    <a:pt x="1" y="26"/>
                  </a:cubicBezTo>
                  <a:cubicBezTo>
                    <a:pt x="3" y="28"/>
                    <a:pt x="5" y="29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26"/>
                    <a:pt x="21" y="14"/>
                    <a:pt x="21" y="10"/>
                  </a:cubicBezTo>
                  <a:cubicBezTo>
                    <a:pt x="15" y="7"/>
                    <a:pt x="8" y="4"/>
                    <a:pt x="2" y="0"/>
                  </a:cubicBezTo>
                  <a:close/>
                </a:path>
              </a:pathLst>
            </a:custGeom>
            <a:solidFill>
              <a:srgbClr val="DF5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4" name="Freeform 536">
              <a:extLst>
                <a:ext uri="{FF2B5EF4-FFF2-40B4-BE49-F238E27FC236}">
                  <a16:creationId xmlns:a16="http://schemas.microsoft.com/office/drawing/2014/main" id="{DF81FDD7-6055-4E0E-9969-0A6A55BFF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973"/>
              <a:ext cx="443" cy="676"/>
            </a:xfrm>
            <a:custGeom>
              <a:avLst/>
              <a:gdLst>
                <a:gd name="T0" fmla="*/ 4869 w 126"/>
                <a:gd name="T1" fmla="*/ 9535 h 180"/>
                <a:gd name="T2" fmla="*/ 5390 w 126"/>
                <a:gd name="T3" fmla="*/ 8574 h 180"/>
                <a:gd name="T4" fmla="*/ 605 w 126"/>
                <a:gd name="T5" fmla="*/ 113 h 180"/>
                <a:gd name="T6" fmla="*/ 0 w 126"/>
                <a:gd name="T7" fmla="*/ 0 h 180"/>
                <a:gd name="T8" fmla="*/ 4736 w 126"/>
                <a:gd name="T9" fmla="*/ 8322 h 180"/>
                <a:gd name="T10" fmla="*/ 4177 w 126"/>
                <a:gd name="T11" fmla="*/ 9321 h 180"/>
                <a:gd name="T12" fmla="*/ 4177 w 126"/>
                <a:gd name="T13" fmla="*/ 9321 h 180"/>
                <a:gd name="T14" fmla="*/ 4869 w 126"/>
                <a:gd name="T15" fmla="*/ 9535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180">
                  <a:moveTo>
                    <a:pt x="112" y="180"/>
                  </a:moveTo>
                  <a:cubicBezTo>
                    <a:pt x="113" y="177"/>
                    <a:pt x="126" y="164"/>
                    <a:pt x="124" y="162"/>
                  </a:cubicBezTo>
                  <a:cubicBezTo>
                    <a:pt x="120" y="154"/>
                    <a:pt x="26" y="18"/>
                    <a:pt x="14" y="2"/>
                  </a:cubicBezTo>
                  <a:cubicBezTo>
                    <a:pt x="9" y="0"/>
                    <a:pt x="4" y="0"/>
                    <a:pt x="0" y="0"/>
                  </a:cubicBezTo>
                  <a:cubicBezTo>
                    <a:pt x="17" y="24"/>
                    <a:pt x="104" y="150"/>
                    <a:pt x="109" y="157"/>
                  </a:cubicBezTo>
                  <a:cubicBezTo>
                    <a:pt x="110" y="160"/>
                    <a:pt x="97" y="173"/>
                    <a:pt x="96" y="176"/>
                  </a:cubicBezTo>
                  <a:cubicBezTo>
                    <a:pt x="96" y="176"/>
                    <a:pt x="96" y="176"/>
                    <a:pt x="96" y="176"/>
                  </a:cubicBezTo>
                  <a:cubicBezTo>
                    <a:pt x="101" y="178"/>
                    <a:pt x="107" y="179"/>
                    <a:pt x="112" y="180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5" name="Freeform 537">
              <a:extLst>
                <a:ext uri="{FF2B5EF4-FFF2-40B4-BE49-F238E27FC236}">
                  <a16:creationId xmlns:a16="http://schemas.microsoft.com/office/drawing/2014/main" id="{F9613045-BBE8-44C6-8F3D-63632BDAB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62"/>
              <a:ext cx="102" cy="87"/>
            </a:xfrm>
            <a:custGeom>
              <a:avLst/>
              <a:gdLst>
                <a:gd name="T0" fmla="*/ 570 w 29"/>
                <a:gd name="T1" fmla="*/ 0 h 23"/>
                <a:gd name="T2" fmla="*/ 0 w 29"/>
                <a:gd name="T3" fmla="*/ 1029 h 23"/>
                <a:gd name="T4" fmla="*/ 0 w 29"/>
                <a:gd name="T5" fmla="*/ 1029 h 23"/>
                <a:gd name="T6" fmla="*/ 0 w 29"/>
                <a:gd name="T7" fmla="*/ 1029 h 23"/>
                <a:gd name="T8" fmla="*/ 345 w 29"/>
                <a:gd name="T9" fmla="*/ 1131 h 23"/>
                <a:gd name="T10" fmla="*/ 345 w 29"/>
                <a:gd name="T11" fmla="*/ 1131 h 23"/>
                <a:gd name="T12" fmla="*/ 693 w 29"/>
                <a:gd name="T13" fmla="*/ 1244 h 23"/>
                <a:gd name="T14" fmla="*/ 1213 w 29"/>
                <a:gd name="T15" fmla="*/ 272 h 23"/>
                <a:gd name="T16" fmla="*/ 521 w 29"/>
                <a:gd name="T17" fmla="*/ 0 h 23"/>
                <a:gd name="T18" fmla="*/ 570 w 29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23">
                  <a:moveTo>
                    <a:pt x="13" y="0"/>
                  </a:moveTo>
                  <a:cubicBezTo>
                    <a:pt x="14" y="3"/>
                    <a:pt x="1" y="16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3" y="20"/>
                    <a:pt x="5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1" y="22"/>
                    <a:pt x="13" y="23"/>
                    <a:pt x="16" y="23"/>
                  </a:cubicBezTo>
                  <a:cubicBezTo>
                    <a:pt x="17" y="20"/>
                    <a:pt x="29" y="8"/>
                    <a:pt x="28" y="5"/>
                  </a:cubicBezTo>
                  <a:cubicBezTo>
                    <a:pt x="23" y="4"/>
                    <a:pt x="18" y="2"/>
                    <a:pt x="12" y="0"/>
                  </a:cubicBezTo>
                  <a:cubicBezTo>
                    <a:pt x="12" y="0"/>
                    <a:pt x="12" y="0"/>
                    <a:pt x="13" y="0"/>
                  </a:cubicBezTo>
                  <a:close/>
                </a:path>
              </a:pathLst>
            </a:custGeom>
            <a:solidFill>
              <a:srgbClr val="DF5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6" name="Freeform 538">
              <a:extLst>
                <a:ext uri="{FF2B5EF4-FFF2-40B4-BE49-F238E27FC236}">
                  <a16:creationId xmlns:a16="http://schemas.microsoft.com/office/drawing/2014/main" id="{60A5038B-A590-403C-95A7-AC3D8AD8F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99"/>
              <a:ext cx="422" cy="657"/>
            </a:xfrm>
            <a:custGeom>
              <a:avLst/>
              <a:gdLst>
                <a:gd name="T0" fmla="*/ 5131 w 120"/>
                <a:gd name="T1" fmla="*/ 8203 h 175"/>
                <a:gd name="T2" fmla="*/ 693 w 120"/>
                <a:gd name="T3" fmla="*/ 424 h 175"/>
                <a:gd name="T4" fmla="*/ 0 w 120"/>
                <a:gd name="T5" fmla="*/ 0 h 175"/>
                <a:gd name="T6" fmla="*/ 4649 w 120"/>
                <a:gd name="T7" fmla="*/ 8259 h 175"/>
                <a:gd name="T8" fmla="*/ 4132 w 120"/>
                <a:gd name="T9" fmla="*/ 9206 h 175"/>
                <a:gd name="T10" fmla="*/ 4093 w 120"/>
                <a:gd name="T11" fmla="*/ 9206 h 175"/>
                <a:gd name="T12" fmla="*/ 4614 w 120"/>
                <a:gd name="T13" fmla="*/ 9206 h 175"/>
                <a:gd name="T14" fmla="*/ 5131 w 120"/>
                <a:gd name="T15" fmla="*/ 820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75">
                  <a:moveTo>
                    <a:pt x="118" y="155"/>
                  </a:moveTo>
                  <a:cubicBezTo>
                    <a:pt x="114" y="148"/>
                    <a:pt x="38" y="39"/>
                    <a:pt x="16" y="8"/>
                  </a:cubicBezTo>
                  <a:cubicBezTo>
                    <a:pt x="11" y="5"/>
                    <a:pt x="5" y="2"/>
                    <a:pt x="0" y="0"/>
                  </a:cubicBezTo>
                  <a:cubicBezTo>
                    <a:pt x="21" y="30"/>
                    <a:pt x="103" y="148"/>
                    <a:pt x="107" y="156"/>
                  </a:cubicBezTo>
                  <a:cubicBezTo>
                    <a:pt x="108" y="158"/>
                    <a:pt x="95" y="171"/>
                    <a:pt x="95" y="174"/>
                  </a:cubicBezTo>
                  <a:cubicBezTo>
                    <a:pt x="95" y="174"/>
                    <a:pt x="94" y="174"/>
                    <a:pt x="94" y="174"/>
                  </a:cubicBezTo>
                  <a:cubicBezTo>
                    <a:pt x="98" y="175"/>
                    <a:pt x="102" y="174"/>
                    <a:pt x="106" y="174"/>
                  </a:cubicBezTo>
                  <a:cubicBezTo>
                    <a:pt x="107" y="170"/>
                    <a:pt x="120" y="158"/>
                    <a:pt x="118" y="155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7" name="Freeform 539">
              <a:extLst>
                <a:ext uri="{FF2B5EF4-FFF2-40B4-BE49-F238E27FC236}">
                  <a16:creationId xmlns:a16="http://schemas.microsoft.com/office/drawing/2014/main" id="{2CC86EE5-A9DD-4BD5-8249-432488430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585"/>
              <a:ext cx="84" cy="67"/>
            </a:xfrm>
            <a:custGeom>
              <a:avLst/>
              <a:gdLst>
                <a:gd name="T0" fmla="*/ 515 w 24"/>
                <a:gd name="T1" fmla="*/ 56 h 18"/>
                <a:gd name="T2" fmla="*/ 49 w 24"/>
                <a:gd name="T3" fmla="*/ 927 h 18"/>
                <a:gd name="T4" fmla="*/ 0 w 24"/>
                <a:gd name="T5" fmla="*/ 927 h 18"/>
                <a:gd name="T6" fmla="*/ 0 w 24"/>
                <a:gd name="T7" fmla="*/ 927 h 18"/>
                <a:gd name="T8" fmla="*/ 259 w 24"/>
                <a:gd name="T9" fmla="*/ 927 h 18"/>
                <a:gd name="T10" fmla="*/ 259 w 24"/>
                <a:gd name="T11" fmla="*/ 927 h 18"/>
                <a:gd name="T12" fmla="*/ 515 w 24"/>
                <a:gd name="T13" fmla="*/ 927 h 18"/>
                <a:gd name="T14" fmla="*/ 1029 w 24"/>
                <a:gd name="T15" fmla="*/ 0 h 18"/>
                <a:gd name="T16" fmla="*/ 515 w 24"/>
                <a:gd name="T17" fmla="*/ 5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8">
                  <a:moveTo>
                    <a:pt x="12" y="1"/>
                  </a:moveTo>
                  <a:cubicBezTo>
                    <a:pt x="11" y="6"/>
                    <a:pt x="1" y="15"/>
                    <a:pt x="1" y="18"/>
                  </a:cubicBezTo>
                  <a:cubicBezTo>
                    <a:pt x="1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8"/>
                    <a:pt x="4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8" y="18"/>
                    <a:pt x="10" y="18"/>
                    <a:pt x="12" y="18"/>
                  </a:cubicBezTo>
                  <a:cubicBezTo>
                    <a:pt x="13" y="15"/>
                    <a:pt x="23" y="4"/>
                    <a:pt x="24" y="0"/>
                  </a:cubicBezTo>
                  <a:cubicBezTo>
                    <a:pt x="21" y="1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DF5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8" name="Freeform 540">
              <a:extLst>
                <a:ext uri="{FF2B5EF4-FFF2-40B4-BE49-F238E27FC236}">
                  <a16:creationId xmlns:a16="http://schemas.microsoft.com/office/drawing/2014/main" id="{4F1718E9-B275-44A9-8619-37B007C05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472"/>
              <a:ext cx="450" cy="109"/>
            </a:xfrm>
            <a:custGeom>
              <a:avLst/>
              <a:gdLst>
                <a:gd name="T0" fmla="*/ 5513 w 128"/>
                <a:gd name="T1" fmla="*/ 1214 h 29"/>
                <a:gd name="T2" fmla="*/ 5562 w 128"/>
                <a:gd name="T3" fmla="*/ 906 h 29"/>
                <a:gd name="T4" fmla="*/ 2088 w 128"/>
                <a:gd name="T5" fmla="*/ 113 h 29"/>
                <a:gd name="T6" fmla="*/ 914 w 128"/>
                <a:gd name="T7" fmla="*/ 113 h 29"/>
                <a:gd name="T8" fmla="*/ 49 w 128"/>
                <a:gd name="T9" fmla="*/ 748 h 29"/>
                <a:gd name="T10" fmla="*/ 0 w 128"/>
                <a:gd name="T11" fmla="*/ 789 h 29"/>
                <a:gd name="T12" fmla="*/ 693 w 128"/>
                <a:gd name="T13" fmla="*/ 1327 h 29"/>
                <a:gd name="T14" fmla="*/ 1568 w 128"/>
                <a:gd name="T15" fmla="*/ 962 h 29"/>
                <a:gd name="T16" fmla="*/ 2732 w 128"/>
                <a:gd name="T17" fmla="*/ 962 h 29"/>
                <a:gd name="T18" fmla="*/ 5340 w 128"/>
                <a:gd name="T19" fmla="*/ 1541 h 29"/>
                <a:gd name="T20" fmla="*/ 5513 w 128"/>
                <a:gd name="T21" fmla="*/ 1214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29">
                  <a:moveTo>
                    <a:pt x="127" y="23"/>
                  </a:moveTo>
                  <a:cubicBezTo>
                    <a:pt x="127" y="22"/>
                    <a:pt x="127" y="20"/>
                    <a:pt x="128" y="17"/>
                  </a:cubicBezTo>
                  <a:cubicBezTo>
                    <a:pt x="98" y="12"/>
                    <a:pt x="55" y="4"/>
                    <a:pt x="48" y="2"/>
                  </a:cubicBezTo>
                  <a:cubicBezTo>
                    <a:pt x="38" y="0"/>
                    <a:pt x="28" y="1"/>
                    <a:pt x="21" y="2"/>
                  </a:cubicBezTo>
                  <a:cubicBezTo>
                    <a:pt x="19" y="3"/>
                    <a:pt x="3" y="8"/>
                    <a:pt x="1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8"/>
                    <a:pt x="10" y="21"/>
                    <a:pt x="16" y="25"/>
                  </a:cubicBezTo>
                  <a:cubicBezTo>
                    <a:pt x="19" y="19"/>
                    <a:pt x="34" y="18"/>
                    <a:pt x="36" y="18"/>
                  </a:cubicBezTo>
                  <a:cubicBezTo>
                    <a:pt x="43" y="17"/>
                    <a:pt x="53" y="15"/>
                    <a:pt x="63" y="18"/>
                  </a:cubicBezTo>
                  <a:cubicBezTo>
                    <a:pt x="69" y="19"/>
                    <a:pt x="97" y="24"/>
                    <a:pt x="123" y="29"/>
                  </a:cubicBezTo>
                  <a:cubicBezTo>
                    <a:pt x="125" y="27"/>
                    <a:pt x="126" y="25"/>
                    <a:pt x="127" y="23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9" name="Freeform 541">
              <a:extLst>
                <a:ext uri="{FF2B5EF4-FFF2-40B4-BE49-F238E27FC236}">
                  <a16:creationId xmlns:a16="http://schemas.microsoft.com/office/drawing/2014/main" id="{1A6CD08A-3D23-4459-9A3A-36EC7B7F60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7" y="2480"/>
              <a:ext cx="447" cy="101"/>
            </a:xfrm>
            <a:custGeom>
              <a:avLst/>
              <a:gdLst>
                <a:gd name="T0" fmla="*/ 915 w 127"/>
                <a:gd name="T1" fmla="*/ 0 h 27"/>
                <a:gd name="T2" fmla="*/ 49 w 127"/>
                <a:gd name="T3" fmla="*/ 628 h 27"/>
                <a:gd name="T4" fmla="*/ 0 w 127"/>
                <a:gd name="T5" fmla="*/ 685 h 27"/>
                <a:gd name="T6" fmla="*/ 0 w 127"/>
                <a:gd name="T7" fmla="*/ 685 h 27"/>
                <a:gd name="T8" fmla="*/ 88 w 127"/>
                <a:gd name="T9" fmla="*/ 729 h 27"/>
                <a:gd name="T10" fmla="*/ 260 w 127"/>
                <a:gd name="T11" fmla="*/ 838 h 27"/>
                <a:gd name="T12" fmla="*/ 310 w 127"/>
                <a:gd name="T13" fmla="*/ 894 h 27"/>
                <a:gd name="T14" fmla="*/ 398 w 127"/>
                <a:gd name="T15" fmla="*/ 939 h 27"/>
                <a:gd name="T16" fmla="*/ 433 w 127"/>
                <a:gd name="T17" fmla="*/ 995 h 27"/>
                <a:gd name="T18" fmla="*/ 570 w 127"/>
                <a:gd name="T19" fmla="*/ 1107 h 27"/>
                <a:gd name="T20" fmla="*/ 605 w 127"/>
                <a:gd name="T21" fmla="*/ 1107 h 27"/>
                <a:gd name="T22" fmla="*/ 693 w 127"/>
                <a:gd name="T23" fmla="*/ 1205 h 27"/>
                <a:gd name="T24" fmla="*/ 1573 w 127"/>
                <a:gd name="T25" fmla="*/ 838 h 27"/>
                <a:gd name="T26" fmla="*/ 2267 w 127"/>
                <a:gd name="T27" fmla="*/ 729 h 27"/>
                <a:gd name="T28" fmla="*/ 1042 w 127"/>
                <a:gd name="T29" fmla="*/ 0 h 27"/>
                <a:gd name="T30" fmla="*/ 915 w 127"/>
                <a:gd name="T31" fmla="*/ 0 h 27"/>
                <a:gd name="T32" fmla="*/ 5227 w 127"/>
                <a:gd name="T33" fmla="*/ 1414 h 27"/>
                <a:gd name="T34" fmla="*/ 5364 w 127"/>
                <a:gd name="T35" fmla="*/ 1414 h 27"/>
                <a:gd name="T36" fmla="*/ 5487 w 127"/>
                <a:gd name="T37" fmla="*/ 1148 h 27"/>
                <a:gd name="T38" fmla="*/ 5536 w 127"/>
                <a:gd name="T39" fmla="*/ 1107 h 27"/>
                <a:gd name="T40" fmla="*/ 5227 w 127"/>
                <a:gd name="T41" fmla="*/ 1414 h 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7" h="27">
                  <a:moveTo>
                    <a:pt x="21" y="0"/>
                  </a:moveTo>
                  <a:cubicBezTo>
                    <a:pt x="19" y="1"/>
                    <a:pt x="3" y="6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4"/>
                    <a:pt x="2" y="14"/>
                  </a:cubicBezTo>
                  <a:cubicBezTo>
                    <a:pt x="3" y="15"/>
                    <a:pt x="5" y="16"/>
                    <a:pt x="6" y="16"/>
                  </a:cubicBezTo>
                  <a:cubicBezTo>
                    <a:pt x="6" y="16"/>
                    <a:pt x="6" y="17"/>
                    <a:pt x="7" y="17"/>
                  </a:cubicBezTo>
                  <a:cubicBezTo>
                    <a:pt x="7" y="17"/>
                    <a:pt x="8" y="18"/>
                    <a:pt x="9" y="18"/>
                  </a:cubicBezTo>
                  <a:cubicBezTo>
                    <a:pt x="9" y="19"/>
                    <a:pt x="10" y="19"/>
                    <a:pt x="10" y="19"/>
                  </a:cubicBezTo>
                  <a:cubicBezTo>
                    <a:pt x="11" y="20"/>
                    <a:pt x="12" y="20"/>
                    <a:pt x="13" y="21"/>
                  </a:cubicBezTo>
                  <a:cubicBezTo>
                    <a:pt x="13" y="21"/>
                    <a:pt x="13" y="21"/>
                    <a:pt x="14" y="21"/>
                  </a:cubicBezTo>
                  <a:cubicBezTo>
                    <a:pt x="15" y="22"/>
                    <a:pt x="15" y="22"/>
                    <a:pt x="16" y="23"/>
                  </a:cubicBezTo>
                  <a:cubicBezTo>
                    <a:pt x="19" y="17"/>
                    <a:pt x="34" y="16"/>
                    <a:pt x="36" y="16"/>
                  </a:cubicBezTo>
                  <a:cubicBezTo>
                    <a:pt x="41" y="15"/>
                    <a:pt x="46" y="14"/>
                    <a:pt x="52" y="14"/>
                  </a:cubicBezTo>
                  <a:cubicBezTo>
                    <a:pt x="42" y="10"/>
                    <a:pt x="32" y="5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lose/>
                  <a:moveTo>
                    <a:pt x="120" y="27"/>
                  </a:moveTo>
                  <a:cubicBezTo>
                    <a:pt x="121" y="27"/>
                    <a:pt x="122" y="27"/>
                    <a:pt x="123" y="27"/>
                  </a:cubicBezTo>
                  <a:cubicBezTo>
                    <a:pt x="124" y="25"/>
                    <a:pt x="125" y="24"/>
                    <a:pt x="126" y="22"/>
                  </a:cubicBezTo>
                  <a:cubicBezTo>
                    <a:pt x="126" y="22"/>
                    <a:pt x="126" y="21"/>
                    <a:pt x="127" y="21"/>
                  </a:cubicBezTo>
                  <a:cubicBezTo>
                    <a:pt x="125" y="23"/>
                    <a:pt x="122" y="25"/>
                    <a:pt x="120" y="27"/>
                  </a:cubicBezTo>
                  <a:close/>
                </a:path>
              </a:pathLst>
            </a:custGeom>
            <a:solidFill>
              <a:srgbClr val="DF5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0" name="Freeform 542">
              <a:extLst>
                <a:ext uri="{FF2B5EF4-FFF2-40B4-BE49-F238E27FC236}">
                  <a16:creationId xmlns:a16="http://schemas.microsoft.com/office/drawing/2014/main" id="{0BB4B3F4-9FE1-40F7-AACC-D09301899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21"/>
              <a:ext cx="348" cy="150"/>
            </a:xfrm>
            <a:custGeom>
              <a:avLst/>
              <a:gdLst>
                <a:gd name="T0" fmla="*/ 2211 w 99"/>
                <a:gd name="T1" fmla="*/ 1590 h 40"/>
                <a:gd name="T2" fmla="*/ 4299 w 99"/>
                <a:gd name="T3" fmla="*/ 2111 h 40"/>
                <a:gd name="T4" fmla="*/ 49 w 99"/>
                <a:gd name="T5" fmla="*/ 1054 h 40"/>
                <a:gd name="T6" fmla="*/ 0 w 99"/>
                <a:gd name="T7" fmla="*/ 1110 h 40"/>
                <a:gd name="T8" fmla="*/ 2211 w 99"/>
                <a:gd name="T9" fmla="*/ 15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0">
                  <a:moveTo>
                    <a:pt x="51" y="30"/>
                  </a:moveTo>
                  <a:cubicBezTo>
                    <a:pt x="60" y="32"/>
                    <a:pt x="90" y="38"/>
                    <a:pt x="99" y="40"/>
                  </a:cubicBezTo>
                  <a:cubicBezTo>
                    <a:pt x="36" y="0"/>
                    <a:pt x="6" y="17"/>
                    <a:pt x="1" y="20"/>
                  </a:cubicBezTo>
                  <a:cubicBezTo>
                    <a:pt x="1" y="20"/>
                    <a:pt x="0" y="21"/>
                    <a:pt x="0" y="21"/>
                  </a:cubicBezTo>
                  <a:cubicBezTo>
                    <a:pt x="10" y="21"/>
                    <a:pt x="41" y="28"/>
                    <a:pt x="51" y="30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1" name="Freeform 543">
              <a:extLst>
                <a:ext uri="{FF2B5EF4-FFF2-40B4-BE49-F238E27FC236}">
                  <a16:creationId xmlns:a16="http://schemas.microsoft.com/office/drawing/2014/main" id="{62A03F5C-8802-4494-8022-87F2E94E7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902"/>
              <a:ext cx="792" cy="773"/>
            </a:xfrm>
            <a:custGeom>
              <a:avLst/>
              <a:gdLst>
                <a:gd name="T0" fmla="*/ 3098 w 225"/>
                <a:gd name="T1" fmla="*/ 8237 h 206"/>
                <a:gd name="T2" fmla="*/ 49 w 225"/>
                <a:gd name="T3" fmla="*/ 2901 h 206"/>
                <a:gd name="T4" fmla="*/ 831 w 225"/>
                <a:gd name="T5" fmla="*/ 1325 h 206"/>
                <a:gd name="T6" fmla="*/ 6234 w 225"/>
                <a:gd name="T7" fmla="*/ 3381 h 206"/>
                <a:gd name="T8" fmla="*/ 6283 w 225"/>
                <a:gd name="T9" fmla="*/ 3381 h 206"/>
                <a:gd name="T10" fmla="*/ 9244 w 225"/>
                <a:gd name="T11" fmla="*/ 9250 h 206"/>
                <a:gd name="T12" fmla="*/ 8152 w 225"/>
                <a:gd name="T13" fmla="*/ 10559 h 206"/>
                <a:gd name="T14" fmla="*/ 3136 w 225"/>
                <a:gd name="T15" fmla="*/ 8293 h 206"/>
                <a:gd name="T16" fmla="*/ 3098 w 225"/>
                <a:gd name="T17" fmla="*/ 8237 h 2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5" h="206">
                  <a:moveTo>
                    <a:pt x="71" y="156"/>
                  </a:moveTo>
                  <a:cubicBezTo>
                    <a:pt x="51" y="141"/>
                    <a:pt x="7" y="101"/>
                    <a:pt x="1" y="55"/>
                  </a:cubicBezTo>
                  <a:cubicBezTo>
                    <a:pt x="0" y="49"/>
                    <a:pt x="14" y="28"/>
                    <a:pt x="19" y="25"/>
                  </a:cubicBezTo>
                  <a:cubicBezTo>
                    <a:pt x="25" y="22"/>
                    <a:pt x="62" y="0"/>
                    <a:pt x="143" y="64"/>
                  </a:cubicBezTo>
                  <a:cubicBezTo>
                    <a:pt x="144" y="64"/>
                    <a:pt x="144" y="64"/>
                    <a:pt x="144" y="64"/>
                  </a:cubicBezTo>
                  <a:cubicBezTo>
                    <a:pt x="225" y="128"/>
                    <a:pt x="213" y="169"/>
                    <a:pt x="212" y="175"/>
                  </a:cubicBezTo>
                  <a:cubicBezTo>
                    <a:pt x="210" y="181"/>
                    <a:pt x="193" y="199"/>
                    <a:pt x="187" y="200"/>
                  </a:cubicBezTo>
                  <a:cubicBezTo>
                    <a:pt x="140" y="206"/>
                    <a:pt x="91" y="172"/>
                    <a:pt x="72" y="157"/>
                  </a:cubicBezTo>
                  <a:lnTo>
                    <a:pt x="71" y="156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2" name="Freeform 544">
              <a:extLst>
                <a:ext uri="{FF2B5EF4-FFF2-40B4-BE49-F238E27FC236}">
                  <a16:creationId xmlns:a16="http://schemas.microsoft.com/office/drawing/2014/main" id="{AB71B07C-EF05-4932-A814-5B40C46BC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996"/>
              <a:ext cx="753" cy="679"/>
            </a:xfrm>
            <a:custGeom>
              <a:avLst/>
              <a:gdLst>
                <a:gd name="T0" fmla="*/ 137 w 214"/>
                <a:gd name="T1" fmla="*/ 1591 h 181"/>
                <a:gd name="T2" fmla="*/ 3181 w 214"/>
                <a:gd name="T3" fmla="*/ 6910 h 181"/>
                <a:gd name="T4" fmla="*/ 3220 w 214"/>
                <a:gd name="T5" fmla="*/ 6966 h 181"/>
                <a:gd name="T6" fmla="*/ 8234 w 214"/>
                <a:gd name="T7" fmla="*/ 9232 h 181"/>
                <a:gd name="T8" fmla="*/ 9325 w 214"/>
                <a:gd name="T9" fmla="*/ 7923 h 181"/>
                <a:gd name="T10" fmla="*/ 3839 w 214"/>
                <a:gd name="T11" fmla="*/ 5968 h 181"/>
                <a:gd name="T12" fmla="*/ 3790 w 214"/>
                <a:gd name="T13" fmla="*/ 5968 h 181"/>
                <a:gd name="T14" fmla="*/ 915 w 214"/>
                <a:gd name="T15" fmla="*/ 0 h 181"/>
                <a:gd name="T16" fmla="*/ 137 w 214"/>
                <a:gd name="T17" fmla="*/ 1591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181">
                  <a:moveTo>
                    <a:pt x="3" y="30"/>
                  </a:moveTo>
                  <a:cubicBezTo>
                    <a:pt x="9" y="76"/>
                    <a:pt x="53" y="116"/>
                    <a:pt x="73" y="131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93" y="147"/>
                    <a:pt x="142" y="181"/>
                    <a:pt x="189" y="175"/>
                  </a:cubicBezTo>
                  <a:cubicBezTo>
                    <a:pt x="195" y="174"/>
                    <a:pt x="212" y="156"/>
                    <a:pt x="214" y="150"/>
                  </a:cubicBezTo>
                  <a:cubicBezTo>
                    <a:pt x="192" y="177"/>
                    <a:pt x="111" y="131"/>
                    <a:pt x="88" y="113"/>
                  </a:cubicBezTo>
                  <a:cubicBezTo>
                    <a:pt x="87" y="113"/>
                    <a:pt x="87" y="113"/>
                    <a:pt x="87" y="113"/>
                  </a:cubicBezTo>
                  <a:cubicBezTo>
                    <a:pt x="64" y="95"/>
                    <a:pt x="0" y="27"/>
                    <a:pt x="21" y="0"/>
                  </a:cubicBezTo>
                  <a:cubicBezTo>
                    <a:pt x="16" y="3"/>
                    <a:pt x="2" y="24"/>
                    <a:pt x="3" y="3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Fruit-tart-with-mixed-fruits">
            <a:extLst>
              <a:ext uri="{FF2B5EF4-FFF2-40B4-BE49-F238E27FC236}">
                <a16:creationId xmlns:a16="http://schemas.microsoft.com/office/drawing/2014/main" id="{DB8EAA59-2C53-4353-B38E-E040E899F7E6}"/>
              </a:ext>
            </a:extLst>
          </p:cNvPr>
          <p:cNvGrpSpPr>
            <a:grpSpLocks/>
          </p:cNvGrpSpPr>
          <p:nvPr/>
        </p:nvGrpSpPr>
        <p:grpSpPr bwMode="auto">
          <a:xfrm>
            <a:off x="6565900" y="2732088"/>
            <a:ext cx="3260725" cy="3144837"/>
            <a:chOff x="1725" y="1659"/>
            <a:chExt cx="1593" cy="1536"/>
          </a:xfrm>
        </p:grpSpPr>
        <p:grpSp>
          <p:nvGrpSpPr>
            <p:cNvPr id="31791" name="Group 546">
              <a:extLst>
                <a:ext uri="{FF2B5EF4-FFF2-40B4-BE49-F238E27FC236}">
                  <a16:creationId xmlns:a16="http://schemas.microsoft.com/office/drawing/2014/main" id="{8D762E49-4334-49F4-AFE1-5EB7CFC8CA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25" y="1659"/>
              <a:ext cx="1593" cy="1536"/>
              <a:chOff x="1725" y="1659"/>
              <a:chExt cx="1593" cy="1536"/>
            </a:xfrm>
          </p:grpSpPr>
          <p:sp>
            <p:nvSpPr>
              <p:cNvPr id="67542" name="Freeform 547">
                <a:extLst>
                  <a:ext uri="{FF2B5EF4-FFF2-40B4-BE49-F238E27FC236}">
                    <a16:creationId xmlns:a16="http://schemas.microsoft.com/office/drawing/2014/main" id="{5F92CACD-4B04-4FE4-B199-DE260EE19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835"/>
                <a:ext cx="1578" cy="1360"/>
              </a:xfrm>
              <a:custGeom>
                <a:avLst/>
                <a:gdLst>
                  <a:gd name="T0" fmla="*/ 158 w 631"/>
                  <a:gd name="T1" fmla="*/ 4800 h 510"/>
                  <a:gd name="T2" fmla="*/ 813 w 631"/>
                  <a:gd name="T3" fmla="*/ 7736 h 510"/>
                  <a:gd name="T4" fmla="*/ 4596 w 631"/>
                  <a:gd name="T5" fmla="*/ 9672 h 510"/>
                  <a:gd name="T6" fmla="*/ 9681 w 631"/>
                  <a:gd name="T7" fmla="*/ 5269 h 510"/>
                  <a:gd name="T8" fmla="*/ 9118 w 631"/>
                  <a:gd name="T9" fmla="*/ 2013 h 510"/>
                  <a:gd name="T10" fmla="*/ 5397 w 631"/>
                  <a:gd name="T11" fmla="*/ 0 h 510"/>
                  <a:gd name="T12" fmla="*/ 158 w 631"/>
                  <a:gd name="T13" fmla="*/ 4800 h 5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1" h="510">
                    <a:moveTo>
                      <a:pt x="10" y="253"/>
                    </a:moveTo>
                    <a:cubicBezTo>
                      <a:pt x="0" y="308"/>
                      <a:pt x="15" y="362"/>
                      <a:pt x="52" y="408"/>
                    </a:cubicBezTo>
                    <a:cubicBezTo>
                      <a:pt x="105" y="472"/>
                      <a:pt x="195" y="510"/>
                      <a:pt x="294" y="510"/>
                    </a:cubicBezTo>
                    <a:cubicBezTo>
                      <a:pt x="462" y="510"/>
                      <a:pt x="588" y="419"/>
                      <a:pt x="619" y="278"/>
                    </a:cubicBezTo>
                    <a:cubicBezTo>
                      <a:pt x="631" y="220"/>
                      <a:pt x="623" y="156"/>
                      <a:pt x="583" y="106"/>
                    </a:cubicBezTo>
                    <a:cubicBezTo>
                      <a:pt x="529" y="40"/>
                      <a:pt x="441" y="0"/>
                      <a:pt x="345" y="0"/>
                    </a:cubicBezTo>
                    <a:cubicBezTo>
                      <a:pt x="176" y="0"/>
                      <a:pt x="38" y="104"/>
                      <a:pt x="10" y="253"/>
                    </a:cubicBezTo>
                    <a:close/>
                  </a:path>
                </a:pathLst>
              </a:custGeom>
              <a:solidFill>
                <a:srgbClr val="DFD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3" name="Freeform 548">
                <a:extLst>
                  <a:ext uri="{FF2B5EF4-FFF2-40B4-BE49-F238E27FC236}">
                    <a16:creationId xmlns:a16="http://schemas.microsoft.com/office/drawing/2014/main" id="{D84A8B7D-A5A7-4C75-9C9A-1C2E12DE0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878"/>
                <a:ext cx="1583" cy="1272"/>
              </a:xfrm>
              <a:custGeom>
                <a:avLst/>
                <a:gdLst>
                  <a:gd name="T0" fmla="*/ 375 w 633"/>
                  <a:gd name="T1" fmla="*/ 4531 h 477"/>
                  <a:gd name="T2" fmla="*/ 5317 w 633"/>
                  <a:gd name="T3" fmla="*/ 0 h 477"/>
                  <a:gd name="T4" fmla="*/ 9443 w 633"/>
                  <a:gd name="T5" fmla="*/ 4856 h 477"/>
                  <a:gd name="T6" fmla="*/ 4534 w 633"/>
                  <a:gd name="T7" fmla="*/ 9045 h 477"/>
                  <a:gd name="T8" fmla="*/ 375 w 633"/>
                  <a:gd name="T9" fmla="*/ 4531 h 4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3" h="477">
                    <a:moveTo>
                      <a:pt x="24" y="239"/>
                    </a:moveTo>
                    <a:cubicBezTo>
                      <a:pt x="50" y="98"/>
                      <a:pt x="179" y="0"/>
                      <a:pt x="340" y="0"/>
                    </a:cubicBezTo>
                    <a:cubicBezTo>
                      <a:pt x="501" y="0"/>
                      <a:pt x="633" y="121"/>
                      <a:pt x="604" y="256"/>
                    </a:cubicBezTo>
                    <a:cubicBezTo>
                      <a:pt x="576" y="385"/>
                      <a:pt x="451" y="477"/>
                      <a:pt x="290" y="477"/>
                    </a:cubicBezTo>
                    <a:cubicBezTo>
                      <a:pt x="129" y="477"/>
                      <a:pt x="0" y="368"/>
                      <a:pt x="24" y="239"/>
                    </a:cubicBezTo>
                    <a:close/>
                  </a:path>
                </a:pathLst>
              </a:custGeom>
              <a:solidFill>
                <a:srgbClr val="7E7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4" name="Freeform 549">
                <a:extLst>
                  <a:ext uri="{FF2B5EF4-FFF2-40B4-BE49-F238E27FC236}">
                    <a16:creationId xmlns:a16="http://schemas.microsoft.com/office/drawing/2014/main" id="{1ED004A1-E13A-43FA-B52E-98DDBB765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971"/>
                <a:ext cx="1242" cy="1179"/>
              </a:xfrm>
              <a:custGeom>
                <a:avLst/>
                <a:gdLst>
                  <a:gd name="T0" fmla="*/ 5558 w 497"/>
                  <a:gd name="T1" fmla="*/ 0 h 442"/>
                  <a:gd name="T2" fmla="*/ 7225 w 497"/>
                  <a:gd name="T3" fmla="*/ 4062 h 442"/>
                  <a:gd name="T4" fmla="*/ 2342 w 497"/>
                  <a:gd name="T5" fmla="*/ 8253 h 442"/>
                  <a:gd name="T6" fmla="*/ 0 w 497"/>
                  <a:gd name="T7" fmla="*/ 7570 h 442"/>
                  <a:gd name="T8" fmla="*/ 2541 w 497"/>
                  <a:gd name="T9" fmla="*/ 8389 h 442"/>
                  <a:gd name="T10" fmla="*/ 7445 w 497"/>
                  <a:gd name="T11" fmla="*/ 4199 h 442"/>
                  <a:gd name="T12" fmla="*/ 5558 w 497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7" h="442">
                    <a:moveTo>
                      <a:pt x="356" y="0"/>
                    </a:moveTo>
                    <a:cubicBezTo>
                      <a:pt x="435" y="46"/>
                      <a:pt x="482" y="127"/>
                      <a:pt x="463" y="214"/>
                    </a:cubicBezTo>
                    <a:cubicBezTo>
                      <a:pt x="435" y="343"/>
                      <a:pt x="311" y="435"/>
                      <a:pt x="150" y="435"/>
                    </a:cubicBezTo>
                    <a:cubicBezTo>
                      <a:pt x="95" y="435"/>
                      <a:pt x="43" y="422"/>
                      <a:pt x="0" y="399"/>
                    </a:cubicBezTo>
                    <a:cubicBezTo>
                      <a:pt x="45" y="426"/>
                      <a:pt x="102" y="442"/>
                      <a:pt x="163" y="442"/>
                    </a:cubicBezTo>
                    <a:cubicBezTo>
                      <a:pt x="324" y="442"/>
                      <a:pt x="449" y="350"/>
                      <a:pt x="477" y="221"/>
                    </a:cubicBezTo>
                    <a:cubicBezTo>
                      <a:pt x="497" y="130"/>
                      <a:pt x="443" y="45"/>
                      <a:pt x="356" y="0"/>
                    </a:cubicBezTo>
                    <a:close/>
                  </a:path>
                </a:pathLst>
              </a:custGeom>
              <a:solidFill>
                <a:srgbClr val="7E7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5" name="Freeform 550">
                <a:extLst>
                  <a:ext uri="{FF2B5EF4-FFF2-40B4-BE49-F238E27FC236}">
                    <a16:creationId xmlns:a16="http://schemas.microsoft.com/office/drawing/2014/main" id="{412E2FC2-1FCE-4191-826E-7716373E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878"/>
                <a:ext cx="1340" cy="1085"/>
              </a:xfrm>
              <a:custGeom>
                <a:avLst/>
                <a:gdLst>
                  <a:gd name="T0" fmla="*/ 375 w 536"/>
                  <a:gd name="T1" fmla="*/ 4753 h 407"/>
                  <a:gd name="T2" fmla="*/ 5333 w 536"/>
                  <a:gd name="T3" fmla="*/ 227 h 407"/>
                  <a:gd name="T4" fmla="*/ 8375 w 536"/>
                  <a:gd name="T5" fmla="*/ 1557 h 407"/>
                  <a:gd name="T6" fmla="*/ 5125 w 536"/>
                  <a:gd name="T7" fmla="*/ 0 h 407"/>
                  <a:gd name="T8" fmla="*/ 188 w 536"/>
                  <a:gd name="T9" fmla="*/ 4527 h 407"/>
                  <a:gd name="T10" fmla="*/ 1188 w 536"/>
                  <a:gd name="T11" fmla="*/ 7710 h 407"/>
                  <a:gd name="T12" fmla="*/ 375 w 536"/>
                  <a:gd name="T13" fmla="*/ 4753 h 4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6" h="407">
                    <a:moveTo>
                      <a:pt x="24" y="251"/>
                    </a:moveTo>
                    <a:cubicBezTo>
                      <a:pt x="51" y="109"/>
                      <a:pt x="180" y="12"/>
                      <a:pt x="341" y="12"/>
                    </a:cubicBezTo>
                    <a:cubicBezTo>
                      <a:pt x="417" y="12"/>
                      <a:pt x="487" y="39"/>
                      <a:pt x="536" y="82"/>
                    </a:cubicBezTo>
                    <a:cubicBezTo>
                      <a:pt x="487" y="33"/>
                      <a:pt x="411" y="0"/>
                      <a:pt x="328" y="0"/>
                    </a:cubicBezTo>
                    <a:cubicBezTo>
                      <a:pt x="167" y="0"/>
                      <a:pt x="38" y="98"/>
                      <a:pt x="12" y="239"/>
                    </a:cubicBezTo>
                    <a:cubicBezTo>
                      <a:pt x="0" y="304"/>
                      <a:pt x="26" y="364"/>
                      <a:pt x="76" y="407"/>
                    </a:cubicBezTo>
                    <a:cubicBezTo>
                      <a:pt x="35" y="365"/>
                      <a:pt x="13" y="310"/>
                      <a:pt x="24" y="251"/>
                    </a:cubicBezTo>
                    <a:close/>
                  </a:path>
                </a:pathLst>
              </a:custGeom>
              <a:solidFill>
                <a:srgbClr val="7E7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6" name="Freeform 551">
                <a:extLst>
                  <a:ext uri="{FF2B5EF4-FFF2-40B4-BE49-F238E27FC236}">
                    <a16:creationId xmlns:a16="http://schemas.microsoft.com/office/drawing/2014/main" id="{5B8A755F-0C1B-41A9-8316-E102CA543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977"/>
                <a:ext cx="1280" cy="1077"/>
              </a:xfrm>
              <a:custGeom>
                <a:avLst/>
                <a:gdLst>
                  <a:gd name="T0" fmla="*/ 625 w 512"/>
                  <a:gd name="T1" fmla="*/ 6097 h 404"/>
                  <a:gd name="T2" fmla="*/ 125 w 512"/>
                  <a:gd name="T3" fmla="*/ 3844 h 404"/>
                  <a:gd name="T4" fmla="*/ 4345 w 512"/>
                  <a:gd name="T5" fmla="*/ 0 h 404"/>
                  <a:gd name="T6" fmla="*/ 7333 w 512"/>
                  <a:gd name="T7" fmla="*/ 1613 h 404"/>
                  <a:gd name="T8" fmla="*/ 7845 w 512"/>
                  <a:gd name="T9" fmla="*/ 4095 h 404"/>
                  <a:gd name="T10" fmla="*/ 3658 w 512"/>
                  <a:gd name="T11" fmla="*/ 7654 h 404"/>
                  <a:gd name="T12" fmla="*/ 625 w 512"/>
                  <a:gd name="T13" fmla="*/ 6097 h 4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2" h="404">
                    <a:moveTo>
                      <a:pt x="40" y="322"/>
                    </a:moveTo>
                    <a:cubicBezTo>
                      <a:pt x="11" y="287"/>
                      <a:pt x="0" y="246"/>
                      <a:pt x="8" y="203"/>
                    </a:cubicBezTo>
                    <a:cubicBezTo>
                      <a:pt x="30" y="84"/>
                      <a:pt x="141" y="0"/>
                      <a:pt x="278" y="0"/>
                    </a:cubicBezTo>
                    <a:cubicBezTo>
                      <a:pt x="355" y="0"/>
                      <a:pt x="426" y="32"/>
                      <a:pt x="469" y="85"/>
                    </a:cubicBezTo>
                    <a:cubicBezTo>
                      <a:pt x="500" y="124"/>
                      <a:pt x="512" y="170"/>
                      <a:pt x="502" y="216"/>
                    </a:cubicBezTo>
                    <a:cubicBezTo>
                      <a:pt x="478" y="328"/>
                      <a:pt x="370" y="404"/>
                      <a:pt x="234" y="404"/>
                    </a:cubicBezTo>
                    <a:cubicBezTo>
                      <a:pt x="155" y="404"/>
                      <a:pt x="83" y="373"/>
                      <a:pt x="40" y="322"/>
                    </a:cubicBezTo>
                    <a:close/>
                  </a:path>
                </a:pathLst>
              </a:custGeom>
              <a:solidFill>
                <a:srgbClr val="E9F1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7" name="Freeform 552">
                <a:extLst>
                  <a:ext uri="{FF2B5EF4-FFF2-40B4-BE49-F238E27FC236}">
                    <a16:creationId xmlns:a16="http://schemas.microsoft.com/office/drawing/2014/main" id="{221C622F-F06D-43D5-B353-F2DED0EC0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993"/>
                <a:ext cx="1240" cy="1042"/>
              </a:xfrm>
              <a:custGeom>
                <a:avLst/>
                <a:gdLst>
                  <a:gd name="T0" fmla="*/ 7113 w 496"/>
                  <a:gd name="T1" fmla="*/ 1570 h 391"/>
                  <a:gd name="T2" fmla="*/ 6395 w 496"/>
                  <a:gd name="T3" fmla="*/ 794 h 391"/>
                  <a:gd name="T4" fmla="*/ 6333 w 496"/>
                  <a:gd name="T5" fmla="*/ 738 h 391"/>
                  <a:gd name="T6" fmla="*/ 6300 w 496"/>
                  <a:gd name="T7" fmla="*/ 717 h 391"/>
                  <a:gd name="T8" fmla="*/ 6313 w 496"/>
                  <a:gd name="T9" fmla="*/ 738 h 391"/>
                  <a:gd name="T10" fmla="*/ 4208 w 496"/>
                  <a:gd name="T11" fmla="*/ 0 h 391"/>
                  <a:gd name="T12" fmla="*/ 125 w 496"/>
                  <a:gd name="T13" fmla="*/ 3707 h 391"/>
                  <a:gd name="T14" fmla="*/ 625 w 496"/>
                  <a:gd name="T15" fmla="*/ 5887 h 391"/>
                  <a:gd name="T16" fmla="*/ 875 w 496"/>
                  <a:gd name="T17" fmla="*/ 6207 h 391"/>
                  <a:gd name="T18" fmla="*/ 438 w 496"/>
                  <a:gd name="T19" fmla="*/ 4104 h 391"/>
                  <a:gd name="T20" fmla="*/ 4500 w 496"/>
                  <a:gd name="T21" fmla="*/ 418 h 391"/>
                  <a:gd name="T22" fmla="*/ 6125 w 496"/>
                  <a:gd name="T23" fmla="*/ 815 h 391"/>
                  <a:gd name="T24" fmla="*/ 7300 w 496"/>
                  <a:gd name="T25" fmla="*/ 2193 h 391"/>
                  <a:gd name="T26" fmla="*/ 7425 w 496"/>
                  <a:gd name="T27" fmla="*/ 3822 h 391"/>
                  <a:gd name="T28" fmla="*/ 3375 w 496"/>
                  <a:gd name="T29" fmla="*/ 7251 h 391"/>
                  <a:gd name="T30" fmla="*/ 1188 w 496"/>
                  <a:gd name="T31" fmla="*/ 6526 h 391"/>
                  <a:gd name="T32" fmla="*/ 3563 w 496"/>
                  <a:gd name="T33" fmla="*/ 7401 h 391"/>
                  <a:gd name="T34" fmla="*/ 7613 w 496"/>
                  <a:gd name="T35" fmla="*/ 3976 h 391"/>
                  <a:gd name="T36" fmla="*/ 7113 w 496"/>
                  <a:gd name="T37" fmla="*/ 1570 h 3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96" h="391">
                    <a:moveTo>
                      <a:pt x="455" y="83"/>
                    </a:moveTo>
                    <a:cubicBezTo>
                      <a:pt x="442" y="67"/>
                      <a:pt x="426" y="54"/>
                      <a:pt x="409" y="42"/>
                    </a:cubicBezTo>
                    <a:cubicBezTo>
                      <a:pt x="408" y="41"/>
                      <a:pt x="406" y="40"/>
                      <a:pt x="405" y="39"/>
                    </a:cubicBezTo>
                    <a:cubicBezTo>
                      <a:pt x="404" y="39"/>
                      <a:pt x="404" y="38"/>
                      <a:pt x="403" y="38"/>
                    </a:cubicBezTo>
                    <a:cubicBezTo>
                      <a:pt x="403" y="38"/>
                      <a:pt x="403" y="38"/>
                      <a:pt x="404" y="39"/>
                    </a:cubicBezTo>
                    <a:cubicBezTo>
                      <a:pt x="365" y="14"/>
                      <a:pt x="318" y="0"/>
                      <a:pt x="269" y="0"/>
                    </a:cubicBezTo>
                    <a:cubicBezTo>
                      <a:pt x="137" y="0"/>
                      <a:pt x="30" y="81"/>
                      <a:pt x="8" y="196"/>
                    </a:cubicBezTo>
                    <a:cubicBezTo>
                      <a:pt x="0" y="237"/>
                      <a:pt x="11" y="276"/>
                      <a:pt x="40" y="311"/>
                    </a:cubicBezTo>
                    <a:cubicBezTo>
                      <a:pt x="45" y="317"/>
                      <a:pt x="50" y="323"/>
                      <a:pt x="56" y="328"/>
                    </a:cubicBezTo>
                    <a:cubicBezTo>
                      <a:pt x="30" y="295"/>
                      <a:pt x="20" y="257"/>
                      <a:pt x="28" y="217"/>
                    </a:cubicBezTo>
                    <a:cubicBezTo>
                      <a:pt x="49" y="102"/>
                      <a:pt x="157" y="22"/>
                      <a:pt x="288" y="22"/>
                    </a:cubicBezTo>
                    <a:cubicBezTo>
                      <a:pt x="325" y="22"/>
                      <a:pt x="360" y="29"/>
                      <a:pt x="392" y="43"/>
                    </a:cubicBezTo>
                    <a:cubicBezTo>
                      <a:pt x="409" y="51"/>
                      <a:pt x="449" y="70"/>
                      <a:pt x="467" y="116"/>
                    </a:cubicBezTo>
                    <a:cubicBezTo>
                      <a:pt x="478" y="144"/>
                      <a:pt x="481" y="173"/>
                      <a:pt x="475" y="202"/>
                    </a:cubicBezTo>
                    <a:cubicBezTo>
                      <a:pt x="451" y="310"/>
                      <a:pt x="347" y="383"/>
                      <a:pt x="216" y="383"/>
                    </a:cubicBezTo>
                    <a:cubicBezTo>
                      <a:pt x="164" y="383"/>
                      <a:pt x="115" y="370"/>
                      <a:pt x="76" y="345"/>
                    </a:cubicBezTo>
                    <a:cubicBezTo>
                      <a:pt x="117" y="375"/>
                      <a:pt x="171" y="391"/>
                      <a:pt x="228" y="391"/>
                    </a:cubicBezTo>
                    <a:cubicBezTo>
                      <a:pt x="359" y="391"/>
                      <a:pt x="463" y="318"/>
                      <a:pt x="487" y="210"/>
                    </a:cubicBezTo>
                    <a:cubicBezTo>
                      <a:pt x="496" y="166"/>
                      <a:pt x="485" y="121"/>
                      <a:pt x="455" y="83"/>
                    </a:cubicBezTo>
                    <a:close/>
                  </a:path>
                </a:pathLst>
              </a:custGeom>
              <a:solidFill>
                <a:srgbClr val="D4E5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8" name="Freeform 553">
                <a:extLst>
                  <a:ext uri="{FF2B5EF4-FFF2-40B4-BE49-F238E27FC236}">
                    <a16:creationId xmlns:a16="http://schemas.microsoft.com/office/drawing/2014/main" id="{2FAEC66D-A8BD-48AF-9DCB-0385EF44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051"/>
                <a:ext cx="678" cy="678"/>
              </a:xfrm>
              <a:custGeom>
                <a:avLst/>
                <a:gdLst>
                  <a:gd name="T0" fmla="*/ 4243 w 271"/>
                  <a:gd name="T1" fmla="*/ 0 h 254"/>
                  <a:gd name="T2" fmla="*/ 175 w 271"/>
                  <a:gd name="T3" fmla="*/ 3713 h 254"/>
                  <a:gd name="T4" fmla="*/ 208 w 271"/>
                  <a:gd name="T5" fmla="*/ 4831 h 254"/>
                  <a:gd name="T6" fmla="*/ 4243 w 271"/>
                  <a:gd name="T7" fmla="*/ 0 h 2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1" h="254">
                    <a:moveTo>
                      <a:pt x="271" y="0"/>
                    </a:moveTo>
                    <a:cubicBezTo>
                      <a:pt x="140" y="0"/>
                      <a:pt x="32" y="80"/>
                      <a:pt x="11" y="195"/>
                    </a:cubicBezTo>
                    <a:cubicBezTo>
                      <a:pt x="7" y="215"/>
                      <a:pt x="8" y="235"/>
                      <a:pt x="13" y="254"/>
                    </a:cubicBezTo>
                    <a:cubicBezTo>
                      <a:pt x="0" y="196"/>
                      <a:pt x="61" y="11"/>
                      <a:pt x="2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9" name="Freeform 554">
                <a:extLst>
                  <a:ext uri="{FF2B5EF4-FFF2-40B4-BE49-F238E27FC236}">
                    <a16:creationId xmlns:a16="http://schemas.microsoft.com/office/drawing/2014/main" id="{0F22876B-9407-42FE-9484-5F48E0C90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835"/>
                <a:ext cx="1578" cy="1360"/>
              </a:xfrm>
              <a:custGeom>
                <a:avLst/>
                <a:gdLst>
                  <a:gd name="T0" fmla="*/ 158 w 631"/>
                  <a:gd name="T1" fmla="*/ 4800 h 510"/>
                  <a:gd name="T2" fmla="*/ 813 w 631"/>
                  <a:gd name="T3" fmla="*/ 7736 h 510"/>
                  <a:gd name="T4" fmla="*/ 4596 w 631"/>
                  <a:gd name="T5" fmla="*/ 9672 h 510"/>
                  <a:gd name="T6" fmla="*/ 9681 w 631"/>
                  <a:gd name="T7" fmla="*/ 5269 h 510"/>
                  <a:gd name="T8" fmla="*/ 9118 w 631"/>
                  <a:gd name="T9" fmla="*/ 2013 h 510"/>
                  <a:gd name="T10" fmla="*/ 5397 w 631"/>
                  <a:gd name="T11" fmla="*/ 0 h 510"/>
                  <a:gd name="T12" fmla="*/ 158 w 631"/>
                  <a:gd name="T13" fmla="*/ 4800 h 5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1" h="510">
                    <a:moveTo>
                      <a:pt x="10" y="253"/>
                    </a:moveTo>
                    <a:cubicBezTo>
                      <a:pt x="0" y="308"/>
                      <a:pt x="15" y="362"/>
                      <a:pt x="52" y="408"/>
                    </a:cubicBezTo>
                    <a:cubicBezTo>
                      <a:pt x="105" y="472"/>
                      <a:pt x="195" y="510"/>
                      <a:pt x="294" y="510"/>
                    </a:cubicBezTo>
                    <a:cubicBezTo>
                      <a:pt x="462" y="510"/>
                      <a:pt x="588" y="419"/>
                      <a:pt x="619" y="278"/>
                    </a:cubicBezTo>
                    <a:cubicBezTo>
                      <a:pt x="631" y="220"/>
                      <a:pt x="623" y="156"/>
                      <a:pt x="583" y="106"/>
                    </a:cubicBezTo>
                    <a:cubicBezTo>
                      <a:pt x="529" y="40"/>
                      <a:pt x="441" y="0"/>
                      <a:pt x="345" y="0"/>
                    </a:cubicBezTo>
                    <a:cubicBezTo>
                      <a:pt x="176" y="0"/>
                      <a:pt x="38" y="104"/>
                      <a:pt x="10" y="2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0" name="Freeform 555">
                <a:extLst>
                  <a:ext uri="{FF2B5EF4-FFF2-40B4-BE49-F238E27FC236}">
                    <a16:creationId xmlns:a16="http://schemas.microsoft.com/office/drawing/2014/main" id="{DAEC5EE9-E521-45DC-A847-C6FF32CA7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977"/>
                <a:ext cx="1280" cy="1077"/>
              </a:xfrm>
              <a:custGeom>
                <a:avLst/>
                <a:gdLst>
                  <a:gd name="T0" fmla="*/ 625 w 512"/>
                  <a:gd name="T1" fmla="*/ 6097 h 404"/>
                  <a:gd name="T2" fmla="*/ 125 w 512"/>
                  <a:gd name="T3" fmla="*/ 3844 h 404"/>
                  <a:gd name="T4" fmla="*/ 4345 w 512"/>
                  <a:gd name="T5" fmla="*/ 0 h 404"/>
                  <a:gd name="T6" fmla="*/ 7333 w 512"/>
                  <a:gd name="T7" fmla="*/ 1613 h 404"/>
                  <a:gd name="T8" fmla="*/ 7845 w 512"/>
                  <a:gd name="T9" fmla="*/ 4095 h 404"/>
                  <a:gd name="T10" fmla="*/ 3658 w 512"/>
                  <a:gd name="T11" fmla="*/ 7654 h 404"/>
                  <a:gd name="T12" fmla="*/ 625 w 512"/>
                  <a:gd name="T13" fmla="*/ 6097 h 4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2" h="404">
                    <a:moveTo>
                      <a:pt x="40" y="322"/>
                    </a:moveTo>
                    <a:cubicBezTo>
                      <a:pt x="11" y="287"/>
                      <a:pt x="0" y="246"/>
                      <a:pt x="8" y="203"/>
                    </a:cubicBezTo>
                    <a:cubicBezTo>
                      <a:pt x="30" y="84"/>
                      <a:pt x="141" y="0"/>
                      <a:pt x="278" y="0"/>
                    </a:cubicBezTo>
                    <a:cubicBezTo>
                      <a:pt x="355" y="0"/>
                      <a:pt x="426" y="32"/>
                      <a:pt x="469" y="85"/>
                    </a:cubicBezTo>
                    <a:cubicBezTo>
                      <a:pt x="500" y="124"/>
                      <a:pt x="512" y="170"/>
                      <a:pt x="502" y="216"/>
                    </a:cubicBezTo>
                    <a:cubicBezTo>
                      <a:pt x="478" y="328"/>
                      <a:pt x="370" y="404"/>
                      <a:pt x="234" y="404"/>
                    </a:cubicBezTo>
                    <a:cubicBezTo>
                      <a:pt x="155" y="404"/>
                      <a:pt x="83" y="373"/>
                      <a:pt x="40" y="32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84A7C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1" name="Freeform 556">
                <a:extLst>
                  <a:ext uri="{FF2B5EF4-FFF2-40B4-BE49-F238E27FC236}">
                    <a16:creationId xmlns:a16="http://schemas.microsoft.com/office/drawing/2014/main" id="{7F02F53B-2FF9-40AC-B72F-126CFD1F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313"/>
                <a:ext cx="1467" cy="674"/>
              </a:xfrm>
              <a:custGeom>
                <a:avLst/>
                <a:gdLst>
                  <a:gd name="T0" fmla="*/ 9099 w 587"/>
                  <a:gd name="T1" fmla="*/ 115 h 253"/>
                  <a:gd name="T2" fmla="*/ 8525 w 587"/>
                  <a:gd name="T3" fmla="*/ 1172 h 253"/>
                  <a:gd name="T4" fmla="*/ 8275 w 587"/>
                  <a:gd name="T5" fmla="*/ 1249 h 253"/>
                  <a:gd name="T6" fmla="*/ 8225 w 587"/>
                  <a:gd name="T7" fmla="*/ 1604 h 253"/>
                  <a:gd name="T8" fmla="*/ 7912 w 587"/>
                  <a:gd name="T9" fmla="*/ 2214 h 253"/>
                  <a:gd name="T10" fmla="*/ 7258 w 587"/>
                  <a:gd name="T11" fmla="*/ 2398 h 253"/>
                  <a:gd name="T12" fmla="*/ 7165 w 587"/>
                  <a:gd name="T13" fmla="*/ 2853 h 253"/>
                  <a:gd name="T14" fmla="*/ 6915 w 587"/>
                  <a:gd name="T15" fmla="*/ 3498 h 253"/>
                  <a:gd name="T16" fmla="*/ 6508 w 587"/>
                  <a:gd name="T17" fmla="*/ 3876 h 253"/>
                  <a:gd name="T18" fmla="*/ 5965 w 587"/>
                  <a:gd name="T19" fmla="*/ 4009 h 253"/>
                  <a:gd name="T20" fmla="*/ 5716 w 587"/>
                  <a:gd name="T21" fmla="*/ 4009 h 253"/>
                  <a:gd name="T22" fmla="*/ 5058 w 587"/>
                  <a:gd name="T23" fmla="*/ 4350 h 253"/>
                  <a:gd name="T24" fmla="*/ 4446 w 587"/>
                  <a:gd name="T25" fmla="*/ 4252 h 253"/>
                  <a:gd name="T26" fmla="*/ 4029 w 587"/>
                  <a:gd name="T27" fmla="*/ 3988 h 253"/>
                  <a:gd name="T28" fmla="*/ 3871 w 587"/>
                  <a:gd name="T29" fmla="*/ 3727 h 253"/>
                  <a:gd name="T30" fmla="*/ 3229 w 587"/>
                  <a:gd name="T31" fmla="*/ 3626 h 253"/>
                  <a:gd name="T32" fmla="*/ 3104 w 587"/>
                  <a:gd name="T33" fmla="*/ 3626 h 253"/>
                  <a:gd name="T34" fmla="*/ 2904 w 587"/>
                  <a:gd name="T35" fmla="*/ 3762 h 253"/>
                  <a:gd name="T36" fmla="*/ 2437 w 587"/>
                  <a:gd name="T37" fmla="*/ 3535 h 253"/>
                  <a:gd name="T38" fmla="*/ 2167 w 587"/>
                  <a:gd name="T39" fmla="*/ 3463 h 253"/>
                  <a:gd name="T40" fmla="*/ 1949 w 587"/>
                  <a:gd name="T41" fmla="*/ 3080 h 253"/>
                  <a:gd name="T42" fmla="*/ 1749 w 587"/>
                  <a:gd name="T43" fmla="*/ 2819 h 253"/>
                  <a:gd name="T44" fmla="*/ 1405 w 587"/>
                  <a:gd name="T45" fmla="*/ 2440 h 253"/>
                  <a:gd name="T46" fmla="*/ 1325 w 587"/>
                  <a:gd name="T47" fmla="*/ 2115 h 253"/>
                  <a:gd name="T48" fmla="*/ 1187 w 587"/>
                  <a:gd name="T49" fmla="*/ 2059 h 253"/>
                  <a:gd name="T50" fmla="*/ 655 w 587"/>
                  <a:gd name="T51" fmla="*/ 1646 h 253"/>
                  <a:gd name="T52" fmla="*/ 500 w 587"/>
                  <a:gd name="T53" fmla="*/ 964 h 253"/>
                  <a:gd name="T54" fmla="*/ 105 w 587"/>
                  <a:gd name="T55" fmla="*/ 703 h 253"/>
                  <a:gd name="T56" fmla="*/ 0 w 587"/>
                  <a:gd name="T57" fmla="*/ 682 h 253"/>
                  <a:gd name="T58" fmla="*/ 12 w 587"/>
                  <a:gd name="T59" fmla="*/ 908 h 253"/>
                  <a:gd name="T60" fmla="*/ 30 w 587"/>
                  <a:gd name="T61" fmla="*/ 1023 h 253"/>
                  <a:gd name="T62" fmla="*/ 30 w 587"/>
                  <a:gd name="T63" fmla="*/ 1079 h 253"/>
                  <a:gd name="T64" fmla="*/ 167 w 587"/>
                  <a:gd name="T65" fmla="*/ 1681 h 253"/>
                  <a:gd name="T66" fmla="*/ 417 w 587"/>
                  <a:gd name="T67" fmla="*/ 2440 h 253"/>
                  <a:gd name="T68" fmla="*/ 637 w 587"/>
                  <a:gd name="T69" fmla="*/ 2797 h 253"/>
                  <a:gd name="T70" fmla="*/ 812 w 587"/>
                  <a:gd name="T71" fmla="*/ 3101 h 253"/>
                  <a:gd name="T72" fmla="*/ 1529 w 587"/>
                  <a:gd name="T73" fmla="*/ 3740 h 253"/>
                  <a:gd name="T74" fmla="*/ 1999 w 587"/>
                  <a:gd name="T75" fmla="*/ 4103 h 253"/>
                  <a:gd name="T76" fmla="*/ 2654 w 587"/>
                  <a:gd name="T77" fmla="*/ 4465 h 253"/>
                  <a:gd name="T78" fmla="*/ 3279 w 587"/>
                  <a:gd name="T79" fmla="*/ 4614 h 253"/>
                  <a:gd name="T80" fmla="*/ 4104 w 587"/>
                  <a:gd name="T81" fmla="*/ 4785 h 253"/>
                  <a:gd name="T82" fmla="*/ 4621 w 587"/>
                  <a:gd name="T83" fmla="*/ 4747 h 253"/>
                  <a:gd name="T84" fmla="*/ 5058 w 587"/>
                  <a:gd name="T85" fmla="*/ 4705 h 253"/>
                  <a:gd name="T86" fmla="*/ 5341 w 587"/>
                  <a:gd name="T87" fmla="*/ 4577 h 253"/>
                  <a:gd name="T88" fmla="*/ 5883 w 587"/>
                  <a:gd name="T89" fmla="*/ 4385 h 253"/>
                  <a:gd name="T90" fmla="*/ 6403 w 587"/>
                  <a:gd name="T91" fmla="*/ 4180 h 253"/>
                  <a:gd name="T92" fmla="*/ 6715 w 587"/>
                  <a:gd name="T93" fmla="*/ 3967 h 253"/>
                  <a:gd name="T94" fmla="*/ 7040 w 587"/>
                  <a:gd name="T95" fmla="*/ 3796 h 253"/>
                  <a:gd name="T96" fmla="*/ 7382 w 587"/>
                  <a:gd name="T97" fmla="*/ 3463 h 253"/>
                  <a:gd name="T98" fmla="*/ 7650 w 587"/>
                  <a:gd name="T99" fmla="*/ 3215 h 253"/>
                  <a:gd name="T100" fmla="*/ 7932 w 587"/>
                  <a:gd name="T101" fmla="*/ 2952 h 253"/>
                  <a:gd name="T102" fmla="*/ 8195 w 587"/>
                  <a:gd name="T103" fmla="*/ 2683 h 253"/>
                  <a:gd name="T104" fmla="*/ 8412 w 587"/>
                  <a:gd name="T105" fmla="*/ 2398 h 253"/>
                  <a:gd name="T106" fmla="*/ 8600 w 587"/>
                  <a:gd name="T107" fmla="*/ 2137 h 253"/>
                  <a:gd name="T108" fmla="*/ 8682 w 587"/>
                  <a:gd name="T109" fmla="*/ 2001 h 253"/>
                  <a:gd name="T110" fmla="*/ 8807 w 587"/>
                  <a:gd name="T111" fmla="*/ 1817 h 253"/>
                  <a:gd name="T112" fmla="*/ 8899 w 587"/>
                  <a:gd name="T113" fmla="*/ 1476 h 253"/>
                  <a:gd name="T114" fmla="*/ 9024 w 587"/>
                  <a:gd name="T115" fmla="*/ 1228 h 253"/>
                  <a:gd name="T116" fmla="*/ 9037 w 587"/>
                  <a:gd name="T117" fmla="*/ 930 h 253"/>
                  <a:gd name="T118" fmla="*/ 9119 w 587"/>
                  <a:gd name="T119" fmla="*/ 589 h 253"/>
                  <a:gd name="T120" fmla="*/ 9119 w 587"/>
                  <a:gd name="T121" fmla="*/ 320 h 253"/>
                  <a:gd name="T122" fmla="*/ 9162 w 587"/>
                  <a:gd name="T123" fmla="*/ 0 h 253"/>
                  <a:gd name="T124" fmla="*/ 9099 w 587"/>
                  <a:gd name="T125" fmla="*/ 115 h 25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87" h="253">
                    <a:moveTo>
                      <a:pt x="583" y="6"/>
                    </a:moveTo>
                    <a:cubicBezTo>
                      <a:pt x="583" y="22"/>
                      <a:pt x="562" y="55"/>
                      <a:pt x="546" y="62"/>
                    </a:cubicBezTo>
                    <a:cubicBezTo>
                      <a:pt x="541" y="65"/>
                      <a:pt x="533" y="62"/>
                      <a:pt x="530" y="66"/>
                    </a:cubicBezTo>
                    <a:cubicBezTo>
                      <a:pt x="526" y="70"/>
                      <a:pt x="527" y="80"/>
                      <a:pt x="527" y="85"/>
                    </a:cubicBezTo>
                    <a:cubicBezTo>
                      <a:pt x="525" y="99"/>
                      <a:pt x="522" y="111"/>
                      <a:pt x="507" y="117"/>
                    </a:cubicBezTo>
                    <a:cubicBezTo>
                      <a:pt x="493" y="123"/>
                      <a:pt x="478" y="122"/>
                      <a:pt x="465" y="127"/>
                    </a:cubicBezTo>
                    <a:cubicBezTo>
                      <a:pt x="467" y="132"/>
                      <a:pt x="460" y="145"/>
                      <a:pt x="459" y="151"/>
                    </a:cubicBezTo>
                    <a:cubicBezTo>
                      <a:pt x="457" y="165"/>
                      <a:pt x="451" y="175"/>
                      <a:pt x="443" y="185"/>
                    </a:cubicBezTo>
                    <a:cubicBezTo>
                      <a:pt x="435" y="197"/>
                      <a:pt x="431" y="201"/>
                      <a:pt x="417" y="205"/>
                    </a:cubicBezTo>
                    <a:cubicBezTo>
                      <a:pt x="406" y="207"/>
                      <a:pt x="393" y="211"/>
                      <a:pt x="382" y="212"/>
                    </a:cubicBezTo>
                    <a:cubicBezTo>
                      <a:pt x="377" y="212"/>
                      <a:pt x="374" y="210"/>
                      <a:pt x="366" y="212"/>
                    </a:cubicBezTo>
                    <a:cubicBezTo>
                      <a:pt x="351" y="217"/>
                      <a:pt x="339" y="227"/>
                      <a:pt x="324" y="230"/>
                    </a:cubicBezTo>
                    <a:cubicBezTo>
                      <a:pt x="309" y="232"/>
                      <a:pt x="300" y="230"/>
                      <a:pt x="285" y="225"/>
                    </a:cubicBezTo>
                    <a:cubicBezTo>
                      <a:pt x="276" y="222"/>
                      <a:pt x="264" y="219"/>
                      <a:pt x="258" y="211"/>
                    </a:cubicBezTo>
                    <a:cubicBezTo>
                      <a:pt x="254" y="207"/>
                      <a:pt x="252" y="201"/>
                      <a:pt x="248" y="197"/>
                    </a:cubicBezTo>
                    <a:cubicBezTo>
                      <a:pt x="235" y="187"/>
                      <a:pt x="222" y="193"/>
                      <a:pt x="207" y="192"/>
                    </a:cubicBezTo>
                    <a:cubicBezTo>
                      <a:pt x="205" y="187"/>
                      <a:pt x="203" y="190"/>
                      <a:pt x="199" y="192"/>
                    </a:cubicBezTo>
                    <a:cubicBezTo>
                      <a:pt x="193" y="195"/>
                      <a:pt x="195" y="198"/>
                      <a:pt x="186" y="199"/>
                    </a:cubicBezTo>
                    <a:cubicBezTo>
                      <a:pt x="173" y="199"/>
                      <a:pt x="166" y="193"/>
                      <a:pt x="156" y="187"/>
                    </a:cubicBezTo>
                    <a:cubicBezTo>
                      <a:pt x="149" y="183"/>
                      <a:pt x="147" y="184"/>
                      <a:pt x="139" y="183"/>
                    </a:cubicBezTo>
                    <a:cubicBezTo>
                      <a:pt x="125" y="181"/>
                      <a:pt x="128" y="174"/>
                      <a:pt x="125" y="163"/>
                    </a:cubicBezTo>
                    <a:cubicBezTo>
                      <a:pt x="123" y="155"/>
                      <a:pt x="119" y="153"/>
                      <a:pt x="112" y="149"/>
                    </a:cubicBezTo>
                    <a:cubicBezTo>
                      <a:pt x="104" y="144"/>
                      <a:pt x="94" y="139"/>
                      <a:pt x="90" y="129"/>
                    </a:cubicBezTo>
                    <a:cubicBezTo>
                      <a:pt x="87" y="124"/>
                      <a:pt x="90" y="116"/>
                      <a:pt x="85" y="112"/>
                    </a:cubicBezTo>
                    <a:cubicBezTo>
                      <a:pt x="81" y="108"/>
                      <a:pt x="81" y="110"/>
                      <a:pt x="76" y="109"/>
                    </a:cubicBezTo>
                    <a:cubicBezTo>
                      <a:pt x="63" y="105"/>
                      <a:pt x="48" y="99"/>
                      <a:pt x="42" y="87"/>
                    </a:cubicBezTo>
                    <a:cubicBezTo>
                      <a:pt x="37" y="75"/>
                      <a:pt x="44" y="60"/>
                      <a:pt x="32" y="51"/>
                    </a:cubicBezTo>
                    <a:cubicBezTo>
                      <a:pt x="26" y="46"/>
                      <a:pt x="15" y="40"/>
                      <a:pt x="7" y="37"/>
                    </a:cubicBezTo>
                    <a:cubicBezTo>
                      <a:pt x="5" y="36"/>
                      <a:pt x="2" y="36"/>
                      <a:pt x="0" y="36"/>
                    </a:cubicBezTo>
                    <a:cubicBezTo>
                      <a:pt x="0" y="40"/>
                      <a:pt x="0" y="44"/>
                      <a:pt x="1" y="48"/>
                    </a:cubicBezTo>
                    <a:cubicBezTo>
                      <a:pt x="1" y="50"/>
                      <a:pt x="2" y="52"/>
                      <a:pt x="2" y="54"/>
                    </a:cubicBezTo>
                    <a:cubicBezTo>
                      <a:pt x="2" y="55"/>
                      <a:pt x="2" y="56"/>
                      <a:pt x="2" y="57"/>
                    </a:cubicBezTo>
                    <a:cubicBezTo>
                      <a:pt x="5" y="67"/>
                      <a:pt x="10" y="78"/>
                      <a:pt x="11" y="89"/>
                    </a:cubicBezTo>
                    <a:cubicBezTo>
                      <a:pt x="12" y="103"/>
                      <a:pt x="20" y="117"/>
                      <a:pt x="27" y="129"/>
                    </a:cubicBezTo>
                    <a:cubicBezTo>
                      <a:pt x="31" y="136"/>
                      <a:pt x="37" y="142"/>
                      <a:pt x="41" y="148"/>
                    </a:cubicBezTo>
                    <a:cubicBezTo>
                      <a:pt x="45" y="153"/>
                      <a:pt x="48" y="159"/>
                      <a:pt x="52" y="164"/>
                    </a:cubicBezTo>
                    <a:cubicBezTo>
                      <a:pt x="66" y="177"/>
                      <a:pt x="84" y="186"/>
                      <a:pt x="98" y="198"/>
                    </a:cubicBezTo>
                    <a:cubicBezTo>
                      <a:pt x="108" y="208"/>
                      <a:pt x="115" y="212"/>
                      <a:pt x="128" y="217"/>
                    </a:cubicBezTo>
                    <a:cubicBezTo>
                      <a:pt x="143" y="222"/>
                      <a:pt x="155" y="232"/>
                      <a:pt x="170" y="236"/>
                    </a:cubicBezTo>
                    <a:cubicBezTo>
                      <a:pt x="183" y="239"/>
                      <a:pt x="196" y="241"/>
                      <a:pt x="210" y="244"/>
                    </a:cubicBezTo>
                    <a:cubicBezTo>
                      <a:pt x="228" y="248"/>
                      <a:pt x="246" y="253"/>
                      <a:pt x="263" y="253"/>
                    </a:cubicBezTo>
                    <a:cubicBezTo>
                      <a:pt x="275" y="252"/>
                      <a:pt x="284" y="250"/>
                      <a:pt x="296" y="251"/>
                    </a:cubicBezTo>
                    <a:cubicBezTo>
                      <a:pt x="305" y="252"/>
                      <a:pt x="315" y="249"/>
                      <a:pt x="324" y="249"/>
                    </a:cubicBezTo>
                    <a:cubicBezTo>
                      <a:pt x="331" y="248"/>
                      <a:pt x="336" y="245"/>
                      <a:pt x="342" y="242"/>
                    </a:cubicBezTo>
                    <a:cubicBezTo>
                      <a:pt x="353" y="237"/>
                      <a:pt x="366" y="236"/>
                      <a:pt x="377" y="232"/>
                    </a:cubicBezTo>
                    <a:cubicBezTo>
                      <a:pt x="388" y="228"/>
                      <a:pt x="400" y="225"/>
                      <a:pt x="410" y="221"/>
                    </a:cubicBezTo>
                    <a:cubicBezTo>
                      <a:pt x="419" y="217"/>
                      <a:pt x="422" y="214"/>
                      <a:pt x="430" y="210"/>
                    </a:cubicBezTo>
                    <a:cubicBezTo>
                      <a:pt x="438" y="206"/>
                      <a:pt x="446" y="202"/>
                      <a:pt x="451" y="201"/>
                    </a:cubicBezTo>
                    <a:cubicBezTo>
                      <a:pt x="457" y="200"/>
                      <a:pt x="466" y="186"/>
                      <a:pt x="473" y="183"/>
                    </a:cubicBezTo>
                    <a:cubicBezTo>
                      <a:pt x="480" y="179"/>
                      <a:pt x="484" y="175"/>
                      <a:pt x="490" y="170"/>
                    </a:cubicBezTo>
                    <a:cubicBezTo>
                      <a:pt x="497" y="165"/>
                      <a:pt x="500" y="162"/>
                      <a:pt x="508" y="156"/>
                    </a:cubicBezTo>
                    <a:cubicBezTo>
                      <a:pt x="515" y="149"/>
                      <a:pt x="519" y="147"/>
                      <a:pt x="525" y="142"/>
                    </a:cubicBezTo>
                    <a:cubicBezTo>
                      <a:pt x="532" y="137"/>
                      <a:pt x="533" y="132"/>
                      <a:pt x="539" y="127"/>
                    </a:cubicBezTo>
                    <a:cubicBezTo>
                      <a:pt x="544" y="122"/>
                      <a:pt x="548" y="116"/>
                      <a:pt x="551" y="113"/>
                    </a:cubicBezTo>
                    <a:cubicBezTo>
                      <a:pt x="552" y="111"/>
                      <a:pt x="554" y="108"/>
                      <a:pt x="556" y="106"/>
                    </a:cubicBezTo>
                    <a:cubicBezTo>
                      <a:pt x="558" y="102"/>
                      <a:pt x="562" y="100"/>
                      <a:pt x="564" y="96"/>
                    </a:cubicBezTo>
                    <a:cubicBezTo>
                      <a:pt x="567" y="90"/>
                      <a:pt x="568" y="84"/>
                      <a:pt x="570" y="78"/>
                    </a:cubicBezTo>
                    <a:cubicBezTo>
                      <a:pt x="573" y="73"/>
                      <a:pt x="577" y="69"/>
                      <a:pt x="578" y="65"/>
                    </a:cubicBezTo>
                    <a:cubicBezTo>
                      <a:pt x="580" y="60"/>
                      <a:pt x="578" y="54"/>
                      <a:pt x="579" y="49"/>
                    </a:cubicBezTo>
                    <a:cubicBezTo>
                      <a:pt x="580" y="43"/>
                      <a:pt x="583" y="37"/>
                      <a:pt x="584" y="31"/>
                    </a:cubicBezTo>
                    <a:cubicBezTo>
                      <a:pt x="586" y="25"/>
                      <a:pt x="584" y="22"/>
                      <a:pt x="584" y="17"/>
                    </a:cubicBezTo>
                    <a:cubicBezTo>
                      <a:pt x="584" y="11"/>
                      <a:pt x="585" y="6"/>
                      <a:pt x="587" y="0"/>
                    </a:cubicBezTo>
                    <a:lnTo>
                      <a:pt x="583" y="6"/>
                    </a:lnTo>
                    <a:close/>
                  </a:path>
                </a:pathLst>
              </a:custGeom>
              <a:solidFill>
                <a:srgbClr val="F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2" name="Freeform 557">
                <a:extLst>
                  <a:ext uri="{FF2B5EF4-FFF2-40B4-BE49-F238E27FC236}">
                    <a16:creationId xmlns:a16="http://schemas.microsoft.com/office/drawing/2014/main" id="{4DD13FC5-CFCE-4989-89B9-3DE2517BC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659"/>
                <a:ext cx="1548" cy="1352"/>
              </a:xfrm>
              <a:custGeom>
                <a:avLst/>
                <a:gdLst>
                  <a:gd name="T0" fmla="*/ 9225 w 619"/>
                  <a:gd name="T1" fmla="*/ 6507 h 507"/>
                  <a:gd name="T2" fmla="*/ 9443 w 619"/>
                  <a:gd name="T3" fmla="*/ 5768 h 507"/>
                  <a:gd name="T4" fmla="*/ 9526 w 619"/>
                  <a:gd name="T5" fmla="*/ 5405 h 507"/>
                  <a:gd name="T6" fmla="*/ 9601 w 619"/>
                  <a:gd name="T7" fmla="*/ 4915 h 507"/>
                  <a:gd name="T8" fmla="*/ 9631 w 619"/>
                  <a:gd name="T9" fmla="*/ 4472 h 507"/>
                  <a:gd name="T10" fmla="*/ 9506 w 619"/>
                  <a:gd name="T11" fmla="*/ 3869 h 507"/>
                  <a:gd name="T12" fmla="*/ 9381 w 619"/>
                  <a:gd name="T13" fmla="*/ 3469 h 507"/>
                  <a:gd name="T14" fmla="*/ 9255 w 619"/>
                  <a:gd name="T15" fmla="*/ 2995 h 507"/>
                  <a:gd name="T16" fmla="*/ 8900 w 619"/>
                  <a:gd name="T17" fmla="*/ 2184 h 507"/>
                  <a:gd name="T18" fmla="*/ 8713 w 619"/>
                  <a:gd name="T19" fmla="*/ 1899 h 507"/>
                  <a:gd name="T20" fmla="*/ 8505 w 619"/>
                  <a:gd name="T21" fmla="*/ 1728 h 507"/>
                  <a:gd name="T22" fmla="*/ 8255 w 619"/>
                  <a:gd name="T23" fmla="*/ 1501 h 507"/>
                  <a:gd name="T24" fmla="*/ 8005 w 619"/>
                  <a:gd name="T25" fmla="*/ 1288 h 507"/>
                  <a:gd name="T26" fmla="*/ 7755 w 619"/>
                  <a:gd name="T27" fmla="*/ 1059 h 507"/>
                  <a:gd name="T28" fmla="*/ 7285 w 619"/>
                  <a:gd name="T29" fmla="*/ 739 h 507"/>
                  <a:gd name="T30" fmla="*/ 6992 w 619"/>
                  <a:gd name="T31" fmla="*/ 533 h 507"/>
                  <a:gd name="T32" fmla="*/ 6692 w 619"/>
                  <a:gd name="T33" fmla="*/ 376 h 507"/>
                  <a:gd name="T34" fmla="*/ 6347 w 619"/>
                  <a:gd name="T35" fmla="*/ 285 h 507"/>
                  <a:gd name="T36" fmla="*/ 5942 w 619"/>
                  <a:gd name="T37" fmla="*/ 149 h 507"/>
                  <a:gd name="T38" fmla="*/ 5597 w 619"/>
                  <a:gd name="T39" fmla="*/ 93 h 507"/>
                  <a:gd name="T40" fmla="*/ 5084 w 619"/>
                  <a:gd name="T41" fmla="*/ 35 h 507"/>
                  <a:gd name="T42" fmla="*/ 4316 w 619"/>
                  <a:gd name="T43" fmla="*/ 21 h 507"/>
                  <a:gd name="T44" fmla="*/ 3834 w 619"/>
                  <a:gd name="T45" fmla="*/ 93 h 507"/>
                  <a:gd name="T46" fmla="*/ 3364 w 619"/>
                  <a:gd name="T47" fmla="*/ 205 h 507"/>
                  <a:gd name="T48" fmla="*/ 3001 w 619"/>
                  <a:gd name="T49" fmla="*/ 341 h 507"/>
                  <a:gd name="T50" fmla="*/ 2658 w 619"/>
                  <a:gd name="T51" fmla="*/ 477 h 507"/>
                  <a:gd name="T52" fmla="*/ 2158 w 619"/>
                  <a:gd name="T53" fmla="*/ 797 h 507"/>
                  <a:gd name="T54" fmla="*/ 1876 w 619"/>
                  <a:gd name="T55" fmla="*/ 909 h 507"/>
                  <a:gd name="T56" fmla="*/ 1721 w 619"/>
                  <a:gd name="T57" fmla="*/ 1059 h 507"/>
                  <a:gd name="T58" fmla="*/ 1395 w 619"/>
                  <a:gd name="T59" fmla="*/ 1331 h 507"/>
                  <a:gd name="T60" fmla="*/ 1020 w 619"/>
                  <a:gd name="T61" fmla="*/ 1672 h 507"/>
                  <a:gd name="T62" fmla="*/ 750 w 619"/>
                  <a:gd name="T63" fmla="*/ 2013 h 507"/>
                  <a:gd name="T64" fmla="*/ 520 w 619"/>
                  <a:gd name="T65" fmla="*/ 2445 h 507"/>
                  <a:gd name="T66" fmla="*/ 250 w 619"/>
                  <a:gd name="T67" fmla="*/ 3107 h 507"/>
                  <a:gd name="T68" fmla="*/ 20 w 619"/>
                  <a:gd name="T69" fmla="*/ 4040 h 507"/>
                  <a:gd name="T70" fmla="*/ 20 w 619"/>
                  <a:gd name="T71" fmla="*/ 4872 h 507"/>
                  <a:gd name="T72" fmla="*/ 238 w 619"/>
                  <a:gd name="T73" fmla="*/ 6371 h 507"/>
                  <a:gd name="T74" fmla="*/ 595 w 619"/>
                  <a:gd name="T75" fmla="*/ 7317 h 507"/>
                  <a:gd name="T76" fmla="*/ 1283 w 619"/>
                  <a:gd name="T77" fmla="*/ 8157 h 507"/>
                  <a:gd name="T78" fmla="*/ 2533 w 619"/>
                  <a:gd name="T79" fmla="*/ 9139 h 507"/>
                  <a:gd name="T80" fmla="*/ 4254 w 619"/>
                  <a:gd name="T81" fmla="*/ 9613 h 507"/>
                  <a:gd name="T82" fmla="*/ 5034 w 619"/>
                  <a:gd name="T83" fmla="*/ 9557 h 507"/>
                  <a:gd name="T84" fmla="*/ 5972 w 619"/>
                  <a:gd name="T85" fmla="*/ 9272 h 507"/>
                  <a:gd name="T86" fmla="*/ 6442 w 619"/>
                  <a:gd name="T87" fmla="*/ 9123 h 507"/>
                  <a:gd name="T88" fmla="*/ 7130 w 619"/>
                  <a:gd name="T89" fmla="*/ 8669 h 507"/>
                  <a:gd name="T90" fmla="*/ 7597 w 619"/>
                  <a:gd name="T91" fmla="*/ 8363 h 507"/>
                  <a:gd name="T92" fmla="*/ 7943 w 619"/>
                  <a:gd name="T93" fmla="*/ 8043 h 507"/>
                  <a:gd name="T94" fmla="*/ 8350 w 619"/>
                  <a:gd name="T95" fmla="*/ 7715 h 507"/>
                  <a:gd name="T96" fmla="*/ 8693 w 619"/>
                  <a:gd name="T97" fmla="*/ 7261 h 507"/>
                  <a:gd name="T98" fmla="*/ 9038 w 619"/>
                  <a:gd name="T99" fmla="*/ 6805 h 50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19" h="507">
                    <a:moveTo>
                      <a:pt x="578" y="359"/>
                    </a:moveTo>
                    <a:cubicBezTo>
                      <a:pt x="579" y="352"/>
                      <a:pt x="586" y="349"/>
                      <a:pt x="590" y="343"/>
                    </a:cubicBezTo>
                    <a:cubicBezTo>
                      <a:pt x="593" y="337"/>
                      <a:pt x="593" y="330"/>
                      <a:pt x="597" y="325"/>
                    </a:cubicBezTo>
                    <a:cubicBezTo>
                      <a:pt x="602" y="317"/>
                      <a:pt x="601" y="312"/>
                      <a:pt x="604" y="304"/>
                    </a:cubicBezTo>
                    <a:cubicBezTo>
                      <a:pt x="604" y="301"/>
                      <a:pt x="607" y="298"/>
                      <a:pt x="608" y="296"/>
                    </a:cubicBezTo>
                    <a:cubicBezTo>
                      <a:pt x="609" y="292"/>
                      <a:pt x="607" y="289"/>
                      <a:pt x="609" y="285"/>
                    </a:cubicBezTo>
                    <a:cubicBezTo>
                      <a:pt x="614" y="283"/>
                      <a:pt x="613" y="275"/>
                      <a:pt x="614" y="270"/>
                    </a:cubicBezTo>
                    <a:cubicBezTo>
                      <a:pt x="614" y="267"/>
                      <a:pt x="613" y="263"/>
                      <a:pt x="614" y="259"/>
                    </a:cubicBezTo>
                    <a:cubicBezTo>
                      <a:pt x="614" y="255"/>
                      <a:pt x="617" y="253"/>
                      <a:pt x="618" y="249"/>
                    </a:cubicBezTo>
                    <a:cubicBezTo>
                      <a:pt x="619" y="244"/>
                      <a:pt x="616" y="240"/>
                      <a:pt x="616" y="236"/>
                    </a:cubicBezTo>
                    <a:cubicBezTo>
                      <a:pt x="616" y="232"/>
                      <a:pt x="617" y="228"/>
                      <a:pt x="617" y="224"/>
                    </a:cubicBezTo>
                    <a:cubicBezTo>
                      <a:pt x="617" y="215"/>
                      <a:pt x="611" y="211"/>
                      <a:pt x="608" y="204"/>
                    </a:cubicBezTo>
                    <a:cubicBezTo>
                      <a:pt x="607" y="200"/>
                      <a:pt x="607" y="197"/>
                      <a:pt x="605" y="193"/>
                    </a:cubicBezTo>
                    <a:cubicBezTo>
                      <a:pt x="603" y="190"/>
                      <a:pt x="601" y="187"/>
                      <a:pt x="600" y="183"/>
                    </a:cubicBezTo>
                    <a:cubicBezTo>
                      <a:pt x="599" y="179"/>
                      <a:pt x="599" y="175"/>
                      <a:pt x="598" y="171"/>
                    </a:cubicBezTo>
                    <a:cubicBezTo>
                      <a:pt x="597" y="166"/>
                      <a:pt x="594" y="162"/>
                      <a:pt x="592" y="158"/>
                    </a:cubicBezTo>
                    <a:cubicBezTo>
                      <a:pt x="587" y="151"/>
                      <a:pt x="587" y="143"/>
                      <a:pt x="581" y="136"/>
                    </a:cubicBezTo>
                    <a:cubicBezTo>
                      <a:pt x="575" y="129"/>
                      <a:pt x="575" y="122"/>
                      <a:pt x="569" y="115"/>
                    </a:cubicBezTo>
                    <a:cubicBezTo>
                      <a:pt x="566" y="112"/>
                      <a:pt x="563" y="110"/>
                      <a:pt x="560" y="107"/>
                    </a:cubicBezTo>
                    <a:cubicBezTo>
                      <a:pt x="558" y="105"/>
                      <a:pt x="559" y="102"/>
                      <a:pt x="557" y="100"/>
                    </a:cubicBezTo>
                    <a:cubicBezTo>
                      <a:pt x="554" y="97"/>
                      <a:pt x="550" y="96"/>
                      <a:pt x="547" y="94"/>
                    </a:cubicBezTo>
                    <a:cubicBezTo>
                      <a:pt x="544" y="91"/>
                      <a:pt x="544" y="91"/>
                      <a:pt x="544" y="91"/>
                    </a:cubicBezTo>
                    <a:cubicBezTo>
                      <a:pt x="542" y="89"/>
                      <a:pt x="541" y="87"/>
                      <a:pt x="539" y="85"/>
                    </a:cubicBezTo>
                    <a:cubicBezTo>
                      <a:pt x="536" y="82"/>
                      <a:pt x="531" y="81"/>
                      <a:pt x="528" y="79"/>
                    </a:cubicBezTo>
                    <a:cubicBezTo>
                      <a:pt x="525" y="77"/>
                      <a:pt x="525" y="74"/>
                      <a:pt x="522" y="71"/>
                    </a:cubicBezTo>
                    <a:cubicBezTo>
                      <a:pt x="519" y="69"/>
                      <a:pt x="514" y="70"/>
                      <a:pt x="512" y="68"/>
                    </a:cubicBezTo>
                    <a:cubicBezTo>
                      <a:pt x="509" y="66"/>
                      <a:pt x="509" y="62"/>
                      <a:pt x="506" y="60"/>
                    </a:cubicBezTo>
                    <a:cubicBezTo>
                      <a:pt x="502" y="57"/>
                      <a:pt x="500" y="58"/>
                      <a:pt x="496" y="56"/>
                    </a:cubicBezTo>
                    <a:cubicBezTo>
                      <a:pt x="493" y="54"/>
                      <a:pt x="491" y="50"/>
                      <a:pt x="488" y="48"/>
                    </a:cubicBezTo>
                    <a:cubicBezTo>
                      <a:pt x="481" y="43"/>
                      <a:pt x="472" y="45"/>
                      <a:pt x="466" y="39"/>
                    </a:cubicBezTo>
                    <a:cubicBezTo>
                      <a:pt x="463" y="36"/>
                      <a:pt x="462" y="34"/>
                      <a:pt x="457" y="32"/>
                    </a:cubicBezTo>
                    <a:cubicBezTo>
                      <a:pt x="454" y="30"/>
                      <a:pt x="451" y="30"/>
                      <a:pt x="447" y="28"/>
                    </a:cubicBezTo>
                    <a:cubicBezTo>
                      <a:pt x="444" y="26"/>
                      <a:pt x="443" y="22"/>
                      <a:pt x="439" y="21"/>
                    </a:cubicBezTo>
                    <a:cubicBezTo>
                      <a:pt x="436" y="20"/>
                      <a:pt x="431" y="21"/>
                      <a:pt x="428" y="20"/>
                    </a:cubicBezTo>
                    <a:cubicBezTo>
                      <a:pt x="424" y="19"/>
                      <a:pt x="422" y="16"/>
                      <a:pt x="418" y="15"/>
                    </a:cubicBezTo>
                    <a:cubicBezTo>
                      <a:pt x="414" y="14"/>
                      <a:pt x="410" y="16"/>
                      <a:pt x="406" y="15"/>
                    </a:cubicBezTo>
                    <a:cubicBezTo>
                      <a:pt x="403" y="14"/>
                      <a:pt x="399" y="12"/>
                      <a:pt x="395" y="10"/>
                    </a:cubicBezTo>
                    <a:cubicBezTo>
                      <a:pt x="390" y="9"/>
                      <a:pt x="385" y="6"/>
                      <a:pt x="380" y="8"/>
                    </a:cubicBezTo>
                    <a:cubicBezTo>
                      <a:pt x="376" y="9"/>
                      <a:pt x="376" y="9"/>
                      <a:pt x="376" y="9"/>
                    </a:cubicBezTo>
                    <a:cubicBezTo>
                      <a:pt x="372" y="3"/>
                      <a:pt x="365" y="6"/>
                      <a:pt x="358" y="5"/>
                    </a:cubicBezTo>
                    <a:cubicBezTo>
                      <a:pt x="351" y="4"/>
                      <a:pt x="347" y="2"/>
                      <a:pt x="342" y="2"/>
                    </a:cubicBezTo>
                    <a:cubicBezTo>
                      <a:pt x="338" y="1"/>
                      <a:pt x="329" y="3"/>
                      <a:pt x="325" y="2"/>
                    </a:cubicBezTo>
                    <a:cubicBezTo>
                      <a:pt x="318" y="1"/>
                      <a:pt x="317" y="3"/>
                      <a:pt x="309" y="2"/>
                    </a:cubicBezTo>
                    <a:cubicBezTo>
                      <a:pt x="299" y="1"/>
                      <a:pt x="285" y="0"/>
                      <a:pt x="276" y="1"/>
                    </a:cubicBezTo>
                    <a:cubicBezTo>
                      <a:pt x="271" y="2"/>
                      <a:pt x="268" y="5"/>
                      <a:pt x="263" y="5"/>
                    </a:cubicBezTo>
                    <a:cubicBezTo>
                      <a:pt x="257" y="5"/>
                      <a:pt x="250" y="3"/>
                      <a:pt x="245" y="5"/>
                    </a:cubicBezTo>
                    <a:cubicBezTo>
                      <a:pt x="239" y="7"/>
                      <a:pt x="234" y="10"/>
                      <a:pt x="227" y="10"/>
                    </a:cubicBezTo>
                    <a:cubicBezTo>
                      <a:pt x="223" y="10"/>
                      <a:pt x="219" y="10"/>
                      <a:pt x="215" y="11"/>
                    </a:cubicBezTo>
                    <a:cubicBezTo>
                      <a:pt x="210" y="13"/>
                      <a:pt x="207" y="16"/>
                      <a:pt x="203" y="17"/>
                    </a:cubicBezTo>
                    <a:cubicBezTo>
                      <a:pt x="199" y="18"/>
                      <a:pt x="196" y="17"/>
                      <a:pt x="192" y="18"/>
                    </a:cubicBezTo>
                    <a:cubicBezTo>
                      <a:pt x="187" y="19"/>
                      <a:pt x="184" y="23"/>
                      <a:pt x="180" y="25"/>
                    </a:cubicBezTo>
                    <a:cubicBezTo>
                      <a:pt x="176" y="26"/>
                      <a:pt x="173" y="25"/>
                      <a:pt x="170" y="25"/>
                    </a:cubicBezTo>
                    <a:cubicBezTo>
                      <a:pt x="161" y="27"/>
                      <a:pt x="157" y="32"/>
                      <a:pt x="149" y="35"/>
                    </a:cubicBezTo>
                    <a:cubicBezTo>
                      <a:pt x="145" y="37"/>
                      <a:pt x="142" y="41"/>
                      <a:pt x="138" y="42"/>
                    </a:cubicBezTo>
                    <a:cubicBezTo>
                      <a:pt x="134" y="44"/>
                      <a:pt x="129" y="41"/>
                      <a:pt x="126" y="46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0" y="48"/>
                      <a:pt x="119" y="48"/>
                      <a:pt x="119" y="48"/>
                    </a:cubicBezTo>
                    <a:cubicBezTo>
                      <a:pt x="116" y="50"/>
                      <a:pt x="113" y="54"/>
                      <a:pt x="110" y="56"/>
                    </a:cubicBezTo>
                    <a:cubicBezTo>
                      <a:pt x="107" y="59"/>
                      <a:pt x="103" y="60"/>
                      <a:pt x="100" y="62"/>
                    </a:cubicBezTo>
                    <a:cubicBezTo>
                      <a:pt x="96" y="65"/>
                      <a:pt x="92" y="67"/>
                      <a:pt x="89" y="70"/>
                    </a:cubicBezTo>
                    <a:cubicBezTo>
                      <a:pt x="86" y="72"/>
                      <a:pt x="83" y="73"/>
                      <a:pt x="80" y="75"/>
                    </a:cubicBezTo>
                    <a:cubicBezTo>
                      <a:pt x="74" y="79"/>
                      <a:pt x="71" y="84"/>
                      <a:pt x="65" y="88"/>
                    </a:cubicBezTo>
                    <a:cubicBezTo>
                      <a:pt x="61" y="91"/>
                      <a:pt x="59" y="95"/>
                      <a:pt x="55" y="98"/>
                    </a:cubicBezTo>
                    <a:cubicBezTo>
                      <a:pt x="51" y="100"/>
                      <a:pt x="50" y="103"/>
                      <a:pt x="48" y="106"/>
                    </a:cubicBezTo>
                    <a:cubicBezTo>
                      <a:pt x="44" y="111"/>
                      <a:pt x="43" y="116"/>
                      <a:pt x="40" y="121"/>
                    </a:cubicBezTo>
                    <a:cubicBezTo>
                      <a:pt x="38" y="125"/>
                      <a:pt x="36" y="126"/>
                      <a:pt x="33" y="129"/>
                    </a:cubicBezTo>
                    <a:cubicBezTo>
                      <a:pt x="27" y="134"/>
                      <a:pt x="27" y="141"/>
                      <a:pt x="23" y="147"/>
                    </a:cubicBezTo>
                    <a:cubicBezTo>
                      <a:pt x="20" y="153"/>
                      <a:pt x="19" y="159"/>
                      <a:pt x="16" y="164"/>
                    </a:cubicBezTo>
                    <a:cubicBezTo>
                      <a:pt x="11" y="171"/>
                      <a:pt x="7" y="188"/>
                      <a:pt x="7" y="197"/>
                    </a:cubicBezTo>
                    <a:cubicBezTo>
                      <a:pt x="6" y="205"/>
                      <a:pt x="1" y="203"/>
                      <a:pt x="1" y="213"/>
                    </a:cubicBezTo>
                    <a:cubicBezTo>
                      <a:pt x="1" y="223"/>
                      <a:pt x="0" y="230"/>
                      <a:pt x="1" y="237"/>
                    </a:cubicBezTo>
                    <a:cubicBezTo>
                      <a:pt x="2" y="245"/>
                      <a:pt x="0" y="251"/>
                      <a:pt x="1" y="257"/>
                    </a:cubicBezTo>
                    <a:cubicBezTo>
                      <a:pt x="2" y="264"/>
                      <a:pt x="2" y="268"/>
                      <a:pt x="3" y="273"/>
                    </a:cubicBezTo>
                    <a:cubicBezTo>
                      <a:pt x="6" y="295"/>
                      <a:pt x="8" y="315"/>
                      <a:pt x="15" y="336"/>
                    </a:cubicBezTo>
                    <a:cubicBezTo>
                      <a:pt x="19" y="347"/>
                      <a:pt x="26" y="357"/>
                      <a:pt x="31" y="368"/>
                    </a:cubicBezTo>
                    <a:cubicBezTo>
                      <a:pt x="33" y="374"/>
                      <a:pt x="35" y="380"/>
                      <a:pt x="38" y="386"/>
                    </a:cubicBezTo>
                    <a:cubicBezTo>
                      <a:pt x="41" y="393"/>
                      <a:pt x="48" y="398"/>
                      <a:pt x="53" y="405"/>
                    </a:cubicBezTo>
                    <a:cubicBezTo>
                      <a:pt x="60" y="416"/>
                      <a:pt x="72" y="421"/>
                      <a:pt x="82" y="430"/>
                    </a:cubicBezTo>
                    <a:cubicBezTo>
                      <a:pt x="89" y="437"/>
                      <a:pt x="94" y="445"/>
                      <a:pt x="103" y="450"/>
                    </a:cubicBezTo>
                    <a:cubicBezTo>
                      <a:pt x="121" y="460"/>
                      <a:pt x="142" y="474"/>
                      <a:pt x="162" y="482"/>
                    </a:cubicBezTo>
                    <a:cubicBezTo>
                      <a:pt x="180" y="490"/>
                      <a:pt x="201" y="493"/>
                      <a:pt x="220" y="497"/>
                    </a:cubicBezTo>
                    <a:cubicBezTo>
                      <a:pt x="238" y="501"/>
                      <a:pt x="254" y="507"/>
                      <a:pt x="272" y="507"/>
                    </a:cubicBezTo>
                    <a:cubicBezTo>
                      <a:pt x="280" y="507"/>
                      <a:pt x="290" y="507"/>
                      <a:pt x="298" y="505"/>
                    </a:cubicBezTo>
                    <a:cubicBezTo>
                      <a:pt x="305" y="504"/>
                      <a:pt x="316" y="505"/>
                      <a:pt x="322" y="504"/>
                    </a:cubicBezTo>
                    <a:cubicBezTo>
                      <a:pt x="340" y="502"/>
                      <a:pt x="350" y="501"/>
                      <a:pt x="368" y="496"/>
                    </a:cubicBezTo>
                    <a:cubicBezTo>
                      <a:pt x="374" y="494"/>
                      <a:pt x="376" y="492"/>
                      <a:pt x="382" y="489"/>
                    </a:cubicBezTo>
                    <a:cubicBezTo>
                      <a:pt x="386" y="487"/>
                      <a:pt x="391" y="488"/>
                      <a:pt x="396" y="487"/>
                    </a:cubicBezTo>
                    <a:cubicBezTo>
                      <a:pt x="403" y="485"/>
                      <a:pt x="406" y="485"/>
                      <a:pt x="412" y="481"/>
                    </a:cubicBezTo>
                    <a:cubicBezTo>
                      <a:pt x="417" y="477"/>
                      <a:pt x="422" y="477"/>
                      <a:pt x="428" y="475"/>
                    </a:cubicBezTo>
                    <a:cubicBezTo>
                      <a:pt x="440" y="472"/>
                      <a:pt x="445" y="462"/>
                      <a:pt x="456" y="457"/>
                    </a:cubicBezTo>
                    <a:cubicBezTo>
                      <a:pt x="461" y="456"/>
                      <a:pt x="470" y="456"/>
                      <a:pt x="475" y="454"/>
                    </a:cubicBezTo>
                    <a:cubicBezTo>
                      <a:pt x="481" y="451"/>
                      <a:pt x="481" y="445"/>
                      <a:pt x="486" y="441"/>
                    </a:cubicBezTo>
                    <a:cubicBezTo>
                      <a:pt x="488" y="439"/>
                      <a:pt x="493" y="438"/>
                      <a:pt x="496" y="436"/>
                    </a:cubicBezTo>
                    <a:cubicBezTo>
                      <a:pt x="500" y="433"/>
                      <a:pt x="504" y="427"/>
                      <a:pt x="508" y="424"/>
                    </a:cubicBezTo>
                    <a:cubicBezTo>
                      <a:pt x="513" y="422"/>
                      <a:pt x="516" y="421"/>
                      <a:pt x="521" y="418"/>
                    </a:cubicBezTo>
                    <a:cubicBezTo>
                      <a:pt x="526" y="415"/>
                      <a:pt x="529" y="410"/>
                      <a:pt x="534" y="407"/>
                    </a:cubicBezTo>
                    <a:cubicBezTo>
                      <a:pt x="539" y="404"/>
                      <a:pt x="545" y="401"/>
                      <a:pt x="548" y="396"/>
                    </a:cubicBezTo>
                    <a:cubicBezTo>
                      <a:pt x="551" y="391"/>
                      <a:pt x="551" y="387"/>
                      <a:pt x="556" y="383"/>
                    </a:cubicBezTo>
                    <a:cubicBezTo>
                      <a:pt x="561" y="378"/>
                      <a:pt x="563" y="376"/>
                      <a:pt x="567" y="369"/>
                    </a:cubicBezTo>
                    <a:cubicBezTo>
                      <a:pt x="569" y="366"/>
                      <a:pt x="575" y="362"/>
                      <a:pt x="578" y="359"/>
                    </a:cubicBezTo>
                    <a:close/>
                  </a:path>
                </a:pathLst>
              </a:custGeom>
              <a:solidFill>
                <a:srgbClr val="FBE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3" name="Freeform 558">
                <a:extLst>
                  <a:ext uri="{FF2B5EF4-FFF2-40B4-BE49-F238E27FC236}">
                    <a16:creationId xmlns:a16="http://schemas.microsoft.com/office/drawing/2014/main" id="{99829236-6466-4F6F-BD89-3E210473D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329"/>
                <a:ext cx="1538" cy="832"/>
              </a:xfrm>
              <a:custGeom>
                <a:avLst/>
                <a:gdLst>
                  <a:gd name="T0" fmla="*/ 9568 w 615"/>
                  <a:gd name="T1" fmla="*/ 363 h 312"/>
                  <a:gd name="T2" fmla="*/ 9476 w 615"/>
                  <a:gd name="T3" fmla="*/ 853 h 312"/>
                  <a:gd name="T4" fmla="*/ 9306 w 615"/>
                  <a:gd name="T5" fmla="*/ 1400 h 312"/>
                  <a:gd name="T6" fmla="*/ 9005 w 615"/>
                  <a:gd name="T7" fmla="*/ 2048 h 312"/>
                  <a:gd name="T8" fmla="*/ 8663 w 615"/>
                  <a:gd name="T9" fmla="*/ 2504 h 312"/>
                  <a:gd name="T10" fmla="*/ 8318 w 615"/>
                  <a:gd name="T11" fmla="*/ 2957 h 312"/>
                  <a:gd name="T12" fmla="*/ 7913 w 615"/>
                  <a:gd name="T13" fmla="*/ 3277 h 312"/>
                  <a:gd name="T14" fmla="*/ 7567 w 615"/>
                  <a:gd name="T15" fmla="*/ 3605 h 312"/>
                  <a:gd name="T16" fmla="*/ 7097 w 615"/>
                  <a:gd name="T17" fmla="*/ 3904 h 312"/>
                  <a:gd name="T18" fmla="*/ 6410 w 615"/>
                  <a:gd name="T19" fmla="*/ 4360 h 312"/>
                  <a:gd name="T20" fmla="*/ 5942 w 615"/>
                  <a:gd name="T21" fmla="*/ 4515 h 312"/>
                  <a:gd name="T22" fmla="*/ 5004 w 615"/>
                  <a:gd name="T23" fmla="*/ 4800 h 312"/>
                  <a:gd name="T24" fmla="*/ 4221 w 615"/>
                  <a:gd name="T25" fmla="*/ 4856 h 312"/>
                  <a:gd name="T26" fmla="*/ 2501 w 615"/>
                  <a:gd name="T27" fmla="*/ 4381 h 312"/>
                  <a:gd name="T28" fmla="*/ 1250 w 615"/>
                  <a:gd name="T29" fmla="*/ 3392 h 312"/>
                  <a:gd name="T30" fmla="*/ 563 w 615"/>
                  <a:gd name="T31" fmla="*/ 2560 h 312"/>
                  <a:gd name="T32" fmla="*/ 208 w 615"/>
                  <a:gd name="T33" fmla="*/ 1613 h 312"/>
                  <a:gd name="T34" fmla="*/ 0 w 615"/>
                  <a:gd name="T35" fmla="*/ 363 h 312"/>
                  <a:gd name="T36" fmla="*/ 158 w 615"/>
                  <a:gd name="T37" fmla="*/ 2312 h 312"/>
                  <a:gd name="T38" fmla="*/ 500 w 615"/>
                  <a:gd name="T39" fmla="*/ 3243 h 312"/>
                  <a:gd name="T40" fmla="*/ 863 w 615"/>
                  <a:gd name="T41" fmla="*/ 3811 h 312"/>
                  <a:gd name="T42" fmla="*/ 1145 w 615"/>
                  <a:gd name="T43" fmla="*/ 4131 h 312"/>
                  <a:gd name="T44" fmla="*/ 1926 w 615"/>
                  <a:gd name="T45" fmla="*/ 4893 h 312"/>
                  <a:gd name="T46" fmla="*/ 2688 w 615"/>
                  <a:gd name="T47" fmla="*/ 5347 h 312"/>
                  <a:gd name="T48" fmla="*/ 3239 w 615"/>
                  <a:gd name="T49" fmla="*/ 5576 h 312"/>
                  <a:gd name="T50" fmla="*/ 4284 w 615"/>
                  <a:gd name="T51" fmla="*/ 5768 h 312"/>
                  <a:gd name="T52" fmla="*/ 4959 w 615"/>
                  <a:gd name="T53" fmla="*/ 5803 h 312"/>
                  <a:gd name="T54" fmla="*/ 5409 w 615"/>
                  <a:gd name="T55" fmla="*/ 5781 h 312"/>
                  <a:gd name="T56" fmla="*/ 5959 w 615"/>
                  <a:gd name="T57" fmla="*/ 5597 h 312"/>
                  <a:gd name="T58" fmla="*/ 6347 w 615"/>
                  <a:gd name="T59" fmla="*/ 5483 h 312"/>
                  <a:gd name="T60" fmla="*/ 7160 w 615"/>
                  <a:gd name="T61" fmla="*/ 5043 h 312"/>
                  <a:gd name="T62" fmla="*/ 7975 w 615"/>
                  <a:gd name="T63" fmla="*/ 4416 h 312"/>
                  <a:gd name="T64" fmla="*/ 8380 w 615"/>
                  <a:gd name="T65" fmla="*/ 4061 h 312"/>
                  <a:gd name="T66" fmla="*/ 8913 w 615"/>
                  <a:gd name="T67" fmla="*/ 3277 h 312"/>
                  <a:gd name="T68" fmla="*/ 9318 w 615"/>
                  <a:gd name="T69" fmla="*/ 2368 h 312"/>
                  <a:gd name="T70" fmla="*/ 9476 w 615"/>
                  <a:gd name="T71" fmla="*/ 1501 h 312"/>
                  <a:gd name="T72" fmla="*/ 9568 w 615"/>
                  <a:gd name="T73" fmla="*/ 149 h 31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15" h="312">
                    <a:moveTo>
                      <a:pt x="612" y="8"/>
                    </a:moveTo>
                    <a:cubicBezTo>
                      <a:pt x="611" y="12"/>
                      <a:pt x="612" y="16"/>
                      <a:pt x="612" y="19"/>
                    </a:cubicBezTo>
                    <a:cubicBezTo>
                      <a:pt x="611" y="24"/>
                      <a:pt x="612" y="32"/>
                      <a:pt x="607" y="34"/>
                    </a:cubicBezTo>
                    <a:cubicBezTo>
                      <a:pt x="605" y="38"/>
                      <a:pt x="607" y="41"/>
                      <a:pt x="606" y="45"/>
                    </a:cubicBezTo>
                    <a:cubicBezTo>
                      <a:pt x="605" y="47"/>
                      <a:pt x="602" y="50"/>
                      <a:pt x="602" y="53"/>
                    </a:cubicBezTo>
                    <a:cubicBezTo>
                      <a:pt x="599" y="61"/>
                      <a:pt x="600" y="66"/>
                      <a:pt x="595" y="74"/>
                    </a:cubicBezTo>
                    <a:cubicBezTo>
                      <a:pt x="591" y="79"/>
                      <a:pt x="591" y="86"/>
                      <a:pt x="588" y="92"/>
                    </a:cubicBezTo>
                    <a:cubicBezTo>
                      <a:pt x="584" y="98"/>
                      <a:pt x="577" y="101"/>
                      <a:pt x="576" y="108"/>
                    </a:cubicBezTo>
                    <a:cubicBezTo>
                      <a:pt x="573" y="111"/>
                      <a:pt x="567" y="115"/>
                      <a:pt x="565" y="118"/>
                    </a:cubicBezTo>
                    <a:cubicBezTo>
                      <a:pt x="561" y="125"/>
                      <a:pt x="559" y="127"/>
                      <a:pt x="554" y="132"/>
                    </a:cubicBezTo>
                    <a:cubicBezTo>
                      <a:pt x="549" y="136"/>
                      <a:pt x="549" y="140"/>
                      <a:pt x="546" y="145"/>
                    </a:cubicBezTo>
                    <a:cubicBezTo>
                      <a:pt x="543" y="150"/>
                      <a:pt x="537" y="153"/>
                      <a:pt x="532" y="156"/>
                    </a:cubicBezTo>
                    <a:cubicBezTo>
                      <a:pt x="527" y="159"/>
                      <a:pt x="524" y="164"/>
                      <a:pt x="519" y="167"/>
                    </a:cubicBezTo>
                    <a:cubicBezTo>
                      <a:pt x="514" y="170"/>
                      <a:pt x="511" y="171"/>
                      <a:pt x="506" y="173"/>
                    </a:cubicBezTo>
                    <a:cubicBezTo>
                      <a:pt x="502" y="176"/>
                      <a:pt x="498" y="182"/>
                      <a:pt x="494" y="185"/>
                    </a:cubicBezTo>
                    <a:cubicBezTo>
                      <a:pt x="491" y="187"/>
                      <a:pt x="486" y="188"/>
                      <a:pt x="484" y="190"/>
                    </a:cubicBezTo>
                    <a:cubicBezTo>
                      <a:pt x="479" y="194"/>
                      <a:pt x="479" y="200"/>
                      <a:pt x="473" y="203"/>
                    </a:cubicBezTo>
                    <a:cubicBezTo>
                      <a:pt x="468" y="205"/>
                      <a:pt x="459" y="205"/>
                      <a:pt x="454" y="206"/>
                    </a:cubicBezTo>
                    <a:cubicBezTo>
                      <a:pt x="443" y="211"/>
                      <a:pt x="438" y="221"/>
                      <a:pt x="426" y="224"/>
                    </a:cubicBezTo>
                    <a:cubicBezTo>
                      <a:pt x="420" y="226"/>
                      <a:pt x="415" y="226"/>
                      <a:pt x="410" y="230"/>
                    </a:cubicBezTo>
                    <a:cubicBezTo>
                      <a:pt x="404" y="234"/>
                      <a:pt x="401" y="234"/>
                      <a:pt x="394" y="236"/>
                    </a:cubicBezTo>
                    <a:cubicBezTo>
                      <a:pt x="389" y="237"/>
                      <a:pt x="384" y="236"/>
                      <a:pt x="380" y="238"/>
                    </a:cubicBezTo>
                    <a:cubicBezTo>
                      <a:pt x="374" y="241"/>
                      <a:pt x="372" y="243"/>
                      <a:pt x="366" y="245"/>
                    </a:cubicBezTo>
                    <a:cubicBezTo>
                      <a:pt x="348" y="250"/>
                      <a:pt x="338" y="251"/>
                      <a:pt x="320" y="253"/>
                    </a:cubicBezTo>
                    <a:cubicBezTo>
                      <a:pt x="314" y="254"/>
                      <a:pt x="303" y="253"/>
                      <a:pt x="296" y="254"/>
                    </a:cubicBezTo>
                    <a:cubicBezTo>
                      <a:pt x="288" y="256"/>
                      <a:pt x="278" y="256"/>
                      <a:pt x="270" y="256"/>
                    </a:cubicBezTo>
                    <a:cubicBezTo>
                      <a:pt x="252" y="256"/>
                      <a:pt x="236" y="250"/>
                      <a:pt x="218" y="246"/>
                    </a:cubicBezTo>
                    <a:cubicBezTo>
                      <a:pt x="199" y="242"/>
                      <a:pt x="178" y="239"/>
                      <a:pt x="160" y="231"/>
                    </a:cubicBezTo>
                    <a:cubicBezTo>
                      <a:pt x="140" y="223"/>
                      <a:pt x="119" y="209"/>
                      <a:pt x="101" y="199"/>
                    </a:cubicBezTo>
                    <a:cubicBezTo>
                      <a:pt x="92" y="194"/>
                      <a:pt x="87" y="186"/>
                      <a:pt x="80" y="179"/>
                    </a:cubicBezTo>
                    <a:cubicBezTo>
                      <a:pt x="70" y="170"/>
                      <a:pt x="58" y="165"/>
                      <a:pt x="51" y="154"/>
                    </a:cubicBezTo>
                    <a:cubicBezTo>
                      <a:pt x="46" y="147"/>
                      <a:pt x="39" y="142"/>
                      <a:pt x="36" y="135"/>
                    </a:cubicBezTo>
                    <a:cubicBezTo>
                      <a:pt x="33" y="129"/>
                      <a:pt x="31" y="123"/>
                      <a:pt x="29" y="117"/>
                    </a:cubicBezTo>
                    <a:cubicBezTo>
                      <a:pt x="24" y="106"/>
                      <a:pt x="17" y="96"/>
                      <a:pt x="13" y="85"/>
                    </a:cubicBezTo>
                    <a:cubicBezTo>
                      <a:pt x="6" y="64"/>
                      <a:pt x="4" y="44"/>
                      <a:pt x="1" y="22"/>
                    </a:cubicBezTo>
                    <a:cubicBezTo>
                      <a:pt x="1" y="21"/>
                      <a:pt x="1" y="20"/>
                      <a:pt x="0" y="19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2" y="82"/>
                      <a:pt x="4" y="111"/>
                      <a:pt x="10" y="122"/>
                    </a:cubicBezTo>
                    <a:cubicBezTo>
                      <a:pt x="12" y="129"/>
                      <a:pt x="17" y="141"/>
                      <a:pt x="19" y="147"/>
                    </a:cubicBezTo>
                    <a:cubicBezTo>
                      <a:pt x="22" y="155"/>
                      <a:pt x="27" y="162"/>
                      <a:pt x="32" y="171"/>
                    </a:cubicBezTo>
                    <a:cubicBezTo>
                      <a:pt x="34" y="175"/>
                      <a:pt x="36" y="173"/>
                      <a:pt x="39" y="178"/>
                    </a:cubicBezTo>
                    <a:cubicBezTo>
                      <a:pt x="43" y="185"/>
                      <a:pt x="50" y="195"/>
                      <a:pt x="55" y="201"/>
                    </a:cubicBezTo>
                    <a:cubicBezTo>
                      <a:pt x="58" y="204"/>
                      <a:pt x="60" y="208"/>
                      <a:pt x="63" y="211"/>
                    </a:cubicBezTo>
                    <a:cubicBezTo>
                      <a:pt x="66" y="214"/>
                      <a:pt x="70" y="215"/>
                      <a:pt x="73" y="218"/>
                    </a:cubicBezTo>
                    <a:cubicBezTo>
                      <a:pt x="79" y="224"/>
                      <a:pt x="84" y="233"/>
                      <a:pt x="91" y="239"/>
                    </a:cubicBezTo>
                    <a:cubicBezTo>
                      <a:pt x="102" y="247"/>
                      <a:pt x="108" y="256"/>
                      <a:pt x="123" y="258"/>
                    </a:cubicBezTo>
                    <a:cubicBezTo>
                      <a:pt x="130" y="272"/>
                      <a:pt x="147" y="273"/>
                      <a:pt x="161" y="280"/>
                    </a:cubicBezTo>
                    <a:cubicBezTo>
                      <a:pt x="165" y="281"/>
                      <a:pt x="168" y="281"/>
                      <a:pt x="172" y="282"/>
                    </a:cubicBezTo>
                    <a:cubicBezTo>
                      <a:pt x="176" y="283"/>
                      <a:pt x="176" y="284"/>
                      <a:pt x="181" y="287"/>
                    </a:cubicBezTo>
                    <a:cubicBezTo>
                      <a:pt x="188" y="292"/>
                      <a:pt x="199" y="291"/>
                      <a:pt x="207" y="294"/>
                    </a:cubicBezTo>
                    <a:cubicBezTo>
                      <a:pt x="224" y="301"/>
                      <a:pt x="242" y="302"/>
                      <a:pt x="260" y="303"/>
                    </a:cubicBezTo>
                    <a:cubicBezTo>
                      <a:pt x="264" y="304"/>
                      <a:pt x="270" y="304"/>
                      <a:pt x="274" y="304"/>
                    </a:cubicBezTo>
                    <a:cubicBezTo>
                      <a:pt x="280" y="305"/>
                      <a:pt x="289" y="312"/>
                      <a:pt x="301" y="305"/>
                    </a:cubicBezTo>
                    <a:cubicBezTo>
                      <a:pt x="306" y="307"/>
                      <a:pt x="312" y="305"/>
                      <a:pt x="317" y="306"/>
                    </a:cubicBezTo>
                    <a:cubicBezTo>
                      <a:pt x="323" y="306"/>
                      <a:pt x="327" y="302"/>
                      <a:pt x="332" y="302"/>
                    </a:cubicBezTo>
                    <a:cubicBezTo>
                      <a:pt x="336" y="302"/>
                      <a:pt x="341" y="306"/>
                      <a:pt x="346" y="305"/>
                    </a:cubicBezTo>
                    <a:cubicBezTo>
                      <a:pt x="350" y="304"/>
                      <a:pt x="352" y="303"/>
                      <a:pt x="354" y="300"/>
                    </a:cubicBezTo>
                    <a:cubicBezTo>
                      <a:pt x="359" y="305"/>
                      <a:pt x="379" y="300"/>
                      <a:pt x="381" y="295"/>
                    </a:cubicBezTo>
                    <a:cubicBezTo>
                      <a:pt x="385" y="295"/>
                      <a:pt x="385" y="295"/>
                      <a:pt x="385" y="295"/>
                    </a:cubicBezTo>
                    <a:cubicBezTo>
                      <a:pt x="392" y="297"/>
                      <a:pt x="401" y="291"/>
                      <a:pt x="406" y="289"/>
                    </a:cubicBezTo>
                    <a:cubicBezTo>
                      <a:pt x="415" y="287"/>
                      <a:pt x="422" y="287"/>
                      <a:pt x="428" y="279"/>
                    </a:cubicBezTo>
                    <a:cubicBezTo>
                      <a:pt x="439" y="283"/>
                      <a:pt x="449" y="270"/>
                      <a:pt x="458" y="266"/>
                    </a:cubicBezTo>
                    <a:cubicBezTo>
                      <a:pt x="469" y="261"/>
                      <a:pt x="480" y="261"/>
                      <a:pt x="487" y="247"/>
                    </a:cubicBezTo>
                    <a:cubicBezTo>
                      <a:pt x="498" y="246"/>
                      <a:pt x="506" y="242"/>
                      <a:pt x="510" y="233"/>
                    </a:cubicBezTo>
                    <a:cubicBezTo>
                      <a:pt x="510" y="233"/>
                      <a:pt x="510" y="233"/>
                      <a:pt x="510" y="233"/>
                    </a:cubicBezTo>
                    <a:cubicBezTo>
                      <a:pt x="522" y="234"/>
                      <a:pt x="528" y="221"/>
                      <a:pt x="536" y="214"/>
                    </a:cubicBezTo>
                    <a:cubicBezTo>
                      <a:pt x="543" y="207"/>
                      <a:pt x="553" y="201"/>
                      <a:pt x="554" y="191"/>
                    </a:cubicBezTo>
                    <a:cubicBezTo>
                      <a:pt x="565" y="184"/>
                      <a:pt x="565" y="182"/>
                      <a:pt x="570" y="173"/>
                    </a:cubicBezTo>
                    <a:cubicBezTo>
                      <a:pt x="574" y="163"/>
                      <a:pt x="591" y="149"/>
                      <a:pt x="590" y="138"/>
                    </a:cubicBezTo>
                    <a:cubicBezTo>
                      <a:pt x="595" y="133"/>
                      <a:pt x="594" y="132"/>
                      <a:pt x="596" y="125"/>
                    </a:cubicBezTo>
                    <a:cubicBezTo>
                      <a:pt x="597" y="121"/>
                      <a:pt x="599" y="116"/>
                      <a:pt x="600" y="111"/>
                    </a:cubicBezTo>
                    <a:cubicBezTo>
                      <a:pt x="603" y="99"/>
                      <a:pt x="604" y="91"/>
                      <a:pt x="606" y="79"/>
                    </a:cubicBezTo>
                    <a:cubicBezTo>
                      <a:pt x="609" y="67"/>
                      <a:pt x="614" y="17"/>
                      <a:pt x="615" y="0"/>
                    </a:cubicBezTo>
                    <a:cubicBezTo>
                      <a:pt x="614" y="3"/>
                      <a:pt x="612" y="5"/>
                      <a:pt x="612" y="8"/>
                    </a:cubicBezTo>
                    <a:close/>
                  </a:path>
                </a:pathLst>
              </a:custGeom>
              <a:solidFill>
                <a:srgbClr val="F8D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4" name="Freeform 559">
                <a:extLst>
                  <a:ext uri="{FF2B5EF4-FFF2-40B4-BE49-F238E27FC236}">
                    <a16:creationId xmlns:a16="http://schemas.microsoft.com/office/drawing/2014/main" id="{B3FF84F9-65EB-45AE-B295-EFB7C6CE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83"/>
                <a:ext cx="1495" cy="1304"/>
              </a:xfrm>
              <a:custGeom>
                <a:avLst/>
                <a:gdLst>
                  <a:gd name="T0" fmla="*/ 8783 w 598"/>
                  <a:gd name="T1" fmla="*/ 6485 h 489"/>
                  <a:gd name="T2" fmla="*/ 9000 w 598"/>
                  <a:gd name="T3" fmla="*/ 5952 h 489"/>
                  <a:gd name="T4" fmla="*/ 9145 w 598"/>
                  <a:gd name="T5" fmla="*/ 5405 h 489"/>
                  <a:gd name="T6" fmla="*/ 9220 w 598"/>
                  <a:gd name="T7" fmla="*/ 4800 h 489"/>
                  <a:gd name="T8" fmla="*/ 9113 w 598"/>
                  <a:gd name="T9" fmla="*/ 3379 h 489"/>
                  <a:gd name="T10" fmla="*/ 8813 w 598"/>
                  <a:gd name="T11" fmla="*/ 2637 h 489"/>
                  <a:gd name="T12" fmla="*/ 8470 w 598"/>
                  <a:gd name="T13" fmla="*/ 1992 h 489"/>
                  <a:gd name="T14" fmla="*/ 7595 w 598"/>
                  <a:gd name="T15" fmla="*/ 1160 h 489"/>
                  <a:gd name="T16" fmla="*/ 6925 w 598"/>
                  <a:gd name="T17" fmla="*/ 648 h 489"/>
                  <a:gd name="T18" fmla="*/ 6113 w 598"/>
                  <a:gd name="T19" fmla="*/ 307 h 489"/>
                  <a:gd name="T20" fmla="*/ 5188 w 598"/>
                  <a:gd name="T21" fmla="*/ 115 h 489"/>
                  <a:gd name="T22" fmla="*/ 3970 w 598"/>
                  <a:gd name="T23" fmla="*/ 115 h 489"/>
                  <a:gd name="T24" fmla="*/ 2908 w 598"/>
                  <a:gd name="T25" fmla="*/ 435 h 489"/>
                  <a:gd name="T26" fmla="*/ 2300 w 598"/>
                  <a:gd name="T27" fmla="*/ 683 h 489"/>
                  <a:gd name="T28" fmla="*/ 1688 w 598"/>
                  <a:gd name="T29" fmla="*/ 1139 h 489"/>
                  <a:gd name="T30" fmla="*/ 1063 w 598"/>
                  <a:gd name="T31" fmla="*/ 1651 h 489"/>
                  <a:gd name="T32" fmla="*/ 675 w 598"/>
                  <a:gd name="T33" fmla="*/ 2163 h 489"/>
                  <a:gd name="T34" fmla="*/ 520 w 598"/>
                  <a:gd name="T35" fmla="*/ 2525 h 489"/>
                  <a:gd name="T36" fmla="*/ 208 w 598"/>
                  <a:gd name="T37" fmla="*/ 3320 h 489"/>
                  <a:gd name="T38" fmla="*/ 95 w 598"/>
                  <a:gd name="T39" fmla="*/ 3832 h 489"/>
                  <a:gd name="T40" fmla="*/ 33 w 598"/>
                  <a:gd name="T41" fmla="*/ 4813 h 489"/>
                  <a:gd name="T42" fmla="*/ 125 w 598"/>
                  <a:gd name="T43" fmla="*/ 5483 h 489"/>
                  <a:gd name="T44" fmla="*/ 520 w 598"/>
                  <a:gd name="T45" fmla="*/ 6920 h 489"/>
                  <a:gd name="T46" fmla="*/ 908 w 598"/>
                  <a:gd name="T47" fmla="*/ 7587 h 489"/>
                  <a:gd name="T48" fmla="*/ 2095 w 598"/>
                  <a:gd name="T49" fmla="*/ 8589 h 489"/>
                  <a:gd name="T50" fmla="*/ 3375 w 598"/>
                  <a:gd name="T51" fmla="*/ 9101 h 489"/>
                  <a:gd name="T52" fmla="*/ 4720 w 598"/>
                  <a:gd name="T53" fmla="*/ 9237 h 489"/>
                  <a:gd name="T54" fmla="*/ 5438 w 598"/>
                  <a:gd name="T55" fmla="*/ 9067 h 489"/>
                  <a:gd name="T56" fmla="*/ 6500 w 598"/>
                  <a:gd name="T57" fmla="*/ 8669 h 489"/>
                  <a:gd name="T58" fmla="*/ 7145 w 598"/>
                  <a:gd name="T59" fmla="*/ 8285 h 489"/>
                  <a:gd name="T60" fmla="*/ 7750 w 598"/>
                  <a:gd name="T61" fmla="*/ 7701 h 489"/>
                  <a:gd name="T62" fmla="*/ 8300 w 598"/>
                  <a:gd name="T63" fmla="*/ 7168 h 489"/>
                  <a:gd name="T64" fmla="*/ 8708 w 598"/>
                  <a:gd name="T65" fmla="*/ 6621 h 48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8" h="489">
                    <a:moveTo>
                      <a:pt x="557" y="349"/>
                    </a:moveTo>
                    <a:cubicBezTo>
                      <a:pt x="558" y="347"/>
                      <a:pt x="560" y="344"/>
                      <a:pt x="562" y="342"/>
                    </a:cubicBezTo>
                    <a:cubicBezTo>
                      <a:pt x="564" y="338"/>
                      <a:pt x="568" y="336"/>
                      <a:pt x="570" y="332"/>
                    </a:cubicBezTo>
                    <a:cubicBezTo>
                      <a:pt x="573" y="326"/>
                      <a:pt x="574" y="320"/>
                      <a:pt x="576" y="314"/>
                    </a:cubicBezTo>
                    <a:cubicBezTo>
                      <a:pt x="579" y="309"/>
                      <a:pt x="583" y="305"/>
                      <a:pt x="584" y="301"/>
                    </a:cubicBezTo>
                    <a:cubicBezTo>
                      <a:pt x="586" y="296"/>
                      <a:pt x="584" y="290"/>
                      <a:pt x="585" y="285"/>
                    </a:cubicBezTo>
                    <a:cubicBezTo>
                      <a:pt x="586" y="279"/>
                      <a:pt x="589" y="273"/>
                      <a:pt x="590" y="267"/>
                    </a:cubicBezTo>
                    <a:cubicBezTo>
                      <a:pt x="592" y="261"/>
                      <a:pt x="590" y="258"/>
                      <a:pt x="590" y="253"/>
                    </a:cubicBezTo>
                    <a:cubicBezTo>
                      <a:pt x="589" y="240"/>
                      <a:pt x="598" y="230"/>
                      <a:pt x="595" y="217"/>
                    </a:cubicBezTo>
                    <a:cubicBezTo>
                      <a:pt x="592" y="203"/>
                      <a:pt x="585" y="192"/>
                      <a:pt x="583" y="178"/>
                    </a:cubicBezTo>
                    <a:cubicBezTo>
                      <a:pt x="582" y="171"/>
                      <a:pt x="578" y="166"/>
                      <a:pt x="575" y="161"/>
                    </a:cubicBezTo>
                    <a:cubicBezTo>
                      <a:pt x="571" y="153"/>
                      <a:pt x="566" y="148"/>
                      <a:pt x="564" y="139"/>
                    </a:cubicBezTo>
                    <a:cubicBezTo>
                      <a:pt x="561" y="131"/>
                      <a:pt x="560" y="127"/>
                      <a:pt x="554" y="121"/>
                    </a:cubicBezTo>
                    <a:cubicBezTo>
                      <a:pt x="548" y="116"/>
                      <a:pt x="546" y="111"/>
                      <a:pt x="542" y="105"/>
                    </a:cubicBezTo>
                    <a:cubicBezTo>
                      <a:pt x="535" y="95"/>
                      <a:pt x="521" y="86"/>
                      <a:pt x="511" y="78"/>
                    </a:cubicBezTo>
                    <a:cubicBezTo>
                      <a:pt x="505" y="75"/>
                      <a:pt x="494" y="65"/>
                      <a:pt x="486" y="61"/>
                    </a:cubicBezTo>
                    <a:cubicBezTo>
                      <a:pt x="479" y="57"/>
                      <a:pt x="473" y="54"/>
                      <a:pt x="466" y="49"/>
                    </a:cubicBezTo>
                    <a:cubicBezTo>
                      <a:pt x="458" y="44"/>
                      <a:pt x="451" y="39"/>
                      <a:pt x="443" y="34"/>
                    </a:cubicBezTo>
                    <a:cubicBezTo>
                      <a:pt x="435" y="30"/>
                      <a:pt x="427" y="25"/>
                      <a:pt x="418" y="22"/>
                    </a:cubicBezTo>
                    <a:cubicBezTo>
                      <a:pt x="408" y="19"/>
                      <a:pt x="400" y="19"/>
                      <a:pt x="391" y="16"/>
                    </a:cubicBezTo>
                    <a:cubicBezTo>
                      <a:pt x="381" y="13"/>
                      <a:pt x="372" y="11"/>
                      <a:pt x="362" y="9"/>
                    </a:cubicBezTo>
                    <a:cubicBezTo>
                      <a:pt x="352" y="8"/>
                      <a:pt x="342" y="7"/>
                      <a:pt x="332" y="6"/>
                    </a:cubicBezTo>
                    <a:cubicBezTo>
                      <a:pt x="320" y="6"/>
                      <a:pt x="306" y="0"/>
                      <a:pt x="295" y="3"/>
                    </a:cubicBezTo>
                    <a:cubicBezTo>
                      <a:pt x="279" y="6"/>
                      <a:pt x="269" y="4"/>
                      <a:pt x="254" y="6"/>
                    </a:cubicBezTo>
                    <a:cubicBezTo>
                      <a:pt x="243" y="7"/>
                      <a:pt x="231" y="10"/>
                      <a:pt x="221" y="11"/>
                    </a:cubicBezTo>
                    <a:cubicBezTo>
                      <a:pt x="209" y="14"/>
                      <a:pt x="197" y="17"/>
                      <a:pt x="186" y="23"/>
                    </a:cubicBezTo>
                    <a:cubicBezTo>
                      <a:pt x="181" y="26"/>
                      <a:pt x="172" y="25"/>
                      <a:pt x="166" y="27"/>
                    </a:cubicBezTo>
                    <a:cubicBezTo>
                      <a:pt x="159" y="30"/>
                      <a:pt x="154" y="33"/>
                      <a:pt x="147" y="36"/>
                    </a:cubicBezTo>
                    <a:cubicBezTo>
                      <a:pt x="139" y="40"/>
                      <a:pt x="133" y="46"/>
                      <a:pt x="125" y="50"/>
                    </a:cubicBezTo>
                    <a:cubicBezTo>
                      <a:pt x="118" y="53"/>
                      <a:pt x="113" y="55"/>
                      <a:pt x="108" y="60"/>
                    </a:cubicBezTo>
                    <a:cubicBezTo>
                      <a:pt x="101" y="66"/>
                      <a:pt x="88" y="66"/>
                      <a:pt x="81" y="73"/>
                    </a:cubicBezTo>
                    <a:cubicBezTo>
                      <a:pt x="76" y="77"/>
                      <a:pt x="73" y="83"/>
                      <a:pt x="68" y="87"/>
                    </a:cubicBezTo>
                    <a:cubicBezTo>
                      <a:pt x="63" y="91"/>
                      <a:pt x="56" y="94"/>
                      <a:pt x="53" y="99"/>
                    </a:cubicBezTo>
                    <a:cubicBezTo>
                      <a:pt x="49" y="103"/>
                      <a:pt x="47" y="109"/>
                      <a:pt x="43" y="114"/>
                    </a:cubicBezTo>
                    <a:cubicBezTo>
                      <a:pt x="39" y="120"/>
                      <a:pt x="38" y="122"/>
                      <a:pt x="38" y="130"/>
                    </a:cubicBezTo>
                    <a:cubicBezTo>
                      <a:pt x="38" y="130"/>
                      <a:pt x="36" y="130"/>
                      <a:pt x="33" y="133"/>
                    </a:cubicBezTo>
                    <a:cubicBezTo>
                      <a:pt x="30" y="139"/>
                      <a:pt x="25" y="146"/>
                      <a:pt x="21" y="151"/>
                    </a:cubicBezTo>
                    <a:cubicBezTo>
                      <a:pt x="16" y="158"/>
                      <a:pt x="16" y="167"/>
                      <a:pt x="13" y="175"/>
                    </a:cubicBezTo>
                    <a:cubicBezTo>
                      <a:pt x="10" y="180"/>
                      <a:pt x="8" y="186"/>
                      <a:pt x="7" y="193"/>
                    </a:cubicBezTo>
                    <a:cubicBezTo>
                      <a:pt x="7" y="196"/>
                      <a:pt x="6" y="199"/>
                      <a:pt x="6" y="202"/>
                    </a:cubicBezTo>
                    <a:cubicBezTo>
                      <a:pt x="5" y="206"/>
                      <a:pt x="6" y="210"/>
                      <a:pt x="5" y="213"/>
                    </a:cubicBezTo>
                    <a:cubicBezTo>
                      <a:pt x="3" y="224"/>
                      <a:pt x="0" y="243"/>
                      <a:pt x="2" y="254"/>
                    </a:cubicBezTo>
                    <a:cubicBezTo>
                      <a:pt x="3" y="260"/>
                      <a:pt x="5" y="265"/>
                      <a:pt x="6" y="271"/>
                    </a:cubicBezTo>
                    <a:cubicBezTo>
                      <a:pt x="7" y="277"/>
                      <a:pt x="6" y="283"/>
                      <a:pt x="8" y="289"/>
                    </a:cubicBezTo>
                    <a:cubicBezTo>
                      <a:pt x="10" y="301"/>
                      <a:pt x="15" y="312"/>
                      <a:pt x="17" y="325"/>
                    </a:cubicBezTo>
                    <a:cubicBezTo>
                      <a:pt x="18" y="339"/>
                      <a:pt x="26" y="353"/>
                      <a:pt x="33" y="365"/>
                    </a:cubicBezTo>
                    <a:cubicBezTo>
                      <a:pt x="37" y="372"/>
                      <a:pt x="43" y="378"/>
                      <a:pt x="47" y="384"/>
                    </a:cubicBezTo>
                    <a:cubicBezTo>
                      <a:pt x="51" y="389"/>
                      <a:pt x="54" y="395"/>
                      <a:pt x="58" y="400"/>
                    </a:cubicBezTo>
                    <a:cubicBezTo>
                      <a:pt x="72" y="413"/>
                      <a:pt x="90" y="422"/>
                      <a:pt x="104" y="434"/>
                    </a:cubicBezTo>
                    <a:cubicBezTo>
                      <a:pt x="114" y="444"/>
                      <a:pt x="121" y="448"/>
                      <a:pt x="134" y="453"/>
                    </a:cubicBezTo>
                    <a:cubicBezTo>
                      <a:pt x="149" y="458"/>
                      <a:pt x="161" y="468"/>
                      <a:pt x="176" y="472"/>
                    </a:cubicBezTo>
                    <a:cubicBezTo>
                      <a:pt x="189" y="475"/>
                      <a:pt x="202" y="477"/>
                      <a:pt x="216" y="480"/>
                    </a:cubicBezTo>
                    <a:cubicBezTo>
                      <a:pt x="234" y="484"/>
                      <a:pt x="252" y="489"/>
                      <a:pt x="269" y="489"/>
                    </a:cubicBezTo>
                    <a:cubicBezTo>
                      <a:pt x="281" y="488"/>
                      <a:pt x="290" y="486"/>
                      <a:pt x="302" y="487"/>
                    </a:cubicBezTo>
                    <a:cubicBezTo>
                      <a:pt x="311" y="488"/>
                      <a:pt x="321" y="485"/>
                      <a:pt x="330" y="485"/>
                    </a:cubicBezTo>
                    <a:cubicBezTo>
                      <a:pt x="337" y="484"/>
                      <a:pt x="342" y="481"/>
                      <a:pt x="348" y="478"/>
                    </a:cubicBezTo>
                    <a:cubicBezTo>
                      <a:pt x="359" y="473"/>
                      <a:pt x="372" y="472"/>
                      <a:pt x="383" y="468"/>
                    </a:cubicBezTo>
                    <a:cubicBezTo>
                      <a:pt x="394" y="464"/>
                      <a:pt x="406" y="461"/>
                      <a:pt x="416" y="457"/>
                    </a:cubicBezTo>
                    <a:cubicBezTo>
                      <a:pt x="425" y="453"/>
                      <a:pt x="428" y="450"/>
                      <a:pt x="436" y="446"/>
                    </a:cubicBezTo>
                    <a:cubicBezTo>
                      <a:pt x="444" y="442"/>
                      <a:pt x="452" y="438"/>
                      <a:pt x="457" y="437"/>
                    </a:cubicBezTo>
                    <a:cubicBezTo>
                      <a:pt x="463" y="436"/>
                      <a:pt x="472" y="422"/>
                      <a:pt x="479" y="419"/>
                    </a:cubicBezTo>
                    <a:cubicBezTo>
                      <a:pt x="486" y="415"/>
                      <a:pt x="490" y="411"/>
                      <a:pt x="496" y="406"/>
                    </a:cubicBezTo>
                    <a:cubicBezTo>
                      <a:pt x="503" y="401"/>
                      <a:pt x="506" y="398"/>
                      <a:pt x="514" y="392"/>
                    </a:cubicBezTo>
                    <a:cubicBezTo>
                      <a:pt x="521" y="385"/>
                      <a:pt x="525" y="383"/>
                      <a:pt x="531" y="378"/>
                    </a:cubicBezTo>
                    <a:cubicBezTo>
                      <a:pt x="538" y="373"/>
                      <a:pt x="539" y="368"/>
                      <a:pt x="545" y="363"/>
                    </a:cubicBezTo>
                    <a:cubicBezTo>
                      <a:pt x="550" y="358"/>
                      <a:pt x="554" y="352"/>
                      <a:pt x="557" y="349"/>
                    </a:cubicBezTo>
                    <a:close/>
                  </a:path>
                </a:pathLst>
              </a:custGeom>
              <a:solidFill>
                <a:srgbClr val="F5D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5" name="Freeform 560">
                <a:extLst>
                  <a:ext uri="{FF2B5EF4-FFF2-40B4-BE49-F238E27FC236}">
                    <a16:creationId xmlns:a16="http://schemas.microsoft.com/office/drawing/2014/main" id="{EE3C508A-6453-4E74-A18A-FDBE24F9F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809"/>
                <a:ext cx="385" cy="608"/>
              </a:xfrm>
              <a:custGeom>
                <a:avLst/>
                <a:gdLst>
                  <a:gd name="T0" fmla="*/ 2408 w 154"/>
                  <a:gd name="T1" fmla="*/ 136 h 228"/>
                  <a:gd name="T2" fmla="*/ 2033 w 154"/>
                  <a:gd name="T3" fmla="*/ 205 h 228"/>
                  <a:gd name="T4" fmla="*/ 2033 w 154"/>
                  <a:gd name="T5" fmla="*/ 0 h 228"/>
                  <a:gd name="T6" fmla="*/ 1958 w 154"/>
                  <a:gd name="T7" fmla="*/ 56 h 228"/>
                  <a:gd name="T8" fmla="*/ 1688 w 154"/>
                  <a:gd name="T9" fmla="*/ 248 h 228"/>
                  <a:gd name="T10" fmla="*/ 1270 w 154"/>
                  <a:gd name="T11" fmla="*/ 491 h 228"/>
                  <a:gd name="T12" fmla="*/ 1063 w 154"/>
                  <a:gd name="T13" fmla="*/ 760 h 228"/>
                  <a:gd name="T14" fmla="*/ 863 w 154"/>
                  <a:gd name="T15" fmla="*/ 931 h 228"/>
                  <a:gd name="T16" fmla="*/ 813 w 154"/>
                  <a:gd name="T17" fmla="*/ 989 h 228"/>
                  <a:gd name="T18" fmla="*/ 675 w 154"/>
                  <a:gd name="T19" fmla="*/ 1272 h 228"/>
                  <a:gd name="T20" fmla="*/ 595 w 154"/>
                  <a:gd name="T21" fmla="*/ 1571 h 228"/>
                  <a:gd name="T22" fmla="*/ 520 w 154"/>
                  <a:gd name="T23" fmla="*/ 1629 h 228"/>
                  <a:gd name="T24" fmla="*/ 333 w 154"/>
                  <a:gd name="T25" fmla="*/ 1971 h 228"/>
                  <a:gd name="T26" fmla="*/ 208 w 154"/>
                  <a:gd name="T27" fmla="*/ 2424 h 228"/>
                  <a:gd name="T28" fmla="*/ 113 w 154"/>
                  <a:gd name="T29" fmla="*/ 2765 h 228"/>
                  <a:gd name="T30" fmla="*/ 95 w 154"/>
                  <a:gd name="T31" fmla="*/ 2936 h 228"/>
                  <a:gd name="T32" fmla="*/ 83 w 154"/>
                  <a:gd name="T33" fmla="*/ 3149 h 228"/>
                  <a:gd name="T34" fmla="*/ 33 w 154"/>
                  <a:gd name="T35" fmla="*/ 3925 h 228"/>
                  <a:gd name="T36" fmla="*/ 95 w 154"/>
                  <a:gd name="T37" fmla="*/ 4245 h 228"/>
                  <a:gd name="T38" fmla="*/ 95 w 154"/>
                  <a:gd name="T39" fmla="*/ 4323 h 228"/>
                  <a:gd name="T40" fmla="*/ 220 w 154"/>
                  <a:gd name="T41" fmla="*/ 3832 h 228"/>
                  <a:gd name="T42" fmla="*/ 595 w 154"/>
                  <a:gd name="T43" fmla="*/ 2539 h 228"/>
                  <a:gd name="T44" fmla="*/ 1175 w 154"/>
                  <a:gd name="T45" fmla="*/ 1501 h 228"/>
                  <a:gd name="T46" fmla="*/ 1658 w 154"/>
                  <a:gd name="T47" fmla="*/ 888 h 228"/>
                  <a:gd name="T48" fmla="*/ 2095 w 154"/>
                  <a:gd name="T49" fmla="*/ 533 h 228"/>
                  <a:gd name="T50" fmla="*/ 2408 w 154"/>
                  <a:gd name="T51" fmla="*/ 136 h 2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4" h="228">
                    <a:moveTo>
                      <a:pt x="154" y="7"/>
                    </a:moveTo>
                    <a:cubicBezTo>
                      <a:pt x="148" y="8"/>
                      <a:pt x="136" y="16"/>
                      <a:pt x="130" y="11"/>
                    </a:cubicBezTo>
                    <a:cubicBezTo>
                      <a:pt x="128" y="9"/>
                      <a:pt x="129" y="5"/>
                      <a:pt x="130" y="0"/>
                    </a:cubicBezTo>
                    <a:cubicBezTo>
                      <a:pt x="129" y="1"/>
                      <a:pt x="127" y="2"/>
                      <a:pt x="125" y="3"/>
                    </a:cubicBezTo>
                    <a:cubicBezTo>
                      <a:pt x="118" y="6"/>
                      <a:pt x="113" y="8"/>
                      <a:pt x="108" y="13"/>
                    </a:cubicBezTo>
                    <a:cubicBezTo>
                      <a:pt x="101" y="19"/>
                      <a:pt x="88" y="19"/>
                      <a:pt x="81" y="26"/>
                    </a:cubicBezTo>
                    <a:cubicBezTo>
                      <a:pt x="76" y="30"/>
                      <a:pt x="73" y="36"/>
                      <a:pt x="68" y="40"/>
                    </a:cubicBezTo>
                    <a:cubicBezTo>
                      <a:pt x="64" y="44"/>
                      <a:pt x="59" y="46"/>
                      <a:pt x="55" y="49"/>
                    </a:cubicBezTo>
                    <a:cubicBezTo>
                      <a:pt x="54" y="50"/>
                      <a:pt x="53" y="51"/>
                      <a:pt x="52" y="52"/>
                    </a:cubicBezTo>
                    <a:cubicBezTo>
                      <a:pt x="49" y="56"/>
                      <a:pt x="47" y="63"/>
                      <a:pt x="43" y="67"/>
                    </a:cubicBezTo>
                    <a:cubicBezTo>
                      <a:pt x="39" y="73"/>
                      <a:pt x="38" y="75"/>
                      <a:pt x="38" y="83"/>
                    </a:cubicBezTo>
                    <a:cubicBezTo>
                      <a:pt x="38" y="83"/>
                      <a:pt x="36" y="83"/>
                      <a:pt x="33" y="86"/>
                    </a:cubicBezTo>
                    <a:cubicBezTo>
                      <a:pt x="30" y="92"/>
                      <a:pt x="25" y="99"/>
                      <a:pt x="21" y="104"/>
                    </a:cubicBezTo>
                    <a:cubicBezTo>
                      <a:pt x="16" y="111"/>
                      <a:pt x="16" y="120"/>
                      <a:pt x="13" y="128"/>
                    </a:cubicBezTo>
                    <a:cubicBezTo>
                      <a:pt x="10" y="133"/>
                      <a:pt x="8" y="139"/>
                      <a:pt x="7" y="146"/>
                    </a:cubicBezTo>
                    <a:cubicBezTo>
                      <a:pt x="7" y="149"/>
                      <a:pt x="6" y="152"/>
                      <a:pt x="6" y="155"/>
                    </a:cubicBezTo>
                    <a:cubicBezTo>
                      <a:pt x="5" y="159"/>
                      <a:pt x="6" y="163"/>
                      <a:pt x="5" y="166"/>
                    </a:cubicBezTo>
                    <a:cubicBezTo>
                      <a:pt x="3" y="177"/>
                      <a:pt x="0" y="196"/>
                      <a:pt x="2" y="207"/>
                    </a:cubicBezTo>
                    <a:cubicBezTo>
                      <a:pt x="3" y="213"/>
                      <a:pt x="5" y="218"/>
                      <a:pt x="6" y="224"/>
                    </a:cubicBezTo>
                    <a:cubicBezTo>
                      <a:pt x="6" y="225"/>
                      <a:pt x="6" y="226"/>
                      <a:pt x="6" y="228"/>
                    </a:cubicBezTo>
                    <a:cubicBezTo>
                      <a:pt x="12" y="224"/>
                      <a:pt x="13" y="206"/>
                      <a:pt x="14" y="202"/>
                    </a:cubicBezTo>
                    <a:cubicBezTo>
                      <a:pt x="20" y="178"/>
                      <a:pt x="27" y="156"/>
                      <a:pt x="38" y="134"/>
                    </a:cubicBezTo>
                    <a:cubicBezTo>
                      <a:pt x="47" y="114"/>
                      <a:pt x="63" y="97"/>
                      <a:pt x="75" y="79"/>
                    </a:cubicBezTo>
                    <a:cubicBezTo>
                      <a:pt x="83" y="65"/>
                      <a:pt x="94" y="58"/>
                      <a:pt x="106" y="47"/>
                    </a:cubicBezTo>
                    <a:cubicBezTo>
                      <a:pt x="115" y="39"/>
                      <a:pt x="125" y="35"/>
                      <a:pt x="134" y="28"/>
                    </a:cubicBezTo>
                    <a:cubicBezTo>
                      <a:pt x="142" y="23"/>
                      <a:pt x="145" y="10"/>
                      <a:pt x="154" y="7"/>
                    </a:cubicBezTo>
                    <a:close/>
                  </a:path>
                </a:pathLst>
              </a:custGeom>
              <a:solidFill>
                <a:srgbClr val="F2C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6" name="Freeform 561">
                <a:extLst>
                  <a:ext uri="{FF2B5EF4-FFF2-40B4-BE49-F238E27FC236}">
                    <a16:creationId xmlns:a16="http://schemas.microsoft.com/office/drawing/2014/main" id="{66AB4AC7-88FB-4E30-9783-A614EFE17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734"/>
                <a:ext cx="1477" cy="1253"/>
              </a:xfrm>
              <a:custGeom>
                <a:avLst/>
                <a:gdLst>
                  <a:gd name="T0" fmla="*/ 9149 w 591"/>
                  <a:gd name="T1" fmla="*/ 4436 h 470"/>
                  <a:gd name="T2" fmla="*/ 9069 w 591"/>
                  <a:gd name="T3" fmla="*/ 3375 h 470"/>
                  <a:gd name="T4" fmla="*/ 8775 w 591"/>
                  <a:gd name="T5" fmla="*/ 2637 h 470"/>
                  <a:gd name="T6" fmla="*/ 8432 w 591"/>
                  <a:gd name="T7" fmla="*/ 1989 h 470"/>
                  <a:gd name="T8" fmla="*/ 7570 w 591"/>
                  <a:gd name="T9" fmla="*/ 1160 h 470"/>
                  <a:gd name="T10" fmla="*/ 6883 w 591"/>
                  <a:gd name="T11" fmla="*/ 648 h 470"/>
                  <a:gd name="T12" fmla="*/ 6070 w 591"/>
                  <a:gd name="T13" fmla="*/ 307 h 470"/>
                  <a:gd name="T14" fmla="*/ 5153 w 591"/>
                  <a:gd name="T15" fmla="*/ 115 h 470"/>
                  <a:gd name="T16" fmla="*/ 3934 w 591"/>
                  <a:gd name="T17" fmla="*/ 115 h 470"/>
                  <a:gd name="T18" fmla="*/ 2887 w 591"/>
                  <a:gd name="T19" fmla="*/ 435 h 470"/>
                  <a:gd name="T20" fmla="*/ 2262 w 591"/>
                  <a:gd name="T21" fmla="*/ 682 h 470"/>
                  <a:gd name="T22" fmla="*/ 1654 w 591"/>
                  <a:gd name="T23" fmla="*/ 1138 h 470"/>
                  <a:gd name="T24" fmla="*/ 1030 w 591"/>
                  <a:gd name="T25" fmla="*/ 1650 h 470"/>
                  <a:gd name="T26" fmla="*/ 655 w 591"/>
                  <a:gd name="T27" fmla="*/ 2159 h 470"/>
                  <a:gd name="T28" fmla="*/ 500 w 591"/>
                  <a:gd name="T29" fmla="*/ 2522 h 470"/>
                  <a:gd name="T30" fmla="*/ 167 w 591"/>
                  <a:gd name="T31" fmla="*/ 3319 h 470"/>
                  <a:gd name="T32" fmla="*/ 62 w 591"/>
                  <a:gd name="T33" fmla="*/ 3831 h 470"/>
                  <a:gd name="T34" fmla="*/ 0 w 591"/>
                  <a:gd name="T35" fmla="*/ 4607 h 470"/>
                  <a:gd name="T36" fmla="*/ 42 w 591"/>
                  <a:gd name="T37" fmla="*/ 5017 h 470"/>
                  <a:gd name="T38" fmla="*/ 62 w 591"/>
                  <a:gd name="T39" fmla="*/ 5188 h 470"/>
                  <a:gd name="T40" fmla="*/ 450 w 591"/>
                  <a:gd name="T41" fmla="*/ 6553 h 470"/>
                  <a:gd name="T42" fmla="*/ 842 w 591"/>
                  <a:gd name="T43" fmla="*/ 7222 h 470"/>
                  <a:gd name="T44" fmla="*/ 2029 w 591"/>
                  <a:gd name="T45" fmla="*/ 8224 h 470"/>
                  <a:gd name="T46" fmla="*/ 3311 w 591"/>
                  <a:gd name="T47" fmla="*/ 8734 h 470"/>
                  <a:gd name="T48" fmla="*/ 4653 w 591"/>
                  <a:gd name="T49" fmla="*/ 8870 h 470"/>
                  <a:gd name="T50" fmla="*/ 5371 w 591"/>
                  <a:gd name="T51" fmla="*/ 8699 h 470"/>
                  <a:gd name="T52" fmla="*/ 6433 w 591"/>
                  <a:gd name="T53" fmla="*/ 8302 h 470"/>
                  <a:gd name="T54" fmla="*/ 7070 w 591"/>
                  <a:gd name="T55" fmla="*/ 7918 h 470"/>
                  <a:gd name="T56" fmla="*/ 7682 w 591"/>
                  <a:gd name="T57" fmla="*/ 7334 h 470"/>
                  <a:gd name="T58" fmla="*/ 8225 w 591"/>
                  <a:gd name="T59" fmla="*/ 6801 h 470"/>
                  <a:gd name="T60" fmla="*/ 8632 w 591"/>
                  <a:gd name="T61" fmla="*/ 6254 h 470"/>
                  <a:gd name="T62" fmla="*/ 8837 w 591"/>
                  <a:gd name="T63" fmla="*/ 5926 h 470"/>
                  <a:gd name="T64" fmla="*/ 9057 w 591"/>
                  <a:gd name="T65" fmla="*/ 5345 h 470"/>
                  <a:gd name="T66" fmla="*/ 9149 w 591"/>
                  <a:gd name="T67" fmla="*/ 4697 h 4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91" h="470">
                    <a:moveTo>
                      <a:pt x="586" y="248"/>
                    </a:moveTo>
                    <a:cubicBezTo>
                      <a:pt x="588" y="242"/>
                      <a:pt x="586" y="239"/>
                      <a:pt x="586" y="234"/>
                    </a:cubicBezTo>
                    <a:cubicBezTo>
                      <a:pt x="585" y="225"/>
                      <a:pt x="590" y="217"/>
                      <a:pt x="591" y="208"/>
                    </a:cubicBezTo>
                    <a:cubicBezTo>
                      <a:pt x="588" y="198"/>
                      <a:pt x="583" y="189"/>
                      <a:pt x="581" y="178"/>
                    </a:cubicBezTo>
                    <a:cubicBezTo>
                      <a:pt x="580" y="171"/>
                      <a:pt x="576" y="166"/>
                      <a:pt x="573" y="161"/>
                    </a:cubicBezTo>
                    <a:cubicBezTo>
                      <a:pt x="569" y="153"/>
                      <a:pt x="565" y="147"/>
                      <a:pt x="562" y="139"/>
                    </a:cubicBezTo>
                    <a:cubicBezTo>
                      <a:pt x="559" y="131"/>
                      <a:pt x="558" y="127"/>
                      <a:pt x="552" y="121"/>
                    </a:cubicBezTo>
                    <a:cubicBezTo>
                      <a:pt x="547" y="116"/>
                      <a:pt x="545" y="111"/>
                      <a:pt x="540" y="105"/>
                    </a:cubicBezTo>
                    <a:cubicBezTo>
                      <a:pt x="533" y="95"/>
                      <a:pt x="519" y="86"/>
                      <a:pt x="510" y="78"/>
                    </a:cubicBezTo>
                    <a:cubicBezTo>
                      <a:pt x="503" y="75"/>
                      <a:pt x="492" y="64"/>
                      <a:pt x="485" y="61"/>
                    </a:cubicBezTo>
                    <a:cubicBezTo>
                      <a:pt x="478" y="57"/>
                      <a:pt x="471" y="54"/>
                      <a:pt x="464" y="49"/>
                    </a:cubicBezTo>
                    <a:cubicBezTo>
                      <a:pt x="457" y="43"/>
                      <a:pt x="449" y="39"/>
                      <a:pt x="441" y="34"/>
                    </a:cubicBezTo>
                    <a:cubicBezTo>
                      <a:pt x="433" y="30"/>
                      <a:pt x="425" y="24"/>
                      <a:pt x="416" y="22"/>
                    </a:cubicBezTo>
                    <a:cubicBezTo>
                      <a:pt x="407" y="19"/>
                      <a:pt x="399" y="19"/>
                      <a:pt x="389" y="16"/>
                    </a:cubicBezTo>
                    <a:cubicBezTo>
                      <a:pt x="379" y="13"/>
                      <a:pt x="370" y="11"/>
                      <a:pt x="360" y="9"/>
                    </a:cubicBezTo>
                    <a:cubicBezTo>
                      <a:pt x="351" y="7"/>
                      <a:pt x="340" y="7"/>
                      <a:pt x="330" y="6"/>
                    </a:cubicBezTo>
                    <a:cubicBezTo>
                      <a:pt x="319" y="6"/>
                      <a:pt x="304" y="0"/>
                      <a:pt x="293" y="3"/>
                    </a:cubicBezTo>
                    <a:cubicBezTo>
                      <a:pt x="278" y="6"/>
                      <a:pt x="267" y="4"/>
                      <a:pt x="252" y="6"/>
                    </a:cubicBezTo>
                    <a:cubicBezTo>
                      <a:pt x="242" y="7"/>
                      <a:pt x="229" y="9"/>
                      <a:pt x="219" y="11"/>
                    </a:cubicBezTo>
                    <a:cubicBezTo>
                      <a:pt x="207" y="13"/>
                      <a:pt x="195" y="17"/>
                      <a:pt x="185" y="23"/>
                    </a:cubicBezTo>
                    <a:cubicBezTo>
                      <a:pt x="179" y="26"/>
                      <a:pt x="170" y="25"/>
                      <a:pt x="164" y="27"/>
                    </a:cubicBezTo>
                    <a:cubicBezTo>
                      <a:pt x="158" y="30"/>
                      <a:pt x="152" y="33"/>
                      <a:pt x="145" y="36"/>
                    </a:cubicBezTo>
                    <a:cubicBezTo>
                      <a:pt x="137" y="40"/>
                      <a:pt x="132" y="46"/>
                      <a:pt x="124" y="50"/>
                    </a:cubicBezTo>
                    <a:cubicBezTo>
                      <a:pt x="117" y="53"/>
                      <a:pt x="112" y="55"/>
                      <a:pt x="106" y="60"/>
                    </a:cubicBezTo>
                    <a:cubicBezTo>
                      <a:pt x="99" y="66"/>
                      <a:pt x="86" y="66"/>
                      <a:pt x="80" y="72"/>
                    </a:cubicBezTo>
                    <a:cubicBezTo>
                      <a:pt x="75" y="77"/>
                      <a:pt x="72" y="83"/>
                      <a:pt x="66" y="87"/>
                    </a:cubicBezTo>
                    <a:cubicBezTo>
                      <a:pt x="62" y="91"/>
                      <a:pt x="55" y="94"/>
                      <a:pt x="51" y="98"/>
                    </a:cubicBezTo>
                    <a:cubicBezTo>
                      <a:pt x="48" y="103"/>
                      <a:pt x="45" y="109"/>
                      <a:pt x="42" y="114"/>
                    </a:cubicBezTo>
                    <a:cubicBezTo>
                      <a:pt x="38" y="120"/>
                      <a:pt x="36" y="122"/>
                      <a:pt x="36" y="130"/>
                    </a:cubicBezTo>
                    <a:cubicBezTo>
                      <a:pt x="36" y="130"/>
                      <a:pt x="34" y="130"/>
                      <a:pt x="32" y="133"/>
                    </a:cubicBezTo>
                    <a:cubicBezTo>
                      <a:pt x="29" y="139"/>
                      <a:pt x="24" y="146"/>
                      <a:pt x="20" y="151"/>
                    </a:cubicBezTo>
                    <a:cubicBezTo>
                      <a:pt x="14" y="158"/>
                      <a:pt x="14" y="167"/>
                      <a:pt x="11" y="175"/>
                    </a:cubicBezTo>
                    <a:cubicBezTo>
                      <a:pt x="9" y="180"/>
                      <a:pt x="6" y="186"/>
                      <a:pt x="5" y="192"/>
                    </a:cubicBezTo>
                    <a:cubicBezTo>
                      <a:pt x="5" y="196"/>
                      <a:pt x="4" y="199"/>
                      <a:pt x="4" y="202"/>
                    </a:cubicBezTo>
                    <a:cubicBezTo>
                      <a:pt x="4" y="206"/>
                      <a:pt x="4" y="210"/>
                      <a:pt x="3" y="213"/>
                    </a:cubicBezTo>
                    <a:cubicBezTo>
                      <a:pt x="2" y="221"/>
                      <a:pt x="0" y="233"/>
                      <a:pt x="0" y="243"/>
                    </a:cubicBezTo>
                    <a:cubicBezTo>
                      <a:pt x="0" y="246"/>
                      <a:pt x="1" y="249"/>
                      <a:pt x="2" y="252"/>
                    </a:cubicBezTo>
                    <a:cubicBezTo>
                      <a:pt x="2" y="256"/>
                      <a:pt x="2" y="261"/>
                      <a:pt x="3" y="265"/>
                    </a:cubicBezTo>
                    <a:cubicBezTo>
                      <a:pt x="3" y="267"/>
                      <a:pt x="4" y="269"/>
                      <a:pt x="4" y="271"/>
                    </a:cubicBezTo>
                    <a:cubicBezTo>
                      <a:pt x="4" y="272"/>
                      <a:pt x="4" y="273"/>
                      <a:pt x="4" y="274"/>
                    </a:cubicBezTo>
                    <a:cubicBezTo>
                      <a:pt x="7" y="284"/>
                      <a:pt x="12" y="295"/>
                      <a:pt x="13" y="306"/>
                    </a:cubicBezTo>
                    <a:cubicBezTo>
                      <a:pt x="14" y="320"/>
                      <a:pt x="22" y="334"/>
                      <a:pt x="29" y="346"/>
                    </a:cubicBezTo>
                    <a:cubicBezTo>
                      <a:pt x="33" y="353"/>
                      <a:pt x="39" y="359"/>
                      <a:pt x="43" y="365"/>
                    </a:cubicBezTo>
                    <a:cubicBezTo>
                      <a:pt x="47" y="370"/>
                      <a:pt x="50" y="376"/>
                      <a:pt x="54" y="381"/>
                    </a:cubicBezTo>
                    <a:cubicBezTo>
                      <a:pt x="68" y="394"/>
                      <a:pt x="86" y="403"/>
                      <a:pt x="100" y="415"/>
                    </a:cubicBezTo>
                    <a:cubicBezTo>
                      <a:pt x="110" y="425"/>
                      <a:pt x="117" y="429"/>
                      <a:pt x="130" y="434"/>
                    </a:cubicBezTo>
                    <a:cubicBezTo>
                      <a:pt x="145" y="439"/>
                      <a:pt x="157" y="449"/>
                      <a:pt x="172" y="453"/>
                    </a:cubicBezTo>
                    <a:cubicBezTo>
                      <a:pt x="185" y="456"/>
                      <a:pt x="198" y="458"/>
                      <a:pt x="212" y="461"/>
                    </a:cubicBezTo>
                    <a:cubicBezTo>
                      <a:pt x="230" y="465"/>
                      <a:pt x="248" y="470"/>
                      <a:pt x="265" y="470"/>
                    </a:cubicBezTo>
                    <a:cubicBezTo>
                      <a:pt x="277" y="469"/>
                      <a:pt x="286" y="467"/>
                      <a:pt x="298" y="468"/>
                    </a:cubicBezTo>
                    <a:cubicBezTo>
                      <a:pt x="307" y="469"/>
                      <a:pt x="317" y="466"/>
                      <a:pt x="326" y="466"/>
                    </a:cubicBezTo>
                    <a:cubicBezTo>
                      <a:pt x="333" y="465"/>
                      <a:pt x="338" y="462"/>
                      <a:pt x="344" y="459"/>
                    </a:cubicBezTo>
                    <a:cubicBezTo>
                      <a:pt x="355" y="454"/>
                      <a:pt x="368" y="453"/>
                      <a:pt x="379" y="449"/>
                    </a:cubicBezTo>
                    <a:cubicBezTo>
                      <a:pt x="390" y="445"/>
                      <a:pt x="402" y="442"/>
                      <a:pt x="412" y="438"/>
                    </a:cubicBezTo>
                    <a:cubicBezTo>
                      <a:pt x="421" y="434"/>
                      <a:pt x="424" y="431"/>
                      <a:pt x="432" y="427"/>
                    </a:cubicBezTo>
                    <a:cubicBezTo>
                      <a:pt x="440" y="423"/>
                      <a:pt x="448" y="419"/>
                      <a:pt x="453" y="418"/>
                    </a:cubicBezTo>
                    <a:cubicBezTo>
                      <a:pt x="459" y="417"/>
                      <a:pt x="468" y="403"/>
                      <a:pt x="475" y="400"/>
                    </a:cubicBezTo>
                    <a:cubicBezTo>
                      <a:pt x="482" y="396"/>
                      <a:pt x="486" y="392"/>
                      <a:pt x="492" y="387"/>
                    </a:cubicBezTo>
                    <a:cubicBezTo>
                      <a:pt x="499" y="382"/>
                      <a:pt x="502" y="379"/>
                      <a:pt x="510" y="373"/>
                    </a:cubicBezTo>
                    <a:cubicBezTo>
                      <a:pt x="517" y="366"/>
                      <a:pt x="521" y="364"/>
                      <a:pt x="527" y="359"/>
                    </a:cubicBezTo>
                    <a:cubicBezTo>
                      <a:pt x="534" y="354"/>
                      <a:pt x="535" y="349"/>
                      <a:pt x="541" y="344"/>
                    </a:cubicBezTo>
                    <a:cubicBezTo>
                      <a:pt x="546" y="339"/>
                      <a:pt x="550" y="333"/>
                      <a:pt x="553" y="330"/>
                    </a:cubicBezTo>
                    <a:cubicBezTo>
                      <a:pt x="554" y="328"/>
                      <a:pt x="556" y="325"/>
                      <a:pt x="558" y="323"/>
                    </a:cubicBezTo>
                    <a:cubicBezTo>
                      <a:pt x="560" y="319"/>
                      <a:pt x="564" y="317"/>
                      <a:pt x="566" y="313"/>
                    </a:cubicBezTo>
                    <a:cubicBezTo>
                      <a:pt x="569" y="307"/>
                      <a:pt x="570" y="301"/>
                      <a:pt x="572" y="295"/>
                    </a:cubicBezTo>
                    <a:cubicBezTo>
                      <a:pt x="575" y="290"/>
                      <a:pt x="579" y="286"/>
                      <a:pt x="580" y="282"/>
                    </a:cubicBezTo>
                    <a:cubicBezTo>
                      <a:pt x="582" y="277"/>
                      <a:pt x="580" y="271"/>
                      <a:pt x="581" y="266"/>
                    </a:cubicBezTo>
                    <a:cubicBezTo>
                      <a:pt x="582" y="260"/>
                      <a:pt x="585" y="254"/>
                      <a:pt x="586" y="248"/>
                    </a:cubicBezTo>
                    <a:close/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7" name="Freeform 562">
                <a:extLst>
                  <a:ext uri="{FF2B5EF4-FFF2-40B4-BE49-F238E27FC236}">
                    <a16:creationId xmlns:a16="http://schemas.microsoft.com/office/drawing/2014/main" id="{67D2F539-CE6F-4786-BBFD-B8F5FD29CB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3" y="1734"/>
                <a:ext cx="1477" cy="1253"/>
              </a:xfrm>
              <a:custGeom>
                <a:avLst/>
                <a:gdLst>
                  <a:gd name="T0" fmla="*/ 8775 w 591"/>
                  <a:gd name="T1" fmla="*/ 2637 h 470"/>
                  <a:gd name="T2" fmla="*/ 7962 w 591"/>
                  <a:gd name="T3" fmla="*/ 1480 h 470"/>
                  <a:gd name="T4" fmla="*/ 6883 w 591"/>
                  <a:gd name="T5" fmla="*/ 648 h 470"/>
                  <a:gd name="T6" fmla="*/ 5621 w 591"/>
                  <a:gd name="T7" fmla="*/ 171 h 470"/>
                  <a:gd name="T8" fmla="*/ 3934 w 591"/>
                  <a:gd name="T9" fmla="*/ 115 h 470"/>
                  <a:gd name="T10" fmla="*/ 2562 w 591"/>
                  <a:gd name="T11" fmla="*/ 512 h 470"/>
                  <a:gd name="T12" fmla="*/ 1654 w 591"/>
                  <a:gd name="T13" fmla="*/ 1138 h 470"/>
                  <a:gd name="T14" fmla="*/ 792 w 591"/>
                  <a:gd name="T15" fmla="*/ 1856 h 470"/>
                  <a:gd name="T16" fmla="*/ 500 w 591"/>
                  <a:gd name="T17" fmla="*/ 2522 h 470"/>
                  <a:gd name="T18" fmla="*/ 75 w 591"/>
                  <a:gd name="T19" fmla="*/ 3639 h 470"/>
                  <a:gd name="T20" fmla="*/ 0 w 591"/>
                  <a:gd name="T21" fmla="*/ 4607 h 470"/>
                  <a:gd name="T22" fmla="*/ 30 w 591"/>
                  <a:gd name="T23" fmla="*/ 4927 h 470"/>
                  <a:gd name="T24" fmla="*/ 62 w 591"/>
                  <a:gd name="T25" fmla="*/ 5188 h 470"/>
                  <a:gd name="T26" fmla="*/ 200 w 591"/>
                  <a:gd name="T27" fmla="*/ 5798 h 470"/>
                  <a:gd name="T28" fmla="*/ 842 w 591"/>
                  <a:gd name="T29" fmla="*/ 7222 h 470"/>
                  <a:gd name="T30" fmla="*/ 2687 w 591"/>
                  <a:gd name="T31" fmla="*/ 8584 h 470"/>
                  <a:gd name="T32" fmla="*/ 4653 w 591"/>
                  <a:gd name="T33" fmla="*/ 8870 h 470"/>
                  <a:gd name="T34" fmla="*/ 5915 w 591"/>
                  <a:gd name="T35" fmla="*/ 8507 h 470"/>
                  <a:gd name="T36" fmla="*/ 7070 w 591"/>
                  <a:gd name="T37" fmla="*/ 7918 h 470"/>
                  <a:gd name="T38" fmla="*/ 7962 w 591"/>
                  <a:gd name="T39" fmla="*/ 7065 h 470"/>
                  <a:gd name="T40" fmla="*/ 8632 w 591"/>
                  <a:gd name="T41" fmla="*/ 6254 h 470"/>
                  <a:gd name="T42" fmla="*/ 8807 w 591"/>
                  <a:gd name="T43" fmla="*/ 5985 h 470"/>
                  <a:gd name="T44" fmla="*/ 9057 w 591"/>
                  <a:gd name="T45" fmla="*/ 5345 h 470"/>
                  <a:gd name="T46" fmla="*/ 9149 w 591"/>
                  <a:gd name="T47" fmla="*/ 4436 h 470"/>
                  <a:gd name="T48" fmla="*/ 9162 w 591"/>
                  <a:gd name="T49" fmla="*/ 4287 h 470"/>
                  <a:gd name="T50" fmla="*/ 9182 w 591"/>
                  <a:gd name="T51" fmla="*/ 4186 h 470"/>
                  <a:gd name="T52" fmla="*/ 9069 w 591"/>
                  <a:gd name="T53" fmla="*/ 3375 h 470"/>
                  <a:gd name="T54" fmla="*/ 7370 w 591"/>
                  <a:gd name="T55" fmla="*/ 1877 h 470"/>
                  <a:gd name="T56" fmla="*/ 6695 w 591"/>
                  <a:gd name="T57" fmla="*/ 1613 h 470"/>
                  <a:gd name="T58" fmla="*/ 6665 w 591"/>
                  <a:gd name="T59" fmla="*/ 1250 h 470"/>
                  <a:gd name="T60" fmla="*/ 4059 w 591"/>
                  <a:gd name="T61" fmla="*/ 341 h 470"/>
                  <a:gd name="T62" fmla="*/ 3041 w 591"/>
                  <a:gd name="T63" fmla="*/ 797 h 470"/>
                  <a:gd name="T64" fmla="*/ 2249 w 591"/>
                  <a:gd name="T65" fmla="*/ 1557 h 470"/>
                  <a:gd name="T66" fmla="*/ 2249 w 591"/>
                  <a:gd name="T67" fmla="*/ 1557 h 470"/>
                  <a:gd name="T68" fmla="*/ 342 w 591"/>
                  <a:gd name="T69" fmla="*/ 4756 h 470"/>
                  <a:gd name="T70" fmla="*/ 637 w 591"/>
                  <a:gd name="T71" fmla="*/ 3276 h 470"/>
                  <a:gd name="T72" fmla="*/ 917 w 591"/>
                  <a:gd name="T73" fmla="*/ 3844 h 470"/>
                  <a:gd name="T74" fmla="*/ 792 w 591"/>
                  <a:gd name="T75" fmla="*/ 5644 h 470"/>
                  <a:gd name="T76" fmla="*/ 687 w 591"/>
                  <a:gd name="T77" fmla="*/ 5756 h 470"/>
                  <a:gd name="T78" fmla="*/ 1979 w 591"/>
                  <a:gd name="T79" fmla="*/ 7201 h 470"/>
                  <a:gd name="T80" fmla="*/ 1405 w 591"/>
                  <a:gd name="T81" fmla="*/ 6348 h 470"/>
                  <a:gd name="T82" fmla="*/ 2229 w 591"/>
                  <a:gd name="T83" fmla="*/ 7222 h 470"/>
                  <a:gd name="T84" fmla="*/ 3091 w 591"/>
                  <a:gd name="T85" fmla="*/ 7790 h 470"/>
                  <a:gd name="T86" fmla="*/ 6540 w 591"/>
                  <a:gd name="T87" fmla="*/ 7995 h 470"/>
                  <a:gd name="T88" fmla="*/ 6695 w 591"/>
                  <a:gd name="T89" fmla="*/ 7846 h 470"/>
                  <a:gd name="T90" fmla="*/ 8757 w 591"/>
                  <a:gd name="T91" fmla="*/ 5116 h 470"/>
                  <a:gd name="T92" fmla="*/ 8257 w 591"/>
                  <a:gd name="T93" fmla="*/ 5721 h 470"/>
                  <a:gd name="T94" fmla="*/ 7165 w 591"/>
                  <a:gd name="T95" fmla="*/ 5836 h 470"/>
                  <a:gd name="T96" fmla="*/ 8382 w 591"/>
                  <a:gd name="T97" fmla="*/ 4058 h 470"/>
                  <a:gd name="T98" fmla="*/ 7837 w 591"/>
                  <a:gd name="T99" fmla="*/ 1967 h 470"/>
                  <a:gd name="T100" fmla="*/ 8557 w 591"/>
                  <a:gd name="T101" fmla="*/ 3674 h 470"/>
                  <a:gd name="T102" fmla="*/ 8775 w 591"/>
                  <a:gd name="T103" fmla="*/ 4927 h 47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91" h="470">
                    <a:moveTo>
                      <a:pt x="581" y="178"/>
                    </a:moveTo>
                    <a:cubicBezTo>
                      <a:pt x="580" y="171"/>
                      <a:pt x="576" y="166"/>
                      <a:pt x="573" y="161"/>
                    </a:cubicBezTo>
                    <a:cubicBezTo>
                      <a:pt x="569" y="153"/>
                      <a:pt x="565" y="147"/>
                      <a:pt x="562" y="139"/>
                    </a:cubicBezTo>
                    <a:cubicBezTo>
                      <a:pt x="559" y="131"/>
                      <a:pt x="558" y="127"/>
                      <a:pt x="552" y="121"/>
                    </a:cubicBezTo>
                    <a:cubicBezTo>
                      <a:pt x="547" y="116"/>
                      <a:pt x="545" y="111"/>
                      <a:pt x="540" y="105"/>
                    </a:cubicBezTo>
                    <a:cubicBezTo>
                      <a:pt x="533" y="95"/>
                      <a:pt x="519" y="86"/>
                      <a:pt x="510" y="78"/>
                    </a:cubicBezTo>
                    <a:cubicBezTo>
                      <a:pt x="503" y="75"/>
                      <a:pt x="492" y="64"/>
                      <a:pt x="485" y="61"/>
                    </a:cubicBezTo>
                    <a:cubicBezTo>
                      <a:pt x="478" y="57"/>
                      <a:pt x="471" y="54"/>
                      <a:pt x="464" y="49"/>
                    </a:cubicBezTo>
                    <a:cubicBezTo>
                      <a:pt x="457" y="43"/>
                      <a:pt x="449" y="39"/>
                      <a:pt x="441" y="34"/>
                    </a:cubicBezTo>
                    <a:cubicBezTo>
                      <a:pt x="433" y="30"/>
                      <a:pt x="425" y="24"/>
                      <a:pt x="416" y="22"/>
                    </a:cubicBezTo>
                    <a:cubicBezTo>
                      <a:pt x="407" y="19"/>
                      <a:pt x="399" y="19"/>
                      <a:pt x="389" y="16"/>
                    </a:cubicBezTo>
                    <a:cubicBezTo>
                      <a:pt x="379" y="13"/>
                      <a:pt x="370" y="11"/>
                      <a:pt x="360" y="9"/>
                    </a:cubicBezTo>
                    <a:cubicBezTo>
                      <a:pt x="351" y="7"/>
                      <a:pt x="340" y="7"/>
                      <a:pt x="330" y="6"/>
                    </a:cubicBezTo>
                    <a:cubicBezTo>
                      <a:pt x="319" y="6"/>
                      <a:pt x="304" y="0"/>
                      <a:pt x="293" y="3"/>
                    </a:cubicBezTo>
                    <a:cubicBezTo>
                      <a:pt x="278" y="6"/>
                      <a:pt x="267" y="4"/>
                      <a:pt x="252" y="6"/>
                    </a:cubicBezTo>
                    <a:cubicBezTo>
                      <a:pt x="242" y="7"/>
                      <a:pt x="229" y="9"/>
                      <a:pt x="219" y="11"/>
                    </a:cubicBezTo>
                    <a:cubicBezTo>
                      <a:pt x="207" y="13"/>
                      <a:pt x="195" y="17"/>
                      <a:pt x="185" y="23"/>
                    </a:cubicBezTo>
                    <a:cubicBezTo>
                      <a:pt x="179" y="26"/>
                      <a:pt x="170" y="25"/>
                      <a:pt x="164" y="27"/>
                    </a:cubicBezTo>
                    <a:cubicBezTo>
                      <a:pt x="158" y="30"/>
                      <a:pt x="152" y="33"/>
                      <a:pt x="145" y="36"/>
                    </a:cubicBezTo>
                    <a:cubicBezTo>
                      <a:pt x="137" y="40"/>
                      <a:pt x="132" y="46"/>
                      <a:pt x="124" y="50"/>
                    </a:cubicBezTo>
                    <a:cubicBezTo>
                      <a:pt x="117" y="53"/>
                      <a:pt x="112" y="55"/>
                      <a:pt x="106" y="60"/>
                    </a:cubicBezTo>
                    <a:cubicBezTo>
                      <a:pt x="99" y="66"/>
                      <a:pt x="86" y="66"/>
                      <a:pt x="80" y="72"/>
                    </a:cubicBezTo>
                    <a:cubicBezTo>
                      <a:pt x="75" y="77"/>
                      <a:pt x="72" y="83"/>
                      <a:pt x="66" y="87"/>
                    </a:cubicBezTo>
                    <a:cubicBezTo>
                      <a:pt x="62" y="91"/>
                      <a:pt x="55" y="94"/>
                      <a:pt x="51" y="98"/>
                    </a:cubicBezTo>
                    <a:cubicBezTo>
                      <a:pt x="48" y="103"/>
                      <a:pt x="45" y="109"/>
                      <a:pt x="42" y="114"/>
                    </a:cubicBezTo>
                    <a:cubicBezTo>
                      <a:pt x="38" y="120"/>
                      <a:pt x="36" y="122"/>
                      <a:pt x="36" y="130"/>
                    </a:cubicBezTo>
                    <a:cubicBezTo>
                      <a:pt x="36" y="130"/>
                      <a:pt x="34" y="130"/>
                      <a:pt x="32" y="133"/>
                    </a:cubicBezTo>
                    <a:cubicBezTo>
                      <a:pt x="29" y="139"/>
                      <a:pt x="24" y="146"/>
                      <a:pt x="20" y="151"/>
                    </a:cubicBezTo>
                    <a:cubicBezTo>
                      <a:pt x="14" y="158"/>
                      <a:pt x="14" y="167"/>
                      <a:pt x="11" y="175"/>
                    </a:cubicBezTo>
                    <a:cubicBezTo>
                      <a:pt x="9" y="180"/>
                      <a:pt x="6" y="186"/>
                      <a:pt x="5" y="192"/>
                    </a:cubicBezTo>
                    <a:cubicBezTo>
                      <a:pt x="5" y="196"/>
                      <a:pt x="4" y="199"/>
                      <a:pt x="4" y="202"/>
                    </a:cubicBezTo>
                    <a:cubicBezTo>
                      <a:pt x="4" y="206"/>
                      <a:pt x="4" y="210"/>
                      <a:pt x="3" y="213"/>
                    </a:cubicBezTo>
                    <a:cubicBezTo>
                      <a:pt x="2" y="221"/>
                      <a:pt x="0" y="233"/>
                      <a:pt x="0" y="243"/>
                    </a:cubicBezTo>
                    <a:cubicBezTo>
                      <a:pt x="0" y="246"/>
                      <a:pt x="1" y="249"/>
                      <a:pt x="2" y="252"/>
                    </a:cubicBezTo>
                    <a:cubicBezTo>
                      <a:pt x="2" y="252"/>
                      <a:pt x="2" y="253"/>
                      <a:pt x="2" y="253"/>
                    </a:cubicBezTo>
                    <a:cubicBezTo>
                      <a:pt x="2" y="255"/>
                      <a:pt x="2" y="258"/>
                      <a:pt x="2" y="260"/>
                    </a:cubicBezTo>
                    <a:cubicBezTo>
                      <a:pt x="3" y="262"/>
                      <a:pt x="3" y="264"/>
                      <a:pt x="3" y="265"/>
                    </a:cubicBezTo>
                    <a:cubicBezTo>
                      <a:pt x="3" y="267"/>
                      <a:pt x="4" y="269"/>
                      <a:pt x="4" y="271"/>
                    </a:cubicBezTo>
                    <a:cubicBezTo>
                      <a:pt x="4" y="272"/>
                      <a:pt x="4" y="273"/>
                      <a:pt x="4" y="274"/>
                    </a:cubicBezTo>
                    <a:cubicBezTo>
                      <a:pt x="5" y="277"/>
                      <a:pt x="6" y="280"/>
                      <a:pt x="7" y="283"/>
                    </a:cubicBezTo>
                    <a:cubicBezTo>
                      <a:pt x="8" y="286"/>
                      <a:pt x="9" y="289"/>
                      <a:pt x="10" y="293"/>
                    </a:cubicBezTo>
                    <a:cubicBezTo>
                      <a:pt x="11" y="297"/>
                      <a:pt x="12" y="301"/>
                      <a:pt x="13" y="306"/>
                    </a:cubicBezTo>
                    <a:cubicBezTo>
                      <a:pt x="14" y="320"/>
                      <a:pt x="22" y="334"/>
                      <a:pt x="29" y="346"/>
                    </a:cubicBezTo>
                    <a:cubicBezTo>
                      <a:pt x="33" y="353"/>
                      <a:pt x="39" y="359"/>
                      <a:pt x="43" y="365"/>
                    </a:cubicBezTo>
                    <a:cubicBezTo>
                      <a:pt x="47" y="370"/>
                      <a:pt x="50" y="376"/>
                      <a:pt x="54" y="381"/>
                    </a:cubicBezTo>
                    <a:cubicBezTo>
                      <a:pt x="68" y="394"/>
                      <a:pt x="86" y="403"/>
                      <a:pt x="100" y="415"/>
                    </a:cubicBezTo>
                    <a:cubicBezTo>
                      <a:pt x="110" y="425"/>
                      <a:pt x="117" y="429"/>
                      <a:pt x="130" y="434"/>
                    </a:cubicBezTo>
                    <a:cubicBezTo>
                      <a:pt x="145" y="439"/>
                      <a:pt x="157" y="449"/>
                      <a:pt x="172" y="453"/>
                    </a:cubicBezTo>
                    <a:cubicBezTo>
                      <a:pt x="185" y="456"/>
                      <a:pt x="198" y="458"/>
                      <a:pt x="212" y="461"/>
                    </a:cubicBezTo>
                    <a:cubicBezTo>
                      <a:pt x="230" y="465"/>
                      <a:pt x="248" y="470"/>
                      <a:pt x="265" y="470"/>
                    </a:cubicBezTo>
                    <a:cubicBezTo>
                      <a:pt x="277" y="469"/>
                      <a:pt x="286" y="467"/>
                      <a:pt x="298" y="468"/>
                    </a:cubicBezTo>
                    <a:cubicBezTo>
                      <a:pt x="307" y="469"/>
                      <a:pt x="317" y="466"/>
                      <a:pt x="326" y="466"/>
                    </a:cubicBezTo>
                    <a:cubicBezTo>
                      <a:pt x="333" y="465"/>
                      <a:pt x="338" y="462"/>
                      <a:pt x="344" y="459"/>
                    </a:cubicBezTo>
                    <a:cubicBezTo>
                      <a:pt x="355" y="454"/>
                      <a:pt x="368" y="453"/>
                      <a:pt x="379" y="449"/>
                    </a:cubicBezTo>
                    <a:cubicBezTo>
                      <a:pt x="390" y="445"/>
                      <a:pt x="402" y="442"/>
                      <a:pt x="412" y="438"/>
                    </a:cubicBezTo>
                    <a:cubicBezTo>
                      <a:pt x="421" y="434"/>
                      <a:pt x="424" y="431"/>
                      <a:pt x="432" y="427"/>
                    </a:cubicBezTo>
                    <a:cubicBezTo>
                      <a:pt x="440" y="423"/>
                      <a:pt x="448" y="419"/>
                      <a:pt x="453" y="418"/>
                    </a:cubicBezTo>
                    <a:cubicBezTo>
                      <a:pt x="459" y="417"/>
                      <a:pt x="468" y="403"/>
                      <a:pt x="475" y="400"/>
                    </a:cubicBezTo>
                    <a:cubicBezTo>
                      <a:pt x="482" y="396"/>
                      <a:pt x="486" y="392"/>
                      <a:pt x="492" y="387"/>
                    </a:cubicBezTo>
                    <a:cubicBezTo>
                      <a:pt x="499" y="382"/>
                      <a:pt x="502" y="379"/>
                      <a:pt x="510" y="373"/>
                    </a:cubicBezTo>
                    <a:cubicBezTo>
                      <a:pt x="517" y="366"/>
                      <a:pt x="521" y="364"/>
                      <a:pt x="527" y="359"/>
                    </a:cubicBezTo>
                    <a:cubicBezTo>
                      <a:pt x="534" y="354"/>
                      <a:pt x="535" y="349"/>
                      <a:pt x="541" y="344"/>
                    </a:cubicBezTo>
                    <a:cubicBezTo>
                      <a:pt x="546" y="339"/>
                      <a:pt x="550" y="333"/>
                      <a:pt x="553" y="330"/>
                    </a:cubicBezTo>
                    <a:cubicBezTo>
                      <a:pt x="554" y="328"/>
                      <a:pt x="556" y="325"/>
                      <a:pt x="558" y="323"/>
                    </a:cubicBezTo>
                    <a:cubicBezTo>
                      <a:pt x="559" y="320"/>
                      <a:pt x="562" y="319"/>
                      <a:pt x="563" y="317"/>
                    </a:cubicBezTo>
                    <a:cubicBezTo>
                      <a:pt x="564" y="316"/>
                      <a:pt x="564" y="316"/>
                      <a:pt x="564" y="316"/>
                    </a:cubicBezTo>
                    <a:cubicBezTo>
                      <a:pt x="565" y="315"/>
                      <a:pt x="566" y="314"/>
                      <a:pt x="566" y="313"/>
                    </a:cubicBezTo>
                    <a:cubicBezTo>
                      <a:pt x="569" y="307"/>
                      <a:pt x="570" y="301"/>
                      <a:pt x="572" y="295"/>
                    </a:cubicBezTo>
                    <a:cubicBezTo>
                      <a:pt x="575" y="290"/>
                      <a:pt x="579" y="286"/>
                      <a:pt x="580" y="282"/>
                    </a:cubicBezTo>
                    <a:cubicBezTo>
                      <a:pt x="582" y="277"/>
                      <a:pt x="580" y="271"/>
                      <a:pt x="581" y="266"/>
                    </a:cubicBezTo>
                    <a:cubicBezTo>
                      <a:pt x="582" y="260"/>
                      <a:pt x="585" y="254"/>
                      <a:pt x="586" y="248"/>
                    </a:cubicBezTo>
                    <a:cubicBezTo>
                      <a:pt x="588" y="242"/>
                      <a:pt x="586" y="239"/>
                      <a:pt x="586" y="234"/>
                    </a:cubicBezTo>
                    <a:cubicBezTo>
                      <a:pt x="586" y="232"/>
                      <a:pt x="586" y="231"/>
                      <a:pt x="586" y="230"/>
                    </a:cubicBezTo>
                    <a:cubicBezTo>
                      <a:pt x="586" y="229"/>
                      <a:pt x="586" y="229"/>
                      <a:pt x="586" y="228"/>
                    </a:cubicBezTo>
                    <a:cubicBezTo>
                      <a:pt x="586" y="228"/>
                      <a:pt x="586" y="227"/>
                      <a:pt x="587" y="226"/>
                    </a:cubicBezTo>
                    <a:cubicBezTo>
                      <a:pt x="587" y="225"/>
                      <a:pt x="587" y="225"/>
                      <a:pt x="587" y="225"/>
                    </a:cubicBezTo>
                    <a:cubicBezTo>
                      <a:pt x="587" y="224"/>
                      <a:pt x="587" y="223"/>
                      <a:pt x="588" y="222"/>
                    </a:cubicBezTo>
                    <a:cubicBezTo>
                      <a:pt x="588" y="222"/>
                      <a:pt x="588" y="221"/>
                      <a:pt x="588" y="221"/>
                    </a:cubicBezTo>
                    <a:cubicBezTo>
                      <a:pt x="588" y="220"/>
                      <a:pt x="588" y="220"/>
                      <a:pt x="588" y="219"/>
                    </a:cubicBezTo>
                    <a:cubicBezTo>
                      <a:pt x="589" y="215"/>
                      <a:pt x="591" y="212"/>
                      <a:pt x="591" y="208"/>
                    </a:cubicBezTo>
                    <a:cubicBezTo>
                      <a:pt x="588" y="198"/>
                      <a:pt x="583" y="189"/>
                      <a:pt x="581" y="178"/>
                    </a:cubicBezTo>
                    <a:close/>
                    <a:moveTo>
                      <a:pt x="427" y="66"/>
                    </a:moveTo>
                    <a:cubicBezTo>
                      <a:pt x="442" y="66"/>
                      <a:pt x="450" y="75"/>
                      <a:pt x="457" y="86"/>
                    </a:cubicBezTo>
                    <a:cubicBezTo>
                      <a:pt x="461" y="93"/>
                      <a:pt x="466" y="94"/>
                      <a:pt x="472" y="99"/>
                    </a:cubicBezTo>
                    <a:cubicBezTo>
                      <a:pt x="474" y="101"/>
                      <a:pt x="476" y="103"/>
                      <a:pt x="479" y="105"/>
                    </a:cubicBezTo>
                    <a:cubicBezTo>
                      <a:pt x="475" y="103"/>
                      <a:pt x="472" y="102"/>
                      <a:pt x="468" y="100"/>
                    </a:cubicBezTo>
                    <a:cubicBezTo>
                      <a:pt x="455" y="96"/>
                      <a:pt x="439" y="95"/>
                      <a:pt x="429" y="85"/>
                    </a:cubicBezTo>
                    <a:cubicBezTo>
                      <a:pt x="425" y="80"/>
                      <a:pt x="423" y="74"/>
                      <a:pt x="419" y="70"/>
                    </a:cubicBezTo>
                    <a:cubicBezTo>
                      <a:pt x="417" y="68"/>
                      <a:pt x="416" y="67"/>
                      <a:pt x="414" y="66"/>
                    </a:cubicBezTo>
                    <a:cubicBezTo>
                      <a:pt x="419" y="66"/>
                      <a:pt x="423" y="66"/>
                      <a:pt x="427" y="66"/>
                    </a:cubicBezTo>
                    <a:close/>
                    <a:moveTo>
                      <a:pt x="190" y="36"/>
                    </a:moveTo>
                    <a:cubicBezTo>
                      <a:pt x="201" y="31"/>
                      <a:pt x="211" y="24"/>
                      <a:pt x="222" y="22"/>
                    </a:cubicBezTo>
                    <a:cubicBezTo>
                      <a:pt x="234" y="19"/>
                      <a:pt x="248" y="15"/>
                      <a:pt x="260" y="18"/>
                    </a:cubicBezTo>
                    <a:cubicBezTo>
                      <a:pt x="267" y="19"/>
                      <a:pt x="271" y="24"/>
                      <a:pt x="275" y="28"/>
                    </a:cubicBezTo>
                    <a:cubicBezTo>
                      <a:pt x="274" y="28"/>
                      <a:pt x="273" y="28"/>
                      <a:pt x="272" y="28"/>
                    </a:cubicBezTo>
                    <a:cubicBezTo>
                      <a:pt x="243" y="25"/>
                      <a:pt x="221" y="34"/>
                      <a:pt x="195" y="42"/>
                    </a:cubicBezTo>
                    <a:cubicBezTo>
                      <a:pt x="192" y="43"/>
                      <a:pt x="187" y="44"/>
                      <a:pt x="182" y="44"/>
                    </a:cubicBezTo>
                    <a:cubicBezTo>
                      <a:pt x="184" y="41"/>
                      <a:pt x="186" y="38"/>
                      <a:pt x="190" y="36"/>
                    </a:cubicBezTo>
                    <a:close/>
                    <a:moveTo>
                      <a:pt x="144" y="82"/>
                    </a:moveTo>
                    <a:cubicBezTo>
                      <a:pt x="144" y="81"/>
                      <a:pt x="144" y="81"/>
                      <a:pt x="144" y="80"/>
                    </a:cubicBezTo>
                    <a:cubicBezTo>
                      <a:pt x="144" y="80"/>
                      <a:pt x="144" y="79"/>
                      <a:pt x="144" y="78"/>
                    </a:cubicBezTo>
                    <a:cubicBezTo>
                      <a:pt x="144" y="79"/>
                      <a:pt x="144" y="81"/>
                      <a:pt x="144" y="82"/>
                    </a:cubicBezTo>
                    <a:close/>
                    <a:moveTo>
                      <a:pt x="44" y="304"/>
                    </a:moveTo>
                    <a:cubicBezTo>
                      <a:pt x="39" y="292"/>
                      <a:pt x="46" y="277"/>
                      <a:pt x="34" y="268"/>
                    </a:cubicBezTo>
                    <a:cubicBezTo>
                      <a:pt x="31" y="262"/>
                      <a:pt x="25" y="258"/>
                      <a:pt x="22" y="251"/>
                    </a:cubicBezTo>
                    <a:cubicBezTo>
                      <a:pt x="20" y="242"/>
                      <a:pt x="21" y="230"/>
                      <a:pt x="22" y="221"/>
                    </a:cubicBezTo>
                    <a:cubicBezTo>
                      <a:pt x="23" y="211"/>
                      <a:pt x="23" y="200"/>
                      <a:pt x="24" y="190"/>
                    </a:cubicBezTo>
                    <a:cubicBezTo>
                      <a:pt x="26" y="178"/>
                      <a:pt x="32" y="179"/>
                      <a:pt x="41" y="173"/>
                    </a:cubicBezTo>
                    <a:cubicBezTo>
                      <a:pt x="46" y="170"/>
                      <a:pt x="50" y="167"/>
                      <a:pt x="53" y="164"/>
                    </a:cubicBezTo>
                    <a:cubicBezTo>
                      <a:pt x="51" y="168"/>
                      <a:pt x="49" y="174"/>
                      <a:pt x="47" y="180"/>
                    </a:cubicBezTo>
                    <a:cubicBezTo>
                      <a:pt x="41" y="196"/>
                      <a:pt x="45" y="198"/>
                      <a:pt x="59" y="203"/>
                    </a:cubicBezTo>
                    <a:cubicBezTo>
                      <a:pt x="70" y="207"/>
                      <a:pt x="73" y="201"/>
                      <a:pt x="79" y="212"/>
                    </a:cubicBezTo>
                    <a:cubicBezTo>
                      <a:pt x="84" y="221"/>
                      <a:pt x="74" y="246"/>
                      <a:pt x="68" y="256"/>
                    </a:cubicBezTo>
                    <a:cubicBezTo>
                      <a:pt x="61" y="266"/>
                      <a:pt x="45" y="283"/>
                      <a:pt x="51" y="298"/>
                    </a:cubicBezTo>
                    <a:cubicBezTo>
                      <a:pt x="67" y="297"/>
                      <a:pt x="76" y="312"/>
                      <a:pt x="85" y="327"/>
                    </a:cubicBezTo>
                    <a:cubicBezTo>
                      <a:pt x="83" y="326"/>
                      <a:pt x="82" y="327"/>
                      <a:pt x="78" y="326"/>
                    </a:cubicBezTo>
                    <a:cubicBezTo>
                      <a:pt x="65" y="322"/>
                      <a:pt x="50" y="316"/>
                      <a:pt x="44" y="304"/>
                    </a:cubicBezTo>
                    <a:close/>
                    <a:moveTo>
                      <a:pt x="158" y="404"/>
                    </a:moveTo>
                    <a:cubicBezTo>
                      <a:pt x="151" y="400"/>
                      <a:pt x="149" y="401"/>
                      <a:pt x="141" y="400"/>
                    </a:cubicBezTo>
                    <a:cubicBezTo>
                      <a:pt x="127" y="398"/>
                      <a:pt x="130" y="391"/>
                      <a:pt x="127" y="380"/>
                    </a:cubicBezTo>
                    <a:cubicBezTo>
                      <a:pt x="125" y="372"/>
                      <a:pt x="121" y="370"/>
                      <a:pt x="114" y="366"/>
                    </a:cubicBezTo>
                    <a:cubicBezTo>
                      <a:pt x="106" y="361"/>
                      <a:pt x="96" y="356"/>
                      <a:pt x="92" y="346"/>
                    </a:cubicBezTo>
                    <a:cubicBezTo>
                      <a:pt x="90" y="343"/>
                      <a:pt x="91" y="339"/>
                      <a:pt x="90" y="335"/>
                    </a:cubicBezTo>
                    <a:cubicBezTo>
                      <a:pt x="90" y="336"/>
                      <a:pt x="90" y="336"/>
                      <a:pt x="91" y="336"/>
                    </a:cubicBezTo>
                    <a:cubicBezTo>
                      <a:pt x="96" y="345"/>
                      <a:pt x="120" y="331"/>
                      <a:pt x="126" y="338"/>
                    </a:cubicBezTo>
                    <a:cubicBezTo>
                      <a:pt x="137" y="350"/>
                      <a:pt x="136" y="367"/>
                      <a:pt x="143" y="381"/>
                    </a:cubicBezTo>
                    <a:cubicBezTo>
                      <a:pt x="147" y="390"/>
                      <a:pt x="154" y="390"/>
                      <a:pt x="162" y="392"/>
                    </a:cubicBezTo>
                    <a:cubicBezTo>
                      <a:pt x="171" y="395"/>
                      <a:pt x="177" y="401"/>
                      <a:pt x="185" y="406"/>
                    </a:cubicBezTo>
                    <a:cubicBezTo>
                      <a:pt x="189" y="408"/>
                      <a:pt x="194" y="410"/>
                      <a:pt x="198" y="411"/>
                    </a:cubicBezTo>
                    <a:cubicBezTo>
                      <a:pt x="195" y="414"/>
                      <a:pt x="195" y="415"/>
                      <a:pt x="188" y="416"/>
                    </a:cubicBezTo>
                    <a:cubicBezTo>
                      <a:pt x="175" y="416"/>
                      <a:pt x="168" y="410"/>
                      <a:pt x="158" y="404"/>
                    </a:cubicBezTo>
                    <a:close/>
                    <a:moveTo>
                      <a:pt x="419" y="422"/>
                    </a:moveTo>
                    <a:cubicBezTo>
                      <a:pt x="408" y="424"/>
                      <a:pt x="395" y="428"/>
                      <a:pt x="384" y="429"/>
                    </a:cubicBezTo>
                    <a:cubicBezTo>
                      <a:pt x="380" y="429"/>
                      <a:pt x="377" y="428"/>
                      <a:pt x="373" y="428"/>
                    </a:cubicBezTo>
                    <a:cubicBezTo>
                      <a:pt x="392" y="423"/>
                      <a:pt x="412" y="423"/>
                      <a:pt x="429" y="414"/>
                    </a:cubicBezTo>
                    <a:cubicBezTo>
                      <a:pt x="435" y="410"/>
                      <a:pt x="440" y="407"/>
                      <a:pt x="445" y="403"/>
                    </a:cubicBezTo>
                    <a:cubicBezTo>
                      <a:pt x="437" y="414"/>
                      <a:pt x="432" y="418"/>
                      <a:pt x="419" y="422"/>
                    </a:cubicBezTo>
                    <a:close/>
                    <a:moveTo>
                      <a:pt x="561" y="270"/>
                    </a:moveTo>
                    <a:cubicBezTo>
                      <a:pt x="556" y="274"/>
                      <a:pt x="552" y="278"/>
                      <a:pt x="548" y="279"/>
                    </a:cubicBezTo>
                    <a:cubicBezTo>
                      <a:pt x="543" y="282"/>
                      <a:pt x="535" y="279"/>
                      <a:pt x="532" y="283"/>
                    </a:cubicBezTo>
                    <a:cubicBezTo>
                      <a:pt x="528" y="287"/>
                      <a:pt x="529" y="297"/>
                      <a:pt x="529" y="302"/>
                    </a:cubicBezTo>
                    <a:cubicBezTo>
                      <a:pt x="527" y="316"/>
                      <a:pt x="524" y="328"/>
                      <a:pt x="509" y="334"/>
                    </a:cubicBezTo>
                    <a:cubicBezTo>
                      <a:pt x="496" y="339"/>
                      <a:pt x="482" y="339"/>
                      <a:pt x="469" y="343"/>
                    </a:cubicBezTo>
                    <a:cubicBezTo>
                      <a:pt x="466" y="331"/>
                      <a:pt x="458" y="321"/>
                      <a:pt x="459" y="308"/>
                    </a:cubicBezTo>
                    <a:cubicBezTo>
                      <a:pt x="461" y="292"/>
                      <a:pt x="482" y="290"/>
                      <a:pt x="495" y="286"/>
                    </a:cubicBezTo>
                    <a:cubicBezTo>
                      <a:pt x="513" y="281"/>
                      <a:pt x="524" y="272"/>
                      <a:pt x="530" y="254"/>
                    </a:cubicBezTo>
                    <a:cubicBezTo>
                      <a:pt x="534" y="240"/>
                      <a:pt x="534" y="227"/>
                      <a:pt x="537" y="214"/>
                    </a:cubicBezTo>
                    <a:cubicBezTo>
                      <a:pt x="539" y="203"/>
                      <a:pt x="538" y="193"/>
                      <a:pt x="535" y="183"/>
                    </a:cubicBezTo>
                    <a:cubicBezTo>
                      <a:pt x="534" y="178"/>
                      <a:pt x="521" y="175"/>
                      <a:pt x="519" y="169"/>
                    </a:cubicBezTo>
                    <a:cubicBezTo>
                      <a:pt x="511" y="152"/>
                      <a:pt x="515" y="117"/>
                      <a:pt x="502" y="104"/>
                    </a:cubicBezTo>
                    <a:cubicBezTo>
                      <a:pt x="507" y="107"/>
                      <a:pt x="512" y="109"/>
                      <a:pt x="517" y="113"/>
                    </a:cubicBezTo>
                    <a:cubicBezTo>
                      <a:pt x="528" y="122"/>
                      <a:pt x="543" y="151"/>
                      <a:pt x="547" y="165"/>
                    </a:cubicBezTo>
                    <a:cubicBezTo>
                      <a:pt x="551" y="173"/>
                      <a:pt x="549" y="185"/>
                      <a:pt x="548" y="194"/>
                    </a:cubicBezTo>
                    <a:cubicBezTo>
                      <a:pt x="548" y="199"/>
                      <a:pt x="545" y="203"/>
                      <a:pt x="545" y="208"/>
                    </a:cubicBezTo>
                    <a:cubicBezTo>
                      <a:pt x="544" y="216"/>
                      <a:pt x="547" y="217"/>
                      <a:pt x="552" y="223"/>
                    </a:cubicBezTo>
                    <a:cubicBezTo>
                      <a:pt x="559" y="234"/>
                      <a:pt x="562" y="248"/>
                      <a:pt x="562" y="260"/>
                    </a:cubicBezTo>
                    <a:cubicBezTo>
                      <a:pt x="562" y="263"/>
                      <a:pt x="561" y="267"/>
                      <a:pt x="561" y="270"/>
                    </a:cubicBezTo>
                    <a:close/>
                  </a:path>
                </a:pathLst>
              </a:custGeom>
              <a:solidFill>
                <a:srgbClr val="F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8" name="Freeform 563">
                <a:extLst>
                  <a:ext uri="{FF2B5EF4-FFF2-40B4-BE49-F238E27FC236}">
                    <a16:creationId xmlns:a16="http://schemas.microsoft.com/office/drawing/2014/main" id="{69829A44-A94E-4D87-8CBE-A7DA15D6B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347"/>
                <a:ext cx="108" cy="243"/>
              </a:xfrm>
              <a:custGeom>
                <a:avLst/>
                <a:gdLst>
                  <a:gd name="T0" fmla="*/ 600 w 43"/>
                  <a:gd name="T1" fmla="*/ 0 h 91"/>
                  <a:gd name="T2" fmla="*/ 588 w 43"/>
                  <a:gd name="T3" fmla="*/ 342 h 91"/>
                  <a:gd name="T4" fmla="*/ 651 w 43"/>
                  <a:gd name="T5" fmla="*/ 820 h 91"/>
                  <a:gd name="T6" fmla="*/ 522 w 43"/>
                  <a:gd name="T7" fmla="*/ 1370 h 91"/>
                  <a:gd name="T8" fmla="*/ 0 w 43"/>
                  <a:gd name="T9" fmla="*/ 1677 h 91"/>
                  <a:gd name="T10" fmla="*/ 251 w 43"/>
                  <a:gd name="T11" fmla="*/ 913 h 91"/>
                  <a:gd name="T12" fmla="*/ 176 w 43"/>
                  <a:gd name="T13" fmla="*/ 534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91">
                    <a:moveTo>
                      <a:pt x="38" y="0"/>
                    </a:moveTo>
                    <a:cubicBezTo>
                      <a:pt x="38" y="6"/>
                      <a:pt x="37" y="12"/>
                      <a:pt x="37" y="18"/>
                    </a:cubicBezTo>
                    <a:cubicBezTo>
                      <a:pt x="36" y="27"/>
                      <a:pt x="40" y="35"/>
                      <a:pt x="41" y="43"/>
                    </a:cubicBezTo>
                    <a:cubicBezTo>
                      <a:pt x="43" y="52"/>
                      <a:pt x="39" y="65"/>
                      <a:pt x="33" y="72"/>
                    </a:cubicBezTo>
                    <a:cubicBezTo>
                      <a:pt x="27" y="82"/>
                      <a:pt x="12" y="91"/>
                      <a:pt x="0" y="88"/>
                    </a:cubicBezTo>
                    <a:cubicBezTo>
                      <a:pt x="13" y="79"/>
                      <a:pt x="18" y="63"/>
                      <a:pt x="16" y="48"/>
                    </a:cubicBezTo>
                    <a:cubicBezTo>
                      <a:pt x="16" y="43"/>
                      <a:pt x="10" y="32"/>
                      <a:pt x="11" y="28"/>
                    </a:cubicBezTo>
                  </a:path>
                </a:pathLst>
              </a:custGeom>
              <a:solidFill>
                <a:srgbClr val="F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59" name="Freeform 564">
                <a:extLst>
                  <a:ext uri="{FF2B5EF4-FFF2-40B4-BE49-F238E27FC236}">
                    <a16:creationId xmlns:a16="http://schemas.microsoft.com/office/drawing/2014/main" id="{EF04E9EB-6206-4A96-BC81-78ABFBB88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25"/>
                <a:ext cx="200" cy="176"/>
              </a:xfrm>
              <a:custGeom>
                <a:avLst/>
                <a:gdLst>
                  <a:gd name="T0" fmla="*/ 0 w 80"/>
                  <a:gd name="T1" fmla="*/ 968 h 66"/>
                  <a:gd name="T2" fmla="*/ 488 w 80"/>
                  <a:gd name="T3" fmla="*/ 1229 h 66"/>
                  <a:gd name="T4" fmla="*/ 1113 w 80"/>
                  <a:gd name="T5" fmla="*/ 968 h 66"/>
                  <a:gd name="T6" fmla="*/ 1220 w 80"/>
                  <a:gd name="T7" fmla="*/ 363 h 66"/>
                  <a:gd name="T8" fmla="*/ 800 w 80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6">
                    <a:moveTo>
                      <a:pt x="0" y="51"/>
                    </a:moveTo>
                    <a:cubicBezTo>
                      <a:pt x="11" y="59"/>
                      <a:pt x="16" y="64"/>
                      <a:pt x="31" y="65"/>
                    </a:cubicBezTo>
                    <a:cubicBezTo>
                      <a:pt x="47" y="66"/>
                      <a:pt x="60" y="63"/>
                      <a:pt x="71" y="51"/>
                    </a:cubicBezTo>
                    <a:cubicBezTo>
                      <a:pt x="78" y="42"/>
                      <a:pt x="80" y="31"/>
                      <a:pt x="78" y="19"/>
                    </a:cubicBezTo>
                    <a:cubicBezTo>
                      <a:pt x="76" y="6"/>
                      <a:pt x="63" y="1"/>
                      <a:pt x="51" y="0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0" name="Freeform 565">
                <a:extLst>
                  <a:ext uri="{FF2B5EF4-FFF2-40B4-BE49-F238E27FC236}">
                    <a16:creationId xmlns:a16="http://schemas.microsoft.com/office/drawing/2014/main" id="{9E45E0F9-F9DA-48CC-AAFE-9DC2D0FD6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377"/>
                <a:ext cx="640" cy="608"/>
              </a:xfrm>
              <a:custGeom>
                <a:avLst/>
                <a:gdLst>
                  <a:gd name="T0" fmla="*/ 3333 w 256"/>
                  <a:gd name="T1" fmla="*/ 4131 h 228"/>
                  <a:gd name="T2" fmla="*/ 2770 w 256"/>
                  <a:gd name="T3" fmla="*/ 3720 h 228"/>
                  <a:gd name="T4" fmla="*/ 2425 w 256"/>
                  <a:gd name="T5" fmla="*/ 3584 h 228"/>
                  <a:gd name="T6" fmla="*/ 2113 w 256"/>
                  <a:gd name="T7" fmla="*/ 3392 h 228"/>
                  <a:gd name="T8" fmla="*/ 1833 w 256"/>
                  <a:gd name="T9" fmla="*/ 3221 h 228"/>
                  <a:gd name="T10" fmla="*/ 1613 w 256"/>
                  <a:gd name="T11" fmla="*/ 3016 h 228"/>
                  <a:gd name="T12" fmla="*/ 1313 w 256"/>
                  <a:gd name="T13" fmla="*/ 2653 h 228"/>
                  <a:gd name="T14" fmla="*/ 1063 w 256"/>
                  <a:gd name="T15" fmla="*/ 2411 h 228"/>
                  <a:gd name="T16" fmla="*/ 550 w 256"/>
                  <a:gd name="T17" fmla="*/ 1784 h 228"/>
                  <a:gd name="T18" fmla="*/ 208 w 256"/>
                  <a:gd name="T19" fmla="*/ 760 h 228"/>
                  <a:gd name="T20" fmla="*/ 0 w 256"/>
                  <a:gd name="T21" fmla="*/ 0 h 228"/>
                  <a:gd name="T22" fmla="*/ 0 w 256"/>
                  <a:gd name="T23" fmla="*/ 0 h 228"/>
                  <a:gd name="T24" fmla="*/ 0 w 256"/>
                  <a:gd name="T25" fmla="*/ 35 h 228"/>
                  <a:gd name="T26" fmla="*/ 33 w 256"/>
                  <a:gd name="T27" fmla="*/ 205 h 228"/>
                  <a:gd name="T28" fmla="*/ 33 w 256"/>
                  <a:gd name="T29" fmla="*/ 227 h 228"/>
                  <a:gd name="T30" fmla="*/ 33 w 256"/>
                  <a:gd name="T31" fmla="*/ 363 h 228"/>
                  <a:gd name="T32" fmla="*/ 50 w 256"/>
                  <a:gd name="T33" fmla="*/ 456 h 228"/>
                  <a:gd name="T34" fmla="*/ 63 w 256"/>
                  <a:gd name="T35" fmla="*/ 568 h 228"/>
                  <a:gd name="T36" fmla="*/ 63 w 256"/>
                  <a:gd name="T37" fmla="*/ 627 h 228"/>
                  <a:gd name="T38" fmla="*/ 113 w 256"/>
                  <a:gd name="T39" fmla="*/ 797 h 228"/>
                  <a:gd name="T40" fmla="*/ 158 w 256"/>
                  <a:gd name="T41" fmla="*/ 989 h 228"/>
                  <a:gd name="T42" fmla="*/ 208 w 256"/>
                  <a:gd name="T43" fmla="*/ 1229 h 228"/>
                  <a:gd name="T44" fmla="*/ 458 w 256"/>
                  <a:gd name="T45" fmla="*/ 1992 h 228"/>
                  <a:gd name="T46" fmla="*/ 675 w 256"/>
                  <a:gd name="T47" fmla="*/ 2355 h 228"/>
                  <a:gd name="T48" fmla="*/ 845 w 256"/>
                  <a:gd name="T49" fmla="*/ 2653 h 228"/>
                  <a:gd name="T50" fmla="*/ 1563 w 256"/>
                  <a:gd name="T51" fmla="*/ 3299 h 228"/>
                  <a:gd name="T52" fmla="*/ 2033 w 256"/>
                  <a:gd name="T53" fmla="*/ 3661 h 228"/>
                  <a:gd name="T54" fmla="*/ 2688 w 256"/>
                  <a:gd name="T55" fmla="*/ 4019 h 228"/>
                  <a:gd name="T56" fmla="*/ 3313 w 256"/>
                  <a:gd name="T57" fmla="*/ 4173 h 228"/>
                  <a:gd name="T58" fmla="*/ 4000 w 256"/>
                  <a:gd name="T59" fmla="*/ 4323 h 228"/>
                  <a:gd name="T60" fmla="*/ 3333 w 256"/>
                  <a:gd name="T61" fmla="*/ 4131 h 22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56" h="228">
                    <a:moveTo>
                      <a:pt x="213" y="218"/>
                    </a:moveTo>
                    <a:cubicBezTo>
                      <a:pt x="200" y="213"/>
                      <a:pt x="186" y="206"/>
                      <a:pt x="177" y="196"/>
                    </a:cubicBezTo>
                    <a:cubicBezTo>
                      <a:pt x="168" y="187"/>
                      <a:pt x="167" y="189"/>
                      <a:pt x="155" y="189"/>
                    </a:cubicBezTo>
                    <a:cubicBezTo>
                      <a:pt x="147" y="188"/>
                      <a:pt x="142" y="183"/>
                      <a:pt x="135" y="179"/>
                    </a:cubicBezTo>
                    <a:cubicBezTo>
                      <a:pt x="127" y="177"/>
                      <a:pt x="123" y="176"/>
                      <a:pt x="117" y="170"/>
                    </a:cubicBezTo>
                    <a:cubicBezTo>
                      <a:pt x="112" y="166"/>
                      <a:pt x="109" y="162"/>
                      <a:pt x="103" y="159"/>
                    </a:cubicBezTo>
                    <a:cubicBezTo>
                      <a:pt x="95" y="153"/>
                      <a:pt x="89" y="149"/>
                      <a:pt x="84" y="140"/>
                    </a:cubicBezTo>
                    <a:cubicBezTo>
                      <a:pt x="79" y="131"/>
                      <a:pt x="77" y="132"/>
                      <a:pt x="68" y="127"/>
                    </a:cubicBezTo>
                    <a:cubicBezTo>
                      <a:pt x="54" y="119"/>
                      <a:pt x="46" y="105"/>
                      <a:pt x="35" y="94"/>
                    </a:cubicBezTo>
                    <a:cubicBezTo>
                      <a:pt x="19" y="78"/>
                      <a:pt x="23" y="58"/>
                      <a:pt x="13" y="40"/>
                    </a:cubicBezTo>
                    <a:cubicBezTo>
                      <a:pt x="6" y="28"/>
                      <a:pt x="3" y="1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5"/>
                      <a:pt x="1" y="8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4"/>
                      <a:pt x="2" y="17"/>
                      <a:pt x="2" y="19"/>
                    </a:cubicBezTo>
                    <a:cubicBezTo>
                      <a:pt x="3" y="21"/>
                      <a:pt x="3" y="23"/>
                      <a:pt x="3" y="24"/>
                    </a:cubicBezTo>
                    <a:cubicBezTo>
                      <a:pt x="3" y="26"/>
                      <a:pt x="4" y="28"/>
                      <a:pt x="4" y="30"/>
                    </a:cubicBezTo>
                    <a:cubicBezTo>
                      <a:pt x="4" y="31"/>
                      <a:pt x="4" y="32"/>
                      <a:pt x="4" y="33"/>
                    </a:cubicBezTo>
                    <a:cubicBezTo>
                      <a:pt x="5" y="36"/>
                      <a:pt x="6" y="39"/>
                      <a:pt x="7" y="42"/>
                    </a:cubicBezTo>
                    <a:cubicBezTo>
                      <a:pt x="8" y="45"/>
                      <a:pt x="9" y="48"/>
                      <a:pt x="10" y="52"/>
                    </a:cubicBezTo>
                    <a:cubicBezTo>
                      <a:pt x="11" y="56"/>
                      <a:pt x="12" y="60"/>
                      <a:pt x="13" y="65"/>
                    </a:cubicBezTo>
                    <a:cubicBezTo>
                      <a:pt x="14" y="79"/>
                      <a:pt x="22" y="93"/>
                      <a:pt x="29" y="105"/>
                    </a:cubicBezTo>
                    <a:cubicBezTo>
                      <a:pt x="33" y="112"/>
                      <a:pt x="39" y="118"/>
                      <a:pt x="43" y="124"/>
                    </a:cubicBezTo>
                    <a:cubicBezTo>
                      <a:pt x="47" y="129"/>
                      <a:pt x="50" y="135"/>
                      <a:pt x="54" y="140"/>
                    </a:cubicBezTo>
                    <a:cubicBezTo>
                      <a:pt x="68" y="153"/>
                      <a:pt x="86" y="162"/>
                      <a:pt x="100" y="174"/>
                    </a:cubicBezTo>
                    <a:cubicBezTo>
                      <a:pt x="110" y="184"/>
                      <a:pt x="117" y="188"/>
                      <a:pt x="130" y="193"/>
                    </a:cubicBezTo>
                    <a:cubicBezTo>
                      <a:pt x="145" y="198"/>
                      <a:pt x="157" y="208"/>
                      <a:pt x="172" y="212"/>
                    </a:cubicBezTo>
                    <a:cubicBezTo>
                      <a:pt x="185" y="215"/>
                      <a:pt x="198" y="217"/>
                      <a:pt x="212" y="220"/>
                    </a:cubicBezTo>
                    <a:cubicBezTo>
                      <a:pt x="227" y="223"/>
                      <a:pt x="242" y="227"/>
                      <a:pt x="256" y="228"/>
                    </a:cubicBezTo>
                    <a:cubicBezTo>
                      <a:pt x="244" y="222"/>
                      <a:pt x="222" y="221"/>
                      <a:pt x="213" y="218"/>
                    </a:cubicBezTo>
                    <a:close/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1" name="Freeform 566">
                <a:extLst>
                  <a:ext uri="{FF2B5EF4-FFF2-40B4-BE49-F238E27FC236}">
                    <a16:creationId xmlns:a16="http://schemas.microsoft.com/office/drawing/2014/main" id="{82C5940E-5E1C-48C0-BBB9-829720CB4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870"/>
                <a:ext cx="323" cy="112"/>
              </a:xfrm>
              <a:custGeom>
                <a:avLst/>
                <a:gdLst>
                  <a:gd name="T0" fmla="*/ 1993 w 129"/>
                  <a:gd name="T1" fmla="*/ 21 h 42"/>
                  <a:gd name="T2" fmla="*/ 2026 w 129"/>
                  <a:gd name="T3" fmla="*/ 0 h 42"/>
                  <a:gd name="T4" fmla="*/ 1442 w 129"/>
                  <a:gd name="T5" fmla="*/ 149 h 42"/>
                  <a:gd name="T6" fmla="*/ 1222 w 129"/>
                  <a:gd name="T7" fmla="*/ 227 h 42"/>
                  <a:gd name="T8" fmla="*/ 992 w 129"/>
                  <a:gd name="T9" fmla="*/ 227 h 42"/>
                  <a:gd name="T10" fmla="*/ 501 w 129"/>
                  <a:gd name="T11" fmla="*/ 227 h 42"/>
                  <a:gd name="T12" fmla="*/ 238 w 129"/>
                  <a:gd name="T13" fmla="*/ 661 h 42"/>
                  <a:gd name="T14" fmla="*/ 0 w 129"/>
                  <a:gd name="T15" fmla="*/ 797 h 42"/>
                  <a:gd name="T16" fmla="*/ 333 w 129"/>
                  <a:gd name="T17" fmla="*/ 760 h 42"/>
                  <a:gd name="T18" fmla="*/ 613 w 129"/>
                  <a:gd name="T19" fmla="*/ 627 h 42"/>
                  <a:gd name="T20" fmla="*/ 1159 w 129"/>
                  <a:gd name="T21" fmla="*/ 435 h 42"/>
                  <a:gd name="T22" fmla="*/ 1680 w 129"/>
                  <a:gd name="T23" fmla="*/ 227 h 42"/>
                  <a:gd name="T24" fmla="*/ 1993 w 129"/>
                  <a:gd name="T25" fmla="*/ 21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9" h="42">
                    <a:moveTo>
                      <a:pt x="127" y="1"/>
                    </a:moveTo>
                    <a:cubicBezTo>
                      <a:pt x="128" y="1"/>
                      <a:pt x="128" y="0"/>
                      <a:pt x="129" y="0"/>
                    </a:cubicBezTo>
                    <a:cubicBezTo>
                      <a:pt x="117" y="2"/>
                      <a:pt x="104" y="6"/>
                      <a:pt x="92" y="8"/>
                    </a:cubicBezTo>
                    <a:cubicBezTo>
                      <a:pt x="87" y="9"/>
                      <a:pt x="83" y="11"/>
                      <a:pt x="78" y="12"/>
                    </a:cubicBezTo>
                    <a:cubicBezTo>
                      <a:pt x="72" y="14"/>
                      <a:pt x="69" y="12"/>
                      <a:pt x="63" y="12"/>
                    </a:cubicBezTo>
                    <a:cubicBezTo>
                      <a:pt x="54" y="12"/>
                      <a:pt x="35" y="28"/>
                      <a:pt x="32" y="12"/>
                    </a:cubicBezTo>
                    <a:cubicBezTo>
                      <a:pt x="24" y="17"/>
                      <a:pt x="23" y="28"/>
                      <a:pt x="15" y="35"/>
                    </a:cubicBezTo>
                    <a:cubicBezTo>
                      <a:pt x="12" y="38"/>
                      <a:pt x="6" y="40"/>
                      <a:pt x="0" y="42"/>
                    </a:cubicBezTo>
                    <a:cubicBezTo>
                      <a:pt x="7" y="42"/>
                      <a:pt x="14" y="40"/>
                      <a:pt x="21" y="40"/>
                    </a:cubicBezTo>
                    <a:cubicBezTo>
                      <a:pt x="28" y="39"/>
                      <a:pt x="33" y="36"/>
                      <a:pt x="39" y="33"/>
                    </a:cubicBezTo>
                    <a:cubicBezTo>
                      <a:pt x="50" y="28"/>
                      <a:pt x="63" y="27"/>
                      <a:pt x="74" y="23"/>
                    </a:cubicBezTo>
                    <a:cubicBezTo>
                      <a:pt x="85" y="19"/>
                      <a:pt x="97" y="16"/>
                      <a:pt x="107" y="12"/>
                    </a:cubicBezTo>
                    <a:cubicBezTo>
                      <a:pt x="116" y="8"/>
                      <a:pt x="119" y="5"/>
                      <a:pt x="127" y="1"/>
                    </a:cubicBezTo>
                    <a:close/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2" name="Freeform 567">
                <a:extLst>
                  <a:ext uri="{FF2B5EF4-FFF2-40B4-BE49-F238E27FC236}">
                    <a16:creationId xmlns:a16="http://schemas.microsoft.com/office/drawing/2014/main" id="{4A64078B-323C-4DFC-83E8-D48A6F2A2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211"/>
                <a:ext cx="367" cy="646"/>
              </a:xfrm>
              <a:custGeom>
                <a:avLst/>
                <a:gdLst>
                  <a:gd name="T0" fmla="*/ 2150 w 147"/>
                  <a:gd name="T1" fmla="*/ 0 h 242"/>
                  <a:gd name="T2" fmla="*/ 2087 w 147"/>
                  <a:gd name="T3" fmla="*/ 21 h 242"/>
                  <a:gd name="T4" fmla="*/ 2100 w 147"/>
                  <a:gd name="T5" fmla="*/ 534 h 242"/>
                  <a:gd name="T6" fmla="*/ 2007 w 147"/>
                  <a:gd name="T7" fmla="*/ 820 h 242"/>
                  <a:gd name="T8" fmla="*/ 2025 w 147"/>
                  <a:gd name="T9" fmla="*/ 1596 h 242"/>
                  <a:gd name="T10" fmla="*/ 1850 w 147"/>
                  <a:gd name="T11" fmla="*/ 2168 h 242"/>
                  <a:gd name="T12" fmla="*/ 1683 w 147"/>
                  <a:gd name="T13" fmla="*/ 2394 h 242"/>
                  <a:gd name="T14" fmla="*/ 1570 w 147"/>
                  <a:gd name="T15" fmla="*/ 2664 h 242"/>
                  <a:gd name="T16" fmla="*/ 1433 w 147"/>
                  <a:gd name="T17" fmla="*/ 2280 h 242"/>
                  <a:gd name="T18" fmla="*/ 1383 w 147"/>
                  <a:gd name="T19" fmla="*/ 2894 h 242"/>
                  <a:gd name="T20" fmla="*/ 1246 w 147"/>
                  <a:gd name="T21" fmla="*/ 3006 h 242"/>
                  <a:gd name="T22" fmla="*/ 1183 w 147"/>
                  <a:gd name="T23" fmla="*/ 3179 h 242"/>
                  <a:gd name="T24" fmla="*/ 966 w 147"/>
                  <a:gd name="T25" fmla="*/ 3462 h 242"/>
                  <a:gd name="T26" fmla="*/ 374 w 147"/>
                  <a:gd name="T27" fmla="*/ 4055 h 242"/>
                  <a:gd name="T28" fmla="*/ 92 w 147"/>
                  <a:gd name="T29" fmla="*/ 4453 h 242"/>
                  <a:gd name="T30" fmla="*/ 0 w 147"/>
                  <a:gd name="T31" fmla="*/ 4602 h 242"/>
                  <a:gd name="T32" fmla="*/ 137 w 147"/>
                  <a:gd name="T33" fmla="*/ 4546 h 242"/>
                  <a:gd name="T34" fmla="*/ 479 w 147"/>
                  <a:gd name="T35" fmla="*/ 4204 h 242"/>
                  <a:gd name="T36" fmla="*/ 749 w 147"/>
                  <a:gd name="T37" fmla="*/ 3956 h 242"/>
                  <a:gd name="T38" fmla="*/ 1029 w 147"/>
                  <a:gd name="T39" fmla="*/ 3692 h 242"/>
                  <a:gd name="T40" fmla="*/ 1291 w 147"/>
                  <a:gd name="T41" fmla="*/ 3420 h 242"/>
                  <a:gd name="T42" fmla="*/ 1508 w 147"/>
                  <a:gd name="T43" fmla="*/ 3137 h 242"/>
                  <a:gd name="T44" fmla="*/ 1695 w 147"/>
                  <a:gd name="T45" fmla="*/ 2872 h 242"/>
                  <a:gd name="T46" fmla="*/ 1778 w 147"/>
                  <a:gd name="T47" fmla="*/ 2736 h 242"/>
                  <a:gd name="T48" fmla="*/ 1850 w 147"/>
                  <a:gd name="T49" fmla="*/ 2621 h 242"/>
                  <a:gd name="T50" fmla="*/ 1870 w 147"/>
                  <a:gd name="T51" fmla="*/ 2608 h 242"/>
                  <a:gd name="T52" fmla="*/ 1900 w 147"/>
                  <a:gd name="T53" fmla="*/ 2552 h 242"/>
                  <a:gd name="T54" fmla="*/ 1995 w 147"/>
                  <a:gd name="T55" fmla="*/ 2210 h 242"/>
                  <a:gd name="T56" fmla="*/ 2120 w 147"/>
                  <a:gd name="T57" fmla="*/ 1959 h 242"/>
                  <a:gd name="T58" fmla="*/ 2132 w 147"/>
                  <a:gd name="T59" fmla="*/ 1652 h 242"/>
                  <a:gd name="T60" fmla="*/ 2212 w 147"/>
                  <a:gd name="T61" fmla="*/ 1311 h 242"/>
                  <a:gd name="T62" fmla="*/ 2212 w 147"/>
                  <a:gd name="T63" fmla="*/ 1046 h 242"/>
                  <a:gd name="T64" fmla="*/ 2212 w 147"/>
                  <a:gd name="T65" fmla="*/ 969 h 242"/>
                  <a:gd name="T66" fmla="*/ 2212 w 147"/>
                  <a:gd name="T67" fmla="*/ 934 h 242"/>
                  <a:gd name="T68" fmla="*/ 2224 w 147"/>
                  <a:gd name="T69" fmla="*/ 892 h 242"/>
                  <a:gd name="T70" fmla="*/ 2224 w 147"/>
                  <a:gd name="T71" fmla="*/ 876 h 242"/>
                  <a:gd name="T72" fmla="*/ 2244 w 147"/>
                  <a:gd name="T73" fmla="*/ 820 h 242"/>
                  <a:gd name="T74" fmla="*/ 2244 w 147"/>
                  <a:gd name="T75" fmla="*/ 798 h 242"/>
                  <a:gd name="T76" fmla="*/ 2244 w 147"/>
                  <a:gd name="T77" fmla="*/ 763 h 242"/>
                  <a:gd name="T78" fmla="*/ 2287 w 147"/>
                  <a:gd name="T79" fmla="*/ 550 h 242"/>
                  <a:gd name="T80" fmla="*/ 2150 w 147"/>
                  <a:gd name="T81" fmla="*/ 0 h 24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7" h="242">
                    <a:moveTo>
                      <a:pt x="138" y="0"/>
                    </a:moveTo>
                    <a:cubicBezTo>
                      <a:pt x="134" y="1"/>
                      <a:pt x="134" y="1"/>
                      <a:pt x="134" y="1"/>
                    </a:cubicBezTo>
                    <a:cubicBezTo>
                      <a:pt x="135" y="9"/>
                      <a:pt x="137" y="20"/>
                      <a:pt x="135" y="28"/>
                    </a:cubicBezTo>
                    <a:cubicBezTo>
                      <a:pt x="134" y="34"/>
                      <a:pt x="130" y="37"/>
                      <a:pt x="129" y="43"/>
                    </a:cubicBezTo>
                    <a:cubicBezTo>
                      <a:pt x="128" y="56"/>
                      <a:pt x="131" y="70"/>
                      <a:pt x="130" y="84"/>
                    </a:cubicBezTo>
                    <a:cubicBezTo>
                      <a:pt x="129" y="94"/>
                      <a:pt x="126" y="105"/>
                      <a:pt x="119" y="114"/>
                    </a:cubicBezTo>
                    <a:cubicBezTo>
                      <a:pt x="116" y="119"/>
                      <a:pt x="111" y="121"/>
                      <a:pt x="108" y="126"/>
                    </a:cubicBezTo>
                    <a:cubicBezTo>
                      <a:pt x="106" y="131"/>
                      <a:pt x="106" y="137"/>
                      <a:pt x="101" y="140"/>
                    </a:cubicBezTo>
                    <a:cubicBezTo>
                      <a:pt x="97" y="135"/>
                      <a:pt x="99" y="120"/>
                      <a:pt x="92" y="120"/>
                    </a:cubicBezTo>
                    <a:cubicBezTo>
                      <a:pt x="89" y="131"/>
                      <a:pt x="98" y="144"/>
                      <a:pt x="89" y="152"/>
                    </a:cubicBezTo>
                    <a:cubicBezTo>
                      <a:pt x="86" y="155"/>
                      <a:pt x="82" y="155"/>
                      <a:pt x="80" y="158"/>
                    </a:cubicBezTo>
                    <a:cubicBezTo>
                      <a:pt x="77" y="161"/>
                      <a:pt x="78" y="164"/>
                      <a:pt x="76" y="167"/>
                    </a:cubicBezTo>
                    <a:cubicBezTo>
                      <a:pt x="73" y="175"/>
                      <a:pt x="68" y="178"/>
                      <a:pt x="62" y="182"/>
                    </a:cubicBezTo>
                    <a:cubicBezTo>
                      <a:pt x="49" y="192"/>
                      <a:pt x="37" y="203"/>
                      <a:pt x="24" y="213"/>
                    </a:cubicBezTo>
                    <a:cubicBezTo>
                      <a:pt x="16" y="218"/>
                      <a:pt x="12" y="226"/>
                      <a:pt x="6" y="234"/>
                    </a:cubicBezTo>
                    <a:cubicBezTo>
                      <a:pt x="4" y="237"/>
                      <a:pt x="2" y="239"/>
                      <a:pt x="0" y="242"/>
                    </a:cubicBezTo>
                    <a:cubicBezTo>
                      <a:pt x="4" y="240"/>
                      <a:pt x="7" y="239"/>
                      <a:pt x="9" y="239"/>
                    </a:cubicBezTo>
                    <a:cubicBezTo>
                      <a:pt x="15" y="238"/>
                      <a:pt x="24" y="224"/>
                      <a:pt x="31" y="221"/>
                    </a:cubicBezTo>
                    <a:cubicBezTo>
                      <a:pt x="38" y="217"/>
                      <a:pt x="42" y="213"/>
                      <a:pt x="48" y="208"/>
                    </a:cubicBezTo>
                    <a:cubicBezTo>
                      <a:pt x="55" y="203"/>
                      <a:pt x="58" y="200"/>
                      <a:pt x="66" y="194"/>
                    </a:cubicBezTo>
                    <a:cubicBezTo>
                      <a:pt x="73" y="187"/>
                      <a:pt x="77" y="185"/>
                      <a:pt x="83" y="180"/>
                    </a:cubicBezTo>
                    <a:cubicBezTo>
                      <a:pt x="90" y="175"/>
                      <a:pt x="91" y="170"/>
                      <a:pt x="97" y="165"/>
                    </a:cubicBezTo>
                    <a:cubicBezTo>
                      <a:pt x="102" y="160"/>
                      <a:pt x="106" y="154"/>
                      <a:pt x="109" y="151"/>
                    </a:cubicBezTo>
                    <a:cubicBezTo>
                      <a:pt x="110" y="149"/>
                      <a:pt x="112" y="146"/>
                      <a:pt x="114" y="144"/>
                    </a:cubicBezTo>
                    <a:cubicBezTo>
                      <a:pt x="115" y="141"/>
                      <a:pt x="118" y="140"/>
                      <a:pt x="119" y="138"/>
                    </a:cubicBezTo>
                    <a:cubicBezTo>
                      <a:pt x="120" y="137"/>
                      <a:pt x="120" y="137"/>
                      <a:pt x="120" y="137"/>
                    </a:cubicBezTo>
                    <a:cubicBezTo>
                      <a:pt x="121" y="136"/>
                      <a:pt x="122" y="135"/>
                      <a:pt x="122" y="134"/>
                    </a:cubicBezTo>
                    <a:cubicBezTo>
                      <a:pt x="125" y="128"/>
                      <a:pt x="126" y="122"/>
                      <a:pt x="128" y="116"/>
                    </a:cubicBezTo>
                    <a:cubicBezTo>
                      <a:pt x="131" y="111"/>
                      <a:pt x="135" y="107"/>
                      <a:pt x="136" y="103"/>
                    </a:cubicBezTo>
                    <a:cubicBezTo>
                      <a:pt x="138" y="98"/>
                      <a:pt x="136" y="92"/>
                      <a:pt x="137" y="87"/>
                    </a:cubicBezTo>
                    <a:cubicBezTo>
                      <a:pt x="138" y="81"/>
                      <a:pt x="141" y="75"/>
                      <a:pt x="142" y="69"/>
                    </a:cubicBezTo>
                    <a:cubicBezTo>
                      <a:pt x="144" y="63"/>
                      <a:pt x="142" y="60"/>
                      <a:pt x="142" y="55"/>
                    </a:cubicBezTo>
                    <a:cubicBezTo>
                      <a:pt x="142" y="53"/>
                      <a:pt x="142" y="52"/>
                      <a:pt x="142" y="51"/>
                    </a:cubicBezTo>
                    <a:cubicBezTo>
                      <a:pt x="142" y="50"/>
                      <a:pt x="142" y="50"/>
                      <a:pt x="142" y="49"/>
                    </a:cubicBezTo>
                    <a:cubicBezTo>
                      <a:pt x="142" y="49"/>
                      <a:pt x="142" y="48"/>
                      <a:pt x="143" y="47"/>
                    </a:cubicBezTo>
                    <a:cubicBezTo>
                      <a:pt x="143" y="46"/>
                      <a:pt x="143" y="46"/>
                      <a:pt x="143" y="46"/>
                    </a:cubicBezTo>
                    <a:cubicBezTo>
                      <a:pt x="143" y="45"/>
                      <a:pt x="143" y="44"/>
                      <a:pt x="144" y="43"/>
                    </a:cubicBezTo>
                    <a:cubicBezTo>
                      <a:pt x="144" y="43"/>
                      <a:pt x="144" y="42"/>
                      <a:pt x="144" y="42"/>
                    </a:cubicBezTo>
                    <a:cubicBezTo>
                      <a:pt x="144" y="41"/>
                      <a:pt x="144" y="41"/>
                      <a:pt x="144" y="40"/>
                    </a:cubicBezTo>
                    <a:cubicBezTo>
                      <a:pt x="145" y="36"/>
                      <a:pt x="147" y="33"/>
                      <a:pt x="147" y="29"/>
                    </a:cubicBezTo>
                    <a:cubicBezTo>
                      <a:pt x="144" y="19"/>
                      <a:pt x="140" y="11"/>
                      <a:pt x="138" y="0"/>
                    </a:cubicBezTo>
                    <a:close/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3" name="Freeform 568">
                <a:extLst>
                  <a:ext uri="{FF2B5EF4-FFF2-40B4-BE49-F238E27FC236}">
                    <a16:creationId xmlns:a16="http://schemas.microsoft.com/office/drawing/2014/main" id="{A793AE13-8EDF-44DA-A9DF-95577C5BE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734"/>
                <a:ext cx="747" cy="547"/>
              </a:xfrm>
              <a:custGeom>
                <a:avLst/>
                <a:gdLst>
                  <a:gd name="T0" fmla="*/ 4537 w 299"/>
                  <a:gd name="T1" fmla="*/ 3381 h 205"/>
                  <a:gd name="T2" fmla="*/ 4412 w 299"/>
                  <a:gd name="T3" fmla="*/ 3061 h 205"/>
                  <a:gd name="T4" fmla="*/ 4245 w 299"/>
                  <a:gd name="T5" fmla="*/ 2642 h 205"/>
                  <a:gd name="T6" fmla="*/ 4087 w 299"/>
                  <a:gd name="T7" fmla="*/ 2300 h 205"/>
                  <a:gd name="T8" fmla="*/ 3900 w 299"/>
                  <a:gd name="T9" fmla="*/ 1993 h 205"/>
                  <a:gd name="T10" fmla="*/ 3433 w 299"/>
                  <a:gd name="T11" fmla="*/ 1481 h 205"/>
                  <a:gd name="T12" fmla="*/ 3040 w 299"/>
                  <a:gd name="T13" fmla="*/ 1161 h 205"/>
                  <a:gd name="T14" fmla="*/ 2716 w 299"/>
                  <a:gd name="T15" fmla="*/ 934 h 205"/>
                  <a:gd name="T16" fmla="*/ 2353 w 299"/>
                  <a:gd name="T17" fmla="*/ 648 h 205"/>
                  <a:gd name="T18" fmla="*/ 1966 w 299"/>
                  <a:gd name="T19" fmla="*/ 419 h 205"/>
                  <a:gd name="T20" fmla="*/ 1541 w 299"/>
                  <a:gd name="T21" fmla="*/ 307 h 205"/>
                  <a:gd name="T22" fmla="*/ 1092 w 299"/>
                  <a:gd name="T23" fmla="*/ 171 h 205"/>
                  <a:gd name="T24" fmla="*/ 625 w 299"/>
                  <a:gd name="T25" fmla="*/ 115 h 205"/>
                  <a:gd name="T26" fmla="*/ 42 w 299"/>
                  <a:gd name="T27" fmla="*/ 56 h 205"/>
                  <a:gd name="T28" fmla="*/ 0 w 299"/>
                  <a:gd name="T29" fmla="*/ 56 h 205"/>
                  <a:gd name="T30" fmla="*/ 230 w 299"/>
                  <a:gd name="T31" fmla="*/ 93 h 205"/>
                  <a:gd name="T32" fmla="*/ 500 w 299"/>
                  <a:gd name="T33" fmla="*/ 171 h 205"/>
                  <a:gd name="T34" fmla="*/ 1062 w 299"/>
                  <a:gd name="T35" fmla="*/ 286 h 205"/>
                  <a:gd name="T36" fmla="*/ 1279 w 299"/>
                  <a:gd name="T37" fmla="*/ 435 h 205"/>
                  <a:gd name="T38" fmla="*/ 1591 w 299"/>
                  <a:gd name="T39" fmla="*/ 491 h 205"/>
                  <a:gd name="T40" fmla="*/ 2091 w 299"/>
                  <a:gd name="T41" fmla="*/ 718 h 205"/>
                  <a:gd name="T42" fmla="*/ 2466 w 299"/>
                  <a:gd name="T43" fmla="*/ 969 h 205"/>
                  <a:gd name="T44" fmla="*/ 3028 w 299"/>
                  <a:gd name="T45" fmla="*/ 1404 h 205"/>
                  <a:gd name="T46" fmla="*/ 3245 w 299"/>
                  <a:gd name="T47" fmla="*/ 1537 h 205"/>
                  <a:gd name="T48" fmla="*/ 3540 w 299"/>
                  <a:gd name="T49" fmla="*/ 1788 h 205"/>
                  <a:gd name="T50" fmla="*/ 3775 w 299"/>
                  <a:gd name="T51" fmla="*/ 2071 h 205"/>
                  <a:gd name="T52" fmla="*/ 3962 w 299"/>
                  <a:gd name="T53" fmla="*/ 2449 h 205"/>
                  <a:gd name="T54" fmla="*/ 4132 w 299"/>
                  <a:gd name="T55" fmla="*/ 2756 h 205"/>
                  <a:gd name="T56" fmla="*/ 4212 w 299"/>
                  <a:gd name="T57" fmla="*/ 3018 h 205"/>
                  <a:gd name="T58" fmla="*/ 4257 w 299"/>
                  <a:gd name="T59" fmla="*/ 3231 h 205"/>
                  <a:gd name="T60" fmla="*/ 4494 w 299"/>
                  <a:gd name="T61" fmla="*/ 3573 h 205"/>
                  <a:gd name="T62" fmla="*/ 4524 w 299"/>
                  <a:gd name="T63" fmla="*/ 3746 h 205"/>
                  <a:gd name="T64" fmla="*/ 4619 w 299"/>
                  <a:gd name="T65" fmla="*/ 3896 h 205"/>
                  <a:gd name="T66" fmla="*/ 4662 w 299"/>
                  <a:gd name="T67" fmla="*/ 3837 h 205"/>
                  <a:gd name="T68" fmla="*/ 4537 w 299"/>
                  <a:gd name="T69" fmla="*/ 3381 h 20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9" h="205">
                    <a:moveTo>
                      <a:pt x="291" y="178"/>
                    </a:moveTo>
                    <a:cubicBezTo>
                      <a:pt x="290" y="171"/>
                      <a:pt x="286" y="166"/>
                      <a:pt x="283" y="161"/>
                    </a:cubicBezTo>
                    <a:cubicBezTo>
                      <a:pt x="279" y="153"/>
                      <a:pt x="275" y="147"/>
                      <a:pt x="272" y="139"/>
                    </a:cubicBezTo>
                    <a:cubicBezTo>
                      <a:pt x="269" y="131"/>
                      <a:pt x="268" y="127"/>
                      <a:pt x="262" y="121"/>
                    </a:cubicBezTo>
                    <a:cubicBezTo>
                      <a:pt x="257" y="116"/>
                      <a:pt x="255" y="111"/>
                      <a:pt x="250" y="105"/>
                    </a:cubicBezTo>
                    <a:cubicBezTo>
                      <a:pt x="243" y="95"/>
                      <a:pt x="229" y="86"/>
                      <a:pt x="220" y="78"/>
                    </a:cubicBezTo>
                    <a:cubicBezTo>
                      <a:pt x="213" y="75"/>
                      <a:pt x="202" y="64"/>
                      <a:pt x="195" y="61"/>
                    </a:cubicBezTo>
                    <a:cubicBezTo>
                      <a:pt x="188" y="57"/>
                      <a:pt x="181" y="54"/>
                      <a:pt x="174" y="49"/>
                    </a:cubicBezTo>
                    <a:cubicBezTo>
                      <a:pt x="167" y="43"/>
                      <a:pt x="159" y="39"/>
                      <a:pt x="151" y="34"/>
                    </a:cubicBezTo>
                    <a:cubicBezTo>
                      <a:pt x="143" y="30"/>
                      <a:pt x="135" y="24"/>
                      <a:pt x="126" y="22"/>
                    </a:cubicBezTo>
                    <a:cubicBezTo>
                      <a:pt x="117" y="19"/>
                      <a:pt x="109" y="19"/>
                      <a:pt x="99" y="16"/>
                    </a:cubicBezTo>
                    <a:cubicBezTo>
                      <a:pt x="89" y="13"/>
                      <a:pt x="80" y="11"/>
                      <a:pt x="70" y="9"/>
                    </a:cubicBezTo>
                    <a:cubicBezTo>
                      <a:pt x="61" y="7"/>
                      <a:pt x="50" y="7"/>
                      <a:pt x="40" y="6"/>
                    </a:cubicBezTo>
                    <a:cubicBezTo>
                      <a:pt x="29" y="6"/>
                      <a:pt x="14" y="0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4" y="4"/>
                      <a:pt x="11" y="4"/>
                      <a:pt x="15" y="5"/>
                    </a:cubicBezTo>
                    <a:cubicBezTo>
                      <a:pt x="20" y="8"/>
                      <a:pt x="26" y="8"/>
                      <a:pt x="32" y="9"/>
                    </a:cubicBezTo>
                    <a:cubicBezTo>
                      <a:pt x="45" y="12"/>
                      <a:pt x="55" y="11"/>
                      <a:pt x="68" y="15"/>
                    </a:cubicBezTo>
                    <a:cubicBezTo>
                      <a:pt x="73" y="17"/>
                      <a:pt x="77" y="21"/>
                      <a:pt x="82" y="23"/>
                    </a:cubicBezTo>
                    <a:cubicBezTo>
                      <a:pt x="89" y="25"/>
                      <a:pt x="95" y="25"/>
                      <a:pt x="102" y="26"/>
                    </a:cubicBezTo>
                    <a:cubicBezTo>
                      <a:pt x="113" y="28"/>
                      <a:pt x="125" y="31"/>
                      <a:pt x="134" y="38"/>
                    </a:cubicBezTo>
                    <a:cubicBezTo>
                      <a:pt x="142" y="44"/>
                      <a:pt x="149" y="47"/>
                      <a:pt x="158" y="51"/>
                    </a:cubicBezTo>
                    <a:cubicBezTo>
                      <a:pt x="172" y="57"/>
                      <a:pt x="181" y="67"/>
                      <a:pt x="194" y="74"/>
                    </a:cubicBezTo>
                    <a:cubicBezTo>
                      <a:pt x="198" y="77"/>
                      <a:pt x="203" y="79"/>
                      <a:pt x="208" y="81"/>
                    </a:cubicBezTo>
                    <a:cubicBezTo>
                      <a:pt x="214" y="86"/>
                      <a:pt x="222" y="87"/>
                      <a:pt x="227" y="94"/>
                    </a:cubicBezTo>
                    <a:cubicBezTo>
                      <a:pt x="232" y="99"/>
                      <a:pt x="237" y="104"/>
                      <a:pt x="242" y="109"/>
                    </a:cubicBezTo>
                    <a:cubicBezTo>
                      <a:pt x="248" y="116"/>
                      <a:pt x="250" y="121"/>
                      <a:pt x="254" y="129"/>
                    </a:cubicBezTo>
                    <a:cubicBezTo>
                      <a:pt x="258" y="135"/>
                      <a:pt x="262" y="139"/>
                      <a:pt x="265" y="145"/>
                    </a:cubicBezTo>
                    <a:cubicBezTo>
                      <a:pt x="268" y="150"/>
                      <a:pt x="269" y="154"/>
                      <a:pt x="270" y="159"/>
                    </a:cubicBezTo>
                    <a:cubicBezTo>
                      <a:pt x="271" y="162"/>
                      <a:pt x="271" y="168"/>
                      <a:pt x="273" y="170"/>
                    </a:cubicBezTo>
                    <a:cubicBezTo>
                      <a:pt x="278" y="177"/>
                      <a:pt x="286" y="178"/>
                      <a:pt x="288" y="188"/>
                    </a:cubicBezTo>
                    <a:cubicBezTo>
                      <a:pt x="289" y="191"/>
                      <a:pt x="288" y="194"/>
                      <a:pt x="290" y="197"/>
                    </a:cubicBezTo>
                    <a:cubicBezTo>
                      <a:pt x="292" y="201"/>
                      <a:pt x="295" y="201"/>
                      <a:pt x="296" y="205"/>
                    </a:cubicBezTo>
                    <a:cubicBezTo>
                      <a:pt x="297" y="204"/>
                      <a:pt x="298" y="203"/>
                      <a:pt x="299" y="202"/>
                    </a:cubicBezTo>
                    <a:cubicBezTo>
                      <a:pt x="296" y="194"/>
                      <a:pt x="293" y="187"/>
                      <a:pt x="291" y="178"/>
                    </a:cubicBezTo>
                    <a:close/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4" name="Freeform 569">
                <a:extLst>
                  <a:ext uri="{FF2B5EF4-FFF2-40B4-BE49-F238E27FC236}">
                    <a16:creationId xmlns:a16="http://schemas.microsoft.com/office/drawing/2014/main" id="{20D2D35D-456F-4B9B-A560-29D17F86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843"/>
                <a:ext cx="173" cy="112"/>
              </a:xfrm>
              <a:custGeom>
                <a:avLst/>
                <a:gdLst>
                  <a:gd name="T0" fmla="*/ 0 w 69"/>
                  <a:gd name="T1" fmla="*/ 797 h 42"/>
                  <a:gd name="T2" fmla="*/ 176 w 69"/>
                  <a:gd name="T3" fmla="*/ 589 h 42"/>
                  <a:gd name="T4" fmla="*/ 409 w 69"/>
                  <a:gd name="T5" fmla="*/ 477 h 42"/>
                  <a:gd name="T6" fmla="*/ 659 w 69"/>
                  <a:gd name="T7" fmla="*/ 285 h 42"/>
                  <a:gd name="T8" fmla="*/ 1088 w 69"/>
                  <a:gd name="T9" fmla="*/ 0 h 42"/>
                  <a:gd name="T10" fmla="*/ 913 w 69"/>
                  <a:gd name="T11" fmla="*/ 264 h 42"/>
                  <a:gd name="T12" fmla="*/ 647 w 69"/>
                  <a:gd name="T13" fmla="*/ 419 h 42"/>
                  <a:gd name="T14" fmla="*/ 409 w 69"/>
                  <a:gd name="T15" fmla="*/ 568 h 42"/>
                  <a:gd name="T16" fmla="*/ 145 w 69"/>
                  <a:gd name="T17" fmla="*/ 66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42">
                    <a:moveTo>
                      <a:pt x="0" y="42"/>
                    </a:moveTo>
                    <a:cubicBezTo>
                      <a:pt x="4" y="36"/>
                      <a:pt x="3" y="34"/>
                      <a:pt x="11" y="31"/>
                    </a:cubicBezTo>
                    <a:cubicBezTo>
                      <a:pt x="16" y="29"/>
                      <a:pt x="22" y="28"/>
                      <a:pt x="26" y="25"/>
                    </a:cubicBezTo>
                    <a:cubicBezTo>
                      <a:pt x="32" y="22"/>
                      <a:pt x="36" y="18"/>
                      <a:pt x="42" y="15"/>
                    </a:cubicBezTo>
                    <a:cubicBezTo>
                      <a:pt x="52" y="10"/>
                      <a:pt x="60" y="8"/>
                      <a:pt x="69" y="0"/>
                    </a:cubicBezTo>
                    <a:cubicBezTo>
                      <a:pt x="67" y="3"/>
                      <a:pt x="62" y="11"/>
                      <a:pt x="58" y="14"/>
                    </a:cubicBezTo>
                    <a:cubicBezTo>
                      <a:pt x="53" y="19"/>
                      <a:pt x="47" y="19"/>
                      <a:pt x="41" y="22"/>
                    </a:cubicBezTo>
                    <a:cubicBezTo>
                      <a:pt x="36" y="24"/>
                      <a:pt x="32" y="28"/>
                      <a:pt x="26" y="30"/>
                    </a:cubicBezTo>
                    <a:cubicBezTo>
                      <a:pt x="21" y="32"/>
                      <a:pt x="13" y="29"/>
                      <a:pt x="9" y="35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5" name="Freeform 570">
                <a:extLst>
                  <a:ext uri="{FF2B5EF4-FFF2-40B4-BE49-F238E27FC236}">
                    <a16:creationId xmlns:a16="http://schemas.microsoft.com/office/drawing/2014/main" id="{D8B9D0A2-F4C7-425F-8337-4B79291D0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294"/>
                <a:ext cx="67" cy="213"/>
              </a:xfrm>
              <a:custGeom>
                <a:avLst/>
                <a:gdLst>
                  <a:gd name="T0" fmla="*/ 216 w 27"/>
                  <a:gd name="T1" fmla="*/ 0 h 80"/>
                  <a:gd name="T2" fmla="*/ 228 w 27"/>
                  <a:gd name="T3" fmla="*/ 264 h 80"/>
                  <a:gd name="T4" fmla="*/ 370 w 27"/>
                  <a:gd name="T5" fmla="*/ 602 h 80"/>
                  <a:gd name="T6" fmla="*/ 337 w 27"/>
                  <a:gd name="T7" fmla="*/ 1227 h 80"/>
                  <a:gd name="T8" fmla="*/ 154 w 27"/>
                  <a:gd name="T9" fmla="*/ 1398 h 80"/>
                  <a:gd name="T10" fmla="*/ 92 w 27"/>
                  <a:gd name="T11" fmla="*/ 1206 h 80"/>
                  <a:gd name="T12" fmla="*/ 42 w 27"/>
                  <a:gd name="T13" fmla="*/ 964 h 80"/>
                  <a:gd name="T14" fmla="*/ 12 w 27"/>
                  <a:gd name="T15" fmla="*/ 716 h 80"/>
                  <a:gd name="T16" fmla="*/ 154 w 27"/>
                  <a:gd name="T17" fmla="*/ 341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80">
                    <a:moveTo>
                      <a:pt x="14" y="0"/>
                    </a:moveTo>
                    <a:cubicBezTo>
                      <a:pt x="15" y="4"/>
                      <a:pt x="14" y="9"/>
                      <a:pt x="15" y="14"/>
                    </a:cubicBezTo>
                    <a:cubicBezTo>
                      <a:pt x="16" y="21"/>
                      <a:pt x="22" y="26"/>
                      <a:pt x="24" y="32"/>
                    </a:cubicBezTo>
                    <a:cubicBezTo>
                      <a:pt x="27" y="42"/>
                      <a:pt x="24" y="55"/>
                      <a:pt x="22" y="65"/>
                    </a:cubicBezTo>
                    <a:cubicBezTo>
                      <a:pt x="21" y="70"/>
                      <a:pt x="15" y="80"/>
                      <a:pt x="10" y="74"/>
                    </a:cubicBezTo>
                    <a:cubicBezTo>
                      <a:pt x="8" y="72"/>
                      <a:pt x="7" y="66"/>
                      <a:pt x="6" y="64"/>
                    </a:cubicBezTo>
                    <a:cubicBezTo>
                      <a:pt x="5" y="59"/>
                      <a:pt x="4" y="55"/>
                      <a:pt x="3" y="51"/>
                    </a:cubicBezTo>
                    <a:cubicBezTo>
                      <a:pt x="2" y="47"/>
                      <a:pt x="0" y="41"/>
                      <a:pt x="1" y="38"/>
                    </a:cubicBezTo>
                    <a:cubicBezTo>
                      <a:pt x="2" y="31"/>
                      <a:pt x="9" y="26"/>
                      <a:pt x="10" y="18"/>
                    </a:cubicBezTo>
                  </a:path>
                </a:pathLst>
              </a:custGeom>
              <a:solidFill>
                <a:srgbClr val="F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6" name="Freeform 571">
                <a:extLst>
                  <a:ext uri="{FF2B5EF4-FFF2-40B4-BE49-F238E27FC236}">
                    <a16:creationId xmlns:a16="http://schemas.microsoft.com/office/drawing/2014/main" id="{E29F4A2E-125C-4031-93AC-F39B7F36A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353"/>
                <a:ext cx="90" cy="152"/>
              </a:xfrm>
              <a:custGeom>
                <a:avLst/>
                <a:gdLst>
                  <a:gd name="T0" fmla="*/ 333 w 36"/>
                  <a:gd name="T1" fmla="*/ 0 h 57"/>
                  <a:gd name="T2" fmla="*/ 250 w 36"/>
                  <a:gd name="T3" fmla="*/ 704 h 57"/>
                  <a:gd name="T4" fmla="*/ 0 w 36"/>
                  <a:gd name="T5" fmla="*/ 888 h 57"/>
                  <a:gd name="T6" fmla="*/ 63 w 36"/>
                  <a:gd name="T7" fmla="*/ 1024 h 57"/>
                  <a:gd name="T8" fmla="*/ 363 w 36"/>
                  <a:gd name="T9" fmla="*/ 947 h 57"/>
                  <a:gd name="T10" fmla="*/ 438 w 36"/>
                  <a:gd name="T11" fmla="*/ 22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7">
                    <a:moveTo>
                      <a:pt x="21" y="0"/>
                    </a:moveTo>
                    <a:cubicBezTo>
                      <a:pt x="24" y="14"/>
                      <a:pt x="23" y="26"/>
                      <a:pt x="16" y="37"/>
                    </a:cubicBezTo>
                    <a:cubicBezTo>
                      <a:pt x="12" y="44"/>
                      <a:pt x="6" y="44"/>
                      <a:pt x="0" y="47"/>
                    </a:cubicBezTo>
                    <a:cubicBezTo>
                      <a:pt x="1" y="49"/>
                      <a:pt x="2" y="52"/>
                      <a:pt x="4" y="54"/>
                    </a:cubicBezTo>
                    <a:cubicBezTo>
                      <a:pt x="9" y="57"/>
                      <a:pt x="19" y="53"/>
                      <a:pt x="23" y="50"/>
                    </a:cubicBezTo>
                    <a:cubicBezTo>
                      <a:pt x="36" y="40"/>
                      <a:pt x="25" y="25"/>
                      <a:pt x="28" y="12"/>
                    </a:cubicBezTo>
                  </a:path>
                </a:pathLst>
              </a:custGeom>
              <a:solidFill>
                <a:srgbClr val="F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7" name="Freeform 572">
                <a:extLst>
                  <a:ext uri="{FF2B5EF4-FFF2-40B4-BE49-F238E27FC236}">
                    <a16:creationId xmlns:a16="http://schemas.microsoft.com/office/drawing/2014/main" id="{F513EAB1-F09C-4F53-9F87-76607DDC3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878"/>
                <a:ext cx="120" cy="155"/>
              </a:xfrm>
              <a:custGeom>
                <a:avLst/>
                <a:gdLst>
                  <a:gd name="T0" fmla="*/ 95 w 48"/>
                  <a:gd name="T1" fmla="*/ 94 h 58"/>
                  <a:gd name="T2" fmla="*/ 125 w 48"/>
                  <a:gd name="T3" fmla="*/ 422 h 58"/>
                  <a:gd name="T4" fmla="*/ 20 w 48"/>
                  <a:gd name="T5" fmla="*/ 743 h 58"/>
                  <a:gd name="T6" fmla="*/ 425 w 48"/>
                  <a:gd name="T7" fmla="*/ 671 h 58"/>
                  <a:gd name="T8" fmla="*/ 520 w 48"/>
                  <a:gd name="T9" fmla="*/ 513 h 58"/>
                  <a:gd name="T10" fmla="*/ 645 w 48"/>
                  <a:gd name="T11" fmla="*/ 401 h 58"/>
                  <a:gd name="T12" fmla="*/ 470 w 48"/>
                  <a:gd name="T13" fmla="*/ 171 h 58"/>
                  <a:gd name="T14" fmla="*/ 333 w 48"/>
                  <a:gd name="T15" fmla="*/ 192 h 58"/>
                  <a:gd name="T16" fmla="*/ 270 w 48"/>
                  <a:gd name="T17" fmla="*/ 115 h 58"/>
                  <a:gd name="T18" fmla="*/ 95 w 48"/>
                  <a:gd name="T19" fmla="*/ 35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58">
                    <a:moveTo>
                      <a:pt x="6" y="5"/>
                    </a:moveTo>
                    <a:cubicBezTo>
                      <a:pt x="11" y="8"/>
                      <a:pt x="7" y="16"/>
                      <a:pt x="8" y="22"/>
                    </a:cubicBezTo>
                    <a:cubicBezTo>
                      <a:pt x="8" y="29"/>
                      <a:pt x="2" y="32"/>
                      <a:pt x="1" y="39"/>
                    </a:cubicBezTo>
                    <a:cubicBezTo>
                      <a:pt x="0" y="58"/>
                      <a:pt x="22" y="41"/>
                      <a:pt x="27" y="35"/>
                    </a:cubicBezTo>
                    <a:cubicBezTo>
                      <a:pt x="29" y="32"/>
                      <a:pt x="30" y="29"/>
                      <a:pt x="33" y="27"/>
                    </a:cubicBezTo>
                    <a:cubicBezTo>
                      <a:pt x="36" y="25"/>
                      <a:pt x="39" y="25"/>
                      <a:pt x="41" y="21"/>
                    </a:cubicBezTo>
                    <a:cubicBezTo>
                      <a:pt x="48" y="8"/>
                      <a:pt x="39" y="6"/>
                      <a:pt x="30" y="9"/>
                    </a:cubicBezTo>
                    <a:cubicBezTo>
                      <a:pt x="27" y="9"/>
                      <a:pt x="23" y="11"/>
                      <a:pt x="21" y="10"/>
                    </a:cubicBezTo>
                    <a:cubicBezTo>
                      <a:pt x="17" y="8"/>
                      <a:pt x="19" y="8"/>
                      <a:pt x="17" y="6"/>
                    </a:cubicBezTo>
                    <a:cubicBezTo>
                      <a:pt x="10" y="0"/>
                      <a:pt x="14" y="4"/>
                      <a:pt x="6" y="2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8" name="Freeform 573">
                <a:extLst>
                  <a:ext uri="{FF2B5EF4-FFF2-40B4-BE49-F238E27FC236}">
                    <a16:creationId xmlns:a16="http://schemas.microsoft.com/office/drawing/2014/main" id="{E3004A20-BF6A-4A7B-8917-64E32B310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793"/>
                <a:ext cx="112" cy="80"/>
              </a:xfrm>
              <a:custGeom>
                <a:avLst/>
                <a:gdLst>
                  <a:gd name="T0" fmla="*/ 0 w 45"/>
                  <a:gd name="T1" fmla="*/ 397 h 30"/>
                  <a:gd name="T2" fmla="*/ 291 w 45"/>
                  <a:gd name="T3" fmla="*/ 533 h 30"/>
                  <a:gd name="T4" fmla="*/ 478 w 45"/>
                  <a:gd name="T5" fmla="*/ 285 h 30"/>
                  <a:gd name="T6" fmla="*/ 694 w 45"/>
                  <a:gd name="T7" fmla="*/ 115 h 30"/>
                  <a:gd name="T8" fmla="*/ 12 w 45"/>
                  <a:gd name="T9" fmla="*/ 34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0">
                    <a:moveTo>
                      <a:pt x="0" y="21"/>
                    </a:moveTo>
                    <a:cubicBezTo>
                      <a:pt x="8" y="23"/>
                      <a:pt x="10" y="30"/>
                      <a:pt x="19" y="28"/>
                    </a:cubicBezTo>
                    <a:cubicBezTo>
                      <a:pt x="27" y="26"/>
                      <a:pt x="27" y="21"/>
                      <a:pt x="31" y="15"/>
                    </a:cubicBezTo>
                    <a:cubicBezTo>
                      <a:pt x="34" y="12"/>
                      <a:pt x="45" y="8"/>
                      <a:pt x="45" y="6"/>
                    </a:cubicBezTo>
                    <a:cubicBezTo>
                      <a:pt x="45" y="0"/>
                      <a:pt x="5" y="15"/>
                      <a:pt x="1" y="18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69" name="Freeform 574">
                <a:extLst>
                  <a:ext uri="{FF2B5EF4-FFF2-40B4-BE49-F238E27FC236}">
                    <a16:creationId xmlns:a16="http://schemas.microsoft.com/office/drawing/2014/main" id="{AFF0496D-3322-44AC-9DAD-E44BABDAC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1790"/>
                <a:ext cx="345" cy="91"/>
              </a:xfrm>
              <a:custGeom>
                <a:avLst/>
                <a:gdLst>
                  <a:gd name="T0" fmla="*/ 0 w 138"/>
                  <a:gd name="T1" fmla="*/ 94 h 34"/>
                  <a:gd name="T2" fmla="*/ 395 w 138"/>
                  <a:gd name="T3" fmla="*/ 193 h 34"/>
                  <a:gd name="T4" fmla="*/ 470 w 138"/>
                  <a:gd name="T5" fmla="*/ 517 h 34"/>
                  <a:gd name="T6" fmla="*/ 783 w 138"/>
                  <a:gd name="T7" fmla="*/ 444 h 34"/>
                  <a:gd name="T8" fmla="*/ 1113 w 138"/>
                  <a:gd name="T9" fmla="*/ 517 h 34"/>
                  <a:gd name="T10" fmla="*/ 1645 w 138"/>
                  <a:gd name="T11" fmla="*/ 500 h 34"/>
                  <a:gd name="T12" fmla="*/ 2158 w 138"/>
                  <a:gd name="T13" fmla="*/ 616 h 34"/>
                  <a:gd name="T14" fmla="*/ 1875 w 138"/>
                  <a:gd name="T15" fmla="*/ 329 h 34"/>
                  <a:gd name="T16" fmla="*/ 1033 w 138"/>
                  <a:gd name="T17" fmla="*/ 21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34">
                    <a:moveTo>
                      <a:pt x="0" y="5"/>
                    </a:moveTo>
                    <a:cubicBezTo>
                      <a:pt x="8" y="7"/>
                      <a:pt x="18" y="4"/>
                      <a:pt x="25" y="10"/>
                    </a:cubicBezTo>
                    <a:cubicBezTo>
                      <a:pt x="31" y="16"/>
                      <a:pt x="26" y="22"/>
                      <a:pt x="30" y="27"/>
                    </a:cubicBezTo>
                    <a:cubicBezTo>
                      <a:pt x="35" y="34"/>
                      <a:pt x="45" y="25"/>
                      <a:pt x="50" y="23"/>
                    </a:cubicBezTo>
                    <a:cubicBezTo>
                      <a:pt x="58" y="20"/>
                      <a:pt x="64" y="26"/>
                      <a:pt x="71" y="27"/>
                    </a:cubicBezTo>
                    <a:cubicBezTo>
                      <a:pt x="82" y="29"/>
                      <a:pt x="93" y="24"/>
                      <a:pt x="105" y="26"/>
                    </a:cubicBezTo>
                    <a:cubicBezTo>
                      <a:pt x="116" y="28"/>
                      <a:pt x="128" y="27"/>
                      <a:pt x="138" y="32"/>
                    </a:cubicBezTo>
                    <a:cubicBezTo>
                      <a:pt x="136" y="26"/>
                      <a:pt x="126" y="20"/>
                      <a:pt x="120" y="17"/>
                    </a:cubicBezTo>
                    <a:cubicBezTo>
                      <a:pt x="106" y="9"/>
                      <a:pt x="83" y="0"/>
                      <a:pt x="66" y="1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0" name="Freeform 575">
                <a:extLst>
                  <a:ext uri="{FF2B5EF4-FFF2-40B4-BE49-F238E27FC236}">
                    <a16:creationId xmlns:a16="http://schemas.microsoft.com/office/drawing/2014/main" id="{80951353-81E6-44C4-A78A-40CE7232F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291"/>
                <a:ext cx="225" cy="230"/>
              </a:xfrm>
              <a:custGeom>
                <a:avLst/>
                <a:gdLst>
                  <a:gd name="T0" fmla="*/ 550 w 90"/>
                  <a:gd name="T1" fmla="*/ 0 h 86"/>
                  <a:gd name="T2" fmla="*/ 313 w 90"/>
                  <a:gd name="T3" fmla="*/ 687 h 86"/>
                  <a:gd name="T4" fmla="*/ 83 w 90"/>
                  <a:gd name="T5" fmla="*/ 957 h 86"/>
                  <a:gd name="T6" fmla="*/ 408 w 90"/>
                  <a:gd name="T7" fmla="*/ 1110 h 86"/>
                  <a:gd name="T8" fmla="*/ 470 w 90"/>
                  <a:gd name="T9" fmla="*/ 1530 h 86"/>
                  <a:gd name="T10" fmla="*/ 688 w 90"/>
                  <a:gd name="T11" fmla="*/ 1380 h 86"/>
                  <a:gd name="T12" fmla="*/ 550 w 90"/>
                  <a:gd name="T13" fmla="*/ 936 h 86"/>
                  <a:gd name="T14" fmla="*/ 800 w 90"/>
                  <a:gd name="T15" fmla="*/ 628 h 86"/>
                  <a:gd name="T16" fmla="*/ 1050 w 90"/>
                  <a:gd name="T17" fmla="*/ 845 h 86"/>
                  <a:gd name="T18" fmla="*/ 1408 w 90"/>
                  <a:gd name="T19" fmla="*/ 858 h 86"/>
                  <a:gd name="T20" fmla="*/ 800 w 90"/>
                  <a:gd name="T21" fmla="*/ 380 h 86"/>
                  <a:gd name="T22" fmla="*/ 613 w 90"/>
                  <a:gd name="T23" fmla="*/ 56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86">
                    <a:moveTo>
                      <a:pt x="35" y="0"/>
                    </a:moveTo>
                    <a:cubicBezTo>
                      <a:pt x="38" y="9"/>
                      <a:pt x="27" y="29"/>
                      <a:pt x="20" y="36"/>
                    </a:cubicBezTo>
                    <a:cubicBezTo>
                      <a:pt x="16" y="40"/>
                      <a:pt x="0" y="42"/>
                      <a:pt x="5" y="50"/>
                    </a:cubicBezTo>
                    <a:cubicBezTo>
                      <a:pt x="9" y="57"/>
                      <a:pt x="21" y="52"/>
                      <a:pt x="26" y="58"/>
                    </a:cubicBezTo>
                    <a:cubicBezTo>
                      <a:pt x="30" y="64"/>
                      <a:pt x="24" y="75"/>
                      <a:pt x="30" y="80"/>
                    </a:cubicBezTo>
                    <a:cubicBezTo>
                      <a:pt x="37" y="86"/>
                      <a:pt x="45" y="80"/>
                      <a:pt x="44" y="72"/>
                    </a:cubicBezTo>
                    <a:cubicBezTo>
                      <a:pt x="42" y="65"/>
                      <a:pt x="33" y="57"/>
                      <a:pt x="35" y="49"/>
                    </a:cubicBezTo>
                    <a:cubicBezTo>
                      <a:pt x="36" y="42"/>
                      <a:pt x="43" y="33"/>
                      <a:pt x="51" y="33"/>
                    </a:cubicBezTo>
                    <a:cubicBezTo>
                      <a:pt x="57" y="33"/>
                      <a:pt x="62" y="40"/>
                      <a:pt x="67" y="44"/>
                    </a:cubicBezTo>
                    <a:cubicBezTo>
                      <a:pt x="73" y="50"/>
                      <a:pt x="86" y="47"/>
                      <a:pt x="90" y="45"/>
                    </a:cubicBezTo>
                    <a:cubicBezTo>
                      <a:pt x="82" y="48"/>
                      <a:pt x="56" y="26"/>
                      <a:pt x="51" y="20"/>
                    </a:cubicBezTo>
                    <a:cubicBezTo>
                      <a:pt x="46" y="15"/>
                      <a:pt x="50" y="0"/>
                      <a:pt x="39" y="3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1" name="Freeform 576">
                <a:extLst>
                  <a:ext uri="{FF2B5EF4-FFF2-40B4-BE49-F238E27FC236}">
                    <a16:creationId xmlns:a16="http://schemas.microsoft.com/office/drawing/2014/main" id="{4C810DA4-F6E6-4CA8-87A4-7D373C9F0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918"/>
                <a:ext cx="292" cy="120"/>
              </a:xfrm>
              <a:custGeom>
                <a:avLst/>
                <a:gdLst>
                  <a:gd name="T0" fmla="*/ 574 w 117"/>
                  <a:gd name="T1" fmla="*/ 376 h 45"/>
                  <a:gd name="T2" fmla="*/ 854 w 117"/>
                  <a:gd name="T3" fmla="*/ 648 h 45"/>
                  <a:gd name="T4" fmla="*/ 1103 w 117"/>
                  <a:gd name="T5" fmla="*/ 661 h 45"/>
                  <a:gd name="T6" fmla="*/ 1507 w 117"/>
                  <a:gd name="T7" fmla="*/ 704 h 45"/>
                  <a:gd name="T8" fmla="*/ 1819 w 117"/>
                  <a:gd name="T9" fmla="*/ 605 h 45"/>
                  <a:gd name="T10" fmla="*/ 1620 w 117"/>
                  <a:gd name="T11" fmla="*/ 533 h 45"/>
                  <a:gd name="T12" fmla="*/ 1415 w 117"/>
                  <a:gd name="T13" fmla="*/ 512 h 45"/>
                  <a:gd name="T14" fmla="*/ 903 w 117"/>
                  <a:gd name="T15" fmla="*/ 397 h 45"/>
                  <a:gd name="T16" fmla="*/ 280 w 117"/>
                  <a:gd name="T17" fmla="*/ 77 h 45"/>
                  <a:gd name="T18" fmla="*/ 0 w 117"/>
                  <a:gd name="T19" fmla="*/ 285 h 45"/>
                  <a:gd name="T20" fmla="*/ 591 w 117"/>
                  <a:gd name="T21" fmla="*/ 376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45">
                    <a:moveTo>
                      <a:pt x="37" y="20"/>
                    </a:moveTo>
                    <a:cubicBezTo>
                      <a:pt x="48" y="22"/>
                      <a:pt x="50" y="25"/>
                      <a:pt x="55" y="34"/>
                    </a:cubicBezTo>
                    <a:cubicBezTo>
                      <a:pt x="61" y="45"/>
                      <a:pt x="63" y="39"/>
                      <a:pt x="71" y="35"/>
                    </a:cubicBezTo>
                    <a:cubicBezTo>
                      <a:pt x="79" y="31"/>
                      <a:pt x="89" y="37"/>
                      <a:pt x="97" y="37"/>
                    </a:cubicBezTo>
                    <a:cubicBezTo>
                      <a:pt x="103" y="37"/>
                      <a:pt x="110" y="32"/>
                      <a:pt x="117" y="32"/>
                    </a:cubicBezTo>
                    <a:cubicBezTo>
                      <a:pt x="113" y="32"/>
                      <a:pt x="108" y="29"/>
                      <a:pt x="104" y="28"/>
                    </a:cubicBezTo>
                    <a:cubicBezTo>
                      <a:pt x="99" y="26"/>
                      <a:pt x="96" y="27"/>
                      <a:pt x="91" y="27"/>
                    </a:cubicBezTo>
                    <a:cubicBezTo>
                      <a:pt x="78" y="29"/>
                      <a:pt x="69" y="27"/>
                      <a:pt x="58" y="21"/>
                    </a:cubicBezTo>
                    <a:cubicBezTo>
                      <a:pt x="46" y="14"/>
                      <a:pt x="34" y="0"/>
                      <a:pt x="18" y="4"/>
                    </a:cubicBezTo>
                    <a:cubicBezTo>
                      <a:pt x="13" y="6"/>
                      <a:pt x="3" y="10"/>
                      <a:pt x="0" y="15"/>
                    </a:cubicBezTo>
                    <a:cubicBezTo>
                      <a:pt x="12" y="15"/>
                      <a:pt x="27" y="12"/>
                      <a:pt x="38" y="20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2" name="Freeform 577">
                <a:extLst>
                  <a:ext uri="{FF2B5EF4-FFF2-40B4-BE49-F238E27FC236}">
                    <a16:creationId xmlns:a16="http://schemas.microsoft.com/office/drawing/2014/main" id="{F613950E-89FA-4564-AF2D-6C48BC6D4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457"/>
                <a:ext cx="155" cy="112"/>
              </a:xfrm>
              <a:custGeom>
                <a:avLst/>
                <a:gdLst>
                  <a:gd name="T0" fmla="*/ 83 w 62"/>
                  <a:gd name="T1" fmla="*/ 149 h 42"/>
                  <a:gd name="T2" fmla="*/ 63 w 62"/>
                  <a:gd name="T3" fmla="*/ 605 h 42"/>
                  <a:gd name="T4" fmla="*/ 50 w 62"/>
                  <a:gd name="T5" fmla="*/ 739 h 42"/>
                  <a:gd name="T6" fmla="*/ 175 w 62"/>
                  <a:gd name="T7" fmla="*/ 683 h 42"/>
                  <a:gd name="T8" fmla="*/ 283 w 62"/>
                  <a:gd name="T9" fmla="*/ 568 h 42"/>
                  <a:gd name="T10" fmla="*/ 520 w 62"/>
                  <a:gd name="T11" fmla="*/ 568 h 42"/>
                  <a:gd name="T12" fmla="*/ 800 w 62"/>
                  <a:gd name="T13" fmla="*/ 717 h 42"/>
                  <a:gd name="T14" fmla="*/ 770 w 62"/>
                  <a:gd name="T15" fmla="*/ 307 h 42"/>
                  <a:gd name="T16" fmla="*/ 970 w 62"/>
                  <a:gd name="T17" fmla="*/ 0 h 42"/>
                  <a:gd name="T18" fmla="*/ 563 w 62"/>
                  <a:gd name="T19" fmla="*/ 227 h 42"/>
                  <a:gd name="T20" fmla="*/ 113 w 62"/>
                  <a:gd name="T21" fmla="*/ 136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42">
                    <a:moveTo>
                      <a:pt x="5" y="8"/>
                    </a:moveTo>
                    <a:cubicBezTo>
                      <a:pt x="8" y="17"/>
                      <a:pt x="7" y="24"/>
                      <a:pt x="4" y="32"/>
                    </a:cubicBezTo>
                    <a:cubicBezTo>
                      <a:pt x="3" y="35"/>
                      <a:pt x="0" y="36"/>
                      <a:pt x="3" y="39"/>
                    </a:cubicBezTo>
                    <a:cubicBezTo>
                      <a:pt x="6" y="42"/>
                      <a:pt x="9" y="38"/>
                      <a:pt x="11" y="36"/>
                    </a:cubicBezTo>
                    <a:cubicBezTo>
                      <a:pt x="14" y="33"/>
                      <a:pt x="13" y="31"/>
                      <a:pt x="18" y="30"/>
                    </a:cubicBezTo>
                    <a:cubicBezTo>
                      <a:pt x="22" y="29"/>
                      <a:pt x="29" y="30"/>
                      <a:pt x="33" y="30"/>
                    </a:cubicBezTo>
                    <a:cubicBezTo>
                      <a:pt x="38" y="31"/>
                      <a:pt x="47" y="34"/>
                      <a:pt x="51" y="38"/>
                    </a:cubicBezTo>
                    <a:cubicBezTo>
                      <a:pt x="55" y="31"/>
                      <a:pt x="42" y="26"/>
                      <a:pt x="49" y="16"/>
                    </a:cubicBezTo>
                    <a:cubicBezTo>
                      <a:pt x="52" y="11"/>
                      <a:pt x="62" y="7"/>
                      <a:pt x="62" y="0"/>
                    </a:cubicBezTo>
                    <a:cubicBezTo>
                      <a:pt x="54" y="9"/>
                      <a:pt x="47" y="9"/>
                      <a:pt x="36" y="12"/>
                    </a:cubicBezTo>
                    <a:cubicBezTo>
                      <a:pt x="24" y="16"/>
                      <a:pt x="18" y="7"/>
                      <a:pt x="7" y="7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3" name="Freeform 578">
                <a:extLst>
                  <a:ext uri="{FF2B5EF4-FFF2-40B4-BE49-F238E27FC236}">
                    <a16:creationId xmlns:a16="http://schemas.microsoft.com/office/drawing/2014/main" id="{6229186A-971A-4E1A-B0AC-3F0115A9D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603"/>
                <a:ext cx="123" cy="160"/>
              </a:xfrm>
              <a:custGeom>
                <a:avLst/>
                <a:gdLst>
                  <a:gd name="T0" fmla="*/ 284 w 49"/>
                  <a:gd name="T1" fmla="*/ 320 h 60"/>
                  <a:gd name="T2" fmla="*/ 725 w 49"/>
                  <a:gd name="T3" fmla="*/ 285 h 60"/>
                  <a:gd name="T4" fmla="*/ 555 w 49"/>
                  <a:gd name="T5" fmla="*/ 704 h 60"/>
                  <a:gd name="T6" fmla="*/ 756 w 49"/>
                  <a:gd name="T7" fmla="*/ 1139 h 60"/>
                  <a:gd name="T8" fmla="*/ 409 w 49"/>
                  <a:gd name="T9" fmla="*/ 909 h 60"/>
                  <a:gd name="T10" fmla="*/ 346 w 49"/>
                  <a:gd name="T11" fmla="*/ 661 h 60"/>
                  <a:gd name="T12" fmla="*/ 146 w 49"/>
                  <a:gd name="T13" fmla="*/ 341 h 60"/>
                  <a:gd name="T14" fmla="*/ 0 w 49"/>
                  <a:gd name="T15" fmla="*/ 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0">
                    <a:moveTo>
                      <a:pt x="18" y="17"/>
                    </a:moveTo>
                    <a:cubicBezTo>
                      <a:pt x="19" y="26"/>
                      <a:pt x="40" y="16"/>
                      <a:pt x="46" y="15"/>
                    </a:cubicBezTo>
                    <a:cubicBezTo>
                      <a:pt x="49" y="23"/>
                      <a:pt x="35" y="29"/>
                      <a:pt x="35" y="37"/>
                    </a:cubicBezTo>
                    <a:cubicBezTo>
                      <a:pt x="35" y="45"/>
                      <a:pt x="44" y="54"/>
                      <a:pt x="48" y="60"/>
                    </a:cubicBezTo>
                    <a:cubicBezTo>
                      <a:pt x="40" y="60"/>
                      <a:pt x="32" y="52"/>
                      <a:pt x="26" y="48"/>
                    </a:cubicBezTo>
                    <a:cubicBezTo>
                      <a:pt x="19" y="42"/>
                      <a:pt x="22" y="44"/>
                      <a:pt x="22" y="35"/>
                    </a:cubicBezTo>
                    <a:cubicBezTo>
                      <a:pt x="23" y="26"/>
                      <a:pt x="14" y="24"/>
                      <a:pt x="9" y="18"/>
                    </a:cubicBezTo>
                    <a:cubicBezTo>
                      <a:pt x="4" y="13"/>
                      <a:pt x="1" y="5"/>
                      <a:pt x="0" y="0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4" name="Freeform 579">
                <a:extLst>
                  <a:ext uri="{FF2B5EF4-FFF2-40B4-BE49-F238E27FC236}">
                    <a16:creationId xmlns:a16="http://schemas.microsoft.com/office/drawing/2014/main" id="{5FCA837B-0774-4D23-884D-5003682B8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377"/>
                <a:ext cx="155" cy="104"/>
              </a:xfrm>
              <a:custGeom>
                <a:avLst/>
                <a:gdLst>
                  <a:gd name="T0" fmla="*/ 0 w 62"/>
                  <a:gd name="T1" fmla="*/ 0 h 39"/>
                  <a:gd name="T2" fmla="*/ 270 w 62"/>
                  <a:gd name="T3" fmla="*/ 477 h 39"/>
                  <a:gd name="T4" fmla="*/ 720 w 62"/>
                  <a:gd name="T5" fmla="*/ 568 h 39"/>
                  <a:gd name="T6" fmla="*/ 970 w 62"/>
                  <a:gd name="T7" fmla="*/ 739 h 39"/>
                  <a:gd name="T8" fmla="*/ 563 w 62"/>
                  <a:gd name="T9" fmla="*/ 419 h 39"/>
                  <a:gd name="T10" fmla="*/ 158 w 62"/>
                  <a:gd name="T11" fmla="*/ 77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9">
                    <a:moveTo>
                      <a:pt x="0" y="0"/>
                    </a:moveTo>
                    <a:cubicBezTo>
                      <a:pt x="13" y="5"/>
                      <a:pt x="2" y="22"/>
                      <a:pt x="17" y="25"/>
                    </a:cubicBezTo>
                    <a:cubicBezTo>
                      <a:pt x="26" y="27"/>
                      <a:pt x="38" y="25"/>
                      <a:pt x="46" y="30"/>
                    </a:cubicBezTo>
                    <a:cubicBezTo>
                      <a:pt x="52" y="32"/>
                      <a:pt x="56" y="38"/>
                      <a:pt x="62" y="39"/>
                    </a:cubicBezTo>
                    <a:cubicBezTo>
                      <a:pt x="58" y="26"/>
                      <a:pt x="47" y="27"/>
                      <a:pt x="36" y="22"/>
                    </a:cubicBezTo>
                    <a:cubicBezTo>
                      <a:pt x="30" y="19"/>
                      <a:pt x="9" y="14"/>
                      <a:pt x="10" y="4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5" name="Freeform 580">
                <a:extLst>
                  <a:ext uri="{FF2B5EF4-FFF2-40B4-BE49-F238E27FC236}">
                    <a16:creationId xmlns:a16="http://schemas.microsoft.com/office/drawing/2014/main" id="{47C2FEB0-23E6-4878-9B3B-86B9115C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142"/>
                <a:ext cx="125" cy="200"/>
              </a:xfrm>
              <a:custGeom>
                <a:avLst/>
                <a:gdLst>
                  <a:gd name="T0" fmla="*/ 425 w 50"/>
                  <a:gd name="T1" fmla="*/ 0 h 75"/>
                  <a:gd name="T2" fmla="*/ 550 w 50"/>
                  <a:gd name="T3" fmla="*/ 477 h 75"/>
                  <a:gd name="T4" fmla="*/ 675 w 50"/>
                  <a:gd name="T5" fmla="*/ 605 h 75"/>
                  <a:gd name="T6" fmla="*/ 613 w 50"/>
                  <a:gd name="T7" fmla="*/ 819 h 75"/>
                  <a:gd name="T8" fmla="*/ 675 w 50"/>
                  <a:gd name="T9" fmla="*/ 1344 h 75"/>
                  <a:gd name="T10" fmla="*/ 238 w 50"/>
                  <a:gd name="T11" fmla="*/ 1344 h 75"/>
                  <a:gd name="T12" fmla="*/ 33 w 50"/>
                  <a:gd name="T13" fmla="*/ 1344 h 75"/>
                  <a:gd name="T14" fmla="*/ 20 w 50"/>
                  <a:gd name="T15" fmla="*/ 1101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75">
                    <a:moveTo>
                      <a:pt x="27" y="0"/>
                    </a:moveTo>
                    <a:cubicBezTo>
                      <a:pt x="28" y="11"/>
                      <a:pt x="21" y="26"/>
                      <a:pt x="35" y="25"/>
                    </a:cubicBezTo>
                    <a:cubicBezTo>
                      <a:pt x="40" y="24"/>
                      <a:pt x="41" y="27"/>
                      <a:pt x="43" y="32"/>
                    </a:cubicBezTo>
                    <a:cubicBezTo>
                      <a:pt x="45" y="39"/>
                      <a:pt x="40" y="39"/>
                      <a:pt x="39" y="43"/>
                    </a:cubicBezTo>
                    <a:cubicBezTo>
                      <a:pt x="37" y="51"/>
                      <a:pt x="50" y="63"/>
                      <a:pt x="43" y="71"/>
                    </a:cubicBezTo>
                    <a:cubicBezTo>
                      <a:pt x="39" y="75"/>
                      <a:pt x="21" y="70"/>
                      <a:pt x="15" y="71"/>
                    </a:cubicBezTo>
                    <a:cubicBezTo>
                      <a:pt x="12" y="71"/>
                      <a:pt x="5" y="73"/>
                      <a:pt x="2" y="71"/>
                    </a:cubicBezTo>
                    <a:cubicBezTo>
                      <a:pt x="0" y="69"/>
                      <a:pt x="1" y="61"/>
                      <a:pt x="1" y="58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6" name="Freeform 581">
                <a:extLst>
                  <a:ext uri="{FF2B5EF4-FFF2-40B4-BE49-F238E27FC236}">
                    <a16:creationId xmlns:a16="http://schemas.microsoft.com/office/drawing/2014/main" id="{A215CCEA-74A3-4CB1-9E8D-6ABF9CBB6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425"/>
                <a:ext cx="120" cy="210"/>
              </a:xfrm>
              <a:custGeom>
                <a:avLst/>
                <a:gdLst>
                  <a:gd name="T0" fmla="*/ 458 w 48"/>
                  <a:gd name="T1" fmla="*/ 0 h 79"/>
                  <a:gd name="T2" fmla="*/ 438 w 48"/>
                  <a:gd name="T3" fmla="*/ 635 h 79"/>
                  <a:gd name="T4" fmla="*/ 738 w 48"/>
                  <a:gd name="T5" fmla="*/ 750 h 79"/>
                  <a:gd name="T6" fmla="*/ 708 w 48"/>
                  <a:gd name="T7" fmla="*/ 941 h 79"/>
                  <a:gd name="T8" fmla="*/ 738 w 48"/>
                  <a:gd name="T9" fmla="*/ 1257 h 79"/>
                  <a:gd name="T10" fmla="*/ 470 w 48"/>
                  <a:gd name="T11" fmla="*/ 1223 h 79"/>
                  <a:gd name="T12" fmla="*/ 113 w 48"/>
                  <a:gd name="T13" fmla="*/ 920 h 79"/>
                  <a:gd name="T14" fmla="*/ 0 w 48"/>
                  <a:gd name="T15" fmla="*/ 409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9">
                    <a:moveTo>
                      <a:pt x="29" y="0"/>
                    </a:moveTo>
                    <a:cubicBezTo>
                      <a:pt x="30" y="10"/>
                      <a:pt x="19" y="24"/>
                      <a:pt x="28" y="34"/>
                    </a:cubicBezTo>
                    <a:cubicBezTo>
                      <a:pt x="34" y="41"/>
                      <a:pt x="44" y="30"/>
                      <a:pt x="47" y="40"/>
                    </a:cubicBezTo>
                    <a:cubicBezTo>
                      <a:pt x="48" y="44"/>
                      <a:pt x="45" y="47"/>
                      <a:pt x="45" y="50"/>
                    </a:cubicBezTo>
                    <a:cubicBezTo>
                      <a:pt x="44" y="56"/>
                      <a:pt x="47" y="61"/>
                      <a:pt x="47" y="67"/>
                    </a:cubicBezTo>
                    <a:cubicBezTo>
                      <a:pt x="46" y="79"/>
                      <a:pt x="36" y="68"/>
                      <a:pt x="30" y="65"/>
                    </a:cubicBezTo>
                    <a:cubicBezTo>
                      <a:pt x="23" y="60"/>
                      <a:pt x="13" y="56"/>
                      <a:pt x="7" y="49"/>
                    </a:cubicBezTo>
                    <a:cubicBezTo>
                      <a:pt x="1" y="42"/>
                      <a:pt x="1" y="32"/>
                      <a:pt x="0" y="22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7" name="Freeform 582">
                <a:extLst>
                  <a:ext uri="{FF2B5EF4-FFF2-40B4-BE49-F238E27FC236}">
                    <a16:creationId xmlns:a16="http://schemas.microsoft.com/office/drawing/2014/main" id="{D442D2C4-E3D8-4A04-8E82-36C22C71F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825"/>
                <a:ext cx="212" cy="144"/>
              </a:xfrm>
              <a:custGeom>
                <a:avLst/>
                <a:gdLst>
                  <a:gd name="T0" fmla="*/ 105 w 85"/>
                  <a:gd name="T1" fmla="*/ 56 h 54"/>
                  <a:gd name="T2" fmla="*/ 511 w 85"/>
                  <a:gd name="T3" fmla="*/ 115 h 54"/>
                  <a:gd name="T4" fmla="*/ 716 w 85"/>
                  <a:gd name="T5" fmla="*/ 363 h 54"/>
                  <a:gd name="T6" fmla="*/ 1028 w 85"/>
                  <a:gd name="T7" fmla="*/ 533 h 54"/>
                  <a:gd name="T8" fmla="*/ 1120 w 85"/>
                  <a:gd name="T9" fmla="*/ 760 h 54"/>
                  <a:gd name="T10" fmla="*/ 1319 w 85"/>
                  <a:gd name="T11" fmla="*/ 931 h 54"/>
                  <a:gd name="T12" fmla="*/ 945 w 85"/>
                  <a:gd name="T13" fmla="*/ 875 h 54"/>
                  <a:gd name="T14" fmla="*/ 387 w 85"/>
                  <a:gd name="T15" fmla="*/ 648 h 54"/>
                  <a:gd name="T16" fmla="*/ 0 w 85"/>
                  <a:gd name="T17" fmla="*/ 34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54">
                    <a:moveTo>
                      <a:pt x="7" y="3"/>
                    </a:moveTo>
                    <a:cubicBezTo>
                      <a:pt x="16" y="7"/>
                      <a:pt x="25" y="0"/>
                      <a:pt x="33" y="6"/>
                    </a:cubicBezTo>
                    <a:cubicBezTo>
                      <a:pt x="39" y="10"/>
                      <a:pt x="38" y="17"/>
                      <a:pt x="46" y="19"/>
                    </a:cubicBezTo>
                    <a:cubicBezTo>
                      <a:pt x="54" y="21"/>
                      <a:pt x="61" y="19"/>
                      <a:pt x="66" y="28"/>
                    </a:cubicBezTo>
                    <a:cubicBezTo>
                      <a:pt x="68" y="33"/>
                      <a:pt x="68" y="36"/>
                      <a:pt x="72" y="40"/>
                    </a:cubicBezTo>
                    <a:cubicBezTo>
                      <a:pt x="76" y="44"/>
                      <a:pt x="80" y="46"/>
                      <a:pt x="85" y="49"/>
                    </a:cubicBezTo>
                    <a:cubicBezTo>
                      <a:pt x="80" y="54"/>
                      <a:pt x="67" y="49"/>
                      <a:pt x="61" y="46"/>
                    </a:cubicBezTo>
                    <a:cubicBezTo>
                      <a:pt x="49" y="41"/>
                      <a:pt x="37" y="38"/>
                      <a:pt x="25" y="34"/>
                    </a:cubicBezTo>
                    <a:cubicBezTo>
                      <a:pt x="14" y="31"/>
                      <a:pt x="5" y="27"/>
                      <a:pt x="0" y="18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8" name="Freeform 583">
                <a:extLst>
                  <a:ext uri="{FF2B5EF4-FFF2-40B4-BE49-F238E27FC236}">
                    <a16:creationId xmlns:a16="http://schemas.microsoft.com/office/drawing/2014/main" id="{FA52CC58-C8ED-4B75-910C-3DC8EF684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315"/>
                <a:ext cx="87" cy="115"/>
              </a:xfrm>
              <a:custGeom>
                <a:avLst/>
                <a:gdLst>
                  <a:gd name="T0" fmla="*/ 495 w 35"/>
                  <a:gd name="T1" fmla="*/ 0 h 43"/>
                  <a:gd name="T2" fmla="*/ 403 w 35"/>
                  <a:gd name="T3" fmla="*/ 286 h 43"/>
                  <a:gd name="T4" fmla="*/ 246 w 35"/>
                  <a:gd name="T5" fmla="*/ 479 h 43"/>
                  <a:gd name="T6" fmla="*/ 0 w 35"/>
                  <a:gd name="T7" fmla="*/ 730 h 43"/>
                  <a:gd name="T8" fmla="*/ 124 w 35"/>
                  <a:gd name="T9" fmla="*/ 802 h 43"/>
                  <a:gd name="T10" fmla="*/ 154 w 35"/>
                  <a:gd name="T11" fmla="*/ 671 h 43"/>
                  <a:gd name="T12" fmla="*/ 433 w 35"/>
                  <a:gd name="T13" fmla="*/ 516 h 43"/>
                  <a:gd name="T14" fmla="*/ 495 w 35"/>
                  <a:gd name="T15" fmla="*/ 308 h 43"/>
                  <a:gd name="T16" fmla="*/ 507 w 35"/>
                  <a:gd name="T17" fmla="*/ 35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43">
                    <a:moveTo>
                      <a:pt x="32" y="0"/>
                    </a:moveTo>
                    <a:cubicBezTo>
                      <a:pt x="29" y="4"/>
                      <a:pt x="29" y="11"/>
                      <a:pt x="26" y="15"/>
                    </a:cubicBezTo>
                    <a:cubicBezTo>
                      <a:pt x="24" y="19"/>
                      <a:pt x="19" y="22"/>
                      <a:pt x="16" y="25"/>
                    </a:cubicBezTo>
                    <a:cubicBezTo>
                      <a:pt x="13" y="27"/>
                      <a:pt x="0" y="35"/>
                      <a:pt x="0" y="38"/>
                    </a:cubicBezTo>
                    <a:cubicBezTo>
                      <a:pt x="0" y="42"/>
                      <a:pt x="4" y="43"/>
                      <a:pt x="8" y="42"/>
                    </a:cubicBezTo>
                    <a:cubicBezTo>
                      <a:pt x="9" y="41"/>
                      <a:pt x="9" y="36"/>
                      <a:pt x="10" y="35"/>
                    </a:cubicBezTo>
                    <a:cubicBezTo>
                      <a:pt x="15" y="31"/>
                      <a:pt x="23" y="30"/>
                      <a:pt x="28" y="27"/>
                    </a:cubicBezTo>
                    <a:cubicBezTo>
                      <a:pt x="25" y="21"/>
                      <a:pt x="30" y="21"/>
                      <a:pt x="32" y="16"/>
                    </a:cubicBezTo>
                    <a:cubicBezTo>
                      <a:pt x="35" y="11"/>
                      <a:pt x="30" y="7"/>
                      <a:pt x="3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79" name="Freeform 584">
                <a:extLst>
                  <a:ext uri="{FF2B5EF4-FFF2-40B4-BE49-F238E27FC236}">
                    <a16:creationId xmlns:a16="http://schemas.microsoft.com/office/drawing/2014/main" id="{8BDF8908-31E4-46B9-AF88-CB1D935B1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87"/>
                <a:ext cx="52" cy="46"/>
              </a:xfrm>
              <a:custGeom>
                <a:avLst/>
                <a:gdLst>
                  <a:gd name="T0" fmla="*/ 42 w 21"/>
                  <a:gd name="T1" fmla="*/ 336 h 17"/>
                  <a:gd name="T2" fmla="*/ 12 w 21"/>
                  <a:gd name="T3" fmla="*/ 0 h 17"/>
                  <a:gd name="T4" fmla="*/ 134 w 21"/>
                  <a:gd name="T5" fmla="*/ 198 h 17"/>
                  <a:gd name="T6" fmla="*/ 319 w 21"/>
                  <a:gd name="T7" fmla="*/ 336 h 17"/>
                  <a:gd name="T8" fmla="*/ 134 w 21"/>
                  <a:gd name="T9" fmla="*/ 219 h 17"/>
                  <a:gd name="T10" fmla="*/ 74 w 21"/>
                  <a:gd name="T11" fmla="*/ 33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3" y="17"/>
                    </a:moveTo>
                    <a:cubicBezTo>
                      <a:pt x="1" y="12"/>
                      <a:pt x="0" y="6"/>
                      <a:pt x="1" y="0"/>
                    </a:cubicBezTo>
                    <a:cubicBezTo>
                      <a:pt x="7" y="2"/>
                      <a:pt x="5" y="6"/>
                      <a:pt x="9" y="10"/>
                    </a:cubicBezTo>
                    <a:cubicBezTo>
                      <a:pt x="13" y="13"/>
                      <a:pt x="19" y="11"/>
                      <a:pt x="21" y="17"/>
                    </a:cubicBezTo>
                    <a:cubicBezTo>
                      <a:pt x="16" y="16"/>
                      <a:pt x="11" y="17"/>
                      <a:pt x="9" y="11"/>
                    </a:cubicBezTo>
                    <a:cubicBezTo>
                      <a:pt x="6" y="12"/>
                      <a:pt x="5" y="14"/>
                      <a:pt x="5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0" name="Freeform 585">
                <a:extLst>
                  <a:ext uri="{FF2B5EF4-FFF2-40B4-BE49-F238E27FC236}">
                    <a16:creationId xmlns:a16="http://schemas.microsoft.com/office/drawing/2014/main" id="{C70A6D9A-C788-4EBE-B3DB-AD33FBE3A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470"/>
                <a:ext cx="90" cy="43"/>
              </a:xfrm>
              <a:custGeom>
                <a:avLst/>
                <a:gdLst>
                  <a:gd name="T0" fmla="*/ 0 w 36"/>
                  <a:gd name="T1" fmla="*/ 312 h 16"/>
                  <a:gd name="T2" fmla="*/ 0 w 36"/>
                  <a:gd name="T3" fmla="*/ 22 h 16"/>
                  <a:gd name="T4" fmla="*/ 270 w 36"/>
                  <a:gd name="T5" fmla="*/ 137 h 16"/>
                  <a:gd name="T6" fmla="*/ 563 w 36"/>
                  <a:gd name="T7" fmla="*/ 81 h 16"/>
                  <a:gd name="T8" fmla="*/ 395 w 36"/>
                  <a:gd name="T9" fmla="*/ 159 h 16"/>
                  <a:gd name="T10" fmla="*/ 300 w 36"/>
                  <a:gd name="T11" fmla="*/ 274 h 16"/>
                  <a:gd name="T12" fmla="*/ 63 w 36"/>
                  <a:gd name="T13" fmla="*/ 15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6">
                    <a:moveTo>
                      <a:pt x="0" y="16"/>
                    </a:moveTo>
                    <a:cubicBezTo>
                      <a:pt x="1" y="11"/>
                      <a:pt x="0" y="6"/>
                      <a:pt x="0" y="1"/>
                    </a:cubicBezTo>
                    <a:cubicBezTo>
                      <a:pt x="6" y="0"/>
                      <a:pt x="11" y="7"/>
                      <a:pt x="17" y="7"/>
                    </a:cubicBezTo>
                    <a:cubicBezTo>
                      <a:pt x="23" y="7"/>
                      <a:pt x="30" y="0"/>
                      <a:pt x="36" y="4"/>
                    </a:cubicBezTo>
                    <a:cubicBezTo>
                      <a:pt x="32" y="5"/>
                      <a:pt x="28" y="6"/>
                      <a:pt x="25" y="8"/>
                    </a:cubicBezTo>
                    <a:cubicBezTo>
                      <a:pt x="22" y="10"/>
                      <a:pt x="22" y="14"/>
                      <a:pt x="19" y="14"/>
                    </a:cubicBezTo>
                    <a:cubicBezTo>
                      <a:pt x="13" y="14"/>
                      <a:pt x="8" y="1"/>
                      <a:pt x="4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1" name="Freeform 586">
                <a:extLst>
                  <a:ext uri="{FF2B5EF4-FFF2-40B4-BE49-F238E27FC236}">
                    <a16:creationId xmlns:a16="http://schemas.microsoft.com/office/drawing/2014/main" id="{D88248E1-7DD4-402E-BB60-70417EEF2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131"/>
                <a:ext cx="85" cy="78"/>
              </a:xfrm>
              <a:custGeom>
                <a:avLst/>
                <a:gdLst>
                  <a:gd name="T0" fmla="*/ 0 w 34"/>
                  <a:gd name="T1" fmla="*/ 312 h 29"/>
                  <a:gd name="T2" fmla="*/ 313 w 34"/>
                  <a:gd name="T3" fmla="*/ 312 h 29"/>
                  <a:gd name="T4" fmla="*/ 533 w 34"/>
                  <a:gd name="T5" fmla="*/ 565 h 29"/>
                  <a:gd name="T6" fmla="*/ 333 w 34"/>
                  <a:gd name="T7" fmla="*/ 449 h 29"/>
                  <a:gd name="T8" fmla="*/ 83 w 34"/>
                  <a:gd name="T9" fmla="*/ 231 h 29"/>
                  <a:gd name="T10" fmla="*/ 0 w 34"/>
                  <a:gd name="T11" fmla="*/ 31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9">
                    <a:moveTo>
                      <a:pt x="0" y="16"/>
                    </a:moveTo>
                    <a:cubicBezTo>
                      <a:pt x="1" y="0"/>
                      <a:pt x="15" y="13"/>
                      <a:pt x="20" y="16"/>
                    </a:cubicBezTo>
                    <a:cubicBezTo>
                      <a:pt x="26" y="19"/>
                      <a:pt x="28" y="26"/>
                      <a:pt x="34" y="29"/>
                    </a:cubicBezTo>
                    <a:cubicBezTo>
                      <a:pt x="30" y="29"/>
                      <a:pt x="25" y="25"/>
                      <a:pt x="21" y="23"/>
                    </a:cubicBezTo>
                    <a:cubicBezTo>
                      <a:pt x="16" y="20"/>
                      <a:pt x="9" y="9"/>
                      <a:pt x="5" y="12"/>
                    </a:cubicBezTo>
                    <a:cubicBezTo>
                      <a:pt x="3" y="13"/>
                      <a:pt x="0" y="15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2" name="Freeform 587">
                <a:extLst>
                  <a:ext uri="{FF2B5EF4-FFF2-40B4-BE49-F238E27FC236}">
                    <a16:creationId xmlns:a16="http://schemas.microsoft.com/office/drawing/2014/main" id="{81103A94-CFBE-4C6A-8097-07161BCC7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921"/>
                <a:ext cx="115" cy="48"/>
              </a:xfrm>
              <a:custGeom>
                <a:avLst/>
                <a:gdLst>
                  <a:gd name="T0" fmla="*/ 50 w 46"/>
                  <a:gd name="T1" fmla="*/ 205 h 18"/>
                  <a:gd name="T2" fmla="*/ 395 w 46"/>
                  <a:gd name="T3" fmla="*/ 35 h 18"/>
                  <a:gd name="T4" fmla="*/ 720 w 46"/>
                  <a:gd name="T5" fmla="*/ 192 h 18"/>
                  <a:gd name="T6" fmla="*/ 270 w 46"/>
                  <a:gd name="T7" fmla="*/ 149 h 18"/>
                  <a:gd name="T8" fmla="*/ 238 w 46"/>
                  <a:gd name="T9" fmla="*/ 227 h 18"/>
                  <a:gd name="T10" fmla="*/ 408 w 46"/>
                  <a:gd name="T11" fmla="*/ 341 h 18"/>
                  <a:gd name="T12" fmla="*/ 313 w 46"/>
                  <a:gd name="T13" fmla="*/ 285 h 18"/>
                  <a:gd name="T14" fmla="*/ 125 w 46"/>
                  <a:gd name="T15" fmla="*/ 285 h 18"/>
                  <a:gd name="T16" fmla="*/ 0 w 46"/>
                  <a:gd name="T17" fmla="*/ 20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8">
                    <a:moveTo>
                      <a:pt x="3" y="11"/>
                    </a:moveTo>
                    <a:cubicBezTo>
                      <a:pt x="11" y="9"/>
                      <a:pt x="14" y="0"/>
                      <a:pt x="25" y="2"/>
                    </a:cubicBezTo>
                    <a:cubicBezTo>
                      <a:pt x="31" y="3"/>
                      <a:pt x="41" y="7"/>
                      <a:pt x="46" y="10"/>
                    </a:cubicBezTo>
                    <a:cubicBezTo>
                      <a:pt x="35" y="5"/>
                      <a:pt x="28" y="2"/>
                      <a:pt x="17" y="8"/>
                    </a:cubicBezTo>
                    <a:cubicBezTo>
                      <a:pt x="16" y="9"/>
                      <a:pt x="10" y="7"/>
                      <a:pt x="15" y="12"/>
                    </a:cubicBezTo>
                    <a:cubicBezTo>
                      <a:pt x="18" y="16"/>
                      <a:pt x="25" y="11"/>
                      <a:pt x="26" y="18"/>
                    </a:cubicBezTo>
                    <a:cubicBezTo>
                      <a:pt x="24" y="17"/>
                      <a:pt x="22" y="15"/>
                      <a:pt x="20" y="15"/>
                    </a:cubicBezTo>
                    <a:cubicBezTo>
                      <a:pt x="16" y="14"/>
                      <a:pt x="11" y="16"/>
                      <a:pt x="8" y="15"/>
                    </a:cubicBezTo>
                    <a:cubicBezTo>
                      <a:pt x="5" y="14"/>
                      <a:pt x="4" y="10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3" name="Freeform 588">
                <a:extLst>
                  <a:ext uri="{FF2B5EF4-FFF2-40B4-BE49-F238E27FC236}">
                    <a16:creationId xmlns:a16="http://schemas.microsoft.com/office/drawing/2014/main" id="{7A29A936-A488-4D1A-B5F5-CFF8B671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622"/>
                <a:ext cx="95" cy="45"/>
              </a:xfrm>
              <a:custGeom>
                <a:avLst/>
                <a:gdLst>
                  <a:gd name="T0" fmla="*/ 0 w 38"/>
                  <a:gd name="T1" fmla="*/ 0 h 17"/>
                  <a:gd name="T2" fmla="*/ 283 w 38"/>
                  <a:gd name="T3" fmla="*/ 169 h 17"/>
                  <a:gd name="T4" fmla="*/ 595 w 38"/>
                  <a:gd name="T5" fmla="*/ 148 h 17"/>
                  <a:gd name="T6" fmla="*/ 333 w 38"/>
                  <a:gd name="T7" fmla="*/ 238 h 17"/>
                  <a:gd name="T8" fmla="*/ 95 w 38"/>
                  <a:gd name="T9" fmla="*/ 14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7">
                    <a:moveTo>
                      <a:pt x="0" y="0"/>
                    </a:moveTo>
                    <a:cubicBezTo>
                      <a:pt x="3" y="4"/>
                      <a:pt x="13" y="9"/>
                      <a:pt x="18" y="9"/>
                    </a:cubicBezTo>
                    <a:cubicBezTo>
                      <a:pt x="26" y="9"/>
                      <a:pt x="30" y="1"/>
                      <a:pt x="38" y="8"/>
                    </a:cubicBezTo>
                    <a:cubicBezTo>
                      <a:pt x="31" y="6"/>
                      <a:pt x="27" y="11"/>
                      <a:pt x="21" y="13"/>
                    </a:cubicBezTo>
                    <a:cubicBezTo>
                      <a:pt x="14" y="17"/>
                      <a:pt x="11" y="14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4" name="Freeform 589">
                <a:extLst>
                  <a:ext uri="{FF2B5EF4-FFF2-40B4-BE49-F238E27FC236}">
                    <a16:creationId xmlns:a16="http://schemas.microsoft.com/office/drawing/2014/main" id="{E06AFD00-1C6B-4608-B0D7-002624411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81"/>
                <a:ext cx="185" cy="77"/>
              </a:xfrm>
              <a:custGeom>
                <a:avLst/>
                <a:gdLst>
                  <a:gd name="T0" fmla="*/ 250 w 74"/>
                  <a:gd name="T1" fmla="*/ 247 h 29"/>
                  <a:gd name="T2" fmla="*/ 375 w 74"/>
                  <a:gd name="T3" fmla="*/ 465 h 29"/>
                  <a:gd name="T4" fmla="*/ 458 w 74"/>
                  <a:gd name="T5" fmla="*/ 409 h 29"/>
                  <a:gd name="T6" fmla="*/ 625 w 74"/>
                  <a:gd name="T7" fmla="*/ 409 h 29"/>
                  <a:gd name="T8" fmla="*/ 1158 w 74"/>
                  <a:gd name="T9" fmla="*/ 542 h 29"/>
                  <a:gd name="T10" fmla="*/ 845 w 74"/>
                  <a:gd name="T11" fmla="*/ 337 h 29"/>
                  <a:gd name="T12" fmla="*/ 563 w 74"/>
                  <a:gd name="T13" fmla="*/ 337 h 29"/>
                  <a:gd name="T14" fmla="*/ 333 w 74"/>
                  <a:gd name="T15" fmla="*/ 260 h 29"/>
                  <a:gd name="T16" fmla="*/ 0 w 74"/>
                  <a:gd name="T17" fmla="*/ 2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9">
                    <a:moveTo>
                      <a:pt x="16" y="13"/>
                    </a:moveTo>
                    <a:cubicBezTo>
                      <a:pt x="18" y="16"/>
                      <a:pt x="21" y="25"/>
                      <a:pt x="24" y="25"/>
                    </a:cubicBezTo>
                    <a:cubicBezTo>
                      <a:pt x="26" y="26"/>
                      <a:pt x="28" y="22"/>
                      <a:pt x="29" y="22"/>
                    </a:cubicBezTo>
                    <a:cubicBezTo>
                      <a:pt x="33" y="21"/>
                      <a:pt x="36" y="22"/>
                      <a:pt x="40" y="22"/>
                    </a:cubicBezTo>
                    <a:cubicBezTo>
                      <a:pt x="51" y="21"/>
                      <a:pt x="64" y="21"/>
                      <a:pt x="74" y="29"/>
                    </a:cubicBezTo>
                    <a:cubicBezTo>
                      <a:pt x="73" y="23"/>
                      <a:pt x="60" y="19"/>
                      <a:pt x="54" y="18"/>
                    </a:cubicBezTo>
                    <a:cubicBezTo>
                      <a:pt x="48" y="17"/>
                      <a:pt x="42" y="18"/>
                      <a:pt x="36" y="18"/>
                    </a:cubicBezTo>
                    <a:cubicBezTo>
                      <a:pt x="31" y="17"/>
                      <a:pt x="25" y="16"/>
                      <a:pt x="21" y="14"/>
                    </a:cubicBezTo>
                    <a:cubicBezTo>
                      <a:pt x="12" y="10"/>
                      <a:pt x="11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5" name="Freeform 590">
                <a:extLst>
                  <a:ext uri="{FF2B5EF4-FFF2-40B4-BE49-F238E27FC236}">
                    <a16:creationId xmlns:a16="http://schemas.microsoft.com/office/drawing/2014/main" id="{2C0C9A0C-F337-461E-91A2-FCA83CCF4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121"/>
                <a:ext cx="70" cy="173"/>
              </a:xfrm>
              <a:custGeom>
                <a:avLst/>
                <a:gdLst>
                  <a:gd name="T0" fmla="*/ 425 w 28"/>
                  <a:gd name="T1" fmla="*/ 0 h 65"/>
                  <a:gd name="T2" fmla="*/ 300 w 28"/>
                  <a:gd name="T3" fmla="*/ 431 h 65"/>
                  <a:gd name="T4" fmla="*/ 145 w 28"/>
                  <a:gd name="T5" fmla="*/ 532 h 65"/>
                  <a:gd name="T6" fmla="*/ 158 w 28"/>
                  <a:gd name="T7" fmla="*/ 681 h 65"/>
                  <a:gd name="T8" fmla="*/ 113 w 28"/>
                  <a:gd name="T9" fmla="*/ 828 h 65"/>
                  <a:gd name="T10" fmla="*/ 0 w 28"/>
                  <a:gd name="T11" fmla="*/ 1224 h 65"/>
                  <a:gd name="T12" fmla="*/ 220 w 28"/>
                  <a:gd name="T13" fmla="*/ 623 h 65"/>
                  <a:gd name="T14" fmla="*/ 375 w 28"/>
                  <a:gd name="T15" fmla="*/ 474 h 65"/>
                  <a:gd name="T16" fmla="*/ 438 w 28"/>
                  <a:gd name="T17" fmla="*/ 261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65">
                    <a:moveTo>
                      <a:pt x="27" y="0"/>
                    </a:moveTo>
                    <a:cubicBezTo>
                      <a:pt x="27" y="9"/>
                      <a:pt x="27" y="18"/>
                      <a:pt x="19" y="23"/>
                    </a:cubicBezTo>
                    <a:cubicBezTo>
                      <a:pt x="17" y="25"/>
                      <a:pt x="11" y="26"/>
                      <a:pt x="9" y="28"/>
                    </a:cubicBezTo>
                    <a:cubicBezTo>
                      <a:pt x="9" y="30"/>
                      <a:pt x="10" y="34"/>
                      <a:pt x="10" y="36"/>
                    </a:cubicBezTo>
                    <a:cubicBezTo>
                      <a:pt x="9" y="39"/>
                      <a:pt x="8" y="41"/>
                      <a:pt x="7" y="44"/>
                    </a:cubicBezTo>
                    <a:cubicBezTo>
                      <a:pt x="5" y="50"/>
                      <a:pt x="4" y="61"/>
                      <a:pt x="0" y="65"/>
                    </a:cubicBezTo>
                    <a:cubicBezTo>
                      <a:pt x="13" y="54"/>
                      <a:pt x="7" y="43"/>
                      <a:pt x="14" y="33"/>
                    </a:cubicBezTo>
                    <a:cubicBezTo>
                      <a:pt x="16" y="29"/>
                      <a:pt x="21" y="30"/>
                      <a:pt x="24" y="25"/>
                    </a:cubicBezTo>
                    <a:cubicBezTo>
                      <a:pt x="26" y="23"/>
                      <a:pt x="28" y="18"/>
                      <a:pt x="28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6" name="Freeform 591">
                <a:extLst>
                  <a:ext uri="{FF2B5EF4-FFF2-40B4-BE49-F238E27FC236}">
                    <a16:creationId xmlns:a16="http://schemas.microsoft.com/office/drawing/2014/main" id="{C318BF61-AA36-4E0C-898F-F5D93632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158"/>
                <a:ext cx="78" cy="59"/>
              </a:xfrm>
              <a:custGeom>
                <a:avLst/>
                <a:gdLst>
                  <a:gd name="T0" fmla="*/ 0 w 31"/>
                  <a:gd name="T1" fmla="*/ 0 h 22"/>
                  <a:gd name="T2" fmla="*/ 189 w 31"/>
                  <a:gd name="T3" fmla="*/ 330 h 22"/>
                  <a:gd name="T4" fmla="*/ 493 w 31"/>
                  <a:gd name="T5" fmla="*/ 274 h 22"/>
                  <a:gd name="T6" fmla="*/ 284 w 31"/>
                  <a:gd name="T7" fmla="*/ 402 h 22"/>
                  <a:gd name="T8" fmla="*/ 96 w 31"/>
                  <a:gd name="T9" fmla="*/ 402 h 22"/>
                  <a:gd name="T10" fmla="*/ 20 w 31"/>
                  <a:gd name="T11" fmla="*/ 8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2">
                    <a:moveTo>
                      <a:pt x="0" y="0"/>
                    </a:moveTo>
                    <a:cubicBezTo>
                      <a:pt x="3" y="6"/>
                      <a:pt x="6" y="15"/>
                      <a:pt x="12" y="17"/>
                    </a:cubicBezTo>
                    <a:cubicBezTo>
                      <a:pt x="19" y="19"/>
                      <a:pt x="25" y="10"/>
                      <a:pt x="31" y="14"/>
                    </a:cubicBezTo>
                    <a:cubicBezTo>
                      <a:pt x="26" y="15"/>
                      <a:pt x="23" y="19"/>
                      <a:pt x="18" y="21"/>
                    </a:cubicBezTo>
                    <a:cubicBezTo>
                      <a:pt x="14" y="22"/>
                      <a:pt x="10" y="20"/>
                      <a:pt x="6" y="21"/>
                    </a:cubicBezTo>
                    <a:cubicBezTo>
                      <a:pt x="4" y="16"/>
                      <a:pt x="4" y="9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7" name="Freeform 592">
                <a:extLst>
                  <a:ext uri="{FF2B5EF4-FFF2-40B4-BE49-F238E27FC236}">
                    <a16:creationId xmlns:a16="http://schemas.microsoft.com/office/drawing/2014/main" id="{0DA2CA0B-CEC5-4B3D-A078-D58F2E997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385"/>
                <a:ext cx="45" cy="98"/>
              </a:xfrm>
              <a:custGeom>
                <a:avLst/>
                <a:gdLst>
                  <a:gd name="T0" fmla="*/ 270 w 18"/>
                  <a:gd name="T1" fmla="*/ 0 h 37"/>
                  <a:gd name="T2" fmla="*/ 50 w 18"/>
                  <a:gd name="T3" fmla="*/ 281 h 37"/>
                  <a:gd name="T4" fmla="*/ 158 w 18"/>
                  <a:gd name="T5" fmla="*/ 689 h 37"/>
                  <a:gd name="T6" fmla="*/ 113 w 18"/>
                  <a:gd name="T7" fmla="*/ 238 h 37"/>
                  <a:gd name="T8" fmla="*/ 188 w 18"/>
                  <a:gd name="T9" fmla="*/ 111 h 37"/>
                  <a:gd name="T10" fmla="*/ 283 w 18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7">
                    <a:moveTo>
                      <a:pt x="17" y="0"/>
                    </a:moveTo>
                    <a:cubicBezTo>
                      <a:pt x="12" y="6"/>
                      <a:pt x="6" y="6"/>
                      <a:pt x="3" y="15"/>
                    </a:cubicBezTo>
                    <a:cubicBezTo>
                      <a:pt x="0" y="22"/>
                      <a:pt x="2" y="32"/>
                      <a:pt x="10" y="37"/>
                    </a:cubicBezTo>
                    <a:cubicBezTo>
                      <a:pt x="2" y="31"/>
                      <a:pt x="4" y="21"/>
                      <a:pt x="7" y="13"/>
                    </a:cubicBezTo>
                    <a:cubicBezTo>
                      <a:pt x="9" y="10"/>
                      <a:pt x="8" y="9"/>
                      <a:pt x="12" y="6"/>
                    </a:cubicBezTo>
                    <a:cubicBezTo>
                      <a:pt x="14" y="4"/>
                      <a:pt x="16" y="2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8" name="Freeform 593">
                <a:extLst>
                  <a:ext uri="{FF2B5EF4-FFF2-40B4-BE49-F238E27FC236}">
                    <a16:creationId xmlns:a16="http://schemas.microsoft.com/office/drawing/2014/main" id="{3B1C0B85-D9A7-400F-B73B-A2FB490D9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835"/>
                <a:ext cx="92" cy="43"/>
              </a:xfrm>
              <a:custGeom>
                <a:avLst/>
                <a:gdLst>
                  <a:gd name="T0" fmla="*/ 0 w 37"/>
                  <a:gd name="T1" fmla="*/ 312 h 16"/>
                  <a:gd name="T2" fmla="*/ 92 w 37"/>
                  <a:gd name="T3" fmla="*/ 218 h 16"/>
                  <a:gd name="T4" fmla="*/ 216 w 37"/>
                  <a:gd name="T5" fmla="*/ 94 h 16"/>
                  <a:gd name="T6" fmla="*/ 537 w 37"/>
                  <a:gd name="T7" fmla="*/ 0 h 16"/>
                  <a:gd name="T8" fmla="*/ 569 w 37"/>
                  <a:gd name="T9" fmla="*/ 81 h 16"/>
                  <a:gd name="T10" fmla="*/ 124 w 37"/>
                  <a:gd name="T11" fmla="*/ 27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6">
                    <a:moveTo>
                      <a:pt x="0" y="16"/>
                    </a:moveTo>
                    <a:cubicBezTo>
                      <a:pt x="5" y="16"/>
                      <a:pt x="4" y="13"/>
                      <a:pt x="6" y="11"/>
                    </a:cubicBezTo>
                    <a:cubicBezTo>
                      <a:pt x="9" y="8"/>
                      <a:pt x="9" y="7"/>
                      <a:pt x="14" y="5"/>
                    </a:cubicBezTo>
                    <a:cubicBezTo>
                      <a:pt x="21" y="2"/>
                      <a:pt x="28" y="3"/>
                      <a:pt x="35" y="0"/>
                    </a:cubicBezTo>
                    <a:cubicBezTo>
                      <a:pt x="36" y="1"/>
                      <a:pt x="37" y="3"/>
                      <a:pt x="37" y="4"/>
                    </a:cubicBezTo>
                    <a:cubicBezTo>
                      <a:pt x="25" y="2"/>
                      <a:pt x="16" y="7"/>
                      <a:pt x="8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9" name="Freeform 594">
                <a:extLst>
                  <a:ext uri="{FF2B5EF4-FFF2-40B4-BE49-F238E27FC236}">
                    <a16:creationId xmlns:a16="http://schemas.microsoft.com/office/drawing/2014/main" id="{4B6A401E-008C-4D7D-9C75-A005E6924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001"/>
                <a:ext cx="120" cy="90"/>
              </a:xfrm>
              <a:custGeom>
                <a:avLst/>
                <a:gdLst>
                  <a:gd name="T0" fmla="*/ 158 w 48"/>
                  <a:gd name="T1" fmla="*/ 90 h 34"/>
                  <a:gd name="T2" fmla="*/ 750 w 48"/>
                  <a:gd name="T3" fmla="*/ 630 h 34"/>
                  <a:gd name="T4" fmla="*/ 395 w 48"/>
                  <a:gd name="T5" fmla="*/ 259 h 34"/>
                  <a:gd name="T6" fmla="*/ 145 w 48"/>
                  <a:gd name="T7" fmla="*/ 183 h 34"/>
                  <a:gd name="T8" fmla="*/ 0 w 48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4">
                    <a:moveTo>
                      <a:pt x="10" y="5"/>
                    </a:moveTo>
                    <a:cubicBezTo>
                      <a:pt x="25" y="10"/>
                      <a:pt x="47" y="13"/>
                      <a:pt x="48" y="34"/>
                    </a:cubicBezTo>
                    <a:cubicBezTo>
                      <a:pt x="43" y="23"/>
                      <a:pt x="36" y="17"/>
                      <a:pt x="25" y="14"/>
                    </a:cubicBezTo>
                    <a:cubicBezTo>
                      <a:pt x="21" y="13"/>
                      <a:pt x="11" y="13"/>
                      <a:pt x="9" y="10"/>
                    </a:cubicBezTo>
                    <a:cubicBezTo>
                      <a:pt x="5" y="7"/>
                      <a:pt x="8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0" name="Freeform 595">
                <a:extLst>
                  <a:ext uri="{FF2B5EF4-FFF2-40B4-BE49-F238E27FC236}">
                    <a16:creationId xmlns:a16="http://schemas.microsoft.com/office/drawing/2014/main" id="{0605D17F-A94F-4BC3-8248-0469A861B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329"/>
                <a:ext cx="115" cy="34"/>
              </a:xfrm>
              <a:custGeom>
                <a:avLst/>
                <a:gdLst>
                  <a:gd name="T0" fmla="*/ 0 w 46"/>
                  <a:gd name="T1" fmla="*/ 89 h 13"/>
                  <a:gd name="T2" fmla="*/ 500 w 46"/>
                  <a:gd name="T3" fmla="*/ 233 h 13"/>
                  <a:gd name="T4" fmla="*/ 720 w 46"/>
                  <a:gd name="T5" fmla="*/ 123 h 13"/>
                  <a:gd name="T6" fmla="*/ 425 w 46"/>
                  <a:gd name="T7" fmla="*/ 89 h 13"/>
                  <a:gd name="T8" fmla="*/ 270 w 46"/>
                  <a:gd name="T9" fmla="*/ 21 h 13"/>
                  <a:gd name="T10" fmla="*/ 0 w 46"/>
                  <a:gd name="T11" fmla="*/ 68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0" y="5"/>
                    </a:moveTo>
                    <a:cubicBezTo>
                      <a:pt x="9" y="0"/>
                      <a:pt x="26" y="5"/>
                      <a:pt x="32" y="13"/>
                    </a:cubicBezTo>
                    <a:cubicBezTo>
                      <a:pt x="34" y="7"/>
                      <a:pt x="40" y="7"/>
                      <a:pt x="46" y="7"/>
                    </a:cubicBezTo>
                    <a:cubicBezTo>
                      <a:pt x="39" y="4"/>
                      <a:pt x="33" y="7"/>
                      <a:pt x="27" y="5"/>
                    </a:cubicBezTo>
                    <a:cubicBezTo>
                      <a:pt x="23" y="4"/>
                      <a:pt x="21" y="1"/>
                      <a:pt x="17" y="1"/>
                    </a:cubicBezTo>
                    <a:cubicBezTo>
                      <a:pt x="10" y="0"/>
                      <a:pt x="5" y="2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1" name="Freeform 596">
                <a:extLst>
                  <a:ext uri="{FF2B5EF4-FFF2-40B4-BE49-F238E27FC236}">
                    <a16:creationId xmlns:a16="http://schemas.microsoft.com/office/drawing/2014/main" id="{078711AA-88BC-432A-B57D-29A5860E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313"/>
                <a:ext cx="55" cy="90"/>
              </a:xfrm>
              <a:custGeom>
                <a:avLst/>
                <a:gdLst>
                  <a:gd name="T0" fmla="*/ 345 w 22"/>
                  <a:gd name="T1" fmla="*/ 0 h 34"/>
                  <a:gd name="T2" fmla="*/ 33 w 22"/>
                  <a:gd name="T3" fmla="*/ 336 h 34"/>
                  <a:gd name="T4" fmla="*/ 0 w 22"/>
                  <a:gd name="T5" fmla="*/ 630 h 34"/>
                  <a:gd name="T6" fmla="*/ 125 w 22"/>
                  <a:gd name="T7" fmla="*/ 371 h 34"/>
                  <a:gd name="T8" fmla="*/ 300 w 22"/>
                  <a:gd name="T9" fmla="*/ 5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4">
                    <a:moveTo>
                      <a:pt x="22" y="0"/>
                    </a:moveTo>
                    <a:cubicBezTo>
                      <a:pt x="16" y="10"/>
                      <a:pt x="12" y="14"/>
                      <a:pt x="2" y="18"/>
                    </a:cubicBezTo>
                    <a:cubicBezTo>
                      <a:pt x="3" y="23"/>
                      <a:pt x="3" y="30"/>
                      <a:pt x="0" y="34"/>
                    </a:cubicBezTo>
                    <a:cubicBezTo>
                      <a:pt x="7" y="31"/>
                      <a:pt x="5" y="25"/>
                      <a:pt x="8" y="20"/>
                    </a:cubicBezTo>
                    <a:cubicBezTo>
                      <a:pt x="14" y="13"/>
                      <a:pt x="20" y="15"/>
                      <a:pt x="1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2" name="Freeform 597">
                <a:extLst>
                  <a:ext uri="{FF2B5EF4-FFF2-40B4-BE49-F238E27FC236}">
                    <a16:creationId xmlns:a16="http://schemas.microsoft.com/office/drawing/2014/main" id="{5A559079-6639-4E56-9749-7D63B2182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838"/>
                <a:ext cx="90" cy="53"/>
              </a:xfrm>
              <a:custGeom>
                <a:avLst/>
                <a:gdLst>
                  <a:gd name="T0" fmla="*/ 0 w 36"/>
                  <a:gd name="T1" fmla="*/ 371 h 20"/>
                  <a:gd name="T2" fmla="*/ 158 w 36"/>
                  <a:gd name="T3" fmla="*/ 225 h 20"/>
                  <a:gd name="T4" fmla="*/ 238 w 36"/>
                  <a:gd name="T5" fmla="*/ 21 h 20"/>
                  <a:gd name="T6" fmla="*/ 563 w 36"/>
                  <a:gd name="T7" fmla="*/ 111 h 20"/>
                  <a:gd name="T8" fmla="*/ 283 w 36"/>
                  <a:gd name="T9" fmla="*/ 133 h 20"/>
                  <a:gd name="T10" fmla="*/ 83 w 36"/>
                  <a:gd name="T11" fmla="*/ 28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0">
                    <a:moveTo>
                      <a:pt x="0" y="20"/>
                    </a:moveTo>
                    <a:cubicBezTo>
                      <a:pt x="4" y="17"/>
                      <a:pt x="8" y="15"/>
                      <a:pt x="10" y="12"/>
                    </a:cubicBezTo>
                    <a:cubicBezTo>
                      <a:pt x="12" y="9"/>
                      <a:pt x="13" y="3"/>
                      <a:pt x="15" y="1"/>
                    </a:cubicBezTo>
                    <a:cubicBezTo>
                      <a:pt x="16" y="0"/>
                      <a:pt x="33" y="5"/>
                      <a:pt x="36" y="6"/>
                    </a:cubicBezTo>
                    <a:cubicBezTo>
                      <a:pt x="32" y="6"/>
                      <a:pt x="23" y="5"/>
                      <a:pt x="18" y="7"/>
                    </a:cubicBezTo>
                    <a:cubicBezTo>
                      <a:pt x="13" y="9"/>
                      <a:pt x="12" y="15"/>
                      <a:pt x="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3" name="Freeform 598">
                <a:extLst>
                  <a:ext uri="{FF2B5EF4-FFF2-40B4-BE49-F238E27FC236}">
                    <a16:creationId xmlns:a16="http://schemas.microsoft.com/office/drawing/2014/main" id="{0C749DDE-8E2D-4563-ABBE-E301E7B0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238"/>
                <a:ext cx="308" cy="168"/>
              </a:xfrm>
              <a:custGeom>
                <a:avLst/>
                <a:gdLst>
                  <a:gd name="T0" fmla="*/ 50 w 123"/>
                  <a:gd name="T1" fmla="*/ 56 h 63"/>
                  <a:gd name="T2" fmla="*/ 0 w 123"/>
                  <a:gd name="T3" fmla="*/ 589 h 63"/>
                  <a:gd name="T4" fmla="*/ 270 w 123"/>
                  <a:gd name="T5" fmla="*/ 776 h 63"/>
                  <a:gd name="T6" fmla="*/ 784 w 123"/>
                  <a:gd name="T7" fmla="*/ 1117 h 63"/>
                  <a:gd name="T8" fmla="*/ 1442 w 123"/>
                  <a:gd name="T9" fmla="*/ 1080 h 63"/>
                  <a:gd name="T10" fmla="*/ 1901 w 123"/>
                  <a:gd name="T11" fmla="*/ 363 h 63"/>
                  <a:gd name="T12" fmla="*/ 1442 w 123"/>
                  <a:gd name="T13" fmla="*/ 888 h 63"/>
                  <a:gd name="T14" fmla="*/ 804 w 123"/>
                  <a:gd name="T15" fmla="*/ 968 h 63"/>
                  <a:gd name="T16" fmla="*/ 283 w 123"/>
                  <a:gd name="T17" fmla="*/ 533 h 63"/>
                  <a:gd name="T18" fmla="*/ 145 w 123"/>
                  <a:gd name="T19" fmla="*/ 248 h 63"/>
                  <a:gd name="T20" fmla="*/ 95 w 123"/>
                  <a:gd name="T21" fmla="*/ 0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" h="63">
                    <a:moveTo>
                      <a:pt x="3" y="3"/>
                    </a:moveTo>
                    <a:cubicBezTo>
                      <a:pt x="1" y="13"/>
                      <a:pt x="1" y="22"/>
                      <a:pt x="0" y="31"/>
                    </a:cubicBezTo>
                    <a:cubicBezTo>
                      <a:pt x="6" y="21"/>
                      <a:pt x="13" y="37"/>
                      <a:pt x="17" y="41"/>
                    </a:cubicBezTo>
                    <a:cubicBezTo>
                      <a:pt x="26" y="51"/>
                      <a:pt x="38" y="55"/>
                      <a:pt x="50" y="59"/>
                    </a:cubicBezTo>
                    <a:cubicBezTo>
                      <a:pt x="61" y="63"/>
                      <a:pt x="81" y="62"/>
                      <a:pt x="92" y="57"/>
                    </a:cubicBezTo>
                    <a:cubicBezTo>
                      <a:pt x="104" y="53"/>
                      <a:pt x="123" y="33"/>
                      <a:pt x="121" y="19"/>
                    </a:cubicBezTo>
                    <a:cubicBezTo>
                      <a:pt x="116" y="28"/>
                      <a:pt x="102" y="43"/>
                      <a:pt x="92" y="47"/>
                    </a:cubicBezTo>
                    <a:cubicBezTo>
                      <a:pt x="81" y="52"/>
                      <a:pt x="63" y="52"/>
                      <a:pt x="51" y="51"/>
                    </a:cubicBezTo>
                    <a:cubicBezTo>
                      <a:pt x="36" y="49"/>
                      <a:pt x="28" y="40"/>
                      <a:pt x="18" y="28"/>
                    </a:cubicBezTo>
                    <a:cubicBezTo>
                      <a:pt x="14" y="23"/>
                      <a:pt x="11" y="19"/>
                      <a:pt x="9" y="13"/>
                    </a:cubicBezTo>
                    <a:cubicBezTo>
                      <a:pt x="7" y="8"/>
                      <a:pt x="7" y="4"/>
                      <a:pt x="6" y="0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4" name="Freeform 599">
                <a:extLst>
                  <a:ext uri="{FF2B5EF4-FFF2-40B4-BE49-F238E27FC236}">
                    <a16:creationId xmlns:a16="http://schemas.microsoft.com/office/drawing/2014/main" id="{6055BD7D-752C-40B2-96F2-A0FC84F7D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166"/>
                <a:ext cx="65" cy="56"/>
              </a:xfrm>
              <a:custGeom>
                <a:avLst/>
                <a:gdLst>
                  <a:gd name="T0" fmla="*/ 113 w 26"/>
                  <a:gd name="T1" fmla="*/ 77 h 21"/>
                  <a:gd name="T2" fmla="*/ 158 w 26"/>
                  <a:gd name="T3" fmla="*/ 397 h 21"/>
                  <a:gd name="T4" fmla="*/ 250 w 26"/>
                  <a:gd name="T5" fmla="*/ 149 h 21"/>
                  <a:gd name="T6" fmla="*/ 408 w 26"/>
                  <a:gd name="T7" fmla="*/ 0 h 21"/>
                  <a:gd name="T8" fmla="*/ 0 w 26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7" y="4"/>
                    </a:moveTo>
                    <a:cubicBezTo>
                      <a:pt x="10" y="9"/>
                      <a:pt x="9" y="15"/>
                      <a:pt x="10" y="21"/>
                    </a:cubicBezTo>
                    <a:cubicBezTo>
                      <a:pt x="11" y="13"/>
                      <a:pt x="10" y="13"/>
                      <a:pt x="16" y="8"/>
                    </a:cubicBezTo>
                    <a:cubicBezTo>
                      <a:pt x="20" y="6"/>
                      <a:pt x="22" y="3"/>
                      <a:pt x="26" y="0"/>
                    </a:cubicBezTo>
                    <a:cubicBezTo>
                      <a:pt x="18" y="0"/>
                      <a:pt x="8" y="3"/>
                      <a:pt x="0" y="0"/>
                    </a:cubicBezTo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5" name="Freeform 600">
                <a:extLst>
                  <a:ext uri="{FF2B5EF4-FFF2-40B4-BE49-F238E27FC236}">
                    <a16:creationId xmlns:a16="http://schemas.microsoft.com/office/drawing/2014/main" id="{6222F331-5C94-401D-8F60-C1792937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001"/>
                <a:ext cx="385" cy="194"/>
              </a:xfrm>
              <a:custGeom>
                <a:avLst/>
                <a:gdLst>
                  <a:gd name="T0" fmla="*/ 688 w 154"/>
                  <a:gd name="T1" fmla="*/ 0 h 73"/>
                  <a:gd name="T2" fmla="*/ 1188 w 154"/>
                  <a:gd name="T3" fmla="*/ 35 h 73"/>
                  <a:gd name="T4" fmla="*/ 1595 w 154"/>
                  <a:gd name="T5" fmla="*/ 133 h 73"/>
                  <a:gd name="T6" fmla="*/ 1708 w 154"/>
                  <a:gd name="T7" fmla="*/ 282 h 73"/>
                  <a:gd name="T8" fmla="*/ 1958 w 154"/>
                  <a:gd name="T9" fmla="*/ 375 h 73"/>
                  <a:gd name="T10" fmla="*/ 2408 w 154"/>
                  <a:gd name="T11" fmla="*/ 656 h 73"/>
                  <a:gd name="T12" fmla="*/ 1833 w 154"/>
                  <a:gd name="T13" fmla="*/ 771 h 73"/>
                  <a:gd name="T14" fmla="*/ 1708 w 154"/>
                  <a:gd name="T15" fmla="*/ 1031 h 73"/>
                  <a:gd name="T16" fmla="*/ 1563 w 154"/>
                  <a:gd name="T17" fmla="*/ 959 h 73"/>
                  <a:gd name="T18" fmla="*/ 925 w 154"/>
                  <a:gd name="T19" fmla="*/ 917 h 73"/>
                  <a:gd name="T20" fmla="*/ 875 w 154"/>
                  <a:gd name="T21" fmla="*/ 1201 h 73"/>
                  <a:gd name="T22" fmla="*/ 750 w 154"/>
                  <a:gd name="T23" fmla="*/ 1257 h 73"/>
                  <a:gd name="T24" fmla="*/ 470 w 154"/>
                  <a:gd name="T25" fmla="*/ 1371 h 73"/>
                  <a:gd name="T26" fmla="*/ 345 w 154"/>
                  <a:gd name="T27" fmla="*/ 1180 h 73"/>
                  <a:gd name="T28" fmla="*/ 175 w 154"/>
                  <a:gd name="T29" fmla="*/ 1164 h 73"/>
                  <a:gd name="T30" fmla="*/ 33 w 154"/>
                  <a:gd name="T31" fmla="*/ 771 h 73"/>
                  <a:gd name="T32" fmla="*/ 158 w 154"/>
                  <a:gd name="T33" fmla="*/ 43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73">
                    <a:moveTo>
                      <a:pt x="44" y="0"/>
                    </a:moveTo>
                    <a:cubicBezTo>
                      <a:pt x="52" y="11"/>
                      <a:pt x="66" y="5"/>
                      <a:pt x="76" y="2"/>
                    </a:cubicBezTo>
                    <a:cubicBezTo>
                      <a:pt x="86" y="0"/>
                      <a:pt x="93" y="0"/>
                      <a:pt x="102" y="7"/>
                    </a:cubicBezTo>
                    <a:cubicBezTo>
                      <a:pt x="105" y="9"/>
                      <a:pt x="106" y="12"/>
                      <a:pt x="109" y="15"/>
                    </a:cubicBezTo>
                    <a:cubicBezTo>
                      <a:pt x="114" y="20"/>
                      <a:pt x="117" y="20"/>
                      <a:pt x="125" y="20"/>
                    </a:cubicBezTo>
                    <a:cubicBezTo>
                      <a:pt x="138" y="20"/>
                      <a:pt x="145" y="26"/>
                      <a:pt x="154" y="35"/>
                    </a:cubicBezTo>
                    <a:cubicBezTo>
                      <a:pt x="142" y="27"/>
                      <a:pt x="125" y="30"/>
                      <a:pt x="117" y="41"/>
                    </a:cubicBezTo>
                    <a:cubicBezTo>
                      <a:pt x="115" y="43"/>
                      <a:pt x="112" y="54"/>
                      <a:pt x="109" y="55"/>
                    </a:cubicBezTo>
                    <a:cubicBezTo>
                      <a:pt x="104" y="57"/>
                      <a:pt x="104" y="54"/>
                      <a:pt x="100" y="51"/>
                    </a:cubicBezTo>
                    <a:cubicBezTo>
                      <a:pt x="89" y="43"/>
                      <a:pt x="69" y="37"/>
                      <a:pt x="59" y="49"/>
                    </a:cubicBezTo>
                    <a:cubicBezTo>
                      <a:pt x="53" y="54"/>
                      <a:pt x="58" y="58"/>
                      <a:pt x="56" y="64"/>
                    </a:cubicBezTo>
                    <a:cubicBezTo>
                      <a:pt x="54" y="70"/>
                      <a:pt x="53" y="67"/>
                      <a:pt x="48" y="67"/>
                    </a:cubicBezTo>
                    <a:cubicBezTo>
                      <a:pt x="40" y="67"/>
                      <a:pt x="37" y="69"/>
                      <a:pt x="30" y="73"/>
                    </a:cubicBezTo>
                    <a:cubicBezTo>
                      <a:pt x="28" y="68"/>
                      <a:pt x="27" y="64"/>
                      <a:pt x="22" y="63"/>
                    </a:cubicBezTo>
                    <a:cubicBezTo>
                      <a:pt x="18" y="62"/>
                      <a:pt x="15" y="64"/>
                      <a:pt x="11" y="62"/>
                    </a:cubicBezTo>
                    <a:cubicBezTo>
                      <a:pt x="3" y="59"/>
                      <a:pt x="0" y="49"/>
                      <a:pt x="2" y="41"/>
                    </a:cubicBezTo>
                    <a:cubicBezTo>
                      <a:pt x="5" y="34"/>
                      <a:pt x="11" y="31"/>
                      <a:pt x="10" y="23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6" name="Freeform 601">
                <a:extLst>
                  <a:ext uri="{FF2B5EF4-FFF2-40B4-BE49-F238E27FC236}">
                    <a16:creationId xmlns:a16="http://schemas.microsoft.com/office/drawing/2014/main" id="{099CDF1E-03BA-4438-A350-BE34B0C4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265"/>
                <a:ext cx="165" cy="272"/>
              </a:xfrm>
              <a:custGeom>
                <a:avLst/>
                <a:gdLst>
                  <a:gd name="T0" fmla="*/ 645 w 66"/>
                  <a:gd name="T1" fmla="*/ 0 h 102"/>
                  <a:gd name="T2" fmla="*/ 595 w 66"/>
                  <a:gd name="T3" fmla="*/ 248 h 102"/>
                  <a:gd name="T4" fmla="*/ 425 w 66"/>
                  <a:gd name="T5" fmla="*/ 397 h 102"/>
                  <a:gd name="T6" fmla="*/ 250 w 66"/>
                  <a:gd name="T7" fmla="*/ 477 h 102"/>
                  <a:gd name="T8" fmla="*/ 0 w 66"/>
                  <a:gd name="T9" fmla="*/ 568 h 102"/>
                  <a:gd name="T10" fmla="*/ 408 w 66"/>
                  <a:gd name="T11" fmla="*/ 739 h 102"/>
                  <a:gd name="T12" fmla="*/ 500 w 66"/>
                  <a:gd name="T13" fmla="*/ 1139 h 102"/>
                  <a:gd name="T14" fmla="*/ 458 w 66"/>
                  <a:gd name="T15" fmla="*/ 1421 h 102"/>
                  <a:gd name="T16" fmla="*/ 550 w 66"/>
                  <a:gd name="T17" fmla="*/ 1933 h 102"/>
                  <a:gd name="T18" fmla="*/ 658 w 66"/>
                  <a:gd name="T19" fmla="*/ 1344 h 102"/>
                  <a:gd name="T20" fmla="*/ 800 w 66"/>
                  <a:gd name="T21" fmla="*/ 1344 h 102"/>
                  <a:gd name="T22" fmla="*/ 1033 w 66"/>
                  <a:gd name="T23" fmla="*/ 1344 h 102"/>
                  <a:gd name="T24" fmla="*/ 708 w 66"/>
                  <a:gd name="T25" fmla="*/ 1251 h 102"/>
                  <a:gd name="T26" fmla="*/ 583 w 66"/>
                  <a:gd name="T27" fmla="*/ 1003 h 102"/>
                  <a:gd name="T28" fmla="*/ 533 w 66"/>
                  <a:gd name="T29" fmla="*/ 568 h 102"/>
                  <a:gd name="T30" fmla="*/ 675 w 66"/>
                  <a:gd name="T31" fmla="*/ 285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102">
                    <a:moveTo>
                      <a:pt x="41" y="0"/>
                    </a:moveTo>
                    <a:cubicBezTo>
                      <a:pt x="39" y="4"/>
                      <a:pt x="40" y="9"/>
                      <a:pt x="38" y="13"/>
                    </a:cubicBezTo>
                    <a:cubicBezTo>
                      <a:pt x="36" y="16"/>
                      <a:pt x="30" y="18"/>
                      <a:pt x="27" y="21"/>
                    </a:cubicBezTo>
                    <a:cubicBezTo>
                      <a:pt x="22" y="26"/>
                      <a:pt x="24" y="26"/>
                      <a:pt x="16" y="25"/>
                    </a:cubicBezTo>
                    <a:cubicBezTo>
                      <a:pt x="9" y="24"/>
                      <a:pt x="6" y="24"/>
                      <a:pt x="0" y="30"/>
                    </a:cubicBezTo>
                    <a:cubicBezTo>
                      <a:pt x="9" y="32"/>
                      <a:pt x="20" y="30"/>
                      <a:pt x="26" y="39"/>
                    </a:cubicBezTo>
                    <a:cubicBezTo>
                      <a:pt x="31" y="45"/>
                      <a:pt x="32" y="53"/>
                      <a:pt x="32" y="60"/>
                    </a:cubicBezTo>
                    <a:cubicBezTo>
                      <a:pt x="32" y="65"/>
                      <a:pt x="29" y="70"/>
                      <a:pt x="29" y="75"/>
                    </a:cubicBezTo>
                    <a:cubicBezTo>
                      <a:pt x="29" y="84"/>
                      <a:pt x="39" y="93"/>
                      <a:pt x="35" y="102"/>
                    </a:cubicBezTo>
                    <a:cubicBezTo>
                      <a:pt x="35" y="95"/>
                      <a:pt x="34" y="75"/>
                      <a:pt x="42" y="71"/>
                    </a:cubicBezTo>
                    <a:cubicBezTo>
                      <a:pt x="45" y="70"/>
                      <a:pt x="49" y="71"/>
                      <a:pt x="51" y="71"/>
                    </a:cubicBezTo>
                    <a:cubicBezTo>
                      <a:pt x="57" y="72"/>
                      <a:pt x="59" y="73"/>
                      <a:pt x="66" y="71"/>
                    </a:cubicBezTo>
                    <a:cubicBezTo>
                      <a:pt x="60" y="71"/>
                      <a:pt x="49" y="69"/>
                      <a:pt x="45" y="66"/>
                    </a:cubicBezTo>
                    <a:cubicBezTo>
                      <a:pt x="41" y="63"/>
                      <a:pt x="39" y="58"/>
                      <a:pt x="37" y="53"/>
                    </a:cubicBezTo>
                    <a:cubicBezTo>
                      <a:pt x="34" y="46"/>
                      <a:pt x="32" y="38"/>
                      <a:pt x="34" y="30"/>
                    </a:cubicBezTo>
                    <a:cubicBezTo>
                      <a:pt x="36" y="24"/>
                      <a:pt x="41" y="21"/>
                      <a:pt x="43" y="15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7" name="Freeform 602">
                <a:extLst>
                  <a:ext uri="{FF2B5EF4-FFF2-40B4-BE49-F238E27FC236}">
                    <a16:creationId xmlns:a16="http://schemas.microsoft.com/office/drawing/2014/main" id="{7C72DA9B-8877-4788-AB08-356A27E6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534"/>
                <a:ext cx="55" cy="83"/>
              </a:xfrm>
              <a:custGeom>
                <a:avLst/>
                <a:gdLst>
                  <a:gd name="T0" fmla="*/ 63 w 22"/>
                  <a:gd name="T1" fmla="*/ 479 h 31"/>
                  <a:gd name="T2" fmla="*/ 250 w 22"/>
                  <a:gd name="T3" fmla="*/ 594 h 31"/>
                  <a:gd name="T4" fmla="*/ 345 w 22"/>
                  <a:gd name="T5" fmla="*/ 0 h 31"/>
                  <a:gd name="T6" fmla="*/ 0 w 22"/>
                  <a:gd name="T7" fmla="*/ 28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1">
                    <a:moveTo>
                      <a:pt x="4" y="25"/>
                    </a:moveTo>
                    <a:cubicBezTo>
                      <a:pt x="8" y="24"/>
                      <a:pt x="12" y="29"/>
                      <a:pt x="16" y="31"/>
                    </a:cubicBezTo>
                    <a:cubicBezTo>
                      <a:pt x="13" y="22"/>
                      <a:pt x="17" y="8"/>
                      <a:pt x="22" y="0"/>
                    </a:cubicBezTo>
                    <a:cubicBezTo>
                      <a:pt x="17" y="4"/>
                      <a:pt x="7" y="21"/>
                      <a:pt x="0" y="15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8" name="Freeform 603">
                <a:extLst>
                  <a:ext uri="{FF2B5EF4-FFF2-40B4-BE49-F238E27FC236}">
                    <a16:creationId xmlns:a16="http://schemas.microsoft.com/office/drawing/2014/main" id="{B8FB908A-6D0D-47E9-A017-9E31C07E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646"/>
                <a:ext cx="67" cy="72"/>
              </a:xfrm>
              <a:custGeom>
                <a:avLst/>
                <a:gdLst>
                  <a:gd name="T0" fmla="*/ 0 w 27"/>
                  <a:gd name="T1" fmla="*/ 0 h 27"/>
                  <a:gd name="T2" fmla="*/ 166 w 27"/>
                  <a:gd name="T3" fmla="*/ 512 h 27"/>
                  <a:gd name="T4" fmla="*/ 412 w 27"/>
                  <a:gd name="T5" fmla="*/ 397 h 27"/>
                  <a:gd name="T6" fmla="*/ 308 w 27"/>
                  <a:gd name="T7" fmla="*/ 20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7">
                    <a:moveTo>
                      <a:pt x="0" y="0"/>
                    </a:moveTo>
                    <a:cubicBezTo>
                      <a:pt x="6" y="8"/>
                      <a:pt x="7" y="19"/>
                      <a:pt x="11" y="27"/>
                    </a:cubicBezTo>
                    <a:cubicBezTo>
                      <a:pt x="17" y="21"/>
                      <a:pt x="21" y="23"/>
                      <a:pt x="27" y="21"/>
                    </a:cubicBezTo>
                    <a:cubicBezTo>
                      <a:pt x="24" y="18"/>
                      <a:pt x="21" y="15"/>
                      <a:pt x="20" y="11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9" name="Freeform 604">
                <a:extLst>
                  <a:ext uri="{FF2B5EF4-FFF2-40B4-BE49-F238E27FC236}">
                    <a16:creationId xmlns:a16="http://schemas.microsoft.com/office/drawing/2014/main" id="{8F0BF893-69F4-42FB-903B-41FA918A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595"/>
                <a:ext cx="78" cy="219"/>
              </a:xfrm>
              <a:custGeom>
                <a:avLst/>
                <a:gdLst>
                  <a:gd name="T0" fmla="*/ 221 w 31"/>
                  <a:gd name="T1" fmla="*/ 77 h 82"/>
                  <a:gd name="T2" fmla="*/ 380 w 31"/>
                  <a:gd name="T3" fmla="*/ 820 h 82"/>
                  <a:gd name="T4" fmla="*/ 0 w 31"/>
                  <a:gd name="T5" fmla="*/ 1562 h 82"/>
                  <a:gd name="T6" fmla="*/ 476 w 31"/>
                  <a:gd name="T7" fmla="*/ 721 h 82"/>
                  <a:gd name="T8" fmla="*/ 335 w 31"/>
                  <a:gd name="T9" fmla="*/ 192 h 82"/>
                  <a:gd name="T10" fmla="*/ 126 w 3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82">
                    <a:moveTo>
                      <a:pt x="14" y="4"/>
                    </a:moveTo>
                    <a:cubicBezTo>
                      <a:pt x="18" y="17"/>
                      <a:pt x="23" y="29"/>
                      <a:pt x="24" y="43"/>
                    </a:cubicBezTo>
                    <a:cubicBezTo>
                      <a:pt x="25" y="58"/>
                      <a:pt x="11" y="74"/>
                      <a:pt x="0" y="82"/>
                    </a:cubicBezTo>
                    <a:cubicBezTo>
                      <a:pt x="20" y="74"/>
                      <a:pt x="31" y="59"/>
                      <a:pt x="30" y="38"/>
                    </a:cubicBezTo>
                    <a:cubicBezTo>
                      <a:pt x="30" y="28"/>
                      <a:pt x="26" y="18"/>
                      <a:pt x="21" y="10"/>
                    </a:cubicBezTo>
                    <a:cubicBezTo>
                      <a:pt x="18" y="4"/>
                      <a:pt x="12" y="5"/>
                      <a:pt x="8" y="0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0" name="Freeform 605">
                <a:extLst>
                  <a:ext uri="{FF2B5EF4-FFF2-40B4-BE49-F238E27FC236}">
                    <a16:creationId xmlns:a16="http://schemas.microsoft.com/office/drawing/2014/main" id="{2D63F76C-9531-4039-969E-DB0542E69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553"/>
                <a:ext cx="152" cy="53"/>
              </a:xfrm>
              <a:custGeom>
                <a:avLst/>
                <a:gdLst>
                  <a:gd name="T0" fmla="*/ 0 w 61"/>
                  <a:gd name="T1" fmla="*/ 0 h 20"/>
                  <a:gd name="T2" fmla="*/ 728 w 61"/>
                  <a:gd name="T3" fmla="*/ 133 h 20"/>
                  <a:gd name="T4" fmla="*/ 944 w 61"/>
                  <a:gd name="T5" fmla="*/ 371 h 20"/>
                  <a:gd name="T6" fmla="*/ 603 w 61"/>
                  <a:gd name="T7" fmla="*/ 281 h 20"/>
                  <a:gd name="T8" fmla="*/ 354 w 61"/>
                  <a:gd name="T9" fmla="*/ 294 h 20"/>
                  <a:gd name="T10" fmla="*/ 42 w 61"/>
                  <a:gd name="T11" fmla="*/ 9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20">
                    <a:moveTo>
                      <a:pt x="0" y="0"/>
                    </a:moveTo>
                    <a:cubicBezTo>
                      <a:pt x="16" y="9"/>
                      <a:pt x="27" y="14"/>
                      <a:pt x="47" y="7"/>
                    </a:cubicBezTo>
                    <a:cubicBezTo>
                      <a:pt x="47" y="15"/>
                      <a:pt x="57" y="15"/>
                      <a:pt x="61" y="20"/>
                    </a:cubicBezTo>
                    <a:cubicBezTo>
                      <a:pt x="53" y="18"/>
                      <a:pt x="47" y="14"/>
                      <a:pt x="39" y="15"/>
                    </a:cubicBezTo>
                    <a:cubicBezTo>
                      <a:pt x="33" y="15"/>
                      <a:pt x="29" y="17"/>
                      <a:pt x="23" y="16"/>
                    </a:cubicBezTo>
                    <a:cubicBezTo>
                      <a:pt x="18" y="14"/>
                      <a:pt x="7" y="9"/>
                      <a:pt x="3" y="5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1" name="Freeform 606">
                <a:extLst>
                  <a:ext uri="{FF2B5EF4-FFF2-40B4-BE49-F238E27FC236}">
                    <a16:creationId xmlns:a16="http://schemas.microsoft.com/office/drawing/2014/main" id="{C70537D0-7FA4-4075-BCF8-134F69CD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987"/>
                <a:ext cx="60" cy="136"/>
              </a:xfrm>
              <a:custGeom>
                <a:avLst/>
                <a:gdLst>
                  <a:gd name="T0" fmla="*/ 363 w 24"/>
                  <a:gd name="T1" fmla="*/ 149 h 51"/>
                  <a:gd name="T2" fmla="*/ 188 w 24"/>
                  <a:gd name="T3" fmla="*/ 435 h 51"/>
                  <a:gd name="T4" fmla="*/ 188 w 24"/>
                  <a:gd name="T5" fmla="*/ 968 h 51"/>
                  <a:gd name="T6" fmla="*/ 300 w 24"/>
                  <a:gd name="T7" fmla="*/ 149 h 51"/>
                  <a:gd name="T8" fmla="*/ 270 w 24"/>
                  <a:gd name="T9" fmla="*/ 0 h 51"/>
                  <a:gd name="T10" fmla="*/ 375 w 24"/>
                  <a:gd name="T11" fmla="*/ 5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1">
                    <a:moveTo>
                      <a:pt x="23" y="8"/>
                    </a:moveTo>
                    <a:cubicBezTo>
                      <a:pt x="18" y="12"/>
                      <a:pt x="14" y="17"/>
                      <a:pt x="12" y="23"/>
                    </a:cubicBezTo>
                    <a:cubicBezTo>
                      <a:pt x="8" y="34"/>
                      <a:pt x="12" y="41"/>
                      <a:pt x="12" y="51"/>
                    </a:cubicBezTo>
                    <a:cubicBezTo>
                      <a:pt x="0" y="35"/>
                      <a:pt x="6" y="20"/>
                      <a:pt x="19" y="8"/>
                    </a:cubicBezTo>
                    <a:cubicBezTo>
                      <a:pt x="17" y="6"/>
                      <a:pt x="15" y="3"/>
                      <a:pt x="17" y="0"/>
                    </a:cubicBezTo>
                    <a:cubicBezTo>
                      <a:pt x="17" y="4"/>
                      <a:pt x="21" y="5"/>
                      <a:pt x="24" y="3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2" name="Freeform 607">
                <a:extLst>
                  <a:ext uri="{FF2B5EF4-FFF2-40B4-BE49-F238E27FC236}">
                    <a16:creationId xmlns:a16="http://schemas.microsoft.com/office/drawing/2014/main" id="{8F3BAA80-7390-464B-978A-8185C221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038"/>
                <a:ext cx="135" cy="48"/>
              </a:xfrm>
              <a:custGeom>
                <a:avLst/>
                <a:gdLst>
                  <a:gd name="T0" fmla="*/ 208 w 54"/>
                  <a:gd name="T1" fmla="*/ 149 h 18"/>
                  <a:gd name="T2" fmla="*/ 845 w 54"/>
                  <a:gd name="T3" fmla="*/ 171 h 18"/>
                  <a:gd name="T4" fmla="*/ 408 w 54"/>
                  <a:gd name="T5" fmla="*/ 205 h 18"/>
                  <a:gd name="T6" fmla="*/ 0 w 54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8">
                    <a:moveTo>
                      <a:pt x="13" y="8"/>
                    </a:moveTo>
                    <a:cubicBezTo>
                      <a:pt x="24" y="2"/>
                      <a:pt x="43" y="0"/>
                      <a:pt x="54" y="9"/>
                    </a:cubicBezTo>
                    <a:cubicBezTo>
                      <a:pt x="43" y="6"/>
                      <a:pt x="36" y="8"/>
                      <a:pt x="26" y="11"/>
                    </a:cubicBezTo>
                    <a:cubicBezTo>
                      <a:pt x="17" y="13"/>
                      <a:pt x="9" y="14"/>
                      <a:pt x="0" y="18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3" name="Freeform 608">
                <a:extLst>
                  <a:ext uri="{FF2B5EF4-FFF2-40B4-BE49-F238E27FC236}">
                    <a16:creationId xmlns:a16="http://schemas.microsoft.com/office/drawing/2014/main" id="{5E6953E0-6A1B-41CE-BFD7-4029BC417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830"/>
                <a:ext cx="97" cy="88"/>
              </a:xfrm>
              <a:custGeom>
                <a:avLst/>
                <a:gdLst>
                  <a:gd name="T0" fmla="*/ 0 w 39"/>
                  <a:gd name="T1" fmla="*/ 56 h 33"/>
                  <a:gd name="T2" fmla="*/ 246 w 39"/>
                  <a:gd name="T3" fmla="*/ 589 h 33"/>
                  <a:gd name="T4" fmla="*/ 383 w 39"/>
                  <a:gd name="T5" fmla="*/ 435 h 33"/>
                  <a:gd name="T6" fmla="*/ 599 w 39"/>
                  <a:gd name="T7" fmla="*/ 419 h 33"/>
                  <a:gd name="T8" fmla="*/ 259 w 39"/>
                  <a:gd name="T9" fmla="*/ 320 h 33"/>
                  <a:gd name="T10" fmla="*/ 12 w 39"/>
                  <a:gd name="T11" fmla="*/ 2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3">
                    <a:moveTo>
                      <a:pt x="0" y="3"/>
                    </a:moveTo>
                    <a:cubicBezTo>
                      <a:pt x="16" y="4"/>
                      <a:pt x="7" y="29"/>
                      <a:pt x="16" y="31"/>
                    </a:cubicBezTo>
                    <a:cubicBezTo>
                      <a:pt x="21" y="33"/>
                      <a:pt x="22" y="25"/>
                      <a:pt x="25" y="23"/>
                    </a:cubicBezTo>
                    <a:cubicBezTo>
                      <a:pt x="29" y="20"/>
                      <a:pt x="35" y="21"/>
                      <a:pt x="39" y="22"/>
                    </a:cubicBezTo>
                    <a:cubicBezTo>
                      <a:pt x="33" y="17"/>
                      <a:pt x="23" y="25"/>
                      <a:pt x="17" y="17"/>
                    </a:cubicBezTo>
                    <a:cubicBezTo>
                      <a:pt x="10" y="9"/>
                      <a:pt x="16" y="0"/>
                      <a:pt x="1" y="1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4" name="Freeform 609">
                <a:extLst>
                  <a:ext uri="{FF2B5EF4-FFF2-40B4-BE49-F238E27FC236}">
                    <a16:creationId xmlns:a16="http://schemas.microsoft.com/office/drawing/2014/main" id="{B2017F4C-24B7-4DDA-A3AC-601C9C67F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009"/>
                <a:ext cx="125" cy="253"/>
              </a:xfrm>
              <a:custGeom>
                <a:avLst/>
                <a:gdLst>
                  <a:gd name="T0" fmla="*/ 375 w 50"/>
                  <a:gd name="T1" fmla="*/ 1475 h 95"/>
                  <a:gd name="T2" fmla="*/ 283 w 50"/>
                  <a:gd name="T3" fmla="*/ 1001 h 95"/>
                  <a:gd name="T4" fmla="*/ 583 w 50"/>
                  <a:gd name="T5" fmla="*/ 716 h 95"/>
                  <a:gd name="T6" fmla="*/ 783 w 50"/>
                  <a:gd name="T7" fmla="*/ 77 h 95"/>
                  <a:gd name="T8" fmla="*/ 783 w 50"/>
                  <a:gd name="T9" fmla="*/ 35 h 95"/>
                  <a:gd name="T10" fmla="*/ 375 w 50"/>
                  <a:gd name="T11" fmla="*/ 511 h 95"/>
                  <a:gd name="T12" fmla="*/ 363 w 50"/>
                  <a:gd name="T13" fmla="*/ 682 h 95"/>
                  <a:gd name="T14" fmla="*/ 220 w 50"/>
                  <a:gd name="T15" fmla="*/ 815 h 95"/>
                  <a:gd name="T16" fmla="*/ 175 w 50"/>
                  <a:gd name="T17" fmla="*/ 1795 h 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95">
                    <a:moveTo>
                      <a:pt x="24" y="78"/>
                    </a:moveTo>
                    <a:cubicBezTo>
                      <a:pt x="26" y="72"/>
                      <a:pt x="15" y="58"/>
                      <a:pt x="18" y="53"/>
                    </a:cubicBezTo>
                    <a:cubicBezTo>
                      <a:pt x="23" y="46"/>
                      <a:pt x="33" y="47"/>
                      <a:pt x="37" y="38"/>
                    </a:cubicBezTo>
                    <a:cubicBezTo>
                      <a:pt x="42" y="28"/>
                      <a:pt x="33" y="5"/>
                      <a:pt x="50" y="4"/>
                    </a:cubicBezTo>
                    <a:cubicBezTo>
                      <a:pt x="50" y="4"/>
                      <a:pt x="50" y="2"/>
                      <a:pt x="50" y="2"/>
                    </a:cubicBezTo>
                    <a:cubicBezTo>
                      <a:pt x="38" y="0"/>
                      <a:pt x="27" y="16"/>
                      <a:pt x="24" y="27"/>
                    </a:cubicBezTo>
                    <a:cubicBezTo>
                      <a:pt x="23" y="29"/>
                      <a:pt x="25" y="33"/>
                      <a:pt x="23" y="36"/>
                    </a:cubicBezTo>
                    <a:cubicBezTo>
                      <a:pt x="21" y="40"/>
                      <a:pt x="17" y="40"/>
                      <a:pt x="14" y="43"/>
                    </a:cubicBezTo>
                    <a:cubicBezTo>
                      <a:pt x="0" y="55"/>
                      <a:pt x="11" y="79"/>
                      <a:pt x="11" y="95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5" name="Freeform 610">
                <a:extLst>
                  <a:ext uri="{FF2B5EF4-FFF2-40B4-BE49-F238E27FC236}">
                    <a16:creationId xmlns:a16="http://schemas.microsoft.com/office/drawing/2014/main" id="{5864A9ED-8293-4A5F-A5F0-DD2B2203B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025"/>
                <a:ext cx="137" cy="192"/>
              </a:xfrm>
              <a:custGeom>
                <a:avLst/>
                <a:gdLst>
                  <a:gd name="T0" fmla="*/ 354 w 55"/>
                  <a:gd name="T1" fmla="*/ 0 h 72"/>
                  <a:gd name="T2" fmla="*/ 384 w 55"/>
                  <a:gd name="T3" fmla="*/ 435 h 72"/>
                  <a:gd name="T4" fmla="*/ 105 w 55"/>
                  <a:gd name="T5" fmla="*/ 683 h 72"/>
                  <a:gd name="T6" fmla="*/ 354 w 55"/>
                  <a:gd name="T7" fmla="*/ 832 h 72"/>
                  <a:gd name="T8" fmla="*/ 496 w 55"/>
                  <a:gd name="T9" fmla="*/ 1117 h 72"/>
                  <a:gd name="T10" fmla="*/ 787 w 55"/>
                  <a:gd name="T11" fmla="*/ 1251 h 72"/>
                  <a:gd name="T12" fmla="*/ 558 w 55"/>
                  <a:gd name="T13" fmla="*/ 533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72">
                    <a:moveTo>
                      <a:pt x="23" y="0"/>
                    </a:moveTo>
                    <a:cubicBezTo>
                      <a:pt x="25" y="9"/>
                      <a:pt x="30" y="13"/>
                      <a:pt x="25" y="23"/>
                    </a:cubicBezTo>
                    <a:cubicBezTo>
                      <a:pt x="20" y="31"/>
                      <a:pt x="15" y="33"/>
                      <a:pt x="7" y="36"/>
                    </a:cubicBezTo>
                    <a:cubicBezTo>
                      <a:pt x="0" y="38"/>
                      <a:pt x="14" y="40"/>
                      <a:pt x="23" y="44"/>
                    </a:cubicBezTo>
                    <a:cubicBezTo>
                      <a:pt x="30" y="47"/>
                      <a:pt x="29" y="54"/>
                      <a:pt x="32" y="59"/>
                    </a:cubicBezTo>
                    <a:cubicBezTo>
                      <a:pt x="34" y="63"/>
                      <a:pt x="45" y="72"/>
                      <a:pt x="51" y="66"/>
                    </a:cubicBezTo>
                    <a:cubicBezTo>
                      <a:pt x="55" y="62"/>
                      <a:pt x="35" y="36"/>
                      <a:pt x="36" y="28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6" name="Freeform 611">
                <a:extLst>
                  <a:ext uri="{FF2B5EF4-FFF2-40B4-BE49-F238E27FC236}">
                    <a16:creationId xmlns:a16="http://schemas.microsoft.com/office/drawing/2014/main" id="{E2929CBD-A5B6-4AAF-B522-E01055F0E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93"/>
                <a:ext cx="107" cy="160"/>
              </a:xfrm>
              <a:custGeom>
                <a:avLst/>
                <a:gdLst>
                  <a:gd name="T0" fmla="*/ 92 w 43"/>
                  <a:gd name="T1" fmla="*/ 264 h 60"/>
                  <a:gd name="T2" fmla="*/ 124 w 43"/>
                  <a:gd name="T3" fmla="*/ 683 h 60"/>
                  <a:gd name="T4" fmla="*/ 0 w 43"/>
                  <a:gd name="T5" fmla="*/ 1045 h 60"/>
                  <a:gd name="T6" fmla="*/ 341 w 43"/>
                  <a:gd name="T7" fmla="*/ 491 h 60"/>
                  <a:gd name="T8" fmla="*/ 557 w 43"/>
                  <a:gd name="T9" fmla="*/ 341 h 60"/>
                  <a:gd name="T10" fmla="*/ 662 w 43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60">
                    <a:moveTo>
                      <a:pt x="6" y="14"/>
                    </a:moveTo>
                    <a:cubicBezTo>
                      <a:pt x="3" y="22"/>
                      <a:pt x="8" y="28"/>
                      <a:pt x="8" y="36"/>
                    </a:cubicBezTo>
                    <a:cubicBezTo>
                      <a:pt x="9" y="45"/>
                      <a:pt x="4" y="48"/>
                      <a:pt x="0" y="55"/>
                    </a:cubicBezTo>
                    <a:cubicBezTo>
                      <a:pt x="17" y="60"/>
                      <a:pt x="15" y="32"/>
                      <a:pt x="22" y="26"/>
                    </a:cubicBezTo>
                    <a:cubicBezTo>
                      <a:pt x="27" y="22"/>
                      <a:pt x="32" y="24"/>
                      <a:pt x="36" y="18"/>
                    </a:cubicBezTo>
                    <a:cubicBezTo>
                      <a:pt x="39" y="11"/>
                      <a:pt x="36" y="6"/>
                      <a:pt x="43" y="0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7" name="Freeform 612">
                <a:extLst>
                  <a:ext uri="{FF2B5EF4-FFF2-40B4-BE49-F238E27FC236}">
                    <a16:creationId xmlns:a16="http://schemas.microsoft.com/office/drawing/2014/main" id="{CAE84AC5-CC57-48A1-9E9A-F373C8083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803"/>
                <a:ext cx="157" cy="104"/>
              </a:xfrm>
              <a:custGeom>
                <a:avLst/>
                <a:gdLst>
                  <a:gd name="T0" fmla="*/ 167 w 63"/>
                  <a:gd name="T1" fmla="*/ 136 h 39"/>
                  <a:gd name="T2" fmla="*/ 434 w 63"/>
                  <a:gd name="T3" fmla="*/ 227 h 39"/>
                  <a:gd name="T4" fmla="*/ 653 w 63"/>
                  <a:gd name="T5" fmla="*/ 248 h 39"/>
                  <a:gd name="T6" fmla="*/ 745 w 63"/>
                  <a:gd name="T7" fmla="*/ 419 h 39"/>
                  <a:gd name="T8" fmla="*/ 974 w 63"/>
                  <a:gd name="T9" fmla="*/ 739 h 39"/>
                  <a:gd name="T10" fmla="*/ 496 w 63"/>
                  <a:gd name="T11" fmla="*/ 307 h 39"/>
                  <a:gd name="T12" fmla="*/ 199 w 63"/>
                  <a:gd name="T13" fmla="*/ 248 h 39"/>
                  <a:gd name="T14" fmla="*/ 0 w 63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39">
                    <a:moveTo>
                      <a:pt x="11" y="7"/>
                    </a:moveTo>
                    <a:cubicBezTo>
                      <a:pt x="17" y="10"/>
                      <a:pt x="21" y="12"/>
                      <a:pt x="28" y="12"/>
                    </a:cubicBezTo>
                    <a:cubicBezTo>
                      <a:pt x="33" y="12"/>
                      <a:pt x="38" y="11"/>
                      <a:pt x="42" y="13"/>
                    </a:cubicBezTo>
                    <a:cubicBezTo>
                      <a:pt x="46" y="15"/>
                      <a:pt x="46" y="19"/>
                      <a:pt x="48" y="22"/>
                    </a:cubicBezTo>
                    <a:cubicBezTo>
                      <a:pt x="52" y="29"/>
                      <a:pt x="58" y="33"/>
                      <a:pt x="63" y="39"/>
                    </a:cubicBezTo>
                    <a:cubicBezTo>
                      <a:pt x="52" y="32"/>
                      <a:pt x="44" y="19"/>
                      <a:pt x="32" y="16"/>
                    </a:cubicBezTo>
                    <a:cubicBezTo>
                      <a:pt x="26" y="15"/>
                      <a:pt x="19" y="16"/>
                      <a:pt x="13" y="13"/>
                    </a:cubicBezTo>
                    <a:cubicBezTo>
                      <a:pt x="5" y="10"/>
                      <a:pt x="5" y="6"/>
                      <a:pt x="0" y="0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8" name="Freeform 613">
                <a:extLst>
                  <a:ext uri="{FF2B5EF4-FFF2-40B4-BE49-F238E27FC236}">
                    <a16:creationId xmlns:a16="http://schemas.microsoft.com/office/drawing/2014/main" id="{EEEB5562-AAC8-47DA-ABE6-447C9791B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251"/>
                <a:ext cx="30" cy="62"/>
              </a:xfrm>
              <a:custGeom>
                <a:avLst/>
                <a:gdLst>
                  <a:gd name="T0" fmla="*/ 63 w 12"/>
                  <a:gd name="T1" fmla="*/ 35 h 23"/>
                  <a:gd name="T2" fmla="*/ 0 w 12"/>
                  <a:gd name="T3" fmla="*/ 450 h 23"/>
                  <a:gd name="T4" fmla="*/ 188 w 12"/>
                  <a:gd name="T5" fmla="*/ 450 h 23"/>
                  <a:gd name="T6" fmla="*/ 95 w 1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4" y="2"/>
                    </a:moveTo>
                    <a:cubicBezTo>
                      <a:pt x="5" y="9"/>
                      <a:pt x="1" y="16"/>
                      <a:pt x="0" y="23"/>
                    </a:cubicBezTo>
                    <a:cubicBezTo>
                      <a:pt x="5" y="13"/>
                      <a:pt x="5" y="20"/>
                      <a:pt x="12" y="23"/>
                    </a:cubicBezTo>
                    <a:cubicBezTo>
                      <a:pt x="11" y="15"/>
                      <a:pt x="0" y="9"/>
                      <a:pt x="6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9" name="Freeform 614">
                <a:extLst>
                  <a:ext uri="{FF2B5EF4-FFF2-40B4-BE49-F238E27FC236}">
                    <a16:creationId xmlns:a16="http://schemas.microsoft.com/office/drawing/2014/main" id="{9F405DDF-15A3-431A-A2D3-4C5BC0D5B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681"/>
                <a:ext cx="15" cy="21"/>
              </a:xfrm>
              <a:custGeom>
                <a:avLst/>
                <a:gdLst>
                  <a:gd name="T0" fmla="*/ 0 w 6"/>
                  <a:gd name="T1" fmla="*/ 0 h 8"/>
                  <a:gd name="T2" fmla="*/ 50 w 6"/>
                  <a:gd name="T3" fmla="*/ 144 h 8"/>
                  <a:gd name="T4" fmla="*/ 95 w 6"/>
                  <a:gd name="T5" fmla="*/ 110 h 8"/>
                  <a:gd name="T6" fmla="*/ 20 w 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2"/>
                      <a:pt x="2" y="5"/>
                      <a:pt x="3" y="8"/>
                    </a:cubicBezTo>
                    <a:cubicBezTo>
                      <a:pt x="4" y="8"/>
                      <a:pt x="5" y="7"/>
                      <a:pt x="6" y="6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0" name="Freeform 615">
                <a:extLst>
                  <a:ext uri="{FF2B5EF4-FFF2-40B4-BE49-F238E27FC236}">
                    <a16:creationId xmlns:a16="http://schemas.microsoft.com/office/drawing/2014/main" id="{9DEE1E58-E88F-4EA1-B53C-2CEA7CF97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387"/>
                <a:ext cx="53" cy="120"/>
              </a:xfrm>
              <a:custGeom>
                <a:avLst/>
                <a:gdLst>
                  <a:gd name="T0" fmla="*/ 20 w 21"/>
                  <a:gd name="T1" fmla="*/ 0 h 45"/>
                  <a:gd name="T2" fmla="*/ 0 w 21"/>
                  <a:gd name="T3" fmla="*/ 547 h 45"/>
                  <a:gd name="T4" fmla="*/ 83 w 21"/>
                  <a:gd name="T5" fmla="*/ 853 h 45"/>
                  <a:gd name="T6" fmla="*/ 146 w 21"/>
                  <a:gd name="T7" fmla="*/ 512 h 45"/>
                  <a:gd name="T8" fmla="*/ 338 w 21"/>
                  <a:gd name="T9" fmla="*/ 435 h 45"/>
                  <a:gd name="T10" fmla="*/ 114 w 21"/>
                  <a:gd name="T11" fmla="*/ 136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5">
                    <a:moveTo>
                      <a:pt x="1" y="0"/>
                    </a:moveTo>
                    <a:cubicBezTo>
                      <a:pt x="8" y="4"/>
                      <a:pt x="5" y="24"/>
                      <a:pt x="0" y="29"/>
                    </a:cubicBezTo>
                    <a:cubicBezTo>
                      <a:pt x="3" y="35"/>
                      <a:pt x="3" y="39"/>
                      <a:pt x="5" y="45"/>
                    </a:cubicBezTo>
                    <a:cubicBezTo>
                      <a:pt x="6" y="39"/>
                      <a:pt x="5" y="32"/>
                      <a:pt x="9" y="27"/>
                    </a:cubicBezTo>
                    <a:cubicBezTo>
                      <a:pt x="14" y="20"/>
                      <a:pt x="15" y="26"/>
                      <a:pt x="21" y="23"/>
                    </a:cubicBezTo>
                    <a:cubicBezTo>
                      <a:pt x="11" y="23"/>
                      <a:pt x="7" y="18"/>
                      <a:pt x="7" y="7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1" name="Freeform 616">
                <a:extLst>
                  <a:ext uri="{FF2B5EF4-FFF2-40B4-BE49-F238E27FC236}">
                    <a16:creationId xmlns:a16="http://schemas.microsoft.com/office/drawing/2014/main" id="{B26BCFC9-0389-4D56-960E-CEC1369A8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139"/>
                <a:ext cx="75" cy="64"/>
              </a:xfrm>
              <a:custGeom>
                <a:avLst/>
                <a:gdLst>
                  <a:gd name="T0" fmla="*/ 158 w 30"/>
                  <a:gd name="T1" fmla="*/ 205 h 24"/>
                  <a:gd name="T2" fmla="*/ 470 w 30"/>
                  <a:gd name="T3" fmla="*/ 171 h 24"/>
                  <a:gd name="T4" fmla="*/ 0 w 30"/>
                  <a:gd name="T5" fmla="*/ 456 h 24"/>
                  <a:gd name="T6" fmla="*/ 50 w 30"/>
                  <a:gd name="T7" fmla="*/ 30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4">
                    <a:moveTo>
                      <a:pt x="10" y="11"/>
                    </a:moveTo>
                    <a:cubicBezTo>
                      <a:pt x="13" y="11"/>
                      <a:pt x="28" y="0"/>
                      <a:pt x="30" y="9"/>
                    </a:cubicBezTo>
                    <a:cubicBezTo>
                      <a:pt x="18" y="6"/>
                      <a:pt x="6" y="16"/>
                      <a:pt x="0" y="24"/>
                    </a:cubicBezTo>
                    <a:cubicBezTo>
                      <a:pt x="1" y="21"/>
                      <a:pt x="1" y="18"/>
                      <a:pt x="3" y="16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2" name="Freeform 617">
                <a:extLst>
                  <a:ext uri="{FF2B5EF4-FFF2-40B4-BE49-F238E27FC236}">
                    <a16:creationId xmlns:a16="http://schemas.microsoft.com/office/drawing/2014/main" id="{CBF87D3A-6FC4-479F-96DB-D07341A76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022"/>
                <a:ext cx="53" cy="27"/>
              </a:xfrm>
              <a:custGeom>
                <a:avLst/>
                <a:gdLst>
                  <a:gd name="T0" fmla="*/ 0 w 21"/>
                  <a:gd name="T1" fmla="*/ 59 h 10"/>
                  <a:gd name="T2" fmla="*/ 126 w 21"/>
                  <a:gd name="T3" fmla="*/ 197 h 10"/>
                  <a:gd name="T4" fmla="*/ 338 w 21"/>
                  <a:gd name="T5" fmla="*/ 0 h 10"/>
                  <a:gd name="T6" fmla="*/ 0 w 21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3"/>
                    </a:moveTo>
                    <a:cubicBezTo>
                      <a:pt x="3" y="5"/>
                      <a:pt x="5" y="8"/>
                      <a:pt x="8" y="10"/>
                    </a:cubicBezTo>
                    <a:cubicBezTo>
                      <a:pt x="9" y="4"/>
                      <a:pt x="16" y="2"/>
                      <a:pt x="21" y="0"/>
                    </a:cubicBezTo>
                    <a:cubicBezTo>
                      <a:pt x="14" y="0"/>
                      <a:pt x="6" y="3"/>
                      <a:pt x="0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3" name="Freeform 618">
                <a:extLst>
                  <a:ext uri="{FF2B5EF4-FFF2-40B4-BE49-F238E27FC236}">
                    <a16:creationId xmlns:a16="http://schemas.microsoft.com/office/drawing/2014/main" id="{EED145F3-DD78-4C23-ABD9-442D02EAC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305"/>
                <a:ext cx="113" cy="82"/>
              </a:xfrm>
              <a:custGeom>
                <a:avLst/>
                <a:gdLst>
                  <a:gd name="T0" fmla="*/ 0 w 45"/>
                  <a:gd name="T1" fmla="*/ 497 h 31"/>
                  <a:gd name="T2" fmla="*/ 397 w 45"/>
                  <a:gd name="T3" fmla="*/ 349 h 31"/>
                  <a:gd name="T4" fmla="*/ 713 w 45"/>
                  <a:gd name="T5" fmla="*/ 0 h 31"/>
                  <a:gd name="T6" fmla="*/ 522 w 45"/>
                  <a:gd name="T7" fmla="*/ 370 h 31"/>
                  <a:gd name="T8" fmla="*/ 20 w 45"/>
                  <a:gd name="T9" fmla="*/ 51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1">
                    <a:moveTo>
                      <a:pt x="0" y="27"/>
                    </a:moveTo>
                    <a:cubicBezTo>
                      <a:pt x="7" y="30"/>
                      <a:pt x="19" y="23"/>
                      <a:pt x="25" y="19"/>
                    </a:cubicBezTo>
                    <a:cubicBezTo>
                      <a:pt x="33" y="14"/>
                      <a:pt x="38" y="6"/>
                      <a:pt x="45" y="0"/>
                    </a:cubicBezTo>
                    <a:cubicBezTo>
                      <a:pt x="39" y="5"/>
                      <a:pt x="38" y="15"/>
                      <a:pt x="33" y="20"/>
                    </a:cubicBezTo>
                    <a:cubicBezTo>
                      <a:pt x="25" y="29"/>
                      <a:pt x="12" y="31"/>
                      <a:pt x="1" y="28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4" name="Freeform 619">
                <a:extLst>
                  <a:ext uri="{FF2B5EF4-FFF2-40B4-BE49-F238E27FC236}">
                    <a16:creationId xmlns:a16="http://schemas.microsoft.com/office/drawing/2014/main" id="{9D6723ED-0F13-4BD9-A16F-FC63B4213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222"/>
                <a:ext cx="37" cy="205"/>
              </a:xfrm>
              <a:custGeom>
                <a:avLst/>
                <a:gdLst>
                  <a:gd name="T0" fmla="*/ 133 w 15"/>
                  <a:gd name="T1" fmla="*/ 0 h 77"/>
                  <a:gd name="T2" fmla="*/ 74 w 15"/>
                  <a:gd name="T3" fmla="*/ 793 h 77"/>
                  <a:gd name="T4" fmla="*/ 30 w 15"/>
                  <a:gd name="T5" fmla="*/ 1134 h 77"/>
                  <a:gd name="T6" fmla="*/ 224 w 15"/>
                  <a:gd name="T7" fmla="*/ 1454 h 77"/>
                  <a:gd name="T8" fmla="*/ 165 w 15"/>
                  <a:gd name="T9" fmla="*/ 887 h 77"/>
                  <a:gd name="T10" fmla="*/ 212 w 15"/>
                  <a:gd name="T11" fmla="*/ 453 h 77"/>
                  <a:gd name="T12" fmla="*/ 165 w 15"/>
                  <a:gd name="T13" fmla="*/ 93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7">
                    <a:moveTo>
                      <a:pt x="9" y="0"/>
                    </a:moveTo>
                    <a:cubicBezTo>
                      <a:pt x="3" y="11"/>
                      <a:pt x="6" y="30"/>
                      <a:pt x="5" y="42"/>
                    </a:cubicBezTo>
                    <a:cubicBezTo>
                      <a:pt x="4" y="48"/>
                      <a:pt x="2" y="54"/>
                      <a:pt x="2" y="60"/>
                    </a:cubicBezTo>
                    <a:cubicBezTo>
                      <a:pt x="2" y="70"/>
                      <a:pt x="13" y="69"/>
                      <a:pt x="15" y="77"/>
                    </a:cubicBezTo>
                    <a:cubicBezTo>
                      <a:pt x="11" y="69"/>
                      <a:pt x="0" y="55"/>
                      <a:pt x="11" y="47"/>
                    </a:cubicBezTo>
                    <a:cubicBezTo>
                      <a:pt x="6" y="38"/>
                      <a:pt x="7" y="32"/>
                      <a:pt x="14" y="24"/>
                    </a:cubicBezTo>
                    <a:cubicBezTo>
                      <a:pt x="9" y="20"/>
                      <a:pt x="5" y="10"/>
                      <a:pt x="1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5" name="Freeform 620">
                <a:extLst>
                  <a:ext uri="{FF2B5EF4-FFF2-40B4-BE49-F238E27FC236}">
                    <a16:creationId xmlns:a16="http://schemas.microsoft.com/office/drawing/2014/main" id="{C97ABE24-9EF6-49FA-B294-91DE0C465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619"/>
                <a:ext cx="103" cy="107"/>
              </a:xfrm>
              <a:custGeom>
                <a:avLst/>
                <a:gdLst>
                  <a:gd name="T0" fmla="*/ 113 w 41"/>
                  <a:gd name="T1" fmla="*/ 150 h 40"/>
                  <a:gd name="T2" fmla="*/ 472 w 41"/>
                  <a:gd name="T3" fmla="*/ 115 h 40"/>
                  <a:gd name="T4" fmla="*/ 631 w 41"/>
                  <a:gd name="T5" fmla="*/ 765 h 40"/>
                  <a:gd name="T6" fmla="*/ 251 w 41"/>
                  <a:gd name="T7" fmla="*/ 265 h 40"/>
                  <a:gd name="T8" fmla="*/ 126 w 41"/>
                  <a:gd name="T9" fmla="*/ 321 h 40"/>
                  <a:gd name="T10" fmla="*/ 0 w 41"/>
                  <a:gd name="T11" fmla="*/ 15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0">
                    <a:moveTo>
                      <a:pt x="7" y="8"/>
                    </a:moveTo>
                    <a:cubicBezTo>
                      <a:pt x="15" y="7"/>
                      <a:pt x="23" y="0"/>
                      <a:pt x="30" y="6"/>
                    </a:cubicBezTo>
                    <a:cubicBezTo>
                      <a:pt x="37" y="14"/>
                      <a:pt x="41" y="30"/>
                      <a:pt x="40" y="40"/>
                    </a:cubicBezTo>
                    <a:cubicBezTo>
                      <a:pt x="38" y="31"/>
                      <a:pt x="30" y="10"/>
                      <a:pt x="16" y="14"/>
                    </a:cubicBezTo>
                    <a:cubicBezTo>
                      <a:pt x="12" y="15"/>
                      <a:pt x="12" y="18"/>
                      <a:pt x="8" y="17"/>
                    </a:cubicBezTo>
                    <a:cubicBezTo>
                      <a:pt x="4" y="16"/>
                      <a:pt x="1" y="12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6" name="Freeform 621">
                <a:extLst>
                  <a:ext uri="{FF2B5EF4-FFF2-40B4-BE49-F238E27FC236}">
                    <a16:creationId xmlns:a16="http://schemas.microsoft.com/office/drawing/2014/main" id="{7C7AE713-5D91-40E6-91BB-37D513C40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195"/>
                <a:ext cx="65" cy="118"/>
              </a:xfrm>
              <a:custGeom>
                <a:avLst/>
                <a:gdLst>
                  <a:gd name="T0" fmla="*/ 283 w 26"/>
                  <a:gd name="T1" fmla="*/ 287 h 44"/>
                  <a:gd name="T2" fmla="*/ 0 w 26"/>
                  <a:gd name="T3" fmla="*/ 847 h 44"/>
                  <a:gd name="T4" fmla="*/ 408 w 26"/>
                  <a:gd name="T5" fmla="*/ 756 h 44"/>
                  <a:gd name="T6" fmla="*/ 363 w 26"/>
                  <a:gd name="T7" fmla="*/ 346 h 44"/>
                  <a:gd name="T8" fmla="*/ 270 w 26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4">
                    <a:moveTo>
                      <a:pt x="18" y="15"/>
                    </a:moveTo>
                    <a:cubicBezTo>
                      <a:pt x="18" y="27"/>
                      <a:pt x="7" y="36"/>
                      <a:pt x="0" y="44"/>
                    </a:cubicBezTo>
                    <a:cubicBezTo>
                      <a:pt x="8" y="39"/>
                      <a:pt x="17" y="39"/>
                      <a:pt x="26" y="39"/>
                    </a:cubicBezTo>
                    <a:cubicBezTo>
                      <a:pt x="14" y="38"/>
                      <a:pt x="22" y="25"/>
                      <a:pt x="23" y="18"/>
                    </a:cubicBezTo>
                    <a:cubicBezTo>
                      <a:pt x="23" y="12"/>
                      <a:pt x="21" y="4"/>
                      <a:pt x="17" y="0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7" name="Freeform 622">
                <a:extLst>
                  <a:ext uri="{FF2B5EF4-FFF2-40B4-BE49-F238E27FC236}">
                    <a16:creationId xmlns:a16="http://schemas.microsoft.com/office/drawing/2014/main" id="{464C805C-A215-4471-87B4-29245122C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153"/>
                <a:ext cx="105" cy="170"/>
              </a:xfrm>
              <a:custGeom>
                <a:avLst/>
                <a:gdLst>
                  <a:gd name="T0" fmla="*/ 0 w 42"/>
                  <a:gd name="T1" fmla="*/ 1086 h 64"/>
                  <a:gd name="T2" fmla="*/ 613 w 42"/>
                  <a:gd name="T3" fmla="*/ 566 h 64"/>
                  <a:gd name="T4" fmla="*/ 563 w 42"/>
                  <a:gd name="T5" fmla="*/ 0 h 64"/>
                  <a:gd name="T6" fmla="*/ 488 w 42"/>
                  <a:gd name="T7" fmla="*/ 579 h 64"/>
                  <a:gd name="T8" fmla="*/ 145 w 42"/>
                  <a:gd name="T9" fmla="*/ 1065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4">
                    <a:moveTo>
                      <a:pt x="0" y="58"/>
                    </a:moveTo>
                    <a:cubicBezTo>
                      <a:pt x="20" y="64"/>
                      <a:pt x="35" y="43"/>
                      <a:pt x="39" y="30"/>
                    </a:cubicBezTo>
                    <a:cubicBezTo>
                      <a:pt x="42" y="19"/>
                      <a:pt x="39" y="10"/>
                      <a:pt x="36" y="0"/>
                    </a:cubicBezTo>
                    <a:cubicBezTo>
                      <a:pt x="38" y="11"/>
                      <a:pt x="36" y="22"/>
                      <a:pt x="31" y="31"/>
                    </a:cubicBezTo>
                    <a:cubicBezTo>
                      <a:pt x="28" y="37"/>
                      <a:pt x="15" y="57"/>
                      <a:pt x="9" y="57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8" name="Freeform 623">
                <a:extLst>
                  <a:ext uri="{FF2B5EF4-FFF2-40B4-BE49-F238E27FC236}">
                    <a16:creationId xmlns:a16="http://schemas.microsoft.com/office/drawing/2014/main" id="{121AF1B9-727A-426D-A605-B0AB6EFE1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990"/>
                <a:ext cx="123" cy="72"/>
              </a:xfrm>
              <a:custGeom>
                <a:avLst/>
                <a:gdLst>
                  <a:gd name="T0" fmla="*/ 0 w 49"/>
                  <a:gd name="T1" fmla="*/ 512 h 27"/>
                  <a:gd name="T2" fmla="*/ 776 w 49"/>
                  <a:gd name="T3" fmla="*/ 205 h 27"/>
                  <a:gd name="T4" fmla="*/ 0 w 49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0" y="27"/>
                    </a:moveTo>
                    <a:cubicBezTo>
                      <a:pt x="10" y="13"/>
                      <a:pt x="33" y="8"/>
                      <a:pt x="49" y="11"/>
                    </a:cubicBezTo>
                    <a:cubicBezTo>
                      <a:pt x="36" y="0"/>
                      <a:pt x="8" y="13"/>
                      <a:pt x="0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9" name="Freeform 624">
                <a:extLst>
                  <a:ext uri="{FF2B5EF4-FFF2-40B4-BE49-F238E27FC236}">
                    <a16:creationId xmlns:a16="http://schemas.microsoft.com/office/drawing/2014/main" id="{43257E94-D6E6-4836-AF03-B41BC2CBC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331"/>
                <a:ext cx="75" cy="62"/>
              </a:xfrm>
              <a:custGeom>
                <a:avLst/>
                <a:gdLst>
                  <a:gd name="T0" fmla="*/ 0 w 30"/>
                  <a:gd name="T1" fmla="*/ 429 h 23"/>
                  <a:gd name="T2" fmla="*/ 470 w 30"/>
                  <a:gd name="T3" fmla="*/ 0 h 23"/>
                  <a:gd name="T4" fmla="*/ 283 w 30"/>
                  <a:gd name="T5" fmla="*/ 197 h 23"/>
                  <a:gd name="T6" fmla="*/ 145 w 30"/>
                  <a:gd name="T7" fmla="*/ 356 h 23"/>
                  <a:gd name="T8" fmla="*/ 33 w 30"/>
                  <a:gd name="T9" fmla="*/ 39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2"/>
                    </a:moveTo>
                    <a:cubicBezTo>
                      <a:pt x="12" y="23"/>
                      <a:pt x="25" y="10"/>
                      <a:pt x="30" y="0"/>
                    </a:cubicBezTo>
                    <a:cubicBezTo>
                      <a:pt x="26" y="3"/>
                      <a:pt x="23" y="7"/>
                      <a:pt x="18" y="10"/>
                    </a:cubicBezTo>
                    <a:cubicBezTo>
                      <a:pt x="16" y="13"/>
                      <a:pt x="12" y="16"/>
                      <a:pt x="9" y="18"/>
                    </a:cubicBezTo>
                    <a:cubicBezTo>
                      <a:pt x="7" y="19"/>
                      <a:pt x="4" y="19"/>
                      <a:pt x="2" y="2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0" name="Freeform 625">
                <a:extLst>
                  <a:ext uri="{FF2B5EF4-FFF2-40B4-BE49-F238E27FC236}">
                    <a16:creationId xmlns:a16="http://schemas.microsoft.com/office/drawing/2014/main" id="{5B473496-42F8-49B4-AFFE-B399CE766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169"/>
                <a:ext cx="72" cy="138"/>
              </a:xfrm>
              <a:custGeom>
                <a:avLst/>
                <a:gdLst>
                  <a:gd name="T0" fmla="*/ 0 w 29"/>
                  <a:gd name="T1" fmla="*/ 77 h 52"/>
                  <a:gd name="T2" fmla="*/ 228 w 29"/>
                  <a:gd name="T3" fmla="*/ 337 h 52"/>
                  <a:gd name="T4" fmla="*/ 278 w 29"/>
                  <a:gd name="T5" fmla="*/ 971 h 52"/>
                  <a:gd name="T6" fmla="*/ 278 w 29"/>
                  <a:gd name="T7" fmla="*/ 226 h 52"/>
                  <a:gd name="T8" fmla="*/ 0 w 29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52">
                    <a:moveTo>
                      <a:pt x="0" y="4"/>
                    </a:moveTo>
                    <a:cubicBezTo>
                      <a:pt x="1" y="10"/>
                      <a:pt x="11" y="13"/>
                      <a:pt x="15" y="18"/>
                    </a:cubicBezTo>
                    <a:cubicBezTo>
                      <a:pt x="21" y="27"/>
                      <a:pt x="20" y="42"/>
                      <a:pt x="18" y="52"/>
                    </a:cubicBezTo>
                    <a:cubicBezTo>
                      <a:pt x="20" y="41"/>
                      <a:pt x="29" y="21"/>
                      <a:pt x="18" y="12"/>
                    </a:cubicBezTo>
                    <a:cubicBezTo>
                      <a:pt x="12" y="7"/>
                      <a:pt x="2" y="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1" name="Freeform 626">
                <a:extLst>
                  <a:ext uri="{FF2B5EF4-FFF2-40B4-BE49-F238E27FC236}">
                    <a16:creationId xmlns:a16="http://schemas.microsoft.com/office/drawing/2014/main" id="{7313C3DA-E676-431E-8F07-6775408A6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870"/>
                <a:ext cx="175" cy="133"/>
              </a:xfrm>
              <a:custGeom>
                <a:avLst/>
                <a:gdLst>
                  <a:gd name="T0" fmla="*/ 250 w 70"/>
                  <a:gd name="T1" fmla="*/ 340 h 50"/>
                  <a:gd name="T2" fmla="*/ 0 w 70"/>
                  <a:gd name="T3" fmla="*/ 205 h 50"/>
                  <a:gd name="T4" fmla="*/ 458 w 70"/>
                  <a:gd name="T5" fmla="*/ 149 h 50"/>
                  <a:gd name="T6" fmla="*/ 613 w 70"/>
                  <a:gd name="T7" fmla="*/ 21 h 50"/>
                  <a:gd name="T8" fmla="*/ 833 w 70"/>
                  <a:gd name="T9" fmla="*/ 192 h 50"/>
                  <a:gd name="T10" fmla="*/ 895 w 70"/>
                  <a:gd name="T11" fmla="*/ 580 h 50"/>
                  <a:gd name="T12" fmla="*/ 1095 w 70"/>
                  <a:gd name="T13" fmla="*/ 942 h 50"/>
                  <a:gd name="T14" fmla="*/ 563 w 70"/>
                  <a:gd name="T15" fmla="*/ 65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50">
                    <a:moveTo>
                      <a:pt x="16" y="18"/>
                    </a:moveTo>
                    <a:cubicBezTo>
                      <a:pt x="10" y="17"/>
                      <a:pt x="5" y="13"/>
                      <a:pt x="0" y="11"/>
                    </a:cubicBezTo>
                    <a:cubicBezTo>
                      <a:pt x="9" y="6"/>
                      <a:pt x="19" y="12"/>
                      <a:pt x="29" y="8"/>
                    </a:cubicBezTo>
                    <a:cubicBezTo>
                      <a:pt x="33" y="6"/>
                      <a:pt x="36" y="2"/>
                      <a:pt x="39" y="1"/>
                    </a:cubicBezTo>
                    <a:cubicBezTo>
                      <a:pt x="44" y="0"/>
                      <a:pt x="51" y="6"/>
                      <a:pt x="53" y="10"/>
                    </a:cubicBezTo>
                    <a:cubicBezTo>
                      <a:pt x="55" y="16"/>
                      <a:pt x="55" y="25"/>
                      <a:pt x="57" y="31"/>
                    </a:cubicBezTo>
                    <a:cubicBezTo>
                      <a:pt x="60" y="39"/>
                      <a:pt x="65" y="44"/>
                      <a:pt x="70" y="50"/>
                    </a:cubicBezTo>
                    <a:cubicBezTo>
                      <a:pt x="58" y="50"/>
                      <a:pt x="48" y="39"/>
                      <a:pt x="36" y="35"/>
                    </a:cubicBezTo>
                  </a:path>
                </a:pathLst>
              </a:custGeom>
              <a:solidFill>
                <a:srgbClr val="FBD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2" name="Freeform 627">
                <a:extLst>
                  <a:ext uri="{FF2B5EF4-FFF2-40B4-BE49-F238E27FC236}">
                    <a16:creationId xmlns:a16="http://schemas.microsoft.com/office/drawing/2014/main" id="{045A9A8A-1741-4FE5-AEC8-92DC0AD8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854"/>
                <a:ext cx="175" cy="117"/>
              </a:xfrm>
              <a:custGeom>
                <a:avLst/>
                <a:gdLst>
                  <a:gd name="T0" fmla="*/ 33 w 70"/>
                  <a:gd name="T1" fmla="*/ 319 h 44"/>
                  <a:gd name="T2" fmla="*/ 208 w 70"/>
                  <a:gd name="T3" fmla="*/ 303 h 44"/>
                  <a:gd name="T4" fmla="*/ 300 w 70"/>
                  <a:gd name="T5" fmla="*/ 319 h 44"/>
                  <a:gd name="T6" fmla="*/ 550 w 70"/>
                  <a:gd name="T7" fmla="*/ 396 h 44"/>
                  <a:gd name="T8" fmla="*/ 613 w 70"/>
                  <a:gd name="T9" fmla="*/ 524 h 44"/>
                  <a:gd name="T10" fmla="*/ 800 w 70"/>
                  <a:gd name="T11" fmla="*/ 601 h 44"/>
                  <a:gd name="T12" fmla="*/ 970 w 70"/>
                  <a:gd name="T13" fmla="*/ 792 h 44"/>
                  <a:gd name="T14" fmla="*/ 938 w 70"/>
                  <a:gd name="T15" fmla="*/ 468 h 44"/>
                  <a:gd name="T16" fmla="*/ 708 w 70"/>
                  <a:gd name="T17" fmla="*/ 170 h 44"/>
                  <a:gd name="T18" fmla="*/ 488 w 70"/>
                  <a:gd name="T19" fmla="*/ 56 h 44"/>
                  <a:gd name="T20" fmla="*/ 0 w 70"/>
                  <a:gd name="T21" fmla="*/ 93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44">
                    <a:moveTo>
                      <a:pt x="2" y="17"/>
                    </a:moveTo>
                    <a:cubicBezTo>
                      <a:pt x="6" y="17"/>
                      <a:pt x="10" y="17"/>
                      <a:pt x="13" y="16"/>
                    </a:cubicBezTo>
                    <a:cubicBezTo>
                      <a:pt x="15" y="17"/>
                      <a:pt x="17" y="17"/>
                      <a:pt x="19" y="17"/>
                    </a:cubicBezTo>
                    <a:cubicBezTo>
                      <a:pt x="24" y="18"/>
                      <a:pt x="30" y="19"/>
                      <a:pt x="35" y="21"/>
                    </a:cubicBezTo>
                    <a:cubicBezTo>
                      <a:pt x="37" y="23"/>
                      <a:pt x="36" y="26"/>
                      <a:pt x="39" y="28"/>
                    </a:cubicBezTo>
                    <a:cubicBezTo>
                      <a:pt x="44" y="30"/>
                      <a:pt x="47" y="27"/>
                      <a:pt x="51" y="32"/>
                    </a:cubicBezTo>
                    <a:cubicBezTo>
                      <a:pt x="53" y="36"/>
                      <a:pt x="55" y="44"/>
                      <a:pt x="62" y="42"/>
                    </a:cubicBezTo>
                    <a:cubicBezTo>
                      <a:pt x="70" y="40"/>
                      <a:pt x="62" y="29"/>
                      <a:pt x="60" y="25"/>
                    </a:cubicBezTo>
                    <a:cubicBezTo>
                      <a:pt x="55" y="19"/>
                      <a:pt x="52" y="13"/>
                      <a:pt x="45" y="9"/>
                    </a:cubicBezTo>
                    <a:cubicBezTo>
                      <a:pt x="41" y="6"/>
                      <a:pt x="36" y="5"/>
                      <a:pt x="31" y="3"/>
                    </a:cubicBezTo>
                    <a:cubicBezTo>
                      <a:pt x="21" y="0"/>
                      <a:pt x="10" y="5"/>
                      <a:pt x="0" y="5"/>
                    </a:cubicBezTo>
                  </a:path>
                </a:pathLst>
              </a:custGeom>
              <a:solidFill>
                <a:srgbClr val="F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3" name="Freeform 628">
                <a:extLst>
                  <a:ext uri="{FF2B5EF4-FFF2-40B4-BE49-F238E27FC236}">
                    <a16:creationId xmlns:a16="http://schemas.microsoft.com/office/drawing/2014/main" id="{EE0737D5-87F2-4446-9103-4AA50348C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822"/>
                <a:ext cx="248" cy="213"/>
              </a:xfrm>
              <a:custGeom>
                <a:avLst/>
                <a:gdLst>
                  <a:gd name="T0" fmla="*/ 113 w 99"/>
                  <a:gd name="T1" fmla="*/ 793 h 80"/>
                  <a:gd name="T2" fmla="*/ 50 w 99"/>
                  <a:gd name="T3" fmla="*/ 1169 h 80"/>
                  <a:gd name="T4" fmla="*/ 438 w 99"/>
                  <a:gd name="T5" fmla="*/ 1475 h 80"/>
                  <a:gd name="T6" fmla="*/ 721 w 99"/>
                  <a:gd name="T7" fmla="*/ 1419 h 80"/>
                  <a:gd name="T8" fmla="*/ 1022 w 99"/>
                  <a:gd name="T9" fmla="*/ 1475 h 80"/>
                  <a:gd name="T10" fmla="*/ 1463 w 99"/>
                  <a:gd name="T11" fmla="*/ 977 h 80"/>
                  <a:gd name="T12" fmla="*/ 1493 w 99"/>
                  <a:gd name="T13" fmla="*/ 474 h 80"/>
                  <a:gd name="T14" fmla="*/ 1160 w 99"/>
                  <a:gd name="T15" fmla="*/ 226 h 80"/>
                  <a:gd name="T16" fmla="*/ 804 w 99"/>
                  <a:gd name="T17" fmla="*/ 35 h 80"/>
                  <a:gd name="T18" fmla="*/ 741 w 99"/>
                  <a:gd name="T19" fmla="*/ 170 h 80"/>
                  <a:gd name="T20" fmla="*/ 754 w 99"/>
                  <a:gd name="T21" fmla="*/ 362 h 80"/>
                  <a:gd name="T22" fmla="*/ 691 w 99"/>
                  <a:gd name="T23" fmla="*/ 60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9" h="80">
                    <a:moveTo>
                      <a:pt x="7" y="42"/>
                    </a:moveTo>
                    <a:cubicBezTo>
                      <a:pt x="1" y="48"/>
                      <a:pt x="0" y="54"/>
                      <a:pt x="3" y="62"/>
                    </a:cubicBezTo>
                    <a:cubicBezTo>
                      <a:pt x="6" y="73"/>
                      <a:pt x="16" y="80"/>
                      <a:pt x="28" y="78"/>
                    </a:cubicBezTo>
                    <a:cubicBezTo>
                      <a:pt x="34" y="77"/>
                      <a:pt x="40" y="75"/>
                      <a:pt x="46" y="75"/>
                    </a:cubicBezTo>
                    <a:cubicBezTo>
                      <a:pt x="52" y="75"/>
                      <a:pt x="58" y="78"/>
                      <a:pt x="65" y="78"/>
                    </a:cubicBezTo>
                    <a:cubicBezTo>
                      <a:pt x="81" y="78"/>
                      <a:pt x="88" y="66"/>
                      <a:pt x="93" y="52"/>
                    </a:cubicBezTo>
                    <a:cubicBezTo>
                      <a:pt x="96" y="43"/>
                      <a:pt x="99" y="34"/>
                      <a:pt x="95" y="25"/>
                    </a:cubicBezTo>
                    <a:cubicBezTo>
                      <a:pt x="91" y="18"/>
                      <a:pt x="81" y="15"/>
                      <a:pt x="74" y="12"/>
                    </a:cubicBezTo>
                    <a:cubicBezTo>
                      <a:pt x="68" y="9"/>
                      <a:pt x="58" y="0"/>
                      <a:pt x="51" y="2"/>
                    </a:cubicBezTo>
                    <a:cubicBezTo>
                      <a:pt x="46" y="4"/>
                      <a:pt x="47" y="6"/>
                      <a:pt x="47" y="9"/>
                    </a:cubicBezTo>
                    <a:cubicBezTo>
                      <a:pt x="46" y="13"/>
                      <a:pt x="47" y="15"/>
                      <a:pt x="48" y="19"/>
                    </a:cubicBezTo>
                    <a:cubicBezTo>
                      <a:pt x="49" y="25"/>
                      <a:pt x="48" y="27"/>
                      <a:pt x="44" y="32"/>
                    </a:cubicBezTo>
                  </a:path>
                </a:pathLst>
              </a:custGeom>
              <a:solidFill>
                <a:srgbClr val="F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4" name="Freeform 629">
                <a:extLst>
                  <a:ext uri="{FF2B5EF4-FFF2-40B4-BE49-F238E27FC236}">
                    <a16:creationId xmlns:a16="http://schemas.microsoft.com/office/drawing/2014/main" id="{26D567DC-5321-4133-B9EE-17AEA40A4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782"/>
                <a:ext cx="100" cy="128"/>
              </a:xfrm>
              <a:custGeom>
                <a:avLst/>
                <a:gdLst>
                  <a:gd name="T0" fmla="*/ 395 w 40"/>
                  <a:gd name="T1" fmla="*/ 56 h 48"/>
                  <a:gd name="T2" fmla="*/ 113 w 40"/>
                  <a:gd name="T3" fmla="*/ 149 h 48"/>
                  <a:gd name="T4" fmla="*/ 20 w 40"/>
                  <a:gd name="T5" fmla="*/ 627 h 48"/>
                  <a:gd name="T6" fmla="*/ 238 w 40"/>
                  <a:gd name="T7" fmla="*/ 909 h 48"/>
                  <a:gd name="T8" fmla="*/ 625 w 40"/>
                  <a:gd name="T9" fmla="*/ 5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5" y="3"/>
                    </a:moveTo>
                    <a:cubicBezTo>
                      <a:pt x="18" y="0"/>
                      <a:pt x="11" y="2"/>
                      <a:pt x="7" y="8"/>
                    </a:cubicBezTo>
                    <a:cubicBezTo>
                      <a:pt x="1" y="15"/>
                      <a:pt x="0" y="24"/>
                      <a:pt x="1" y="33"/>
                    </a:cubicBezTo>
                    <a:cubicBezTo>
                      <a:pt x="3" y="42"/>
                      <a:pt x="5" y="48"/>
                      <a:pt x="15" y="48"/>
                    </a:cubicBezTo>
                    <a:cubicBezTo>
                      <a:pt x="29" y="48"/>
                      <a:pt x="33" y="39"/>
                      <a:pt x="40" y="29"/>
                    </a:cubicBezTo>
                  </a:path>
                </a:pathLst>
              </a:custGeom>
              <a:solidFill>
                <a:srgbClr val="F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5" name="Freeform 630">
                <a:extLst>
                  <a:ext uri="{FF2B5EF4-FFF2-40B4-BE49-F238E27FC236}">
                    <a16:creationId xmlns:a16="http://schemas.microsoft.com/office/drawing/2014/main" id="{17EB7A2D-95BA-4477-94AD-DEABE660C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982"/>
                <a:ext cx="120" cy="40"/>
              </a:xfrm>
              <a:custGeom>
                <a:avLst/>
                <a:gdLst>
                  <a:gd name="T0" fmla="*/ 0 w 48"/>
                  <a:gd name="T1" fmla="*/ 248 h 15"/>
                  <a:gd name="T2" fmla="*/ 238 w 48"/>
                  <a:gd name="T3" fmla="*/ 171 h 15"/>
                  <a:gd name="T4" fmla="*/ 425 w 48"/>
                  <a:gd name="T5" fmla="*/ 205 h 15"/>
                  <a:gd name="T6" fmla="*/ 750 w 48"/>
                  <a:gd name="T7" fmla="*/ 0 h 15"/>
                  <a:gd name="T8" fmla="*/ 363 w 48"/>
                  <a:gd name="T9" fmla="*/ 285 h 15"/>
                  <a:gd name="T10" fmla="*/ 208 w 48"/>
                  <a:gd name="T11" fmla="*/ 227 h 15"/>
                  <a:gd name="T12" fmla="*/ 0 w 48"/>
                  <a:gd name="T13" fmla="*/ 248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5">
                    <a:moveTo>
                      <a:pt x="0" y="13"/>
                    </a:moveTo>
                    <a:cubicBezTo>
                      <a:pt x="7" y="10"/>
                      <a:pt x="9" y="8"/>
                      <a:pt x="15" y="9"/>
                    </a:cubicBezTo>
                    <a:cubicBezTo>
                      <a:pt x="19" y="10"/>
                      <a:pt x="23" y="11"/>
                      <a:pt x="27" y="11"/>
                    </a:cubicBezTo>
                    <a:cubicBezTo>
                      <a:pt x="36" y="10"/>
                      <a:pt x="43" y="7"/>
                      <a:pt x="48" y="0"/>
                    </a:cubicBezTo>
                    <a:cubicBezTo>
                      <a:pt x="45" y="12"/>
                      <a:pt x="34" y="15"/>
                      <a:pt x="23" y="15"/>
                    </a:cubicBezTo>
                    <a:cubicBezTo>
                      <a:pt x="19" y="14"/>
                      <a:pt x="17" y="12"/>
                      <a:pt x="13" y="12"/>
                    </a:cubicBezTo>
                    <a:cubicBezTo>
                      <a:pt x="11" y="11"/>
                      <a:pt x="3" y="12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6" name="Freeform 631">
                <a:extLst>
                  <a:ext uri="{FF2B5EF4-FFF2-40B4-BE49-F238E27FC236}">
                    <a16:creationId xmlns:a16="http://schemas.microsoft.com/office/drawing/2014/main" id="{FF73274C-4770-46F1-BF40-35C26CD5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971"/>
                <a:ext cx="148" cy="54"/>
              </a:xfrm>
              <a:custGeom>
                <a:avLst/>
                <a:gdLst>
                  <a:gd name="T0" fmla="*/ 95 w 59"/>
                  <a:gd name="T1" fmla="*/ 313 h 20"/>
                  <a:gd name="T2" fmla="*/ 396 w 59"/>
                  <a:gd name="T3" fmla="*/ 22 h 20"/>
                  <a:gd name="T4" fmla="*/ 931 w 59"/>
                  <a:gd name="T5" fmla="*/ 0 h 20"/>
                  <a:gd name="T6" fmla="*/ 838 w 59"/>
                  <a:gd name="T7" fmla="*/ 219 h 20"/>
                  <a:gd name="T8" fmla="*/ 534 w 59"/>
                  <a:gd name="T9" fmla="*/ 219 h 20"/>
                  <a:gd name="T10" fmla="*/ 334 w 59"/>
                  <a:gd name="T11" fmla="*/ 278 h 20"/>
                  <a:gd name="T12" fmla="*/ 0 w 59"/>
                  <a:gd name="T13" fmla="*/ 31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0">
                    <a:moveTo>
                      <a:pt x="6" y="16"/>
                    </a:moveTo>
                    <a:cubicBezTo>
                      <a:pt x="13" y="17"/>
                      <a:pt x="23" y="9"/>
                      <a:pt x="25" y="1"/>
                    </a:cubicBezTo>
                    <a:cubicBezTo>
                      <a:pt x="31" y="11"/>
                      <a:pt x="53" y="13"/>
                      <a:pt x="59" y="0"/>
                    </a:cubicBezTo>
                    <a:cubicBezTo>
                      <a:pt x="58" y="4"/>
                      <a:pt x="56" y="8"/>
                      <a:pt x="53" y="11"/>
                    </a:cubicBezTo>
                    <a:cubicBezTo>
                      <a:pt x="47" y="15"/>
                      <a:pt x="40" y="12"/>
                      <a:pt x="34" y="11"/>
                    </a:cubicBezTo>
                    <a:cubicBezTo>
                      <a:pt x="29" y="11"/>
                      <a:pt x="26" y="12"/>
                      <a:pt x="21" y="14"/>
                    </a:cubicBezTo>
                    <a:cubicBezTo>
                      <a:pt x="16" y="17"/>
                      <a:pt x="5" y="20"/>
                      <a:pt x="0" y="16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7" name="Freeform 632">
                <a:extLst>
                  <a:ext uri="{FF2B5EF4-FFF2-40B4-BE49-F238E27FC236}">
                    <a16:creationId xmlns:a16="http://schemas.microsoft.com/office/drawing/2014/main" id="{0B8127B7-0FA4-4502-B14B-595A9BEB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982"/>
                <a:ext cx="27" cy="19"/>
              </a:xfrm>
              <a:custGeom>
                <a:avLst/>
                <a:gdLst>
                  <a:gd name="T0" fmla="*/ 0 w 11"/>
                  <a:gd name="T1" fmla="*/ 141 h 7"/>
                  <a:gd name="T2" fmla="*/ 91 w 11"/>
                  <a:gd name="T3" fmla="*/ 0 h 7"/>
                  <a:gd name="T4" fmla="*/ 162 w 11"/>
                  <a:gd name="T5" fmla="*/ 60 h 7"/>
                  <a:gd name="T6" fmla="*/ 42 w 11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2" y="5"/>
                      <a:pt x="4" y="3"/>
                      <a:pt x="6" y="0"/>
                    </a:cubicBezTo>
                    <a:cubicBezTo>
                      <a:pt x="7" y="2"/>
                      <a:pt x="9" y="3"/>
                      <a:pt x="11" y="3"/>
                    </a:cubicBezTo>
                    <a:cubicBezTo>
                      <a:pt x="8" y="4"/>
                      <a:pt x="5" y="5"/>
                      <a:pt x="3" y="6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8" name="Freeform 633">
                <a:extLst>
                  <a:ext uri="{FF2B5EF4-FFF2-40B4-BE49-F238E27FC236}">
                    <a16:creationId xmlns:a16="http://schemas.microsoft.com/office/drawing/2014/main" id="{29DDB16C-4FDB-4934-BA7C-DA21F77A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443"/>
                <a:ext cx="225" cy="171"/>
              </a:xfrm>
              <a:custGeom>
                <a:avLst/>
                <a:gdLst>
                  <a:gd name="T0" fmla="*/ 145 w 90"/>
                  <a:gd name="T1" fmla="*/ 1050 h 64"/>
                  <a:gd name="T2" fmla="*/ 520 w 90"/>
                  <a:gd name="T3" fmla="*/ 957 h 64"/>
                  <a:gd name="T4" fmla="*/ 658 w 90"/>
                  <a:gd name="T5" fmla="*/ 820 h 64"/>
                  <a:gd name="T6" fmla="*/ 895 w 90"/>
                  <a:gd name="T7" fmla="*/ 786 h 64"/>
                  <a:gd name="T8" fmla="*/ 1208 w 90"/>
                  <a:gd name="T9" fmla="*/ 0 h 64"/>
                  <a:gd name="T10" fmla="*/ 970 w 90"/>
                  <a:gd name="T11" fmla="*/ 1071 h 64"/>
                  <a:gd name="T12" fmla="*/ 770 w 90"/>
                  <a:gd name="T13" fmla="*/ 1106 h 64"/>
                  <a:gd name="T14" fmla="*/ 563 w 90"/>
                  <a:gd name="T15" fmla="*/ 1200 h 64"/>
                  <a:gd name="T16" fmla="*/ 0 w 90"/>
                  <a:gd name="T17" fmla="*/ 82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64">
                    <a:moveTo>
                      <a:pt x="9" y="55"/>
                    </a:moveTo>
                    <a:cubicBezTo>
                      <a:pt x="16" y="59"/>
                      <a:pt x="27" y="56"/>
                      <a:pt x="33" y="50"/>
                    </a:cubicBezTo>
                    <a:cubicBezTo>
                      <a:pt x="37" y="47"/>
                      <a:pt x="38" y="44"/>
                      <a:pt x="42" y="43"/>
                    </a:cubicBezTo>
                    <a:cubicBezTo>
                      <a:pt x="47" y="42"/>
                      <a:pt x="52" y="42"/>
                      <a:pt x="57" y="41"/>
                    </a:cubicBezTo>
                    <a:cubicBezTo>
                      <a:pt x="70" y="37"/>
                      <a:pt x="84" y="14"/>
                      <a:pt x="77" y="0"/>
                    </a:cubicBezTo>
                    <a:cubicBezTo>
                      <a:pt x="90" y="17"/>
                      <a:pt x="84" y="51"/>
                      <a:pt x="62" y="56"/>
                    </a:cubicBezTo>
                    <a:cubicBezTo>
                      <a:pt x="58" y="57"/>
                      <a:pt x="54" y="56"/>
                      <a:pt x="49" y="58"/>
                    </a:cubicBezTo>
                    <a:cubicBezTo>
                      <a:pt x="45" y="60"/>
                      <a:pt x="41" y="62"/>
                      <a:pt x="36" y="63"/>
                    </a:cubicBezTo>
                    <a:cubicBezTo>
                      <a:pt x="20" y="64"/>
                      <a:pt x="5" y="60"/>
                      <a:pt x="0" y="43"/>
                    </a:cubicBezTo>
                  </a:path>
                </a:pathLst>
              </a:custGeom>
              <a:solidFill>
                <a:srgbClr val="F19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9" name="Freeform 634">
                <a:extLst>
                  <a:ext uri="{FF2B5EF4-FFF2-40B4-BE49-F238E27FC236}">
                    <a16:creationId xmlns:a16="http://schemas.microsoft.com/office/drawing/2014/main" id="{B0AA9FDF-0218-47B6-BDC9-131C79474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66"/>
                <a:ext cx="97" cy="48"/>
              </a:xfrm>
              <a:custGeom>
                <a:avLst/>
                <a:gdLst>
                  <a:gd name="T0" fmla="*/ 0 w 39"/>
                  <a:gd name="T1" fmla="*/ 341 h 18"/>
                  <a:gd name="T2" fmla="*/ 137 w 39"/>
                  <a:gd name="T3" fmla="*/ 248 h 18"/>
                  <a:gd name="T4" fmla="*/ 259 w 39"/>
                  <a:gd name="T5" fmla="*/ 205 h 18"/>
                  <a:gd name="T6" fmla="*/ 599 w 39"/>
                  <a:gd name="T7" fmla="*/ 0 h 18"/>
                  <a:gd name="T8" fmla="*/ 353 w 39"/>
                  <a:gd name="T9" fmla="*/ 248 h 18"/>
                  <a:gd name="T10" fmla="*/ 187 w 39"/>
                  <a:gd name="T11" fmla="*/ 285 h 18"/>
                  <a:gd name="T12" fmla="*/ 30 w 39"/>
                  <a:gd name="T13" fmla="*/ 32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8">
                    <a:moveTo>
                      <a:pt x="0" y="18"/>
                    </a:moveTo>
                    <a:cubicBezTo>
                      <a:pt x="4" y="18"/>
                      <a:pt x="6" y="15"/>
                      <a:pt x="9" y="13"/>
                    </a:cubicBezTo>
                    <a:cubicBezTo>
                      <a:pt x="12" y="12"/>
                      <a:pt x="14" y="11"/>
                      <a:pt x="17" y="11"/>
                    </a:cubicBezTo>
                    <a:cubicBezTo>
                      <a:pt x="25" y="11"/>
                      <a:pt x="37" y="9"/>
                      <a:pt x="39" y="0"/>
                    </a:cubicBezTo>
                    <a:cubicBezTo>
                      <a:pt x="34" y="6"/>
                      <a:pt x="32" y="13"/>
                      <a:pt x="23" y="13"/>
                    </a:cubicBezTo>
                    <a:cubicBezTo>
                      <a:pt x="18" y="14"/>
                      <a:pt x="17" y="13"/>
                      <a:pt x="12" y="15"/>
                    </a:cubicBezTo>
                    <a:cubicBezTo>
                      <a:pt x="9" y="17"/>
                      <a:pt x="6" y="17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0" name="Freeform 635">
                <a:extLst>
                  <a:ext uri="{FF2B5EF4-FFF2-40B4-BE49-F238E27FC236}">
                    <a16:creationId xmlns:a16="http://schemas.microsoft.com/office/drawing/2014/main" id="{FDAFD938-DC81-4377-BAA9-1B89629D8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553"/>
                <a:ext cx="73" cy="37"/>
              </a:xfrm>
              <a:custGeom>
                <a:avLst/>
                <a:gdLst>
                  <a:gd name="T0" fmla="*/ 0 w 29"/>
                  <a:gd name="T1" fmla="*/ 259 h 14"/>
                  <a:gd name="T2" fmla="*/ 113 w 29"/>
                  <a:gd name="T3" fmla="*/ 148 h 14"/>
                  <a:gd name="T4" fmla="*/ 191 w 29"/>
                  <a:gd name="T5" fmla="*/ 148 h 14"/>
                  <a:gd name="T6" fmla="*/ 463 w 29"/>
                  <a:gd name="T7" fmla="*/ 0 h 14"/>
                  <a:gd name="T8" fmla="*/ 413 w 29"/>
                  <a:gd name="T9" fmla="*/ 90 h 14"/>
                  <a:gd name="T10" fmla="*/ 272 w 29"/>
                  <a:gd name="T11" fmla="*/ 182 h 14"/>
                  <a:gd name="T12" fmla="*/ 0 w 29"/>
                  <a:gd name="T13" fmla="*/ 2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">
                    <a:moveTo>
                      <a:pt x="0" y="14"/>
                    </a:moveTo>
                    <a:cubicBezTo>
                      <a:pt x="3" y="13"/>
                      <a:pt x="4" y="10"/>
                      <a:pt x="7" y="8"/>
                    </a:cubicBezTo>
                    <a:cubicBezTo>
                      <a:pt x="8" y="8"/>
                      <a:pt x="11" y="8"/>
                      <a:pt x="12" y="8"/>
                    </a:cubicBezTo>
                    <a:cubicBezTo>
                      <a:pt x="19" y="6"/>
                      <a:pt x="24" y="4"/>
                      <a:pt x="29" y="0"/>
                    </a:cubicBezTo>
                    <a:cubicBezTo>
                      <a:pt x="27" y="1"/>
                      <a:pt x="28" y="4"/>
                      <a:pt x="26" y="5"/>
                    </a:cubicBezTo>
                    <a:cubicBezTo>
                      <a:pt x="24" y="8"/>
                      <a:pt x="20" y="9"/>
                      <a:pt x="17" y="10"/>
                    </a:cubicBezTo>
                    <a:cubicBezTo>
                      <a:pt x="11" y="11"/>
                      <a:pt x="5" y="11"/>
                      <a:pt x="0" y="1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1" name="Freeform 636">
                <a:extLst>
                  <a:ext uri="{FF2B5EF4-FFF2-40B4-BE49-F238E27FC236}">
                    <a16:creationId xmlns:a16="http://schemas.microsoft.com/office/drawing/2014/main" id="{866FBCFF-55B5-409E-AD05-42D8CC4AC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969"/>
                <a:ext cx="40" cy="133"/>
              </a:xfrm>
              <a:custGeom>
                <a:avLst/>
                <a:gdLst>
                  <a:gd name="T0" fmla="*/ 50 w 16"/>
                  <a:gd name="T1" fmla="*/ 114 h 50"/>
                  <a:gd name="T2" fmla="*/ 250 w 16"/>
                  <a:gd name="T3" fmla="*/ 77 h 50"/>
                  <a:gd name="T4" fmla="*/ 125 w 16"/>
                  <a:gd name="T5" fmla="*/ 473 h 50"/>
                  <a:gd name="T6" fmla="*/ 188 w 16"/>
                  <a:gd name="T7" fmla="*/ 942 h 50"/>
                  <a:gd name="T8" fmla="*/ 50 w 16"/>
                  <a:gd name="T9" fmla="*/ 17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0">
                    <a:moveTo>
                      <a:pt x="3" y="6"/>
                    </a:moveTo>
                    <a:cubicBezTo>
                      <a:pt x="3" y="0"/>
                      <a:pt x="13" y="1"/>
                      <a:pt x="16" y="4"/>
                    </a:cubicBezTo>
                    <a:cubicBezTo>
                      <a:pt x="9" y="9"/>
                      <a:pt x="8" y="17"/>
                      <a:pt x="8" y="25"/>
                    </a:cubicBezTo>
                    <a:cubicBezTo>
                      <a:pt x="9" y="31"/>
                      <a:pt x="14" y="44"/>
                      <a:pt x="12" y="50"/>
                    </a:cubicBezTo>
                    <a:cubicBezTo>
                      <a:pt x="2" y="44"/>
                      <a:pt x="0" y="19"/>
                      <a:pt x="3" y="9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2" name="Freeform 637">
                <a:extLst>
                  <a:ext uri="{FF2B5EF4-FFF2-40B4-BE49-F238E27FC236}">
                    <a16:creationId xmlns:a16="http://schemas.microsoft.com/office/drawing/2014/main" id="{34CF0D98-FB97-4DA6-9444-6CDE206F7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945"/>
                <a:ext cx="32" cy="136"/>
              </a:xfrm>
              <a:custGeom>
                <a:avLst/>
                <a:gdLst>
                  <a:gd name="T0" fmla="*/ 182 w 13"/>
                  <a:gd name="T1" fmla="*/ 0 h 51"/>
                  <a:gd name="T2" fmla="*/ 62 w 13"/>
                  <a:gd name="T3" fmla="*/ 419 h 51"/>
                  <a:gd name="T4" fmla="*/ 91 w 13"/>
                  <a:gd name="T5" fmla="*/ 717 h 51"/>
                  <a:gd name="T6" fmla="*/ 74 w 13"/>
                  <a:gd name="T7" fmla="*/ 968 h 51"/>
                  <a:gd name="T8" fmla="*/ 153 w 13"/>
                  <a:gd name="T9" fmla="*/ 627 h 51"/>
                  <a:gd name="T10" fmla="*/ 194 w 13"/>
                  <a:gd name="T11" fmla="*/ 5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1">
                    <a:moveTo>
                      <a:pt x="12" y="0"/>
                    </a:moveTo>
                    <a:cubicBezTo>
                      <a:pt x="0" y="6"/>
                      <a:pt x="2" y="11"/>
                      <a:pt x="4" y="22"/>
                    </a:cubicBezTo>
                    <a:cubicBezTo>
                      <a:pt x="5" y="27"/>
                      <a:pt x="6" y="33"/>
                      <a:pt x="6" y="38"/>
                    </a:cubicBezTo>
                    <a:cubicBezTo>
                      <a:pt x="6" y="43"/>
                      <a:pt x="4" y="47"/>
                      <a:pt x="5" y="51"/>
                    </a:cubicBezTo>
                    <a:cubicBezTo>
                      <a:pt x="13" y="47"/>
                      <a:pt x="10" y="42"/>
                      <a:pt x="10" y="33"/>
                    </a:cubicBezTo>
                    <a:cubicBezTo>
                      <a:pt x="9" y="24"/>
                      <a:pt x="10" y="12"/>
                      <a:pt x="13" y="3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3" name="Freeform 638">
                <a:extLst>
                  <a:ext uri="{FF2B5EF4-FFF2-40B4-BE49-F238E27FC236}">
                    <a16:creationId xmlns:a16="http://schemas.microsoft.com/office/drawing/2014/main" id="{8C930FE7-C7C7-49D6-B1C0-545B9F45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921"/>
                <a:ext cx="32" cy="136"/>
              </a:xfrm>
              <a:custGeom>
                <a:avLst/>
                <a:gdLst>
                  <a:gd name="T0" fmla="*/ 162 w 13"/>
                  <a:gd name="T1" fmla="*/ 0 h 51"/>
                  <a:gd name="T2" fmla="*/ 12 w 13"/>
                  <a:gd name="T3" fmla="*/ 192 h 51"/>
                  <a:gd name="T4" fmla="*/ 30 w 13"/>
                  <a:gd name="T5" fmla="*/ 477 h 51"/>
                  <a:gd name="T6" fmla="*/ 103 w 13"/>
                  <a:gd name="T7" fmla="*/ 968 h 51"/>
                  <a:gd name="T8" fmla="*/ 103 w 13"/>
                  <a:gd name="T9" fmla="*/ 760 h 51"/>
                  <a:gd name="T10" fmla="*/ 91 w 13"/>
                  <a:gd name="T11" fmla="*/ 435 h 51"/>
                  <a:gd name="T12" fmla="*/ 194 w 13"/>
                  <a:gd name="T13" fmla="*/ 35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1">
                    <a:moveTo>
                      <a:pt x="11" y="0"/>
                    </a:moveTo>
                    <a:cubicBezTo>
                      <a:pt x="8" y="5"/>
                      <a:pt x="2" y="6"/>
                      <a:pt x="1" y="10"/>
                    </a:cubicBezTo>
                    <a:cubicBezTo>
                      <a:pt x="0" y="13"/>
                      <a:pt x="2" y="21"/>
                      <a:pt x="2" y="25"/>
                    </a:cubicBezTo>
                    <a:cubicBezTo>
                      <a:pt x="2" y="33"/>
                      <a:pt x="2" y="44"/>
                      <a:pt x="7" y="51"/>
                    </a:cubicBezTo>
                    <a:cubicBezTo>
                      <a:pt x="5" y="47"/>
                      <a:pt x="7" y="44"/>
                      <a:pt x="7" y="40"/>
                    </a:cubicBezTo>
                    <a:cubicBezTo>
                      <a:pt x="6" y="33"/>
                      <a:pt x="5" y="29"/>
                      <a:pt x="6" y="23"/>
                    </a:cubicBezTo>
                    <a:cubicBezTo>
                      <a:pt x="8" y="17"/>
                      <a:pt x="8" y="7"/>
                      <a:pt x="13" y="2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4" name="Freeform 639">
                <a:extLst>
                  <a:ext uri="{FF2B5EF4-FFF2-40B4-BE49-F238E27FC236}">
                    <a16:creationId xmlns:a16="http://schemas.microsoft.com/office/drawing/2014/main" id="{1342F053-605B-411B-8BD5-163890B57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886"/>
                <a:ext cx="40" cy="131"/>
              </a:xfrm>
              <a:custGeom>
                <a:avLst/>
                <a:gdLst>
                  <a:gd name="T0" fmla="*/ 250 w 16"/>
                  <a:gd name="T1" fmla="*/ 0 h 49"/>
                  <a:gd name="T2" fmla="*/ 50 w 16"/>
                  <a:gd name="T3" fmla="*/ 94 h 49"/>
                  <a:gd name="T4" fmla="*/ 63 w 16"/>
                  <a:gd name="T5" fmla="*/ 286 h 49"/>
                  <a:gd name="T6" fmla="*/ 113 w 16"/>
                  <a:gd name="T7" fmla="*/ 936 h 49"/>
                  <a:gd name="T8" fmla="*/ 188 w 16"/>
                  <a:gd name="T9" fmla="*/ 513 h 49"/>
                  <a:gd name="T10" fmla="*/ 220 w 16"/>
                  <a:gd name="T11" fmla="*/ 56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9">
                    <a:moveTo>
                      <a:pt x="16" y="0"/>
                    </a:moveTo>
                    <a:cubicBezTo>
                      <a:pt x="12" y="1"/>
                      <a:pt x="5" y="2"/>
                      <a:pt x="3" y="5"/>
                    </a:cubicBezTo>
                    <a:cubicBezTo>
                      <a:pt x="0" y="9"/>
                      <a:pt x="3" y="11"/>
                      <a:pt x="4" y="15"/>
                    </a:cubicBezTo>
                    <a:cubicBezTo>
                      <a:pt x="8" y="25"/>
                      <a:pt x="8" y="38"/>
                      <a:pt x="7" y="49"/>
                    </a:cubicBezTo>
                    <a:cubicBezTo>
                      <a:pt x="12" y="42"/>
                      <a:pt x="13" y="35"/>
                      <a:pt x="12" y="27"/>
                    </a:cubicBezTo>
                    <a:cubicBezTo>
                      <a:pt x="11" y="18"/>
                      <a:pt x="8" y="10"/>
                      <a:pt x="14" y="3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5" name="Freeform 640">
                <a:extLst>
                  <a:ext uri="{FF2B5EF4-FFF2-40B4-BE49-F238E27FC236}">
                    <a16:creationId xmlns:a16="http://schemas.microsoft.com/office/drawing/2014/main" id="{39CC3A7B-06E1-4463-8698-1B61E8652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859"/>
                <a:ext cx="32" cy="128"/>
              </a:xfrm>
              <a:custGeom>
                <a:avLst/>
                <a:gdLst>
                  <a:gd name="T0" fmla="*/ 162 w 13"/>
                  <a:gd name="T1" fmla="*/ 0 h 48"/>
                  <a:gd name="T2" fmla="*/ 0 w 13"/>
                  <a:gd name="T3" fmla="*/ 192 h 48"/>
                  <a:gd name="T4" fmla="*/ 74 w 13"/>
                  <a:gd name="T5" fmla="*/ 909 h 48"/>
                  <a:gd name="T6" fmla="*/ 91 w 13"/>
                  <a:gd name="T7" fmla="*/ 363 h 48"/>
                  <a:gd name="T8" fmla="*/ 133 w 13"/>
                  <a:gd name="T9" fmla="*/ 9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8">
                    <a:moveTo>
                      <a:pt x="11" y="0"/>
                    </a:moveTo>
                    <a:cubicBezTo>
                      <a:pt x="8" y="4"/>
                      <a:pt x="5" y="11"/>
                      <a:pt x="0" y="10"/>
                    </a:cubicBezTo>
                    <a:cubicBezTo>
                      <a:pt x="2" y="23"/>
                      <a:pt x="1" y="36"/>
                      <a:pt x="5" y="48"/>
                    </a:cubicBezTo>
                    <a:cubicBezTo>
                      <a:pt x="3" y="39"/>
                      <a:pt x="3" y="28"/>
                      <a:pt x="6" y="19"/>
                    </a:cubicBezTo>
                    <a:cubicBezTo>
                      <a:pt x="7" y="14"/>
                      <a:pt x="13" y="9"/>
                      <a:pt x="9" y="5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6" name="Freeform 641">
                <a:extLst>
                  <a:ext uri="{FF2B5EF4-FFF2-40B4-BE49-F238E27FC236}">
                    <a16:creationId xmlns:a16="http://schemas.microsoft.com/office/drawing/2014/main" id="{601E9E9C-9805-412F-B517-C6E8B4EAC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817"/>
                <a:ext cx="40" cy="149"/>
              </a:xfrm>
              <a:custGeom>
                <a:avLst/>
                <a:gdLst>
                  <a:gd name="T0" fmla="*/ 250 w 16"/>
                  <a:gd name="T1" fmla="*/ 0 h 56"/>
                  <a:gd name="T2" fmla="*/ 63 w 16"/>
                  <a:gd name="T3" fmla="*/ 205 h 56"/>
                  <a:gd name="T4" fmla="*/ 83 w 16"/>
                  <a:gd name="T5" fmla="*/ 452 h 56"/>
                  <a:gd name="T6" fmla="*/ 63 w 16"/>
                  <a:gd name="T7" fmla="*/ 1054 h 56"/>
                  <a:gd name="T8" fmla="*/ 145 w 16"/>
                  <a:gd name="T9" fmla="*/ 490 h 56"/>
                  <a:gd name="T10" fmla="*/ 158 w 16"/>
                  <a:gd name="T11" fmla="*/ 192 h 56"/>
                  <a:gd name="T12" fmla="*/ 220 w 16"/>
                  <a:gd name="T13" fmla="*/ 7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6">
                    <a:moveTo>
                      <a:pt x="16" y="0"/>
                    </a:moveTo>
                    <a:cubicBezTo>
                      <a:pt x="13" y="2"/>
                      <a:pt x="5" y="7"/>
                      <a:pt x="4" y="11"/>
                    </a:cubicBezTo>
                    <a:cubicBezTo>
                      <a:pt x="3" y="13"/>
                      <a:pt x="5" y="21"/>
                      <a:pt x="5" y="24"/>
                    </a:cubicBezTo>
                    <a:cubicBezTo>
                      <a:pt x="5" y="33"/>
                      <a:pt x="0" y="48"/>
                      <a:pt x="4" y="56"/>
                    </a:cubicBezTo>
                    <a:cubicBezTo>
                      <a:pt x="6" y="45"/>
                      <a:pt x="9" y="36"/>
                      <a:pt x="9" y="26"/>
                    </a:cubicBezTo>
                    <a:cubicBezTo>
                      <a:pt x="9" y="21"/>
                      <a:pt x="8" y="14"/>
                      <a:pt x="10" y="10"/>
                    </a:cubicBezTo>
                    <a:cubicBezTo>
                      <a:pt x="11" y="8"/>
                      <a:pt x="13" y="7"/>
                      <a:pt x="14" y="4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7" name="Freeform 642">
                <a:extLst>
                  <a:ext uri="{FF2B5EF4-FFF2-40B4-BE49-F238E27FC236}">
                    <a16:creationId xmlns:a16="http://schemas.microsoft.com/office/drawing/2014/main" id="{928BA358-013D-4C2B-B4D4-5E7B2AA92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793"/>
                <a:ext cx="38" cy="133"/>
              </a:xfrm>
              <a:custGeom>
                <a:avLst/>
                <a:gdLst>
                  <a:gd name="T0" fmla="*/ 225 w 15"/>
                  <a:gd name="T1" fmla="*/ 0 h 50"/>
                  <a:gd name="T2" fmla="*/ 193 w 15"/>
                  <a:gd name="T3" fmla="*/ 942 h 50"/>
                  <a:gd name="T4" fmla="*/ 243 w 15"/>
                  <a:gd name="T5" fmla="*/ 35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0">
                    <a:moveTo>
                      <a:pt x="14" y="0"/>
                    </a:moveTo>
                    <a:cubicBezTo>
                      <a:pt x="0" y="0"/>
                      <a:pt x="10" y="43"/>
                      <a:pt x="12" y="50"/>
                    </a:cubicBezTo>
                    <a:cubicBezTo>
                      <a:pt x="10" y="34"/>
                      <a:pt x="15" y="18"/>
                      <a:pt x="15" y="2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8" name="Freeform 643">
                <a:extLst>
                  <a:ext uri="{FF2B5EF4-FFF2-40B4-BE49-F238E27FC236}">
                    <a16:creationId xmlns:a16="http://schemas.microsoft.com/office/drawing/2014/main" id="{40F05AE3-0701-4ACD-A43E-15C59D32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753"/>
                <a:ext cx="25" cy="152"/>
              </a:xfrm>
              <a:custGeom>
                <a:avLst/>
                <a:gdLst>
                  <a:gd name="T0" fmla="*/ 145 w 10"/>
                  <a:gd name="T1" fmla="*/ 0 h 57"/>
                  <a:gd name="T2" fmla="*/ 20 w 10"/>
                  <a:gd name="T3" fmla="*/ 171 h 57"/>
                  <a:gd name="T4" fmla="*/ 33 w 10"/>
                  <a:gd name="T5" fmla="*/ 363 h 57"/>
                  <a:gd name="T6" fmla="*/ 20 w 10"/>
                  <a:gd name="T7" fmla="*/ 717 h 57"/>
                  <a:gd name="T8" fmla="*/ 33 w 10"/>
                  <a:gd name="T9" fmla="*/ 1080 h 57"/>
                  <a:gd name="T10" fmla="*/ 95 w 10"/>
                  <a:gd name="T11" fmla="*/ 819 h 57"/>
                  <a:gd name="T12" fmla="*/ 95 w 10"/>
                  <a:gd name="T13" fmla="*/ 435 h 57"/>
                  <a:gd name="T14" fmla="*/ 158 w 10"/>
                  <a:gd name="T15" fmla="*/ 56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57">
                    <a:moveTo>
                      <a:pt x="9" y="0"/>
                    </a:moveTo>
                    <a:cubicBezTo>
                      <a:pt x="8" y="4"/>
                      <a:pt x="3" y="5"/>
                      <a:pt x="1" y="9"/>
                    </a:cubicBezTo>
                    <a:cubicBezTo>
                      <a:pt x="0" y="12"/>
                      <a:pt x="2" y="16"/>
                      <a:pt x="2" y="19"/>
                    </a:cubicBezTo>
                    <a:cubicBezTo>
                      <a:pt x="2" y="25"/>
                      <a:pt x="1" y="32"/>
                      <a:pt x="1" y="38"/>
                    </a:cubicBezTo>
                    <a:cubicBezTo>
                      <a:pt x="2" y="44"/>
                      <a:pt x="4" y="50"/>
                      <a:pt x="2" y="57"/>
                    </a:cubicBezTo>
                    <a:cubicBezTo>
                      <a:pt x="2" y="52"/>
                      <a:pt x="5" y="48"/>
                      <a:pt x="6" y="43"/>
                    </a:cubicBezTo>
                    <a:cubicBezTo>
                      <a:pt x="7" y="37"/>
                      <a:pt x="6" y="30"/>
                      <a:pt x="6" y="23"/>
                    </a:cubicBezTo>
                    <a:cubicBezTo>
                      <a:pt x="6" y="15"/>
                      <a:pt x="7" y="9"/>
                      <a:pt x="10" y="3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9" name="Freeform 644">
                <a:extLst>
                  <a:ext uri="{FF2B5EF4-FFF2-40B4-BE49-F238E27FC236}">
                    <a16:creationId xmlns:a16="http://schemas.microsoft.com/office/drawing/2014/main" id="{5FF4D221-08D2-46AB-B80A-21E2FDF8A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726"/>
                <a:ext cx="17" cy="75"/>
              </a:xfrm>
              <a:custGeom>
                <a:avLst/>
                <a:gdLst>
                  <a:gd name="T0" fmla="*/ 58 w 7"/>
                  <a:gd name="T1" fmla="*/ 0 h 28"/>
                  <a:gd name="T2" fmla="*/ 0 w 7"/>
                  <a:gd name="T3" fmla="*/ 94 h 28"/>
                  <a:gd name="T4" fmla="*/ 12 w 7"/>
                  <a:gd name="T5" fmla="*/ 538 h 28"/>
                  <a:gd name="T6" fmla="*/ 100 w 7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8">
                    <a:moveTo>
                      <a:pt x="4" y="0"/>
                    </a:moveTo>
                    <a:cubicBezTo>
                      <a:pt x="5" y="2"/>
                      <a:pt x="2" y="4"/>
                      <a:pt x="0" y="5"/>
                    </a:cubicBezTo>
                    <a:cubicBezTo>
                      <a:pt x="3" y="12"/>
                      <a:pt x="1" y="20"/>
                      <a:pt x="1" y="28"/>
                    </a:cubicBezTo>
                    <a:cubicBezTo>
                      <a:pt x="5" y="19"/>
                      <a:pt x="4" y="8"/>
                      <a:pt x="7" y="0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0" name="Freeform 645">
                <a:extLst>
                  <a:ext uri="{FF2B5EF4-FFF2-40B4-BE49-F238E27FC236}">
                    <a16:creationId xmlns:a16="http://schemas.microsoft.com/office/drawing/2014/main" id="{4D41C5EE-75F9-49A6-90D8-51A1CF33F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985"/>
                <a:ext cx="48" cy="130"/>
              </a:xfrm>
              <a:custGeom>
                <a:avLst/>
                <a:gdLst>
                  <a:gd name="T0" fmla="*/ 275 w 19"/>
                  <a:gd name="T1" fmla="*/ 0 h 49"/>
                  <a:gd name="T2" fmla="*/ 63 w 19"/>
                  <a:gd name="T3" fmla="*/ 90 h 49"/>
                  <a:gd name="T4" fmla="*/ 33 w 19"/>
                  <a:gd name="T5" fmla="*/ 281 h 49"/>
                  <a:gd name="T6" fmla="*/ 114 w 19"/>
                  <a:gd name="T7" fmla="*/ 915 h 49"/>
                  <a:gd name="T8" fmla="*/ 147 w 19"/>
                  <a:gd name="T9" fmla="*/ 374 h 49"/>
                  <a:gd name="T10" fmla="*/ 255 w 19"/>
                  <a:gd name="T11" fmla="*/ 204 h 49"/>
                  <a:gd name="T12" fmla="*/ 306 w 19"/>
                  <a:gd name="T13" fmla="*/ 56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9">
                    <a:moveTo>
                      <a:pt x="17" y="0"/>
                    </a:moveTo>
                    <a:cubicBezTo>
                      <a:pt x="14" y="5"/>
                      <a:pt x="9" y="3"/>
                      <a:pt x="4" y="5"/>
                    </a:cubicBezTo>
                    <a:cubicBezTo>
                      <a:pt x="0" y="8"/>
                      <a:pt x="1" y="9"/>
                      <a:pt x="2" y="15"/>
                    </a:cubicBezTo>
                    <a:cubicBezTo>
                      <a:pt x="3" y="27"/>
                      <a:pt x="3" y="38"/>
                      <a:pt x="7" y="49"/>
                    </a:cubicBezTo>
                    <a:cubicBezTo>
                      <a:pt x="5" y="41"/>
                      <a:pt x="5" y="27"/>
                      <a:pt x="9" y="20"/>
                    </a:cubicBezTo>
                    <a:cubicBezTo>
                      <a:pt x="11" y="16"/>
                      <a:pt x="14" y="15"/>
                      <a:pt x="16" y="11"/>
                    </a:cubicBezTo>
                    <a:cubicBezTo>
                      <a:pt x="17" y="8"/>
                      <a:pt x="16" y="5"/>
                      <a:pt x="19" y="3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1" name="Freeform 646">
                <a:extLst>
                  <a:ext uri="{FF2B5EF4-FFF2-40B4-BE49-F238E27FC236}">
                    <a16:creationId xmlns:a16="http://schemas.microsoft.com/office/drawing/2014/main" id="{7C7C6799-7C13-46AF-A7DF-D0946AAB5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009"/>
                <a:ext cx="22" cy="106"/>
              </a:xfrm>
              <a:custGeom>
                <a:avLst/>
                <a:gdLst>
                  <a:gd name="T0" fmla="*/ 132 w 9"/>
                  <a:gd name="T1" fmla="*/ 0 h 40"/>
                  <a:gd name="T2" fmla="*/ 0 w 9"/>
                  <a:gd name="T3" fmla="*/ 260 h 40"/>
                  <a:gd name="T4" fmla="*/ 29 w 9"/>
                  <a:gd name="T5" fmla="*/ 745 h 40"/>
                  <a:gd name="T6" fmla="*/ 71 w 9"/>
                  <a:gd name="T7" fmla="*/ 260 h 40"/>
                  <a:gd name="T8" fmla="*/ 132 w 9"/>
                  <a:gd name="T9" fmla="*/ 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0">
                    <a:moveTo>
                      <a:pt x="9" y="0"/>
                    </a:moveTo>
                    <a:cubicBezTo>
                      <a:pt x="0" y="3"/>
                      <a:pt x="0" y="3"/>
                      <a:pt x="0" y="14"/>
                    </a:cubicBezTo>
                    <a:cubicBezTo>
                      <a:pt x="0" y="22"/>
                      <a:pt x="3" y="31"/>
                      <a:pt x="2" y="40"/>
                    </a:cubicBezTo>
                    <a:cubicBezTo>
                      <a:pt x="2" y="32"/>
                      <a:pt x="3" y="21"/>
                      <a:pt x="5" y="14"/>
                    </a:cubicBezTo>
                    <a:cubicBezTo>
                      <a:pt x="6" y="9"/>
                      <a:pt x="9" y="6"/>
                      <a:pt x="9" y="1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2" name="Freeform 647">
                <a:extLst>
                  <a:ext uri="{FF2B5EF4-FFF2-40B4-BE49-F238E27FC236}">
                    <a16:creationId xmlns:a16="http://schemas.microsoft.com/office/drawing/2014/main" id="{7B733AF0-4DB0-4DB9-9A2B-47C59700D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009"/>
                <a:ext cx="47" cy="120"/>
              </a:xfrm>
              <a:custGeom>
                <a:avLst/>
                <a:gdLst>
                  <a:gd name="T0" fmla="*/ 287 w 19"/>
                  <a:gd name="T1" fmla="*/ 56 h 45"/>
                  <a:gd name="T2" fmla="*/ 12 w 19"/>
                  <a:gd name="T3" fmla="*/ 205 h 45"/>
                  <a:gd name="T4" fmla="*/ 62 w 19"/>
                  <a:gd name="T5" fmla="*/ 853 h 45"/>
                  <a:gd name="T6" fmla="*/ 134 w 19"/>
                  <a:gd name="T7" fmla="*/ 320 h 45"/>
                  <a:gd name="T8" fmla="*/ 287 w 19"/>
                  <a:gd name="T9" fmla="*/ 11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5">
                    <a:moveTo>
                      <a:pt x="19" y="3"/>
                    </a:moveTo>
                    <a:cubicBezTo>
                      <a:pt x="12" y="8"/>
                      <a:pt x="3" y="0"/>
                      <a:pt x="1" y="11"/>
                    </a:cubicBezTo>
                    <a:cubicBezTo>
                      <a:pt x="0" y="21"/>
                      <a:pt x="0" y="36"/>
                      <a:pt x="4" y="45"/>
                    </a:cubicBezTo>
                    <a:cubicBezTo>
                      <a:pt x="3" y="40"/>
                      <a:pt x="6" y="22"/>
                      <a:pt x="9" y="17"/>
                    </a:cubicBezTo>
                    <a:cubicBezTo>
                      <a:pt x="12" y="12"/>
                      <a:pt x="18" y="11"/>
                      <a:pt x="19" y="6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3" name="Freeform 648">
                <a:extLst>
                  <a:ext uri="{FF2B5EF4-FFF2-40B4-BE49-F238E27FC236}">
                    <a16:creationId xmlns:a16="http://schemas.microsoft.com/office/drawing/2014/main" id="{C42CBE78-9BC7-4AA3-B482-1373D7AC4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022"/>
                <a:ext cx="35" cy="101"/>
              </a:xfrm>
              <a:custGeom>
                <a:avLst/>
                <a:gdLst>
                  <a:gd name="T0" fmla="*/ 220 w 14"/>
                  <a:gd name="T1" fmla="*/ 35 h 38"/>
                  <a:gd name="T2" fmla="*/ 50 w 14"/>
                  <a:gd name="T3" fmla="*/ 77 h 38"/>
                  <a:gd name="T4" fmla="*/ 50 w 14"/>
                  <a:gd name="T5" fmla="*/ 319 h 38"/>
                  <a:gd name="T6" fmla="*/ 0 w 14"/>
                  <a:gd name="T7" fmla="*/ 712 h 38"/>
                  <a:gd name="T8" fmla="*/ 145 w 14"/>
                  <a:gd name="T9" fmla="*/ 340 h 38"/>
                  <a:gd name="T10" fmla="*/ 220 w 14"/>
                  <a:gd name="T11" fmla="*/ 77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8">
                    <a:moveTo>
                      <a:pt x="14" y="2"/>
                    </a:moveTo>
                    <a:cubicBezTo>
                      <a:pt x="10" y="3"/>
                      <a:pt x="5" y="0"/>
                      <a:pt x="3" y="4"/>
                    </a:cubicBezTo>
                    <a:cubicBezTo>
                      <a:pt x="1" y="7"/>
                      <a:pt x="3" y="14"/>
                      <a:pt x="3" y="17"/>
                    </a:cubicBezTo>
                    <a:cubicBezTo>
                      <a:pt x="3" y="24"/>
                      <a:pt x="2" y="32"/>
                      <a:pt x="0" y="38"/>
                    </a:cubicBezTo>
                    <a:cubicBezTo>
                      <a:pt x="4" y="33"/>
                      <a:pt x="8" y="25"/>
                      <a:pt x="9" y="18"/>
                    </a:cubicBezTo>
                    <a:cubicBezTo>
                      <a:pt x="10" y="13"/>
                      <a:pt x="9" y="6"/>
                      <a:pt x="14" y="4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4" name="Freeform 649">
                <a:extLst>
                  <a:ext uri="{FF2B5EF4-FFF2-40B4-BE49-F238E27FC236}">
                    <a16:creationId xmlns:a16="http://schemas.microsoft.com/office/drawing/2014/main" id="{68ED40A9-36DE-4C2B-A607-18BB953B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011"/>
                <a:ext cx="45" cy="104"/>
              </a:xfrm>
              <a:custGeom>
                <a:avLst/>
                <a:gdLst>
                  <a:gd name="T0" fmla="*/ 283 w 18"/>
                  <a:gd name="T1" fmla="*/ 77 h 39"/>
                  <a:gd name="T2" fmla="*/ 33 w 18"/>
                  <a:gd name="T3" fmla="*/ 171 h 39"/>
                  <a:gd name="T4" fmla="*/ 63 w 18"/>
                  <a:gd name="T5" fmla="*/ 739 h 39"/>
                  <a:gd name="T6" fmla="*/ 125 w 18"/>
                  <a:gd name="T7" fmla="*/ 285 h 39"/>
                  <a:gd name="T8" fmla="*/ 283 w 18"/>
                  <a:gd name="T9" fmla="*/ 11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9">
                    <a:moveTo>
                      <a:pt x="18" y="4"/>
                    </a:moveTo>
                    <a:cubicBezTo>
                      <a:pt x="10" y="6"/>
                      <a:pt x="3" y="0"/>
                      <a:pt x="2" y="9"/>
                    </a:cubicBezTo>
                    <a:cubicBezTo>
                      <a:pt x="1" y="16"/>
                      <a:pt x="0" y="34"/>
                      <a:pt x="4" y="39"/>
                    </a:cubicBezTo>
                    <a:cubicBezTo>
                      <a:pt x="7" y="32"/>
                      <a:pt x="2" y="22"/>
                      <a:pt x="8" y="15"/>
                    </a:cubicBezTo>
                    <a:cubicBezTo>
                      <a:pt x="11" y="12"/>
                      <a:pt x="16" y="11"/>
                      <a:pt x="18" y="6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5" name="Freeform 650">
                <a:extLst>
                  <a:ext uri="{FF2B5EF4-FFF2-40B4-BE49-F238E27FC236}">
                    <a16:creationId xmlns:a16="http://schemas.microsoft.com/office/drawing/2014/main" id="{4E5B0FCE-5B8B-4F85-8776-25774F836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003"/>
                <a:ext cx="33" cy="107"/>
              </a:xfrm>
              <a:custGeom>
                <a:avLst/>
                <a:gdLst>
                  <a:gd name="T0" fmla="*/ 213 w 13"/>
                  <a:gd name="T1" fmla="*/ 78 h 40"/>
                  <a:gd name="T2" fmla="*/ 33 w 13"/>
                  <a:gd name="T3" fmla="*/ 21 h 40"/>
                  <a:gd name="T4" fmla="*/ 33 w 13"/>
                  <a:gd name="T5" fmla="*/ 423 h 40"/>
                  <a:gd name="T6" fmla="*/ 33 w 13"/>
                  <a:gd name="T7" fmla="*/ 765 h 40"/>
                  <a:gd name="T8" fmla="*/ 147 w 13"/>
                  <a:gd name="T9" fmla="*/ 401 h 40"/>
                  <a:gd name="T10" fmla="*/ 213 w 13"/>
                  <a:gd name="T11" fmla="*/ 9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0">
                    <a:moveTo>
                      <a:pt x="13" y="4"/>
                    </a:moveTo>
                    <a:cubicBezTo>
                      <a:pt x="10" y="2"/>
                      <a:pt x="6" y="0"/>
                      <a:pt x="2" y="1"/>
                    </a:cubicBezTo>
                    <a:cubicBezTo>
                      <a:pt x="5" y="8"/>
                      <a:pt x="3" y="15"/>
                      <a:pt x="2" y="22"/>
                    </a:cubicBezTo>
                    <a:cubicBezTo>
                      <a:pt x="0" y="29"/>
                      <a:pt x="1" y="34"/>
                      <a:pt x="2" y="40"/>
                    </a:cubicBezTo>
                    <a:cubicBezTo>
                      <a:pt x="4" y="33"/>
                      <a:pt x="7" y="27"/>
                      <a:pt x="9" y="21"/>
                    </a:cubicBezTo>
                    <a:cubicBezTo>
                      <a:pt x="9" y="18"/>
                      <a:pt x="12" y="4"/>
                      <a:pt x="13" y="5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6" name="Freeform 651">
                <a:extLst>
                  <a:ext uri="{FF2B5EF4-FFF2-40B4-BE49-F238E27FC236}">
                    <a16:creationId xmlns:a16="http://schemas.microsoft.com/office/drawing/2014/main" id="{A486E1F9-1D47-4515-936D-BE491938C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990"/>
                <a:ext cx="37" cy="99"/>
              </a:xfrm>
              <a:custGeom>
                <a:avLst/>
                <a:gdLst>
                  <a:gd name="T0" fmla="*/ 212 w 15"/>
                  <a:gd name="T1" fmla="*/ 56 h 37"/>
                  <a:gd name="T2" fmla="*/ 30 w 15"/>
                  <a:gd name="T3" fmla="*/ 0 h 37"/>
                  <a:gd name="T4" fmla="*/ 42 w 15"/>
                  <a:gd name="T5" fmla="*/ 709 h 37"/>
                  <a:gd name="T6" fmla="*/ 91 w 15"/>
                  <a:gd name="T7" fmla="*/ 342 h 37"/>
                  <a:gd name="T8" fmla="*/ 165 w 15"/>
                  <a:gd name="T9" fmla="*/ 94 h 37"/>
                  <a:gd name="T10" fmla="*/ 224 w 15"/>
                  <a:gd name="T11" fmla="*/ 94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7">
                    <a:moveTo>
                      <a:pt x="14" y="3"/>
                    </a:moveTo>
                    <a:cubicBezTo>
                      <a:pt x="10" y="1"/>
                      <a:pt x="7" y="0"/>
                      <a:pt x="2" y="0"/>
                    </a:cubicBezTo>
                    <a:cubicBezTo>
                      <a:pt x="2" y="12"/>
                      <a:pt x="0" y="25"/>
                      <a:pt x="3" y="37"/>
                    </a:cubicBezTo>
                    <a:cubicBezTo>
                      <a:pt x="5" y="31"/>
                      <a:pt x="3" y="24"/>
                      <a:pt x="6" y="18"/>
                    </a:cubicBezTo>
                    <a:cubicBezTo>
                      <a:pt x="8" y="14"/>
                      <a:pt x="10" y="10"/>
                      <a:pt x="11" y="5"/>
                    </a:cubicBezTo>
                    <a:cubicBezTo>
                      <a:pt x="12" y="5"/>
                      <a:pt x="14" y="5"/>
                      <a:pt x="15" y="5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7" name="Freeform 652">
                <a:extLst>
                  <a:ext uri="{FF2B5EF4-FFF2-40B4-BE49-F238E27FC236}">
                    <a16:creationId xmlns:a16="http://schemas.microsoft.com/office/drawing/2014/main" id="{5BE73B5F-5C28-42A0-B250-B9A6FA519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982"/>
                <a:ext cx="30" cy="88"/>
              </a:xfrm>
              <a:custGeom>
                <a:avLst/>
                <a:gdLst>
                  <a:gd name="T0" fmla="*/ 175 w 12"/>
                  <a:gd name="T1" fmla="*/ 56 h 33"/>
                  <a:gd name="T2" fmla="*/ 50 w 12"/>
                  <a:gd name="T3" fmla="*/ 0 h 33"/>
                  <a:gd name="T4" fmla="*/ 33 w 12"/>
                  <a:gd name="T5" fmla="*/ 627 h 33"/>
                  <a:gd name="T6" fmla="*/ 113 w 12"/>
                  <a:gd name="T7" fmla="*/ 136 h 33"/>
                  <a:gd name="T8" fmla="*/ 175 w 12"/>
                  <a:gd name="T9" fmla="*/ 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3">
                    <a:moveTo>
                      <a:pt x="11" y="3"/>
                    </a:moveTo>
                    <a:cubicBezTo>
                      <a:pt x="9" y="1"/>
                      <a:pt x="6" y="1"/>
                      <a:pt x="3" y="0"/>
                    </a:cubicBezTo>
                    <a:cubicBezTo>
                      <a:pt x="0" y="8"/>
                      <a:pt x="1" y="26"/>
                      <a:pt x="2" y="33"/>
                    </a:cubicBezTo>
                    <a:cubicBezTo>
                      <a:pt x="5" y="25"/>
                      <a:pt x="3" y="15"/>
                      <a:pt x="7" y="7"/>
                    </a:cubicBezTo>
                    <a:cubicBezTo>
                      <a:pt x="10" y="7"/>
                      <a:pt x="12" y="6"/>
                      <a:pt x="11" y="3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8" name="Freeform 653">
                <a:extLst>
                  <a:ext uri="{FF2B5EF4-FFF2-40B4-BE49-F238E27FC236}">
                    <a16:creationId xmlns:a16="http://schemas.microsoft.com/office/drawing/2014/main" id="{C71B032B-2836-46D2-9EE0-FAEF021B6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963"/>
                <a:ext cx="27" cy="94"/>
              </a:xfrm>
              <a:custGeom>
                <a:avLst/>
                <a:gdLst>
                  <a:gd name="T0" fmla="*/ 162 w 11"/>
                  <a:gd name="T1" fmla="*/ 81 h 35"/>
                  <a:gd name="T2" fmla="*/ 12 w 11"/>
                  <a:gd name="T3" fmla="*/ 196 h 35"/>
                  <a:gd name="T4" fmla="*/ 29 w 11"/>
                  <a:gd name="T5" fmla="*/ 677 h 35"/>
                  <a:gd name="T6" fmla="*/ 150 w 11"/>
                  <a:gd name="T7" fmla="*/ 11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5">
                    <a:moveTo>
                      <a:pt x="11" y="4"/>
                    </a:moveTo>
                    <a:cubicBezTo>
                      <a:pt x="3" y="0"/>
                      <a:pt x="1" y="0"/>
                      <a:pt x="1" y="10"/>
                    </a:cubicBezTo>
                    <a:cubicBezTo>
                      <a:pt x="0" y="18"/>
                      <a:pt x="1" y="27"/>
                      <a:pt x="2" y="35"/>
                    </a:cubicBezTo>
                    <a:cubicBezTo>
                      <a:pt x="2" y="28"/>
                      <a:pt x="3" y="8"/>
                      <a:pt x="10" y="6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9" name="Freeform 654">
                <a:extLst>
                  <a:ext uri="{FF2B5EF4-FFF2-40B4-BE49-F238E27FC236}">
                    <a16:creationId xmlns:a16="http://schemas.microsoft.com/office/drawing/2014/main" id="{4D8948B8-F389-4EA9-9AE7-9F2FE3553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945"/>
                <a:ext cx="28" cy="98"/>
              </a:xfrm>
              <a:custGeom>
                <a:avLst/>
                <a:gdLst>
                  <a:gd name="T0" fmla="*/ 181 w 11"/>
                  <a:gd name="T1" fmla="*/ 56 h 37"/>
                  <a:gd name="T2" fmla="*/ 33 w 11"/>
                  <a:gd name="T3" fmla="*/ 148 h 37"/>
                  <a:gd name="T4" fmla="*/ 51 w 11"/>
                  <a:gd name="T5" fmla="*/ 689 h 37"/>
                  <a:gd name="T6" fmla="*/ 163 w 11"/>
                  <a:gd name="T7" fmla="*/ 9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7">
                    <a:moveTo>
                      <a:pt x="11" y="3"/>
                    </a:moveTo>
                    <a:cubicBezTo>
                      <a:pt x="5" y="0"/>
                      <a:pt x="4" y="2"/>
                      <a:pt x="2" y="8"/>
                    </a:cubicBezTo>
                    <a:cubicBezTo>
                      <a:pt x="0" y="18"/>
                      <a:pt x="0" y="27"/>
                      <a:pt x="3" y="37"/>
                    </a:cubicBezTo>
                    <a:cubicBezTo>
                      <a:pt x="1" y="28"/>
                      <a:pt x="3" y="11"/>
                      <a:pt x="10" y="5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0" name="Freeform 655">
                <a:extLst>
                  <a:ext uri="{FF2B5EF4-FFF2-40B4-BE49-F238E27FC236}">
                    <a16:creationId xmlns:a16="http://schemas.microsoft.com/office/drawing/2014/main" id="{478B95B5-F24D-4ADD-8013-36E53233D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921"/>
                <a:ext cx="35" cy="93"/>
              </a:xfrm>
              <a:custGeom>
                <a:avLst/>
                <a:gdLst>
                  <a:gd name="T0" fmla="*/ 220 w 14"/>
                  <a:gd name="T1" fmla="*/ 114 h 35"/>
                  <a:gd name="T2" fmla="*/ 83 w 14"/>
                  <a:gd name="T3" fmla="*/ 0 h 35"/>
                  <a:gd name="T4" fmla="*/ 50 w 14"/>
                  <a:gd name="T5" fmla="*/ 656 h 35"/>
                  <a:gd name="T6" fmla="*/ 208 w 14"/>
                  <a:gd name="T7" fmla="*/ 13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5">
                    <a:moveTo>
                      <a:pt x="14" y="6"/>
                    </a:moveTo>
                    <a:cubicBezTo>
                      <a:pt x="11" y="3"/>
                      <a:pt x="8" y="1"/>
                      <a:pt x="5" y="0"/>
                    </a:cubicBezTo>
                    <a:cubicBezTo>
                      <a:pt x="0" y="9"/>
                      <a:pt x="1" y="25"/>
                      <a:pt x="3" y="35"/>
                    </a:cubicBezTo>
                    <a:cubicBezTo>
                      <a:pt x="3" y="27"/>
                      <a:pt x="1" y="7"/>
                      <a:pt x="13" y="7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1" name="Freeform 656">
                <a:extLst>
                  <a:ext uri="{FF2B5EF4-FFF2-40B4-BE49-F238E27FC236}">
                    <a16:creationId xmlns:a16="http://schemas.microsoft.com/office/drawing/2014/main" id="{138EB857-C7CC-448B-A959-DF1C2E7F4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891"/>
                <a:ext cx="23" cy="86"/>
              </a:xfrm>
              <a:custGeom>
                <a:avLst/>
                <a:gdLst>
                  <a:gd name="T0" fmla="*/ 151 w 9"/>
                  <a:gd name="T1" fmla="*/ 116 h 32"/>
                  <a:gd name="T2" fmla="*/ 51 w 9"/>
                  <a:gd name="T3" fmla="*/ 0 h 32"/>
                  <a:gd name="T4" fmla="*/ 33 w 9"/>
                  <a:gd name="T5" fmla="*/ 253 h 32"/>
                  <a:gd name="T6" fmla="*/ 33 w 9"/>
                  <a:gd name="T7" fmla="*/ 621 h 32"/>
                  <a:gd name="T8" fmla="*/ 151 w 9"/>
                  <a:gd name="T9" fmla="*/ 11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2">
                    <a:moveTo>
                      <a:pt x="9" y="6"/>
                    </a:moveTo>
                    <a:cubicBezTo>
                      <a:pt x="6" y="5"/>
                      <a:pt x="4" y="3"/>
                      <a:pt x="3" y="0"/>
                    </a:cubicBezTo>
                    <a:cubicBezTo>
                      <a:pt x="0" y="3"/>
                      <a:pt x="3" y="9"/>
                      <a:pt x="2" y="13"/>
                    </a:cubicBezTo>
                    <a:cubicBezTo>
                      <a:pt x="2" y="19"/>
                      <a:pt x="0" y="26"/>
                      <a:pt x="2" y="32"/>
                    </a:cubicBezTo>
                    <a:cubicBezTo>
                      <a:pt x="2" y="21"/>
                      <a:pt x="4" y="15"/>
                      <a:pt x="9" y="6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2" name="Freeform 657">
                <a:extLst>
                  <a:ext uri="{FF2B5EF4-FFF2-40B4-BE49-F238E27FC236}">
                    <a16:creationId xmlns:a16="http://schemas.microsoft.com/office/drawing/2014/main" id="{C6C23631-C533-4376-A8DD-472FD3864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870"/>
                <a:ext cx="20" cy="83"/>
              </a:xfrm>
              <a:custGeom>
                <a:avLst/>
                <a:gdLst>
                  <a:gd name="T0" fmla="*/ 125 w 8"/>
                  <a:gd name="T1" fmla="*/ 78 h 31"/>
                  <a:gd name="T2" fmla="*/ 33 w 8"/>
                  <a:gd name="T3" fmla="*/ 0 h 31"/>
                  <a:gd name="T4" fmla="*/ 33 w 8"/>
                  <a:gd name="T5" fmla="*/ 171 h 31"/>
                  <a:gd name="T6" fmla="*/ 20 w 8"/>
                  <a:gd name="T7" fmla="*/ 594 h 31"/>
                  <a:gd name="T8" fmla="*/ 125 w 8"/>
                  <a:gd name="T9" fmla="*/ 9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8" y="4"/>
                    </a:moveTo>
                    <a:cubicBezTo>
                      <a:pt x="6" y="2"/>
                      <a:pt x="4" y="1"/>
                      <a:pt x="2" y="0"/>
                    </a:cubicBezTo>
                    <a:cubicBezTo>
                      <a:pt x="0" y="3"/>
                      <a:pt x="2" y="5"/>
                      <a:pt x="2" y="9"/>
                    </a:cubicBezTo>
                    <a:cubicBezTo>
                      <a:pt x="2" y="16"/>
                      <a:pt x="0" y="24"/>
                      <a:pt x="1" y="31"/>
                    </a:cubicBezTo>
                    <a:cubicBezTo>
                      <a:pt x="3" y="24"/>
                      <a:pt x="1" y="10"/>
                      <a:pt x="8" y="5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3" name="Freeform 658">
                <a:extLst>
                  <a:ext uri="{FF2B5EF4-FFF2-40B4-BE49-F238E27FC236}">
                    <a16:creationId xmlns:a16="http://schemas.microsoft.com/office/drawing/2014/main" id="{6F480A92-3BBB-4A08-B2D8-2D250FF3C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833"/>
                <a:ext cx="20" cy="74"/>
              </a:xfrm>
              <a:custGeom>
                <a:avLst/>
                <a:gdLst>
                  <a:gd name="T0" fmla="*/ 113 w 8"/>
                  <a:gd name="T1" fmla="*/ 90 h 28"/>
                  <a:gd name="T2" fmla="*/ 33 w 8"/>
                  <a:gd name="T3" fmla="*/ 0 h 28"/>
                  <a:gd name="T4" fmla="*/ 33 w 8"/>
                  <a:gd name="T5" fmla="*/ 182 h 28"/>
                  <a:gd name="T6" fmla="*/ 20 w 8"/>
                  <a:gd name="T7" fmla="*/ 518 h 28"/>
                  <a:gd name="T8" fmla="*/ 125 w 8"/>
                  <a:gd name="T9" fmla="*/ 11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8">
                    <a:moveTo>
                      <a:pt x="7" y="5"/>
                    </a:moveTo>
                    <a:cubicBezTo>
                      <a:pt x="6" y="3"/>
                      <a:pt x="4" y="1"/>
                      <a:pt x="2" y="0"/>
                    </a:cubicBezTo>
                    <a:cubicBezTo>
                      <a:pt x="0" y="3"/>
                      <a:pt x="2" y="6"/>
                      <a:pt x="2" y="10"/>
                    </a:cubicBezTo>
                    <a:cubicBezTo>
                      <a:pt x="2" y="16"/>
                      <a:pt x="0" y="22"/>
                      <a:pt x="1" y="28"/>
                    </a:cubicBezTo>
                    <a:cubicBezTo>
                      <a:pt x="2" y="21"/>
                      <a:pt x="3" y="10"/>
                      <a:pt x="8" y="6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4" name="Freeform 659">
                <a:extLst>
                  <a:ext uri="{FF2B5EF4-FFF2-40B4-BE49-F238E27FC236}">
                    <a16:creationId xmlns:a16="http://schemas.microsoft.com/office/drawing/2014/main" id="{16F7EAE8-EE07-4D79-B2DA-ED60B0EC1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787"/>
                <a:ext cx="25" cy="70"/>
              </a:xfrm>
              <a:custGeom>
                <a:avLst/>
                <a:gdLst>
                  <a:gd name="T0" fmla="*/ 158 w 10"/>
                  <a:gd name="T1" fmla="*/ 197 h 26"/>
                  <a:gd name="T2" fmla="*/ 33 w 10"/>
                  <a:gd name="T3" fmla="*/ 94 h 26"/>
                  <a:gd name="T4" fmla="*/ 20 w 10"/>
                  <a:gd name="T5" fmla="*/ 312 h 26"/>
                  <a:gd name="T6" fmla="*/ 20 w 10"/>
                  <a:gd name="T7" fmla="*/ 506 h 26"/>
                  <a:gd name="T8" fmla="*/ 125 w 10"/>
                  <a:gd name="T9" fmla="*/ 19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6">
                    <a:moveTo>
                      <a:pt x="10" y="10"/>
                    </a:moveTo>
                    <a:cubicBezTo>
                      <a:pt x="7" y="6"/>
                      <a:pt x="5" y="0"/>
                      <a:pt x="2" y="5"/>
                    </a:cubicBezTo>
                    <a:cubicBezTo>
                      <a:pt x="2" y="6"/>
                      <a:pt x="1" y="14"/>
                      <a:pt x="1" y="16"/>
                    </a:cubicBezTo>
                    <a:cubicBezTo>
                      <a:pt x="0" y="20"/>
                      <a:pt x="0" y="23"/>
                      <a:pt x="1" y="26"/>
                    </a:cubicBezTo>
                    <a:cubicBezTo>
                      <a:pt x="2" y="22"/>
                      <a:pt x="2" y="9"/>
                      <a:pt x="8" y="10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5" name="Freeform 660">
                <a:extLst>
                  <a:ext uri="{FF2B5EF4-FFF2-40B4-BE49-F238E27FC236}">
                    <a16:creationId xmlns:a16="http://schemas.microsoft.com/office/drawing/2014/main" id="{B0FD502C-286C-488C-98D1-D21B2ED2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763"/>
                <a:ext cx="30" cy="56"/>
              </a:xfrm>
              <a:custGeom>
                <a:avLst/>
                <a:gdLst>
                  <a:gd name="T0" fmla="*/ 158 w 12"/>
                  <a:gd name="T1" fmla="*/ 115 h 21"/>
                  <a:gd name="T2" fmla="*/ 63 w 12"/>
                  <a:gd name="T3" fmla="*/ 0 h 21"/>
                  <a:gd name="T4" fmla="*/ 0 w 12"/>
                  <a:gd name="T5" fmla="*/ 397 h 21"/>
                  <a:gd name="T6" fmla="*/ 158 w 12"/>
                  <a:gd name="T7" fmla="*/ 115 h 21"/>
                  <a:gd name="T8" fmla="*/ 175 w 12"/>
                  <a:gd name="T9" fmla="*/ 1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10" y="6"/>
                    </a:moveTo>
                    <a:cubicBezTo>
                      <a:pt x="8" y="4"/>
                      <a:pt x="6" y="1"/>
                      <a:pt x="4" y="0"/>
                    </a:cubicBezTo>
                    <a:cubicBezTo>
                      <a:pt x="1" y="4"/>
                      <a:pt x="1" y="15"/>
                      <a:pt x="0" y="21"/>
                    </a:cubicBezTo>
                    <a:cubicBezTo>
                      <a:pt x="3" y="15"/>
                      <a:pt x="6" y="11"/>
                      <a:pt x="10" y="6"/>
                    </a:cubicBezTo>
                    <a:cubicBezTo>
                      <a:pt x="12" y="5"/>
                      <a:pt x="10" y="6"/>
                      <a:pt x="11" y="7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6" name="Freeform 661">
                <a:extLst>
                  <a:ext uri="{FF2B5EF4-FFF2-40B4-BE49-F238E27FC236}">
                    <a16:creationId xmlns:a16="http://schemas.microsoft.com/office/drawing/2014/main" id="{46454205-B297-4022-BDF2-D8B27370D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715"/>
                <a:ext cx="22" cy="54"/>
              </a:xfrm>
              <a:custGeom>
                <a:avLst/>
                <a:gdLst>
                  <a:gd name="T0" fmla="*/ 132 w 9"/>
                  <a:gd name="T1" fmla="*/ 138 h 20"/>
                  <a:gd name="T2" fmla="*/ 12 w 9"/>
                  <a:gd name="T3" fmla="*/ 0 h 20"/>
                  <a:gd name="T4" fmla="*/ 0 w 9"/>
                  <a:gd name="T5" fmla="*/ 394 h 20"/>
                  <a:gd name="T6" fmla="*/ 120 w 9"/>
                  <a:gd name="T7" fmla="*/ 13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0">
                    <a:moveTo>
                      <a:pt x="9" y="7"/>
                    </a:moveTo>
                    <a:cubicBezTo>
                      <a:pt x="6" y="5"/>
                      <a:pt x="4" y="1"/>
                      <a:pt x="1" y="0"/>
                    </a:cubicBezTo>
                    <a:cubicBezTo>
                      <a:pt x="1" y="7"/>
                      <a:pt x="1" y="13"/>
                      <a:pt x="0" y="20"/>
                    </a:cubicBezTo>
                    <a:cubicBezTo>
                      <a:pt x="3" y="17"/>
                      <a:pt x="3" y="6"/>
                      <a:pt x="8" y="7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7" name="Freeform 662">
                <a:extLst>
                  <a:ext uri="{FF2B5EF4-FFF2-40B4-BE49-F238E27FC236}">
                    <a16:creationId xmlns:a16="http://schemas.microsoft.com/office/drawing/2014/main" id="{17CA20C2-FA16-4B68-B726-3F1B578E1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641"/>
                <a:ext cx="20" cy="40"/>
              </a:xfrm>
              <a:custGeom>
                <a:avLst/>
                <a:gdLst>
                  <a:gd name="T0" fmla="*/ 125 w 8"/>
                  <a:gd name="T1" fmla="*/ 205 h 15"/>
                  <a:gd name="T2" fmla="*/ 50 w 8"/>
                  <a:gd name="T3" fmla="*/ 0 h 15"/>
                  <a:gd name="T4" fmla="*/ 20 w 8"/>
                  <a:gd name="T5" fmla="*/ 285 h 15"/>
                  <a:gd name="T6" fmla="*/ 83 w 8"/>
                  <a:gd name="T7" fmla="*/ 171 h 15"/>
                  <a:gd name="T8" fmla="*/ 113 w 8"/>
                  <a:gd name="T9" fmla="*/ 19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8" y="11"/>
                    </a:moveTo>
                    <a:cubicBezTo>
                      <a:pt x="6" y="7"/>
                      <a:pt x="4" y="3"/>
                      <a:pt x="3" y="0"/>
                    </a:cubicBezTo>
                    <a:cubicBezTo>
                      <a:pt x="0" y="4"/>
                      <a:pt x="2" y="10"/>
                      <a:pt x="1" y="15"/>
                    </a:cubicBezTo>
                    <a:cubicBezTo>
                      <a:pt x="3" y="14"/>
                      <a:pt x="4" y="11"/>
                      <a:pt x="5" y="9"/>
                    </a:cubicBezTo>
                    <a:cubicBezTo>
                      <a:pt x="6" y="9"/>
                      <a:pt x="6" y="9"/>
                      <a:pt x="7" y="10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8" name="Freeform 663">
                <a:extLst>
                  <a:ext uri="{FF2B5EF4-FFF2-40B4-BE49-F238E27FC236}">
                    <a16:creationId xmlns:a16="http://schemas.microsoft.com/office/drawing/2014/main" id="{6F9E87BB-3046-40A4-95A1-62954AC05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678"/>
                <a:ext cx="18" cy="83"/>
              </a:xfrm>
              <a:custGeom>
                <a:avLst/>
                <a:gdLst>
                  <a:gd name="T0" fmla="*/ 21 w 7"/>
                  <a:gd name="T1" fmla="*/ 594 h 31"/>
                  <a:gd name="T2" fmla="*/ 0 w 7"/>
                  <a:gd name="T3" fmla="*/ 193 h 31"/>
                  <a:gd name="T4" fmla="*/ 100 w 7"/>
                  <a:gd name="T5" fmla="*/ 0 h 31"/>
                  <a:gd name="T6" fmla="*/ 85 w 7"/>
                  <a:gd name="T7" fmla="*/ 94 h 31"/>
                  <a:gd name="T8" fmla="*/ 54 w 7"/>
                  <a:gd name="T9" fmla="*/ 38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1">
                    <a:moveTo>
                      <a:pt x="1" y="31"/>
                    </a:moveTo>
                    <a:cubicBezTo>
                      <a:pt x="3" y="24"/>
                      <a:pt x="0" y="17"/>
                      <a:pt x="0" y="10"/>
                    </a:cubicBezTo>
                    <a:cubicBezTo>
                      <a:pt x="0" y="4"/>
                      <a:pt x="1" y="4"/>
                      <a:pt x="6" y="0"/>
                    </a:cubicBezTo>
                    <a:cubicBezTo>
                      <a:pt x="7" y="3"/>
                      <a:pt x="5" y="3"/>
                      <a:pt x="5" y="5"/>
                    </a:cubicBezTo>
                    <a:cubicBezTo>
                      <a:pt x="4" y="10"/>
                      <a:pt x="1" y="14"/>
                      <a:pt x="3" y="20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9" name="Freeform 664">
                <a:extLst>
                  <a:ext uri="{FF2B5EF4-FFF2-40B4-BE49-F238E27FC236}">
                    <a16:creationId xmlns:a16="http://schemas.microsoft.com/office/drawing/2014/main" id="{783C26C0-1DB3-43B8-837B-69D00D5DB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641"/>
                <a:ext cx="32" cy="72"/>
              </a:xfrm>
              <a:custGeom>
                <a:avLst/>
                <a:gdLst>
                  <a:gd name="T0" fmla="*/ 133 w 13"/>
                  <a:gd name="T1" fmla="*/ 512 h 27"/>
                  <a:gd name="T2" fmla="*/ 194 w 13"/>
                  <a:gd name="T3" fmla="*/ 0 h 27"/>
                  <a:gd name="T4" fmla="*/ 153 w 13"/>
                  <a:gd name="T5" fmla="*/ 41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9" y="27"/>
                    </a:moveTo>
                    <a:cubicBezTo>
                      <a:pt x="9" y="18"/>
                      <a:pt x="0" y="3"/>
                      <a:pt x="13" y="0"/>
                    </a:cubicBezTo>
                    <a:cubicBezTo>
                      <a:pt x="9" y="6"/>
                      <a:pt x="7" y="16"/>
                      <a:pt x="10" y="22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0" name="Freeform 665">
                <a:extLst>
                  <a:ext uri="{FF2B5EF4-FFF2-40B4-BE49-F238E27FC236}">
                    <a16:creationId xmlns:a16="http://schemas.microsoft.com/office/drawing/2014/main" id="{65A86BFF-C400-49A4-8B82-46A1CDD3F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598"/>
                <a:ext cx="30" cy="64"/>
              </a:xfrm>
              <a:custGeom>
                <a:avLst/>
                <a:gdLst>
                  <a:gd name="T0" fmla="*/ 158 w 12"/>
                  <a:gd name="T1" fmla="*/ 456 h 24"/>
                  <a:gd name="T2" fmla="*/ 188 w 12"/>
                  <a:gd name="T3" fmla="*/ 21 h 24"/>
                  <a:gd name="T4" fmla="*/ 188 w 12"/>
                  <a:gd name="T5" fmla="*/ 30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10" y="24"/>
                    </a:moveTo>
                    <a:cubicBezTo>
                      <a:pt x="12" y="18"/>
                      <a:pt x="0" y="0"/>
                      <a:pt x="12" y="1"/>
                    </a:cubicBezTo>
                    <a:cubicBezTo>
                      <a:pt x="11" y="7"/>
                      <a:pt x="9" y="11"/>
                      <a:pt x="12" y="16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1" name="Freeform 666">
                <a:extLst>
                  <a:ext uri="{FF2B5EF4-FFF2-40B4-BE49-F238E27FC236}">
                    <a16:creationId xmlns:a16="http://schemas.microsoft.com/office/drawing/2014/main" id="{F784971D-F902-4C96-A220-615BCAF23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547"/>
                <a:ext cx="18" cy="46"/>
              </a:xfrm>
              <a:custGeom>
                <a:avLst/>
                <a:gdLst>
                  <a:gd name="T0" fmla="*/ 67 w 7"/>
                  <a:gd name="T1" fmla="*/ 336 h 17"/>
                  <a:gd name="T2" fmla="*/ 100 w 7"/>
                  <a:gd name="T3" fmla="*/ 0 h 17"/>
                  <a:gd name="T4" fmla="*/ 85 w 7"/>
                  <a:gd name="T5" fmla="*/ 30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4" y="17"/>
                    </a:moveTo>
                    <a:cubicBezTo>
                      <a:pt x="4" y="12"/>
                      <a:pt x="0" y="2"/>
                      <a:pt x="6" y="0"/>
                    </a:cubicBezTo>
                    <a:cubicBezTo>
                      <a:pt x="7" y="5"/>
                      <a:pt x="1" y="11"/>
                      <a:pt x="5" y="15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2" name="Freeform 667">
                <a:extLst>
                  <a:ext uri="{FF2B5EF4-FFF2-40B4-BE49-F238E27FC236}">
                    <a16:creationId xmlns:a16="http://schemas.microsoft.com/office/drawing/2014/main" id="{EFEFDFC9-24D2-472A-A1D0-E78354E8F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467"/>
                <a:ext cx="15" cy="48"/>
              </a:xfrm>
              <a:custGeom>
                <a:avLst/>
                <a:gdLst>
                  <a:gd name="T0" fmla="*/ 33 w 6"/>
                  <a:gd name="T1" fmla="*/ 341 h 18"/>
                  <a:gd name="T2" fmla="*/ 20 w 6"/>
                  <a:gd name="T3" fmla="*/ 136 h 18"/>
                  <a:gd name="T4" fmla="*/ 95 w 6"/>
                  <a:gd name="T5" fmla="*/ 0 h 18"/>
                  <a:gd name="T6" fmla="*/ 95 w 6"/>
                  <a:gd name="T7" fmla="*/ 24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2" y="18"/>
                    </a:moveTo>
                    <a:cubicBezTo>
                      <a:pt x="3" y="14"/>
                      <a:pt x="0" y="11"/>
                      <a:pt x="1" y="7"/>
                    </a:cubicBezTo>
                    <a:cubicBezTo>
                      <a:pt x="2" y="5"/>
                      <a:pt x="6" y="5"/>
                      <a:pt x="6" y="0"/>
                    </a:cubicBezTo>
                    <a:cubicBezTo>
                      <a:pt x="6" y="4"/>
                      <a:pt x="6" y="8"/>
                      <a:pt x="6" y="13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3" name="Freeform 668">
                <a:extLst>
                  <a:ext uri="{FF2B5EF4-FFF2-40B4-BE49-F238E27FC236}">
                    <a16:creationId xmlns:a16="http://schemas.microsoft.com/office/drawing/2014/main" id="{6FAC1484-093C-4667-970D-F024BEBD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062"/>
                <a:ext cx="33" cy="75"/>
              </a:xfrm>
              <a:custGeom>
                <a:avLst/>
                <a:gdLst>
                  <a:gd name="T0" fmla="*/ 193 w 13"/>
                  <a:gd name="T1" fmla="*/ 0 h 28"/>
                  <a:gd name="T2" fmla="*/ 180 w 13"/>
                  <a:gd name="T3" fmla="*/ 402 h 28"/>
                  <a:gd name="T4" fmla="*/ 0 w 13"/>
                  <a:gd name="T5" fmla="*/ 458 h 28"/>
                  <a:gd name="T6" fmla="*/ 160 w 13"/>
                  <a:gd name="T7" fmla="*/ 5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12" y="0"/>
                    </a:moveTo>
                    <a:cubicBezTo>
                      <a:pt x="12" y="6"/>
                      <a:pt x="13" y="15"/>
                      <a:pt x="11" y="21"/>
                    </a:cubicBezTo>
                    <a:cubicBezTo>
                      <a:pt x="8" y="28"/>
                      <a:pt x="6" y="23"/>
                      <a:pt x="0" y="24"/>
                    </a:cubicBezTo>
                    <a:cubicBezTo>
                      <a:pt x="8" y="21"/>
                      <a:pt x="9" y="10"/>
                      <a:pt x="10" y="3"/>
                    </a:cubicBezTo>
                  </a:path>
                </a:pathLst>
              </a:custGeom>
              <a:solidFill>
                <a:srgbClr val="FC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4" name="Freeform 669">
                <a:extLst>
                  <a:ext uri="{FF2B5EF4-FFF2-40B4-BE49-F238E27FC236}">
                    <a16:creationId xmlns:a16="http://schemas.microsoft.com/office/drawing/2014/main" id="{6788214C-6D06-4F44-8C5B-FB75C1361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067"/>
                <a:ext cx="30" cy="64"/>
              </a:xfrm>
              <a:custGeom>
                <a:avLst/>
                <a:gdLst>
                  <a:gd name="T0" fmla="*/ 158 w 12"/>
                  <a:gd name="T1" fmla="*/ 0 h 24"/>
                  <a:gd name="T2" fmla="*/ 125 w 12"/>
                  <a:gd name="T3" fmla="*/ 397 h 24"/>
                  <a:gd name="T4" fmla="*/ 0 w 12"/>
                  <a:gd name="T5" fmla="*/ 397 h 24"/>
                  <a:gd name="T6" fmla="*/ 125 w 12"/>
                  <a:gd name="T7" fmla="*/ 11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0" y="0"/>
                    </a:moveTo>
                    <a:cubicBezTo>
                      <a:pt x="9" y="5"/>
                      <a:pt x="12" y="17"/>
                      <a:pt x="8" y="21"/>
                    </a:cubicBezTo>
                    <a:cubicBezTo>
                      <a:pt x="4" y="24"/>
                      <a:pt x="4" y="20"/>
                      <a:pt x="0" y="21"/>
                    </a:cubicBezTo>
                    <a:cubicBezTo>
                      <a:pt x="5" y="17"/>
                      <a:pt x="7" y="12"/>
                      <a:pt x="8" y="6"/>
                    </a:cubicBezTo>
                  </a:path>
                </a:pathLst>
              </a:custGeom>
              <a:solidFill>
                <a:srgbClr val="FC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5" name="Freeform 670">
                <a:extLst>
                  <a:ext uri="{FF2B5EF4-FFF2-40B4-BE49-F238E27FC236}">
                    <a16:creationId xmlns:a16="http://schemas.microsoft.com/office/drawing/2014/main" id="{1B9CD060-35F7-4725-AB6D-D2DCC74A7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057"/>
                <a:ext cx="23" cy="58"/>
              </a:xfrm>
              <a:custGeom>
                <a:avLst/>
                <a:gdLst>
                  <a:gd name="T0" fmla="*/ 84 w 9"/>
                  <a:gd name="T1" fmla="*/ 0 h 22"/>
                  <a:gd name="T2" fmla="*/ 118 w 9"/>
                  <a:gd name="T3" fmla="*/ 403 h 22"/>
                  <a:gd name="T4" fmla="*/ 0 w 9"/>
                  <a:gd name="T5" fmla="*/ 38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5" y="0"/>
                    </a:moveTo>
                    <a:cubicBezTo>
                      <a:pt x="7" y="4"/>
                      <a:pt x="9" y="18"/>
                      <a:pt x="7" y="22"/>
                    </a:cubicBezTo>
                    <a:cubicBezTo>
                      <a:pt x="4" y="22"/>
                      <a:pt x="1" y="22"/>
                      <a:pt x="0" y="21"/>
                    </a:cubicBezTo>
                  </a:path>
                </a:pathLst>
              </a:custGeom>
              <a:solidFill>
                <a:srgbClr val="FC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6" name="Freeform 671">
                <a:extLst>
                  <a:ext uri="{FF2B5EF4-FFF2-40B4-BE49-F238E27FC236}">
                    <a16:creationId xmlns:a16="http://schemas.microsoft.com/office/drawing/2014/main" id="{ECBE9B73-AFD4-48D7-963D-48F219BAF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025"/>
                <a:ext cx="20" cy="80"/>
              </a:xfrm>
              <a:custGeom>
                <a:avLst/>
                <a:gdLst>
                  <a:gd name="T0" fmla="*/ 83 w 8"/>
                  <a:gd name="T1" fmla="*/ 0 h 30"/>
                  <a:gd name="T2" fmla="*/ 0 w 8"/>
                  <a:gd name="T3" fmla="*/ 477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0">
                    <a:moveTo>
                      <a:pt x="5" y="0"/>
                    </a:moveTo>
                    <a:cubicBezTo>
                      <a:pt x="6" y="4"/>
                      <a:pt x="8" y="30"/>
                      <a:pt x="0" y="25"/>
                    </a:cubicBezTo>
                  </a:path>
                </a:pathLst>
              </a:custGeom>
              <a:solidFill>
                <a:srgbClr val="FC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7" name="Freeform 672">
                <a:extLst>
                  <a:ext uri="{FF2B5EF4-FFF2-40B4-BE49-F238E27FC236}">
                    <a16:creationId xmlns:a16="http://schemas.microsoft.com/office/drawing/2014/main" id="{03B091BE-4EC1-4D66-8B14-BDB13194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985"/>
                <a:ext cx="20" cy="66"/>
              </a:xfrm>
              <a:custGeom>
                <a:avLst/>
                <a:gdLst>
                  <a:gd name="T0" fmla="*/ 50 w 8"/>
                  <a:gd name="T1" fmla="*/ 0 h 25"/>
                  <a:gd name="T2" fmla="*/ 0 w 8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5">
                    <a:moveTo>
                      <a:pt x="3" y="0"/>
                    </a:moveTo>
                    <a:cubicBezTo>
                      <a:pt x="3" y="7"/>
                      <a:pt x="8" y="22"/>
                      <a:pt x="0" y="25"/>
                    </a:cubicBezTo>
                  </a:path>
                </a:pathLst>
              </a:custGeom>
              <a:solidFill>
                <a:srgbClr val="FC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8" name="Freeform 673">
                <a:extLst>
                  <a:ext uri="{FF2B5EF4-FFF2-40B4-BE49-F238E27FC236}">
                    <a16:creationId xmlns:a16="http://schemas.microsoft.com/office/drawing/2014/main" id="{B0EAC045-6367-4E7A-A601-4416234DF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046"/>
                <a:ext cx="18" cy="48"/>
              </a:xfrm>
              <a:custGeom>
                <a:avLst/>
                <a:gdLst>
                  <a:gd name="T0" fmla="*/ 54 w 7"/>
                  <a:gd name="T1" fmla="*/ 0 h 18"/>
                  <a:gd name="T2" fmla="*/ 0 w 7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3" y="0"/>
                    </a:moveTo>
                    <a:cubicBezTo>
                      <a:pt x="2" y="5"/>
                      <a:pt x="7" y="16"/>
                      <a:pt x="0" y="18"/>
                    </a:cubicBezTo>
                  </a:path>
                </a:pathLst>
              </a:custGeom>
              <a:solidFill>
                <a:srgbClr val="FC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9" name="Freeform 674">
                <a:extLst>
                  <a:ext uri="{FF2B5EF4-FFF2-40B4-BE49-F238E27FC236}">
                    <a16:creationId xmlns:a16="http://schemas.microsoft.com/office/drawing/2014/main" id="{28FCE341-3F0A-46E6-965F-568661B5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046"/>
                <a:ext cx="25" cy="61"/>
              </a:xfrm>
              <a:custGeom>
                <a:avLst/>
                <a:gdLst>
                  <a:gd name="T0" fmla="*/ 113 w 10"/>
                  <a:gd name="T1" fmla="*/ 0 h 23"/>
                  <a:gd name="T2" fmla="*/ 0 w 10"/>
                  <a:gd name="T3" fmla="*/ 40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7" y="0"/>
                    </a:moveTo>
                    <a:cubicBezTo>
                      <a:pt x="7" y="8"/>
                      <a:pt x="10" y="23"/>
                      <a:pt x="0" y="22"/>
                    </a:cubicBezTo>
                  </a:path>
                </a:pathLst>
              </a:custGeom>
              <a:solidFill>
                <a:srgbClr val="FC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0" name="Freeform 675">
                <a:extLst>
                  <a:ext uri="{FF2B5EF4-FFF2-40B4-BE49-F238E27FC236}">
                    <a16:creationId xmlns:a16="http://schemas.microsoft.com/office/drawing/2014/main" id="{DD30ADD2-8DEC-4D4F-A719-C141D28B0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065"/>
                <a:ext cx="18" cy="58"/>
              </a:xfrm>
              <a:custGeom>
                <a:avLst/>
                <a:gdLst>
                  <a:gd name="T0" fmla="*/ 67 w 7"/>
                  <a:gd name="T1" fmla="*/ 0 h 22"/>
                  <a:gd name="T2" fmla="*/ 0 w 7"/>
                  <a:gd name="T3" fmla="*/ 382 h 22"/>
                  <a:gd name="T4" fmla="*/ 21 w 7"/>
                  <a:gd name="T5" fmla="*/ 32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4" y="0"/>
                    </a:moveTo>
                    <a:cubicBezTo>
                      <a:pt x="4" y="4"/>
                      <a:pt x="7" y="22"/>
                      <a:pt x="0" y="21"/>
                    </a:cubicBezTo>
                    <a:cubicBezTo>
                      <a:pt x="0" y="20"/>
                      <a:pt x="0" y="19"/>
                      <a:pt x="1" y="18"/>
                    </a:cubicBezTo>
                  </a:path>
                </a:pathLst>
              </a:custGeom>
              <a:solidFill>
                <a:srgbClr val="FC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1" name="Freeform 676">
                <a:extLst>
                  <a:ext uri="{FF2B5EF4-FFF2-40B4-BE49-F238E27FC236}">
                    <a16:creationId xmlns:a16="http://schemas.microsoft.com/office/drawing/2014/main" id="{93893C57-D517-46CD-92E8-9C8B61188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073"/>
                <a:ext cx="20" cy="53"/>
              </a:xfrm>
              <a:custGeom>
                <a:avLst/>
                <a:gdLst>
                  <a:gd name="T0" fmla="*/ 83 w 8"/>
                  <a:gd name="T1" fmla="*/ 0 h 20"/>
                  <a:gd name="T2" fmla="*/ 0 w 8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5" y="0"/>
                    </a:moveTo>
                    <a:cubicBezTo>
                      <a:pt x="5" y="5"/>
                      <a:pt x="8" y="20"/>
                      <a:pt x="0" y="20"/>
                    </a:cubicBezTo>
                  </a:path>
                </a:pathLst>
              </a:custGeom>
              <a:solidFill>
                <a:srgbClr val="FCF4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2" name="Freeform 677">
                <a:extLst>
                  <a:ext uri="{FF2B5EF4-FFF2-40B4-BE49-F238E27FC236}">
                    <a16:creationId xmlns:a16="http://schemas.microsoft.com/office/drawing/2014/main" id="{880D127A-52AB-416C-93D2-196C2D21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758"/>
                <a:ext cx="132" cy="83"/>
              </a:xfrm>
              <a:custGeom>
                <a:avLst/>
                <a:gdLst>
                  <a:gd name="T0" fmla="*/ 0 w 53"/>
                  <a:gd name="T1" fmla="*/ 594 h 31"/>
                  <a:gd name="T2" fmla="*/ 341 w 53"/>
                  <a:gd name="T3" fmla="*/ 286 h 31"/>
                  <a:gd name="T4" fmla="*/ 570 w 53"/>
                  <a:gd name="T5" fmla="*/ 209 h 31"/>
                  <a:gd name="T6" fmla="*/ 819 w 53"/>
                  <a:gd name="T7" fmla="*/ 0 h 31"/>
                  <a:gd name="T8" fmla="*/ 819 w 53"/>
                  <a:gd name="T9" fmla="*/ 21 h 31"/>
                  <a:gd name="T10" fmla="*/ 570 w 53"/>
                  <a:gd name="T11" fmla="*/ 265 h 31"/>
                  <a:gd name="T12" fmla="*/ 199 w 53"/>
                  <a:gd name="T13" fmla="*/ 4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1">
                    <a:moveTo>
                      <a:pt x="0" y="31"/>
                    </a:moveTo>
                    <a:cubicBezTo>
                      <a:pt x="8" y="28"/>
                      <a:pt x="14" y="18"/>
                      <a:pt x="22" y="15"/>
                    </a:cubicBezTo>
                    <a:cubicBezTo>
                      <a:pt x="27" y="14"/>
                      <a:pt x="33" y="14"/>
                      <a:pt x="37" y="11"/>
                    </a:cubicBezTo>
                    <a:cubicBezTo>
                      <a:pt x="43" y="7"/>
                      <a:pt x="47" y="1"/>
                      <a:pt x="53" y="0"/>
                    </a:cubicBezTo>
                    <a:cubicBezTo>
                      <a:pt x="53" y="0"/>
                      <a:pt x="53" y="1"/>
                      <a:pt x="53" y="1"/>
                    </a:cubicBezTo>
                    <a:cubicBezTo>
                      <a:pt x="47" y="3"/>
                      <a:pt x="42" y="10"/>
                      <a:pt x="37" y="14"/>
                    </a:cubicBezTo>
                    <a:cubicBezTo>
                      <a:pt x="30" y="19"/>
                      <a:pt x="21" y="20"/>
                      <a:pt x="1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3" name="Freeform 678">
                <a:extLst>
                  <a:ext uri="{FF2B5EF4-FFF2-40B4-BE49-F238E27FC236}">
                    <a16:creationId xmlns:a16="http://schemas.microsoft.com/office/drawing/2014/main" id="{250E64BF-EC3A-41FB-BC32-0EE4ED9DA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69"/>
                <a:ext cx="80" cy="152"/>
              </a:xfrm>
              <a:custGeom>
                <a:avLst/>
                <a:gdLst>
                  <a:gd name="T0" fmla="*/ 0 w 32"/>
                  <a:gd name="T1" fmla="*/ 56 h 57"/>
                  <a:gd name="T2" fmla="*/ 270 w 32"/>
                  <a:gd name="T3" fmla="*/ 512 h 57"/>
                  <a:gd name="T4" fmla="*/ 500 w 32"/>
                  <a:gd name="T5" fmla="*/ 1080 h 57"/>
                  <a:gd name="T6" fmla="*/ 345 w 32"/>
                  <a:gd name="T7" fmla="*/ 491 h 57"/>
                  <a:gd name="T8" fmla="*/ 208 w 32"/>
                  <a:gd name="T9" fmla="*/ 285 h 57"/>
                  <a:gd name="T10" fmla="*/ 0 w 32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7">
                    <a:moveTo>
                      <a:pt x="0" y="3"/>
                    </a:moveTo>
                    <a:cubicBezTo>
                      <a:pt x="5" y="10"/>
                      <a:pt x="14" y="18"/>
                      <a:pt x="17" y="27"/>
                    </a:cubicBezTo>
                    <a:cubicBezTo>
                      <a:pt x="21" y="34"/>
                      <a:pt x="21" y="55"/>
                      <a:pt x="32" y="57"/>
                    </a:cubicBezTo>
                    <a:cubicBezTo>
                      <a:pt x="26" y="47"/>
                      <a:pt x="27" y="36"/>
                      <a:pt x="22" y="26"/>
                    </a:cubicBezTo>
                    <a:cubicBezTo>
                      <a:pt x="20" y="22"/>
                      <a:pt x="16" y="19"/>
                      <a:pt x="13" y="15"/>
                    </a:cubicBezTo>
                    <a:cubicBezTo>
                      <a:pt x="10" y="10"/>
                      <a:pt x="3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4" name="Freeform 679">
                <a:extLst>
                  <a:ext uri="{FF2B5EF4-FFF2-40B4-BE49-F238E27FC236}">
                    <a16:creationId xmlns:a16="http://schemas.microsoft.com/office/drawing/2014/main" id="{4830B51F-B48C-4B73-B63D-17BE540F8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305"/>
                <a:ext cx="23" cy="136"/>
              </a:xfrm>
              <a:custGeom>
                <a:avLst/>
                <a:gdLst>
                  <a:gd name="T0" fmla="*/ 118 w 9"/>
                  <a:gd name="T1" fmla="*/ 0 h 51"/>
                  <a:gd name="T2" fmla="*/ 0 w 9"/>
                  <a:gd name="T3" fmla="*/ 968 h 51"/>
                  <a:gd name="T4" fmla="*/ 130 w 9"/>
                  <a:gd name="T5" fmla="*/ 512 h 51"/>
                  <a:gd name="T6" fmla="*/ 151 w 9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1">
                    <a:moveTo>
                      <a:pt x="7" y="0"/>
                    </a:moveTo>
                    <a:cubicBezTo>
                      <a:pt x="4" y="17"/>
                      <a:pt x="5" y="35"/>
                      <a:pt x="0" y="51"/>
                    </a:cubicBezTo>
                    <a:cubicBezTo>
                      <a:pt x="4" y="43"/>
                      <a:pt x="8" y="35"/>
                      <a:pt x="8" y="27"/>
                    </a:cubicBezTo>
                    <a:cubicBezTo>
                      <a:pt x="8" y="17"/>
                      <a:pt x="9" y="9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5" name="Freeform 680">
                <a:extLst>
                  <a:ext uri="{FF2B5EF4-FFF2-40B4-BE49-F238E27FC236}">
                    <a16:creationId xmlns:a16="http://schemas.microsoft.com/office/drawing/2014/main" id="{202EDB64-6B1E-47D5-9BBB-C5BEF20E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838"/>
                <a:ext cx="90" cy="77"/>
              </a:xfrm>
              <a:custGeom>
                <a:avLst/>
                <a:gdLst>
                  <a:gd name="T0" fmla="*/ 63 w 36"/>
                  <a:gd name="T1" fmla="*/ 0 h 29"/>
                  <a:gd name="T2" fmla="*/ 158 w 36"/>
                  <a:gd name="T3" fmla="*/ 430 h 29"/>
                  <a:gd name="T4" fmla="*/ 563 w 36"/>
                  <a:gd name="T5" fmla="*/ 520 h 29"/>
                  <a:gd name="T6" fmla="*/ 313 w 36"/>
                  <a:gd name="T7" fmla="*/ 35 h 29"/>
                  <a:gd name="T8" fmla="*/ 95 w 3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4" y="0"/>
                    </a:moveTo>
                    <a:cubicBezTo>
                      <a:pt x="12" y="5"/>
                      <a:pt x="0" y="16"/>
                      <a:pt x="10" y="23"/>
                    </a:cubicBezTo>
                    <a:cubicBezTo>
                      <a:pt x="17" y="29"/>
                      <a:pt x="29" y="24"/>
                      <a:pt x="36" y="28"/>
                    </a:cubicBezTo>
                    <a:cubicBezTo>
                      <a:pt x="23" y="24"/>
                      <a:pt x="10" y="16"/>
                      <a:pt x="20" y="2"/>
                    </a:cubicBezTo>
                    <a:cubicBezTo>
                      <a:pt x="15" y="0"/>
                      <a:pt x="7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6" name="Freeform 681">
                <a:extLst>
                  <a:ext uri="{FF2B5EF4-FFF2-40B4-BE49-F238E27FC236}">
                    <a16:creationId xmlns:a16="http://schemas.microsoft.com/office/drawing/2014/main" id="{ED7EEE9C-8214-4AF4-B170-5ABCCEB9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582"/>
                <a:ext cx="12" cy="51"/>
              </a:xfrm>
              <a:custGeom>
                <a:avLst/>
                <a:gdLst>
                  <a:gd name="T0" fmla="*/ 0 w 5"/>
                  <a:gd name="T1" fmla="*/ 0 h 19"/>
                  <a:gd name="T2" fmla="*/ 29 w 5"/>
                  <a:gd name="T3" fmla="*/ 368 h 19"/>
                  <a:gd name="T4" fmla="*/ 70 w 5"/>
                  <a:gd name="T5" fmla="*/ 217 h 19"/>
                  <a:gd name="T6" fmla="*/ 29 w 5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0" y="6"/>
                      <a:pt x="0" y="14"/>
                      <a:pt x="2" y="19"/>
                    </a:cubicBezTo>
                    <a:cubicBezTo>
                      <a:pt x="2" y="16"/>
                      <a:pt x="4" y="13"/>
                      <a:pt x="5" y="11"/>
                    </a:cubicBezTo>
                    <a:cubicBezTo>
                      <a:pt x="5" y="6"/>
                      <a:pt x="1" y="4"/>
                      <a:pt x="2" y="0"/>
                    </a:cubicBezTo>
                  </a:path>
                </a:pathLst>
              </a:custGeom>
              <a:solidFill>
                <a:srgbClr val="F4D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7" name="Freeform 682">
                <a:extLst>
                  <a:ext uri="{FF2B5EF4-FFF2-40B4-BE49-F238E27FC236}">
                    <a16:creationId xmlns:a16="http://schemas.microsoft.com/office/drawing/2014/main" id="{A3BA730E-914C-47DD-BB5D-A53106732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3033"/>
                <a:ext cx="10" cy="90"/>
              </a:xfrm>
              <a:custGeom>
                <a:avLst/>
                <a:gdLst>
                  <a:gd name="T0" fmla="*/ 0 w 4"/>
                  <a:gd name="T1" fmla="*/ 0 h 34"/>
                  <a:gd name="T2" fmla="*/ 63 w 4"/>
                  <a:gd name="T3" fmla="*/ 6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4">
                    <a:moveTo>
                      <a:pt x="0" y="0"/>
                    </a:moveTo>
                    <a:cubicBezTo>
                      <a:pt x="4" y="11"/>
                      <a:pt x="0" y="24"/>
                      <a:pt x="4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8" name="Freeform 683">
                <a:extLst>
                  <a:ext uri="{FF2B5EF4-FFF2-40B4-BE49-F238E27FC236}">
                    <a16:creationId xmlns:a16="http://schemas.microsoft.com/office/drawing/2014/main" id="{4752401E-2B39-41AA-A61F-0AF743FCE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009"/>
                <a:ext cx="5" cy="114"/>
              </a:xfrm>
              <a:custGeom>
                <a:avLst/>
                <a:gdLst>
                  <a:gd name="T0" fmla="*/ 0 w 2"/>
                  <a:gd name="T1" fmla="*/ 0 h 43"/>
                  <a:gd name="T2" fmla="*/ 33 w 2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3">
                    <a:moveTo>
                      <a:pt x="0" y="0"/>
                    </a:moveTo>
                    <a:cubicBezTo>
                      <a:pt x="0" y="14"/>
                      <a:pt x="2" y="29"/>
                      <a:pt x="2" y="4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9" name="Freeform 684">
                <a:extLst>
                  <a:ext uri="{FF2B5EF4-FFF2-40B4-BE49-F238E27FC236}">
                    <a16:creationId xmlns:a16="http://schemas.microsoft.com/office/drawing/2014/main" id="{3161E224-FEB0-4F86-8BB9-EBA9BC103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17"/>
                <a:ext cx="10" cy="96"/>
              </a:xfrm>
              <a:custGeom>
                <a:avLst/>
                <a:gdLst>
                  <a:gd name="T0" fmla="*/ 0 w 4"/>
                  <a:gd name="T1" fmla="*/ 0 h 36"/>
                  <a:gd name="T2" fmla="*/ 63 w 4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0" y="0"/>
                    </a:moveTo>
                    <a:cubicBezTo>
                      <a:pt x="2" y="12"/>
                      <a:pt x="1" y="24"/>
                      <a:pt x="4" y="3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0" name="Freeform 685">
                <a:extLst>
                  <a:ext uri="{FF2B5EF4-FFF2-40B4-BE49-F238E27FC236}">
                    <a16:creationId xmlns:a16="http://schemas.microsoft.com/office/drawing/2014/main" id="{5C01BBF4-C1B7-4642-97DB-4DD770CDD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998"/>
                <a:ext cx="17" cy="96"/>
              </a:xfrm>
              <a:custGeom>
                <a:avLst/>
                <a:gdLst>
                  <a:gd name="T0" fmla="*/ 29 w 7"/>
                  <a:gd name="T1" fmla="*/ 0 h 36"/>
                  <a:gd name="T2" fmla="*/ 100 w 7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6">
                    <a:moveTo>
                      <a:pt x="2" y="0"/>
                    </a:moveTo>
                    <a:cubicBezTo>
                      <a:pt x="4" y="9"/>
                      <a:pt x="0" y="31"/>
                      <a:pt x="7" y="3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1" name="Freeform 686">
                <a:extLst>
                  <a:ext uri="{FF2B5EF4-FFF2-40B4-BE49-F238E27FC236}">
                    <a16:creationId xmlns:a16="http://schemas.microsoft.com/office/drawing/2014/main" id="{60E230BE-964A-4CC2-9151-6009CAF3A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977"/>
                <a:ext cx="22" cy="104"/>
              </a:xfrm>
              <a:custGeom>
                <a:avLst/>
                <a:gdLst>
                  <a:gd name="T0" fmla="*/ 12 w 9"/>
                  <a:gd name="T1" fmla="*/ 0 h 39"/>
                  <a:gd name="T2" fmla="*/ 42 w 9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1" y="0"/>
                    </a:moveTo>
                    <a:cubicBezTo>
                      <a:pt x="0" y="13"/>
                      <a:pt x="9" y="26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2" name="Freeform 687">
                <a:extLst>
                  <a:ext uri="{FF2B5EF4-FFF2-40B4-BE49-F238E27FC236}">
                    <a16:creationId xmlns:a16="http://schemas.microsoft.com/office/drawing/2014/main" id="{0B3DCAC9-0AC4-4E31-ACD3-7EF1E9CE7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942"/>
                <a:ext cx="15" cy="123"/>
              </a:xfrm>
              <a:custGeom>
                <a:avLst/>
                <a:gdLst>
                  <a:gd name="T0" fmla="*/ 20 w 6"/>
                  <a:gd name="T1" fmla="*/ 0 h 46"/>
                  <a:gd name="T2" fmla="*/ 95 w 6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1" y="0"/>
                    </a:moveTo>
                    <a:cubicBezTo>
                      <a:pt x="4" y="15"/>
                      <a:pt x="0" y="32"/>
                      <a:pt x="6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3" name="Freeform 688">
                <a:extLst>
                  <a:ext uri="{FF2B5EF4-FFF2-40B4-BE49-F238E27FC236}">
                    <a16:creationId xmlns:a16="http://schemas.microsoft.com/office/drawing/2014/main" id="{12D3D704-DB15-4486-9C02-EB846FBB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915"/>
                <a:ext cx="15" cy="120"/>
              </a:xfrm>
              <a:custGeom>
                <a:avLst/>
                <a:gdLst>
                  <a:gd name="T0" fmla="*/ 0 w 6"/>
                  <a:gd name="T1" fmla="*/ 0 h 45"/>
                  <a:gd name="T2" fmla="*/ 83 w 6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5">
                    <a:moveTo>
                      <a:pt x="0" y="0"/>
                    </a:moveTo>
                    <a:cubicBezTo>
                      <a:pt x="5" y="12"/>
                      <a:pt x="6" y="31"/>
                      <a:pt x="5" y="4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4" name="Freeform 689">
                <a:extLst>
                  <a:ext uri="{FF2B5EF4-FFF2-40B4-BE49-F238E27FC236}">
                    <a16:creationId xmlns:a16="http://schemas.microsoft.com/office/drawing/2014/main" id="{29BD1B3C-1EAD-4232-AAAA-EDF59D8F1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886"/>
                <a:ext cx="10" cy="117"/>
              </a:xfrm>
              <a:custGeom>
                <a:avLst/>
                <a:gdLst>
                  <a:gd name="T0" fmla="*/ 0 w 4"/>
                  <a:gd name="T1" fmla="*/ 0 h 44"/>
                  <a:gd name="T2" fmla="*/ 50 w 4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4">
                    <a:moveTo>
                      <a:pt x="0" y="0"/>
                    </a:moveTo>
                    <a:cubicBezTo>
                      <a:pt x="0" y="14"/>
                      <a:pt x="4" y="29"/>
                      <a:pt x="3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5" name="Freeform 690">
                <a:extLst>
                  <a:ext uri="{FF2B5EF4-FFF2-40B4-BE49-F238E27FC236}">
                    <a16:creationId xmlns:a16="http://schemas.microsoft.com/office/drawing/2014/main" id="{EAF9CF56-F0E9-4B2D-8F4D-EFE96CC16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841"/>
                <a:ext cx="7" cy="144"/>
              </a:xfrm>
              <a:custGeom>
                <a:avLst/>
                <a:gdLst>
                  <a:gd name="T0" fmla="*/ 0 w 3"/>
                  <a:gd name="T1" fmla="*/ 0 h 54"/>
                  <a:gd name="T2" fmla="*/ 28 w 3"/>
                  <a:gd name="T3" fmla="*/ 760 h 54"/>
                  <a:gd name="T4" fmla="*/ 28 w 3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4">
                    <a:moveTo>
                      <a:pt x="0" y="0"/>
                    </a:moveTo>
                    <a:cubicBezTo>
                      <a:pt x="3" y="12"/>
                      <a:pt x="2" y="28"/>
                      <a:pt x="2" y="40"/>
                    </a:cubicBezTo>
                    <a:cubicBezTo>
                      <a:pt x="2" y="44"/>
                      <a:pt x="1" y="53"/>
                      <a:pt x="2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6" name="Freeform 691">
                <a:extLst>
                  <a:ext uri="{FF2B5EF4-FFF2-40B4-BE49-F238E27FC236}">
                    <a16:creationId xmlns:a16="http://schemas.microsoft.com/office/drawing/2014/main" id="{8AB1DF2A-06D8-449F-A135-4AFA5C696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803"/>
                <a:ext cx="8" cy="144"/>
              </a:xfrm>
              <a:custGeom>
                <a:avLst/>
                <a:gdLst>
                  <a:gd name="T0" fmla="*/ 21 w 3"/>
                  <a:gd name="T1" fmla="*/ 0 h 54"/>
                  <a:gd name="T2" fmla="*/ 56 w 3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4">
                    <a:moveTo>
                      <a:pt x="1" y="0"/>
                    </a:moveTo>
                    <a:cubicBezTo>
                      <a:pt x="0" y="10"/>
                      <a:pt x="3" y="46"/>
                      <a:pt x="3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7" name="Freeform 692">
                <a:extLst>
                  <a:ext uri="{FF2B5EF4-FFF2-40B4-BE49-F238E27FC236}">
                    <a16:creationId xmlns:a16="http://schemas.microsoft.com/office/drawing/2014/main" id="{E0B12980-1EA0-486B-8B7C-3AA1BB48C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779"/>
                <a:ext cx="5" cy="139"/>
              </a:xfrm>
              <a:custGeom>
                <a:avLst/>
                <a:gdLst>
                  <a:gd name="T0" fmla="*/ 20 w 2"/>
                  <a:gd name="T1" fmla="*/ 0 h 52"/>
                  <a:gd name="T2" fmla="*/ 33 w 2"/>
                  <a:gd name="T3" fmla="*/ 687 h 52"/>
                  <a:gd name="T4" fmla="*/ 33 w 2"/>
                  <a:gd name="T5" fmla="*/ 99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2">
                    <a:moveTo>
                      <a:pt x="1" y="0"/>
                    </a:moveTo>
                    <a:cubicBezTo>
                      <a:pt x="0" y="12"/>
                      <a:pt x="2" y="24"/>
                      <a:pt x="2" y="36"/>
                    </a:cubicBezTo>
                    <a:cubicBezTo>
                      <a:pt x="2" y="41"/>
                      <a:pt x="0" y="48"/>
                      <a:pt x="2" y="5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8" name="Freeform 693">
                <a:extLst>
                  <a:ext uri="{FF2B5EF4-FFF2-40B4-BE49-F238E27FC236}">
                    <a16:creationId xmlns:a16="http://schemas.microsoft.com/office/drawing/2014/main" id="{DAEE97B7-69F0-47A9-8AC5-DE548529D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742"/>
                <a:ext cx="7" cy="141"/>
              </a:xfrm>
              <a:custGeom>
                <a:avLst/>
                <a:gdLst>
                  <a:gd name="T0" fmla="*/ 0 w 3"/>
                  <a:gd name="T1" fmla="*/ 0 h 53"/>
                  <a:gd name="T2" fmla="*/ 37 w 3"/>
                  <a:gd name="T3" fmla="*/ 623 h 53"/>
                  <a:gd name="T4" fmla="*/ 28 w 3"/>
                  <a:gd name="T5" fmla="*/ 99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3">
                    <a:moveTo>
                      <a:pt x="0" y="0"/>
                    </a:moveTo>
                    <a:cubicBezTo>
                      <a:pt x="3" y="10"/>
                      <a:pt x="2" y="23"/>
                      <a:pt x="3" y="33"/>
                    </a:cubicBezTo>
                    <a:cubicBezTo>
                      <a:pt x="3" y="40"/>
                      <a:pt x="2" y="46"/>
                      <a:pt x="2" y="5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9" name="Freeform 694">
                <a:extLst>
                  <a:ext uri="{FF2B5EF4-FFF2-40B4-BE49-F238E27FC236}">
                    <a16:creationId xmlns:a16="http://schemas.microsoft.com/office/drawing/2014/main" id="{DFB0E310-C86A-4164-AFA4-6EC8816E3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697"/>
                <a:ext cx="10" cy="136"/>
              </a:xfrm>
              <a:custGeom>
                <a:avLst/>
                <a:gdLst>
                  <a:gd name="T0" fmla="*/ 0 w 4"/>
                  <a:gd name="T1" fmla="*/ 0 h 51"/>
                  <a:gd name="T2" fmla="*/ 50 w 4"/>
                  <a:gd name="T3" fmla="*/ 363 h 51"/>
                  <a:gd name="T4" fmla="*/ 63 w 4"/>
                  <a:gd name="T5" fmla="*/ 797 h 51"/>
                  <a:gd name="T6" fmla="*/ 63 w 4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1">
                    <a:moveTo>
                      <a:pt x="0" y="0"/>
                    </a:moveTo>
                    <a:cubicBezTo>
                      <a:pt x="3" y="5"/>
                      <a:pt x="2" y="13"/>
                      <a:pt x="3" y="19"/>
                    </a:cubicBezTo>
                    <a:cubicBezTo>
                      <a:pt x="3" y="27"/>
                      <a:pt x="4" y="34"/>
                      <a:pt x="4" y="42"/>
                    </a:cubicBezTo>
                    <a:cubicBezTo>
                      <a:pt x="4" y="45"/>
                      <a:pt x="4" y="48"/>
                      <a:pt x="4" y="5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0" name="Freeform 695">
                <a:extLst>
                  <a:ext uri="{FF2B5EF4-FFF2-40B4-BE49-F238E27FC236}">
                    <a16:creationId xmlns:a16="http://schemas.microsoft.com/office/drawing/2014/main" id="{867B643D-E5F7-40CF-BA86-3118918BB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654"/>
                <a:ext cx="7" cy="141"/>
              </a:xfrm>
              <a:custGeom>
                <a:avLst/>
                <a:gdLst>
                  <a:gd name="T0" fmla="*/ 0 w 3"/>
                  <a:gd name="T1" fmla="*/ 0 h 53"/>
                  <a:gd name="T2" fmla="*/ 37 w 3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3">
                    <a:moveTo>
                      <a:pt x="0" y="0"/>
                    </a:moveTo>
                    <a:cubicBezTo>
                      <a:pt x="2" y="14"/>
                      <a:pt x="3" y="39"/>
                      <a:pt x="3" y="5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1" name="Freeform 696">
                <a:extLst>
                  <a:ext uri="{FF2B5EF4-FFF2-40B4-BE49-F238E27FC236}">
                    <a16:creationId xmlns:a16="http://schemas.microsoft.com/office/drawing/2014/main" id="{E89C5D12-0A03-4F97-B5B9-C36499CE9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617"/>
                <a:ext cx="15" cy="130"/>
              </a:xfrm>
              <a:custGeom>
                <a:avLst/>
                <a:gdLst>
                  <a:gd name="T0" fmla="*/ 0 w 6"/>
                  <a:gd name="T1" fmla="*/ 0 h 49"/>
                  <a:gd name="T2" fmla="*/ 63 w 6"/>
                  <a:gd name="T3" fmla="*/ 915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9">
                    <a:moveTo>
                      <a:pt x="0" y="0"/>
                    </a:moveTo>
                    <a:cubicBezTo>
                      <a:pt x="5" y="12"/>
                      <a:pt x="6" y="34"/>
                      <a:pt x="4" y="4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2" name="Freeform 697">
                <a:extLst>
                  <a:ext uri="{FF2B5EF4-FFF2-40B4-BE49-F238E27FC236}">
                    <a16:creationId xmlns:a16="http://schemas.microsoft.com/office/drawing/2014/main" id="{2780C033-042B-4753-B941-A650D4D9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574"/>
                <a:ext cx="13" cy="123"/>
              </a:xfrm>
              <a:custGeom>
                <a:avLst/>
                <a:gdLst>
                  <a:gd name="T0" fmla="*/ 0 w 5"/>
                  <a:gd name="T1" fmla="*/ 0 h 46"/>
                  <a:gd name="T2" fmla="*/ 34 w 5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6">
                    <a:moveTo>
                      <a:pt x="0" y="0"/>
                    </a:moveTo>
                    <a:cubicBezTo>
                      <a:pt x="3" y="9"/>
                      <a:pt x="5" y="36"/>
                      <a:pt x="2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3" name="Freeform 698">
                <a:extLst>
                  <a:ext uri="{FF2B5EF4-FFF2-40B4-BE49-F238E27FC236}">
                    <a16:creationId xmlns:a16="http://schemas.microsoft.com/office/drawing/2014/main" id="{6A8B38C4-A313-477F-B13C-AA4EC94A4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819"/>
                <a:ext cx="5" cy="110"/>
              </a:xfrm>
              <a:custGeom>
                <a:avLst/>
                <a:gdLst>
                  <a:gd name="T0" fmla="*/ 20 w 2"/>
                  <a:gd name="T1" fmla="*/ 0 h 41"/>
                  <a:gd name="T2" fmla="*/ 0 w 2"/>
                  <a:gd name="T3" fmla="*/ 402 h 41"/>
                  <a:gd name="T4" fmla="*/ 33 w 2"/>
                  <a:gd name="T5" fmla="*/ 79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1">
                    <a:moveTo>
                      <a:pt x="1" y="0"/>
                    </a:moveTo>
                    <a:cubicBezTo>
                      <a:pt x="1" y="7"/>
                      <a:pt x="0" y="14"/>
                      <a:pt x="0" y="21"/>
                    </a:cubicBezTo>
                    <a:cubicBezTo>
                      <a:pt x="1" y="25"/>
                      <a:pt x="2" y="36"/>
                      <a:pt x="2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4" name="Freeform 699">
                <a:extLst>
                  <a:ext uri="{FF2B5EF4-FFF2-40B4-BE49-F238E27FC236}">
                    <a16:creationId xmlns:a16="http://schemas.microsoft.com/office/drawing/2014/main" id="{B2B0E85D-9F69-4F6D-8D05-26D8CD29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851"/>
                <a:ext cx="10" cy="120"/>
              </a:xfrm>
              <a:custGeom>
                <a:avLst/>
                <a:gdLst>
                  <a:gd name="T0" fmla="*/ 33 w 4"/>
                  <a:gd name="T1" fmla="*/ 0 h 45"/>
                  <a:gd name="T2" fmla="*/ 63 w 4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5">
                    <a:moveTo>
                      <a:pt x="2" y="0"/>
                    </a:moveTo>
                    <a:cubicBezTo>
                      <a:pt x="2" y="13"/>
                      <a:pt x="0" y="33"/>
                      <a:pt x="4" y="4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5" name="Freeform 700">
                <a:extLst>
                  <a:ext uri="{FF2B5EF4-FFF2-40B4-BE49-F238E27FC236}">
                    <a16:creationId xmlns:a16="http://schemas.microsoft.com/office/drawing/2014/main" id="{118DBA5E-5792-49D3-8EE1-793163BB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881"/>
                <a:ext cx="20" cy="106"/>
              </a:xfrm>
              <a:custGeom>
                <a:avLst/>
                <a:gdLst>
                  <a:gd name="T0" fmla="*/ 63 w 8"/>
                  <a:gd name="T1" fmla="*/ 0 h 40"/>
                  <a:gd name="T2" fmla="*/ 95 w 8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0">
                    <a:moveTo>
                      <a:pt x="4" y="0"/>
                    </a:moveTo>
                    <a:cubicBezTo>
                      <a:pt x="8" y="12"/>
                      <a:pt x="0" y="29"/>
                      <a:pt x="6" y="4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6" name="Freeform 701">
                <a:extLst>
                  <a:ext uri="{FF2B5EF4-FFF2-40B4-BE49-F238E27FC236}">
                    <a16:creationId xmlns:a16="http://schemas.microsoft.com/office/drawing/2014/main" id="{759941F5-1B40-463B-8EC0-DE9E4174A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913"/>
                <a:ext cx="7" cy="117"/>
              </a:xfrm>
              <a:custGeom>
                <a:avLst/>
                <a:gdLst>
                  <a:gd name="T0" fmla="*/ 37 w 3"/>
                  <a:gd name="T1" fmla="*/ 0 h 44"/>
                  <a:gd name="T2" fmla="*/ 37 w 3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4">
                    <a:moveTo>
                      <a:pt x="3" y="0"/>
                    </a:moveTo>
                    <a:cubicBezTo>
                      <a:pt x="1" y="11"/>
                      <a:pt x="0" y="33"/>
                      <a:pt x="3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7" name="Freeform 702">
                <a:extLst>
                  <a:ext uri="{FF2B5EF4-FFF2-40B4-BE49-F238E27FC236}">
                    <a16:creationId xmlns:a16="http://schemas.microsoft.com/office/drawing/2014/main" id="{B2FA3634-103E-4F1B-8672-DEB735677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937"/>
                <a:ext cx="20" cy="120"/>
              </a:xfrm>
              <a:custGeom>
                <a:avLst/>
                <a:gdLst>
                  <a:gd name="T0" fmla="*/ 83 w 8"/>
                  <a:gd name="T1" fmla="*/ 0 h 45"/>
                  <a:gd name="T2" fmla="*/ 125 w 8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5">
                    <a:moveTo>
                      <a:pt x="5" y="0"/>
                    </a:moveTo>
                    <a:cubicBezTo>
                      <a:pt x="5" y="12"/>
                      <a:pt x="0" y="34"/>
                      <a:pt x="8" y="4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8" name="Freeform 703">
                <a:extLst>
                  <a:ext uri="{FF2B5EF4-FFF2-40B4-BE49-F238E27FC236}">
                    <a16:creationId xmlns:a16="http://schemas.microsoft.com/office/drawing/2014/main" id="{386B0517-DB3A-4C40-BF2C-C8870C99E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955"/>
                <a:ext cx="12" cy="118"/>
              </a:xfrm>
              <a:custGeom>
                <a:avLst/>
                <a:gdLst>
                  <a:gd name="T0" fmla="*/ 29 w 5"/>
                  <a:gd name="T1" fmla="*/ 0 h 44"/>
                  <a:gd name="T2" fmla="*/ 70 w 5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4">
                    <a:moveTo>
                      <a:pt x="2" y="0"/>
                    </a:moveTo>
                    <a:cubicBezTo>
                      <a:pt x="1" y="12"/>
                      <a:pt x="0" y="35"/>
                      <a:pt x="5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9" name="Freeform 704">
                <a:extLst>
                  <a:ext uri="{FF2B5EF4-FFF2-40B4-BE49-F238E27FC236}">
                    <a16:creationId xmlns:a16="http://schemas.microsoft.com/office/drawing/2014/main" id="{E8710305-1405-49D6-B7EC-5C0FA77B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982"/>
                <a:ext cx="7" cy="112"/>
              </a:xfrm>
              <a:custGeom>
                <a:avLst/>
                <a:gdLst>
                  <a:gd name="T0" fmla="*/ 28 w 3"/>
                  <a:gd name="T1" fmla="*/ 0 h 42"/>
                  <a:gd name="T2" fmla="*/ 12 w 3"/>
                  <a:gd name="T3" fmla="*/ 533 h 42"/>
                  <a:gd name="T4" fmla="*/ 37 w 3"/>
                  <a:gd name="T5" fmla="*/ 79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2">
                    <a:moveTo>
                      <a:pt x="2" y="0"/>
                    </a:moveTo>
                    <a:cubicBezTo>
                      <a:pt x="2" y="9"/>
                      <a:pt x="1" y="18"/>
                      <a:pt x="1" y="28"/>
                    </a:cubicBezTo>
                    <a:cubicBezTo>
                      <a:pt x="1" y="32"/>
                      <a:pt x="0" y="38"/>
                      <a:pt x="3" y="4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0" name="Freeform 705">
                <a:extLst>
                  <a:ext uri="{FF2B5EF4-FFF2-40B4-BE49-F238E27FC236}">
                    <a16:creationId xmlns:a16="http://schemas.microsoft.com/office/drawing/2014/main" id="{DFFF4FDB-D6CC-42DF-9B69-53B99FB95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987"/>
                <a:ext cx="7" cy="120"/>
              </a:xfrm>
              <a:custGeom>
                <a:avLst/>
                <a:gdLst>
                  <a:gd name="T0" fmla="*/ 28 w 3"/>
                  <a:gd name="T1" fmla="*/ 0 h 45"/>
                  <a:gd name="T2" fmla="*/ 37 w 3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2" y="0"/>
                    </a:moveTo>
                    <a:cubicBezTo>
                      <a:pt x="3" y="15"/>
                      <a:pt x="0" y="32"/>
                      <a:pt x="3" y="4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1" name="Freeform 706">
                <a:extLst>
                  <a:ext uri="{FF2B5EF4-FFF2-40B4-BE49-F238E27FC236}">
                    <a16:creationId xmlns:a16="http://schemas.microsoft.com/office/drawing/2014/main" id="{01D79AD9-467E-46F5-B714-6E40C2A9F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006"/>
                <a:ext cx="12" cy="117"/>
              </a:xfrm>
              <a:custGeom>
                <a:avLst/>
                <a:gdLst>
                  <a:gd name="T0" fmla="*/ 58 w 5"/>
                  <a:gd name="T1" fmla="*/ 0 h 44"/>
                  <a:gd name="T2" fmla="*/ 70 w 5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4">
                    <a:moveTo>
                      <a:pt x="4" y="0"/>
                    </a:moveTo>
                    <a:cubicBezTo>
                      <a:pt x="4" y="14"/>
                      <a:pt x="0" y="30"/>
                      <a:pt x="5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2" name="Freeform 707">
                <a:extLst>
                  <a:ext uri="{FF2B5EF4-FFF2-40B4-BE49-F238E27FC236}">
                    <a16:creationId xmlns:a16="http://schemas.microsoft.com/office/drawing/2014/main" id="{9BC2DA1C-68F8-4C7B-8F1E-09D97DF45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019"/>
                <a:ext cx="12" cy="107"/>
              </a:xfrm>
              <a:custGeom>
                <a:avLst/>
                <a:gdLst>
                  <a:gd name="T0" fmla="*/ 29 w 5"/>
                  <a:gd name="T1" fmla="*/ 0 h 40"/>
                  <a:gd name="T2" fmla="*/ 41 w 5"/>
                  <a:gd name="T3" fmla="*/ 516 h 40"/>
                  <a:gd name="T4" fmla="*/ 70 w 5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0">
                    <a:moveTo>
                      <a:pt x="2" y="0"/>
                    </a:moveTo>
                    <a:cubicBezTo>
                      <a:pt x="0" y="9"/>
                      <a:pt x="2" y="19"/>
                      <a:pt x="3" y="27"/>
                    </a:cubicBezTo>
                    <a:cubicBezTo>
                      <a:pt x="3" y="31"/>
                      <a:pt x="2" y="37"/>
                      <a:pt x="5" y="4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3" name="Freeform 708">
                <a:extLst>
                  <a:ext uri="{FF2B5EF4-FFF2-40B4-BE49-F238E27FC236}">
                    <a16:creationId xmlns:a16="http://schemas.microsoft.com/office/drawing/2014/main" id="{988E98F8-BA32-42E0-900D-C900B571C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027"/>
                <a:ext cx="7" cy="107"/>
              </a:xfrm>
              <a:custGeom>
                <a:avLst/>
                <a:gdLst>
                  <a:gd name="T0" fmla="*/ 28 w 3"/>
                  <a:gd name="T1" fmla="*/ 0 h 40"/>
                  <a:gd name="T2" fmla="*/ 0 w 3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0">
                    <a:moveTo>
                      <a:pt x="2" y="0"/>
                    </a:moveTo>
                    <a:cubicBezTo>
                      <a:pt x="2" y="6"/>
                      <a:pt x="3" y="39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4" name="Freeform 709">
                <a:extLst>
                  <a:ext uri="{FF2B5EF4-FFF2-40B4-BE49-F238E27FC236}">
                    <a16:creationId xmlns:a16="http://schemas.microsoft.com/office/drawing/2014/main" id="{C28F277E-2EE8-4D1B-B309-C5144247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785"/>
                <a:ext cx="5" cy="90"/>
              </a:xfrm>
              <a:custGeom>
                <a:avLst/>
                <a:gdLst>
                  <a:gd name="T0" fmla="*/ 33 w 2"/>
                  <a:gd name="T1" fmla="*/ 0 h 34"/>
                  <a:gd name="T2" fmla="*/ 0 w 2"/>
                  <a:gd name="T3" fmla="*/ 6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4">
                    <a:moveTo>
                      <a:pt x="2" y="0"/>
                    </a:moveTo>
                    <a:cubicBezTo>
                      <a:pt x="2" y="9"/>
                      <a:pt x="0" y="25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5" name="Freeform 710">
                <a:extLst>
                  <a:ext uri="{FF2B5EF4-FFF2-40B4-BE49-F238E27FC236}">
                    <a16:creationId xmlns:a16="http://schemas.microsoft.com/office/drawing/2014/main" id="{5874F4ED-07AC-4D50-B9FF-D0C68CB15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747"/>
                <a:ext cx="12" cy="72"/>
              </a:xfrm>
              <a:custGeom>
                <a:avLst/>
                <a:gdLst>
                  <a:gd name="T0" fmla="*/ 70 w 5"/>
                  <a:gd name="T1" fmla="*/ 0 h 27"/>
                  <a:gd name="T2" fmla="*/ 29 w 5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5" y="0"/>
                    </a:moveTo>
                    <a:cubicBezTo>
                      <a:pt x="3" y="8"/>
                      <a:pt x="0" y="18"/>
                      <a:pt x="2" y="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6" name="Freeform 711">
                <a:extLst>
                  <a:ext uri="{FF2B5EF4-FFF2-40B4-BE49-F238E27FC236}">
                    <a16:creationId xmlns:a16="http://schemas.microsoft.com/office/drawing/2014/main" id="{8A4A1CBC-786C-4F75-A5C3-B26D9D196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691"/>
                <a:ext cx="8" cy="86"/>
              </a:xfrm>
              <a:custGeom>
                <a:avLst/>
                <a:gdLst>
                  <a:gd name="T0" fmla="*/ 56 w 3"/>
                  <a:gd name="T1" fmla="*/ 0 h 32"/>
                  <a:gd name="T2" fmla="*/ 35 w 3"/>
                  <a:gd name="T3" fmla="*/ 6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2">
                    <a:moveTo>
                      <a:pt x="3" y="0"/>
                    </a:moveTo>
                    <a:cubicBezTo>
                      <a:pt x="0" y="8"/>
                      <a:pt x="2" y="23"/>
                      <a:pt x="2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7" name="Freeform 712">
                <a:extLst>
                  <a:ext uri="{FF2B5EF4-FFF2-40B4-BE49-F238E27FC236}">
                    <a16:creationId xmlns:a16="http://schemas.microsoft.com/office/drawing/2014/main" id="{0A6D9316-B95C-4C18-B457-0316A0D13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625"/>
                <a:ext cx="12" cy="69"/>
              </a:xfrm>
              <a:custGeom>
                <a:avLst/>
                <a:gdLst>
                  <a:gd name="T0" fmla="*/ 70 w 5"/>
                  <a:gd name="T1" fmla="*/ 0 h 26"/>
                  <a:gd name="T2" fmla="*/ 41 w 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5" y="0"/>
                    </a:moveTo>
                    <a:cubicBezTo>
                      <a:pt x="4" y="7"/>
                      <a:pt x="0" y="20"/>
                      <a:pt x="3" y="2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8" name="Freeform 713">
                <a:extLst>
                  <a:ext uri="{FF2B5EF4-FFF2-40B4-BE49-F238E27FC236}">
                    <a16:creationId xmlns:a16="http://schemas.microsoft.com/office/drawing/2014/main" id="{09373B91-19D4-4C70-A416-C97477C8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491"/>
                <a:ext cx="3" cy="128"/>
              </a:xfrm>
              <a:custGeom>
                <a:avLst/>
                <a:gdLst>
                  <a:gd name="T0" fmla="*/ 0 w 1"/>
                  <a:gd name="T1" fmla="*/ 0 h 48"/>
                  <a:gd name="T2" fmla="*/ 27 w 1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8">
                    <a:moveTo>
                      <a:pt x="0" y="0"/>
                    </a:moveTo>
                    <a:cubicBezTo>
                      <a:pt x="1" y="10"/>
                      <a:pt x="1" y="40"/>
                      <a:pt x="1" y="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9" name="Freeform 714">
                <a:extLst>
                  <a:ext uri="{FF2B5EF4-FFF2-40B4-BE49-F238E27FC236}">
                    <a16:creationId xmlns:a16="http://schemas.microsoft.com/office/drawing/2014/main" id="{82A7D65D-DE5B-4721-BBEF-A5C2D4C76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659"/>
                <a:ext cx="1548" cy="1352"/>
              </a:xfrm>
              <a:custGeom>
                <a:avLst/>
                <a:gdLst>
                  <a:gd name="T0" fmla="*/ 9225 w 619"/>
                  <a:gd name="T1" fmla="*/ 6507 h 507"/>
                  <a:gd name="T2" fmla="*/ 9443 w 619"/>
                  <a:gd name="T3" fmla="*/ 5768 h 507"/>
                  <a:gd name="T4" fmla="*/ 9526 w 619"/>
                  <a:gd name="T5" fmla="*/ 5405 h 507"/>
                  <a:gd name="T6" fmla="*/ 9601 w 619"/>
                  <a:gd name="T7" fmla="*/ 4915 h 507"/>
                  <a:gd name="T8" fmla="*/ 9631 w 619"/>
                  <a:gd name="T9" fmla="*/ 4472 h 507"/>
                  <a:gd name="T10" fmla="*/ 9506 w 619"/>
                  <a:gd name="T11" fmla="*/ 3869 h 507"/>
                  <a:gd name="T12" fmla="*/ 9381 w 619"/>
                  <a:gd name="T13" fmla="*/ 3469 h 507"/>
                  <a:gd name="T14" fmla="*/ 9255 w 619"/>
                  <a:gd name="T15" fmla="*/ 2995 h 507"/>
                  <a:gd name="T16" fmla="*/ 8900 w 619"/>
                  <a:gd name="T17" fmla="*/ 2184 h 507"/>
                  <a:gd name="T18" fmla="*/ 8713 w 619"/>
                  <a:gd name="T19" fmla="*/ 1899 h 507"/>
                  <a:gd name="T20" fmla="*/ 8505 w 619"/>
                  <a:gd name="T21" fmla="*/ 1728 h 507"/>
                  <a:gd name="T22" fmla="*/ 8255 w 619"/>
                  <a:gd name="T23" fmla="*/ 1501 h 507"/>
                  <a:gd name="T24" fmla="*/ 8005 w 619"/>
                  <a:gd name="T25" fmla="*/ 1288 h 507"/>
                  <a:gd name="T26" fmla="*/ 7755 w 619"/>
                  <a:gd name="T27" fmla="*/ 1059 h 507"/>
                  <a:gd name="T28" fmla="*/ 7285 w 619"/>
                  <a:gd name="T29" fmla="*/ 739 h 507"/>
                  <a:gd name="T30" fmla="*/ 6992 w 619"/>
                  <a:gd name="T31" fmla="*/ 533 h 507"/>
                  <a:gd name="T32" fmla="*/ 6692 w 619"/>
                  <a:gd name="T33" fmla="*/ 376 h 507"/>
                  <a:gd name="T34" fmla="*/ 6347 w 619"/>
                  <a:gd name="T35" fmla="*/ 285 h 507"/>
                  <a:gd name="T36" fmla="*/ 5942 w 619"/>
                  <a:gd name="T37" fmla="*/ 149 h 507"/>
                  <a:gd name="T38" fmla="*/ 5597 w 619"/>
                  <a:gd name="T39" fmla="*/ 93 h 507"/>
                  <a:gd name="T40" fmla="*/ 5084 w 619"/>
                  <a:gd name="T41" fmla="*/ 35 h 507"/>
                  <a:gd name="T42" fmla="*/ 4316 w 619"/>
                  <a:gd name="T43" fmla="*/ 21 h 507"/>
                  <a:gd name="T44" fmla="*/ 3834 w 619"/>
                  <a:gd name="T45" fmla="*/ 93 h 507"/>
                  <a:gd name="T46" fmla="*/ 3364 w 619"/>
                  <a:gd name="T47" fmla="*/ 205 h 507"/>
                  <a:gd name="T48" fmla="*/ 3001 w 619"/>
                  <a:gd name="T49" fmla="*/ 341 h 507"/>
                  <a:gd name="T50" fmla="*/ 2658 w 619"/>
                  <a:gd name="T51" fmla="*/ 477 h 507"/>
                  <a:gd name="T52" fmla="*/ 2158 w 619"/>
                  <a:gd name="T53" fmla="*/ 797 h 507"/>
                  <a:gd name="T54" fmla="*/ 1876 w 619"/>
                  <a:gd name="T55" fmla="*/ 909 h 507"/>
                  <a:gd name="T56" fmla="*/ 1721 w 619"/>
                  <a:gd name="T57" fmla="*/ 1059 h 507"/>
                  <a:gd name="T58" fmla="*/ 1395 w 619"/>
                  <a:gd name="T59" fmla="*/ 1331 h 507"/>
                  <a:gd name="T60" fmla="*/ 1020 w 619"/>
                  <a:gd name="T61" fmla="*/ 1672 h 507"/>
                  <a:gd name="T62" fmla="*/ 750 w 619"/>
                  <a:gd name="T63" fmla="*/ 2013 h 507"/>
                  <a:gd name="T64" fmla="*/ 520 w 619"/>
                  <a:gd name="T65" fmla="*/ 2445 h 507"/>
                  <a:gd name="T66" fmla="*/ 250 w 619"/>
                  <a:gd name="T67" fmla="*/ 3107 h 507"/>
                  <a:gd name="T68" fmla="*/ 20 w 619"/>
                  <a:gd name="T69" fmla="*/ 4040 h 507"/>
                  <a:gd name="T70" fmla="*/ 20 w 619"/>
                  <a:gd name="T71" fmla="*/ 4872 h 507"/>
                  <a:gd name="T72" fmla="*/ 238 w 619"/>
                  <a:gd name="T73" fmla="*/ 6371 h 507"/>
                  <a:gd name="T74" fmla="*/ 595 w 619"/>
                  <a:gd name="T75" fmla="*/ 7317 h 507"/>
                  <a:gd name="T76" fmla="*/ 1283 w 619"/>
                  <a:gd name="T77" fmla="*/ 8157 h 507"/>
                  <a:gd name="T78" fmla="*/ 2533 w 619"/>
                  <a:gd name="T79" fmla="*/ 9139 h 507"/>
                  <a:gd name="T80" fmla="*/ 4254 w 619"/>
                  <a:gd name="T81" fmla="*/ 9613 h 507"/>
                  <a:gd name="T82" fmla="*/ 5034 w 619"/>
                  <a:gd name="T83" fmla="*/ 9557 h 507"/>
                  <a:gd name="T84" fmla="*/ 5972 w 619"/>
                  <a:gd name="T85" fmla="*/ 9272 h 507"/>
                  <a:gd name="T86" fmla="*/ 6442 w 619"/>
                  <a:gd name="T87" fmla="*/ 9123 h 507"/>
                  <a:gd name="T88" fmla="*/ 7130 w 619"/>
                  <a:gd name="T89" fmla="*/ 8669 h 507"/>
                  <a:gd name="T90" fmla="*/ 7597 w 619"/>
                  <a:gd name="T91" fmla="*/ 8363 h 507"/>
                  <a:gd name="T92" fmla="*/ 7943 w 619"/>
                  <a:gd name="T93" fmla="*/ 8043 h 507"/>
                  <a:gd name="T94" fmla="*/ 8350 w 619"/>
                  <a:gd name="T95" fmla="*/ 7715 h 507"/>
                  <a:gd name="T96" fmla="*/ 8693 w 619"/>
                  <a:gd name="T97" fmla="*/ 7261 h 507"/>
                  <a:gd name="T98" fmla="*/ 9038 w 619"/>
                  <a:gd name="T99" fmla="*/ 6805 h 50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19" h="507">
                    <a:moveTo>
                      <a:pt x="578" y="359"/>
                    </a:moveTo>
                    <a:cubicBezTo>
                      <a:pt x="579" y="352"/>
                      <a:pt x="586" y="349"/>
                      <a:pt x="590" y="343"/>
                    </a:cubicBezTo>
                    <a:cubicBezTo>
                      <a:pt x="593" y="337"/>
                      <a:pt x="593" y="330"/>
                      <a:pt x="597" y="325"/>
                    </a:cubicBezTo>
                    <a:cubicBezTo>
                      <a:pt x="602" y="317"/>
                      <a:pt x="601" y="312"/>
                      <a:pt x="604" y="304"/>
                    </a:cubicBezTo>
                    <a:cubicBezTo>
                      <a:pt x="604" y="301"/>
                      <a:pt x="607" y="298"/>
                      <a:pt x="608" y="296"/>
                    </a:cubicBezTo>
                    <a:cubicBezTo>
                      <a:pt x="609" y="292"/>
                      <a:pt x="607" y="289"/>
                      <a:pt x="609" y="285"/>
                    </a:cubicBezTo>
                    <a:cubicBezTo>
                      <a:pt x="614" y="283"/>
                      <a:pt x="613" y="275"/>
                      <a:pt x="614" y="270"/>
                    </a:cubicBezTo>
                    <a:cubicBezTo>
                      <a:pt x="614" y="267"/>
                      <a:pt x="613" y="263"/>
                      <a:pt x="614" y="259"/>
                    </a:cubicBezTo>
                    <a:cubicBezTo>
                      <a:pt x="614" y="255"/>
                      <a:pt x="617" y="253"/>
                      <a:pt x="618" y="249"/>
                    </a:cubicBezTo>
                    <a:cubicBezTo>
                      <a:pt x="619" y="244"/>
                      <a:pt x="616" y="240"/>
                      <a:pt x="616" y="236"/>
                    </a:cubicBezTo>
                    <a:cubicBezTo>
                      <a:pt x="616" y="232"/>
                      <a:pt x="617" y="228"/>
                      <a:pt x="617" y="224"/>
                    </a:cubicBezTo>
                    <a:cubicBezTo>
                      <a:pt x="617" y="215"/>
                      <a:pt x="611" y="211"/>
                      <a:pt x="608" y="204"/>
                    </a:cubicBezTo>
                    <a:cubicBezTo>
                      <a:pt x="607" y="200"/>
                      <a:pt x="607" y="197"/>
                      <a:pt x="605" y="193"/>
                    </a:cubicBezTo>
                    <a:cubicBezTo>
                      <a:pt x="603" y="190"/>
                      <a:pt x="601" y="187"/>
                      <a:pt x="600" y="183"/>
                    </a:cubicBezTo>
                    <a:cubicBezTo>
                      <a:pt x="599" y="179"/>
                      <a:pt x="599" y="175"/>
                      <a:pt x="598" y="171"/>
                    </a:cubicBezTo>
                    <a:cubicBezTo>
                      <a:pt x="597" y="166"/>
                      <a:pt x="594" y="162"/>
                      <a:pt x="592" y="158"/>
                    </a:cubicBezTo>
                    <a:cubicBezTo>
                      <a:pt x="587" y="151"/>
                      <a:pt x="587" y="143"/>
                      <a:pt x="581" y="136"/>
                    </a:cubicBezTo>
                    <a:cubicBezTo>
                      <a:pt x="575" y="129"/>
                      <a:pt x="575" y="122"/>
                      <a:pt x="569" y="115"/>
                    </a:cubicBezTo>
                    <a:cubicBezTo>
                      <a:pt x="566" y="112"/>
                      <a:pt x="563" y="110"/>
                      <a:pt x="560" y="107"/>
                    </a:cubicBezTo>
                    <a:cubicBezTo>
                      <a:pt x="558" y="105"/>
                      <a:pt x="559" y="102"/>
                      <a:pt x="557" y="100"/>
                    </a:cubicBezTo>
                    <a:cubicBezTo>
                      <a:pt x="554" y="97"/>
                      <a:pt x="550" y="96"/>
                      <a:pt x="547" y="94"/>
                    </a:cubicBezTo>
                    <a:cubicBezTo>
                      <a:pt x="544" y="91"/>
                      <a:pt x="544" y="91"/>
                      <a:pt x="544" y="91"/>
                    </a:cubicBezTo>
                    <a:cubicBezTo>
                      <a:pt x="542" y="89"/>
                      <a:pt x="541" y="87"/>
                      <a:pt x="539" y="85"/>
                    </a:cubicBezTo>
                    <a:cubicBezTo>
                      <a:pt x="536" y="82"/>
                      <a:pt x="531" y="81"/>
                      <a:pt x="528" y="79"/>
                    </a:cubicBezTo>
                    <a:cubicBezTo>
                      <a:pt x="525" y="77"/>
                      <a:pt x="525" y="74"/>
                      <a:pt x="522" y="71"/>
                    </a:cubicBezTo>
                    <a:cubicBezTo>
                      <a:pt x="519" y="69"/>
                      <a:pt x="514" y="70"/>
                      <a:pt x="512" y="68"/>
                    </a:cubicBezTo>
                    <a:cubicBezTo>
                      <a:pt x="509" y="66"/>
                      <a:pt x="509" y="62"/>
                      <a:pt x="506" y="60"/>
                    </a:cubicBezTo>
                    <a:cubicBezTo>
                      <a:pt x="502" y="57"/>
                      <a:pt x="500" y="58"/>
                      <a:pt x="496" y="56"/>
                    </a:cubicBezTo>
                    <a:cubicBezTo>
                      <a:pt x="493" y="54"/>
                      <a:pt x="491" y="50"/>
                      <a:pt x="488" y="48"/>
                    </a:cubicBezTo>
                    <a:cubicBezTo>
                      <a:pt x="481" y="43"/>
                      <a:pt x="472" y="45"/>
                      <a:pt x="466" y="39"/>
                    </a:cubicBezTo>
                    <a:cubicBezTo>
                      <a:pt x="463" y="36"/>
                      <a:pt x="462" y="34"/>
                      <a:pt x="457" y="32"/>
                    </a:cubicBezTo>
                    <a:cubicBezTo>
                      <a:pt x="454" y="30"/>
                      <a:pt x="451" y="30"/>
                      <a:pt x="447" y="28"/>
                    </a:cubicBezTo>
                    <a:cubicBezTo>
                      <a:pt x="444" y="26"/>
                      <a:pt x="443" y="22"/>
                      <a:pt x="439" y="21"/>
                    </a:cubicBezTo>
                    <a:cubicBezTo>
                      <a:pt x="436" y="20"/>
                      <a:pt x="431" y="21"/>
                      <a:pt x="428" y="20"/>
                    </a:cubicBezTo>
                    <a:cubicBezTo>
                      <a:pt x="424" y="19"/>
                      <a:pt x="422" y="16"/>
                      <a:pt x="418" y="15"/>
                    </a:cubicBezTo>
                    <a:cubicBezTo>
                      <a:pt x="414" y="14"/>
                      <a:pt x="410" y="16"/>
                      <a:pt x="406" y="15"/>
                    </a:cubicBezTo>
                    <a:cubicBezTo>
                      <a:pt x="403" y="14"/>
                      <a:pt x="399" y="12"/>
                      <a:pt x="395" y="10"/>
                    </a:cubicBezTo>
                    <a:cubicBezTo>
                      <a:pt x="390" y="9"/>
                      <a:pt x="385" y="6"/>
                      <a:pt x="380" y="8"/>
                    </a:cubicBezTo>
                    <a:cubicBezTo>
                      <a:pt x="376" y="9"/>
                      <a:pt x="376" y="9"/>
                      <a:pt x="376" y="9"/>
                    </a:cubicBezTo>
                    <a:cubicBezTo>
                      <a:pt x="372" y="3"/>
                      <a:pt x="365" y="6"/>
                      <a:pt x="358" y="5"/>
                    </a:cubicBezTo>
                    <a:cubicBezTo>
                      <a:pt x="351" y="4"/>
                      <a:pt x="347" y="2"/>
                      <a:pt x="342" y="2"/>
                    </a:cubicBezTo>
                    <a:cubicBezTo>
                      <a:pt x="338" y="1"/>
                      <a:pt x="329" y="3"/>
                      <a:pt x="325" y="2"/>
                    </a:cubicBezTo>
                    <a:cubicBezTo>
                      <a:pt x="318" y="1"/>
                      <a:pt x="317" y="3"/>
                      <a:pt x="309" y="2"/>
                    </a:cubicBezTo>
                    <a:cubicBezTo>
                      <a:pt x="299" y="1"/>
                      <a:pt x="285" y="0"/>
                      <a:pt x="276" y="1"/>
                    </a:cubicBezTo>
                    <a:cubicBezTo>
                      <a:pt x="271" y="2"/>
                      <a:pt x="268" y="5"/>
                      <a:pt x="263" y="5"/>
                    </a:cubicBezTo>
                    <a:cubicBezTo>
                      <a:pt x="257" y="5"/>
                      <a:pt x="250" y="3"/>
                      <a:pt x="245" y="5"/>
                    </a:cubicBezTo>
                    <a:cubicBezTo>
                      <a:pt x="239" y="7"/>
                      <a:pt x="234" y="10"/>
                      <a:pt x="227" y="10"/>
                    </a:cubicBezTo>
                    <a:cubicBezTo>
                      <a:pt x="223" y="10"/>
                      <a:pt x="219" y="10"/>
                      <a:pt x="215" y="11"/>
                    </a:cubicBezTo>
                    <a:cubicBezTo>
                      <a:pt x="210" y="13"/>
                      <a:pt x="207" y="16"/>
                      <a:pt x="203" y="17"/>
                    </a:cubicBezTo>
                    <a:cubicBezTo>
                      <a:pt x="199" y="18"/>
                      <a:pt x="196" y="17"/>
                      <a:pt x="192" y="18"/>
                    </a:cubicBezTo>
                    <a:cubicBezTo>
                      <a:pt x="187" y="19"/>
                      <a:pt x="184" y="23"/>
                      <a:pt x="180" y="25"/>
                    </a:cubicBezTo>
                    <a:cubicBezTo>
                      <a:pt x="176" y="26"/>
                      <a:pt x="173" y="25"/>
                      <a:pt x="170" y="25"/>
                    </a:cubicBezTo>
                    <a:cubicBezTo>
                      <a:pt x="161" y="27"/>
                      <a:pt x="157" y="32"/>
                      <a:pt x="149" y="35"/>
                    </a:cubicBezTo>
                    <a:cubicBezTo>
                      <a:pt x="145" y="37"/>
                      <a:pt x="142" y="41"/>
                      <a:pt x="138" y="42"/>
                    </a:cubicBezTo>
                    <a:cubicBezTo>
                      <a:pt x="134" y="44"/>
                      <a:pt x="129" y="41"/>
                      <a:pt x="126" y="46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0" y="48"/>
                      <a:pt x="119" y="48"/>
                      <a:pt x="119" y="48"/>
                    </a:cubicBezTo>
                    <a:cubicBezTo>
                      <a:pt x="116" y="50"/>
                      <a:pt x="113" y="54"/>
                      <a:pt x="110" y="56"/>
                    </a:cubicBezTo>
                    <a:cubicBezTo>
                      <a:pt x="107" y="59"/>
                      <a:pt x="103" y="60"/>
                      <a:pt x="100" y="62"/>
                    </a:cubicBezTo>
                    <a:cubicBezTo>
                      <a:pt x="96" y="65"/>
                      <a:pt x="92" y="67"/>
                      <a:pt x="89" y="70"/>
                    </a:cubicBezTo>
                    <a:cubicBezTo>
                      <a:pt x="86" y="72"/>
                      <a:pt x="83" y="73"/>
                      <a:pt x="80" y="75"/>
                    </a:cubicBezTo>
                    <a:cubicBezTo>
                      <a:pt x="74" y="79"/>
                      <a:pt x="71" y="84"/>
                      <a:pt x="65" y="88"/>
                    </a:cubicBezTo>
                    <a:cubicBezTo>
                      <a:pt x="61" y="91"/>
                      <a:pt x="59" y="95"/>
                      <a:pt x="55" y="98"/>
                    </a:cubicBezTo>
                    <a:cubicBezTo>
                      <a:pt x="51" y="100"/>
                      <a:pt x="50" y="103"/>
                      <a:pt x="48" y="106"/>
                    </a:cubicBezTo>
                    <a:cubicBezTo>
                      <a:pt x="44" y="111"/>
                      <a:pt x="43" y="116"/>
                      <a:pt x="40" y="121"/>
                    </a:cubicBezTo>
                    <a:cubicBezTo>
                      <a:pt x="38" y="125"/>
                      <a:pt x="36" y="126"/>
                      <a:pt x="33" y="129"/>
                    </a:cubicBezTo>
                    <a:cubicBezTo>
                      <a:pt x="27" y="134"/>
                      <a:pt x="27" y="141"/>
                      <a:pt x="23" y="147"/>
                    </a:cubicBezTo>
                    <a:cubicBezTo>
                      <a:pt x="20" y="153"/>
                      <a:pt x="19" y="159"/>
                      <a:pt x="16" y="164"/>
                    </a:cubicBezTo>
                    <a:cubicBezTo>
                      <a:pt x="11" y="171"/>
                      <a:pt x="7" y="188"/>
                      <a:pt x="7" y="197"/>
                    </a:cubicBezTo>
                    <a:cubicBezTo>
                      <a:pt x="6" y="205"/>
                      <a:pt x="1" y="203"/>
                      <a:pt x="1" y="213"/>
                    </a:cubicBezTo>
                    <a:cubicBezTo>
                      <a:pt x="1" y="223"/>
                      <a:pt x="0" y="230"/>
                      <a:pt x="1" y="237"/>
                    </a:cubicBezTo>
                    <a:cubicBezTo>
                      <a:pt x="2" y="245"/>
                      <a:pt x="0" y="251"/>
                      <a:pt x="1" y="257"/>
                    </a:cubicBezTo>
                    <a:cubicBezTo>
                      <a:pt x="2" y="264"/>
                      <a:pt x="2" y="268"/>
                      <a:pt x="3" y="273"/>
                    </a:cubicBezTo>
                    <a:cubicBezTo>
                      <a:pt x="6" y="295"/>
                      <a:pt x="8" y="315"/>
                      <a:pt x="15" y="336"/>
                    </a:cubicBezTo>
                    <a:cubicBezTo>
                      <a:pt x="19" y="347"/>
                      <a:pt x="26" y="357"/>
                      <a:pt x="31" y="368"/>
                    </a:cubicBezTo>
                    <a:cubicBezTo>
                      <a:pt x="33" y="374"/>
                      <a:pt x="35" y="380"/>
                      <a:pt x="38" y="386"/>
                    </a:cubicBezTo>
                    <a:cubicBezTo>
                      <a:pt x="41" y="393"/>
                      <a:pt x="48" y="398"/>
                      <a:pt x="53" y="405"/>
                    </a:cubicBezTo>
                    <a:cubicBezTo>
                      <a:pt x="60" y="416"/>
                      <a:pt x="72" y="421"/>
                      <a:pt x="82" y="430"/>
                    </a:cubicBezTo>
                    <a:cubicBezTo>
                      <a:pt x="89" y="437"/>
                      <a:pt x="94" y="445"/>
                      <a:pt x="103" y="450"/>
                    </a:cubicBezTo>
                    <a:cubicBezTo>
                      <a:pt x="121" y="460"/>
                      <a:pt x="142" y="474"/>
                      <a:pt x="162" y="482"/>
                    </a:cubicBezTo>
                    <a:cubicBezTo>
                      <a:pt x="180" y="490"/>
                      <a:pt x="201" y="493"/>
                      <a:pt x="220" y="497"/>
                    </a:cubicBezTo>
                    <a:cubicBezTo>
                      <a:pt x="238" y="501"/>
                      <a:pt x="254" y="507"/>
                      <a:pt x="272" y="507"/>
                    </a:cubicBezTo>
                    <a:cubicBezTo>
                      <a:pt x="280" y="507"/>
                      <a:pt x="290" y="507"/>
                      <a:pt x="298" y="505"/>
                    </a:cubicBezTo>
                    <a:cubicBezTo>
                      <a:pt x="305" y="504"/>
                      <a:pt x="316" y="505"/>
                      <a:pt x="322" y="504"/>
                    </a:cubicBezTo>
                    <a:cubicBezTo>
                      <a:pt x="340" y="502"/>
                      <a:pt x="350" y="501"/>
                      <a:pt x="368" y="496"/>
                    </a:cubicBezTo>
                    <a:cubicBezTo>
                      <a:pt x="374" y="494"/>
                      <a:pt x="376" y="492"/>
                      <a:pt x="382" y="489"/>
                    </a:cubicBezTo>
                    <a:cubicBezTo>
                      <a:pt x="386" y="487"/>
                      <a:pt x="391" y="488"/>
                      <a:pt x="396" y="487"/>
                    </a:cubicBezTo>
                    <a:cubicBezTo>
                      <a:pt x="403" y="485"/>
                      <a:pt x="406" y="485"/>
                      <a:pt x="412" y="481"/>
                    </a:cubicBezTo>
                    <a:cubicBezTo>
                      <a:pt x="417" y="477"/>
                      <a:pt x="422" y="477"/>
                      <a:pt x="428" y="475"/>
                    </a:cubicBezTo>
                    <a:cubicBezTo>
                      <a:pt x="440" y="472"/>
                      <a:pt x="445" y="462"/>
                      <a:pt x="456" y="457"/>
                    </a:cubicBezTo>
                    <a:cubicBezTo>
                      <a:pt x="461" y="456"/>
                      <a:pt x="470" y="456"/>
                      <a:pt x="475" y="454"/>
                    </a:cubicBezTo>
                    <a:cubicBezTo>
                      <a:pt x="481" y="451"/>
                      <a:pt x="481" y="445"/>
                      <a:pt x="486" y="441"/>
                    </a:cubicBezTo>
                    <a:cubicBezTo>
                      <a:pt x="488" y="439"/>
                      <a:pt x="493" y="438"/>
                      <a:pt x="496" y="436"/>
                    </a:cubicBezTo>
                    <a:cubicBezTo>
                      <a:pt x="500" y="433"/>
                      <a:pt x="504" y="427"/>
                      <a:pt x="508" y="424"/>
                    </a:cubicBezTo>
                    <a:cubicBezTo>
                      <a:pt x="513" y="422"/>
                      <a:pt x="516" y="421"/>
                      <a:pt x="521" y="418"/>
                    </a:cubicBezTo>
                    <a:cubicBezTo>
                      <a:pt x="526" y="415"/>
                      <a:pt x="529" y="410"/>
                      <a:pt x="534" y="407"/>
                    </a:cubicBezTo>
                    <a:cubicBezTo>
                      <a:pt x="539" y="404"/>
                      <a:pt x="545" y="401"/>
                      <a:pt x="548" y="396"/>
                    </a:cubicBezTo>
                    <a:cubicBezTo>
                      <a:pt x="551" y="391"/>
                      <a:pt x="551" y="387"/>
                      <a:pt x="556" y="383"/>
                    </a:cubicBezTo>
                    <a:cubicBezTo>
                      <a:pt x="561" y="378"/>
                      <a:pt x="563" y="376"/>
                      <a:pt x="567" y="369"/>
                    </a:cubicBezTo>
                    <a:cubicBezTo>
                      <a:pt x="569" y="366"/>
                      <a:pt x="575" y="362"/>
                      <a:pt x="578" y="35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0" name="Freeform 715">
                <a:extLst>
                  <a:ext uri="{FF2B5EF4-FFF2-40B4-BE49-F238E27FC236}">
                    <a16:creationId xmlns:a16="http://schemas.microsoft.com/office/drawing/2014/main" id="{2A4CF76A-9BEF-4591-B2BB-753B0A196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329"/>
                <a:ext cx="1538" cy="832"/>
              </a:xfrm>
              <a:custGeom>
                <a:avLst/>
                <a:gdLst>
                  <a:gd name="T0" fmla="*/ 9568 w 615"/>
                  <a:gd name="T1" fmla="*/ 363 h 312"/>
                  <a:gd name="T2" fmla="*/ 9476 w 615"/>
                  <a:gd name="T3" fmla="*/ 853 h 312"/>
                  <a:gd name="T4" fmla="*/ 9306 w 615"/>
                  <a:gd name="T5" fmla="*/ 1400 h 312"/>
                  <a:gd name="T6" fmla="*/ 9005 w 615"/>
                  <a:gd name="T7" fmla="*/ 2048 h 312"/>
                  <a:gd name="T8" fmla="*/ 8663 w 615"/>
                  <a:gd name="T9" fmla="*/ 2504 h 312"/>
                  <a:gd name="T10" fmla="*/ 8318 w 615"/>
                  <a:gd name="T11" fmla="*/ 2957 h 312"/>
                  <a:gd name="T12" fmla="*/ 7913 w 615"/>
                  <a:gd name="T13" fmla="*/ 3277 h 312"/>
                  <a:gd name="T14" fmla="*/ 7567 w 615"/>
                  <a:gd name="T15" fmla="*/ 3605 h 312"/>
                  <a:gd name="T16" fmla="*/ 7097 w 615"/>
                  <a:gd name="T17" fmla="*/ 3904 h 312"/>
                  <a:gd name="T18" fmla="*/ 6410 w 615"/>
                  <a:gd name="T19" fmla="*/ 4360 h 312"/>
                  <a:gd name="T20" fmla="*/ 5942 w 615"/>
                  <a:gd name="T21" fmla="*/ 4515 h 312"/>
                  <a:gd name="T22" fmla="*/ 5004 w 615"/>
                  <a:gd name="T23" fmla="*/ 4800 h 312"/>
                  <a:gd name="T24" fmla="*/ 4221 w 615"/>
                  <a:gd name="T25" fmla="*/ 4856 h 312"/>
                  <a:gd name="T26" fmla="*/ 2501 w 615"/>
                  <a:gd name="T27" fmla="*/ 4381 h 312"/>
                  <a:gd name="T28" fmla="*/ 1250 w 615"/>
                  <a:gd name="T29" fmla="*/ 3392 h 312"/>
                  <a:gd name="T30" fmla="*/ 563 w 615"/>
                  <a:gd name="T31" fmla="*/ 2560 h 312"/>
                  <a:gd name="T32" fmla="*/ 208 w 615"/>
                  <a:gd name="T33" fmla="*/ 1613 h 312"/>
                  <a:gd name="T34" fmla="*/ 0 w 615"/>
                  <a:gd name="T35" fmla="*/ 363 h 312"/>
                  <a:gd name="T36" fmla="*/ 158 w 615"/>
                  <a:gd name="T37" fmla="*/ 2312 h 312"/>
                  <a:gd name="T38" fmla="*/ 500 w 615"/>
                  <a:gd name="T39" fmla="*/ 3243 h 312"/>
                  <a:gd name="T40" fmla="*/ 863 w 615"/>
                  <a:gd name="T41" fmla="*/ 3811 h 312"/>
                  <a:gd name="T42" fmla="*/ 1145 w 615"/>
                  <a:gd name="T43" fmla="*/ 4131 h 312"/>
                  <a:gd name="T44" fmla="*/ 1926 w 615"/>
                  <a:gd name="T45" fmla="*/ 4893 h 312"/>
                  <a:gd name="T46" fmla="*/ 2688 w 615"/>
                  <a:gd name="T47" fmla="*/ 5347 h 312"/>
                  <a:gd name="T48" fmla="*/ 3239 w 615"/>
                  <a:gd name="T49" fmla="*/ 5576 h 312"/>
                  <a:gd name="T50" fmla="*/ 4284 w 615"/>
                  <a:gd name="T51" fmla="*/ 5768 h 312"/>
                  <a:gd name="T52" fmla="*/ 4959 w 615"/>
                  <a:gd name="T53" fmla="*/ 5803 h 312"/>
                  <a:gd name="T54" fmla="*/ 5409 w 615"/>
                  <a:gd name="T55" fmla="*/ 5781 h 312"/>
                  <a:gd name="T56" fmla="*/ 5959 w 615"/>
                  <a:gd name="T57" fmla="*/ 5597 h 312"/>
                  <a:gd name="T58" fmla="*/ 6347 w 615"/>
                  <a:gd name="T59" fmla="*/ 5483 h 312"/>
                  <a:gd name="T60" fmla="*/ 7160 w 615"/>
                  <a:gd name="T61" fmla="*/ 5043 h 312"/>
                  <a:gd name="T62" fmla="*/ 7975 w 615"/>
                  <a:gd name="T63" fmla="*/ 4416 h 312"/>
                  <a:gd name="T64" fmla="*/ 8380 w 615"/>
                  <a:gd name="T65" fmla="*/ 4061 h 312"/>
                  <a:gd name="T66" fmla="*/ 8913 w 615"/>
                  <a:gd name="T67" fmla="*/ 3277 h 312"/>
                  <a:gd name="T68" fmla="*/ 9318 w 615"/>
                  <a:gd name="T69" fmla="*/ 2368 h 312"/>
                  <a:gd name="T70" fmla="*/ 9476 w 615"/>
                  <a:gd name="T71" fmla="*/ 1501 h 312"/>
                  <a:gd name="T72" fmla="*/ 9568 w 615"/>
                  <a:gd name="T73" fmla="*/ 149 h 31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15" h="312">
                    <a:moveTo>
                      <a:pt x="612" y="8"/>
                    </a:moveTo>
                    <a:cubicBezTo>
                      <a:pt x="611" y="12"/>
                      <a:pt x="612" y="16"/>
                      <a:pt x="612" y="19"/>
                    </a:cubicBezTo>
                    <a:cubicBezTo>
                      <a:pt x="611" y="24"/>
                      <a:pt x="612" y="32"/>
                      <a:pt x="607" y="34"/>
                    </a:cubicBezTo>
                    <a:cubicBezTo>
                      <a:pt x="605" y="38"/>
                      <a:pt x="607" y="41"/>
                      <a:pt x="606" y="45"/>
                    </a:cubicBezTo>
                    <a:cubicBezTo>
                      <a:pt x="605" y="47"/>
                      <a:pt x="602" y="50"/>
                      <a:pt x="602" y="53"/>
                    </a:cubicBezTo>
                    <a:cubicBezTo>
                      <a:pt x="599" y="61"/>
                      <a:pt x="600" y="66"/>
                      <a:pt x="595" y="74"/>
                    </a:cubicBezTo>
                    <a:cubicBezTo>
                      <a:pt x="591" y="79"/>
                      <a:pt x="591" y="86"/>
                      <a:pt x="588" y="92"/>
                    </a:cubicBezTo>
                    <a:cubicBezTo>
                      <a:pt x="584" y="98"/>
                      <a:pt x="577" y="101"/>
                      <a:pt x="576" y="108"/>
                    </a:cubicBezTo>
                    <a:cubicBezTo>
                      <a:pt x="573" y="111"/>
                      <a:pt x="567" y="115"/>
                      <a:pt x="565" y="118"/>
                    </a:cubicBezTo>
                    <a:cubicBezTo>
                      <a:pt x="561" y="125"/>
                      <a:pt x="559" y="127"/>
                      <a:pt x="554" y="132"/>
                    </a:cubicBezTo>
                    <a:cubicBezTo>
                      <a:pt x="549" y="136"/>
                      <a:pt x="549" y="140"/>
                      <a:pt x="546" y="145"/>
                    </a:cubicBezTo>
                    <a:cubicBezTo>
                      <a:pt x="543" y="150"/>
                      <a:pt x="537" y="153"/>
                      <a:pt x="532" y="156"/>
                    </a:cubicBezTo>
                    <a:cubicBezTo>
                      <a:pt x="527" y="159"/>
                      <a:pt x="524" y="164"/>
                      <a:pt x="519" y="167"/>
                    </a:cubicBezTo>
                    <a:cubicBezTo>
                      <a:pt x="514" y="170"/>
                      <a:pt x="511" y="171"/>
                      <a:pt x="506" y="173"/>
                    </a:cubicBezTo>
                    <a:cubicBezTo>
                      <a:pt x="502" y="176"/>
                      <a:pt x="498" y="182"/>
                      <a:pt x="494" y="185"/>
                    </a:cubicBezTo>
                    <a:cubicBezTo>
                      <a:pt x="491" y="187"/>
                      <a:pt x="486" y="188"/>
                      <a:pt x="484" y="190"/>
                    </a:cubicBezTo>
                    <a:cubicBezTo>
                      <a:pt x="479" y="194"/>
                      <a:pt x="479" y="200"/>
                      <a:pt x="473" y="203"/>
                    </a:cubicBezTo>
                    <a:cubicBezTo>
                      <a:pt x="468" y="205"/>
                      <a:pt x="459" y="205"/>
                      <a:pt x="454" y="206"/>
                    </a:cubicBezTo>
                    <a:cubicBezTo>
                      <a:pt x="443" y="211"/>
                      <a:pt x="438" y="221"/>
                      <a:pt x="426" y="224"/>
                    </a:cubicBezTo>
                    <a:cubicBezTo>
                      <a:pt x="420" y="226"/>
                      <a:pt x="415" y="226"/>
                      <a:pt x="410" y="230"/>
                    </a:cubicBezTo>
                    <a:cubicBezTo>
                      <a:pt x="404" y="234"/>
                      <a:pt x="401" y="234"/>
                      <a:pt x="394" y="236"/>
                    </a:cubicBezTo>
                    <a:cubicBezTo>
                      <a:pt x="389" y="237"/>
                      <a:pt x="384" y="236"/>
                      <a:pt x="380" y="238"/>
                    </a:cubicBezTo>
                    <a:cubicBezTo>
                      <a:pt x="374" y="241"/>
                      <a:pt x="372" y="243"/>
                      <a:pt x="366" y="245"/>
                    </a:cubicBezTo>
                    <a:cubicBezTo>
                      <a:pt x="348" y="250"/>
                      <a:pt x="338" y="251"/>
                      <a:pt x="320" y="253"/>
                    </a:cubicBezTo>
                    <a:cubicBezTo>
                      <a:pt x="314" y="254"/>
                      <a:pt x="303" y="253"/>
                      <a:pt x="296" y="254"/>
                    </a:cubicBezTo>
                    <a:cubicBezTo>
                      <a:pt x="288" y="256"/>
                      <a:pt x="278" y="256"/>
                      <a:pt x="270" y="256"/>
                    </a:cubicBezTo>
                    <a:cubicBezTo>
                      <a:pt x="252" y="256"/>
                      <a:pt x="236" y="250"/>
                      <a:pt x="218" y="246"/>
                    </a:cubicBezTo>
                    <a:cubicBezTo>
                      <a:pt x="199" y="242"/>
                      <a:pt x="178" y="239"/>
                      <a:pt x="160" y="231"/>
                    </a:cubicBezTo>
                    <a:cubicBezTo>
                      <a:pt x="140" y="223"/>
                      <a:pt x="119" y="209"/>
                      <a:pt x="101" y="199"/>
                    </a:cubicBezTo>
                    <a:cubicBezTo>
                      <a:pt x="92" y="194"/>
                      <a:pt x="87" y="186"/>
                      <a:pt x="80" y="179"/>
                    </a:cubicBezTo>
                    <a:cubicBezTo>
                      <a:pt x="70" y="170"/>
                      <a:pt x="58" y="165"/>
                      <a:pt x="51" y="154"/>
                    </a:cubicBezTo>
                    <a:cubicBezTo>
                      <a:pt x="46" y="147"/>
                      <a:pt x="39" y="142"/>
                      <a:pt x="36" y="135"/>
                    </a:cubicBezTo>
                    <a:cubicBezTo>
                      <a:pt x="33" y="129"/>
                      <a:pt x="31" y="123"/>
                      <a:pt x="29" y="117"/>
                    </a:cubicBezTo>
                    <a:cubicBezTo>
                      <a:pt x="24" y="106"/>
                      <a:pt x="17" y="96"/>
                      <a:pt x="13" y="85"/>
                    </a:cubicBezTo>
                    <a:cubicBezTo>
                      <a:pt x="6" y="64"/>
                      <a:pt x="4" y="44"/>
                      <a:pt x="1" y="22"/>
                    </a:cubicBezTo>
                    <a:cubicBezTo>
                      <a:pt x="1" y="21"/>
                      <a:pt x="1" y="20"/>
                      <a:pt x="0" y="19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2" y="82"/>
                      <a:pt x="4" y="111"/>
                      <a:pt x="10" y="122"/>
                    </a:cubicBezTo>
                    <a:cubicBezTo>
                      <a:pt x="12" y="129"/>
                      <a:pt x="17" y="141"/>
                      <a:pt x="19" y="147"/>
                    </a:cubicBezTo>
                    <a:cubicBezTo>
                      <a:pt x="22" y="155"/>
                      <a:pt x="27" y="162"/>
                      <a:pt x="32" y="171"/>
                    </a:cubicBezTo>
                    <a:cubicBezTo>
                      <a:pt x="34" y="175"/>
                      <a:pt x="36" y="173"/>
                      <a:pt x="39" y="178"/>
                    </a:cubicBezTo>
                    <a:cubicBezTo>
                      <a:pt x="43" y="185"/>
                      <a:pt x="50" y="195"/>
                      <a:pt x="55" y="201"/>
                    </a:cubicBezTo>
                    <a:cubicBezTo>
                      <a:pt x="58" y="204"/>
                      <a:pt x="60" y="208"/>
                      <a:pt x="63" y="211"/>
                    </a:cubicBezTo>
                    <a:cubicBezTo>
                      <a:pt x="66" y="214"/>
                      <a:pt x="70" y="215"/>
                      <a:pt x="73" y="218"/>
                    </a:cubicBezTo>
                    <a:cubicBezTo>
                      <a:pt x="79" y="224"/>
                      <a:pt x="84" y="233"/>
                      <a:pt x="91" y="239"/>
                    </a:cubicBezTo>
                    <a:cubicBezTo>
                      <a:pt x="102" y="247"/>
                      <a:pt x="108" y="256"/>
                      <a:pt x="123" y="258"/>
                    </a:cubicBezTo>
                    <a:cubicBezTo>
                      <a:pt x="130" y="272"/>
                      <a:pt x="147" y="273"/>
                      <a:pt x="161" y="280"/>
                    </a:cubicBezTo>
                    <a:cubicBezTo>
                      <a:pt x="165" y="281"/>
                      <a:pt x="168" y="281"/>
                      <a:pt x="172" y="282"/>
                    </a:cubicBezTo>
                    <a:cubicBezTo>
                      <a:pt x="176" y="283"/>
                      <a:pt x="176" y="284"/>
                      <a:pt x="181" y="287"/>
                    </a:cubicBezTo>
                    <a:cubicBezTo>
                      <a:pt x="188" y="292"/>
                      <a:pt x="199" y="291"/>
                      <a:pt x="207" y="294"/>
                    </a:cubicBezTo>
                    <a:cubicBezTo>
                      <a:pt x="224" y="301"/>
                      <a:pt x="242" y="302"/>
                      <a:pt x="260" y="303"/>
                    </a:cubicBezTo>
                    <a:cubicBezTo>
                      <a:pt x="264" y="304"/>
                      <a:pt x="270" y="304"/>
                      <a:pt x="274" y="304"/>
                    </a:cubicBezTo>
                    <a:cubicBezTo>
                      <a:pt x="280" y="305"/>
                      <a:pt x="289" y="312"/>
                      <a:pt x="301" y="305"/>
                    </a:cubicBezTo>
                    <a:cubicBezTo>
                      <a:pt x="306" y="307"/>
                      <a:pt x="312" y="305"/>
                      <a:pt x="317" y="306"/>
                    </a:cubicBezTo>
                    <a:cubicBezTo>
                      <a:pt x="323" y="306"/>
                      <a:pt x="327" y="302"/>
                      <a:pt x="332" y="302"/>
                    </a:cubicBezTo>
                    <a:cubicBezTo>
                      <a:pt x="336" y="302"/>
                      <a:pt x="341" y="306"/>
                      <a:pt x="346" y="305"/>
                    </a:cubicBezTo>
                    <a:cubicBezTo>
                      <a:pt x="350" y="304"/>
                      <a:pt x="352" y="303"/>
                      <a:pt x="354" y="300"/>
                    </a:cubicBezTo>
                    <a:cubicBezTo>
                      <a:pt x="359" y="305"/>
                      <a:pt x="379" y="300"/>
                      <a:pt x="381" y="295"/>
                    </a:cubicBezTo>
                    <a:cubicBezTo>
                      <a:pt x="385" y="295"/>
                      <a:pt x="385" y="295"/>
                      <a:pt x="385" y="295"/>
                    </a:cubicBezTo>
                    <a:cubicBezTo>
                      <a:pt x="392" y="297"/>
                      <a:pt x="401" y="291"/>
                      <a:pt x="406" y="289"/>
                    </a:cubicBezTo>
                    <a:cubicBezTo>
                      <a:pt x="415" y="287"/>
                      <a:pt x="422" y="287"/>
                      <a:pt x="428" y="279"/>
                    </a:cubicBezTo>
                    <a:cubicBezTo>
                      <a:pt x="439" y="283"/>
                      <a:pt x="449" y="270"/>
                      <a:pt x="458" y="266"/>
                    </a:cubicBezTo>
                    <a:cubicBezTo>
                      <a:pt x="469" y="261"/>
                      <a:pt x="480" y="261"/>
                      <a:pt x="487" y="247"/>
                    </a:cubicBezTo>
                    <a:cubicBezTo>
                      <a:pt x="498" y="246"/>
                      <a:pt x="506" y="242"/>
                      <a:pt x="510" y="233"/>
                    </a:cubicBezTo>
                    <a:cubicBezTo>
                      <a:pt x="510" y="233"/>
                      <a:pt x="510" y="233"/>
                      <a:pt x="510" y="233"/>
                    </a:cubicBezTo>
                    <a:cubicBezTo>
                      <a:pt x="522" y="234"/>
                      <a:pt x="528" y="221"/>
                      <a:pt x="536" y="214"/>
                    </a:cubicBezTo>
                    <a:cubicBezTo>
                      <a:pt x="543" y="207"/>
                      <a:pt x="553" y="201"/>
                      <a:pt x="554" y="191"/>
                    </a:cubicBezTo>
                    <a:cubicBezTo>
                      <a:pt x="565" y="184"/>
                      <a:pt x="565" y="182"/>
                      <a:pt x="570" y="173"/>
                    </a:cubicBezTo>
                    <a:cubicBezTo>
                      <a:pt x="574" y="163"/>
                      <a:pt x="591" y="149"/>
                      <a:pt x="590" y="138"/>
                    </a:cubicBezTo>
                    <a:cubicBezTo>
                      <a:pt x="595" y="133"/>
                      <a:pt x="594" y="132"/>
                      <a:pt x="596" y="125"/>
                    </a:cubicBezTo>
                    <a:cubicBezTo>
                      <a:pt x="597" y="121"/>
                      <a:pt x="599" y="116"/>
                      <a:pt x="600" y="111"/>
                    </a:cubicBezTo>
                    <a:cubicBezTo>
                      <a:pt x="603" y="99"/>
                      <a:pt x="604" y="91"/>
                      <a:pt x="606" y="79"/>
                    </a:cubicBezTo>
                    <a:cubicBezTo>
                      <a:pt x="609" y="67"/>
                      <a:pt x="614" y="17"/>
                      <a:pt x="615" y="0"/>
                    </a:cubicBezTo>
                    <a:cubicBezTo>
                      <a:pt x="614" y="3"/>
                      <a:pt x="612" y="5"/>
                      <a:pt x="612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1" name="Freeform 716">
                <a:extLst>
                  <a:ext uri="{FF2B5EF4-FFF2-40B4-BE49-F238E27FC236}">
                    <a16:creationId xmlns:a16="http://schemas.microsoft.com/office/drawing/2014/main" id="{72F806F2-ADA2-48E3-A5B8-A9BF8EC0B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83"/>
                <a:ext cx="1495" cy="1304"/>
              </a:xfrm>
              <a:custGeom>
                <a:avLst/>
                <a:gdLst>
                  <a:gd name="T0" fmla="*/ 8783 w 598"/>
                  <a:gd name="T1" fmla="*/ 6485 h 489"/>
                  <a:gd name="T2" fmla="*/ 9000 w 598"/>
                  <a:gd name="T3" fmla="*/ 5952 h 489"/>
                  <a:gd name="T4" fmla="*/ 9145 w 598"/>
                  <a:gd name="T5" fmla="*/ 5405 h 489"/>
                  <a:gd name="T6" fmla="*/ 9220 w 598"/>
                  <a:gd name="T7" fmla="*/ 4800 h 489"/>
                  <a:gd name="T8" fmla="*/ 9113 w 598"/>
                  <a:gd name="T9" fmla="*/ 3379 h 489"/>
                  <a:gd name="T10" fmla="*/ 8813 w 598"/>
                  <a:gd name="T11" fmla="*/ 2637 h 489"/>
                  <a:gd name="T12" fmla="*/ 8470 w 598"/>
                  <a:gd name="T13" fmla="*/ 1992 h 489"/>
                  <a:gd name="T14" fmla="*/ 7595 w 598"/>
                  <a:gd name="T15" fmla="*/ 1160 h 489"/>
                  <a:gd name="T16" fmla="*/ 6925 w 598"/>
                  <a:gd name="T17" fmla="*/ 648 h 489"/>
                  <a:gd name="T18" fmla="*/ 6113 w 598"/>
                  <a:gd name="T19" fmla="*/ 307 h 489"/>
                  <a:gd name="T20" fmla="*/ 5188 w 598"/>
                  <a:gd name="T21" fmla="*/ 115 h 489"/>
                  <a:gd name="T22" fmla="*/ 3970 w 598"/>
                  <a:gd name="T23" fmla="*/ 115 h 489"/>
                  <a:gd name="T24" fmla="*/ 2908 w 598"/>
                  <a:gd name="T25" fmla="*/ 435 h 489"/>
                  <a:gd name="T26" fmla="*/ 2300 w 598"/>
                  <a:gd name="T27" fmla="*/ 683 h 489"/>
                  <a:gd name="T28" fmla="*/ 1688 w 598"/>
                  <a:gd name="T29" fmla="*/ 1139 h 489"/>
                  <a:gd name="T30" fmla="*/ 1063 w 598"/>
                  <a:gd name="T31" fmla="*/ 1651 h 489"/>
                  <a:gd name="T32" fmla="*/ 675 w 598"/>
                  <a:gd name="T33" fmla="*/ 2163 h 489"/>
                  <a:gd name="T34" fmla="*/ 520 w 598"/>
                  <a:gd name="T35" fmla="*/ 2525 h 489"/>
                  <a:gd name="T36" fmla="*/ 208 w 598"/>
                  <a:gd name="T37" fmla="*/ 3320 h 489"/>
                  <a:gd name="T38" fmla="*/ 95 w 598"/>
                  <a:gd name="T39" fmla="*/ 3832 h 489"/>
                  <a:gd name="T40" fmla="*/ 33 w 598"/>
                  <a:gd name="T41" fmla="*/ 4813 h 489"/>
                  <a:gd name="T42" fmla="*/ 125 w 598"/>
                  <a:gd name="T43" fmla="*/ 5483 h 489"/>
                  <a:gd name="T44" fmla="*/ 520 w 598"/>
                  <a:gd name="T45" fmla="*/ 6920 h 489"/>
                  <a:gd name="T46" fmla="*/ 908 w 598"/>
                  <a:gd name="T47" fmla="*/ 7587 h 489"/>
                  <a:gd name="T48" fmla="*/ 2095 w 598"/>
                  <a:gd name="T49" fmla="*/ 8589 h 489"/>
                  <a:gd name="T50" fmla="*/ 3375 w 598"/>
                  <a:gd name="T51" fmla="*/ 9101 h 489"/>
                  <a:gd name="T52" fmla="*/ 4720 w 598"/>
                  <a:gd name="T53" fmla="*/ 9237 h 489"/>
                  <a:gd name="T54" fmla="*/ 5438 w 598"/>
                  <a:gd name="T55" fmla="*/ 9067 h 489"/>
                  <a:gd name="T56" fmla="*/ 6500 w 598"/>
                  <a:gd name="T57" fmla="*/ 8669 h 489"/>
                  <a:gd name="T58" fmla="*/ 7145 w 598"/>
                  <a:gd name="T59" fmla="*/ 8285 h 489"/>
                  <a:gd name="T60" fmla="*/ 7750 w 598"/>
                  <a:gd name="T61" fmla="*/ 7701 h 489"/>
                  <a:gd name="T62" fmla="*/ 8300 w 598"/>
                  <a:gd name="T63" fmla="*/ 7168 h 489"/>
                  <a:gd name="T64" fmla="*/ 8708 w 598"/>
                  <a:gd name="T65" fmla="*/ 6621 h 48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8" h="489">
                    <a:moveTo>
                      <a:pt x="557" y="349"/>
                    </a:moveTo>
                    <a:cubicBezTo>
                      <a:pt x="558" y="347"/>
                      <a:pt x="560" y="344"/>
                      <a:pt x="562" y="342"/>
                    </a:cubicBezTo>
                    <a:cubicBezTo>
                      <a:pt x="564" y="338"/>
                      <a:pt x="568" y="336"/>
                      <a:pt x="570" y="332"/>
                    </a:cubicBezTo>
                    <a:cubicBezTo>
                      <a:pt x="573" y="326"/>
                      <a:pt x="574" y="320"/>
                      <a:pt x="576" y="314"/>
                    </a:cubicBezTo>
                    <a:cubicBezTo>
                      <a:pt x="579" y="309"/>
                      <a:pt x="583" y="305"/>
                      <a:pt x="584" y="301"/>
                    </a:cubicBezTo>
                    <a:cubicBezTo>
                      <a:pt x="586" y="296"/>
                      <a:pt x="584" y="290"/>
                      <a:pt x="585" y="285"/>
                    </a:cubicBezTo>
                    <a:cubicBezTo>
                      <a:pt x="586" y="279"/>
                      <a:pt x="589" y="273"/>
                      <a:pt x="590" y="267"/>
                    </a:cubicBezTo>
                    <a:cubicBezTo>
                      <a:pt x="592" y="261"/>
                      <a:pt x="590" y="258"/>
                      <a:pt x="590" y="253"/>
                    </a:cubicBezTo>
                    <a:cubicBezTo>
                      <a:pt x="589" y="240"/>
                      <a:pt x="598" y="230"/>
                      <a:pt x="595" y="217"/>
                    </a:cubicBezTo>
                    <a:cubicBezTo>
                      <a:pt x="592" y="203"/>
                      <a:pt x="585" y="192"/>
                      <a:pt x="583" y="178"/>
                    </a:cubicBezTo>
                    <a:cubicBezTo>
                      <a:pt x="582" y="171"/>
                      <a:pt x="578" y="166"/>
                      <a:pt x="575" y="161"/>
                    </a:cubicBezTo>
                    <a:cubicBezTo>
                      <a:pt x="571" y="153"/>
                      <a:pt x="566" y="148"/>
                      <a:pt x="564" y="139"/>
                    </a:cubicBezTo>
                    <a:cubicBezTo>
                      <a:pt x="561" y="131"/>
                      <a:pt x="560" y="127"/>
                      <a:pt x="554" y="121"/>
                    </a:cubicBezTo>
                    <a:cubicBezTo>
                      <a:pt x="548" y="116"/>
                      <a:pt x="546" y="111"/>
                      <a:pt x="542" y="105"/>
                    </a:cubicBezTo>
                    <a:cubicBezTo>
                      <a:pt x="535" y="95"/>
                      <a:pt x="521" y="86"/>
                      <a:pt x="511" y="78"/>
                    </a:cubicBezTo>
                    <a:cubicBezTo>
                      <a:pt x="505" y="75"/>
                      <a:pt x="494" y="65"/>
                      <a:pt x="486" y="61"/>
                    </a:cubicBezTo>
                    <a:cubicBezTo>
                      <a:pt x="479" y="57"/>
                      <a:pt x="473" y="54"/>
                      <a:pt x="466" y="49"/>
                    </a:cubicBezTo>
                    <a:cubicBezTo>
                      <a:pt x="458" y="44"/>
                      <a:pt x="451" y="39"/>
                      <a:pt x="443" y="34"/>
                    </a:cubicBezTo>
                    <a:cubicBezTo>
                      <a:pt x="435" y="30"/>
                      <a:pt x="427" y="25"/>
                      <a:pt x="418" y="22"/>
                    </a:cubicBezTo>
                    <a:cubicBezTo>
                      <a:pt x="408" y="19"/>
                      <a:pt x="400" y="19"/>
                      <a:pt x="391" y="16"/>
                    </a:cubicBezTo>
                    <a:cubicBezTo>
                      <a:pt x="381" y="13"/>
                      <a:pt x="372" y="11"/>
                      <a:pt x="362" y="9"/>
                    </a:cubicBezTo>
                    <a:cubicBezTo>
                      <a:pt x="352" y="8"/>
                      <a:pt x="342" y="7"/>
                      <a:pt x="332" y="6"/>
                    </a:cubicBezTo>
                    <a:cubicBezTo>
                      <a:pt x="320" y="6"/>
                      <a:pt x="306" y="0"/>
                      <a:pt x="295" y="3"/>
                    </a:cubicBezTo>
                    <a:cubicBezTo>
                      <a:pt x="279" y="6"/>
                      <a:pt x="269" y="4"/>
                      <a:pt x="254" y="6"/>
                    </a:cubicBezTo>
                    <a:cubicBezTo>
                      <a:pt x="243" y="7"/>
                      <a:pt x="231" y="10"/>
                      <a:pt x="221" y="11"/>
                    </a:cubicBezTo>
                    <a:cubicBezTo>
                      <a:pt x="209" y="14"/>
                      <a:pt x="197" y="17"/>
                      <a:pt x="186" y="23"/>
                    </a:cubicBezTo>
                    <a:cubicBezTo>
                      <a:pt x="181" y="26"/>
                      <a:pt x="172" y="25"/>
                      <a:pt x="166" y="27"/>
                    </a:cubicBezTo>
                    <a:cubicBezTo>
                      <a:pt x="159" y="30"/>
                      <a:pt x="154" y="33"/>
                      <a:pt x="147" y="36"/>
                    </a:cubicBezTo>
                    <a:cubicBezTo>
                      <a:pt x="139" y="40"/>
                      <a:pt x="133" y="46"/>
                      <a:pt x="125" y="50"/>
                    </a:cubicBezTo>
                    <a:cubicBezTo>
                      <a:pt x="118" y="53"/>
                      <a:pt x="113" y="55"/>
                      <a:pt x="108" y="60"/>
                    </a:cubicBezTo>
                    <a:cubicBezTo>
                      <a:pt x="101" y="66"/>
                      <a:pt x="88" y="66"/>
                      <a:pt x="81" y="73"/>
                    </a:cubicBezTo>
                    <a:cubicBezTo>
                      <a:pt x="76" y="77"/>
                      <a:pt x="73" y="83"/>
                      <a:pt x="68" y="87"/>
                    </a:cubicBezTo>
                    <a:cubicBezTo>
                      <a:pt x="63" y="91"/>
                      <a:pt x="56" y="94"/>
                      <a:pt x="53" y="99"/>
                    </a:cubicBezTo>
                    <a:cubicBezTo>
                      <a:pt x="49" y="103"/>
                      <a:pt x="47" y="109"/>
                      <a:pt x="43" y="114"/>
                    </a:cubicBezTo>
                    <a:cubicBezTo>
                      <a:pt x="39" y="120"/>
                      <a:pt x="38" y="122"/>
                      <a:pt x="38" y="130"/>
                    </a:cubicBezTo>
                    <a:cubicBezTo>
                      <a:pt x="38" y="130"/>
                      <a:pt x="36" y="130"/>
                      <a:pt x="33" y="133"/>
                    </a:cubicBezTo>
                    <a:cubicBezTo>
                      <a:pt x="30" y="139"/>
                      <a:pt x="25" y="146"/>
                      <a:pt x="21" y="151"/>
                    </a:cubicBezTo>
                    <a:cubicBezTo>
                      <a:pt x="16" y="158"/>
                      <a:pt x="16" y="167"/>
                      <a:pt x="13" y="175"/>
                    </a:cubicBezTo>
                    <a:cubicBezTo>
                      <a:pt x="10" y="180"/>
                      <a:pt x="8" y="186"/>
                      <a:pt x="7" y="193"/>
                    </a:cubicBezTo>
                    <a:cubicBezTo>
                      <a:pt x="7" y="196"/>
                      <a:pt x="6" y="199"/>
                      <a:pt x="6" y="202"/>
                    </a:cubicBezTo>
                    <a:cubicBezTo>
                      <a:pt x="5" y="206"/>
                      <a:pt x="6" y="210"/>
                      <a:pt x="5" y="213"/>
                    </a:cubicBezTo>
                    <a:cubicBezTo>
                      <a:pt x="3" y="224"/>
                      <a:pt x="0" y="243"/>
                      <a:pt x="2" y="254"/>
                    </a:cubicBezTo>
                    <a:cubicBezTo>
                      <a:pt x="3" y="260"/>
                      <a:pt x="5" y="265"/>
                      <a:pt x="6" y="271"/>
                    </a:cubicBezTo>
                    <a:cubicBezTo>
                      <a:pt x="7" y="277"/>
                      <a:pt x="6" y="283"/>
                      <a:pt x="8" y="289"/>
                    </a:cubicBezTo>
                    <a:cubicBezTo>
                      <a:pt x="10" y="301"/>
                      <a:pt x="15" y="312"/>
                      <a:pt x="17" y="325"/>
                    </a:cubicBezTo>
                    <a:cubicBezTo>
                      <a:pt x="18" y="339"/>
                      <a:pt x="26" y="353"/>
                      <a:pt x="33" y="365"/>
                    </a:cubicBezTo>
                    <a:cubicBezTo>
                      <a:pt x="37" y="372"/>
                      <a:pt x="43" y="378"/>
                      <a:pt x="47" y="384"/>
                    </a:cubicBezTo>
                    <a:cubicBezTo>
                      <a:pt x="51" y="389"/>
                      <a:pt x="54" y="395"/>
                      <a:pt x="58" y="400"/>
                    </a:cubicBezTo>
                    <a:cubicBezTo>
                      <a:pt x="72" y="413"/>
                      <a:pt x="90" y="422"/>
                      <a:pt x="104" y="434"/>
                    </a:cubicBezTo>
                    <a:cubicBezTo>
                      <a:pt x="114" y="444"/>
                      <a:pt x="121" y="448"/>
                      <a:pt x="134" y="453"/>
                    </a:cubicBezTo>
                    <a:cubicBezTo>
                      <a:pt x="149" y="458"/>
                      <a:pt x="161" y="468"/>
                      <a:pt x="176" y="472"/>
                    </a:cubicBezTo>
                    <a:cubicBezTo>
                      <a:pt x="189" y="475"/>
                      <a:pt x="202" y="477"/>
                      <a:pt x="216" y="480"/>
                    </a:cubicBezTo>
                    <a:cubicBezTo>
                      <a:pt x="234" y="484"/>
                      <a:pt x="252" y="489"/>
                      <a:pt x="269" y="489"/>
                    </a:cubicBezTo>
                    <a:cubicBezTo>
                      <a:pt x="281" y="488"/>
                      <a:pt x="290" y="486"/>
                      <a:pt x="302" y="487"/>
                    </a:cubicBezTo>
                    <a:cubicBezTo>
                      <a:pt x="311" y="488"/>
                      <a:pt x="321" y="485"/>
                      <a:pt x="330" y="485"/>
                    </a:cubicBezTo>
                    <a:cubicBezTo>
                      <a:pt x="337" y="484"/>
                      <a:pt x="342" y="481"/>
                      <a:pt x="348" y="478"/>
                    </a:cubicBezTo>
                    <a:cubicBezTo>
                      <a:pt x="359" y="473"/>
                      <a:pt x="372" y="472"/>
                      <a:pt x="383" y="468"/>
                    </a:cubicBezTo>
                    <a:cubicBezTo>
                      <a:pt x="394" y="464"/>
                      <a:pt x="406" y="461"/>
                      <a:pt x="416" y="457"/>
                    </a:cubicBezTo>
                    <a:cubicBezTo>
                      <a:pt x="425" y="453"/>
                      <a:pt x="428" y="450"/>
                      <a:pt x="436" y="446"/>
                    </a:cubicBezTo>
                    <a:cubicBezTo>
                      <a:pt x="444" y="442"/>
                      <a:pt x="452" y="438"/>
                      <a:pt x="457" y="437"/>
                    </a:cubicBezTo>
                    <a:cubicBezTo>
                      <a:pt x="463" y="436"/>
                      <a:pt x="472" y="422"/>
                      <a:pt x="479" y="419"/>
                    </a:cubicBezTo>
                    <a:cubicBezTo>
                      <a:pt x="486" y="415"/>
                      <a:pt x="490" y="411"/>
                      <a:pt x="496" y="406"/>
                    </a:cubicBezTo>
                    <a:cubicBezTo>
                      <a:pt x="503" y="401"/>
                      <a:pt x="506" y="398"/>
                      <a:pt x="514" y="392"/>
                    </a:cubicBezTo>
                    <a:cubicBezTo>
                      <a:pt x="521" y="385"/>
                      <a:pt x="525" y="383"/>
                      <a:pt x="531" y="378"/>
                    </a:cubicBezTo>
                    <a:cubicBezTo>
                      <a:pt x="538" y="373"/>
                      <a:pt x="539" y="368"/>
                      <a:pt x="545" y="363"/>
                    </a:cubicBezTo>
                    <a:cubicBezTo>
                      <a:pt x="550" y="358"/>
                      <a:pt x="554" y="352"/>
                      <a:pt x="557" y="3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2" name="Freeform 717">
                <a:extLst>
                  <a:ext uri="{FF2B5EF4-FFF2-40B4-BE49-F238E27FC236}">
                    <a16:creationId xmlns:a16="http://schemas.microsoft.com/office/drawing/2014/main" id="{F5283F84-78B9-4A24-A4DD-3B899B66B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734"/>
                <a:ext cx="1477" cy="1253"/>
              </a:xfrm>
              <a:custGeom>
                <a:avLst/>
                <a:gdLst>
                  <a:gd name="T0" fmla="*/ 9149 w 591"/>
                  <a:gd name="T1" fmla="*/ 4436 h 470"/>
                  <a:gd name="T2" fmla="*/ 9069 w 591"/>
                  <a:gd name="T3" fmla="*/ 3375 h 470"/>
                  <a:gd name="T4" fmla="*/ 8775 w 591"/>
                  <a:gd name="T5" fmla="*/ 2637 h 470"/>
                  <a:gd name="T6" fmla="*/ 8432 w 591"/>
                  <a:gd name="T7" fmla="*/ 1989 h 470"/>
                  <a:gd name="T8" fmla="*/ 7570 w 591"/>
                  <a:gd name="T9" fmla="*/ 1160 h 470"/>
                  <a:gd name="T10" fmla="*/ 6883 w 591"/>
                  <a:gd name="T11" fmla="*/ 648 h 470"/>
                  <a:gd name="T12" fmla="*/ 6070 w 591"/>
                  <a:gd name="T13" fmla="*/ 307 h 470"/>
                  <a:gd name="T14" fmla="*/ 5153 w 591"/>
                  <a:gd name="T15" fmla="*/ 115 h 470"/>
                  <a:gd name="T16" fmla="*/ 3934 w 591"/>
                  <a:gd name="T17" fmla="*/ 115 h 470"/>
                  <a:gd name="T18" fmla="*/ 2887 w 591"/>
                  <a:gd name="T19" fmla="*/ 435 h 470"/>
                  <a:gd name="T20" fmla="*/ 2262 w 591"/>
                  <a:gd name="T21" fmla="*/ 682 h 470"/>
                  <a:gd name="T22" fmla="*/ 1654 w 591"/>
                  <a:gd name="T23" fmla="*/ 1138 h 470"/>
                  <a:gd name="T24" fmla="*/ 1030 w 591"/>
                  <a:gd name="T25" fmla="*/ 1650 h 470"/>
                  <a:gd name="T26" fmla="*/ 655 w 591"/>
                  <a:gd name="T27" fmla="*/ 2159 h 470"/>
                  <a:gd name="T28" fmla="*/ 500 w 591"/>
                  <a:gd name="T29" fmla="*/ 2522 h 470"/>
                  <a:gd name="T30" fmla="*/ 167 w 591"/>
                  <a:gd name="T31" fmla="*/ 3319 h 470"/>
                  <a:gd name="T32" fmla="*/ 62 w 591"/>
                  <a:gd name="T33" fmla="*/ 3831 h 470"/>
                  <a:gd name="T34" fmla="*/ 0 w 591"/>
                  <a:gd name="T35" fmla="*/ 4607 h 470"/>
                  <a:gd name="T36" fmla="*/ 42 w 591"/>
                  <a:gd name="T37" fmla="*/ 5017 h 470"/>
                  <a:gd name="T38" fmla="*/ 62 w 591"/>
                  <a:gd name="T39" fmla="*/ 5188 h 470"/>
                  <a:gd name="T40" fmla="*/ 450 w 591"/>
                  <a:gd name="T41" fmla="*/ 6553 h 470"/>
                  <a:gd name="T42" fmla="*/ 842 w 591"/>
                  <a:gd name="T43" fmla="*/ 7222 h 470"/>
                  <a:gd name="T44" fmla="*/ 2029 w 591"/>
                  <a:gd name="T45" fmla="*/ 8224 h 470"/>
                  <a:gd name="T46" fmla="*/ 3311 w 591"/>
                  <a:gd name="T47" fmla="*/ 8734 h 470"/>
                  <a:gd name="T48" fmla="*/ 4653 w 591"/>
                  <a:gd name="T49" fmla="*/ 8870 h 470"/>
                  <a:gd name="T50" fmla="*/ 5371 w 591"/>
                  <a:gd name="T51" fmla="*/ 8699 h 470"/>
                  <a:gd name="T52" fmla="*/ 6433 w 591"/>
                  <a:gd name="T53" fmla="*/ 8302 h 470"/>
                  <a:gd name="T54" fmla="*/ 7070 w 591"/>
                  <a:gd name="T55" fmla="*/ 7918 h 470"/>
                  <a:gd name="T56" fmla="*/ 7682 w 591"/>
                  <a:gd name="T57" fmla="*/ 7334 h 470"/>
                  <a:gd name="T58" fmla="*/ 8225 w 591"/>
                  <a:gd name="T59" fmla="*/ 6801 h 470"/>
                  <a:gd name="T60" fmla="*/ 8632 w 591"/>
                  <a:gd name="T61" fmla="*/ 6254 h 470"/>
                  <a:gd name="T62" fmla="*/ 8837 w 591"/>
                  <a:gd name="T63" fmla="*/ 5926 h 470"/>
                  <a:gd name="T64" fmla="*/ 9057 w 591"/>
                  <a:gd name="T65" fmla="*/ 5345 h 470"/>
                  <a:gd name="T66" fmla="*/ 9149 w 591"/>
                  <a:gd name="T67" fmla="*/ 4697 h 4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91" h="470">
                    <a:moveTo>
                      <a:pt x="586" y="248"/>
                    </a:moveTo>
                    <a:cubicBezTo>
                      <a:pt x="588" y="242"/>
                      <a:pt x="586" y="239"/>
                      <a:pt x="586" y="234"/>
                    </a:cubicBezTo>
                    <a:cubicBezTo>
                      <a:pt x="585" y="225"/>
                      <a:pt x="590" y="217"/>
                      <a:pt x="591" y="208"/>
                    </a:cubicBezTo>
                    <a:cubicBezTo>
                      <a:pt x="588" y="198"/>
                      <a:pt x="583" y="189"/>
                      <a:pt x="581" y="178"/>
                    </a:cubicBezTo>
                    <a:cubicBezTo>
                      <a:pt x="580" y="171"/>
                      <a:pt x="576" y="166"/>
                      <a:pt x="573" y="161"/>
                    </a:cubicBezTo>
                    <a:cubicBezTo>
                      <a:pt x="569" y="153"/>
                      <a:pt x="565" y="147"/>
                      <a:pt x="562" y="139"/>
                    </a:cubicBezTo>
                    <a:cubicBezTo>
                      <a:pt x="559" y="131"/>
                      <a:pt x="558" y="127"/>
                      <a:pt x="552" y="121"/>
                    </a:cubicBezTo>
                    <a:cubicBezTo>
                      <a:pt x="547" y="116"/>
                      <a:pt x="545" y="111"/>
                      <a:pt x="540" y="105"/>
                    </a:cubicBezTo>
                    <a:cubicBezTo>
                      <a:pt x="533" y="95"/>
                      <a:pt x="519" y="86"/>
                      <a:pt x="510" y="78"/>
                    </a:cubicBezTo>
                    <a:cubicBezTo>
                      <a:pt x="503" y="75"/>
                      <a:pt x="492" y="64"/>
                      <a:pt x="485" y="61"/>
                    </a:cubicBezTo>
                    <a:cubicBezTo>
                      <a:pt x="478" y="57"/>
                      <a:pt x="471" y="54"/>
                      <a:pt x="464" y="49"/>
                    </a:cubicBezTo>
                    <a:cubicBezTo>
                      <a:pt x="457" y="43"/>
                      <a:pt x="449" y="39"/>
                      <a:pt x="441" y="34"/>
                    </a:cubicBezTo>
                    <a:cubicBezTo>
                      <a:pt x="433" y="30"/>
                      <a:pt x="425" y="24"/>
                      <a:pt x="416" y="22"/>
                    </a:cubicBezTo>
                    <a:cubicBezTo>
                      <a:pt x="407" y="19"/>
                      <a:pt x="399" y="19"/>
                      <a:pt x="389" y="16"/>
                    </a:cubicBezTo>
                    <a:cubicBezTo>
                      <a:pt x="379" y="13"/>
                      <a:pt x="370" y="11"/>
                      <a:pt x="360" y="9"/>
                    </a:cubicBezTo>
                    <a:cubicBezTo>
                      <a:pt x="351" y="7"/>
                      <a:pt x="340" y="7"/>
                      <a:pt x="330" y="6"/>
                    </a:cubicBezTo>
                    <a:cubicBezTo>
                      <a:pt x="319" y="6"/>
                      <a:pt x="304" y="0"/>
                      <a:pt x="293" y="3"/>
                    </a:cubicBezTo>
                    <a:cubicBezTo>
                      <a:pt x="278" y="6"/>
                      <a:pt x="267" y="4"/>
                      <a:pt x="252" y="6"/>
                    </a:cubicBezTo>
                    <a:cubicBezTo>
                      <a:pt x="242" y="7"/>
                      <a:pt x="229" y="9"/>
                      <a:pt x="219" y="11"/>
                    </a:cubicBezTo>
                    <a:cubicBezTo>
                      <a:pt x="207" y="13"/>
                      <a:pt x="195" y="17"/>
                      <a:pt x="185" y="23"/>
                    </a:cubicBezTo>
                    <a:cubicBezTo>
                      <a:pt x="179" y="26"/>
                      <a:pt x="170" y="25"/>
                      <a:pt x="164" y="27"/>
                    </a:cubicBezTo>
                    <a:cubicBezTo>
                      <a:pt x="158" y="30"/>
                      <a:pt x="152" y="33"/>
                      <a:pt x="145" y="36"/>
                    </a:cubicBezTo>
                    <a:cubicBezTo>
                      <a:pt x="137" y="40"/>
                      <a:pt x="132" y="46"/>
                      <a:pt x="124" y="50"/>
                    </a:cubicBezTo>
                    <a:cubicBezTo>
                      <a:pt x="117" y="53"/>
                      <a:pt x="112" y="55"/>
                      <a:pt x="106" y="60"/>
                    </a:cubicBezTo>
                    <a:cubicBezTo>
                      <a:pt x="99" y="66"/>
                      <a:pt x="86" y="66"/>
                      <a:pt x="80" y="72"/>
                    </a:cubicBezTo>
                    <a:cubicBezTo>
                      <a:pt x="75" y="77"/>
                      <a:pt x="72" y="83"/>
                      <a:pt x="66" y="87"/>
                    </a:cubicBezTo>
                    <a:cubicBezTo>
                      <a:pt x="62" y="91"/>
                      <a:pt x="55" y="94"/>
                      <a:pt x="51" y="98"/>
                    </a:cubicBezTo>
                    <a:cubicBezTo>
                      <a:pt x="48" y="103"/>
                      <a:pt x="45" y="109"/>
                      <a:pt x="42" y="114"/>
                    </a:cubicBezTo>
                    <a:cubicBezTo>
                      <a:pt x="38" y="120"/>
                      <a:pt x="36" y="122"/>
                      <a:pt x="36" y="130"/>
                    </a:cubicBezTo>
                    <a:cubicBezTo>
                      <a:pt x="36" y="130"/>
                      <a:pt x="34" y="130"/>
                      <a:pt x="32" y="133"/>
                    </a:cubicBezTo>
                    <a:cubicBezTo>
                      <a:pt x="29" y="139"/>
                      <a:pt x="24" y="146"/>
                      <a:pt x="20" y="151"/>
                    </a:cubicBezTo>
                    <a:cubicBezTo>
                      <a:pt x="14" y="158"/>
                      <a:pt x="14" y="167"/>
                      <a:pt x="11" y="175"/>
                    </a:cubicBezTo>
                    <a:cubicBezTo>
                      <a:pt x="9" y="180"/>
                      <a:pt x="6" y="186"/>
                      <a:pt x="5" y="192"/>
                    </a:cubicBezTo>
                    <a:cubicBezTo>
                      <a:pt x="5" y="196"/>
                      <a:pt x="4" y="199"/>
                      <a:pt x="4" y="202"/>
                    </a:cubicBezTo>
                    <a:cubicBezTo>
                      <a:pt x="4" y="206"/>
                      <a:pt x="4" y="210"/>
                      <a:pt x="3" y="213"/>
                    </a:cubicBezTo>
                    <a:cubicBezTo>
                      <a:pt x="2" y="221"/>
                      <a:pt x="0" y="233"/>
                      <a:pt x="0" y="243"/>
                    </a:cubicBezTo>
                    <a:cubicBezTo>
                      <a:pt x="0" y="246"/>
                      <a:pt x="1" y="249"/>
                      <a:pt x="2" y="252"/>
                    </a:cubicBezTo>
                    <a:cubicBezTo>
                      <a:pt x="2" y="256"/>
                      <a:pt x="2" y="261"/>
                      <a:pt x="3" y="265"/>
                    </a:cubicBezTo>
                    <a:cubicBezTo>
                      <a:pt x="3" y="267"/>
                      <a:pt x="4" y="269"/>
                      <a:pt x="4" y="271"/>
                    </a:cubicBezTo>
                    <a:cubicBezTo>
                      <a:pt x="4" y="272"/>
                      <a:pt x="4" y="273"/>
                      <a:pt x="4" y="274"/>
                    </a:cubicBezTo>
                    <a:cubicBezTo>
                      <a:pt x="7" y="284"/>
                      <a:pt x="12" y="295"/>
                      <a:pt x="13" y="306"/>
                    </a:cubicBezTo>
                    <a:cubicBezTo>
                      <a:pt x="14" y="320"/>
                      <a:pt x="22" y="334"/>
                      <a:pt x="29" y="346"/>
                    </a:cubicBezTo>
                    <a:cubicBezTo>
                      <a:pt x="33" y="353"/>
                      <a:pt x="39" y="359"/>
                      <a:pt x="43" y="365"/>
                    </a:cubicBezTo>
                    <a:cubicBezTo>
                      <a:pt x="47" y="370"/>
                      <a:pt x="50" y="376"/>
                      <a:pt x="54" y="381"/>
                    </a:cubicBezTo>
                    <a:cubicBezTo>
                      <a:pt x="68" y="394"/>
                      <a:pt x="86" y="403"/>
                      <a:pt x="100" y="415"/>
                    </a:cubicBezTo>
                    <a:cubicBezTo>
                      <a:pt x="110" y="425"/>
                      <a:pt x="117" y="429"/>
                      <a:pt x="130" y="434"/>
                    </a:cubicBezTo>
                    <a:cubicBezTo>
                      <a:pt x="145" y="439"/>
                      <a:pt x="157" y="449"/>
                      <a:pt x="172" y="453"/>
                    </a:cubicBezTo>
                    <a:cubicBezTo>
                      <a:pt x="185" y="456"/>
                      <a:pt x="198" y="458"/>
                      <a:pt x="212" y="461"/>
                    </a:cubicBezTo>
                    <a:cubicBezTo>
                      <a:pt x="230" y="465"/>
                      <a:pt x="248" y="470"/>
                      <a:pt x="265" y="470"/>
                    </a:cubicBezTo>
                    <a:cubicBezTo>
                      <a:pt x="277" y="469"/>
                      <a:pt x="286" y="467"/>
                      <a:pt x="298" y="468"/>
                    </a:cubicBezTo>
                    <a:cubicBezTo>
                      <a:pt x="307" y="469"/>
                      <a:pt x="317" y="466"/>
                      <a:pt x="326" y="466"/>
                    </a:cubicBezTo>
                    <a:cubicBezTo>
                      <a:pt x="333" y="465"/>
                      <a:pt x="338" y="462"/>
                      <a:pt x="344" y="459"/>
                    </a:cubicBezTo>
                    <a:cubicBezTo>
                      <a:pt x="355" y="454"/>
                      <a:pt x="368" y="453"/>
                      <a:pt x="379" y="449"/>
                    </a:cubicBezTo>
                    <a:cubicBezTo>
                      <a:pt x="390" y="445"/>
                      <a:pt x="402" y="442"/>
                      <a:pt x="412" y="438"/>
                    </a:cubicBezTo>
                    <a:cubicBezTo>
                      <a:pt x="421" y="434"/>
                      <a:pt x="424" y="431"/>
                      <a:pt x="432" y="427"/>
                    </a:cubicBezTo>
                    <a:cubicBezTo>
                      <a:pt x="440" y="423"/>
                      <a:pt x="448" y="419"/>
                      <a:pt x="453" y="418"/>
                    </a:cubicBezTo>
                    <a:cubicBezTo>
                      <a:pt x="459" y="417"/>
                      <a:pt x="468" y="403"/>
                      <a:pt x="475" y="400"/>
                    </a:cubicBezTo>
                    <a:cubicBezTo>
                      <a:pt x="482" y="396"/>
                      <a:pt x="486" y="392"/>
                      <a:pt x="492" y="387"/>
                    </a:cubicBezTo>
                    <a:cubicBezTo>
                      <a:pt x="499" y="382"/>
                      <a:pt x="502" y="379"/>
                      <a:pt x="510" y="373"/>
                    </a:cubicBezTo>
                    <a:cubicBezTo>
                      <a:pt x="517" y="366"/>
                      <a:pt x="521" y="364"/>
                      <a:pt x="527" y="359"/>
                    </a:cubicBezTo>
                    <a:cubicBezTo>
                      <a:pt x="534" y="354"/>
                      <a:pt x="535" y="349"/>
                      <a:pt x="541" y="344"/>
                    </a:cubicBezTo>
                    <a:cubicBezTo>
                      <a:pt x="546" y="339"/>
                      <a:pt x="550" y="333"/>
                      <a:pt x="553" y="330"/>
                    </a:cubicBezTo>
                    <a:cubicBezTo>
                      <a:pt x="554" y="328"/>
                      <a:pt x="556" y="325"/>
                      <a:pt x="558" y="323"/>
                    </a:cubicBezTo>
                    <a:cubicBezTo>
                      <a:pt x="560" y="319"/>
                      <a:pt x="564" y="317"/>
                      <a:pt x="566" y="313"/>
                    </a:cubicBezTo>
                    <a:cubicBezTo>
                      <a:pt x="569" y="307"/>
                      <a:pt x="570" y="301"/>
                      <a:pt x="572" y="295"/>
                    </a:cubicBezTo>
                    <a:cubicBezTo>
                      <a:pt x="575" y="290"/>
                      <a:pt x="579" y="286"/>
                      <a:pt x="580" y="282"/>
                    </a:cubicBezTo>
                    <a:cubicBezTo>
                      <a:pt x="582" y="277"/>
                      <a:pt x="580" y="271"/>
                      <a:pt x="581" y="266"/>
                    </a:cubicBezTo>
                    <a:cubicBezTo>
                      <a:pt x="582" y="260"/>
                      <a:pt x="585" y="254"/>
                      <a:pt x="586" y="2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3" name="Freeform 718">
                <a:extLst>
                  <a:ext uri="{FF2B5EF4-FFF2-40B4-BE49-F238E27FC236}">
                    <a16:creationId xmlns:a16="http://schemas.microsoft.com/office/drawing/2014/main" id="{B884E4DD-2FBB-42D3-BF7A-1E6AB94C6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566"/>
                <a:ext cx="7" cy="37"/>
              </a:xfrm>
              <a:custGeom>
                <a:avLst/>
                <a:gdLst>
                  <a:gd name="T0" fmla="*/ 37 w 3"/>
                  <a:gd name="T1" fmla="*/ 0 h 14"/>
                  <a:gd name="T2" fmla="*/ 28 w 3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3"/>
                      <a:pt x="0" y="10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4" name="Freeform 719">
                <a:extLst>
                  <a:ext uri="{FF2B5EF4-FFF2-40B4-BE49-F238E27FC236}">
                    <a16:creationId xmlns:a16="http://schemas.microsoft.com/office/drawing/2014/main" id="{7AC5E506-7DE0-4934-BBA2-95936E3D9E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25" y="1987"/>
                <a:ext cx="178" cy="206"/>
              </a:xfrm>
              <a:custGeom>
                <a:avLst/>
                <a:gdLst>
                  <a:gd name="T0" fmla="*/ 83 w 71"/>
                  <a:gd name="T1" fmla="*/ 286 h 77"/>
                  <a:gd name="T2" fmla="*/ 0 w 71"/>
                  <a:gd name="T3" fmla="*/ 650 h 77"/>
                  <a:gd name="T4" fmla="*/ 0 w 71"/>
                  <a:gd name="T5" fmla="*/ 744 h 77"/>
                  <a:gd name="T6" fmla="*/ 313 w 71"/>
                  <a:gd name="T7" fmla="*/ 1418 h 77"/>
                  <a:gd name="T8" fmla="*/ 1038 w 71"/>
                  <a:gd name="T9" fmla="*/ 1030 h 77"/>
                  <a:gd name="T10" fmla="*/ 1118 w 71"/>
                  <a:gd name="T11" fmla="*/ 629 h 77"/>
                  <a:gd name="T12" fmla="*/ 1005 w 71"/>
                  <a:gd name="T13" fmla="*/ 286 h 77"/>
                  <a:gd name="T14" fmla="*/ 847 w 71"/>
                  <a:gd name="T15" fmla="*/ 136 h 77"/>
                  <a:gd name="T16" fmla="*/ 617 w 71"/>
                  <a:gd name="T17" fmla="*/ 0 h 77"/>
                  <a:gd name="T18" fmla="*/ 597 w 71"/>
                  <a:gd name="T19" fmla="*/ 0 h 77"/>
                  <a:gd name="T20" fmla="*/ 83 w 71"/>
                  <a:gd name="T21" fmla="*/ 286 h 77"/>
                  <a:gd name="T22" fmla="*/ 333 w 71"/>
                  <a:gd name="T23" fmla="*/ 1338 h 77"/>
                  <a:gd name="T24" fmla="*/ 83 w 71"/>
                  <a:gd name="T25" fmla="*/ 744 h 77"/>
                  <a:gd name="T26" fmla="*/ 145 w 71"/>
                  <a:gd name="T27" fmla="*/ 321 h 77"/>
                  <a:gd name="T28" fmla="*/ 145 w 71"/>
                  <a:gd name="T29" fmla="*/ 321 h 77"/>
                  <a:gd name="T30" fmla="*/ 584 w 71"/>
                  <a:gd name="T31" fmla="*/ 94 h 77"/>
                  <a:gd name="T32" fmla="*/ 597 w 71"/>
                  <a:gd name="T33" fmla="*/ 94 h 77"/>
                  <a:gd name="T34" fmla="*/ 817 w 71"/>
                  <a:gd name="T35" fmla="*/ 193 h 77"/>
                  <a:gd name="T36" fmla="*/ 975 w 71"/>
                  <a:gd name="T37" fmla="*/ 364 h 77"/>
                  <a:gd name="T38" fmla="*/ 975 w 71"/>
                  <a:gd name="T39" fmla="*/ 974 h 77"/>
                  <a:gd name="T40" fmla="*/ 333 w 71"/>
                  <a:gd name="T41" fmla="*/ 1338 h 77"/>
                  <a:gd name="T42" fmla="*/ 83 w 71"/>
                  <a:gd name="T43" fmla="*/ 286 h 77"/>
                  <a:gd name="T44" fmla="*/ 95 w 71"/>
                  <a:gd name="T45" fmla="*/ 265 h 77"/>
                  <a:gd name="T46" fmla="*/ 83 w 71"/>
                  <a:gd name="T47" fmla="*/ 286 h 77"/>
                  <a:gd name="T48" fmla="*/ 1005 w 71"/>
                  <a:gd name="T49" fmla="*/ 286 h 77"/>
                  <a:gd name="T50" fmla="*/ 1005 w 71"/>
                  <a:gd name="T51" fmla="*/ 286 h 7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1" h="77">
                    <a:moveTo>
                      <a:pt x="5" y="15"/>
                    </a:moveTo>
                    <a:cubicBezTo>
                      <a:pt x="2" y="21"/>
                      <a:pt x="0" y="25"/>
                      <a:pt x="0" y="34"/>
                    </a:cubicBezTo>
                    <a:cubicBezTo>
                      <a:pt x="0" y="35"/>
                      <a:pt x="0" y="37"/>
                      <a:pt x="0" y="39"/>
                    </a:cubicBezTo>
                    <a:cubicBezTo>
                      <a:pt x="1" y="51"/>
                      <a:pt x="11" y="71"/>
                      <a:pt x="20" y="74"/>
                    </a:cubicBezTo>
                    <a:cubicBezTo>
                      <a:pt x="28" y="77"/>
                      <a:pt x="57" y="68"/>
                      <a:pt x="66" y="54"/>
                    </a:cubicBezTo>
                    <a:cubicBezTo>
                      <a:pt x="69" y="47"/>
                      <a:pt x="71" y="40"/>
                      <a:pt x="71" y="33"/>
                    </a:cubicBezTo>
                    <a:cubicBezTo>
                      <a:pt x="71" y="26"/>
                      <a:pt x="69" y="19"/>
                      <a:pt x="64" y="15"/>
                    </a:cubicBezTo>
                    <a:cubicBezTo>
                      <a:pt x="64" y="15"/>
                      <a:pt x="54" y="7"/>
                      <a:pt x="54" y="7"/>
                    </a:cubicBezTo>
                    <a:cubicBezTo>
                      <a:pt x="47" y="1"/>
                      <a:pt x="46" y="1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0" y="0"/>
                      <a:pt x="10" y="5"/>
                      <a:pt x="5" y="15"/>
                    </a:cubicBezTo>
                    <a:close/>
                    <a:moveTo>
                      <a:pt x="21" y="70"/>
                    </a:moveTo>
                    <a:cubicBezTo>
                      <a:pt x="14" y="68"/>
                      <a:pt x="5" y="50"/>
                      <a:pt x="5" y="39"/>
                    </a:cubicBezTo>
                    <a:cubicBezTo>
                      <a:pt x="4" y="26"/>
                      <a:pt x="5" y="23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3" y="10"/>
                      <a:pt x="30" y="4"/>
                      <a:pt x="37" y="5"/>
                    </a:cubicBezTo>
                    <a:cubicBezTo>
                      <a:pt x="37" y="5"/>
                      <a:pt x="38" y="5"/>
                      <a:pt x="38" y="5"/>
                    </a:cubicBezTo>
                    <a:cubicBezTo>
                      <a:pt x="45" y="5"/>
                      <a:pt x="45" y="5"/>
                      <a:pt x="52" y="10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8" y="23"/>
                      <a:pt x="69" y="39"/>
                      <a:pt x="62" y="51"/>
                    </a:cubicBezTo>
                    <a:cubicBezTo>
                      <a:pt x="55" y="64"/>
                      <a:pt x="27" y="72"/>
                      <a:pt x="21" y="70"/>
                    </a:cubicBezTo>
                    <a:close/>
                    <a:moveTo>
                      <a:pt x="5" y="15"/>
                    </a:moveTo>
                    <a:cubicBezTo>
                      <a:pt x="5" y="15"/>
                      <a:pt x="5" y="15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lose/>
                    <a:moveTo>
                      <a:pt x="64" y="15"/>
                    </a:moveTo>
                    <a:cubicBezTo>
                      <a:pt x="64" y="15"/>
                      <a:pt x="64" y="15"/>
                      <a:pt x="64" y="15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5" name="Freeform 720">
                <a:extLst>
                  <a:ext uri="{FF2B5EF4-FFF2-40B4-BE49-F238E27FC236}">
                    <a16:creationId xmlns:a16="http://schemas.microsoft.com/office/drawing/2014/main" id="{7F73E89F-9BED-482F-A422-DC6509AF03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8" y="1963"/>
                <a:ext cx="40" cy="40"/>
              </a:xfrm>
              <a:custGeom>
                <a:avLst/>
                <a:gdLst>
                  <a:gd name="T0" fmla="*/ 33 w 16"/>
                  <a:gd name="T1" fmla="*/ 21 h 15"/>
                  <a:gd name="T2" fmla="*/ 20 w 16"/>
                  <a:gd name="T3" fmla="*/ 35 h 15"/>
                  <a:gd name="T4" fmla="*/ 33 w 16"/>
                  <a:gd name="T5" fmla="*/ 248 h 15"/>
                  <a:gd name="T6" fmla="*/ 63 w 16"/>
                  <a:gd name="T7" fmla="*/ 264 h 15"/>
                  <a:gd name="T8" fmla="*/ 188 w 16"/>
                  <a:gd name="T9" fmla="*/ 264 h 15"/>
                  <a:gd name="T10" fmla="*/ 208 w 16"/>
                  <a:gd name="T11" fmla="*/ 264 h 15"/>
                  <a:gd name="T12" fmla="*/ 220 w 16"/>
                  <a:gd name="T13" fmla="*/ 264 h 15"/>
                  <a:gd name="T14" fmla="*/ 250 w 16"/>
                  <a:gd name="T15" fmla="*/ 248 h 15"/>
                  <a:gd name="T16" fmla="*/ 250 w 16"/>
                  <a:gd name="T17" fmla="*/ 205 h 15"/>
                  <a:gd name="T18" fmla="*/ 33 w 16"/>
                  <a:gd name="T19" fmla="*/ 21 h 15"/>
                  <a:gd name="T20" fmla="*/ 83 w 16"/>
                  <a:gd name="T21" fmla="*/ 115 h 15"/>
                  <a:gd name="T22" fmla="*/ 158 w 16"/>
                  <a:gd name="T23" fmla="*/ 171 h 15"/>
                  <a:gd name="T24" fmla="*/ 95 w 16"/>
                  <a:gd name="T25" fmla="*/ 192 h 15"/>
                  <a:gd name="T26" fmla="*/ 83 w 16"/>
                  <a:gd name="T27" fmla="*/ 115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15">
                    <a:moveTo>
                      <a:pt x="2" y="1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0" y="4"/>
                      <a:pt x="0" y="7"/>
                      <a:pt x="2" y="13"/>
                    </a:cubicBezTo>
                    <a:cubicBezTo>
                      <a:pt x="2" y="14"/>
                      <a:pt x="3" y="15"/>
                      <a:pt x="4" y="14"/>
                    </a:cubicBezTo>
                    <a:cubicBezTo>
                      <a:pt x="8" y="14"/>
                      <a:pt x="10" y="13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4"/>
                      <a:pt x="15" y="13"/>
                      <a:pt x="16" y="13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3" y="6"/>
                      <a:pt x="6" y="0"/>
                      <a:pt x="2" y="1"/>
                    </a:cubicBezTo>
                    <a:close/>
                    <a:moveTo>
                      <a:pt x="5" y="6"/>
                    </a:moveTo>
                    <a:cubicBezTo>
                      <a:pt x="6" y="6"/>
                      <a:pt x="8" y="8"/>
                      <a:pt x="10" y="9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5" y="8"/>
                      <a:pt x="5" y="7"/>
                      <a:pt x="5" y="6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6" name="Freeform 721">
                <a:extLst>
                  <a:ext uri="{FF2B5EF4-FFF2-40B4-BE49-F238E27FC236}">
                    <a16:creationId xmlns:a16="http://schemas.microsoft.com/office/drawing/2014/main" id="{7B7B1D80-3E26-44B3-A5CD-5B08AA193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18" y="1950"/>
                <a:ext cx="52" cy="64"/>
              </a:xfrm>
              <a:custGeom>
                <a:avLst/>
                <a:gdLst>
                  <a:gd name="T0" fmla="*/ 215 w 21"/>
                  <a:gd name="T1" fmla="*/ 0 h 24"/>
                  <a:gd name="T2" fmla="*/ 0 w 21"/>
                  <a:gd name="T3" fmla="*/ 307 h 24"/>
                  <a:gd name="T4" fmla="*/ 12 w 21"/>
                  <a:gd name="T5" fmla="*/ 341 h 24"/>
                  <a:gd name="T6" fmla="*/ 30 w 21"/>
                  <a:gd name="T7" fmla="*/ 363 h 24"/>
                  <a:gd name="T8" fmla="*/ 215 w 21"/>
                  <a:gd name="T9" fmla="*/ 456 h 24"/>
                  <a:gd name="T10" fmla="*/ 245 w 21"/>
                  <a:gd name="T11" fmla="*/ 456 h 24"/>
                  <a:gd name="T12" fmla="*/ 258 w 21"/>
                  <a:gd name="T13" fmla="*/ 435 h 24"/>
                  <a:gd name="T14" fmla="*/ 245 w 21"/>
                  <a:gd name="T15" fmla="*/ 21 h 24"/>
                  <a:gd name="T16" fmla="*/ 215 w 21"/>
                  <a:gd name="T17" fmla="*/ 0 h 24"/>
                  <a:gd name="T18" fmla="*/ 215 w 21"/>
                  <a:gd name="T19" fmla="*/ 93 h 24"/>
                  <a:gd name="T20" fmla="*/ 228 w 21"/>
                  <a:gd name="T21" fmla="*/ 227 h 24"/>
                  <a:gd name="T22" fmla="*/ 215 w 21"/>
                  <a:gd name="T23" fmla="*/ 363 h 24"/>
                  <a:gd name="T24" fmla="*/ 74 w 21"/>
                  <a:gd name="T25" fmla="*/ 285 h 24"/>
                  <a:gd name="T26" fmla="*/ 215 w 21"/>
                  <a:gd name="T27" fmla="*/ 93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24">
                    <a:moveTo>
                      <a:pt x="14" y="0"/>
                    </a:moveTo>
                    <a:cubicBezTo>
                      <a:pt x="12" y="1"/>
                      <a:pt x="2" y="8"/>
                      <a:pt x="0" y="16"/>
                    </a:cubicBezTo>
                    <a:cubicBezTo>
                      <a:pt x="0" y="17"/>
                      <a:pt x="0" y="17"/>
                      <a:pt x="1" y="18"/>
                    </a:cubicBezTo>
                    <a:cubicBezTo>
                      <a:pt x="1" y="18"/>
                      <a:pt x="2" y="19"/>
                      <a:pt x="2" y="19"/>
                    </a:cubicBezTo>
                    <a:cubicBezTo>
                      <a:pt x="7" y="19"/>
                      <a:pt x="8" y="19"/>
                      <a:pt x="14" y="24"/>
                    </a:cubicBezTo>
                    <a:cubicBezTo>
                      <a:pt x="15" y="24"/>
                      <a:pt x="15" y="24"/>
                      <a:pt x="16" y="24"/>
                    </a:cubicBezTo>
                    <a:cubicBezTo>
                      <a:pt x="16" y="24"/>
                      <a:pt x="17" y="24"/>
                      <a:pt x="17" y="23"/>
                    </a:cubicBezTo>
                    <a:cubicBezTo>
                      <a:pt x="21" y="15"/>
                      <a:pt x="19" y="3"/>
                      <a:pt x="16" y="1"/>
                    </a:cubicBezTo>
                    <a:cubicBezTo>
                      <a:pt x="15" y="0"/>
                      <a:pt x="14" y="0"/>
                      <a:pt x="14" y="0"/>
                    </a:cubicBezTo>
                    <a:close/>
                    <a:moveTo>
                      <a:pt x="14" y="5"/>
                    </a:moveTo>
                    <a:cubicBezTo>
                      <a:pt x="15" y="7"/>
                      <a:pt x="15" y="9"/>
                      <a:pt x="15" y="12"/>
                    </a:cubicBezTo>
                    <a:cubicBezTo>
                      <a:pt x="15" y="14"/>
                      <a:pt x="15" y="17"/>
                      <a:pt x="14" y="19"/>
                    </a:cubicBezTo>
                    <a:cubicBezTo>
                      <a:pt x="11" y="16"/>
                      <a:pt x="9" y="15"/>
                      <a:pt x="5" y="15"/>
                    </a:cubicBezTo>
                    <a:cubicBezTo>
                      <a:pt x="7" y="10"/>
                      <a:pt x="12" y="7"/>
                      <a:pt x="14" y="5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7" name="Freeform 722">
                <a:extLst>
                  <a:ext uri="{FF2B5EF4-FFF2-40B4-BE49-F238E27FC236}">
                    <a16:creationId xmlns:a16="http://schemas.microsoft.com/office/drawing/2014/main" id="{F9536432-3F57-472C-B5A8-4681C5828E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55" y="2001"/>
                <a:ext cx="40" cy="34"/>
              </a:xfrm>
              <a:custGeom>
                <a:avLst/>
                <a:gdLst>
                  <a:gd name="T0" fmla="*/ 20 w 16"/>
                  <a:gd name="T1" fmla="*/ 55 h 13"/>
                  <a:gd name="T2" fmla="*/ 0 w 16"/>
                  <a:gd name="T3" fmla="*/ 68 h 13"/>
                  <a:gd name="T4" fmla="*/ 20 w 16"/>
                  <a:gd name="T5" fmla="*/ 110 h 13"/>
                  <a:gd name="T6" fmla="*/ 145 w 16"/>
                  <a:gd name="T7" fmla="*/ 233 h 13"/>
                  <a:gd name="T8" fmla="*/ 175 w 16"/>
                  <a:gd name="T9" fmla="*/ 233 h 13"/>
                  <a:gd name="T10" fmla="*/ 188 w 16"/>
                  <a:gd name="T11" fmla="*/ 212 h 13"/>
                  <a:gd name="T12" fmla="*/ 238 w 16"/>
                  <a:gd name="T13" fmla="*/ 34 h 13"/>
                  <a:gd name="T14" fmla="*/ 208 w 16"/>
                  <a:gd name="T15" fmla="*/ 0 h 13"/>
                  <a:gd name="T16" fmla="*/ 20 w 16"/>
                  <a:gd name="T17" fmla="*/ 55 h 13"/>
                  <a:gd name="T18" fmla="*/ 175 w 16"/>
                  <a:gd name="T19" fmla="*/ 68 h 13"/>
                  <a:gd name="T20" fmla="*/ 158 w 16"/>
                  <a:gd name="T21" fmla="*/ 144 h 13"/>
                  <a:gd name="T22" fmla="*/ 95 w 16"/>
                  <a:gd name="T23" fmla="*/ 89 h 13"/>
                  <a:gd name="T24" fmla="*/ 175 w 16"/>
                  <a:gd name="T25" fmla="*/ 68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0" y="13"/>
                      <a:pt x="11" y="13"/>
                    </a:cubicBezTo>
                    <a:cubicBezTo>
                      <a:pt x="11" y="13"/>
                      <a:pt x="12" y="13"/>
                      <a:pt x="12" y="12"/>
                    </a:cubicBezTo>
                    <a:cubicBezTo>
                      <a:pt x="14" y="10"/>
                      <a:pt x="16" y="5"/>
                      <a:pt x="15" y="2"/>
                    </a:cubicBezTo>
                    <a:cubicBezTo>
                      <a:pt x="15" y="1"/>
                      <a:pt x="14" y="0"/>
                      <a:pt x="13" y="0"/>
                    </a:cubicBezTo>
                    <a:cubicBezTo>
                      <a:pt x="11" y="0"/>
                      <a:pt x="5" y="0"/>
                      <a:pt x="1" y="3"/>
                    </a:cubicBezTo>
                    <a:close/>
                    <a:moveTo>
                      <a:pt x="11" y="4"/>
                    </a:moveTo>
                    <a:cubicBezTo>
                      <a:pt x="11" y="5"/>
                      <a:pt x="10" y="6"/>
                      <a:pt x="10" y="8"/>
                    </a:cubicBezTo>
                    <a:cubicBezTo>
                      <a:pt x="8" y="7"/>
                      <a:pt x="8" y="6"/>
                      <a:pt x="6" y="5"/>
                    </a:cubicBezTo>
                    <a:cubicBezTo>
                      <a:pt x="8" y="4"/>
                      <a:pt x="10" y="4"/>
                      <a:pt x="11" y="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8" name="Freeform 723">
                <a:extLst>
                  <a:ext uri="{FF2B5EF4-FFF2-40B4-BE49-F238E27FC236}">
                    <a16:creationId xmlns:a16="http://schemas.microsoft.com/office/drawing/2014/main" id="{D4E9CDDD-043A-4B71-84BF-7DA93A4F34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53" y="1985"/>
                <a:ext cx="47" cy="29"/>
              </a:xfrm>
              <a:custGeom>
                <a:avLst/>
                <a:gdLst>
                  <a:gd name="T0" fmla="*/ 12 w 19"/>
                  <a:gd name="T1" fmla="*/ 21 h 11"/>
                  <a:gd name="T2" fmla="*/ 30 w 19"/>
                  <a:gd name="T3" fmla="*/ 166 h 11"/>
                  <a:gd name="T4" fmla="*/ 42 w 19"/>
                  <a:gd name="T5" fmla="*/ 182 h 11"/>
                  <a:gd name="T6" fmla="*/ 62 w 19"/>
                  <a:gd name="T7" fmla="*/ 200 h 11"/>
                  <a:gd name="T8" fmla="*/ 92 w 19"/>
                  <a:gd name="T9" fmla="*/ 200 h 11"/>
                  <a:gd name="T10" fmla="*/ 257 w 19"/>
                  <a:gd name="T11" fmla="*/ 124 h 11"/>
                  <a:gd name="T12" fmla="*/ 287 w 19"/>
                  <a:gd name="T13" fmla="*/ 90 h 11"/>
                  <a:gd name="T14" fmla="*/ 257 w 19"/>
                  <a:gd name="T15" fmla="*/ 55 h 11"/>
                  <a:gd name="T16" fmla="*/ 134 w 19"/>
                  <a:gd name="T17" fmla="*/ 34 h 11"/>
                  <a:gd name="T18" fmla="*/ 74 w 19"/>
                  <a:gd name="T19" fmla="*/ 34 h 11"/>
                  <a:gd name="T20" fmla="*/ 12 w 19"/>
                  <a:gd name="T21" fmla="*/ 21 h 11"/>
                  <a:gd name="T22" fmla="*/ 92 w 19"/>
                  <a:gd name="T23" fmla="*/ 111 h 11"/>
                  <a:gd name="T24" fmla="*/ 92 w 19"/>
                  <a:gd name="T25" fmla="*/ 111 h 11"/>
                  <a:gd name="T26" fmla="*/ 92 w 19"/>
                  <a:gd name="T27" fmla="*/ 111 h 11"/>
                  <a:gd name="T28" fmla="*/ 92 w 19"/>
                  <a:gd name="T29" fmla="*/ 111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11">
                    <a:moveTo>
                      <a:pt x="1" y="1"/>
                    </a:moveTo>
                    <a:cubicBezTo>
                      <a:pt x="0" y="2"/>
                      <a:pt x="0" y="4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9" y="9"/>
                      <a:pt x="13" y="8"/>
                      <a:pt x="17" y="7"/>
                    </a:cubicBezTo>
                    <a:cubicBezTo>
                      <a:pt x="18" y="6"/>
                      <a:pt x="19" y="6"/>
                      <a:pt x="19" y="5"/>
                    </a:cubicBezTo>
                    <a:cubicBezTo>
                      <a:pt x="19" y="4"/>
                      <a:pt x="18" y="3"/>
                      <a:pt x="17" y="3"/>
                    </a:cubicBezTo>
                    <a:cubicBezTo>
                      <a:pt x="14" y="2"/>
                      <a:pt x="11" y="2"/>
                      <a:pt x="9" y="2"/>
                    </a:cubicBezTo>
                    <a:cubicBezTo>
                      <a:pt x="7" y="2"/>
                      <a:pt x="5" y="2"/>
                      <a:pt x="5" y="2"/>
                    </a:cubicBezTo>
                    <a:cubicBezTo>
                      <a:pt x="3" y="0"/>
                      <a:pt x="2" y="1"/>
                      <a:pt x="1" y="1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9" name="Freeform 724">
                <a:extLst>
                  <a:ext uri="{FF2B5EF4-FFF2-40B4-BE49-F238E27FC236}">
                    <a16:creationId xmlns:a16="http://schemas.microsoft.com/office/drawing/2014/main" id="{1C5F4C27-2BD3-405C-B6CC-0821FE82ED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50" y="1979"/>
                <a:ext cx="43" cy="40"/>
              </a:xfrm>
              <a:custGeom>
                <a:avLst/>
                <a:gdLst>
                  <a:gd name="T0" fmla="*/ 20 w 17"/>
                  <a:gd name="T1" fmla="*/ 192 h 15"/>
                  <a:gd name="T2" fmla="*/ 20 w 17"/>
                  <a:gd name="T3" fmla="*/ 248 h 15"/>
                  <a:gd name="T4" fmla="*/ 33 w 17"/>
                  <a:gd name="T5" fmla="*/ 264 h 15"/>
                  <a:gd name="T6" fmla="*/ 83 w 17"/>
                  <a:gd name="T7" fmla="*/ 264 h 15"/>
                  <a:gd name="T8" fmla="*/ 83 w 17"/>
                  <a:gd name="T9" fmla="*/ 264 h 15"/>
                  <a:gd name="T10" fmla="*/ 116 w 17"/>
                  <a:gd name="T11" fmla="*/ 227 h 15"/>
                  <a:gd name="T12" fmla="*/ 147 w 17"/>
                  <a:gd name="T13" fmla="*/ 149 h 15"/>
                  <a:gd name="T14" fmla="*/ 225 w 17"/>
                  <a:gd name="T15" fmla="*/ 93 h 15"/>
                  <a:gd name="T16" fmla="*/ 243 w 17"/>
                  <a:gd name="T17" fmla="*/ 93 h 15"/>
                  <a:gd name="T18" fmla="*/ 255 w 17"/>
                  <a:gd name="T19" fmla="*/ 35 h 15"/>
                  <a:gd name="T20" fmla="*/ 225 w 17"/>
                  <a:gd name="T21" fmla="*/ 0 h 15"/>
                  <a:gd name="T22" fmla="*/ 20 w 17"/>
                  <a:gd name="T23" fmla="*/ 192 h 15"/>
                  <a:gd name="T24" fmla="*/ 225 w 17"/>
                  <a:gd name="T25" fmla="*/ 21 h 15"/>
                  <a:gd name="T26" fmla="*/ 225 w 17"/>
                  <a:gd name="T27" fmla="*/ 21 h 15"/>
                  <a:gd name="T28" fmla="*/ 225 w 17"/>
                  <a:gd name="T29" fmla="*/ 21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" h="15">
                    <a:moveTo>
                      <a:pt x="1" y="10"/>
                    </a:moveTo>
                    <a:cubicBezTo>
                      <a:pt x="0" y="11"/>
                      <a:pt x="0" y="12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10" y="7"/>
                      <a:pt x="13" y="5"/>
                      <a:pt x="14" y="5"/>
                    </a:cubicBezTo>
                    <a:cubicBezTo>
                      <a:pt x="14" y="6"/>
                      <a:pt x="15" y="5"/>
                      <a:pt x="15" y="5"/>
                    </a:cubicBezTo>
                    <a:cubicBezTo>
                      <a:pt x="16" y="4"/>
                      <a:pt x="17" y="3"/>
                      <a:pt x="16" y="2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8" y="0"/>
                      <a:pt x="3" y="5"/>
                      <a:pt x="1" y="10"/>
                    </a:cubicBezTo>
                    <a:close/>
                    <a:moveTo>
                      <a:pt x="14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0" name="Freeform 725">
                <a:extLst>
                  <a:ext uri="{FF2B5EF4-FFF2-40B4-BE49-F238E27FC236}">
                    <a16:creationId xmlns:a16="http://schemas.microsoft.com/office/drawing/2014/main" id="{BA2388CE-F1A7-4A52-8BAE-1D005FB5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993"/>
                <a:ext cx="173" cy="194"/>
              </a:xfrm>
              <a:custGeom>
                <a:avLst/>
                <a:gdLst>
                  <a:gd name="T0" fmla="*/ 83 w 69"/>
                  <a:gd name="T1" fmla="*/ 260 h 73"/>
                  <a:gd name="T2" fmla="*/ 567 w 69"/>
                  <a:gd name="T3" fmla="*/ 0 h 73"/>
                  <a:gd name="T4" fmla="*/ 805 w 69"/>
                  <a:gd name="T5" fmla="*/ 133 h 73"/>
                  <a:gd name="T6" fmla="*/ 963 w 69"/>
                  <a:gd name="T7" fmla="*/ 282 h 73"/>
                  <a:gd name="T8" fmla="*/ 975 w 69"/>
                  <a:gd name="T9" fmla="*/ 938 h 73"/>
                  <a:gd name="T10" fmla="*/ 283 w 69"/>
                  <a:gd name="T11" fmla="*/ 1313 h 73"/>
                  <a:gd name="T12" fmla="*/ 20 w 69"/>
                  <a:gd name="T13" fmla="*/ 691 h 73"/>
                  <a:gd name="T14" fmla="*/ 83 w 69"/>
                  <a:gd name="T15" fmla="*/ 26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73">
                    <a:moveTo>
                      <a:pt x="5" y="14"/>
                    </a:moveTo>
                    <a:cubicBezTo>
                      <a:pt x="10" y="5"/>
                      <a:pt x="28" y="0"/>
                      <a:pt x="36" y="0"/>
                    </a:cubicBezTo>
                    <a:cubicBezTo>
                      <a:pt x="43" y="1"/>
                      <a:pt x="43" y="1"/>
                      <a:pt x="51" y="7"/>
                    </a:cubicBezTo>
                    <a:cubicBezTo>
                      <a:pt x="57" y="11"/>
                      <a:pt x="58" y="12"/>
                      <a:pt x="61" y="15"/>
                    </a:cubicBezTo>
                    <a:cubicBezTo>
                      <a:pt x="68" y="21"/>
                      <a:pt x="69" y="37"/>
                      <a:pt x="62" y="50"/>
                    </a:cubicBezTo>
                    <a:cubicBezTo>
                      <a:pt x="54" y="64"/>
                      <a:pt x="26" y="73"/>
                      <a:pt x="18" y="70"/>
                    </a:cubicBezTo>
                    <a:cubicBezTo>
                      <a:pt x="11" y="68"/>
                      <a:pt x="1" y="49"/>
                      <a:pt x="1" y="37"/>
                    </a:cubicBezTo>
                    <a:cubicBezTo>
                      <a:pt x="0" y="24"/>
                      <a:pt x="1" y="20"/>
                      <a:pt x="5" y="14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1" name="Freeform 726">
                <a:extLst>
                  <a:ext uri="{FF2B5EF4-FFF2-40B4-BE49-F238E27FC236}">
                    <a16:creationId xmlns:a16="http://schemas.microsoft.com/office/drawing/2014/main" id="{2AFDBBC0-6726-4FEE-B0D1-1C0522CAA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993"/>
                <a:ext cx="173" cy="194"/>
              </a:xfrm>
              <a:custGeom>
                <a:avLst/>
                <a:gdLst>
                  <a:gd name="T0" fmla="*/ 83 w 69"/>
                  <a:gd name="T1" fmla="*/ 260 h 73"/>
                  <a:gd name="T2" fmla="*/ 554 w 69"/>
                  <a:gd name="T3" fmla="*/ 0 h 73"/>
                  <a:gd name="T4" fmla="*/ 805 w 69"/>
                  <a:gd name="T5" fmla="*/ 133 h 73"/>
                  <a:gd name="T6" fmla="*/ 963 w 69"/>
                  <a:gd name="T7" fmla="*/ 282 h 73"/>
                  <a:gd name="T8" fmla="*/ 975 w 69"/>
                  <a:gd name="T9" fmla="*/ 938 h 73"/>
                  <a:gd name="T10" fmla="*/ 283 w 69"/>
                  <a:gd name="T11" fmla="*/ 1313 h 73"/>
                  <a:gd name="T12" fmla="*/ 0 w 69"/>
                  <a:gd name="T13" fmla="*/ 691 h 73"/>
                  <a:gd name="T14" fmla="*/ 83 w 69"/>
                  <a:gd name="T15" fmla="*/ 26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73">
                    <a:moveTo>
                      <a:pt x="5" y="14"/>
                    </a:moveTo>
                    <a:cubicBezTo>
                      <a:pt x="9" y="5"/>
                      <a:pt x="28" y="0"/>
                      <a:pt x="35" y="0"/>
                    </a:cubicBezTo>
                    <a:cubicBezTo>
                      <a:pt x="43" y="1"/>
                      <a:pt x="43" y="1"/>
                      <a:pt x="51" y="7"/>
                    </a:cubicBezTo>
                    <a:cubicBezTo>
                      <a:pt x="57" y="11"/>
                      <a:pt x="58" y="12"/>
                      <a:pt x="61" y="15"/>
                    </a:cubicBezTo>
                    <a:cubicBezTo>
                      <a:pt x="68" y="21"/>
                      <a:pt x="69" y="37"/>
                      <a:pt x="62" y="50"/>
                    </a:cubicBezTo>
                    <a:cubicBezTo>
                      <a:pt x="54" y="64"/>
                      <a:pt x="26" y="73"/>
                      <a:pt x="18" y="70"/>
                    </a:cubicBezTo>
                    <a:cubicBezTo>
                      <a:pt x="11" y="68"/>
                      <a:pt x="1" y="49"/>
                      <a:pt x="0" y="37"/>
                    </a:cubicBezTo>
                    <a:cubicBezTo>
                      <a:pt x="0" y="24"/>
                      <a:pt x="1" y="20"/>
                      <a:pt x="5" y="14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2" name="Freeform 727">
                <a:extLst>
                  <a:ext uri="{FF2B5EF4-FFF2-40B4-BE49-F238E27FC236}">
                    <a16:creationId xmlns:a16="http://schemas.microsoft.com/office/drawing/2014/main" id="{0DA741AA-A23C-46DD-B57B-E139B67E8E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3" y="1955"/>
                <a:ext cx="72" cy="54"/>
              </a:xfrm>
              <a:custGeom>
                <a:avLst/>
                <a:gdLst>
                  <a:gd name="T0" fmla="*/ 12 w 29"/>
                  <a:gd name="T1" fmla="*/ 116 h 20"/>
                  <a:gd name="T2" fmla="*/ 30 w 29"/>
                  <a:gd name="T3" fmla="*/ 300 h 20"/>
                  <a:gd name="T4" fmla="*/ 166 w 29"/>
                  <a:gd name="T5" fmla="*/ 278 h 20"/>
                  <a:gd name="T6" fmla="*/ 184 w 29"/>
                  <a:gd name="T7" fmla="*/ 300 h 20"/>
                  <a:gd name="T8" fmla="*/ 12 w 29"/>
                  <a:gd name="T9" fmla="*/ 116 h 20"/>
                  <a:gd name="T10" fmla="*/ 382 w 29"/>
                  <a:gd name="T11" fmla="*/ 0 h 20"/>
                  <a:gd name="T12" fmla="*/ 184 w 29"/>
                  <a:gd name="T13" fmla="*/ 300 h 20"/>
                  <a:gd name="T14" fmla="*/ 382 w 29"/>
                  <a:gd name="T15" fmla="*/ 394 h 20"/>
                  <a:gd name="T16" fmla="*/ 382 w 2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0">
                    <a:moveTo>
                      <a:pt x="1" y="6"/>
                    </a:moveTo>
                    <a:cubicBezTo>
                      <a:pt x="0" y="7"/>
                      <a:pt x="1" y="11"/>
                      <a:pt x="2" y="15"/>
                    </a:cubicBezTo>
                    <a:cubicBezTo>
                      <a:pt x="5" y="15"/>
                      <a:pt x="8" y="14"/>
                      <a:pt x="11" y="14"/>
                    </a:cubicBezTo>
                    <a:cubicBezTo>
                      <a:pt x="11" y="14"/>
                      <a:pt x="12" y="15"/>
                      <a:pt x="12" y="15"/>
                    </a:cubicBezTo>
                    <a:cubicBezTo>
                      <a:pt x="10" y="10"/>
                      <a:pt x="3" y="5"/>
                      <a:pt x="1" y="6"/>
                    </a:cubicBezTo>
                    <a:close/>
                    <a:moveTo>
                      <a:pt x="25" y="0"/>
                    </a:moveTo>
                    <a:cubicBezTo>
                      <a:pt x="23" y="1"/>
                      <a:pt x="14" y="7"/>
                      <a:pt x="12" y="15"/>
                    </a:cubicBezTo>
                    <a:cubicBezTo>
                      <a:pt x="18" y="15"/>
                      <a:pt x="19" y="15"/>
                      <a:pt x="25" y="20"/>
                    </a:cubicBezTo>
                    <a:cubicBezTo>
                      <a:pt x="29" y="12"/>
                      <a:pt x="27" y="2"/>
                      <a:pt x="25" y="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3" name="Freeform 728">
                <a:extLst>
                  <a:ext uri="{FF2B5EF4-FFF2-40B4-BE49-F238E27FC236}">
                    <a16:creationId xmlns:a16="http://schemas.microsoft.com/office/drawing/2014/main" id="{DD180DD6-4132-4945-82EF-BBF96F31A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006"/>
                <a:ext cx="30" cy="24"/>
              </a:xfrm>
              <a:custGeom>
                <a:avLst/>
                <a:gdLst>
                  <a:gd name="T0" fmla="*/ 125 w 12"/>
                  <a:gd name="T1" fmla="*/ 171 h 9"/>
                  <a:gd name="T2" fmla="*/ 175 w 12"/>
                  <a:gd name="T3" fmla="*/ 0 h 9"/>
                  <a:gd name="T4" fmla="*/ 0 w 12"/>
                  <a:gd name="T5" fmla="*/ 35 h 9"/>
                  <a:gd name="T6" fmla="*/ 125 w 12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8" y="9"/>
                    </a:moveTo>
                    <a:cubicBezTo>
                      <a:pt x="11" y="5"/>
                      <a:pt x="12" y="1"/>
                      <a:pt x="11" y="0"/>
                    </a:cubicBezTo>
                    <a:cubicBezTo>
                      <a:pt x="9" y="0"/>
                      <a:pt x="4" y="0"/>
                      <a:pt x="0" y="2"/>
                    </a:cubicBezTo>
                    <a:cubicBezTo>
                      <a:pt x="4" y="6"/>
                      <a:pt x="6" y="7"/>
                      <a:pt x="8" y="9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4" name="Freeform 729">
                <a:extLst>
                  <a:ext uri="{FF2B5EF4-FFF2-40B4-BE49-F238E27FC236}">
                    <a16:creationId xmlns:a16="http://schemas.microsoft.com/office/drawing/2014/main" id="{8B273159-3401-432F-B78E-63DDBE1EE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987"/>
                <a:ext cx="40" cy="22"/>
              </a:xfrm>
              <a:custGeom>
                <a:avLst/>
                <a:gdLst>
                  <a:gd name="T0" fmla="*/ 250 w 16"/>
                  <a:gd name="T1" fmla="*/ 83 h 8"/>
                  <a:gd name="T2" fmla="*/ 33 w 16"/>
                  <a:gd name="T3" fmla="*/ 47 h 8"/>
                  <a:gd name="T4" fmla="*/ 63 w 16"/>
                  <a:gd name="T5" fmla="*/ 168 h 8"/>
                  <a:gd name="T6" fmla="*/ 250 w 16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16" y="4"/>
                    </a:moveTo>
                    <a:cubicBezTo>
                      <a:pt x="9" y="2"/>
                      <a:pt x="4" y="5"/>
                      <a:pt x="2" y="2"/>
                    </a:cubicBezTo>
                    <a:cubicBezTo>
                      <a:pt x="0" y="0"/>
                      <a:pt x="2" y="5"/>
                      <a:pt x="4" y="8"/>
                    </a:cubicBezTo>
                    <a:cubicBezTo>
                      <a:pt x="8" y="6"/>
                      <a:pt x="12" y="5"/>
                      <a:pt x="16" y="4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5" name="Freeform 730">
                <a:extLst>
                  <a:ext uri="{FF2B5EF4-FFF2-40B4-BE49-F238E27FC236}">
                    <a16:creationId xmlns:a16="http://schemas.microsoft.com/office/drawing/2014/main" id="{936F41AE-7F2C-4A45-B6C7-8F20B8B4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985"/>
                <a:ext cx="33" cy="26"/>
              </a:xfrm>
              <a:custGeom>
                <a:avLst/>
                <a:gdLst>
                  <a:gd name="T0" fmla="*/ 0 w 13"/>
                  <a:gd name="T1" fmla="*/ 156 h 10"/>
                  <a:gd name="T2" fmla="*/ 20 w 13"/>
                  <a:gd name="T3" fmla="*/ 177 h 10"/>
                  <a:gd name="T4" fmla="*/ 33 w 13"/>
                  <a:gd name="T5" fmla="*/ 177 h 10"/>
                  <a:gd name="T6" fmla="*/ 51 w 13"/>
                  <a:gd name="T7" fmla="*/ 177 h 10"/>
                  <a:gd name="T8" fmla="*/ 84 w 13"/>
                  <a:gd name="T9" fmla="*/ 88 h 10"/>
                  <a:gd name="T10" fmla="*/ 193 w 13"/>
                  <a:gd name="T11" fmla="*/ 21 h 10"/>
                  <a:gd name="T12" fmla="*/ 193 w 13"/>
                  <a:gd name="T13" fmla="*/ 0 h 10"/>
                  <a:gd name="T14" fmla="*/ 0 w 13"/>
                  <a:gd name="T15" fmla="*/ 156 h 10"/>
                  <a:gd name="T16" fmla="*/ 0 w 13"/>
                  <a:gd name="T17" fmla="*/ 15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0" y="9"/>
                    </a:move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3" y="8"/>
                      <a:pt x="4" y="6"/>
                      <a:pt x="5" y="5"/>
                    </a:cubicBezTo>
                    <a:cubicBezTo>
                      <a:pt x="7" y="3"/>
                      <a:pt x="10" y="1"/>
                      <a:pt x="12" y="1"/>
                    </a:cubicBezTo>
                    <a:cubicBezTo>
                      <a:pt x="13" y="1"/>
                      <a:pt x="12" y="0"/>
                      <a:pt x="12" y="0"/>
                    </a:cubicBezTo>
                    <a:cubicBezTo>
                      <a:pt x="7" y="0"/>
                      <a:pt x="3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6" name="Freeform 731">
                <a:extLst>
                  <a:ext uri="{FF2B5EF4-FFF2-40B4-BE49-F238E27FC236}">
                    <a16:creationId xmlns:a16="http://schemas.microsoft.com/office/drawing/2014/main" id="{CDF12B13-08FF-4CB1-9F75-0B5E6EEAF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1961"/>
                <a:ext cx="25" cy="29"/>
              </a:xfrm>
              <a:custGeom>
                <a:avLst/>
                <a:gdLst>
                  <a:gd name="T0" fmla="*/ 0 w 10"/>
                  <a:gd name="T1" fmla="*/ 200 h 11"/>
                  <a:gd name="T2" fmla="*/ 20 w 10"/>
                  <a:gd name="T3" fmla="*/ 166 h 11"/>
                  <a:gd name="T4" fmla="*/ 50 w 10"/>
                  <a:gd name="T5" fmla="*/ 124 h 11"/>
                  <a:gd name="T6" fmla="*/ 83 w 10"/>
                  <a:gd name="T7" fmla="*/ 76 h 11"/>
                  <a:gd name="T8" fmla="*/ 158 w 10"/>
                  <a:gd name="T9" fmla="*/ 0 h 11"/>
                  <a:gd name="T10" fmla="*/ 145 w 10"/>
                  <a:gd name="T11" fmla="*/ 21 h 11"/>
                  <a:gd name="T12" fmla="*/ 95 w 10"/>
                  <a:gd name="T13" fmla="*/ 76 h 11"/>
                  <a:gd name="T14" fmla="*/ 50 w 10"/>
                  <a:gd name="T15" fmla="*/ 200 h 11"/>
                  <a:gd name="T16" fmla="*/ 0 w 10"/>
                  <a:gd name="T17" fmla="*/ 20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1" y="10"/>
                      <a:pt x="1" y="10"/>
                      <a:pt x="1" y="9"/>
                    </a:cubicBezTo>
                    <a:cubicBezTo>
                      <a:pt x="1" y="8"/>
                      <a:pt x="2" y="8"/>
                      <a:pt x="3" y="7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7" y="2"/>
                      <a:pt x="8" y="1"/>
                      <a:pt x="10" y="0"/>
                    </a:cubicBezTo>
                    <a:cubicBezTo>
                      <a:pt x="10" y="0"/>
                      <a:pt x="9" y="1"/>
                      <a:pt x="9" y="1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4" y="7"/>
                      <a:pt x="4" y="9"/>
                      <a:pt x="3" y="11"/>
                    </a:cubicBezTo>
                    <a:cubicBezTo>
                      <a:pt x="2" y="11"/>
                      <a:pt x="1" y="11"/>
                      <a:pt x="0" y="11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7" name="Freeform 732">
                <a:extLst>
                  <a:ext uri="{FF2B5EF4-FFF2-40B4-BE49-F238E27FC236}">
                    <a16:creationId xmlns:a16="http://schemas.microsoft.com/office/drawing/2014/main" id="{2642F6F0-FF35-4FE7-B0CA-A870AAF52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974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41 h 7"/>
                  <a:gd name="T4" fmla="*/ 33 w 2"/>
                  <a:gd name="T5" fmla="*/ 38 h 7"/>
                  <a:gd name="T6" fmla="*/ 20 w 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2"/>
                      <a:pt x="1" y="5"/>
                      <a:pt x="2" y="7"/>
                    </a:cubicBezTo>
                    <a:cubicBezTo>
                      <a:pt x="2" y="5"/>
                      <a:pt x="1" y="3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8" name="Freeform 733">
                <a:extLst>
                  <a:ext uri="{FF2B5EF4-FFF2-40B4-BE49-F238E27FC236}">
                    <a16:creationId xmlns:a16="http://schemas.microsoft.com/office/drawing/2014/main" id="{48F7921A-2354-497B-9181-365DF8D72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009"/>
                <a:ext cx="20" cy="8"/>
              </a:xfrm>
              <a:custGeom>
                <a:avLst/>
                <a:gdLst>
                  <a:gd name="T0" fmla="*/ 0 w 8"/>
                  <a:gd name="T1" fmla="*/ 35 h 3"/>
                  <a:gd name="T2" fmla="*/ 63 w 8"/>
                  <a:gd name="T3" fmla="*/ 0 h 3"/>
                  <a:gd name="T4" fmla="*/ 125 w 8"/>
                  <a:gd name="T5" fmla="*/ 21 h 3"/>
                  <a:gd name="T6" fmla="*/ 50 w 8"/>
                  <a:gd name="T7" fmla="*/ 35 h 3"/>
                  <a:gd name="T8" fmla="*/ 50 w 8"/>
                  <a:gd name="T9" fmla="*/ 56 h 3"/>
                  <a:gd name="T10" fmla="*/ 0 w 8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0"/>
                      <a:pt x="7" y="0"/>
                      <a:pt x="8" y="1"/>
                    </a:cubicBezTo>
                    <a:cubicBezTo>
                      <a:pt x="7" y="0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2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9" name="Freeform 734">
                <a:extLst>
                  <a:ext uri="{FF2B5EF4-FFF2-40B4-BE49-F238E27FC236}">
                    <a16:creationId xmlns:a16="http://schemas.microsoft.com/office/drawing/2014/main" id="{EA065F48-74C1-4C3B-9022-C5E7A512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963"/>
                <a:ext cx="18" cy="24"/>
              </a:xfrm>
              <a:custGeom>
                <a:avLst/>
                <a:gdLst>
                  <a:gd name="T0" fmla="*/ 118 w 7"/>
                  <a:gd name="T1" fmla="*/ 0 h 9"/>
                  <a:gd name="T2" fmla="*/ 0 w 7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4" y="2"/>
                      <a:pt x="1" y="5"/>
                      <a:pt x="0" y="9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0" name="Freeform 735">
                <a:extLst>
                  <a:ext uri="{FF2B5EF4-FFF2-40B4-BE49-F238E27FC236}">
                    <a16:creationId xmlns:a16="http://schemas.microsoft.com/office/drawing/2014/main" id="{AF563881-B650-492C-BE67-C7F39149C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009"/>
                <a:ext cx="18" cy="5"/>
              </a:xfrm>
              <a:custGeom>
                <a:avLst/>
                <a:gdLst>
                  <a:gd name="T0" fmla="*/ 118 w 7"/>
                  <a:gd name="T1" fmla="*/ 0 h 2"/>
                  <a:gd name="T2" fmla="*/ 0 w 7"/>
                  <a:gd name="T3" fmla="*/ 33 h 2"/>
                  <a:gd name="T4" fmla="*/ 118 w 7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2" y="1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1" name="Freeform 736">
                <a:extLst>
                  <a:ext uri="{FF2B5EF4-FFF2-40B4-BE49-F238E27FC236}">
                    <a16:creationId xmlns:a16="http://schemas.microsoft.com/office/drawing/2014/main" id="{17B25FCC-B682-4D3D-93DA-E56B4872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998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0 w 8"/>
                  <a:gd name="T3" fmla="*/ 0 h 3"/>
                  <a:gd name="T4" fmla="*/ 63 w 8"/>
                  <a:gd name="T5" fmla="*/ 0 h 3"/>
                  <a:gd name="T6" fmla="*/ 125 w 8"/>
                  <a:gd name="T7" fmla="*/ 0 h 3"/>
                  <a:gd name="T8" fmla="*/ 83 w 8"/>
                  <a:gd name="T9" fmla="*/ 21 h 3"/>
                  <a:gd name="T10" fmla="*/ 20 w 8"/>
                  <a:gd name="T11" fmla="*/ 56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4" y="2"/>
                      <a:pt x="2" y="2"/>
                      <a:pt x="1" y="3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2" name="Freeform 737">
                <a:extLst>
                  <a:ext uri="{FF2B5EF4-FFF2-40B4-BE49-F238E27FC236}">
                    <a16:creationId xmlns:a16="http://schemas.microsoft.com/office/drawing/2014/main" id="{E34B8D90-72AA-4FB3-83CB-FFE52746A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979"/>
                <a:ext cx="20" cy="16"/>
              </a:xfrm>
              <a:custGeom>
                <a:avLst/>
                <a:gdLst>
                  <a:gd name="T0" fmla="*/ 33 w 8"/>
                  <a:gd name="T1" fmla="*/ 0 h 6"/>
                  <a:gd name="T2" fmla="*/ 0 w 8"/>
                  <a:gd name="T3" fmla="*/ 115 h 6"/>
                  <a:gd name="T4" fmla="*/ 125 w 8"/>
                  <a:gd name="T5" fmla="*/ 93 h 6"/>
                  <a:gd name="T6" fmla="*/ 50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4" y="2"/>
                      <a:pt x="2" y="5"/>
                      <a:pt x="0" y="6"/>
                    </a:cubicBezTo>
                    <a:cubicBezTo>
                      <a:pt x="3" y="5"/>
                      <a:pt x="5" y="5"/>
                      <a:pt x="8" y="5"/>
                    </a:cubicBezTo>
                    <a:cubicBezTo>
                      <a:pt x="6" y="3"/>
                      <a:pt x="5" y="0"/>
                      <a:pt x="3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3" name="Freeform 738">
                <a:extLst>
                  <a:ext uri="{FF2B5EF4-FFF2-40B4-BE49-F238E27FC236}">
                    <a16:creationId xmlns:a16="http://schemas.microsoft.com/office/drawing/2014/main" id="{E0998CAB-B3D2-4437-8E89-FB93D5F06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969"/>
                <a:ext cx="15" cy="34"/>
              </a:xfrm>
              <a:custGeom>
                <a:avLst/>
                <a:gdLst>
                  <a:gd name="T0" fmla="*/ 95 w 6"/>
                  <a:gd name="T1" fmla="*/ 0 h 13"/>
                  <a:gd name="T2" fmla="*/ 95 w 6"/>
                  <a:gd name="T3" fmla="*/ 89 h 13"/>
                  <a:gd name="T4" fmla="*/ 95 w 6"/>
                  <a:gd name="T5" fmla="*/ 165 h 13"/>
                  <a:gd name="T6" fmla="*/ 63 w 6"/>
                  <a:gd name="T7" fmla="*/ 233 h 13"/>
                  <a:gd name="T8" fmla="*/ 33 w 6"/>
                  <a:gd name="T9" fmla="*/ 212 h 13"/>
                  <a:gd name="T10" fmla="*/ 0 w 6"/>
                  <a:gd name="T11" fmla="*/ 178 h 13"/>
                  <a:gd name="T12" fmla="*/ 63 w 6"/>
                  <a:gd name="T13" fmla="*/ 144 h 13"/>
                  <a:gd name="T14" fmla="*/ 83 w 6"/>
                  <a:gd name="T15" fmla="*/ 68 h 13"/>
                  <a:gd name="T16" fmla="*/ 95 w 6"/>
                  <a:gd name="T17" fmla="*/ 21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6" y="1"/>
                      <a:pt x="6" y="3"/>
                      <a:pt x="6" y="5"/>
                    </a:cubicBezTo>
                    <a:cubicBezTo>
                      <a:pt x="6" y="6"/>
                      <a:pt x="6" y="8"/>
                      <a:pt x="6" y="9"/>
                    </a:cubicBezTo>
                    <a:cubicBezTo>
                      <a:pt x="6" y="10"/>
                      <a:pt x="5" y="12"/>
                      <a:pt x="4" y="13"/>
                    </a:cubicBezTo>
                    <a:cubicBezTo>
                      <a:pt x="4" y="12"/>
                      <a:pt x="3" y="12"/>
                      <a:pt x="2" y="12"/>
                    </a:cubicBezTo>
                    <a:cubicBezTo>
                      <a:pt x="1" y="11"/>
                      <a:pt x="1" y="11"/>
                      <a:pt x="0" y="10"/>
                    </a:cubicBezTo>
                    <a:cubicBezTo>
                      <a:pt x="2" y="11"/>
                      <a:pt x="3" y="10"/>
                      <a:pt x="4" y="8"/>
                    </a:cubicBezTo>
                    <a:cubicBezTo>
                      <a:pt x="5" y="7"/>
                      <a:pt x="5" y="5"/>
                      <a:pt x="5" y="4"/>
                    </a:cubicBezTo>
                    <a:cubicBezTo>
                      <a:pt x="5" y="3"/>
                      <a:pt x="6" y="2"/>
                      <a:pt x="6" y="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4" name="Freeform 739">
                <a:extLst>
                  <a:ext uri="{FF2B5EF4-FFF2-40B4-BE49-F238E27FC236}">
                    <a16:creationId xmlns:a16="http://schemas.microsoft.com/office/drawing/2014/main" id="{44AEA2DD-DECD-4EF9-B143-F126B21BF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014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88 h 5"/>
                  <a:gd name="T4" fmla="*/ 63 w 4"/>
                  <a:gd name="T5" fmla="*/ 0 h 5"/>
                  <a:gd name="T6" fmla="*/ 50 w 4"/>
                  <a:gd name="T7" fmla="*/ 34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3"/>
                      <a:pt x="1" y="5"/>
                      <a:pt x="2" y="5"/>
                    </a:cubicBezTo>
                    <a:cubicBezTo>
                      <a:pt x="3" y="5"/>
                      <a:pt x="4" y="1"/>
                      <a:pt x="4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5" name="Freeform 740">
                <a:extLst>
                  <a:ext uri="{FF2B5EF4-FFF2-40B4-BE49-F238E27FC236}">
                    <a16:creationId xmlns:a16="http://schemas.microsoft.com/office/drawing/2014/main" id="{741142D9-5EE7-41BD-9030-9954CDFD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022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21 h 3"/>
                  <a:gd name="T4" fmla="*/ 33 w 4"/>
                  <a:gd name="T5" fmla="*/ 0 h 3"/>
                  <a:gd name="T6" fmla="*/ 0 w 4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1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6" name="Freeform 741">
                <a:extLst>
                  <a:ext uri="{FF2B5EF4-FFF2-40B4-BE49-F238E27FC236}">
                    <a16:creationId xmlns:a16="http://schemas.microsoft.com/office/drawing/2014/main" id="{0FD275CD-FDA2-4D0A-86AC-56AF418B5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01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63 w 4"/>
                  <a:gd name="T3" fmla="*/ 33 h 4"/>
                  <a:gd name="T4" fmla="*/ 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2"/>
                      <a:pt x="3" y="2"/>
                      <a:pt x="4" y="2"/>
                    </a:cubicBezTo>
                    <a:cubicBezTo>
                      <a:pt x="3" y="0"/>
                      <a:pt x="1" y="2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7" name="Freeform 742">
                <a:extLst>
                  <a:ext uri="{FF2B5EF4-FFF2-40B4-BE49-F238E27FC236}">
                    <a16:creationId xmlns:a16="http://schemas.microsoft.com/office/drawing/2014/main" id="{B2047A4F-93FA-461C-85B1-561567CBA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033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88 w 5"/>
                  <a:gd name="T3" fmla="*/ 34 h 5"/>
                  <a:gd name="T4" fmla="*/ 34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3"/>
                      <a:pt x="3" y="2"/>
                      <a:pt x="5" y="2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8" name="Freeform 743">
                <a:extLst>
                  <a:ext uri="{FF2B5EF4-FFF2-40B4-BE49-F238E27FC236}">
                    <a16:creationId xmlns:a16="http://schemas.microsoft.com/office/drawing/2014/main" id="{A834BD17-5490-4716-9BDA-EA9A0B891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017"/>
                <a:ext cx="17" cy="10"/>
              </a:xfrm>
              <a:custGeom>
                <a:avLst/>
                <a:gdLst>
                  <a:gd name="T0" fmla="*/ 12 w 7"/>
                  <a:gd name="T1" fmla="*/ 50 h 4"/>
                  <a:gd name="T2" fmla="*/ 70 w 7"/>
                  <a:gd name="T3" fmla="*/ 50 h 4"/>
                  <a:gd name="T4" fmla="*/ 41 w 7"/>
                  <a:gd name="T5" fmla="*/ 0 h 4"/>
                  <a:gd name="T6" fmla="*/ 0 w 7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1" y="3"/>
                    </a:moveTo>
                    <a:cubicBezTo>
                      <a:pt x="2" y="1"/>
                      <a:pt x="4" y="1"/>
                      <a:pt x="5" y="3"/>
                    </a:cubicBezTo>
                    <a:cubicBezTo>
                      <a:pt x="7" y="2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9" name="Freeform 744">
                <a:extLst>
                  <a:ext uri="{FF2B5EF4-FFF2-40B4-BE49-F238E27FC236}">
                    <a16:creationId xmlns:a16="http://schemas.microsoft.com/office/drawing/2014/main" id="{2BEB149E-B0E1-4635-8C46-558BA97DA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14"/>
                <a:ext cx="20" cy="13"/>
              </a:xfrm>
              <a:custGeom>
                <a:avLst/>
                <a:gdLst>
                  <a:gd name="T0" fmla="*/ 0 w 8"/>
                  <a:gd name="T1" fmla="*/ 34 h 5"/>
                  <a:gd name="T2" fmla="*/ 50 w 8"/>
                  <a:gd name="T3" fmla="*/ 88 h 5"/>
                  <a:gd name="T4" fmla="*/ 83 w 8"/>
                  <a:gd name="T5" fmla="*/ 21 h 5"/>
                  <a:gd name="T6" fmla="*/ 125 w 8"/>
                  <a:gd name="T7" fmla="*/ 21 h 5"/>
                  <a:gd name="T8" fmla="*/ 63 w 8"/>
                  <a:gd name="T9" fmla="*/ 0 h 5"/>
                  <a:gd name="T10" fmla="*/ 0 w 8"/>
                  <a:gd name="T11" fmla="*/ 2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3" y="3"/>
                      <a:pt x="1" y="5"/>
                      <a:pt x="3" y="5"/>
                    </a:cubicBezTo>
                    <a:cubicBezTo>
                      <a:pt x="4" y="5"/>
                      <a:pt x="5" y="2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7" y="0"/>
                      <a:pt x="6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0" name="Freeform 745">
                <a:extLst>
                  <a:ext uri="{FF2B5EF4-FFF2-40B4-BE49-F238E27FC236}">
                    <a16:creationId xmlns:a16="http://schemas.microsoft.com/office/drawing/2014/main" id="{1A2E0C65-5423-46AE-8C71-9A9FCFF7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006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21 h 3"/>
                  <a:gd name="T4" fmla="*/ 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1" name="Freeform 746">
                <a:extLst>
                  <a:ext uri="{FF2B5EF4-FFF2-40B4-BE49-F238E27FC236}">
                    <a16:creationId xmlns:a16="http://schemas.microsoft.com/office/drawing/2014/main" id="{266D45B6-2A9E-410D-B368-5EF0918C6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30"/>
                <a:ext cx="8" cy="11"/>
              </a:xfrm>
              <a:custGeom>
                <a:avLst/>
                <a:gdLst>
                  <a:gd name="T0" fmla="*/ 21 w 3"/>
                  <a:gd name="T1" fmla="*/ 83 h 4"/>
                  <a:gd name="T2" fmla="*/ 56 w 3"/>
                  <a:gd name="T3" fmla="*/ 22 h 4"/>
                  <a:gd name="T4" fmla="*/ 21 w 3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2" y="1"/>
                      <a:pt x="3" y="1"/>
                    </a:cubicBez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92" name="Group 747">
              <a:extLst>
                <a:ext uri="{FF2B5EF4-FFF2-40B4-BE49-F238E27FC236}">
                  <a16:creationId xmlns:a16="http://schemas.microsoft.com/office/drawing/2014/main" id="{C61BEE24-16CC-4505-9912-A2BCF98C17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5" y="1662"/>
              <a:ext cx="1140" cy="941"/>
              <a:chOff x="1935" y="1662"/>
              <a:chExt cx="1140" cy="941"/>
            </a:xfrm>
          </p:grpSpPr>
          <p:sp>
            <p:nvSpPr>
              <p:cNvPr id="67342" name="Freeform 748">
                <a:extLst>
                  <a:ext uri="{FF2B5EF4-FFF2-40B4-BE49-F238E27FC236}">
                    <a16:creationId xmlns:a16="http://schemas.microsoft.com/office/drawing/2014/main" id="{B865087C-70A9-4820-A152-A9E536DE8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02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21 h 3"/>
                  <a:gd name="T4" fmla="*/ 20 w 2"/>
                  <a:gd name="T5" fmla="*/ 21 h 3"/>
                  <a:gd name="T6" fmla="*/ 0 w 2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3" name="Freeform 749">
                <a:extLst>
                  <a:ext uri="{FF2B5EF4-FFF2-40B4-BE49-F238E27FC236}">
                    <a16:creationId xmlns:a16="http://schemas.microsoft.com/office/drawing/2014/main" id="{751B6433-E95E-4767-973A-96F5AA452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01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20 w 2"/>
                  <a:gd name="T5" fmla="*/ 0 h 2"/>
                  <a:gd name="T6" fmla="*/ 0 w 2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4" name="Freeform 750">
                <a:extLst>
                  <a:ext uri="{FF2B5EF4-FFF2-40B4-BE49-F238E27FC236}">
                    <a16:creationId xmlns:a16="http://schemas.microsoft.com/office/drawing/2014/main" id="{DDCD9D87-BC5B-4CD1-87B2-18757BB40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04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63 w 4"/>
                  <a:gd name="T3" fmla="*/ 21 h 3"/>
                  <a:gd name="T4" fmla="*/ 2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2"/>
                      <a:pt x="2" y="0"/>
                      <a:pt x="4" y="1"/>
                    </a:cubicBez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5" name="Freeform 751">
                <a:extLst>
                  <a:ext uri="{FF2B5EF4-FFF2-40B4-BE49-F238E27FC236}">
                    <a16:creationId xmlns:a16="http://schemas.microsoft.com/office/drawing/2014/main" id="{661DDB98-57BF-44F9-A1B1-96C3F3E22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049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56 w 3"/>
                  <a:gd name="T3" fmla="*/ 33 h 4"/>
                  <a:gd name="T4" fmla="*/ 21 w 3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2" y="0"/>
                      <a:pt x="0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6" name="Freeform 752">
                <a:extLst>
                  <a:ext uri="{FF2B5EF4-FFF2-40B4-BE49-F238E27FC236}">
                    <a16:creationId xmlns:a16="http://schemas.microsoft.com/office/drawing/2014/main" id="{A003E58A-63AC-428B-9DF2-6953F1B79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051"/>
                <a:ext cx="23" cy="11"/>
              </a:xfrm>
              <a:custGeom>
                <a:avLst/>
                <a:gdLst>
                  <a:gd name="T0" fmla="*/ 0 w 9"/>
                  <a:gd name="T1" fmla="*/ 83 h 4"/>
                  <a:gd name="T2" fmla="*/ 33 w 9"/>
                  <a:gd name="T3" fmla="*/ 47 h 4"/>
                  <a:gd name="T4" fmla="*/ 66 w 9"/>
                  <a:gd name="T5" fmla="*/ 47 h 4"/>
                  <a:gd name="T6" fmla="*/ 84 w 9"/>
                  <a:gd name="T7" fmla="*/ 61 h 4"/>
                  <a:gd name="T8" fmla="*/ 97 w 9"/>
                  <a:gd name="T9" fmla="*/ 47 h 4"/>
                  <a:gd name="T10" fmla="*/ 151 w 9"/>
                  <a:gd name="T11" fmla="*/ 22 h 4"/>
                  <a:gd name="T12" fmla="*/ 118 w 9"/>
                  <a:gd name="T13" fmla="*/ 0 h 4"/>
                  <a:gd name="T14" fmla="*/ 84 w 9"/>
                  <a:gd name="T15" fmla="*/ 22 h 4"/>
                  <a:gd name="T16" fmla="*/ 33 w 9"/>
                  <a:gd name="T17" fmla="*/ 22 h 4"/>
                  <a:gd name="T18" fmla="*/ 0 w 9"/>
                  <a:gd name="T19" fmla="*/ 83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6" y="4"/>
                      <a:pt x="5" y="3"/>
                      <a:pt x="6" y="2"/>
                    </a:cubicBezTo>
                    <a:cubicBezTo>
                      <a:pt x="6" y="1"/>
                      <a:pt x="7" y="0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7" name="Freeform 753">
                <a:extLst>
                  <a:ext uri="{FF2B5EF4-FFF2-40B4-BE49-F238E27FC236}">
                    <a16:creationId xmlns:a16="http://schemas.microsoft.com/office/drawing/2014/main" id="{56657F08-9E77-435F-A680-29147ED76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001"/>
                <a:ext cx="10" cy="10"/>
              </a:xfrm>
              <a:custGeom>
                <a:avLst/>
                <a:gdLst>
                  <a:gd name="T0" fmla="*/ 63 w 4"/>
                  <a:gd name="T1" fmla="*/ 0 h 4"/>
                  <a:gd name="T2" fmla="*/ 20 w 4"/>
                  <a:gd name="T3" fmla="*/ 63 h 4"/>
                  <a:gd name="T4" fmla="*/ 6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0"/>
                      <a:pt x="1" y="2"/>
                      <a:pt x="1" y="4"/>
                    </a:cubicBez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8" name="Freeform 754">
                <a:extLst>
                  <a:ext uri="{FF2B5EF4-FFF2-40B4-BE49-F238E27FC236}">
                    <a16:creationId xmlns:a16="http://schemas.microsoft.com/office/drawing/2014/main" id="{E6A3DEAD-B0B5-4590-853A-5A4978AE5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99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0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9" name="Freeform 755">
                <a:extLst>
                  <a:ext uri="{FF2B5EF4-FFF2-40B4-BE49-F238E27FC236}">
                    <a16:creationId xmlns:a16="http://schemas.microsoft.com/office/drawing/2014/main" id="{550A4759-D953-4833-9EEE-8CABA3BC0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17"/>
                <a:ext cx="25" cy="24"/>
              </a:xfrm>
              <a:custGeom>
                <a:avLst/>
                <a:gdLst>
                  <a:gd name="T0" fmla="*/ 33 w 10"/>
                  <a:gd name="T1" fmla="*/ 56 h 9"/>
                  <a:gd name="T2" fmla="*/ 33 w 10"/>
                  <a:gd name="T3" fmla="*/ 93 h 9"/>
                  <a:gd name="T4" fmla="*/ 0 w 10"/>
                  <a:gd name="T5" fmla="*/ 171 h 9"/>
                  <a:gd name="T6" fmla="*/ 33 w 10"/>
                  <a:gd name="T7" fmla="*/ 115 h 9"/>
                  <a:gd name="T8" fmla="*/ 83 w 10"/>
                  <a:gd name="T9" fmla="*/ 136 h 9"/>
                  <a:gd name="T10" fmla="*/ 125 w 10"/>
                  <a:gd name="T11" fmla="*/ 115 h 9"/>
                  <a:gd name="T12" fmla="*/ 125 w 10"/>
                  <a:gd name="T13" fmla="*/ 93 h 9"/>
                  <a:gd name="T14" fmla="*/ 145 w 10"/>
                  <a:gd name="T15" fmla="*/ 77 h 9"/>
                  <a:gd name="T16" fmla="*/ 158 w 10"/>
                  <a:gd name="T17" fmla="*/ 77 h 9"/>
                  <a:gd name="T18" fmla="*/ 95 w 10"/>
                  <a:gd name="T19" fmla="*/ 77 h 9"/>
                  <a:gd name="T20" fmla="*/ 63 w 10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2" y="3"/>
                      <a:pt x="2" y="4"/>
                      <a:pt x="2" y="5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1" y="8"/>
                      <a:pt x="1" y="6"/>
                      <a:pt x="2" y="6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9" y="7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9" y="3"/>
                      <a:pt x="7" y="4"/>
                      <a:pt x="6" y="4"/>
                    </a:cubicBezTo>
                    <a:cubicBezTo>
                      <a:pt x="4" y="5"/>
                      <a:pt x="4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0" name="Freeform 756">
                <a:extLst>
                  <a:ext uri="{FF2B5EF4-FFF2-40B4-BE49-F238E27FC236}">
                    <a16:creationId xmlns:a16="http://schemas.microsoft.com/office/drawing/2014/main" id="{45790381-7C18-4D10-A337-2AF2486A4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033"/>
                <a:ext cx="22" cy="18"/>
              </a:xfrm>
              <a:custGeom>
                <a:avLst/>
                <a:gdLst>
                  <a:gd name="T0" fmla="*/ 103 w 9"/>
                  <a:gd name="T1" fmla="*/ 33 h 7"/>
                  <a:gd name="T2" fmla="*/ 71 w 9"/>
                  <a:gd name="T3" fmla="*/ 54 h 7"/>
                  <a:gd name="T4" fmla="*/ 71 w 9"/>
                  <a:gd name="T5" fmla="*/ 67 h 7"/>
                  <a:gd name="T6" fmla="*/ 59 w 9"/>
                  <a:gd name="T7" fmla="*/ 67 h 7"/>
                  <a:gd name="T8" fmla="*/ 0 w 9"/>
                  <a:gd name="T9" fmla="*/ 118 h 7"/>
                  <a:gd name="T10" fmla="*/ 12 w 9"/>
                  <a:gd name="T11" fmla="*/ 85 h 7"/>
                  <a:gd name="T12" fmla="*/ 42 w 9"/>
                  <a:gd name="T13" fmla="*/ 54 h 7"/>
                  <a:gd name="T14" fmla="*/ 59 w 9"/>
                  <a:gd name="T15" fmla="*/ 33 h 7"/>
                  <a:gd name="T16" fmla="*/ 90 w 9"/>
                  <a:gd name="T17" fmla="*/ 21 h 7"/>
                  <a:gd name="T18" fmla="*/ 132 w 9"/>
                  <a:gd name="T19" fmla="*/ 33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7" y="2"/>
                    </a:moveTo>
                    <a:cubicBezTo>
                      <a:pt x="6" y="2"/>
                      <a:pt x="6" y="2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2" y="4"/>
                      <a:pt x="1" y="6"/>
                      <a:pt x="0" y="7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7" y="0"/>
                      <a:pt x="9" y="0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1" name="Freeform 757">
                <a:extLst>
                  <a:ext uri="{FF2B5EF4-FFF2-40B4-BE49-F238E27FC236}">
                    <a16:creationId xmlns:a16="http://schemas.microsoft.com/office/drawing/2014/main" id="{AA466D78-BFB6-4CE6-8846-85794DDBD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04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56 w 3"/>
                  <a:gd name="T3" fmla="*/ 21 h 3"/>
                  <a:gd name="T4" fmla="*/ 21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2" y="1"/>
                      <a:pt x="3" y="1"/>
                    </a:cubicBezTo>
                    <a:cubicBezTo>
                      <a:pt x="1" y="0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2" name="Freeform 758">
                <a:extLst>
                  <a:ext uri="{FF2B5EF4-FFF2-40B4-BE49-F238E27FC236}">
                    <a16:creationId xmlns:a16="http://schemas.microsoft.com/office/drawing/2014/main" id="{297D4C5C-25EA-4AF0-ABC2-90A2F090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067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63 w 4"/>
                  <a:gd name="T3" fmla="*/ 22 h 4"/>
                  <a:gd name="T4" fmla="*/ 20 w 4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1" y="0"/>
                      <a:pt x="0" y="1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3" name="Freeform 759">
                <a:extLst>
                  <a:ext uri="{FF2B5EF4-FFF2-40B4-BE49-F238E27FC236}">
                    <a16:creationId xmlns:a16="http://schemas.microsoft.com/office/drawing/2014/main" id="{22900F44-7BB0-408B-A955-59B83CEA4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057"/>
                <a:ext cx="8" cy="10"/>
              </a:xfrm>
              <a:custGeom>
                <a:avLst/>
                <a:gdLst>
                  <a:gd name="T0" fmla="*/ 0 w 3"/>
                  <a:gd name="T1" fmla="*/ 63 h 4"/>
                  <a:gd name="T2" fmla="*/ 56 w 3"/>
                  <a:gd name="T3" fmla="*/ 33 h 4"/>
                  <a:gd name="T4" fmla="*/ 0 w 3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2" y="2"/>
                      <a:pt x="3" y="2"/>
                    </a:cubicBezTo>
                    <a:cubicBezTo>
                      <a:pt x="1" y="0"/>
                      <a:pt x="0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4" name="Freeform 760">
                <a:extLst>
                  <a:ext uri="{FF2B5EF4-FFF2-40B4-BE49-F238E27FC236}">
                    <a16:creationId xmlns:a16="http://schemas.microsoft.com/office/drawing/2014/main" id="{87B49B7F-1F32-4755-A1FF-A3417938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054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21 h 3"/>
                  <a:gd name="T4" fmla="*/ 0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5" name="Freeform 761">
                <a:extLst>
                  <a:ext uri="{FF2B5EF4-FFF2-40B4-BE49-F238E27FC236}">
                    <a16:creationId xmlns:a16="http://schemas.microsoft.com/office/drawing/2014/main" id="{7460E304-6BDB-4C8E-A631-943787F36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038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21 h 3"/>
                  <a:gd name="T4" fmla="*/ 0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1" y="1"/>
                      <a:pt x="3" y="1"/>
                    </a:cubicBez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6" name="Freeform 762">
                <a:extLst>
                  <a:ext uri="{FF2B5EF4-FFF2-40B4-BE49-F238E27FC236}">
                    <a16:creationId xmlns:a16="http://schemas.microsoft.com/office/drawing/2014/main" id="{60151EF7-821B-43D9-87CD-679EFDA1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067"/>
                <a:ext cx="7" cy="11"/>
              </a:xfrm>
              <a:custGeom>
                <a:avLst/>
                <a:gdLst>
                  <a:gd name="T0" fmla="*/ 12 w 3"/>
                  <a:gd name="T1" fmla="*/ 61 h 4"/>
                  <a:gd name="T2" fmla="*/ 37 w 3"/>
                  <a:gd name="T3" fmla="*/ 0 h 4"/>
                  <a:gd name="T4" fmla="*/ 12 w 3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0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7" name="Freeform 763">
                <a:extLst>
                  <a:ext uri="{FF2B5EF4-FFF2-40B4-BE49-F238E27FC236}">
                    <a16:creationId xmlns:a16="http://schemas.microsoft.com/office/drawing/2014/main" id="{685E01DB-249E-4840-BC9F-60A7A8F81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073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56 w 3"/>
                  <a:gd name="T3" fmla="*/ 0 h 4"/>
                  <a:gd name="T4" fmla="*/ 35 w 3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0" y="3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8" name="Freeform 764">
                <a:extLst>
                  <a:ext uri="{FF2B5EF4-FFF2-40B4-BE49-F238E27FC236}">
                    <a16:creationId xmlns:a16="http://schemas.microsoft.com/office/drawing/2014/main" id="{1DAF0001-F460-4CE4-8FB8-BD3D1BCD8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83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21 h 3"/>
                  <a:gd name="T4" fmla="*/ 0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2" y="1"/>
                      <a:pt x="3" y="1"/>
                    </a:cubicBezTo>
                    <a:cubicBezTo>
                      <a:pt x="2" y="0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9" name="Freeform 765">
                <a:extLst>
                  <a:ext uri="{FF2B5EF4-FFF2-40B4-BE49-F238E27FC236}">
                    <a16:creationId xmlns:a16="http://schemas.microsoft.com/office/drawing/2014/main" id="{0336227D-5496-4EDF-AEA6-A35D9D5EA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075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37 w 3"/>
                  <a:gd name="T3" fmla="*/ 22 h 4"/>
                  <a:gd name="T4" fmla="*/ 12 w 3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2"/>
                      <a:pt x="2" y="1"/>
                      <a:pt x="3" y="1"/>
                    </a:cubicBezTo>
                    <a:cubicBezTo>
                      <a:pt x="2" y="0"/>
                      <a:pt x="0" y="2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0" name="Freeform 766">
                <a:extLst>
                  <a:ext uri="{FF2B5EF4-FFF2-40B4-BE49-F238E27FC236}">
                    <a16:creationId xmlns:a16="http://schemas.microsoft.com/office/drawing/2014/main" id="{5A3DA6C0-4932-435E-BA40-ABB0F6BCF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038"/>
                <a:ext cx="5" cy="11"/>
              </a:xfrm>
              <a:custGeom>
                <a:avLst/>
                <a:gdLst>
                  <a:gd name="T0" fmla="*/ 20 w 2"/>
                  <a:gd name="T1" fmla="*/ 83 h 4"/>
                  <a:gd name="T2" fmla="*/ 33 w 2"/>
                  <a:gd name="T3" fmla="*/ 0 h 4"/>
                  <a:gd name="T4" fmla="*/ 0 w 2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1" name="Freeform 767">
                <a:extLst>
                  <a:ext uri="{FF2B5EF4-FFF2-40B4-BE49-F238E27FC236}">
                    <a16:creationId xmlns:a16="http://schemas.microsoft.com/office/drawing/2014/main" id="{638ED94B-76A4-4DDD-8373-0B9FF75A7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062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21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2" name="Freeform 768">
                <a:extLst>
                  <a:ext uri="{FF2B5EF4-FFF2-40B4-BE49-F238E27FC236}">
                    <a16:creationId xmlns:a16="http://schemas.microsoft.com/office/drawing/2014/main" id="{A5505E51-4B34-4420-A3B4-1DBBF8A8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097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33 w 2"/>
                  <a:gd name="T3" fmla="*/ 0 h 4"/>
                  <a:gd name="T4" fmla="*/ 0 w 2"/>
                  <a:gd name="T5" fmla="*/ 20 h 4"/>
                  <a:gd name="T6" fmla="*/ 20 w 2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1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3" name="Freeform 769">
                <a:extLst>
                  <a:ext uri="{FF2B5EF4-FFF2-40B4-BE49-F238E27FC236}">
                    <a16:creationId xmlns:a16="http://schemas.microsoft.com/office/drawing/2014/main" id="{E2CA1FFB-D583-4FDE-8620-F7A62EC3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081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63 w 4"/>
                  <a:gd name="T3" fmla="*/ 20 h 4"/>
                  <a:gd name="T4" fmla="*/ 2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2" y="2"/>
                      <a:pt x="3" y="1"/>
                      <a:pt x="4" y="1"/>
                    </a:cubicBezTo>
                    <a:cubicBezTo>
                      <a:pt x="3" y="0"/>
                      <a:pt x="0" y="2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4" name="Freeform 770">
                <a:extLst>
                  <a:ext uri="{FF2B5EF4-FFF2-40B4-BE49-F238E27FC236}">
                    <a16:creationId xmlns:a16="http://schemas.microsoft.com/office/drawing/2014/main" id="{EFABFCE1-8B78-4A7B-B65D-2EE85D6DA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094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w 2"/>
                  <a:gd name="T5" fmla="*/ 0 h 3"/>
                  <a:gd name="T6" fmla="*/ 0 w 2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5" name="Freeform 771">
                <a:extLst>
                  <a:ext uri="{FF2B5EF4-FFF2-40B4-BE49-F238E27FC236}">
                    <a16:creationId xmlns:a16="http://schemas.microsoft.com/office/drawing/2014/main" id="{03BD8C4C-CDA3-4773-9523-C30707EF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99"/>
                <a:ext cx="8" cy="11"/>
              </a:xfrm>
              <a:custGeom>
                <a:avLst/>
                <a:gdLst>
                  <a:gd name="T0" fmla="*/ 0 w 3"/>
                  <a:gd name="T1" fmla="*/ 61 h 4"/>
                  <a:gd name="T2" fmla="*/ 56 w 3"/>
                  <a:gd name="T3" fmla="*/ 0 h 4"/>
                  <a:gd name="T4" fmla="*/ 0 w 3"/>
                  <a:gd name="T5" fmla="*/ 22 h 4"/>
                  <a:gd name="T6" fmla="*/ 0 w 3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6" name="Freeform 772">
                <a:extLst>
                  <a:ext uri="{FF2B5EF4-FFF2-40B4-BE49-F238E27FC236}">
                    <a16:creationId xmlns:a16="http://schemas.microsoft.com/office/drawing/2014/main" id="{195B55A0-4237-4014-A8CE-183935001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998"/>
                <a:ext cx="125" cy="184"/>
              </a:xfrm>
              <a:custGeom>
                <a:avLst/>
                <a:gdLst>
                  <a:gd name="T0" fmla="*/ 0 w 50"/>
                  <a:gd name="T1" fmla="*/ 1251 h 69"/>
                  <a:gd name="T2" fmla="*/ 300 w 50"/>
                  <a:gd name="T3" fmla="*/ 1216 h 69"/>
                  <a:gd name="T4" fmla="*/ 675 w 50"/>
                  <a:gd name="T5" fmla="*/ 931 h 69"/>
                  <a:gd name="T6" fmla="*/ 750 w 50"/>
                  <a:gd name="T7" fmla="*/ 456 h 69"/>
                  <a:gd name="T8" fmla="*/ 645 w 50"/>
                  <a:gd name="T9" fmla="*/ 227 h 69"/>
                  <a:gd name="T10" fmla="*/ 438 w 50"/>
                  <a:gd name="T11" fmla="*/ 35 h 69"/>
                  <a:gd name="T12" fmla="*/ 333 w 50"/>
                  <a:gd name="T13" fmla="*/ 0 h 69"/>
                  <a:gd name="T14" fmla="*/ 533 w 50"/>
                  <a:gd name="T15" fmla="*/ 264 h 69"/>
                  <a:gd name="T16" fmla="*/ 458 w 50"/>
                  <a:gd name="T17" fmla="*/ 888 h 69"/>
                  <a:gd name="T18" fmla="*/ 0 w 50"/>
                  <a:gd name="T19" fmla="*/ 1251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9">
                    <a:moveTo>
                      <a:pt x="0" y="66"/>
                    </a:moveTo>
                    <a:cubicBezTo>
                      <a:pt x="3" y="69"/>
                      <a:pt x="13" y="67"/>
                      <a:pt x="19" y="64"/>
                    </a:cubicBezTo>
                    <a:cubicBezTo>
                      <a:pt x="25" y="62"/>
                      <a:pt x="37" y="57"/>
                      <a:pt x="43" y="49"/>
                    </a:cubicBezTo>
                    <a:cubicBezTo>
                      <a:pt x="49" y="41"/>
                      <a:pt x="50" y="29"/>
                      <a:pt x="48" y="24"/>
                    </a:cubicBezTo>
                    <a:cubicBezTo>
                      <a:pt x="47" y="18"/>
                      <a:pt x="45" y="15"/>
                      <a:pt x="41" y="12"/>
                    </a:cubicBezTo>
                    <a:cubicBezTo>
                      <a:pt x="36" y="8"/>
                      <a:pt x="31" y="4"/>
                      <a:pt x="28" y="2"/>
                    </a:cubicBezTo>
                    <a:cubicBezTo>
                      <a:pt x="26" y="0"/>
                      <a:pt x="22" y="0"/>
                      <a:pt x="21" y="0"/>
                    </a:cubicBezTo>
                    <a:cubicBezTo>
                      <a:pt x="24" y="1"/>
                      <a:pt x="32" y="5"/>
                      <a:pt x="34" y="14"/>
                    </a:cubicBezTo>
                    <a:cubicBezTo>
                      <a:pt x="35" y="24"/>
                      <a:pt x="37" y="37"/>
                      <a:pt x="29" y="47"/>
                    </a:cubicBezTo>
                    <a:cubicBezTo>
                      <a:pt x="20" y="57"/>
                      <a:pt x="11" y="69"/>
                      <a:pt x="0" y="66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7" name="Freeform 773">
                <a:extLst>
                  <a:ext uri="{FF2B5EF4-FFF2-40B4-BE49-F238E27FC236}">
                    <a16:creationId xmlns:a16="http://schemas.microsoft.com/office/drawing/2014/main" id="{B23B3C92-4D30-46B8-B798-E4C5B256D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062"/>
                <a:ext cx="125" cy="120"/>
              </a:xfrm>
              <a:custGeom>
                <a:avLst/>
                <a:gdLst>
                  <a:gd name="T0" fmla="*/ 0 w 50"/>
                  <a:gd name="T1" fmla="*/ 797 h 45"/>
                  <a:gd name="T2" fmla="*/ 300 w 50"/>
                  <a:gd name="T3" fmla="*/ 760 h 45"/>
                  <a:gd name="T4" fmla="*/ 675 w 50"/>
                  <a:gd name="T5" fmla="*/ 477 h 45"/>
                  <a:gd name="T6" fmla="*/ 750 w 50"/>
                  <a:gd name="T7" fmla="*/ 0 h 45"/>
                  <a:gd name="T8" fmla="*/ 520 w 50"/>
                  <a:gd name="T9" fmla="*/ 547 h 45"/>
                  <a:gd name="T10" fmla="*/ 0 w 50"/>
                  <a:gd name="T11" fmla="*/ 797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5">
                    <a:moveTo>
                      <a:pt x="0" y="42"/>
                    </a:moveTo>
                    <a:cubicBezTo>
                      <a:pt x="3" y="45"/>
                      <a:pt x="13" y="43"/>
                      <a:pt x="19" y="40"/>
                    </a:cubicBezTo>
                    <a:cubicBezTo>
                      <a:pt x="25" y="38"/>
                      <a:pt x="37" y="33"/>
                      <a:pt x="43" y="25"/>
                    </a:cubicBezTo>
                    <a:cubicBezTo>
                      <a:pt x="49" y="17"/>
                      <a:pt x="50" y="5"/>
                      <a:pt x="48" y="0"/>
                    </a:cubicBezTo>
                    <a:cubicBezTo>
                      <a:pt x="48" y="6"/>
                      <a:pt x="45" y="20"/>
                      <a:pt x="33" y="29"/>
                    </a:cubicBezTo>
                    <a:cubicBezTo>
                      <a:pt x="24" y="37"/>
                      <a:pt x="6" y="44"/>
                      <a:pt x="0" y="4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8" name="Freeform 774">
                <a:extLst>
                  <a:ext uri="{FF2B5EF4-FFF2-40B4-BE49-F238E27FC236}">
                    <a16:creationId xmlns:a16="http://schemas.microsoft.com/office/drawing/2014/main" id="{8FBFF959-3733-4FD1-ADF6-CBAFEAA56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097"/>
                <a:ext cx="60" cy="82"/>
              </a:xfrm>
              <a:custGeom>
                <a:avLst/>
                <a:gdLst>
                  <a:gd name="T0" fmla="*/ 0 w 24"/>
                  <a:gd name="T1" fmla="*/ 0 h 31"/>
                  <a:gd name="T2" fmla="*/ 83 w 24"/>
                  <a:gd name="T3" fmla="*/ 315 h 31"/>
                  <a:gd name="T4" fmla="*/ 270 w 24"/>
                  <a:gd name="T5" fmla="*/ 553 h 31"/>
                  <a:gd name="T6" fmla="*/ 375 w 24"/>
                  <a:gd name="T7" fmla="*/ 518 h 31"/>
                  <a:gd name="T8" fmla="*/ 208 w 24"/>
                  <a:gd name="T9" fmla="*/ 484 h 31"/>
                  <a:gd name="T10" fmla="*/ 0 w 24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1">
                    <a:moveTo>
                      <a:pt x="0" y="0"/>
                    </a:moveTo>
                    <a:cubicBezTo>
                      <a:pt x="0" y="5"/>
                      <a:pt x="1" y="8"/>
                      <a:pt x="5" y="17"/>
                    </a:cubicBezTo>
                    <a:cubicBezTo>
                      <a:pt x="9" y="25"/>
                      <a:pt x="13" y="30"/>
                      <a:pt x="17" y="30"/>
                    </a:cubicBezTo>
                    <a:cubicBezTo>
                      <a:pt x="19" y="31"/>
                      <a:pt x="24" y="28"/>
                      <a:pt x="24" y="28"/>
                    </a:cubicBezTo>
                    <a:cubicBezTo>
                      <a:pt x="22" y="29"/>
                      <a:pt x="16" y="29"/>
                      <a:pt x="13" y="26"/>
                    </a:cubicBezTo>
                    <a:cubicBezTo>
                      <a:pt x="11" y="23"/>
                      <a:pt x="2" y="11"/>
                      <a:pt x="0" y="0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9" name="Freeform 775">
                <a:extLst>
                  <a:ext uri="{FF2B5EF4-FFF2-40B4-BE49-F238E27FC236}">
                    <a16:creationId xmlns:a16="http://schemas.microsoft.com/office/drawing/2014/main" id="{3F754F3E-641B-405F-B70B-6438691CF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022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50 w 8"/>
                  <a:gd name="T3" fmla="*/ 22 h 4"/>
                  <a:gd name="T4" fmla="*/ 63 w 8"/>
                  <a:gd name="T5" fmla="*/ 47 h 4"/>
                  <a:gd name="T6" fmla="*/ 83 w 8"/>
                  <a:gd name="T7" fmla="*/ 47 h 4"/>
                  <a:gd name="T8" fmla="*/ 113 w 8"/>
                  <a:gd name="T9" fmla="*/ 47 h 4"/>
                  <a:gd name="T10" fmla="*/ 113 w 8"/>
                  <a:gd name="T11" fmla="*/ 22 h 4"/>
                  <a:gd name="T12" fmla="*/ 125 w 8"/>
                  <a:gd name="T13" fmla="*/ 0 h 4"/>
                  <a:gd name="T14" fmla="*/ 113 w 8"/>
                  <a:gd name="T15" fmla="*/ 0 h 4"/>
                  <a:gd name="T16" fmla="*/ 113 w 8"/>
                  <a:gd name="T17" fmla="*/ 22 h 4"/>
                  <a:gd name="T18" fmla="*/ 95 w 8"/>
                  <a:gd name="T19" fmla="*/ 22 h 4"/>
                  <a:gd name="T20" fmla="*/ 83 w 8"/>
                  <a:gd name="T21" fmla="*/ 22 h 4"/>
                  <a:gd name="T22" fmla="*/ 50 w 8"/>
                  <a:gd name="T23" fmla="*/ 0 h 4"/>
                  <a:gd name="T24" fmla="*/ 33 w 8"/>
                  <a:gd name="T25" fmla="*/ 22 h 4"/>
                  <a:gd name="T26" fmla="*/ 20 w 8"/>
                  <a:gd name="T27" fmla="*/ 22 h 4"/>
                  <a:gd name="T28" fmla="*/ 0 w 8"/>
                  <a:gd name="T29" fmla="*/ 47 h 4"/>
                  <a:gd name="T30" fmla="*/ 0 w 8"/>
                  <a:gd name="T31" fmla="*/ 61 h 4"/>
                  <a:gd name="T32" fmla="*/ 0 w 8"/>
                  <a:gd name="T33" fmla="*/ 83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1" y="3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0" name="Freeform 776">
                <a:extLst>
                  <a:ext uri="{FF2B5EF4-FFF2-40B4-BE49-F238E27FC236}">
                    <a16:creationId xmlns:a16="http://schemas.microsoft.com/office/drawing/2014/main" id="{82AC2C9F-B6DC-4D8C-9726-C1331FFE9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03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63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1" name="Freeform 777">
                <a:extLst>
                  <a:ext uri="{FF2B5EF4-FFF2-40B4-BE49-F238E27FC236}">
                    <a16:creationId xmlns:a16="http://schemas.microsoft.com/office/drawing/2014/main" id="{FD592192-00EF-42C1-9A3A-5BA8E4425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70"/>
                <a:ext cx="8" cy="11"/>
              </a:xfrm>
              <a:custGeom>
                <a:avLst/>
                <a:gdLst>
                  <a:gd name="T0" fmla="*/ 35 w 3"/>
                  <a:gd name="T1" fmla="*/ 22 h 4"/>
                  <a:gd name="T2" fmla="*/ 21 w 3"/>
                  <a:gd name="T3" fmla="*/ 83 h 4"/>
                  <a:gd name="T4" fmla="*/ 35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2" name="Freeform 778">
                <a:extLst>
                  <a:ext uri="{FF2B5EF4-FFF2-40B4-BE49-F238E27FC236}">
                    <a16:creationId xmlns:a16="http://schemas.microsoft.com/office/drawing/2014/main" id="{07720567-F8F3-48FB-948D-F0D68B17F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137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63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4"/>
                      <a:pt x="2" y="4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3" name="Freeform 779">
                <a:extLst>
                  <a:ext uri="{FF2B5EF4-FFF2-40B4-BE49-F238E27FC236}">
                    <a16:creationId xmlns:a16="http://schemas.microsoft.com/office/drawing/2014/main" id="{D4AB09D3-87FB-443B-98CD-4AEDB0774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078"/>
                <a:ext cx="7" cy="11"/>
              </a:xfrm>
              <a:custGeom>
                <a:avLst/>
                <a:gdLst>
                  <a:gd name="T0" fmla="*/ 28 w 3"/>
                  <a:gd name="T1" fmla="*/ 22 h 4"/>
                  <a:gd name="T2" fmla="*/ 12 w 3"/>
                  <a:gd name="T3" fmla="*/ 83 h 4"/>
                  <a:gd name="T4" fmla="*/ 28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4" name="Freeform 780">
                <a:extLst>
                  <a:ext uri="{FF2B5EF4-FFF2-40B4-BE49-F238E27FC236}">
                    <a16:creationId xmlns:a16="http://schemas.microsoft.com/office/drawing/2014/main" id="{E523B655-5E0E-4A6D-AAB5-C995C310D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06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33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5" name="Freeform 781">
                <a:extLst>
                  <a:ext uri="{FF2B5EF4-FFF2-40B4-BE49-F238E27FC236}">
                    <a16:creationId xmlns:a16="http://schemas.microsoft.com/office/drawing/2014/main" id="{B15CA99E-6FB0-449A-9A4E-16CDF8F6A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05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6" name="Freeform 782">
                <a:extLst>
                  <a:ext uri="{FF2B5EF4-FFF2-40B4-BE49-F238E27FC236}">
                    <a16:creationId xmlns:a16="http://schemas.microsoft.com/office/drawing/2014/main" id="{3CA4D14C-770E-4201-81D3-ABC6BB7FB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01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33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7" name="Freeform 783">
                <a:extLst>
                  <a:ext uri="{FF2B5EF4-FFF2-40B4-BE49-F238E27FC236}">
                    <a16:creationId xmlns:a16="http://schemas.microsoft.com/office/drawing/2014/main" id="{EF15478E-6CDF-46E1-9BF2-903939B1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091"/>
                <a:ext cx="7" cy="8"/>
              </a:xfrm>
              <a:custGeom>
                <a:avLst/>
                <a:gdLst>
                  <a:gd name="T0" fmla="*/ 28 w 3"/>
                  <a:gd name="T1" fmla="*/ 21 h 3"/>
                  <a:gd name="T2" fmla="*/ 12 w 3"/>
                  <a:gd name="T3" fmla="*/ 56 h 3"/>
                  <a:gd name="T4" fmla="*/ 28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8" name="Freeform 784">
                <a:extLst>
                  <a:ext uri="{FF2B5EF4-FFF2-40B4-BE49-F238E27FC236}">
                    <a16:creationId xmlns:a16="http://schemas.microsoft.com/office/drawing/2014/main" id="{70F0E69C-B017-4E42-8410-70BE9227A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6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9" name="Freeform 785">
                <a:extLst>
                  <a:ext uri="{FF2B5EF4-FFF2-40B4-BE49-F238E27FC236}">
                    <a16:creationId xmlns:a16="http://schemas.microsoft.com/office/drawing/2014/main" id="{53E9EBD4-8BF0-4704-B97B-101AB4830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06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0" name="Freeform 786">
                <a:extLst>
                  <a:ext uri="{FF2B5EF4-FFF2-40B4-BE49-F238E27FC236}">
                    <a16:creationId xmlns:a16="http://schemas.microsoft.com/office/drawing/2014/main" id="{892AB195-82CF-4160-AC51-7FF2677C9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09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1" name="Freeform 787">
                <a:extLst>
                  <a:ext uri="{FF2B5EF4-FFF2-40B4-BE49-F238E27FC236}">
                    <a16:creationId xmlns:a16="http://schemas.microsoft.com/office/drawing/2014/main" id="{A99034AE-E2CB-4317-8539-D0E207D68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075"/>
                <a:ext cx="8" cy="11"/>
              </a:xfrm>
              <a:custGeom>
                <a:avLst/>
                <a:gdLst>
                  <a:gd name="T0" fmla="*/ 56 w 3"/>
                  <a:gd name="T1" fmla="*/ 0 h 4"/>
                  <a:gd name="T2" fmla="*/ 21 w 3"/>
                  <a:gd name="T3" fmla="*/ 61 h 4"/>
                  <a:gd name="T4" fmla="*/ 56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2" y="4"/>
                      <a:pt x="1" y="3"/>
                    </a:cubicBezTo>
                    <a:cubicBezTo>
                      <a:pt x="0" y="3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2" name="Freeform 788">
                <a:extLst>
                  <a:ext uri="{FF2B5EF4-FFF2-40B4-BE49-F238E27FC236}">
                    <a16:creationId xmlns:a16="http://schemas.microsoft.com/office/drawing/2014/main" id="{957F456B-602E-40BE-8C92-80FF1C161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057"/>
                <a:ext cx="8" cy="10"/>
              </a:xfrm>
              <a:custGeom>
                <a:avLst/>
                <a:gdLst>
                  <a:gd name="T0" fmla="*/ 35 w 3"/>
                  <a:gd name="T1" fmla="*/ 20 h 4"/>
                  <a:gd name="T2" fmla="*/ 21 w 3"/>
                  <a:gd name="T3" fmla="*/ 63 h 4"/>
                  <a:gd name="T4" fmla="*/ 35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3" name="Freeform 789">
                <a:extLst>
                  <a:ext uri="{FF2B5EF4-FFF2-40B4-BE49-F238E27FC236}">
                    <a16:creationId xmlns:a16="http://schemas.microsoft.com/office/drawing/2014/main" id="{CDE9CCC5-D25C-4E18-B699-3D0DB8250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04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21 w 3"/>
                  <a:gd name="T3" fmla="*/ 63 h 4"/>
                  <a:gd name="T4" fmla="*/ 56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3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4" name="Freeform 790">
                <a:extLst>
                  <a:ext uri="{FF2B5EF4-FFF2-40B4-BE49-F238E27FC236}">
                    <a16:creationId xmlns:a16="http://schemas.microsoft.com/office/drawing/2014/main" id="{05D92DA6-63EF-4A4A-936E-C61FCB9D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02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3" y="4"/>
                      <a:pt x="2" y="4"/>
                    </a:cubicBezTo>
                    <a:cubicBezTo>
                      <a:pt x="0" y="4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5" name="Freeform 791">
                <a:extLst>
                  <a:ext uri="{FF2B5EF4-FFF2-40B4-BE49-F238E27FC236}">
                    <a16:creationId xmlns:a16="http://schemas.microsoft.com/office/drawing/2014/main" id="{B68BEE82-8EC9-46DB-9ABA-348E1CE18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04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3" y="4"/>
                      <a:pt x="2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6" name="Freeform 792">
                <a:extLst>
                  <a:ext uri="{FF2B5EF4-FFF2-40B4-BE49-F238E27FC236}">
                    <a16:creationId xmlns:a16="http://schemas.microsoft.com/office/drawing/2014/main" id="{C5C61B86-92EF-4CB8-A5D1-45B6853F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062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12 w 3"/>
                  <a:gd name="T3" fmla="*/ 83 h 4"/>
                  <a:gd name="T4" fmla="*/ 37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7" name="Freeform 793">
                <a:extLst>
                  <a:ext uri="{FF2B5EF4-FFF2-40B4-BE49-F238E27FC236}">
                    <a16:creationId xmlns:a16="http://schemas.microsoft.com/office/drawing/2014/main" id="{E7409600-A4C1-4E03-AB50-1D8F06E70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033"/>
                <a:ext cx="7" cy="10"/>
              </a:xfrm>
              <a:custGeom>
                <a:avLst/>
                <a:gdLst>
                  <a:gd name="T0" fmla="*/ 28 w 3"/>
                  <a:gd name="T1" fmla="*/ 20 h 4"/>
                  <a:gd name="T2" fmla="*/ 28 w 3"/>
                  <a:gd name="T3" fmla="*/ 63 h 4"/>
                  <a:gd name="T4" fmla="*/ 28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3" y="4"/>
                      <a:pt x="2" y="4"/>
                    </a:cubicBezTo>
                    <a:cubicBezTo>
                      <a:pt x="0" y="4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8" name="Freeform 794">
                <a:extLst>
                  <a:ext uri="{FF2B5EF4-FFF2-40B4-BE49-F238E27FC236}">
                    <a16:creationId xmlns:a16="http://schemas.microsoft.com/office/drawing/2014/main" id="{81374919-388D-42BB-8718-24729D0A8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017"/>
                <a:ext cx="7" cy="10"/>
              </a:xfrm>
              <a:custGeom>
                <a:avLst/>
                <a:gdLst>
                  <a:gd name="T0" fmla="*/ 28 w 3"/>
                  <a:gd name="T1" fmla="*/ 20 h 4"/>
                  <a:gd name="T2" fmla="*/ 12 w 3"/>
                  <a:gd name="T3" fmla="*/ 63 h 4"/>
                  <a:gd name="T4" fmla="*/ 28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9" name="Freeform 795">
                <a:extLst>
                  <a:ext uri="{FF2B5EF4-FFF2-40B4-BE49-F238E27FC236}">
                    <a16:creationId xmlns:a16="http://schemas.microsoft.com/office/drawing/2014/main" id="{D1FF18BF-F8A0-4613-B43B-D17C36683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19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12 w 3"/>
                  <a:gd name="T3" fmla="*/ 35 h 3"/>
                  <a:gd name="T4" fmla="*/ 37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0" name="Freeform 796">
                <a:extLst>
                  <a:ext uri="{FF2B5EF4-FFF2-40B4-BE49-F238E27FC236}">
                    <a16:creationId xmlns:a16="http://schemas.microsoft.com/office/drawing/2014/main" id="{3C968C39-6611-43F0-AFEE-D486B985E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065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12 w 3"/>
                  <a:gd name="T3" fmla="*/ 50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2" y="4"/>
                      <a:pt x="1" y="3"/>
                    </a:cubicBezTo>
                    <a:cubicBezTo>
                      <a:pt x="0" y="3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1" name="Freeform 797">
                <a:extLst>
                  <a:ext uri="{FF2B5EF4-FFF2-40B4-BE49-F238E27FC236}">
                    <a16:creationId xmlns:a16="http://schemas.microsoft.com/office/drawing/2014/main" id="{4AD628DD-5300-4890-94A4-793FE9CAD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03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2" name="Freeform 798">
                <a:extLst>
                  <a:ext uri="{FF2B5EF4-FFF2-40B4-BE49-F238E27FC236}">
                    <a16:creationId xmlns:a16="http://schemas.microsoft.com/office/drawing/2014/main" id="{33956C1A-EC8E-4931-B919-4E504B6A8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078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61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3" name="Freeform 799">
                <a:extLst>
                  <a:ext uri="{FF2B5EF4-FFF2-40B4-BE49-F238E27FC236}">
                    <a16:creationId xmlns:a16="http://schemas.microsoft.com/office/drawing/2014/main" id="{559CA3D0-851C-46AE-B1C4-8C42E3E2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083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12 w 3"/>
                  <a:gd name="T3" fmla="*/ 83 h 4"/>
                  <a:gd name="T4" fmla="*/ 37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4" name="Freeform 800">
                <a:extLst>
                  <a:ext uri="{FF2B5EF4-FFF2-40B4-BE49-F238E27FC236}">
                    <a16:creationId xmlns:a16="http://schemas.microsoft.com/office/drawing/2014/main" id="{2542DCD2-D200-4CEE-AC6B-8FD250598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075"/>
                <a:ext cx="8" cy="11"/>
              </a:xfrm>
              <a:custGeom>
                <a:avLst/>
                <a:gdLst>
                  <a:gd name="T0" fmla="*/ 56 w 3"/>
                  <a:gd name="T1" fmla="*/ 0 h 4"/>
                  <a:gd name="T2" fmla="*/ 21 w 3"/>
                  <a:gd name="T3" fmla="*/ 83 h 4"/>
                  <a:gd name="T4" fmla="*/ 56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4"/>
                      <a:pt x="1" y="4"/>
                    </a:cubicBezTo>
                    <a:cubicBezTo>
                      <a:pt x="0" y="3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5" name="Freeform 801">
                <a:extLst>
                  <a:ext uri="{FF2B5EF4-FFF2-40B4-BE49-F238E27FC236}">
                    <a16:creationId xmlns:a16="http://schemas.microsoft.com/office/drawing/2014/main" id="{6E66C6DD-2D79-4F33-A8EF-60D848EF3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057"/>
                <a:ext cx="7" cy="10"/>
              </a:xfrm>
              <a:custGeom>
                <a:avLst/>
                <a:gdLst>
                  <a:gd name="T0" fmla="*/ 28 w 3"/>
                  <a:gd name="T1" fmla="*/ 20 h 4"/>
                  <a:gd name="T2" fmla="*/ 12 w 3"/>
                  <a:gd name="T3" fmla="*/ 63 h 4"/>
                  <a:gd name="T4" fmla="*/ 28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6" name="Freeform 802">
                <a:extLst>
                  <a:ext uri="{FF2B5EF4-FFF2-40B4-BE49-F238E27FC236}">
                    <a16:creationId xmlns:a16="http://schemas.microsoft.com/office/drawing/2014/main" id="{5C3E943C-EE1B-4680-A8EE-E493F2F4F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09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83 h 4"/>
                  <a:gd name="T4" fmla="*/ 37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3" y="4"/>
                      <a:pt x="2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7" name="Freeform 803">
                <a:extLst>
                  <a:ext uri="{FF2B5EF4-FFF2-40B4-BE49-F238E27FC236}">
                    <a16:creationId xmlns:a16="http://schemas.microsoft.com/office/drawing/2014/main" id="{12EAEB39-FBB9-453F-A7A7-DAE06A04B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121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50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3"/>
                      <a:pt x="3" y="3"/>
                    </a:cubicBezTo>
                    <a:cubicBezTo>
                      <a:pt x="1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8" name="Freeform 804">
                <a:extLst>
                  <a:ext uri="{FF2B5EF4-FFF2-40B4-BE49-F238E27FC236}">
                    <a16:creationId xmlns:a16="http://schemas.microsoft.com/office/drawing/2014/main" id="{EC0D71C9-9DDF-4FD0-9B2B-425971149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04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9" name="Freeform 805">
                <a:extLst>
                  <a:ext uri="{FF2B5EF4-FFF2-40B4-BE49-F238E27FC236}">
                    <a16:creationId xmlns:a16="http://schemas.microsoft.com/office/drawing/2014/main" id="{7E614087-3AB1-41E0-AE06-4CF234166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027"/>
                <a:ext cx="10" cy="11"/>
              </a:xfrm>
              <a:custGeom>
                <a:avLst/>
                <a:gdLst>
                  <a:gd name="T0" fmla="*/ 50 w 4"/>
                  <a:gd name="T1" fmla="*/ 0 h 4"/>
                  <a:gd name="T2" fmla="*/ 33 w 4"/>
                  <a:gd name="T3" fmla="*/ 61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4"/>
                      <a:pt x="2" y="3"/>
                    </a:cubicBezTo>
                    <a:cubicBezTo>
                      <a:pt x="0" y="3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0" name="Freeform 806">
                <a:extLst>
                  <a:ext uri="{FF2B5EF4-FFF2-40B4-BE49-F238E27FC236}">
                    <a16:creationId xmlns:a16="http://schemas.microsoft.com/office/drawing/2014/main" id="{40C16421-4AF6-47BB-B617-556DF608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009"/>
                <a:ext cx="10" cy="13"/>
              </a:xfrm>
              <a:custGeom>
                <a:avLst/>
                <a:gdLst>
                  <a:gd name="T0" fmla="*/ 50 w 4"/>
                  <a:gd name="T1" fmla="*/ 21 h 5"/>
                  <a:gd name="T2" fmla="*/ 20 w 4"/>
                  <a:gd name="T3" fmla="*/ 68 h 5"/>
                  <a:gd name="T4" fmla="*/ 50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4" y="2"/>
                      <a:pt x="2" y="5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1" name="Freeform 807">
                <a:extLst>
                  <a:ext uri="{FF2B5EF4-FFF2-40B4-BE49-F238E27FC236}">
                    <a16:creationId xmlns:a16="http://schemas.microsoft.com/office/drawing/2014/main" id="{03756CF0-D86C-439B-93EB-BB1EB6DC3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009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21 w 3"/>
                  <a:gd name="T3" fmla="*/ 56 h 3"/>
                  <a:gd name="T4" fmla="*/ 35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2" name="Freeform 808">
                <a:extLst>
                  <a:ext uri="{FF2B5EF4-FFF2-40B4-BE49-F238E27FC236}">
                    <a16:creationId xmlns:a16="http://schemas.microsoft.com/office/drawing/2014/main" id="{79BA15C9-2B05-4FB2-87B6-14D26B9ED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003"/>
                <a:ext cx="8" cy="8"/>
              </a:xfrm>
              <a:custGeom>
                <a:avLst/>
                <a:gdLst>
                  <a:gd name="T0" fmla="*/ 56 w 3"/>
                  <a:gd name="T1" fmla="*/ 0 h 3"/>
                  <a:gd name="T2" fmla="*/ 21 w 3"/>
                  <a:gd name="T3" fmla="*/ 35 h 3"/>
                  <a:gd name="T4" fmla="*/ 5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3" name="Freeform 809">
                <a:extLst>
                  <a:ext uri="{FF2B5EF4-FFF2-40B4-BE49-F238E27FC236}">
                    <a16:creationId xmlns:a16="http://schemas.microsoft.com/office/drawing/2014/main" id="{E8284A04-423E-43B7-AE5E-E4D613F0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05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21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4" name="Freeform 810">
                <a:extLst>
                  <a:ext uri="{FF2B5EF4-FFF2-40B4-BE49-F238E27FC236}">
                    <a16:creationId xmlns:a16="http://schemas.microsoft.com/office/drawing/2014/main" id="{543D7002-5020-4FE8-9CCC-C8D176892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067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12 w 3"/>
                  <a:gd name="T3" fmla="*/ 83 h 4"/>
                  <a:gd name="T4" fmla="*/ 37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5" name="Freeform 811">
                <a:extLst>
                  <a:ext uri="{FF2B5EF4-FFF2-40B4-BE49-F238E27FC236}">
                    <a16:creationId xmlns:a16="http://schemas.microsoft.com/office/drawing/2014/main" id="{609160C6-603C-4FF5-84B1-E4783B97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99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33 w 4"/>
                  <a:gd name="T3" fmla="*/ 61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3"/>
                      <a:pt x="2" y="3"/>
                    </a:cubicBezTo>
                    <a:cubicBezTo>
                      <a:pt x="1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6" name="Freeform 812">
                <a:extLst>
                  <a:ext uri="{FF2B5EF4-FFF2-40B4-BE49-F238E27FC236}">
                    <a16:creationId xmlns:a16="http://schemas.microsoft.com/office/drawing/2014/main" id="{2CC8FEF3-4D15-4854-8170-6C0C4EE2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115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61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3"/>
                      <a:pt x="3" y="3"/>
                    </a:cubicBezTo>
                    <a:cubicBezTo>
                      <a:pt x="2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7" name="Freeform 813">
                <a:extLst>
                  <a:ext uri="{FF2B5EF4-FFF2-40B4-BE49-F238E27FC236}">
                    <a16:creationId xmlns:a16="http://schemas.microsoft.com/office/drawing/2014/main" id="{CB8A3F86-5C6E-4771-A463-D21EB4225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12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8" name="Freeform 814">
                <a:extLst>
                  <a:ext uri="{FF2B5EF4-FFF2-40B4-BE49-F238E27FC236}">
                    <a16:creationId xmlns:a16="http://schemas.microsoft.com/office/drawing/2014/main" id="{0819E249-FF13-4CBC-8BC7-33D44D818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13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9" name="Freeform 815">
                <a:extLst>
                  <a:ext uri="{FF2B5EF4-FFF2-40B4-BE49-F238E27FC236}">
                    <a16:creationId xmlns:a16="http://schemas.microsoft.com/office/drawing/2014/main" id="{66BFAC13-E084-4741-BB63-ED0C483A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6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0" name="Freeform 816">
                <a:extLst>
                  <a:ext uri="{FF2B5EF4-FFF2-40B4-BE49-F238E27FC236}">
                    <a16:creationId xmlns:a16="http://schemas.microsoft.com/office/drawing/2014/main" id="{F49E4D6F-141A-4845-86FF-0FCD74D1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142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61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3"/>
                      <a:pt x="3" y="3"/>
                    </a:cubicBezTo>
                    <a:cubicBezTo>
                      <a:pt x="3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1" name="Freeform 817">
                <a:extLst>
                  <a:ext uri="{FF2B5EF4-FFF2-40B4-BE49-F238E27FC236}">
                    <a16:creationId xmlns:a16="http://schemas.microsoft.com/office/drawing/2014/main" id="{9E5C3B8E-6642-48F1-9102-706983ADF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153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50 w 4"/>
                  <a:gd name="T3" fmla="*/ 20 h 4"/>
                  <a:gd name="T4" fmla="*/ 0 w 4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4" y="1"/>
                      <a:pt x="2" y="4"/>
                      <a:pt x="0" y="3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2" name="Freeform 818">
                <a:extLst>
                  <a:ext uri="{FF2B5EF4-FFF2-40B4-BE49-F238E27FC236}">
                    <a16:creationId xmlns:a16="http://schemas.microsoft.com/office/drawing/2014/main" id="{49AE7118-67FA-41EB-963F-13C415D10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03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3" name="Freeform 819">
                <a:extLst>
                  <a:ext uri="{FF2B5EF4-FFF2-40B4-BE49-F238E27FC236}">
                    <a16:creationId xmlns:a16="http://schemas.microsoft.com/office/drawing/2014/main" id="{3D508E20-B8A5-4AA7-AB63-F38EE632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02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2" y="4"/>
                      <a:pt x="1" y="4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4" name="Freeform 820">
                <a:extLst>
                  <a:ext uri="{FF2B5EF4-FFF2-40B4-BE49-F238E27FC236}">
                    <a16:creationId xmlns:a16="http://schemas.microsoft.com/office/drawing/2014/main" id="{B125475E-09DA-48AC-B0CD-2F840CD6A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017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21 w 3"/>
                  <a:gd name="T3" fmla="*/ 56 h 3"/>
                  <a:gd name="T4" fmla="*/ 35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5" name="Freeform 821">
                <a:extLst>
                  <a:ext uri="{FF2B5EF4-FFF2-40B4-BE49-F238E27FC236}">
                    <a16:creationId xmlns:a16="http://schemas.microsoft.com/office/drawing/2014/main" id="{D65A316A-6C54-4D06-B251-4DDE2D46C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00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33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6" name="Freeform 822">
                <a:extLst>
                  <a:ext uri="{FF2B5EF4-FFF2-40B4-BE49-F238E27FC236}">
                    <a16:creationId xmlns:a16="http://schemas.microsoft.com/office/drawing/2014/main" id="{1CE36933-15FA-486F-B514-BD15DDA98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98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7" name="Freeform 823">
                <a:extLst>
                  <a:ext uri="{FF2B5EF4-FFF2-40B4-BE49-F238E27FC236}">
                    <a16:creationId xmlns:a16="http://schemas.microsoft.com/office/drawing/2014/main" id="{2354B691-31DA-4EDC-BCF8-7EEAACED0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02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21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8" name="Freeform 824">
                <a:extLst>
                  <a:ext uri="{FF2B5EF4-FFF2-40B4-BE49-F238E27FC236}">
                    <a16:creationId xmlns:a16="http://schemas.microsoft.com/office/drawing/2014/main" id="{9498F9EC-9D5A-4662-8107-2D34DBF8A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054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9" name="Freeform 825">
                <a:extLst>
                  <a:ext uri="{FF2B5EF4-FFF2-40B4-BE49-F238E27FC236}">
                    <a16:creationId xmlns:a16="http://schemas.microsoft.com/office/drawing/2014/main" id="{F2C57BB2-C7CF-4A91-9975-2FF975A2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049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0" name="Freeform 826">
                <a:extLst>
                  <a:ext uri="{FF2B5EF4-FFF2-40B4-BE49-F238E27FC236}">
                    <a16:creationId xmlns:a16="http://schemas.microsoft.com/office/drawing/2014/main" id="{136C9EAC-215E-4D0B-86D6-5880F412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09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4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1" name="Freeform 827">
                <a:extLst>
                  <a:ext uri="{FF2B5EF4-FFF2-40B4-BE49-F238E27FC236}">
                    <a16:creationId xmlns:a16="http://schemas.microsoft.com/office/drawing/2014/main" id="{2CC43586-3507-4592-B48E-B84E1F87B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134"/>
                <a:ext cx="7" cy="13"/>
              </a:xfrm>
              <a:custGeom>
                <a:avLst/>
                <a:gdLst>
                  <a:gd name="T0" fmla="*/ 37 w 3"/>
                  <a:gd name="T1" fmla="*/ 21 h 5"/>
                  <a:gd name="T2" fmla="*/ 12 w 3"/>
                  <a:gd name="T3" fmla="*/ 68 h 5"/>
                  <a:gd name="T4" fmla="*/ 37 w 3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2"/>
                      <a:pt x="2" y="5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2" name="Freeform 828">
                <a:extLst>
                  <a:ext uri="{FF2B5EF4-FFF2-40B4-BE49-F238E27FC236}">
                    <a16:creationId xmlns:a16="http://schemas.microsoft.com/office/drawing/2014/main" id="{F1DFAA7A-69E0-4843-AFBA-D81B5870C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15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0 w 4"/>
                  <a:gd name="T3" fmla="*/ 61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1" y="4"/>
                      <a:pt x="0" y="3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3" name="Freeform 829">
                <a:extLst>
                  <a:ext uri="{FF2B5EF4-FFF2-40B4-BE49-F238E27FC236}">
                    <a16:creationId xmlns:a16="http://schemas.microsoft.com/office/drawing/2014/main" id="{7A24E098-98C8-4A6E-AB9A-6C925953D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4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20 w 4"/>
                  <a:gd name="T3" fmla="*/ 61 h 4"/>
                  <a:gd name="T4" fmla="*/ 6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2" y="4"/>
                      <a:pt x="1" y="3"/>
                    </a:cubicBezTo>
                    <a:cubicBezTo>
                      <a:pt x="0" y="3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4" name="Freeform 830">
                <a:extLst>
                  <a:ext uri="{FF2B5EF4-FFF2-40B4-BE49-F238E27FC236}">
                    <a16:creationId xmlns:a16="http://schemas.microsoft.com/office/drawing/2014/main" id="{3F8ACC18-5D97-4E48-BFC5-D7558C595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12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33 w 4"/>
                  <a:gd name="T3" fmla="*/ 63 h 4"/>
                  <a:gd name="T4" fmla="*/ 63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0" y="3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5" name="Freeform 831">
                <a:extLst>
                  <a:ext uri="{FF2B5EF4-FFF2-40B4-BE49-F238E27FC236}">
                    <a16:creationId xmlns:a16="http://schemas.microsoft.com/office/drawing/2014/main" id="{D513B750-0718-49AB-A412-B309E675F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11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50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2" y="4"/>
                      <a:pt x="1" y="3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6" name="Freeform 832">
                <a:extLst>
                  <a:ext uri="{FF2B5EF4-FFF2-40B4-BE49-F238E27FC236}">
                    <a16:creationId xmlns:a16="http://schemas.microsoft.com/office/drawing/2014/main" id="{524D906B-0110-4BA8-886E-9F07C12DC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09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63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7" name="Freeform 833">
                <a:extLst>
                  <a:ext uri="{FF2B5EF4-FFF2-40B4-BE49-F238E27FC236}">
                    <a16:creationId xmlns:a16="http://schemas.microsoft.com/office/drawing/2014/main" id="{D5BAF823-6159-4F26-94B7-A212153C5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102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8" name="Freeform 834">
                <a:extLst>
                  <a:ext uri="{FF2B5EF4-FFF2-40B4-BE49-F238E27FC236}">
                    <a16:creationId xmlns:a16="http://schemas.microsoft.com/office/drawing/2014/main" id="{F937E058-856B-4E10-88DF-B1245F81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09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63 h 4"/>
                  <a:gd name="T4" fmla="*/ 37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3" y="4"/>
                      <a:pt x="2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9" name="Freeform 835">
                <a:extLst>
                  <a:ext uri="{FF2B5EF4-FFF2-40B4-BE49-F238E27FC236}">
                    <a16:creationId xmlns:a16="http://schemas.microsoft.com/office/drawing/2014/main" id="{11150A14-62BD-4D8A-A5DB-501439787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115"/>
                <a:ext cx="10" cy="11"/>
              </a:xfrm>
              <a:custGeom>
                <a:avLst/>
                <a:gdLst>
                  <a:gd name="T0" fmla="*/ 50 w 4"/>
                  <a:gd name="T1" fmla="*/ 0 h 4"/>
                  <a:gd name="T2" fmla="*/ 20 w 4"/>
                  <a:gd name="T3" fmla="*/ 61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4"/>
                      <a:pt x="1" y="3"/>
                    </a:cubicBezTo>
                    <a:cubicBezTo>
                      <a:pt x="0" y="3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0" name="Freeform 836">
                <a:extLst>
                  <a:ext uri="{FF2B5EF4-FFF2-40B4-BE49-F238E27FC236}">
                    <a16:creationId xmlns:a16="http://schemas.microsoft.com/office/drawing/2014/main" id="{CCC2112F-B564-4733-9F24-2DED0DE1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129"/>
                <a:ext cx="10" cy="13"/>
              </a:xfrm>
              <a:custGeom>
                <a:avLst/>
                <a:gdLst>
                  <a:gd name="T0" fmla="*/ 50 w 4"/>
                  <a:gd name="T1" fmla="*/ 34 h 5"/>
                  <a:gd name="T2" fmla="*/ 20 w 4"/>
                  <a:gd name="T3" fmla="*/ 68 h 5"/>
                  <a:gd name="T4" fmla="*/ 5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4" y="2"/>
                      <a:pt x="2" y="5"/>
                      <a:pt x="1" y="4"/>
                    </a:cubicBezTo>
                    <a:cubicBezTo>
                      <a:pt x="0" y="4"/>
                      <a:pt x="2" y="0"/>
                      <a:pt x="3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1" name="Freeform 837">
                <a:extLst>
                  <a:ext uri="{FF2B5EF4-FFF2-40B4-BE49-F238E27FC236}">
                    <a16:creationId xmlns:a16="http://schemas.microsoft.com/office/drawing/2014/main" id="{8F376419-84E1-4475-A9E2-6BB82D00D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14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61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3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2" name="Freeform 838">
                <a:extLst>
                  <a:ext uri="{FF2B5EF4-FFF2-40B4-BE49-F238E27FC236}">
                    <a16:creationId xmlns:a16="http://schemas.microsoft.com/office/drawing/2014/main" id="{6A1022FB-2705-4F3D-A183-40C350E6C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107"/>
                <a:ext cx="7" cy="11"/>
              </a:xfrm>
              <a:custGeom>
                <a:avLst/>
                <a:gdLst>
                  <a:gd name="T0" fmla="*/ 28 w 3"/>
                  <a:gd name="T1" fmla="*/ 22 h 4"/>
                  <a:gd name="T2" fmla="*/ 12 w 3"/>
                  <a:gd name="T3" fmla="*/ 83 h 4"/>
                  <a:gd name="T4" fmla="*/ 28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3" name="Freeform 839">
                <a:extLst>
                  <a:ext uri="{FF2B5EF4-FFF2-40B4-BE49-F238E27FC236}">
                    <a16:creationId xmlns:a16="http://schemas.microsoft.com/office/drawing/2014/main" id="{FFCE24E0-F646-47F9-A53D-9AC5CFED8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123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20 w 4"/>
                  <a:gd name="T3" fmla="*/ 56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4" y="0"/>
                      <a:pt x="3" y="3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4" name="Freeform 840">
                <a:extLst>
                  <a:ext uri="{FF2B5EF4-FFF2-40B4-BE49-F238E27FC236}">
                    <a16:creationId xmlns:a16="http://schemas.microsoft.com/office/drawing/2014/main" id="{E8584F6C-ED4A-4EB6-8235-2FB9657CD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081"/>
                <a:ext cx="7" cy="10"/>
              </a:xfrm>
              <a:custGeom>
                <a:avLst/>
                <a:gdLst>
                  <a:gd name="T0" fmla="*/ 28 w 3"/>
                  <a:gd name="T1" fmla="*/ 20 h 4"/>
                  <a:gd name="T2" fmla="*/ 12 w 3"/>
                  <a:gd name="T3" fmla="*/ 63 h 4"/>
                  <a:gd name="T4" fmla="*/ 28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5" name="Freeform 841">
                <a:extLst>
                  <a:ext uri="{FF2B5EF4-FFF2-40B4-BE49-F238E27FC236}">
                    <a16:creationId xmlns:a16="http://schemas.microsoft.com/office/drawing/2014/main" id="{1CCB5605-02F5-4F08-AD6C-744BAD735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163"/>
                <a:ext cx="8" cy="6"/>
              </a:xfrm>
              <a:custGeom>
                <a:avLst/>
                <a:gdLst>
                  <a:gd name="T0" fmla="*/ 56 w 3"/>
                  <a:gd name="T1" fmla="*/ 27 h 2"/>
                  <a:gd name="T2" fmla="*/ 21 w 3"/>
                  <a:gd name="T3" fmla="*/ 27 h 2"/>
                  <a:gd name="T4" fmla="*/ 56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1" y="2"/>
                      <a:pt x="1" y="1"/>
                    </a:cubicBezTo>
                    <a:cubicBezTo>
                      <a:pt x="0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6" name="Freeform 842">
                <a:extLst>
                  <a:ext uri="{FF2B5EF4-FFF2-40B4-BE49-F238E27FC236}">
                    <a16:creationId xmlns:a16="http://schemas.microsoft.com/office/drawing/2014/main" id="{C3DA2EC1-BCE1-4404-A483-F6544FDE5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7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27 h 2"/>
                  <a:gd name="T4" fmla="*/ 33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7" name="Freeform 843">
                <a:extLst>
                  <a:ext uri="{FF2B5EF4-FFF2-40B4-BE49-F238E27FC236}">
                    <a16:creationId xmlns:a16="http://schemas.microsoft.com/office/drawing/2014/main" id="{93DCECFB-5D74-4F66-BC23-4D6A7EC5F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16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20 w 4"/>
                  <a:gd name="T3" fmla="*/ 35 h 3"/>
                  <a:gd name="T4" fmla="*/ 6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1" y="3"/>
                      <a:pt x="1" y="2"/>
                    </a:cubicBezTo>
                    <a:cubicBezTo>
                      <a:pt x="0" y="1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8" name="Freeform 844">
                <a:extLst>
                  <a:ext uri="{FF2B5EF4-FFF2-40B4-BE49-F238E27FC236}">
                    <a16:creationId xmlns:a16="http://schemas.microsoft.com/office/drawing/2014/main" id="{5AF5A82F-91CF-4F7F-80FB-EB032840D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07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12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1" y="3"/>
                    </a:cubicBezTo>
                    <a:cubicBezTo>
                      <a:pt x="0" y="3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9" name="Freeform 845">
                <a:extLst>
                  <a:ext uri="{FF2B5EF4-FFF2-40B4-BE49-F238E27FC236}">
                    <a16:creationId xmlns:a16="http://schemas.microsoft.com/office/drawing/2014/main" id="{AE10E45D-A0AE-4178-95BE-D2EF6F455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04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21 w 3"/>
                  <a:gd name="T3" fmla="*/ 83 h 4"/>
                  <a:gd name="T4" fmla="*/ 56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0" name="Freeform 846">
                <a:extLst>
                  <a:ext uri="{FF2B5EF4-FFF2-40B4-BE49-F238E27FC236}">
                    <a16:creationId xmlns:a16="http://schemas.microsoft.com/office/drawing/2014/main" id="{11D5ACCC-7E19-411C-9A8A-D682382F9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030"/>
                <a:ext cx="7" cy="11"/>
              </a:xfrm>
              <a:custGeom>
                <a:avLst/>
                <a:gdLst>
                  <a:gd name="T0" fmla="*/ 28 w 3"/>
                  <a:gd name="T1" fmla="*/ 22 h 4"/>
                  <a:gd name="T2" fmla="*/ 12 w 3"/>
                  <a:gd name="T3" fmla="*/ 83 h 4"/>
                  <a:gd name="T4" fmla="*/ 28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1" name="Freeform 847">
                <a:extLst>
                  <a:ext uri="{FF2B5EF4-FFF2-40B4-BE49-F238E27FC236}">
                    <a16:creationId xmlns:a16="http://schemas.microsoft.com/office/drawing/2014/main" id="{FDD58483-F99A-4C4A-B631-00EEBF899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13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61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3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2" name="Freeform 848">
                <a:extLst>
                  <a:ext uri="{FF2B5EF4-FFF2-40B4-BE49-F238E27FC236}">
                    <a16:creationId xmlns:a16="http://schemas.microsoft.com/office/drawing/2014/main" id="{191EB7F6-9607-4AD2-8C0D-60D6BA53E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118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21 w 3"/>
                  <a:gd name="T3" fmla="*/ 61 h 4"/>
                  <a:gd name="T4" fmla="*/ 56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4"/>
                      <a:pt x="1" y="3"/>
                    </a:cubicBezTo>
                    <a:cubicBezTo>
                      <a:pt x="0" y="3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3" name="Freeform 849">
                <a:extLst>
                  <a:ext uri="{FF2B5EF4-FFF2-40B4-BE49-F238E27FC236}">
                    <a16:creationId xmlns:a16="http://schemas.microsoft.com/office/drawing/2014/main" id="{B472B2DC-C969-4876-B0E8-4A464D9AA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11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4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4" name="Freeform 850">
                <a:extLst>
                  <a:ext uri="{FF2B5EF4-FFF2-40B4-BE49-F238E27FC236}">
                    <a16:creationId xmlns:a16="http://schemas.microsoft.com/office/drawing/2014/main" id="{F135E9BA-E07C-4BC1-BA85-71CF7F85C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099"/>
                <a:ext cx="10" cy="14"/>
              </a:xfrm>
              <a:custGeom>
                <a:avLst/>
                <a:gdLst>
                  <a:gd name="T0" fmla="*/ 50 w 4"/>
                  <a:gd name="T1" fmla="*/ 22 h 5"/>
                  <a:gd name="T2" fmla="*/ 20 w 4"/>
                  <a:gd name="T3" fmla="*/ 87 h 5"/>
                  <a:gd name="T4" fmla="*/ 50 w 4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4" y="2"/>
                      <a:pt x="2" y="5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5" name="Freeform 851">
                <a:extLst>
                  <a:ext uri="{FF2B5EF4-FFF2-40B4-BE49-F238E27FC236}">
                    <a16:creationId xmlns:a16="http://schemas.microsoft.com/office/drawing/2014/main" id="{EFB23354-E366-4189-89FA-40DB9AA78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0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6" name="Freeform 852">
                <a:extLst>
                  <a:ext uri="{FF2B5EF4-FFF2-40B4-BE49-F238E27FC236}">
                    <a16:creationId xmlns:a16="http://schemas.microsoft.com/office/drawing/2014/main" id="{3F642A1A-7E65-4006-8E58-2255B3461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08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4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7" name="Freeform 853">
                <a:extLst>
                  <a:ext uri="{FF2B5EF4-FFF2-40B4-BE49-F238E27FC236}">
                    <a16:creationId xmlns:a16="http://schemas.microsoft.com/office/drawing/2014/main" id="{E6F54CC7-EF0D-4AB2-A18D-539E5BCD5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118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8" name="Freeform 854">
                <a:extLst>
                  <a:ext uri="{FF2B5EF4-FFF2-40B4-BE49-F238E27FC236}">
                    <a16:creationId xmlns:a16="http://schemas.microsoft.com/office/drawing/2014/main" id="{3C3E5511-A606-474B-94D2-DD99F300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033"/>
                <a:ext cx="7" cy="10"/>
              </a:xfrm>
              <a:custGeom>
                <a:avLst/>
                <a:gdLst>
                  <a:gd name="T0" fmla="*/ 28 w 3"/>
                  <a:gd name="T1" fmla="*/ 20 h 4"/>
                  <a:gd name="T2" fmla="*/ 12 w 3"/>
                  <a:gd name="T3" fmla="*/ 63 h 4"/>
                  <a:gd name="T4" fmla="*/ 28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9" name="Freeform 855">
                <a:extLst>
                  <a:ext uri="{FF2B5EF4-FFF2-40B4-BE49-F238E27FC236}">
                    <a16:creationId xmlns:a16="http://schemas.microsoft.com/office/drawing/2014/main" id="{A894D114-90FE-4807-A9D1-A8D2F71ED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070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12 w 3"/>
                  <a:gd name="T3" fmla="*/ 83 h 4"/>
                  <a:gd name="T4" fmla="*/ 37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0" name="Freeform 856">
                <a:extLst>
                  <a:ext uri="{FF2B5EF4-FFF2-40B4-BE49-F238E27FC236}">
                    <a16:creationId xmlns:a16="http://schemas.microsoft.com/office/drawing/2014/main" id="{4EC8D55C-3F0E-4360-AB61-9F8B6180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137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33 w 4"/>
                  <a:gd name="T3" fmla="*/ 63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0"/>
                      <a:pt x="3" y="3"/>
                      <a:pt x="2" y="4"/>
                    </a:cubicBezTo>
                    <a:cubicBezTo>
                      <a:pt x="1" y="4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1" name="Freeform 857">
                <a:extLst>
                  <a:ext uri="{FF2B5EF4-FFF2-40B4-BE49-F238E27FC236}">
                    <a16:creationId xmlns:a16="http://schemas.microsoft.com/office/drawing/2014/main" id="{F39C6FBC-7445-4A0C-A5F5-0AAB81B95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07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3" y="4"/>
                      <a:pt x="1" y="4"/>
                    </a:cubicBezTo>
                    <a:cubicBezTo>
                      <a:pt x="0" y="3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2" name="Freeform 858">
                <a:extLst>
                  <a:ext uri="{FF2B5EF4-FFF2-40B4-BE49-F238E27FC236}">
                    <a16:creationId xmlns:a16="http://schemas.microsoft.com/office/drawing/2014/main" id="{7BC02F44-818F-4539-BA03-800E96E44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06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56 h 3"/>
                  <a:gd name="T4" fmla="*/ 2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1" y="3"/>
                    </a:cubicBezTo>
                    <a:cubicBezTo>
                      <a:pt x="0" y="3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3" name="Freeform 859">
                <a:extLst>
                  <a:ext uri="{FF2B5EF4-FFF2-40B4-BE49-F238E27FC236}">
                    <a16:creationId xmlns:a16="http://schemas.microsoft.com/office/drawing/2014/main" id="{7DB5B064-EDE5-4503-A9D4-03C1F762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051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35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4" name="Freeform 860">
                <a:extLst>
                  <a:ext uri="{FF2B5EF4-FFF2-40B4-BE49-F238E27FC236}">
                    <a16:creationId xmlns:a16="http://schemas.microsoft.com/office/drawing/2014/main" id="{5C59D959-C987-4C3C-938D-6B7B1EFBB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01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5" name="Freeform 861">
                <a:extLst>
                  <a:ext uri="{FF2B5EF4-FFF2-40B4-BE49-F238E27FC236}">
                    <a16:creationId xmlns:a16="http://schemas.microsoft.com/office/drawing/2014/main" id="{60B7D185-3EBD-4134-A19A-999D93D30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09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6" name="Freeform 862">
                <a:extLst>
                  <a:ext uri="{FF2B5EF4-FFF2-40B4-BE49-F238E27FC236}">
                    <a16:creationId xmlns:a16="http://schemas.microsoft.com/office/drawing/2014/main" id="{DB1205F0-D75C-4BF1-B8F2-B461AC372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67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7" name="Freeform 863">
                <a:extLst>
                  <a:ext uri="{FF2B5EF4-FFF2-40B4-BE49-F238E27FC236}">
                    <a16:creationId xmlns:a16="http://schemas.microsoft.com/office/drawing/2014/main" id="{32F5FAD2-1695-43A6-A1D4-306CD8974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06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35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8" name="Freeform 864">
                <a:extLst>
                  <a:ext uri="{FF2B5EF4-FFF2-40B4-BE49-F238E27FC236}">
                    <a16:creationId xmlns:a16="http://schemas.microsoft.com/office/drawing/2014/main" id="{F8AC45EE-37AE-4A65-8B10-9F4376C5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094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9" name="Freeform 865">
                <a:extLst>
                  <a:ext uri="{FF2B5EF4-FFF2-40B4-BE49-F238E27FC236}">
                    <a16:creationId xmlns:a16="http://schemas.microsoft.com/office/drawing/2014/main" id="{CFFFFB19-6953-4C3A-8867-3ECFE045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07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63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4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0" name="Freeform 866">
                <a:extLst>
                  <a:ext uri="{FF2B5EF4-FFF2-40B4-BE49-F238E27FC236}">
                    <a16:creationId xmlns:a16="http://schemas.microsoft.com/office/drawing/2014/main" id="{7C95C7D7-095F-4533-BC92-224956C9D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05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63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3" y="4"/>
                      <a:pt x="1" y="4"/>
                    </a:cubicBezTo>
                    <a:cubicBezTo>
                      <a:pt x="0" y="3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1" name="Freeform 867">
                <a:extLst>
                  <a:ext uri="{FF2B5EF4-FFF2-40B4-BE49-F238E27FC236}">
                    <a16:creationId xmlns:a16="http://schemas.microsoft.com/office/drawing/2014/main" id="{DD36621D-2F55-4883-9C5A-6C274CF13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041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20 w 4"/>
                  <a:gd name="T3" fmla="*/ 50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4"/>
                      <a:pt x="1" y="3"/>
                    </a:cubicBezTo>
                    <a:cubicBezTo>
                      <a:pt x="0" y="3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2" name="Freeform 868">
                <a:extLst>
                  <a:ext uri="{FF2B5EF4-FFF2-40B4-BE49-F238E27FC236}">
                    <a16:creationId xmlns:a16="http://schemas.microsoft.com/office/drawing/2014/main" id="{AD8770A7-2A55-4441-9A66-4164498D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02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2" y="4"/>
                      <a:pt x="1" y="4"/>
                    </a:cubicBezTo>
                    <a:cubicBezTo>
                      <a:pt x="0" y="3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3" name="Freeform 869">
                <a:extLst>
                  <a:ext uri="{FF2B5EF4-FFF2-40B4-BE49-F238E27FC236}">
                    <a16:creationId xmlns:a16="http://schemas.microsoft.com/office/drawing/2014/main" id="{126CADA4-5C8C-4C59-8D03-1E6997DB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046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12 w 3"/>
                  <a:gd name="T3" fmla="*/ 8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3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4" name="Freeform 870">
                <a:extLst>
                  <a:ext uri="{FF2B5EF4-FFF2-40B4-BE49-F238E27FC236}">
                    <a16:creationId xmlns:a16="http://schemas.microsoft.com/office/drawing/2014/main" id="{72112CF6-4156-4AB4-B757-E52215504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06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3" y="4"/>
                      <a:pt x="1" y="4"/>
                    </a:cubicBezTo>
                    <a:cubicBezTo>
                      <a:pt x="0" y="3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5" name="Freeform 871">
                <a:extLst>
                  <a:ext uri="{FF2B5EF4-FFF2-40B4-BE49-F238E27FC236}">
                    <a16:creationId xmlns:a16="http://schemas.microsoft.com/office/drawing/2014/main" id="{A6F90798-1189-4157-BB21-4DE80809A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033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12 w 3"/>
                  <a:gd name="T3" fmla="*/ 6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6" name="Freeform 872">
                <a:extLst>
                  <a:ext uri="{FF2B5EF4-FFF2-40B4-BE49-F238E27FC236}">
                    <a16:creationId xmlns:a16="http://schemas.microsoft.com/office/drawing/2014/main" id="{394AADFC-E124-4315-8AF3-692EB69F4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01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63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7" name="Freeform 873">
                <a:extLst>
                  <a:ext uri="{FF2B5EF4-FFF2-40B4-BE49-F238E27FC236}">
                    <a16:creationId xmlns:a16="http://schemas.microsoft.com/office/drawing/2014/main" id="{C185D48D-35DB-47F8-A9DA-9357DA99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17"/>
                <a:ext cx="7" cy="8"/>
              </a:xfrm>
              <a:custGeom>
                <a:avLst/>
                <a:gdLst>
                  <a:gd name="T0" fmla="*/ 28 w 3"/>
                  <a:gd name="T1" fmla="*/ 21 h 3"/>
                  <a:gd name="T2" fmla="*/ 12 w 3"/>
                  <a:gd name="T3" fmla="*/ 56 h 3"/>
                  <a:gd name="T4" fmla="*/ 28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1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8" name="Freeform 874">
                <a:extLst>
                  <a:ext uri="{FF2B5EF4-FFF2-40B4-BE49-F238E27FC236}">
                    <a16:creationId xmlns:a16="http://schemas.microsoft.com/office/drawing/2014/main" id="{CEF4AB5F-1DDB-4663-AC7B-6F5A33338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06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3" y="4"/>
                      <a:pt x="2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9" name="Freeform 875">
                <a:extLst>
                  <a:ext uri="{FF2B5EF4-FFF2-40B4-BE49-F238E27FC236}">
                    <a16:creationId xmlns:a16="http://schemas.microsoft.com/office/drawing/2014/main" id="{0F18E7CC-FBDE-45D5-94E3-E8BE8A310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038"/>
                <a:ext cx="7" cy="11"/>
              </a:xfrm>
              <a:custGeom>
                <a:avLst/>
                <a:gdLst>
                  <a:gd name="T0" fmla="*/ 28 w 3"/>
                  <a:gd name="T1" fmla="*/ 22 h 4"/>
                  <a:gd name="T2" fmla="*/ 12 w 3"/>
                  <a:gd name="T3" fmla="*/ 83 h 4"/>
                  <a:gd name="T4" fmla="*/ 28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0" name="Freeform 876">
                <a:extLst>
                  <a:ext uri="{FF2B5EF4-FFF2-40B4-BE49-F238E27FC236}">
                    <a16:creationId xmlns:a16="http://schemas.microsoft.com/office/drawing/2014/main" id="{31BD6E07-60A8-47B1-9132-2A65F62E5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07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1" name="Freeform 877">
                <a:extLst>
                  <a:ext uri="{FF2B5EF4-FFF2-40B4-BE49-F238E27FC236}">
                    <a16:creationId xmlns:a16="http://schemas.microsoft.com/office/drawing/2014/main" id="{A3A3E56C-98F0-44AA-A03A-282C2B8D3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08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3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2" name="Freeform 878">
                <a:extLst>
                  <a:ext uri="{FF2B5EF4-FFF2-40B4-BE49-F238E27FC236}">
                    <a16:creationId xmlns:a16="http://schemas.microsoft.com/office/drawing/2014/main" id="{51EB3AE0-6DD2-4CEC-A53D-63BEAE2AD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07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21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3" name="Freeform 879">
                <a:extLst>
                  <a:ext uri="{FF2B5EF4-FFF2-40B4-BE49-F238E27FC236}">
                    <a16:creationId xmlns:a16="http://schemas.microsoft.com/office/drawing/2014/main" id="{38D71A5D-7E20-4D53-B667-DC62F9499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05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63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3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4" name="Freeform 880">
                <a:extLst>
                  <a:ext uri="{FF2B5EF4-FFF2-40B4-BE49-F238E27FC236}">
                    <a16:creationId xmlns:a16="http://schemas.microsoft.com/office/drawing/2014/main" id="{6F39DE8A-8913-4AA8-A4F0-57EBC4CA5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094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12 w 3"/>
                  <a:gd name="T3" fmla="*/ 8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5" name="Freeform 881">
                <a:extLst>
                  <a:ext uri="{FF2B5EF4-FFF2-40B4-BE49-F238E27FC236}">
                    <a16:creationId xmlns:a16="http://schemas.microsoft.com/office/drawing/2014/main" id="{86E4077A-0B2B-4C6A-A26A-6B55BC28B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118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83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6" name="Freeform 882">
                <a:extLst>
                  <a:ext uri="{FF2B5EF4-FFF2-40B4-BE49-F238E27FC236}">
                    <a16:creationId xmlns:a16="http://schemas.microsoft.com/office/drawing/2014/main" id="{93DE0282-8F26-4250-9D2F-6C66DFCA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046"/>
                <a:ext cx="10" cy="11"/>
              </a:xfrm>
              <a:custGeom>
                <a:avLst/>
                <a:gdLst>
                  <a:gd name="T0" fmla="*/ 50 w 4"/>
                  <a:gd name="T1" fmla="*/ 0 h 4"/>
                  <a:gd name="T2" fmla="*/ 33 w 4"/>
                  <a:gd name="T3" fmla="*/ 83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4"/>
                      <a:pt x="2" y="4"/>
                    </a:cubicBezTo>
                    <a:cubicBezTo>
                      <a:pt x="0" y="3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7" name="Freeform 883">
                <a:extLst>
                  <a:ext uri="{FF2B5EF4-FFF2-40B4-BE49-F238E27FC236}">
                    <a16:creationId xmlns:a16="http://schemas.microsoft.com/office/drawing/2014/main" id="{740488AA-0BC0-458D-BF26-D2B047F3E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02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12 w 3"/>
                  <a:gd name="T3" fmla="*/ 63 h 4"/>
                  <a:gd name="T4" fmla="*/ 37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8" name="Freeform 884">
                <a:extLst>
                  <a:ext uri="{FF2B5EF4-FFF2-40B4-BE49-F238E27FC236}">
                    <a16:creationId xmlns:a16="http://schemas.microsoft.com/office/drawing/2014/main" id="{400D2573-AC88-4928-88EB-1B05A8ECC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00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63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4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9" name="Freeform 885">
                <a:extLst>
                  <a:ext uri="{FF2B5EF4-FFF2-40B4-BE49-F238E27FC236}">
                    <a16:creationId xmlns:a16="http://schemas.microsoft.com/office/drawing/2014/main" id="{363626B9-EF6C-446B-AD35-AED5E0D3C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00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12 w 3"/>
                  <a:gd name="T3" fmla="*/ 56 h 3"/>
                  <a:gd name="T4" fmla="*/ 37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0" name="Freeform 886">
                <a:extLst>
                  <a:ext uri="{FF2B5EF4-FFF2-40B4-BE49-F238E27FC236}">
                    <a16:creationId xmlns:a16="http://schemas.microsoft.com/office/drawing/2014/main" id="{CC7A0DC8-C316-4FDC-9BB8-9F20F4A5A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00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20 w 4"/>
                  <a:gd name="T3" fmla="*/ 56 h 3"/>
                  <a:gd name="T4" fmla="*/ 50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2" y="3"/>
                      <a:pt x="1" y="3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1" name="Freeform 887">
                <a:extLst>
                  <a:ext uri="{FF2B5EF4-FFF2-40B4-BE49-F238E27FC236}">
                    <a16:creationId xmlns:a16="http://schemas.microsoft.com/office/drawing/2014/main" id="{DDBC9D4A-6DC9-4C83-AAB1-27569906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054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12 w 3"/>
                  <a:gd name="T3" fmla="*/ 33 h 2"/>
                  <a:gd name="T4" fmla="*/ 2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2" name="Freeform 888">
                <a:extLst>
                  <a:ext uri="{FF2B5EF4-FFF2-40B4-BE49-F238E27FC236}">
                    <a16:creationId xmlns:a16="http://schemas.microsoft.com/office/drawing/2014/main" id="{B8567FDC-4750-4524-B359-56428A80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06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3" y="4"/>
                      <a:pt x="2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3" name="Freeform 889">
                <a:extLst>
                  <a:ext uri="{FF2B5EF4-FFF2-40B4-BE49-F238E27FC236}">
                    <a16:creationId xmlns:a16="http://schemas.microsoft.com/office/drawing/2014/main" id="{23851183-1EA9-4CAB-8B3E-EC538B5D0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099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28 w 3"/>
                  <a:gd name="T3" fmla="*/ 61 h 4"/>
                  <a:gd name="T4" fmla="*/ 12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4" name="Freeform 890">
                <a:extLst>
                  <a:ext uri="{FF2B5EF4-FFF2-40B4-BE49-F238E27FC236}">
                    <a16:creationId xmlns:a16="http://schemas.microsoft.com/office/drawing/2014/main" id="{06740980-109F-4361-B60B-550135907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115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35 w 3"/>
                  <a:gd name="T3" fmla="*/ 61 h 4"/>
                  <a:gd name="T4" fmla="*/ 2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4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5" name="Freeform 891">
                <a:extLst>
                  <a:ext uri="{FF2B5EF4-FFF2-40B4-BE49-F238E27FC236}">
                    <a16:creationId xmlns:a16="http://schemas.microsoft.com/office/drawing/2014/main" id="{147C5F29-D3BD-434A-B111-6423AABCE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12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33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6" name="Freeform 892">
                <a:extLst>
                  <a:ext uri="{FF2B5EF4-FFF2-40B4-BE49-F238E27FC236}">
                    <a16:creationId xmlns:a16="http://schemas.microsoft.com/office/drawing/2014/main" id="{9D459E92-40BA-4A78-A72B-E12D435C6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13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7" name="Freeform 893">
                <a:extLst>
                  <a:ext uri="{FF2B5EF4-FFF2-40B4-BE49-F238E27FC236}">
                    <a16:creationId xmlns:a16="http://schemas.microsoft.com/office/drawing/2014/main" id="{FD69A8C3-782B-4231-A5AB-92945AE7C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158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35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2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8" name="Freeform 894">
                <a:extLst>
                  <a:ext uri="{FF2B5EF4-FFF2-40B4-BE49-F238E27FC236}">
                    <a16:creationId xmlns:a16="http://schemas.microsoft.com/office/drawing/2014/main" id="{EF94455C-F023-48E6-8B8B-532926B04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14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61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4" y="2"/>
                      <a:pt x="3" y="3"/>
                    </a:cubicBezTo>
                    <a:cubicBezTo>
                      <a:pt x="2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9" name="Freeform 895">
                <a:extLst>
                  <a:ext uri="{FF2B5EF4-FFF2-40B4-BE49-F238E27FC236}">
                    <a16:creationId xmlns:a16="http://schemas.microsoft.com/office/drawing/2014/main" id="{342E3E41-8287-4A6E-91B3-11309ADDF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153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50 w 4"/>
                  <a:gd name="T3" fmla="*/ 0 h 4"/>
                  <a:gd name="T4" fmla="*/ 20 w 4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4" y="1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0" name="Freeform 896">
                <a:extLst>
                  <a:ext uri="{FF2B5EF4-FFF2-40B4-BE49-F238E27FC236}">
                    <a16:creationId xmlns:a16="http://schemas.microsoft.com/office/drawing/2014/main" id="{8A1A07A7-30E9-4746-88E4-65C3D4BA1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038"/>
                <a:ext cx="7" cy="11"/>
              </a:xfrm>
              <a:custGeom>
                <a:avLst/>
                <a:gdLst>
                  <a:gd name="T0" fmla="*/ 28 w 3"/>
                  <a:gd name="T1" fmla="*/ 22 h 4"/>
                  <a:gd name="T2" fmla="*/ 12 w 3"/>
                  <a:gd name="T3" fmla="*/ 83 h 4"/>
                  <a:gd name="T4" fmla="*/ 28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1" name="Freeform 897">
                <a:extLst>
                  <a:ext uri="{FF2B5EF4-FFF2-40B4-BE49-F238E27FC236}">
                    <a16:creationId xmlns:a16="http://schemas.microsoft.com/office/drawing/2014/main" id="{75A59DC5-43EE-485B-8A41-BDE696C44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022"/>
                <a:ext cx="8" cy="11"/>
              </a:xfrm>
              <a:custGeom>
                <a:avLst/>
                <a:gdLst>
                  <a:gd name="T0" fmla="*/ 56 w 3"/>
                  <a:gd name="T1" fmla="*/ 0 h 4"/>
                  <a:gd name="T2" fmla="*/ 21 w 3"/>
                  <a:gd name="T3" fmla="*/ 61 h 4"/>
                  <a:gd name="T4" fmla="*/ 56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2" y="4"/>
                      <a:pt x="1" y="3"/>
                    </a:cubicBezTo>
                    <a:cubicBezTo>
                      <a:pt x="0" y="3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2" name="Freeform 898">
                <a:extLst>
                  <a:ext uri="{FF2B5EF4-FFF2-40B4-BE49-F238E27FC236}">
                    <a16:creationId xmlns:a16="http://schemas.microsoft.com/office/drawing/2014/main" id="{6B1E71B3-480D-4854-A374-8A29F207C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017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3" name="Freeform 899">
                <a:extLst>
                  <a:ext uri="{FF2B5EF4-FFF2-40B4-BE49-F238E27FC236}">
                    <a16:creationId xmlns:a16="http://schemas.microsoft.com/office/drawing/2014/main" id="{6CF045FB-8ED9-49B8-9B95-B00C56294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00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0 w 2"/>
                  <a:gd name="T3" fmla="*/ 56 h 3"/>
                  <a:gd name="T4" fmla="*/ 2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3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4" name="Freeform 900">
                <a:extLst>
                  <a:ext uri="{FF2B5EF4-FFF2-40B4-BE49-F238E27FC236}">
                    <a16:creationId xmlns:a16="http://schemas.microsoft.com/office/drawing/2014/main" id="{DBFC45EF-E0BC-44C3-804C-34FAED308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998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21 w 3"/>
                  <a:gd name="T3" fmla="*/ 35 h 3"/>
                  <a:gd name="T4" fmla="*/ 35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5" name="Freeform 901">
                <a:extLst>
                  <a:ext uri="{FF2B5EF4-FFF2-40B4-BE49-F238E27FC236}">
                    <a16:creationId xmlns:a16="http://schemas.microsoft.com/office/drawing/2014/main" id="{5EC28A3C-4658-4AD2-89A0-F5AD35FC1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025"/>
                <a:ext cx="10" cy="8"/>
              </a:xfrm>
              <a:custGeom>
                <a:avLst/>
                <a:gdLst>
                  <a:gd name="T0" fmla="*/ 50 w 4"/>
                  <a:gd name="T1" fmla="*/ 0 h 3"/>
                  <a:gd name="T2" fmla="*/ 20 w 4"/>
                  <a:gd name="T3" fmla="*/ 56 h 3"/>
                  <a:gd name="T4" fmla="*/ 5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0"/>
                      <a:pt x="3" y="3"/>
                      <a:pt x="1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6" name="Freeform 902">
                <a:extLst>
                  <a:ext uri="{FF2B5EF4-FFF2-40B4-BE49-F238E27FC236}">
                    <a16:creationId xmlns:a16="http://schemas.microsoft.com/office/drawing/2014/main" id="{0B9BB97D-0277-4563-A621-4AB79660B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05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7" name="Freeform 903">
                <a:extLst>
                  <a:ext uri="{FF2B5EF4-FFF2-40B4-BE49-F238E27FC236}">
                    <a16:creationId xmlns:a16="http://schemas.microsoft.com/office/drawing/2014/main" id="{D86E8535-FBCE-4C70-8BDD-2066111A3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049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12 w 3"/>
                  <a:gd name="T3" fmla="*/ 33 h 2"/>
                  <a:gd name="T4" fmla="*/ 2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8" name="Freeform 904">
                <a:extLst>
                  <a:ext uri="{FF2B5EF4-FFF2-40B4-BE49-F238E27FC236}">
                    <a16:creationId xmlns:a16="http://schemas.microsoft.com/office/drawing/2014/main" id="{930BF1B5-A31F-496B-A39E-9CF6214DE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09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20 w 4"/>
                  <a:gd name="T3" fmla="*/ 61 h 4"/>
                  <a:gd name="T4" fmla="*/ 6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1"/>
                      <a:pt x="3" y="4"/>
                      <a:pt x="1" y="3"/>
                    </a:cubicBezTo>
                    <a:cubicBezTo>
                      <a:pt x="0" y="3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9" name="Freeform 905">
                <a:extLst>
                  <a:ext uri="{FF2B5EF4-FFF2-40B4-BE49-F238E27FC236}">
                    <a16:creationId xmlns:a16="http://schemas.microsoft.com/office/drawing/2014/main" id="{83A8406D-12FC-48DF-B8A5-225A38B91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13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4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0" name="Freeform 906">
                <a:extLst>
                  <a:ext uri="{FF2B5EF4-FFF2-40B4-BE49-F238E27FC236}">
                    <a16:creationId xmlns:a16="http://schemas.microsoft.com/office/drawing/2014/main" id="{9B677836-E37A-4E34-A3F4-42E330EF6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14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20 w 4"/>
                  <a:gd name="T3" fmla="*/ 61 h 4"/>
                  <a:gd name="T4" fmla="*/ 63 w 4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2" y="4"/>
                      <a:pt x="1" y="3"/>
                    </a:cubicBezTo>
                    <a:cubicBezTo>
                      <a:pt x="0" y="3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1" name="Freeform 907">
                <a:extLst>
                  <a:ext uri="{FF2B5EF4-FFF2-40B4-BE49-F238E27FC236}">
                    <a16:creationId xmlns:a16="http://schemas.microsoft.com/office/drawing/2014/main" id="{1376EBC6-A1B9-4DBD-AC14-EE65A7AC3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45"/>
                <a:ext cx="10" cy="13"/>
              </a:xfrm>
              <a:custGeom>
                <a:avLst/>
                <a:gdLst>
                  <a:gd name="T0" fmla="*/ 50 w 4"/>
                  <a:gd name="T1" fmla="*/ 34 h 5"/>
                  <a:gd name="T2" fmla="*/ 20 w 4"/>
                  <a:gd name="T3" fmla="*/ 68 h 5"/>
                  <a:gd name="T4" fmla="*/ 5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4" y="3"/>
                      <a:pt x="2" y="5"/>
                      <a:pt x="1" y="4"/>
                    </a:cubicBezTo>
                    <a:cubicBezTo>
                      <a:pt x="0" y="3"/>
                      <a:pt x="2" y="0"/>
                      <a:pt x="3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2" name="Freeform 908">
                <a:extLst>
                  <a:ext uri="{FF2B5EF4-FFF2-40B4-BE49-F238E27FC236}">
                    <a16:creationId xmlns:a16="http://schemas.microsoft.com/office/drawing/2014/main" id="{C2ECD335-31E2-49EA-8CA0-99DD9A3EE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12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50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2" y="4"/>
                      <a:pt x="1" y="3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3" name="Freeform 909">
                <a:extLst>
                  <a:ext uri="{FF2B5EF4-FFF2-40B4-BE49-F238E27FC236}">
                    <a16:creationId xmlns:a16="http://schemas.microsoft.com/office/drawing/2014/main" id="{EC6A43B4-3CD2-47FA-8949-FAD35D5E4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11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20 w 4"/>
                  <a:gd name="T3" fmla="*/ 83 h 4"/>
                  <a:gd name="T4" fmla="*/ 6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4"/>
                      <a:pt x="1" y="4"/>
                    </a:cubicBezTo>
                    <a:cubicBezTo>
                      <a:pt x="0" y="4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4" name="Freeform 910">
                <a:extLst>
                  <a:ext uri="{FF2B5EF4-FFF2-40B4-BE49-F238E27FC236}">
                    <a16:creationId xmlns:a16="http://schemas.microsoft.com/office/drawing/2014/main" id="{DE7AE8D0-89EA-45F7-BAF5-31699E394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09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63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4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5" name="Freeform 911">
                <a:extLst>
                  <a:ext uri="{FF2B5EF4-FFF2-40B4-BE49-F238E27FC236}">
                    <a16:creationId xmlns:a16="http://schemas.microsoft.com/office/drawing/2014/main" id="{19A101C6-CB5D-48C8-B95C-E175A844C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102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21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6" name="Freeform 912">
                <a:extLst>
                  <a:ext uri="{FF2B5EF4-FFF2-40B4-BE49-F238E27FC236}">
                    <a16:creationId xmlns:a16="http://schemas.microsoft.com/office/drawing/2014/main" id="{E1A49178-918F-4023-88BF-2B1022DD7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097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12 w 3"/>
                  <a:gd name="T3" fmla="*/ 6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7" name="Freeform 913">
                <a:extLst>
                  <a:ext uri="{FF2B5EF4-FFF2-40B4-BE49-F238E27FC236}">
                    <a16:creationId xmlns:a16="http://schemas.microsoft.com/office/drawing/2014/main" id="{0D0EBE62-6D87-41C6-8903-7400BB5A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113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21 w 3"/>
                  <a:gd name="T3" fmla="*/ 63 h 4"/>
                  <a:gd name="T4" fmla="*/ 56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8" name="Freeform 914">
                <a:extLst>
                  <a:ext uri="{FF2B5EF4-FFF2-40B4-BE49-F238E27FC236}">
                    <a16:creationId xmlns:a16="http://schemas.microsoft.com/office/drawing/2014/main" id="{ADA18F50-7B8E-4890-AC12-DCA1BF3E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12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33 w 4"/>
                  <a:gd name="T3" fmla="*/ 63 h 4"/>
                  <a:gd name="T4" fmla="*/ 63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0" y="3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9" name="Freeform 915">
                <a:extLst>
                  <a:ext uri="{FF2B5EF4-FFF2-40B4-BE49-F238E27FC236}">
                    <a16:creationId xmlns:a16="http://schemas.microsoft.com/office/drawing/2014/main" id="{AD798BDC-4BCA-4682-9352-5D862AD8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142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0 w 3"/>
                  <a:gd name="T3" fmla="*/ 56 h 3"/>
                  <a:gd name="T4" fmla="*/ 37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1" y="3"/>
                      <a:pt x="0" y="3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0" name="Freeform 916">
                <a:extLst>
                  <a:ext uri="{FF2B5EF4-FFF2-40B4-BE49-F238E27FC236}">
                    <a16:creationId xmlns:a16="http://schemas.microsoft.com/office/drawing/2014/main" id="{2692B71D-819B-4F12-9D7A-2850B3A2D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107"/>
                <a:ext cx="10" cy="11"/>
              </a:xfrm>
              <a:custGeom>
                <a:avLst/>
                <a:gdLst>
                  <a:gd name="T0" fmla="*/ 50 w 4"/>
                  <a:gd name="T1" fmla="*/ 0 h 4"/>
                  <a:gd name="T2" fmla="*/ 20 w 4"/>
                  <a:gd name="T3" fmla="*/ 61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4"/>
                      <a:pt x="1" y="3"/>
                    </a:cubicBezTo>
                    <a:cubicBezTo>
                      <a:pt x="0" y="3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1" name="Freeform 917">
                <a:extLst>
                  <a:ext uri="{FF2B5EF4-FFF2-40B4-BE49-F238E27FC236}">
                    <a16:creationId xmlns:a16="http://schemas.microsoft.com/office/drawing/2014/main" id="{65E3C1DB-EE55-4FC2-8FEA-7E4173A1E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123"/>
                <a:ext cx="10" cy="8"/>
              </a:xfrm>
              <a:custGeom>
                <a:avLst/>
                <a:gdLst>
                  <a:gd name="T0" fmla="*/ 50 w 4"/>
                  <a:gd name="T1" fmla="*/ 0 h 3"/>
                  <a:gd name="T2" fmla="*/ 33 w 4"/>
                  <a:gd name="T3" fmla="*/ 35 h 3"/>
                  <a:gd name="T4" fmla="*/ 5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0"/>
                      <a:pt x="3" y="2"/>
                      <a:pt x="2" y="2"/>
                    </a:cubicBezTo>
                    <a:cubicBezTo>
                      <a:pt x="0" y="3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2" name="Freeform 918">
                <a:extLst>
                  <a:ext uri="{FF2B5EF4-FFF2-40B4-BE49-F238E27FC236}">
                    <a16:creationId xmlns:a16="http://schemas.microsoft.com/office/drawing/2014/main" id="{D4955BBC-1F73-4D68-BDF1-14DA81C9F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08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20 w 4"/>
                  <a:gd name="T3" fmla="*/ 63 h 4"/>
                  <a:gd name="T4" fmla="*/ 5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2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3" name="Freeform 919">
                <a:extLst>
                  <a:ext uri="{FF2B5EF4-FFF2-40B4-BE49-F238E27FC236}">
                    <a16:creationId xmlns:a16="http://schemas.microsoft.com/office/drawing/2014/main" id="{1ED3A25A-30DC-4D79-91E3-7F9B51DEF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161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35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1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4" name="Freeform 920">
                <a:extLst>
                  <a:ext uri="{FF2B5EF4-FFF2-40B4-BE49-F238E27FC236}">
                    <a16:creationId xmlns:a16="http://schemas.microsoft.com/office/drawing/2014/main" id="{1576B25B-E12A-4F4F-8A8D-07B68B49E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17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27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5" name="Freeform 921">
                <a:extLst>
                  <a:ext uri="{FF2B5EF4-FFF2-40B4-BE49-F238E27FC236}">
                    <a16:creationId xmlns:a16="http://schemas.microsoft.com/office/drawing/2014/main" id="{F9D6FA43-9190-4209-94D0-7E107E96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16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0 w 4"/>
                  <a:gd name="T3" fmla="*/ 61 h 4"/>
                  <a:gd name="T4" fmla="*/ 63 w 4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1" y="4"/>
                      <a:pt x="0" y="3"/>
                    </a:cubicBezTo>
                    <a:cubicBezTo>
                      <a:pt x="0" y="2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6" name="Freeform 922">
                <a:extLst>
                  <a:ext uri="{FF2B5EF4-FFF2-40B4-BE49-F238E27FC236}">
                    <a16:creationId xmlns:a16="http://schemas.microsoft.com/office/drawing/2014/main" id="{FF26C7B6-B4C2-4A80-9E71-544CF3FA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075"/>
                <a:ext cx="7" cy="11"/>
              </a:xfrm>
              <a:custGeom>
                <a:avLst/>
                <a:gdLst>
                  <a:gd name="T0" fmla="*/ 28 w 3"/>
                  <a:gd name="T1" fmla="*/ 22 h 4"/>
                  <a:gd name="T2" fmla="*/ 12 w 3"/>
                  <a:gd name="T3" fmla="*/ 83 h 4"/>
                  <a:gd name="T4" fmla="*/ 28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4"/>
                      <a:pt x="1" y="4"/>
                    </a:cubicBezTo>
                    <a:cubicBezTo>
                      <a:pt x="0" y="4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7" name="Freeform 923">
                <a:extLst>
                  <a:ext uri="{FF2B5EF4-FFF2-40B4-BE49-F238E27FC236}">
                    <a16:creationId xmlns:a16="http://schemas.microsoft.com/office/drawing/2014/main" id="{1FD27968-9D51-456C-BD37-AD3BB9B37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046"/>
                <a:ext cx="10" cy="11"/>
              </a:xfrm>
              <a:custGeom>
                <a:avLst/>
                <a:gdLst>
                  <a:gd name="T0" fmla="*/ 50 w 4"/>
                  <a:gd name="T1" fmla="*/ 0 h 4"/>
                  <a:gd name="T2" fmla="*/ 33 w 4"/>
                  <a:gd name="T3" fmla="*/ 61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3" y="4"/>
                      <a:pt x="2" y="3"/>
                    </a:cubicBezTo>
                    <a:cubicBezTo>
                      <a:pt x="0" y="3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8" name="Freeform 924">
                <a:extLst>
                  <a:ext uri="{FF2B5EF4-FFF2-40B4-BE49-F238E27FC236}">
                    <a16:creationId xmlns:a16="http://schemas.microsoft.com/office/drawing/2014/main" id="{D2A83912-76E1-455A-8284-3B1AED42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030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21 w 3"/>
                  <a:gd name="T3" fmla="*/ 83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4"/>
                      <a:pt x="1" y="4"/>
                    </a:cubicBezTo>
                    <a:cubicBezTo>
                      <a:pt x="0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9" name="Freeform 925">
                <a:extLst>
                  <a:ext uri="{FF2B5EF4-FFF2-40B4-BE49-F238E27FC236}">
                    <a16:creationId xmlns:a16="http://schemas.microsoft.com/office/drawing/2014/main" id="{88CF658E-6002-4BAA-BEFE-05D5114A5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13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20 w 4"/>
                  <a:gd name="T3" fmla="*/ 61 h 4"/>
                  <a:gd name="T4" fmla="*/ 6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1"/>
                      <a:pt x="3" y="4"/>
                      <a:pt x="1" y="3"/>
                    </a:cubicBezTo>
                    <a:cubicBezTo>
                      <a:pt x="0" y="3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0" name="Freeform 926">
                <a:extLst>
                  <a:ext uri="{FF2B5EF4-FFF2-40B4-BE49-F238E27FC236}">
                    <a16:creationId xmlns:a16="http://schemas.microsoft.com/office/drawing/2014/main" id="{F4EF5DB0-D3CC-4331-8B60-FDB34B863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11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4"/>
                      <a:pt x="1" y="4"/>
                    </a:cubicBezTo>
                    <a:cubicBezTo>
                      <a:pt x="0" y="4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1" name="Freeform 927">
                <a:extLst>
                  <a:ext uri="{FF2B5EF4-FFF2-40B4-BE49-F238E27FC236}">
                    <a16:creationId xmlns:a16="http://schemas.microsoft.com/office/drawing/2014/main" id="{B120DB0D-C33B-4C03-B6DD-22D47311F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11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20 w 4"/>
                  <a:gd name="T3" fmla="*/ 83 h 4"/>
                  <a:gd name="T4" fmla="*/ 6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4"/>
                      <a:pt x="1" y="4"/>
                    </a:cubicBezTo>
                    <a:cubicBezTo>
                      <a:pt x="0" y="3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2" name="Freeform 928">
                <a:extLst>
                  <a:ext uri="{FF2B5EF4-FFF2-40B4-BE49-F238E27FC236}">
                    <a16:creationId xmlns:a16="http://schemas.microsoft.com/office/drawing/2014/main" id="{91ADF970-82E8-4E20-A262-E465B1309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9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83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2" y="4"/>
                      <a:pt x="1" y="4"/>
                    </a:cubicBezTo>
                    <a:cubicBezTo>
                      <a:pt x="0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3" name="Freeform 929">
                <a:extLst>
                  <a:ext uri="{FF2B5EF4-FFF2-40B4-BE49-F238E27FC236}">
                    <a16:creationId xmlns:a16="http://schemas.microsoft.com/office/drawing/2014/main" id="{4FE4F7CC-DBEB-4289-BEE8-B956F6191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0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35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4" name="Freeform 930">
                <a:extLst>
                  <a:ext uri="{FF2B5EF4-FFF2-40B4-BE49-F238E27FC236}">
                    <a16:creationId xmlns:a16="http://schemas.microsoft.com/office/drawing/2014/main" id="{C730ACAF-245E-4112-9D12-E94AA033F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8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20 w 4"/>
                  <a:gd name="T3" fmla="*/ 61 h 4"/>
                  <a:gd name="T4" fmla="*/ 6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2" y="4"/>
                      <a:pt x="1" y="3"/>
                    </a:cubicBezTo>
                    <a:cubicBezTo>
                      <a:pt x="0" y="3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5" name="Freeform 931">
                <a:extLst>
                  <a:ext uri="{FF2B5EF4-FFF2-40B4-BE49-F238E27FC236}">
                    <a16:creationId xmlns:a16="http://schemas.microsoft.com/office/drawing/2014/main" id="{8222F57E-AB7C-40BE-B150-240551DD8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11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12 w 3"/>
                  <a:gd name="T3" fmla="*/ 35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6" name="Freeform 932">
                <a:extLst>
                  <a:ext uri="{FF2B5EF4-FFF2-40B4-BE49-F238E27FC236}">
                    <a16:creationId xmlns:a16="http://schemas.microsoft.com/office/drawing/2014/main" id="{D503F7A8-6B85-48D2-9B3A-C9B493259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662"/>
                <a:ext cx="258" cy="352"/>
              </a:xfrm>
              <a:custGeom>
                <a:avLst/>
                <a:gdLst>
                  <a:gd name="T0" fmla="*/ 1601 w 103"/>
                  <a:gd name="T1" fmla="*/ 717 h 132"/>
                  <a:gd name="T2" fmla="*/ 1556 w 103"/>
                  <a:gd name="T3" fmla="*/ 704 h 132"/>
                  <a:gd name="T4" fmla="*/ 1004 w 103"/>
                  <a:gd name="T5" fmla="*/ 1387 h 132"/>
                  <a:gd name="T6" fmla="*/ 847 w 103"/>
                  <a:gd name="T7" fmla="*/ 1387 h 132"/>
                  <a:gd name="T8" fmla="*/ 867 w 103"/>
                  <a:gd name="T9" fmla="*/ 1365 h 132"/>
                  <a:gd name="T10" fmla="*/ 804 w 103"/>
                  <a:gd name="T11" fmla="*/ 1195 h 132"/>
                  <a:gd name="T12" fmla="*/ 691 w 103"/>
                  <a:gd name="T13" fmla="*/ 1101 h 132"/>
                  <a:gd name="T14" fmla="*/ 646 w 103"/>
                  <a:gd name="T15" fmla="*/ 1059 h 132"/>
                  <a:gd name="T16" fmla="*/ 721 w 103"/>
                  <a:gd name="T17" fmla="*/ 56 h 132"/>
                  <a:gd name="T18" fmla="*/ 646 w 103"/>
                  <a:gd name="T19" fmla="*/ 21 h 132"/>
                  <a:gd name="T20" fmla="*/ 614 w 103"/>
                  <a:gd name="T21" fmla="*/ 56 h 132"/>
                  <a:gd name="T22" fmla="*/ 614 w 103"/>
                  <a:gd name="T23" fmla="*/ 115 h 132"/>
                  <a:gd name="T24" fmla="*/ 679 w 103"/>
                  <a:gd name="T25" fmla="*/ 547 h 132"/>
                  <a:gd name="T26" fmla="*/ 551 w 103"/>
                  <a:gd name="T27" fmla="*/ 968 h 132"/>
                  <a:gd name="T28" fmla="*/ 346 w 103"/>
                  <a:gd name="T29" fmla="*/ 853 h 132"/>
                  <a:gd name="T30" fmla="*/ 145 w 103"/>
                  <a:gd name="T31" fmla="*/ 968 h 132"/>
                  <a:gd name="T32" fmla="*/ 20 w 103"/>
                  <a:gd name="T33" fmla="*/ 1387 h 132"/>
                  <a:gd name="T34" fmla="*/ 95 w 103"/>
                  <a:gd name="T35" fmla="*/ 1672 h 132"/>
                  <a:gd name="T36" fmla="*/ 33 w 103"/>
                  <a:gd name="T37" fmla="*/ 2240 h 132"/>
                  <a:gd name="T38" fmla="*/ 283 w 103"/>
                  <a:gd name="T39" fmla="*/ 2467 h 132"/>
                  <a:gd name="T40" fmla="*/ 679 w 103"/>
                  <a:gd name="T41" fmla="*/ 2219 h 132"/>
                  <a:gd name="T42" fmla="*/ 771 w 103"/>
                  <a:gd name="T43" fmla="*/ 2333 h 132"/>
                  <a:gd name="T44" fmla="*/ 1035 w 103"/>
                  <a:gd name="T45" fmla="*/ 2368 h 132"/>
                  <a:gd name="T46" fmla="*/ 1305 w 103"/>
                  <a:gd name="T47" fmla="*/ 2125 h 132"/>
                  <a:gd name="T48" fmla="*/ 1180 w 103"/>
                  <a:gd name="T49" fmla="*/ 1459 h 132"/>
                  <a:gd name="T50" fmla="*/ 1117 w 103"/>
                  <a:gd name="T51" fmla="*/ 1421 h 132"/>
                  <a:gd name="T52" fmla="*/ 1305 w 103"/>
                  <a:gd name="T53" fmla="*/ 1024 h 132"/>
                  <a:gd name="T54" fmla="*/ 1568 w 103"/>
                  <a:gd name="T55" fmla="*/ 853 h 132"/>
                  <a:gd name="T56" fmla="*/ 1618 w 103"/>
                  <a:gd name="T57" fmla="*/ 819 h 132"/>
                  <a:gd name="T58" fmla="*/ 1618 w 103"/>
                  <a:gd name="T59" fmla="*/ 760 h 132"/>
                  <a:gd name="T60" fmla="*/ 1601 w 103"/>
                  <a:gd name="T61" fmla="*/ 717 h 1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3" h="132">
                    <a:moveTo>
                      <a:pt x="102" y="38"/>
                    </a:moveTo>
                    <a:cubicBezTo>
                      <a:pt x="99" y="37"/>
                      <a:pt x="99" y="37"/>
                      <a:pt x="99" y="37"/>
                    </a:cubicBezTo>
                    <a:cubicBezTo>
                      <a:pt x="88" y="39"/>
                      <a:pt x="70" y="56"/>
                      <a:pt x="64" y="73"/>
                    </a:cubicBezTo>
                    <a:cubicBezTo>
                      <a:pt x="61" y="72"/>
                      <a:pt x="57" y="72"/>
                      <a:pt x="54" y="73"/>
                    </a:cubicBezTo>
                    <a:cubicBezTo>
                      <a:pt x="54" y="73"/>
                      <a:pt x="55" y="73"/>
                      <a:pt x="55" y="72"/>
                    </a:cubicBezTo>
                    <a:cubicBezTo>
                      <a:pt x="55" y="69"/>
                      <a:pt x="53" y="66"/>
                      <a:pt x="51" y="63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5" y="45"/>
                      <a:pt x="53" y="19"/>
                      <a:pt x="46" y="3"/>
                    </a:cubicBezTo>
                    <a:cubicBezTo>
                      <a:pt x="45" y="1"/>
                      <a:pt x="43" y="0"/>
                      <a:pt x="41" y="1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42" y="12"/>
                      <a:pt x="44" y="21"/>
                      <a:pt x="43" y="29"/>
                    </a:cubicBezTo>
                    <a:cubicBezTo>
                      <a:pt x="42" y="37"/>
                      <a:pt x="37" y="45"/>
                      <a:pt x="35" y="51"/>
                    </a:cubicBezTo>
                    <a:cubicBezTo>
                      <a:pt x="31" y="47"/>
                      <a:pt x="26" y="45"/>
                      <a:pt x="22" y="45"/>
                    </a:cubicBezTo>
                    <a:cubicBezTo>
                      <a:pt x="18" y="45"/>
                      <a:pt x="13" y="47"/>
                      <a:pt x="9" y="51"/>
                    </a:cubicBezTo>
                    <a:cubicBezTo>
                      <a:pt x="4" y="56"/>
                      <a:pt x="1" y="65"/>
                      <a:pt x="1" y="73"/>
                    </a:cubicBezTo>
                    <a:cubicBezTo>
                      <a:pt x="1" y="79"/>
                      <a:pt x="3" y="84"/>
                      <a:pt x="6" y="88"/>
                    </a:cubicBezTo>
                    <a:cubicBezTo>
                      <a:pt x="0" y="95"/>
                      <a:pt x="0" y="107"/>
                      <a:pt x="2" y="118"/>
                    </a:cubicBezTo>
                    <a:cubicBezTo>
                      <a:pt x="3" y="123"/>
                      <a:pt x="11" y="129"/>
                      <a:pt x="18" y="130"/>
                    </a:cubicBezTo>
                    <a:cubicBezTo>
                      <a:pt x="28" y="132"/>
                      <a:pt x="37" y="127"/>
                      <a:pt x="43" y="117"/>
                    </a:cubicBezTo>
                    <a:cubicBezTo>
                      <a:pt x="45" y="120"/>
                      <a:pt x="47" y="122"/>
                      <a:pt x="49" y="123"/>
                    </a:cubicBezTo>
                    <a:cubicBezTo>
                      <a:pt x="53" y="125"/>
                      <a:pt x="59" y="126"/>
                      <a:pt x="66" y="125"/>
                    </a:cubicBezTo>
                    <a:cubicBezTo>
                      <a:pt x="71" y="123"/>
                      <a:pt x="78" y="120"/>
                      <a:pt x="83" y="112"/>
                    </a:cubicBezTo>
                    <a:cubicBezTo>
                      <a:pt x="92" y="95"/>
                      <a:pt x="82" y="82"/>
                      <a:pt x="75" y="77"/>
                    </a:cubicBezTo>
                    <a:cubicBezTo>
                      <a:pt x="74" y="76"/>
                      <a:pt x="73" y="76"/>
                      <a:pt x="71" y="75"/>
                    </a:cubicBezTo>
                    <a:cubicBezTo>
                      <a:pt x="74" y="68"/>
                      <a:pt x="77" y="60"/>
                      <a:pt x="83" y="54"/>
                    </a:cubicBezTo>
                    <a:cubicBezTo>
                      <a:pt x="88" y="48"/>
                      <a:pt x="96" y="46"/>
                      <a:pt x="100" y="45"/>
                    </a:cubicBezTo>
                    <a:cubicBezTo>
                      <a:pt x="103" y="43"/>
                      <a:pt x="103" y="43"/>
                      <a:pt x="103" y="43"/>
                    </a:cubicBezTo>
                    <a:cubicBezTo>
                      <a:pt x="103" y="40"/>
                      <a:pt x="103" y="40"/>
                      <a:pt x="103" y="40"/>
                    </a:cubicBezTo>
                    <a:lnTo>
                      <a:pt x="102" y="38"/>
                    </a:ln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7" name="Freeform 933">
                <a:extLst>
                  <a:ext uri="{FF2B5EF4-FFF2-40B4-BE49-F238E27FC236}">
                    <a16:creationId xmlns:a16="http://schemas.microsoft.com/office/drawing/2014/main" id="{A49755A8-01B7-4818-AEF9-4659ED5B4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329"/>
                <a:ext cx="277" cy="274"/>
              </a:xfrm>
              <a:custGeom>
                <a:avLst/>
                <a:gdLst>
                  <a:gd name="T0" fmla="*/ 1600 w 111"/>
                  <a:gd name="T1" fmla="*/ 694 h 103"/>
                  <a:gd name="T2" fmla="*/ 1183 w 111"/>
                  <a:gd name="T3" fmla="*/ 545 h 103"/>
                  <a:gd name="T4" fmla="*/ 871 w 111"/>
                  <a:gd name="T5" fmla="*/ 806 h 103"/>
                  <a:gd name="T6" fmla="*/ 871 w 111"/>
                  <a:gd name="T7" fmla="*/ 806 h 103"/>
                  <a:gd name="T8" fmla="*/ 654 w 111"/>
                  <a:gd name="T9" fmla="*/ 865 h 103"/>
                  <a:gd name="T10" fmla="*/ 654 w 111"/>
                  <a:gd name="T11" fmla="*/ 886 h 103"/>
                  <a:gd name="T12" fmla="*/ 75 w 111"/>
                  <a:gd name="T13" fmla="*/ 0 h 103"/>
                  <a:gd name="T14" fmla="*/ 0 w 111"/>
                  <a:gd name="T15" fmla="*/ 56 h 103"/>
                  <a:gd name="T16" fmla="*/ 0 w 111"/>
                  <a:gd name="T17" fmla="*/ 56 h 103"/>
                  <a:gd name="T18" fmla="*/ 42 w 111"/>
                  <a:gd name="T19" fmla="*/ 136 h 103"/>
                  <a:gd name="T20" fmla="*/ 374 w 111"/>
                  <a:gd name="T21" fmla="*/ 375 h 103"/>
                  <a:gd name="T22" fmla="*/ 529 w 111"/>
                  <a:gd name="T23" fmla="*/ 942 h 103"/>
                  <a:gd name="T24" fmla="*/ 512 w 111"/>
                  <a:gd name="T25" fmla="*/ 942 h 103"/>
                  <a:gd name="T26" fmla="*/ 512 w 111"/>
                  <a:gd name="T27" fmla="*/ 942 h 103"/>
                  <a:gd name="T28" fmla="*/ 262 w 111"/>
                  <a:gd name="T29" fmla="*/ 1202 h 103"/>
                  <a:gd name="T30" fmla="*/ 354 w 111"/>
                  <a:gd name="T31" fmla="*/ 1692 h 103"/>
                  <a:gd name="T32" fmla="*/ 883 w 111"/>
                  <a:gd name="T33" fmla="*/ 1905 h 103"/>
                  <a:gd name="T34" fmla="*/ 1165 w 111"/>
                  <a:gd name="T35" fmla="*/ 1713 h 103"/>
                  <a:gd name="T36" fmla="*/ 1183 w 111"/>
                  <a:gd name="T37" fmla="*/ 1713 h 103"/>
                  <a:gd name="T38" fmla="*/ 1632 w 111"/>
                  <a:gd name="T39" fmla="*/ 1338 h 103"/>
                  <a:gd name="T40" fmla="*/ 1600 w 111"/>
                  <a:gd name="T41" fmla="*/ 694 h 1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1" h="103">
                    <a:moveTo>
                      <a:pt x="103" y="37"/>
                    </a:moveTo>
                    <a:cubicBezTo>
                      <a:pt x="98" y="29"/>
                      <a:pt x="85" y="28"/>
                      <a:pt x="76" y="29"/>
                    </a:cubicBezTo>
                    <a:cubicBezTo>
                      <a:pt x="66" y="31"/>
                      <a:pt x="58" y="36"/>
                      <a:pt x="56" y="43"/>
                    </a:cubicBezTo>
                    <a:cubicBezTo>
                      <a:pt x="56" y="43"/>
                      <a:pt x="56" y="43"/>
                      <a:pt x="56" y="43"/>
                    </a:cubicBezTo>
                    <a:cubicBezTo>
                      <a:pt x="49" y="43"/>
                      <a:pt x="46" y="44"/>
                      <a:pt x="42" y="46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37" y="21"/>
                      <a:pt x="23" y="4"/>
                      <a:pt x="5" y="0"/>
                    </a:cubicBez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11" y="9"/>
                      <a:pt x="19" y="12"/>
                      <a:pt x="24" y="20"/>
                    </a:cubicBezTo>
                    <a:cubicBezTo>
                      <a:pt x="30" y="27"/>
                      <a:pt x="33" y="38"/>
                      <a:pt x="34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26" y="52"/>
                      <a:pt x="20" y="57"/>
                      <a:pt x="17" y="64"/>
                    </a:cubicBezTo>
                    <a:cubicBezTo>
                      <a:pt x="14" y="72"/>
                      <a:pt x="17" y="82"/>
                      <a:pt x="23" y="90"/>
                    </a:cubicBezTo>
                    <a:cubicBezTo>
                      <a:pt x="34" y="103"/>
                      <a:pt x="46" y="103"/>
                      <a:pt x="57" y="101"/>
                    </a:cubicBezTo>
                    <a:cubicBezTo>
                      <a:pt x="64" y="99"/>
                      <a:pt x="71" y="97"/>
                      <a:pt x="75" y="91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84" y="90"/>
                      <a:pt x="98" y="89"/>
                      <a:pt x="105" y="71"/>
                    </a:cubicBezTo>
                    <a:cubicBezTo>
                      <a:pt x="108" y="62"/>
                      <a:pt x="111" y="49"/>
                      <a:pt x="103" y="37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8" name="Freeform 934">
                <a:extLst>
                  <a:ext uri="{FF2B5EF4-FFF2-40B4-BE49-F238E27FC236}">
                    <a16:creationId xmlns:a16="http://schemas.microsoft.com/office/drawing/2014/main" id="{5E00236E-E7FB-4FCE-B4CB-113E14778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446"/>
                <a:ext cx="170" cy="152"/>
              </a:xfrm>
              <a:custGeom>
                <a:avLst/>
                <a:gdLst>
                  <a:gd name="T0" fmla="*/ 313 w 68"/>
                  <a:gd name="T1" fmla="*/ 149 h 57"/>
                  <a:gd name="T2" fmla="*/ 158 w 68"/>
                  <a:gd name="T3" fmla="*/ 853 h 57"/>
                  <a:gd name="T4" fmla="*/ 675 w 68"/>
                  <a:gd name="T5" fmla="*/ 1045 h 57"/>
                  <a:gd name="T6" fmla="*/ 1033 w 68"/>
                  <a:gd name="T7" fmla="*/ 512 h 57"/>
                  <a:gd name="T8" fmla="*/ 688 w 68"/>
                  <a:gd name="T9" fmla="*/ 21 h 57"/>
                  <a:gd name="T10" fmla="*/ 313 w 68"/>
                  <a:gd name="T11" fmla="*/ 14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57">
                    <a:moveTo>
                      <a:pt x="20" y="8"/>
                    </a:moveTo>
                    <a:cubicBezTo>
                      <a:pt x="2" y="12"/>
                      <a:pt x="0" y="32"/>
                      <a:pt x="10" y="45"/>
                    </a:cubicBezTo>
                    <a:cubicBezTo>
                      <a:pt x="21" y="57"/>
                      <a:pt x="32" y="57"/>
                      <a:pt x="43" y="55"/>
                    </a:cubicBezTo>
                    <a:cubicBezTo>
                      <a:pt x="54" y="53"/>
                      <a:pt x="64" y="48"/>
                      <a:pt x="66" y="27"/>
                    </a:cubicBezTo>
                    <a:cubicBezTo>
                      <a:pt x="68" y="11"/>
                      <a:pt x="55" y="2"/>
                      <a:pt x="44" y="1"/>
                    </a:cubicBezTo>
                    <a:cubicBezTo>
                      <a:pt x="32" y="0"/>
                      <a:pt x="32" y="4"/>
                      <a:pt x="20" y="8"/>
                    </a:cubicBezTo>
                    <a:close/>
                  </a:path>
                </a:pathLst>
              </a:custGeom>
              <a:solidFill>
                <a:srgbClr val="C6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9" name="Freeform 935">
                <a:extLst>
                  <a:ext uri="{FF2B5EF4-FFF2-40B4-BE49-F238E27FC236}">
                    <a16:creationId xmlns:a16="http://schemas.microsoft.com/office/drawing/2014/main" id="{5B662EC8-9D0D-4C44-870F-0EAD14E4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14"/>
                <a:ext cx="258" cy="307"/>
              </a:xfrm>
              <a:custGeom>
                <a:avLst/>
                <a:gdLst>
                  <a:gd name="T0" fmla="*/ 1538 w 103"/>
                  <a:gd name="T1" fmla="*/ 662 h 115"/>
                  <a:gd name="T2" fmla="*/ 1147 w 103"/>
                  <a:gd name="T3" fmla="*/ 171 h 115"/>
                  <a:gd name="T4" fmla="*/ 145 w 103"/>
                  <a:gd name="T5" fmla="*/ 606 h 115"/>
                  <a:gd name="T6" fmla="*/ 20 w 103"/>
                  <a:gd name="T7" fmla="*/ 1241 h 115"/>
                  <a:gd name="T8" fmla="*/ 408 w 103"/>
                  <a:gd name="T9" fmla="*/ 2053 h 115"/>
                  <a:gd name="T10" fmla="*/ 1130 w 103"/>
                  <a:gd name="T11" fmla="*/ 2074 h 115"/>
                  <a:gd name="T12" fmla="*/ 1538 w 103"/>
                  <a:gd name="T13" fmla="*/ 1596 h 115"/>
                  <a:gd name="T14" fmla="*/ 1601 w 103"/>
                  <a:gd name="T15" fmla="*/ 1127 h 115"/>
                  <a:gd name="T16" fmla="*/ 1538 w 103"/>
                  <a:gd name="T17" fmla="*/ 66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115">
                    <a:moveTo>
                      <a:pt x="98" y="35"/>
                    </a:moveTo>
                    <a:cubicBezTo>
                      <a:pt x="93" y="23"/>
                      <a:pt x="84" y="14"/>
                      <a:pt x="73" y="9"/>
                    </a:cubicBezTo>
                    <a:cubicBezTo>
                      <a:pt x="50" y="0"/>
                      <a:pt x="18" y="14"/>
                      <a:pt x="9" y="32"/>
                    </a:cubicBezTo>
                    <a:cubicBezTo>
                      <a:pt x="3" y="42"/>
                      <a:pt x="0" y="54"/>
                      <a:pt x="1" y="65"/>
                    </a:cubicBezTo>
                    <a:cubicBezTo>
                      <a:pt x="0" y="85"/>
                      <a:pt x="9" y="101"/>
                      <a:pt x="26" y="108"/>
                    </a:cubicBezTo>
                    <a:cubicBezTo>
                      <a:pt x="41" y="115"/>
                      <a:pt x="57" y="115"/>
                      <a:pt x="72" y="109"/>
                    </a:cubicBezTo>
                    <a:cubicBezTo>
                      <a:pt x="84" y="105"/>
                      <a:pt x="93" y="96"/>
                      <a:pt x="98" y="84"/>
                    </a:cubicBezTo>
                    <a:cubicBezTo>
                      <a:pt x="101" y="76"/>
                      <a:pt x="103" y="67"/>
                      <a:pt x="102" y="59"/>
                    </a:cubicBezTo>
                    <a:cubicBezTo>
                      <a:pt x="103" y="50"/>
                      <a:pt x="101" y="42"/>
                      <a:pt x="98" y="35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0" name="Freeform 936">
                <a:extLst>
                  <a:ext uri="{FF2B5EF4-FFF2-40B4-BE49-F238E27FC236}">
                    <a16:creationId xmlns:a16="http://schemas.microsoft.com/office/drawing/2014/main" id="{576D78DC-7F7F-4718-AF53-8CAC06DD1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350"/>
                <a:ext cx="222" cy="221"/>
              </a:xfrm>
              <a:custGeom>
                <a:avLst/>
                <a:gdLst>
                  <a:gd name="T0" fmla="*/ 42 w 89"/>
                  <a:gd name="T1" fmla="*/ 511 h 83"/>
                  <a:gd name="T2" fmla="*/ 30 w 89"/>
                  <a:gd name="T3" fmla="*/ 567 h 83"/>
                  <a:gd name="T4" fmla="*/ 0 w 89"/>
                  <a:gd name="T5" fmla="*/ 852 h 83"/>
                  <a:gd name="T6" fmla="*/ 387 w 89"/>
                  <a:gd name="T7" fmla="*/ 1433 h 83"/>
                  <a:gd name="T8" fmla="*/ 404 w 89"/>
                  <a:gd name="T9" fmla="*/ 1433 h 83"/>
                  <a:gd name="T10" fmla="*/ 1008 w 89"/>
                  <a:gd name="T11" fmla="*/ 1475 h 83"/>
                  <a:gd name="T12" fmla="*/ 1307 w 89"/>
                  <a:gd name="T13" fmla="*/ 1148 h 83"/>
                  <a:gd name="T14" fmla="*/ 1349 w 89"/>
                  <a:gd name="T15" fmla="*/ 977 h 83"/>
                  <a:gd name="T16" fmla="*/ 1349 w 89"/>
                  <a:gd name="T17" fmla="*/ 977 h 83"/>
                  <a:gd name="T18" fmla="*/ 1349 w 89"/>
                  <a:gd name="T19" fmla="*/ 977 h 83"/>
                  <a:gd name="T20" fmla="*/ 1382 w 89"/>
                  <a:gd name="T21" fmla="*/ 831 h 83"/>
                  <a:gd name="T22" fmla="*/ 1245 w 89"/>
                  <a:gd name="T23" fmla="*/ 362 h 83"/>
                  <a:gd name="T24" fmla="*/ 728 w 89"/>
                  <a:gd name="T25" fmla="*/ 21 h 83"/>
                  <a:gd name="T26" fmla="*/ 417 w 89"/>
                  <a:gd name="T27" fmla="*/ 77 h 83"/>
                  <a:gd name="T28" fmla="*/ 42 w 89"/>
                  <a:gd name="T29" fmla="*/ 511 h 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83">
                    <a:moveTo>
                      <a:pt x="3" y="27"/>
                    </a:moveTo>
                    <a:cubicBezTo>
                      <a:pt x="3" y="28"/>
                      <a:pt x="3" y="29"/>
                      <a:pt x="2" y="30"/>
                    </a:cubicBezTo>
                    <a:cubicBezTo>
                      <a:pt x="0" y="35"/>
                      <a:pt x="0" y="40"/>
                      <a:pt x="0" y="45"/>
                    </a:cubicBezTo>
                    <a:cubicBezTo>
                      <a:pt x="0" y="53"/>
                      <a:pt x="6" y="67"/>
                      <a:pt x="25" y="76"/>
                    </a:cubicBezTo>
                    <a:cubicBezTo>
                      <a:pt x="25" y="76"/>
                      <a:pt x="26" y="76"/>
                      <a:pt x="26" y="76"/>
                    </a:cubicBezTo>
                    <a:cubicBezTo>
                      <a:pt x="35" y="80"/>
                      <a:pt x="51" y="83"/>
                      <a:pt x="65" y="78"/>
                    </a:cubicBezTo>
                    <a:cubicBezTo>
                      <a:pt x="70" y="76"/>
                      <a:pt x="82" y="68"/>
                      <a:pt x="84" y="61"/>
                    </a:cubicBezTo>
                    <a:cubicBezTo>
                      <a:pt x="84" y="61"/>
                      <a:pt x="86" y="53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8" y="49"/>
                      <a:pt x="88" y="47"/>
                      <a:pt x="89" y="44"/>
                    </a:cubicBezTo>
                    <a:cubicBezTo>
                      <a:pt x="89" y="36"/>
                      <a:pt x="86" y="27"/>
                      <a:pt x="80" y="19"/>
                    </a:cubicBezTo>
                    <a:cubicBezTo>
                      <a:pt x="72" y="9"/>
                      <a:pt x="59" y="2"/>
                      <a:pt x="47" y="1"/>
                    </a:cubicBezTo>
                    <a:cubicBezTo>
                      <a:pt x="40" y="0"/>
                      <a:pt x="33" y="2"/>
                      <a:pt x="27" y="4"/>
                    </a:cubicBezTo>
                    <a:cubicBezTo>
                      <a:pt x="21" y="7"/>
                      <a:pt x="10" y="15"/>
                      <a:pt x="3" y="27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1" name="Freeform 937">
                <a:extLst>
                  <a:ext uri="{FF2B5EF4-FFF2-40B4-BE49-F238E27FC236}">
                    <a16:creationId xmlns:a16="http://schemas.microsoft.com/office/drawing/2014/main" id="{914E5BB2-9214-4574-BFB5-0EE308F60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53"/>
                <a:ext cx="215" cy="200"/>
              </a:xfrm>
              <a:custGeom>
                <a:avLst/>
                <a:gdLst>
                  <a:gd name="T0" fmla="*/ 1313 w 86"/>
                  <a:gd name="T1" fmla="*/ 797 h 75"/>
                  <a:gd name="T2" fmla="*/ 658 w 86"/>
                  <a:gd name="T3" fmla="*/ 1387 h 75"/>
                  <a:gd name="T4" fmla="*/ 20 w 86"/>
                  <a:gd name="T5" fmla="*/ 704 h 75"/>
                  <a:gd name="T6" fmla="*/ 688 w 86"/>
                  <a:gd name="T7" fmla="*/ 35 h 75"/>
                  <a:gd name="T8" fmla="*/ 1313 w 86"/>
                  <a:gd name="T9" fmla="*/ 797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75">
                    <a:moveTo>
                      <a:pt x="84" y="42"/>
                    </a:moveTo>
                    <a:cubicBezTo>
                      <a:pt x="82" y="61"/>
                      <a:pt x="64" y="75"/>
                      <a:pt x="42" y="73"/>
                    </a:cubicBezTo>
                    <a:cubicBezTo>
                      <a:pt x="21" y="71"/>
                      <a:pt x="0" y="56"/>
                      <a:pt x="1" y="37"/>
                    </a:cubicBezTo>
                    <a:cubicBezTo>
                      <a:pt x="3" y="18"/>
                      <a:pt x="23" y="0"/>
                      <a:pt x="44" y="2"/>
                    </a:cubicBezTo>
                    <a:cubicBezTo>
                      <a:pt x="66" y="4"/>
                      <a:pt x="86" y="24"/>
                      <a:pt x="84" y="42"/>
                    </a:cubicBezTo>
                    <a:close/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2" name="Freeform 938">
                <a:extLst>
                  <a:ext uri="{FF2B5EF4-FFF2-40B4-BE49-F238E27FC236}">
                    <a16:creationId xmlns:a16="http://schemas.microsoft.com/office/drawing/2014/main" id="{662031D3-5961-4A6E-A2CD-C1A10BE1C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417"/>
                <a:ext cx="55" cy="66"/>
              </a:xfrm>
              <a:custGeom>
                <a:avLst/>
                <a:gdLst>
                  <a:gd name="T0" fmla="*/ 220 w 22"/>
                  <a:gd name="T1" fmla="*/ 425 h 25"/>
                  <a:gd name="T2" fmla="*/ 333 w 22"/>
                  <a:gd name="T3" fmla="*/ 259 h 25"/>
                  <a:gd name="T4" fmla="*/ 283 w 22"/>
                  <a:gd name="T5" fmla="*/ 127 h 25"/>
                  <a:gd name="T6" fmla="*/ 250 w 22"/>
                  <a:gd name="T7" fmla="*/ 55 h 25"/>
                  <a:gd name="T8" fmla="*/ 175 w 22"/>
                  <a:gd name="T9" fmla="*/ 0 h 25"/>
                  <a:gd name="T10" fmla="*/ 113 w 22"/>
                  <a:gd name="T11" fmla="*/ 21 h 25"/>
                  <a:gd name="T12" fmla="*/ 20 w 22"/>
                  <a:gd name="T13" fmla="*/ 127 h 25"/>
                  <a:gd name="T14" fmla="*/ 33 w 22"/>
                  <a:gd name="T15" fmla="*/ 259 h 25"/>
                  <a:gd name="T16" fmla="*/ 83 w 22"/>
                  <a:gd name="T17" fmla="*/ 335 h 25"/>
                  <a:gd name="T18" fmla="*/ 220 w 22"/>
                  <a:gd name="T19" fmla="*/ 425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25">
                    <a:moveTo>
                      <a:pt x="14" y="23"/>
                    </a:moveTo>
                    <a:cubicBezTo>
                      <a:pt x="19" y="22"/>
                      <a:pt x="22" y="17"/>
                      <a:pt x="21" y="14"/>
                    </a:cubicBezTo>
                    <a:cubicBezTo>
                      <a:pt x="19" y="10"/>
                      <a:pt x="19" y="10"/>
                      <a:pt x="18" y="7"/>
                    </a:cubicBezTo>
                    <a:cubicBezTo>
                      <a:pt x="18" y="5"/>
                      <a:pt x="18" y="4"/>
                      <a:pt x="16" y="3"/>
                    </a:cubicBezTo>
                    <a:cubicBezTo>
                      <a:pt x="13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7" y="1"/>
                    </a:cubicBezTo>
                    <a:cubicBezTo>
                      <a:pt x="4" y="3"/>
                      <a:pt x="3" y="5"/>
                      <a:pt x="1" y="7"/>
                    </a:cubicBezTo>
                    <a:cubicBezTo>
                      <a:pt x="0" y="10"/>
                      <a:pt x="0" y="13"/>
                      <a:pt x="2" y="14"/>
                    </a:cubicBezTo>
                    <a:cubicBezTo>
                      <a:pt x="3" y="16"/>
                      <a:pt x="3" y="16"/>
                      <a:pt x="5" y="18"/>
                    </a:cubicBezTo>
                    <a:cubicBezTo>
                      <a:pt x="8" y="21"/>
                      <a:pt x="10" y="25"/>
                      <a:pt x="14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3" name="Freeform 939">
                <a:extLst>
                  <a:ext uri="{FF2B5EF4-FFF2-40B4-BE49-F238E27FC236}">
                    <a16:creationId xmlns:a16="http://schemas.microsoft.com/office/drawing/2014/main" id="{03E19E48-5EC2-4651-9DC3-F7A7166AD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98"/>
                <a:ext cx="205" cy="165"/>
              </a:xfrm>
              <a:custGeom>
                <a:avLst/>
                <a:gdLst>
                  <a:gd name="T0" fmla="*/ 375 w 82"/>
                  <a:gd name="T1" fmla="*/ 1057 h 62"/>
                  <a:gd name="T2" fmla="*/ 970 w 82"/>
                  <a:gd name="T3" fmla="*/ 1091 h 62"/>
                  <a:gd name="T4" fmla="*/ 1250 w 82"/>
                  <a:gd name="T5" fmla="*/ 793 h 62"/>
                  <a:gd name="T6" fmla="*/ 1283 w 82"/>
                  <a:gd name="T7" fmla="*/ 623 h 62"/>
                  <a:gd name="T8" fmla="*/ 1283 w 82"/>
                  <a:gd name="T9" fmla="*/ 623 h 62"/>
                  <a:gd name="T10" fmla="*/ 658 w 82"/>
                  <a:gd name="T11" fmla="*/ 1057 h 62"/>
                  <a:gd name="T12" fmla="*/ 50 w 82"/>
                  <a:gd name="T13" fmla="*/ 362 h 62"/>
                  <a:gd name="T14" fmla="*/ 158 w 82"/>
                  <a:gd name="T15" fmla="*/ 0 h 62"/>
                  <a:gd name="T16" fmla="*/ 33 w 82"/>
                  <a:gd name="T17" fmla="*/ 248 h 62"/>
                  <a:gd name="T18" fmla="*/ 0 w 82"/>
                  <a:gd name="T19" fmla="*/ 511 h 62"/>
                  <a:gd name="T20" fmla="*/ 375 w 82"/>
                  <a:gd name="T21" fmla="*/ 1057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62">
                    <a:moveTo>
                      <a:pt x="24" y="56"/>
                    </a:moveTo>
                    <a:cubicBezTo>
                      <a:pt x="33" y="59"/>
                      <a:pt x="48" y="62"/>
                      <a:pt x="62" y="58"/>
                    </a:cubicBezTo>
                    <a:cubicBezTo>
                      <a:pt x="67" y="56"/>
                      <a:pt x="78" y="48"/>
                      <a:pt x="80" y="42"/>
                    </a:cubicBezTo>
                    <a:cubicBezTo>
                      <a:pt x="81" y="39"/>
                      <a:pt x="82" y="36"/>
                      <a:pt x="82" y="33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77" y="48"/>
                      <a:pt x="61" y="57"/>
                      <a:pt x="42" y="56"/>
                    </a:cubicBezTo>
                    <a:cubicBezTo>
                      <a:pt x="21" y="54"/>
                      <a:pt x="1" y="38"/>
                      <a:pt x="3" y="19"/>
                    </a:cubicBezTo>
                    <a:cubicBezTo>
                      <a:pt x="3" y="12"/>
                      <a:pt x="5" y="6"/>
                      <a:pt x="10" y="0"/>
                    </a:cubicBezTo>
                    <a:cubicBezTo>
                      <a:pt x="7" y="2"/>
                      <a:pt x="5" y="6"/>
                      <a:pt x="2" y="13"/>
                    </a:cubicBezTo>
                    <a:cubicBezTo>
                      <a:pt x="1" y="18"/>
                      <a:pt x="0" y="22"/>
                      <a:pt x="0" y="27"/>
                    </a:cubicBezTo>
                    <a:cubicBezTo>
                      <a:pt x="0" y="35"/>
                      <a:pt x="7" y="47"/>
                      <a:pt x="24" y="56"/>
                    </a:cubicBezTo>
                    <a:close/>
                  </a:path>
                </a:pathLst>
              </a:custGeom>
              <a:solidFill>
                <a:srgbClr val="DE9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4" name="Freeform 940">
                <a:extLst>
                  <a:ext uri="{FF2B5EF4-FFF2-40B4-BE49-F238E27FC236}">
                    <a16:creationId xmlns:a16="http://schemas.microsoft.com/office/drawing/2014/main" id="{056373E0-AD6B-42B9-B9D3-789D0DF93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46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5" name="Freeform 941">
                <a:extLst>
                  <a:ext uri="{FF2B5EF4-FFF2-40B4-BE49-F238E27FC236}">
                    <a16:creationId xmlns:a16="http://schemas.microsoft.com/office/drawing/2014/main" id="{5646E51D-3593-4E1C-A447-6C918E4FE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47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6" name="Freeform 942">
                <a:extLst>
                  <a:ext uri="{FF2B5EF4-FFF2-40B4-BE49-F238E27FC236}">
                    <a16:creationId xmlns:a16="http://schemas.microsoft.com/office/drawing/2014/main" id="{D18C82B3-2DED-45A7-9414-45B3327AF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451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7" name="Freeform 943">
                <a:extLst>
                  <a:ext uri="{FF2B5EF4-FFF2-40B4-BE49-F238E27FC236}">
                    <a16:creationId xmlns:a16="http://schemas.microsoft.com/office/drawing/2014/main" id="{03D15BD7-5599-44A4-823B-8EDCFD90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45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8" name="Freeform 944">
                <a:extLst>
                  <a:ext uri="{FF2B5EF4-FFF2-40B4-BE49-F238E27FC236}">
                    <a16:creationId xmlns:a16="http://schemas.microsoft.com/office/drawing/2014/main" id="{D04387FF-CE37-4049-87A3-91CBB6852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44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9" name="Freeform 945">
                <a:extLst>
                  <a:ext uri="{FF2B5EF4-FFF2-40B4-BE49-F238E27FC236}">
                    <a16:creationId xmlns:a16="http://schemas.microsoft.com/office/drawing/2014/main" id="{9099F83C-EA82-4687-B89B-F0A3B15F8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438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0" name="Freeform 946">
                <a:extLst>
                  <a:ext uri="{FF2B5EF4-FFF2-40B4-BE49-F238E27FC236}">
                    <a16:creationId xmlns:a16="http://schemas.microsoft.com/office/drawing/2014/main" id="{2754676C-372A-423F-BCF3-7EDC9AB07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44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1" name="Freeform 947">
                <a:extLst>
                  <a:ext uri="{FF2B5EF4-FFF2-40B4-BE49-F238E27FC236}">
                    <a16:creationId xmlns:a16="http://schemas.microsoft.com/office/drawing/2014/main" id="{350D0933-40B0-4861-95A9-0579816A0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46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93" name="Group 948">
              <a:extLst>
                <a:ext uri="{FF2B5EF4-FFF2-40B4-BE49-F238E27FC236}">
                  <a16:creationId xmlns:a16="http://schemas.microsoft.com/office/drawing/2014/main" id="{49D10688-5B8F-4082-9C19-AE85ADF2D2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3" y="2011"/>
              <a:ext cx="820" cy="600"/>
              <a:chOff x="2033" y="2011"/>
              <a:chExt cx="820" cy="600"/>
            </a:xfrm>
          </p:grpSpPr>
          <p:sp>
            <p:nvSpPr>
              <p:cNvPr id="67142" name="Freeform 949">
                <a:extLst>
                  <a:ext uri="{FF2B5EF4-FFF2-40B4-BE49-F238E27FC236}">
                    <a16:creationId xmlns:a16="http://schemas.microsoft.com/office/drawing/2014/main" id="{FB73425C-0142-4B2F-BEFF-363B9533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46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3" name="Freeform 950">
                <a:extLst>
                  <a:ext uri="{FF2B5EF4-FFF2-40B4-BE49-F238E27FC236}">
                    <a16:creationId xmlns:a16="http://schemas.microsoft.com/office/drawing/2014/main" id="{AEAB4539-750D-4C5C-99B9-630F2289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47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4" name="Freeform 951">
                <a:extLst>
                  <a:ext uri="{FF2B5EF4-FFF2-40B4-BE49-F238E27FC236}">
                    <a16:creationId xmlns:a16="http://schemas.microsoft.com/office/drawing/2014/main" id="{50990BED-12D8-4A70-AD81-893A3EEDD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47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5" name="Freeform 952">
                <a:extLst>
                  <a:ext uri="{FF2B5EF4-FFF2-40B4-BE49-F238E27FC236}">
                    <a16:creationId xmlns:a16="http://schemas.microsoft.com/office/drawing/2014/main" id="{4BB46E2B-7214-44A5-90EC-DE541EA17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44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6" name="Oval 953">
                <a:extLst>
                  <a:ext uri="{FF2B5EF4-FFF2-40B4-BE49-F238E27FC236}">
                    <a16:creationId xmlns:a16="http://schemas.microsoft.com/office/drawing/2014/main" id="{E89859DC-A80D-45DA-AFE3-504F970BE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46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7" name="Oval 954">
                <a:extLst>
                  <a:ext uri="{FF2B5EF4-FFF2-40B4-BE49-F238E27FC236}">
                    <a16:creationId xmlns:a16="http://schemas.microsoft.com/office/drawing/2014/main" id="{EADD158D-FBE8-4314-9377-AA139B39D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473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8" name="Oval 955">
                <a:extLst>
                  <a:ext uri="{FF2B5EF4-FFF2-40B4-BE49-F238E27FC236}">
                    <a16:creationId xmlns:a16="http://schemas.microsoft.com/office/drawing/2014/main" id="{F8C3ED8A-ABEE-4162-8079-DD810B815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247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9" name="Oval 956">
                <a:extLst>
                  <a:ext uri="{FF2B5EF4-FFF2-40B4-BE49-F238E27FC236}">
                    <a16:creationId xmlns:a16="http://schemas.microsoft.com/office/drawing/2014/main" id="{4AC43864-0D68-437B-812D-6DF9EF529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3" y="248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0" name="Freeform 957">
                <a:extLst>
                  <a:ext uri="{FF2B5EF4-FFF2-40B4-BE49-F238E27FC236}">
                    <a16:creationId xmlns:a16="http://schemas.microsoft.com/office/drawing/2014/main" id="{FDE96CFD-A33D-41B1-9312-70A3AC459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48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1" name="Freeform 958">
                <a:extLst>
                  <a:ext uri="{FF2B5EF4-FFF2-40B4-BE49-F238E27FC236}">
                    <a16:creationId xmlns:a16="http://schemas.microsoft.com/office/drawing/2014/main" id="{5B2997A4-1516-4507-B361-C96231434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48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2" name="Freeform 959">
                <a:extLst>
                  <a:ext uri="{FF2B5EF4-FFF2-40B4-BE49-F238E27FC236}">
                    <a16:creationId xmlns:a16="http://schemas.microsoft.com/office/drawing/2014/main" id="{809893F7-395B-40EE-9A5B-FAE220512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48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3" name="Oval 960">
                <a:extLst>
                  <a:ext uri="{FF2B5EF4-FFF2-40B4-BE49-F238E27FC236}">
                    <a16:creationId xmlns:a16="http://schemas.microsoft.com/office/drawing/2014/main" id="{30B98C80-CBC2-42DD-B271-8A2C2B7F4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46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4" name="Oval 961">
                <a:extLst>
                  <a:ext uri="{FF2B5EF4-FFF2-40B4-BE49-F238E27FC236}">
                    <a16:creationId xmlns:a16="http://schemas.microsoft.com/office/drawing/2014/main" id="{7A0BE259-548A-4C41-96AB-04AD768F4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47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5" name="Oval 962">
                <a:extLst>
                  <a:ext uri="{FF2B5EF4-FFF2-40B4-BE49-F238E27FC236}">
                    <a16:creationId xmlns:a16="http://schemas.microsoft.com/office/drawing/2014/main" id="{E8B8DB1F-204B-453F-B504-D3F2A8A9A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457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6" name="Oval 963">
                <a:extLst>
                  <a:ext uri="{FF2B5EF4-FFF2-40B4-BE49-F238E27FC236}">
                    <a16:creationId xmlns:a16="http://schemas.microsoft.com/office/drawing/2014/main" id="{A9591B3F-74D5-4D7E-90DC-6610E5439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0" y="2449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7" name="Freeform 964">
                <a:extLst>
                  <a:ext uri="{FF2B5EF4-FFF2-40B4-BE49-F238E27FC236}">
                    <a16:creationId xmlns:a16="http://schemas.microsoft.com/office/drawing/2014/main" id="{9041D969-30D8-4E6D-A631-A62E88D76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48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8" name="Oval 965">
                <a:extLst>
                  <a:ext uri="{FF2B5EF4-FFF2-40B4-BE49-F238E27FC236}">
                    <a16:creationId xmlns:a16="http://schemas.microsoft.com/office/drawing/2014/main" id="{60DC9F7A-937F-4A57-8385-8F9871DFA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2491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9" name="Freeform 966">
                <a:extLst>
                  <a:ext uri="{FF2B5EF4-FFF2-40B4-BE49-F238E27FC236}">
                    <a16:creationId xmlns:a16="http://schemas.microsoft.com/office/drawing/2014/main" id="{BAFE07FC-B0B4-4B7A-B5FA-C4C1203E1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497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0" name="Oval 967">
                <a:extLst>
                  <a:ext uri="{FF2B5EF4-FFF2-40B4-BE49-F238E27FC236}">
                    <a16:creationId xmlns:a16="http://schemas.microsoft.com/office/drawing/2014/main" id="{5925827F-28A4-43D6-872E-BC73607C1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49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1" name="Oval 968">
                <a:extLst>
                  <a:ext uri="{FF2B5EF4-FFF2-40B4-BE49-F238E27FC236}">
                    <a16:creationId xmlns:a16="http://schemas.microsoft.com/office/drawing/2014/main" id="{8C7B65EB-245F-4DD8-AAF3-7A72E9D7C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497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2" name="Freeform 969">
                <a:extLst>
                  <a:ext uri="{FF2B5EF4-FFF2-40B4-BE49-F238E27FC236}">
                    <a16:creationId xmlns:a16="http://schemas.microsoft.com/office/drawing/2014/main" id="{3A8A48CA-5B97-436B-903D-17D083C9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49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3" name="Oval 970">
                <a:extLst>
                  <a:ext uri="{FF2B5EF4-FFF2-40B4-BE49-F238E27FC236}">
                    <a16:creationId xmlns:a16="http://schemas.microsoft.com/office/drawing/2014/main" id="{DBE14485-2E7E-47BC-A824-DFC45E828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48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4" name="Oval 971">
                <a:extLst>
                  <a:ext uri="{FF2B5EF4-FFF2-40B4-BE49-F238E27FC236}">
                    <a16:creationId xmlns:a16="http://schemas.microsoft.com/office/drawing/2014/main" id="{7A488DE1-5871-4B5D-8D19-70BAC1E03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497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5" name="Oval 972">
                <a:extLst>
                  <a:ext uri="{FF2B5EF4-FFF2-40B4-BE49-F238E27FC236}">
                    <a16:creationId xmlns:a16="http://schemas.microsoft.com/office/drawing/2014/main" id="{55E43666-7738-4905-9AEC-A43896EC1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50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6" name="Oval 973">
                <a:extLst>
                  <a:ext uri="{FF2B5EF4-FFF2-40B4-BE49-F238E27FC236}">
                    <a16:creationId xmlns:a16="http://schemas.microsoft.com/office/drawing/2014/main" id="{CB979E92-88F1-4C12-B7FD-6B44AB95E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489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7" name="Freeform 974">
                <a:extLst>
                  <a:ext uri="{FF2B5EF4-FFF2-40B4-BE49-F238E27FC236}">
                    <a16:creationId xmlns:a16="http://schemas.microsoft.com/office/drawing/2014/main" id="{71647B26-8B70-4CD3-B98C-EF5B4503F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49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8" name="Oval 975">
                <a:extLst>
                  <a:ext uri="{FF2B5EF4-FFF2-40B4-BE49-F238E27FC236}">
                    <a16:creationId xmlns:a16="http://schemas.microsoft.com/office/drawing/2014/main" id="{1E8062B4-DB06-4097-9230-13C2566BD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48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9" name="Oval 976">
                <a:extLst>
                  <a:ext uri="{FF2B5EF4-FFF2-40B4-BE49-F238E27FC236}">
                    <a16:creationId xmlns:a16="http://schemas.microsoft.com/office/drawing/2014/main" id="{8D5ED43B-9DE2-4FFD-A735-4CF59C022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48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 w="4763" cap="rnd">
                <a:solidFill>
                  <a:srgbClr val="1A171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0" name="Freeform 977">
                <a:extLst>
                  <a:ext uri="{FF2B5EF4-FFF2-40B4-BE49-F238E27FC236}">
                    <a16:creationId xmlns:a16="http://schemas.microsoft.com/office/drawing/2014/main" id="{928D14BF-9F74-46D5-A829-9352A3340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40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1" name="Freeform 978">
                <a:extLst>
                  <a:ext uri="{FF2B5EF4-FFF2-40B4-BE49-F238E27FC236}">
                    <a16:creationId xmlns:a16="http://schemas.microsoft.com/office/drawing/2014/main" id="{FBE8093A-E2F5-480E-9F6E-D42B6A10C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395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2" name="Freeform 979">
                <a:extLst>
                  <a:ext uri="{FF2B5EF4-FFF2-40B4-BE49-F238E27FC236}">
                    <a16:creationId xmlns:a16="http://schemas.microsoft.com/office/drawing/2014/main" id="{425F4CC4-03C8-453E-AF4E-44EE02779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411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3" name="Freeform 980">
                <a:extLst>
                  <a:ext uri="{FF2B5EF4-FFF2-40B4-BE49-F238E27FC236}">
                    <a16:creationId xmlns:a16="http://schemas.microsoft.com/office/drawing/2014/main" id="{4C95C05E-38F8-4DF5-8AB0-FCD6F98A6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403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27 h 2"/>
                  <a:gd name="T4" fmla="*/ 27 w 1"/>
                  <a:gd name="T5" fmla="*/ 27 h 2"/>
                  <a:gd name="T6" fmla="*/ 27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4" name="Freeform 981">
                <a:extLst>
                  <a:ext uri="{FF2B5EF4-FFF2-40B4-BE49-F238E27FC236}">
                    <a16:creationId xmlns:a16="http://schemas.microsoft.com/office/drawing/2014/main" id="{6A168FE3-D186-4F65-B0AB-58C5B550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41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5" name="Freeform 982">
                <a:extLst>
                  <a:ext uri="{FF2B5EF4-FFF2-40B4-BE49-F238E27FC236}">
                    <a16:creationId xmlns:a16="http://schemas.microsoft.com/office/drawing/2014/main" id="{8C465F56-6E78-42E7-BC2F-FE4D648F5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41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6" name="Freeform 983">
                <a:extLst>
                  <a:ext uri="{FF2B5EF4-FFF2-40B4-BE49-F238E27FC236}">
                    <a16:creationId xmlns:a16="http://schemas.microsoft.com/office/drawing/2014/main" id="{72F96201-4570-4A08-A1C2-CB382F0DE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41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7" name="Freeform 984">
                <a:extLst>
                  <a:ext uri="{FF2B5EF4-FFF2-40B4-BE49-F238E27FC236}">
                    <a16:creationId xmlns:a16="http://schemas.microsoft.com/office/drawing/2014/main" id="{FAB1AC00-5D1E-4CF3-A2C5-4CD83DCB5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406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8" name="Freeform 985">
                <a:extLst>
                  <a:ext uri="{FF2B5EF4-FFF2-40B4-BE49-F238E27FC236}">
                    <a16:creationId xmlns:a16="http://schemas.microsoft.com/office/drawing/2014/main" id="{C8435EC7-38B3-41F0-9160-F24436318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406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9" name="Freeform 986">
                <a:extLst>
                  <a:ext uri="{FF2B5EF4-FFF2-40B4-BE49-F238E27FC236}">
                    <a16:creationId xmlns:a16="http://schemas.microsoft.com/office/drawing/2014/main" id="{2ABDEFFD-B3D4-41D7-AD27-3B57A4915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40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0" name="Freeform 987">
                <a:extLst>
                  <a:ext uri="{FF2B5EF4-FFF2-40B4-BE49-F238E27FC236}">
                    <a16:creationId xmlns:a16="http://schemas.microsoft.com/office/drawing/2014/main" id="{72021E6F-CBB9-43BC-A2CF-794F2866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414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1" name="Freeform 988">
                <a:extLst>
                  <a:ext uri="{FF2B5EF4-FFF2-40B4-BE49-F238E27FC236}">
                    <a16:creationId xmlns:a16="http://schemas.microsoft.com/office/drawing/2014/main" id="{797BB38D-E423-4B81-A3A4-E48F816E2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422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2" name="Freeform 989">
                <a:extLst>
                  <a:ext uri="{FF2B5EF4-FFF2-40B4-BE49-F238E27FC236}">
                    <a16:creationId xmlns:a16="http://schemas.microsoft.com/office/drawing/2014/main" id="{E2C9D799-A641-4748-B48A-72AA78DB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41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3" name="Freeform 990">
                <a:extLst>
                  <a:ext uri="{FF2B5EF4-FFF2-40B4-BE49-F238E27FC236}">
                    <a16:creationId xmlns:a16="http://schemas.microsoft.com/office/drawing/2014/main" id="{5745AC27-B1A7-491E-AB38-4CFC3F83F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44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4" name="Freeform 991">
                <a:extLst>
                  <a:ext uri="{FF2B5EF4-FFF2-40B4-BE49-F238E27FC236}">
                    <a16:creationId xmlns:a16="http://schemas.microsoft.com/office/drawing/2014/main" id="{607A456E-CB8A-4678-B375-92F021491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3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5" name="Freeform 992">
                <a:extLst>
                  <a:ext uri="{FF2B5EF4-FFF2-40B4-BE49-F238E27FC236}">
                    <a16:creationId xmlns:a16="http://schemas.microsoft.com/office/drawing/2014/main" id="{ACF29E10-8A75-4CB3-9B13-FD47E59BD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44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6" name="Freeform 993">
                <a:extLst>
                  <a:ext uri="{FF2B5EF4-FFF2-40B4-BE49-F238E27FC236}">
                    <a16:creationId xmlns:a16="http://schemas.microsoft.com/office/drawing/2014/main" id="{34890C95-7FD7-474F-AABA-6A5F43468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43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7" name="Freeform 994">
                <a:extLst>
                  <a:ext uri="{FF2B5EF4-FFF2-40B4-BE49-F238E27FC236}">
                    <a16:creationId xmlns:a16="http://schemas.microsoft.com/office/drawing/2014/main" id="{CF444688-3C7E-49B0-9596-47047C14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27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8" name="Freeform 995">
                <a:extLst>
                  <a:ext uri="{FF2B5EF4-FFF2-40B4-BE49-F238E27FC236}">
                    <a16:creationId xmlns:a16="http://schemas.microsoft.com/office/drawing/2014/main" id="{FA414847-F03E-4008-93F4-4F5F7D851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43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9" name="Freeform 996">
                <a:extLst>
                  <a:ext uri="{FF2B5EF4-FFF2-40B4-BE49-F238E27FC236}">
                    <a16:creationId xmlns:a16="http://schemas.microsoft.com/office/drawing/2014/main" id="{58301C24-83CD-4E67-8EA5-11CFEF42C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42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0" name="Freeform 997">
                <a:extLst>
                  <a:ext uri="{FF2B5EF4-FFF2-40B4-BE49-F238E27FC236}">
                    <a16:creationId xmlns:a16="http://schemas.microsoft.com/office/drawing/2014/main" id="{C5D636C4-DB04-41B4-8E02-99F8E75B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42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1" name="Freeform 998">
                <a:extLst>
                  <a:ext uri="{FF2B5EF4-FFF2-40B4-BE49-F238E27FC236}">
                    <a16:creationId xmlns:a16="http://schemas.microsoft.com/office/drawing/2014/main" id="{D7351B54-4ED5-4729-8960-5D5B9954C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435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2" name="Freeform 999">
                <a:extLst>
                  <a:ext uri="{FF2B5EF4-FFF2-40B4-BE49-F238E27FC236}">
                    <a16:creationId xmlns:a16="http://schemas.microsoft.com/office/drawing/2014/main" id="{A6B5566D-5090-447C-87EA-839A9396E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39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27 h 1"/>
                  <a:gd name="T4" fmla="*/ 0 w 1"/>
                  <a:gd name="T5" fmla="*/ 27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3" name="Freeform 1000">
                <a:extLst>
                  <a:ext uri="{FF2B5EF4-FFF2-40B4-BE49-F238E27FC236}">
                    <a16:creationId xmlns:a16="http://schemas.microsoft.com/office/drawing/2014/main" id="{DAFFF7B3-4A33-4B5E-960B-026EC1B5C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40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4" name="Freeform 1001">
                <a:extLst>
                  <a:ext uri="{FF2B5EF4-FFF2-40B4-BE49-F238E27FC236}">
                    <a16:creationId xmlns:a16="http://schemas.microsoft.com/office/drawing/2014/main" id="{22FF1DAD-0DA5-4BDD-826D-94A389194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43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5" name="Freeform 1002">
                <a:extLst>
                  <a:ext uri="{FF2B5EF4-FFF2-40B4-BE49-F238E27FC236}">
                    <a16:creationId xmlns:a16="http://schemas.microsoft.com/office/drawing/2014/main" id="{A37D56CF-84C5-43FB-9E51-F7362A521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42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0 w 1"/>
                  <a:gd name="T5" fmla="*/ 8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6" name="Freeform 1003">
                <a:extLst>
                  <a:ext uri="{FF2B5EF4-FFF2-40B4-BE49-F238E27FC236}">
                    <a16:creationId xmlns:a16="http://schemas.microsoft.com/office/drawing/2014/main" id="{CA284797-98D8-4544-8E52-A16BBC105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42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7" name="Freeform 1004">
                <a:extLst>
                  <a:ext uri="{FF2B5EF4-FFF2-40B4-BE49-F238E27FC236}">
                    <a16:creationId xmlns:a16="http://schemas.microsoft.com/office/drawing/2014/main" id="{97BB324B-E6CE-4D3F-9971-4D1C14A2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22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8" name="Freeform 1005">
                <a:extLst>
                  <a:ext uri="{FF2B5EF4-FFF2-40B4-BE49-F238E27FC236}">
                    <a16:creationId xmlns:a16="http://schemas.microsoft.com/office/drawing/2014/main" id="{89DA05A0-E3BB-4C37-9FCC-90C6153A8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41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9" name="Freeform 1006">
                <a:extLst>
                  <a:ext uri="{FF2B5EF4-FFF2-40B4-BE49-F238E27FC236}">
                    <a16:creationId xmlns:a16="http://schemas.microsoft.com/office/drawing/2014/main" id="{EC554830-356C-45AB-A32B-799063325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41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0" name="Freeform 1007">
                <a:extLst>
                  <a:ext uri="{FF2B5EF4-FFF2-40B4-BE49-F238E27FC236}">
                    <a16:creationId xmlns:a16="http://schemas.microsoft.com/office/drawing/2014/main" id="{24B8CB90-739E-441B-866D-236628083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40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1" name="Freeform 1008">
                <a:extLst>
                  <a:ext uri="{FF2B5EF4-FFF2-40B4-BE49-F238E27FC236}">
                    <a16:creationId xmlns:a16="http://schemas.microsoft.com/office/drawing/2014/main" id="{B73CE63F-2693-4A29-AAF3-65A12616F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483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2" name="Freeform 1009">
                <a:extLst>
                  <a:ext uri="{FF2B5EF4-FFF2-40B4-BE49-F238E27FC236}">
                    <a16:creationId xmlns:a16="http://schemas.microsoft.com/office/drawing/2014/main" id="{C794786C-F144-46FC-BB8F-68B406031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47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3" name="Freeform 1010">
                <a:extLst>
                  <a:ext uri="{FF2B5EF4-FFF2-40B4-BE49-F238E27FC236}">
                    <a16:creationId xmlns:a16="http://schemas.microsoft.com/office/drawing/2014/main" id="{6F6C5077-7B40-420A-AB5E-21FCDC468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065"/>
                <a:ext cx="113" cy="114"/>
              </a:xfrm>
              <a:custGeom>
                <a:avLst/>
                <a:gdLst>
                  <a:gd name="T0" fmla="*/ 221 w 45"/>
                  <a:gd name="T1" fmla="*/ 745 h 43"/>
                  <a:gd name="T2" fmla="*/ 113 w 45"/>
                  <a:gd name="T3" fmla="*/ 689 h 43"/>
                  <a:gd name="T4" fmla="*/ 63 w 45"/>
                  <a:gd name="T5" fmla="*/ 612 h 43"/>
                  <a:gd name="T6" fmla="*/ 50 w 45"/>
                  <a:gd name="T7" fmla="*/ 575 h 43"/>
                  <a:gd name="T8" fmla="*/ 50 w 45"/>
                  <a:gd name="T9" fmla="*/ 562 h 43"/>
                  <a:gd name="T10" fmla="*/ 33 w 45"/>
                  <a:gd name="T11" fmla="*/ 429 h 43"/>
                  <a:gd name="T12" fmla="*/ 33 w 45"/>
                  <a:gd name="T13" fmla="*/ 315 h 43"/>
                  <a:gd name="T14" fmla="*/ 63 w 45"/>
                  <a:gd name="T15" fmla="*/ 281 h 43"/>
                  <a:gd name="T16" fmla="*/ 83 w 45"/>
                  <a:gd name="T17" fmla="*/ 239 h 43"/>
                  <a:gd name="T18" fmla="*/ 95 w 45"/>
                  <a:gd name="T19" fmla="*/ 204 h 43"/>
                  <a:gd name="T20" fmla="*/ 113 w 45"/>
                  <a:gd name="T21" fmla="*/ 204 h 43"/>
                  <a:gd name="T22" fmla="*/ 113 w 45"/>
                  <a:gd name="T23" fmla="*/ 191 h 43"/>
                  <a:gd name="T24" fmla="*/ 176 w 45"/>
                  <a:gd name="T25" fmla="*/ 133 h 43"/>
                  <a:gd name="T26" fmla="*/ 251 w 45"/>
                  <a:gd name="T27" fmla="*/ 77 h 43"/>
                  <a:gd name="T28" fmla="*/ 271 w 45"/>
                  <a:gd name="T29" fmla="*/ 56 h 43"/>
                  <a:gd name="T30" fmla="*/ 304 w 45"/>
                  <a:gd name="T31" fmla="*/ 21 h 43"/>
                  <a:gd name="T32" fmla="*/ 367 w 45"/>
                  <a:gd name="T33" fmla="*/ 34 h 43"/>
                  <a:gd name="T34" fmla="*/ 429 w 45"/>
                  <a:gd name="T35" fmla="*/ 21 h 43"/>
                  <a:gd name="T36" fmla="*/ 460 w 45"/>
                  <a:gd name="T37" fmla="*/ 56 h 43"/>
                  <a:gd name="T38" fmla="*/ 505 w 45"/>
                  <a:gd name="T39" fmla="*/ 77 h 43"/>
                  <a:gd name="T40" fmla="*/ 568 w 45"/>
                  <a:gd name="T41" fmla="*/ 133 h 43"/>
                  <a:gd name="T42" fmla="*/ 663 w 45"/>
                  <a:gd name="T43" fmla="*/ 239 h 43"/>
                  <a:gd name="T44" fmla="*/ 693 w 45"/>
                  <a:gd name="T45" fmla="*/ 408 h 43"/>
                  <a:gd name="T46" fmla="*/ 693 w 45"/>
                  <a:gd name="T47" fmla="*/ 506 h 43"/>
                  <a:gd name="T48" fmla="*/ 663 w 45"/>
                  <a:gd name="T49" fmla="*/ 612 h 43"/>
                  <a:gd name="T50" fmla="*/ 650 w 45"/>
                  <a:gd name="T51" fmla="*/ 655 h 43"/>
                  <a:gd name="T52" fmla="*/ 618 w 45"/>
                  <a:gd name="T53" fmla="*/ 711 h 43"/>
                  <a:gd name="T54" fmla="*/ 535 w 45"/>
                  <a:gd name="T55" fmla="*/ 745 h 43"/>
                  <a:gd name="T56" fmla="*/ 442 w 45"/>
                  <a:gd name="T57" fmla="*/ 779 h 43"/>
                  <a:gd name="T58" fmla="*/ 397 w 45"/>
                  <a:gd name="T59" fmla="*/ 779 h 43"/>
                  <a:gd name="T60" fmla="*/ 347 w 45"/>
                  <a:gd name="T61" fmla="*/ 801 h 43"/>
                  <a:gd name="T62" fmla="*/ 316 w 45"/>
                  <a:gd name="T63" fmla="*/ 779 h 43"/>
                  <a:gd name="T64" fmla="*/ 271 w 45"/>
                  <a:gd name="T65" fmla="*/ 779 h 43"/>
                  <a:gd name="T66" fmla="*/ 221 w 45"/>
                  <a:gd name="T67" fmla="*/ 745 h 4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43">
                    <a:moveTo>
                      <a:pt x="14" y="40"/>
                    </a:moveTo>
                    <a:cubicBezTo>
                      <a:pt x="12" y="41"/>
                      <a:pt x="8" y="38"/>
                      <a:pt x="7" y="37"/>
                    </a:cubicBezTo>
                    <a:cubicBezTo>
                      <a:pt x="6" y="36"/>
                      <a:pt x="4" y="35"/>
                      <a:pt x="4" y="33"/>
                    </a:cubicBezTo>
                    <a:cubicBezTo>
                      <a:pt x="3" y="33"/>
                      <a:pt x="3" y="32"/>
                      <a:pt x="3" y="31"/>
                    </a:cubicBezTo>
                    <a:cubicBezTo>
                      <a:pt x="3" y="31"/>
                      <a:pt x="3" y="31"/>
                      <a:pt x="3" y="30"/>
                    </a:cubicBezTo>
                    <a:cubicBezTo>
                      <a:pt x="3" y="29"/>
                      <a:pt x="0" y="25"/>
                      <a:pt x="2" y="23"/>
                    </a:cubicBezTo>
                    <a:cubicBezTo>
                      <a:pt x="1" y="22"/>
                      <a:pt x="2" y="18"/>
                      <a:pt x="2" y="17"/>
                    </a:cubicBezTo>
                    <a:cubicBezTo>
                      <a:pt x="3" y="16"/>
                      <a:pt x="3" y="16"/>
                      <a:pt x="4" y="15"/>
                    </a:cubicBezTo>
                    <a:cubicBezTo>
                      <a:pt x="4" y="14"/>
                      <a:pt x="4" y="14"/>
                      <a:pt x="5" y="13"/>
                    </a:cubicBezTo>
                    <a:cubicBezTo>
                      <a:pt x="5" y="12"/>
                      <a:pt x="6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9"/>
                      <a:pt x="9" y="7"/>
                      <a:pt x="11" y="7"/>
                    </a:cubicBezTo>
                    <a:cubicBezTo>
                      <a:pt x="12" y="5"/>
                      <a:pt x="15" y="5"/>
                      <a:pt x="16" y="4"/>
                    </a:cubicBezTo>
                    <a:cubicBezTo>
                      <a:pt x="16" y="4"/>
                      <a:pt x="17" y="3"/>
                      <a:pt x="17" y="3"/>
                    </a:cubicBezTo>
                    <a:cubicBezTo>
                      <a:pt x="18" y="2"/>
                      <a:pt x="18" y="2"/>
                      <a:pt x="19" y="1"/>
                    </a:cubicBezTo>
                    <a:cubicBezTo>
                      <a:pt x="20" y="1"/>
                      <a:pt x="22" y="2"/>
                      <a:pt x="23" y="2"/>
                    </a:cubicBezTo>
                    <a:cubicBezTo>
                      <a:pt x="24" y="1"/>
                      <a:pt x="26" y="0"/>
                      <a:pt x="27" y="1"/>
                    </a:cubicBezTo>
                    <a:cubicBezTo>
                      <a:pt x="28" y="1"/>
                      <a:pt x="28" y="2"/>
                      <a:pt x="29" y="3"/>
                    </a:cubicBezTo>
                    <a:cubicBezTo>
                      <a:pt x="30" y="3"/>
                      <a:pt x="31" y="3"/>
                      <a:pt x="32" y="4"/>
                    </a:cubicBezTo>
                    <a:cubicBezTo>
                      <a:pt x="34" y="4"/>
                      <a:pt x="35" y="5"/>
                      <a:pt x="36" y="7"/>
                    </a:cubicBezTo>
                    <a:cubicBezTo>
                      <a:pt x="39" y="6"/>
                      <a:pt x="41" y="11"/>
                      <a:pt x="42" y="13"/>
                    </a:cubicBezTo>
                    <a:cubicBezTo>
                      <a:pt x="43" y="16"/>
                      <a:pt x="44" y="19"/>
                      <a:pt x="44" y="22"/>
                    </a:cubicBezTo>
                    <a:cubicBezTo>
                      <a:pt x="45" y="24"/>
                      <a:pt x="44" y="26"/>
                      <a:pt x="44" y="27"/>
                    </a:cubicBezTo>
                    <a:cubicBezTo>
                      <a:pt x="44" y="29"/>
                      <a:pt x="44" y="31"/>
                      <a:pt x="42" y="33"/>
                    </a:cubicBezTo>
                    <a:cubicBezTo>
                      <a:pt x="42" y="34"/>
                      <a:pt x="41" y="34"/>
                      <a:pt x="41" y="35"/>
                    </a:cubicBezTo>
                    <a:cubicBezTo>
                      <a:pt x="40" y="36"/>
                      <a:pt x="40" y="37"/>
                      <a:pt x="39" y="38"/>
                    </a:cubicBezTo>
                    <a:cubicBezTo>
                      <a:pt x="38" y="39"/>
                      <a:pt x="35" y="41"/>
                      <a:pt x="34" y="40"/>
                    </a:cubicBezTo>
                    <a:cubicBezTo>
                      <a:pt x="32" y="42"/>
                      <a:pt x="30" y="43"/>
                      <a:pt x="28" y="42"/>
                    </a:cubicBezTo>
                    <a:cubicBezTo>
                      <a:pt x="26" y="41"/>
                      <a:pt x="27" y="41"/>
                      <a:pt x="25" y="42"/>
                    </a:cubicBezTo>
                    <a:cubicBezTo>
                      <a:pt x="24" y="42"/>
                      <a:pt x="23" y="43"/>
                      <a:pt x="22" y="43"/>
                    </a:cubicBezTo>
                    <a:cubicBezTo>
                      <a:pt x="21" y="43"/>
                      <a:pt x="21" y="42"/>
                      <a:pt x="20" y="42"/>
                    </a:cubicBezTo>
                    <a:cubicBezTo>
                      <a:pt x="18" y="42"/>
                      <a:pt x="18" y="43"/>
                      <a:pt x="17" y="42"/>
                    </a:cubicBezTo>
                    <a:cubicBezTo>
                      <a:pt x="16" y="41"/>
                      <a:pt x="15" y="40"/>
                      <a:pt x="14" y="40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4" name="Freeform 1011">
                <a:extLst>
                  <a:ext uri="{FF2B5EF4-FFF2-40B4-BE49-F238E27FC236}">
                    <a16:creationId xmlns:a16="http://schemas.microsoft.com/office/drawing/2014/main" id="{D8F50700-25E9-4605-ABDF-D26FD4EE7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131"/>
                <a:ext cx="50" cy="27"/>
              </a:xfrm>
              <a:custGeom>
                <a:avLst/>
                <a:gdLst>
                  <a:gd name="T0" fmla="*/ 145 w 20"/>
                  <a:gd name="T1" fmla="*/ 197 h 10"/>
                  <a:gd name="T2" fmla="*/ 95 w 20"/>
                  <a:gd name="T3" fmla="*/ 197 h 10"/>
                  <a:gd name="T4" fmla="*/ 50 w 20"/>
                  <a:gd name="T5" fmla="*/ 159 h 10"/>
                  <a:gd name="T6" fmla="*/ 33 w 20"/>
                  <a:gd name="T7" fmla="*/ 116 h 10"/>
                  <a:gd name="T8" fmla="*/ 20 w 20"/>
                  <a:gd name="T9" fmla="*/ 81 h 10"/>
                  <a:gd name="T10" fmla="*/ 20 w 20"/>
                  <a:gd name="T11" fmla="*/ 38 h 10"/>
                  <a:gd name="T12" fmla="*/ 95 w 20"/>
                  <a:gd name="T13" fmla="*/ 38 h 10"/>
                  <a:gd name="T14" fmla="*/ 145 w 20"/>
                  <a:gd name="T15" fmla="*/ 0 h 10"/>
                  <a:gd name="T16" fmla="*/ 238 w 20"/>
                  <a:gd name="T17" fmla="*/ 59 h 10"/>
                  <a:gd name="T18" fmla="*/ 313 w 20"/>
                  <a:gd name="T19" fmla="*/ 81 h 10"/>
                  <a:gd name="T20" fmla="*/ 300 w 20"/>
                  <a:gd name="T21" fmla="*/ 116 h 10"/>
                  <a:gd name="T22" fmla="*/ 300 w 20"/>
                  <a:gd name="T23" fmla="*/ 176 h 10"/>
                  <a:gd name="T24" fmla="*/ 220 w 20"/>
                  <a:gd name="T25" fmla="*/ 197 h 10"/>
                  <a:gd name="T26" fmla="*/ 145 w 20"/>
                  <a:gd name="T27" fmla="*/ 197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0">
                    <a:moveTo>
                      <a:pt x="9" y="10"/>
                    </a:moveTo>
                    <a:cubicBezTo>
                      <a:pt x="9" y="8"/>
                      <a:pt x="7" y="8"/>
                      <a:pt x="6" y="10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3" y="2"/>
                      <a:pt x="4" y="3"/>
                      <a:pt x="6" y="2"/>
                    </a:cubicBezTo>
                    <a:cubicBezTo>
                      <a:pt x="7" y="1"/>
                      <a:pt x="8" y="1"/>
                      <a:pt x="9" y="0"/>
                    </a:cubicBezTo>
                    <a:cubicBezTo>
                      <a:pt x="10" y="2"/>
                      <a:pt x="13" y="3"/>
                      <a:pt x="15" y="3"/>
                    </a:cubicBezTo>
                    <a:cubicBezTo>
                      <a:pt x="15" y="4"/>
                      <a:pt x="18" y="5"/>
                      <a:pt x="20" y="4"/>
                    </a:cubicBezTo>
                    <a:cubicBezTo>
                      <a:pt x="19" y="5"/>
                      <a:pt x="19" y="5"/>
                      <a:pt x="19" y="6"/>
                    </a:cubicBezTo>
                    <a:cubicBezTo>
                      <a:pt x="19" y="7"/>
                      <a:pt x="19" y="8"/>
                      <a:pt x="19" y="9"/>
                    </a:cubicBezTo>
                    <a:cubicBezTo>
                      <a:pt x="17" y="8"/>
                      <a:pt x="16" y="8"/>
                      <a:pt x="14" y="10"/>
                    </a:cubicBezTo>
                    <a:cubicBezTo>
                      <a:pt x="12" y="8"/>
                      <a:pt x="11" y="9"/>
                      <a:pt x="9" y="10"/>
                    </a:cubicBezTo>
                    <a:close/>
                  </a:path>
                </a:pathLst>
              </a:custGeom>
              <a:solidFill>
                <a:srgbClr val="A30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5" name="Freeform 1012">
                <a:extLst>
                  <a:ext uri="{FF2B5EF4-FFF2-40B4-BE49-F238E27FC236}">
                    <a16:creationId xmlns:a16="http://schemas.microsoft.com/office/drawing/2014/main" id="{93D4F032-EB57-4E44-9BF0-F71390423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129"/>
                <a:ext cx="12" cy="13"/>
              </a:xfrm>
              <a:custGeom>
                <a:avLst/>
                <a:gdLst>
                  <a:gd name="T0" fmla="*/ 70 w 5"/>
                  <a:gd name="T1" fmla="*/ 0 h 5"/>
                  <a:gd name="T2" fmla="*/ 41 w 5"/>
                  <a:gd name="T3" fmla="*/ 68 h 5"/>
                  <a:gd name="T4" fmla="*/ 0 w 5"/>
                  <a:gd name="T5" fmla="*/ 55 h 5"/>
                  <a:gd name="T6" fmla="*/ 70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4" y="3"/>
                      <a:pt x="3" y="4"/>
                    </a:cubicBezTo>
                    <a:cubicBezTo>
                      <a:pt x="3" y="5"/>
                      <a:pt x="1" y="4"/>
                      <a:pt x="0" y="3"/>
                    </a:cubicBezTo>
                    <a:cubicBezTo>
                      <a:pt x="2" y="5"/>
                      <a:pt x="4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6" name="Freeform 1013">
                <a:extLst>
                  <a:ext uri="{FF2B5EF4-FFF2-40B4-BE49-F238E27FC236}">
                    <a16:creationId xmlns:a16="http://schemas.microsoft.com/office/drawing/2014/main" id="{33CE6799-AC50-4AFA-BD13-9184DBC1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126"/>
                <a:ext cx="13" cy="11"/>
              </a:xfrm>
              <a:custGeom>
                <a:avLst/>
                <a:gdLst>
                  <a:gd name="T0" fmla="*/ 88 w 5"/>
                  <a:gd name="T1" fmla="*/ 0 h 4"/>
                  <a:gd name="T2" fmla="*/ 68 w 5"/>
                  <a:gd name="T3" fmla="*/ 83 h 4"/>
                  <a:gd name="T4" fmla="*/ 0 w 5"/>
                  <a:gd name="T5" fmla="*/ 0 h 4"/>
                  <a:gd name="T6" fmla="*/ 34 w 5"/>
                  <a:gd name="T7" fmla="*/ 47 h 4"/>
                  <a:gd name="T8" fmla="*/ 88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5" y="1"/>
                      <a:pt x="5" y="4"/>
                      <a:pt x="4" y="4"/>
                    </a:cubicBezTo>
                    <a:cubicBezTo>
                      <a:pt x="2" y="4"/>
                      <a:pt x="0" y="1"/>
                      <a:pt x="0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3" y="3"/>
                      <a:pt x="4" y="2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7" name="Freeform 1014">
                <a:extLst>
                  <a:ext uri="{FF2B5EF4-FFF2-40B4-BE49-F238E27FC236}">
                    <a16:creationId xmlns:a16="http://schemas.microsoft.com/office/drawing/2014/main" id="{7A74CA0E-B8B1-49A7-BE05-99FB8390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121"/>
                <a:ext cx="20" cy="16"/>
              </a:xfrm>
              <a:custGeom>
                <a:avLst/>
                <a:gdLst>
                  <a:gd name="T0" fmla="*/ 125 w 8"/>
                  <a:gd name="T1" fmla="*/ 77 h 6"/>
                  <a:gd name="T2" fmla="*/ 50 w 8"/>
                  <a:gd name="T3" fmla="*/ 93 h 6"/>
                  <a:gd name="T4" fmla="*/ 20 w 8"/>
                  <a:gd name="T5" fmla="*/ 0 h 6"/>
                  <a:gd name="T6" fmla="*/ 50 w 8"/>
                  <a:gd name="T7" fmla="*/ 77 h 6"/>
                  <a:gd name="T8" fmla="*/ 83 w 8"/>
                  <a:gd name="T9" fmla="*/ 77 h 6"/>
                  <a:gd name="T10" fmla="*/ 113 w 8"/>
                  <a:gd name="T11" fmla="*/ 7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6" y="4"/>
                      <a:pt x="5" y="6"/>
                      <a:pt x="3" y="5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2" y="1"/>
                      <a:pt x="2" y="3"/>
                      <a:pt x="3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7" y="4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8" name="Freeform 1015">
                <a:extLst>
                  <a:ext uri="{FF2B5EF4-FFF2-40B4-BE49-F238E27FC236}">
                    <a16:creationId xmlns:a16="http://schemas.microsoft.com/office/drawing/2014/main" id="{C9013B24-5CA5-4694-B8AB-BD60C80EF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110"/>
                <a:ext cx="12" cy="16"/>
              </a:xfrm>
              <a:custGeom>
                <a:avLst/>
                <a:gdLst>
                  <a:gd name="T0" fmla="*/ 41 w 5"/>
                  <a:gd name="T1" fmla="*/ 115 h 6"/>
                  <a:gd name="T2" fmla="*/ 12 w 5"/>
                  <a:gd name="T3" fmla="*/ 56 h 6"/>
                  <a:gd name="T4" fmla="*/ 0 w 5"/>
                  <a:gd name="T5" fmla="*/ 0 h 6"/>
                  <a:gd name="T6" fmla="*/ 41 w 5"/>
                  <a:gd name="T7" fmla="*/ 56 h 6"/>
                  <a:gd name="T8" fmla="*/ 70 w 5"/>
                  <a:gd name="T9" fmla="*/ 21 h 6"/>
                  <a:gd name="T10" fmla="*/ 41 w 5"/>
                  <a:gd name="T11" fmla="*/ 9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1" y="3"/>
                      <a:pt x="3" y="3"/>
                    </a:cubicBezTo>
                    <a:cubicBezTo>
                      <a:pt x="4" y="3"/>
                      <a:pt x="4" y="1"/>
                      <a:pt x="5" y="1"/>
                    </a:cubicBezTo>
                    <a:cubicBezTo>
                      <a:pt x="5" y="2"/>
                      <a:pt x="2" y="4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9" name="Freeform 1016">
                <a:extLst>
                  <a:ext uri="{FF2B5EF4-FFF2-40B4-BE49-F238E27FC236}">
                    <a16:creationId xmlns:a16="http://schemas.microsoft.com/office/drawing/2014/main" id="{C3646176-09AB-4660-AC7E-D137D0B2E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123"/>
                <a:ext cx="18" cy="14"/>
              </a:xfrm>
              <a:custGeom>
                <a:avLst/>
                <a:gdLst>
                  <a:gd name="T0" fmla="*/ 118 w 7"/>
                  <a:gd name="T1" fmla="*/ 87 h 5"/>
                  <a:gd name="T2" fmla="*/ 54 w 7"/>
                  <a:gd name="T3" fmla="*/ 87 h 5"/>
                  <a:gd name="T4" fmla="*/ 0 w 7"/>
                  <a:gd name="T5" fmla="*/ 0 h 5"/>
                  <a:gd name="T6" fmla="*/ 67 w 7"/>
                  <a:gd name="T7" fmla="*/ 62 h 5"/>
                  <a:gd name="T8" fmla="*/ 118 w 7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7" y="4"/>
                    </a:moveTo>
                    <a:cubicBezTo>
                      <a:pt x="6" y="4"/>
                      <a:pt x="5" y="5"/>
                      <a:pt x="3" y="4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5" y="3"/>
                      <a:pt x="6" y="3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0" name="Freeform 1017">
                <a:extLst>
                  <a:ext uri="{FF2B5EF4-FFF2-40B4-BE49-F238E27FC236}">
                    <a16:creationId xmlns:a16="http://schemas.microsoft.com/office/drawing/2014/main" id="{77763083-1479-4271-8744-7A56DE471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139"/>
                <a:ext cx="17" cy="8"/>
              </a:xfrm>
              <a:custGeom>
                <a:avLst/>
                <a:gdLst>
                  <a:gd name="T0" fmla="*/ 100 w 7"/>
                  <a:gd name="T1" fmla="*/ 21 h 3"/>
                  <a:gd name="T2" fmla="*/ 0 w 7"/>
                  <a:gd name="T3" fmla="*/ 0 h 3"/>
                  <a:gd name="T4" fmla="*/ 41 w 7"/>
                  <a:gd name="T5" fmla="*/ 21 h 3"/>
                  <a:gd name="T6" fmla="*/ 100 w 7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7" y="1"/>
                    </a:moveTo>
                    <a:cubicBezTo>
                      <a:pt x="5" y="2"/>
                      <a:pt x="1" y="3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2"/>
                      <a:pt x="6" y="1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1" name="Freeform 1018">
                <a:extLst>
                  <a:ext uri="{FF2B5EF4-FFF2-40B4-BE49-F238E27FC236}">
                    <a16:creationId xmlns:a16="http://schemas.microsoft.com/office/drawing/2014/main" id="{EFC45A85-1DE5-42AC-8152-36511ADBE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147"/>
                <a:ext cx="12" cy="14"/>
              </a:xfrm>
              <a:custGeom>
                <a:avLst/>
                <a:gdLst>
                  <a:gd name="T0" fmla="*/ 12 w 5"/>
                  <a:gd name="T1" fmla="*/ 109 h 5"/>
                  <a:gd name="T2" fmla="*/ 58 w 5"/>
                  <a:gd name="T3" fmla="*/ 62 h 5"/>
                  <a:gd name="T4" fmla="*/ 58 w 5"/>
                  <a:gd name="T5" fmla="*/ 0 h 5"/>
                  <a:gd name="T6" fmla="*/ 29 w 5"/>
                  <a:gd name="T7" fmla="*/ 62 h 5"/>
                  <a:gd name="T8" fmla="*/ 0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2" y="4"/>
                      <a:pt x="3" y="4"/>
                      <a:pt x="4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2" y="4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2" name="Freeform 1019">
                <a:extLst>
                  <a:ext uri="{FF2B5EF4-FFF2-40B4-BE49-F238E27FC236}">
                    <a16:creationId xmlns:a16="http://schemas.microsoft.com/office/drawing/2014/main" id="{450BBFE4-637F-4D40-A143-87F71500A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158"/>
                <a:ext cx="12" cy="11"/>
              </a:xfrm>
              <a:custGeom>
                <a:avLst/>
                <a:gdLst>
                  <a:gd name="T0" fmla="*/ 0 w 5"/>
                  <a:gd name="T1" fmla="*/ 61 h 4"/>
                  <a:gd name="T2" fmla="*/ 41 w 5"/>
                  <a:gd name="T3" fmla="*/ 61 h 4"/>
                  <a:gd name="T4" fmla="*/ 70 w 5"/>
                  <a:gd name="T5" fmla="*/ 0 h 4"/>
                  <a:gd name="T6" fmla="*/ 0 w 5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4"/>
                      <a:pt x="2" y="4"/>
                      <a:pt x="3" y="3"/>
                    </a:cubicBezTo>
                    <a:cubicBezTo>
                      <a:pt x="4" y="3"/>
                      <a:pt x="4" y="1"/>
                      <a:pt x="5" y="0"/>
                    </a:cubicBezTo>
                    <a:cubicBezTo>
                      <a:pt x="4" y="2"/>
                      <a:pt x="2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3" name="Freeform 1020">
                <a:extLst>
                  <a:ext uri="{FF2B5EF4-FFF2-40B4-BE49-F238E27FC236}">
                    <a16:creationId xmlns:a16="http://schemas.microsoft.com/office/drawing/2014/main" id="{67833E81-060E-497F-9A77-16CF7738E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66"/>
                <a:ext cx="8" cy="11"/>
              </a:xfrm>
              <a:custGeom>
                <a:avLst/>
                <a:gdLst>
                  <a:gd name="T0" fmla="*/ 0 w 3"/>
                  <a:gd name="T1" fmla="*/ 61 h 4"/>
                  <a:gd name="T2" fmla="*/ 35 w 3"/>
                  <a:gd name="T3" fmla="*/ 0 h 4"/>
                  <a:gd name="T4" fmla="*/ 0 w 3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3" y="4"/>
                      <a:pt x="2" y="2"/>
                      <a:pt x="2" y="0"/>
                    </a:cubicBezTo>
                    <a:cubicBezTo>
                      <a:pt x="3" y="1"/>
                      <a:pt x="1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4" name="Freeform 1021">
                <a:extLst>
                  <a:ext uri="{FF2B5EF4-FFF2-40B4-BE49-F238E27FC236}">
                    <a16:creationId xmlns:a16="http://schemas.microsoft.com/office/drawing/2014/main" id="{A3D56C21-3151-47B4-B8DF-DD72F5347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161"/>
                <a:ext cx="10" cy="16"/>
              </a:xfrm>
              <a:custGeom>
                <a:avLst/>
                <a:gdLst>
                  <a:gd name="T0" fmla="*/ 0 w 4"/>
                  <a:gd name="T1" fmla="*/ 93 h 6"/>
                  <a:gd name="T2" fmla="*/ 50 w 4"/>
                  <a:gd name="T3" fmla="*/ 93 h 6"/>
                  <a:gd name="T4" fmla="*/ 50 w 4"/>
                  <a:gd name="T5" fmla="*/ 0 h 6"/>
                  <a:gd name="T6" fmla="*/ 0 w 4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1" y="6"/>
                      <a:pt x="3" y="6"/>
                      <a:pt x="3" y="5"/>
                    </a:cubicBezTo>
                    <a:cubicBezTo>
                      <a:pt x="4" y="4"/>
                      <a:pt x="3" y="2"/>
                      <a:pt x="3" y="0"/>
                    </a:cubicBezTo>
                    <a:cubicBezTo>
                      <a:pt x="3" y="3"/>
                      <a:pt x="3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5" name="Freeform 1022">
                <a:extLst>
                  <a:ext uri="{FF2B5EF4-FFF2-40B4-BE49-F238E27FC236}">
                    <a16:creationId xmlns:a16="http://schemas.microsoft.com/office/drawing/2014/main" id="{48E09761-3E1A-4C45-BD7A-F93871E8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169"/>
                <a:ext cx="10" cy="8"/>
              </a:xfrm>
              <a:custGeom>
                <a:avLst/>
                <a:gdLst>
                  <a:gd name="T0" fmla="*/ 63 w 4"/>
                  <a:gd name="T1" fmla="*/ 35 h 3"/>
                  <a:gd name="T2" fmla="*/ 0 w 4"/>
                  <a:gd name="T3" fmla="*/ 0 h 3"/>
                  <a:gd name="T4" fmla="*/ 63 w 4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3"/>
                      <a:pt x="0" y="2"/>
                      <a:pt x="0" y="0"/>
                    </a:cubicBezTo>
                    <a:cubicBezTo>
                      <a:pt x="1" y="1"/>
                      <a:pt x="2" y="1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6" name="Freeform 1023">
                <a:extLst>
                  <a:ext uri="{FF2B5EF4-FFF2-40B4-BE49-F238E27FC236}">
                    <a16:creationId xmlns:a16="http://schemas.microsoft.com/office/drawing/2014/main" id="{7C9B4139-13B4-465B-8BBC-06504078E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161"/>
                <a:ext cx="20" cy="8"/>
              </a:xfrm>
              <a:custGeom>
                <a:avLst/>
                <a:gdLst>
                  <a:gd name="T0" fmla="*/ 125 w 8"/>
                  <a:gd name="T1" fmla="*/ 0 h 3"/>
                  <a:gd name="T2" fmla="*/ 63 w 8"/>
                  <a:gd name="T3" fmla="*/ 56 h 3"/>
                  <a:gd name="T4" fmla="*/ 0 w 8"/>
                  <a:gd name="T5" fmla="*/ 21 h 3"/>
                  <a:gd name="T6" fmla="*/ 63 w 8"/>
                  <a:gd name="T7" fmla="*/ 56 h 3"/>
                  <a:gd name="T8" fmla="*/ 125 w 8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7" y="2"/>
                      <a:pt x="6" y="3"/>
                      <a:pt x="4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6" y="2"/>
                      <a:pt x="7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7" name="Freeform 1024">
                <a:extLst>
                  <a:ext uri="{FF2B5EF4-FFF2-40B4-BE49-F238E27FC236}">
                    <a16:creationId xmlns:a16="http://schemas.microsoft.com/office/drawing/2014/main" id="{F73E8E6F-4855-4CA7-B7EC-4CE5B035F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142"/>
                <a:ext cx="15" cy="13"/>
              </a:xfrm>
              <a:custGeom>
                <a:avLst/>
                <a:gdLst>
                  <a:gd name="T0" fmla="*/ 95 w 6"/>
                  <a:gd name="T1" fmla="*/ 68 h 5"/>
                  <a:gd name="T2" fmla="*/ 0 w 6"/>
                  <a:gd name="T3" fmla="*/ 68 h 5"/>
                  <a:gd name="T4" fmla="*/ 20 w 6"/>
                  <a:gd name="T5" fmla="*/ 34 h 5"/>
                  <a:gd name="T6" fmla="*/ 33 w 6"/>
                  <a:gd name="T7" fmla="*/ 0 h 5"/>
                  <a:gd name="T8" fmla="*/ 33 w 6"/>
                  <a:gd name="T9" fmla="*/ 55 h 5"/>
                  <a:gd name="T10" fmla="*/ 63 w 6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4"/>
                    </a:moveTo>
                    <a:cubicBezTo>
                      <a:pt x="5" y="4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1"/>
                      <a:pt x="1" y="2"/>
                      <a:pt x="2" y="3"/>
                    </a:cubicBezTo>
                    <a:cubicBezTo>
                      <a:pt x="2" y="4"/>
                      <a:pt x="3" y="3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8" name="Freeform 1025">
                <a:extLst>
                  <a:ext uri="{FF2B5EF4-FFF2-40B4-BE49-F238E27FC236}">
                    <a16:creationId xmlns:a16="http://schemas.microsoft.com/office/drawing/2014/main" id="{AA3042EA-4834-4CC8-94E2-7FBFEC28C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134"/>
                <a:ext cx="15" cy="8"/>
              </a:xfrm>
              <a:custGeom>
                <a:avLst/>
                <a:gdLst>
                  <a:gd name="T0" fmla="*/ 0 w 6"/>
                  <a:gd name="T1" fmla="*/ 21 h 3"/>
                  <a:gd name="T2" fmla="*/ 95 w 6"/>
                  <a:gd name="T3" fmla="*/ 0 h 3"/>
                  <a:gd name="T4" fmla="*/ 33 w 6"/>
                  <a:gd name="T5" fmla="*/ 21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3"/>
                      <a:pt x="4" y="1"/>
                      <a:pt x="6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9" name="Freeform 1026">
                <a:extLst>
                  <a:ext uri="{FF2B5EF4-FFF2-40B4-BE49-F238E27FC236}">
                    <a16:creationId xmlns:a16="http://schemas.microsoft.com/office/drawing/2014/main" id="{8AA7E25F-70BA-4D73-B575-C626757BD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110"/>
                <a:ext cx="18" cy="11"/>
              </a:xfrm>
              <a:custGeom>
                <a:avLst/>
                <a:gdLst>
                  <a:gd name="T0" fmla="*/ 33 w 7"/>
                  <a:gd name="T1" fmla="*/ 83 h 4"/>
                  <a:gd name="T2" fmla="*/ 85 w 7"/>
                  <a:gd name="T3" fmla="*/ 47 h 4"/>
                  <a:gd name="T4" fmla="*/ 100 w 7"/>
                  <a:gd name="T5" fmla="*/ 22 h 4"/>
                  <a:gd name="T6" fmla="*/ 85 w 7"/>
                  <a:gd name="T7" fmla="*/ 22 h 4"/>
                  <a:gd name="T8" fmla="*/ 33 w 7"/>
                  <a:gd name="T9" fmla="*/ 47 h 4"/>
                  <a:gd name="T10" fmla="*/ 0 w 7"/>
                  <a:gd name="T11" fmla="*/ 47 h 4"/>
                  <a:gd name="T12" fmla="*/ 33 w 7"/>
                  <a:gd name="T13" fmla="*/ 8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7" y="2"/>
                      <a:pt x="6" y="1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0" name="Freeform 1027">
                <a:extLst>
                  <a:ext uri="{FF2B5EF4-FFF2-40B4-BE49-F238E27FC236}">
                    <a16:creationId xmlns:a16="http://schemas.microsoft.com/office/drawing/2014/main" id="{2AC1AD1C-EE5D-4815-8EC6-8CBE54B3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102"/>
                <a:ext cx="12" cy="11"/>
              </a:xfrm>
              <a:custGeom>
                <a:avLst/>
                <a:gdLst>
                  <a:gd name="T0" fmla="*/ 0 w 5"/>
                  <a:gd name="T1" fmla="*/ 61 h 4"/>
                  <a:gd name="T2" fmla="*/ 41 w 5"/>
                  <a:gd name="T3" fmla="*/ 61 h 4"/>
                  <a:gd name="T4" fmla="*/ 41 w 5"/>
                  <a:gd name="T5" fmla="*/ 47 h 4"/>
                  <a:gd name="T6" fmla="*/ 70 w 5"/>
                  <a:gd name="T7" fmla="*/ 0 h 4"/>
                  <a:gd name="T8" fmla="*/ 29 w 5"/>
                  <a:gd name="T9" fmla="*/ 47 h 4"/>
                  <a:gd name="T10" fmla="*/ 0 w 5"/>
                  <a:gd name="T11" fmla="*/ 6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3"/>
                      <a:pt x="2" y="4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1" name="Freeform 1028">
                <a:extLst>
                  <a:ext uri="{FF2B5EF4-FFF2-40B4-BE49-F238E27FC236}">
                    <a16:creationId xmlns:a16="http://schemas.microsoft.com/office/drawing/2014/main" id="{8A77AA85-0B81-46C5-99C0-9D1D5C28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05"/>
                <a:ext cx="15" cy="8"/>
              </a:xfrm>
              <a:custGeom>
                <a:avLst/>
                <a:gdLst>
                  <a:gd name="T0" fmla="*/ 20 w 6"/>
                  <a:gd name="T1" fmla="*/ 21 h 3"/>
                  <a:gd name="T2" fmla="*/ 50 w 6"/>
                  <a:gd name="T3" fmla="*/ 35 h 3"/>
                  <a:gd name="T4" fmla="*/ 95 w 6"/>
                  <a:gd name="T5" fmla="*/ 35 h 3"/>
                  <a:gd name="T6" fmla="*/ 50 w 6"/>
                  <a:gd name="T7" fmla="*/ 21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2" y="1"/>
                      <a:pt x="2" y="3"/>
                      <a:pt x="3" y="2"/>
                    </a:cubicBezTo>
                    <a:cubicBezTo>
                      <a:pt x="4" y="2"/>
                      <a:pt x="6" y="2"/>
                      <a:pt x="6" y="2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2" name="Freeform 1029">
                <a:extLst>
                  <a:ext uri="{FF2B5EF4-FFF2-40B4-BE49-F238E27FC236}">
                    <a16:creationId xmlns:a16="http://schemas.microsoft.com/office/drawing/2014/main" id="{4F979BD9-5DE6-4855-B9A5-9BDC0EEE4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10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3" name="Freeform 1030">
                <a:extLst>
                  <a:ext uri="{FF2B5EF4-FFF2-40B4-BE49-F238E27FC236}">
                    <a16:creationId xmlns:a16="http://schemas.microsoft.com/office/drawing/2014/main" id="{076A4472-19A6-4F85-AD43-5D760F47A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094"/>
                <a:ext cx="10" cy="3"/>
              </a:xfrm>
              <a:custGeom>
                <a:avLst/>
                <a:gdLst>
                  <a:gd name="T0" fmla="*/ 63 w 4"/>
                  <a:gd name="T1" fmla="*/ 27 h 1"/>
                  <a:gd name="T2" fmla="*/ 33 w 4"/>
                  <a:gd name="T3" fmla="*/ 27 h 1"/>
                  <a:gd name="T4" fmla="*/ 0 w 4"/>
                  <a:gd name="T5" fmla="*/ 0 h 1"/>
                  <a:gd name="T6" fmla="*/ 50 w 4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4" name="Freeform 1031">
                <a:extLst>
                  <a:ext uri="{FF2B5EF4-FFF2-40B4-BE49-F238E27FC236}">
                    <a16:creationId xmlns:a16="http://schemas.microsoft.com/office/drawing/2014/main" id="{58543C5A-DAF1-447D-8692-D5ACF788F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089"/>
                <a:ext cx="18" cy="8"/>
              </a:xfrm>
              <a:custGeom>
                <a:avLst/>
                <a:gdLst>
                  <a:gd name="T0" fmla="*/ 100 w 7"/>
                  <a:gd name="T1" fmla="*/ 56 h 3"/>
                  <a:gd name="T2" fmla="*/ 118 w 7"/>
                  <a:gd name="T3" fmla="*/ 56 h 3"/>
                  <a:gd name="T4" fmla="*/ 100 w 7"/>
                  <a:gd name="T5" fmla="*/ 35 h 3"/>
                  <a:gd name="T6" fmla="*/ 67 w 7"/>
                  <a:gd name="T7" fmla="*/ 21 h 3"/>
                  <a:gd name="T8" fmla="*/ 0 w 7"/>
                  <a:gd name="T9" fmla="*/ 21 h 3"/>
                  <a:gd name="T10" fmla="*/ 85 w 7"/>
                  <a:gd name="T11" fmla="*/ 56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6" y="3"/>
                    </a:moveTo>
                    <a:cubicBezTo>
                      <a:pt x="6" y="3"/>
                      <a:pt x="6" y="3"/>
                      <a:pt x="7" y="3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0"/>
                      <a:pt x="5" y="2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5" name="Freeform 1032">
                <a:extLst>
                  <a:ext uri="{FF2B5EF4-FFF2-40B4-BE49-F238E27FC236}">
                    <a16:creationId xmlns:a16="http://schemas.microsoft.com/office/drawing/2014/main" id="{67B03642-8CF8-460A-B9C6-4C750D2D8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086"/>
                <a:ext cx="15" cy="8"/>
              </a:xfrm>
              <a:custGeom>
                <a:avLst/>
                <a:gdLst>
                  <a:gd name="T0" fmla="*/ 20 w 6"/>
                  <a:gd name="T1" fmla="*/ 56 h 3"/>
                  <a:gd name="T2" fmla="*/ 95 w 6"/>
                  <a:gd name="T3" fmla="*/ 21 h 3"/>
                  <a:gd name="T4" fmla="*/ 50 w 6"/>
                  <a:gd name="T5" fmla="*/ 21 h 3"/>
                  <a:gd name="T6" fmla="*/ 20 w 6"/>
                  <a:gd name="T7" fmla="*/ 21 h 3"/>
                  <a:gd name="T8" fmla="*/ 20 w 6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3" y="2"/>
                      <a:pt x="4" y="2"/>
                      <a:pt x="6" y="1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6" name="Freeform 1033">
                <a:extLst>
                  <a:ext uri="{FF2B5EF4-FFF2-40B4-BE49-F238E27FC236}">
                    <a16:creationId xmlns:a16="http://schemas.microsoft.com/office/drawing/2014/main" id="{53DD1573-668F-4130-9E86-B94BF3EA6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08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0 h 2"/>
                  <a:gd name="T4" fmla="*/ 33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7" name="Freeform 1034">
                <a:extLst>
                  <a:ext uri="{FF2B5EF4-FFF2-40B4-BE49-F238E27FC236}">
                    <a16:creationId xmlns:a16="http://schemas.microsoft.com/office/drawing/2014/main" id="{47808F54-45FA-45C5-B6C6-EFA1FE6B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137"/>
                <a:ext cx="50" cy="21"/>
              </a:xfrm>
              <a:custGeom>
                <a:avLst/>
                <a:gdLst>
                  <a:gd name="T0" fmla="*/ 20 w 20"/>
                  <a:gd name="T1" fmla="*/ 0 h 8"/>
                  <a:gd name="T2" fmla="*/ 20 w 20"/>
                  <a:gd name="T3" fmla="*/ 34 h 8"/>
                  <a:gd name="T4" fmla="*/ 33 w 20"/>
                  <a:gd name="T5" fmla="*/ 76 h 8"/>
                  <a:gd name="T6" fmla="*/ 50 w 20"/>
                  <a:gd name="T7" fmla="*/ 110 h 8"/>
                  <a:gd name="T8" fmla="*/ 95 w 20"/>
                  <a:gd name="T9" fmla="*/ 144 h 8"/>
                  <a:gd name="T10" fmla="*/ 145 w 20"/>
                  <a:gd name="T11" fmla="*/ 144 h 8"/>
                  <a:gd name="T12" fmla="*/ 220 w 20"/>
                  <a:gd name="T13" fmla="*/ 144 h 8"/>
                  <a:gd name="T14" fmla="*/ 300 w 20"/>
                  <a:gd name="T15" fmla="*/ 123 h 8"/>
                  <a:gd name="T16" fmla="*/ 300 w 20"/>
                  <a:gd name="T17" fmla="*/ 76 h 8"/>
                  <a:gd name="T18" fmla="*/ 313 w 20"/>
                  <a:gd name="T19" fmla="*/ 34 h 8"/>
                  <a:gd name="T20" fmla="*/ 283 w 20"/>
                  <a:gd name="T21" fmla="*/ 55 h 8"/>
                  <a:gd name="T22" fmla="*/ 250 w 20"/>
                  <a:gd name="T23" fmla="*/ 76 h 8"/>
                  <a:gd name="T24" fmla="*/ 220 w 20"/>
                  <a:gd name="T25" fmla="*/ 76 h 8"/>
                  <a:gd name="T26" fmla="*/ 188 w 20"/>
                  <a:gd name="T27" fmla="*/ 76 h 8"/>
                  <a:gd name="T28" fmla="*/ 113 w 20"/>
                  <a:gd name="T29" fmla="*/ 55 h 8"/>
                  <a:gd name="T30" fmla="*/ 83 w 20"/>
                  <a:gd name="T31" fmla="*/ 34 h 8"/>
                  <a:gd name="T32" fmla="*/ 83 w 20"/>
                  <a:gd name="T33" fmla="*/ 0 h 8"/>
                  <a:gd name="T34" fmla="*/ 20 w 20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" h="8">
                    <a:moveTo>
                      <a:pt x="1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4" y="6"/>
                      <a:pt x="5" y="7"/>
                      <a:pt x="6" y="8"/>
                    </a:cubicBezTo>
                    <a:cubicBezTo>
                      <a:pt x="7" y="6"/>
                      <a:pt x="9" y="6"/>
                      <a:pt x="9" y="8"/>
                    </a:cubicBezTo>
                    <a:cubicBezTo>
                      <a:pt x="11" y="7"/>
                      <a:pt x="12" y="6"/>
                      <a:pt x="14" y="8"/>
                    </a:cubicBezTo>
                    <a:cubicBezTo>
                      <a:pt x="16" y="6"/>
                      <a:pt x="17" y="6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9" y="3"/>
                      <a:pt x="19" y="3"/>
                      <a:pt x="20" y="2"/>
                    </a:cubicBezTo>
                    <a:cubicBezTo>
                      <a:pt x="19" y="2"/>
                      <a:pt x="19" y="3"/>
                      <a:pt x="18" y="3"/>
                    </a:cubicBezTo>
                    <a:cubicBezTo>
                      <a:pt x="18" y="3"/>
                      <a:pt x="17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0" y="4"/>
                      <a:pt x="9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4" y="0"/>
                      <a:pt x="3" y="0"/>
                      <a:pt x="1" y="0"/>
                    </a:cubicBezTo>
                    <a:close/>
                  </a:path>
                </a:pathLst>
              </a:custGeom>
              <a:solidFill>
                <a:srgbClr val="8A0E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8" name="Freeform 1035">
                <a:extLst>
                  <a:ext uri="{FF2B5EF4-FFF2-40B4-BE49-F238E27FC236}">
                    <a16:creationId xmlns:a16="http://schemas.microsoft.com/office/drawing/2014/main" id="{394C5D1A-3B8F-4958-8A62-269AAD0FE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113"/>
                <a:ext cx="15" cy="13"/>
              </a:xfrm>
              <a:custGeom>
                <a:avLst/>
                <a:gdLst>
                  <a:gd name="T0" fmla="*/ 95 w 6"/>
                  <a:gd name="T1" fmla="*/ 88 h 5"/>
                  <a:gd name="T2" fmla="*/ 63 w 6"/>
                  <a:gd name="T3" fmla="*/ 21 h 5"/>
                  <a:gd name="T4" fmla="*/ 0 w 6"/>
                  <a:gd name="T5" fmla="*/ 34 h 5"/>
                  <a:gd name="T6" fmla="*/ 83 w 6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5" y="3"/>
                      <a:pt x="6" y="2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ubicBezTo>
                      <a:pt x="3" y="0"/>
                      <a:pt x="4" y="3"/>
                      <a:pt x="5" y="5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9" name="Freeform 1036">
                <a:extLst>
                  <a:ext uri="{FF2B5EF4-FFF2-40B4-BE49-F238E27FC236}">
                    <a16:creationId xmlns:a16="http://schemas.microsoft.com/office/drawing/2014/main" id="{ED1CF722-7682-42AD-87CC-11C82D51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115"/>
                <a:ext cx="17" cy="8"/>
              </a:xfrm>
              <a:custGeom>
                <a:avLst/>
                <a:gdLst>
                  <a:gd name="T0" fmla="*/ 100 w 7"/>
                  <a:gd name="T1" fmla="*/ 21 h 3"/>
                  <a:gd name="T2" fmla="*/ 100 w 7"/>
                  <a:gd name="T3" fmla="*/ 21 h 3"/>
                  <a:gd name="T4" fmla="*/ 41 w 7"/>
                  <a:gd name="T5" fmla="*/ 0 h 3"/>
                  <a:gd name="T6" fmla="*/ 12 w 7"/>
                  <a:gd name="T7" fmla="*/ 56 h 3"/>
                  <a:gd name="T8" fmla="*/ 41 w 7"/>
                  <a:gd name="T9" fmla="*/ 21 h 3"/>
                  <a:gd name="T10" fmla="*/ 87 w 7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0" name="Freeform 1037">
                <a:extLst>
                  <a:ext uri="{FF2B5EF4-FFF2-40B4-BE49-F238E27FC236}">
                    <a16:creationId xmlns:a16="http://schemas.microsoft.com/office/drawing/2014/main" id="{FE4E575A-DDF9-41B3-AA21-6414F7EE8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094"/>
                <a:ext cx="20" cy="11"/>
              </a:xfrm>
              <a:custGeom>
                <a:avLst/>
                <a:gdLst>
                  <a:gd name="T0" fmla="*/ 113 w 8"/>
                  <a:gd name="T1" fmla="*/ 83 h 4"/>
                  <a:gd name="T2" fmla="*/ 95 w 8"/>
                  <a:gd name="T3" fmla="*/ 22 h 4"/>
                  <a:gd name="T4" fmla="*/ 33 w 8"/>
                  <a:gd name="T5" fmla="*/ 61 h 4"/>
                  <a:gd name="T6" fmla="*/ 113 w 8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7" y="4"/>
                    </a:moveTo>
                    <a:cubicBezTo>
                      <a:pt x="7" y="3"/>
                      <a:pt x="8" y="0"/>
                      <a:pt x="6" y="1"/>
                    </a:cubicBezTo>
                    <a:cubicBezTo>
                      <a:pt x="5" y="1"/>
                      <a:pt x="0" y="2"/>
                      <a:pt x="2" y="3"/>
                    </a:cubicBezTo>
                    <a:cubicBezTo>
                      <a:pt x="3" y="2"/>
                      <a:pt x="6" y="3"/>
                      <a:pt x="7" y="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1" name="Freeform 1038">
                <a:extLst>
                  <a:ext uri="{FF2B5EF4-FFF2-40B4-BE49-F238E27FC236}">
                    <a16:creationId xmlns:a16="http://schemas.microsoft.com/office/drawing/2014/main" id="{8FA6A425-8839-4EB4-A6D1-07749D606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081"/>
                <a:ext cx="10" cy="5"/>
              </a:xfrm>
              <a:custGeom>
                <a:avLst/>
                <a:gdLst>
                  <a:gd name="T0" fmla="*/ 63 w 4"/>
                  <a:gd name="T1" fmla="*/ 20 h 2"/>
                  <a:gd name="T2" fmla="*/ 0 w 4"/>
                  <a:gd name="T3" fmla="*/ 20 h 2"/>
                  <a:gd name="T4" fmla="*/ 50 w 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2" name="Freeform 1039">
                <a:extLst>
                  <a:ext uri="{FF2B5EF4-FFF2-40B4-BE49-F238E27FC236}">
                    <a16:creationId xmlns:a16="http://schemas.microsoft.com/office/drawing/2014/main" id="{AF501712-3756-4D3F-AF8A-B0EB0689C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73"/>
                <a:ext cx="12" cy="10"/>
              </a:xfrm>
              <a:custGeom>
                <a:avLst/>
                <a:gdLst>
                  <a:gd name="T0" fmla="*/ 29 w 5"/>
                  <a:gd name="T1" fmla="*/ 63 h 4"/>
                  <a:gd name="T2" fmla="*/ 41 w 5"/>
                  <a:gd name="T3" fmla="*/ 33 h 4"/>
                  <a:gd name="T4" fmla="*/ 70 w 5"/>
                  <a:gd name="T5" fmla="*/ 20 h 4"/>
                  <a:gd name="T6" fmla="*/ 0 w 5"/>
                  <a:gd name="T7" fmla="*/ 50 h 4"/>
                  <a:gd name="T8" fmla="*/ 4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3" y="4"/>
                      <a:pt x="3" y="3"/>
                      <a:pt x="3" y="2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4" y="0"/>
                      <a:pt x="0" y="2"/>
                      <a:pt x="0" y="3"/>
                    </a:cubicBezTo>
                    <a:cubicBezTo>
                      <a:pt x="0" y="3"/>
                      <a:pt x="3" y="1"/>
                      <a:pt x="3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3" name="Freeform 1040">
                <a:extLst>
                  <a:ext uri="{FF2B5EF4-FFF2-40B4-BE49-F238E27FC236}">
                    <a16:creationId xmlns:a16="http://schemas.microsoft.com/office/drawing/2014/main" id="{D9967932-6C0A-4C29-8C61-9625826D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067"/>
                <a:ext cx="13" cy="8"/>
              </a:xfrm>
              <a:custGeom>
                <a:avLst/>
                <a:gdLst>
                  <a:gd name="T0" fmla="*/ 88 w 5"/>
                  <a:gd name="T1" fmla="*/ 21 h 3"/>
                  <a:gd name="T2" fmla="*/ 0 w 5"/>
                  <a:gd name="T3" fmla="*/ 56 h 3"/>
                  <a:gd name="T4" fmla="*/ 68 w 5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2"/>
                      <a:pt x="3" y="3"/>
                      <a:pt x="4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4" name="Freeform 1041">
                <a:extLst>
                  <a:ext uri="{FF2B5EF4-FFF2-40B4-BE49-F238E27FC236}">
                    <a16:creationId xmlns:a16="http://schemas.microsoft.com/office/drawing/2014/main" id="{D79AAD82-291B-4EA5-BEC8-86E620584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07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33 w 2"/>
                  <a:gd name="T3" fmla="*/ 0 h 2"/>
                  <a:gd name="T4" fmla="*/ 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5" name="Freeform 1042">
                <a:extLst>
                  <a:ext uri="{FF2B5EF4-FFF2-40B4-BE49-F238E27FC236}">
                    <a16:creationId xmlns:a16="http://schemas.microsoft.com/office/drawing/2014/main" id="{85256DC9-89DC-4DA7-AD25-420E14C79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078"/>
                <a:ext cx="13" cy="5"/>
              </a:xfrm>
              <a:custGeom>
                <a:avLst/>
                <a:gdLst>
                  <a:gd name="T0" fmla="*/ 55 w 5"/>
                  <a:gd name="T1" fmla="*/ 33 h 2"/>
                  <a:gd name="T2" fmla="*/ 88 w 5"/>
                  <a:gd name="T3" fmla="*/ 0 h 2"/>
                  <a:gd name="T4" fmla="*/ 0 w 5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1" y="1"/>
                      <a:pt x="0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6" name="Freeform 1043">
                <a:extLst>
                  <a:ext uri="{FF2B5EF4-FFF2-40B4-BE49-F238E27FC236}">
                    <a16:creationId xmlns:a16="http://schemas.microsoft.com/office/drawing/2014/main" id="{B067DAF3-7D49-4928-A379-32312CA19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086"/>
                <a:ext cx="10" cy="8"/>
              </a:xfrm>
              <a:custGeom>
                <a:avLst/>
                <a:gdLst>
                  <a:gd name="T0" fmla="*/ 63 w 4"/>
                  <a:gd name="T1" fmla="*/ 35 h 3"/>
                  <a:gd name="T2" fmla="*/ 0 w 4"/>
                  <a:gd name="T3" fmla="*/ 35 h 3"/>
                  <a:gd name="T4" fmla="*/ 5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7" name="Freeform 1044">
                <a:extLst>
                  <a:ext uri="{FF2B5EF4-FFF2-40B4-BE49-F238E27FC236}">
                    <a16:creationId xmlns:a16="http://schemas.microsoft.com/office/drawing/2014/main" id="{AF44BC56-C27A-4718-B09B-0AA84BCB4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09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20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2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8" name="Freeform 1045">
                <a:extLst>
                  <a:ext uri="{FF2B5EF4-FFF2-40B4-BE49-F238E27FC236}">
                    <a16:creationId xmlns:a16="http://schemas.microsoft.com/office/drawing/2014/main" id="{853276EB-8A21-4E7A-BD7D-048599AFB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102"/>
                <a:ext cx="15" cy="8"/>
              </a:xfrm>
              <a:custGeom>
                <a:avLst/>
                <a:gdLst>
                  <a:gd name="T0" fmla="*/ 20 w 6"/>
                  <a:gd name="T1" fmla="*/ 35 h 3"/>
                  <a:gd name="T2" fmla="*/ 83 w 6"/>
                  <a:gd name="T3" fmla="*/ 0 h 3"/>
                  <a:gd name="T4" fmla="*/ 95 w 6"/>
                  <a:gd name="T5" fmla="*/ 56 h 3"/>
                  <a:gd name="T6" fmla="*/ 63 w 6"/>
                  <a:gd name="T7" fmla="*/ 35 h 3"/>
                  <a:gd name="T8" fmla="*/ 0 w 6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2"/>
                    </a:moveTo>
                    <a:cubicBezTo>
                      <a:pt x="2" y="1"/>
                      <a:pt x="4" y="0"/>
                      <a:pt x="5" y="0"/>
                    </a:cubicBezTo>
                    <a:cubicBezTo>
                      <a:pt x="6" y="1"/>
                      <a:pt x="5" y="2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9" name="Freeform 1046">
                <a:extLst>
                  <a:ext uri="{FF2B5EF4-FFF2-40B4-BE49-F238E27FC236}">
                    <a16:creationId xmlns:a16="http://schemas.microsoft.com/office/drawing/2014/main" id="{49892657-AFD0-4B80-B212-286B39F1A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118"/>
                <a:ext cx="12" cy="13"/>
              </a:xfrm>
              <a:custGeom>
                <a:avLst/>
                <a:gdLst>
                  <a:gd name="T0" fmla="*/ 0 w 5"/>
                  <a:gd name="T1" fmla="*/ 88 h 5"/>
                  <a:gd name="T2" fmla="*/ 29 w 5"/>
                  <a:gd name="T3" fmla="*/ 0 h 5"/>
                  <a:gd name="T4" fmla="*/ 70 w 5"/>
                  <a:gd name="T5" fmla="*/ 55 h 5"/>
                  <a:gd name="T6" fmla="*/ 12 w 5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2"/>
                      <a:pt x="1" y="2"/>
                      <a:pt x="1" y="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0" name="Freeform 1047">
                <a:extLst>
                  <a:ext uri="{FF2B5EF4-FFF2-40B4-BE49-F238E27FC236}">
                    <a16:creationId xmlns:a16="http://schemas.microsoft.com/office/drawing/2014/main" id="{1222D797-28E0-4B70-9FB6-9482232D4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99"/>
                <a:ext cx="13" cy="11"/>
              </a:xfrm>
              <a:custGeom>
                <a:avLst/>
                <a:gdLst>
                  <a:gd name="T0" fmla="*/ 88 w 5"/>
                  <a:gd name="T1" fmla="*/ 61 h 4"/>
                  <a:gd name="T2" fmla="*/ 0 w 5"/>
                  <a:gd name="T3" fmla="*/ 83 h 4"/>
                  <a:gd name="T4" fmla="*/ 68 w 5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0"/>
                      <a:pt x="1" y="2"/>
                      <a:pt x="0" y="4"/>
                    </a:cubicBezTo>
                    <a:cubicBezTo>
                      <a:pt x="1" y="3"/>
                      <a:pt x="2" y="2"/>
                      <a:pt x="4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1" name="Freeform 1048">
                <a:extLst>
                  <a:ext uri="{FF2B5EF4-FFF2-40B4-BE49-F238E27FC236}">
                    <a16:creationId xmlns:a16="http://schemas.microsoft.com/office/drawing/2014/main" id="{AF151539-E24B-4FF9-833C-EFCDFA8A7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094"/>
                <a:ext cx="15" cy="11"/>
              </a:xfrm>
              <a:custGeom>
                <a:avLst/>
                <a:gdLst>
                  <a:gd name="T0" fmla="*/ 95 w 6"/>
                  <a:gd name="T1" fmla="*/ 22 h 4"/>
                  <a:gd name="T2" fmla="*/ 20 w 6"/>
                  <a:gd name="T3" fmla="*/ 22 h 4"/>
                  <a:gd name="T4" fmla="*/ 20 w 6"/>
                  <a:gd name="T5" fmla="*/ 83 h 4"/>
                  <a:gd name="T6" fmla="*/ 95 w 6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5" y="1"/>
                      <a:pt x="2" y="0"/>
                      <a:pt x="1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2"/>
                      <a:pt x="4" y="2"/>
                      <a:pt x="6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2" name="Freeform 1049">
                <a:extLst>
                  <a:ext uri="{FF2B5EF4-FFF2-40B4-BE49-F238E27FC236}">
                    <a16:creationId xmlns:a16="http://schemas.microsoft.com/office/drawing/2014/main" id="{907D3B1E-5434-4E45-A71F-D839F695F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078"/>
                <a:ext cx="13" cy="11"/>
              </a:xfrm>
              <a:custGeom>
                <a:avLst/>
                <a:gdLst>
                  <a:gd name="T0" fmla="*/ 88 w 5"/>
                  <a:gd name="T1" fmla="*/ 83 h 4"/>
                  <a:gd name="T2" fmla="*/ 55 w 5"/>
                  <a:gd name="T3" fmla="*/ 22 h 4"/>
                  <a:gd name="T4" fmla="*/ 0 w 5"/>
                  <a:gd name="T5" fmla="*/ 61 h 4"/>
                  <a:gd name="T6" fmla="*/ 88 w 5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5" y="3"/>
                      <a:pt x="4" y="1"/>
                      <a:pt x="3" y="1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1" y="2"/>
                      <a:pt x="4" y="2"/>
                      <a:pt x="5" y="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3" name="Freeform 1050">
                <a:extLst>
                  <a:ext uri="{FF2B5EF4-FFF2-40B4-BE49-F238E27FC236}">
                    <a16:creationId xmlns:a16="http://schemas.microsoft.com/office/drawing/2014/main" id="{3FDA55FD-9420-4B96-B74A-CB73682FA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089"/>
                <a:ext cx="12" cy="16"/>
              </a:xfrm>
              <a:custGeom>
                <a:avLst/>
                <a:gdLst>
                  <a:gd name="T0" fmla="*/ 70 w 5"/>
                  <a:gd name="T1" fmla="*/ 115 h 6"/>
                  <a:gd name="T2" fmla="*/ 29 w 5"/>
                  <a:gd name="T3" fmla="*/ 21 h 6"/>
                  <a:gd name="T4" fmla="*/ 0 w 5"/>
                  <a:gd name="T5" fmla="*/ 0 h 6"/>
                  <a:gd name="T6" fmla="*/ 12 w 5"/>
                  <a:gd name="T7" fmla="*/ 77 h 6"/>
                  <a:gd name="T8" fmla="*/ 41 w 5"/>
                  <a:gd name="T9" fmla="*/ 115 h 6"/>
                  <a:gd name="T10" fmla="*/ 58 w 5"/>
                  <a:gd name="T11" fmla="*/ 9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4" y="4"/>
                      <a:pt x="3" y="3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2" y="5"/>
                      <a:pt x="3" y="4"/>
                      <a:pt x="4" y="5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4" name="Freeform 1051">
                <a:extLst>
                  <a:ext uri="{FF2B5EF4-FFF2-40B4-BE49-F238E27FC236}">
                    <a16:creationId xmlns:a16="http://schemas.microsoft.com/office/drawing/2014/main" id="{3821750F-3657-462F-9F0B-90291EA7E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107"/>
                <a:ext cx="8" cy="19"/>
              </a:xfrm>
              <a:custGeom>
                <a:avLst/>
                <a:gdLst>
                  <a:gd name="T0" fmla="*/ 56 w 3"/>
                  <a:gd name="T1" fmla="*/ 141 h 7"/>
                  <a:gd name="T2" fmla="*/ 21 w 3"/>
                  <a:gd name="T3" fmla="*/ 60 h 7"/>
                  <a:gd name="T4" fmla="*/ 21 w 3"/>
                  <a:gd name="T5" fmla="*/ 103 h 7"/>
                  <a:gd name="T6" fmla="*/ 21 w 3"/>
                  <a:gd name="T7" fmla="*/ 117 h 7"/>
                  <a:gd name="T8" fmla="*/ 35 w 3"/>
                  <a:gd name="T9" fmla="*/ 117 h 7"/>
                  <a:gd name="T10" fmla="*/ 56 w 3"/>
                  <a:gd name="T11" fmla="*/ 14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3" y="6"/>
                      <a:pt x="3" y="0"/>
                      <a:pt x="1" y="3"/>
                    </a:cubicBezTo>
                    <a:cubicBezTo>
                      <a:pt x="1" y="3"/>
                      <a:pt x="0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3" y="7"/>
                      <a:pt x="3" y="7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5" name="Freeform 1052">
                <a:extLst>
                  <a:ext uri="{FF2B5EF4-FFF2-40B4-BE49-F238E27FC236}">
                    <a16:creationId xmlns:a16="http://schemas.microsoft.com/office/drawing/2014/main" id="{94066BB4-4ADF-4A86-9693-AF315086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121"/>
                <a:ext cx="13" cy="8"/>
              </a:xfrm>
              <a:custGeom>
                <a:avLst/>
                <a:gdLst>
                  <a:gd name="T0" fmla="*/ 88 w 5"/>
                  <a:gd name="T1" fmla="*/ 56 h 3"/>
                  <a:gd name="T2" fmla="*/ 68 w 5"/>
                  <a:gd name="T3" fmla="*/ 35 h 3"/>
                  <a:gd name="T4" fmla="*/ 68 w 5"/>
                  <a:gd name="T5" fmla="*/ 0 h 3"/>
                  <a:gd name="T6" fmla="*/ 0 w 5"/>
                  <a:gd name="T7" fmla="*/ 56 h 3"/>
                  <a:gd name="T8" fmla="*/ 68 w 5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5" y="3"/>
                      <a:pt x="5" y="2"/>
                      <a:pt x="4" y="2"/>
                    </a:cubicBezTo>
                    <a:cubicBezTo>
                      <a:pt x="4" y="1"/>
                      <a:pt x="5" y="1"/>
                      <a:pt x="4" y="0"/>
                    </a:cubicBezTo>
                    <a:cubicBezTo>
                      <a:pt x="3" y="0"/>
                      <a:pt x="1" y="2"/>
                      <a:pt x="0" y="3"/>
                    </a:cubicBezTo>
                    <a:cubicBezTo>
                      <a:pt x="2" y="3"/>
                      <a:pt x="3" y="3"/>
                      <a:pt x="4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6" name="Freeform 1053">
                <a:extLst>
                  <a:ext uri="{FF2B5EF4-FFF2-40B4-BE49-F238E27FC236}">
                    <a16:creationId xmlns:a16="http://schemas.microsoft.com/office/drawing/2014/main" id="{A0ECF432-B26D-4E79-9F58-5D17AC45B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142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w 2"/>
                  <a:gd name="T5" fmla="*/ 21 h 3"/>
                  <a:gd name="T6" fmla="*/ 2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7" name="Freeform 1054">
                <a:extLst>
                  <a:ext uri="{FF2B5EF4-FFF2-40B4-BE49-F238E27FC236}">
                    <a16:creationId xmlns:a16="http://schemas.microsoft.com/office/drawing/2014/main" id="{1C048C00-F196-478C-9183-90910F68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42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63 w 4"/>
                  <a:gd name="T3" fmla="*/ 0 h 3"/>
                  <a:gd name="T4" fmla="*/ 33 w 4"/>
                  <a:gd name="T5" fmla="*/ 21 h 3"/>
                  <a:gd name="T6" fmla="*/ 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2"/>
                      <a:pt x="4" y="1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8" name="Freeform 1055">
                <a:extLst>
                  <a:ext uri="{FF2B5EF4-FFF2-40B4-BE49-F238E27FC236}">
                    <a16:creationId xmlns:a16="http://schemas.microsoft.com/office/drawing/2014/main" id="{70583AB7-92E0-4209-A7AE-2C7683F36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155"/>
                <a:ext cx="8" cy="11"/>
              </a:xfrm>
              <a:custGeom>
                <a:avLst/>
                <a:gdLst>
                  <a:gd name="T0" fmla="*/ 56 w 3"/>
                  <a:gd name="T1" fmla="*/ 83 h 4"/>
                  <a:gd name="T2" fmla="*/ 35 w 3"/>
                  <a:gd name="T3" fmla="*/ 47 h 4"/>
                  <a:gd name="T4" fmla="*/ 35 w 3"/>
                  <a:gd name="T5" fmla="*/ 22 h 4"/>
                  <a:gd name="T6" fmla="*/ 0 w 3"/>
                  <a:gd name="T7" fmla="*/ 22 h 4"/>
                  <a:gd name="T8" fmla="*/ 0 w 3"/>
                  <a:gd name="T9" fmla="*/ 47 h 4"/>
                  <a:gd name="T10" fmla="*/ 21 w 3"/>
                  <a:gd name="T11" fmla="*/ 61 h 4"/>
                  <a:gd name="T12" fmla="*/ 56 w 3"/>
                  <a:gd name="T13" fmla="*/ 8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2" y="4"/>
                      <a:pt x="3" y="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9" name="Freeform 1056">
                <a:extLst>
                  <a:ext uri="{FF2B5EF4-FFF2-40B4-BE49-F238E27FC236}">
                    <a16:creationId xmlns:a16="http://schemas.microsoft.com/office/drawing/2014/main" id="{AB34D3D6-1FE7-4458-B6D5-625B24205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155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0 w 3"/>
                  <a:gd name="T3" fmla="*/ 22 h 4"/>
                  <a:gd name="T4" fmla="*/ 0 w 3"/>
                  <a:gd name="T5" fmla="*/ 83 h 4"/>
                  <a:gd name="T6" fmla="*/ 28 w 3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2"/>
                      <a:pt x="2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0" name="Freeform 1057">
                <a:extLst>
                  <a:ext uri="{FF2B5EF4-FFF2-40B4-BE49-F238E27FC236}">
                    <a16:creationId xmlns:a16="http://schemas.microsoft.com/office/drawing/2014/main" id="{F2D07AAF-5625-4662-BFDD-DE0309E0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5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1" name="Freeform 1058">
                <a:extLst>
                  <a:ext uri="{FF2B5EF4-FFF2-40B4-BE49-F238E27FC236}">
                    <a16:creationId xmlns:a16="http://schemas.microsoft.com/office/drawing/2014/main" id="{2189A105-8D93-45CC-95D3-D384CD7ED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155"/>
                <a:ext cx="15" cy="8"/>
              </a:xfrm>
              <a:custGeom>
                <a:avLst/>
                <a:gdLst>
                  <a:gd name="T0" fmla="*/ 95 w 6"/>
                  <a:gd name="T1" fmla="*/ 21 h 3"/>
                  <a:gd name="T2" fmla="*/ 63 w 6"/>
                  <a:gd name="T3" fmla="*/ 0 h 3"/>
                  <a:gd name="T4" fmla="*/ 0 w 6"/>
                  <a:gd name="T5" fmla="*/ 56 h 3"/>
                  <a:gd name="T6" fmla="*/ 83 w 6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5" y="1"/>
                      <a:pt x="4" y="1"/>
                      <a:pt x="4" y="0"/>
                    </a:cubicBezTo>
                    <a:cubicBezTo>
                      <a:pt x="3" y="2"/>
                      <a:pt x="1" y="2"/>
                      <a:pt x="0" y="3"/>
                    </a:cubicBezTo>
                    <a:cubicBezTo>
                      <a:pt x="2" y="3"/>
                      <a:pt x="3" y="2"/>
                      <a:pt x="5" y="1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2" name="Freeform 1059">
                <a:extLst>
                  <a:ext uri="{FF2B5EF4-FFF2-40B4-BE49-F238E27FC236}">
                    <a16:creationId xmlns:a16="http://schemas.microsoft.com/office/drawing/2014/main" id="{1A247FD8-2582-44A4-A6D9-BAB5B3A96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115"/>
                <a:ext cx="10" cy="11"/>
              </a:xfrm>
              <a:custGeom>
                <a:avLst/>
                <a:gdLst>
                  <a:gd name="T0" fmla="*/ 63 w 4"/>
                  <a:gd name="T1" fmla="*/ 83 h 4"/>
                  <a:gd name="T2" fmla="*/ 50 w 4"/>
                  <a:gd name="T3" fmla="*/ 47 h 4"/>
                  <a:gd name="T4" fmla="*/ 33 w 4"/>
                  <a:gd name="T5" fmla="*/ 0 h 4"/>
                  <a:gd name="T6" fmla="*/ 20 w 4"/>
                  <a:gd name="T7" fmla="*/ 61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2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0" y="2"/>
                      <a:pt x="1" y="3"/>
                    </a:cubicBezTo>
                    <a:cubicBezTo>
                      <a:pt x="2" y="3"/>
                      <a:pt x="2" y="1"/>
                      <a:pt x="3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3" name="Freeform 1060">
                <a:extLst>
                  <a:ext uri="{FF2B5EF4-FFF2-40B4-BE49-F238E27FC236}">
                    <a16:creationId xmlns:a16="http://schemas.microsoft.com/office/drawing/2014/main" id="{55235791-73FC-4B3B-9B49-751A7A1820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8" y="2065"/>
                <a:ext cx="115" cy="117"/>
              </a:xfrm>
              <a:custGeom>
                <a:avLst/>
                <a:gdLst>
                  <a:gd name="T0" fmla="*/ 158 w 46"/>
                  <a:gd name="T1" fmla="*/ 750 h 44"/>
                  <a:gd name="T2" fmla="*/ 270 w 46"/>
                  <a:gd name="T3" fmla="*/ 806 h 44"/>
                  <a:gd name="T4" fmla="*/ 333 w 46"/>
                  <a:gd name="T5" fmla="*/ 806 h 44"/>
                  <a:gd name="T6" fmla="*/ 408 w 46"/>
                  <a:gd name="T7" fmla="*/ 806 h 44"/>
                  <a:gd name="T8" fmla="*/ 458 w 46"/>
                  <a:gd name="T9" fmla="*/ 806 h 44"/>
                  <a:gd name="T10" fmla="*/ 550 w 46"/>
                  <a:gd name="T11" fmla="*/ 771 h 44"/>
                  <a:gd name="T12" fmla="*/ 625 w 46"/>
                  <a:gd name="T13" fmla="*/ 737 h 44"/>
                  <a:gd name="T14" fmla="*/ 675 w 46"/>
                  <a:gd name="T15" fmla="*/ 657 h 44"/>
                  <a:gd name="T16" fmla="*/ 688 w 46"/>
                  <a:gd name="T17" fmla="*/ 636 h 44"/>
                  <a:gd name="T18" fmla="*/ 720 w 46"/>
                  <a:gd name="T19" fmla="*/ 417 h 44"/>
                  <a:gd name="T20" fmla="*/ 583 w 46"/>
                  <a:gd name="T21" fmla="*/ 114 h 44"/>
                  <a:gd name="T22" fmla="*/ 500 w 46"/>
                  <a:gd name="T23" fmla="*/ 35 h 44"/>
                  <a:gd name="T24" fmla="*/ 470 w 46"/>
                  <a:gd name="T25" fmla="*/ 21 h 44"/>
                  <a:gd name="T26" fmla="*/ 395 w 46"/>
                  <a:gd name="T27" fmla="*/ 0 h 44"/>
                  <a:gd name="T28" fmla="*/ 345 w 46"/>
                  <a:gd name="T29" fmla="*/ 21 h 44"/>
                  <a:gd name="T30" fmla="*/ 300 w 46"/>
                  <a:gd name="T31" fmla="*/ 21 h 44"/>
                  <a:gd name="T32" fmla="*/ 270 w 46"/>
                  <a:gd name="T33" fmla="*/ 56 h 44"/>
                  <a:gd name="T34" fmla="*/ 238 w 46"/>
                  <a:gd name="T35" fmla="*/ 77 h 44"/>
                  <a:gd name="T36" fmla="*/ 175 w 46"/>
                  <a:gd name="T37" fmla="*/ 136 h 44"/>
                  <a:gd name="T38" fmla="*/ 113 w 46"/>
                  <a:gd name="T39" fmla="*/ 170 h 44"/>
                  <a:gd name="T40" fmla="*/ 113 w 46"/>
                  <a:gd name="T41" fmla="*/ 191 h 44"/>
                  <a:gd name="T42" fmla="*/ 95 w 46"/>
                  <a:gd name="T43" fmla="*/ 205 h 44"/>
                  <a:gd name="T44" fmla="*/ 63 w 46"/>
                  <a:gd name="T45" fmla="*/ 261 h 44"/>
                  <a:gd name="T46" fmla="*/ 50 w 46"/>
                  <a:gd name="T47" fmla="*/ 282 h 44"/>
                  <a:gd name="T48" fmla="*/ 33 w 46"/>
                  <a:gd name="T49" fmla="*/ 431 h 44"/>
                  <a:gd name="T50" fmla="*/ 63 w 46"/>
                  <a:gd name="T51" fmla="*/ 580 h 44"/>
                  <a:gd name="T52" fmla="*/ 63 w 46"/>
                  <a:gd name="T53" fmla="*/ 636 h 44"/>
                  <a:gd name="T54" fmla="*/ 125 w 46"/>
                  <a:gd name="T55" fmla="*/ 694 h 44"/>
                  <a:gd name="T56" fmla="*/ 125 w 46"/>
                  <a:gd name="T57" fmla="*/ 694 h 44"/>
                  <a:gd name="T58" fmla="*/ 83 w 46"/>
                  <a:gd name="T59" fmla="*/ 622 h 44"/>
                  <a:gd name="T60" fmla="*/ 83 w 46"/>
                  <a:gd name="T61" fmla="*/ 566 h 44"/>
                  <a:gd name="T62" fmla="*/ 50 w 46"/>
                  <a:gd name="T63" fmla="*/ 452 h 44"/>
                  <a:gd name="T64" fmla="*/ 63 w 46"/>
                  <a:gd name="T65" fmla="*/ 319 h 44"/>
                  <a:gd name="T66" fmla="*/ 83 w 46"/>
                  <a:gd name="T67" fmla="*/ 303 h 44"/>
                  <a:gd name="T68" fmla="*/ 95 w 46"/>
                  <a:gd name="T69" fmla="*/ 247 h 44"/>
                  <a:gd name="T70" fmla="*/ 125 w 46"/>
                  <a:gd name="T71" fmla="*/ 205 h 44"/>
                  <a:gd name="T72" fmla="*/ 125 w 46"/>
                  <a:gd name="T73" fmla="*/ 191 h 44"/>
                  <a:gd name="T74" fmla="*/ 188 w 46"/>
                  <a:gd name="T75" fmla="*/ 149 h 44"/>
                  <a:gd name="T76" fmla="*/ 208 w 46"/>
                  <a:gd name="T77" fmla="*/ 149 h 44"/>
                  <a:gd name="T78" fmla="*/ 238 w 46"/>
                  <a:gd name="T79" fmla="*/ 114 h 44"/>
                  <a:gd name="T80" fmla="*/ 283 w 46"/>
                  <a:gd name="T81" fmla="*/ 77 h 44"/>
                  <a:gd name="T82" fmla="*/ 313 w 46"/>
                  <a:gd name="T83" fmla="*/ 35 h 44"/>
                  <a:gd name="T84" fmla="*/ 345 w 46"/>
                  <a:gd name="T85" fmla="*/ 35 h 44"/>
                  <a:gd name="T86" fmla="*/ 408 w 46"/>
                  <a:gd name="T87" fmla="*/ 35 h 44"/>
                  <a:gd name="T88" fmla="*/ 458 w 46"/>
                  <a:gd name="T89" fmla="*/ 35 h 44"/>
                  <a:gd name="T90" fmla="*/ 500 w 46"/>
                  <a:gd name="T91" fmla="*/ 77 h 44"/>
                  <a:gd name="T92" fmla="*/ 563 w 46"/>
                  <a:gd name="T93" fmla="*/ 136 h 44"/>
                  <a:gd name="T94" fmla="*/ 658 w 46"/>
                  <a:gd name="T95" fmla="*/ 247 h 44"/>
                  <a:gd name="T96" fmla="*/ 708 w 46"/>
                  <a:gd name="T97" fmla="*/ 468 h 44"/>
                  <a:gd name="T98" fmla="*/ 675 w 46"/>
                  <a:gd name="T99" fmla="*/ 622 h 44"/>
                  <a:gd name="T100" fmla="*/ 645 w 46"/>
                  <a:gd name="T101" fmla="*/ 636 h 44"/>
                  <a:gd name="T102" fmla="*/ 613 w 46"/>
                  <a:gd name="T103" fmla="*/ 694 h 44"/>
                  <a:gd name="T104" fmla="*/ 533 w 46"/>
                  <a:gd name="T105" fmla="*/ 750 h 44"/>
                  <a:gd name="T106" fmla="*/ 408 w 46"/>
                  <a:gd name="T107" fmla="*/ 771 h 44"/>
                  <a:gd name="T108" fmla="*/ 363 w 46"/>
                  <a:gd name="T109" fmla="*/ 792 h 44"/>
                  <a:gd name="T110" fmla="*/ 333 w 46"/>
                  <a:gd name="T111" fmla="*/ 771 h 44"/>
                  <a:gd name="T112" fmla="*/ 283 w 46"/>
                  <a:gd name="T113" fmla="*/ 771 h 44"/>
                  <a:gd name="T114" fmla="*/ 238 w 46"/>
                  <a:gd name="T115" fmla="*/ 737 h 44"/>
                  <a:gd name="T116" fmla="*/ 145 w 46"/>
                  <a:gd name="T117" fmla="*/ 694 h 44"/>
                  <a:gd name="T118" fmla="*/ 188 w 46"/>
                  <a:gd name="T119" fmla="*/ 136 h 44"/>
                  <a:gd name="T120" fmla="*/ 188 w 46"/>
                  <a:gd name="T121" fmla="*/ 136 h 4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6" h="44">
                    <a:moveTo>
                      <a:pt x="8" y="37"/>
                    </a:moveTo>
                    <a:cubicBezTo>
                      <a:pt x="8" y="38"/>
                      <a:pt x="9" y="39"/>
                      <a:pt x="10" y="40"/>
                    </a:cubicBezTo>
                    <a:cubicBezTo>
                      <a:pt x="11" y="40"/>
                      <a:pt x="13" y="41"/>
                      <a:pt x="14" y="41"/>
                    </a:cubicBezTo>
                    <a:cubicBezTo>
                      <a:pt x="15" y="41"/>
                      <a:pt x="17" y="43"/>
                      <a:pt x="17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4" y="44"/>
                      <a:pt x="26" y="43"/>
                      <a:pt x="26" y="43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8" y="42"/>
                      <a:pt x="28" y="42"/>
                      <a:pt x="29" y="43"/>
                    </a:cubicBezTo>
                    <a:cubicBezTo>
                      <a:pt x="30" y="43"/>
                      <a:pt x="32" y="43"/>
                      <a:pt x="33" y="42"/>
                    </a:cubicBezTo>
                    <a:cubicBezTo>
                      <a:pt x="34" y="42"/>
                      <a:pt x="34" y="42"/>
                      <a:pt x="35" y="41"/>
                    </a:cubicBezTo>
                    <a:cubicBezTo>
                      <a:pt x="36" y="41"/>
                      <a:pt x="37" y="41"/>
                      <a:pt x="37" y="41"/>
                    </a:cubicBezTo>
                    <a:cubicBezTo>
                      <a:pt x="39" y="40"/>
                      <a:pt x="40" y="39"/>
                      <a:pt x="40" y="39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6" y="31"/>
                      <a:pt x="46" y="29"/>
                      <a:pt x="46" y="27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19"/>
                      <a:pt x="45" y="16"/>
                      <a:pt x="44" y="12"/>
                    </a:cubicBezTo>
                    <a:cubicBezTo>
                      <a:pt x="44" y="12"/>
                      <a:pt x="41" y="6"/>
                      <a:pt x="37" y="6"/>
                    </a:cubicBezTo>
                    <a:cubicBezTo>
                      <a:pt x="36" y="5"/>
                      <a:pt x="35" y="3"/>
                      <a:pt x="34" y="3"/>
                    </a:cubicBezTo>
                    <a:cubicBezTo>
                      <a:pt x="34" y="3"/>
                      <a:pt x="32" y="2"/>
                      <a:pt x="32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1"/>
                      <a:pt x="30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8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5" y="4"/>
                      <a:pt x="15" y="4"/>
                    </a:cubicBezTo>
                    <a:cubicBezTo>
                      <a:pt x="14" y="4"/>
                      <a:pt x="14" y="5"/>
                      <a:pt x="13" y="5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0" y="7"/>
                      <a:pt x="10" y="7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1"/>
                      <a:pt x="6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4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8"/>
                      <a:pt x="1" y="21"/>
                      <a:pt x="2" y="23"/>
                    </a:cubicBezTo>
                    <a:cubicBezTo>
                      <a:pt x="0" y="25"/>
                      <a:pt x="2" y="27"/>
                      <a:pt x="3" y="29"/>
                    </a:cubicBezTo>
                    <a:cubicBezTo>
                      <a:pt x="3" y="29"/>
                      <a:pt x="3" y="30"/>
                      <a:pt x="4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35"/>
                      <a:pt x="6" y="36"/>
                      <a:pt x="8" y="37"/>
                    </a:cubicBezTo>
                    <a:close/>
                    <a:moveTo>
                      <a:pt x="8" y="37"/>
                    </a:move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lose/>
                    <a:moveTo>
                      <a:pt x="9" y="36"/>
                    </a:moveTo>
                    <a:cubicBezTo>
                      <a:pt x="7" y="35"/>
                      <a:pt x="6" y="34"/>
                      <a:pt x="5" y="33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0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" y="27"/>
                      <a:pt x="2" y="25"/>
                      <a:pt x="3" y="24"/>
                    </a:cubicBezTo>
                    <a:cubicBezTo>
                      <a:pt x="3" y="24"/>
                      <a:pt x="3" y="23"/>
                      <a:pt x="3" y="23"/>
                    </a:cubicBezTo>
                    <a:cubicBezTo>
                      <a:pt x="3" y="22"/>
                      <a:pt x="3" y="19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7" y="12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0"/>
                      <a:pt x="8" y="10"/>
                    </a:cubicBezTo>
                    <a:cubicBezTo>
                      <a:pt x="9" y="10"/>
                      <a:pt x="10" y="9"/>
                      <a:pt x="11" y="9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7" y="1"/>
                      <a:pt x="28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2" y="4"/>
                      <a:pt x="32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5"/>
                      <a:pt x="35" y="6"/>
                      <a:pt x="36" y="7"/>
                    </a:cubicBezTo>
                    <a:cubicBezTo>
                      <a:pt x="36" y="7"/>
                      <a:pt x="37" y="8"/>
                      <a:pt x="37" y="7"/>
                    </a:cubicBezTo>
                    <a:cubicBezTo>
                      <a:pt x="39" y="7"/>
                      <a:pt x="42" y="11"/>
                      <a:pt x="42" y="13"/>
                    </a:cubicBezTo>
                    <a:cubicBezTo>
                      <a:pt x="44" y="16"/>
                      <a:pt x="45" y="19"/>
                      <a:pt x="45" y="22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5" y="29"/>
                      <a:pt x="44" y="31"/>
                      <a:pt x="43" y="33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8" y="39"/>
                      <a:pt x="36" y="40"/>
                      <a:pt x="35" y="40"/>
                    </a:cubicBezTo>
                    <a:cubicBezTo>
                      <a:pt x="35" y="39"/>
                      <a:pt x="34" y="40"/>
                      <a:pt x="34" y="40"/>
                    </a:cubicBezTo>
                    <a:cubicBezTo>
                      <a:pt x="33" y="41"/>
                      <a:pt x="31" y="42"/>
                      <a:pt x="29" y="41"/>
                    </a:cubicBezTo>
                    <a:cubicBezTo>
                      <a:pt x="28" y="40"/>
                      <a:pt x="27" y="40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23" y="42"/>
                      <a:pt x="22" y="42"/>
                      <a:pt x="22" y="42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9"/>
                      <a:pt x="12" y="39"/>
                      <a:pt x="11" y="38"/>
                    </a:cubicBezTo>
                    <a:cubicBezTo>
                      <a:pt x="10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6"/>
                    </a:cubicBezTo>
                    <a:close/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4" name="Freeform 1061">
                <a:extLst>
                  <a:ext uri="{FF2B5EF4-FFF2-40B4-BE49-F238E27FC236}">
                    <a16:creationId xmlns:a16="http://schemas.microsoft.com/office/drawing/2014/main" id="{20498F3B-68CB-4658-912F-729EDB649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011"/>
                <a:ext cx="510" cy="363"/>
              </a:xfrm>
              <a:custGeom>
                <a:avLst/>
                <a:gdLst>
                  <a:gd name="T0" fmla="*/ 95 w 204"/>
                  <a:gd name="T1" fmla="*/ 1561 h 136"/>
                  <a:gd name="T2" fmla="*/ 0 w 204"/>
                  <a:gd name="T3" fmla="*/ 1903 h 136"/>
                  <a:gd name="T4" fmla="*/ 425 w 204"/>
                  <a:gd name="T5" fmla="*/ 2357 h 136"/>
                  <a:gd name="T6" fmla="*/ 970 w 204"/>
                  <a:gd name="T7" fmla="*/ 2378 h 136"/>
                  <a:gd name="T8" fmla="*/ 1145 w 204"/>
                  <a:gd name="T9" fmla="*/ 1994 h 136"/>
                  <a:gd name="T10" fmla="*/ 1145 w 204"/>
                  <a:gd name="T11" fmla="*/ 1903 h 136"/>
                  <a:gd name="T12" fmla="*/ 1175 w 204"/>
                  <a:gd name="T13" fmla="*/ 1810 h 136"/>
                  <a:gd name="T14" fmla="*/ 1188 w 204"/>
                  <a:gd name="T15" fmla="*/ 1732 h 136"/>
                  <a:gd name="T16" fmla="*/ 1208 w 204"/>
                  <a:gd name="T17" fmla="*/ 1695 h 136"/>
                  <a:gd name="T18" fmla="*/ 1220 w 204"/>
                  <a:gd name="T19" fmla="*/ 1617 h 136"/>
                  <a:gd name="T20" fmla="*/ 1220 w 204"/>
                  <a:gd name="T21" fmla="*/ 1583 h 136"/>
                  <a:gd name="T22" fmla="*/ 1208 w 204"/>
                  <a:gd name="T23" fmla="*/ 1561 h 136"/>
                  <a:gd name="T24" fmla="*/ 1270 w 204"/>
                  <a:gd name="T25" fmla="*/ 1583 h 136"/>
                  <a:gd name="T26" fmla="*/ 1313 w 204"/>
                  <a:gd name="T27" fmla="*/ 1596 h 136"/>
                  <a:gd name="T28" fmla="*/ 1333 w 204"/>
                  <a:gd name="T29" fmla="*/ 1767 h 136"/>
                  <a:gd name="T30" fmla="*/ 1708 w 204"/>
                  <a:gd name="T31" fmla="*/ 2416 h 136"/>
                  <a:gd name="T32" fmla="*/ 2283 w 204"/>
                  <a:gd name="T33" fmla="*/ 2586 h 136"/>
                  <a:gd name="T34" fmla="*/ 2925 w 204"/>
                  <a:gd name="T35" fmla="*/ 2151 h 136"/>
                  <a:gd name="T36" fmla="*/ 3113 w 204"/>
                  <a:gd name="T37" fmla="*/ 1254 h 136"/>
                  <a:gd name="T38" fmla="*/ 2738 w 204"/>
                  <a:gd name="T39" fmla="*/ 571 h 136"/>
                  <a:gd name="T40" fmla="*/ 2083 w 204"/>
                  <a:gd name="T41" fmla="*/ 376 h 136"/>
                  <a:gd name="T42" fmla="*/ 2083 w 204"/>
                  <a:gd name="T43" fmla="*/ 376 h 136"/>
                  <a:gd name="T44" fmla="*/ 1613 w 204"/>
                  <a:gd name="T45" fmla="*/ 649 h 136"/>
                  <a:gd name="T46" fmla="*/ 1488 w 204"/>
                  <a:gd name="T47" fmla="*/ 419 h 136"/>
                  <a:gd name="T48" fmla="*/ 1488 w 204"/>
                  <a:gd name="T49" fmla="*/ 398 h 136"/>
                  <a:gd name="T50" fmla="*/ 1550 w 204"/>
                  <a:gd name="T51" fmla="*/ 115 h 136"/>
                  <a:gd name="T52" fmla="*/ 1520 w 204"/>
                  <a:gd name="T53" fmla="*/ 77 h 136"/>
                  <a:gd name="T54" fmla="*/ 1488 w 204"/>
                  <a:gd name="T55" fmla="*/ 93 h 136"/>
                  <a:gd name="T56" fmla="*/ 1470 w 204"/>
                  <a:gd name="T57" fmla="*/ 115 h 136"/>
                  <a:gd name="T58" fmla="*/ 1375 w 204"/>
                  <a:gd name="T59" fmla="*/ 307 h 136"/>
                  <a:gd name="T60" fmla="*/ 1208 w 204"/>
                  <a:gd name="T61" fmla="*/ 264 h 136"/>
                  <a:gd name="T62" fmla="*/ 1208 w 204"/>
                  <a:gd name="T63" fmla="*/ 35 h 136"/>
                  <a:gd name="T64" fmla="*/ 1188 w 204"/>
                  <a:gd name="T65" fmla="*/ 0 h 136"/>
                  <a:gd name="T66" fmla="*/ 1145 w 204"/>
                  <a:gd name="T67" fmla="*/ 0 h 136"/>
                  <a:gd name="T68" fmla="*/ 938 w 204"/>
                  <a:gd name="T69" fmla="*/ 227 h 136"/>
                  <a:gd name="T70" fmla="*/ 863 w 204"/>
                  <a:gd name="T71" fmla="*/ 320 h 136"/>
                  <a:gd name="T72" fmla="*/ 863 w 204"/>
                  <a:gd name="T73" fmla="*/ 342 h 136"/>
                  <a:gd name="T74" fmla="*/ 500 w 204"/>
                  <a:gd name="T75" fmla="*/ 56 h 136"/>
                  <a:gd name="T76" fmla="*/ 458 w 204"/>
                  <a:gd name="T77" fmla="*/ 56 h 136"/>
                  <a:gd name="T78" fmla="*/ 408 w 204"/>
                  <a:gd name="T79" fmla="*/ 93 h 136"/>
                  <a:gd name="T80" fmla="*/ 395 w 204"/>
                  <a:gd name="T81" fmla="*/ 136 h 136"/>
                  <a:gd name="T82" fmla="*/ 425 w 204"/>
                  <a:gd name="T83" fmla="*/ 171 h 136"/>
                  <a:gd name="T84" fmla="*/ 770 w 204"/>
                  <a:gd name="T85" fmla="*/ 456 h 136"/>
                  <a:gd name="T86" fmla="*/ 675 w 204"/>
                  <a:gd name="T87" fmla="*/ 593 h 136"/>
                  <a:gd name="T88" fmla="*/ 645 w 204"/>
                  <a:gd name="T89" fmla="*/ 662 h 136"/>
                  <a:gd name="T90" fmla="*/ 595 w 204"/>
                  <a:gd name="T91" fmla="*/ 798 h 136"/>
                  <a:gd name="T92" fmla="*/ 488 w 204"/>
                  <a:gd name="T93" fmla="*/ 854 h 136"/>
                  <a:gd name="T94" fmla="*/ 458 w 204"/>
                  <a:gd name="T95" fmla="*/ 891 h 136"/>
                  <a:gd name="T96" fmla="*/ 470 w 204"/>
                  <a:gd name="T97" fmla="*/ 934 h 136"/>
                  <a:gd name="T98" fmla="*/ 658 w 204"/>
                  <a:gd name="T99" fmla="*/ 990 h 136"/>
                  <a:gd name="T100" fmla="*/ 708 w 204"/>
                  <a:gd name="T101" fmla="*/ 1118 h 136"/>
                  <a:gd name="T102" fmla="*/ 345 w 204"/>
                  <a:gd name="T103" fmla="*/ 1233 h 136"/>
                  <a:gd name="T104" fmla="*/ 220 w 204"/>
                  <a:gd name="T105" fmla="*/ 1353 h 136"/>
                  <a:gd name="T106" fmla="*/ 95 w 204"/>
                  <a:gd name="T107" fmla="*/ 1561 h 1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04" h="136">
                    <a:moveTo>
                      <a:pt x="6" y="82"/>
                    </a:moveTo>
                    <a:cubicBezTo>
                      <a:pt x="2" y="89"/>
                      <a:pt x="0" y="95"/>
                      <a:pt x="0" y="100"/>
                    </a:cubicBezTo>
                    <a:cubicBezTo>
                      <a:pt x="0" y="110"/>
                      <a:pt x="13" y="120"/>
                      <a:pt x="27" y="124"/>
                    </a:cubicBezTo>
                    <a:cubicBezTo>
                      <a:pt x="44" y="129"/>
                      <a:pt x="55" y="129"/>
                      <a:pt x="62" y="125"/>
                    </a:cubicBezTo>
                    <a:cubicBezTo>
                      <a:pt x="69" y="121"/>
                      <a:pt x="72" y="115"/>
                      <a:pt x="73" y="105"/>
                    </a:cubicBezTo>
                    <a:cubicBezTo>
                      <a:pt x="73" y="105"/>
                      <a:pt x="73" y="101"/>
                      <a:pt x="73" y="100"/>
                    </a:cubicBezTo>
                    <a:cubicBezTo>
                      <a:pt x="75" y="99"/>
                      <a:pt x="75" y="97"/>
                      <a:pt x="75" y="95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76" y="91"/>
                      <a:pt x="77" y="89"/>
                      <a:pt x="77" y="89"/>
                    </a:cubicBezTo>
                    <a:cubicBezTo>
                      <a:pt x="78" y="87"/>
                      <a:pt x="78" y="86"/>
                      <a:pt x="78" y="85"/>
                    </a:cubicBezTo>
                    <a:cubicBezTo>
                      <a:pt x="78" y="84"/>
                      <a:pt x="78" y="84"/>
                      <a:pt x="78" y="83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79" y="83"/>
                      <a:pt x="80" y="83"/>
                      <a:pt x="81" y="83"/>
                    </a:cubicBezTo>
                    <a:cubicBezTo>
                      <a:pt x="84" y="84"/>
                      <a:pt x="84" y="84"/>
                      <a:pt x="84" y="84"/>
                    </a:cubicBezTo>
                    <a:cubicBezTo>
                      <a:pt x="84" y="87"/>
                      <a:pt x="84" y="90"/>
                      <a:pt x="85" y="93"/>
                    </a:cubicBezTo>
                    <a:cubicBezTo>
                      <a:pt x="89" y="109"/>
                      <a:pt x="102" y="122"/>
                      <a:pt x="109" y="127"/>
                    </a:cubicBezTo>
                    <a:cubicBezTo>
                      <a:pt x="117" y="133"/>
                      <a:pt x="134" y="136"/>
                      <a:pt x="146" y="136"/>
                    </a:cubicBezTo>
                    <a:cubicBezTo>
                      <a:pt x="158" y="135"/>
                      <a:pt x="176" y="126"/>
                      <a:pt x="187" y="113"/>
                    </a:cubicBezTo>
                    <a:cubicBezTo>
                      <a:pt x="199" y="100"/>
                      <a:pt x="204" y="80"/>
                      <a:pt x="199" y="66"/>
                    </a:cubicBezTo>
                    <a:cubicBezTo>
                      <a:pt x="195" y="53"/>
                      <a:pt x="184" y="37"/>
                      <a:pt x="175" y="30"/>
                    </a:cubicBezTo>
                    <a:cubicBezTo>
                      <a:pt x="167" y="25"/>
                      <a:pt x="155" y="19"/>
                      <a:pt x="133" y="20"/>
                    </a:cubicBezTo>
                    <a:cubicBezTo>
                      <a:pt x="133" y="20"/>
                      <a:pt x="133" y="20"/>
                      <a:pt x="133" y="20"/>
                    </a:cubicBezTo>
                    <a:cubicBezTo>
                      <a:pt x="126" y="21"/>
                      <a:pt x="113" y="26"/>
                      <a:pt x="103" y="34"/>
                    </a:cubicBezTo>
                    <a:cubicBezTo>
                      <a:pt x="100" y="28"/>
                      <a:pt x="97" y="24"/>
                      <a:pt x="95" y="22"/>
                    </a:cubicBezTo>
                    <a:cubicBezTo>
                      <a:pt x="95" y="22"/>
                      <a:pt x="95" y="22"/>
                      <a:pt x="95" y="21"/>
                    </a:cubicBezTo>
                    <a:cubicBezTo>
                      <a:pt x="96" y="19"/>
                      <a:pt x="100" y="10"/>
                      <a:pt x="99" y="6"/>
                    </a:cubicBezTo>
                    <a:cubicBezTo>
                      <a:pt x="99" y="5"/>
                      <a:pt x="98" y="4"/>
                      <a:pt x="97" y="4"/>
                    </a:cubicBezTo>
                    <a:cubicBezTo>
                      <a:pt x="96" y="4"/>
                      <a:pt x="95" y="4"/>
                      <a:pt x="95" y="5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93" y="9"/>
                      <a:pt x="89" y="16"/>
                      <a:pt x="88" y="16"/>
                    </a:cubicBezTo>
                    <a:cubicBezTo>
                      <a:pt x="85" y="15"/>
                      <a:pt x="80" y="14"/>
                      <a:pt x="77" y="14"/>
                    </a:cubicBezTo>
                    <a:cubicBezTo>
                      <a:pt x="77" y="11"/>
                      <a:pt x="77" y="2"/>
                      <a:pt x="77" y="2"/>
                    </a:cubicBezTo>
                    <a:cubicBezTo>
                      <a:pt x="77" y="1"/>
                      <a:pt x="77" y="0"/>
                      <a:pt x="76" y="0"/>
                    </a:cubicBezTo>
                    <a:cubicBezTo>
                      <a:pt x="75" y="0"/>
                      <a:pt x="74" y="0"/>
                      <a:pt x="73" y="0"/>
                    </a:cubicBezTo>
                    <a:cubicBezTo>
                      <a:pt x="67" y="4"/>
                      <a:pt x="63" y="8"/>
                      <a:pt x="60" y="12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49" y="14"/>
                      <a:pt x="38" y="6"/>
                      <a:pt x="32" y="3"/>
                    </a:cubicBezTo>
                    <a:cubicBezTo>
                      <a:pt x="31" y="2"/>
                      <a:pt x="30" y="3"/>
                      <a:pt x="29" y="3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6"/>
                      <a:pt x="25" y="6"/>
                      <a:pt x="25" y="7"/>
                    </a:cubicBezTo>
                    <a:cubicBezTo>
                      <a:pt x="25" y="8"/>
                      <a:pt x="26" y="9"/>
                      <a:pt x="27" y="9"/>
                    </a:cubicBezTo>
                    <a:cubicBezTo>
                      <a:pt x="34" y="12"/>
                      <a:pt x="45" y="20"/>
                      <a:pt x="49" y="24"/>
                    </a:cubicBezTo>
                    <a:cubicBezTo>
                      <a:pt x="47" y="26"/>
                      <a:pt x="44" y="29"/>
                      <a:pt x="43" y="31"/>
                    </a:cubicBezTo>
                    <a:cubicBezTo>
                      <a:pt x="43" y="31"/>
                      <a:pt x="41" y="35"/>
                      <a:pt x="41" y="35"/>
                    </a:cubicBezTo>
                    <a:cubicBezTo>
                      <a:pt x="40" y="37"/>
                      <a:pt x="39" y="41"/>
                      <a:pt x="38" y="42"/>
                    </a:cubicBezTo>
                    <a:cubicBezTo>
                      <a:pt x="36" y="43"/>
                      <a:pt x="32" y="44"/>
                      <a:pt x="31" y="45"/>
                    </a:cubicBezTo>
                    <a:cubicBezTo>
                      <a:pt x="30" y="45"/>
                      <a:pt x="29" y="46"/>
                      <a:pt x="29" y="47"/>
                    </a:cubicBezTo>
                    <a:cubicBezTo>
                      <a:pt x="29" y="48"/>
                      <a:pt x="29" y="49"/>
                      <a:pt x="30" y="49"/>
                    </a:cubicBezTo>
                    <a:cubicBezTo>
                      <a:pt x="34" y="51"/>
                      <a:pt x="38" y="52"/>
                      <a:pt x="42" y="52"/>
                    </a:cubicBezTo>
                    <a:cubicBezTo>
                      <a:pt x="42" y="54"/>
                      <a:pt x="43" y="57"/>
                      <a:pt x="45" y="59"/>
                    </a:cubicBezTo>
                    <a:cubicBezTo>
                      <a:pt x="38" y="59"/>
                      <a:pt x="31" y="60"/>
                      <a:pt x="22" y="65"/>
                    </a:cubicBezTo>
                    <a:cubicBezTo>
                      <a:pt x="19" y="67"/>
                      <a:pt x="16" y="69"/>
                      <a:pt x="14" y="71"/>
                    </a:cubicBezTo>
                    <a:cubicBezTo>
                      <a:pt x="10" y="74"/>
                      <a:pt x="8" y="79"/>
                      <a:pt x="6" y="8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5" name="Freeform 1062">
                <a:extLst>
                  <a:ext uri="{FF2B5EF4-FFF2-40B4-BE49-F238E27FC236}">
                    <a16:creationId xmlns:a16="http://schemas.microsoft.com/office/drawing/2014/main" id="{38827F40-84B2-48A3-83F9-0907267AF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171"/>
                <a:ext cx="173" cy="179"/>
              </a:xfrm>
              <a:custGeom>
                <a:avLst/>
                <a:gdLst>
                  <a:gd name="T0" fmla="*/ 1025 w 69"/>
                  <a:gd name="T1" fmla="*/ 914 h 67"/>
                  <a:gd name="T2" fmla="*/ 963 w 69"/>
                  <a:gd name="T3" fmla="*/ 729 h 67"/>
                  <a:gd name="T4" fmla="*/ 805 w 69"/>
                  <a:gd name="T5" fmla="*/ 879 h 67"/>
                  <a:gd name="T6" fmla="*/ 742 w 69"/>
                  <a:gd name="T7" fmla="*/ 671 h 67"/>
                  <a:gd name="T8" fmla="*/ 679 w 69"/>
                  <a:gd name="T9" fmla="*/ 534 h 67"/>
                  <a:gd name="T10" fmla="*/ 584 w 69"/>
                  <a:gd name="T11" fmla="*/ 593 h 67"/>
                  <a:gd name="T12" fmla="*/ 659 w 69"/>
                  <a:gd name="T13" fmla="*/ 401 h 67"/>
                  <a:gd name="T14" fmla="*/ 584 w 69"/>
                  <a:gd name="T15" fmla="*/ 342 h 67"/>
                  <a:gd name="T16" fmla="*/ 772 w 69"/>
                  <a:gd name="T17" fmla="*/ 251 h 67"/>
                  <a:gd name="T18" fmla="*/ 785 w 69"/>
                  <a:gd name="T19" fmla="*/ 77 h 67"/>
                  <a:gd name="T20" fmla="*/ 772 w 69"/>
                  <a:gd name="T21" fmla="*/ 77 h 67"/>
                  <a:gd name="T22" fmla="*/ 333 w 69"/>
                  <a:gd name="T23" fmla="*/ 136 h 67"/>
                  <a:gd name="T24" fmla="*/ 0 w 69"/>
                  <a:gd name="T25" fmla="*/ 764 h 67"/>
                  <a:gd name="T26" fmla="*/ 409 w 69"/>
                  <a:gd name="T27" fmla="*/ 1162 h 67"/>
                  <a:gd name="T28" fmla="*/ 930 w 69"/>
                  <a:gd name="T29" fmla="*/ 1200 h 67"/>
                  <a:gd name="T30" fmla="*/ 1088 w 69"/>
                  <a:gd name="T31" fmla="*/ 858 h 67"/>
                  <a:gd name="T32" fmla="*/ 1088 w 69"/>
                  <a:gd name="T33" fmla="*/ 764 h 67"/>
                  <a:gd name="T34" fmla="*/ 1025 w 69"/>
                  <a:gd name="T35" fmla="*/ 914 h 6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9" h="67">
                    <a:moveTo>
                      <a:pt x="65" y="48"/>
                    </a:moveTo>
                    <a:cubicBezTo>
                      <a:pt x="65" y="48"/>
                      <a:pt x="63" y="44"/>
                      <a:pt x="61" y="38"/>
                    </a:cubicBezTo>
                    <a:cubicBezTo>
                      <a:pt x="61" y="38"/>
                      <a:pt x="57" y="43"/>
                      <a:pt x="51" y="46"/>
                    </a:cubicBezTo>
                    <a:cubicBezTo>
                      <a:pt x="51" y="43"/>
                      <a:pt x="46" y="40"/>
                      <a:pt x="47" y="35"/>
                    </a:cubicBezTo>
                    <a:cubicBezTo>
                      <a:pt x="40" y="33"/>
                      <a:pt x="42" y="33"/>
                      <a:pt x="43" y="28"/>
                    </a:cubicBezTo>
                    <a:cubicBezTo>
                      <a:pt x="40" y="29"/>
                      <a:pt x="37" y="31"/>
                      <a:pt x="37" y="31"/>
                    </a:cubicBezTo>
                    <a:cubicBezTo>
                      <a:pt x="37" y="31"/>
                      <a:pt x="37" y="24"/>
                      <a:pt x="42" y="21"/>
                    </a:cubicBezTo>
                    <a:cubicBezTo>
                      <a:pt x="42" y="21"/>
                      <a:pt x="40" y="19"/>
                      <a:pt x="37" y="18"/>
                    </a:cubicBezTo>
                    <a:cubicBezTo>
                      <a:pt x="40" y="15"/>
                      <a:pt x="42" y="12"/>
                      <a:pt x="49" y="13"/>
                    </a:cubicBezTo>
                    <a:cubicBezTo>
                      <a:pt x="48" y="11"/>
                      <a:pt x="48" y="8"/>
                      <a:pt x="50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1" y="0"/>
                      <a:pt x="33" y="1"/>
                      <a:pt x="21" y="7"/>
                    </a:cubicBezTo>
                    <a:cubicBezTo>
                      <a:pt x="9" y="14"/>
                      <a:pt x="1" y="31"/>
                      <a:pt x="0" y="40"/>
                    </a:cubicBezTo>
                    <a:cubicBezTo>
                      <a:pt x="0" y="48"/>
                      <a:pt x="12" y="57"/>
                      <a:pt x="26" y="61"/>
                    </a:cubicBezTo>
                    <a:cubicBezTo>
                      <a:pt x="40" y="65"/>
                      <a:pt x="52" y="67"/>
                      <a:pt x="59" y="63"/>
                    </a:cubicBezTo>
                    <a:cubicBezTo>
                      <a:pt x="65" y="59"/>
                      <a:pt x="68" y="53"/>
                      <a:pt x="69" y="45"/>
                    </a:cubicBezTo>
                    <a:cubicBezTo>
                      <a:pt x="69" y="44"/>
                      <a:pt x="69" y="42"/>
                      <a:pt x="69" y="40"/>
                    </a:cubicBezTo>
                    <a:cubicBezTo>
                      <a:pt x="68" y="44"/>
                      <a:pt x="65" y="48"/>
                      <a:pt x="65" y="48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6" name="Freeform 1063">
                <a:extLst>
                  <a:ext uri="{FF2B5EF4-FFF2-40B4-BE49-F238E27FC236}">
                    <a16:creationId xmlns:a16="http://schemas.microsoft.com/office/drawing/2014/main" id="{43643719-74DB-4F44-A409-ECBA3797D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017"/>
                <a:ext cx="167" cy="130"/>
              </a:xfrm>
              <a:custGeom>
                <a:avLst/>
                <a:gdLst>
                  <a:gd name="T0" fmla="*/ 229 w 67"/>
                  <a:gd name="T1" fmla="*/ 746 h 49"/>
                  <a:gd name="T2" fmla="*/ 324 w 67"/>
                  <a:gd name="T3" fmla="*/ 860 h 49"/>
                  <a:gd name="T4" fmla="*/ 434 w 67"/>
                  <a:gd name="T5" fmla="*/ 520 h 49"/>
                  <a:gd name="T6" fmla="*/ 446 w 67"/>
                  <a:gd name="T7" fmla="*/ 337 h 49"/>
                  <a:gd name="T8" fmla="*/ 571 w 67"/>
                  <a:gd name="T9" fmla="*/ 337 h 49"/>
                  <a:gd name="T10" fmla="*/ 666 w 67"/>
                  <a:gd name="T11" fmla="*/ 337 h 49"/>
                  <a:gd name="T12" fmla="*/ 837 w 67"/>
                  <a:gd name="T13" fmla="*/ 409 h 49"/>
                  <a:gd name="T14" fmla="*/ 962 w 67"/>
                  <a:gd name="T15" fmla="*/ 337 h 49"/>
                  <a:gd name="T16" fmla="*/ 1024 w 67"/>
                  <a:gd name="T17" fmla="*/ 77 h 49"/>
                  <a:gd name="T18" fmla="*/ 870 w 67"/>
                  <a:gd name="T19" fmla="*/ 294 h 49"/>
                  <a:gd name="T20" fmla="*/ 683 w 67"/>
                  <a:gd name="T21" fmla="*/ 260 h 49"/>
                  <a:gd name="T22" fmla="*/ 683 w 67"/>
                  <a:gd name="T23" fmla="*/ 0 h 49"/>
                  <a:gd name="T24" fmla="*/ 466 w 67"/>
                  <a:gd name="T25" fmla="*/ 226 h 49"/>
                  <a:gd name="T26" fmla="*/ 374 w 67"/>
                  <a:gd name="T27" fmla="*/ 374 h 49"/>
                  <a:gd name="T28" fmla="*/ 217 w 67"/>
                  <a:gd name="T29" fmla="*/ 562 h 49"/>
                  <a:gd name="T30" fmla="*/ 125 w 67"/>
                  <a:gd name="T31" fmla="*/ 780 h 49"/>
                  <a:gd name="T32" fmla="*/ 0 w 67"/>
                  <a:gd name="T33" fmla="*/ 838 h 49"/>
                  <a:gd name="T34" fmla="*/ 187 w 67"/>
                  <a:gd name="T35" fmla="*/ 881 h 49"/>
                  <a:gd name="T36" fmla="*/ 229 w 67"/>
                  <a:gd name="T37" fmla="*/ 746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49">
                    <a:moveTo>
                      <a:pt x="15" y="40"/>
                    </a:moveTo>
                    <a:cubicBezTo>
                      <a:pt x="16" y="44"/>
                      <a:pt x="20" y="44"/>
                      <a:pt x="21" y="46"/>
                    </a:cubicBezTo>
                    <a:cubicBezTo>
                      <a:pt x="22" y="47"/>
                      <a:pt x="28" y="34"/>
                      <a:pt x="28" y="28"/>
                    </a:cubicBezTo>
                    <a:cubicBezTo>
                      <a:pt x="28" y="22"/>
                      <a:pt x="28" y="20"/>
                      <a:pt x="29" y="18"/>
                    </a:cubicBezTo>
                    <a:cubicBezTo>
                      <a:pt x="30" y="15"/>
                      <a:pt x="32" y="19"/>
                      <a:pt x="37" y="18"/>
                    </a:cubicBezTo>
                    <a:cubicBezTo>
                      <a:pt x="43" y="18"/>
                      <a:pt x="40" y="15"/>
                      <a:pt x="43" y="18"/>
                    </a:cubicBezTo>
                    <a:cubicBezTo>
                      <a:pt x="46" y="21"/>
                      <a:pt x="51" y="22"/>
                      <a:pt x="54" y="22"/>
                    </a:cubicBezTo>
                    <a:cubicBezTo>
                      <a:pt x="57" y="22"/>
                      <a:pt x="60" y="22"/>
                      <a:pt x="62" y="18"/>
                    </a:cubicBezTo>
                    <a:cubicBezTo>
                      <a:pt x="64" y="15"/>
                      <a:pt x="67" y="7"/>
                      <a:pt x="66" y="4"/>
                    </a:cubicBezTo>
                    <a:cubicBezTo>
                      <a:pt x="63" y="10"/>
                      <a:pt x="60" y="17"/>
                      <a:pt x="56" y="16"/>
                    </a:cubicBezTo>
                    <a:cubicBezTo>
                      <a:pt x="52" y="15"/>
                      <a:pt x="44" y="14"/>
                      <a:pt x="44" y="14"/>
                    </a:cubicBezTo>
                    <a:cubicBezTo>
                      <a:pt x="44" y="14"/>
                      <a:pt x="44" y="1"/>
                      <a:pt x="44" y="0"/>
                    </a:cubicBezTo>
                    <a:cubicBezTo>
                      <a:pt x="37" y="4"/>
                      <a:pt x="33" y="8"/>
                      <a:pt x="30" y="12"/>
                    </a:cubicBezTo>
                    <a:cubicBezTo>
                      <a:pt x="28" y="15"/>
                      <a:pt x="25" y="17"/>
                      <a:pt x="24" y="20"/>
                    </a:cubicBezTo>
                    <a:cubicBezTo>
                      <a:pt x="22" y="22"/>
                      <a:pt x="15" y="27"/>
                      <a:pt x="14" y="30"/>
                    </a:cubicBezTo>
                    <a:cubicBezTo>
                      <a:pt x="12" y="33"/>
                      <a:pt x="11" y="39"/>
                      <a:pt x="8" y="42"/>
                    </a:cubicBezTo>
                    <a:cubicBezTo>
                      <a:pt x="5" y="44"/>
                      <a:pt x="0" y="45"/>
                      <a:pt x="0" y="45"/>
                    </a:cubicBezTo>
                    <a:cubicBezTo>
                      <a:pt x="0" y="45"/>
                      <a:pt x="10" y="49"/>
                      <a:pt x="12" y="47"/>
                    </a:cubicBezTo>
                    <a:cubicBezTo>
                      <a:pt x="14" y="45"/>
                      <a:pt x="15" y="40"/>
                      <a:pt x="15" y="4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7" name="Freeform 1064">
                <a:extLst>
                  <a:ext uri="{FF2B5EF4-FFF2-40B4-BE49-F238E27FC236}">
                    <a16:creationId xmlns:a16="http://schemas.microsoft.com/office/drawing/2014/main" id="{13C1BCEB-6266-47B2-91BA-986B2CF7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062"/>
                <a:ext cx="180" cy="181"/>
              </a:xfrm>
              <a:custGeom>
                <a:avLst/>
                <a:gdLst>
                  <a:gd name="T0" fmla="*/ 1050 w 72"/>
                  <a:gd name="T1" fmla="*/ 681 h 68"/>
                  <a:gd name="T2" fmla="*/ 770 w 72"/>
                  <a:gd name="T3" fmla="*/ 56 h 68"/>
                  <a:gd name="T4" fmla="*/ 770 w 72"/>
                  <a:gd name="T5" fmla="*/ 56 h 68"/>
                  <a:gd name="T6" fmla="*/ 658 w 72"/>
                  <a:gd name="T7" fmla="*/ 93 h 68"/>
                  <a:gd name="T8" fmla="*/ 488 w 72"/>
                  <a:gd name="T9" fmla="*/ 21 h 68"/>
                  <a:gd name="T10" fmla="*/ 488 w 72"/>
                  <a:gd name="T11" fmla="*/ 21 h 68"/>
                  <a:gd name="T12" fmla="*/ 438 w 72"/>
                  <a:gd name="T13" fmla="*/ 21 h 68"/>
                  <a:gd name="T14" fmla="*/ 395 w 72"/>
                  <a:gd name="T15" fmla="*/ 21 h 68"/>
                  <a:gd name="T16" fmla="*/ 300 w 72"/>
                  <a:gd name="T17" fmla="*/ 0 h 68"/>
                  <a:gd name="T18" fmla="*/ 283 w 72"/>
                  <a:gd name="T19" fmla="*/ 0 h 68"/>
                  <a:gd name="T20" fmla="*/ 270 w 72"/>
                  <a:gd name="T21" fmla="*/ 35 h 68"/>
                  <a:gd name="T22" fmla="*/ 250 w 72"/>
                  <a:gd name="T23" fmla="*/ 205 h 68"/>
                  <a:gd name="T24" fmla="*/ 145 w 72"/>
                  <a:gd name="T25" fmla="*/ 546 h 68"/>
                  <a:gd name="T26" fmla="*/ 50 w 72"/>
                  <a:gd name="T27" fmla="*/ 431 h 68"/>
                  <a:gd name="T28" fmla="*/ 0 w 72"/>
                  <a:gd name="T29" fmla="*/ 546 h 68"/>
                  <a:gd name="T30" fmla="*/ 208 w 72"/>
                  <a:gd name="T31" fmla="*/ 921 h 68"/>
                  <a:gd name="T32" fmla="*/ 613 w 72"/>
                  <a:gd name="T33" fmla="*/ 1169 h 68"/>
                  <a:gd name="T34" fmla="*/ 988 w 72"/>
                  <a:gd name="T35" fmla="*/ 1262 h 68"/>
                  <a:gd name="T36" fmla="*/ 1050 w 72"/>
                  <a:gd name="T37" fmla="*/ 681 h 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2" h="68">
                    <a:moveTo>
                      <a:pt x="67" y="36"/>
                    </a:moveTo>
                    <a:cubicBezTo>
                      <a:pt x="62" y="21"/>
                      <a:pt x="53" y="6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7" y="5"/>
                      <a:pt x="44" y="5"/>
                      <a:pt x="42" y="5"/>
                    </a:cubicBezTo>
                    <a:cubicBezTo>
                      <a:pt x="39" y="5"/>
                      <a:pt x="34" y="4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1"/>
                      <a:pt x="29" y="1"/>
                      <a:pt x="28" y="1"/>
                    </a:cubicBezTo>
                    <a:cubicBezTo>
                      <a:pt x="28" y="1"/>
                      <a:pt x="27" y="1"/>
                      <a:pt x="25" y="1"/>
                    </a:cubicBezTo>
                    <a:cubicBezTo>
                      <a:pt x="22" y="2"/>
                      <a:pt x="20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4"/>
                      <a:pt x="16" y="6"/>
                      <a:pt x="16" y="11"/>
                    </a:cubicBezTo>
                    <a:cubicBezTo>
                      <a:pt x="16" y="17"/>
                      <a:pt x="10" y="30"/>
                      <a:pt x="9" y="29"/>
                    </a:cubicBezTo>
                    <a:cubicBezTo>
                      <a:pt x="8" y="27"/>
                      <a:pt x="4" y="27"/>
                      <a:pt x="3" y="23"/>
                    </a:cubicBezTo>
                    <a:cubicBezTo>
                      <a:pt x="3" y="23"/>
                      <a:pt x="2" y="27"/>
                      <a:pt x="0" y="29"/>
                    </a:cubicBezTo>
                    <a:cubicBezTo>
                      <a:pt x="1" y="36"/>
                      <a:pt x="5" y="43"/>
                      <a:pt x="13" y="49"/>
                    </a:cubicBezTo>
                    <a:cubicBezTo>
                      <a:pt x="24" y="57"/>
                      <a:pt x="32" y="60"/>
                      <a:pt x="39" y="62"/>
                    </a:cubicBezTo>
                    <a:cubicBezTo>
                      <a:pt x="52" y="65"/>
                      <a:pt x="57" y="68"/>
                      <a:pt x="63" y="67"/>
                    </a:cubicBezTo>
                    <a:cubicBezTo>
                      <a:pt x="69" y="66"/>
                      <a:pt x="72" y="52"/>
                      <a:pt x="67" y="36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8" name="Freeform 1065">
                <a:extLst>
                  <a:ext uri="{FF2B5EF4-FFF2-40B4-BE49-F238E27FC236}">
                    <a16:creationId xmlns:a16="http://schemas.microsoft.com/office/drawing/2014/main" id="{FDA737FD-5F62-4FF3-BDB7-13F7CF460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025"/>
                <a:ext cx="70" cy="56"/>
              </a:xfrm>
              <a:custGeom>
                <a:avLst/>
                <a:gdLst>
                  <a:gd name="T0" fmla="*/ 0 w 28"/>
                  <a:gd name="T1" fmla="*/ 35 h 21"/>
                  <a:gd name="T2" fmla="*/ 395 w 28"/>
                  <a:gd name="T3" fmla="*/ 363 h 21"/>
                  <a:gd name="T4" fmla="*/ 438 w 28"/>
                  <a:gd name="T5" fmla="*/ 320 h 21"/>
                  <a:gd name="T6" fmla="*/ 50 w 28"/>
                  <a:gd name="T7" fmla="*/ 0 h 21"/>
                  <a:gd name="T8" fmla="*/ 0 w 28"/>
                  <a:gd name="T9" fmla="*/ 3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0" y="2"/>
                    </a:moveTo>
                    <a:cubicBezTo>
                      <a:pt x="8" y="6"/>
                      <a:pt x="23" y="17"/>
                      <a:pt x="25" y="19"/>
                    </a:cubicBezTo>
                    <a:cubicBezTo>
                      <a:pt x="26" y="21"/>
                      <a:pt x="28" y="17"/>
                      <a:pt x="28" y="17"/>
                    </a:cubicBezTo>
                    <a:cubicBezTo>
                      <a:pt x="28" y="17"/>
                      <a:pt x="11" y="4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69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9" name="Freeform 1066">
                <a:extLst>
                  <a:ext uri="{FF2B5EF4-FFF2-40B4-BE49-F238E27FC236}">
                    <a16:creationId xmlns:a16="http://schemas.microsoft.com/office/drawing/2014/main" id="{0DFAE02B-A8D4-4A11-95BC-0D98CFC78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169"/>
                <a:ext cx="97" cy="130"/>
              </a:xfrm>
              <a:custGeom>
                <a:avLst/>
                <a:gdLst>
                  <a:gd name="T0" fmla="*/ 246 w 39"/>
                  <a:gd name="T1" fmla="*/ 0 h 49"/>
                  <a:gd name="T2" fmla="*/ 187 w 39"/>
                  <a:gd name="T3" fmla="*/ 260 h 49"/>
                  <a:gd name="T4" fmla="*/ 0 w 39"/>
                  <a:gd name="T5" fmla="*/ 353 h 49"/>
                  <a:gd name="T6" fmla="*/ 75 w 39"/>
                  <a:gd name="T7" fmla="*/ 409 h 49"/>
                  <a:gd name="T8" fmla="*/ 0 w 39"/>
                  <a:gd name="T9" fmla="*/ 600 h 49"/>
                  <a:gd name="T10" fmla="*/ 92 w 39"/>
                  <a:gd name="T11" fmla="*/ 541 h 49"/>
                  <a:gd name="T12" fmla="*/ 154 w 39"/>
                  <a:gd name="T13" fmla="*/ 677 h 49"/>
                  <a:gd name="T14" fmla="*/ 216 w 39"/>
                  <a:gd name="T15" fmla="*/ 881 h 49"/>
                  <a:gd name="T16" fmla="*/ 371 w 39"/>
                  <a:gd name="T17" fmla="*/ 724 h 49"/>
                  <a:gd name="T18" fmla="*/ 433 w 39"/>
                  <a:gd name="T19" fmla="*/ 915 h 49"/>
                  <a:gd name="T20" fmla="*/ 495 w 39"/>
                  <a:gd name="T21" fmla="*/ 724 h 49"/>
                  <a:gd name="T22" fmla="*/ 537 w 39"/>
                  <a:gd name="T23" fmla="*/ 578 h 49"/>
                  <a:gd name="T24" fmla="*/ 537 w 39"/>
                  <a:gd name="T25" fmla="*/ 430 h 49"/>
                  <a:gd name="T26" fmla="*/ 465 w 39"/>
                  <a:gd name="T27" fmla="*/ 294 h 49"/>
                  <a:gd name="T28" fmla="*/ 341 w 39"/>
                  <a:gd name="T29" fmla="*/ 133 h 49"/>
                  <a:gd name="T30" fmla="*/ 246 w 39"/>
                  <a:gd name="T31" fmla="*/ 0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49">
                    <a:moveTo>
                      <a:pt x="16" y="0"/>
                    </a:moveTo>
                    <a:cubicBezTo>
                      <a:pt x="12" y="2"/>
                      <a:pt x="10" y="11"/>
                      <a:pt x="12" y="14"/>
                    </a:cubicBezTo>
                    <a:cubicBezTo>
                      <a:pt x="5" y="13"/>
                      <a:pt x="3" y="16"/>
                      <a:pt x="0" y="19"/>
                    </a:cubicBezTo>
                    <a:cubicBezTo>
                      <a:pt x="3" y="20"/>
                      <a:pt x="5" y="22"/>
                      <a:pt x="5" y="22"/>
                    </a:cubicBezTo>
                    <a:cubicBezTo>
                      <a:pt x="0" y="25"/>
                      <a:pt x="0" y="32"/>
                      <a:pt x="0" y="32"/>
                    </a:cubicBezTo>
                    <a:cubicBezTo>
                      <a:pt x="0" y="32"/>
                      <a:pt x="3" y="30"/>
                      <a:pt x="6" y="29"/>
                    </a:cubicBezTo>
                    <a:cubicBezTo>
                      <a:pt x="5" y="34"/>
                      <a:pt x="3" y="34"/>
                      <a:pt x="10" y="36"/>
                    </a:cubicBezTo>
                    <a:cubicBezTo>
                      <a:pt x="9" y="41"/>
                      <a:pt x="14" y="44"/>
                      <a:pt x="14" y="47"/>
                    </a:cubicBezTo>
                    <a:cubicBezTo>
                      <a:pt x="20" y="44"/>
                      <a:pt x="24" y="39"/>
                      <a:pt x="24" y="39"/>
                    </a:cubicBezTo>
                    <a:cubicBezTo>
                      <a:pt x="26" y="45"/>
                      <a:pt x="28" y="49"/>
                      <a:pt x="28" y="49"/>
                    </a:cubicBezTo>
                    <a:cubicBezTo>
                      <a:pt x="28" y="49"/>
                      <a:pt x="32" y="43"/>
                      <a:pt x="32" y="39"/>
                    </a:cubicBezTo>
                    <a:cubicBezTo>
                      <a:pt x="34" y="40"/>
                      <a:pt x="33" y="35"/>
                      <a:pt x="35" y="31"/>
                    </a:cubicBezTo>
                    <a:cubicBezTo>
                      <a:pt x="37" y="27"/>
                      <a:pt x="39" y="25"/>
                      <a:pt x="35" y="23"/>
                    </a:cubicBezTo>
                    <a:cubicBezTo>
                      <a:pt x="31" y="22"/>
                      <a:pt x="30" y="20"/>
                      <a:pt x="30" y="16"/>
                    </a:cubicBezTo>
                    <a:cubicBezTo>
                      <a:pt x="30" y="12"/>
                      <a:pt x="24" y="10"/>
                      <a:pt x="22" y="7"/>
                    </a:cubicBezTo>
                    <a:cubicBezTo>
                      <a:pt x="20" y="4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0" name="Freeform 1067">
                <a:extLst>
                  <a:ext uri="{FF2B5EF4-FFF2-40B4-BE49-F238E27FC236}">
                    <a16:creationId xmlns:a16="http://schemas.microsoft.com/office/drawing/2014/main" id="{6ABF08C6-1EF8-4146-A37E-70CABF40B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230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37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3"/>
                      <a:pt x="0" y="3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1" name="Oval 1068">
                <a:extLst>
                  <a:ext uri="{FF2B5EF4-FFF2-40B4-BE49-F238E27FC236}">
                    <a16:creationId xmlns:a16="http://schemas.microsoft.com/office/drawing/2014/main" id="{271E05B3-076F-4E50-8CA2-5ADDE7D10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142"/>
                <a:ext cx="2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2" name="Oval 1069">
                <a:extLst>
                  <a:ext uri="{FF2B5EF4-FFF2-40B4-BE49-F238E27FC236}">
                    <a16:creationId xmlns:a16="http://schemas.microsoft.com/office/drawing/2014/main" id="{F3FA7B06-E49F-48D0-8232-8BBF8D4A4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142"/>
                <a:ext cx="2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3" name="Oval 1070">
                <a:extLst>
                  <a:ext uri="{FF2B5EF4-FFF2-40B4-BE49-F238E27FC236}">
                    <a16:creationId xmlns:a16="http://schemas.microsoft.com/office/drawing/2014/main" id="{0E469E5D-D0EB-4E0D-9ADB-532CABBE3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163"/>
                <a:ext cx="3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4" name="Oval 1071">
                <a:extLst>
                  <a:ext uri="{FF2B5EF4-FFF2-40B4-BE49-F238E27FC236}">
                    <a16:creationId xmlns:a16="http://schemas.microsoft.com/office/drawing/2014/main" id="{A307DD22-3B64-46AB-A57B-158835233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2169"/>
                <a:ext cx="3" cy="2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5" name="Oval 1072">
                <a:extLst>
                  <a:ext uri="{FF2B5EF4-FFF2-40B4-BE49-F238E27FC236}">
                    <a16:creationId xmlns:a16="http://schemas.microsoft.com/office/drawing/2014/main" id="{8CBA5AA1-16E4-40A0-BEDD-F12EB7ACC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091"/>
                <a:ext cx="2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6" name="Oval 1073">
                <a:extLst>
                  <a:ext uri="{FF2B5EF4-FFF2-40B4-BE49-F238E27FC236}">
                    <a16:creationId xmlns:a16="http://schemas.microsoft.com/office/drawing/2014/main" id="{B0A5970C-6ACA-4423-8B1B-1F8868C09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2091"/>
                <a:ext cx="2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7" name="Oval 1074">
                <a:extLst>
                  <a:ext uri="{FF2B5EF4-FFF2-40B4-BE49-F238E27FC236}">
                    <a16:creationId xmlns:a16="http://schemas.microsoft.com/office/drawing/2014/main" id="{933BF980-80F2-433C-AD51-48D3FFA97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2110"/>
                <a:ext cx="2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8" name="Oval 1075">
                <a:extLst>
                  <a:ext uri="{FF2B5EF4-FFF2-40B4-BE49-F238E27FC236}">
                    <a16:creationId xmlns:a16="http://schemas.microsoft.com/office/drawing/2014/main" id="{787B908F-B8DC-4336-8CB0-BE6FD4152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115"/>
                <a:ext cx="3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9" name="Oval 1076">
                <a:extLst>
                  <a:ext uri="{FF2B5EF4-FFF2-40B4-BE49-F238E27FC236}">
                    <a16:creationId xmlns:a16="http://schemas.microsoft.com/office/drawing/2014/main" id="{5D21AC4E-15E6-4588-8320-7F172385A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118"/>
                <a:ext cx="3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0" name="Oval 1077">
                <a:extLst>
                  <a:ext uri="{FF2B5EF4-FFF2-40B4-BE49-F238E27FC236}">
                    <a16:creationId xmlns:a16="http://schemas.microsoft.com/office/drawing/2014/main" id="{A4BE3363-C66B-4DB4-B7D2-7AF67C817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134"/>
                <a:ext cx="3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1" name="Oval 1078">
                <a:extLst>
                  <a:ext uri="{FF2B5EF4-FFF2-40B4-BE49-F238E27FC236}">
                    <a16:creationId xmlns:a16="http://schemas.microsoft.com/office/drawing/2014/main" id="{04344DC8-CEA7-4274-880D-9C02676A4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2145"/>
                <a:ext cx="3" cy="2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2" name="Oval 1079">
                <a:extLst>
                  <a:ext uri="{FF2B5EF4-FFF2-40B4-BE49-F238E27FC236}">
                    <a16:creationId xmlns:a16="http://schemas.microsoft.com/office/drawing/2014/main" id="{7A3498F4-38DA-4E82-8A0E-CFADFAA87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126"/>
                <a:ext cx="2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3" name="Oval 1080">
                <a:extLst>
                  <a:ext uri="{FF2B5EF4-FFF2-40B4-BE49-F238E27FC236}">
                    <a16:creationId xmlns:a16="http://schemas.microsoft.com/office/drawing/2014/main" id="{97120450-FB7D-4F33-9A1C-75802EFA0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2099"/>
                <a:ext cx="2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4" name="Oval 1081">
                <a:extLst>
                  <a:ext uri="{FF2B5EF4-FFF2-40B4-BE49-F238E27FC236}">
                    <a16:creationId xmlns:a16="http://schemas.microsoft.com/office/drawing/2014/main" id="{3675D5DD-CA61-431C-875C-58A1AABAD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2153"/>
                <a:ext cx="2" cy="2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5" name="Oval 1082">
                <a:extLst>
                  <a:ext uri="{FF2B5EF4-FFF2-40B4-BE49-F238E27FC236}">
                    <a16:creationId xmlns:a16="http://schemas.microsoft.com/office/drawing/2014/main" id="{9D2AC468-4476-47E6-96F4-304EB2375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193"/>
                <a:ext cx="2" cy="2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6" name="Oval 1083">
                <a:extLst>
                  <a:ext uri="{FF2B5EF4-FFF2-40B4-BE49-F238E27FC236}">
                    <a16:creationId xmlns:a16="http://schemas.microsoft.com/office/drawing/2014/main" id="{36FB807D-2CD9-4779-A455-66F1C02F1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193"/>
                <a:ext cx="3" cy="2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7" name="Oval 1084">
                <a:extLst>
                  <a:ext uri="{FF2B5EF4-FFF2-40B4-BE49-F238E27FC236}">
                    <a16:creationId xmlns:a16="http://schemas.microsoft.com/office/drawing/2014/main" id="{8749DD52-3994-4357-8EED-B027C4F2E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158"/>
                <a:ext cx="2" cy="3"/>
              </a:xfrm>
              <a:prstGeom prst="ellipse">
                <a:avLst/>
              </a:prstGeom>
              <a:solidFill>
                <a:srgbClr val="FFDF18"/>
              </a:solidFill>
              <a:ln w="7938">
                <a:solidFill>
                  <a:srgbClr val="FFDF18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8" name="Freeform 1085">
                <a:extLst>
                  <a:ext uri="{FF2B5EF4-FFF2-40B4-BE49-F238E27FC236}">
                    <a16:creationId xmlns:a16="http://schemas.microsoft.com/office/drawing/2014/main" id="{1FE2B464-E67C-4C37-9794-6A1E51B4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30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9" name="Freeform 1086">
                <a:extLst>
                  <a:ext uri="{FF2B5EF4-FFF2-40B4-BE49-F238E27FC236}">
                    <a16:creationId xmlns:a16="http://schemas.microsoft.com/office/drawing/2014/main" id="{B5FD8671-D0A2-4A45-8938-305EE322E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27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0" name="Freeform 1087">
                <a:extLst>
                  <a:ext uri="{FF2B5EF4-FFF2-40B4-BE49-F238E27FC236}">
                    <a16:creationId xmlns:a16="http://schemas.microsoft.com/office/drawing/2014/main" id="{FB8A92D5-3341-4581-B7BD-97B62E58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29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1" name="Freeform 1088">
                <a:extLst>
                  <a:ext uri="{FF2B5EF4-FFF2-40B4-BE49-F238E27FC236}">
                    <a16:creationId xmlns:a16="http://schemas.microsoft.com/office/drawing/2014/main" id="{C6147E9B-633A-42A5-A9DE-6D7E13901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26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2" name="Freeform 1089">
                <a:extLst>
                  <a:ext uri="{FF2B5EF4-FFF2-40B4-BE49-F238E27FC236}">
                    <a16:creationId xmlns:a16="http://schemas.microsoft.com/office/drawing/2014/main" id="{2B0F45F5-7CCD-4BA7-9F5E-928354635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28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3" name="Freeform 1090">
                <a:extLst>
                  <a:ext uri="{FF2B5EF4-FFF2-40B4-BE49-F238E27FC236}">
                    <a16:creationId xmlns:a16="http://schemas.microsoft.com/office/drawing/2014/main" id="{D792BEC1-AFC0-4250-99F8-B41A01FA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25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4" name="Freeform 1091">
                <a:extLst>
                  <a:ext uri="{FF2B5EF4-FFF2-40B4-BE49-F238E27FC236}">
                    <a16:creationId xmlns:a16="http://schemas.microsoft.com/office/drawing/2014/main" id="{687F3C75-0AAC-44AD-B0B3-7218C3D1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262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5" name="Freeform 1092">
                <a:extLst>
                  <a:ext uri="{FF2B5EF4-FFF2-40B4-BE49-F238E27FC236}">
                    <a16:creationId xmlns:a16="http://schemas.microsoft.com/office/drawing/2014/main" id="{9C7DE301-B930-4BCC-81C9-A1BA2C954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28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6" name="Freeform 1093">
                <a:extLst>
                  <a:ext uri="{FF2B5EF4-FFF2-40B4-BE49-F238E27FC236}">
                    <a16:creationId xmlns:a16="http://schemas.microsoft.com/office/drawing/2014/main" id="{B261FC16-893C-4C3C-AF8C-14309685C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23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7" name="Freeform 1094">
                <a:extLst>
                  <a:ext uri="{FF2B5EF4-FFF2-40B4-BE49-F238E27FC236}">
                    <a16:creationId xmlns:a16="http://schemas.microsoft.com/office/drawing/2014/main" id="{09639FED-D60F-4E57-8F98-EC9A74A39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25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8" name="Freeform 1095">
                <a:extLst>
                  <a:ext uri="{FF2B5EF4-FFF2-40B4-BE49-F238E27FC236}">
                    <a16:creationId xmlns:a16="http://schemas.microsoft.com/office/drawing/2014/main" id="{8C11AFAC-E6A6-49FF-A05C-4B102E925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35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9" name="Freeform 1096">
                <a:extLst>
                  <a:ext uri="{FF2B5EF4-FFF2-40B4-BE49-F238E27FC236}">
                    <a16:creationId xmlns:a16="http://schemas.microsoft.com/office/drawing/2014/main" id="{A5FF9C49-032D-4406-82D7-3E3159750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211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0" name="Freeform 1097">
                <a:extLst>
                  <a:ext uri="{FF2B5EF4-FFF2-40B4-BE49-F238E27FC236}">
                    <a16:creationId xmlns:a16="http://schemas.microsoft.com/office/drawing/2014/main" id="{AD99815C-2E50-4C8D-9058-BF59DE968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22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1" name="Freeform 1098">
                <a:extLst>
                  <a:ext uri="{FF2B5EF4-FFF2-40B4-BE49-F238E27FC236}">
                    <a16:creationId xmlns:a16="http://schemas.microsoft.com/office/drawing/2014/main" id="{C65F8847-E751-4FF8-A433-04644D196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294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2" name="Freeform 1099">
                <a:extLst>
                  <a:ext uri="{FF2B5EF4-FFF2-40B4-BE49-F238E27FC236}">
                    <a16:creationId xmlns:a16="http://schemas.microsoft.com/office/drawing/2014/main" id="{40073F10-EDA3-4EAA-9612-558A4171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30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3" name="Freeform 1100">
                <a:extLst>
                  <a:ext uri="{FF2B5EF4-FFF2-40B4-BE49-F238E27FC236}">
                    <a16:creationId xmlns:a16="http://schemas.microsoft.com/office/drawing/2014/main" id="{334A6D9C-1BA0-4AD3-BA23-8375C9936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310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4" name="Freeform 1101">
                <a:extLst>
                  <a:ext uri="{FF2B5EF4-FFF2-40B4-BE49-F238E27FC236}">
                    <a16:creationId xmlns:a16="http://schemas.microsoft.com/office/drawing/2014/main" id="{CE0CE045-40CF-4F9D-B1D8-A0888736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19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5" name="Freeform 1102">
                <a:extLst>
                  <a:ext uri="{FF2B5EF4-FFF2-40B4-BE49-F238E27FC236}">
                    <a16:creationId xmlns:a16="http://schemas.microsoft.com/office/drawing/2014/main" id="{D75D5123-144A-4958-AE4E-C1AFA2D4E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19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 w="7938" cap="flat">
                <a:solidFill>
                  <a:srgbClr val="FFDF1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6" name="Freeform 1103">
                <a:extLst>
                  <a:ext uri="{FF2B5EF4-FFF2-40B4-BE49-F238E27FC236}">
                    <a16:creationId xmlns:a16="http://schemas.microsoft.com/office/drawing/2014/main" id="{7E2E363B-830A-4612-B928-072307742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067"/>
                <a:ext cx="295" cy="299"/>
              </a:xfrm>
              <a:custGeom>
                <a:avLst/>
                <a:gdLst>
                  <a:gd name="T0" fmla="*/ 770 w 118"/>
                  <a:gd name="T1" fmla="*/ 35 h 112"/>
                  <a:gd name="T2" fmla="*/ 175 w 118"/>
                  <a:gd name="T3" fmla="*/ 513 h 112"/>
                  <a:gd name="T4" fmla="*/ 50 w 118"/>
                  <a:gd name="T5" fmla="*/ 1370 h 112"/>
                  <a:gd name="T6" fmla="*/ 408 w 118"/>
                  <a:gd name="T7" fmla="*/ 1981 h 112"/>
                  <a:gd name="T8" fmla="*/ 970 w 118"/>
                  <a:gd name="T9" fmla="*/ 2130 h 112"/>
                  <a:gd name="T10" fmla="*/ 1595 w 118"/>
                  <a:gd name="T11" fmla="*/ 1733 h 112"/>
                  <a:gd name="T12" fmla="*/ 1770 w 118"/>
                  <a:gd name="T13" fmla="*/ 876 h 112"/>
                  <a:gd name="T14" fmla="*/ 1408 w 118"/>
                  <a:gd name="T15" fmla="*/ 206 h 112"/>
                  <a:gd name="T16" fmla="*/ 770 w 118"/>
                  <a:gd name="T17" fmla="*/ 35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112">
                    <a:moveTo>
                      <a:pt x="49" y="2"/>
                    </a:moveTo>
                    <a:cubicBezTo>
                      <a:pt x="39" y="3"/>
                      <a:pt x="17" y="14"/>
                      <a:pt x="11" y="27"/>
                    </a:cubicBezTo>
                    <a:cubicBezTo>
                      <a:pt x="6" y="39"/>
                      <a:pt x="0" y="58"/>
                      <a:pt x="3" y="72"/>
                    </a:cubicBezTo>
                    <a:cubicBezTo>
                      <a:pt x="7" y="85"/>
                      <a:pt x="19" y="98"/>
                      <a:pt x="26" y="104"/>
                    </a:cubicBezTo>
                    <a:cubicBezTo>
                      <a:pt x="34" y="110"/>
                      <a:pt x="50" y="112"/>
                      <a:pt x="62" y="112"/>
                    </a:cubicBezTo>
                    <a:cubicBezTo>
                      <a:pt x="73" y="112"/>
                      <a:pt x="91" y="103"/>
                      <a:pt x="102" y="91"/>
                    </a:cubicBezTo>
                    <a:cubicBezTo>
                      <a:pt x="112" y="78"/>
                      <a:pt x="118" y="60"/>
                      <a:pt x="113" y="46"/>
                    </a:cubicBezTo>
                    <a:cubicBezTo>
                      <a:pt x="109" y="32"/>
                      <a:pt x="98" y="17"/>
                      <a:pt x="90" y="11"/>
                    </a:cubicBezTo>
                    <a:cubicBezTo>
                      <a:pt x="81" y="6"/>
                      <a:pt x="70" y="0"/>
                      <a:pt x="4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7" name="Freeform 1104">
                <a:extLst>
                  <a:ext uri="{FF2B5EF4-FFF2-40B4-BE49-F238E27FC236}">
                    <a16:creationId xmlns:a16="http://schemas.microsoft.com/office/drawing/2014/main" id="{C78EB61C-A995-48ED-B234-6EE1A2454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070"/>
                <a:ext cx="125" cy="187"/>
              </a:xfrm>
              <a:custGeom>
                <a:avLst/>
                <a:gdLst>
                  <a:gd name="T0" fmla="*/ 783 w 50"/>
                  <a:gd name="T1" fmla="*/ 0 h 70"/>
                  <a:gd name="T2" fmla="*/ 188 w 50"/>
                  <a:gd name="T3" fmla="*/ 478 h 70"/>
                  <a:gd name="T4" fmla="*/ 63 w 50"/>
                  <a:gd name="T5" fmla="*/ 133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70">
                    <a:moveTo>
                      <a:pt x="50" y="0"/>
                    </a:moveTo>
                    <a:cubicBezTo>
                      <a:pt x="40" y="1"/>
                      <a:pt x="18" y="12"/>
                      <a:pt x="12" y="25"/>
                    </a:cubicBezTo>
                    <a:cubicBezTo>
                      <a:pt x="7" y="38"/>
                      <a:pt x="0" y="57"/>
                      <a:pt x="4" y="70"/>
                    </a:cubicBezTo>
                  </a:path>
                </a:pathLst>
              </a:custGeom>
              <a:noFill/>
              <a:ln w="7938" cap="flat">
                <a:solidFill>
                  <a:srgbClr val="1A171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8" name="Freeform 1105">
                <a:extLst>
                  <a:ext uri="{FF2B5EF4-FFF2-40B4-BE49-F238E27FC236}">
                    <a16:creationId xmlns:a16="http://schemas.microsoft.com/office/drawing/2014/main" id="{E01C6AAA-9E2F-4716-B824-2C8D985A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097"/>
                <a:ext cx="242" cy="245"/>
              </a:xfrm>
              <a:custGeom>
                <a:avLst/>
                <a:gdLst>
                  <a:gd name="T0" fmla="*/ 529 w 97"/>
                  <a:gd name="T1" fmla="*/ 77 h 92"/>
                  <a:gd name="T2" fmla="*/ 634 w 97"/>
                  <a:gd name="T3" fmla="*/ 0 h 92"/>
                  <a:gd name="T4" fmla="*/ 746 w 97"/>
                  <a:gd name="T5" fmla="*/ 56 h 92"/>
                  <a:gd name="T6" fmla="*/ 946 w 97"/>
                  <a:gd name="T7" fmla="*/ 56 h 92"/>
                  <a:gd name="T8" fmla="*/ 1120 w 97"/>
                  <a:gd name="T9" fmla="*/ 149 h 92"/>
                  <a:gd name="T10" fmla="*/ 1225 w 97"/>
                  <a:gd name="T11" fmla="*/ 192 h 92"/>
                  <a:gd name="T12" fmla="*/ 1287 w 97"/>
                  <a:gd name="T13" fmla="*/ 285 h 92"/>
                  <a:gd name="T14" fmla="*/ 1382 w 97"/>
                  <a:gd name="T15" fmla="*/ 474 h 92"/>
                  <a:gd name="T16" fmla="*/ 1474 w 97"/>
                  <a:gd name="T17" fmla="*/ 623 h 92"/>
                  <a:gd name="T18" fmla="*/ 1507 w 97"/>
                  <a:gd name="T19" fmla="*/ 887 h 92"/>
                  <a:gd name="T20" fmla="*/ 1474 w 97"/>
                  <a:gd name="T21" fmla="*/ 980 h 92"/>
                  <a:gd name="T22" fmla="*/ 1474 w 97"/>
                  <a:gd name="T23" fmla="*/ 1148 h 92"/>
                  <a:gd name="T24" fmla="*/ 1432 w 97"/>
                  <a:gd name="T25" fmla="*/ 1206 h 92"/>
                  <a:gd name="T26" fmla="*/ 1350 w 97"/>
                  <a:gd name="T27" fmla="*/ 1398 h 92"/>
                  <a:gd name="T28" fmla="*/ 1275 w 97"/>
                  <a:gd name="T29" fmla="*/ 1419 h 92"/>
                  <a:gd name="T30" fmla="*/ 1133 w 97"/>
                  <a:gd name="T31" fmla="*/ 1547 h 92"/>
                  <a:gd name="T32" fmla="*/ 933 w 97"/>
                  <a:gd name="T33" fmla="*/ 1646 h 92"/>
                  <a:gd name="T34" fmla="*/ 808 w 97"/>
                  <a:gd name="T35" fmla="*/ 1702 h 92"/>
                  <a:gd name="T36" fmla="*/ 684 w 97"/>
                  <a:gd name="T37" fmla="*/ 1715 h 92"/>
                  <a:gd name="T38" fmla="*/ 574 w 97"/>
                  <a:gd name="T39" fmla="*/ 1646 h 92"/>
                  <a:gd name="T40" fmla="*/ 404 w 97"/>
                  <a:gd name="T41" fmla="*/ 1590 h 92"/>
                  <a:gd name="T42" fmla="*/ 279 w 97"/>
                  <a:gd name="T43" fmla="*/ 1489 h 92"/>
                  <a:gd name="T44" fmla="*/ 230 w 97"/>
                  <a:gd name="T45" fmla="*/ 1305 h 92"/>
                  <a:gd name="T46" fmla="*/ 75 w 97"/>
                  <a:gd name="T47" fmla="*/ 1134 h 92"/>
                  <a:gd name="T48" fmla="*/ 62 w 97"/>
                  <a:gd name="T49" fmla="*/ 999 h 92"/>
                  <a:gd name="T50" fmla="*/ 30 w 97"/>
                  <a:gd name="T51" fmla="*/ 815 h 92"/>
                  <a:gd name="T52" fmla="*/ 105 w 97"/>
                  <a:gd name="T53" fmla="*/ 682 h 92"/>
                  <a:gd name="T54" fmla="*/ 155 w 97"/>
                  <a:gd name="T55" fmla="*/ 490 h 92"/>
                  <a:gd name="T56" fmla="*/ 230 w 97"/>
                  <a:gd name="T57" fmla="*/ 362 h 92"/>
                  <a:gd name="T58" fmla="*/ 324 w 97"/>
                  <a:gd name="T59" fmla="*/ 285 h 92"/>
                  <a:gd name="T60" fmla="*/ 437 w 97"/>
                  <a:gd name="T61" fmla="*/ 115 h 92"/>
                  <a:gd name="T62" fmla="*/ 529 w 97"/>
                  <a:gd name="T63" fmla="*/ 77 h 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92">
                    <a:moveTo>
                      <a:pt x="34" y="4"/>
                    </a:moveTo>
                    <a:cubicBezTo>
                      <a:pt x="36" y="1"/>
                      <a:pt x="38" y="0"/>
                      <a:pt x="41" y="0"/>
                    </a:cubicBezTo>
                    <a:cubicBezTo>
                      <a:pt x="45" y="0"/>
                      <a:pt x="48" y="1"/>
                      <a:pt x="48" y="3"/>
                    </a:cubicBezTo>
                    <a:cubicBezTo>
                      <a:pt x="52" y="1"/>
                      <a:pt x="59" y="0"/>
                      <a:pt x="61" y="3"/>
                    </a:cubicBezTo>
                    <a:cubicBezTo>
                      <a:pt x="67" y="3"/>
                      <a:pt x="73" y="3"/>
                      <a:pt x="72" y="8"/>
                    </a:cubicBezTo>
                    <a:cubicBezTo>
                      <a:pt x="76" y="9"/>
                      <a:pt x="75" y="8"/>
                      <a:pt x="79" y="10"/>
                    </a:cubicBezTo>
                    <a:cubicBezTo>
                      <a:pt x="83" y="12"/>
                      <a:pt x="83" y="14"/>
                      <a:pt x="83" y="15"/>
                    </a:cubicBezTo>
                    <a:cubicBezTo>
                      <a:pt x="88" y="19"/>
                      <a:pt x="90" y="23"/>
                      <a:pt x="89" y="25"/>
                    </a:cubicBezTo>
                    <a:cubicBezTo>
                      <a:pt x="94" y="28"/>
                      <a:pt x="96" y="29"/>
                      <a:pt x="95" y="33"/>
                    </a:cubicBezTo>
                    <a:cubicBezTo>
                      <a:pt x="95" y="37"/>
                      <a:pt x="97" y="42"/>
                      <a:pt x="97" y="47"/>
                    </a:cubicBezTo>
                    <a:cubicBezTo>
                      <a:pt x="97" y="51"/>
                      <a:pt x="97" y="51"/>
                      <a:pt x="95" y="52"/>
                    </a:cubicBezTo>
                    <a:cubicBezTo>
                      <a:pt x="96" y="54"/>
                      <a:pt x="96" y="58"/>
                      <a:pt x="95" y="61"/>
                    </a:cubicBezTo>
                    <a:cubicBezTo>
                      <a:pt x="93" y="63"/>
                      <a:pt x="93" y="64"/>
                      <a:pt x="92" y="64"/>
                    </a:cubicBezTo>
                    <a:cubicBezTo>
                      <a:pt x="90" y="68"/>
                      <a:pt x="91" y="72"/>
                      <a:pt x="87" y="74"/>
                    </a:cubicBezTo>
                    <a:cubicBezTo>
                      <a:pt x="83" y="75"/>
                      <a:pt x="82" y="75"/>
                      <a:pt x="82" y="75"/>
                    </a:cubicBezTo>
                    <a:cubicBezTo>
                      <a:pt x="80" y="79"/>
                      <a:pt x="76" y="82"/>
                      <a:pt x="73" y="82"/>
                    </a:cubicBezTo>
                    <a:cubicBezTo>
                      <a:pt x="71" y="86"/>
                      <a:pt x="63" y="89"/>
                      <a:pt x="60" y="87"/>
                    </a:cubicBezTo>
                    <a:cubicBezTo>
                      <a:pt x="58" y="89"/>
                      <a:pt x="55" y="90"/>
                      <a:pt x="52" y="90"/>
                    </a:cubicBezTo>
                    <a:cubicBezTo>
                      <a:pt x="49" y="89"/>
                      <a:pt x="47" y="92"/>
                      <a:pt x="44" y="91"/>
                    </a:cubicBezTo>
                    <a:cubicBezTo>
                      <a:pt x="40" y="90"/>
                      <a:pt x="37" y="87"/>
                      <a:pt x="37" y="87"/>
                    </a:cubicBezTo>
                    <a:cubicBezTo>
                      <a:pt x="32" y="88"/>
                      <a:pt x="28" y="86"/>
                      <a:pt x="26" y="84"/>
                    </a:cubicBezTo>
                    <a:cubicBezTo>
                      <a:pt x="24" y="83"/>
                      <a:pt x="18" y="81"/>
                      <a:pt x="18" y="79"/>
                    </a:cubicBezTo>
                    <a:cubicBezTo>
                      <a:pt x="17" y="78"/>
                      <a:pt x="12" y="72"/>
                      <a:pt x="15" y="69"/>
                    </a:cubicBezTo>
                    <a:cubicBezTo>
                      <a:pt x="8" y="67"/>
                      <a:pt x="5" y="66"/>
                      <a:pt x="5" y="60"/>
                    </a:cubicBezTo>
                    <a:cubicBezTo>
                      <a:pt x="4" y="54"/>
                      <a:pt x="4" y="54"/>
                      <a:pt x="4" y="53"/>
                    </a:cubicBezTo>
                    <a:cubicBezTo>
                      <a:pt x="5" y="52"/>
                      <a:pt x="0" y="49"/>
                      <a:pt x="2" y="43"/>
                    </a:cubicBezTo>
                    <a:cubicBezTo>
                      <a:pt x="4" y="37"/>
                      <a:pt x="6" y="36"/>
                      <a:pt x="7" y="36"/>
                    </a:cubicBezTo>
                    <a:cubicBezTo>
                      <a:pt x="7" y="32"/>
                      <a:pt x="8" y="28"/>
                      <a:pt x="10" y="26"/>
                    </a:cubicBezTo>
                    <a:cubicBezTo>
                      <a:pt x="12" y="24"/>
                      <a:pt x="12" y="22"/>
                      <a:pt x="15" y="19"/>
                    </a:cubicBezTo>
                    <a:cubicBezTo>
                      <a:pt x="17" y="16"/>
                      <a:pt x="18" y="14"/>
                      <a:pt x="21" y="15"/>
                    </a:cubicBezTo>
                    <a:cubicBezTo>
                      <a:pt x="22" y="9"/>
                      <a:pt x="24" y="8"/>
                      <a:pt x="28" y="6"/>
                    </a:cubicBezTo>
                    <a:cubicBezTo>
                      <a:pt x="31" y="4"/>
                      <a:pt x="32" y="3"/>
                      <a:pt x="34" y="4"/>
                    </a:cubicBezTo>
                    <a:close/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9" name="Freeform 1106">
                <a:extLst>
                  <a:ext uri="{FF2B5EF4-FFF2-40B4-BE49-F238E27FC236}">
                    <a16:creationId xmlns:a16="http://schemas.microsoft.com/office/drawing/2014/main" id="{12E77715-1A66-4D5B-9572-562BDB5A9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79"/>
                <a:ext cx="67" cy="78"/>
              </a:xfrm>
              <a:custGeom>
                <a:avLst/>
                <a:gdLst>
                  <a:gd name="T0" fmla="*/ 62 w 27"/>
                  <a:gd name="T1" fmla="*/ 59 h 29"/>
                  <a:gd name="T2" fmla="*/ 154 w 27"/>
                  <a:gd name="T3" fmla="*/ 81 h 29"/>
                  <a:gd name="T4" fmla="*/ 184 w 27"/>
                  <a:gd name="T5" fmla="*/ 0 h 29"/>
                  <a:gd name="T6" fmla="*/ 308 w 27"/>
                  <a:gd name="T7" fmla="*/ 22 h 29"/>
                  <a:gd name="T8" fmla="*/ 382 w 27"/>
                  <a:gd name="T9" fmla="*/ 137 h 29"/>
                  <a:gd name="T10" fmla="*/ 412 w 27"/>
                  <a:gd name="T11" fmla="*/ 312 h 29"/>
                  <a:gd name="T12" fmla="*/ 370 w 27"/>
                  <a:gd name="T13" fmla="*/ 449 h 29"/>
                  <a:gd name="T14" fmla="*/ 258 w 27"/>
                  <a:gd name="T15" fmla="*/ 565 h 29"/>
                  <a:gd name="T16" fmla="*/ 124 w 27"/>
                  <a:gd name="T17" fmla="*/ 527 h 29"/>
                  <a:gd name="T18" fmla="*/ 62 w 27"/>
                  <a:gd name="T19" fmla="*/ 484 h 29"/>
                  <a:gd name="T20" fmla="*/ 0 w 27"/>
                  <a:gd name="T21" fmla="*/ 368 h 29"/>
                  <a:gd name="T22" fmla="*/ 12 w 27"/>
                  <a:gd name="T23" fmla="*/ 253 h 29"/>
                  <a:gd name="T24" fmla="*/ 62 w 27"/>
                  <a:gd name="T25" fmla="*/ 59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29">
                    <a:moveTo>
                      <a:pt x="4" y="3"/>
                    </a:moveTo>
                    <a:cubicBezTo>
                      <a:pt x="7" y="5"/>
                      <a:pt x="8" y="5"/>
                      <a:pt x="10" y="4"/>
                    </a:cubicBezTo>
                    <a:cubicBezTo>
                      <a:pt x="11" y="2"/>
                      <a:pt x="12" y="0"/>
                      <a:pt x="12" y="0"/>
                    </a:cubicBezTo>
                    <a:cubicBezTo>
                      <a:pt x="15" y="3"/>
                      <a:pt x="15" y="5"/>
                      <a:pt x="20" y="1"/>
                    </a:cubicBezTo>
                    <a:cubicBezTo>
                      <a:pt x="19" y="4"/>
                      <a:pt x="20" y="8"/>
                      <a:pt x="25" y="7"/>
                    </a:cubicBezTo>
                    <a:cubicBezTo>
                      <a:pt x="23" y="9"/>
                      <a:pt x="22" y="14"/>
                      <a:pt x="27" y="16"/>
                    </a:cubicBezTo>
                    <a:cubicBezTo>
                      <a:pt x="23" y="16"/>
                      <a:pt x="21" y="19"/>
                      <a:pt x="24" y="23"/>
                    </a:cubicBezTo>
                    <a:cubicBezTo>
                      <a:pt x="19" y="20"/>
                      <a:pt x="16" y="22"/>
                      <a:pt x="17" y="29"/>
                    </a:cubicBezTo>
                    <a:cubicBezTo>
                      <a:pt x="15" y="24"/>
                      <a:pt x="11" y="21"/>
                      <a:pt x="8" y="27"/>
                    </a:cubicBezTo>
                    <a:cubicBezTo>
                      <a:pt x="7" y="24"/>
                      <a:pt x="6" y="24"/>
                      <a:pt x="4" y="25"/>
                    </a:cubicBezTo>
                    <a:cubicBezTo>
                      <a:pt x="6" y="21"/>
                      <a:pt x="7" y="19"/>
                      <a:pt x="0" y="19"/>
                    </a:cubicBezTo>
                    <a:cubicBezTo>
                      <a:pt x="3" y="17"/>
                      <a:pt x="4" y="14"/>
                      <a:pt x="1" y="13"/>
                    </a:cubicBezTo>
                    <a:cubicBezTo>
                      <a:pt x="5" y="11"/>
                      <a:pt x="6" y="8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0" name="Freeform 1107">
                <a:extLst>
                  <a:ext uri="{FF2B5EF4-FFF2-40B4-BE49-F238E27FC236}">
                    <a16:creationId xmlns:a16="http://schemas.microsoft.com/office/drawing/2014/main" id="{C74CC237-9898-424C-84FF-37E223C35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79"/>
                <a:ext cx="67" cy="78"/>
              </a:xfrm>
              <a:custGeom>
                <a:avLst/>
                <a:gdLst>
                  <a:gd name="T0" fmla="*/ 62 w 27"/>
                  <a:gd name="T1" fmla="*/ 59 h 29"/>
                  <a:gd name="T2" fmla="*/ 154 w 27"/>
                  <a:gd name="T3" fmla="*/ 81 h 29"/>
                  <a:gd name="T4" fmla="*/ 184 w 27"/>
                  <a:gd name="T5" fmla="*/ 0 h 29"/>
                  <a:gd name="T6" fmla="*/ 308 w 27"/>
                  <a:gd name="T7" fmla="*/ 22 h 29"/>
                  <a:gd name="T8" fmla="*/ 382 w 27"/>
                  <a:gd name="T9" fmla="*/ 137 h 29"/>
                  <a:gd name="T10" fmla="*/ 412 w 27"/>
                  <a:gd name="T11" fmla="*/ 312 h 29"/>
                  <a:gd name="T12" fmla="*/ 370 w 27"/>
                  <a:gd name="T13" fmla="*/ 449 h 29"/>
                  <a:gd name="T14" fmla="*/ 258 w 27"/>
                  <a:gd name="T15" fmla="*/ 565 h 29"/>
                  <a:gd name="T16" fmla="*/ 124 w 27"/>
                  <a:gd name="T17" fmla="*/ 527 h 29"/>
                  <a:gd name="T18" fmla="*/ 62 w 27"/>
                  <a:gd name="T19" fmla="*/ 484 h 29"/>
                  <a:gd name="T20" fmla="*/ 0 w 27"/>
                  <a:gd name="T21" fmla="*/ 368 h 29"/>
                  <a:gd name="T22" fmla="*/ 12 w 27"/>
                  <a:gd name="T23" fmla="*/ 253 h 29"/>
                  <a:gd name="T24" fmla="*/ 62 w 27"/>
                  <a:gd name="T25" fmla="*/ 59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29">
                    <a:moveTo>
                      <a:pt x="4" y="3"/>
                    </a:moveTo>
                    <a:cubicBezTo>
                      <a:pt x="7" y="5"/>
                      <a:pt x="8" y="5"/>
                      <a:pt x="10" y="4"/>
                    </a:cubicBezTo>
                    <a:cubicBezTo>
                      <a:pt x="11" y="2"/>
                      <a:pt x="12" y="0"/>
                      <a:pt x="12" y="0"/>
                    </a:cubicBezTo>
                    <a:cubicBezTo>
                      <a:pt x="15" y="3"/>
                      <a:pt x="15" y="5"/>
                      <a:pt x="20" y="1"/>
                    </a:cubicBezTo>
                    <a:cubicBezTo>
                      <a:pt x="19" y="4"/>
                      <a:pt x="20" y="8"/>
                      <a:pt x="25" y="7"/>
                    </a:cubicBezTo>
                    <a:cubicBezTo>
                      <a:pt x="23" y="9"/>
                      <a:pt x="22" y="14"/>
                      <a:pt x="27" y="16"/>
                    </a:cubicBezTo>
                    <a:cubicBezTo>
                      <a:pt x="23" y="16"/>
                      <a:pt x="21" y="19"/>
                      <a:pt x="24" y="23"/>
                    </a:cubicBezTo>
                    <a:cubicBezTo>
                      <a:pt x="19" y="20"/>
                      <a:pt x="16" y="22"/>
                      <a:pt x="17" y="29"/>
                    </a:cubicBezTo>
                    <a:cubicBezTo>
                      <a:pt x="15" y="24"/>
                      <a:pt x="11" y="21"/>
                      <a:pt x="8" y="27"/>
                    </a:cubicBezTo>
                    <a:cubicBezTo>
                      <a:pt x="7" y="24"/>
                      <a:pt x="6" y="24"/>
                      <a:pt x="4" y="25"/>
                    </a:cubicBezTo>
                    <a:cubicBezTo>
                      <a:pt x="6" y="21"/>
                      <a:pt x="7" y="19"/>
                      <a:pt x="0" y="19"/>
                    </a:cubicBezTo>
                    <a:cubicBezTo>
                      <a:pt x="3" y="17"/>
                      <a:pt x="4" y="14"/>
                      <a:pt x="1" y="13"/>
                    </a:cubicBezTo>
                    <a:cubicBezTo>
                      <a:pt x="5" y="11"/>
                      <a:pt x="6" y="8"/>
                      <a:pt x="4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1" name="Freeform 1108">
                <a:extLst>
                  <a:ext uri="{FF2B5EF4-FFF2-40B4-BE49-F238E27FC236}">
                    <a16:creationId xmlns:a16="http://schemas.microsoft.com/office/drawing/2014/main" id="{01202165-D8AD-46E3-AA0C-DF11B779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201"/>
                <a:ext cx="20" cy="10"/>
              </a:xfrm>
              <a:custGeom>
                <a:avLst/>
                <a:gdLst>
                  <a:gd name="T0" fmla="*/ 125 w 8"/>
                  <a:gd name="T1" fmla="*/ 0 h 4"/>
                  <a:gd name="T2" fmla="*/ 0 w 8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2" name="Freeform 1109">
                <a:extLst>
                  <a:ext uri="{FF2B5EF4-FFF2-40B4-BE49-F238E27FC236}">
                    <a16:creationId xmlns:a16="http://schemas.microsoft.com/office/drawing/2014/main" id="{770BF71B-6FDC-46AF-8C3C-F2B0B0C6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251"/>
                <a:ext cx="23" cy="78"/>
              </a:xfrm>
              <a:custGeom>
                <a:avLst/>
                <a:gdLst>
                  <a:gd name="T0" fmla="*/ 151 w 9"/>
                  <a:gd name="T1" fmla="*/ 0 h 29"/>
                  <a:gd name="T2" fmla="*/ 0 w 9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9">
                    <a:moveTo>
                      <a:pt x="9" y="0"/>
                    </a:moveTo>
                    <a:cubicBezTo>
                      <a:pt x="8" y="4"/>
                      <a:pt x="1" y="26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3" name="Freeform 1110">
                <a:extLst>
                  <a:ext uri="{FF2B5EF4-FFF2-40B4-BE49-F238E27FC236}">
                    <a16:creationId xmlns:a16="http://schemas.microsoft.com/office/drawing/2014/main" id="{1AE9E3DF-1FEF-4231-AEDF-96895156C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257"/>
                <a:ext cx="13" cy="72"/>
              </a:xfrm>
              <a:custGeom>
                <a:avLst/>
                <a:gdLst>
                  <a:gd name="T0" fmla="*/ 0 w 5"/>
                  <a:gd name="T1" fmla="*/ 0 h 27"/>
                  <a:gd name="T2" fmla="*/ 88 w 5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0" y="0"/>
                    </a:moveTo>
                    <a:cubicBezTo>
                      <a:pt x="0" y="3"/>
                      <a:pt x="5" y="25"/>
                      <a:pt x="5" y="2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4" name="Freeform 1111">
                <a:extLst>
                  <a:ext uri="{FF2B5EF4-FFF2-40B4-BE49-F238E27FC236}">
                    <a16:creationId xmlns:a16="http://schemas.microsoft.com/office/drawing/2014/main" id="{74C16216-15BB-4986-BA39-63DCC974C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238"/>
                <a:ext cx="53" cy="59"/>
              </a:xfrm>
              <a:custGeom>
                <a:avLst/>
                <a:gdLst>
                  <a:gd name="T0" fmla="*/ 0 w 21"/>
                  <a:gd name="T1" fmla="*/ 0 h 22"/>
                  <a:gd name="T2" fmla="*/ 338 w 21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2">
                    <a:moveTo>
                      <a:pt x="0" y="0"/>
                    </a:moveTo>
                    <a:cubicBezTo>
                      <a:pt x="3" y="3"/>
                      <a:pt x="20" y="22"/>
                      <a:pt x="21" y="2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5" name="Freeform 1112">
                <a:extLst>
                  <a:ext uri="{FF2B5EF4-FFF2-40B4-BE49-F238E27FC236}">
                    <a16:creationId xmlns:a16="http://schemas.microsoft.com/office/drawing/2014/main" id="{18B99A9A-0736-421E-A298-A3D8AF832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222"/>
                <a:ext cx="75" cy="13"/>
              </a:xfrm>
              <a:custGeom>
                <a:avLst/>
                <a:gdLst>
                  <a:gd name="T0" fmla="*/ 0 w 30"/>
                  <a:gd name="T1" fmla="*/ 0 h 5"/>
                  <a:gd name="T2" fmla="*/ 470 w 30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">
                    <a:moveTo>
                      <a:pt x="0" y="0"/>
                    </a:moveTo>
                    <a:cubicBezTo>
                      <a:pt x="4" y="1"/>
                      <a:pt x="28" y="3"/>
                      <a:pt x="3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6" name="Freeform 1113">
                <a:extLst>
                  <a:ext uri="{FF2B5EF4-FFF2-40B4-BE49-F238E27FC236}">
                    <a16:creationId xmlns:a16="http://schemas.microsoft.com/office/drawing/2014/main" id="{82F7D9DB-1131-4320-AF05-B5F8650DB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166"/>
                <a:ext cx="32" cy="16"/>
              </a:xfrm>
              <a:custGeom>
                <a:avLst/>
                <a:gdLst>
                  <a:gd name="T0" fmla="*/ 0 w 13"/>
                  <a:gd name="T1" fmla="*/ 115 h 6"/>
                  <a:gd name="T2" fmla="*/ 194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6" y="3"/>
                      <a:pt x="13" y="0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7" name="Freeform 1114">
                <a:extLst>
                  <a:ext uri="{FF2B5EF4-FFF2-40B4-BE49-F238E27FC236}">
                    <a16:creationId xmlns:a16="http://schemas.microsoft.com/office/drawing/2014/main" id="{F23310A7-83A9-48A2-A8E6-E2912090D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182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2" y="6"/>
                      <a:pt x="7" y="3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8" name="Freeform 1115">
                <a:extLst>
                  <a:ext uri="{FF2B5EF4-FFF2-40B4-BE49-F238E27FC236}">
                    <a16:creationId xmlns:a16="http://schemas.microsoft.com/office/drawing/2014/main" id="{3FC314D9-ED17-427C-B4FD-5068ABE33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121"/>
                <a:ext cx="35" cy="61"/>
              </a:xfrm>
              <a:custGeom>
                <a:avLst/>
                <a:gdLst>
                  <a:gd name="T0" fmla="*/ 0 w 14"/>
                  <a:gd name="T1" fmla="*/ 430 h 23"/>
                  <a:gd name="T2" fmla="*/ 220 w 14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23"/>
                    </a:moveTo>
                    <a:cubicBezTo>
                      <a:pt x="1" y="20"/>
                      <a:pt x="12" y="2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9" name="Freeform 1116">
                <a:extLst>
                  <a:ext uri="{FF2B5EF4-FFF2-40B4-BE49-F238E27FC236}">
                    <a16:creationId xmlns:a16="http://schemas.microsoft.com/office/drawing/2014/main" id="{0E3B749E-C23B-4D24-93DF-2B25DEC2C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105"/>
                <a:ext cx="5" cy="74"/>
              </a:xfrm>
              <a:custGeom>
                <a:avLst/>
                <a:gdLst>
                  <a:gd name="T0" fmla="*/ 33 w 2"/>
                  <a:gd name="T1" fmla="*/ 518 h 28"/>
                  <a:gd name="T2" fmla="*/ 0 w 2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8">
                    <a:moveTo>
                      <a:pt x="2" y="28"/>
                    </a:moveTo>
                    <a:cubicBezTo>
                      <a:pt x="2" y="20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0" name="Freeform 1117">
                <a:extLst>
                  <a:ext uri="{FF2B5EF4-FFF2-40B4-BE49-F238E27FC236}">
                    <a16:creationId xmlns:a16="http://schemas.microsoft.com/office/drawing/2014/main" id="{78A4FF3C-2A29-4786-B79A-249A18987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137"/>
                <a:ext cx="50" cy="50"/>
              </a:xfrm>
              <a:custGeom>
                <a:avLst/>
                <a:gdLst>
                  <a:gd name="T0" fmla="*/ 313 w 20"/>
                  <a:gd name="T1" fmla="*/ 347 h 19"/>
                  <a:gd name="T2" fmla="*/ 0 w 2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9">
                    <a:moveTo>
                      <a:pt x="20" y="19"/>
                    </a:moveTo>
                    <a:cubicBezTo>
                      <a:pt x="16" y="15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1" name="Freeform 1118">
                <a:extLst>
                  <a:ext uri="{FF2B5EF4-FFF2-40B4-BE49-F238E27FC236}">
                    <a16:creationId xmlns:a16="http://schemas.microsoft.com/office/drawing/2014/main" id="{FFD9FCC0-7C87-4788-8B3C-EA1FB40CB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193"/>
                <a:ext cx="77" cy="21"/>
              </a:xfrm>
              <a:custGeom>
                <a:avLst/>
                <a:gdLst>
                  <a:gd name="T0" fmla="*/ 474 w 31"/>
                  <a:gd name="T1" fmla="*/ 144 h 8"/>
                  <a:gd name="T2" fmla="*/ 0 w 3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31" y="8"/>
                    </a:moveTo>
                    <a:cubicBezTo>
                      <a:pt x="28" y="8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2" name="Freeform 1119">
                <a:extLst>
                  <a:ext uri="{FF2B5EF4-FFF2-40B4-BE49-F238E27FC236}">
                    <a16:creationId xmlns:a16="http://schemas.microsoft.com/office/drawing/2014/main" id="{41A8488A-92FA-490C-8659-82C73F99C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230"/>
                <a:ext cx="58" cy="51"/>
              </a:xfrm>
              <a:custGeom>
                <a:avLst/>
                <a:gdLst>
                  <a:gd name="T0" fmla="*/ 368 w 23"/>
                  <a:gd name="T1" fmla="*/ 0 h 19"/>
                  <a:gd name="T2" fmla="*/ 179 w 23"/>
                  <a:gd name="T3" fmla="*/ 115 h 19"/>
                  <a:gd name="T4" fmla="*/ 0 w 23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23" y="0"/>
                    </a:moveTo>
                    <a:cubicBezTo>
                      <a:pt x="19" y="0"/>
                      <a:pt x="12" y="4"/>
                      <a:pt x="11" y="6"/>
                    </a:cubicBezTo>
                    <a:cubicBezTo>
                      <a:pt x="9" y="8"/>
                      <a:pt x="4" y="17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3" name="Freeform 1120">
                <a:extLst>
                  <a:ext uri="{FF2B5EF4-FFF2-40B4-BE49-F238E27FC236}">
                    <a16:creationId xmlns:a16="http://schemas.microsoft.com/office/drawing/2014/main" id="{285E2E5D-D623-4110-A1C6-22B5EDA2E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243"/>
                <a:ext cx="53" cy="27"/>
              </a:xfrm>
              <a:custGeom>
                <a:avLst/>
                <a:gdLst>
                  <a:gd name="T0" fmla="*/ 338 w 21"/>
                  <a:gd name="T1" fmla="*/ 0 h 10"/>
                  <a:gd name="T2" fmla="*/ 0 w 2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21" y="0"/>
                    </a:moveTo>
                    <a:cubicBezTo>
                      <a:pt x="19" y="4"/>
                      <a:pt x="5" y="10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4" name="Freeform 1121">
                <a:extLst>
                  <a:ext uri="{FF2B5EF4-FFF2-40B4-BE49-F238E27FC236}">
                    <a16:creationId xmlns:a16="http://schemas.microsoft.com/office/drawing/2014/main" id="{EAF0F7F2-5107-4A9C-8F56-AB5BC818F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454"/>
                <a:ext cx="148" cy="157"/>
              </a:xfrm>
              <a:custGeom>
                <a:avLst/>
                <a:gdLst>
                  <a:gd name="T0" fmla="*/ 125 w 59"/>
                  <a:gd name="T1" fmla="*/ 226 h 59"/>
                  <a:gd name="T2" fmla="*/ 251 w 59"/>
                  <a:gd name="T3" fmla="*/ 114 h 59"/>
                  <a:gd name="T4" fmla="*/ 379 w 59"/>
                  <a:gd name="T5" fmla="*/ 21 h 59"/>
                  <a:gd name="T6" fmla="*/ 504 w 59"/>
                  <a:gd name="T7" fmla="*/ 0 h 59"/>
                  <a:gd name="T8" fmla="*/ 722 w 59"/>
                  <a:gd name="T9" fmla="*/ 136 h 59"/>
                  <a:gd name="T10" fmla="*/ 818 w 59"/>
                  <a:gd name="T11" fmla="*/ 192 h 59"/>
                  <a:gd name="T12" fmla="*/ 838 w 59"/>
                  <a:gd name="T13" fmla="*/ 282 h 59"/>
                  <a:gd name="T14" fmla="*/ 901 w 59"/>
                  <a:gd name="T15" fmla="*/ 362 h 59"/>
                  <a:gd name="T16" fmla="*/ 931 w 59"/>
                  <a:gd name="T17" fmla="*/ 490 h 59"/>
                  <a:gd name="T18" fmla="*/ 880 w 59"/>
                  <a:gd name="T19" fmla="*/ 679 h 59"/>
                  <a:gd name="T20" fmla="*/ 788 w 59"/>
                  <a:gd name="T21" fmla="*/ 806 h 59"/>
                  <a:gd name="T22" fmla="*/ 617 w 59"/>
                  <a:gd name="T23" fmla="*/ 1035 h 59"/>
                  <a:gd name="T24" fmla="*/ 158 w 59"/>
                  <a:gd name="T25" fmla="*/ 1019 h 59"/>
                  <a:gd name="T26" fmla="*/ 20 w 59"/>
                  <a:gd name="T27" fmla="*/ 695 h 59"/>
                  <a:gd name="T28" fmla="*/ 125 w 59"/>
                  <a:gd name="T29" fmla="*/ 247 h 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59">
                    <a:moveTo>
                      <a:pt x="8" y="12"/>
                    </a:moveTo>
                    <a:cubicBezTo>
                      <a:pt x="8" y="9"/>
                      <a:pt x="12" y="5"/>
                      <a:pt x="16" y="6"/>
                    </a:cubicBezTo>
                    <a:cubicBezTo>
                      <a:pt x="17" y="3"/>
                      <a:pt x="21" y="2"/>
                      <a:pt x="24" y="1"/>
                    </a:cubicBezTo>
                    <a:cubicBezTo>
                      <a:pt x="26" y="1"/>
                      <a:pt x="29" y="1"/>
                      <a:pt x="32" y="0"/>
                    </a:cubicBezTo>
                    <a:cubicBezTo>
                      <a:pt x="35" y="0"/>
                      <a:pt x="45" y="3"/>
                      <a:pt x="46" y="7"/>
                    </a:cubicBezTo>
                    <a:cubicBezTo>
                      <a:pt x="49" y="7"/>
                      <a:pt x="50" y="8"/>
                      <a:pt x="52" y="10"/>
                    </a:cubicBezTo>
                    <a:cubicBezTo>
                      <a:pt x="54" y="12"/>
                      <a:pt x="53" y="13"/>
                      <a:pt x="53" y="15"/>
                    </a:cubicBezTo>
                    <a:cubicBezTo>
                      <a:pt x="54" y="17"/>
                      <a:pt x="56" y="17"/>
                      <a:pt x="57" y="19"/>
                    </a:cubicBezTo>
                    <a:cubicBezTo>
                      <a:pt x="58" y="21"/>
                      <a:pt x="59" y="24"/>
                      <a:pt x="59" y="26"/>
                    </a:cubicBezTo>
                    <a:cubicBezTo>
                      <a:pt x="59" y="31"/>
                      <a:pt x="58" y="33"/>
                      <a:pt x="56" y="36"/>
                    </a:cubicBezTo>
                    <a:cubicBezTo>
                      <a:pt x="54" y="39"/>
                      <a:pt x="53" y="43"/>
                      <a:pt x="50" y="43"/>
                    </a:cubicBezTo>
                    <a:cubicBezTo>
                      <a:pt x="50" y="49"/>
                      <a:pt x="43" y="54"/>
                      <a:pt x="39" y="55"/>
                    </a:cubicBezTo>
                    <a:cubicBezTo>
                      <a:pt x="30" y="58"/>
                      <a:pt x="19" y="59"/>
                      <a:pt x="10" y="54"/>
                    </a:cubicBezTo>
                    <a:cubicBezTo>
                      <a:pt x="5" y="51"/>
                      <a:pt x="2" y="43"/>
                      <a:pt x="1" y="37"/>
                    </a:cubicBezTo>
                    <a:cubicBezTo>
                      <a:pt x="0" y="32"/>
                      <a:pt x="1" y="16"/>
                      <a:pt x="8" y="1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5" name="Freeform 1122">
                <a:extLst>
                  <a:ext uri="{FF2B5EF4-FFF2-40B4-BE49-F238E27FC236}">
                    <a16:creationId xmlns:a16="http://schemas.microsoft.com/office/drawing/2014/main" id="{E6DDC745-81B0-42C7-BDE8-4C8239F39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83"/>
                <a:ext cx="35" cy="43"/>
              </a:xfrm>
              <a:custGeom>
                <a:avLst/>
                <a:gdLst>
                  <a:gd name="T0" fmla="*/ 0 w 14"/>
                  <a:gd name="T1" fmla="*/ 196 h 16"/>
                  <a:gd name="T2" fmla="*/ 95 w 14"/>
                  <a:gd name="T3" fmla="*/ 290 h 16"/>
                  <a:gd name="T4" fmla="*/ 158 w 14"/>
                  <a:gd name="T5" fmla="*/ 218 h 16"/>
                  <a:gd name="T6" fmla="*/ 208 w 14"/>
                  <a:gd name="T7" fmla="*/ 116 h 16"/>
                  <a:gd name="T8" fmla="*/ 145 w 14"/>
                  <a:gd name="T9" fmla="*/ 22 h 16"/>
                  <a:gd name="T10" fmla="*/ 20 w 14"/>
                  <a:gd name="T11" fmla="*/ 17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0" y="10"/>
                    </a:moveTo>
                    <a:cubicBezTo>
                      <a:pt x="2" y="12"/>
                      <a:pt x="3" y="16"/>
                      <a:pt x="6" y="15"/>
                    </a:cubicBezTo>
                    <a:cubicBezTo>
                      <a:pt x="7" y="14"/>
                      <a:pt x="9" y="12"/>
                      <a:pt x="10" y="11"/>
                    </a:cubicBezTo>
                    <a:cubicBezTo>
                      <a:pt x="12" y="9"/>
                      <a:pt x="13" y="8"/>
                      <a:pt x="13" y="6"/>
                    </a:cubicBezTo>
                    <a:cubicBezTo>
                      <a:pt x="14" y="3"/>
                      <a:pt x="13" y="1"/>
                      <a:pt x="9" y="1"/>
                    </a:cubicBezTo>
                    <a:cubicBezTo>
                      <a:pt x="5" y="0"/>
                      <a:pt x="3" y="7"/>
                      <a:pt x="1" y="9"/>
                    </a:cubicBezTo>
                  </a:path>
                </a:pathLst>
              </a:custGeom>
              <a:solidFill>
                <a:srgbClr val="E43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6" name="Freeform 1123">
                <a:extLst>
                  <a:ext uri="{FF2B5EF4-FFF2-40B4-BE49-F238E27FC236}">
                    <a16:creationId xmlns:a16="http://schemas.microsoft.com/office/drawing/2014/main" id="{1D5A9C91-3C5A-4252-847A-86AB6F688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550"/>
                <a:ext cx="40" cy="45"/>
              </a:xfrm>
              <a:custGeom>
                <a:avLst/>
                <a:gdLst>
                  <a:gd name="T0" fmla="*/ 50 w 16"/>
                  <a:gd name="T1" fmla="*/ 0 h 17"/>
                  <a:gd name="T2" fmla="*/ 50 w 16"/>
                  <a:gd name="T3" fmla="*/ 169 h 17"/>
                  <a:gd name="T4" fmla="*/ 125 w 16"/>
                  <a:gd name="T5" fmla="*/ 294 h 17"/>
                  <a:gd name="T6" fmla="*/ 175 w 16"/>
                  <a:gd name="T7" fmla="*/ 259 h 17"/>
                  <a:gd name="T8" fmla="*/ 238 w 16"/>
                  <a:gd name="T9" fmla="*/ 148 h 17"/>
                  <a:gd name="T10" fmla="*/ 145 w 16"/>
                  <a:gd name="T11" fmla="*/ 77 h 17"/>
                  <a:gd name="T12" fmla="*/ 63 w 16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7">
                    <a:moveTo>
                      <a:pt x="3" y="0"/>
                    </a:moveTo>
                    <a:cubicBezTo>
                      <a:pt x="0" y="3"/>
                      <a:pt x="1" y="6"/>
                      <a:pt x="3" y="9"/>
                    </a:cubicBezTo>
                    <a:cubicBezTo>
                      <a:pt x="4" y="12"/>
                      <a:pt x="5" y="14"/>
                      <a:pt x="8" y="16"/>
                    </a:cubicBezTo>
                    <a:cubicBezTo>
                      <a:pt x="10" y="17"/>
                      <a:pt x="10" y="15"/>
                      <a:pt x="11" y="14"/>
                    </a:cubicBezTo>
                    <a:cubicBezTo>
                      <a:pt x="13" y="12"/>
                      <a:pt x="16" y="10"/>
                      <a:pt x="15" y="8"/>
                    </a:cubicBezTo>
                    <a:cubicBezTo>
                      <a:pt x="13" y="7"/>
                      <a:pt x="10" y="6"/>
                      <a:pt x="9" y="4"/>
                    </a:cubicBezTo>
                    <a:cubicBezTo>
                      <a:pt x="8" y="4"/>
                      <a:pt x="4" y="2"/>
                      <a:pt x="4" y="0"/>
                    </a:cubicBezTo>
                  </a:path>
                </a:pathLst>
              </a:custGeom>
              <a:solidFill>
                <a:srgbClr val="E43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7" name="Freeform 1124">
                <a:extLst>
                  <a:ext uri="{FF2B5EF4-FFF2-40B4-BE49-F238E27FC236}">
                    <a16:creationId xmlns:a16="http://schemas.microsoft.com/office/drawing/2014/main" id="{F9942494-9648-4CCC-8E45-4D32FE795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486"/>
                <a:ext cx="33" cy="40"/>
              </a:xfrm>
              <a:custGeom>
                <a:avLst/>
                <a:gdLst>
                  <a:gd name="T0" fmla="*/ 84 w 13"/>
                  <a:gd name="T1" fmla="*/ 0 h 15"/>
                  <a:gd name="T2" fmla="*/ 213 w 13"/>
                  <a:gd name="T3" fmla="*/ 171 h 15"/>
                  <a:gd name="T4" fmla="*/ 147 w 13"/>
                  <a:gd name="T5" fmla="*/ 248 h 15"/>
                  <a:gd name="T6" fmla="*/ 51 w 13"/>
                  <a:gd name="T7" fmla="*/ 192 h 15"/>
                  <a:gd name="T8" fmla="*/ 20 w 13"/>
                  <a:gd name="T9" fmla="*/ 77 h 15"/>
                  <a:gd name="T10" fmla="*/ 63 w 13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8" y="2"/>
                      <a:pt x="12" y="5"/>
                      <a:pt x="13" y="9"/>
                    </a:cubicBezTo>
                    <a:cubicBezTo>
                      <a:pt x="13" y="12"/>
                      <a:pt x="12" y="13"/>
                      <a:pt x="9" y="13"/>
                    </a:cubicBezTo>
                    <a:cubicBezTo>
                      <a:pt x="6" y="15"/>
                      <a:pt x="5" y="12"/>
                      <a:pt x="3" y="10"/>
                    </a:cubicBezTo>
                    <a:cubicBezTo>
                      <a:pt x="2" y="9"/>
                      <a:pt x="0" y="6"/>
                      <a:pt x="1" y="4"/>
                    </a:cubicBez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solidFill>
                <a:srgbClr val="E43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8" name="Freeform 1125">
                <a:extLst>
                  <a:ext uri="{FF2B5EF4-FFF2-40B4-BE49-F238E27FC236}">
                    <a16:creationId xmlns:a16="http://schemas.microsoft.com/office/drawing/2014/main" id="{8C764F8C-7FBC-40A0-83CF-7712F84F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353"/>
                <a:ext cx="148" cy="130"/>
              </a:xfrm>
              <a:custGeom>
                <a:avLst/>
                <a:gdLst>
                  <a:gd name="T0" fmla="*/ 158 w 59"/>
                  <a:gd name="T1" fmla="*/ 915 h 49"/>
                  <a:gd name="T2" fmla="*/ 283 w 59"/>
                  <a:gd name="T3" fmla="*/ 822 h 49"/>
                  <a:gd name="T4" fmla="*/ 409 w 59"/>
                  <a:gd name="T5" fmla="*/ 724 h 49"/>
                  <a:gd name="T6" fmla="*/ 534 w 59"/>
                  <a:gd name="T7" fmla="*/ 711 h 49"/>
                  <a:gd name="T8" fmla="*/ 755 w 59"/>
                  <a:gd name="T9" fmla="*/ 838 h 49"/>
                  <a:gd name="T10" fmla="*/ 838 w 59"/>
                  <a:gd name="T11" fmla="*/ 881 h 49"/>
                  <a:gd name="T12" fmla="*/ 850 w 59"/>
                  <a:gd name="T13" fmla="*/ 860 h 49"/>
                  <a:gd name="T14" fmla="*/ 901 w 59"/>
                  <a:gd name="T15" fmla="*/ 711 h 49"/>
                  <a:gd name="T16" fmla="*/ 931 w 59"/>
                  <a:gd name="T17" fmla="*/ 634 h 49"/>
                  <a:gd name="T18" fmla="*/ 931 w 59"/>
                  <a:gd name="T19" fmla="*/ 520 h 49"/>
                  <a:gd name="T20" fmla="*/ 913 w 59"/>
                  <a:gd name="T21" fmla="*/ 486 h 49"/>
                  <a:gd name="T22" fmla="*/ 913 w 59"/>
                  <a:gd name="T23" fmla="*/ 430 h 49"/>
                  <a:gd name="T24" fmla="*/ 868 w 59"/>
                  <a:gd name="T25" fmla="*/ 260 h 49"/>
                  <a:gd name="T26" fmla="*/ 818 w 59"/>
                  <a:gd name="T27" fmla="*/ 170 h 49"/>
                  <a:gd name="T28" fmla="*/ 680 w 59"/>
                  <a:gd name="T29" fmla="*/ 90 h 49"/>
                  <a:gd name="T30" fmla="*/ 504 w 59"/>
                  <a:gd name="T31" fmla="*/ 34 h 49"/>
                  <a:gd name="T32" fmla="*/ 346 w 59"/>
                  <a:gd name="T33" fmla="*/ 56 h 49"/>
                  <a:gd name="T34" fmla="*/ 271 w 59"/>
                  <a:gd name="T35" fmla="*/ 77 h 49"/>
                  <a:gd name="T36" fmla="*/ 176 w 59"/>
                  <a:gd name="T37" fmla="*/ 149 h 49"/>
                  <a:gd name="T38" fmla="*/ 158 w 59"/>
                  <a:gd name="T39" fmla="*/ 191 h 49"/>
                  <a:gd name="T40" fmla="*/ 113 w 59"/>
                  <a:gd name="T41" fmla="*/ 239 h 49"/>
                  <a:gd name="T42" fmla="*/ 63 w 59"/>
                  <a:gd name="T43" fmla="*/ 374 h 49"/>
                  <a:gd name="T44" fmla="*/ 20 w 59"/>
                  <a:gd name="T45" fmla="*/ 541 h 49"/>
                  <a:gd name="T46" fmla="*/ 125 w 59"/>
                  <a:gd name="T47" fmla="*/ 881 h 49"/>
                  <a:gd name="T48" fmla="*/ 158 w 59"/>
                  <a:gd name="T49" fmla="*/ 915 h 4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9" h="49">
                    <a:moveTo>
                      <a:pt x="10" y="49"/>
                    </a:moveTo>
                    <a:cubicBezTo>
                      <a:pt x="11" y="46"/>
                      <a:pt x="15" y="43"/>
                      <a:pt x="18" y="44"/>
                    </a:cubicBezTo>
                    <a:cubicBezTo>
                      <a:pt x="19" y="41"/>
                      <a:pt x="23" y="40"/>
                      <a:pt x="26" y="39"/>
                    </a:cubicBezTo>
                    <a:cubicBezTo>
                      <a:pt x="28" y="39"/>
                      <a:pt x="31" y="39"/>
                      <a:pt x="34" y="38"/>
                    </a:cubicBezTo>
                    <a:cubicBezTo>
                      <a:pt x="37" y="38"/>
                      <a:pt x="47" y="41"/>
                      <a:pt x="48" y="45"/>
                    </a:cubicBezTo>
                    <a:cubicBezTo>
                      <a:pt x="50" y="45"/>
                      <a:pt x="52" y="46"/>
                      <a:pt x="53" y="47"/>
                    </a:cubicBezTo>
                    <a:cubicBezTo>
                      <a:pt x="53" y="47"/>
                      <a:pt x="54" y="46"/>
                      <a:pt x="54" y="46"/>
                    </a:cubicBezTo>
                    <a:cubicBezTo>
                      <a:pt x="56" y="43"/>
                      <a:pt x="56" y="41"/>
                      <a:pt x="57" y="38"/>
                    </a:cubicBezTo>
                    <a:cubicBezTo>
                      <a:pt x="57" y="37"/>
                      <a:pt x="58" y="36"/>
                      <a:pt x="59" y="34"/>
                    </a:cubicBezTo>
                    <a:cubicBezTo>
                      <a:pt x="59" y="33"/>
                      <a:pt x="59" y="30"/>
                      <a:pt x="59" y="28"/>
                    </a:cubicBezTo>
                    <a:cubicBezTo>
                      <a:pt x="59" y="27"/>
                      <a:pt x="58" y="27"/>
                      <a:pt x="58" y="26"/>
                    </a:cubicBezTo>
                    <a:cubicBezTo>
                      <a:pt x="58" y="25"/>
                      <a:pt x="58" y="24"/>
                      <a:pt x="58" y="23"/>
                    </a:cubicBezTo>
                    <a:cubicBezTo>
                      <a:pt x="58" y="20"/>
                      <a:pt x="57" y="16"/>
                      <a:pt x="55" y="14"/>
                    </a:cubicBezTo>
                    <a:cubicBezTo>
                      <a:pt x="54" y="12"/>
                      <a:pt x="53" y="11"/>
                      <a:pt x="52" y="9"/>
                    </a:cubicBezTo>
                    <a:cubicBezTo>
                      <a:pt x="49" y="6"/>
                      <a:pt x="46" y="6"/>
                      <a:pt x="43" y="5"/>
                    </a:cubicBezTo>
                    <a:cubicBezTo>
                      <a:pt x="40" y="3"/>
                      <a:pt x="36" y="1"/>
                      <a:pt x="32" y="2"/>
                    </a:cubicBezTo>
                    <a:cubicBezTo>
                      <a:pt x="29" y="0"/>
                      <a:pt x="25" y="2"/>
                      <a:pt x="22" y="3"/>
                    </a:cubicBezTo>
                    <a:cubicBezTo>
                      <a:pt x="21" y="4"/>
                      <a:pt x="18" y="4"/>
                      <a:pt x="17" y="4"/>
                    </a:cubicBezTo>
                    <a:cubicBezTo>
                      <a:pt x="15" y="5"/>
                      <a:pt x="12" y="6"/>
                      <a:pt x="11" y="8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9" y="11"/>
                      <a:pt x="8" y="12"/>
                      <a:pt x="7" y="13"/>
                    </a:cubicBezTo>
                    <a:cubicBezTo>
                      <a:pt x="5" y="15"/>
                      <a:pt x="5" y="17"/>
                      <a:pt x="4" y="20"/>
                    </a:cubicBezTo>
                    <a:cubicBezTo>
                      <a:pt x="3" y="23"/>
                      <a:pt x="1" y="26"/>
                      <a:pt x="1" y="29"/>
                    </a:cubicBezTo>
                    <a:cubicBezTo>
                      <a:pt x="0" y="36"/>
                      <a:pt x="4" y="42"/>
                      <a:pt x="8" y="47"/>
                    </a:cubicBezTo>
                    <a:cubicBezTo>
                      <a:pt x="9" y="47"/>
                      <a:pt x="9" y="48"/>
                      <a:pt x="10" y="49"/>
                    </a:cubicBezTo>
                    <a:close/>
                  </a:path>
                </a:pathLst>
              </a:custGeom>
              <a:solidFill>
                <a:srgbClr val="E43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9" name="Freeform 1126">
                <a:extLst>
                  <a:ext uri="{FF2B5EF4-FFF2-40B4-BE49-F238E27FC236}">
                    <a16:creationId xmlns:a16="http://schemas.microsoft.com/office/drawing/2014/main" id="{DEF43D05-0F2D-4838-85A9-CA024B205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507"/>
                <a:ext cx="50" cy="51"/>
              </a:xfrm>
              <a:custGeom>
                <a:avLst/>
                <a:gdLst>
                  <a:gd name="T0" fmla="*/ 0 w 20"/>
                  <a:gd name="T1" fmla="*/ 193 h 19"/>
                  <a:gd name="T2" fmla="*/ 63 w 20"/>
                  <a:gd name="T3" fmla="*/ 137 h 19"/>
                  <a:gd name="T4" fmla="*/ 175 w 20"/>
                  <a:gd name="T5" fmla="*/ 0 h 19"/>
                  <a:gd name="T6" fmla="*/ 250 w 20"/>
                  <a:gd name="T7" fmla="*/ 21 h 19"/>
                  <a:gd name="T8" fmla="*/ 313 w 20"/>
                  <a:gd name="T9" fmla="*/ 137 h 19"/>
                  <a:gd name="T10" fmla="*/ 238 w 20"/>
                  <a:gd name="T11" fmla="*/ 330 h 19"/>
                  <a:gd name="T12" fmla="*/ 158 w 20"/>
                  <a:gd name="T13" fmla="*/ 368 h 19"/>
                  <a:gd name="T14" fmla="*/ 63 w 20"/>
                  <a:gd name="T15" fmla="*/ 368 h 19"/>
                  <a:gd name="T16" fmla="*/ 0 w 20"/>
                  <a:gd name="T17" fmla="*/ 287 h 19"/>
                  <a:gd name="T18" fmla="*/ 0 w 20"/>
                  <a:gd name="T19" fmla="*/ 193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cubicBezTo>
                      <a:pt x="2" y="11"/>
                      <a:pt x="3" y="9"/>
                      <a:pt x="4" y="7"/>
                    </a:cubicBezTo>
                    <a:cubicBezTo>
                      <a:pt x="7" y="7"/>
                      <a:pt x="13" y="4"/>
                      <a:pt x="11" y="0"/>
                    </a:cubicBezTo>
                    <a:cubicBezTo>
                      <a:pt x="13" y="1"/>
                      <a:pt x="15" y="1"/>
                      <a:pt x="16" y="1"/>
                    </a:cubicBezTo>
                    <a:cubicBezTo>
                      <a:pt x="18" y="3"/>
                      <a:pt x="18" y="6"/>
                      <a:pt x="20" y="7"/>
                    </a:cubicBezTo>
                    <a:cubicBezTo>
                      <a:pt x="18" y="10"/>
                      <a:pt x="18" y="14"/>
                      <a:pt x="15" y="17"/>
                    </a:cubicBezTo>
                    <a:cubicBezTo>
                      <a:pt x="14" y="18"/>
                      <a:pt x="12" y="19"/>
                      <a:pt x="10" y="19"/>
                    </a:cubicBezTo>
                    <a:cubicBezTo>
                      <a:pt x="8" y="19"/>
                      <a:pt x="6" y="18"/>
                      <a:pt x="4" y="19"/>
                    </a:cubicBezTo>
                    <a:cubicBezTo>
                      <a:pt x="3" y="17"/>
                      <a:pt x="2" y="16"/>
                      <a:pt x="0" y="15"/>
                    </a:cubicBezTo>
                    <a:cubicBezTo>
                      <a:pt x="0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8A0E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0" name="Freeform 1127">
                <a:extLst>
                  <a:ext uri="{FF2B5EF4-FFF2-40B4-BE49-F238E27FC236}">
                    <a16:creationId xmlns:a16="http://schemas.microsoft.com/office/drawing/2014/main" id="{6748D9A2-7EAF-4DA2-9153-8034A7298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507"/>
                <a:ext cx="50" cy="51"/>
              </a:xfrm>
              <a:custGeom>
                <a:avLst/>
                <a:gdLst>
                  <a:gd name="T0" fmla="*/ 0 w 20"/>
                  <a:gd name="T1" fmla="*/ 193 h 19"/>
                  <a:gd name="T2" fmla="*/ 63 w 20"/>
                  <a:gd name="T3" fmla="*/ 137 h 19"/>
                  <a:gd name="T4" fmla="*/ 175 w 20"/>
                  <a:gd name="T5" fmla="*/ 0 h 19"/>
                  <a:gd name="T6" fmla="*/ 250 w 20"/>
                  <a:gd name="T7" fmla="*/ 21 h 19"/>
                  <a:gd name="T8" fmla="*/ 313 w 20"/>
                  <a:gd name="T9" fmla="*/ 137 h 19"/>
                  <a:gd name="T10" fmla="*/ 238 w 20"/>
                  <a:gd name="T11" fmla="*/ 330 h 19"/>
                  <a:gd name="T12" fmla="*/ 158 w 20"/>
                  <a:gd name="T13" fmla="*/ 368 h 19"/>
                  <a:gd name="T14" fmla="*/ 63 w 20"/>
                  <a:gd name="T15" fmla="*/ 368 h 19"/>
                  <a:gd name="T16" fmla="*/ 0 w 20"/>
                  <a:gd name="T17" fmla="*/ 287 h 19"/>
                  <a:gd name="T18" fmla="*/ 0 w 20"/>
                  <a:gd name="T19" fmla="*/ 193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0" y="10"/>
                    </a:moveTo>
                    <a:cubicBezTo>
                      <a:pt x="2" y="11"/>
                      <a:pt x="3" y="9"/>
                      <a:pt x="4" y="7"/>
                    </a:cubicBezTo>
                    <a:cubicBezTo>
                      <a:pt x="7" y="7"/>
                      <a:pt x="13" y="4"/>
                      <a:pt x="11" y="0"/>
                    </a:cubicBezTo>
                    <a:cubicBezTo>
                      <a:pt x="13" y="1"/>
                      <a:pt x="15" y="1"/>
                      <a:pt x="16" y="1"/>
                    </a:cubicBezTo>
                    <a:cubicBezTo>
                      <a:pt x="18" y="3"/>
                      <a:pt x="18" y="6"/>
                      <a:pt x="20" y="7"/>
                    </a:cubicBezTo>
                    <a:cubicBezTo>
                      <a:pt x="18" y="10"/>
                      <a:pt x="18" y="14"/>
                      <a:pt x="15" y="17"/>
                    </a:cubicBezTo>
                    <a:cubicBezTo>
                      <a:pt x="14" y="18"/>
                      <a:pt x="12" y="19"/>
                      <a:pt x="10" y="19"/>
                    </a:cubicBezTo>
                    <a:cubicBezTo>
                      <a:pt x="8" y="19"/>
                      <a:pt x="6" y="18"/>
                      <a:pt x="4" y="19"/>
                    </a:cubicBezTo>
                    <a:cubicBezTo>
                      <a:pt x="3" y="17"/>
                      <a:pt x="2" y="16"/>
                      <a:pt x="0" y="15"/>
                    </a:cubicBezTo>
                    <a:cubicBezTo>
                      <a:pt x="0" y="14"/>
                      <a:pt x="1" y="12"/>
                      <a:pt x="0" y="10"/>
                    </a:cubicBezTo>
                    <a:close/>
                  </a:path>
                </a:pathLst>
              </a:custGeom>
              <a:solidFill>
                <a:srgbClr val="A30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1" name="Freeform 1128">
                <a:extLst>
                  <a:ext uri="{FF2B5EF4-FFF2-40B4-BE49-F238E27FC236}">
                    <a16:creationId xmlns:a16="http://schemas.microsoft.com/office/drawing/2014/main" id="{1719D2C4-1667-41B2-8A90-809E3824F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393"/>
                <a:ext cx="35" cy="58"/>
              </a:xfrm>
              <a:custGeom>
                <a:avLst/>
                <a:gdLst>
                  <a:gd name="T0" fmla="*/ 33 w 14"/>
                  <a:gd name="T1" fmla="*/ 21 h 22"/>
                  <a:gd name="T2" fmla="*/ 95 w 14"/>
                  <a:gd name="T3" fmla="*/ 237 h 22"/>
                  <a:gd name="T4" fmla="*/ 145 w 14"/>
                  <a:gd name="T5" fmla="*/ 348 h 22"/>
                  <a:gd name="T6" fmla="*/ 208 w 14"/>
                  <a:gd name="T7" fmla="*/ 403 h 22"/>
                  <a:gd name="T8" fmla="*/ 220 w 14"/>
                  <a:gd name="T9" fmla="*/ 314 h 22"/>
                  <a:gd name="T10" fmla="*/ 188 w 14"/>
                  <a:gd name="T11" fmla="*/ 200 h 22"/>
                  <a:gd name="T12" fmla="*/ 145 w 14"/>
                  <a:gd name="T13" fmla="*/ 55 h 22"/>
                  <a:gd name="T14" fmla="*/ 50 w 14"/>
                  <a:gd name="T15" fmla="*/ 2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2">
                    <a:moveTo>
                      <a:pt x="2" y="1"/>
                    </a:moveTo>
                    <a:cubicBezTo>
                      <a:pt x="0" y="5"/>
                      <a:pt x="10" y="8"/>
                      <a:pt x="6" y="13"/>
                    </a:cubicBezTo>
                    <a:cubicBezTo>
                      <a:pt x="8" y="14"/>
                      <a:pt x="10" y="17"/>
                      <a:pt x="9" y="19"/>
                    </a:cubicBezTo>
                    <a:cubicBezTo>
                      <a:pt x="11" y="19"/>
                      <a:pt x="12" y="20"/>
                      <a:pt x="13" y="22"/>
                    </a:cubicBezTo>
                    <a:cubicBezTo>
                      <a:pt x="13" y="20"/>
                      <a:pt x="14" y="20"/>
                      <a:pt x="14" y="17"/>
                    </a:cubicBezTo>
                    <a:cubicBezTo>
                      <a:pt x="14" y="15"/>
                      <a:pt x="13" y="13"/>
                      <a:pt x="12" y="11"/>
                    </a:cubicBezTo>
                    <a:cubicBezTo>
                      <a:pt x="11" y="8"/>
                      <a:pt x="11" y="5"/>
                      <a:pt x="9" y="3"/>
                    </a:cubicBezTo>
                    <a:cubicBezTo>
                      <a:pt x="8" y="2"/>
                      <a:pt x="5" y="0"/>
                      <a:pt x="3" y="1"/>
                    </a:cubicBezTo>
                  </a:path>
                </a:pathLst>
              </a:custGeom>
              <a:solidFill>
                <a:srgbClr val="A30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2" name="Freeform 1129">
                <a:extLst>
                  <a:ext uri="{FF2B5EF4-FFF2-40B4-BE49-F238E27FC236}">
                    <a16:creationId xmlns:a16="http://schemas.microsoft.com/office/drawing/2014/main" id="{7A3E0D1F-37A7-4766-89FC-F9EDAF77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502"/>
                <a:ext cx="12" cy="21"/>
              </a:xfrm>
              <a:custGeom>
                <a:avLst/>
                <a:gdLst>
                  <a:gd name="T0" fmla="*/ 58 w 5"/>
                  <a:gd name="T1" fmla="*/ 0 h 8"/>
                  <a:gd name="T2" fmla="*/ 0 w 5"/>
                  <a:gd name="T3" fmla="*/ 55 h 8"/>
                  <a:gd name="T4" fmla="*/ 70 w 5"/>
                  <a:gd name="T5" fmla="*/ 144 h 8"/>
                  <a:gd name="T6" fmla="*/ 58 w 5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0" y="5"/>
                      <a:pt x="4" y="8"/>
                      <a:pt x="5" y="8"/>
                    </a:cubicBezTo>
                    <a:cubicBezTo>
                      <a:pt x="4" y="6"/>
                      <a:pt x="1" y="3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3" name="Freeform 1130">
                <a:extLst>
                  <a:ext uri="{FF2B5EF4-FFF2-40B4-BE49-F238E27FC236}">
                    <a16:creationId xmlns:a16="http://schemas.microsoft.com/office/drawing/2014/main" id="{4994D663-4708-4137-8C81-B0841BF40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491"/>
                <a:ext cx="8" cy="19"/>
              </a:xfrm>
              <a:custGeom>
                <a:avLst/>
                <a:gdLst>
                  <a:gd name="T0" fmla="*/ 35 w 3"/>
                  <a:gd name="T1" fmla="*/ 141 h 7"/>
                  <a:gd name="T2" fmla="*/ 0 w 3"/>
                  <a:gd name="T3" fmla="*/ 38 h 7"/>
                  <a:gd name="T4" fmla="*/ 56 w 3"/>
                  <a:gd name="T5" fmla="*/ 0 h 7"/>
                  <a:gd name="T6" fmla="*/ 35 w 3"/>
                  <a:gd name="T7" fmla="*/ 1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2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1" y="1"/>
                      <a:pt x="0" y="4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4" name="Freeform 1131">
                <a:extLst>
                  <a:ext uri="{FF2B5EF4-FFF2-40B4-BE49-F238E27FC236}">
                    <a16:creationId xmlns:a16="http://schemas.microsoft.com/office/drawing/2014/main" id="{4E82ABCF-C3E3-4827-A431-4CEB94BC1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473"/>
                <a:ext cx="13" cy="21"/>
              </a:xfrm>
              <a:custGeom>
                <a:avLst/>
                <a:gdLst>
                  <a:gd name="T0" fmla="*/ 88 w 5"/>
                  <a:gd name="T1" fmla="*/ 0 h 8"/>
                  <a:gd name="T2" fmla="*/ 0 w 5"/>
                  <a:gd name="T3" fmla="*/ 55 h 8"/>
                  <a:gd name="T4" fmla="*/ 34 w 5"/>
                  <a:gd name="T5" fmla="*/ 89 h 8"/>
                  <a:gd name="T6" fmla="*/ 68 w 5"/>
                  <a:gd name="T7" fmla="*/ 144 h 8"/>
                  <a:gd name="T8" fmla="*/ 88 w 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1"/>
                      <a:pt x="1" y="2"/>
                      <a:pt x="0" y="3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5"/>
                      <a:pt x="3" y="7"/>
                      <a:pt x="4" y="8"/>
                    </a:cubicBezTo>
                    <a:cubicBezTo>
                      <a:pt x="2" y="6"/>
                      <a:pt x="2" y="1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5" name="Freeform 1132">
                <a:extLst>
                  <a:ext uri="{FF2B5EF4-FFF2-40B4-BE49-F238E27FC236}">
                    <a16:creationId xmlns:a16="http://schemas.microsoft.com/office/drawing/2014/main" id="{AFEFF5D5-3B90-4AE7-9150-62401A579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478"/>
                <a:ext cx="12" cy="21"/>
              </a:xfrm>
              <a:custGeom>
                <a:avLst/>
                <a:gdLst>
                  <a:gd name="T0" fmla="*/ 0 w 5"/>
                  <a:gd name="T1" fmla="*/ 144 h 8"/>
                  <a:gd name="T2" fmla="*/ 70 w 5"/>
                  <a:gd name="T3" fmla="*/ 55 h 8"/>
                  <a:gd name="T4" fmla="*/ 0 w 5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1" y="5"/>
                      <a:pt x="1" y="0"/>
                      <a:pt x="5" y="3"/>
                    </a:cubicBezTo>
                    <a:cubicBezTo>
                      <a:pt x="4" y="2"/>
                      <a:pt x="2" y="4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6" name="Freeform 1133">
                <a:extLst>
                  <a:ext uri="{FF2B5EF4-FFF2-40B4-BE49-F238E27FC236}">
                    <a16:creationId xmlns:a16="http://schemas.microsoft.com/office/drawing/2014/main" id="{3EAB6F74-D7F2-425E-BE28-02D05A781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486"/>
                <a:ext cx="23" cy="21"/>
              </a:xfrm>
              <a:custGeom>
                <a:avLst/>
                <a:gdLst>
                  <a:gd name="T0" fmla="*/ 0 w 9"/>
                  <a:gd name="T1" fmla="*/ 144 h 8"/>
                  <a:gd name="T2" fmla="*/ 66 w 9"/>
                  <a:gd name="T3" fmla="*/ 21 h 8"/>
                  <a:gd name="T4" fmla="*/ 151 w 9"/>
                  <a:gd name="T5" fmla="*/ 34 h 8"/>
                  <a:gd name="T6" fmla="*/ 20 w 9"/>
                  <a:gd name="T7" fmla="*/ 1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1" y="5"/>
                      <a:pt x="3" y="3"/>
                      <a:pt x="4" y="1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6" y="1"/>
                      <a:pt x="2" y="3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7" name="Freeform 1134">
                <a:extLst>
                  <a:ext uri="{FF2B5EF4-FFF2-40B4-BE49-F238E27FC236}">
                    <a16:creationId xmlns:a16="http://schemas.microsoft.com/office/drawing/2014/main" id="{4B5C7794-2DF7-4501-A3F7-16DE42BC7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467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54 h 2"/>
                  <a:gd name="T4" fmla="*/ 21 w 5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0"/>
                      <a:pt x="4" y="1"/>
                      <a:pt x="5" y="2"/>
                    </a:cubicBezTo>
                    <a:cubicBezTo>
                      <a:pt x="4" y="1"/>
                      <a:pt x="2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8" name="Freeform 1135">
                <a:extLst>
                  <a:ext uri="{FF2B5EF4-FFF2-40B4-BE49-F238E27FC236}">
                    <a16:creationId xmlns:a16="http://schemas.microsoft.com/office/drawing/2014/main" id="{F42EEBCC-4D55-40E3-BF71-C2D7DC7A1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473"/>
                <a:ext cx="10" cy="18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67 h 7"/>
                  <a:gd name="T4" fmla="*/ 63 w 4"/>
                  <a:gd name="T5" fmla="*/ 118 h 7"/>
                  <a:gd name="T6" fmla="*/ 50 w 4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0" y="5"/>
                      <a:pt x="2" y="6"/>
                      <a:pt x="4" y="7"/>
                    </a:cubicBezTo>
                    <a:cubicBezTo>
                      <a:pt x="1" y="5"/>
                      <a:pt x="2" y="3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9" name="Freeform 1136">
                <a:extLst>
                  <a:ext uri="{FF2B5EF4-FFF2-40B4-BE49-F238E27FC236}">
                    <a16:creationId xmlns:a16="http://schemas.microsoft.com/office/drawing/2014/main" id="{7015AABE-00B0-4467-8946-631311900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462"/>
                <a:ext cx="17" cy="16"/>
              </a:xfrm>
              <a:custGeom>
                <a:avLst/>
                <a:gdLst>
                  <a:gd name="T0" fmla="*/ 100 w 7"/>
                  <a:gd name="T1" fmla="*/ 0 h 6"/>
                  <a:gd name="T2" fmla="*/ 29 w 7"/>
                  <a:gd name="T3" fmla="*/ 35 h 6"/>
                  <a:gd name="T4" fmla="*/ 29 w 7"/>
                  <a:gd name="T5" fmla="*/ 115 h 6"/>
                  <a:gd name="T6" fmla="*/ 7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5" y="0"/>
                      <a:pt x="3" y="1"/>
                      <a:pt x="2" y="2"/>
                    </a:cubicBezTo>
                    <a:cubicBezTo>
                      <a:pt x="0" y="3"/>
                      <a:pt x="1" y="5"/>
                      <a:pt x="2" y="6"/>
                    </a:cubicBezTo>
                    <a:cubicBezTo>
                      <a:pt x="1" y="3"/>
                      <a:pt x="4" y="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0" name="Freeform 1137">
                <a:extLst>
                  <a:ext uri="{FF2B5EF4-FFF2-40B4-BE49-F238E27FC236}">
                    <a16:creationId xmlns:a16="http://schemas.microsoft.com/office/drawing/2014/main" id="{2252ECB8-4829-4921-94FB-94EB40AB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494"/>
                <a:ext cx="13" cy="21"/>
              </a:xfrm>
              <a:custGeom>
                <a:avLst/>
                <a:gdLst>
                  <a:gd name="T0" fmla="*/ 88 w 5"/>
                  <a:gd name="T1" fmla="*/ 21 h 8"/>
                  <a:gd name="T2" fmla="*/ 68 w 5"/>
                  <a:gd name="T3" fmla="*/ 144 h 8"/>
                  <a:gd name="T4" fmla="*/ 8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1"/>
                    </a:moveTo>
                    <a:cubicBezTo>
                      <a:pt x="3" y="2"/>
                      <a:pt x="0" y="8"/>
                      <a:pt x="4" y="8"/>
                    </a:cubicBezTo>
                    <a:cubicBezTo>
                      <a:pt x="3" y="6"/>
                      <a:pt x="4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1" name="Freeform 1138">
                <a:extLst>
                  <a:ext uri="{FF2B5EF4-FFF2-40B4-BE49-F238E27FC236}">
                    <a16:creationId xmlns:a16="http://schemas.microsoft.com/office/drawing/2014/main" id="{18D30BE3-D97C-41B1-9373-8E0AAF889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521"/>
                <a:ext cx="15" cy="18"/>
              </a:xfrm>
              <a:custGeom>
                <a:avLst/>
                <a:gdLst>
                  <a:gd name="T0" fmla="*/ 50 w 6"/>
                  <a:gd name="T1" fmla="*/ 0 h 7"/>
                  <a:gd name="T2" fmla="*/ 20 w 6"/>
                  <a:gd name="T3" fmla="*/ 67 h 7"/>
                  <a:gd name="T4" fmla="*/ 95 w 6"/>
                  <a:gd name="T5" fmla="*/ 118 h 7"/>
                  <a:gd name="T6" fmla="*/ 50 w 6"/>
                  <a:gd name="T7" fmla="*/ 0 h 7"/>
                  <a:gd name="T8" fmla="*/ 50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1"/>
                      <a:pt x="0" y="3"/>
                      <a:pt x="1" y="4"/>
                    </a:cubicBezTo>
                    <a:cubicBezTo>
                      <a:pt x="1" y="7"/>
                      <a:pt x="4" y="7"/>
                      <a:pt x="6" y="7"/>
                    </a:cubicBezTo>
                    <a:cubicBezTo>
                      <a:pt x="2" y="7"/>
                      <a:pt x="1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2" name="Freeform 1139">
                <a:extLst>
                  <a:ext uri="{FF2B5EF4-FFF2-40B4-BE49-F238E27FC236}">
                    <a16:creationId xmlns:a16="http://schemas.microsoft.com/office/drawing/2014/main" id="{31C61935-DD17-42FC-8B59-94E773D0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45"/>
                <a:ext cx="25" cy="16"/>
              </a:xfrm>
              <a:custGeom>
                <a:avLst/>
                <a:gdLst>
                  <a:gd name="T0" fmla="*/ 33 w 10"/>
                  <a:gd name="T1" fmla="*/ 115 h 6"/>
                  <a:gd name="T2" fmla="*/ 33 w 10"/>
                  <a:gd name="T3" fmla="*/ 0 h 6"/>
                  <a:gd name="T4" fmla="*/ 158 w 10"/>
                  <a:gd name="T5" fmla="*/ 56 h 6"/>
                  <a:gd name="T6" fmla="*/ 50 w 10"/>
                  <a:gd name="T7" fmla="*/ 56 h 6"/>
                  <a:gd name="T8" fmla="*/ 20 w 10"/>
                  <a:gd name="T9" fmla="*/ 77 h 6"/>
                  <a:gd name="T10" fmla="*/ 33 w 1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2" y="6"/>
                    </a:moveTo>
                    <a:cubicBezTo>
                      <a:pt x="1" y="5"/>
                      <a:pt x="0" y="1"/>
                      <a:pt x="2" y="0"/>
                    </a:cubicBezTo>
                    <a:cubicBezTo>
                      <a:pt x="4" y="3"/>
                      <a:pt x="8" y="3"/>
                      <a:pt x="10" y="3"/>
                    </a:cubicBezTo>
                    <a:cubicBezTo>
                      <a:pt x="8" y="4"/>
                      <a:pt x="6" y="4"/>
                      <a:pt x="3" y="3"/>
                    </a:cubicBezTo>
                    <a:cubicBezTo>
                      <a:pt x="3" y="3"/>
                      <a:pt x="2" y="3"/>
                      <a:pt x="1" y="4"/>
                    </a:cubicBezTo>
                    <a:cubicBezTo>
                      <a:pt x="1" y="5"/>
                      <a:pt x="1" y="5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3" name="Freeform 1140">
                <a:extLst>
                  <a:ext uri="{FF2B5EF4-FFF2-40B4-BE49-F238E27FC236}">
                    <a16:creationId xmlns:a16="http://schemas.microsoft.com/office/drawing/2014/main" id="{3BF49413-A3EA-4C4A-82C9-AA8692299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558"/>
                <a:ext cx="25" cy="27"/>
              </a:xfrm>
              <a:custGeom>
                <a:avLst/>
                <a:gdLst>
                  <a:gd name="T0" fmla="*/ 20 w 10"/>
                  <a:gd name="T1" fmla="*/ 176 h 10"/>
                  <a:gd name="T2" fmla="*/ 0 w 10"/>
                  <a:gd name="T3" fmla="*/ 116 h 10"/>
                  <a:gd name="T4" fmla="*/ 50 w 10"/>
                  <a:gd name="T5" fmla="*/ 103 h 10"/>
                  <a:gd name="T6" fmla="*/ 158 w 10"/>
                  <a:gd name="T7" fmla="*/ 0 h 10"/>
                  <a:gd name="T8" fmla="*/ 125 w 10"/>
                  <a:gd name="T9" fmla="*/ 38 h 10"/>
                  <a:gd name="T10" fmla="*/ 83 w 10"/>
                  <a:gd name="T11" fmla="*/ 103 h 10"/>
                  <a:gd name="T12" fmla="*/ 83 w 10"/>
                  <a:gd name="T13" fmla="*/ 138 h 10"/>
                  <a:gd name="T14" fmla="*/ 50 w 10"/>
                  <a:gd name="T15" fmla="*/ 138 h 10"/>
                  <a:gd name="T16" fmla="*/ 33 w 10"/>
                  <a:gd name="T17" fmla="*/ 197 h 10"/>
                  <a:gd name="T18" fmla="*/ 33 w 10"/>
                  <a:gd name="T19" fmla="*/ 19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1" y="9"/>
                    </a:moveTo>
                    <a:cubicBezTo>
                      <a:pt x="0" y="8"/>
                      <a:pt x="0" y="7"/>
                      <a:pt x="0" y="6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6" y="4"/>
                      <a:pt x="7" y="1"/>
                      <a:pt x="10" y="0"/>
                    </a:cubicBezTo>
                    <a:cubicBezTo>
                      <a:pt x="10" y="1"/>
                      <a:pt x="9" y="2"/>
                      <a:pt x="8" y="2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4" name="Freeform 1141">
                <a:extLst>
                  <a:ext uri="{FF2B5EF4-FFF2-40B4-BE49-F238E27FC236}">
                    <a16:creationId xmlns:a16="http://schemas.microsoft.com/office/drawing/2014/main" id="{8AF8BE88-902F-4873-BDC2-71C210DEE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561"/>
                <a:ext cx="15" cy="16"/>
              </a:xfrm>
              <a:custGeom>
                <a:avLst/>
                <a:gdLst>
                  <a:gd name="T0" fmla="*/ 95 w 6"/>
                  <a:gd name="T1" fmla="*/ 0 h 6"/>
                  <a:gd name="T2" fmla="*/ 50 w 6"/>
                  <a:gd name="T3" fmla="*/ 21 h 6"/>
                  <a:gd name="T4" fmla="*/ 0 w 6"/>
                  <a:gd name="T5" fmla="*/ 115 h 6"/>
                  <a:gd name="T6" fmla="*/ 95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2" y="4"/>
                      <a:pt x="3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5" name="Freeform 1142">
                <a:extLst>
                  <a:ext uri="{FF2B5EF4-FFF2-40B4-BE49-F238E27FC236}">
                    <a16:creationId xmlns:a16="http://schemas.microsoft.com/office/drawing/2014/main" id="{837D9770-5406-4985-8422-E9DA353BC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561"/>
                <a:ext cx="15" cy="24"/>
              </a:xfrm>
              <a:custGeom>
                <a:avLst/>
                <a:gdLst>
                  <a:gd name="T0" fmla="*/ 95 w 6"/>
                  <a:gd name="T1" fmla="*/ 0 h 9"/>
                  <a:gd name="T2" fmla="*/ 0 w 6"/>
                  <a:gd name="T3" fmla="*/ 171 h 9"/>
                  <a:gd name="T4" fmla="*/ 20 w 6"/>
                  <a:gd name="T5" fmla="*/ 115 h 9"/>
                  <a:gd name="T6" fmla="*/ 50 w 6"/>
                  <a:gd name="T7" fmla="*/ 56 h 9"/>
                  <a:gd name="T8" fmla="*/ 83 w 6"/>
                  <a:gd name="T9" fmla="*/ 21 h 9"/>
                  <a:gd name="T10" fmla="*/ 95 w 6"/>
                  <a:gd name="T11" fmla="*/ 2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2" y="0"/>
                      <a:pt x="1" y="6"/>
                      <a:pt x="0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6" name="Freeform 1143">
                <a:extLst>
                  <a:ext uri="{FF2B5EF4-FFF2-40B4-BE49-F238E27FC236}">
                    <a16:creationId xmlns:a16="http://schemas.microsoft.com/office/drawing/2014/main" id="{375D360D-BF52-45A1-8FB2-570401ACC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555"/>
                <a:ext cx="7" cy="16"/>
              </a:xfrm>
              <a:custGeom>
                <a:avLst/>
                <a:gdLst>
                  <a:gd name="T0" fmla="*/ 28 w 3"/>
                  <a:gd name="T1" fmla="*/ 0 h 6"/>
                  <a:gd name="T2" fmla="*/ 28 w 3"/>
                  <a:gd name="T3" fmla="*/ 115 h 6"/>
                  <a:gd name="T4" fmla="*/ 28 w 3"/>
                  <a:gd name="T5" fmla="*/ 35 h 6"/>
                  <a:gd name="T6" fmla="*/ 28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0" y="0"/>
                      <a:pt x="2" y="5"/>
                      <a:pt x="2" y="6"/>
                    </a:cubicBezTo>
                    <a:cubicBezTo>
                      <a:pt x="3" y="5"/>
                      <a:pt x="2" y="3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7" name="Freeform 1144">
                <a:extLst>
                  <a:ext uri="{FF2B5EF4-FFF2-40B4-BE49-F238E27FC236}">
                    <a16:creationId xmlns:a16="http://schemas.microsoft.com/office/drawing/2014/main" id="{28775C54-E15F-47A7-8074-DDFD1E7E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534"/>
                <a:ext cx="20" cy="21"/>
              </a:xfrm>
              <a:custGeom>
                <a:avLst/>
                <a:gdLst>
                  <a:gd name="T0" fmla="*/ 0 w 8"/>
                  <a:gd name="T1" fmla="*/ 89 h 8"/>
                  <a:gd name="T2" fmla="*/ 125 w 8"/>
                  <a:gd name="T3" fmla="*/ 55 h 8"/>
                  <a:gd name="T4" fmla="*/ 50 w 8"/>
                  <a:gd name="T5" fmla="*/ 76 h 8"/>
                  <a:gd name="T6" fmla="*/ 50 w 8"/>
                  <a:gd name="T7" fmla="*/ 144 h 8"/>
                  <a:gd name="T8" fmla="*/ 0 w 8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0"/>
                      <a:pt x="5" y="2"/>
                      <a:pt x="8" y="3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3" y="6"/>
                      <a:pt x="3" y="8"/>
                    </a:cubicBezTo>
                    <a:cubicBezTo>
                      <a:pt x="2" y="7"/>
                      <a:pt x="0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8" name="Freeform 1145">
                <a:extLst>
                  <a:ext uri="{FF2B5EF4-FFF2-40B4-BE49-F238E27FC236}">
                    <a16:creationId xmlns:a16="http://schemas.microsoft.com/office/drawing/2014/main" id="{595C1EEE-C308-48A8-85FE-697DC2591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499"/>
                <a:ext cx="15" cy="16"/>
              </a:xfrm>
              <a:custGeom>
                <a:avLst/>
                <a:gdLst>
                  <a:gd name="T0" fmla="*/ 0 w 6"/>
                  <a:gd name="T1" fmla="*/ 115 h 6"/>
                  <a:gd name="T2" fmla="*/ 95 w 6"/>
                  <a:gd name="T3" fmla="*/ 56 h 6"/>
                  <a:gd name="T4" fmla="*/ 63 w 6"/>
                  <a:gd name="T5" fmla="*/ 77 h 6"/>
                  <a:gd name="T6" fmla="*/ 20 w 6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5"/>
                      <a:pt x="4" y="0"/>
                      <a:pt x="6" y="3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9" name="Freeform 1146">
                <a:extLst>
                  <a:ext uri="{FF2B5EF4-FFF2-40B4-BE49-F238E27FC236}">
                    <a16:creationId xmlns:a16="http://schemas.microsoft.com/office/drawing/2014/main" id="{9F86600A-003D-4BC8-BF02-4894CA764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521"/>
                <a:ext cx="13" cy="10"/>
              </a:xfrm>
              <a:custGeom>
                <a:avLst/>
                <a:gdLst>
                  <a:gd name="T0" fmla="*/ 0 w 5"/>
                  <a:gd name="T1" fmla="*/ 50 h 4"/>
                  <a:gd name="T2" fmla="*/ 88 w 5"/>
                  <a:gd name="T3" fmla="*/ 33 h 4"/>
                  <a:gd name="T4" fmla="*/ 88 w 5"/>
                  <a:gd name="T5" fmla="*/ 50 h 4"/>
                  <a:gd name="T6" fmla="*/ 34 w 5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3"/>
                      <a:pt x="4" y="0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4" y="4"/>
                      <a:pt x="3" y="2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0" name="Freeform 1147">
                <a:extLst>
                  <a:ext uri="{FF2B5EF4-FFF2-40B4-BE49-F238E27FC236}">
                    <a16:creationId xmlns:a16="http://schemas.microsoft.com/office/drawing/2014/main" id="{74C3982B-10F8-4D29-BB60-75932548A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457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2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1" y="0"/>
                      <a:pt x="4" y="0"/>
                    </a:cubicBezTo>
                    <a:cubicBezTo>
                      <a:pt x="3" y="1"/>
                      <a:pt x="1" y="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1" name="Freeform 1148">
                <a:extLst>
                  <a:ext uri="{FF2B5EF4-FFF2-40B4-BE49-F238E27FC236}">
                    <a16:creationId xmlns:a16="http://schemas.microsoft.com/office/drawing/2014/main" id="{9E0A1022-3778-40CA-B2A4-4074FFA5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46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33 w 2"/>
                  <a:gd name="T3" fmla="*/ 56 h 3"/>
                  <a:gd name="T4" fmla="*/ 0 w 2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0"/>
                      <a:pt x="2" y="2"/>
                      <a:pt x="2" y="3"/>
                    </a:cubicBezTo>
                    <a:cubicBezTo>
                      <a:pt x="2" y="2"/>
                      <a:pt x="1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94" name="Group 1149">
              <a:extLst>
                <a:ext uri="{FF2B5EF4-FFF2-40B4-BE49-F238E27FC236}">
                  <a16:creationId xmlns:a16="http://schemas.microsoft.com/office/drawing/2014/main" id="{291B13E4-2606-4708-8E49-EB86A9CCC1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0" y="2353"/>
              <a:ext cx="400" cy="474"/>
              <a:chOff x="2120" y="2353"/>
              <a:chExt cx="400" cy="474"/>
            </a:xfrm>
          </p:grpSpPr>
          <p:sp>
            <p:nvSpPr>
              <p:cNvPr id="66942" name="Freeform 1150">
                <a:extLst>
                  <a:ext uri="{FF2B5EF4-FFF2-40B4-BE49-F238E27FC236}">
                    <a16:creationId xmlns:a16="http://schemas.microsoft.com/office/drawing/2014/main" id="{441F4B35-7913-4CB8-A35D-542E718E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473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35 h 3"/>
                  <a:gd name="T4" fmla="*/ 21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0"/>
                      <a:pt x="3" y="2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3" name="Freeform 1151">
                <a:extLst>
                  <a:ext uri="{FF2B5EF4-FFF2-40B4-BE49-F238E27FC236}">
                    <a16:creationId xmlns:a16="http://schemas.microsoft.com/office/drawing/2014/main" id="{BB1BA717-7833-42EE-8EEC-C34D885B0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571"/>
                <a:ext cx="33" cy="27"/>
              </a:xfrm>
              <a:custGeom>
                <a:avLst/>
                <a:gdLst>
                  <a:gd name="T0" fmla="*/ 0 w 13"/>
                  <a:gd name="T1" fmla="*/ 176 h 10"/>
                  <a:gd name="T2" fmla="*/ 63 w 13"/>
                  <a:gd name="T3" fmla="*/ 176 h 10"/>
                  <a:gd name="T4" fmla="*/ 180 w 13"/>
                  <a:gd name="T5" fmla="*/ 159 h 10"/>
                  <a:gd name="T6" fmla="*/ 180 w 13"/>
                  <a:gd name="T7" fmla="*/ 116 h 10"/>
                  <a:gd name="T8" fmla="*/ 129 w 13"/>
                  <a:gd name="T9" fmla="*/ 0 h 10"/>
                  <a:gd name="T10" fmla="*/ 129 w 13"/>
                  <a:gd name="T11" fmla="*/ 103 h 10"/>
                  <a:gd name="T12" fmla="*/ 20 w 13"/>
                  <a:gd name="T13" fmla="*/ 17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0" y="9"/>
                    </a:moveTo>
                    <a:cubicBezTo>
                      <a:pt x="1" y="10"/>
                      <a:pt x="3" y="10"/>
                      <a:pt x="4" y="9"/>
                    </a:cubicBezTo>
                    <a:cubicBezTo>
                      <a:pt x="6" y="8"/>
                      <a:pt x="9" y="9"/>
                      <a:pt x="11" y="8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9" y="4"/>
                      <a:pt x="8" y="2"/>
                      <a:pt x="8" y="0"/>
                    </a:cubicBezTo>
                    <a:cubicBezTo>
                      <a:pt x="7" y="2"/>
                      <a:pt x="9" y="4"/>
                      <a:pt x="8" y="5"/>
                    </a:cubicBezTo>
                    <a:cubicBezTo>
                      <a:pt x="7" y="7"/>
                      <a:pt x="3" y="8"/>
                      <a:pt x="1" y="9"/>
                    </a:cubicBezTo>
                  </a:path>
                </a:pathLst>
              </a:custGeom>
              <a:solidFill>
                <a:srgbClr val="CB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4" name="Freeform 1152">
                <a:extLst>
                  <a:ext uri="{FF2B5EF4-FFF2-40B4-BE49-F238E27FC236}">
                    <a16:creationId xmlns:a16="http://schemas.microsoft.com/office/drawing/2014/main" id="{8F1127F1-A2A9-4302-8A93-D25D0754D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539"/>
                <a:ext cx="23" cy="27"/>
              </a:xfrm>
              <a:custGeom>
                <a:avLst/>
                <a:gdLst>
                  <a:gd name="T0" fmla="*/ 0 w 9"/>
                  <a:gd name="T1" fmla="*/ 159 h 10"/>
                  <a:gd name="T2" fmla="*/ 84 w 9"/>
                  <a:gd name="T3" fmla="*/ 176 h 10"/>
                  <a:gd name="T4" fmla="*/ 118 w 9"/>
                  <a:gd name="T5" fmla="*/ 103 h 10"/>
                  <a:gd name="T6" fmla="*/ 130 w 9"/>
                  <a:gd name="T7" fmla="*/ 38 h 10"/>
                  <a:gd name="T8" fmla="*/ 66 w 9"/>
                  <a:gd name="T9" fmla="*/ 22 h 10"/>
                  <a:gd name="T10" fmla="*/ 66 w 9"/>
                  <a:gd name="T11" fmla="*/ 13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0" y="8"/>
                    </a:moveTo>
                    <a:cubicBezTo>
                      <a:pt x="2" y="8"/>
                      <a:pt x="3" y="10"/>
                      <a:pt x="5" y="9"/>
                    </a:cubicBezTo>
                    <a:cubicBezTo>
                      <a:pt x="6" y="8"/>
                      <a:pt x="6" y="6"/>
                      <a:pt x="7" y="5"/>
                    </a:cubicBezTo>
                    <a:cubicBezTo>
                      <a:pt x="8" y="4"/>
                      <a:pt x="9" y="3"/>
                      <a:pt x="8" y="2"/>
                    </a:cubicBezTo>
                    <a:cubicBezTo>
                      <a:pt x="7" y="1"/>
                      <a:pt x="5" y="0"/>
                      <a:pt x="4" y="1"/>
                    </a:cubicBezTo>
                    <a:cubicBezTo>
                      <a:pt x="6" y="2"/>
                      <a:pt x="5" y="5"/>
                      <a:pt x="4" y="7"/>
                    </a:cubicBezTo>
                  </a:path>
                </a:pathLst>
              </a:custGeom>
              <a:solidFill>
                <a:srgbClr val="CB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5" name="Freeform 1153">
                <a:extLst>
                  <a:ext uri="{FF2B5EF4-FFF2-40B4-BE49-F238E27FC236}">
                    <a16:creationId xmlns:a16="http://schemas.microsoft.com/office/drawing/2014/main" id="{FBE9D7E0-F8BE-4C72-87CD-73AB46B73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491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95 w 6"/>
                  <a:gd name="T3" fmla="*/ 0 h 7"/>
                  <a:gd name="T4" fmla="*/ 20 w 6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4" y="7"/>
                      <a:pt x="4" y="2"/>
                      <a:pt x="6" y="0"/>
                    </a:cubicBezTo>
                    <a:cubicBezTo>
                      <a:pt x="4" y="1"/>
                      <a:pt x="3" y="3"/>
                      <a:pt x="1" y="4"/>
                    </a:cubicBezTo>
                  </a:path>
                </a:pathLst>
              </a:custGeom>
              <a:solidFill>
                <a:srgbClr val="CB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6" name="Freeform 1154">
                <a:extLst>
                  <a:ext uri="{FF2B5EF4-FFF2-40B4-BE49-F238E27FC236}">
                    <a16:creationId xmlns:a16="http://schemas.microsoft.com/office/drawing/2014/main" id="{7FD13AA7-D6C7-4024-8A53-8A7A6B4C4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475"/>
                <a:ext cx="8" cy="27"/>
              </a:xfrm>
              <a:custGeom>
                <a:avLst/>
                <a:gdLst>
                  <a:gd name="T0" fmla="*/ 0 w 3"/>
                  <a:gd name="T1" fmla="*/ 0 h 10"/>
                  <a:gd name="T2" fmla="*/ 35 w 3"/>
                  <a:gd name="T3" fmla="*/ 81 h 10"/>
                  <a:gd name="T4" fmla="*/ 21 w 3"/>
                  <a:gd name="T5" fmla="*/ 197 h 10"/>
                  <a:gd name="T6" fmla="*/ 21 w 3"/>
                  <a:gd name="T7" fmla="*/ 103 h 10"/>
                  <a:gd name="T8" fmla="*/ 0 w 3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2" y="2"/>
                      <a:pt x="3" y="2"/>
                      <a:pt x="2" y="4"/>
                    </a:cubicBezTo>
                    <a:cubicBezTo>
                      <a:pt x="2" y="6"/>
                      <a:pt x="2" y="8"/>
                      <a:pt x="1" y="10"/>
                    </a:cubicBezTo>
                    <a:cubicBezTo>
                      <a:pt x="1" y="8"/>
                      <a:pt x="1" y="6"/>
                      <a:pt x="1" y="5"/>
                    </a:cubicBezTo>
                    <a:cubicBezTo>
                      <a:pt x="1" y="3"/>
                      <a:pt x="1" y="2"/>
                      <a:pt x="0" y="1"/>
                    </a:cubicBezTo>
                  </a:path>
                </a:pathLst>
              </a:custGeom>
              <a:solidFill>
                <a:srgbClr val="CB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7" name="Freeform 1155">
                <a:extLst>
                  <a:ext uri="{FF2B5EF4-FFF2-40B4-BE49-F238E27FC236}">
                    <a16:creationId xmlns:a16="http://schemas.microsoft.com/office/drawing/2014/main" id="{DFD6DBDA-09BF-4D74-9278-AAC4E3C19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518"/>
                <a:ext cx="12" cy="13"/>
              </a:xfrm>
              <a:custGeom>
                <a:avLst/>
                <a:gdLst>
                  <a:gd name="T0" fmla="*/ 0 w 5"/>
                  <a:gd name="T1" fmla="*/ 68 h 5"/>
                  <a:gd name="T2" fmla="*/ 58 w 5"/>
                  <a:gd name="T3" fmla="*/ 68 h 5"/>
                  <a:gd name="T4" fmla="*/ 12 w 5"/>
                  <a:gd name="T5" fmla="*/ 0 h 5"/>
                  <a:gd name="T6" fmla="*/ 29 w 5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1" y="4"/>
                      <a:pt x="4" y="5"/>
                      <a:pt x="4" y="4"/>
                    </a:cubicBezTo>
                    <a:cubicBezTo>
                      <a:pt x="5" y="3"/>
                      <a:pt x="2" y="0"/>
                      <a:pt x="1" y="0"/>
                    </a:cubicBezTo>
                    <a:cubicBezTo>
                      <a:pt x="2" y="1"/>
                      <a:pt x="3" y="3"/>
                      <a:pt x="2" y="3"/>
                    </a:cubicBezTo>
                  </a:path>
                </a:pathLst>
              </a:custGeom>
              <a:solidFill>
                <a:srgbClr val="CB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8" name="Freeform 1156">
                <a:extLst>
                  <a:ext uri="{FF2B5EF4-FFF2-40B4-BE49-F238E27FC236}">
                    <a16:creationId xmlns:a16="http://schemas.microsoft.com/office/drawing/2014/main" id="{70C8485C-BFF8-4E72-B036-7AF54C8CC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534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83 w 6"/>
                  <a:gd name="T3" fmla="*/ 47 h 4"/>
                  <a:gd name="T4" fmla="*/ 33 w 6"/>
                  <a:gd name="T5" fmla="*/ 0 h 4"/>
                  <a:gd name="T6" fmla="*/ 33 w 6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4"/>
                      <a:pt x="4" y="4"/>
                      <a:pt x="5" y="2"/>
                    </a:cubicBezTo>
                    <a:cubicBezTo>
                      <a:pt x="6" y="0"/>
                      <a:pt x="3" y="1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</a:path>
                </a:pathLst>
              </a:custGeom>
              <a:solidFill>
                <a:srgbClr val="CB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9" name="Freeform 1157">
                <a:extLst>
                  <a:ext uri="{FF2B5EF4-FFF2-40B4-BE49-F238E27FC236}">
                    <a16:creationId xmlns:a16="http://schemas.microsoft.com/office/drawing/2014/main" id="{327C15CB-58F6-4E4A-A97F-F90DF8260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569"/>
                <a:ext cx="15" cy="18"/>
              </a:xfrm>
              <a:custGeom>
                <a:avLst/>
                <a:gdLst>
                  <a:gd name="T0" fmla="*/ 20 w 6"/>
                  <a:gd name="T1" fmla="*/ 118 h 7"/>
                  <a:gd name="T2" fmla="*/ 63 w 6"/>
                  <a:gd name="T3" fmla="*/ 85 h 7"/>
                  <a:gd name="T4" fmla="*/ 83 w 6"/>
                  <a:gd name="T5" fmla="*/ 33 h 7"/>
                  <a:gd name="T6" fmla="*/ 95 w 6"/>
                  <a:gd name="T7" fmla="*/ 0 h 7"/>
                  <a:gd name="T8" fmla="*/ 50 w 6"/>
                  <a:gd name="T9" fmla="*/ 54 h 7"/>
                  <a:gd name="T10" fmla="*/ 33 w 6"/>
                  <a:gd name="T11" fmla="*/ 100 h 7"/>
                  <a:gd name="T12" fmla="*/ 0 w 6"/>
                  <a:gd name="T13" fmla="*/ 1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1" y="7"/>
                    </a:moveTo>
                    <a:cubicBezTo>
                      <a:pt x="2" y="7"/>
                      <a:pt x="4" y="6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CB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0" name="Freeform 1158">
                <a:extLst>
                  <a:ext uri="{FF2B5EF4-FFF2-40B4-BE49-F238E27FC236}">
                    <a16:creationId xmlns:a16="http://schemas.microsoft.com/office/drawing/2014/main" id="{D037FCC8-3B51-444B-A1F9-175AF4275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569"/>
                <a:ext cx="15" cy="26"/>
              </a:xfrm>
              <a:custGeom>
                <a:avLst/>
                <a:gdLst>
                  <a:gd name="T0" fmla="*/ 0 w 6"/>
                  <a:gd name="T1" fmla="*/ 122 h 10"/>
                  <a:gd name="T2" fmla="*/ 83 w 6"/>
                  <a:gd name="T3" fmla="*/ 55 h 10"/>
                  <a:gd name="T4" fmla="*/ 83 w 6"/>
                  <a:gd name="T5" fmla="*/ 21 h 10"/>
                  <a:gd name="T6" fmla="*/ 50 w 6"/>
                  <a:gd name="T7" fmla="*/ 21 h 10"/>
                  <a:gd name="T8" fmla="*/ 33 w 6"/>
                  <a:gd name="T9" fmla="*/ 0 h 10"/>
                  <a:gd name="T10" fmla="*/ 20 w 6"/>
                  <a:gd name="T11" fmla="*/ 109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0" y="7"/>
                    </a:moveTo>
                    <a:cubicBezTo>
                      <a:pt x="2" y="10"/>
                      <a:pt x="5" y="4"/>
                      <a:pt x="5" y="3"/>
                    </a:cubicBezTo>
                    <a:cubicBezTo>
                      <a:pt x="5" y="2"/>
                      <a:pt x="6" y="1"/>
                      <a:pt x="5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3" y="2"/>
                      <a:pt x="3" y="4"/>
                      <a:pt x="1" y="6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1" name="Freeform 1159">
                <a:extLst>
                  <a:ext uri="{FF2B5EF4-FFF2-40B4-BE49-F238E27FC236}">
                    <a16:creationId xmlns:a16="http://schemas.microsoft.com/office/drawing/2014/main" id="{5C72B507-4FCD-43DD-BC28-B814CC8DB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02"/>
                <a:ext cx="15" cy="21"/>
              </a:xfrm>
              <a:custGeom>
                <a:avLst/>
                <a:gdLst>
                  <a:gd name="T0" fmla="*/ 0 w 6"/>
                  <a:gd name="T1" fmla="*/ 89 h 8"/>
                  <a:gd name="T2" fmla="*/ 83 w 6"/>
                  <a:gd name="T3" fmla="*/ 110 h 8"/>
                  <a:gd name="T4" fmla="*/ 33 w 6"/>
                  <a:gd name="T5" fmla="*/ 0 h 8"/>
                  <a:gd name="T6" fmla="*/ 33 w 6"/>
                  <a:gd name="T7" fmla="*/ 8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7"/>
                      <a:pt x="3" y="8"/>
                      <a:pt x="5" y="6"/>
                    </a:cubicBezTo>
                    <a:cubicBezTo>
                      <a:pt x="6" y="4"/>
                      <a:pt x="4" y="1"/>
                      <a:pt x="2" y="0"/>
                    </a:cubicBezTo>
                    <a:cubicBezTo>
                      <a:pt x="4" y="2"/>
                      <a:pt x="3" y="3"/>
                      <a:pt x="2" y="5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2" name="Freeform 1160">
                <a:extLst>
                  <a:ext uri="{FF2B5EF4-FFF2-40B4-BE49-F238E27FC236}">
                    <a16:creationId xmlns:a16="http://schemas.microsoft.com/office/drawing/2014/main" id="{A87303EA-9C3E-4073-BD62-C93A4D76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505"/>
                <a:ext cx="20" cy="18"/>
              </a:xfrm>
              <a:custGeom>
                <a:avLst/>
                <a:gdLst>
                  <a:gd name="T0" fmla="*/ 0 w 8"/>
                  <a:gd name="T1" fmla="*/ 67 h 7"/>
                  <a:gd name="T2" fmla="*/ 50 w 8"/>
                  <a:gd name="T3" fmla="*/ 85 h 7"/>
                  <a:gd name="T4" fmla="*/ 125 w 8"/>
                  <a:gd name="T5" fmla="*/ 0 h 7"/>
                  <a:gd name="T6" fmla="*/ 20 w 8"/>
                  <a:gd name="T7" fmla="*/ 6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1" y="6"/>
                      <a:pt x="1" y="7"/>
                      <a:pt x="3" y="5"/>
                    </a:cubicBezTo>
                    <a:cubicBezTo>
                      <a:pt x="4" y="4"/>
                      <a:pt x="8" y="1"/>
                      <a:pt x="8" y="0"/>
                    </a:cubicBezTo>
                    <a:cubicBezTo>
                      <a:pt x="6" y="1"/>
                      <a:pt x="3" y="5"/>
                      <a:pt x="1" y="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3" name="Freeform 1161">
                <a:extLst>
                  <a:ext uri="{FF2B5EF4-FFF2-40B4-BE49-F238E27FC236}">
                    <a16:creationId xmlns:a16="http://schemas.microsoft.com/office/drawing/2014/main" id="{88295F2C-AF05-474B-B8EA-C817E56A4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507"/>
                <a:ext cx="50" cy="48"/>
              </a:xfrm>
              <a:custGeom>
                <a:avLst/>
                <a:gdLst>
                  <a:gd name="T0" fmla="*/ 250 w 20"/>
                  <a:gd name="T1" fmla="*/ 21 h 18"/>
                  <a:gd name="T2" fmla="*/ 175 w 20"/>
                  <a:gd name="T3" fmla="*/ 0 h 18"/>
                  <a:gd name="T4" fmla="*/ 63 w 20"/>
                  <a:gd name="T5" fmla="*/ 136 h 18"/>
                  <a:gd name="T6" fmla="*/ 0 w 20"/>
                  <a:gd name="T7" fmla="*/ 192 h 18"/>
                  <a:gd name="T8" fmla="*/ 0 w 20"/>
                  <a:gd name="T9" fmla="*/ 285 h 18"/>
                  <a:gd name="T10" fmla="*/ 0 w 20"/>
                  <a:gd name="T11" fmla="*/ 307 h 18"/>
                  <a:gd name="T12" fmla="*/ 33 w 20"/>
                  <a:gd name="T13" fmla="*/ 320 h 18"/>
                  <a:gd name="T14" fmla="*/ 63 w 20"/>
                  <a:gd name="T15" fmla="*/ 341 h 18"/>
                  <a:gd name="T16" fmla="*/ 63 w 20"/>
                  <a:gd name="T17" fmla="*/ 264 h 18"/>
                  <a:gd name="T18" fmla="*/ 95 w 20"/>
                  <a:gd name="T19" fmla="*/ 248 h 18"/>
                  <a:gd name="T20" fmla="*/ 145 w 20"/>
                  <a:gd name="T21" fmla="*/ 171 h 18"/>
                  <a:gd name="T22" fmla="*/ 175 w 20"/>
                  <a:gd name="T23" fmla="*/ 149 h 18"/>
                  <a:gd name="T24" fmla="*/ 188 w 20"/>
                  <a:gd name="T25" fmla="*/ 136 h 18"/>
                  <a:gd name="T26" fmla="*/ 208 w 20"/>
                  <a:gd name="T27" fmla="*/ 93 h 18"/>
                  <a:gd name="T28" fmla="*/ 250 w 20"/>
                  <a:gd name="T29" fmla="*/ 93 h 18"/>
                  <a:gd name="T30" fmla="*/ 300 w 20"/>
                  <a:gd name="T31" fmla="*/ 171 h 18"/>
                  <a:gd name="T32" fmla="*/ 313 w 20"/>
                  <a:gd name="T33" fmla="*/ 136 h 18"/>
                  <a:gd name="T34" fmla="*/ 250 w 20"/>
                  <a:gd name="T35" fmla="*/ 21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" h="18">
                    <a:moveTo>
                      <a:pt x="16" y="1"/>
                    </a:moveTo>
                    <a:cubicBezTo>
                      <a:pt x="15" y="1"/>
                      <a:pt x="13" y="1"/>
                      <a:pt x="11" y="0"/>
                    </a:cubicBezTo>
                    <a:cubicBezTo>
                      <a:pt x="13" y="4"/>
                      <a:pt x="7" y="7"/>
                      <a:pt x="4" y="7"/>
                    </a:cubicBezTo>
                    <a:cubicBezTo>
                      <a:pt x="3" y="9"/>
                      <a:pt x="2" y="11"/>
                      <a:pt x="0" y="10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2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7"/>
                      <a:pt x="3" y="15"/>
                      <a:pt x="4" y="14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8" y="12"/>
                      <a:pt x="8" y="11"/>
                      <a:pt x="9" y="9"/>
                    </a:cubicBezTo>
                    <a:cubicBezTo>
                      <a:pt x="10" y="9"/>
                      <a:pt x="10" y="8"/>
                      <a:pt x="11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7" y="6"/>
                      <a:pt x="18" y="7"/>
                      <a:pt x="19" y="9"/>
                    </a:cubicBezTo>
                    <a:cubicBezTo>
                      <a:pt x="19" y="9"/>
                      <a:pt x="20" y="8"/>
                      <a:pt x="20" y="7"/>
                    </a:cubicBezTo>
                    <a:cubicBezTo>
                      <a:pt x="18" y="6"/>
                      <a:pt x="18" y="3"/>
                      <a:pt x="16" y="1"/>
                    </a:cubicBezTo>
                    <a:close/>
                  </a:path>
                </a:pathLst>
              </a:custGeom>
              <a:solidFill>
                <a:srgbClr val="8A0E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4" name="Freeform 1162">
                <a:extLst>
                  <a:ext uri="{FF2B5EF4-FFF2-40B4-BE49-F238E27FC236}">
                    <a16:creationId xmlns:a16="http://schemas.microsoft.com/office/drawing/2014/main" id="{0A967402-8A81-42D4-BDEF-1861E524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395"/>
                <a:ext cx="20" cy="16"/>
              </a:xfrm>
              <a:custGeom>
                <a:avLst/>
                <a:gdLst>
                  <a:gd name="T0" fmla="*/ 0 w 8"/>
                  <a:gd name="T1" fmla="*/ 115 h 6"/>
                  <a:gd name="T2" fmla="*/ 125 w 8"/>
                  <a:gd name="T3" fmla="*/ 21 h 6"/>
                  <a:gd name="T4" fmla="*/ 33 w 8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3"/>
                      <a:pt x="3" y="0"/>
                      <a:pt x="8" y="1"/>
                    </a:cubicBezTo>
                    <a:cubicBezTo>
                      <a:pt x="6" y="1"/>
                      <a:pt x="4" y="3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5" name="Freeform 1163">
                <a:extLst>
                  <a:ext uri="{FF2B5EF4-FFF2-40B4-BE49-F238E27FC236}">
                    <a16:creationId xmlns:a16="http://schemas.microsoft.com/office/drawing/2014/main" id="{ED8C85B4-E36F-4244-8D24-8088E3F0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385"/>
                <a:ext cx="18" cy="24"/>
              </a:xfrm>
              <a:custGeom>
                <a:avLst/>
                <a:gdLst>
                  <a:gd name="T0" fmla="*/ 21 w 7"/>
                  <a:gd name="T1" fmla="*/ 171 h 9"/>
                  <a:gd name="T2" fmla="*/ 33 w 7"/>
                  <a:gd name="T3" fmla="*/ 56 h 9"/>
                  <a:gd name="T4" fmla="*/ 118 w 7"/>
                  <a:gd name="T5" fmla="*/ 21 h 9"/>
                  <a:gd name="T6" fmla="*/ 54 w 7"/>
                  <a:gd name="T7" fmla="*/ 115 h 9"/>
                  <a:gd name="T8" fmla="*/ 33 w 7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7"/>
                      <a:pt x="0" y="5"/>
                      <a:pt x="2" y="3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4" y="1"/>
                      <a:pt x="4" y="4"/>
                      <a:pt x="3" y="6"/>
                    </a:cubicBezTo>
                    <a:cubicBezTo>
                      <a:pt x="2" y="7"/>
                      <a:pt x="1" y="8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6" name="Freeform 1164">
                <a:extLst>
                  <a:ext uri="{FF2B5EF4-FFF2-40B4-BE49-F238E27FC236}">
                    <a16:creationId xmlns:a16="http://schemas.microsoft.com/office/drawing/2014/main" id="{DBEB9D50-DBD3-403B-A6C0-99F27D364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403"/>
                <a:ext cx="15" cy="24"/>
              </a:xfrm>
              <a:custGeom>
                <a:avLst/>
                <a:gdLst>
                  <a:gd name="T0" fmla="*/ 95 w 6"/>
                  <a:gd name="T1" fmla="*/ 0 h 9"/>
                  <a:gd name="T2" fmla="*/ 20 w 6"/>
                  <a:gd name="T3" fmla="*/ 77 h 9"/>
                  <a:gd name="T4" fmla="*/ 0 w 6"/>
                  <a:gd name="T5" fmla="*/ 93 h 9"/>
                  <a:gd name="T6" fmla="*/ 50 w 6"/>
                  <a:gd name="T7" fmla="*/ 171 h 9"/>
                  <a:gd name="T8" fmla="*/ 50 w 6"/>
                  <a:gd name="T9" fmla="*/ 77 h 9"/>
                  <a:gd name="T10" fmla="*/ 95 w 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4" y="2"/>
                      <a:pt x="2" y="2"/>
                      <a:pt x="1" y="4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1" y="7"/>
                      <a:pt x="2" y="8"/>
                      <a:pt x="3" y="9"/>
                    </a:cubicBezTo>
                    <a:cubicBezTo>
                      <a:pt x="2" y="7"/>
                      <a:pt x="2" y="5"/>
                      <a:pt x="3" y="4"/>
                    </a:cubicBezTo>
                    <a:cubicBezTo>
                      <a:pt x="4" y="2"/>
                      <a:pt x="5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7" name="Freeform 1165">
                <a:extLst>
                  <a:ext uri="{FF2B5EF4-FFF2-40B4-BE49-F238E27FC236}">
                    <a16:creationId xmlns:a16="http://schemas.microsoft.com/office/drawing/2014/main" id="{1C85262F-6B65-45D4-9BD4-19355E668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361"/>
                <a:ext cx="20" cy="26"/>
              </a:xfrm>
              <a:custGeom>
                <a:avLst/>
                <a:gdLst>
                  <a:gd name="T0" fmla="*/ 125 w 8"/>
                  <a:gd name="T1" fmla="*/ 55 h 10"/>
                  <a:gd name="T2" fmla="*/ 20 w 8"/>
                  <a:gd name="T3" fmla="*/ 34 h 10"/>
                  <a:gd name="T4" fmla="*/ 33 w 8"/>
                  <a:gd name="T5" fmla="*/ 88 h 10"/>
                  <a:gd name="T6" fmla="*/ 33 w 8"/>
                  <a:gd name="T7" fmla="*/ 177 h 10"/>
                  <a:gd name="T8" fmla="*/ 63 w 8"/>
                  <a:gd name="T9" fmla="*/ 68 h 10"/>
                  <a:gd name="T10" fmla="*/ 125 w 8"/>
                  <a:gd name="T11" fmla="*/ 6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cubicBezTo>
                      <a:pt x="6" y="4"/>
                      <a:pt x="3" y="0"/>
                      <a:pt x="1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6"/>
                      <a:pt x="2" y="8"/>
                      <a:pt x="2" y="10"/>
                    </a:cubicBezTo>
                    <a:cubicBezTo>
                      <a:pt x="2" y="9"/>
                      <a:pt x="3" y="5"/>
                      <a:pt x="4" y="4"/>
                    </a:cubicBezTo>
                    <a:cubicBezTo>
                      <a:pt x="5" y="3"/>
                      <a:pt x="7" y="4"/>
                      <a:pt x="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8" name="Freeform 1166">
                <a:extLst>
                  <a:ext uri="{FF2B5EF4-FFF2-40B4-BE49-F238E27FC236}">
                    <a16:creationId xmlns:a16="http://schemas.microsoft.com/office/drawing/2014/main" id="{18AA47C8-5D85-4582-A7A9-B90D20E04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374"/>
                <a:ext cx="17" cy="19"/>
              </a:xfrm>
              <a:custGeom>
                <a:avLst/>
                <a:gdLst>
                  <a:gd name="T0" fmla="*/ 100 w 7"/>
                  <a:gd name="T1" fmla="*/ 81 h 7"/>
                  <a:gd name="T2" fmla="*/ 29 w 7"/>
                  <a:gd name="T3" fmla="*/ 0 h 7"/>
                  <a:gd name="T4" fmla="*/ 0 w 7"/>
                  <a:gd name="T5" fmla="*/ 141 h 7"/>
                  <a:gd name="T6" fmla="*/ 29 w 7"/>
                  <a:gd name="T7" fmla="*/ 117 h 7"/>
                  <a:gd name="T8" fmla="*/ 41 w 7"/>
                  <a:gd name="T9" fmla="*/ 60 h 7"/>
                  <a:gd name="T10" fmla="*/ 70 w 7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6" y="3"/>
                      <a:pt x="4" y="0"/>
                      <a:pt x="2" y="0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1" y="6"/>
                      <a:pt x="2" y="6"/>
                    </a:cubicBezTo>
                    <a:cubicBezTo>
                      <a:pt x="2" y="5"/>
                      <a:pt x="2" y="3"/>
                      <a:pt x="3" y="3"/>
                    </a:cubicBezTo>
                    <a:cubicBezTo>
                      <a:pt x="4" y="2"/>
                      <a:pt x="5" y="2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9" name="Freeform 1167">
                <a:extLst>
                  <a:ext uri="{FF2B5EF4-FFF2-40B4-BE49-F238E27FC236}">
                    <a16:creationId xmlns:a16="http://schemas.microsoft.com/office/drawing/2014/main" id="{49778371-6183-4166-AAFB-4EA20A5AE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398"/>
                <a:ext cx="28" cy="24"/>
              </a:xfrm>
              <a:custGeom>
                <a:avLst/>
                <a:gdLst>
                  <a:gd name="T0" fmla="*/ 0 w 11"/>
                  <a:gd name="T1" fmla="*/ 93 h 9"/>
                  <a:gd name="T2" fmla="*/ 84 w 11"/>
                  <a:gd name="T3" fmla="*/ 56 h 9"/>
                  <a:gd name="T4" fmla="*/ 181 w 11"/>
                  <a:gd name="T5" fmla="*/ 0 h 9"/>
                  <a:gd name="T6" fmla="*/ 163 w 11"/>
                  <a:gd name="T7" fmla="*/ 35 h 9"/>
                  <a:gd name="T8" fmla="*/ 97 w 11"/>
                  <a:gd name="T9" fmla="*/ 77 h 9"/>
                  <a:gd name="T10" fmla="*/ 33 w 11"/>
                  <a:gd name="T11" fmla="*/ 171 h 9"/>
                  <a:gd name="T12" fmla="*/ 0 w 11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0" y="5"/>
                    </a:moveTo>
                    <a:cubicBezTo>
                      <a:pt x="1" y="3"/>
                      <a:pt x="3" y="3"/>
                      <a:pt x="5" y="3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11" y="1"/>
                      <a:pt x="11" y="2"/>
                      <a:pt x="10" y="2"/>
                    </a:cubicBezTo>
                    <a:cubicBezTo>
                      <a:pt x="9" y="3"/>
                      <a:pt x="7" y="4"/>
                      <a:pt x="6" y="4"/>
                    </a:cubicBezTo>
                    <a:cubicBezTo>
                      <a:pt x="3" y="5"/>
                      <a:pt x="2" y="6"/>
                      <a:pt x="2" y="9"/>
                    </a:cubicBezTo>
                    <a:cubicBezTo>
                      <a:pt x="0" y="9"/>
                      <a:pt x="0" y="7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0" name="Freeform 1168">
                <a:extLst>
                  <a:ext uri="{FF2B5EF4-FFF2-40B4-BE49-F238E27FC236}">
                    <a16:creationId xmlns:a16="http://schemas.microsoft.com/office/drawing/2014/main" id="{0E1C8F0B-DFA0-4F02-B494-279F13ABA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430"/>
                <a:ext cx="22" cy="13"/>
              </a:xfrm>
              <a:custGeom>
                <a:avLst/>
                <a:gdLst>
                  <a:gd name="T0" fmla="*/ 0 w 9"/>
                  <a:gd name="T1" fmla="*/ 55 h 5"/>
                  <a:gd name="T2" fmla="*/ 132 w 9"/>
                  <a:gd name="T3" fmla="*/ 0 h 5"/>
                  <a:gd name="T4" fmla="*/ 71 w 9"/>
                  <a:gd name="T5" fmla="*/ 68 h 5"/>
                  <a:gd name="T6" fmla="*/ 0 w 9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3"/>
                    </a:moveTo>
                    <a:cubicBezTo>
                      <a:pt x="3" y="4"/>
                      <a:pt x="7" y="1"/>
                      <a:pt x="9" y="0"/>
                    </a:cubicBezTo>
                    <a:cubicBezTo>
                      <a:pt x="8" y="2"/>
                      <a:pt x="7" y="4"/>
                      <a:pt x="5" y="4"/>
                    </a:cubicBezTo>
                    <a:cubicBezTo>
                      <a:pt x="3" y="5"/>
                      <a:pt x="2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1" name="Freeform 1169">
                <a:extLst>
                  <a:ext uri="{FF2B5EF4-FFF2-40B4-BE49-F238E27FC236}">
                    <a16:creationId xmlns:a16="http://schemas.microsoft.com/office/drawing/2014/main" id="{DDAB7E33-9633-4B3E-84B5-7EED0B005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419"/>
                <a:ext cx="18" cy="24"/>
              </a:xfrm>
              <a:custGeom>
                <a:avLst/>
                <a:gdLst>
                  <a:gd name="T0" fmla="*/ 118 w 7"/>
                  <a:gd name="T1" fmla="*/ 0 h 9"/>
                  <a:gd name="T2" fmla="*/ 67 w 7"/>
                  <a:gd name="T3" fmla="*/ 21 h 9"/>
                  <a:gd name="T4" fmla="*/ 33 w 7"/>
                  <a:gd name="T5" fmla="*/ 56 h 9"/>
                  <a:gd name="T6" fmla="*/ 0 w 7"/>
                  <a:gd name="T7" fmla="*/ 93 h 9"/>
                  <a:gd name="T8" fmla="*/ 33 w 7"/>
                  <a:gd name="T9" fmla="*/ 171 h 9"/>
                  <a:gd name="T10" fmla="*/ 54 w 7"/>
                  <a:gd name="T11" fmla="*/ 77 h 9"/>
                  <a:gd name="T12" fmla="*/ 100 w 7"/>
                  <a:gd name="T13" fmla="*/ 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6" y="1"/>
                      <a:pt x="5" y="0"/>
                      <a:pt x="4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6"/>
                      <a:pt x="1" y="9"/>
                      <a:pt x="2" y="9"/>
                    </a:cubicBezTo>
                    <a:cubicBezTo>
                      <a:pt x="2" y="7"/>
                      <a:pt x="1" y="5"/>
                      <a:pt x="3" y="4"/>
                    </a:cubicBezTo>
                    <a:cubicBezTo>
                      <a:pt x="4" y="3"/>
                      <a:pt x="6" y="2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2" name="Freeform 1170">
                <a:extLst>
                  <a:ext uri="{FF2B5EF4-FFF2-40B4-BE49-F238E27FC236}">
                    <a16:creationId xmlns:a16="http://schemas.microsoft.com/office/drawing/2014/main" id="{98280AC0-1C46-481F-A436-26D36B12B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425"/>
                <a:ext cx="25" cy="21"/>
              </a:xfrm>
              <a:custGeom>
                <a:avLst/>
                <a:gdLst>
                  <a:gd name="T0" fmla="*/ 158 w 10"/>
                  <a:gd name="T1" fmla="*/ 55 h 8"/>
                  <a:gd name="T2" fmla="*/ 50 w 10"/>
                  <a:gd name="T3" fmla="*/ 34 h 8"/>
                  <a:gd name="T4" fmla="*/ 20 w 10"/>
                  <a:gd name="T5" fmla="*/ 144 h 8"/>
                  <a:gd name="T6" fmla="*/ 63 w 10"/>
                  <a:gd name="T7" fmla="*/ 55 h 8"/>
                  <a:gd name="T8" fmla="*/ 113 w 10"/>
                  <a:gd name="T9" fmla="*/ 76 h 8"/>
                  <a:gd name="T10" fmla="*/ 145 w 10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3"/>
                    </a:moveTo>
                    <a:cubicBezTo>
                      <a:pt x="7" y="4"/>
                      <a:pt x="6" y="0"/>
                      <a:pt x="3" y="2"/>
                    </a:cubicBezTo>
                    <a:cubicBezTo>
                      <a:pt x="0" y="3"/>
                      <a:pt x="0" y="5"/>
                      <a:pt x="1" y="8"/>
                    </a:cubicBezTo>
                    <a:cubicBezTo>
                      <a:pt x="1" y="5"/>
                      <a:pt x="2" y="3"/>
                      <a:pt x="4" y="3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4"/>
                      <a:pt x="9" y="3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3" name="Freeform 1171">
                <a:extLst>
                  <a:ext uri="{FF2B5EF4-FFF2-40B4-BE49-F238E27FC236}">
                    <a16:creationId xmlns:a16="http://schemas.microsoft.com/office/drawing/2014/main" id="{2212F814-AA6B-4979-88E7-F860907CE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449"/>
                <a:ext cx="20" cy="13"/>
              </a:xfrm>
              <a:custGeom>
                <a:avLst/>
                <a:gdLst>
                  <a:gd name="T0" fmla="*/ 0 w 8"/>
                  <a:gd name="T1" fmla="*/ 68 h 5"/>
                  <a:gd name="T2" fmla="*/ 125 w 8"/>
                  <a:gd name="T3" fmla="*/ 0 h 5"/>
                  <a:gd name="T4" fmla="*/ 95 w 8"/>
                  <a:gd name="T5" fmla="*/ 68 h 5"/>
                  <a:gd name="T6" fmla="*/ 50 w 8"/>
                  <a:gd name="T7" fmla="*/ 88 h 5"/>
                  <a:gd name="T8" fmla="*/ 0 w 8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3" y="4"/>
                      <a:pt x="6" y="3"/>
                      <a:pt x="8" y="0"/>
                    </a:cubicBezTo>
                    <a:cubicBezTo>
                      <a:pt x="7" y="2"/>
                      <a:pt x="7" y="3"/>
                      <a:pt x="6" y="4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4" name="Freeform 1172">
                <a:extLst>
                  <a:ext uri="{FF2B5EF4-FFF2-40B4-BE49-F238E27FC236}">
                    <a16:creationId xmlns:a16="http://schemas.microsoft.com/office/drawing/2014/main" id="{F5DC2240-AB4E-452C-998A-92745E199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433"/>
                <a:ext cx="20" cy="10"/>
              </a:xfrm>
              <a:custGeom>
                <a:avLst/>
                <a:gdLst>
                  <a:gd name="T0" fmla="*/ 0 w 8"/>
                  <a:gd name="T1" fmla="*/ 50 h 4"/>
                  <a:gd name="T2" fmla="*/ 83 w 8"/>
                  <a:gd name="T3" fmla="*/ 20 h 4"/>
                  <a:gd name="T4" fmla="*/ 125 w 8"/>
                  <a:gd name="T5" fmla="*/ 50 h 4"/>
                  <a:gd name="T6" fmla="*/ 83 w 8"/>
                  <a:gd name="T7" fmla="*/ 50 h 4"/>
                  <a:gd name="T8" fmla="*/ 0 w 8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0" y="3"/>
                    </a:moveTo>
                    <a:cubicBezTo>
                      <a:pt x="2" y="3"/>
                      <a:pt x="4" y="2"/>
                      <a:pt x="5" y="1"/>
                    </a:cubicBezTo>
                    <a:cubicBezTo>
                      <a:pt x="7" y="0"/>
                      <a:pt x="8" y="0"/>
                      <a:pt x="8" y="3"/>
                    </a:cubicBezTo>
                    <a:cubicBezTo>
                      <a:pt x="8" y="1"/>
                      <a:pt x="6" y="2"/>
                      <a:pt x="5" y="3"/>
                    </a:cubicBezTo>
                    <a:cubicBezTo>
                      <a:pt x="4" y="4"/>
                      <a:pt x="2" y="4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5" name="Freeform 1173">
                <a:extLst>
                  <a:ext uri="{FF2B5EF4-FFF2-40B4-BE49-F238E27FC236}">
                    <a16:creationId xmlns:a16="http://schemas.microsoft.com/office/drawing/2014/main" id="{AF35A410-9D83-4B41-8122-54595A327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369"/>
                <a:ext cx="18" cy="8"/>
              </a:xfrm>
              <a:custGeom>
                <a:avLst/>
                <a:gdLst>
                  <a:gd name="T0" fmla="*/ 21 w 7"/>
                  <a:gd name="T1" fmla="*/ 56 h 3"/>
                  <a:gd name="T2" fmla="*/ 118 w 7"/>
                  <a:gd name="T3" fmla="*/ 21 h 3"/>
                  <a:gd name="T4" fmla="*/ 21 w 7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1" y="3"/>
                    </a:moveTo>
                    <a:cubicBezTo>
                      <a:pt x="0" y="0"/>
                      <a:pt x="6" y="1"/>
                      <a:pt x="7" y="1"/>
                    </a:cubicBezTo>
                    <a:cubicBezTo>
                      <a:pt x="5" y="2"/>
                      <a:pt x="2" y="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6" name="Freeform 1174">
                <a:extLst>
                  <a:ext uri="{FF2B5EF4-FFF2-40B4-BE49-F238E27FC236}">
                    <a16:creationId xmlns:a16="http://schemas.microsoft.com/office/drawing/2014/main" id="{6559BE4D-A250-4B71-A738-82942406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369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21 w 7"/>
                  <a:gd name="T3" fmla="*/ 34 h 8"/>
                  <a:gd name="T4" fmla="*/ 118 w 7"/>
                  <a:gd name="T5" fmla="*/ 0 h 8"/>
                  <a:gd name="T6" fmla="*/ 33 w 7"/>
                  <a:gd name="T7" fmla="*/ 76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0"/>
                    </a:cubicBezTo>
                    <a:cubicBezTo>
                      <a:pt x="5" y="1"/>
                      <a:pt x="3" y="1"/>
                      <a:pt x="2" y="4"/>
                    </a:cubicBezTo>
                    <a:cubicBezTo>
                      <a:pt x="2" y="5"/>
                      <a:pt x="3" y="7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7" name="Freeform 1175">
                <a:extLst>
                  <a:ext uri="{FF2B5EF4-FFF2-40B4-BE49-F238E27FC236}">
                    <a16:creationId xmlns:a16="http://schemas.microsoft.com/office/drawing/2014/main" id="{DA21F3E7-9A56-40D4-BF37-F16D67221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401"/>
                <a:ext cx="25" cy="45"/>
              </a:xfrm>
              <a:custGeom>
                <a:avLst/>
                <a:gdLst>
                  <a:gd name="T0" fmla="*/ 145 w 10"/>
                  <a:gd name="T1" fmla="*/ 315 h 17"/>
                  <a:gd name="T2" fmla="*/ 158 w 10"/>
                  <a:gd name="T3" fmla="*/ 259 h 17"/>
                  <a:gd name="T4" fmla="*/ 125 w 10"/>
                  <a:gd name="T5" fmla="*/ 169 h 17"/>
                  <a:gd name="T6" fmla="*/ 0 w 10"/>
                  <a:gd name="T7" fmla="*/ 0 h 17"/>
                  <a:gd name="T8" fmla="*/ 0 w 10"/>
                  <a:gd name="T9" fmla="*/ 0 h 17"/>
                  <a:gd name="T10" fmla="*/ 63 w 10"/>
                  <a:gd name="T11" fmla="*/ 183 h 17"/>
                  <a:gd name="T12" fmla="*/ 113 w 10"/>
                  <a:gd name="T13" fmla="*/ 294 h 17"/>
                  <a:gd name="T14" fmla="*/ 145 w 10"/>
                  <a:gd name="T15" fmla="*/ 31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9" y="17"/>
                    </a:moveTo>
                    <a:cubicBezTo>
                      <a:pt x="10" y="16"/>
                      <a:pt x="10" y="15"/>
                      <a:pt x="10" y="14"/>
                    </a:cubicBezTo>
                    <a:cubicBezTo>
                      <a:pt x="10" y="12"/>
                      <a:pt x="9" y="11"/>
                      <a:pt x="8" y="9"/>
                    </a:cubicBezTo>
                    <a:cubicBezTo>
                      <a:pt x="7" y="4"/>
                      <a:pt x="6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7" y="6"/>
                      <a:pt x="4" y="10"/>
                    </a:cubicBezTo>
                    <a:cubicBezTo>
                      <a:pt x="6" y="11"/>
                      <a:pt x="8" y="14"/>
                      <a:pt x="7" y="16"/>
                    </a:cubicBezTo>
                    <a:cubicBezTo>
                      <a:pt x="8" y="16"/>
                      <a:pt x="9" y="17"/>
                      <a:pt x="9" y="17"/>
                    </a:cubicBezTo>
                    <a:close/>
                  </a:path>
                </a:pathLst>
              </a:custGeom>
              <a:solidFill>
                <a:srgbClr val="8A0E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8" name="Freeform 1176">
                <a:extLst>
                  <a:ext uri="{FF2B5EF4-FFF2-40B4-BE49-F238E27FC236}">
                    <a16:creationId xmlns:a16="http://schemas.microsoft.com/office/drawing/2014/main" id="{1A07A07F-A659-49FB-93A9-59ADE0727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457"/>
                <a:ext cx="23" cy="13"/>
              </a:xfrm>
              <a:custGeom>
                <a:avLst/>
                <a:gdLst>
                  <a:gd name="T0" fmla="*/ 0 w 9"/>
                  <a:gd name="T1" fmla="*/ 0 h 5"/>
                  <a:gd name="T2" fmla="*/ 66 w 9"/>
                  <a:gd name="T3" fmla="*/ 68 h 5"/>
                  <a:gd name="T4" fmla="*/ 118 w 9"/>
                  <a:gd name="T5" fmla="*/ 88 h 5"/>
                  <a:gd name="T6" fmla="*/ 151 w 9"/>
                  <a:gd name="T7" fmla="*/ 21 h 5"/>
                  <a:gd name="T8" fmla="*/ 20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0" y="3"/>
                      <a:pt x="2" y="3"/>
                      <a:pt x="4" y="4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3"/>
                      <a:pt x="3" y="2"/>
                      <a:pt x="1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9" name="Freeform 1177">
                <a:extLst>
                  <a:ext uri="{FF2B5EF4-FFF2-40B4-BE49-F238E27FC236}">
                    <a16:creationId xmlns:a16="http://schemas.microsoft.com/office/drawing/2014/main" id="{2F196542-33F6-4130-B670-AEFFC847F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433"/>
                <a:ext cx="18" cy="18"/>
              </a:xfrm>
              <a:custGeom>
                <a:avLst/>
                <a:gdLst>
                  <a:gd name="T0" fmla="*/ 0 w 7"/>
                  <a:gd name="T1" fmla="*/ 100 h 7"/>
                  <a:gd name="T2" fmla="*/ 85 w 7"/>
                  <a:gd name="T3" fmla="*/ 100 h 7"/>
                  <a:gd name="T4" fmla="*/ 85 w 7"/>
                  <a:gd name="T5" fmla="*/ 0 h 7"/>
                  <a:gd name="T6" fmla="*/ 0 w 7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1" y="7"/>
                      <a:pt x="4" y="7"/>
                      <a:pt x="5" y="6"/>
                    </a:cubicBezTo>
                    <a:cubicBezTo>
                      <a:pt x="6" y="5"/>
                      <a:pt x="7" y="1"/>
                      <a:pt x="5" y="0"/>
                    </a:cubicBezTo>
                    <a:cubicBezTo>
                      <a:pt x="5" y="2"/>
                      <a:pt x="3" y="7"/>
                      <a:pt x="0" y="7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0" name="Freeform 1178">
                <a:extLst>
                  <a:ext uri="{FF2B5EF4-FFF2-40B4-BE49-F238E27FC236}">
                    <a16:creationId xmlns:a16="http://schemas.microsoft.com/office/drawing/2014/main" id="{AC9240AB-E722-4A2A-B59C-DC2AD9995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403"/>
                <a:ext cx="18" cy="24"/>
              </a:xfrm>
              <a:custGeom>
                <a:avLst/>
                <a:gdLst>
                  <a:gd name="T0" fmla="*/ 0 w 7"/>
                  <a:gd name="T1" fmla="*/ 171 h 9"/>
                  <a:gd name="T2" fmla="*/ 54 w 7"/>
                  <a:gd name="T3" fmla="*/ 136 h 9"/>
                  <a:gd name="T4" fmla="*/ 100 w 7"/>
                  <a:gd name="T5" fmla="*/ 115 h 9"/>
                  <a:gd name="T6" fmla="*/ 100 w 7"/>
                  <a:gd name="T7" fmla="*/ 0 h 9"/>
                  <a:gd name="T8" fmla="*/ 54 w 7"/>
                  <a:gd name="T9" fmla="*/ 93 h 9"/>
                  <a:gd name="T10" fmla="*/ 21 w 7"/>
                  <a:gd name="T11" fmla="*/ 115 h 9"/>
                  <a:gd name="T12" fmla="*/ 0 w 7"/>
                  <a:gd name="T13" fmla="*/ 17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1" y="9"/>
                      <a:pt x="2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7" y="5"/>
                      <a:pt x="7" y="1"/>
                      <a:pt x="6" y="0"/>
                    </a:cubicBezTo>
                    <a:cubicBezTo>
                      <a:pt x="5" y="2"/>
                      <a:pt x="5" y="4"/>
                      <a:pt x="3" y="5"/>
                    </a:cubicBezTo>
                    <a:cubicBezTo>
                      <a:pt x="2" y="6"/>
                      <a:pt x="1" y="5"/>
                      <a:pt x="1" y="6"/>
                    </a:cubicBezTo>
                    <a:cubicBezTo>
                      <a:pt x="1" y="7"/>
                      <a:pt x="1" y="8"/>
                      <a:pt x="0" y="9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1" name="Freeform 1179">
                <a:extLst>
                  <a:ext uri="{FF2B5EF4-FFF2-40B4-BE49-F238E27FC236}">
                    <a16:creationId xmlns:a16="http://schemas.microsoft.com/office/drawing/2014/main" id="{0BCEB587-3334-40C5-92D6-8E7C6B4B4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441"/>
                <a:ext cx="15" cy="10"/>
              </a:xfrm>
              <a:custGeom>
                <a:avLst/>
                <a:gdLst>
                  <a:gd name="T0" fmla="*/ 0 w 6"/>
                  <a:gd name="T1" fmla="*/ 33 h 4"/>
                  <a:gd name="T2" fmla="*/ 33 w 6"/>
                  <a:gd name="T3" fmla="*/ 63 h 4"/>
                  <a:gd name="T4" fmla="*/ 95 w 6"/>
                  <a:gd name="T5" fmla="*/ 20 h 4"/>
                  <a:gd name="T6" fmla="*/ 0 w 6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6" y="2"/>
                      <a:pt x="6" y="1"/>
                    </a:cubicBezTo>
                    <a:cubicBezTo>
                      <a:pt x="4" y="0"/>
                      <a:pt x="2" y="2"/>
                      <a:pt x="0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2" name="Freeform 1180">
                <a:extLst>
                  <a:ext uri="{FF2B5EF4-FFF2-40B4-BE49-F238E27FC236}">
                    <a16:creationId xmlns:a16="http://schemas.microsoft.com/office/drawing/2014/main" id="{D9955A75-80EE-4C5B-ACE3-20FDFF089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49"/>
                <a:ext cx="12" cy="8"/>
              </a:xfrm>
              <a:custGeom>
                <a:avLst/>
                <a:gdLst>
                  <a:gd name="T0" fmla="*/ 0 w 5"/>
                  <a:gd name="T1" fmla="*/ 35 h 3"/>
                  <a:gd name="T2" fmla="*/ 70 w 5"/>
                  <a:gd name="T3" fmla="*/ 56 h 3"/>
                  <a:gd name="T4" fmla="*/ 41 w 5"/>
                  <a:gd name="T5" fmla="*/ 0 h 3"/>
                  <a:gd name="T6" fmla="*/ 0 w 5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2"/>
                      <a:pt x="3" y="3"/>
                      <a:pt x="5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2" y="2"/>
                      <a:pt x="2" y="2"/>
                      <a:pt x="0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3" name="Freeform 1181">
                <a:extLst>
                  <a:ext uri="{FF2B5EF4-FFF2-40B4-BE49-F238E27FC236}">
                    <a16:creationId xmlns:a16="http://schemas.microsoft.com/office/drawing/2014/main" id="{BFCF49F9-2D67-4902-98E0-187867E6F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446"/>
                <a:ext cx="22" cy="11"/>
              </a:xfrm>
              <a:custGeom>
                <a:avLst/>
                <a:gdLst>
                  <a:gd name="T0" fmla="*/ 12 w 9"/>
                  <a:gd name="T1" fmla="*/ 83 h 4"/>
                  <a:gd name="T2" fmla="*/ 90 w 9"/>
                  <a:gd name="T3" fmla="*/ 22 h 4"/>
                  <a:gd name="T4" fmla="*/ 0 w 9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4"/>
                    </a:moveTo>
                    <a:cubicBezTo>
                      <a:pt x="2" y="3"/>
                      <a:pt x="9" y="3"/>
                      <a:pt x="6" y="1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4" name="Freeform 1182">
                <a:extLst>
                  <a:ext uri="{FF2B5EF4-FFF2-40B4-BE49-F238E27FC236}">
                    <a16:creationId xmlns:a16="http://schemas.microsoft.com/office/drawing/2014/main" id="{F5CE5BD2-23D5-4232-8698-98DA774C9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425"/>
                <a:ext cx="15" cy="24"/>
              </a:xfrm>
              <a:custGeom>
                <a:avLst/>
                <a:gdLst>
                  <a:gd name="T0" fmla="*/ 20 w 6"/>
                  <a:gd name="T1" fmla="*/ 171 h 9"/>
                  <a:gd name="T2" fmla="*/ 95 w 6"/>
                  <a:gd name="T3" fmla="*/ 93 h 9"/>
                  <a:gd name="T4" fmla="*/ 50 w 6"/>
                  <a:gd name="T5" fmla="*/ 0 h 9"/>
                  <a:gd name="T6" fmla="*/ 50 w 6"/>
                  <a:gd name="T7" fmla="*/ 77 h 9"/>
                  <a:gd name="T8" fmla="*/ 0 w 6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1" y="9"/>
                    </a:moveTo>
                    <a:cubicBezTo>
                      <a:pt x="2" y="8"/>
                      <a:pt x="6" y="7"/>
                      <a:pt x="6" y="5"/>
                    </a:cubicBezTo>
                    <a:cubicBezTo>
                      <a:pt x="6" y="3"/>
                      <a:pt x="4" y="1"/>
                      <a:pt x="3" y="0"/>
                    </a:cubicBezTo>
                    <a:cubicBezTo>
                      <a:pt x="3" y="1"/>
                      <a:pt x="4" y="3"/>
                      <a:pt x="3" y="4"/>
                    </a:cubicBezTo>
                    <a:cubicBezTo>
                      <a:pt x="3" y="6"/>
                      <a:pt x="1" y="6"/>
                      <a:pt x="0" y="8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5" name="Freeform 1183">
                <a:extLst>
                  <a:ext uri="{FF2B5EF4-FFF2-40B4-BE49-F238E27FC236}">
                    <a16:creationId xmlns:a16="http://schemas.microsoft.com/office/drawing/2014/main" id="{4CBAB4D5-6572-43E2-97D9-63B29A789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411"/>
                <a:ext cx="15" cy="22"/>
              </a:xfrm>
              <a:custGeom>
                <a:avLst/>
                <a:gdLst>
                  <a:gd name="T0" fmla="*/ 0 w 6"/>
                  <a:gd name="T1" fmla="*/ 168 h 8"/>
                  <a:gd name="T2" fmla="*/ 50 w 6"/>
                  <a:gd name="T3" fmla="*/ 129 h 8"/>
                  <a:gd name="T4" fmla="*/ 83 w 6"/>
                  <a:gd name="T5" fmla="*/ 83 h 8"/>
                  <a:gd name="T6" fmla="*/ 33 w 6"/>
                  <a:gd name="T7" fmla="*/ 0 h 8"/>
                  <a:gd name="T8" fmla="*/ 20 w 6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2" y="6"/>
                      <a:pt x="3" y="6"/>
                    </a:cubicBezTo>
                    <a:cubicBezTo>
                      <a:pt x="4" y="5"/>
                      <a:pt x="5" y="5"/>
                      <a:pt x="5" y="4"/>
                    </a:cubicBezTo>
                    <a:cubicBezTo>
                      <a:pt x="6" y="2"/>
                      <a:pt x="4" y="1"/>
                      <a:pt x="2" y="0"/>
                    </a:cubicBezTo>
                    <a:cubicBezTo>
                      <a:pt x="4" y="3"/>
                      <a:pt x="2" y="4"/>
                      <a:pt x="1" y="7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6" name="Freeform 1184">
                <a:extLst>
                  <a:ext uri="{FF2B5EF4-FFF2-40B4-BE49-F238E27FC236}">
                    <a16:creationId xmlns:a16="http://schemas.microsoft.com/office/drawing/2014/main" id="{B00141F4-5D48-45FB-8492-EE07A4B51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451"/>
                <a:ext cx="20" cy="22"/>
              </a:xfrm>
              <a:custGeom>
                <a:avLst/>
                <a:gdLst>
                  <a:gd name="T0" fmla="*/ 0 w 8"/>
                  <a:gd name="T1" fmla="*/ 168 h 8"/>
                  <a:gd name="T2" fmla="*/ 50 w 8"/>
                  <a:gd name="T3" fmla="*/ 129 h 8"/>
                  <a:gd name="T4" fmla="*/ 95 w 8"/>
                  <a:gd name="T5" fmla="*/ 83 h 8"/>
                  <a:gd name="T6" fmla="*/ 83 w 8"/>
                  <a:gd name="T7" fmla="*/ 0 h 8"/>
                  <a:gd name="T8" fmla="*/ 83 w 8"/>
                  <a:gd name="T9" fmla="*/ 83 h 8"/>
                  <a:gd name="T10" fmla="*/ 0 w 8"/>
                  <a:gd name="T11" fmla="*/ 14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7"/>
                      <a:pt x="2" y="6"/>
                      <a:pt x="3" y="6"/>
                    </a:cubicBezTo>
                    <a:cubicBezTo>
                      <a:pt x="5" y="5"/>
                      <a:pt x="6" y="6"/>
                      <a:pt x="6" y="4"/>
                    </a:cubicBezTo>
                    <a:cubicBezTo>
                      <a:pt x="8" y="2"/>
                      <a:pt x="6" y="2"/>
                      <a:pt x="5" y="0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3" y="5"/>
                      <a:pt x="1" y="5"/>
                      <a:pt x="0" y="7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7" name="Freeform 1185">
                <a:extLst>
                  <a:ext uri="{FF2B5EF4-FFF2-40B4-BE49-F238E27FC236}">
                    <a16:creationId xmlns:a16="http://schemas.microsoft.com/office/drawing/2014/main" id="{17759CC7-5F5C-4F97-8361-B1F7D2A4B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435"/>
                <a:ext cx="22" cy="16"/>
              </a:xfrm>
              <a:custGeom>
                <a:avLst/>
                <a:gdLst>
                  <a:gd name="T0" fmla="*/ 0 w 9"/>
                  <a:gd name="T1" fmla="*/ 93 h 6"/>
                  <a:gd name="T2" fmla="*/ 103 w 9"/>
                  <a:gd name="T3" fmla="*/ 77 h 6"/>
                  <a:gd name="T4" fmla="*/ 103 w 9"/>
                  <a:gd name="T5" fmla="*/ 0 h 6"/>
                  <a:gd name="T6" fmla="*/ 0 w 9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5"/>
                    </a:moveTo>
                    <a:cubicBezTo>
                      <a:pt x="2" y="6"/>
                      <a:pt x="5" y="5"/>
                      <a:pt x="7" y="4"/>
                    </a:cubicBezTo>
                    <a:cubicBezTo>
                      <a:pt x="7" y="3"/>
                      <a:pt x="9" y="0"/>
                      <a:pt x="7" y="0"/>
                    </a:cubicBezTo>
                    <a:cubicBezTo>
                      <a:pt x="7" y="3"/>
                      <a:pt x="2" y="4"/>
                      <a:pt x="0" y="5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8" name="Freeform 1186">
                <a:extLst>
                  <a:ext uri="{FF2B5EF4-FFF2-40B4-BE49-F238E27FC236}">
                    <a16:creationId xmlns:a16="http://schemas.microsoft.com/office/drawing/2014/main" id="{56FC2DDE-BF68-45BB-8F43-9DDC936D6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403"/>
                <a:ext cx="15" cy="24"/>
              </a:xfrm>
              <a:custGeom>
                <a:avLst/>
                <a:gdLst>
                  <a:gd name="T0" fmla="*/ 20 w 6"/>
                  <a:gd name="T1" fmla="*/ 136 h 9"/>
                  <a:gd name="T2" fmla="*/ 83 w 6"/>
                  <a:gd name="T3" fmla="*/ 115 h 9"/>
                  <a:gd name="T4" fmla="*/ 83 w 6"/>
                  <a:gd name="T5" fmla="*/ 56 h 9"/>
                  <a:gd name="T6" fmla="*/ 95 w 6"/>
                  <a:gd name="T7" fmla="*/ 0 h 9"/>
                  <a:gd name="T8" fmla="*/ 63 w 6"/>
                  <a:gd name="T9" fmla="*/ 77 h 9"/>
                  <a:gd name="T10" fmla="*/ 33 w 6"/>
                  <a:gd name="T11" fmla="*/ 115 h 9"/>
                  <a:gd name="T12" fmla="*/ 0 w 6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1" y="7"/>
                    </a:moveTo>
                    <a:cubicBezTo>
                      <a:pt x="2" y="9"/>
                      <a:pt x="5" y="9"/>
                      <a:pt x="5" y="6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1"/>
                      <a:pt x="4" y="3"/>
                      <a:pt x="4" y="4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2" y="7"/>
                      <a:pt x="1" y="6"/>
                      <a:pt x="0" y="7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9" name="Freeform 1187">
                <a:extLst>
                  <a:ext uri="{FF2B5EF4-FFF2-40B4-BE49-F238E27FC236}">
                    <a16:creationId xmlns:a16="http://schemas.microsoft.com/office/drawing/2014/main" id="{300B4A79-DDCF-4BDE-82CA-4A5082848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90"/>
                <a:ext cx="28" cy="21"/>
              </a:xfrm>
              <a:custGeom>
                <a:avLst/>
                <a:gdLst>
                  <a:gd name="T0" fmla="*/ 0 w 11"/>
                  <a:gd name="T1" fmla="*/ 144 h 8"/>
                  <a:gd name="T2" fmla="*/ 64 w 11"/>
                  <a:gd name="T3" fmla="*/ 110 h 8"/>
                  <a:gd name="T4" fmla="*/ 181 w 11"/>
                  <a:gd name="T5" fmla="*/ 34 h 8"/>
                  <a:gd name="T6" fmla="*/ 97 w 11"/>
                  <a:gd name="T7" fmla="*/ 0 h 8"/>
                  <a:gd name="T8" fmla="*/ 97 w 11"/>
                  <a:gd name="T9" fmla="*/ 55 h 8"/>
                  <a:gd name="T10" fmla="*/ 20 w 11"/>
                  <a:gd name="T11" fmla="*/ 12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2" y="8"/>
                      <a:pt x="3" y="8"/>
                      <a:pt x="4" y="6"/>
                    </a:cubicBezTo>
                    <a:cubicBezTo>
                      <a:pt x="6" y="4"/>
                      <a:pt x="8" y="3"/>
                      <a:pt x="11" y="2"/>
                    </a:cubicBezTo>
                    <a:cubicBezTo>
                      <a:pt x="9" y="2"/>
                      <a:pt x="8" y="1"/>
                      <a:pt x="6" y="0"/>
                    </a:cubicBezTo>
                    <a:cubicBezTo>
                      <a:pt x="7" y="2"/>
                      <a:pt x="7" y="2"/>
                      <a:pt x="6" y="3"/>
                    </a:cubicBezTo>
                    <a:cubicBezTo>
                      <a:pt x="5" y="5"/>
                      <a:pt x="3" y="6"/>
                      <a:pt x="1" y="7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0" name="Freeform 1188">
                <a:extLst>
                  <a:ext uri="{FF2B5EF4-FFF2-40B4-BE49-F238E27FC236}">
                    <a16:creationId xmlns:a16="http://schemas.microsoft.com/office/drawing/2014/main" id="{013EFC0F-AD89-45CF-A731-0812AF6EC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374"/>
                <a:ext cx="13" cy="19"/>
              </a:xfrm>
              <a:custGeom>
                <a:avLst/>
                <a:gdLst>
                  <a:gd name="T0" fmla="*/ 68 w 5"/>
                  <a:gd name="T1" fmla="*/ 0 h 7"/>
                  <a:gd name="T2" fmla="*/ 55 w 5"/>
                  <a:gd name="T3" fmla="*/ 141 h 7"/>
                  <a:gd name="T4" fmla="*/ 0 w 5"/>
                  <a:gd name="T5" fmla="*/ 60 h 7"/>
                  <a:gd name="T6" fmla="*/ 55 w 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4" y="1"/>
                      <a:pt x="5" y="6"/>
                      <a:pt x="3" y="7"/>
                    </a:cubicBezTo>
                    <a:cubicBezTo>
                      <a:pt x="2" y="7"/>
                      <a:pt x="1" y="3"/>
                      <a:pt x="0" y="3"/>
                    </a:cubicBezTo>
                    <a:cubicBezTo>
                      <a:pt x="1" y="5"/>
                      <a:pt x="3" y="2"/>
                      <a:pt x="3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1" name="Freeform 1189">
                <a:extLst>
                  <a:ext uri="{FF2B5EF4-FFF2-40B4-BE49-F238E27FC236}">
                    <a16:creationId xmlns:a16="http://schemas.microsoft.com/office/drawing/2014/main" id="{758519AB-E682-49BC-A7A5-6DCF450F9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377"/>
                <a:ext cx="18" cy="18"/>
              </a:xfrm>
              <a:custGeom>
                <a:avLst/>
                <a:gdLst>
                  <a:gd name="T0" fmla="*/ 21 w 7"/>
                  <a:gd name="T1" fmla="*/ 85 h 7"/>
                  <a:gd name="T2" fmla="*/ 54 w 7"/>
                  <a:gd name="T3" fmla="*/ 100 h 7"/>
                  <a:gd name="T4" fmla="*/ 85 w 7"/>
                  <a:gd name="T5" fmla="*/ 118 h 7"/>
                  <a:gd name="T6" fmla="*/ 118 w 7"/>
                  <a:gd name="T7" fmla="*/ 0 h 7"/>
                  <a:gd name="T8" fmla="*/ 67 w 7"/>
                  <a:gd name="T9" fmla="*/ 67 h 7"/>
                  <a:gd name="T10" fmla="*/ 0 w 7"/>
                  <a:gd name="T11" fmla="*/ 10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2" y="5"/>
                      <a:pt x="3" y="5"/>
                      <a:pt x="3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6" y="7"/>
                      <a:pt x="7" y="1"/>
                      <a:pt x="7" y="0"/>
                    </a:cubicBezTo>
                    <a:cubicBezTo>
                      <a:pt x="6" y="1"/>
                      <a:pt x="6" y="4"/>
                      <a:pt x="4" y="4"/>
                    </a:cubicBezTo>
                    <a:cubicBezTo>
                      <a:pt x="3" y="5"/>
                      <a:pt x="1" y="4"/>
                      <a:pt x="0" y="6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2" name="Freeform 1190">
                <a:extLst>
                  <a:ext uri="{FF2B5EF4-FFF2-40B4-BE49-F238E27FC236}">
                    <a16:creationId xmlns:a16="http://schemas.microsoft.com/office/drawing/2014/main" id="{C72679C2-D8EC-4A9F-A550-993D46CBCB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8" y="2451"/>
                <a:ext cx="152" cy="163"/>
              </a:xfrm>
              <a:custGeom>
                <a:avLst/>
                <a:gdLst>
                  <a:gd name="T0" fmla="*/ 496 w 61"/>
                  <a:gd name="T1" fmla="*/ 0 h 61"/>
                  <a:gd name="T2" fmla="*/ 384 w 61"/>
                  <a:gd name="T3" fmla="*/ 21 h 61"/>
                  <a:gd name="T4" fmla="*/ 249 w 61"/>
                  <a:gd name="T5" fmla="*/ 115 h 61"/>
                  <a:gd name="T6" fmla="*/ 187 w 61"/>
                  <a:gd name="T7" fmla="*/ 136 h 61"/>
                  <a:gd name="T8" fmla="*/ 105 w 61"/>
                  <a:gd name="T9" fmla="*/ 251 h 61"/>
                  <a:gd name="T10" fmla="*/ 105 w 61"/>
                  <a:gd name="T11" fmla="*/ 251 h 61"/>
                  <a:gd name="T12" fmla="*/ 125 w 61"/>
                  <a:gd name="T13" fmla="*/ 265 h 61"/>
                  <a:gd name="T14" fmla="*/ 0 w 61"/>
                  <a:gd name="T15" fmla="*/ 671 h 61"/>
                  <a:gd name="T16" fmla="*/ 0 w 61"/>
                  <a:gd name="T17" fmla="*/ 729 h 61"/>
                  <a:gd name="T18" fmla="*/ 167 w 61"/>
                  <a:gd name="T19" fmla="*/ 1072 h 61"/>
                  <a:gd name="T20" fmla="*/ 620 w 61"/>
                  <a:gd name="T21" fmla="*/ 1085 h 61"/>
                  <a:gd name="T22" fmla="*/ 807 w 61"/>
                  <a:gd name="T23" fmla="*/ 858 h 61"/>
                  <a:gd name="T24" fmla="*/ 882 w 61"/>
                  <a:gd name="T25" fmla="*/ 764 h 61"/>
                  <a:gd name="T26" fmla="*/ 900 w 61"/>
                  <a:gd name="T27" fmla="*/ 729 h 61"/>
                  <a:gd name="T28" fmla="*/ 944 w 61"/>
                  <a:gd name="T29" fmla="*/ 534 h 61"/>
                  <a:gd name="T30" fmla="*/ 944 w 61"/>
                  <a:gd name="T31" fmla="*/ 513 h 61"/>
                  <a:gd name="T32" fmla="*/ 912 w 61"/>
                  <a:gd name="T33" fmla="*/ 363 h 61"/>
                  <a:gd name="T34" fmla="*/ 882 w 61"/>
                  <a:gd name="T35" fmla="*/ 321 h 61"/>
                  <a:gd name="T36" fmla="*/ 870 w 61"/>
                  <a:gd name="T37" fmla="*/ 307 h 61"/>
                  <a:gd name="T38" fmla="*/ 850 w 61"/>
                  <a:gd name="T39" fmla="*/ 265 h 61"/>
                  <a:gd name="T40" fmla="*/ 837 w 61"/>
                  <a:gd name="T41" fmla="*/ 192 h 61"/>
                  <a:gd name="T42" fmla="*/ 745 w 61"/>
                  <a:gd name="T43" fmla="*/ 136 h 61"/>
                  <a:gd name="T44" fmla="*/ 496 w 61"/>
                  <a:gd name="T45" fmla="*/ 0 h 61"/>
                  <a:gd name="T46" fmla="*/ 279 w 61"/>
                  <a:gd name="T47" fmla="*/ 150 h 61"/>
                  <a:gd name="T48" fmla="*/ 384 w 61"/>
                  <a:gd name="T49" fmla="*/ 77 h 61"/>
                  <a:gd name="T50" fmla="*/ 508 w 61"/>
                  <a:gd name="T51" fmla="*/ 35 h 61"/>
                  <a:gd name="T52" fmla="*/ 715 w 61"/>
                  <a:gd name="T53" fmla="*/ 150 h 61"/>
                  <a:gd name="T54" fmla="*/ 745 w 61"/>
                  <a:gd name="T55" fmla="*/ 171 h 61"/>
                  <a:gd name="T56" fmla="*/ 807 w 61"/>
                  <a:gd name="T57" fmla="*/ 206 h 61"/>
                  <a:gd name="T58" fmla="*/ 820 w 61"/>
                  <a:gd name="T59" fmla="*/ 265 h 61"/>
                  <a:gd name="T60" fmla="*/ 820 w 61"/>
                  <a:gd name="T61" fmla="*/ 321 h 61"/>
                  <a:gd name="T62" fmla="*/ 870 w 61"/>
                  <a:gd name="T63" fmla="*/ 363 h 61"/>
                  <a:gd name="T64" fmla="*/ 882 w 61"/>
                  <a:gd name="T65" fmla="*/ 379 h 61"/>
                  <a:gd name="T66" fmla="*/ 900 w 61"/>
                  <a:gd name="T67" fmla="*/ 513 h 61"/>
                  <a:gd name="T68" fmla="*/ 870 w 61"/>
                  <a:gd name="T69" fmla="*/ 708 h 61"/>
                  <a:gd name="T70" fmla="*/ 837 w 61"/>
                  <a:gd name="T71" fmla="*/ 743 h 61"/>
                  <a:gd name="T72" fmla="*/ 787 w 61"/>
                  <a:gd name="T73" fmla="*/ 820 h 61"/>
                  <a:gd name="T74" fmla="*/ 775 w 61"/>
                  <a:gd name="T75" fmla="*/ 842 h 61"/>
                  <a:gd name="T76" fmla="*/ 603 w 61"/>
                  <a:gd name="T77" fmla="*/ 1050 h 61"/>
                  <a:gd name="T78" fmla="*/ 187 w 61"/>
                  <a:gd name="T79" fmla="*/ 1029 h 61"/>
                  <a:gd name="T80" fmla="*/ 42 w 61"/>
                  <a:gd name="T81" fmla="*/ 729 h 61"/>
                  <a:gd name="T82" fmla="*/ 30 w 61"/>
                  <a:gd name="T83" fmla="*/ 649 h 61"/>
                  <a:gd name="T84" fmla="*/ 137 w 61"/>
                  <a:gd name="T85" fmla="*/ 286 h 61"/>
                  <a:gd name="T86" fmla="*/ 154 w 61"/>
                  <a:gd name="T87" fmla="*/ 265 h 61"/>
                  <a:gd name="T88" fmla="*/ 154 w 61"/>
                  <a:gd name="T89" fmla="*/ 265 h 61"/>
                  <a:gd name="T90" fmla="*/ 154 w 61"/>
                  <a:gd name="T91" fmla="*/ 265 h 61"/>
                  <a:gd name="T92" fmla="*/ 199 w 61"/>
                  <a:gd name="T93" fmla="*/ 171 h 61"/>
                  <a:gd name="T94" fmla="*/ 249 w 61"/>
                  <a:gd name="T95" fmla="*/ 150 h 61"/>
                  <a:gd name="T96" fmla="*/ 279 w 61"/>
                  <a:gd name="T97" fmla="*/ 150 h 6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1" h="61">
                    <a:moveTo>
                      <a:pt x="32" y="0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1" y="2"/>
                      <a:pt x="18" y="3"/>
                      <a:pt x="16" y="6"/>
                    </a:cubicBezTo>
                    <a:cubicBezTo>
                      <a:pt x="15" y="6"/>
                      <a:pt x="13" y="6"/>
                      <a:pt x="12" y="7"/>
                    </a:cubicBezTo>
                    <a:cubicBezTo>
                      <a:pt x="10" y="8"/>
                      <a:pt x="8" y="11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8" y="14"/>
                      <a:pt x="8" y="14"/>
                    </a:cubicBezTo>
                    <a:cubicBezTo>
                      <a:pt x="2" y="17"/>
                      <a:pt x="0" y="28"/>
                      <a:pt x="0" y="35"/>
                    </a:cubicBezTo>
                    <a:cubicBezTo>
                      <a:pt x="0" y="36"/>
                      <a:pt x="0" y="37"/>
                      <a:pt x="0" y="38"/>
                    </a:cubicBezTo>
                    <a:cubicBezTo>
                      <a:pt x="1" y="41"/>
                      <a:pt x="3" y="51"/>
                      <a:pt x="11" y="56"/>
                    </a:cubicBezTo>
                    <a:cubicBezTo>
                      <a:pt x="20" y="61"/>
                      <a:pt x="32" y="60"/>
                      <a:pt x="40" y="57"/>
                    </a:cubicBezTo>
                    <a:cubicBezTo>
                      <a:pt x="44" y="56"/>
                      <a:pt x="51" y="51"/>
                      <a:pt x="52" y="45"/>
                    </a:cubicBezTo>
                    <a:cubicBezTo>
                      <a:pt x="55" y="44"/>
                      <a:pt x="56" y="42"/>
                      <a:pt x="57" y="40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5"/>
                      <a:pt x="61" y="32"/>
                      <a:pt x="61" y="28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1" y="25"/>
                      <a:pt x="61" y="21"/>
                      <a:pt x="59" y="19"/>
                    </a:cubicBezTo>
                    <a:cubicBezTo>
                      <a:pt x="57" y="17"/>
                      <a:pt x="57" y="17"/>
                      <a:pt x="57" y="17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16"/>
                      <a:pt x="55" y="14"/>
                      <a:pt x="55" y="14"/>
                    </a:cubicBezTo>
                    <a:cubicBezTo>
                      <a:pt x="55" y="13"/>
                      <a:pt x="55" y="11"/>
                      <a:pt x="54" y="10"/>
                    </a:cubicBezTo>
                    <a:cubicBezTo>
                      <a:pt x="52" y="8"/>
                      <a:pt x="50" y="7"/>
                      <a:pt x="48" y="7"/>
                    </a:cubicBezTo>
                    <a:cubicBezTo>
                      <a:pt x="46" y="3"/>
                      <a:pt x="36" y="0"/>
                      <a:pt x="32" y="0"/>
                    </a:cubicBezTo>
                    <a:close/>
                    <a:moveTo>
                      <a:pt x="18" y="8"/>
                    </a:moveTo>
                    <a:cubicBezTo>
                      <a:pt x="19" y="5"/>
                      <a:pt x="21" y="4"/>
                      <a:pt x="25" y="4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6" y="2"/>
                      <a:pt x="45" y="5"/>
                      <a:pt x="46" y="8"/>
                    </a:cubicBezTo>
                    <a:cubicBezTo>
                      <a:pt x="47" y="9"/>
                      <a:pt x="47" y="9"/>
                      <a:pt x="48" y="9"/>
                    </a:cubicBezTo>
                    <a:cubicBezTo>
                      <a:pt x="49" y="9"/>
                      <a:pt x="51" y="10"/>
                      <a:pt x="52" y="11"/>
                    </a:cubicBezTo>
                    <a:cubicBezTo>
                      <a:pt x="53" y="12"/>
                      <a:pt x="53" y="13"/>
                      <a:pt x="53" y="14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6" y="19"/>
                      <a:pt x="56" y="19"/>
                      <a:pt x="56" y="19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2"/>
                      <a:pt x="58" y="25"/>
                      <a:pt x="58" y="27"/>
                    </a:cubicBezTo>
                    <a:cubicBezTo>
                      <a:pt x="59" y="32"/>
                      <a:pt x="57" y="34"/>
                      <a:pt x="56" y="37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3" y="41"/>
                      <a:pt x="53" y="43"/>
                      <a:pt x="51" y="43"/>
                    </a:cubicBezTo>
                    <a:cubicBezTo>
                      <a:pt x="50" y="43"/>
                      <a:pt x="50" y="43"/>
                      <a:pt x="50" y="44"/>
                    </a:cubicBezTo>
                    <a:cubicBezTo>
                      <a:pt x="50" y="49"/>
                      <a:pt x="44" y="54"/>
                      <a:pt x="39" y="55"/>
                    </a:cubicBezTo>
                    <a:cubicBezTo>
                      <a:pt x="32" y="57"/>
                      <a:pt x="21" y="59"/>
                      <a:pt x="12" y="54"/>
                    </a:cubicBezTo>
                    <a:cubicBezTo>
                      <a:pt x="7" y="51"/>
                      <a:pt x="4" y="44"/>
                      <a:pt x="3" y="38"/>
                    </a:cubicBezTo>
                    <a:cubicBezTo>
                      <a:pt x="3" y="37"/>
                      <a:pt x="2" y="36"/>
                      <a:pt x="2" y="34"/>
                    </a:cubicBezTo>
                    <a:cubicBezTo>
                      <a:pt x="2" y="28"/>
                      <a:pt x="4" y="17"/>
                      <a:pt x="9" y="15"/>
                    </a:cubicBezTo>
                    <a:cubicBezTo>
                      <a:pt x="10" y="15"/>
                      <a:pt x="10" y="15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2"/>
                      <a:pt x="12" y="10"/>
                      <a:pt x="13" y="9"/>
                    </a:cubicBezTo>
                    <a:cubicBezTo>
                      <a:pt x="14" y="8"/>
                      <a:pt x="15" y="8"/>
                      <a:pt x="16" y="8"/>
                    </a:cubicBezTo>
                    <a:cubicBezTo>
                      <a:pt x="17" y="8"/>
                      <a:pt x="18" y="8"/>
                      <a:pt x="18" y="8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3" name="Freeform 1191">
                <a:extLst>
                  <a:ext uri="{FF2B5EF4-FFF2-40B4-BE49-F238E27FC236}">
                    <a16:creationId xmlns:a16="http://schemas.microsoft.com/office/drawing/2014/main" id="{74561268-9C60-496F-ACA8-386B3A01CD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0" y="2353"/>
                <a:ext cx="155" cy="133"/>
              </a:xfrm>
              <a:custGeom>
                <a:avLst/>
                <a:gdLst>
                  <a:gd name="T0" fmla="*/ 375 w 62"/>
                  <a:gd name="T1" fmla="*/ 35 h 50"/>
                  <a:gd name="T2" fmla="*/ 283 w 62"/>
                  <a:gd name="T3" fmla="*/ 56 h 50"/>
                  <a:gd name="T4" fmla="*/ 188 w 62"/>
                  <a:gd name="T5" fmla="*/ 170 h 50"/>
                  <a:gd name="T6" fmla="*/ 125 w 62"/>
                  <a:gd name="T7" fmla="*/ 226 h 50"/>
                  <a:gd name="T8" fmla="*/ 83 w 62"/>
                  <a:gd name="T9" fmla="*/ 362 h 50"/>
                  <a:gd name="T10" fmla="*/ 33 w 62"/>
                  <a:gd name="T11" fmla="*/ 545 h 50"/>
                  <a:gd name="T12" fmla="*/ 158 w 62"/>
                  <a:gd name="T13" fmla="*/ 904 h 50"/>
                  <a:gd name="T14" fmla="*/ 188 w 62"/>
                  <a:gd name="T15" fmla="*/ 942 h 50"/>
                  <a:gd name="T16" fmla="*/ 300 w 62"/>
                  <a:gd name="T17" fmla="*/ 849 h 50"/>
                  <a:gd name="T18" fmla="*/ 438 w 62"/>
                  <a:gd name="T19" fmla="*/ 771 h 50"/>
                  <a:gd name="T20" fmla="*/ 770 w 62"/>
                  <a:gd name="T21" fmla="*/ 849 h 50"/>
                  <a:gd name="T22" fmla="*/ 845 w 62"/>
                  <a:gd name="T23" fmla="*/ 904 h 50"/>
                  <a:gd name="T24" fmla="*/ 895 w 62"/>
                  <a:gd name="T25" fmla="*/ 886 h 50"/>
                  <a:gd name="T26" fmla="*/ 938 w 62"/>
                  <a:gd name="T27" fmla="*/ 737 h 50"/>
                  <a:gd name="T28" fmla="*/ 970 w 62"/>
                  <a:gd name="T29" fmla="*/ 657 h 50"/>
                  <a:gd name="T30" fmla="*/ 970 w 62"/>
                  <a:gd name="T31" fmla="*/ 489 h 50"/>
                  <a:gd name="T32" fmla="*/ 958 w 62"/>
                  <a:gd name="T33" fmla="*/ 452 h 50"/>
                  <a:gd name="T34" fmla="*/ 908 w 62"/>
                  <a:gd name="T35" fmla="*/ 247 h 50"/>
                  <a:gd name="T36" fmla="*/ 845 w 62"/>
                  <a:gd name="T37" fmla="*/ 149 h 50"/>
                  <a:gd name="T38" fmla="*/ 720 w 62"/>
                  <a:gd name="T39" fmla="*/ 77 h 50"/>
                  <a:gd name="T40" fmla="*/ 533 w 62"/>
                  <a:gd name="T41" fmla="*/ 21 h 50"/>
                  <a:gd name="T42" fmla="*/ 533 w 62"/>
                  <a:gd name="T43" fmla="*/ 21 h 50"/>
                  <a:gd name="T44" fmla="*/ 533 w 62"/>
                  <a:gd name="T45" fmla="*/ 21 h 50"/>
                  <a:gd name="T46" fmla="*/ 175 w 62"/>
                  <a:gd name="T47" fmla="*/ 886 h 50"/>
                  <a:gd name="T48" fmla="*/ 63 w 62"/>
                  <a:gd name="T49" fmla="*/ 580 h 50"/>
                  <a:gd name="T50" fmla="*/ 95 w 62"/>
                  <a:gd name="T51" fmla="*/ 452 h 50"/>
                  <a:gd name="T52" fmla="*/ 113 w 62"/>
                  <a:gd name="T53" fmla="*/ 340 h 50"/>
                  <a:gd name="T54" fmla="*/ 175 w 62"/>
                  <a:gd name="T55" fmla="*/ 226 h 50"/>
                  <a:gd name="T56" fmla="*/ 220 w 62"/>
                  <a:gd name="T57" fmla="*/ 170 h 50"/>
                  <a:gd name="T58" fmla="*/ 300 w 62"/>
                  <a:gd name="T59" fmla="*/ 93 h 50"/>
                  <a:gd name="T60" fmla="*/ 408 w 62"/>
                  <a:gd name="T61" fmla="*/ 77 h 50"/>
                  <a:gd name="T62" fmla="*/ 550 w 62"/>
                  <a:gd name="T63" fmla="*/ 77 h 50"/>
                  <a:gd name="T64" fmla="*/ 708 w 62"/>
                  <a:gd name="T65" fmla="*/ 114 h 50"/>
                  <a:gd name="T66" fmla="*/ 833 w 62"/>
                  <a:gd name="T67" fmla="*/ 192 h 50"/>
                  <a:gd name="T68" fmla="*/ 895 w 62"/>
                  <a:gd name="T69" fmla="*/ 282 h 50"/>
                  <a:gd name="T70" fmla="*/ 925 w 62"/>
                  <a:gd name="T71" fmla="*/ 452 h 50"/>
                  <a:gd name="T72" fmla="*/ 925 w 62"/>
                  <a:gd name="T73" fmla="*/ 511 h 50"/>
                  <a:gd name="T74" fmla="*/ 938 w 62"/>
                  <a:gd name="T75" fmla="*/ 636 h 50"/>
                  <a:gd name="T76" fmla="*/ 908 w 62"/>
                  <a:gd name="T77" fmla="*/ 716 h 50"/>
                  <a:gd name="T78" fmla="*/ 863 w 62"/>
                  <a:gd name="T79" fmla="*/ 849 h 50"/>
                  <a:gd name="T80" fmla="*/ 800 w 62"/>
                  <a:gd name="T81" fmla="*/ 827 h 50"/>
                  <a:gd name="T82" fmla="*/ 438 w 62"/>
                  <a:gd name="T83" fmla="*/ 716 h 50"/>
                  <a:gd name="T84" fmla="*/ 188 w 62"/>
                  <a:gd name="T85" fmla="*/ 886 h 50"/>
                  <a:gd name="T86" fmla="*/ 533 w 62"/>
                  <a:gd name="T87" fmla="*/ 21 h 50"/>
                  <a:gd name="T88" fmla="*/ 533 w 62"/>
                  <a:gd name="T89" fmla="*/ 21 h 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2" h="50">
                    <a:moveTo>
                      <a:pt x="25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4"/>
                      <a:pt x="14" y="5"/>
                      <a:pt x="12" y="7"/>
                    </a:cubicBezTo>
                    <a:cubicBezTo>
                      <a:pt x="12" y="7"/>
                      <a:pt x="12" y="9"/>
                      <a:pt x="12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4"/>
                      <a:pt x="6" y="16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0" y="36"/>
                      <a:pt x="5" y="42"/>
                      <a:pt x="9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50"/>
                      <a:pt x="13" y="50"/>
                      <a:pt x="13" y="49"/>
                    </a:cubicBezTo>
                    <a:cubicBezTo>
                      <a:pt x="14" y="47"/>
                      <a:pt x="17" y="44"/>
                      <a:pt x="19" y="45"/>
                    </a:cubicBezTo>
                    <a:cubicBezTo>
                      <a:pt x="20" y="45"/>
                      <a:pt x="21" y="45"/>
                      <a:pt x="21" y="45"/>
                    </a:cubicBezTo>
                    <a:cubicBezTo>
                      <a:pt x="22" y="42"/>
                      <a:pt x="24" y="41"/>
                      <a:pt x="28" y="41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9" y="39"/>
                      <a:pt x="48" y="42"/>
                      <a:pt x="49" y="45"/>
                    </a:cubicBezTo>
                    <a:cubicBezTo>
                      <a:pt x="50" y="46"/>
                      <a:pt x="50" y="46"/>
                      <a:pt x="51" y="46"/>
                    </a:cubicBezTo>
                    <a:cubicBezTo>
                      <a:pt x="52" y="46"/>
                      <a:pt x="53" y="46"/>
                      <a:pt x="54" y="48"/>
                    </a:cubicBezTo>
                    <a:cubicBezTo>
                      <a:pt x="55" y="48"/>
                      <a:pt x="55" y="48"/>
                      <a:pt x="56" y="48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8" y="45"/>
                      <a:pt x="59" y="43"/>
                      <a:pt x="59" y="41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2"/>
                      <a:pt x="62" y="30"/>
                      <a:pt x="62" y="28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61" y="26"/>
                      <a:pt x="61" y="24"/>
                      <a:pt x="61" y="24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1" y="20"/>
                      <a:pt x="61" y="16"/>
                      <a:pt x="58" y="13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6"/>
                      <a:pt x="50" y="6"/>
                      <a:pt x="48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2" y="2"/>
                      <a:pt x="38" y="0"/>
                      <a:pt x="34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0"/>
                      <a:pt x="28" y="1"/>
                      <a:pt x="25" y="2"/>
                    </a:cubicBezTo>
                    <a:close/>
                    <a:moveTo>
                      <a:pt x="11" y="47"/>
                    </a:moveTo>
                    <a:cubicBezTo>
                      <a:pt x="11" y="46"/>
                      <a:pt x="11" y="46"/>
                      <a:pt x="11" y="46"/>
                    </a:cubicBezTo>
                    <a:cubicBezTo>
                      <a:pt x="7" y="41"/>
                      <a:pt x="4" y="37"/>
                      <a:pt x="4" y="31"/>
                    </a:cubicBezTo>
                    <a:cubicBezTo>
                      <a:pt x="4" y="30"/>
                      <a:pt x="4" y="30"/>
                      <a:pt x="4" y="29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6"/>
                      <a:pt x="8" y="15"/>
                      <a:pt x="10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7" y="6"/>
                      <a:pt x="19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9" y="3"/>
                      <a:pt x="31" y="2"/>
                      <a:pt x="34" y="3"/>
                    </a:cubicBezTo>
                    <a:cubicBezTo>
                      <a:pt x="34" y="4"/>
                      <a:pt x="34" y="4"/>
                      <a:pt x="35" y="4"/>
                    </a:cubicBezTo>
                    <a:cubicBezTo>
                      <a:pt x="38" y="3"/>
                      <a:pt x="41" y="4"/>
                      <a:pt x="44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50" y="8"/>
                      <a:pt x="51" y="8"/>
                      <a:pt x="53" y="10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8" y="16"/>
                      <a:pt x="59" y="19"/>
                      <a:pt x="59" y="23"/>
                    </a:cubicBezTo>
                    <a:cubicBezTo>
                      <a:pt x="59" y="23"/>
                      <a:pt x="59" y="24"/>
                      <a:pt x="59" y="24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60" y="30"/>
                      <a:pt x="60" y="32"/>
                      <a:pt x="60" y="34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2"/>
                      <a:pt x="56" y="44"/>
                      <a:pt x="55" y="45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4" y="44"/>
                      <a:pt x="52" y="44"/>
                      <a:pt x="51" y="44"/>
                    </a:cubicBezTo>
                    <a:cubicBezTo>
                      <a:pt x="49" y="40"/>
                      <a:pt x="39" y="37"/>
                      <a:pt x="35" y="37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4" y="39"/>
                      <a:pt x="21" y="40"/>
                      <a:pt x="19" y="43"/>
                    </a:cubicBezTo>
                    <a:cubicBezTo>
                      <a:pt x="16" y="42"/>
                      <a:pt x="14" y="44"/>
                      <a:pt x="12" y="47"/>
                    </a:cubicBezTo>
                    <a:cubicBezTo>
                      <a:pt x="12" y="47"/>
                      <a:pt x="11" y="47"/>
                      <a:pt x="11" y="47"/>
                    </a:cubicBezTo>
                    <a:close/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4" name="Freeform 1192">
                <a:extLst>
                  <a:ext uri="{FF2B5EF4-FFF2-40B4-BE49-F238E27FC236}">
                    <a16:creationId xmlns:a16="http://schemas.microsoft.com/office/drawing/2014/main" id="{F10266E2-E2D8-4633-8641-07CA61DEC6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55" y="2582"/>
                <a:ext cx="153" cy="144"/>
              </a:xfrm>
              <a:custGeom>
                <a:avLst/>
                <a:gdLst>
                  <a:gd name="T0" fmla="*/ 617 w 61"/>
                  <a:gd name="T1" fmla="*/ 205 h 54"/>
                  <a:gd name="T2" fmla="*/ 441 w 61"/>
                  <a:gd name="T3" fmla="*/ 56 h 54"/>
                  <a:gd name="T4" fmla="*/ 409 w 61"/>
                  <a:gd name="T5" fmla="*/ 115 h 54"/>
                  <a:gd name="T6" fmla="*/ 459 w 61"/>
                  <a:gd name="T7" fmla="*/ 264 h 54"/>
                  <a:gd name="T8" fmla="*/ 396 w 61"/>
                  <a:gd name="T9" fmla="*/ 419 h 54"/>
                  <a:gd name="T10" fmla="*/ 176 w 61"/>
                  <a:gd name="T11" fmla="*/ 605 h 54"/>
                  <a:gd name="T12" fmla="*/ 125 w 61"/>
                  <a:gd name="T13" fmla="*/ 661 h 54"/>
                  <a:gd name="T14" fmla="*/ 221 w 61"/>
                  <a:gd name="T15" fmla="*/ 776 h 54"/>
                  <a:gd name="T16" fmla="*/ 0 w 61"/>
                  <a:gd name="T17" fmla="*/ 947 h 54"/>
                  <a:gd name="T18" fmla="*/ 33 w 61"/>
                  <a:gd name="T19" fmla="*/ 989 h 54"/>
                  <a:gd name="T20" fmla="*/ 441 w 61"/>
                  <a:gd name="T21" fmla="*/ 760 h 54"/>
                  <a:gd name="T22" fmla="*/ 630 w 61"/>
                  <a:gd name="T23" fmla="*/ 704 h 54"/>
                  <a:gd name="T24" fmla="*/ 647 w 61"/>
                  <a:gd name="T25" fmla="*/ 435 h 54"/>
                  <a:gd name="T26" fmla="*/ 818 w 61"/>
                  <a:gd name="T27" fmla="*/ 307 h 54"/>
                  <a:gd name="T28" fmla="*/ 913 w 61"/>
                  <a:gd name="T29" fmla="*/ 0 h 54"/>
                  <a:gd name="T30" fmla="*/ 376 w 61"/>
                  <a:gd name="T31" fmla="*/ 568 h 54"/>
                  <a:gd name="T32" fmla="*/ 459 w 61"/>
                  <a:gd name="T33" fmla="*/ 491 h 54"/>
                  <a:gd name="T34" fmla="*/ 522 w 61"/>
                  <a:gd name="T35" fmla="*/ 192 h 54"/>
                  <a:gd name="T36" fmla="*/ 567 w 61"/>
                  <a:gd name="T37" fmla="*/ 320 h 54"/>
                  <a:gd name="T38" fmla="*/ 630 w 61"/>
                  <a:gd name="T39" fmla="*/ 307 h 54"/>
                  <a:gd name="T40" fmla="*/ 775 w 61"/>
                  <a:gd name="T41" fmla="*/ 248 h 54"/>
                  <a:gd name="T42" fmla="*/ 584 w 61"/>
                  <a:gd name="T43" fmla="*/ 397 h 54"/>
                  <a:gd name="T44" fmla="*/ 567 w 61"/>
                  <a:gd name="T45" fmla="*/ 605 h 54"/>
                  <a:gd name="T46" fmla="*/ 376 w 61"/>
                  <a:gd name="T47" fmla="*/ 683 h 54"/>
                  <a:gd name="T48" fmla="*/ 334 w 61"/>
                  <a:gd name="T49" fmla="*/ 797 h 54"/>
                  <a:gd name="T50" fmla="*/ 334 w 61"/>
                  <a:gd name="T51" fmla="*/ 760 h 54"/>
                  <a:gd name="T52" fmla="*/ 334 w 61"/>
                  <a:gd name="T53" fmla="*/ 704 h 54"/>
                  <a:gd name="T54" fmla="*/ 271 w 61"/>
                  <a:gd name="T55" fmla="*/ 683 h 54"/>
                  <a:gd name="T56" fmla="*/ 617 w 61"/>
                  <a:gd name="T57" fmla="*/ 627 h 54"/>
                  <a:gd name="T58" fmla="*/ 617 w 61"/>
                  <a:gd name="T59" fmla="*/ 627 h 54"/>
                  <a:gd name="T60" fmla="*/ 301 w 61"/>
                  <a:gd name="T61" fmla="*/ 776 h 54"/>
                  <a:gd name="T62" fmla="*/ 376 w 61"/>
                  <a:gd name="T63" fmla="*/ 683 h 54"/>
                  <a:gd name="T64" fmla="*/ 376 w 61"/>
                  <a:gd name="T65" fmla="*/ 683 h 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54">
                    <a:moveTo>
                      <a:pt x="55" y="2"/>
                    </a:moveTo>
                    <a:cubicBezTo>
                      <a:pt x="54" y="5"/>
                      <a:pt x="44" y="9"/>
                      <a:pt x="39" y="11"/>
                    </a:cubicBezTo>
                    <a:cubicBezTo>
                      <a:pt x="38" y="9"/>
                      <a:pt x="37" y="7"/>
                      <a:pt x="35" y="5"/>
                    </a:cubicBezTo>
                    <a:cubicBezTo>
                      <a:pt x="33" y="3"/>
                      <a:pt x="31" y="3"/>
                      <a:pt x="28" y="3"/>
                    </a:cubicBezTo>
                    <a:cubicBezTo>
                      <a:pt x="27" y="3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6" y="6"/>
                      <a:pt x="26" y="7"/>
                      <a:pt x="26" y="7"/>
                    </a:cubicBezTo>
                    <a:cubicBezTo>
                      <a:pt x="28" y="9"/>
                      <a:pt x="29" y="11"/>
                      <a:pt x="29" y="14"/>
                    </a:cubicBezTo>
                    <a:cubicBezTo>
                      <a:pt x="29" y="17"/>
                      <a:pt x="28" y="20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3" y="23"/>
                      <a:pt x="22" y="24"/>
                      <a:pt x="20" y="27"/>
                    </a:cubicBezTo>
                    <a:cubicBezTo>
                      <a:pt x="18" y="30"/>
                      <a:pt x="16" y="32"/>
                      <a:pt x="11" y="32"/>
                    </a:cubicBezTo>
                    <a:cubicBezTo>
                      <a:pt x="10" y="32"/>
                      <a:pt x="9" y="33"/>
                      <a:pt x="9" y="34"/>
                    </a:cubicBezTo>
                    <a:cubicBezTo>
                      <a:pt x="8" y="34"/>
                      <a:pt x="8" y="34"/>
                      <a:pt x="8" y="35"/>
                    </a:cubicBezTo>
                    <a:cubicBezTo>
                      <a:pt x="8" y="35"/>
                      <a:pt x="8" y="36"/>
                      <a:pt x="9" y="36"/>
                    </a:cubicBezTo>
                    <a:cubicBezTo>
                      <a:pt x="10" y="38"/>
                      <a:pt x="12" y="40"/>
                      <a:pt x="14" y="41"/>
                    </a:cubicBezTo>
                    <a:cubicBezTo>
                      <a:pt x="12" y="43"/>
                      <a:pt x="7" y="47"/>
                      <a:pt x="3" y="47"/>
                    </a:cubicBezTo>
                    <a:cubicBezTo>
                      <a:pt x="1" y="47"/>
                      <a:pt x="0" y="48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1"/>
                      <a:pt x="1" y="52"/>
                      <a:pt x="2" y="52"/>
                    </a:cubicBezTo>
                    <a:cubicBezTo>
                      <a:pt x="9" y="54"/>
                      <a:pt x="18" y="51"/>
                      <a:pt x="24" y="45"/>
                    </a:cubicBezTo>
                    <a:cubicBezTo>
                      <a:pt x="27" y="43"/>
                      <a:pt x="27" y="41"/>
                      <a:pt x="28" y="40"/>
                    </a:cubicBezTo>
                    <a:cubicBezTo>
                      <a:pt x="31" y="37"/>
                      <a:pt x="36" y="37"/>
                      <a:pt x="37" y="37"/>
                    </a:cubicBezTo>
                    <a:cubicBezTo>
                      <a:pt x="37" y="38"/>
                      <a:pt x="39" y="38"/>
                      <a:pt x="40" y="37"/>
                    </a:cubicBezTo>
                    <a:cubicBezTo>
                      <a:pt x="41" y="36"/>
                      <a:pt x="41" y="34"/>
                      <a:pt x="41" y="31"/>
                    </a:cubicBezTo>
                    <a:cubicBezTo>
                      <a:pt x="41" y="29"/>
                      <a:pt x="40" y="25"/>
                      <a:pt x="41" y="23"/>
                    </a:cubicBezTo>
                    <a:cubicBezTo>
                      <a:pt x="42" y="22"/>
                      <a:pt x="44" y="21"/>
                      <a:pt x="47" y="20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7" y="13"/>
                      <a:pt x="61" y="9"/>
                      <a:pt x="60" y="2"/>
                    </a:cubicBezTo>
                    <a:cubicBezTo>
                      <a:pt x="60" y="1"/>
                      <a:pt x="59" y="0"/>
                      <a:pt x="58" y="0"/>
                    </a:cubicBezTo>
                    <a:cubicBezTo>
                      <a:pt x="57" y="0"/>
                      <a:pt x="56" y="0"/>
                      <a:pt x="55" y="2"/>
                    </a:cubicBezTo>
                    <a:close/>
                    <a:moveTo>
                      <a:pt x="24" y="30"/>
                    </a:moveTo>
                    <a:cubicBezTo>
                      <a:pt x="26" y="28"/>
                      <a:pt x="26" y="27"/>
                      <a:pt x="27" y="27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2" y="23"/>
                      <a:pt x="34" y="18"/>
                      <a:pt x="34" y="14"/>
                    </a:cubicBezTo>
                    <a:cubicBezTo>
                      <a:pt x="34" y="13"/>
                      <a:pt x="33" y="12"/>
                      <a:pt x="33" y="10"/>
                    </a:cubicBezTo>
                    <a:cubicBezTo>
                      <a:pt x="34" y="12"/>
                      <a:pt x="35" y="13"/>
                      <a:pt x="35" y="15"/>
                    </a:cubicBezTo>
                    <a:cubicBezTo>
                      <a:pt x="35" y="15"/>
                      <a:pt x="35" y="16"/>
                      <a:pt x="36" y="17"/>
                    </a:cubicBezTo>
                    <a:cubicBezTo>
                      <a:pt x="37" y="17"/>
                      <a:pt x="37" y="17"/>
                      <a:pt x="38" y="17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3" y="15"/>
                      <a:pt x="46" y="14"/>
                      <a:pt x="49" y="12"/>
                    </a:cubicBezTo>
                    <a:cubicBezTo>
                      <a:pt x="49" y="12"/>
                      <a:pt x="49" y="12"/>
                      <a:pt x="49" y="13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2" y="16"/>
                      <a:pt x="39" y="18"/>
                      <a:pt x="37" y="21"/>
                    </a:cubicBezTo>
                    <a:cubicBezTo>
                      <a:pt x="36" y="23"/>
                      <a:pt x="36" y="25"/>
                      <a:pt x="36" y="27"/>
                    </a:cubicBezTo>
                    <a:cubicBezTo>
                      <a:pt x="36" y="29"/>
                      <a:pt x="36" y="31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2" y="32"/>
                      <a:pt x="28" y="33"/>
                      <a:pt x="24" y="36"/>
                    </a:cubicBezTo>
                    <a:cubicBezTo>
                      <a:pt x="23" y="37"/>
                      <a:pt x="23" y="38"/>
                      <a:pt x="23" y="39"/>
                    </a:cubicBezTo>
                    <a:cubicBezTo>
                      <a:pt x="23" y="39"/>
                      <a:pt x="23" y="40"/>
                      <a:pt x="21" y="42"/>
                    </a:cubicBezTo>
                    <a:cubicBezTo>
                      <a:pt x="20" y="42"/>
                      <a:pt x="20" y="42"/>
                      <a:pt x="19" y="43"/>
                    </a:cubicBezTo>
                    <a:cubicBezTo>
                      <a:pt x="20" y="42"/>
                      <a:pt x="21" y="41"/>
                      <a:pt x="21" y="40"/>
                    </a:cubicBezTo>
                    <a:cubicBezTo>
                      <a:pt x="22" y="40"/>
                      <a:pt x="22" y="39"/>
                      <a:pt x="22" y="39"/>
                    </a:cubicBezTo>
                    <a:cubicBezTo>
                      <a:pt x="22" y="38"/>
                      <a:pt x="21" y="38"/>
                      <a:pt x="21" y="37"/>
                    </a:cubicBezTo>
                    <a:cubicBezTo>
                      <a:pt x="20" y="36"/>
                      <a:pt x="19" y="36"/>
                      <a:pt x="18" y="37"/>
                    </a:cubicBezTo>
                    <a:cubicBezTo>
                      <a:pt x="18" y="37"/>
                      <a:pt x="17" y="36"/>
                      <a:pt x="17" y="36"/>
                    </a:cubicBezTo>
                    <a:cubicBezTo>
                      <a:pt x="21" y="35"/>
                      <a:pt x="23" y="32"/>
                      <a:pt x="24" y="30"/>
                    </a:cubicBezTo>
                    <a:close/>
                    <a:moveTo>
                      <a:pt x="39" y="33"/>
                    </a:moveTo>
                    <a:cubicBezTo>
                      <a:pt x="39" y="33"/>
                      <a:pt x="38" y="33"/>
                      <a:pt x="38" y="33"/>
                    </a:cubicBezTo>
                    <a:cubicBezTo>
                      <a:pt x="38" y="33"/>
                      <a:pt x="39" y="33"/>
                      <a:pt x="39" y="33"/>
                    </a:cubicBezTo>
                    <a:close/>
                    <a:moveTo>
                      <a:pt x="20" y="41"/>
                    </a:moveTo>
                    <a:cubicBezTo>
                      <a:pt x="20" y="41"/>
                      <a:pt x="19" y="41"/>
                      <a:pt x="19" y="41"/>
                    </a:cubicBezTo>
                    <a:cubicBezTo>
                      <a:pt x="19" y="41"/>
                      <a:pt x="20" y="41"/>
                      <a:pt x="20" y="41"/>
                    </a:cubicBezTo>
                    <a:close/>
                    <a:moveTo>
                      <a:pt x="24" y="36"/>
                    </a:move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5" name="Freeform 1193">
                <a:extLst>
                  <a:ext uri="{FF2B5EF4-FFF2-40B4-BE49-F238E27FC236}">
                    <a16:creationId xmlns:a16="http://schemas.microsoft.com/office/drawing/2014/main" id="{664AB91D-5583-467D-9BB2-4B66178CE8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3" y="2603"/>
                <a:ext cx="237" cy="224"/>
              </a:xfrm>
              <a:custGeom>
                <a:avLst/>
                <a:gdLst>
                  <a:gd name="T0" fmla="*/ 634 w 95"/>
                  <a:gd name="T1" fmla="*/ 35 h 84"/>
                  <a:gd name="T2" fmla="*/ 621 w 95"/>
                  <a:gd name="T3" fmla="*/ 56 h 84"/>
                  <a:gd name="T4" fmla="*/ 591 w 95"/>
                  <a:gd name="T5" fmla="*/ 93 h 84"/>
                  <a:gd name="T6" fmla="*/ 511 w 95"/>
                  <a:gd name="T7" fmla="*/ 136 h 84"/>
                  <a:gd name="T8" fmla="*/ 404 w 95"/>
                  <a:gd name="T9" fmla="*/ 248 h 84"/>
                  <a:gd name="T10" fmla="*/ 387 w 95"/>
                  <a:gd name="T11" fmla="*/ 363 h 84"/>
                  <a:gd name="T12" fmla="*/ 387 w 95"/>
                  <a:gd name="T13" fmla="*/ 456 h 84"/>
                  <a:gd name="T14" fmla="*/ 387 w 95"/>
                  <a:gd name="T15" fmla="*/ 456 h 84"/>
                  <a:gd name="T16" fmla="*/ 200 w 95"/>
                  <a:gd name="T17" fmla="*/ 533 h 84"/>
                  <a:gd name="T18" fmla="*/ 187 w 95"/>
                  <a:gd name="T19" fmla="*/ 547 h 84"/>
                  <a:gd name="T20" fmla="*/ 187 w 95"/>
                  <a:gd name="T21" fmla="*/ 547 h 84"/>
                  <a:gd name="T22" fmla="*/ 187 w 95"/>
                  <a:gd name="T23" fmla="*/ 589 h 84"/>
                  <a:gd name="T24" fmla="*/ 155 w 95"/>
                  <a:gd name="T25" fmla="*/ 648 h 84"/>
                  <a:gd name="T26" fmla="*/ 105 w 95"/>
                  <a:gd name="T27" fmla="*/ 683 h 84"/>
                  <a:gd name="T28" fmla="*/ 105 w 95"/>
                  <a:gd name="T29" fmla="*/ 683 h 84"/>
                  <a:gd name="T30" fmla="*/ 137 w 95"/>
                  <a:gd name="T31" fmla="*/ 1288 h 84"/>
                  <a:gd name="T32" fmla="*/ 634 w 95"/>
                  <a:gd name="T33" fmla="*/ 1571 h 84"/>
                  <a:gd name="T34" fmla="*/ 995 w 95"/>
                  <a:gd name="T35" fmla="*/ 1571 h 84"/>
                  <a:gd name="T36" fmla="*/ 1120 w 95"/>
                  <a:gd name="T37" fmla="*/ 1571 h 84"/>
                  <a:gd name="T38" fmla="*/ 1412 w 95"/>
                  <a:gd name="T39" fmla="*/ 1501 h 84"/>
                  <a:gd name="T40" fmla="*/ 1350 w 95"/>
                  <a:gd name="T41" fmla="*/ 968 h 84"/>
                  <a:gd name="T42" fmla="*/ 1350 w 95"/>
                  <a:gd name="T43" fmla="*/ 968 h 84"/>
                  <a:gd name="T44" fmla="*/ 1212 w 95"/>
                  <a:gd name="T45" fmla="*/ 605 h 84"/>
                  <a:gd name="T46" fmla="*/ 1090 w 95"/>
                  <a:gd name="T47" fmla="*/ 264 h 84"/>
                  <a:gd name="T48" fmla="*/ 634 w 95"/>
                  <a:gd name="T49" fmla="*/ 35 h 84"/>
                  <a:gd name="T50" fmla="*/ 437 w 95"/>
                  <a:gd name="T51" fmla="*/ 477 h 84"/>
                  <a:gd name="T52" fmla="*/ 417 w 95"/>
                  <a:gd name="T53" fmla="*/ 477 h 84"/>
                  <a:gd name="T54" fmla="*/ 437 w 95"/>
                  <a:gd name="T55" fmla="*/ 477 h 84"/>
                  <a:gd name="T56" fmla="*/ 1008 w 95"/>
                  <a:gd name="T57" fmla="*/ 307 h 84"/>
                  <a:gd name="T58" fmla="*/ 1153 w 95"/>
                  <a:gd name="T59" fmla="*/ 648 h 84"/>
                  <a:gd name="T60" fmla="*/ 1287 w 95"/>
                  <a:gd name="T61" fmla="*/ 1024 h 84"/>
                  <a:gd name="T62" fmla="*/ 1370 w 95"/>
                  <a:gd name="T63" fmla="*/ 1331 h 84"/>
                  <a:gd name="T64" fmla="*/ 1350 w 95"/>
                  <a:gd name="T65" fmla="*/ 1443 h 84"/>
                  <a:gd name="T66" fmla="*/ 1120 w 95"/>
                  <a:gd name="T67" fmla="*/ 1480 h 84"/>
                  <a:gd name="T68" fmla="*/ 995 w 95"/>
                  <a:gd name="T69" fmla="*/ 1480 h 84"/>
                  <a:gd name="T70" fmla="*/ 634 w 95"/>
                  <a:gd name="T71" fmla="*/ 1480 h 84"/>
                  <a:gd name="T72" fmla="*/ 200 w 95"/>
                  <a:gd name="T73" fmla="*/ 1229 h 84"/>
                  <a:gd name="T74" fmla="*/ 125 w 95"/>
                  <a:gd name="T75" fmla="*/ 947 h 84"/>
                  <a:gd name="T76" fmla="*/ 167 w 95"/>
                  <a:gd name="T77" fmla="*/ 739 h 84"/>
                  <a:gd name="T78" fmla="*/ 200 w 95"/>
                  <a:gd name="T79" fmla="*/ 704 h 84"/>
                  <a:gd name="T80" fmla="*/ 262 w 95"/>
                  <a:gd name="T81" fmla="*/ 605 h 84"/>
                  <a:gd name="T82" fmla="*/ 404 w 95"/>
                  <a:gd name="T83" fmla="*/ 547 h 84"/>
                  <a:gd name="T84" fmla="*/ 449 w 95"/>
                  <a:gd name="T85" fmla="*/ 547 h 84"/>
                  <a:gd name="T86" fmla="*/ 467 w 95"/>
                  <a:gd name="T87" fmla="*/ 491 h 84"/>
                  <a:gd name="T88" fmla="*/ 467 w 95"/>
                  <a:gd name="T89" fmla="*/ 435 h 84"/>
                  <a:gd name="T90" fmla="*/ 467 w 95"/>
                  <a:gd name="T91" fmla="*/ 376 h 84"/>
                  <a:gd name="T92" fmla="*/ 467 w 95"/>
                  <a:gd name="T93" fmla="*/ 285 h 84"/>
                  <a:gd name="T94" fmla="*/ 561 w 95"/>
                  <a:gd name="T95" fmla="*/ 227 h 84"/>
                  <a:gd name="T96" fmla="*/ 634 w 95"/>
                  <a:gd name="T97" fmla="*/ 149 h 84"/>
                  <a:gd name="T98" fmla="*/ 666 w 95"/>
                  <a:gd name="T99" fmla="*/ 136 h 84"/>
                  <a:gd name="T100" fmla="*/ 1008 w 95"/>
                  <a:gd name="T101" fmla="*/ 307 h 84"/>
                  <a:gd name="T102" fmla="*/ 1287 w 95"/>
                  <a:gd name="T103" fmla="*/ 1024 h 84"/>
                  <a:gd name="T104" fmla="*/ 1287 w 95"/>
                  <a:gd name="T105" fmla="*/ 1024 h 84"/>
                  <a:gd name="T106" fmla="*/ 1287 w 95"/>
                  <a:gd name="T107" fmla="*/ 1024 h 8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5" h="84">
                    <a:moveTo>
                      <a:pt x="41" y="2"/>
                    </a:moveTo>
                    <a:cubicBezTo>
                      <a:pt x="41" y="2"/>
                      <a:pt x="40" y="3"/>
                      <a:pt x="40" y="3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1" y="8"/>
                      <a:pt x="28" y="10"/>
                      <a:pt x="26" y="13"/>
                    </a:cubicBezTo>
                    <a:cubicBezTo>
                      <a:pt x="25" y="15"/>
                      <a:pt x="25" y="17"/>
                      <a:pt x="25" y="19"/>
                    </a:cubicBezTo>
                    <a:cubicBezTo>
                      <a:pt x="25" y="21"/>
                      <a:pt x="25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1" y="24"/>
                      <a:pt x="17" y="25"/>
                      <a:pt x="13" y="28"/>
                    </a:cubicBezTo>
                    <a:cubicBezTo>
                      <a:pt x="13" y="28"/>
                      <a:pt x="13" y="28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30"/>
                      <a:pt x="12" y="31"/>
                    </a:cubicBezTo>
                    <a:cubicBezTo>
                      <a:pt x="12" y="31"/>
                      <a:pt x="12" y="32"/>
                      <a:pt x="10" y="34"/>
                    </a:cubicBezTo>
                    <a:cubicBezTo>
                      <a:pt x="10" y="34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0" y="46"/>
                      <a:pt x="1" y="58"/>
                      <a:pt x="9" y="68"/>
                    </a:cubicBezTo>
                    <a:cubicBezTo>
                      <a:pt x="17" y="78"/>
                      <a:pt x="28" y="83"/>
                      <a:pt x="41" y="83"/>
                    </a:cubicBezTo>
                    <a:cubicBezTo>
                      <a:pt x="49" y="82"/>
                      <a:pt x="57" y="83"/>
                      <a:pt x="64" y="83"/>
                    </a:cubicBezTo>
                    <a:cubicBezTo>
                      <a:pt x="72" y="83"/>
                      <a:pt x="72" y="83"/>
                      <a:pt x="72" y="83"/>
                    </a:cubicBezTo>
                    <a:cubicBezTo>
                      <a:pt x="81" y="84"/>
                      <a:pt x="87" y="84"/>
                      <a:pt x="91" y="79"/>
                    </a:cubicBezTo>
                    <a:cubicBezTo>
                      <a:pt x="95" y="72"/>
                      <a:pt x="94" y="65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5" y="5"/>
                      <a:pt x="52" y="0"/>
                      <a:pt x="41" y="2"/>
                    </a:cubicBezTo>
                    <a:close/>
                    <a:moveTo>
                      <a:pt x="28" y="25"/>
                    </a:moveTo>
                    <a:cubicBezTo>
                      <a:pt x="28" y="25"/>
                      <a:pt x="27" y="25"/>
                      <a:pt x="27" y="25"/>
                    </a:cubicBezTo>
                    <a:cubicBezTo>
                      <a:pt x="27" y="25"/>
                      <a:pt x="28" y="25"/>
                      <a:pt x="28" y="25"/>
                    </a:cubicBezTo>
                    <a:close/>
                    <a:moveTo>
                      <a:pt x="65" y="16"/>
                    </a:moveTo>
                    <a:cubicBezTo>
                      <a:pt x="74" y="34"/>
                      <a:pt x="74" y="34"/>
                      <a:pt x="74" y="34"/>
                    </a:cubicBezTo>
                    <a:cubicBezTo>
                      <a:pt x="83" y="54"/>
                      <a:pt x="83" y="54"/>
                      <a:pt x="83" y="54"/>
                    </a:cubicBezTo>
                    <a:cubicBezTo>
                      <a:pt x="87" y="62"/>
                      <a:pt x="88" y="67"/>
                      <a:pt x="88" y="70"/>
                    </a:cubicBezTo>
                    <a:cubicBezTo>
                      <a:pt x="88" y="73"/>
                      <a:pt x="88" y="74"/>
                      <a:pt x="87" y="76"/>
                    </a:cubicBezTo>
                    <a:cubicBezTo>
                      <a:pt x="85" y="79"/>
                      <a:pt x="81" y="79"/>
                      <a:pt x="72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57" y="78"/>
                      <a:pt x="49" y="77"/>
                      <a:pt x="41" y="78"/>
                    </a:cubicBezTo>
                    <a:cubicBezTo>
                      <a:pt x="30" y="78"/>
                      <a:pt x="20" y="74"/>
                      <a:pt x="13" y="65"/>
                    </a:cubicBezTo>
                    <a:cubicBezTo>
                      <a:pt x="10" y="60"/>
                      <a:pt x="8" y="55"/>
                      <a:pt x="8" y="50"/>
                    </a:cubicBezTo>
                    <a:cubicBezTo>
                      <a:pt x="8" y="46"/>
                      <a:pt x="9" y="43"/>
                      <a:pt x="11" y="39"/>
                    </a:cubicBezTo>
                    <a:cubicBezTo>
                      <a:pt x="11" y="39"/>
                      <a:pt x="13" y="37"/>
                      <a:pt x="13" y="37"/>
                    </a:cubicBezTo>
                    <a:cubicBezTo>
                      <a:pt x="16" y="35"/>
                      <a:pt x="16" y="33"/>
                      <a:pt x="17" y="32"/>
                    </a:cubicBezTo>
                    <a:cubicBezTo>
                      <a:pt x="20" y="29"/>
                      <a:pt x="25" y="29"/>
                      <a:pt x="26" y="29"/>
                    </a:cubicBezTo>
                    <a:cubicBezTo>
                      <a:pt x="26" y="30"/>
                      <a:pt x="28" y="30"/>
                      <a:pt x="29" y="29"/>
                    </a:cubicBezTo>
                    <a:cubicBezTo>
                      <a:pt x="30" y="29"/>
                      <a:pt x="30" y="27"/>
                      <a:pt x="30" y="26"/>
                    </a:cubicBezTo>
                    <a:cubicBezTo>
                      <a:pt x="30" y="25"/>
                      <a:pt x="30" y="24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30" y="18"/>
                      <a:pt x="30" y="16"/>
                      <a:pt x="30" y="15"/>
                    </a:cubicBezTo>
                    <a:cubicBezTo>
                      <a:pt x="31" y="14"/>
                      <a:pt x="33" y="13"/>
                      <a:pt x="36" y="12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2" y="8"/>
                      <a:pt x="43" y="7"/>
                    </a:cubicBezTo>
                    <a:cubicBezTo>
                      <a:pt x="52" y="5"/>
                      <a:pt x="61" y="9"/>
                      <a:pt x="65" y="16"/>
                    </a:cubicBezTo>
                    <a:close/>
                    <a:moveTo>
                      <a:pt x="83" y="54"/>
                    </a:moveTo>
                    <a:cubicBezTo>
                      <a:pt x="83" y="54"/>
                      <a:pt x="83" y="54"/>
                      <a:pt x="83" y="54"/>
                    </a:cubicBezTo>
                    <a:cubicBezTo>
                      <a:pt x="83" y="54"/>
                      <a:pt x="83" y="54"/>
                      <a:pt x="83" y="5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6" name="Freeform 1194">
                <a:extLst>
                  <a:ext uri="{FF2B5EF4-FFF2-40B4-BE49-F238E27FC236}">
                    <a16:creationId xmlns:a16="http://schemas.microsoft.com/office/drawing/2014/main" id="{E609D89B-2D7E-411E-85DA-35254753B5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43" y="2563"/>
                <a:ext cx="47" cy="64"/>
              </a:xfrm>
              <a:custGeom>
                <a:avLst/>
                <a:gdLst>
                  <a:gd name="T0" fmla="*/ 166 w 19"/>
                  <a:gd name="T1" fmla="*/ 0 h 24"/>
                  <a:gd name="T2" fmla="*/ 153 w 19"/>
                  <a:gd name="T3" fmla="*/ 35 h 24"/>
                  <a:gd name="T4" fmla="*/ 30 w 19"/>
                  <a:gd name="T5" fmla="*/ 341 h 24"/>
                  <a:gd name="T6" fmla="*/ 0 w 19"/>
                  <a:gd name="T7" fmla="*/ 397 h 24"/>
                  <a:gd name="T8" fmla="*/ 0 w 19"/>
                  <a:gd name="T9" fmla="*/ 419 h 24"/>
                  <a:gd name="T10" fmla="*/ 12 w 19"/>
                  <a:gd name="T11" fmla="*/ 456 h 24"/>
                  <a:gd name="T12" fmla="*/ 42 w 19"/>
                  <a:gd name="T13" fmla="*/ 456 h 24"/>
                  <a:gd name="T14" fmla="*/ 74 w 19"/>
                  <a:gd name="T15" fmla="*/ 435 h 24"/>
                  <a:gd name="T16" fmla="*/ 245 w 19"/>
                  <a:gd name="T17" fmla="*/ 341 h 24"/>
                  <a:gd name="T18" fmla="*/ 275 w 19"/>
                  <a:gd name="T19" fmla="*/ 307 h 24"/>
                  <a:gd name="T20" fmla="*/ 215 w 19"/>
                  <a:gd name="T21" fmla="*/ 0 h 24"/>
                  <a:gd name="T22" fmla="*/ 166 w 19"/>
                  <a:gd name="T23" fmla="*/ 0 h 24"/>
                  <a:gd name="T24" fmla="*/ 195 w 19"/>
                  <a:gd name="T25" fmla="*/ 248 h 24"/>
                  <a:gd name="T26" fmla="*/ 195 w 19"/>
                  <a:gd name="T27" fmla="*/ 264 h 24"/>
                  <a:gd name="T28" fmla="*/ 183 w 19"/>
                  <a:gd name="T29" fmla="*/ 285 h 24"/>
                  <a:gd name="T30" fmla="*/ 195 w 19"/>
                  <a:gd name="T31" fmla="*/ 248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" h="24">
                    <a:moveTo>
                      <a:pt x="11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10" y="11"/>
                      <a:pt x="6" y="17"/>
                      <a:pt x="2" y="18"/>
                    </a:cubicBezTo>
                    <a:cubicBezTo>
                      <a:pt x="0" y="18"/>
                      <a:pt x="0" y="20"/>
                      <a:pt x="0" y="21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3"/>
                      <a:pt x="1" y="24"/>
                    </a:cubicBezTo>
                    <a:cubicBezTo>
                      <a:pt x="2" y="24"/>
                      <a:pt x="2" y="24"/>
                      <a:pt x="3" y="24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8" y="17"/>
                      <a:pt x="18" y="16"/>
                    </a:cubicBezTo>
                    <a:cubicBezTo>
                      <a:pt x="18" y="16"/>
                      <a:pt x="19" y="4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lose/>
                    <a:moveTo>
                      <a:pt x="13" y="13"/>
                    </a:moveTo>
                    <a:cubicBezTo>
                      <a:pt x="13" y="13"/>
                      <a:pt x="13" y="14"/>
                      <a:pt x="13" y="14"/>
                    </a:cubicBezTo>
                    <a:cubicBezTo>
                      <a:pt x="13" y="14"/>
                      <a:pt x="12" y="14"/>
                      <a:pt x="12" y="15"/>
                    </a:cubicBezTo>
                    <a:cubicBezTo>
                      <a:pt x="12" y="14"/>
                      <a:pt x="13" y="13"/>
                      <a:pt x="13" y="1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7" name="Freeform 1195">
                <a:extLst>
                  <a:ext uri="{FF2B5EF4-FFF2-40B4-BE49-F238E27FC236}">
                    <a16:creationId xmlns:a16="http://schemas.microsoft.com/office/drawing/2014/main" id="{1D435E65-7779-486F-8763-9CE1D9657E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3" y="2611"/>
                <a:ext cx="20" cy="19"/>
              </a:xfrm>
              <a:custGeom>
                <a:avLst/>
                <a:gdLst>
                  <a:gd name="T0" fmla="*/ 63 w 8"/>
                  <a:gd name="T1" fmla="*/ 0 h 7"/>
                  <a:gd name="T2" fmla="*/ 20 w 8"/>
                  <a:gd name="T3" fmla="*/ 38 h 7"/>
                  <a:gd name="T4" fmla="*/ 20 w 8"/>
                  <a:gd name="T5" fmla="*/ 117 h 7"/>
                  <a:gd name="T6" fmla="*/ 20 w 8"/>
                  <a:gd name="T7" fmla="*/ 117 h 7"/>
                  <a:gd name="T8" fmla="*/ 83 w 8"/>
                  <a:gd name="T9" fmla="*/ 117 h 7"/>
                  <a:gd name="T10" fmla="*/ 113 w 8"/>
                  <a:gd name="T11" fmla="*/ 38 h 7"/>
                  <a:gd name="T12" fmla="*/ 63 w 8"/>
                  <a:gd name="T13" fmla="*/ 0 h 7"/>
                  <a:gd name="T14" fmla="*/ 33 w 8"/>
                  <a:gd name="T15" fmla="*/ 81 h 7"/>
                  <a:gd name="T16" fmla="*/ 50 w 8"/>
                  <a:gd name="T17" fmla="*/ 38 h 7"/>
                  <a:gd name="T18" fmla="*/ 83 w 8"/>
                  <a:gd name="T19" fmla="*/ 60 h 7"/>
                  <a:gd name="T20" fmla="*/ 83 w 8"/>
                  <a:gd name="T21" fmla="*/ 60 h 7"/>
                  <a:gd name="T22" fmla="*/ 83 w 8"/>
                  <a:gd name="T23" fmla="*/ 103 h 7"/>
                  <a:gd name="T24" fmla="*/ 63 w 8"/>
                  <a:gd name="T25" fmla="*/ 103 h 7"/>
                  <a:gd name="T26" fmla="*/ 33 w 8"/>
                  <a:gd name="T27" fmla="*/ 81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4" y="7"/>
                      <a:pt x="5" y="6"/>
                    </a:cubicBezTo>
                    <a:cubicBezTo>
                      <a:pt x="7" y="5"/>
                      <a:pt x="8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  <a:close/>
                    <a:moveTo>
                      <a:pt x="2" y="4"/>
                    </a:move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3" y="5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8" name="Freeform 1196">
                <a:extLst>
                  <a:ext uri="{FF2B5EF4-FFF2-40B4-BE49-F238E27FC236}">
                    <a16:creationId xmlns:a16="http://schemas.microsoft.com/office/drawing/2014/main" id="{B565ECC5-788D-4ACD-AEC0-B762A3B44D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5" y="2611"/>
                <a:ext cx="40" cy="48"/>
              </a:xfrm>
              <a:custGeom>
                <a:avLst/>
                <a:gdLst>
                  <a:gd name="T0" fmla="*/ 33 w 16"/>
                  <a:gd name="T1" fmla="*/ 21 h 18"/>
                  <a:gd name="T2" fmla="*/ 20 w 16"/>
                  <a:gd name="T3" fmla="*/ 35 h 18"/>
                  <a:gd name="T4" fmla="*/ 0 w 16"/>
                  <a:gd name="T5" fmla="*/ 35 h 18"/>
                  <a:gd name="T6" fmla="*/ 0 w 16"/>
                  <a:gd name="T7" fmla="*/ 77 h 18"/>
                  <a:gd name="T8" fmla="*/ 0 w 16"/>
                  <a:gd name="T9" fmla="*/ 115 h 18"/>
                  <a:gd name="T10" fmla="*/ 33 w 16"/>
                  <a:gd name="T11" fmla="*/ 136 h 18"/>
                  <a:gd name="T12" fmla="*/ 0 w 16"/>
                  <a:gd name="T13" fmla="*/ 115 h 18"/>
                  <a:gd name="T14" fmla="*/ 83 w 16"/>
                  <a:gd name="T15" fmla="*/ 285 h 18"/>
                  <a:gd name="T16" fmla="*/ 113 w 16"/>
                  <a:gd name="T17" fmla="*/ 320 h 18"/>
                  <a:gd name="T18" fmla="*/ 158 w 16"/>
                  <a:gd name="T19" fmla="*/ 320 h 18"/>
                  <a:gd name="T20" fmla="*/ 175 w 16"/>
                  <a:gd name="T21" fmla="*/ 307 h 18"/>
                  <a:gd name="T22" fmla="*/ 208 w 16"/>
                  <a:gd name="T23" fmla="*/ 285 h 18"/>
                  <a:gd name="T24" fmla="*/ 238 w 16"/>
                  <a:gd name="T25" fmla="*/ 227 h 18"/>
                  <a:gd name="T26" fmla="*/ 238 w 16"/>
                  <a:gd name="T27" fmla="*/ 171 h 18"/>
                  <a:gd name="T28" fmla="*/ 208 w 16"/>
                  <a:gd name="T29" fmla="*/ 149 h 18"/>
                  <a:gd name="T30" fmla="*/ 175 w 16"/>
                  <a:gd name="T31" fmla="*/ 136 h 18"/>
                  <a:gd name="T32" fmla="*/ 175 w 16"/>
                  <a:gd name="T33" fmla="*/ 136 h 18"/>
                  <a:gd name="T34" fmla="*/ 83 w 16"/>
                  <a:gd name="T35" fmla="*/ 21 h 18"/>
                  <a:gd name="T36" fmla="*/ 33 w 16"/>
                  <a:gd name="T37" fmla="*/ 21 h 18"/>
                  <a:gd name="T38" fmla="*/ 20 w 16"/>
                  <a:gd name="T39" fmla="*/ 56 h 18"/>
                  <a:gd name="T40" fmla="*/ 20 w 16"/>
                  <a:gd name="T41" fmla="*/ 56 h 18"/>
                  <a:gd name="T42" fmla="*/ 20 w 16"/>
                  <a:gd name="T43" fmla="*/ 77 h 18"/>
                  <a:gd name="T44" fmla="*/ 20 w 16"/>
                  <a:gd name="T45" fmla="*/ 56 h 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8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3" y="9"/>
                      <a:pt x="6" y="12"/>
                      <a:pt x="5" y="15"/>
                    </a:cubicBezTo>
                    <a:cubicBezTo>
                      <a:pt x="5" y="16"/>
                      <a:pt x="6" y="17"/>
                      <a:pt x="7" y="17"/>
                    </a:cubicBezTo>
                    <a:cubicBezTo>
                      <a:pt x="7" y="18"/>
                      <a:pt x="9" y="18"/>
                      <a:pt x="10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5" y="12"/>
                      <a:pt x="15" y="12"/>
                    </a:cubicBezTo>
                    <a:cubicBezTo>
                      <a:pt x="16" y="11"/>
                      <a:pt x="16" y="10"/>
                      <a:pt x="15" y="9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7" y="2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9" name="Freeform 1197">
                <a:extLst>
                  <a:ext uri="{FF2B5EF4-FFF2-40B4-BE49-F238E27FC236}">
                    <a16:creationId xmlns:a16="http://schemas.microsoft.com/office/drawing/2014/main" id="{0B3F7FFE-55E4-47F8-9553-188FF8FA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587"/>
                <a:ext cx="140" cy="131"/>
              </a:xfrm>
              <a:custGeom>
                <a:avLst/>
                <a:gdLst>
                  <a:gd name="T0" fmla="*/ 363 w 56"/>
                  <a:gd name="T1" fmla="*/ 687 h 49"/>
                  <a:gd name="T2" fmla="*/ 550 w 56"/>
                  <a:gd name="T3" fmla="*/ 628 h 49"/>
                  <a:gd name="T4" fmla="*/ 563 w 56"/>
                  <a:gd name="T5" fmla="*/ 380 h 49"/>
                  <a:gd name="T6" fmla="*/ 738 w 56"/>
                  <a:gd name="T7" fmla="*/ 230 h 49"/>
                  <a:gd name="T8" fmla="*/ 863 w 56"/>
                  <a:gd name="T9" fmla="*/ 0 h 49"/>
                  <a:gd name="T10" fmla="*/ 533 w 56"/>
                  <a:gd name="T11" fmla="*/ 230 h 49"/>
                  <a:gd name="T12" fmla="*/ 395 w 56"/>
                  <a:gd name="T13" fmla="*/ 78 h 49"/>
                  <a:gd name="T14" fmla="*/ 375 w 56"/>
                  <a:gd name="T15" fmla="*/ 422 h 49"/>
                  <a:gd name="T16" fmla="*/ 300 w 56"/>
                  <a:gd name="T17" fmla="*/ 500 h 49"/>
                  <a:gd name="T18" fmla="*/ 125 w 56"/>
                  <a:gd name="T19" fmla="*/ 628 h 49"/>
                  <a:gd name="T20" fmla="*/ 250 w 56"/>
                  <a:gd name="T21" fmla="*/ 708 h 49"/>
                  <a:gd name="T22" fmla="*/ 0 w 56"/>
                  <a:gd name="T23" fmla="*/ 914 h 49"/>
                  <a:gd name="T24" fmla="*/ 313 w 56"/>
                  <a:gd name="T25" fmla="*/ 799 h 49"/>
                  <a:gd name="T26" fmla="*/ 363 w 56"/>
                  <a:gd name="T27" fmla="*/ 687 h 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49">
                    <a:moveTo>
                      <a:pt x="23" y="36"/>
                    </a:moveTo>
                    <a:cubicBezTo>
                      <a:pt x="27" y="33"/>
                      <a:pt x="33" y="32"/>
                      <a:pt x="35" y="33"/>
                    </a:cubicBezTo>
                    <a:cubicBezTo>
                      <a:pt x="37" y="34"/>
                      <a:pt x="34" y="25"/>
                      <a:pt x="36" y="20"/>
                    </a:cubicBezTo>
                    <a:cubicBezTo>
                      <a:pt x="38" y="16"/>
                      <a:pt x="43" y="16"/>
                      <a:pt x="47" y="12"/>
                    </a:cubicBezTo>
                    <a:cubicBezTo>
                      <a:pt x="52" y="9"/>
                      <a:pt x="56" y="5"/>
                      <a:pt x="55" y="0"/>
                    </a:cubicBezTo>
                    <a:cubicBezTo>
                      <a:pt x="53" y="6"/>
                      <a:pt x="40" y="10"/>
                      <a:pt x="34" y="12"/>
                    </a:cubicBezTo>
                    <a:cubicBezTo>
                      <a:pt x="34" y="7"/>
                      <a:pt x="30" y="3"/>
                      <a:pt x="25" y="4"/>
                    </a:cubicBezTo>
                    <a:cubicBezTo>
                      <a:pt x="30" y="9"/>
                      <a:pt x="29" y="17"/>
                      <a:pt x="24" y="22"/>
                    </a:cubicBezTo>
                    <a:cubicBezTo>
                      <a:pt x="23" y="23"/>
                      <a:pt x="21" y="23"/>
                      <a:pt x="19" y="26"/>
                    </a:cubicBezTo>
                    <a:cubicBezTo>
                      <a:pt x="17" y="29"/>
                      <a:pt x="14" y="33"/>
                      <a:pt x="8" y="33"/>
                    </a:cubicBezTo>
                    <a:cubicBezTo>
                      <a:pt x="10" y="36"/>
                      <a:pt x="14" y="38"/>
                      <a:pt x="16" y="37"/>
                    </a:cubicBezTo>
                    <a:cubicBezTo>
                      <a:pt x="15" y="39"/>
                      <a:pt x="7" y="47"/>
                      <a:pt x="0" y="48"/>
                    </a:cubicBezTo>
                    <a:cubicBezTo>
                      <a:pt x="6" y="49"/>
                      <a:pt x="14" y="47"/>
                      <a:pt x="20" y="42"/>
                    </a:cubicBezTo>
                    <a:cubicBezTo>
                      <a:pt x="23" y="38"/>
                      <a:pt x="22" y="36"/>
                      <a:pt x="23" y="36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0" name="Freeform 1198">
                <a:extLst>
                  <a:ext uri="{FF2B5EF4-FFF2-40B4-BE49-F238E27FC236}">
                    <a16:creationId xmlns:a16="http://schemas.microsoft.com/office/drawing/2014/main" id="{177D33E5-323B-43BF-972E-CC86F3C5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611"/>
                <a:ext cx="223" cy="208"/>
              </a:xfrm>
              <a:custGeom>
                <a:avLst/>
                <a:gdLst>
                  <a:gd name="T0" fmla="*/ 1288 w 89"/>
                  <a:gd name="T1" fmla="*/ 947 h 78"/>
                  <a:gd name="T2" fmla="*/ 1005 w 89"/>
                  <a:gd name="T3" fmla="*/ 227 h 78"/>
                  <a:gd name="T4" fmla="*/ 616 w 89"/>
                  <a:gd name="T5" fmla="*/ 35 h 78"/>
                  <a:gd name="T6" fmla="*/ 566 w 89"/>
                  <a:gd name="T7" fmla="*/ 56 h 78"/>
                  <a:gd name="T8" fmla="*/ 396 w 89"/>
                  <a:gd name="T9" fmla="*/ 205 h 78"/>
                  <a:gd name="T10" fmla="*/ 376 w 89"/>
                  <a:gd name="T11" fmla="*/ 456 h 78"/>
                  <a:gd name="T12" fmla="*/ 188 w 89"/>
                  <a:gd name="T13" fmla="*/ 512 h 78"/>
                  <a:gd name="T14" fmla="*/ 175 w 89"/>
                  <a:gd name="T15" fmla="*/ 512 h 78"/>
                  <a:gd name="T16" fmla="*/ 145 w 89"/>
                  <a:gd name="T17" fmla="*/ 627 h 78"/>
                  <a:gd name="T18" fmla="*/ 95 w 89"/>
                  <a:gd name="T19" fmla="*/ 661 h 78"/>
                  <a:gd name="T20" fmla="*/ 125 w 89"/>
                  <a:gd name="T21" fmla="*/ 1195 h 78"/>
                  <a:gd name="T22" fmla="*/ 596 w 89"/>
                  <a:gd name="T23" fmla="*/ 1459 h 78"/>
                  <a:gd name="T24" fmla="*/ 1085 w 89"/>
                  <a:gd name="T25" fmla="*/ 1480 h 78"/>
                  <a:gd name="T26" fmla="*/ 1351 w 89"/>
                  <a:gd name="T27" fmla="*/ 1400 h 78"/>
                  <a:gd name="T28" fmla="*/ 1288 w 89"/>
                  <a:gd name="T29" fmla="*/ 947 h 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78">
                    <a:moveTo>
                      <a:pt x="82" y="50"/>
                    </a:moveTo>
                    <a:cubicBezTo>
                      <a:pt x="75" y="37"/>
                      <a:pt x="70" y="22"/>
                      <a:pt x="64" y="12"/>
                    </a:cubicBezTo>
                    <a:cubicBezTo>
                      <a:pt x="60" y="3"/>
                      <a:pt x="48" y="0"/>
                      <a:pt x="39" y="2"/>
                    </a:cubicBezTo>
                    <a:cubicBezTo>
                      <a:pt x="38" y="2"/>
                      <a:pt x="37" y="3"/>
                      <a:pt x="36" y="3"/>
                    </a:cubicBezTo>
                    <a:cubicBezTo>
                      <a:pt x="32" y="7"/>
                      <a:pt x="27" y="7"/>
                      <a:pt x="25" y="11"/>
                    </a:cubicBezTo>
                    <a:cubicBezTo>
                      <a:pt x="23" y="16"/>
                      <a:pt x="26" y="25"/>
                      <a:pt x="24" y="24"/>
                    </a:cubicBezTo>
                    <a:cubicBezTo>
                      <a:pt x="22" y="23"/>
                      <a:pt x="16" y="24"/>
                      <a:pt x="12" y="27"/>
                    </a:cubicBezTo>
                    <a:cubicBezTo>
                      <a:pt x="12" y="27"/>
                      <a:pt x="11" y="27"/>
                      <a:pt x="11" y="27"/>
                    </a:cubicBezTo>
                    <a:cubicBezTo>
                      <a:pt x="11" y="28"/>
                      <a:pt x="12" y="30"/>
                      <a:pt x="9" y="33"/>
                    </a:cubicBezTo>
                    <a:cubicBezTo>
                      <a:pt x="8" y="33"/>
                      <a:pt x="7" y="34"/>
                      <a:pt x="6" y="35"/>
                    </a:cubicBezTo>
                    <a:cubicBezTo>
                      <a:pt x="1" y="43"/>
                      <a:pt x="0" y="53"/>
                      <a:pt x="8" y="63"/>
                    </a:cubicBezTo>
                    <a:cubicBezTo>
                      <a:pt x="16" y="74"/>
                      <a:pt x="27" y="78"/>
                      <a:pt x="38" y="77"/>
                    </a:cubicBezTo>
                    <a:cubicBezTo>
                      <a:pt x="49" y="77"/>
                      <a:pt x="61" y="78"/>
                      <a:pt x="69" y="78"/>
                    </a:cubicBezTo>
                    <a:cubicBezTo>
                      <a:pt x="78" y="78"/>
                      <a:pt x="83" y="78"/>
                      <a:pt x="86" y="74"/>
                    </a:cubicBezTo>
                    <a:cubicBezTo>
                      <a:pt x="89" y="68"/>
                      <a:pt x="89" y="63"/>
                      <a:pt x="82" y="50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1" name="Freeform 1199">
                <a:extLst>
                  <a:ext uri="{FF2B5EF4-FFF2-40B4-BE49-F238E27FC236}">
                    <a16:creationId xmlns:a16="http://schemas.microsoft.com/office/drawing/2014/main" id="{11EAAE51-2FB2-445C-8C8B-053DC9E36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569"/>
                <a:ext cx="35" cy="50"/>
              </a:xfrm>
              <a:custGeom>
                <a:avLst/>
                <a:gdLst>
                  <a:gd name="T0" fmla="*/ 0 w 14"/>
                  <a:gd name="T1" fmla="*/ 347 h 19"/>
                  <a:gd name="T2" fmla="*/ 208 w 14"/>
                  <a:gd name="T3" fmla="*/ 255 h 19"/>
                  <a:gd name="T4" fmla="*/ 208 w 14"/>
                  <a:gd name="T5" fmla="*/ 255 h 19"/>
                  <a:gd name="T6" fmla="*/ 158 w 14"/>
                  <a:gd name="T7" fmla="*/ 0 h 19"/>
                  <a:gd name="T8" fmla="*/ 0 w 14"/>
                  <a:gd name="T9" fmla="*/ 326 h 19"/>
                  <a:gd name="T10" fmla="*/ 0 w 14"/>
                  <a:gd name="T11" fmla="*/ 326 h 19"/>
                  <a:gd name="T12" fmla="*/ 0 w 14"/>
                  <a:gd name="T13" fmla="*/ 34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0" y="19"/>
                    </a:moveTo>
                    <a:cubicBezTo>
                      <a:pt x="3" y="18"/>
                      <a:pt x="9" y="16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2"/>
                      <a:pt x="14" y="3"/>
                      <a:pt x="10" y="0"/>
                    </a:cubicBezTo>
                    <a:cubicBezTo>
                      <a:pt x="11" y="9"/>
                      <a:pt x="6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2" name="Freeform 1200">
                <a:extLst>
                  <a:ext uri="{FF2B5EF4-FFF2-40B4-BE49-F238E27FC236}">
                    <a16:creationId xmlns:a16="http://schemas.microsoft.com/office/drawing/2014/main" id="{607E77DF-8832-40AF-A39A-199F1C161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61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33 w 2"/>
                  <a:gd name="T3" fmla="*/ 21 h 3"/>
                  <a:gd name="T4" fmla="*/ 0 w 2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3" name="Freeform 1201">
                <a:extLst>
                  <a:ext uri="{FF2B5EF4-FFF2-40B4-BE49-F238E27FC236}">
                    <a16:creationId xmlns:a16="http://schemas.microsoft.com/office/drawing/2014/main" id="{1DAE4B98-6471-4167-806D-343E84FB3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619"/>
                <a:ext cx="28" cy="32"/>
              </a:xfrm>
              <a:custGeom>
                <a:avLst/>
                <a:gdLst>
                  <a:gd name="T0" fmla="*/ 117 w 11"/>
                  <a:gd name="T1" fmla="*/ 115 h 12"/>
                  <a:gd name="T2" fmla="*/ 33 w 11"/>
                  <a:gd name="T3" fmla="*/ 0 h 12"/>
                  <a:gd name="T4" fmla="*/ 0 w 11"/>
                  <a:gd name="T5" fmla="*/ 21 h 12"/>
                  <a:gd name="T6" fmla="*/ 97 w 11"/>
                  <a:gd name="T7" fmla="*/ 227 h 12"/>
                  <a:gd name="T8" fmla="*/ 97 w 11"/>
                  <a:gd name="T9" fmla="*/ 227 h 12"/>
                  <a:gd name="T10" fmla="*/ 150 w 11"/>
                  <a:gd name="T11" fmla="*/ 192 h 12"/>
                  <a:gd name="T12" fmla="*/ 181 w 11"/>
                  <a:gd name="T13" fmla="*/ 136 h 12"/>
                  <a:gd name="T14" fmla="*/ 117 w 11"/>
                  <a:gd name="T15" fmla="*/ 11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12">
                    <a:moveTo>
                      <a:pt x="7" y="6"/>
                    </a:moveTo>
                    <a:cubicBezTo>
                      <a:pt x="6" y="4"/>
                      <a:pt x="4" y="1"/>
                      <a:pt x="2" y="0"/>
                    </a:cubicBezTo>
                    <a:cubicBezTo>
                      <a:pt x="2" y="1"/>
                      <a:pt x="1" y="2"/>
                      <a:pt x="0" y="1"/>
                    </a:cubicBezTo>
                    <a:cubicBezTo>
                      <a:pt x="3" y="4"/>
                      <a:pt x="6" y="8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10" y="9"/>
                      <a:pt x="11" y="8"/>
                      <a:pt x="11" y="7"/>
                    </a:cubicBezTo>
                    <a:cubicBezTo>
                      <a:pt x="10" y="8"/>
                      <a:pt x="8" y="8"/>
                      <a:pt x="7" y="6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4" name="Freeform 1202">
                <a:extLst>
                  <a:ext uri="{FF2B5EF4-FFF2-40B4-BE49-F238E27FC236}">
                    <a16:creationId xmlns:a16="http://schemas.microsoft.com/office/drawing/2014/main" id="{02666B89-50A4-47FA-A688-98B916A13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659"/>
                <a:ext cx="15" cy="19"/>
              </a:xfrm>
              <a:custGeom>
                <a:avLst/>
                <a:gdLst>
                  <a:gd name="T0" fmla="*/ 33 w 6"/>
                  <a:gd name="T1" fmla="*/ 22 h 7"/>
                  <a:gd name="T2" fmla="*/ 0 w 6"/>
                  <a:gd name="T3" fmla="*/ 141 h 7"/>
                  <a:gd name="T4" fmla="*/ 95 w 6"/>
                  <a:gd name="T5" fmla="*/ 81 h 7"/>
                  <a:gd name="T6" fmla="*/ 50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1" y="3"/>
                      <a:pt x="0" y="4"/>
                      <a:pt x="0" y="7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4" y="4"/>
                      <a:pt x="2" y="3"/>
                      <a:pt x="3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5" name="Freeform 1203">
                <a:extLst>
                  <a:ext uri="{FF2B5EF4-FFF2-40B4-BE49-F238E27FC236}">
                    <a16:creationId xmlns:a16="http://schemas.microsoft.com/office/drawing/2014/main" id="{015850CC-ADE7-4CB0-9882-7CD4E4C23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643"/>
                <a:ext cx="8" cy="24"/>
              </a:xfrm>
              <a:custGeom>
                <a:avLst/>
                <a:gdLst>
                  <a:gd name="T0" fmla="*/ 0 w 3"/>
                  <a:gd name="T1" fmla="*/ 35 h 9"/>
                  <a:gd name="T2" fmla="*/ 56 w 3"/>
                  <a:gd name="T3" fmla="*/ 0 h 9"/>
                  <a:gd name="T4" fmla="*/ 56 w 3"/>
                  <a:gd name="T5" fmla="*/ 171 h 9"/>
                  <a:gd name="T6" fmla="*/ 0 w 3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2" y="6"/>
                      <a:pt x="2" y="4"/>
                      <a:pt x="0" y="2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6" name="Freeform 1204">
                <a:extLst>
                  <a:ext uri="{FF2B5EF4-FFF2-40B4-BE49-F238E27FC236}">
                    <a16:creationId xmlns:a16="http://schemas.microsoft.com/office/drawing/2014/main" id="{6E675C80-FECF-45B0-AFF1-12A960407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585"/>
                <a:ext cx="12" cy="24"/>
              </a:xfrm>
              <a:custGeom>
                <a:avLst/>
                <a:gdLst>
                  <a:gd name="T0" fmla="*/ 58 w 5"/>
                  <a:gd name="T1" fmla="*/ 0 h 9"/>
                  <a:gd name="T2" fmla="*/ 58 w 5"/>
                  <a:gd name="T3" fmla="*/ 136 h 9"/>
                  <a:gd name="T4" fmla="*/ 58 w 5"/>
                  <a:gd name="T5" fmla="*/ 149 h 9"/>
                  <a:gd name="T6" fmla="*/ 0 w 5"/>
                  <a:gd name="T7" fmla="*/ 171 h 9"/>
                  <a:gd name="T8" fmla="*/ 29 w 5"/>
                  <a:gd name="T9" fmla="*/ 115 h 9"/>
                  <a:gd name="T10" fmla="*/ 58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4" y="2"/>
                      <a:pt x="5" y="4"/>
                      <a:pt x="4" y="7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3" y="9"/>
                      <a:pt x="1" y="9"/>
                      <a:pt x="0" y="9"/>
                    </a:cubicBezTo>
                    <a:cubicBezTo>
                      <a:pt x="2" y="9"/>
                      <a:pt x="2" y="7"/>
                      <a:pt x="2" y="6"/>
                    </a:cubicBezTo>
                    <a:cubicBezTo>
                      <a:pt x="3" y="5"/>
                      <a:pt x="5" y="2"/>
                      <a:pt x="4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7" name="Freeform 1205">
                <a:extLst>
                  <a:ext uri="{FF2B5EF4-FFF2-40B4-BE49-F238E27FC236}">
                    <a16:creationId xmlns:a16="http://schemas.microsoft.com/office/drawing/2014/main" id="{8A72ADCA-1DDD-4E10-A57B-CB1BE8322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603"/>
                <a:ext cx="13" cy="32"/>
              </a:xfrm>
              <a:custGeom>
                <a:avLst/>
                <a:gdLst>
                  <a:gd name="T0" fmla="*/ 34 w 5"/>
                  <a:gd name="T1" fmla="*/ 21 h 12"/>
                  <a:gd name="T2" fmla="*/ 34 w 5"/>
                  <a:gd name="T3" fmla="*/ 227 h 12"/>
                  <a:gd name="T4" fmla="*/ 34 w 5"/>
                  <a:gd name="T5" fmla="*/ 93 h 12"/>
                  <a:gd name="T6" fmla="*/ 0 w 5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2" y="1"/>
                    </a:moveTo>
                    <a:cubicBezTo>
                      <a:pt x="5" y="4"/>
                      <a:pt x="5" y="9"/>
                      <a:pt x="2" y="12"/>
                    </a:cubicBezTo>
                    <a:cubicBezTo>
                      <a:pt x="3" y="10"/>
                      <a:pt x="3" y="7"/>
                      <a:pt x="2" y="5"/>
                    </a:cubicBezTo>
                    <a:cubicBezTo>
                      <a:pt x="2" y="3"/>
                      <a:pt x="1" y="0"/>
                      <a:pt x="0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8" name="Freeform 1206">
                <a:extLst>
                  <a:ext uri="{FF2B5EF4-FFF2-40B4-BE49-F238E27FC236}">
                    <a16:creationId xmlns:a16="http://schemas.microsoft.com/office/drawing/2014/main" id="{6522D3A2-AE67-4DA7-9991-B63CF8D03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665"/>
                <a:ext cx="20" cy="18"/>
              </a:xfrm>
              <a:custGeom>
                <a:avLst/>
                <a:gdLst>
                  <a:gd name="T0" fmla="*/ 0 w 8"/>
                  <a:gd name="T1" fmla="*/ 100 h 7"/>
                  <a:gd name="T2" fmla="*/ 63 w 8"/>
                  <a:gd name="T3" fmla="*/ 100 h 7"/>
                  <a:gd name="T4" fmla="*/ 125 w 8"/>
                  <a:gd name="T5" fmla="*/ 0 h 7"/>
                  <a:gd name="T6" fmla="*/ 83 w 8"/>
                  <a:gd name="T7" fmla="*/ 54 h 7"/>
                  <a:gd name="T8" fmla="*/ 0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6"/>
                    </a:moveTo>
                    <a:cubicBezTo>
                      <a:pt x="1" y="7"/>
                      <a:pt x="3" y="7"/>
                      <a:pt x="4" y="6"/>
                    </a:cubicBezTo>
                    <a:cubicBezTo>
                      <a:pt x="6" y="6"/>
                      <a:pt x="8" y="1"/>
                      <a:pt x="8" y="0"/>
                    </a:cubicBezTo>
                    <a:cubicBezTo>
                      <a:pt x="7" y="1"/>
                      <a:pt x="7" y="2"/>
                      <a:pt x="5" y="3"/>
                    </a:cubicBezTo>
                    <a:cubicBezTo>
                      <a:pt x="4" y="5"/>
                      <a:pt x="2" y="5"/>
                      <a:pt x="0" y="6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9" name="Freeform 1207">
                <a:extLst>
                  <a:ext uri="{FF2B5EF4-FFF2-40B4-BE49-F238E27FC236}">
                    <a16:creationId xmlns:a16="http://schemas.microsoft.com/office/drawing/2014/main" id="{537E08B1-F8F2-43A8-A993-9A5C0722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665"/>
                <a:ext cx="33" cy="45"/>
              </a:xfrm>
              <a:custGeom>
                <a:avLst/>
                <a:gdLst>
                  <a:gd name="T0" fmla="*/ 0 w 13"/>
                  <a:gd name="T1" fmla="*/ 315 h 17"/>
                  <a:gd name="T2" fmla="*/ 213 w 13"/>
                  <a:gd name="T3" fmla="*/ 0 h 17"/>
                  <a:gd name="T4" fmla="*/ 0 w 13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17"/>
                    </a:moveTo>
                    <a:cubicBezTo>
                      <a:pt x="4" y="15"/>
                      <a:pt x="11" y="7"/>
                      <a:pt x="13" y="0"/>
                    </a:cubicBezTo>
                    <a:cubicBezTo>
                      <a:pt x="12" y="4"/>
                      <a:pt x="12" y="13"/>
                      <a:pt x="0" y="17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0" name="Freeform 1208">
                <a:extLst>
                  <a:ext uri="{FF2B5EF4-FFF2-40B4-BE49-F238E27FC236}">
                    <a16:creationId xmlns:a16="http://schemas.microsoft.com/office/drawing/2014/main" id="{5D333F3D-020C-428F-9AE9-6274EBDF5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601"/>
                <a:ext cx="38" cy="21"/>
              </a:xfrm>
              <a:custGeom>
                <a:avLst/>
                <a:gdLst>
                  <a:gd name="T0" fmla="*/ 0 w 15"/>
                  <a:gd name="T1" fmla="*/ 144 h 8"/>
                  <a:gd name="T2" fmla="*/ 243 w 15"/>
                  <a:gd name="T3" fmla="*/ 0 h 8"/>
                  <a:gd name="T4" fmla="*/ 0 w 15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6"/>
                      <a:pt x="12" y="3"/>
                      <a:pt x="15" y="0"/>
                    </a:cubicBezTo>
                    <a:cubicBezTo>
                      <a:pt x="14" y="3"/>
                      <a:pt x="10" y="7"/>
                      <a:pt x="0" y="8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1" name="Freeform 1209">
                <a:extLst>
                  <a:ext uri="{FF2B5EF4-FFF2-40B4-BE49-F238E27FC236}">
                    <a16:creationId xmlns:a16="http://schemas.microsoft.com/office/drawing/2014/main" id="{E3DA5750-CEEB-4281-903C-FDD12F120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657"/>
                <a:ext cx="13" cy="16"/>
              </a:xfrm>
              <a:custGeom>
                <a:avLst/>
                <a:gdLst>
                  <a:gd name="T0" fmla="*/ 0 w 5"/>
                  <a:gd name="T1" fmla="*/ 115 h 6"/>
                  <a:gd name="T2" fmla="*/ 88 w 5"/>
                  <a:gd name="T3" fmla="*/ 0 h 6"/>
                  <a:gd name="T4" fmla="*/ 0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3" y="5"/>
                      <a:pt x="4" y="2"/>
                      <a:pt x="5" y="0"/>
                    </a:cubicBezTo>
                    <a:cubicBezTo>
                      <a:pt x="5" y="3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2" name="Freeform 1210">
                <a:extLst>
                  <a:ext uri="{FF2B5EF4-FFF2-40B4-BE49-F238E27FC236}">
                    <a16:creationId xmlns:a16="http://schemas.microsoft.com/office/drawing/2014/main" id="{97140150-1D7C-4E2D-9C43-A9A247CB1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603"/>
                <a:ext cx="22" cy="48"/>
              </a:xfrm>
              <a:custGeom>
                <a:avLst/>
                <a:gdLst>
                  <a:gd name="T0" fmla="*/ 59 w 9"/>
                  <a:gd name="T1" fmla="*/ 0 h 18"/>
                  <a:gd name="T2" fmla="*/ 0 w 9"/>
                  <a:gd name="T3" fmla="*/ 341 h 18"/>
                  <a:gd name="T4" fmla="*/ 59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4" y="0"/>
                    </a:moveTo>
                    <a:cubicBezTo>
                      <a:pt x="6" y="3"/>
                      <a:pt x="7" y="13"/>
                      <a:pt x="0" y="18"/>
                    </a:cubicBezTo>
                    <a:cubicBezTo>
                      <a:pt x="5" y="16"/>
                      <a:pt x="9" y="7"/>
                      <a:pt x="4" y="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3" name="Freeform 1211">
                <a:extLst>
                  <a:ext uri="{FF2B5EF4-FFF2-40B4-BE49-F238E27FC236}">
                    <a16:creationId xmlns:a16="http://schemas.microsoft.com/office/drawing/2014/main" id="{753E1690-87E3-48D1-9A29-BC35E7612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678"/>
                <a:ext cx="20" cy="24"/>
              </a:xfrm>
              <a:custGeom>
                <a:avLst/>
                <a:gdLst>
                  <a:gd name="T0" fmla="*/ 0 w 8"/>
                  <a:gd name="T1" fmla="*/ 171 h 9"/>
                  <a:gd name="T2" fmla="*/ 125 w 8"/>
                  <a:gd name="T3" fmla="*/ 0 h 9"/>
                  <a:gd name="T4" fmla="*/ 0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3" y="8"/>
                      <a:pt x="7" y="4"/>
                      <a:pt x="8" y="0"/>
                    </a:cubicBezTo>
                    <a:cubicBezTo>
                      <a:pt x="7" y="2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4" name="Freeform 1212">
                <a:extLst>
                  <a:ext uri="{FF2B5EF4-FFF2-40B4-BE49-F238E27FC236}">
                    <a16:creationId xmlns:a16="http://schemas.microsoft.com/office/drawing/2014/main" id="{C9D05AC8-9DB5-4FE1-89C8-8A5ABABDB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617"/>
                <a:ext cx="13" cy="29"/>
              </a:xfrm>
              <a:custGeom>
                <a:avLst/>
                <a:gdLst>
                  <a:gd name="T0" fmla="*/ 88 w 5"/>
                  <a:gd name="T1" fmla="*/ 0 h 11"/>
                  <a:gd name="T2" fmla="*/ 0 w 5"/>
                  <a:gd name="T3" fmla="*/ 200 h 11"/>
                  <a:gd name="T4" fmla="*/ 88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5" y="2"/>
                      <a:pt x="5" y="9"/>
                      <a:pt x="0" y="11"/>
                    </a:cubicBezTo>
                    <a:cubicBezTo>
                      <a:pt x="3" y="9"/>
                      <a:pt x="5" y="5"/>
                      <a:pt x="5" y="0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5" name="Freeform 1213">
                <a:extLst>
                  <a:ext uri="{FF2B5EF4-FFF2-40B4-BE49-F238E27FC236}">
                    <a16:creationId xmlns:a16="http://schemas.microsoft.com/office/drawing/2014/main" id="{04BBE5F8-782C-4CE9-9711-658F0B4A7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606"/>
                <a:ext cx="23" cy="13"/>
              </a:xfrm>
              <a:custGeom>
                <a:avLst/>
                <a:gdLst>
                  <a:gd name="T0" fmla="*/ 0 w 9"/>
                  <a:gd name="T1" fmla="*/ 88 h 5"/>
                  <a:gd name="T2" fmla="*/ 151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7" y="2"/>
                      <a:pt x="9" y="0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6" name="Freeform 1214">
                <a:extLst>
                  <a:ext uri="{FF2B5EF4-FFF2-40B4-BE49-F238E27FC236}">
                    <a16:creationId xmlns:a16="http://schemas.microsoft.com/office/drawing/2014/main" id="{54E4D2B6-142F-407F-A4C5-9FA12E350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611"/>
                <a:ext cx="188" cy="214"/>
              </a:xfrm>
              <a:custGeom>
                <a:avLst/>
                <a:gdLst>
                  <a:gd name="T0" fmla="*/ 346 w 75"/>
                  <a:gd name="T1" fmla="*/ 56 h 80"/>
                  <a:gd name="T2" fmla="*/ 722 w 75"/>
                  <a:gd name="T3" fmla="*/ 171 h 80"/>
                  <a:gd name="T4" fmla="*/ 943 w 75"/>
                  <a:gd name="T5" fmla="*/ 730 h 80"/>
                  <a:gd name="T6" fmla="*/ 1088 w 75"/>
                  <a:gd name="T7" fmla="*/ 1073 h 80"/>
                  <a:gd name="T8" fmla="*/ 1118 w 75"/>
                  <a:gd name="T9" fmla="*/ 1418 h 80"/>
                  <a:gd name="T10" fmla="*/ 439 w 75"/>
                  <a:gd name="T11" fmla="*/ 1453 h 80"/>
                  <a:gd name="T12" fmla="*/ 0 w 75"/>
                  <a:gd name="T13" fmla="*/ 1303 h 80"/>
                  <a:gd name="T14" fmla="*/ 346 w 75"/>
                  <a:gd name="T15" fmla="*/ 1396 h 80"/>
                  <a:gd name="T16" fmla="*/ 772 w 75"/>
                  <a:gd name="T17" fmla="*/ 1359 h 80"/>
                  <a:gd name="T18" fmla="*/ 963 w 75"/>
                  <a:gd name="T19" fmla="*/ 1132 h 80"/>
                  <a:gd name="T20" fmla="*/ 755 w 75"/>
                  <a:gd name="T21" fmla="*/ 559 h 80"/>
                  <a:gd name="T22" fmla="*/ 346 w 75"/>
                  <a:gd name="T23" fmla="*/ 5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" h="80">
                    <a:moveTo>
                      <a:pt x="22" y="3"/>
                    </a:moveTo>
                    <a:cubicBezTo>
                      <a:pt x="29" y="1"/>
                      <a:pt x="40" y="2"/>
                      <a:pt x="46" y="9"/>
                    </a:cubicBezTo>
                    <a:cubicBezTo>
                      <a:pt x="52" y="15"/>
                      <a:pt x="57" y="29"/>
                      <a:pt x="60" y="38"/>
                    </a:cubicBezTo>
                    <a:cubicBezTo>
                      <a:pt x="64" y="48"/>
                      <a:pt x="68" y="52"/>
                      <a:pt x="69" y="56"/>
                    </a:cubicBezTo>
                    <a:cubicBezTo>
                      <a:pt x="71" y="61"/>
                      <a:pt x="75" y="68"/>
                      <a:pt x="71" y="74"/>
                    </a:cubicBezTo>
                    <a:cubicBezTo>
                      <a:pt x="67" y="80"/>
                      <a:pt x="42" y="75"/>
                      <a:pt x="28" y="76"/>
                    </a:cubicBezTo>
                    <a:cubicBezTo>
                      <a:pt x="15" y="77"/>
                      <a:pt x="3" y="72"/>
                      <a:pt x="0" y="68"/>
                    </a:cubicBezTo>
                    <a:cubicBezTo>
                      <a:pt x="5" y="71"/>
                      <a:pt x="14" y="73"/>
                      <a:pt x="22" y="73"/>
                    </a:cubicBezTo>
                    <a:cubicBezTo>
                      <a:pt x="29" y="73"/>
                      <a:pt x="40" y="71"/>
                      <a:pt x="49" y="71"/>
                    </a:cubicBezTo>
                    <a:cubicBezTo>
                      <a:pt x="58" y="71"/>
                      <a:pt x="65" y="66"/>
                      <a:pt x="61" y="59"/>
                    </a:cubicBezTo>
                    <a:cubicBezTo>
                      <a:pt x="56" y="51"/>
                      <a:pt x="50" y="40"/>
                      <a:pt x="48" y="29"/>
                    </a:cubicBezTo>
                    <a:cubicBezTo>
                      <a:pt x="46" y="18"/>
                      <a:pt x="42" y="0"/>
                      <a:pt x="22" y="3"/>
                    </a:cubicBezTo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7" name="Freeform 1215">
                <a:extLst>
                  <a:ext uri="{FF2B5EF4-FFF2-40B4-BE49-F238E27FC236}">
                    <a16:creationId xmlns:a16="http://schemas.microsoft.com/office/drawing/2014/main" id="{FC1B086C-F513-45F8-9470-C4987260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617"/>
                <a:ext cx="82" cy="66"/>
              </a:xfrm>
              <a:custGeom>
                <a:avLst/>
                <a:gdLst>
                  <a:gd name="T0" fmla="*/ 370 w 33"/>
                  <a:gd name="T1" fmla="*/ 21 h 25"/>
                  <a:gd name="T2" fmla="*/ 353 w 33"/>
                  <a:gd name="T3" fmla="*/ 21 h 25"/>
                  <a:gd name="T4" fmla="*/ 186 w 33"/>
                  <a:gd name="T5" fmla="*/ 166 h 25"/>
                  <a:gd name="T6" fmla="*/ 166 w 33"/>
                  <a:gd name="T7" fmla="*/ 404 h 25"/>
                  <a:gd name="T8" fmla="*/ 75 w 33"/>
                  <a:gd name="T9" fmla="*/ 404 h 25"/>
                  <a:gd name="T10" fmla="*/ 0 w 33"/>
                  <a:gd name="T11" fmla="*/ 438 h 25"/>
                  <a:gd name="T12" fmla="*/ 216 w 33"/>
                  <a:gd name="T13" fmla="*/ 459 h 25"/>
                  <a:gd name="T14" fmla="*/ 216 w 33"/>
                  <a:gd name="T15" fmla="*/ 370 h 25"/>
                  <a:gd name="T16" fmla="*/ 229 w 33"/>
                  <a:gd name="T17" fmla="*/ 280 h 25"/>
                  <a:gd name="T18" fmla="*/ 278 w 33"/>
                  <a:gd name="T19" fmla="*/ 166 h 25"/>
                  <a:gd name="T20" fmla="*/ 403 w 33"/>
                  <a:gd name="T21" fmla="*/ 77 h 25"/>
                  <a:gd name="T22" fmla="*/ 507 w 33"/>
                  <a:gd name="T23" fmla="*/ 0 h 25"/>
                  <a:gd name="T24" fmla="*/ 370 w 33"/>
                  <a:gd name="T25" fmla="*/ 21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25">
                    <a:moveTo>
                      <a:pt x="24" y="1"/>
                    </a:moveTo>
                    <a:cubicBezTo>
                      <a:pt x="24" y="1"/>
                      <a:pt x="24" y="1"/>
                      <a:pt x="23" y="1"/>
                    </a:cubicBezTo>
                    <a:cubicBezTo>
                      <a:pt x="19" y="5"/>
                      <a:pt x="14" y="5"/>
                      <a:pt x="12" y="9"/>
                    </a:cubicBezTo>
                    <a:cubicBezTo>
                      <a:pt x="10" y="14"/>
                      <a:pt x="13" y="23"/>
                      <a:pt x="11" y="22"/>
                    </a:cubicBezTo>
                    <a:cubicBezTo>
                      <a:pt x="10" y="21"/>
                      <a:pt x="8" y="21"/>
                      <a:pt x="5" y="2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5" y="23"/>
                      <a:pt x="9" y="24"/>
                      <a:pt x="14" y="25"/>
                    </a:cubicBezTo>
                    <a:cubicBezTo>
                      <a:pt x="15" y="23"/>
                      <a:pt x="14" y="22"/>
                      <a:pt x="14" y="20"/>
                    </a:cubicBezTo>
                    <a:cubicBezTo>
                      <a:pt x="14" y="19"/>
                      <a:pt x="15" y="17"/>
                      <a:pt x="15" y="15"/>
                    </a:cubicBezTo>
                    <a:cubicBezTo>
                      <a:pt x="15" y="13"/>
                      <a:pt x="16" y="11"/>
                      <a:pt x="18" y="9"/>
                    </a:cubicBezTo>
                    <a:cubicBezTo>
                      <a:pt x="21" y="7"/>
                      <a:pt x="24" y="5"/>
                      <a:pt x="26" y="4"/>
                    </a:cubicBezTo>
                    <a:cubicBezTo>
                      <a:pt x="28" y="2"/>
                      <a:pt x="30" y="2"/>
                      <a:pt x="33" y="0"/>
                    </a:cubicBezTo>
                    <a:cubicBezTo>
                      <a:pt x="30" y="0"/>
                      <a:pt x="27" y="0"/>
                      <a:pt x="24" y="1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8" name="Freeform 1216">
                <a:extLst>
                  <a:ext uri="{FF2B5EF4-FFF2-40B4-BE49-F238E27FC236}">
                    <a16:creationId xmlns:a16="http://schemas.microsoft.com/office/drawing/2014/main" id="{9EEFF50F-740C-4D2D-8412-DB1A4EFAE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697"/>
                <a:ext cx="28" cy="29"/>
              </a:xfrm>
              <a:custGeom>
                <a:avLst/>
                <a:gdLst>
                  <a:gd name="T0" fmla="*/ 20 w 11"/>
                  <a:gd name="T1" fmla="*/ 182 h 11"/>
                  <a:gd name="T2" fmla="*/ 97 w 11"/>
                  <a:gd name="T3" fmla="*/ 145 h 11"/>
                  <a:gd name="T4" fmla="*/ 130 w 11"/>
                  <a:gd name="T5" fmla="*/ 200 h 11"/>
                  <a:gd name="T6" fmla="*/ 130 w 11"/>
                  <a:gd name="T7" fmla="*/ 182 h 11"/>
                  <a:gd name="T8" fmla="*/ 130 w 11"/>
                  <a:gd name="T9" fmla="*/ 145 h 11"/>
                  <a:gd name="T10" fmla="*/ 150 w 11"/>
                  <a:gd name="T11" fmla="*/ 124 h 11"/>
                  <a:gd name="T12" fmla="*/ 163 w 11"/>
                  <a:gd name="T13" fmla="*/ 111 h 11"/>
                  <a:gd name="T14" fmla="*/ 163 w 11"/>
                  <a:gd name="T15" fmla="*/ 90 h 11"/>
                  <a:gd name="T16" fmla="*/ 150 w 11"/>
                  <a:gd name="T17" fmla="*/ 111 h 11"/>
                  <a:gd name="T18" fmla="*/ 51 w 11"/>
                  <a:gd name="T19" fmla="*/ 0 h 11"/>
                  <a:gd name="T20" fmla="*/ 33 w 11"/>
                  <a:gd name="T21" fmla="*/ 55 h 11"/>
                  <a:gd name="T22" fmla="*/ 64 w 11"/>
                  <a:gd name="T23" fmla="*/ 111 h 11"/>
                  <a:gd name="T24" fmla="*/ 20 w 11"/>
                  <a:gd name="T25" fmla="*/ 124 h 11"/>
                  <a:gd name="T26" fmla="*/ 20 w 11"/>
                  <a:gd name="T27" fmla="*/ 18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1" y="10"/>
                    </a:moveTo>
                    <a:cubicBezTo>
                      <a:pt x="0" y="7"/>
                      <a:pt x="5" y="7"/>
                      <a:pt x="6" y="8"/>
                    </a:cubicBezTo>
                    <a:cubicBezTo>
                      <a:pt x="7" y="9"/>
                      <a:pt x="7" y="11"/>
                      <a:pt x="8" y="11"/>
                    </a:cubicBezTo>
                    <a:cubicBezTo>
                      <a:pt x="9" y="11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10" y="7"/>
                      <a:pt x="9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1" y="3"/>
                      <a:pt x="10" y="5"/>
                      <a:pt x="9" y="6"/>
                    </a:cubicBezTo>
                    <a:cubicBezTo>
                      <a:pt x="6" y="7"/>
                      <a:pt x="3" y="3"/>
                      <a:pt x="3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7"/>
                      <a:pt x="1" y="6"/>
                      <a:pt x="1" y="7"/>
                    </a:cubicBezTo>
                    <a:cubicBezTo>
                      <a:pt x="0" y="7"/>
                      <a:pt x="0" y="10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9" name="Freeform 1217">
                <a:extLst>
                  <a:ext uri="{FF2B5EF4-FFF2-40B4-BE49-F238E27FC236}">
                    <a16:creationId xmlns:a16="http://schemas.microsoft.com/office/drawing/2014/main" id="{566F45AF-AE1E-4D7D-AB70-12D00AEE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689"/>
                <a:ext cx="25" cy="13"/>
              </a:xfrm>
              <a:custGeom>
                <a:avLst/>
                <a:gdLst>
                  <a:gd name="T0" fmla="*/ 0 w 10"/>
                  <a:gd name="T1" fmla="*/ 68 h 5"/>
                  <a:gd name="T2" fmla="*/ 63 w 10"/>
                  <a:gd name="T3" fmla="*/ 34 h 5"/>
                  <a:gd name="T4" fmla="*/ 95 w 10"/>
                  <a:gd name="T5" fmla="*/ 88 h 5"/>
                  <a:gd name="T6" fmla="*/ 158 w 10"/>
                  <a:gd name="T7" fmla="*/ 21 h 5"/>
                  <a:gd name="T8" fmla="*/ 113 w 10"/>
                  <a:gd name="T9" fmla="*/ 0 h 5"/>
                  <a:gd name="T10" fmla="*/ 83 w 10"/>
                  <a:gd name="T11" fmla="*/ 21 h 5"/>
                  <a:gd name="T12" fmla="*/ 0 w 10"/>
                  <a:gd name="T13" fmla="*/ 5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0" y="4"/>
                    </a:moveTo>
                    <a:cubicBezTo>
                      <a:pt x="0" y="2"/>
                      <a:pt x="3" y="1"/>
                      <a:pt x="4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7" y="4"/>
                      <a:pt x="7" y="0"/>
                      <a:pt x="10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3" y="1"/>
                      <a:pt x="0" y="1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0" name="Freeform 1218">
                <a:extLst>
                  <a:ext uri="{FF2B5EF4-FFF2-40B4-BE49-F238E27FC236}">
                    <a16:creationId xmlns:a16="http://schemas.microsoft.com/office/drawing/2014/main" id="{107F3B39-48A5-4223-94F0-87916519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681"/>
                <a:ext cx="10" cy="16"/>
              </a:xfrm>
              <a:custGeom>
                <a:avLst/>
                <a:gdLst>
                  <a:gd name="T0" fmla="*/ 20 w 4"/>
                  <a:gd name="T1" fmla="*/ 93 h 6"/>
                  <a:gd name="T2" fmla="*/ 33 w 4"/>
                  <a:gd name="T3" fmla="*/ 35 h 6"/>
                  <a:gd name="T4" fmla="*/ 50 w 4"/>
                  <a:gd name="T5" fmla="*/ 0 h 6"/>
                  <a:gd name="T6" fmla="*/ 33 w 4"/>
                  <a:gd name="T7" fmla="*/ 35 h 6"/>
                  <a:gd name="T8" fmla="*/ 20 w 4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1" y="3"/>
                      <a:pt x="1" y="3"/>
                      <a:pt x="2" y="2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0" y="5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1" name="Freeform 1219">
                <a:extLst>
                  <a:ext uri="{FF2B5EF4-FFF2-40B4-BE49-F238E27FC236}">
                    <a16:creationId xmlns:a16="http://schemas.microsoft.com/office/drawing/2014/main" id="{B20C20A0-7B18-47A1-9D9A-658E27A90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649"/>
                <a:ext cx="10" cy="24"/>
              </a:xfrm>
              <a:custGeom>
                <a:avLst/>
                <a:gdLst>
                  <a:gd name="T0" fmla="*/ 33 w 4"/>
                  <a:gd name="T1" fmla="*/ 171 h 9"/>
                  <a:gd name="T2" fmla="*/ 50 w 4"/>
                  <a:gd name="T3" fmla="*/ 115 h 9"/>
                  <a:gd name="T4" fmla="*/ 50 w 4"/>
                  <a:gd name="T5" fmla="*/ 77 h 9"/>
                  <a:gd name="T6" fmla="*/ 33 w 4"/>
                  <a:gd name="T7" fmla="*/ 0 h 9"/>
                  <a:gd name="T8" fmla="*/ 20 w 4"/>
                  <a:gd name="T9" fmla="*/ 35 h 9"/>
                  <a:gd name="T10" fmla="*/ 33 w 4"/>
                  <a:gd name="T11" fmla="*/ 77 h 9"/>
                  <a:gd name="T12" fmla="*/ 33 w 4"/>
                  <a:gd name="T13" fmla="*/ 17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2" y="7"/>
                      <a:pt x="2" y="7"/>
                      <a:pt x="3" y="6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2" y="3"/>
                      <a:pt x="1" y="1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6"/>
                      <a:pt x="0" y="8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2" name="Freeform 1220">
                <a:extLst>
                  <a:ext uri="{FF2B5EF4-FFF2-40B4-BE49-F238E27FC236}">
                    <a16:creationId xmlns:a16="http://schemas.microsoft.com/office/drawing/2014/main" id="{AA13D4F3-8488-4526-9CF4-6A134FCCF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710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41 w 5"/>
                  <a:gd name="T3" fmla="*/ 21 h 5"/>
                  <a:gd name="T4" fmla="*/ 70 w 5"/>
                  <a:gd name="T5" fmla="*/ 0 h 5"/>
                  <a:gd name="T6" fmla="*/ 12 w 5"/>
                  <a:gd name="T7" fmla="*/ 21 h 5"/>
                  <a:gd name="T8" fmla="*/ 12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1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1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3" name="Freeform 1221">
                <a:extLst>
                  <a:ext uri="{FF2B5EF4-FFF2-40B4-BE49-F238E27FC236}">
                    <a16:creationId xmlns:a16="http://schemas.microsoft.com/office/drawing/2014/main" id="{C613C916-00B6-4119-82B1-CFD0C4DD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731"/>
                <a:ext cx="7" cy="14"/>
              </a:xfrm>
              <a:custGeom>
                <a:avLst/>
                <a:gdLst>
                  <a:gd name="T0" fmla="*/ 28 w 3"/>
                  <a:gd name="T1" fmla="*/ 87 h 5"/>
                  <a:gd name="T2" fmla="*/ 37 w 3"/>
                  <a:gd name="T3" fmla="*/ 22 h 5"/>
                  <a:gd name="T4" fmla="*/ 12 w 3"/>
                  <a:gd name="T5" fmla="*/ 48 h 5"/>
                  <a:gd name="T6" fmla="*/ 28 w 3"/>
                  <a:gd name="T7" fmla="*/ 10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4"/>
                    </a:moveTo>
                    <a:cubicBezTo>
                      <a:pt x="1" y="3"/>
                      <a:pt x="1" y="1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4" name="Freeform 1222">
                <a:extLst>
                  <a:ext uri="{FF2B5EF4-FFF2-40B4-BE49-F238E27FC236}">
                    <a16:creationId xmlns:a16="http://schemas.microsoft.com/office/drawing/2014/main" id="{86E27EAC-CC33-4677-8784-D0C49AC59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737"/>
                <a:ext cx="8" cy="10"/>
              </a:xfrm>
              <a:custGeom>
                <a:avLst/>
                <a:gdLst>
                  <a:gd name="T0" fmla="*/ 56 w 3"/>
                  <a:gd name="T1" fmla="*/ 0 h 4"/>
                  <a:gd name="T2" fmla="*/ 35 w 3"/>
                  <a:gd name="T3" fmla="*/ 63 h 4"/>
                  <a:gd name="T4" fmla="*/ 56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0"/>
                      <a:pt x="2" y="3"/>
                      <a:pt x="2" y="4"/>
                    </a:cubicBezTo>
                    <a:cubicBezTo>
                      <a:pt x="1" y="3"/>
                      <a:pt x="0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5" name="Freeform 1223">
                <a:extLst>
                  <a:ext uri="{FF2B5EF4-FFF2-40B4-BE49-F238E27FC236}">
                    <a16:creationId xmlns:a16="http://schemas.microsoft.com/office/drawing/2014/main" id="{85A344E9-E0FD-428C-993D-5DDCE79F8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721"/>
                <a:ext cx="7" cy="18"/>
              </a:xfrm>
              <a:custGeom>
                <a:avLst/>
                <a:gdLst>
                  <a:gd name="T0" fmla="*/ 0 w 3"/>
                  <a:gd name="T1" fmla="*/ 21 h 7"/>
                  <a:gd name="T2" fmla="*/ 12 w 3"/>
                  <a:gd name="T3" fmla="*/ 67 h 7"/>
                  <a:gd name="T4" fmla="*/ 37 w 3"/>
                  <a:gd name="T5" fmla="*/ 118 h 7"/>
                  <a:gd name="T6" fmla="*/ 28 w 3"/>
                  <a:gd name="T7" fmla="*/ 85 h 7"/>
                  <a:gd name="T8" fmla="*/ 28 w 3"/>
                  <a:gd name="T9" fmla="*/ 54 h 7"/>
                  <a:gd name="T10" fmla="*/ 12 w 3"/>
                  <a:gd name="T11" fmla="*/ 33 h 7"/>
                  <a:gd name="T12" fmla="*/ 0 w 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1" y="5"/>
                      <a:pt x="1" y="7"/>
                      <a:pt x="3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6" name="Freeform 1224">
                <a:extLst>
                  <a:ext uri="{FF2B5EF4-FFF2-40B4-BE49-F238E27FC236}">
                    <a16:creationId xmlns:a16="http://schemas.microsoft.com/office/drawing/2014/main" id="{322C81DC-0D23-4ABA-A41A-AB5157F93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710"/>
                <a:ext cx="8" cy="13"/>
              </a:xfrm>
              <a:custGeom>
                <a:avLst/>
                <a:gdLst>
                  <a:gd name="T0" fmla="*/ 56 w 3"/>
                  <a:gd name="T1" fmla="*/ 21 h 5"/>
                  <a:gd name="T2" fmla="*/ 21 w 3"/>
                  <a:gd name="T3" fmla="*/ 88 h 5"/>
                  <a:gd name="T4" fmla="*/ 56 w 3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1" y="2"/>
                      <a:pt x="1" y="3"/>
                      <a:pt x="1" y="5"/>
                    </a:cubicBezTo>
                    <a:cubicBezTo>
                      <a:pt x="0" y="3"/>
                      <a:pt x="2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7" name="Freeform 1225">
                <a:extLst>
                  <a:ext uri="{FF2B5EF4-FFF2-40B4-BE49-F238E27FC236}">
                    <a16:creationId xmlns:a16="http://schemas.microsoft.com/office/drawing/2014/main" id="{7233E448-0C39-431A-8E02-2A2C9D104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89"/>
                <a:ext cx="5" cy="10"/>
              </a:xfrm>
              <a:custGeom>
                <a:avLst/>
                <a:gdLst>
                  <a:gd name="T0" fmla="*/ 33 w 2"/>
                  <a:gd name="T1" fmla="*/ 20 h 4"/>
                  <a:gd name="T2" fmla="*/ 20 w 2"/>
                  <a:gd name="T3" fmla="*/ 63 h 4"/>
                  <a:gd name="T4" fmla="*/ 0 w 2"/>
                  <a:gd name="T5" fmla="*/ 20 h 4"/>
                  <a:gd name="T6" fmla="*/ 33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8" name="Freeform 1226">
                <a:extLst>
                  <a:ext uri="{FF2B5EF4-FFF2-40B4-BE49-F238E27FC236}">
                    <a16:creationId xmlns:a16="http://schemas.microsoft.com/office/drawing/2014/main" id="{E0B0155B-66ED-475D-8C78-D675113CB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65"/>
                <a:ext cx="10" cy="13"/>
              </a:xfrm>
              <a:custGeom>
                <a:avLst/>
                <a:gdLst>
                  <a:gd name="T0" fmla="*/ 63 w 4"/>
                  <a:gd name="T1" fmla="*/ 21 h 5"/>
                  <a:gd name="T2" fmla="*/ 33 w 4"/>
                  <a:gd name="T3" fmla="*/ 88 h 5"/>
                  <a:gd name="T4" fmla="*/ 63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1" y="1"/>
                      <a:pt x="1" y="3"/>
                      <a:pt x="2" y="5"/>
                    </a:cubicBezTo>
                    <a:cubicBezTo>
                      <a:pt x="0" y="3"/>
                      <a:pt x="1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9" name="Freeform 1227">
                <a:extLst>
                  <a:ext uri="{FF2B5EF4-FFF2-40B4-BE49-F238E27FC236}">
                    <a16:creationId xmlns:a16="http://schemas.microsoft.com/office/drawing/2014/main" id="{FECA125B-206C-4770-AE06-5F0E6FCE4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43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0" y="3"/>
                      <a:pt x="0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0" name="Freeform 1228">
                <a:extLst>
                  <a:ext uri="{FF2B5EF4-FFF2-40B4-BE49-F238E27FC236}">
                    <a16:creationId xmlns:a16="http://schemas.microsoft.com/office/drawing/2014/main" id="{2B5F3DA3-D9B6-494D-86E0-4C59CC2C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74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12 w 3"/>
                  <a:gd name="T3" fmla="*/ 63 h 4"/>
                  <a:gd name="T4" fmla="*/ 37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0" y="3"/>
                      <a:pt x="0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1" name="Freeform 1229">
                <a:extLst>
                  <a:ext uri="{FF2B5EF4-FFF2-40B4-BE49-F238E27FC236}">
                    <a16:creationId xmlns:a16="http://schemas.microsoft.com/office/drawing/2014/main" id="{7784FD57-053E-4813-B1FC-148A4FFE2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63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56 w 3"/>
                  <a:gd name="T3" fmla="*/ 83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2" y="3"/>
                      <a:pt x="3" y="4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2" name="Freeform 1230">
                <a:extLst>
                  <a:ext uri="{FF2B5EF4-FFF2-40B4-BE49-F238E27FC236}">
                    <a16:creationId xmlns:a16="http://schemas.microsoft.com/office/drawing/2014/main" id="{4EF0A1B7-034C-43C4-B5E5-2ED86D09A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758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33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3" name="Freeform 1231">
                <a:extLst>
                  <a:ext uri="{FF2B5EF4-FFF2-40B4-BE49-F238E27FC236}">
                    <a16:creationId xmlns:a16="http://schemas.microsoft.com/office/drawing/2014/main" id="{165886DF-6DF1-48A8-9F64-2F298DC59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715"/>
                <a:ext cx="5" cy="11"/>
              </a:xfrm>
              <a:custGeom>
                <a:avLst/>
                <a:gdLst>
                  <a:gd name="T0" fmla="*/ 33 w 2"/>
                  <a:gd name="T1" fmla="*/ 22 h 4"/>
                  <a:gd name="T2" fmla="*/ 20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0" y="3"/>
                      <a:pt x="0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4" name="Freeform 1232">
                <a:extLst>
                  <a:ext uri="{FF2B5EF4-FFF2-40B4-BE49-F238E27FC236}">
                    <a16:creationId xmlns:a16="http://schemas.microsoft.com/office/drawing/2014/main" id="{6483B2BC-0EDC-4C61-BF08-4A4306A07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691"/>
                <a:ext cx="5" cy="14"/>
              </a:xfrm>
              <a:custGeom>
                <a:avLst/>
                <a:gdLst>
                  <a:gd name="T0" fmla="*/ 33 w 2"/>
                  <a:gd name="T1" fmla="*/ 22 h 5"/>
                  <a:gd name="T2" fmla="*/ 33 w 2"/>
                  <a:gd name="T3" fmla="*/ 109 h 5"/>
                  <a:gd name="T4" fmla="*/ 33 w 2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1"/>
                    </a:moveTo>
                    <a:cubicBezTo>
                      <a:pt x="0" y="1"/>
                      <a:pt x="1" y="3"/>
                      <a:pt x="2" y="5"/>
                    </a:cubicBez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5" name="Freeform 1233">
                <a:extLst>
                  <a:ext uri="{FF2B5EF4-FFF2-40B4-BE49-F238E27FC236}">
                    <a16:creationId xmlns:a16="http://schemas.microsoft.com/office/drawing/2014/main" id="{99D26AD1-23D4-4AE8-A240-0FB3D2E5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667"/>
                <a:ext cx="7" cy="14"/>
              </a:xfrm>
              <a:custGeom>
                <a:avLst/>
                <a:gdLst>
                  <a:gd name="T0" fmla="*/ 37 w 3"/>
                  <a:gd name="T1" fmla="*/ 22 h 5"/>
                  <a:gd name="T2" fmla="*/ 37 w 3"/>
                  <a:gd name="T3" fmla="*/ 109 h 5"/>
                  <a:gd name="T4" fmla="*/ 37 w 3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1" y="2"/>
                      <a:pt x="2" y="3"/>
                      <a:pt x="3" y="5"/>
                    </a:cubicBezTo>
                    <a:cubicBezTo>
                      <a:pt x="0" y="4"/>
                      <a:pt x="1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6" name="Freeform 1234">
                <a:extLst>
                  <a:ext uri="{FF2B5EF4-FFF2-40B4-BE49-F238E27FC236}">
                    <a16:creationId xmlns:a16="http://schemas.microsoft.com/office/drawing/2014/main" id="{36C1E013-554C-4D89-B6A8-BA0A8924F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715"/>
                <a:ext cx="12" cy="27"/>
              </a:xfrm>
              <a:custGeom>
                <a:avLst/>
                <a:gdLst>
                  <a:gd name="T0" fmla="*/ 41 w 5"/>
                  <a:gd name="T1" fmla="*/ 0 h 10"/>
                  <a:gd name="T2" fmla="*/ 29 w 5"/>
                  <a:gd name="T3" fmla="*/ 59 h 10"/>
                  <a:gd name="T4" fmla="*/ 29 w 5"/>
                  <a:gd name="T5" fmla="*/ 103 h 10"/>
                  <a:gd name="T6" fmla="*/ 12 w 5"/>
                  <a:gd name="T7" fmla="*/ 138 h 10"/>
                  <a:gd name="T8" fmla="*/ 12 w 5"/>
                  <a:gd name="T9" fmla="*/ 197 h 10"/>
                  <a:gd name="T10" fmla="*/ 58 w 5"/>
                  <a:gd name="T11" fmla="*/ 138 h 10"/>
                  <a:gd name="T12" fmla="*/ 58 w 5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0" y="7"/>
                      <a:pt x="0" y="9"/>
                      <a:pt x="1" y="10"/>
                    </a:cubicBezTo>
                    <a:cubicBezTo>
                      <a:pt x="1" y="8"/>
                      <a:pt x="2" y="6"/>
                      <a:pt x="4" y="7"/>
                    </a:cubicBezTo>
                    <a:cubicBezTo>
                      <a:pt x="5" y="5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7" name="Freeform 1235">
                <a:extLst>
                  <a:ext uri="{FF2B5EF4-FFF2-40B4-BE49-F238E27FC236}">
                    <a16:creationId xmlns:a16="http://schemas.microsoft.com/office/drawing/2014/main" id="{14AED261-90F0-407E-92D6-79C78E05F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76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12 w 3"/>
                  <a:gd name="T3" fmla="*/ 56 h 3"/>
                  <a:gd name="T4" fmla="*/ 37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2"/>
                      <a:pt x="1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8" name="Freeform 1236">
                <a:extLst>
                  <a:ext uri="{FF2B5EF4-FFF2-40B4-BE49-F238E27FC236}">
                    <a16:creationId xmlns:a16="http://schemas.microsoft.com/office/drawing/2014/main" id="{7898A206-277E-46B0-A1AD-2AA2F6770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739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0 w 2"/>
                  <a:gd name="T5" fmla="*/ 21 h 3"/>
                  <a:gd name="T6" fmla="*/ 33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9" name="Freeform 1237">
                <a:extLst>
                  <a:ext uri="{FF2B5EF4-FFF2-40B4-BE49-F238E27FC236}">
                    <a16:creationId xmlns:a16="http://schemas.microsoft.com/office/drawing/2014/main" id="{2687E70B-AF9E-42CD-A84C-538BB21E7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742"/>
                <a:ext cx="5" cy="11"/>
              </a:xfrm>
              <a:custGeom>
                <a:avLst/>
                <a:gdLst>
                  <a:gd name="T0" fmla="*/ 33 w 2"/>
                  <a:gd name="T1" fmla="*/ 0 h 4"/>
                  <a:gd name="T2" fmla="*/ 33 w 2"/>
                  <a:gd name="T3" fmla="*/ 83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1" y="2"/>
                      <a:pt x="2" y="4"/>
                    </a:cubicBezTo>
                    <a:cubicBezTo>
                      <a:pt x="0" y="3"/>
                      <a:pt x="0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0" name="Freeform 1238">
                <a:extLst>
                  <a:ext uri="{FF2B5EF4-FFF2-40B4-BE49-F238E27FC236}">
                    <a16:creationId xmlns:a16="http://schemas.microsoft.com/office/drawing/2014/main" id="{E8538A99-1B50-459E-8CC8-B1949A0F7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715"/>
                <a:ext cx="5" cy="11"/>
              </a:xfrm>
              <a:custGeom>
                <a:avLst/>
                <a:gdLst>
                  <a:gd name="T0" fmla="*/ 33 w 2"/>
                  <a:gd name="T1" fmla="*/ 22 h 4"/>
                  <a:gd name="T2" fmla="*/ 20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1" y="2"/>
                      <a:pt x="1" y="2"/>
                      <a:pt x="1" y="4"/>
                    </a:cubicBezTo>
                    <a:cubicBezTo>
                      <a:pt x="0" y="3"/>
                      <a:pt x="0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1" name="Freeform 1239">
                <a:extLst>
                  <a:ext uri="{FF2B5EF4-FFF2-40B4-BE49-F238E27FC236}">
                    <a16:creationId xmlns:a16="http://schemas.microsoft.com/office/drawing/2014/main" id="{7B523FA5-5889-4259-BDC6-50B726DDA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694"/>
                <a:ext cx="5" cy="11"/>
              </a:xfrm>
              <a:custGeom>
                <a:avLst/>
                <a:gdLst>
                  <a:gd name="T0" fmla="*/ 33 w 2"/>
                  <a:gd name="T1" fmla="*/ 22 h 4"/>
                  <a:gd name="T2" fmla="*/ 20 w 2"/>
                  <a:gd name="T3" fmla="*/ 83 h 4"/>
                  <a:gd name="T4" fmla="*/ 33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1" y="1"/>
                      <a:pt x="1" y="3"/>
                      <a:pt x="1" y="4"/>
                    </a:cubicBezTo>
                    <a:cubicBezTo>
                      <a:pt x="0" y="3"/>
                      <a:pt x="0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2" name="Freeform 1240">
                <a:extLst>
                  <a:ext uri="{FF2B5EF4-FFF2-40B4-BE49-F238E27FC236}">
                    <a16:creationId xmlns:a16="http://schemas.microsoft.com/office/drawing/2014/main" id="{454200D3-5A61-4420-9DAE-ED6173C4D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76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1" y="3"/>
                      <a:pt x="1" y="3"/>
                    </a:cubicBezTo>
                    <a:cubicBezTo>
                      <a:pt x="0" y="2"/>
                      <a:pt x="0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3" name="Freeform 1241">
                <a:extLst>
                  <a:ext uri="{FF2B5EF4-FFF2-40B4-BE49-F238E27FC236}">
                    <a16:creationId xmlns:a16="http://schemas.microsoft.com/office/drawing/2014/main" id="{EE2FBD32-DD00-4563-8A97-7DC7421D0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758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w 1"/>
                  <a:gd name="T5" fmla="*/ 21 h 3"/>
                  <a:gd name="T6" fmla="*/ 8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4" name="Freeform 1242">
                <a:extLst>
                  <a:ext uri="{FF2B5EF4-FFF2-40B4-BE49-F238E27FC236}">
                    <a16:creationId xmlns:a16="http://schemas.microsoft.com/office/drawing/2014/main" id="{B22A38E0-2340-427E-AB74-4C369940A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710"/>
                <a:ext cx="30" cy="77"/>
              </a:xfrm>
              <a:custGeom>
                <a:avLst/>
                <a:gdLst>
                  <a:gd name="T0" fmla="*/ 95 w 12"/>
                  <a:gd name="T1" fmla="*/ 0 h 29"/>
                  <a:gd name="T2" fmla="*/ 188 w 12"/>
                  <a:gd name="T3" fmla="*/ 542 h 29"/>
                  <a:gd name="T4" fmla="*/ 83 w 12"/>
                  <a:gd name="T5" fmla="*/ 191 h 29"/>
                  <a:gd name="T6" fmla="*/ 95 w 12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6" y="0"/>
                    </a:moveTo>
                    <a:cubicBezTo>
                      <a:pt x="4" y="5"/>
                      <a:pt x="0" y="17"/>
                      <a:pt x="12" y="29"/>
                    </a:cubicBezTo>
                    <a:cubicBezTo>
                      <a:pt x="9" y="25"/>
                      <a:pt x="4" y="18"/>
                      <a:pt x="5" y="10"/>
                    </a:cubicBezTo>
                    <a:cubicBezTo>
                      <a:pt x="6" y="3"/>
                      <a:pt x="6" y="2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5" name="Freeform 1243">
                <a:extLst>
                  <a:ext uri="{FF2B5EF4-FFF2-40B4-BE49-F238E27FC236}">
                    <a16:creationId xmlns:a16="http://schemas.microsoft.com/office/drawing/2014/main" id="{609F336F-8C27-49C3-AB4D-2725D657A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710"/>
                <a:ext cx="13" cy="69"/>
              </a:xfrm>
              <a:custGeom>
                <a:avLst/>
                <a:gdLst>
                  <a:gd name="T0" fmla="*/ 34 w 5"/>
                  <a:gd name="T1" fmla="*/ 21 h 26"/>
                  <a:gd name="T2" fmla="*/ 55 w 5"/>
                  <a:gd name="T3" fmla="*/ 0 h 26"/>
                  <a:gd name="T4" fmla="*/ 68 w 5"/>
                  <a:gd name="T5" fmla="*/ 77 h 26"/>
                  <a:gd name="T6" fmla="*/ 34 w 5"/>
                  <a:gd name="T7" fmla="*/ 170 h 26"/>
                  <a:gd name="T8" fmla="*/ 34 w 5"/>
                  <a:gd name="T9" fmla="*/ 204 h 26"/>
                  <a:gd name="T10" fmla="*/ 34 w 5"/>
                  <a:gd name="T11" fmla="*/ 260 h 26"/>
                  <a:gd name="T12" fmla="*/ 55 w 5"/>
                  <a:gd name="T13" fmla="*/ 281 h 26"/>
                  <a:gd name="T14" fmla="*/ 55 w 5"/>
                  <a:gd name="T15" fmla="*/ 337 h 26"/>
                  <a:gd name="T16" fmla="*/ 68 w 5"/>
                  <a:gd name="T17" fmla="*/ 374 h 26"/>
                  <a:gd name="T18" fmla="*/ 68 w 5"/>
                  <a:gd name="T19" fmla="*/ 430 h 26"/>
                  <a:gd name="T20" fmla="*/ 88 w 5"/>
                  <a:gd name="T21" fmla="*/ 486 h 26"/>
                  <a:gd name="T22" fmla="*/ 21 w 5"/>
                  <a:gd name="T23" fmla="*/ 337 h 26"/>
                  <a:gd name="T24" fmla="*/ 0 w 5"/>
                  <a:gd name="T25" fmla="*/ 226 h 26"/>
                  <a:gd name="T26" fmla="*/ 21 w 5"/>
                  <a:gd name="T27" fmla="*/ 93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26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3" y="1"/>
                      <a:pt x="2" y="3"/>
                      <a:pt x="4" y="4"/>
                    </a:cubicBezTo>
                    <a:cubicBezTo>
                      <a:pt x="2" y="5"/>
                      <a:pt x="2" y="7"/>
                      <a:pt x="2" y="9"/>
                    </a:cubicBezTo>
                    <a:cubicBezTo>
                      <a:pt x="3" y="10"/>
                      <a:pt x="2" y="10"/>
                      <a:pt x="2" y="11"/>
                    </a:cubicBezTo>
                    <a:cubicBezTo>
                      <a:pt x="2" y="12"/>
                      <a:pt x="2" y="13"/>
                      <a:pt x="2" y="14"/>
                    </a:cubicBezTo>
                    <a:cubicBezTo>
                      <a:pt x="2" y="14"/>
                      <a:pt x="3" y="15"/>
                      <a:pt x="3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9"/>
                      <a:pt x="4" y="19"/>
                      <a:pt x="4" y="20"/>
                    </a:cubicBezTo>
                    <a:cubicBezTo>
                      <a:pt x="4" y="21"/>
                      <a:pt x="4" y="22"/>
                      <a:pt x="4" y="23"/>
                    </a:cubicBezTo>
                    <a:cubicBezTo>
                      <a:pt x="5" y="24"/>
                      <a:pt x="5" y="25"/>
                      <a:pt x="5" y="26"/>
                    </a:cubicBezTo>
                    <a:cubicBezTo>
                      <a:pt x="3" y="23"/>
                      <a:pt x="2" y="20"/>
                      <a:pt x="1" y="18"/>
                    </a:cubicBezTo>
                    <a:cubicBezTo>
                      <a:pt x="1" y="16"/>
                      <a:pt x="0" y="14"/>
                      <a:pt x="0" y="12"/>
                    </a:cubicBezTo>
                    <a:cubicBezTo>
                      <a:pt x="0" y="10"/>
                      <a:pt x="0" y="7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6" name="Freeform 1244">
                <a:extLst>
                  <a:ext uri="{FF2B5EF4-FFF2-40B4-BE49-F238E27FC236}">
                    <a16:creationId xmlns:a16="http://schemas.microsoft.com/office/drawing/2014/main" id="{6D4DDBF8-D41C-42A6-AFE7-46A15550C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691"/>
                <a:ext cx="75" cy="126"/>
              </a:xfrm>
              <a:custGeom>
                <a:avLst/>
                <a:gdLst>
                  <a:gd name="T0" fmla="*/ 175 w 30"/>
                  <a:gd name="T1" fmla="*/ 0 h 47"/>
                  <a:gd name="T2" fmla="*/ 313 w 30"/>
                  <a:gd name="T3" fmla="*/ 402 h 47"/>
                  <a:gd name="T4" fmla="*/ 375 w 30"/>
                  <a:gd name="T5" fmla="*/ 847 h 47"/>
                  <a:gd name="T6" fmla="*/ 208 w 30"/>
                  <a:gd name="T7" fmla="*/ 885 h 47"/>
                  <a:gd name="T8" fmla="*/ 0 w 30"/>
                  <a:gd name="T9" fmla="*/ 885 h 47"/>
                  <a:gd name="T10" fmla="*/ 345 w 30"/>
                  <a:gd name="T11" fmla="*/ 812 h 47"/>
                  <a:gd name="T12" fmla="*/ 313 w 30"/>
                  <a:gd name="T13" fmla="*/ 461 h 47"/>
                  <a:gd name="T14" fmla="*/ 175 w 30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7">
                    <a:moveTo>
                      <a:pt x="11" y="0"/>
                    </a:moveTo>
                    <a:cubicBezTo>
                      <a:pt x="13" y="6"/>
                      <a:pt x="17" y="14"/>
                      <a:pt x="20" y="21"/>
                    </a:cubicBezTo>
                    <a:cubicBezTo>
                      <a:pt x="24" y="27"/>
                      <a:pt x="30" y="38"/>
                      <a:pt x="24" y="44"/>
                    </a:cubicBezTo>
                    <a:cubicBezTo>
                      <a:pt x="21" y="47"/>
                      <a:pt x="20" y="47"/>
                      <a:pt x="13" y="46"/>
                    </a:cubicBezTo>
                    <a:cubicBezTo>
                      <a:pt x="6" y="45"/>
                      <a:pt x="0" y="46"/>
                      <a:pt x="0" y="46"/>
                    </a:cubicBezTo>
                    <a:cubicBezTo>
                      <a:pt x="6" y="44"/>
                      <a:pt x="20" y="45"/>
                      <a:pt x="22" y="42"/>
                    </a:cubicBezTo>
                    <a:cubicBezTo>
                      <a:pt x="24" y="39"/>
                      <a:pt x="23" y="32"/>
                      <a:pt x="20" y="24"/>
                    </a:cubicBezTo>
                    <a:cubicBezTo>
                      <a:pt x="16" y="16"/>
                      <a:pt x="12" y="5"/>
                      <a:pt x="11" y="0"/>
                    </a:cubicBezTo>
                    <a:close/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7" name="Freeform 1245">
                <a:extLst>
                  <a:ext uri="{FF2B5EF4-FFF2-40B4-BE49-F238E27FC236}">
                    <a16:creationId xmlns:a16="http://schemas.microsoft.com/office/drawing/2014/main" id="{251BDA53-0FBF-4F9E-90CB-C8477BBC1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670"/>
                <a:ext cx="35" cy="27"/>
              </a:xfrm>
              <a:custGeom>
                <a:avLst/>
                <a:gdLst>
                  <a:gd name="T0" fmla="*/ 0 w 14"/>
                  <a:gd name="T1" fmla="*/ 197 h 10"/>
                  <a:gd name="T2" fmla="*/ 83 w 14"/>
                  <a:gd name="T3" fmla="*/ 103 h 10"/>
                  <a:gd name="T4" fmla="*/ 220 w 14"/>
                  <a:gd name="T5" fmla="*/ 59 h 10"/>
                  <a:gd name="T6" fmla="*/ 63 w 14"/>
                  <a:gd name="T7" fmla="*/ 59 h 10"/>
                  <a:gd name="T8" fmla="*/ 20 w 14"/>
                  <a:gd name="T9" fmla="*/ 103 h 10"/>
                  <a:gd name="T10" fmla="*/ 0 w 14"/>
                  <a:gd name="T11" fmla="*/ 159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3" y="10"/>
                      <a:pt x="3" y="6"/>
                      <a:pt x="5" y="5"/>
                    </a:cubicBezTo>
                    <a:cubicBezTo>
                      <a:pt x="8" y="3"/>
                      <a:pt x="11" y="4"/>
                      <a:pt x="14" y="3"/>
                    </a:cubicBezTo>
                    <a:cubicBezTo>
                      <a:pt x="12" y="0"/>
                      <a:pt x="7" y="2"/>
                      <a:pt x="4" y="3"/>
                    </a:cubicBezTo>
                    <a:cubicBezTo>
                      <a:pt x="4" y="4"/>
                      <a:pt x="2" y="4"/>
                      <a:pt x="1" y="5"/>
                    </a:cubicBezTo>
                    <a:cubicBezTo>
                      <a:pt x="1" y="6"/>
                      <a:pt x="2" y="8"/>
                      <a:pt x="0" y="8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8" name="Freeform 1246">
                <a:extLst>
                  <a:ext uri="{FF2B5EF4-FFF2-40B4-BE49-F238E27FC236}">
                    <a16:creationId xmlns:a16="http://schemas.microsoft.com/office/drawing/2014/main" id="{461F54F5-D42A-4DAF-8DB6-8CA667E5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622"/>
                <a:ext cx="33" cy="48"/>
              </a:xfrm>
              <a:custGeom>
                <a:avLst/>
                <a:gdLst>
                  <a:gd name="T0" fmla="*/ 20 w 13"/>
                  <a:gd name="T1" fmla="*/ 341 h 18"/>
                  <a:gd name="T2" fmla="*/ 63 w 13"/>
                  <a:gd name="T3" fmla="*/ 136 h 18"/>
                  <a:gd name="T4" fmla="*/ 213 w 13"/>
                  <a:gd name="T5" fmla="*/ 0 h 18"/>
                  <a:gd name="T6" fmla="*/ 63 w 13"/>
                  <a:gd name="T7" fmla="*/ 77 h 18"/>
                  <a:gd name="T8" fmla="*/ 0 w 13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1" y="18"/>
                    </a:moveTo>
                    <a:cubicBezTo>
                      <a:pt x="1" y="14"/>
                      <a:pt x="2" y="10"/>
                      <a:pt x="4" y="7"/>
                    </a:cubicBezTo>
                    <a:cubicBezTo>
                      <a:pt x="7" y="4"/>
                      <a:pt x="10" y="2"/>
                      <a:pt x="13" y="0"/>
                    </a:cubicBezTo>
                    <a:cubicBezTo>
                      <a:pt x="10" y="1"/>
                      <a:pt x="7" y="3"/>
                      <a:pt x="4" y="4"/>
                    </a:cubicBezTo>
                    <a:cubicBezTo>
                      <a:pt x="0" y="6"/>
                      <a:pt x="0" y="10"/>
                      <a:pt x="0" y="1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9" name="Freeform 1247">
                <a:extLst>
                  <a:ext uri="{FF2B5EF4-FFF2-40B4-BE49-F238E27FC236}">
                    <a16:creationId xmlns:a16="http://schemas.microsoft.com/office/drawing/2014/main" id="{F8F9882F-74A3-488E-B10D-D68F83375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643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12 w 3"/>
                  <a:gd name="T3" fmla="*/ 21 h 3"/>
                  <a:gd name="T4" fmla="*/ 37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0" y="2"/>
                      <a:pt x="1" y="1"/>
                    </a:cubicBezTo>
                    <a:cubicBezTo>
                      <a:pt x="1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0" name="Freeform 1248">
                <a:extLst>
                  <a:ext uri="{FF2B5EF4-FFF2-40B4-BE49-F238E27FC236}">
                    <a16:creationId xmlns:a16="http://schemas.microsoft.com/office/drawing/2014/main" id="{89FA09C3-1800-4187-A49E-87350DE64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619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0 w 5"/>
                  <a:gd name="T3" fmla="*/ 22 h 5"/>
                  <a:gd name="T4" fmla="*/ 55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3"/>
                      <a:pt x="0" y="1"/>
                    </a:cubicBezTo>
                    <a:cubicBezTo>
                      <a:pt x="1" y="0"/>
                      <a:pt x="5" y="2"/>
                      <a:pt x="3" y="4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1" name="Freeform 1249">
                <a:extLst>
                  <a:ext uri="{FF2B5EF4-FFF2-40B4-BE49-F238E27FC236}">
                    <a16:creationId xmlns:a16="http://schemas.microsoft.com/office/drawing/2014/main" id="{1F2CCCF3-246D-45C4-8D1D-85A5F4E0D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643"/>
                <a:ext cx="12" cy="14"/>
              </a:xfrm>
              <a:custGeom>
                <a:avLst/>
                <a:gdLst>
                  <a:gd name="T0" fmla="*/ 58 w 5"/>
                  <a:gd name="T1" fmla="*/ 87 h 5"/>
                  <a:gd name="T2" fmla="*/ 12 w 5"/>
                  <a:gd name="T3" fmla="*/ 48 h 5"/>
                  <a:gd name="T4" fmla="*/ 58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5"/>
                      <a:pt x="0" y="3"/>
                      <a:pt x="1" y="2"/>
                    </a:cubicBezTo>
                    <a:cubicBezTo>
                      <a:pt x="1" y="0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2" name="Freeform 1250">
                <a:extLst>
                  <a:ext uri="{FF2B5EF4-FFF2-40B4-BE49-F238E27FC236}">
                    <a16:creationId xmlns:a16="http://schemas.microsoft.com/office/drawing/2014/main" id="{8AD7E95A-8D65-4EE4-9F06-6F991437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646"/>
                <a:ext cx="12" cy="11"/>
              </a:xfrm>
              <a:custGeom>
                <a:avLst/>
                <a:gdLst>
                  <a:gd name="T0" fmla="*/ 58 w 5"/>
                  <a:gd name="T1" fmla="*/ 83 h 4"/>
                  <a:gd name="T2" fmla="*/ 12 w 5"/>
                  <a:gd name="T3" fmla="*/ 22 h 4"/>
                  <a:gd name="T4" fmla="*/ 58 w 5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3" y="4"/>
                      <a:pt x="0" y="2"/>
                      <a:pt x="1" y="1"/>
                    </a:cubicBezTo>
                    <a:cubicBezTo>
                      <a:pt x="1" y="0"/>
                      <a:pt x="5" y="2"/>
                      <a:pt x="4" y="4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3" name="Freeform 1251">
                <a:extLst>
                  <a:ext uri="{FF2B5EF4-FFF2-40B4-BE49-F238E27FC236}">
                    <a16:creationId xmlns:a16="http://schemas.microsoft.com/office/drawing/2014/main" id="{CFBC96EC-707A-46E0-9691-35ACF65A8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27"/>
                <a:ext cx="12" cy="14"/>
              </a:xfrm>
              <a:custGeom>
                <a:avLst/>
                <a:gdLst>
                  <a:gd name="T0" fmla="*/ 58 w 5"/>
                  <a:gd name="T1" fmla="*/ 87 h 5"/>
                  <a:gd name="T2" fmla="*/ 12 w 5"/>
                  <a:gd name="T3" fmla="*/ 48 h 5"/>
                  <a:gd name="T4" fmla="*/ 58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5"/>
                      <a:pt x="0" y="3"/>
                      <a:pt x="1" y="2"/>
                    </a:cubicBezTo>
                    <a:cubicBezTo>
                      <a:pt x="1" y="0"/>
                      <a:pt x="5" y="2"/>
                      <a:pt x="4" y="4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4" name="Freeform 1252">
                <a:extLst>
                  <a:ext uri="{FF2B5EF4-FFF2-40B4-BE49-F238E27FC236}">
                    <a16:creationId xmlns:a16="http://schemas.microsoft.com/office/drawing/2014/main" id="{B26FFB21-B80B-4514-9C61-3F4242125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627"/>
                <a:ext cx="13" cy="14"/>
              </a:xfrm>
              <a:custGeom>
                <a:avLst/>
                <a:gdLst>
                  <a:gd name="T0" fmla="*/ 68 w 5"/>
                  <a:gd name="T1" fmla="*/ 87 h 5"/>
                  <a:gd name="T2" fmla="*/ 21 w 5"/>
                  <a:gd name="T3" fmla="*/ 22 h 5"/>
                  <a:gd name="T4" fmla="*/ 68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5"/>
                      <a:pt x="0" y="3"/>
                      <a:pt x="1" y="1"/>
                    </a:cubicBezTo>
                    <a:cubicBezTo>
                      <a:pt x="2" y="0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5" name="Freeform 1253">
                <a:extLst>
                  <a:ext uri="{FF2B5EF4-FFF2-40B4-BE49-F238E27FC236}">
                    <a16:creationId xmlns:a16="http://schemas.microsoft.com/office/drawing/2014/main" id="{C4F3A41E-A248-4D7C-BB94-3074430C8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649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21 w 5"/>
                  <a:gd name="T3" fmla="*/ 21 h 5"/>
                  <a:gd name="T4" fmla="*/ 55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2"/>
                      <a:pt x="1" y="1"/>
                    </a:cubicBezTo>
                    <a:cubicBezTo>
                      <a:pt x="3" y="0"/>
                      <a:pt x="5" y="4"/>
                      <a:pt x="3" y="5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6" name="Freeform 1254">
                <a:extLst>
                  <a:ext uri="{FF2B5EF4-FFF2-40B4-BE49-F238E27FC236}">
                    <a16:creationId xmlns:a16="http://schemas.microsoft.com/office/drawing/2014/main" id="{C2BCEAD7-8DB7-4897-86F9-5C5C10A45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694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68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2"/>
                      <a:pt x="4" y="4"/>
                    </a:cubicBezTo>
                    <a:cubicBezTo>
                      <a:pt x="4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7" name="Freeform 1255">
                <a:extLst>
                  <a:ext uri="{FF2B5EF4-FFF2-40B4-BE49-F238E27FC236}">
                    <a16:creationId xmlns:a16="http://schemas.microsoft.com/office/drawing/2014/main" id="{93B4B61D-2099-474D-AB18-22FE5FADB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718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61 h 4"/>
                  <a:gd name="T4" fmla="*/ 21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3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8" name="Freeform 1256">
                <a:extLst>
                  <a:ext uri="{FF2B5EF4-FFF2-40B4-BE49-F238E27FC236}">
                    <a16:creationId xmlns:a16="http://schemas.microsoft.com/office/drawing/2014/main" id="{9DD4F039-D05D-42C6-8032-218C147AA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771"/>
                <a:ext cx="15" cy="14"/>
              </a:xfrm>
              <a:custGeom>
                <a:avLst/>
                <a:gdLst>
                  <a:gd name="T0" fmla="*/ 20 w 6"/>
                  <a:gd name="T1" fmla="*/ 22 h 5"/>
                  <a:gd name="T2" fmla="*/ 83 w 6"/>
                  <a:gd name="T3" fmla="*/ 87 h 5"/>
                  <a:gd name="T4" fmla="*/ 20 w 6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6" y="2"/>
                      <a:pt x="5" y="4"/>
                    </a:cubicBezTo>
                    <a:cubicBezTo>
                      <a:pt x="5" y="5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9" name="Freeform 1257">
                <a:extLst>
                  <a:ext uri="{FF2B5EF4-FFF2-40B4-BE49-F238E27FC236}">
                    <a16:creationId xmlns:a16="http://schemas.microsoft.com/office/drawing/2014/main" id="{40CF14B1-8614-439D-A7A5-7E6FD188E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790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61 h 4"/>
                  <a:gd name="T4" fmla="*/ 2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4" y="2"/>
                      <a:pt x="4" y="3"/>
                    </a:cubicBezTo>
                    <a:cubicBezTo>
                      <a:pt x="4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0" name="Freeform 1258">
                <a:extLst>
                  <a:ext uri="{FF2B5EF4-FFF2-40B4-BE49-F238E27FC236}">
                    <a16:creationId xmlns:a16="http://schemas.microsoft.com/office/drawing/2014/main" id="{982E78F1-FCBD-4631-A2AF-4092A0F54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694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68 h 5"/>
                  <a:gd name="T4" fmla="*/ 29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4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1" name="Freeform 1259">
                <a:extLst>
                  <a:ext uri="{FF2B5EF4-FFF2-40B4-BE49-F238E27FC236}">
                    <a16:creationId xmlns:a16="http://schemas.microsoft.com/office/drawing/2014/main" id="{2034FADE-A5C7-4B28-8A6A-F855A595C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678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56 h 3"/>
                  <a:gd name="T4" fmla="*/ 12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2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2" name="Freeform 1260">
                <a:extLst>
                  <a:ext uri="{FF2B5EF4-FFF2-40B4-BE49-F238E27FC236}">
                    <a16:creationId xmlns:a16="http://schemas.microsoft.com/office/drawing/2014/main" id="{7F5C9ECB-ACA2-4844-9072-D00D88549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65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35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3" name="Freeform 1261">
                <a:extLst>
                  <a:ext uri="{FF2B5EF4-FFF2-40B4-BE49-F238E27FC236}">
                    <a16:creationId xmlns:a16="http://schemas.microsoft.com/office/drawing/2014/main" id="{A251B171-DA5D-47CB-95A4-AF8D6E55D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63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3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4" name="Freeform 1262">
                <a:extLst>
                  <a:ext uri="{FF2B5EF4-FFF2-40B4-BE49-F238E27FC236}">
                    <a16:creationId xmlns:a16="http://schemas.microsoft.com/office/drawing/2014/main" id="{7B297841-05DD-4838-A565-124AECD1F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777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56 w 3"/>
                  <a:gd name="T3" fmla="*/ 35 h 3"/>
                  <a:gd name="T4" fmla="*/ 0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2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5" name="Freeform 1263">
                <a:extLst>
                  <a:ext uri="{FF2B5EF4-FFF2-40B4-BE49-F238E27FC236}">
                    <a16:creationId xmlns:a16="http://schemas.microsoft.com/office/drawing/2014/main" id="{6B6A89CA-80BC-4C1F-8669-741ACDA34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803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37 w 3"/>
                  <a:gd name="T3" fmla="*/ 27 h 2"/>
                  <a:gd name="T4" fmla="*/ 0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3" y="0"/>
                      <a:pt x="3" y="1"/>
                    </a:cubicBezTo>
                    <a:cubicBezTo>
                      <a:pt x="3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6" name="Freeform 1264">
                <a:extLst>
                  <a:ext uri="{FF2B5EF4-FFF2-40B4-BE49-F238E27FC236}">
                    <a16:creationId xmlns:a16="http://schemas.microsoft.com/office/drawing/2014/main" id="{DE89BF3F-84DA-40A4-B28A-DB88ED779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79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7" name="Freeform 1265">
                <a:extLst>
                  <a:ext uri="{FF2B5EF4-FFF2-40B4-BE49-F238E27FC236}">
                    <a16:creationId xmlns:a16="http://schemas.microsoft.com/office/drawing/2014/main" id="{9CFCEEBD-C5FE-4D1B-BD60-770D40DB6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76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3" y="1"/>
                      <a:pt x="2" y="2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8" name="Freeform 1266">
                <a:extLst>
                  <a:ext uri="{FF2B5EF4-FFF2-40B4-BE49-F238E27FC236}">
                    <a16:creationId xmlns:a16="http://schemas.microsoft.com/office/drawing/2014/main" id="{9346787F-3F45-45A1-B629-602EF9C08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673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68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2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9" name="Freeform 1267">
                <a:extLst>
                  <a:ext uri="{FF2B5EF4-FFF2-40B4-BE49-F238E27FC236}">
                    <a16:creationId xmlns:a16="http://schemas.microsoft.com/office/drawing/2014/main" id="{92FB4057-D032-4267-B047-06F33EBB5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670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55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2"/>
                      <a:pt x="4" y="3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0" name="Freeform 1268">
                <a:extLst>
                  <a:ext uri="{FF2B5EF4-FFF2-40B4-BE49-F238E27FC236}">
                    <a16:creationId xmlns:a16="http://schemas.microsoft.com/office/drawing/2014/main" id="{92016776-6482-4316-B69D-2409C5DC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667"/>
                <a:ext cx="12" cy="14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62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2"/>
                      <a:pt x="5" y="3"/>
                    </a:cubicBezTo>
                    <a:cubicBezTo>
                      <a:pt x="4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1" name="Freeform 1269">
                <a:extLst>
                  <a:ext uri="{FF2B5EF4-FFF2-40B4-BE49-F238E27FC236}">
                    <a16:creationId xmlns:a16="http://schemas.microsoft.com/office/drawing/2014/main" id="{09FB4BD4-8DFE-43B9-9987-5489AC420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670"/>
                <a:ext cx="12" cy="13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68 h 5"/>
                  <a:gd name="T4" fmla="*/ 1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5" y="2"/>
                      <a:pt x="4" y="4"/>
                    </a:cubicBezTo>
                    <a:cubicBezTo>
                      <a:pt x="3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2" name="Freeform 1270">
                <a:extLst>
                  <a:ext uri="{FF2B5EF4-FFF2-40B4-BE49-F238E27FC236}">
                    <a16:creationId xmlns:a16="http://schemas.microsoft.com/office/drawing/2014/main" id="{2113784D-BAEE-48F5-817F-2D8155191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689"/>
                <a:ext cx="12" cy="13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55 h 5"/>
                  <a:gd name="T4" fmla="*/ 1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3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3" name="Freeform 1271">
                <a:extLst>
                  <a:ext uri="{FF2B5EF4-FFF2-40B4-BE49-F238E27FC236}">
                    <a16:creationId xmlns:a16="http://schemas.microsoft.com/office/drawing/2014/main" id="{10E51804-15B4-4396-A90F-EFF3558FD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691"/>
                <a:ext cx="13" cy="14"/>
              </a:xfrm>
              <a:custGeom>
                <a:avLst/>
                <a:gdLst>
                  <a:gd name="T0" fmla="*/ 34 w 5"/>
                  <a:gd name="T1" fmla="*/ 22 h 5"/>
                  <a:gd name="T2" fmla="*/ 68 w 5"/>
                  <a:gd name="T3" fmla="*/ 87 h 5"/>
                  <a:gd name="T4" fmla="*/ 34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4" name="Freeform 1272">
                <a:extLst>
                  <a:ext uri="{FF2B5EF4-FFF2-40B4-BE49-F238E27FC236}">
                    <a16:creationId xmlns:a16="http://schemas.microsoft.com/office/drawing/2014/main" id="{8801629F-20B6-4803-8CE0-CAE2EAC2E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649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50 h 4"/>
                  <a:gd name="T4" fmla="*/ 12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4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5" name="Freeform 1273">
                <a:extLst>
                  <a:ext uri="{FF2B5EF4-FFF2-40B4-BE49-F238E27FC236}">
                    <a16:creationId xmlns:a16="http://schemas.microsoft.com/office/drawing/2014/main" id="{EE27E741-3503-4364-AF6E-032EF96DD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766"/>
                <a:ext cx="13" cy="13"/>
              </a:xfrm>
              <a:custGeom>
                <a:avLst/>
                <a:gdLst>
                  <a:gd name="T0" fmla="*/ 21 w 5"/>
                  <a:gd name="T1" fmla="*/ 0 h 5"/>
                  <a:gd name="T2" fmla="*/ 68 w 5"/>
                  <a:gd name="T3" fmla="*/ 55 h 5"/>
                  <a:gd name="T4" fmla="*/ 2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3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6" name="Freeform 1274">
                <a:extLst>
                  <a:ext uri="{FF2B5EF4-FFF2-40B4-BE49-F238E27FC236}">
                    <a16:creationId xmlns:a16="http://schemas.microsoft.com/office/drawing/2014/main" id="{22B4AD32-4733-48F5-9A8E-62657275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766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2"/>
                      <a:pt x="4" y="4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7" name="Freeform 1275">
                <a:extLst>
                  <a:ext uri="{FF2B5EF4-FFF2-40B4-BE49-F238E27FC236}">
                    <a16:creationId xmlns:a16="http://schemas.microsoft.com/office/drawing/2014/main" id="{0A6B570B-75DB-440C-9E75-BD4B8A2FD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742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61 h 4"/>
                  <a:gd name="T4" fmla="*/ 12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3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8" name="Freeform 1276">
                <a:extLst>
                  <a:ext uri="{FF2B5EF4-FFF2-40B4-BE49-F238E27FC236}">
                    <a16:creationId xmlns:a16="http://schemas.microsoft.com/office/drawing/2014/main" id="{C38A1798-8944-4396-9494-470D403C3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729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68 h 5"/>
                  <a:gd name="T4" fmla="*/ 29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9" name="Freeform 1277">
                <a:extLst>
                  <a:ext uri="{FF2B5EF4-FFF2-40B4-BE49-F238E27FC236}">
                    <a16:creationId xmlns:a16="http://schemas.microsoft.com/office/drawing/2014/main" id="{F01AC121-1320-4495-AB34-CD6240FC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75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68 h 5"/>
                  <a:gd name="T4" fmla="*/ 21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4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0" name="Freeform 1278">
                <a:extLst>
                  <a:ext uri="{FF2B5EF4-FFF2-40B4-BE49-F238E27FC236}">
                    <a16:creationId xmlns:a16="http://schemas.microsoft.com/office/drawing/2014/main" id="{5F24A890-4616-498A-8791-BE16A137F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779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61 h 4"/>
                  <a:gd name="T4" fmla="*/ 2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4" y="1"/>
                      <a:pt x="4" y="3"/>
                    </a:cubicBezTo>
                    <a:cubicBezTo>
                      <a:pt x="4" y="4"/>
                      <a:pt x="0" y="4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1" name="Freeform 1279">
                <a:extLst>
                  <a:ext uri="{FF2B5EF4-FFF2-40B4-BE49-F238E27FC236}">
                    <a16:creationId xmlns:a16="http://schemas.microsoft.com/office/drawing/2014/main" id="{D9B6F2CE-6A14-467D-AD89-58B6007EC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737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68 h 5"/>
                  <a:gd name="T4" fmla="*/ 34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2" name="Freeform 1280">
                <a:extLst>
                  <a:ext uri="{FF2B5EF4-FFF2-40B4-BE49-F238E27FC236}">
                    <a16:creationId xmlns:a16="http://schemas.microsoft.com/office/drawing/2014/main" id="{3B75A9A2-EC78-4E56-8A63-B1DF03637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737"/>
                <a:ext cx="12" cy="13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55 h 5"/>
                  <a:gd name="T4" fmla="*/ 1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3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3" name="Freeform 1281">
                <a:extLst>
                  <a:ext uri="{FF2B5EF4-FFF2-40B4-BE49-F238E27FC236}">
                    <a16:creationId xmlns:a16="http://schemas.microsoft.com/office/drawing/2014/main" id="{E4D54C8B-BCC2-42BE-A9F4-3D8BCFAD4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761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50 h 4"/>
                  <a:gd name="T4" fmla="*/ 2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4" y="2"/>
                      <a:pt x="3" y="3"/>
                    </a:cubicBezTo>
                    <a:cubicBezTo>
                      <a:pt x="3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4" name="Freeform 1282">
                <a:extLst>
                  <a:ext uri="{FF2B5EF4-FFF2-40B4-BE49-F238E27FC236}">
                    <a16:creationId xmlns:a16="http://schemas.microsoft.com/office/drawing/2014/main" id="{7ED7B99D-4877-4F39-BAAC-0492BB9EE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790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63 w 4"/>
                  <a:gd name="T3" fmla="*/ 35 h 3"/>
                  <a:gd name="T4" fmla="*/ 20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4" y="1"/>
                      <a:pt x="4" y="2"/>
                    </a:cubicBezTo>
                    <a:cubicBezTo>
                      <a:pt x="4" y="3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5" name="Freeform 1283">
                <a:extLst>
                  <a:ext uri="{FF2B5EF4-FFF2-40B4-BE49-F238E27FC236}">
                    <a16:creationId xmlns:a16="http://schemas.microsoft.com/office/drawing/2014/main" id="{C6E103A5-F37B-4E68-966D-EB6D1B135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763"/>
                <a:ext cx="12" cy="14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87 h 5"/>
                  <a:gd name="T4" fmla="*/ 1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6" name="Freeform 1284">
                <a:extLst>
                  <a:ext uri="{FF2B5EF4-FFF2-40B4-BE49-F238E27FC236}">
                    <a16:creationId xmlns:a16="http://schemas.microsoft.com/office/drawing/2014/main" id="{911D1A69-507F-4319-A6B5-7A46A431F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803"/>
                <a:ext cx="13" cy="8"/>
              </a:xfrm>
              <a:custGeom>
                <a:avLst/>
                <a:gdLst>
                  <a:gd name="T0" fmla="*/ 0 w 5"/>
                  <a:gd name="T1" fmla="*/ 21 h 3"/>
                  <a:gd name="T2" fmla="*/ 68 w 5"/>
                  <a:gd name="T3" fmla="*/ 21 h 3"/>
                  <a:gd name="T4" fmla="*/ 0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0"/>
                      <a:pt x="4" y="0"/>
                      <a:pt x="4" y="1"/>
                    </a:cubicBezTo>
                    <a:cubicBezTo>
                      <a:pt x="5" y="3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7" name="Freeform 1285">
                <a:extLst>
                  <a:ext uri="{FF2B5EF4-FFF2-40B4-BE49-F238E27FC236}">
                    <a16:creationId xmlns:a16="http://schemas.microsoft.com/office/drawing/2014/main" id="{7257934A-9030-41E9-9EA3-6AFCF9EBA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785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50 h 4"/>
                  <a:gd name="T4" fmla="*/ 12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4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8" name="Freeform 1286">
                <a:extLst>
                  <a:ext uri="{FF2B5EF4-FFF2-40B4-BE49-F238E27FC236}">
                    <a16:creationId xmlns:a16="http://schemas.microsoft.com/office/drawing/2014/main" id="{CB65A440-96C2-4025-8D42-C31DEF72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747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87 h 5"/>
                  <a:gd name="T4" fmla="*/ 21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9" name="Freeform 1287">
                <a:extLst>
                  <a:ext uri="{FF2B5EF4-FFF2-40B4-BE49-F238E27FC236}">
                    <a16:creationId xmlns:a16="http://schemas.microsoft.com/office/drawing/2014/main" id="{D9E83243-BD1D-4E9B-9DD8-AF528CB9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739"/>
                <a:ext cx="13" cy="14"/>
              </a:xfrm>
              <a:custGeom>
                <a:avLst/>
                <a:gdLst>
                  <a:gd name="T0" fmla="*/ 21 w 5"/>
                  <a:gd name="T1" fmla="*/ 0 h 5"/>
                  <a:gd name="T2" fmla="*/ 68 w 5"/>
                  <a:gd name="T3" fmla="*/ 62 h 5"/>
                  <a:gd name="T4" fmla="*/ 2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3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0" name="Freeform 1288">
                <a:extLst>
                  <a:ext uri="{FF2B5EF4-FFF2-40B4-BE49-F238E27FC236}">
                    <a16:creationId xmlns:a16="http://schemas.microsoft.com/office/drawing/2014/main" id="{8A7E8896-E185-4B16-BC62-B9183676E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787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63 w 4"/>
                  <a:gd name="T3" fmla="*/ 35 h 3"/>
                  <a:gd name="T4" fmla="*/ 0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0"/>
                      <a:pt x="4" y="0"/>
                      <a:pt x="4" y="2"/>
                    </a:cubicBezTo>
                    <a:cubicBezTo>
                      <a:pt x="4" y="3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1" name="Freeform 1289">
                <a:extLst>
                  <a:ext uri="{FF2B5EF4-FFF2-40B4-BE49-F238E27FC236}">
                    <a16:creationId xmlns:a16="http://schemas.microsoft.com/office/drawing/2014/main" id="{4DE3C653-2D97-430F-B3E3-CA8359FC8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795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37 w 3"/>
                  <a:gd name="T3" fmla="*/ 27 h 2"/>
                  <a:gd name="T4" fmla="*/ 0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2" y="0"/>
                      <a:pt x="3" y="1"/>
                    </a:cubicBezTo>
                    <a:cubicBezTo>
                      <a:pt x="3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2" name="Freeform 1290">
                <a:extLst>
                  <a:ext uri="{FF2B5EF4-FFF2-40B4-BE49-F238E27FC236}">
                    <a16:creationId xmlns:a16="http://schemas.microsoft.com/office/drawing/2014/main" id="{B7A3F6AE-7568-4DA2-ACD0-FAD9A6CF8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811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56 w 3"/>
                  <a:gd name="T3" fmla="*/ 27 h 2"/>
                  <a:gd name="T4" fmla="*/ 0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3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3" name="Freeform 1291">
                <a:extLst>
                  <a:ext uri="{FF2B5EF4-FFF2-40B4-BE49-F238E27FC236}">
                    <a16:creationId xmlns:a16="http://schemas.microsoft.com/office/drawing/2014/main" id="{408DCCC9-5ADB-4429-9423-D3C10AB2C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81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37 w 3"/>
                  <a:gd name="T3" fmla="*/ 0 h 2"/>
                  <a:gd name="T4" fmla="*/ 0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3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4" name="Freeform 1292">
                <a:extLst>
                  <a:ext uri="{FF2B5EF4-FFF2-40B4-BE49-F238E27FC236}">
                    <a16:creationId xmlns:a16="http://schemas.microsoft.com/office/drawing/2014/main" id="{F946E2ED-2853-4904-A37B-18F16F648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798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63 w 4"/>
                  <a:gd name="T3" fmla="*/ 47 h 4"/>
                  <a:gd name="T4" fmla="*/ 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4" y="1"/>
                      <a:pt x="4" y="2"/>
                    </a:cubicBezTo>
                    <a:cubicBezTo>
                      <a:pt x="4" y="3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5" name="Freeform 1293">
                <a:extLst>
                  <a:ext uri="{FF2B5EF4-FFF2-40B4-BE49-F238E27FC236}">
                    <a16:creationId xmlns:a16="http://schemas.microsoft.com/office/drawing/2014/main" id="{25CADE2B-6372-4B77-88AF-B507AC3A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69"/>
                <a:ext cx="12" cy="13"/>
              </a:xfrm>
              <a:custGeom>
                <a:avLst/>
                <a:gdLst>
                  <a:gd name="T0" fmla="*/ 41 w 5"/>
                  <a:gd name="T1" fmla="*/ 88 h 5"/>
                  <a:gd name="T2" fmla="*/ 12 w 5"/>
                  <a:gd name="T3" fmla="*/ 21 h 5"/>
                  <a:gd name="T4" fmla="*/ 41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2"/>
                      <a:pt x="1" y="1"/>
                    </a:cubicBezTo>
                    <a:cubicBezTo>
                      <a:pt x="3" y="0"/>
                      <a:pt x="5" y="3"/>
                      <a:pt x="3" y="5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6" name="Freeform 1294">
                <a:extLst>
                  <a:ext uri="{FF2B5EF4-FFF2-40B4-BE49-F238E27FC236}">
                    <a16:creationId xmlns:a16="http://schemas.microsoft.com/office/drawing/2014/main" id="{1E7D44AF-5EFF-4563-AA45-F811903BE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71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68 h 5"/>
                  <a:gd name="T4" fmla="*/ 21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7" name="Freeform 1295">
                <a:extLst>
                  <a:ext uri="{FF2B5EF4-FFF2-40B4-BE49-F238E27FC236}">
                    <a16:creationId xmlns:a16="http://schemas.microsoft.com/office/drawing/2014/main" id="{D2B82FC5-B30E-4851-A116-61F254346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97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68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8" name="Freeform 1296">
                <a:extLst>
                  <a:ext uri="{FF2B5EF4-FFF2-40B4-BE49-F238E27FC236}">
                    <a16:creationId xmlns:a16="http://schemas.microsoft.com/office/drawing/2014/main" id="{AFFCD1E7-E78F-44DE-84D7-B48FB3A92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715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87 h 5"/>
                  <a:gd name="T4" fmla="*/ 20 w 4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4" y="3"/>
                      <a:pt x="3" y="4"/>
                    </a:cubicBezTo>
                    <a:cubicBezTo>
                      <a:pt x="3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9" name="Freeform 1297">
                <a:extLst>
                  <a:ext uri="{FF2B5EF4-FFF2-40B4-BE49-F238E27FC236}">
                    <a16:creationId xmlns:a16="http://schemas.microsoft.com/office/drawing/2014/main" id="{8C1FEE7B-9621-4A79-B057-089BD2023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713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35 h 3"/>
                  <a:gd name="T4" fmla="*/ 12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3" y="2"/>
                      <a:pt x="2" y="2"/>
                    </a:cubicBezTo>
                    <a:cubicBezTo>
                      <a:pt x="2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0" name="Freeform 1298">
                <a:extLst>
                  <a:ext uri="{FF2B5EF4-FFF2-40B4-BE49-F238E27FC236}">
                    <a16:creationId xmlns:a16="http://schemas.microsoft.com/office/drawing/2014/main" id="{9B8A8E86-1592-4EAC-B86F-7F9AC105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721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68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1" name="Freeform 1299">
                <a:extLst>
                  <a:ext uri="{FF2B5EF4-FFF2-40B4-BE49-F238E27FC236}">
                    <a16:creationId xmlns:a16="http://schemas.microsoft.com/office/drawing/2014/main" id="{E359A459-DEB8-4A0E-9C0A-583EB258B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750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68 h 5"/>
                  <a:gd name="T4" fmla="*/ 20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4" y="3"/>
                      <a:pt x="3" y="4"/>
                    </a:cubicBezTo>
                    <a:cubicBezTo>
                      <a:pt x="2" y="5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2" name="Freeform 1300">
                <a:extLst>
                  <a:ext uri="{FF2B5EF4-FFF2-40B4-BE49-F238E27FC236}">
                    <a16:creationId xmlns:a16="http://schemas.microsoft.com/office/drawing/2014/main" id="{D8D6B9B4-CE01-4D26-AB33-0BF5CE17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753"/>
                <a:ext cx="10" cy="13"/>
              </a:xfrm>
              <a:custGeom>
                <a:avLst/>
                <a:gdLst>
                  <a:gd name="T0" fmla="*/ 33 w 4"/>
                  <a:gd name="T1" fmla="*/ 0 h 5"/>
                  <a:gd name="T2" fmla="*/ 33 w 4"/>
                  <a:gd name="T3" fmla="*/ 68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4"/>
                      <a:pt x="2" y="4"/>
                    </a:cubicBezTo>
                    <a:cubicBezTo>
                      <a:pt x="1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3" name="Freeform 1301">
                <a:extLst>
                  <a:ext uri="{FF2B5EF4-FFF2-40B4-BE49-F238E27FC236}">
                    <a16:creationId xmlns:a16="http://schemas.microsoft.com/office/drawing/2014/main" id="{939E1327-D2CB-485D-B287-7ECCEE8FC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705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4" name="Freeform 1302">
                <a:extLst>
                  <a:ext uri="{FF2B5EF4-FFF2-40B4-BE49-F238E27FC236}">
                    <a16:creationId xmlns:a16="http://schemas.microsoft.com/office/drawing/2014/main" id="{882B81B3-C0D3-4BE6-8D1E-6A8C58CB5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697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68 h 5"/>
                  <a:gd name="T4" fmla="*/ 29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5" name="Freeform 1303">
                <a:extLst>
                  <a:ext uri="{FF2B5EF4-FFF2-40B4-BE49-F238E27FC236}">
                    <a16:creationId xmlns:a16="http://schemas.microsoft.com/office/drawing/2014/main" id="{750F716E-904B-4673-9BCD-78477C6A1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697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68 h 5"/>
                  <a:gd name="T4" fmla="*/ 34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6" name="Freeform 1304">
                <a:extLst>
                  <a:ext uri="{FF2B5EF4-FFF2-40B4-BE49-F238E27FC236}">
                    <a16:creationId xmlns:a16="http://schemas.microsoft.com/office/drawing/2014/main" id="{BC644160-DFEC-4580-A4E1-BBC0624BE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718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68 h 5"/>
                  <a:gd name="T4" fmla="*/ 12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7" name="Freeform 1305">
                <a:extLst>
                  <a:ext uri="{FF2B5EF4-FFF2-40B4-BE49-F238E27FC236}">
                    <a16:creationId xmlns:a16="http://schemas.microsoft.com/office/drawing/2014/main" id="{16D74C4D-39FB-44A1-895E-242E76703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729"/>
                <a:ext cx="10" cy="13"/>
              </a:xfrm>
              <a:custGeom>
                <a:avLst/>
                <a:gdLst>
                  <a:gd name="T0" fmla="*/ 33 w 4"/>
                  <a:gd name="T1" fmla="*/ 21 h 5"/>
                  <a:gd name="T2" fmla="*/ 50 w 4"/>
                  <a:gd name="T3" fmla="*/ 68 h 5"/>
                  <a:gd name="T4" fmla="*/ 33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3"/>
                      <a:pt x="3" y="4"/>
                    </a:cubicBezTo>
                    <a:cubicBezTo>
                      <a:pt x="2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8" name="Freeform 1306">
                <a:extLst>
                  <a:ext uri="{FF2B5EF4-FFF2-40B4-BE49-F238E27FC236}">
                    <a16:creationId xmlns:a16="http://schemas.microsoft.com/office/drawing/2014/main" id="{D6EB8ED0-4E24-469B-B37E-E40B8F7EF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726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33 w 4"/>
                  <a:gd name="T3" fmla="*/ 61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2"/>
                      <a:pt x="2" y="3"/>
                    </a:cubicBezTo>
                    <a:cubicBezTo>
                      <a:pt x="1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9" name="Freeform 1307">
                <a:extLst>
                  <a:ext uri="{FF2B5EF4-FFF2-40B4-BE49-F238E27FC236}">
                    <a16:creationId xmlns:a16="http://schemas.microsoft.com/office/drawing/2014/main" id="{A4B861A6-C20D-444E-A986-73EAD8CA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81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50 h 4"/>
                  <a:gd name="T4" fmla="*/ 21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3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0" name="Freeform 1308">
                <a:extLst>
                  <a:ext uri="{FF2B5EF4-FFF2-40B4-BE49-F238E27FC236}">
                    <a16:creationId xmlns:a16="http://schemas.microsoft.com/office/drawing/2014/main" id="{BB34CA14-E4F0-44B9-B741-9F902FDFE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798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21 w 3"/>
                  <a:gd name="T3" fmla="*/ 56 h 3"/>
                  <a:gd name="T4" fmla="*/ 35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1" name="Freeform 1309">
                <a:extLst>
                  <a:ext uri="{FF2B5EF4-FFF2-40B4-BE49-F238E27FC236}">
                    <a16:creationId xmlns:a16="http://schemas.microsoft.com/office/drawing/2014/main" id="{219BB355-D9B9-4975-8D94-8DA85AC40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771"/>
                <a:ext cx="10" cy="14"/>
              </a:xfrm>
              <a:custGeom>
                <a:avLst/>
                <a:gdLst>
                  <a:gd name="T0" fmla="*/ 33 w 4"/>
                  <a:gd name="T1" fmla="*/ 0 h 5"/>
                  <a:gd name="T2" fmla="*/ 50 w 4"/>
                  <a:gd name="T3" fmla="*/ 87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4"/>
                      <a:pt x="3" y="4"/>
                    </a:cubicBezTo>
                    <a:cubicBezTo>
                      <a:pt x="2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2" name="Freeform 1310">
                <a:extLst>
                  <a:ext uri="{FF2B5EF4-FFF2-40B4-BE49-F238E27FC236}">
                    <a16:creationId xmlns:a16="http://schemas.microsoft.com/office/drawing/2014/main" id="{6D050B75-1397-4965-B7E4-7ABCB5B08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758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68 h 5"/>
                  <a:gd name="T4" fmla="*/ 34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3" name="Freeform 1311">
                <a:extLst>
                  <a:ext uri="{FF2B5EF4-FFF2-40B4-BE49-F238E27FC236}">
                    <a16:creationId xmlns:a16="http://schemas.microsoft.com/office/drawing/2014/main" id="{21DDE7E0-84CB-4537-941C-7422205F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745"/>
                <a:ext cx="10" cy="13"/>
              </a:xfrm>
              <a:custGeom>
                <a:avLst/>
                <a:gdLst>
                  <a:gd name="T0" fmla="*/ 20 w 4"/>
                  <a:gd name="T1" fmla="*/ 0 h 5"/>
                  <a:gd name="T2" fmla="*/ 50 w 4"/>
                  <a:gd name="T3" fmla="*/ 68 h 5"/>
                  <a:gd name="T4" fmla="*/ 2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4" y="3"/>
                      <a:pt x="3" y="4"/>
                    </a:cubicBezTo>
                    <a:cubicBezTo>
                      <a:pt x="2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4" name="Freeform 1312">
                <a:extLst>
                  <a:ext uri="{FF2B5EF4-FFF2-40B4-BE49-F238E27FC236}">
                    <a16:creationId xmlns:a16="http://schemas.microsoft.com/office/drawing/2014/main" id="{22E6A390-F701-46C0-B5A7-892532650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777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63 w 4"/>
                  <a:gd name="T3" fmla="*/ 35 h 3"/>
                  <a:gd name="T4" fmla="*/ 20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4" y="1"/>
                      <a:pt x="4" y="2"/>
                    </a:cubicBezTo>
                    <a:cubicBezTo>
                      <a:pt x="4" y="3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5" name="Freeform 1313">
                <a:extLst>
                  <a:ext uri="{FF2B5EF4-FFF2-40B4-BE49-F238E27FC236}">
                    <a16:creationId xmlns:a16="http://schemas.microsoft.com/office/drawing/2014/main" id="{F768C06E-4D90-44C0-BD04-B66A3E38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721"/>
                <a:ext cx="12" cy="10"/>
              </a:xfrm>
              <a:custGeom>
                <a:avLst/>
                <a:gdLst>
                  <a:gd name="T0" fmla="*/ 29 w 5"/>
                  <a:gd name="T1" fmla="*/ 0 h 4"/>
                  <a:gd name="T2" fmla="*/ 41 w 5"/>
                  <a:gd name="T3" fmla="*/ 63 h 4"/>
                  <a:gd name="T4" fmla="*/ 29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3" y="0"/>
                      <a:pt x="5" y="3"/>
                      <a:pt x="3" y="4"/>
                    </a:cubicBezTo>
                    <a:cubicBezTo>
                      <a:pt x="2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6" name="Freeform 1314">
                <a:extLst>
                  <a:ext uri="{FF2B5EF4-FFF2-40B4-BE49-F238E27FC236}">
                    <a16:creationId xmlns:a16="http://schemas.microsoft.com/office/drawing/2014/main" id="{1034DC96-5C2E-4ED4-B070-8CD9ADDED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697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50 h 4"/>
                  <a:gd name="T4" fmla="*/ 21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5" y="1"/>
                      <a:pt x="4" y="3"/>
                    </a:cubicBezTo>
                    <a:cubicBezTo>
                      <a:pt x="4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7" name="Freeform 1315">
                <a:extLst>
                  <a:ext uri="{FF2B5EF4-FFF2-40B4-BE49-F238E27FC236}">
                    <a16:creationId xmlns:a16="http://schemas.microsoft.com/office/drawing/2014/main" id="{192FFAA8-C172-437D-B5FE-623B879EB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713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50 h 4"/>
                  <a:gd name="T4" fmla="*/ 12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3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8" name="Freeform 1316">
                <a:extLst>
                  <a:ext uri="{FF2B5EF4-FFF2-40B4-BE49-F238E27FC236}">
                    <a16:creationId xmlns:a16="http://schemas.microsoft.com/office/drawing/2014/main" id="{A37D693B-EBF1-403F-B1B9-7D5E328CD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742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61 h 4"/>
                  <a:gd name="T4" fmla="*/ 12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2" y="4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9" name="Freeform 1317">
                <a:extLst>
                  <a:ext uri="{FF2B5EF4-FFF2-40B4-BE49-F238E27FC236}">
                    <a16:creationId xmlns:a16="http://schemas.microsoft.com/office/drawing/2014/main" id="{6E24CBE3-8A98-46A6-8ACE-1CC6C27BF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64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21 h 3"/>
                  <a:gd name="T4" fmla="*/ 28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0" y="2"/>
                      <a:pt x="0" y="1"/>
                    </a:cubicBezTo>
                    <a:cubicBezTo>
                      <a:pt x="1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0" name="Freeform 1318">
                <a:extLst>
                  <a:ext uri="{FF2B5EF4-FFF2-40B4-BE49-F238E27FC236}">
                    <a16:creationId xmlns:a16="http://schemas.microsoft.com/office/drawing/2014/main" id="{FB077CB5-552B-49C0-AEF2-D1ADD0B53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619"/>
                <a:ext cx="12" cy="11"/>
              </a:xfrm>
              <a:custGeom>
                <a:avLst/>
                <a:gdLst>
                  <a:gd name="T0" fmla="*/ 58 w 5"/>
                  <a:gd name="T1" fmla="*/ 83 h 4"/>
                  <a:gd name="T2" fmla="*/ 12 w 5"/>
                  <a:gd name="T3" fmla="*/ 22 h 4"/>
                  <a:gd name="T4" fmla="*/ 58 w 5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3" y="4"/>
                      <a:pt x="0" y="2"/>
                      <a:pt x="1" y="1"/>
                    </a:cubicBezTo>
                    <a:cubicBezTo>
                      <a:pt x="1" y="0"/>
                      <a:pt x="5" y="2"/>
                      <a:pt x="4" y="4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1" name="Freeform 1319">
                <a:extLst>
                  <a:ext uri="{FF2B5EF4-FFF2-40B4-BE49-F238E27FC236}">
                    <a16:creationId xmlns:a16="http://schemas.microsoft.com/office/drawing/2014/main" id="{C794C6B6-79F2-4D4A-9DB5-974D91FFF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643"/>
                <a:ext cx="13" cy="14"/>
              </a:xfrm>
              <a:custGeom>
                <a:avLst/>
                <a:gdLst>
                  <a:gd name="T0" fmla="*/ 68 w 5"/>
                  <a:gd name="T1" fmla="*/ 87 h 5"/>
                  <a:gd name="T2" fmla="*/ 21 w 5"/>
                  <a:gd name="T3" fmla="*/ 22 h 5"/>
                  <a:gd name="T4" fmla="*/ 68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5"/>
                      <a:pt x="0" y="2"/>
                      <a:pt x="1" y="1"/>
                    </a:cubicBezTo>
                    <a:cubicBezTo>
                      <a:pt x="2" y="0"/>
                      <a:pt x="5" y="2"/>
                      <a:pt x="4" y="4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2" name="Freeform 1320">
                <a:extLst>
                  <a:ext uri="{FF2B5EF4-FFF2-40B4-BE49-F238E27FC236}">
                    <a16:creationId xmlns:a16="http://schemas.microsoft.com/office/drawing/2014/main" id="{6CC172F3-0A9C-4E9D-98A9-EFAE8F3B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643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0 w 5"/>
                  <a:gd name="T3" fmla="*/ 48 h 5"/>
                  <a:gd name="T4" fmla="*/ 41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3" y="5"/>
                      <a:pt x="0" y="3"/>
                      <a:pt x="0" y="2"/>
                    </a:cubicBezTo>
                    <a:cubicBezTo>
                      <a:pt x="1" y="0"/>
                      <a:pt x="5" y="2"/>
                      <a:pt x="3" y="4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3" name="Freeform 1321">
                <a:extLst>
                  <a:ext uri="{FF2B5EF4-FFF2-40B4-BE49-F238E27FC236}">
                    <a16:creationId xmlns:a16="http://schemas.microsoft.com/office/drawing/2014/main" id="{9CAF80C8-B184-40B9-98DB-60CB22FF5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27"/>
                <a:ext cx="12" cy="11"/>
              </a:xfrm>
              <a:custGeom>
                <a:avLst/>
                <a:gdLst>
                  <a:gd name="T0" fmla="*/ 58 w 5"/>
                  <a:gd name="T1" fmla="*/ 61 h 4"/>
                  <a:gd name="T2" fmla="*/ 0 w 5"/>
                  <a:gd name="T3" fmla="*/ 22 h 4"/>
                  <a:gd name="T4" fmla="*/ 58 w 5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0" y="3"/>
                      <a:pt x="0" y="1"/>
                    </a:cubicBezTo>
                    <a:cubicBezTo>
                      <a:pt x="1" y="0"/>
                      <a:pt x="5" y="1"/>
                      <a:pt x="4" y="3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4" name="Freeform 1322">
                <a:extLst>
                  <a:ext uri="{FF2B5EF4-FFF2-40B4-BE49-F238E27FC236}">
                    <a16:creationId xmlns:a16="http://schemas.microsoft.com/office/drawing/2014/main" id="{51221906-41D8-49FC-B5DC-1981E4A73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27"/>
                <a:ext cx="12" cy="14"/>
              </a:xfrm>
              <a:custGeom>
                <a:avLst/>
                <a:gdLst>
                  <a:gd name="T0" fmla="*/ 58 w 5"/>
                  <a:gd name="T1" fmla="*/ 87 h 5"/>
                  <a:gd name="T2" fmla="*/ 12 w 5"/>
                  <a:gd name="T3" fmla="*/ 22 h 5"/>
                  <a:gd name="T4" fmla="*/ 58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5"/>
                      <a:pt x="0" y="2"/>
                      <a:pt x="1" y="1"/>
                    </a:cubicBezTo>
                    <a:cubicBezTo>
                      <a:pt x="2" y="0"/>
                      <a:pt x="5" y="2"/>
                      <a:pt x="4" y="4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5" name="Freeform 1323">
                <a:extLst>
                  <a:ext uri="{FF2B5EF4-FFF2-40B4-BE49-F238E27FC236}">
                    <a16:creationId xmlns:a16="http://schemas.microsoft.com/office/drawing/2014/main" id="{6B38437F-1384-4DC9-8472-66625220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64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20 w 4"/>
                  <a:gd name="T3" fmla="*/ 21 h 5"/>
                  <a:gd name="T4" fmla="*/ 33 w 4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1"/>
                      <a:pt x="1" y="1"/>
                    </a:cubicBezTo>
                    <a:cubicBezTo>
                      <a:pt x="2" y="0"/>
                      <a:pt x="4" y="3"/>
                      <a:pt x="2" y="4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6" name="Freeform 1324">
                <a:extLst>
                  <a:ext uri="{FF2B5EF4-FFF2-40B4-BE49-F238E27FC236}">
                    <a16:creationId xmlns:a16="http://schemas.microsoft.com/office/drawing/2014/main" id="{D0F21425-C99A-4B07-9BF9-C0A7F40EA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691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87 h 5"/>
                  <a:gd name="T4" fmla="*/ 12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7" name="Freeform 1325">
                <a:extLst>
                  <a:ext uri="{FF2B5EF4-FFF2-40B4-BE49-F238E27FC236}">
                    <a16:creationId xmlns:a16="http://schemas.microsoft.com/office/drawing/2014/main" id="{003D3C8C-442A-4BA1-B907-7D10DF83C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715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87 h 5"/>
                  <a:gd name="T4" fmla="*/ 29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8" name="Freeform 1326">
                <a:extLst>
                  <a:ext uri="{FF2B5EF4-FFF2-40B4-BE49-F238E27FC236}">
                    <a16:creationId xmlns:a16="http://schemas.microsoft.com/office/drawing/2014/main" id="{CE0147F1-04EF-4639-9550-03B119307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771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70 w 5"/>
                  <a:gd name="T3" fmla="*/ 62 h 5"/>
                  <a:gd name="T4" fmla="*/ 12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2"/>
                      <a:pt x="5" y="3"/>
                    </a:cubicBezTo>
                    <a:cubicBezTo>
                      <a:pt x="4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9" name="Freeform 1327">
                <a:extLst>
                  <a:ext uri="{FF2B5EF4-FFF2-40B4-BE49-F238E27FC236}">
                    <a16:creationId xmlns:a16="http://schemas.microsoft.com/office/drawing/2014/main" id="{05B2468E-CAC5-4074-99DA-3A1703100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790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50 w 4"/>
                  <a:gd name="T3" fmla="*/ 61 h 4"/>
                  <a:gd name="T4" fmla="*/ 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4" y="1"/>
                      <a:pt x="3" y="3"/>
                    </a:cubicBezTo>
                    <a:cubicBezTo>
                      <a:pt x="3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0" name="Freeform 1328">
                <a:extLst>
                  <a:ext uri="{FF2B5EF4-FFF2-40B4-BE49-F238E27FC236}">
                    <a16:creationId xmlns:a16="http://schemas.microsoft.com/office/drawing/2014/main" id="{8A4AF4F1-8578-4929-AE12-CFA0D25C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694"/>
                <a:ext cx="12" cy="13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55 h 5"/>
                  <a:gd name="T4" fmla="*/ 1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3" y="5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1" name="Freeform 1329">
                <a:extLst>
                  <a:ext uri="{FF2B5EF4-FFF2-40B4-BE49-F238E27FC236}">
                    <a16:creationId xmlns:a16="http://schemas.microsoft.com/office/drawing/2014/main" id="{7D1B5912-6E93-46C7-832D-390338348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67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35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2" name="Freeform 1330">
                <a:extLst>
                  <a:ext uri="{FF2B5EF4-FFF2-40B4-BE49-F238E27FC236}">
                    <a16:creationId xmlns:a16="http://schemas.microsoft.com/office/drawing/2014/main" id="{3C7FBDF6-24F8-475A-A15C-4D2000406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65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56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3" name="Freeform 1331">
                <a:extLst>
                  <a:ext uri="{FF2B5EF4-FFF2-40B4-BE49-F238E27FC236}">
                    <a16:creationId xmlns:a16="http://schemas.microsoft.com/office/drawing/2014/main" id="{AB0087FB-291B-45CD-AEFA-3558FC332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633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35 h 3"/>
                  <a:gd name="T4" fmla="*/ 0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3" y="2"/>
                      <a:pt x="2" y="2"/>
                    </a:cubicBezTo>
                    <a:cubicBezTo>
                      <a:pt x="2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4" name="Freeform 1332">
                <a:extLst>
                  <a:ext uri="{FF2B5EF4-FFF2-40B4-BE49-F238E27FC236}">
                    <a16:creationId xmlns:a16="http://schemas.microsoft.com/office/drawing/2014/main" id="{DA2FD8AE-4B1B-43ED-8A21-089472A92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77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33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3" y="2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5" name="Freeform 1333">
                <a:extLst>
                  <a:ext uri="{FF2B5EF4-FFF2-40B4-BE49-F238E27FC236}">
                    <a16:creationId xmlns:a16="http://schemas.microsoft.com/office/drawing/2014/main" id="{A0628EA9-7AED-4F46-9F96-BF70FC125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80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0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2" y="0"/>
                      <a:pt x="2" y="1"/>
                    </a:cubicBezTo>
                    <a:cubicBezTo>
                      <a:pt x="2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6" name="Freeform 1334">
                <a:extLst>
                  <a:ext uri="{FF2B5EF4-FFF2-40B4-BE49-F238E27FC236}">
                    <a16:creationId xmlns:a16="http://schemas.microsoft.com/office/drawing/2014/main" id="{AFF6A2DA-B5C2-4521-8BBA-459995911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790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56 w 3"/>
                  <a:gd name="T3" fmla="*/ 35 h 3"/>
                  <a:gd name="T4" fmla="*/ 0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2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7" name="Freeform 1335">
                <a:extLst>
                  <a:ext uri="{FF2B5EF4-FFF2-40B4-BE49-F238E27FC236}">
                    <a16:creationId xmlns:a16="http://schemas.microsoft.com/office/drawing/2014/main" id="{FAE1CB5F-FB2D-4D7F-8760-62E0BD096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763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54 h 2"/>
                  <a:gd name="T4" fmla="*/ 21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8" name="Freeform 1336">
                <a:extLst>
                  <a:ext uri="{FF2B5EF4-FFF2-40B4-BE49-F238E27FC236}">
                    <a16:creationId xmlns:a16="http://schemas.microsoft.com/office/drawing/2014/main" id="{D9320F22-F4CF-4197-801D-E045455CA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670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68 h 5"/>
                  <a:gd name="T4" fmla="*/ 20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4" y="3"/>
                      <a:pt x="3" y="4"/>
                    </a:cubicBezTo>
                    <a:cubicBezTo>
                      <a:pt x="2" y="5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9" name="Freeform 1337">
                <a:extLst>
                  <a:ext uri="{FF2B5EF4-FFF2-40B4-BE49-F238E27FC236}">
                    <a16:creationId xmlns:a16="http://schemas.microsoft.com/office/drawing/2014/main" id="{DD84BF7E-76A2-4D29-85DE-89C3B39C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667"/>
                <a:ext cx="13" cy="14"/>
              </a:xfrm>
              <a:custGeom>
                <a:avLst/>
                <a:gdLst>
                  <a:gd name="T0" fmla="*/ 34 w 5"/>
                  <a:gd name="T1" fmla="*/ 22 h 5"/>
                  <a:gd name="T2" fmla="*/ 88 w 5"/>
                  <a:gd name="T3" fmla="*/ 87 h 5"/>
                  <a:gd name="T4" fmla="*/ 34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5" y="4"/>
                    </a:cubicBezTo>
                    <a:cubicBezTo>
                      <a:pt x="4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0" name="Freeform 1338">
                <a:extLst>
                  <a:ext uri="{FF2B5EF4-FFF2-40B4-BE49-F238E27FC236}">
                    <a16:creationId xmlns:a16="http://schemas.microsoft.com/office/drawing/2014/main" id="{3A2CFA97-9B20-4996-B6C2-D3DC36B53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66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68 h 5"/>
                  <a:gd name="T4" fmla="*/ 12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1" name="Freeform 1339">
                <a:extLst>
                  <a:ext uri="{FF2B5EF4-FFF2-40B4-BE49-F238E27FC236}">
                    <a16:creationId xmlns:a16="http://schemas.microsoft.com/office/drawing/2014/main" id="{AD487668-DD5D-4804-9527-DF77644E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667"/>
                <a:ext cx="13" cy="14"/>
              </a:xfrm>
              <a:custGeom>
                <a:avLst/>
                <a:gdLst>
                  <a:gd name="T0" fmla="*/ 34 w 5"/>
                  <a:gd name="T1" fmla="*/ 22 h 5"/>
                  <a:gd name="T2" fmla="*/ 68 w 5"/>
                  <a:gd name="T3" fmla="*/ 87 h 5"/>
                  <a:gd name="T4" fmla="*/ 34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2" name="Freeform 1340">
                <a:extLst>
                  <a:ext uri="{FF2B5EF4-FFF2-40B4-BE49-F238E27FC236}">
                    <a16:creationId xmlns:a16="http://schemas.microsoft.com/office/drawing/2014/main" id="{9C7141CD-5684-4415-912C-E13CEF7FD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686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68 h 5"/>
                  <a:gd name="T4" fmla="*/ 21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4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3" name="Freeform 1341">
                <a:extLst>
                  <a:ext uri="{FF2B5EF4-FFF2-40B4-BE49-F238E27FC236}">
                    <a16:creationId xmlns:a16="http://schemas.microsoft.com/office/drawing/2014/main" id="{48413C8F-B593-49E1-9DDA-BDBA4153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91"/>
                <a:ext cx="12" cy="14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87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2"/>
                      <a:pt x="4" y="4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4" name="Freeform 1342">
                <a:extLst>
                  <a:ext uri="{FF2B5EF4-FFF2-40B4-BE49-F238E27FC236}">
                    <a16:creationId xmlns:a16="http://schemas.microsoft.com/office/drawing/2014/main" id="{58ED4351-5ECA-4C74-80D7-2D5EAB1D2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646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88 w 5"/>
                  <a:gd name="T3" fmla="*/ 68 h 5"/>
                  <a:gd name="T4" fmla="*/ 34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5" y="2"/>
                      <a:pt x="5" y="4"/>
                    </a:cubicBezTo>
                    <a:cubicBezTo>
                      <a:pt x="4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5" name="Freeform 1343">
                <a:extLst>
                  <a:ext uri="{FF2B5EF4-FFF2-40B4-BE49-F238E27FC236}">
                    <a16:creationId xmlns:a16="http://schemas.microsoft.com/office/drawing/2014/main" id="{3A006E4B-0765-48ED-951D-6130FC657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763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87 h 5"/>
                  <a:gd name="T4" fmla="*/ 29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4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6" name="Freeform 1344">
                <a:extLst>
                  <a:ext uri="{FF2B5EF4-FFF2-40B4-BE49-F238E27FC236}">
                    <a16:creationId xmlns:a16="http://schemas.microsoft.com/office/drawing/2014/main" id="{E29E5244-A323-4B30-85AB-9140A809F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763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87 h 5"/>
                  <a:gd name="T4" fmla="*/ 29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4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7" name="Freeform 1345">
                <a:extLst>
                  <a:ext uri="{FF2B5EF4-FFF2-40B4-BE49-F238E27FC236}">
                    <a16:creationId xmlns:a16="http://schemas.microsoft.com/office/drawing/2014/main" id="{9F682C9C-B2D8-4FBA-BC9C-05473AD1D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739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87 h 5"/>
                  <a:gd name="T4" fmla="*/ 21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2"/>
                      <a:pt x="4" y="4"/>
                    </a:cubicBezTo>
                    <a:cubicBezTo>
                      <a:pt x="4" y="5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8" name="Freeform 1346">
                <a:extLst>
                  <a:ext uri="{FF2B5EF4-FFF2-40B4-BE49-F238E27FC236}">
                    <a16:creationId xmlns:a16="http://schemas.microsoft.com/office/drawing/2014/main" id="{0338EDA7-4A11-4963-8522-F783C05FB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729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68 h 5"/>
                  <a:gd name="T4" fmla="*/ 34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4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9" name="Freeform 1347">
                <a:extLst>
                  <a:ext uri="{FF2B5EF4-FFF2-40B4-BE49-F238E27FC236}">
                    <a16:creationId xmlns:a16="http://schemas.microsoft.com/office/drawing/2014/main" id="{1FA7481B-5345-482B-9E0E-0EA7023B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758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70 w 5"/>
                  <a:gd name="T3" fmla="*/ 55 h 5"/>
                  <a:gd name="T4" fmla="*/ 29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5" y="2"/>
                      <a:pt x="5" y="3"/>
                    </a:cubicBezTo>
                    <a:cubicBezTo>
                      <a:pt x="4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0" name="Freeform 1348">
                <a:extLst>
                  <a:ext uri="{FF2B5EF4-FFF2-40B4-BE49-F238E27FC236}">
                    <a16:creationId xmlns:a16="http://schemas.microsoft.com/office/drawing/2014/main" id="{2B1086B0-F029-43EF-8E04-AA3C4BC9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779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70 w 5"/>
                  <a:gd name="T3" fmla="*/ 47 h 4"/>
                  <a:gd name="T4" fmla="*/ 12 w 5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0"/>
                      <a:pt x="5" y="1"/>
                      <a:pt x="5" y="2"/>
                    </a:cubicBezTo>
                    <a:cubicBezTo>
                      <a:pt x="5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1" name="Freeform 1349">
                <a:extLst>
                  <a:ext uri="{FF2B5EF4-FFF2-40B4-BE49-F238E27FC236}">
                    <a16:creationId xmlns:a16="http://schemas.microsoft.com/office/drawing/2014/main" id="{113C6170-DB34-4C30-9DC7-B7B8F9A8F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737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70 w 5"/>
                  <a:gd name="T3" fmla="*/ 68 h 5"/>
                  <a:gd name="T4" fmla="*/ 29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5" y="4"/>
                    </a:cubicBezTo>
                    <a:cubicBezTo>
                      <a:pt x="4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95" name="Group 1350">
              <a:extLst>
                <a:ext uri="{FF2B5EF4-FFF2-40B4-BE49-F238E27FC236}">
                  <a16:creationId xmlns:a16="http://schemas.microsoft.com/office/drawing/2014/main" id="{C7EBDD2D-3D40-4545-913F-2B2E4CADC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3" y="2435"/>
              <a:ext cx="342" cy="382"/>
              <a:chOff x="2303" y="2435"/>
              <a:chExt cx="342" cy="382"/>
            </a:xfrm>
          </p:grpSpPr>
          <p:sp>
            <p:nvSpPr>
              <p:cNvPr id="66742" name="Freeform 1351">
                <a:extLst>
                  <a:ext uri="{FF2B5EF4-FFF2-40B4-BE49-F238E27FC236}">
                    <a16:creationId xmlns:a16="http://schemas.microsoft.com/office/drawing/2014/main" id="{CFF092DC-0B77-4581-ABE5-A6CF1C378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34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68 h 5"/>
                  <a:gd name="T4" fmla="*/ 34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3" name="Freeform 1352">
                <a:extLst>
                  <a:ext uri="{FF2B5EF4-FFF2-40B4-BE49-F238E27FC236}">
                    <a16:creationId xmlns:a16="http://schemas.microsoft.com/office/drawing/2014/main" id="{42F04D33-0D95-432B-BD23-7E7ECB2D7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761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35 h 3"/>
                  <a:gd name="T4" fmla="*/ 2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4" y="1"/>
                      <a:pt x="3" y="2"/>
                    </a:cubicBezTo>
                    <a:cubicBezTo>
                      <a:pt x="3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4" name="Freeform 1353">
                <a:extLst>
                  <a:ext uri="{FF2B5EF4-FFF2-40B4-BE49-F238E27FC236}">
                    <a16:creationId xmlns:a16="http://schemas.microsoft.com/office/drawing/2014/main" id="{B76EB9E6-70C3-4B7F-B648-370C7036A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790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37 w 3"/>
                  <a:gd name="T3" fmla="*/ 35 h 3"/>
                  <a:gd name="T4" fmla="*/ 0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3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5" name="Freeform 1354">
                <a:extLst>
                  <a:ext uri="{FF2B5EF4-FFF2-40B4-BE49-F238E27FC236}">
                    <a16:creationId xmlns:a16="http://schemas.microsoft.com/office/drawing/2014/main" id="{B4C6E881-5D3D-4E6F-82D2-D278A3774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763"/>
                <a:ext cx="13" cy="14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2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2"/>
                      <a:pt x="4" y="3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6" name="Freeform 1355">
                <a:extLst>
                  <a:ext uri="{FF2B5EF4-FFF2-40B4-BE49-F238E27FC236}">
                    <a16:creationId xmlns:a16="http://schemas.microsoft.com/office/drawing/2014/main" id="{CBB0B972-09AA-4D1B-B916-5BB0B5602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801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63 w 4"/>
                  <a:gd name="T3" fmla="*/ 33 h 4"/>
                  <a:gd name="T4" fmla="*/ 0 w 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3" y="0"/>
                      <a:pt x="4" y="2"/>
                    </a:cubicBezTo>
                    <a:cubicBezTo>
                      <a:pt x="4" y="3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7" name="Freeform 1356">
                <a:extLst>
                  <a:ext uri="{FF2B5EF4-FFF2-40B4-BE49-F238E27FC236}">
                    <a16:creationId xmlns:a16="http://schemas.microsoft.com/office/drawing/2014/main" id="{10120829-D899-4F68-9050-65CD0BF18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785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88 w 5"/>
                  <a:gd name="T3" fmla="*/ 50 h 4"/>
                  <a:gd name="T4" fmla="*/ 21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5" y="1"/>
                      <a:pt x="5" y="3"/>
                    </a:cubicBezTo>
                    <a:cubicBezTo>
                      <a:pt x="4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8" name="Freeform 1357">
                <a:extLst>
                  <a:ext uri="{FF2B5EF4-FFF2-40B4-BE49-F238E27FC236}">
                    <a16:creationId xmlns:a16="http://schemas.microsoft.com/office/drawing/2014/main" id="{703C6FF9-9220-4CD9-B28A-6332B7BA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747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87 h 5"/>
                  <a:gd name="T4" fmla="*/ 29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9" name="Freeform 1358">
                <a:extLst>
                  <a:ext uri="{FF2B5EF4-FFF2-40B4-BE49-F238E27FC236}">
                    <a16:creationId xmlns:a16="http://schemas.microsoft.com/office/drawing/2014/main" id="{6C365A46-9377-43FF-B108-29605BC5E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737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68 h 5"/>
                  <a:gd name="T4" fmla="*/ 29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0" name="Freeform 1359">
                <a:extLst>
                  <a:ext uri="{FF2B5EF4-FFF2-40B4-BE49-F238E27FC236}">
                    <a16:creationId xmlns:a16="http://schemas.microsoft.com/office/drawing/2014/main" id="{9E111D8A-7FF1-4695-973A-92902569D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785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88 w 5"/>
                  <a:gd name="T3" fmla="*/ 33 h 4"/>
                  <a:gd name="T4" fmla="*/ 21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0"/>
                      <a:pt x="5" y="1"/>
                      <a:pt x="5" y="2"/>
                    </a:cubicBezTo>
                    <a:cubicBezTo>
                      <a:pt x="4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1" name="Freeform 1360">
                <a:extLst>
                  <a:ext uri="{FF2B5EF4-FFF2-40B4-BE49-F238E27FC236}">
                    <a16:creationId xmlns:a16="http://schemas.microsoft.com/office/drawing/2014/main" id="{2DEF6323-E5A9-4827-B1D5-A17493C6F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79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2" y="0"/>
                      <a:pt x="2" y="1"/>
                    </a:cubicBezTo>
                    <a:cubicBezTo>
                      <a:pt x="2" y="2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2" name="Freeform 1361">
                <a:extLst>
                  <a:ext uri="{FF2B5EF4-FFF2-40B4-BE49-F238E27FC236}">
                    <a16:creationId xmlns:a16="http://schemas.microsoft.com/office/drawing/2014/main" id="{26976AC5-B7F7-4C35-B416-CFD8EB5F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809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21 h 3"/>
                  <a:gd name="T4" fmla="*/ 0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2" y="0"/>
                      <a:pt x="2" y="1"/>
                    </a:cubicBezTo>
                    <a:cubicBezTo>
                      <a:pt x="3" y="2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3" name="Freeform 1362">
                <a:extLst>
                  <a:ext uri="{FF2B5EF4-FFF2-40B4-BE49-F238E27FC236}">
                    <a16:creationId xmlns:a16="http://schemas.microsoft.com/office/drawing/2014/main" id="{4E8853EF-4233-448A-864C-DE35B8981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80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56 w 3"/>
                  <a:gd name="T3" fmla="*/ 20 h 2"/>
                  <a:gd name="T4" fmla="*/ 0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3" y="0"/>
                      <a:pt x="3" y="1"/>
                    </a:cubicBezTo>
                    <a:cubicBezTo>
                      <a:pt x="3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4" name="Freeform 1363">
                <a:extLst>
                  <a:ext uri="{FF2B5EF4-FFF2-40B4-BE49-F238E27FC236}">
                    <a16:creationId xmlns:a16="http://schemas.microsoft.com/office/drawing/2014/main" id="{D34DC163-2A4B-4416-B2F4-A2D4A5D6F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798"/>
                <a:ext cx="12" cy="8"/>
              </a:xfrm>
              <a:custGeom>
                <a:avLst/>
                <a:gdLst>
                  <a:gd name="T0" fmla="*/ 12 w 5"/>
                  <a:gd name="T1" fmla="*/ 21 h 3"/>
                  <a:gd name="T2" fmla="*/ 70 w 5"/>
                  <a:gd name="T3" fmla="*/ 35 h 3"/>
                  <a:gd name="T4" fmla="*/ 12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0"/>
                      <a:pt x="4" y="0"/>
                      <a:pt x="5" y="2"/>
                    </a:cubicBezTo>
                    <a:cubicBezTo>
                      <a:pt x="5" y="3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5" name="Freeform 1364">
                <a:extLst>
                  <a:ext uri="{FF2B5EF4-FFF2-40B4-BE49-F238E27FC236}">
                    <a16:creationId xmlns:a16="http://schemas.microsoft.com/office/drawing/2014/main" id="{9DB1B3FB-6790-4CA0-9A3E-92465BC3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66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20 w 4"/>
                  <a:gd name="T3" fmla="*/ 21 h 5"/>
                  <a:gd name="T4" fmla="*/ 33 w 4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2"/>
                      <a:pt x="1" y="1"/>
                    </a:cubicBezTo>
                    <a:cubicBezTo>
                      <a:pt x="2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6" name="Freeform 1365">
                <a:extLst>
                  <a:ext uri="{FF2B5EF4-FFF2-40B4-BE49-F238E27FC236}">
                    <a16:creationId xmlns:a16="http://schemas.microsoft.com/office/drawing/2014/main" id="{E1302DCF-0A40-41FC-8177-C485229FF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718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68 h 5"/>
                  <a:gd name="T4" fmla="*/ 29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7" name="Freeform 1366">
                <a:extLst>
                  <a:ext uri="{FF2B5EF4-FFF2-40B4-BE49-F238E27FC236}">
                    <a16:creationId xmlns:a16="http://schemas.microsoft.com/office/drawing/2014/main" id="{E519C905-60F5-4252-B356-2BE74E196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94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68 h 5"/>
                  <a:gd name="T4" fmla="*/ 12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8" name="Freeform 1367">
                <a:extLst>
                  <a:ext uri="{FF2B5EF4-FFF2-40B4-BE49-F238E27FC236}">
                    <a16:creationId xmlns:a16="http://schemas.microsoft.com/office/drawing/2014/main" id="{FDD4B292-7AFB-45E8-A059-0C0B5B27B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715"/>
                <a:ext cx="10" cy="14"/>
              </a:xfrm>
              <a:custGeom>
                <a:avLst/>
                <a:gdLst>
                  <a:gd name="T0" fmla="*/ 33 w 4"/>
                  <a:gd name="T1" fmla="*/ 0 h 5"/>
                  <a:gd name="T2" fmla="*/ 63 w 4"/>
                  <a:gd name="T3" fmla="*/ 62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2"/>
                      <a:pt x="4" y="3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9" name="Freeform 1368">
                <a:extLst>
                  <a:ext uri="{FF2B5EF4-FFF2-40B4-BE49-F238E27FC236}">
                    <a16:creationId xmlns:a16="http://schemas.microsoft.com/office/drawing/2014/main" id="{84BF3A6B-3E26-4064-8DAB-B9342D9E5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71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35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0" name="Freeform 1369">
                <a:extLst>
                  <a:ext uri="{FF2B5EF4-FFF2-40B4-BE49-F238E27FC236}">
                    <a16:creationId xmlns:a16="http://schemas.microsoft.com/office/drawing/2014/main" id="{916FD565-1479-4914-B525-F911B59D7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718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68 h 5"/>
                  <a:gd name="T4" fmla="*/ 34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1" name="Freeform 1370">
                <a:extLst>
                  <a:ext uri="{FF2B5EF4-FFF2-40B4-BE49-F238E27FC236}">
                    <a16:creationId xmlns:a16="http://schemas.microsoft.com/office/drawing/2014/main" id="{FE05C4BC-A4BA-400A-A95E-152D02DA9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50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68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2" name="Freeform 1371">
                <a:extLst>
                  <a:ext uri="{FF2B5EF4-FFF2-40B4-BE49-F238E27FC236}">
                    <a16:creationId xmlns:a16="http://schemas.microsoft.com/office/drawing/2014/main" id="{52FADD59-F5C1-4D0C-AECC-5FDB3A0FC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753"/>
                <a:ext cx="10" cy="13"/>
              </a:xfrm>
              <a:custGeom>
                <a:avLst/>
                <a:gdLst>
                  <a:gd name="T0" fmla="*/ 33 w 4"/>
                  <a:gd name="T1" fmla="*/ 0 h 5"/>
                  <a:gd name="T2" fmla="*/ 50 w 4"/>
                  <a:gd name="T3" fmla="*/ 68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3"/>
                      <a:pt x="3" y="4"/>
                    </a:cubicBezTo>
                    <a:cubicBezTo>
                      <a:pt x="1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3" name="Freeform 1372">
                <a:extLst>
                  <a:ext uri="{FF2B5EF4-FFF2-40B4-BE49-F238E27FC236}">
                    <a16:creationId xmlns:a16="http://schemas.microsoft.com/office/drawing/2014/main" id="{85A6A62D-FBCE-42F8-ACF2-B0B62B13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705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55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3" y="4"/>
                    </a:cubicBezTo>
                    <a:cubicBezTo>
                      <a:pt x="2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4" name="Freeform 1373">
                <a:extLst>
                  <a:ext uri="{FF2B5EF4-FFF2-40B4-BE49-F238E27FC236}">
                    <a16:creationId xmlns:a16="http://schemas.microsoft.com/office/drawing/2014/main" id="{8F331C02-EA5F-4F04-A6F2-AA11699A4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697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5" name="Freeform 1374">
                <a:extLst>
                  <a:ext uri="{FF2B5EF4-FFF2-40B4-BE49-F238E27FC236}">
                    <a16:creationId xmlns:a16="http://schemas.microsoft.com/office/drawing/2014/main" id="{AC37EF29-B514-4722-92D4-73A8B025F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697"/>
                <a:ext cx="10" cy="13"/>
              </a:xfrm>
              <a:custGeom>
                <a:avLst/>
                <a:gdLst>
                  <a:gd name="T0" fmla="*/ 20 w 4"/>
                  <a:gd name="T1" fmla="*/ 0 h 5"/>
                  <a:gd name="T2" fmla="*/ 50 w 4"/>
                  <a:gd name="T3" fmla="*/ 68 h 5"/>
                  <a:gd name="T4" fmla="*/ 2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3" y="0"/>
                      <a:pt x="4" y="3"/>
                      <a:pt x="3" y="4"/>
                    </a:cubicBezTo>
                    <a:cubicBezTo>
                      <a:pt x="2" y="5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6" name="Freeform 1375">
                <a:extLst>
                  <a:ext uri="{FF2B5EF4-FFF2-40B4-BE49-F238E27FC236}">
                    <a16:creationId xmlns:a16="http://schemas.microsoft.com/office/drawing/2014/main" id="{17276CED-BC64-42EE-A786-D5C02461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718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7" name="Freeform 1376">
                <a:extLst>
                  <a:ext uri="{FF2B5EF4-FFF2-40B4-BE49-F238E27FC236}">
                    <a16:creationId xmlns:a16="http://schemas.microsoft.com/office/drawing/2014/main" id="{1552AD0F-6676-4161-B9AA-16C60525F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729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2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8" name="Freeform 1377">
                <a:extLst>
                  <a:ext uri="{FF2B5EF4-FFF2-40B4-BE49-F238E27FC236}">
                    <a16:creationId xmlns:a16="http://schemas.microsoft.com/office/drawing/2014/main" id="{CC1D708A-269E-42DA-8D41-9732DA038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723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83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3"/>
                      <a:pt x="3" y="4"/>
                    </a:cubicBezTo>
                    <a:cubicBezTo>
                      <a:pt x="2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9" name="Freeform 1378">
                <a:extLst>
                  <a:ext uri="{FF2B5EF4-FFF2-40B4-BE49-F238E27FC236}">
                    <a16:creationId xmlns:a16="http://schemas.microsoft.com/office/drawing/2014/main" id="{40E312E2-8254-4B94-B1E8-E4C7FB50E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678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68 h 5"/>
                  <a:gd name="T4" fmla="*/ 29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4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0" name="Freeform 1379">
                <a:extLst>
                  <a:ext uri="{FF2B5EF4-FFF2-40B4-BE49-F238E27FC236}">
                    <a16:creationId xmlns:a16="http://schemas.microsoft.com/office/drawing/2014/main" id="{958D4BEF-2C61-4163-943E-7E1468269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79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1" name="Freeform 1380">
                <a:extLst>
                  <a:ext uri="{FF2B5EF4-FFF2-40B4-BE49-F238E27FC236}">
                    <a16:creationId xmlns:a16="http://schemas.microsoft.com/office/drawing/2014/main" id="{3CFC3BDC-0EB4-4F79-A3E7-CC6A71CA4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771"/>
                <a:ext cx="10" cy="14"/>
              </a:xfrm>
              <a:custGeom>
                <a:avLst/>
                <a:gdLst>
                  <a:gd name="T0" fmla="*/ 33 w 4"/>
                  <a:gd name="T1" fmla="*/ 0 h 5"/>
                  <a:gd name="T2" fmla="*/ 50 w 4"/>
                  <a:gd name="T3" fmla="*/ 87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3"/>
                      <a:pt x="3" y="4"/>
                    </a:cubicBezTo>
                    <a:cubicBezTo>
                      <a:pt x="1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2" name="Freeform 1381">
                <a:extLst>
                  <a:ext uri="{FF2B5EF4-FFF2-40B4-BE49-F238E27FC236}">
                    <a16:creationId xmlns:a16="http://schemas.microsoft.com/office/drawing/2014/main" id="{BB032E24-0AF8-45F9-AC8D-6173E4495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758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68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3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3" name="Freeform 1382">
                <a:extLst>
                  <a:ext uri="{FF2B5EF4-FFF2-40B4-BE49-F238E27FC236}">
                    <a16:creationId xmlns:a16="http://schemas.microsoft.com/office/drawing/2014/main" id="{18AB7920-BED2-48B3-A0E8-52700E0A7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745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68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5" y="2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4" name="Freeform 1383">
                <a:extLst>
                  <a:ext uri="{FF2B5EF4-FFF2-40B4-BE49-F238E27FC236}">
                    <a16:creationId xmlns:a16="http://schemas.microsoft.com/office/drawing/2014/main" id="{5155B242-3366-416C-A6AA-986B71BB2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777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21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3" y="0"/>
                      <a:pt x="3" y="1"/>
                    </a:cubicBezTo>
                    <a:cubicBezTo>
                      <a:pt x="3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5" name="Freeform 1384">
                <a:extLst>
                  <a:ext uri="{FF2B5EF4-FFF2-40B4-BE49-F238E27FC236}">
                    <a16:creationId xmlns:a16="http://schemas.microsoft.com/office/drawing/2014/main" id="{F439B6D0-D5AA-4465-A338-31E6D963B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718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68 w 5"/>
                  <a:gd name="T3" fmla="*/ 68 h 5"/>
                  <a:gd name="T4" fmla="*/ 3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3"/>
                      <a:pt x="4" y="4"/>
                    </a:cubicBezTo>
                    <a:cubicBezTo>
                      <a:pt x="3" y="5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6" name="Freeform 1385">
                <a:extLst>
                  <a:ext uri="{FF2B5EF4-FFF2-40B4-BE49-F238E27FC236}">
                    <a16:creationId xmlns:a16="http://schemas.microsoft.com/office/drawing/2014/main" id="{B02E78BC-AB57-4CD3-80C4-8166D010D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694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70 w 5"/>
                  <a:gd name="T3" fmla="*/ 55 h 5"/>
                  <a:gd name="T4" fmla="*/ 12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2"/>
                      <a:pt x="5" y="3"/>
                    </a:cubicBezTo>
                    <a:cubicBezTo>
                      <a:pt x="4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7" name="Freeform 1386">
                <a:extLst>
                  <a:ext uri="{FF2B5EF4-FFF2-40B4-BE49-F238E27FC236}">
                    <a16:creationId xmlns:a16="http://schemas.microsoft.com/office/drawing/2014/main" id="{E50BB936-3513-4841-B278-6ADDBC7FE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710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68 h 5"/>
                  <a:gd name="T4" fmla="*/ 21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5" y="2"/>
                      <a:pt x="4" y="4"/>
                    </a:cubicBezTo>
                    <a:cubicBezTo>
                      <a:pt x="4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8" name="Freeform 1387">
                <a:extLst>
                  <a:ext uri="{FF2B5EF4-FFF2-40B4-BE49-F238E27FC236}">
                    <a16:creationId xmlns:a16="http://schemas.microsoft.com/office/drawing/2014/main" id="{0FF34210-5657-4407-8E23-B1CAC3A1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742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35 h 3"/>
                  <a:gd name="T4" fmla="*/ 2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4" y="2"/>
                      <a:pt x="3" y="2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9" name="Freeform 1388">
                <a:extLst>
                  <a:ext uri="{FF2B5EF4-FFF2-40B4-BE49-F238E27FC236}">
                    <a16:creationId xmlns:a16="http://schemas.microsoft.com/office/drawing/2014/main" id="{18DEA6D3-ED8B-4C59-BC9B-63BECC291D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93" y="2438"/>
                <a:ext cx="55" cy="104"/>
              </a:xfrm>
              <a:custGeom>
                <a:avLst/>
                <a:gdLst>
                  <a:gd name="T0" fmla="*/ 83 w 22"/>
                  <a:gd name="T1" fmla="*/ 0 h 39"/>
                  <a:gd name="T2" fmla="*/ 50 w 22"/>
                  <a:gd name="T3" fmla="*/ 21 h 39"/>
                  <a:gd name="T4" fmla="*/ 33 w 22"/>
                  <a:gd name="T5" fmla="*/ 21 h 39"/>
                  <a:gd name="T6" fmla="*/ 0 w 22"/>
                  <a:gd name="T7" fmla="*/ 56 h 39"/>
                  <a:gd name="T8" fmla="*/ 158 w 22"/>
                  <a:gd name="T9" fmla="*/ 533 h 39"/>
                  <a:gd name="T10" fmla="*/ 188 w 22"/>
                  <a:gd name="T11" fmla="*/ 627 h 39"/>
                  <a:gd name="T12" fmla="*/ 188 w 22"/>
                  <a:gd name="T13" fmla="*/ 704 h 39"/>
                  <a:gd name="T14" fmla="*/ 250 w 22"/>
                  <a:gd name="T15" fmla="*/ 717 h 39"/>
                  <a:gd name="T16" fmla="*/ 300 w 22"/>
                  <a:gd name="T17" fmla="*/ 661 h 39"/>
                  <a:gd name="T18" fmla="*/ 313 w 22"/>
                  <a:gd name="T19" fmla="*/ 648 h 39"/>
                  <a:gd name="T20" fmla="*/ 313 w 22"/>
                  <a:gd name="T21" fmla="*/ 648 h 39"/>
                  <a:gd name="T22" fmla="*/ 345 w 22"/>
                  <a:gd name="T23" fmla="*/ 627 h 39"/>
                  <a:gd name="T24" fmla="*/ 333 w 22"/>
                  <a:gd name="T25" fmla="*/ 568 h 39"/>
                  <a:gd name="T26" fmla="*/ 238 w 22"/>
                  <a:gd name="T27" fmla="*/ 419 h 39"/>
                  <a:gd name="T28" fmla="*/ 113 w 22"/>
                  <a:gd name="T29" fmla="*/ 56 h 39"/>
                  <a:gd name="T30" fmla="*/ 95 w 22"/>
                  <a:gd name="T31" fmla="*/ 35 h 39"/>
                  <a:gd name="T32" fmla="*/ 83 w 22"/>
                  <a:gd name="T33" fmla="*/ 0 h 39"/>
                  <a:gd name="T34" fmla="*/ 250 w 22"/>
                  <a:gd name="T35" fmla="*/ 568 h 39"/>
                  <a:gd name="T36" fmla="*/ 270 w 22"/>
                  <a:gd name="T37" fmla="*/ 589 h 39"/>
                  <a:gd name="T38" fmla="*/ 250 w 22"/>
                  <a:gd name="T39" fmla="*/ 605 h 39"/>
                  <a:gd name="T40" fmla="*/ 250 w 22"/>
                  <a:gd name="T41" fmla="*/ 568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2" h="39">
                    <a:moveTo>
                      <a:pt x="5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9"/>
                      <a:pt x="6" y="20"/>
                      <a:pt x="10" y="28"/>
                    </a:cubicBezTo>
                    <a:cubicBezTo>
                      <a:pt x="12" y="30"/>
                      <a:pt x="12" y="32"/>
                      <a:pt x="12" y="33"/>
                    </a:cubicBezTo>
                    <a:cubicBezTo>
                      <a:pt x="11" y="36"/>
                      <a:pt x="11" y="37"/>
                      <a:pt x="12" y="37"/>
                    </a:cubicBezTo>
                    <a:cubicBezTo>
                      <a:pt x="13" y="39"/>
                      <a:pt x="15" y="38"/>
                      <a:pt x="16" y="38"/>
                    </a:cubicBezTo>
                    <a:cubicBezTo>
                      <a:pt x="18" y="37"/>
                      <a:pt x="19" y="36"/>
                      <a:pt x="19" y="35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1" y="33"/>
                      <a:pt x="22" y="33"/>
                    </a:cubicBezTo>
                    <a:cubicBezTo>
                      <a:pt x="22" y="32"/>
                      <a:pt x="22" y="31"/>
                      <a:pt x="21" y="30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0"/>
                      <a:pt x="10" y="13"/>
                      <a:pt x="7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5" y="0"/>
                      <a:pt x="5" y="0"/>
                    </a:cubicBezTo>
                    <a:close/>
                    <a:moveTo>
                      <a:pt x="16" y="30"/>
                    </a:moveTo>
                    <a:cubicBezTo>
                      <a:pt x="16" y="31"/>
                      <a:pt x="16" y="31"/>
                      <a:pt x="17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1"/>
                      <a:pt x="16" y="3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0" name="Freeform 1389">
                <a:extLst>
                  <a:ext uri="{FF2B5EF4-FFF2-40B4-BE49-F238E27FC236}">
                    <a16:creationId xmlns:a16="http://schemas.microsoft.com/office/drawing/2014/main" id="{B9E63E33-CCE8-4DB4-9A18-A2E1333F2B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8" y="2515"/>
                <a:ext cx="187" cy="198"/>
              </a:xfrm>
              <a:custGeom>
                <a:avLst/>
                <a:gdLst>
                  <a:gd name="T0" fmla="*/ 870 w 75"/>
                  <a:gd name="T1" fmla="*/ 78 h 74"/>
                  <a:gd name="T2" fmla="*/ 728 w 75"/>
                  <a:gd name="T3" fmla="*/ 35 h 74"/>
                  <a:gd name="T4" fmla="*/ 746 w 75"/>
                  <a:gd name="T5" fmla="*/ 94 h 74"/>
                  <a:gd name="T6" fmla="*/ 790 w 75"/>
                  <a:gd name="T7" fmla="*/ 193 h 74"/>
                  <a:gd name="T8" fmla="*/ 808 w 75"/>
                  <a:gd name="T9" fmla="*/ 265 h 74"/>
                  <a:gd name="T10" fmla="*/ 666 w 75"/>
                  <a:gd name="T11" fmla="*/ 171 h 74"/>
                  <a:gd name="T12" fmla="*/ 653 w 75"/>
                  <a:gd name="T13" fmla="*/ 209 h 74"/>
                  <a:gd name="T14" fmla="*/ 653 w 75"/>
                  <a:gd name="T15" fmla="*/ 265 h 74"/>
                  <a:gd name="T16" fmla="*/ 529 w 75"/>
                  <a:gd name="T17" fmla="*/ 230 h 74"/>
                  <a:gd name="T18" fmla="*/ 509 w 75"/>
                  <a:gd name="T19" fmla="*/ 286 h 74"/>
                  <a:gd name="T20" fmla="*/ 496 w 75"/>
                  <a:gd name="T21" fmla="*/ 342 h 74"/>
                  <a:gd name="T22" fmla="*/ 449 w 75"/>
                  <a:gd name="T23" fmla="*/ 423 h 74"/>
                  <a:gd name="T24" fmla="*/ 374 w 75"/>
                  <a:gd name="T25" fmla="*/ 265 h 74"/>
                  <a:gd name="T26" fmla="*/ 292 w 75"/>
                  <a:gd name="T27" fmla="*/ 321 h 74"/>
                  <a:gd name="T28" fmla="*/ 262 w 75"/>
                  <a:gd name="T29" fmla="*/ 385 h 74"/>
                  <a:gd name="T30" fmla="*/ 312 w 75"/>
                  <a:gd name="T31" fmla="*/ 150 h 74"/>
                  <a:gd name="T32" fmla="*/ 324 w 75"/>
                  <a:gd name="T33" fmla="*/ 94 h 74"/>
                  <a:gd name="T34" fmla="*/ 279 w 75"/>
                  <a:gd name="T35" fmla="*/ 78 h 74"/>
                  <a:gd name="T36" fmla="*/ 167 w 75"/>
                  <a:gd name="T37" fmla="*/ 94 h 74"/>
                  <a:gd name="T38" fmla="*/ 312 w 75"/>
                  <a:gd name="T39" fmla="*/ 1247 h 74"/>
                  <a:gd name="T40" fmla="*/ 915 w 75"/>
                  <a:gd name="T41" fmla="*/ 1110 h 74"/>
                  <a:gd name="T42" fmla="*/ 1120 w 75"/>
                  <a:gd name="T43" fmla="*/ 458 h 74"/>
                  <a:gd name="T44" fmla="*/ 883 w 75"/>
                  <a:gd name="T45" fmla="*/ 56 h 74"/>
                  <a:gd name="T46" fmla="*/ 883 w 75"/>
                  <a:gd name="T47" fmla="*/ 150 h 74"/>
                  <a:gd name="T48" fmla="*/ 1025 w 75"/>
                  <a:gd name="T49" fmla="*/ 730 h 74"/>
                  <a:gd name="T50" fmla="*/ 591 w 75"/>
                  <a:gd name="T51" fmla="*/ 1324 h 74"/>
                  <a:gd name="T52" fmla="*/ 92 w 75"/>
                  <a:gd name="T53" fmla="*/ 650 h 74"/>
                  <a:gd name="T54" fmla="*/ 217 w 75"/>
                  <a:gd name="T55" fmla="*/ 150 h 74"/>
                  <a:gd name="T56" fmla="*/ 217 w 75"/>
                  <a:gd name="T57" fmla="*/ 150 h 74"/>
                  <a:gd name="T58" fmla="*/ 187 w 75"/>
                  <a:gd name="T59" fmla="*/ 458 h 74"/>
                  <a:gd name="T60" fmla="*/ 187 w 75"/>
                  <a:gd name="T61" fmla="*/ 458 h 74"/>
                  <a:gd name="T62" fmla="*/ 217 w 75"/>
                  <a:gd name="T63" fmla="*/ 538 h 74"/>
                  <a:gd name="T64" fmla="*/ 229 w 75"/>
                  <a:gd name="T65" fmla="*/ 500 h 74"/>
                  <a:gd name="T66" fmla="*/ 217 w 75"/>
                  <a:gd name="T67" fmla="*/ 516 h 74"/>
                  <a:gd name="T68" fmla="*/ 436 w 75"/>
                  <a:gd name="T69" fmla="*/ 516 h 74"/>
                  <a:gd name="T70" fmla="*/ 529 w 75"/>
                  <a:gd name="T71" fmla="*/ 401 h 74"/>
                  <a:gd name="T72" fmla="*/ 571 w 75"/>
                  <a:gd name="T73" fmla="*/ 342 h 74"/>
                  <a:gd name="T74" fmla="*/ 653 w 75"/>
                  <a:gd name="T75" fmla="*/ 342 h 74"/>
                  <a:gd name="T76" fmla="*/ 746 w 75"/>
                  <a:gd name="T77" fmla="*/ 321 h 74"/>
                  <a:gd name="T78" fmla="*/ 746 w 75"/>
                  <a:gd name="T79" fmla="*/ 308 h 74"/>
                  <a:gd name="T80" fmla="*/ 903 w 75"/>
                  <a:gd name="T81" fmla="*/ 342 h 74"/>
                  <a:gd name="T82" fmla="*/ 883 w 75"/>
                  <a:gd name="T83" fmla="*/ 308 h 74"/>
                  <a:gd name="T84" fmla="*/ 853 w 75"/>
                  <a:gd name="T85" fmla="*/ 150 h 74"/>
                  <a:gd name="T86" fmla="*/ 883 w 75"/>
                  <a:gd name="T87" fmla="*/ 150 h 74"/>
                  <a:gd name="T88" fmla="*/ 217 w 75"/>
                  <a:gd name="T89" fmla="*/ 516 h 74"/>
                  <a:gd name="T90" fmla="*/ 217 w 75"/>
                  <a:gd name="T91" fmla="*/ 516 h 7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5" h="74">
                    <a:moveTo>
                      <a:pt x="57" y="3"/>
                    </a:move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3" y="3"/>
                      <a:pt x="50" y="1"/>
                    </a:cubicBezTo>
                    <a:cubicBezTo>
                      <a:pt x="49" y="0"/>
                      <a:pt x="48" y="1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3"/>
                      <a:pt x="47" y="4"/>
                      <a:pt x="48" y="5"/>
                    </a:cubicBezTo>
                    <a:cubicBezTo>
                      <a:pt x="49" y="6"/>
                      <a:pt x="49" y="6"/>
                      <a:pt x="50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2" y="13"/>
                      <a:pt x="52" y="13"/>
                    </a:cubicBezTo>
                    <a:cubicBezTo>
                      <a:pt x="52" y="13"/>
                      <a:pt x="52" y="14"/>
                      <a:pt x="52" y="14"/>
                    </a:cubicBezTo>
                    <a:cubicBezTo>
                      <a:pt x="49" y="12"/>
                      <a:pt x="46" y="11"/>
                      <a:pt x="45" y="9"/>
                    </a:cubicBezTo>
                    <a:cubicBezTo>
                      <a:pt x="45" y="8"/>
                      <a:pt x="44" y="8"/>
                      <a:pt x="43" y="9"/>
                    </a:cubicBezTo>
                    <a:cubicBezTo>
                      <a:pt x="42" y="9"/>
                      <a:pt x="42" y="9"/>
                      <a:pt x="42" y="10"/>
                    </a:cubicBezTo>
                    <a:cubicBezTo>
                      <a:pt x="41" y="10"/>
                      <a:pt x="41" y="11"/>
                      <a:pt x="42" y="11"/>
                    </a:cubicBezTo>
                    <a:cubicBezTo>
                      <a:pt x="42" y="11"/>
                      <a:pt x="42" y="13"/>
                      <a:pt x="43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39" y="14"/>
                      <a:pt x="38" y="14"/>
                      <a:pt x="36" y="12"/>
                    </a:cubicBezTo>
                    <a:cubicBezTo>
                      <a:pt x="36" y="12"/>
                      <a:pt x="35" y="12"/>
                      <a:pt x="34" y="12"/>
                    </a:cubicBezTo>
                    <a:cubicBezTo>
                      <a:pt x="33" y="12"/>
                      <a:pt x="33" y="13"/>
                      <a:pt x="33" y="13"/>
                    </a:cubicBezTo>
                    <a:cubicBezTo>
                      <a:pt x="33" y="14"/>
                      <a:pt x="33" y="14"/>
                      <a:pt x="33" y="15"/>
                    </a:cubicBezTo>
                    <a:cubicBezTo>
                      <a:pt x="33" y="15"/>
                      <a:pt x="33" y="16"/>
                      <a:pt x="33" y="16"/>
                    </a:cubicBezTo>
                    <a:cubicBezTo>
                      <a:pt x="33" y="16"/>
                      <a:pt x="32" y="17"/>
                      <a:pt x="32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0" y="20"/>
                      <a:pt x="29" y="22"/>
                    </a:cubicBezTo>
                    <a:cubicBezTo>
                      <a:pt x="27" y="21"/>
                      <a:pt x="25" y="19"/>
                      <a:pt x="25" y="17"/>
                    </a:cubicBezTo>
                    <a:cubicBezTo>
                      <a:pt x="25" y="16"/>
                      <a:pt x="24" y="15"/>
                      <a:pt x="24" y="14"/>
                    </a:cubicBezTo>
                    <a:cubicBezTo>
                      <a:pt x="23" y="14"/>
                      <a:pt x="22" y="14"/>
                      <a:pt x="21" y="15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8" y="18"/>
                      <a:pt x="17" y="19"/>
                      <a:pt x="16" y="20"/>
                    </a:cubicBezTo>
                    <a:cubicBezTo>
                      <a:pt x="16" y="20"/>
                      <a:pt x="17" y="20"/>
                      <a:pt x="17" y="20"/>
                    </a:cubicBezTo>
                    <a:cubicBezTo>
                      <a:pt x="17" y="17"/>
                      <a:pt x="17" y="12"/>
                      <a:pt x="18" y="10"/>
                    </a:cubicBezTo>
                    <a:cubicBezTo>
                      <a:pt x="19" y="9"/>
                      <a:pt x="19" y="8"/>
                      <a:pt x="20" y="8"/>
                    </a:cubicBezTo>
                    <a:cubicBezTo>
                      <a:pt x="20" y="8"/>
                      <a:pt x="20" y="7"/>
                      <a:pt x="21" y="7"/>
                    </a:cubicBezTo>
                    <a:cubicBezTo>
                      <a:pt x="21" y="6"/>
                      <a:pt x="21" y="6"/>
                      <a:pt x="21" y="5"/>
                    </a:cubicBezTo>
                    <a:cubicBezTo>
                      <a:pt x="20" y="4"/>
                      <a:pt x="20" y="4"/>
                      <a:pt x="19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2" y="4"/>
                      <a:pt x="11" y="5"/>
                    </a:cubicBezTo>
                    <a:cubicBezTo>
                      <a:pt x="4" y="11"/>
                      <a:pt x="0" y="22"/>
                      <a:pt x="2" y="34"/>
                    </a:cubicBezTo>
                    <a:cubicBezTo>
                      <a:pt x="3" y="49"/>
                      <a:pt x="15" y="60"/>
                      <a:pt x="20" y="65"/>
                    </a:cubicBezTo>
                    <a:cubicBezTo>
                      <a:pt x="26" y="69"/>
                      <a:pt x="34" y="74"/>
                      <a:pt x="38" y="73"/>
                    </a:cubicBezTo>
                    <a:cubicBezTo>
                      <a:pt x="46" y="72"/>
                      <a:pt x="53" y="65"/>
                      <a:pt x="59" y="58"/>
                    </a:cubicBezTo>
                    <a:cubicBezTo>
                      <a:pt x="64" y="52"/>
                      <a:pt x="75" y="37"/>
                      <a:pt x="72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0" y="14"/>
                      <a:pt x="66" y="8"/>
                      <a:pt x="59" y="4"/>
                    </a:cubicBezTo>
                    <a:cubicBezTo>
                      <a:pt x="58" y="3"/>
                      <a:pt x="58" y="3"/>
                      <a:pt x="57" y="3"/>
                    </a:cubicBezTo>
                    <a:close/>
                    <a:moveTo>
                      <a:pt x="57" y="8"/>
                    </a:moveTo>
                    <a:cubicBezTo>
                      <a:pt x="57" y="8"/>
                      <a:pt x="57" y="8"/>
                      <a:pt x="57" y="8"/>
                    </a:cubicBezTo>
                    <a:cubicBezTo>
                      <a:pt x="63" y="12"/>
                      <a:pt x="66" y="17"/>
                      <a:pt x="68" y="25"/>
                    </a:cubicBezTo>
                    <a:cubicBezTo>
                      <a:pt x="69" y="29"/>
                      <a:pt x="68" y="34"/>
                      <a:pt x="66" y="38"/>
                    </a:cubicBezTo>
                    <a:cubicBezTo>
                      <a:pt x="63" y="46"/>
                      <a:pt x="58" y="53"/>
                      <a:pt x="55" y="56"/>
                    </a:cubicBezTo>
                    <a:cubicBezTo>
                      <a:pt x="51" y="61"/>
                      <a:pt x="44" y="68"/>
                      <a:pt x="38" y="69"/>
                    </a:cubicBezTo>
                    <a:cubicBezTo>
                      <a:pt x="36" y="69"/>
                      <a:pt x="30" y="67"/>
                      <a:pt x="23" y="61"/>
                    </a:cubicBezTo>
                    <a:cubicBezTo>
                      <a:pt x="18" y="57"/>
                      <a:pt x="7" y="47"/>
                      <a:pt x="6" y="34"/>
                    </a:cubicBezTo>
                    <a:cubicBezTo>
                      <a:pt x="5" y="27"/>
                      <a:pt x="6" y="22"/>
                      <a:pt x="8" y="17"/>
                    </a:cubicBezTo>
                    <a:cubicBezTo>
                      <a:pt x="9" y="13"/>
                      <a:pt x="11" y="11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12"/>
                      <a:pt x="13" y="16"/>
                      <a:pt x="12" y="20"/>
                    </a:cubicBezTo>
                    <a:cubicBezTo>
                      <a:pt x="12" y="21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5"/>
                      <a:pt x="11" y="26"/>
                      <a:pt x="12" y="27"/>
                    </a:cubicBezTo>
                    <a:cubicBezTo>
                      <a:pt x="12" y="28"/>
                      <a:pt x="13" y="28"/>
                      <a:pt x="14" y="28"/>
                    </a:cubicBezTo>
                    <a:cubicBezTo>
                      <a:pt x="14" y="28"/>
                      <a:pt x="14" y="27"/>
                      <a:pt x="14" y="27"/>
                    </a:cubicBezTo>
                    <a:cubicBezTo>
                      <a:pt x="15" y="27"/>
                      <a:pt x="15" y="27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7" y="26"/>
                      <a:pt x="20" y="23"/>
                      <a:pt x="22" y="21"/>
                    </a:cubicBezTo>
                    <a:cubicBezTo>
                      <a:pt x="24" y="24"/>
                      <a:pt x="28" y="26"/>
                      <a:pt x="28" y="27"/>
                    </a:cubicBezTo>
                    <a:cubicBezTo>
                      <a:pt x="29" y="27"/>
                      <a:pt x="30" y="27"/>
                      <a:pt x="31" y="26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6" y="19"/>
                      <a:pt x="36" y="19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8" y="18"/>
                      <a:pt x="40" y="18"/>
                      <a:pt x="42" y="18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7" y="19"/>
                      <a:pt x="47" y="18"/>
                      <a:pt x="48" y="17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8" y="17"/>
                      <a:pt x="48" y="17"/>
                      <a:pt x="48" y="16"/>
                    </a:cubicBezTo>
                    <a:cubicBezTo>
                      <a:pt x="51" y="18"/>
                      <a:pt x="54" y="19"/>
                      <a:pt x="56" y="20"/>
                    </a:cubicBezTo>
                    <a:cubicBezTo>
                      <a:pt x="57" y="20"/>
                      <a:pt x="57" y="19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58" y="17"/>
                      <a:pt x="58" y="16"/>
                      <a:pt x="57" y="16"/>
                    </a:cubicBezTo>
                    <a:cubicBezTo>
                      <a:pt x="57" y="15"/>
                      <a:pt x="56" y="13"/>
                      <a:pt x="56" y="12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8"/>
                      <a:pt x="55" y="8"/>
                      <a:pt x="54" y="8"/>
                    </a:cubicBezTo>
                    <a:cubicBezTo>
                      <a:pt x="55" y="8"/>
                      <a:pt x="56" y="8"/>
                      <a:pt x="57" y="8"/>
                    </a:cubicBezTo>
                    <a:close/>
                    <a:moveTo>
                      <a:pt x="14" y="27"/>
                    </a:move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1" name="Freeform 1390">
                <a:extLst>
                  <a:ext uri="{FF2B5EF4-FFF2-40B4-BE49-F238E27FC236}">
                    <a16:creationId xmlns:a16="http://schemas.microsoft.com/office/drawing/2014/main" id="{E0CF7F28-8D54-4E40-9392-73EC8B0D8F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93" y="2435"/>
                <a:ext cx="17" cy="16"/>
              </a:xfrm>
              <a:custGeom>
                <a:avLst/>
                <a:gdLst>
                  <a:gd name="T0" fmla="*/ 41 w 7"/>
                  <a:gd name="T1" fmla="*/ 0 h 6"/>
                  <a:gd name="T2" fmla="*/ 12 w 7"/>
                  <a:gd name="T3" fmla="*/ 35 h 6"/>
                  <a:gd name="T4" fmla="*/ 0 w 7"/>
                  <a:gd name="T5" fmla="*/ 77 h 6"/>
                  <a:gd name="T6" fmla="*/ 12 w 7"/>
                  <a:gd name="T7" fmla="*/ 93 h 6"/>
                  <a:gd name="T8" fmla="*/ 41 w 7"/>
                  <a:gd name="T9" fmla="*/ 115 h 6"/>
                  <a:gd name="T10" fmla="*/ 87 w 7"/>
                  <a:gd name="T11" fmla="*/ 93 h 6"/>
                  <a:gd name="T12" fmla="*/ 87 w 7"/>
                  <a:gd name="T13" fmla="*/ 77 h 6"/>
                  <a:gd name="T14" fmla="*/ 87 w 7"/>
                  <a:gd name="T15" fmla="*/ 21 h 6"/>
                  <a:gd name="T16" fmla="*/ 41 w 7"/>
                  <a:gd name="T17" fmla="*/ 0 h 6"/>
                  <a:gd name="T18" fmla="*/ 41 w 7"/>
                  <a:gd name="T19" fmla="*/ 77 h 6"/>
                  <a:gd name="T20" fmla="*/ 29 w 7"/>
                  <a:gd name="T21" fmla="*/ 56 h 6"/>
                  <a:gd name="T22" fmla="*/ 41 w 7"/>
                  <a:gd name="T23" fmla="*/ 35 h 6"/>
                  <a:gd name="T24" fmla="*/ 41 w 7"/>
                  <a:gd name="T25" fmla="*/ 35 h 6"/>
                  <a:gd name="T26" fmla="*/ 58 w 7"/>
                  <a:gd name="T27" fmla="*/ 35 h 6"/>
                  <a:gd name="T28" fmla="*/ 70 w 7"/>
                  <a:gd name="T29" fmla="*/ 56 h 6"/>
                  <a:gd name="T30" fmla="*/ 58 w 7"/>
                  <a:gd name="T31" fmla="*/ 77 h 6"/>
                  <a:gd name="T32" fmla="*/ 41 w 7"/>
                  <a:gd name="T33" fmla="*/ 93 h 6"/>
                  <a:gd name="T34" fmla="*/ 41 w 7"/>
                  <a:gd name="T35" fmla="*/ 77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  <a:close/>
                    <a:moveTo>
                      <a:pt x="3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2" name="Freeform 1391">
                <a:extLst>
                  <a:ext uri="{FF2B5EF4-FFF2-40B4-BE49-F238E27FC236}">
                    <a16:creationId xmlns:a16="http://schemas.microsoft.com/office/drawing/2014/main" id="{7EDFBDF7-510D-4D91-8BEF-F38C8B1B8E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30" y="2486"/>
                <a:ext cx="33" cy="32"/>
              </a:xfrm>
              <a:custGeom>
                <a:avLst/>
                <a:gdLst>
                  <a:gd name="T0" fmla="*/ 96 w 13"/>
                  <a:gd name="T1" fmla="*/ 0 h 12"/>
                  <a:gd name="T2" fmla="*/ 63 w 13"/>
                  <a:gd name="T3" fmla="*/ 21 h 12"/>
                  <a:gd name="T4" fmla="*/ 0 w 13"/>
                  <a:gd name="T5" fmla="*/ 171 h 12"/>
                  <a:gd name="T6" fmla="*/ 0 w 13"/>
                  <a:gd name="T7" fmla="*/ 205 h 12"/>
                  <a:gd name="T8" fmla="*/ 20 w 13"/>
                  <a:gd name="T9" fmla="*/ 227 h 12"/>
                  <a:gd name="T10" fmla="*/ 33 w 13"/>
                  <a:gd name="T11" fmla="*/ 227 h 12"/>
                  <a:gd name="T12" fmla="*/ 63 w 13"/>
                  <a:gd name="T13" fmla="*/ 227 h 12"/>
                  <a:gd name="T14" fmla="*/ 84 w 13"/>
                  <a:gd name="T15" fmla="*/ 205 h 12"/>
                  <a:gd name="T16" fmla="*/ 180 w 13"/>
                  <a:gd name="T17" fmla="*/ 136 h 12"/>
                  <a:gd name="T18" fmla="*/ 213 w 13"/>
                  <a:gd name="T19" fmla="*/ 93 h 12"/>
                  <a:gd name="T20" fmla="*/ 193 w 13"/>
                  <a:gd name="T21" fmla="*/ 56 h 12"/>
                  <a:gd name="T22" fmla="*/ 180 w 13"/>
                  <a:gd name="T23" fmla="*/ 56 h 12"/>
                  <a:gd name="T24" fmla="*/ 117 w 13"/>
                  <a:gd name="T25" fmla="*/ 21 h 12"/>
                  <a:gd name="T26" fmla="*/ 96 w 13"/>
                  <a:gd name="T27" fmla="*/ 0 h 12"/>
                  <a:gd name="T28" fmla="*/ 63 w 13"/>
                  <a:gd name="T29" fmla="*/ 77 h 12"/>
                  <a:gd name="T30" fmla="*/ 84 w 13"/>
                  <a:gd name="T31" fmla="*/ 77 h 12"/>
                  <a:gd name="T32" fmla="*/ 63 w 13"/>
                  <a:gd name="T33" fmla="*/ 77 h 12"/>
                  <a:gd name="T34" fmla="*/ 33 w 13"/>
                  <a:gd name="T35" fmla="*/ 136 h 12"/>
                  <a:gd name="T36" fmla="*/ 33 w 13"/>
                  <a:gd name="T37" fmla="*/ 136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" h="12">
                    <a:moveTo>
                      <a:pt x="6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8" y="8"/>
                      <a:pt x="11" y="7"/>
                    </a:cubicBezTo>
                    <a:cubicBezTo>
                      <a:pt x="12" y="7"/>
                      <a:pt x="13" y="6"/>
                      <a:pt x="13" y="5"/>
                    </a:cubicBezTo>
                    <a:cubicBezTo>
                      <a:pt x="13" y="4"/>
                      <a:pt x="13" y="4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8" y="2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  <a:close/>
                    <a:moveTo>
                      <a:pt x="4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lose/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3" name="Freeform 1392">
                <a:extLst>
                  <a:ext uri="{FF2B5EF4-FFF2-40B4-BE49-F238E27FC236}">
                    <a16:creationId xmlns:a16="http://schemas.microsoft.com/office/drawing/2014/main" id="{1D8178BD-1451-48FE-9730-22F3E6EDAB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63" y="2491"/>
                <a:ext cx="160" cy="99"/>
              </a:xfrm>
              <a:custGeom>
                <a:avLst/>
                <a:gdLst>
                  <a:gd name="T0" fmla="*/ 800 w 64"/>
                  <a:gd name="T1" fmla="*/ 78 h 37"/>
                  <a:gd name="T2" fmla="*/ 458 w 64"/>
                  <a:gd name="T3" fmla="*/ 94 h 37"/>
                  <a:gd name="T4" fmla="*/ 438 w 64"/>
                  <a:gd name="T5" fmla="*/ 171 h 37"/>
                  <a:gd name="T6" fmla="*/ 95 w 64"/>
                  <a:gd name="T7" fmla="*/ 115 h 37"/>
                  <a:gd name="T8" fmla="*/ 0 w 64"/>
                  <a:gd name="T9" fmla="*/ 193 h 37"/>
                  <a:gd name="T10" fmla="*/ 158 w 64"/>
                  <a:gd name="T11" fmla="*/ 559 h 37"/>
                  <a:gd name="T12" fmla="*/ 158 w 64"/>
                  <a:gd name="T13" fmla="*/ 629 h 37"/>
                  <a:gd name="T14" fmla="*/ 188 w 64"/>
                  <a:gd name="T15" fmla="*/ 688 h 37"/>
                  <a:gd name="T16" fmla="*/ 188 w 64"/>
                  <a:gd name="T17" fmla="*/ 688 h 37"/>
                  <a:gd name="T18" fmla="*/ 458 w 64"/>
                  <a:gd name="T19" fmla="*/ 674 h 37"/>
                  <a:gd name="T20" fmla="*/ 550 w 64"/>
                  <a:gd name="T21" fmla="*/ 516 h 37"/>
                  <a:gd name="T22" fmla="*/ 688 w 64"/>
                  <a:gd name="T23" fmla="*/ 538 h 37"/>
                  <a:gd name="T24" fmla="*/ 720 w 64"/>
                  <a:gd name="T25" fmla="*/ 479 h 37"/>
                  <a:gd name="T26" fmla="*/ 875 w 64"/>
                  <a:gd name="T27" fmla="*/ 516 h 37"/>
                  <a:gd name="T28" fmla="*/ 833 w 64"/>
                  <a:gd name="T29" fmla="*/ 321 h 37"/>
                  <a:gd name="T30" fmla="*/ 908 w 64"/>
                  <a:gd name="T31" fmla="*/ 308 h 37"/>
                  <a:gd name="T32" fmla="*/ 1000 w 64"/>
                  <a:gd name="T33" fmla="*/ 230 h 37"/>
                  <a:gd name="T34" fmla="*/ 970 w 64"/>
                  <a:gd name="T35" fmla="*/ 193 h 37"/>
                  <a:gd name="T36" fmla="*/ 958 w 64"/>
                  <a:gd name="T37" fmla="*/ 193 h 37"/>
                  <a:gd name="T38" fmla="*/ 438 w 64"/>
                  <a:gd name="T39" fmla="*/ 193 h 37"/>
                  <a:gd name="T40" fmla="*/ 438 w 64"/>
                  <a:gd name="T41" fmla="*/ 193 h 37"/>
                  <a:gd name="T42" fmla="*/ 720 w 64"/>
                  <a:gd name="T43" fmla="*/ 136 h 37"/>
                  <a:gd name="T44" fmla="*/ 738 w 64"/>
                  <a:gd name="T45" fmla="*/ 193 h 37"/>
                  <a:gd name="T46" fmla="*/ 708 w 64"/>
                  <a:gd name="T47" fmla="*/ 209 h 37"/>
                  <a:gd name="T48" fmla="*/ 770 w 64"/>
                  <a:gd name="T49" fmla="*/ 364 h 37"/>
                  <a:gd name="T50" fmla="*/ 783 w 64"/>
                  <a:gd name="T51" fmla="*/ 444 h 37"/>
                  <a:gd name="T52" fmla="*/ 625 w 64"/>
                  <a:gd name="T53" fmla="*/ 364 h 37"/>
                  <a:gd name="T54" fmla="*/ 625 w 64"/>
                  <a:gd name="T55" fmla="*/ 444 h 37"/>
                  <a:gd name="T56" fmla="*/ 488 w 64"/>
                  <a:gd name="T57" fmla="*/ 423 h 37"/>
                  <a:gd name="T58" fmla="*/ 470 w 64"/>
                  <a:gd name="T59" fmla="*/ 516 h 37"/>
                  <a:gd name="T60" fmla="*/ 363 w 64"/>
                  <a:gd name="T61" fmla="*/ 500 h 37"/>
                  <a:gd name="T62" fmla="*/ 270 w 64"/>
                  <a:gd name="T63" fmla="*/ 500 h 37"/>
                  <a:gd name="T64" fmla="*/ 250 w 64"/>
                  <a:gd name="T65" fmla="*/ 364 h 37"/>
                  <a:gd name="T66" fmla="*/ 300 w 64"/>
                  <a:gd name="T67" fmla="*/ 265 h 37"/>
                  <a:gd name="T68" fmla="*/ 145 w 64"/>
                  <a:gd name="T69" fmla="*/ 252 h 37"/>
                  <a:gd name="T70" fmla="*/ 333 w 64"/>
                  <a:gd name="T71" fmla="*/ 193 h 37"/>
                  <a:gd name="T72" fmla="*/ 375 w 64"/>
                  <a:gd name="T73" fmla="*/ 252 h 37"/>
                  <a:gd name="T74" fmla="*/ 488 w 64"/>
                  <a:gd name="T75" fmla="*/ 286 h 37"/>
                  <a:gd name="T76" fmla="*/ 533 w 64"/>
                  <a:gd name="T77" fmla="*/ 252 h 37"/>
                  <a:gd name="T78" fmla="*/ 500 w 64"/>
                  <a:gd name="T79" fmla="*/ 171 h 37"/>
                  <a:gd name="T80" fmla="*/ 458 w 64"/>
                  <a:gd name="T81" fmla="*/ 94 h 37"/>
                  <a:gd name="T82" fmla="*/ 833 w 64"/>
                  <a:gd name="T83" fmla="*/ 321 h 37"/>
                  <a:gd name="T84" fmla="*/ 188 w 64"/>
                  <a:gd name="T85" fmla="*/ 688 h 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" h="37">
                    <a:moveTo>
                      <a:pt x="59" y="7"/>
                    </a:moveTo>
                    <a:cubicBezTo>
                      <a:pt x="58" y="7"/>
                      <a:pt x="57" y="7"/>
                      <a:pt x="54" y="6"/>
                    </a:cubicBezTo>
                    <a:cubicBezTo>
                      <a:pt x="54" y="6"/>
                      <a:pt x="51" y="4"/>
                      <a:pt x="51" y="4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4" y="1"/>
                      <a:pt x="41" y="0"/>
                      <a:pt x="37" y="1"/>
                    </a:cubicBezTo>
                    <a:cubicBezTo>
                      <a:pt x="33" y="2"/>
                      <a:pt x="31" y="4"/>
                      <a:pt x="29" y="5"/>
                    </a:cubicBezTo>
                    <a:cubicBezTo>
                      <a:pt x="29" y="5"/>
                      <a:pt x="28" y="7"/>
                      <a:pt x="28" y="7"/>
                    </a:cubicBezTo>
                    <a:cubicBezTo>
                      <a:pt x="28" y="7"/>
                      <a:pt x="28" y="7"/>
                      <a:pt x="27" y="8"/>
                    </a:cubicBezTo>
                    <a:cubicBezTo>
                      <a:pt x="27" y="8"/>
                      <a:pt x="27" y="9"/>
                      <a:pt x="28" y="9"/>
                    </a:cubicBezTo>
                    <a:cubicBezTo>
                      <a:pt x="27" y="9"/>
                      <a:pt x="26" y="8"/>
                      <a:pt x="26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17" y="2"/>
                      <a:pt x="8" y="5"/>
                      <a:pt x="6" y="6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7"/>
                      <a:pt x="1" y="7"/>
                      <a:pt x="1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2" y="13"/>
                      <a:pt x="5" y="16"/>
                      <a:pt x="9" y="17"/>
                    </a:cubicBezTo>
                    <a:cubicBezTo>
                      <a:pt x="10" y="17"/>
                      <a:pt x="11" y="17"/>
                      <a:pt x="12" y="17"/>
                    </a:cubicBezTo>
                    <a:cubicBezTo>
                      <a:pt x="11" y="21"/>
                      <a:pt x="11" y="25"/>
                      <a:pt x="10" y="29"/>
                    </a:cubicBezTo>
                    <a:cubicBezTo>
                      <a:pt x="10" y="30"/>
                      <a:pt x="10" y="33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9" y="34"/>
                      <a:pt x="9" y="35"/>
                      <a:pt x="10" y="36"/>
                    </a:cubicBezTo>
                    <a:cubicBezTo>
                      <a:pt x="10" y="37"/>
                      <a:pt x="11" y="37"/>
                      <a:pt x="12" y="37"/>
                    </a:cubicBezTo>
                    <a:cubicBezTo>
                      <a:pt x="12" y="37"/>
                      <a:pt x="12" y="36"/>
                      <a:pt x="12" y="36"/>
                    </a:cubicBezTo>
                    <a:cubicBezTo>
                      <a:pt x="13" y="36"/>
                      <a:pt x="13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6"/>
                      <a:pt x="13" y="36"/>
                      <a:pt x="12" y="36"/>
                    </a:cubicBezTo>
                    <a:cubicBezTo>
                      <a:pt x="15" y="35"/>
                      <a:pt x="18" y="32"/>
                      <a:pt x="20" y="30"/>
                    </a:cubicBezTo>
                    <a:cubicBezTo>
                      <a:pt x="22" y="33"/>
                      <a:pt x="26" y="35"/>
                      <a:pt x="26" y="36"/>
                    </a:cubicBezTo>
                    <a:cubicBezTo>
                      <a:pt x="27" y="36"/>
                      <a:pt x="28" y="36"/>
                      <a:pt x="29" y="35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8"/>
                      <a:pt x="34" y="28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6" y="27"/>
                      <a:pt x="38" y="27"/>
                      <a:pt x="40" y="27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8"/>
                      <a:pt x="45" y="27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6" y="26"/>
                      <a:pt x="46" y="25"/>
                    </a:cubicBezTo>
                    <a:cubicBezTo>
                      <a:pt x="49" y="27"/>
                      <a:pt x="52" y="28"/>
                      <a:pt x="54" y="29"/>
                    </a:cubicBezTo>
                    <a:cubicBezTo>
                      <a:pt x="55" y="29"/>
                      <a:pt x="55" y="28"/>
                      <a:pt x="56" y="27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6" y="26"/>
                      <a:pt x="56" y="25"/>
                      <a:pt x="55" y="25"/>
                    </a:cubicBezTo>
                    <a:cubicBezTo>
                      <a:pt x="55" y="24"/>
                      <a:pt x="54" y="22"/>
                      <a:pt x="54" y="21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2" y="17"/>
                    </a:cubicBezTo>
                    <a:cubicBezTo>
                      <a:pt x="53" y="17"/>
                      <a:pt x="54" y="17"/>
                      <a:pt x="55" y="17"/>
                    </a:cubicBezTo>
                    <a:cubicBezTo>
                      <a:pt x="55" y="17"/>
                      <a:pt x="58" y="16"/>
                      <a:pt x="58" y="16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3" y="15"/>
                      <a:pt x="64" y="14"/>
                      <a:pt x="64" y="13"/>
                    </a:cubicBezTo>
                    <a:cubicBezTo>
                      <a:pt x="64" y="13"/>
                      <a:pt x="64" y="13"/>
                      <a:pt x="64" y="12"/>
                    </a:cubicBezTo>
                    <a:cubicBezTo>
                      <a:pt x="64" y="11"/>
                      <a:pt x="63" y="11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2" y="11"/>
                      <a:pt x="62" y="10"/>
                      <a:pt x="62" y="10"/>
                    </a:cubicBezTo>
                    <a:cubicBezTo>
                      <a:pt x="62" y="10"/>
                      <a:pt x="62" y="11"/>
                      <a:pt x="61" y="11"/>
                    </a:cubicBezTo>
                    <a:cubicBezTo>
                      <a:pt x="61" y="11"/>
                      <a:pt x="61" y="11"/>
                      <a:pt x="61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9"/>
                      <a:pt x="61" y="8"/>
                      <a:pt x="61" y="8"/>
                    </a:cubicBezTo>
                    <a:cubicBezTo>
                      <a:pt x="60" y="7"/>
                      <a:pt x="59" y="7"/>
                      <a:pt x="59" y="7"/>
                    </a:cubicBezTo>
                    <a:close/>
                    <a:moveTo>
                      <a:pt x="28" y="10"/>
                    </a:moveTo>
                    <a:cubicBezTo>
                      <a:pt x="28" y="10"/>
                      <a:pt x="28" y="10"/>
                      <a:pt x="29" y="11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1"/>
                      <a:pt x="28" y="10"/>
                    </a:cubicBezTo>
                    <a:close/>
                    <a:moveTo>
                      <a:pt x="38" y="5"/>
                    </a:moveTo>
                    <a:cubicBezTo>
                      <a:pt x="40" y="4"/>
                      <a:pt x="43" y="6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8"/>
                      <a:pt x="46" y="9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7" y="10"/>
                      <a:pt x="46" y="10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2"/>
                      <a:pt x="45" y="13"/>
                      <a:pt x="46" y="14"/>
                    </a:cubicBezTo>
                    <a:cubicBezTo>
                      <a:pt x="47" y="15"/>
                      <a:pt x="47" y="15"/>
                      <a:pt x="48" y="17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3"/>
                      <a:pt x="50" y="23"/>
                    </a:cubicBezTo>
                    <a:cubicBezTo>
                      <a:pt x="47" y="21"/>
                      <a:pt x="44" y="20"/>
                      <a:pt x="43" y="18"/>
                    </a:cubicBezTo>
                    <a:cubicBezTo>
                      <a:pt x="43" y="17"/>
                      <a:pt x="42" y="17"/>
                      <a:pt x="41" y="18"/>
                    </a:cubicBezTo>
                    <a:cubicBezTo>
                      <a:pt x="40" y="18"/>
                      <a:pt x="40" y="18"/>
                      <a:pt x="40" y="19"/>
                    </a:cubicBezTo>
                    <a:cubicBezTo>
                      <a:pt x="39" y="19"/>
                      <a:pt x="39" y="20"/>
                      <a:pt x="40" y="20"/>
                    </a:cubicBezTo>
                    <a:cubicBezTo>
                      <a:pt x="40" y="20"/>
                      <a:pt x="40" y="22"/>
                      <a:pt x="41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7" y="23"/>
                      <a:pt x="36" y="23"/>
                      <a:pt x="34" y="21"/>
                    </a:cubicBezTo>
                    <a:cubicBezTo>
                      <a:pt x="34" y="21"/>
                      <a:pt x="33" y="21"/>
                      <a:pt x="32" y="21"/>
                    </a:cubicBezTo>
                    <a:cubicBezTo>
                      <a:pt x="31" y="21"/>
                      <a:pt x="31" y="22"/>
                      <a:pt x="31" y="22"/>
                    </a:cubicBezTo>
                    <a:cubicBezTo>
                      <a:pt x="31" y="23"/>
                      <a:pt x="31" y="23"/>
                      <a:pt x="31" y="24"/>
                    </a:cubicBezTo>
                    <a:cubicBezTo>
                      <a:pt x="31" y="24"/>
                      <a:pt x="31" y="25"/>
                      <a:pt x="31" y="25"/>
                    </a:cubicBezTo>
                    <a:cubicBezTo>
                      <a:pt x="31" y="25"/>
                      <a:pt x="30" y="26"/>
                      <a:pt x="30" y="27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9" y="28"/>
                      <a:pt x="28" y="29"/>
                      <a:pt x="27" y="31"/>
                    </a:cubicBezTo>
                    <a:cubicBezTo>
                      <a:pt x="25" y="30"/>
                      <a:pt x="23" y="28"/>
                      <a:pt x="23" y="26"/>
                    </a:cubicBezTo>
                    <a:cubicBezTo>
                      <a:pt x="23" y="25"/>
                      <a:pt x="22" y="24"/>
                      <a:pt x="22" y="23"/>
                    </a:cubicBezTo>
                    <a:cubicBezTo>
                      <a:pt x="21" y="23"/>
                      <a:pt x="20" y="23"/>
                      <a:pt x="19" y="24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4" y="29"/>
                      <a:pt x="15" y="29"/>
                      <a:pt x="15" y="29"/>
                    </a:cubicBezTo>
                    <a:cubicBezTo>
                      <a:pt x="15" y="26"/>
                      <a:pt x="15" y="21"/>
                      <a:pt x="16" y="19"/>
                    </a:cubicBezTo>
                    <a:cubicBezTo>
                      <a:pt x="17" y="18"/>
                      <a:pt x="17" y="17"/>
                      <a:pt x="18" y="17"/>
                    </a:cubicBezTo>
                    <a:cubicBezTo>
                      <a:pt x="18" y="17"/>
                      <a:pt x="19" y="16"/>
                      <a:pt x="19" y="16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3"/>
                      <a:pt x="18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3"/>
                      <a:pt x="12" y="13"/>
                      <a:pt x="9" y="13"/>
                    </a:cubicBezTo>
                    <a:cubicBezTo>
                      <a:pt x="8" y="13"/>
                      <a:pt x="7" y="12"/>
                      <a:pt x="6" y="11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10"/>
                      <a:pt x="16" y="6"/>
                      <a:pt x="21" y="10"/>
                    </a:cubicBezTo>
                    <a:cubicBezTo>
                      <a:pt x="21" y="10"/>
                      <a:pt x="23" y="11"/>
                      <a:pt x="24" y="11"/>
                    </a:cubicBezTo>
                    <a:cubicBezTo>
                      <a:pt x="24" y="12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6"/>
                      <a:pt x="23" y="17"/>
                      <a:pt x="24" y="17"/>
                    </a:cubicBezTo>
                    <a:cubicBezTo>
                      <a:pt x="25" y="19"/>
                      <a:pt x="27" y="18"/>
                      <a:pt x="28" y="18"/>
                    </a:cubicBezTo>
                    <a:cubicBezTo>
                      <a:pt x="30" y="17"/>
                      <a:pt x="31" y="16"/>
                      <a:pt x="31" y="15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3" y="13"/>
                      <a:pt x="34" y="13"/>
                    </a:cubicBezTo>
                    <a:cubicBezTo>
                      <a:pt x="34" y="13"/>
                      <a:pt x="34" y="13"/>
                      <a:pt x="34" y="12"/>
                    </a:cubicBezTo>
                    <a:cubicBezTo>
                      <a:pt x="34" y="12"/>
                      <a:pt x="34" y="11"/>
                      <a:pt x="34" y="10"/>
                    </a:cubicBezTo>
                    <a:cubicBezTo>
                      <a:pt x="34" y="10"/>
                      <a:pt x="33" y="9"/>
                      <a:pt x="32" y="9"/>
                    </a:cubicBezTo>
                    <a:cubicBezTo>
                      <a:pt x="34" y="7"/>
                      <a:pt x="35" y="6"/>
                      <a:pt x="38" y="5"/>
                    </a:cubicBezTo>
                    <a:close/>
                    <a:moveTo>
                      <a:pt x="29" y="5"/>
                    </a:moveTo>
                    <a:cubicBezTo>
                      <a:pt x="29" y="5"/>
                      <a:pt x="29" y="5"/>
                      <a:pt x="29" y="5"/>
                    </a:cubicBezTo>
                    <a:close/>
                    <a:moveTo>
                      <a:pt x="53" y="17"/>
                    </a:move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lose/>
                    <a:moveTo>
                      <a:pt x="12" y="36"/>
                    </a:move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4" name="Freeform 1393">
                <a:extLst>
                  <a:ext uri="{FF2B5EF4-FFF2-40B4-BE49-F238E27FC236}">
                    <a16:creationId xmlns:a16="http://schemas.microsoft.com/office/drawing/2014/main" id="{6CFAE052-3466-45A3-9ED9-5DA702D16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43"/>
                <a:ext cx="45" cy="91"/>
              </a:xfrm>
              <a:custGeom>
                <a:avLst/>
                <a:gdLst>
                  <a:gd name="T0" fmla="*/ 283 w 18"/>
                  <a:gd name="T1" fmla="*/ 573 h 34"/>
                  <a:gd name="T2" fmla="*/ 188 w 18"/>
                  <a:gd name="T3" fmla="*/ 423 h 34"/>
                  <a:gd name="T4" fmla="*/ 33 w 18"/>
                  <a:gd name="T5" fmla="*/ 0 h 34"/>
                  <a:gd name="T6" fmla="*/ 0 w 18"/>
                  <a:gd name="T7" fmla="*/ 21 h 34"/>
                  <a:gd name="T8" fmla="*/ 158 w 18"/>
                  <a:gd name="T9" fmla="*/ 479 h 34"/>
                  <a:gd name="T10" fmla="*/ 188 w 18"/>
                  <a:gd name="T11" fmla="*/ 616 h 34"/>
                  <a:gd name="T12" fmla="*/ 220 w 18"/>
                  <a:gd name="T13" fmla="*/ 653 h 34"/>
                  <a:gd name="T14" fmla="*/ 283 w 18"/>
                  <a:gd name="T15" fmla="*/ 573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4">
                    <a:moveTo>
                      <a:pt x="18" y="30"/>
                    </a:moveTo>
                    <a:cubicBezTo>
                      <a:pt x="16" y="27"/>
                      <a:pt x="16" y="26"/>
                      <a:pt x="12" y="22"/>
                    </a:cubicBezTo>
                    <a:cubicBezTo>
                      <a:pt x="7" y="17"/>
                      <a:pt x="3" y="3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7"/>
                      <a:pt x="6" y="18"/>
                      <a:pt x="10" y="25"/>
                    </a:cubicBezTo>
                    <a:cubicBezTo>
                      <a:pt x="12" y="27"/>
                      <a:pt x="13" y="30"/>
                      <a:pt x="12" y="32"/>
                    </a:cubicBezTo>
                    <a:cubicBezTo>
                      <a:pt x="11" y="34"/>
                      <a:pt x="12" y="34"/>
                      <a:pt x="14" y="34"/>
                    </a:cubicBezTo>
                    <a:cubicBezTo>
                      <a:pt x="16" y="33"/>
                      <a:pt x="16" y="29"/>
                      <a:pt x="18" y="30"/>
                    </a:cubicBezTo>
                    <a:close/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5" name="Freeform 1394">
                <a:extLst>
                  <a:ext uri="{FF2B5EF4-FFF2-40B4-BE49-F238E27FC236}">
                    <a16:creationId xmlns:a16="http://schemas.microsoft.com/office/drawing/2014/main" id="{C3E5D875-03DD-4F1B-BFF4-C48F7AD5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523"/>
                <a:ext cx="173" cy="184"/>
              </a:xfrm>
              <a:custGeom>
                <a:avLst/>
                <a:gdLst>
                  <a:gd name="T0" fmla="*/ 1056 w 69"/>
                  <a:gd name="T1" fmla="*/ 397 h 69"/>
                  <a:gd name="T2" fmla="*/ 868 w 69"/>
                  <a:gd name="T3" fmla="*/ 35 h 69"/>
                  <a:gd name="T4" fmla="*/ 847 w 69"/>
                  <a:gd name="T5" fmla="*/ 56 h 69"/>
                  <a:gd name="T6" fmla="*/ 722 w 69"/>
                  <a:gd name="T7" fmla="*/ 0 h 69"/>
                  <a:gd name="T8" fmla="*/ 785 w 69"/>
                  <a:gd name="T9" fmla="*/ 115 h 69"/>
                  <a:gd name="T10" fmla="*/ 835 w 69"/>
                  <a:gd name="T11" fmla="*/ 285 h 69"/>
                  <a:gd name="T12" fmla="*/ 629 w 69"/>
                  <a:gd name="T13" fmla="*/ 136 h 69"/>
                  <a:gd name="T14" fmla="*/ 679 w 69"/>
                  <a:gd name="T15" fmla="*/ 264 h 69"/>
                  <a:gd name="T16" fmla="*/ 504 w 69"/>
                  <a:gd name="T17" fmla="*/ 205 h 69"/>
                  <a:gd name="T18" fmla="*/ 471 w 69"/>
                  <a:gd name="T19" fmla="*/ 320 h 69"/>
                  <a:gd name="T20" fmla="*/ 409 w 69"/>
                  <a:gd name="T21" fmla="*/ 419 h 69"/>
                  <a:gd name="T22" fmla="*/ 313 w 69"/>
                  <a:gd name="T23" fmla="*/ 264 h 69"/>
                  <a:gd name="T24" fmla="*/ 158 w 69"/>
                  <a:gd name="T25" fmla="*/ 435 h 69"/>
                  <a:gd name="T26" fmla="*/ 251 w 69"/>
                  <a:gd name="T27" fmla="*/ 56 h 69"/>
                  <a:gd name="T28" fmla="*/ 158 w 69"/>
                  <a:gd name="T29" fmla="*/ 56 h 69"/>
                  <a:gd name="T30" fmla="*/ 20 w 69"/>
                  <a:gd name="T31" fmla="*/ 589 h 69"/>
                  <a:gd name="T32" fmla="*/ 554 w 69"/>
                  <a:gd name="T33" fmla="*/ 1288 h 69"/>
                  <a:gd name="T34" fmla="*/ 847 w 69"/>
                  <a:gd name="T35" fmla="*/ 1024 h 69"/>
                  <a:gd name="T36" fmla="*/ 1056 w 69"/>
                  <a:gd name="T37" fmla="*/ 397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9" h="69">
                    <a:moveTo>
                      <a:pt x="67" y="21"/>
                    </a:moveTo>
                    <a:cubicBezTo>
                      <a:pt x="65" y="12"/>
                      <a:pt x="61" y="7"/>
                      <a:pt x="55" y="2"/>
                    </a:cubicBezTo>
                    <a:cubicBezTo>
                      <a:pt x="54" y="2"/>
                      <a:pt x="54" y="3"/>
                      <a:pt x="54" y="3"/>
                    </a:cubicBezTo>
                    <a:cubicBezTo>
                      <a:pt x="51" y="3"/>
                      <a:pt x="48" y="1"/>
                      <a:pt x="46" y="0"/>
                    </a:cubicBezTo>
                    <a:cubicBezTo>
                      <a:pt x="49" y="2"/>
                      <a:pt x="48" y="3"/>
                      <a:pt x="50" y="6"/>
                    </a:cubicBezTo>
                    <a:cubicBezTo>
                      <a:pt x="51" y="9"/>
                      <a:pt x="51" y="13"/>
                      <a:pt x="53" y="15"/>
                    </a:cubicBezTo>
                    <a:cubicBezTo>
                      <a:pt x="50" y="14"/>
                      <a:pt x="42" y="10"/>
                      <a:pt x="40" y="7"/>
                    </a:cubicBezTo>
                    <a:cubicBezTo>
                      <a:pt x="42" y="12"/>
                      <a:pt x="43" y="13"/>
                      <a:pt x="43" y="14"/>
                    </a:cubicBezTo>
                    <a:cubicBezTo>
                      <a:pt x="38" y="13"/>
                      <a:pt x="36" y="14"/>
                      <a:pt x="32" y="11"/>
                    </a:cubicBezTo>
                    <a:cubicBezTo>
                      <a:pt x="32" y="14"/>
                      <a:pt x="31" y="15"/>
                      <a:pt x="30" y="17"/>
                    </a:cubicBezTo>
                    <a:cubicBezTo>
                      <a:pt x="28" y="19"/>
                      <a:pt x="26" y="22"/>
                      <a:pt x="26" y="22"/>
                    </a:cubicBezTo>
                    <a:cubicBezTo>
                      <a:pt x="26" y="22"/>
                      <a:pt x="20" y="18"/>
                      <a:pt x="20" y="14"/>
                    </a:cubicBezTo>
                    <a:cubicBezTo>
                      <a:pt x="18" y="15"/>
                      <a:pt x="14" y="21"/>
                      <a:pt x="10" y="23"/>
                    </a:cubicBezTo>
                    <a:cubicBezTo>
                      <a:pt x="12" y="22"/>
                      <a:pt x="11" y="6"/>
                      <a:pt x="16" y="3"/>
                    </a:cubicBezTo>
                    <a:cubicBezTo>
                      <a:pt x="14" y="3"/>
                      <a:pt x="12" y="3"/>
                      <a:pt x="10" y="3"/>
                    </a:cubicBezTo>
                    <a:cubicBezTo>
                      <a:pt x="3" y="9"/>
                      <a:pt x="0" y="19"/>
                      <a:pt x="1" y="31"/>
                    </a:cubicBezTo>
                    <a:cubicBezTo>
                      <a:pt x="3" y="51"/>
                      <a:pt x="28" y="69"/>
                      <a:pt x="35" y="68"/>
                    </a:cubicBezTo>
                    <a:cubicBezTo>
                      <a:pt x="42" y="67"/>
                      <a:pt x="48" y="61"/>
                      <a:pt x="54" y="54"/>
                    </a:cubicBezTo>
                    <a:cubicBezTo>
                      <a:pt x="60" y="47"/>
                      <a:pt x="69" y="32"/>
                      <a:pt x="67" y="21"/>
                    </a:cubicBezTo>
                    <a:close/>
                  </a:path>
                </a:pathLst>
              </a:custGeom>
              <a:solidFill>
                <a:srgbClr val="ED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6" name="Freeform 1395">
                <a:extLst>
                  <a:ext uri="{FF2B5EF4-FFF2-40B4-BE49-F238E27FC236}">
                    <a16:creationId xmlns:a16="http://schemas.microsoft.com/office/drawing/2014/main" id="{76B78217-87C3-4C2A-88CA-D2BAD9A9B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43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33 w 2"/>
                  <a:gd name="T3" fmla="*/ 27 h 1"/>
                  <a:gd name="T4" fmla="*/ 20 w 2"/>
                  <a:gd name="T5" fmla="*/ 0 h 1"/>
                  <a:gd name="T6" fmla="*/ 0 w 2"/>
                  <a:gd name="T7" fmla="*/ 27 h 1"/>
                  <a:gd name="T8" fmla="*/ 33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7" name="Freeform 1396">
                <a:extLst>
                  <a:ext uri="{FF2B5EF4-FFF2-40B4-BE49-F238E27FC236}">
                    <a16:creationId xmlns:a16="http://schemas.microsoft.com/office/drawing/2014/main" id="{1891E66F-E654-4A18-89A9-949A07961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491"/>
                <a:ext cx="23" cy="22"/>
              </a:xfrm>
              <a:custGeom>
                <a:avLst/>
                <a:gdLst>
                  <a:gd name="T0" fmla="*/ 66 w 9"/>
                  <a:gd name="T1" fmla="*/ 0 h 8"/>
                  <a:gd name="T2" fmla="*/ 0 w 9"/>
                  <a:gd name="T3" fmla="*/ 143 h 8"/>
                  <a:gd name="T4" fmla="*/ 0 w 9"/>
                  <a:gd name="T5" fmla="*/ 168 h 8"/>
                  <a:gd name="T6" fmla="*/ 33 w 9"/>
                  <a:gd name="T7" fmla="*/ 143 h 8"/>
                  <a:gd name="T8" fmla="*/ 130 w 9"/>
                  <a:gd name="T9" fmla="*/ 61 h 8"/>
                  <a:gd name="T10" fmla="*/ 151 w 9"/>
                  <a:gd name="T11" fmla="*/ 61 h 8"/>
                  <a:gd name="T12" fmla="*/ 66 w 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2" y="2"/>
                      <a:pt x="0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2" y="7"/>
                    </a:cubicBezTo>
                    <a:cubicBezTo>
                      <a:pt x="3" y="6"/>
                      <a:pt x="5" y="4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6" y="2"/>
                      <a:pt x="4" y="0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8" name="Freeform 1397">
                <a:extLst>
                  <a:ext uri="{FF2B5EF4-FFF2-40B4-BE49-F238E27FC236}">
                    <a16:creationId xmlns:a16="http://schemas.microsoft.com/office/drawing/2014/main" id="{E6C553D5-C8C0-48BE-A25B-15B1A5A0A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497"/>
                <a:ext cx="150" cy="88"/>
              </a:xfrm>
              <a:custGeom>
                <a:avLst/>
                <a:gdLst>
                  <a:gd name="T0" fmla="*/ 770 w 60"/>
                  <a:gd name="T1" fmla="*/ 307 h 33"/>
                  <a:gd name="T2" fmla="*/ 708 w 60"/>
                  <a:gd name="T3" fmla="*/ 192 h 33"/>
                  <a:gd name="T4" fmla="*/ 833 w 60"/>
                  <a:gd name="T5" fmla="*/ 248 h 33"/>
                  <a:gd name="T6" fmla="*/ 938 w 60"/>
                  <a:gd name="T7" fmla="*/ 205 h 33"/>
                  <a:gd name="T8" fmla="*/ 813 w 60"/>
                  <a:gd name="T9" fmla="*/ 192 h 33"/>
                  <a:gd name="T10" fmla="*/ 720 w 60"/>
                  <a:gd name="T11" fmla="*/ 115 h 33"/>
                  <a:gd name="T12" fmla="*/ 813 w 60"/>
                  <a:gd name="T13" fmla="*/ 149 h 33"/>
                  <a:gd name="T14" fmla="*/ 895 w 60"/>
                  <a:gd name="T15" fmla="*/ 136 h 33"/>
                  <a:gd name="T16" fmla="*/ 800 w 60"/>
                  <a:gd name="T17" fmla="*/ 115 h 33"/>
                  <a:gd name="T18" fmla="*/ 708 w 60"/>
                  <a:gd name="T19" fmla="*/ 56 h 33"/>
                  <a:gd name="T20" fmla="*/ 550 w 60"/>
                  <a:gd name="T21" fmla="*/ 21 h 33"/>
                  <a:gd name="T22" fmla="*/ 458 w 60"/>
                  <a:gd name="T23" fmla="*/ 93 h 33"/>
                  <a:gd name="T24" fmla="*/ 425 w 60"/>
                  <a:gd name="T25" fmla="*/ 115 h 33"/>
                  <a:gd name="T26" fmla="*/ 470 w 60"/>
                  <a:gd name="T27" fmla="*/ 192 h 33"/>
                  <a:gd name="T28" fmla="*/ 408 w 60"/>
                  <a:gd name="T29" fmla="*/ 264 h 33"/>
                  <a:gd name="T30" fmla="*/ 375 w 60"/>
                  <a:gd name="T31" fmla="*/ 227 h 33"/>
                  <a:gd name="T32" fmla="*/ 375 w 60"/>
                  <a:gd name="T33" fmla="*/ 149 h 33"/>
                  <a:gd name="T34" fmla="*/ 333 w 60"/>
                  <a:gd name="T35" fmla="*/ 115 h 33"/>
                  <a:gd name="T36" fmla="*/ 83 w 60"/>
                  <a:gd name="T37" fmla="*/ 115 h 33"/>
                  <a:gd name="T38" fmla="*/ 0 w 60"/>
                  <a:gd name="T39" fmla="*/ 136 h 33"/>
                  <a:gd name="T40" fmla="*/ 113 w 60"/>
                  <a:gd name="T41" fmla="*/ 248 h 33"/>
                  <a:gd name="T42" fmla="*/ 238 w 60"/>
                  <a:gd name="T43" fmla="*/ 248 h 33"/>
                  <a:gd name="T44" fmla="*/ 145 w 60"/>
                  <a:gd name="T45" fmla="*/ 627 h 33"/>
                  <a:gd name="T46" fmla="*/ 300 w 60"/>
                  <a:gd name="T47" fmla="*/ 456 h 33"/>
                  <a:gd name="T48" fmla="*/ 395 w 60"/>
                  <a:gd name="T49" fmla="*/ 605 h 33"/>
                  <a:gd name="T50" fmla="*/ 458 w 60"/>
                  <a:gd name="T51" fmla="*/ 512 h 33"/>
                  <a:gd name="T52" fmla="*/ 488 w 60"/>
                  <a:gd name="T53" fmla="*/ 397 h 33"/>
                  <a:gd name="T54" fmla="*/ 658 w 60"/>
                  <a:gd name="T55" fmla="*/ 456 h 33"/>
                  <a:gd name="T56" fmla="*/ 613 w 60"/>
                  <a:gd name="T57" fmla="*/ 320 h 33"/>
                  <a:gd name="T58" fmla="*/ 813 w 60"/>
                  <a:gd name="T59" fmla="*/ 477 h 33"/>
                  <a:gd name="T60" fmla="*/ 770 w 60"/>
                  <a:gd name="T61" fmla="*/ 307 h 3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0" h="33">
                    <a:moveTo>
                      <a:pt x="49" y="16"/>
                    </a:moveTo>
                    <a:cubicBezTo>
                      <a:pt x="47" y="13"/>
                      <a:pt x="48" y="12"/>
                      <a:pt x="45" y="10"/>
                    </a:cubicBezTo>
                    <a:cubicBezTo>
                      <a:pt x="47" y="11"/>
                      <a:pt x="50" y="13"/>
                      <a:pt x="53" y="13"/>
                    </a:cubicBezTo>
                    <a:cubicBezTo>
                      <a:pt x="55" y="12"/>
                      <a:pt x="57" y="11"/>
                      <a:pt x="60" y="11"/>
                    </a:cubicBezTo>
                    <a:cubicBezTo>
                      <a:pt x="58" y="10"/>
                      <a:pt x="54" y="11"/>
                      <a:pt x="52" y="10"/>
                    </a:cubicBezTo>
                    <a:cubicBezTo>
                      <a:pt x="50" y="10"/>
                      <a:pt x="49" y="8"/>
                      <a:pt x="46" y="6"/>
                    </a:cubicBezTo>
                    <a:cubicBezTo>
                      <a:pt x="47" y="6"/>
                      <a:pt x="49" y="7"/>
                      <a:pt x="52" y="8"/>
                    </a:cubicBezTo>
                    <a:cubicBezTo>
                      <a:pt x="55" y="8"/>
                      <a:pt x="55" y="9"/>
                      <a:pt x="57" y="7"/>
                    </a:cubicBezTo>
                    <a:cubicBezTo>
                      <a:pt x="56" y="7"/>
                      <a:pt x="55" y="8"/>
                      <a:pt x="51" y="6"/>
                    </a:cubicBezTo>
                    <a:cubicBezTo>
                      <a:pt x="48" y="4"/>
                      <a:pt x="47" y="4"/>
                      <a:pt x="45" y="3"/>
                    </a:cubicBezTo>
                    <a:cubicBezTo>
                      <a:pt x="42" y="2"/>
                      <a:pt x="39" y="0"/>
                      <a:pt x="35" y="1"/>
                    </a:cubicBezTo>
                    <a:cubicBezTo>
                      <a:pt x="32" y="2"/>
                      <a:pt x="30" y="4"/>
                      <a:pt x="29" y="5"/>
                    </a:cubicBezTo>
                    <a:cubicBezTo>
                      <a:pt x="28" y="5"/>
                      <a:pt x="28" y="6"/>
                      <a:pt x="27" y="6"/>
                    </a:cubicBezTo>
                    <a:cubicBezTo>
                      <a:pt x="28" y="8"/>
                      <a:pt x="29" y="8"/>
                      <a:pt x="30" y="10"/>
                    </a:cubicBezTo>
                    <a:cubicBezTo>
                      <a:pt x="28" y="9"/>
                      <a:pt x="28" y="13"/>
                      <a:pt x="26" y="14"/>
                    </a:cubicBezTo>
                    <a:cubicBezTo>
                      <a:pt x="24" y="14"/>
                      <a:pt x="23" y="14"/>
                      <a:pt x="24" y="12"/>
                    </a:cubicBezTo>
                    <a:cubicBezTo>
                      <a:pt x="24" y="11"/>
                      <a:pt x="24" y="10"/>
                      <a:pt x="24" y="8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15" y="2"/>
                      <a:pt x="6" y="6"/>
                      <a:pt x="5" y="6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1" y="10"/>
                      <a:pt x="4" y="12"/>
                      <a:pt x="7" y="13"/>
                    </a:cubicBezTo>
                    <a:cubicBezTo>
                      <a:pt x="10" y="14"/>
                      <a:pt x="13" y="13"/>
                      <a:pt x="15" y="13"/>
                    </a:cubicBezTo>
                    <a:cubicBezTo>
                      <a:pt x="10" y="16"/>
                      <a:pt x="11" y="32"/>
                      <a:pt x="9" y="33"/>
                    </a:cubicBezTo>
                    <a:cubicBezTo>
                      <a:pt x="13" y="31"/>
                      <a:pt x="17" y="25"/>
                      <a:pt x="19" y="24"/>
                    </a:cubicBezTo>
                    <a:cubicBezTo>
                      <a:pt x="19" y="28"/>
                      <a:pt x="25" y="32"/>
                      <a:pt x="25" y="32"/>
                    </a:cubicBezTo>
                    <a:cubicBezTo>
                      <a:pt x="25" y="32"/>
                      <a:pt x="27" y="29"/>
                      <a:pt x="29" y="27"/>
                    </a:cubicBezTo>
                    <a:cubicBezTo>
                      <a:pt x="30" y="25"/>
                      <a:pt x="31" y="24"/>
                      <a:pt x="31" y="21"/>
                    </a:cubicBezTo>
                    <a:cubicBezTo>
                      <a:pt x="35" y="24"/>
                      <a:pt x="37" y="23"/>
                      <a:pt x="42" y="24"/>
                    </a:cubicBezTo>
                    <a:cubicBezTo>
                      <a:pt x="42" y="23"/>
                      <a:pt x="41" y="22"/>
                      <a:pt x="39" y="17"/>
                    </a:cubicBezTo>
                    <a:cubicBezTo>
                      <a:pt x="41" y="20"/>
                      <a:pt x="49" y="24"/>
                      <a:pt x="52" y="25"/>
                    </a:cubicBezTo>
                    <a:cubicBezTo>
                      <a:pt x="50" y="23"/>
                      <a:pt x="50" y="19"/>
                      <a:pt x="49" y="16"/>
                    </a:cubicBezTo>
                    <a:close/>
                  </a:path>
                </a:pathLst>
              </a:custGeom>
              <a:solidFill>
                <a:srgbClr val="00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9" name="Freeform 1398">
                <a:extLst>
                  <a:ext uri="{FF2B5EF4-FFF2-40B4-BE49-F238E27FC236}">
                    <a16:creationId xmlns:a16="http://schemas.microsoft.com/office/drawing/2014/main" id="{510929DB-E709-477F-88CD-B2D9EF846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529"/>
                <a:ext cx="27" cy="32"/>
              </a:xfrm>
              <a:custGeom>
                <a:avLst/>
                <a:gdLst>
                  <a:gd name="T0" fmla="*/ 150 w 11"/>
                  <a:gd name="T1" fmla="*/ 0 h 12"/>
                  <a:gd name="T2" fmla="*/ 42 w 11"/>
                  <a:gd name="T3" fmla="*/ 56 h 12"/>
                  <a:gd name="T4" fmla="*/ 0 w 11"/>
                  <a:gd name="T5" fmla="*/ 227 h 12"/>
                  <a:gd name="T6" fmla="*/ 103 w 11"/>
                  <a:gd name="T7" fmla="*/ 56 h 12"/>
                  <a:gd name="T8" fmla="*/ 162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9"/>
                      <a:pt x="0" y="12"/>
                    </a:cubicBezTo>
                    <a:cubicBezTo>
                      <a:pt x="2" y="8"/>
                      <a:pt x="3" y="5"/>
                      <a:pt x="7" y="3"/>
                    </a:cubicBezTo>
                    <a:cubicBezTo>
                      <a:pt x="7" y="2"/>
                      <a:pt x="11" y="0"/>
                      <a:pt x="11" y="0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0" name="Freeform 1399">
                <a:extLst>
                  <a:ext uri="{FF2B5EF4-FFF2-40B4-BE49-F238E27FC236}">
                    <a16:creationId xmlns:a16="http://schemas.microsoft.com/office/drawing/2014/main" id="{3A52B87A-B078-4E0E-A66D-AEEA41389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23"/>
                <a:ext cx="17" cy="22"/>
              </a:xfrm>
              <a:custGeom>
                <a:avLst/>
                <a:gdLst>
                  <a:gd name="T0" fmla="*/ 100 w 7"/>
                  <a:gd name="T1" fmla="*/ 83 h 8"/>
                  <a:gd name="T2" fmla="*/ 12 w 7"/>
                  <a:gd name="T3" fmla="*/ 47 h 8"/>
                  <a:gd name="T4" fmla="*/ 0 w 7"/>
                  <a:gd name="T5" fmla="*/ 83 h 8"/>
                  <a:gd name="T6" fmla="*/ 12 w 7"/>
                  <a:gd name="T7" fmla="*/ 129 h 8"/>
                  <a:gd name="T8" fmla="*/ 41 w 7"/>
                  <a:gd name="T9" fmla="*/ 168 h 8"/>
                  <a:gd name="T10" fmla="*/ 29 w 7"/>
                  <a:gd name="T11" fmla="*/ 61 h 8"/>
                  <a:gd name="T12" fmla="*/ 87 w 7"/>
                  <a:gd name="T13" fmla="*/ 6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cubicBezTo>
                      <a:pt x="6" y="2"/>
                      <a:pt x="3" y="0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2" y="7"/>
                      <a:pt x="2" y="8"/>
                      <a:pt x="3" y="8"/>
                    </a:cubicBezTo>
                    <a:cubicBezTo>
                      <a:pt x="3" y="7"/>
                      <a:pt x="1" y="5"/>
                      <a:pt x="2" y="3"/>
                    </a:cubicBezTo>
                    <a:cubicBezTo>
                      <a:pt x="3" y="2"/>
                      <a:pt x="5" y="3"/>
                      <a:pt x="6" y="3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1" name="Freeform 1400">
                <a:extLst>
                  <a:ext uri="{FF2B5EF4-FFF2-40B4-BE49-F238E27FC236}">
                    <a16:creationId xmlns:a16="http://schemas.microsoft.com/office/drawing/2014/main" id="{6E393824-D3C2-496F-95BC-292194679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521"/>
                <a:ext cx="32" cy="18"/>
              </a:xfrm>
              <a:custGeom>
                <a:avLst/>
                <a:gdLst>
                  <a:gd name="T0" fmla="*/ 0 w 13"/>
                  <a:gd name="T1" fmla="*/ 0 h 7"/>
                  <a:gd name="T2" fmla="*/ 74 w 13"/>
                  <a:gd name="T3" fmla="*/ 0 h 7"/>
                  <a:gd name="T4" fmla="*/ 121 w 13"/>
                  <a:gd name="T5" fmla="*/ 21 h 7"/>
                  <a:gd name="T6" fmla="*/ 194 w 13"/>
                  <a:gd name="T7" fmla="*/ 118 h 7"/>
                  <a:gd name="T8" fmla="*/ 103 w 13"/>
                  <a:gd name="T9" fmla="*/ 33 h 7"/>
                  <a:gd name="T10" fmla="*/ 0 w 1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1" y="2"/>
                      <a:pt x="11" y="4"/>
                      <a:pt x="13" y="7"/>
                    </a:cubicBezTo>
                    <a:cubicBezTo>
                      <a:pt x="11" y="5"/>
                      <a:pt x="10" y="3"/>
                      <a:pt x="7" y="2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2" name="Freeform 1401">
                <a:extLst>
                  <a:ext uri="{FF2B5EF4-FFF2-40B4-BE49-F238E27FC236}">
                    <a16:creationId xmlns:a16="http://schemas.microsoft.com/office/drawing/2014/main" id="{96C5639F-C50E-4335-9808-BF837F1EF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510"/>
                <a:ext cx="42" cy="11"/>
              </a:xfrm>
              <a:custGeom>
                <a:avLst/>
                <a:gdLst>
                  <a:gd name="T0" fmla="*/ 0 w 17"/>
                  <a:gd name="T1" fmla="*/ 61 h 4"/>
                  <a:gd name="T2" fmla="*/ 121 w 17"/>
                  <a:gd name="T3" fmla="*/ 0 h 4"/>
                  <a:gd name="T4" fmla="*/ 257 w 17"/>
                  <a:gd name="T5" fmla="*/ 83 h 4"/>
                  <a:gd name="T6" fmla="*/ 153 w 17"/>
                  <a:gd name="T7" fmla="*/ 47 h 4"/>
                  <a:gd name="T8" fmla="*/ 104 w 17"/>
                  <a:gd name="T9" fmla="*/ 47 h 4"/>
                  <a:gd name="T10" fmla="*/ 30 w 17"/>
                  <a:gd name="T11" fmla="*/ 6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0" y="3"/>
                    </a:moveTo>
                    <a:cubicBezTo>
                      <a:pt x="3" y="2"/>
                      <a:pt x="5" y="1"/>
                      <a:pt x="8" y="0"/>
                    </a:cubicBezTo>
                    <a:cubicBezTo>
                      <a:pt x="11" y="0"/>
                      <a:pt x="15" y="1"/>
                      <a:pt x="17" y="4"/>
                    </a:cubicBezTo>
                    <a:cubicBezTo>
                      <a:pt x="15" y="2"/>
                      <a:pt x="13" y="1"/>
                      <a:pt x="10" y="2"/>
                    </a:cubicBezTo>
                    <a:cubicBezTo>
                      <a:pt x="9" y="2"/>
                      <a:pt x="8" y="2"/>
                      <a:pt x="7" y="2"/>
                    </a:cubicBezTo>
                    <a:cubicBezTo>
                      <a:pt x="5" y="2"/>
                      <a:pt x="3" y="2"/>
                      <a:pt x="2" y="3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3" name="Freeform 1402">
                <a:extLst>
                  <a:ext uri="{FF2B5EF4-FFF2-40B4-BE49-F238E27FC236}">
                    <a16:creationId xmlns:a16="http://schemas.microsoft.com/office/drawing/2014/main" id="{C07DC46B-1158-43CC-BF00-9861CA738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502"/>
                <a:ext cx="23" cy="11"/>
              </a:xfrm>
              <a:custGeom>
                <a:avLst/>
                <a:gdLst>
                  <a:gd name="T0" fmla="*/ 0 w 9"/>
                  <a:gd name="T1" fmla="*/ 83 h 4"/>
                  <a:gd name="T2" fmla="*/ 151 w 9"/>
                  <a:gd name="T3" fmla="*/ 0 h 4"/>
                  <a:gd name="T4" fmla="*/ 84 w 9"/>
                  <a:gd name="T5" fmla="*/ 47 h 4"/>
                  <a:gd name="T6" fmla="*/ 0 w 9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2"/>
                      <a:pt x="6" y="0"/>
                      <a:pt x="9" y="0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4" y="3"/>
                      <a:pt x="2" y="3"/>
                      <a:pt x="0" y="4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4" name="Freeform 1403">
                <a:extLst>
                  <a:ext uri="{FF2B5EF4-FFF2-40B4-BE49-F238E27FC236}">
                    <a16:creationId xmlns:a16="http://schemas.microsoft.com/office/drawing/2014/main" id="{A1B94D41-D7FC-418C-80D8-603D489EE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497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50 w 4"/>
                  <a:gd name="T3" fmla="*/ 0 h 3"/>
                  <a:gd name="T4" fmla="*/ 63 w 4"/>
                  <a:gd name="T5" fmla="*/ 21 h 3"/>
                  <a:gd name="T6" fmla="*/ 20 w 4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2"/>
                      <a:pt x="2" y="2"/>
                      <a:pt x="1" y="3"/>
                    </a:cubicBezTo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5" name="Freeform 1404">
                <a:extLst>
                  <a:ext uri="{FF2B5EF4-FFF2-40B4-BE49-F238E27FC236}">
                    <a16:creationId xmlns:a16="http://schemas.microsoft.com/office/drawing/2014/main" id="{BB5F5115-B873-4BCF-AB0B-43F1432D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510"/>
                <a:ext cx="37" cy="16"/>
              </a:xfrm>
              <a:custGeom>
                <a:avLst/>
                <a:gdLst>
                  <a:gd name="T0" fmla="*/ 0 w 15"/>
                  <a:gd name="T1" fmla="*/ 21 h 6"/>
                  <a:gd name="T2" fmla="*/ 153 w 15"/>
                  <a:gd name="T3" fmla="*/ 35 h 6"/>
                  <a:gd name="T4" fmla="*/ 224 w 15"/>
                  <a:gd name="T5" fmla="*/ 115 h 6"/>
                  <a:gd name="T6" fmla="*/ 133 w 15"/>
                  <a:gd name="T7" fmla="*/ 35 h 6"/>
                  <a:gd name="T8" fmla="*/ 0 w 15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1"/>
                    </a:moveTo>
                    <a:cubicBezTo>
                      <a:pt x="3" y="0"/>
                      <a:pt x="7" y="0"/>
                      <a:pt x="10" y="2"/>
                    </a:cubicBezTo>
                    <a:cubicBezTo>
                      <a:pt x="12" y="4"/>
                      <a:pt x="14" y="5"/>
                      <a:pt x="15" y="6"/>
                    </a:cubicBezTo>
                    <a:cubicBezTo>
                      <a:pt x="13" y="5"/>
                      <a:pt x="11" y="3"/>
                      <a:pt x="9" y="2"/>
                    </a:cubicBezTo>
                    <a:cubicBezTo>
                      <a:pt x="8" y="2"/>
                      <a:pt x="4" y="0"/>
                      <a:pt x="0" y="1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6" name="Freeform 1405">
                <a:extLst>
                  <a:ext uri="{FF2B5EF4-FFF2-40B4-BE49-F238E27FC236}">
                    <a16:creationId xmlns:a16="http://schemas.microsoft.com/office/drawing/2014/main" id="{73592F67-0E66-4056-8CBA-58A52F1E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534"/>
                <a:ext cx="12" cy="37"/>
              </a:xfrm>
              <a:custGeom>
                <a:avLst/>
                <a:gdLst>
                  <a:gd name="T0" fmla="*/ 70 w 5"/>
                  <a:gd name="T1" fmla="*/ 21 h 14"/>
                  <a:gd name="T2" fmla="*/ 41 w 5"/>
                  <a:gd name="T3" fmla="*/ 34 h 14"/>
                  <a:gd name="T4" fmla="*/ 0 w 5"/>
                  <a:gd name="T5" fmla="*/ 167 h 14"/>
                  <a:gd name="T6" fmla="*/ 29 w 5"/>
                  <a:gd name="T7" fmla="*/ 259 h 14"/>
                  <a:gd name="T8" fmla="*/ 12 w 5"/>
                  <a:gd name="T9" fmla="*/ 167 h 14"/>
                  <a:gd name="T10" fmla="*/ 70 w 5"/>
                  <a:gd name="T11" fmla="*/ 2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4">
                    <a:moveTo>
                      <a:pt x="5" y="1"/>
                    </a:moveTo>
                    <a:cubicBezTo>
                      <a:pt x="4" y="1"/>
                      <a:pt x="4" y="1"/>
                      <a:pt x="3" y="2"/>
                    </a:cubicBezTo>
                    <a:cubicBezTo>
                      <a:pt x="3" y="3"/>
                      <a:pt x="1" y="7"/>
                      <a:pt x="0" y="9"/>
                    </a:cubicBezTo>
                    <a:cubicBezTo>
                      <a:pt x="0" y="10"/>
                      <a:pt x="0" y="12"/>
                      <a:pt x="2" y="14"/>
                    </a:cubicBezTo>
                    <a:cubicBezTo>
                      <a:pt x="1" y="12"/>
                      <a:pt x="1" y="11"/>
                      <a:pt x="1" y="9"/>
                    </a:cubicBezTo>
                    <a:cubicBezTo>
                      <a:pt x="2" y="7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7" name="Freeform 1406">
                <a:extLst>
                  <a:ext uri="{FF2B5EF4-FFF2-40B4-BE49-F238E27FC236}">
                    <a16:creationId xmlns:a16="http://schemas.microsoft.com/office/drawing/2014/main" id="{16B31EDE-F380-4B46-AEAB-C41C70AE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507"/>
                <a:ext cx="8" cy="24"/>
              </a:xfrm>
              <a:custGeom>
                <a:avLst/>
                <a:gdLst>
                  <a:gd name="T0" fmla="*/ 0 w 3"/>
                  <a:gd name="T1" fmla="*/ 0 h 9"/>
                  <a:gd name="T2" fmla="*/ 35 w 3"/>
                  <a:gd name="T3" fmla="*/ 115 h 9"/>
                  <a:gd name="T4" fmla="*/ 21 w 3"/>
                  <a:gd name="T5" fmla="*/ 171 h 9"/>
                  <a:gd name="T6" fmla="*/ 56 w 3"/>
                  <a:gd name="T7" fmla="*/ 93 h 9"/>
                  <a:gd name="T8" fmla="*/ 0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2"/>
                      <a:pt x="2" y="5"/>
                      <a:pt x="2" y="6"/>
                    </a:cubicBezTo>
                    <a:cubicBezTo>
                      <a:pt x="2" y="8"/>
                      <a:pt x="1" y="9"/>
                      <a:pt x="1" y="9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2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0C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8" name="Freeform 1407">
                <a:extLst>
                  <a:ext uri="{FF2B5EF4-FFF2-40B4-BE49-F238E27FC236}">
                    <a16:creationId xmlns:a16="http://schemas.microsoft.com/office/drawing/2014/main" id="{1C651069-566A-4FEB-B765-1BDD580D3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26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29 w 5"/>
                  <a:gd name="T3" fmla="*/ 0 h 3"/>
                  <a:gd name="T4" fmla="*/ 70 w 5"/>
                  <a:gd name="T5" fmla="*/ 21 h 3"/>
                  <a:gd name="T6" fmla="*/ 0 w 5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4" y="0"/>
                      <a:pt x="0" y="1"/>
                      <a:pt x="0" y="3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9" name="Freeform 1408">
                <a:extLst>
                  <a:ext uri="{FF2B5EF4-FFF2-40B4-BE49-F238E27FC236}">
                    <a16:creationId xmlns:a16="http://schemas.microsoft.com/office/drawing/2014/main" id="{F94E68F4-187C-4349-A167-88FC96D0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510"/>
                <a:ext cx="23" cy="5"/>
              </a:xfrm>
              <a:custGeom>
                <a:avLst/>
                <a:gdLst>
                  <a:gd name="T0" fmla="*/ 0 w 9"/>
                  <a:gd name="T1" fmla="*/ 20 h 2"/>
                  <a:gd name="T2" fmla="*/ 151 w 9"/>
                  <a:gd name="T3" fmla="*/ 33 h 2"/>
                  <a:gd name="T4" fmla="*/ 0 w 9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2" y="0"/>
                      <a:pt x="6" y="0"/>
                      <a:pt x="9" y="2"/>
                    </a:cubicBezTo>
                    <a:cubicBezTo>
                      <a:pt x="8" y="1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0" name="Freeform 1409">
                <a:extLst>
                  <a:ext uri="{FF2B5EF4-FFF2-40B4-BE49-F238E27FC236}">
                    <a16:creationId xmlns:a16="http://schemas.microsoft.com/office/drawing/2014/main" id="{58853AFB-3A3B-42D4-B1BA-AB016C85E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529"/>
                <a:ext cx="18" cy="16"/>
              </a:xfrm>
              <a:custGeom>
                <a:avLst/>
                <a:gdLst>
                  <a:gd name="T0" fmla="*/ 118 w 7"/>
                  <a:gd name="T1" fmla="*/ 0 h 6"/>
                  <a:gd name="T2" fmla="*/ 0 w 7"/>
                  <a:gd name="T3" fmla="*/ 115 h 6"/>
                  <a:gd name="T4" fmla="*/ 118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4" y="1"/>
                      <a:pt x="1" y="2"/>
                      <a:pt x="0" y="6"/>
                    </a:cubicBezTo>
                    <a:cubicBezTo>
                      <a:pt x="1" y="4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1" name="Freeform 1410">
                <a:extLst>
                  <a:ext uri="{FF2B5EF4-FFF2-40B4-BE49-F238E27FC236}">
                    <a16:creationId xmlns:a16="http://schemas.microsoft.com/office/drawing/2014/main" id="{AC38CE6F-67FC-4919-8A96-5C26DEA3F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521"/>
                <a:ext cx="20" cy="13"/>
              </a:xfrm>
              <a:custGeom>
                <a:avLst/>
                <a:gdLst>
                  <a:gd name="T0" fmla="*/ 125 w 8"/>
                  <a:gd name="T1" fmla="*/ 88 h 5"/>
                  <a:gd name="T2" fmla="*/ 0 w 8"/>
                  <a:gd name="T3" fmla="*/ 0 h 5"/>
                  <a:gd name="T4" fmla="*/ 125 w 8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6" y="1"/>
                      <a:pt x="3" y="0"/>
                      <a:pt x="0" y="0"/>
                    </a:cubicBezTo>
                    <a:cubicBezTo>
                      <a:pt x="2" y="0"/>
                      <a:pt x="7" y="2"/>
                      <a:pt x="8" y="5"/>
                    </a:cubicBezTo>
                    <a:close/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2" name="Freeform 1411">
                <a:extLst>
                  <a:ext uri="{FF2B5EF4-FFF2-40B4-BE49-F238E27FC236}">
                    <a16:creationId xmlns:a16="http://schemas.microsoft.com/office/drawing/2014/main" id="{C6E05412-6BBB-4196-BF0F-A38081DAE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502"/>
                <a:ext cx="12" cy="8"/>
              </a:xfrm>
              <a:custGeom>
                <a:avLst/>
                <a:gdLst>
                  <a:gd name="T0" fmla="*/ 70 w 5"/>
                  <a:gd name="T1" fmla="*/ 0 h 3"/>
                  <a:gd name="T2" fmla="*/ 0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solidFill>
                <a:srgbClr val="D9E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3" name="Freeform 1412">
                <a:extLst>
                  <a:ext uri="{FF2B5EF4-FFF2-40B4-BE49-F238E27FC236}">
                    <a16:creationId xmlns:a16="http://schemas.microsoft.com/office/drawing/2014/main" id="{0025F2CE-64F3-4EB3-BC09-325E2BBA9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539"/>
                <a:ext cx="13" cy="35"/>
              </a:xfrm>
              <a:custGeom>
                <a:avLst/>
                <a:gdLst>
                  <a:gd name="T0" fmla="*/ 34 w 5"/>
                  <a:gd name="T1" fmla="*/ 22 h 13"/>
                  <a:gd name="T2" fmla="*/ 34 w 5"/>
                  <a:gd name="T3" fmla="*/ 59 h 13"/>
                  <a:gd name="T4" fmla="*/ 68 w 5"/>
                  <a:gd name="T5" fmla="*/ 81 h 13"/>
                  <a:gd name="T6" fmla="*/ 68 w 5"/>
                  <a:gd name="T7" fmla="*/ 137 h 13"/>
                  <a:gd name="T8" fmla="*/ 0 w 5"/>
                  <a:gd name="T9" fmla="*/ 253 h 13"/>
                  <a:gd name="T10" fmla="*/ 34 w 5"/>
                  <a:gd name="T11" fmla="*/ 116 h 13"/>
                  <a:gd name="T12" fmla="*/ 34 w 5"/>
                  <a:gd name="T13" fmla="*/ 59 h 13"/>
                  <a:gd name="T14" fmla="*/ 34 w 5"/>
                  <a:gd name="T15" fmla="*/ 35 h 13"/>
                  <a:gd name="T16" fmla="*/ 34 w 5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13">
                    <a:moveTo>
                      <a:pt x="2" y="1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5"/>
                      <a:pt x="5" y="6"/>
                      <a:pt x="4" y="7"/>
                    </a:cubicBezTo>
                    <a:cubicBezTo>
                      <a:pt x="4" y="9"/>
                      <a:pt x="1" y="12"/>
                      <a:pt x="0" y="13"/>
                    </a:cubicBezTo>
                    <a:cubicBezTo>
                      <a:pt x="1" y="11"/>
                      <a:pt x="2" y="9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3" y="1"/>
                      <a:pt x="2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4" name="Freeform 1413">
                <a:extLst>
                  <a:ext uri="{FF2B5EF4-FFF2-40B4-BE49-F238E27FC236}">
                    <a16:creationId xmlns:a16="http://schemas.microsoft.com/office/drawing/2014/main" id="{8EFB9E9C-1B55-4F9B-824C-B1997945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542"/>
                <a:ext cx="18" cy="13"/>
              </a:xfrm>
              <a:custGeom>
                <a:avLst/>
                <a:gdLst>
                  <a:gd name="T0" fmla="*/ 85 w 7"/>
                  <a:gd name="T1" fmla="*/ 0 h 5"/>
                  <a:gd name="T2" fmla="*/ 118 w 7"/>
                  <a:gd name="T3" fmla="*/ 88 h 5"/>
                  <a:gd name="T4" fmla="*/ 67 w 7"/>
                  <a:gd name="T5" fmla="*/ 88 h 5"/>
                  <a:gd name="T6" fmla="*/ 0 w 7"/>
                  <a:gd name="T7" fmla="*/ 68 h 5"/>
                  <a:gd name="T8" fmla="*/ 85 w 7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5" y="2"/>
                      <a:pt x="6" y="4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2" y="5"/>
                      <a:pt x="6" y="4"/>
                      <a:pt x="5" y="1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5" name="Freeform 1414">
                <a:extLst>
                  <a:ext uri="{FF2B5EF4-FFF2-40B4-BE49-F238E27FC236}">
                    <a16:creationId xmlns:a16="http://schemas.microsoft.com/office/drawing/2014/main" id="{7F70A078-B6AB-4A0C-996C-286B02751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542"/>
                <a:ext cx="20" cy="13"/>
              </a:xfrm>
              <a:custGeom>
                <a:avLst/>
                <a:gdLst>
                  <a:gd name="T0" fmla="*/ 0 w 8"/>
                  <a:gd name="T1" fmla="*/ 34 h 5"/>
                  <a:gd name="T2" fmla="*/ 63 w 8"/>
                  <a:gd name="T3" fmla="*/ 68 h 5"/>
                  <a:gd name="T4" fmla="*/ 125 w 8"/>
                  <a:gd name="T5" fmla="*/ 88 h 5"/>
                  <a:gd name="T6" fmla="*/ 95 w 8"/>
                  <a:gd name="T7" fmla="*/ 0 h 5"/>
                  <a:gd name="T8" fmla="*/ 50 w 8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2" y="3"/>
                      <a:pt x="3" y="3"/>
                      <a:pt x="4" y="4"/>
                    </a:cubicBezTo>
                    <a:cubicBezTo>
                      <a:pt x="5" y="4"/>
                      <a:pt x="7" y="5"/>
                      <a:pt x="8" y="5"/>
                    </a:cubicBezTo>
                    <a:cubicBezTo>
                      <a:pt x="6" y="4"/>
                      <a:pt x="7" y="2"/>
                      <a:pt x="6" y="0"/>
                    </a:cubicBezTo>
                    <a:cubicBezTo>
                      <a:pt x="6" y="2"/>
                      <a:pt x="5" y="3"/>
                      <a:pt x="3" y="3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6" name="Freeform 1415">
                <a:extLst>
                  <a:ext uri="{FF2B5EF4-FFF2-40B4-BE49-F238E27FC236}">
                    <a16:creationId xmlns:a16="http://schemas.microsoft.com/office/drawing/2014/main" id="{93254A2B-FFF9-4A87-BBC6-F9947374B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13"/>
                <a:ext cx="15" cy="8"/>
              </a:xfrm>
              <a:custGeom>
                <a:avLst/>
                <a:gdLst>
                  <a:gd name="T0" fmla="*/ 0 w 6"/>
                  <a:gd name="T1" fmla="*/ 21 h 3"/>
                  <a:gd name="T2" fmla="*/ 50 w 6"/>
                  <a:gd name="T3" fmla="*/ 56 h 3"/>
                  <a:gd name="T4" fmla="*/ 95 w 6"/>
                  <a:gd name="T5" fmla="*/ 0 h 3"/>
                  <a:gd name="T6" fmla="*/ 2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1"/>
                      <a:pt x="2" y="3"/>
                      <a:pt x="3" y="3"/>
                    </a:cubicBezTo>
                    <a:cubicBezTo>
                      <a:pt x="5" y="2"/>
                      <a:pt x="5" y="0"/>
                      <a:pt x="6" y="0"/>
                    </a:cubicBezTo>
                    <a:cubicBezTo>
                      <a:pt x="4" y="0"/>
                      <a:pt x="3" y="1"/>
                      <a:pt x="1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7" name="Freeform 1416">
                <a:extLst>
                  <a:ext uri="{FF2B5EF4-FFF2-40B4-BE49-F238E27FC236}">
                    <a16:creationId xmlns:a16="http://schemas.microsoft.com/office/drawing/2014/main" id="{C861FE63-A1CC-4A3D-8340-A8DADC55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518"/>
                <a:ext cx="25" cy="11"/>
              </a:xfrm>
              <a:custGeom>
                <a:avLst/>
                <a:gdLst>
                  <a:gd name="T0" fmla="*/ 33 w 10"/>
                  <a:gd name="T1" fmla="*/ 61 h 4"/>
                  <a:gd name="T2" fmla="*/ 113 w 10"/>
                  <a:gd name="T3" fmla="*/ 47 h 4"/>
                  <a:gd name="T4" fmla="*/ 158 w 10"/>
                  <a:gd name="T5" fmla="*/ 47 h 4"/>
                  <a:gd name="T6" fmla="*/ 158 w 10"/>
                  <a:gd name="T7" fmla="*/ 0 h 4"/>
                  <a:gd name="T8" fmla="*/ 125 w 10"/>
                  <a:gd name="T9" fmla="*/ 0 h 4"/>
                  <a:gd name="T10" fmla="*/ 113 w 10"/>
                  <a:gd name="T11" fmla="*/ 22 h 4"/>
                  <a:gd name="T12" fmla="*/ 0 w 10"/>
                  <a:gd name="T13" fmla="*/ 8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2" y="3"/>
                    </a:moveTo>
                    <a:cubicBezTo>
                      <a:pt x="4" y="2"/>
                      <a:pt x="6" y="2"/>
                      <a:pt x="7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5" y="2"/>
                      <a:pt x="2" y="1"/>
                      <a:pt x="0" y="4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8" name="Freeform 1417">
                <a:extLst>
                  <a:ext uri="{FF2B5EF4-FFF2-40B4-BE49-F238E27FC236}">
                    <a16:creationId xmlns:a16="http://schemas.microsoft.com/office/drawing/2014/main" id="{A282D366-7751-4913-A1AB-72655CBB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539"/>
                <a:ext cx="25" cy="38"/>
              </a:xfrm>
              <a:custGeom>
                <a:avLst/>
                <a:gdLst>
                  <a:gd name="T0" fmla="*/ 158 w 10"/>
                  <a:gd name="T1" fmla="*/ 0 h 14"/>
                  <a:gd name="T2" fmla="*/ 125 w 10"/>
                  <a:gd name="T3" fmla="*/ 81 h 14"/>
                  <a:gd name="T4" fmla="*/ 95 w 10"/>
                  <a:gd name="T5" fmla="*/ 141 h 14"/>
                  <a:gd name="T6" fmla="*/ 0 w 10"/>
                  <a:gd name="T7" fmla="*/ 280 h 14"/>
                  <a:gd name="T8" fmla="*/ 83 w 10"/>
                  <a:gd name="T9" fmla="*/ 141 h 14"/>
                  <a:gd name="T10" fmla="*/ 158 w 1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7" y="7"/>
                      <a:pt x="6" y="7"/>
                    </a:cubicBezTo>
                    <a:cubicBezTo>
                      <a:pt x="5" y="10"/>
                      <a:pt x="1" y="11"/>
                      <a:pt x="0" y="14"/>
                    </a:cubicBezTo>
                    <a:cubicBezTo>
                      <a:pt x="1" y="11"/>
                      <a:pt x="3" y="9"/>
                      <a:pt x="5" y="7"/>
                    </a:cubicBezTo>
                    <a:cubicBezTo>
                      <a:pt x="7" y="5"/>
                      <a:pt x="8" y="2"/>
                      <a:pt x="10" y="0"/>
                    </a:cubicBezTo>
                  </a:path>
                </a:pathLst>
              </a:custGeom>
              <a:solidFill>
                <a:srgbClr val="008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9" name="Freeform 1418">
                <a:extLst>
                  <a:ext uri="{FF2B5EF4-FFF2-40B4-BE49-F238E27FC236}">
                    <a16:creationId xmlns:a16="http://schemas.microsoft.com/office/drawing/2014/main" id="{ED961E42-1CE8-4D99-99D1-593DBD7C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526"/>
                <a:ext cx="140" cy="181"/>
              </a:xfrm>
              <a:custGeom>
                <a:avLst/>
                <a:gdLst>
                  <a:gd name="T0" fmla="*/ 800 w 56"/>
                  <a:gd name="T1" fmla="*/ 588 h 68"/>
                  <a:gd name="T2" fmla="*/ 688 w 56"/>
                  <a:gd name="T3" fmla="*/ 77 h 68"/>
                  <a:gd name="T4" fmla="*/ 563 w 56"/>
                  <a:gd name="T5" fmla="*/ 0 h 68"/>
                  <a:gd name="T6" fmla="*/ 595 w 56"/>
                  <a:gd name="T7" fmla="*/ 93 h 68"/>
                  <a:gd name="T8" fmla="*/ 645 w 56"/>
                  <a:gd name="T9" fmla="*/ 261 h 68"/>
                  <a:gd name="T10" fmla="*/ 438 w 56"/>
                  <a:gd name="T11" fmla="*/ 114 h 68"/>
                  <a:gd name="T12" fmla="*/ 488 w 56"/>
                  <a:gd name="T13" fmla="*/ 248 h 68"/>
                  <a:gd name="T14" fmla="*/ 313 w 56"/>
                  <a:gd name="T15" fmla="*/ 192 h 68"/>
                  <a:gd name="T16" fmla="*/ 283 w 56"/>
                  <a:gd name="T17" fmla="*/ 303 h 68"/>
                  <a:gd name="T18" fmla="*/ 220 w 56"/>
                  <a:gd name="T19" fmla="*/ 397 h 68"/>
                  <a:gd name="T20" fmla="*/ 125 w 56"/>
                  <a:gd name="T21" fmla="*/ 248 h 68"/>
                  <a:gd name="T22" fmla="*/ 0 w 56"/>
                  <a:gd name="T23" fmla="*/ 397 h 68"/>
                  <a:gd name="T24" fmla="*/ 0 w 56"/>
                  <a:gd name="T25" fmla="*/ 397 h 68"/>
                  <a:gd name="T26" fmla="*/ 95 w 56"/>
                  <a:gd name="T27" fmla="*/ 319 h 68"/>
                  <a:gd name="T28" fmla="*/ 238 w 56"/>
                  <a:gd name="T29" fmla="*/ 453 h 68"/>
                  <a:gd name="T30" fmla="*/ 375 w 56"/>
                  <a:gd name="T31" fmla="*/ 341 h 68"/>
                  <a:gd name="T32" fmla="*/ 595 w 56"/>
                  <a:gd name="T33" fmla="*/ 397 h 68"/>
                  <a:gd name="T34" fmla="*/ 438 w 56"/>
                  <a:gd name="T35" fmla="*/ 1035 h 68"/>
                  <a:gd name="T36" fmla="*/ 33 w 56"/>
                  <a:gd name="T37" fmla="*/ 977 h 68"/>
                  <a:gd name="T38" fmla="*/ 438 w 56"/>
                  <a:gd name="T39" fmla="*/ 1190 h 68"/>
                  <a:gd name="T40" fmla="*/ 800 w 56"/>
                  <a:gd name="T41" fmla="*/ 588 h 6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" h="68">
                    <a:moveTo>
                      <a:pt x="51" y="31"/>
                    </a:moveTo>
                    <a:cubicBezTo>
                      <a:pt x="56" y="18"/>
                      <a:pt x="49" y="7"/>
                      <a:pt x="44" y="4"/>
                    </a:cubicBezTo>
                    <a:cubicBezTo>
                      <a:pt x="41" y="3"/>
                      <a:pt x="37" y="1"/>
                      <a:pt x="36" y="0"/>
                    </a:cubicBezTo>
                    <a:cubicBezTo>
                      <a:pt x="37" y="2"/>
                      <a:pt x="37" y="3"/>
                      <a:pt x="38" y="5"/>
                    </a:cubicBezTo>
                    <a:cubicBezTo>
                      <a:pt x="39" y="8"/>
                      <a:pt x="39" y="12"/>
                      <a:pt x="41" y="14"/>
                    </a:cubicBezTo>
                    <a:cubicBezTo>
                      <a:pt x="38" y="13"/>
                      <a:pt x="30" y="9"/>
                      <a:pt x="28" y="6"/>
                    </a:cubicBezTo>
                    <a:cubicBezTo>
                      <a:pt x="30" y="11"/>
                      <a:pt x="31" y="12"/>
                      <a:pt x="31" y="13"/>
                    </a:cubicBezTo>
                    <a:cubicBezTo>
                      <a:pt x="26" y="12"/>
                      <a:pt x="24" y="13"/>
                      <a:pt x="20" y="10"/>
                    </a:cubicBezTo>
                    <a:cubicBezTo>
                      <a:pt x="20" y="13"/>
                      <a:pt x="19" y="14"/>
                      <a:pt x="18" y="16"/>
                    </a:cubicBezTo>
                    <a:cubicBezTo>
                      <a:pt x="16" y="18"/>
                      <a:pt x="14" y="21"/>
                      <a:pt x="14" y="21"/>
                    </a:cubicBezTo>
                    <a:cubicBezTo>
                      <a:pt x="14" y="21"/>
                      <a:pt x="8" y="17"/>
                      <a:pt x="8" y="13"/>
                    </a:cubicBezTo>
                    <a:cubicBezTo>
                      <a:pt x="6" y="14"/>
                      <a:pt x="3" y="18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4" y="18"/>
                      <a:pt x="6" y="17"/>
                    </a:cubicBezTo>
                    <a:cubicBezTo>
                      <a:pt x="7" y="18"/>
                      <a:pt x="14" y="25"/>
                      <a:pt x="15" y="24"/>
                    </a:cubicBezTo>
                    <a:cubicBezTo>
                      <a:pt x="15" y="24"/>
                      <a:pt x="22" y="18"/>
                      <a:pt x="24" y="18"/>
                    </a:cubicBezTo>
                    <a:cubicBezTo>
                      <a:pt x="27" y="18"/>
                      <a:pt x="31" y="17"/>
                      <a:pt x="38" y="21"/>
                    </a:cubicBezTo>
                    <a:cubicBezTo>
                      <a:pt x="45" y="25"/>
                      <a:pt x="35" y="49"/>
                      <a:pt x="28" y="55"/>
                    </a:cubicBezTo>
                    <a:cubicBezTo>
                      <a:pt x="21" y="62"/>
                      <a:pt x="8" y="56"/>
                      <a:pt x="2" y="52"/>
                    </a:cubicBezTo>
                    <a:cubicBezTo>
                      <a:pt x="7" y="58"/>
                      <a:pt x="20" y="68"/>
                      <a:pt x="28" y="63"/>
                    </a:cubicBezTo>
                    <a:cubicBezTo>
                      <a:pt x="37" y="58"/>
                      <a:pt x="47" y="45"/>
                      <a:pt x="51" y="31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0" name="Freeform 1419">
                <a:extLst>
                  <a:ext uri="{FF2B5EF4-FFF2-40B4-BE49-F238E27FC236}">
                    <a16:creationId xmlns:a16="http://schemas.microsoft.com/office/drawing/2014/main" id="{3F95D20D-685D-4796-B7C8-C0DA1A7D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593"/>
                <a:ext cx="28" cy="18"/>
              </a:xfrm>
              <a:custGeom>
                <a:avLst/>
                <a:gdLst>
                  <a:gd name="T0" fmla="*/ 64 w 11"/>
                  <a:gd name="T1" fmla="*/ 118 h 7"/>
                  <a:gd name="T2" fmla="*/ 117 w 11"/>
                  <a:gd name="T3" fmla="*/ 100 h 7"/>
                  <a:gd name="T4" fmla="*/ 130 w 11"/>
                  <a:gd name="T5" fmla="*/ 100 h 7"/>
                  <a:gd name="T6" fmla="*/ 117 w 11"/>
                  <a:gd name="T7" fmla="*/ 85 h 7"/>
                  <a:gd name="T8" fmla="*/ 163 w 11"/>
                  <a:gd name="T9" fmla="*/ 54 h 7"/>
                  <a:gd name="T10" fmla="*/ 181 w 11"/>
                  <a:gd name="T11" fmla="*/ 21 h 7"/>
                  <a:gd name="T12" fmla="*/ 130 w 11"/>
                  <a:gd name="T13" fmla="*/ 33 h 7"/>
                  <a:gd name="T14" fmla="*/ 97 w 11"/>
                  <a:gd name="T15" fmla="*/ 54 h 7"/>
                  <a:gd name="T16" fmla="*/ 64 w 11"/>
                  <a:gd name="T17" fmla="*/ 21 h 7"/>
                  <a:gd name="T18" fmla="*/ 0 w 11"/>
                  <a:gd name="T19" fmla="*/ 54 h 7"/>
                  <a:gd name="T20" fmla="*/ 84 w 11"/>
                  <a:gd name="T21" fmla="*/ 54 h 7"/>
                  <a:gd name="T22" fmla="*/ 84 w 11"/>
                  <a:gd name="T23" fmla="*/ 10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7">
                    <a:moveTo>
                      <a:pt x="4" y="7"/>
                    </a:moveTo>
                    <a:cubicBezTo>
                      <a:pt x="5" y="6"/>
                      <a:pt x="5" y="6"/>
                      <a:pt x="7" y="6"/>
                    </a:cubicBezTo>
                    <a:cubicBezTo>
                      <a:pt x="7" y="6"/>
                      <a:pt x="7" y="7"/>
                      <a:pt x="8" y="6"/>
                    </a:cubicBezTo>
                    <a:cubicBezTo>
                      <a:pt x="8" y="6"/>
                      <a:pt x="7" y="5"/>
                      <a:pt x="7" y="5"/>
                    </a:cubicBezTo>
                    <a:cubicBezTo>
                      <a:pt x="7" y="3"/>
                      <a:pt x="8" y="3"/>
                      <a:pt x="10" y="3"/>
                    </a:cubicBezTo>
                    <a:cubicBezTo>
                      <a:pt x="11" y="2"/>
                      <a:pt x="11" y="3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5" y="3"/>
                      <a:pt x="5" y="1"/>
                      <a:pt x="4" y="1"/>
                    </a:cubicBezTo>
                    <a:cubicBezTo>
                      <a:pt x="2" y="0"/>
                      <a:pt x="1" y="1"/>
                      <a:pt x="0" y="3"/>
                    </a:cubicBezTo>
                    <a:cubicBezTo>
                      <a:pt x="2" y="1"/>
                      <a:pt x="4" y="1"/>
                      <a:pt x="5" y="3"/>
                    </a:cubicBezTo>
                    <a:cubicBezTo>
                      <a:pt x="6" y="4"/>
                      <a:pt x="5" y="5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1" name="Freeform 1420">
                <a:extLst>
                  <a:ext uri="{FF2B5EF4-FFF2-40B4-BE49-F238E27FC236}">
                    <a16:creationId xmlns:a16="http://schemas.microsoft.com/office/drawing/2014/main" id="{9002874D-936A-4028-9C55-5D5A8CF6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579"/>
                <a:ext cx="15" cy="22"/>
              </a:xfrm>
              <a:custGeom>
                <a:avLst/>
                <a:gdLst>
                  <a:gd name="T0" fmla="*/ 0 w 6"/>
                  <a:gd name="T1" fmla="*/ 168 h 8"/>
                  <a:gd name="T2" fmla="*/ 50 w 6"/>
                  <a:gd name="T3" fmla="*/ 129 h 8"/>
                  <a:gd name="T4" fmla="*/ 95 w 6"/>
                  <a:gd name="T5" fmla="*/ 0 h 8"/>
                  <a:gd name="T6" fmla="*/ 50 w 6"/>
                  <a:gd name="T7" fmla="*/ 61 h 8"/>
                  <a:gd name="T8" fmla="*/ 20 w 6"/>
                  <a:gd name="T9" fmla="*/ 107 h 8"/>
                  <a:gd name="T10" fmla="*/ 0 w 6"/>
                  <a:gd name="T11" fmla="*/ 107 h 8"/>
                  <a:gd name="T12" fmla="*/ 0 w 6"/>
                  <a:gd name="T13" fmla="*/ 16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6"/>
                      <a:pt x="2" y="5"/>
                      <a:pt x="3" y="6"/>
                    </a:cubicBezTo>
                    <a:cubicBezTo>
                      <a:pt x="4" y="4"/>
                      <a:pt x="4" y="0"/>
                      <a:pt x="6" y="0"/>
                    </a:cubicBezTo>
                    <a:cubicBezTo>
                      <a:pt x="4" y="0"/>
                      <a:pt x="3" y="1"/>
                      <a:pt x="3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2" name="Freeform 1421">
                <a:extLst>
                  <a:ext uri="{FF2B5EF4-FFF2-40B4-BE49-F238E27FC236}">
                    <a16:creationId xmlns:a16="http://schemas.microsoft.com/office/drawing/2014/main" id="{42B70D08-8D8F-49C6-95EB-417DDB094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590"/>
                <a:ext cx="17" cy="16"/>
              </a:xfrm>
              <a:custGeom>
                <a:avLst/>
                <a:gdLst>
                  <a:gd name="T0" fmla="*/ 100 w 7"/>
                  <a:gd name="T1" fmla="*/ 0 h 6"/>
                  <a:gd name="T2" fmla="*/ 58 w 7"/>
                  <a:gd name="T3" fmla="*/ 21 h 6"/>
                  <a:gd name="T4" fmla="*/ 58 w 7"/>
                  <a:gd name="T5" fmla="*/ 77 h 6"/>
                  <a:gd name="T6" fmla="*/ 29 w 7"/>
                  <a:gd name="T7" fmla="*/ 77 h 6"/>
                  <a:gd name="T8" fmla="*/ 0 w 7"/>
                  <a:gd name="T9" fmla="*/ 115 h 6"/>
                  <a:gd name="T10" fmla="*/ 12 w 7"/>
                  <a:gd name="T11" fmla="*/ 77 h 6"/>
                  <a:gd name="T12" fmla="*/ 41 w 7"/>
                  <a:gd name="T13" fmla="*/ 56 h 6"/>
                  <a:gd name="T14" fmla="*/ 41 w 7"/>
                  <a:gd name="T15" fmla="*/ 0 h 6"/>
                  <a:gd name="T16" fmla="*/ 87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1" y="4"/>
                      <a:pt x="1" y="5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3" name="Freeform 1422">
                <a:extLst>
                  <a:ext uri="{FF2B5EF4-FFF2-40B4-BE49-F238E27FC236}">
                    <a16:creationId xmlns:a16="http://schemas.microsoft.com/office/drawing/2014/main" id="{E03A95E2-3782-4D65-B490-22BAD0815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595"/>
                <a:ext cx="13" cy="19"/>
              </a:xfrm>
              <a:custGeom>
                <a:avLst/>
                <a:gdLst>
                  <a:gd name="T0" fmla="*/ 21 w 5"/>
                  <a:gd name="T1" fmla="*/ 141 h 7"/>
                  <a:gd name="T2" fmla="*/ 55 w 5"/>
                  <a:gd name="T3" fmla="*/ 103 h 7"/>
                  <a:gd name="T4" fmla="*/ 88 w 5"/>
                  <a:gd name="T5" fmla="*/ 81 h 7"/>
                  <a:gd name="T6" fmla="*/ 68 w 5"/>
                  <a:gd name="T7" fmla="*/ 38 h 7"/>
                  <a:gd name="T8" fmla="*/ 88 w 5"/>
                  <a:gd name="T9" fmla="*/ 0 h 7"/>
                  <a:gd name="T10" fmla="*/ 55 w 5"/>
                  <a:gd name="T11" fmla="*/ 38 h 7"/>
                  <a:gd name="T12" fmla="*/ 34 w 5"/>
                  <a:gd name="T13" fmla="*/ 0 h 7"/>
                  <a:gd name="T14" fmla="*/ 0 w 5"/>
                  <a:gd name="T15" fmla="*/ 22 h 7"/>
                  <a:gd name="T16" fmla="*/ 34 w 5"/>
                  <a:gd name="T17" fmla="*/ 81 h 7"/>
                  <a:gd name="T18" fmla="*/ 21 w 5"/>
                  <a:gd name="T19" fmla="*/ 141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5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4" y="0"/>
                      <a:pt x="4" y="2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3" y="3"/>
                      <a:pt x="2" y="4"/>
                    </a:cubicBezTo>
                    <a:cubicBezTo>
                      <a:pt x="2" y="5"/>
                      <a:pt x="0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4" name="Freeform 1423">
                <a:extLst>
                  <a:ext uri="{FF2B5EF4-FFF2-40B4-BE49-F238E27FC236}">
                    <a16:creationId xmlns:a16="http://schemas.microsoft.com/office/drawing/2014/main" id="{2299D9E1-C6A4-4B6C-827C-10FAC99DF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609"/>
                <a:ext cx="12" cy="18"/>
              </a:xfrm>
              <a:custGeom>
                <a:avLst/>
                <a:gdLst>
                  <a:gd name="T0" fmla="*/ 41 w 5"/>
                  <a:gd name="T1" fmla="*/ 85 h 7"/>
                  <a:gd name="T2" fmla="*/ 0 w 5"/>
                  <a:gd name="T3" fmla="*/ 118 h 7"/>
                  <a:gd name="T4" fmla="*/ 0 w 5"/>
                  <a:gd name="T5" fmla="*/ 85 h 7"/>
                  <a:gd name="T6" fmla="*/ 29 w 5"/>
                  <a:gd name="T7" fmla="*/ 67 h 7"/>
                  <a:gd name="T8" fmla="*/ 41 w 5"/>
                  <a:gd name="T9" fmla="*/ 33 h 7"/>
                  <a:gd name="T10" fmla="*/ 70 w 5"/>
                  <a:gd name="T11" fmla="*/ 0 h 7"/>
                  <a:gd name="T12" fmla="*/ 70 w 5"/>
                  <a:gd name="T13" fmla="*/ 85 h 7"/>
                  <a:gd name="T14" fmla="*/ 29 w 5"/>
                  <a:gd name="T15" fmla="*/ 85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3" y="5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2"/>
                      <a:pt x="4" y="3"/>
                      <a:pt x="5" y="5"/>
                    </a:cubicBezTo>
                    <a:cubicBezTo>
                      <a:pt x="5" y="4"/>
                      <a:pt x="3" y="5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5" name="Freeform 1424">
                <a:extLst>
                  <a:ext uri="{FF2B5EF4-FFF2-40B4-BE49-F238E27FC236}">
                    <a16:creationId xmlns:a16="http://schemas.microsoft.com/office/drawing/2014/main" id="{A93B3E29-8769-4CBF-A933-5AE44965F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619"/>
                <a:ext cx="10" cy="6"/>
              </a:xfrm>
              <a:custGeom>
                <a:avLst/>
                <a:gdLst>
                  <a:gd name="T0" fmla="*/ 0 w 4"/>
                  <a:gd name="T1" fmla="*/ 27 h 2"/>
                  <a:gd name="T2" fmla="*/ 50 w 4"/>
                  <a:gd name="T3" fmla="*/ 54 h 2"/>
                  <a:gd name="T4" fmla="*/ 5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6" name="Freeform 1425">
                <a:extLst>
                  <a:ext uri="{FF2B5EF4-FFF2-40B4-BE49-F238E27FC236}">
                    <a16:creationId xmlns:a16="http://schemas.microsoft.com/office/drawing/2014/main" id="{8ACF1CA0-5F68-421B-B055-756B0A461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595"/>
                <a:ext cx="15" cy="19"/>
              </a:xfrm>
              <a:custGeom>
                <a:avLst/>
                <a:gdLst>
                  <a:gd name="T0" fmla="*/ 83 w 6"/>
                  <a:gd name="T1" fmla="*/ 0 h 7"/>
                  <a:gd name="T2" fmla="*/ 50 w 6"/>
                  <a:gd name="T3" fmla="*/ 60 h 7"/>
                  <a:gd name="T4" fmla="*/ 20 w 6"/>
                  <a:gd name="T5" fmla="*/ 141 h 7"/>
                  <a:gd name="T6" fmla="*/ 50 w 6"/>
                  <a:gd name="T7" fmla="*/ 81 h 7"/>
                  <a:gd name="T8" fmla="*/ 63 w 6"/>
                  <a:gd name="T9" fmla="*/ 22 h 7"/>
                  <a:gd name="T10" fmla="*/ 95 w 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0" y="5"/>
                      <a:pt x="1" y="7"/>
                    </a:cubicBezTo>
                    <a:cubicBezTo>
                      <a:pt x="1" y="5"/>
                      <a:pt x="3" y="5"/>
                      <a:pt x="3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7" name="Freeform 1426">
                <a:extLst>
                  <a:ext uri="{FF2B5EF4-FFF2-40B4-BE49-F238E27FC236}">
                    <a16:creationId xmlns:a16="http://schemas.microsoft.com/office/drawing/2014/main" id="{B97D02A1-BD45-47E4-B137-12A0C6F7B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611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50 w 4"/>
                  <a:gd name="T3" fmla="*/ 47 h 4"/>
                  <a:gd name="T4" fmla="*/ 63 w 4"/>
                  <a:gd name="T5" fmla="*/ 61 h 4"/>
                  <a:gd name="T6" fmla="*/ 20 w 4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2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0"/>
                      <a:pt x="1" y="1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8" name="Freeform 1427">
                <a:extLst>
                  <a:ext uri="{FF2B5EF4-FFF2-40B4-BE49-F238E27FC236}">
                    <a16:creationId xmlns:a16="http://schemas.microsoft.com/office/drawing/2014/main" id="{4B252EFD-92B8-4DE1-99E2-39BD082DA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619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35 h 3"/>
                  <a:gd name="T4" fmla="*/ 21 w 3"/>
                  <a:gd name="T5" fmla="*/ 0 h 3"/>
                  <a:gd name="T6" fmla="*/ 0 w 3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9" name="Freeform 1428">
                <a:extLst>
                  <a:ext uri="{FF2B5EF4-FFF2-40B4-BE49-F238E27FC236}">
                    <a16:creationId xmlns:a16="http://schemas.microsoft.com/office/drawing/2014/main" id="{F9C9A1EC-CF70-4D0E-9750-75DBBFC9D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638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35 h 3"/>
                  <a:gd name="T4" fmla="*/ 0 w 2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2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0" name="Freeform 1429">
                <a:extLst>
                  <a:ext uri="{FF2B5EF4-FFF2-40B4-BE49-F238E27FC236}">
                    <a16:creationId xmlns:a16="http://schemas.microsoft.com/office/drawing/2014/main" id="{CA04B483-0FB2-43B7-A6BB-2DFBBC828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633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63 w 4"/>
                  <a:gd name="T3" fmla="*/ 21 h 3"/>
                  <a:gd name="T4" fmla="*/ 2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2" y="2"/>
                      <a:pt x="2" y="1"/>
                      <a:pt x="4" y="1"/>
                    </a:cubicBezTo>
                    <a:cubicBezTo>
                      <a:pt x="3" y="0"/>
                      <a:pt x="0" y="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1" name="Freeform 1430">
                <a:extLst>
                  <a:ext uri="{FF2B5EF4-FFF2-40B4-BE49-F238E27FC236}">
                    <a16:creationId xmlns:a16="http://schemas.microsoft.com/office/drawing/2014/main" id="{46F825E1-679A-4257-A9DF-6541F128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3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56 w 3"/>
                  <a:gd name="T3" fmla="*/ 20 h 2"/>
                  <a:gd name="T4" fmla="*/ 21 w 3"/>
                  <a:gd name="T5" fmla="*/ 0 h 2"/>
                  <a:gd name="T6" fmla="*/ 21 w 3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2" y="0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2" name="Freeform 1431">
                <a:extLst>
                  <a:ext uri="{FF2B5EF4-FFF2-40B4-BE49-F238E27FC236}">
                    <a16:creationId xmlns:a16="http://schemas.microsoft.com/office/drawing/2014/main" id="{B76DEABA-A4FF-4A25-B446-AD91F938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63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21 h 3"/>
                  <a:gd name="T4" fmla="*/ 20 w 2"/>
                  <a:gd name="T5" fmla="*/ 0 h 3"/>
                  <a:gd name="T6" fmla="*/ 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3" name="Freeform 1432">
                <a:extLst>
                  <a:ext uri="{FF2B5EF4-FFF2-40B4-BE49-F238E27FC236}">
                    <a16:creationId xmlns:a16="http://schemas.microsoft.com/office/drawing/2014/main" id="{1AF6551B-C78D-480D-9614-A2978C227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6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37 w 3"/>
                  <a:gd name="T3" fmla="*/ 35 h 3"/>
                  <a:gd name="T4" fmla="*/ 12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3" y="1"/>
                      <a:pt x="3" y="2"/>
                    </a:cubicBezTo>
                    <a:cubicBezTo>
                      <a:pt x="3" y="0"/>
                      <a:pt x="0" y="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4" name="Freeform 1433">
                <a:extLst>
                  <a:ext uri="{FF2B5EF4-FFF2-40B4-BE49-F238E27FC236}">
                    <a16:creationId xmlns:a16="http://schemas.microsoft.com/office/drawing/2014/main" id="{A3E68DD6-9A75-4D8F-B584-4983016E4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601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20 h 2"/>
                  <a:gd name="T4" fmla="*/ 0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2" y="0"/>
                      <a:pt x="0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5" name="Freeform 1434">
                <a:extLst>
                  <a:ext uri="{FF2B5EF4-FFF2-40B4-BE49-F238E27FC236}">
                    <a16:creationId xmlns:a16="http://schemas.microsoft.com/office/drawing/2014/main" id="{47A242A3-A2B1-4CDE-9C2A-2BE42ED11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585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20 h 2"/>
                  <a:gd name="T4" fmla="*/ 12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0"/>
                      <a:pt x="0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6" name="Freeform 1435">
                <a:extLst>
                  <a:ext uri="{FF2B5EF4-FFF2-40B4-BE49-F238E27FC236}">
                    <a16:creationId xmlns:a16="http://schemas.microsoft.com/office/drawing/2014/main" id="{0A48F45E-0A3B-48F1-A13E-D8C3BD0E2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611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7" name="Freeform 1436">
                <a:extLst>
                  <a:ext uri="{FF2B5EF4-FFF2-40B4-BE49-F238E27FC236}">
                    <a16:creationId xmlns:a16="http://schemas.microsoft.com/office/drawing/2014/main" id="{30E298E8-A201-43AB-B0FB-BBEF23DF4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598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0"/>
                      <a:pt x="1" y="2"/>
                      <a:pt x="1" y="3"/>
                    </a:cubicBezTo>
                    <a:cubicBezTo>
                      <a:pt x="0" y="2"/>
                      <a:pt x="1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8" name="Freeform 1437">
                <a:extLst>
                  <a:ext uri="{FF2B5EF4-FFF2-40B4-BE49-F238E27FC236}">
                    <a16:creationId xmlns:a16="http://schemas.microsoft.com/office/drawing/2014/main" id="{2BA693A9-1166-46FA-B5AB-858DCBD9D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17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20 w 2"/>
                  <a:gd name="T5" fmla="*/ 21 h 3"/>
                  <a:gd name="T6" fmla="*/ 33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9" name="Freeform 1438">
                <a:extLst>
                  <a:ext uri="{FF2B5EF4-FFF2-40B4-BE49-F238E27FC236}">
                    <a16:creationId xmlns:a16="http://schemas.microsoft.com/office/drawing/2014/main" id="{CC837A4C-4981-4AED-BE31-D4DB162E8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635"/>
                <a:ext cx="8" cy="14"/>
              </a:xfrm>
              <a:custGeom>
                <a:avLst/>
                <a:gdLst>
                  <a:gd name="T0" fmla="*/ 56 w 3"/>
                  <a:gd name="T1" fmla="*/ 62 h 5"/>
                  <a:gd name="T2" fmla="*/ 0 w 3"/>
                  <a:gd name="T3" fmla="*/ 109 h 5"/>
                  <a:gd name="T4" fmla="*/ 56 w 3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3"/>
                      <a:pt x="2" y="0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0" name="Freeform 1439">
                <a:extLst>
                  <a:ext uri="{FF2B5EF4-FFF2-40B4-BE49-F238E27FC236}">
                    <a16:creationId xmlns:a16="http://schemas.microsoft.com/office/drawing/2014/main" id="{D66A0C62-9E25-484E-9684-FAD858DEC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63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1" name="Freeform 1440">
                <a:extLst>
                  <a:ext uri="{FF2B5EF4-FFF2-40B4-BE49-F238E27FC236}">
                    <a16:creationId xmlns:a16="http://schemas.microsoft.com/office/drawing/2014/main" id="{FF3962F9-E700-4540-8F1B-30C5D2C69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654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0 w 2"/>
                  <a:gd name="T5" fmla="*/ 21 h 3"/>
                  <a:gd name="T6" fmla="*/ 33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0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2" name="Freeform 1441">
                <a:extLst>
                  <a:ext uri="{FF2B5EF4-FFF2-40B4-BE49-F238E27FC236}">
                    <a16:creationId xmlns:a16="http://schemas.microsoft.com/office/drawing/2014/main" id="{7205ABD2-CA44-4670-84FD-7C2E1981C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649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21 w 3"/>
                  <a:gd name="T3" fmla="*/ 20 h 4"/>
                  <a:gd name="T4" fmla="*/ 0 w 3"/>
                  <a:gd name="T5" fmla="*/ 63 h 4"/>
                  <a:gd name="T6" fmla="*/ 21 w 3"/>
                  <a:gd name="T7" fmla="*/ 2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3" name="Freeform 1442">
                <a:extLst>
                  <a:ext uri="{FF2B5EF4-FFF2-40B4-BE49-F238E27FC236}">
                    <a16:creationId xmlns:a16="http://schemas.microsoft.com/office/drawing/2014/main" id="{C14AE4CE-AE2A-47AD-848A-17603303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662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21 h 3"/>
                  <a:gd name="T4" fmla="*/ 0 w 2"/>
                  <a:gd name="T5" fmla="*/ 56 h 3"/>
                  <a:gd name="T6" fmla="*/ 0 w 2"/>
                  <a:gd name="T7" fmla="*/ 21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4" name="Freeform 1443">
                <a:extLst>
                  <a:ext uri="{FF2B5EF4-FFF2-40B4-BE49-F238E27FC236}">
                    <a16:creationId xmlns:a16="http://schemas.microsoft.com/office/drawing/2014/main" id="{598847DD-FEEC-4179-B4B6-8F7571796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662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0" y="2"/>
                      <a:pt x="1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5" name="Freeform 1444">
                <a:extLst>
                  <a:ext uri="{FF2B5EF4-FFF2-40B4-BE49-F238E27FC236}">
                    <a16:creationId xmlns:a16="http://schemas.microsoft.com/office/drawing/2014/main" id="{BF91A56E-9B4D-4B5F-8CA7-595EC18B9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65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6" name="Freeform 1445">
                <a:extLst>
                  <a:ext uri="{FF2B5EF4-FFF2-40B4-BE49-F238E27FC236}">
                    <a16:creationId xmlns:a16="http://schemas.microsoft.com/office/drawing/2014/main" id="{0832B93C-8076-475F-A6C0-C6B2E75C5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593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7" name="Freeform 1446">
                <a:extLst>
                  <a:ext uri="{FF2B5EF4-FFF2-40B4-BE49-F238E27FC236}">
                    <a16:creationId xmlns:a16="http://schemas.microsoft.com/office/drawing/2014/main" id="{ABE3AB11-6F36-4B90-B4F4-E3B46D02E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59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8" name="Freeform 1447">
                <a:extLst>
                  <a:ext uri="{FF2B5EF4-FFF2-40B4-BE49-F238E27FC236}">
                    <a16:creationId xmlns:a16="http://schemas.microsoft.com/office/drawing/2014/main" id="{37A169DE-6287-4BC6-B452-0B7615AF4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611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9" name="Freeform 1448">
                <a:extLst>
                  <a:ext uri="{FF2B5EF4-FFF2-40B4-BE49-F238E27FC236}">
                    <a16:creationId xmlns:a16="http://schemas.microsoft.com/office/drawing/2014/main" id="{1D774EEE-0015-4B8A-A5C7-6F5C00C3E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27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0" name="Freeform 1449">
                <a:extLst>
                  <a:ext uri="{FF2B5EF4-FFF2-40B4-BE49-F238E27FC236}">
                    <a16:creationId xmlns:a16="http://schemas.microsoft.com/office/drawing/2014/main" id="{D39F43D3-0752-4E28-B995-3B39F87F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579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12 w 3"/>
                  <a:gd name="T3" fmla="*/ 83 h 4"/>
                  <a:gd name="T4" fmla="*/ 12 w 3"/>
                  <a:gd name="T5" fmla="*/ 22 h 4"/>
                  <a:gd name="T6" fmla="*/ 28 w 3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1" name="Freeform 1450">
                <a:extLst>
                  <a:ext uri="{FF2B5EF4-FFF2-40B4-BE49-F238E27FC236}">
                    <a16:creationId xmlns:a16="http://schemas.microsoft.com/office/drawing/2014/main" id="{A42092CA-EF12-4A79-9A2A-86A0E316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571"/>
                <a:ext cx="5" cy="11"/>
              </a:xfrm>
              <a:custGeom>
                <a:avLst/>
                <a:gdLst>
                  <a:gd name="T0" fmla="*/ 33 w 2"/>
                  <a:gd name="T1" fmla="*/ 47 h 4"/>
                  <a:gd name="T2" fmla="*/ 20 w 2"/>
                  <a:gd name="T3" fmla="*/ 83 h 4"/>
                  <a:gd name="T4" fmla="*/ 33 w 2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3"/>
                      <a:pt x="1" y="0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2" name="Freeform 1451">
                <a:extLst>
                  <a:ext uri="{FF2B5EF4-FFF2-40B4-BE49-F238E27FC236}">
                    <a16:creationId xmlns:a16="http://schemas.microsoft.com/office/drawing/2014/main" id="{EF40A5DE-DA16-491F-8FE6-432D876E2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609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3" name="Freeform 1452">
                <a:extLst>
                  <a:ext uri="{FF2B5EF4-FFF2-40B4-BE49-F238E27FC236}">
                    <a16:creationId xmlns:a16="http://schemas.microsoft.com/office/drawing/2014/main" id="{F3A23F66-ED28-4B82-99EE-9C7E59715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19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2"/>
                      <a:pt x="0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4" name="Freeform 1453">
                <a:extLst>
                  <a:ext uri="{FF2B5EF4-FFF2-40B4-BE49-F238E27FC236}">
                    <a16:creationId xmlns:a16="http://schemas.microsoft.com/office/drawing/2014/main" id="{4424C03E-B47B-473B-A84D-8CE37A54C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35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5" name="Freeform 1454">
                <a:extLst>
                  <a:ext uri="{FF2B5EF4-FFF2-40B4-BE49-F238E27FC236}">
                    <a16:creationId xmlns:a16="http://schemas.microsoft.com/office/drawing/2014/main" id="{C768E7E4-1442-4987-8869-C64127B33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579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0 w 2"/>
                  <a:gd name="T5" fmla="*/ 21 h 3"/>
                  <a:gd name="T6" fmla="*/ 33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6" name="Freeform 1455">
                <a:extLst>
                  <a:ext uri="{FF2B5EF4-FFF2-40B4-BE49-F238E27FC236}">
                    <a16:creationId xmlns:a16="http://schemas.microsoft.com/office/drawing/2014/main" id="{C933E0CE-2DB1-4AC3-A6F3-508093ED1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58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33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7" name="Freeform 1456">
                <a:extLst>
                  <a:ext uri="{FF2B5EF4-FFF2-40B4-BE49-F238E27FC236}">
                    <a16:creationId xmlns:a16="http://schemas.microsoft.com/office/drawing/2014/main" id="{4A05AF6B-F5A7-4920-B958-6782500EC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577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58 w 7"/>
                  <a:gd name="T3" fmla="*/ 68 h 5"/>
                  <a:gd name="T4" fmla="*/ 100 w 7"/>
                  <a:gd name="T5" fmla="*/ 0 h 5"/>
                  <a:gd name="T6" fmla="*/ 70 w 7"/>
                  <a:gd name="T7" fmla="*/ 21 h 5"/>
                  <a:gd name="T8" fmla="*/ 41 w 7"/>
                  <a:gd name="T9" fmla="*/ 55 h 5"/>
                  <a:gd name="T10" fmla="*/ 12 w 7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4"/>
                      <a:pt x="2" y="4"/>
                      <a:pt x="4" y="4"/>
                    </a:cubicBezTo>
                    <a:cubicBezTo>
                      <a:pt x="4" y="3"/>
                      <a:pt x="5" y="1"/>
                      <a:pt x="7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8" name="Freeform 1457">
                <a:extLst>
                  <a:ext uri="{FF2B5EF4-FFF2-40B4-BE49-F238E27FC236}">
                    <a16:creationId xmlns:a16="http://schemas.microsoft.com/office/drawing/2014/main" id="{498685DC-E0B8-4032-A4C7-98F0A43EE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542"/>
                <a:ext cx="10" cy="40"/>
              </a:xfrm>
              <a:custGeom>
                <a:avLst/>
                <a:gdLst>
                  <a:gd name="T0" fmla="*/ 63 w 4"/>
                  <a:gd name="T1" fmla="*/ 93 h 15"/>
                  <a:gd name="T2" fmla="*/ 63 w 4"/>
                  <a:gd name="T3" fmla="*/ 149 h 15"/>
                  <a:gd name="T4" fmla="*/ 50 w 4"/>
                  <a:gd name="T5" fmla="*/ 205 h 15"/>
                  <a:gd name="T6" fmla="*/ 33 w 4"/>
                  <a:gd name="T7" fmla="*/ 285 h 15"/>
                  <a:gd name="T8" fmla="*/ 50 w 4"/>
                  <a:gd name="T9" fmla="*/ 192 h 15"/>
                  <a:gd name="T10" fmla="*/ 33 w 4"/>
                  <a:gd name="T11" fmla="*/ 115 h 15"/>
                  <a:gd name="T12" fmla="*/ 0 w 4"/>
                  <a:gd name="T13" fmla="*/ 77 h 15"/>
                  <a:gd name="T14" fmla="*/ 33 w 4"/>
                  <a:gd name="T15" fmla="*/ 0 h 15"/>
                  <a:gd name="T16" fmla="*/ 33 w 4"/>
                  <a:gd name="T17" fmla="*/ 77 h 15"/>
                  <a:gd name="T18" fmla="*/ 63 w 4"/>
                  <a:gd name="T19" fmla="*/ 93 h 15"/>
                  <a:gd name="T20" fmla="*/ 63 w 4"/>
                  <a:gd name="T21" fmla="*/ 1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15">
                    <a:moveTo>
                      <a:pt x="4" y="5"/>
                    </a:moveTo>
                    <a:cubicBezTo>
                      <a:pt x="4" y="6"/>
                      <a:pt x="4" y="7"/>
                      <a:pt x="4" y="8"/>
                    </a:cubicBezTo>
                    <a:cubicBezTo>
                      <a:pt x="4" y="9"/>
                      <a:pt x="4" y="10"/>
                      <a:pt x="3" y="11"/>
                    </a:cubicBezTo>
                    <a:cubicBezTo>
                      <a:pt x="3" y="12"/>
                      <a:pt x="3" y="13"/>
                      <a:pt x="2" y="15"/>
                    </a:cubicBezTo>
                    <a:cubicBezTo>
                      <a:pt x="2" y="13"/>
                      <a:pt x="3" y="11"/>
                      <a:pt x="3" y="10"/>
                    </a:cubicBezTo>
                    <a:cubicBezTo>
                      <a:pt x="3" y="9"/>
                      <a:pt x="3" y="7"/>
                      <a:pt x="2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2" y="1"/>
                      <a:pt x="1" y="3"/>
                      <a:pt x="2" y="4"/>
                    </a:cubicBezTo>
                    <a:cubicBezTo>
                      <a:pt x="2" y="4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9" name="Freeform 1458">
                <a:extLst>
                  <a:ext uri="{FF2B5EF4-FFF2-40B4-BE49-F238E27FC236}">
                    <a16:creationId xmlns:a16="http://schemas.microsoft.com/office/drawing/2014/main" id="{3B3FDCD1-084F-4322-ABC0-D912FE0A5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558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0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0" name="Freeform 1459">
                <a:extLst>
                  <a:ext uri="{FF2B5EF4-FFF2-40B4-BE49-F238E27FC236}">
                    <a16:creationId xmlns:a16="http://schemas.microsoft.com/office/drawing/2014/main" id="{E4A5B59B-174D-4BC3-BFC3-B3F8425C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555"/>
                <a:ext cx="13" cy="32"/>
              </a:xfrm>
              <a:custGeom>
                <a:avLst/>
                <a:gdLst>
                  <a:gd name="T0" fmla="*/ 68 w 5"/>
                  <a:gd name="T1" fmla="*/ 0 h 12"/>
                  <a:gd name="T2" fmla="*/ 68 w 5"/>
                  <a:gd name="T3" fmla="*/ 35 h 12"/>
                  <a:gd name="T4" fmla="*/ 68 w 5"/>
                  <a:gd name="T5" fmla="*/ 136 h 12"/>
                  <a:gd name="T6" fmla="*/ 55 w 5"/>
                  <a:gd name="T7" fmla="*/ 192 h 12"/>
                  <a:gd name="T8" fmla="*/ 34 w 5"/>
                  <a:gd name="T9" fmla="*/ 205 h 12"/>
                  <a:gd name="T10" fmla="*/ 21 w 5"/>
                  <a:gd name="T11" fmla="*/ 227 h 12"/>
                  <a:gd name="T12" fmla="*/ 34 w 5"/>
                  <a:gd name="T13" fmla="*/ 136 h 12"/>
                  <a:gd name="T14" fmla="*/ 55 w 5"/>
                  <a:gd name="T15" fmla="*/ 3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cubicBezTo>
                      <a:pt x="5" y="0"/>
                      <a:pt x="4" y="1"/>
                      <a:pt x="4" y="2"/>
                    </a:cubicBezTo>
                    <a:cubicBezTo>
                      <a:pt x="4" y="4"/>
                      <a:pt x="4" y="5"/>
                      <a:pt x="4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0" y="10"/>
                      <a:pt x="2" y="9"/>
                      <a:pt x="2" y="7"/>
                    </a:cubicBezTo>
                    <a:cubicBezTo>
                      <a:pt x="3" y="5"/>
                      <a:pt x="3" y="3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1" name="Freeform 1460">
                <a:extLst>
                  <a:ext uri="{FF2B5EF4-FFF2-40B4-BE49-F238E27FC236}">
                    <a16:creationId xmlns:a16="http://schemas.microsoft.com/office/drawing/2014/main" id="{C47A01C1-2C48-49EF-BC4A-4144C15BC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553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33 w 6"/>
                  <a:gd name="T3" fmla="*/ 55 h 5"/>
                  <a:gd name="T4" fmla="*/ 63 w 6"/>
                  <a:gd name="T5" fmla="*/ 68 h 5"/>
                  <a:gd name="T6" fmla="*/ 83 w 6"/>
                  <a:gd name="T7" fmla="*/ 34 h 5"/>
                  <a:gd name="T8" fmla="*/ 50 w 6"/>
                  <a:gd name="T9" fmla="*/ 0 h 5"/>
                  <a:gd name="T10" fmla="*/ 50 w 6"/>
                  <a:gd name="T11" fmla="*/ 34 h 5"/>
                  <a:gd name="T12" fmla="*/ 33 w 6"/>
                  <a:gd name="T13" fmla="*/ 34 h 5"/>
                  <a:gd name="T14" fmla="*/ 0 w 6"/>
                  <a:gd name="T15" fmla="*/ 68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4"/>
                      <a:pt x="1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5" y="4"/>
                      <a:pt x="6" y="3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2" name="Freeform 1461">
                <a:extLst>
                  <a:ext uri="{FF2B5EF4-FFF2-40B4-BE49-F238E27FC236}">
                    <a16:creationId xmlns:a16="http://schemas.microsoft.com/office/drawing/2014/main" id="{A0ED17BB-EA28-4643-96D8-299E5A6E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61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12 w 3"/>
                  <a:gd name="T3" fmla="*/ 33 h 4"/>
                  <a:gd name="T4" fmla="*/ 28 w 3"/>
                  <a:gd name="T5" fmla="*/ 63 h 4"/>
                  <a:gd name="T6" fmla="*/ 28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3" name="Freeform 1462">
                <a:extLst>
                  <a:ext uri="{FF2B5EF4-FFF2-40B4-BE49-F238E27FC236}">
                    <a16:creationId xmlns:a16="http://schemas.microsoft.com/office/drawing/2014/main" id="{E58D9C52-0B62-44A9-BFD2-7D1C36E8C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569"/>
                <a:ext cx="15" cy="13"/>
              </a:xfrm>
              <a:custGeom>
                <a:avLst/>
                <a:gdLst>
                  <a:gd name="T0" fmla="*/ 0 w 6"/>
                  <a:gd name="T1" fmla="*/ 68 h 5"/>
                  <a:gd name="T2" fmla="*/ 63 w 6"/>
                  <a:gd name="T3" fmla="*/ 88 h 5"/>
                  <a:gd name="T4" fmla="*/ 95 w 6"/>
                  <a:gd name="T5" fmla="*/ 0 h 5"/>
                  <a:gd name="T6" fmla="*/ 50 w 6"/>
                  <a:gd name="T7" fmla="*/ 68 h 5"/>
                  <a:gd name="T8" fmla="*/ 0 w 6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2"/>
                      <a:pt x="3" y="5"/>
                      <a:pt x="4" y="5"/>
                    </a:cubicBezTo>
                    <a:cubicBezTo>
                      <a:pt x="5" y="5"/>
                      <a:pt x="6" y="1"/>
                      <a:pt x="6" y="0"/>
                    </a:cubicBezTo>
                    <a:cubicBezTo>
                      <a:pt x="5" y="1"/>
                      <a:pt x="5" y="4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4" name="Freeform 1463">
                <a:extLst>
                  <a:ext uri="{FF2B5EF4-FFF2-40B4-BE49-F238E27FC236}">
                    <a16:creationId xmlns:a16="http://schemas.microsoft.com/office/drawing/2014/main" id="{2AAB480C-55A8-4461-BDBC-53C086075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534"/>
                <a:ext cx="122" cy="165"/>
              </a:xfrm>
              <a:custGeom>
                <a:avLst/>
                <a:gdLst>
                  <a:gd name="T0" fmla="*/ 540 w 49"/>
                  <a:gd name="T1" fmla="*/ 0 h 62"/>
                  <a:gd name="T2" fmla="*/ 695 w 49"/>
                  <a:gd name="T3" fmla="*/ 511 h 62"/>
                  <a:gd name="T4" fmla="*/ 229 w 49"/>
                  <a:gd name="T5" fmla="*/ 1147 h 62"/>
                  <a:gd name="T6" fmla="*/ 0 w 49"/>
                  <a:gd name="T7" fmla="*/ 998 h 62"/>
                  <a:gd name="T8" fmla="*/ 309 w 49"/>
                  <a:gd name="T9" fmla="*/ 1091 h 62"/>
                  <a:gd name="T10" fmla="*/ 662 w 49"/>
                  <a:gd name="T11" fmla="*/ 474 h 62"/>
                  <a:gd name="T12" fmla="*/ 540 w 49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62">
                    <a:moveTo>
                      <a:pt x="35" y="0"/>
                    </a:moveTo>
                    <a:cubicBezTo>
                      <a:pt x="39" y="2"/>
                      <a:pt x="49" y="13"/>
                      <a:pt x="45" y="27"/>
                    </a:cubicBezTo>
                    <a:cubicBezTo>
                      <a:pt x="41" y="41"/>
                      <a:pt x="25" y="62"/>
                      <a:pt x="15" y="61"/>
                    </a:cubicBezTo>
                    <a:cubicBezTo>
                      <a:pt x="10" y="61"/>
                      <a:pt x="3" y="56"/>
                      <a:pt x="0" y="53"/>
                    </a:cubicBezTo>
                    <a:cubicBezTo>
                      <a:pt x="3" y="56"/>
                      <a:pt x="13" y="61"/>
                      <a:pt x="20" y="58"/>
                    </a:cubicBezTo>
                    <a:cubicBezTo>
                      <a:pt x="27" y="54"/>
                      <a:pt x="39" y="40"/>
                      <a:pt x="43" y="25"/>
                    </a:cubicBezTo>
                    <a:cubicBezTo>
                      <a:pt x="44" y="17"/>
                      <a:pt x="44" y="10"/>
                      <a:pt x="35" y="0"/>
                    </a:cubicBezTo>
                    <a:close/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5" name="Freeform 1464">
                <a:extLst>
                  <a:ext uri="{FF2B5EF4-FFF2-40B4-BE49-F238E27FC236}">
                    <a16:creationId xmlns:a16="http://schemas.microsoft.com/office/drawing/2014/main" id="{5D9CDBBF-FBD0-4463-B83A-53B7D5223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555"/>
                <a:ext cx="40" cy="27"/>
              </a:xfrm>
              <a:custGeom>
                <a:avLst/>
                <a:gdLst>
                  <a:gd name="T0" fmla="*/ 95 w 16"/>
                  <a:gd name="T1" fmla="*/ 0 h 10"/>
                  <a:gd name="T2" fmla="*/ 50 w 16"/>
                  <a:gd name="T3" fmla="*/ 81 h 10"/>
                  <a:gd name="T4" fmla="*/ 0 w 16"/>
                  <a:gd name="T5" fmla="*/ 197 h 10"/>
                  <a:gd name="T6" fmla="*/ 63 w 16"/>
                  <a:gd name="T7" fmla="*/ 103 h 10"/>
                  <a:gd name="T8" fmla="*/ 113 w 16"/>
                  <a:gd name="T9" fmla="*/ 38 h 10"/>
                  <a:gd name="T10" fmla="*/ 250 w 16"/>
                  <a:gd name="T11" fmla="*/ 38 h 10"/>
                  <a:gd name="T12" fmla="*/ 188 w 16"/>
                  <a:gd name="T13" fmla="*/ 22 h 10"/>
                  <a:gd name="T14" fmla="*/ 113 w 16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0">
                    <a:moveTo>
                      <a:pt x="6" y="0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2" y="6"/>
                      <a:pt x="1" y="8"/>
                      <a:pt x="0" y="10"/>
                    </a:cubicBezTo>
                    <a:cubicBezTo>
                      <a:pt x="1" y="8"/>
                      <a:pt x="3" y="7"/>
                      <a:pt x="4" y="5"/>
                    </a:cubicBezTo>
                    <a:cubicBezTo>
                      <a:pt x="5" y="4"/>
                      <a:pt x="6" y="3"/>
                      <a:pt x="7" y="2"/>
                    </a:cubicBezTo>
                    <a:cubicBezTo>
                      <a:pt x="10" y="2"/>
                      <a:pt x="14" y="4"/>
                      <a:pt x="16" y="2"/>
                    </a:cubicBezTo>
                    <a:cubicBezTo>
                      <a:pt x="15" y="2"/>
                      <a:pt x="13" y="1"/>
                      <a:pt x="12" y="1"/>
                    </a:cubicBezTo>
                    <a:cubicBezTo>
                      <a:pt x="10" y="1"/>
                      <a:pt x="8" y="1"/>
                      <a:pt x="7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6" name="Freeform 1465">
                <a:extLst>
                  <a:ext uri="{FF2B5EF4-FFF2-40B4-BE49-F238E27FC236}">
                    <a16:creationId xmlns:a16="http://schemas.microsoft.com/office/drawing/2014/main" id="{9F231872-B432-4EB0-8FCC-263C45FF3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547"/>
                <a:ext cx="25" cy="14"/>
              </a:xfrm>
              <a:custGeom>
                <a:avLst/>
                <a:gdLst>
                  <a:gd name="T0" fmla="*/ 20 w 10"/>
                  <a:gd name="T1" fmla="*/ 87 h 5"/>
                  <a:gd name="T2" fmla="*/ 95 w 10"/>
                  <a:gd name="T3" fmla="*/ 109 h 5"/>
                  <a:gd name="T4" fmla="*/ 158 w 10"/>
                  <a:gd name="T5" fmla="*/ 109 h 5"/>
                  <a:gd name="T6" fmla="*/ 125 w 10"/>
                  <a:gd name="T7" fmla="*/ 87 h 5"/>
                  <a:gd name="T8" fmla="*/ 63 w 10"/>
                  <a:gd name="T9" fmla="*/ 48 h 5"/>
                  <a:gd name="T10" fmla="*/ 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" y="4"/>
                    </a:moveTo>
                    <a:cubicBezTo>
                      <a:pt x="2" y="3"/>
                      <a:pt x="4" y="4"/>
                      <a:pt x="6" y="5"/>
                    </a:cubicBezTo>
                    <a:cubicBezTo>
                      <a:pt x="7" y="5"/>
                      <a:pt x="8" y="5"/>
                      <a:pt x="10" y="5"/>
                    </a:cubicBezTo>
                    <a:cubicBezTo>
                      <a:pt x="9" y="5"/>
                      <a:pt x="8" y="4"/>
                      <a:pt x="8" y="4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7" name="Freeform 1466">
                <a:extLst>
                  <a:ext uri="{FF2B5EF4-FFF2-40B4-BE49-F238E27FC236}">
                    <a16:creationId xmlns:a16="http://schemas.microsoft.com/office/drawing/2014/main" id="{CFB654E0-D5BA-4F9A-887B-2F26947F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561"/>
                <a:ext cx="15" cy="16"/>
              </a:xfrm>
              <a:custGeom>
                <a:avLst/>
                <a:gdLst>
                  <a:gd name="T0" fmla="*/ 0 w 6"/>
                  <a:gd name="T1" fmla="*/ 115 h 6"/>
                  <a:gd name="T2" fmla="*/ 95 w 6"/>
                  <a:gd name="T3" fmla="*/ 35 h 6"/>
                  <a:gd name="T4" fmla="*/ 83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3" y="5"/>
                      <a:pt x="5" y="4"/>
                      <a:pt x="6" y="2"/>
                    </a:cubicBezTo>
                    <a:cubicBezTo>
                      <a:pt x="6" y="2"/>
                      <a:pt x="6" y="1"/>
                      <a:pt x="5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8" name="Freeform 1467">
                <a:extLst>
                  <a:ext uri="{FF2B5EF4-FFF2-40B4-BE49-F238E27FC236}">
                    <a16:creationId xmlns:a16="http://schemas.microsoft.com/office/drawing/2014/main" id="{685A7772-B589-41EB-A7F0-26409990B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67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35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3" y="1"/>
                      <a:pt x="2" y="2"/>
                    </a:cubicBezTo>
                    <a:cubicBezTo>
                      <a:pt x="2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9" name="Freeform 1468">
                <a:extLst>
                  <a:ext uri="{FF2B5EF4-FFF2-40B4-BE49-F238E27FC236}">
                    <a16:creationId xmlns:a16="http://schemas.microsoft.com/office/drawing/2014/main" id="{38FE9122-9836-4984-8134-342E94D7C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69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0" name="Freeform 1469">
                <a:extLst>
                  <a:ext uri="{FF2B5EF4-FFF2-40B4-BE49-F238E27FC236}">
                    <a16:creationId xmlns:a16="http://schemas.microsoft.com/office/drawing/2014/main" id="{6792E889-7DEA-4E54-B405-B792F36B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678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47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3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1" name="Freeform 1470">
                <a:extLst>
                  <a:ext uri="{FF2B5EF4-FFF2-40B4-BE49-F238E27FC236}">
                    <a16:creationId xmlns:a16="http://schemas.microsoft.com/office/drawing/2014/main" id="{B35F8556-F0EB-41C4-8624-0F6663750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73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35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2" name="Freeform 1471">
                <a:extLst>
                  <a:ext uri="{FF2B5EF4-FFF2-40B4-BE49-F238E27FC236}">
                    <a16:creationId xmlns:a16="http://schemas.microsoft.com/office/drawing/2014/main" id="{D0DEC5E4-D153-47F3-9BDB-C44595589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697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0 w 3"/>
                  <a:gd name="T3" fmla="*/ 33 h 2"/>
                  <a:gd name="T4" fmla="*/ 28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0" y="1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3" name="Freeform 1472">
                <a:extLst>
                  <a:ext uri="{FF2B5EF4-FFF2-40B4-BE49-F238E27FC236}">
                    <a16:creationId xmlns:a16="http://schemas.microsoft.com/office/drawing/2014/main" id="{F06D0F05-DEC9-40A6-81AE-90E93A7DE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8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20 w 4"/>
                  <a:gd name="T3" fmla="*/ 61 h 4"/>
                  <a:gd name="T4" fmla="*/ 63 w 4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2" y="4"/>
                      <a:pt x="1" y="3"/>
                    </a:cubicBezTo>
                    <a:cubicBezTo>
                      <a:pt x="0" y="3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4" name="Freeform 1473">
                <a:extLst>
                  <a:ext uri="{FF2B5EF4-FFF2-40B4-BE49-F238E27FC236}">
                    <a16:creationId xmlns:a16="http://schemas.microsoft.com/office/drawing/2014/main" id="{53B721E1-ECE8-4FD1-9B7C-C5E2BB52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58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5" name="Freeform 1474">
                <a:extLst>
                  <a:ext uri="{FF2B5EF4-FFF2-40B4-BE49-F238E27FC236}">
                    <a16:creationId xmlns:a16="http://schemas.microsoft.com/office/drawing/2014/main" id="{79CE63B0-96F4-4C20-A8DA-AF172EF5B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61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35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2"/>
                      <a:pt x="2" y="2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6" name="Freeform 1475">
                <a:extLst>
                  <a:ext uri="{FF2B5EF4-FFF2-40B4-BE49-F238E27FC236}">
                    <a16:creationId xmlns:a16="http://schemas.microsoft.com/office/drawing/2014/main" id="{721722BC-27C2-4D92-A15A-680733A2C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606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7" name="Freeform 1476">
                <a:extLst>
                  <a:ext uri="{FF2B5EF4-FFF2-40B4-BE49-F238E27FC236}">
                    <a16:creationId xmlns:a16="http://schemas.microsoft.com/office/drawing/2014/main" id="{AA6BA19C-6CC2-4B85-B1DA-15E8EBFA7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0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8" name="Freeform 1477">
                <a:extLst>
                  <a:ext uri="{FF2B5EF4-FFF2-40B4-BE49-F238E27FC236}">
                    <a16:creationId xmlns:a16="http://schemas.microsoft.com/office/drawing/2014/main" id="{DBA70F6D-48B1-4750-B303-6EDA3E5AD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63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9" name="Freeform 1478">
                <a:extLst>
                  <a:ext uri="{FF2B5EF4-FFF2-40B4-BE49-F238E27FC236}">
                    <a16:creationId xmlns:a16="http://schemas.microsoft.com/office/drawing/2014/main" id="{1BB6CA9D-0F00-42A8-9EA4-37F99BFEE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59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0" name="Freeform 1479">
                <a:extLst>
                  <a:ext uri="{FF2B5EF4-FFF2-40B4-BE49-F238E27FC236}">
                    <a16:creationId xmlns:a16="http://schemas.microsoft.com/office/drawing/2014/main" id="{BD5DA3E2-FE45-4B44-9F2C-8AAF8953A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58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56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1" name="Freeform 1480">
                <a:extLst>
                  <a:ext uri="{FF2B5EF4-FFF2-40B4-BE49-F238E27FC236}">
                    <a16:creationId xmlns:a16="http://schemas.microsoft.com/office/drawing/2014/main" id="{B03A0F25-EA38-425D-A514-0AD8DA8B6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74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61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2" name="Freeform 1481">
                <a:extLst>
                  <a:ext uri="{FF2B5EF4-FFF2-40B4-BE49-F238E27FC236}">
                    <a16:creationId xmlns:a16="http://schemas.microsoft.com/office/drawing/2014/main" id="{145934E9-1295-4379-915F-C0AB9C0A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59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3" name="Freeform 1482">
                <a:extLst>
                  <a:ext uri="{FF2B5EF4-FFF2-40B4-BE49-F238E27FC236}">
                    <a16:creationId xmlns:a16="http://schemas.microsoft.com/office/drawing/2014/main" id="{6BEEC426-ECA2-4842-96B6-66215273E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587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35 w 3"/>
                  <a:gd name="T3" fmla="*/ 61 h 4"/>
                  <a:gd name="T4" fmla="*/ 2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4" name="Freeform 1483">
                <a:extLst>
                  <a:ext uri="{FF2B5EF4-FFF2-40B4-BE49-F238E27FC236}">
                    <a16:creationId xmlns:a16="http://schemas.microsoft.com/office/drawing/2014/main" id="{AC4FEC29-2507-40D2-992B-D341E9B8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58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5" name="Freeform 1484">
                <a:extLst>
                  <a:ext uri="{FF2B5EF4-FFF2-40B4-BE49-F238E27FC236}">
                    <a16:creationId xmlns:a16="http://schemas.microsoft.com/office/drawing/2014/main" id="{1A932656-2234-4BE9-9DEB-9F4263463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59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56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6" name="Freeform 1485">
                <a:extLst>
                  <a:ext uri="{FF2B5EF4-FFF2-40B4-BE49-F238E27FC236}">
                    <a16:creationId xmlns:a16="http://schemas.microsoft.com/office/drawing/2014/main" id="{6ECCCAB6-364A-4603-8FD6-ADE29795D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563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61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2"/>
                      <a:pt x="3" y="3"/>
                    </a:cubicBezTo>
                    <a:cubicBezTo>
                      <a:pt x="2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7" name="Freeform 1486">
                <a:extLst>
                  <a:ext uri="{FF2B5EF4-FFF2-40B4-BE49-F238E27FC236}">
                    <a16:creationId xmlns:a16="http://schemas.microsoft.com/office/drawing/2014/main" id="{9A21DBB9-C77D-4AD2-B8E2-A26C6E6CA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57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56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8" name="Freeform 1487">
                <a:extLst>
                  <a:ext uri="{FF2B5EF4-FFF2-40B4-BE49-F238E27FC236}">
                    <a16:creationId xmlns:a16="http://schemas.microsoft.com/office/drawing/2014/main" id="{E414055B-879E-4EFA-9330-F042CFB06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60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9" name="Freeform 1488">
                <a:extLst>
                  <a:ext uri="{FF2B5EF4-FFF2-40B4-BE49-F238E27FC236}">
                    <a16:creationId xmlns:a16="http://schemas.microsoft.com/office/drawing/2014/main" id="{B163EA4B-CA75-419D-9318-D410022E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57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56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0" name="Freeform 1489">
                <a:extLst>
                  <a:ext uri="{FF2B5EF4-FFF2-40B4-BE49-F238E27FC236}">
                    <a16:creationId xmlns:a16="http://schemas.microsoft.com/office/drawing/2014/main" id="{AFA01112-3374-40C4-B2A6-78FC4612A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625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50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2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1" name="Freeform 1490">
                <a:extLst>
                  <a:ext uri="{FF2B5EF4-FFF2-40B4-BE49-F238E27FC236}">
                    <a16:creationId xmlns:a16="http://schemas.microsoft.com/office/drawing/2014/main" id="{B24F5B57-4569-46DB-B4A5-B90F2BE8A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649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50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4" y="2"/>
                      <a:pt x="3" y="3"/>
                    </a:cubicBezTo>
                    <a:cubicBezTo>
                      <a:pt x="3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2" name="Freeform 1491">
                <a:extLst>
                  <a:ext uri="{FF2B5EF4-FFF2-40B4-BE49-F238E27FC236}">
                    <a16:creationId xmlns:a16="http://schemas.microsoft.com/office/drawing/2014/main" id="{BEA04FE1-0D0E-438A-B348-B9F7B868E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64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56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3" name="Freeform 1492">
                <a:extLst>
                  <a:ext uri="{FF2B5EF4-FFF2-40B4-BE49-F238E27FC236}">
                    <a16:creationId xmlns:a16="http://schemas.microsoft.com/office/drawing/2014/main" id="{DCF69F92-EECC-440E-B9D8-F74B70B71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25"/>
                <a:ext cx="8" cy="10"/>
              </a:xfrm>
              <a:custGeom>
                <a:avLst/>
                <a:gdLst>
                  <a:gd name="T0" fmla="*/ 21 w 3"/>
                  <a:gd name="T1" fmla="*/ 0 h 4"/>
                  <a:gd name="T2" fmla="*/ 35 w 3"/>
                  <a:gd name="T3" fmla="*/ 50 h 4"/>
                  <a:gd name="T4" fmla="*/ 2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4" name="Freeform 1493">
                <a:extLst>
                  <a:ext uri="{FF2B5EF4-FFF2-40B4-BE49-F238E27FC236}">
                    <a16:creationId xmlns:a16="http://schemas.microsoft.com/office/drawing/2014/main" id="{9FC0F0C1-2DB2-4DF4-8A16-B62A7D5B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61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35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5" name="Freeform 1494">
                <a:extLst>
                  <a:ext uri="{FF2B5EF4-FFF2-40B4-BE49-F238E27FC236}">
                    <a16:creationId xmlns:a16="http://schemas.microsoft.com/office/drawing/2014/main" id="{1888359F-4097-4CDA-BDB9-A131347F2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643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50 w 4"/>
                  <a:gd name="T3" fmla="*/ 61 h 4"/>
                  <a:gd name="T4" fmla="*/ 3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2"/>
                      <a:pt x="3" y="3"/>
                    </a:cubicBezTo>
                    <a:cubicBezTo>
                      <a:pt x="2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6" name="Freeform 1495">
                <a:extLst>
                  <a:ext uri="{FF2B5EF4-FFF2-40B4-BE49-F238E27FC236}">
                    <a16:creationId xmlns:a16="http://schemas.microsoft.com/office/drawing/2014/main" id="{F540F930-B91B-4512-910B-069D65A7F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582"/>
                <a:ext cx="10" cy="11"/>
              </a:xfrm>
              <a:custGeom>
                <a:avLst/>
                <a:gdLst>
                  <a:gd name="T0" fmla="*/ 33 w 4"/>
                  <a:gd name="T1" fmla="*/ 22 h 4"/>
                  <a:gd name="T2" fmla="*/ 50 w 4"/>
                  <a:gd name="T3" fmla="*/ 61 h 4"/>
                  <a:gd name="T4" fmla="*/ 3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3" y="0"/>
                      <a:pt x="4" y="3"/>
                      <a:pt x="3" y="3"/>
                    </a:cubicBezTo>
                    <a:cubicBezTo>
                      <a:pt x="2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7" name="Freeform 1496">
                <a:extLst>
                  <a:ext uri="{FF2B5EF4-FFF2-40B4-BE49-F238E27FC236}">
                    <a16:creationId xmlns:a16="http://schemas.microsoft.com/office/drawing/2014/main" id="{21447574-27AB-4FBF-9EB2-8F06DE166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66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3" y="1"/>
                      <a:pt x="2" y="2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8" name="Freeform 1497">
                <a:extLst>
                  <a:ext uri="{FF2B5EF4-FFF2-40B4-BE49-F238E27FC236}">
                    <a16:creationId xmlns:a16="http://schemas.microsoft.com/office/drawing/2014/main" id="{A135E39F-EF98-46C2-91CE-A50359F2A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611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56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2"/>
                      <a:pt x="3" y="3"/>
                    </a:cubicBezTo>
                    <a:cubicBezTo>
                      <a:pt x="2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9" name="Freeform 1498">
                <a:extLst>
                  <a:ext uri="{FF2B5EF4-FFF2-40B4-BE49-F238E27FC236}">
                    <a16:creationId xmlns:a16="http://schemas.microsoft.com/office/drawing/2014/main" id="{0A65066D-620B-4332-BF71-1B0435F4F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60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35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0" name="Freeform 1499">
                <a:extLst>
                  <a:ext uri="{FF2B5EF4-FFF2-40B4-BE49-F238E27FC236}">
                    <a16:creationId xmlns:a16="http://schemas.microsoft.com/office/drawing/2014/main" id="{96B88B43-93B7-4E32-BD0E-8D2D6A03C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8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1" name="Freeform 1500">
                <a:extLst>
                  <a:ext uri="{FF2B5EF4-FFF2-40B4-BE49-F238E27FC236}">
                    <a16:creationId xmlns:a16="http://schemas.microsoft.com/office/drawing/2014/main" id="{48ED87D9-C895-4C4C-AA2C-3A96EC8B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542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21 w 3"/>
                  <a:gd name="T3" fmla="*/ 83 h 4"/>
                  <a:gd name="T4" fmla="*/ 56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2" y="4"/>
                      <a:pt x="1" y="4"/>
                    </a:cubicBezTo>
                    <a:cubicBezTo>
                      <a:pt x="0" y="3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2" name="Freeform 1501">
                <a:extLst>
                  <a:ext uri="{FF2B5EF4-FFF2-40B4-BE49-F238E27FC236}">
                    <a16:creationId xmlns:a16="http://schemas.microsoft.com/office/drawing/2014/main" id="{39291630-80E4-4B3A-95AC-60B2FDF12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58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3" name="Freeform 1502">
                <a:extLst>
                  <a:ext uri="{FF2B5EF4-FFF2-40B4-BE49-F238E27FC236}">
                    <a16:creationId xmlns:a16="http://schemas.microsoft.com/office/drawing/2014/main" id="{34AD8231-90E1-45FF-AAAA-E1712EAA2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62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35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4" name="Freeform 1503">
                <a:extLst>
                  <a:ext uri="{FF2B5EF4-FFF2-40B4-BE49-F238E27FC236}">
                    <a16:creationId xmlns:a16="http://schemas.microsoft.com/office/drawing/2014/main" id="{D0D5B92F-1F92-4080-B086-9E59AA509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633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50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5" name="Freeform 1504">
                <a:extLst>
                  <a:ext uri="{FF2B5EF4-FFF2-40B4-BE49-F238E27FC236}">
                    <a16:creationId xmlns:a16="http://schemas.microsoft.com/office/drawing/2014/main" id="{3B2CE053-58FF-4FFA-8638-6345A942B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6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3" y="2"/>
                    </a:cubicBezTo>
                    <a:cubicBezTo>
                      <a:pt x="2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6" name="Freeform 1505">
                <a:extLst>
                  <a:ext uri="{FF2B5EF4-FFF2-40B4-BE49-F238E27FC236}">
                    <a16:creationId xmlns:a16="http://schemas.microsoft.com/office/drawing/2014/main" id="{210281BC-37A3-4A09-AA2A-CDF139047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67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7" name="Freeform 1506">
                <a:extLst>
                  <a:ext uri="{FF2B5EF4-FFF2-40B4-BE49-F238E27FC236}">
                    <a16:creationId xmlns:a16="http://schemas.microsoft.com/office/drawing/2014/main" id="{1725E2D1-FC94-4936-B710-1BE514E73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6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0 w 2"/>
                  <a:gd name="T3" fmla="*/ 35 h 3"/>
                  <a:gd name="T4" fmla="*/ 2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1" y="3"/>
                      <a:pt x="0" y="2"/>
                    </a:cubicBezTo>
                    <a:cubicBezTo>
                      <a:pt x="0" y="2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8" name="Freeform 1507">
                <a:extLst>
                  <a:ext uri="{FF2B5EF4-FFF2-40B4-BE49-F238E27FC236}">
                    <a16:creationId xmlns:a16="http://schemas.microsoft.com/office/drawing/2014/main" id="{7F606513-3B7A-417E-BDC3-79DD7E39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662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35 h 3"/>
                  <a:gd name="T4" fmla="*/ 27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9" name="Freeform 1508">
                <a:extLst>
                  <a:ext uri="{FF2B5EF4-FFF2-40B4-BE49-F238E27FC236}">
                    <a16:creationId xmlns:a16="http://schemas.microsoft.com/office/drawing/2014/main" id="{4556494C-C20B-4BA2-91B6-36F57F00F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598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35 w 3"/>
                  <a:gd name="T3" fmla="*/ 61 h 4"/>
                  <a:gd name="T4" fmla="*/ 2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0" name="Freeform 1509">
                <a:extLst>
                  <a:ext uri="{FF2B5EF4-FFF2-40B4-BE49-F238E27FC236}">
                    <a16:creationId xmlns:a16="http://schemas.microsoft.com/office/drawing/2014/main" id="{9D68384A-4662-402C-98A7-6AD39A372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579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61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1" name="Freeform 1510">
                <a:extLst>
                  <a:ext uri="{FF2B5EF4-FFF2-40B4-BE49-F238E27FC236}">
                    <a16:creationId xmlns:a16="http://schemas.microsoft.com/office/drawing/2014/main" id="{19599578-F670-4667-8C7D-B70B1B200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571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2" name="Freeform 1511">
                <a:extLst>
                  <a:ext uri="{FF2B5EF4-FFF2-40B4-BE49-F238E27FC236}">
                    <a16:creationId xmlns:a16="http://schemas.microsoft.com/office/drawing/2014/main" id="{AF7C1387-39B6-4121-83BF-4DAFE2E7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56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3" name="Freeform 1512">
                <a:extLst>
                  <a:ext uri="{FF2B5EF4-FFF2-40B4-BE49-F238E27FC236}">
                    <a16:creationId xmlns:a16="http://schemas.microsoft.com/office/drawing/2014/main" id="{C89DA71B-8E11-4294-BD41-65EBAAF6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590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4" name="Freeform 1513">
                <a:extLst>
                  <a:ext uri="{FF2B5EF4-FFF2-40B4-BE49-F238E27FC236}">
                    <a16:creationId xmlns:a16="http://schemas.microsoft.com/office/drawing/2014/main" id="{3A03C350-EBEB-46E7-A10C-91CC3C9DC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03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54 h 2"/>
                  <a:gd name="T4" fmla="*/ 21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5" name="Freeform 1514">
                <a:extLst>
                  <a:ext uri="{FF2B5EF4-FFF2-40B4-BE49-F238E27FC236}">
                    <a16:creationId xmlns:a16="http://schemas.microsoft.com/office/drawing/2014/main" id="{F8C2AE06-9F87-4EE5-991D-46804282C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57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6" name="Freeform 1515">
                <a:extLst>
                  <a:ext uri="{FF2B5EF4-FFF2-40B4-BE49-F238E27FC236}">
                    <a16:creationId xmlns:a16="http://schemas.microsoft.com/office/drawing/2014/main" id="{E745D815-0980-4143-AB91-BC447710E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62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7" name="Freeform 1516">
                <a:extLst>
                  <a:ext uri="{FF2B5EF4-FFF2-40B4-BE49-F238E27FC236}">
                    <a16:creationId xmlns:a16="http://schemas.microsoft.com/office/drawing/2014/main" id="{B2F62815-CC40-4C76-80FF-7D9DD0147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65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8" name="Freeform 1517">
                <a:extLst>
                  <a:ext uri="{FF2B5EF4-FFF2-40B4-BE49-F238E27FC236}">
                    <a16:creationId xmlns:a16="http://schemas.microsoft.com/office/drawing/2014/main" id="{BADBA1BC-B32A-4D03-8B0C-04658195B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5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9" name="Freeform 1518">
                <a:extLst>
                  <a:ext uri="{FF2B5EF4-FFF2-40B4-BE49-F238E27FC236}">
                    <a16:creationId xmlns:a16="http://schemas.microsoft.com/office/drawing/2014/main" id="{89AD6F7A-CC4E-4B01-83F5-AAF359C30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64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0" name="Freeform 1519">
                <a:extLst>
                  <a:ext uri="{FF2B5EF4-FFF2-40B4-BE49-F238E27FC236}">
                    <a16:creationId xmlns:a16="http://schemas.microsoft.com/office/drawing/2014/main" id="{3222BA2A-2BAC-43D7-B54A-C7D4C76DD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64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1" name="Freeform 1520">
                <a:extLst>
                  <a:ext uri="{FF2B5EF4-FFF2-40B4-BE49-F238E27FC236}">
                    <a16:creationId xmlns:a16="http://schemas.microsoft.com/office/drawing/2014/main" id="{E45EF26A-9C89-4EE7-955F-AA72A20AF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63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35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2" name="Freeform 1521">
                <a:extLst>
                  <a:ext uri="{FF2B5EF4-FFF2-40B4-BE49-F238E27FC236}">
                    <a16:creationId xmlns:a16="http://schemas.microsoft.com/office/drawing/2014/main" id="{886AACF1-9579-4561-9CC4-F2102A095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622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20 w 2"/>
                  <a:gd name="T3" fmla="*/ 61 h 4"/>
                  <a:gd name="T4" fmla="*/ 2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4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3" name="Freeform 1522">
                <a:extLst>
                  <a:ext uri="{FF2B5EF4-FFF2-40B4-BE49-F238E27FC236}">
                    <a16:creationId xmlns:a16="http://schemas.microsoft.com/office/drawing/2014/main" id="{8DA20356-77B4-4945-A793-E06B19116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1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4" name="Freeform 1523">
                <a:extLst>
                  <a:ext uri="{FF2B5EF4-FFF2-40B4-BE49-F238E27FC236}">
                    <a16:creationId xmlns:a16="http://schemas.microsoft.com/office/drawing/2014/main" id="{A09AE1ED-6C64-45D0-9B22-7BF9219A4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566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61 h 4"/>
                  <a:gd name="T4" fmla="*/ 2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4" y="3"/>
                      <a:pt x="3" y="3"/>
                    </a:cubicBezTo>
                    <a:cubicBezTo>
                      <a:pt x="2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5" name="Freeform 1524">
                <a:extLst>
                  <a:ext uri="{FF2B5EF4-FFF2-40B4-BE49-F238E27FC236}">
                    <a16:creationId xmlns:a16="http://schemas.microsoft.com/office/drawing/2014/main" id="{DF543C98-BBCA-44EF-ADA1-20EE1E53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553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35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2"/>
                      <a:pt x="3" y="2"/>
                    </a:cubicBezTo>
                    <a:cubicBezTo>
                      <a:pt x="2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6" name="Freeform 1525">
                <a:extLst>
                  <a:ext uri="{FF2B5EF4-FFF2-40B4-BE49-F238E27FC236}">
                    <a16:creationId xmlns:a16="http://schemas.microsoft.com/office/drawing/2014/main" id="{6FF31418-5A9A-48FA-823A-194B26D55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569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2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7" name="Freeform 1526">
                <a:extLst>
                  <a:ext uri="{FF2B5EF4-FFF2-40B4-BE49-F238E27FC236}">
                    <a16:creationId xmlns:a16="http://schemas.microsoft.com/office/drawing/2014/main" id="{0C9216E5-BB6B-4B87-A00F-6CFA0BD44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539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37 w 3"/>
                  <a:gd name="T3" fmla="*/ 61 h 4"/>
                  <a:gd name="T4" fmla="*/ 12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2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8" name="Freeform 1527">
                <a:extLst>
                  <a:ext uri="{FF2B5EF4-FFF2-40B4-BE49-F238E27FC236}">
                    <a16:creationId xmlns:a16="http://schemas.microsoft.com/office/drawing/2014/main" id="{D47AD844-1C43-48A3-BA03-84840D7C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598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9" name="Freeform 1528">
                <a:extLst>
                  <a:ext uri="{FF2B5EF4-FFF2-40B4-BE49-F238E27FC236}">
                    <a16:creationId xmlns:a16="http://schemas.microsoft.com/office/drawing/2014/main" id="{DBBDEC99-B4BC-439A-85BC-F160ED58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633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50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0" name="Freeform 1529">
                <a:extLst>
                  <a:ext uri="{FF2B5EF4-FFF2-40B4-BE49-F238E27FC236}">
                    <a16:creationId xmlns:a16="http://schemas.microsoft.com/office/drawing/2014/main" id="{77DF2176-CB1E-4B1C-B301-8B6DD3395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61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1" name="Freeform 1530">
                <a:extLst>
                  <a:ext uri="{FF2B5EF4-FFF2-40B4-BE49-F238E27FC236}">
                    <a16:creationId xmlns:a16="http://schemas.microsoft.com/office/drawing/2014/main" id="{7CE0E416-4E4E-4293-8529-BC2E6053B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603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3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2" name="Freeform 1531">
                <a:extLst>
                  <a:ext uri="{FF2B5EF4-FFF2-40B4-BE49-F238E27FC236}">
                    <a16:creationId xmlns:a16="http://schemas.microsoft.com/office/drawing/2014/main" id="{BFC6104A-5270-4626-9E94-2BCE65B8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60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56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3" name="Freeform 1532">
                <a:extLst>
                  <a:ext uri="{FF2B5EF4-FFF2-40B4-BE49-F238E27FC236}">
                    <a16:creationId xmlns:a16="http://schemas.microsoft.com/office/drawing/2014/main" id="{B3E76F6F-8BCF-4147-BA4A-052E9954B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22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4" name="Freeform 1533">
                <a:extLst>
                  <a:ext uri="{FF2B5EF4-FFF2-40B4-BE49-F238E27FC236}">
                    <a16:creationId xmlns:a16="http://schemas.microsoft.com/office/drawing/2014/main" id="{5E3ACBB1-AFC7-4E7D-9A64-01318560C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46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5" name="Freeform 1534">
                <a:extLst>
                  <a:ext uri="{FF2B5EF4-FFF2-40B4-BE49-F238E27FC236}">
                    <a16:creationId xmlns:a16="http://schemas.microsoft.com/office/drawing/2014/main" id="{914556B9-035D-4CC4-AF3E-AD688D4A1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14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28 w 3"/>
                  <a:gd name="T3" fmla="*/ 61 h 4"/>
                  <a:gd name="T4" fmla="*/ 12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6" name="Freeform 1535">
                <a:extLst>
                  <a:ext uri="{FF2B5EF4-FFF2-40B4-BE49-F238E27FC236}">
                    <a16:creationId xmlns:a16="http://schemas.microsoft.com/office/drawing/2014/main" id="{A4B79D24-2275-4B25-BC4A-37AC69042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58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56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7" name="Freeform 1536">
                <a:extLst>
                  <a:ext uri="{FF2B5EF4-FFF2-40B4-BE49-F238E27FC236}">
                    <a16:creationId xmlns:a16="http://schemas.microsoft.com/office/drawing/2014/main" id="{526BFA35-D0FE-4D3A-ADF5-AC2993057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56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8" name="Freeform 1537">
                <a:extLst>
                  <a:ext uri="{FF2B5EF4-FFF2-40B4-BE49-F238E27FC236}">
                    <a16:creationId xmlns:a16="http://schemas.microsoft.com/office/drawing/2014/main" id="{1FFC88D4-C45A-443D-B8A0-467B15E78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630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9" name="Freeform 1538">
                <a:extLst>
                  <a:ext uri="{FF2B5EF4-FFF2-40B4-BE49-F238E27FC236}">
                    <a16:creationId xmlns:a16="http://schemas.microsoft.com/office/drawing/2014/main" id="{ADE530CE-9A8D-4AF4-AEDB-CAAC95EFE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54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61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0" name="Freeform 1539">
                <a:extLst>
                  <a:ext uri="{FF2B5EF4-FFF2-40B4-BE49-F238E27FC236}">
                    <a16:creationId xmlns:a16="http://schemas.microsoft.com/office/drawing/2014/main" id="{4958D9D4-34D2-4309-BA0B-AB5C48410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681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28 w 3"/>
                  <a:gd name="T3" fmla="*/ 50 h 4"/>
                  <a:gd name="T4" fmla="*/ 12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2" y="4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1" name="Freeform 1540">
                <a:extLst>
                  <a:ext uri="{FF2B5EF4-FFF2-40B4-BE49-F238E27FC236}">
                    <a16:creationId xmlns:a16="http://schemas.microsoft.com/office/drawing/2014/main" id="{EF3C5747-78D7-4605-A2E3-DCC595F2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64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2" name="Freeform 1541">
                <a:extLst>
                  <a:ext uri="{FF2B5EF4-FFF2-40B4-BE49-F238E27FC236}">
                    <a16:creationId xmlns:a16="http://schemas.microsoft.com/office/drawing/2014/main" id="{0C68E64D-B5B6-4F5D-846E-8A6D37772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57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33 h 2"/>
                  <a:gd name="T4" fmla="*/ 21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3" name="Freeform 1542">
                <a:extLst>
                  <a:ext uri="{FF2B5EF4-FFF2-40B4-BE49-F238E27FC236}">
                    <a16:creationId xmlns:a16="http://schemas.microsoft.com/office/drawing/2014/main" id="{19664E61-F9B2-48BA-9D23-204293BFF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22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4" name="Freeform 1543">
                <a:extLst>
                  <a:ext uri="{FF2B5EF4-FFF2-40B4-BE49-F238E27FC236}">
                    <a16:creationId xmlns:a16="http://schemas.microsoft.com/office/drawing/2014/main" id="{7D0A85B5-867B-4812-8949-97B64BB6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64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F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5" name="Freeform 1544">
                <a:extLst>
                  <a:ext uri="{FF2B5EF4-FFF2-40B4-BE49-F238E27FC236}">
                    <a16:creationId xmlns:a16="http://schemas.microsoft.com/office/drawing/2014/main" id="{29B2A806-3B12-4F6C-BE31-9DB42952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67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6" name="Freeform 1545">
                <a:extLst>
                  <a:ext uri="{FF2B5EF4-FFF2-40B4-BE49-F238E27FC236}">
                    <a16:creationId xmlns:a16="http://schemas.microsoft.com/office/drawing/2014/main" id="{A0EAEC4D-AD0D-4957-AC18-9303E22AD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69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35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3" y="1"/>
                      <a:pt x="2" y="2"/>
                    </a:cubicBezTo>
                    <a:cubicBezTo>
                      <a:pt x="2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7" name="Freeform 1546">
                <a:extLst>
                  <a:ext uri="{FF2B5EF4-FFF2-40B4-BE49-F238E27FC236}">
                    <a16:creationId xmlns:a16="http://schemas.microsoft.com/office/drawing/2014/main" id="{B4FA2BFE-D031-44F9-8CE4-ECB8EBC80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675"/>
                <a:ext cx="13" cy="11"/>
              </a:xfrm>
              <a:custGeom>
                <a:avLst/>
                <a:gdLst>
                  <a:gd name="T0" fmla="*/ 34 w 5"/>
                  <a:gd name="T1" fmla="*/ 22 h 4"/>
                  <a:gd name="T2" fmla="*/ 68 w 5"/>
                  <a:gd name="T3" fmla="*/ 61 h 4"/>
                  <a:gd name="T4" fmla="*/ 34 w 5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5" y="2"/>
                      <a:pt x="4" y="3"/>
                    </a:cubicBezTo>
                    <a:cubicBezTo>
                      <a:pt x="4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8" name="Freeform 1547">
                <a:extLst>
                  <a:ext uri="{FF2B5EF4-FFF2-40B4-BE49-F238E27FC236}">
                    <a16:creationId xmlns:a16="http://schemas.microsoft.com/office/drawing/2014/main" id="{43C1416D-B121-4673-94A8-E97F00165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67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21 w 3"/>
                  <a:gd name="T3" fmla="*/ 35 h 3"/>
                  <a:gd name="T4" fmla="*/ 56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3"/>
                      <a:pt x="1" y="2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9" name="Freeform 1548">
                <a:extLst>
                  <a:ext uri="{FF2B5EF4-FFF2-40B4-BE49-F238E27FC236}">
                    <a16:creationId xmlns:a16="http://schemas.microsoft.com/office/drawing/2014/main" id="{461E6BB5-3919-43D6-8EA7-F32A54928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69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33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0" name="Freeform 1549">
                <a:extLst>
                  <a:ext uri="{FF2B5EF4-FFF2-40B4-BE49-F238E27FC236}">
                    <a16:creationId xmlns:a16="http://schemas.microsoft.com/office/drawing/2014/main" id="{36D5652B-6283-4466-A8F8-B82AA216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8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0 w 4"/>
                  <a:gd name="T3" fmla="*/ 61 h 4"/>
                  <a:gd name="T4" fmla="*/ 5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1" y="4"/>
                      <a:pt x="0" y="3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1" name="Freeform 1550">
                <a:extLst>
                  <a:ext uri="{FF2B5EF4-FFF2-40B4-BE49-F238E27FC236}">
                    <a16:creationId xmlns:a16="http://schemas.microsoft.com/office/drawing/2014/main" id="{41342B70-3902-409F-9B1A-121545A80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58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35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96" name="Group 1551">
              <a:extLst>
                <a:ext uri="{FF2B5EF4-FFF2-40B4-BE49-F238E27FC236}">
                  <a16:creationId xmlns:a16="http://schemas.microsoft.com/office/drawing/2014/main" id="{C10B3AD1-98ED-47E2-A45E-30561DA910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8" y="2294"/>
              <a:ext cx="590" cy="616"/>
              <a:chOff x="2288" y="2294"/>
              <a:chExt cx="590" cy="616"/>
            </a:xfrm>
          </p:grpSpPr>
          <p:sp>
            <p:nvSpPr>
              <p:cNvPr id="32750" name="Freeform 1552">
                <a:extLst>
                  <a:ext uri="{FF2B5EF4-FFF2-40B4-BE49-F238E27FC236}">
                    <a16:creationId xmlns:a16="http://schemas.microsoft.com/office/drawing/2014/main" id="{5E8047AF-1D4B-491C-808C-2D7B82F54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611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35 w 3"/>
                  <a:gd name="T3" fmla="*/ 61 h 4"/>
                  <a:gd name="T4" fmla="*/ 2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1" name="Freeform 1553">
                <a:extLst>
                  <a:ext uri="{FF2B5EF4-FFF2-40B4-BE49-F238E27FC236}">
                    <a16:creationId xmlns:a16="http://schemas.microsoft.com/office/drawing/2014/main" id="{78A25754-F707-42AD-B672-C17804AE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60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35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2" name="Freeform 1554">
                <a:extLst>
                  <a:ext uri="{FF2B5EF4-FFF2-40B4-BE49-F238E27FC236}">
                    <a16:creationId xmlns:a16="http://schemas.microsoft.com/office/drawing/2014/main" id="{4A20F867-8A22-4361-ABA8-B534AF689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60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3" name="Freeform 1555">
                <a:extLst>
                  <a:ext uri="{FF2B5EF4-FFF2-40B4-BE49-F238E27FC236}">
                    <a16:creationId xmlns:a16="http://schemas.microsoft.com/office/drawing/2014/main" id="{5B38008A-9927-468E-8A09-1F1D8E057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63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4" name="Freeform 1556">
                <a:extLst>
                  <a:ext uri="{FF2B5EF4-FFF2-40B4-BE49-F238E27FC236}">
                    <a16:creationId xmlns:a16="http://schemas.microsoft.com/office/drawing/2014/main" id="{2978DFA4-F171-4C35-A388-3F597FB1E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593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5" name="Freeform 1557">
                <a:extLst>
                  <a:ext uri="{FF2B5EF4-FFF2-40B4-BE49-F238E27FC236}">
                    <a16:creationId xmlns:a16="http://schemas.microsoft.com/office/drawing/2014/main" id="{1F96A761-DC86-496F-AD75-21919ABCF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582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61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6" name="Freeform 1558">
                <a:extLst>
                  <a:ext uri="{FF2B5EF4-FFF2-40B4-BE49-F238E27FC236}">
                    <a16:creationId xmlns:a16="http://schemas.microsoft.com/office/drawing/2014/main" id="{19930D31-68E9-499D-B2A0-0114ABBD9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7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56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7" name="Freeform 1559">
                <a:extLst>
                  <a:ext uri="{FF2B5EF4-FFF2-40B4-BE49-F238E27FC236}">
                    <a16:creationId xmlns:a16="http://schemas.microsoft.com/office/drawing/2014/main" id="{C7EA5703-C170-4B46-BF3B-B7955BDD0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595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8" name="Freeform 1560">
                <a:extLst>
                  <a:ext uri="{FF2B5EF4-FFF2-40B4-BE49-F238E27FC236}">
                    <a16:creationId xmlns:a16="http://schemas.microsoft.com/office/drawing/2014/main" id="{ECCAC4AF-1DC6-4B5C-8073-9B31F62A4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587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9" name="Freeform 1561">
                <a:extLst>
                  <a:ext uri="{FF2B5EF4-FFF2-40B4-BE49-F238E27FC236}">
                    <a16:creationId xmlns:a16="http://schemas.microsoft.com/office/drawing/2014/main" id="{56DA27E6-7B02-4541-9951-C8FD511E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58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0" name="Freeform 1562">
                <a:extLst>
                  <a:ext uri="{FF2B5EF4-FFF2-40B4-BE49-F238E27FC236}">
                    <a16:creationId xmlns:a16="http://schemas.microsoft.com/office/drawing/2014/main" id="{D49FF5D1-9C1F-472F-86F8-4A8E2AE6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95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61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1" name="Freeform 1563">
                <a:extLst>
                  <a:ext uri="{FF2B5EF4-FFF2-40B4-BE49-F238E27FC236}">
                    <a16:creationId xmlns:a16="http://schemas.microsoft.com/office/drawing/2014/main" id="{F63BBDD1-536F-4634-8C1B-1D760FE81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56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56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2" name="Freeform 1564">
                <a:extLst>
                  <a:ext uri="{FF2B5EF4-FFF2-40B4-BE49-F238E27FC236}">
                    <a16:creationId xmlns:a16="http://schemas.microsoft.com/office/drawing/2014/main" id="{9DAC7C4C-C552-4215-9323-C7A3442D2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577"/>
                <a:ext cx="7" cy="10"/>
              </a:xfrm>
              <a:custGeom>
                <a:avLst/>
                <a:gdLst>
                  <a:gd name="T0" fmla="*/ 28 w 3"/>
                  <a:gd name="T1" fmla="*/ 20 h 4"/>
                  <a:gd name="T2" fmla="*/ 28 w 3"/>
                  <a:gd name="T3" fmla="*/ 50 h 4"/>
                  <a:gd name="T4" fmla="*/ 28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3" name="Freeform 1565">
                <a:extLst>
                  <a:ext uri="{FF2B5EF4-FFF2-40B4-BE49-F238E27FC236}">
                    <a16:creationId xmlns:a16="http://schemas.microsoft.com/office/drawing/2014/main" id="{4B70BBCD-F627-4C60-B393-BA70254DB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60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4" name="Freeform 1566">
                <a:extLst>
                  <a:ext uri="{FF2B5EF4-FFF2-40B4-BE49-F238E27FC236}">
                    <a16:creationId xmlns:a16="http://schemas.microsoft.com/office/drawing/2014/main" id="{C4633F3E-27F7-40B3-B42A-E42CEEF50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577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50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5" name="Freeform 1567">
                <a:extLst>
                  <a:ext uri="{FF2B5EF4-FFF2-40B4-BE49-F238E27FC236}">
                    <a16:creationId xmlns:a16="http://schemas.microsoft.com/office/drawing/2014/main" id="{AB56D82D-D613-4734-8DBB-C1DC35BF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62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6" name="Freeform 1568">
                <a:extLst>
                  <a:ext uri="{FF2B5EF4-FFF2-40B4-BE49-F238E27FC236}">
                    <a16:creationId xmlns:a16="http://schemas.microsoft.com/office/drawing/2014/main" id="{D8A1587D-EE4D-4C2B-B650-D7E5791CA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649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56 h 3"/>
                  <a:gd name="T4" fmla="*/ 2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4" y="2"/>
                      <a:pt x="3" y="3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7" name="Freeform 1569">
                <a:extLst>
                  <a:ext uri="{FF2B5EF4-FFF2-40B4-BE49-F238E27FC236}">
                    <a16:creationId xmlns:a16="http://schemas.microsoft.com/office/drawing/2014/main" id="{4AC457F9-A902-4A52-A139-0A17FD553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641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50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0" name="Freeform 1570">
                <a:extLst>
                  <a:ext uri="{FF2B5EF4-FFF2-40B4-BE49-F238E27FC236}">
                    <a16:creationId xmlns:a16="http://schemas.microsoft.com/office/drawing/2014/main" id="{5FA8C14D-AE75-474A-88D8-887200329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625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1" name="Freeform 1571">
                <a:extLst>
                  <a:ext uri="{FF2B5EF4-FFF2-40B4-BE49-F238E27FC236}">
                    <a16:creationId xmlns:a16="http://schemas.microsoft.com/office/drawing/2014/main" id="{65C84ACC-651E-4AED-BAC7-5F7375080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611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28 w 3"/>
                  <a:gd name="T3" fmla="*/ 61 h 4"/>
                  <a:gd name="T4" fmla="*/ 12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2" name="Freeform 1572">
                <a:extLst>
                  <a:ext uri="{FF2B5EF4-FFF2-40B4-BE49-F238E27FC236}">
                    <a16:creationId xmlns:a16="http://schemas.microsoft.com/office/drawing/2014/main" id="{50BBEEA8-02FA-4B56-A30A-81D6186B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64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56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2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3" name="Freeform 1573">
                <a:extLst>
                  <a:ext uri="{FF2B5EF4-FFF2-40B4-BE49-F238E27FC236}">
                    <a16:creationId xmlns:a16="http://schemas.microsoft.com/office/drawing/2014/main" id="{47CF9BAC-F875-4FBB-AC14-BBD9799FA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582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28 w 3"/>
                  <a:gd name="T3" fmla="*/ 61 h 4"/>
                  <a:gd name="T4" fmla="*/ 12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2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4" name="Freeform 1574">
                <a:extLst>
                  <a:ext uri="{FF2B5EF4-FFF2-40B4-BE49-F238E27FC236}">
                    <a16:creationId xmlns:a16="http://schemas.microsoft.com/office/drawing/2014/main" id="{86DBB59F-2E81-4C97-9166-3B1FFA6A8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665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56 w 3"/>
                  <a:gd name="T3" fmla="*/ 50 h 4"/>
                  <a:gd name="T4" fmla="*/ 21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2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5" name="Freeform 1575">
                <a:extLst>
                  <a:ext uri="{FF2B5EF4-FFF2-40B4-BE49-F238E27FC236}">
                    <a16:creationId xmlns:a16="http://schemas.microsoft.com/office/drawing/2014/main" id="{63D3FE36-28C4-4F95-A836-B83C4480E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611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6" name="Freeform 1576">
                <a:extLst>
                  <a:ext uri="{FF2B5EF4-FFF2-40B4-BE49-F238E27FC236}">
                    <a16:creationId xmlns:a16="http://schemas.microsoft.com/office/drawing/2014/main" id="{4AB38869-2678-4BE1-8DE4-CAFE516D3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606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61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7" name="Freeform 1577">
                <a:extLst>
                  <a:ext uri="{FF2B5EF4-FFF2-40B4-BE49-F238E27FC236}">
                    <a16:creationId xmlns:a16="http://schemas.microsoft.com/office/drawing/2014/main" id="{59931FAE-EDC1-44D1-B12C-5B6AC51BD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85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8" name="Freeform 1578">
                <a:extLst>
                  <a:ext uri="{FF2B5EF4-FFF2-40B4-BE49-F238E27FC236}">
                    <a16:creationId xmlns:a16="http://schemas.microsoft.com/office/drawing/2014/main" id="{6BDB16A8-9173-49AC-94B0-228F4AFB4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542"/>
                <a:ext cx="8" cy="11"/>
              </a:xfrm>
              <a:custGeom>
                <a:avLst/>
                <a:gdLst>
                  <a:gd name="T0" fmla="*/ 35 w 3"/>
                  <a:gd name="T1" fmla="*/ 22 h 4"/>
                  <a:gd name="T2" fmla="*/ 21 w 3"/>
                  <a:gd name="T3" fmla="*/ 61 h 4"/>
                  <a:gd name="T4" fmla="*/ 35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4"/>
                      <a:pt x="1" y="3"/>
                    </a:cubicBezTo>
                    <a:cubicBezTo>
                      <a:pt x="0" y="3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69" name="Freeform 1579">
                <a:extLst>
                  <a:ext uri="{FF2B5EF4-FFF2-40B4-BE49-F238E27FC236}">
                    <a16:creationId xmlns:a16="http://schemas.microsoft.com/office/drawing/2014/main" id="{4ACD08CD-7444-41E6-A024-A70198F3E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57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35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0" name="Freeform 1580">
                <a:extLst>
                  <a:ext uri="{FF2B5EF4-FFF2-40B4-BE49-F238E27FC236}">
                    <a16:creationId xmlns:a16="http://schemas.microsoft.com/office/drawing/2014/main" id="{835980FF-B1E1-46EF-9657-BE5331BA5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62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1" name="Freeform 1581">
                <a:extLst>
                  <a:ext uri="{FF2B5EF4-FFF2-40B4-BE49-F238E27FC236}">
                    <a16:creationId xmlns:a16="http://schemas.microsoft.com/office/drawing/2014/main" id="{BC509DFB-99FF-4FD2-928B-1CBEAA4E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63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56 h 3"/>
                  <a:gd name="T4" fmla="*/ 2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2" name="Freeform 1582">
                <a:extLst>
                  <a:ext uri="{FF2B5EF4-FFF2-40B4-BE49-F238E27FC236}">
                    <a16:creationId xmlns:a16="http://schemas.microsoft.com/office/drawing/2014/main" id="{A96C600B-A237-4ED0-BA98-2CC6E592C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659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61 h 4"/>
                  <a:gd name="T4" fmla="*/ 20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4" y="2"/>
                      <a:pt x="3" y="3"/>
                    </a:cubicBezTo>
                    <a:cubicBezTo>
                      <a:pt x="3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3" name="Freeform 1583">
                <a:extLst>
                  <a:ext uri="{FF2B5EF4-FFF2-40B4-BE49-F238E27FC236}">
                    <a16:creationId xmlns:a16="http://schemas.microsoft.com/office/drawing/2014/main" id="{45E896A1-FFEC-433B-9D3D-3069662D9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66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4" name="Freeform 1584">
                <a:extLst>
                  <a:ext uri="{FF2B5EF4-FFF2-40B4-BE49-F238E27FC236}">
                    <a16:creationId xmlns:a16="http://schemas.microsoft.com/office/drawing/2014/main" id="{4EB05BE4-0CB3-4524-ABD0-CD0ACECFF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667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54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5" name="Freeform 1585">
                <a:extLst>
                  <a:ext uri="{FF2B5EF4-FFF2-40B4-BE49-F238E27FC236}">
                    <a16:creationId xmlns:a16="http://schemas.microsoft.com/office/drawing/2014/main" id="{D8DD4B49-B9F2-44DF-BB4C-B4B226FE3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66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6" name="Freeform 1586">
                <a:extLst>
                  <a:ext uri="{FF2B5EF4-FFF2-40B4-BE49-F238E27FC236}">
                    <a16:creationId xmlns:a16="http://schemas.microsoft.com/office/drawing/2014/main" id="{15D238BC-7BD0-493D-A74D-1A61F0A25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598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61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7" name="Freeform 1587">
                <a:extLst>
                  <a:ext uri="{FF2B5EF4-FFF2-40B4-BE49-F238E27FC236}">
                    <a16:creationId xmlns:a16="http://schemas.microsoft.com/office/drawing/2014/main" id="{09B0CBF0-57F1-4C6A-8DD0-97D6A7481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57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8" name="Freeform 1588">
                <a:extLst>
                  <a:ext uri="{FF2B5EF4-FFF2-40B4-BE49-F238E27FC236}">
                    <a16:creationId xmlns:a16="http://schemas.microsoft.com/office/drawing/2014/main" id="{33027481-DD52-46F1-BCA1-6868E5971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57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79" name="Freeform 1589">
                <a:extLst>
                  <a:ext uri="{FF2B5EF4-FFF2-40B4-BE49-F238E27FC236}">
                    <a16:creationId xmlns:a16="http://schemas.microsoft.com/office/drawing/2014/main" id="{6B0B6AD2-CB72-4D54-AB0D-1A756455B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56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54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0" name="Freeform 1590">
                <a:extLst>
                  <a:ext uri="{FF2B5EF4-FFF2-40B4-BE49-F238E27FC236}">
                    <a16:creationId xmlns:a16="http://schemas.microsoft.com/office/drawing/2014/main" id="{4835FD59-B8EC-443E-8648-DB5ACF62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590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35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2"/>
                      <a:pt x="2" y="2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1" name="Freeform 1591">
                <a:extLst>
                  <a:ext uri="{FF2B5EF4-FFF2-40B4-BE49-F238E27FC236}">
                    <a16:creationId xmlns:a16="http://schemas.microsoft.com/office/drawing/2014/main" id="{F68FA01C-A109-4EB1-A9D7-367562D2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01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35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2" name="Freeform 1592">
                <a:extLst>
                  <a:ext uri="{FF2B5EF4-FFF2-40B4-BE49-F238E27FC236}">
                    <a16:creationId xmlns:a16="http://schemas.microsoft.com/office/drawing/2014/main" id="{BCE60E40-C061-4A2F-8AE5-5583789B3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57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3" name="Freeform 1593">
                <a:extLst>
                  <a:ext uri="{FF2B5EF4-FFF2-40B4-BE49-F238E27FC236}">
                    <a16:creationId xmlns:a16="http://schemas.microsoft.com/office/drawing/2014/main" id="{7C206C27-64BF-4280-B4D7-449F0682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627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21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4" name="Freeform 1594">
                <a:extLst>
                  <a:ext uri="{FF2B5EF4-FFF2-40B4-BE49-F238E27FC236}">
                    <a16:creationId xmlns:a16="http://schemas.microsoft.com/office/drawing/2014/main" id="{1A4698F9-BD62-48EE-8524-C3D5C83B1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657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50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5" name="Freeform 1595">
                <a:extLst>
                  <a:ext uri="{FF2B5EF4-FFF2-40B4-BE49-F238E27FC236}">
                    <a16:creationId xmlns:a16="http://schemas.microsoft.com/office/drawing/2014/main" id="{5B417779-59B7-4CFC-8936-9ED06459C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654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61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1" y="4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6" name="Freeform 1596">
                <a:extLst>
                  <a:ext uri="{FF2B5EF4-FFF2-40B4-BE49-F238E27FC236}">
                    <a16:creationId xmlns:a16="http://schemas.microsoft.com/office/drawing/2014/main" id="{4CB51937-4EA9-4FE1-98C1-EFBE0C2A0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3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7" name="Freeform 1597">
                <a:extLst>
                  <a:ext uri="{FF2B5EF4-FFF2-40B4-BE49-F238E27FC236}">
                    <a16:creationId xmlns:a16="http://schemas.microsoft.com/office/drawing/2014/main" id="{8F1A92A4-C739-458C-8A2A-DC72CDFF6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643"/>
                <a:ext cx="7" cy="11"/>
              </a:xfrm>
              <a:custGeom>
                <a:avLst/>
                <a:gdLst>
                  <a:gd name="T0" fmla="*/ 28 w 3"/>
                  <a:gd name="T1" fmla="*/ 22 h 4"/>
                  <a:gd name="T2" fmla="*/ 12 w 3"/>
                  <a:gd name="T3" fmla="*/ 61 h 4"/>
                  <a:gd name="T4" fmla="*/ 28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1"/>
                      <a:pt x="2" y="3"/>
                      <a:pt x="1" y="3"/>
                    </a:cubicBezTo>
                    <a:cubicBezTo>
                      <a:pt x="0" y="4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8" name="Freeform 1598">
                <a:extLst>
                  <a:ext uri="{FF2B5EF4-FFF2-40B4-BE49-F238E27FC236}">
                    <a16:creationId xmlns:a16="http://schemas.microsoft.com/office/drawing/2014/main" id="{7F63D2C2-C203-4D4E-B597-43AE18A0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3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89" name="Freeform 1599">
                <a:extLst>
                  <a:ext uri="{FF2B5EF4-FFF2-40B4-BE49-F238E27FC236}">
                    <a16:creationId xmlns:a16="http://schemas.microsoft.com/office/drawing/2014/main" id="{2A48B324-AE25-4CE4-88FB-C4DB0DC8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2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0" name="Freeform 1600">
                <a:extLst>
                  <a:ext uri="{FF2B5EF4-FFF2-40B4-BE49-F238E27FC236}">
                    <a16:creationId xmlns:a16="http://schemas.microsoft.com/office/drawing/2014/main" id="{9AED75D4-43A2-4790-AE2F-08EB408D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614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28 w 3"/>
                  <a:gd name="T3" fmla="*/ 61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1" name="Freeform 1601">
                <a:extLst>
                  <a:ext uri="{FF2B5EF4-FFF2-40B4-BE49-F238E27FC236}">
                    <a16:creationId xmlns:a16="http://schemas.microsoft.com/office/drawing/2014/main" id="{FE19D767-E5B2-4EF8-B9B9-FBCA3A09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566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28 w 3"/>
                  <a:gd name="T3" fmla="*/ 61 h 4"/>
                  <a:gd name="T4" fmla="*/ 12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2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2" name="Freeform 1602">
                <a:extLst>
                  <a:ext uri="{FF2B5EF4-FFF2-40B4-BE49-F238E27FC236}">
                    <a16:creationId xmlns:a16="http://schemas.microsoft.com/office/drawing/2014/main" id="{AC9CB278-68A9-432A-ACCA-28E48156E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550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28 w 3"/>
                  <a:gd name="T3" fmla="*/ 61 h 4"/>
                  <a:gd name="T4" fmla="*/ 12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2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3" name="Freeform 1603">
                <a:extLst>
                  <a:ext uri="{FF2B5EF4-FFF2-40B4-BE49-F238E27FC236}">
                    <a16:creationId xmlns:a16="http://schemas.microsoft.com/office/drawing/2014/main" id="{653036A0-65B8-4C9A-BAA4-B95718BAB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566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28 w 3"/>
                  <a:gd name="T3" fmla="*/ 61 h 4"/>
                  <a:gd name="T4" fmla="*/ 12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4" name="Freeform 1604">
                <a:extLst>
                  <a:ext uri="{FF2B5EF4-FFF2-40B4-BE49-F238E27FC236}">
                    <a16:creationId xmlns:a16="http://schemas.microsoft.com/office/drawing/2014/main" id="{CD0F1300-4D53-4A7A-ACEF-D13BC0F10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539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35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4" y="2"/>
                      <a:pt x="3" y="2"/>
                    </a:cubicBezTo>
                    <a:cubicBezTo>
                      <a:pt x="3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5" name="Freeform 1605">
                <a:extLst>
                  <a:ext uri="{FF2B5EF4-FFF2-40B4-BE49-F238E27FC236}">
                    <a16:creationId xmlns:a16="http://schemas.microsoft.com/office/drawing/2014/main" id="{DEA4CAF0-987F-43FD-B4FB-9618843F2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598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6" name="Freeform 1606">
                <a:extLst>
                  <a:ext uri="{FF2B5EF4-FFF2-40B4-BE49-F238E27FC236}">
                    <a16:creationId xmlns:a16="http://schemas.microsoft.com/office/drawing/2014/main" id="{EC4C1B1E-DD2E-4385-B996-8121CDF79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633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7" name="Freeform 1607">
                <a:extLst>
                  <a:ext uri="{FF2B5EF4-FFF2-40B4-BE49-F238E27FC236}">
                    <a16:creationId xmlns:a16="http://schemas.microsoft.com/office/drawing/2014/main" id="{84909301-1C36-4499-AA6E-ED204FBA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614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28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8" name="Freeform 1608">
                <a:extLst>
                  <a:ext uri="{FF2B5EF4-FFF2-40B4-BE49-F238E27FC236}">
                    <a16:creationId xmlns:a16="http://schemas.microsoft.com/office/drawing/2014/main" id="{8BAAB78E-EF34-4172-87F1-47E417A6C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60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9" name="Freeform 1609">
                <a:extLst>
                  <a:ext uri="{FF2B5EF4-FFF2-40B4-BE49-F238E27FC236}">
                    <a16:creationId xmlns:a16="http://schemas.microsoft.com/office/drawing/2014/main" id="{A743CD53-C5DA-467A-872D-A5E80F01F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60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0" name="Freeform 1610">
                <a:extLst>
                  <a:ext uri="{FF2B5EF4-FFF2-40B4-BE49-F238E27FC236}">
                    <a16:creationId xmlns:a16="http://schemas.microsoft.com/office/drawing/2014/main" id="{2FB089B6-EBE1-4F83-AFEF-AEC5847B5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622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12 w 3"/>
                  <a:gd name="T3" fmla="*/ 56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1" name="Freeform 1611">
                <a:extLst>
                  <a:ext uri="{FF2B5EF4-FFF2-40B4-BE49-F238E27FC236}">
                    <a16:creationId xmlns:a16="http://schemas.microsoft.com/office/drawing/2014/main" id="{A82D3BEE-31CA-48D6-B9AA-6CCD8375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43"/>
                <a:ext cx="5" cy="11"/>
              </a:xfrm>
              <a:custGeom>
                <a:avLst/>
                <a:gdLst>
                  <a:gd name="T0" fmla="*/ 20 w 2"/>
                  <a:gd name="T1" fmla="*/ 0 h 4"/>
                  <a:gd name="T2" fmla="*/ 20 w 2"/>
                  <a:gd name="T3" fmla="*/ 61 h 4"/>
                  <a:gd name="T4" fmla="*/ 2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4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2" name="Freeform 1612">
                <a:extLst>
                  <a:ext uri="{FF2B5EF4-FFF2-40B4-BE49-F238E27FC236}">
                    <a16:creationId xmlns:a16="http://schemas.microsoft.com/office/drawing/2014/main" id="{6590AC38-59A3-463E-A97E-6B293BF72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61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3" name="Freeform 1613">
                <a:extLst>
                  <a:ext uri="{FF2B5EF4-FFF2-40B4-BE49-F238E27FC236}">
                    <a16:creationId xmlns:a16="http://schemas.microsoft.com/office/drawing/2014/main" id="{9632D9CA-419C-4080-8635-953E3ECA2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585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4" name="Freeform 1614">
                <a:extLst>
                  <a:ext uri="{FF2B5EF4-FFF2-40B4-BE49-F238E27FC236}">
                    <a16:creationId xmlns:a16="http://schemas.microsoft.com/office/drawing/2014/main" id="{78099778-D9CC-4F9B-A111-06DA82AD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566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1" y="3"/>
                    </a:cubicBezTo>
                    <a:cubicBezTo>
                      <a:pt x="0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5" name="Freeform 1615">
                <a:extLst>
                  <a:ext uri="{FF2B5EF4-FFF2-40B4-BE49-F238E27FC236}">
                    <a16:creationId xmlns:a16="http://schemas.microsoft.com/office/drawing/2014/main" id="{3B102937-C83E-48E8-8241-B2CCC4820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627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6" name="Freeform 1616">
                <a:extLst>
                  <a:ext uri="{FF2B5EF4-FFF2-40B4-BE49-F238E27FC236}">
                    <a16:creationId xmlns:a16="http://schemas.microsoft.com/office/drawing/2014/main" id="{E8BF1210-0690-47DA-82D9-A702E79EE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54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20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2" y="3"/>
                      <a:pt x="1" y="3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7" name="Freeform 1617">
                <a:extLst>
                  <a:ext uri="{FF2B5EF4-FFF2-40B4-BE49-F238E27FC236}">
                    <a16:creationId xmlns:a16="http://schemas.microsoft.com/office/drawing/2014/main" id="{3165D9A5-C00C-4CF4-AFC7-028FA626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681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50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4" y="2"/>
                      <a:pt x="3" y="3"/>
                    </a:cubicBezTo>
                    <a:cubicBezTo>
                      <a:pt x="2" y="4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8" name="Freeform 1618">
                <a:extLst>
                  <a:ext uri="{FF2B5EF4-FFF2-40B4-BE49-F238E27FC236}">
                    <a16:creationId xmlns:a16="http://schemas.microsoft.com/office/drawing/2014/main" id="{C521C194-6D34-4CF9-8652-550D6E121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638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35 w 3"/>
                  <a:gd name="T3" fmla="*/ 61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0"/>
                      <a:pt x="3" y="3"/>
                      <a:pt x="2" y="3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09" name="Freeform 1619">
                <a:extLst>
                  <a:ext uri="{FF2B5EF4-FFF2-40B4-BE49-F238E27FC236}">
                    <a16:creationId xmlns:a16="http://schemas.microsoft.com/office/drawing/2014/main" id="{81A9A6ED-A19F-457E-A110-BEBFCCD9D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54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35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3" y="2"/>
                      <a:pt x="2" y="2"/>
                    </a:cubicBezTo>
                    <a:cubicBezTo>
                      <a:pt x="2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0" name="Freeform 1620">
                <a:extLst>
                  <a:ext uri="{FF2B5EF4-FFF2-40B4-BE49-F238E27FC236}">
                    <a16:creationId xmlns:a16="http://schemas.microsoft.com/office/drawing/2014/main" id="{026B6886-7B67-4E38-97F0-0B041045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619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3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3"/>
                      <a:pt x="2" y="3"/>
                    </a:cubicBezTo>
                    <a:cubicBezTo>
                      <a:pt x="1" y="3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1" name="Freeform 1621">
                <a:extLst>
                  <a:ext uri="{FF2B5EF4-FFF2-40B4-BE49-F238E27FC236}">
                    <a16:creationId xmlns:a16="http://schemas.microsoft.com/office/drawing/2014/main" id="{511BACEB-4DCA-4020-BDFF-C8CC40DE4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64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2" name="Freeform 1622">
                <a:extLst>
                  <a:ext uri="{FF2B5EF4-FFF2-40B4-BE49-F238E27FC236}">
                    <a16:creationId xmlns:a16="http://schemas.microsoft.com/office/drawing/2014/main" id="{E7E88628-E65E-4E7C-83A7-16CF16AEE5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5" y="2547"/>
                <a:ext cx="293" cy="294"/>
              </a:xfrm>
              <a:custGeom>
                <a:avLst/>
                <a:gdLst>
                  <a:gd name="T0" fmla="*/ 771 w 117"/>
                  <a:gd name="T1" fmla="*/ 21 h 110"/>
                  <a:gd name="T2" fmla="*/ 771 w 117"/>
                  <a:gd name="T3" fmla="*/ 21 h 110"/>
                  <a:gd name="T4" fmla="*/ 188 w 117"/>
                  <a:gd name="T5" fmla="*/ 492 h 110"/>
                  <a:gd name="T6" fmla="*/ 63 w 117"/>
                  <a:gd name="T7" fmla="*/ 1336 h 110"/>
                  <a:gd name="T8" fmla="*/ 426 w 117"/>
                  <a:gd name="T9" fmla="*/ 1951 h 110"/>
                  <a:gd name="T10" fmla="*/ 959 w 117"/>
                  <a:gd name="T11" fmla="*/ 2101 h 110"/>
                  <a:gd name="T12" fmla="*/ 1588 w 117"/>
                  <a:gd name="T13" fmla="*/ 1700 h 110"/>
                  <a:gd name="T14" fmla="*/ 1755 w 117"/>
                  <a:gd name="T15" fmla="*/ 858 h 110"/>
                  <a:gd name="T16" fmla="*/ 1430 w 117"/>
                  <a:gd name="T17" fmla="*/ 208 h 110"/>
                  <a:gd name="T18" fmla="*/ 771 w 117"/>
                  <a:gd name="T19" fmla="*/ 21 h 110"/>
                  <a:gd name="T20" fmla="*/ 1397 w 117"/>
                  <a:gd name="T21" fmla="*/ 265 h 110"/>
                  <a:gd name="T22" fmla="*/ 1713 w 117"/>
                  <a:gd name="T23" fmla="*/ 879 h 110"/>
                  <a:gd name="T24" fmla="*/ 1538 w 117"/>
                  <a:gd name="T25" fmla="*/ 1665 h 110"/>
                  <a:gd name="T26" fmla="*/ 959 w 117"/>
                  <a:gd name="T27" fmla="*/ 2042 h 110"/>
                  <a:gd name="T28" fmla="*/ 458 w 117"/>
                  <a:gd name="T29" fmla="*/ 1892 h 110"/>
                  <a:gd name="T30" fmla="*/ 125 w 117"/>
                  <a:gd name="T31" fmla="*/ 1315 h 110"/>
                  <a:gd name="T32" fmla="*/ 113 w 117"/>
                  <a:gd name="T33" fmla="*/ 1165 h 110"/>
                  <a:gd name="T34" fmla="*/ 238 w 117"/>
                  <a:gd name="T35" fmla="*/ 535 h 110"/>
                  <a:gd name="T36" fmla="*/ 784 w 117"/>
                  <a:gd name="T37" fmla="*/ 94 h 110"/>
                  <a:gd name="T38" fmla="*/ 1397 w 117"/>
                  <a:gd name="T39" fmla="*/ 265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7" h="110">
                    <a:moveTo>
                      <a:pt x="49" y="1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40" y="2"/>
                      <a:pt x="18" y="13"/>
                      <a:pt x="12" y="26"/>
                    </a:cubicBezTo>
                    <a:cubicBezTo>
                      <a:pt x="8" y="34"/>
                      <a:pt x="0" y="55"/>
                      <a:pt x="4" y="70"/>
                    </a:cubicBezTo>
                    <a:cubicBezTo>
                      <a:pt x="8" y="85"/>
                      <a:pt x="21" y="97"/>
                      <a:pt x="27" y="102"/>
                    </a:cubicBezTo>
                    <a:cubicBezTo>
                      <a:pt x="34" y="108"/>
                      <a:pt x="50" y="110"/>
                      <a:pt x="61" y="110"/>
                    </a:cubicBezTo>
                    <a:cubicBezTo>
                      <a:pt x="73" y="110"/>
                      <a:pt x="90" y="101"/>
                      <a:pt x="101" y="89"/>
                    </a:cubicBezTo>
                    <a:cubicBezTo>
                      <a:pt x="112" y="77"/>
                      <a:pt x="117" y="58"/>
                      <a:pt x="112" y="45"/>
                    </a:cubicBezTo>
                    <a:cubicBezTo>
                      <a:pt x="108" y="31"/>
                      <a:pt x="98" y="16"/>
                      <a:pt x="91" y="11"/>
                    </a:cubicBezTo>
                    <a:cubicBezTo>
                      <a:pt x="83" y="6"/>
                      <a:pt x="70" y="0"/>
                      <a:pt x="49" y="1"/>
                    </a:cubicBezTo>
                    <a:close/>
                    <a:moveTo>
                      <a:pt x="89" y="14"/>
                    </a:moveTo>
                    <a:cubicBezTo>
                      <a:pt x="96" y="19"/>
                      <a:pt x="104" y="32"/>
                      <a:pt x="109" y="46"/>
                    </a:cubicBezTo>
                    <a:cubicBezTo>
                      <a:pt x="113" y="58"/>
                      <a:pt x="108" y="75"/>
                      <a:pt x="98" y="87"/>
                    </a:cubicBezTo>
                    <a:cubicBezTo>
                      <a:pt x="88" y="97"/>
                      <a:pt x="72" y="106"/>
                      <a:pt x="61" y="107"/>
                    </a:cubicBezTo>
                    <a:cubicBezTo>
                      <a:pt x="50" y="107"/>
                      <a:pt x="36" y="104"/>
                      <a:pt x="29" y="99"/>
                    </a:cubicBezTo>
                    <a:cubicBezTo>
                      <a:pt x="22" y="94"/>
                      <a:pt x="11" y="82"/>
                      <a:pt x="8" y="69"/>
                    </a:cubicBezTo>
                    <a:cubicBezTo>
                      <a:pt x="7" y="67"/>
                      <a:pt x="7" y="64"/>
                      <a:pt x="7" y="61"/>
                    </a:cubicBezTo>
                    <a:cubicBezTo>
                      <a:pt x="7" y="48"/>
                      <a:pt x="12" y="34"/>
                      <a:pt x="15" y="28"/>
                    </a:cubicBezTo>
                    <a:cubicBezTo>
                      <a:pt x="21" y="16"/>
                      <a:pt x="41" y="6"/>
                      <a:pt x="50" y="5"/>
                    </a:cubicBezTo>
                    <a:cubicBezTo>
                      <a:pt x="69" y="4"/>
                      <a:pt x="82" y="9"/>
                      <a:pt x="89" y="14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3" name="Freeform 1623">
                <a:extLst>
                  <a:ext uri="{FF2B5EF4-FFF2-40B4-BE49-F238E27FC236}">
                    <a16:creationId xmlns:a16="http://schemas.microsoft.com/office/drawing/2014/main" id="{D2DDC385-B26F-4231-99F0-8D1D6AD7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553"/>
                <a:ext cx="277" cy="282"/>
              </a:xfrm>
              <a:custGeom>
                <a:avLst/>
                <a:gdLst>
                  <a:gd name="T0" fmla="*/ 716 w 111"/>
                  <a:gd name="T1" fmla="*/ 21 h 106"/>
                  <a:gd name="T2" fmla="*/ 167 w 111"/>
                  <a:gd name="T3" fmla="*/ 474 h 106"/>
                  <a:gd name="T4" fmla="*/ 42 w 111"/>
                  <a:gd name="T5" fmla="*/ 1282 h 106"/>
                  <a:gd name="T6" fmla="*/ 387 w 111"/>
                  <a:gd name="T7" fmla="*/ 1846 h 106"/>
                  <a:gd name="T8" fmla="*/ 903 w 111"/>
                  <a:gd name="T9" fmla="*/ 1995 h 106"/>
                  <a:gd name="T10" fmla="*/ 1495 w 111"/>
                  <a:gd name="T11" fmla="*/ 1620 h 106"/>
                  <a:gd name="T12" fmla="*/ 1662 w 111"/>
                  <a:gd name="T13" fmla="*/ 806 h 106"/>
                  <a:gd name="T14" fmla="*/ 1353 w 111"/>
                  <a:gd name="T15" fmla="*/ 205 h 106"/>
                  <a:gd name="T16" fmla="*/ 716 w 111"/>
                  <a:gd name="T17" fmla="*/ 21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06">
                    <a:moveTo>
                      <a:pt x="46" y="1"/>
                    </a:moveTo>
                    <a:cubicBezTo>
                      <a:pt x="37" y="2"/>
                      <a:pt x="16" y="13"/>
                      <a:pt x="11" y="25"/>
                    </a:cubicBezTo>
                    <a:cubicBezTo>
                      <a:pt x="5" y="37"/>
                      <a:pt x="0" y="55"/>
                      <a:pt x="3" y="68"/>
                    </a:cubicBezTo>
                    <a:cubicBezTo>
                      <a:pt x="7" y="81"/>
                      <a:pt x="18" y="93"/>
                      <a:pt x="25" y="98"/>
                    </a:cubicBezTo>
                    <a:cubicBezTo>
                      <a:pt x="32" y="104"/>
                      <a:pt x="47" y="106"/>
                      <a:pt x="58" y="106"/>
                    </a:cubicBezTo>
                    <a:cubicBezTo>
                      <a:pt x="70" y="106"/>
                      <a:pt x="86" y="97"/>
                      <a:pt x="96" y="86"/>
                    </a:cubicBezTo>
                    <a:cubicBezTo>
                      <a:pt x="106" y="74"/>
                      <a:pt x="111" y="56"/>
                      <a:pt x="107" y="43"/>
                    </a:cubicBezTo>
                    <a:cubicBezTo>
                      <a:pt x="103" y="30"/>
                      <a:pt x="94" y="16"/>
                      <a:pt x="87" y="11"/>
                    </a:cubicBezTo>
                    <a:cubicBezTo>
                      <a:pt x="79" y="5"/>
                      <a:pt x="66" y="0"/>
                      <a:pt x="4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4" name="Freeform 1624">
                <a:extLst>
                  <a:ext uri="{FF2B5EF4-FFF2-40B4-BE49-F238E27FC236}">
                    <a16:creationId xmlns:a16="http://schemas.microsoft.com/office/drawing/2014/main" id="{6560C69A-0CCE-4FFC-A187-5966965A0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571"/>
                <a:ext cx="228" cy="240"/>
              </a:xfrm>
              <a:custGeom>
                <a:avLst/>
                <a:gdLst>
                  <a:gd name="T0" fmla="*/ 616 w 91"/>
                  <a:gd name="T1" fmla="*/ 56 h 90"/>
                  <a:gd name="T2" fmla="*/ 722 w 91"/>
                  <a:gd name="T3" fmla="*/ 115 h 90"/>
                  <a:gd name="T4" fmla="*/ 1067 w 91"/>
                  <a:gd name="T5" fmla="*/ 205 h 90"/>
                  <a:gd name="T6" fmla="*/ 1180 w 91"/>
                  <a:gd name="T7" fmla="*/ 264 h 90"/>
                  <a:gd name="T8" fmla="*/ 1318 w 91"/>
                  <a:gd name="T9" fmla="*/ 512 h 90"/>
                  <a:gd name="T10" fmla="*/ 1413 w 91"/>
                  <a:gd name="T11" fmla="*/ 797 h 90"/>
                  <a:gd name="T12" fmla="*/ 1413 w 91"/>
                  <a:gd name="T13" fmla="*/ 989 h 90"/>
                  <a:gd name="T14" fmla="*/ 1413 w 91"/>
                  <a:gd name="T15" fmla="*/ 1117 h 90"/>
                  <a:gd name="T16" fmla="*/ 1350 w 91"/>
                  <a:gd name="T17" fmla="*/ 1216 h 90"/>
                  <a:gd name="T18" fmla="*/ 1288 w 91"/>
                  <a:gd name="T19" fmla="*/ 1387 h 90"/>
                  <a:gd name="T20" fmla="*/ 1213 w 91"/>
                  <a:gd name="T21" fmla="*/ 1400 h 90"/>
                  <a:gd name="T22" fmla="*/ 897 w 91"/>
                  <a:gd name="T23" fmla="*/ 1613 h 90"/>
                  <a:gd name="T24" fmla="*/ 646 w 91"/>
                  <a:gd name="T25" fmla="*/ 1685 h 90"/>
                  <a:gd name="T26" fmla="*/ 551 w 91"/>
                  <a:gd name="T27" fmla="*/ 1613 h 90"/>
                  <a:gd name="T28" fmla="*/ 333 w 91"/>
                  <a:gd name="T29" fmla="*/ 1571 h 90"/>
                  <a:gd name="T30" fmla="*/ 220 w 91"/>
                  <a:gd name="T31" fmla="*/ 1288 h 90"/>
                  <a:gd name="T32" fmla="*/ 63 w 91"/>
                  <a:gd name="T33" fmla="*/ 1003 h 90"/>
                  <a:gd name="T34" fmla="*/ 95 w 91"/>
                  <a:gd name="T35" fmla="*/ 704 h 90"/>
                  <a:gd name="T36" fmla="*/ 188 w 91"/>
                  <a:gd name="T37" fmla="*/ 397 h 90"/>
                  <a:gd name="T38" fmla="*/ 301 w 91"/>
                  <a:gd name="T39" fmla="*/ 320 h 90"/>
                  <a:gd name="T40" fmla="*/ 408 w 91"/>
                  <a:gd name="T41" fmla="*/ 171 h 90"/>
                  <a:gd name="T42" fmla="*/ 616 w 91"/>
                  <a:gd name="T43" fmla="*/ 56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1" h="90">
                    <a:moveTo>
                      <a:pt x="39" y="3"/>
                    </a:moveTo>
                    <a:cubicBezTo>
                      <a:pt x="42" y="3"/>
                      <a:pt x="45" y="4"/>
                      <a:pt x="46" y="6"/>
                    </a:cubicBezTo>
                    <a:cubicBezTo>
                      <a:pt x="48" y="0"/>
                      <a:pt x="69" y="6"/>
                      <a:pt x="68" y="11"/>
                    </a:cubicBezTo>
                    <a:cubicBezTo>
                      <a:pt x="72" y="12"/>
                      <a:pt x="72" y="12"/>
                      <a:pt x="75" y="14"/>
                    </a:cubicBezTo>
                    <a:cubicBezTo>
                      <a:pt x="81" y="17"/>
                      <a:pt x="85" y="25"/>
                      <a:pt x="84" y="27"/>
                    </a:cubicBezTo>
                    <a:cubicBezTo>
                      <a:pt x="89" y="30"/>
                      <a:pt x="90" y="39"/>
                      <a:pt x="90" y="42"/>
                    </a:cubicBezTo>
                    <a:cubicBezTo>
                      <a:pt x="91" y="44"/>
                      <a:pt x="91" y="52"/>
                      <a:pt x="90" y="52"/>
                    </a:cubicBezTo>
                    <a:cubicBezTo>
                      <a:pt x="90" y="55"/>
                      <a:pt x="91" y="57"/>
                      <a:pt x="90" y="59"/>
                    </a:cubicBezTo>
                    <a:cubicBezTo>
                      <a:pt x="88" y="62"/>
                      <a:pt x="88" y="63"/>
                      <a:pt x="86" y="64"/>
                    </a:cubicBezTo>
                    <a:cubicBezTo>
                      <a:pt x="85" y="68"/>
                      <a:pt x="86" y="72"/>
                      <a:pt x="82" y="73"/>
                    </a:cubicBezTo>
                    <a:cubicBezTo>
                      <a:pt x="78" y="74"/>
                      <a:pt x="77" y="74"/>
                      <a:pt x="77" y="74"/>
                    </a:cubicBezTo>
                    <a:cubicBezTo>
                      <a:pt x="76" y="79"/>
                      <a:pt x="63" y="89"/>
                      <a:pt x="57" y="85"/>
                    </a:cubicBezTo>
                    <a:cubicBezTo>
                      <a:pt x="55" y="89"/>
                      <a:pt x="45" y="90"/>
                      <a:pt x="41" y="89"/>
                    </a:cubicBezTo>
                    <a:cubicBezTo>
                      <a:pt x="37" y="88"/>
                      <a:pt x="35" y="85"/>
                      <a:pt x="35" y="85"/>
                    </a:cubicBezTo>
                    <a:cubicBezTo>
                      <a:pt x="30" y="87"/>
                      <a:pt x="26" y="85"/>
                      <a:pt x="21" y="83"/>
                    </a:cubicBezTo>
                    <a:cubicBezTo>
                      <a:pt x="17" y="80"/>
                      <a:pt x="11" y="72"/>
                      <a:pt x="14" y="68"/>
                    </a:cubicBezTo>
                    <a:cubicBezTo>
                      <a:pt x="7" y="67"/>
                      <a:pt x="1" y="58"/>
                      <a:pt x="4" y="53"/>
                    </a:cubicBezTo>
                    <a:cubicBezTo>
                      <a:pt x="0" y="49"/>
                      <a:pt x="2" y="38"/>
                      <a:pt x="6" y="37"/>
                    </a:cubicBezTo>
                    <a:cubicBezTo>
                      <a:pt x="5" y="31"/>
                      <a:pt x="10" y="24"/>
                      <a:pt x="12" y="21"/>
                    </a:cubicBezTo>
                    <a:cubicBezTo>
                      <a:pt x="15" y="19"/>
                      <a:pt x="16" y="17"/>
                      <a:pt x="19" y="17"/>
                    </a:cubicBezTo>
                    <a:cubicBezTo>
                      <a:pt x="20" y="12"/>
                      <a:pt x="22" y="11"/>
                      <a:pt x="26" y="9"/>
                    </a:cubicBezTo>
                    <a:cubicBezTo>
                      <a:pt x="29" y="7"/>
                      <a:pt x="36" y="4"/>
                      <a:pt x="39" y="3"/>
                    </a:cubicBezTo>
                    <a:close/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5" name="Freeform 1625">
                <a:extLst>
                  <a:ext uri="{FF2B5EF4-FFF2-40B4-BE49-F238E27FC236}">
                    <a16:creationId xmlns:a16="http://schemas.microsoft.com/office/drawing/2014/main" id="{BD54C68D-555A-4424-8EEC-54CF10898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673"/>
                <a:ext cx="37" cy="45"/>
              </a:xfrm>
              <a:custGeom>
                <a:avLst/>
                <a:gdLst>
                  <a:gd name="T0" fmla="*/ 30 w 15"/>
                  <a:gd name="T1" fmla="*/ 34 h 17"/>
                  <a:gd name="T2" fmla="*/ 74 w 15"/>
                  <a:gd name="T3" fmla="*/ 34 h 17"/>
                  <a:gd name="T4" fmla="*/ 104 w 15"/>
                  <a:gd name="T5" fmla="*/ 0 h 17"/>
                  <a:gd name="T6" fmla="*/ 165 w 15"/>
                  <a:gd name="T7" fmla="*/ 21 h 17"/>
                  <a:gd name="T8" fmla="*/ 212 w 15"/>
                  <a:gd name="T9" fmla="*/ 77 h 17"/>
                  <a:gd name="T10" fmla="*/ 224 w 15"/>
                  <a:gd name="T11" fmla="*/ 169 h 17"/>
                  <a:gd name="T12" fmla="*/ 195 w 15"/>
                  <a:gd name="T13" fmla="*/ 238 h 17"/>
                  <a:gd name="T14" fmla="*/ 133 w 15"/>
                  <a:gd name="T15" fmla="*/ 315 h 17"/>
                  <a:gd name="T16" fmla="*/ 62 w 15"/>
                  <a:gd name="T17" fmla="*/ 294 h 17"/>
                  <a:gd name="T18" fmla="*/ 30 w 15"/>
                  <a:gd name="T19" fmla="*/ 259 h 17"/>
                  <a:gd name="T20" fmla="*/ 0 w 15"/>
                  <a:gd name="T21" fmla="*/ 204 h 17"/>
                  <a:gd name="T22" fmla="*/ 0 w 15"/>
                  <a:gd name="T23" fmla="*/ 148 h 17"/>
                  <a:gd name="T24" fmla="*/ 30 w 15"/>
                  <a:gd name="T25" fmla="*/ 34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2" y="2"/>
                    </a:moveTo>
                    <a:cubicBezTo>
                      <a:pt x="3" y="3"/>
                      <a:pt x="4" y="3"/>
                      <a:pt x="5" y="2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2"/>
                      <a:pt x="8" y="3"/>
                      <a:pt x="11" y="1"/>
                    </a:cubicBezTo>
                    <a:cubicBezTo>
                      <a:pt x="11" y="2"/>
                      <a:pt x="11" y="5"/>
                      <a:pt x="14" y="4"/>
                    </a:cubicBezTo>
                    <a:cubicBezTo>
                      <a:pt x="13" y="5"/>
                      <a:pt x="12" y="8"/>
                      <a:pt x="15" y="9"/>
                    </a:cubicBezTo>
                    <a:cubicBezTo>
                      <a:pt x="13" y="9"/>
                      <a:pt x="11" y="11"/>
                      <a:pt x="13" y="13"/>
                    </a:cubicBezTo>
                    <a:cubicBezTo>
                      <a:pt x="10" y="11"/>
                      <a:pt x="9" y="13"/>
                      <a:pt x="9" y="17"/>
                    </a:cubicBezTo>
                    <a:cubicBezTo>
                      <a:pt x="8" y="14"/>
                      <a:pt x="6" y="12"/>
                      <a:pt x="4" y="16"/>
                    </a:cubicBezTo>
                    <a:cubicBezTo>
                      <a:pt x="4" y="14"/>
                      <a:pt x="3" y="13"/>
                      <a:pt x="2" y="14"/>
                    </a:cubicBezTo>
                    <a:cubicBezTo>
                      <a:pt x="3" y="12"/>
                      <a:pt x="3" y="11"/>
                      <a:pt x="0" y="11"/>
                    </a:cubicBezTo>
                    <a:cubicBezTo>
                      <a:pt x="1" y="10"/>
                      <a:pt x="2" y="8"/>
                      <a:pt x="0" y="8"/>
                    </a:cubicBezTo>
                    <a:cubicBezTo>
                      <a:pt x="2" y="7"/>
                      <a:pt x="3" y="5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6" name="Freeform 1626">
                <a:extLst>
                  <a:ext uri="{FF2B5EF4-FFF2-40B4-BE49-F238E27FC236}">
                    <a16:creationId xmlns:a16="http://schemas.microsoft.com/office/drawing/2014/main" id="{3EC7D16B-2171-4623-BEEA-9E9A431B5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710"/>
                <a:ext cx="73" cy="43"/>
              </a:xfrm>
              <a:custGeom>
                <a:avLst/>
                <a:gdLst>
                  <a:gd name="T0" fmla="*/ 463 w 29"/>
                  <a:gd name="T1" fmla="*/ 0 h 16"/>
                  <a:gd name="T2" fmla="*/ 0 w 29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29" y="0"/>
                    </a:moveTo>
                    <a:cubicBezTo>
                      <a:pt x="27" y="3"/>
                      <a:pt x="4" y="10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7" name="Freeform 1627">
                <a:extLst>
                  <a:ext uri="{FF2B5EF4-FFF2-40B4-BE49-F238E27FC236}">
                    <a16:creationId xmlns:a16="http://schemas.microsoft.com/office/drawing/2014/main" id="{7CCBFCA2-68AB-4CEA-A25D-1D51521F5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715"/>
                <a:ext cx="30" cy="83"/>
              </a:xfrm>
              <a:custGeom>
                <a:avLst/>
                <a:gdLst>
                  <a:gd name="T0" fmla="*/ 188 w 12"/>
                  <a:gd name="T1" fmla="*/ 0 h 31"/>
                  <a:gd name="T2" fmla="*/ 33 w 1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1">
                    <a:moveTo>
                      <a:pt x="12" y="0"/>
                    </a:moveTo>
                    <a:cubicBezTo>
                      <a:pt x="10" y="6"/>
                      <a:pt x="0" y="22"/>
                      <a:pt x="2" y="3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8" name="Freeform 1628">
                <a:extLst>
                  <a:ext uri="{FF2B5EF4-FFF2-40B4-BE49-F238E27FC236}">
                    <a16:creationId xmlns:a16="http://schemas.microsoft.com/office/drawing/2014/main" id="{23E3B921-473F-450B-BDBD-C751E3A28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718"/>
                <a:ext cx="18" cy="80"/>
              </a:xfrm>
              <a:custGeom>
                <a:avLst/>
                <a:gdLst>
                  <a:gd name="T0" fmla="*/ 0 w 7"/>
                  <a:gd name="T1" fmla="*/ 0 h 30"/>
                  <a:gd name="T2" fmla="*/ 118 w 7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0">
                    <a:moveTo>
                      <a:pt x="0" y="0"/>
                    </a:moveTo>
                    <a:cubicBezTo>
                      <a:pt x="1" y="4"/>
                      <a:pt x="6" y="22"/>
                      <a:pt x="7" y="3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9" name="Freeform 1629">
                <a:extLst>
                  <a:ext uri="{FF2B5EF4-FFF2-40B4-BE49-F238E27FC236}">
                    <a16:creationId xmlns:a16="http://schemas.microsoft.com/office/drawing/2014/main" id="{91828CE6-16BE-421E-9A42-BB4B5D81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643"/>
                <a:ext cx="75" cy="40"/>
              </a:xfrm>
              <a:custGeom>
                <a:avLst/>
                <a:gdLst>
                  <a:gd name="T0" fmla="*/ 0 w 30"/>
                  <a:gd name="T1" fmla="*/ 285 h 15"/>
                  <a:gd name="T2" fmla="*/ 470 w 3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15"/>
                    </a:moveTo>
                    <a:cubicBezTo>
                      <a:pt x="4" y="11"/>
                      <a:pt x="21" y="1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0" name="Freeform 1630">
                <a:extLst>
                  <a:ext uri="{FF2B5EF4-FFF2-40B4-BE49-F238E27FC236}">
                    <a16:creationId xmlns:a16="http://schemas.microsoft.com/office/drawing/2014/main" id="{6EC729ED-AD2E-4918-93AC-1E8C5A1B2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571"/>
                <a:ext cx="228" cy="240"/>
              </a:xfrm>
              <a:custGeom>
                <a:avLst/>
                <a:gdLst>
                  <a:gd name="T0" fmla="*/ 616 w 91"/>
                  <a:gd name="T1" fmla="*/ 56 h 90"/>
                  <a:gd name="T2" fmla="*/ 722 w 91"/>
                  <a:gd name="T3" fmla="*/ 115 h 90"/>
                  <a:gd name="T4" fmla="*/ 1067 w 91"/>
                  <a:gd name="T5" fmla="*/ 205 h 90"/>
                  <a:gd name="T6" fmla="*/ 1180 w 91"/>
                  <a:gd name="T7" fmla="*/ 264 h 90"/>
                  <a:gd name="T8" fmla="*/ 1318 w 91"/>
                  <a:gd name="T9" fmla="*/ 512 h 90"/>
                  <a:gd name="T10" fmla="*/ 1413 w 91"/>
                  <a:gd name="T11" fmla="*/ 797 h 90"/>
                  <a:gd name="T12" fmla="*/ 1413 w 91"/>
                  <a:gd name="T13" fmla="*/ 989 h 90"/>
                  <a:gd name="T14" fmla="*/ 1413 w 91"/>
                  <a:gd name="T15" fmla="*/ 1117 h 90"/>
                  <a:gd name="T16" fmla="*/ 1350 w 91"/>
                  <a:gd name="T17" fmla="*/ 1216 h 90"/>
                  <a:gd name="T18" fmla="*/ 1288 w 91"/>
                  <a:gd name="T19" fmla="*/ 1387 h 90"/>
                  <a:gd name="T20" fmla="*/ 1213 w 91"/>
                  <a:gd name="T21" fmla="*/ 1400 h 90"/>
                  <a:gd name="T22" fmla="*/ 897 w 91"/>
                  <a:gd name="T23" fmla="*/ 1613 h 90"/>
                  <a:gd name="T24" fmla="*/ 646 w 91"/>
                  <a:gd name="T25" fmla="*/ 1685 h 90"/>
                  <a:gd name="T26" fmla="*/ 551 w 91"/>
                  <a:gd name="T27" fmla="*/ 1613 h 90"/>
                  <a:gd name="T28" fmla="*/ 333 w 91"/>
                  <a:gd name="T29" fmla="*/ 1571 h 90"/>
                  <a:gd name="T30" fmla="*/ 220 w 91"/>
                  <a:gd name="T31" fmla="*/ 1288 h 90"/>
                  <a:gd name="T32" fmla="*/ 63 w 91"/>
                  <a:gd name="T33" fmla="*/ 1003 h 90"/>
                  <a:gd name="T34" fmla="*/ 95 w 91"/>
                  <a:gd name="T35" fmla="*/ 704 h 90"/>
                  <a:gd name="T36" fmla="*/ 188 w 91"/>
                  <a:gd name="T37" fmla="*/ 397 h 90"/>
                  <a:gd name="T38" fmla="*/ 301 w 91"/>
                  <a:gd name="T39" fmla="*/ 320 h 90"/>
                  <a:gd name="T40" fmla="*/ 408 w 91"/>
                  <a:gd name="T41" fmla="*/ 171 h 90"/>
                  <a:gd name="T42" fmla="*/ 616 w 91"/>
                  <a:gd name="T43" fmla="*/ 56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1" h="90">
                    <a:moveTo>
                      <a:pt x="39" y="3"/>
                    </a:moveTo>
                    <a:cubicBezTo>
                      <a:pt x="42" y="3"/>
                      <a:pt x="45" y="4"/>
                      <a:pt x="46" y="6"/>
                    </a:cubicBezTo>
                    <a:cubicBezTo>
                      <a:pt x="48" y="0"/>
                      <a:pt x="69" y="6"/>
                      <a:pt x="68" y="11"/>
                    </a:cubicBezTo>
                    <a:cubicBezTo>
                      <a:pt x="72" y="12"/>
                      <a:pt x="72" y="12"/>
                      <a:pt x="75" y="14"/>
                    </a:cubicBezTo>
                    <a:cubicBezTo>
                      <a:pt x="81" y="17"/>
                      <a:pt x="85" y="25"/>
                      <a:pt x="84" y="27"/>
                    </a:cubicBezTo>
                    <a:cubicBezTo>
                      <a:pt x="89" y="30"/>
                      <a:pt x="90" y="39"/>
                      <a:pt x="90" y="42"/>
                    </a:cubicBezTo>
                    <a:cubicBezTo>
                      <a:pt x="91" y="44"/>
                      <a:pt x="91" y="52"/>
                      <a:pt x="90" y="52"/>
                    </a:cubicBezTo>
                    <a:cubicBezTo>
                      <a:pt x="90" y="55"/>
                      <a:pt x="91" y="57"/>
                      <a:pt x="90" y="59"/>
                    </a:cubicBezTo>
                    <a:cubicBezTo>
                      <a:pt x="88" y="62"/>
                      <a:pt x="88" y="63"/>
                      <a:pt x="86" y="64"/>
                    </a:cubicBezTo>
                    <a:cubicBezTo>
                      <a:pt x="85" y="68"/>
                      <a:pt x="86" y="72"/>
                      <a:pt x="82" y="73"/>
                    </a:cubicBezTo>
                    <a:cubicBezTo>
                      <a:pt x="78" y="74"/>
                      <a:pt x="77" y="74"/>
                      <a:pt x="77" y="74"/>
                    </a:cubicBezTo>
                    <a:cubicBezTo>
                      <a:pt x="76" y="79"/>
                      <a:pt x="63" y="89"/>
                      <a:pt x="57" y="85"/>
                    </a:cubicBezTo>
                    <a:cubicBezTo>
                      <a:pt x="55" y="89"/>
                      <a:pt x="45" y="90"/>
                      <a:pt x="41" y="89"/>
                    </a:cubicBezTo>
                    <a:cubicBezTo>
                      <a:pt x="37" y="88"/>
                      <a:pt x="35" y="85"/>
                      <a:pt x="35" y="85"/>
                    </a:cubicBezTo>
                    <a:cubicBezTo>
                      <a:pt x="30" y="87"/>
                      <a:pt x="26" y="85"/>
                      <a:pt x="21" y="83"/>
                    </a:cubicBezTo>
                    <a:cubicBezTo>
                      <a:pt x="17" y="80"/>
                      <a:pt x="11" y="72"/>
                      <a:pt x="14" y="68"/>
                    </a:cubicBezTo>
                    <a:cubicBezTo>
                      <a:pt x="7" y="67"/>
                      <a:pt x="1" y="58"/>
                      <a:pt x="4" y="53"/>
                    </a:cubicBezTo>
                    <a:cubicBezTo>
                      <a:pt x="0" y="49"/>
                      <a:pt x="2" y="38"/>
                      <a:pt x="6" y="37"/>
                    </a:cubicBezTo>
                    <a:cubicBezTo>
                      <a:pt x="5" y="31"/>
                      <a:pt x="10" y="24"/>
                      <a:pt x="12" y="21"/>
                    </a:cubicBezTo>
                    <a:cubicBezTo>
                      <a:pt x="15" y="19"/>
                      <a:pt x="16" y="17"/>
                      <a:pt x="19" y="17"/>
                    </a:cubicBezTo>
                    <a:cubicBezTo>
                      <a:pt x="20" y="12"/>
                      <a:pt x="22" y="11"/>
                      <a:pt x="26" y="9"/>
                    </a:cubicBezTo>
                    <a:cubicBezTo>
                      <a:pt x="29" y="7"/>
                      <a:pt x="36" y="4"/>
                      <a:pt x="39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1" name="Freeform 1631">
                <a:extLst>
                  <a:ext uri="{FF2B5EF4-FFF2-40B4-BE49-F238E27FC236}">
                    <a16:creationId xmlns:a16="http://schemas.microsoft.com/office/drawing/2014/main" id="{09C41DB0-A274-4ADF-A9A6-0632DF92B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601"/>
                <a:ext cx="40" cy="74"/>
              </a:xfrm>
              <a:custGeom>
                <a:avLst/>
                <a:gdLst>
                  <a:gd name="T0" fmla="*/ 250 w 16"/>
                  <a:gd name="T1" fmla="*/ 0 h 28"/>
                  <a:gd name="T2" fmla="*/ 0 w 16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15" y="4"/>
                      <a:pt x="2" y="19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2" name="Freeform 1632">
                <a:extLst>
                  <a:ext uri="{FF2B5EF4-FFF2-40B4-BE49-F238E27FC236}">
                    <a16:creationId xmlns:a16="http://schemas.microsoft.com/office/drawing/2014/main" id="{B2ED1AC9-E63B-4956-B2E5-3403EC83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697"/>
                <a:ext cx="85" cy="13"/>
              </a:xfrm>
              <a:custGeom>
                <a:avLst/>
                <a:gdLst>
                  <a:gd name="T0" fmla="*/ 0 w 34"/>
                  <a:gd name="T1" fmla="*/ 0 h 5"/>
                  <a:gd name="T2" fmla="*/ 533 w 3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">
                    <a:moveTo>
                      <a:pt x="0" y="0"/>
                    </a:moveTo>
                    <a:cubicBezTo>
                      <a:pt x="4" y="2"/>
                      <a:pt x="28" y="0"/>
                      <a:pt x="34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3" name="Freeform 1633">
                <a:extLst>
                  <a:ext uri="{FF2B5EF4-FFF2-40B4-BE49-F238E27FC236}">
                    <a16:creationId xmlns:a16="http://schemas.microsoft.com/office/drawing/2014/main" id="{EFBE5CB0-3F27-402E-9BB3-9C403DD85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707"/>
                <a:ext cx="58" cy="64"/>
              </a:xfrm>
              <a:custGeom>
                <a:avLst/>
                <a:gdLst>
                  <a:gd name="T0" fmla="*/ 0 w 23"/>
                  <a:gd name="T1" fmla="*/ 0 h 24"/>
                  <a:gd name="T2" fmla="*/ 368 w 23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0" y="0"/>
                    </a:moveTo>
                    <a:cubicBezTo>
                      <a:pt x="4" y="2"/>
                      <a:pt x="22" y="16"/>
                      <a:pt x="23" y="2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4" name="Freeform 1634">
                <a:extLst>
                  <a:ext uri="{FF2B5EF4-FFF2-40B4-BE49-F238E27FC236}">
                    <a16:creationId xmlns:a16="http://schemas.microsoft.com/office/drawing/2014/main" id="{78628EC3-D313-448C-8822-EBF256B8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734"/>
                <a:ext cx="47" cy="8"/>
              </a:xfrm>
              <a:custGeom>
                <a:avLst/>
                <a:gdLst>
                  <a:gd name="T0" fmla="*/ 0 w 19"/>
                  <a:gd name="T1" fmla="*/ 0 h 3"/>
                  <a:gd name="T2" fmla="*/ 287 w 1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">
                    <a:moveTo>
                      <a:pt x="0" y="0"/>
                    </a:moveTo>
                    <a:cubicBezTo>
                      <a:pt x="4" y="2"/>
                      <a:pt x="14" y="0"/>
                      <a:pt x="19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5" name="Freeform 1635">
                <a:extLst>
                  <a:ext uri="{FF2B5EF4-FFF2-40B4-BE49-F238E27FC236}">
                    <a16:creationId xmlns:a16="http://schemas.microsoft.com/office/drawing/2014/main" id="{3C2F7C3D-75F5-4332-B3B2-28749777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702"/>
                <a:ext cx="93" cy="11"/>
              </a:xfrm>
              <a:custGeom>
                <a:avLst/>
                <a:gdLst>
                  <a:gd name="T0" fmla="*/ 0 w 37"/>
                  <a:gd name="T1" fmla="*/ 83 h 4"/>
                  <a:gd name="T2" fmla="*/ 588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4"/>
                    </a:moveTo>
                    <a:cubicBezTo>
                      <a:pt x="3" y="1"/>
                      <a:pt x="31" y="0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6" name="Freeform 1636">
                <a:extLst>
                  <a:ext uri="{FF2B5EF4-FFF2-40B4-BE49-F238E27FC236}">
                    <a16:creationId xmlns:a16="http://schemas.microsoft.com/office/drawing/2014/main" id="{2E8C931E-A611-4124-9081-3CC5D4F65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670"/>
                <a:ext cx="88" cy="24"/>
              </a:xfrm>
              <a:custGeom>
                <a:avLst/>
                <a:gdLst>
                  <a:gd name="T0" fmla="*/ 0 w 35"/>
                  <a:gd name="T1" fmla="*/ 0 h 9"/>
                  <a:gd name="T2" fmla="*/ 556 w 3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9">
                    <a:moveTo>
                      <a:pt x="0" y="0"/>
                    </a:moveTo>
                    <a:cubicBezTo>
                      <a:pt x="4" y="3"/>
                      <a:pt x="27" y="9"/>
                      <a:pt x="35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7" name="Freeform 1637">
                <a:extLst>
                  <a:ext uri="{FF2B5EF4-FFF2-40B4-BE49-F238E27FC236}">
                    <a16:creationId xmlns:a16="http://schemas.microsoft.com/office/drawing/2014/main" id="{3B19A310-2A5E-487A-8678-BC2CD2CDA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617"/>
                <a:ext cx="60" cy="61"/>
              </a:xfrm>
              <a:custGeom>
                <a:avLst/>
                <a:gdLst>
                  <a:gd name="T0" fmla="*/ 0 w 24"/>
                  <a:gd name="T1" fmla="*/ 0 h 23"/>
                  <a:gd name="T2" fmla="*/ 375 w 24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3">
                    <a:moveTo>
                      <a:pt x="0" y="0"/>
                    </a:moveTo>
                    <a:cubicBezTo>
                      <a:pt x="4" y="2"/>
                      <a:pt x="21" y="20"/>
                      <a:pt x="24" y="2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8" name="Freeform 1638">
                <a:extLst>
                  <a:ext uri="{FF2B5EF4-FFF2-40B4-BE49-F238E27FC236}">
                    <a16:creationId xmlns:a16="http://schemas.microsoft.com/office/drawing/2014/main" id="{439AC395-C845-45BD-BBBC-2F524A8CB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87"/>
                <a:ext cx="10" cy="86"/>
              </a:xfrm>
              <a:custGeom>
                <a:avLst/>
                <a:gdLst>
                  <a:gd name="T0" fmla="*/ 20 w 4"/>
                  <a:gd name="T1" fmla="*/ 0 h 32"/>
                  <a:gd name="T2" fmla="*/ 50 w 4"/>
                  <a:gd name="T3" fmla="*/ 6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2">
                    <a:moveTo>
                      <a:pt x="1" y="0"/>
                    </a:moveTo>
                    <a:cubicBezTo>
                      <a:pt x="0" y="2"/>
                      <a:pt x="4" y="26"/>
                      <a:pt x="3" y="3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9" name="Freeform 1639">
                <a:extLst>
                  <a:ext uri="{FF2B5EF4-FFF2-40B4-BE49-F238E27FC236}">
                    <a16:creationId xmlns:a16="http://schemas.microsoft.com/office/drawing/2014/main" id="{BDA90B7B-4FC7-49AC-8099-B1413B75B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673"/>
                <a:ext cx="37" cy="45"/>
              </a:xfrm>
              <a:custGeom>
                <a:avLst/>
                <a:gdLst>
                  <a:gd name="T0" fmla="*/ 30 w 15"/>
                  <a:gd name="T1" fmla="*/ 34 h 17"/>
                  <a:gd name="T2" fmla="*/ 74 w 15"/>
                  <a:gd name="T3" fmla="*/ 34 h 17"/>
                  <a:gd name="T4" fmla="*/ 104 w 15"/>
                  <a:gd name="T5" fmla="*/ 0 h 17"/>
                  <a:gd name="T6" fmla="*/ 165 w 15"/>
                  <a:gd name="T7" fmla="*/ 21 h 17"/>
                  <a:gd name="T8" fmla="*/ 212 w 15"/>
                  <a:gd name="T9" fmla="*/ 77 h 17"/>
                  <a:gd name="T10" fmla="*/ 224 w 15"/>
                  <a:gd name="T11" fmla="*/ 169 h 17"/>
                  <a:gd name="T12" fmla="*/ 195 w 15"/>
                  <a:gd name="T13" fmla="*/ 238 h 17"/>
                  <a:gd name="T14" fmla="*/ 133 w 15"/>
                  <a:gd name="T15" fmla="*/ 315 h 17"/>
                  <a:gd name="T16" fmla="*/ 62 w 15"/>
                  <a:gd name="T17" fmla="*/ 294 h 17"/>
                  <a:gd name="T18" fmla="*/ 30 w 15"/>
                  <a:gd name="T19" fmla="*/ 259 h 17"/>
                  <a:gd name="T20" fmla="*/ 0 w 15"/>
                  <a:gd name="T21" fmla="*/ 204 h 17"/>
                  <a:gd name="T22" fmla="*/ 0 w 15"/>
                  <a:gd name="T23" fmla="*/ 148 h 17"/>
                  <a:gd name="T24" fmla="*/ 30 w 15"/>
                  <a:gd name="T25" fmla="*/ 34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2" y="2"/>
                    </a:moveTo>
                    <a:cubicBezTo>
                      <a:pt x="3" y="3"/>
                      <a:pt x="4" y="3"/>
                      <a:pt x="5" y="2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2"/>
                      <a:pt x="8" y="3"/>
                      <a:pt x="11" y="1"/>
                    </a:cubicBezTo>
                    <a:cubicBezTo>
                      <a:pt x="11" y="2"/>
                      <a:pt x="11" y="5"/>
                      <a:pt x="14" y="4"/>
                    </a:cubicBezTo>
                    <a:cubicBezTo>
                      <a:pt x="13" y="5"/>
                      <a:pt x="12" y="8"/>
                      <a:pt x="15" y="9"/>
                    </a:cubicBezTo>
                    <a:cubicBezTo>
                      <a:pt x="13" y="9"/>
                      <a:pt x="11" y="11"/>
                      <a:pt x="13" y="13"/>
                    </a:cubicBezTo>
                    <a:cubicBezTo>
                      <a:pt x="10" y="11"/>
                      <a:pt x="9" y="13"/>
                      <a:pt x="9" y="17"/>
                    </a:cubicBezTo>
                    <a:cubicBezTo>
                      <a:pt x="8" y="14"/>
                      <a:pt x="6" y="12"/>
                      <a:pt x="4" y="16"/>
                    </a:cubicBezTo>
                    <a:cubicBezTo>
                      <a:pt x="4" y="14"/>
                      <a:pt x="3" y="13"/>
                      <a:pt x="2" y="14"/>
                    </a:cubicBezTo>
                    <a:cubicBezTo>
                      <a:pt x="3" y="12"/>
                      <a:pt x="3" y="11"/>
                      <a:pt x="0" y="11"/>
                    </a:cubicBezTo>
                    <a:cubicBezTo>
                      <a:pt x="1" y="10"/>
                      <a:pt x="2" y="8"/>
                      <a:pt x="0" y="8"/>
                    </a:cubicBezTo>
                    <a:cubicBezTo>
                      <a:pt x="2" y="7"/>
                      <a:pt x="3" y="5"/>
                      <a:pt x="2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0" name="Freeform 1640">
                <a:extLst>
                  <a:ext uri="{FF2B5EF4-FFF2-40B4-BE49-F238E27FC236}">
                    <a16:creationId xmlns:a16="http://schemas.microsoft.com/office/drawing/2014/main" id="{7758787F-129C-4AAF-A873-6A22CD6E6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614"/>
                <a:ext cx="30" cy="59"/>
              </a:xfrm>
              <a:custGeom>
                <a:avLst/>
                <a:gdLst>
                  <a:gd name="T0" fmla="*/ 20 w 12"/>
                  <a:gd name="T1" fmla="*/ 402 h 22"/>
                  <a:gd name="T2" fmla="*/ 20 w 12"/>
                  <a:gd name="T3" fmla="*/ 424 h 22"/>
                  <a:gd name="T4" fmla="*/ 50 w 12"/>
                  <a:gd name="T5" fmla="*/ 346 h 22"/>
                  <a:gd name="T6" fmla="*/ 83 w 12"/>
                  <a:gd name="T7" fmla="*/ 252 h 22"/>
                  <a:gd name="T8" fmla="*/ 145 w 12"/>
                  <a:gd name="T9" fmla="*/ 115 h 22"/>
                  <a:gd name="T10" fmla="*/ 188 w 12"/>
                  <a:gd name="T11" fmla="*/ 0 h 22"/>
                  <a:gd name="T12" fmla="*/ 113 w 12"/>
                  <a:gd name="T13" fmla="*/ 137 h 22"/>
                  <a:gd name="T14" fmla="*/ 50 w 12"/>
                  <a:gd name="T15" fmla="*/ 231 h 22"/>
                  <a:gd name="T16" fmla="*/ 20 w 12"/>
                  <a:gd name="T17" fmla="*/ 330 h 22"/>
                  <a:gd name="T18" fmla="*/ 0 w 12"/>
                  <a:gd name="T19" fmla="*/ 402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22">
                    <a:moveTo>
                      <a:pt x="1" y="21"/>
                    </a:moveTo>
                    <a:cubicBezTo>
                      <a:pt x="1" y="21"/>
                      <a:pt x="1" y="22"/>
                      <a:pt x="1" y="22"/>
                    </a:cubicBezTo>
                    <a:cubicBezTo>
                      <a:pt x="2" y="21"/>
                      <a:pt x="2" y="19"/>
                      <a:pt x="3" y="18"/>
                    </a:cubicBezTo>
                    <a:cubicBezTo>
                      <a:pt x="3" y="16"/>
                      <a:pt x="4" y="14"/>
                      <a:pt x="5" y="13"/>
                    </a:cubicBezTo>
                    <a:cubicBezTo>
                      <a:pt x="6" y="11"/>
                      <a:pt x="7" y="9"/>
                      <a:pt x="9" y="6"/>
                    </a:cubicBezTo>
                    <a:cubicBezTo>
                      <a:pt x="10" y="4"/>
                      <a:pt x="11" y="2"/>
                      <a:pt x="12" y="0"/>
                    </a:cubicBezTo>
                    <a:cubicBezTo>
                      <a:pt x="10" y="2"/>
                      <a:pt x="9" y="4"/>
                      <a:pt x="7" y="7"/>
                    </a:cubicBezTo>
                    <a:cubicBezTo>
                      <a:pt x="6" y="8"/>
                      <a:pt x="4" y="10"/>
                      <a:pt x="3" y="12"/>
                    </a:cubicBezTo>
                    <a:cubicBezTo>
                      <a:pt x="2" y="13"/>
                      <a:pt x="2" y="15"/>
                      <a:pt x="1" y="17"/>
                    </a:cubicBezTo>
                    <a:cubicBezTo>
                      <a:pt x="1" y="18"/>
                      <a:pt x="1" y="20"/>
                      <a:pt x="0" y="21"/>
                    </a:cubicBezTo>
                  </a:path>
                </a:pathLst>
              </a:custGeom>
              <a:solidFill>
                <a:srgbClr val="F49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1" name="Freeform 1641">
                <a:extLst>
                  <a:ext uri="{FF2B5EF4-FFF2-40B4-BE49-F238E27FC236}">
                    <a16:creationId xmlns:a16="http://schemas.microsoft.com/office/drawing/2014/main" id="{EE5C936C-FED6-4908-A07F-7963C009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297"/>
                <a:ext cx="140" cy="154"/>
              </a:xfrm>
              <a:custGeom>
                <a:avLst/>
                <a:gdLst>
                  <a:gd name="T0" fmla="*/ 220 w 56"/>
                  <a:gd name="T1" fmla="*/ 149 h 58"/>
                  <a:gd name="T2" fmla="*/ 345 w 56"/>
                  <a:gd name="T3" fmla="*/ 56 h 58"/>
                  <a:gd name="T4" fmla="*/ 438 w 56"/>
                  <a:gd name="T5" fmla="*/ 21 h 58"/>
                  <a:gd name="T6" fmla="*/ 488 w 56"/>
                  <a:gd name="T7" fmla="*/ 21 h 58"/>
                  <a:gd name="T8" fmla="*/ 488 w 56"/>
                  <a:gd name="T9" fmla="*/ 35 h 58"/>
                  <a:gd name="T10" fmla="*/ 645 w 56"/>
                  <a:gd name="T11" fmla="*/ 77 h 58"/>
                  <a:gd name="T12" fmla="*/ 750 w 56"/>
                  <a:gd name="T13" fmla="*/ 170 h 58"/>
                  <a:gd name="T14" fmla="*/ 770 w 56"/>
                  <a:gd name="T15" fmla="*/ 204 h 58"/>
                  <a:gd name="T16" fmla="*/ 800 w 56"/>
                  <a:gd name="T17" fmla="*/ 260 h 58"/>
                  <a:gd name="T18" fmla="*/ 833 w 56"/>
                  <a:gd name="T19" fmla="*/ 316 h 58"/>
                  <a:gd name="T20" fmla="*/ 833 w 56"/>
                  <a:gd name="T21" fmla="*/ 337 h 58"/>
                  <a:gd name="T22" fmla="*/ 833 w 56"/>
                  <a:gd name="T23" fmla="*/ 353 h 58"/>
                  <a:gd name="T24" fmla="*/ 845 w 56"/>
                  <a:gd name="T25" fmla="*/ 465 h 58"/>
                  <a:gd name="T26" fmla="*/ 845 w 56"/>
                  <a:gd name="T27" fmla="*/ 621 h 58"/>
                  <a:gd name="T28" fmla="*/ 863 w 56"/>
                  <a:gd name="T29" fmla="*/ 656 h 58"/>
                  <a:gd name="T30" fmla="*/ 875 w 56"/>
                  <a:gd name="T31" fmla="*/ 712 h 58"/>
                  <a:gd name="T32" fmla="*/ 833 w 56"/>
                  <a:gd name="T33" fmla="*/ 789 h 58"/>
                  <a:gd name="T34" fmla="*/ 813 w 56"/>
                  <a:gd name="T35" fmla="*/ 882 h 58"/>
                  <a:gd name="T36" fmla="*/ 750 w 56"/>
                  <a:gd name="T37" fmla="*/ 916 h 58"/>
                  <a:gd name="T38" fmla="*/ 708 w 56"/>
                  <a:gd name="T39" fmla="*/ 972 h 58"/>
                  <a:gd name="T40" fmla="*/ 613 w 56"/>
                  <a:gd name="T41" fmla="*/ 1009 h 58"/>
                  <a:gd name="T42" fmla="*/ 438 w 56"/>
                  <a:gd name="T43" fmla="*/ 1086 h 58"/>
                  <a:gd name="T44" fmla="*/ 250 w 56"/>
                  <a:gd name="T45" fmla="*/ 1030 h 58"/>
                  <a:gd name="T46" fmla="*/ 175 w 56"/>
                  <a:gd name="T47" fmla="*/ 972 h 58"/>
                  <a:gd name="T48" fmla="*/ 63 w 56"/>
                  <a:gd name="T49" fmla="*/ 860 h 58"/>
                  <a:gd name="T50" fmla="*/ 50 w 56"/>
                  <a:gd name="T51" fmla="*/ 805 h 58"/>
                  <a:gd name="T52" fmla="*/ 20 w 56"/>
                  <a:gd name="T53" fmla="*/ 712 h 58"/>
                  <a:gd name="T54" fmla="*/ 33 w 56"/>
                  <a:gd name="T55" fmla="*/ 579 h 58"/>
                  <a:gd name="T56" fmla="*/ 50 w 56"/>
                  <a:gd name="T57" fmla="*/ 430 h 58"/>
                  <a:gd name="T58" fmla="*/ 83 w 56"/>
                  <a:gd name="T59" fmla="*/ 374 h 58"/>
                  <a:gd name="T60" fmla="*/ 95 w 56"/>
                  <a:gd name="T61" fmla="*/ 297 h 58"/>
                  <a:gd name="T62" fmla="*/ 125 w 56"/>
                  <a:gd name="T63" fmla="*/ 260 h 58"/>
                  <a:gd name="T64" fmla="*/ 158 w 56"/>
                  <a:gd name="T65" fmla="*/ 191 h 58"/>
                  <a:gd name="T66" fmla="*/ 220 w 56"/>
                  <a:gd name="T67" fmla="*/ 149 h 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6" h="58">
                    <a:moveTo>
                      <a:pt x="14" y="8"/>
                    </a:moveTo>
                    <a:cubicBezTo>
                      <a:pt x="14" y="6"/>
                      <a:pt x="20" y="2"/>
                      <a:pt x="22" y="3"/>
                    </a:cubicBezTo>
                    <a:cubicBezTo>
                      <a:pt x="23" y="1"/>
                      <a:pt x="26" y="0"/>
                      <a:pt x="28" y="1"/>
                    </a:cubicBezTo>
                    <a:cubicBezTo>
                      <a:pt x="29" y="1"/>
                      <a:pt x="30" y="1"/>
                      <a:pt x="31" y="1"/>
                    </a:cubicBezTo>
                    <a:cubicBezTo>
                      <a:pt x="31" y="1"/>
                      <a:pt x="31" y="2"/>
                      <a:pt x="31" y="2"/>
                    </a:cubicBezTo>
                    <a:cubicBezTo>
                      <a:pt x="33" y="2"/>
                      <a:pt x="40" y="1"/>
                      <a:pt x="41" y="4"/>
                    </a:cubicBezTo>
                    <a:cubicBezTo>
                      <a:pt x="43" y="4"/>
                      <a:pt x="47" y="7"/>
                      <a:pt x="48" y="9"/>
                    </a:cubicBezTo>
                    <a:cubicBezTo>
                      <a:pt x="48" y="10"/>
                      <a:pt x="49" y="11"/>
                      <a:pt x="49" y="11"/>
                    </a:cubicBezTo>
                    <a:cubicBezTo>
                      <a:pt x="50" y="12"/>
                      <a:pt x="51" y="13"/>
                      <a:pt x="51" y="14"/>
                    </a:cubicBezTo>
                    <a:cubicBezTo>
                      <a:pt x="52" y="15"/>
                      <a:pt x="52" y="16"/>
                      <a:pt x="53" y="17"/>
                    </a:cubicBezTo>
                    <a:cubicBezTo>
                      <a:pt x="53" y="17"/>
                      <a:pt x="53" y="17"/>
                      <a:pt x="53" y="18"/>
                    </a:cubicBezTo>
                    <a:cubicBezTo>
                      <a:pt x="53" y="18"/>
                      <a:pt x="53" y="18"/>
                      <a:pt x="53" y="19"/>
                    </a:cubicBezTo>
                    <a:cubicBezTo>
                      <a:pt x="54" y="20"/>
                      <a:pt x="55" y="23"/>
                      <a:pt x="54" y="25"/>
                    </a:cubicBezTo>
                    <a:cubicBezTo>
                      <a:pt x="56" y="27"/>
                      <a:pt x="54" y="30"/>
                      <a:pt x="54" y="33"/>
                    </a:cubicBezTo>
                    <a:cubicBezTo>
                      <a:pt x="54" y="33"/>
                      <a:pt x="55" y="34"/>
                      <a:pt x="55" y="35"/>
                    </a:cubicBezTo>
                    <a:cubicBezTo>
                      <a:pt x="56" y="36"/>
                      <a:pt x="56" y="37"/>
                      <a:pt x="56" y="38"/>
                    </a:cubicBezTo>
                    <a:cubicBezTo>
                      <a:pt x="55" y="40"/>
                      <a:pt x="54" y="41"/>
                      <a:pt x="53" y="42"/>
                    </a:cubicBezTo>
                    <a:cubicBezTo>
                      <a:pt x="53" y="44"/>
                      <a:pt x="53" y="46"/>
                      <a:pt x="52" y="47"/>
                    </a:cubicBezTo>
                    <a:cubicBezTo>
                      <a:pt x="51" y="48"/>
                      <a:pt x="49" y="48"/>
                      <a:pt x="48" y="49"/>
                    </a:cubicBezTo>
                    <a:cubicBezTo>
                      <a:pt x="47" y="50"/>
                      <a:pt x="46" y="51"/>
                      <a:pt x="45" y="52"/>
                    </a:cubicBezTo>
                    <a:cubicBezTo>
                      <a:pt x="43" y="54"/>
                      <a:pt x="42" y="54"/>
                      <a:pt x="39" y="54"/>
                    </a:cubicBezTo>
                    <a:cubicBezTo>
                      <a:pt x="39" y="58"/>
                      <a:pt x="31" y="58"/>
                      <a:pt x="28" y="58"/>
                    </a:cubicBezTo>
                    <a:cubicBezTo>
                      <a:pt x="24" y="57"/>
                      <a:pt x="20" y="57"/>
                      <a:pt x="16" y="55"/>
                    </a:cubicBezTo>
                    <a:cubicBezTo>
                      <a:pt x="14" y="54"/>
                      <a:pt x="12" y="52"/>
                      <a:pt x="11" y="52"/>
                    </a:cubicBezTo>
                    <a:cubicBezTo>
                      <a:pt x="8" y="50"/>
                      <a:pt x="5" y="49"/>
                      <a:pt x="4" y="46"/>
                    </a:cubicBezTo>
                    <a:cubicBezTo>
                      <a:pt x="4" y="45"/>
                      <a:pt x="4" y="44"/>
                      <a:pt x="3" y="43"/>
                    </a:cubicBezTo>
                    <a:cubicBezTo>
                      <a:pt x="3" y="42"/>
                      <a:pt x="2" y="40"/>
                      <a:pt x="1" y="38"/>
                    </a:cubicBezTo>
                    <a:cubicBezTo>
                      <a:pt x="1" y="36"/>
                      <a:pt x="0" y="33"/>
                      <a:pt x="2" y="31"/>
                    </a:cubicBezTo>
                    <a:cubicBezTo>
                      <a:pt x="1" y="28"/>
                      <a:pt x="1" y="26"/>
                      <a:pt x="3" y="23"/>
                    </a:cubicBezTo>
                    <a:cubicBezTo>
                      <a:pt x="5" y="22"/>
                      <a:pt x="5" y="22"/>
                      <a:pt x="5" y="20"/>
                    </a:cubicBezTo>
                    <a:cubicBezTo>
                      <a:pt x="5" y="19"/>
                      <a:pt x="5" y="17"/>
                      <a:pt x="6" y="16"/>
                    </a:cubicBezTo>
                    <a:cubicBezTo>
                      <a:pt x="7" y="15"/>
                      <a:pt x="7" y="15"/>
                      <a:pt x="8" y="14"/>
                    </a:cubicBezTo>
                    <a:cubicBezTo>
                      <a:pt x="9" y="13"/>
                      <a:pt x="8" y="12"/>
                      <a:pt x="10" y="10"/>
                    </a:cubicBezTo>
                    <a:cubicBezTo>
                      <a:pt x="11" y="10"/>
                      <a:pt x="13" y="9"/>
                      <a:pt x="14" y="8"/>
                    </a:cubicBezTo>
                    <a:close/>
                  </a:path>
                </a:pathLst>
              </a:custGeom>
              <a:solidFill>
                <a:srgbClr val="D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2" name="Freeform 1642">
                <a:extLst>
                  <a:ext uri="{FF2B5EF4-FFF2-40B4-BE49-F238E27FC236}">
                    <a16:creationId xmlns:a16="http://schemas.microsoft.com/office/drawing/2014/main" id="{7FB3A4AF-54F1-4BA6-ABF8-2AEC13C2D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329"/>
                <a:ext cx="45" cy="58"/>
              </a:xfrm>
              <a:custGeom>
                <a:avLst/>
                <a:gdLst>
                  <a:gd name="T0" fmla="*/ 63 w 18"/>
                  <a:gd name="T1" fmla="*/ 124 h 22"/>
                  <a:gd name="T2" fmla="*/ 95 w 18"/>
                  <a:gd name="T3" fmla="*/ 55 h 22"/>
                  <a:gd name="T4" fmla="*/ 158 w 18"/>
                  <a:gd name="T5" fmla="*/ 0 h 22"/>
                  <a:gd name="T6" fmla="*/ 208 w 18"/>
                  <a:gd name="T7" fmla="*/ 21 h 22"/>
                  <a:gd name="T8" fmla="*/ 250 w 18"/>
                  <a:gd name="T9" fmla="*/ 0 h 22"/>
                  <a:gd name="T10" fmla="*/ 283 w 18"/>
                  <a:gd name="T11" fmla="*/ 34 h 22"/>
                  <a:gd name="T12" fmla="*/ 250 w 18"/>
                  <a:gd name="T13" fmla="*/ 124 h 22"/>
                  <a:gd name="T14" fmla="*/ 238 w 18"/>
                  <a:gd name="T15" fmla="*/ 237 h 22"/>
                  <a:gd name="T16" fmla="*/ 145 w 18"/>
                  <a:gd name="T17" fmla="*/ 327 h 22"/>
                  <a:gd name="T18" fmla="*/ 63 w 18"/>
                  <a:gd name="T19" fmla="*/ 403 h 22"/>
                  <a:gd name="T20" fmla="*/ 33 w 18"/>
                  <a:gd name="T21" fmla="*/ 382 h 22"/>
                  <a:gd name="T22" fmla="*/ 0 w 18"/>
                  <a:gd name="T23" fmla="*/ 348 h 22"/>
                  <a:gd name="T24" fmla="*/ 20 w 18"/>
                  <a:gd name="T25" fmla="*/ 237 h 22"/>
                  <a:gd name="T26" fmla="*/ 63 w 18"/>
                  <a:gd name="T27" fmla="*/ 12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22">
                    <a:moveTo>
                      <a:pt x="4" y="7"/>
                    </a:moveTo>
                    <a:cubicBezTo>
                      <a:pt x="7" y="7"/>
                      <a:pt x="7" y="5"/>
                      <a:pt x="6" y="3"/>
                    </a:cubicBezTo>
                    <a:cubicBezTo>
                      <a:pt x="8" y="2"/>
                      <a:pt x="9" y="2"/>
                      <a:pt x="10" y="0"/>
                    </a:cubicBezTo>
                    <a:cubicBezTo>
                      <a:pt x="11" y="0"/>
                      <a:pt x="12" y="1"/>
                      <a:pt x="13" y="1"/>
                    </a:cubicBezTo>
                    <a:cubicBezTo>
                      <a:pt x="14" y="1"/>
                      <a:pt x="15" y="0"/>
                      <a:pt x="16" y="0"/>
                    </a:cubicBezTo>
                    <a:cubicBezTo>
                      <a:pt x="17" y="1"/>
                      <a:pt x="17" y="2"/>
                      <a:pt x="18" y="2"/>
                    </a:cubicBezTo>
                    <a:cubicBezTo>
                      <a:pt x="17" y="4"/>
                      <a:pt x="16" y="5"/>
                      <a:pt x="16" y="7"/>
                    </a:cubicBezTo>
                    <a:cubicBezTo>
                      <a:pt x="16" y="9"/>
                      <a:pt x="15" y="11"/>
                      <a:pt x="15" y="13"/>
                    </a:cubicBezTo>
                    <a:cubicBezTo>
                      <a:pt x="12" y="12"/>
                      <a:pt x="9" y="15"/>
                      <a:pt x="9" y="18"/>
                    </a:cubicBezTo>
                    <a:cubicBezTo>
                      <a:pt x="7" y="17"/>
                      <a:pt x="4" y="20"/>
                      <a:pt x="4" y="22"/>
                    </a:cubicBezTo>
                    <a:cubicBezTo>
                      <a:pt x="4" y="21"/>
                      <a:pt x="3" y="21"/>
                      <a:pt x="2" y="21"/>
                    </a:cubicBezTo>
                    <a:cubicBezTo>
                      <a:pt x="2" y="20"/>
                      <a:pt x="1" y="19"/>
                      <a:pt x="0" y="19"/>
                    </a:cubicBezTo>
                    <a:cubicBezTo>
                      <a:pt x="2" y="17"/>
                      <a:pt x="2" y="15"/>
                      <a:pt x="1" y="13"/>
                    </a:cubicBezTo>
                    <a:cubicBezTo>
                      <a:pt x="4" y="11"/>
                      <a:pt x="5" y="9"/>
                      <a:pt x="4" y="7"/>
                    </a:cubicBezTo>
                    <a:close/>
                  </a:path>
                </a:pathLst>
              </a:custGeom>
              <a:solidFill>
                <a:srgbClr val="A30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3" name="Freeform 1643">
                <a:extLst>
                  <a:ext uri="{FF2B5EF4-FFF2-40B4-BE49-F238E27FC236}">
                    <a16:creationId xmlns:a16="http://schemas.microsoft.com/office/drawing/2014/main" id="{D5D54D68-84F4-4960-97FA-F6BA09A36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379"/>
                <a:ext cx="10" cy="22"/>
              </a:xfrm>
              <a:custGeom>
                <a:avLst/>
                <a:gdLst>
                  <a:gd name="T0" fmla="*/ 63 w 4"/>
                  <a:gd name="T1" fmla="*/ 168 h 8"/>
                  <a:gd name="T2" fmla="*/ 0 w 4"/>
                  <a:gd name="T3" fmla="*/ 83 h 8"/>
                  <a:gd name="T4" fmla="*/ 50 w 4"/>
                  <a:gd name="T5" fmla="*/ 0 h 8"/>
                  <a:gd name="T6" fmla="*/ 63 w 4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0"/>
                      <a:pt x="3" y="0"/>
                    </a:cubicBezTo>
                    <a:cubicBezTo>
                      <a:pt x="0" y="2"/>
                      <a:pt x="3" y="6"/>
                      <a:pt x="4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4" name="Freeform 1644">
                <a:extLst>
                  <a:ext uri="{FF2B5EF4-FFF2-40B4-BE49-F238E27FC236}">
                    <a16:creationId xmlns:a16="http://schemas.microsoft.com/office/drawing/2014/main" id="{2B205582-FCBC-4227-9A1F-E8E6E555E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63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0 w 7"/>
                  <a:gd name="T3" fmla="*/ 60 h 7"/>
                  <a:gd name="T4" fmla="*/ 100 w 7"/>
                  <a:gd name="T5" fmla="*/ 22 h 7"/>
                  <a:gd name="T6" fmla="*/ 41 w 7"/>
                  <a:gd name="T7" fmla="*/ 38 h 7"/>
                  <a:gd name="T8" fmla="*/ 29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5"/>
                      <a:pt x="0" y="4"/>
                      <a:pt x="0" y="3"/>
                    </a:cubicBezTo>
                    <a:cubicBezTo>
                      <a:pt x="1" y="1"/>
                      <a:pt x="6" y="0"/>
                      <a:pt x="7" y="1"/>
                    </a:cubicBezTo>
                    <a:cubicBezTo>
                      <a:pt x="6" y="1"/>
                      <a:pt x="4" y="2"/>
                      <a:pt x="3" y="2"/>
                    </a:cubicBezTo>
                    <a:cubicBezTo>
                      <a:pt x="2" y="3"/>
                      <a:pt x="2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5" name="Freeform 1645">
                <a:extLst>
                  <a:ext uri="{FF2B5EF4-FFF2-40B4-BE49-F238E27FC236}">
                    <a16:creationId xmlns:a16="http://schemas.microsoft.com/office/drawing/2014/main" id="{E45B5EB8-ECAB-4058-8059-E851AE76F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331"/>
                <a:ext cx="22" cy="24"/>
              </a:xfrm>
              <a:custGeom>
                <a:avLst/>
                <a:gdLst>
                  <a:gd name="T0" fmla="*/ 0 w 9"/>
                  <a:gd name="T1" fmla="*/ 171 h 9"/>
                  <a:gd name="T2" fmla="*/ 29 w 9"/>
                  <a:gd name="T3" fmla="*/ 56 h 9"/>
                  <a:gd name="T4" fmla="*/ 132 w 9"/>
                  <a:gd name="T5" fmla="*/ 77 h 9"/>
                  <a:gd name="T6" fmla="*/ 42 w 9"/>
                  <a:gd name="T7" fmla="*/ 77 h 9"/>
                  <a:gd name="T8" fmla="*/ 12 w 9"/>
                  <a:gd name="T9" fmla="*/ 115 h 9"/>
                  <a:gd name="T10" fmla="*/ 0 w 9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7"/>
                      <a:pt x="0" y="5"/>
                      <a:pt x="2" y="3"/>
                    </a:cubicBezTo>
                    <a:cubicBezTo>
                      <a:pt x="5" y="0"/>
                      <a:pt x="7" y="2"/>
                      <a:pt x="9" y="4"/>
                    </a:cubicBezTo>
                    <a:cubicBezTo>
                      <a:pt x="7" y="3"/>
                      <a:pt x="5" y="2"/>
                      <a:pt x="3" y="4"/>
                    </a:cubicBezTo>
                    <a:cubicBezTo>
                      <a:pt x="2" y="4"/>
                      <a:pt x="2" y="5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6" name="Freeform 1646">
                <a:extLst>
                  <a:ext uri="{FF2B5EF4-FFF2-40B4-BE49-F238E27FC236}">
                    <a16:creationId xmlns:a16="http://schemas.microsoft.com/office/drawing/2014/main" id="{F32927D0-3EE9-481C-B581-CEA8C0AE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323"/>
                <a:ext cx="20" cy="19"/>
              </a:xfrm>
              <a:custGeom>
                <a:avLst/>
                <a:gdLst>
                  <a:gd name="T0" fmla="*/ 0 w 8"/>
                  <a:gd name="T1" fmla="*/ 38 h 7"/>
                  <a:gd name="T2" fmla="*/ 63 w 8"/>
                  <a:gd name="T3" fmla="*/ 22 h 7"/>
                  <a:gd name="T4" fmla="*/ 125 w 8"/>
                  <a:gd name="T5" fmla="*/ 38 h 7"/>
                  <a:gd name="T6" fmla="*/ 50 w 8"/>
                  <a:gd name="T7" fmla="*/ 60 h 7"/>
                  <a:gd name="T8" fmla="*/ 63 w 8"/>
                  <a:gd name="T9" fmla="*/ 141 h 7"/>
                  <a:gd name="T10" fmla="*/ 0 w 8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0" y="2"/>
                    </a:moveTo>
                    <a:cubicBezTo>
                      <a:pt x="1" y="0"/>
                      <a:pt x="2" y="1"/>
                      <a:pt x="4" y="1"/>
                    </a:cubicBezTo>
                    <a:cubicBezTo>
                      <a:pt x="5" y="1"/>
                      <a:pt x="7" y="1"/>
                      <a:pt x="8" y="2"/>
                    </a:cubicBezTo>
                    <a:cubicBezTo>
                      <a:pt x="7" y="2"/>
                      <a:pt x="4" y="2"/>
                      <a:pt x="3" y="3"/>
                    </a:cubicBezTo>
                    <a:cubicBezTo>
                      <a:pt x="2" y="4"/>
                      <a:pt x="4" y="6"/>
                      <a:pt x="4" y="7"/>
                    </a:cubicBezTo>
                    <a:cubicBezTo>
                      <a:pt x="3" y="6"/>
                      <a:pt x="2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7" name="Freeform 1647">
                <a:extLst>
                  <a:ext uri="{FF2B5EF4-FFF2-40B4-BE49-F238E27FC236}">
                    <a16:creationId xmlns:a16="http://schemas.microsoft.com/office/drawing/2014/main" id="{3741E81D-02EC-432E-9DCA-51F00C58F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310"/>
                <a:ext cx="20" cy="19"/>
              </a:xfrm>
              <a:custGeom>
                <a:avLst/>
                <a:gdLst>
                  <a:gd name="T0" fmla="*/ 0 w 8"/>
                  <a:gd name="T1" fmla="*/ 141 h 7"/>
                  <a:gd name="T2" fmla="*/ 50 w 8"/>
                  <a:gd name="T3" fmla="*/ 38 h 7"/>
                  <a:gd name="T4" fmla="*/ 125 w 8"/>
                  <a:gd name="T5" fmla="*/ 0 h 7"/>
                  <a:gd name="T6" fmla="*/ 50 w 8"/>
                  <a:gd name="T7" fmla="*/ 60 h 7"/>
                  <a:gd name="T8" fmla="*/ 20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1" y="5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7" y="0"/>
                      <a:pt x="4" y="2"/>
                      <a:pt x="3" y="3"/>
                    </a:cubicBezTo>
                    <a:cubicBezTo>
                      <a:pt x="2" y="4"/>
                      <a:pt x="2" y="5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8" name="Freeform 1648">
                <a:extLst>
                  <a:ext uri="{FF2B5EF4-FFF2-40B4-BE49-F238E27FC236}">
                    <a16:creationId xmlns:a16="http://schemas.microsoft.com/office/drawing/2014/main" id="{AF15AAFE-A887-4544-A3B9-D6E6D70A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302"/>
                <a:ext cx="12" cy="21"/>
              </a:xfrm>
              <a:custGeom>
                <a:avLst/>
                <a:gdLst>
                  <a:gd name="T0" fmla="*/ 0 w 5"/>
                  <a:gd name="T1" fmla="*/ 144 h 8"/>
                  <a:gd name="T2" fmla="*/ 70 w 5"/>
                  <a:gd name="T3" fmla="*/ 21 h 8"/>
                  <a:gd name="T4" fmla="*/ 29 w 5"/>
                  <a:gd name="T5" fmla="*/ 76 h 8"/>
                  <a:gd name="T6" fmla="*/ 0 w 5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1" y="6"/>
                      <a:pt x="2" y="0"/>
                      <a:pt x="5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5"/>
                      <a:pt x="1" y="7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9" name="Freeform 1649">
                <a:extLst>
                  <a:ext uri="{FF2B5EF4-FFF2-40B4-BE49-F238E27FC236}">
                    <a16:creationId xmlns:a16="http://schemas.microsoft.com/office/drawing/2014/main" id="{059DD842-31C3-43F3-8E14-5A3CB77E7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305"/>
                <a:ext cx="10" cy="24"/>
              </a:xfrm>
              <a:custGeom>
                <a:avLst/>
                <a:gdLst>
                  <a:gd name="T0" fmla="*/ 20 w 4"/>
                  <a:gd name="T1" fmla="*/ 21 h 9"/>
                  <a:gd name="T2" fmla="*/ 20 w 4"/>
                  <a:gd name="T3" fmla="*/ 115 h 9"/>
                  <a:gd name="T4" fmla="*/ 63 w 4"/>
                  <a:gd name="T5" fmla="*/ 136 h 9"/>
                  <a:gd name="T6" fmla="*/ 20 w 4"/>
                  <a:gd name="T7" fmla="*/ 56 h 9"/>
                  <a:gd name="T8" fmla="*/ 20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1" y="1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1" y="8"/>
                      <a:pt x="3" y="9"/>
                      <a:pt x="4" y="7"/>
                    </a:cubicBezTo>
                    <a:cubicBezTo>
                      <a:pt x="2" y="6"/>
                      <a:pt x="2" y="5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0" name="Freeform 1650">
                <a:extLst>
                  <a:ext uri="{FF2B5EF4-FFF2-40B4-BE49-F238E27FC236}">
                    <a16:creationId xmlns:a16="http://schemas.microsoft.com/office/drawing/2014/main" id="{DC967DE8-D284-4E04-A116-50ADE1245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313"/>
                <a:ext cx="7" cy="21"/>
              </a:xfrm>
              <a:custGeom>
                <a:avLst/>
                <a:gdLst>
                  <a:gd name="T0" fmla="*/ 37 w 3"/>
                  <a:gd name="T1" fmla="*/ 0 h 8"/>
                  <a:gd name="T2" fmla="*/ 12 w 3"/>
                  <a:gd name="T3" fmla="*/ 55 h 8"/>
                  <a:gd name="T4" fmla="*/ 37 w 3"/>
                  <a:gd name="T5" fmla="*/ 144 h 8"/>
                  <a:gd name="T6" fmla="*/ 37 w 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1" y="5"/>
                      <a:pt x="2" y="6"/>
                      <a:pt x="3" y="8"/>
                    </a:cubicBezTo>
                    <a:cubicBezTo>
                      <a:pt x="2" y="6"/>
                      <a:pt x="1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1" name="Freeform 1651">
                <a:extLst>
                  <a:ext uri="{FF2B5EF4-FFF2-40B4-BE49-F238E27FC236}">
                    <a16:creationId xmlns:a16="http://schemas.microsoft.com/office/drawing/2014/main" id="{48890ADD-03EF-489F-8BFC-BA1556133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326"/>
                <a:ext cx="10" cy="11"/>
              </a:xfrm>
              <a:custGeom>
                <a:avLst/>
                <a:gdLst>
                  <a:gd name="T0" fmla="*/ 50 w 4"/>
                  <a:gd name="T1" fmla="*/ 0 h 4"/>
                  <a:gd name="T2" fmla="*/ 63 w 4"/>
                  <a:gd name="T3" fmla="*/ 83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0" y="2"/>
                      <a:pt x="2" y="2"/>
                      <a:pt x="4" y="4"/>
                    </a:cubicBezTo>
                    <a:cubicBezTo>
                      <a:pt x="4" y="3"/>
                      <a:pt x="1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2" name="Freeform 1652">
                <a:extLst>
                  <a:ext uri="{FF2B5EF4-FFF2-40B4-BE49-F238E27FC236}">
                    <a16:creationId xmlns:a16="http://schemas.microsoft.com/office/drawing/2014/main" id="{3E8B749B-4B25-4B32-9E39-C67F0B825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339"/>
                <a:ext cx="15" cy="16"/>
              </a:xfrm>
              <a:custGeom>
                <a:avLst/>
                <a:gdLst>
                  <a:gd name="T0" fmla="*/ 33 w 6"/>
                  <a:gd name="T1" fmla="*/ 0 h 6"/>
                  <a:gd name="T2" fmla="*/ 20 w 6"/>
                  <a:gd name="T3" fmla="*/ 77 h 6"/>
                  <a:gd name="T4" fmla="*/ 95 w 6"/>
                  <a:gd name="T5" fmla="*/ 115 h 6"/>
                  <a:gd name="T6" fmla="*/ 33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5" y="5"/>
                      <a:pt x="6" y="6"/>
                    </a:cubicBezTo>
                    <a:cubicBezTo>
                      <a:pt x="3" y="5"/>
                      <a:pt x="1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3" name="Freeform 1653">
                <a:extLst>
                  <a:ext uri="{FF2B5EF4-FFF2-40B4-BE49-F238E27FC236}">
                    <a16:creationId xmlns:a16="http://schemas.microsoft.com/office/drawing/2014/main" id="{58D49B67-A0C2-467E-81CA-A20AA750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358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21 h 5"/>
                  <a:gd name="T4" fmla="*/ 20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2"/>
                      <a:pt x="3" y="0"/>
                      <a:pt x="6" y="1"/>
                    </a:cubicBezTo>
                    <a:cubicBezTo>
                      <a:pt x="3" y="1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4" name="Freeform 1654">
                <a:extLst>
                  <a:ext uri="{FF2B5EF4-FFF2-40B4-BE49-F238E27FC236}">
                    <a16:creationId xmlns:a16="http://schemas.microsoft.com/office/drawing/2014/main" id="{F16A3036-D4E0-4A88-A43C-74F821171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374"/>
                <a:ext cx="17" cy="27"/>
              </a:xfrm>
              <a:custGeom>
                <a:avLst/>
                <a:gdLst>
                  <a:gd name="T0" fmla="*/ 29 w 7"/>
                  <a:gd name="T1" fmla="*/ 197 h 10"/>
                  <a:gd name="T2" fmla="*/ 12 w 7"/>
                  <a:gd name="T3" fmla="*/ 59 h 10"/>
                  <a:gd name="T4" fmla="*/ 100 w 7"/>
                  <a:gd name="T5" fmla="*/ 0 h 10"/>
                  <a:gd name="T6" fmla="*/ 29 w 7"/>
                  <a:gd name="T7" fmla="*/ 81 h 10"/>
                  <a:gd name="T8" fmla="*/ 29 w 7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10"/>
                    </a:moveTo>
                    <a:cubicBezTo>
                      <a:pt x="2" y="8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0"/>
                    </a:cubicBezTo>
                    <a:cubicBezTo>
                      <a:pt x="5" y="0"/>
                      <a:pt x="3" y="3"/>
                      <a:pt x="2" y="4"/>
                    </a:cubicBezTo>
                    <a:cubicBezTo>
                      <a:pt x="1" y="6"/>
                      <a:pt x="2" y="8"/>
                      <a:pt x="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5" name="Freeform 1655">
                <a:extLst>
                  <a:ext uri="{FF2B5EF4-FFF2-40B4-BE49-F238E27FC236}">
                    <a16:creationId xmlns:a16="http://schemas.microsoft.com/office/drawing/2014/main" id="{19A1AE18-9214-4FF8-AAE3-F0A513A2E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382"/>
                <a:ext cx="18" cy="19"/>
              </a:xfrm>
              <a:custGeom>
                <a:avLst/>
                <a:gdLst>
                  <a:gd name="T0" fmla="*/ 0 w 7"/>
                  <a:gd name="T1" fmla="*/ 141 h 7"/>
                  <a:gd name="T2" fmla="*/ 67 w 7"/>
                  <a:gd name="T3" fmla="*/ 0 h 7"/>
                  <a:gd name="T4" fmla="*/ 85 w 7"/>
                  <a:gd name="T5" fmla="*/ 60 h 7"/>
                  <a:gd name="T6" fmla="*/ 118 w 7"/>
                  <a:gd name="T7" fmla="*/ 103 h 7"/>
                  <a:gd name="T8" fmla="*/ 67 w 7"/>
                  <a:gd name="T9" fmla="*/ 60 h 7"/>
                  <a:gd name="T10" fmla="*/ 21 w 7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6"/>
                      <a:pt x="2" y="0"/>
                      <a:pt x="4" y="0"/>
                    </a:cubicBezTo>
                    <a:cubicBezTo>
                      <a:pt x="4" y="1"/>
                      <a:pt x="5" y="3"/>
                      <a:pt x="5" y="3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2" y="3"/>
                      <a:pt x="2" y="5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6" name="Freeform 1656">
                <a:extLst>
                  <a:ext uri="{FF2B5EF4-FFF2-40B4-BE49-F238E27FC236}">
                    <a16:creationId xmlns:a16="http://schemas.microsoft.com/office/drawing/2014/main" id="{58CA73FC-FFEC-4DF7-88A1-80E54908A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401"/>
                <a:ext cx="13" cy="18"/>
              </a:xfrm>
              <a:custGeom>
                <a:avLst/>
                <a:gdLst>
                  <a:gd name="T0" fmla="*/ 68 w 5"/>
                  <a:gd name="T1" fmla="*/ 0 h 7"/>
                  <a:gd name="T2" fmla="*/ 21 w 5"/>
                  <a:gd name="T3" fmla="*/ 118 h 7"/>
                  <a:gd name="T4" fmla="*/ 55 w 5"/>
                  <a:gd name="T5" fmla="*/ 33 h 7"/>
                  <a:gd name="T6" fmla="*/ 88 w 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0" y="1"/>
                      <a:pt x="1" y="4"/>
                      <a:pt x="1" y="7"/>
                    </a:cubicBezTo>
                    <a:cubicBezTo>
                      <a:pt x="2" y="6"/>
                      <a:pt x="2" y="3"/>
                      <a:pt x="3" y="2"/>
                    </a:cubicBezTo>
                    <a:cubicBezTo>
                      <a:pt x="3" y="1"/>
                      <a:pt x="4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7" name="Freeform 1657">
                <a:extLst>
                  <a:ext uri="{FF2B5EF4-FFF2-40B4-BE49-F238E27FC236}">
                    <a16:creationId xmlns:a16="http://schemas.microsoft.com/office/drawing/2014/main" id="{80A4C72B-F6B8-42D0-8A4D-F14E2D1C2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409"/>
                <a:ext cx="10" cy="21"/>
              </a:xfrm>
              <a:custGeom>
                <a:avLst/>
                <a:gdLst>
                  <a:gd name="T0" fmla="*/ 0 w 4"/>
                  <a:gd name="T1" fmla="*/ 34 h 8"/>
                  <a:gd name="T2" fmla="*/ 0 w 4"/>
                  <a:gd name="T3" fmla="*/ 110 h 8"/>
                  <a:gd name="T4" fmla="*/ 20 w 4"/>
                  <a:gd name="T5" fmla="*/ 144 h 8"/>
                  <a:gd name="T6" fmla="*/ 33 w 4"/>
                  <a:gd name="T7" fmla="*/ 110 h 8"/>
                  <a:gd name="T8" fmla="*/ 33 w 4"/>
                  <a:gd name="T9" fmla="*/ 55 h 8"/>
                  <a:gd name="T10" fmla="*/ 50 w 4"/>
                  <a:gd name="T11" fmla="*/ 0 h 8"/>
                  <a:gd name="T12" fmla="*/ 20 w 4"/>
                  <a:gd name="T13" fmla="*/ 2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2"/>
                    </a:moveTo>
                    <a:cubicBezTo>
                      <a:pt x="1" y="3"/>
                      <a:pt x="1" y="5"/>
                      <a:pt x="0" y="6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5"/>
                      <a:pt x="1" y="4"/>
                      <a:pt x="2" y="3"/>
                    </a:cubicBezTo>
                    <a:cubicBezTo>
                      <a:pt x="2" y="2"/>
                      <a:pt x="4" y="0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8" name="Freeform 1658">
                <a:extLst>
                  <a:ext uri="{FF2B5EF4-FFF2-40B4-BE49-F238E27FC236}">
                    <a16:creationId xmlns:a16="http://schemas.microsoft.com/office/drawing/2014/main" id="{7520F52C-6B18-4553-A587-53A24A8B0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390"/>
                <a:ext cx="7" cy="21"/>
              </a:xfrm>
              <a:custGeom>
                <a:avLst/>
                <a:gdLst>
                  <a:gd name="T0" fmla="*/ 37 w 3"/>
                  <a:gd name="T1" fmla="*/ 0 h 8"/>
                  <a:gd name="T2" fmla="*/ 12 w 3"/>
                  <a:gd name="T3" fmla="*/ 55 h 8"/>
                  <a:gd name="T4" fmla="*/ 28 w 3"/>
                  <a:gd name="T5" fmla="*/ 89 h 8"/>
                  <a:gd name="T6" fmla="*/ 37 w 3"/>
                  <a:gd name="T7" fmla="*/ 144 h 8"/>
                  <a:gd name="T8" fmla="*/ 28 w 3"/>
                  <a:gd name="T9" fmla="*/ 55 h 8"/>
                  <a:gd name="T10" fmla="*/ 37 w 3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1"/>
                      <a:pt x="0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3" y="6"/>
                      <a:pt x="2" y="5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9" name="Freeform 1659">
                <a:extLst>
                  <a:ext uri="{FF2B5EF4-FFF2-40B4-BE49-F238E27FC236}">
                    <a16:creationId xmlns:a16="http://schemas.microsoft.com/office/drawing/2014/main" id="{812EE6C8-1F45-4C00-8642-20448AEF4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366"/>
                <a:ext cx="13" cy="16"/>
              </a:xfrm>
              <a:custGeom>
                <a:avLst/>
                <a:gdLst>
                  <a:gd name="T0" fmla="*/ 68 w 5"/>
                  <a:gd name="T1" fmla="*/ 0 h 6"/>
                  <a:gd name="T2" fmla="*/ 21 w 5"/>
                  <a:gd name="T3" fmla="*/ 35 h 6"/>
                  <a:gd name="T4" fmla="*/ 0 w 5"/>
                  <a:gd name="T5" fmla="*/ 115 h 6"/>
                  <a:gd name="T6" fmla="*/ 55 w 5"/>
                  <a:gd name="T7" fmla="*/ 56 h 6"/>
                  <a:gd name="T8" fmla="*/ 8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3" y="1"/>
                      <a:pt x="1" y="1"/>
                      <a:pt x="1" y="2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2" y="6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0" name="Freeform 1660">
                <a:extLst>
                  <a:ext uri="{FF2B5EF4-FFF2-40B4-BE49-F238E27FC236}">
                    <a16:creationId xmlns:a16="http://schemas.microsoft.com/office/drawing/2014/main" id="{2179D78E-A585-4E18-9447-D1EB69B0B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353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20 h 2"/>
                  <a:gd name="T4" fmla="*/ 0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0"/>
                      <a:pt x="1" y="0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1" name="Freeform 1661">
                <a:extLst>
                  <a:ext uri="{FF2B5EF4-FFF2-40B4-BE49-F238E27FC236}">
                    <a16:creationId xmlns:a16="http://schemas.microsoft.com/office/drawing/2014/main" id="{BFF66E1A-4A2A-41C8-9450-B685A6108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345"/>
                <a:ext cx="7" cy="10"/>
              </a:xfrm>
              <a:custGeom>
                <a:avLst/>
                <a:gdLst>
                  <a:gd name="T0" fmla="*/ 0 w 3"/>
                  <a:gd name="T1" fmla="*/ 63 h 4"/>
                  <a:gd name="T2" fmla="*/ 0 w 3"/>
                  <a:gd name="T3" fmla="*/ 20 h 4"/>
                  <a:gd name="T4" fmla="*/ 37 w 3"/>
                  <a:gd name="T5" fmla="*/ 0 h 4"/>
                  <a:gd name="T6" fmla="*/ 0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2" name="Freeform 1662">
                <a:extLst>
                  <a:ext uri="{FF2B5EF4-FFF2-40B4-BE49-F238E27FC236}">
                    <a16:creationId xmlns:a16="http://schemas.microsoft.com/office/drawing/2014/main" id="{0915474D-C8E9-497E-8D54-5AEC08157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414"/>
                <a:ext cx="15" cy="16"/>
              </a:xfrm>
              <a:custGeom>
                <a:avLst/>
                <a:gdLst>
                  <a:gd name="T0" fmla="*/ 0 w 6"/>
                  <a:gd name="T1" fmla="*/ 77 h 6"/>
                  <a:gd name="T2" fmla="*/ 0 w 6"/>
                  <a:gd name="T3" fmla="*/ 115 h 6"/>
                  <a:gd name="T4" fmla="*/ 20 w 6"/>
                  <a:gd name="T5" fmla="*/ 93 h 6"/>
                  <a:gd name="T6" fmla="*/ 50 w 6"/>
                  <a:gd name="T7" fmla="*/ 77 h 6"/>
                  <a:gd name="T8" fmla="*/ 95 w 6"/>
                  <a:gd name="T9" fmla="*/ 0 h 6"/>
                  <a:gd name="T10" fmla="*/ 20 w 6"/>
                  <a:gd name="T11" fmla="*/ 7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6" y="1"/>
                      <a:pt x="2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3" name="Freeform 1663">
                <a:extLst>
                  <a:ext uri="{FF2B5EF4-FFF2-40B4-BE49-F238E27FC236}">
                    <a16:creationId xmlns:a16="http://schemas.microsoft.com/office/drawing/2014/main" id="{281474C3-2427-41BC-8D49-6CBD9633C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374"/>
                <a:ext cx="10" cy="19"/>
              </a:xfrm>
              <a:custGeom>
                <a:avLst/>
                <a:gdLst>
                  <a:gd name="T0" fmla="*/ 20 w 4"/>
                  <a:gd name="T1" fmla="*/ 22 h 7"/>
                  <a:gd name="T2" fmla="*/ 0 w 4"/>
                  <a:gd name="T3" fmla="*/ 141 h 7"/>
                  <a:gd name="T4" fmla="*/ 33 w 4"/>
                  <a:gd name="T5" fmla="*/ 81 h 7"/>
                  <a:gd name="T6" fmla="*/ 63 w 4"/>
                  <a:gd name="T7" fmla="*/ 38 h 7"/>
                  <a:gd name="T8" fmla="*/ 20 w 4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2" y="7"/>
                      <a:pt x="1" y="5"/>
                      <a:pt x="2" y="4"/>
                    </a:cubicBezTo>
                    <a:cubicBezTo>
                      <a:pt x="2" y="3"/>
                      <a:pt x="3" y="2"/>
                      <a:pt x="4" y="2"/>
                    </a:cubicBezTo>
                    <a:cubicBezTo>
                      <a:pt x="3" y="1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4" name="Freeform 1664">
                <a:extLst>
                  <a:ext uri="{FF2B5EF4-FFF2-40B4-BE49-F238E27FC236}">
                    <a16:creationId xmlns:a16="http://schemas.microsoft.com/office/drawing/2014/main" id="{C80948D3-DF1F-4D06-87AC-1E3922FAF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398"/>
                <a:ext cx="8" cy="11"/>
              </a:xfrm>
              <a:custGeom>
                <a:avLst/>
                <a:gdLst>
                  <a:gd name="T0" fmla="*/ 0 w 3"/>
                  <a:gd name="T1" fmla="*/ 83 h 4"/>
                  <a:gd name="T2" fmla="*/ 56 w 3"/>
                  <a:gd name="T3" fmla="*/ 47 h 4"/>
                  <a:gd name="T4" fmla="*/ 0 w 3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2"/>
                      <a:pt x="1" y="0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5" name="Freeform 1665">
                <a:extLst>
                  <a:ext uri="{FF2B5EF4-FFF2-40B4-BE49-F238E27FC236}">
                    <a16:creationId xmlns:a16="http://schemas.microsoft.com/office/drawing/2014/main" id="{05089C67-C920-4690-A4F4-1E0AF8E31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329"/>
                <a:ext cx="45" cy="58"/>
              </a:xfrm>
              <a:custGeom>
                <a:avLst/>
                <a:gdLst>
                  <a:gd name="T0" fmla="*/ 283 w 18"/>
                  <a:gd name="T1" fmla="*/ 34 h 22"/>
                  <a:gd name="T2" fmla="*/ 250 w 18"/>
                  <a:gd name="T3" fmla="*/ 0 h 22"/>
                  <a:gd name="T4" fmla="*/ 208 w 18"/>
                  <a:gd name="T5" fmla="*/ 21 h 22"/>
                  <a:gd name="T6" fmla="*/ 158 w 18"/>
                  <a:gd name="T7" fmla="*/ 0 h 22"/>
                  <a:gd name="T8" fmla="*/ 95 w 18"/>
                  <a:gd name="T9" fmla="*/ 55 h 22"/>
                  <a:gd name="T10" fmla="*/ 63 w 18"/>
                  <a:gd name="T11" fmla="*/ 124 h 22"/>
                  <a:gd name="T12" fmla="*/ 20 w 18"/>
                  <a:gd name="T13" fmla="*/ 237 h 22"/>
                  <a:gd name="T14" fmla="*/ 0 w 18"/>
                  <a:gd name="T15" fmla="*/ 348 h 22"/>
                  <a:gd name="T16" fmla="*/ 33 w 18"/>
                  <a:gd name="T17" fmla="*/ 382 h 22"/>
                  <a:gd name="T18" fmla="*/ 63 w 18"/>
                  <a:gd name="T19" fmla="*/ 403 h 22"/>
                  <a:gd name="T20" fmla="*/ 83 w 18"/>
                  <a:gd name="T21" fmla="*/ 382 h 22"/>
                  <a:gd name="T22" fmla="*/ 63 w 18"/>
                  <a:gd name="T23" fmla="*/ 314 h 22"/>
                  <a:gd name="T24" fmla="*/ 95 w 18"/>
                  <a:gd name="T25" fmla="*/ 277 h 22"/>
                  <a:gd name="T26" fmla="*/ 113 w 18"/>
                  <a:gd name="T27" fmla="*/ 237 h 22"/>
                  <a:gd name="T28" fmla="*/ 158 w 18"/>
                  <a:gd name="T29" fmla="*/ 124 h 22"/>
                  <a:gd name="T30" fmla="*/ 220 w 18"/>
                  <a:gd name="T31" fmla="*/ 111 h 22"/>
                  <a:gd name="T32" fmla="*/ 250 w 18"/>
                  <a:gd name="T33" fmla="*/ 124 h 22"/>
                  <a:gd name="T34" fmla="*/ 283 w 18"/>
                  <a:gd name="T35" fmla="*/ 34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" h="22">
                    <a:moveTo>
                      <a:pt x="18" y="2"/>
                    </a:moveTo>
                    <a:cubicBezTo>
                      <a:pt x="17" y="2"/>
                      <a:pt x="17" y="1"/>
                      <a:pt x="16" y="0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2" y="1"/>
                      <a:pt x="11" y="0"/>
                      <a:pt x="10" y="0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5"/>
                      <a:pt x="7" y="7"/>
                      <a:pt x="4" y="7"/>
                    </a:cubicBezTo>
                    <a:cubicBezTo>
                      <a:pt x="5" y="9"/>
                      <a:pt x="4" y="11"/>
                      <a:pt x="1" y="13"/>
                    </a:cubicBezTo>
                    <a:cubicBezTo>
                      <a:pt x="2" y="15"/>
                      <a:pt x="2" y="17"/>
                      <a:pt x="0" y="19"/>
                    </a:cubicBezTo>
                    <a:cubicBezTo>
                      <a:pt x="1" y="19"/>
                      <a:pt x="2" y="20"/>
                      <a:pt x="2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4" y="22"/>
                      <a:pt x="4" y="21"/>
                      <a:pt x="5" y="21"/>
                    </a:cubicBezTo>
                    <a:cubicBezTo>
                      <a:pt x="4" y="20"/>
                      <a:pt x="4" y="18"/>
                      <a:pt x="4" y="17"/>
                    </a:cubicBezTo>
                    <a:cubicBezTo>
                      <a:pt x="5" y="16"/>
                      <a:pt x="6" y="16"/>
                      <a:pt x="6" y="15"/>
                    </a:cubicBezTo>
                    <a:cubicBezTo>
                      <a:pt x="6" y="14"/>
                      <a:pt x="6" y="14"/>
                      <a:pt x="7" y="13"/>
                    </a:cubicBezTo>
                    <a:cubicBezTo>
                      <a:pt x="8" y="11"/>
                      <a:pt x="9" y="9"/>
                      <a:pt x="10" y="7"/>
                    </a:cubicBezTo>
                    <a:cubicBezTo>
                      <a:pt x="11" y="6"/>
                      <a:pt x="12" y="5"/>
                      <a:pt x="14" y="6"/>
                    </a:cubicBezTo>
                    <a:cubicBezTo>
                      <a:pt x="15" y="6"/>
                      <a:pt x="15" y="6"/>
                      <a:pt x="16" y="7"/>
                    </a:cubicBezTo>
                    <a:cubicBezTo>
                      <a:pt x="16" y="5"/>
                      <a:pt x="17" y="4"/>
                      <a:pt x="18" y="2"/>
                    </a:cubicBezTo>
                    <a:close/>
                  </a:path>
                </a:pathLst>
              </a:custGeom>
              <a:solidFill>
                <a:srgbClr val="8A0E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6" name="Freeform 1666">
                <a:extLst>
                  <a:ext uri="{FF2B5EF4-FFF2-40B4-BE49-F238E27FC236}">
                    <a16:creationId xmlns:a16="http://schemas.microsoft.com/office/drawing/2014/main" id="{1C1B6FE3-E86D-4322-818C-A63101DB5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345"/>
                <a:ext cx="22" cy="18"/>
              </a:xfrm>
              <a:custGeom>
                <a:avLst/>
                <a:gdLst>
                  <a:gd name="T0" fmla="*/ 0 w 9"/>
                  <a:gd name="T1" fmla="*/ 85 h 7"/>
                  <a:gd name="T2" fmla="*/ 90 w 9"/>
                  <a:gd name="T3" fmla="*/ 100 h 7"/>
                  <a:gd name="T4" fmla="*/ 103 w 9"/>
                  <a:gd name="T5" fmla="*/ 0 h 7"/>
                  <a:gd name="T6" fmla="*/ 0 w 9"/>
                  <a:gd name="T7" fmla="*/ 8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3" y="5"/>
                      <a:pt x="4" y="7"/>
                      <a:pt x="6" y="6"/>
                    </a:cubicBezTo>
                    <a:cubicBezTo>
                      <a:pt x="9" y="5"/>
                      <a:pt x="9" y="2"/>
                      <a:pt x="7" y="0"/>
                    </a:cubicBezTo>
                    <a:cubicBezTo>
                      <a:pt x="8" y="4"/>
                      <a:pt x="3" y="4"/>
                      <a:pt x="0" y="5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7" name="Freeform 1667">
                <a:extLst>
                  <a:ext uri="{FF2B5EF4-FFF2-40B4-BE49-F238E27FC236}">
                    <a16:creationId xmlns:a16="http://schemas.microsoft.com/office/drawing/2014/main" id="{40DA3539-7912-4A89-8FEE-7C0DBE379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369"/>
                <a:ext cx="12" cy="21"/>
              </a:xfrm>
              <a:custGeom>
                <a:avLst/>
                <a:gdLst>
                  <a:gd name="T0" fmla="*/ 0 w 5"/>
                  <a:gd name="T1" fmla="*/ 123 h 8"/>
                  <a:gd name="T2" fmla="*/ 12 w 5"/>
                  <a:gd name="T3" fmla="*/ 144 h 8"/>
                  <a:gd name="T4" fmla="*/ 58 w 5"/>
                  <a:gd name="T5" fmla="*/ 55 h 8"/>
                  <a:gd name="T6" fmla="*/ 29 w 5"/>
                  <a:gd name="T7" fmla="*/ 0 h 8"/>
                  <a:gd name="T8" fmla="*/ 41 w 5"/>
                  <a:gd name="T9" fmla="*/ 55 h 8"/>
                  <a:gd name="T10" fmla="*/ 0 w 5"/>
                  <a:gd name="T11" fmla="*/ 11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6"/>
                      <a:pt x="4" y="5"/>
                      <a:pt x="4" y="3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0" y="5"/>
                      <a:pt x="0" y="6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8" name="Freeform 1668">
                <a:extLst>
                  <a:ext uri="{FF2B5EF4-FFF2-40B4-BE49-F238E27FC236}">
                    <a16:creationId xmlns:a16="http://schemas.microsoft.com/office/drawing/2014/main" id="{9AE94AD1-5BC3-45EC-B8C7-9EA930C29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369"/>
                <a:ext cx="18" cy="26"/>
              </a:xfrm>
              <a:custGeom>
                <a:avLst/>
                <a:gdLst>
                  <a:gd name="T0" fmla="*/ 0 w 7"/>
                  <a:gd name="T1" fmla="*/ 122 h 10"/>
                  <a:gd name="T2" fmla="*/ 85 w 7"/>
                  <a:gd name="T3" fmla="*/ 122 h 10"/>
                  <a:gd name="T4" fmla="*/ 67 w 7"/>
                  <a:gd name="T5" fmla="*/ 0 h 10"/>
                  <a:gd name="T6" fmla="*/ 0 w 7"/>
                  <a:gd name="T7" fmla="*/ 10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7"/>
                    </a:moveTo>
                    <a:cubicBezTo>
                      <a:pt x="2" y="7"/>
                      <a:pt x="4" y="10"/>
                      <a:pt x="5" y="7"/>
                    </a:cubicBezTo>
                    <a:cubicBezTo>
                      <a:pt x="5" y="5"/>
                      <a:pt x="7" y="0"/>
                      <a:pt x="4" y="0"/>
                    </a:cubicBezTo>
                    <a:cubicBezTo>
                      <a:pt x="5" y="3"/>
                      <a:pt x="3" y="5"/>
                      <a:pt x="0" y="6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9" name="Freeform 1669">
                <a:extLst>
                  <a:ext uri="{FF2B5EF4-FFF2-40B4-BE49-F238E27FC236}">
                    <a16:creationId xmlns:a16="http://schemas.microsoft.com/office/drawing/2014/main" id="{4396E78E-B112-40CB-A399-1B00F87D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385"/>
                <a:ext cx="5" cy="10"/>
              </a:xfrm>
              <a:custGeom>
                <a:avLst/>
                <a:gdLst>
                  <a:gd name="T0" fmla="*/ 0 w 2"/>
                  <a:gd name="T1" fmla="*/ 63 h 4"/>
                  <a:gd name="T2" fmla="*/ 33 w 2"/>
                  <a:gd name="T3" fmla="*/ 0 h 4"/>
                  <a:gd name="T4" fmla="*/ 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4"/>
                      <a:pt x="2" y="2"/>
                      <a:pt x="2" y="0"/>
                    </a:cubicBezTo>
                    <a:cubicBezTo>
                      <a:pt x="2" y="1"/>
                      <a:pt x="0" y="2"/>
                      <a:pt x="0" y="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0" name="Freeform 1670">
                <a:extLst>
                  <a:ext uri="{FF2B5EF4-FFF2-40B4-BE49-F238E27FC236}">
                    <a16:creationId xmlns:a16="http://schemas.microsoft.com/office/drawing/2014/main" id="{2E97E640-0725-41F9-A672-1787550C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409"/>
                <a:ext cx="10" cy="18"/>
              </a:xfrm>
              <a:custGeom>
                <a:avLst/>
                <a:gdLst>
                  <a:gd name="T0" fmla="*/ 0 w 4"/>
                  <a:gd name="T1" fmla="*/ 21 h 7"/>
                  <a:gd name="T2" fmla="*/ 33 w 4"/>
                  <a:gd name="T3" fmla="*/ 67 h 7"/>
                  <a:gd name="T4" fmla="*/ 33 w 4"/>
                  <a:gd name="T5" fmla="*/ 118 h 7"/>
                  <a:gd name="T6" fmla="*/ 50 w 4"/>
                  <a:gd name="T7" fmla="*/ 0 h 7"/>
                  <a:gd name="T8" fmla="*/ 20 w 4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0" y="3"/>
                      <a:pt x="1" y="3"/>
                      <a:pt x="2" y="4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4" y="6"/>
                      <a:pt x="4" y="1"/>
                      <a:pt x="3" y="0"/>
                    </a:cubicBezTo>
                    <a:cubicBezTo>
                      <a:pt x="3" y="0"/>
                      <a:pt x="3" y="5"/>
                      <a:pt x="1" y="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1" name="Freeform 1671">
                <a:extLst>
                  <a:ext uri="{FF2B5EF4-FFF2-40B4-BE49-F238E27FC236}">
                    <a16:creationId xmlns:a16="http://schemas.microsoft.com/office/drawing/2014/main" id="{477ABB04-7E59-4D10-9C52-DB5FC9B97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403"/>
                <a:ext cx="7" cy="16"/>
              </a:xfrm>
              <a:custGeom>
                <a:avLst/>
                <a:gdLst>
                  <a:gd name="T0" fmla="*/ 12 w 3"/>
                  <a:gd name="T1" fmla="*/ 115 h 6"/>
                  <a:gd name="T2" fmla="*/ 28 w 3"/>
                  <a:gd name="T3" fmla="*/ 0 h 6"/>
                  <a:gd name="T4" fmla="*/ 0 w 3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3" y="5"/>
                      <a:pt x="3" y="2"/>
                      <a:pt x="2" y="0"/>
                    </a:cubicBez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2" name="Freeform 1672">
                <a:extLst>
                  <a:ext uri="{FF2B5EF4-FFF2-40B4-BE49-F238E27FC236}">
                    <a16:creationId xmlns:a16="http://schemas.microsoft.com/office/drawing/2014/main" id="{E0AE0E1B-042A-4B74-A583-3EDC6D613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390"/>
                <a:ext cx="8" cy="11"/>
              </a:xfrm>
              <a:custGeom>
                <a:avLst/>
                <a:gdLst>
                  <a:gd name="T0" fmla="*/ 0 w 3"/>
                  <a:gd name="T1" fmla="*/ 47 h 4"/>
                  <a:gd name="T2" fmla="*/ 35 w 3"/>
                  <a:gd name="T3" fmla="*/ 83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3"/>
                      <a:pt x="2" y="2"/>
                      <a:pt x="2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3" name="Freeform 1673">
                <a:extLst>
                  <a:ext uri="{FF2B5EF4-FFF2-40B4-BE49-F238E27FC236}">
                    <a16:creationId xmlns:a16="http://schemas.microsoft.com/office/drawing/2014/main" id="{B306C5DE-9F71-491D-943D-E2D784821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369"/>
                <a:ext cx="7" cy="16"/>
              </a:xfrm>
              <a:custGeom>
                <a:avLst/>
                <a:gdLst>
                  <a:gd name="T0" fmla="*/ 0 w 3"/>
                  <a:gd name="T1" fmla="*/ 35 h 6"/>
                  <a:gd name="T2" fmla="*/ 12 w 3"/>
                  <a:gd name="T3" fmla="*/ 115 h 6"/>
                  <a:gd name="T4" fmla="*/ 28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cubicBezTo>
                      <a:pt x="1" y="3"/>
                      <a:pt x="1" y="5"/>
                      <a:pt x="1" y="6"/>
                    </a:cubicBezTo>
                    <a:cubicBezTo>
                      <a:pt x="2" y="5"/>
                      <a:pt x="3" y="1"/>
                      <a:pt x="2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4" name="Freeform 1674">
                <a:extLst>
                  <a:ext uri="{FF2B5EF4-FFF2-40B4-BE49-F238E27FC236}">
                    <a16:creationId xmlns:a16="http://schemas.microsoft.com/office/drawing/2014/main" id="{AF39C53E-CC6A-469E-9037-C24BF8979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350"/>
                <a:ext cx="10" cy="16"/>
              </a:xfrm>
              <a:custGeom>
                <a:avLst/>
                <a:gdLst>
                  <a:gd name="T0" fmla="*/ 0 w 4"/>
                  <a:gd name="T1" fmla="*/ 115 h 6"/>
                  <a:gd name="T2" fmla="*/ 50 w 4"/>
                  <a:gd name="T3" fmla="*/ 0 h 6"/>
                  <a:gd name="T4" fmla="*/ 0 w 4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3" y="5"/>
                      <a:pt x="4" y="2"/>
                      <a:pt x="3" y="0"/>
                    </a:cubicBez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5" name="Freeform 1675">
                <a:extLst>
                  <a:ext uri="{FF2B5EF4-FFF2-40B4-BE49-F238E27FC236}">
                    <a16:creationId xmlns:a16="http://schemas.microsoft.com/office/drawing/2014/main" id="{F613F9A3-8AC8-4A5D-9427-5C2E13069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33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56 h 3"/>
                  <a:gd name="T4" fmla="*/ 33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2" y="2"/>
                      <a:pt x="2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6" name="Freeform 1676">
                <a:extLst>
                  <a:ext uri="{FF2B5EF4-FFF2-40B4-BE49-F238E27FC236}">
                    <a16:creationId xmlns:a16="http://schemas.microsoft.com/office/drawing/2014/main" id="{55AF5171-CE47-40B0-9C6A-A059E8160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331"/>
                <a:ext cx="10" cy="19"/>
              </a:xfrm>
              <a:custGeom>
                <a:avLst/>
                <a:gdLst>
                  <a:gd name="T0" fmla="*/ 63 w 4"/>
                  <a:gd name="T1" fmla="*/ 22 h 7"/>
                  <a:gd name="T2" fmla="*/ 63 w 4"/>
                  <a:gd name="T3" fmla="*/ 141 h 7"/>
                  <a:gd name="T4" fmla="*/ 0 w 4"/>
                  <a:gd name="T5" fmla="*/ 117 h 7"/>
                  <a:gd name="T6" fmla="*/ 33 w 4"/>
                  <a:gd name="T7" fmla="*/ 81 h 7"/>
                  <a:gd name="T8" fmla="*/ 63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1"/>
                    </a:moveTo>
                    <a:cubicBezTo>
                      <a:pt x="4" y="2"/>
                      <a:pt x="4" y="6"/>
                      <a:pt x="4" y="7"/>
                    </a:cubicBezTo>
                    <a:cubicBezTo>
                      <a:pt x="2" y="7"/>
                      <a:pt x="1" y="6"/>
                      <a:pt x="0" y="6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3"/>
                      <a:pt x="4" y="1"/>
                      <a:pt x="4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7" name="Freeform 1677">
                <a:extLst>
                  <a:ext uri="{FF2B5EF4-FFF2-40B4-BE49-F238E27FC236}">
                    <a16:creationId xmlns:a16="http://schemas.microsoft.com/office/drawing/2014/main" id="{29157956-02E0-4B79-8130-90ECD6AB8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85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83 w 6"/>
                  <a:gd name="T3" fmla="*/ 110 h 8"/>
                  <a:gd name="T4" fmla="*/ 0 w 6"/>
                  <a:gd name="T5" fmla="*/ 123 h 8"/>
                  <a:gd name="T6" fmla="*/ 20 w 6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2" y="1"/>
                      <a:pt x="6" y="4"/>
                      <a:pt x="5" y="6"/>
                    </a:cubicBezTo>
                    <a:cubicBezTo>
                      <a:pt x="4" y="7"/>
                      <a:pt x="1" y="8"/>
                      <a:pt x="0" y="7"/>
                    </a:cubicBezTo>
                    <a:cubicBezTo>
                      <a:pt x="2" y="6"/>
                      <a:pt x="3" y="3"/>
                      <a:pt x="1" y="1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8" name="Freeform 1678">
                <a:extLst>
                  <a:ext uri="{FF2B5EF4-FFF2-40B4-BE49-F238E27FC236}">
                    <a16:creationId xmlns:a16="http://schemas.microsoft.com/office/drawing/2014/main" id="{0A6BD10A-BA4A-4270-9A42-3CB3C3D6F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411"/>
                <a:ext cx="10" cy="22"/>
              </a:xfrm>
              <a:custGeom>
                <a:avLst/>
                <a:gdLst>
                  <a:gd name="T0" fmla="*/ 0 w 4"/>
                  <a:gd name="T1" fmla="*/ 143 h 8"/>
                  <a:gd name="T2" fmla="*/ 33 w 4"/>
                  <a:gd name="T3" fmla="*/ 0 h 8"/>
                  <a:gd name="T4" fmla="*/ 0 w 4"/>
                  <a:gd name="T5" fmla="*/ 1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cubicBezTo>
                      <a:pt x="4" y="8"/>
                      <a:pt x="4" y="2"/>
                      <a:pt x="2" y="0"/>
                    </a:cubicBezTo>
                    <a:cubicBezTo>
                      <a:pt x="2" y="3"/>
                      <a:pt x="2" y="4"/>
                      <a:pt x="0" y="6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9" name="Freeform 1679">
                <a:extLst>
                  <a:ext uri="{FF2B5EF4-FFF2-40B4-BE49-F238E27FC236}">
                    <a16:creationId xmlns:a16="http://schemas.microsoft.com/office/drawing/2014/main" id="{F4AFFA30-F57E-4B1B-B0B8-77854818F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393"/>
                <a:ext cx="10" cy="21"/>
              </a:xfrm>
              <a:custGeom>
                <a:avLst/>
                <a:gdLst>
                  <a:gd name="T0" fmla="*/ 0 w 4"/>
                  <a:gd name="T1" fmla="*/ 144 h 8"/>
                  <a:gd name="T2" fmla="*/ 63 w 4"/>
                  <a:gd name="T3" fmla="*/ 34 h 8"/>
                  <a:gd name="T4" fmla="*/ 0 w 4"/>
                  <a:gd name="T5" fmla="*/ 0 h 8"/>
                  <a:gd name="T6" fmla="*/ 0 w 4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2" y="7"/>
                      <a:pt x="4" y="4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3" y="3"/>
                      <a:pt x="1" y="5"/>
                      <a:pt x="0" y="7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0" name="Freeform 1680">
                <a:extLst>
                  <a:ext uri="{FF2B5EF4-FFF2-40B4-BE49-F238E27FC236}">
                    <a16:creationId xmlns:a16="http://schemas.microsoft.com/office/drawing/2014/main" id="{D15F5B0A-5E03-4C0B-9D72-60C3F72B3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422"/>
                <a:ext cx="15" cy="16"/>
              </a:xfrm>
              <a:custGeom>
                <a:avLst/>
                <a:gdLst>
                  <a:gd name="T0" fmla="*/ 0 w 6"/>
                  <a:gd name="T1" fmla="*/ 93 h 6"/>
                  <a:gd name="T2" fmla="*/ 95 w 6"/>
                  <a:gd name="T3" fmla="*/ 77 h 6"/>
                  <a:gd name="T4" fmla="*/ 83 w 6"/>
                  <a:gd name="T5" fmla="*/ 0 h 6"/>
                  <a:gd name="T6" fmla="*/ 20 w 6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2" y="5"/>
                      <a:pt x="5" y="6"/>
                      <a:pt x="6" y="4"/>
                    </a:cubicBezTo>
                    <a:cubicBezTo>
                      <a:pt x="6" y="3"/>
                      <a:pt x="5" y="0"/>
                      <a:pt x="5" y="0"/>
                    </a:cubicBezTo>
                    <a:cubicBezTo>
                      <a:pt x="5" y="2"/>
                      <a:pt x="3" y="5"/>
                      <a:pt x="1" y="5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1" name="Freeform 1681">
                <a:extLst>
                  <a:ext uri="{FF2B5EF4-FFF2-40B4-BE49-F238E27FC236}">
                    <a16:creationId xmlns:a16="http://schemas.microsoft.com/office/drawing/2014/main" id="{AE6DB91D-1635-4703-8CF1-0039AD99C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438"/>
                <a:ext cx="22" cy="8"/>
              </a:xfrm>
              <a:custGeom>
                <a:avLst/>
                <a:gdLst>
                  <a:gd name="T0" fmla="*/ 0 w 9"/>
                  <a:gd name="T1" fmla="*/ 56 h 3"/>
                  <a:gd name="T2" fmla="*/ 90 w 9"/>
                  <a:gd name="T3" fmla="*/ 56 h 3"/>
                  <a:gd name="T4" fmla="*/ 132 w 9"/>
                  <a:gd name="T5" fmla="*/ 35 h 3"/>
                  <a:gd name="T6" fmla="*/ 59 w 9"/>
                  <a:gd name="T7" fmla="*/ 0 h 3"/>
                  <a:gd name="T8" fmla="*/ 0 w 9"/>
                  <a:gd name="T9" fmla="*/ 0 h 3"/>
                  <a:gd name="T10" fmla="*/ 12 w 9"/>
                  <a:gd name="T11" fmla="*/ 56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2" y="3"/>
                      <a:pt x="4" y="3"/>
                      <a:pt x="6" y="3"/>
                    </a:cubicBezTo>
                    <a:cubicBezTo>
                      <a:pt x="7" y="3"/>
                      <a:pt x="9" y="3"/>
                      <a:pt x="9" y="2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2" y="2"/>
                      <a:pt x="1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2" name="Freeform 1682">
                <a:extLst>
                  <a:ext uri="{FF2B5EF4-FFF2-40B4-BE49-F238E27FC236}">
                    <a16:creationId xmlns:a16="http://schemas.microsoft.com/office/drawing/2014/main" id="{94482882-4B7C-4E6D-B375-DC8EC2CB7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433"/>
                <a:ext cx="20" cy="16"/>
              </a:xfrm>
              <a:custGeom>
                <a:avLst/>
                <a:gdLst>
                  <a:gd name="T0" fmla="*/ 0 w 8"/>
                  <a:gd name="T1" fmla="*/ 35 h 6"/>
                  <a:gd name="T2" fmla="*/ 113 w 8"/>
                  <a:gd name="T3" fmla="*/ 21 h 6"/>
                  <a:gd name="T4" fmla="*/ 50 w 8"/>
                  <a:gd name="T5" fmla="*/ 0 h 6"/>
                  <a:gd name="T6" fmla="*/ 33 w 8"/>
                  <a:gd name="T7" fmla="*/ 0 h 6"/>
                  <a:gd name="T8" fmla="*/ 33 w 8"/>
                  <a:gd name="T9" fmla="*/ 21 h 6"/>
                  <a:gd name="T10" fmla="*/ 0 w 8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2"/>
                    </a:moveTo>
                    <a:cubicBezTo>
                      <a:pt x="1" y="3"/>
                      <a:pt x="8" y="6"/>
                      <a:pt x="7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3" name="Freeform 1683">
                <a:extLst>
                  <a:ext uri="{FF2B5EF4-FFF2-40B4-BE49-F238E27FC236}">
                    <a16:creationId xmlns:a16="http://schemas.microsoft.com/office/drawing/2014/main" id="{CD5DF219-06A2-48E5-9850-B33ED76A5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409"/>
                <a:ext cx="12" cy="18"/>
              </a:xfrm>
              <a:custGeom>
                <a:avLst/>
                <a:gdLst>
                  <a:gd name="T0" fmla="*/ 0 w 5"/>
                  <a:gd name="T1" fmla="*/ 100 h 7"/>
                  <a:gd name="T2" fmla="*/ 29 w 5"/>
                  <a:gd name="T3" fmla="*/ 85 h 7"/>
                  <a:gd name="T4" fmla="*/ 58 w 5"/>
                  <a:gd name="T5" fmla="*/ 100 h 7"/>
                  <a:gd name="T6" fmla="*/ 41 w 5"/>
                  <a:gd name="T7" fmla="*/ 0 h 7"/>
                  <a:gd name="T8" fmla="*/ 0 w 5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1" y="6"/>
                      <a:pt x="2" y="5"/>
                      <a:pt x="2" y="5"/>
                    </a:cubicBezTo>
                    <a:cubicBezTo>
                      <a:pt x="3" y="6"/>
                      <a:pt x="3" y="7"/>
                      <a:pt x="4" y="6"/>
                    </a:cubicBezTo>
                    <a:cubicBezTo>
                      <a:pt x="5" y="5"/>
                      <a:pt x="4" y="1"/>
                      <a:pt x="3" y="0"/>
                    </a:cubicBez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4" name="Freeform 1684">
                <a:extLst>
                  <a:ext uri="{FF2B5EF4-FFF2-40B4-BE49-F238E27FC236}">
                    <a16:creationId xmlns:a16="http://schemas.microsoft.com/office/drawing/2014/main" id="{E5C9F0E0-9477-434B-AA33-DA90628BA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419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50 w 4"/>
                  <a:gd name="T3" fmla="*/ 56 h 3"/>
                  <a:gd name="T4" fmla="*/ 50 w 4"/>
                  <a:gd name="T5" fmla="*/ 0 h 3"/>
                  <a:gd name="T6" fmla="*/ 2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2" y="3"/>
                      <a:pt x="3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5" name="Freeform 1685">
                <a:extLst>
                  <a:ext uri="{FF2B5EF4-FFF2-40B4-BE49-F238E27FC236}">
                    <a16:creationId xmlns:a16="http://schemas.microsoft.com/office/drawing/2014/main" id="{0A1EB028-565D-4313-9D18-594014820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398"/>
                <a:ext cx="7" cy="16"/>
              </a:xfrm>
              <a:custGeom>
                <a:avLst/>
                <a:gdLst>
                  <a:gd name="T0" fmla="*/ 0 w 3"/>
                  <a:gd name="T1" fmla="*/ 56 h 6"/>
                  <a:gd name="T2" fmla="*/ 28 w 3"/>
                  <a:gd name="T3" fmla="*/ 115 h 6"/>
                  <a:gd name="T4" fmla="*/ 28 w 3"/>
                  <a:gd name="T5" fmla="*/ 77 h 6"/>
                  <a:gd name="T6" fmla="*/ 37 w 3"/>
                  <a:gd name="T7" fmla="*/ 0 h 6"/>
                  <a:gd name="T8" fmla="*/ 0 w 3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2"/>
                      <a:pt x="3" y="2"/>
                      <a:pt x="3" y="0"/>
                    </a:cubicBezTo>
                    <a:cubicBezTo>
                      <a:pt x="2" y="1"/>
                      <a:pt x="2" y="2"/>
                      <a:pt x="0" y="2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6" name="Freeform 1686">
                <a:extLst>
                  <a:ext uri="{FF2B5EF4-FFF2-40B4-BE49-F238E27FC236}">
                    <a16:creationId xmlns:a16="http://schemas.microsoft.com/office/drawing/2014/main" id="{BB8A3405-BA53-4243-8D45-61E6F1F6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363"/>
                <a:ext cx="12" cy="8"/>
              </a:xfrm>
              <a:custGeom>
                <a:avLst/>
                <a:gdLst>
                  <a:gd name="T0" fmla="*/ 0 w 5"/>
                  <a:gd name="T1" fmla="*/ 35 h 3"/>
                  <a:gd name="T2" fmla="*/ 58 w 5"/>
                  <a:gd name="T3" fmla="*/ 35 h 3"/>
                  <a:gd name="T4" fmla="*/ 58 w 5"/>
                  <a:gd name="T5" fmla="*/ 56 h 3"/>
                  <a:gd name="T6" fmla="*/ 70 w 5"/>
                  <a:gd name="T7" fmla="*/ 0 h 3"/>
                  <a:gd name="T8" fmla="*/ 58 w 5"/>
                  <a:gd name="T9" fmla="*/ 0 h 3"/>
                  <a:gd name="T10" fmla="*/ 41 w 5"/>
                  <a:gd name="T11" fmla="*/ 0 h 3"/>
                  <a:gd name="T12" fmla="*/ 0 w 5"/>
                  <a:gd name="T13" fmla="*/ 2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5" y="1"/>
                      <a:pt x="5" y="0"/>
                    </a:cubicBezTo>
                    <a:cubicBezTo>
                      <a:pt x="4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7" name="Freeform 1687">
                <a:extLst>
                  <a:ext uri="{FF2B5EF4-FFF2-40B4-BE49-F238E27FC236}">
                    <a16:creationId xmlns:a16="http://schemas.microsoft.com/office/drawing/2014/main" id="{0AF0157D-A693-4F5D-B948-0422D09E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345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50 w 4"/>
                  <a:gd name="T3" fmla="*/ 34 h 5"/>
                  <a:gd name="T4" fmla="*/ 0 w 4"/>
                  <a:gd name="T5" fmla="*/ 0 h 5"/>
                  <a:gd name="T6" fmla="*/ 20 w 4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2" y="5"/>
                      <a:pt x="4" y="3"/>
                      <a:pt x="3" y="2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8" name="Freeform 1688">
                <a:extLst>
                  <a:ext uri="{FF2B5EF4-FFF2-40B4-BE49-F238E27FC236}">
                    <a16:creationId xmlns:a16="http://schemas.microsoft.com/office/drawing/2014/main" id="{311A35D6-27D0-43D7-B0CD-3814BAF76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339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27 h 1"/>
                  <a:gd name="T4" fmla="*/ 56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9" name="Freeform 1689">
                <a:extLst>
                  <a:ext uri="{FF2B5EF4-FFF2-40B4-BE49-F238E27FC236}">
                    <a16:creationId xmlns:a16="http://schemas.microsoft.com/office/drawing/2014/main" id="{D9048D97-453B-47BF-B285-2BC9FA02B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310"/>
                <a:ext cx="2" cy="21"/>
              </a:xfrm>
              <a:custGeom>
                <a:avLst/>
                <a:gdLst>
                  <a:gd name="T0" fmla="*/ 0 w 1"/>
                  <a:gd name="T1" fmla="*/ 144 h 8"/>
                  <a:gd name="T2" fmla="*/ 8 w 1"/>
                  <a:gd name="T3" fmla="*/ 123 h 8"/>
                  <a:gd name="T4" fmla="*/ 8 w 1"/>
                  <a:gd name="T5" fmla="*/ 0 h 8"/>
                  <a:gd name="T6" fmla="*/ 0 w 1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0" y="5"/>
                      <a:pt x="1" y="3"/>
                      <a:pt x="1" y="0"/>
                    </a:cubicBez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0" name="Freeform 1690">
                <a:extLst>
                  <a:ext uri="{FF2B5EF4-FFF2-40B4-BE49-F238E27FC236}">
                    <a16:creationId xmlns:a16="http://schemas.microsoft.com/office/drawing/2014/main" id="{FF638873-E82D-4962-AE06-99007F16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310"/>
                <a:ext cx="15" cy="11"/>
              </a:xfrm>
              <a:custGeom>
                <a:avLst/>
                <a:gdLst>
                  <a:gd name="T0" fmla="*/ 0 w 6"/>
                  <a:gd name="T1" fmla="*/ 61 h 4"/>
                  <a:gd name="T2" fmla="*/ 63 w 6"/>
                  <a:gd name="T3" fmla="*/ 61 h 4"/>
                  <a:gd name="T4" fmla="*/ 95 w 6"/>
                  <a:gd name="T5" fmla="*/ 83 h 4"/>
                  <a:gd name="T6" fmla="*/ 63 w 6"/>
                  <a:gd name="T7" fmla="*/ 22 h 4"/>
                  <a:gd name="T8" fmla="*/ 33 w 6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3"/>
                      <a:pt x="3" y="3"/>
                      <a:pt x="4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0"/>
                      <a:pt x="4" y="1"/>
                    </a:cubicBezTo>
                    <a:cubicBezTo>
                      <a:pt x="3" y="1"/>
                      <a:pt x="4" y="3"/>
                      <a:pt x="2" y="3"/>
                    </a:cubicBezTo>
                  </a:path>
                </a:pathLst>
              </a:custGeom>
              <a:solidFill>
                <a:srgbClr val="D4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1" name="Freeform 1691">
                <a:extLst>
                  <a:ext uri="{FF2B5EF4-FFF2-40B4-BE49-F238E27FC236}">
                    <a16:creationId xmlns:a16="http://schemas.microsoft.com/office/drawing/2014/main" id="{879EDB3B-E6CB-4441-8B9C-3D77FBCF77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8" y="2294"/>
                <a:ext cx="145" cy="163"/>
              </a:xfrm>
              <a:custGeom>
                <a:avLst/>
                <a:gdLst>
                  <a:gd name="T0" fmla="*/ 283 w 58"/>
                  <a:gd name="T1" fmla="*/ 77 h 61"/>
                  <a:gd name="T2" fmla="*/ 175 w 58"/>
                  <a:gd name="T3" fmla="*/ 192 h 61"/>
                  <a:gd name="T4" fmla="*/ 125 w 58"/>
                  <a:gd name="T5" fmla="*/ 286 h 61"/>
                  <a:gd name="T6" fmla="*/ 83 w 58"/>
                  <a:gd name="T7" fmla="*/ 401 h 61"/>
                  <a:gd name="T8" fmla="*/ 63 w 58"/>
                  <a:gd name="T9" fmla="*/ 457 h 61"/>
                  <a:gd name="T10" fmla="*/ 20 w 58"/>
                  <a:gd name="T11" fmla="*/ 615 h 61"/>
                  <a:gd name="T12" fmla="*/ 20 w 58"/>
                  <a:gd name="T13" fmla="*/ 764 h 61"/>
                  <a:gd name="T14" fmla="*/ 50 w 58"/>
                  <a:gd name="T15" fmla="*/ 858 h 61"/>
                  <a:gd name="T16" fmla="*/ 63 w 58"/>
                  <a:gd name="T17" fmla="*/ 901 h 61"/>
                  <a:gd name="T18" fmla="*/ 270 w 58"/>
                  <a:gd name="T19" fmla="*/ 1085 h 61"/>
                  <a:gd name="T20" fmla="*/ 645 w 58"/>
                  <a:gd name="T21" fmla="*/ 1072 h 61"/>
                  <a:gd name="T22" fmla="*/ 750 w 58"/>
                  <a:gd name="T23" fmla="*/ 991 h 61"/>
                  <a:gd name="T24" fmla="*/ 800 w 58"/>
                  <a:gd name="T25" fmla="*/ 957 h 61"/>
                  <a:gd name="T26" fmla="*/ 863 w 58"/>
                  <a:gd name="T27" fmla="*/ 858 h 61"/>
                  <a:gd name="T28" fmla="*/ 875 w 58"/>
                  <a:gd name="T29" fmla="*/ 799 h 61"/>
                  <a:gd name="T30" fmla="*/ 908 w 58"/>
                  <a:gd name="T31" fmla="*/ 729 h 61"/>
                  <a:gd name="T32" fmla="*/ 895 w 58"/>
                  <a:gd name="T33" fmla="*/ 649 h 61"/>
                  <a:gd name="T34" fmla="*/ 875 w 58"/>
                  <a:gd name="T35" fmla="*/ 593 h 61"/>
                  <a:gd name="T36" fmla="*/ 875 w 58"/>
                  <a:gd name="T37" fmla="*/ 478 h 61"/>
                  <a:gd name="T38" fmla="*/ 863 w 58"/>
                  <a:gd name="T39" fmla="*/ 363 h 61"/>
                  <a:gd name="T40" fmla="*/ 863 w 58"/>
                  <a:gd name="T41" fmla="*/ 342 h 61"/>
                  <a:gd name="T42" fmla="*/ 845 w 58"/>
                  <a:gd name="T43" fmla="*/ 321 h 61"/>
                  <a:gd name="T44" fmla="*/ 813 w 58"/>
                  <a:gd name="T45" fmla="*/ 251 h 61"/>
                  <a:gd name="T46" fmla="*/ 783 w 58"/>
                  <a:gd name="T47" fmla="*/ 206 h 61"/>
                  <a:gd name="T48" fmla="*/ 675 w 58"/>
                  <a:gd name="T49" fmla="*/ 77 h 61"/>
                  <a:gd name="T50" fmla="*/ 520 w 58"/>
                  <a:gd name="T51" fmla="*/ 35 h 61"/>
                  <a:gd name="T52" fmla="*/ 458 w 58"/>
                  <a:gd name="T53" fmla="*/ 0 h 61"/>
                  <a:gd name="T54" fmla="*/ 363 w 58"/>
                  <a:gd name="T55" fmla="*/ 56 h 61"/>
                  <a:gd name="T56" fmla="*/ 363 w 58"/>
                  <a:gd name="T57" fmla="*/ 56 h 61"/>
                  <a:gd name="T58" fmla="*/ 458 w 58"/>
                  <a:gd name="T59" fmla="*/ 56 h 61"/>
                  <a:gd name="T60" fmla="*/ 500 w 58"/>
                  <a:gd name="T61" fmla="*/ 77 h 61"/>
                  <a:gd name="T62" fmla="*/ 645 w 58"/>
                  <a:gd name="T63" fmla="*/ 94 h 61"/>
                  <a:gd name="T64" fmla="*/ 750 w 58"/>
                  <a:gd name="T65" fmla="*/ 206 h 61"/>
                  <a:gd name="T66" fmla="*/ 770 w 58"/>
                  <a:gd name="T67" fmla="*/ 251 h 61"/>
                  <a:gd name="T68" fmla="*/ 813 w 58"/>
                  <a:gd name="T69" fmla="*/ 307 h 61"/>
                  <a:gd name="T70" fmla="*/ 833 w 58"/>
                  <a:gd name="T71" fmla="*/ 342 h 61"/>
                  <a:gd name="T72" fmla="*/ 833 w 58"/>
                  <a:gd name="T73" fmla="*/ 379 h 61"/>
                  <a:gd name="T74" fmla="*/ 845 w 58"/>
                  <a:gd name="T75" fmla="*/ 478 h 61"/>
                  <a:gd name="T76" fmla="*/ 845 w 58"/>
                  <a:gd name="T77" fmla="*/ 492 h 61"/>
                  <a:gd name="T78" fmla="*/ 845 w 58"/>
                  <a:gd name="T79" fmla="*/ 593 h 61"/>
                  <a:gd name="T80" fmla="*/ 863 w 58"/>
                  <a:gd name="T81" fmla="*/ 687 h 61"/>
                  <a:gd name="T82" fmla="*/ 875 w 58"/>
                  <a:gd name="T83" fmla="*/ 729 h 61"/>
                  <a:gd name="T84" fmla="*/ 845 w 58"/>
                  <a:gd name="T85" fmla="*/ 786 h 61"/>
                  <a:gd name="T86" fmla="*/ 833 w 58"/>
                  <a:gd name="T87" fmla="*/ 858 h 61"/>
                  <a:gd name="T88" fmla="*/ 783 w 58"/>
                  <a:gd name="T89" fmla="*/ 914 h 61"/>
                  <a:gd name="T90" fmla="*/ 720 w 58"/>
                  <a:gd name="T91" fmla="*/ 970 h 61"/>
                  <a:gd name="T92" fmla="*/ 625 w 58"/>
                  <a:gd name="T93" fmla="*/ 1029 h 61"/>
                  <a:gd name="T94" fmla="*/ 458 w 58"/>
                  <a:gd name="T95" fmla="*/ 1106 h 61"/>
                  <a:gd name="T96" fmla="*/ 238 w 58"/>
                  <a:gd name="T97" fmla="*/ 1013 h 61"/>
                  <a:gd name="T98" fmla="*/ 95 w 58"/>
                  <a:gd name="T99" fmla="*/ 879 h 61"/>
                  <a:gd name="T100" fmla="*/ 83 w 58"/>
                  <a:gd name="T101" fmla="*/ 842 h 61"/>
                  <a:gd name="T102" fmla="*/ 50 w 58"/>
                  <a:gd name="T103" fmla="*/ 743 h 61"/>
                  <a:gd name="T104" fmla="*/ 63 w 58"/>
                  <a:gd name="T105" fmla="*/ 615 h 61"/>
                  <a:gd name="T106" fmla="*/ 113 w 58"/>
                  <a:gd name="T107" fmla="*/ 422 h 61"/>
                  <a:gd name="T108" fmla="*/ 125 w 58"/>
                  <a:gd name="T109" fmla="*/ 342 h 61"/>
                  <a:gd name="T110" fmla="*/ 158 w 58"/>
                  <a:gd name="T111" fmla="*/ 307 h 61"/>
                  <a:gd name="T112" fmla="*/ 188 w 58"/>
                  <a:gd name="T113" fmla="*/ 230 h 61"/>
                  <a:gd name="T114" fmla="*/ 250 w 58"/>
                  <a:gd name="T115" fmla="*/ 171 h 61"/>
                  <a:gd name="T116" fmla="*/ 345 w 58"/>
                  <a:gd name="T117" fmla="*/ 94 h 61"/>
                  <a:gd name="T118" fmla="*/ 875 w 58"/>
                  <a:gd name="T119" fmla="*/ 492 h 61"/>
                  <a:gd name="T120" fmla="*/ 863 w 58"/>
                  <a:gd name="T121" fmla="*/ 492 h 6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58" h="61">
                    <a:moveTo>
                      <a:pt x="23" y="3"/>
                    </a:moveTo>
                    <a:cubicBezTo>
                      <a:pt x="21" y="3"/>
                      <a:pt x="19" y="3"/>
                      <a:pt x="18" y="4"/>
                    </a:cubicBezTo>
                    <a:cubicBezTo>
                      <a:pt x="17" y="5"/>
                      <a:pt x="15" y="7"/>
                      <a:pt x="14" y="8"/>
                    </a:cubicBezTo>
                    <a:cubicBezTo>
                      <a:pt x="14" y="9"/>
                      <a:pt x="11" y="10"/>
                      <a:pt x="11" y="10"/>
                    </a:cubicBezTo>
                    <a:cubicBezTo>
                      <a:pt x="11" y="10"/>
                      <a:pt x="9" y="13"/>
                      <a:pt x="9" y="13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7"/>
                      <a:pt x="5" y="20"/>
                      <a:pt x="5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3"/>
                      <a:pt x="5" y="23"/>
                      <a:pt x="4" y="24"/>
                    </a:cubicBezTo>
                    <a:cubicBezTo>
                      <a:pt x="2" y="25"/>
                      <a:pt x="1" y="27"/>
                      <a:pt x="1" y="29"/>
                    </a:cubicBezTo>
                    <a:cubicBezTo>
                      <a:pt x="1" y="30"/>
                      <a:pt x="1" y="31"/>
                      <a:pt x="1" y="32"/>
                    </a:cubicBezTo>
                    <a:cubicBezTo>
                      <a:pt x="1" y="33"/>
                      <a:pt x="0" y="34"/>
                      <a:pt x="0" y="35"/>
                    </a:cubicBezTo>
                    <a:cubicBezTo>
                      <a:pt x="0" y="37"/>
                      <a:pt x="1" y="39"/>
                      <a:pt x="1" y="40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6" y="51"/>
                      <a:pt x="9" y="53"/>
                      <a:pt x="11" y="54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20" y="58"/>
                      <a:pt x="25" y="59"/>
                      <a:pt x="29" y="60"/>
                    </a:cubicBezTo>
                    <a:cubicBezTo>
                      <a:pt x="30" y="60"/>
                      <a:pt x="39" y="61"/>
                      <a:pt x="41" y="56"/>
                    </a:cubicBezTo>
                    <a:cubicBezTo>
                      <a:pt x="43" y="56"/>
                      <a:pt x="45" y="55"/>
                      <a:pt x="47" y="54"/>
                    </a:cubicBezTo>
                    <a:cubicBezTo>
                      <a:pt x="47" y="54"/>
                      <a:pt x="48" y="52"/>
                      <a:pt x="48" y="52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51" y="50"/>
                      <a:pt x="51" y="50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4" y="48"/>
                      <a:pt x="55" y="47"/>
                      <a:pt x="55" y="45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58" y="39"/>
                      <a:pt x="58" y="38"/>
                      <a:pt x="58" y="38"/>
                    </a:cubicBezTo>
                    <a:cubicBezTo>
                      <a:pt x="58" y="37"/>
                      <a:pt x="58" y="36"/>
                      <a:pt x="57" y="35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6" y="34"/>
                      <a:pt x="56" y="34"/>
                    </a:cubicBezTo>
                    <a:cubicBezTo>
                      <a:pt x="56" y="34"/>
                      <a:pt x="56" y="31"/>
                      <a:pt x="56" y="31"/>
                    </a:cubicBezTo>
                    <a:cubicBezTo>
                      <a:pt x="57" y="30"/>
                      <a:pt x="57" y="29"/>
                      <a:pt x="57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6" y="25"/>
                      <a:pt x="56" y="24"/>
                      <a:pt x="56" y="23"/>
                    </a:cubicBezTo>
                    <a:cubicBezTo>
                      <a:pt x="56" y="22"/>
                      <a:pt x="56" y="20"/>
                      <a:pt x="55" y="19"/>
                    </a:cubicBezTo>
                    <a:cubicBezTo>
                      <a:pt x="55" y="19"/>
                      <a:pt x="55" y="18"/>
                      <a:pt x="55" y="18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4" y="17"/>
                      <a:pt x="54" y="17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3" y="15"/>
                      <a:pt x="52" y="13"/>
                      <a:pt x="52" y="1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9" y="8"/>
                      <a:pt x="45" y="5"/>
                      <a:pt x="43" y="4"/>
                    </a:cubicBezTo>
                    <a:cubicBezTo>
                      <a:pt x="42" y="2"/>
                      <a:pt x="38" y="2"/>
                      <a:pt x="35" y="2"/>
                    </a:cubicBezTo>
                    <a:cubicBezTo>
                      <a:pt x="35" y="2"/>
                      <a:pt x="33" y="2"/>
                      <a:pt x="33" y="2"/>
                    </a:cubicBezTo>
                    <a:cubicBezTo>
                      <a:pt x="33" y="2"/>
                      <a:pt x="32" y="1"/>
                      <a:pt x="32" y="1"/>
                    </a:cubicBezTo>
                    <a:cubicBezTo>
                      <a:pt x="32" y="1"/>
                      <a:pt x="29" y="0"/>
                      <a:pt x="29" y="0"/>
                    </a:cubicBezTo>
                    <a:cubicBezTo>
                      <a:pt x="27" y="0"/>
                      <a:pt x="24" y="1"/>
                      <a:pt x="23" y="3"/>
                    </a:cubicBezTo>
                    <a:close/>
                    <a:moveTo>
                      <a:pt x="23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lose/>
                    <a:moveTo>
                      <a:pt x="24" y="5"/>
                    </a:moveTo>
                    <a:cubicBezTo>
                      <a:pt x="25" y="3"/>
                      <a:pt x="27" y="3"/>
                      <a:pt x="29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7" y="4"/>
                      <a:pt x="41" y="4"/>
                      <a:pt x="41" y="5"/>
                    </a:cubicBezTo>
                    <a:cubicBezTo>
                      <a:pt x="41" y="6"/>
                      <a:pt x="41" y="6"/>
                      <a:pt x="42" y="6"/>
                    </a:cubicBezTo>
                    <a:cubicBezTo>
                      <a:pt x="44" y="6"/>
                      <a:pt x="47" y="9"/>
                      <a:pt x="48" y="11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50" y="14"/>
                      <a:pt x="50" y="14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2" y="16"/>
                      <a:pt x="52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3" y="18"/>
                      <a:pt x="53" y="19"/>
                      <a:pt x="53" y="19"/>
                    </a:cubicBezTo>
                    <a:cubicBezTo>
                      <a:pt x="53" y="19"/>
                      <a:pt x="53" y="20"/>
                      <a:pt x="53" y="20"/>
                    </a:cubicBezTo>
                    <a:cubicBezTo>
                      <a:pt x="54" y="21"/>
                      <a:pt x="54" y="22"/>
                      <a:pt x="54" y="23"/>
                    </a:cubicBezTo>
                    <a:cubicBezTo>
                      <a:pt x="54" y="24"/>
                      <a:pt x="54" y="25"/>
                      <a:pt x="54" y="25"/>
                    </a:cubicBezTo>
                    <a:cubicBezTo>
                      <a:pt x="54" y="25"/>
                      <a:pt x="54" y="25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7"/>
                      <a:pt x="55" y="28"/>
                      <a:pt x="55" y="29"/>
                    </a:cubicBezTo>
                    <a:cubicBezTo>
                      <a:pt x="55" y="29"/>
                      <a:pt x="55" y="30"/>
                      <a:pt x="54" y="31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6" y="37"/>
                      <a:pt x="56" y="37"/>
                      <a:pt x="56" y="38"/>
                    </a:cubicBezTo>
                    <a:cubicBezTo>
                      <a:pt x="56" y="38"/>
                      <a:pt x="56" y="39"/>
                      <a:pt x="56" y="39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6"/>
                      <a:pt x="52" y="47"/>
                      <a:pt x="52" y="48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6" y="51"/>
                      <a:pt x="46" y="51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4" y="54"/>
                      <a:pt x="42" y="54"/>
                      <a:pt x="40" y="54"/>
                    </a:cubicBezTo>
                    <a:cubicBezTo>
                      <a:pt x="40" y="54"/>
                      <a:pt x="39" y="54"/>
                      <a:pt x="39" y="55"/>
                    </a:cubicBezTo>
                    <a:cubicBezTo>
                      <a:pt x="39" y="58"/>
                      <a:pt x="32" y="58"/>
                      <a:pt x="29" y="58"/>
                    </a:cubicBezTo>
                    <a:cubicBezTo>
                      <a:pt x="25" y="57"/>
                      <a:pt x="21" y="56"/>
                      <a:pt x="17" y="55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0" y="51"/>
                      <a:pt x="8" y="49"/>
                      <a:pt x="6" y="46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2" y="37"/>
                      <a:pt x="2" y="34"/>
                      <a:pt x="3" y="33"/>
                    </a:cubicBezTo>
                    <a:cubicBezTo>
                      <a:pt x="4" y="33"/>
                      <a:pt x="4" y="32"/>
                      <a:pt x="4" y="32"/>
                    </a:cubicBezTo>
                    <a:cubicBezTo>
                      <a:pt x="3" y="29"/>
                      <a:pt x="3" y="27"/>
                      <a:pt x="5" y="25"/>
                    </a:cubicBezTo>
                    <a:cubicBezTo>
                      <a:pt x="7" y="24"/>
                      <a:pt x="7" y="24"/>
                      <a:pt x="7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0"/>
                      <a:pt x="7" y="18"/>
                      <a:pt x="8" y="18"/>
                    </a:cubicBezTo>
                    <a:cubicBezTo>
                      <a:pt x="8" y="18"/>
                      <a:pt x="8" y="17"/>
                      <a:pt x="8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4" y="5"/>
                    </a:cubicBezTo>
                    <a:close/>
                    <a:moveTo>
                      <a:pt x="56" y="26"/>
                    </a:moveTo>
                    <a:cubicBezTo>
                      <a:pt x="56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5" y="26"/>
                    </a:cubicBezTo>
                    <a:cubicBezTo>
                      <a:pt x="56" y="26"/>
                      <a:pt x="56" y="26"/>
                      <a:pt x="56" y="26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2" name="Freeform 1692">
                <a:extLst>
                  <a:ext uri="{FF2B5EF4-FFF2-40B4-BE49-F238E27FC236}">
                    <a16:creationId xmlns:a16="http://schemas.microsoft.com/office/drawing/2014/main" id="{4663CDF9-6127-48B5-B67C-233288449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89"/>
                <a:ext cx="220" cy="221"/>
              </a:xfrm>
              <a:custGeom>
                <a:avLst/>
                <a:gdLst>
                  <a:gd name="T0" fmla="*/ 1363 w 88"/>
                  <a:gd name="T1" fmla="*/ 738 h 83"/>
                  <a:gd name="T2" fmla="*/ 1363 w 88"/>
                  <a:gd name="T3" fmla="*/ 738 h 83"/>
                  <a:gd name="T4" fmla="*/ 1345 w 88"/>
                  <a:gd name="T5" fmla="*/ 588 h 83"/>
                  <a:gd name="T6" fmla="*/ 500 w 88"/>
                  <a:gd name="T7" fmla="*/ 114 h 83"/>
                  <a:gd name="T8" fmla="*/ 113 w 88"/>
                  <a:gd name="T9" fmla="*/ 474 h 83"/>
                  <a:gd name="T10" fmla="*/ 50 w 88"/>
                  <a:gd name="T11" fmla="*/ 644 h 83"/>
                  <a:gd name="T12" fmla="*/ 0 w 88"/>
                  <a:gd name="T13" fmla="*/ 921 h 83"/>
                  <a:gd name="T14" fmla="*/ 0 w 88"/>
                  <a:gd name="T15" fmla="*/ 943 h 83"/>
                  <a:gd name="T16" fmla="*/ 145 w 88"/>
                  <a:gd name="T17" fmla="*/ 1339 h 83"/>
                  <a:gd name="T18" fmla="*/ 720 w 88"/>
                  <a:gd name="T19" fmla="*/ 1566 h 83"/>
                  <a:gd name="T20" fmla="*/ 1220 w 88"/>
                  <a:gd name="T21" fmla="*/ 1283 h 83"/>
                  <a:gd name="T22" fmla="*/ 1375 w 88"/>
                  <a:gd name="T23" fmla="*/ 921 h 83"/>
                  <a:gd name="T24" fmla="*/ 1363 w 88"/>
                  <a:gd name="T25" fmla="*/ 738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8" h="83">
                    <a:moveTo>
                      <a:pt x="87" y="39"/>
                    </a:move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6"/>
                      <a:pt x="87" y="34"/>
                      <a:pt x="86" y="31"/>
                    </a:cubicBezTo>
                    <a:cubicBezTo>
                      <a:pt x="81" y="12"/>
                      <a:pt x="55" y="0"/>
                      <a:pt x="32" y="6"/>
                    </a:cubicBezTo>
                    <a:cubicBezTo>
                      <a:pt x="22" y="8"/>
                      <a:pt x="13" y="16"/>
                      <a:pt x="7" y="25"/>
                    </a:cubicBezTo>
                    <a:cubicBezTo>
                      <a:pt x="6" y="28"/>
                      <a:pt x="4" y="31"/>
                      <a:pt x="3" y="34"/>
                    </a:cubicBezTo>
                    <a:cubicBezTo>
                      <a:pt x="1" y="38"/>
                      <a:pt x="0" y="44"/>
                      <a:pt x="0" y="49"/>
                    </a:cubicBezTo>
                    <a:cubicBezTo>
                      <a:pt x="0" y="49"/>
                      <a:pt x="0" y="50"/>
                      <a:pt x="0" y="50"/>
                    </a:cubicBezTo>
                    <a:cubicBezTo>
                      <a:pt x="0" y="58"/>
                      <a:pt x="3" y="65"/>
                      <a:pt x="9" y="71"/>
                    </a:cubicBezTo>
                    <a:cubicBezTo>
                      <a:pt x="17" y="79"/>
                      <a:pt x="30" y="83"/>
                      <a:pt x="46" y="83"/>
                    </a:cubicBezTo>
                    <a:cubicBezTo>
                      <a:pt x="62" y="83"/>
                      <a:pt x="73" y="74"/>
                      <a:pt x="78" y="68"/>
                    </a:cubicBezTo>
                    <a:cubicBezTo>
                      <a:pt x="85" y="61"/>
                      <a:pt x="88" y="53"/>
                      <a:pt x="88" y="49"/>
                    </a:cubicBezTo>
                    <a:cubicBezTo>
                      <a:pt x="88" y="49"/>
                      <a:pt x="87" y="39"/>
                      <a:pt x="87" y="39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3" name="Freeform 1693">
                <a:extLst>
                  <a:ext uri="{FF2B5EF4-FFF2-40B4-BE49-F238E27FC236}">
                    <a16:creationId xmlns:a16="http://schemas.microsoft.com/office/drawing/2014/main" id="{B831CA3D-E1F4-42DE-AFBF-F84778B49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694"/>
                <a:ext cx="225" cy="208"/>
              </a:xfrm>
              <a:custGeom>
                <a:avLst/>
                <a:gdLst>
                  <a:gd name="T0" fmla="*/ 1333 w 90"/>
                  <a:gd name="T1" fmla="*/ 547 h 78"/>
                  <a:gd name="T2" fmla="*/ 875 w 90"/>
                  <a:gd name="T3" fmla="*/ 1387 h 78"/>
                  <a:gd name="T4" fmla="*/ 83 w 90"/>
                  <a:gd name="T5" fmla="*/ 1003 h 78"/>
                  <a:gd name="T6" fmla="*/ 533 w 90"/>
                  <a:gd name="T7" fmla="*/ 115 h 78"/>
                  <a:gd name="T8" fmla="*/ 1333 w 90"/>
                  <a:gd name="T9" fmla="*/ 547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8">
                    <a:moveTo>
                      <a:pt x="85" y="29"/>
                    </a:moveTo>
                    <a:cubicBezTo>
                      <a:pt x="90" y="48"/>
                      <a:pt x="77" y="67"/>
                      <a:pt x="56" y="73"/>
                    </a:cubicBezTo>
                    <a:cubicBezTo>
                      <a:pt x="36" y="78"/>
                      <a:pt x="10" y="71"/>
                      <a:pt x="5" y="53"/>
                    </a:cubicBezTo>
                    <a:cubicBezTo>
                      <a:pt x="0" y="35"/>
                      <a:pt x="13" y="11"/>
                      <a:pt x="34" y="6"/>
                    </a:cubicBezTo>
                    <a:cubicBezTo>
                      <a:pt x="55" y="0"/>
                      <a:pt x="81" y="11"/>
                      <a:pt x="85" y="29"/>
                    </a:cubicBezTo>
                    <a:close/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4" name="Freeform 1694">
                <a:extLst>
                  <a:ext uri="{FF2B5EF4-FFF2-40B4-BE49-F238E27FC236}">
                    <a16:creationId xmlns:a16="http://schemas.microsoft.com/office/drawing/2014/main" id="{B8CC8457-BB62-4530-9ACF-618C7A9D1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63"/>
                <a:ext cx="100" cy="67"/>
              </a:xfrm>
              <a:custGeom>
                <a:avLst/>
                <a:gdLst>
                  <a:gd name="T0" fmla="*/ 363 w 40"/>
                  <a:gd name="T1" fmla="*/ 389 h 25"/>
                  <a:gd name="T2" fmla="*/ 500 w 40"/>
                  <a:gd name="T3" fmla="*/ 78 h 25"/>
                  <a:gd name="T4" fmla="*/ 283 w 40"/>
                  <a:gd name="T5" fmla="*/ 35 h 25"/>
                  <a:gd name="T6" fmla="*/ 95 w 40"/>
                  <a:gd name="T7" fmla="*/ 137 h 25"/>
                  <a:gd name="T8" fmla="*/ 0 w 40"/>
                  <a:gd name="T9" fmla="*/ 330 h 25"/>
                  <a:gd name="T10" fmla="*/ 158 w 40"/>
                  <a:gd name="T11" fmla="*/ 482 h 25"/>
                  <a:gd name="T12" fmla="*/ 363 w 40"/>
                  <a:gd name="T13" fmla="*/ 389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5">
                    <a:moveTo>
                      <a:pt x="23" y="20"/>
                    </a:moveTo>
                    <a:cubicBezTo>
                      <a:pt x="33" y="21"/>
                      <a:pt x="40" y="13"/>
                      <a:pt x="32" y="4"/>
                    </a:cubicBezTo>
                    <a:cubicBezTo>
                      <a:pt x="28" y="0"/>
                      <a:pt x="23" y="2"/>
                      <a:pt x="18" y="2"/>
                    </a:cubicBezTo>
                    <a:cubicBezTo>
                      <a:pt x="13" y="2"/>
                      <a:pt x="10" y="3"/>
                      <a:pt x="6" y="7"/>
                    </a:cubicBezTo>
                    <a:cubicBezTo>
                      <a:pt x="4" y="9"/>
                      <a:pt x="0" y="14"/>
                      <a:pt x="0" y="17"/>
                    </a:cubicBezTo>
                    <a:cubicBezTo>
                      <a:pt x="0" y="22"/>
                      <a:pt x="5" y="25"/>
                      <a:pt x="10" y="25"/>
                    </a:cubicBezTo>
                    <a:cubicBezTo>
                      <a:pt x="15" y="25"/>
                      <a:pt x="18" y="21"/>
                      <a:pt x="23" y="20"/>
                    </a:cubicBezTo>
                    <a:close/>
                  </a:path>
                </a:pathLst>
              </a:custGeom>
              <a:solidFill>
                <a:srgbClr val="FFF9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5" name="Freeform 1695">
                <a:extLst>
                  <a:ext uri="{FF2B5EF4-FFF2-40B4-BE49-F238E27FC236}">
                    <a16:creationId xmlns:a16="http://schemas.microsoft.com/office/drawing/2014/main" id="{CE638AD0-C3AA-4738-922B-13935039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819"/>
                <a:ext cx="33" cy="30"/>
              </a:xfrm>
              <a:custGeom>
                <a:avLst/>
                <a:gdLst>
                  <a:gd name="T0" fmla="*/ 193 w 13"/>
                  <a:gd name="T1" fmla="*/ 38 h 11"/>
                  <a:gd name="T2" fmla="*/ 193 w 13"/>
                  <a:gd name="T3" fmla="*/ 0 h 11"/>
                  <a:gd name="T4" fmla="*/ 160 w 13"/>
                  <a:gd name="T5" fmla="*/ 22 h 11"/>
                  <a:gd name="T6" fmla="*/ 160 w 13"/>
                  <a:gd name="T7" fmla="*/ 22 h 11"/>
                  <a:gd name="T8" fmla="*/ 117 w 13"/>
                  <a:gd name="T9" fmla="*/ 38 h 11"/>
                  <a:gd name="T10" fmla="*/ 96 w 13"/>
                  <a:gd name="T11" fmla="*/ 60 h 11"/>
                  <a:gd name="T12" fmla="*/ 63 w 13"/>
                  <a:gd name="T13" fmla="*/ 60 h 11"/>
                  <a:gd name="T14" fmla="*/ 20 w 13"/>
                  <a:gd name="T15" fmla="*/ 104 h 11"/>
                  <a:gd name="T16" fmla="*/ 193 w 13"/>
                  <a:gd name="T17" fmla="*/ 142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12" y="2"/>
                    </a:moveTo>
                    <a:cubicBezTo>
                      <a:pt x="12" y="1"/>
                      <a:pt x="13" y="0"/>
                      <a:pt x="12" y="0"/>
                    </a:cubicBezTo>
                    <a:cubicBezTo>
                      <a:pt x="12" y="1"/>
                      <a:pt x="11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2"/>
                      <a:pt x="7" y="2"/>
                    </a:cubicBezTo>
                    <a:cubicBezTo>
                      <a:pt x="7" y="1"/>
                      <a:pt x="6" y="2"/>
                      <a:pt x="6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0" y="11"/>
                      <a:pt x="9" y="8"/>
                      <a:pt x="12" y="7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6" name="Freeform 1696">
                <a:extLst>
                  <a:ext uri="{FF2B5EF4-FFF2-40B4-BE49-F238E27FC236}">
                    <a16:creationId xmlns:a16="http://schemas.microsoft.com/office/drawing/2014/main" id="{EF2E1AE4-A558-4ACE-B5E9-E9228112B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769"/>
                <a:ext cx="32" cy="88"/>
              </a:xfrm>
              <a:custGeom>
                <a:avLst/>
                <a:gdLst>
                  <a:gd name="T0" fmla="*/ 182 w 13"/>
                  <a:gd name="T1" fmla="*/ 456 h 33"/>
                  <a:gd name="T2" fmla="*/ 162 w 13"/>
                  <a:gd name="T3" fmla="*/ 397 h 33"/>
                  <a:gd name="T4" fmla="*/ 121 w 13"/>
                  <a:gd name="T5" fmla="*/ 363 h 33"/>
                  <a:gd name="T6" fmla="*/ 133 w 13"/>
                  <a:gd name="T7" fmla="*/ 285 h 33"/>
                  <a:gd name="T8" fmla="*/ 103 w 13"/>
                  <a:gd name="T9" fmla="*/ 248 h 33"/>
                  <a:gd name="T10" fmla="*/ 153 w 13"/>
                  <a:gd name="T11" fmla="*/ 192 h 33"/>
                  <a:gd name="T12" fmla="*/ 133 w 13"/>
                  <a:gd name="T13" fmla="*/ 149 h 33"/>
                  <a:gd name="T14" fmla="*/ 153 w 13"/>
                  <a:gd name="T15" fmla="*/ 149 h 33"/>
                  <a:gd name="T16" fmla="*/ 162 w 13"/>
                  <a:gd name="T17" fmla="*/ 93 h 33"/>
                  <a:gd name="T18" fmla="*/ 182 w 13"/>
                  <a:gd name="T19" fmla="*/ 35 h 33"/>
                  <a:gd name="T20" fmla="*/ 30 w 13"/>
                  <a:gd name="T21" fmla="*/ 136 h 33"/>
                  <a:gd name="T22" fmla="*/ 133 w 13"/>
                  <a:gd name="T23" fmla="*/ 547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33">
                    <a:moveTo>
                      <a:pt x="12" y="24"/>
                    </a:moveTo>
                    <a:cubicBezTo>
                      <a:pt x="10" y="23"/>
                      <a:pt x="12" y="22"/>
                      <a:pt x="11" y="21"/>
                    </a:cubicBezTo>
                    <a:cubicBezTo>
                      <a:pt x="9" y="22"/>
                      <a:pt x="8" y="20"/>
                      <a:pt x="8" y="19"/>
                    </a:cubicBezTo>
                    <a:cubicBezTo>
                      <a:pt x="7" y="16"/>
                      <a:pt x="8" y="16"/>
                      <a:pt x="9" y="15"/>
                    </a:cubicBezTo>
                    <a:cubicBezTo>
                      <a:pt x="8" y="14"/>
                      <a:pt x="7" y="15"/>
                      <a:pt x="7" y="13"/>
                    </a:cubicBezTo>
                    <a:cubicBezTo>
                      <a:pt x="7" y="11"/>
                      <a:pt x="9" y="11"/>
                      <a:pt x="10" y="10"/>
                    </a:cubicBezTo>
                    <a:cubicBezTo>
                      <a:pt x="10" y="9"/>
                      <a:pt x="9" y="9"/>
                      <a:pt x="9" y="8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11" y="7"/>
                      <a:pt x="11" y="7"/>
                      <a:pt x="11" y="5"/>
                    </a:cubicBezTo>
                    <a:cubicBezTo>
                      <a:pt x="13" y="6"/>
                      <a:pt x="13" y="3"/>
                      <a:pt x="12" y="2"/>
                    </a:cubicBezTo>
                    <a:cubicBezTo>
                      <a:pt x="9" y="0"/>
                      <a:pt x="3" y="5"/>
                      <a:pt x="2" y="7"/>
                    </a:cubicBezTo>
                    <a:cubicBezTo>
                      <a:pt x="0" y="11"/>
                      <a:pt x="0" y="33"/>
                      <a:pt x="9" y="29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7" name="Freeform 1697">
                <a:extLst>
                  <a:ext uri="{FF2B5EF4-FFF2-40B4-BE49-F238E27FC236}">
                    <a16:creationId xmlns:a16="http://schemas.microsoft.com/office/drawing/2014/main" id="{ABC72867-7B61-4107-A387-096469A73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71"/>
                <a:ext cx="27" cy="46"/>
              </a:xfrm>
              <a:custGeom>
                <a:avLst/>
                <a:gdLst>
                  <a:gd name="T0" fmla="*/ 0 w 11"/>
                  <a:gd name="T1" fmla="*/ 336 h 17"/>
                  <a:gd name="T2" fmla="*/ 29 w 11"/>
                  <a:gd name="T3" fmla="*/ 300 h 17"/>
                  <a:gd name="T4" fmla="*/ 61 w 11"/>
                  <a:gd name="T5" fmla="*/ 279 h 17"/>
                  <a:gd name="T6" fmla="*/ 71 w 11"/>
                  <a:gd name="T7" fmla="*/ 176 h 17"/>
                  <a:gd name="T8" fmla="*/ 71 w 11"/>
                  <a:gd name="T9" fmla="*/ 138 h 17"/>
                  <a:gd name="T10" fmla="*/ 61 w 11"/>
                  <a:gd name="T11" fmla="*/ 116 h 17"/>
                  <a:gd name="T12" fmla="*/ 71 w 11"/>
                  <a:gd name="T13" fmla="*/ 81 h 17"/>
                  <a:gd name="T14" fmla="*/ 103 w 11"/>
                  <a:gd name="T15" fmla="*/ 22 h 17"/>
                  <a:gd name="T16" fmla="*/ 162 w 11"/>
                  <a:gd name="T17" fmla="*/ 162 h 17"/>
                  <a:gd name="T18" fmla="*/ 103 w 11"/>
                  <a:gd name="T19" fmla="*/ 314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17">
                    <a:moveTo>
                      <a:pt x="0" y="17"/>
                    </a:moveTo>
                    <a:cubicBezTo>
                      <a:pt x="1" y="17"/>
                      <a:pt x="1" y="15"/>
                      <a:pt x="2" y="15"/>
                    </a:cubicBezTo>
                    <a:cubicBezTo>
                      <a:pt x="3" y="14"/>
                      <a:pt x="3" y="15"/>
                      <a:pt x="4" y="14"/>
                    </a:cubicBezTo>
                    <a:cubicBezTo>
                      <a:pt x="5" y="13"/>
                      <a:pt x="5" y="11"/>
                      <a:pt x="5" y="9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6" y="3"/>
                      <a:pt x="5" y="1"/>
                      <a:pt x="7" y="1"/>
                    </a:cubicBezTo>
                    <a:cubicBezTo>
                      <a:pt x="10" y="0"/>
                      <a:pt x="11" y="6"/>
                      <a:pt x="11" y="8"/>
                    </a:cubicBezTo>
                    <a:cubicBezTo>
                      <a:pt x="11" y="11"/>
                      <a:pt x="9" y="14"/>
                      <a:pt x="7" y="16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8" name="Freeform 1698">
                <a:extLst>
                  <a:ext uri="{FF2B5EF4-FFF2-40B4-BE49-F238E27FC236}">
                    <a16:creationId xmlns:a16="http://schemas.microsoft.com/office/drawing/2014/main" id="{591B8F40-2DB6-4B83-9A6A-A39B7477B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814"/>
                <a:ext cx="35" cy="27"/>
              </a:xfrm>
              <a:custGeom>
                <a:avLst/>
                <a:gdLst>
                  <a:gd name="T0" fmla="*/ 220 w 14"/>
                  <a:gd name="T1" fmla="*/ 22 h 10"/>
                  <a:gd name="T2" fmla="*/ 188 w 14"/>
                  <a:gd name="T3" fmla="*/ 0 h 10"/>
                  <a:gd name="T4" fmla="*/ 158 w 14"/>
                  <a:gd name="T5" fmla="*/ 22 h 10"/>
                  <a:gd name="T6" fmla="*/ 125 w 14"/>
                  <a:gd name="T7" fmla="*/ 0 h 10"/>
                  <a:gd name="T8" fmla="*/ 113 w 14"/>
                  <a:gd name="T9" fmla="*/ 22 h 10"/>
                  <a:gd name="T10" fmla="*/ 50 w 14"/>
                  <a:gd name="T11" fmla="*/ 38 h 10"/>
                  <a:gd name="T12" fmla="*/ 63 w 14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4" y="1"/>
                    </a:moveTo>
                    <a:cubicBezTo>
                      <a:pt x="13" y="1"/>
                      <a:pt x="12" y="0"/>
                      <a:pt x="12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5" y="2"/>
                      <a:pt x="4" y="1"/>
                      <a:pt x="3" y="2"/>
                    </a:cubicBezTo>
                    <a:cubicBezTo>
                      <a:pt x="0" y="6"/>
                      <a:pt x="5" y="8"/>
                      <a:pt x="4" y="10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9" name="Freeform 1699">
                <a:extLst>
                  <a:ext uri="{FF2B5EF4-FFF2-40B4-BE49-F238E27FC236}">
                    <a16:creationId xmlns:a16="http://schemas.microsoft.com/office/drawing/2014/main" id="{D441E4DA-60A5-43E7-BFEB-4F09A5BAE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42"/>
                <a:ext cx="82" cy="37"/>
              </a:xfrm>
              <a:custGeom>
                <a:avLst/>
                <a:gdLst>
                  <a:gd name="T0" fmla="*/ 445 w 33"/>
                  <a:gd name="T1" fmla="*/ 259 h 14"/>
                  <a:gd name="T2" fmla="*/ 432 w 33"/>
                  <a:gd name="T3" fmla="*/ 238 h 14"/>
                  <a:gd name="T4" fmla="*/ 412 w 33"/>
                  <a:gd name="T5" fmla="*/ 225 h 14"/>
                  <a:gd name="T6" fmla="*/ 353 w 33"/>
                  <a:gd name="T7" fmla="*/ 182 h 14"/>
                  <a:gd name="T8" fmla="*/ 321 w 33"/>
                  <a:gd name="T9" fmla="*/ 204 h 14"/>
                  <a:gd name="T10" fmla="*/ 308 w 33"/>
                  <a:gd name="T11" fmla="*/ 182 h 14"/>
                  <a:gd name="T12" fmla="*/ 278 w 33"/>
                  <a:gd name="T13" fmla="*/ 204 h 14"/>
                  <a:gd name="T14" fmla="*/ 246 w 33"/>
                  <a:gd name="T15" fmla="*/ 182 h 14"/>
                  <a:gd name="T16" fmla="*/ 199 w 33"/>
                  <a:gd name="T17" fmla="*/ 182 h 14"/>
                  <a:gd name="T18" fmla="*/ 154 w 33"/>
                  <a:gd name="T19" fmla="*/ 204 h 14"/>
                  <a:gd name="T20" fmla="*/ 124 w 33"/>
                  <a:gd name="T21" fmla="*/ 204 h 14"/>
                  <a:gd name="T22" fmla="*/ 92 w 33"/>
                  <a:gd name="T23" fmla="*/ 225 h 14"/>
                  <a:gd name="T24" fmla="*/ 30 w 33"/>
                  <a:gd name="T25" fmla="*/ 204 h 14"/>
                  <a:gd name="T26" fmla="*/ 124 w 33"/>
                  <a:gd name="T27" fmla="*/ 90 h 14"/>
                  <a:gd name="T28" fmla="*/ 321 w 33"/>
                  <a:gd name="T29" fmla="*/ 21 h 14"/>
                  <a:gd name="T30" fmla="*/ 507 w 33"/>
                  <a:gd name="T31" fmla="*/ 90 h 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14">
                    <a:moveTo>
                      <a:pt x="29" y="14"/>
                    </a:moveTo>
                    <a:cubicBezTo>
                      <a:pt x="29" y="13"/>
                      <a:pt x="29" y="13"/>
                      <a:pt x="28" y="13"/>
                    </a:cubicBezTo>
                    <a:cubicBezTo>
                      <a:pt x="27" y="13"/>
                      <a:pt x="27" y="13"/>
                      <a:pt x="27" y="12"/>
                    </a:cubicBezTo>
                    <a:cubicBezTo>
                      <a:pt x="25" y="12"/>
                      <a:pt x="25" y="11"/>
                      <a:pt x="23" y="10"/>
                    </a:cubicBezTo>
                    <a:cubicBezTo>
                      <a:pt x="23" y="10"/>
                      <a:pt x="22" y="11"/>
                      <a:pt x="21" y="11"/>
                    </a:cubicBezTo>
                    <a:cubicBezTo>
                      <a:pt x="21" y="11"/>
                      <a:pt x="20" y="10"/>
                      <a:pt x="20" y="10"/>
                    </a:cubicBezTo>
                    <a:cubicBezTo>
                      <a:pt x="19" y="10"/>
                      <a:pt x="18" y="11"/>
                      <a:pt x="18" y="11"/>
                    </a:cubicBezTo>
                    <a:cubicBezTo>
                      <a:pt x="17" y="11"/>
                      <a:pt x="17" y="10"/>
                      <a:pt x="16" y="10"/>
                    </a:cubicBezTo>
                    <a:cubicBezTo>
                      <a:pt x="15" y="10"/>
                      <a:pt x="14" y="10"/>
                      <a:pt x="13" y="10"/>
                    </a:cubicBezTo>
                    <a:cubicBezTo>
                      <a:pt x="12" y="10"/>
                      <a:pt x="11" y="11"/>
                      <a:pt x="10" y="11"/>
                    </a:cubicBezTo>
                    <a:cubicBezTo>
                      <a:pt x="9" y="11"/>
                      <a:pt x="8" y="11"/>
                      <a:pt x="8" y="11"/>
                    </a:cubicBezTo>
                    <a:cubicBezTo>
                      <a:pt x="7" y="11"/>
                      <a:pt x="7" y="12"/>
                      <a:pt x="6" y="12"/>
                    </a:cubicBezTo>
                    <a:cubicBezTo>
                      <a:pt x="4" y="13"/>
                      <a:pt x="3" y="14"/>
                      <a:pt x="2" y="11"/>
                    </a:cubicBezTo>
                    <a:cubicBezTo>
                      <a:pt x="0" y="7"/>
                      <a:pt x="5" y="7"/>
                      <a:pt x="8" y="5"/>
                    </a:cubicBezTo>
                    <a:cubicBezTo>
                      <a:pt x="12" y="4"/>
                      <a:pt x="17" y="1"/>
                      <a:pt x="21" y="1"/>
                    </a:cubicBezTo>
                    <a:cubicBezTo>
                      <a:pt x="26" y="0"/>
                      <a:pt x="29" y="3"/>
                      <a:pt x="33" y="5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0" name="Freeform 1700">
                <a:extLst>
                  <a:ext uri="{FF2B5EF4-FFF2-40B4-BE49-F238E27FC236}">
                    <a16:creationId xmlns:a16="http://schemas.microsoft.com/office/drawing/2014/main" id="{43B7DACF-D708-4E81-8394-DAA7ACDAF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710"/>
                <a:ext cx="203" cy="171"/>
              </a:xfrm>
              <a:custGeom>
                <a:avLst/>
                <a:gdLst>
                  <a:gd name="T0" fmla="*/ 742 w 81"/>
                  <a:gd name="T1" fmla="*/ 0 h 64"/>
                  <a:gd name="T2" fmla="*/ 145 w 81"/>
                  <a:gd name="T3" fmla="*/ 457 h 64"/>
                  <a:gd name="T4" fmla="*/ 396 w 81"/>
                  <a:gd name="T5" fmla="*/ 1221 h 64"/>
                  <a:gd name="T6" fmla="*/ 208 w 81"/>
                  <a:gd name="T7" fmla="*/ 550 h 64"/>
                  <a:gd name="T8" fmla="*/ 784 w 81"/>
                  <a:gd name="T9" fmla="*/ 94 h 64"/>
                  <a:gd name="T10" fmla="*/ 1276 w 81"/>
                  <a:gd name="T11" fmla="*/ 401 h 64"/>
                  <a:gd name="T12" fmla="*/ 742 w 81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64">
                    <a:moveTo>
                      <a:pt x="47" y="0"/>
                    </a:moveTo>
                    <a:cubicBezTo>
                      <a:pt x="35" y="0"/>
                      <a:pt x="18" y="4"/>
                      <a:pt x="9" y="24"/>
                    </a:cubicBezTo>
                    <a:cubicBezTo>
                      <a:pt x="0" y="44"/>
                      <a:pt x="12" y="61"/>
                      <a:pt x="25" y="64"/>
                    </a:cubicBezTo>
                    <a:cubicBezTo>
                      <a:pt x="18" y="61"/>
                      <a:pt x="5" y="45"/>
                      <a:pt x="13" y="29"/>
                    </a:cubicBezTo>
                    <a:cubicBezTo>
                      <a:pt x="20" y="12"/>
                      <a:pt x="39" y="4"/>
                      <a:pt x="50" y="5"/>
                    </a:cubicBezTo>
                    <a:cubicBezTo>
                      <a:pt x="62" y="6"/>
                      <a:pt x="78" y="14"/>
                      <a:pt x="81" y="21"/>
                    </a:cubicBezTo>
                    <a:cubicBezTo>
                      <a:pt x="80" y="15"/>
                      <a:pt x="65" y="1"/>
                      <a:pt x="47" y="0"/>
                    </a:cubicBezTo>
                    <a:close/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1" name="Freeform 1701">
                <a:extLst>
                  <a:ext uri="{FF2B5EF4-FFF2-40B4-BE49-F238E27FC236}">
                    <a16:creationId xmlns:a16="http://schemas.microsoft.com/office/drawing/2014/main" id="{4CC04D86-492A-41BF-BE5E-7FCD15B52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729"/>
                <a:ext cx="20" cy="40"/>
              </a:xfrm>
              <a:custGeom>
                <a:avLst/>
                <a:gdLst>
                  <a:gd name="T0" fmla="*/ 0 w 8"/>
                  <a:gd name="T1" fmla="*/ 285 h 15"/>
                  <a:gd name="T2" fmla="*/ 63 w 8"/>
                  <a:gd name="T3" fmla="*/ 0 h 15"/>
                  <a:gd name="T4" fmla="*/ 0 w 8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1" y="14"/>
                      <a:pt x="8" y="0"/>
                      <a:pt x="4" y="0"/>
                    </a:cubicBezTo>
                    <a:cubicBezTo>
                      <a:pt x="1" y="4"/>
                      <a:pt x="2" y="10"/>
                      <a:pt x="0" y="14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2" name="Freeform 1702">
                <a:extLst>
                  <a:ext uri="{FF2B5EF4-FFF2-40B4-BE49-F238E27FC236}">
                    <a16:creationId xmlns:a16="http://schemas.microsoft.com/office/drawing/2014/main" id="{E93D500B-EAA0-4A9A-A19B-AA919BACD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734"/>
                <a:ext cx="28" cy="40"/>
              </a:xfrm>
              <a:custGeom>
                <a:avLst/>
                <a:gdLst>
                  <a:gd name="T0" fmla="*/ 0 w 11"/>
                  <a:gd name="T1" fmla="*/ 285 h 15"/>
                  <a:gd name="T2" fmla="*/ 130 w 11"/>
                  <a:gd name="T3" fmla="*/ 0 h 15"/>
                  <a:gd name="T4" fmla="*/ 0 w 11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15"/>
                    </a:moveTo>
                    <a:cubicBezTo>
                      <a:pt x="3" y="11"/>
                      <a:pt x="11" y="5"/>
                      <a:pt x="8" y="0"/>
                    </a:cubicBezTo>
                    <a:cubicBezTo>
                      <a:pt x="3" y="3"/>
                      <a:pt x="4" y="11"/>
                      <a:pt x="0" y="14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3" name="Freeform 1703">
                <a:extLst>
                  <a:ext uri="{FF2B5EF4-FFF2-40B4-BE49-F238E27FC236}">
                    <a16:creationId xmlns:a16="http://schemas.microsoft.com/office/drawing/2014/main" id="{80FF4A57-979C-45DB-98B0-E31B33D0B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721"/>
                <a:ext cx="10" cy="45"/>
              </a:xfrm>
              <a:custGeom>
                <a:avLst/>
                <a:gdLst>
                  <a:gd name="T0" fmla="*/ 20 w 4"/>
                  <a:gd name="T1" fmla="*/ 315 h 17"/>
                  <a:gd name="T2" fmla="*/ 20 w 4"/>
                  <a:gd name="T3" fmla="*/ 21 h 17"/>
                  <a:gd name="T4" fmla="*/ 0 w 4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1" y="17"/>
                    </a:moveTo>
                    <a:cubicBezTo>
                      <a:pt x="1" y="14"/>
                      <a:pt x="4" y="0"/>
                      <a:pt x="1" y="1"/>
                    </a:cubicBezTo>
                    <a:cubicBezTo>
                      <a:pt x="1" y="6"/>
                      <a:pt x="0" y="11"/>
                      <a:pt x="0" y="17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4" name="Freeform 1704">
                <a:extLst>
                  <a:ext uri="{FF2B5EF4-FFF2-40B4-BE49-F238E27FC236}">
                    <a16:creationId xmlns:a16="http://schemas.microsoft.com/office/drawing/2014/main" id="{57E14B05-BB39-44C4-BB82-9D49ADAB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37"/>
                <a:ext cx="10" cy="29"/>
              </a:xfrm>
              <a:custGeom>
                <a:avLst/>
                <a:gdLst>
                  <a:gd name="T0" fmla="*/ 50 w 4"/>
                  <a:gd name="T1" fmla="*/ 200 h 11"/>
                  <a:gd name="T2" fmla="*/ 33 w 4"/>
                  <a:gd name="T3" fmla="*/ 0 h 11"/>
                  <a:gd name="T4" fmla="*/ 33 w 4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">
                    <a:moveTo>
                      <a:pt x="3" y="11"/>
                    </a:moveTo>
                    <a:cubicBezTo>
                      <a:pt x="3" y="7"/>
                      <a:pt x="4" y="3"/>
                      <a:pt x="2" y="0"/>
                    </a:cubicBezTo>
                    <a:cubicBezTo>
                      <a:pt x="0" y="3"/>
                      <a:pt x="2" y="7"/>
                      <a:pt x="2" y="1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5" name="Freeform 1705">
                <a:extLst>
                  <a:ext uri="{FF2B5EF4-FFF2-40B4-BE49-F238E27FC236}">
                    <a16:creationId xmlns:a16="http://schemas.microsoft.com/office/drawing/2014/main" id="{F38ED23B-08CF-49D5-9784-5D7486D70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26"/>
                <a:ext cx="15" cy="40"/>
              </a:xfrm>
              <a:custGeom>
                <a:avLst/>
                <a:gdLst>
                  <a:gd name="T0" fmla="*/ 83 w 6"/>
                  <a:gd name="T1" fmla="*/ 285 h 15"/>
                  <a:gd name="T2" fmla="*/ 50 w 6"/>
                  <a:gd name="T3" fmla="*/ 0 h 15"/>
                  <a:gd name="T4" fmla="*/ 63 w 6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5" y="15"/>
                    </a:moveTo>
                    <a:cubicBezTo>
                      <a:pt x="4" y="10"/>
                      <a:pt x="6" y="4"/>
                      <a:pt x="3" y="0"/>
                    </a:cubicBezTo>
                    <a:cubicBezTo>
                      <a:pt x="0" y="2"/>
                      <a:pt x="5" y="11"/>
                      <a:pt x="4" y="14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6" name="Freeform 1706">
                <a:extLst>
                  <a:ext uri="{FF2B5EF4-FFF2-40B4-BE49-F238E27FC236}">
                    <a16:creationId xmlns:a16="http://schemas.microsoft.com/office/drawing/2014/main" id="{4F8B037D-891C-49C1-858C-54532A565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819"/>
                <a:ext cx="20" cy="59"/>
              </a:xfrm>
              <a:custGeom>
                <a:avLst/>
                <a:gdLst>
                  <a:gd name="T0" fmla="*/ 0 w 8"/>
                  <a:gd name="T1" fmla="*/ 0 h 22"/>
                  <a:gd name="T2" fmla="*/ 125 w 8"/>
                  <a:gd name="T3" fmla="*/ 402 h 22"/>
                  <a:gd name="T4" fmla="*/ 20 w 8"/>
                  <a:gd name="T5" fmla="*/ 5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2">
                    <a:moveTo>
                      <a:pt x="0" y="0"/>
                    </a:moveTo>
                    <a:cubicBezTo>
                      <a:pt x="3" y="6"/>
                      <a:pt x="8" y="15"/>
                      <a:pt x="8" y="21"/>
                    </a:cubicBezTo>
                    <a:cubicBezTo>
                      <a:pt x="4" y="22"/>
                      <a:pt x="2" y="6"/>
                      <a:pt x="1" y="3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7" name="Freeform 1707">
                <a:extLst>
                  <a:ext uri="{FF2B5EF4-FFF2-40B4-BE49-F238E27FC236}">
                    <a16:creationId xmlns:a16="http://schemas.microsoft.com/office/drawing/2014/main" id="{D5CA4EE9-AA27-4A68-9430-C9DBACDC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30"/>
                <a:ext cx="10" cy="40"/>
              </a:xfrm>
              <a:custGeom>
                <a:avLst/>
                <a:gdLst>
                  <a:gd name="T0" fmla="*/ 20 w 4"/>
                  <a:gd name="T1" fmla="*/ 21 h 15"/>
                  <a:gd name="T2" fmla="*/ 33 w 4"/>
                  <a:gd name="T3" fmla="*/ 285 h 15"/>
                  <a:gd name="T4" fmla="*/ 20 w 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5">
                    <a:moveTo>
                      <a:pt x="1" y="1"/>
                    </a:moveTo>
                    <a:cubicBezTo>
                      <a:pt x="2" y="5"/>
                      <a:pt x="4" y="13"/>
                      <a:pt x="2" y="15"/>
                    </a:cubicBezTo>
                    <a:cubicBezTo>
                      <a:pt x="0" y="11"/>
                      <a:pt x="2" y="5"/>
                      <a:pt x="1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8" name="Freeform 1708">
                <a:extLst>
                  <a:ext uri="{FF2B5EF4-FFF2-40B4-BE49-F238E27FC236}">
                    <a16:creationId xmlns:a16="http://schemas.microsoft.com/office/drawing/2014/main" id="{5255EFE2-1E4E-45BE-9F03-9FE020FFF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33"/>
                <a:ext cx="15" cy="56"/>
              </a:xfrm>
              <a:custGeom>
                <a:avLst/>
                <a:gdLst>
                  <a:gd name="T0" fmla="*/ 20 w 6"/>
                  <a:gd name="T1" fmla="*/ 0 h 21"/>
                  <a:gd name="T2" fmla="*/ 33 w 6"/>
                  <a:gd name="T3" fmla="*/ 397 h 21"/>
                  <a:gd name="T4" fmla="*/ 20 w 6"/>
                  <a:gd name="T5" fmla="*/ 248 h 21"/>
                  <a:gd name="T6" fmla="*/ 20 w 6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1">
                    <a:moveTo>
                      <a:pt x="1" y="0"/>
                    </a:moveTo>
                    <a:cubicBezTo>
                      <a:pt x="3" y="4"/>
                      <a:pt x="6" y="17"/>
                      <a:pt x="2" y="21"/>
                    </a:cubicBezTo>
                    <a:cubicBezTo>
                      <a:pt x="0" y="19"/>
                      <a:pt x="1" y="15"/>
                      <a:pt x="1" y="13"/>
                    </a:cubicBezTo>
                    <a:cubicBezTo>
                      <a:pt x="1" y="8"/>
                      <a:pt x="0" y="4"/>
                      <a:pt x="1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9" name="Freeform 1709">
                <a:extLst>
                  <a:ext uri="{FF2B5EF4-FFF2-40B4-BE49-F238E27FC236}">
                    <a16:creationId xmlns:a16="http://schemas.microsoft.com/office/drawing/2014/main" id="{8B61E54E-319B-40F1-B8DF-C60A5D78F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830"/>
                <a:ext cx="5" cy="24"/>
              </a:xfrm>
              <a:custGeom>
                <a:avLst/>
                <a:gdLst>
                  <a:gd name="T0" fmla="*/ 33 w 2"/>
                  <a:gd name="T1" fmla="*/ 35 h 9"/>
                  <a:gd name="T2" fmla="*/ 33 w 2"/>
                  <a:gd name="T3" fmla="*/ 171 h 9"/>
                  <a:gd name="T4" fmla="*/ 20 w 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9">
                    <a:moveTo>
                      <a:pt x="2" y="2"/>
                    </a:moveTo>
                    <a:cubicBezTo>
                      <a:pt x="1" y="4"/>
                      <a:pt x="2" y="6"/>
                      <a:pt x="2" y="9"/>
                    </a:cubicBezTo>
                    <a:cubicBezTo>
                      <a:pt x="1" y="6"/>
                      <a:pt x="0" y="3"/>
                      <a:pt x="1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0" name="Freeform 1710">
                <a:extLst>
                  <a:ext uri="{FF2B5EF4-FFF2-40B4-BE49-F238E27FC236}">
                    <a16:creationId xmlns:a16="http://schemas.microsoft.com/office/drawing/2014/main" id="{75482FE0-A340-4BA4-B123-5EE7FBB07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833"/>
                <a:ext cx="17" cy="42"/>
              </a:xfrm>
              <a:custGeom>
                <a:avLst/>
                <a:gdLst>
                  <a:gd name="T0" fmla="*/ 87 w 7"/>
                  <a:gd name="T1" fmla="*/ 21 h 16"/>
                  <a:gd name="T2" fmla="*/ 41 w 7"/>
                  <a:gd name="T3" fmla="*/ 289 h 16"/>
                  <a:gd name="T4" fmla="*/ 70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6" y="1"/>
                    </a:moveTo>
                    <a:cubicBezTo>
                      <a:pt x="5" y="4"/>
                      <a:pt x="7" y="14"/>
                      <a:pt x="3" y="16"/>
                    </a:cubicBezTo>
                    <a:cubicBezTo>
                      <a:pt x="0" y="14"/>
                      <a:pt x="5" y="4"/>
                      <a:pt x="5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1" name="Freeform 1711">
                <a:extLst>
                  <a:ext uri="{FF2B5EF4-FFF2-40B4-BE49-F238E27FC236}">
                    <a16:creationId xmlns:a16="http://schemas.microsoft.com/office/drawing/2014/main" id="{BCE626AD-8312-4A8A-B61F-7D22DB396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838"/>
                <a:ext cx="20" cy="40"/>
              </a:xfrm>
              <a:custGeom>
                <a:avLst/>
                <a:gdLst>
                  <a:gd name="T0" fmla="*/ 125 w 8"/>
                  <a:gd name="T1" fmla="*/ 0 h 15"/>
                  <a:gd name="T2" fmla="*/ 20 w 8"/>
                  <a:gd name="T3" fmla="*/ 285 h 15"/>
                  <a:gd name="T4" fmla="*/ 113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7" y="4"/>
                      <a:pt x="5" y="12"/>
                      <a:pt x="1" y="15"/>
                    </a:cubicBezTo>
                    <a:cubicBezTo>
                      <a:pt x="0" y="11"/>
                      <a:pt x="5" y="3"/>
                      <a:pt x="7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2" name="Freeform 1712">
                <a:extLst>
                  <a:ext uri="{FF2B5EF4-FFF2-40B4-BE49-F238E27FC236}">
                    <a16:creationId xmlns:a16="http://schemas.microsoft.com/office/drawing/2014/main" id="{4B27EC66-DD3E-42D9-8D29-02F0842E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830"/>
                <a:ext cx="28" cy="27"/>
              </a:xfrm>
              <a:custGeom>
                <a:avLst/>
                <a:gdLst>
                  <a:gd name="T0" fmla="*/ 181 w 11"/>
                  <a:gd name="T1" fmla="*/ 22 h 10"/>
                  <a:gd name="T2" fmla="*/ 20 w 11"/>
                  <a:gd name="T3" fmla="*/ 197 h 10"/>
                  <a:gd name="T4" fmla="*/ 181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1"/>
                    </a:moveTo>
                    <a:cubicBezTo>
                      <a:pt x="9" y="4"/>
                      <a:pt x="6" y="9"/>
                      <a:pt x="1" y="10"/>
                    </a:cubicBezTo>
                    <a:cubicBezTo>
                      <a:pt x="0" y="7"/>
                      <a:pt x="8" y="2"/>
                      <a:pt x="11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3" name="Freeform 1713">
                <a:extLst>
                  <a:ext uri="{FF2B5EF4-FFF2-40B4-BE49-F238E27FC236}">
                    <a16:creationId xmlns:a16="http://schemas.microsoft.com/office/drawing/2014/main" id="{907196F9-8D3F-485F-9B74-C4FD66B53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825"/>
                <a:ext cx="22" cy="10"/>
              </a:xfrm>
              <a:custGeom>
                <a:avLst/>
                <a:gdLst>
                  <a:gd name="T0" fmla="*/ 120 w 9"/>
                  <a:gd name="T1" fmla="*/ 0 h 4"/>
                  <a:gd name="T2" fmla="*/ 0 w 9"/>
                  <a:gd name="T3" fmla="*/ 63 h 4"/>
                  <a:gd name="T4" fmla="*/ 132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8" y="0"/>
                    </a:moveTo>
                    <a:cubicBezTo>
                      <a:pt x="6" y="0"/>
                      <a:pt x="2" y="2"/>
                      <a:pt x="0" y="4"/>
                    </a:cubicBezTo>
                    <a:cubicBezTo>
                      <a:pt x="3" y="3"/>
                      <a:pt x="8" y="2"/>
                      <a:pt x="9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4" name="Freeform 1714">
                <a:extLst>
                  <a:ext uri="{FF2B5EF4-FFF2-40B4-BE49-F238E27FC236}">
                    <a16:creationId xmlns:a16="http://schemas.microsoft.com/office/drawing/2014/main" id="{38C86BB5-75D9-45CF-B375-3D4741963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811"/>
                <a:ext cx="35" cy="11"/>
              </a:xfrm>
              <a:custGeom>
                <a:avLst/>
                <a:gdLst>
                  <a:gd name="T0" fmla="*/ 208 w 14"/>
                  <a:gd name="T1" fmla="*/ 0 h 4"/>
                  <a:gd name="T2" fmla="*/ 0 w 14"/>
                  <a:gd name="T3" fmla="*/ 61 h 4"/>
                  <a:gd name="T4" fmla="*/ 220 w 1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0"/>
                    </a:moveTo>
                    <a:cubicBezTo>
                      <a:pt x="9" y="0"/>
                      <a:pt x="4" y="1"/>
                      <a:pt x="0" y="3"/>
                    </a:cubicBezTo>
                    <a:cubicBezTo>
                      <a:pt x="5" y="3"/>
                      <a:pt x="10" y="4"/>
                      <a:pt x="14" y="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5" name="Freeform 1715">
                <a:extLst>
                  <a:ext uri="{FF2B5EF4-FFF2-40B4-BE49-F238E27FC236}">
                    <a16:creationId xmlns:a16="http://schemas.microsoft.com/office/drawing/2014/main" id="{8841AF6B-56F5-4B33-B633-85B7FE43F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798"/>
                <a:ext cx="28" cy="5"/>
              </a:xfrm>
              <a:custGeom>
                <a:avLst/>
                <a:gdLst>
                  <a:gd name="T0" fmla="*/ 0 w 11"/>
                  <a:gd name="T1" fmla="*/ 0 h 2"/>
                  <a:gd name="T2" fmla="*/ 181 w 11"/>
                  <a:gd name="T3" fmla="*/ 20 h 2"/>
                  <a:gd name="T4" fmla="*/ 20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3" y="1"/>
                      <a:pt x="8" y="2"/>
                      <a:pt x="11" y="1"/>
                    </a:cubicBezTo>
                    <a:cubicBezTo>
                      <a:pt x="8" y="0"/>
                      <a:pt x="4" y="0"/>
                      <a:pt x="1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6" name="Freeform 1716">
                <a:extLst>
                  <a:ext uri="{FF2B5EF4-FFF2-40B4-BE49-F238E27FC236}">
                    <a16:creationId xmlns:a16="http://schemas.microsoft.com/office/drawing/2014/main" id="{12269FA7-E9FE-4132-82E8-A08DA2892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771"/>
                <a:ext cx="28" cy="16"/>
              </a:xfrm>
              <a:custGeom>
                <a:avLst/>
                <a:gdLst>
                  <a:gd name="T0" fmla="*/ 0 w 11"/>
                  <a:gd name="T1" fmla="*/ 21 h 6"/>
                  <a:gd name="T2" fmla="*/ 181 w 11"/>
                  <a:gd name="T3" fmla="*/ 115 h 6"/>
                  <a:gd name="T4" fmla="*/ 0 w 1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3" y="2"/>
                      <a:pt x="6" y="6"/>
                      <a:pt x="11" y="6"/>
                    </a:cubicBezTo>
                    <a:cubicBezTo>
                      <a:pt x="10" y="4"/>
                      <a:pt x="3" y="2"/>
                      <a:pt x="0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7" name="Freeform 1717">
                <a:extLst>
                  <a:ext uri="{FF2B5EF4-FFF2-40B4-BE49-F238E27FC236}">
                    <a16:creationId xmlns:a16="http://schemas.microsoft.com/office/drawing/2014/main" id="{7FAC6264-5C45-491A-B8C6-89D9B2EF2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55"/>
                <a:ext cx="15" cy="16"/>
              </a:xfrm>
              <a:custGeom>
                <a:avLst/>
                <a:gdLst>
                  <a:gd name="T0" fmla="*/ 95 w 6"/>
                  <a:gd name="T1" fmla="*/ 115 h 6"/>
                  <a:gd name="T2" fmla="*/ 0 w 6"/>
                  <a:gd name="T3" fmla="*/ 0 h 6"/>
                  <a:gd name="T4" fmla="*/ 95 w 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5" y="4"/>
                      <a:pt x="2" y="0"/>
                      <a:pt x="0" y="0"/>
                    </a:cubicBezTo>
                    <a:cubicBezTo>
                      <a:pt x="2" y="2"/>
                      <a:pt x="4" y="4"/>
                      <a:pt x="6" y="6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8" name="Freeform 1718">
                <a:extLst>
                  <a:ext uri="{FF2B5EF4-FFF2-40B4-BE49-F238E27FC236}">
                    <a16:creationId xmlns:a16="http://schemas.microsoft.com/office/drawing/2014/main" id="{4D574E10-E05E-4589-BBB0-CF950B226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742"/>
                <a:ext cx="7" cy="21"/>
              </a:xfrm>
              <a:custGeom>
                <a:avLst/>
                <a:gdLst>
                  <a:gd name="T0" fmla="*/ 28 w 3"/>
                  <a:gd name="T1" fmla="*/ 144 h 8"/>
                  <a:gd name="T2" fmla="*/ 12 w 3"/>
                  <a:gd name="T3" fmla="*/ 0 h 8"/>
                  <a:gd name="T4" fmla="*/ 28 w 3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2" y="5"/>
                      <a:pt x="3" y="1"/>
                      <a:pt x="1" y="0"/>
                    </a:cubicBezTo>
                    <a:cubicBezTo>
                      <a:pt x="0" y="2"/>
                      <a:pt x="2" y="5"/>
                      <a:pt x="2" y="8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9" name="Freeform 1719">
                <a:extLst>
                  <a:ext uri="{FF2B5EF4-FFF2-40B4-BE49-F238E27FC236}">
                    <a16:creationId xmlns:a16="http://schemas.microsoft.com/office/drawing/2014/main" id="{FEE60870-1FB3-4F13-BF2B-8F974340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739"/>
                <a:ext cx="10" cy="27"/>
              </a:xfrm>
              <a:custGeom>
                <a:avLst/>
                <a:gdLst>
                  <a:gd name="T0" fmla="*/ 63 w 4"/>
                  <a:gd name="T1" fmla="*/ 176 h 10"/>
                  <a:gd name="T2" fmla="*/ 0 w 4"/>
                  <a:gd name="T3" fmla="*/ 0 h 10"/>
                  <a:gd name="T4" fmla="*/ 50 w 4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9"/>
                    </a:moveTo>
                    <a:cubicBezTo>
                      <a:pt x="3" y="7"/>
                      <a:pt x="4" y="0"/>
                      <a:pt x="0" y="0"/>
                    </a:cubicBezTo>
                    <a:cubicBezTo>
                      <a:pt x="1" y="3"/>
                      <a:pt x="2" y="7"/>
                      <a:pt x="3" y="1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0" name="Freeform 1720">
                <a:extLst>
                  <a:ext uri="{FF2B5EF4-FFF2-40B4-BE49-F238E27FC236}">
                    <a16:creationId xmlns:a16="http://schemas.microsoft.com/office/drawing/2014/main" id="{8AB9A9A6-1D1E-4AD4-A0FA-7699217CF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787"/>
                <a:ext cx="45" cy="14"/>
              </a:xfrm>
              <a:custGeom>
                <a:avLst/>
                <a:gdLst>
                  <a:gd name="T0" fmla="*/ 0 w 18"/>
                  <a:gd name="T1" fmla="*/ 22 h 5"/>
                  <a:gd name="T2" fmla="*/ 283 w 18"/>
                  <a:gd name="T3" fmla="*/ 62 h 5"/>
                  <a:gd name="T4" fmla="*/ 33 w 18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0" y="1"/>
                    </a:moveTo>
                    <a:cubicBezTo>
                      <a:pt x="6" y="1"/>
                      <a:pt x="12" y="5"/>
                      <a:pt x="18" y="3"/>
                    </a:cubicBezTo>
                    <a:cubicBezTo>
                      <a:pt x="16" y="0"/>
                      <a:pt x="5" y="1"/>
                      <a:pt x="2" y="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1" name="Freeform 1721">
                <a:extLst>
                  <a:ext uri="{FF2B5EF4-FFF2-40B4-BE49-F238E27FC236}">
                    <a16:creationId xmlns:a16="http://schemas.microsoft.com/office/drawing/2014/main" id="{32230BDA-B92E-46B8-BB44-18BF2D255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769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34 h 5"/>
                  <a:gd name="T4" fmla="*/ 0 w 12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4"/>
                      <a:pt x="12" y="2"/>
                    </a:cubicBezTo>
                    <a:cubicBezTo>
                      <a:pt x="9" y="0"/>
                      <a:pt x="3" y="5"/>
                      <a:pt x="0" y="5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2" name="Freeform 1722">
                <a:extLst>
                  <a:ext uri="{FF2B5EF4-FFF2-40B4-BE49-F238E27FC236}">
                    <a16:creationId xmlns:a16="http://schemas.microsoft.com/office/drawing/2014/main" id="{2652936E-C007-49C9-BD78-01B5CDCD8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755"/>
                <a:ext cx="20" cy="16"/>
              </a:xfrm>
              <a:custGeom>
                <a:avLst/>
                <a:gdLst>
                  <a:gd name="T0" fmla="*/ 0 w 8"/>
                  <a:gd name="T1" fmla="*/ 115 h 6"/>
                  <a:gd name="T2" fmla="*/ 125 w 8"/>
                  <a:gd name="T3" fmla="*/ 0 h 6"/>
                  <a:gd name="T4" fmla="*/ 0 w 8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8" y="3"/>
                      <a:pt x="8" y="0"/>
                    </a:cubicBezTo>
                    <a:cubicBezTo>
                      <a:pt x="5" y="0"/>
                      <a:pt x="2" y="4"/>
                      <a:pt x="0" y="6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3" name="Freeform 1723">
                <a:extLst>
                  <a:ext uri="{FF2B5EF4-FFF2-40B4-BE49-F238E27FC236}">
                    <a16:creationId xmlns:a16="http://schemas.microsoft.com/office/drawing/2014/main" id="{07D015B3-A34A-4A5B-88CF-646C74C4A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819"/>
                <a:ext cx="18" cy="27"/>
              </a:xfrm>
              <a:custGeom>
                <a:avLst/>
                <a:gdLst>
                  <a:gd name="T0" fmla="*/ 0 w 7"/>
                  <a:gd name="T1" fmla="*/ 0 h 10"/>
                  <a:gd name="T2" fmla="*/ 100 w 7"/>
                  <a:gd name="T3" fmla="*/ 176 h 10"/>
                  <a:gd name="T4" fmla="*/ 21 w 7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0" y="2"/>
                      <a:pt x="4" y="10"/>
                      <a:pt x="6" y="9"/>
                    </a:cubicBezTo>
                    <a:cubicBezTo>
                      <a:pt x="7" y="8"/>
                      <a:pt x="2" y="2"/>
                      <a:pt x="1" y="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4" name="Freeform 1724">
                <a:extLst>
                  <a:ext uri="{FF2B5EF4-FFF2-40B4-BE49-F238E27FC236}">
                    <a16:creationId xmlns:a16="http://schemas.microsoft.com/office/drawing/2014/main" id="{DA1BEB8E-8375-4FBC-A712-3DBD6ECC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17"/>
                <a:ext cx="23" cy="21"/>
              </a:xfrm>
              <a:custGeom>
                <a:avLst/>
                <a:gdLst>
                  <a:gd name="T0" fmla="*/ 0 w 9"/>
                  <a:gd name="T1" fmla="*/ 0 h 8"/>
                  <a:gd name="T2" fmla="*/ 151 w 9"/>
                  <a:gd name="T3" fmla="*/ 144 h 8"/>
                  <a:gd name="T4" fmla="*/ 0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2" y="2"/>
                      <a:pt x="5" y="8"/>
                      <a:pt x="9" y="8"/>
                    </a:cubicBezTo>
                    <a:cubicBezTo>
                      <a:pt x="8" y="5"/>
                      <a:pt x="2" y="2"/>
                      <a:pt x="0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5" name="Freeform 1725">
                <a:extLst>
                  <a:ext uri="{FF2B5EF4-FFF2-40B4-BE49-F238E27FC236}">
                    <a16:creationId xmlns:a16="http://schemas.microsoft.com/office/drawing/2014/main" id="{1287F425-A820-49A2-8AEA-5D88AD8F6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803"/>
                <a:ext cx="32" cy="22"/>
              </a:xfrm>
              <a:custGeom>
                <a:avLst/>
                <a:gdLst>
                  <a:gd name="T0" fmla="*/ 12 w 13"/>
                  <a:gd name="T1" fmla="*/ 47 h 8"/>
                  <a:gd name="T2" fmla="*/ 162 w 13"/>
                  <a:gd name="T3" fmla="*/ 129 h 8"/>
                  <a:gd name="T4" fmla="*/ 0 w 1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" y="2"/>
                    </a:moveTo>
                    <a:cubicBezTo>
                      <a:pt x="3" y="2"/>
                      <a:pt x="10" y="8"/>
                      <a:pt x="11" y="6"/>
                    </a:cubicBezTo>
                    <a:cubicBezTo>
                      <a:pt x="13" y="4"/>
                      <a:pt x="2" y="1"/>
                      <a:pt x="0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6" name="Freeform 1726">
                <a:extLst>
                  <a:ext uri="{FF2B5EF4-FFF2-40B4-BE49-F238E27FC236}">
                    <a16:creationId xmlns:a16="http://schemas.microsoft.com/office/drawing/2014/main" id="{8C0BE78F-4F10-4B9F-982D-BAAA04CC8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782"/>
                <a:ext cx="20" cy="11"/>
              </a:xfrm>
              <a:custGeom>
                <a:avLst/>
                <a:gdLst>
                  <a:gd name="T0" fmla="*/ 125 w 8"/>
                  <a:gd name="T1" fmla="*/ 83 h 4"/>
                  <a:gd name="T2" fmla="*/ 0 w 8"/>
                  <a:gd name="T3" fmla="*/ 22 h 4"/>
                  <a:gd name="T4" fmla="*/ 125 w 8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5" y="3"/>
                      <a:pt x="1" y="3"/>
                      <a:pt x="0" y="1"/>
                    </a:cubicBezTo>
                    <a:cubicBezTo>
                      <a:pt x="3" y="0"/>
                      <a:pt x="6" y="3"/>
                      <a:pt x="8" y="3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7" name="Freeform 1727">
                <a:extLst>
                  <a:ext uri="{FF2B5EF4-FFF2-40B4-BE49-F238E27FC236}">
                    <a16:creationId xmlns:a16="http://schemas.microsoft.com/office/drawing/2014/main" id="{C74251BC-C56A-4C60-812E-DEFD14A6D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865"/>
                <a:ext cx="10" cy="18"/>
              </a:xfrm>
              <a:custGeom>
                <a:avLst/>
                <a:gdLst>
                  <a:gd name="T0" fmla="*/ 50 w 4"/>
                  <a:gd name="T1" fmla="*/ 21 h 7"/>
                  <a:gd name="T2" fmla="*/ 50 w 4"/>
                  <a:gd name="T3" fmla="*/ 118 h 7"/>
                  <a:gd name="T4" fmla="*/ 5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4" y="3"/>
                      <a:pt x="3" y="5"/>
                      <a:pt x="3" y="7"/>
                    </a:cubicBezTo>
                    <a:cubicBezTo>
                      <a:pt x="0" y="6"/>
                      <a:pt x="2" y="2"/>
                      <a:pt x="3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8" name="Freeform 1728">
                <a:extLst>
                  <a:ext uri="{FF2B5EF4-FFF2-40B4-BE49-F238E27FC236}">
                    <a16:creationId xmlns:a16="http://schemas.microsoft.com/office/drawing/2014/main" id="{AD0473B0-0F64-4EB3-976D-B1913CD2D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841"/>
                <a:ext cx="10" cy="32"/>
              </a:xfrm>
              <a:custGeom>
                <a:avLst/>
                <a:gdLst>
                  <a:gd name="T0" fmla="*/ 50 w 4"/>
                  <a:gd name="T1" fmla="*/ 227 h 12"/>
                  <a:gd name="T2" fmla="*/ 0 w 4"/>
                  <a:gd name="T3" fmla="*/ 0 h 12"/>
                  <a:gd name="T4" fmla="*/ 33 w 4"/>
                  <a:gd name="T5" fmla="*/ 93 h 12"/>
                  <a:gd name="T6" fmla="*/ 50 w 4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3" y="12"/>
                    </a:moveTo>
                    <a:cubicBezTo>
                      <a:pt x="4" y="9"/>
                      <a:pt x="3" y="1"/>
                      <a:pt x="0" y="0"/>
                    </a:cubicBezTo>
                    <a:cubicBezTo>
                      <a:pt x="1" y="1"/>
                      <a:pt x="1" y="3"/>
                      <a:pt x="2" y="5"/>
                    </a:cubicBezTo>
                    <a:cubicBezTo>
                      <a:pt x="3" y="8"/>
                      <a:pt x="4" y="9"/>
                      <a:pt x="3" y="12"/>
                    </a:cubicBezTo>
                  </a:path>
                </a:pathLst>
              </a:custGeom>
              <a:solidFill>
                <a:srgbClr val="D9E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9" name="Freeform 1729">
                <a:extLst>
                  <a:ext uri="{FF2B5EF4-FFF2-40B4-BE49-F238E27FC236}">
                    <a16:creationId xmlns:a16="http://schemas.microsoft.com/office/drawing/2014/main" id="{AEBDF3CF-A00D-4B95-92B7-0C4B49571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851"/>
                <a:ext cx="7" cy="32"/>
              </a:xfrm>
              <a:custGeom>
                <a:avLst/>
                <a:gdLst>
                  <a:gd name="T0" fmla="*/ 12 w 3"/>
                  <a:gd name="T1" fmla="*/ 227 h 12"/>
                  <a:gd name="T2" fmla="*/ 12 w 3"/>
                  <a:gd name="T3" fmla="*/ 0 h 12"/>
                  <a:gd name="T4" fmla="*/ 0 w 3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9"/>
                      <a:pt x="3" y="4"/>
                      <a:pt x="1" y="0"/>
                    </a:cubicBezTo>
                    <a:cubicBezTo>
                      <a:pt x="0" y="4"/>
                      <a:pt x="2" y="8"/>
                      <a:pt x="0" y="12"/>
                    </a:cubicBezTo>
                  </a:path>
                </a:pathLst>
              </a:custGeom>
              <a:solidFill>
                <a:srgbClr val="D9E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0" name="Freeform 1730">
                <a:extLst>
                  <a:ext uri="{FF2B5EF4-FFF2-40B4-BE49-F238E27FC236}">
                    <a16:creationId xmlns:a16="http://schemas.microsoft.com/office/drawing/2014/main" id="{22B45889-2F82-490F-B255-FB431097F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809"/>
                <a:ext cx="15" cy="10"/>
              </a:xfrm>
              <a:custGeom>
                <a:avLst/>
                <a:gdLst>
                  <a:gd name="T0" fmla="*/ 95 w 6"/>
                  <a:gd name="T1" fmla="*/ 63 h 4"/>
                  <a:gd name="T2" fmla="*/ 0 w 6"/>
                  <a:gd name="T3" fmla="*/ 0 h 4"/>
                  <a:gd name="T4" fmla="*/ 95 w 6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1" name="Freeform 1731">
                <a:extLst>
                  <a:ext uri="{FF2B5EF4-FFF2-40B4-BE49-F238E27FC236}">
                    <a16:creationId xmlns:a16="http://schemas.microsoft.com/office/drawing/2014/main" id="{175654C5-E93D-4E65-BA27-9E800BCFF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838"/>
                <a:ext cx="15" cy="16"/>
              </a:xfrm>
              <a:custGeom>
                <a:avLst/>
                <a:gdLst>
                  <a:gd name="T0" fmla="*/ 95 w 6"/>
                  <a:gd name="T1" fmla="*/ 0 h 6"/>
                  <a:gd name="T2" fmla="*/ 0 w 6"/>
                  <a:gd name="T3" fmla="*/ 115 h 6"/>
                  <a:gd name="T4" fmla="*/ 0 w 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2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2" name="Freeform 1732">
                <a:extLst>
                  <a:ext uri="{FF2B5EF4-FFF2-40B4-BE49-F238E27FC236}">
                    <a16:creationId xmlns:a16="http://schemas.microsoft.com/office/drawing/2014/main" id="{26ACAF09-908E-4EA2-8045-B4D1195BD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46"/>
                <a:ext cx="10" cy="27"/>
              </a:xfrm>
              <a:custGeom>
                <a:avLst/>
                <a:gdLst>
                  <a:gd name="T0" fmla="*/ 0 w 4"/>
                  <a:gd name="T1" fmla="*/ 197 h 10"/>
                  <a:gd name="T2" fmla="*/ 63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2" y="7"/>
                      <a:pt x="3" y="3"/>
                      <a:pt x="4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3" name="Freeform 1733">
                <a:extLst>
                  <a:ext uri="{FF2B5EF4-FFF2-40B4-BE49-F238E27FC236}">
                    <a16:creationId xmlns:a16="http://schemas.microsoft.com/office/drawing/2014/main" id="{5D712B1F-8E1D-4A96-8E1C-437F2DD8D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46"/>
                <a:ext cx="2" cy="24"/>
              </a:xfrm>
              <a:custGeom>
                <a:avLst/>
                <a:gdLst>
                  <a:gd name="T0" fmla="*/ 0 w 1"/>
                  <a:gd name="T1" fmla="*/ 171 h 9"/>
                  <a:gd name="T2" fmla="*/ 8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7"/>
                      <a:pt x="1" y="3"/>
                      <a:pt x="1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4" name="Freeform 1734">
                <a:extLst>
                  <a:ext uri="{FF2B5EF4-FFF2-40B4-BE49-F238E27FC236}">
                    <a16:creationId xmlns:a16="http://schemas.microsoft.com/office/drawing/2014/main" id="{8889224B-C80A-47F1-9D68-BC2850125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830"/>
                <a:ext cx="10" cy="3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1"/>
                      <a:pt x="2" y="1"/>
                      <a:pt x="0" y="1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5" name="Freeform 1735">
                <a:extLst>
                  <a:ext uri="{FF2B5EF4-FFF2-40B4-BE49-F238E27FC236}">
                    <a16:creationId xmlns:a16="http://schemas.microsoft.com/office/drawing/2014/main" id="{30549F8B-90EA-48C0-A702-6F2CD71DD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817"/>
                <a:ext cx="23" cy="5"/>
              </a:xfrm>
              <a:custGeom>
                <a:avLst/>
                <a:gdLst>
                  <a:gd name="T0" fmla="*/ 151 w 9"/>
                  <a:gd name="T1" fmla="*/ 0 h 2"/>
                  <a:gd name="T2" fmla="*/ 0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7" y="2"/>
                      <a:pt x="3" y="2"/>
                      <a:pt x="0" y="2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6" name="Freeform 1736">
                <a:extLst>
                  <a:ext uri="{FF2B5EF4-FFF2-40B4-BE49-F238E27FC236}">
                    <a16:creationId xmlns:a16="http://schemas.microsoft.com/office/drawing/2014/main" id="{7E5AB05B-7BC1-4180-A223-2310F781C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801"/>
                <a:ext cx="18" cy="5"/>
              </a:xfrm>
              <a:custGeom>
                <a:avLst/>
                <a:gdLst>
                  <a:gd name="T0" fmla="*/ 118 w 7"/>
                  <a:gd name="T1" fmla="*/ 0 h 2"/>
                  <a:gd name="T2" fmla="*/ 0 w 7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4" y="2"/>
                      <a:pt x="0" y="1"/>
                      <a:pt x="0" y="1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7" name="Freeform 1737">
                <a:extLst>
                  <a:ext uri="{FF2B5EF4-FFF2-40B4-BE49-F238E27FC236}">
                    <a16:creationId xmlns:a16="http://schemas.microsoft.com/office/drawing/2014/main" id="{C0A9C55F-6BE3-46D7-B37E-DAFB5BC0A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777"/>
                <a:ext cx="20" cy="10"/>
              </a:xfrm>
              <a:custGeom>
                <a:avLst/>
                <a:gdLst>
                  <a:gd name="T0" fmla="*/ 125 w 8"/>
                  <a:gd name="T1" fmla="*/ 63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4" y="3"/>
                      <a:pt x="1" y="1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8" name="Freeform 1738">
                <a:extLst>
                  <a:ext uri="{FF2B5EF4-FFF2-40B4-BE49-F238E27FC236}">
                    <a16:creationId xmlns:a16="http://schemas.microsoft.com/office/drawing/2014/main" id="{EF5CE248-48F0-4B66-BD33-9CA984D59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42"/>
                <a:ext cx="8" cy="16"/>
              </a:xfrm>
              <a:custGeom>
                <a:avLst/>
                <a:gdLst>
                  <a:gd name="T0" fmla="*/ 56 w 3"/>
                  <a:gd name="T1" fmla="*/ 115 h 6"/>
                  <a:gd name="T2" fmla="*/ 0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9" name="Freeform 1739">
                <a:extLst>
                  <a:ext uri="{FF2B5EF4-FFF2-40B4-BE49-F238E27FC236}">
                    <a16:creationId xmlns:a16="http://schemas.microsoft.com/office/drawing/2014/main" id="{52F90F8D-32B5-4F5B-A8AE-6977A66D6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726"/>
                <a:ext cx="5" cy="19"/>
              </a:xfrm>
              <a:custGeom>
                <a:avLst/>
                <a:gdLst>
                  <a:gd name="T0" fmla="*/ 33 w 2"/>
                  <a:gd name="T1" fmla="*/ 141 h 7"/>
                  <a:gd name="T2" fmla="*/ 0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7"/>
                    </a:moveTo>
                    <a:cubicBezTo>
                      <a:pt x="1" y="2"/>
                      <a:pt x="2" y="2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0" name="Freeform 1740">
                <a:extLst>
                  <a:ext uri="{FF2B5EF4-FFF2-40B4-BE49-F238E27FC236}">
                    <a16:creationId xmlns:a16="http://schemas.microsoft.com/office/drawing/2014/main" id="{BB682868-9CFF-4360-8EF2-C2940FC88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39"/>
                <a:ext cx="13" cy="24"/>
              </a:xfrm>
              <a:custGeom>
                <a:avLst/>
                <a:gdLst>
                  <a:gd name="T0" fmla="*/ 0 w 5"/>
                  <a:gd name="T1" fmla="*/ 171 h 9"/>
                  <a:gd name="T2" fmla="*/ 88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2" y="7"/>
                      <a:pt x="5" y="5"/>
                      <a:pt x="5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1" name="Freeform 1741">
                <a:extLst>
                  <a:ext uri="{FF2B5EF4-FFF2-40B4-BE49-F238E27FC236}">
                    <a16:creationId xmlns:a16="http://schemas.microsoft.com/office/drawing/2014/main" id="{E6FD22F8-1426-4115-BA3B-518F88899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758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2" name="Freeform 1742">
                <a:extLst>
                  <a:ext uri="{FF2B5EF4-FFF2-40B4-BE49-F238E27FC236}">
                    <a16:creationId xmlns:a16="http://schemas.microsoft.com/office/drawing/2014/main" id="{16B467B7-6D6A-4A65-B8D7-91C1E3CB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93"/>
                <a:ext cx="25" cy="5"/>
              </a:xfrm>
              <a:custGeom>
                <a:avLst/>
                <a:gdLst>
                  <a:gd name="T0" fmla="*/ 158 w 10"/>
                  <a:gd name="T1" fmla="*/ 20 h 2"/>
                  <a:gd name="T2" fmla="*/ 0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3" name="Freeform 1743">
                <a:extLst>
                  <a:ext uri="{FF2B5EF4-FFF2-40B4-BE49-F238E27FC236}">
                    <a16:creationId xmlns:a16="http://schemas.microsoft.com/office/drawing/2014/main" id="{C507209C-C701-4A5A-A392-E2872AD18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721"/>
                <a:ext cx="10" cy="26"/>
              </a:xfrm>
              <a:custGeom>
                <a:avLst/>
                <a:gdLst>
                  <a:gd name="T0" fmla="*/ 63 w 4"/>
                  <a:gd name="T1" fmla="*/ 177 h 10"/>
                  <a:gd name="T2" fmla="*/ 50 w 4"/>
                  <a:gd name="T3" fmla="*/ 68 h 10"/>
                  <a:gd name="T4" fmla="*/ 50 w 4"/>
                  <a:gd name="T5" fmla="*/ 34 h 10"/>
                  <a:gd name="T6" fmla="*/ 50 w 4"/>
                  <a:gd name="T7" fmla="*/ 0 h 10"/>
                  <a:gd name="T8" fmla="*/ 0 w 4"/>
                  <a:gd name="T9" fmla="*/ 21 h 10"/>
                  <a:gd name="T10" fmla="*/ 20 w 4"/>
                  <a:gd name="T11" fmla="*/ 34 h 10"/>
                  <a:gd name="T12" fmla="*/ 33 w 4"/>
                  <a:gd name="T13" fmla="*/ 88 h 10"/>
                  <a:gd name="T14" fmla="*/ 63 w 4"/>
                  <a:gd name="T15" fmla="*/ 177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3" y="8"/>
                      <a:pt x="3" y="6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4" y="1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7"/>
                      <a:pt x="3" y="9"/>
                      <a:pt x="4" y="1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4" name="Freeform 1744">
                <a:extLst>
                  <a:ext uri="{FF2B5EF4-FFF2-40B4-BE49-F238E27FC236}">
                    <a16:creationId xmlns:a16="http://schemas.microsoft.com/office/drawing/2014/main" id="{7ECE4F26-06EF-4826-BAC9-E3DCCA05F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29"/>
                <a:ext cx="12" cy="37"/>
              </a:xfrm>
              <a:custGeom>
                <a:avLst/>
                <a:gdLst>
                  <a:gd name="T0" fmla="*/ 70 w 5"/>
                  <a:gd name="T1" fmla="*/ 259 h 14"/>
                  <a:gd name="T2" fmla="*/ 41 w 5"/>
                  <a:gd name="T3" fmla="*/ 132 h 14"/>
                  <a:gd name="T4" fmla="*/ 58 w 5"/>
                  <a:gd name="T5" fmla="*/ 0 h 14"/>
                  <a:gd name="T6" fmla="*/ 12 w 5"/>
                  <a:gd name="T7" fmla="*/ 34 h 14"/>
                  <a:gd name="T8" fmla="*/ 0 w 5"/>
                  <a:gd name="T9" fmla="*/ 56 h 14"/>
                  <a:gd name="T10" fmla="*/ 29 w 5"/>
                  <a:gd name="T11" fmla="*/ 132 h 14"/>
                  <a:gd name="T12" fmla="*/ 70 w 5"/>
                  <a:gd name="T13" fmla="*/ 23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4" y="11"/>
                      <a:pt x="4" y="9"/>
                      <a:pt x="3" y="7"/>
                    </a:cubicBezTo>
                    <a:cubicBezTo>
                      <a:pt x="3" y="5"/>
                      <a:pt x="2" y="2"/>
                      <a:pt x="4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2" y="5"/>
                      <a:pt x="2" y="7"/>
                    </a:cubicBezTo>
                    <a:cubicBezTo>
                      <a:pt x="3" y="9"/>
                      <a:pt x="4" y="11"/>
                      <a:pt x="5" y="13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5" name="Freeform 1745">
                <a:extLst>
                  <a:ext uri="{FF2B5EF4-FFF2-40B4-BE49-F238E27FC236}">
                    <a16:creationId xmlns:a16="http://schemas.microsoft.com/office/drawing/2014/main" id="{CCDE5B8D-D22F-43AD-AC3A-C5CD559AF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23"/>
                <a:ext cx="15" cy="27"/>
              </a:xfrm>
              <a:custGeom>
                <a:avLst/>
                <a:gdLst>
                  <a:gd name="T0" fmla="*/ 50 w 6"/>
                  <a:gd name="T1" fmla="*/ 176 h 10"/>
                  <a:gd name="T2" fmla="*/ 95 w 6"/>
                  <a:gd name="T3" fmla="*/ 22 h 10"/>
                  <a:gd name="T4" fmla="*/ 33 w 6"/>
                  <a:gd name="T5" fmla="*/ 38 h 10"/>
                  <a:gd name="T6" fmla="*/ 0 w 6"/>
                  <a:gd name="T7" fmla="*/ 59 h 10"/>
                  <a:gd name="T8" fmla="*/ 33 w 6"/>
                  <a:gd name="T9" fmla="*/ 116 h 10"/>
                  <a:gd name="T10" fmla="*/ 50 w 6"/>
                  <a:gd name="T11" fmla="*/ 19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3" y="9"/>
                    </a:moveTo>
                    <a:cubicBezTo>
                      <a:pt x="3" y="7"/>
                      <a:pt x="3" y="0"/>
                      <a:pt x="6" y="1"/>
                    </a:cubicBezTo>
                    <a:cubicBezTo>
                      <a:pt x="5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2" y="7"/>
                      <a:pt x="3" y="8"/>
                      <a:pt x="3" y="1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6" name="Freeform 1746">
                <a:extLst>
                  <a:ext uri="{FF2B5EF4-FFF2-40B4-BE49-F238E27FC236}">
                    <a16:creationId xmlns:a16="http://schemas.microsoft.com/office/drawing/2014/main" id="{39400FEB-4706-48B3-AC3B-A0CC0C001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737"/>
                <a:ext cx="25" cy="29"/>
              </a:xfrm>
              <a:custGeom>
                <a:avLst/>
                <a:gdLst>
                  <a:gd name="T0" fmla="*/ 158 w 10"/>
                  <a:gd name="T1" fmla="*/ 182 h 11"/>
                  <a:gd name="T2" fmla="*/ 83 w 10"/>
                  <a:gd name="T3" fmla="*/ 111 h 11"/>
                  <a:gd name="T4" fmla="*/ 0 w 10"/>
                  <a:gd name="T5" fmla="*/ 111 h 11"/>
                  <a:gd name="T6" fmla="*/ 125 w 10"/>
                  <a:gd name="T7" fmla="*/ 0 h 11"/>
                  <a:gd name="T8" fmla="*/ 95 w 10"/>
                  <a:gd name="T9" fmla="*/ 55 h 11"/>
                  <a:gd name="T10" fmla="*/ 113 w 10"/>
                  <a:gd name="T11" fmla="*/ 90 h 11"/>
                  <a:gd name="T12" fmla="*/ 158 w 10"/>
                  <a:gd name="T13" fmla="*/ 20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0" y="10"/>
                    </a:moveTo>
                    <a:cubicBezTo>
                      <a:pt x="9" y="8"/>
                      <a:pt x="7" y="6"/>
                      <a:pt x="5" y="6"/>
                    </a:cubicBezTo>
                    <a:cubicBezTo>
                      <a:pt x="4" y="5"/>
                      <a:pt x="1" y="6"/>
                      <a:pt x="0" y="6"/>
                    </a:cubicBezTo>
                    <a:cubicBezTo>
                      <a:pt x="3" y="5"/>
                      <a:pt x="5" y="1"/>
                      <a:pt x="8" y="0"/>
                    </a:cubicBezTo>
                    <a:cubicBezTo>
                      <a:pt x="7" y="1"/>
                      <a:pt x="6" y="2"/>
                      <a:pt x="6" y="3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8" y="7"/>
                      <a:pt x="10" y="9"/>
                      <a:pt x="10" y="11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7" name="Freeform 1747">
                <a:extLst>
                  <a:ext uri="{FF2B5EF4-FFF2-40B4-BE49-F238E27FC236}">
                    <a16:creationId xmlns:a16="http://schemas.microsoft.com/office/drawing/2014/main" id="{8BE078A3-687B-4998-982E-D706F3254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55"/>
                <a:ext cx="27" cy="30"/>
              </a:xfrm>
              <a:custGeom>
                <a:avLst/>
                <a:gdLst>
                  <a:gd name="T0" fmla="*/ 162 w 11"/>
                  <a:gd name="T1" fmla="*/ 164 h 11"/>
                  <a:gd name="T2" fmla="*/ 91 w 11"/>
                  <a:gd name="T3" fmla="*/ 104 h 11"/>
                  <a:gd name="T4" fmla="*/ 42 w 11"/>
                  <a:gd name="T5" fmla="*/ 142 h 11"/>
                  <a:gd name="T6" fmla="*/ 0 w 11"/>
                  <a:gd name="T7" fmla="*/ 224 h 11"/>
                  <a:gd name="T8" fmla="*/ 42 w 11"/>
                  <a:gd name="T9" fmla="*/ 104 h 11"/>
                  <a:gd name="T10" fmla="*/ 120 w 11"/>
                  <a:gd name="T11" fmla="*/ 0 h 11"/>
                  <a:gd name="T12" fmla="*/ 103 w 11"/>
                  <a:gd name="T13" fmla="*/ 82 h 11"/>
                  <a:gd name="T14" fmla="*/ 162 w 11"/>
                  <a:gd name="T15" fmla="*/ 164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8"/>
                    </a:moveTo>
                    <a:cubicBezTo>
                      <a:pt x="10" y="7"/>
                      <a:pt x="7" y="5"/>
                      <a:pt x="6" y="5"/>
                    </a:cubicBezTo>
                    <a:cubicBezTo>
                      <a:pt x="5" y="6"/>
                      <a:pt x="4" y="6"/>
                      <a:pt x="3" y="7"/>
                    </a:cubicBezTo>
                    <a:cubicBezTo>
                      <a:pt x="2" y="8"/>
                      <a:pt x="0" y="9"/>
                      <a:pt x="0" y="11"/>
                    </a:cubicBezTo>
                    <a:cubicBezTo>
                      <a:pt x="1" y="9"/>
                      <a:pt x="1" y="7"/>
                      <a:pt x="3" y="5"/>
                    </a:cubicBezTo>
                    <a:cubicBezTo>
                      <a:pt x="5" y="3"/>
                      <a:pt x="6" y="2"/>
                      <a:pt x="8" y="0"/>
                    </a:cubicBezTo>
                    <a:cubicBezTo>
                      <a:pt x="7" y="2"/>
                      <a:pt x="6" y="2"/>
                      <a:pt x="7" y="4"/>
                    </a:cubicBezTo>
                    <a:cubicBezTo>
                      <a:pt x="8" y="6"/>
                      <a:pt x="9" y="7"/>
                      <a:pt x="11" y="8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8" name="Freeform 1748">
                <a:extLst>
                  <a:ext uri="{FF2B5EF4-FFF2-40B4-BE49-F238E27FC236}">
                    <a16:creationId xmlns:a16="http://schemas.microsoft.com/office/drawing/2014/main" id="{8F149EDE-BA23-4418-BDDE-6BF9761BF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766"/>
                <a:ext cx="25" cy="27"/>
              </a:xfrm>
              <a:custGeom>
                <a:avLst/>
                <a:gdLst>
                  <a:gd name="T0" fmla="*/ 158 w 10"/>
                  <a:gd name="T1" fmla="*/ 138 h 10"/>
                  <a:gd name="T2" fmla="*/ 83 w 10"/>
                  <a:gd name="T3" fmla="*/ 116 h 10"/>
                  <a:gd name="T4" fmla="*/ 0 w 10"/>
                  <a:gd name="T5" fmla="*/ 197 h 10"/>
                  <a:gd name="T6" fmla="*/ 50 w 10"/>
                  <a:gd name="T7" fmla="*/ 103 h 10"/>
                  <a:gd name="T8" fmla="*/ 113 w 10"/>
                  <a:gd name="T9" fmla="*/ 0 h 10"/>
                  <a:gd name="T10" fmla="*/ 95 w 10"/>
                  <a:gd name="T11" fmla="*/ 59 h 10"/>
                  <a:gd name="T12" fmla="*/ 95 w 10"/>
                  <a:gd name="T13" fmla="*/ 103 h 10"/>
                  <a:gd name="T14" fmla="*/ 145 w 10"/>
                  <a:gd name="T15" fmla="*/ 138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8" y="7"/>
                      <a:pt x="7" y="6"/>
                      <a:pt x="5" y="6"/>
                    </a:cubicBezTo>
                    <a:cubicBezTo>
                      <a:pt x="3" y="7"/>
                      <a:pt x="2" y="9"/>
                      <a:pt x="0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4" y="3"/>
                      <a:pt x="5" y="2"/>
                      <a:pt x="7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6" y="4"/>
                      <a:pt x="5" y="4"/>
                      <a:pt x="6" y="5"/>
                    </a:cubicBezTo>
                    <a:cubicBezTo>
                      <a:pt x="7" y="6"/>
                      <a:pt x="8" y="6"/>
                      <a:pt x="9" y="7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9" name="Freeform 1749">
                <a:extLst>
                  <a:ext uri="{FF2B5EF4-FFF2-40B4-BE49-F238E27FC236}">
                    <a16:creationId xmlns:a16="http://schemas.microsoft.com/office/drawing/2014/main" id="{4189B08F-2213-4EF4-9219-67178E29F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21"/>
                <a:ext cx="12" cy="26"/>
              </a:xfrm>
              <a:custGeom>
                <a:avLst/>
                <a:gdLst>
                  <a:gd name="T0" fmla="*/ 29 w 5"/>
                  <a:gd name="T1" fmla="*/ 177 h 10"/>
                  <a:gd name="T2" fmla="*/ 70 w 5"/>
                  <a:gd name="T3" fmla="*/ 21 h 10"/>
                  <a:gd name="T4" fmla="*/ 0 w 5"/>
                  <a:gd name="T5" fmla="*/ 0 h 10"/>
                  <a:gd name="T6" fmla="*/ 29 w 5"/>
                  <a:gd name="T7" fmla="*/ 17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2" y="10"/>
                    </a:moveTo>
                    <a:cubicBezTo>
                      <a:pt x="2" y="9"/>
                      <a:pt x="2" y="0"/>
                      <a:pt x="5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3" y="1"/>
                      <a:pt x="2" y="7"/>
                      <a:pt x="2" y="1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0" name="Freeform 1750">
                <a:extLst>
                  <a:ext uri="{FF2B5EF4-FFF2-40B4-BE49-F238E27FC236}">
                    <a16:creationId xmlns:a16="http://schemas.microsoft.com/office/drawing/2014/main" id="{7F743655-0D42-47F2-B16F-28383A3D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31"/>
                <a:ext cx="5" cy="27"/>
              </a:xfrm>
              <a:custGeom>
                <a:avLst/>
                <a:gdLst>
                  <a:gd name="T0" fmla="*/ 33 w 2"/>
                  <a:gd name="T1" fmla="*/ 176 h 10"/>
                  <a:gd name="T2" fmla="*/ 33 w 2"/>
                  <a:gd name="T3" fmla="*/ 0 h 10"/>
                  <a:gd name="T4" fmla="*/ 20 w 2"/>
                  <a:gd name="T5" fmla="*/ 59 h 10"/>
                  <a:gd name="T6" fmla="*/ 20 w 2"/>
                  <a:gd name="T7" fmla="*/ 138 h 10"/>
                  <a:gd name="T8" fmla="*/ 20 w 2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9"/>
                    </a:moveTo>
                    <a:cubicBezTo>
                      <a:pt x="1" y="6"/>
                      <a:pt x="2" y="3"/>
                      <a:pt x="2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0" y="4"/>
                      <a:pt x="0" y="6"/>
                      <a:pt x="1" y="7"/>
                    </a:cubicBezTo>
                    <a:cubicBezTo>
                      <a:pt x="1" y="8"/>
                      <a:pt x="2" y="10"/>
                      <a:pt x="1" y="1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1" name="Freeform 1751">
                <a:extLst>
                  <a:ext uri="{FF2B5EF4-FFF2-40B4-BE49-F238E27FC236}">
                    <a16:creationId xmlns:a16="http://schemas.microsoft.com/office/drawing/2014/main" id="{70DE6336-602A-44DC-9998-43ACF5872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737"/>
                <a:ext cx="5" cy="24"/>
              </a:xfrm>
              <a:custGeom>
                <a:avLst/>
                <a:gdLst>
                  <a:gd name="T0" fmla="*/ 0 w 2"/>
                  <a:gd name="T1" fmla="*/ 171 h 9"/>
                  <a:gd name="T2" fmla="*/ 20 w 2"/>
                  <a:gd name="T3" fmla="*/ 77 h 9"/>
                  <a:gd name="T4" fmla="*/ 0 w 2"/>
                  <a:gd name="T5" fmla="*/ 0 h 9"/>
                  <a:gd name="T6" fmla="*/ 20 w 2"/>
                  <a:gd name="T7" fmla="*/ 77 h 9"/>
                  <a:gd name="T8" fmla="*/ 20 w 2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0" y="8"/>
                      <a:pt x="1" y="6"/>
                      <a:pt x="1" y="4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1" y="1"/>
                      <a:pt x="1" y="3"/>
                      <a:pt x="1" y="4"/>
                    </a:cubicBezTo>
                    <a:cubicBezTo>
                      <a:pt x="2" y="6"/>
                      <a:pt x="1" y="7"/>
                      <a:pt x="1" y="9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97" name="Group 1752">
              <a:extLst>
                <a:ext uri="{FF2B5EF4-FFF2-40B4-BE49-F238E27FC236}">
                  <a16:creationId xmlns:a16="http://schemas.microsoft.com/office/drawing/2014/main" id="{764E70DA-5BC3-4B16-AFE8-F1D93E84B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0" y="2723"/>
              <a:ext cx="180" cy="163"/>
              <a:chOff x="2440" y="2723"/>
              <a:chExt cx="180" cy="163"/>
            </a:xfrm>
          </p:grpSpPr>
          <p:sp>
            <p:nvSpPr>
              <p:cNvPr id="32550" name="Freeform 1753">
                <a:extLst>
                  <a:ext uri="{FF2B5EF4-FFF2-40B4-BE49-F238E27FC236}">
                    <a16:creationId xmlns:a16="http://schemas.microsoft.com/office/drawing/2014/main" id="{C3B82499-F90B-4F60-AD45-75F5E9429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34"/>
                <a:ext cx="20" cy="29"/>
              </a:xfrm>
              <a:custGeom>
                <a:avLst/>
                <a:gdLst>
                  <a:gd name="T0" fmla="*/ 20 w 8"/>
                  <a:gd name="T1" fmla="*/ 182 h 11"/>
                  <a:gd name="T2" fmla="*/ 63 w 8"/>
                  <a:gd name="T3" fmla="*/ 90 h 11"/>
                  <a:gd name="T4" fmla="*/ 95 w 8"/>
                  <a:gd name="T5" fmla="*/ 0 h 11"/>
                  <a:gd name="T6" fmla="*/ 125 w 8"/>
                  <a:gd name="T7" fmla="*/ 21 h 11"/>
                  <a:gd name="T8" fmla="*/ 83 w 8"/>
                  <a:gd name="T9" fmla="*/ 90 h 11"/>
                  <a:gd name="T10" fmla="*/ 0 w 8"/>
                  <a:gd name="T11" fmla="*/ 20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1" y="10"/>
                    </a:moveTo>
                    <a:cubicBezTo>
                      <a:pt x="3" y="9"/>
                      <a:pt x="4" y="7"/>
                      <a:pt x="4" y="5"/>
                    </a:cubicBezTo>
                    <a:cubicBezTo>
                      <a:pt x="5" y="4"/>
                      <a:pt x="5" y="1"/>
                      <a:pt x="6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8" y="3"/>
                      <a:pt x="6" y="4"/>
                      <a:pt x="5" y="5"/>
                    </a:cubicBezTo>
                    <a:cubicBezTo>
                      <a:pt x="4" y="8"/>
                      <a:pt x="2" y="10"/>
                      <a:pt x="0" y="11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1" name="Freeform 1754">
                <a:extLst>
                  <a:ext uri="{FF2B5EF4-FFF2-40B4-BE49-F238E27FC236}">
                    <a16:creationId xmlns:a16="http://schemas.microsoft.com/office/drawing/2014/main" id="{A87E665A-C91B-424A-85FD-8D9EA68C5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26"/>
                <a:ext cx="15" cy="35"/>
              </a:xfrm>
              <a:custGeom>
                <a:avLst/>
                <a:gdLst>
                  <a:gd name="T0" fmla="*/ 20 w 6"/>
                  <a:gd name="T1" fmla="*/ 253 h 13"/>
                  <a:gd name="T2" fmla="*/ 95 w 6"/>
                  <a:gd name="T3" fmla="*/ 59 h 13"/>
                  <a:gd name="T4" fmla="*/ 50 w 6"/>
                  <a:gd name="T5" fmla="*/ 35 h 13"/>
                  <a:gd name="T6" fmla="*/ 0 w 6"/>
                  <a:gd name="T7" fmla="*/ 22 h 13"/>
                  <a:gd name="T8" fmla="*/ 33 w 6"/>
                  <a:gd name="T9" fmla="*/ 94 h 13"/>
                  <a:gd name="T10" fmla="*/ 0 w 6"/>
                  <a:gd name="T11" fmla="*/ 25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1" y="13"/>
                    </a:moveTo>
                    <a:cubicBezTo>
                      <a:pt x="0" y="10"/>
                      <a:pt x="4" y="5"/>
                      <a:pt x="6" y="3"/>
                    </a:cubicBezTo>
                    <a:cubicBezTo>
                      <a:pt x="6" y="4"/>
                      <a:pt x="4" y="2"/>
                      <a:pt x="3" y="2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2" y="1"/>
                      <a:pt x="3" y="3"/>
                      <a:pt x="2" y="5"/>
                    </a:cubicBezTo>
                    <a:cubicBezTo>
                      <a:pt x="1" y="7"/>
                      <a:pt x="1" y="10"/>
                      <a:pt x="0" y="13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2" name="Freeform 1755">
                <a:extLst>
                  <a:ext uri="{FF2B5EF4-FFF2-40B4-BE49-F238E27FC236}">
                    <a16:creationId xmlns:a16="http://schemas.microsoft.com/office/drawing/2014/main" id="{AE095639-4F91-4535-B24C-22CF1BA58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726"/>
                <a:ext cx="12" cy="27"/>
              </a:xfrm>
              <a:custGeom>
                <a:avLst/>
                <a:gdLst>
                  <a:gd name="T0" fmla="*/ 0 w 5"/>
                  <a:gd name="T1" fmla="*/ 197 h 10"/>
                  <a:gd name="T2" fmla="*/ 12 w 5"/>
                  <a:gd name="T3" fmla="*/ 0 h 10"/>
                  <a:gd name="T4" fmla="*/ 70 w 5"/>
                  <a:gd name="T5" fmla="*/ 22 h 10"/>
                  <a:gd name="T6" fmla="*/ 12 w 5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1" y="7"/>
                      <a:pt x="3" y="3"/>
                      <a:pt x="1" y="0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3" y="1"/>
                      <a:pt x="2" y="7"/>
                      <a:pt x="1" y="8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3" name="Freeform 1756">
                <a:extLst>
                  <a:ext uri="{FF2B5EF4-FFF2-40B4-BE49-F238E27FC236}">
                    <a16:creationId xmlns:a16="http://schemas.microsoft.com/office/drawing/2014/main" id="{DA0B29A9-F747-4120-A914-E443802D3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723"/>
                <a:ext cx="10" cy="22"/>
              </a:xfrm>
              <a:custGeom>
                <a:avLst/>
                <a:gdLst>
                  <a:gd name="T0" fmla="*/ 33 w 4"/>
                  <a:gd name="T1" fmla="*/ 168 h 8"/>
                  <a:gd name="T2" fmla="*/ 50 w 4"/>
                  <a:gd name="T3" fmla="*/ 61 h 8"/>
                  <a:gd name="T4" fmla="*/ 63 w 4"/>
                  <a:gd name="T5" fmla="*/ 22 h 8"/>
                  <a:gd name="T6" fmla="*/ 0 w 4"/>
                  <a:gd name="T7" fmla="*/ 0 h 8"/>
                  <a:gd name="T8" fmla="*/ 33 w 4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2" y="8"/>
                    </a:moveTo>
                    <a:cubicBezTo>
                      <a:pt x="2" y="7"/>
                      <a:pt x="2" y="5"/>
                      <a:pt x="3" y="3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4" y="1"/>
                      <a:pt x="2" y="5"/>
                      <a:pt x="2" y="7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4" name="Freeform 1757">
                <a:extLst>
                  <a:ext uri="{FF2B5EF4-FFF2-40B4-BE49-F238E27FC236}">
                    <a16:creationId xmlns:a16="http://schemas.microsoft.com/office/drawing/2014/main" id="{14816B73-C0DA-4290-A1B2-ABFE57B22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835"/>
                <a:ext cx="18" cy="19"/>
              </a:xfrm>
              <a:custGeom>
                <a:avLst/>
                <a:gdLst>
                  <a:gd name="T0" fmla="*/ 0 w 7"/>
                  <a:gd name="T1" fmla="*/ 141 h 7"/>
                  <a:gd name="T2" fmla="*/ 67 w 7"/>
                  <a:gd name="T3" fmla="*/ 60 h 7"/>
                  <a:gd name="T4" fmla="*/ 118 w 7"/>
                  <a:gd name="T5" fmla="*/ 0 h 7"/>
                  <a:gd name="T6" fmla="*/ 0 w 7"/>
                  <a:gd name="T7" fmla="*/ 1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6"/>
                      <a:pt x="2" y="4"/>
                      <a:pt x="4" y="3"/>
                    </a:cubicBezTo>
                    <a:cubicBezTo>
                      <a:pt x="4" y="2"/>
                      <a:pt x="7" y="1"/>
                      <a:pt x="7" y="0"/>
                    </a:cubicBezTo>
                    <a:cubicBezTo>
                      <a:pt x="4" y="1"/>
                      <a:pt x="0" y="3"/>
                      <a:pt x="0" y="7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5" name="Freeform 1758">
                <a:extLst>
                  <a:ext uri="{FF2B5EF4-FFF2-40B4-BE49-F238E27FC236}">
                    <a16:creationId xmlns:a16="http://schemas.microsoft.com/office/drawing/2014/main" id="{2D47F85D-BE9A-4615-A275-EAA0BA3D2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841"/>
                <a:ext cx="12" cy="34"/>
              </a:xfrm>
              <a:custGeom>
                <a:avLst/>
                <a:gdLst>
                  <a:gd name="T0" fmla="*/ 0 w 5"/>
                  <a:gd name="T1" fmla="*/ 233 h 13"/>
                  <a:gd name="T2" fmla="*/ 12 w 5"/>
                  <a:gd name="T3" fmla="*/ 123 h 13"/>
                  <a:gd name="T4" fmla="*/ 41 w 5"/>
                  <a:gd name="T5" fmla="*/ 55 h 13"/>
                  <a:gd name="T6" fmla="*/ 70 w 5"/>
                  <a:gd name="T7" fmla="*/ 0 h 13"/>
                  <a:gd name="T8" fmla="*/ 58 w 5"/>
                  <a:gd name="T9" fmla="*/ 34 h 13"/>
                  <a:gd name="T10" fmla="*/ 41 w 5"/>
                  <a:gd name="T11" fmla="*/ 110 h 13"/>
                  <a:gd name="T12" fmla="*/ 29 w 5"/>
                  <a:gd name="T13" fmla="*/ 144 h 13"/>
                  <a:gd name="T14" fmla="*/ 12 w 5"/>
                  <a:gd name="T15" fmla="*/ 21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0" y="11"/>
                      <a:pt x="1" y="9"/>
                      <a:pt x="1" y="7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4" y="3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1" y="10"/>
                      <a:pt x="1" y="11"/>
                      <a:pt x="1" y="12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6" name="Freeform 1759">
                <a:extLst>
                  <a:ext uri="{FF2B5EF4-FFF2-40B4-BE49-F238E27FC236}">
                    <a16:creationId xmlns:a16="http://schemas.microsoft.com/office/drawing/2014/main" id="{ED086BB4-ACEE-43D1-BFC9-47BC536FF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849"/>
                <a:ext cx="8" cy="29"/>
              </a:xfrm>
              <a:custGeom>
                <a:avLst/>
                <a:gdLst>
                  <a:gd name="T0" fmla="*/ 35 w 3"/>
                  <a:gd name="T1" fmla="*/ 166 h 11"/>
                  <a:gd name="T2" fmla="*/ 35 w 3"/>
                  <a:gd name="T3" fmla="*/ 76 h 11"/>
                  <a:gd name="T4" fmla="*/ 35 w 3"/>
                  <a:gd name="T5" fmla="*/ 34 h 11"/>
                  <a:gd name="T6" fmla="*/ 56 w 3"/>
                  <a:gd name="T7" fmla="*/ 0 h 11"/>
                  <a:gd name="T8" fmla="*/ 35 w 3"/>
                  <a:gd name="T9" fmla="*/ 0 h 11"/>
                  <a:gd name="T10" fmla="*/ 21 w 3"/>
                  <a:gd name="T11" fmla="*/ 55 h 11"/>
                  <a:gd name="T12" fmla="*/ 21 w 3"/>
                  <a:gd name="T13" fmla="*/ 145 h 11"/>
                  <a:gd name="T14" fmla="*/ 21 w 3"/>
                  <a:gd name="T15" fmla="*/ 182 h 11"/>
                  <a:gd name="T16" fmla="*/ 35 w 3"/>
                  <a:gd name="T17" fmla="*/ 20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11">
                    <a:moveTo>
                      <a:pt x="2" y="9"/>
                    </a:moveTo>
                    <a:cubicBezTo>
                      <a:pt x="1" y="8"/>
                      <a:pt x="2" y="6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5"/>
                      <a:pt x="0" y="6"/>
                      <a:pt x="1" y="8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1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7" name="Freeform 1760">
                <a:extLst>
                  <a:ext uri="{FF2B5EF4-FFF2-40B4-BE49-F238E27FC236}">
                    <a16:creationId xmlns:a16="http://schemas.microsoft.com/office/drawing/2014/main" id="{F8E8CFDB-381F-4E6E-9A30-C063FCE94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838"/>
                <a:ext cx="5" cy="32"/>
              </a:xfrm>
              <a:custGeom>
                <a:avLst/>
                <a:gdLst>
                  <a:gd name="T0" fmla="*/ 0 w 2"/>
                  <a:gd name="T1" fmla="*/ 227 h 12"/>
                  <a:gd name="T2" fmla="*/ 20 w 2"/>
                  <a:gd name="T3" fmla="*/ 115 h 12"/>
                  <a:gd name="T4" fmla="*/ 0 w 2"/>
                  <a:gd name="T5" fmla="*/ 0 h 12"/>
                  <a:gd name="T6" fmla="*/ 20 w 2"/>
                  <a:gd name="T7" fmla="*/ 56 h 12"/>
                  <a:gd name="T8" fmla="*/ 33 w 2"/>
                  <a:gd name="T9" fmla="*/ 149 h 12"/>
                  <a:gd name="T10" fmla="*/ 20 w 2"/>
                  <a:gd name="T11" fmla="*/ 205 h 12"/>
                  <a:gd name="T12" fmla="*/ 0 w 2"/>
                  <a:gd name="T13" fmla="*/ 227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1" y="10"/>
                      <a:pt x="1" y="8"/>
                      <a:pt x="1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2" y="4"/>
                      <a:pt x="2" y="6"/>
                      <a:pt x="2" y="8"/>
                    </a:cubicBezTo>
                    <a:cubicBezTo>
                      <a:pt x="2" y="9"/>
                      <a:pt x="1" y="10"/>
                      <a:pt x="1" y="11"/>
                    </a:cubicBezTo>
                    <a:cubicBezTo>
                      <a:pt x="1" y="12"/>
                      <a:pt x="1" y="12"/>
                      <a:pt x="0" y="12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8" name="Freeform 1761">
                <a:extLst>
                  <a:ext uri="{FF2B5EF4-FFF2-40B4-BE49-F238E27FC236}">
                    <a16:creationId xmlns:a16="http://schemas.microsoft.com/office/drawing/2014/main" id="{91207915-BC97-419A-BAF1-14D87191B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787"/>
                <a:ext cx="30" cy="6"/>
              </a:xfrm>
              <a:custGeom>
                <a:avLst/>
                <a:gdLst>
                  <a:gd name="T0" fmla="*/ 188 w 12"/>
                  <a:gd name="T1" fmla="*/ 54 h 2"/>
                  <a:gd name="T2" fmla="*/ 113 w 12"/>
                  <a:gd name="T3" fmla="*/ 0 h 2"/>
                  <a:gd name="T4" fmla="*/ 0 w 12"/>
                  <a:gd name="T5" fmla="*/ 27 h 2"/>
                  <a:gd name="T6" fmla="*/ 95 w 12"/>
                  <a:gd name="T7" fmla="*/ 0 h 2"/>
                  <a:gd name="T8" fmla="*/ 158 w 12"/>
                  <a:gd name="T9" fmla="*/ 27 h 2"/>
                  <a:gd name="T10" fmla="*/ 175 w 12"/>
                  <a:gd name="T11" fmla="*/ 54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">
                    <a:moveTo>
                      <a:pt x="12" y="2"/>
                    </a:moveTo>
                    <a:cubicBezTo>
                      <a:pt x="10" y="1"/>
                      <a:pt x="9" y="0"/>
                      <a:pt x="7" y="0"/>
                    </a:cubicBezTo>
                    <a:cubicBezTo>
                      <a:pt x="5" y="0"/>
                      <a:pt x="2" y="1"/>
                      <a:pt x="0" y="1"/>
                    </a:cubicBezTo>
                    <a:cubicBezTo>
                      <a:pt x="1" y="0"/>
                      <a:pt x="4" y="0"/>
                      <a:pt x="6" y="0"/>
                    </a:cubicBezTo>
                    <a:cubicBezTo>
                      <a:pt x="7" y="0"/>
                      <a:pt x="10" y="0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9" name="Freeform 1762">
                <a:extLst>
                  <a:ext uri="{FF2B5EF4-FFF2-40B4-BE49-F238E27FC236}">
                    <a16:creationId xmlns:a16="http://schemas.microsoft.com/office/drawing/2014/main" id="{FFB32AA1-23AE-472C-AABD-7332E6F30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769"/>
                <a:ext cx="25" cy="10"/>
              </a:xfrm>
              <a:custGeom>
                <a:avLst/>
                <a:gdLst>
                  <a:gd name="T0" fmla="*/ 125 w 10"/>
                  <a:gd name="T1" fmla="*/ 20 h 4"/>
                  <a:gd name="T2" fmla="*/ 0 w 10"/>
                  <a:gd name="T3" fmla="*/ 63 h 4"/>
                  <a:gd name="T4" fmla="*/ 63 w 10"/>
                  <a:gd name="T5" fmla="*/ 20 h 4"/>
                  <a:gd name="T6" fmla="*/ 113 w 10"/>
                  <a:gd name="T7" fmla="*/ 0 h 4"/>
                  <a:gd name="T8" fmla="*/ 158 w 10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8" y="1"/>
                    </a:moveTo>
                    <a:cubicBezTo>
                      <a:pt x="6" y="2"/>
                      <a:pt x="3" y="2"/>
                      <a:pt x="0" y="4"/>
                    </a:cubicBezTo>
                    <a:cubicBezTo>
                      <a:pt x="1" y="3"/>
                      <a:pt x="3" y="2"/>
                      <a:pt x="4" y="1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8" y="1"/>
                      <a:pt x="9" y="1"/>
                      <a:pt x="10" y="1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0" name="Freeform 1763">
                <a:extLst>
                  <a:ext uri="{FF2B5EF4-FFF2-40B4-BE49-F238E27FC236}">
                    <a16:creationId xmlns:a16="http://schemas.microsoft.com/office/drawing/2014/main" id="{C940BA6B-7C73-4B24-8017-3A7812617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739"/>
                <a:ext cx="23" cy="22"/>
              </a:xfrm>
              <a:custGeom>
                <a:avLst/>
                <a:gdLst>
                  <a:gd name="T0" fmla="*/ 151 w 9"/>
                  <a:gd name="T1" fmla="*/ 107 h 8"/>
                  <a:gd name="T2" fmla="*/ 97 w 9"/>
                  <a:gd name="T3" fmla="*/ 61 h 8"/>
                  <a:gd name="T4" fmla="*/ 51 w 9"/>
                  <a:gd name="T5" fmla="*/ 0 h 8"/>
                  <a:gd name="T6" fmla="*/ 51 w 9"/>
                  <a:gd name="T7" fmla="*/ 83 h 8"/>
                  <a:gd name="T8" fmla="*/ 0 w 9"/>
                  <a:gd name="T9" fmla="*/ 168 h 8"/>
                  <a:gd name="T10" fmla="*/ 66 w 9"/>
                  <a:gd name="T11" fmla="*/ 107 h 8"/>
                  <a:gd name="T12" fmla="*/ 97 w 9"/>
                  <a:gd name="T13" fmla="*/ 83 h 8"/>
                  <a:gd name="T14" fmla="*/ 151 w 9"/>
                  <a:gd name="T15" fmla="*/ 8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5"/>
                      <a:pt x="7" y="3"/>
                      <a:pt x="6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6"/>
                      <a:pt x="0" y="7"/>
                      <a:pt x="0" y="8"/>
                    </a:cubicBezTo>
                    <a:cubicBezTo>
                      <a:pt x="1" y="7"/>
                      <a:pt x="3" y="6"/>
                      <a:pt x="4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7" y="3"/>
                      <a:pt x="8" y="4"/>
                      <a:pt x="9" y="4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1" name="Freeform 1764">
                <a:extLst>
                  <a:ext uri="{FF2B5EF4-FFF2-40B4-BE49-F238E27FC236}">
                    <a16:creationId xmlns:a16="http://schemas.microsoft.com/office/drawing/2014/main" id="{43D8C281-937B-4109-BC7D-7410FDB47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811"/>
                <a:ext cx="27" cy="35"/>
              </a:xfrm>
              <a:custGeom>
                <a:avLst/>
                <a:gdLst>
                  <a:gd name="T0" fmla="*/ 61 w 11"/>
                  <a:gd name="T1" fmla="*/ 253 h 13"/>
                  <a:gd name="T2" fmla="*/ 71 w 11"/>
                  <a:gd name="T3" fmla="*/ 116 h 13"/>
                  <a:gd name="T4" fmla="*/ 162 w 11"/>
                  <a:gd name="T5" fmla="*/ 81 h 13"/>
                  <a:gd name="T6" fmla="*/ 71 w 11"/>
                  <a:gd name="T7" fmla="*/ 94 h 13"/>
                  <a:gd name="T8" fmla="*/ 0 w 11"/>
                  <a:gd name="T9" fmla="*/ 0 h 13"/>
                  <a:gd name="T10" fmla="*/ 29 w 11"/>
                  <a:gd name="T11" fmla="*/ 23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3">
                    <a:moveTo>
                      <a:pt x="4" y="13"/>
                    </a:moveTo>
                    <a:cubicBezTo>
                      <a:pt x="2" y="11"/>
                      <a:pt x="3" y="8"/>
                      <a:pt x="5" y="6"/>
                    </a:cubicBezTo>
                    <a:cubicBezTo>
                      <a:pt x="7" y="5"/>
                      <a:pt x="9" y="5"/>
                      <a:pt x="11" y="4"/>
                    </a:cubicBezTo>
                    <a:cubicBezTo>
                      <a:pt x="10" y="5"/>
                      <a:pt x="7" y="5"/>
                      <a:pt x="5" y="5"/>
                    </a:cubicBezTo>
                    <a:cubicBezTo>
                      <a:pt x="2" y="4"/>
                      <a:pt x="2" y="2"/>
                      <a:pt x="0" y="0"/>
                    </a:cubicBezTo>
                    <a:cubicBezTo>
                      <a:pt x="0" y="4"/>
                      <a:pt x="1" y="8"/>
                      <a:pt x="2" y="12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2" name="Freeform 1765">
                <a:extLst>
                  <a:ext uri="{FF2B5EF4-FFF2-40B4-BE49-F238E27FC236}">
                    <a16:creationId xmlns:a16="http://schemas.microsoft.com/office/drawing/2014/main" id="{029DCCD9-7390-420E-B1F0-A98D424ED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785"/>
                <a:ext cx="25" cy="45"/>
              </a:xfrm>
              <a:custGeom>
                <a:avLst/>
                <a:gdLst>
                  <a:gd name="T0" fmla="*/ 63 w 10"/>
                  <a:gd name="T1" fmla="*/ 259 h 17"/>
                  <a:gd name="T2" fmla="*/ 83 w 10"/>
                  <a:gd name="T3" fmla="*/ 169 h 17"/>
                  <a:gd name="T4" fmla="*/ 125 w 10"/>
                  <a:gd name="T5" fmla="*/ 148 h 17"/>
                  <a:gd name="T6" fmla="*/ 158 w 10"/>
                  <a:gd name="T7" fmla="*/ 148 h 17"/>
                  <a:gd name="T8" fmla="*/ 63 w 10"/>
                  <a:gd name="T9" fmla="*/ 111 h 17"/>
                  <a:gd name="T10" fmla="*/ 83 w 10"/>
                  <a:gd name="T11" fmla="*/ 0 h 17"/>
                  <a:gd name="T12" fmla="*/ 20 w 10"/>
                  <a:gd name="T13" fmla="*/ 111 h 17"/>
                  <a:gd name="T14" fmla="*/ 33 w 10"/>
                  <a:gd name="T15" fmla="*/ 31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4" y="14"/>
                    </a:moveTo>
                    <a:cubicBezTo>
                      <a:pt x="2" y="13"/>
                      <a:pt x="3" y="10"/>
                      <a:pt x="5" y="9"/>
                    </a:cubicBezTo>
                    <a:cubicBezTo>
                      <a:pt x="6" y="9"/>
                      <a:pt x="7" y="8"/>
                      <a:pt x="8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9" y="8"/>
                      <a:pt x="5" y="8"/>
                      <a:pt x="4" y="6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3" y="2"/>
                      <a:pt x="2" y="4"/>
                      <a:pt x="1" y="6"/>
                    </a:cubicBezTo>
                    <a:cubicBezTo>
                      <a:pt x="0" y="10"/>
                      <a:pt x="1" y="13"/>
                      <a:pt x="2" y="17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3" name="Freeform 1766">
                <a:extLst>
                  <a:ext uri="{FF2B5EF4-FFF2-40B4-BE49-F238E27FC236}">
                    <a16:creationId xmlns:a16="http://schemas.microsoft.com/office/drawing/2014/main" id="{59BCA12C-0708-49FB-B4B6-FE432BF07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825"/>
                <a:ext cx="22" cy="18"/>
              </a:xfrm>
              <a:custGeom>
                <a:avLst/>
                <a:gdLst>
                  <a:gd name="T0" fmla="*/ 132 w 9"/>
                  <a:gd name="T1" fmla="*/ 85 h 7"/>
                  <a:gd name="T2" fmla="*/ 0 w 9"/>
                  <a:gd name="T3" fmla="*/ 0 h 7"/>
                  <a:gd name="T4" fmla="*/ 59 w 9"/>
                  <a:gd name="T5" fmla="*/ 67 h 7"/>
                  <a:gd name="T6" fmla="*/ 120 w 9"/>
                  <a:gd name="T7" fmla="*/ 8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6" y="7"/>
                      <a:pt x="2" y="1"/>
                      <a:pt x="0" y="0"/>
                    </a:cubicBezTo>
                    <a:cubicBezTo>
                      <a:pt x="1" y="2"/>
                      <a:pt x="3" y="3"/>
                      <a:pt x="4" y="4"/>
                    </a:cubicBezTo>
                    <a:cubicBezTo>
                      <a:pt x="6" y="5"/>
                      <a:pt x="6" y="6"/>
                      <a:pt x="8" y="5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4" name="Freeform 1767">
                <a:extLst>
                  <a:ext uri="{FF2B5EF4-FFF2-40B4-BE49-F238E27FC236}">
                    <a16:creationId xmlns:a16="http://schemas.microsoft.com/office/drawing/2014/main" id="{23F45CF7-BFD5-494C-A26C-F59F43A6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865"/>
                <a:ext cx="7" cy="21"/>
              </a:xfrm>
              <a:custGeom>
                <a:avLst/>
                <a:gdLst>
                  <a:gd name="T0" fmla="*/ 28 w 3"/>
                  <a:gd name="T1" fmla="*/ 110 h 8"/>
                  <a:gd name="T2" fmla="*/ 37 w 3"/>
                  <a:gd name="T3" fmla="*/ 0 h 8"/>
                  <a:gd name="T4" fmla="*/ 28 w 3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6"/>
                    </a:moveTo>
                    <a:cubicBezTo>
                      <a:pt x="1" y="5"/>
                      <a:pt x="2" y="1"/>
                      <a:pt x="3" y="0"/>
                    </a:cubicBezTo>
                    <a:cubicBezTo>
                      <a:pt x="1" y="1"/>
                      <a:pt x="0" y="8"/>
                      <a:pt x="2" y="8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5" name="Freeform 1768">
                <a:extLst>
                  <a:ext uri="{FF2B5EF4-FFF2-40B4-BE49-F238E27FC236}">
                    <a16:creationId xmlns:a16="http://schemas.microsoft.com/office/drawing/2014/main" id="{9BEDEC26-A861-44DF-A93B-2F4E74427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79"/>
                <a:ext cx="60" cy="38"/>
              </a:xfrm>
              <a:custGeom>
                <a:avLst/>
                <a:gdLst>
                  <a:gd name="T0" fmla="*/ 158 w 24"/>
                  <a:gd name="T1" fmla="*/ 0 h 14"/>
                  <a:gd name="T2" fmla="*/ 113 w 24"/>
                  <a:gd name="T3" fmla="*/ 38 h 14"/>
                  <a:gd name="T4" fmla="*/ 113 w 24"/>
                  <a:gd name="T5" fmla="*/ 60 h 14"/>
                  <a:gd name="T6" fmla="*/ 95 w 24"/>
                  <a:gd name="T7" fmla="*/ 60 h 14"/>
                  <a:gd name="T8" fmla="*/ 63 w 24"/>
                  <a:gd name="T9" fmla="*/ 117 h 14"/>
                  <a:gd name="T10" fmla="*/ 50 w 24"/>
                  <a:gd name="T11" fmla="*/ 198 h 14"/>
                  <a:gd name="T12" fmla="*/ 33 w 24"/>
                  <a:gd name="T13" fmla="*/ 258 h 14"/>
                  <a:gd name="T14" fmla="*/ 145 w 24"/>
                  <a:gd name="T15" fmla="*/ 258 h 14"/>
                  <a:gd name="T16" fmla="*/ 175 w 24"/>
                  <a:gd name="T17" fmla="*/ 220 h 14"/>
                  <a:gd name="T18" fmla="*/ 238 w 24"/>
                  <a:gd name="T19" fmla="*/ 198 h 14"/>
                  <a:gd name="T20" fmla="*/ 300 w 24"/>
                  <a:gd name="T21" fmla="*/ 198 h 14"/>
                  <a:gd name="T22" fmla="*/ 313 w 24"/>
                  <a:gd name="T23" fmla="*/ 198 h 14"/>
                  <a:gd name="T24" fmla="*/ 333 w 24"/>
                  <a:gd name="T25" fmla="*/ 163 h 14"/>
                  <a:gd name="T26" fmla="*/ 375 w 24"/>
                  <a:gd name="T27" fmla="*/ 14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14">
                    <a:moveTo>
                      <a:pt x="10" y="0"/>
                    </a:moveTo>
                    <a:cubicBezTo>
                      <a:pt x="9" y="0"/>
                      <a:pt x="8" y="1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4" y="9"/>
                      <a:pt x="3" y="10"/>
                    </a:cubicBezTo>
                    <a:cubicBezTo>
                      <a:pt x="2" y="11"/>
                      <a:pt x="0" y="11"/>
                      <a:pt x="2" y="13"/>
                    </a:cubicBezTo>
                    <a:cubicBezTo>
                      <a:pt x="3" y="14"/>
                      <a:pt x="7" y="14"/>
                      <a:pt x="9" y="13"/>
                    </a:cubicBezTo>
                    <a:cubicBezTo>
                      <a:pt x="10" y="13"/>
                      <a:pt x="10" y="12"/>
                      <a:pt x="11" y="11"/>
                    </a:cubicBezTo>
                    <a:cubicBezTo>
                      <a:pt x="12" y="10"/>
                      <a:pt x="14" y="10"/>
                      <a:pt x="15" y="10"/>
                    </a:cubicBezTo>
                    <a:cubicBezTo>
                      <a:pt x="16" y="10"/>
                      <a:pt x="17" y="10"/>
                      <a:pt x="19" y="10"/>
                    </a:cubicBezTo>
                    <a:cubicBezTo>
                      <a:pt x="19" y="10"/>
                      <a:pt x="20" y="10"/>
                      <a:pt x="20" y="10"/>
                    </a:cubicBezTo>
                    <a:cubicBezTo>
                      <a:pt x="21" y="9"/>
                      <a:pt x="21" y="9"/>
                      <a:pt x="21" y="8"/>
                    </a:cubicBezTo>
                    <a:cubicBezTo>
                      <a:pt x="22" y="8"/>
                      <a:pt x="24" y="8"/>
                      <a:pt x="2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6" name="Freeform 1769">
                <a:extLst>
                  <a:ext uri="{FF2B5EF4-FFF2-40B4-BE49-F238E27FC236}">
                    <a16:creationId xmlns:a16="http://schemas.microsoft.com/office/drawing/2014/main" id="{368EF3D9-9AA7-4566-9C57-0F48D1D1C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774"/>
                <a:ext cx="40" cy="21"/>
              </a:xfrm>
              <a:custGeom>
                <a:avLst/>
                <a:gdLst>
                  <a:gd name="T0" fmla="*/ 238 w 16"/>
                  <a:gd name="T1" fmla="*/ 144 h 8"/>
                  <a:gd name="T2" fmla="*/ 220 w 16"/>
                  <a:gd name="T3" fmla="*/ 76 h 8"/>
                  <a:gd name="T4" fmla="*/ 158 w 16"/>
                  <a:gd name="T5" fmla="*/ 55 h 8"/>
                  <a:gd name="T6" fmla="*/ 125 w 16"/>
                  <a:gd name="T7" fmla="*/ 34 h 8"/>
                  <a:gd name="T8" fmla="*/ 95 w 16"/>
                  <a:gd name="T9" fmla="*/ 21 h 8"/>
                  <a:gd name="T10" fmla="*/ 63 w 16"/>
                  <a:gd name="T11" fmla="*/ 34 h 8"/>
                  <a:gd name="T12" fmla="*/ 0 w 16"/>
                  <a:gd name="T13" fmla="*/ 3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5" y="8"/>
                    </a:moveTo>
                    <a:cubicBezTo>
                      <a:pt x="15" y="7"/>
                      <a:pt x="16" y="5"/>
                      <a:pt x="14" y="4"/>
                    </a:cubicBezTo>
                    <a:cubicBezTo>
                      <a:pt x="13" y="3"/>
                      <a:pt x="11" y="3"/>
                      <a:pt x="10" y="3"/>
                    </a:cubicBezTo>
                    <a:cubicBezTo>
                      <a:pt x="9" y="3"/>
                      <a:pt x="8" y="3"/>
                      <a:pt x="8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0"/>
                      <a:pt x="5" y="1"/>
                      <a:pt x="4" y="2"/>
                    </a:cubicBezTo>
                    <a:cubicBezTo>
                      <a:pt x="3" y="2"/>
                      <a:pt x="2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7" name="Oval 1770">
                <a:extLst>
                  <a:ext uri="{FF2B5EF4-FFF2-40B4-BE49-F238E27FC236}">
                    <a16:creationId xmlns:a16="http://schemas.microsoft.com/office/drawing/2014/main" id="{27116FE7-DDE6-4548-9FB5-24480BBA3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8" y="2766"/>
                <a:ext cx="5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68" name="Freeform 1771">
                <a:extLst>
                  <a:ext uri="{FF2B5EF4-FFF2-40B4-BE49-F238E27FC236}">
                    <a16:creationId xmlns:a16="http://schemas.microsoft.com/office/drawing/2014/main" id="{14A18051-B6F1-4070-8FA6-E0F8B9BC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766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9" name="Freeform 1772">
                <a:extLst>
                  <a:ext uri="{FF2B5EF4-FFF2-40B4-BE49-F238E27FC236}">
                    <a16:creationId xmlns:a16="http://schemas.microsoft.com/office/drawing/2014/main" id="{36932964-8E36-4783-8A5A-7B075E2F8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766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0" name="Freeform 1773">
                <a:extLst>
                  <a:ext uri="{FF2B5EF4-FFF2-40B4-BE49-F238E27FC236}">
                    <a16:creationId xmlns:a16="http://schemas.microsoft.com/office/drawing/2014/main" id="{E20363FC-E7DC-4C3D-9501-DC4B24369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76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1" name="Freeform 1774">
                <a:extLst>
                  <a:ext uri="{FF2B5EF4-FFF2-40B4-BE49-F238E27FC236}">
                    <a16:creationId xmlns:a16="http://schemas.microsoft.com/office/drawing/2014/main" id="{14FD39AB-B4E5-41AF-9741-4768FFB4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6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2" name="Freeform 1775">
                <a:extLst>
                  <a:ext uri="{FF2B5EF4-FFF2-40B4-BE49-F238E27FC236}">
                    <a16:creationId xmlns:a16="http://schemas.microsoft.com/office/drawing/2014/main" id="{EFBACF56-4407-4E6C-827C-12A592BF9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6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3" name="Freeform 1776">
                <a:extLst>
                  <a:ext uri="{FF2B5EF4-FFF2-40B4-BE49-F238E27FC236}">
                    <a16:creationId xmlns:a16="http://schemas.microsoft.com/office/drawing/2014/main" id="{4E037AF3-7B5E-4C59-A910-19593B856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6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27 w 1"/>
                  <a:gd name="T5" fmla="*/ 20 h 2"/>
                  <a:gd name="T6" fmla="*/ 27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4" name="Freeform 1777">
                <a:extLst>
                  <a:ext uri="{FF2B5EF4-FFF2-40B4-BE49-F238E27FC236}">
                    <a16:creationId xmlns:a16="http://schemas.microsoft.com/office/drawing/2014/main" id="{3C8F7E1F-91DD-44D6-90BE-8656D121C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6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5" name="Freeform 1778">
                <a:extLst>
                  <a:ext uri="{FF2B5EF4-FFF2-40B4-BE49-F238E27FC236}">
                    <a16:creationId xmlns:a16="http://schemas.microsoft.com/office/drawing/2014/main" id="{4D2C7546-532B-4F6A-AF65-130485FD4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6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6" name="Oval 1779">
                <a:extLst>
                  <a:ext uri="{FF2B5EF4-FFF2-40B4-BE49-F238E27FC236}">
                    <a16:creationId xmlns:a16="http://schemas.microsoft.com/office/drawing/2014/main" id="{7D72E562-5107-4D73-81B3-6A51B84F1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2753"/>
                <a:ext cx="3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77" name="Freeform 1780">
                <a:extLst>
                  <a:ext uri="{FF2B5EF4-FFF2-40B4-BE49-F238E27FC236}">
                    <a16:creationId xmlns:a16="http://schemas.microsoft.com/office/drawing/2014/main" id="{4AD40306-0A5A-4D44-B772-A67206841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5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8" name="Freeform 1781">
                <a:extLst>
                  <a:ext uri="{FF2B5EF4-FFF2-40B4-BE49-F238E27FC236}">
                    <a16:creationId xmlns:a16="http://schemas.microsoft.com/office/drawing/2014/main" id="{BBAC2F6A-1C11-40E6-83E2-178DD0F66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5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9" name="Freeform 1782">
                <a:extLst>
                  <a:ext uri="{FF2B5EF4-FFF2-40B4-BE49-F238E27FC236}">
                    <a16:creationId xmlns:a16="http://schemas.microsoft.com/office/drawing/2014/main" id="{E4496982-0F22-4524-9377-F9E876091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76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0" name="Freeform 1783">
                <a:extLst>
                  <a:ext uri="{FF2B5EF4-FFF2-40B4-BE49-F238E27FC236}">
                    <a16:creationId xmlns:a16="http://schemas.microsoft.com/office/drawing/2014/main" id="{91894D0F-A851-4726-AFEB-E6498FA15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769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1" name="Freeform 1784">
                <a:extLst>
                  <a:ext uri="{FF2B5EF4-FFF2-40B4-BE49-F238E27FC236}">
                    <a16:creationId xmlns:a16="http://schemas.microsoft.com/office/drawing/2014/main" id="{87EF2B1A-FD93-495A-BDDD-D79278228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769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2" name="Freeform 1785">
                <a:extLst>
                  <a:ext uri="{FF2B5EF4-FFF2-40B4-BE49-F238E27FC236}">
                    <a16:creationId xmlns:a16="http://schemas.microsoft.com/office/drawing/2014/main" id="{6F186CC3-1C3A-414C-9086-5EE7449B7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76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3" name="Freeform 1786">
                <a:extLst>
                  <a:ext uri="{FF2B5EF4-FFF2-40B4-BE49-F238E27FC236}">
                    <a16:creationId xmlns:a16="http://schemas.microsoft.com/office/drawing/2014/main" id="{AA05F2D8-44AC-4C7E-841B-8CA05554B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769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4" name="Freeform 1787">
                <a:extLst>
                  <a:ext uri="{FF2B5EF4-FFF2-40B4-BE49-F238E27FC236}">
                    <a16:creationId xmlns:a16="http://schemas.microsoft.com/office/drawing/2014/main" id="{A5B33908-E6CC-4543-9608-38A1B3224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769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5" name="Freeform 1788">
                <a:extLst>
                  <a:ext uri="{FF2B5EF4-FFF2-40B4-BE49-F238E27FC236}">
                    <a16:creationId xmlns:a16="http://schemas.microsoft.com/office/drawing/2014/main" id="{9D140033-A73D-47CC-9410-BAD390848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7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6" name="Freeform 1789">
                <a:extLst>
                  <a:ext uri="{FF2B5EF4-FFF2-40B4-BE49-F238E27FC236}">
                    <a16:creationId xmlns:a16="http://schemas.microsoft.com/office/drawing/2014/main" id="{E8DEF2A7-C68A-4928-85C4-D15936C45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7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7" name="Freeform 1790">
                <a:extLst>
                  <a:ext uri="{FF2B5EF4-FFF2-40B4-BE49-F238E27FC236}">
                    <a16:creationId xmlns:a16="http://schemas.microsoft.com/office/drawing/2014/main" id="{D161C61C-A4D8-405B-B5CC-E49D36FEF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7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8" name="Freeform 1791">
                <a:extLst>
                  <a:ext uri="{FF2B5EF4-FFF2-40B4-BE49-F238E27FC236}">
                    <a16:creationId xmlns:a16="http://schemas.microsoft.com/office/drawing/2014/main" id="{535987CB-E48E-4024-A7C1-F3C80EC96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76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9" name="Freeform 1792">
                <a:extLst>
                  <a:ext uri="{FF2B5EF4-FFF2-40B4-BE49-F238E27FC236}">
                    <a16:creationId xmlns:a16="http://schemas.microsoft.com/office/drawing/2014/main" id="{C4B8937F-14D6-4369-85EF-C2DA6889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66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0" name="Freeform 1793">
                <a:extLst>
                  <a:ext uri="{FF2B5EF4-FFF2-40B4-BE49-F238E27FC236}">
                    <a16:creationId xmlns:a16="http://schemas.microsoft.com/office/drawing/2014/main" id="{6059A29A-22BB-41FE-9566-03C03667E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66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1" name="Freeform 1794">
                <a:extLst>
                  <a:ext uri="{FF2B5EF4-FFF2-40B4-BE49-F238E27FC236}">
                    <a16:creationId xmlns:a16="http://schemas.microsoft.com/office/drawing/2014/main" id="{6538DF0D-0AB2-4FB3-8A16-D07260DA7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763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27 w 1"/>
                  <a:gd name="T5" fmla="*/ 27 h 2"/>
                  <a:gd name="T6" fmla="*/ 27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2" name="Freeform 1795">
                <a:extLst>
                  <a:ext uri="{FF2B5EF4-FFF2-40B4-BE49-F238E27FC236}">
                    <a16:creationId xmlns:a16="http://schemas.microsoft.com/office/drawing/2014/main" id="{89D93F0E-BADD-4BDE-A547-2D84BC1FE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76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3" name="Freeform 1796">
                <a:extLst>
                  <a:ext uri="{FF2B5EF4-FFF2-40B4-BE49-F238E27FC236}">
                    <a16:creationId xmlns:a16="http://schemas.microsoft.com/office/drawing/2014/main" id="{A9B82028-6FC8-44AC-A667-F88425A1E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76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4" name="Freeform 1797">
                <a:extLst>
                  <a:ext uri="{FF2B5EF4-FFF2-40B4-BE49-F238E27FC236}">
                    <a16:creationId xmlns:a16="http://schemas.microsoft.com/office/drawing/2014/main" id="{0A74AF92-5377-420E-927C-DD54C42C9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761"/>
                <a:ext cx="3" cy="8"/>
              </a:xfrm>
              <a:custGeom>
                <a:avLst/>
                <a:gdLst>
                  <a:gd name="T0" fmla="*/ 0 w 1"/>
                  <a:gd name="T1" fmla="*/ 35 h 3"/>
                  <a:gd name="T2" fmla="*/ 0 w 1"/>
                  <a:gd name="T3" fmla="*/ 21 h 3"/>
                  <a:gd name="T4" fmla="*/ 27 w 1"/>
                  <a:gd name="T5" fmla="*/ 21 h 3"/>
                  <a:gd name="T6" fmla="*/ 27 w 1"/>
                  <a:gd name="T7" fmla="*/ 35 h 3"/>
                  <a:gd name="T8" fmla="*/ 0 w 1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5" name="Freeform 1798">
                <a:extLst>
                  <a:ext uri="{FF2B5EF4-FFF2-40B4-BE49-F238E27FC236}">
                    <a16:creationId xmlns:a16="http://schemas.microsoft.com/office/drawing/2014/main" id="{8005F6FC-B604-48C5-A202-B27F6032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76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6" name="Freeform 1799">
                <a:extLst>
                  <a:ext uri="{FF2B5EF4-FFF2-40B4-BE49-F238E27FC236}">
                    <a16:creationId xmlns:a16="http://schemas.microsoft.com/office/drawing/2014/main" id="{5D22B0DC-B512-41EA-B7C3-29DE5DCA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76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7" name="Freeform 1800">
                <a:extLst>
                  <a:ext uri="{FF2B5EF4-FFF2-40B4-BE49-F238E27FC236}">
                    <a16:creationId xmlns:a16="http://schemas.microsoft.com/office/drawing/2014/main" id="{0F6D1FBD-65A4-412A-9272-E6880BDAE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755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8 w 1"/>
                  <a:gd name="T5" fmla="*/ 27 h 2"/>
                  <a:gd name="T6" fmla="*/ 8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8" name="Freeform 1801">
                <a:extLst>
                  <a:ext uri="{FF2B5EF4-FFF2-40B4-BE49-F238E27FC236}">
                    <a16:creationId xmlns:a16="http://schemas.microsoft.com/office/drawing/2014/main" id="{958A9490-01EA-4BAA-BAD4-517070FC1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755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0 h 2"/>
                  <a:gd name="T4" fmla="*/ 8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9" name="Freeform 1802">
                <a:extLst>
                  <a:ext uri="{FF2B5EF4-FFF2-40B4-BE49-F238E27FC236}">
                    <a16:creationId xmlns:a16="http://schemas.microsoft.com/office/drawing/2014/main" id="{09112BAB-5901-473B-9428-AB6AB2C09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755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0 h 2"/>
                  <a:gd name="T4" fmla="*/ 8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0" name="Freeform 1803">
                <a:extLst>
                  <a:ext uri="{FF2B5EF4-FFF2-40B4-BE49-F238E27FC236}">
                    <a16:creationId xmlns:a16="http://schemas.microsoft.com/office/drawing/2014/main" id="{EA230D86-9F64-4E09-A372-C1440940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74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1" name="Freeform 1804">
                <a:extLst>
                  <a:ext uri="{FF2B5EF4-FFF2-40B4-BE49-F238E27FC236}">
                    <a16:creationId xmlns:a16="http://schemas.microsoft.com/office/drawing/2014/main" id="{B822DF4A-7BF1-42AA-9F1B-FD289C4F5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75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2" name="Freeform 1805">
                <a:extLst>
                  <a:ext uri="{FF2B5EF4-FFF2-40B4-BE49-F238E27FC236}">
                    <a16:creationId xmlns:a16="http://schemas.microsoft.com/office/drawing/2014/main" id="{D2646A0E-00B3-45B2-A85C-7DE904953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75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3" name="Freeform 1806">
                <a:extLst>
                  <a:ext uri="{FF2B5EF4-FFF2-40B4-BE49-F238E27FC236}">
                    <a16:creationId xmlns:a16="http://schemas.microsoft.com/office/drawing/2014/main" id="{EE4B0C40-5ACD-48A4-958C-5A09D440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7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4" name="Freeform 1807">
                <a:extLst>
                  <a:ext uri="{FF2B5EF4-FFF2-40B4-BE49-F238E27FC236}">
                    <a16:creationId xmlns:a16="http://schemas.microsoft.com/office/drawing/2014/main" id="{B9974400-62BF-4A42-9796-609AED250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71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5" name="Freeform 1808">
                <a:extLst>
                  <a:ext uri="{FF2B5EF4-FFF2-40B4-BE49-F238E27FC236}">
                    <a16:creationId xmlns:a16="http://schemas.microsoft.com/office/drawing/2014/main" id="{7FA9E124-21D5-48D1-999B-9D006A6B5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71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6" name="Freeform 1809">
                <a:extLst>
                  <a:ext uri="{FF2B5EF4-FFF2-40B4-BE49-F238E27FC236}">
                    <a16:creationId xmlns:a16="http://schemas.microsoft.com/office/drawing/2014/main" id="{0FF20F97-0055-4DE1-803F-0CACF8DFE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6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7" name="Freeform 1810">
                <a:extLst>
                  <a:ext uri="{FF2B5EF4-FFF2-40B4-BE49-F238E27FC236}">
                    <a16:creationId xmlns:a16="http://schemas.microsoft.com/office/drawing/2014/main" id="{3050B880-6297-4D81-B53C-FD43CE117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6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8" name="Freeform 1811">
                <a:extLst>
                  <a:ext uri="{FF2B5EF4-FFF2-40B4-BE49-F238E27FC236}">
                    <a16:creationId xmlns:a16="http://schemas.microsoft.com/office/drawing/2014/main" id="{99F59A27-2EFD-4E51-8397-935A8DC7B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6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9" name="Freeform 1812">
                <a:extLst>
                  <a:ext uri="{FF2B5EF4-FFF2-40B4-BE49-F238E27FC236}">
                    <a16:creationId xmlns:a16="http://schemas.microsoft.com/office/drawing/2014/main" id="{123289C6-2D9F-4AFC-A586-2F722377E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6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0" name="Freeform 1813">
                <a:extLst>
                  <a:ext uri="{FF2B5EF4-FFF2-40B4-BE49-F238E27FC236}">
                    <a16:creationId xmlns:a16="http://schemas.microsoft.com/office/drawing/2014/main" id="{0FB229E0-1F9F-4D4C-8E93-E1753CEBB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6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1" name="Freeform 1814">
                <a:extLst>
                  <a:ext uri="{FF2B5EF4-FFF2-40B4-BE49-F238E27FC236}">
                    <a16:creationId xmlns:a16="http://schemas.microsoft.com/office/drawing/2014/main" id="{63F8E526-F604-47D1-B2E8-09307B0F7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6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2" name="Freeform 1815">
                <a:extLst>
                  <a:ext uri="{FF2B5EF4-FFF2-40B4-BE49-F238E27FC236}">
                    <a16:creationId xmlns:a16="http://schemas.microsoft.com/office/drawing/2014/main" id="{0F929C22-60A5-4138-A4D2-35309176D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5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3" name="Freeform 1816">
                <a:extLst>
                  <a:ext uri="{FF2B5EF4-FFF2-40B4-BE49-F238E27FC236}">
                    <a16:creationId xmlns:a16="http://schemas.microsoft.com/office/drawing/2014/main" id="{4FDD3D37-A48A-4A6C-835A-668C3FF40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5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4" name="Freeform 1817">
                <a:extLst>
                  <a:ext uri="{FF2B5EF4-FFF2-40B4-BE49-F238E27FC236}">
                    <a16:creationId xmlns:a16="http://schemas.microsoft.com/office/drawing/2014/main" id="{B9DB4362-4B00-4FC6-AD90-FA746265B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5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5" name="Freeform 1818">
                <a:extLst>
                  <a:ext uri="{FF2B5EF4-FFF2-40B4-BE49-F238E27FC236}">
                    <a16:creationId xmlns:a16="http://schemas.microsoft.com/office/drawing/2014/main" id="{DE7300E8-3B87-495C-A5EC-21BFA22B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7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6" name="Freeform 1819">
                <a:extLst>
                  <a:ext uri="{FF2B5EF4-FFF2-40B4-BE49-F238E27FC236}">
                    <a16:creationId xmlns:a16="http://schemas.microsoft.com/office/drawing/2014/main" id="{731A36E9-AE38-4A6F-983B-6578BC72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77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7" name="Freeform 1820">
                <a:extLst>
                  <a:ext uri="{FF2B5EF4-FFF2-40B4-BE49-F238E27FC236}">
                    <a16:creationId xmlns:a16="http://schemas.microsoft.com/office/drawing/2014/main" id="{416914E8-C257-4258-A1D7-EE43910F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77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8" name="Freeform 1821">
                <a:extLst>
                  <a:ext uri="{FF2B5EF4-FFF2-40B4-BE49-F238E27FC236}">
                    <a16:creationId xmlns:a16="http://schemas.microsoft.com/office/drawing/2014/main" id="{5D6816F8-F10E-4BD4-B1F5-7428CADD3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76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9" name="Freeform 1822">
                <a:extLst>
                  <a:ext uri="{FF2B5EF4-FFF2-40B4-BE49-F238E27FC236}">
                    <a16:creationId xmlns:a16="http://schemas.microsoft.com/office/drawing/2014/main" id="{53912824-B66A-4C6F-8518-1F7161A63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63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0" name="Freeform 1823">
                <a:extLst>
                  <a:ext uri="{FF2B5EF4-FFF2-40B4-BE49-F238E27FC236}">
                    <a16:creationId xmlns:a16="http://schemas.microsoft.com/office/drawing/2014/main" id="{FD11B29F-5ABE-4206-A12F-3C80A897F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63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1" name="Freeform 1824">
                <a:extLst>
                  <a:ext uri="{FF2B5EF4-FFF2-40B4-BE49-F238E27FC236}">
                    <a16:creationId xmlns:a16="http://schemas.microsoft.com/office/drawing/2014/main" id="{7B11E104-4150-4882-9B0C-6AE158A0C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6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27 w 1"/>
                  <a:gd name="T5" fmla="*/ 20 h 2"/>
                  <a:gd name="T6" fmla="*/ 27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2" name="Freeform 1825">
                <a:extLst>
                  <a:ext uri="{FF2B5EF4-FFF2-40B4-BE49-F238E27FC236}">
                    <a16:creationId xmlns:a16="http://schemas.microsoft.com/office/drawing/2014/main" id="{0BBA4E3E-0726-4581-8DA2-EA5CBB6C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6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3" name="Freeform 1826">
                <a:extLst>
                  <a:ext uri="{FF2B5EF4-FFF2-40B4-BE49-F238E27FC236}">
                    <a16:creationId xmlns:a16="http://schemas.microsoft.com/office/drawing/2014/main" id="{C21E7BF3-63B8-4062-A5D4-0DC83F27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76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4" name="Oval 1827">
                <a:extLst>
                  <a:ext uri="{FF2B5EF4-FFF2-40B4-BE49-F238E27FC236}">
                    <a16:creationId xmlns:a16="http://schemas.microsoft.com/office/drawing/2014/main" id="{6EBCD297-A408-4DC4-A52D-F909A29A8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2758"/>
                <a:ext cx="3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25" name="Freeform 1828">
                <a:extLst>
                  <a:ext uri="{FF2B5EF4-FFF2-40B4-BE49-F238E27FC236}">
                    <a16:creationId xmlns:a16="http://schemas.microsoft.com/office/drawing/2014/main" id="{E7B607CB-CCF3-43B1-AE6A-C2AB7A286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76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6" name="Freeform 1829">
                <a:extLst>
                  <a:ext uri="{FF2B5EF4-FFF2-40B4-BE49-F238E27FC236}">
                    <a16:creationId xmlns:a16="http://schemas.microsoft.com/office/drawing/2014/main" id="{A46588FD-A513-4F22-A6F5-A584AB770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76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7" name="Freeform 1830">
                <a:extLst>
                  <a:ext uri="{FF2B5EF4-FFF2-40B4-BE49-F238E27FC236}">
                    <a16:creationId xmlns:a16="http://schemas.microsoft.com/office/drawing/2014/main" id="{C5A892B7-8E80-4599-9D6F-9459903B9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75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8" name="Freeform 1831">
                <a:extLst>
                  <a:ext uri="{FF2B5EF4-FFF2-40B4-BE49-F238E27FC236}">
                    <a16:creationId xmlns:a16="http://schemas.microsoft.com/office/drawing/2014/main" id="{5F589B53-2EEE-4CB1-BA31-92E8A7A15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75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9" name="Freeform 1832">
                <a:extLst>
                  <a:ext uri="{FF2B5EF4-FFF2-40B4-BE49-F238E27FC236}">
                    <a16:creationId xmlns:a16="http://schemas.microsoft.com/office/drawing/2014/main" id="{24218D75-333F-45C9-B4D0-A0D8125F5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75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0" name="Freeform 1833">
                <a:extLst>
                  <a:ext uri="{FF2B5EF4-FFF2-40B4-BE49-F238E27FC236}">
                    <a16:creationId xmlns:a16="http://schemas.microsoft.com/office/drawing/2014/main" id="{8C71E5E5-EAED-49F2-8AB3-50F0FEB60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766"/>
                <a:ext cx="2" cy="8"/>
              </a:xfrm>
              <a:custGeom>
                <a:avLst/>
                <a:gdLst>
                  <a:gd name="T0" fmla="*/ 0 w 1"/>
                  <a:gd name="T1" fmla="*/ 21 h 3"/>
                  <a:gd name="T2" fmla="*/ 8 w 1"/>
                  <a:gd name="T3" fmla="*/ 21 h 3"/>
                  <a:gd name="T4" fmla="*/ 8 w 1"/>
                  <a:gd name="T5" fmla="*/ 35 h 3"/>
                  <a:gd name="T6" fmla="*/ 0 w 1"/>
                  <a:gd name="T7" fmla="*/ 35 h 3"/>
                  <a:gd name="T8" fmla="*/ 0 w 1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1" name="Freeform 1834">
                <a:extLst>
                  <a:ext uri="{FF2B5EF4-FFF2-40B4-BE49-F238E27FC236}">
                    <a16:creationId xmlns:a16="http://schemas.microsoft.com/office/drawing/2014/main" id="{BFF6E17A-5899-4F60-9D4E-59C267455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76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2" name="Freeform 1835">
                <a:extLst>
                  <a:ext uri="{FF2B5EF4-FFF2-40B4-BE49-F238E27FC236}">
                    <a16:creationId xmlns:a16="http://schemas.microsoft.com/office/drawing/2014/main" id="{6DCE15FF-FDEC-4FE9-B88C-622B93677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76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3" name="Freeform 1836">
                <a:extLst>
                  <a:ext uri="{FF2B5EF4-FFF2-40B4-BE49-F238E27FC236}">
                    <a16:creationId xmlns:a16="http://schemas.microsoft.com/office/drawing/2014/main" id="{C5156F58-A254-4617-ACDC-358F79D68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66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4" name="Freeform 1837">
                <a:extLst>
                  <a:ext uri="{FF2B5EF4-FFF2-40B4-BE49-F238E27FC236}">
                    <a16:creationId xmlns:a16="http://schemas.microsoft.com/office/drawing/2014/main" id="{C1899C63-D52C-4BCD-AFCC-2F8DD9ACA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6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5" name="Freeform 1838">
                <a:extLst>
                  <a:ext uri="{FF2B5EF4-FFF2-40B4-BE49-F238E27FC236}">
                    <a16:creationId xmlns:a16="http://schemas.microsoft.com/office/drawing/2014/main" id="{8F56861A-4735-4FF2-BC51-19CD9218C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6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6" name="Freeform 1839">
                <a:extLst>
                  <a:ext uri="{FF2B5EF4-FFF2-40B4-BE49-F238E27FC236}">
                    <a16:creationId xmlns:a16="http://schemas.microsoft.com/office/drawing/2014/main" id="{B6714F76-5312-4529-9EC2-76CEC1165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76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7" name="Freeform 1840">
                <a:extLst>
                  <a:ext uri="{FF2B5EF4-FFF2-40B4-BE49-F238E27FC236}">
                    <a16:creationId xmlns:a16="http://schemas.microsoft.com/office/drawing/2014/main" id="{2A1F2DDC-DC59-4CD8-A59D-3E0088770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76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8" name="Freeform 1841">
                <a:extLst>
                  <a:ext uri="{FF2B5EF4-FFF2-40B4-BE49-F238E27FC236}">
                    <a16:creationId xmlns:a16="http://schemas.microsoft.com/office/drawing/2014/main" id="{74BCC68C-9063-4FF2-A22C-6D29E4D4B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76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9" name="Freeform 1842">
                <a:extLst>
                  <a:ext uri="{FF2B5EF4-FFF2-40B4-BE49-F238E27FC236}">
                    <a16:creationId xmlns:a16="http://schemas.microsoft.com/office/drawing/2014/main" id="{904A568A-3E3F-41CD-A006-02B893AD5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75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0" name="Freeform 1843">
                <a:extLst>
                  <a:ext uri="{FF2B5EF4-FFF2-40B4-BE49-F238E27FC236}">
                    <a16:creationId xmlns:a16="http://schemas.microsoft.com/office/drawing/2014/main" id="{0AAB2887-A369-4175-9B62-665347178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75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1" name="Freeform 1844">
                <a:extLst>
                  <a:ext uri="{FF2B5EF4-FFF2-40B4-BE49-F238E27FC236}">
                    <a16:creationId xmlns:a16="http://schemas.microsoft.com/office/drawing/2014/main" id="{792D555B-B59E-4368-8418-3D0DDFBB5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75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2" name="Freeform 1845">
                <a:extLst>
                  <a:ext uri="{FF2B5EF4-FFF2-40B4-BE49-F238E27FC236}">
                    <a16:creationId xmlns:a16="http://schemas.microsoft.com/office/drawing/2014/main" id="{C28664B7-7A20-43A1-A6A1-E124C98B5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766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3" name="Freeform 1846">
                <a:extLst>
                  <a:ext uri="{FF2B5EF4-FFF2-40B4-BE49-F238E27FC236}">
                    <a16:creationId xmlns:a16="http://schemas.microsoft.com/office/drawing/2014/main" id="{68C87F16-1608-44F1-8FDA-3B40045EE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76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4" name="Freeform 1847">
                <a:extLst>
                  <a:ext uri="{FF2B5EF4-FFF2-40B4-BE49-F238E27FC236}">
                    <a16:creationId xmlns:a16="http://schemas.microsoft.com/office/drawing/2014/main" id="{E2DE5C7D-D7E8-4663-938A-1F222EFD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76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5" name="Freeform 1848">
                <a:extLst>
                  <a:ext uri="{FF2B5EF4-FFF2-40B4-BE49-F238E27FC236}">
                    <a16:creationId xmlns:a16="http://schemas.microsoft.com/office/drawing/2014/main" id="{F71F05E6-17F9-4D1C-919C-F0DF808D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76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6" name="Freeform 1849">
                <a:extLst>
                  <a:ext uri="{FF2B5EF4-FFF2-40B4-BE49-F238E27FC236}">
                    <a16:creationId xmlns:a16="http://schemas.microsoft.com/office/drawing/2014/main" id="{AFD87A98-DDAC-46BC-A2E4-6970836B2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76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7" name="Freeform 1850">
                <a:extLst>
                  <a:ext uri="{FF2B5EF4-FFF2-40B4-BE49-F238E27FC236}">
                    <a16:creationId xmlns:a16="http://schemas.microsoft.com/office/drawing/2014/main" id="{3945D400-ACD4-48F8-A07D-EAE10ED51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76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8" name="Freeform 1851">
                <a:extLst>
                  <a:ext uri="{FF2B5EF4-FFF2-40B4-BE49-F238E27FC236}">
                    <a16:creationId xmlns:a16="http://schemas.microsoft.com/office/drawing/2014/main" id="{590ABE90-B178-4CE6-A8A1-7E90E0F3D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76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9" name="Freeform 1852">
                <a:extLst>
                  <a:ext uri="{FF2B5EF4-FFF2-40B4-BE49-F238E27FC236}">
                    <a16:creationId xmlns:a16="http://schemas.microsoft.com/office/drawing/2014/main" id="{38203C58-C4F8-4637-8F98-035CE8F38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6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0" name="Freeform 1853">
                <a:extLst>
                  <a:ext uri="{FF2B5EF4-FFF2-40B4-BE49-F238E27FC236}">
                    <a16:creationId xmlns:a16="http://schemas.microsoft.com/office/drawing/2014/main" id="{D98878FB-D286-4919-B8CB-D4D12386E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6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1" name="Freeform 1854">
                <a:extLst>
                  <a:ext uri="{FF2B5EF4-FFF2-40B4-BE49-F238E27FC236}">
                    <a16:creationId xmlns:a16="http://schemas.microsoft.com/office/drawing/2014/main" id="{013AC9DA-1E4B-4F9A-9A2E-9CED97BF6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6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2" name="Freeform 1855">
                <a:extLst>
                  <a:ext uri="{FF2B5EF4-FFF2-40B4-BE49-F238E27FC236}">
                    <a16:creationId xmlns:a16="http://schemas.microsoft.com/office/drawing/2014/main" id="{6E64EB87-E932-4997-B729-B49A68BDD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76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3" name="Freeform 1856">
                <a:extLst>
                  <a:ext uri="{FF2B5EF4-FFF2-40B4-BE49-F238E27FC236}">
                    <a16:creationId xmlns:a16="http://schemas.microsoft.com/office/drawing/2014/main" id="{8D5BD7FF-36DD-448E-BC3A-AF557DD2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76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4" name="Freeform 1857">
                <a:extLst>
                  <a:ext uri="{FF2B5EF4-FFF2-40B4-BE49-F238E27FC236}">
                    <a16:creationId xmlns:a16="http://schemas.microsoft.com/office/drawing/2014/main" id="{139C1C08-16B5-4F6D-92F1-38A7C7700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76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5" name="Freeform 1858">
                <a:extLst>
                  <a:ext uri="{FF2B5EF4-FFF2-40B4-BE49-F238E27FC236}">
                    <a16:creationId xmlns:a16="http://schemas.microsoft.com/office/drawing/2014/main" id="{555989AE-1EB3-4E72-A8B6-13454538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6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6" name="Freeform 1859">
                <a:extLst>
                  <a:ext uri="{FF2B5EF4-FFF2-40B4-BE49-F238E27FC236}">
                    <a16:creationId xmlns:a16="http://schemas.microsoft.com/office/drawing/2014/main" id="{D020811F-9B14-4FDE-8646-FA93DD19B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6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7" name="Freeform 1860">
                <a:extLst>
                  <a:ext uri="{FF2B5EF4-FFF2-40B4-BE49-F238E27FC236}">
                    <a16:creationId xmlns:a16="http://schemas.microsoft.com/office/drawing/2014/main" id="{CADE4E4F-76E3-4C41-AC8F-EE11F236B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758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8" name="Freeform 1861">
                <a:extLst>
                  <a:ext uri="{FF2B5EF4-FFF2-40B4-BE49-F238E27FC236}">
                    <a16:creationId xmlns:a16="http://schemas.microsoft.com/office/drawing/2014/main" id="{48328D79-3688-4956-86D6-AD80446A2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75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9" name="Freeform 1862">
                <a:extLst>
                  <a:ext uri="{FF2B5EF4-FFF2-40B4-BE49-F238E27FC236}">
                    <a16:creationId xmlns:a16="http://schemas.microsoft.com/office/drawing/2014/main" id="{6A122091-A7DF-49C1-91FD-FBE75A2FE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75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0" name="Freeform 1863">
                <a:extLst>
                  <a:ext uri="{FF2B5EF4-FFF2-40B4-BE49-F238E27FC236}">
                    <a16:creationId xmlns:a16="http://schemas.microsoft.com/office/drawing/2014/main" id="{83AB5584-FE44-4931-B248-AD7AC7F64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5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1" name="Freeform 1864">
                <a:extLst>
                  <a:ext uri="{FF2B5EF4-FFF2-40B4-BE49-F238E27FC236}">
                    <a16:creationId xmlns:a16="http://schemas.microsoft.com/office/drawing/2014/main" id="{529C2F74-EE8D-4702-B0EA-26D1655D3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758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2" name="Freeform 1865">
                <a:extLst>
                  <a:ext uri="{FF2B5EF4-FFF2-40B4-BE49-F238E27FC236}">
                    <a16:creationId xmlns:a16="http://schemas.microsoft.com/office/drawing/2014/main" id="{9D815660-BA3D-4110-BB30-2317407A6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758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3" name="Freeform 1866">
                <a:extLst>
                  <a:ext uri="{FF2B5EF4-FFF2-40B4-BE49-F238E27FC236}">
                    <a16:creationId xmlns:a16="http://schemas.microsoft.com/office/drawing/2014/main" id="{6CE72DF0-657D-4299-B56B-9D7188345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5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4" name="Freeform 1867">
                <a:extLst>
                  <a:ext uri="{FF2B5EF4-FFF2-40B4-BE49-F238E27FC236}">
                    <a16:creationId xmlns:a16="http://schemas.microsoft.com/office/drawing/2014/main" id="{6470AAA5-BE24-4EE6-BAE5-7FC7A0219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753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5" name="Freeform 1868">
                <a:extLst>
                  <a:ext uri="{FF2B5EF4-FFF2-40B4-BE49-F238E27FC236}">
                    <a16:creationId xmlns:a16="http://schemas.microsoft.com/office/drawing/2014/main" id="{E087F062-974B-42BF-A8F0-305FC5633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753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6" name="Oval 1869">
                <a:extLst>
                  <a:ext uri="{FF2B5EF4-FFF2-40B4-BE49-F238E27FC236}">
                    <a16:creationId xmlns:a16="http://schemas.microsoft.com/office/drawing/2014/main" id="{5AFAA587-9483-4B2A-8D1B-F580CE89F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2747"/>
                <a:ext cx="3" cy="6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67" name="Freeform 1870">
                <a:extLst>
                  <a:ext uri="{FF2B5EF4-FFF2-40B4-BE49-F238E27FC236}">
                    <a16:creationId xmlns:a16="http://schemas.microsoft.com/office/drawing/2014/main" id="{DC35387E-AC52-4B92-88B4-AA2EA790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747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8" name="Freeform 1871">
                <a:extLst>
                  <a:ext uri="{FF2B5EF4-FFF2-40B4-BE49-F238E27FC236}">
                    <a16:creationId xmlns:a16="http://schemas.microsoft.com/office/drawing/2014/main" id="{8E1D4E8A-99CF-450F-81D7-5844CB8F9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747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9" name="Oval 1872">
                <a:extLst>
                  <a:ext uri="{FF2B5EF4-FFF2-40B4-BE49-F238E27FC236}">
                    <a16:creationId xmlns:a16="http://schemas.microsoft.com/office/drawing/2014/main" id="{2BB33B25-85EB-42D4-92D8-00A26207E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753"/>
                <a:ext cx="5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70" name="Freeform 1873">
                <a:extLst>
                  <a:ext uri="{FF2B5EF4-FFF2-40B4-BE49-F238E27FC236}">
                    <a16:creationId xmlns:a16="http://schemas.microsoft.com/office/drawing/2014/main" id="{135D486B-2B8C-4686-9C60-E52482B4B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75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1" name="Freeform 1874">
                <a:extLst>
                  <a:ext uri="{FF2B5EF4-FFF2-40B4-BE49-F238E27FC236}">
                    <a16:creationId xmlns:a16="http://schemas.microsoft.com/office/drawing/2014/main" id="{62936117-F2E9-4645-9367-93E1AC1E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75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2" name="Freeform 1875">
                <a:extLst>
                  <a:ext uri="{FF2B5EF4-FFF2-40B4-BE49-F238E27FC236}">
                    <a16:creationId xmlns:a16="http://schemas.microsoft.com/office/drawing/2014/main" id="{319260E2-A8A2-4932-A524-431876C04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76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3" name="Freeform 1876">
                <a:extLst>
                  <a:ext uri="{FF2B5EF4-FFF2-40B4-BE49-F238E27FC236}">
                    <a16:creationId xmlns:a16="http://schemas.microsoft.com/office/drawing/2014/main" id="{0E0127AC-BD52-4F1D-956C-E6716C01A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77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4" name="Freeform 1877">
                <a:extLst>
                  <a:ext uri="{FF2B5EF4-FFF2-40B4-BE49-F238E27FC236}">
                    <a16:creationId xmlns:a16="http://schemas.microsoft.com/office/drawing/2014/main" id="{1E8CC804-4BBE-40C1-A09D-C8A5A47E4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77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5" name="Freeform 1878">
                <a:extLst>
                  <a:ext uri="{FF2B5EF4-FFF2-40B4-BE49-F238E27FC236}">
                    <a16:creationId xmlns:a16="http://schemas.microsoft.com/office/drawing/2014/main" id="{05A887FE-412C-4D88-93EF-0523D91CD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774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33 h 2"/>
                  <a:gd name="T4" fmla="*/ 0 w 1"/>
                  <a:gd name="T5" fmla="*/ 20 h 2"/>
                  <a:gd name="T6" fmla="*/ 0 w 1"/>
                  <a:gd name="T7" fmla="*/ 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6" name="Freeform 1879">
                <a:extLst>
                  <a:ext uri="{FF2B5EF4-FFF2-40B4-BE49-F238E27FC236}">
                    <a16:creationId xmlns:a16="http://schemas.microsoft.com/office/drawing/2014/main" id="{F6EDEB34-2AFF-4602-8B3C-9E21A4528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77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7" name="Freeform 1880">
                <a:extLst>
                  <a:ext uri="{FF2B5EF4-FFF2-40B4-BE49-F238E27FC236}">
                    <a16:creationId xmlns:a16="http://schemas.microsoft.com/office/drawing/2014/main" id="{9D13D3C3-F6B2-46B6-A3EC-6CFFFF1E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77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0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8" name="Freeform 1881">
                <a:extLst>
                  <a:ext uri="{FF2B5EF4-FFF2-40B4-BE49-F238E27FC236}">
                    <a16:creationId xmlns:a16="http://schemas.microsoft.com/office/drawing/2014/main" id="{31001357-717C-4FF5-A9C1-50F7295D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77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0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9" name="Freeform 1882">
                <a:extLst>
                  <a:ext uri="{FF2B5EF4-FFF2-40B4-BE49-F238E27FC236}">
                    <a16:creationId xmlns:a16="http://schemas.microsoft.com/office/drawing/2014/main" id="{4699D89F-D24C-4921-8422-5F46A0401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6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0" name="Freeform 1883">
                <a:extLst>
                  <a:ext uri="{FF2B5EF4-FFF2-40B4-BE49-F238E27FC236}">
                    <a16:creationId xmlns:a16="http://schemas.microsoft.com/office/drawing/2014/main" id="{AD84D163-1341-4451-B341-0A2F5567B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6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1" name="Freeform 1884">
                <a:extLst>
                  <a:ext uri="{FF2B5EF4-FFF2-40B4-BE49-F238E27FC236}">
                    <a16:creationId xmlns:a16="http://schemas.microsoft.com/office/drawing/2014/main" id="{C1E44C99-AE61-4315-B26E-0BED9CE74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6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2" name="Freeform 1885">
                <a:extLst>
                  <a:ext uri="{FF2B5EF4-FFF2-40B4-BE49-F238E27FC236}">
                    <a16:creationId xmlns:a16="http://schemas.microsoft.com/office/drawing/2014/main" id="{DB2D3F1D-8D88-45E4-8F17-F00421E17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6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3" name="Freeform 1886">
                <a:extLst>
                  <a:ext uri="{FF2B5EF4-FFF2-40B4-BE49-F238E27FC236}">
                    <a16:creationId xmlns:a16="http://schemas.microsoft.com/office/drawing/2014/main" id="{08DAD101-C37C-45AC-A583-F3858A4CF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6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4" name="Freeform 1887">
                <a:extLst>
                  <a:ext uri="{FF2B5EF4-FFF2-40B4-BE49-F238E27FC236}">
                    <a16:creationId xmlns:a16="http://schemas.microsoft.com/office/drawing/2014/main" id="{5A0EC657-E015-43AB-A6D9-CDBBE2C9C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6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5" name="Freeform 1888">
                <a:extLst>
                  <a:ext uri="{FF2B5EF4-FFF2-40B4-BE49-F238E27FC236}">
                    <a16:creationId xmlns:a16="http://schemas.microsoft.com/office/drawing/2014/main" id="{A0E9407F-E328-42C3-A566-5A38DCA58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76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6" name="Freeform 1889">
                <a:extLst>
                  <a:ext uri="{FF2B5EF4-FFF2-40B4-BE49-F238E27FC236}">
                    <a16:creationId xmlns:a16="http://schemas.microsoft.com/office/drawing/2014/main" id="{6D6C481E-9176-4F23-8333-C2BD64443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76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7" name="Freeform 1890">
                <a:extLst>
                  <a:ext uri="{FF2B5EF4-FFF2-40B4-BE49-F238E27FC236}">
                    <a16:creationId xmlns:a16="http://schemas.microsoft.com/office/drawing/2014/main" id="{554EC8E0-4DE0-4ACF-9ACB-70043548F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76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8" name="Freeform 1891">
                <a:extLst>
                  <a:ext uri="{FF2B5EF4-FFF2-40B4-BE49-F238E27FC236}">
                    <a16:creationId xmlns:a16="http://schemas.microsoft.com/office/drawing/2014/main" id="{2C302AB2-E013-4CC4-8C16-59037657B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76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9" name="Freeform 1892">
                <a:extLst>
                  <a:ext uri="{FF2B5EF4-FFF2-40B4-BE49-F238E27FC236}">
                    <a16:creationId xmlns:a16="http://schemas.microsoft.com/office/drawing/2014/main" id="{6ADA078F-3A22-43D9-B960-AE72FCEAA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76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0" name="Freeform 1893">
                <a:extLst>
                  <a:ext uri="{FF2B5EF4-FFF2-40B4-BE49-F238E27FC236}">
                    <a16:creationId xmlns:a16="http://schemas.microsoft.com/office/drawing/2014/main" id="{3F6560BC-8210-4E16-BF2B-E1D24F88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76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1" name="Freeform 1894">
                <a:extLst>
                  <a:ext uri="{FF2B5EF4-FFF2-40B4-BE49-F238E27FC236}">
                    <a16:creationId xmlns:a16="http://schemas.microsoft.com/office/drawing/2014/main" id="{225F0328-7BC9-4D14-AE94-EAFE01CA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75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2" name="Freeform 1895">
                <a:extLst>
                  <a:ext uri="{FF2B5EF4-FFF2-40B4-BE49-F238E27FC236}">
                    <a16:creationId xmlns:a16="http://schemas.microsoft.com/office/drawing/2014/main" id="{3F3D0D89-53FA-4847-BE1A-C5663ABE1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5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3" name="Freeform 1896">
                <a:extLst>
                  <a:ext uri="{FF2B5EF4-FFF2-40B4-BE49-F238E27FC236}">
                    <a16:creationId xmlns:a16="http://schemas.microsoft.com/office/drawing/2014/main" id="{ACB3CA18-085A-47F7-99EA-A6D290B0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5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4" name="Freeform 1897">
                <a:extLst>
                  <a:ext uri="{FF2B5EF4-FFF2-40B4-BE49-F238E27FC236}">
                    <a16:creationId xmlns:a16="http://schemas.microsoft.com/office/drawing/2014/main" id="{ED5BCB8D-FF34-4454-B851-D07426F56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4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54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5" name="Freeform 1898">
                <a:extLst>
                  <a:ext uri="{FF2B5EF4-FFF2-40B4-BE49-F238E27FC236}">
                    <a16:creationId xmlns:a16="http://schemas.microsoft.com/office/drawing/2014/main" id="{4B53CCBB-1676-4EA8-AA5B-522956BFA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47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6" name="Freeform 1899">
                <a:extLst>
                  <a:ext uri="{FF2B5EF4-FFF2-40B4-BE49-F238E27FC236}">
                    <a16:creationId xmlns:a16="http://schemas.microsoft.com/office/drawing/2014/main" id="{4DADFD17-513B-4B3A-9D90-D94403AD1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47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7" name="Freeform 1900">
                <a:extLst>
                  <a:ext uri="{FF2B5EF4-FFF2-40B4-BE49-F238E27FC236}">
                    <a16:creationId xmlns:a16="http://schemas.microsoft.com/office/drawing/2014/main" id="{246167EC-579C-4E88-914D-B125C6FD7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76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8" name="Freeform 1901">
                <a:extLst>
                  <a:ext uri="{FF2B5EF4-FFF2-40B4-BE49-F238E27FC236}">
                    <a16:creationId xmlns:a16="http://schemas.microsoft.com/office/drawing/2014/main" id="{AA27B0B7-81A2-4789-BC7A-77BCF6C72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76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9" name="Freeform 1902">
                <a:extLst>
                  <a:ext uri="{FF2B5EF4-FFF2-40B4-BE49-F238E27FC236}">
                    <a16:creationId xmlns:a16="http://schemas.microsoft.com/office/drawing/2014/main" id="{63E06E37-4BBC-4DA2-963C-02D8A9BAE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76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0" name="Freeform 1903">
                <a:extLst>
                  <a:ext uri="{FF2B5EF4-FFF2-40B4-BE49-F238E27FC236}">
                    <a16:creationId xmlns:a16="http://schemas.microsoft.com/office/drawing/2014/main" id="{21C4F78B-68C9-49AD-B03E-AE7DA0A0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5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1" name="Freeform 1904">
                <a:extLst>
                  <a:ext uri="{FF2B5EF4-FFF2-40B4-BE49-F238E27FC236}">
                    <a16:creationId xmlns:a16="http://schemas.microsoft.com/office/drawing/2014/main" id="{2B0213C5-0CC0-4AD1-B4A8-4826F0426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5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2" name="Freeform 1905">
                <a:extLst>
                  <a:ext uri="{FF2B5EF4-FFF2-40B4-BE49-F238E27FC236}">
                    <a16:creationId xmlns:a16="http://schemas.microsoft.com/office/drawing/2014/main" id="{179376DB-1C60-4452-84FA-FE057EC80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5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3" name="Freeform 1906">
                <a:extLst>
                  <a:ext uri="{FF2B5EF4-FFF2-40B4-BE49-F238E27FC236}">
                    <a16:creationId xmlns:a16="http://schemas.microsoft.com/office/drawing/2014/main" id="{F6665A90-B694-4FB5-A21C-66527E8C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811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4" name="Freeform 1907">
                <a:extLst>
                  <a:ext uri="{FF2B5EF4-FFF2-40B4-BE49-F238E27FC236}">
                    <a16:creationId xmlns:a16="http://schemas.microsoft.com/office/drawing/2014/main" id="{D84D8A9F-64C4-46AF-A072-F47DCD17D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81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5" name="Freeform 1908">
                <a:extLst>
                  <a:ext uri="{FF2B5EF4-FFF2-40B4-BE49-F238E27FC236}">
                    <a16:creationId xmlns:a16="http://schemas.microsoft.com/office/drawing/2014/main" id="{81568144-536E-4061-9FB0-8D0AA5D4C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81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6" name="Freeform 1909">
                <a:extLst>
                  <a:ext uri="{FF2B5EF4-FFF2-40B4-BE49-F238E27FC236}">
                    <a16:creationId xmlns:a16="http://schemas.microsoft.com/office/drawing/2014/main" id="{F21E7441-FE3D-4099-9212-2F7C9AA73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06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33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7" name="Freeform 1910">
                <a:extLst>
                  <a:ext uri="{FF2B5EF4-FFF2-40B4-BE49-F238E27FC236}">
                    <a16:creationId xmlns:a16="http://schemas.microsoft.com/office/drawing/2014/main" id="{B1D5CDCD-B767-4DEB-BCC0-1EC8DDC6D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0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8" name="Freeform 1911">
                <a:extLst>
                  <a:ext uri="{FF2B5EF4-FFF2-40B4-BE49-F238E27FC236}">
                    <a16:creationId xmlns:a16="http://schemas.microsoft.com/office/drawing/2014/main" id="{EED9E773-F932-4582-8771-CD6BAA598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0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9" name="Freeform 1912">
                <a:extLst>
                  <a:ext uri="{FF2B5EF4-FFF2-40B4-BE49-F238E27FC236}">
                    <a16:creationId xmlns:a16="http://schemas.microsoft.com/office/drawing/2014/main" id="{9F8B9344-A16C-46CA-9BE3-C08DFB53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1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0" name="Freeform 1913">
                <a:extLst>
                  <a:ext uri="{FF2B5EF4-FFF2-40B4-BE49-F238E27FC236}">
                    <a16:creationId xmlns:a16="http://schemas.microsoft.com/office/drawing/2014/main" id="{21E819A5-E877-4161-9FF6-04B5B7EDE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1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1" name="Freeform 1914">
                <a:extLst>
                  <a:ext uri="{FF2B5EF4-FFF2-40B4-BE49-F238E27FC236}">
                    <a16:creationId xmlns:a16="http://schemas.microsoft.com/office/drawing/2014/main" id="{383B8E4E-43B6-4579-8E23-05F61A032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1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2" name="Freeform 1915">
                <a:extLst>
                  <a:ext uri="{FF2B5EF4-FFF2-40B4-BE49-F238E27FC236}">
                    <a16:creationId xmlns:a16="http://schemas.microsoft.com/office/drawing/2014/main" id="{9ED5030B-FD4C-4CAA-9430-B375ABD7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81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3" name="Freeform 1916">
                <a:extLst>
                  <a:ext uri="{FF2B5EF4-FFF2-40B4-BE49-F238E27FC236}">
                    <a16:creationId xmlns:a16="http://schemas.microsoft.com/office/drawing/2014/main" id="{DAAEA9BE-890E-48E5-B472-D8352B767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819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8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4" name="Freeform 1917">
                <a:extLst>
                  <a:ext uri="{FF2B5EF4-FFF2-40B4-BE49-F238E27FC236}">
                    <a16:creationId xmlns:a16="http://schemas.microsoft.com/office/drawing/2014/main" id="{5D1BA337-EC6D-4E2E-BB77-06E36144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819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8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5" name="Freeform 1918">
                <a:extLst>
                  <a:ext uri="{FF2B5EF4-FFF2-40B4-BE49-F238E27FC236}">
                    <a16:creationId xmlns:a16="http://schemas.microsoft.com/office/drawing/2014/main" id="{0BA0516F-82A7-4D05-827C-10B47D658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1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6" name="Freeform 1919">
                <a:extLst>
                  <a:ext uri="{FF2B5EF4-FFF2-40B4-BE49-F238E27FC236}">
                    <a16:creationId xmlns:a16="http://schemas.microsoft.com/office/drawing/2014/main" id="{AB66BFDC-2B6A-45BF-8AD2-B8975E19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1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7" name="Freeform 1920">
                <a:extLst>
                  <a:ext uri="{FF2B5EF4-FFF2-40B4-BE49-F238E27FC236}">
                    <a16:creationId xmlns:a16="http://schemas.microsoft.com/office/drawing/2014/main" id="{27DCEF42-0E97-4C98-A6AE-54D9BE05D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1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8" name="Freeform 1921">
                <a:extLst>
                  <a:ext uri="{FF2B5EF4-FFF2-40B4-BE49-F238E27FC236}">
                    <a16:creationId xmlns:a16="http://schemas.microsoft.com/office/drawing/2014/main" id="{883A9D1A-78DE-4309-AB26-8FCF909C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801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33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9" name="Freeform 1922">
                <a:extLst>
                  <a:ext uri="{FF2B5EF4-FFF2-40B4-BE49-F238E27FC236}">
                    <a16:creationId xmlns:a16="http://schemas.microsoft.com/office/drawing/2014/main" id="{A55EF6F0-A6B7-4AF7-A52D-53A6E222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80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0" name="Freeform 1923">
                <a:extLst>
                  <a:ext uri="{FF2B5EF4-FFF2-40B4-BE49-F238E27FC236}">
                    <a16:creationId xmlns:a16="http://schemas.microsoft.com/office/drawing/2014/main" id="{F7BBF969-E071-4753-ADA0-8A9BBE1E3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80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1" name="Freeform 1924">
                <a:extLst>
                  <a:ext uri="{FF2B5EF4-FFF2-40B4-BE49-F238E27FC236}">
                    <a16:creationId xmlns:a16="http://schemas.microsoft.com/office/drawing/2014/main" id="{0078FCDA-6B0F-45C5-ACB3-B899B8134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95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2" name="Freeform 1925">
                <a:extLst>
                  <a:ext uri="{FF2B5EF4-FFF2-40B4-BE49-F238E27FC236}">
                    <a16:creationId xmlns:a16="http://schemas.microsoft.com/office/drawing/2014/main" id="{11D2B6CC-6F1E-4D8A-95D9-4B460A90C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9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3" name="Freeform 1926">
                <a:extLst>
                  <a:ext uri="{FF2B5EF4-FFF2-40B4-BE49-F238E27FC236}">
                    <a16:creationId xmlns:a16="http://schemas.microsoft.com/office/drawing/2014/main" id="{95D3630C-83A6-46B9-9C92-C1D767388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9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4" name="Freeform 1927">
                <a:extLst>
                  <a:ext uri="{FF2B5EF4-FFF2-40B4-BE49-F238E27FC236}">
                    <a16:creationId xmlns:a16="http://schemas.microsoft.com/office/drawing/2014/main" id="{B5461BF7-6E81-4742-AC3B-9AFDEFBF6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0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0 w 1"/>
                  <a:gd name="T5" fmla="*/ 27 h 2"/>
                  <a:gd name="T6" fmla="*/ 0 w 1"/>
                  <a:gd name="T7" fmla="*/ 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5" name="Freeform 1928">
                <a:extLst>
                  <a:ext uri="{FF2B5EF4-FFF2-40B4-BE49-F238E27FC236}">
                    <a16:creationId xmlns:a16="http://schemas.microsoft.com/office/drawing/2014/main" id="{66F16442-C987-4688-A4C9-8A9310CF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0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6" name="Freeform 1929">
                <a:extLst>
                  <a:ext uri="{FF2B5EF4-FFF2-40B4-BE49-F238E27FC236}">
                    <a16:creationId xmlns:a16="http://schemas.microsoft.com/office/drawing/2014/main" id="{FAFB417C-171B-48D8-BFC5-9D2E54C1F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0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7" name="Freeform 1930">
                <a:extLst>
                  <a:ext uri="{FF2B5EF4-FFF2-40B4-BE49-F238E27FC236}">
                    <a16:creationId xmlns:a16="http://schemas.microsoft.com/office/drawing/2014/main" id="{5A332D35-6261-4DBB-8106-07A25F6AE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809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33 h 2"/>
                  <a:gd name="T4" fmla="*/ 0 w 1"/>
                  <a:gd name="T5" fmla="*/ 20 h 2"/>
                  <a:gd name="T6" fmla="*/ 0 w 1"/>
                  <a:gd name="T7" fmla="*/ 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8" name="Freeform 1931">
                <a:extLst>
                  <a:ext uri="{FF2B5EF4-FFF2-40B4-BE49-F238E27FC236}">
                    <a16:creationId xmlns:a16="http://schemas.microsoft.com/office/drawing/2014/main" id="{65411B1D-C4D1-4D3D-B232-6A2D0ADAB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80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9" name="Freeform 1932">
                <a:extLst>
                  <a:ext uri="{FF2B5EF4-FFF2-40B4-BE49-F238E27FC236}">
                    <a16:creationId xmlns:a16="http://schemas.microsoft.com/office/drawing/2014/main" id="{6A0657F2-678C-4F00-81E4-583F3D2B3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80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0" name="Freeform 1933">
                <a:extLst>
                  <a:ext uri="{FF2B5EF4-FFF2-40B4-BE49-F238E27FC236}">
                    <a16:creationId xmlns:a16="http://schemas.microsoft.com/office/drawing/2014/main" id="{9117E4C4-DD57-4F34-B244-B1CB638B2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81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1" name="Freeform 1934">
                <a:extLst>
                  <a:ext uri="{FF2B5EF4-FFF2-40B4-BE49-F238E27FC236}">
                    <a16:creationId xmlns:a16="http://schemas.microsoft.com/office/drawing/2014/main" id="{B0EAC7E6-5676-4797-B7BC-A8BD17B2C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81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2" name="Freeform 1935">
                <a:extLst>
                  <a:ext uri="{FF2B5EF4-FFF2-40B4-BE49-F238E27FC236}">
                    <a16:creationId xmlns:a16="http://schemas.microsoft.com/office/drawing/2014/main" id="{4F2F0130-9D66-4BD0-A0F6-93CDF286F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81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3" name="Freeform 1936">
                <a:extLst>
                  <a:ext uri="{FF2B5EF4-FFF2-40B4-BE49-F238E27FC236}">
                    <a16:creationId xmlns:a16="http://schemas.microsoft.com/office/drawing/2014/main" id="{F723E9DD-C102-4B51-ADD3-5D5A5CE95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81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4" name="Freeform 1937">
                <a:extLst>
                  <a:ext uri="{FF2B5EF4-FFF2-40B4-BE49-F238E27FC236}">
                    <a16:creationId xmlns:a16="http://schemas.microsoft.com/office/drawing/2014/main" id="{D0408D0D-31FC-45F4-9B56-984115434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81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5" name="Freeform 1938">
                <a:extLst>
                  <a:ext uri="{FF2B5EF4-FFF2-40B4-BE49-F238E27FC236}">
                    <a16:creationId xmlns:a16="http://schemas.microsoft.com/office/drawing/2014/main" id="{EE195673-1594-4447-AB1D-F26D88B73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81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6" name="Freeform 1939">
                <a:extLst>
                  <a:ext uri="{FF2B5EF4-FFF2-40B4-BE49-F238E27FC236}">
                    <a16:creationId xmlns:a16="http://schemas.microsoft.com/office/drawing/2014/main" id="{7627756F-6A24-450C-B474-A5AEBE6D7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822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33 h 2"/>
                  <a:gd name="T4" fmla="*/ 0 w 1"/>
                  <a:gd name="T5" fmla="*/ 20 h 2"/>
                  <a:gd name="T6" fmla="*/ 0 w 1"/>
                  <a:gd name="T7" fmla="*/ 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7" name="Freeform 1940">
                <a:extLst>
                  <a:ext uri="{FF2B5EF4-FFF2-40B4-BE49-F238E27FC236}">
                    <a16:creationId xmlns:a16="http://schemas.microsoft.com/office/drawing/2014/main" id="{8FF19CB7-2848-498E-BBF9-1EE3AE84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82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8" name="Freeform 1941">
                <a:extLst>
                  <a:ext uri="{FF2B5EF4-FFF2-40B4-BE49-F238E27FC236}">
                    <a16:creationId xmlns:a16="http://schemas.microsoft.com/office/drawing/2014/main" id="{33EDE9DC-F07E-45C6-ABD5-F04C0163C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82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9" name="Freeform 1942">
                <a:extLst>
                  <a:ext uri="{FF2B5EF4-FFF2-40B4-BE49-F238E27FC236}">
                    <a16:creationId xmlns:a16="http://schemas.microsoft.com/office/drawing/2014/main" id="{457131C2-FA60-4A1F-8AD3-80EEFF386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81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0" name="Freeform 1943">
                <a:extLst>
                  <a:ext uri="{FF2B5EF4-FFF2-40B4-BE49-F238E27FC236}">
                    <a16:creationId xmlns:a16="http://schemas.microsoft.com/office/drawing/2014/main" id="{EFAF0CF7-C97A-4D1E-8C08-5E58661AD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81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1" name="Freeform 1944">
                <a:extLst>
                  <a:ext uri="{FF2B5EF4-FFF2-40B4-BE49-F238E27FC236}">
                    <a16:creationId xmlns:a16="http://schemas.microsoft.com/office/drawing/2014/main" id="{22A04D0B-9C86-4CC4-9F64-E6786C3A1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81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2" name="Freeform 1945">
                <a:extLst>
                  <a:ext uri="{FF2B5EF4-FFF2-40B4-BE49-F238E27FC236}">
                    <a16:creationId xmlns:a16="http://schemas.microsoft.com/office/drawing/2014/main" id="{3813452A-8B04-436D-866C-3E9D02FD7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82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3" name="Freeform 1946">
                <a:extLst>
                  <a:ext uri="{FF2B5EF4-FFF2-40B4-BE49-F238E27FC236}">
                    <a16:creationId xmlns:a16="http://schemas.microsoft.com/office/drawing/2014/main" id="{334F549F-644E-4D85-9704-BFA21B957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82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4" name="Freeform 1947">
                <a:extLst>
                  <a:ext uri="{FF2B5EF4-FFF2-40B4-BE49-F238E27FC236}">
                    <a16:creationId xmlns:a16="http://schemas.microsoft.com/office/drawing/2014/main" id="{8C552A17-1B3F-416C-A430-C4B8C0BE6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82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5" name="Freeform 1948">
                <a:extLst>
                  <a:ext uri="{FF2B5EF4-FFF2-40B4-BE49-F238E27FC236}">
                    <a16:creationId xmlns:a16="http://schemas.microsoft.com/office/drawing/2014/main" id="{75687A10-1DE2-4E96-9042-4FAC36E91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81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6" name="Freeform 1949">
                <a:extLst>
                  <a:ext uri="{FF2B5EF4-FFF2-40B4-BE49-F238E27FC236}">
                    <a16:creationId xmlns:a16="http://schemas.microsoft.com/office/drawing/2014/main" id="{5DDD4831-95E1-4A46-822B-B7E88066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819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7" name="Freeform 1950">
                <a:extLst>
                  <a:ext uri="{FF2B5EF4-FFF2-40B4-BE49-F238E27FC236}">
                    <a16:creationId xmlns:a16="http://schemas.microsoft.com/office/drawing/2014/main" id="{99E0D8FD-D52E-4052-96D5-85D39665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819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54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8" name="Freeform 1951">
                <a:extLst>
                  <a:ext uri="{FF2B5EF4-FFF2-40B4-BE49-F238E27FC236}">
                    <a16:creationId xmlns:a16="http://schemas.microsoft.com/office/drawing/2014/main" id="{F61E5595-BF06-4F8C-BED3-052DE7BD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81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2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9" name="Freeform 1952">
                <a:extLst>
                  <a:ext uri="{FF2B5EF4-FFF2-40B4-BE49-F238E27FC236}">
                    <a16:creationId xmlns:a16="http://schemas.microsoft.com/office/drawing/2014/main" id="{4E662E67-3BD5-472B-A0CA-18227EC67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81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98" name="Group 1953">
              <a:extLst>
                <a:ext uri="{FF2B5EF4-FFF2-40B4-BE49-F238E27FC236}">
                  <a16:creationId xmlns:a16="http://schemas.microsoft.com/office/drawing/2014/main" id="{35E350BD-60B6-43FA-A012-C1BFEF4EEE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3" y="2761"/>
              <a:ext cx="115" cy="85"/>
              <a:chOff x="2473" y="2761"/>
              <a:chExt cx="115" cy="85"/>
            </a:xfrm>
          </p:grpSpPr>
          <p:sp>
            <p:nvSpPr>
              <p:cNvPr id="32350" name="Freeform 1954">
                <a:extLst>
                  <a:ext uri="{FF2B5EF4-FFF2-40B4-BE49-F238E27FC236}">
                    <a16:creationId xmlns:a16="http://schemas.microsoft.com/office/drawing/2014/main" id="{1E994188-E220-4ECA-90E9-1E2C7668B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81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1" name="Freeform 1955">
                <a:extLst>
                  <a:ext uri="{FF2B5EF4-FFF2-40B4-BE49-F238E27FC236}">
                    <a16:creationId xmlns:a16="http://schemas.microsoft.com/office/drawing/2014/main" id="{9A428C04-D536-4AEF-A3F0-F26F0152D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825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33 h 2"/>
                  <a:gd name="T4" fmla="*/ 0 w 1"/>
                  <a:gd name="T5" fmla="*/ 20 h 2"/>
                  <a:gd name="T6" fmla="*/ 0 w 1"/>
                  <a:gd name="T7" fmla="*/ 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2" name="Freeform 1956">
                <a:extLst>
                  <a:ext uri="{FF2B5EF4-FFF2-40B4-BE49-F238E27FC236}">
                    <a16:creationId xmlns:a16="http://schemas.microsoft.com/office/drawing/2014/main" id="{0D27B922-9417-44DE-9506-266CF507C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82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3" name="Freeform 1957">
                <a:extLst>
                  <a:ext uri="{FF2B5EF4-FFF2-40B4-BE49-F238E27FC236}">
                    <a16:creationId xmlns:a16="http://schemas.microsoft.com/office/drawing/2014/main" id="{E5216DED-575F-4001-8FDC-CE8569F7D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82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4" name="Freeform 1958">
                <a:extLst>
                  <a:ext uri="{FF2B5EF4-FFF2-40B4-BE49-F238E27FC236}">
                    <a16:creationId xmlns:a16="http://schemas.microsoft.com/office/drawing/2014/main" id="{3D83E0E2-15B4-4620-BD8A-F0465409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830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33 h 2"/>
                  <a:gd name="T4" fmla="*/ 0 w 1"/>
                  <a:gd name="T5" fmla="*/ 20 h 2"/>
                  <a:gd name="T6" fmla="*/ 27 w 1"/>
                  <a:gd name="T7" fmla="*/ 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5" name="Freeform 1959">
                <a:extLst>
                  <a:ext uri="{FF2B5EF4-FFF2-40B4-BE49-F238E27FC236}">
                    <a16:creationId xmlns:a16="http://schemas.microsoft.com/office/drawing/2014/main" id="{6A01268F-2C51-4244-8F1F-47BE7FB8D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83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6" name="Freeform 1960">
                <a:extLst>
                  <a:ext uri="{FF2B5EF4-FFF2-40B4-BE49-F238E27FC236}">
                    <a16:creationId xmlns:a16="http://schemas.microsoft.com/office/drawing/2014/main" id="{F6C8E339-04C9-4195-A97D-2E5327EEC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83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7" name="Freeform 1961">
                <a:extLst>
                  <a:ext uri="{FF2B5EF4-FFF2-40B4-BE49-F238E27FC236}">
                    <a16:creationId xmlns:a16="http://schemas.microsoft.com/office/drawing/2014/main" id="{3E534F25-AA27-42C5-9E6D-88481BE3A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1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8" name="Freeform 1962">
                <a:extLst>
                  <a:ext uri="{FF2B5EF4-FFF2-40B4-BE49-F238E27FC236}">
                    <a16:creationId xmlns:a16="http://schemas.microsoft.com/office/drawing/2014/main" id="{C771EDB3-5C6A-45A3-94EA-AC6F37834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1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9" name="Freeform 1963">
                <a:extLst>
                  <a:ext uri="{FF2B5EF4-FFF2-40B4-BE49-F238E27FC236}">
                    <a16:creationId xmlns:a16="http://schemas.microsoft.com/office/drawing/2014/main" id="{74D45259-2A5E-4F4E-9E93-8784E0379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1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0" name="Freeform 1964">
                <a:extLst>
                  <a:ext uri="{FF2B5EF4-FFF2-40B4-BE49-F238E27FC236}">
                    <a16:creationId xmlns:a16="http://schemas.microsoft.com/office/drawing/2014/main" id="{CBD38FDA-C094-4DB1-9695-9C7E73B81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81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1" name="Freeform 1965">
                <a:extLst>
                  <a:ext uri="{FF2B5EF4-FFF2-40B4-BE49-F238E27FC236}">
                    <a16:creationId xmlns:a16="http://schemas.microsoft.com/office/drawing/2014/main" id="{D1F624A0-A71B-4FE1-BA29-EF1CA78C3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1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2" name="Freeform 1966">
                <a:extLst>
                  <a:ext uri="{FF2B5EF4-FFF2-40B4-BE49-F238E27FC236}">
                    <a16:creationId xmlns:a16="http://schemas.microsoft.com/office/drawing/2014/main" id="{8F60C94C-0089-4F15-8291-65BDC6B78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1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3" name="Freeform 1967">
                <a:extLst>
                  <a:ext uri="{FF2B5EF4-FFF2-40B4-BE49-F238E27FC236}">
                    <a16:creationId xmlns:a16="http://schemas.microsoft.com/office/drawing/2014/main" id="{47623726-D87A-4C85-BE4A-41C4E46EC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81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4" name="Freeform 1968">
                <a:extLst>
                  <a:ext uri="{FF2B5EF4-FFF2-40B4-BE49-F238E27FC236}">
                    <a16:creationId xmlns:a16="http://schemas.microsoft.com/office/drawing/2014/main" id="{4B0AF1EA-AB73-429A-80DC-D723C4F1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814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5" name="Freeform 1969">
                <a:extLst>
                  <a:ext uri="{FF2B5EF4-FFF2-40B4-BE49-F238E27FC236}">
                    <a16:creationId xmlns:a16="http://schemas.microsoft.com/office/drawing/2014/main" id="{301F432A-F39B-46A3-9D9E-E2A964B13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814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6" name="Freeform 1970">
                <a:extLst>
                  <a:ext uri="{FF2B5EF4-FFF2-40B4-BE49-F238E27FC236}">
                    <a16:creationId xmlns:a16="http://schemas.microsoft.com/office/drawing/2014/main" id="{2A186BFF-8A0D-4725-B546-E1F1E8BF0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81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54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7" name="Freeform 1971">
                <a:extLst>
                  <a:ext uri="{FF2B5EF4-FFF2-40B4-BE49-F238E27FC236}">
                    <a16:creationId xmlns:a16="http://schemas.microsoft.com/office/drawing/2014/main" id="{60BBF133-F803-4357-822F-9F418BD6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82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8" name="Freeform 1972">
                <a:extLst>
                  <a:ext uri="{FF2B5EF4-FFF2-40B4-BE49-F238E27FC236}">
                    <a16:creationId xmlns:a16="http://schemas.microsoft.com/office/drawing/2014/main" id="{BDF6145C-BC7A-4B9A-93F3-56A36C9A8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82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9" name="Freeform 1973">
                <a:extLst>
                  <a:ext uri="{FF2B5EF4-FFF2-40B4-BE49-F238E27FC236}">
                    <a16:creationId xmlns:a16="http://schemas.microsoft.com/office/drawing/2014/main" id="{720E8F78-3E32-411D-A74D-C3F15E048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81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0" name="Freeform 1974">
                <a:extLst>
                  <a:ext uri="{FF2B5EF4-FFF2-40B4-BE49-F238E27FC236}">
                    <a16:creationId xmlns:a16="http://schemas.microsoft.com/office/drawing/2014/main" id="{89FAB7A4-7E0A-4222-8BC0-7BB368552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81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1" name="Freeform 1975">
                <a:extLst>
                  <a:ext uri="{FF2B5EF4-FFF2-40B4-BE49-F238E27FC236}">
                    <a16:creationId xmlns:a16="http://schemas.microsoft.com/office/drawing/2014/main" id="{EB7E418C-4DD0-49D6-9C6A-30094256C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81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2" name="Freeform 1976">
                <a:extLst>
                  <a:ext uri="{FF2B5EF4-FFF2-40B4-BE49-F238E27FC236}">
                    <a16:creationId xmlns:a16="http://schemas.microsoft.com/office/drawing/2014/main" id="{474F2B3B-F27F-4258-8186-388C7FD23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819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54 h 2"/>
                  <a:gd name="T4" fmla="*/ 0 w 1"/>
                  <a:gd name="T5" fmla="*/ 27 h 2"/>
                  <a:gd name="T6" fmla="*/ 0 w 1"/>
                  <a:gd name="T7" fmla="*/ 0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3" name="Freeform 1977">
                <a:extLst>
                  <a:ext uri="{FF2B5EF4-FFF2-40B4-BE49-F238E27FC236}">
                    <a16:creationId xmlns:a16="http://schemas.microsoft.com/office/drawing/2014/main" id="{22992425-39B3-4F35-B036-19BFECE32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81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4" name="Freeform 1978">
                <a:extLst>
                  <a:ext uri="{FF2B5EF4-FFF2-40B4-BE49-F238E27FC236}">
                    <a16:creationId xmlns:a16="http://schemas.microsoft.com/office/drawing/2014/main" id="{7C2A0706-C352-4698-9311-83EF0884A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81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5" name="Freeform 1979">
                <a:extLst>
                  <a:ext uri="{FF2B5EF4-FFF2-40B4-BE49-F238E27FC236}">
                    <a16:creationId xmlns:a16="http://schemas.microsoft.com/office/drawing/2014/main" id="{0F1A95DE-9049-4961-967A-44CBAEAC7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82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20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6" name="Freeform 1980">
                <a:extLst>
                  <a:ext uri="{FF2B5EF4-FFF2-40B4-BE49-F238E27FC236}">
                    <a16:creationId xmlns:a16="http://schemas.microsoft.com/office/drawing/2014/main" id="{363E4A66-DFC4-4FB7-9317-D17646180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82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7" name="Freeform 1981">
                <a:extLst>
                  <a:ext uri="{FF2B5EF4-FFF2-40B4-BE49-F238E27FC236}">
                    <a16:creationId xmlns:a16="http://schemas.microsoft.com/office/drawing/2014/main" id="{3C2B3B2A-B7FE-4A18-8FD9-DBDF2392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82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8" name="Freeform 1982">
                <a:extLst>
                  <a:ext uri="{FF2B5EF4-FFF2-40B4-BE49-F238E27FC236}">
                    <a16:creationId xmlns:a16="http://schemas.microsoft.com/office/drawing/2014/main" id="{49753612-7A91-41C3-88D9-1FD0C7672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827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27 w 1"/>
                  <a:gd name="T3" fmla="*/ 54 h 2"/>
                  <a:gd name="T4" fmla="*/ 0 w 1"/>
                  <a:gd name="T5" fmla="*/ 27 h 2"/>
                  <a:gd name="T6" fmla="*/ 0 w 1"/>
                  <a:gd name="T7" fmla="*/ 0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9" name="Freeform 1983">
                <a:extLst>
                  <a:ext uri="{FF2B5EF4-FFF2-40B4-BE49-F238E27FC236}">
                    <a16:creationId xmlns:a16="http://schemas.microsoft.com/office/drawing/2014/main" id="{53733656-C5E2-4C80-8A04-D7043DBF0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82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0" name="Freeform 1984">
                <a:extLst>
                  <a:ext uri="{FF2B5EF4-FFF2-40B4-BE49-F238E27FC236}">
                    <a16:creationId xmlns:a16="http://schemas.microsoft.com/office/drawing/2014/main" id="{FD1BDD40-62C1-4E1E-95E4-30335CA14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82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1" name="Freeform 1985">
                <a:extLst>
                  <a:ext uri="{FF2B5EF4-FFF2-40B4-BE49-F238E27FC236}">
                    <a16:creationId xmlns:a16="http://schemas.microsoft.com/office/drawing/2014/main" id="{66430737-E70A-4BE7-AA59-7FD9D8536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3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0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2" name="Freeform 1986">
                <a:extLst>
                  <a:ext uri="{FF2B5EF4-FFF2-40B4-BE49-F238E27FC236}">
                    <a16:creationId xmlns:a16="http://schemas.microsoft.com/office/drawing/2014/main" id="{E4DEC79C-5D14-4DBE-989D-FDC07C8B5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3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3" name="Freeform 1987">
                <a:extLst>
                  <a:ext uri="{FF2B5EF4-FFF2-40B4-BE49-F238E27FC236}">
                    <a16:creationId xmlns:a16="http://schemas.microsoft.com/office/drawing/2014/main" id="{1064D52F-CB62-4A09-92B2-0CAB5473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3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4" name="Freeform 1988">
                <a:extLst>
                  <a:ext uri="{FF2B5EF4-FFF2-40B4-BE49-F238E27FC236}">
                    <a16:creationId xmlns:a16="http://schemas.microsoft.com/office/drawing/2014/main" id="{8E9F98DB-4A72-4D0B-A2AE-9CB2BCD9C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27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27 w 1"/>
                  <a:gd name="T3" fmla="*/ 54 h 2"/>
                  <a:gd name="T4" fmla="*/ 0 w 1"/>
                  <a:gd name="T5" fmla="*/ 27 h 2"/>
                  <a:gd name="T6" fmla="*/ 0 w 1"/>
                  <a:gd name="T7" fmla="*/ 0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5" name="Freeform 1989">
                <a:extLst>
                  <a:ext uri="{FF2B5EF4-FFF2-40B4-BE49-F238E27FC236}">
                    <a16:creationId xmlns:a16="http://schemas.microsoft.com/office/drawing/2014/main" id="{BDB00A5F-9E31-4ABB-8D2D-447B8A131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2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6" name="Freeform 1990">
                <a:extLst>
                  <a:ext uri="{FF2B5EF4-FFF2-40B4-BE49-F238E27FC236}">
                    <a16:creationId xmlns:a16="http://schemas.microsoft.com/office/drawing/2014/main" id="{EA18B130-B468-4DF3-AC82-64EB0105A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82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7" name="Freeform 1991">
                <a:extLst>
                  <a:ext uri="{FF2B5EF4-FFF2-40B4-BE49-F238E27FC236}">
                    <a16:creationId xmlns:a16="http://schemas.microsoft.com/office/drawing/2014/main" id="{0D71EEA5-7480-4997-8CAD-7426AAEE2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809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33 h 2"/>
                  <a:gd name="T4" fmla="*/ 0 w 1"/>
                  <a:gd name="T5" fmla="*/ 20 h 2"/>
                  <a:gd name="T6" fmla="*/ 0 w 1"/>
                  <a:gd name="T7" fmla="*/ 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8" name="Oval 1992">
                <a:extLst>
                  <a:ext uri="{FF2B5EF4-FFF2-40B4-BE49-F238E27FC236}">
                    <a16:creationId xmlns:a16="http://schemas.microsoft.com/office/drawing/2014/main" id="{33A70F38-DE09-4B4A-BB3E-48E7EE9B6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2814"/>
                <a:ext cx="3" cy="3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89" name="Freeform 1993">
                <a:extLst>
                  <a:ext uri="{FF2B5EF4-FFF2-40B4-BE49-F238E27FC236}">
                    <a16:creationId xmlns:a16="http://schemas.microsoft.com/office/drawing/2014/main" id="{08E1E3B1-767A-4AA6-9C0B-AFC124184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822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33 h 2"/>
                  <a:gd name="T4" fmla="*/ 0 w 1"/>
                  <a:gd name="T5" fmla="*/ 20 h 2"/>
                  <a:gd name="T6" fmla="*/ 8 w 1"/>
                  <a:gd name="T7" fmla="*/ 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0" name="Freeform 1994">
                <a:extLst>
                  <a:ext uri="{FF2B5EF4-FFF2-40B4-BE49-F238E27FC236}">
                    <a16:creationId xmlns:a16="http://schemas.microsoft.com/office/drawing/2014/main" id="{7AFF05F0-57BA-4689-9D8B-6BF6223CF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82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1" name="Freeform 1995">
                <a:extLst>
                  <a:ext uri="{FF2B5EF4-FFF2-40B4-BE49-F238E27FC236}">
                    <a16:creationId xmlns:a16="http://schemas.microsoft.com/office/drawing/2014/main" id="{79AE3B72-581D-406C-830C-83308FE3C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825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33 h 2"/>
                  <a:gd name="T4" fmla="*/ 0 w 1"/>
                  <a:gd name="T5" fmla="*/ 20 h 2"/>
                  <a:gd name="T6" fmla="*/ 27 w 1"/>
                  <a:gd name="T7" fmla="*/ 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2" name="Freeform 1996">
                <a:extLst>
                  <a:ext uri="{FF2B5EF4-FFF2-40B4-BE49-F238E27FC236}">
                    <a16:creationId xmlns:a16="http://schemas.microsoft.com/office/drawing/2014/main" id="{6BA919C0-72F6-4C2D-90B9-093FEEFD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809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33 h 2"/>
                  <a:gd name="T4" fmla="*/ 0 w 1"/>
                  <a:gd name="T5" fmla="*/ 20 h 2"/>
                  <a:gd name="T6" fmla="*/ 0 w 1"/>
                  <a:gd name="T7" fmla="*/ 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3" name="Freeform 1997">
                <a:extLst>
                  <a:ext uri="{FF2B5EF4-FFF2-40B4-BE49-F238E27FC236}">
                    <a16:creationId xmlns:a16="http://schemas.microsoft.com/office/drawing/2014/main" id="{85FF83C9-5850-478E-9826-EACD1DAA0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806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4" name="Freeform 1998">
                <a:extLst>
                  <a:ext uri="{FF2B5EF4-FFF2-40B4-BE49-F238E27FC236}">
                    <a16:creationId xmlns:a16="http://schemas.microsoft.com/office/drawing/2014/main" id="{B2979A16-7F42-4EB9-A3FF-131F3E3FA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79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5" name="Freeform 1999">
                <a:extLst>
                  <a:ext uri="{FF2B5EF4-FFF2-40B4-BE49-F238E27FC236}">
                    <a16:creationId xmlns:a16="http://schemas.microsoft.com/office/drawing/2014/main" id="{735DFDC6-1492-4A15-9844-6743FA384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8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33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6" name="Freeform 2000">
                <a:extLst>
                  <a:ext uri="{FF2B5EF4-FFF2-40B4-BE49-F238E27FC236}">
                    <a16:creationId xmlns:a16="http://schemas.microsoft.com/office/drawing/2014/main" id="{6B32E084-A86F-4945-A993-88824446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8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7" name="Freeform 2001">
                <a:extLst>
                  <a:ext uri="{FF2B5EF4-FFF2-40B4-BE49-F238E27FC236}">
                    <a16:creationId xmlns:a16="http://schemas.microsoft.com/office/drawing/2014/main" id="{9785CD3B-1B18-4C66-9224-E2527B56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8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8" name="Freeform 2002">
                <a:extLst>
                  <a:ext uri="{FF2B5EF4-FFF2-40B4-BE49-F238E27FC236}">
                    <a16:creationId xmlns:a16="http://schemas.microsoft.com/office/drawing/2014/main" id="{545BA8F5-1E04-4B61-8A35-CB204529F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9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9" name="Freeform 2003">
                <a:extLst>
                  <a:ext uri="{FF2B5EF4-FFF2-40B4-BE49-F238E27FC236}">
                    <a16:creationId xmlns:a16="http://schemas.microsoft.com/office/drawing/2014/main" id="{EBFDFE44-E022-46D5-92F5-393469533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90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0" name="Freeform 2004">
                <a:extLst>
                  <a:ext uri="{FF2B5EF4-FFF2-40B4-BE49-F238E27FC236}">
                    <a16:creationId xmlns:a16="http://schemas.microsoft.com/office/drawing/2014/main" id="{F00401F6-3731-40AA-AA9A-18CC2545B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90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1" name="Freeform 2005">
                <a:extLst>
                  <a:ext uri="{FF2B5EF4-FFF2-40B4-BE49-F238E27FC236}">
                    <a16:creationId xmlns:a16="http://schemas.microsoft.com/office/drawing/2014/main" id="{E25998B4-08A6-4564-810D-72EB1E020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8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2" name="Freeform 2006">
                <a:extLst>
                  <a:ext uri="{FF2B5EF4-FFF2-40B4-BE49-F238E27FC236}">
                    <a16:creationId xmlns:a16="http://schemas.microsoft.com/office/drawing/2014/main" id="{44CD4D07-EF1E-4613-AC1F-A22D65BD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85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8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3" name="Freeform 2007">
                <a:extLst>
                  <a:ext uri="{FF2B5EF4-FFF2-40B4-BE49-F238E27FC236}">
                    <a16:creationId xmlns:a16="http://schemas.microsoft.com/office/drawing/2014/main" id="{7DA9C106-DB0F-4112-A5DD-CA282AFE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85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8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4" name="Freeform 2008">
                <a:extLst>
                  <a:ext uri="{FF2B5EF4-FFF2-40B4-BE49-F238E27FC236}">
                    <a16:creationId xmlns:a16="http://schemas.microsoft.com/office/drawing/2014/main" id="{E4579D0D-8F7B-4CDC-9051-C552E0DAB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8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5" name="Freeform 2009">
                <a:extLst>
                  <a:ext uri="{FF2B5EF4-FFF2-40B4-BE49-F238E27FC236}">
                    <a16:creationId xmlns:a16="http://schemas.microsoft.com/office/drawing/2014/main" id="{863D7361-31B6-48F2-B148-97F37D8BA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8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6" name="Freeform 2010">
                <a:extLst>
                  <a:ext uri="{FF2B5EF4-FFF2-40B4-BE49-F238E27FC236}">
                    <a16:creationId xmlns:a16="http://schemas.microsoft.com/office/drawing/2014/main" id="{79C9B6FC-83F4-4353-971F-CD2EC8D7D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8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7" name="Freeform 2011">
                <a:extLst>
                  <a:ext uri="{FF2B5EF4-FFF2-40B4-BE49-F238E27FC236}">
                    <a16:creationId xmlns:a16="http://schemas.microsoft.com/office/drawing/2014/main" id="{5FE3F470-E138-4114-9C36-6BD76B2C5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79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8" name="Freeform 2012">
                <a:extLst>
                  <a:ext uri="{FF2B5EF4-FFF2-40B4-BE49-F238E27FC236}">
                    <a16:creationId xmlns:a16="http://schemas.microsoft.com/office/drawing/2014/main" id="{6206E3F1-8BE2-4388-A3E7-45AFA1949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79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9" name="Freeform 2013">
                <a:extLst>
                  <a:ext uri="{FF2B5EF4-FFF2-40B4-BE49-F238E27FC236}">
                    <a16:creationId xmlns:a16="http://schemas.microsoft.com/office/drawing/2014/main" id="{A4015FC9-53C9-4574-B4F5-DC8646F1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79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0" name="Freeform 2014">
                <a:extLst>
                  <a:ext uri="{FF2B5EF4-FFF2-40B4-BE49-F238E27FC236}">
                    <a16:creationId xmlns:a16="http://schemas.microsoft.com/office/drawing/2014/main" id="{5802A077-AEC7-4B43-A7EF-CC43C8A3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0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1" name="Freeform 2015">
                <a:extLst>
                  <a:ext uri="{FF2B5EF4-FFF2-40B4-BE49-F238E27FC236}">
                    <a16:creationId xmlns:a16="http://schemas.microsoft.com/office/drawing/2014/main" id="{B3D11643-8F05-4A08-9462-790948195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0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8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2" name="Freeform 2016">
                <a:extLst>
                  <a:ext uri="{FF2B5EF4-FFF2-40B4-BE49-F238E27FC236}">
                    <a16:creationId xmlns:a16="http://schemas.microsoft.com/office/drawing/2014/main" id="{9CF20D34-CC10-441B-AE37-DA99CA920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0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8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3" name="Freeform 2017">
                <a:extLst>
                  <a:ext uri="{FF2B5EF4-FFF2-40B4-BE49-F238E27FC236}">
                    <a16:creationId xmlns:a16="http://schemas.microsoft.com/office/drawing/2014/main" id="{59C3794F-4580-4700-9194-3DB4CA48E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1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4" name="Freeform 2018">
                <a:extLst>
                  <a:ext uri="{FF2B5EF4-FFF2-40B4-BE49-F238E27FC236}">
                    <a16:creationId xmlns:a16="http://schemas.microsoft.com/office/drawing/2014/main" id="{8EDF3B6A-52B4-478F-9A90-4CD757523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81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5" name="Freeform 2019">
                <a:extLst>
                  <a:ext uri="{FF2B5EF4-FFF2-40B4-BE49-F238E27FC236}">
                    <a16:creationId xmlns:a16="http://schemas.microsoft.com/office/drawing/2014/main" id="{F9B19FEA-84C7-4B08-A4BB-04113DF8E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81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6" name="Freeform 2020">
                <a:extLst>
                  <a:ext uri="{FF2B5EF4-FFF2-40B4-BE49-F238E27FC236}">
                    <a16:creationId xmlns:a16="http://schemas.microsoft.com/office/drawing/2014/main" id="{98C98213-E205-4A72-A771-4BC7F14CD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80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7" name="Freeform 2021">
                <a:extLst>
                  <a:ext uri="{FF2B5EF4-FFF2-40B4-BE49-F238E27FC236}">
                    <a16:creationId xmlns:a16="http://schemas.microsoft.com/office/drawing/2014/main" id="{A6438854-D704-43E9-8E8F-426069E32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0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8" name="Freeform 2022">
                <a:extLst>
                  <a:ext uri="{FF2B5EF4-FFF2-40B4-BE49-F238E27FC236}">
                    <a16:creationId xmlns:a16="http://schemas.microsoft.com/office/drawing/2014/main" id="{B76E3CA9-3299-488C-9D7E-18CA277F0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0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9" name="Freeform 2023">
                <a:extLst>
                  <a:ext uri="{FF2B5EF4-FFF2-40B4-BE49-F238E27FC236}">
                    <a16:creationId xmlns:a16="http://schemas.microsoft.com/office/drawing/2014/main" id="{BD49F2D4-307C-483F-B35B-547C4C88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80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33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0" name="Freeform 2024">
                <a:extLst>
                  <a:ext uri="{FF2B5EF4-FFF2-40B4-BE49-F238E27FC236}">
                    <a16:creationId xmlns:a16="http://schemas.microsoft.com/office/drawing/2014/main" id="{126B8BFF-0A81-4D1F-B0AD-3A2AFFCE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0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1" name="Freeform 2025">
                <a:extLst>
                  <a:ext uri="{FF2B5EF4-FFF2-40B4-BE49-F238E27FC236}">
                    <a16:creationId xmlns:a16="http://schemas.microsoft.com/office/drawing/2014/main" id="{DA4C0281-6E53-41DB-9727-FF1ACDA9D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0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2" name="Freeform 2026">
                <a:extLst>
                  <a:ext uri="{FF2B5EF4-FFF2-40B4-BE49-F238E27FC236}">
                    <a16:creationId xmlns:a16="http://schemas.microsoft.com/office/drawing/2014/main" id="{72B7B864-1E59-4D13-893D-8856A07D6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0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3" name="Freeform 2027">
                <a:extLst>
                  <a:ext uri="{FF2B5EF4-FFF2-40B4-BE49-F238E27FC236}">
                    <a16:creationId xmlns:a16="http://schemas.microsoft.com/office/drawing/2014/main" id="{9CF4B8D9-3492-4004-BB9C-08167927D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0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27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4" name="Freeform 2028">
                <a:extLst>
                  <a:ext uri="{FF2B5EF4-FFF2-40B4-BE49-F238E27FC236}">
                    <a16:creationId xmlns:a16="http://schemas.microsoft.com/office/drawing/2014/main" id="{773D084A-BC22-4A4B-AC99-C644144E9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0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27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5" name="Freeform 2029">
                <a:extLst>
                  <a:ext uri="{FF2B5EF4-FFF2-40B4-BE49-F238E27FC236}">
                    <a16:creationId xmlns:a16="http://schemas.microsoft.com/office/drawing/2014/main" id="{712B737D-EB38-4F0A-88C2-FDF6CA327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803"/>
                <a:ext cx="7" cy="3"/>
              </a:xfrm>
              <a:custGeom>
                <a:avLst/>
                <a:gdLst>
                  <a:gd name="T0" fmla="*/ 12 w 3"/>
                  <a:gd name="T1" fmla="*/ 27 h 1"/>
                  <a:gd name="T2" fmla="*/ 12 w 3"/>
                  <a:gd name="T3" fmla="*/ 0 h 1"/>
                  <a:gd name="T4" fmla="*/ 28 w 3"/>
                  <a:gd name="T5" fmla="*/ 0 h 1"/>
                  <a:gd name="T6" fmla="*/ 28 w 3"/>
                  <a:gd name="T7" fmla="*/ 27 h 1"/>
                  <a:gd name="T8" fmla="*/ 12 w 3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6" name="Freeform 2030">
                <a:extLst>
                  <a:ext uri="{FF2B5EF4-FFF2-40B4-BE49-F238E27FC236}">
                    <a16:creationId xmlns:a16="http://schemas.microsoft.com/office/drawing/2014/main" id="{8D82D250-5C9B-4B82-B1A7-9DDB752B4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0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7" name="Freeform 2031">
                <a:extLst>
                  <a:ext uri="{FF2B5EF4-FFF2-40B4-BE49-F238E27FC236}">
                    <a16:creationId xmlns:a16="http://schemas.microsoft.com/office/drawing/2014/main" id="{FAFC47B5-29CF-4B56-91CA-0C5B74B5B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0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8" name="Freeform 2032">
                <a:extLst>
                  <a:ext uri="{FF2B5EF4-FFF2-40B4-BE49-F238E27FC236}">
                    <a16:creationId xmlns:a16="http://schemas.microsoft.com/office/drawing/2014/main" id="{E3D6099D-0003-4344-8D37-3042B7A0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9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9" name="Freeform 2033">
                <a:extLst>
                  <a:ext uri="{FF2B5EF4-FFF2-40B4-BE49-F238E27FC236}">
                    <a16:creationId xmlns:a16="http://schemas.microsoft.com/office/drawing/2014/main" id="{E7D90D67-A853-4566-907F-D1C92A71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95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27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0" name="Freeform 2034">
                <a:extLst>
                  <a:ext uri="{FF2B5EF4-FFF2-40B4-BE49-F238E27FC236}">
                    <a16:creationId xmlns:a16="http://schemas.microsoft.com/office/drawing/2014/main" id="{A1C9B007-AC9A-4271-B957-F12134189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95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27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1" name="Freeform 2035">
                <a:extLst>
                  <a:ext uri="{FF2B5EF4-FFF2-40B4-BE49-F238E27FC236}">
                    <a16:creationId xmlns:a16="http://schemas.microsoft.com/office/drawing/2014/main" id="{93648CB7-59E1-457E-A59B-A13F959E6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9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2" name="Freeform 2036">
                <a:extLst>
                  <a:ext uri="{FF2B5EF4-FFF2-40B4-BE49-F238E27FC236}">
                    <a16:creationId xmlns:a16="http://schemas.microsoft.com/office/drawing/2014/main" id="{9AFDB1D2-5A20-493C-8E28-F5ADE650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9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3" name="Freeform 2037">
                <a:extLst>
                  <a:ext uri="{FF2B5EF4-FFF2-40B4-BE49-F238E27FC236}">
                    <a16:creationId xmlns:a16="http://schemas.microsoft.com/office/drawing/2014/main" id="{1B7434ED-3AF3-4D51-9848-292703A0F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9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4" name="Freeform 2038">
                <a:extLst>
                  <a:ext uri="{FF2B5EF4-FFF2-40B4-BE49-F238E27FC236}">
                    <a16:creationId xmlns:a16="http://schemas.microsoft.com/office/drawing/2014/main" id="{792991FE-576A-46EA-A335-EB3767D4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79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5" name="Freeform 2039">
                <a:extLst>
                  <a:ext uri="{FF2B5EF4-FFF2-40B4-BE49-F238E27FC236}">
                    <a16:creationId xmlns:a16="http://schemas.microsoft.com/office/drawing/2014/main" id="{534828C4-2CF9-4C16-B29C-07261D716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790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6" name="Freeform 2040">
                <a:extLst>
                  <a:ext uri="{FF2B5EF4-FFF2-40B4-BE49-F238E27FC236}">
                    <a16:creationId xmlns:a16="http://schemas.microsoft.com/office/drawing/2014/main" id="{3ACE7E60-3239-4376-86FA-45D61E77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790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7" name="Freeform 2041">
                <a:extLst>
                  <a:ext uri="{FF2B5EF4-FFF2-40B4-BE49-F238E27FC236}">
                    <a16:creationId xmlns:a16="http://schemas.microsoft.com/office/drawing/2014/main" id="{04F4A398-3F1B-4C93-A59F-AC5B05631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78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8" name="Freeform 2042">
                <a:extLst>
                  <a:ext uri="{FF2B5EF4-FFF2-40B4-BE49-F238E27FC236}">
                    <a16:creationId xmlns:a16="http://schemas.microsoft.com/office/drawing/2014/main" id="{B5BD3FDC-F967-4345-B268-F6D2EAD02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78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9" name="Freeform 2043">
                <a:extLst>
                  <a:ext uri="{FF2B5EF4-FFF2-40B4-BE49-F238E27FC236}">
                    <a16:creationId xmlns:a16="http://schemas.microsoft.com/office/drawing/2014/main" id="{39F27109-0B4B-4A69-A51D-FF2DBB8E1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78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0" name="Freeform 2044">
                <a:extLst>
                  <a:ext uri="{FF2B5EF4-FFF2-40B4-BE49-F238E27FC236}">
                    <a16:creationId xmlns:a16="http://schemas.microsoft.com/office/drawing/2014/main" id="{DF751735-D8CA-4269-96E3-22EEB85E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77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1" name="Freeform 2045">
                <a:extLst>
                  <a:ext uri="{FF2B5EF4-FFF2-40B4-BE49-F238E27FC236}">
                    <a16:creationId xmlns:a16="http://schemas.microsoft.com/office/drawing/2014/main" id="{BD20D7FA-1C3A-4318-819E-E1801EAF3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77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2" name="Freeform 2046">
                <a:extLst>
                  <a:ext uri="{FF2B5EF4-FFF2-40B4-BE49-F238E27FC236}">
                    <a16:creationId xmlns:a16="http://schemas.microsoft.com/office/drawing/2014/main" id="{B7B400EE-8B5D-4511-94E2-7F936EF51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77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3" name="Freeform 2047">
                <a:extLst>
                  <a:ext uri="{FF2B5EF4-FFF2-40B4-BE49-F238E27FC236}">
                    <a16:creationId xmlns:a16="http://schemas.microsoft.com/office/drawing/2014/main" id="{9906B49F-F64E-4D8D-8EF4-7EE51DB90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7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4" name="Freeform 2048">
                <a:extLst>
                  <a:ext uri="{FF2B5EF4-FFF2-40B4-BE49-F238E27FC236}">
                    <a16:creationId xmlns:a16="http://schemas.microsoft.com/office/drawing/2014/main" id="{AE41E76F-5BE8-4DB3-8416-1658FF6CA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74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27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5" name="Freeform 2049">
                <a:extLst>
                  <a:ext uri="{FF2B5EF4-FFF2-40B4-BE49-F238E27FC236}">
                    <a16:creationId xmlns:a16="http://schemas.microsoft.com/office/drawing/2014/main" id="{69CA8B7E-A36B-43B4-95BF-E3EDA7310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74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27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6" name="Freeform 2050">
                <a:extLst>
                  <a:ext uri="{FF2B5EF4-FFF2-40B4-BE49-F238E27FC236}">
                    <a16:creationId xmlns:a16="http://schemas.microsoft.com/office/drawing/2014/main" id="{7223A68C-4122-44BA-966A-40163880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79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7" name="Oval 2051">
                <a:extLst>
                  <a:ext uri="{FF2B5EF4-FFF2-40B4-BE49-F238E27FC236}">
                    <a16:creationId xmlns:a16="http://schemas.microsoft.com/office/drawing/2014/main" id="{7210D907-44F0-4E6D-9F83-CDEFBED47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2795"/>
                <a:ext cx="2" cy="1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48" name="Freeform 2052">
                <a:extLst>
                  <a:ext uri="{FF2B5EF4-FFF2-40B4-BE49-F238E27FC236}">
                    <a16:creationId xmlns:a16="http://schemas.microsoft.com/office/drawing/2014/main" id="{48322C80-6226-4E98-AB82-58A54D67D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9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9" name="Freeform 2053">
                <a:extLst>
                  <a:ext uri="{FF2B5EF4-FFF2-40B4-BE49-F238E27FC236}">
                    <a16:creationId xmlns:a16="http://schemas.microsoft.com/office/drawing/2014/main" id="{68AD4343-ACC4-4CA1-AA32-09C8931BC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76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0" name="Freeform 2054">
                <a:extLst>
                  <a:ext uri="{FF2B5EF4-FFF2-40B4-BE49-F238E27FC236}">
                    <a16:creationId xmlns:a16="http://schemas.microsoft.com/office/drawing/2014/main" id="{8BF8EFED-9B14-46EF-985C-42959E9AD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7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1" name="Freeform 2055">
                <a:extLst>
                  <a:ext uri="{FF2B5EF4-FFF2-40B4-BE49-F238E27FC236}">
                    <a16:creationId xmlns:a16="http://schemas.microsoft.com/office/drawing/2014/main" id="{2570524F-6E07-4EED-8D86-127DC5757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7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2" name="Freeform 2056">
                <a:extLst>
                  <a:ext uri="{FF2B5EF4-FFF2-40B4-BE49-F238E27FC236}">
                    <a16:creationId xmlns:a16="http://schemas.microsoft.com/office/drawing/2014/main" id="{81F1FE8D-77FA-4A49-94B5-14F6BF920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77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3" name="Freeform 2057">
                <a:extLst>
                  <a:ext uri="{FF2B5EF4-FFF2-40B4-BE49-F238E27FC236}">
                    <a16:creationId xmlns:a16="http://schemas.microsoft.com/office/drawing/2014/main" id="{97F345CF-58B2-414C-B835-CBF7E22E3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77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4" name="Freeform 2058">
                <a:extLst>
                  <a:ext uri="{FF2B5EF4-FFF2-40B4-BE49-F238E27FC236}">
                    <a16:creationId xmlns:a16="http://schemas.microsoft.com/office/drawing/2014/main" id="{4A03121F-5D38-4645-B38C-5261EF64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77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5" name="Freeform 2059">
                <a:extLst>
                  <a:ext uri="{FF2B5EF4-FFF2-40B4-BE49-F238E27FC236}">
                    <a16:creationId xmlns:a16="http://schemas.microsoft.com/office/drawing/2014/main" id="{61A813E9-92D4-4DB9-970E-AA943F8C2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77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6" name="Freeform 2060">
                <a:extLst>
                  <a:ext uri="{FF2B5EF4-FFF2-40B4-BE49-F238E27FC236}">
                    <a16:creationId xmlns:a16="http://schemas.microsoft.com/office/drawing/2014/main" id="{D089F3C5-4A78-4F88-98C0-92B0F21C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782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7" name="Freeform 2061">
                <a:extLst>
                  <a:ext uri="{FF2B5EF4-FFF2-40B4-BE49-F238E27FC236}">
                    <a16:creationId xmlns:a16="http://schemas.microsoft.com/office/drawing/2014/main" id="{4CBEFED6-A989-4613-88BB-97DC2B528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779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8" name="Freeform 2062">
                <a:extLst>
                  <a:ext uri="{FF2B5EF4-FFF2-40B4-BE49-F238E27FC236}">
                    <a16:creationId xmlns:a16="http://schemas.microsoft.com/office/drawing/2014/main" id="{6E2551FB-45D6-4305-926C-019239EB1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80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9" name="Freeform 2063">
                <a:extLst>
                  <a:ext uri="{FF2B5EF4-FFF2-40B4-BE49-F238E27FC236}">
                    <a16:creationId xmlns:a16="http://schemas.microsoft.com/office/drawing/2014/main" id="{55E2E4FA-A797-4390-BBCC-AB0F6F92B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2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0" name="Freeform 2064">
                <a:extLst>
                  <a:ext uri="{FF2B5EF4-FFF2-40B4-BE49-F238E27FC236}">
                    <a16:creationId xmlns:a16="http://schemas.microsoft.com/office/drawing/2014/main" id="{C7F9A81F-DC3D-4D5A-88D7-7A5BE9224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82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1" name="Freeform 2065">
                <a:extLst>
                  <a:ext uri="{FF2B5EF4-FFF2-40B4-BE49-F238E27FC236}">
                    <a16:creationId xmlns:a16="http://schemas.microsoft.com/office/drawing/2014/main" id="{677D5549-4008-4615-B13F-5AF674618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82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2" name="Freeform 2066">
                <a:extLst>
                  <a:ext uri="{FF2B5EF4-FFF2-40B4-BE49-F238E27FC236}">
                    <a16:creationId xmlns:a16="http://schemas.microsoft.com/office/drawing/2014/main" id="{D59A98F5-5096-4186-AC1C-C18114AC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83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3" name="Freeform 2067">
                <a:extLst>
                  <a:ext uri="{FF2B5EF4-FFF2-40B4-BE49-F238E27FC236}">
                    <a16:creationId xmlns:a16="http://schemas.microsoft.com/office/drawing/2014/main" id="{327C58A8-04FC-436F-80EC-2309AB42E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83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4" name="Freeform 2068">
                <a:extLst>
                  <a:ext uri="{FF2B5EF4-FFF2-40B4-BE49-F238E27FC236}">
                    <a16:creationId xmlns:a16="http://schemas.microsoft.com/office/drawing/2014/main" id="{5FA04F98-C6C6-4EDC-A66D-4CBF7085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83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5" name="Freeform 2069">
                <a:extLst>
                  <a:ext uri="{FF2B5EF4-FFF2-40B4-BE49-F238E27FC236}">
                    <a16:creationId xmlns:a16="http://schemas.microsoft.com/office/drawing/2014/main" id="{4342AD33-837D-4C43-BD54-42DDA5DF7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830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33 h 2"/>
                  <a:gd name="T4" fmla="*/ 0 w 1"/>
                  <a:gd name="T5" fmla="*/ 20 h 2"/>
                  <a:gd name="T6" fmla="*/ 8 w 1"/>
                  <a:gd name="T7" fmla="*/ 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6" name="Freeform 2070">
                <a:extLst>
                  <a:ext uri="{FF2B5EF4-FFF2-40B4-BE49-F238E27FC236}">
                    <a16:creationId xmlns:a16="http://schemas.microsoft.com/office/drawing/2014/main" id="{ECA93680-E380-42B4-8EE2-270870DE8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83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7" name="Freeform 2071">
                <a:extLst>
                  <a:ext uri="{FF2B5EF4-FFF2-40B4-BE49-F238E27FC236}">
                    <a16:creationId xmlns:a16="http://schemas.microsoft.com/office/drawing/2014/main" id="{709BD731-5CCD-41C3-B6D4-67756C55A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83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8" name="Freeform 2072">
                <a:extLst>
                  <a:ext uri="{FF2B5EF4-FFF2-40B4-BE49-F238E27FC236}">
                    <a16:creationId xmlns:a16="http://schemas.microsoft.com/office/drawing/2014/main" id="{D6510534-E36A-455C-BA02-CDCF6B27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835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54 h 2"/>
                  <a:gd name="T4" fmla="*/ 0 w 1"/>
                  <a:gd name="T5" fmla="*/ 27 h 2"/>
                  <a:gd name="T6" fmla="*/ 27 w 1"/>
                  <a:gd name="T7" fmla="*/ 0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9" name="Freeform 2073">
                <a:extLst>
                  <a:ext uri="{FF2B5EF4-FFF2-40B4-BE49-F238E27FC236}">
                    <a16:creationId xmlns:a16="http://schemas.microsoft.com/office/drawing/2014/main" id="{3C1ACD40-1E7B-4651-A54B-B5BB80C5D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83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0" name="Freeform 2074">
                <a:extLst>
                  <a:ext uri="{FF2B5EF4-FFF2-40B4-BE49-F238E27FC236}">
                    <a16:creationId xmlns:a16="http://schemas.microsoft.com/office/drawing/2014/main" id="{4B0EA781-8B2A-4380-84C0-8886F3A5B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83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1" name="Freeform 2075">
                <a:extLst>
                  <a:ext uri="{FF2B5EF4-FFF2-40B4-BE49-F238E27FC236}">
                    <a16:creationId xmlns:a16="http://schemas.microsoft.com/office/drawing/2014/main" id="{0F1F28F9-63B5-4A83-BAD9-A6ABFE4E6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3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2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2" name="Freeform 2076">
                <a:extLst>
                  <a:ext uri="{FF2B5EF4-FFF2-40B4-BE49-F238E27FC236}">
                    <a16:creationId xmlns:a16="http://schemas.microsoft.com/office/drawing/2014/main" id="{6C539DA8-F0B4-4DEB-9809-81F546377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3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3" name="Freeform 2077">
                <a:extLst>
                  <a:ext uri="{FF2B5EF4-FFF2-40B4-BE49-F238E27FC236}">
                    <a16:creationId xmlns:a16="http://schemas.microsoft.com/office/drawing/2014/main" id="{D2871A89-8793-47D8-808F-2C31E7875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3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4" name="Oval 2078">
                <a:extLst>
                  <a:ext uri="{FF2B5EF4-FFF2-40B4-BE49-F238E27FC236}">
                    <a16:creationId xmlns:a16="http://schemas.microsoft.com/office/drawing/2014/main" id="{CAD6D8DE-B8A9-4AE8-BEAF-A2C2F454F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2833"/>
                <a:ext cx="2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75" name="Freeform 2079">
                <a:extLst>
                  <a:ext uri="{FF2B5EF4-FFF2-40B4-BE49-F238E27FC236}">
                    <a16:creationId xmlns:a16="http://schemas.microsoft.com/office/drawing/2014/main" id="{9B3D333C-EF63-40ED-9524-B4F92F49A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3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6" name="Freeform 2080">
                <a:extLst>
                  <a:ext uri="{FF2B5EF4-FFF2-40B4-BE49-F238E27FC236}">
                    <a16:creationId xmlns:a16="http://schemas.microsoft.com/office/drawing/2014/main" id="{08DD5D2D-582E-4CF0-B2BF-DA85A9E0F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3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7" name="Freeform 2081">
                <a:extLst>
                  <a:ext uri="{FF2B5EF4-FFF2-40B4-BE49-F238E27FC236}">
                    <a16:creationId xmlns:a16="http://schemas.microsoft.com/office/drawing/2014/main" id="{72161BED-F67F-4555-9F07-A29B4C9F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84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8" name="Freeform 2082">
                <a:extLst>
                  <a:ext uri="{FF2B5EF4-FFF2-40B4-BE49-F238E27FC236}">
                    <a16:creationId xmlns:a16="http://schemas.microsoft.com/office/drawing/2014/main" id="{DD8A6C1F-A6A8-44F1-AD5E-1D658FE9A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4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9" name="Freeform 2083">
                <a:extLst>
                  <a:ext uri="{FF2B5EF4-FFF2-40B4-BE49-F238E27FC236}">
                    <a16:creationId xmlns:a16="http://schemas.microsoft.com/office/drawing/2014/main" id="{5274983A-F7B5-4ADB-8A2A-D3635E992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84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0" name="Oval 2084">
                <a:extLst>
                  <a:ext uri="{FF2B5EF4-FFF2-40B4-BE49-F238E27FC236}">
                    <a16:creationId xmlns:a16="http://schemas.microsoft.com/office/drawing/2014/main" id="{56896100-79BF-4254-8C62-C7812A0FF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822"/>
                <a:ext cx="2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81" name="Freeform 2085">
                <a:extLst>
                  <a:ext uri="{FF2B5EF4-FFF2-40B4-BE49-F238E27FC236}">
                    <a16:creationId xmlns:a16="http://schemas.microsoft.com/office/drawing/2014/main" id="{5F739696-D990-48BA-81D9-2558DDF37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82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2" name="Freeform 2086">
                <a:extLst>
                  <a:ext uri="{FF2B5EF4-FFF2-40B4-BE49-F238E27FC236}">
                    <a16:creationId xmlns:a16="http://schemas.microsoft.com/office/drawing/2014/main" id="{8CEA419B-D243-4B42-B150-2F921DC5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82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3" name="Freeform 2087">
                <a:extLst>
                  <a:ext uri="{FF2B5EF4-FFF2-40B4-BE49-F238E27FC236}">
                    <a16:creationId xmlns:a16="http://schemas.microsoft.com/office/drawing/2014/main" id="{5508A90D-2237-48A6-A162-847165C2E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22"/>
                <a:ext cx="2" cy="8"/>
              </a:xfrm>
              <a:custGeom>
                <a:avLst/>
                <a:gdLst>
                  <a:gd name="T0" fmla="*/ 8 w 1"/>
                  <a:gd name="T1" fmla="*/ 21 h 3"/>
                  <a:gd name="T2" fmla="*/ 0 w 1"/>
                  <a:gd name="T3" fmla="*/ 35 h 3"/>
                  <a:gd name="T4" fmla="*/ 0 w 1"/>
                  <a:gd name="T5" fmla="*/ 35 h 3"/>
                  <a:gd name="T6" fmla="*/ 0 w 1"/>
                  <a:gd name="T7" fmla="*/ 21 h 3"/>
                  <a:gd name="T8" fmla="*/ 8 w 1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4" name="Freeform 2088">
                <a:extLst>
                  <a:ext uri="{FF2B5EF4-FFF2-40B4-BE49-F238E27FC236}">
                    <a16:creationId xmlns:a16="http://schemas.microsoft.com/office/drawing/2014/main" id="{901AD9FD-038D-4428-970F-397F40E97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2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5" name="Freeform 2089">
                <a:extLst>
                  <a:ext uri="{FF2B5EF4-FFF2-40B4-BE49-F238E27FC236}">
                    <a16:creationId xmlns:a16="http://schemas.microsoft.com/office/drawing/2014/main" id="{AFBCF1A0-D5C7-4CC9-A369-12A180CA1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2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6" name="Freeform 2090">
                <a:extLst>
                  <a:ext uri="{FF2B5EF4-FFF2-40B4-BE49-F238E27FC236}">
                    <a16:creationId xmlns:a16="http://schemas.microsoft.com/office/drawing/2014/main" id="{7E337D31-8AD8-46F3-8F02-E61E994BE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3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7" name="Freeform 2091">
                <a:extLst>
                  <a:ext uri="{FF2B5EF4-FFF2-40B4-BE49-F238E27FC236}">
                    <a16:creationId xmlns:a16="http://schemas.microsoft.com/office/drawing/2014/main" id="{FF5F773F-D358-487D-9B3E-C17018DD1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3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8" name="Freeform 2092">
                <a:extLst>
                  <a:ext uri="{FF2B5EF4-FFF2-40B4-BE49-F238E27FC236}">
                    <a16:creationId xmlns:a16="http://schemas.microsoft.com/office/drawing/2014/main" id="{E2BF5E4A-EF7B-4D4F-B3B1-AED77411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83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9" name="Freeform 2093">
                <a:extLst>
                  <a:ext uri="{FF2B5EF4-FFF2-40B4-BE49-F238E27FC236}">
                    <a16:creationId xmlns:a16="http://schemas.microsoft.com/office/drawing/2014/main" id="{70ABFCFA-D3CC-43F2-A33B-368E165E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83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33 h 2"/>
                  <a:gd name="T4" fmla="*/ 0 w 1"/>
                  <a:gd name="T5" fmla="*/ 20 h 2"/>
                  <a:gd name="T6" fmla="*/ 0 w 1"/>
                  <a:gd name="T7" fmla="*/ 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0" name="Freeform 2094">
                <a:extLst>
                  <a:ext uri="{FF2B5EF4-FFF2-40B4-BE49-F238E27FC236}">
                    <a16:creationId xmlns:a16="http://schemas.microsoft.com/office/drawing/2014/main" id="{8A2D6E48-BB4A-4CA7-986C-D0483556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83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1" name="Freeform 2095">
                <a:extLst>
                  <a:ext uri="{FF2B5EF4-FFF2-40B4-BE49-F238E27FC236}">
                    <a16:creationId xmlns:a16="http://schemas.microsoft.com/office/drawing/2014/main" id="{58F7732D-A51A-4654-83E8-807F24883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83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2" name="Freeform 2096">
                <a:extLst>
                  <a:ext uri="{FF2B5EF4-FFF2-40B4-BE49-F238E27FC236}">
                    <a16:creationId xmlns:a16="http://schemas.microsoft.com/office/drawing/2014/main" id="{29C56D09-7476-4F68-9596-98D7972A4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82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3" name="Freeform 2097">
                <a:extLst>
                  <a:ext uri="{FF2B5EF4-FFF2-40B4-BE49-F238E27FC236}">
                    <a16:creationId xmlns:a16="http://schemas.microsoft.com/office/drawing/2014/main" id="{7EC6FFC2-7407-4497-A780-A2061F01B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82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4" name="Freeform 2098">
                <a:extLst>
                  <a:ext uri="{FF2B5EF4-FFF2-40B4-BE49-F238E27FC236}">
                    <a16:creationId xmlns:a16="http://schemas.microsoft.com/office/drawing/2014/main" id="{855C7748-7DB5-4194-BCC1-A8F631E68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82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5" name="Freeform 2099">
                <a:extLst>
                  <a:ext uri="{FF2B5EF4-FFF2-40B4-BE49-F238E27FC236}">
                    <a16:creationId xmlns:a16="http://schemas.microsoft.com/office/drawing/2014/main" id="{D6DA3F25-5BF8-442E-A234-3D228BC49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83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6" name="Freeform 2100">
                <a:extLst>
                  <a:ext uri="{FF2B5EF4-FFF2-40B4-BE49-F238E27FC236}">
                    <a16:creationId xmlns:a16="http://schemas.microsoft.com/office/drawing/2014/main" id="{015B445D-3200-48C2-B03C-4093FDB0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83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7" name="Freeform 2101">
                <a:extLst>
                  <a:ext uri="{FF2B5EF4-FFF2-40B4-BE49-F238E27FC236}">
                    <a16:creationId xmlns:a16="http://schemas.microsoft.com/office/drawing/2014/main" id="{2327BC37-D9D4-4634-9976-72F184060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83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8" name="Freeform 2102">
                <a:extLst>
                  <a:ext uri="{FF2B5EF4-FFF2-40B4-BE49-F238E27FC236}">
                    <a16:creationId xmlns:a16="http://schemas.microsoft.com/office/drawing/2014/main" id="{DF885060-C63B-475C-98D2-839C92057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2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9" name="Freeform 2103">
                <a:extLst>
                  <a:ext uri="{FF2B5EF4-FFF2-40B4-BE49-F238E27FC236}">
                    <a16:creationId xmlns:a16="http://schemas.microsoft.com/office/drawing/2014/main" id="{DEA7E9DD-D373-4804-B156-E3517892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2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0" name="Freeform 2104">
                <a:extLst>
                  <a:ext uri="{FF2B5EF4-FFF2-40B4-BE49-F238E27FC236}">
                    <a16:creationId xmlns:a16="http://schemas.microsoft.com/office/drawing/2014/main" id="{502C968D-5CDA-46C4-9035-D67AF364F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82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1" name="Freeform 2105">
                <a:extLst>
                  <a:ext uri="{FF2B5EF4-FFF2-40B4-BE49-F238E27FC236}">
                    <a16:creationId xmlns:a16="http://schemas.microsoft.com/office/drawing/2014/main" id="{3900F9AB-8D95-4A47-83E5-B3D71E8D3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82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2" name="Freeform 2106">
                <a:extLst>
                  <a:ext uri="{FF2B5EF4-FFF2-40B4-BE49-F238E27FC236}">
                    <a16:creationId xmlns:a16="http://schemas.microsoft.com/office/drawing/2014/main" id="{6B5DEC05-0B61-4641-89D5-562FE4C32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82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3" name="Freeform 2107">
                <a:extLst>
                  <a:ext uri="{FF2B5EF4-FFF2-40B4-BE49-F238E27FC236}">
                    <a16:creationId xmlns:a16="http://schemas.microsoft.com/office/drawing/2014/main" id="{9FCC1733-550D-44B8-B570-8D6BC421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82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4" name="Freeform 2108">
                <a:extLst>
                  <a:ext uri="{FF2B5EF4-FFF2-40B4-BE49-F238E27FC236}">
                    <a16:creationId xmlns:a16="http://schemas.microsoft.com/office/drawing/2014/main" id="{8748A0CC-CFF1-4FCD-AB28-6A0C585B1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2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5" name="Freeform 2109">
                <a:extLst>
                  <a:ext uri="{FF2B5EF4-FFF2-40B4-BE49-F238E27FC236}">
                    <a16:creationId xmlns:a16="http://schemas.microsoft.com/office/drawing/2014/main" id="{C0C5D2BD-40C7-43CF-9412-01B145863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2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27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6" name="Freeform 2110">
                <a:extLst>
                  <a:ext uri="{FF2B5EF4-FFF2-40B4-BE49-F238E27FC236}">
                    <a16:creationId xmlns:a16="http://schemas.microsoft.com/office/drawing/2014/main" id="{9A2165FB-B779-4EBE-81E8-6315C999B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82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27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7" name="Freeform 2111">
                <a:extLst>
                  <a:ext uri="{FF2B5EF4-FFF2-40B4-BE49-F238E27FC236}">
                    <a16:creationId xmlns:a16="http://schemas.microsoft.com/office/drawing/2014/main" id="{D7A11258-B365-4596-9A82-8D406E66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830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8" name="Freeform 2112">
                <a:extLst>
                  <a:ext uri="{FF2B5EF4-FFF2-40B4-BE49-F238E27FC236}">
                    <a16:creationId xmlns:a16="http://schemas.microsoft.com/office/drawing/2014/main" id="{2442E85E-045E-4E9F-A703-BF145168D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3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9" name="Freeform 2113">
                <a:extLst>
                  <a:ext uri="{FF2B5EF4-FFF2-40B4-BE49-F238E27FC236}">
                    <a16:creationId xmlns:a16="http://schemas.microsoft.com/office/drawing/2014/main" id="{0CC027F8-9163-4660-95CD-3E5B8ED8C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3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0" name="Freeform 2114">
                <a:extLst>
                  <a:ext uri="{FF2B5EF4-FFF2-40B4-BE49-F238E27FC236}">
                    <a16:creationId xmlns:a16="http://schemas.microsoft.com/office/drawing/2014/main" id="{78597E84-A7EC-4679-B5FD-9CE16280C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1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1" name="Oval 2115">
                <a:extLst>
                  <a:ext uri="{FF2B5EF4-FFF2-40B4-BE49-F238E27FC236}">
                    <a16:creationId xmlns:a16="http://schemas.microsoft.com/office/drawing/2014/main" id="{FC5B20B4-5659-4210-939F-649A24B92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2814"/>
                <a:ext cx="3" cy="3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12" name="Freeform 2116">
                <a:extLst>
                  <a:ext uri="{FF2B5EF4-FFF2-40B4-BE49-F238E27FC236}">
                    <a16:creationId xmlns:a16="http://schemas.microsoft.com/office/drawing/2014/main" id="{C85829AF-61A8-41CF-987A-811BA067C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77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33 w 2"/>
                  <a:gd name="T3" fmla="*/ 8 h 1"/>
                  <a:gd name="T4" fmla="*/ 33 w 2"/>
                  <a:gd name="T5" fmla="*/ 0 h 1"/>
                  <a:gd name="T6" fmla="*/ 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3" name="Freeform 2117">
                <a:extLst>
                  <a:ext uri="{FF2B5EF4-FFF2-40B4-BE49-F238E27FC236}">
                    <a16:creationId xmlns:a16="http://schemas.microsoft.com/office/drawing/2014/main" id="{C750CF95-2CC0-4C5E-A2DD-9EFC43A62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77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4" name="Freeform 2118">
                <a:extLst>
                  <a:ext uri="{FF2B5EF4-FFF2-40B4-BE49-F238E27FC236}">
                    <a16:creationId xmlns:a16="http://schemas.microsoft.com/office/drawing/2014/main" id="{E1551C65-8151-4256-90FD-55A4CEA95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77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5" name="Freeform 2119">
                <a:extLst>
                  <a:ext uri="{FF2B5EF4-FFF2-40B4-BE49-F238E27FC236}">
                    <a16:creationId xmlns:a16="http://schemas.microsoft.com/office/drawing/2014/main" id="{4FA0B7BD-4DEF-4B26-B1C1-AD20BE93A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8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6" name="Freeform 2120">
                <a:extLst>
                  <a:ext uri="{FF2B5EF4-FFF2-40B4-BE49-F238E27FC236}">
                    <a16:creationId xmlns:a16="http://schemas.microsoft.com/office/drawing/2014/main" id="{EA987B65-617A-4A68-8A84-4C7480C83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90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7" name="Freeform 2121">
                <a:extLst>
                  <a:ext uri="{FF2B5EF4-FFF2-40B4-BE49-F238E27FC236}">
                    <a16:creationId xmlns:a16="http://schemas.microsoft.com/office/drawing/2014/main" id="{8828D913-3AF3-45B6-BDD2-A5162DE23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90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8" name="Freeform 2122">
                <a:extLst>
                  <a:ext uri="{FF2B5EF4-FFF2-40B4-BE49-F238E27FC236}">
                    <a16:creationId xmlns:a16="http://schemas.microsoft.com/office/drawing/2014/main" id="{4B8EB586-289E-436D-AA4B-6F629A992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9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33 w 2"/>
                  <a:gd name="T3" fmla="*/ 27 h 1"/>
                  <a:gd name="T4" fmla="*/ 33 w 2"/>
                  <a:gd name="T5" fmla="*/ 0 h 1"/>
                  <a:gd name="T6" fmla="*/ 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9" name="Freeform 2123">
                <a:extLst>
                  <a:ext uri="{FF2B5EF4-FFF2-40B4-BE49-F238E27FC236}">
                    <a16:creationId xmlns:a16="http://schemas.microsoft.com/office/drawing/2014/main" id="{06CB8B95-E46B-4D42-A26D-6EA7E335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79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0" name="Freeform 2124">
                <a:extLst>
                  <a:ext uri="{FF2B5EF4-FFF2-40B4-BE49-F238E27FC236}">
                    <a16:creationId xmlns:a16="http://schemas.microsoft.com/office/drawing/2014/main" id="{569ED4E5-99A1-476A-8AF9-63CEC443C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79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1" name="Freeform 2125">
                <a:extLst>
                  <a:ext uri="{FF2B5EF4-FFF2-40B4-BE49-F238E27FC236}">
                    <a16:creationId xmlns:a16="http://schemas.microsoft.com/office/drawing/2014/main" id="{55FAC70A-9938-4E36-A1DF-C93B21D81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78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33 w 2"/>
                  <a:gd name="T3" fmla="*/ 0 h 1"/>
                  <a:gd name="T4" fmla="*/ 20 w 2"/>
                  <a:gd name="T5" fmla="*/ 0 h 1"/>
                  <a:gd name="T6" fmla="*/ 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2" name="Freeform 2126">
                <a:extLst>
                  <a:ext uri="{FF2B5EF4-FFF2-40B4-BE49-F238E27FC236}">
                    <a16:creationId xmlns:a16="http://schemas.microsoft.com/office/drawing/2014/main" id="{45CB4373-0CCB-4292-81D7-2E3B8D80F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78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3" name="Freeform 2127">
                <a:extLst>
                  <a:ext uri="{FF2B5EF4-FFF2-40B4-BE49-F238E27FC236}">
                    <a16:creationId xmlns:a16="http://schemas.microsoft.com/office/drawing/2014/main" id="{6BC8D46A-2BE8-49AB-88C9-335BBF365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78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4" name="Oval 2128">
                <a:extLst>
                  <a:ext uri="{FF2B5EF4-FFF2-40B4-BE49-F238E27FC236}">
                    <a16:creationId xmlns:a16="http://schemas.microsoft.com/office/drawing/2014/main" id="{AA11E34E-4FE2-4741-AC2D-55A32C8D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2779"/>
                <a:ext cx="5" cy="3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25" name="Freeform 2129">
                <a:extLst>
                  <a:ext uri="{FF2B5EF4-FFF2-40B4-BE49-F238E27FC236}">
                    <a16:creationId xmlns:a16="http://schemas.microsoft.com/office/drawing/2014/main" id="{E69787A3-B1D2-4DD2-BF8B-F79E2ED6C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7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27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6" name="Freeform 2130">
                <a:extLst>
                  <a:ext uri="{FF2B5EF4-FFF2-40B4-BE49-F238E27FC236}">
                    <a16:creationId xmlns:a16="http://schemas.microsoft.com/office/drawing/2014/main" id="{E9AFB5B5-7251-46D0-A5D9-15A2BAB6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7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27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7" name="Freeform 2131">
                <a:extLst>
                  <a:ext uri="{FF2B5EF4-FFF2-40B4-BE49-F238E27FC236}">
                    <a16:creationId xmlns:a16="http://schemas.microsoft.com/office/drawing/2014/main" id="{8E8D6244-000A-4F51-BEE7-9B1F8577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8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0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8" name="Freeform 2132">
                <a:extLst>
                  <a:ext uri="{FF2B5EF4-FFF2-40B4-BE49-F238E27FC236}">
                    <a16:creationId xmlns:a16="http://schemas.microsoft.com/office/drawing/2014/main" id="{D7FB0E90-9A01-4F7E-BE50-1DB76E218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8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9" name="Freeform 2133">
                <a:extLst>
                  <a:ext uri="{FF2B5EF4-FFF2-40B4-BE49-F238E27FC236}">
                    <a16:creationId xmlns:a16="http://schemas.microsoft.com/office/drawing/2014/main" id="{BFEC7391-60E4-4853-B146-8E3D7B045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8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0" name="Freeform 2134">
                <a:extLst>
                  <a:ext uri="{FF2B5EF4-FFF2-40B4-BE49-F238E27FC236}">
                    <a16:creationId xmlns:a16="http://schemas.microsoft.com/office/drawing/2014/main" id="{32369949-07F1-4BF2-8B5D-126AA3AF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8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33 w 2"/>
                  <a:gd name="T3" fmla="*/ 20 h 2"/>
                  <a:gd name="T4" fmla="*/ 20 w 2"/>
                  <a:gd name="T5" fmla="*/ 0 h 2"/>
                  <a:gd name="T6" fmla="*/ 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1" name="Freeform 2135">
                <a:extLst>
                  <a:ext uri="{FF2B5EF4-FFF2-40B4-BE49-F238E27FC236}">
                    <a16:creationId xmlns:a16="http://schemas.microsoft.com/office/drawing/2014/main" id="{E95FF427-DFD5-44F4-A3DC-F4837D096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82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27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2" name="Freeform 2136">
                <a:extLst>
                  <a:ext uri="{FF2B5EF4-FFF2-40B4-BE49-F238E27FC236}">
                    <a16:creationId xmlns:a16="http://schemas.microsoft.com/office/drawing/2014/main" id="{B86949FF-C564-40BA-8F37-077C4C966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82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27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3" name="Freeform 2137">
                <a:extLst>
                  <a:ext uri="{FF2B5EF4-FFF2-40B4-BE49-F238E27FC236}">
                    <a16:creationId xmlns:a16="http://schemas.microsoft.com/office/drawing/2014/main" id="{A02ECAE0-89D0-4708-A195-B8ED5C382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76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4" name="Freeform 2138">
                <a:extLst>
                  <a:ext uri="{FF2B5EF4-FFF2-40B4-BE49-F238E27FC236}">
                    <a16:creationId xmlns:a16="http://schemas.microsoft.com/office/drawing/2014/main" id="{CE1D3B0E-1335-4A37-ACBF-2132153F0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76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5" name="Freeform 2139">
                <a:extLst>
                  <a:ext uri="{FF2B5EF4-FFF2-40B4-BE49-F238E27FC236}">
                    <a16:creationId xmlns:a16="http://schemas.microsoft.com/office/drawing/2014/main" id="{D0D77EF9-3F8C-4577-8BF9-EC898D6A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76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6" name="Freeform 2140">
                <a:extLst>
                  <a:ext uri="{FF2B5EF4-FFF2-40B4-BE49-F238E27FC236}">
                    <a16:creationId xmlns:a16="http://schemas.microsoft.com/office/drawing/2014/main" id="{067BB8F6-416E-47C1-B7A6-44544D6EF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761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7" name="Freeform 2141">
                <a:extLst>
                  <a:ext uri="{FF2B5EF4-FFF2-40B4-BE49-F238E27FC236}">
                    <a16:creationId xmlns:a16="http://schemas.microsoft.com/office/drawing/2014/main" id="{00948A61-C357-46F2-8610-FDE999AF4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76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8" name="Freeform 2142">
                <a:extLst>
                  <a:ext uri="{FF2B5EF4-FFF2-40B4-BE49-F238E27FC236}">
                    <a16:creationId xmlns:a16="http://schemas.microsoft.com/office/drawing/2014/main" id="{D4063BE1-E323-40AF-AE7E-CD5857225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76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9" name="Freeform 2143">
                <a:extLst>
                  <a:ext uri="{FF2B5EF4-FFF2-40B4-BE49-F238E27FC236}">
                    <a16:creationId xmlns:a16="http://schemas.microsoft.com/office/drawing/2014/main" id="{9ACACB72-A7E7-4358-8493-449E261C9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7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33 w 2"/>
                  <a:gd name="T3" fmla="*/ 0 h 1"/>
                  <a:gd name="T4" fmla="*/ 20 w 2"/>
                  <a:gd name="T5" fmla="*/ 0 h 1"/>
                  <a:gd name="T6" fmla="*/ 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0" name="Freeform 2144">
                <a:extLst>
                  <a:ext uri="{FF2B5EF4-FFF2-40B4-BE49-F238E27FC236}">
                    <a16:creationId xmlns:a16="http://schemas.microsoft.com/office/drawing/2014/main" id="{057EB9C3-90C3-4586-AADD-398946428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77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1" name="Freeform 2145">
                <a:extLst>
                  <a:ext uri="{FF2B5EF4-FFF2-40B4-BE49-F238E27FC236}">
                    <a16:creationId xmlns:a16="http://schemas.microsoft.com/office/drawing/2014/main" id="{5038357E-923F-4A28-BEF3-283E9DCA7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777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2" name="Freeform 2146">
                <a:extLst>
                  <a:ext uri="{FF2B5EF4-FFF2-40B4-BE49-F238E27FC236}">
                    <a16:creationId xmlns:a16="http://schemas.microsoft.com/office/drawing/2014/main" id="{BDC0F26C-E264-4861-BC6B-D3DAB5356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774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3" name="Freeform 2147">
                <a:extLst>
                  <a:ext uri="{FF2B5EF4-FFF2-40B4-BE49-F238E27FC236}">
                    <a16:creationId xmlns:a16="http://schemas.microsoft.com/office/drawing/2014/main" id="{D52429AB-FDB0-4526-B6C0-E772F9456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771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27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4" name="Freeform 2148">
                <a:extLst>
                  <a:ext uri="{FF2B5EF4-FFF2-40B4-BE49-F238E27FC236}">
                    <a16:creationId xmlns:a16="http://schemas.microsoft.com/office/drawing/2014/main" id="{628F1562-DC6F-4759-AC58-3E9332162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77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33 w 2"/>
                  <a:gd name="T3" fmla="*/ 0 h 1"/>
                  <a:gd name="T4" fmla="*/ 20 w 2"/>
                  <a:gd name="T5" fmla="*/ 0 h 1"/>
                  <a:gd name="T6" fmla="*/ 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5" name="Freeform 2149">
                <a:extLst>
                  <a:ext uri="{FF2B5EF4-FFF2-40B4-BE49-F238E27FC236}">
                    <a16:creationId xmlns:a16="http://schemas.microsoft.com/office/drawing/2014/main" id="{D4987ABB-4714-43C6-BF4F-20C302780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78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6" name="Freeform 2150">
                <a:extLst>
                  <a:ext uri="{FF2B5EF4-FFF2-40B4-BE49-F238E27FC236}">
                    <a16:creationId xmlns:a16="http://schemas.microsoft.com/office/drawing/2014/main" id="{49CD4FF3-71FC-4776-A285-36BC17BF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80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7" name="Freeform 2151">
                <a:extLst>
                  <a:ext uri="{FF2B5EF4-FFF2-40B4-BE49-F238E27FC236}">
                    <a16:creationId xmlns:a16="http://schemas.microsoft.com/office/drawing/2014/main" id="{A5AD19FA-D5E9-4D7F-929F-A1574638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9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8" name="Freeform 2152">
                <a:extLst>
                  <a:ext uri="{FF2B5EF4-FFF2-40B4-BE49-F238E27FC236}">
                    <a16:creationId xmlns:a16="http://schemas.microsoft.com/office/drawing/2014/main" id="{9E1A79B7-8223-46A2-B554-CB746A912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1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9" name="Freeform 2153">
                <a:extLst>
                  <a:ext uri="{FF2B5EF4-FFF2-40B4-BE49-F238E27FC236}">
                    <a16:creationId xmlns:a16="http://schemas.microsoft.com/office/drawing/2014/main" id="{80D3C4DA-C8FD-446B-8DD2-03CB85F75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81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99" name="Group 2154">
              <a:extLst>
                <a:ext uri="{FF2B5EF4-FFF2-40B4-BE49-F238E27FC236}">
                  <a16:creationId xmlns:a16="http://schemas.microsoft.com/office/drawing/2014/main" id="{B6BA6C78-3022-427F-8A4C-BE99BA96F1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" y="2174"/>
              <a:ext cx="662" cy="733"/>
              <a:chOff x="2428" y="2174"/>
              <a:chExt cx="662" cy="733"/>
            </a:xfrm>
          </p:grpSpPr>
          <p:sp>
            <p:nvSpPr>
              <p:cNvPr id="32150" name="Freeform 2155">
                <a:extLst>
                  <a:ext uri="{FF2B5EF4-FFF2-40B4-BE49-F238E27FC236}">
                    <a16:creationId xmlns:a16="http://schemas.microsoft.com/office/drawing/2014/main" id="{0A904E65-B829-4827-85FF-573F6DD8F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81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1" name="Freeform 2156">
                <a:extLst>
                  <a:ext uri="{FF2B5EF4-FFF2-40B4-BE49-F238E27FC236}">
                    <a16:creationId xmlns:a16="http://schemas.microsoft.com/office/drawing/2014/main" id="{85822445-9159-4DDD-810B-FEF6822CF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2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2" name="Freeform 2157">
                <a:extLst>
                  <a:ext uri="{FF2B5EF4-FFF2-40B4-BE49-F238E27FC236}">
                    <a16:creationId xmlns:a16="http://schemas.microsoft.com/office/drawing/2014/main" id="{6EE1963B-FEF2-4C2C-964B-57586486D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82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3" name="Freeform 2158">
                <a:extLst>
                  <a:ext uri="{FF2B5EF4-FFF2-40B4-BE49-F238E27FC236}">
                    <a16:creationId xmlns:a16="http://schemas.microsoft.com/office/drawing/2014/main" id="{35744BD1-7F61-45CD-AAC1-6E5B95C95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82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4" name="Freeform 2159">
                <a:extLst>
                  <a:ext uri="{FF2B5EF4-FFF2-40B4-BE49-F238E27FC236}">
                    <a16:creationId xmlns:a16="http://schemas.microsoft.com/office/drawing/2014/main" id="{B6ACF798-401C-4E7C-8D32-708F6C66E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825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5" name="Freeform 2160">
                <a:extLst>
                  <a:ext uri="{FF2B5EF4-FFF2-40B4-BE49-F238E27FC236}">
                    <a16:creationId xmlns:a16="http://schemas.microsoft.com/office/drawing/2014/main" id="{8411AA21-90BC-4127-983A-C809CA0AD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82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" name="Freeform 2161">
                <a:extLst>
                  <a:ext uri="{FF2B5EF4-FFF2-40B4-BE49-F238E27FC236}">
                    <a16:creationId xmlns:a16="http://schemas.microsoft.com/office/drawing/2014/main" id="{19CD5C4A-3A0D-4A79-9B46-781E71AE5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82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" name="Freeform 2162">
                <a:extLst>
                  <a:ext uri="{FF2B5EF4-FFF2-40B4-BE49-F238E27FC236}">
                    <a16:creationId xmlns:a16="http://schemas.microsoft.com/office/drawing/2014/main" id="{90575E2B-3A5F-433F-A976-F015CB3E2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2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8" name="Freeform 2163">
                <a:extLst>
                  <a:ext uri="{FF2B5EF4-FFF2-40B4-BE49-F238E27FC236}">
                    <a16:creationId xmlns:a16="http://schemas.microsoft.com/office/drawing/2014/main" id="{4FDBADD5-CDB8-45E1-AEE0-BBBBA9942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25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8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9" name="Freeform 2164">
                <a:extLst>
                  <a:ext uri="{FF2B5EF4-FFF2-40B4-BE49-F238E27FC236}">
                    <a16:creationId xmlns:a16="http://schemas.microsoft.com/office/drawing/2014/main" id="{6E414EDD-4EA4-45F1-8A90-9A1E8D1F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25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8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0" name="Freeform 2165">
                <a:extLst>
                  <a:ext uri="{FF2B5EF4-FFF2-40B4-BE49-F238E27FC236}">
                    <a16:creationId xmlns:a16="http://schemas.microsoft.com/office/drawing/2014/main" id="{4067ECBA-F671-4468-8010-FCE5846D0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2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1" name="Freeform 2166">
                <a:extLst>
                  <a:ext uri="{FF2B5EF4-FFF2-40B4-BE49-F238E27FC236}">
                    <a16:creationId xmlns:a16="http://schemas.microsoft.com/office/drawing/2014/main" id="{F59A7F29-E6C4-40BA-BF3D-11AF93CC9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2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2" name="Freeform 2167">
                <a:extLst>
                  <a:ext uri="{FF2B5EF4-FFF2-40B4-BE49-F238E27FC236}">
                    <a16:creationId xmlns:a16="http://schemas.microsoft.com/office/drawing/2014/main" id="{395D7628-407A-465A-A7FA-FE6ECCA0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82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3" name="Freeform 2168">
                <a:extLst>
                  <a:ext uri="{FF2B5EF4-FFF2-40B4-BE49-F238E27FC236}">
                    <a16:creationId xmlns:a16="http://schemas.microsoft.com/office/drawing/2014/main" id="{A03A21BE-B935-46B1-8458-BFC68ADF4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779"/>
                <a:ext cx="212" cy="128"/>
              </a:xfrm>
              <a:custGeom>
                <a:avLst/>
                <a:gdLst>
                  <a:gd name="T0" fmla="*/ 821 w 85"/>
                  <a:gd name="T1" fmla="*/ 776 h 48"/>
                  <a:gd name="T2" fmla="*/ 30 w 85"/>
                  <a:gd name="T3" fmla="*/ 397 h 48"/>
                  <a:gd name="T4" fmla="*/ 42 w 85"/>
                  <a:gd name="T5" fmla="*/ 0 h 48"/>
                  <a:gd name="T6" fmla="*/ 0 w 85"/>
                  <a:gd name="T7" fmla="*/ 285 h 48"/>
                  <a:gd name="T8" fmla="*/ 683 w 85"/>
                  <a:gd name="T9" fmla="*/ 888 h 48"/>
                  <a:gd name="T10" fmla="*/ 1307 w 85"/>
                  <a:gd name="T11" fmla="*/ 285 h 48"/>
                  <a:gd name="T12" fmla="*/ 1307 w 85"/>
                  <a:gd name="T13" fmla="*/ 93 h 48"/>
                  <a:gd name="T14" fmla="*/ 1287 w 85"/>
                  <a:gd name="T15" fmla="*/ 115 h 48"/>
                  <a:gd name="T16" fmla="*/ 821 w 85"/>
                  <a:gd name="T17" fmla="*/ 776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8">
                    <a:moveTo>
                      <a:pt x="53" y="41"/>
                    </a:moveTo>
                    <a:cubicBezTo>
                      <a:pt x="33" y="46"/>
                      <a:pt x="7" y="39"/>
                      <a:pt x="2" y="21"/>
                    </a:cubicBezTo>
                    <a:cubicBezTo>
                      <a:pt x="0" y="14"/>
                      <a:pt x="1" y="7"/>
                      <a:pt x="3" y="0"/>
                    </a:cubicBezTo>
                    <a:cubicBezTo>
                      <a:pt x="2" y="3"/>
                      <a:pt x="0" y="8"/>
                      <a:pt x="0" y="15"/>
                    </a:cubicBezTo>
                    <a:cubicBezTo>
                      <a:pt x="0" y="37"/>
                      <a:pt x="21" y="48"/>
                      <a:pt x="44" y="47"/>
                    </a:cubicBezTo>
                    <a:cubicBezTo>
                      <a:pt x="70" y="47"/>
                      <a:pt x="85" y="23"/>
                      <a:pt x="84" y="15"/>
                    </a:cubicBezTo>
                    <a:cubicBezTo>
                      <a:pt x="84" y="12"/>
                      <a:pt x="84" y="9"/>
                      <a:pt x="84" y="5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21"/>
                      <a:pt x="71" y="36"/>
                      <a:pt x="53" y="41"/>
                    </a:cubicBezTo>
                    <a:close/>
                  </a:path>
                </a:pathLst>
              </a:custGeom>
              <a:solidFill>
                <a:srgbClr val="D69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4" name="Freeform 2169">
                <a:extLst>
                  <a:ext uri="{FF2B5EF4-FFF2-40B4-BE49-F238E27FC236}">
                    <a16:creationId xmlns:a16="http://schemas.microsoft.com/office/drawing/2014/main" id="{ABD0968F-722F-4DD7-A142-3D6EFBB62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74"/>
                <a:ext cx="227" cy="221"/>
              </a:xfrm>
              <a:custGeom>
                <a:avLst/>
                <a:gdLst>
                  <a:gd name="T0" fmla="*/ 75 w 91"/>
                  <a:gd name="T1" fmla="*/ 1134 h 83"/>
                  <a:gd name="T2" fmla="*/ 324 w 91"/>
                  <a:gd name="T3" fmla="*/ 1419 h 83"/>
                  <a:gd name="T4" fmla="*/ 883 w 91"/>
                  <a:gd name="T5" fmla="*/ 1475 h 83"/>
                  <a:gd name="T6" fmla="*/ 1369 w 91"/>
                  <a:gd name="T7" fmla="*/ 1020 h 83"/>
                  <a:gd name="T8" fmla="*/ 1382 w 91"/>
                  <a:gd name="T9" fmla="*/ 602 h 83"/>
                  <a:gd name="T10" fmla="*/ 1369 w 91"/>
                  <a:gd name="T11" fmla="*/ 588 h 83"/>
                  <a:gd name="T12" fmla="*/ 1245 w 91"/>
                  <a:gd name="T13" fmla="*/ 320 h 83"/>
                  <a:gd name="T14" fmla="*/ 1150 w 91"/>
                  <a:gd name="T15" fmla="*/ 205 h 83"/>
                  <a:gd name="T16" fmla="*/ 683 w 91"/>
                  <a:gd name="T17" fmla="*/ 21 h 83"/>
                  <a:gd name="T18" fmla="*/ 12 w 91"/>
                  <a:gd name="T19" fmla="*/ 793 h 83"/>
                  <a:gd name="T20" fmla="*/ 42 w 91"/>
                  <a:gd name="T21" fmla="*/ 943 h 83"/>
                  <a:gd name="T22" fmla="*/ 42 w 91"/>
                  <a:gd name="T23" fmla="*/ 943 h 83"/>
                  <a:gd name="T24" fmla="*/ 75 w 91"/>
                  <a:gd name="T25" fmla="*/ 1134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83">
                    <a:moveTo>
                      <a:pt x="5" y="60"/>
                    </a:moveTo>
                    <a:cubicBezTo>
                      <a:pt x="6" y="64"/>
                      <a:pt x="12" y="70"/>
                      <a:pt x="21" y="75"/>
                    </a:cubicBezTo>
                    <a:cubicBezTo>
                      <a:pt x="28" y="78"/>
                      <a:pt x="41" y="83"/>
                      <a:pt x="57" y="78"/>
                    </a:cubicBezTo>
                    <a:cubicBezTo>
                      <a:pt x="71" y="73"/>
                      <a:pt x="83" y="64"/>
                      <a:pt x="88" y="54"/>
                    </a:cubicBezTo>
                    <a:cubicBezTo>
                      <a:pt x="91" y="47"/>
                      <a:pt x="91" y="39"/>
                      <a:pt x="89" y="32"/>
                    </a:cubicBezTo>
                    <a:cubicBezTo>
                      <a:pt x="88" y="32"/>
                      <a:pt x="88" y="31"/>
                      <a:pt x="88" y="31"/>
                    </a:cubicBezTo>
                    <a:cubicBezTo>
                      <a:pt x="86" y="26"/>
                      <a:pt x="84" y="21"/>
                      <a:pt x="80" y="17"/>
                    </a:cubicBezTo>
                    <a:cubicBezTo>
                      <a:pt x="78" y="15"/>
                      <a:pt x="76" y="13"/>
                      <a:pt x="74" y="11"/>
                    </a:cubicBezTo>
                    <a:cubicBezTo>
                      <a:pt x="65" y="3"/>
                      <a:pt x="54" y="0"/>
                      <a:pt x="44" y="1"/>
                    </a:cubicBezTo>
                    <a:cubicBezTo>
                      <a:pt x="20" y="2"/>
                      <a:pt x="0" y="23"/>
                      <a:pt x="1" y="42"/>
                    </a:cubicBezTo>
                    <a:cubicBezTo>
                      <a:pt x="1" y="45"/>
                      <a:pt x="2" y="47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5" y="60"/>
                      <a:pt x="5" y="6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5" name="Freeform 2170">
                <a:extLst>
                  <a:ext uri="{FF2B5EF4-FFF2-40B4-BE49-F238E27FC236}">
                    <a16:creationId xmlns:a16="http://schemas.microsoft.com/office/drawing/2014/main" id="{AD2FAE35-F530-44FD-A250-85953D50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177"/>
                <a:ext cx="218" cy="197"/>
              </a:xfrm>
              <a:custGeom>
                <a:avLst/>
                <a:gdLst>
                  <a:gd name="T0" fmla="*/ 33 w 87"/>
                  <a:gd name="T1" fmla="*/ 772 h 74"/>
                  <a:gd name="T2" fmla="*/ 692 w 87"/>
                  <a:gd name="T3" fmla="*/ 1360 h 74"/>
                  <a:gd name="T4" fmla="*/ 1351 w 87"/>
                  <a:gd name="T5" fmla="*/ 703 h 74"/>
                  <a:gd name="T6" fmla="*/ 679 w 87"/>
                  <a:gd name="T7" fmla="*/ 21 h 74"/>
                  <a:gd name="T8" fmla="*/ 33 w 87"/>
                  <a:gd name="T9" fmla="*/ 772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74">
                    <a:moveTo>
                      <a:pt x="2" y="41"/>
                    </a:moveTo>
                    <a:cubicBezTo>
                      <a:pt x="4" y="60"/>
                      <a:pt x="22" y="74"/>
                      <a:pt x="44" y="72"/>
                    </a:cubicBezTo>
                    <a:cubicBezTo>
                      <a:pt x="65" y="70"/>
                      <a:pt x="87" y="55"/>
                      <a:pt x="86" y="37"/>
                    </a:cubicBezTo>
                    <a:cubicBezTo>
                      <a:pt x="84" y="18"/>
                      <a:pt x="64" y="0"/>
                      <a:pt x="43" y="1"/>
                    </a:cubicBezTo>
                    <a:cubicBezTo>
                      <a:pt x="21" y="3"/>
                      <a:pt x="0" y="22"/>
                      <a:pt x="2" y="41"/>
                    </a:cubicBezTo>
                    <a:close/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6" name="Freeform 2171">
                <a:extLst>
                  <a:ext uri="{FF2B5EF4-FFF2-40B4-BE49-F238E27FC236}">
                    <a16:creationId xmlns:a16="http://schemas.microsoft.com/office/drawing/2014/main" id="{67B6077B-C3B6-4955-82BC-8C0A5A2BA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241"/>
                <a:ext cx="102" cy="66"/>
              </a:xfrm>
              <a:custGeom>
                <a:avLst/>
                <a:gdLst>
                  <a:gd name="T0" fmla="*/ 291 w 41"/>
                  <a:gd name="T1" fmla="*/ 383 h 25"/>
                  <a:gd name="T2" fmla="*/ 75 w 41"/>
                  <a:gd name="T3" fmla="*/ 145 h 25"/>
                  <a:gd name="T4" fmla="*/ 259 w 41"/>
                  <a:gd name="T5" fmla="*/ 34 h 25"/>
                  <a:gd name="T6" fmla="*/ 465 w 41"/>
                  <a:gd name="T7" fmla="*/ 55 h 25"/>
                  <a:gd name="T8" fmla="*/ 600 w 41"/>
                  <a:gd name="T9" fmla="*/ 182 h 25"/>
                  <a:gd name="T10" fmla="*/ 508 w 41"/>
                  <a:gd name="T11" fmla="*/ 383 h 25"/>
                  <a:gd name="T12" fmla="*/ 291 w 41"/>
                  <a:gd name="T13" fmla="*/ 383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5">
                    <a:moveTo>
                      <a:pt x="19" y="21"/>
                    </a:moveTo>
                    <a:cubicBezTo>
                      <a:pt x="10" y="25"/>
                      <a:pt x="0" y="20"/>
                      <a:pt x="5" y="8"/>
                    </a:cubicBezTo>
                    <a:cubicBezTo>
                      <a:pt x="7" y="4"/>
                      <a:pt x="13" y="3"/>
                      <a:pt x="17" y="2"/>
                    </a:cubicBezTo>
                    <a:cubicBezTo>
                      <a:pt x="22" y="0"/>
                      <a:pt x="26" y="1"/>
                      <a:pt x="30" y="3"/>
                    </a:cubicBezTo>
                    <a:cubicBezTo>
                      <a:pt x="33" y="4"/>
                      <a:pt x="38" y="7"/>
                      <a:pt x="39" y="10"/>
                    </a:cubicBezTo>
                    <a:cubicBezTo>
                      <a:pt x="41" y="15"/>
                      <a:pt x="37" y="20"/>
                      <a:pt x="33" y="21"/>
                    </a:cubicBezTo>
                    <a:cubicBezTo>
                      <a:pt x="28" y="22"/>
                      <a:pt x="23" y="20"/>
                      <a:pt x="19" y="21"/>
                    </a:cubicBezTo>
                    <a:close/>
                  </a:path>
                </a:pathLst>
              </a:custGeom>
              <a:solidFill>
                <a:srgbClr val="FFF9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7" name="Freeform 2172">
                <a:extLst>
                  <a:ext uri="{FF2B5EF4-FFF2-40B4-BE49-F238E27FC236}">
                    <a16:creationId xmlns:a16="http://schemas.microsoft.com/office/drawing/2014/main" id="{454C4D00-B217-4410-8763-5D473E760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91"/>
                <a:ext cx="37" cy="19"/>
              </a:xfrm>
              <a:custGeom>
                <a:avLst/>
                <a:gdLst>
                  <a:gd name="T0" fmla="*/ 0 w 15"/>
                  <a:gd name="T1" fmla="*/ 60 h 7"/>
                  <a:gd name="T2" fmla="*/ 0 w 15"/>
                  <a:gd name="T3" fmla="*/ 0 h 7"/>
                  <a:gd name="T4" fmla="*/ 30 w 15"/>
                  <a:gd name="T5" fmla="*/ 22 h 7"/>
                  <a:gd name="T6" fmla="*/ 42 w 15"/>
                  <a:gd name="T7" fmla="*/ 22 h 7"/>
                  <a:gd name="T8" fmla="*/ 74 w 15"/>
                  <a:gd name="T9" fmla="*/ 38 h 7"/>
                  <a:gd name="T10" fmla="*/ 104 w 15"/>
                  <a:gd name="T11" fmla="*/ 38 h 7"/>
                  <a:gd name="T12" fmla="*/ 133 w 15"/>
                  <a:gd name="T13" fmla="*/ 22 h 7"/>
                  <a:gd name="T14" fmla="*/ 183 w 15"/>
                  <a:gd name="T15" fmla="*/ 38 h 7"/>
                  <a:gd name="T16" fmla="*/ 30 w 15"/>
                  <a:gd name="T17" fmla="*/ 141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5" y="7"/>
                      <a:pt x="5" y="7"/>
                      <a:pt x="2" y="7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8" name="Freeform 2173">
                <a:extLst>
                  <a:ext uri="{FF2B5EF4-FFF2-40B4-BE49-F238E27FC236}">
                    <a16:creationId xmlns:a16="http://schemas.microsoft.com/office/drawing/2014/main" id="{962CA6DF-AA45-4DB4-A7F9-1C531E24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33"/>
                <a:ext cx="55" cy="74"/>
              </a:xfrm>
              <a:custGeom>
                <a:avLst/>
                <a:gdLst>
                  <a:gd name="T0" fmla="*/ 113 w 22"/>
                  <a:gd name="T1" fmla="*/ 441 h 28"/>
                  <a:gd name="T2" fmla="*/ 125 w 22"/>
                  <a:gd name="T3" fmla="*/ 370 h 28"/>
                  <a:gd name="T4" fmla="*/ 158 w 22"/>
                  <a:gd name="T5" fmla="*/ 315 h 28"/>
                  <a:gd name="T6" fmla="*/ 113 w 22"/>
                  <a:gd name="T7" fmla="*/ 280 h 28"/>
                  <a:gd name="T8" fmla="*/ 145 w 22"/>
                  <a:gd name="T9" fmla="*/ 225 h 28"/>
                  <a:gd name="T10" fmla="*/ 83 w 22"/>
                  <a:gd name="T11" fmla="*/ 182 h 28"/>
                  <a:gd name="T12" fmla="*/ 95 w 22"/>
                  <a:gd name="T13" fmla="*/ 148 h 28"/>
                  <a:gd name="T14" fmla="*/ 83 w 22"/>
                  <a:gd name="T15" fmla="*/ 148 h 28"/>
                  <a:gd name="T16" fmla="*/ 50 w 22"/>
                  <a:gd name="T17" fmla="*/ 111 h 28"/>
                  <a:gd name="T18" fmla="*/ 20 w 22"/>
                  <a:gd name="T19" fmla="*/ 56 h 28"/>
                  <a:gd name="T20" fmla="*/ 188 w 22"/>
                  <a:gd name="T21" fmla="*/ 90 h 28"/>
                  <a:gd name="T22" fmla="*/ 208 w 22"/>
                  <a:gd name="T23" fmla="*/ 518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28">
                    <a:moveTo>
                      <a:pt x="7" y="24"/>
                    </a:moveTo>
                    <a:cubicBezTo>
                      <a:pt x="9" y="23"/>
                      <a:pt x="7" y="22"/>
                      <a:pt x="8" y="20"/>
                    </a:cubicBezTo>
                    <a:cubicBezTo>
                      <a:pt x="10" y="21"/>
                      <a:pt x="10" y="19"/>
                      <a:pt x="10" y="17"/>
                    </a:cubicBezTo>
                    <a:cubicBezTo>
                      <a:pt x="10" y="14"/>
                      <a:pt x="9" y="15"/>
                      <a:pt x="7" y="15"/>
                    </a:cubicBezTo>
                    <a:cubicBezTo>
                      <a:pt x="8" y="14"/>
                      <a:pt x="10" y="14"/>
                      <a:pt x="9" y="12"/>
                    </a:cubicBezTo>
                    <a:cubicBezTo>
                      <a:pt x="8" y="10"/>
                      <a:pt x="6" y="11"/>
                      <a:pt x="5" y="10"/>
                    </a:cubicBezTo>
                    <a:cubicBezTo>
                      <a:pt x="5" y="9"/>
                      <a:pt x="6" y="9"/>
                      <a:pt x="6" y="8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3" y="7"/>
                      <a:pt x="3" y="8"/>
                      <a:pt x="3" y="6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3" y="0"/>
                      <a:pt x="10" y="3"/>
                      <a:pt x="12" y="5"/>
                    </a:cubicBezTo>
                    <a:cubicBezTo>
                      <a:pt x="15" y="8"/>
                      <a:pt x="22" y="28"/>
                      <a:pt x="13" y="28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9" name="Freeform 2174">
                <a:extLst>
                  <a:ext uri="{FF2B5EF4-FFF2-40B4-BE49-F238E27FC236}">
                    <a16:creationId xmlns:a16="http://schemas.microsoft.com/office/drawing/2014/main" id="{5E01DB8B-D169-4FC8-BEFD-514420BC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265"/>
                <a:ext cx="35" cy="40"/>
              </a:xfrm>
              <a:custGeom>
                <a:avLst/>
                <a:gdLst>
                  <a:gd name="T0" fmla="*/ 220 w 14"/>
                  <a:gd name="T1" fmla="*/ 264 h 15"/>
                  <a:gd name="T2" fmla="*/ 188 w 14"/>
                  <a:gd name="T3" fmla="*/ 227 h 15"/>
                  <a:gd name="T4" fmla="*/ 158 w 14"/>
                  <a:gd name="T5" fmla="*/ 227 h 15"/>
                  <a:gd name="T6" fmla="*/ 113 w 14"/>
                  <a:gd name="T7" fmla="*/ 149 h 15"/>
                  <a:gd name="T8" fmla="*/ 95 w 14"/>
                  <a:gd name="T9" fmla="*/ 115 h 15"/>
                  <a:gd name="T10" fmla="*/ 95 w 14"/>
                  <a:gd name="T11" fmla="*/ 77 h 15"/>
                  <a:gd name="T12" fmla="*/ 83 w 14"/>
                  <a:gd name="T13" fmla="*/ 77 h 15"/>
                  <a:gd name="T14" fmla="*/ 50 w 14"/>
                  <a:gd name="T15" fmla="*/ 21 h 15"/>
                  <a:gd name="T16" fmla="*/ 20 w 14"/>
                  <a:gd name="T17" fmla="*/ 171 h 15"/>
                  <a:gd name="T18" fmla="*/ 113 w 14"/>
                  <a:gd name="T19" fmla="*/ 28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5">
                    <a:moveTo>
                      <a:pt x="14" y="14"/>
                    </a:moveTo>
                    <a:cubicBezTo>
                      <a:pt x="13" y="14"/>
                      <a:pt x="13" y="12"/>
                      <a:pt x="12" y="12"/>
                    </a:cubicBezTo>
                    <a:cubicBezTo>
                      <a:pt x="11" y="12"/>
                      <a:pt x="11" y="13"/>
                      <a:pt x="10" y="12"/>
                    </a:cubicBezTo>
                    <a:cubicBezTo>
                      <a:pt x="8" y="12"/>
                      <a:pt x="8" y="9"/>
                      <a:pt x="7" y="8"/>
                    </a:cubicBezTo>
                    <a:cubicBezTo>
                      <a:pt x="7" y="7"/>
                      <a:pt x="6" y="7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4" y="2"/>
                      <a:pt x="4" y="0"/>
                      <a:pt x="3" y="1"/>
                    </a:cubicBezTo>
                    <a:cubicBezTo>
                      <a:pt x="0" y="1"/>
                      <a:pt x="0" y="7"/>
                      <a:pt x="1" y="9"/>
                    </a:cubicBezTo>
                    <a:cubicBezTo>
                      <a:pt x="2" y="12"/>
                      <a:pt x="4" y="14"/>
                      <a:pt x="7" y="15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0" name="Freeform 2175">
                <a:extLst>
                  <a:ext uri="{FF2B5EF4-FFF2-40B4-BE49-F238E27FC236}">
                    <a16:creationId xmlns:a16="http://schemas.microsoft.com/office/drawing/2014/main" id="{4BEFEEC4-0EDE-4326-BD39-6109C54FE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294"/>
                <a:ext cx="35" cy="21"/>
              </a:xfrm>
              <a:custGeom>
                <a:avLst/>
                <a:gdLst>
                  <a:gd name="T0" fmla="*/ 0 w 14"/>
                  <a:gd name="T1" fmla="*/ 55 h 8"/>
                  <a:gd name="T2" fmla="*/ 20 w 14"/>
                  <a:gd name="T3" fmla="*/ 21 h 8"/>
                  <a:gd name="T4" fmla="*/ 50 w 14"/>
                  <a:gd name="T5" fmla="*/ 21 h 8"/>
                  <a:gd name="T6" fmla="*/ 63 w 14"/>
                  <a:gd name="T7" fmla="*/ 0 h 8"/>
                  <a:gd name="T8" fmla="*/ 95 w 14"/>
                  <a:gd name="T9" fmla="*/ 21 h 8"/>
                  <a:gd name="T10" fmla="*/ 158 w 14"/>
                  <a:gd name="T11" fmla="*/ 21 h 8"/>
                  <a:gd name="T12" fmla="*/ 188 w 14"/>
                  <a:gd name="T13" fmla="*/ 14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5" y="0"/>
                      <a:pt x="5" y="1"/>
                      <a:pt x="6" y="1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4" y="3"/>
                      <a:pt x="10" y="6"/>
                      <a:pt x="12" y="8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1" name="Freeform 2176">
                <a:extLst>
                  <a:ext uri="{FF2B5EF4-FFF2-40B4-BE49-F238E27FC236}">
                    <a16:creationId xmlns:a16="http://schemas.microsoft.com/office/drawing/2014/main" id="{65910CF2-B009-40CC-B7EA-BD818A93D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227"/>
                <a:ext cx="80" cy="43"/>
              </a:xfrm>
              <a:custGeom>
                <a:avLst/>
                <a:gdLst>
                  <a:gd name="T0" fmla="*/ 113 w 32"/>
                  <a:gd name="T1" fmla="*/ 312 h 16"/>
                  <a:gd name="T2" fmla="*/ 113 w 32"/>
                  <a:gd name="T3" fmla="*/ 290 h 16"/>
                  <a:gd name="T4" fmla="*/ 125 w 32"/>
                  <a:gd name="T5" fmla="*/ 253 h 16"/>
                  <a:gd name="T6" fmla="*/ 175 w 32"/>
                  <a:gd name="T7" fmla="*/ 218 h 16"/>
                  <a:gd name="T8" fmla="*/ 208 w 32"/>
                  <a:gd name="T9" fmla="*/ 218 h 16"/>
                  <a:gd name="T10" fmla="*/ 220 w 32"/>
                  <a:gd name="T11" fmla="*/ 175 h 16"/>
                  <a:gd name="T12" fmla="*/ 250 w 32"/>
                  <a:gd name="T13" fmla="*/ 175 h 16"/>
                  <a:gd name="T14" fmla="*/ 270 w 32"/>
                  <a:gd name="T15" fmla="*/ 175 h 16"/>
                  <a:gd name="T16" fmla="*/ 333 w 32"/>
                  <a:gd name="T17" fmla="*/ 137 h 16"/>
                  <a:gd name="T18" fmla="*/ 375 w 32"/>
                  <a:gd name="T19" fmla="*/ 137 h 16"/>
                  <a:gd name="T20" fmla="*/ 408 w 32"/>
                  <a:gd name="T21" fmla="*/ 116 h 16"/>
                  <a:gd name="T22" fmla="*/ 438 w 32"/>
                  <a:gd name="T23" fmla="*/ 137 h 16"/>
                  <a:gd name="T24" fmla="*/ 500 w 32"/>
                  <a:gd name="T25" fmla="*/ 81 h 16"/>
                  <a:gd name="T26" fmla="*/ 375 w 32"/>
                  <a:gd name="T27" fmla="*/ 22 h 16"/>
                  <a:gd name="T28" fmla="*/ 158 w 32"/>
                  <a:gd name="T29" fmla="*/ 22 h 16"/>
                  <a:gd name="T30" fmla="*/ 0 w 32"/>
                  <a:gd name="T31" fmla="*/ 175 h 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" h="16">
                    <a:moveTo>
                      <a:pt x="7" y="16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8" y="15"/>
                      <a:pt x="9" y="14"/>
                      <a:pt x="8" y="13"/>
                    </a:cubicBezTo>
                    <a:cubicBezTo>
                      <a:pt x="10" y="13"/>
                      <a:pt x="10" y="12"/>
                      <a:pt x="11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8"/>
                      <a:pt x="19" y="8"/>
                      <a:pt x="21" y="7"/>
                    </a:cubicBezTo>
                    <a:cubicBezTo>
                      <a:pt x="22" y="7"/>
                      <a:pt x="23" y="7"/>
                      <a:pt x="24" y="7"/>
                    </a:cubicBezTo>
                    <a:cubicBezTo>
                      <a:pt x="25" y="7"/>
                      <a:pt x="25" y="6"/>
                      <a:pt x="26" y="6"/>
                    </a:cubicBezTo>
                    <a:cubicBezTo>
                      <a:pt x="27" y="6"/>
                      <a:pt x="27" y="6"/>
                      <a:pt x="28" y="7"/>
                    </a:cubicBezTo>
                    <a:cubicBezTo>
                      <a:pt x="30" y="7"/>
                      <a:pt x="32" y="7"/>
                      <a:pt x="32" y="4"/>
                    </a:cubicBezTo>
                    <a:cubicBezTo>
                      <a:pt x="32" y="0"/>
                      <a:pt x="27" y="1"/>
                      <a:pt x="24" y="1"/>
                    </a:cubicBezTo>
                    <a:cubicBezTo>
                      <a:pt x="19" y="1"/>
                      <a:pt x="14" y="0"/>
                      <a:pt x="10" y="1"/>
                    </a:cubicBezTo>
                    <a:cubicBezTo>
                      <a:pt x="5" y="2"/>
                      <a:pt x="3" y="5"/>
                      <a:pt x="0" y="9"/>
                    </a:cubicBezTo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2" name="Freeform 2177">
                <a:extLst>
                  <a:ext uri="{FF2B5EF4-FFF2-40B4-BE49-F238E27FC236}">
                    <a16:creationId xmlns:a16="http://schemas.microsoft.com/office/drawing/2014/main" id="{50252171-61BC-4754-9352-52C9AB9A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177"/>
                <a:ext cx="215" cy="157"/>
              </a:xfrm>
              <a:custGeom>
                <a:avLst/>
                <a:gdLst>
                  <a:gd name="T0" fmla="*/ 408 w 86"/>
                  <a:gd name="T1" fmla="*/ 114 h 59"/>
                  <a:gd name="T2" fmla="*/ 1095 w 86"/>
                  <a:gd name="T3" fmla="*/ 303 h 59"/>
                  <a:gd name="T4" fmla="*/ 1063 w 86"/>
                  <a:gd name="T5" fmla="*/ 1112 h 59"/>
                  <a:gd name="T6" fmla="*/ 1063 w 86"/>
                  <a:gd name="T7" fmla="*/ 418 h 59"/>
                  <a:gd name="T8" fmla="*/ 395 w 86"/>
                  <a:gd name="T9" fmla="*/ 226 h 59"/>
                  <a:gd name="T10" fmla="*/ 33 w 86"/>
                  <a:gd name="T11" fmla="*/ 695 h 59"/>
                  <a:gd name="T12" fmla="*/ 408 w 86"/>
                  <a:gd name="T13" fmla="*/ 114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59">
                    <a:moveTo>
                      <a:pt x="26" y="6"/>
                    </a:moveTo>
                    <a:cubicBezTo>
                      <a:pt x="37" y="2"/>
                      <a:pt x="55" y="0"/>
                      <a:pt x="70" y="16"/>
                    </a:cubicBezTo>
                    <a:cubicBezTo>
                      <a:pt x="86" y="32"/>
                      <a:pt x="80" y="52"/>
                      <a:pt x="68" y="59"/>
                    </a:cubicBezTo>
                    <a:cubicBezTo>
                      <a:pt x="75" y="54"/>
                      <a:pt x="81" y="34"/>
                      <a:pt x="68" y="22"/>
                    </a:cubicBezTo>
                    <a:cubicBezTo>
                      <a:pt x="56" y="9"/>
                      <a:pt x="36" y="8"/>
                      <a:pt x="25" y="12"/>
                    </a:cubicBezTo>
                    <a:cubicBezTo>
                      <a:pt x="14" y="17"/>
                      <a:pt x="2" y="29"/>
                      <a:pt x="2" y="37"/>
                    </a:cubicBezTo>
                    <a:cubicBezTo>
                      <a:pt x="0" y="31"/>
                      <a:pt x="10" y="13"/>
                      <a:pt x="26" y="6"/>
                    </a:cubicBezTo>
                    <a:close/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3" name="Freeform 2178">
                <a:extLst>
                  <a:ext uri="{FF2B5EF4-FFF2-40B4-BE49-F238E27FC236}">
                    <a16:creationId xmlns:a16="http://schemas.microsoft.com/office/drawing/2014/main" id="{2B4DCB8E-89AC-43E2-B1CE-07D32F04F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19"/>
                <a:ext cx="30" cy="38"/>
              </a:xfrm>
              <a:custGeom>
                <a:avLst/>
                <a:gdLst>
                  <a:gd name="T0" fmla="*/ 188 w 12"/>
                  <a:gd name="T1" fmla="*/ 280 h 14"/>
                  <a:gd name="T2" fmla="*/ 50 w 12"/>
                  <a:gd name="T3" fmla="*/ 0 h 14"/>
                  <a:gd name="T4" fmla="*/ 188 w 12"/>
                  <a:gd name="T5" fmla="*/ 2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14"/>
                    </a:moveTo>
                    <a:cubicBezTo>
                      <a:pt x="11" y="12"/>
                      <a:pt x="0" y="2"/>
                      <a:pt x="3" y="0"/>
                    </a:cubicBezTo>
                    <a:cubicBezTo>
                      <a:pt x="7" y="3"/>
                      <a:pt x="9" y="9"/>
                      <a:pt x="12" y="13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4" name="Freeform 2179">
                <a:extLst>
                  <a:ext uri="{FF2B5EF4-FFF2-40B4-BE49-F238E27FC236}">
                    <a16:creationId xmlns:a16="http://schemas.microsoft.com/office/drawing/2014/main" id="{1257C98F-63F6-4722-B60F-B7534607C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233"/>
                <a:ext cx="35" cy="29"/>
              </a:xfrm>
              <a:custGeom>
                <a:avLst/>
                <a:gdLst>
                  <a:gd name="T0" fmla="*/ 220 w 14"/>
                  <a:gd name="T1" fmla="*/ 200 h 11"/>
                  <a:gd name="T2" fmla="*/ 33 w 14"/>
                  <a:gd name="T3" fmla="*/ 0 h 11"/>
                  <a:gd name="T4" fmla="*/ 220 w 14"/>
                  <a:gd name="T5" fmla="*/ 1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11"/>
                    </a:moveTo>
                    <a:cubicBezTo>
                      <a:pt x="10" y="9"/>
                      <a:pt x="0" y="6"/>
                      <a:pt x="2" y="0"/>
                    </a:cubicBezTo>
                    <a:cubicBezTo>
                      <a:pt x="7" y="1"/>
                      <a:pt x="9" y="9"/>
                      <a:pt x="14" y="1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5" name="Freeform 2180">
                <a:extLst>
                  <a:ext uri="{FF2B5EF4-FFF2-40B4-BE49-F238E27FC236}">
                    <a16:creationId xmlns:a16="http://schemas.microsoft.com/office/drawing/2014/main" id="{AE8F2EAB-971B-4A65-8BAD-7BDBD7F58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209"/>
                <a:ext cx="23" cy="40"/>
              </a:xfrm>
              <a:custGeom>
                <a:avLst/>
                <a:gdLst>
                  <a:gd name="T0" fmla="*/ 151 w 9"/>
                  <a:gd name="T1" fmla="*/ 285 h 15"/>
                  <a:gd name="T2" fmla="*/ 66 w 9"/>
                  <a:gd name="T3" fmla="*/ 0 h 15"/>
                  <a:gd name="T4" fmla="*/ 151 w 9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15"/>
                    </a:moveTo>
                    <a:cubicBezTo>
                      <a:pt x="8" y="13"/>
                      <a:pt x="0" y="1"/>
                      <a:pt x="4" y="0"/>
                    </a:cubicBezTo>
                    <a:cubicBezTo>
                      <a:pt x="5" y="5"/>
                      <a:pt x="7" y="10"/>
                      <a:pt x="9" y="15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6" name="Freeform 2181">
                <a:extLst>
                  <a:ext uri="{FF2B5EF4-FFF2-40B4-BE49-F238E27FC236}">
                    <a16:creationId xmlns:a16="http://schemas.microsoft.com/office/drawing/2014/main" id="{9BE02B83-2E32-4873-B0A9-801F94C03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19"/>
                <a:ext cx="10" cy="30"/>
              </a:xfrm>
              <a:custGeom>
                <a:avLst/>
                <a:gdLst>
                  <a:gd name="T0" fmla="*/ 63 w 4"/>
                  <a:gd name="T1" fmla="*/ 224 h 11"/>
                  <a:gd name="T2" fmla="*/ 0 w 4"/>
                  <a:gd name="T3" fmla="*/ 0 h 11"/>
                  <a:gd name="T4" fmla="*/ 63 w 4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">
                    <a:moveTo>
                      <a:pt x="4" y="11"/>
                    </a:moveTo>
                    <a:cubicBezTo>
                      <a:pt x="3" y="7"/>
                      <a:pt x="0" y="4"/>
                      <a:pt x="0" y="0"/>
                    </a:cubicBezTo>
                    <a:cubicBezTo>
                      <a:pt x="4" y="2"/>
                      <a:pt x="3" y="8"/>
                      <a:pt x="4" y="1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7" name="Freeform 2182">
                <a:extLst>
                  <a:ext uri="{FF2B5EF4-FFF2-40B4-BE49-F238E27FC236}">
                    <a16:creationId xmlns:a16="http://schemas.microsoft.com/office/drawing/2014/main" id="{16CF3071-E6A9-442E-9DBB-456F5400E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06"/>
                <a:ext cx="12" cy="40"/>
              </a:xfrm>
              <a:custGeom>
                <a:avLst/>
                <a:gdLst>
                  <a:gd name="T0" fmla="*/ 58 w 5"/>
                  <a:gd name="T1" fmla="*/ 285 h 15"/>
                  <a:gd name="T2" fmla="*/ 12 w 5"/>
                  <a:gd name="T3" fmla="*/ 0 h 15"/>
                  <a:gd name="T4" fmla="*/ 70 w 5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4" y="15"/>
                    </a:moveTo>
                    <a:cubicBezTo>
                      <a:pt x="4" y="10"/>
                      <a:pt x="0" y="5"/>
                      <a:pt x="1" y="0"/>
                    </a:cubicBezTo>
                    <a:cubicBezTo>
                      <a:pt x="5" y="1"/>
                      <a:pt x="3" y="11"/>
                      <a:pt x="5" y="14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8" name="Freeform 2183">
                <a:extLst>
                  <a:ext uri="{FF2B5EF4-FFF2-40B4-BE49-F238E27FC236}">
                    <a16:creationId xmlns:a16="http://schemas.microsoft.com/office/drawing/2014/main" id="{090648B6-9452-4528-95C5-F73C79863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99"/>
                <a:ext cx="17" cy="62"/>
              </a:xfrm>
              <a:custGeom>
                <a:avLst/>
                <a:gdLst>
                  <a:gd name="T0" fmla="*/ 41 w 7"/>
                  <a:gd name="T1" fmla="*/ 0 h 23"/>
                  <a:gd name="T2" fmla="*/ 41 w 7"/>
                  <a:gd name="T3" fmla="*/ 450 h 23"/>
                  <a:gd name="T4" fmla="*/ 58 w 7"/>
                  <a:gd name="T5" fmla="*/ 5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3">
                    <a:moveTo>
                      <a:pt x="3" y="0"/>
                    </a:moveTo>
                    <a:cubicBezTo>
                      <a:pt x="2" y="7"/>
                      <a:pt x="0" y="17"/>
                      <a:pt x="3" y="23"/>
                    </a:cubicBezTo>
                    <a:cubicBezTo>
                      <a:pt x="7" y="22"/>
                      <a:pt x="3" y="7"/>
                      <a:pt x="4" y="3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9" name="Freeform 2184">
                <a:extLst>
                  <a:ext uri="{FF2B5EF4-FFF2-40B4-BE49-F238E27FC236}">
                    <a16:creationId xmlns:a16="http://schemas.microsoft.com/office/drawing/2014/main" id="{EE001800-0CEC-4D96-B7F3-8E562BDC1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307"/>
                <a:ext cx="10" cy="40"/>
              </a:xfrm>
              <a:custGeom>
                <a:avLst/>
                <a:gdLst>
                  <a:gd name="T0" fmla="*/ 0 w 4"/>
                  <a:gd name="T1" fmla="*/ 21 h 15"/>
                  <a:gd name="T2" fmla="*/ 63 w 4"/>
                  <a:gd name="T3" fmla="*/ 285 h 15"/>
                  <a:gd name="T4" fmla="*/ 0 w 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5">
                    <a:moveTo>
                      <a:pt x="0" y="1"/>
                    </a:moveTo>
                    <a:cubicBezTo>
                      <a:pt x="0" y="5"/>
                      <a:pt x="1" y="13"/>
                      <a:pt x="4" y="15"/>
                    </a:cubicBezTo>
                    <a:cubicBezTo>
                      <a:pt x="4" y="10"/>
                      <a:pt x="1" y="5"/>
                      <a:pt x="0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0" name="Freeform 2185">
                <a:extLst>
                  <a:ext uri="{FF2B5EF4-FFF2-40B4-BE49-F238E27FC236}">
                    <a16:creationId xmlns:a16="http://schemas.microsoft.com/office/drawing/2014/main" id="{9C53457E-F5FB-43A8-A3FA-AF774C314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307"/>
                <a:ext cx="20" cy="54"/>
              </a:xfrm>
              <a:custGeom>
                <a:avLst/>
                <a:gdLst>
                  <a:gd name="T0" fmla="*/ 20 w 8"/>
                  <a:gd name="T1" fmla="*/ 0 h 20"/>
                  <a:gd name="T2" fmla="*/ 113 w 8"/>
                  <a:gd name="T3" fmla="*/ 394 h 20"/>
                  <a:gd name="T4" fmla="*/ 83 w 8"/>
                  <a:gd name="T5" fmla="*/ 232 h 20"/>
                  <a:gd name="T6" fmla="*/ 20 w 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1" y="0"/>
                    </a:moveTo>
                    <a:cubicBezTo>
                      <a:pt x="0" y="4"/>
                      <a:pt x="2" y="18"/>
                      <a:pt x="7" y="20"/>
                    </a:cubicBezTo>
                    <a:cubicBezTo>
                      <a:pt x="8" y="17"/>
                      <a:pt x="6" y="14"/>
                      <a:pt x="5" y="12"/>
                    </a:cubicBezTo>
                    <a:cubicBezTo>
                      <a:pt x="3" y="8"/>
                      <a:pt x="3" y="4"/>
                      <a:pt x="1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1" name="Freeform 2186">
                <a:extLst>
                  <a:ext uri="{FF2B5EF4-FFF2-40B4-BE49-F238E27FC236}">
                    <a16:creationId xmlns:a16="http://schemas.microsoft.com/office/drawing/2014/main" id="{8AC14E1C-F02F-4F66-BC9D-8EF1F4E9A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302"/>
                <a:ext cx="7" cy="24"/>
              </a:xfrm>
              <a:custGeom>
                <a:avLst/>
                <a:gdLst>
                  <a:gd name="T0" fmla="*/ 0 w 3"/>
                  <a:gd name="T1" fmla="*/ 35 h 9"/>
                  <a:gd name="T2" fmla="*/ 28 w 3"/>
                  <a:gd name="T3" fmla="*/ 171 h 9"/>
                  <a:gd name="T4" fmla="*/ 12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0" y="2"/>
                    </a:moveTo>
                    <a:cubicBezTo>
                      <a:pt x="1" y="4"/>
                      <a:pt x="1" y="7"/>
                      <a:pt x="2" y="9"/>
                    </a:cubicBezTo>
                    <a:cubicBezTo>
                      <a:pt x="3" y="6"/>
                      <a:pt x="2" y="3"/>
                      <a:pt x="1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2" name="Freeform 2187">
                <a:extLst>
                  <a:ext uri="{FF2B5EF4-FFF2-40B4-BE49-F238E27FC236}">
                    <a16:creationId xmlns:a16="http://schemas.microsoft.com/office/drawing/2014/main" id="{63B8EF02-5A8A-4487-B582-19918BA67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02"/>
                <a:ext cx="23" cy="37"/>
              </a:xfrm>
              <a:custGeom>
                <a:avLst/>
                <a:gdLst>
                  <a:gd name="T0" fmla="*/ 0 w 9"/>
                  <a:gd name="T1" fmla="*/ 0 h 14"/>
                  <a:gd name="T2" fmla="*/ 118 w 9"/>
                  <a:gd name="T3" fmla="*/ 259 h 14"/>
                  <a:gd name="T4" fmla="*/ 0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1" y="4"/>
                      <a:pt x="3" y="13"/>
                      <a:pt x="7" y="14"/>
                    </a:cubicBezTo>
                    <a:cubicBezTo>
                      <a:pt x="9" y="11"/>
                      <a:pt x="2" y="3"/>
                      <a:pt x="0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3" name="Freeform 2188">
                <a:extLst>
                  <a:ext uri="{FF2B5EF4-FFF2-40B4-BE49-F238E27FC236}">
                    <a16:creationId xmlns:a16="http://schemas.microsoft.com/office/drawing/2014/main" id="{3BFEC27E-0493-4517-A7C3-588F76496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299"/>
                <a:ext cx="28" cy="32"/>
              </a:xfrm>
              <a:custGeom>
                <a:avLst/>
                <a:gdLst>
                  <a:gd name="T0" fmla="*/ 0 w 11"/>
                  <a:gd name="T1" fmla="*/ 0 h 12"/>
                  <a:gd name="T2" fmla="*/ 181 w 11"/>
                  <a:gd name="T3" fmla="*/ 227 h 12"/>
                  <a:gd name="T4" fmla="*/ 0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2" y="4"/>
                      <a:pt x="7" y="11"/>
                      <a:pt x="11" y="12"/>
                    </a:cubicBezTo>
                    <a:cubicBezTo>
                      <a:pt x="11" y="8"/>
                      <a:pt x="4" y="3"/>
                      <a:pt x="0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4" name="Freeform 2189">
                <a:extLst>
                  <a:ext uri="{FF2B5EF4-FFF2-40B4-BE49-F238E27FC236}">
                    <a16:creationId xmlns:a16="http://schemas.microsoft.com/office/drawing/2014/main" id="{4F3C5418-A51B-446E-B3EF-1004E472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91"/>
                <a:ext cx="33" cy="16"/>
              </a:xfrm>
              <a:custGeom>
                <a:avLst/>
                <a:gdLst>
                  <a:gd name="T0" fmla="*/ 0 w 13"/>
                  <a:gd name="T1" fmla="*/ 0 h 6"/>
                  <a:gd name="T2" fmla="*/ 213 w 13"/>
                  <a:gd name="T3" fmla="*/ 115 h 6"/>
                  <a:gd name="T4" fmla="*/ 20 w 1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4" y="3"/>
                      <a:pt x="8" y="6"/>
                      <a:pt x="13" y="6"/>
                    </a:cubicBezTo>
                    <a:cubicBezTo>
                      <a:pt x="13" y="2"/>
                      <a:pt x="3" y="1"/>
                      <a:pt x="1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5" name="Freeform 2190">
                <a:extLst>
                  <a:ext uri="{FF2B5EF4-FFF2-40B4-BE49-F238E27FC236}">
                    <a16:creationId xmlns:a16="http://schemas.microsoft.com/office/drawing/2014/main" id="{8973B0ED-273B-4614-AF9B-D8FA95116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81"/>
                <a:ext cx="25" cy="8"/>
              </a:xfrm>
              <a:custGeom>
                <a:avLst/>
                <a:gdLst>
                  <a:gd name="T0" fmla="*/ 20 w 10"/>
                  <a:gd name="T1" fmla="*/ 21 h 3"/>
                  <a:gd name="T2" fmla="*/ 158 w 10"/>
                  <a:gd name="T3" fmla="*/ 35 h 3"/>
                  <a:gd name="T4" fmla="*/ 0 w 10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1" y="1"/>
                    </a:moveTo>
                    <a:cubicBezTo>
                      <a:pt x="4" y="0"/>
                      <a:pt x="8" y="1"/>
                      <a:pt x="10" y="2"/>
                    </a:cubicBezTo>
                    <a:cubicBezTo>
                      <a:pt x="8" y="3"/>
                      <a:pt x="2" y="3"/>
                      <a:pt x="0" y="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6" name="Freeform 2191">
                <a:extLst>
                  <a:ext uri="{FF2B5EF4-FFF2-40B4-BE49-F238E27FC236}">
                    <a16:creationId xmlns:a16="http://schemas.microsoft.com/office/drawing/2014/main" id="{86658B4E-3D67-42CC-8CA9-86715A7B9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262"/>
                <a:ext cx="33" cy="13"/>
              </a:xfrm>
              <a:custGeom>
                <a:avLst/>
                <a:gdLst>
                  <a:gd name="T0" fmla="*/ 0 w 13"/>
                  <a:gd name="T1" fmla="*/ 55 h 5"/>
                  <a:gd name="T2" fmla="*/ 213 w 13"/>
                  <a:gd name="T3" fmla="*/ 21 h 5"/>
                  <a:gd name="T4" fmla="*/ 0 w 13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3"/>
                    </a:moveTo>
                    <a:cubicBezTo>
                      <a:pt x="4" y="2"/>
                      <a:pt x="8" y="0"/>
                      <a:pt x="13" y="1"/>
                    </a:cubicBezTo>
                    <a:cubicBezTo>
                      <a:pt x="8" y="3"/>
                      <a:pt x="4" y="5"/>
                      <a:pt x="0" y="4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7" name="Freeform 2192">
                <a:extLst>
                  <a:ext uri="{FF2B5EF4-FFF2-40B4-BE49-F238E27FC236}">
                    <a16:creationId xmlns:a16="http://schemas.microsoft.com/office/drawing/2014/main" id="{9AF02150-D021-412E-BED9-8A8A5ABB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49"/>
                <a:ext cx="25" cy="13"/>
              </a:xfrm>
              <a:custGeom>
                <a:avLst/>
                <a:gdLst>
                  <a:gd name="T0" fmla="*/ 158 w 10"/>
                  <a:gd name="T1" fmla="*/ 0 h 5"/>
                  <a:gd name="T2" fmla="*/ 0 w 10"/>
                  <a:gd name="T3" fmla="*/ 68 h 5"/>
                  <a:gd name="T4" fmla="*/ 145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7" y="2"/>
                      <a:pt x="3" y="5"/>
                      <a:pt x="0" y="4"/>
                    </a:cubicBez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8" name="Freeform 2193">
                <a:extLst>
                  <a:ext uri="{FF2B5EF4-FFF2-40B4-BE49-F238E27FC236}">
                    <a16:creationId xmlns:a16="http://schemas.microsoft.com/office/drawing/2014/main" id="{DB4F2B16-CD7B-4658-BDBC-80EC23122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27"/>
                <a:ext cx="22" cy="24"/>
              </a:xfrm>
              <a:custGeom>
                <a:avLst/>
                <a:gdLst>
                  <a:gd name="T0" fmla="*/ 132 w 9"/>
                  <a:gd name="T1" fmla="*/ 0 h 9"/>
                  <a:gd name="T2" fmla="*/ 0 w 9"/>
                  <a:gd name="T3" fmla="*/ 171 h 9"/>
                  <a:gd name="T4" fmla="*/ 120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6" y="3"/>
                      <a:pt x="4" y="7"/>
                      <a:pt x="0" y="9"/>
                    </a:cubicBezTo>
                    <a:cubicBezTo>
                      <a:pt x="1" y="6"/>
                      <a:pt x="6" y="2"/>
                      <a:pt x="8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9" name="Freeform 2194">
                <a:extLst>
                  <a:ext uri="{FF2B5EF4-FFF2-40B4-BE49-F238E27FC236}">
                    <a16:creationId xmlns:a16="http://schemas.microsoft.com/office/drawing/2014/main" id="{FC04B301-BCA7-4ABB-8E8F-78235DE5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17"/>
                <a:ext cx="7" cy="21"/>
              </a:xfrm>
              <a:custGeom>
                <a:avLst/>
                <a:gdLst>
                  <a:gd name="T0" fmla="*/ 0 w 3"/>
                  <a:gd name="T1" fmla="*/ 144 h 8"/>
                  <a:gd name="T2" fmla="*/ 37 w 3"/>
                  <a:gd name="T3" fmla="*/ 0 h 8"/>
                  <a:gd name="T4" fmla="*/ 0 w 3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8"/>
                    </a:moveTo>
                    <a:cubicBezTo>
                      <a:pt x="0" y="5"/>
                      <a:pt x="1" y="1"/>
                      <a:pt x="3" y="0"/>
                    </a:cubicBezTo>
                    <a:cubicBezTo>
                      <a:pt x="2" y="3"/>
                      <a:pt x="1" y="6"/>
                      <a:pt x="0" y="8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0" name="Freeform 2195">
                <a:extLst>
                  <a:ext uri="{FF2B5EF4-FFF2-40B4-BE49-F238E27FC236}">
                    <a16:creationId xmlns:a16="http://schemas.microsoft.com/office/drawing/2014/main" id="{7E9BA4AE-1828-4010-89E0-088AAED09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17"/>
                <a:ext cx="8" cy="21"/>
              </a:xfrm>
              <a:custGeom>
                <a:avLst/>
                <a:gdLst>
                  <a:gd name="T0" fmla="*/ 35 w 3"/>
                  <a:gd name="T1" fmla="*/ 144 h 8"/>
                  <a:gd name="T2" fmla="*/ 21 w 3"/>
                  <a:gd name="T3" fmla="*/ 0 h 8"/>
                  <a:gd name="T4" fmla="*/ 56 w 3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2" y="5"/>
                      <a:pt x="0" y="2"/>
                      <a:pt x="1" y="0"/>
                    </a:cubicBezTo>
                    <a:cubicBezTo>
                      <a:pt x="3" y="2"/>
                      <a:pt x="2" y="5"/>
                      <a:pt x="3" y="8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1" name="Freeform 2196">
                <a:extLst>
                  <a:ext uri="{FF2B5EF4-FFF2-40B4-BE49-F238E27FC236}">
                    <a16:creationId xmlns:a16="http://schemas.microsoft.com/office/drawing/2014/main" id="{FD0A5C25-C4C9-4040-86A8-B619A8533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09"/>
                <a:ext cx="10" cy="26"/>
              </a:xfrm>
              <a:custGeom>
                <a:avLst/>
                <a:gdLst>
                  <a:gd name="T0" fmla="*/ 33 w 4"/>
                  <a:gd name="T1" fmla="*/ 177 h 10"/>
                  <a:gd name="T2" fmla="*/ 50 w 4"/>
                  <a:gd name="T3" fmla="*/ 0 h 10"/>
                  <a:gd name="T4" fmla="*/ 63 w 4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10"/>
                    </a:moveTo>
                    <a:cubicBezTo>
                      <a:pt x="3" y="7"/>
                      <a:pt x="0" y="1"/>
                      <a:pt x="3" y="0"/>
                    </a:cubicBezTo>
                    <a:cubicBezTo>
                      <a:pt x="4" y="3"/>
                      <a:pt x="3" y="7"/>
                      <a:pt x="4" y="1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2" name="Freeform 2197">
                <a:extLst>
                  <a:ext uri="{FF2B5EF4-FFF2-40B4-BE49-F238E27FC236}">
                    <a16:creationId xmlns:a16="http://schemas.microsoft.com/office/drawing/2014/main" id="{F704B64C-4067-468C-8747-3BA695086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283"/>
                <a:ext cx="40" cy="19"/>
              </a:xfrm>
              <a:custGeom>
                <a:avLst/>
                <a:gdLst>
                  <a:gd name="T0" fmla="*/ 250 w 16"/>
                  <a:gd name="T1" fmla="*/ 0 h 7"/>
                  <a:gd name="T2" fmla="*/ 0 w 16"/>
                  <a:gd name="T3" fmla="*/ 141 h 7"/>
                  <a:gd name="T4" fmla="*/ 220 w 16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16" y="0"/>
                    </a:moveTo>
                    <a:cubicBezTo>
                      <a:pt x="11" y="2"/>
                      <a:pt x="6" y="7"/>
                      <a:pt x="0" y="7"/>
                    </a:cubicBezTo>
                    <a:cubicBezTo>
                      <a:pt x="1" y="4"/>
                      <a:pt x="11" y="2"/>
                      <a:pt x="14" y="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3" name="Freeform 2198">
                <a:extLst>
                  <a:ext uri="{FF2B5EF4-FFF2-40B4-BE49-F238E27FC236}">
                    <a16:creationId xmlns:a16="http://schemas.microsoft.com/office/drawing/2014/main" id="{EF46801E-2FD6-48D0-8E78-6F94F14A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273"/>
                <a:ext cx="30" cy="8"/>
              </a:xfrm>
              <a:custGeom>
                <a:avLst/>
                <a:gdLst>
                  <a:gd name="T0" fmla="*/ 188 w 12"/>
                  <a:gd name="T1" fmla="*/ 35 h 3"/>
                  <a:gd name="T2" fmla="*/ 0 w 12"/>
                  <a:gd name="T3" fmla="*/ 56 h 3"/>
                  <a:gd name="T4" fmla="*/ 175 w 12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2"/>
                    </a:moveTo>
                    <a:cubicBezTo>
                      <a:pt x="8" y="2"/>
                      <a:pt x="4" y="3"/>
                      <a:pt x="0" y="3"/>
                    </a:cubicBezTo>
                    <a:cubicBezTo>
                      <a:pt x="2" y="0"/>
                      <a:pt x="8" y="2"/>
                      <a:pt x="11" y="2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4" name="Freeform 2199">
                <a:extLst>
                  <a:ext uri="{FF2B5EF4-FFF2-40B4-BE49-F238E27FC236}">
                    <a16:creationId xmlns:a16="http://schemas.microsoft.com/office/drawing/2014/main" id="{8717B84B-DE62-4DD7-AF29-3B265CA29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57"/>
                <a:ext cx="25" cy="10"/>
              </a:xfrm>
              <a:custGeom>
                <a:avLst/>
                <a:gdLst>
                  <a:gd name="T0" fmla="*/ 158 w 10"/>
                  <a:gd name="T1" fmla="*/ 63 h 4"/>
                  <a:gd name="T2" fmla="*/ 0 w 10"/>
                  <a:gd name="T3" fmla="*/ 20 h 4"/>
                  <a:gd name="T4" fmla="*/ 158 w 10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cubicBezTo>
                      <a:pt x="7" y="4"/>
                      <a:pt x="2" y="3"/>
                      <a:pt x="0" y="1"/>
                    </a:cubicBezTo>
                    <a:cubicBezTo>
                      <a:pt x="3" y="0"/>
                      <a:pt x="7" y="3"/>
                      <a:pt x="10" y="4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5" name="Freeform 2200">
                <a:extLst>
                  <a:ext uri="{FF2B5EF4-FFF2-40B4-BE49-F238E27FC236}">
                    <a16:creationId xmlns:a16="http://schemas.microsoft.com/office/drawing/2014/main" id="{CE98D5CE-B18E-41F1-8DB5-A091AA8A5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307"/>
                <a:ext cx="10" cy="27"/>
              </a:xfrm>
              <a:custGeom>
                <a:avLst/>
                <a:gdLst>
                  <a:gd name="T0" fmla="*/ 63 w 4"/>
                  <a:gd name="T1" fmla="*/ 0 h 10"/>
                  <a:gd name="T2" fmla="*/ 20 w 4"/>
                  <a:gd name="T3" fmla="*/ 197 h 10"/>
                  <a:gd name="T4" fmla="*/ 50 w 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4" y="1"/>
                      <a:pt x="3" y="10"/>
                      <a:pt x="1" y="10"/>
                    </a:cubicBezTo>
                    <a:cubicBezTo>
                      <a:pt x="0" y="9"/>
                      <a:pt x="3" y="3"/>
                      <a:pt x="3" y="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6" name="Freeform 2201">
                <a:extLst>
                  <a:ext uri="{FF2B5EF4-FFF2-40B4-BE49-F238E27FC236}">
                    <a16:creationId xmlns:a16="http://schemas.microsoft.com/office/drawing/2014/main" id="{63D32FD7-0832-40DA-9321-BA13CD47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305"/>
                <a:ext cx="17" cy="29"/>
              </a:xfrm>
              <a:custGeom>
                <a:avLst/>
                <a:gdLst>
                  <a:gd name="T0" fmla="*/ 100 w 7"/>
                  <a:gd name="T1" fmla="*/ 0 h 11"/>
                  <a:gd name="T2" fmla="*/ 12 w 7"/>
                  <a:gd name="T3" fmla="*/ 200 h 11"/>
                  <a:gd name="T4" fmla="*/ 87 w 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4" y="10"/>
                      <a:pt x="1" y="11"/>
                    </a:cubicBezTo>
                    <a:cubicBezTo>
                      <a:pt x="0" y="8"/>
                      <a:pt x="5" y="3"/>
                      <a:pt x="6" y="1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7" name="Freeform 2202">
                <a:extLst>
                  <a:ext uri="{FF2B5EF4-FFF2-40B4-BE49-F238E27FC236}">
                    <a16:creationId xmlns:a16="http://schemas.microsoft.com/office/drawing/2014/main" id="{9F13A67F-5FF2-42E8-AA0C-92224E1E4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297"/>
                <a:ext cx="28" cy="29"/>
              </a:xfrm>
              <a:custGeom>
                <a:avLst/>
                <a:gdLst>
                  <a:gd name="T0" fmla="*/ 181 w 11"/>
                  <a:gd name="T1" fmla="*/ 21 h 11"/>
                  <a:gd name="T2" fmla="*/ 33 w 11"/>
                  <a:gd name="T3" fmla="*/ 166 h 11"/>
                  <a:gd name="T4" fmla="*/ 181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"/>
                    </a:moveTo>
                    <a:cubicBezTo>
                      <a:pt x="9" y="2"/>
                      <a:pt x="4" y="11"/>
                      <a:pt x="2" y="9"/>
                    </a:cubicBezTo>
                    <a:cubicBezTo>
                      <a:pt x="0" y="7"/>
                      <a:pt x="10" y="1"/>
                      <a:pt x="11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8" name="Freeform 2203">
                <a:extLst>
                  <a:ext uri="{FF2B5EF4-FFF2-40B4-BE49-F238E27FC236}">
                    <a16:creationId xmlns:a16="http://schemas.microsoft.com/office/drawing/2014/main" id="{133A3B13-0388-4295-A529-684352055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235"/>
                <a:ext cx="18" cy="14"/>
              </a:xfrm>
              <a:custGeom>
                <a:avLst/>
                <a:gdLst>
                  <a:gd name="T0" fmla="*/ 21 w 7"/>
                  <a:gd name="T1" fmla="*/ 109 h 5"/>
                  <a:gd name="T2" fmla="*/ 118 w 7"/>
                  <a:gd name="T3" fmla="*/ 0 h 5"/>
                  <a:gd name="T4" fmla="*/ 0 w 7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2" y="4"/>
                      <a:pt x="6" y="2"/>
                      <a:pt x="7" y="0"/>
                    </a:cubicBezTo>
                    <a:cubicBezTo>
                      <a:pt x="3" y="0"/>
                      <a:pt x="2" y="3"/>
                      <a:pt x="0" y="4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9" name="Freeform 2204">
                <a:extLst>
                  <a:ext uri="{FF2B5EF4-FFF2-40B4-BE49-F238E27FC236}">
                    <a16:creationId xmlns:a16="http://schemas.microsoft.com/office/drawing/2014/main" id="{16254AE0-86D0-4F83-AEEC-BE252435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334"/>
                <a:ext cx="10" cy="19"/>
              </a:xfrm>
              <a:custGeom>
                <a:avLst/>
                <a:gdLst>
                  <a:gd name="T0" fmla="*/ 0 w 4"/>
                  <a:gd name="T1" fmla="*/ 22 h 7"/>
                  <a:gd name="T2" fmla="*/ 33 w 4"/>
                  <a:gd name="T3" fmla="*/ 141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0" y="3"/>
                      <a:pt x="1" y="5"/>
                      <a:pt x="2" y="7"/>
                    </a:cubicBezTo>
                    <a:cubicBezTo>
                      <a:pt x="4" y="6"/>
                      <a:pt x="1" y="2"/>
                      <a:pt x="0" y="0"/>
                    </a:cubicBezTo>
                  </a:path>
                </a:pathLst>
              </a:custGeom>
              <a:solidFill>
                <a:srgbClr val="B0C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0" name="Freeform 2205">
                <a:extLst>
                  <a:ext uri="{FF2B5EF4-FFF2-40B4-BE49-F238E27FC236}">
                    <a16:creationId xmlns:a16="http://schemas.microsoft.com/office/drawing/2014/main" id="{448F64C7-F340-43BF-841D-D62D05202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323"/>
                <a:ext cx="7" cy="35"/>
              </a:xfrm>
              <a:custGeom>
                <a:avLst/>
                <a:gdLst>
                  <a:gd name="T0" fmla="*/ 37 w 3"/>
                  <a:gd name="T1" fmla="*/ 253 h 13"/>
                  <a:gd name="T2" fmla="*/ 28 w 3"/>
                  <a:gd name="T3" fmla="*/ 0 h 13"/>
                  <a:gd name="T4" fmla="*/ 28 w 3"/>
                  <a:gd name="T5" fmla="*/ 94 h 13"/>
                  <a:gd name="T6" fmla="*/ 37 w 3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3" y="13"/>
                    </a:moveTo>
                    <a:cubicBezTo>
                      <a:pt x="1" y="10"/>
                      <a:pt x="0" y="2"/>
                      <a:pt x="2" y="0"/>
                    </a:cubicBezTo>
                    <a:cubicBezTo>
                      <a:pt x="1" y="1"/>
                      <a:pt x="2" y="3"/>
                      <a:pt x="2" y="5"/>
                    </a:cubicBezTo>
                    <a:cubicBezTo>
                      <a:pt x="2" y="9"/>
                      <a:pt x="2" y="10"/>
                      <a:pt x="3" y="13"/>
                    </a:cubicBezTo>
                  </a:path>
                </a:pathLst>
              </a:custGeom>
              <a:solidFill>
                <a:srgbClr val="D9E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1" name="Freeform 2206">
                <a:extLst>
                  <a:ext uri="{FF2B5EF4-FFF2-40B4-BE49-F238E27FC236}">
                    <a16:creationId xmlns:a16="http://schemas.microsoft.com/office/drawing/2014/main" id="{A8BD8960-A4B1-40A5-B369-AFBB27A44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29"/>
                <a:ext cx="12" cy="29"/>
              </a:xfrm>
              <a:custGeom>
                <a:avLst/>
                <a:gdLst>
                  <a:gd name="T0" fmla="*/ 70 w 5"/>
                  <a:gd name="T1" fmla="*/ 200 h 11"/>
                  <a:gd name="T2" fmla="*/ 0 w 5"/>
                  <a:gd name="T3" fmla="*/ 0 h 11"/>
                  <a:gd name="T4" fmla="*/ 70 w 5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5" y="11"/>
                    </a:moveTo>
                    <a:cubicBezTo>
                      <a:pt x="2" y="8"/>
                      <a:pt x="0" y="4"/>
                      <a:pt x="0" y="0"/>
                    </a:cubicBezTo>
                    <a:cubicBezTo>
                      <a:pt x="2" y="3"/>
                      <a:pt x="2" y="8"/>
                      <a:pt x="5" y="11"/>
                    </a:cubicBezTo>
                  </a:path>
                </a:pathLst>
              </a:custGeom>
              <a:solidFill>
                <a:srgbClr val="D9E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2" name="Freeform 2207">
                <a:extLst>
                  <a:ext uri="{FF2B5EF4-FFF2-40B4-BE49-F238E27FC236}">
                    <a16:creationId xmlns:a16="http://schemas.microsoft.com/office/drawing/2014/main" id="{DE5D562E-BF2D-45C9-A51B-ACDE3D40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305"/>
                <a:ext cx="10" cy="16"/>
              </a:xfrm>
              <a:custGeom>
                <a:avLst/>
                <a:gdLst>
                  <a:gd name="T0" fmla="*/ 0 w 4"/>
                  <a:gd name="T1" fmla="*/ 93 h 6"/>
                  <a:gd name="T2" fmla="*/ 63 w 4"/>
                  <a:gd name="T3" fmla="*/ 0 h 6"/>
                  <a:gd name="T4" fmla="*/ 0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3" name="Freeform 2208">
                <a:extLst>
                  <a:ext uri="{FF2B5EF4-FFF2-40B4-BE49-F238E27FC236}">
                    <a16:creationId xmlns:a16="http://schemas.microsoft.com/office/drawing/2014/main" id="{AA08349D-5D47-4285-A7C7-78D24F2C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297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125 w 8"/>
                  <a:gd name="T3" fmla="*/ 56 h 3"/>
                  <a:gd name="T4" fmla="*/ 125 w 8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1" y="2"/>
                      <a:pt x="6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4" name="Freeform 2209">
                <a:extLst>
                  <a:ext uri="{FF2B5EF4-FFF2-40B4-BE49-F238E27FC236}">
                    <a16:creationId xmlns:a16="http://schemas.microsoft.com/office/drawing/2014/main" id="{29A3EE1A-92FB-4ABF-A5CD-AEB0993E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07"/>
                <a:ext cx="20" cy="22"/>
              </a:xfrm>
              <a:custGeom>
                <a:avLst/>
                <a:gdLst>
                  <a:gd name="T0" fmla="*/ 125 w 8"/>
                  <a:gd name="T1" fmla="*/ 168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5" name="Freeform 2210">
                <a:extLst>
                  <a:ext uri="{FF2B5EF4-FFF2-40B4-BE49-F238E27FC236}">
                    <a16:creationId xmlns:a16="http://schemas.microsoft.com/office/drawing/2014/main" id="{E703356F-5D9E-42BB-93DF-B94CABFCE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313"/>
                <a:ext cx="10" cy="24"/>
              </a:xfrm>
              <a:custGeom>
                <a:avLst/>
                <a:gdLst>
                  <a:gd name="T0" fmla="*/ 63 w 4"/>
                  <a:gd name="T1" fmla="*/ 171 h 9"/>
                  <a:gd name="T2" fmla="*/ 0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cubicBezTo>
                      <a:pt x="2" y="7"/>
                      <a:pt x="1" y="3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6" name="Freeform 2211">
                <a:extLst>
                  <a:ext uri="{FF2B5EF4-FFF2-40B4-BE49-F238E27FC236}">
                    <a16:creationId xmlns:a16="http://schemas.microsoft.com/office/drawing/2014/main" id="{59C7820F-12AE-4B2D-A9C7-6599A33E6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286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7" name="Freeform 2212">
                <a:extLst>
                  <a:ext uri="{FF2B5EF4-FFF2-40B4-BE49-F238E27FC236}">
                    <a16:creationId xmlns:a16="http://schemas.microsoft.com/office/drawing/2014/main" id="{B1920A79-16B2-4DA7-9C4E-AA0952008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270"/>
                <a:ext cx="23" cy="5"/>
              </a:xfrm>
              <a:custGeom>
                <a:avLst/>
                <a:gdLst>
                  <a:gd name="T0" fmla="*/ 0 w 9"/>
                  <a:gd name="T1" fmla="*/ 20 h 2"/>
                  <a:gd name="T2" fmla="*/ 151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7" y="0"/>
                      <a:pt x="9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8" name="Freeform 2213">
                <a:extLst>
                  <a:ext uri="{FF2B5EF4-FFF2-40B4-BE49-F238E27FC236}">
                    <a16:creationId xmlns:a16="http://schemas.microsoft.com/office/drawing/2014/main" id="{95EC2C1F-EEAA-430F-9583-291FFD90E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54"/>
                <a:ext cx="15" cy="8"/>
              </a:xfrm>
              <a:custGeom>
                <a:avLst/>
                <a:gdLst>
                  <a:gd name="T0" fmla="*/ 0 w 6"/>
                  <a:gd name="T1" fmla="*/ 35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3" y="3"/>
                      <a:pt x="6" y="0"/>
                      <a:pt x="6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9" name="Freeform 2214">
                <a:extLst>
                  <a:ext uri="{FF2B5EF4-FFF2-40B4-BE49-F238E27FC236}">
                    <a16:creationId xmlns:a16="http://schemas.microsoft.com/office/drawing/2014/main" id="{2931610E-55EB-4E2D-B758-2DDC4246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33"/>
                <a:ext cx="15" cy="16"/>
              </a:xfrm>
              <a:custGeom>
                <a:avLst/>
                <a:gdLst>
                  <a:gd name="T0" fmla="*/ 0 w 6"/>
                  <a:gd name="T1" fmla="*/ 115 h 6"/>
                  <a:gd name="T2" fmla="*/ 9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4" y="4"/>
                      <a:pt x="5" y="1"/>
                      <a:pt x="6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0" name="Freeform 2215">
                <a:extLst>
                  <a:ext uri="{FF2B5EF4-FFF2-40B4-BE49-F238E27FC236}">
                    <a16:creationId xmlns:a16="http://schemas.microsoft.com/office/drawing/2014/main" id="{20C46D2A-D88B-4D8D-BBC6-5AE1DA79E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211"/>
                <a:ext cx="2" cy="19"/>
              </a:xfrm>
              <a:custGeom>
                <a:avLst/>
                <a:gdLst>
                  <a:gd name="T0" fmla="*/ 8 w 1"/>
                  <a:gd name="T1" fmla="*/ 141 h 7"/>
                  <a:gd name="T2" fmla="*/ 8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1" name="Freeform 2216">
                <a:extLst>
                  <a:ext uri="{FF2B5EF4-FFF2-40B4-BE49-F238E27FC236}">
                    <a16:creationId xmlns:a16="http://schemas.microsoft.com/office/drawing/2014/main" id="{CC7890B2-AA94-4620-B9DB-8D578611D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06"/>
                <a:ext cx="3" cy="19"/>
              </a:xfrm>
              <a:custGeom>
                <a:avLst/>
                <a:gdLst>
                  <a:gd name="T0" fmla="*/ 27 w 1"/>
                  <a:gd name="T1" fmla="*/ 141 h 7"/>
                  <a:gd name="T2" fmla="*/ 0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0" y="3"/>
                      <a:pt x="0" y="3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2" name="Freeform 2217">
                <a:extLst>
                  <a:ext uri="{FF2B5EF4-FFF2-40B4-BE49-F238E27FC236}">
                    <a16:creationId xmlns:a16="http://schemas.microsoft.com/office/drawing/2014/main" id="{257D422A-970D-4597-A2C7-ABBA9F71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238"/>
                <a:ext cx="20" cy="19"/>
              </a:xfrm>
              <a:custGeom>
                <a:avLst/>
                <a:gdLst>
                  <a:gd name="T0" fmla="*/ 125 w 8"/>
                  <a:gd name="T1" fmla="*/ 141 h 7"/>
                  <a:gd name="T2" fmla="*/ 0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cubicBezTo>
                      <a:pt x="5" y="6"/>
                      <a:pt x="2" y="4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3" name="Freeform 2218">
                <a:extLst>
                  <a:ext uri="{FF2B5EF4-FFF2-40B4-BE49-F238E27FC236}">
                    <a16:creationId xmlns:a16="http://schemas.microsoft.com/office/drawing/2014/main" id="{07984B19-39EA-4BFF-A04D-19CB7E02C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262"/>
                <a:ext cx="15" cy="3"/>
              </a:xfrm>
              <a:custGeom>
                <a:avLst/>
                <a:gdLst>
                  <a:gd name="T0" fmla="*/ 95 w 6"/>
                  <a:gd name="T1" fmla="*/ 27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1"/>
                      <a:pt x="1" y="1"/>
                      <a:pt x="0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4" name="Freeform 2219">
                <a:extLst>
                  <a:ext uri="{FF2B5EF4-FFF2-40B4-BE49-F238E27FC236}">
                    <a16:creationId xmlns:a16="http://schemas.microsoft.com/office/drawing/2014/main" id="{91FFEE27-CCEE-4D10-8A91-E6FE64BC5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291"/>
                <a:ext cx="23" cy="14"/>
              </a:xfrm>
              <a:custGeom>
                <a:avLst/>
                <a:gdLst>
                  <a:gd name="T0" fmla="*/ 0 w 9"/>
                  <a:gd name="T1" fmla="*/ 109 h 5"/>
                  <a:gd name="T2" fmla="*/ 151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4" y="4"/>
                      <a:pt x="7" y="2"/>
                      <a:pt x="9" y="0"/>
                    </a:cubicBezTo>
                  </a:path>
                </a:pathLst>
              </a:custGeom>
              <a:solidFill>
                <a:srgbClr val="E4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5" name="Freeform 2220">
                <a:extLst>
                  <a:ext uri="{FF2B5EF4-FFF2-40B4-BE49-F238E27FC236}">
                    <a16:creationId xmlns:a16="http://schemas.microsoft.com/office/drawing/2014/main" id="{924A3BF8-FEE7-4F6F-9FC8-8D5BA247A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01"/>
                <a:ext cx="10" cy="26"/>
              </a:xfrm>
              <a:custGeom>
                <a:avLst/>
                <a:gdLst>
                  <a:gd name="T0" fmla="*/ 50 w 4"/>
                  <a:gd name="T1" fmla="*/ 156 h 10"/>
                  <a:gd name="T2" fmla="*/ 33 w 4"/>
                  <a:gd name="T3" fmla="*/ 68 h 10"/>
                  <a:gd name="T4" fmla="*/ 20 w 4"/>
                  <a:gd name="T5" fmla="*/ 34 h 10"/>
                  <a:gd name="T6" fmla="*/ 0 w 4"/>
                  <a:gd name="T7" fmla="*/ 0 h 10"/>
                  <a:gd name="T8" fmla="*/ 63 w 4"/>
                  <a:gd name="T9" fmla="*/ 0 h 10"/>
                  <a:gd name="T10" fmla="*/ 50 w 4"/>
                  <a:gd name="T11" fmla="*/ 21 h 10"/>
                  <a:gd name="T12" fmla="*/ 50 w 4"/>
                  <a:gd name="T13" fmla="*/ 88 h 10"/>
                  <a:gd name="T14" fmla="*/ 50 w 4"/>
                  <a:gd name="T15" fmla="*/ 177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0">
                    <a:moveTo>
                      <a:pt x="3" y="9"/>
                    </a:moveTo>
                    <a:cubicBezTo>
                      <a:pt x="3" y="8"/>
                      <a:pt x="3" y="5"/>
                      <a:pt x="2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3" y="2"/>
                      <a:pt x="3" y="4"/>
                      <a:pt x="3" y="5"/>
                    </a:cubicBezTo>
                    <a:cubicBezTo>
                      <a:pt x="3" y="6"/>
                      <a:pt x="3" y="8"/>
                      <a:pt x="3" y="1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6" name="Freeform 2221">
                <a:extLst>
                  <a:ext uri="{FF2B5EF4-FFF2-40B4-BE49-F238E27FC236}">
                    <a16:creationId xmlns:a16="http://schemas.microsoft.com/office/drawing/2014/main" id="{39FD9840-C6EA-4A70-926A-4A8A25649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01"/>
                <a:ext cx="13" cy="34"/>
              </a:xfrm>
              <a:custGeom>
                <a:avLst/>
                <a:gdLst>
                  <a:gd name="T0" fmla="*/ 68 w 5"/>
                  <a:gd name="T1" fmla="*/ 233 h 13"/>
                  <a:gd name="T2" fmla="*/ 55 w 5"/>
                  <a:gd name="T3" fmla="*/ 110 h 13"/>
                  <a:gd name="T4" fmla="*/ 0 w 5"/>
                  <a:gd name="T5" fmla="*/ 0 h 13"/>
                  <a:gd name="T6" fmla="*/ 55 w 5"/>
                  <a:gd name="T7" fmla="*/ 21 h 13"/>
                  <a:gd name="T8" fmla="*/ 88 w 5"/>
                  <a:gd name="T9" fmla="*/ 21 h 13"/>
                  <a:gd name="T10" fmla="*/ 68 w 5"/>
                  <a:gd name="T11" fmla="*/ 110 h 13"/>
                  <a:gd name="T12" fmla="*/ 68 w 5"/>
                  <a:gd name="T13" fmla="*/ 21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4" y="13"/>
                    </a:moveTo>
                    <a:cubicBezTo>
                      <a:pt x="4" y="11"/>
                      <a:pt x="3" y="8"/>
                      <a:pt x="3" y="6"/>
                    </a:cubicBezTo>
                    <a:cubicBezTo>
                      <a:pt x="3" y="4"/>
                      <a:pt x="2" y="2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2"/>
                      <a:pt x="4" y="4"/>
                      <a:pt x="4" y="6"/>
                    </a:cubicBezTo>
                    <a:cubicBezTo>
                      <a:pt x="4" y="8"/>
                      <a:pt x="4" y="10"/>
                      <a:pt x="4" y="12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7" name="Freeform 2222">
                <a:extLst>
                  <a:ext uri="{FF2B5EF4-FFF2-40B4-BE49-F238E27FC236}">
                    <a16:creationId xmlns:a16="http://schemas.microsoft.com/office/drawing/2014/main" id="{78A31CCA-780C-44A6-B96B-AD6F6BBF6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01"/>
                <a:ext cx="15" cy="24"/>
              </a:xfrm>
              <a:custGeom>
                <a:avLst/>
                <a:gdLst>
                  <a:gd name="T0" fmla="*/ 83 w 6"/>
                  <a:gd name="T1" fmla="*/ 136 h 9"/>
                  <a:gd name="T2" fmla="*/ 0 w 6"/>
                  <a:gd name="T3" fmla="*/ 21 h 9"/>
                  <a:gd name="T4" fmla="*/ 63 w 6"/>
                  <a:gd name="T5" fmla="*/ 21 h 9"/>
                  <a:gd name="T6" fmla="*/ 95 w 6"/>
                  <a:gd name="T7" fmla="*/ 21 h 9"/>
                  <a:gd name="T8" fmla="*/ 95 w 6"/>
                  <a:gd name="T9" fmla="*/ 77 h 9"/>
                  <a:gd name="T10" fmla="*/ 95 w 6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5" y="7"/>
                    </a:moveTo>
                    <a:cubicBezTo>
                      <a:pt x="5" y="6"/>
                      <a:pt x="3" y="0"/>
                      <a:pt x="0" y="1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6" y="6"/>
                      <a:pt x="6" y="7"/>
                      <a:pt x="6" y="9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8" name="Freeform 2223">
                <a:extLst>
                  <a:ext uri="{FF2B5EF4-FFF2-40B4-BE49-F238E27FC236}">
                    <a16:creationId xmlns:a16="http://schemas.microsoft.com/office/drawing/2014/main" id="{18F2E47A-A387-472B-9616-13B32461A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03"/>
                <a:ext cx="25" cy="27"/>
              </a:xfrm>
              <a:custGeom>
                <a:avLst/>
                <a:gdLst>
                  <a:gd name="T0" fmla="*/ 20 w 10"/>
                  <a:gd name="T1" fmla="*/ 197 h 10"/>
                  <a:gd name="T2" fmla="*/ 63 w 10"/>
                  <a:gd name="T3" fmla="*/ 81 h 10"/>
                  <a:gd name="T4" fmla="*/ 158 w 10"/>
                  <a:gd name="T5" fmla="*/ 59 h 10"/>
                  <a:gd name="T6" fmla="*/ 0 w 10"/>
                  <a:gd name="T7" fmla="*/ 0 h 10"/>
                  <a:gd name="T8" fmla="*/ 33 w 10"/>
                  <a:gd name="T9" fmla="*/ 38 h 10"/>
                  <a:gd name="T10" fmla="*/ 33 w 10"/>
                  <a:gd name="T11" fmla="*/ 81 h 10"/>
                  <a:gd name="T12" fmla="*/ 20 w 10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1" y="10"/>
                    </a:moveTo>
                    <a:cubicBezTo>
                      <a:pt x="1" y="8"/>
                      <a:pt x="3" y="5"/>
                      <a:pt x="4" y="4"/>
                    </a:cubicBezTo>
                    <a:cubicBezTo>
                      <a:pt x="6" y="3"/>
                      <a:pt x="8" y="3"/>
                      <a:pt x="10" y="3"/>
                    </a:cubicBezTo>
                    <a:cubicBezTo>
                      <a:pt x="6" y="2"/>
                      <a:pt x="3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3" y="2"/>
                      <a:pt x="2" y="4"/>
                      <a:pt x="2" y="4"/>
                    </a:cubicBezTo>
                    <a:cubicBezTo>
                      <a:pt x="2" y="6"/>
                      <a:pt x="1" y="8"/>
                      <a:pt x="1" y="1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9" name="Freeform 2224">
                <a:extLst>
                  <a:ext uri="{FF2B5EF4-FFF2-40B4-BE49-F238E27FC236}">
                    <a16:creationId xmlns:a16="http://schemas.microsoft.com/office/drawing/2014/main" id="{37E525FF-CA00-4B30-A422-BEDFEFF32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211"/>
                <a:ext cx="30" cy="24"/>
              </a:xfrm>
              <a:custGeom>
                <a:avLst/>
                <a:gdLst>
                  <a:gd name="T0" fmla="*/ 20 w 12"/>
                  <a:gd name="T1" fmla="*/ 171 h 9"/>
                  <a:gd name="T2" fmla="*/ 83 w 12"/>
                  <a:gd name="T3" fmla="*/ 93 h 9"/>
                  <a:gd name="T4" fmla="*/ 125 w 12"/>
                  <a:gd name="T5" fmla="*/ 115 h 9"/>
                  <a:gd name="T6" fmla="*/ 188 w 12"/>
                  <a:gd name="T7" fmla="*/ 149 h 9"/>
                  <a:gd name="T8" fmla="*/ 113 w 12"/>
                  <a:gd name="T9" fmla="*/ 77 h 9"/>
                  <a:gd name="T10" fmla="*/ 20 w 12"/>
                  <a:gd name="T11" fmla="*/ 0 h 9"/>
                  <a:gd name="T12" fmla="*/ 50 w 12"/>
                  <a:gd name="T13" fmla="*/ 77 h 9"/>
                  <a:gd name="T14" fmla="*/ 0 w 12"/>
                  <a:gd name="T15" fmla="*/ 17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1" y="9"/>
                    </a:moveTo>
                    <a:cubicBezTo>
                      <a:pt x="1" y="8"/>
                      <a:pt x="3" y="5"/>
                      <a:pt x="5" y="5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9" y="6"/>
                      <a:pt x="11" y="7"/>
                      <a:pt x="12" y="8"/>
                    </a:cubicBezTo>
                    <a:cubicBezTo>
                      <a:pt x="10" y="7"/>
                      <a:pt x="9" y="5"/>
                      <a:pt x="7" y="4"/>
                    </a:cubicBezTo>
                    <a:cubicBezTo>
                      <a:pt x="5" y="2"/>
                      <a:pt x="3" y="2"/>
                      <a:pt x="1" y="0"/>
                    </a:cubicBezTo>
                    <a:cubicBezTo>
                      <a:pt x="2" y="2"/>
                      <a:pt x="3" y="2"/>
                      <a:pt x="3" y="4"/>
                    </a:cubicBezTo>
                    <a:cubicBezTo>
                      <a:pt x="3" y="6"/>
                      <a:pt x="2" y="8"/>
                      <a:pt x="0" y="9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0" name="Freeform 2225">
                <a:extLst>
                  <a:ext uri="{FF2B5EF4-FFF2-40B4-BE49-F238E27FC236}">
                    <a16:creationId xmlns:a16="http://schemas.microsoft.com/office/drawing/2014/main" id="{48A2CC8A-A7E7-42FE-AC4C-0EC9574A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219"/>
                <a:ext cx="25" cy="22"/>
              </a:xfrm>
              <a:custGeom>
                <a:avLst/>
                <a:gdLst>
                  <a:gd name="T0" fmla="*/ 0 w 10"/>
                  <a:gd name="T1" fmla="*/ 168 h 8"/>
                  <a:gd name="T2" fmla="*/ 63 w 10"/>
                  <a:gd name="T3" fmla="*/ 129 h 8"/>
                  <a:gd name="T4" fmla="*/ 158 w 10"/>
                  <a:gd name="T5" fmla="*/ 168 h 8"/>
                  <a:gd name="T6" fmla="*/ 95 w 10"/>
                  <a:gd name="T7" fmla="*/ 83 h 8"/>
                  <a:gd name="T8" fmla="*/ 20 w 10"/>
                  <a:gd name="T9" fmla="*/ 0 h 8"/>
                  <a:gd name="T10" fmla="*/ 50 w 10"/>
                  <a:gd name="T11" fmla="*/ 61 h 8"/>
                  <a:gd name="T12" fmla="*/ 50 w 10"/>
                  <a:gd name="T13" fmla="*/ 107 h 8"/>
                  <a:gd name="T14" fmla="*/ 20 w 10"/>
                  <a:gd name="T15" fmla="*/ 14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7"/>
                      <a:pt x="2" y="6"/>
                      <a:pt x="4" y="6"/>
                    </a:cubicBezTo>
                    <a:cubicBezTo>
                      <a:pt x="7" y="5"/>
                      <a:pt x="8" y="7"/>
                      <a:pt x="10" y="8"/>
                    </a:cubicBezTo>
                    <a:cubicBezTo>
                      <a:pt x="9" y="6"/>
                      <a:pt x="8" y="5"/>
                      <a:pt x="6" y="4"/>
                    </a:cubicBezTo>
                    <a:cubicBezTo>
                      <a:pt x="5" y="2"/>
                      <a:pt x="3" y="1"/>
                      <a:pt x="1" y="0"/>
                    </a:cubicBezTo>
                    <a:cubicBezTo>
                      <a:pt x="2" y="1"/>
                      <a:pt x="2" y="2"/>
                      <a:pt x="3" y="3"/>
                    </a:cubicBezTo>
                    <a:cubicBezTo>
                      <a:pt x="3" y="3"/>
                      <a:pt x="4" y="4"/>
                      <a:pt x="3" y="5"/>
                    </a:cubicBezTo>
                    <a:cubicBezTo>
                      <a:pt x="3" y="6"/>
                      <a:pt x="1" y="6"/>
                      <a:pt x="1" y="7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1" name="Freeform 2226">
                <a:extLst>
                  <a:ext uri="{FF2B5EF4-FFF2-40B4-BE49-F238E27FC236}">
                    <a16:creationId xmlns:a16="http://schemas.microsoft.com/office/drawing/2014/main" id="{5DB30C4C-498C-4922-9720-0492EEAB4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206"/>
                <a:ext cx="13" cy="27"/>
              </a:xfrm>
              <a:custGeom>
                <a:avLst/>
                <a:gdLst>
                  <a:gd name="T0" fmla="*/ 88 w 5"/>
                  <a:gd name="T1" fmla="*/ 197 h 10"/>
                  <a:gd name="T2" fmla="*/ 0 w 5"/>
                  <a:gd name="T3" fmla="*/ 38 h 10"/>
                  <a:gd name="T4" fmla="*/ 68 w 5"/>
                  <a:gd name="T5" fmla="*/ 0 h 10"/>
                  <a:gd name="T6" fmla="*/ 88 w 5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cubicBezTo>
                      <a:pt x="5" y="9"/>
                      <a:pt x="2" y="1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2" y="2"/>
                      <a:pt x="4" y="7"/>
                      <a:pt x="5" y="1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2" name="Freeform 2227">
                <a:extLst>
                  <a:ext uri="{FF2B5EF4-FFF2-40B4-BE49-F238E27FC236}">
                    <a16:creationId xmlns:a16="http://schemas.microsoft.com/office/drawing/2014/main" id="{EA9A78EB-230A-403D-8A75-90ABBAF4A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17"/>
                <a:ext cx="12" cy="24"/>
              </a:xfrm>
              <a:custGeom>
                <a:avLst/>
                <a:gdLst>
                  <a:gd name="T0" fmla="*/ 41 w 5"/>
                  <a:gd name="T1" fmla="*/ 136 h 9"/>
                  <a:gd name="T2" fmla="*/ 0 w 5"/>
                  <a:gd name="T3" fmla="*/ 0 h 9"/>
                  <a:gd name="T4" fmla="*/ 29 w 5"/>
                  <a:gd name="T5" fmla="*/ 35 h 9"/>
                  <a:gd name="T6" fmla="*/ 58 w 5"/>
                  <a:gd name="T7" fmla="*/ 115 h 9"/>
                  <a:gd name="T8" fmla="*/ 70 w 5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7"/>
                    </a:moveTo>
                    <a:cubicBezTo>
                      <a:pt x="3" y="5"/>
                      <a:pt x="2" y="2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4" y="5"/>
                      <a:pt x="4" y="6"/>
                    </a:cubicBezTo>
                    <a:cubicBezTo>
                      <a:pt x="4" y="7"/>
                      <a:pt x="4" y="8"/>
                      <a:pt x="5" y="9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3" name="Freeform 2228">
                <a:extLst>
                  <a:ext uri="{FF2B5EF4-FFF2-40B4-BE49-F238E27FC236}">
                    <a16:creationId xmlns:a16="http://schemas.microsoft.com/office/drawing/2014/main" id="{3750B982-D591-487C-A5B9-96643B855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14"/>
                <a:ext cx="7" cy="24"/>
              </a:xfrm>
              <a:custGeom>
                <a:avLst/>
                <a:gdLst>
                  <a:gd name="T0" fmla="*/ 37 w 3"/>
                  <a:gd name="T1" fmla="*/ 171 h 9"/>
                  <a:gd name="T2" fmla="*/ 12 w 3"/>
                  <a:gd name="T3" fmla="*/ 77 h 9"/>
                  <a:gd name="T4" fmla="*/ 12 w 3"/>
                  <a:gd name="T5" fmla="*/ 0 h 9"/>
                  <a:gd name="T6" fmla="*/ 12 w 3"/>
                  <a:gd name="T7" fmla="*/ 77 h 9"/>
                  <a:gd name="T8" fmla="*/ 37 w 3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3" y="7"/>
                      <a:pt x="2" y="6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1"/>
                      <a:pt x="1" y="2"/>
                      <a:pt x="1" y="4"/>
                    </a:cubicBezTo>
                    <a:cubicBezTo>
                      <a:pt x="0" y="6"/>
                      <a:pt x="2" y="7"/>
                      <a:pt x="3" y="9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4" name="Freeform 2229">
                <a:extLst>
                  <a:ext uri="{FF2B5EF4-FFF2-40B4-BE49-F238E27FC236}">
                    <a16:creationId xmlns:a16="http://schemas.microsoft.com/office/drawing/2014/main" id="{78D17FE1-08F4-4F9D-A1B7-C8CA8944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233"/>
                <a:ext cx="30" cy="24"/>
              </a:xfrm>
              <a:custGeom>
                <a:avLst/>
                <a:gdLst>
                  <a:gd name="T0" fmla="*/ 158 w 12"/>
                  <a:gd name="T1" fmla="*/ 171 h 9"/>
                  <a:gd name="T2" fmla="*/ 83 w 12"/>
                  <a:gd name="T3" fmla="*/ 93 h 9"/>
                  <a:gd name="T4" fmla="*/ 20 w 12"/>
                  <a:gd name="T5" fmla="*/ 0 h 9"/>
                  <a:gd name="T6" fmla="*/ 0 w 12"/>
                  <a:gd name="T7" fmla="*/ 56 h 9"/>
                  <a:gd name="T8" fmla="*/ 63 w 12"/>
                  <a:gd name="T9" fmla="*/ 93 h 9"/>
                  <a:gd name="T10" fmla="*/ 188 w 1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0" y="9"/>
                    </a:moveTo>
                    <a:cubicBezTo>
                      <a:pt x="8" y="8"/>
                      <a:pt x="6" y="7"/>
                      <a:pt x="5" y="5"/>
                    </a:cubicBezTo>
                    <a:cubicBezTo>
                      <a:pt x="4" y="4"/>
                      <a:pt x="3" y="2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3" y="4"/>
                      <a:pt x="4" y="5"/>
                    </a:cubicBezTo>
                    <a:cubicBezTo>
                      <a:pt x="6" y="7"/>
                      <a:pt x="8" y="9"/>
                      <a:pt x="12" y="9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5" name="Freeform 2230">
                <a:extLst>
                  <a:ext uri="{FF2B5EF4-FFF2-40B4-BE49-F238E27FC236}">
                    <a16:creationId xmlns:a16="http://schemas.microsoft.com/office/drawing/2014/main" id="{4C77A194-48A0-4CF7-A1F0-F4EA782FA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222"/>
                <a:ext cx="20" cy="32"/>
              </a:xfrm>
              <a:custGeom>
                <a:avLst/>
                <a:gdLst>
                  <a:gd name="T0" fmla="*/ 125 w 8"/>
                  <a:gd name="T1" fmla="*/ 227 h 12"/>
                  <a:gd name="T2" fmla="*/ 0 w 8"/>
                  <a:gd name="T3" fmla="*/ 77 h 12"/>
                  <a:gd name="T4" fmla="*/ 33 w 8"/>
                  <a:gd name="T5" fmla="*/ 35 h 12"/>
                  <a:gd name="T6" fmla="*/ 63 w 8"/>
                  <a:gd name="T7" fmla="*/ 0 h 12"/>
                  <a:gd name="T8" fmla="*/ 50 w 8"/>
                  <a:gd name="T9" fmla="*/ 77 h 12"/>
                  <a:gd name="T10" fmla="*/ 125 w 8"/>
                  <a:gd name="T11" fmla="*/ 20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8" y="12"/>
                    </a:moveTo>
                    <a:cubicBezTo>
                      <a:pt x="7" y="8"/>
                      <a:pt x="2" y="5"/>
                      <a:pt x="0" y="4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3" y="1"/>
                      <a:pt x="2" y="3"/>
                      <a:pt x="3" y="4"/>
                    </a:cubicBezTo>
                    <a:cubicBezTo>
                      <a:pt x="5" y="6"/>
                      <a:pt x="7" y="9"/>
                      <a:pt x="8" y="11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6" name="Freeform 2231">
                <a:extLst>
                  <a:ext uri="{FF2B5EF4-FFF2-40B4-BE49-F238E27FC236}">
                    <a16:creationId xmlns:a16="http://schemas.microsoft.com/office/drawing/2014/main" id="{6316A778-F176-438D-AAFE-D6B8A3CBD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19"/>
                <a:ext cx="17" cy="24"/>
              </a:xfrm>
              <a:custGeom>
                <a:avLst/>
                <a:gdLst>
                  <a:gd name="T0" fmla="*/ 100 w 7"/>
                  <a:gd name="T1" fmla="*/ 171 h 9"/>
                  <a:gd name="T2" fmla="*/ 41 w 7"/>
                  <a:gd name="T3" fmla="*/ 0 h 9"/>
                  <a:gd name="T4" fmla="*/ 0 w 7"/>
                  <a:gd name="T5" fmla="*/ 35 h 9"/>
                  <a:gd name="T6" fmla="*/ 87 w 7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5" y="6"/>
                      <a:pt x="2" y="3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2" y="1"/>
                      <a:pt x="5" y="6"/>
                      <a:pt x="6" y="7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7" name="Freeform 2232">
                <a:extLst>
                  <a:ext uri="{FF2B5EF4-FFF2-40B4-BE49-F238E27FC236}">
                    <a16:creationId xmlns:a16="http://schemas.microsoft.com/office/drawing/2014/main" id="{BDF5A0A8-2C85-4FEF-8053-1E58B7BA4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211"/>
                <a:ext cx="13" cy="24"/>
              </a:xfrm>
              <a:custGeom>
                <a:avLst/>
                <a:gdLst>
                  <a:gd name="T0" fmla="*/ 88 w 5"/>
                  <a:gd name="T1" fmla="*/ 171 h 9"/>
                  <a:gd name="T2" fmla="*/ 34 w 5"/>
                  <a:gd name="T3" fmla="*/ 77 h 9"/>
                  <a:gd name="T4" fmla="*/ 0 w 5"/>
                  <a:gd name="T5" fmla="*/ 35 h 9"/>
                  <a:gd name="T6" fmla="*/ 55 w 5"/>
                  <a:gd name="T7" fmla="*/ 0 h 9"/>
                  <a:gd name="T8" fmla="*/ 68 w 5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9"/>
                    </a:moveTo>
                    <a:cubicBezTo>
                      <a:pt x="4" y="7"/>
                      <a:pt x="3" y="6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0" y="2"/>
                      <a:pt x="4" y="6"/>
                      <a:pt x="4" y="8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8" name="Freeform 2233">
                <a:extLst>
                  <a:ext uri="{FF2B5EF4-FFF2-40B4-BE49-F238E27FC236}">
                    <a16:creationId xmlns:a16="http://schemas.microsoft.com/office/drawing/2014/main" id="{6322F874-E5B4-4169-AEF6-9BE365839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291"/>
                <a:ext cx="22" cy="14"/>
              </a:xfrm>
              <a:custGeom>
                <a:avLst/>
                <a:gdLst>
                  <a:gd name="T0" fmla="*/ 132 w 9"/>
                  <a:gd name="T1" fmla="*/ 109 h 5"/>
                  <a:gd name="T2" fmla="*/ 59 w 9"/>
                  <a:gd name="T3" fmla="*/ 48 h 5"/>
                  <a:gd name="T4" fmla="*/ 0 w 9"/>
                  <a:gd name="T5" fmla="*/ 0 h 5"/>
                  <a:gd name="T6" fmla="*/ 132 w 9"/>
                  <a:gd name="T7" fmla="*/ 10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3" y="1"/>
                      <a:pt x="8" y="1"/>
                      <a:pt x="9" y="5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9" name="Freeform 2234">
                <a:extLst>
                  <a:ext uri="{FF2B5EF4-FFF2-40B4-BE49-F238E27FC236}">
                    <a16:creationId xmlns:a16="http://schemas.microsoft.com/office/drawing/2014/main" id="{D39F7333-9F43-4284-A5C7-27C0481FA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302"/>
                <a:ext cx="25" cy="29"/>
              </a:xfrm>
              <a:custGeom>
                <a:avLst/>
                <a:gdLst>
                  <a:gd name="T0" fmla="*/ 158 w 10"/>
                  <a:gd name="T1" fmla="*/ 200 h 11"/>
                  <a:gd name="T2" fmla="*/ 113 w 10"/>
                  <a:gd name="T3" fmla="*/ 90 h 11"/>
                  <a:gd name="T4" fmla="*/ 50 w 10"/>
                  <a:gd name="T5" fmla="*/ 34 h 11"/>
                  <a:gd name="T6" fmla="*/ 0 w 10"/>
                  <a:gd name="T7" fmla="*/ 0 h 11"/>
                  <a:gd name="T8" fmla="*/ 33 w 10"/>
                  <a:gd name="T9" fmla="*/ 34 h 11"/>
                  <a:gd name="T10" fmla="*/ 83 w 10"/>
                  <a:gd name="T11" fmla="*/ 90 h 11"/>
                  <a:gd name="T12" fmla="*/ 113 w 10"/>
                  <a:gd name="T13" fmla="*/ 111 h 11"/>
                  <a:gd name="T14" fmla="*/ 145 w 10"/>
                  <a:gd name="T15" fmla="*/ 182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9"/>
                      <a:pt x="8" y="7"/>
                      <a:pt x="7" y="5"/>
                    </a:cubicBezTo>
                    <a:cubicBezTo>
                      <a:pt x="6" y="4"/>
                      <a:pt x="4" y="3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8" y="8"/>
                      <a:pt x="8" y="9"/>
                      <a:pt x="9" y="1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0" name="Freeform 2235">
                <a:extLst>
                  <a:ext uri="{FF2B5EF4-FFF2-40B4-BE49-F238E27FC236}">
                    <a16:creationId xmlns:a16="http://schemas.microsoft.com/office/drawing/2014/main" id="{F59BD16B-0B7C-41AE-9A9F-ED4465836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315"/>
                <a:ext cx="15" cy="27"/>
              </a:xfrm>
              <a:custGeom>
                <a:avLst/>
                <a:gdLst>
                  <a:gd name="T0" fmla="*/ 83 w 6"/>
                  <a:gd name="T1" fmla="*/ 159 h 10"/>
                  <a:gd name="T2" fmla="*/ 50 w 6"/>
                  <a:gd name="T3" fmla="*/ 59 h 10"/>
                  <a:gd name="T4" fmla="*/ 20 w 6"/>
                  <a:gd name="T5" fmla="*/ 22 h 10"/>
                  <a:gd name="T6" fmla="*/ 0 w 6"/>
                  <a:gd name="T7" fmla="*/ 0 h 10"/>
                  <a:gd name="T8" fmla="*/ 20 w 6"/>
                  <a:gd name="T9" fmla="*/ 0 h 10"/>
                  <a:gd name="T10" fmla="*/ 50 w 6"/>
                  <a:gd name="T11" fmla="*/ 38 h 10"/>
                  <a:gd name="T12" fmla="*/ 83 w 6"/>
                  <a:gd name="T13" fmla="*/ 138 h 10"/>
                  <a:gd name="T14" fmla="*/ 83 w 6"/>
                  <a:gd name="T15" fmla="*/ 176 h 10"/>
                  <a:gd name="T16" fmla="*/ 83 w 6"/>
                  <a:gd name="T17" fmla="*/ 197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10">
                    <a:moveTo>
                      <a:pt x="5" y="8"/>
                    </a:moveTo>
                    <a:cubicBezTo>
                      <a:pt x="5" y="6"/>
                      <a:pt x="4" y="5"/>
                      <a:pt x="3" y="3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4" y="3"/>
                      <a:pt x="5" y="5"/>
                      <a:pt x="5" y="7"/>
                    </a:cubicBezTo>
                    <a:cubicBezTo>
                      <a:pt x="5" y="7"/>
                      <a:pt x="6" y="8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1" name="Freeform 2236">
                <a:extLst>
                  <a:ext uri="{FF2B5EF4-FFF2-40B4-BE49-F238E27FC236}">
                    <a16:creationId xmlns:a16="http://schemas.microsoft.com/office/drawing/2014/main" id="{F50712B1-3602-4EE9-B95D-E4B8B9528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18"/>
                <a:ext cx="10" cy="29"/>
              </a:xfrm>
              <a:custGeom>
                <a:avLst/>
                <a:gdLst>
                  <a:gd name="T0" fmla="*/ 63 w 4"/>
                  <a:gd name="T1" fmla="*/ 200 h 11"/>
                  <a:gd name="T2" fmla="*/ 33 w 4"/>
                  <a:gd name="T3" fmla="*/ 111 h 11"/>
                  <a:gd name="T4" fmla="*/ 0 w 4"/>
                  <a:gd name="T5" fmla="*/ 0 h 11"/>
                  <a:gd name="T6" fmla="*/ 0 w 4"/>
                  <a:gd name="T7" fmla="*/ 55 h 11"/>
                  <a:gd name="T8" fmla="*/ 33 w 4"/>
                  <a:gd name="T9" fmla="*/ 145 h 11"/>
                  <a:gd name="T10" fmla="*/ 63 w 4"/>
                  <a:gd name="T11" fmla="*/ 182 h 11"/>
                  <a:gd name="T12" fmla="*/ 63 w 4"/>
                  <a:gd name="T13" fmla="*/ 20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11"/>
                    </a:moveTo>
                    <a:cubicBezTo>
                      <a:pt x="3" y="9"/>
                      <a:pt x="2" y="8"/>
                      <a:pt x="2" y="6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6"/>
                      <a:pt x="2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2" name="Freeform 2237">
                <a:extLst>
                  <a:ext uri="{FF2B5EF4-FFF2-40B4-BE49-F238E27FC236}">
                    <a16:creationId xmlns:a16="http://schemas.microsoft.com/office/drawing/2014/main" id="{356FEEEC-E0BA-4F90-99CF-E401E9E77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286"/>
                <a:ext cx="28" cy="13"/>
              </a:xfrm>
              <a:custGeom>
                <a:avLst/>
                <a:gdLst>
                  <a:gd name="T0" fmla="*/ 0 w 11"/>
                  <a:gd name="T1" fmla="*/ 88 h 5"/>
                  <a:gd name="T2" fmla="*/ 64 w 11"/>
                  <a:gd name="T3" fmla="*/ 34 h 5"/>
                  <a:gd name="T4" fmla="*/ 181 w 11"/>
                  <a:gd name="T5" fmla="*/ 0 h 5"/>
                  <a:gd name="T6" fmla="*/ 64 w 11"/>
                  <a:gd name="T7" fmla="*/ 21 h 5"/>
                  <a:gd name="T8" fmla="*/ 20 w 11"/>
                  <a:gd name="T9" fmla="*/ 68 h 5"/>
                  <a:gd name="T10" fmla="*/ 0 w 11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6" y="1"/>
                      <a:pt x="8" y="1"/>
                      <a:pt x="11" y="0"/>
                    </a:cubicBezTo>
                    <a:cubicBezTo>
                      <a:pt x="9" y="0"/>
                      <a:pt x="6" y="1"/>
                      <a:pt x="4" y="1"/>
                    </a:cubicBezTo>
                    <a:cubicBezTo>
                      <a:pt x="4" y="2"/>
                      <a:pt x="1" y="3"/>
                      <a:pt x="1" y="4"/>
                    </a:cubicBezTo>
                    <a:cubicBezTo>
                      <a:pt x="0" y="4"/>
                      <a:pt x="1" y="5"/>
                      <a:pt x="0" y="5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3" name="Freeform 2238">
                <a:extLst>
                  <a:ext uri="{FF2B5EF4-FFF2-40B4-BE49-F238E27FC236}">
                    <a16:creationId xmlns:a16="http://schemas.microsoft.com/office/drawing/2014/main" id="{B3CDCF86-F84A-4683-BB79-998EB1BA4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273"/>
                <a:ext cx="25" cy="5"/>
              </a:xfrm>
              <a:custGeom>
                <a:avLst/>
                <a:gdLst>
                  <a:gd name="T0" fmla="*/ 33 w 10"/>
                  <a:gd name="T1" fmla="*/ 20 h 2"/>
                  <a:gd name="T2" fmla="*/ 158 w 10"/>
                  <a:gd name="T3" fmla="*/ 20 h 2"/>
                  <a:gd name="T4" fmla="*/ 95 w 10"/>
                  <a:gd name="T5" fmla="*/ 0 h 2"/>
                  <a:gd name="T6" fmla="*/ 50 w 10"/>
                  <a:gd name="T7" fmla="*/ 0 h 2"/>
                  <a:gd name="T8" fmla="*/ 0 w 10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2" y="1"/>
                    </a:moveTo>
                    <a:cubicBezTo>
                      <a:pt x="4" y="1"/>
                      <a:pt x="7" y="1"/>
                      <a:pt x="10" y="1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1"/>
                      <a:pt x="1" y="2"/>
                      <a:pt x="0" y="1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4" name="Freeform 2239">
                <a:extLst>
                  <a:ext uri="{FF2B5EF4-FFF2-40B4-BE49-F238E27FC236}">
                    <a16:creationId xmlns:a16="http://schemas.microsoft.com/office/drawing/2014/main" id="{9ACBBC82-6054-4CB4-8DA8-CBB1736F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243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33 w 10"/>
                  <a:gd name="T3" fmla="*/ 60 h 7"/>
                  <a:gd name="T4" fmla="*/ 83 w 10"/>
                  <a:gd name="T5" fmla="*/ 0 h 7"/>
                  <a:gd name="T6" fmla="*/ 95 w 10"/>
                  <a:gd name="T7" fmla="*/ 81 h 7"/>
                  <a:gd name="T8" fmla="*/ 158 w 10"/>
                  <a:gd name="T9" fmla="*/ 117 h 7"/>
                  <a:gd name="T10" fmla="*/ 83 w 10"/>
                  <a:gd name="T11" fmla="*/ 103 h 7"/>
                  <a:gd name="T12" fmla="*/ 50 w 10"/>
                  <a:gd name="T13" fmla="*/ 81 h 7"/>
                  <a:gd name="T14" fmla="*/ 0 w 10"/>
                  <a:gd name="T15" fmla="*/ 103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1" y="6"/>
                      <a:pt x="2" y="4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1"/>
                      <a:pt x="4" y="3"/>
                      <a:pt x="6" y="4"/>
                    </a:cubicBezTo>
                    <a:cubicBezTo>
                      <a:pt x="7" y="4"/>
                      <a:pt x="9" y="5"/>
                      <a:pt x="10" y="6"/>
                    </a:cubicBezTo>
                    <a:cubicBezTo>
                      <a:pt x="9" y="5"/>
                      <a:pt x="7" y="5"/>
                      <a:pt x="5" y="5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2" y="4"/>
                      <a:pt x="1" y="5"/>
                      <a:pt x="0" y="5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5" name="Freeform 2240">
                <a:extLst>
                  <a:ext uri="{FF2B5EF4-FFF2-40B4-BE49-F238E27FC236}">
                    <a16:creationId xmlns:a16="http://schemas.microsoft.com/office/drawing/2014/main" id="{F22B74CD-D1B4-46F5-8282-C4F82096C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254"/>
                <a:ext cx="28" cy="37"/>
              </a:xfrm>
              <a:custGeom>
                <a:avLst/>
                <a:gdLst>
                  <a:gd name="T0" fmla="*/ 163 w 11"/>
                  <a:gd name="T1" fmla="*/ 259 h 14"/>
                  <a:gd name="T2" fmla="*/ 97 w 11"/>
                  <a:gd name="T3" fmla="*/ 148 h 14"/>
                  <a:gd name="T4" fmla="*/ 0 w 11"/>
                  <a:gd name="T5" fmla="*/ 148 h 14"/>
                  <a:gd name="T6" fmla="*/ 84 w 11"/>
                  <a:gd name="T7" fmla="*/ 132 h 14"/>
                  <a:gd name="T8" fmla="*/ 150 w 11"/>
                  <a:gd name="T9" fmla="*/ 0 h 14"/>
                  <a:gd name="T10" fmla="*/ 181 w 11"/>
                  <a:gd name="T11" fmla="*/ 23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10" y="14"/>
                    </a:moveTo>
                    <a:cubicBezTo>
                      <a:pt x="10" y="12"/>
                      <a:pt x="9" y="9"/>
                      <a:pt x="6" y="8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2" y="8"/>
                      <a:pt x="4" y="7"/>
                      <a:pt x="5" y="7"/>
                    </a:cubicBezTo>
                    <a:cubicBezTo>
                      <a:pt x="8" y="5"/>
                      <a:pt x="8" y="2"/>
                      <a:pt x="9" y="0"/>
                    </a:cubicBezTo>
                    <a:cubicBezTo>
                      <a:pt x="10" y="4"/>
                      <a:pt x="11" y="9"/>
                      <a:pt x="11" y="13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6" name="Freeform 2241">
                <a:extLst>
                  <a:ext uri="{FF2B5EF4-FFF2-40B4-BE49-F238E27FC236}">
                    <a16:creationId xmlns:a16="http://schemas.microsoft.com/office/drawing/2014/main" id="{EC280616-A9FD-485F-95A3-575B27536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233"/>
                <a:ext cx="30" cy="40"/>
              </a:xfrm>
              <a:custGeom>
                <a:avLst/>
                <a:gdLst>
                  <a:gd name="T0" fmla="*/ 145 w 12"/>
                  <a:gd name="T1" fmla="*/ 248 h 15"/>
                  <a:gd name="T2" fmla="*/ 95 w 12"/>
                  <a:gd name="T3" fmla="*/ 171 h 15"/>
                  <a:gd name="T4" fmla="*/ 50 w 12"/>
                  <a:gd name="T5" fmla="*/ 171 h 15"/>
                  <a:gd name="T6" fmla="*/ 0 w 12"/>
                  <a:gd name="T7" fmla="*/ 192 h 15"/>
                  <a:gd name="T8" fmla="*/ 83 w 12"/>
                  <a:gd name="T9" fmla="*/ 115 h 15"/>
                  <a:gd name="T10" fmla="*/ 50 w 12"/>
                  <a:gd name="T11" fmla="*/ 0 h 15"/>
                  <a:gd name="T12" fmla="*/ 145 w 12"/>
                  <a:gd name="T13" fmla="*/ 93 h 15"/>
                  <a:gd name="T14" fmla="*/ 188 w 12"/>
                  <a:gd name="T15" fmla="*/ 28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9" y="13"/>
                    </a:moveTo>
                    <a:cubicBezTo>
                      <a:pt x="9" y="11"/>
                      <a:pt x="8" y="9"/>
                      <a:pt x="6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9"/>
                      <a:pt x="1" y="10"/>
                      <a:pt x="0" y="10"/>
                    </a:cubicBezTo>
                    <a:cubicBezTo>
                      <a:pt x="2" y="9"/>
                      <a:pt x="5" y="8"/>
                      <a:pt x="5" y="6"/>
                    </a:cubicBezTo>
                    <a:cubicBezTo>
                      <a:pt x="6" y="4"/>
                      <a:pt x="4" y="1"/>
                      <a:pt x="3" y="0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1" y="8"/>
                      <a:pt x="11" y="11"/>
                      <a:pt x="12" y="15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7" name="Freeform 2242">
                <a:extLst>
                  <a:ext uri="{FF2B5EF4-FFF2-40B4-BE49-F238E27FC236}">
                    <a16:creationId xmlns:a16="http://schemas.microsoft.com/office/drawing/2014/main" id="{835D00B9-1282-4217-B196-AFEB1A3CD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315"/>
                <a:ext cx="15" cy="22"/>
              </a:xfrm>
              <a:custGeom>
                <a:avLst/>
                <a:gdLst>
                  <a:gd name="T0" fmla="*/ 0 w 6"/>
                  <a:gd name="T1" fmla="*/ 168 h 8"/>
                  <a:gd name="T2" fmla="*/ 95 w 6"/>
                  <a:gd name="T3" fmla="*/ 0 h 8"/>
                  <a:gd name="T4" fmla="*/ 63 w 6"/>
                  <a:gd name="T5" fmla="*/ 107 h 8"/>
                  <a:gd name="T6" fmla="*/ 20 w 6"/>
                  <a:gd name="T7" fmla="*/ 14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3" y="8"/>
                      <a:pt x="5" y="2"/>
                      <a:pt x="6" y="0"/>
                    </a:cubicBezTo>
                    <a:cubicBezTo>
                      <a:pt x="6" y="2"/>
                      <a:pt x="5" y="4"/>
                      <a:pt x="4" y="5"/>
                    </a:cubicBezTo>
                    <a:cubicBezTo>
                      <a:pt x="3" y="7"/>
                      <a:pt x="3" y="7"/>
                      <a:pt x="1" y="7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8" name="Freeform 2243">
                <a:extLst>
                  <a:ext uri="{FF2B5EF4-FFF2-40B4-BE49-F238E27FC236}">
                    <a16:creationId xmlns:a16="http://schemas.microsoft.com/office/drawing/2014/main" id="{E859902D-2D4F-4B47-8191-930F5FA49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3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0 h 7"/>
                  <a:gd name="T4" fmla="*/ 50 w 6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4" y="4"/>
                      <a:pt x="2" y="1"/>
                      <a:pt x="0" y="0"/>
                    </a:cubicBezTo>
                    <a:cubicBezTo>
                      <a:pt x="2" y="0"/>
                      <a:pt x="6" y="7"/>
                      <a:pt x="3" y="7"/>
                    </a:cubicBezTo>
                  </a:path>
                </a:pathLst>
              </a:custGeom>
              <a:solidFill>
                <a:srgbClr val="92B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9" name="Freeform 2244">
                <a:extLst>
                  <a:ext uri="{FF2B5EF4-FFF2-40B4-BE49-F238E27FC236}">
                    <a16:creationId xmlns:a16="http://schemas.microsoft.com/office/drawing/2014/main" id="{4D38C595-4F0C-48A5-ADAF-AC8816F8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54"/>
                <a:ext cx="58" cy="32"/>
              </a:xfrm>
              <a:custGeom>
                <a:avLst/>
                <a:gdLst>
                  <a:gd name="T0" fmla="*/ 159 w 23"/>
                  <a:gd name="T1" fmla="*/ 0 h 12"/>
                  <a:gd name="T2" fmla="*/ 222 w 23"/>
                  <a:gd name="T3" fmla="*/ 0 h 12"/>
                  <a:gd name="T4" fmla="*/ 242 w 23"/>
                  <a:gd name="T5" fmla="*/ 21 h 12"/>
                  <a:gd name="T6" fmla="*/ 255 w 23"/>
                  <a:gd name="T7" fmla="*/ 21 h 12"/>
                  <a:gd name="T8" fmla="*/ 305 w 23"/>
                  <a:gd name="T9" fmla="*/ 56 h 12"/>
                  <a:gd name="T10" fmla="*/ 338 w 23"/>
                  <a:gd name="T11" fmla="*/ 136 h 12"/>
                  <a:gd name="T12" fmla="*/ 368 w 23"/>
                  <a:gd name="T13" fmla="*/ 171 h 12"/>
                  <a:gd name="T14" fmla="*/ 255 w 23"/>
                  <a:gd name="T15" fmla="*/ 227 h 12"/>
                  <a:gd name="T16" fmla="*/ 222 w 23"/>
                  <a:gd name="T17" fmla="*/ 192 h 12"/>
                  <a:gd name="T18" fmla="*/ 146 w 23"/>
                  <a:gd name="T19" fmla="*/ 205 h 12"/>
                  <a:gd name="T20" fmla="*/ 96 w 23"/>
                  <a:gd name="T21" fmla="*/ 227 h 12"/>
                  <a:gd name="T22" fmla="*/ 63 w 23"/>
                  <a:gd name="T23" fmla="*/ 227 h 12"/>
                  <a:gd name="T24" fmla="*/ 50 w 23"/>
                  <a:gd name="T25" fmla="*/ 205 h 12"/>
                  <a:gd name="T26" fmla="*/ 0 w 23"/>
                  <a:gd name="T27" fmla="*/ 205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12">
                    <a:moveTo>
                      <a:pt x="10" y="0"/>
                    </a:moveTo>
                    <a:cubicBezTo>
                      <a:pt x="12" y="0"/>
                      <a:pt x="13" y="0"/>
                      <a:pt x="14" y="0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7" y="2"/>
                      <a:pt x="18" y="2"/>
                      <a:pt x="19" y="3"/>
                    </a:cubicBezTo>
                    <a:cubicBezTo>
                      <a:pt x="19" y="4"/>
                      <a:pt x="20" y="6"/>
                      <a:pt x="21" y="7"/>
                    </a:cubicBezTo>
                    <a:cubicBezTo>
                      <a:pt x="22" y="7"/>
                      <a:pt x="23" y="7"/>
                      <a:pt x="23" y="9"/>
                    </a:cubicBezTo>
                    <a:cubicBezTo>
                      <a:pt x="22" y="11"/>
                      <a:pt x="18" y="12"/>
                      <a:pt x="16" y="12"/>
                    </a:cubicBezTo>
                    <a:cubicBezTo>
                      <a:pt x="15" y="12"/>
                      <a:pt x="15" y="11"/>
                      <a:pt x="14" y="10"/>
                    </a:cubicBezTo>
                    <a:cubicBezTo>
                      <a:pt x="12" y="9"/>
                      <a:pt x="11" y="11"/>
                      <a:pt x="9" y="11"/>
                    </a:cubicBezTo>
                    <a:cubicBezTo>
                      <a:pt x="8" y="12"/>
                      <a:pt x="7" y="12"/>
                      <a:pt x="6" y="12"/>
                    </a:cubicBezTo>
                    <a:cubicBezTo>
                      <a:pt x="5" y="12"/>
                      <a:pt x="5" y="12"/>
                      <a:pt x="4" y="12"/>
                    </a:cubicBezTo>
                    <a:cubicBezTo>
                      <a:pt x="4" y="12"/>
                      <a:pt x="3" y="12"/>
                      <a:pt x="3" y="11"/>
                    </a:cubicBezTo>
                    <a:cubicBezTo>
                      <a:pt x="2" y="11"/>
                      <a:pt x="0" y="12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0" name="Freeform 2245">
                <a:extLst>
                  <a:ext uri="{FF2B5EF4-FFF2-40B4-BE49-F238E27FC236}">
                    <a16:creationId xmlns:a16="http://schemas.microsoft.com/office/drawing/2014/main" id="{60CB6B2F-91B1-478D-9327-E9EAB5F4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54"/>
                <a:ext cx="32" cy="29"/>
              </a:xfrm>
              <a:custGeom>
                <a:avLst/>
                <a:gdLst>
                  <a:gd name="T0" fmla="*/ 30 w 13"/>
                  <a:gd name="T1" fmla="*/ 200 h 11"/>
                  <a:gd name="T2" fmla="*/ 12 w 13"/>
                  <a:gd name="T3" fmla="*/ 111 h 11"/>
                  <a:gd name="T4" fmla="*/ 74 w 13"/>
                  <a:gd name="T5" fmla="*/ 76 h 11"/>
                  <a:gd name="T6" fmla="*/ 103 w 13"/>
                  <a:gd name="T7" fmla="*/ 55 h 11"/>
                  <a:gd name="T8" fmla="*/ 121 w 13"/>
                  <a:gd name="T9" fmla="*/ 21 h 11"/>
                  <a:gd name="T10" fmla="*/ 153 w 13"/>
                  <a:gd name="T11" fmla="*/ 21 h 11"/>
                  <a:gd name="T12" fmla="*/ 194 w 13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2" y="11"/>
                    </a:moveTo>
                    <a:cubicBezTo>
                      <a:pt x="1" y="9"/>
                      <a:pt x="0" y="8"/>
                      <a:pt x="1" y="6"/>
                    </a:cubicBezTo>
                    <a:cubicBezTo>
                      <a:pt x="2" y="5"/>
                      <a:pt x="3" y="4"/>
                      <a:pt x="5" y="4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8" y="0"/>
                      <a:pt x="9" y="1"/>
                      <a:pt x="10" y="1"/>
                    </a:cubicBezTo>
                    <a:cubicBezTo>
                      <a:pt x="11" y="1"/>
                      <a:pt x="12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1" name="Freeform 2246">
                <a:extLst>
                  <a:ext uri="{FF2B5EF4-FFF2-40B4-BE49-F238E27FC236}">
                    <a16:creationId xmlns:a16="http://schemas.microsoft.com/office/drawing/2014/main" id="{FF3E2CAE-D83E-4A44-82FB-B4CEDC47F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4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0 h 2"/>
                  <a:gd name="T4" fmla="*/ 0 w 1"/>
                  <a:gd name="T5" fmla="*/ 27 h 2"/>
                  <a:gd name="T6" fmla="*/ 27 w 1"/>
                  <a:gd name="T7" fmla="*/ 54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2" name="Freeform 2247">
                <a:extLst>
                  <a:ext uri="{FF2B5EF4-FFF2-40B4-BE49-F238E27FC236}">
                    <a16:creationId xmlns:a16="http://schemas.microsoft.com/office/drawing/2014/main" id="{FBD85A5E-92A1-44BE-9B81-353448018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4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3" name="Freeform 2248">
                <a:extLst>
                  <a:ext uri="{FF2B5EF4-FFF2-40B4-BE49-F238E27FC236}">
                    <a16:creationId xmlns:a16="http://schemas.microsoft.com/office/drawing/2014/main" id="{90CA33C4-2A55-4921-A831-656195AAC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4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4" name="Freeform 2249">
                <a:extLst>
                  <a:ext uri="{FF2B5EF4-FFF2-40B4-BE49-F238E27FC236}">
                    <a16:creationId xmlns:a16="http://schemas.microsoft.com/office/drawing/2014/main" id="{D7EC0779-9EF8-40DF-B927-FA0E58BBB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43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0 h 2"/>
                  <a:gd name="T4" fmla="*/ 0 w 1"/>
                  <a:gd name="T5" fmla="*/ 27 h 2"/>
                  <a:gd name="T6" fmla="*/ 27 w 1"/>
                  <a:gd name="T7" fmla="*/ 54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5" name="Freeform 2250">
                <a:extLst>
                  <a:ext uri="{FF2B5EF4-FFF2-40B4-BE49-F238E27FC236}">
                    <a16:creationId xmlns:a16="http://schemas.microsoft.com/office/drawing/2014/main" id="{8B45F352-20E3-4123-B9B9-BE552AB4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4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27 w 1"/>
                  <a:gd name="T3" fmla="*/ 0 h 2"/>
                  <a:gd name="T4" fmla="*/ 27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6" name="Freeform 2251">
                <a:extLst>
                  <a:ext uri="{FF2B5EF4-FFF2-40B4-BE49-F238E27FC236}">
                    <a16:creationId xmlns:a16="http://schemas.microsoft.com/office/drawing/2014/main" id="{0283A56D-AF6C-45F1-9B72-34D012FF9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4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27 w 1"/>
                  <a:gd name="T3" fmla="*/ 0 h 2"/>
                  <a:gd name="T4" fmla="*/ 27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7" name="Freeform 2252">
                <a:extLst>
                  <a:ext uri="{FF2B5EF4-FFF2-40B4-BE49-F238E27FC236}">
                    <a16:creationId xmlns:a16="http://schemas.microsoft.com/office/drawing/2014/main" id="{D130C2D6-5945-4914-AE59-D9556C039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23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0 w 1"/>
                  <a:gd name="T3" fmla="*/ 0 h 2"/>
                  <a:gd name="T4" fmla="*/ 0 w 1"/>
                  <a:gd name="T5" fmla="*/ 27 h 2"/>
                  <a:gd name="T6" fmla="*/ 8 w 1"/>
                  <a:gd name="T7" fmla="*/ 54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8" name="Freeform 2253">
                <a:extLst>
                  <a:ext uri="{FF2B5EF4-FFF2-40B4-BE49-F238E27FC236}">
                    <a16:creationId xmlns:a16="http://schemas.microsoft.com/office/drawing/2014/main" id="{99CDDE55-EBF7-4212-B415-4E56CD5E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23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9" name="Freeform 2254">
                <a:extLst>
                  <a:ext uri="{FF2B5EF4-FFF2-40B4-BE49-F238E27FC236}">
                    <a16:creationId xmlns:a16="http://schemas.microsoft.com/office/drawing/2014/main" id="{22EF5794-9F3D-4B5A-92D6-A12C7BD8E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23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0" name="Freeform 2255">
                <a:extLst>
                  <a:ext uri="{FF2B5EF4-FFF2-40B4-BE49-F238E27FC236}">
                    <a16:creationId xmlns:a16="http://schemas.microsoft.com/office/drawing/2014/main" id="{91E859BB-77E0-4C24-8DCF-72DD72FD8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30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0 h 2"/>
                  <a:gd name="T4" fmla="*/ 0 w 1"/>
                  <a:gd name="T5" fmla="*/ 20 h 2"/>
                  <a:gd name="T6" fmla="*/ 27 w 1"/>
                  <a:gd name="T7" fmla="*/ 33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1" name="Freeform 2256">
                <a:extLst>
                  <a:ext uri="{FF2B5EF4-FFF2-40B4-BE49-F238E27FC236}">
                    <a16:creationId xmlns:a16="http://schemas.microsoft.com/office/drawing/2014/main" id="{7D151809-AAF3-4465-8BAC-4CC5B38AB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30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0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2" name="Freeform 2257">
                <a:extLst>
                  <a:ext uri="{FF2B5EF4-FFF2-40B4-BE49-F238E27FC236}">
                    <a16:creationId xmlns:a16="http://schemas.microsoft.com/office/drawing/2014/main" id="{FF795B96-5297-49D1-8E46-5F87D01F0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30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0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3" name="Freeform 2258">
                <a:extLst>
                  <a:ext uri="{FF2B5EF4-FFF2-40B4-BE49-F238E27FC236}">
                    <a16:creationId xmlns:a16="http://schemas.microsoft.com/office/drawing/2014/main" id="{33BECA83-19F1-44F2-BC60-F81A21C79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4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0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4" name="Freeform 2259">
                <a:extLst>
                  <a:ext uri="{FF2B5EF4-FFF2-40B4-BE49-F238E27FC236}">
                    <a16:creationId xmlns:a16="http://schemas.microsoft.com/office/drawing/2014/main" id="{187109E6-3EA4-4DEA-8C0C-AC9FC8C62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4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5" name="Freeform 2260">
                <a:extLst>
                  <a:ext uri="{FF2B5EF4-FFF2-40B4-BE49-F238E27FC236}">
                    <a16:creationId xmlns:a16="http://schemas.microsoft.com/office/drawing/2014/main" id="{7E8F26DD-74CB-4485-A470-2895AF568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4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6" name="Freeform 2261">
                <a:extLst>
                  <a:ext uri="{FF2B5EF4-FFF2-40B4-BE49-F238E27FC236}">
                    <a16:creationId xmlns:a16="http://schemas.microsoft.com/office/drawing/2014/main" id="{491DA650-861E-49BC-92E3-A57A3BBC9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4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0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7" name="Freeform 2262">
                <a:extLst>
                  <a:ext uri="{FF2B5EF4-FFF2-40B4-BE49-F238E27FC236}">
                    <a16:creationId xmlns:a16="http://schemas.microsoft.com/office/drawing/2014/main" id="{8184D2A3-864B-4790-BCEA-0F038B38B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4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8" name="Freeform 2263">
                <a:extLst>
                  <a:ext uri="{FF2B5EF4-FFF2-40B4-BE49-F238E27FC236}">
                    <a16:creationId xmlns:a16="http://schemas.microsoft.com/office/drawing/2014/main" id="{F871A02A-0510-433F-B37F-82BF6EBD7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41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9" name="Freeform 2264">
                <a:extLst>
                  <a:ext uri="{FF2B5EF4-FFF2-40B4-BE49-F238E27FC236}">
                    <a16:creationId xmlns:a16="http://schemas.microsoft.com/office/drawing/2014/main" id="{433737F1-C628-4D0B-A92D-86AF45F8A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4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0 h 2"/>
                  <a:gd name="T4" fmla="*/ 0 w 2"/>
                  <a:gd name="T5" fmla="*/ 27 h 2"/>
                  <a:gd name="T6" fmla="*/ 20 w 2"/>
                  <a:gd name="T7" fmla="*/ 54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0" name="Freeform 2265">
                <a:extLst>
                  <a:ext uri="{FF2B5EF4-FFF2-40B4-BE49-F238E27FC236}">
                    <a16:creationId xmlns:a16="http://schemas.microsoft.com/office/drawing/2014/main" id="{D0BDE733-0194-4E48-AD0F-84B86F7A4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4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27 w 1"/>
                  <a:gd name="T3" fmla="*/ 0 h 2"/>
                  <a:gd name="T4" fmla="*/ 27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1" name="Freeform 2266">
                <a:extLst>
                  <a:ext uri="{FF2B5EF4-FFF2-40B4-BE49-F238E27FC236}">
                    <a16:creationId xmlns:a16="http://schemas.microsoft.com/office/drawing/2014/main" id="{D6FA13D9-9DE7-4826-8703-0F4FA99D4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4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27 w 1"/>
                  <a:gd name="T3" fmla="*/ 0 h 2"/>
                  <a:gd name="T4" fmla="*/ 27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2" name="Freeform 2267">
                <a:extLst>
                  <a:ext uri="{FF2B5EF4-FFF2-40B4-BE49-F238E27FC236}">
                    <a16:creationId xmlns:a16="http://schemas.microsoft.com/office/drawing/2014/main" id="{A80D70E0-56C2-49CA-8753-2B6172ED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3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20 w 2"/>
                  <a:gd name="T7" fmla="*/ 54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3" name="Freeform 2268">
                <a:extLst>
                  <a:ext uri="{FF2B5EF4-FFF2-40B4-BE49-F238E27FC236}">
                    <a16:creationId xmlns:a16="http://schemas.microsoft.com/office/drawing/2014/main" id="{F7C273B2-B373-40C8-9CE0-32D2445C5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38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4" name="Freeform 2269">
                <a:extLst>
                  <a:ext uri="{FF2B5EF4-FFF2-40B4-BE49-F238E27FC236}">
                    <a16:creationId xmlns:a16="http://schemas.microsoft.com/office/drawing/2014/main" id="{ED4208E4-A0E9-44FA-BAF9-C8BDD1F7E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38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5" name="Freeform 2270">
                <a:extLst>
                  <a:ext uri="{FF2B5EF4-FFF2-40B4-BE49-F238E27FC236}">
                    <a16:creationId xmlns:a16="http://schemas.microsoft.com/office/drawing/2014/main" id="{88283017-05B3-472D-943E-AB075E1F7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23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0 w 1"/>
                  <a:gd name="T3" fmla="*/ 0 h 2"/>
                  <a:gd name="T4" fmla="*/ 0 w 1"/>
                  <a:gd name="T5" fmla="*/ 27 h 2"/>
                  <a:gd name="T6" fmla="*/ 8 w 1"/>
                  <a:gd name="T7" fmla="*/ 54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6" name="Freeform 2271">
                <a:extLst>
                  <a:ext uri="{FF2B5EF4-FFF2-40B4-BE49-F238E27FC236}">
                    <a16:creationId xmlns:a16="http://schemas.microsoft.com/office/drawing/2014/main" id="{743D9EF4-4365-4378-9EEC-DD0D7C897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235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8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7" name="Freeform 2272">
                <a:extLst>
                  <a:ext uri="{FF2B5EF4-FFF2-40B4-BE49-F238E27FC236}">
                    <a16:creationId xmlns:a16="http://schemas.microsoft.com/office/drawing/2014/main" id="{0361F6C5-7D85-4BBF-8985-7CBE38642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235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8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8" name="Freeform 2273">
                <a:extLst>
                  <a:ext uri="{FF2B5EF4-FFF2-40B4-BE49-F238E27FC236}">
                    <a16:creationId xmlns:a16="http://schemas.microsoft.com/office/drawing/2014/main" id="{927C989A-343D-4732-BCF1-3522245CA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3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0 w 1"/>
                  <a:gd name="T3" fmla="*/ 0 h 2"/>
                  <a:gd name="T4" fmla="*/ 0 w 1"/>
                  <a:gd name="T5" fmla="*/ 27 h 2"/>
                  <a:gd name="T6" fmla="*/ 8 w 1"/>
                  <a:gd name="T7" fmla="*/ 54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9" name="Freeform 2274">
                <a:extLst>
                  <a:ext uri="{FF2B5EF4-FFF2-40B4-BE49-F238E27FC236}">
                    <a16:creationId xmlns:a16="http://schemas.microsoft.com/office/drawing/2014/main" id="{AA0655F3-72FF-482B-939F-E8741365B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3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0" name="Freeform 2275">
                <a:extLst>
                  <a:ext uri="{FF2B5EF4-FFF2-40B4-BE49-F238E27FC236}">
                    <a16:creationId xmlns:a16="http://schemas.microsoft.com/office/drawing/2014/main" id="{4C2ABF1D-78CF-4EF2-AE51-2A0B0975F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3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1" name="Freeform 2276">
                <a:extLst>
                  <a:ext uri="{FF2B5EF4-FFF2-40B4-BE49-F238E27FC236}">
                    <a16:creationId xmlns:a16="http://schemas.microsoft.com/office/drawing/2014/main" id="{CA6B883C-C6A3-4135-A8F8-02E76E3D0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30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0 h 2"/>
                  <a:gd name="T4" fmla="*/ 0 w 1"/>
                  <a:gd name="T5" fmla="*/ 20 h 2"/>
                  <a:gd name="T6" fmla="*/ 8 w 1"/>
                  <a:gd name="T7" fmla="*/ 33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2" name="Freeform 2277">
                <a:extLst>
                  <a:ext uri="{FF2B5EF4-FFF2-40B4-BE49-F238E27FC236}">
                    <a16:creationId xmlns:a16="http://schemas.microsoft.com/office/drawing/2014/main" id="{672A69BB-7220-40D1-855E-FFE193B3A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30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3" name="Freeform 2278">
                <a:extLst>
                  <a:ext uri="{FF2B5EF4-FFF2-40B4-BE49-F238E27FC236}">
                    <a16:creationId xmlns:a16="http://schemas.microsoft.com/office/drawing/2014/main" id="{AF8CFD41-CF74-4133-93C4-F082BEC2D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30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4" name="Freeform 2279">
                <a:extLst>
                  <a:ext uri="{FF2B5EF4-FFF2-40B4-BE49-F238E27FC236}">
                    <a16:creationId xmlns:a16="http://schemas.microsoft.com/office/drawing/2014/main" id="{5B94D6A1-58A1-4790-858D-F03EF5F63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2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5" name="Freeform 2280">
                <a:extLst>
                  <a:ext uri="{FF2B5EF4-FFF2-40B4-BE49-F238E27FC236}">
                    <a16:creationId xmlns:a16="http://schemas.microsoft.com/office/drawing/2014/main" id="{57A738A3-C058-4292-9E74-F0065EFE8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22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6" name="Freeform 2281">
                <a:extLst>
                  <a:ext uri="{FF2B5EF4-FFF2-40B4-BE49-F238E27FC236}">
                    <a16:creationId xmlns:a16="http://schemas.microsoft.com/office/drawing/2014/main" id="{904F67E9-7B58-465C-A946-9AA80432D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22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7" name="Freeform 2282">
                <a:extLst>
                  <a:ext uri="{FF2B5EF4-FFF2-40B4-BE49-F238E27FC236}">
                    <a16:creationId xmlns:a16="http://schemas.microsoft.com/office/drawing/2014/main" id="{52D127A0-4005-4214-87B6-A1D7E8E52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3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0 h 2"/>
                  <a:gd name="T4" fmla="*/ 0 w 2"/>
                  <a:gd name="T5" fmla="*/ 27 h 2"/>
                  <a:gd name="T6" fmla="*/ 20 w 2"/>
                  <a:gd name="T7" fmla="*/ 54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8" name="Freeform 2283">
                <a:extLst>
                  <a:ext uri="{FF2B5EF4-FFF2-40B4-BE49-F238E27FC236}">
                    <a16:creationId xmlns:a16="http://schemas.microsoft.com/office/drawing/2014/main" id="{9784CDE3-F2CA-4672-A0F3-C0ACA558A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3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9" name="Freeform 2284">
                <a:extLst>
                  <a:ext uri="{FF2B5EF4-FFF2-40B4-BE49-F238E27FC236}">
                    <a16:creationId xmlns:a16="http://schemas.microsoft.com/office/drawing/2014/main" id="{5CDCB785-F80E-47F2-BFA5-AF76C1E72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3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0" name="Freeform 2285">
                <a:extLst>
                  <a:ext uri="{FF2B5EF4-FFF2-40B4-BE49-F238E27FC236}">
                    <a16:creationId xmlns:a16="http://schemas.microsoft.com/office/drawing/2014/main" id="{CC263D7E-F559-4D31-BE77-B09824DC3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3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33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1" name="Freeform 2286">
                <a:extLst>
                  <a:ext uri="{FF2B5EF4-FFF2-40B4-BE49-F238E27FC236}">
                    <a16:creationId xmlns:a16="http://schemas.microsoft.com/office/drawing/2014/main" id="{57E57471-90B8-4DEA-8AEC-FDE3EF2BD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3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33 w 2"/>
                  <a:gd name="T3" fmla="*/ 0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2" name="Freeform 2287">
                <a:extLst>
                  <a:ext uri="{FF2B5EF4-FFF2-40B4-BE49-F238E27FC236}">
                    <a16:creationId xmlns:a16="http://schemas.microsoft.com/office/drawing/2014/main" id="{35F84012-6104-4106-B1B4-48E41D516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3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33 w 2"/>
                  <a:gd name="T3" fmla="*/ 0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3" name="Freeform 2288">
                <a:extLst>
                  <a:ext uri="{FF2B5EF4-FFF2-40B4-BE49-F238E27FC236}">
                    <a16:creationId xmlns:a16="http://schemas.microsoft.com/office/drawing/2014/main" id="{FD636510-0B83-4369-B53B-8AAC570EB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2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0 w 2"/>
                  <a:gd name="T5" fmla="*/ 27 h 2"/>
                  <a:gd name="T6" fmla="*/ 0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4" name="Freeform 2289">
                <a:extLst>
                  <a:ext uri="{FF2B5EF4-FFF2-40B4-BE49-F238E27FC236}">
                    <a16:creationId xmlns:a16="http://schemas.microsoft.com/office/drawing/2014/main" id="{DAD3EE13-BDAB-40A4-9A5A-9D25BC90F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3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5" name="Freeform 2290">
                <a:extLst>
                  <a:ext uri="{FF2B5EF4-FFF2-40B4-BE49-F238E27FC236}">
                    <a16:creationId xmlns:a16="http://schemas.microsoft.com/office/drawing/2014/main" id="{79F2C5B5-5551-4BEE-82BC-016A75F4B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3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6" name="Freeform 2291">
                <a:extLst>
                  <a:ext uri="{FF2B5EF4-FFF2-40B4-BE49-F238E27FC236}">
                    <a16:creationId xmlns:a16="http://schemas.microsoft.com/office/drawing/2014/main" id="{B318F3D2-8301-492A-B003-6FC2F55A3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22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7" name="Freeform 2292">
                <a:extLst>
                  <a:ext uri="{FF2B5EF4-FFF2-40B4-BE49-F238E27FC236}">
                    <a16:creationId xmlns:a16="http://schemas.microsoft.com/office/drawing/2014/main" id="{2AED25AB-19D7-4290-BA97-7034D251A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222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0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8" name="Freeform 2293">
                <a:extLst>
                  <a:ext uri="{FF2B5EF4-FFF2-40B4-BE49-F238E27FC236}">
                    <a16:creationId xmlns:a16="http://schemas.microsoft.com/office/drawing/2014/main" id="{467D41DF-E9FE-476B-B99A-46CCB787E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222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0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9" name="Freeform 2294">
                <a:extLst>
                  <a:ext uri="{FF2B5EF4-FFF2-40B4-BE49-F238E27FC236}">
                    <a16:creationId xmlns:a16="http://schemas.microsoft.com/office/drawing/2014/main" id="{D99D137D-629E-4FA5-BF06-5621C946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3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0 h 2"/>
                  <a:gd name="T4" fmla="*/ 20 w 2"/>
                  <a:gd name="T5" fmla="*/ 27 h 2"/>
                  <a:gd name="T6" fmla="*/ 20 w 2"/>
                  <a:gd name="T7" fmla="*/ 54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0" name="Freeform 2295">
                <a:extLst>
                  <a:ext uri="{FF2B5EF4-FFF2-40B4-BE49-F238E27FC236}">
                    <a16:creationId xmlns:a16="http://schemas.microsoft.com/office/drawing/2014/main" id="{CE75551B-CA6A-43F4-AE8D-13605859B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3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1" name="Freeform 2296">
                <a:extLst>
                  <a:ext uri="{FF2B5EF4-FFF2-40B4-BE49-F238E27FC236}">
                    <a16:creationId xmlns:a16="http://schemas.microsoft.com/office/drawing/2014/main" id="{DC5C773D-A168-4088-9E7C-0267FC5D0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3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2" name="Oval 2297">
                <a:extLst>
                  <a:ext uri="{FF2B5EF4-FFF2-40B4-BE49-F238E27FC236}">
                    <a16:creationId xmlns:a16="http://schemas.microsoft.com/office/drawing/2014/main" id="{6E518AEF-0CDB-42D7-AEFA-0DD40DD6D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233"/>
                <a:ext cx="2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93" name="Freeform 2298">
                <a:extLst>
                  <a:ext uri="{FF2B5EF4-FFF2-40B4-BE49-F238E27FC236}">
                    <a16:creationId xmlns:a16="http://schemas.microsoft.com/office/drawing/2014/main" id="{B0A9F5C8-A06E-434B-AC7D-1C56B00A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23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8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4" name="Freeform 2299">
                <a:extLst>
                  <a:ext uri="{FF2B5EF4-FFF2-40B4-BE49-F238E27FC236}">
                    <a16:creationId xmlns:a16="http://schemas.microsoft.com/office/drawing/2014/main" id="{15540F9F-DB4A-4E90-9179-F798F0F23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23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8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5" name="Freeform 2300">
                <a:extLst>
                  <a:ext uri="{FF2B5EF4-FFF2-40B4-BE49-F238E27FC236}">
                    <a16:creationId xmlns:a16="http://schemas.microsoft.com/office/drawing/2014/main" id="{EF885B31-7127-450A-9BD8-833E344F8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3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0 h 2"/>
                  <a:gd name="T4" fmla="*/ 0 w 2"/>
                  <a:gd name="T5" fmla="*/ 20 h 2"/>
                  <a:gd name="T6" fmla="*/ 20 w 2"/>
                  <a:gd name="T7" fmla="*/ 33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6" name="Freeform 2301">
                <a:extLst>
                  <a:ext uri="{FF2B5EF4-FFF2-40B4-BE49-F238E27FC236}">
                    <a16:creationId xmlns:a16="http://schemas.microsoft.com/office/drawing/2014/main" id="{143450AD-8DBF-4506-8C1D-66C8CCD39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3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7" name="Freeform 2302">
                <a:extLst>
                  <a:ext uri="{FF2B5EF4-FFF2-40B4-BE49-F238E27FC236}">
                    <a16:creationId xmlns:a16="http://schemas.microsoft.com/office/drawing/2014/main" id="{DDCEEB7F-C4C3-4176-B466-E97C3CEBF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3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8" name="Freeform 2303">
                <a:extLst>
                  <a:ext uri="{FF2B5EF4-FFF2-40B4-BE49-F238E27FC236}">
                    <a16:creationId xmlns:a16="http://schemas.microsoft.com/office/drawing/2014/main" id="{62622F73-E834-443C-A577-8796D005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23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33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9" name="Freeform 2304">
                <a:extLst>
                  <a:ext uri="{FF2B5EF4-FFF2-40B4-BE49-F238E27FC236}">
                    <a16:creationId xmlns:a16="http://schemas.microsoft.com/office/drawing/2014/main" id="{6A042D33-F724-4C87-A510-5DD8CCAE4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3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0" name="Freeform 2305">
                <a:extLst>
                  <a:ext uri="{FF2B5EF4-FFF2-40B4-BE49-F238E27FC236}">
                    <a16:creationId xmlns:a16="http://schemas.microsoft.com/office/drawing/2014/main" id="{16C6CD9A-F1E9-415C-8269-5E205260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3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1" name="Freeform 2306">
                <a:extLst>
                  <a:ext uri="{FF2B5EF4-FFF2-40B4-BE49-F238E27FC236}">
                    <a16:creationId xmlns:a16="http://schemas.microsoft.com/office/drawing/2014/main" id="{B09805E3-2A7D-45A8-AC5A-299C3ADE9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3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0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2" name="Freeform 2307">
                <a:extLst>
                  <a:ext uri="{FF2B5EF4-FFF2-40B4-BE49-F238E27FC236}">
                    <a16:creationId xmlns:a16="http://schemas.microsoft.com/office/drawing/2014/main" id="{6B9EC2A1-42C9-479B-BB35-EEEEB3096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30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3" name="Freeform 2308">
                <a:extLst>
                  <a:ext uri="{FF2B5EF4-FFF2-40B4-BE49-F238E27FC236}">
                    <a16:creationId xmlns:a16="http://schemas.microsoft.com/office/drawing/2014/main" id="{EC6B1788-1051-49F6-8D33-695F5FB7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30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4" name="Freeform 2309">
                <a:extLst>
                  <a:ext uri="{FF2B5EF4-FFF2-40B4-BE49-F238E27FC236}">
                    <a16:creationId xmlns:a16="http://schemas.microsoft.com/office/drawing/2014/main" id="{482BEA73-2C02-43C7-8E16-F59A7DEBE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5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0 h 2"/>
                  <a:gd name="T4" fmla="*/ 20 w 2"/>
                  <a:gd name="T5" fmla="*/ 20 h 2"/>
                  <a:gd name="T6" fmla="*/ 33 w 2"/>
                  <a:gd name="T7" fmla="*/ 33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5" name="Freeform 2310">
                <a:extLst>
                  <a:ext uri="{FF2B5EF4-FFF2-40B4-BE49-F238E27FC236}">
                    <a16:creationId xmlns:a16="http://schemas.microsoft.com/office/drawing/2014/main" id="{270DB029-4F14-4207-B701-DB66C2990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5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6" name="Freeform 2311">
                <a:extLst>
                  <a:ext uri="{FF2B5EF4-FFF2-40B4-BE49-F238E27FC236}">
                    <a16:creationId xmlns:a16="http://schemas.microsoft.com/office/drawing/2014/main" id="{35ADC2A1-80B8-4D55-8330-462870B8D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5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7" name="Freeform 2312">
                <a:extLst>
                  <a:ext uri="{FF2B5EF4-FFF2-40B4-BE49-F238E27FC236}">
                    <a16:creationId xmlns:a16="http://schemas.microsoft.com/office/drawing/2014/main" id="{B41AE9A0-0218-4AAE-A3B6-0DBB08F3D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5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0 h 2"/>
                  <a:gd name="T4" fmla="*/ 0 w 2"/>
                  <a:gd name="T5" fmla="*/ 33 h 2"/>
                  <a:gd name="T6" fmla="*/ 20 w 2"/>
                  <a:gd name="T7" fmla="*/ 33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8" name="Freeform 2313">
                <a:extLst>
                  <a:ext uri="{FF2B5EF4-FFF2-40B4-BE49-F238E27FC236}">
                    <a16:creationId xmlns:a16="http://schemas.microsoft.com/office/drawing/2014/main" id="{F444F992-E584-428D-9129-73A620E54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5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9" name="Freeform 2314">
                <a:extLst>
                  <a:ext uri="{FF2B5EF4-FFF2-40B4-BE49-F238E27FC236}">
                    <a16:creationId xmlns:a16="http://schemas.microsoft.com/office/drawing/2014/main" id="{C9DD6440-A8F2-4F51-BDB4-22F4058C5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5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0" name="Freeform 2315">
                <a:extLst>
                  <a:ext uri="{FF2B5EF4-FFF2-40B4-BE49-F238E27FC236}">
                    <a16:creationId xmlns:a16="http://schemas.microsoft.com/office/drawing/2014/main" id="{7B05C4E9-B713-447F-BD32-345911911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49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21 h 3"/>
                  <a:gd name="T4" fmla="*/ 0 w 2"/>
                  <a:gd name="T5" fmla="*/ 35 h 3"/>
                  <a:gd name="T6" fmla="*/ 33 w 2"/>
                  <a:gd name="T7" fmla="*/ 35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1" name="Freeform 2316">
                <a:extLst>
                  <a:ext uri="{FF2B5EF4-FFF2-40B4-BE49-F238E27FC236}">
                    <a16:creationId xmlns:a16="http://schemas.microsoft.com/office/drawing/2014/main" id="{029B6BA4-DBC5-437A-8F64-6B244F42B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5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2" name="Freeform 2317">
                <a:extLst>
                  <a:ext uri="{FF2B5EF4-FFF2-40B4-BE49-F238E27FC236}">
                    <a16:creationId xmlns:a16="http://schemas.microsoft.com/office/drawing/2014/main" id="{6B285F91-D695-4D33-A68C-F4E8DDEB4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5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3" name="Freeform 2318">
                <a:extLst>
                  <a:ext uri="{FF2B5EF4-FFF2-40B4-BE49-F238E27FC236}">
                    <a16:creationId xmlns:a16="http://schemas.microsoft.com/office/drawing/2014/main" id="{46712852-5C9B-4332-A6D3-2DF874DD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4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0 w 2"/>
                  <a:gd name="T5" fmla="*/ 33 h 2"/>
                  <a:gd name="T6" fmla="*/ 33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4" name="Freeform 2319">
                <a:extLst>
                  <a:ext uri="{FF2B5EF4-FFF2-40B4-BE49-F238E27FC236}">
                    <a16:creationId xmlns:a16="http://schemas.microsoft.com/office/drawing/2014/main" id="{086CBBE2-19DC-455D-9181-6C309A168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4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33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5" name="Freeform 2320">
                <a:extLst>
                  <a:ext uri="{FF2B5EF4-FFF2-40B4-BE49-F238E27FC236}">
                    <a16:creationId xmlns:a16="http://schemas.microsoft.com/office/drawing/2014/main" id="{543BEF70-4303-4684-A746-14AE8CC3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4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33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6" name="Freeform 2321">
                <a:extLst>
                  <a:ext uri="{FF2B5EF4-FFF2-40B4-BE49-F238E27FC236}">
                    <a16:creationId xmlns:a16="http://schemas.microsoft.com/office/drawing/2014/main" id="{2A280099-18F7-42B9-B90B-8DCAA8A4E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5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0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7" name="Freeform 2322">
                <a:extLst>
                  <a:ext uri="{FF2B5EF4-FFF2-40B4-BE49-F238E27FC236}">
                    <a16:creationId xmlns:a16="http://schemas.microsoft.com/office/drawing/2014/main" id="{C967FE77-F87C-4516-B22D-566E50761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5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8" name="Freeform 2323">
                <a:extLst>
                  <a:ext uri="{FF2B5EF4-FFF2-40B4-BE49-F238E27FC236}">
                    <a16:creationId xmlns:a16="http://schemas.microsoft.com/office/drawing/2014/main" id="{C512EE6C-26F1-4F36-BA61-7D7E53D66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5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9" name="Freeform 2324">
                <a:extLst>
                  <a:ext uri="{FF2B5EF4-FFF2-40B4-BE49-F238E27FC236}">
                    <a16:creationId xmlns:a16="http://schemas.microsoft.com/office/drawing/2014/main" id="{3D90CF76-6C11-4ACA-8948-310DEB7F8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49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0 h 2"/>
                  <a:gd name="T4" fmla="*/ 0 w 1"/>
                  <a:gd name="T5" fmla="*/ 20 h 2"/>
                  <a:gd name="T6" fmla="*/ 8 w 1"/>
                  <a:gd name="T7" fmla="*/ 33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0" name="Freeform 2325">
                <a:extLst>
                  <a:ext uri="{FF2B5EF4-FFF2-40B4-BE49-F238E27FC236}">
                    <a16:creationId xmlns:a16="http://schemas.microsoft.com/office/drawing/2014/main" id="{D1C3BD1D-D651-42CE-B4B4-BEF372D9C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4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8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1" name="Freeform 2326">
                <a:extLst>
                  <a:ext uri="{FF2B5EF4-FFF2-40B4-BE49-F238E27FC236}">
                    <a16:creationId xmlns:a16="http://schemas.microsoft.com/office/drawing/2014/main" id="{EF7F7DA8-D3EB-4E43-924C-19A82CBB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4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8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2" name="Freeform 2327">
                <a:extLst>
                  <a:ext uri="{FF2B5EF4-FFF2-40B4-BE49-F238E27FC236}">
                    <a16:creationId xmlns:a16="http://schemas.microsoft.com/office/drawing/2014/main" id="{E0BC3DAC-CE59-4F6C-9995-FF83ED452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4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0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3" name="Freeform 2328">
                <a:extLst>
                  <a:ext uri="{FF2B5EF4-FFF2-40B4-BE49-F238E27FC236}">
                    <a16:creationId xmlns:a16="http://schemas.microsoft.com/office/drawing/2014/main" id="{0A1837BD-2A05-4264-8195-FA4317108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4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4" name="Freeform 2329">
                <a:extLst>
                  <a:ext uri="{FF2B5EF4-FFF2-40B4-BE49-F238E27FC236}">
                    <a16:creationId xmlns:a16="http://schemas.microsoft.com/office/drawing/2014/main" id="{50E9E187-1725-4148-A766-6BA101CF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4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5" name="Freeform 2330">
                <a:extLst>
                  <a:ext uri="{FF2B5EF4-FFF2-40B4-BE49-F238E27FC236}">
                    <a16:creationId xmlns:a16="http://schemas.microsoft.com/office/drawing/2014/main" id="{500F89B5-B920-4AD1-9C8B-561E11407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4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33 w 2"/>
                  <a:gd name="T7" fmla="*/ 54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6" name="Freeform 2331">
                <a:extLst>
                  <a:ext uri="{FF2B5EF4-FFF2-40B4-BE49-F238E27FC236}">
                    <a16:creationId xmlns:a16="http://schemas.microsoft.com/office/drawing/2014/main" id="{84B815B0-7EEE-411B-A4B8-4176B6155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4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0 h 2"/>
                  <a:gd name="T4" fmla="*/ 27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7" name="Freeform 2332">
                <a:extLst>
                  <a:ext uri="{FF2B5EF4-FFF2-40B4-BE49-F238E27FC236}">
                    <a16:creationId xmlns:a16="http://schemas.microsoft.com/office/drawing/2014/main" id="{07F6F8F9-DEEA-411F-ABF4-E16A6A28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4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0 h 2"/>
                  <a:gd name="T4" fmla="*/ 27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8" name="Freeform 2333">
                <a:extLst>
                  <a:ext uri="{FF2B5EF4-FFF2-40B4-BE49-F238E27FC236}">
                    <a16:creationId xmlns:a16="http://schemas.microsoft.com/office/drawing/2014/main" id="{D3FAA8C9-CF6E-41A4-B3A8-6133C6DE3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4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9" name="Freeform 2334">
                <a:extLst>
                  <a:ext uri="{FF2B5EF4-FFF2-40B4-BE49-F238E27FC236}">
                    <a16:creationId xmlns:a16="http://schemas.microsoft.com/office/drawing/2014/main" id="{A7CAFEEB-37B3-4595-A1FC-FC8B3E7FF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4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0" name="Freeform 2335">
                <a:extLst>
                  <a:ext uri="{FF2B5EF4-FFF2-40B4-BE49-F238E27FC236}">
                    <a16:creationId xmlns:a16="http://schemas.microsoft.com/office/drawing/2014/main" id="{5ABB6C4D-4E11-4CD9-B171-2AEA6BCE2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4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1" name="Freeform 2336">
                <a:extLst>
                  <a:ext uri="{FF2B5EF4-FFF2-40B4-BE49-F238E27FC236}">
                    <a16:creationId xmlns:a16="http://schemas.microsoft.com/office/drawing/2014/main" id="{143EFDB2-8499-47B3-A0AD-1DD161B48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23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33 w 2"/>
                  <a:gd name="T7" fmla="*/ 33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2" name="Freeform 2337">
                <a:extLst>
                  <a:ext uri="{FF2B5EF4-FFF2-40B4-BE49-F238E27FC236}">
                    <a16:creationId xmlns:a16="http://schemas.microsoft.com/office/drawing/2014/main" id="{5012C4C8-583E-4833-91FC-C4179D7E4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38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3" name="Freeform 2338">
                <a:extLst>
                  <a:ext uri="{FF2B5EF4-FFF2-40B4-BE49-F238E27FC236}">
                    <a16:creationId xmlns:a16="http://schemas.microsoft.com/office/drawing/2014/main" id="{32E294A0-6644-4536-97ED-9C2F2DE19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38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4" name="Freeform 2339">
                <a:extLst>
                  <a:ext uri="{FF2B5EF4-FFF2-40B4-BE49-F238E27FC236}">
                    <a16:creationId xmlns:a16="http://schemas.microsoft.com/office/drawing/2014/main" id="{893C65C9-E614-475B-9605-6FF2EEE57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3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0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5" name="Freeform 2340">
                <a:extLst>
                  <a:ext uri="{FF2B5EF4-FFF2-40B4-BE49-F238E27FC236}">
                    <a16:creationId xmlns:a16="http://schemas.microsoft.com/office/drawing/2014/main" id="{4FBBE9D0-7B85-4DE8-BDC8-ED8056FA3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6" name="Freeform 2341">
                <a:extLst>
                  <a:ext uri="{FF2B5EF4-FFF2-40B4-BE49-F238E27FC236}">
                    <a16:creationId xmlns:a16="http://schemas.microsoft.com/office/drawing/2014/main" id="{16AC6AB8-009D-4982-90AF-6B7413E1B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7" name="Freeform 2342">
                <a:extLst>
                  <a:ext uri="{FF2B5EF4-FFF2-40B4-BE49-F238E27FC236}">
                    <a16:creationId xmlns:a16="http://schemas.microsoft.com/office/drawing/2014/main" id="{CAB2C8BA-0388-4AC7-AC89-1EAA78FA3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3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0 h 2"/>
                  <a:gd name="T4" fmla="*/ 0 w 2"/>
                  <a:gd name="T5" fmla="*/ 54 h 2"/>
                  <a:gd name="T6" fmla="*/ 33 w 2"/>
                  <a:gd name="T7" fmla="*/ 54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8" name="Freeform 2343">
                <a:extLst>
                  <a:ext uri="{FF2B5EF4-FFF2-40B4-BE49-F238E27FC236}">
                    <a16:creationId xmlns:a16="http://schemas.microsoft.com/office/drawing/2014/main" id="{E29DDA41-548A-45A1-9D8D-496761200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3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9" name="Freeform 2344">
                <a:extLst>
                  <a:ext uri="{FF2B5EF4-FFF2-40B4-BE49-F238E27FC236}">
                    <a16:creationId xmlns:a16="http://schemas.microsoft.com/office/drawing/2014/main" id="{0A2B4F92-B3C2-4F3F-873A-9F3FB5B8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3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0" name="Freeform 2345">
                <a:extLst>
                  <a:ext uri="{FF2B5EF4-FFF2-40B4-BE49-F238E27FC236}">
                    <a16:creationId xmlns:a16="http://schemas.microsoft.com/office/drawing/2014/main" id="{409BF845-3D6A-4025-9E0A-938526674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3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0 h 2"/>
                  <a:gd name="T4" fmla="*/ 0 w 2"/>
                  <a:gd name="T5" fmla="*/ 20 h 2"/>
                  <a:gd name="T6" fmla="*/ 20 w 2"/>
                  <a:gd name="T7" fmla="*/ 33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1" name="Freeform 2346">
                <a:extLst>
                  <a:ext uri="{FF2B5EF4-FFF2-40B4-BE49-F238E27FC236}">
                    <a16:creationId xmlns:a16="http://schemas.microsoft.com/office/drawing/2014/main" id="{50A05134-9F8D-43DA-9415-621954416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3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2" name="Freeform 2347">
                <a:extLst>
                  <a:ext uri="{FF2B5EF4-FFF2-40B4-BE49-F238E27FC236}">
                    <a16:creationId xmlns:a16="http://schemas.microsoft.com/office/drawing/2014/main" id="{8923F9E1-8326-4C75-B982-5B3464C8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3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3" name="Freeform 2348">
                <a:extLst>
                  <a:ext uri="{FF2B5EF4-FFF2-40B4-BE49-F238E27FC236}">
                    <a16:creationId xmlns:a16="http://schemas.microsoft.com/office/drawing/2014/main" id="{315DE176-39BB-4E56-BA9C-2E153A11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38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0 h 2"/>
                  <a:gd name="T4" fmla="*/ 0 w 1"/>
                  <a:gd name="T5" fmla="*/ 33 h 2"/>
                  <a:gd name="T6" fmla="*/ 8 w 1"/>
                  <a:gd name="T7" fmla="*/ 33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4" name="Freeform 2349">
                <a:extLst>
                  <a:ext uri="{FF2B5EF4-FFF2-40B4-BE49-F238E27FC236}">
                    <a16:creationId xmlns:a16="http://schemas.microsoft.com/office/drawing/2014/main" id="{7A9BD544-D871-44C4-8955-BAD4807B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5" name="Freeform 2350">
                <a:extLst>
                  <a:ext uri="{FF2B5EF4-FFF2-40B4-BE49-F238E27FC236}">
                    <a16:creationId xmlns:a16="http://schemas.microsoft.com/office/drawing/2014/main" id="{37F309F2-476A-43CF-A0A9-EA9AC60E7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6" name="Freeform 2351">
                <a:extLst>
                  <a:ext uri="{FF2B5EF4-FFF2-40B4-BE49-F238E27FC236}">
                    <a16:creationId xmlns:a16="http://schemas.microsoft.com/office/drawing/2014/main" id="{260FB0A0-64A1-41A9-9259-E1EC83690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4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0 h 2"/>
                  <a:gd name="T4" fmla="*/ 0 w 1"/>
                  <a:gd name="T5" fmla="*/ 20 h 2"/>
                  <a:gd name="T6" fmla="*/ 8 w 1"/>
                  <a:gd name="T7" fmla="*/ 33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7" name="Freeform 2352">
                <a:extLst>
                  <a:ext uri="{FF2B5EF4-FFF2-40B4-BE49-F238E27FC236}">
                    <a16:creationId xmlns:a16="http://schemas.microsoft.com/office/drawing/2014/main" id="{979B76F5-66D4-4CA7-9C6F-6A9729A6E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54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8" name="Freeform 2353">
                <a:extLst>
                  <a:ext uri="{FF2B5EF4-FFF2-40B4-BE49-F238E27FC236}">
                    <a16:creationId xmlns:a16="http://schemas.microsoft.com/office/drawing/2014/main" id="{78E70739-D225-4ACC-81A9-606E40DC3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6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33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9" name="Freeform 2354">
                <a:extLst>
                  <a:ext uri="{FF2B5EF4-FFF2-40B4-BE49-F238E27FC236}">
                    <a16:creationId xmlns:a16="http://schemas.microsoft.com/office/drawing/2014/main" id="{0C797609-2D5E-4D5C-A30A-9F85CE3FA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4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27 h 1"/>
                  <a:gd name="T4" fmla="*/ 8 w 1"/>
                  <a:gd name="T5" fmla="*/ 27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800" name="Group 2355">
              <a:extLst>
                <a:ext uri="{FF2B5EF4-FFF2-40B4-BE49-F238E27FC236}">
                  <a16:creationId xmlns:a16="http://schemas.microsoft.com/office/drawing/2014/main" id="{6E23E3C8-C6BA-4D8F-8935-441832F94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8" y="2235"/>
              <a:ext cx="110" cy="83"/>
              <a:chOff x="2918" y="2235"/>
              <a:chExt cx="110" cy="83"/>
            </a:xfrm>
          </p:grpSpPr>
          <p:sp>
            <p:nvSpPr>
              <p:cNvPr id="31950" name="Freeform 2356">
                <a:extLst>
                  <a:ext uri="{FF2B5EF4-FFF2-40B4-BE49-F238E27FC236}">
                    <a16:creationId xmlns:a16="http://schemas.microsoft.com/office/drawing/2014/main" id="{F189E76F-3F54-40EF-869B-BC01918BE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26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0 h 2"/>
                  <a:gd name="T4" fmla="*/ 20 w 2"/>
                  <a:gd name="T5" fmla="*/ 20 h 2"/>
                  <a:gd name="T6" fmla="*/ 33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1" name="Freeform 2357">
                <a:extLst>
                  <a:ext uri="{FF2B5EF4-FFF2-40B4-BE49-F238E27FC236}">
                    <a16:creationId xmlns:a16="http://schemas.microsoft.com/office/drawing/2014/main" id="{04C25885-EFFF-4A0E-A3F5-BDE342CD9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6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2" name="Freeform 2358">
                <a:extLst>
                  <a:ext uri="{FF2B5EF4-FFF2-40B4-BE49-F238E27FC236}">
                    <a16:creationId xmlns:a16="http://schemas.microsoft.com/office/drawing/2014/main" id="{C7B01179-5DD0-46C3-9455-B4D479FCE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6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3" name="Freeform 2359">
                <a:extLst>
                  <a:ext uri="{FF2B5EF4-FFF2-40B4-BE49-F238E27FC236}">
                    <a16:creationId xmlns:a16="http://schemas.microsoft.com/office/drawing/2014/main" id="{12D321F5-DA67-44EA-A3C7-A418A8A58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25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0 w 2"/>
                  <a:gd name="T3" fmla="*/ 0 h 1"/>
                  <a:gd name="T4" fmla="*/ 0 w 2"/>
                  <a:gd name="T5" fmla="*/ 27 h 1"/>
                  <a:gd name="T6" fmla="*/ 33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4" name="Freeform 2360">
                <a:extLst>
                  <a:ext uri="{FF2B5EF4-FFF2-40B4-BE49-F238E27FC236}">
                    <a16:creationId xmlns:a16="http://schemas.microsoft.com/office/drawing/2014/main" id="{91C3B32D-504C-4E87-9CCB-68B170100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25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5" name="Freeform 2361">
                <a:extLst>
                  <a:ext uri="{FF2B5EF4-FFF2-40B4-BE49-F238E27FC236}">
                    <a16:creationId xmlns:a16="http://schemas.microsoft.com/office/drawing/2014/main" id="{48288918-B028-45AE-8EBE-2D165A85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25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6" name="Freeform 2362">
                <a:extLst>
                  <a:ext uri="{FF2B5EF4-FFF2-40B4-BE49-F238E27FC236}">
                    <a16:creationId xmlns:a16="http://schemas.microsoft.com/office/drawing/2014/main" id="{46604402-19B8-4526-8FDB-6C7C21281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25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7" name="Freeform 2363">
                <a:extLst>
                  <a:ext uri="{FF2B5EF4-FFF2-40B4-BE49-F238E27FC236}">
                    <a16:creationId xmlns:a16="http://schemas.microsoft.com/office/drawing/2014/main" id="{678DDC15-6D12-43FF-B092-883900C0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25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33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8" name="Freeform 2364">
                <a:extLst>
                  <a:ext uri="{FF2B5EF4-FFF2-40B4-BE49-F238E27FC236}">
                    <a16:creationId xmlns:a16="http://schemas.microsoft.com/office/drawing/2014/main" id="{C61DA999-4BED-439C-AAD9-BB4674451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25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33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9" name="Freeform 2365">
                <a:extLst>
                  <a:ext uri="{FF2B5EF4-FFF2-40B4-BE49-F238E27FC236}">
                    <a16:creationId xmlns:a16="http://schemas.microsoft.com/office/drawing/2014/main" id="{33630E48-6A99-4E2C-BB37-89F15DFCD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4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0" name="Freeform 2366">
                <a:extLst>
                  <a:ext uri="{FF2B5EF4-FFF2-40B4-BE49-F238E27FC236}">
                    <a16:creationId xmlns:a16="http://schemas.microsoft.com/office/drawing/2014/main" id="{66128245-8038-44AC-A321-E8FDB2F80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4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1" name="Freeform 2367">
                <a:extLst>
                  <a:ext uri="{FF2B5EF4-FFF2-40B4-BE49-F238E27FC236}">
                    <a16:creationId xmlns:a16="http://schemas.microsoft.com/office/drawing/2014/main" id="{FB7DD828-4C1D-4DB6-9F1D-3482C871C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4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2" name="Freeform 2368">
                <a:extLst>
                  <a:ext uri="{FF2B5EF4-FFF2-40B4-BE49-F238E27FC236}">
                    <a16:creationId xmlns:a16="http://schemas.microsoft.com/office/drawing/2014/main" id="{B79913F3-C1E4-4F73-B6AB-C87B8B3E5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4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0 h 2"/>
                  <a:gd name="T4" fmla="*/ 0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3" name="Freeform 2369">
                <a:extLst>
                  <a:ext uri="{FF2B5EF4-FFF2-40B4-BE49-F238E27FC236}">
                    <a16:creationId xmlns:a16="http://schemas.microsoft.com/office/drawing/2014/main" id="{8AF9C064-2F75-4DAF-AA34-AFFFDA745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4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4" name="Freeform 2370">
                <a:extLst>
                  <a:ext uri="{FF2B5EF4-FFF2-40B4-BE49-F238E27FC236}">
                    <a16:creationId xmlns:a16="http://schemas.microsoft.com/office/drawing/2014/main" id="{E1ABF539-39D8-4CBA-8165-D7CB75475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4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5" name="Freeform 2371">
                <a:extLst>
                  <a:ext uri="{FF2B5EF4-FFF2-40B4-BE49-F238E27FC236}">
                    <a16:creationId xmlns:a16="http://schemas.microsoft.com/office/drawing/2014/main" id="{B31E0A68-09E1-4653-BEAE-CD7AC7701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4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0 h 2"/>
                  <a:gd name="T4" fmla="*/ 0 w 2"/>
                  <a:gd name="T5" fmla="*/ 33 h 2"/>
                  <a:gd name="T6" fmla="*/ 20 w 2"/>
                  <a:gd name="T7" fmla="*/ 33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6" name="Freeform 2372">
                <a:extLst>
                  <a:ext uri="{FF2B5EF4-FFF2-40B4-BE49-F238E27FC236}">
                    <a16:creationId xmlns:a16="http://schemas.microsoft.com/office/drawing/2014/main" id="{DDE9346A-E58C-40C1-8184-4426E8981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4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7" name="Freeform 2373">
                <a:extLst>
                  <a:ext uri="{FF2B5EF4-FFF2-40B4-BE49-F238E27FC236}">
                    <a16:creationId xmlns:a16="http://schemas.microsoft.com/office/drawing/2014/main" id="{9D84EE06-C240-4246-9DC5-667A847B3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4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8" name="Freeform 2374">
                <a:extLst>
                  <a:ext uri="{FF2B5EF4-FFF2-40B4-BE49-F238E27FC236}">
                    <a16:creationId xmlns:a16="http://schemas.microsoft.com/office/drawing/2014/main" id="{B4B9D254-150E-4033-BA31-7C970FD64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23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33 w 2"/>
                  <a:gd name="T7" fmla="*/ 54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9" name="Freeform 2375">
                <a:extLst>
                  <a:ext uri="{FF2B5EF4-FFF2-40B4-BE49-F238E27FC236}">
                    <a16:creationId xmlns:a16="http://schemas.microsoft.com/office/drawing/2014/main" id="{49B8E85C-B0E2-45D1-975C-C514EA150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35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0 h 2"/>
                  <a:gd name="T4" fmla="*/ 8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0" name="Freeform 2376">
                <a:extLst>
                  <a:ext uri="{FF2B5EF4-FFF2-40B4-BE49-F238E27FC236}">
                    <a16:creationId xmlns:a16="http://schemas.microsoft.com/office/drawing/2014/main" id="{71483476-320E-4FF4-92A1-616F58220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35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0 h 2"/>
                  <a:gd name="T4" fmla="*/ 8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1" name="Freeform 2377">
                <a:extLst>
                  <a:ext uri="{FF2B5EF4-FFF2-40B4-BE49-F238E27FC236}">
                    <a16:creationId xmlns:a16="http://schemas.microsoft.com/office/drawing/2014/main" id="{A82190DD-D338-4657-8B9F-96AF882E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5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2" name="Freeform 2378">
                <a:extLst>
                  <a:ext uri="{FF2B5EF4-FFF2-40B4-BE49-F238E27FC236}">
                    <a16:creationId xmlns:a16="http://schemas.microsoft.com/office/drawing/2014/main" id="{5CFEA166-6005-4633-8887-6A872252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54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3" name="Freeform 2379">
                <a:extLst>
                  <a:ext uri="{FF2B5EF4-FFF2-40B4-BE49-F238E27FC236}">
                    <a16:creationId xmlns:a16="http://schemas.microsoft.com/office/drawing/2014/main" id="{6FA979C5-B5B1-4C33-A05F-16EE707E4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54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4" name="Freeform 2380">
                <a:extLst>
                  <a:ext uri="{FF2B5EF4-FFF2-40B4-BE49-F238E27FC236}">
                    <a16:creationId xmlns:a16="http://schemas.microsoft.com/office/drawing/2014/main" id="{0F7AE996-E949-44AF-84FB-98035E52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24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0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5" name="Freeform 2381">
                <a:extLst>
                  <a:ext uri="{FF2B5EF4-FFF2-40B4-BE49-F238E27FC236}">
                    <a16:creationId xmlns:a16="http://schemas.microsoft.com/office/drawing/2014/main" id="{509BB234-1628-41CA-BC92-3272E6D5D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25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6" name="Freeform 2382">
                <a:extLst>
                  <a:ext uri="{FF2B5EF4-FFF2-40B4-BE49-F238E27FC236}">
                    <a16:creationId xmlns:a16="http://schemas.microsoft.com/office/drawing/2014/main" id="{1C0D92F2-05AA-4E7F-80CE-66A104F0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25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7" name="Oval 2383">
                <a:extLst>
                  <a:ext uri="{FF2B5EF4-FFF2-40B4-BE49-F238E27FC236}">
                    <a16:creationId xmlns:a16="http://schemas.microsoft.com/office/drawing/2014/main" id="{65BE6C0D-98A6-4DB4-B67A-171C1880F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94"/>
                <a:ext cx="2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978" name="Freeform 2384">
                <a:extLst>
                  <a:ext uri="{FF2B5EF4-FFF2-40B4-BE49-F238E27FC236}">
                    <a16:creationId xmlns:a16="http://schemas.microsoft.com/office/drawing/2014/main" id="{866C5003-4B58-4D15-8EBC-A70F6EC50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29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9" name="Freeform 2385">
                <a:extLst>
                  <a:ext uri="{FF2B5EF4-FFF2-40B4-BE49-F238E27FC236}">
                    <a16:creationId xmlns:a16="http://schemas.microsoft.com/office/drawing/2014/main" id="{FC8604CE-771E-47EB-98B6-FC2D1B481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29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0" name="Freeform 2386">
                <a:extLst>
                  <a:ext uri="{FF2B5EF4-FFF2-40B4-BE49-F238E27FC236}">
                    <a16:creationId xmlns:a16="http://schemas.microsoft.com/office/drawing/2014/main" id="{3E300269-80FE-41FE-A759-D864C2A6C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9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33 h 2"/>
                  <a:gd name="T4" fmla="*/ 33 w 2"/>
                  <a:gd name="T5" fmla="*/ 20 h 2"/>
                  <a:gd name="T6" fmla="*/ 20 w 2"/>
                  <a:gd name="T7" fmla="*/ 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1" name="Freeform 2387">
                <a:extLst>
                  <a:ext uri="{FF2B5EF4-FFF2-40B4-BE49-F238E27FC236}">
                    <a16:creationId xmlns:a16="http://schemas.microsoft.com/office/drawing/2014/main" id="{23467398-2AE8-45D8-B04E-E5681365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9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2" name="Freeform 2388">
                <a:extLst>
                  <a:ext uri="{FF2B5EF4-FFF2-40B4-BE49-F238E27FC236}">
                    <a16:creationId xmlns:a16="http://schemas.microsoft.com/office/drawing/2014/main" id="{48DE1EEE-1F55-4867-9B6F-13047BB66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9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3" name="Freeform 2389">
                <a:extLst>
                  <a:ext uri="{FF2B5EF4-FFF2-40B4-BE49-F238E27FC236}">
                    <a16:creationId xmlns:a16="http://schemas.microsoft.com/office/drawing/2014/main" id="{289C3F1C-14B4-4A80-980A-11C9135D3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9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54 h 2"/>
                  <a:gd name="T4" fmla="*/ 33 w 2"/>
                  <a:gd name="T5" fmla="*/ 27 h 2"/>
                  <a:gd name="T6" fmla="*/ 20 w 2"/>
                  <a:gd name="T7" fmla="*/ 0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4" name="Freeform 2390">
                <a:extLst>
                  <a:ext uri="{FF2B5EF4-FFF2-40B4-BE49-F238E27FC236}">
                    <a16:creationId xmlns:a16="http://schemas.microsoft.com/office/drawing/2014/main" id="{E0CD99C9-E60F-4AFE-961A-BDB5C69F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9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5" name="Freeform 2391">
                <a:extLst>
                  <a:ext uri="{FF2B5EF4-FFF2-40B4-BE49-F238E27FC236}">
                    <a16:creationId xmlns:a16="http://schemas.microsoft.com/office/drawing/2014/main" id="{841FA4F6-3175-4CD3-AC9F-7DF73277E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9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6" name="Oval 2392">
                <a:extLst>
                  <a:ext uri="{FF2B5EF4-FFF2-40B4-BE49-F238E27FC236}">
                    <a16:creationId xmlns:a16="http://schemas.microsoft.com/office/drawing/2014/main" id="{4EA4CD1C-91A2-4540-9330-434D7A09E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2307"/>
                <a:ext cx="3" cy="6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987" name="Freeform 2393">
                <a:extLst>
                  <a:ext uri="{FF2B5EF4-FFF2-40B4-BE49-F238E27FC236}">
                    <a16:creationId xmlns:a16="http://schemas.microsoft.com/office/drawing/2014/main" id="{5B7F3589-0C9E-48D3-89DC-52BE71565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30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8" name="Freeform 2394">
                <a:extLst>
                  <a:ext uri="{FF2B5EF4-FFF2-40B4-BE49-F238E27FC236}">
                    <a16:creationId xmlns:a16="http://schemas.microsoft.com/office/drawing/2014/main" id="{1248E062-5D43-408F-B1E5-31F83DD78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30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9" name="Freeform 2395">
                <a:extLst>
                  <a:ext uri="{FF2B5EF4-FFF2-40B4-BE49-F238E27FC236}">
                    <a16:creationId xmlns:a16="http://schemas.microsoft.com/office/drawing/2014/main" id="{14CF076C-EA8A-4751-A687-850CC6573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30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33 h 2"/>
                  <a:gd name="T4" fmla="*/ 33 w 2"/>
                  <a:gd name="T5" fmla="*/ 33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0" name="Freeform 2396">
                <a:extLst>
                  <a:ext uri="{FF2B5EF4-FFF2-40B4-BE49-F238E27FC236}">
                    <a16:creationId xmlns:a16="http://schemas.microsoft.com/office/drawing/2014/main" id="{AB99BD1F-2051-46AD-9ED9-C1CF1D61D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307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1" name="Freeform 2397">
                <a:extLst>
                  <a:ext uri="{FF2B5EF4-FFF2-40B4-BE49-F238E27FC236}">
                    <a16:creationId xmlns:a16="http://schemas.microsoft.com/office/drawing/2014/main" id="{EEE781B0-BC7D-4B99-96C0-6846118BF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307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2" name="Freeform 2398">
                <a:extLst>
                  <a:ext uri="{FF2B5EF4-FFF2-40B4-BE49-F238E27FC236}">
                    <a16:creationId xmlns:a16="http://schemas.microsoft.com/office/drawing/2014/main" id="{3172C361-5CBD-4D64-A1B4-21AD4CEE2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9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54 h 2"/>
                  <a:gd name="T4" fmla="*/ 8 w 1"/>
                  <a:gd name="T5" fmla="*/ 27 h 2"/>
                  <a:gd name="T6" fmla="*/ 8 w 1"/>
                  <a:gd name="T7" fmla="*/ 0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3" name="Freeform 2399">
                <a:extLst>
                  <a:ext uri="{FF2B5EF4-FFF2-40B4-BE49-F238E27FC236}">
                    <a16:creationId xmlns:a16="http://schemas.microsoft.com/office/drawing/2014/main" id="{BC67D616-6C42-4699-9AF1-72F5A90D8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91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54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4" name="Freeform 2400">
                <a:extLst>
                  <a:ext uri="{FF2B5EF4-FFF2-40B4-BE49-F238E27FC236}">
                    <a16:creationId xmlns:a16="http://schemas.microsoft.com/office/drawing/2014/main" id="{05A0872D-E413-41A6-9508-7980958B7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91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54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5" name="Freeform 2401">
                <a:extLst>
                  <a:ext uri="{FF2B5EF4-FFF2-40B4-BE49-F238E27FC236}">
                    <a16:creationId xmlns:a16="http://schemas.microsoft.com/office/drawing/2014/main" id="{1CCF9BBC-A796-4454-8948-4BE24F8F3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8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33 h 2"/>
                  <a:gd name="T4" fmla="*/ 20 w 2"/>
                  <a:gd name="T5" fmla="*/ 20 h 2"/>
                  <a:gd name="T6" fmla="*/ 20 w 2"/>
                  <a:gd name="T7" fmla="*/ 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6" name="Freeform 2402">
                <a:extLst>
                  <a:ext uri="{FF2B5EF4-FFF2-40B4-BE49-F238E27FC236}">
                    <a16:creationId xmlns:a16="http://schemas.microsoft.com/office/drawing/2014/main" id="{C64A089C-2238-4268-9514-94193DA66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7" name="Freeform 2403">
                <a:extLst>
                  <a:ext uri="{FF2B5EF4-FFF2-40B4-BE49-F238E27FC236}">
                    <a16:creationId xmlns:a16="http://schemas.microsoft.com/office/drawing/2014/main" id="{58D4E906-0C43-4758-A452-22DDDC7AD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8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8" name="Freeform 2404">
                <a:extLst>
                  <a:ext uri="{FF2B5EF4-FFF2-40B4-BE49-F238E27FC236}">
                    <a16:creationId xmlns:a16="http://schemas.microsoft.com/office/drawing/2014/main" id="{B61D6ED2-1841-4FCF-A881-56672D599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9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33 h 2"/>
                  <a:gd name="T4" fmla="*/ 20 w 2"/>
                  <a:gd name="T5" fmla="*/ 20 h 2"/>
                  <a:gd name="T6" fmla="*/ 20 w 2"/>
                  <a:gd name="T7" fmla="*/ 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9" name="Freeform 2405">
                <a:extLst>
                  <a:ext uri="{FF2B5EF4-FFF2-40B4-BE49-F238E27FC236}">
                    <a16:creationId xmlns:a16="http://schemas.microsoft.com/office/drawing/2014/main" id="{F55B525C-4016-45BB-B900-2F52A37E0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9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0" name="Freeform 2406">
                <a:extLst>
                  <a:ext uri="{FF2B5EF4-FFF2-40B4-BE49-F238E27FC236}">
                    <a16:creationId xmlns:a16="http://schemas.microsoft.com/office/drawing/2014/main" id="{9D34E799-CE12-4220-B751-D4325DCE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29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1" name="Freeform 2407">
                <a:extLst>
                  <a:ext uri="{FF2B5EF4-FFF2-40B4-BE49-F238E27FC236}">
                    <a16:creationId xmlns:a16="http://schemas.microsoft.com/office/drawing/2014/main" id="{633448E0-9FB5-4AC6-8326-9A23630D5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29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33 h 2"/>
                  <a:gd name="T4" fmla="*/ 27 w 1"/>
                  <a:gd name="T5" fmla="*/ 20 h 2"/>
                  <a:gd name="T6" fmla="*/ 27 w 1"/>
                  <a:gd name="T7" fmla="*/ 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2" name="Freeform 2408">
                <a:extLst>
                  <a:ext uri="{FF2B5EF4-FFF2-40B4-BE49-F238E27FC236}">
                    <a16:creationId xmlns:a16="http://schemas.microsoft.com/office/drawing/2014/main" id="{93B907F8-EC5C-483E-B7EF-68AC3F21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297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3" name="Freeform 2409">
                <a:extLst>
                  <a:ext uri="{FF2B5EF4-FFF2-40B4-BE49-F238E27FC236}">
                    <a16:creationId xmlns:a16="http://schemas.microsoft.com/office/drawing/2014/main" id="{E490C9AF-14FC-47E3-8899-2BD74363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297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4" name="Freeform 2410">
                <a:extLst>
                  <a:ext uri="{FF2B5EF4-FFF2-40B4-BE49-F238E27FC236}">
                    <a16:creationId xmlns:a16="http://schemas.microsoft.com/office/drawing/2014/main" id="{DD0A11E1-7601-4255-B913-BB56367D1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9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5" name="Freeform 2411">
                <a:extLst>
                  <a:ext uri="{FF2B5EF4-FFF2-40B4-BE49-F238E27FC236}">
                    <a16:creationId xmlns:a16="http://schemas.microsoft.com/office/drawing/2014/main" id="{DDC8CA29-FB17-4FFE-A835-BF99B0491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9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6" name="Freeform 2412">
                <a:extLst>
                  <a:ext uri="{FF2B5EF4-FFF2-40B4-BE49-F238E27FC236}">
                    <a16:creationId xmlns:a16="http://schemas.microsoft.com/office/drawing/2014/main" id="{E5F08786-C0CB-4E15-B47F-A06495B07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9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7" name="Freeform 2413">
                <a:extLst>
                  <a:ext uri="{FF2B5EF4-FFF2-40B4-BE49-F238E27FC236}">
                    <a16:creationId xmlns:a16="http://schemas.microsoft.com/office/drawing/2014/main" id="{5BB06E36-C7FE-450B-BDDB-FB01A7E00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05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33 h 2"/>
                  <a:gd name="T4" fmla="*/ 8 w 1"/>
                  <a:gd name="T5" fmla="*/ 20 h 2"/>
                  <a:gd name="T6" fmla="*/ 8 w 1"/>
                  <a:gd name="T7" fmla="*/ 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8" name="Freeform 2414">
                <a:extLst>
                  <a:ext uri="{FF2B5EF4-FFF2-40B4-BE49-F238E27FC236}">
                    <a16:creationId xmlns:a16="http://schemas.microsoft.com/office/drawing/2014/main" id="{05C0E4A6-111B-4113-8ED8-1F08AE385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0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9" name="Freeform 2415">
                <a:extLst>
                  <a:ext uri="{FF2B5EF4-FFF2-40B4-BE49-F238E27FC236}">
                    <a16:creationId xmlns:a16="http://schemas.microsoft.com/office/drawing/2014/main" id="{54B8A2E3-C39D-4EEA-8707-BC58999B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0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0" name="Freeform 2416">
                <a:extLst>
                  <a:ext uri="{FF2B5EF4-FFF2-40B4-BE49-F238E27FC236}">
                    <a16:creationId xmlns:a16="http://schemas.microsoft.com/office/drawing/2014/main" id="{69C731B3-2357-4420-AEBA-BD538334B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31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33 h 2"/>
                  <a:gd name="T4" fmla="*/ 33 w 2"/>
                  <a:gd name="T5" fmla="*/ 20 h 2"/>
                  <a:gd name="T6" fmla="*/ 20 w 2"/>
                  <a:gd name="T7" fmla="*/ 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1" name="Freeform 2417">
                <a:extLst>
                  <a:ext uri="{FF2B5EF4-FFF2-40B4-BE49-F238E27FC236}">
                    <a16:creationId xmlns:a16="http://schemas.microsoft.com/office/drawing/2014/main" id="{A55B8397-D43B-4FD1-B618-AA05CB676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2" name="Freeform 2418">
                <a:extLst>
                  <a:ext uri="{FF2B5EF4-FFF2-40B4-BE49-F238E27FC236}">
                    <a16:creationId xmlns:a16="http://schemas.microsoft.com/office/drawing/2014/main" id="{7ED3C712-732F-446E-94AB-97B30B6D9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3" name="Oval 2419">
                <a:extLst>
                  <a:ext uri="{FF2B5EF4-FFF2-40B4-BE49-F238E27FC236}">
                    <a16:creationId xmlns:a16="http://schemas.microsoft.com/office/drawing/2014/main" id="{1D61633E-8A1D-495D-A345-E61671704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5" y="2302"/>
                <a:ext cx="3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014" name="Freeform 2420">
                <a:extLst>
                  <a:ext uri="{FF2B5EF4-FFF2-40B4-BE49-F238E27FC236}">
                    <a16:creationId xmlns:a16="http://schemas.microsoft.com/office/drawing/2014/main" id="{7DD6F492-F2E5-4D8E-8D11-89704CDB2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30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5" name="Freeform 2421">
                <a:extLst>
                  <a:ext uri="{FF2B5EF4-FFF2-40B4-BE49-F238E27FC236}">
                    <a16:creationId xmlns:a16="http://schemas.microsoft.com/office/drawing/2014/main" id="{8CAB79C6-7D4A-43AD-9200-A79D09F91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30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6" name="Freeform 2422">
                <a:extLst>
                  <a:ext uri="{FF2B5EF4-FFF2-40B4-BE49-F238E27FC236}">
                    <a16:creationId xmlns:a16="http://schemas.microsoft.com/office/drawing/2014/main" id="{6D0F98AA-2DF8-4771-8D0B-18970B084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31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33 h 2"/>
                  <a:gd name="T4" fmla="*/ 33 w 2"/>
                  <a:gd name="T5" fmla="*/ 20 h 2"/>
                  <a:gd name="T6" fmla="*/ 20 w 2"/>
                  <a:gd name="T7" fmla="*/ 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7" name="Freeform 2423">
                <a:extLst>
                  <a:ext uri="{FF2B5EF4-FFF2-40B4-BE49-F238E27FC236}">
                    <a16:creationId xmlns:a16="http://schemas.microsoft.com/office/drawing/2014/main" id="{1886D5CF-B199-4DF9-80C4-F2432D4A9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31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8" name="Freeform 2424">
                <a:extLst>
                  <a:ext uri="{FF2B5EF4-FFF2-40B4-BE49-F238E27FC236}">
                    <a16:creationId xmlns:a16="http://schemas.microsoft.com/office/drawing/2014/main" id="{582957A1-4DE5-48A2-BD34-0B48B23E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31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9" name="Freeform 2425">
                <a:extLst>
                  <a:ext uri="{FF2B5EF4-FFF2-40B4-BE49-F238E27FC236}">
                    <a16:creationId xmlns:a16="http://schemas.microsoft.com/office/drawing/2014/main" id="{C6854996-16CE-462A-82AA-5B832EF9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9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54 h 2"/>
                  <a:gd name="T4" fmla="*/ 33 w 2"/>
                  <a:gd name="T5" fmla="*/ 27 h 2"/>
                  <a:gd name="T6" fmla="*/ 20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0" name="Freeform 2426">
                <a:extLst>
                  <a:ext uri="{FF2B5EF4-FFF2-40B4-BE49-F238E27FC236}">
                    <a16:creationId xmlns:a16="http://schemas.microsoft.com/office/drawing/2014/main" id="{7E7818D6-788F-47AB-BBCD-0E472E1C7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29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1" name="Freeform 2427">
                <a:extLst>
                  <a:ext uri="{FF2B5EF4-FFF2-40B4-BE49-F238E27FC236}">
                    <a16:creationId xmlns:a16="http://schemas.microsoft.com/office/drawing/2014/main" id="{F4251B3E-74BE-4509-ADAF-9897001D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29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2" name="Freeform 2428">
                <a:extLst>
                  <a:ext uri="{FF2B5EF4-FFF2-40B4-BE49-F238E27FC236}">
                    <a16:creationId xmlns:a16="http://schemas.microsoft.com/office/drawing/2014/main" id="{B001A235-FB98-4049-A68F-56EEE3042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9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54 h 2"/>
                  <a:gd name="T4" fmla="*/ 33 w 2"/>
                  <a:gd name="T5" fmla="*/ 27 h 2"/>
                  <a:gd name="T6" fmla="*/ 20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3" name="Freeform 2429">
                <a:extLst>
                  <a:ext uri="{FF2B5EF4-FFF2-40B4-BE49-F238E27FC236}">
                    <a16:creationId xmlns:a16="http://schemas.microsoft.com/office/drawing/2014/main" id="{D29272C9-4AEA-4EBF-829B-CA2FC27F6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9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4" name="Freeform 2430">
                <a:extLst>
                  <a:ext uri="{FF2B5EF4-FFF2-40B4-BE49-F238E27FC236}">
                    <a16:creationId xmlns:a16="http://schemas.microsoft.com/office/drawing/2014/main" id="{81692E89-E7BC-408A-8B2D-C48D6CB13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9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5" name="Freeform 2431">
                <a:extLst>
                  <a:ext uri="{FF2B5EF4-FFF2-40B4-BE49-F238E27FC236}">
                    <a16:creationId xmlns:a16="http://schemas.microsoft.com/office/drawing/2014/main" id="{C4343D94-B99C-4390-87DC-BDE1A44E6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97"/>
                <a:ext cx="3" cy="8"/>
              </a:xfrm>
              <a:custGeom>
                <a:avLst/>
                <a:gdLst>
                  <a:gd name="T0" fmla="*/ 0 w 1"/>
                  <a:gd name="T1" fmla="*/ 35 h 3"/>
                  <a:gd name="T2" fmla="*/ 27 w 1"/>
                  <a:gd name="T3" fmla="*/ 35 h 3"/>
                  <a:gd name="T4" fmla="*/ 27 w 1"/>
                  <a:gd name="T5" fmla="*/ 21 h 3"/>
                  <a:gd name="T6" fmla="*/ 0 w 1"/>
                  <a:gd name="T7" fmla="*/ 21 h 3"/>
                  <a:gd name="T8" fmla="*/ 0 w 1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6" name="Freeform 2432">
                <a:extLst>
                  <a:ext uri="{FF2B5EF4-FFF2-40B4-BE49-F238E27FC236}">
                    <a16:creationId xmlns:a16="http://schemas.microsoft.com/office/drawing/2014/main" id="{817245A7-B4C9-4837-8552-60F8B959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9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7" name="Freeform 2433">
                <a:extLst>
                  <a:ext uri="{FF2B5EF4-FFF2-40B4-BE49-F238E27FC236}">
                    <a16:creationId xmlns:a16="http://schemas.microsoft.com/office/drawing/2014/main" id="{80486CFE-38F0-40F7-A26B-EAB9F8BF7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29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8" name="Freeform 2434">
                <a:extLst>
                  <a:ext uri="{FF2B5EF4-FFF2-40B4-BE49-F238E27FC236}">
                    <a16:creationId xmlns:a16="http://schemas.microsoft.com/office/drawing/2014/main" id="{DC2695AC-EAFA-4D6F-B213-5D8347807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30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33 w 2"/>
                  <a:gd name="T3" fmla="*/ 33 h 2"/>
                  <a:gd name="T4" fmla="*/ 33 w 2"/>
                  <a:gd name="T5" fmla="*/ 2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9" name="Freeform 2435">
                <a:extLst>
                  <a:ext uri="{FF2B5EF4-FFF2-40B4-BE49-F238E27FC236}">
                    <a16:creationId xmlns:a16="http://schemas.microsoft.com/office/drawing/2014/main" id="{AB32222F-4463-4950-9BF7-3C2E2D2AA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0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0" name="Freeform 2436">
                <a:extLst>
                  <a:ext uri="{FF2B5EF4-FFF2-40B4-BE49-F238E27FC236}">
                    <a16:creationId xmlns:a16="http://schemas.microsoft.com/office/drawing/2014/main" id="{59A45AE0-261D-4A3A-AC9F-167022221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0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1" name="Freeform 2437">
                <a:extLst>
                  <a:ext uri="{FF2B5EF4-FFF2-40B4-BE49-F238E27FC236}">
                    <a16:creationId xmlns:a16="http://schemas.microsoft.com/office/drawing/2014/main" id="{DEE92D5B-AB3B-4AE8-9BB4-2BDF94493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29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33 h 2"/>
                  <a:gd name="T4" fmla="*/ 33 w 2"/>
                  <a:gd name="T5" fmla="*/ 2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2" name="Freeform 2438">
                <a:extLst>
                  <a:ext uri="{FF2B5EF4-FFF2-40B4-BE49-F238E27FC236}">
                    <a16:creationId xmlns:a16="http://schemas.microsoft.com/office/drawing/2014/main" id="{561F848C-33D4-4F90-851E-FC7B4C48E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29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3" name="Freeform 2439">
                <a:extLst>
                  <a:ext uri="{FF2B5EF4-FFF2-40B4-BE49-F238E27FC236}">
                    <a16:creationId xmlns:a16="http://schemas.microsoft.com/office/drawing/2014/main" id="{C1142B04-677A-4D19-BEFA-716CE0E59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29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4" name="Freeform 2440">
                <a:extLst>
                  <a:ext uri="{FF2B5EF4-FFF2-40B4-BE49-F238E27FC236}">
                    <a16:creationId xmlns:a16="http://schemas.microsoft.com/office/drawing/2014/main" id="{A7AB74A6-3214-4D75-A84F-DB21D0112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9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33 h 2"/>
                  <a:gd name="T4" fmla="*/ 33 w 2"/>
                  <a:gd name="T5" fmla="*/ 20 h 2"/>
                  <a:gd name="T6" fmla="*/ 20 w 2"/>
                  <a:gd name="T7" fmla="*/ 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5" name="Freeform 2441">
                <a:extLst>
                  <a:ext uri="{FF2B5EF4-FFF2-40B4-BE49-F238E27FC236}">
                    <a16:creationId xmlns:a16="http://schemas.microsoft.com/office/drawing/2014/main" id="{CF031CD9-6282-4895-9241-F945E5933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9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6" name="Freeform 2442">
                <a:extLst>
                  <a:ext uri="{FF2B5EF4-FFF2-40B4-BE49-F238E27FC236}">
                    <a16:creationId xmlns:a16="http://schemas.microsoft.com/office/drawing/2014/main" id="{D56B41CC-CA07-4599-9C1E-2C82F049A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9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7" name="Freeform 2443">
                <a:extLst>
                  <a:ext uri="{FF2B5EF4-FFF2-40B4-BE49-F238E27FC236}">
                    <a16:creationId xmlns:a16="http://schemas.microsoft.com/office/drawing/2014/main" id="{594F3D5A-5E0E-4A56-9D6F-37A2A09B6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29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33 h 2"/>
                  <a:gd name="T4" fmla="*/ 33 w 2"/>
                  <a:gd name="T5" fmla="*/ 20 h 2"/>
                  <a:gd name="T6" fmla="*/ 20 w 2"/>
                  <a:gd name="T7" fmla="*/ 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8" name="Freeform 2444">
                <a:extLst>
                  <a:ext uri="{FF2B5EF4-FFF2-40B4-BE49-F238E27FC236}">
                    <a16:creationId xmlns:a16="http://schemas.microsoft.com/office/drawing/2014/main" id="{0BC1CE67-BE7A-450E-9136-39A4215AD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29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9" name="Freeform 2445">
                <a:extLst>
                  <a:ext uri="{FF2B5EF4-FFF2-40B4-BE49-F238E27FC236}">
                    <a16:creationId xmlns:a16="http://schemas.microsoft.com/office/drawing/2014/main" id="{922F4A6B-0E66-4599-B94D-290E62C71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29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0" name="Freeform 2446">
                <a:extLst>
                  <a:ext uri="{FF2B5EF4-FFF2-40B4-BE49-F238E27FC236}">
                    <a16:creationId xmlns:a16="http://schemas.microsoft.com/office/drawing/2014/main" id="{E25BA5A0-0EAA-48AA-BE21-81EEB728D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29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54 h 2"/>
                  <a:gd name="T4" fmla="*/ 20 w 2"/>
                  <a:gd name="T5" fmla="*/ 27 h 2"/>
                  <a:gd name="T6" fmla="*/ 20 w 2"/>
                  <a:gd name="T7" fmla="*/ 0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1" name="Freeform 2447">
                <a:extLst>
                  <a:ext uri="{FF2B5EF4-FFF2-40B4-BE49-F238E27FC236}">
                    <a16:creationId xmlns:a16="http://schemas.microsoft.com/office/drawing/2014/main" id="{4E8C7804-C5F8-4E45-911B-DD2B17C54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9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2" name="Freeform 2448">
                <a:extLst>
                  <a:ext uri="{FF2B5EF4-FFF2-40B4-BE49-F238E27FC236}">
                    <a16:creationId xmlns:a16="http://schemas.microsoft.com/office/drawing/2014/main" id="{2A8A8104-9F97-4A8F-AB5F-3F4CEE09F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99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3" name="Oval 2449">
                <a:extLst>
                  <a:ext uri="{FF2B5EF4-FFF2-40B4-BE49-F238E27FC236}">
                    <a16:creationId xmlns:a16="http://schemas.microsoft.com/office/drawing/2014/main" id="{B1E9E779-858A-4EB6-B71F-82BA77AC0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294"/>
                <a:ext cx="5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044" name="Freeform 2450">
                <a:extLst>
                  <a:ext uri="{FF2B5EF4-FFF2-40B4-BE49-F238E27FC236}">
                    <a16:creationId xmlns:a16="http://schemas.microsoft.com/office/drawing/2014/main" id="{C0F092F3-DB4C-4998-8D72-CC34423EA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9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5" name="Freeform 2451">
                <a:extLst>
                  <a:ext uri="{FF2B5EF4-FFF2-40B4-BE49-F238E27FC236}">
                    <a16:creationId xmlns:a16="http://schemas.microsoft.com/office/drawing/2014/main" id="{28086088-4B63-426E-B2B3-EA0AC9340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9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6" name="Freeform 2452">
                <a:extLst>
                  <a:ext uri="{FF2B5EF4-FFF2-40B4-BE49-F238E27FC236}">
                    <a16:creationId xmlns:a16="http://schemas.microsoft.com/office/drawing/2014/main" id="{4DA4FD2F-0DCD-4453-A601-58F47ED8A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30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33 h 2"/>
                  <a:gd name="T4" fmla="*/ 27 w 1"/>
                  <a:gd name="T5" fmla="*/ 20 h 2"/>
                  <a:gd name="T6" fmla="*/ 0 w 1"/>
                  <a:gd name="T7" fmla="*/ 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7" name="Freeform 2453">
                <a:extLst>
                  <a:ext uri="{FF2B5EF4-FFF2-40B4-BE49-F238E27FC236}">
                    <a16:creationId xmlns:a16="http://schemas.microsoft.com/office/drawing/2014/main" id="{3574C643-E21B-4B08-AE43-D11403FAB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30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8" name="Freeform 2454">
                <a:extLst>
                  <a:ext uri="{FF2B5EF4-FFF2-40B4-BE49-F238E27FC236}">
                    <a16:creationId xmlns:a16="http://schemas.microsoft.com/office/drawing/2014/main" id="{16309169-B1E4-48E3-B354-C0C9D2893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30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9" name="Freeform 2455">
                <a:extLst>
                  <a:ext uri="{FF2B5EF4-FFF2-40B4-BE49-F238E27FC236}">
                    <a16:creationId xmlns:a16="http://schemas.microsoft.com/office/drawing/2014/main" id="{19677BC3-F49C-422A-BFB9-26FE9D829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0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33 h 2"/>
                  <a:gd name="T4" fmla="*/ 33 w 2"/>
                  <a:gd name="T5" fmla="*/ 20 h 2"/>
                  <a:gd name="T6" fmla="*/ 20 w 2"/>
                  <a:gd name="T7" fmla="*/ 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0" name="Freeform 2456">
                <a:extLst>
                  <a:ext uri="{FF2B5EF4-FFF2-40B4-BE49-F238E27FC236}">
                    <a16:creationId xmlns:a16="http://schemas.microsoft.com/office/drawing/2014/main" id="{9D823CC4-ACE0-495B-A819-FB4E96F6B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30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1" name="Freeform 2457">
                <a:extLst>
                  <a:ext uri="{FF2B5EF4-FFF2-40B4-BE49-F238E27FC236}">
                    <a16:creationId xmlns:a16="http://schemas.microsoft.com/office/drawing/2014/main" id="{CA5D4FC6-3D3F-4229-AD62-CD9ADF940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30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2" name="Freeform 2458">
                <a:extLst>
                  <a:ext uri="{FF2B5EF4-FFF2-40B4-BE49-F238E27FC236}">
                    <a16:creationId xmlns:a16="http://schemas.microsoft.com/office/drawing/2014/main" id="{20A6BCA0-0E96-48C4-AC39-653FA3EB7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30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54 h 2"/>
                  <a:gd name="T4" fmla="*/ 33 w 2"/>
                  <a:gd name="T5" fmla="*/ 27 h 2"/>
                  <a:gd name="T6" fmla="*/ 20 w 2"/>
                  <a:gd name="T7" fmla="*/ 0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3" name="Freeform 2459">
                <a:extLst>
                  <a:ext uri="{FF2B5EF4-FFF2-40B4-BE49-F238E27FC236}">
                    <a16:creationId xmlns:a16="http://schemas.microsoft.com/office/drawing/2014/main" id="{18C809EA-FA8F-45FD-BC9F-E122BF24A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30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4" name="Freeform 2460">
                <a:extLst>
                  <a:ext uri="{FF2B5EF4-FFF2-40B4-BE49-F238E27FC236}">
                    <a16:creationId xmlns:a16="http://schemas.microsoft.com/office/drawing/2014/main" id="{35EE9224-FCC2-48BA-A2AE-ED93DA90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30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5" name="Freeform 2461">
                <a:extLst>
                  <a:ext uri="{FF2B5EF4-FFF2-40B4-BE49-F238E27FC236}">
                    <a16:creationId xmlns:a16="http://schemas.microsoft.com/office/drawing/2014/main" id="{903FC14E-9600-495C-B69B-CC3D4A6E2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313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33 h 2"/>
                  <a:gd name="T4" fmla="*/ 27 w 1"/>
                  <a:gd name="T5" fmla="*/ 20 h 2"/>
                  <a:gd name="T6" fmla="*/ 27 w 1"/>
                  <a:gd name="T7" fmla="*/ 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6" name="Freeform 2462">
                <a:extLst>
                  <a:ext uri="{FF2B5EF4-FFF2-40B4-BE49-F238E27FC236}">
                    <a16:creationId xmlns:a16="http://schemas.microsoft.com/office/drawing/2014/main" id="{F5B1D5D5-A040-405C-A9C6-F2FEA98D2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31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7" name="Freeform 2463">
                <a:extLst>
                  <a:ext uri="{FF2B5EF4-FFF2-40B4-BE49-F238E27FC236}">
                    <a16:creationId xmlns:a16="http://schemas.microsoft.com/office/drawing/2014/main" id="{16B40F0A-C301-4DFC-9761-2DF766031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31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8" name="Oval 2464">
                <a:extLst>
                  <a:ext uri="{FF2B5EF4-FFF2-40B4-BE49-F238E27FC236}">
                    <a16:creationId xmlns:a16="http://schemas.microsoft.com/office/drawing/2014/main" id="{873326E0-F7F1-408E-B0B0-E4A79442A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305"/>
                <a:ext cx="5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059" name="Freeform 2465">
                <a:extLst>
                  <a:ext uri="{FF2B5EF4-FFF2-40B4-BE49-F238E27FC236}">
                    <a16:creationId xmlns:a16="http://schemas.microsoft.com/office/drawing/2014/main" id="{1487C1E3-5342-4B5D-A17D-4307E1E4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30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0" name="Freeform 2466">
                <a:extLst>
                  <a:ext uri="{FF2B5EF4-FFF2-40B4-BE49-F238E27FC236}">
                    <a16:creationId xmlns:a16="http://schemas.microsoft.com/office/drawing/2014/main" id="{F702DBA8-BBD4-4AD9-9129-19CFCA331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30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1" name="Oval 2467">
                <a:extLst>
                  <a:ext uri="{FF2B5EF4-FFF2-40B4-BE49-F238E27FC236}">
                    <a16:creationId xmlns:a16="http://schemas.microsoft.com/office/drawing/2014/main" id="{139D72CE-CF1F-4727-BFFC-9F8C94108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94"/>
                <a:ext cx="2" cy="3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062" name="Freeform 2468">
                <a:extLst>
                  <a:ext uri="{FF2B5EF4-FFF2-40B4-BE49-F238E27FC236}">
                    <a16:creationId xmlns:a16="http://schemas.microsoft.com/office/drawing/2014/main" id="{74EAA084-D3DF-45E1-8C43-0D676AF07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91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27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3" name="Freeform 2469">
                <a:extLst>
                  <a:ext uri="{FF2B5EF4-FFF2-40B4-BE49-F238E27FC236}">
                    <a16:creationId xmlns:a16="http://schemas.microsoft.com/office/drawing/2014/main" id="{54BA90B1-0DA0-4162-868D-B39A73584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94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27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4" name="Freeform 2470">
                <a:extLst>
                  <a:ext uri="{FF2B5EF4-FFF2-40B4-BE49-F238E27FC236}">
                    <a16:creationId xmlns:a16="http://schemas.microsoft.com/office/drawing/2014/main" id="{5562E964-3DFC-4570-ACFF-AC6313C16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29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5" name="Freeform 2471">
                <a:extLst>
                  <a:ext uri="{FF2B5EF4-FFF2-40B4-BE49-F238E27FC236}">
                    <a16:creationId xmlns:a16="http://schemas.microsoft.com/office/drawing/2014/main" id="{EEA3C48B-AC3A-4879-B023-806C2160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9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6" name="Oval 2472">
                <a:extLst>
                  <a:ext uri="{FF2B5EF4-FFF2-40B4-BE49-F238E27FC236}">
                    <a16:creationId xmlns:a16="http://schemas.microsoft.com/office/drawing/2014/main" id="{01A4B9FF-F799-4334-A482-1FE03E9B2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91"/>
                <a:ext cx="2" cy="3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067" name="Freeform 2473">
                <a:extLst>
                  <a:ext uri="{FF2B5EF4-FFF2-40B4-BE49-F238E27FC236}">
                    <a16:creationId xmlns:a16="http://schemas.microsoft.com/office/drawing/2014/main" id="{38F5E782-9024-4B56-B0F5-F16373C7F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9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33 h 2"/>
                  <a:gd name="T4" fmla="*/ 8 w 1"/>
                  <a:gd name="T5" fmla="*/ 20 h 2"/>
                  <a:gd name="T6" fmla="*/ 8 w 1"/>
                  <a:gd name="T7" fmla="*/ 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8" name="Freeform 2474">
                <a:extLst>
                  <a:ext uri="{FF2B5EF4-FFF2-40B4-BE49-F238E27FC236}">
                    <a16:creationId xmlns:a16="http://schemas.microsoft.com/office/drawing/2014/main" id="{633694A0-A966-46C9-BAC4-2C792E36D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8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0 h 2"/>
                  <a:gd name="T4" fmla="*/ 0 w 1"/>
                  <a:gd name="T5" fmla="*/ 20 h 2"/>
                  <a:gd name="T6" fmla="*/ 0 w 1"/>
                  <a:gd name="T7" fmla="*/ 33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9" name="Freeform 2475">
                <a:extLst>
                  <a:ext uri="{FF2B5EF4-FFF2-40B4-BE49-F238E27FC236}">
                    <a16:creationId xmlns:a16="http://schemas.microsoft.com/office/drawing/2014/main" id="{5EF76D52-0736-40D9-9DB0-795633F1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4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0 w 2"/>
                  <a:gd name="T5" fmla="*/ 0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0" name="Freeform 2476">
                <a:extLst>
                  <a:ext uri="{FF2B5EF4-FFF2-40B4-BE49-F238E27FC236}">
                    <a16:creationId xmlns:a16="http://schemas.microsoft.com/office/drawing/2014/main" id="{1A263D35-63C2-42F0-B42C-D024ADCEF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1" name="Freeform 2477">
                <a:extLst>
                  <a:ext uri="{FF2B5EF4-FFF2-40B4-BE49-F238E27FC236}">
                    <a16:creationId xmlns:a16="http://schemas.microsoft.com/office/drawing/2014/main" id="{E6D8716F-F90D-4255-A9AD-FA5D5955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2" name="Freeform 2478">
                <a:extLst>
                  <a:ext uri="{FF2B5EF4-FFF2-40B4-BE49-F238E27FC236}">
                    <a16:creationId xmlns:a16="http://schemas.microsoft.com/office/drawing/2014/main" id="{DD47E0EC-9E47-49A0-85B6-57F6E6D3F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5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33 w 2"/>
                  <a:gd name="T3" fmla="*/ 27 h 2"/>
                  <a:gd name="T4" fmla="*/ 0 w 2"/>
                  <a:gd name="T5" fmla="*/ 27 h 2"/>
                  <a:gd name="T6" fmla="*/ 0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3" name="Freeform 2479">
                <a:extLst>
                  <a:ext uri="{FF2B5EF4-FFF2-40B4-BE49-F238E27FC236}">
                    <a16:creationId xmlns:a16="http://schemas.microsoft.com/office/drawing/2014/main" id="{96C11CCD-40A2-48FA-93CD-0227731FD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5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4" name="Freeform 2480">
                <a:extLst>
                  <a:ext uri="{FF2B5EF4-FFF2-40B4-BE49-F238E27FC236}">
                    <a16:creationId xmlns:a16="http://schemas.microsoft.com/office/drawing/2014/main" id="{22C49BF5-1835-4FEE-A7C8-7593D6EBE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5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5" name="Freeform 2481">
                <a:extLst>
                  <a:ext uri="{FF2B5EF4-FFF2-40B4-BE49-F238E27FC236}">
                    <a16:creationId xmlns:a16="http://schemas.microsoft.com/office/drawing/2014/main" id="{0ED550CA-9978-4BB7-9A43-AC76329F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4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33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6" name="Freeform 2482">
                <a:extLst>
                  <a:ext uri="{FF2B5EF4-FFF2-40B4-BE49-F238E27FC236}">
                    <a16:creationId xmlns:a16="http://schemas.microsoft.com/office/drawing/2014/main" id="{B69700BB-85E0-4326-80DD-5AB68E26E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4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7" name="Freeform 2483">
                <a:extLst>
                  <a:ext uri="{FF2B5EF4-FFF2-40B4-BE49-F238E27FC236}">
                    <a16:creationId xmlns:a16="http://schemas.microsoft.com/office/drawing/2014/main" id="{58F0FDCC-1A6B-4F61-90BD-E631A2D47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4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8" name="Freeform 2484">
                <a:extLst>
                  <a:ext uri="{FF2B5EF4-FFF2-40B4-BE49-F238E27FC236}">
                    <a16:creationId xmlns:a16="http://schemas.microsoft.com/office/drawing/2014/main" id="{F50A397C-A2AF-4E7E-9BC0-C332D314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4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0 w 2"/>
                  <a:gd name="T5" fmla="*/ 20 h 2"/>
                  <a:gd name="T6" fmla="*/ 0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9" name="Freeform 2485">
                <a:extLst>
                  <a:ext uri="{FF2B5EF4-FFF2-40B4-BE49-F238E27FC236}">
                    <a16:creationId xmlns:a16="http://schemas.microsoft.com/office/drawing/2014/main" id="{7BC9FC83-E7B3-4A93-B780-463D93E7E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4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0" name="Freeform 2486">
                <a:extLst>
                  <a:ext uri="{FF2B5EF4-FFF2-40B4-BE49-F238E27FC236}">
                    <a16:creationId xmlns:a16="http://schemas.microsoft.com/office/drawing/2014/main" id="{40A08AB5-F709-43ED-9D1F-039A4ED1D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4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1" name="Oval 2487">
                <a:extLst>
                  <a:ext uri="{FF2B5EF4-FFF2-40B4-BE49-F238E27FC236}">
                    <a16:creationId xmlns:a16="http://schemas.microsoft.com/office/drawing/2014/main" id="{EB1E0BF8-728E-4C79-87BF-8529F8F04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2251"/>
                <a:ext cx="5" cy="6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082" name="Freeform 2488">
                <a:extLst>
                  <a:ext uri="{FF2B5EF4-FFF2-40B4-BE49-F238E27FC236}">
                    <a16:creationId xmlns:a16="http://schemas.microsoft.com/office/drawing/2014/main" id="{C95ECF14-8D43-4CD7-AE6B-3C4D73E04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54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3" name="Freeform 2489">
                <a:extLst>
                  <a:ext uri="{FF2B5EF4-FFF2-40B4-BE49-F238E27FC236}">
                    <a16:creationId xmlns:a16="http://schemas.microsoft.com/office/drawing/2014/main" id="{F2CAAF4C-03CC-4D11-90FA-4DCE35B7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54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4" name="Freeform 2490">
                <a:extLst>
                  <a:ext uri="{FF2B5EF4-FFF2-40B4-BE49-F238E27FC236}">
                    <a16:creationId xmlns:a16="http://schemas.microsoft.com/office/drawing/2014/main" id="{D4992D79-251D-4217-A969-C43205AF5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6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5" name="Freeform 2491">
                <a:extLst>
                  <a:ext uri="{FF2B5EF4-FFF2-40B4-BE49-F238E27FC236}">
                    <a16:creationId xmlns:a16="http://schemas.microsoft.com/office/drawing/2014/main" id="{F8DC0AE1-70FB-49FA-9B83-486E9DB66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70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6" name="Freeform 2492">
                <a:extLst>
                  <a:ext uri="{FF2B5EF4-FFF2-40B4-BE49-F238E27FC236}">
                    <a16:creationId xmlns:a16="http://schemas.microsoft.com/office/drawing/2014/main" id="{11E299BB-1051-403C-9E4C-3DA51F21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70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7" name="Freeform 2493">
                <a:extLst>
                  <a:ext uri="{FF2B5EF4-FFF2-40B4-BE49-F238E27FC236}">
                    <a16:creationId xmlns:a16="http://schemas.microsoft.com/office/drawing/2014/main" id="{CE142FCC-9974-4539-B822-DB57CB2A7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7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33 w 2"/>
                  <a:gd name="T3" fmla="*/ 8 h 1"/>
                  <a:gd name="T4" fmla="*/ 20 w 2"/>
                  <a:gd name="T5" fmla="*/ 0 h 1"/>
                  <a:gd name="T6" fmla="*/ 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8" name="Freeform 2494">
                <a:extLst>
                  <a:ext uri="{FF2B5EF4-FFF2-40B4-BE49-F238E27FC236}">
                    <a16:creationId xmlns:a16="http://schemas.microsoft.com/office/drawing/2014/main" id="{A63424EF-D947-422C-B1D9-51FA0BF35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73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8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9" name="Freeform 2495">
                <a:extLst>
                  <a:ext uri="{FF2B5EF4-FFF2-40B4-BE49-F238E27FC236}">
                    <a16:creationId xmlns:a16="http://schemas.microsoft.com/office/drawing/2014/main" id="{66F8FC2E-F1EB-4518-9137-D3C9CB13A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73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8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0" name="Freeform 2496">
                <a:extLst>
                  <a:ext uri="{FF2B5EF4-FFF2-40B4-BE49-F238E27FC236}">
                    <a16:creationId xmlns:a16="http://schemas.microsoft.com/office/drawing/2014/main" id="{14194DE6-0495-4228-A8DF-1965AC55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6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1" name="Freeform 2497">
                <a:extLst>
                  <a:ext uri="{FF2B5EF4-FFF2-40B4-BE49-F238E27FC236}">
                    <a16:creationId xmlns:a16="http://schemas.microsoft.com/office/drawing/2014/main" id="{4E3E52BD-CC16-4368-8C41-33988576C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6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2" name="Freeform 2498">
                <a:extLst>
                  <a:ext uri="{FF2B5EF4-FFF2-40B4-BE49-F238E27FC236}">
                    <a16:creationId xmlns:a16="http://schemas.microsoft.com/office/drawing/2014/main" id="{FDE7DE4F-41D6-4DA6-991B-89B42CF05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6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3" name="Freeform 2499">
                <a:extLst>
                  <a:ext uri="{FF2B5EF4-FFF2-40B4-BE49-F238E27FC236}">
                    <a16:creationId xmlns:a16="http://schemas.microsoft.com/office/drawing/2014/main" id="{9F407180-BFD4-47FF-8CAF-D6FA4B926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6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33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4" name="Freeform 2500">
                <a:extLst>
                  <a:ext uri="{FF2B5EF4-FFF2-40B4-BE49-F238E27FC236}">
                    <a16:creationId xmlns:a16="http://schemas.microsoft.com/office/drawing/2014/main" id="{2CAFCCE0-058E-404F-BF78-BA5DFDABA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6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5" name="Freeform 2501">
                <a:extLst>
                  <a:ext uri="{FF2B5EF4-FFF2-40B4-BE49-F238E27FC236}">
                    <a16:creationId xmlns:a16="http://schemas.microsoft.com/office/drawing/2014/main" id="{3CB24CAC-E038-4181-B3B6-3F48558E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6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6" name="Freeform 2502">
                <a:extLst>
                  <a:ext uri="{FF2B5EF4-FFF2-40B4-BE49-F238E27FC236}">
                    <a16:creationId xmlns:a16="http://schemas.microsoft.com/office/drawing/2014/main" id="{3584F9F5-81A8-4ECE-A086-D7E43BFAC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6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20 w 2"/>
                  <a:gd name="T5" fmla="*/ 0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7" name="Freeform 2503">
                <a:extLst>
                  <a:ext uri="{FF2B5EF4-FFF2-40B4-BE49-F238E27FC236}">
                    <a16:creationId xmlns:a16="http://schemas.microsoft.com/office/drawing/2014/main" id="{18622491-487E-42DE-B129-548AB1B5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67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8" name="Freeform 2504">
                <a:extLst>
                  <a:ext uri="{FF2B5EF4-FFF2-40B4-BE49-F238E27FC236}">
                    <a16:creationId xmlns:a16="http://schemas.microsoft.com/office/drawing/2014/main" id="{9E2BCF6F-9EA0-4071-A9EC-96267BB96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67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9" name="Freeform 2505">
                <a:extLst>
                  <a:ext uri="{FF2B5EF4-FFF2-40B4-BE49-F238E27FC236}">
                    <a16:creationId xmlns:a16="http://schemas.microsoft.com/office/drawing/2014/main" id="{32130831-4399-4A68-9CFE-E54E797AE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6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0 w 2"/>
                  <a:gd name="T5" fmla="*/ 0 h 2"/>
                  <a:gd name="T6" fmla="*/ 0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0" name="Freeform 2506">
                <a:extLst>
                  <a:ext uri="{FF2B5EF4-FFF2-40B4-BE49-F238E27FC236}">
                    <a16:creationId xmlns:a16="http://schemas.microsoft.com/office/drawing/2014/main" id="{7695959C-6554-4DE2-ABB9-E677FC60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6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1" name="Freeform 2507">
                <a:extLst>
                  <a:ext uri="{FF2B5EF4-FFF2-40B4-BE49-F238E27FC236}">
                    <a16:creationId xmlns:a16="http://schemas.microsoft.com/office/drawing/2014/main" id="{CFA3BEA4-D77B-4AF9-8F85-C9CEBF63A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6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2" name="Freeform 2508">
                <a:extLst>
                  <a:ext uri="{FF2B5EF4-FFF2-40B4-BE49-F238E27FC236}">
                    <a16:creationId xmlns:a16="http://schemas.microsoft.com/office/drawing/2014/main" id="{4240F4D2-0466-44AF-89B2-28E7DE1B8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5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33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3" name="Freeform 2509">
                <a:extLst>
                  <a:ext uri="{FF2B5EF4-FFF2-40B4-BE49-F238E27FC236}">
                    <a16:creationId xmlns:a16="http://schemas.microsoft.com/office/drawing/2014/main" id="{9100FC2F-5363-4C71-91EE-C5E5E64DE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25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4" name="Freeform 2510">
                <a:extLst>
                  <a:ext uri="{FF2B5EF4-FFF2-40B4-BE49-F238E27FC236}">
                    <a16:creationId xmlns:a16="http://schemas.microsoft.com/office/drawing/2014/main" id="{6F464C4B-40D1-478D-8FEF-BC12C322D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25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5" name="Freeform 2511">
                <a:extLst>
                  <a:ext uri="{FF2B5EF4-FFF2-40B4-BE49-F238E27FC236}">
                    <a16:creationId xmlns:a16="http://schemas.microsoft.com/office/drawing/2014/main" id="{5C5B973A-AE0B-4661-91A4-B17865E9D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5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0 h 2"/>
                  <a:gd name="T4" fmla="*/ 20 w 2"/>
                  <a:gd name="T5" fmla="*/ 0 h 2"/>
                  <a:gd name="T6" fmla="*/ 0 w 2"/>
                  <a:gd name="T7" fmla="*/ 54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6" name="Freeform 2512">
                <a:extLst>
                  <a:ext uri="{FF2B5EF4-FFF2-40B4-BE49-F238E27FC236}">
                    <a16:creationId xmlns:a16="http://schemas.microsoft.com/office/drawing/2014/main" id="{DED2C007-A3ED-4D4C-8078-30F08B69D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51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27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7" name="Freeform 2513">
                <a:extLst>
                  <a:ext uri="{FF2B5EF4-FFF2-40B4-BE49-F238E27FC236}">
                    <a16:creationId xmlns:a16="http://schemas.microsoft.com/office/drawing/2014/main" id="{70D28478-F3AA-41DE-9AB3-8CE849EE8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51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27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8" name="Freeform 2514">
                <a:extLst>
                  <a:ext uri="{FF2B5EF4-FFF2-40B4-BE49-F238E27FC236}">
                    <a16:creationId xmlns:a16="http://schemas.microsoft.com/office/drawing/2014/main" id="{0E0FABF8-2729-4841-882D-8C55A460D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24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9" name="Freeform 2515">
                <a:extLst>
                  <a:ext uri="{FF2B5EF4-FFF2-40B4-BE49-F238E27FC236}">
                    <a16:creationId xmlns:a16="http://schemas.microsoft.com/office/drawing/2014/main" id="{BC65B59D-B311-4C99-BC9E-7182F831C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0" name="Freeform 2516">
                <a:extLst>
                  <a:ext uri="{FF2B5EF4-FFF2-40B4-BE49-F238E27FC236}">
                    <a16:creationId xmlns:a16="http://schemas.microsoft.com/office/drawing/2014/main" id="{91B6A8C5-1D82-4C1E-B342-9C3F0C65F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1" name="Freeform 2517">
                <a:extLst>
                  <a:ext uri="{FF2B5EF4-FFF2-40B4-BE49-F238E27FC236}">
                    <a16:creationId xmlns:a16="http://schemas.microsoft.com/office/drawing/2014/main" id="{F7DA6870-5C79-4ABE-B1F1-7F8D38CD7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4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0 w 2"/>
                  <a:gd name="T5" fmla="*/ 0 h 2"/>
                  <a:gd name="T6" fmla="*/ 0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2" name="Freeform 2518">
                <a:extLst>
                  <a:ext uri="{FF2B5EF4-FFF2-40B4-BE49-F238E27FC236}">
                    <a16:creationId xmlns:a16="http://schemas.microsoft.com/office/drawing/2014/main" id="{FEBAE9D8-77AC-4F37-BA9C-04F85B010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43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3" name="Freeform 2519">
                <a:extLst>
                  <a:ext uri="{FF2B5EF4-FFF2-40B4-BE49-F238E27FC236}">
                    <a16:creationId xmlns:a16="http://schemas.microsoft.com/office/drawing/2014/main" id="{57C0C603-FCE0-4541-818A-4F6CECF81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43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4" name="Freeform 2520">
                <a:extLst>
                  <a:ext uri="{FF2B5EF4-FFF2-40B4-BE49-F238E27FC236}">
                    <a16:creationId xmlns:a16="http://schemas.microsoft.com/office/drawing/2014/main" id="{F9F60380-2517-49EB-9108-025661A80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4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0 w 2"/>
                  <a:gd name="T5" fmla="*/ 20 h 2"/>
                  <a:gd name="T6" fmla="*/ 0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5" name="Freeform 2521">
                <a:extLst>
                  <a:ext uri="{FF2B5EF4-FFF2-40B4-BE49-F238E27FC236}">
                    <a16:creationId xmlns:a16="http://schemas.microsoft.com/office/drawing/2014/main" id="{603F6036-4E47-4401-B18C-DB0CD8772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4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6" name="Freeform 2522">
                <a:extLst>
                  <a:ext uri="{FF2B5EF4-FFF2-40B4-BE49-F238E27FC236}">
                    <a16:creationId xmlns:a16="http://schemas.microsoft.com/office/drawing/2014/main" id="{D9AA32A1-F451-4663-8690-C316E19BF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4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7" name="Freeform 2523">
                <a:extLst>
                  <a:ext uri="{FF2B5EF4-FFF2-40B4-BE49-F238E27FC236}">
                    <a16:creationId xmlns:a16="http://schemas.microsoft.com/office/drawing/2014/main" id="{9208CB95-A0AC-49F1-8780-FDECDDFCC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35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27 w 1"/>
                  <a:gd name="T3" fmla="*/ 0 h 2"/>
                  <a:gd name="T4" fmla="*/ 0 w 1"/>
                  <a:gd name="T5" fmla="*/ 0 h 2"/>
                  <a:gd name="T6" fmla="*/ 0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8" name="Freeform 2524">
                <a:extLst>
                  <a:ext uri="{FF2B5EF4-FFF2-40B4-BE49-F238E27FC236}">
                    <a16:creationId xmlns:a16="http://schemas.microsoft.com/office/drawing/2014/main" id="{5812F218-E2F3-4E7A-A875-2677548EE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3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9" name="Freeform 2525">
                <a:extLst>
                  <a:ext uri="{FF2B5EF4-FFF2-40B4-BE49-F238E27FC236}">
                    <a16:creationId xmlns:a16="http://schemas.microsoft.com/office/drawing/2014/main" id="{57068126-520C-4838-8D85-5DEBE2886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3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0" name="Freeform 2526">
                <a:extLst>
                  <a:ext uri="{FF2B5EF4-FFF2-40B4-BE49-F238E27FC236}">
                    <a16:creationId xmlns:a16="http://schemas.microsoft.com/office/drawing/2014/main" id="{8EF866C2-00FC-4031-8C0A-32E1EBB6E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5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1" name="Freeform 2527">
                <a:extLst>
                  <a:ext uri="{FF2B5EF4-FFF2-40B4-BE49-F238E27FC236}">
                    <a16:creationId xmlns:a16="http://schemas.microsoft.com/office/drawing/2014/main" id="{A3A90152-30CF-4309-93B4-A72461D56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5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2" name="Freeform 2528">
                <a:extLst>
                  <a:ext uri="{FF2B5EF4-FFF2-40B4-BE49-F238E27FC236}">
                    <a16:creationId xmlns:a16="http://schemas.microsoft.com/office/drawing/2014/main" id="{C89701C8-0FD7-4ECD-9EC6-7820B4C30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59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8 w 1"/>
                  <a:gd name="T3" fmla="*/ 27 h 2"/>
                  <a:gd name="T4" fmla="*/ 0 w 1"/>
                  <a:gd name="T5" fmla="*/ 27 h 2"/>
                  <a:gd name="T6" fmla="*/ 0 w 1"/>
                  <a:gd name="T7" fmla="*/ 54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3" name="Oval 2529">
                <a:extLst>
                  <a:ext uri="{FF2B5EF4-FFF2-40B4-BE49-F238E27FC236}">
                    <a16:creationId xmlns:a16="http://schemas.microsoft.com/office/drawing/2014/main" id="{9B09EC93-D78F-4A97-9226-B796AF75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2238"/>
                <a:ext cx="3" cy="5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124" name="Freeform 2530">
                <a:extLst>
                  <a:ext uri="{FF2B5EF4-FFF2-40B4-BE49-F238E27FC236}">
                    <a16:creationId xmlns:a16="http://schemas.microsoft.com/office/drawing/2014/main" id="{77310AFD-BCC8-49F1-990D-F6B1099D6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238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5" name="Freeform 2531">
                <a:extLst>
                  <a:ext uri="{FF2B5EF4-FFF2-40B4-BE49-F238E27FC236}">
                    <a16:creationId xmlns:a16="http://schemas.microsoft.com/office/drawing/2014/main" id="{3A7CD2AB-14DC-4806-A92A-5543C1341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238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6" name="Freeform 2532">
                <a:extLst>
                  <a:ext uri="{FF2B5EF4-FFF2-40B4-BE49-F238E27FC236}">
                    <a16:creationId xmlns:a16="http://schemas.microsoft.com/office/drawing/2014/main" id="{519EB688-6292-47AC-A3A4-C234D9A43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241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0 h 2"/>
                  <a:gd name="T4" fmla="*/ 0 w 1"/>
                  <a:gd name="T5" fmla="*/ 20 h 2"/>
                  <a:gd name="T6" fmla="*/ 0 w 1"/>
                  <a:gd name="T7" fmla="*/ 33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7" name="Freeform 2533">
                <a:extLst>
                  <a:ext uri="{FF2B5EF4-FFF2-40B4-BE49-F238E27FC236}">
                    <a16:creationId xmlns:a16="http://schemas.microsoft.com/office/drawing/2014/main" id="{368DDF9C-CC9F-4D93-93CF-9975D0537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241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8" name="Freeform 2534">
                <a:extLst>
                  <a:ext uri="{FF2B5EF4-FFF2-40B4-BE49-F238E27FC236}">
                    <a16:creationId xmlns:a16="http://schemas.microsoft.com/office/drawing/2014/main" id="{DBF907F9-D3E6-4174-8989-266B3BA3A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241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9" name="Oval 2535">
                <a:extLst>
                  <a:ext uri="{FF2B5EF4-FFF2-40B4-BE49-F238E27FC236}">
                    <a16:creationId xmlns:a16="http://schemas.microsoft.com/office/drawing/2014/main" id="{43239F0A-38C7-4E77-9468-6CBD35171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246"/>
                <a:ext cx="1" cy="3"/>
              </a:xfrm>
              <a:prstGeom prst="ellipse">
                <a:avLst/>
              </a:pr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130" name="Freeform 2536">
                <a:extLst>
                  <a:ext uri="{FF2B5EF4-FFF2-40B4-BE49-F238E27FC236}">
                    <a16:creationId xmlns:a16="http://schemas.microsoft.com/office/drawing/2014/main" id="{0A9579B7-0858-4632-9160-3E3F72BBE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4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1" name="Freeform 2537">
                <a:extLst>
                  <a:ext uri="{FF2B5EF4-FFF2-40B4-BE49-F238E27FC236}">
                    <a16:creationId xmlns:a16="http://schemas.microsoft.com/office/drawing/2014/main" id="{1A4DBA33-F8CB-470C-97B5-D7BA49022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24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2" name="Freeform 2538">
                <a:extLst>
                  <a:ext uri="{FF2B5EF4-FFF2-40B4-BE49-F238E27FC236}">
                    <a16:creationId xmlns:a16="http://schemas.microsoft.com/office/drawing/2014/main" id="{5945C2DC-4923-4D19-9602-37B85BD4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6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3" name="Freeform 2539">
                <a:extLst>
                  <a:ext uri="{FF2B5EF4-FFF2-40B4-BE49-F238E27FC236}">
                    <a16:creationId xmlns:a16="http://schemas.microsoft.com/office/drawing/2014/main" id="{DF7964A3-8BED-4559-B4A9-083ED83FC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9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33 h 2"/>
                  <a:gd name="T4" fmla="*/ 8 w 1"/>
                  <a:gd name="T5" fmla="*/ 20 h 2"/>
                  <a:gd name="T6" fmla="*/ 0 w 1"/>
                  <a:gd name="T7" fmla="*/ 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4" name="Freeform 2540">
                <a:extLst>
                  <a:ext uri="{FF2B5EF4-FFF2-40B4-BE49-F238E27FC236}">
                    <a16:creationId xmlns:a16="http://schemas.microsoft.com/office/drawing/2014/main" id="{FC0B423A-7AD9-409C-B915-C5897B5B9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9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5" name="Freeform 2541">
                <a:extLst>
                  <a:ext uri="{FF2B5EF4-FFF2-40B4-BE49-F238E27FC236}">
                    <a16:creationId xmlns:a16="http://schemas.microsoft.com/office/drawing/2014/main" id="{8147A2A1-5E1C-4862-BA3E-04F57ED7B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9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6" name="Freeform 2542">
                <a:extLst>
                  <a:ext uri="{FF2B5EF4-FFF2-40B4-BE49-F238E27FC236}">
                    <a16:creationId xmlns:a16="http://schemas.microsoft.com/office/drawing/2014/main" id="{39BF88A9-373A-44A6-B4A9-F7C3D0F7D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9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7" name="Freeform 2543">
                <a:extLst>
                  <a:ext uri="{FF2B5EF4-FFF2-40B4-BE49-F238E27FC236}">
                    <a16:creationId xmlns:a16="http://schemas.microsoft.com/office/drawing/2014/main" id="{28EF13CA-E56F-4B06-B66C-5B2D5BDE6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9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8" name="Freeform 2544">
                <a:extLst>
                  <a:ext uri="{FF2B5EF4-FFF2-40B4-BE49-F238E27FC236}">
                    <a16:creationId xmlns:a16="http://schemas.microsoft.com/office/drawing/2014/main" id="{C89BE3EC-73F0-4939-8FF4-ECED35501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9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9" name="Freeform 2545">
                <a:extLst>
                  <a:ext uri="{FF2B5EF4-FFF2-40B4-BE49-F238E27FC236}">
                    <a16:creationId xmlns:a16="http://schemas.microsoft.com/office/drawing/2014/main" id="{D8B2DFA2-7D15-4BE5-98E9-942FAB1C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9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33 h 2"/>
                  <a:gd name="T4" fmla="*/ 27 w 1"/>
                  <a:gd name="T5" fmla="*/ 20 h 2"/>
                  <a:gd name="T6" fmla="*/ 0 w 1"/>
                  <a:gd name="T7" fmla="*/ 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0" name="Freeform 2546">
                <a:extLst>
                  <a:ext uri="{FF2B5EF4-FFF2-40B4-BE49-F238E27FC236}">
                    <a16:creationId xmlns:a16="http://schemas.microsoft.com/office/drawing/2014/main" id="{657723DD-834D-4E5A-A3D0-CAF83858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9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1" name="Freeform 2547">
                <a:extLst>
                  <a:ext uri="{FF2B5EF4-FFF2-40B4-BE49-F238E27FC236}">
                    <a16:creationId xmlns:a16="http://schemas.microsoft.com/office/drawing/2014/main" id="{B48C0B56-F6BF-4C55-9F8C-C309CD9E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9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2" name="Freeform 2548">
                <a:extLst>
                  <a:ext uri="{FF2B5EF4-FFF2-40B4-BE49-F238E27FC236}">
                    <a16:creationId xmlns:a16="http://schemas.microsoft.com/office/drawing/2014/main" id="{232209AD-FA9F-41F5-9D62-D3A5E5703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9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33 w 2"/>
                  <a:gd name="T3" fmla="*/ 54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3" name="Freeform 2549">
                <a:extLst>
                  <a:ext uri="{FF2B5EF4-FFF2-40B4-BE49-F238E27FC236}">
                    <a16:creationId xmlns:a16="http://schemas.microsoft.com/office/drawing/2014/main" id="{8041F4A9-3246-4CD9-A080-94724BA6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30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4" name="Freeform 2550">
                <a:extLst>
                  <a:ext uri="{FF2B5EF4-FFF2-40B4-BE49-F238E27FC236}">
                    <a16:creationId xmlns:a16="http://schemas.microsoft.com/office/drawing/2014/main" id="{F1177C65-0875-4F34-AA53-6A6F0F6A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30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5" name="Freeform 2551">
                <a:extLst>
                  <a:ext uri="{FF2B5EF4-FFF2-40B4-BE49-F238E27FC236}">
                    <a16:creationId xmlns:a16="http://schemas.microsoft.com/office/drawing/2014/main" id="{55E13001-9244-42B1-86C0-2BFF6BD17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29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33 w 2"/>
                  <a:gd name="T3" fmla="*/ 33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6" name="Freeform 2552">
                <a:extLst>
                  <a:ext uri="{FF2B5EF4-FFF2-40B4-BE49-F238E27FC236}">
                    <a16:creationId xmlns:a16="http://schemas.microsoft.com/office/drawing/2014/main" id="{1D72EA27-0C92-46C4-903C-1A9B4E2BE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29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8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7" name="Freeform 2553">
                <a:extLst>
                  <a:ext uri="{FF2B5EF4-FFF2-40B4-BE49-F238E27FC236}">
                    <a16:creationId xmlns:a16="http://schemas.microsoft.com/office/drawing/2014/main" id="{7FDD3C7B-E4A6-40B8-A476-6C9FE821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29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8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8" name="Freeform 2554">
                <a:extLst>
                  <a:ext uri="{FF2B5EF4-FFF2-40B4-BE49-F238E27FC236}">
                    <a16:creationId xmlns:a16="http://schemas.microsoft.com/office/drawing/2014/main" id="{A788ACE9-6A1E-4A8C-9850-5BBCAAEEC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29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54 h 2"/>
                  <a:gd name="T4" fmla="*/ 20 w 2"/>
                  <a:gd name="T5" fmla="*/ 27 h 2"/>
                  <a:gd name="T6" fmla="*/ 0 w 2"/>
                  <a:gd name="T7" fmla="*/ 0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1A1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9" name="Freeform 2555">
                <a:extLst>
                  <a:ext uri="{FF2B5EF4-FFF2-40B4-BE49-F238E27FC236}">
                    <a16:creationId xmlns:a16="http://schemas.microsoft.com/office/drawing/2014/main" id="{478938B8-235D-4BBC-97EA-DE4505741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29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801" name="Freeform 2556">
              <a:extLst>
                <a:ext uri="{FF2B5EF4-FFF2-40B4-BE49-F238E27FC236}">
                  <a16:creationId xmlns:a16="http://schemas.microsoft.com/office/drawing/2014/main" id="{3DFD65CC-9E22-4695-B1D2-6A8D2129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299"/>
              <a:ext cx="3" cy="6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54 h 2"/>
                <a:gd name="T4" fmla="*/ 0 w 1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2557">
              <a:extLst>
                <a:ext uri="{FF2B5EF4-FFF2-40B4-BE49-F238E27FC236}">
                  <a16:creationId xmlns:a16="http://schemas.microsoft.com/office/drawing/2014/main" id="{C1026ECB-A8B9-454E-9260-F74AFC1BB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30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54 h 2"/>
                <a:gd name="T4" fmla="*/ 33 w 2"/>
                <a:gd name="T5" fmla="*/ 0 h 2"/>
                <a:gd name="T6" fmla="*/ 20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2558">
              <a:extLst>
                <a:ext uri="{FF2B5EF4-FFF2-40B4-BE49-F238E27FC236}">
                  <a16:creationId xmlns:a16="http://schemas.microsoft.com/office/drawing/2014/main" id="{CBE2B448-59DC-4F10-AB56-6AD0BA5F8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07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2559">
              <a:extLst>
                <a:ext uri="{FF2B5EF4-FFF2-40B4-BE49-F238E27FC236}">
                  <a16:creationId xmlns:a16="http://schemas.microsoft.com/office/drawing/2014/main" id="{80A88014-7F66-4ED5-A63F-C11FE3F2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07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2560">
              <a:extLst>
                <a:ext uri="{FF2B5EF4-FFF2-40B4-BE49-F238E27FC236}">
                  <a16:creationId xmlns:a16="http://schemas.microsoft.com/office/drawing/2014/main" id="{A3B1E48E-544D-4A48-9FB3-97BBE842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99"/>
              <a:ext cx="3" cy="6"/>
            </a:xfrm>
            <a:custGeom>
              <a:avLst/>
              <a:gdLst>
                <a:gd name="T0" fmla="*/ 0 w 1"/>
                <a:gd name="T1" fmla="*/ 27 h 2"/>
                <a:gd name="T2" fmla="*/ 27 w 1"/>
                <a:gd name="T3" fmla="*/ 54 h 2"/>
                <a:gd name="T4" fmla="*/ 27 w 1"/>
                <a:gd name="T5" fmla="*/ 27 h 2"/>
                <a:gd name="T6" fmla="*/ 0 w 1"/>
                <a:gd name="T7" fmla="*/ 0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2561">
              <a:extLst>
                <a:ext uri="{FF2B5EF4-FFF2-40B4-BE49-F238E27FC236}">
                  <a16:creationId xmlns:a16="http://schemas.microsoft.com/office/drawing/2014/main" id="{EA327FA0-23EA-47B7-8A07-B3486AAD8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99"/>
              <a:ext cx="3" cy="6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54 h 2"/>
                <a:gd name="T4" fmla="*/ 0 w 1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2562">
              <a:extLst>
                <a:ext uri="{FF2B5EF4-FFF2-40B4-BE49-F238E27FC236}">
                  <a16:creationId xmlns:a16="http://schemas.microsoft.com/office/drawing/2014/main" id="{CD2A377C-D9D4-474B-AE1F-9C38BFDC5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99"/>
              <a:ext cx="3" cy="6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54 h 2"/>
                <a:gd name="T4" fmla="*/ 0 w 1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2563">
              <a:extLst>
                <a:ext uri="{FF2B5EF4-FFF2-40B4-BE49-F238E27FC236}">
                  <a16:creationId xmlns:a16="http://schemas.microsoft.com/office/drawing/2014/main" id="{CCA6977C-0FAC-41DB-8969-E3D2C8F07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99"/>
              <a:ext cx="3" cy="6"/>
            </a:xfrm>
            <a:custGeom>
              <a:avLst/>
              <a:gdLst>
                <a:gd name="T0" fmla="*/ 0 w 1"/>
                <a:gd name="T1" fmla="*/ 27 h 2"/>
                <a:gd name="T2" fmla="*/ 27 w 1"/>
                <a:gd name="T3" fmla="*/ 54 h 2"/>
                <a:gd name="T4" fmla="*/ 27 w 1"/>
                <a:gd name="T5" fmla="*/ 27 h 2"/>
                <a:gd name="T6" fmla="*/ 0 w 1"/>
                <a:gd name="T7" fmla="*/ 0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2564">
              <a:extLst>
                <a:ext uri="{FF2B5EF4-FFF2-40B4-BE49-F238E27FC236}">
                  <a16:creationId xmlns:a16="http://schemas.microsoft.com/office/drawing/2014/main" id="{41210B5E-932A-4596-AD0F-2EC911F7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9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2565">
              <a:extLst>
                <a:ext uri="{FF2B5EF4-FFF2-40B4-BE49-F238E27FC236}">
                  <a16:creationId xmlns:a16="http://schemas.microsoft.com/office/drawing/2014/main" id="{97C81E68-FD71-4128-9462-BCDCE11C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9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2566">
              <a:extLst>
                <a:ext uri="{FF2B5EF4-FFF2-40B4-BE49-F238E27FC236}">
                  <a16:creationId xmlns:a16="http://schemas.microsoft.com/office/drawing/2014/main" id="{20F3689E-983A-4555-91C3-F6FE91372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305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33 h 2"/>
                <a:gd name="T4" fmla="*/ 27 w 1"/>
                <a:gd name="T5" fmla="*/ 20 h 2"/>
                <a:gd name="T6" fmla="*/ 27 w 1"/>
                <a:gd name="T7" fmla="*/ 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2567">
              <a:extLst>
                <a:ext uri="{FF2B5EF4-FFF2-40B4-BE49-F238E27FC236}">
                  <a16:creationId xmlns:a16="http://schemas.microsoft.com/office/drawing/2014/main" id="{99E59671-62A2-48CC-A281-3F7706C60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305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2568">
              <a:extLst>
                <a:ext uri="{FF2B5EF4-FFF2-40B4-BE49-F238E27FC236}">
                  <a16:creationId xmlns:a16="http://schemas.microsoft.com/office/drawing/2014/main" id="{4AD72BBE-E44D-420F-8647-97343992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305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2569">
              <a:extLst>
                <a:ext uri="{FF2B5EF4-FFF2-40B4-BE49-F238E27FC236}">
                  <a16:creationId xmlns:a16="http://schemas.microsoft.com/office/drawing/2014/main" id="{588B8EB0-DD1A-4B54-AE34-7E0AC29E0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313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33 h 2"/>
                <a:gd name="T4" fmla="*/ 8 w 1"/>
                <a:gd name="T5" fmla="*/ 20 h 2"/>
                <a:gd name="T6" fmla="*/ 0 w 1"/>
                <a:gd name="T7" fmla="*/ 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2570">
              <a:extLst>
                <a:ext uri="{FF2B5EF4-FFF2-40B4-BE49-F238E27FC236}">
                  <a16:creationId xmlns:a16="http://schemas.microsoft.com/office/drawing/2014/main" id="{B5D4694C-B773-43DF-99DC-633913680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313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2571">
              <a:extLst>
                <a:ext uri="{FF2B5EF4-FFF2-40B4-BE49-F238E27FC236}">
                  <a16:creationId xmlns:a16="http://schemas.microsoft.com/office/drawing/2014/main" id="{447617EF-A8F2-42F9-9073-EC3F59609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313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2572">
              <a:extLst>
                <a:ext uri="{FF2B5EF4-FFF2-40B4-BE49-F238E27FC236}">
                  <a16:creationId xmlns:a16="http://schemas.microsoft.com/office/drawing/2014/main" id="{6B70615C-7F70-4BE4-B324-AD7C8419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97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20 h 2"/>
                <a:gd name="T6" fmla="*/ 0 w 2"/>
                <a:gd name="T7" fmla="*/ 0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2573">
              <a:extLst>
                <a:ext uri="{FF2B5EF4-FFF2-40B4-BE49-F238E27FC236}">
                  <a16:creationId xmlns:a16="http://schemas.microsoft.com/office/drawing/2014/main" id="{19DA50BE-8022-4313-947F-C97C47671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97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2574">
              <a:extLst>
                <a:ext uri="{FF2B5EF4-FFF2-40B4-BE49-F238E27FC236}">
                  <a16:creationId xmlns:a16="http://schemas.microsoft.com/office/drawing/2014/main" id="{F41A3B26-0FBF-4883-80B2-A9CFB15CD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97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2575">
              <a:extLst>
                <a:ext uri="{FF2B5EF4-FFF2-40B4-BE49-F238E27FC236}">
                  <a16:creationId xmlns:a16="http://schemas.microsoft.com/office/drawing/2014/main" id="{B8DF2E10-8A4D-4283-BCA9-B49D2D7B6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0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33 h 2"/>
                <a:gd name="T4" fmla="*/ 27 w 1"/>
                <a:gd name="T5" fmla="*/ 20 h 2"/>
                <a:gd name="T6" fmla="*/ 0 w 1"/>
                <a:gd name="T7" fmla="*/ 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2576">
              <a:extLst>
                <a:ext uri="{FF2B5EF4-FFF2-40B4-BE49-F238E27FC236}">
                  <a16:creationId xmlns:a16="http://schemas.microsoft.com/office/drawing/2014/main" id="{18A218C4-1F6E-45CB-9136-6A5EB676C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02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2577">
              <a:extLst>
                <a:ext uri="{FF2B5EF4-FFF2-40B4-BE49-F238E27FC236}">
                  <a16:creationId xmlns:a16="http://schemas.microsoft.com/office/drawing/2014/main" id="{A2441BD2-6C87-469D-849A-11258DA0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02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2578">
              <a:extLst>
                <a:ext uri="{FF2B5EF4-FFF2-40B4-BE49-F238E27FC236}">
                  <a16:creationId xmlns:a16="http://schemas.microsoft.com/office/drawing/2014/main" id="{F3825160-E781-40E4-ADFA-D5B6F7C4D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283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33 w 2"/>
                <a:gd name="T3" fmla="*/ 27 h 2"/>
                <a:gd name="T4" fmla="*/ 33 w 2"/>
                <a:gd name="T5" fmla="*/ 27 h 2"/>
                <a:gd name="T6" fmla="*/ 0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2579">
              <a:extLst>
                <a:ext uri="{FF2B5EF4-FFF2-40B4-BE49-F238E27FC236}">
                  <a16:creationId xmlns:a16="http://schemas.microsoft.com/office/drawing/2014/main" id="{8844E464-1C73-4EC7-BD33-27E18AA1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86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2580">
              <a:extLst>
                <a:ext uri="{FF2B5EF4-FFF2-40B4-BE49-F238E27FC236}">
                  <a16:creationId xmlns:a16="http://schemas.microsoft.com/office/drawing/2014/main" id="{FF7E3209-E4C7-4F88-9D18-531288DBB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86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2581">
              <a:extLst>
                <a:ext uri="{FF2B5EF4-FFF2-40B4-BE49-F238E27FC236}">
                  <a16:creationId xmlns:a16="http://schemas.microsoft.com/office/drawing/2014/main" id="{B7FA3ACD-7011-4E22-BA57-87938521E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289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0 h 2"/>
                <a:gd name="T6" fmla="*/ 0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2582">
              <a:extLst>
                <a:ext uri="{FF2B5EF4-FFF2-40B4-BE49-F238E27FC236}">
                  <a16:creationId xmlns:a16="http://schemas.microsoft.com/office/drawing/2014/main" id="{CA4EE611-F37F-43A2-BFB8-DA2BE16B4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289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2583">
              <a:extLst>
                <a:ext uri="{FF2B5EF4-FFF2-40B4-BE49-F238E27FC236}">
                  <a16:creationId xmlns:a16="http://schemas.microsoft.com/office/drawing/2014/main" id="{46516401-A65E-4A1D-87D4-A925F3CF5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289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2584">
              <a:extLst>
                <a:ext uri="{FF2B5EF4-FFF2-40B4-BE49-F238E27FC236}">
                  <a16:creationId xmlns:a16="http://schemas.microsoft.com/office/drawing/2014/main" id="{B120E7EB-4D47-4403-986D-B679C1FE4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89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33 h 2"/>
                <a:gd name="T4" fmla="*/ 20 w 2"/>
                <a:gd name="T5" fmla="*/ 20 h 2"/>
                <a:gd name="T6" fmla="*/ 0 w 2"/>
                <a:gd name="T7" fmla="*/ 20 h 2"/>
                <a:gd name="T8" fmla="*/ 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2585">
              <a:extLst>
                <a:ext uri="{FF2B5EF4-FFF2-40B4-BE49-F238E27FC236}">
                  <a16:creationId xmlns:a16="http://schemas.microsoft.com/office/drawing/2014/main" id="{FAE96680-A24F-4343-818E-4C43C3753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91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2586">
              <a:extLst>
                <a:ext uri="{FF2B5EF4-FFF2-40B4-BE49-F238E27FC236}">
                  <a16:creationId xmlns:a16="http://schemas.microsoft.com/office/drawing/2014/main" id="{B68827A6-9E0E-4402-9C17-D103AEB7D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91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2587">
              <a:extLst>
                <a:ext uri="{FF2B5EF4-FFF2-40B4-BE49-F238E27FC236}">
                  <a16:creationId xmlns:a16="http://schemas.microsoft.com/office/drawing/2014/main" id="{F23914F5-8953-4279-A362-8C3B7B9C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28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33 w 2"/>
                <a:gd name="T3" fmla="*/ 20 h 2"/>
                <a:gd name="T4" fmla="*/ 20 w 2"/>
                <a:gd name="T5" fmla="*/ 0 h 2"/>
                <a:gd name="T6" fmla="*/ 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2588">
              <a:extLst>
                <a:ext uri="{FF2B5EF4-FFF2-40B4-BE49-F238E27FC236}">
                  <a16:creationId xmlns:a16="http://schemas.microsoft.com/office/drawing/2014/main" id="{018CFDB2-A278-467D-BE94-824850F4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289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8 h 1"/>
                <a:gd name="T4" fmla="*/ 0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2589">
              <a:extLst>
                <a:ext uri="{FF2B5EF4-FFF2-40B4-BE49-F238E27FC236}">
                  <a16:creationId xmlns:a16="http://schemas.microsoft.com/office/drawing/2014/main" id="{C7A28C9B-022C-40F2-A1F7-C53048708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289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8 h 1"/>
                <a:gd name="T4" fmla="*/ 0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2590">
              <a:extLst>
                <a:ext uri="{FF2B5EF4-FFF2-40B4-BE49-F238E27FC236}">
                  <a16:creationId xmlns:a16="http://schemas.microsoft.com/office/drawing/2014/main" id="{70F0C535-07CC-4845-8AE8-C45030231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8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33 w 2"/>
                <a:gd name="T3" fmla="*/ 8 h 1"/>
                <a:gd name="T4" fmla="*/ 20 w 2"/>
                <a:gd name="T5" fmla="*/ 0 h 1"/>
                <a:gd name="T6" fmla="*/ 0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2591">
              <a:extLst>
                <a:ext uri="{FF2B5EF4-FFF2-40B4-BE49-F238E27FC236}">
                  <a16:creationId xmlns:a16="http://schemas.microsoft.com/office/drawing/2014/main" id="{C610E039-B2F9-4D01-84F0-3CB28A2F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7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2592">
              <a:extLst>
                <a:ext uri="{FF2B5EF4-FFF2-40B4-BE49-F238E27FC236}">
                  <a16:creationId xmlns:a16="http://schemas.microsoft.com/office/drawing/2014/main" id="{7ACF4B0D-52FE-4F93-A778-401E8605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27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2593">
              <a:extLst>
                <a:ext uri="{FF2B5EF4-FFF2-40B4-BE49-F238E27FC236}">
                  <a16:creationId xmlns:a16="http://schemas.microsoft.com/office/drawing/2014/main" id="{4607669C-C038-4103-9DB4-5AD4DEBE9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273"/>
              <a:ext cx="3" cy="2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8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2594">
              <a:extLst>
                <a:ext uri="{FF2B5EF4-FFF2-40B4-BE49-F238E27FC236}">
                  <a16:creationId xmlns:a16="http://schemas.microsoft.com/office/drawing/2014/main" id="{B3099F49-7F8B-4C8D-BFCC-2297CCC11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273"/>
              <a:ext cx="3" cy="2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8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2595">
              <a:extLst>
                <a:ext uri="{FF2B5EF4-FFF2-40B4-BE49-F238E27FC236}">
                  <a16:creationId xmlns:a16="http://schemas.microsoft.com/office/drawing/2014/main" id="{BE316625-C3A3-49AB-B85F-8E65815AB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8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2596">
              <a:extLst>
                <a:ext uri="{FF2B5EF4-FFF2-40B4-BE49-F238E27FC236}">
                  <a16:creationId xmlns:a16="http://schemas.microsoft.com/office/drawing/2014/main" id="{40D34523-5795-42CF-930F-76984B954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81"/>
              <a:ext cx="5" cy="2"/>
            </a:xfrm>
            <a:custGeom>
              <a:avLst/>
              <a:gdLst>
                <a:gd name="T0" fmla="*/ 33 w 2"/>
                <a:gd name="T1" fmla="*/ 8 h 1"/>
                <a:gd name="T2" fmla="*/ 0 w 2"/>
                <a:gd name="T3" fmla="*/ 8 h 1"/>
                <a:gd name="T4" fmla="*/ 33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2597">
              <a:extLst>
                <a:ext uri="{FF2B5EF4-FFF2-40B4-BE49-F238E27FC236}">
                  <a16:creationId xmlns:a16="http://schemas.microsoft.com/office/drawing/2014/main" id="{41FC9E46-0D15-4071-AC01-4C9258346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81"/>
              <a:ext cx="5" cy="2"/>
            </a:xfrm>
            <a:custGeom>
              <a:avLst/>
              <a:gdLst>
                <a:gd name="T0" fmla="*/ 33 w 2"/>
                <a:gd name="T1" fmla="*/ 8 h 1"/>
                <a:gd name="T2" fmla="*/ 0 w 2"/>
                <a:gd name="T3" fmla="*/ 8 h 1"/>
                <a:gd name="T4" fmla="*/ 33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2598">
              <a:extLst>
                <a:ext uri="{FF2B5EF4-FFF2-40B4-BE49-F238E27FC236}">
                  <a16:creationId xmlns:a16="http://schemas.microsoft.com/office/drawing/2014/main" id="{0DC677D0-65A6-4E9C-AA2F-BBC0286BD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8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33 h 2"/>
                <a:gd name="T4" fmla="*/ 0 w 2"/>
                <a:gd name="T5" fmla="*/ 2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2599">
              <a:extLst>
                <a:ext uri="{FF2B5EF4-FFF2-40B4-BE49-F238E27FC236}">
                  <a16:creationId xmlns:a16="http://schemas.microsoft.com/office/drawing/2014/main" id="{889EC911-6B00-4587-8798-1EE50AC75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89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2600">
              <a:extLst>
                <a:ext uri="{FF2B5EF4-FFF2-40B4-BE49-F238E27FC236}">
                  <a16:creationId xmlns:a16="http://schemas.microsoft.com/office/drawing/2014/main" id="{A42959AB-20AC-4A6D-81D3-ABA82CCB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89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2601">
              <a:extLst>
                <a:ext uri="{FF2B5EF4-FFF2-40B4-BE49-F238E27FC236}">
                  <a16:creationId xmlns:a16="http://schemas.microsoft.com/office/drawing/2014/main" id="{5F9A8B05-FF77-46D5-BF0E-691A6E1F0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281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2602">
              <a:extLst>
                <a:ext uri="{FF2B5EF4-FFF2-40B4-BE49-F238E27FC236}">
                  <a16:creationId xmlns:a16="http://schemas.microsoft.com/office/drawing/2014/main" id="{CC226285-7931-414B-BB15-32C16CBA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281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2603">
              <a:extLst>
                <a:ext uri="{FF2B5EF4-FFF2-40B4-BE49-F238E27FC236}">
                  <a16:creationId xmlns:a16="http://schemas.microsoft.com/office/drawing/2014/main" id="{87BFE2AA-EA8F-4B4D-9357-EC4171351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281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2604">
              <a:extLst>
                <a:ext uri="{FF2B5EF4-FFF2-40B4-BE49-F238E27FC236}">
                  <a16:creationId xmlns:a16="http://schemas.microsoft.com/office/drawing/2014/main" id="{754882BA-4EAC-4B7E-90E5-287FDB5C5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7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2605">
              <a:extLst>
                <a:ext uri="{FF2B5EF4-FFF2-40B4-BE49-F238E27FC236}">
                  <a16:creationId xmlns:a16="http://schemas.microsoft.com/office/drawing/2014/main" id="{311C4556-3896-43CD-B972-EC59C9E36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70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27 h 1"/>
                <a:gd name="T4" fmla="*/ 33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2606">
              <a:extLst>
                <a:ext uri="{FF2B5EF4-FFF2-40B4-BE49-F238E27FC236}">
                  <a16:creationId xmlns:a16="http://schemas.microsoft.com/office/drawing/2014/main" id="{4A64B092-3680-4DC0-BA54-E01ACB77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70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27 h 1"/>
                <a:gd name="T4" fmla="*/ 33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2607">
              <a:extLst>
                <a:ext uri="{FF2B5EF4-FFF2-40B4-BE49-F238E27FC236}">
                  <a16:creationId xmlns:a16="http://schemas.microsoft.com/office/drawing/2014/main" id="{04C71F91-FEEF-4F55-9DA7-518B662ED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275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2608">
              <a:extLst>
                <a:ext uri="{FF2B5EF4-FFF2-40B4-BE49-F238E27FC236}">
                  <a16:creationId xmlns:a16="http://schemas.microsoft.com/office/drawing/2014/main" id="{C71F6056-8FFF-4E0C-A36E-B630E28B0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275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27 h 1"/>
                <a:gd name="T4" fmla="*/ 33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2609">
              <a:extLst>
                <a:ext uri="{FF2B5EF4-FFF2-40B4-BE49-F238E27FC236}">
                  <a16:creationId xmlns:a16="http://schemas.microsoft.com/office/drawing/2014/main" id="{05BD0F26-BAC2-49C1-BD1B-0D47123BF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275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27 h 1"/>
                <a:gd name="T4" fmla="*/ 33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2610">
              <a:extLst>
                <a:ext uri="{FF2B5EF4-FFF2-40B4-BE49-F238E27FC236}">
                  <a16:creationId xmlns:a16="http://schemas.microsoft.com/office/drawing/2014/main" id="{97B3F847-6B19-41BC-8951-128164736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275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2611">
              <a:extLst>
                <a:ext uri="{FF2B5EF4-FFF2-40B4-BE49-F238E27FC236}">
                  <a16:creationId xmlns:a16="http://schemas.microsoft.com/office/drawing/2014/main" id="{2C660C8D-1790-4C43-8D45-E4697285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27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2612">
              <a:extLst>
                <a:ext uri="{FF2B5EF4-FFF2-40B4-BE49-F238E27FC236}">
                  <a16:creationId xmlns:a16="http://schemas.microsoft.com/office/drawing/2014/main" id="{2F955DD0-30AA-4E62-9733-0D71BCD12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27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2613">
              <a:extLst>
                <a:ext uri="{FF2B5EF4-FFF2-40B4-BE49-F238E27FC236}">
                  <a16:creationId xmlns:a16="http://schemas.microsoft.com/office/drawing/2014/main" id="{EF9C70A5-2731-4686-962A-AD6135429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265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2614">
              <a:extLst>
                <a:ext uri="{FF2B5EF4-FFF2-40B4-BE49-F238E27FC236}">
                  <a16:creationId xmlns:a16="http://schemas.microsoft.com/office/drawing/2014/main" id="{1819B74E-3578-4BA2-9D45-4914DF8FD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265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20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2615">
              <a:extLst>
                <a:ext uri="{FF2B5EF4-FFF2-40B4-BE49-F238E27FC236}">
                  <a16:creationId xmlns:a16="http://schemas.microsoft.com/office/drawing/2014/main" id="{72C828AF-D48E-45A0-82E7-D83222A4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265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20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2616">
              <a:extLst>
                <a:ext uri="{FF2B5EF4-FFF2-40B4-BE49-F238E27FC236}">
                  <a16:creationId xmlns:a16="http://schemas.microsoft.com/office/drawing/2014/main" id="{5374A354-E247-4C02-95D9-014DD5434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25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0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2617">
              <a:extLst>
                <a:ext uri="{FF2B5EF4-FFF2-40B4-BE49-F238E27FC236}">
                  <a16:creationId xmlns:a16="http://schemas.microsoft.com/office/drawing/2014/main" id="{F4DA7621-B78A-4B6A-8177-49B8CC733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259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27 h 1"/>
                <a:gd name="T4" fmla="*/ 33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2618">
              <a:extLst>
                <a:ext uri="{FF2B5EF4-FFF2-40B4-BE49-F238E27FC236}">
                  <a16:creationId xmlns:a16="http://schemas.microsoft.com/office/drawing/2014/main" id="{417DCC20-6085-4680-86F1-72F2BADA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259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27 h 1"/>
                <a:gd name="T4" fmla="*/ 33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2619">
              <a:extLst>
                <a:ext uri="{FF2B5EF4-FFF2-40B4-BE49-F238E27FC236}">
                  <a16:creationId xmlns:a16="http://schemas.microsoft.com/office/drawing/2014/main" id="{BF676B76-BBD6-4420-8085-DC8CF5F7E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270"/>
              <a:ext cx="8" cy="3"/>
            </a:xfrm>
            <a:custGeom>
              <a:avLst/>
              <a:gdLst>
                <a:gd name="T0" fmla="*/ 35 w 3"/>
                <a:gd name="T1" fmla="*/ 27 h 1"/>
                <a:gd name="T2" fmla="*/ 21 w 3"/>
                <a:gd name="T3" fmla="*/ 27 h 1"/>
                <a:gd name="T4" fmla="*/ 21 w 3"/>
                <a:gd name="T5" fmla="*/ 0 h 1"/>
                <a:gd name="T6" fmla="*/ 35 w 3"/>
                <a:gd name="T7" fmla="*/ 0 h 1"/>
                <a:gd name="T8" fmla="*/ 35 w 3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2620">
              <a:extLst>
                <a:ext uri="{FF2B5EF4-FFF2-40B4-BE49-F238E27FC236}">
                  <a16:creationId xmlns:a16="http://schemas.microsoft.com/office/drawing/2014/main" id="{73ACAD2A-17BB-4976-826E-B0EF9E92F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270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2621">
              <a:extLst>
                <a:ext uri="{FF2B5EF4-FFF2-40B4-BE49-F238E27FC236}">
                  <a16:creationId xmlns:a16="http://schemas.microsoft.com/office/drawing/2014/main" id="{382260B7-FCBA-49CC-8DC8-4C47C7C0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270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2622">
              <a:extLst>
                <a:ext uri="{FF2B5EF4-FFF2-40B4-BE49-F238E27FC236}">
                  <a16:creationId xmlns:a16="http://schemas.microsoft.com/office/drawing/2014/main" id="{6A82295E-1970-4353-B688-BA49249D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26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2623">
              <a:extLst>
                <a:ext uri="{FF2B5EF4-FFF2-40B4-BE49-F238E27FC236}">
                  <a16:creationId xmlns:a16="http://schemas.microsoft.com/office/drawing/2014/main" id="{CCBC1205-8F46-4088-A4EC-E77EB4E1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262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2624">
              <a:extLst>
                <a:ext uri="{FF2B5EF4-FFF2-40B4-BE49-F238E27FC236}">
                  <a16:creationId xmlns:a16="http://schemas.microsoft.com/office/drawing/2014/main" id="{00732BCB-7AD3-4C86-871D-2E4932DD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26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2625">
              <a:extLst>
                <a:ext uri="{FF2B5EF4-FFF2-40B4-BE49-F238E27FC236}">
                  <a16:creationId xmlns:a16="http://schemas.microsoft.com/office/drawing/2014/main" id="{6E2F486C-B869-4175-B7B0-23D19EAC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27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2626">
              <a:extLst>
                <a:ext uri="{FF2B5EF4-FFF2-40B4-BE49-F238E27FC236}">
                  <a16:creationId xmlns:a16="http://schemas.microsoft.com/office/drawing/2014/main" id="{A7355969-6934-4BCD-9751-6E315C8C4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291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2627">
              <a:extLst>
                <a:ext uri="{FF2B5EF4-FFF2-40B4-BE49-F238E27FC236}">
                  <a16:creationId xmlns:a16="http://schemas.microsoft.com/office/drawing/2014/main" id="{4F324A23-76E6-4855-A172-7EE142809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28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2628">
              <a:extLst>
                <a:ext uri="{FF2B5EF4-FFF2-40B4-BE49-F238E27FC236}">
                  <a16:creationId xmlns:a16="http://schemas.microsoft.com/office/drawing/2014/main" id="{1422F3FB-325C-4F8D-9865-2BD4B13A6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278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27 h 1"/>
                <a:gd name="T4" fmla="*/ 20 w 2"/>
                <a:gd name="T5" fmla="*/ 0 h 1"/>
                <a:gd name="T6" fmla="*/ 0 w 2"/>
                <a:gd name="T7" fmla="*/ 0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2629">
              <a:extLst>
                <a:ext uri="{FF2B5EF4-FFF2-40B4-BE49-F238E27FC236}">
                  <a16:creationId xmlns:a16="http://schemas.microsoft.com/office/drawing/2014/main" id="{6394D638-5153-4FF8-B54F-579E8823F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27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2630">
              <a:extLst>
                <a:ext uri="{FF2B5EF4-FFF2-40B4-BE49-F238E27FC236}">
                  <a16:creationId xmlns:a16="http://schemas.microsoft.com/office/drawing/2014/main" id="{AE2EEBCE-9D9B-4C79-89BB-0CD076093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27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2631">
              <a:extLst>
                <a:ext uri="{FF2B5EF4-FFF2-40B4-BE49-F238E27FC236}">
                  <a16:creationId xmlns:a16="http://schemas.microsoft.com/office/drawing/2014/main" id="{9CC396F9-8968-4F00-B33C-BABF5DC8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27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33 w 2"/>
                <a:gd name="T3" fmla="*/ 20 h 2"/>
                <a:gd name="T4" fmla="*/ 20 w 2"/>
                <a:gd name="T5" fmla="*/ 0 h 2"/>
                <a:gd name="T6" fmla="*/ 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2632">
              <a:extLst>
                <a:ext uri="{FF2B5EF4-FFF2-40B4-BE49-F238E27FC236}">
                  <a16:creationId xmlns:a16="http://schemas.microsoft.com/office/drawing/2014/main" id="{807EEA45-2AFF-4398-B3E5-37F198BD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28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2633">
              <a:extLst>
                <a:ext uri="{FF2B5EF4-FFF2-40B4-BE49-F238E27FC236}">
                  <a16:creationId xmlns:a16="http://schemas.microsoft.com/office/drawing/2014/main" id="{834A58C5-FA46-47E0-BAFF-FFA8D8C8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28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2634">
              <a:extLst>
                <a:ext uri="{FF2B5EF4-FFF2-40B4-BE49-F238E27FC236}">
                  <a16:creationId xmlns:a16="http://schemas.microsoft.com/office/drawing/2014/main" id="{63A3FA86-FECB-4EE7-815A-233C0E99C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27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33 w 2"/>
                <a:gd name="T3" fmla="*/ 20 h 2"/>
                <a:gd name="T4" fmla="*/ 20 w 2"/>
                <a:gd name="T5" fmla="*/ 0 h 2"/>
                <a:gd name="T6" fmla="*/ 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2635">
              <a:extLst>
                <a:ext uri="{FF2B5EF4-FFF2-40B4-BE49-F238E27FC236}">
                  <a16:creationId xmlns:a16="http://schemas.microsoft.com/office/drawing/2014/main" id="{7B1A680D-28BD-41F9-83B7-49A27B1A8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28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2636">
              <a:extLst>
                <a:ext uri="{FF2B5EF4-FFF2-40B4-BE49-F238E27FC236}">
                  <a16:creationId xmlns:a16="http://schemas.microsoft.com/office/drawing/2014/main" id="{DAFE5334-F3CC-4B4E-811B-3BD9904AD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28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2637">
              <a:extLst>
                <a:ext uri="{FF2B5EF4-FFF2-40B4-BE49-F238E27FC236}">
                  <a16:creationId xmlns:a16="http://schemas.microsoft.com/office/drawing/2014/main" id="{AD0D72FA-AE05-4010-A58E-DFE0B3966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283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33 w 2"/>
                <a:gd name="T3" fmla="*/ 27 h 2"/>
                <a:gd name="T4" fmla="*/ 20 w 2"/>
                <a:gd name="T5" fmla="*/ 27 h 2"/>
                <a:gd name="T6" fmla="*/ 0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2638">
              <a:extLst>
                <a:ext uri="{FF2B5EF4-FFF2-40B4-BE49-F238E27FC236}">
                  <a16:creationId xmlns:a16="http://schemas.microsoft.com/office/drawing/2014/main" id="{1AC04599-B69F-407B-B257-A637CEAA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286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2639">
              <a:extLst>
                <a:ext uri="{FF2B5EF4-FFF2-40B4-BE49-F238E27FC236}">
                  <a16:creationId xmlns:a16="http://schemas.microsoft.com/office/drawing/2014/main" id="{1D5F8529-3708-4D6C-9EF0-018B381B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286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2640">
              <a:extLst>
                <a:ext uri="{FF2B5EF4-FFF2-40B4-BE49-F238E27FC236}">
                  <a16:creationId xmlns:a16="http://schemas.microsoft.com/office/drawing/2014/main" id="{4FDD2B78-CF75-492C-A76C-CE9D2E8D5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283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33 w 2"/>
                <a:gd name="T3" fmla="*/ 54 h 2"/>
                <a:gd name="T4" fmla="*/ 33 w 2"/>
                <a:gd name="T5" fmla="*/ 27 h 2"/>
                <a:gd name="T6" fmla="*/ 20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2641">
              <a:extLst>
                <a:ext uri="{FF2B5EF4-FFF2-40B4-BE49-F238E27FC236}">
                  <a16:creationId xmlns:a16="http://schemas.microsoft.com/office/drawing/2014/main" id="{A3072F5C-7672-48C0-88A0-81ED1FC88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28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2642">
              <a:extLst>
                <a:ext uri="{FF2B5EF4-FFF2-40B4-BE49-F238E27FC236}">
                  <a16:creationId xmlns:a16="http://schemas.microsoft.com/office/drawing/2014/main" id="{ABE34DF6-DA20-4E1B-9AE5-87C157F7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28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2643">
              <a:extLst>
                <a:ext uri="{FF2B5EF4-FFF2-40B4-BE49-F238E27FC236}">
                  <a16:creationId xmlns:a16="http://schemas.microsoft.com/office/drawing/2014/main" id="{976B9BFE-B16D-4346-9F22-DE78BDA57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222"/>
              <a:ext cx="223" cy="179"/>
            </a:xfrm>
            <a:custGeom>
              <a:avLst/>
              <a:gdLst>
                <a:gd name="T0" fmla="*/ 629 w 89"/>
                <a:gd name="T1" fmla="*/ 1050 h 67"/>
                <a:gd name="T2" fmla="*/ 1288 w 89"/>
                <a:gd name="T3" fmla="*/ 379 h 67"/>
                <a:gd name="T4" fmla="*/ 1150 w 89"/>
                <a:gd name="T5" fmla="*/ 0 h 67"/>
                <a:gd name="T6" fmla="*/ 1275 w 89"/>
                <a:gd name="T7" fmla="*/ 264 h 67"/>
                <a:gd name="T8" fmla="*/ 804 w 89"/>
                <a:gd name="T9" fmla="*/ 1106 h 67"/>
                <a:gd name="T10" fmla="*/ 33 w 89"/>
                <a:gd name="T11" fmla="*/ 799 h 67"/>
                <a:gd name="T12" fmla="*/ 0 w 89"/>
                <a:gd name="T13" fmla="*/ 606 h 67"/>
                <a:gd name="T14" fmla="*/ 0 w 89"/>
                <a:gd name="T15" fmla="*/ 606 h 67"/>
                <a:gd name="T16" fmla="*/ 629 w 89"/>
                <a:gd name="T17" fmla="*/ 105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67">
                  <a:moveTo>
                    <a:pt x="40" y="55"/>
                  </a:moveTo>
                  <a:cubicBezTo>
                    <a:pt x="61" y="53"/>
                    <a:pt x="83" y="38"/>
                    <a:pt x="82" y="20"/>
                  </a:cubicBezTo>
                  <a:cubicBezTo>
                    <a:pt x="81" y="13"/>
                    <a:pt x="78" y="6"/>
                    <a:pt x="73" y="0"/>
                  </a:cubicBezTo>
                  <a:cubicBezTo>
                    <a:pt x="76" y="2"/>
                    <a:pt x="79" y="7"/>
                    <a:pt x="81" y="14"/>
                  </a:cubicBezTo>
                  <a:cubicBezTo>
                    <a:pt x="89" y="34"/>
                    <a:pt x="73" y="51"/>
                    <a:pt x="51" y="58"/>
                  </a:cubicBezTo>
                  <a:cubicBezTo>
                    <a:pt x="26" y="67"/>
                    <a:pt x="4" y="49"/>
                    <a:pt x="2" y="42"/>
                  </a:cubicBezTo>
                  <a:cubicBezTo>
                    <a:pt x="1" y="39"/>
                    <a:pt x="0" y="36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5" y="47"/>
                    <a:pt x="21" y="57"/>
                    <a:pt x="40" y="55"/>
                  </a:cubicBezTo>
                  <a:close/>
                </a:path>
              </a:pathLst>
            </a:custGeom>
            <a:solidFill>
              <a:srgbClr val="D69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2644">
              <a:extLst>
                <a:ext uri="{FF2B5EF4-FFF2-40B4-BE49-F238E27FC236}">
                  <a16:creationId xmlns:a16="http://schemas.microsoft.com/office/drawing/2014/main" id="{E120D79E-D838-43BC-BE65-C22DB5744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083"/>
              <a:ext cx="35" cy="91"/>
            </a:xfrm>
            <a:custGeom>
              <a:avLst/>
              <a:gdLst>
                <a:gd name="T0" fmla="*/ 113 w 14"/>
                <a:gd name="T1" fmla="*/ 0 h 34"/>
                <a:gd name="T2" fmla="*/ 113 w 14"/>
                <a:gd name="T3" fmla="*/ 252 h 34"/>
                <a:gd name="T4" fmla="*/ 33 w 14"/>
                <a:gd name="T5" fmla="*/ 423 h 34"/>
                <a:gd name="T6" fmla="*/ 158 w 14"/>
                <a:gd name="T7" fmla="*/ 653 h 34"/>
                <a:gd name="T8" fmla="*/ 188 w 14"/>
                <a:gd name="T9" fmla="*/ 367 h 34"/>
                <a:gd name="T10" fmla="*/ 145 w 14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4">
                  <a:moveTo>
                    <a:pt x="7" y="0"/>
                  </a:moveTo>
                  <a:cubicBezTo>
                    <a:pt x="8" y="4"/>
                    <a:pt x="8" y="9"/>
                    <a:pt x="7" y="13"/>
                  </a:cubicBezTo>
                  <a:cubicBezTo>
                    <a:pt x="6" y="17"/>
                    <a:pt x="4" y="19"/>
                    <a:pt x="2" y="22"/>
                  </a:cubicBezTo>
                  <a:cubicBezTo>
                    <a:pt x="0" y="28"/>
                    <a:pt x="3" y="33"/>
                    <a:pt x="10" y="34"/>
                  </a:cubicBezTo>
                  <a:cubicBezTo>
                    <a:pt x="2" y="26"/>
                    <a:pt x="10" y="27"/>
                    <a:pt x="12" y="19"/>
                  </a:cubicBezTo>
                  <a:cubicBezTo>
                    <a:pt x="14" y="12"/>
                    <a:pt x="9" y="6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2645">
              <a:extLst>
                <a:ext uri="{FF2B5EF4-FFF2-40B4-BE49-F238E27FC236}">
                  <a16:creationId xmlns:a16="http://schemas.microsoft.com/office/drawing/2014/main" id="{AB1796C1-7DA2-4ED8-9A57-6C4AB429A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193"/>
              <a:ext cx="85" cy="66"/>
            </a:xfrm>
            <a:custGeom>
              <a:avLst/>
              <a:gdLst>
                <a:gd name="T0" fmla="*/ 0 w 34"/>
                <a:gd name="T1" fmla="*/ 459 h 25"/>
                <a:gd name="T2" fmla="*/ 533 w 34"/>
                <a:gd name="T3" fmla="*/ 0 h 25"/>
                <a:gd name="T4" fmla="*/ 425 w 34"/>
                <a:gd name="T5" fmla="*/ 182 h 25"/>
                <a:gd name="T6" fmla="*/ 145 w 34"/>
                <a:gd name="T7" fmla="*/ 20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5">
                  <a:moveTo>
                    <a:pt x="0" y="25"/>
                  </a:moveTo>
                  <a:cubicBezTo>
                    <a:pt x="2" y="6"/>
                    <a:pt x="16" y="0"/>
                    <a:pt x="34" y="0"/>
                  </a:cubicBezTo>
                  <a:cubicBezTo>
                    <a:pt x="29" y="1"/>
                    <a:pt x="24" y="5"/>
                    <a:pt x="27" y="10"/>
                  </a:cubicBezTo>
                  <a:cubicBezTo>
                    <a:pt x="20" y="4"/>
                    <a:pt x="17" y="10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2646">
              <a:extLst>
                <a:ext uri="{FF2B5EF4-FFF2-40B4-BE49-F238E27FC236}">
                  <a16:creationId xmlns:a16="http://schemas.microsoft.com/office/drawing/2014/main" id="{18128CF8-D6A8-4AB9-8070-C44797A7D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379"/>
              <a:ext cx="45" cy="126"/>
            </a:xfrm>
            <a:custGeom>
              <a:avLst/>
              <a:gdLst>
                <a:gd name="T0" fmla="*/ 283 w 18"/>
                <a:gd name="T1" fmla="*/ 0 h 47"/>
                <a:gd name="T2" fmla="*/ 20 w 18"/>
                <a:gd name="T3" fmla="*/ 424 h 47"/>
                <a:gd name="T4" fmla="*/ 220 w 18"/>
                <a:gd name="T5" fmla="*/ 906 h 47"/>
                <a:gd name="T6" fmla="*/ 238 w 18"/>
                <a:gd name="T7" fmla="*/ 9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7">
                  <a:moveTo>
                    <a:pt x="18" y="0"/>
                  </a:moveTo>
                  <a:cubicBezTo>
                    <a:pt x="10" y="8"/>
                    <a:pt x="3" y="10"/>
                    <a:pt x="1" y="22"/>
                  </a:cubicBezTo>
                  <a:cubicBezTo>
                    <a:pt x="0" y="32"/>
                    <a:pt x="4" y="42"/>
                    <a:pt x="14" y="47"/>
                  </a:cubicBezTo>
                  <a:cubicBezTo>
                    <a:pt x="5" y="38"/>
                    <a:pt x="1" y="11"/>
                    <a:pt x="1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2647">
              <a:extLst>
                <a:ext uri="{FF2B5EF4-FFF2-40B4-BE49-F238E27FC236}">
                  <a16:creationId xmlns:a16="http://schemas.microsoft.com/office/drawing/2014/main" id="{5CC3A155-F15A-4ABC-BA7D-C5A622F71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731"/>
              <a:ext cx="60" cy="102"/>
            </a:xfrm>
            <a:custGeom>
              <a:avLst/>
              <a:gdLst>
                <a:gd name="T0" fmla="*/ 375 w 24"/>
                <a:gd name="T1" fmla="*/ 0 h 38"/>
                <a:gd name="T2" fmla="*/ 113 w 24"/>
                <a:gd name="T3" fmla="*/ 735 h 38"/>
                <a:gd name="T4" fmla="*/ 363 w 24"/>
                <a:gd name="T5" fmla="*/ 2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24" y="0"/>
                  </a:moveTo>
                  <a:cubicBezTo>
                    <a:pt x="11" y="7"/>
                    <a:pt x="0" y="23"/>
                    <a:pt x="7" y="38"/>
                  </a:cubicBezTo>
                  <a:cubicBezTo>
                    <a:pt x="5" y="28"/>
                    <a:pt x="15" y="8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2648">
              <a:extLst>
                <a:ext uri="{FF2B5EF4-FFF2-40B4-BE49-F238E27FC236}">
                  <a16:creationId xmlns:a16="http://schemas.microsoft.com/office/drawing/2014/main" id="{E80CC94D-CBED-4738-9C88-5730CEB68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19"/>
              <a:ext cx="275" cy="288"/>
            </a:xfrm>
            <a:custGeom>
              <a:avLst/>
              <a:gdLst>
                <a:gd name="T0" fmla="*/ 1175 w 110"/>
                <a:gd name="T1" fmla="*/ 171 h 108"/>
                <a:gd name="T2" fmla="*/ 1550 w 110"/>
                <a:gd name="T3" fmla="*/ 1400 h 108"/>
                <a:gd name="T4" fmla="*/ 458 w 110"/>
                <a:gd name="T5" fmla="*/ 1843 h 108"/>
                <a:gd name="T6" fmla="*/ 208 w 110"/>
                <a:gd name="T7" fmla="*/ 589 h 108"/>
                <a:gd name="T8" fmla="*/ 1175 w 110"/>
                <a:gd name="T9" fmla="*/ 17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8">
                  <a:moveTo>
                    <a:pt x="75" y="9"/>
                  </a:moveTo>
                  <a:cubicBezTo>
                    <a:pt x="98" y="18"/>
                    <a:pt x="110" y="47"/>
                    <a:pt x="99" y="74"/>
                  </a:cubicBezTo>
                  <a:cubicBezTo>
                    <a:pt x="88" y="101"/>
                    <a:pt x="55" y="108"/>
                    <a:pt x="29" y="97"/>
                  </a:cubicBezTo>
                  <a:cubicBezTo>
                    <a:pt x="3" y="85"/>
                    <a:pt x="0" y="53"/>
                    <a:pt x="13" y="31"/>
                  </a:cubicBezTo>
                  <a:cubicBezTo>
                    <a:pt x="22" y="15"/>
                    <a:pt x="52" y="0"/>
                    <a:pt x="7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2649">
              <a:extLst>
                <a:ext uri="{FF2B5EF4-FFF2-40B4-BE49-F238E27FC236}">
                  <a16:creationId xmlns:a16="http://schemas.microsoft.com/office/drawing/2014/main" id="{344EEA66-55C7-4D00-BB54-1AFB52D60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69"/>
              <a:ext cx="248" cy="160"/>
            </a:xfrm>
            <a:custGeom>
              <a:avLst/>
              <a:gdLst>
                <a:gd name="T0" fmla="*/ 1475 w 99"/>
                <a:gd name="T1" fmla="*/ 341 h 60"/>
                <a:gd name="T2" fmla="*/ 376 w 99"/>
                <a:gd name="T3" fmla="*/ 776 h 60"/>
                <a:gd name="T4" fmla="*/ 20 w 99"/>
                <a:gd name="T5" fmla="*/ 115 h 60"/>
                <a:gd name="T6" fmla="*/ 376 w 99"/>
                <a:gd name="T7" fmla="*/ 909 h 60"/>
                <a:gd name="T8" fmla="*/ 1475 w 99"/>
                <a:gd name="T9" fmla="*/ 477 h 60"/>
                <a:gd name="T10" fmla="*/ 1538 w 99"/>
                <a:gd name="T11" fmla="*/ 0 h 60"/>
                <a:gd name="T12" fmla="*/ 1475 w 99"/>
                <a:gd name="T13" fmla="*/ 34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60">
                  <a:moveTo>
                    <a:pt x="94" y="18"/>
                  </a:moveTo>
                  <a:cubicBezTo>
                    <a:pt x="83" y="45"/>
                    <a:pt x="50" y="52"/>
                    <a:pt x="24" y="41"/>
                  </a:cubicBezTo>
                  <a:cubicBezTo>
                    <a:pt x="9" y="34"/>
                    <a:pt x="2" y="21"/>
                    <a:pt x="1" y="6"/>
                  </a:cubicBezTo>
                  <a:cubicBezTo>
                    <a:pt x="0" y="23"/>
                    <a:pt x="7" y="41"/>
                    <a:pt x="24" y="48"/>
                  </a:cubicBezTo>
                  <a:cubicBezTo>
                    <a:pt x="50" y="60"/>
                    <a:pt x="83" y="52"/>
                    <a:pt x="94" y="25"/>
                  </a:cubicBezTo>
                  <a:cubicBezTo>
                    <a:pt x="98" y="17"/>
                    <a:pt x="99" y="8"/>
                    <a:pt x="98" y="0"/>
                  </a:cubicBezTo>
                  <a:cubicBezTo>
                    <a:pt x="98" y="6"/>
                    <a:pt x="97" y="12"/>
                    <a:pt x="94" y="18"/>
                  </a:cubicBezTo>
                  <a:close/>
                </a:path>
              </a:pathLst>
            </a:custGeom>
            <a:solidFill>
              <a:srgbClr val="FAC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2650">
              <a:extLst>
                <a:ext uri="{FF2B5EF4-FFF2-40B4-BE49-F238E27FC236}">
                  <a16:creationId xmlns:a16="http://schemas.microsoft.com/office/drawing/2014/main" id="{1EA91149-1FF7-4410-9E4E-6732FDB34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059"/>
              <a:ext cx="207" cy="208"/>
            </a:xfrm>
            <a:custGeom>
              <a:avLst/>
              <a:gdLst>
                <a:gd name="T0" fmla="*/ 187 w 83"/>
                <a:gd name="T1" fmla="*/ 307 h 78"/>
                <a:gd name="T2" fmla="*/ 30 w 83"/>
                <a:gd name="T3" fmla="*/ 683 h 78"/>
                <a:gd name="T4" fmla="*/ 42 w 83"/>
                <a:gd name="T5" fmla="*/ 1080 h 78"/>
                <a:gd name="T6" fmla="*/ 529 w 83"/>
                <a:gd name="T7" fmla="*/ 1443 h 78"/>
                <a:gd name="T8" fmla="*/ 995 w 83"/>
                <a:gd name="T9" fmla="*/ 1309 h 78"/>
                <a:gd name="T10" fmla="*/ 1195 w 83"/>
                <a:gd name="T11" fmla="*/ 376 h 78"/>
                <a:gd name="T12" fmla="*/ 915 w 83"/>
                <a:gd name="T13" fmla="*/ 56 h 78"/>
                <a:gd name="T14" fmla="*/ 571 w 83"/>
                <a:gd name="T15" fmla="*/ 21 h 78"/>
                <a:gd name="T16" fmla="*/ 187 w 83"/>
                <a:gd name="T17" fmla="*/ 307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78">
                  <a:moveTo>
                    <a:pt x="12" y="16"/>
                  </a:moveTo>
                  <a:cubicBezTo>
                    <a:pt x="8" y="21"/>
                    <a:pt x="6" y="25"/>
                    <a:pt x="2" y="36"/>
                  </a:cubicBezTo>
                  <a:cubicBezTo>
                    <a:pt x="0" y="44"/>
                    <a:pt x="2" y="49"/>
                    <a:pt x="3" y="57"/>
                  </a:cubicBezTo>
                  <a:cubicBezTo>
                    <a:pt x="6" y="73"/>
                    <a:pt x="20" y="73"/>
                    <a:pt x="34" y="76"/>
                  </a:cubicBezTo>
                  <a:cubicBezTo>
                    <a:pt x="47" y="78"/>
                    <a:pt x="52" y="76"/>
                    <a:pt x="64" y="69"/>
                  </a:cubicBezTo>
                  <a:cubicBezTo>
                    <a:pt x="79" y="59"/>
                    <a:pt x="83" y="34"/>
                    <a:pt x="77" y="20"/>
                  </a:cubicBezTo>
                  <a:cubicBezTo>
                    <a:pt x="73" y="13"/>
                    <a:pt x="67" y="5"/>
                    <a:pt x="59" y="3"/>
                  </a:cubicBezTo>
                  <a:cubicBezTo>
                    <a:pt x="52" y="0"/>
                    <a:pt x="44" y="1"/>
                    <a:pt x="37" y="1"/>
                  </a:cubicBezTo>
                  <a:cubicBezTo>
                    <a:pt x="27" y="2"/>
                    <a:pt x="17" y="9"/>
                    <a:pt x="12" y="16"/>
                  </a:cubicBezTo>
                  <a:close/>
                </a:path>
              </a:pathLst>
            </a:custGeom>
            <a:solidFill>
              <a:srgbClr val="F4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2651">
              <a:extLst>
                <a:ext uri="{FF2B5EF4-FFF2-40B4-BE49-F238E27FC236}">
                  <a16:creationId xmlns:a16="http://schemas.microsoft.com/office/drawing/2014/main" id="{F34ED697-34F7-4FE1-BB78-42DC9F57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131"/>
              <a:ext cx="50" cy="51"/>
            </a:xfrm>
            <a:custGeom>
              <a:avLst/>
              <a:gdLst>
                <a:gd name="T0" fmla="*/ 95 w 20"/>
                <a:gd name="T1" fmla="*/ 0 h 19"/>
                <a:gd name="T2" fmla="*/ 250 w 20"/>
                <a:gd name="T3" fmla="*/ 0 h 19"/>
                <a:gd name="T4" fmla="*/ 313 w 20"/>
                <a:gd name="T5" fmla="*/ 150 h 19"/>
                <a:gd name="T6" fmla="*/ 313 w 20"/>
                <a:gd name="T7" fmla="*/ 287 h 19"/>
                <a:gd name="T8" fmla="*/ 208 w 20"/>
                <a:gd name="T9" fmla="*/ 368 h 19"/>
                <a:gd name="T10" fmla="*/ 95 w 20"/>
                <a:gd name="T11" fmla="*/ 346 h 19"/>
                <a:gd name="T12" fmla="*/ 0 w 20"/>
                <a:gd name="T13" fmla="*/ 274 h 19"/>
                <a:gd name="T14" fmla="*/ 63 w 20"/>
                <a:gd name="T15" fmla="*/ 193 h 19"/>
                <a:gd name="T16" fmla="*/ 0 w 20"/>
                <a:gd name="T17" fmla="*/ 115 h 19"/>
                <a:gd name="T18" fmla="*/ 95 w 20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9">
                  <a:moveTo>
                    <a:pt x="6" y="0"/>
                  </a:moveTo>
                  <a:cubicBezTo>
                    <a:pt x="9" y="3"/>
                    <a:pt x="12" y="1"/>
                    <a:pt x="16" y="0"/>
                  </a:cubicBezTo>
                  <a:cubicBezTo>
                    <a:pt x="15" y="4"/>
                    <a:pt x="16" y="6"/>
                    <a:pt x="20" y="8"/>
                  </a:cubicBezTo>
                  <a:cubicBezTo>
                    <a:pt x="18" y="9"/>
                    <a:pt x="19" y="13"/>
                    <a:pt x="20" y="15"/>
                  </a:cubicBezTo>
                  <a:cubicBezTo>
                    <a:pt x="17" y="13"/>
                    <a:pt x="13" y="16"/>
                    <a:pt x="13" y="19"/>
                  </a:cubicBezTo>
                  <a:cubicBezTo>
                    <a:pt x="12" y="15"/>
                    <a:pt x="9" y="15"/>
                    <a:pt x="6" y="18"/>
                  </a:cubicBezTo>
                  <a:cubicBezTo>
                    <a:pt x="5" y="15"/>
                    <a:pt x="2" y="12"/>
                    <a:pt x="0" y="14"/>
                  </a:cubicBezTo>
                  <a:cubicBezTo>
                    <a:pt x="2" y="12"/>
                    <a:pt x="2" y="12"/>
                    <a:pt x="4" y="10"/>
                  </a:cubicBezTo>
                  <a:cubicBezTo>
                    <a:pt x="3" y="9"/>
                    <a:pt x="1" y="7"/>
                    <a:pt x="0" y="6"/>
                  </a:cubicBezTo>
                  <a:cubicBezTo>
                    <a:pt x="4" y="6"/>
                    <a:pt x="6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2652">
              <a:extLst>
                <a:ext uri="{FF2B5EF4-FFF2-40B4-BE49-F238E27FC236}">
                  <a16:creationId xmlns:a16="http://schemas.microsoft.com/office/drawing/2014/main" id="{13EC8DF4-1CB2-4FCF-A034-8FC0FBA1F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139"/>
              <a:ext cx="75" cy="14"/>
            </a:xfrm>
            <a:custGeom>
              <a:avLst/>
              <a:gdLst>
                <a:gd name="T0" fmla="*/ 0 w 30"/>
                <a:gd name="T1" fmla="*/ 109 h 5"/>
                <a:gd name="T2" fmla="*/ 470 w 3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">
                  <a:moveTo>
                    <a:pt x="0" y="5"/>
                  </a:moveTo>
                  <a:cubicBezTo>
                    <a:pt x="6" y="5"/>
                    <a:pt x="27" y="2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2653">
              <a:extLst>
                <a:ext uri="{FF2B5EF4-FFF2-40B4-BE49-F238E27FC236}">
                  <a16:creationId xmlns:a16="http://schemas.microsoft.com/office/drawing/2014/main" id="{DDA1C35E-7A64-419E-96C9-365349602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070"/>
              <a:ext cx="45" cy="64"/>
            </a:xfrm>
            <a:custGeom>
              <a:avLst/>
              <a:gdLst>
                <a:gd name="T0" fmla="*/ 0 w 18"/>
                <a:gd name="T1" fmla="*/ 456 h 24"/>
                <a:gd name="T2" fmla="*/ 283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24"/>
                  </a:moveTo>
                  <a:cubicBezTo>
                    <a:pt x="3" y="19"/>
                    <a:pt x="16" y="2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2654">
              <a:extLst>
                <a:ext uri="{FF2B5EF4-FFF2-40B4-BE49-F238E27FC236}">
                  <a16:creationId xmlns:a16="http://schemas.microsoft.com/office/drawing/2014/main" id="{20AB587A-609D-48FB-9D02-AFFD2B4F6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067"/>
              <a:ext cx="17" cy="67"/>
            </a:xfrm>
            <a:custGeom>
              <a:avLst/>
              <a:gdLst>
                <a:gd name="T0" fmla="*/ 100 w 7"/>
                <a:gd name="T1" fmla="*/ 482 h 25"/>
                <a:gd name="T2" fmla="*/ 0 w 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25"/>
                  </a:moveTo>
                  <a:cubicBezTo>
                    <a:pt x="6" y="2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2655">
              <a:extLst>
                <a:ext uri="{FF2B5EF4-FFF2-40B4-BE49-F238E27FC236}">
                  <a16:creationId xmlns:a16="http://schemas.microsoft.com/office/drawing/2014/main" id="{4AFEF9EE-41FF-420A-A8A2-5E1F137C4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126"/>
              <a:ext cx="67" cy="24"/>
            </a:xfrm>
            <a:custGeom>
              <a:avLst/>
              <a:gdLst>
                <a:gd name="T0" fmla="*/ 0 w 27"/>
                <a:gd name="T1" fmla="*/ 0 h 9"/>
                <a:gd name="T2" fmla="*/ 412 w 2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0"/>
                  </a:moveTo>
                  <a:cubicBezTo>
                    <a:pt x="7" y="3"/>
                    <a:pt x="18" y="7"/>
                    <a:pt x="27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2656">
              <a:extLst>
                <a:ext uri="{FF2B5EF4-FFF2-40B4-BE49-F238E27FC236}">
                  <a16:creationId xmlns:a16="http://schemas.microsoft.com/office/drawing/2014/main" id="{2AF73EDB-44AC-4BAC-9187-65BFE6EF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166"/>
              <a:ext cx="80" cy="13"/>
            </a:xfrm>
            <a:custGeom>
              <a:avLst/>
              <a:gdLst>
                <a:gd name="T0" fmla="*/ 0 w 32"/>
                <a:gd name="T1" fmla="*/ 88 h 5"/>
                <a:gd name="T2" fmla="*/ 500 w 3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5"/>
                  </a:moveTo>
                  <a:cubicBezTo>
                    <a:pt x="8" y="1"/>
                    <a:pt x="24" y="1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2657">
              <a:extLst>
                <a:ext uri="{FF2B5EF4-FFF2-40B4-BE49-F238E27FC236}">
                  <a16:creationId xmlns:a16="http://schemas.microsoft.com/office/drawing/2014/main" id="{C1BBE7E6-E3BA-4755-92C1-18E948463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171"/>
              <a:ext cx="38" cy="88"/>
            </a:xfrm>
            <a:custGeom>
              <a:avLst/>
              <a:gdLst>
                <a:gd name="T0" fmla="*/ 243 w 15"/>
                <a:gd name="T1" fmla="*/ 0 h 33"/>
                <a:gd name="T2" fmla="*/ 0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5" y="0"/>
                  </a:moveTo>
                  <a:cubicBezTo>
                    <a:pt x="13" y="9"/>
                    <a:pt x="5" y="25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2658">
              <a:extLst>
                <a:ext uri="{FF2B5EF4-FFF2-40B4-BE49-F238E27FC236}">
                  <a16:creationId xmlns:a16="http://schemas.microsoft.com/office/drawing/2014/main" id="{715FD194-46C6-434F-BAB3-51AB124E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177"/>
              <a:ext cx="10" cy="96"/>
            </a:xfrm>
            <a:custGeom>
              <a:avLst/>
              <a:gdLst>
                <a:gd name="T0" fmla="*/ 50 w 4"/>
                <a:gd name="T1" fmla="*/ 0 h 36"/>
                <a:gd name="T2" fmla="*/ 0 w 4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3" y="0"/>
                  </a:moveTo>
                  <a:cubicBezTo>
                    <a:pt x="4" y="9"/>
                    <a:pt x="1" y="31"/>
                    <a:pt x="0" y="3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2659">
              <a:extLst>
                <a:ext uri="{FF2B5EF4-FFF2-40B4-BE49-F238E27FC236}">
                  <a16:creationId xmlns:a16="http://schemas.microsoft.com/office/drawing/2014/main" id="{2BB6C793-3D0F-44B3-89CF-C22C2FC82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169"/>
              <a:ext cx="65" cy="58"/>
            </a:xfrm>
            <a:custGeom>
              <a:avLst/>
              <a:gdLst>
                <a:gd name="T0" fmla="*/ 0 w 26"/>
                <a:gd name="T1" fmla="*/ 0 h 22"/>
                <a:gd name="T2" fmla="*/ 408 w 26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2">
                  <a:moveTo>
                    <a:pt x="0" y="0"/>
                  </a:moveTo>
                  <a:cubicBezTo>
                    <a:pt x="7" y="4"/>
                    <a:pt x="25" y="19"/>
                    <a:pt x="26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2660">
              <a:extLst>
                <a:ext uri="{FF2B5EF4-FFF2-40B4-BE49-F238E27FC236}">
                  <a16:creationId xmlns:a16="http://schemas.microsoft.com/office/drawing/2014/main" id="{E7FA6083-5839-490E-B9B7-BA8E888AD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79"/>
              <a:ext cx="115" cy="91"/>
            </a:xfrm>
            <a:custGeom>
              <a:avLst/>
              <a:gdLst>
                <a:gd name="T0" fmla="*/ 0 w 46"/>
                <a:gd name="T1" fmla="*/ 653 h 34"/>
                <a:gd name="T2" fmla="*/ 720 w 46"/>
                <a:gd name="T3" fmla="*/ 56 h 34"/>
                <a:gd name="T4" fmla="*/ 0 w 46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4">
                  <a:moveTo>
                    <a:pt x="0" y="34"/>
                  </a:moveTo>
                  <a:cubicBezTo>
                    <a:pt x="4" y="14"/>
                    <a:pt x="25" y="0"/>
                    <a:pt x="46" y="3"/>
                  </a:cubicBezTo>
                  <a:cubicBezTo>
                    <a:pt x="34" y="2"/>
                    <a:pt x="6" y="13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2661">
              <a:extLst>
                <a:ext uri="{FF2B5EF4-FFF2-40B4-BE49-F238E27FC236}">
                  <a16:creationId xmlns:a16="http://schemas.microsoft.com/office/drawing/2014/main" id="{B452F2CF-C97F-4097-90AB-87CBBC43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883"/>
              <a:ext cx="132" cy="147"/>
            </a:xfrm>
            <a:custGeom>
              <a:avLst/>
              <a:gdLst>
                <a:gd name="T0" fmla="*/ 433 w 53"/>
                <a:gd name="T1" fmla="*/ 94 h 55"/>
                <a:gd name="T2" fmla="*/ 620 w 53"/>
                <a:gd name="T3" fmla="*/ 628 h 55"/>
                <a:gd name="T4" fmla="*/ 42 w 53"/>
                <a:gd name="T5" fmla="*/ 649 h 55"/>
                <a:gd name="T6" fmla="*/ 167 w 53"/>
                <a:gd name="T7" fmla="*/ 35 h 55"/>
                <a:gd name="T8" fmla="*/ 433 w 53"/>
                <a:gd name="T9" fmla="*/ 9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5">
                  <a:moveTo>
                    <a:pt x="28" y="5"/>
                  </a:moveTo>
                  <a:cubicBezTo>
                    <a:pt x="34" y="7"/>
                    <a:pt x="53" y="11"/>
                    <a:pt x="40" y="33"/>
                  </a:cubicBezTo>
                  <a:cubicBezTo>
                    <a:pt x="28" y="55"/>
                    <a:pt x="5" y="44"/>
                    <a:pt x="3" y="34"/>
                  </a:cubicBezTo>
                  <a:cubicBezTo>
                    <a:pt x="1" y="25"/>
                    <a:pt x="0" y="6"/>
                    <a:pt x="11" y="2"/>
                  </a:cubicBezTo>
                  <a:cubicBezTo>
                    <a:pt x="18" y="0"/>
                    <a:pt x="21" y="3"/>
                    <a:pt x="28" y="5"/>
                  </a:cubicBezTo>
                  <a:close/>
                </a:path>
              </a:pathLst>
            </a:custGeom>
            <a:solidFill>
              <a:srgbClr val="C6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2662">
              <a:extLst>
                <a:ext uri="{FF2B5EF4-FFF2-40B4-BE49-F238E27FC236}">
                  <a16:creationId xmlns:a16="http://schemas.microsoft.com/office/drawing/2014/main" id="{9260C617-ADFA-4CDD-922D-AE1333C54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902"/>
              <a:ext cx="30" cy="21"/>
            </a:xfrm>
            <a:custGeom>
              <a:avLst/>
              <a:gdLst>
                <a:gd name="T0" fmla="*/ 95 w 12"/>
                <a:gd name="T1" fmla="*/ 0 h 8"/>
                <a:gd name="T2" fmla="*/ 33 w 12"/>
                <a:gd name="T3" fmla="*/ 34 h 8"/>
                <a:gd name="T4" fmla="*/ 83 w 12"/>
                <a:gd name="T5" fmla="*/ 123 h 8"/>
                <a:gd name="T6" fmla="*/ 145 w 12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6" y="0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0" y="3"/>
                    <a:pt x="3" y="6"/>
                    <a:pt x="5" y="7"/>
                  </a:cubicBezTo>
                  <a:cubicBezTo>
                    <a:pt x="8" y="8"/>
                    <a:pt x="12" y="5"/>
                    <a:pt x="9" y="2"/>
                  </a:cubicBezTo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2663">
              <a:extLst>
                <a:ext uri="{FF2B5EF4-FFF2-40B4-BE49-F238E27FC236}">
                  <a16:creationId xmlns:a16="http://schemas.microsoft.com/office/drawing/2014/main" id="{CCB260F6-8F9F-42A9-9638-500B5BFE8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771"/>
              <a:ext cx="138" cy="139"/>
            </a:xfrm>
            <a:custGeom>
              <a:avLst/>
              <a:gdLst>
                <a:gd name="T0" fmla="*/ 775 w 55"/>
                <a:gd name="T1" fmla="*/ 436 h 52"/>
                <a:gd name="T2" fmla="*/ 597 w 55"/>
                <a:gd name="T3" fmla="*/ 286 h 52"/>
                <a:gd name="T4" fmla="*/ 158 w 55"/>
                <a:gd name="T5" fmla="*/ 209 h 52"/>
                <a:gd name="T6" fmla="*/ 125 w 55"/>
                <a:gd name="T7" fmla="*/ 901 h 52"/>
                <a:gd name="T8" fmla="*/ 188 w 55"/>
                <a:gd name="T9" fmla="*/ 842 h 52"/>
                <a:gd name="T10" fmla="*/ 459 w 55"/>
                <a:gd name="T11" fmla="*/ 901 h 52"/>
                <a:gd name="T12" fmla="*/ 630 w 55"/>
                <a:gd name="T13" fmla="*/ 994 h 52"/>
                <a:gd name="T14" fmla="*/ 725 w 55"/>
                <a:gd name="T15" fmla="*/ 914 h 52"/>
                <a:gd name="T16" fmla="*/ 775 w 55"/>
                <a:gd name="T17" fmla="*/ 436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2">
                  <a:moveTo>
                    <a:pt x="49" y="23"/>
                  </a:moveTo>
                  <a:cubicBezTo>
                    <a:pt x="46" y="20"/>
                    <a:pt x="41" y="18"/>
                    <a:pt x="38" y="15"/>
                  </a:cubicBezTo>
                  <a:cubicBezTo>
                    <a:pt x="32" y="9"/>
                    <a:pt x="22" y="0"/>
                    <a:pt x="10" y="11"/>
                  </a:cubicBezTo>
                  <a:cubicBezTo>
                    <a:pt x="0" y="21"/>
                    <a:pt x="0" y="39"/>
                    <a:pt x="8" y="47"/>
                  </a:cubicBezTo>
                  <a:cubicBezTo>
                    <a:pt x="9" y="46"/>
                    <a:pt x="11" y="45"/>
                    <a:pt x="12" y="44"/>
                  </a:cubicBezTo>
                  <a:cubicBezTo>
                    <a:pt x="19" y="42"/>
                    <a:pt x="22" y="45"/>
                    <a:pt x="29" y="47"/>
                  </a:cubicBezTo>
                  <a:cubicBezTo>
                    <a:pt x="31" y="48"/>
                    <a:pt x="36" y="49"/>
                    <a:pt x="40" y="52"/>
                  </a:cubicBezTo>
                  <a:cubicBezTo>
                    <a:pt x="42" y="51"/>
                    <a:pt x="44" y="50"/>
                    <a:pt x="46" y="48"/>
                  </a:cubicBezTo>
                  <a:cubicBezTo>
                    <a:pt x="54" y="37"/>
                    <a:pt x="55" y="29"/>
                    <a:pt x="49" y="23"/>
                  </a:cubicBezTo>
                  <a:close/>
                </a:path>
              </a:pathLst>
            </a:custGeom>
            <a:solidFill>
              <a:srgbClr val="C6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2664">
              <a:extLst>
                <a:ext uri="{FF2B5EF4-FFF2-40B4-BE49-F238E27FC236}">
                  <a16:creationId xmlns:a16="http://schemas.microsoft.com/office/drawing/2014/main" id="{D45FAFD5-D4B0-42C1-9761-155D7202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811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0 h 3"/>
                <a:gd name="T4" fmla="*/ 21 w 3"/>
                <a:gd name="T5" fmla="*/ 56 h 3"/>
                <a:gd name="T6" fmla="*/ 21 w 3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2665">
              <a:extLst>
                <a:ext uri="{FF2B5EF4-FFF2-40B4-BE49-F238E27FC236}">
                  <a16:creationId xmlns:a16="http://schemas.microsoft.com/office/drawing/2014/main" id="{644D5A68-C239-49BF-88F1-1C6FB4696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817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35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3"/>
                    <a:pt x="3" y="3"/>
                    <a:pt x="3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2666">
              <a:extLst>
                <a:ext uri="{FF2B5EF4-FFF2-40B4-BE49-F238E27FC236}">
                  <a16:creationId xmlns:a16="http://schemas.microsoft.com/office/drawing/2014/main" id="{AF35D5F5-7F36-4D90-8871-339F7CCC6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814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4"/>
                    <a:pt x="6" y="5"/>
                    <a:pt x="8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2667">
              <a:extLst>
                <a:ext uri="{FF2B5EF4-FFF2-40B4-BE49-F238E27FC236}">
                  <a16:creationId xmlns:a16="http://schemas.microsoft.com/office/drawing/2014/main" id="{BE051510-472F-41D1-A2B5-CBB6B09A1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857"/>
              <a:ext cx="125" cy="141"/>
            </a:xfrm>
            <a:custGeom>
              <a:avLst/>
              <a:gdLst>
                <a:gd name="T0" fmla="*/ 533 w 50"/>
                <a:gd name="T1" fmla="*/ 114 h 53"/>
                <a:gd name="T2" fmla="*/ 188 w 50"/>
                <a:gd name="T3" fmla="*/ 56 h 53"/>
                <a:gd name="T4" fmla="*/ 95 w 50"/>
                <a:gd name="T5" fmla="*/ 303 h 53"/>
                <a:gd name="T6" fmla="*/ 20 w 50"/>
                <a:gd name="T7" fmla="*/ 375 h 53"/>
                <a:gd name="T8" fmla="*/ 0 w 50"/>
                <a:gd name="T9" fmla="*/ 375 h 53"/>
                <a:gd name="T10" fmla="*/ 33 w 50"/>
                <a:gd name="T11" fmla="*/ 772 h 53"/>
                <a:gd name="T12" fmla="*/ 175 w 50"/>
                <a:gd name="T13" fmla="*/ 920 h 53"/>
                <a:gd name="T14" fmla="*/ 645 w 50"/>
                <a:gd name="T15" fmla="*/ 716 h 53"/>
                <a:gd name="T16" fmla="*/ 533 w 50"/>
                <a:gd name="T17" fmla="*/ 114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53">
                  <a:moveTo>
                    <a:pt x="34" y="6"/>
                  </a:moveTo>
                  <a:cubicBezTo>
                    <a:pt x="28" y="2"/>
                    <a:pt x="18" y="0"/>
                    <a:pt x="12" y="3"/>
                  </a:cubicBezTo>
                  <a:cubicBezTo>
                    <a:pt x="11" y="7"/>
                    <a:pt x="9" y="11"/>
                    <a:pt x="6" y="16"/>
                  </a:cubicBezTo>
                  <a:cubicBezTo>
                    <a:pt x="4" y="18"/>
                    <a:pt x="2" y="19"/>
                    <a:pt x="1" y="20"/>
                  </a:cubicBezTo>
                  <a:cubicBezTo>
                    <a:pt x="1" y="20"/>
                    <a:pt x="0" y="20"/>
                    <a:pt x="0" y="20"/>
                  </a:cubicBezTo>
                  <a:cubicBezTo>
                    <a:pt x="5" y="24"/>
                    <a:pt x="8" y="30"/>
                    <a:pt x="2" y="41"/>
                  </a:cubicBezTo>
                  <a:cubicBezTo>
                    <a:pt x="5" y="45"/>
                    <a:pt x="8" y="47"/>
                    <a:pt x="11" y="49"/>
                  </a:cubicBezTo>
                  <a:cubicBezTo>
                    <a:pt x="15" y="52"/>
                    <a:pt x="33" y="53"/>
                    <a:pt x="41" y="38"/>
                  </a:cubicBezTo>
                  <a:cubicBezTo>
                    <a:pt x="50" y="23"/>
                    <a:pt x="41" y="11"/>
                    <a:pt x="34" y="6"/>
                  </a:cubicBezTo>
                  <a:close/>
                </a:path>
              </a:pathLst>
            </a:custGeom>
            <a:solidFill>
              <a:srgbClr val="C6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2668">
              <a:extLst>
                <a:ext uri="{FF2B5EF4-FFF2-40B4-BE49-F238E27FC236}">
                  <a16:creationId xmlns:a16="http://schemas.microsoft.com/office/drawing/2014/main" id="{0EDDD1BB-6E74-4897-93FF-94CB9BD3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870"/>
              <a:ext cx="5" cy="11"/>
            </a:xfrm>
            <a:custGeom>
              <a:avLst/>
              <a:gdLst>
                <a:gd name="T0" fmla="*/ 0 w 2"/>
                <a:gd name="T1" fmla="*/ 22 h 4"/>
                <a:gd name="T2" fmla="*/ 33 w 2"/>
                <a:gd name="T3" fmla="*/ 0 h 4"/>
                <a:gd name="T4" fmla="*/ 33 w 2"/>
                <a:gd name="T5" fmla="*/ 83 h 4"/>
                <a:gd name="T6" fmla="*/ 20 w 2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1" y="1"/>
                    <a:pt x="1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2669">
              <a:extLst>
                <a:ext uri="{FF2B5EF4-FFF2-40B4-BE49-F238E27FC236}">
                  <a16:creationId xmlns:a16="http://schemas.microsoft.com/office/drawing/2014/main" id="{1AEBD14E-6D0F-4253-BAED-5F813B618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873"/>
              <a:ext cx="7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56 h 3"/>
                <a:gd name="T4" fmla="*/ 12 w 3"/>
                <a:gd name="T5" fmla="*/ 0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2670">
              <a:extLst>
                <a:ext uri="{FF2B5EF4-FFF2-40B4-BE49-F238E27FC236}">
                  <a16:creationId xmlns:a16="http://schemas.microsoft.com/office/drawing/2014/main" id="{95C83F1F-CC45-4FCC-B3A8-8DD01968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99"/>
              <a:ext cx="23" cy="16"/>
            </a:xfrm>
            <a:custGeom>
              <a:avLst/>
              <a:gdLst>
                <a:gd name="T0" fmla="*/ 0 w 9"/>
                <a:gd name="T1" fmla="*/ 35 h 6"/>
                <a:gd name="T2" fmla="*/ 130 w 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3" y="0"/>
                    <a:pt x="9" y="2"/>
                    <a:pt x="8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2671">
              <a:extLst>
                <a:ext uri="{FF2B5EF4-FFF2-40B4-BE49-F238E27FC236}">
                  <a16:creationId xmlns:a16="http://schemas.microsoft.com/office/drawing/2014/main" id="{7D4B2CAB-8D02-472B-A6E0-A6FFD8A3E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446"/>
              <a:ext cx="170" cy="152"/>
            </a:xfrm>
            <a:custGeom>
              <a:avLst/>
              <a:gdLst>
                <a:gd name="T0" fmla="*/ 313 w 68"/>
                <a:gd name="T1" fmla="*/ 149 h 57"/>
                <a:gd name="T2" fmla="*/ 158 w 68"/>
                <a:gd name="T3" fmla="*/ 853 h 57"/>
                <a:gd name="T4" fmla="*/ 675 w 68"/>
                <a:gd name="T5" fmla="*/ 1045 h 57"/>
                <a:gd name="T6" fmla="*/ 1033 w 68"/>
                <a:gd name="T7" fmla="*/ 512 h 57"/>
                <a:gd name="T8" fmla="*/ 688 w 68"/>
                <a:gd name="T9" fmla="*/ 21 h 57"/>
                <a:gd name="T10" fmla="*/ 313 w 68"/>
                <a:gd name="T11" fmla="*/ 149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7">
                  <a:moveTo>
                    <a:pt x="20" y="8"/>
                  </a:moveTo>
                  <a:cubicBezTo>
                    <a:pt x="2" y="12"/>
                    <a:pt x="0" y="32"/>
                    <a:pt x="10" y="45"/>
                  </a:cubicBezTo>
                  <a:cubicBezTo>
                    <a:pt x="21" y="57"/>
                    <a:pt x="32" y="57"/>
                    <a:pt x="43" y="55"/>
                  </a:cubicBezTo>
                  <a:cubicBezTo>
                    <a:pt x="54" y="53"/>
                    <a:pt x="64" y="48"/>
                    <a:pt x="66" y="27"/>
                  </a:cubicBezTo>
                  <a:cubicBezTo>
                    <a:pt x="68" y="11"/>
                    <a:pt x="55" y="2"/>
                    <a:pt x="44" y="1"/>
                  </a:cubicBezTo>
                  <a:cubicBezTo>
                    <a:pt x="32" y="0"/>
                    <a:pt x="32" y="4"/>
                    <a:pt x="20" y="8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2672">
              <a:extLst>
                <a:ext uri="{FF2B5EF4-FFF2-40B4-BE49-F238E27FC236}">
                  <a16:creationId xmlns:a16="http://schemas.microsoft.com/office/drawing/2014/main" id="{E4BC7B50-E262-45DC-BDBE-F905DBCE2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883"/>
              <a:ext cx="132" cy="147"/>
            </a:xfrm>
            <a:custGeom>
              <a:avLst/>
              <a:gdLst>
                <a:gd name="T0" fmla="*/ 433 w 53"/>
                <a:gd name="T1" fmla="*/ 94 h 55"/>
                <a:gd name="T2" fmla="*/ 620 w 53"/>
                <a:gd name="T3" fmla="*/ 628 h 55"/>
                <a:gd name="T4" fmla="*/ 42 w 53"/>
                <a:gd name="T5" fmla="*/ 649 h 55"/>
                <a:gd name="T6" fmla="*/ 167 w 53"/>
                <a:gd name="T7" fmla="*/ 35 h 55"/>
                <a:gd name="T8" fmla="*/ 433 w 53"/>
                <a:gd name="T9" fmla="*/ 9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5">
                  <a:moveTo>
                    <a:pt x="28" y="5"/>
                  </a:moveTo>
                  <a:cubicBezTo>
                    <a:pt x="34" y="7"/>
                    <a:pt x="53" y="11"/>
                    <a:pt x="40" y="33"/>
                  </a:cubicBezTo>
                  <a:cubicBezTo>
                    <a:pt x="28" y="55"/>
                    <a:pt x="5" y="44"/>
                    <a:pt x="3" y="34"/>
                  </a:cubicBezTo>
                  <a:cubicBezTo>
                    <a:pt x="1" y="25"/>
                    <a:pt x="0" y="6"/>
                    <a:pt x="11" y="2"/>
                  </a:cubicBezTo>
                  <a:cubicBezTo>
                    <a:pt x="18" y="0"/>
                    <a:pt x="21" y="3"/>
                    <a:pt x="28" y="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2673">
              <a:extLst>
                <a:ext uri="{FF2B5EF4-FFF2-40B4-BE49-F238E27FC236}">
                  <a16:creationId xmlns:a16="http://schemas.microsoft.com/office/drawing/2014/main" id="{AFCBEB30-5CB1-415A-A31D-4986679E9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771"/>
              <a:ext cx="138" cy="139"/>
            </a:xfrm>
            <a:custGeom>
              <a:avLst/>
              <a:gdLst>
                <a:gd name="T0" fmla="*/ 775 w 55"/>
                <a:gd name="T1" fmla="*/ 436 h 52"/>
                <a:gd name="T2" fmla="*/ 597 w 55"/>
                <a:gd name="T3" fmla="*/ 286 h 52"/>
                <a:gd name="T4" fmla="*/ 158 w 55"/>
                <a:gd name="T5" fmla="*/ 209 h 52"/>
                <a:gd name="T6" fmla="*/ 125 w 55"/>
                <a:gd name="T7" fmla="*/ 901 h 52"/>
                <a:gd name="T8" fmla="*/ 188 w 55"/>
                <a:gd name="T9" fmla="*/ 842 h 52"/>
                <a:gd name="T10" fmla="*/ 459 w 55"/>
                <a:gd name="T11" fmla="*/ 901 h 52"/>
                <a:gd name="T12" fmla="*/ 630 w 55"/>
                <a:gd name="T13" fmla="*/ 994 h 52"/>
                <a:gd name="T14" fmla="*/ 725 w 55"/>
                <a:gd name="T15" fmla="*/ 914 h 52"/>
                <a:gd name="T16" fmla="*/ 775 w 55"/>
                <a:gd name="T17" fmla="*/ 436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2">
                  <a:moveTo>
                    <a:pt x="49" y="23"/>
                  </a:moveTo>
                  <a:cubicBezTo>
                    <a:pt x="46" y="20"/>
                    <a:pt x="41" y="18"/>
                    <a:pt x="38" y="15"/>
                  </a:cubicBezTo>
                  <a:cubicBezTo>
                    <a:pt x="32" y="9"/>
                    <a:pt x="22" y="0"/>
                    <a:pt x="10" y="11"/>
                  </a:cubicBezTo>
                  <a:cubicBezTo>
                    <a:pt x="0" y="21"/>
                    <a:pt x="0" y="39"/>
                    <a:pt x="8" y="47"/>
                  </a:cubicBezTo>
                  <a:cubicBezTo>
                    <a:pt x="9" y="46"/>
                    <a:pt x="11" y="45"/>
                    <a:pt x="12" y="44"/>
                  </a:cubicBezTo>
                  <a:cubicBezTo>
                    <a:pt x="19" y="42"/>
                    <a:pt x="22" y="45"/>
                    <a:pt x="29" y="47"/>
                  </a:cubicBezTo>
                  <a:cubicBezTo>
                    <a:pt x="31" y="48"/>
                    <a:pt x="36" y="49"/>
                    <a:pt x="40" y="52"/>
                  </a:cubicBezTo>
                  <a:cubicBezTo>
                    <a:pt x="42" y="51"/>
                    <a:pt x="44" y="50"/>
                    <a:pt x="46" y="48"/>
                  </a:cubicBezTo>
                  <a:cubicBezTo>
                    <a:pt x="54" y="37"/>
                    <a:pt x="55" y="29"/>
                    <a:pt x="49" y="2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2674">
              <a:extLst>
                <a:ext uri="{FF2B5EF4-FFF2-40B4-BE49-F238E27FC236}">
                  <a16:creationId xmlns:a16="http://schemas.microsoft.com/office/drawing/2014/main" id="{B4A423E4-F6E2-4979-9F10-64F846CB2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857"/>
              <a:ext cx="125" cy="141"/>
            </a:xfrm>
            <a:custGeom>
              <a:avLst/>
              <a:gdLst>
                <a:gd name="T0" fmla="*/ 533 w 50"/>
                <a:gd name="T1" fmla="*/ 114 h 53"/>
                <a:gd name="T2" fmla="*/ 188 w 50"/>
                <a:gd name="T3" fmla="*/ 56 h 53"/>
                <a:gd name="T4" fmla="*/ 95 w 50"/>
                <a:gd name="T5" fmla="*/ 303 h 53"/>
                <a:gd name="T6" fmla="*/ 20 w 50"/>
                <a:gd name="T7" fmla="*/ 375 h 53"/>
                <a:gd name="T8" fmla="*/ 0 w 50"/>
                <a:gd name="T9" fmla="*/ 375 h 53"/>
                <a:gd name="T10" fmla="*/ 33 w 50"/>
                <a:gd name="T11" fmla="*/ 772 h 53"/>
                <a:gd name="T12" fmla="*/ 175 w 50"/>
                <a:gd name="T13" fmla="*/ 920 h 53"/>
                <a:gd name="T14" fmla="*/ 645 w 50"/>
                <a:gd name="T15" fmla="*/ 716 h 53"/>
                <a:gd name="T16" fmla="*/ 533 w 50"/>
                <a:gd name="T17" fmla="*/ 114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53">
                  <a:moveTo>
                    <a:pt x="34" y="6"/>
                  </a:moveTo>
                  <a:cubicBezTo>
                    <a:pt x="28" y="2"/>
                    <a:pt x="18" y="0"/>
                    <a:pt x="12" y="3"/>
                  </a:cubicBezTo>
                  <a:cubicBezTo>
                    <a:pt x="11" y="7"/>
                    <a:pt x="9" y="11"/>
                    <a:pt x="6" y="16"/>
                  </a:cubicBezTo>
                  <a:cubicBezTo>
                    <a:pt x="4" y="18"/>
                    <a:pt x="2" y="19"/>
                    <a:pt x="1" y="20"/>
                  </a:cubicBezTo>
                  <a:cubicBezTo>
                    <a:pt x="1" y="20"/>
                    <a:pt x="0" y="20"/>
                    <a:pt x="0" y="20"/>
                  </a:cubicBezTo>
                  <a:cubicBezTo>
                    <a:pt x="5" y="24"/>
                    <a:pt x="8" y="30"/>
                    <a:pt x="2" y="41"/>
                  </a:cubicBezTo>
                  <a:cubicBezTo>
                    <a:pt x="5" y="45"/>
                    <a:pt x="8" y="47"/>
                    <a:pt x="11" y="49"/>
                  </a:cubicBezTo>
                  <a:cubicBezTo>
                    <a:pt x="15" y="52"/>
                    <a:pt x="33" y="53"/>
                    <a:pt x="41" y="38"/>
                  </a:cubicBezTo>
                  <a:cubicBezTo>
                    <a:pt x="50" y="23"/>
                    <a:pt x="41" y="11"/>
                    <a:pt x="34" y="6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2675">
              <a:extLst>
                <a:ext uri="{FF2B5EF4-FFF2-40B4-BE49-F238E27FC236}">
                  <a16:creationId xmlns:a16="http://schemas.microsoft.com/office/drawing/2014/main" id="{84A7AFD2-FFC5-487B-8FC2-AECCD6916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395"/>
              <a:ext cx="130" cy="171"/>
            </a:xfrm>
            <a:custGeom>
              <a:avLst/>
              <a:gdLst>
                <a:gd name="T0" fmla="*/ 708 w 52"/>
                <a:gd name="T1" fmla="*/ 251 h 64"/>
                <a:gd name="T2" fmla="*/ 20 w 52"/>
                <a:gd name="T3" fmla="*/ 342 h 64"/>
                <a:gd name="T4" fmla="*/ 0 w 52"/>
                <a:gd name="T5" fmla="*/ 379 h 64"/>
                <a:gd name="T6" fmla="*/ 20 w 52"/>
                <a:gd name="T7" fmla="*/ 379 h 64"/>
                <a:gd name="T8" fmla="*/ 363 w 52"/>
                <a:gd name="T9" fmla="*/ 879 h 64"/>
                <a:gd name="T10" fmla="*/ 270 w 52"/>
                <a:gd name="T11" fmla="*/ 1221 h 64"/>
                <a:gd name="T12" fmla="*/ 720 w 52"/>
                <a:gd name="T13" fmla="*/ 879 h 64"/>
                <a:gd name="T14" fmla="*/ 708 w 52"/>
                <a:gd name="T15" fmla="*/ 25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64">
                  <a:moveTo>
                    <a:pt x="45" y="13"/>
                  </a:moveTo>
                  <a:cubicBezTo>
                    <a:pt x="36" y="0"/>
                    <a:pt x="4" y="5"/>
                    <a:pt x="1" y="18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2" y="21"/>
                    <a:pt x="25" y="30"/>
                    <a:pt x="23" y="46"/>
                  </a:cubicBezTo>
                  <a:cubicBezTo>
                    <a:pt x="22" y="54"/>
                    <a:pt x="20" y="60"/>
                    <a:pt x="17" y="64"/>
                  </a:cubicBezTo>
                  <a:cubicBezTo>
                    <a:pt x="26" y="63"/>
                    <a:pt x="39" y="64"/>
                    <a:pt x="46" y="46"/>
                  </a:cubicBezTo>
                  <a:cubicBezTo>
                    <a:pt x="49" y="37"/>
                    <a:pt x="52" y="25"/>
                    <a:pt x="45" y="13"/>
                  </a:cubicBezTo>
                  <a:close/>
                </a:path>
              </a:pathLst>
            </a:custGeom>
            <a:solidFill>
              <a:srgbClr val="C6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2676">
              <a:extLst>
                <a:ext uri="{FF2B5EF4-FFF2-40B4-BE49-F238E27FC236}">
                  <a16:creationId xmlns:a16="http://schemas.microsoft.com/office/drawing/2014/main" id="{0DC27DF9-B866-4485-9531-DA9901F81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417"/>
              <a:ext cx="38" cy="21"/>
            </a:xfrm>
            <a:custGeom>
              <a:avLst/>
              <a:gdLst>
                <a:gd name="T0" fmla="*/ 129 w 15"/>
                <a:gd name="T1" fmla="*/ 34 h 8"/>
                <a:gd name="T2" fmla="*/ 20 w 15"/>
                <a:gd name="T3" fmla="*/ 76 h 8"/>
                <a:gd name="T4" fmla="*/ 84 w 15"/>
                <a:gd name="T5" fmla="*/ 144 h 8"/>
                <a:gd name="T6" fmla="*/ 213 w 15"/>
                <a:gd name="T7" fmla="*/ 110 h 8"/>
                <a:gd name="T8" fmla="*/ 147 w 15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8" y="2"/>
                  </a:moveTo>
                  <a:cubicBezTo>
                    <a:pt x="6" y="0"/>
                    <a:pt x="1" y="2"/>
                    <a:pt x="1" y="4"/>
                  </a:cubicBezTo>
                  <a:cubicBezTo>
                    <a:pt x="0" y="6"/>
                    <a:pt x="3" y="8"/>
                    <a:pt x="5" y="8"/>
                  </a:cubicBezTo>
                  <a:cubicBezTo>
                    <a:pt x="8" y="8"/>
                    <a:pt x="12" y="8"/>
                    <a:pt x="13" y="6"/>
                  </a:cubicBezTo>
                  <a:cubicBezTo>
                    <a:pt x="15" y="1"/>
                    <a:pt x="11" y="2"/>
                    <a:pt x="9" y="1"/>
                  </a:cubicBezTo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2677">
              <a:extLst>
                <a:ext uri="{FF2B5EF4-FFF2-40B4-BE49-F238E27FC236}">
                  <a16:creationId xmlns:a16="http://schemas.microsoft.com/office/drawing/2014/main" id="{9EFCC9D0-9AD1-478F-9496-11B588C4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334"/>
              <a:ext cx="95" cy="133"/>
            </a:xfrm>
            <a:custGeom>
              <a:avLst/>
              <a:gdLst>
                <a:gd name="T0" fmla="*/ 0 w 38"/>
                <a:gd name="T1" fmla="*/ 21 h 50"/>
                <a:gd name="T2" fmla="*/ 33 w 38"/>
                <a:gd name="T3" fmla="*/ 77 h 50"/>
                <a:gd name="T4" fmla="*/ 375 w 38"/>
                <a:gd name="T5" fmla="*/ 319 h 50"/>
                <a:gd name="T6" fmla="*/ 533 w 38"/>
                <a:gd name="T7" fmla="*/ 920 h 50"/>
                <a:gd name="T8" fmla="*/ 583 w 38"/>
                <a:gd name="T9" fmla="*/ 942 h 50"/>
                <a:gd name="T10" fmla="*/ 595 w 38"/>
                <a:gd name="T11" fmla="*/ 904 h 50"/>
                <a:gd name="T12" fmla="*/ 33 w 38"/>
                <a:gd name="T13" fmla="*/ 0 h 50"/>
                <a:gd name="T14" fmla="*/ 0 w 38"/>
                <a:gd name="T15" fmla="*/ 2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0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10" y="5"/>
                    <a:pt x="18" y="9"/>
                    <a:pt x="24" y="17"/>
                  </a:cubicBezTo>
                  <a:cubicBezTo>
                    <a:pt x="30" y="25"/>
                    <a:pt x="33" y="36"/>
                    <a:pt x="34" y="49"/>
                  </a:cubicBezTo>
                  <a:cubicBezTo>
                    <a:pt x="35" y="50"/>
                    <a:pt x="36" y="50"/>
                    <a:pt x="37" y="50"/>
                  </a:cubicBezTo>
                  <a:cubicBezTo>
                    <a:pt x="38" y="50"/>
                    <a:pt x="38" y="49"/>
                    <a:pt x="38" y="48"/>
                  </a:cubicBezTo>
                  <a:cubicBezTo>
                    <a:pt x="35" y="22"/>
                    <a:pt x="21" y="3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4C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2678">
              <a:extLst>
                <a:ext uri="{FF2B5EF4-FFF2-40B4-BE49-F238E27FC236}">
                  <a16:creationId xmlns:a16="http://schemas.microsoft.com/office/drawing/2014/main" id="{E8908C43-879C-420D-AE3B-C0A876C7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430"/>
              <a:ext cx="30" cy="19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3" y="7"/>
                    <a:pt x="10" y="2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2679">
              <a:extLst>
                <a:ext uri="{FF2B5EF4-FFF2-40B4-BE49-F238E27FC236}">
                  <a16:creationId xmlns:a16="http://schemas.microsoft.com/office/drawing/2014/main" id="{E15444A9-AA96-44FB-8F87-A7DC54C07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667"/>
              <a:ext cx="45" cy="155"/>
            </a:xfrm>
            <a:custGeom>
              <a:avLst/>
              <a:gdLst>
                <a:gd name="T0" fmla="*/ 125 w 18"/>
                <a:gd name="T1" fmla="*/ 21 h 58"/>
                <a:gd name="T2" fmla="*/ 113 w 18"/>
                <a:gd name="T3" fmla="*/ 56 h 58"/>
                <a:gd name="T4" fmla="*/ 175 w 18"/>
                <a:gd name="T5" fmla="*/ 513 h 58"/>
                <a:gd name="T6" fmla="*/ 0 w 18"/>
                <a:gd name="T7" fmla="*/ 1050 h 58"/>
                <a:gd name="T8" fmla="*/ 20 w 18"/>
                <a:gd name="T9" fmla="*/ 1106 h 58"/>
                <a:gd name="T10" fmla="*/ 50 w 18"/>
                <a:gd name="T11" fmla="*/ 1085 h 58"/>
                <a:gd name="T12" fmla="*/ 158 w 18"/>
                <a:gd name="T13" fmla="*/ 35 h 58"/>
                <a:gd name="T14" fmla="*/ 125 w 18"/>
                <a:gd name="T15" fmla="*/ 21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58">
                  <a:moveTo>
                    <a:pt x="8" y="1"/>
                  </a:moveTo>
                  <a:cubicBezTo>
                    <a:pt x="7" y="1"/>
                    <a:pt x="6" y="2"/>
                    <a:pt x="7" y="3"/>
                  </a:cubicBezTo>
                  <a:cubicBezTo>
                    <a:pt x="9" y="10"/>
                    <a:pt x="12" y="19"/>
                    <a:pt x="11" y="27"/>
                  </a:cubicBezTo>
                  <a:cubicBezTo>
                    <a:pt x="9" y="40"/>
                    <a:pt x="2" y="52"/>
                    <a:pt x="0" y="55"/>
                  </a:cubicBezTo>
                  <a:cubicBezTo>
                    <a:pt x="0" y="56"/>
                    <a:pt x="0" y="57"/>
                    <a:pt x="1" y="58"/>
                  </a:cubicBezTo>
                  <a:cubicBezTo>
                    <a:pt x="2" y="58"/>
                    <a:pt x="3" y="58"/>
                    <a:pt x="3" y="57"/>
                  </a:cubicBezTo>
                  <a:cubicBezTo>
                    <a:pt x="7" y="50"/>
                    <a:pt x="18" y="20"/>
                    <a:pt x="10" y="2"/>
                  </a:cubicBezTo>
                  <a:cubicBezTo>
                    <a:pt x="10" y="1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E4C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2680">
              <a:extLst>
                <a:ext uri="{FF2B5EF4-FFF2-40B4-BE49-F238E27FC236}">
                  <a16:creationId xmlns:a16="http://schemas.microsoft.com/office/drawing/2014/main" id="{5E142F0F-FCD7-46E6-B9A4-613CD019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766"/>
              <a:ext cx="90" cy="117"/>
            </a:xfrm>
            <a:custGeom>
              <a:avLst/>
              <a:gdLst>
                <a:gd name="T0" fmla="*/ 533 w 36"/>
                <a:gd name="T1" fmla="*/ 0 h 44"/>
                <a:gd name="T2" fmla="*/ 0 w 36"/>
                <a:gd name="T3" fmla="*/ 792 h 44"/>
                <a:gd name="T4" fmla="*/ 20 w 36"/>
                <a:gd name="T5" fmla="*/ 827 h 44"/>
                <a:gd name="T6" fmla="*/ 50 w 36"/>
                <a:gd name="T7" fmla="*/ 792 h 44"/>
                <a:gd name="T8" fmla="*/ 270 w 36"/>
                <a:gd name="T9" fmla="*/ 261 h 44"/>
                <a:gd name="T10" fmla="*/ 550 w 36"/>
                <a:gd name="T11" fmla="*/ 77 h 44"/>
                <a:gd name="T12" fmla="*/ 563 w 36"/>
                <a:gd name="T13" fmla="*/ 35 h 44"/>
                <a:gd name="T14" fmla="*/ 533 w 36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4">
                  <a:moveTo>
                    <a:pt x="34" y="0"/>
                  </a:moveTo>
                  <a:cubicBezTo>
                    <a:pt x="22" y="2"/>
                    <a:pt x="1" y="23"/>
                    <a:pt x="0" y="42"/>
                  </a:cubicBezTo>
                  <a:cubicBezTo>
                    <a:pt x="0" y="43"/>
                    <a:pt x="0" y="44"/>
                    <a:pt x="1" y="44"/>
                  </a:cubicBezTo>
                  <a:cubicBezTo>
                    <a:pt x="3" y="44"/>
                    <a:pt x="3" y="43"/>
                    <a:pt x="3" y="42"/>
                  </a:cubicBezTo>
                  <a:cubicBezTo>
                    <a:pt x="4" y="33"/>
                    <a:pt x="9" y="21"/>
                    <a:pt x="17" y="14"/>
                  </a:cubicBezTo>
                  <a:cubicBezTo>
                    <a:pt x="23" y="8"/>
                    <a:pt x="30" y="5"/>
                    <a:pt x="35" y="4"/>
                  </a:cubicBezTo>
                  <a:cubicBezTo>
                    <a:pt x="36" y="4"/>
                    <a:pt x="36" y="3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lose/>
                </a:path>
              </a:pathLst>
            </a:custGeom>
            <a:solidFill>
              <a:srgbClr val="E4C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2681">
              <a:extLst>
                <a:ext uri="{FF2B5EF4-FFF2-40B4-BE49-F238E27FC236}">
                  <a16:creationId xmlns:a16="http://schemas.microsoft.com/office/drawing/2014/main" id="{6B16891E-248C-4410-A0D0-E1C8272E1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73"/>
              <a:ext cx="23" cy="13"/>
            </a:xfrm>
            <a:custGeom>
              <a:avLst/>
              <a:gdLst>
                <a:gd name="T0" fmla="*/ 20 w 9"/>
                <a:gd name="T1" fmla="*/ 0 h 5"/>
                <a:gd name="T2" fmla="*/ 151 w 9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1" y="0"/>
                  </a:moveTo>
                  <a:cubicBezTo>
                    <a:pt x="0" y="3"/>
                    <a:pt x="7" y="5"/>
                    <a:pt x="9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2682">
              <a:extLst>
                <a:ext uri="{FF2B5EF4-FFF2-40B4-BE49-F238E27FC236}">
                  <a16:creationId xmlns:a16="http://schemas.microsoft.com/office/drawing/2014/main" id="{849EB280-3F5B-454D-A6F8-ED29C1A7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449"/>
              <a:ext cx="68" cy="122"/>
            </a:xfrm>
            <a:custGeom>
              <a:avLst/>
              <a:gdLst>
                <a:gd name="T0" fmla="*/ 285 w 27"/>
                <a:gd name="T1" fmla="*/ 859 h 46"/>
                <a:gd name="T2" fmla="*/ 400 w 27"/>
                <a:gd name="T3" fmla="*/ 485 h 46"/>
                <a:gd name="T4" fmla="*/ 50 w 27"/>
                <a:gd name="T5" fmla="*/ 0 h 46"/>
                <a:gd name="T6" fmla="*/ 0 w 27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6">
                  <a:moveTo>
                    <a:pt x="18" y="46"/>
                  </a:moveTo>
                  <a:cubicBezTo>
                    <a:pt x="22" y="41"/>
                    <a:pt x="24" y="35"/>
                    <a:pt x="25" y="26"/>
                  </a:cubicBezTo>
                  <a:cubicBezTo>
                    <a:pt x="27" y="10"/>
                    <a:pt x="1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1A171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2683">
              <a:extLst>
                <a:ext uri="{FF2B5EF4-FFF2-40B4-BE49-F238E27FC236}">
                  <a16:creationId xmlns:a16="http://schemas.microsoft.com/office/drawing/2014/main" id="{99A6329F-411F-4830-AC3D-5E20C81AC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459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4"/>
                    <a:pt x="6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2684">
              <a:extLst>
                <a:ext uri="{FF2B5EF4-FFF2-40B4-BE49-F238E27FC236}">
                  <a16:creationId xmlns:a16="http://schemas.microsoft.com/office/drawing/2014/main" id="{08C695E4-D37A-4959-9810-9AF474B98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790"/>
              <a:ext cx="67" cy="88"/>
            </a:xfrm>
            <a:custGeom>
              <a:avLst/>
              <a:gdLst>
                <a:gd name="T0" fmla="*/ 42 w 27"/>
                <a:gd name="T1" fmla="*/ 627 h 33"/>
                <a:gd name="T2" fmla="*/ 228 w 27"/>
                <a:gd name="T3" fmla="*/ 56 h 33"/>
                <a:gd name="T4" fmla="*/ 412 w 27"/>
                <a:gd name="T5" fmla="*/ 93 h 33"/>
                <a:gd name="T6" fmla="*/ 166 w 27"/>
                <a:gd name="T7" fmla="*/ 192 h 33"/>
                <a:gd name="T8" fmla="*/ 42 w 27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3">
                  <a:moveTo>
                    <a:pt x="3" y="33"/>
                  </a:moveTo>
                  <a:cubicBezTo>
                    <a:pt x="0" y="26"/>
                    <a:pt x="3" y="8"/>
                    <a:pt x="15" y="3"/>
                  </a:cubicBezTo>
                  <a:cubicBezTo>
                    <a:pt x="21" y="0"/>
                    <a:pt x="24" y="3"/>
                    <a:pt x="27" y="5"/>
                  </a:cubicBezTo>
                  <a:cubicBezTo>
                    <a:pt x="24" y="3"/>
                    <a:pt x="17" y="4"/>
                    <a:pt x="11" y="10"/>
                  </a:cubicBezTo>
                  <a:cubicBezTo>
                    <a:pt x="6" y="16"/>
                    <a:pt x="4" y="19"/>
                    <a:pt x="3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2685">
              <a:extLst>
                <a:ext uri="{FF2B5EF4-FFF2-40B4-BE49-F238E27FC236}">
                  <a16:creationId xmlns:a16="http://schemas.microsoft.com/office/drawing/2014/main" id="{21EF0ED5-1205-4370-84C1-BE6C5726E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875"/>
              <a:ext cx="33" cy="22"/>
            </a:xfrm>
            <a:custGeom>
              <a:avLst/>
              <a:gdLst>
                <a:gd name="T0" fmla="*/ 0 w 13"/>
                <a:gd name="T1" fmla="*/ 0 h 8"/>
                <a:gd name="T2" fmla="*/ 213 w 13"/>
                <a:gd name="T3" fmla="*/ 61 h 8"/>
                <a:gd name="T4" fmla="*/ 0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1" y="4"/>
                    <a:pt x="8" y="6"/>
                    <a:pt x="13" y="3"/>
                  </a:cubicBezTo>
                  <a:cubicBezTo>
                    <a:pt x="10" y="7"/>
                    <a:pt x="0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2686">
              <a:extLst>
                <a:ext uri="{FF2B5EF4-FFF2-40B4-BE49-F238E27FC236}">
                  <a16:creationId xmlns:a16="http://schemas.microsoft.com/office/drawing/2014/main" id="{3A134B99-589D-452E-9762-F05C4939A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918"/>
              <a:ext cx="27" cy="67"/>
            </a:xfrm>
            <a:custGeom>
              <a:avLst/>
              <a:gdLst>
                <a:gd name="T0" fmla="*/ 12 w 11"/>
                <a:gd name="T1" fmla="*/ 0 h 25"/>
                <a:gd name="T2" fmla="*/ 12 w 11"/>
                <a:gd name="T3" fmla="*/ 287 h 25"/>
                <a:gd name="T4" fmla="*/ 162 w 11"/>
                <a:gd name="T5" fmla="*/ 482 h 25"/>
                <a:gd name="T6" fmla="*/ 71 w 11"/>
                <a:gd name="T7" fmla="*/ 230 h 25"/>
                <a:gd name="T8" fmla="*/ 12 w 1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5">
                  <a:moveTo>
                    <a:pt x="1" y="0"/>
                  </a:moveTo>
                  <a:cubicBezTo>
                    <a:pt x="4" y="5"/>
                    <a:pt x="4" y="11"/>
                    <a:pt x="1" y="15"/>
                  </a:cubicBezTo>
                  <a:cubicBezTo>
                    <a:pt x="0" y="18"/>
                    <a:pt x="5" y="24"/>
                    <a:pt x="11" y="25"/>
                  </a:cubicBezTo>
                  <a:cubicBezTo>
                    <a:pt x="7" y="23"/>
                    <a:pt x="4" y="20"/>
                    <a:pt x="5" y="12"/>
                  </a:cubicBezTo>
                  <a:cubicBezTo>
                    <a:pt x="6" y="4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2687">
              <a:extLst>
                <a:ext uri="{FF2B5EF4-FFF2-40B4-BE49-F238E27FC236}">
                  <a16:creationId xmlns:a16="http://schemas.microsoft.com/office/drawing/2014/main" id="{CD5770AD-F23D-4319-BEE1-EE8230C4A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891"/>
              <a:ext cx="40" cy="86"/>
            </a:xfrm>
            <a:custGeom>
              <a:avLst/>
              <a:gdLst>
                <a:gd name="T0" fmla="*/ 95 w 16"/>
                <a:gd name="T1" fmla="*/ 137 h 32"/>
                <a:gd name="T2" fmla="*/ 33 w 16"/>
                <a:gd name="T3" fmla="*/ 621 h 32"/>
                <a:gd name="T4" fmla="*/ 33 w 16"/>
                <a:gd name="T5" fmla="*/ 196 h 32"/>
                <a:gd name="T6" fmla="*/ 250 w 16"/>
                <a:gd name="T7" fmla="*/ 35 h 32"/>
                <a:gd name="T8" fmla="*/ 95 w 16"/>
                <a:gd name="T9" fmla="*/ 13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6" y="7"/>
                  </a:moveTo>
                  <a:cubicBezTo>
                    <a:pt x="2" y="12"/>
                    <a:pt x="2" y="27"/>
                    <a:pt x="2" y="32"/>
                  </a:cubicBezTo>
                  <a:cubicBezTo>
                    <a:pt x="2" y="30"/>
                    <a:pt x="0" y="18"/>
                    <a:pt x="2" y="10"/>
                  </a:cubicBezTo>
                  <a:cubicBezTo>
                    <a:pt x="5" y="2"/>
                    <a:pt x="12" y="0"/>
                    <a:pt x="16" y="2"/>
                  </a:cubicBezTo>
                  <a:cubicBezTo>
                    <a:pt x="13" y="2"/>
                    <a:pt x="9" y="4"/>
                    <a:pt x="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2688">
              <a:extLst>
                <a:ext uri="{FF2B5EF4-FFF2-40B4-BE49-F238E27FC236}">
                  <a16:creationId xmlns:a16="http://schemas.microsoft.com/office/drawing/2014/main" id="{E132DADE-84D9-49D7-B789-2477362C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905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20 w 4"/>
                <a:gd name="T3" fmla="*/ 115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3" y="1"/>
                    <a:pt x="2" y="5"/>
                    <a:pt x="1" y="6"/>
                  </a:cubicBezTo>
                  <a:cubicBezTo>
                    <a:pt x="4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2689">
              <a:extLst>
                <a:ext uri="{FF2B5EF4-FFF2-40B4-BE49-F238E27FC236}">
                  <a16:creationId xmlns:a16="http://schemas.microsoft.com/office/drawing/2014/main" id="{F62B129E-9E7A-4521-9F54-283ECAE37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11"/>
              <a:ext cx="30" cy="27"/>
            </a:xfrm>
            <a:custGeom>
              <a:avLst/>
              <a:gdLst>
                <a:gd name="T0" fmla="*/ 20 w 12"/>
                <a:gd name="T1" fmla="*/ 0 h 10"/>
                <a:gd name="T2" fmla="*/ 188 w 12"/>
                <a:gd name="T3" fmla="*/ 116 h 10"/>
                <a:gd name="T4" fmla="*/ 2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" y="0"/>
                  </a:moveTo>
                  <a:cubicBezTo>
                    <a:pt x="3" y="6"/>
                    <a:pt x="6" y="8"/>
                    <a:pt x="12" y="6"/>
                  </a:cubicBezTo>
                  <a:cubicBezTo>
                    <a:pt x="8" y="10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2690">
              <a:extLst>
                <a:ext uri="{FF2B5EF4-FFF2-40B4-BE49-F238E27FC236}">
                  <a16:creationId xmlns:a16="http://schemas.microsoft.com/office/drawing/2014/main" id="{EF99CD94-9CDF-4B67-A1F6-5F82DBC8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54"/>
              <a:ext cx="92" cy="48"/>
            </a:xfrm>
            <a:custGeom>
              <a:avLst/>
              <a:gdLst>
                <a:gd name="T0" fmla="*/ 353 w 37"/>
                <a:gd name="T1" fmla="*/ 205 h 18"/>
                <a:gd name="T2" fmla="*/ 569 w 37"/>
                <a:gd name="T3" fmla="*/ 0 h 18"/>
                <a:gd name="T4" fmla="*/ 415 w 37"/>
                <a:gd name="T5" fmla="*/ 341 h 18"/>
                <a:gd name="T6" fmla="*/ 216 w 37"/>
                <a:gd name="T7" fmla="*/ 248 h 18"/>
                <a:gd name="T8" fmla="*/ 0 w 37"/>
                <a:gd name="T9" fmla="*/ 192 h 18"/>
                <a:gd name="T10" fmla="*/ 353 w 37"/>
                <a:gd name="T11" fmla="*/ 20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8">
                  <a:moveTo>
                    <a:pt x="23" y="11"/>
                  </a:moveTo>
                  <a:cubicBezTo>
                    <a:pt x="32" y="13"/>
                    <a:pt x="35" y="6"/>
                    <a:pt x="37" y="0"/>
                  </a:cubicBezTo>
                  <a:cubicBezTo>
                    <a:pt x="37" y="6"/>
                    <a:pt x="32" y="17"/>
                    <a:pt x="27" y="18"/>
                  </a:cubicBezTo>
                  <a:cubicBezTo>
                    <a:pt x="25" y="17"/>
                    <a:pt x="20" y="16"/>
                    <a:pt x="14" y="13"/>
                  </a:cubicBezTo>
                  <a:cubicBezTo>
                    <a:pt x="9" y="10"/>
                    <a:pt x="5" y="9"/>
                    <a:pt x="0" y="10"/>
                  </a:cubicBezTo>
                  <a:cubicBezTo>
                    <a:pt x="4" y="8"/>
                    <a:pt x="17" y="10"/>
                    <a:pt x="23" y="11"/>
                  </a:cubicBezTo>
                  <a:close/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2691">
              <a:extLst>
                <a:ext uri="{FF2B5EF4-FFF2-40B4-BE49-F238E27FC236}">
                  <a16:creationId xmlns:a16="http://schemas.microsoft.com/office/drawing/2014/main" id="{3B14AA5A-D457-4766-B7EA-3CB424C7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918"/>
              <a:ext cx="85" cy="85"/>
            </a:xfrm>
            <a:custGeom>
              <a:avLst/>
              <a:gdLst>
                <a:gd name="T0" fmla="*/ 0 w 34"/>
                <a:gd name="T1" fmla="*/ 507 h 32"/>
                <a:gd name="T2" fmla="*/ 363 w 34"/>
                <a:gd name="T3" fmla="*/ 452 h 32"/>
                <a:gd name="T4" fmla="*/ 438 w 34"/>
                <a:gd name="T5" fmla="*/ 0 h 32"/>
                <a:gd name="T6" fmla="*/ 313 w 34"/>
                <a:gd name="T7" fmla="*/ 396 h 32"/>
                <a:gd name="T8" fmla="*/ 0 w 34"/>
                <a:gd name="T9" fmla="*/ 50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0" y="27"/>
                  </a:moveTo>
                  <a:cubicBezTo>
                    <a:pt x="4" y="32"/>
                    <a:pt x="17" y="31"/>
                    <a:pt x="23" y="24"/>
                  </a:cubicBezTo>
                  <a:cubicBezTo>
                    <a:pt x="29" y="17"/>
                    <a:pt x="34" y="5"/>
                    <a:pt x="28" y="0"/>
                  </a:cubicBezTo>
                  <a:cubicBezTo>
                    <a:pt x="30" y="4"/>
                    <a:pt x="26" y="15"/>
                    <a:pt x="20" y="21"/>
                  </a:cubicBezTo>
                  <a:cubicBezTo>
                    <a:pt x="15" y="26"/>
                    <a:pt x="3" y="30"/>
                    <a:pt x="0" y="27"/>
                  </a:cubicBezTo>
                  <a:close/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2692">
              <a:extLst>
                <a:ext uri="{FF2B5EF4-FFF2-40B4-BE49-F238E27FC236}">
                  <a16:creationId xmlns:a16="http://schemas.microsoft.com/office/drawing/2014/main" id="{0F7B7761-F473-4269-BDBB-2CDFC79F8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894"/>
              <a:ext cx="55" cy="91"/>
            </a:xfrm>
            <a:custGeom>
              <a:avLst/>
              <a:gdLst>
                <a:gd name="T0" fmla="*/ 0 w 22"/>
                <a:gd name="T1" fmla="*/ 653 h 34"/>
                <a:gd name="T2" fmla="*/ 345 w 22"/>
                <a:gd name="T3" fmla="*/ 193 h 34"/>
                <a:gd name="T4" fmla="*/ 283 w 22"/>
                <a:gd name="T5" fmla="*/ 0 h 34"/>
                <a:gd name="T6" fmla="*/ 208 w 22"/>
                <a:gd name="T7" fmla="*/ 458 h 34"/>
                <a:gd name="T8" fmla="*/ 0 w 22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16" y="33"/>
                    <a:pt x="22" y="20"/>
                    <a:pt x="22" y="10"/>
                  </a:cubicBezTo>
                  <a:cubicBezTo>
                    <a:pt x="22" y="6"/>
                    <a:pt x="20" y="1"/>
                    <a:pt x="18" y="0"/>
                  </a:cubicBezTo>
                  <a:cubicBezTo>
                    <a:pt x="20" y="4"/>
                    <a:pt x="19" y="16"/>
                    <a:pt x="13" y="24"/>
                  </a:cubicBezTo>
                  <a:cubicBezTo>
                    <a:pt x="9" y="29"/>
                    <a:pt x="3" y="34"/>
                    <a:pt x="0" y="34"/>
                  </a:cubicBezTo>
                  <a:close/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2693">
              <a:extLst>
                <a:ext uri="{FF2B5EF4-FFF2-40B4-BE49-F238E27FC236}">
                  <a16:creationId xmlns:a16="http://schemas.microsoft.com/office/drawing/2014/main" id="{FC92E88F-A7C1-43D0-976F-81FF2ED80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430"/>
              <a:ext cx="47" cy="35"/>
            </a:xfrm>
            <a:custGeom>
              <a:avLst/>
              <a:gdLst>
                <a:gd name="T0" fmla="*/ 0 w 19"/>
                <a:gd name="T1" fmla="*/ 35 h 13"/>
                <a:gd name="T2" fmla="*/ 287 w 19"/>
                <a:gd name="T3" fmla="*/ 0 h 13"/>
                <a:gd name="T4" fmla="*/ 0 w 19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2"/>
                  </a:moveTo>
                  <a:cubicBezTo>
                    <a:pt x="3" y="6"/>
                    <a:pt x="12" y="9"/>
                    <a:pt x="19" y="0"/>
                  </a:cubicBezTo>
                  <a:cubicBezTo>
                    <a:pt x="17" y="9"/>
                    <a:pt x="3" y="1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2694">
              <a:extLst>
                <a:ext uri="{FF2B5EF4-FFF2-40B4-BE49-F238E27FC236}">
                  <a16:creationId xmlns:a16="http://schemas.microsoft.com/office/drawing/2014/main" id="{7DB9F64D-6564-4E22-8765-FA467836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473"/>
              <a:ext cx="53" cy="114"/>
            </a:xfrm>
            <a:custGeom>
              <a:avLst/>
              <a:gdLst>
                <a:gd name="T0" fmla="*/ 242 w 21"/>
                <a:gd name="T1" fmla="*/ 0 h 43"/>
                <a:gd name="T2" fmla="*/ 33 w 21"/>
                <a:gd name="T3" fmla="*/ 408 h 43"/>
                <a:gd name="T4" fmla="*/ 338 w 21"/>
                <a:gd name="T5" fmla="*/ 801 h 43"/>
                <a:gd name="T6" fmla="*/ 96 w 21"/>
                <a:gd name="T7" fmla="*/ 392 h 43"/>
                <a:gd name="T8" fmla="*/ 242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5" y="0"/>
                  </a:moveTo>
                  <a:cubicBezTo>
                    <a:pt x="9" y="2"/>
                    <a:pt x="0" y="10"/>
                    <a:pt x="2" y="22"/>
                  </a:cubicBezTo>
                  <a:cubicBezTo>
                    <a:pt x="4" y="33"/>
                    <a:pt x="17" y="41"/>
                    <a:pt x="21" y="43"/>
                  </a:cubicBezTo>
                  <a:cubicBezTo>
                    <a:pt x="16" y="41"/>
                    <a:pt x="6" y="31"/>
                    <a:pt x="6" y="21"/>
                  </a:cubicBezTo>
                  <a:cubicBezTo>
                    <a:pt x="5" y="10"/>
                    <a:pt x="10" y="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2695">
              <a:extLst>
                <a:ext uri="{FF2B5EF4-FFF2-40B4-BE49-F238E27FC236}">
                  <a16:creationId xmlns:a16="http://schemas.microsoft.com/office/drawing/2014/main" id="{9FC6DCBF-2056-4ACE-A37B-15E737D81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81"/>
              <a:ext cx="20" cy="69"/>
            </a:xfrm>
            <a:custGeom>
              <a:avLst/>
              <a:gdLst>
                <a:gd name="T0" fmla="*/ 20 w 8"/>
                <a:gd name="T1" fmla="*/ 0 h 26"/>
                <a:gd name="T2" fmla="*/ 0 w 8"/>
                <a:gd name="T3" fmla="*/ 486 h 26"/>
                <a:gd name="T4" fmla="*/ 20 w 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1" y="0"/>
                  </a:moveTo>
                  <a:cubicBezTo>
                    <a:pt x="5" y="5"/>
                    <a:pt x="5" y="16"/>
                    <a:pt x="0" y="26"/>
                  </a:cubicBezTo>
                  <a:cubicBezTo>
                    <a:pt x="7" y="18"/>
                    <a:pt x="8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2696">
              <a:extLst>
                <a:ext uri="{FF2B5EF4-FFF2-40B4-BE49-F238E27FC236}">
                  <a16:creationId xmlns:a16="http://schemas.microsoft.com/office/drawing/2014/main" id="{164176CC-D1E6-4825-A01F-439572D58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30"/>
              <a:ext cx="68" cy="131"/>
            </a:xfrm>
            <a:custGeom>
              <a:avLst/>
              <a:gdLst>
                <a:gd name="T0" fmla="*/ 317 w 27"/>
                <a:gd name="T1" fmla="*/ 0 h 49"/>
                <a:gd name="T2" fmla="*/ 380 w 27"/>
                <a:gd name="T3" fmla="*/ 537 h 49"/>
                <a:gd name="T4" fmla="*/ 0 w 27"/>
                <a:gd name="T5" fmla="*/ 936 h 49"/>
                <a:gd name="T6" fmla="*/ 317 w 27"/>
                <a:gd name="T7" fmla="*/ 500 h 49"/>
                <a:gd name="T8" fmla="*/ 317 w 27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20" y="0"/>
                  </a:moveTo>
                  <a:cubicBezTo>
                    <a:pt x="25" y="3"/>
                    <a:pt x="27" y="16"/>
                    <a:pt x="24" y="28"/>
                  </a:cubicBezTo>
                  <a:cubicBezTo>
                    <a:pt x="20" y="40"/>
                    <a:pt x="12" y="48"/>
                    <a:pt x="0" y="49"/>
                  </a:cubicBezTo>
                  <a:cubicBezTo>
                    <a:pt x="7" y="48"/>
                    <a:pt x="17" y="38"/>
                    <a:pt x="20" y="26"/>
                  </a:cubicBezTo>
                  <a:cubicBezTo>
                    <a:pt x="23" y="14"/>
                    <a:pt x="22" y="3"/>
                    <a:pt x="20" y="0"/>
                  </a:cubicBezTo>
                  <a:close/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2697">
              <a:extLst>
                <a:ext uri="{FF2B5EF4-FFF2-40B4-BE49-F238E27FC236}">
                  <a16:creationId xmlns:a16="http://schemas.microsoft.com/office/drawing/2014/main" id="{1FC727B5-BD04-460A-B4E2-DAF47FDB3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449"/>
              <a:ext cx="53" cy="26"/>
            </a:xfrm>
            <a:custGeom>
              <a:avLst/>
              <a:gdLst>
                <a:gd name="T0" fmla="*/ 0 w 21"/>
                <a:gd name="T1" fmla="*/ 156 h 10"/>
                <a:gd name="T2" fmla="*/ 83 w 21"/>
                <a:gd name="T3" fmla="*/ 88 h 10"/>
                <a:gd name="T4" fmla="*/ 338 w 21"/>
                <a:gd name="T5" fmla="*/ 34 h 10"/>
                <a:gd name="T6" fmla="*/ 114 w 21"/>
                <a:gd name="T7" fmla="*/ 109 h 10"/>
                <a:gd name="T8" fmla="*/ 0 w 21"/>
                <a:gd name="T9" fmla="*/ 15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0" y="9"/>
                  </a:moveTo>
                  <a:cubicBezTo>
                    <a:pt x="3" y="9"/>
                    <a:pt x="4" y="6"/>
                    <a:pt x="5" y="5"/>
                  </a:cubicBezTo>
                  <a:cubicBezTo>
                    <a:pt x="6" y="3"/>
                    <a:pt x="14" y="0"/>
                    <a:pt x="21" y="2"/>
                  </a:cubicBezTo>
                  <a:cubicBezTo>
                    <a:pt x="17" y="1"/>
                    <a:pt x="9" y="4"/>
                    <a:pt x="7" y="6"/>
                  </a:cubicBezTo>
                  <a:cubicBezTo>
                    <a:pt x="5" y="7"/>
                    <a:pt x="4" y="1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2698">
              <a:extLst>
                <a:ext uri="{FF2B5EF4-FFF2-40B4-BE49-F238E27FC236}">
                  <a16:creationId xmlns:a16="http://schemas.microsoft.com/office/drawing/2014/main" id="{BDB42875-0F2F-4078-8BD0-635155552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462"/>
              <a:ext cx="75" cy="125"/>
            </a:xfrm>
            <a:custGeom>
              <a:avLst/>
              <a:gdLst>
                <a:gd name="T0" fmla="*/ 363 w 30"/>
                <a:gd name="T1" fmla="*/ 452 h 47"/>
                <a:gd name="T2" fmla="*/ 0 w 30"/>
                <a:gd name="T3" fmla="*/ 883 h 47"/>
                <a:gd name="T4" fmla="*/ 438 w 30"/>
                <a:gd name="T5" fmla="*/ 452 h 47"/>
                <a:gd name="T6" fmla="*/ 270 w 30"/>
                <a:gd name="T7" fmla="*/ 0 h 47"/>
                <a:gd name="T8" fmla="*/ 363 w 30"/>
                <a:gd name="T9" fmla="*/ 45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7">
                  <a:moveTo>
                    <a:pt x="23" y="24"/>
                  </a:moveTo>
                  <a:cubicBezTo>
                    <a:pt x="21" y="36"/>
                    <a:pt x="8" y="45"/>
                    <a:pt x="0" y="47"/>
                  </a:cubicBezTo>
                  <a:cubicBezTo>
                    <a:pt x="15" y="47"/>
                    <a:pt x="25" y="37"/>
                    <a:pt x="28" y="24"/>
                  </a:cubicBezTo>
                  <a:cubicBezTo>
                    <a:pt x="30" y="12"/>
                    <a:pt x="23" y="2"/>
                    <a:pt x="17" y="0"/>
                  </a:cubicBezTo>
                  <a:cubicBezTo>
                    <a:pt x="22" y="7"/>
                    <a:pt x="25" y="15"/>
                    <a:pt x="23" y="24"/>
                  </a:cubicBezTo>
                  <a:close/>
                </a:path>
              </a:pathLst>
            </a:custGeom>
            <a:solidFill>
              <a:srgbClr val="B00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2699">
              <a:extLst>
                <a:ext uri="{FF2B5EF4-FFF2-40B4-BE49-F238E27FC236}">
                  <a16:creationId xmlns:a16="http://schemas.microsoft.com/office/drawing/2014/main" id="{325B1E7B-9913-4C31-B151-F95E2E27F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433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7938" cap="flat">
              <a:solidFill>
                <a:srgbClr val="C601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2700">
              <a:extLst>
                <a:ext uri="{FF2B5EF4-FFF2-40B4-BE49-F238E27FC236}">
                  <a16:creationId xmlns:a16="http://schemas.microsoft.com/office/drawing/2014/main" id="{D89614D7-AE07-475D-AE39-ABB26B993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433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C601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2701">
              <a:extLst>
                <a:ext uri="{FF2B5EF4-FFF2-40B4-BE49-F238E27FC236}">
                  <a16:creationId xmlns:a16="http://schemas.microsoft.com/office/drawing/2014/main" id="{6F18C8A1-020D-4213-967F-A513104E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899"/>
              <a:ext cx="3" cy="6"/>
            </a:xfrm>
            <a:custGeom>
              <a:avLst/>
              <a:gdLst>
                <a:gd name="T0" fmla="*/ 27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C601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2702">
              <a:extLst>
                <a:ext uri="{FF2B5EF4-FFF2-40B4-BE49-F238E27FC236}">
                  <a16:creationId xmlns:a16="http://schemas.microsoft.com/office/drawing/2014/main" id="{83CB6EC3-BBE8-4EB2-B75E-B153429B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817"/>
              <a:ext cx="25" cy="64"/>
            </a:xfrm>
            <a:custGeom>
              <a:avLst/>
              <a:gdLst>
                <a:gd name="T0" fmla="*/ 0 w 10"/>
                <a:gd name="T1" fmla="*/ 419 h 24"/>
                <a:gd name="T2" fmla="*/ 158 w 10"/>
                <a:gd name="T3" fmla="*/ 0 h 24"/>
                <a:gd name="T4" fmla="*/ 20 w 10"/>
                <a:gd name="T5" fmla="*/ 419 h 24"/>
                <a:gd name="T6" fmla="*/ 0 w 10"/>
                <a:gd name="T7" fmla="*/ 41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22"/>
                  </a:moveTo>
                  <a:cubicBezTo>
                    <a:pt x="0" y="17"/>
                    <a:pt x="2" y="9"/>
                    <a:pt x="10" y="0"/>
                  </a:cubicBezTo>
                  <a:cubicBezTo>
                    <a:pt x="8" y="2"/>
                    <a:pt x="1" y="14"/>
                    <a:pt x="1" y="22"/>
                  </a:cubicBezTo>
                  <a:cubicBezTo>
                    <a:pt x="1" y="24"/>
                    <a:pt x="0" y="23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2703">
              <a:extLst>
                <a:ext uri="{FF2B5EF4-FFF2-40B4-BE49-F238E27FC236}">
                  <a16:creationId xmlns:a16="http://schemas.microsoft.com/office/drawing/2014/main" id="{D0917B4F-E2BA-4D7F-A044-C765C2159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769"/>
              <a:ext cx="23" cy="50"/>
            </a:xfrm>
            <a:custGeom>
              <a:avLst/>
              <a:gdLst>
                <a:gd name="T0" fmla="*/ 20 w 9"/>
                <a:gd name="T1" fmla="*/ 326 h 19"/>
                <a:gd name="T2" fmla="*/ 151 w 9"/>
                <a:gd name="T3" fmla="*/ 0 h 19"/>
                <a:gd name="T4" fmla="*/ 20 w 9"/>
                <a:gd name="T5" fmla="*/ 326 h 19"/>
                <a:gd name="T6" fmla="*/ 20 w 9"/>
                <a:gd name="T7" fmla="*/ 32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1" y="18"/>
                  </a:moveTo>
                  <a:cubicBezTo>
                    <a:pt x="3" y="16"/>
                    <a:pt x="8" y="5"/>
                    <a:pt x="9" y="0"/>
                  </a:cubicBezTo>
                  <a:cubicBezTo>
                    <a:pt x="8" y="3"/>
                    <a:pt x="2" y="16"/>
                    <a:pt x="1" y="18"/>
                  </a:cubicBezTo>
                  <a:cubicBezTo>
                    <a:pt x="0" y="19"/>
                    <a:pt x="1" y="19"/>
                    <a:pt x="1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9" name="Freeform 2704">
              <a:extLst>
                <a:ext uri="{FF2B5EF4-FFF2-40B4-BE49-F238E27FC236}">
                  <a16:creationId xmlns:a16="http://schemas.microsoft.com/office/drawing/2014/main" id="{C0DCFBE5-1581-4A38-BE73-2415287E0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398"/>
              <a:ext cx="18" cy="67"/>
            </a:xfrm>
            <a:custGeom>
              <a:avLst/>
              <a:gdLst>
                <a:gd name="T0" fmla="*/ 0 w 7"/>
                <a:gd name="T1" fmla="*/ 0 h 25"/>
                <a:gd name="T2" fmla="*/ 118 w 7"/>
                <a:gd name="T3" fmla="*/ 423 h 25"/>
                <a:gd name="T4" fmla="*/ 100 w 7"/>
                <a:gd name="T5" fmla="*/ 445 h 25"/>
                <a:gd name="T6" fmla="*/ 0 w 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5">
                  <a:moveTo>
                    <a:pt x="0" y="0"/>
                  </a:moveTo>
                  <a:cubicBezTo>
                    <a:pt x="4" y="5"/>
                    <a:pt x="7" y="16"/>
                    <a:pt x="7" y="22"/>
                  </a:cubicBezTo>
                  <a:cubicBezTo>
                    <a:pt x="7" y="25"/>
                    <a:pt x="6" y="25"/>
                    <a:pt x="6" y="23"/>
                  </a:cubicBezTo>
                  <a:cubicBezTo>
                    <a:pt x="5" y="21"/>
                    <a:pt x="4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8" name="three-white-sugar-cubes-illustration">
            <a:extLst>
              <a:ext uri="{FF2B5EF4-FFF2-40B4-BE49-F238E27FC236}">
                <a16:creationId xmlns:a16="http://schemas.microsoft.com/office/drawing/2014/main" id="{B165B231-FE34-4D32-A386-76C0ECB9242C}"/>
              </a:ext>
            </a:extLst>
          </p:cNvPr>
          <p:cNvGrpSpPr>
            <a:grpSpLocks/>
          </p:cNvGrpSpPr>
          <p:nvPr/>
        </p:nvGrpSpPr>
        <p:grpSpPr bwMode="auto">
          <a:xfrm>
            <a:off x="4775200" y="1982788"/>
            <a:ext cx="1512888" cy="1355725"/>
            <a:chOff x="3022" y="2610"/>
            <a:chExt cx="637" cy="571"/>
          </a:xfrm>
        </p:grpSpPr>
        <p:sp>
          <p:nvSpPr>
            <p:cNvPr id="31749" name="Freeform 2706">
              <a:extLst>
                <a:ext uri="{FF2B5EF4-FFF2-40B4-BE49-F238E27FC236}">
                  <a16:creationId xmlns:a16="http://schemas.microsoft.com/office/drawing/2014/main" id="{648475ED-DB45-45CA-B0E2-963C11B99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3122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20 w 6"/>
                <a:gd name="T3" fmla="*/ 0 h 5"/>
                <a:gd name="T4" fmla="*/ 0 w 6"/>
                <a:gd name="T5" fmla="*/ 34 h 5"/>
                <a:gd name="T6" fmla="*/ 20 w 6"/>
                <a:gd name="T7" fmla="*/ 88 h 5"/>
                <a:gd name="T8" fmla="*/ 63 w 6"/>
                <a:gd name="T9" fmla="*/ 88 h 5"/>
                <a:gd name="T10" fmla="*/ 95 w 6"/>
                <a:gd name="T11" fmla="*/ 55 h 5"/>
                <a:gd name="T12" fmla="*/ 95 w 6"/>
                <a:gd name="T13" fmla="*/ 21 h 5"/>
                <a:gd name="T14" fmla="*/ 63 w 6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5"/>
                    <a:pt x="1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2707">
              <a:extLst>
                <a:ext uri="{FF2B5EF4-FFF2-40B4-BE49-F238E27FC236}">
                  <a16:creationId xmlns:a16="http://schemas.microsoft.com/office/drawing/2014/main" id="{1C18121A-17C4-4AF0-ABA2-8A95A9228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03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56 h 3"/>
                <a:gd name="T4" fmla="*/ 33 w 4"/>
                <a:gd name="T5" fmla="*/ 56 h 3"/>
                <a:gd name="T6" fmla="*/ 63 w 4"/>
                <a:gd name="T7" fmla="*/ 35 h 3"/>
                <a:gd name="T8" fmla="*/ 50 w 4"/>
                <a:gd name="T9" fmla="*/ 0 h 3"/>
                <a:gd name="T10" fmla="*/ 33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2708">
              <a:extLst>
                <a:ext uri="{FF2B5EF4-FFF2-40B4-BE49-F238E27FC236}">
                  <a16:creationId xmlns:a16="http://schemas.microsoft.com/office/drawing/2014/main" id="{9452B5AD-2BBC-4879-B77E-65113736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039"/>
              <a:ext cx="12" cy="11"/>
            </a:xfrm>
            <a:custGeom>
              <a:avLst/>
              <a:gdLst>
                <a:gd name="T0" fmla="*/ 2 w 12"/>
                <a:gd name="T1" fmla="*/ 3 h 11"/>
                <a:gd name="T2" fmla="*/ 0 w 12"/>
                <a:gd name="T3" fmla="*/ 11 h 11"/>
                <a:gd name="T4" fmla="*/ 5 w 12"/>
                <a:gd name="T5" fmla="*/ 11 h 11"/>
                <a:gd name="T6" fmla="*/ 12 w 12"/>
                <a:gd name="T7" fmla="*/ 8 h 11"/>
                <a:gd name="T8" fmla="*/ 10 w 12"/>
                <a:gd name="T9" fmla="*/ 0 h 11"/>
                <a:gd name="T10" fmla="*/ 2 w 12"/>
                <a:gd name="T11" fmla="*/ 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2" y="3"/>
                  </a:moveTo>
                  <a:lnTo>
                    <a:pt x="0" y="11"/>
                  </a:lnTo>
                  <a:lnTo>
                    <a:pt x="5" y="11"/>
                  </a:lnTo>
                  <a:lnTo>
                    <a:pt x="12" y="8"/>
                  </a:lnTo>
                  <a:lnTo>
                    <a:pt x="1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2709">
              <a:extLst>
                <a:ext uri="{FF2B5EF4-FFF2-40B4-BE49-F238E27FC236}">
                  <a16:creationId xmlns:a16="http://schemas.microsoft.com/office/drawing/2014/main" id="{8683DDDC-805D-4AE7-86A1-FB95792D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125"/>
              <a:ext cx="10" cy="10"/>
            </a:xfrm>
            <a:custGeom>
              <a:avLst/>
              <a:gdLst>
                <a:gd name="T0" fmla="*/ 3 w 10"/>
                <a:gd name="T1" fmla="*/ 2 h 10"/>
                <a:gd name="T2" fmla="*/ 0 w 10"/>
                <a:gd name="T3" fmla="*/ 8 h 10"/>
                <a:gd name="T4" fmla="*/ 5 w 10"/>
                <a:gd name="T5" fmla="*/ 10 h 10"/>
                <a:gd name="T6" fmla="*/ 8 w 10"/>
                <a:gd name="T7" fmla="*/ 8 h 10"/>
                <a:gd name="T8" fmla="*/ 10 w 10"/>
                <a:gd name="T9" fmla="*/ 5 h 10"/>
                <a:gd name="T10" fmla="*/ 3 w 10"/>
                <a:gd name="T11" fmla="*/ 0 h 10"/>
                <a:gd name="T12" fmla="*/ 3 w 10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lnTo>
                    <a:pt x="0" y="8"/>
                  </a:lnTo>
                  <a:lnTo>
                    <a:pt x="5" y="10"/>
                  </a:lnTo>
                  <a:lnTo>
                    <a:pt x="8" y="8"/>
                  </a:lnTo>
                  <a:lnTo>
                    <a:pt x="10" y="5"/>
                  </a:lnTo>
                  <a:lnTo>
                    <a:pt x="3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2710">
              <a:extLst>
                <a:ext uri="{FF2B5EF4-FFF2-40B4-BE49-F238E27FC236}">
                  <a16:creationId xmlns:a16="http://schemas.microsoft.com/office/drawing/2014/main" id="{BBCB70F8-30D0-43F7-92CA-EF9A7C487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125"/>
              <a:ext cx="10" cy="10"/>
            </a:xfrm>
            <a:custGeom>
              <a:avLst/>
              <a:gdLst>
                <a:gd name="T0" fmla="*/ 3 w 10"/>
                <a:gd name="T1" fmla="*/ 2 h 10"/>
                <a:gd name="T2" fmla="*/ 0 w 10"/>
                <a:gd name="T3" fmla="*/ 8 h 10"/>
                <a:gd name="T4" fmla="*/ 5 w 10"/>
                <a:gd name="T5" fmla="*/ 10 h 10"/>
                <a:gd name="T6" fmla="*/ 8 w 10"/>
                <a:gd name="T7" fmla="*/ 8 h 10"/>
                <a:gd name="T8" fmla="*/ 10 w 10"/>
                <a:gd name="T9" fmla="*/ 5 h 10"/>
                <a:gd name="T10" fmla="*/ 3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lnTo>
                    <a:pt x="0" y="8"/>
                  </a:lnTo>
                  <a:lnTo>
                    <a:pt x="5" y="10"/>
                  </a:lnTo>
                  <a:lnTo>
                    <a:pt x="8" y="8"/>
                  </a:lnTo>
                  <a:lnTo>
                    <a:pt x="10" y="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2711">
              <a:extLst>
                <a:ext uri="{FF2B5EF4-FFF2-40B4-BE49-F238E27FC236}">
                  <a16:creationId xmlns:a16="http://schemas.microsoft.com/office/drawing/2014/main" id="{48A0D83F-273D-40CB-A4EF-E2CA7EE0E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135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61 h 4"/>
                <a:gd name="T4" fmla="*/ 50 w 4"/>
                <a:gd name="T5" fmla="*/ 83 h 4"/>
                <a:gd name="T6" fmla="*/ 63 w 4"/>
                <a:gd name="T7" fmla="*/ 47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4" y="2"/>
                    <a:pt x="4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2712">
              <a:extLst>
                <a:ext uri="{FF2B5EF4-FFF2-40B4-BE49-F238E27FC236}">
                  <a16:creationId xmlns:a16="http://schemas.microsoft.com/office/drawing/2014/main" id="{5EE66741-7A2C-4DF8-9766-EF00731D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3135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87 h 5"/>
                <a:gd name="T4" fmla="*/ 33 w 4"/>
                <a:gd name="T5" fmla="*/ 109 h 5"/>
                <a:gd name="T6" fmla="*/ 63 w 4"/>
                <a:gd name="T7" fmla="*/ 62 h 5"/>
                <a:gd name="T8" fmla="*/ 5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2713">
              <a:extLst>
                <a:ext uri="{FF2B5EF4-FFF2-40B4-BE49-F238E27FC236}">
                  <a16:creationId xmlns:a16="http://schemas.microsoft.com/office/drawing/2014/main" id="{2110C01F-5CFE-44E3-8329-C3A711BDB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042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20 w 4"/>
                <a:gd name="T3" fmla="*/ 83 h 4"/>
                <a:gd name="T4" fmla="*/ 50 w 4"/>
                <a:gd name="T5" fmla="*/ 83 h 4"/>
                <a:gd name="T6" fmla="*/ 63 w 4"/>
                <a:gd name="T7" fmla="*/ 47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0" y="4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2714">
              <a:extLst>
                <a:ext uri="{FF2B5EF4-FFF2-40B4-BE49-F238E27FC236}">
                  <a16:creationId xmlns:a16="http://schemas.microsoft.com/office/drawing/2014/main" id="{805DF543-DDA8-4349-B072-3FC49350A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167"/>
              <a:ext cx="12" cy="14"/>
            </a:xfrm>
            <a:custGeom>
              <a:avLst/>
              <a:gdLst>
                <a:gd name="T0" fmla="*/ 29 w 5"/>
                <a:gd name="T1" fmla="*/ 48 h 5"/>
                <a:gd name="T2" fmla="*/ 12 w 5"/>
                <a:gd name="T3" fmla="*/ 87 h 5"/>
                <a:gd name="T4" fmla="*/ 58 w 5"/>
                <a:gd name="T5" fmla="*/ 87 h 5"/>
                <a:gd name="T6" fmla="*/ 70 w 5"/>
                <a:gd name="T7" fmla="*/ 62 h 5"/>
                <a:gd name="T8" fmla="*/ 29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2" y="2"/>
                    <a:pt x="0" y="4"/>
                    <a:pt x="1" y="4"/>
                  </a:cubicBezTo>
                  <a:cubicBezTo>
                    <a:pt x="2" y="5"/>
                    <a:pt x="4" y="4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2715">
              <a:extLst>
                <a:ext uri="{FF2B5EF4-FFF2-40B4-BE49-F238E27FC236}">
                  <a16:creationId xmlns:a16="http://schemas.microsoft.com/office/drawing/2014/main" id="{27E4BBE8-887A-4B51-BE97-7ECFC352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922"/>
              <a:ext cx="387" cy="243"/>
            </a:xfrm>
            <a:custGeom>
              <a:avLst/>
              <a:gdLst>
                <a:gd name="T0" fmla="*/ 2349 w 155"/>
                <a:gd name="T1" fmla="*/ 0 h 91"/>
                <a:gd name="T2" fmla="*/ 2399 w 155"/>
                <a:gd name="T3" fmla="*/ 21 h 91"/>
                <a:gd name="T4" fmla="*/ 2382 w 155"/>
                <a:gd name="T5" fmla="*/ 77 h 91"/>
                <a:gd name="T6" fmla="*/ 2337 w 155"/>
                <a:gd name="T7" fmla="*/ 171 h 91"/>
                <a:gd name="T8" fmla="*/ 2287 w 155"/>
                <a:gd name="T9" fmla="*/ 264 h 91"/>
                <a:gd name="T10" fmla="*/ 2225 w 155"/>
                <a:gd name="T11" fmla="*/ 401 h 91"/>
                <a:gd name="T12" fmla="*/ 2182 w 155"/>
                <a:gd name="T13" fmla="*/ 457 h 91"/>
                <a:gd name="T14" fmla="*/ 2120 w 155"/>
                <a:gd name="T15" fmla="*/ 571 h 91"/>
                <a:gd name="T16" fmla="*/ 2037 w 155"/>
                <a:gd name="T17" fmla="*/ 684 h 91"/>
                <a:gd name="T18" fmla="*/ 1962 w 155"/>
                <a:gd name="T19" fmla="*/ 820 h 91"/>
                <a:gd name="T20" fmla="*/ 1903 w 155"/>
                <a:gd name="T21" fmla="*/ 820 h 91"/>
                <a:gd name="T22" fmla="*/ 1778 w 155"/>
                <a:gd name="T23" fmla="*/ 798 h 91"/>
                <a:gd name="T24" fmla="*/ 1633 w 155"/>
                <a:gd name="T25" fmla="*/ 764 h 91"/>
                <a:gd name="T26" fmla="*/ 1508 w 155"/>
                <a:gd name="T27" fmla="*/ 705 h 91"/>
                <a:gd name="T28" fmla="*/ 1371 w 155"/>
                <a:gd name="T29" fmla="*/ 684 h 91"/>
                <a:gd name="T30" fmla="*/ 1308 w 155"/>
                <a:gd name="T31" fmla="*/ 649 h 91"/>
                <a:gd name="T32" fmla="*/ 1228 w 155"/>
                <a:gd name="T33" fmla="*/ 649 h 91"/>
                <a:gd name="T34" fmla="*/ 949 w 155"/>
                <a:gd name="T35" fmla="*/ 593 h 91"/>
                <a:gd name="T36" fmla="*/ 841 w 155"/>
                <a:gd name="T37" fmla="*/ 534 h 91"/>
                <a:gd name="T38" fmla="*/ 729 w 155"/>
                <a:gd name="T39" fmla="*/ 513 h 91"/>
                <a:gd name="T40" fmla="*/ 592 w 155"/>
                <a:gd name="T41" fmla="*/ 478 h 91"/>
                <a:gd name="T42" fmla="*/ 467 w 155"/>
                <a:gd name="T43" fmla="*/ 435 h 91"/>
                <a:gd name="T44" fmla="*/ 375 w 155"/>
                <a:gd name="T45" fmla="*/ 401 h 91"/>
                <a:gd name="T46" fmla="*/ 262 w 155"/>
                <a:gd name="T47" fmla="*/ 379 h 91"/>
                <a:gd name="T48" fmla="*/ 62 w 155"/>
                <a:gd name="T49" fmla="*/ 307 h 91"/>
                <a:gd name="T50" fmla="*/ 42 w 155"/>
                <a:gd name="T51" fmla="*/ 307 h 91"/>
                <a:gd name="T52" fmla="*/ 42 w 155"/>
                <a:gd name="T53" fmla="*/ 286 h 91"/>
                <a:gd name="T54" fmla="*/ 30 w 155"/>
                <a:gd name="T55" fmla="*/ 307 h 91"/>
                <a:gd name="T56" fmla="*/ 0 w 155"/>
                <a:gd name="T57" fmla="*/ 662 h 91"/>
                <a:gd name="T58" fmla="*/ 12 w 155"/>
                <a:gd name="T59" fmla="*/ 1106 h 91"/>
                <a:gd name="T60" fmla="*/ 137 w 155"/>
                <a:gd name="T61" fmla="*/ 1242 h 91"/>
                <a:gd name="T62" fmla="*/ 404 w 155"/>
                <a:gd name="T63" fmla="*/ 1311 h 91"/>
                <a:gd name="T64" fmla="*/ 592 w 155"/>
                <a:gd name="T65" fmla="*/ 1370 h 91"/>
                <a:gd name="T66" fmla="*/ 687 w 155"/>
                <a:gd name="T67" fmla="*/ 1370 h 91"/>
                <a:gd name="T68" fmla="*/ 841 w 155"/>
                <a:gd name="T69" fmla="*/ 1426 h 91"/>
                <a:gd name="T70" fmla="*/ 1196 w 155"/>
                <a:gd name="T71" fmla="*/ 1525 h 91"/>
                <a:gd name="T72" fmla="*/ 1633 w 155"/>
                <a:gd name="T73" fmla="*/ 1656 h 91"/>
                <a:gd name="T74" fmla="*/ 1840 w 155"/>
                <a:gd name="T75" fmla="*/ 1733 h 91"/>
                <a:gd name="T76" fmla="*/ 1915 w 155"/>
                <a:gd name="T77" fmla="*/ 1733 h 91"/>
                <a:gd name="T78" fmla="*/ 2007 w 155"/>
                <a:gd name="T79" fmla="*/ 1525 h 91"/>
                <a:gd name="T80" fmla="*/ 2100 w 155"/>
                <a:gd name="T81" fmla="*/ 1354 h 91"/>
                <a:gd name="T82" fmla="*/ 2182 w 155"/>
                <a:gd name="T83" fmla="*/ 1199 h 91"/>
                <a:gd name="T84" fmla="*/ 2275 w 155"/>
                <a:gd name="T85" fmla="*/ 1028 h 91"/>
                <a:gd name="T86" fmla="*/ 2399 w 155"/>
                <a:gd name="T87" fmla="*/ 855 h 91"/>
                <a:gd name="T88" fmla="*/ 2412 w 155"/>
                <a:gd name="T89" fmla="*/ 21 h 91"/>
                <a:gd name="T90" fmla="*/ 2349 w 155"/>
                <a:gd name="T91" fmla="*/ 0 h 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5" h="91">
                  <a:moveTo>
                    <a:pt x="151" y="0"/>
                  </a:moveTo>
                  <a:cubicBezTo>
                    <a:pt x="154" y="1"/>
                    <a:pt x="154" y="1"/>
                    <a:pt x="154" y="1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4"/>
                    <a:pt x="151" y="7"/>
                    <a:pt x="150" y="9"/>
                  </a:cubicBezTo>
                  <a:cubicBezTo>
                    <a:pt x="149" y="10"/>
                    <a:pt x="148" y="13"/>
                    <a:pt x="147" y="14"/>
                  </a:cubicBezTo>
                  <a:cubicBezTo>
                    <a:pt x="145" y="16"/>
                    <a:pt x="144" y="20"/>
                    <a:pt x="143" y="21"/>
                  </a:cubicBezTo>
                  <a:cubicBezTo>
                    <a:pt x="142" y="23"/>
                    <a:pt x="141" y="23"/>
                    <a:pt x="140" y="24"/>
                  </a:cubicBezTo>
                  <a:cubicBezTo>
                    <a:pt x="139" y="26"/>
                    <a:pt x="138" y="28"/>
                    <a:pt x="136" y="30"/>
                  </a:cubicBezTo>
                  <a:cubicBezTo>
                    <a:pt x="135" y="31"/>
                    <a:pt x="134" y="34"/>
                    <a:pt x="131" y="36"/>
                  </a:cubicBezTo>
                  <a:cubicBezTo>
                    <a:pt x="129" y="37"/>
                    <a:pt x="126" y="43"/>
                    <a:pt x="126" y="43"/>
                  </a:cubicBezTo>
                  <a:cubicBezTo>
                    <a:pt x="126" y="43"/>
                    <a:pt x="123" y="44"/>
                    <a:pt x="122" y="43"/>
                  </a:cubicBezTo>
                  <a:cubicBezTo>
                    <a:pt x="120" y="43"/>
                    <a:pt x="118" y="43"/>
                    <a:pt x="114" y="42"/>
                  </a:cubicBezTo>
                  <a:cubicBezTo>
                    <a:pt x="109" y="41"/>
                    <a:pt x="107" y="41"/>
                    <a:pt x="105" y="40"/>
                  </a:cubicBezTo>
                  <a:cubicBezTo>
                    <a:pt x="103" y="39"/>
                    <a:pt x="100" y="38"/>
                    <a:pt x="97" y="37"/>
                  </a:cubicBezTo>
                  <a:cubicBezTo>
                    <a:pt x="94" y="36"/>
                    <a:pt x="92" y="37"/>
                    <a:pt x="88" y="36"/>
                  </a:cubicBezTo>
                  <a:cubicBezTo>
                    <a:pt x="84" y="35"/>
                    <a:pt x="84" y="34"/>
                    <a:pt x="84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3" y="24"/>
                    <a:pt x="30" y="23"/>
                  </a:cubicBezTo>
                  <a:cubicBezTo>
                    <a:pt x="28" y="23"/>
                    <a:pt x="24" y="21"/>
                    <a:pt x="24" y="21"/>
                  </a:cubicBezTo>
                  <a:cubicBezTo>
                    <a:pt x="24" y="21"/>
                    <a:pt x="18" y="20"/>
                    <a:pt x="17" y="20"/>
                  </a:cubicBezTo>
                  <a:cubicBezTo>
                    <a:pt x="15" y="20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6"/>
                    <a:pt x="2" y="16"/>
                    <a:pt x="2" y="16"/>
                  </a:cubicBezTo>
                  <a:cubicBezTo>
                    <a:pt x="2" y="16"/>
                    <a:pt x="1" y="30"/>
                    <a:pt x="0" y="35"/>
                  </a:cubicBezTo>
                  <a:cubicBezTo>
                    <a:pt x="0" y="41"/>
                    <a:pt x="1" y="58"/>
                    <a:pt x="1" y="58"/>
                  </a:cubicBezTo>
                  <a:cubicBezTo>
                    <a:pt x="1" y="58"/>
                    <a:pt x="7" y="63"/>
                    <a:pt x="9" y="65"/>
                  </a:cubicBezTo>
                  <a:cubicBezTo>
                    <a:pt x="11" y="66"/>
                    <a:pt x="24" y="68"/>
                    <a:pt x="26" y="69"/>
                  </a:cubicBezTo>
                  <a:cubicBezTo>
                    <a:pt x="29" y="69"/>
                    <a:pt x="35" y="71"/>
                    <a:pt x="38" y="72"/>
                  </a:cubicBezTo>
                  <a:cubicBezTo>
                    <a:pt x="41" y="73"/>
                    <a:pt x="42" y="72"/>
                    <a:pt x="44" y="72"/>
                  </a:cubicBezTo>
                  <a:cubicBezTo>
                    <a:pt x="46" y="72"/>
                    <a:pt x="50" y="75"/>
                    <a:pt x="54" y="75"/>
                  </a:cubicBezTo>
                  <a:cubicBezTo>
                    <a:pt x="58" y="76"/>
                    <a:pt x="73" y="81"/>
                    <a:pt x="77" y="80"/>
                  </a:cubicBezTo>
                  <a:cubicBezTo>
                    <a:pt x="81" y="80"/>
                    <a:pt x="100" y="87"/>
                    <a:pt x="105" y="87"/>
                  </a:cubicBezTo>
                  <a:cubicBezTo>
                    <a:pt x="109" y="88"/>
                    <a:pt x="114" y="90"/>
                    <a:pt x="118" y="91"/>
                  </a:cubicBezTo>
                  <a:cubicBezTo>
                    <a:pt x="122" y="91"/>
                    <a:pt x="123" y="91"/>
                    <a:pt x="123" y="91"/>
                  </a:cubicBezTo>
                  <a:cubicBezTo>
                    <a:pt x="123" y="91"/>
                    <a:pt x="127" y="84"/>
                    <a:pt x="129" y="80"/>
                  </a:cubicBezTo>
                  <a:cubicBezTo>
                    <a:pt x="131" y="76"/>
                    <a:pt x="135" y="72"/>
                    <a:pt x="135" y="71"/>
                  </a:cubicBezTo>
                  <a:cubicBezTo>
                    <a:pt x="136" y="69"/>
                    <a:pt x="140" y="63"/>
                    <a:pt x="140" y="63"/>
                  </a:cubicBezTo>
                  <a:cubicBezTo>
                    <a:pt x="140" y="63"/>
                    <a:pt x="145" y="56"/>
                    <a:pt x="146" y="54"/>
                  </a:cubicBezTo>
                  <a:cubicBezTo>
                    <a:pt x="147" y="52"/>
                    <a:pt x="154" y="45"/>
                    <a:pt x="154" y="45"/>
                  </a:cubicBezTo>
                  <a:cubicBezTo>
                    <a:pt x="155" y="1"/>
                    <a:pt x="155" y="1"/>
                    <a:pt x="155" y="1"/>
                  </a:cubicBezTo>
                  <a:lnTo>
                    <a:pt x="151" y="0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2716">
              <a:extLst>
                <a:ext uri="{FF2B5EF4-FFF2-40B4-BE49-F238E27FC236}">
                  <a16:creationId xmlns:a16="http://schemas.microsoft.com/office/drawing/2014/main" id="{30DAF29F-EBCA-4407-A442-D5560FB4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631"/>
              <a:ext cx="315" cy="358"/>
            </a:xfrm>
            <a:custGeom>
              <a:avLst/>
              <a:gdLst>
                <a:gd name="T0" fmla="*/ 1938 w 126"/>
                <a:gd name="T1" fmla="*/ 1678 h 134"/>
                <a:gd name="T2" fmla="*/ 1970 w 126"/>
                <a:gd name="T3" fmla="*/ 1528 h 134"/>
                <a:gd name="T4" fmla="*/ 1970 w 126"/>
                <a:gd name="T5" fmla="*/ 1277 h 134"/>
                <a:gd name="T6" fmla="*/ 1938 w 126"/>
                <a:gd name="T7" fmla="*/ 1106 h 134"/>
                <a:gd name="T8" fmla="*/ 1925 w 126"/>
                <a:gd name="T9" fmla="*/ 1050 h 134"/>
                <a:gd name="T10" fmla="*/ 1908 w 126"/>
                <a:gd name="T11" fmla="*/ 956 h 134"/>
                <a:gd name="T12" fmla="*/ 1750 w 126"/>
                <a:gd name="T13" fmla="*/ 785 h 134"/>
                <a:gd name="T14" fmla="*/ 1613 w 126"/>
                <a:gd name="T15" fmla="*/ 684 h 134"/>
                <a:gd name="T16" fmla="*/ 1563 w 126"/>
                <a:gd name="T17" fmla="*/ 649 h 134"/>
                <a:gd name="T18" fmla="*/ 1470 w 126"/>
                <a:gd name="T19" fmla="*/ 593 h 134"/>
                <a:gd name="T20" fmla="*/ 1438 w 126"/>
                <a:gd name="T21" fmla="*/ 550 h 134"/>
                <a:gd name="T22" fmla="*/ 1283 w 126"/>
                <a:gd name="T23" fmla="*/ 435 h 134"/>
                <a:gd name="T24" fmla="*/ 1250 w 126"/>
                <a:gd name="T25" fmla="*/ 422 h 134"/>
                <a:gd name="T26" fmla="*/ 1208 w 126"/>
                <a:gd name="T27" fmla="*/ 363 h 134"/>
                <a:gd name="T28" fmla="*/ 1175 w 126"/>
                <a:gd name="T29" fmla="*/ 321 h 134"/>
                <a:gd name="T30" fmla="*/ 1095 w 126"/>
                <a:gd name="T31" fmla="*/ 286 h 134"/>
                <a:gd name="T32" fmla="*/ 958 w 126"/>
                <a:gd name="T33" fmla="*/ 171 h 134"/>
                <a:gd name="T34" fmla="*/ 770 w 126"/>
                <a:gd name="T35" fmla="*/ 21 h 134"/>
                <a:gd name="T36" fmla="*/ 583 w 126"/>
                <a:gd name="T37" fmla="*/ 77 h 134"/>
                <a:gd name="T38" fmla="*/ 438 w 126"/>
                <a:gd name="T39" fmla="*/ 115 h 134"/>
                <a:gd name="T40" fmla="*/ 313 w 126"/>
                <a:gd name="T41" fmla="*/ 171 h 134"/>
                <a:gd name="T42" fmla="*/ 208 w 126"/>
                <a:gd name="T43" fmla="*/ 192 h 134"/>
                <a:gd name="T44" fmla="*/ 125 w 126"/>
                <a:gd name="T45" fmla="*/ 307 h 134"/>
                <a:gd name="T46" fmla="*/ 50 w 126"/>
                <a:gd name="T47" fmla="*/ 435 h 134"/>
                <a:gd name="T48" fmla="*/ 50 w 126"/>
                <a:gd name="T49" fmla="*/ 572 h 134"/>
                <a:gd name="T50" fmla="*/ 50 w 126"/>
                <a:gd name="T51" fmla="*/ 705 h 134"/>
                <a:gd name="T52" fmla="*/ 33 w 126"/>
                <a:gd name="T53" fmla="*/ 820 h 134"/>
                <a:gd name="T54" fmla="*/ 20 w 126"/>
                <a:gd name="T55" fmla="*/ 935 h 134"/>
                <a:gd name="T56" fmla="*/ 20 w 126"/>
                <a:gd name="T57" fmla="*/ 1050 h 134"/>
                <a:gd name="T58" fmla="*/ 20 w 126"/>
                <a:gd name="T59" fmla="*/ 1141 h 134"/>
                <a:gd name="T60" fmla="*/ 20 w 126"/>
                <a:gd name="T61" fmla="*/ 1242 h 134"/>
                <a:gd name="T62" fmla="*/ 20 w 126"/>
                <a:gd name="T63" fmla="*/ 1357 h 134"/>
                <a:gd name="T64" fmla="*/ 0 w 126"/>
                <a:gd name="T65" fmla="*/ 1507 h 134"/>
                <a:gd name="T66" fmla="*/ 20 w 126"/>
                <a:gd name="T67" fmla="*/ 1542 h 134"/>
                <a:gd name="T68" fmla="*/ 175 w 126"/>
                <a:gd name="T69" fmla="*/ 1699 h 134"/>
                <a:gd name="T70" fmla="*/ 238 w 126"/>
                <a:gd name="T71" fmla="*/ 1755 h 134"/>
                <a:gd name="T72" fmla="*/ 375 w 126"/>
                <a:gd name="T73" fmla="*/ 1849 h 134"/>
                <a:gd name="T74" fmla="*/ 425 w 126"/>
                <a:gd name="T75" fmla="*/ 1884 h 134"/>
                <a:gd name="T76" fmla="*/ 500 w 126"/>
                <a:gd name="T77" fmla="*/ 1905 h 134"/>
                <a:gd name="T78" fmla="*/ 895 w 126"/>
                <a:gd name="T79" fmla="*/ 2041 h 134"/>
                <a:gd name="T80" fmla="*/ 1033 w 126"/>
                <a:gd name="T81" fmla="*/ 2076 h 134"/>
                <a:gd name="T82" fmla="*/ 1095 w 126"/>
                <a:gd name="T83" fmla="*/ 2097 h 134"/>
                <a:gd name="T84" fmla="*/ 1095 w 126"/>
                <a:gd name="T85" fmla="*/ 2404 h 134"/>
                <a:gd name="T86" fmla="*/ 1145 w 126"/>
                <a:gd name="T87" fmla="*/ 2477 h 134"/>
                <a:gd name="T88" fmla="*/ 1208 w 126"/>
                <a:gd name="T89" fmla="*/ 2533 h 134"/>
                <a:gd name="T90" fmla="*/ 1283 w 126"/>
                <a:gd name="T91" fmla="*/ 2554 h 134"/>
                <a:gd name="T92" fmla="*/ 1375 w 126"/>
                <a:gd name="T93" fmla="*/ 2533 h 134"/>
                <a:gd name="T94" fmla="*/ 1458 w 126"/>
                <a:gd name="T95" fmla="*/ 2519 h 134"/>
                <a:gd name="T96" fmla="*/ 1550 w 126"/>
                <a:gd name="T97" fmla="*/ 2498 h 134"/>
                <a:gd name="T98" fmla="*/ 1613 w 126"/>
                <a:gd name="T99" fmla="*/ 2442 h 134"/>
                <a:gd name="T100" fmla="*/ 1770 w 126"/>
                <a:gd name="T101" fmla="*/ 2362 h 134"/>
                <a:gd name="T102" fmla="*/ 1813 w 126"/>
                <a:gd name="T103" fmla="*/ 2306 h 134"/>
                <a:gd name="T104" fmla="*/ 1895 w 126"/>
                <a:gd name="T105" fmla="*/ 2271 h 134"/>
                <a:gd name="T106" fmla="*/ 1925 w 126"/>
                <a:gd name="T107" fmla="*/ 2076 h 134"/>
                <a:gd name="T108" fmla="*/ 1925 w 126"/>
                <a:gd name="T109" fmla="*/ 1870 h 134"/>
                <a:gd name="T110" fmla="*/ 1938 w 126"/>
                <a:gd name="T111" fmla="*/ 1678 h 1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6" h="134">
                  <a:moveTo>
                    <a:pt x="124" y="88"/>
                  </a:moveTo>
                  <a:cubicBezTo>
                    <a:pt x="125" y="87"/>
                    <a:pt x="126" y="81"/>
                    <a:pt x="126" y="80"/>
                  </a:cubicBezTo>
                  <a:cubicBezTo>
                    <a:pt x="126" y="78"/>
                    <a:pt x="125" y="69"/>
                    <a:pt x="126" y="67"/>
                  </a:cubicBezTo>
                  <a:cubicBezTo>
                    <a:pt x="126" y="64"/>
                    <a:pt x="124" y="58"/>
                    <a:pt x="124" y="58"/>
                  </a:cubicBezTo>
                  <a:cubicBezTo>
                    <a:pt x="124" y="58"/>
                    <a:pt x="123" y="56"/>
                    <a:pt x="123" y="55"/>
                  </a:cubicBezTo>
                  <a:cubicBezTo>
                    <a:pt x="122" y="54"/>
                    <a:pt x="123" y="51"/>
                    <a:pt x="122" y="50"/>
                  </a:cubicBezTo>
                  <a:cubicBezTo>
                    <a:pt x="122" y="48"/>
                    <a:pt x="113" y="41"/>
                    <a:pt x="112" y="41"/>
                  </a:cubicBezTo>
                  <a:cubicBezTo>
                    <a:pt x="111" y="41"/>
                    <a:pt x="106" y="37"/>
                    <a:pt x="103" y="36"/>
                  </a:cubicBezTo>
                  <a:cubicBezTo>
                    <a:pt x="101" y="35"/>
                    <a:pt x="102" y="36"/>
                    <a:pt x="100" y="34"/>
                  </a:cubicBezTo>
                  <a:cubicBezTo>
                    <a:pt x="99" y="32"/>
                    <a:pt x="95" y="31"/>
                    <a:pt x="94" y="31"/>
                  </a:cubicBezTo>
                  <a:cubicBezTo>
                    <a:pt x="94" y="31"/>
                    <a:pt x="94" y="31"/>
                    <a:pt x="92" y="29"/>
                  </a:cubicBezTo>
                  <a:cubicBezTo>
                    <a:pt x="89" y="26"/>
                    <a:pt x="82" y="23"/>
                    <a:pt x="82" y="23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19"/>
                    <a:pt x="76" y="17"/>
                    <a:pt x="75" y="17"/>
                  </a:cubicBezTo>
                  <a:cubicBezTo>
                    <a:pt x="73" y="17"/>
                    <a:pt x="76" y="19"/>
                    <a:pt x="70" y="15"/>
                  </a:cubicBezTo>
                  <a:cubicBezTo>
                    <a:pt x="64" y="11"/>
                    <a:pt x="63" y="11"/>
                    <a:pt x="61" y="9"/>
                  </a:cubicBezTo>
                  <a:cubicBezTo>
                    <a:pt x="59" y="7"/>
                    <a:pt x="50" y="2"/>
                    <a:pt x="49" y="1"/>
                  </a:cubicBezTo>
                  <a:cubicBezTo>
                    <a:pt x="48" y="0"/>
                    <a:pt x="39" y="3"/>
                    <a:pt x="37" y="4"/>
                  </a:cubicBezTo>
                  <a:cubicBezTo>
                    <a:pt x="35" y="4"/>
                    <a:pt x="30" y="6"/>
                    <a:pt x="28" y="6"/>
                  </a:cubicBezTo>
                  <a:cubicBezTo>
                    <a:pt x="26" y="6"/>
                    <a:pt x="20" y="9"/>
                    <a:pt x="20" y="9"/>
                  </a:cubicBezTo>
                  <a:cubicBezTo>
                    <a:pt x="20" y="9"/>
                    <a:pt x="15" y="9"/>
                    <a:pt x="13" y="10"/>
                  </a:cubicBezTo>
                  <a:cubicBezTo>
                    <a:pt x="11" y="11"/>
                    <a:pt x="8" y="13"/>
                    <a:pt x="8" y="16"/>
                  </a:cubicBezTo>
                  <a:cubicBezTo>
                    <a:pt x="4" y="17"/>
                    <a:pt x="3" y="22"/>
                    <a:pt x="3" y="23"/>
                  </a:cubicBezTo>
                  <a:cubicBezTo>
                    <a:pt x="3" y="24"/>
                    <a:pt x="3" y="26"/>
                    <a:pt x="3" y="30"/>
                  </a:cubicBezTo>
                  <a:cubicBezTo>
                    <a:pt x="3" y="33"/>
                    <a:pt x="3" y="36"/>
                    <a:pt x="3" y="37"/>
                  </a:cubicBezTo>
                  <a:cubicBezTo>
                    <a:pt x="2" y="38"/>
                    <a:pt x="1" y="41"/>
                    <a:pt x="2" y="43"/>
                  </a:cubicBezTo>
                  <a:cubicBezTo>
                    <a:pt x="2" y="45"/>
                    <a:pt x="1" y="48"/>
                    <a:pt x="1" y="49"/>
                  </a:cubicBezTo>
                  <a:cubicBezTo>
                    <a:pt x="1" y="50"/>
                    <a:pt x="1" y="53"/>
                    <a:pt x="1" y="55"/>
                  </a:cubicBezTo>
                  <a:cubicBezTo>
                    <a:pt x="1" y="56"/>
                    <a:pt x="1" y="58"/>
                    <a:pt x="1" y="60"/>
                  </a:cubicBezTo>
                  <a:cubicBezTo>
                    <a:pt x="1" y="62"/>
                    <a:pt x="2" y="64"/>
                    <a:pt x="1" y="65"/>
                  </a:cubicBezTo>
                  <a:cubicBezTo>
                    <a:pt x="1" y="67"/>
                    <a:pt x="1" y="71"/>
                    <a:pt x="1" y="7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81"/>
                    <a:pt x="10" y="88"/>
                    <a:pt x="11" y="89"/>
                  </a:cubicBezTo>
                  <a:cubicBezTo>
                    <a:pt x="12" y="89"/>
                    <a:pt x="13" y="91"/>
                    <a:pt x="15" y="92"/>
                  </a:cubicBezTo>
                  <a:cubicBezTo>
                    <a:pt x="17" y="94"/>
                    <a:pt x="23" y="96"/>
                    <a:pt x="24" y="97"/>
                  </a:cubicBezTo>
                  <a:cubicBezTo>
                    <a:pt x="24" y="97"/>
                    <a:pt x="25" y="98"/>
                    <a:pt x="27" y="99"/>
                  </a:cubicBezTo>
                  <a:cubicBezTo>
                    <a:pt x="29" y="99"/>
                    <a:pt x="31" y="100"/>
                    <a:pt x="32" y="100"/>
                  </a:cubicBezTo>
                  <a:cubicBezTo>
                    <a:pt x="38" y="102"/>
                    <a:pt x="56" y="107"/>
                    <a:pt x="57" y="107"/>
                  </a:cubicBezTo>
                  <a:cubicBezTo>
                    <a:pt x="59" y="108"/>
                    <a:pt x="66" y="109"/>
                    <a:pt x="66" y="109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1" y="128"/>
                    <a:pt x="72" y="129"/>
                    <a:pt x="73" y="130"/>
                  </a:cubicBezTo>
                  <a:cubicBezTo>
                    <a:pt x="74" y="131"/>
                    <a:pt x="76" y="132"/>
                    <a:pt x="77" y="133"/>
                  </a:cubicBezTo>
                  <a:cubicBezTo>
                    <a:pt x="78" y="133"/>
                    <a:pt x="82" y="134"/>
                    <a:pt x="82" y="134"/>
                  </a:cubicBezTo>
                  <a:cubicBezTo>
                    <a:pt x="82" y="134"/>
                    <a:pt x="87" y="133"/>
                    <a:pt x="88" y="133"/>
                  </a:cubicBezTo>
                  <a:cubicBezTo>
                    <a:pt x="89" y="133"/>
                    <a:pt x="93" y="132"/>
                    <a:pt x="93" y="132"/>
                  </a:cubicBezTo>
                  <a:cubicBezTo>
                    <a:pt x="93" y="132"/>
                    <a:pt x="98" y="131"/>
                    <a:pt x="99" y="131"/>
                  </a:cubicBezTo>
                  <a:cubicBezTo>
                    <a:pt x="100" y="130"/>
                    <a:pt x="102" y="128"/>
                    <a:pt x="103" y="128"/>
                  </a:cubicBezTo>
                  <a:cubicBezTo>
                    <a:pt x="104" y="128"/>
                    <a:pt x="113" y="124"/>
                    <a:pt x="113" y="124"/>
                  </a:cubicBezTo>
                  <a:cubicBezTo>
                    <a:pt x="113" y="124"/>
                    <a:pt x="115" y="122"/>
                    <a:pt x="116" y="121"/>
                  </a:cubicBezTo>
                  <a:cubicBezTo>
                    <a:pt x="118" y="121"/>
                    <a:pt x="119" y="119"/>
                    <a:pt x="121" y="119"/>
                  </a:cubicBezTo>
                  <a:cubicBezTo>
                    <a:pt x="124" y="118"/>
                    <a:pt x="124" y="111"/>
                    <a:pt x="123" y="109"/>
                  </a:cubicBezTo>
                  <a:cubicBezTo>
                    <a:pt x="123" y="106"/>
                    <a:pt x="123" y="100"/>
                    <a:pt x="123" y="98"/>
                  </a:cubicBezTo>
                  <a:cubicBezTo>
                    <a:pt x="124" y="96"/>
                    <a:pt x="124" y="89"/>
                    <a:pt x="124" y="88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2717">
              <a:extLst>
                <a:ext uri="{FF2B5EF4-FFF2-40B4-BE49-F238E27FC236}">
                  <a16:creationId xmlns:a16="http://schemas.microsoft.com/office/drawing/2014/main" id="{26AEE917-2D4D-4924-95DE-D6A5D7AE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850"/>
              <a:ext cx="377" cy="189"/>
            </a:xfrm>
            <a:custGeom>
              <a:avLst/>
              <a:gdLst>
                <a:gd name="T0" fmla="*/ 2349 w 151"/>
                <a:gd name="T1" fmla="*/ 532 h 71"/>
                <a:gd name="T2" fmla="*/ 2307 w 151"/>
                <a:gd name="T3" fmla="*/ 511 h 71"/>
                <a:gd name="T4" fmla="*/ 2162 w 151"/>
                <a:gd name="T5" fmla="*/ 474 h 71"/>
                <a:gd name="T6" fmla="*/ 1778 w 151"/>
                <a:gd name="T7" fmla="*/ 341 h 71"/>
                <a:gd name="T8" fmla="*/ 1446 w 151"/>
                <a:gd name="T9" fmla="*/ 248 h 71"/>
                <a:gd name="T10" fmla="*/ 1258 w 151"/>
                <a:gd name="T11" fmla="*/ 205 h 71"/>
                <a:gd name="T12" fmla="*/ 1029 w 151"/>
                <a:gd name="T13" fmla="*/ 136 h 71"/>
                <a:gd name="T14" fmla="*/ 841 w 151"/>
                <a:gd name="T15" fmla="*/ 93 h 71"/>
                <a:gd name="T16" fmla="*/ 529 w 151"/>
                <a:gd name="T17" fmla="*/ 0 h 71"/>
                <a:gd name="T18" fmla="*/ 449 w 151"/>
                <a:gd name="T19" fmla="*/ 56 h 71"/>
                <a:gd name="T20" fmla="*/ 355 w 151"/>
                <a:gd name="T21" fmla="*/ 226 h 71"/>
                <a:gd name="T22" fmla="*/ 75 w 151"/>
                <a:gd name="T23" fmla="*/ 681 h 71"/>
                <a:gd name="T24" fmla="*/ 0 w 151"/>
                <a:gd name="T25" fmla="*/ 807 h 71"/>
                <a:gd name="T26" fmla="*/ 12 w 151"/>
                <a:gd name="T27" fmla="*/ 807 h 71"/>
                <a:gd name="T28" fmla="*/ 217 w 151"/>
                <a:gd name="T29" fmla="*/ 886 h 71"/>
                <a:gd name="T30" fmla="*/ 325 w 151"/>
                <a:gd name="T31" fmla="*/ 908 h 71"/>
                <a:gd name="T32" fmla="*/ 417 w 151"/>
                <a:gd name="T33" fmla="*/ 942 h 71"/>
                <a:gd name="T34" fmla="*/ 542 w 151"/>
                <a:gd name="T35" fmla="*/ 977 h 71"/>
                <a:gd name="T36" fmla="*/ 687 w 151"/>
                <a:gd name="T37" fmla="*/ 1020 h 71"/>
                <a:gd name="T38" fmla="*/ 791 w 151"/>
                <a:gd name="T39" fmla="*/ 1036 h 71"/>
                <a:gd name="T40" fmla="*/ 904 w 151"/>
                <a:gd name="T41" fmla="*/ 1091 h 71"/>
                <a:gd name="T42" fmla="*/ 1183 w 151"/>
                <a:gd name="T43" fmla="*/ 1147 h 71"/>
                <a:gd name="T44" fmla="*/ 1258 w 151"/>
                <a:gd name="T45" fmla="*/ 1147 h 71"/>
                <a:gd name="T46" fmla="*/ 1321 w 151"/>
                <a:gd name="T47" fmla="*/ 1190 h 71"/>
                <a:gd name="T48" fmla="*/ 1466 w 151"/>
                <a:gd name="T49" fmla="*/ 1206 h 71"/>
                <a:gd name="T50" fmla="*/ 1590 w 151"/>
                <a:gd name="T51" fmla="*/ 1262 h 71"/>
                <a:gd name="T52" fmla="*/ 1728 w 151"/>
                <a:gd name="T53" fmla="*/ 1304 h 71"/>
                <a:gd name="T54" fmla="*/ 1853 w 151"/>
                <a:gd name="T55" fmla="*/ 1318 h 71"/>
                <a:gd name="T56" fmla="*/ 1912 w 151"/>
                <a:gd name="T57" fmla="*/ 1318 h 71"/>
                <a:gd name="T58" fmla="*/ 1995 w 151"/>
                <a:gd name="T59" fmla="*/ 1190 h 71"/>
                <a:gd name="T60" fmla="*/ 2070 w 151"/>
                <a:gd name="T61" fmla="*/ 1078 h 71"/>
                <a:gd name="T62" fmla="*/ 2132 w 151"/>
                <a:gd name="T63" fmla="*/ 964 h 71"/>
                <a:gd name="T64" fmla="*/ 2182 w 151"/>
                <a:gd name="T65" fmla="*/ 908 h 71"/>
                <a:gd name="T66" fmla="*/ 2245 w 151"/>
                <a:gd name="T67" fmla="*/ 772 h 71"/>
                <a:gd name="T68" fmla="*/ 2287 w 151"/>
                <a:gd name="T69" fmla="*/ 681 h 71"/>
                <a:gd name="T70" fmla="*/ 2337 w 151"/>
                <a:gd name="T71" fmla="*/ 588 h 71"/>
                <a:gd name="T72" fmla="*/ 2349 w 151"/>
                <a:gd name="T73" fmla="*/ 532 h 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1" h="71">
                  <a:moveTo>
                    <a:pt x="151" y="28"/>
                  </a:moveTo>
                  <a:cubicBezTo>
                    <a:pt x="148" y="27"/>
                    <a:pt x="148" y="27"/>
                    <a:pt x="148" y="27"/>
                  </a:cubicBezTo>
                  <a:cubicBezTo>
                    <a:pt x="148" y="27"/>
                    <a:pt x="141" y="26"/>
                    <a:pt x="139" y="25"/>
                  </a:cubicBezTo>
                  <a:cubicBezTo>
                    <a:pt x="138" y="25"/>
                    <a:pt x="120" y="20"/>
                    <a:pt x="114" y="18"/>
                  </a:cubicBezTo>
                  <a:cubicBezTo>
                    <a:pt x="109" y="16"/>
                    <a:pt x="96" y="14"/>
                    <a:pt x="93" y="13"/>
                  </a:cubicBezTo>
                  <a:cubicBezTo>
                    <a:pt x="90" y="12"/>
                    <a:pt x="82" y="12"/>
                    <a:pt x="81" y="11"/>
                  </a:cubicBezTo>
                  <a:cubicBezTo>
                    <a:pt x="79" y="11"/>
                    <a:pt x="69" y="8"/>
                    <a:pt x="66" y="7"/>
                  </a:cubicBezTo>
                  <a:cubicBezTo>
                    <a:pt x="63" y="6"/>
                    <a:pt x="58" y="5"/>
                    <a:pt x="54" y="5"/>
                  </a:cubicBezTo>
                  <a:cubicBezTo>
                    <a:pt x="51" y="4"/>
                    <a:pt x="34" y="0"/>
                    <a:pt x="34" y="0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7" y="7"/>
                    <a:pt x="23" y="12"/>
                  </a:cubicBezTo>
                  <a:cubicBezTo>
                    <a:pt x="19" y="16"/>
                    <a:pt x="7" y="33"/>
                    <a:pt x="5" y="36"/>
                  </a:cubicBezTo>
                  <a:cubicBezTo>
                    <a:pt x="4" y="38"/>
                    <a:pt x="1" y="41"/>
                    <a:pt x="0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2" y="47"/>
                    <a:pt x="14" y="47"/>
                  </a:cubicBezTo>
                  <a:cubicBezTo>
                    <a:pt x="15" y="47"/>
                    <a:pt x="21" y="48"/>
                    <a:pt x="21" y="48"/>
                  </a:cubicBezTo>
                  <a:cubicBezTo>
                    <a:pt x="21" y="48"/>
                    <a:pt x="25" y="50"/>
                    <a:pt x="27" y="50"/>
                  </a:cubicBezTo>
                  <a:cubicBezTo>
                    <a:pt x="30" y="51"/>
                    <a:pt x="35" y="52"/>
                    <a:pt x="35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1"/>
                    <a:pt x="81" y="62"/>
                    <a:pt x="85" y="63"/>
                  </a:cubicBezTo>
                  <a:cubicBezTo>
                    <a:pt x="89" y="64"/>
                    <a:pt x="91" y="63"/>
                    <a:pt x="94" y="64"/>
                  </a:cubicBezTo>
                  <a:cubicBezTo>
                    <a:pt x="97" y="65"/>
                    <a:pt x="100" y="66"/>
                    <a:pt x="102" y="67"/>
                  </a:cubicBezTo>
                  <a:cubicBezTo>
                    <a:pt x="104" y="68"/>
                    <a:pt x="106" y="68"/>
                    <a:pt x="111" y="69"/>
                  </a:cubicBezTo>
                  <a:cubicBezTo>
                    <a:pt x="115" y="70"/>
                    <a:pt x="117" y="70"/>
                    <a:pt x="119" y="70"/>
                  </a:cubicBezTo>
                  <a:cubicBezTo>
                    <a:pt x="120" y="71"/>
                    <a:pt x="123" y="70"/>
                    <a:pt x="123" y="70"/>
                  </a:cubicBezTo>
                  <a:cubicBezTo>
                    <a:pt x="123" y="70"/>
                    <a:pt x="126" y="64"/>
                    <a:pt x="128" y="63"/>
                  </a:cubicBezTo>
                  <a:cubicBezTo>
                    <a:pt x="131" y="61"/>
                    <a:pt x="132" y="58"/>
                    <a:pt x="133" y="57"/>
                  </a:cubicBezTo>
                  <a:cubicBezTo>
                    <a:pt x="135" y="55"/>
                    <a:pt x="136" y="53"/>
                    <a:pt x="137" y="51"/>
                  </a:cubicBezTo>
                  <a:cubicBezTo>
                    <a:pt x="138" y="50"/>
                    <a:pt x="139" y="50"/>
                    <a:pt x="140" y="48"/>
                  </a:cubicBezTo>
                  <a:cubicBezTo>
                    <a:pt x="141" y="47"/>
                    <a:pt x="142" y="43"/>
                    <a:pt x="144" y="41"/>
                  </a:cubicBezTo>
                  <a:cubicBezTo>
                    <a:pt x="145" y="40"/>
                    <a:pt x="146" y="37"/>
                    <a:pt x="147" y="36"/>
                  </a:cubicBezTo>
                  <a:cubicBezTo>
                    <a:pt x="148" y="34"/>
                    <a:pt x="150" y="31"/>
                    <a:pt x="150" y="31"/>
                  </a:cubicBezTo>
                  <a:lnTo>
                    <a:pt x="151" y="28"/>
                  </a:ln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2718">
              <a:extLst>
                <a:ext uri="{FF2B5EF4-FFF2-40B4-BE49-F238E27FC236}">
                  <a16:creationId xmlns:a16="http://schemas.microsoft.com/office/drawing/2014/main" id="{417E4775-8DD4-40B1-B20C-E7F948FC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610"/>
              <a:ext cx="212" cy="120"/>
            </a:xfrm>
            <a:custGeom>
              <a:avLst/>
              <a:gdLst>
                <a:gd name="T0" fmla="*/ 1182 w 85"/>
                <a:gd name="T1" fmla="*/ 149 h 45"/>
                <a:gd name="T2" fmla="*/ 1087 w 85"/>
                <a:gd name="T3" fmla="*/ 115 h 45"/>
                <a:gd name="T4" fmla="*/ 945 w 85"/>
                <a:gd name="T5" fmla="*/ 77 h 45"/>
                <a:gd name="T6" fmla="*/ 853 w 85"/>
                <a:gd name="T7" fmla="*/ 56 h 45"/>
                <a:gd name="T8" fmla="*/ 716 w 85"/>
                <a:gd name="T9" fmla="*/ 35 h 45"/>
                <a:gd name="T10" fmla="*/ 559 w 85"/>
                <a:gd name="T11" fmla="*/ 35 h 45"/>
                <a:gd name="T12" fmla="*/ 387 w 85"/>
                <a:gd name="T13" fmla="*/ 205 h 45"/>
                <a:gd name="T14" fmla="*/ 324 w 85"/>
                <a:gd name="T15" fmla="*/ 320 h 45"/>
                <a:gd name="T16" fmla="*/ 262 w 85"/>
                <a:gd name="T17" fmla="*/ 397 h 45"/>
                <a:gd name="T18" fmla="*/ 167 w 85"/>
                <a:gd name="T19" fmla="*/ 477 h 45"/>
                <a:gd name="T20" fmla="*/ 30 w 85"/>
                <a:gd name="T21" fmla="*/ 627 h 45"/>
                <a:gd name="T22" fmla="*/ 0 w 85"/>
                <a:gd name="T23" fmla="*/ 704 h 45"/>
                <a:gd name="T24" fmla="*/ 92 w 85"/>
                <a:gd name="T25" fmla="*/ 717 h 45"/>
                <a:gd name="T26" fmla="*/ 137 w 85"/>
                <a:gd name="T27" fmla="*/ 760 h 45"/>
                <a:gd name="T28" fmla="*/ 249 w 85"/>
                <a:gd name="T29" fmla="*/ 776 h 45"/>
                <a:gd name="T30" fmla="*/ 324 w 85"/>
                <a:gd name="T31" fmla="*/ 797 h 45"/>
                <a:gd name="T32" fmla="*/ 436 w 85"/>
                <a:gd name="T33" fmla="*/ 797 h 45"/>
                <a:gd name="T34" fmla="*/ 511 w 85"/>
                <a:gd name="T35" fmla="*/ 819 h 45"/>
                <a:gd name="T36" fmla="*/ 621 w 85"/>
                <a:gd name="T37" fmla="*/ 832 h 45"/>
                <a:gd name="T38" fmla="*/ 696 w 85"/>
                <a:gd name="T39" fmla="*/ 853 h 45"/>
                <a:gd name="T40" fmla="*/ 808 w 85"/>
                <a:gd name="T41" fmla="*/ 797 h 45"/>
                <a:gd name="T42" fmla="*/ 841 w 85"/>
                <a:gd name="T43" fmla="*/ 760 h 45"/>
                <a:gd name="T44" fmla="*/ 883 w 85"/>
                <a:gd name="T45" fmla="*/ 704 h 45"/>
                <a:gd name="T46" fmla="*/ 945 w 85"/>
                <a:gd name="T47" fmla="*/ 648 h 45"/>
                <a:gd name="T48" fmla="*/ 995 w 85"/>
                <a:gd name="T49" fmla="*/ 589 h 45"/>
                <a:gd name="T50" fmla="*/ 1040 w 85"/>
                <a:gd name="T51" fmla="*/ 533 h 45"/>
                <a:gd name="T52" fmla="*/ 1132 w 85"/>
                <a:gd name="T53" fmla="*/ 435 h 45"/>
                <a:gd name="T54" fmla="*/ 1195 w 85"/>
                <a:gd name="T55" fmla="*/ 363 h 45"/>
                <a:gd name="T56" fmla="*/ 1245 w 85"/>
                <a:gd name="T57" fmla="*/ 320 h 45"/>
                <a:gd name="T58" fmla="*/ 1307 w 85"/>
                <a:gd name="T59" fmla="*/ 264 h 45"/>
                <a:gd name="T60" fmla="*/ 1319 w 85"/>
                <a:gd name="T61" fmla="*/ 248 h 45"/>
                <a:gd name="T62" fmla="*/ 1319 w 85"/>
                <a:gd name="T63" fmla="*/ 205 h 45"/>
                <a:gd name="T64" fmla="*/ 1182 w 85"/>
                <a:gd name="T65" fmla="*/ 149 h 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5" h="45">
                  <a:moveTo>
                    <a:pt x="76" y="8"/>
                  </a:moveTo>
                  <a:cubicBezTo>
                    <a:pt x="73" y="7"/>
                    <a:pt x="70" y="6"/>
                    <a:pt x="70" y="6"/>
                  </a:cubicBezTo>
                  <a:cubicBezTo>
                    <a:pt x="70" y="6"/>
                    <a:pt x="64" y="5"/>
                    <a:pt x="61" y="4"/>
                  </a:cubicBezTo>
                  <a:cubicBezTo>
                    <a:pt x="58" y="3"/>
                    <a:pt x="58" y="3"/>
                    <a:pt x="55" y="3"/>
                  </a:cubicBezTo>
                  <a:cubicBezTo>
                    <a:pt x="51" y="4"/>
                    <a:pt x="48" y="2"/>
                    <a:pt x="46" y="2"/>
                  </a:cubicBezTo>
                  <a:cubicBezTo>
                    <a:pt x="45" y="2"/>
                    <a:pt x="39" y="0"/>
                    <a:pt x="36" y="2"/>
                  </a:cubicBezTo>
                  <a:cubicBezTo>
                    <a:pt x="32" y="5"/>
                    <a:pt x="27" y="9"/>
                    <a:pt x="25" y="11"/>
                  </a:cubicBezTo>
                  <a:cubicBezTo>
                    <a:pt x="24" y="13"/>
                    <a:pt x="21" y="15"/>
                    <a:pt x="21" y="17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6" y="22"/>
                    <a:pt x="13" y="23"/>
                    <a:pt x="11" y="25"/>
                  </a:cubicBezTo>
                  <a:cubicBezTo>
                    <a:pt x="10" y="26"/>
                    <a:pt x="2" y="33"/>
                    <a:pt x="2" y="3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32" y="42"/>
                    <a:pt x="33" y="43"/>
                  </a:cubicBezTo>
                  <a:cubicBezTo>
                    <a:pt x="34" y="43"/>
                    <a:pt x="40" y="44"/>
                    <a:pt x="40" y="44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60" y="34"/>
                    <a:pt x="61" y="34"/>
                  </a:cubicBezTo>
                  <a:cubicBezTo>
                    <a:pt x="62" y="34"/>
                    <a:pt x="64" y="31"/>
                    <a:pt x="64" y="31"/>
                  </a:cubicBezTo>
                  <a:cubicBezTo>
                    <a:pt x="64" y="31"/>
                    <a:pt x="66" y="28"/>
                    <a:pt x="67" y="28"/>
                  </a:cubicBezTo>
                  <a:cubicBezTo>
                    <a:pt x="68" y="28"/>
                    <a:pt x="73" y="23"/>
                    <a:pt x="73" y="23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84" y="15"/>
                    <a:pt x="84" y="14"/>
                  </a:cubicBezTo>
                  <a:cubicBezTo>
                    <a:pt x="84" y="14"/>
                    <a:pt x="85" y="13"/>
                    <a:pt x="85" y="13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0" y="9"/>
                    <a:pt x="76" y="8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2719">
              <a:extLst>
                <a:ext uri="{FF2B5EF4-FFF2-40B4-BE49-F238E27FC236}">
                  <a16:creationId xmlns:a16="http://schemas.microsoft.com/office/drawing/2014/main" id="{411A46AB-854C-4576-9C91-CCE111810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645"/>
              <a:ext cx="225" cy="378"/>
            </a:xfrm>
            <a:custGeom>
              <a:avLst/>
              <a:gdLst>
                <a:gd name="T0" fmla="*/ 688 w 90"/>
                <a:gd name="T1" fmla="*/ 2622 h 142"/>
                <a:gd name="T2" fmla="*/ 720 w 90"/>
                <a:gd name="T3" fmla="*/ 2260 h 142"/>
                <a:gd name="T4" fmla="*/ 738 w 90"/>
                <a:gd name="T5" fmla="*/ 2247 h 142"/>
                <a:gd name="T6" fmla="*/ 813 w 90"/>
                <a:gd name="T7" fmla="*/ 2132 h 142"/>
                <a:gd name="T8" fmla="*/ 1095 w 90"/>
                <a:gd name="T9" fmla="*/ 1680 h 142"/>
                <a:gd name="T10" fmla="*/ 1188 w 90"/>
                <a:gd name="T11" fmla="*/ 1509 h 142"/>
                <a:gd name="T12" fmla="*/ 1270 w 90"/>
                <a:gd name="T13" fmla="*/ 1453 h 142"/>
                <a:gd name="T14" fmla="*/ 1395 w 90"/>
                <a:gd name="T15" fmla="*/ 1488 h 142"/>
                <a:gd name="T16" fmla="*/ 1408 w 90"/>
                <a:gd name="T17" fmla="*/ 1475 h 142"/>
                <a:gd name="T18" fmla="*/ 1395 w 90"/>
                <a:gd name="T19" fmla="*/ 1206 h 142"/>
                <a:gd name="T20" fmla="*/ 1395 w 90"/>
                <a:gd name="T21" fmla="*/ 977 h 142"/>
                <a:gd name="T22" fmla="*/ 1395 w 90"/>
                <a:gd name="T23" fmla="*/ 793 h 142"/>
                <a:gd name="T24" fmla="*/ 1395 w 90"/>
                <a:gd name="T25" fmla="*/ 602 h 142"/>
                <a:gd name="T26" fmla="*/ 1375 w 90"/>
                <a:gd name="T27" fmla="*/ 397 h 142"/>
                <a:gd name="T28" fmla="*/ 1375 w 90"/>
                <a:gd name="T29" fmla="*/ 35 h 142"/>
                <a:gd name="T30" fmla="*/ 1345 w 90"/>
                <a:gd name="T31" fmla="*/ 0 h 142"/>
                <a:gd name="T32" fmla="*/ 1333 w 90"/>
                <a:gd name="T33" fmla="*/ 21 h 142"/>
                <a:gd name="T34" fmla="*/ 1270 w 90"/>
                <a:gd name="T35" fmla="*/ 77 h 142"/>
                <a:gd name="T36" fmla="*/ 1220 w 90"/>
                <a:gd name="T37" fmla="*/ 114 h 142"/>
                <a:gd name="T38" fmla="*/ 1158 w 90"/>
                <a:gd name="T39" fmla="*/ 192 h 142"/>
                <a:gd name="T40" fmla="*/ 1063 w 90"/>
                <a:gd name="T41" fmla="*/ 282 h 142"/>
                <a:gd name="T42" fmla="*/ 1020 w 90"/>
                <a:gd name="T43" fmla="*/ 341 h 142"/>
                <a:gd name="T44" fmla="*/ 970 w 90"/>
                <a:gd name="T45" fmla="*/ 397 h 142"/>
                <a:gd name="T46" fmla="*/ 908 w 90"/>
                <a:gd name="T47" fmla="*/ 453 h 142"/>
                <a:gd name="T48" fmla="*/ 863 w 90"/>
                <a:gd name="T49" fmla="*/ 511 h 142"/>
                <a:gd name="T50" fmla="*/ 833 w 90"/>
                <a:gd name="T51" fmla="*/ 546 h 142"/>
                <a:gd name="T52" fmla="*/ 720 w 90"/>
                <a:gd name="T53" fmla="*/ 602 h 142"/>
                <a:gd name="T54" fmla="*/ 645 w 90"/>
                <a:gd name="T55" fmla="*/ 588 h 142"/>
                <a:gd name="T56" fmla="*/ 533 w 90"/>
                <a:gd name="T57" fmla="*/ 567 h 142"/>
                <a:gd name="T58" fmla="*/ 458 w 90"/>
                <a:gd name="T59" fmla="*/ 546 h 142"/>
                <a:gd name="T60" fmla="*/ 345 w 90"/>
                <a:gd name="T61" fmla="*/ 546 h 142"/>
                <a:gd name="T62" fmla="*/ 270 w 90"/>
                <a:gd name="T63" fmla="*/ 532 h 142"/>
                <a:gd name="T64" fmla="*/ 158 w 90"/>
                <a:gd name="T65" fmla="*/ 511 h 142"/>
                <a:gd name="T66" fmla="*/ 113 w 90"/>
                <a:gd name="T67" fmla="*/ 474 h 142"/>
                <a:gd name="T68" fmla="*/ 20 w 90"/>
                <a:gd name="T69" fmla="*/ 453 h 142"/>
                <a:gd name="T70" fmla="*/ 20 w 90"/>
                <a:gd name="T71" fmla="*/ 453 h 142"/>
                <a:gd name="T72" fmla="*/ 33 w 90"/>
                <a:gd name="T73" fmla="*/ 921 h 142"/>
                <a:gd name="T74" fmla="*/ 20 w 90"/>
                <a:gd name="T75" fmla="*/ 1078 h 142"/>
                <a:gd name="T76" fmla="*/ 33 w 90"/>
                <a:gd name="T77" fmla="*/ 1190 h 142"/>
                <a:gd name="T78" fmla="*/ 33 w 90"/>
                <a:gd name="T79" fmla="*/ 1304 h 142"/>
                <a:gd name="T80" fmla="*/ 20 w 90"/>
                <a:gd name="T81" fmla="*/ 1509 h 142"/>
                <a:gd name="T82" fmla="*/ 33 w 90"/>
                <a:gd name="T83" fmla="*/ 1701 h 142"/>
                <a:gd name="T84" fmla="*/ 20 w 90"/>
                <a:gd name="T85" fmla="*/ 1871 h 142"/>
                <a:gd name="T86" fmla="*/ 50 w 90"/>
                <a:gd name="T87" fmla="*/ 2076 h 142"/>
                <a:gd name="T88" fmla="*/ 50 w 90"/>
                <a:gd name="T89" fmla="*/ 2281 h 142"/>
                <a:gd name="T90" fmla="*/ 83 w 90"/>
                <a:gd name="T91" fmla="*/ 2486 h 142"/>
                <a:gd name="T92" fmla="*/ 220 w 90"/>
                <a:gd name="T93" fmla="*/ 2545 h 142"/>
                <a:gd name="T94" fmla="*/ 300 w 90"/>
                <a:gd name="T95" fmla="*/ 2529 h 142"/>
                <a:gd name="T96" fmla="*/ 363 w 90"/>
                <a:gd name="T97" fmla="*/ 2587 h 142"/>
                <a:gd name="T98" fmla="*/ 470 w 90"/>
                <a:gd name="T99" fmla="*/ 2622 h 142"/>
                <a:gd name="T100" fmla="*/ 563 w 90"/>
                <a:gd name="T101" fmla="*/ 2657 h 142"/>
                <a:gd name="T102" fmla="*/ 675 w 90"/>
                <a:gd name="T103" fmla="*/ 2678 h 142"/>
                <a:gd name="T104" fmla="*/ 688 w 90"/>
                <a:gd name="T105" fmla="*/ 2657 h 142"/>
                <a:gd name="T106" fmla="*/ 688 w 90"/>
                <a:gd name="T107" fmla="*/ 2622 h 14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" h="142">
                  <a:moveTo>
                    <a:pt x="44" y="139"/>
                  </a:moveTo>
                  <a:cubicBezTo>
                    <a:pt x="45" y="134"/>
                    <a:pt x="46" y="120"/>
                    <a:pt x="46" y="120"/>
                  </a:cubicBezTo>
                  <a:cubicBezTo>
                    <a:pt x="46" y="120"/>
                    <a:pt x="47" y="120"/>
                    <a:pt x="47" y="119"/>
                  </a:cubicBezTo>
                  <a:cubicBezTo>
                    <a:pt x="48" y="118"/>
                    <a:pt x="51" y="115"/>
                    <a:pt x="52" y="113"/>
                  </a:cubicBezTo>
                  <a:cubicBezTo>
                    <a:pt x="54" y="110"/>
                    <a:pt x="66" y="93"/>
                    <a:pt x="70" y="89"/>
                  </a:cubicBezTo>
                  <a:cubicBezTo>
                    <a:pt x="74" y="84"/>
                    <a:pt x="76" y="80"/>
                    <a:pt x="76" y="8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77"/>
                    <a:pt x="85" y="78"/>
                    <a:pt x="89" y="79"/>
                  </a:cubicBezTo>
                  <a:cubicBezTo>
                    <a:pt x="90" y="78"/>
                    <a:pt x="90" y="78"/>
                    <a:pt x="90" y="78"/>
                  </a:cubicBezTo>
                  <a:cubicBezTo>
                    <a:pt x="90" y="78"/>
                    <a:pt x="89" y="68"/>
                    <a:pt x="89" y="64"/>
                  </a:cubicBezTo>
                  <a:cubicBezTo>
                    <a:pt x="89" y="61"/>
                    <a:pt x="89" y="52"/>
                    <a:pt x="89" y="52"/>
                  </a:cubicBezTo>
                  <a:cubicBezTo>
                    <a:pt x="89" y="52"/>
                    <a:pt x="89" y="44"/>
                    <a:pt x="89" y="4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29"/>
                    <a:pt x="88" y="24"/>
                    <a:pt x="88" y="21"/>
                  </a:cubicBezTo>
                  <a:cubicBezTo>
                    <a:pt x="87" y="17"/>
                    <a:pt x="88" y="2"/>
                    <a:pt x="88" y="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5" y="1"/>
                    <a:pt x="85" y="1"/>
                  </a:cubicBezTo>
                  <a:cubicBezTo>
                    <a:pt x="85" y="2"/>
                    <a:pt x="81" y="4"/>
                    <a:pt x="81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69" y="15"/>
                    <a:pt x="68" y="15"/>
                  </a:cubicBezTo>
                  <a:cubicBezTo>
                    <a:pt x="67" y="15"/>
                    <a:pt x="65" y="18"/>
                    <a:pt x="65" y="18"/>
                  </a:cubicBezTo>
                  <a:cubicBezTo>
                    <a:pt x="65" y="18"/>
                    <a:pt x="63" y="21"/>
                    <a:pt x="62" y="21"/>
                  </a:cubicBezTo>
                  <a:cubicBezTo>
                    <a:pt x="61" y="21"/>
                    <a:pt x="58" y="24"/>
                    <a:pt x="58" y="24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1" y="31"/>
                    <a:pt x="35" y="30"/>
                    <a:pt x="34" y="30"/>
                  </a:cubicBezTo>
                  <a:cubicBezTo>
                    <a:pt x="33" y="29"/>
                    <a:pt x="29" y="29"/>
                    <a:pt x="29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55"/>
                    <a:pt x="1" y="57"/>
                  </a:cubicBezTo>
                  <a:cubicBezTo>
                    <a:pt x="0" y="59"/>
                    <a:pt x="2" y="63"/>
                    <a:pt x="2" y="63"/>
                  </a:cubicBezTo>
                  <a:cubicBezTo>
                    <a:pt x="2" y="63"/>
                    <a:pt x="2" y="67"/>
                    <a:pt x="2" y="69"/>
                  </a:cubicBezTo>
                  <a:cubicBezTo>
                    <a:pt x="2" y="71"/>
                    <a:pt x="1" y="78"/>
                    <a:pt x="1" y="80"/>
                  </a:cubicBezTo>
                  <a:cubicBezTo>
                    <a:pt x="1" y="82"/>
                    <a:pt x="1" y="87"/>
                    <a:pt x="2" y="90"/>
                  </a:cubicBezTo>
                  <a:cubicBezTo>
                    <a:pt x="4" y="94"/>
                    <a:pt x="0" y="97"/>
                    <a:pt x="1" y="99"/>
                  </a:cubicBezTo>
                  <a:cubicBezTo>
                    <a:pt x="1" y="101"/>
                    <a:pt x="3" y="107"/>
                    <a:pt x="3" y="110"/>
                  </a:cubicBezTo>
                  <a:cubicBezTo>
                    <a:pt x="2" y="112"/>
                    <a:pt x="3" y="121"/>
                    <a:pt x="3" y="121"/>
                  </a:cubicBezTo>
                  <a:cubicBezTo>
                    <a:pt x="3" y="121"/>
                    <a:pt x="3" y="130"/>
                    <a:pt x="5" y="132"/>
                  </a:cubicBezTo>
                  <a:cubicBezTo>
                    <a:pt x="8" y="134"/>
                    <a:pt x="13" y="135"/>
                    <a:pt x="14" y="135"/>
                  </a:cubicBezTo>
                  <a:cubicBezTo>
                    <a:pt x="16" y="135"/>
                    <a:pt x="18" y="132"/>
                    <a:pt x="19" y="134"/>
                  </a:cubicBezTo>
                  <a:cubicBezTo>
                    <a:pt x="20" y="136"/>
                    <a:pt x="20" y="137"/>
                    <a:pt x="23" y="137"/>
                  </a:cubicBezTo>
                  <a:cubicBezTo>
                    <a:pt x="25" y="137"/>
                    <a:pt x="30" y="139"/>
                    <a:pt x="30" y="139"/>
                  </a:cubicBezTo>
                  <a:cubicBezTo>
                    <a:pt x="30" y="139"/>
                    <a:pt x="35" y="141"/>
                    <a:pt x="36" y="141"/>
                  </a:cubicBezTo>
                  <a:cubicBezTo>
                    <a:pt x="38" y="141"/>
                    <a:pt x="43" y="142"/>
                    <a:pt x="43" y="142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4" y="141"/>
                    <a:pt x="44" y="140"/>
                    <a:pt x="44" y="139"/>
                  </a:cubicBez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720">
              <a:extLst>
                <a:ext uri="{FF2B5EF4-FFF2-40B4-BE49-F238E27FC236}">
                  <a16:creationId xmlns:a16="http://schemas.microsoft.com/office/drawing/2014/main" id="{AA460D88-58C8-4BDA-BE46-1824D319A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709"/>
              <a:ext cx="128" cy="314"/>
            </a:xfrm>
            <a:custGeom>
              <a:avLst/>
              <a:gdLst>
                <a:gd name="T0" fmla="*/ 806 w 51"/>
                <a:gd name="T1" fmla="*/ 1658 h 118"/>
                <a:gd name="T2" fmla="*/ 788 w 51"/>
                <a:gd name="T3" fmla="*/ 1586 h 118"/>
                <a:gd name="T4" fmla="*/ 788 w 51"/>
                <a:gd name="T5" fmla="*/ 1509 h 118"/>
                <a:gd name="T6" fmla="*/ 788 w 51"/>
                <a:gd name="T7" fmla="*/ 1416 h 118"/>
                <a:gd name="T8" fmla="*/ 776 w 51"/>
                <a:gd name="T9" fmla="*/ 1373 h 118"/>
                <a:gd name="T10" fmla="*/ 776 w 51"/>
                <a:gd name="T11" fmla="*/ 1283 h 118"/>
                <a:gd name="T12" fmla="*/ 788 w 51"/>
                <a:gd name="T13" fmla="*/ 1189 h 118"/>
                <a:gd name="T14" fmla="*/ 788 w 51"/>
                <a:gd name="T15" fmla="*/ 907 h 118"/>
                <a:gd name="T16" fmla="*/ 776 w 51"/>
                <a:gd name="T17" fmla="*/ 772 h 118"/>
                <a:gd name="T18" fmla="*/ 788 w 51"/>
                <a:gd name="T19" fmla="*/ 623 h 118"/>
                <a:gd name="T20" fmla="*/ 776 w 51"/>
                <a:gd name="T21" fmla="*/ 532 h 118"/>
                <a:gd name="T22" fmla="*/ 755 w 51"/>
                <a:gd name="T23" fmla="*/ 452 h 118"/>
                <a:gd name="T24" fmla="*/ 755 w 51"/>
                <a:gd name="T25" fmla="*/ 375 h 118"/>
                <a:gd name="T26" fmla="*/ 755 w 51"/>
                <a:gd name="T27" fmla="*/ 341 h 118"/>
                <a:gd name="T28" fmla="*/ 725 w 51"/>
                <a:gd name="T29" fmla="*/ 149 h 118"/>
                <a:gd name="T30" fmla="*/ 650 w 51"/>
                <a:gd name="T31" fmla="*/ 136 h 118"/>
                <a:gd name="T32" fmla="*/ 535 w 51"/>
                <a:gd name="T33" fmla="*/ 114 h 118"/>
                <a:gd name="T34" fmla="*/ 459 w 51"/>
                <a:gd name="T35" fmla="*/ 93 h 118"/>
                <a:gd name="T36" fmla="*/ 346 w 51"/>
                <a:gd name="T37" fmla="*/ 93 h 118"/>
                <a:gd name="T38" fmla="*/ 271 w 51"/>
                <a:gd name="T39" fmla="*/ 77 h 118"/>
                <a:gd name="T40" fmla="*/ 158 w 51"/>
                <a:gd name="T41" fmla="*/ 56 h 118"/>
                <a:gd name="T42" fmla="*/ 113 w 51"/>
                <a:gd name="T43" fmla="*/ 21 h 118"/>
                <a:gd name="T44" fmla="*/ 20 w 51"/>
                <a:gd name="T45" fmla="*/ 0 h 118"/>
                <a:gd name="T46" fmla="*/ 20 w 51"/>
                <a:gd name="T47" fmla="*/ 0 h 118"/>
                <a:gd name="T48" fmla="*/ 33 w 51"/>
                <a:gd name="T49" fmla="*/ 474 h 118"/>
                <a:gd name="T50" fmla="*/ 20 w 51"/>
                <a:gd name="T51" fmla="*/ 623 h 118"/>
                <a:gd name="T52" fmla="*/ 33 w 51"/>
                <a:gd name="T53" fmla="*/ 737 h 118"/>
                <a:gd name="T54" fmla="*/ 33 w 51"/>
                <a:gd name="T55" fmla="*/ 849 h 118"/>
                <a:gd name="T56" fmla="*/ 20 w 51"/>
                <a:gd name="T57" fmla="*/ 1054 h 118"/>
                <a:gd name="T58" fmla="*/ 33 w 51"/>
                <a:gd name="T59" fmla="*/ 1245 h 118"/>
                <a:gd name="T60" fmla="*/ 20 w 51"/>
                <a:gd name="T61" fmla="*/ 1416 h 118"/>
                <a:gd name="T62" fmla="*/ 50 w 51"/>
                <a:gd name="T63" fmla="*/ 1621 h 118"/>
                <a:gd name="T64" fmla="*/ 50 w 51"/>
                <a:gd name="T65" fmla="*/ 1828 h 118"/>
                <a:gd name="T66" fmla="*/ 83 w 51"/>
                <a:gd name="T67" fmla="*/ 2033 h 118"/>
                <a:gd name="T68" fmla="*/ 221 w 51"/>
                <a:gd name="T69" fmla="*/ 2089 h 118"/>
                <a:gd name="T70" fmla="*/ 301 w 51"/>
                <a:gd name="T71" fmla="*/ 2076 h 118"/>
                <a:gd name="T72" fmla="*/ 366 w 51"/>
                <a:gd name="T73" fmla="*/ 2131 h 118"/>
                <a:gd name="T74" fmla="*/ 472 w 51"/>
                <a:gd name="T75" fmla="*/ 2166 h 118"/>
                <a:gd name="T76" fmla="*/ 567 w 51"/>
                <a:gd name="T77" fmla="*/ 2203 h 118"/>
                <a:gd name="T78" fmla="*/ 680 w 51"/>
                <a:gd name="T79" fmla="*/ 2225 h 118"/>
                <a:gd name="T80" fmla="*/ 693 w 51"/>
                <a:gd name="T81" fmla="*/ 2203 h 118"/>
                <a:gd name="T82" fmla="*/ 693 w 51"/>
                <a:gd name="T83" fmla="*/ 2166 h 118"/>
                <a:gd name="T84" fmla="*/ 725 w 51"/>
                <a:gd name="T85" fmla="*/ 1807 h 118"/>
                <a:gd name="T86" fmla="*/ 743 w 51"/>
                <a:gd name="T87" fmla="*/ 1791 h 118"/>
                <a:gd name="T88" fmla="*/ 806 w 51"/>
                <a:gd name="T89" fmla="*/ 1692 h 118"/>
                <a:gd name="T90" fmla="*/ 806 w 51"/>
                <a:gd name="T91" fmla="*/ 1658 h 1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1" h="118">
                  <a:moveTo>
                    <a:pt x="51" y="88"/>
                  </a:moveTo>
                  <a:cubicBezTo>
                    <a:pt x="50" y="84"/>
                    <a:pt x="50" y="84"/>
                    <a:pt x="50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77"/>
                    <a:pt x="50" y="75"/>
                  </a:cubicBezTo>
                  <a:cubicBezTo>
                    <a:pt x="51" y="74"/>
                    <a:pt x="49" y="73"/>
                    <a:pt x="49" y="73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34"/>
                    <a:pt x="50" y="33"/>
                  </a:cubicBezTo>
                  <a:cubicBezTo>
                    <a:pt x="50" y="31"/>
                    <a:pt x="49" y="29"/>
                    <a:pt x="49" y="28"/>
                  </a:cubicBezTo>
                  <a:cubicBezTo>
                    <a:pt x="49" y="27"/>
                    <a:pt x="48" y="25"/>
                    <a:pt x="48" y="24"/>
                  </a:cubicBezTo>
                  <a:cubicBezTo>
                    <a:pt x="48" y="23"/>
                    <a:pt x="48" y="20"/>
                    <a:pt x="48" y="20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35" y="6"/>
                    <a:pt x="34" y="6"/>
                  </a:cubicBezTo>
                  <a:cubicBezTo>
                    <a:pt x="33" y="5"/>
                    <a:pt x="29" y="5"/>
                    <a:pt x="29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2" y="31"/>
                    <a:pt x="1" y="33"/>
                  </a:cubicBezTo>
                  <a:cubicBezTo>
                    <a:pt x="0" y="35"/>
                    <a:pt x="2" y="39"/>
                    <a:pt x="2" y="39"/>
                  </a:cubicBezTo>
                  <a:cubicBezTo>
                    <a:pt x="2" y="39"/>
                    <a:pt x="2" y="43"/>
                    <a:pt x="2" y="45"/>
                  </a:cubicBezTo>
                  <a:cubicBezTo>
                    <a:pt x="2" y="47"/>
                    <a:pt x="1" y="54"/>
                    <a:pt x="1" y="56"/>
                  </a:cubicBezTo>
                  <a:cubicBezTo>
                    <a:pt x="1" y="58"/>
                    <a:pt x="1" y="63"/>
                    <a:pt x="2" y="66"/>
                  </a:cubicBezTo>
                  <a:cubicBezTo>
                    <a:pt x="4" y="70"/>
                    <a:pt x="0" y="73"/>
                    <a:pt x="1" y="75"/>
                  </a:cubicBezTo>
                  <a:cubicBezTo>
                    <a:pt x="1" y="77"/>
                    <a:pt x="3" y="83"/>
                    <a:pt x="3" y="86"/>
                  </a:cubicBezTo>
                  <a:cubicBezTo>
                    <a:pt x="2" y="88"/>
                    <a:pt x="3" y="97"/>
                    <a:pt x="3" y="97"/>
                  </a:cubicBezTo>
                  <a:cubicBezTo>
                    <a:pt x="3" y="97"/>
                    <a:pt x="3" y="106"/>
                    <a:pt x="5" y="108"/>
                  </a:cubicBezTo>
                  <a:cubicBezTo>
                    <a:pt x="8" y="110"/>
                    <a:pt x="13" y="111"/>
                    <a:pt x="14" y="111"/>
                  </a:cubicBezTo>
                  <a:cubicBezTo>
                    <a:pt x="16" y="111"/>
                    <a:pt x="18" y="108"/>
                    <a:pt x="19" y="110"/>
                  </a:cubicBezTo>
                  <a:cubicBezTo>
                    <a:pt x="20" y="112"/>
                    <a:pt x="20" y="113"/>
                    <a:pt x="23" y="113"/>
                  </a:cubicBezTo>
                  <a:cubicBezTo>
                    <a:pt x="25" y="113"/>
                    <a:pt x="30" y="115"/>
                    <a:pt x="30" y="115"/>
                  </a:cubicBezTo>
                  <a:cubicBezTo>
                    <a:pt x="30" y="115"/>
                    <a:pt x="35" y="117"/>
                    <a:pt x="36" y="117"/>
                  </a:cubicBezTo>
                  <a:cubicBezTo>
                    <a:pt x="38" y="117"/>
                    <a:pt x="43" y="118"/>
                    <a:pt x="43" y="118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7"/>
                    <a:pt x="44" y="116"/>
                    <a:pt x="44" y="115"/>
                  </a:cubicBezTo>
                  <a:cubicBezTo>
                    <a:pt x="45" y="110"/>
                    <a:pt x="46" y="96"/>
                    <a:pt x="46" y="96"/>
                  </a:cubicBezTo>
                  <a:cubicBezTo>
                    <a:pt x="46" y="96"/>
                    <a:pt x="47" y="96"/>
                    <a:pt x="47" y="95"/>
                  </a:cubicBezTo>
                  <a:cubicBezTo>
                    <a:pt x="48" y="94"/>
                    <a:pt x="50" y="92"/>
                    <a:pt x="51" y="90"/>
                  </a:cubicBezTo>
                  <a:lnTo>
                    <a:pt x="51" y="88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721">
              <a:extLst>
                <a:ext uri="{FF2B5EF4-FFF2-40B4-BE49-F238E27FC236}">
                  <a16:creationId xmlns:a16="http://schemas.microsoft.com/office/drawing/2014/main" id="{085B9474-3D16-4B4B-A1AC-E2871A1E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674"/>
              <a:ext cx="213" cy="315"/>
            </a:xfrm>
            <a:custGeom>
              <a:avLst/>
              <a:gdLst>
                <a:gd name="T0" fmla="*/ 1318 w 85"/>
                <a:gd name="T1" fmla="*/ 913 h 118"/>
                <a:gd name="T2" fmla="*/ 1255 w 85"/>
                <a:gd name="T3" fmla="*/ 892 h 118"/>
                <a:gd name="T4" fmla="*/ 1213 w 85"/>
                <a:gd name="T5" fmla="*/ 854 h 118"/>
                <a:gd name="T6" fmla="*/ 1180 w 85"/>
                <a:gd name="T7" fmla="*/ 820 h 118"/>
                <a:gd name="T8" fmla="*/ 1055 w 85"/>
                <a:gd name="T9" fmla="*/ 742 h 118"/>
                <a:gd name="T10" fmla="*/ 930 w 85"/>
                <a:gd name="T11" fmla="*/ 649 h 118"/>
                <a:gd name="T12" fmla="*/ 847 w 85"/>
                <a:gd name="T13" fmla="*/ 649 h 118"/>
                <a:gd name="T14" fmla="*/ 804 w 85"/>
                <a:gd name="T15" fmla="*/ 593 h 118"/>
                <a:gd name="T16" fmla="*/ 722 w 85"/>
                <a:gd name="T17" fmla="*/ 491 h 118"/>
                <a:gd name="T18" fmla="*/ 616 w 85"/>
                <a:gd name="T19" fmla="*/ 422 h 118"/>
                <a:gd name="T20" fmla="*/ 521 w 85"/>
                <a:gd name="T21" fmla="*/ 320 h 118"/>
                <a:gd name="T22" fmla="*/ 439 w 85"/>
                <a:gd name="T23" fmla="*/ 264 h 118"/>
                <a:gd name="T24" fmla="*/ 346 w 85"/>
                <a:gd name="T25" fmla="*/ 171 h 118"/>
                <a:gd name="T26" fmla="*/ 283 w 85"/>
                <a:gd name="T27" fmla="*/ 115 h 118"/>
                <a:gd name="T28" fmla="*/ 125 w 85"/>
                <a:gd name="T29" fmla="*/ 0 h 118"/>
                <a:gd name="T30" fmla="*/ 50 w 85"/>
                <a:gd name="T31" fmla="*/ 136 h 118"/>
                <a:gd name="T32" fmla="*/ 50 w 85"/>
                <a:gd name="T33" fmla="*/ 264 h 118"/>
                <a:gd name="T34" fmla="*/ 50 w 85"/>
                <a:gd name="T35" fmla="*/ 398 h 118"/>
                <a:gd name="T36" fmla="*/ 33 w 85"/>
                <a:gd name="T37" fmla="*/ 513 h 118"/>
                <a:gd name="T38" fmla="*/ 20 w 85"/>
                <a:gd name="T39" fmla="*/ 627 h 118"/>
                <a:gd name="T40" fmla="*/ 20 w 85"/>
                <a:gd name="T41" fmla="*/ 742 h 118"/>
                <a:gd name="T42" fmla="*/ 20 w 85"/>
                <a:gd name="T43" fmla="*/ 833 h 118"/>
                <a:gd name="T44" fmla="*/ 20 w 85"/>
                <a:gd name="T45" fmla="*/ 934 h 118"/>
                <a:gd name="T46" fmla="*/ 20 w 85"/>
                <a:gd name="T47" fmla="*/ 1046 h 118"/>
                <a:gd name="T48" fmla="*/ 0 w 85"/>
                <a:gd name="T49" fmla="*/ 1196 h 118"/>
                <a:gd name="T50" fmla="*/ 20 w 85"/>
                <a:gd name="T51" fmla="*/ 1239 h 118"/>
                <a:gd name="T52" fmla="*/ 175 w 85"/>
                <a:gd name="T53" fmla="*/ 1391 h 118"/>
                <a:gd name="T54" fmla="*/ 238 w 85"/>
                <a:gd name="T55" fmla="*/ 1447 h 118"/>
                <a:gd name="T56" fmla="*/ 376 w 85"/>
                <a:gd name="T57" fmla="*/ 1540 h 118"/>
                <a:gd name="T58" fmla="*/ 426 w 85"/>
                <a:gd name="T59" fmla="*/ 1583 h 118"/>
                <a:gd name="T60" fmla="*/ 501 w 85"/>
                <a:gd name="T61" fmla="*/ 1596 h 118"/>
                <a:gd name="T62" fmla="*/ 897 w 85"/>
                <a:gd name="T63" fmla="*/ 1733 h 118"/>
                <a:gd name="T64" fmla="*/ 1035 w 85"/>
                <a:gd name="T65" fmla="*/ 1767 h 118"/>
                <a:gd name="T66" fmla="*/ 1100 w 85"/>
                <a:gd name="T67" fmla="*/ 1789 h 118"/>
                <a:gd name="T68" fmla="*/ 1100 w 85"/>
                <a:gd name="T69" fmla="*/ 2096 h 118"/>
                <a:gd name="T70" fmla="*/ 1150 w 85"/>
                <a:gd name="T71" fmla="*/ 2168 h 118"/>
                <a:gd name="T72" fmla="*/ 1213 w 85"/>
                <a:gd name="T73" fmla="*/ 2224 h 118"/>
                <a:gd name="T74" fmla="*/ 1275 w 85"/>
                <a:gd name="T75" fmla="*/ 2245 h 118"/>
                <a:gd name="T76" fmla="*/ 1288 w 85"/>
                <a:gd name="T77" fmla="*/ 2152 h 118"/>
                <a:gd name="T78" fmla="*/ 1288 w 85"/>
                <a:gd name="T79" fmla="*/ 2096 h 118"/>
                <a:gd name="T80" fmla="*/ 1288 w 85"/>
                <a:gd name="T81" fmla="*/ 1981 h 118"/>
                <a:gd name="T82" fmla="*/ 1306 w 85"/>
                <a:gd name="T83" fmla="*/ 1882 h 118"/>
                <a:gd name="T84" fmla="*/ 1306 w 85"/>
                <a:gd name="T85" fmla="*/ 1810 h 118"/>
                <a:gd name="T86" fmla="*/ 1306 w 85"/>
                <a:gd name="T87" fmla="*/ 1711 h 118"/>
                <a:gd name="T88" fmla="*/ 1288 w 85"/>
                <a:gd name="T89" fmla="*/ 1618 h 118"/>
                <a:gd name="T90" fmla="*/ 1288 w 85"/>
                <a:gd name="T91" fmla="*/ 1503 h 118"/>
                <a:gd name="T92" fmla="*/ 1306 w 85"/>
                <a:gd name="T93" fmla="*/ 1297 h 118"/>
                <a:gd name="T94" fmla="*/ 1306 w 85"/>
                <a:gd name="T95" fmla="*/ 1183 h 118"/>
                <a:gd name="T96" fmla="*/ 1318 w 85"/>
                <a:gd name="T97" fmla="*/ 1105 h 118"/>
                <a:gd name="T98" fmla="*/ 1318 w 85"/>
                <a:gd name="T99" fmla="*/ 913 h 11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" h="118">
                  <a:moveTo>
                    <a:pt x="84" y="48"/>
                  </a:moveTo>
                  <a:cubicBezTo>
                    <a:pt x="84" y="48"/>
                    <a:pt x="82" y="47"/>
                    <a:pt x="80" y="47"/>
                  </a:cubicBezTo>
                  <a:cubicBezTo>
                    <a:pt x="79" y="46"/>
                    <a:pt x="78" y="46"/>
                    <a:pt x="77" y="45"/>
                  </a:cubicBezTo>
                  <a:cubicBezTo>
                    <a:pt x="76" y="43"/>
                    <a:pt x="76" y="44"/>
                    <a:pt x="75" y="43"/>
                  </a:cubicBezTo>
                  <a:cubicBezTo>
                    <a:pt x="74" y="42"/>
                    <a:pt x="69" y="41"/>
                    <a:pt x="67" y="39"/>
                  </a:cubicBezTo>
                  <a:cubicBezTo>
                    <a:pt x="66" y="38"/>
                    <a:pt x="62" y="36"/>
                    <a:pt x="59" y="34"/>
                  </a:cubicBezTo>
                  <a:cubicBezTo>
                    <a:pt x="57" y="33"/>
                    <a:pt x="56" y="34"/>
                    <a:pt x="54" y="34"/>
                  </a:cubicBezTo>
                  <a:cubicBezTo>
                    <a:pt x="52" y="33"/>
                    <a:pt x="51" y="31"/>
                    <a:pt x="51" y="31"/>
                  </a:cubicBezTo>
                  <a:cubicBezTo>
                    <a:pt x="51" y="31"/>
                    <a:pt x="47" y="27"/>
                    <a:pt x="46" y="26"/>
                  </a:cubicBezTo>
                  <a:cubicBezTo>
                    <a:pt x="44" y="26"/>
                    <a:pt x="41" y="23"/>
                    <a:pt x="39" y="22"/>
                  </a:cubicBezTo>
                  <a:cubicBezTo>
                    <a:pt x="37" y="20"/>
                    <a:pt x="35" y="19"/>
                    <a:pt x="33" y="17"/>
                  </a:cubicBezTo>
                  <a:cubicBezTo>
                    <a:pt x="32" y="15"/>
                    <a:pt x="28" y="14"/>
                    <a:pt x="28" y="14"/>
                  </a:cubicBezTo>
                  <a:cubicBezTo>
                    <a:pt x="28" y="14"/>
                    <a:pt x="23" y="11"/>
                    <a:pt x="22" y="9"/>
                  </a:cubicBezTo>
                  <a:cubicBezTo>
                    <a:pt x="21" y="7"/>
                    <a:pt x="18" y="6"/>
                    <a:pt x="18" y="6"/>
                  </a:cubicBezTo>
                  <a:cubicBezTo>
                    <a:pt x="18" y="6"/>
                    <a:pt x="10" y="1"/>
                    <a:pt x="8" y="0"/>
                  </a:cubicBezTo>
                  <a:cubicBezTo>
                    <a:pt x="4" y="1"/>
                    <a:pt x="3" y="6"/>
                    <a:pt x="3" y="7"/>
                  </a:cubicBezTo>
                  <a:cubicBezTo>
                    <a:pt x="3" y="8"/>
                    <a:pt x="3" y="10"/>
                    <a:pt x="3" y="14"/>
                  </a:cubicBezTo>
                  <a:cubicBezTo>
                    <a:pt x="3" y="17"/>
                    <a:pt x="3" y="20"/>
                    <a:pt x="3" y="21"/>
                  </a:cubicBezTo>
                  <a:cubicBezTo>
                    <a:pt x="2" y="22"/>
                    <a:pt x="1" y="25"/>
                    <a:pt x="2" y="27"/>
                  </a:cubicBezTo>
                  <a:cubicBezTo>
                    <a:pt x="2" y="29"/>
                    <a:pt x="1" y="32"/>
                    <a:pt x="1" y="33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1" y="40"/>
                    <a:pt x="1" y="42"/>
                    <a:pt x="1" y="44"/>
                  </a:cubicBezTo>
                  <a:cubicBezTo>
                    <a:pt x="1" y="46"/>
                    <a:pt x="2" y="48"/>
                    <a:pt x="1" y="49"/>
                  </a:cubicBezTo>
                  <a:cubicBezTo>
                    <a:pt x="1" y="51"/>
                    <a:pt x="1" y="55"/>
                    <a:pt x="1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0" y="72"/>
                    <a:pt x="11" y="73"/>
                  </a:cubicBezTo>
                  <a:cubicBezTo>
                    <a:pt x="12" y="73"/>
                    <a:pt x="13" y="75"/>
                    <a:pt x="15" y="76"/>
                  </a:cubicBezTo>
                  <a:cubicBezTo>
                    <a:pt x="17" y="78"/>
                    <a:pt x="23" y="80"/>
                    <a:pt x="24" y="81"/>
                  </a:cubicBezTo>
                  <a:cubicBezTo>
                    <a:pt x="24" y="81"/>
                    <a:pt x="25" y="82"/>
                    <a:pt x="27" y="83"/>
                  </a:cubicBezTo>
                  <a:cubicBezTo>
                    <a:pt x="29" y="83"/>
                    <a:pt x="31" y="84"/>
                    <a:pt x="32" y="84"/>
                  </a:cubicBezTo>
                  <a:cubicBezTo>
                    <a:pt x="38" y="86"/>
                    <a:pt x="56" y="91"/>
                    <a:pt x="57" y="91"/>
                  </a:cubicBezTo>
                  <a:cubicBezTo>
                    <a:pt x="59" y="92"/>
                    <a:pt x="66" y="93"/>
                    <a:pt x="66" y="93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1" y="112"/>
                    <a:pt x="72" y="113"/>
                    <a:pt x="73" y="114"/>
                  </a:cubicBezTo>
                  <a:cubicBezTo>
                    <a:pt x="74" y="115"/>
                    <a:pt x="76" y="116"/>
                    <a:pt x="77" y="117"/>
                  </a:cubicBezTo>
                  <a:cubicBezTo>
                    <a:pt x="78" y="117"/>
                    <a:pt x="80" y="118"/>
                    <a:pt x="81" y="118"/>
                  </a:cubicBezTo>
                  <a:cubicBezTo>
                    <a:pt x="81" y="117"/>
                    <a:pt x="81" y="115"/>
                    <a:pt x="82" y="113"/>
                  </a:cubicBezTo>
                  <a:cubicBezTo>
                    <a:pt x="82" y="111"/>
                    <a:pt x="82" y="112"/>
                    <a:pt x="82" y="110"/>
                  </a:cubicBezTo>
                  <a:cubicBezTo>
                    <a:pt x="82" y="108"/>
                    <a:pt x="82" y="106"/>
                    <a:pt x="82" y="104"/>
                  </a:cubicBezTo>
                  <a:cubicBezTo>
                    <a:pt x="83" y="101"/>
                    <a:pt x="83" y="101"/>
                    <a:pt x="83" y="99"/>
                  </a:cubicBezTo>
                  <a:cubicBezTo>
                    <a:pt x="83" y="96"/>
                    <a:pt x="82" y="97"/>
                    <a:pt x="83" y="95"/>
                  </a:cubicBezTo>
                  <a:cubicBezTo>
                    <a:pt x="83" y="93"/>
                    <a:pt x="82" y="92"/>
                    <a:pt x="83" y="90"/>
                  </a:cubicBezTo>
                  <a:cubicBezTo>
                    <a:pt x="83" y="88"/>
                    <a:pt x="83" y="87"/>
                    <a:pt x="82" y="85"/>
                  </a:cubicBezTo>
                  <a:cubicBezTo>
                    <a:pt x="81" y="83"/>
                    <a:pt x="82" y="81"/>
                    <a:pt x="82" y="79"/>
                  </a:cubicBezTo>
                  <a:cubicBezTo>
                    <a:pt x="82" y="78"/>
                    <a:pt x="83" y="70"/>
                    <a:pt x="83" y="68"/>
                  </a:cubicBezTo>
                  <a:cubicBezTo>
                    <a:pt x="83" y="66"/>
                    <a:pt x="84" y="65"/>
                    <a:pt x="83" y="62"/>
                  </a:cubicBezTo>
                  <a:cubicBezTo>
                    <a:pt x="83" y="59"/>
                    <a:pt x="83" y="60"/>
                    <a:pt x="84" y="58"/>
                  </a:cubicBezTo>
                  <a:cubicBezTo>
                    <a:pt x="85" y="57"/>
                    <a:pt x="84" y="48"/>
                    <a:pt x="84" y="48"/>
                  </a:cubicBez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722">
              <a:extLst>
                <a:ext uri="{FF2B5EF4-FFF2-40B4-BE49-F238E27FC236}">
                  <a16:creationId xmlns:a16="http://schemas.microsoft.com/office/drawing/2014/main" id="{EB20EEBA-3292-49A8-BA80-66EA47240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765"/>
              <a:ext cx="112" cy="224"/>
            </a:xfrm>
            <a:custGeom>
              <a:avLst/>
              <a:gdLst>
                <a:gd name="T0" fmla="*/ 662 w 45"/>
                <a:gd name="T1" fmla="*/ 717 h 84"/>
                <a:gd name="T2" fmla="*/ 694 w 45"/>
                <a:gd name="T3" fmla="*/ 568 h 84"/>
                <a:gd name="T4" fmla="*/ 694 w 45"/>
                <a:gd name="T5" fmla="*/ 320 h 84"/>
                <a:gd name="T6" fmla="*/ 662 w 45"/>
                <a:gd name="T7" fmla="*/ 149 h 84"/>
                <a:gd name="T8" fmla="*/ 650 w 45"/>
                <a:gd name="T9" fmla="*/ 93 h 84"/>
                <a:gd name="T10" fmla="*/ 632 w 45"/>
                <a:gd name="T11" fmla="*/ 0 h 84"/>
                <a:gd name="T12" fmla="*/ 620 w 45"/>
                <a:gd name="T13" fmla="*/ 0 h 84"/>
                <a:gd name="T14" fmla="*/ 570 w 45"/>
                <a:gd name="T15" fmla="*/ 21 h 84"/>
                <a:gd name="T16" fmla="*/ 508 w 45"/>
                <a:gd name="T17" fmla="*/ 56 h 84"/>
                <a:gd name="T18" fmla="*/ 446 w 45"/>
                <a:gd name="T19" fmla="*/ 136 h 84"/>
                <a:gd name="T20" fmla="*/ 383 w 45"/>
                <a:gd name="T21" fmla="*/ 149 h 84"/>
                <a:gd name="T22" fmla="*/ 321 w 45"/>
                <a:gd name="T23" fmla="*/ 149 h 84"/>
                <a:gd name="T24" fmla="*/ 249 w 45"/>
                <a:gd name="T25" fmla="*/ 171 h 84"/>
                <a:gd name="T26" fmla="*/ 217 w 45"/>
                <a:gd name="T27" fmla="*/ 227 h 84"/>
                <a:gd name="T28" fmla="*/ 137 w 45"/>
                <a:gd name="T29" fmla="*/ 248 h 84"/>
                <a:gd name="T30" fmla="*/ 105 w 45"/>
                <a:gd name="T31" fmla="*/ 248 h 84"/>
                <a:gd name="T32" fmla="*/ 42 w 45"/>
                <a:gd name="T33" fmla="*/ 285 h 84"/>
                <a:gd name="T34" fmla="*/ 42 w 45"/>
                <a:gd name="T35" fmla="*/ 456 h 84"/>
                <a:gd name="T36" fmla="*/ 30 w 45"/>
                <a:gd name="T37" fmla="*/ 533 h 84"/>
                <a:gd name="T38" fmla="*/ 30 w 45"/>
                <a:gd name="T39" fmla="*/ 648 h 84"/>
                <a:gd name="T40" fmla="*/ 12 w 45"/>
                <a:gd name="T41" fmla="*/ 853 h 84"/>
                <a:gd name="T42" fmla="*/ 12 w 45"/>
                <a:gd name="T43" fmla="*/ 968 h 84"/>
                <a:gd name="T44" fmla="*/ 30 w 45"/>
                <a:gd name="T45" fmla="*/ 1059 h 84"/>
                <a:gd name="T46" fmla="*/ 30 w 45"/>
                <a:gd name="T47" fmla="*/ 1160 h 84"/>
                <a:gd name="T48" fmla="*/ 30 w 45"/>
                <a:gd name="T49" fmla="*/ 1229 h 84"/>
                <a:gd name="T50" fmla="*/ 12 w 45"/>
                <a:gd name="T51" fmla="*/ 1331 h 84"/>
                <a:gd name="T52" fmla="*/ 12 w 45"/>
                <a:gd name="T53" fmla="*/ 1443 h 84"/>
                <a:gd name="T54" fmla="*/ 12 w 45"/>
                <a:gd name="T55" fmla="*/ 1501 h 84"/>
                <a:gd name="T56" fmla="*/ 0 w 45"/>
                <a:gd name="T57" fmla="*/ 1592 h 84"/>
                <a:gd name="T58" fmla="*/ 12 w 45"/>
                <a:gd name="T59" fmla="*/ 1592 h 84"/>
                <a:gd name="T60" fmla="*/ 105 w 45"/>
                <a:gd name="T61" fmla="*/ 1571 h 84"/>
                <a:gd name="T62" fmla="*/ 187 w 45"/>
                <a:gd name="T63" fmla="*/ 1557 h 84"/>
                <a:gd name="T64" fmla="*/ 279 w 45"/>
                <a:gd name="T65" fmla="*/ 1536 h 84"/>
                <a:gd name="T66" fmla="*/ 341 w 45"/>
                <a:gd name="T67" fmla="*/ 1480 h 84"/>
                <a:gd name="T68" fmla="*/ 495 w 45"/>
                <a:gd name="T69" fmla="*/ 1400 h 84"/>
                <a:gd name="T70" fmla="*/ 540 w 45"/>
                <a:gd name="T71" fmla="*/ 1344 h 84"/>
                <a:gd name="T72" fmla="*/ 620 w 45"/>
                <a:gd name="T73" fmla="*/ 1309 h 84"/>
                <a:gd name="T74" fmla="*/ 650 w 45"/>
                <a:gd name="T75" fmla="*/ 1117 h 84"/>
                <a:gd name="T76" fmla="*/ 650 w 45"/>
                <a:gd name="T77" fmla="*/ 909 h 84"/>
                <a:gd name="T78" fmla="*/ 662 w 45"/>
                <a:gd name="T79" fmla="*/ 717 h 8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5" h="84">
                  <a:moveTo>
                    <a:pt x="43" y="38"/>
                  </a:moveTo>
                  <a:cubicBezTo>
                    <a:pt x="44" y="37"/>
                    <a:pt x="45" y="31"/>
                    <a:pt x="45" y="30"/>
                  </a:cubicBezTo>
                  <a:cubicBezTo>
                    <a:pt x="45" y="28"/>
                    <a:pt x="44" y="19"/>
                    <a:pt x="45" y="17"/>
                  </a:cubicBezTo>
                  <a:cubicBezTo>
                    <a:pt x="45" y="14"/>
                    <a:pt x="43" y="8"/>
                    <a:pt x="43" y="8"/>
                  </a:cubicBezTo>
                  <a:cubicBezTo>
                    <a:pt x="43" y="8"/>
                    <a:pt x="42" y="6"/>
                    <a:pt x="42" y="5"/>
                  </a:cubicBezTo>
                  <a:cubicBezTo>
                    <a:pt x="41" y="4"/>
                    <a:pt x="41" y="2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29" y="6"/>
                    <a:pt x="29" y="7"/>
                  </a:cubicBezTo>
                  <a:cubicBezTo>
                    <a:pt x="28" y="8"/>
                    <a:pt x="26" y="8"/>
                    <a:pt x="25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6" y="9"/>
                    <a:pt x="16" y="9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0" y="13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7" y="13"/>
                    <a:pt x="5" y="14"/>
                    <a:pt x="3" y="15"/>
                  </a:cubicBezTo>
                  <a:cubicBezTo>
                    <a:pt x="3" y="17"/>
                    <a:pt x="3" y="23"/>
                    <a:pt x="3" y="24"/>
                  </a:cubicBezTo>
                  <a:cubicBezTo>
                    <a:pt x="2" y="26"/>
                    <a:pt x="2" y="25"/>
                    <a:pt x="2" y="28"/>
                  </a:cubicBezTo>
                  <a:cubicBezTo>
                    <a:pt x="3" y="31"/>
                    <a:pt x="2" y="32"/>
                    <a:pt x="2" y="34"/>
                  </a:cubicBezTo>
                  <a:cubicBezTo>
                    <a:pt x="2" y="36"/>
                    <a:pt x="1" y="44"/>
                    <a:pt x="1" y="45"/>
                  </a:cubicBezTo>
                  <a:cubicBezTo>
                    <a:pt x="1" y="47"/>
                    <a:pt x="0" y="49"/>
                    <a:pt x="1" y="51"/>
                  </a:cubicBezTo>
                  <a:cubicBezTo>
                    <a:pt x="2" y="53"/>
                    <a:pt x="2" y="54"/>
                    <a:pt x="2" y="56"/>
                  </a:cubicBezTo>
                  <a:cubicBezTo>
                    <a:pt x="1" y="58"/>
                    <a:pt x="2" y="59"/>
                    <a:pt x="2" y="61"/>
                  </a:cubicBezTo>
                  <a:cubicBezTo>
                    <a:pt x="1" y="63"/>
                    <a:pt x="2" y="62"/>
                    <a:pt x="2" y="65"/>
                  </a:cubicBezTo>
                  <a:cubicBezTo>
                    <a:pt x="2" y="67"/>
                    <a:pt x="2" y="67"/>
                    <a:pt x="1" y="70"/>
                  </a:cubicBezTo>
                  <a:cubicBezTo>
                    <a:pt x="1" y="72"/>
                    <a:pt x="1" y="74"/>
                    <a:pt x="1" y="76"/>
                  </a:cubicBezTo>
                  <a:cubicBezTo>
                    <a:pt x="1" y="78"/>
                    <a:pt x="1" y="77"/>
                    <a:pt x="1" y="79"/>
                  </a:cubicBezTo>
                  <a:cubicBezTo>
                    <a:pt x="0" y="81"/>
                    <a:pt x="0" y="83"/>
                    <a:pt x="0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6" y="83"/>
                    <a:pt x="7" y="83"/>
                  </a:cubicBezTo>
                  <a:cubicBezTo>
                    <a:pt x="8" y="83"/>
                    <a:pt x="12" y="82"/>
                    <a:pt x="12" y="82"/>
                  </a:cubicBezTo>
                  <a:cubicBezTo>
                    <a:pt x="12" y="82"/>
                    <a:pt x="17" y="81"/>
                    <a:pt x="18" y="81"/>
                  </a:cubicBezTo>
                  <a:cubicBezTo>
                    <a:pt x="19" y="80"/>
                    <a:pt x="21" y="78"/>
                    <a:pt x="22" y="78"/>
                  </a:cubicBezTo>
                  <a:cubicBezTo>
                    <a:pt x="23" y="78"/>
                    <a:pt x="32" y="74"/>
                    <a:pt x="32" y="74"/>
                  </a:cubicBezTo>
                  <a:cubicBezTo>
                    <a:pt x="32" y="74"/>
                    <a:pt x="34" y="72"/>
                    <a:pt x="35" y="71"/>
                  </a:cubicBezTo>
                  <a:cubicBezTo>
                    <a:pt x="37" y="71"/>
                    <a:pt x="38" y="69"/>
                    <a:pt x="40" y="69"/>
                  </a:cubicBezTo>
                  <a:cubicBezTo>
                    <a:pt x="43" y="68"/>
                    <a:pt x="43" y="61"/>
                    <a:pt x="42" y="59"/>
                  </a:cubicBezTo>
                  <a:cubicBezTo>
                    <a:pt x="42" y="56"/>
                    <a:pt x="42" y="50"/>
                    <a:pt x="42" y="48"/>
                  </a:cubicBezTo>
                  <a:cubicBezTo>
                    <a:pt x="43" y="46"/>
                    <a:pt x="43" y="39"/>
                    <a:pt x="43" y="38"/>
                  </a:cubicBez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723">
              <a:extLst>
                <a:ext uri="{FF2B5EF4-FFF2-40B4-BE49-F238E27FC236}">
                  <a16:creationId xmlns:a16="http://schemas.microsoft.com/office/drawing/2014/main" id="{B3B6A161-FF2C-4F36-BB22-24BDCC4FF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922"/>
              <a:ext cx="80" cy="243"/>
            </a:xfrm>
            <a:custGeom>
              <a:avLst/>
              <a:gdLst>
                <a:gd name="T0" fmla="*/ 188 w 32"/>
                <a:gd name="T1" fmla="*/ 1354 h 91"/>
                <a:gd name="T2" fmla="*/ 270 w 32"/>
                <a:gd name="T3" fmla="*/ 1199 h 91"/>
                <a:gd name="T4" fmla="*/ 363 w 32"/>
                <a:gd name="T5" fmla="*/ 1028 h 91"/>
                <a:gd name="T6" fmla="*/ 488 w 32"/>
                <a:gd name="T7" fmla="*/ 855 h 91"/>
                <a:gd name="T8" fmla="*/ 500 w 32"/>
                <a:gd name="T9" fmla="*/ 21 h 91"/>
                <a:gd name="T10" fmla="*/ 438 w 32"/>
                <a:gd name="T11" fmla="*/ 0 h 91"/>
                <a:gd name="T12" fmla="*/ 488 w 32"/>
                <a:gd name="T13" fmla="*/ 21 h 91"/>
                <a:gd name="T14" fmla="*/ 470 w 32"/>
                <a:gd name="T15" fmla="*/ 77 h 91"/>
                <a:gd name="T16" fmla="*/ 425 w 32"/>
                <a:gd name="T17" fmla="*/ 171 h 91"/>
                <a:gd name="T18" fmla="*/ 375 w 32"/>
                <a:gd name="T19" fmla="*/ 264 h 91"/>
                <a:gd name="T20" fmla="*/ 313 w 32"/>
                <a:gd name="T21" fmla="*/ 401 h 91"/>
                <a:gd name="T22" fmla="*/ 270 w 32"/>
                <a:gd name="T23" fmla="*/ 457 h 91"/>
                <a:gd name="T24" fmla="*/ 208 w 32"/>
                <a:gd name="T25" fmla="*/ 571 h 91"/>
                <a:gd name="T26" fmla="*/ 125 w 32"/>
                <a:gd name="T27" fmla="*/ 684 h 91"/>
                <a:gd name="T28" fmla="*/ 50 w 32"/>
                <a:gd name="T29" fmla="*/ 820 h 91"/>
                <a:gd name="T30" fmla="*/ 20 w 32"/>
                <a:gd name="T31" fmla="*/ 833 h 91"/>
                <a:gd name="T32" fmla="*/ 20 w 32"/>
                <a:gd name="T33" fmla="*/ 833 h 91"/>
                <a:gd name="T34" fmla="*/ 33 w 32"/>
                <a:gd name="T35" fmla="*/ 1049 h 91"/>
                <a:gd name="T36" fmla="*/ 20 w 32"/>
                <a:gd name="T37" fmla="*/ 1140 h 91"/>
                <a:gd name="T38" fmla="*/ 20 w 32"/>
                <a:gd name="T39" fmla="*/ 1220 h 91"/>
                <a:gd name="T40" fmla="*/ 20 w 32"/>
                <a:gd name="T41" fmla="*/ 1276 h 91"/>
                <a:gd name="T42" fmla="*/ 20 w 32"/>
                <a:gd name="T43" fmla="*/ 1370 h 91"/>
                <a:gd name="T44" fmla="*/ 0 w 32"/>
                <a:gd name="T45" fmla="*/ 1503 h 91"/>
                <a:gd name="T46" fmla="*/ 0 w 32"/>
                <a:gd name="T47" fmla="*/ 1618 h 91"/>
                <a:gd name="T48" fmla="*/ 0 w 32"/>
                <a:gd name="T49" fmla="*/ 1733 h 91"/>
                <a:gd name="T50" fmla="*/ 95 w 32"/>
                <a:gd name="T51" fmla="*/ 1525 h 91"/>
                <a:gd name="T52" fmla="*/ 188 w 32"/>
                <a:gd name="T53" fmla="*/ 1354 h 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2" h="91">
                  <a:moveTo>
                    <a:pt x="12" y="71"/>
                  </a:moveTo>
                  <a:cubicBezTo>
                    <a:pt x="13" y="69"/>
                    <a:pt x="17" y="63"/>
                    <a:pt x="17" y="63"/>
                  </a:cubicBezTo>
                  <a:cubicBezTo>
                    <a:pt x="17" y="63"/>
                    <a:pt x="22" y="56"/>
                    <a:pt x="23" y="54"/>
                  </a:cubicBezTo>
                  <a:cubicBezTo>
                    <a:pt x="24" y="52"/>
                    <a:pt x="31" y="45"/>
                    <a:pt x="31" y="45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28" y="7"/>
                    <a:pt x="27" y="9"/>
                  </a:cubicBezTo>
                  <a:cubicBezTo>
                    <a:pt x="26" y="10"/>
                    <a:pt x="25" y="13"/>
                    <a:pt x="24" y="14"/>
                  </a:cubicBezTo>
                  <a:cubicBezTo>
                    <a:pt x="22" y="16"/>
                    <a:pt x="21" y="20"/>
                    <a:pt x="20" y="21"/>
                  </a:cubicBezTo>
                  <a:cubicBezTo>
                    <a:pt x="19" y="23"/>
                    <a:pt x="18" y="23"/>
                    <a:pt x="17" y="24"/>
                  </a:cubicBezTo>
                  <a:cubicBezTo>
                    <a:pt x="16" y="26"/>
                    <a:pt x="15" y="28"/>
                    <a:pt x="13" y="30"/>
                  </a:cubicBezTo>
                  <a:cubicBezTo>
                    <a:pt x="12" y="31"/>
                    <a:pt x="11" y="34"/>
                    <a:pt x="8" y="36"/>
                  </a:cubicBezTo>
                  <a:cubicBezTo>
                    <a:pt x="6" y="37"/>
                    <a:pt x="3" y="43"/>
                    <a:pt x="3" y="43"/>
                  </a:cubicBezTo>
                  <a:cubicBezTo>
                    <a:pt x="3" y="43"/>
                    <a:pt x="2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2" y="53"/>
                    <a:pt x="2" y="55"/>
                  </a:cubicBezTo>
                  <a:cubicBezTo>
                    <a:pt x="2" y="56"/>
                    <a:pt x="1" y="60"/>
                    <a:pt x="1" y="60"/>
                  </a:cubicBezTo>
                  <a:cubicBezTo>
                    <a:pt x="1" y="60"/>
                    <a:pt x="0" y="61"/>
                    <a:pt x="1" y="64"/>
                  </a:cubicBezTo>
                  <a:cubicBezTo>
                    <a:pt x="1" y="67"/>
                    <a:pt x="1" y="64"/>
                    <a:pt x="1" y="67"/>
                  </a:cubicBezTo>
                  <a:cubicBezTo>
                    <a:pt x="1" y="70"/>
                    <a:pt x="1" y="69"/>
                    <a:pt x="1" y="72"/>
                  </a:cubicBezTo>
                  <a:cubicBezTo>
                    <a:pt x="0" y="76"/>
                    <a:pt x="0" y="78"/>
                    <a:pt x="0" y="79"/>
                  </a:cubicBezTo>
                  <a:cubicBezTo>
                    <a:pt x="0" y="81"/>
                    <a:pt x="0" y="82"/>
                    <a:pt x="0" y="85"/>
                  </a:cubicBezTo>
                  <a:cubicBezTo>
                    <a:pt x="0" y="88"/>
                    <a:pt x="0" y="91"/>
                    <a:pt x="0" y="91"/>
                  </a:cubicBezTo>
                  <a:cubicBezTo>
                    <a:pt x="0" y="91"/>
                    <a:pt x="4" y="84"/>
                    <a:pt x="6" y="80"/>
                  </a:cubicBezTo>
                  <a:cubicBezTo>
                    <a:pt x="8" y="76"/>
                    <a:pt x="12" y="72"/>
                    <a:pt x="12" y="71"/>
                  </a:cubicBezTo>
                  <a:close/>
                </a:path>
              </a:pathLst>
            </a:custGeom>
            <a:solidFill>
              <a:srgbClr val="DC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724">
              <a:extLst>
                <a:ext uri="{FF2B5EF4-FFF2-40B4-BE49-F238E27FC236}">
                  <a16:creationId xmlns:a16="http://schemas.microsoft.com/office/drawing/2014/main" id="{C523A4D5-E507-470F-8FD4-C06A0A1A9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789"/>
              <a:ext cx="70" cy="168"/>
            </a:xfrm>
            <a:custGeom>
              <a:avLst/>
              <a:gdLst>
                <a:gd name="T0" fmla="*/ 438 w 28"/>
                <a:gd name="T1" fmla="*/ 0 h 63"/>
                <a:gd name="T2" fmla="*/ 20 w 28"/>
                <a:gd name="T3" fmla="*/ 285 h 63"/>
                <a:gd name="T4" fmla="*/ 50 w 28"/>
                <a:gd name="T5" fmla="*/ 1195 h 63"/>
                <a:gd name="T6" fmla="*/ 408 w 28"/>
                <a:gd name="T7" fmla="*/ 35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3">
                  <a:moveTo>
                    <a:pt x="28" y="0"/>
                  </a:moveTo>
                  <a:cubicBezTo>
                    <a:pt x="18" y="2"/>
                    <a:pt x="2" y="4"/>
                    <a:pt x="1" y="15"/>
                  </a:cubicBezTo>
                  <a:cubicBezTo>
                    <a:pt x="0" y="31"/>
                    <a:pt x="3" y="47"/>
                    <a:pt x="3" y="63"/>
                  </a:cubicBezTo>
                  <a:cubicBezTo>
                    <a:pt x="6" y="42"/>
                    <a:pt x="0" y="10"/>
                    <a:pt x="26" y="2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725">
              <a:extLst>
                <a:ext uri="{FF2B5EF4-FFF2-40B4-BE49-F238E27FC236}">
                  <a16:creationId xmlns:a16="http://schemas.microsoft.com/office/drawing/2014/main" id="{629FDFDF-D833-4830-AAA5-2490AE5AA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962"/>
              <a:ext cx="55" cy="147"/>
            </a:xfrm>
            <a:custGeom>
              <a:avLst/>
              <a:gdLst>
                <a:gd name="T0" fmla="*/ 283 w 22"/>
                <a:gd name="T1" fmla="*/ 230 h 55"/>
                <a:gd name="T2" fmla="*/ 33 w 22"/>
                <a:gd name="T3" fmla="*/ 572 h 55"/>
                <a:gd name="T4" fmla="*/ 50 w 22"/>
                <a:gd name="T5" fmla="*/ 1050 h 55"/>
                <a:gd name="T6" fmla="*/ 95 w 22"/>
                <a:gd name="T7" fmla="*/ 687 h 55"/>
                <a:gd name="T8" fmla="*/ 188 w 22"/>
                <a:gd name="T9" fmla="*/ 422 h 55"/>
                <a:gd name="T10" fmla="*/ 345 w 22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5">
                  <a:moveTo>
                    <a:pt x="18" y="12"/>
                  </a:moveTo>
                  <a:cubicBezTo>
                    <a:pt x="13" y="19"/>
                    <a:pt x="5" y="22"/>
                    <a:pt x="2" y="30"/>
                  </a:cubicBezTo>
                  <a:cubicBezTo>
                    <a:pt x="0" y="36"/>
                    <a:pt x="1" y="50"/>
                    <a:pt x="3" y="55"/>
                  </a:cubicBezTo>
                  <a:cubicBezTo>
                    <a:pt x="7" y="51"/>
                    <a:pt x="4" y="42"/>
                    <a:pt x="6" y="36"/>
                  </a:cubicBezTo>
                  <a:cubicBezTo>
                    <a:pt x="7" y="32"/>
                    <a:pt x="10" y="26"/>
                    <a:pt x="12" y="22"/>
                  </a:cubicBezTo>
                  <a:cubicBezTo>
                    <a:pt x="17" y="15"/>
                    <a:pt x="19" y="9"/>
                    <a:pt x="22" y="0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726">
              <a:extLst>
                <a:ext uri="{FF2B5EF4-FFF2-40B4-BE49-F238E27FC236}">
                  <a16:creationId xmlns:a16="http://schemas.microsoft.com/office/drawing/2014/main" id="{B55A486D-D10C-4BE4-9286-5098BF636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669"/>
              <a:ext cx="69" cy="224"/>
            </a:xfrm>
            <a:custGeom>
              <a:avLst/>
              <a:gdLst>
                <a:gd name="T0" fmla="*/ 0 w 28"/>
                <a:gd name="T1" fmla="*/ 477 h 84"/>
                <a:gd name="T2" fmla="*/ 30 w 28"/>
                <a:gd name="T3" fmla="*/ 1592 h 84"/>
                <a:gd name="T4" fmla="*/ 74 w 28"/>
                <a:gd name="T5" fmla="*/ 989 h 84"/>
                <a:gd name="T6" fmla="*/ 121 w 28"/>
                <a:gd name="T7" fmla="*/ 568 h 84"/>
                <a:gd name="T8" fmla="*/ 419 w 28"/>
                <a:gd name="T9" fmla="*/ 0 h 84"/>
                <a:gd name="T10" fmla="*/ 256 w 28"/>
                <a:gd name="T11" fmla="*/ 205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4">
                  <a:moveTo>
                    <a:pt x="0" y="25"/>
                  </a:moveTo>
                  <a:cubicBezTo>
                    <a:pt x="2" y="45"/>
                    <a:pt x="2" y="64"/>
                    <a:pt x="2" y="84"/>
                  </a:cubicBezTo>
                  <a:cubicBezTo>
                    <a:pt x="7" y="77"/>
                    <a:pt x="5" y="61"/>
                    <a:pt x="5" y="52"/>
                  </a:cubicBezTo>
                  <a:cubicBezTo>
                    <a:pt x="4" y="45"/>
                    <a:pt x="5" y="37"/>
                    <a:pt x="8" y="30"/>
                  </a:cubicBezTo>
                  <a:cubicBezTo>
                    <a:pt x="11" y="19"/>
                    <a:pt x="28" y="11"/>
                    <a:pt x="28" y="0"/>
                  </a:cubicBezTo>
                  <a:cubicBezTo>
                    <a:pt x="24" y="3"/>
                    <a:pt x="21" y="8"/>
                    <a:pt x="17" y="11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727">
              <a:extLst>
                <a:ext uri="{FF2B5EF4-FFF2-40B4-BE49-F238E27FC236}">
                  <a16:creationId xmlns:a16="http://schemas.microsoft.com/office/drawing/2014/main" id="{497690E2-E2B0-4B52-8AA6-BC176573C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647"/>
              <a:ext cx="58" cy="54"/>
            </a:xfrm>
            <a:custGeom>
              <a:avLst/>
              <a:gdLst>
                <a:gd name="T0" fmla="*/ 368 w 23"/>
                <a:gd name="T1" fmla="*/ 0 h 20"/>
                <a:gd name="T2" fmla="*/ 0 w 23"/>
                <a:gd name="T3" fmla="*/ 159 h 20"/>
                <a:gd name="T4" fmla="*/ 305 w 23"/>
                <a:gd name="T5" fmla="*/ 394 h 20"/>
                <a:gd name="T6" fmla="*/ 192 w 23"/>
                <a:gd name="T7" fmla="*/ 197 h 20"/>
                <a:gd name="T8" fmla="*/ 318 w 23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16" y="4"/>
                    <a:pt x="8" y="4"/>
                    <a:pt x="0" y="8"/>
                  </a:cubicBezTo>
                  <a:cubicBezTo>
                    <a:pt x="3" y="13"/>
                    <a:pt x="14" y="18"/>
                    <a:pt x="19" y="20"/>
                  </a:cubicBezTo>
                  <a:cubicBezTo>
                    <a:pt x="16" y="17"/>
                    <a:pt x="11" y="15"/>
                    <a:pt x="12" y="10"/>
                  </a:cubicBezTo>
                  <a:cubicBezTo>
                    <a:pt x="12" y="7"/>
                    <a:pt x="18" y="4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728">
              <a:extLst>
                <a:ext uri="{FF2B5EF4-FFF2-40B4-BE49-F238E27FC236}">
                  <a16:creationId xmlns:a16="http://schemas.microsoft.com/office/drawing/2014/main" id="{D62C7ECE-4E5A-4096-B18E-3C6383203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634"/>
              <a:ext cx="65" cy="69"/>
            </a:xfrm>
            <a:custGeom>
              <a:avLst/>
              <a:gdLst>
                <a:gd name="T0" fmla="*/ 375 w 26"/>
                <a:gd name="T1" fmla="*/ 0 h 26"/>
                <a:gd name="T2" fmla="*/ 20 w 26"/>
                <a:gd name="T3" fmla="*/ 451 h 26"/>
                <a:gd name="T4" fmla="*/ 333 w 26"/>
                <a:gd name="T5" fmla="*/ 464 h 26"/>
                <a:gd name="T6" fmla="*/ 408 w 2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5" y="5"/>
                    <a:pt x="8" y="16"/>
                    <a:pt x="1" y="24"/>
                  </a:cubicBezTo>
                  <a:cubicBezTo>
                    <a:pt x="7" y="26"/>
                    <a:pt x="15" y="23"/>
                    <a:pt x="21" y="25"/>
                  </a:cubicBezTo>
                  <a:cubicBezTo>
                    <a:pt x="0" y="22"/>
                    <a:pt x="21" y="8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2729">
              <a:extLst>
                <a:ext uri="{FF2B5EF4-FFF2-40B4-BE49-F238E27FC236}">
                  <a16:creationId xmlns:a16="http://schemas.microsoft.com/office/drawing/2014/main" id="{B08223F2-22BA-4BDE-A839-7E5D9A878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74"/>
              <a:ext cx="59" cy="99"/>
            </a:xfrm>
            <a:custGeom>
              <a:avLst/>
              <a:gdLst>
                <a:gd name="T0" fmla="*/ 327 w 24"/>
                <a:gd name="T1" fmla="*/ 0 h 37"/>
                <a:gd name="T2" fmla="*/ 0 w 24"/>
                <a:gd name="T3" fmla="*/ 629 h 37"/>
                <a:gd name="T4" fmla="*/ 356 w 24"/>
                <a:gd name="T5" fmla="*/ 709 h 37"/>
                <a:gd name="T6" fmla="*/ 162 w 24"/>
                <a:gd name="T7" fmla="*/ 458 h 37"/>
                <a:gd name="T8" fmla="*/ 285 w 24"/>
                <a:gd name="T9" fmla="*/ 15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7">
                  <a:moveTo>
                    <a:pt x="22" y="0"/>
                  </a:moveTo>
                  <a:cubicBezTo>
                    <a:pt x="15" y="12"/>
                    <a:pt x="6" y="21"/>
                    <a:pt x="0" y="33"/>
                  </a:cubicBezTo>
                  <a:cubicBezTo>
                    <a:pt x="9" y="32"/>
                    <a:pt x="16" y="35"/>
                    <a:pt x="24" y="37"/>
                  </a:cubicBezTo>
                  <a:cubicBezTo>
                    <a:pt x="20" y="34"/>
                    <a:pt x="12" y="31"/>
                    <a:pt x="11" y="24"/>
                  </a:cubicBezTo>
                  <a:cubicBezTo>
                    <a:pt x="10" y="17"/>
                    <a:pt x="17" y="14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2730">
              <a:extLst>
                <a:ext uri="{FF2B5EF4-FFF2-40B4-BE49-F238E27FC236}">
                  <a16:creationId xmlns:a16="http://schemas.microsoft.com/office/drawing/2014/main" id="{F643D476-5825-4BB9-8E55-515A401C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41"/>
              <a:ext cx="87" cy="181"/>
            </a:xfrm>
            <a:custGeom>
              <a:avLst/>
              <a:gdLst>
                <a:gd name="T0" fmla="*/ 0 w 35"/>
                <a:gd name="T1" fmla="*/ 1224 h 68"/>
                <a:gd name="T2" fmla="*/ 370 w 35"/>
                <a:gd name="T3" fmla="*/ 644 h 68"/>
                <a:gd name="T4" fmla="*/ 475 w 35"/>
                <a:gd name="T5" fmla="*/ 0 h 68"/>
                <a:gd name="T6" fmla="*/ 524 w 35"/>
                <a:gd name="T7" fmla="*/ 772 h 68"/>
                <a:gd name="T8" fmla="*/ 341 w 35"/>
                <a:gd name="T9" fmla="*/ 865 h 68"/>
                <a:gd name="T10" fmla="*/ 42 w 35"/>
                <a:gd name="T11" fmla="*/ 128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8">
                  <a:moveTo>
                    <a:pt x="0" y="65"/>
                  </a:moveTo>
                  <a:cubicBezTo>
                    <a:pt x="8" y="58"/>
                    <a:pt x="18" y="44"/>
                    <a:pt x="24" y="34"/>
                  </a:cubicBezTo>
                  <a:cubicBezTo>
                    <a:pt x="29" y="24"/>
                    <a:pt x="28" y="10"/>
                    <a:pt x="31" y="0"/>
                  </a:cubicBezTo>
                  <a:cubicBezTo>
                    <a:pt x="31" y="14"/>
                    <a:pt x="35" y="28"/>
                    <a:pt x="34" y="41"/>
                  </a:cubicBezTo>
                  <a:cubicBezTo>
                    <a:pt x="27" y="41"/>
                    <a:pt x="27" y="41"/>
                    <a:pt x="22" y="46"/>
                  </a:cubicBezTo>
                  <a:cubicBezTo>
                    <a:pt x="15" y="54"/>
                    <a:pt x="9" y="61"/>
                    <a:pt x="3" y="68"/>
                  </a:cubicBezTo>
                </a:path>
              </a:pathLst>
            </a:custGeom>
            <a:solidFill>
              <a:srgbClr val="C7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2731">
              <a:extLst>
                <a:ext uri="{FF2B5EF4-FFF2-40B4-BE49-F238E27FC236}">
                  <a16:creationId xmlns:a16="http://schemas.microsoft.com/office/drawing/2014/main" id="{BDDB07B7-DC66-421D-9BA6-2DC53F3B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850"/>
              <a:ext cx="377" cy="189"/>
            </a:xfrm>
            <a:custGeom>
              <a:avLst/>
              <a:gdLst>
                <a:gd name="T0" fmla="*/ 2349 w 151"/>
                <a:gd name="T1" fmla="*/ 532 h 71"/>
                <a:gd name="T2" fmla="*/ 2307 w 151"/>
                <a:gd name="T3" fmla="*/ 511 h 71"/>
                <a:gd name="T4" fmla="*/ 2162 w 151"/>
                <a:gd name="T5" fmla="*/ 474 h 71"/>
                <a:gd name="T6" fmla="*/ 1778 w 151"/>
                <a:gd name="T7" fmla="*/ 341 h 71"/>
                <a:gd name="T8" fmla="*/ 1446 w 151"/>
                <a:gd name="T9" fmla="*/ 248 h 71"/>
                <a:gd name="T10" fmla="*/ 1258 w 151"/>
                <a:gd name="T11" fmla="*/ 205 h 71"/>
                <a:gd name="T12" fmla="*/ 1029 w 151"/>
                <a:gd name="T13" fmla="*/ 136 h 71"/>
                <a:gd name="T14" fmla="*/ 841 w 151"/>
                <a:gd name="T15" fmla="*/ 93 h 71"/>
                <a:gd name="T16" fmla="*/ 529 w 151"/>
                <a:gd name="T17" fmla="*/ 0 h 71"/>
                <a:gd name="T18" fmla="*/ 449 w 151"/>
                <a:gd name="T19" fmla="*/ 56 h 71"/>
                <a:gd name="T20" fmla="*/ 355 w 151"/>
                <a:gd name="T21" fmla="*/ 226 h 71"/>
                <a:gd name="T22" fmla="*/ 75 w 151"/>
                <a:gd name="T23" fmla="*/ 681 h 71"/>
                <a:gd name="T24" fmla="*/ 0 w 151"/>
                <a:gd name="T25" fmla="*/ 807 h 71"/>
                <a:gd name="T26" fmla="*/ 12 w 151"/>
                <a:gd name="T27" fmla="*/ 807 h 71"/>
                <a:gd name="T28" fmla="*/ 217 w 151"/>
                <a:gd name="T29" fmla="*/ 886 h 71"/>
                <a:gd name="T30" fmla="*/ 325 w 151"/>
                <a:gd name="T31" fmla="*/ 908 h 71"/>
                <a:gd name="T32" fmla="*/ 417 w 151"/>
                <a:gd name="T33" fmla="*/ 942 h 71"/>
                <a:gd name="T34" fmla="*/ 542 w 151"/>
                <a:gd name="T35" fmla="*/ 977 h 71"/>
                <a:gd name="T36" fmla="*/ 687 w 151"/>
                <a:gd name="T37" fmla="*/ 1020 h 71"/>
                <a:gd name="T38" fmla="*/ 791 w 151"/>
                <a:gd name="T39" fmla="*/ 1036 h 71"/>
                <a:gd name="T40" fmla="*/ 904 w 151"/>
                <a:gd name="T41" fmla="*/ 1091 h 71"/>
                <a:gd name="T42" fmla="*/ 1183 w 151"/>
                <a:gd name="T43" fmla="*/ 1147 h 71"/>
                <a:gd name="T44" fmla="*/ 1258 w 151"/>
                <a:gd name="T45" fmla="*/ 1147 h 71"/>
                <a:gd name="T46" fmla="*/ 1321 w 151"/>
                <a:gd name="T47" fmla="*/ 1190 h 71"/>
                <a:gd name="T48" fmla="*/ 1466 w 151"/>
                <a:gd name="T49" fmla="*/ 1206 h 71"/>
                <a:gd name="T50" fmla="*/ 1590 w 151"/>
                <a:gd name="T51" fmla="*/ 1262 h 71"/>
                <a:gd name="T52" fmla="*/ 1728 w 151"/>
                <a:gd name="T53" fmla="*/ 1304 h 71"/>
                <a:gd name="T54" fmla="*/ 1853 w 151"/>
                <a:gd name="T55" fmla="*/ 1318 h 71"/>
                <a:gd name="T56" fmla="*/ 1912 w 151"/>
                <a:gd name="T57" fmla="*/ 1318 h 71"/>
                <a:gd name="T58" fmla="*/ 1995 w 151"/>
                <a:gd name="T59" fmla="*/ 1190 h 71"/>
                <a:gd name="T60" fmla="*/ 2070 w 151"/>
                <a:gd name="T61" fmla="*/ 1078 h 71"/>
                <a:gd name="T62" fmla="*/ 2132 w 151"/>
                <a:gd name="T63" fmla="*/ 964 h 71"/>
                <a:gd name="T64" fmla="*/ 2182 w 151"/>
                <a:gd name="T65" fmla="*/ 908 h 71"/>
                <a:gd name="T66" fmla="*/ 2245 w 151"/>
                <a:gd name="T67" fmla="*/ 772 h 71"/>
                <a:gd name="T68" fmla="*/ 2287 w 151"/>
                <a:gd name="T69" fmla="*/ 681 h 71"/>
                <a:gd name="T70" fmla="*/ 2337 w 151"/>
                <a:gd name="T71" fmla="*/ 588 h 71"/>
                <a:gd name="T72" fmla="*/ 2349 w 151"/>
                <a:gd name="T73" fmla="*/ 532 h 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1" h="71">
                  <a:moveTo>
                    <a:pt x="151" y="28"/>
                  </a:moveTo>
                  <a:cubicBezTo>
                    <a:pt x="148" y="27"/>
                    <a:pt x="148" y="27"/>
                    <a:pt x="148" y="27"/>
                  </a:cubicBezTo>
                  <a:cubicBezTo>
                    <a:pt x="148" y="27"/>
                    <a:pt x="141" y="26"/>
                    <a:pt x="139" y="25"/>
                  </a:cubicBezTo>
                  <a:cubicBezTo>
                    <a:pt x="138" y="25"/>
                    <a:pt x="120" y="20"/>
                    <a:pt x="114" y="18"/>
                  </a:cubicBezTo>
                  <a:cubicBezTo>
                    <a:pt x="109" y="16"/>
                    <a:pt x="96" y="14"/>
                    <a:pt x="93" y="13"/>
                  </a:cubicBezTo>
                  <a:cubicBezTo>
                    <a:pt x="90" y="12"/>
                    <a:pt x="82" y="12"/>
                    <a:pt x="81" y="11"/>
                  </a:cubicBezTo>
                  <a:cubicBezTo>
                    <a:pt x="79" y="11"/>
                    <a:pt x="69" y="8"/>
                    <a:pt x="66" y="7"/>
                  </a:cubicBezTo>
                  <a:cubicBezTo>
                    <a:pt x="63" y="6"/>
                    <a:pt x="58" y="5"/>
                    <a:pt x="54" y="5"/>
                  </a:cubicBezTo>
                  <a:cubicBezTo>
                    <a:pt x="51" y="4"/>
                    <a:pt x="34" y="0"/>
                    <a:pt x="34" y="0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7" y="7"/>
                    <a:pt x="23" y="12"/>
                  </a:cubicBezTo>
                  <a:cubicBezTo>
                    <a:pt x="19" y="16"/>
                    <a:pt x="7" y="33"/>
                    <a:pt x="5" y="36"/>
                  </a:cubicBezTo>
                  <a:cubicBezTo>
                    <a:pt x="4" y="38"/>
                    <a:pt x="1" y="41"/>
                    <a:pt x="0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2" y="47"/>
                    <a:pt x="14" y="47"/>
                  </a:cubicBezTo>
                  <a:cubicBezTo>
                    <a:pt x="15" y="47"/>
                    <a:pt x="21" y="48"/>
                    <a:pt x="21" y="48"/>
                  </a:cubicBezTo>
                  <a:cubicBezTo>
                    <a:pt x="21" y="48"/>
                    <a:pt x="25" y="50"/>
                    <a:pt x="27" y="50"/>
                  </a:cubicBezTo>
                  <a:cubicBezTo>
                    <a:pt x="30" y="51"/>
                    <a:pt x="35" y="52"/>
                    <a:pt x="35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1"/>
                    <a:pt x="81" y="62"/>
                    <a:pt x="85" y="63"/>
                  </a:cubicBezTo>
                  <a:cubicBezTo>
                    <a:pt x="89" y="64"/>
                    <a:pt x="91" y="63"/>
                    <a:pt x="94" y="64"/>
                  </a:cubicBezTo>
                  <a:cubicBezTo>
                    <a:pt x="97" y="65"/>
                    <a:pt x="100" y="66"/>
                    <a:pt x="102" y="67"/>
                  </a:cubicBezTo>
                  <a:cubicBezTo>
                    <a:pt x="104" y="68"/>
                    <a:pt x="106" y="68"/>
                    <a:pt x="111" y="69"/>
                  </a:cubicBezTo>
                  <a:cubicBezTo>
                    <a:pt x="115" y="70"/>
                    <a:pt x="117" y="70"/>
                    <a:pt x="119" y="70"/>
                  </a:cubicBezTo>
                  <a:cubicBezTo>
                    <a:pt x="120" y="71"/>
                    <a:pt x="123" y="70"/>
                    <a:pt x="123" y="70"/>
                  </a:cubicBezTo>
                  <a:cubicBezTo>
                    <a:pt x="123" y="70"/>
                    <a:pt x="126" y="64"/>
                    <a:pt x="128" y="63"/>
                  </a:cubicBezTo>
                  <a:cubicBezTo>
                    <a:pt x="131" y="61"/>
                    <a:pt x="132" y="58"/>
                    <a:pt x="133" y="57"/>
                  </a:cubicBezTo>
                  <a:cubicBezTo>
                    <a:pt x="135" y="55"/>
                    <a:pt x="136" y="53"/>
                    <a:pt x="137" y="51"/>
                  </a:cubicBezTo>
                  <a:cubicBezTo>
                    <a:pt x="138" y="50"/>
                    <a:pt x="139" y="50"/>
                    <a:pt x="140" y="48"/>
                  </a:cubicBezTo>
                  <a:cubicBezTo>
                    <a:pt x="141" y="47"/>
                    <a:pt x="142" y="43"/>
                    <a:pt x="144" y="41"/>
                  </a:cubicBezTo>
                  <a:cubicBezTo>
                    <a:pt x="145" y="40"/>
                    <a:pt x="146" y="37"/>
                    <a:pt x="147" y="36"/>
                  </a:cubicBezTo>
                  <a:cubicBezTo>
                    <a:pt x="148" y="34"/>
                    <a:pt x="150" y="31"/>
                    <a:pt x="150" y="31"/>
                  </a:cubicBezTo>
                  <a:lnTo>
                    <a:pt x="151" y="28"/>
                  </a:ln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2732">
              <a:extLst>
                <a:ext uri="{FF2B5EF4-FFF2-40B4-BE49-F238E27FC236}">
                  <a16:creationId xmlns:a16="http://schemas.microsoft.com/office/drawing/2014/main" id="{005C5A79-F45D-44FD-82B5-52FF514D6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922"/>
              <a:ext cx="387" cy="243"/>
            </a:xfrm>
            <a:custGeom>
              <a:avLst/>
              <a:gdLst>
                <a:gd name="T0" fmla="*/ 2349 w 155"/>
                <a:gd name="T1" fmla="*/ 0 h 91"/>
                <a:gd name="T2" fmla="*/ 2399 w 155"/>
                <a:gd name="T3" fmla="*/ 21 h 91"/>
                <a:gd name="T4" fmla="*/ 2382 w 155"/>
                <a:gd name="T5" fmla="*/ 77 h 91"/>
                <a:gd name="T6" fmla="*/ 2337 w 155"/>
                <a:gd name="T7" fmla="*/ 171 h 91"/>
                <a:gd name="T8" fmla="*/ 2287 w 155"/>
                <a:gd name="T9" fmla="*/ 264 h 91"/>
                <a:gd name="T10" fmla="*/ 2225 w 155"/>
                <a:gd name="T11" fmla="*/ 401 h 91"/>
                <a:gd name="T12" fmla="*/ 2182 w 155"/>
                <a:gd name="T13" fmla="*/ 457 h 91"/>
                <a:gd name="T14" fmla="*/ 2120 w 155"/>
                <a:gd name="T15" fmla="*/ 571 h 91"/>
                <a:gd name="T16" fmla="*/ 2037 w 155"/>
                <a:gd name="T17" fmla="*/ 684 h 91"/>
                <a:gd name="T18" fmla="*/ 1962 w 155"/>
                <a:gd name="T19" fmla="*/ 820 h 91"/>
                <a:gd name="T20" fmla="*/ 1903 w 155"/>
                <a:gd name="T21" fmla="*/ 820 h 91"/>
                <a:gd name="T22" fmla="*/ 1778 w 155"/>
                <a:gd name="T23" fmla="*/ 798 h 91"/>
                <a:gd name="T24" fmla="*/ 1633 w 155"/>
                <a:gd name="T25" fmla="*/ 764 h 91"/>
                <a:gd name="T26" fmla="*/ 1508 w 155"/>
                <a:gd name="T27" fmla="*/ 705 h 91"/>
                <a:gd name="T28" fmla="*/ 1371 w 155"/>
                <a:gd name="T29" fmla="*/ 684 h 91"/>
                <a:gd name="T30" fmla="*/ 1308 w 155"/>
                <a:gd name="T31" fmla="*/ 649 h 91"/>
                <a:gd name="T32" fmla="*/ 1228 w 155"/>
                <a:gd name="T33" fmla="*/ 649 h 91"/>
                <a:gd name="T34" fmla="*/ 949 w 155"/>
                <a:gd name="T35" fmla="*/ 593 h 91"/>
                <a:gd name="T36" fmla="*/ 841 w 155"/>
                <a:gd name="T37" fmla="*/ 534 h 91"/>
                <a:gd name="T38" fmla="*/ 729 w 155"/>
                <a:gd name="T39" fmla="*/ 513 h 91"/>
                <a:gd name="T40" fmla="*/ 592 w 155"/>
                <a:gd name="T41" fmla="*/ 478 h 91"/>
                <a:gd name="T42" fmla="*/ 467 w 155"/>
                <a:gd name="T43" fmla="*/ 435 h 91"/>
                <a:gd name="T44" fmla="*/ 375 w 155"/>
                <a:gd name="T45" fmla="*/ 401 h 91"/>
                <a:gd name="T46" fmla="*/ 262 w 155"/>
                <a:gd name="T47" fmla="*/ 379 h 91"/>
                <a:gd name="T48" fmla="*/ 62 w 155"/>
                <a:gd name="T49" fmla="*/ 307 h 91"/>
                <a:gd name="T50" fmla="*/ 42 w 155"/>
                <a:gd name="T51" fmla="*/ 307 h 91"/>
                <a:gd name="T52" fmla="*/ 42 w 155"/>
                <a:gd name="T53" fmla="*/ 286 h 91"/>
                <a:gd name="T54" fmla="*/ 30 w 155"/>
                <a:gd name="T55" fmla="*/ 307 h 91"/>
                <a:gd name="T56" fmla="*/ 0 w 155"/>
                <a:gd name="T57" fmla="*/ 662 h 91"/>
                <a:gd name="T58" fmla="*/ 12 w 155"/>
                <a:gd name="T59" fmla="*/ 1106 h 91"/>
                <a:gd name="T60" fmla="*/ 137 w 155"/>
                <a:gd name="T61" fmla="*/ 1242 h 91"/>
                <a:gd name="T62" fmla="*/ 404 w 155"/>
                <a:gd name="T63" fmla="*/ 1311 h 91"/>
                <a:gd name="T64" fmla="*/ 592 w 155"/>
                <a:gd name="T65" fmla="*/ 1370 h 91"/>
                <a:gd name="T66" fmla="*/ 687 w 155"/>
                <a:gd name="T67" fmla="*/ 1370 h 91"/>
                <a:gd name="T68" fmla="*/ 841 w 155"/>
                <a:gd name="T69" fmla="*/ 1426 h 91"/>
                <a:gd name="T70" fmla="*/ 1196 w 155"/>
                <a:gd name="T71" fmla="*/ 1525 h 91"/>
                <a:gd name="T72" fmla="*/ 1633 w 155"/>
                <a:gd name="T73" fmla="*/ 1656 h 91"/>
                <a:gd name="T74" fmla="*/ 1840 w 155"/>
                <a:gd name="T75" fmla="*/ 1733 h 91"/>
                <a:gd name="T76" fmla="*/ 1915 w 155"/>
                <a:gd name="T77" fmla="*/ 1733 h 91"/>
                <a:gd name="T78" fmla="*/ 2007 w 155"/>
                <a:gd name="T79" fmla="*/ 1525 h 91"/>
                <a:gd name="T80" fmla="*/ 2100 w 155"/>
                <a:gd name="T81" fmla="*/ 1354 h 91"/>
                <a:gd name="T82" fmla="*/ 2182 w 155"/>
                <a:gd name="T83" fmla="*/ 1199 h 91"/>
                <a:gd name="T84" fmla="*/ 2275 w 155"/>
                <a:gd name="T85" fmla="*/ 1028 h 91"/>
                <a:gd name="T86" fmla="*/ 2399 w 155"/>
                <a:gd name="T87" fmla="*/ 855 h 91"/>
                <a:gd name="T88" fmla="*/ 2412 w 155"/>
                <a:gd name="T89" fmla="*/ 21 h 91"/>
                <a:gd name="T90" fmla="*/ 2349 w 155"/>
                <a:gd name="T91" fmla="*/ 0 h 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5" h="91">
                  <a:moveTo>
                    <a:pt x="151" y="0"/>
                  </a:moveTo>
                  <a:cubicBezTo>
                    <a:pt x="154" y="1"/>
                    <a:pt x="154" y="1"/>
                    <a:pt x="154" y="1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4"/>
                    <a:pt x="151" y="7"/>
                    <a:pt x="150" y="9"/>
                  </a:cubicBezTo>
                  <a:cubicBezTo>
                    <a:pt x="149" y="10"/>
                    <a:pt x="148" y="13"/>
                    <a:pt x="147" y="14"/>
                  </a:cubicBezTo>
                  <a:cubicBezTo>
                    <a:pt x="145" y="16"/>
                    <a:pt x="144" y="20"/>
                    <a:pt x="143" y="21"/>
                  </a:cubicBezTo>
                  <a:cubicBezTo>
                    <a:pt x="142" y="23"/>
                    <a:pt x="141" y="23"/>
                    <a:pt x="140" y="24"/>
                  </a:cubicBezTo>
                  <a:cubicBezTo>
                    <a:pt x="139" y="26"/>
                    <a:pt x="138" y="28"/>
                    <a:pt x="136" y="30"/>
                  </a:cubicBezTo>
                  <a:cubicBezTo>
                    <a:pt x="135" y="31"/>
                    <a:pt x="134" y="34"/>
                    <a:pt x="131" y="36"/>
                  </a:cubicBezTo>
                  <a:cubicBezTo>
                    <a:pt x="129" y="37"/>
                    <a:pt x="126" y="43"/>
                    <a:pt x="126" y="43"/>
                  </a:cubicBezTo>
                  <a:cubicBezTo>
                    <a:pt x="126" y="43"/>
                    <a:pt x="123" y="44"/>
                    <a:pt x="122" y="43"/>
                  </a:cubicBezTo>
                  <a:cubicBezTo>
                    <a:pt x="120" y="43"/>
                    <a:pt x="118" y="43"/>
                    <a:pt x="114" y="42"/>
                  </a:cubicBezTo>
                  <a:cubicBezTo>
                    <a:pt x="109" y="41"/>
                    <a:pt x="107" y="41"/>
                    <a:pt x="105" y="40"/>
                  </a:cubicBezTo>
                  <a:cubicBezTo>
                    <a:pt x="103" y="39"/>
                    <a:pt x="100" y="38"/>
                    <a:pt x="97" y="37"/>
                  </a:cubicBezTo>
                  <a:cubicBezTo>
                    <a:pt x="94" y="36"/>
                    <a:pt x="92" y="37"/>
                    <a:pt x="88" y="36"/>
                  </a:cubicBezTo>
                  <a:cubicBezTo>
                    <a:pt x="84" y="35"/>
                    <a:pt x="84" y="34"/>
                    <a:pt x="84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3" y="24"/>
                    <a:pt x="30" y="23"/>
                  </a:cubicBezTo>
                  <a:cubicBezTo>
                    <a:pt x="28" y="23"/>
                    <a:pt x="24" y="21"/>
                    <a:pt x="24" y="21"/>
                  </a:cubicBezTo>
                  <a:cubicBezTo>
                    <a:pt x="24" y="21"/>
                    <a:pt x="18" y="20"/>
                    <a:pt x="17" y="20"/>
                  </a:cubicBezTo>
                  <a:cubicBezTo>
                    <a:pt x="15" y="20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6"/>
                    <a:pt x="2" y="16"/>
                    <a:pt x="2" y="16"/>
                  </a:cubicBezTo>
                  <a:cubicBezTo>
                    <a:pt x="2" y="16"/>
                    <a:pt x="1" y="30"/>
                    <a:pt x="0" y="35"/>
                  </a:cubicBezTo>
                  <a:cubicBezTo>
                    <a:pt x="0" y="41"/>
                    <a:pt x="1" y="58"/>
                    <a:pt x="1" y="58"/>
                  </a:cubicBezTo>
                  <a:cubicBezTo>
                    <a:pt x="1" y="58"/>
                    <a:pt x="7" y="63"/>
                    <a:pt x="9" y="65"/>
                  </a:cubicBezTo>
                  <a:cubicBezTo>
                    <a:pt x="11" y="66"/>
                    <a:pt x="24" y="68"/>
                    <a:pt x="26" y="69"/>
                  </a:cubicBezTo>
                  <a:cubicBezTo>
                    <a:pt x="29" y="69"/>
                    <a:pt x="35" y="71"/>
                    <a:pt x="38" y="72"/>
                  </a:cubicBezTo>
                  <a:cubicBezTo>
                    <a:pt x="41" y="73"/>
                    <a:pt x="42" y="72"/>
                    <a:pt x="44" y="72"/>
                  </a:cubicBezTo>
                  <a:cubicBezTo>
                    <a:pt x="46" y="72"/>
                    <a:pt x="50" y="75"/>
                    <a:pt x="54" y="75"/>
                  </a:cubicBezTo>
                  <a:cubicBezTo>
                    <a:pt x="58" y="76"/>
                    <a:pt x="73" y="81"/>
                    <a:pt x="77" y="80"/>
                  </a:cubicBezTo>
                  <a:cubicBezTo>
                    <a:pt x="81" y="80"/>
                    <a:pt x="100" y="87"/>
                    <a:pt x="105" y="87"/>
                  </a:cubicBezTo>
                  <a:cubicBezTo>
                    <a:pt x="109" y="88"/>
                    <a:pt x="114" y="90"/>
                    <a:pt x="118" y="91"/>
                  </a:cubicBezTo>
                  <a:cubicBezTo>
                    <a:pt x="122" y="91"/>
                    <a:pt x="123" y="91"/>
                    <a:pt x="123" y="91"/>
                  </a:cubicBezTo>
                  <a:cubicBezTo>
                    <a:pt x="123" y="91"/>
                    <a:pt x="127" y="84"/>
                    <a:pt x="129" y="80"/>
                  </a:cubicBezTo>
                  <a:cubicBezTo>
                    <a:pt x="131" y="76"/>
                    <a:pt x="135" y="72"/>
                    <a:pt x="135" y="71"/>
                  </a:cubicBezTo>
                  <a:cubicBezTo>
                    <a:pt x="136" y="69"/>
                    <a:pt x="140" y="63"/>
                    <a:pt x="140" y="63"/>
                  </a:cubicBezTo>
                  <a:cubicBezTo>
                    <a:pt x="140" y="63"/>
                    <a:pt x="145" y="56"/>
                    <a:pt x="146" y="54"/>
                  </a:cubicBezTo>
                  <a:cubicBezTo>
                    <a:pt x="147" y="52"/>
                    <a:pt x="154" y="45"/>
                    <a:pt x="154" y="45"/>
                  </a:cubicBezTo>
                  <a:cubicBezTo>
                    <a:pt x="155" y="1"/>
                    <a:pt x="155" y="1"/>
                    <a:pt x="155" y="1"/>
                  </a:cubicBezTo>
                  <a:lnTo>
                    <a:pt x="151" y="0"/>
                  </a:ln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2733">
              <a:extLst>
                <a:ext uri="{FF2B5EF4-FFF2-40B4-BE49-F238E27FC236}">
                  <a16:creationId xmlns:a16="http://schemas.microsoft.com/office/drawing/2014/main" id="{1FE9D3A0-43E7-40EF-8CCA-1466A1EC9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922"/>
              <a:ext cx="80" cy="243"/>
            </a:xfrm>
            <a:custGeom>
              <a:avLst/>
              <a:gdLst>
                <a:gd name="T0" fmla="*/ 188 w 32"/>
                <a:gd name="T1" fmla="*/ 1354 h 91"/>
                <a:gd name="T2" fmla="*/ 270 w 32"/>
                <a:gd name="T3" fmla="*/ 1199 h 91"/>
                <a:gd name="T4" fmla="*/ 363 w 32"/>
                <a:gd name="T5" fmla="*/ 1028 h 91"/>
                <a:gd name="T6" fmla="*/ 488 w 32"/>
                <a:gd name="T7" fmla="*/ 855 h 91"/>
                <a:gd name="T8" fmla="*/ 500 w 32"/>
                <a:gd name="T9" fmla="*/ 21 h 91"/>
                <a:gd name="T10" fmla="*/ 438 w 32"/>
                <a:gd name="T11" fmla="*/ 0 h 91"/>
                <a:gd name="T12" fmla="*/ 488 w 32"/>
                <a:gd name="T13" fmla="*/ 21 h 91"/>
                <a:gd name="T14" fmla="*/ 470 w 32"/>
                <a:gd name="T15" fmla="*/ 77 h 91"/>
                <a:gd name="T16" fmla="*/ 425 w 32"/>
                <a:gd name="T17" fmla="*/ 171 h 91"/>
                <a:gd name="T18" fmla="*/ 375 w 32"/>
                <a:gd name="T19" fmla="*/ 264 h 91"/>
                <a:gd name="T20" fmla="*/ 313 w 32"/>
                <a:gd name="T21" fmla="*/ 401 h 91"/>
                <a:gd name="T22" fmla="*/ 270 w 32"/>
                <a:gd name="T23" fmla="*/ 457 h 91"/>
                <a:gd name="T24" fmla="*/ 208 w 32"/>
                <a:gd name="T25" fmla="*/ 571 h 91"/>
                <a:gd name="T26" fmla="*/ 125 w 32"/>
                <a:gd name="T27" fmla="*/ 684 h 91"/>
                <a:gd name="T28" fmla="*/ 50 w 32"/>
                <a:gd name="T29" fmla="*/ 820 h 91"/>
                <a:gd name="T30" fmla="*/ 20 w 32"/>
                <a:gd name="T31" fmla="*/ 833 h 91"/>
                <a:gd name="T32" fmla="*/ 20 w 32"/>
                <a:gd name="T33" fmla="*/ 833 h 91"/>
                <a:gd name="T34" fmla="*/ 33 w 32"/>
                <a:gd name="T35" fmla="*/ 1049 h 91"/>
                <a:gd name="T36" fmla="*/ 20 w 32"/>
                <a:gd name="T37" fmla="*/ 1140 h 91"/>
                <a:gd name="T38" fmla="*/ 20 w 32"/>
                <a:gd name="T39" fmla="*/ 1220 h 91"/>
                <a:gd name="T40" fmla="*/ 20 w 32"/>
                <a:gd name="T41" fmla="*/ 1276 h 91"/>
                <a:gd name="T42" fmla="*/ 20 w 32"/>
                <a:gd name="T43" fmla="*/ 1370 h 91"/>
                <a:gd name="T44" fmla="*/ 0 w 32"/>
                <a:gd name="T45" fmla="*/ 1503 h 91"/>
                <a:gd name="T46" fmla="*/ 0 w 32"/>
                <a:gd name="T47" fmla="*/ 1618 h 91"/>
                <a:gd name="T48" fmla="*/ 0 w 32"/>
                <a:gd name="T49" fmla="*/ 1733 h 91"/>
                <a:gd name="T50" fmla="*/ 95 w 32"/>
                <a:gd name="T51" fmla="*/ 1525 h 91"/>
                <a:gd name="T52" fmla="*/ 188 w 32"/>
                <a:gd name="T53" fmla="*/ 1354 h 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2" h="91">
                  <a:moveTo>
                    <a:pt x="12" y="71"/>
                  </a:moveTo>
                  <a:cubicBezTo>
                    <a:pt x="13" y="69"/>
                    <a:pt x="17" y="63"/>
                    <a:pt x="17" y="63"/>
                  </a:cubicBezTo>
                  <a:cubicBezTo>
                    <a:pt x="17" y="63"/>
                    <a:pt x="22" y="56"/>
                    <a:pt x="23" y="54"/>
                  </a:cubicBezTo>
                  <a:cubicBezTo>
                    <a:pt x="24" y="52"/>
                    <a:pt x="31" y="45"/>
                    <a:pt x="31" y="45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28" y="7"/>
                    <a:pt x="27" y="9"/>
                  </a:cubicBezTo>
                  <a:cubicBezTo>
                    <a:pt x="26" y="10"/>
                    <a:pt x="25" y="13"/>
                    <a:pt x="24" y="14"/>
                  </a:cubicBezTo>
                  <a:cubicBezTo>
                    <a:pt x="22" y="16"/>
                    <a:pt x="21" y="20"/>
                    <a:pt x="20" y="21"/>
                  </a:cubicBezTo>
                  <a:cubicBezTo>
                    <a:pt x="19" y="23"/>
                    <a:pt x="18" y="23"/>
                    <a:pt x="17" y="24"/>
                  </a:cubicBezTo>
                  <a:cubicBezTo>
                    <a:pt x="16" y="26"/>
                    <a:pt x="15" y="28"/>
                    <a:pt x="13" y="30"/>
                  </a:cubicBezTo>
                  <a:cubicBezTo>
                    <a:pt x="12" y="31"/>
                    <a:pt x="11" y="34"/>
                    <a:pt x="8" y="36"/>
                  </a:cubicBezTo>
                  <a:cubicBezTo>
                    <a:pt x="6" y="37"/>
                    <a:pt x="3" y="43"/>
                    <a:pt x="3" y="43"/>
                  </a:cubicBezTo>
                  <a:cubicBezTo>
                    <a:pt x="3" y="43"/>
                    <a:pt x="2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2" y="53"/>
                    <a:pt x="2" y="55"/>
                  </a:cubicBezTo>
                  <a:cubicBezTo>
                    <a:pt x="2" y="56"/>
                    <a:pt x="1" y="60"/>
                    <a:pt x="1" y="60"/>
                  </a:cubicBezTo>
                  <a:cubicBezTo>
                    <a:pt x="1" y="60"/>
                    <a:pt x="0" y="61"/>
                    <a:pt x="1" y="64"/>
                  </a:cubicBezTo>
                  <a:cubicBezTo>
                    <a:pt x="1" y="67"/>
                    <a:pt x="1" y="64"/>
                    <a:pt x="1" y="67"/>
                  </a:cubicBezTo>
                  <a:cubicBezTo>
                    <a:pt x="1" y="70"/>
                    <a:pt x="1" y="69"/>
                    <a:pt x="1" y="72"/>
                  </a:cubicBezTo>
                  <a:cubicBezTo>
                    <a:pt x="0" y="76"/>
                    <a:pt x="0" y="78"/>
                    <a:pt x="0" y="79"/>
                  </a:cubicBezTo>
                  <a:cubicBezTo>
                    <a:pt x="0" y="81"/>
                    <a:pt x="0" y="82"/>
                    <a:pt x="0" y="85"/>
                  </a:cubicBezTo>
                  <a:cubicBezTo>
                    <a:pt x="0" y="88"/>
                    <a:pt x="0" y="91"/>
                    <a:pt x="0" y="91"/>
                  </a:cubicBezTo>
                  <a:cubicBezTo>
                    <a:pt x="0" y="91"/>
                    <a:pt x="4" y="84"/>
                    <a:pt x="6" y="80"/>
                  </a:cubicBezTo>
                  <a:cubicBezTo>
                    <a:pt x="8" y="76"/>
                    <a:pt x="12" y="72"/>
                    <a:pt x="12" y="71"/>
                  </a:cubicBez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2734">
              <a:extLst>
                <a:ext uri="{FF2B5EF4-FFF2-40B4-BE49-F238E27FC236}">
                  <a16:creationId xmlns:a16="http://schemas.microsoft.com/office/drawing/2014/main" id="{A301B9BB-EE34-4EE5-89C7-5CCF52F82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610"/>
              <a:ext cx="212" cy="120"/>
            </a:xfrm>
            <a:custGeom>
              <a:avLst/>
              <a:gdLst>
                <a:gd name="T0" fmla="*/ 1182 w 85"/>
                <a:gd name="T1" fmla="*/ 149 h 45"/>
                <a:gd name="T2" fmla="*/ 1087 w 85"/>
                <a:gd name="T3" fmla="*/ 115 h 45"/>
                <a:gd name="T4" fmla="*/ 945 w 85"/>
                <a:gd name="T5" fmla="*/ 77 h 45"/>
                <a:gd name="T6" fmla="*/ 853 w 85"/>
                <a:gd name="T7" fmla="*/ 56 h 45"/>
                <a:gd name="T8" fmla="*/ 716 w 85"/>
                <a:gd name="T9" fmla="*/ 35 h 45"/>
                <a:gd name="T10" fmla="*/ 559 w 85"/>
                <a:gd name="T11" fmla="*/ 35 h 45"/>
                <a:gd name="T12" fmla="*/ 387 w 85"/>
                <a:gd name="T13" fmla="*/ 205 h 45"/>
                <a:gd name="T14" fmla="*/ 324 w 85"/>
                <a:gd name="T15" fmla="*/ 320 h 45"/>
                <a:gd name="T16" fmla="*/ 262 w 85"/>
                <a:gd name="T17" fmla="*/ 397 h 45"/>
                <a:gd name="T18" fmla="*/ 167 w 85"/>
                <a:gd name="T19" fmla="*/ 477 h 45"/>
                <a:gd name="T20" fmla="*/ 30 w 85"/>
                <a:gd name="T21" fmla="*/ 627 h 45"/>
                <a:gd name="T22" fmla="*/ 0 w 85"/>
                <a:gd name="T23" fmla="*/ 704 h 45"/>
                <a:gd name="T24" fmla="*/ 92 w 85"/>
                <a:gd name="T25" fmla="*/ 717 h 45"/>
                <a:gd name="T26" fmla="*/ 137 w 85"/>
                <a:gd name="T27" fmla="*/ 760 h 45"/>
                <a:gd name="T28" fmla="*/ 249 w 85"/>
                <a:gd name="T29" fmla="*/ 776 h 45"/>
                <a:gd name="T30" fmla="*/ 324 w 85"/>
                <a:gd name="T31" fmla="*/ 797 h 45"/>
                <a:gd name="T32" fmla="*/ 436 w 85"/>
                <a:gd name="T33" fmla="*/ 797 h 45"/>
                <a:gd name="T34" fmla="*/ 511 w 85"/>
                <a:gd name="T35" fmla="*/ 819 h 45"/>
                <a:gd name="T36" fmla="*/ 621 w 85"/>
                <a:gd name="T37" fmla="*/ 832 h 45"/>
                <a:gd name="T38" fmla="*/ 696 w 85"/>
                <a:gd name="T39" fmla="*/ 853 h 45"/>
                <a:gd name="T40" fmla="*/ 808 w 85"/>
                <a:gd name="T41" fmla="*/ 797 h 45"/>
                <a:gd name="T42" fmla="*/ 841 w 85"/>
                <a:gd name="T43" fmla="*/ 760 h 45"/>
                <a:gd name="T44" fmla="*/ 883 w 85"/>
                <a:gd name="T45" fmla="*/ 704 h 45"/>
                <a:gd name="T46" fmla="*/ 945 w 85"/>
                <a:gd name="T47" fmla="*/ 648 h 45"/>
                <a:gd name="T48" fmla="*/ 995 w 85"/>
                <a:gd name="T49" fmla="*/ 589 h 45"/>
                <a:gd name="T50" fmla="*/ 1040 w 85"/>
                <a:gd name="T51" fmla="*/ 533 h 45"/>
                <a:gd name="T52" fmla="*/ 1132 w 85"/>
                <a:gd name="T53" fmla="*/ 435 h 45"/>
                <a:gd name="T54" fmla="*/ 1195 w 85"/>
                <a:gd name="T55" fmla="*/ 363 h 45"/>
                <a:gd name="T56" fmla="*/ 1245 w 85"/>
                <a:gd name="T57" fmla="*/ 320 h 45"/>
                <a:gd name="T58" fmla="*/ 1307 w 85"/>
                <a:gd name="T59" fmla="*/ 264 h 45"/>
                <a:gd name="T60" fmla="*/ 1319 w 85"/>
                <a:gd name="T61" fmla="*/ 248 h 45"/>
                <a:gd name="T62" fmla="*/ 1319 w 85"/>
                <a:gd name="T63" fmla="*/ 205 h 45"/>
                <a:gd name="T64" fmla="*/ 1182 w 85"/>
                <a:gd name="T65" fmla="*/ 149 h 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5" h="45">
                  <a:moveTo>
                    <a:pt x="76" y="8"/>
                  </a:moveTo>
                  <a:cubicBezTo>
                    <a:pt x="73" y="7"/>
                    <a:pt x="70" y="6"/>
                    <a:pt x="70" y="6"/>
                  </a:cubicBezTo>
                  <a:cubicBezTo>
                    <a:pt x="70" y="6"/>
                    <a:pt x="64" y="5"/>
                    <a:pt x="61" y="4"/>
                  </a:cubicBezTo>
                  <a:cubicBezTo>
                    <a:pt x="58" y="3"/>
                    <a:pt x="58" y="3"/>
                    <a:pt x="55" y="3"/>
                  </a:cubicBezTo>
                  <a:cubicBezTo>
                    <a:pt x="51" y="4"/>
                    <a:pt x="48" y="2"/>
                    <a:pt x="46" y="2"/>
                  </a:cubicBezTo>
                  <a:cubicBezTo>
                    <a:pt x="45" y="2"/>
                    <a:pt x="39" y="0"/>
                    <a:pt x="36" y="2"/>
                  </a:cubicBezTo>
                  <a:cubicBezTo>
                    <a:pt x="32" y="5"/>
                    <a:pt x="27" y="9"/>
                    <a:pt x="25" y="11"/>
                  </a:cubicBezTo>
                  <a:cubicBezTo>
                    <a:pt x="24" y="13"/>
                    <a:pt x="21" y="15"/>
                    <a:pt x="21" y="17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6" y="22"/>
                    <a:pt x="13" y="23"/>
                    <a:pt x="11" y="25"/>
                  </a:cubicBezTo>
                  <a:cubicBezTo>
                    <a:pt x="10" y="26"/>
                    <a:pt x="2" y="33"/>
                    <a:pt x="2" y="3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32" y="42"/>
                    <a:pt x="33" y="43"/>
                  </a:cubicBezTo>
                  <a:cubicBezTo>
                    <a:pt x="34" y="43"/>
                    <a:pt x="40" y="44"/>
                    <a:pt x="40" y="44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60" y="34"/>
                    <a:pt x="61" y="34"/>
                  </a:cubicBezTo>
                  <a:cubicBezTo>
                    <a:pt x="62" y="34"/>
                    <a:pt x="64" y="31"/>
                    <a:pt x="64" y="31"/>
                  </a:cubicBezTo>
                  <a:cubicBezTo>
                    <a:pt x="64" y="31"/>
                    <a:pt x="66" y="28"/>
                    <a:pt x="67" y="28"/>
                  </a:cubicBezTo>
                  <a:cubicBezTo>
                    <a:pt x="68" y="28"/>
                    <a:pt x="73" y="23"/>
                    <a:pt x="73" y="23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84" y="15"/>
                    <a:pt x="84" y="14"/>
                  </a:cubicBezTo>
                  <a:cubicBezTo>
                    <a:pt x="84" y="14"/>
                    <a:pt x="85" y="13"/>
                    <a:pt x="85" y="13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0" y="9"/>
                    <a:pt x="76" y="8"/>
                  </a:cubicBez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2735">
              <a:extLst>
                <a:ext uri="{FF2B5EF4-FFF2-40B4-BE49-F238E27FC236}">
                  <a16:creationId xmlns:a16="http://schemas.microsoft.com/office/drawing/2014/main" id="{A566AB06-A6C2-45F3-A910-4E455D318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645"/>
              <a:ext cx="225" cy="378"/>
            </a:xfrm>
            <a:custGeom>
              <a:avLst/>
              <a:gdLst>
                <a:gd name="T0" fmla="*/ 688 w 90"/>
                <a:gd name="T1" fmla="*/ 2622 h 142"/>
                <a:gd name="T2" fmla="*/ 720 w 90"/>
                <a:gd name="T3" fmla="*/ 2260 h 142"/>
                <a:gd name="T4" fmla="*/ 738 w 90"/>
                <a:gd name="T5" fmla="*/ 2247 h 142"/>
                <a:gd name="T6" fmla="*/ 813 w 90"/>
                <a:gd name="T7" fmla="*/ 2132 h 142"/>
                <a:gd name="T8" fmla="*/ 1095 w 90"/>
                <a:gd name="T9" fmla="*/ 1680 h 142"/>
                <a:gd name="T10" fmla="*/ 1188 w 90"/>
                <a:gd name="T11" fmla="*/ 1509 h 142"/>
                <a:gd name="T12" fmla="*/ 1270 w 90"/>
                <a:gd name="T13" fmla="*/ 1453 h 142"/>
                <a:gd name="T14" fmla="*/ 1395 w 90"/>
                <a:gd name="T15" fmla="*/ 1488 h 142"/>
                <a:gd name="T16" fmla="*/ 1408 w 90"/>
                <a:gd name="T17" fmla="*/ 1475 h 142"/>
                <a:gd name="T18" fmla="*/ 1395 w 90"/>
                <a:gd name="T19" fmla="*/ 1206 h 142"/>
                <a:gd name="T20" fmla="*/ 1395 w 90"/>
                <a:gd name="T21" fmla="*/ 977 h 142"/>
                <a:gd name="T22" fmla="*/ 1395 w 90"/>
                <a:gd name="T23" fmla="*/ 793 h 142"/>
                <a:gd name="T24" fmla="*/ 1395 w 90"/>
                <a:gd name="T25" fmla="*/ 602 h 142"/>
                <a:gd name="T26" fmla="*/ 1375 w 90"/>
                <a:gd name="T27" fmla="*/ 397 h 142"/>
                <a:gd name="T28" fmla="*/ 1375 w 90"/>
                <a:gd name="T29" fmla="*/ 35 h 142"/>
                <a:gd name="T30" fmla="*/ 1345 w 90"/>
                <a:gd name="T31" fmla="*/ 0 h 142"/>
                <a:gd name="T32" fmla="*/ 1333 w 90"/>
                <a:gd name="T33" fmla="*/ 21 h 142"/>
                <a:gd name="T34" fmla="*/ 1270 w 90"/>
                <a:gd name="T35" fmla="*/ 77 h 142"/>
                <a:gd name="T36" fmla="*/ 1220 w 90"/>
                <a:gd name="T37" fmla="*/ 114 h 142"/>
                <a:gd name="T38" fmla="*/ 1158 w 90"/>
                <a:gd name="T39" fmla="*/ 192 h 142"/>
                <a:gd name="T40" fmla="*/ 1063 w 90"/>
                <a:gd name="T41" fmla="*/ 282 h 142"/>
                <a:gd name="T42" fmla="*/ 1020 w 90"/>
                <a:gd name="T43" fmla="*/ 341 h 142"/>
                <a:gd name="T44" fmla="*/ 970 w 90"/>
                <a:gd name="T45" fmla="*/ 397 h 142"/>
                <a:gd name="T46" fmla="*/ 908 w 90"/>
                <a:gd name="T47" fmla="*/ 453 h 142"/>
                <a:gd name="T48" fmla="*/ 863 w 90"/>
                <a:gd name="T49" fmla="*/ 511 h 142"/>
                <a:gd name="T50" fmla="*/ 833 w 90"/>
                <a:gd name="T51" fmla="*/ 546 h 142"/>
                <a:gd name="T52" fmla="*/ 720 w 90"/>
                <a:gd name="T53" fmla="*/ 602 h 142"/>
                <a:gd name="T54" fmla="*/ 645 w 90"/>
                <a:gd name="T55" fmla="*/ 588 h 142"/>
                <a:gd name="T56" fmla="*/ 533 w 90"/>
                <a:gd name="T57" fmla="*/ 567 h 142"/>
                <a:gd name="T58" fmla="*/ 458 w 90"/>
                <a:gd name="T59" fmla="*/ 546 h 142"/>
                <a:gd name="T60" fmla="*/ 345 w 90"/>
                <a:gd name="T61" fmla="*/ 546 h 142"/>
                <a:gd name="T62" fmla="*/ 270 w 90"/>
                <a:gd name="T63" fmla="*/ 532 h 142"/>
                <a:gd name="T64" fmla="*/ 158 w 90"/>
                <a:gd name="T65" fmla="*/ 511 h 142"/>
                <a:gd name="T66" fmla="*/ 113 w 90"/>
                <a:gd name="T67" fmla="*/ 474 h 142"/>
                <a:gd name="T68" fmla="*/ 20 w 90"/>
                <a:gd name="T69" fmla="*/ 453 h 142"/>
                <a:gd name="T70" fmla="*/ 20 w 90"/>
                <a:gd name="T71" fmla="*/ 453 h 142"/>
                <a:gd name="T72" fmla="*/ 33 w 90"/>
                <a:gd name="T73" fmla="*/ 921 h 142"/>
                <a:gd name="T74" fmla="*/ 20 w 90"/>
                <a:gd name="T75" fmla="*/ 1078 h 142"/>
                <a:gd name="T76" fmla="*/ 33 w 90"/>
                <a:gd name="T77" fmla="*/ 1190 h 142"/>
                <a:gd name="T78" fmla="*/ 33 w 90"/>
                <a:gd name="T79" fmla="*/ 1304 h 142"/>
                <a:gd name="T80" fmla="*/ 20 w 90"/>
                <a:gd name="T81" fmla="*/ 1509 h 142"/>
                <a:gd name="T82" fmla="*/ 33 w 90"/>
                <a:gd name="T83" fmla="*/ 1701 h 142"/>
                <a:gd name="T84" fmla="*/ 20 w 90"/>
                <a:gd name="T85" fmla="*/ 1871 h 142"/>
                <a:gd name="T86" fmla="*/ 50 w 90"/>
                <a:gd name="T87" fmla="*/ 2076 h 142"/>
                <a:gd name="T88" fmla="*/ 50 w 90"/>
                <a:gd name="T89" fmla="*/ 2281 h 142"/>
                <a:gd name="T90" fmla="*/ 83 w 90"/>
                <a:gd name="T91" fmla="*/ 2486 h 142"/>
                <a:gd name="T92" fmla="*/ 220 w 90"/>
                <a:gd name="T93" fmla="*/ 2545 h 142"/>
                <a:gd name="T94" fmla="*/ 300 w 90"/>
                <a:gd name="T95" fmla="*/ 2529 h 142"/>
                <a:gd name="T96" fmla="*/ 363 w 90"/>
                <a:gd name="T97" fmla="*/ 2587 h 142"/>
                <a:gd name="T98" fmla="*/ 470 w 90"/>
                <a:gd name="T99" fmla="*/ 2622 h 142"/>
                <a:gd name="T100" fmla="*/ 563 w 90"/>
                <a:gd name="T101" fmla="*/ 2657 h 142"/>
                <a:gd name="T102" fmla="*/ 675 w 90"/>
                <a:gd name="T103" fmla="*/ 2678 h 142"/>
                <a:gd name="T104" fmla="*/ 688 w 90"/>
                <a:gd name="T105" fmla="*/ 2657 h 142"/>
                <a:gd name="T106" fmla="*/ 688 w 90"/>
                <a:gd name="T107" fmla="*/ 2622 h 14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" h="142">
                  <a:moveTo>
                    <a:pt x="44" y="139"/>
                  </a:moveTo>
                  <a:cubicBezTo>
                    <a:pt x="45" y="134"/>
                    <a:pt x="46" y="120"/>
                    <a:pt x="46" y="120"/>
                  </a:cubicBezTo>
                  <a:cubicBezTo>
                    <a:pt x="46" y="120"/>
                    <a:pt x="47" y="120"/>
                    <a:pt x="47" y="119"/>
                  </a:cubicBezTo>
                  <a:cubicBezTo>
                    <a:pt x="48" y="118"/>
                    <a:pt x="51" y="115"/>
                    <a:pt x="52" y="113"/>
                  </a:cubicBezTo>
                  <a:cubicBezTo>
                    <a:pt x="54" y="110"/>
                    <a:pt x="66" y="93"/>
                    <a:pt x="70" y="89"/>
                  </a:cubicBezTo>
                  <a:cubicBezTo>
                    <a:pt x="74" y="84"/>
                    <a:pt x="76" y="80"/>
                    <a:pt x="76" y="8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77"/>
                    <a:pt x="85" y="78"/>
                    <a:pt x="89" y="79"/>
                  </a:cubicBezTo>
                  <a:cubicBezTo>
                    <a:pt x="90" y="78"/>
                    <a:pt x="90" y="78"/>
                    <a:pt x="90" y="78"/>
                  </a:cubicBezTo>
                  <a:cubicBezTo>
                    <a:pt x="90" y="78"/>
                    <a:pt x="89" y="68"/>
                    <a:pt x="89" y="64"/>
                  </a:cubicBezTo>
                  <a:cubicBezTo>
                    <a:pt x="89" y="61"/>
                    <a:pt x="89" y="52"/>
                    <a:pt x="89" y="52"/>
                  </a:cubicBezTo>
                  <a:cubicBezTo>
                    <a:pt x="89" y="52"/>
                    <a:pt x="89" y="44"/>
                    <a:pt x="89" y="4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29"/>
                    <a:pt x="88" y="24"/>
                    <a:pt x="88" y="21"/>
                  </a:cubicBezTo>
                  <a:cubicBezTo>
                    <a:pt x="87" y="17"/>
                    <a:pt x="88" y="2"/>
                    <a:pt x="88" y="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5" y="1"/>
                    <a:pt x="85" y="1"/>
                  </a:cubicBezTo>
                  <a:cubicBezTo>
                    <a:pt x="85" y="2"/>
                    <a:pt x="81" y="4"/>
                    <a:pt x="81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69" y="15"/>
                    <a:pt x="68" y="15"/>
                  </a:cubicBezTo>
                  <a:cubicBezTo>
                    <a:pt x="67" y="15"/>
                    <a:pt x="65" y="18"/>
                    <a:pt x="65" y="18"/>
                  </a:cubicBezTo>
                  <a:cubicBezTo>
                    <a:pt x="65" y="18"/>
                    <a:pt x="63" y="21"/>
                    <a:pt x="62" y="21"/>
                  </a:cubicBezTo>
                  <a:cubicBezTo>
                    <a:pt x="61" y="21"/>
                    <a:pt x="58" y="24"/>
                    <a:pt x="58" y="24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1" y="31"/>
                    <a:pt x="35" y="30"/>
                    <a:pt x="34" y="30"/>
                  </a:cubicBezTo>
                  <a:cubicBezTo>
                    <a:pt x="33" y="29"/>
                    <a:pt x="29" y="29"/>
                    <a:pt x="29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55"/>
                    <a:pt x="1" y="57"/>
                  </a:cubicBezTo>
                  <a:cubicBezTo>
                    <a:pt x="0" y="59"/>
                    <a:pt x="2" y="63"/>
                    <a:pt x="2" y="63"/>
                  </a:cubicBezTo>
                  <a:cubicBezTo>
                    <a:pt x="2" y="63"/>
                    <a:pt x="2" y="67"/>
                    <a:pt x="2" y="69"/>
                  </a:cubicBezTo>
                  <a:cubicBezTo>
                    <a:pt x="2" y="71"/>
                    <a:pt x="1" y="78"/>
                    <a:pt x="1" y="80"/>
                  </a:cubicBezTo>
                  <a:cubicBezTo>
                    <a:pt x="1" y="82"/>
                    <a:pt x="1" y="87"/>
                    <a:pt x="2" y="90"/>
                  </a:cubicBezTo>
                  <a:cubicBezTo>
                    <a:pt x="4" y="94"/>
                    <a:pt x="0" y="97"/>
                    <a:pt x="1" y="99"/>
                  </a:cubicBezTo>
                  <a:cubicBezTo>
                    <a:pt x="1" y="101"/>
                    <a:pt x="3" y="107"/>
                    <a:pt x="3" y="110"/>
                  </a:cubicBezTo>
                  <a:cubicBezTo>
                    <a:pt x="2" y="112"/>
                    <a:pt x="3" y="121"/>
                    <a:pt x="3" y="121"/>
                  </a:cubicBezTo>
                  <a:cubicBezTo>
                    <a:pt x="3" y="121"/>
                    <a:pt x="3" y="130"/>
                    <a:pt x="5" y="132"/>
                  </a:cubicBezTo>
                  <a:cubicBezTo>
                    <a:pt x="8" y="134"/>
                    <a:pt x="13" y="135"/>
                    <a:pt x="14" y="135"/>
                  </a:cubicBezTo>
                  <a:cubicBezTo>
                    <a:pt x="16" y="135"/>
                    <a:pt x="18" y="132"/>
                    <a:pt x="19" y="134"/>
                  </a:cubicBezTo>
                  <a:cubicBezTo>
                    <a:pt x="20" y="136"/>
                    <a:pt x="20" y="137"/>
                    <a:pt x="23" y="137"/>
                  </a:cubicBezTo>
                  <a:cubicBezTo>
                    <a:pt x="25" y="137"/>
                    <a:pt x="30" y="139"/>
                    <a:pt x="30" y="139"/>
                  </a:cubicBezTo>
                  <a:cubicBezTo>
                    <a:pt x="30" y="139"/>
                    <a:pt x="35" y="141"/>
                    <a:pt x="36" y="141"/>
                  </a:cubicBezTo>
                  <a:cubicBezTo>
                    <a:pt x="38" y="141"/>
                    <a:pt x="43" y="142"/>
                    <a:pt x="43" y="142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4" y="141"/>
                    <a:pt x="44" y="140"/>
                    <a:pt x="44" y="139"/>
                  </a:cubicBez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2736">
              <a:extLst>
                <a:ext uri="{FF2B5EF4-FFF2-40B4-BE49-F238E27FC236}">
                  <a16:creationId xmlns:a16="http://schemas.microsoft.com/office/drawing/2014/main" id="{4383D0CD-2DD8-470A-8DBC-76427D63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709"/>
              <a:ext cx="128" cy="314"/>
            </a:xfrm>
            <a:custGeom>
              <a:avLst/>
              <a:gdLst>
                <a:gd name="T0" fmla="*/ 806 w 51"/>
                <a:gd name="T1" fmla="*/ 1658 h 118"/>
                <a:gd name="T2" fmla="*/ 788 w 51"/>
                <a:gd name="T3" fmla="*/ 1586 h 118"/>
                <a:gd name="T4" fmla="*/ 788 w 51"/>
                <a:gd name="T5" fmla="*/ 1509 h 118"/>
                <a:gd name="T6" fmla="*/ 788 w 51"/>
                <a:gd name="T7" fmla="*/ 1416 h 118"/>
                <a:gd name="T8" fmla="*/ 776 w 51"/>
                <a:gd name="T9" fmla="*/ 1373 h 118"/>
                <a:gd name="T10" fmla="*/ 776 w 51"/>
                <a:gd name="T11" fmla="*/ 1283 h 118"/>
                <a:gd name="T12" fmla="*/ 788 w 51"/>
                <a:gd name="T13" fmla="*/ 1189 h 118"/>
                <a:gd name="T14" fmla="*/ 788 w 51"/>
                <a:gd name="T15" fmla="*/ 907 h 118"/>
                <a:gd name="T16" fmla="*/ 776 w 51"/>
                <a:gd name="T17" fmla="*/ 772 h 118"/>
                <a:gd name="T18" fmla="*/ 788 w 51"/>
                <a:gd name="T19" fmla="*/ 623 h 118"/>
                <a:gd name="T20" fmla="*/ 776 w 51"/>
                <a:gd name="T21" fmla="*/ 532 h 118"/>
                <a:gd name="T22" fmla="*/ 755 w 51"/>
                <a:gd name="T23" fmla="*/ 452 h 118"/>
                <a:gd name="T24" fmla="*/ 755 w 51"/>
                <a:gd name="T25" fmla="*/ 375 h 118"/>
                <a:gd name="T26" fmla="*/ 755 w 51"/>
                <a:gd name="T27" fmla="*/ 341 h 118"/>
                <a:gd name="T28" fmla="*/ 725 w 51"/>
                <a:gd name="T29" fmla="*/ 149 h 118"/>
                <a:gd name="T30" fmla="*/ 650 w 51"/>
                <a:gd name="T31" fmla="*/ 136 h 118"/>
                <a:gd name="T32" fmla="*/ 535 w 51"/>
                <a:gd name="T33" fmla="*/ 114 h 118"/>
                <a:gd name="T34" fmla="*/ 459 w 51"/>
                <a:gd name="T35" fmla="*/ 93 h 118"/>
                <a:gd name="T36" fmla="*/ 346 w 51"/>
                <a:gd name="T37" fmla="*/ 93 h 118"/>
                <a:gd name="T38" fmla="*/ 271 w 51"/>
                <a:gd name="T39" fmla="*/ 77 h 118"/>
                <a:gd name="T40" fmla="*/ 158 w 51"/>
                <a:gd name="T41" fmla="*/ 56 h 118"/>
                <a:gd name="T42" fmla="*/ 113 w 51"/>
                <a:gd name="T43" fmla="*/ 21 h 118"/>
                <a:gd name="T44" fmla="*/ 20 w 51"/>
                <a:gd name="T45" fmla="*/ 0 h 118"/>
                <a:gd name="T46" fmla="*/ 20 w 51"/>
                <a:gd name="T47" fmla="*/ 0 h 118"/>
                <a:gd name="T48" fmla="*/ 33 w 51"/>
                <a:gd name="T49" fmla="*/ 474 h 118"/>
                <a:gd name="T50" fmla="*/ 20 w 51"/>
                <a:gd name="T51" fmla="*/ 623 h 118"/>
                <a:gd name="T52" fmla="*/ 33 w 51"/>
                <a:gd name="T53" fmla="*/ 737 h 118"/>
                <a:gd name="T54" fmla="*/ 33 w 51"/>
                <a:gd name="T55" fmla="*/ 849 h 118"/>
                <a:gd name="T56" fmla="*/ 20 w 51"/>
                <a:gd name="T57" fmla="*/ 1054 h 118"/>
                <a:gd name="T58" fmla="*/ 33 w 51"/>
                <a:gd name="T59" fmla="*/ 1245 h 118"/>
                <a:gd name="T60" fmla="*/ 20 w 51"/>
                <a:gd name="T61" fmla="*/ 1416 h 118"/>
                <a:gd name="T62" fmla="*/ 50 w 51"/>
                <a:gd name="T63" fmla="*/ 1621 h 118"/>
                <a:gd name="T64" fmla="*/ 50 w 51"/>
                <a:gd name="T65" fmla="*/ 1828 h 118"/>
                <a:gd name="T66" fmla="*/ 83 w 51"/>
                <a:gd name="T67" fmla="*/ 2033 h 118"/>
                <a:gd name="T68" fmla="*/ 221 w 51"/>
                <a:gd name="T69" fmla="*/ 2089 h 118"/>
                <a:gd name="T70" fmla="*/ 301 w 51"/>
                <a:gd name="T71" fmla="*/ 2076 h 118"/>
                <a:gd name="T72" fmla="*/ 366 w 51"/>
                <a:gd name="T73" fmla="*/ 2131 h 118"/>
                <a:gd name="T74" fmla="*/ 472 w 51"/>
                <a:gd name="T75" fmla="*/ 2166 h 118"/>
                <a:gd name="T76" fmla="*/ 567 w 51"/>
                <a:gd name="T77" fmla="*/ 2203 h 118"/>
                <a:gd name="T78" fmla="*/ 680 w 51"/>
                <a:gd name="T79" fmla="*/ 2225 h 118"/>
                <a:gd name="T80" fmla="*/ 693 w 51"/>
                <a:gd name="T81" fmla="*/ 2203 h 118"/>
                <a:gd name="T82" fmla="*/ 693 w 51"/>
                <a:gd name="T83" fmla="*/ 2166 h 118"/>
                <a:gd name="T84" fmla="*/ 725 w 51"/>
                <a:gd name="T85" fmla="*/ 1807 h 118"/>
                <a:gd name="T86" fmla="*/ 743 w 51"/>
                <a:gd name="T87" fmla="*/ 1791 h 118"/>
                <a:gd name="T88" fmla="*/ 806 w 51"/>
                <a:gd name="T89" fmla="*/ 1692 h 118"/>
                <a:gd name="T90" fmla="*/ 806 w 51"/>
                <a:gd name="T91" fmla="*/ 1658 h 1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1" h="118">
                  <a:moveTo>
                    <a:pt x="51" y="88"/>
                  </a:moveTo>
                  <a:cubicBezTo>
                    <a:pt x="50" y="84"/>
                    <a:pt x="50" y="84"/>
                    <a:pt x="50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77"/>
                    <a:pt x="50" y="75"/>
                  </a:cubicBezTo>
                  <a:cubicBezTo>
                    <a:pt x="51" y="74"/>
                    <a:pt x="49" y="73"/>
                    <a:pt x="49" y="73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34"/>
                    <a:pt x="50" y="33"/>
                  </a:cubicBezTo>
                  <a:cubicBezTo>
                    <a:pt x="50" y="31"/>
                    <a:pt x="49" y="29"/>
                    <a:pt x="49" y="28"/>
                  </a:cubicBezTo>
                  <a:cubicBezTo>
                    <a:pt x="49" y="27"/>
                    <a:pt x="48" y="25"/>
                    <a:pt x="48" y="24"/>
                  </a:cubicBezTo>
                  <a:cubicBezTo>
                    <a:pt x="48" y="23"/>
                    <a:pt x="48" y="20"/>
                    <a:pt x="48" y="20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35" y="6"/>
                    <a:pt x="34" y="6"/>
                  </a:cubicBezTo>
                  <a:cubicBezTo>
                    <a:pt x="33" y="5"/>
                    <a:pt x="29" y="5"/>
                    <a:pt x="29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2" y="31"/>
                    <a:pt x="1" y="33"/>
                  </a:cubicBezTo>
                  <a:cubicBezTo>
                    <a:pt x="0" y="35"/>
                    <a:pt x="2" y="39"/>
                    <a:pt x="2" y="39"/>
                  </a:cubicBezTo>
                  <a:cubicBezTo>
                    <a:pt x="2" y="39"/>
                    <a:pt x="2" y="43"/>
                    <a:pt x="2" y="45"/>
                  </a:cubicBezTo>
                  <a:cubicBezTo>
                    <a:pt x="2" y="47"/>
                    <a:pt x="1" y="54"/>
                    <a:pt x="1" y="56"/>
                  </a:cubicBezTo>
                  <a:cubicBezTo>
                    <a:pt x="1" y="58"/>
                    <a:pt x="1" y="63"/>
                    <a:pt x="2" y="66"/>
                  </a:cubicBezTo>
                  <a:cubicBezTo>
                    <a:pt x="4" y="70"/>
                    <a:pt x="0" y="73"/>
                    <a:pt x="1" y="75"/>
                  </a:cubicBezTo>
                  <a:cubicBezTo>
                    <a:pt x="1" y="77"/>
                    <a:pt x="3" y="83"/>
                    <a:pt x="3" y="86"/>
                  </a:cubicBezTo>
                  <a:cubicBezTo>
                    <a:pt x="2" y="88"/>
                    <a:pt x="3" y="97"/>
                    <a:pt x="3" y="97"/>
                  </a:cubicBezTo>
                  <a:cubicBezTo>
                    <a:pt x="3" y="97"/>
                    <a:pt x="3" y="106"/>
                    <a:pt x="5" y="108"/>
                  </a:cubicBezTo>
                  <a:cubicBezTo>
                    <a:pt x="8" y="110"/>
                    <a:pt x="13" y="111"/>
                    <a:pt x="14" y="111"/>
                  </a:cubicBezTo>
                  <a:cubicBezTo>
                    <a:pt x="16" y="111"/>
                    <a:pt x="18" y="108"/>
                    <a:pt x="19" y="110"/>
                  </a:cubicBezTo>
                  <a:cubicBezTo>
                    <a:pt x="20" y="112"/>
                    <a:pt x="20" y="113"/>
                    <a:pt x="23" y="113"/>
                  </a:cubicBezTo>
                  <a:cubicBezTo>
                    <a:pt x="25" y="113"/>
                    <a:pt x="30" y="115"/>
                    <a:pt x="30" y="115"/>
                  </a:cubicBezTo>
                  <a:cubicBezTo>
                    <a:pt x="30" y="115"/>
                    <a:pt x="35" y="117"/>
                    <a:pt x="36" y="117"/>
                  </a:cubicBezTo>
                  <a:cubicBezTo>
                    <a:pt x="38" y="117"/>
                    <a:pt x="43" y="118"/>
                    <a:pt x="43" y="118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7"/>
                    <a:pt x="44" y="116"/>
                    <a:pt x="44" y="115"/>
                  </a:cubicBezTo>
                  <a:cubicBezTo>
                    <a:pt x="45" y="110"/>
                    <a:pt x="46" y="96"/>
                    <a:pt x="46" y="96"/>
                  </a:cubicBezTo>
                  <a:cubicBezTo>
                    <a:pt x="46" y="96"/>
                    <a:pt x="47" y="96"/>
                    <a:pt x="47" y="95"/>
                  </a:cubicBezTo>
                  <a:cubicBezTo>
                    <a:pt x="48" y="94"/>
                    <a:pt x="50" y="92"/>
                    <a:pt x="51" y="90"/>
                  </a:cubicBezTo>
                  <a:lnTo>
                    <a:pt x="51" y="88"/>
                  </a:ln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2737">
              <a:extLst>
                <a:ext uri="{FF2B5EF4-FFF2-40B4-BE49-F238E27FC236}">
                  <a16:creationId xmlns:a16="http://schemas.microsoft.com/office/drawing/2014/main" id="{07A013FA-3637-4B98-AAA2-0DFD00BE6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674"/>
              <a:ext cx="213" cy="315"/>
            </a:xfrm>
            <a:custGeom>
              <a:avLst/>
              <a:gdLst>
                <a:gd name="T0" fmla="*/ 1318 w 85"/>
                <a:gd name="T1" fmla="*/ 913 h 118"/>
                <a:gd name="T2" fmla="*/ 1255 w 85"/>
                <a:gd name="T3" fmla="*/ 892 h 118"/>
                <a:gd name="T4" fmla="*/ 1213 w 85"/>
                <a:gd name="T5" fmla="*/ 854 h 118"/>
                <a:gd name="T6" fmla="*/ 1180 w 85"/>
                <a:gd name="T7" fmla="*/ 820 h 118"/>
                <a:gd name="T8" fmla="*/ 1055 w 85"/>
                <a:gd name="T9" fmla="*/ 742 h 118"/>
                <a:gd name="T10" fmla="*/ 930 w 85"/>
                <a:gd name="T11" fmla="*/ 649 h 118"/>
                <a:gd name="T12" fmla="*/ 847 w 85"/>
                <a:gd name="T13" fmla="*/ 649 h 118"/>
                <a:gd name="T14" fmla="*/ 804 w 85"/>
                <a:gd name="T15" fmla="*/ 593 h 118"/>
                <a:gd name="T16" fmla="*/ 722 w 85"/>
                <a:gd name="T17" fmla="*/ 491 h 118"/>
                <a:gd name="T18" fmla="*/ 616 w 85"/>
                <a:gd name="T19" fmla="*/ 422 h 118"/>
                <a:gd name="T20" fmla="*/ 521 w 85"/>
                <a:gd name="T21" fmla="*/ 320 h 118"/>
                <a:gd name="T22" fmla="*/ 439 w 85"/>
                <a:gd name="T23" fmla="*/ 264 h 118"/>
                <a:gd name="T24" fmla="*/ 346 w 85"/>
                <a:gd name="T25" fmla="*/ 171 h 118"/>
                <a:gd name="T26" fmla="*/ 283 w 85"/>
                <a:gd name="T27" fmla="*/ 115 h 118"/>
                <a:gd name="T28" fmla="*/ 125 w 85"/>
                <a:gd name="T29" fmla="*/ 0 h 118"/>
                <a:gd name="T30" fmla="*/ 50 w 85"/>
                <a:gd name="T31" fmla="*/ 136 h 118"/>
                <a:gd name="T32" fmla="*/ 50 w 85"/>
                <a:gd name="T33" fmla="*/ 264 h 118"/>
                <a:gd name="T34" fmla="*/ 50 w 85"/>
                <a:gd name="T35" fmla="*/ 398 h 118"/>
                <a:gd name="T36" fmla="*/ 33 w 85"/>
                <a:gd name="T37" fmla="*/ 513 h 118"/>
                <a:gd name="T38" fmla="*/ 20 w 85"/>
                <a:gd name="T39" fmla="*/ 627 h 118"/>
                <a:gd name="T40" fmla="*/ 20 w 85"/>
                <a:gd name="T41" fmla="*/ 742 h 118"/>
                <a:gd name="T42" fmla="*/ 20 w 85"/>
                <a:gd name="T43" fmla="*/ 833 h 118"/>
                <a:gd name="T44" fmla="*/ 20 w 85"/>
                <a:gd name="T45" fmla="*/ 934 h 118"/>
                <a:gd name="T46" fmla="*/ 20 w 85"/>
                <a:gd name="T47" fmla="*/ 1046 h 118"/>
                <a:gd name="T48" fmla="*/ 0 w 85"/>
                <a:gd name="T49" fmla="*/ 1196 h 118"/>
                <a:gd name="T50" fmla="*/ 20 w 85"/>
                <a:gd name="T51" fmla="*/ 1239 h 118"/>
                <a:gd name="T52" fmla="*/ 175 w 85"/>
                <a:gd name="T53" fmla="*/ 1391 h 118"/>
                <a:gd name="T54" fmla="*/ 238 w 85"/>
                <a:gd name="T55" fmla="*/ 1447 h 118"/>
                <a:gd name="T56" fmla="*/ 376 w 85"/>
                <a:gd name="T57" fmla="*/ 1540 h 118"/>
                <a:gd name="T58" fmla="*/ 426 w 85"/>
                <a:gd name="T59" fmla="*/ 1583 h 118"/>
                <a:gd name="T60" fmla="*/ 501 w 85"/>
                <a:gd name="T61" fmla="*/ 1596 h 118"/>
                <a:gd name="T62" fmla="*/ 897 w 85"/>
                <a:gd name="T63" fmla="*/ 1733 h 118"/>
                <a:gd name="T64" fmla="*/ 1035 w 85"/>
                <a:gd name="T65" fmla="*/ 1767 h 118"/>
                <a:gd name="T66" fmla="*/ 1100 w 85"/>
                <a:gd name="T67" fmla="*/ 1789 h 118"/>
                <a:gd name="T68" fmla="*/ 1100 w 85"/>
                <a:gd name="T69" fmla="*/ 2096 h 118"/>
                <a:gd name="T70" fmla="*/ 1150 w 85"/>
                <a:gd name="T71" fmla="*/ 2168 h 118"/>
                <a:gd name="T72" fmla="*/ 1213 w 85"/>
                <a:gd name="T73" fmla="*/ 2224 h 118"/>
                <a:gd name="T74" fmla="*/ 1275 w 85"/>
                <a:gd name="T75" fmla="*/ 2245 h 118"/>
                <a:gd name="T76" fmla="*/ 1288 w 85"/>
                <a:gd name="T77" fmla="*/ 2152 h 118"/>
                <a:gd name="T78" fmla="*/ 1288 w 85"/>
                <a:gd name="T79" fmla="*/ 2096 h 118"/>
                <a:gd name="T80" fmla="*/ 1288 w 85"/>
                <a:gd name="T81" fmla="*/ 1981 h 118"/>
                <a:gd name="T82" fmla="*/ 1306 w 85"/>
                <a:gd name="T83" fmla="*/ 1882 h 118"/>
                <a:gd name="T84" fmla="*/ 1306 w 85"/>
                <a:gd name="T85" fmla="*/ 1810 h 118"/>
                <a:gd name="T86" fmla="*/ 1306 w 85"/>
                <a:gd name="T87" fmla="*/ 1711 h 118"/>
                <a:gd name="T88" fmla="*/ 1288 w 85"/>
                <a:gd name="T89" fmla="*/ 1618 h 118"/>
                <a:gd name="T90" fmla="*/ 1288 w 85"/>
                <a:gd name="T91" fmla="*/ 1503 h 118"/>
                <a:gd name="T92" fmla="*/ 1306 w 85"/>
                <a:gd name="T93" fmla="*/ 1297 h 118"/>
                <a:gd name="T94" fmla="*/ 1306 w 85"/>
                <a:gd name="T95" fmla="*/ 1183 h 118"/>
                <a:gd name="T96" fmla="*/ 1318 w 85"/>
                <a:gd name="T97" fmla="*/ 1105 h 118"/>
                <a:gd name="T98" fmla="*/ 1318 w 85"/>
                <a:gd name="T99" fmla="*/ 913 h 11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" h="118">
                  <a:moveTo>
                    <a:pt x="84" y="48"/>
                  </a:moveTo>
                  <a:cubicBezTo>
                    <a:pt x="84" y="48"/>
                    <a:pt x="82" y="47"/>
                    <a:pt x="80" y="47"/>
                  </a:cubicBezTo>
                  <a:cubicBezTo>
                    <a:pt x="79" y="46"/>
                    <a:pt x="78" y="46"/>
                    <a:pt x="77" y="45"/>
                  </a:cubicBezTo>
                  <a:cubicBezTo>
                    <a:pt x="76" y="43"/>
                    <a:pt x="76" y="44"/>
                    <a:pt x="75" y="43"/>
                  </a:cubicBezTo>
                  <a:cubicBezTo>
                    <a:pt x="74" y="42"/>
                    <a:pt x="69" y="41"/>
                    <a:pt x="67" y="39"/>
                  </a:cubicBezTo>
                  <a:cubicBezTo>
                    <a:pt x="66" y="38"/>
                    <a:pt x="62" y="36"/>
                    <a:pt x="59" y="34"/>
                  </a:cubicBezTo>
                  <a:cubicBezTo>
                    <a:pt x="57" y="33"/>
                    <a:pt x="56" y="34"/>
                    <a:pt x="54" y="34"/>
                  </a:cubicBezTo>
                  <a:cubicBezTo>
                    <a:pt x="52" y="33"/>
                    <a:pt x="51" y="31"/>
                    <a:pt x="51" y="31"/>
                  </a:cubicBezTo>
                  <a:cubicBezTo>
                    <a:pt x="51" y="31"/>
                    <a:pt x="47" y="27"/>
                    <a:pt x="46" y="26"/>
                  </a:cubicBezTo>
                  <a:cubicBezTo>
                    <a:pt x="44" y="26"/>
                    <a:pt x="41" y="23"/>
                    <a:pt x="39" y="22"/>
                  </a:cubicBezTo>
                  <a:cubicBezTo>
                    <a:pt x="37" y="20"/>
                    <a:pt x="35" y="19"/>
                    <a:pt x="33" y="17"/>
                  </a:cubicBezTo>
                  <a:cubicBezTo>
                    <a:pt x="32" y="15"/>
                    <a:pt x="28" y="14"/>
                    <a:pt x="28" y="14"/>
                  </a:cubicBezTo>
                  <a:cubicBezTo>
                    <a:pt x="28" y="14"/>
                    <a:pt x="23" y="11"/>
                    <a:pt x="22" y="9"/>
                  </a:cubicBezTo>
                  <a:cubicBezTo>
                    <a:pt x="21" y="7"/>
                    <a:pt x="18" y="6"/>
                    <a:pt x="18" y="6"/>
                  </a:cubicBezTo>
                  <a:cubicBezTo>
                    <a:pt x="18" y="6"/>
                    <a:pt x="10" y="1"/>
                    <a:pt x="8" y="0"/>
                  </a:cubicBezTo>
                  <a:cubicBezTo>
                    <a:pt x="4" y="1"/>
                    <a:pt x="3" y="6"/>
                    <a:pt x="3" y="7"/>
                  </a:cubicBezTo>
                  <a:cubicBezTo>
                    <a:pt x="3" y="8"/>
                    <a:pt x="3" y="10"/>
                    <a:pt x="3" y="14"/>
                  </a:cubicBezTo>
                  <a:cubicBezTo>
                    <a:pt x="3" y="17"/>
                    <a:pt x="3" y="20"/>
                    <a:pt x="3" y="21"/>
                  </a:cubicBezTo>
                  <a:cubicBezTo>
                    <a:pt x="2" y="22"/>
                    <a:pt x="1" y="25"/>
                    <a:pt x="2" y="27"/>
                  </a:cubicBezTo>
                  <a:cubicBezTo>
                    <a:pt x="2" y="29"/>
                    <a:pt x="1" y="32"/>
                    <a:pt x="1" y="33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1" y="40"/>
                    <a:pt x="1" y="42"/>
                    <a:pt x="1" y="44"/>
                  </a:cubicBezTo>
                  <a:cubicBezTo>
                    <a:pt x="1" y="46"/>
                    <a:pt x="2" y="48"/>
                    <a:pt x="1" y="49"/>
                  </a:cubicBezTo>
                  <a:cubicBezTo>
                    <a:pt x="1" y="51"/>
                    <a:pt x="1" y="55"/>
                    <a:pt x="1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0" y="72"/>
                    <a:pt x="11" y="73"/>
                  </a:cubicBezTo>
                  <a:cubicBezTo>
                    <a:pt x="12" y="73"/>
                    <a:pt x="13" y="75"/>
                    <a:pt x="15" y="76"/>
                  </a:cubicBezTo>
                  <a:cubicBezTo>
                    <a:pt x="17" y="78"/>
                    <a:pt x="23" y="80"/>
                    <a:pt x="24" y="81"/>
                  </a:cubicBezTo>
                  <a:cubicBezTo>
                    <a:pt x="24" y="81"/>
                    <a:pt x="25" y="82"/>
                    <a:pt x="27" y="83"/>
                  </a:cubicBezTo>
                  <a:cubicBezTo>
                    <a:pt x="29" y="83"/>
                    <a:pt x="31" y="84"/>
                    <a:pt x="32" y="84"/>
                  </a:cubicBezTo>
                  <a:cubicBezTo>
                    <a:pt x="38" y="86"/>
                    <a:pt x="56" y="91"/>
                    <a:pt x="57" y="91"/>
                  </a:cubicBezTo>
                  <a:cubicBezTo>
                    <a:pt x="59" y="92"/>
                    <a:pt x="66" y="93"/>
                    <a:pt x="66" y="93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1" y="112"/>
                    <a:pt x="72" y="113"/>
                    <a:pt x="73" y="114"/>
                  </a:cubicBezTo>
                  <a:cubicBezTo>
                    <a:pt x="74" y="115"/>
                    <a:pt x="76" y="116"/>
                    <a:pt x="77" y="117"/>
                  </a:cubicBezTo>
                  <a:cubicBezTo>
                    <a:pt x="78" y="117"/>
                    <a:pt x="80" y="118"/>
                    <a:pt x="81" y="118"/>
                  </a:cubicBezTo>
                  <a:cubicBezTo>
                    <a:pt x="81" y="117"/>
                    <a:pt x="81" y="115"/>
                    <a:pt x="82" y="113"/>
                  </a:cubicBezTo>
                  <a:cubicBezTo>
                    <a:pt x="82" y="111"/>
                    <a:pt x="82" y="112"/>
                    <a:pt x="82" y="110"/>
                  </a:cubicBezTo>
                  <a:cubicBezTo>
                    <a:pt x="82" y="108"/>
                    <a:pt x="82" y="106"/>
                    <a:pt x="82" y="104"/>
                  </a:cubicBezTo>
                  <a:cubicBezTo>
                    <a:pt x="83" y="101"/>
                    <a:pt x="83" y="101"/>
                    <a:pt x="83" y="99"/>
                  </a:cubicBezTo>
                  <a:cubicBezTo>
                    <a:pt x="83" y="96"/>
                    <a:pt x="82" y="97"/>
                    <a:pt x="83" y="95"/>
                  </a:cubicBezTo>
                  <a:cubicBezTo>
                    <a:pt x="83" y="93"/>
                    <a:pt x="82" y="92"/>
                    <a:pt x="83" y="90"/>
                  </a:cubicBezTo>
                  <a:cubicBezTo>
                    <a:pt x="83" y="88"/>
                    <a:pt x="83" y="87"/>
                    <a:pt x="82" y="85"/>
                  </a:cubicBezTo>
                  <a:cubicBezTo>
                    <a:pt x="81" y="83"/>
                    <a:pt x="82" y="81"/>
                    <a:pt x="82" y="79"/>
                  </a:cubicBezTo>
                  <a:cubicBezTo>
                    <a:pt x="82" y="78"/>
                    <a:pt x="83" y="70"/>
                    <a:pt x="83" y="68"/>
                  </a:cubicBezTo>
                  <a:cubicBezTo>
                    <a:pt x="83" y="66"/>
                    <a:pt x="84" y="65"/>
                    <a:pt x="83" y="62"/>
                  </a:cubicBezTo>
                  <a:cubicBezTo>
                    <a:pt x="83" y="59"/>
                    <a:pt x="83" y="60"/>
                    <a:pt x="84" y="58"/>
                  </a:cubicBezTo>
                  <a:cubicBezTo>
                    <a:pt x="85" y="57"/>
                    <a:pt x="84" y="48"/>
                    <a:pt x="84" y="48"/>
                  </a:cubicBez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2738">
              <a:extLst>
                <a:ext uri="{FF2B5EF4-FFF2-40B4-BE49-F238E27FC236}">
                  <a16:creationId xmlns:a16="http://schemas.microsoft.com/office/drawing/2014/main" id="{B8271247-F39A-4CE2-8E7D-A8E02B381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765"/>
              <a:ext cx="112" cy="224"/>
            </a:xfrm>
            <a:custGeom>
              <a:avLst/>
              <a:gdLst>
                <a:gd name="T0" fmla="*/ 662 w 45"/>
                <a:gd name="T1" fmla="*/ 717 h 84"/>
                <a:gd name="T2" fmla="*/ 694 w 45"/>
                <a:gd name="T3" fmla="*/ 568 h 84"/>
                <a:gd name="T4" fmla="*/ 694 w 45"/>
                <a:gd name="T5" fmla="*/ 320 h 84"/>
                <a:gd name="T6" fmla="*/ 662 w 45"/>
                <a:gd name="T7" fmla="*/ 149 h 84"/>
                <a:gd name="T8" fmla="*/ 650 w 45"/>
                <a:gd name="T9" fmla="*/ 93 h 84"/>
                <a:gd name="T10" fmla="*/ 632 w 45"/>
                <a:gd name="T11" fmla="*/ 0 h 84"/>
                <a:gd name="T12" fmla="*/ 620 w 45"/>
                <a:gd name="T13" fmla="*/ 0 h 84"/>
                <a:gd name="T14" fmla="*/ 570 w 45"/>
                <a:gd name="T15" fmla="*/ 21 h 84"/>
                <a:gd name="T16" fmla="*/ 508 w 45"/>
                <a:gd name="T17" fmla="*/ 56 h 84"/>
                <a:gd name="T18" fmla="*/ 446 w 45"/>
                <a:gd name="T19" fmla="*/ 136 h 84"/>
                <a:gd name="T20" fmla="*/ 383 w 45"/>
                <a:gd name="T21" fmla="*/ 149 h 84"/>
                <a:gd name="T22" fmla="*/ 321 w 45"/>
                <a:gd name="T23" fmla="*/ 149 h 84"/>
                <a:gd name="T24" fmla="*/ 249 w 45"/>
                <a:gd name="T25" fmla="*/ 171 h 84"/>
                <a:gd name="T26" fmla="*/ 217 w 45"/>
                <a:gd name="T27" fmla="*/ 227 h 84"/>
                <a:gd name="T28" fmla="*/ 137 w 45"/>
                <a:gd name="T29" fmla="*/ 248 h 84"/>
                <a:gd name="T30" fmla="*/ 105 w 45"/>
                <a:gd name="T31" fmla="*/ 248 h 84"/>
                <a:gd name="T32" fmla="*/ 42 w 45"/>
                <a:gd name="T33" fmla="*/ 285 h 84"/>
                <a:gd name="T34" fmla="*/ 42 w 45"/>
                <a:gd name="T35" fmla="*/ 456 h 84"/>
                <a:gd name="T36" fmla="*/ 30 w 45"/>
                <a:gd name="T37" fmla="*/ 533 h 84"/>
                <a:gd name="T38" fmla="*/ 30 w 45"/>
                <a:gd name="T39" fmla="*/ 648 h 84"/>
                <a:gd name="T40" fmla="*/ 12 w 45"/>
                <a:gd name="T41" fmla="*/ 853 h 84"/>
                <a:gd name="T42" fmla="*/ 12 w 45"/>
                <a:gd name="T43" fmla="*/ 968 h 84"/>
                <a:gd name="T44" fmla="*/ 30 w 45"/>
                <a:gd name="T45" fmla="*/ 1059 h 84"/>
                <a:gd name="T46" fmla="*/ 30 w 45"/>
                <a:gd name="T47" fmla="*/ 1160 h 84"/>
                <a:gd name="T48" fmla="*/ 30 w 45"/>
                <a:gd name="T49" fmla="*/ 1229 h 84"/>
                <a:gd name="T50" fmla="*/ 12 w 45"/>
                <a:gd name="T51" fmla="*/ 1331 h 84"/>
                <a:gd name="T52" fmla="*/ 12 w 45"/>
                <a:gd name="T53" fmla="*/ 1443 h 84"/>
                <a:gd name="T54" fmla="*/ 12 w 45"/>
                <a:gd name="T55" fmla="*/ 1501 h 84"/>
                <a:gd name="T56" fmla="*/ 0 w 45"/>
                <a:gd name="T57" fmla="*/ 1592 h 84"/>
                <a:gd name="T58" fmla="*/ 12 w 45"/>
                <a:gd name="T59" fmla="*/ 1592 h 84"/>
                <a:gd name="T60" fmla="*/ 105 w 45"/>
                <a:gd name="T61" fmla="*/ 1571 h 84"/>
                <a:gd name="T62" fmla="*/ 187 w 45"/>
                <a:gd name="T63" fmla="*/ 1557 h 84"/>
                <a:gd name="T64" fmla="*/ 279 w 45"/>
                <a:gd name="T65" fmla="*/ 1536 h 84"/>
                <a:gd name="T66" fmla="*/ 341 w 45"/>
                <a:gd name="T67" fmla="*/ 1480 h 84"/>
                <a:gd name="T68" fmla="*/ 495 w 45"/>
                <a:gd name="T69" fmla="*/ 1400 h 84"/>
                <a:gd name="T70" fmla="*/ 540 w 45"/>
                <a:gd name="T71" fmla="*/ 1344 h 84"/>
                <a:gd name="T72" fmla="*/ 620 w 45"/>
                <a:gd name="T73" fmla="*/ 1309 h 84"/>
                <a:gd name="T74" fmla="*/ 650 w 45"/>
                <a:gd name="T75" fmla="*/ 1117 h 84"/>
                <a:gd name="T76" fmla="*/ 650 w 45"/>
                <a:gd name="T77" fmla="*/ 909 h 84"/>
                <a:gd name="T78" fmla="*/ 662 w 45"/>
                <a:gd name="T79" fmla="*/ 717 h 8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5" h="84">
                  <a:moveTo>
                    <a:pt x="43" y="38"/>
                  </a:moveTo>
                  <a:cubicBezTo>
                    <a:pt x="44" y="37"/>
                    <a:pt x="45" y="31"/>
                    <a:pt x="45" y="30"/>
                  </a:cubicBezTo>
                  <a:cubicBezTo>
                    <a:pt x="45" y="28"/>
                    <a:pt x="44" y="19"/>
                    <a:pt x="45" y="17"/>
                  </a:cubicBezTo>
                  <a:cubicBezTo>
                    <a:pt x="45" y="14"/>
                    <a:pt x="43" y="8"/>
                    <a:pt x="43" y="8"/>
                  </a:cubicBezTo>
                  <a:cubicBezTo>
                    <a:pt x="43" y="8"/>
                    <a:pt x="42" y="6"/>
                    <a:pt x="42" y="5"/>
                  </a:cubicBezTo>
                  <a:cubicBezTo>
                    <a:pt x="41" y="4"/>
                    <a:pt x="41" y="2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29" y="6"/>
                    <a:pt x="29" y="7"/>
                  </a:cubicBezTo>
                  <a:cubicBezTo>
                    <a:pt x="28" y="8"/>
                    <a:pt x="26" y="8"/>
                    <a:pt x="25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6" y="9"/>
                    <a:pt x="16" y="9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0" y="13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7" y="13"/>
                    <a:pt x="5" y="14"/>
                    <a:pt x="3" y="15"/>
                  </a:cubicBezTo>
                  <a:cubicBezTo>
                    <a:pt x="3" y="17"/>
                    <a:pt x="3" y="23"/>
                    <a:pt x="3" y="24"/>
                  </a:cubicBezTo>
                  <a:cubicBezTo>
                    <a:pt x="2" y="26"/>
                    <a:pt x="2" y="25"/>
                    <a:pt x="2" y="28"/>
                  </a:cubicBezTo>
                  <a:cubicBezTo>
                    <a:pt x="3" y="31"/>
                    <a:pt x="2" y="32"/>
                    <a:pt x="2" y="34"/>
                  </a:cubicBezTo>
                  <a:cubicBezTo>
                    <a:pt x="2" y="36"/>
                    <a:pt x="1" y="44"/>
                    <a:pt x="1" y="45"/>
                  </a:cubicBezTo>
                  <a:cubicBezTo>
                    <a:pt x="1" y="47"/>
                    <a:pt x="0" y="49"/>
                    <a:pt x="1" y="51"/>
                  </a:cubicBezTo>
                  <a:cubicBezTo>
                    <a:pt x="2" y="53"/>
                    <a:pt x="2" y="54"/>
                    <a:pt x="2" y="56"/>
                  </a:cubicBezTo>
                  <a:cubicBezTo>
                    <a:pt x="1" y="58"/>
                    <a:pt x="2" y="59"/>
                    <a:pt x="2" y="61"/>
                  </a:cubicBezTo>
                  <a:cubicBezTo>
                    <a:pt x="1" y="63"/>
                    <a:pt x="2" y="62"/>
                    <a:pt x="2" y="65"/>
                  </a:cubicBezTo>
                  <a:cubicBezTo>
                    <a:pt x="2" y="67"/>
                    <a:pt x="2" y="67"/>
                    <a:pt x="1" y="70"/>
                  </a:cubicBezTo>
                  <a:cubicBezTo>
                    <a:pt x="1" y="72"/>
                    <a:pt x="1" y="74"/>
                    <a:pt x="1" y="76"/>
                  </a:cubicBezTo>
                  <a:cubicBezTo>
                    <a:pt x="1" y="78"/>
                    <a:pt x="1" y="77"/>
                    <a:pt x="1" y="79"/>
                  </a:cubicBezTo>
                  <a:cubicBezTo>
                    <a:pt x="0" y="81"/>
                    <a:pt x="0" y="83"/>
                    <a:pt x="0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6" y="83"/>
                    <a:pt x="7" y="83"/>
                  </a:cubicBezTo>
                  <a:cubicBezTo>
                    <a:pt x="8" y="83"/>
                    <a:pt x="12" y="82"/>
                    <a:pt x="12" y="82"/>
                  </a:cubicBezTo>
                  <a:cubicBezTo>
                    <a:pt x="12" y="82"/>
                    <a:pt x="17" y="81"/>
                    <a:pt x="18" y="81"/>
                  </a:cubicBezTo>
                  <a:cubicBezTo>
                    <a:pt x="19" y="80"/>
                    <a:pt x="21" y="78"/>
                    <a:pt x="22" y="78"/>
                  </a:cubicBezTo>
                  <a:cubicBezTo>
                    <a:pt x="23" y="78"/>
                    <a:pt x="32" y="74"/>
                    <a:pt x="32" y="74"/>
                  </a:cubicBezTo>
                  <a:cubicBezTo>
                    <a:pt x="32" y="74"/>
                    <a:pt x="34" y="72"/>
                    <a:pt x="35" y="71"/>
                  </a:cubicBezTo>
                  <a:cubicBezTo>
                    <a:pt x="37" y="71"/>
                    <a:pt x="38" y="69"/>
                    <a:pt x="40" y="69"/>
                  </a:cubicBezTo>
                  <a:cubicBezTo>
                    <a:pt x="43" y="68"/>
                    <a:pt x="43" y="61"/>
                    <a:pt x="42" y="59"/>
                  </a:cubicBezTo>
                  <a:cubicBezTo>
                    <a:pt x="42" y="56"/>
                    <a:pt x="42" y="50"/>
                    <a:pt x="42" y="48"/>
                  </a:cubicBezTo>
                  <a:cubicBezTo>
                    <a:pt x="43" y="46"/>
                    <a:pt x="43" y="39"/>
                    <a:pt x="43" y="38"/>
                  </a:cubicBez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2739">
              <a:extLst>
                <a:ext uri="{FF2B5EF4-FFF2-40B4-BE49-F238E27FC236}">
                  <a16:creationId xmlns:a16="http://schemas.microsoft.com/office/drawing/2014/main" id="{E96BA9A1-317F-4AB9-9732-34C1E62F4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631"/>
              <a:ext cx="315" cy="358"/>
            </a:xfrm>
            <a:custGeom>
              <a:avLst/>
              <a:gdLst>
                <a:gd name="T0" fmla="*/ 1938 w 126"/>
                <a:gd name="T1" fmla="*/ 1678 h 134"/>
                <a:gd name="T2" fmla="*/ 1970 w 126"/>
                <a:gd name="T3" fmla="*/ 1528 h 134"/>
                <a:gd name="T4" fmla="*/ 1970 w 126"/>
                <a:gd name="T5" fmla="*/ 1277 h 134"/>
                <a:gd name="T6" fmla="*/ 1938 w 126"/>
                <a:gd name="T7" fmla="*/ 1106 h 134"/>
                <a:gd name="T8" fmla="*/ 1925 w 126"/>
                <a:gd name="T9" fmla="*/ 1050 h 134"/>
                <a:gd name="T10" fmla="*/ 1908 w 126"/>
                <a:gd name="T11" fmla="*/ 956 h 134"/>
                <a:gd name="T12" fmla="*/ 1750 w 126"/>
                <a:gd name="T13" fmla="*/ 785 h 134"/>
                <a:gd name="T14" fmla="*/ 1613 w 126"/>
                <a:gd name="T15" fmla="*/ 684 h 134"/>
                <a:gd name="T16" fmla="*/ 1563 w 126"/>
                <a:gd name="T17" fmla="*/ 649 h 134"/>
                <a:gd name="T18" fmla="*/ 1470 w 126"/>
                <a:gd name="T19" fmla="*/ 593 h 134"/>
                <a:gd name="T20" fmla="*/ 1438 w 126"/>
                <a:gd name="T21" fmla="*/ 550 h 134"/>
                <a:gd name="T22" fmla="*/ 1283 w 126"/>
                <a:gd name="T23" fmla="*/ 435 h 134"/>
                <a:gd name="T24" fmla="*/ 1250 w 126"/>
                <a:gd name="T25" fmla="*/ 422 h 134"/>
                <a:gd name="T26" fmla="*/ 1208 w 126"/>
                <a:gd name="T27" fmla="*/ 363 h 134"/>
                <a:gd name="T28" fmla="*/ 1175 w 126"/>
                <a:gd name="T29" fmla="*/ 321 h 134"/>
                <a:gd name="T30" fmla="*/ 1095 w 126"/>
                <a:gd name="T31" fmla="*/ 286 h 134"/>
                <a:gd name="T32" fmla="*/ 958 w 126"/>
                <a:gd name="T33" fmla="*/ 171 h 134"/>
                <a:gd name="T34" fmla="*/ 770 w 126"/>
                <a:gd name="T35" fmla="*/ 21 h 134"/>
                <a:gd name="T36" fmla="*/ 583 w 126"/>
                <a:gd name="T37" fmla="*/ 77 h 134"/>
                <a:gd name="T38" fmla="*/ 438 w 126"/>
                <a:gd name="T39" fmla="*/ 115 h 134"/>
                <a:gd name="T40" fmla="*/ 313 w 126"/>
                <a:gd name="T41" fmla="*/ 171 h 134"/>
                <a:gd name="T42" fmla="*/ 208 w 126"/>
                <a:gd name="T43" fmla="*/ 192 h 134"/>
                <a:gd name="T44" fmla="*/ 125 w 126"/>
                <a:gd name="T45" fmla="*/ 307 h 134"/>
                <a:gd name="T46" fmla="*/ 50 w 126"/>
                <a:gd name="T47" fmla="*/ 435 h 134"/>
                <a:gd name="T48" fmla="*/ 50 w 126"/>
                <a:gd name="T49" fmla="*/ 572 h 134"/>
                <a:gd name="T50" fmla="*/ 50 w 126"/>
                <a:gd name="T51" fmla="*/ 705 h 134"/>
                <a:gd name="T52" fmla="*/ 33 w 126"/>
                <a:gd name="T53" fmla="*/ 820 h 134"/>
                <a:gd name="T54" fmla="*/ 20 w 126"/>
                <a:gd name="T55" fmla="*/ 935 h 134"/>
                <a:gd name="T56" fmla="*/ 20 w 126"/>
                <a:gd name="T57" fmla="*/ 1050 h 134"/>
                <a:gd name="T58" fmla="*/ 20 w 126"/>
                <a:gd name="T59" fmla="*/ 1141 h 134"/>
                <a:gd name="T60" fmla="*/ 20 w 126"/>
                <a:gd name="T61" fmla="*/ 1242 h 134"/>
                <a:gd name="T62" fmla="*/ 20 w 126"/>
                <a:gd name="T63" fmla="*/ 1357 h 134"/>
                <a:gd name="T64" fmla="*/ 0 w 126"/>
                <a:gd name="T65" fmla="*/ 1507 h 134"/>
                <a:gd name="T66" fmla="*/ 20 w 126"/>
                <a:gd name="T67" fmla="*/ 1542 h 134"/>
                <a:gd name="T68" fmla="*/ 175 w 126"/>
                <a:gd name="T69" fmla="*/ 1699 h 134"/>
                <a:gd name="T70" fmla="*/ 238 w 126"/>
                <a:gd name="T71" fmla="*/ 1755 h 134"/>
                <a:gd name="T72" fmla="*/ 375 w 126"/>
                <a:gd name="T73" fmla="*/ 1849 h 134"/>
                <a:gd name="T74" fmla="*/ 425 w 126"/>
                <a:gd name="T75" fmla="*/ 1884 h 134"/>
                <a:gd name="T76" fmla="*/ 500 w 126"/>
                <a:gd name="T77" fmla="*/ 1905 h 134"/>
                <a:gd name="T78" fmla="*/ 895 w 126"/>
                <a:gd name="T79" fmla="*/ 2041 h 134"/>
                <a:gd name="T80" fmla="*/ 1033 w 126"/>
                <a:gd name="T81" fmla="*/ 2076 h 134"/>
                <a:gd name="T82" fmla="*/ 1095 w 126"/>
                <a:gd name="T83" fmla="*/ 2097 h 134"/>
                <a:gd name="T84" fmla="*/ 1095 w 126"/>
                <a:gd name="T85" fmla="*/ 2404 h 134"/>
                <a:gd name="T86" fmla="*/ 1145 w 126"/>
                <a:gd name="T87" fmla="*/ 2477 h 134"/>
                <a:gd name="T88" fmla="*/ 1208 w 126"/>
                <a:gd name="T89" fmla="*/ 2533 h 134"/>
                <a:gd name="T90" fmla="*/ 1283 w 126"/>
                <a:gd name="T91" fmla="*/ 2554 h 134"/>
                <a:gd name="T92" fmla="*/ 1375 w 126"/>
                <a:gd name="T93" fmla="*/ 2533 h 134"/>
                <a:gd name="T94" fmla="*/ 1458 w 126"/>
                <a:gd name="T95" fmla="*/ 2519 h 134"/>
                <a:gd name="T96" fmla="*/ 1550 w 126"/>
                <a:gd name="T97" fmla="*/ 2498 h 134"/>
                <a:gd name="T98" fmla="*/ 1613 w 126"/>
                <a:gd name="T99" fmla="*/ 2442 h 134"/>
                <a:gd name="T100" fmla="*/ 1770 w 126"/>
                <a:gd name="T101" fmla="*/ 2362 h 134"/>
                <a:gd name="T102" fmla="*/ 1813 w 126"/>
                <a:gd name="T103" fmla="*/ 2306 h 134"/>
                <a:gd name="T104" fmla="*/ 1895 w 126"/>
                <a:gd name="T105" fmla="*/ 2271 h 134"/>
                <a:gd name="T106" fmla="*/ 1925 w 126"/>
                <a:gd name="T107" fmla="*/ 2076 h 134"/>
                <a:gd name="T108" fmla="*/ 1925 w 126"/>
                <a:gd name="T109" fmla="*/ 1870 h 134"/>
                <a:gd name="T110" fmla="*/ 1938 w 126"/>
                <a:gd name="T111" fmla="*/ 1678 h 1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6" h="134">
                  <a:moveTo>
                    <a:pt x="124" y="88"/>
                  </a:moveTo>
                  <a:cubicBezTo>
                    <a:pt x="125" y="87"/>
                    <a:pt x="126" y="81"/>
                    <a:pt x="126" y="80"/>
                  </a:cubicBezTo>
                  <a:cubicBezTo>
                    <a:pt x="126" y="78"/>
                    <a:pt x="125" y="69"/>
                    <a:pt x="126" y="67"/>
                  </a:cubicBezTo>
                  <a:cubicBezTo>
                    <a:pt x="126" y="64"/>
                    <a:pt x="124" y="58"/>
                    <a:pt x="124" y="58"/>
                  </a:cubicBezTo>
                  <a:cubicBezTo>
                    <a:pt x="124" y="58"/>
                    <a:pt x="123" y="56"/>
                    <a:pt x="123" y="55"/>
                  </a:cubicBezTo>
                  <a:cubicBezTo>
                    <a:pt x="122" y="54"/>
                    <a:pt x="123" y="51"/>
                    <a:pt x="122" y="50"/>
                  </a:cubicBezTo>
                  <a:cubicBezTo>
                    <a:pt x="122" y="48"/>
                    <a:pt x="113" y="41"/>
                    <a:pt x="112" y="41"/>
                  </a:cubicBezTo>
                  <a:cubicBezTo>
                    <a:pt x="111" y="41"/>
                    <a:pt x="106" y="37"/>
                    <a:pt x="103" y="36"/>
                  </a:cubicBezTo>
                  <a:cubicBezTo>
                    <a:pt x="101" y="35"/>
                    <a:pt x="102" y="36"/>
                    <a:pt x="100" y="34"/>
                  </a:cubicBezTo>
                  <a:cubicBezTo>
                    <a:pt x="99" y="32"/>
                    <a:pt x="95" y="31"/>
                    <a:pt x="94" y="31"/>
                  </a:cubicBezTo>
                  <a:cubicBezTo>
                    <a:pt x="94" y="31"/>
                    <a:pt x="94" y="31"/>
                    <a:pt x="92" y="29"/>
                  </a:cubicBezTo>
                  <a:cubicBezTo>
                    <a:pt x="89" y="26"/>
                    <a:pt x="82" y="23"/>
                    <a:pt x="82" y="23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19"/>
                    <a:pt x="76" y="17"/>
                    <a:pt x="75" y="17"/>
                  </a:cubicBezTo>
                  <a:cubicBezTo>
                    <a:pt x="73" y="17"/>
                    <a:pt x="76" y="19"/>
                    <a:pt x="70" y="15"/>
                  </a:cubicBezTo>
                  <a:cubicBezTo>
                    <a:pt x="64" y="11"/>
                    <a:pt x="63" y="11"/>
                    <a:pt x="61" y="9"/>
                  </a:cubicBezTo>
                  <a:cubicBezTo>
                    <a:pt x="59" y="7"/>
                    <a:pt x="50" y="2"/>
                    <a:pt x="49" y="1"/>
                  </a:cubicBezTo>
                  <a:cubicBezTo>
                    <a:pt x="48" y="0"/>
                    <a:pt x="39" y="3"/>
                    <a:pt x="37" y="4"/>
                  </a:cubicBezTo>
                  <a:cubicBezTo>
                    <a:pt x="35" y="4"/>
                    <a:pt x="30" y="6"/>
                    <a:pt x="28" y="6"/>
                  </a:cubicBezTo>
                  <a:cubicBezTo>
                    <a:pt x="26" y="6"/>
                    <a:pt x="20" y="9"/>
                    <a:pt x="20" y="9"/>
                  </a:cubicBezTo>
                  <a:cubicBezTo>
                    <a:pt x="20" y="9"/>
                    <a:pt x="15" y="9"/>
                    <a:pt x="13" y="10"/>
                  </a:cubicBezTo>
                  <a:cubicBezTo>
                    <a:pt x="11" y="11"/>
                    <a:pt x="8" y="13"/>
                    <a:pt x="8" y="16"/>
                  </a:cubicBezTo>
                  <a:cubicBezTo>
                    <a:pt x="4" y="17"/>
                    <a:pt x="3" y="22"/>
                    <a:pt x="3" y="23"/>
                  </a:cubicBezTo>
                  <a:cubicBezTo>
                    <a:pt x="3" y="24"/>
                    <a:pt x="3" y="26"/>
                    <a:pt x="3" y="30"/>
                  </a:cubicBezTo>
                  <a:cubicBezTo>
                    <a:pt x="3" y="33"/>
                    <a:pt x="3" y="36"/>
                    <a:pt x="3" y="37"/>
                  </a:cubicBezTo>
                  <a:cubicBezTo>
                    <a:pt x="2" y="38"/>
                    <a:pt x="1" y="41"/>
                    <a:pt x="2" y="43"/>
                  </a:cubicBezTo>
                  <a:cubicBezTo>
                    <a:pt x="2" y="45"/>
                    <a:pt x="1" y="48"/>
                    <a:pt x="1" y="49"/>
                  </a:cubicBezTo>
                  <a:cubicBezTo>
                    <a:pt x="1" y="50"/>
                    <a:pt x="1" y="53"/>
                    <a:pt x="1" y="55"/>
                  </a:cubicBezTo>
                  <a:cubicBezTo>
                    <a:pt x="1" y="56"/>
                    <a:pt x="1" y="58"/>
                    <a:pt x="1" y="60"/>
                  </a:cubicBezTo>
                  <a:cubicBezTo>
                    <a:pt x="1" y="62"/>
                    <a:pt x="2" y="64"/>
                    <a:pt x="1" y="65"/>
                  </a:cubicBezTo>
                  <a:cubicBezTo>
                    <a:pt x="1" y="67"/>
                    <a:pt x="1" y="71"/>
                    <a:pt x="1" y="7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81"/>
                    <a:pt x="10" y="88"/>
                    <a:pt x="11" y="89"/>
                  </a:cubicBezTo>
                  <a:cubicBezTo>
                    <a:pt x="12" y="89"/>
                    <a:pt x="13" y="91"/>
                    <a:pt x="15" y="92"/>
                  </a:cubicBezTo>
                  <a:cubicBezTo>
                    <a:pt x="17" y="94"/>
                    <a:pt x="23" y="96"/>
                    <a:pt x="24" y="97"/>
                  </a:cubicBezTo>
                  <a:cubicBezTo>
                    <a:pt x="24" y="97"/>
                    <a:pt x="25" y="98"/>
                    <a:pt x="27" y="99"/>
                  </a:cubicBezTo>
                  <a:cubicBezTo>
                    <a:pt x="29" y="99"/>
                    <a:pt x="31" y="100"/>
                    <a:pt x="32" y="100"/>
                  </a:cubicBezTo>
                  <a:cubicBezTo>
                    <a:pt x="38" y="102"/>
                    <a:pt x="56" y="107"/>
                    <a:pt x="57" y="107"/>
                  </a:cubicBezTo>
                  <a:cubicBezTo>
                    <a:pt x="59" y="108"/>
                    <a:pt x="66" y="109"/>
                    <a:pt x="66" y="109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1" y="128"/>
                    <a:pt x="72" y="129"/>
                    <a:pt x="73" y="130"/>
                  </a:cubicBezTo>
                  <a:cubicBezTo>
                    <a:pt x="74" y="131"/>
                    <a:pt x="76" y="132"/>
                    <a:pt x="77" y="133"/>
                  </a:cubicBezTo>
                  <a:cubicBezTo>
                    <a:pt x="78" y="133"/>
                    <a:pt x="82" y="134"/>
                    <a:pt x="82" y="134"/>
                  </a:cubicBezTo>
                  <a:cubicBezTo>
                    <a:pt x="82" y="134"/>
                    <a:pt x="87" y="133"/>
                    <a:pt x="88" y="133"/>
                  </a:cubicBezTo>
                  <a:cubicBezTo>
                    <a:pt x="89" y="133"/>
                    <a:pt x="93" y="132"/>
                    <a:pt x="93" y="132"/>
                  </a:cubicBezTo>
                  <a:cubicBezTo>
                    <a:pt x="93" y="132"/>
                    <a:pt x="98" y="131"/>
                    <a:pt x="99" y="131"/>
                  </a:cubicBezTo>
                  <a:cubicBezTo>
                    <a:pt x="100" y="130"/>
                    <a:pt x="102" y="128"/>
                    <a:pt x="103" y="128"/>
                  </a:cubicBezTo>
                  <a:cubicBezTo>
                    <a:pt x="104" y="128"/>
                    <a:pt x="113" y="124"/>
                    <a:pt x="113" y="124"/>
                  </a:cubicBezTo>
                  <a:cubicBezTo>
                    <a:pt x="113" y="124"/>
                    <a:pt x="115" y="122"/>
                    <a:pt x="116" y="121"/>
                  </a:cubicBezTo>
                  <a:cubicBezTo>
                    <a:pt x="118" y="121"/>
                    <a:pt x="119" y="119"/>
                    <a:pt x="121" y="119"/>
                  </a:cubicBezTo>
                  <a:cubicBezTo>
                    <a:pt x="124" y="118"/>
                    <a:pt x="124" y="111"/>
                    <a:pt x="123" y="109"/>
                  </a:cubicBezTo>
                  <a:cubicBezTo>
                    <a:pt x="123" y="106"/>
                    <a:pt x="123" y="100"/>
                    <a:pt x="123" y="98"/>
                  </a:cubicBezTo>
                  <a:cubicBezTo>
                    <a:pt x="124" y="96"/>
                    <a:pt x="124" y="89"/>
                    <a:pt x="124" y="88"/>
                  </a:cubicBez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2740">
              <a:extLst>
                <a:ext uri="{FF2B5EF4-FFF2-40B4-BE49-F238E27FC236}">
                  <a16:creationId xmlns:a16="http://schemas.microsoft.com/office/drawing/2014/main" id="{7154DB8C-9C49-4512-B156-B0730B55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3122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20 w 6"/>
                <a:gd name="T3" fmla="*/ 0 h 5"/>
                <a:gd name="T4" fmla="*/ 0 w 6"/>
                <a:gd name="T5" fmla="*/ 34 h 5"/>
                <a:gd name="T6" fmla="*/ 20 w 6"/>
                <a:gd name="T7" fmla="*/ 88 h 5"/>
                <a:gd name="T8" fmla="*/ 63 w 6"/>
                <a:gd name="T9" fmla="*/ 88 h 5"/>
                <a:gd name="T10" fmla="*/ 95 w 6"/>
                <a:gd name="T11" fmla="*/ 55 h 5"/>
                <a:gd name="T12" fmla="*/ 95 w 6"/>
                <a:gd name="T13" fmla="*/ 21 h 5"/>
                <a:gd name="T14" fmla="*/ 63 w 6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5"/>
                    <a:pt x="1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2741">
              <a:extLst>
                <a:ext uri="{FF2B5EF4-FFF2-40B4-BE49-F238E27FC236}">
                  <a16:creationId xmlns:a16="http://schemas.microsoft.com/office/drawing/2014/main" id="{AB1A1D3F-F83A-4897-8060-52A9FE442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03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56 h 3"/>
                <a:gd name="T4" fmla="*/ 33 w 4"/>
                <a:gd name="T5" fmla="*/ 56 h 3"/>
                <a:gd name="T6" fmla="*/ 63 w 4"/>
                <a:gd name="T7" fmla="*/ 35 h 3"/>
                <a:gd name="T8" fmla="*/ 50 w 4"/>
                <a:gd name="T9" fmla="*/ 0 h 3"/>
                <a:gd name="T10" fmla="*/ 33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2742">
              <a:extLst>
                <a:ext uri="{FF2B5EF4-FFF2-40B4-BE49-F238E27FC236}">
                  <a16:creationId xmlns:a16="http://schemas.microsoft.com/office/drawing/2014/main" id="{EF02A495-A653-44EB-ABA4-CB35255FF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039"/>
              <a:ext cx="12" cy="11"/>
            </a:xfrm>
            <a:custGeom>
              <a:avLst/>
              <a:gdLst>
                <a:gd name="T0" fmla="*/ 2 w 12"/>
                <a:gd name="T1" fmla="*/ 3 h 11"/>
                <a:gd name="T2" fmla="*/ 0 w 12"/>
                <a:gd name="T3" fmla="*/ 11 h 11"/>
                <a:gd name="T4" fmla="*/ 5 w 12"/>
                <a:gd name="T5" fmla="*/ 11 h 11"/>
                <a:gd name="T6" fmla="*/ 12 w 12"/>
                <a:gd name="T7" fmla="*/ 8 h 11"/>
                <a:gd name="T8" fmla="*/ 10 w 12"/>
                <a:gd name="T9" fmla="*/ 0 h 11"/>
                <a:gd name="T10" fmla="*/ 2 w 12"/>
                <a:gd name="T11" fmla="*/ 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2" y="3"/>
                  </a:moveTo>
                  <a:lnTo>
                    <a:pt x="0" y="11"/>
                  </a:lnTo>
                  <a:lnTo>
                    <a:pt x="5" y="11"/>
                  </a:lnTo>
                  <a:lnTo>
                    <a:pt x="12" y="8"/>
                  </a:lnTo>
                  <a:lnTo>
                    <a:pt x="10" y="0"/>
                  </a:lnTo>
                  <a:lnTo>
                    <a:pt x="2" y="3"/>
                  </a:ln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2743">
              <a:extLst>
                <a:ext uri="{FF2B5EF4-FFF2-40B4-BE49-F238E27FC236}">
                  <a16:creationId xmlns:a16="http://schemas.microsoft.com/office/drawing/2014/main" id="{457636C0-E62A-4E8A-9114-D62E2A684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125"/>
              <a:ext cx="10" cy="10"/>
            </a:xfrm>
            <a:custGeom>
              <a:avLst/>
              <a:gdLst>
                <a:gd name="T0" fmla="*/ 3 w 10"/>
                <a:gd name="T1" fmla="*/ 2 h 10"/>
                <a:gd name="T2" fmla="*/ 0 w 10"/>
                <a:gd name="T3" fmla="*/ 8 h 10"/>
                <a:gd name="T4" fmla="*/ 5 w 10"/>
                <a:gd name="T5" fmla="*/ 10 h 10"/>
                <a:gd name="T6" fmla="*/ 8 w 10"/>
                <a:gd name="T7" fmla="*/ 8 h 10"/>
                <a:gd name="T8" fmla="*/ 10 w 10"/>
                <a:gd name="T9" fmla="*/ 5 h 10"/>
                <a:gd name="T10" fmla="*/ 3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3" y="2"/>
                  </a:moveTo>
                  <a:lnTo>
                    <a:pt x="0" y="8"/>
                  </a:lnTo>
                  <a:lnTo>
                    <a:pt x="5" y="10"/>
                  </a:lnTo>
                  <a:lnTo>
                    <a:pt x="8" y="8"/>
                  </a:lnTo>
                  <a:lnTo>
                    <a:pt x="10" y="5"/>
                  </a:lnTo>
                  <a:lnTo>
                    <a:pt x="3" y="0"/>
                  </a:ln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2744">
              <a:extLst>
                <a:ext uri="{FF2B5EF4-FFF2-40B4-BE49-F238E27FC236}">
                  <a16:creationId xmlns:a16="http://schemas.microsoft.com/office/drawing/2014/main" id="{C8BD876B-2D62-40A1-B9F4-0F983821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135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61 h 4"/>
                <a:gd name="T4" fmla="*/ 50 w 4"/>
                <a:gd name="T5" fmla="*/ 83 h 4"/>
                <a:gd name="T6" fmla="*/ 63 w 4"/>
                <a:gd name="T7" fmla="*/ 47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4" y="2"/>
                    <a:pt x="4" y="2"/>
                  </a:cubicBezTo>
                  <a:lnTo>
                    <a:pt x="1" y="0"/>
                  </a:lnTo>
                  <a:close/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2745">
              <a:extLst>
                <a:ext uri="{FF2B5EF4-FFF2-40B4-BE49-F238E27FC236}">
                  <a16:creationId xmlns:a16="http://schemas.microsoft.com/office/drawing/2014/main" id="{54959C70-F9C2-494A-96E6-90D630C2A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3135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87 h 5"/>
                <a:gd name="T4" fmla="*/ 33 w 4"/>
                <a:gd name="T5" fmla="*/ 109 h 5"/>
                <a:gd name="T6" fmla="*/ 63 w 4"/>
                <a:gd name="T7" fmla="*/ 62 h 5"/>
                <a:gd name="T8" fmla="*/ 5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2746">
              <a:extLst>
                <a:ext uri="{FF2B5EF4-FFF2-40B4-BE49-F238E27FC236}">
                  <a16:creationId xmlns:a16="http://schemas.microsoft.com/office/drawing/2014/main" id="{923122D5-1A13-4DE0-B758-68C786E87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042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20 w 4"/>
                <a:gd name="T3" fmla="*/ 83 h 4"/>
                <a:gd name="T4" fmla="*/ 50 w 4"/>
                <a:gd name="T5" fmla="*/ 83 h 4"/>
                <a:gd name="T6" fmla="*/ 63 w 4"/>
                <a:gd name="T7" fmla="*/ 47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0" y="4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2747">
              <a:extLst>
                <a:ext uri="{FF2B5EF4-FFF2-40B4-BE49-F238E27FC236}">
                  <a16:creationId xmlns:a16="http://schemas.microsoft.com/office/drawing/2014/main" id="{6E5008F9-895A-41BC-B9D6-62E9EE31E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167"/>
              <a:ext cx="12" cy="14"/>
            </a:xfrm>
            <a:custGeom>
              <a:avLst/>
              <a:gdLst>
                <a:gd name="T0" fmla="*/ 29 w 5"/>
                <a:gd name="T1" fmla="*/ 48 h 5"/>
                <a:gd name="T2" fmla="*/ 12 w 5"/>
                <a:gd name="T3" fmla="*/ 87 h 5"/>
                <a:gd name="T4" fmla="*/ 58 w 5"/>
                <a:gd name="T5" fmla="*/ 87 h 5"/>
                <a:gd name="T6" fmla="*/ 70 w 5"/>
                <a:gd name="T7" fmla="*/ 62 h 5"/>
                <a:gd name="T8" fmla="*/ 29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2" y="2"/>
                    <a:pt x="0" y="4"/>
                    <a:pt x="1" y="4"/>
                  </a:cubicBezTo>
                  <a:cubicBezTo>
                    <a:pt x="2" y="5"/>
                    <a:pt x="4" y="4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extLst>
              <a:ext uri="{FF2B5EF4-FFF2-40B4-BE49-F238E27FC236}">
                <a16:creationId xmlns:a16="http://schemas.microsoft.com/office/drawing/2014/main" id="{4E146B37-D7DE-4750-9632-A38613ADDA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Sweet food (2)</a:t>
            </a:r>
          </a:p>
        </p:txBody>
      </p:sp>
      <p:grpSp>
        <p:nvGrpSpPr>
          <p:cNvPr id="32770" name="wrapped-candies-and-chocolate-spiral">
            <a:extLst>
              <a:ext uri="{FF2B5EF4-FFF2-40B4-BE49-F238E27FC236}">
                <a16:creationId xmlns:a16="http://schemas.microsoft.com/office/drawing/2014/main" id="{6B8DA250-D11F-43BB-895B-57835C7FA187}"/>
              </a:ext>
            </a:extLst>
          </p:cNvPr>
          <p:cNvGrpSpPr>
            <a:grpSpLocks/>
          </p:cNvGrpSpPr>
          <p:nvPr/>
        </p:nvGrpSpPr>
        <p:grpSpPr bwMode="auto">
          <a:xfrm>
            <a:off x="2197100" y="2478088"/>
            <a:ext cx="2576513" cy="2593975"/>
            <a:chOff x="536" y="883"/>
            <a:chExt cx="1179" cy="1187"/>
          </a:xfrm>
        </p:grpSpPr>
        <p:sp>
          <p:nvSpPr>
            <p:cNvPr id="33226" name="Freeform 535">
              <a:extLst>
                <a:ext uri="{FF2B5EF4-FFF2-40B4-BE49-F238E27FC236}">
                  <a16:creationId xmlns:a16="http://schemas.microsoft.com/office/drawing/2014/main" id="{C4BC956B-4C01-451D-B623-6F483E8B4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803"/>
              <a:ext cx="3" cy="8"/>
            </a:xfrm>
            <a:custGeom>
              <a:avLst/>
              <a:gdLst>
                <a:gd name="T0" fmla="*/ 0 w 1"/>
                <a:gd name="T1" fmla="*/ 128 h 2"/>
                <a:gd name="T2" fmla="*/ 27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7" name="Freeform 536">
              <a:extLst>
                <a:ext uri="{FF2B5EF4-FFF2-40B4-BE49-F238E27FC236}">
                  <a16:creationId xmlns:a16="http://schemas.microsoft.com/office/drawing/2014/main" id="{88A60275-B802-4A9F-9CC7-7EC0B299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301"/>
              <a:ext cx="745" cy="769"/>
            </a:xfrm>
            <a:custGeom>
              <a:avLst/>
              <a:gdLst>
                <a:gd name="T0" fmla="*/ 2786 w 215"/>
                <a:gd name="T1" fmla="*/ 7424 h 208"/>
                <a:gd name="T2" fmla="*/ 3039 w 215"/>
                <a:gd name="T3" fmla="*/ 7779 h 208"/>
                <a:gd name="T4" fmla="*/ 3327 w 215"/>
                <a:gd name="T5" fmla="*/ 9198 h 208"/>
                <a:gd name="T6" fmla="*/ 3327 w 215"/>
                <a:gd name="T7" fmla="*/ 10308 h 208"/>
                <a:gd name="T8" fmla="*/ 2377 w 215"/>
                <a:gd name="T9" fmla="*/ 10415 h 208"/>
                <a:gd name="T10" fmla="*/ 1369 w 215"/>
                <a:gd name="T11" fmla="*/ 9908 h 208"/>
                <a:gd name="T12" fmla="*/ 745 w 215"/>
                <a:gd name="T13" fmla="*/ 9350 h 208"/>
                <a:gd name="T14" fmla="*/ 204 w 215"/>
                <a:gd name="T15" fmla="*/ 8392 h 208"/>
                <a:gd name="T16" fmla="*/ 0 w 215"/>
                <a:gd name="T17" fmla="*/ 7738 h 208"/>
                <a:gd name="T18" fmla="*/ 371 w 215"/>
                <a:gd name="T19" fmla="*/ 7232 h 208"/>
                <a:gd name="T20" fmla="*/ 828 w 215"/>
                <a:gd name="T21" fmla="*/ 6973 h 208"/>
                <a:gd name="T22" fmla="*/ 2124 w 215"/>
                <a:gd name="T23" fmla="*/ 6821 h 208"/>
                <a:gd name="T24" fmla="*/ 2869 w 215"/>
                <a:gd name="T25" fmla="*/ 3786 h 208"/>
                <a:gd name="T26" fmla="*/ 4456 w 215"/>
                <a:gd name="T27" fmla="*/ 2828 h 208"/>
                <a:gd name="T28" fmla="*/ 6112 w 215"/>
                <a:gd name="T29" fmla="*/ 2529 h 208"/>
                <a:gd name="T30" fmla="*/ 6074 w 215"/>
                <a:gd name="T31" fmla="*/ 1423 h 208"/>
                <a:gd name="T32" fmla="*/ 6449 w 215"/>
                <a:gd name="T33" fmla="*/ 355 h 208"/>
                <a:gd name="T34" fmla="*/ 6785 w 215"/>
                <a:gd name="T35" fmla="*/ 55 h 208"/>
                <a:gd name="T36" fmla="*/ 7121 w 215"/>
                <a:gd name="T37" fmla="*/ 248 h 208"/>
                <a:gd name="T38" fmla="*/ 7900 w 215"/>
                <a:gd name="T39" fmla="*/ 861 h 208"/>
                <a:gd name="T40" fmla="*/ 8742 w 215"/>
                <a:gd name="T41" fmla="*/ 2325 h 208"/>
                <a:gd name="T42" fmla="*/ 8947 w 215"/>
                <a:gd name="T43" fmla="*/ 2924 h 208"/>
                <a:gd name="T44" fmla="*/ 8573 w 215"/>
                <a:gd name="T45" fmla="*/ 3335 h 208"/>
                <a:gd name="T46" fmla="*/ 7745 w 215"/>
                <a:gd name="T47" fmla="*/ 3486 h 208"/>
                <a:gd name="T48" fmla="*/ 6653 w 215"/>
                <a:gd name="T49" fmla="*/ 3431 h 208"/>
                <a:gd name="T50" fmla="*/ 6497 w 215"/>
                <a:gd name="T51" fmla="*/ 3897 h 208"/>
                <a:gd name="T52" fmla="*/ 5738 w 215"/>
                <a:gd name="T53" fmla="*/ 6370 h 208"/>
                <a:gd name="T54" fmla="*/ 4539 w 215"/>
                <a:gd name="T55" fmla="*/ 7379 h 208"/>
                <a:gd name="T56" fmla="*/ 3614 w 215"/>
                <a:gd name="T57" fmla="*/ 7476 h 208"/>
                <a:gd name="T58" fmla="*/ 3039 w 215"/>
                <a:gd name="T59" fmla="*/ 7476 h 208"/>
                <a:gd name="T60" fmla="*/ 2786 w 215"/>
                <a:gd name="T61" fmla="*/ 7424 h 2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5" h="208">
                  <a:moveTo>
                    <a:pt x="67" y="147"/>
                  </a:moveTo>
                  <a:cubicBezTo>
                    <a:pt x="67" y="149"/>
                    <a:pt x="71" y="151"/>
                    <a:pt x="73" y="154"/>
                  </a:cubicBezTo>
                  <a:cubicBezTo>
                    <a:pt x="78" y="162"/>
                    <a:pt x="79" y="173"/>
                    <a:pt x="80" y="182"/>
                  </a:cubicBezTo>
                  <a:cubicBezTo>
                    <a:pt x="81" y="188"/>
                    <a:pt x="85" y="199"/>
                    <a:pt x="80" y="204"/>
                  </a:cubicBezTo>
                  <a:cubicBezTo>
                    <a:pt x="76" y="208"/>
                    <a:pt x="63" y="207"/>
                    <a:pt x="57" y="206"/>
                  </a:cubicBezTo>
                  <a:cubicBezTo>
                    <a:pt x="48" y="205"/>
                    <a:pt x="41" y="200"/>
                    <a:pt x="33" y="196"/>
                  </a:cubicBezTo>
                  <a:cubicBezTo>
                    <a:pt x="28" y="193"/>
                    <a:pt x="23" y="190"/>
                    <a:pt x="18" y="185"/>
                  </a:cubicBezTo>
                  <a:cubicBezTo>
                    <a:pt x="13" y="179"/>
                    <a:pt x="9" y="173"/>
                    <a:pt x="5" y="166"/>
                  </a:cubicBezTo>
                  <a:cubicBezTo>
                    <a:pt x="2" y="162"/>
                    <a:pt x="0" y="153"/>
                    <a:pt x="0" y="153"/>
                  </a:cubicBezTo>
                  <a:cubicBezTo>
                    <a:pt x="0" y="153"/>
                    <a:pt x="7" y="145"/>
                    <a:pt x="9" y="143"/>
                  </a:cubicBezTo>
                  <a:cubicBezTo>
                    <a:pt x="12" y="141"/>
                    <a:pt x="17" y="139"/>
                    <a:pt x="20" y="138"/>
                  </a:cubicBezTo>
                  <a:cubicBezTo>
                    <a:pt x="29" y="134"/>
                    <a:pt x="41" y="136"/>
                    <a:pt x="51" y="135"/>
                  </a:cubicBezTo>
                  <a:cubicBezTo>
                    <a:pt x="53" y="114"/>
                    <a:pt x="53" y="91"/>
                    <a:pt x="69" y="75"/>
                  </a:cubicBezTo>
                  <a:cubicBezTo>
                    <a:pt x="80" y="64"/>
                    <a:pt x="92" y="59"/>
                    <a:pt x="107" y="56"/>
                  </a:cubicBezTo>
                  <a:cubicBezTo>
                    <a:pt x="121" y="54"/>
                    <a:pt x="133" y="50"/>
                    <a:pt x="147" y="50"/>
                  </a:cubicBezTo>
                  <a:cubicBezTo>
                    <a:pt x="146" y="42"/>
                    <a:pt x="145" y="36"/>
                    <a:pt x="146" y="28"/>
                  </a:cubicBezTo>
                  <a:cubicBezTo>
                    <a:pt x="146" y="20"/>
                    <a:pt x="151" y="13"/>
                    <a:pt x="155" y="7"/>
                  </a:cubicBezTo>
                  <a:cubicBezTo>
                    <a:pt x="158" y="5"/>
                    <a:pt x="159" y="1"/>
                    <a:pt x="163" y="1"/>
                  </a:cubicBezTo>
                  <a:cubicBezTo>
                    <a:pt x="165" y="0"/>
                    <a:pt x="169" y="4"/>
                    <a:pt x="171" y="5"/>
                  </a:cubicBezTo>
                  <a:cubicBezTo>
                    <a:pt x="178" y="8"/>
                    <a:pt x="185" y="12"/>
                    <a:pt x="190" y="17"/>
                  </a:cubicBezTo>
                  <a:cubicBezTo>
                    <a:pt x="197" y="26"/>
                    <a:pt x="203" y="36"/>
                    <a:pt x="210" y="46"/>
                  </a:cubicBezTo>
                  <a:cubicBezTo>
                    <a:pt x="212" y="50"/>
                    <a:pt x="215" y="53"/>
                    <a:pt x="215" y="58"/>
                  </a:cubicBezTo>
                  <a:cubicBezTo>
                    <a:pt x="214" y="65"/>
                    <a:pt x="212" y="65"/>
                    <a:pt x="206" y="66"/>
                  </a:cubicBezTo>
                  <a:cubicBezTo>
                    <a:pt x="199" y="67"/>
                    <a:pt x="193" y="67"/>
                    <a:pt x="186" y="69"/>
                  </a:cubicBezTo>
                  <a:cubicBezTo>
                    <a:pt x="175" y="73"/>
                    <a:pt x="171" y="72"/>
                    <a:pt x="160" y="68"/>
                  </a:cubicBezTo>
                  <a:cubicBezTo>
                    <a:pt x="151" y="64"/>
                    <a:pt x="154" y="71"/>
                    <a:pt x="156" y="77"/>
                  </a:cubicBezTo>
                  <a:cubicBezTo>
                    <a:pt x="160" y="95"/>
                    <a:pt x="149" y="114"/>
                    <a:pt x="138" y="126"/>
                  </a:cubicBezTo>
                  <a:cubicBezTo>
                    <a:pt x="131" y="134"/>
                    <a:pt x="119" y="143"/>
                    <a:pt x="109" y="146"/>
                  </a:cubicBezTo>
                  <a:cubicBezTo>
                    <a:pt x="103" y="148"/>
                    <a:pt x="94" y="147"/>
                    <a:pt x="87" y="148"/>
                  </a:cubicBezTo>
                  <a:cubicBezTo>
                    <a:pt x="83" y="148"/>
                    <a:pt x="78" y="149"/>
                    <a:pt x="73" y="148"/>
                  </a:cubicBezTo>
                  <a:cubicBezTo>
                    <a:pt x="71" y="148"/>
                    <a:pt x="67" y="147"/>
                    <a:pt x="67" y="147"/>
                  </a:cubicBezTo>
                  <a:close/>
                </a:path>
              </a:pathLst>
            </a:custGeom>
            <a:solidFill>
              <a:srgbClr val="CED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8" name="Freeform 537">
              <a:extLst>
                <a:ext uri="{FF2B5EF4-FFF2-40B4-BE49-F238E27FC236}">
                  <a16:creationId xmlns:a16="http://schemas.microsoft.com/office/drawing/2014/main" id="{0D9BA85F-EDD7-47B4-A709-CA78B63C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883"/>
              <a:ext cx="402" cy="843"/>
            </a:xfrm>
            <a:custGeom>
              <a:avLst/>
              <a:gdLst>
                <a:gd name="T0" fmla="*/ 2752 w 116"/>
                <a:gd name="T1" fmla="*/ 96 h 228"/>
                <a:gd name="T2" fmla="*/ 170 w 116"/>
                <a:gd name="T3" fmla="*/ 1257 h 228"/>
                <a:gd name="T4" fmla="*/ 371 w 116"/>
                <a:gd name="T5" fmla="*/ 2777 h 228"/>
                <a:gd name="T6" fmla="*/ 828 w 116"/>
                <a:gd name="T7" fmla="*/ 4444 h 228"/>
                <a:gd name="T8" fmla="*/ 1958 w 116"/>
                <a:gd name="T9" fmla="*/ 5154 h 228"/>
                <a:gd name="T10" fmla="*/ 1910 w 116"/>
                <a:gd name="T11" fmla="*/ 5661 h 228"/>
                <a:gd name="T12" fmla="*/ 998 w 116"/>
                <a:gd name="T13" fmla="*/ 7080 h 228"/>
                <a:gd name="T14" fmla="*/ 828 w 116"/>
                <a:gd name="T15" fmla="*/ 10061 h 228"/>
                <a:gd name="T16" fmla="*/ 1286 w 116"/>
                <a:gd name="T17" fmla="*/ 11525 h 228"/>
                <a:gd name="T18" fmla="*/ 3784 w 116"/>
                <a:gd name="T19" fmla="*/ 11525 h 228"/>
                <a:gd name="T20" fmla="*/ 4082 w 116"/>
                <a:gd name="T21" fmla="*/ 9051 h 228"/>
                <a:gd name="T22" fmla="*/ 4082 w 116"/>
                <a:gd name="T23" fmla="*/ 7121 h 228"/>
                <a:gd name="T24" fmla="*/ 3001 w 116"/>
                <a:gd name="T25" fmla="*/ 5661 h 228"/>
                <a:gd name="T26" fmla="*/ 3292 w 116"/>
                <a:gd name="T27" fmla="*/ 4759 h 228"/>
                <a:gd name="T28" fmla="*/ 4287 w 116"/>
                <a:gd name="T29" fmla="*/ 3132 h 228"/>
                <a:gd name="T30" fmla="*/ 4827 w 116"/>
                <a:gd name="T31" fmla="*/ 1571 h 228"/>
                <a:gd name="T32" fmla="*/ 3663 w 116"/>
                <a:gd name="T33" fmla="*/ 1065 h 228"/>
                <a:gd name="T34" fmla="*/ 3292 w 116"/>
                <a:gd name="T35" fmla="*/ 0 h 228"/>
                <a:gd name="T36" fmla="*/ 2752 w 116"/>
                <a:gd name="T37" fmla="*/ 96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6" h="228">
                  <a:moveTo>
                    <a:pt x="66" y="2"/>
                  </a:moveTo>
                  <a:cubicBezTo>
                    <a:pt x="35" y="9"/>
                    <a:pt x="11" y="15"/>
                    <a:pt x="4" y="25"/>
                  </a:cubicBezTo>
                  <a:cubicBezTo>
                    <a:pt x="0" y="29"/>
                    <a:pt x="6" y="42"/>
                    <a:pt x="9" y="55"/>
                  </a:cubicBezTo>
                  <a:cubicBezTo>
                    <a:pt x="12" y="68"/>
                    <a:pt x="15" y="76"/>
                    <a:pt x="20" y="88"/>
                  </a:cubicBezTo>
                  <a:cubicBezTo>
                    <a:pt x="26" y="100"/>
                    <a:pt x="42" y="98"/>
                    <a:pt x="47" y="102"/>
                  </a:cubicBezTo>
                  <a:cubicBezTo>
                    <a:pt x="52" y="107"/>
                    <a:pt x="51" y="104"/>
                    <a:pt x="46" y="112"/>
                  </a:cubicBezTo>
                  <a:cubicBezTo>
                    <a:pt x="41" y="119"/>
                    <a:pt x="28" y="125"/>
                    <a:pt x="24" y="140"/>
                  </a:cubicBezTo>
                  <a:cubicBezTo>
                    <a:pt x="20" y="155"/>
                    <a:pt x="19" y="176"/>
                    <a:pt x="20" y="199"/>
                  </a:cubicBezTo>
                  <a:cubicBezTo>
                    <a:pt x="21" y="221"/>
                    <a:pt x="20" y="228"/>
                    <a:pt x="31" y="228"/>
                  </a:cubicBezTo>
                  <a:cubicBezTo>
                    <a:pt x="41" y="228"/>
                    <a:pt x="81" y="228"/>
                    <a:pt x="91" y="228"/>
                  </a:cubicBezTo>
                  <a:cubicBezTo>
                    <a:pt x="100" y="228"/>
                    <a:pt x="98" y="198"/>
                    <a:pt x="98" y="179"/>
                  </a:cubicBezTo>
                  <a:cubicBezTo>
                    <a:pt x="98" y="160"/>
                    <a:pt x="98" y="152"/>
                    <a:pt x="98" y="141"/>
                  </a:cubicBezTo>
                  <a:cubicBezTo>
                    <a:pt x="98" y="131"/>
                    <a:pt x="77" y="117"/>
                    <a:pt x="72" y="112"/>
                  </a:cubicBezTo>
                  <a:cubicBezTo>
                    <a:pt x="67" y="106"/>
                    <a:pt x="73" y="100"/>
                    <a:pt x="79" y="94"/>
                  </a:cubicBezTo>
                  <a:cubicBezTo>
                    <a:pt x="86" y="88"/>
                    <a:pt x="101" y="77"/>
                    <a:pt x="103" y="62"/>
                  </a:cubicBezTo>
                  <a:cubicBezTo>
                    <a:pt x="105" y="48"/>
                    <a:pt x="114" y="38"/>
                    <a:pt x="116" y="31"/>
                  </a:cubicBezTo>
                  <a:cubicBezTo>
                    <a:pt x="113" y="29"/>
                    <a:pt x="97" y="20"/>
                    <a:pt x="88" y="21"/>
                  </a:cubicBezTo>
                  <a:cubicBezTo>
                    <a:pt x="87" y="12"/>
                    <a:pt x="79" y="0"/>
                    <a:pt x="79" y="0"/>
                  </a:cubicBezTo>
                  <a:cubicBezTo>
                    <a:pt x="79" y="0"/>
                    <a:pt x="75" y="1"/>
                    <a:pt x="66" y="2"/>
                  </a:cubicBezTo>
                  <a:close/>
                </a:path>
              </a:pathLst>
            </a:custGeom>
            <a:solidFill>
              <a:srgbClr val="ED8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9" name="Freeform 538">
              <a:extLst>
                <a:ext uri="{FF2B5EF4-FFF2-40B4-BE49-F238E27FC236}">
                  <a16:creationId xmlns:a16="http://schemas.microsoft.com/office/drawing/2014/main" id="{434474CD-729E-42B3-8F11-FE821297F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522"/>
              <a:ext cx="104" cy="193"/>
            </a:xfrm>
            <a:custGeom>
              <a:avLst/>
              <a:gdLst>
                <a:gd name="T0" fmla="*/ 0 w 30"/>
                <a:gd name="T1" fmla="*/ 56 h 52"/>
                <a:gd name="T2" fmla="*/ 336 w 30"/>
                <a:gd name="T3" fmla="*/ 264 h 52"/>
                <a:gd name="T4" fmla="*/ 912 w 30"/>
                <a:gd name="T5" fmla="*/ 1021 h 52"/>
                <a:gd name="T6" fmla="*/ 1165 w 30"/>
                <a:gd name="T7" fmla="*/ 1997 h 52"/>
                <a:gd name="T8" fmla="*/ 1213 w 30"/>
                <a:gd name="T9" fmla="*/ 2561 h 52"/>
                <a:gd name="T10" fmla="*/ 506 w 30"/>
                <a:gd name="T11" fmla="*/ 2509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2">
                  <a:moveTo>
                    <a:pt x="0" y="1"/>
                  </a:moveTo>
                  <a:cubicBezTo>
                    <a:pt x="3" y="0"/>
                    <a:pt x="6" y="3"/>
                    <a:pt x="8" y="5"/>
                  </a:cubicBezTo>
                  <a:cubicBezTo>
                    <a:pt x="14" y="10"/>
                    <a:pt x="19" y="14"/>
                    <a:pt x="22" y="20"/>
                  </a:cubicBezTo>
                  <a:cubicBezTo>
                    <a:pt x="26" y="26"/>
                    <a:pt x="27" y="32"/>
                    <a:pt x="28" y="39"/>
                  </a:cubicBezTo>
                  <a:cubicBezTo>
                    <a:pt x="29" y="42"/>
                    <a:pt x="30" y="47"/>
                    <a:pt x="29" y="50"/>
                  </a:cubicBezTo>
                  <a:cubicBezTo>
                    <a:pt x="25" y="45"/>
                    <a:pt x="17" y="52"/>
                    <a:pt x="12" y="49"/>
                  </a:cubicBezTo>
                </a:path>
              </a:pathLst>
            </a:custGeom>
            <a:solidFill>
              <a:srgbClr val="D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0" name="Freeform 539">
              <a:extLst>
                <a:ext uri="{FF2B5EF4-FFF2-40B4-BE49-F238E27FC236}">
                  <a16:creationId xmlns:a16="http://schemas.microsoft.com/office/drawing/2014/main" id="{FFDC345D-F388-4F77-8D1C-9ADCECDA1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530"/>
              <a:ext cx="163" cy="188"/>
            </a:xfrm>
            <a:custGeom>
              <a:avLst/>
              <a:gdLst>
                <a:gd name="T0" fmla="*/ 506 w 47"/>
                <a:gd name="T1" fmla="*/ 2459 h 51"/>
                <a:gd name="T2" fmla="*/ 1301 w 47"/>
                <a:gd name="T3" fmla="*/ 2499 h 51"/>
                <a:gd name="T4" fmla="*/ 1842 w 47"/>
                <a:gd name="T5" fmla="*/ 2352 h 51"/>
                <a:gd name="T6" fmla="*/ 1842 w 47"/>
                <a:gd name="T7" fmla="*/ 1401 h 51"/>
                <a:gd name="T8" fmla="*/ 1842 w 47"/>
                <a:gd name="T9" fmla="*/ 708 h 51"/>
                <a:gd name="T10" fmla="*/ 1793 w 47"/>
                <a:gd name="T11" fmla="*/ 354 h 51"/>
                <a:gd name="T12" fmla="*/ 1793 w 47"/>
                <a:gd name="T13" fmla="*/ 0 h 51"/>
                <a:gd name="T14" fmla="*/ 1706 w 47"/>
                <a:gd name="T15" fmla="*/ 450 h 51"/>
                <a:gd name="T16" fmla="*/ 1672 w 47"/>
                <a:gd name="T17" fmla="*/ 1305 h 51"/>
                <a:gd name="T18" fmla="*/ 1214 w 47"/>
                <a:gd name="T19" fmla="*/ 1847 h 51"/>
                <a:gd name="T20" fmla="*/ 458 w 47"/>
                <a:gd name="T21" fmla="*/ 2053 h 51"/>
                <a:gd name="T22" fmla="*/ 83 w 47"/>
                <a:gd name="T23" fmla="*/ 1755 h 51"/>
                <a:gd name="T24" fmla="*/ 0 w 47"/>
                <a:gd name="T25" fmla="*/ 1452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51">
                  <a:moveTo>
                    <a:pt x="12" y="49"/>
                  </a:moveTo>
                  <a:cubicBezTo>
                    <a:pt x="18" y="49"/>
                    <a:pt x="25" y="50"/>
                    <a:pt x="31" y="50"/>
                  </a:cubicBezTo>
                  <a:cubicBezTo>
                    <a:pt x="35" y="49"/>
                    <a:pt x="41" y="51"/>
                    <a:pt x="44" y="47"/>
                  </a:cubicBezTo>
                  <a:cubicBezTo>
                    <a:pt x="47" y="42"/>
                    <a:pt x="44" y="33"/>
                    <a:pt x="44" y="28"/>
                  </a:cubicBezTo>
                  <a:cubicBezTo>
                    <a:pt x="44" y="23"/>
                    <a:pt x="44" y="19"/>
                    <a:pt x="44" y="14"/>
                  </a:cubicBezTo>
                  <a:cubicBezTo>
                    <a:pt x="44" y="12"/>
                    <a:pt x="43" y="9"/>
                    <a:pt x="43" y="7"/>
                  </a:cubicBezTo>
                  <a:cubicBezTo>
                    <a:pt x="43" y="4"/>
                    <a:pt x="44" y="2"/>
                    <a:pt x="43" y="0"/>
                  </a:cubicBezTo>
                  <a:cubicBezTo>
                    <a:pt x="41" y="2"/>
                    <a:pt x="42" y="6"/>
                    <a:pt x="41" y="9"/>
                  </a:cubicBezTo>
                  <a:cubicBezTo>
                    <a:pt x="41" y="15"/>
                    <a:pt x="41" y="20"/>
                    <a:pt x="40" y="26"/>
                  </a:cubicBezTo>
                  <a:cubicBezTo>
                    <a:pt x="39" y="33"/>
                    <a:pt x="36" y="36"/>
                    <a:pt x="29" y="37"/>
                  </a:cubicBezTo>
                  <a:cubicBezTo>
                    <a:pt x="23" y="38"/>
                    <a:pt x="17" y="41"/>
                    <a:pt x="11" y="41"/>
                  </a:cubicBezTo>
                  <a:cubicBezTo>
                    <a:pt x="7" y="41"/>
                    <a:pt x="3" y="39"/>
                    <a:pt x="2" y="35"/>
                  </a:cubicBezTo>
                  <a:cubicBezTo>
                    <a:pt x="1" y="33"/>
                    <a:pt x="2" y="31"/>
                    <a:pt x="0" y="29"/>
                  </a:cubicBezTo>
                </a:path>
              </a:pathLst>
            </a:custGeom>
            <a:solidFill>
              <a:srgbClr val="D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1" name="Freeform 540">
              <a:extLst>
                <a:ext uri="{FF2B5EF4-FFF2-40B4-BE49-F238E27FC236}">
                  <a16:creationId xmlns:a16="http://schemas.microsoft.com/office/drawing/2014/main" id="{0B8DB38D-AF6C-4291-80F3-56DA463AD2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6" y="934"/>
              <a:ext cx="156" cy="330"/>
            </a:xfrm>
            <a:custGeom>
              <a:avLst/>
              <a:gdLst>
                <a:gd name="T0" fmla="*/ 745 w 45"/>
                <a:gd name="T1" fmla="*/ 356 h 89"/>
                <a:gd name="T2" fmla="*/ 624 w 45"/>
                <a:gd name="T3" fmla="*/ 2900 h 89"/>
                <a:gd name="T4" fmla="*/ 205 w 45"/>
                <a:gd name="T5" fmla="*/ 3878 h 89"/>
                <a:gd name="T6" fmla="*/ 0 w 45"/>
                <a:gd name="T7" fmla="*/ 4538 h 89"/>
                <a:gd name="T8" fmla="*/ 336 w 45"/>
                <a:gd name="T9" fmla="*/ 4082 h 89"/>
                <a:gd name="T10" fmla="*/ 1335 w 45"/>
                <a:gd name="T11" fmla="*/ 2447 h 89"/>
                <a:gd name="T12" fmla="*/ 1875 w 45"/>
                <a:gd name="T13" fmla="*/ 868 h 89"/>
                <a:gd name="T14" fmla="*/ 745 w 45"/>
                <a:gd name="T15" fmla="*/ 356 h 89"/>
                <a:gd name="T16" fmla="*/ 662 w 45"/>
                <a:gd name="T17" fmla="*/ 0 h 89"/>
                <a:gd name="T18" fmla="*/ 624 w 45"/>
                <a:gd name="T19" fmla="*/ 0 h 89"/>
                <a:gd name="T20" fmla="*/ 662 w 45"/>
                <a:gd name="T21" fmla="*/ 96 h 89"/>
                <a:gd name="T22" fmla="*/ 662 w 45"/>
                <a:gd name="T23" fmla="*/ 0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89">
                  <a:moveTo>
                    <a:pt x="18" y="7"/>
                  </a:moveTo>
                  <a:cubicBezTo>
                    <a:pt x="23" y="22"/>
                    <a:pt x="20" y="43"/>
                    <a:pt x="15" y="57"/>
                  </a:cubicBezTo>
                  <a:cubicBezTo>
                    <a:pt x="12" y="64"/>
                    <a:pt x="9" y="70"/>
                    <a:pt x="5" y="76"/>
                  </a:cubicBezTo>
                  <a:cubicBezTo>
                    <a:pt x="3" y="79"/>
                    <a:pt x="1" y="85"/>
                    <a:pt x="0" y="89"/>
                  </a:cubicBezTo>
                  <a:cubicBezTo>
                    <a:pt x="2" y="86"/>
                    <a:pt x="5" y="83"/>
                    <a:pt x="8" y="80"/>
                  </a:cubicBezTo>
                  <a:cubicBezTo>
                    <a:pt x="15" y="74"/>
                    <a:pt x="30" y="63"/>
                    <a:pt x="32" y="48"/>
                  </a:cubicBezTo>
                  <a:cubicBezTo>
                    <a:pt x="34" y="34"/>
                    <a:pt x="43" y="24"/>
                    <a:pt x="45" y="17"/>
                  </a:cubicBezTo>
                  <a:cubicBezTo>
                    <a:pt x="42" y="15"/>
                    <a:pt x="27" y="6"/>
                    <a:pt x="18" y="7"/>
                  </a:cubicBezTo>
                  <a:close/>
                  <a:moveTo>
                    <a:pt x="16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1"/>
                    <a:pt x="16" y="1"/>
                    <a:pt x="16" y="0"/>
                  </a:cubicBezTo>
                  <a:close/>
                </a:path>
              </a:pathLst>
            </a:custGeom>
            <a:solidFill>
              <a:srgbClr val="D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2" name="Freeform 541">
              <a:extLst>
                <a:ext uri="{FF2B5EF4-FFF2-40B4-BE49-F238E27FC236}">
                  <a16:creationId xmlns:a16="http://schemas.microsoft.com/office/drawing/2014/main" id="{509F2189-8963-4107-B149-32930783C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341"/>
              <a:ext cx="49" cy="385"/>
            </a:xfrm>
            <a:custGeom>
              <a:avLst/>
              <a:gdLst>
                <a:gd name="T0" fmla="*/ 515 w 14"/>
                <a:gd name="T1" fmla="*/ 863 h 104"/>
                <a:gd name="T2" fmla="*/ 0 w 14"/>
                <a:gd name="T3" fmla="*/ 0 h 104"/>
                <a:gd name="T4" fmla="*/ 172 w 14"/>
                <a:gd name="T5" fmla="*/ 1725 h 104"/>
                <a:gd name="T6" fmla="*/ 221 w 14"/>
                <a:gd name="T7" fmla="*/ 5275 h 104"/>
                <a:gd name="T8" fmla="*/ 515 w 14"/>
                <a:gd name="T9" fmla="*/ 2795 h 104"/>
                <a:gd name="T10" fmla="*/ 515 w 14"/>
                <a:gd name="T11" fmla="*/ 863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4">
                  <a:moveTo>
                    <a:pt x="12" y="17"/>
                  </a:moveTo>
                  <a:cubicBezTo>
                    <a:pt x="12" y="12"/>
                    <a:pt x="6" y="6"/>
                    <a:pt x="0" y="0"/>
                  </a:cubicBezTo>
                  <a:cubicBezTo>
                    <a:pt x="3" y="8"/>
                    <a:pt x="4" y="16"/>
                    <a:pt x="4" y="34"/>
                  </a:cubicBezTo>
                  <a:cubicBezTo>
                    <a:pt x="5" y="52"/>
                    <a:pt x="5" y="88"/>
                    <a:pt x="5" y="104"/>
                  </a:cubicBezTo>
                  <a:cubicBezTo>
                    <a:pt x="14" y="103"/>
                    <a:pt x="12" y="74"/>
                    <a:pt x="12" y="55"/>
                  </a:cubicBezTo>
                  <a:lnTo>
                    <a:pt x="12" y="17"/>
                  </a:lnTo>
                  <a:close/>
                </a:path>
              </a:pathLst>
            </a:custGeom>
            <a:solidFill>
              <a:srgbClr val="D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3" name="Freeform 542">
              <a:extLst>
                <a:ext uri="{FF2B5EF4-FFF2-40B4-BE49-F238E27FC236}">
                  <a16:creationId xmlns:a16="http://schemas.microsoft.com/office/drawing/2014/main" id="{30934BA7-D691-4C98-9CFE-4B26436F5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883"/>
              <a:ext cx="402" cy="843"/>
            </a:xfrm>
            <a:custGeom>
              <a:avLst/>
              <a:gdLst>
                <a:gd name="T0" fmla="*/ 2752 w 116"/>
                <a:gd name="T1" fmla="*/ 96 h 228"/>
                <a:gd name="T2" fmla="*/ 170 w 116"/>
                <a:gd name="T3" fmla="*/ 1257 h 228"/>
                <a:gd name="T4" fmla="*/ 371 w 116"/>
                <a:gd name="T5" fmla="*/ 2777 h 228"/>
                <a:gd name="T6" fmla="*/ 828 w 116"/>
                <a:gd name="T7" fmla="*/ 4444 h 228"/>
                <a:gd name="T8" fmla="*/ 1958 w 116"/>
                <a:gd name="T9" fmla="*/ 5154 h 228"/>
                <a:gd name="T10" fmla="*/ 1910 w 116"/>
                <a:gd name="T11" fmla="*/ 5661 h 228"/>
                <a:gd name="T12" fmla="*/ 998 w 116"/>
                <a:gd name="T13" fmla="*/ 7080 h 228"/>
                <a:gd name="T14" fmla="*/ 828 w 116"/>
                <a:gd name="T15" fmla="*/ 10061 h 228"/>
                <a:gd name="T16" fmla="*/ 1286 w 116"/>
                <a:gd name="T17" fmla="*/ 11525 h 228"/>
                <a:gd name="T18" fmla="*/ 3784 w 116"/>
                <a:gd name="T19" fmla="*/ 11525 h 228"/>
                <a:gd name="T20" fmla="*/ 4082 w 116"/>
                <a:gd name="T21" fmla="*/ 9051 h 228"/>
                <a:gd name="T22" fmla="*/ 4082 w 116"/>
                <a:gd name="T23" fmla="*/ 7121 h 228"/>
                <a:gd name="T24" fmla="*/ 3001 w 116"/>
                <a:gd name="T25" fmla="*/ 5661 h 228"/>
                <a:gd name="T26" fmla="*/ 3292 w 116"/>
                <a:gd name="T27" fmla="*/ 4759 h 228"/>
                <a:gd name="T28" fmla="*/ 4287 w 116"/>
                <a:gd name="T29" fmla="*/ 3132 h 228"/>
                <a:gd name="T30" fmla="*/ 4827 w 116"/>
                <a:gd name="T31" fmla="*/ 1571 h 228"/>
                <a:gd name="T32" fmla="*/ 3663 w 116"/>
                <a:gd name="T33" fmla="*/ 1065 h 228"/>
                <a:gd name="T34" fmla="*/ 3292 w 116"/>
                <a:gd name="T35" fmla="*/ 0 h 228"/>
                <a:gd name="T36" fmla="*/ 2752 w 116"/>
                <a:gd name="T37" fmla="*/ 96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6" h="228">
                  <a:moveTo>
                    <a:pt x="66" y="2"/>
                  </a:moveTo>
                  <a:cubicBezTo>
                    <a:pt x="35" y="9"/>
                    <a:pt x="11" y="15"/>
                    <a:pt x="4" y="25"/>
                  </a:cubicBezTo>
                  <a:cubicBezTo>
                    <a:pt x="0" y="29"/>
                    <a:pt x="6" y="42"/>
                    <a:pt x="9" y="55"/>
                  </a:cubicBezTo>
                  <a:cubicBezTo>
                    <a:pt x="12" y="68"/>
                    <a:pt x="15" y="76"/>
                    <a:pt x="20" y="88"/>
                  </a:cubicBezTo>
                  <a:cubicBezTo>
                    <a:pt x="26" y="100"/>
                    <a:pt x="42" y="98"/>
                    <a:pt x="47" y="102"/>
                  </a:cubicBezTo>
                  <a:cubicBezTo>
                    <a:pt x="52" y="107"/>
                    <a:pt x="51" y="104"/>
                    <a:pt x="46" y="112"/>
                  </a:cubicBezTo>
                  <a:cubicBezTo>
                    <a:pt x="41" y="119"/>
                    <a:pt x="28" y="125"/>
                    <a:pt x="24" y="140"/>
                  </a:cubicBezTo>
                  <a:cubicBezTo>
                    <a:pt x="20" y="155"/>
                    <a:pt x="19" y="176"/>
                    <a:pt x="20" y="199"/>
                  </a:cubicBezTo>
                  <a:cubicBezTo>
                    <a:pt x="21" y="221"/>
                    <a:pt x="20" y="228"/>
                    <a:pt x="31" y="228"/>
                  </a:cubicBezTo>
                  <a:cubicBezTo>
                    <a:pt x="41" y="228"/>
                    <a:pt x="81" y="228"/>
                    <a:pt x="91" y="228"/>
                  </a:cubicBezTo>
                  <a:cubicBezTo>
                    <a:pt x="100" y="228"/>
                    <a:pt x="98" y="198"/>
                    <a:pt x="98" y="179"/>
                  </a:cubicBezTo>
                  <a:cubicBezTo>
                    <a:pt x="98" y="160"/>
                    <a:pt x="98" y="152"/>
                    <a:pt x="98" y="141"/>
                  </a:cubicBezTo>
                  <a:cubicBezTo>
                    <a:pt x="98" y="131"/>
                    <a:pt x="77" y="117"/>
                    <a:pt x="72" y="112"/>
                  </a:cubicBezTo>
                  <a:cubicBezTo>
                    <a:pt x="67" y="106"/>
                    <a:pt x="73" y="100"/>
                    <a:pt x="79" y="94"/>
                  </a:cubicBezTo>
                  <a:cubicBezTo>
                    <a:pt x="86" y="88"/>
                    <a:pt x="101" y="77"/>
                    <a:pt x="103" y="62"/>
                  </a:cubicBezTo>
                  <a:cubicBezTo>
                    <a:pt x="105" y="48"/>
                    <a:pt x="114" y="38"/>
                    <a:pt x="116" y="31"/>
                  </a:cubicBezTo>
                  <a:cubicBezTo>
                    <a:pt x="113" y="29"/>
                    <a:pt x="97" y="20"/>
                    <a:pt x="88" y="21"/>
                  </a:cubicBezTo>
                  <a:cubicBezTo>
                    <a:pt x="87" y="12"/>
                    <a:pt x="79" y="0"/>
                    <a:pt x="79" y="0"/>
                  </a:cubicBezTo>
                  <a:cubicBezTo>
                    <a:pt x="79" y="0"/>
                    <a:pt x="75" y="1"/>
                    <a:pt x="66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4" name="Freeform 543">
              <a:extLst>
                <a:ext uri="{FF2B5EF4-FFF2-40B4-BE49-F238E27FC236}">
                  <a16:creationId xmlns:a16="http://schemas.microsoft.com/office/drawing/2014/main" id="{55737AA9-AB5E-47D2-AF47-FAFF5A6F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474"/>
              <a:ext cx="468" cy="477"/>
            </a:xfrm>
            <a:custGeom>
              <a:avLst/>
              <a:gdLst>
                <a:gd name="T0" fmla="*/ 4878 w 135"/>
                <a:gd name="T1" fmla="*/ 4593 h 129"/>
                <a:gd name="T2" fmla="*/ 3751 w 135"/>
                <a:gd name="T3" fmla="*/ 6016 h 129"/>
                <a:gd name="T4" fmla="*/ 3630 w 135"/>
                <a:gd name="T5" fmla="*/ 6316 h 129"/>
                <a:gd name="T6" fmla="*/ 3869 w 135"/>
                <a:gd name="T7" fmla="*/ 6427 h 129"/>
                <a:gd name="T8" fmla="*/ 5588 w 135"/>
                <a:gd name="T9" fmla="*/ 3335 h 129"/>
                <a:gd name="T10" fmla="*/ 4964 w 135"/>
                <a:gd name="T11" fmla="*/ 1065 h 129"/>
                <a:gd name="T12" fmla="*/ 2836 w 135"/>
                <a:gd name="T13" fmla="*/ 0 h 129"/>
                <a:gd name="T14" fmla="*/ 711 w 135"/>
                <a:gd name="T15" fmla="*/ 1424 h 129"/>
                <a:gd name="T16" fmla="*/ 170 w 135"/>
                <a:gd name="T17" fmla="*/ 3938 h 129"/>
                <a:gd name="T18" fmla="*/ 3162 w 135"/>
                <a:gd name="T19" fmla="*/ 6168 h 129"/>
                <a:gd name="T20" fmla="*/ 4878 w 135"/>
                <a:gd name="T21" fmla="*/ 4593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129">
                  <a:moveTo>
                    <a:pt x="117" y="91"/>
                  </a:moveTo>
                  <a:cubicBezTo>
                    <a:pt x="107" y="111"/>
                    <a:pt x="91" y="118"/>
                    <a:pt x="90" y="119"/>
                  </a:cubicBezTo>
                  <a:cubicBezTo>
                    <a:pt x="87" y="120"/>
                    <a:pt x="86" y="122"/>
                    <a:pt x="87" y="125"/>
                  </a:cubicBezTo>
                  <a:cubicBezTo>
                    <a:pt x="88" y="127"/>
                    <a:pt x="91" y="128"/>
                    <a:pt x="93" y="127"/>
                  </a:cubicBezTo>
                  <a:cubicBezTo>
                    <a:pt x="95" y="126"/>
                    <a:pt x="130" y="110"/>
                    <a:pt x="134" y="66"/>
                  </a:cubicBezTo>
                  <a:cubicBezTo>
                    <a:pt x="135" y="49"/>
                    <a:pt x="130" y="33"/>
                    <a:pt x="119" y="21"/>
                  </a:cubicBezTo>
                  <a:cubicBezTo>
                    <a:pt x="107" y="8"/>
                    <a:pt x="87" y="0"/>
                    <a:pt x="68" y="0"/>
                  </a:cubicBezTo>
                  <a:cubicBezTo>
                    <a:pt x="50" y="1"/>
                    <a:pt x="30" y="11"/>
                    <a:pt x="17" y="28"/>
                  </a:cubicBezTo>
                  <a:cubicBezTo>
                    <a:pt x="8" y="38"/>
                    <a:pt x="0" y="55"/>
                    <a:pt x="4" y="78"/>
                  </a:cubicBezTo>
                  <a:cubicBezTo>
                    <a:pt x="11" y="111"/>
                    <a:pt x="40" y="129"/>
                    <a:pt x="76" y="122"/>
                  </a:cubicBezTo>
                  <a:cubicBezTo>
                    <a:pt x="95" y="117"/>
                    <a:pt x="109" y="106"/>
                    <a:pt x="117" y="91"/>
                  </a:cubicBezTo>
                </a:path>
              </a:pathLst>
            </a:custGeom>
            <a:solidFill>
              <a:srgbClr val="6F3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5" name="Freeform 544">
              <a:extLst>
                <a:ext uri="{FF2B5EF4-FFF2-40B4-BE49-F238E27FC236}">
                  <a16:creationId xmlns:a16="http://schemas.microsoft.com/office/drawing/2014/main" id="{41B451B8-B308-4201-BADA-DD5D96495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1678"/>
              <a:ext cx="56" cy="85"/>
            </a:xfrm>
            <a:custGeom>
              <a:avLst/>
              <a:gdLst>
                <a:gd name="T0" fmla="*/ 221 w 16"/>
                <a:gd name="T1" fmla="*/ 0 h 23"/>
                <a:gd name="T2" fmla="*/ 49 w 16"/>
                <a:gd name="T3" fmla="*/ 562 h 23"/>
                <a:gd name="T4" fmla="*/ 431 w 16"/>
                <a:gd name="T5" fmla="*/ 1064 h 23"/>
                <a:gd name="T6" fmla="*/ 564 w 16"/>
                <a:gd name="T7" fmla="*/ 654 h 23"/>
                <a:gd name="T8" fmla="*/ 343 w 16"/>
                <a:gd name="T9" fmla="*/ 410 h 23"/>
                <a:gd name="T10" fmla="*/ 259 w 16"/>
                <a:gd name="T11" fmla="*/ 203 h 23"/>
                <a:gd name="T12" fmla="*/ 221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5" y="0"/>
                  </a:moveTo>
                  <a:cubicBezTo>
                    <a:pt x="1" y="3"/>
                    <a:pt x="0" y="7"/>
                    <a:pt x="1" y="11"/>
                  </a:cubicBezTo>
                  <a:cubicBezTo>
                    <a:pt x="2" y="15"/>
                    <a:pt x="6" y="20"/>
                    <a:pt x="10" y="21"/>
                  </a:cubicBezTo>
                  <a:cubicBezTo>
                    <a:pt x="15" y="23"/>
                    <a:pt x="16" y="15"/>
                    <a:pt x="13" y="13"/>
                  </a:cubicBezTo>
                  <a:cubicBezTo>
                    <a:pt x="11" y="11"/>
                    <a:pt x="9" y="10"/>
                    <a:pt x="8" y="8"/>
                  </a:cubicBezTo>
                  <a:cubicBezTo>
                    <a:pt x="7" y="6"/>
                    <a:pt x="6" y="5"/>
                    <a:pt x="6" y="4"/>
                  </a:cubicBezTo>
                  <a:cubicBezTo>
                    <a:pt x="5" y="3"/>
                    <a:pt x="5" y="1"/>
                    <a:pt x="5" y="0"/>
                  </a:cubicBezTo>
                </a:path>
              </a:pathLst>
            </a:custGeom>
            <a:solidFill>
              <a:srgbClr val="210C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6" name="Freeform 545">
              <a:extLst>
                <a:ext uri="{FF2B5EF4-FFF2-40B4-BE49-F238E27FC236}">
                  <a16:creationId xmlns:a16="http://schemas.microsoft.com/office/drawing/2014/main" id="{C2B1393D-048E-436C-B5C2-DF75FC30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692"/>
              <a:ext cx="42" cy="82"/>
            </a:xfrm>
            <a:custGeom>
              <a:avLst/>
              <a:gdLst>
                <a:gd name="T0" fmla="*/ 0 w 12"/>
                <a:gd name="T1" fmla="*/ 56 h 22"/>
                <a:gd name="T2" fmla="*/ 221 w 12"/>
                <a:gd name="T3" fmla="*/ 570 h 22"/>
                <a:gd name="T4" fmla="*/ 221 w 12"/>
                <a:gd name="T5" fmla="*/ 876 h 22"/>
                <a:gd name="T6" fmla="*/ 137 w 12"/>
                <a:gd name="T7" fmla="*/ 1141 h 22"/>
                <a:gd name="T8" fmla="*/ 431 w 12"/>
                <a:gd name="T9" fmla="*/ 570 h 22"/>
                <a:gd name="T10" fmla="*/ 259 w 12"/>
                <a:gd name="T11" fmla="*/ 209 h 22"/>
                <a:gd name="T12" fmla="*/ 88 w 12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2">
                  <a:moveTo>
                    <a:pt x="0" y="1"/>
                  </a:moveTo>
                  <a:cubicBezTo>
                    <a:pt x="3" y="3"/>
                    <a:pt x="5" y="7"/>
                    <a:pt x="5" y="11"/>
                  </a:cubicBezTo>
                  <a:cubicBezTo>
                    <a:pt x="5" y="13"/>
                    <a:pt x="5" y="15"/>
                    <a:pt x="5" y="17"/>
                  </a:cubicBezTo>
                  <a:cubicBezTo>
                    <a:pt x="4" y="19"/>
                    <a:pt x="3" y="21"/>
                    <a:pt x="3" y="22"/>
                  </a:cubicBezTo>
                  <a:cubicBezTo>
                    <a:pt x="7" y="21"/>
                    <a:pt x="12" y="16"/>
                    <a:pt x="10" y="11"/>
                  </a:cubicBezTo>
                  <a:cubicBezTo>
                    <a:pt x="9" y="8"/>
                    <a:pt x="7" y="6"/>
                    <a:pt x="6" y="4"/>
                  </a:cubicBezTo>
                  <a:cubicBezTo>
                    <a:pt x="6" y="3"/>
                    <a:pt x="4" y="0"/>
                    <a:pt x="2" y="0"/>
                  </a:cubicBezTo>
                </a:path>
              </a:pathLst>
            </a:custGeom>
            <a:solidFill>
              <a:srgbClr val="210C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7" name="Freeform 546">
              <a:extLst>
                <a:ext uri="{FF2B5EF4-FFF2-40B4-BE49-F238E27FC236}">
                  <a16:creationId xmlns:a16="http://schemas.microsoft.com/office/drawing/2014/main" id="{6F722DE2-2F00-4EC5-B0F1-28E2784D8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711"/>
              <a:ext cx="25" cy="44"/>
            </a:xfrm>
            <a:custGeom>
              <a:avLst/>
              <a:gdLst>
                <a:gd name="T0" fmla="*/ 0 w 7"/>
                <a:gd name="T1" fmla="*/ 55 h 12"/>
                <a:gd name="T2" fmla="*/ 89 w 7"/>
                <a:gd name="T3" fmla="*/ 590 h 12"/>
                <a:gd name="T4" fmla="*/ 268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1"/>
                  </a:moveTo>
                  <a:cubicBezTo>
                    <a:pt x="2" y="5"/>
                    <a:pt x="1" y="8"/>
                    <a:pt x="2" y="12"/>
                  </a:cubicBezTo>
                  <a:cubicBezTo>
                    <a:pt x="4" y="9"/>
                    <a:pt x="7" y="3"/>
                    <a:pt x="6" y="0"/>
                  </a:cubicBezTo>
                </a:path>
              </a:pathLst>
            </a:custGeom>
            <a:solidFill>
              <a:srgbClr val="210C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8" name="Freeform 547">
              <a:extLst>
                <a:ext uri="{FF2B5EF4-FFF2-40B4-BE49-F238E27FC236}">
                  <a16:creationId xmlns:a16="http://schemas.microsoft.com/office/drawing/2014/main" id="{6E25EAFD-78E7-4567-AEAF-3F8DF7E1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622"/>
              <a:ext cx="35" cy="78"/>
            </a:xfrm>
            <a:custGeom>
              <a:avLst/>
              <a:gdLst>
                <a:gd name="T0" fmla="*/ 0 w 10"/>
                <a:gd name="T1" fmla="*/ 0 h 21"/>
                <a:gd name="T2" fmla="*/ 259 w 10"/>
                <a:gd name="T3" fmla="*/ 661 h 21"/>
                <a:gd name="T4" fmla="*/ 392 w 10"/>
                <a:gd name="T5" fmla="*/ 1077 h 21"/>
                <a:gd name="T6" fmla="*/ 343 w 10"/>
                <a:gd name="T7" fmla="*/ 565 h 21"/>
                <a:gd name="T8" fmla="*/ 172 w 10"/>
                <a:gd name="T9" fmla="*/ 15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2" y="4"/>
                    <a:pt x="4" y="8"/>
                    <a:pt x="6" y="13"/>
                  </a:cubicBezTo>
                  <a:cubicBezTo>
                    <a:pt x="7" y="15"/>
                    <a:pt x="7" y="19"/>
                    <a:pt x="9" y="21"/>
                  </a:cubicBezTo>
                  <a:cubicBezTo>
                    <a:pt x="10" y="17"/>
                    <a:pt x="10" y="14"/>
                    <a:pt x="8" y="11"/>
                  </a:cubicBezTo>
                  <a:cubicBezTo>
                    <a:pt x="7" y="8"/>
                    <a:pt x="5" y="6"/>
                    <a:pt x="4" y="3"/>
                  </a:cubicBezTo>
                </a:path>
              </a:pathLst>
            </a:custGeom>
            <a:solidFill>
              <a:srgbClr val="210C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9" name="Freeform 548">
              <a:extLst>
                <a:ext uri="{FF2B5EF4-FFF2-40B4-BE49-F238E27FC236}">
                  <a16:creationId xmlns:a16="http://schemas.microsoft.com/office/drawing/2014/main" id="{ED5273B6-64C9-47D4-9591-5F5BD0EA7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630"/>
              <a:ext cx="84" cy="140"/>
            </a:xfrm>
            <a:custGeom>
              <a:avLst/>
              <a:gdLst>
                <a:gd name="T0" fmla="*/ 172 w 24"/>
                <a:gd name="T1" fmla="*/ 895 h 38"/>
                <a:gd name="T2" fmla="*/ 515 w 24"/>
                <a:gd name="T3" fmla="*/ 1901 h 38"/>
                <a:gd name="T4" fmla="*/ 88 w 24"/>
                <a:gd name="T5" fmla="*/ 1098 h 38"/>
                <a:gd name="T6" fmla="*/ 1029 w 24"/>
                <a:gd name="T7" fmla="*/ 0 h 38"/>
                <a:gd name="T8" fmla="*/ 172 w 24"/>
                <a:gd name="T9" fmla="*/ 89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8">
                  <a:moveTo>
                    <a:pt x="4" y="18"/>
                  </a:moveTo>
                  <a:cubicBezTo>
                    <a:pt x="2" y="25"/>
                    <a:pt x="8" y="35"/>
                    <a:pt x="12" y="38"/>
                  </a:cubicBezTo>
                  <a:cubicBezTo>
                    <a:pt x="12" y="38"/>
                    <a:pt x="3" y="34"/>
                    <a:pt x="2" y="22"/>
                  </a:cubicBezTo>
                  <a:cubicBezTo>
                    <a:pt x="0" y="9"/>
                    <a:pt x="16" y="2"/>
                    <a:pt x="24" y="0"/>
                  </a:cubicBezTo>
                  <a:cubicBezTo>
                    <a:pt x="18" y="2"/>
                    <a:pt x="5" y="11"/>
                    <a:pt x="4" y="18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0" name="Freeform 549">
              <a:extLst>
                <a:ext uri="{FF2B5EF4-FFF2-40B4-BE49-F238E27FC236}">
                  <a16:creationId xmlns:a16="http://schemas.microsoft.com/office/drawing/2014/main" id="{26F312D4-0DD9-4A83-84AE-1C5DDE41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604"/>
              <a:ext cx="93" cy="122"/>
            </a:xfrm>
            <a:custGeom>
              <a:avLst/>
              <a:gdLst>
                <a:gd name="T0" fmla="*/ 1102 w 27"/>
                <a:gd name="T1" fmla="*/ 0 h 33"/>
                <a:gd name="T2" fmla="*/ 83 w 27"/>
                <a:gd name="T3" fmla="*/ 1667 h 33"/>
                <a:gd name="T4" fmla="*/ 1102 w 2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27" y="0"/>
                  </a:moveTo>
                  <a:cubicBezTo>
                    <a:pt x="19" y="1"/>
                    <a:pt x="0" y="10"/>
                    <a:pt x="2" y="33"/>
                  </a:cubicBezTo>
                  <a:cubicBezTo>
                    <a:pt x="3" y="27"/>
                    <a:pt x="6" y="7"/>
                    <a:pt x="27" y="0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1" name="Freeform 550">
              <a:extLst>
                <a:ext uri="{FF2B5EF4-FFF2-40B4-BE49-F238E27FC236}">
                  <a16:creationId xmlns:a16="http://schemas.microsoft.com/office/drawing/2014/main" id="{3A62E6A3-95F2-4C81-BCF4-7E31544A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630"/>
              <a:ext cx="45" cy="162"/>
            </a:xfrm>
            <a:custGeom>
              <a:avLst/>
              <a:gdLst>
                <a:gd name="T0" fmla="*/ 540 w 13"/>
                <a:gd name="T1" fmla="*/ 0 h 44"/>
                <a:gd name="T2" fmla="*/ 502 w 13"/>
                <a:gd name="T3" fmla="*/ 2194 h 44"/>
                <a:gd name="T4" fmla="*/ 540 w 1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4">
                  <a:moveTo>
                    <a:pt x="13" y="0"/>
                  </a:moveTo>
                  <a:cubicBezTo>
                    <a:pt x="8" y="5"/>
                    <a:pt x="0" y="25"/>
                    <a:pt x="12" y="44"/>
                  </a:cubicBezTo>
                  <a:cubicBezTo>
                    <a:pt x="8" y="32"/>
                    <a:pt x="4" y="18"/>
                    <a:pt x="13" y="0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2" name="Freeform 551">
              <a:extLst>
                <a:ext uri="{FF2B5EF4-FFF2-40B4-BE49-F238E27FC236}">
                  <a16:creationId xmlns:a16="http://schemas.microsoft.com/office/drawing/2014/main" id="{6E950A42-DF5A-467F-8F72-F04C544B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85"/>
              <a:ext cx="83" cy="218"/>
            </a:xfrm>
            <a:custGeom>
              <a:avLst/>
              <a:gdLst>
                <a:gd name="T0" fmla="*/ 993 w 24"/>
                <a:gd name="T1" fmla="*/ 0 h 59"/>
                <a:gd name="T2" fmla="*/ 657 w 24"/>
                <a:gd name="T3" fmla="*/ 2974 h 59"/>
                <a:gd name="T4" fmla="*/ 993 w 24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9">
                  <a:moveTo>
                    <a:pt x="24" y="0"/>
                  </a:moveTo>
                  <a:cubicBezTo>
                    <a:pt x="18" y="4"/>
                    <a:pt x="0" y="27"/>
                    <a:pt x="16" y="59"/>
                  </a:cubicBezTo>
                  <a:cubicBezTo>
                    <a:pt x="12" y="46"/>
                    <a:pt x="5" y="24"/>
                    <a:pt x="24" y="0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3" name="Freeform 552">
              <a:extLst>
                <a:ext uri="{FF2B5EF4-FFF2-40B4-BE49-F238E27FC236}">
                  <a16:creationId xmlns:a16="http://schemas.microsoft.com/office/drawing/2014/main" id="{9ED3B851-673C-446A-860E-6E7086A10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500"/>
              <a:ext cx="132" cy="170"/>
            </a:xfrm>
            <a:custGeom>
              <a:avLst/>
              <a:gdLst>
                <a:gd name="T0" fmla="*/ 0 w 38"/>
                <a:gd name="T1" fmla="*/ 2321 h 46"/>
                <a:gd name="T2" fmla="*/ 1594 w 38"/>
                <a:gd name="T3" fmla="*/ 0 h 46"/>
                <a:gd name="T4" fmla="*/ 0 w 38"/>
                <a:gd name="T5" fmla="*/ 232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6">
                  <a:moveTo>
                    <a:pt x="0" y="46"/>
                  </a:moveTo>
                  <a:cubicBezTo>
                    <a:pt x="2" y="34"/>
                    <a:pt x="13" y="10"/>
                    <a:pt x="38" y="0"/>
                  </a:cubicBezTo>
                  <a:cubicBezTo>
                    <a:pt x="33" y="3"/>
                    <a:pt x="8" y="18"/>
                    <a:pt x="0" y="46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4" name="Freeform 553">
              <a:extLst>
                <a:ext uri="{FF2B5EF4-FFF2-40B4-BE49-F238E27FC236}">
                  <a16:creationId xmlns:a16="http://schemas.microsoft.com/office/drawing/2014/main" id="{8C299ED0-5847-444B-B3BB-05CF7D05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678"/>
              <a:ext cx="41" cy="92"/>
            </a:xfrm>
            <a:custGeom>
              <a:avLst/>
              <a:gdLst>
                <a:gd name="T0" fmla="*/ 34 w 12"/>
                <a:gd name="T1" fmla="*/ 0 h 25"/>
                <a:gd name="T2" fmla="*/ 164 w 12"/>
                <a:gd name="T3" fmla="*/ 394 h 25"/>
                <a:gd name="T4" fmla="*/ 362 w 12"/>
                <a:gd name="T5" fmla="*/ 854 h 25"/>
                <a:gd name="T6" fmla="*/ 164 w 12"/>
                <a:gd name="T7" fmla="*/ 1152 h 25"/>
                <a:gd name="T8" fmla="*/ 444 w 12"/>
                <a:gd name="T9" fmla="*/ 854 h 25"/>
                <a:gd name="T10" fmla="*/ 280 w 12"/>
                <a:gd name="T11" fmla="*/ 445 h 25"/>
                <a:gd name="T12" fmla="*/ 34 w 12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5">
                  <a:moveTo>
                    <a:pt x="1" y="0"/>
                  </a:moveTo>
                  <a:cubicBezTo>
                    <a:pt x="0" y="3"/>
                    <a:pt x="0" y="4"/>
                    <a:pt x="4" y="8"/>
                  </a:cubicBezTo>
                  <a:cubicBezTo>
                    <a:pt x="7" y="12"/>
                    <a:pt x="10" y="13"/>
                    <a:pt x="9" y="17"/>
                  </a:cubicBezTo>
                  <a:cubicBezTo>
                    <a:pt x="8" y="22"/>
                    <a:pt x="6" y="24"/>
                    <a:pt x="4" y="23"/>
                  </a:cubicBezTo>
                  <a:cubicBezTo>
                    <a:pt x="8" y="25"/>
                    <a:pt x="10" y="21"/>
                    <a:pt x="11" y="17"/>
                  </a:cubicBezTo>
                  <a:cubicBezTo>
                    <a:pt x="12" y="13"/>
                    <a:pt x="9" y="11"/>
                    <a:pt x="7" y="9"/>
                  </a:cubicBezTo>
                  <a:cubicBezTo>
                    <a:pt x="5" y="7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5" name="Freeform 554">
              <a:extLst>
                <a:ext uri="{FF2B5EF4-FFF2-40B4-BE49-F238E27FC236}">
                  <a16:creationId xmlns:a16="http://schemas.microsoft.com/office/drawing/2014/main" id="{05A3ECF4-FBB8-4D86-9E89-2A348475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704"/>
              <a:ext cx="42" cy="85"/>
            </a:xfrm>
            <a:custGeom>
              <a:avLst/>
              <a:gdLst>
                <a:gd name="T0" fmla="*/ 259 w 12"/>
                <a:gd name="T1" fmla="*/ 0 h 23"/>
                <a:gd name="T2" fmla="*/ 431 w 12"/>
                <a:gd name="T3" fmla="*/ 602 h 23"/>
                <a:gd name="T4" fmla="*/ 0 w 12"/>
                <a:gd name="T5" fmla="*/ 1160 h 23"/>
                <a:gd name="T6" fmla="*/ 515 w 12"/>
                <a:gd name="T7" fmla="*/ 602 h 23"/>
                <a:gd name="T8" fmla="*/ 259 w 12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6" y="0"/>
                  </a:moveTo>
                  <a:cubicBezTo>
                    <a:pt x="8" y="5"/>
                    <a:pt x="10" y="9"/>
                    <a:pt x="10" y="12"/>
                  </a:cubicBezTo>
                  <a:cubicBezTo>
                    <a:pt x="11" y="15"/>
                    <a:pt x="6" y="21"/>
                    <a:pt x="0" y="23"/>
                  </a:cubicBezTo>
                  <a:cubicBezTo>
                    <a:pt x="8" y="21"/>
                    <a:pt x="12" y="16"/>
                    <a:pt x="12" y="12"/>
                  </a:cubicBezTo>
                  <a:cubicBezTo>
                    <a:pt x="12" y="7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6" name="Freeform 555">
              <a:extLst>
                <a:ext uri="{FF2B5EF4-FFF2-40B4-BE49-F238E27FC236}">
                  <a16:creationId xmlns:a16="http://schemas.microsoft.com/office/drawing/2014/main" id="{5830FCE3-4F9B-4569-B67B-72D045A76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644"/>
              <a:ext cx="52" cy="130"/>
            </a:xfrm>
            <a:custGeom>
              <a:avLst/>
              <a:gdLst>
                <a:gd name="T0" fmla="*/ 35 w 15"/>
                <a:gd name="T1" fmla="*/ 0 h 35"/>
                <a:gd name="T2" fmla="*/ 0 w 15"/>
                <a:gd name="T3" fmla="*/ 1794 h 35"/>
                <a:gd name="T4" fmla="*/ 35 w 1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5">
                  <a:moveTo>
                    <a:pt x="1" y="0"/>
                  </a:moveTo>
                  <a:cubicBezTo>
                    <a:pt x="6" y="4"/>
                    <a:pt x="13" y="20"/>
                    <a:pt x="0" y="35"/>
                  </a:cubicBezTo>
                  <a:cubicBezTo>
                    <a:pt x="8" y="28"/>
                    <a:pt x="15" y="10"/>
                    <a:pt x="1" y="0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7" name="Freeform 556">
              <a:extLst>
                <a:ext uri="{FF2B5EF4-FFF2-40B4-BE49-F238E27FC236}">
                  <a16:creationId xmlns:a16="http://schemas.microsoft.com/office/drawing/2014/main" id="{A8B253DF-B8B5-4D1F-830A-407437619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715"/>
              <a:ext cx="129" cy="151"/>
            </a:xfrm>
            <a:custGeom>
              <a:avLst/>
              <a:gdLst>
                <a:gd name="T0" fmla="*/ 0 w 37"/>
                <a:gd name="T1" fmla="*/ 2048 h 41"/>
                <a:gd name="T2" fmla="*/ 1569 w 37"/>
                <a:gd name="T3" fmla="*/ 0 h 41"/>
                <a:gd name="T4" fmla="*/ 0 w 37"/>
                <a:gd name="T5" fmla="*/ 204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1">
                  <a:moveTo>
                    <a:pt x="0" y="41"/>
                  </a:moveTo>
                  <a:cubicBezTo>
                    <a:pt x="28" y="36"/>
                    <a:pt x="36" y="8"/>
                    <a:pt x="37" y="0"/>
                  </a:cubicBezTo>
                  <a:cubicBezTo>
                    <a:pt x="35" y="19"/>
                    <a:pt x="26" y="38"/>
                    <a:pt x="0" y="41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8" name="Freeform 557">
              <a:extLst>
                <a:ext uri="{FF2B5EF4-FFF2-40B4-BE49-F238E27FC236}">
                  <a16:creationId xmlns:a16="http://schemas.microsoft.com/office/drawing/2014/main" id="{F7137232-8B9E-4254-944C-F10A7456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741"/>
              <a:ext cx="72" cy="122"/>
            </a:xfrm>
            <a:custGeom>
              <a:avLst/>
              <a:gdLst>
                <a:gd name="T0" fmla="*/ 0 w 21"/>
                <a:gd name="T1" fmla="*/ 1667 h 33"/>
                <a:gd name="T2" fmla="*/ 813 w 21"/>
                <a:gd name="T3" fmla="*/ 0 h 33"/>
                <a:gd name="T4" fmla="*/ 0 w 21"/>
                <a:gd name="T5" fmla="*/ 166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13" y="24"/>
                    <a:pt x="19" y="8"/>
                    <a:pt x="20" y="0"/>
                  </a:cubicBezTo>
                  <a:cubicBezTo>
                    <a:pt x="21" y="10"/>
                    <a:pt x="15" y="27"/>
                    <a:pt x="0" y="33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9" name="Freeform 558">
              <a:extLst>
                <a:ext uri="{FF2B5EF4-FFF2-40B4-BE49-F238E27FC236}">
                  <a16:creationId xmlns:a16="http://schemas.microsoft.com/office/drawing/2014/main" id="{195D62D8-E82C-4305-AEF5-AF82A5661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66"/>
              <a:ext cx="77" cy="74"/>
            </a:xfrm>
            <a:custGeom>
              <a:avLst/>
              <a:gdLst>
                <a:gd name="T0" fmla="*/ 945 w 22"/>
                <a:gd name="T1" fmla="*/ 0 h 20"/>
                <a:gd name="T2" fmla="*/ 172 w 22"/>
                <a:gd name="T3" fmla="*/ 766 h 20"/>
                <a:gd name="T4" fmla="*/ 172 w 22"/>
                <a:gd name="T5" fmla="*/ 1014 h 20"/>
                <a:gd name="T6" fmla="*/ 308 w 22"/>
                <a:gd name="T7" fmla="*/ 766 h 20"/>
                <a:gd name="T8" fmla="*/ 945 w 2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2" y="0"/>
                  </a:moveTo>
                  <a:cubicBezTo>
                    <a:pt x="18" y="5"/>
                    <a:pt x="7" y="13"/>
                    <a:pt x="4" y="15"/>
                  </a:cubicBezTo>
                  <a:cubicBezTo>
                    <a:pt x="0" y="17"/>
                    <a:pt x="2" y="20"/>
                    <a:pt x="4" y="20"/>
                  </a:cubicBezTo>
                  <a:cubicBezTo>
                    <a:pt x="3" y="18"/>
                    <a:pt x="4" y="16"/>
                    <a:pt x="7" y="15"/>
                  </a:cubicBezTo>
                  <a:cubicBezTo>
                    <a:pt x="10" y="13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CC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0" name="Freeform 559">
              <a:extLst>
                <a:ext uri="{FF2B5EF4-FFF2-40B4-BE49-F238E27FC236}">
                  <a16:creationId xmlns:a16="http://schemas.microsoft.com/office/drawing/2014/main" id="{5BCD02A1-A528-4915-BA80-622EB7C7B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923"/>
              <a:ext cx="142" cy="159"/>
            </a:xfrm>
            <a:custGeom>
              <a:avLst/>
              <a:gdLst>
                <a:gd name="T0" fmla="*/ 745 w 41"/>
                <a:gd name="T1" fmla="*/ 355 h 43"/>
                <a:gd name="T2" fmla="*/ 83 w 41"/>
                <a:gd name="T3" fmla="*/ 862 h 43"/>
                <a:gd name="T4" fmla="*/ 419 w 41"/>
                <a:gd name="T5" fmla="*/ 2174 h 43"/>
                <a:gd name="T6" fmla="*/ 287 w 41"/>
                <a:gd name="T7" fmla="*/ 1424 h 43"/>
                <a:gd name="T8" fmla="*/ 457 w 41"/>
                <a:gd name="T9" fmla="*/ 862 h 43"/>
                <a:gd name="T10" fmla="*/ 1704 w 41"/>
                <a:gd name="T11" fmla="*/ 55 h 43"/>
                <a:gd name="T12" fmla="*/ 1500 w 41"/>
                <a:gd name="T13" fmla="*/ 5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18" y="7"/>
                  </a:moveTo>
                  <a:cubicBezTo>
                    <a:pt x="13" y="10"/>
                    <a:pt x="4" y="12"/>
                    <a:pt x="2" y="17"/>
                  </a:cubicBezTo>
                  <a:cubicBezTo>
                    <a:pt x="0" y="22"/>
                    <a:pt x="6" y="40"/>
                    <a:pt x="10" y="43"/>
                  </a:cubicBezTo>
                  <a:cubicBezTo>
                    <a:pt x="9" y="38"/>
                    <a:pt x="7" y="33"/>
                    <a:pt x="7" y="28"/>
                  </a:cubicBezTo>
                  <a:cubicBezTo>
                    <a:pt x="7" y="23"/>
                    <a:pt x="8" y="20"/>
                    <a:pt x="11" y="17"/>
                  </a:cubicBezTo>
                  <a:cubicBezTo>
                    <a:pt x="19" y="9"/>
                    <a:pt x="31" y="5"/>
                    <a:pt x="41" y="1"/>
                  </a:cubicBezTo>
                  <a:cubicBezTo>
                    <a:pt x="39" y="0"/>
                    <a:pt x="37" y="1"/>
                    <a:pt x="36" y="1"/>
                  </a:cubicBezTo>
                </a:path>
              </a:pathLst>
            </a:custGeom>
            <a:solidFill>
              <a:srgbClr val="F8D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1" name="Freeform 560">
              <a:extLst>
                <a:ext uri="{FF2B5EF4-FFF2-40B4-BE49-F238E27FC236}">
                  <a16:creationId xmlns:a16="http://schemas.microsoft.com/office/drawing/2014/main" id="{C66A549A-21D8-40F4-82A7-DD2112065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27"/>
              <a:ext cx="114" cy="81"/>
            </a:xfrm>
            <a:custGeom>
              <a:avLst/>
              <a:gdLst>
                <a:gd name="T0" fmla="*/ 0 w 33"/>
                <a:gd name="T1" fmla="*/ 1097 h 22"/>
                <a:gd name="T2" fmla="*/ 1361 w 33"/>
                <a:gd name="T3" fmla="*/ 394 h 22"/>
                <a:gd name="T4" fmla="*/ 739 w 33"/>
                <a:gd name="T5" fmla="*/ 151 h 22"/>
                <a:gd name="T6" fmla="*/ 0 w 33"/>
                <a:gd name="T7" fmla="*/ 109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2">
                  <a:moveTo>
                    <a:pt x="0" y="22"/>
                  </a:moveTo>
                  <a:cubicBezTo>
                    <a:pt x="5" y="10"/>
                    <a:pt x="26" y="0"/>
                    <a:pt x="33" y="8"/>
                  </a:cubicBezTo>
                  <a:cubicBezTo>
                    <a:pt x="32" y="1"/>
                    <a:pt x="24" y="1"/>
                    <a:pt x="18" y="3"/>
                  </a:cubicBezTo>
                  <a:cubicBezTo>
                    <a:pt x="9" y="6"/>
                    <a:pt x="2" y="16"/>
                    <a:pt x="0" y="22"/>
                  </a:cubicBezTo>
                </a:path>
              </a:pathLst>
            </a:custGeom>
            <a:solidFill>
              <a:srgbClr val="FA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2" name="Freeform 561">
              <a:extLst>
                <a:ext uri="{FF2B5EF4-FFF2-40B4-BE49-F238E27FC236}">
                  <a16:creationId xmlns:a16="http://schemas.microsoft.com/office/drawing/2014/main" id="{FBCFB1C8-53A0-4014-92C6-7A27AF33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315"/>
              <a:ext cx="174" cy="170"/>
            </a:xfrm>
            <a:custGeom>
              <a:avLst/>
              <a:gdLst>
                <a:gd name="T0" fmla="*/ 967 w 50"/>
                <a:gd name="T1" fmla="*/ 55 h 46"/>
                <a:gd name="T2" fmla="*/ 292 w 50"/>
                <a:gd name="T3" fmla="*/ 806 h 46"/>
                <a:gd name="T4" fmla="*/ 0 w 50"/>
                <a:gd name="T5" fmla="*/ 2321 h 46"/>
                <a:gd name="T6" fmla="*/ 849 w 50"/>
                <a:gd name="T7" fmla="*/ 602 h 46"/>
                <a:gd name="T8" fmla="*/ 1563 w 50"/>
                <a:gd name="T9" fmla="*/ 299 h 46"/>
                <a:gd name="T10" fmla="*/ 2109 w 50"/>
                <a:gd name="T11" fmla="*/ 152 h 46"/>
                <a:gd name="T12" fmla="*/ 1176 w 50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6">
                  <a:moveTo>
                    <a:pt x="23" y="1"/>
                  </a:moveTo>
                  <a:cubicBezTo>
                    <a:pt x="18" y="6"/>
                    <a:pt x="10" y="10"/>
                    <a:pt x="7" y="16"/>
                  </a:cubicBezTo>
                  <a:cubicBezTo>
                    <a:pt x="3" y="24"/>
                    <a:pt x="0" y="38"/>
                    <a:pt x="0" y="46"/>
                  </a:cubicBezTo>
                  <a:cubicBezTo>
                    <a:pt x="2" y="34"/>
                    <a:pt x="10" y="20"/>
                    <a:pt x="20" y="12"/>
                  </a:cubicBezTo>
                  <a:cubicBezTo>
                    <a:pt x="26" y="8"/>
                    <a:pt x="30" y="7"/>
                    <a:pt x="37" y="6"/>
                  </a:cubicBezTo>
                  <a:cubicBezTo>
                    <a:pt x="42" y="6"/>
                    <a:pt x="47" y="6"/>
                    <a:pt x="50" y="3"/>
                  </a:cubicBezTo>
                  <a:cubicBezTo>
                    <a:pt x="46" y="0"/>
                    <a:pt x="34" y="0"/>
                    <a:pt x="28" y="0"/>
                  </a:cubicBezTo>
                </a:path>
              </a:pathLst>
            </a:custGeom>
            <a:solidFill>
              <a:srgbClr val="F8D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3" name="Freeform 562">
              <a:extLst>
                <a:ext uri="{FF2B5EF4-FFF2-40B4-BE49-F238E27FC236}">
                  <a16:creationId xmlns:a16="http://schemas.microsoft.com/office/drawing/2014/main" id="{8E0285BF-3941-4ED2-8D99-95446DDA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400"/>
              <a:ext cx="152" cy="100"/>
            </a:xfrm>
            <a:custGeom>
              <a:avLst/>
              <a:gdLst>
                <a:gd name="T0" fmla="*/ 788 w 44"/>
                <a:gd name="T1" fmla="*/ 0 h 27"/>
                <a:gd name="T2" fmla="*/ 0 w 44"/>
                <a:gd name="T3" fmla="*/ 1370 h 27"/>
                <a:gd name="T4" fmla="*/ 788 w 44"/>
                <a:gd name="T5" fmla="*/ 300 h 27"/>
                <a:gd name="T6" fmla="*/ 1610 w 44"/>
                <a:gd name="T7" fmla="*/ 811 h 27"/>
                <a:gd name="T8" fmla="*/ 1240 w 44"/>
                <a:gd name="T9" fmla="*/ 9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7">
                  <a:moveTo>
                    <a:pt x="19" y="0"/>
                  </a:moveTo>
                  <a:cubicBezTo>
                    <a:pt x="0" y="4"/>
                    <a:pt x="0" y="10"/>
                    <a:pt x="0" y="27"/>
                  </a:cubicBezTo>
                  <a:cubicBezTo>
                    <a:pt x="5" y="18"/>
                    <a:pt x="8" y="8"/>
                    <a:pt x="19" y="6"/>
                  </a:cubicBezTo>
                  <a:cubicBezTo>
                    <a:pt x="26" y="5"/>
                    <a:pt x="36" y="10"/>
                    <a:pt x="39" y="16"/>
                  </a:cubicBezTo>
                  <a:cubicBezTo>
                    <a:pt x="44" y="5"/>
                    <a:pt x="34" y="7"/>
                    <a:pt x="30" y="2"/>
                  </a:cubicBezTo>
                </a:path>
              </a:pathLst>
            </a:custGeom>
            <a:solidFill>
              <a:srgbClr val="F8D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4" name="Freeform 563">
              <a:extLst>
                <a:ext uri="{FF2B5EF4-FFF2-40B4-BE49-F238E27FC236}">
                  <a16:creationId xmlns:a16="http://schemas.microsoft.com/office/drawing/2014/main" id="{9681C348-04F7-4751-80CF-818E3FC2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356"/>
              <a:ext cx="90" cy="41"/>
            </a:xfrm>
            <a:custGeom>
              <a:avLst/>
              <a:gdLst>
                <a:gd name="T0" fmla="*/ 419 w 26"/>
                <a:gd name="T1" fmla="*/ 417 h 11"/>
                <a:gd name="T2" fmla="*/ 1080 w 26"/>
                <a:gd name="T3" fmla="*/ 0 h 11"/>
                <a:gd name="T4" fmla="*/ 827 w 26"/>
                <a:gd name="T5" fmla="*/ 209 h 11"/>
                <a:gd name="T6" fmla="*/ 502 w 26"/>
                <a:gd name="T7" fmla="*/ 209 h 11"/>
                <a:gd name="T8" fmla="*/ 0 w 26"/>
                <a:gd name="T9" fmla="*/ 57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10" y="8"/>
                  </a:moveTo>
                  <a:cubicBezTo>
                    <a:pt x="16" y="8"/>
                    <a:pt x="22" y="5"/>
                    <a:pt x="26" y="0"/>
                  </a:cubicBezTo>
                  <a:cubicBezTo>
                    <a:pt x="24" y="1"/>
                    <a:pt x="22" y="3"/>
                    <a:pt x="20" y="4"/>
                  </a:cubicBezTo>
                  <a:cubicBezTo>
                    <a:pt x="17" y="5"/>
                    <a:pt x="16" y="4"/>
                    <a:pt x="12" y="4"/>
                  </a:cubicBezTo>
                  <a:cubicBezTo>
                    <a:pt x="6" y="5"/>
                    <a:pt x="5" y="7"/>
                    <a:pt x="0" y="11"/>
                  </a:cubicBezTo>
                </a:path>
              </a:pathLst>
            </a:custGeom>
            <a:solidFill>
              <a:srgbClr val="F8D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5" name="Freeform 564">
              <a:extLst>
                <a:ext uri="{FF2B5EF4-FFF2-40B4-BE49-F238E27FC236}">
                  <a16:creationId xmlns:a16="http://schemas.microsoft.com/office/drawing/2014/main" id="{8FF7858B-31A6-4D15-B3F8-3B198AE98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090"/>
              <a:ext cx="121" cy="159"/>
            </a:xfrm>
            <a:custGeom>
              <a:avLst/>
              <a:gdLst>
                <a:gd name="T0" fmla="*/ 1411 w 35"/>
                <a:gd name="T1" fmla="*/ 248 h 43"/>
                <a:gd name="T2" fmla="*/ 335 w 35"/>
                <a:gd name="T3" fmla="*/ 1109 h 43"/>
                <a:gd name="T4" fmla="*/ 370 w 35"/>
                <a:gd name="T5" fmla="*/ 2174 h 43"/>
                <a:gd name="T6" fmla="*/ 418 w 35"/>
                <a:gd name="T7" fmla="*/ 1572 h 43"/>
                <a:gd name="T8" fmla="*/ 491 w 35"/>
                <a:gd name="T9" fmla="*/ 1926 h 43"/>
                <a:gd name="T10" fmla="*/ 657 w 35"/>
                <a:gd name="T11" fmla="*/ 1516 h 43"/>
                <a:gd name="T12" fmla="*/ 826 w 35"/>
                <a:gd name="T13" fmla="*/ 1926 h 43"/>
                <a:gd name="T14" fmla="*/ 992 w 35"/>
                <a:gd name="T15" fmla="*/ 958 h 43"/>
                <a:gd name="T16" fmla="*/ 1411 w 35"/>
                <a:gd name="T17" fmla="*/ 603 h 43"/>
                <a:gd name="T18" fmla="*/ 1445 w 35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43">
                  <a:moveTo>
                    <a:pt x="34" y="5"/>
                  </a:moveTo>
                  <a:cubicBezTo>
                    <a:pt x="29" y="16"/>
                    <a:pt x="17" y="17"/>
                    <a:pt x="8" y="22"/>
                  </a:cubicBezTo>
                  <a:cubicBezTo>
                    <a:pt x="0" y="26"/>
                    <a:pt x="3" y="37"/>
                    <a:pt x="9" y="43"/>
                  </a:cubicBezTo>
                  <a:cubicBezTo>
                    <a:pt x="8" y="39"/>
                    <a:pt x="5" y="32"/>
                    <a:pt x="10" y="31"/>
                  </a:cubicBezTo>
                  <a:cubicBezTo>
                    <a:pt x="11" y="33"/>
                    <a:pt x="12" y="36"/>
                    <a:pt x="12" y="38"/>
                  </a:cubicBezTo>
                  <a:cubicBezTo>
                    <a:pt x="13" y="35"/>
                    <a:pt x="13" y="32"/>
                    <a:pt x="16" y="30"/>
                  </a:cubicBezTo>
                  <a:cubicBezTo>
                    <a:pt x="18" y="32"/>
                    <a:pt x="19" y="35"/>
                    <a:pt x="20" y="38"/>
                  </a:cubicBezTo>
                  <a:cubicBezTo>
                    <a:pt x="20" y="31"/>
                    <a:pt x="16" y="24"/>
                    <a:pt x="24" y="19"/>
                  </a:cubicBezTo>
                  <a:cubicBezTo>
                    <a:pt x="29" y="16"/>
                    <a:pt x="31" y="17"/>
                    <a:pt x="34" y="12"/>
                  </a:cubicBezTo>
                  <a:cubicBezTo>
                    <a:pt x="35" y="8"/>
                    <a:pt x="35" y="4"/>
                    <a:pt x="35" y="0"/>
                  </a:cubicBezTo>
                </a:path>
              </a:pathLst>
            </a:custGeom>
            <a:solidFill>
              <a:srgbClr val="F8D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6" name="Freeform 565">
              <a:extLst>
                <a:ext uri="{FF2B5EF4-FFF2-40B4-BE49-F238E27FC236}">
                  <a16:creationId xmlns:a16="http://schemas.microsoft.com/office/drawing/2014/main" id="{7DE1EE1B-C282-4E73-BB1D-7BEEFE1AC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957"/>
              <a:ext cx="180" cy="166"/>
            </a:xfrm>
            <a:custGeom>
              <a:avLst/>
              <a:gdLst>
                <a:gd name="T0" fmla="*/ 1115 w 52"/>
                <a:gd name="T1" fmla="*/ 203 h 45"/>
                <a:gd name="T2" fmla="*/ 706 w 52"/>
                <a:gd name="T3" fmla="*/ 2258 h 45"/>
                <a:gd name="T4" fmla="*/ 1163 w 52"/>
                <a:gd name="T5" fmla="*/ 1158 h 45"/>
                <a:gd name="T6" fmla="*/ 2157 w 52"/>
                <a:gd name="T7" fmla="*/ 856 h 45"/>
                <a:gd name="T8" fmla="*/ 1499 w 52"/>
                <a:gd name="T9" fmla="*/ 653 h 45"/>
                <a:gd name="T10" fmla="*/ 1367 w 52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5">
                  <a:moveTo>
                    <a:pt x="27" y="4"/>
                  </a:moveTo>
                  <a:cubicBezTo>
                    <a:pt x="19" y="10"/>
                    <a:pt x="0" y="38"/>
                    <a:pt x="17" y="45"/>
                  </a:cubicBezTo>
                  <a:cubicBezTo>
                    <a:pt x="20" y="36"/>
                    <a:pt x="20" y="30"/>
                    <a:pt x="28" y="23"/>
                  </a:cubicBezTo>
                  <a:cubicBezTo>
                    <a:pt x="34" y="19"/>
                    <a:pt x="44" y="15"/>
                    <a:pt x="52" y="17"/>
                  </a:cubicBezTo>
                  <a:cubicBezTo>
                    <a:pt x="48" y="11"/>
                    <a:pt x="41" y="14"/>
                    <a:pt x="36" y="13"/>
                  </a:cubicBezTo>
                  <a:cubicBezTo>
                    <a:pt x="29" y="12"/>
                    <a:pt x="28" y="5"/>
                    <a:pt x="33" y="0"/>
                  </a:cubicBezTo>
                </a:path>
              </a:pathLst>
            </a:custGeom>
            <a:solidFill>
              <a:srgbClr val="D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7" name="Freeform 566">
              <a:extLst>
                <a:ext uri="{FF2B5EF4-FFF2-40B4-BE49-F238E27FC236}">
                  <a16:creationId xmlns:a16="http://schemas.microsoft.com/office/drawing/2014/main" id="{0843584B-4418-4B93-89BE-2112A1C37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45"/>
              <a:ext cx="135" cy="85"/>
            </a:xfrm>
            <a:custGeom>
              <a:avLst/>
              <a:gdLst>
                <a:gd name="T0" fmla="*/ 0 w 39"/>
                <a:gd name="T1" fmla="*/ 1009 h 23"/>
                <a:gd name="T2" fmla="*/ 706 w 39"/>
                <a:gd name="T3" fmla="*/ 248 h 23"/>
                <a:gd name="T4" fmla="*/ 1198 w 39"/>
                <a:gd name="T5" fmla="*/ 96 h 23"/>
                <a:gd name="T6" fmla="*/ 827 w 39"/>
                <a:gd name="T7" fmla="*/ 1160 h 23"/>
                <a:gd name="T8" fmla="*/ 959 w 39"/>
                <a:gd name="T9" fmla="*/ 710 h 23"/>
                <a:gd name="T10" fmla="*/ 827 w 39"/>
                <a:gd name="T11" fmla="*/ 506 h 23"/>
                <a:gd name="T12" fmla="*/ 540 w 39"/>
                <a:gd name="T13" fmla="*/ 602 h 23"/>
                <a:gd name="T14" fmla="*/ 166 w 39"/>
                <a:gd name="T15" fmla="*/ 86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3">
                  <a:moveTo>
                    <a:pt x="0" y="20"/>
                  </a:moveTo>
                  <a:cubicBezTo>
                    <a:pt x="5" y="14"/>
                    <a:pt x="10" y="9"/>
                    <a:pt x="17" y="5"/>
                  </a:cubicBezTo>
                  <a:cubicBezTo>
                    <a:pt x="20" y="3"/>
                    <a:pt x="26" y="0"/>
                    <a:pt x="29" y="2"/>
                  </a:cubicBezTo>
                  <a:cubicBezTo>
                    <a:pt x="39" y="8"/>
                    <a:pt x="20" y="18"/>
                    <a:pt x="20" y="23"/>
                  </a:cubicBezTo>
                  <a:cubicBezTo>
                    <a:pt x="20" y="20"/>
                    <a:pt x="22" y="17"/>
                    <a:pt x="23" y="14"/>
                  </a:cubicBezTo>
                  <a:cubicBezTo>
                    <a:pt x="23" y="12"/>
                    <a:pt x="22" y="11"/>
                    <a:pt x="20" y="10"/>
                  </a:cubicBezTo>
                  <a:cubicBezTo>
                    <a:pt x="17" y="9"/>
                    <a:pt x="16" y="10"/>
                    <a:pt x="13" y="12"/>
                  </a:cubicBezTo>
                  <a:cubicBezTo>
                    <a:pt x="11" y="14"/>
                    <a:pt x="7" y="15"/>
                    <a:pt x="4" y="17"/>
                  </a:cubicBezTo>
                </a:path>
              </a:pathLst>
            </a:custGeom>
            <a:solidFill>
              <a:srgbClr val="D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8" name="Freeform 567">
              <a:extLst>
                <a:ext uri="{FF2B5EF4-FFF2-40B4-BE49-F238E27FC236}">
                  <a16:creationId xmlns:a16="http://schemas.microsoft.com/office/drawing/2014/main" id="{C59FF56A-FD56-475B-A603-7FFC4340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068"/>
              <a:ext cx="59" cy="85"/>
            </a:xfrm>
            <a:custGeom>
              <a:avLst/>
              <a:gdLst>
                <a:gd name="T0" fmla="*/ 0 w 17"/>
                <a:gd name="T1" fmla="*/ 806 h 23"/>
                <a:gd name="T2" fmla="*/ 420 w 17"/>
                <a:gd name="T3" fmla="*/ 710 h 23"/>
                <a:gd name="T4" fmla="*/ 507 w 17"/>
                <a:gd name="T5" fmla="*/ 451 h 23"/>
                <a:gd name="T6" fmla="*/ 711 w 17"/>
                <a:gd name="T7" fmla="*/ 0 h 23"/>
                <a:gd name="T8" fmla="*/ 673 w 17"/>
                <a:gd name="T9" fmla="*/ 861 h 23"/>
                <a:gd name="T10" fmla="*/ 375 w 17"/>
                <a:gd name="T11" fmla="*/ 1160 h 23"/>
                <a:gd name="T12" fmla="*/ 170 w 17"/>
                <a:gd name="T13" fmla="*/ 86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0" y="16"/>
                  </a:moveTo>
                  <a:cubicBezTo>
                    <a:pt x="3" y="18"/>
                    <a:pt x="8" y="17"/>
                    <a:pt x="10" y="14"/>
                  </a:cubicBezTo>
                  <a:cubicBezTo>
                    <a:pt x="11" y="13"/>
                    <a:pt x="11" y="11"/>
                    <a:pt x="12" y="9"/>
                  </a:cubicBezTo>
                  <a:cubicBezTo>
                    <a:pt x="13" y="5"/>
                    <a:pt x="15" y="3"/>
                    <a:pt x="17" y="0"/>
                  </a:cubicBezTo>
                  <a:cubicBezTo>
                    <a:pt x="14" y="5"/>
                    <a:pt x="13" y="12"/>
                    <a:pt x="16" y="17"/>
                  </a:cubicBezTo>
                  <a:cubicBezTo>
                    <a:pt x="13" y="13"/>
                    <a:pt x="9" y="20"/>
                    <a:pt x="9" y="23"/>
                  </a:cubicBezTo>
                  <a:cubicBezTo>
                    <a:pt x="9" y="20"/>
                    <a:pt x="6" y="17"/>
                    <a:pt x="4" y="17"/>
                  </a:cubicBezTo>
                </a:path>
              </a:pathLst>
            </a:custGeom>
            <a:solidFill>
              <a:srgbClr val="F8D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9" name="Freeform 568">
              <a:extLst>
                <a:ext uri="{FF2B5EF4-FFF2-40B4-BE49-F238E27FC236}">
                  <a16:creationId xmlns:a16="http://schemas.microsoft.com/office/drawing/2014/main" id="{6FAFFD5C-9860-4290-BECE-141906ECA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160"/>
              <a:ext cx="118" cy="137"/>
            </a:xfrm>
            <a:custGeom>
              <a:avLst/>
              <a:gdLst>
                <a:gd name="T0" fmla="*/ 0 w 34"/>
                <a:gd name="T1" fmla="*/ 1070 h 37"/>
                <a:gd name="T2" fmla="*/ 288 w 34"/>
                <a:gd name="T3" fmla="*/ 1781 h 37"/>
                <a:gd name="T4" fmla="*/ 288 w 34"/>
                <a:gd name="T5" fmla="*/ 1426 h 37"/>
                <a:gd name="T6" fmla="*/ 420 w 34"/>
                <a:gd name="T7" fmla="*/ 1877 h 37"/>
                <a:gd name="T8" fmla="*/ 507 w 34"/>
                <a:gd name="T9" fmla="*/ 1466 h 37"/>
                <a:gd name="T10" fmla="*/ 625 w 34"/>
                <a:gd name="T11" fmla="*/ 1822 h 37"/>
                <a:gd name="T12" fmla="*/ 711 w 34"/>
                <a:gd name="T13" fmla="*/ 1426 h 37"/>
                <a:gd name="T14" fmla="*/ 795 w 34"/>
                <a:gd name="T15" fmla="*/ 1877 h 37"/>
                <a:gd name="T16" fmla="*/ 795 w 34"/>
                <a:gd name="T17" fmla="*/ 1466 h 37"/>
                <a:gd name="T18" fmla="*/ 1000 w 34"/>
                <a:gd name="T19" fmla="*/ 1015 h 37"/>
                <a:gd name="T20" fmla="*/ 1218 w 34"/>
                <a:gd name="T21" fmla="*/ 507 h 37"/>
                <a:gd name="T22" fmla="*/ 1423 w 34"/>
                <a:gd name="T23" fmla="*/ 0 h 37"/>
                <a:gd name="T24" fmla="*/ 1131 w 34"/>
                <a:gd name="T25" fmla="*/ 604 h 37"/>
                <a:gd name="T26" fmla="*/ 878 w 34"/>
                <a:gd name="T27" fmla="*/ 1015 h 37"/>
                <a:gd name="T28" fmla="*/ 590 w 34"/>
                <a:gd name="T29" fmla="*/ 918 h 37"/>
                <a:gd name="T30" fmla="*/ 541 w 34"/>
                <a:gd name="T31" fmla="*/ 1274 h 37"/>
                <a:gd name="T32" fmla="*/ 375 w 34"/>
                <a:gd name="T33" fmla="*/ 1070 h 37"/>
                <a:gd name="T34" fmla="*/ 337 w 34"/>
                <a:gd name="T35" fmla="*/ 1274 h 37"/>
                <a:gd name="T36" fmla="*/ 121 w 34"/>
                <a:gd name="T37" fmla="*/ 1166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37">
                  <a:moveTo>
                    <a:pt x="0" y="21"/>
                  </a:moveTo>
                  <a:cubicBezTo>
                    <a:pt x="5" y="24"/>
                    <a:pt x="5" y="31"/>
                    <a:pt x="7" y="35"/>
                  </a:cubicBezTo>
                  <a:cubicBezTo>
                    <a:pt x="7" y="33"/>
                    <a:pt x="6" y="30"/>
                    <a:pt x="7" y="28"/>
                  </a:cubicBezTo>
                  <a:cubicBezTo>
                    <a:pt x="10" y="29"/>
                    <a:pt x="10" y="34"/>
                    <a:pt x="10" y="37"/>
                  </a:cubicBezTo>
                  <a:cubicBezTo>
                    <a:pt x="11" y="34"/>
                    <a:pt x="10" y="31"/>
                    <a:pt x="12" y="29"/>
                  </a:cubicBezTo>
                  <a:cubicBezTo>
                    <a:pt x="14" y="31"/>
                    <a:pt x="15" y="33"/>
                    <a:pt x="15" y="36"/>
                  </a:cubicBezTo>
                  <a:cubicBezTo>
                    <a:pt x="16" y="33"/>
                    <a:pt x="16" y="29"/>
                    <a:pt x="17" y="28"/>
                  </a:cubicBezTo>
                  <a:cubicBezTo>
                    <a:pt x="19" y="30"/>
                    <a:pt x="17" y="34"/>
                    <a:pt x="19" y="37"/>
                  </a:cubicBezTo>
                  <a:cubicBezTo>
                    <a:pt x="19" y="34"/>
                    <a:pt x="19" y="31"/>
                    <a:pt x="19" y="29"/>
                  </a:cubicBezTo>
                  <a:cubicBezTo>
                    <a:pt x="20" y="25"/>
                    <a:pt x="22" y="23"/>
                    <a:pt x="24" y="20"/>
                  </a:cubicBezTo>
                  <a:cubicBezTo>
                    <a:pt x="26" y="17"/>
                    <a:pt x="28" y="13"/>
                    <a:pt x="29" y="10"/>
                  </a:cubicBezTo>
                  <a:cubicBezTo>
                    <a:pt x="31" y="7"/>
                    <a:pt x="34" y="3"/>
                    <a:pt x="34" y="0"/>
                  </a:cubicBezTo>
                  <a:cubicBezTo>
                    <a:pt x="32" y="3"/>
                    <a:pt x="29" y="9"/>
                    <a:pt x="27" y="12"/>
                  </a:cubicBezTo>
                  <a:cubicBezTo>
                    <a:pt x="26" y="15"/>
                    <a:pt x="24" y="18"/>
                    <a:pt x="21" y="20"/>
                  </a:cubicBezTo>
                  <a:cubicBezTo>
                    <a:pt x="17" y="24"/>
                    <a:pt x="17" y="21"/>
                    <a:pt x="14" y="18"/>
                  </a:cubicBezTo>
                  <a:cubicBezTo>
                    <a:pt x="14" y="20"/>
                    <a:pt x="15" y="23"/>
                    <a:pt x="13" y="25"/>
                  </a:cubicBezTo>
                  <a:cubicBezTo>
                    <a:pt x="12" y="24"/>
                    <a:pt x="10" y="23"/>
                    <a:pt x="9" y="21"/>
                  </a:cubicBezTo>
                  <a:cubicBezTo>
                    <a:pt x="9" y="22"/>
                    <a:pt x="9" y="24"/>
                    <a:pt x="8" y="25"/>
                  </a:cubicBezTo>
                  <a:cubicBezTo>
                    <a:pt x="7" y="26"/>
                    <a:pt x="4" y="24"/>
                    <a:pt x="3" y="23"/>
                  </a:cubicBezTo>
                </a:path>
              </a:pathLst>
            </a:custGeom>
            <a:solidFill>
              <a:srgbClr val="D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0" name="Freeform 569">
              <a:extLst>
                <a:ext uri="{FF2B5EF4-FFF2-40B4-BE49-F238E27FC236}">
                  <a16:creationId xmlns:a16="http://schemas.microsoft.com/office/drawing/2014/main" id="{4E34B10B-7508-403D-A7EF-F3CC897BB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330"/>
              <a:ext cx="45" cy="93"/>
            </a:xfrm>
            <a:custGeom>
              <a:avLst/>
              <a:gdLst>
                <a:gd name="T0" fmla="*/ 502 w 13"/>
                <a:gd name="T1" fmla="*/ 458 h 25"/>
                <a:gd name="T2" fmla="*/ 540 w 13"/>
                <a:gd name="T3" fmla="*/ 830 h 25"/>
                <a:gd name="T4" fmla="*/ 540 w 13"/>
                <a:gd name="T5" fmla="*/ 1287 h 25"/>
                <a:gd name="T6" fmla="*/ 419 w 13"/>
                <a:gd name="T7" fmla="*/ 1079 h 25"/>
                <a:gd name="T8" fmla="*/ 166 w 13"/>
                <a:gd name="T9" fmla="*/ 982 h 25"/>
                <a:gd name="T10" fmla="*/ 253 w 13"/>
                <a:gd name="T11" fmla="*/ 774 h 25"/>
                <a:gd name="T12" fmla="*/ 457 w 13"/>
                <a:gd name="T13" fmla="*/ 417 h 25"/>
                <a:gd name="T14" fmla="*/ 0 w 13"/>
                <a:gd name="T15" fmla="*/ 361 h 25"/>
                <a:gd name="T16" fmla="*/ 166 w 13"/>
                <a:gd name="T17" fmla="*/ 0 h 25"/>
                <a:gd name="T18" fmla="*/ 336 w 13"/>
                <a:gd name="T19" fmla="*/ 153 h 25"/>
                <a:gd name="T20" fmla="*/ 419 w 13"/>
                <a:gd name="T21" fmla="*/ 361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25">
                  <a:moveTo>
                    <a:pt x="12" y="9"/>
                  </a:moveTo>
                  <a:cubicBezTo>
                    <a:pt x="13" y="11"/>
                    <a:pt x="13" y="14"/>
                    <a:pt x="13" y="16"/>
                  </a:cubicBezTo>
                  <a:cubicBezTo>
                    <a:pt x="13" y="19"/>
                    <a:pt x="13" y="23"/>
                    <a:pt x="13" y="25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8" y="20"/>
                    <a:pt x="6" y="20"/>
                    <a:pt x="4" y="19"/>
                  </a:cubicBezTo>
                  <a:cubicBezTo>
                    <a:pt x="9" y="21"/>
                    <a:pt x="11" y="15"/>
                    <a:pt x="6" y="15"/>
                  </a:cubicBezTo>
                  <a:cubicBezTo>
                    <a:pt x="9" y="14"/>
                    <a:pt x="11" y="11"/>
                    <a:pt x="11" y="8"/>
                  </a:cubicBezTo>
                  <a:cubicBezTo>
                    <a:pt x="11" y="2"/>
                    <a:pt x="3" y="7"/>
                    <a:pt x="0" y="7"/>
                  </a:cubicBezTo>
                  <a:cubicBezTo>
                    <a:pt x="3" y="7"/>
                    <a:pt x="7" y="3"/>
                    <a:pt x="4" y="0"/>
                  </a:cubicBezTo>
                  <a:cubicBezTo>
                    <a:pt x="5" y="1"/>
                    <a:pt x="7" y="1"/>
                    <a:pt x="8" y="3"/>
                  </a:cubicBezTo>
                  <a:cubicBezTo>
                    <a:pt x="9" y="4"/>
                    <a:pt x="10" y="7"/>
                    <a:pt x="10" y="7"/>
                  </a:cubicBezTo>
                </a:path>
              </a:pathLst>
            </a:custGeom>
            <a:solidFill>
              <a:srgbClr val="D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1" name="Freeform 570">
              <a:extLst>
                <a:ext uri="{FF2B5EF4-FFF2-40B4-BE49-F238E27FC236}">
                  <a16:creationId xmlns:a16="http://schemas.microsoft.com/office/drawing/2014/main" id="{736CC882-A6B7-4021-B820-70527BFAA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430"/>
              <a:ext cx="65" cy="133"/>
            </a:xfrm>
            <a:custGeom>
              <a:avLst/>
              <a:gdLst>
                <a:gd name="T0" fmla="*/ 0 w 19"/>
                <a:gd name="T1" fmla="*/ 96 h 36"/>
                <a:gd name="T2" fmla="*/ 517 w 19"/>
                <a:gd name="T3" fmla="*/ 355 h 36"/>
                <a:gd name="T4" fmla="*/ 725 w 19"/>
                <a:gd name="T5" fmla="*/ 654 h 36"/>
                <a:gd name="T6" fmla="*/ 725 w 19"/>
                <a:gd name="T7" fmla="*/ 1160 h 36"/>
                <a:gd name="T8" fmla="*/ 725 w 19"/>
                <a:gd name="T9" fmla="*/ 1814 h 36"/>
                <a:gd name="T10" fmla="*/ 643 w 19"/>
                <a:gd name="T11" fmla="*/ 1408 h 36"/>
                <a:gd name="T12" fmla="*/ 315 w 19"/>
                <a:gd name="T13" fmla="*/ 1256 h 36"/>
                <a:gd name="T14" fmla="*/ 479 w 19"/>
                <a:gd name="T15" fmla="*/ 805 h 36"/>
                <a:gd name="T16" fmla="*/ 363 w 19"/>
                <a:gd name="T17" fmla="*/ 558 h 36"/>
                <a:gd name="T18" fmla="*/ 315 w 19"/>
                <a:gd name="T19" fmla="*/ 248 h 36"/>
                <a:gd name="T20" fmla="*/ 34 w 19"/>
                <a:gd name="T21" fmla="*/ 15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6">
                  <a:moveTo>
                    <a:pt x="0" y="2"/>
                  </a:moveTo>
                  <a:cubicBezTo>
                    <a:pt x="6" y="0"/>
                    <a:pt x="10" y="3"/>
                    <a:pt x="13" y="7"/>
                  </a:cubicBezTo>
                  <a:cubicBezTo>
                    <a:pt x="15" y="10"/>
                    <a:pt x="17" y="9"/>
                    <a:pt x="18" y="13"/>
                  </a:cubicBezTo>
                  <a:cubicBezTo>
                    <a:pt x="18" y="16"/>
                    <a:pt x="18" y="20"/>
                    <a:pt x="18" y="23"/>
                  </a:cubicBezTo>
                  <a:cubicBezTo>
                    <a:pt x="19" y="28"/>
                    <a:pt x="18" y="32"/>
                    <a:pt x="18" y="36"/>
                  </a:cubicBezTo>
                  <a:cubicBezTo>
                    <a:pt x="17" y="34"/>
                    <a:pt x="18" y="31"/>
                    <a:pt x="16" y="28"/>
                  </a:cubicBezTo>
                  <a:cubicBezTo>
                    <a:pt x="14" y="26"/>
                    <a:pt x="11" y="25"/>
                    <a:pt x="8" y="25"/>
                  </a:cubicBezTo>
                  <a:cubicBezTo>
                    <a:pt x="10" y="22"/>
                    <a:pt x="12" y="20"/>
                    <a:pt x="12" y="16"/>
                  </a:cubicBezTo>
                  <a:cubicBezTo>
                    <a:pt x="12" y="14"/>
                    <a:pt x="10" y="13"/>
                    <a:pt x="9" y="11"/>
                  </a:cubicBezTo>
                  <a:cubicBezTo>
                    <a:pt x="9" y="9"/>
                    <a:pt x="10" y="7"/>
                    <a:pt x="8" y="5"/>
                  </a:cubicBezTo>
                  <a:cubicBezTo>
                    <a:pt x="7" y="4"/>
                    <a:pt x="3" y="3"/>
                    <a:pt x="1" y="3"/>
                  </a:cubicBezTo>
                </a:path>
              </a:pathLst>
            </a:custGeom>
            <a:solidFill>
              <a:srgbClr val="D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2" name="Freeform 571">
              <a:extLst>
                <a:ext uri="{FF2B5EF4-FFF2-40B4-BE49-F238E27FC236}">
                  <a16:creationId xmlns:a16="http://schemas.microsoft.com/office/drawing/2014/main" id="{1E6F76A7-5898-46E0-9359-F0D09BE30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957"/>
              <a:ext cx="55" cy="74"/>
            </a:xfrm>
            <a:custGeom>
              <a:avLst/>
              <a:gdLst>
                <a:gd name="T0" fmla="*/ 117 w 16"/>
                <a:gd name="T1" fmla="*/ 1014 h 20"/>
                <a:gd name="T2" fmla="*/ 83 w 16"/>
                <a:gd name="T3" fmla="*/ 300 h 20"/>
                <a:gd name="T4" fmla="*/ 650 w 16"/>
                <a:gd name="T5" fmla="*/ 0 h 20"/>
                <a:gd name="T6" fmla="*/ 248 w 16"/>
                <a:gd name="T7" fmla="*/ 451 h 20"/>
                <a:gd name="T8" fmla="*/ 117 w 16"/>
                <a:gd name="T9" fmla="*/ 7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3" y="20"/>
                  </a:moveTo>
                  <a:cubicBezTo>
                    <a:pt x="2" y="17"/>
                    <a:pt x="0" y="10"/>
                    <a:pt x="2" y="6"/>
                  </a:cubicBezTo>
                  <a:cubicBezTo>
                    <a:pt x="4" y="3"/>
                    <a:pt x="12" y="1"/>
                    <a:pt x="16" y="0"/>
                  </a:cubicBezTo>
                  <a:cubicBezTo>
                    <a:pt x="13" y="2"/>
                    <a:pt x="4" y="4"/>
                    <a:pt x="6" y="9"/>
                  </a:cubicBezTo>
                  <a:cubicBezTo>
                    <a:pt x="2" y="8"/>
                    <a:pt x="3" y="12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3" name="Freeform 572">
              <a:extLst>
                <a:ext uri="{FF2B5EF4-FFF2-40B4-BE49-F238E27FC236}">
                  <a16:creationId xmlns:a16="http://schemas.microsoft.com/office/drawing/2014/main" id="{B2564BD1-7514-455A-ABBE-9304207A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049"/>
              <a:ext cx="66" cy="85"/>
            </a:xfrm>
            <a:custGeom>
              <a:avLst/>
              <a:gdLst>
                <a:gd name="T0" fmla="*/ 0 w 19"/>
                <a:gd name="T1" fmla="*/ 1160 h 23"/>
                <a:gd name="T2" fmla="*/ 337 w 19"/>
                <a:gd name="T3" fmla="*/ 562 h 23"/>
                <a:gd name="T4" fmla="*/ 795 w 19"/>
                <a:gd name="T5" fmla="*/ 0 h 23"/>
                <a:gd name="T6" fmla="*/ 507 w 19"/>
                <a:gd name="T7" fmla="*/ 506 h 23"/>
                <a:gd name="T8" fmla="*/ 375 w 19"/>
                <a:gd name="T9" fmla="*/ 806 h 23"/>
                <a:gd name="T10" fmla="*/ 170 w 19"/>
                <a:gd name="T11" fmla="*/ 10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0" y="23"/>
                  </a:moveTo>
                  <a:cubicBezTo>
                    <a:pt x="5" y="22"/>
                    <a:pt x="6" y="15"/>
                    <a:pt x="8" y="11"/>
                  </a:cubicBezTo>
                  <a:cubicBezTo>
                    <a:pt x="10" y="5"/>
                    <a:pt x="13" y="2"/>
                    <a:pt x="19" y="0"/>
                  </a:cubicBezTo>
                  <a:cubicBezTo>
                    <a:pt x="15" y="2"/>
                    <a:pt x="11" y="5"/>
                    <a:pt x="12" y="10"/>
                  </a:cubicBezTo>
                  <a:cubicBezTo>
                    <a:pt x="8" y="9"/>
                    <a:pt x="9" y="14"/>
                    <a:pt x="9" y="16"/>
                  </a:cubicBezTo>
                  <a:cubicBezTo>
                    <a:pt x="8" y="17"/>
                    <a:pt x="5" y="21"/>
                    <a:pt x="4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4" name="Freeform 573">
              <a:extLst>
                <a:ext uri="{FF2B5EF4-FFF2-40B4-BE49-F238E27FC236}">
                  <a16:creationId xmlns:a16="http://schemas.microsoft.com/office/drawing/2014/main" id="{5498756D-7B14-49E1-85E8-61A67668A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012"/>
              <a:ext cx="87" cy="59"/>
            </a:xfrm>
            <a:custGeom>
              <a:avLst/>
              <a:gdLst>
                <a:gd name="T0" fmla="*/ 0 w 25"/>
                <a:gd name="T1" fmla="*/ 804 h 16"/>
                <a:gd name="T2" fmla="*/ 1054 w 25"/>
                <a:gd name="T3" fmla="*/ 409 h 16"/>
                <a:gd name="T4" fmla="*/ 292 w 25"/>
                <a:gd name="T5" fmla="*/ 50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6" y="8"/>
                    <a:pt x="16" y="0"/>
                    <a:pt x="25" y="8"/>
                  </a:cubicBezTo>
                  <a:cubicBezTo>
                    <a:pt x="20" y="7"/>
                    <a:pt x="12" y="7"/>
                    <a:pt x="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5" name="Freeform 574">
              <a:extLst>
                <a:ext uri="{FF2B5EF4-FFF2-40B4-BE49-F238E27FC236}">
                  <a16:creationId xmlns:a16="http://schemas.microsoft.com/office/drawing/2014/main" id="{B3661A98-72CC-4949-97FC-FD62A13B0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38"/>
              <a:ext cx="101" cy="77"/>
            </a:xfrm>
            <a:custGeom>
              <a:avLst/>
              <a:gdLst>
                <a:gd name="T0" fmla="*/ 254 w 29"/>
                <a:gd name="T1" fmla="*/ 1034 h 21"/>
                <a:gd name="T2" fmla="*/ 508 w 29"/>
                <a:gd name="T3" fmla="*/ 348 h 21"/>
                <a:gd name="T4" fmla="*/ 850 w 29"/>
                <a:gd name="T5" fmla="*/ 242 h 21"/>
                <a:gd name="T6" fmla="*/ 1226 w 29"/>
                <a:gd name="T7" fmla="*/ 0 h 21"/>
                <a:gd name="T8" fmla="*/ 714 w 29"/>
                <a:gd name="T9" fmla="*/ 645 h 21"/>
                <a:gd name="T10" fmla="*/ 460 w 29"/>
                <a:gd name="T11" fmla="*/ 590 h 21"/>
                <a:gd name="T12" fmla="*/ 341 w 29"/>
                <a:gd name="T13" fmla="*/ 832 h 21"/>
                <a:gd name="T14" fmla="*/ 205 w 29"/>
                <a:gd name="T15" fmla="*/ 887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1">
                  <a:moveTo>
                    <a:pt x="6" y="21"/>
                  </a:moveTo>
                  <a:cubicBezTo>
                    <a:pt x="0" y="17"/>
                    <a:pt x="8" y="9"/>
                    <a:pt x="12" y="7"/>
                  </a:cubicBezTo>
                  <a:cubicBezTo>
                    <a:pt x="15" y="6"/>
                    <a:pt x="17" y="6"/>
                    <a:pt x="20" y="5"/>
                  </a:cubicBezTo>
                  <a:cubicBezTo>
                    <a:pt x="23" y="4"/>
                    <a:pt x="26" y="1"/>
                    <a:pt x="29" y="0"/>
                  </a:cubicBezTo>
                  <a:cubicBezTo>
                    <a:pt x="26" y="3"/>
                    <a:pt x="14" y="8"/>
                    <a:pt x="17" y="13"/>
                  </a:cubicBezTo>
                  <a:cubicBezTo>
                    <a:pt x="14" y="9"/>
                    <a:pt x="14" y="11"/>
                    <a:pt x="11" y="12"/>
                  </a:cubicBezTo>
                  <a:cubicBezTo>
                    <a:pt x="9" y="14"/>
                    <a:pt x="8" y="13"/>
                    <a:pt x="8" y="17"/>
                  </a:cubicBezTo>
                  <a:cubicBezTo>
                    <a:pt x="6" y="16"/>
                    <a:pt x="5" y="17"/>
                    <a:pt x="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6" name="Freeform 575">
              <a:extLst>
                <a:ext uri="{FF2B5EF4-FFF2-40B4-BE49-F238E27FC236}">
                  <a16:creationId xmlns:a16="http://schemas.microsoft.com/office/drawing/2014/main" id="{6285D2CA-B82F-4D77-BD8C-F5D19BD78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312"/>
              <a:ext cx="143" cy="140"/>
            </a:xfrm>
            <a:custGeom>
              <a:avLst/>
              <a:gdLst>
                <a:gd name="T0" fmla="*/ 0 w 41"/>
                <a:gd name="T1" fmla="*/ 1901 h 38"/>
                <a:gd name="T2" fmla="*/ 718 w 41"/>
                <a:gd name="T3" fmla="*/ 243 h 38"/>
                <a:gd name="T4" fmla="*/ 1740 w 41"/>
                <a:gd name="T5" fmla="*/ 96 h 38"/>
                <a:gd name="T6" fmla="*/ 680 w 41"/>
                <a:gd name="T7" fmla="*/ 449 h 38"/>
                <a:gd name="T8" fmla="*/ 342 w 41"/>
                <a:gd name="T9" fmla="*/ 855 h 38"/>
                <a:gd name="T10" fmla="*/ 122 w 41"/>
                <a:gd name="T11" fmla="*/ 134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8">
                  <a:moveTo>
                    <a:pt x="0" y="38"/>
                  </a:moveTo>
                  <a:cubicBezTo>
                    <a:pt x="3" y="24"/>
                    <a:pt x="5" y="13"/>
                    <a:pt x="17" y="5"/>
                  </a:cubicBezTo>
                  <a:cubicBezTo>
                    <a:pt x="23" y="0"/>
                    <a:pt x="34" y="0"/>
                    <a:pt x="41" y="2"/>
                  </a:cubicBezTo>
                  <a:cubicBezTo>
                    <a:pt x="31" y="2"/>
                    <a:pt x="24" y="3"/>
                    <a:pt x="16" y="9"/>
                  </a:cubicBezTo>
                  <a:cubicBezTo>
                    <a:pt x="13" y="11"/>
                    <a:pt x="10" y="14"/>
                    <a:pt x="8" y="17"/>
                  </a:cubicBezTo>
                  <a:cubicBezTo>
                    <a:pt x="6" y="20"/>
                    <a:pt x="5" y="25"/>
                    <a:pt x="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7" name="Freeform 576">
              <a:extLst>
                <a:ext uri="{FF2B5EF4-FFF2-40B4-BE49-F238E27FC236}">
                  <a16:creationId xmlns:a16="http://schemas.microsoft.com/office/drawing/2014/main" id="{EE104900-5FC3-4902-8CF6-A12AC5889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400"/>
              <a:ext cx="104" cy="82"/>
            </a:xfrm>
            <a:custGeom>
              <a:avLst/>
              <a:gdLst>
                <a:gd name="T0" fmla="*/ 35 w 30"/>
                <a:gd name="T1" fmla="*/ 1141 h 22"/>
                <a:gd name="T2" fmla="*/ 83 w 30"/>
                <a:gd name="T3" fmla="*/ 473 h 22"/>
                <a:gd name="T4" fmla="*/ 458 w 30"/>
                <a:gd name="T5" fmla="*/ 153 h 22"/>
                <a:gd name="T6" fmla="*/ 1251 w 30"/>
                <a:gd name="T7" fmla="*/ 153 h 22"/>
                <a:gd name="T8" fmla="*/ 506 w 30"/>
                <a:gd name="T9" fmla="*/ 209 h 22"/>
                <a:gd name="T10" fmla="*/ 253 w 30"/>
                <a:gd name="T11" fmla="*/ 514 h 22"/>
                <a:gd name="T12" fmla="*/ 170 w 30"/>
                <a:gd name="T13" fmla="*/ 723 h 22"/>
                <a:gd name="T14" fmla="*/ 83 w 30"/>
                <a:gd name="T15" fmla="*/ 87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">
                  <a:moveTo>
                    <a:pt x="1" y="22"/>
                  </a:moveTo>
                  <a:cubicBezTo>
                    <a:pt x="2" y="18"/>
                    <a:pt x="0" y="13"/>
                    <a:pt x="2" y="9"/>
                  </a:cubicBezTo>
                  <a:cubicBezTo>
                    <a:pt x="4" y="6"/>
                    <a:pt x="8" y="4"/>
                    <a:pt x="11" y="3"/>
                  </a:cubicBezTo>
                  <a:cubicBezTo>
                    <a:pt x="17" y="0"/>
                    <a:pt x="24" y="0"/>
                    <a:pt x="30" y="3"/>
                  </a:cubicBezTo>
                  <a:cubicBezTo>
                    <a:pt x="24" y="3"/>
                    <a:pt x="17" y="1"/>
                    <a:pt x="12" y="4"/>
                  </a:cubicBezTo>
                  <a:cubicBezTo>
                    <a:pt x="10" y="5"/>
                    <a:pt x="8" y="8"/>
                    <a:pt x="6" y="10"/>
                  </a:cubicBezTo>
                  <a:cubicBezTo>
                    <a:pt x="5" y="11"/>
                    <a:pt x="3" y="11"/>
                    <a:pt x="4" y="14"/>
                  </a:cubicBezTo>
                  <a:cubicBezTo>
                    <a:pt x="3" y="14"/>
                    <a:pt x="1" y="16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8" name="Freeform 577">
              <a:extLst>
                <a:ext uri="{FF2B5EF4-FFF2-40B4-BE49-F238E27FC236}">
                  <a16:creationId xmlns:a16="http://schemas.microsoft.com/office/drawing/2014/main" id="{0902E674-D5CE-4939-AD12-0E7D3CE1E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648"/>
              <a:ext cx="118" cy="70"/>
            </a:xfrm>
            <a:custGeom>
              <a:avLst/>
              <a:gdLst>
                <a:gd name="T0" fmla="*/ 83 w 34"/>
                <a:gd name="T1" fmla="*/ 96 h 19"/>
                <a:gd name="T2" fmla="*/ 83 w 34"/>
                <a:gd name="T3" fmla="*/ 855 h 19"/>
                <a:gd name="T4" fmla="*/ 1000 w 34"/>
                <a:gd name="T5" fmla="*/ 951 h 19"/>
                <a:gd name="T6" fmla="*/ 1336 w 34"/>
                <a:gd name="T7" fmla="*/ 799 h 19"/>
                <a:gd name="T8" fmla="*/ 1301 w 34"/>
                <a:gd name="T9" fmla="*/ 0 h 19"/>
                <a:gd name="T10" fmla="*/ 1048 w 34"/>
                <a:gd name="T11" fmla="*/ 556 h 19"/>
                <a:gd name="T12" fmla="*/ 1083 w 34"/>
                <a:gd name="T13" fmla="*/ 799 h 19"/>
                <a:gd name="T14" fmla="*/ 625 w 34"/>
                <a:gd name="T15" fmla="*/ 799 h 19"/>
                <a:gd name="T16" fmla="*/ 288 w 34"/>
                <a:gd name="T17" fmla="*/ 707 h 19"/>
                <a:gd name="T18" fmla="*/ 35 w 34"/>
                <a:gd name="T19" fmla="*/ 298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9">
                  <a:moveTo>
                    <a:pt x="2" y="2"/>
                  </a:moveTo>
                  <a:cubicBezTo>
                    <a:pt x="2" y="6"/>
                    <a:pt x="3" y="12"/>
                    <a:pt x="2" y="17"/>
                  </a:cubicBezTo>
                  <a:cubicBezTo>
                    <a:pt x="8" y="19"/>
                    <a:pt x="17" y="19"/>
                    <a:pt x="24" y="19"/>
                  </a:cubicBezTo>
                  <a:cubicBezTo>
                    <a:pt x="28" y="19"/>
                    <a:pt x="31" y="19"/>
                    <a:pt x="32" y="16"/>
                  </a:cubicBezTo>
                  <a:cubicBezTo>
                    <a:pt x="34" y="12"/>
                    <a:pt x="32" y="3"/>
                    <a:pt x="31" y="0"/>
                  </a:cubicBezTo>
                  <a:cubicBezTo>
                    <a:pt x="31" y="5"/>
                    <a:pt x="33" y="12"/>
                    <a:pt x="25" y="11"/>
                  </a:cubicBezTo>
                  <a:cubicBezTo>
                    <a:pt x="29" y="11"/>
                    <a:pt x="29" y="14"/>
                    <a:pt x="26" y="16"/>
                  </a:cubicBezTo>
                  <a:cubicBezTo>
                    <a:pt x="23" y="18"/>
                    <a:pt x="18" y="17"/>
                    <a:pt x="15" y="16"/>
                  </a:cubicBezTo>
                  <a:cubicBezTo>
                    <a:pt x="12" y="15"/>
                    <a:pt x="9" y="16"/>
                    <a:pt x="7" y="14"/>
                  </a:cubicBezTo>
                  <a:cubicBezTo>
                    <a:pt x="5" y="13"/>
                    <a:pt x="0" y="8"/>
                    <a:pt x="1" y="6"/>
                  </a:cubicBezTo>
                </a:path>
              </a:pathLst>
            </a:custGeom>
            <a:solidFill>
              <a:srgbClr val="CF0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9" name="Freeform 578">
              <a:extLst>
                <a:ext uri="{FF2B5EF4-FFF2-40B4-BE49-F238E27FC236}">
                  <a16:creationId xmlns:a16="http://schemas.microsoft.com/office/drawing/2014/main" id="{7C6D1EDF-D5F5-4E3F-9274-F428F50BA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971"/>
              <a:ext cx="94" cy="267"/>
            </a:xfrm>
            <a:custGeom>
              <a:avLst/>
              <a:gdLst>
                <a:gd name="T0" fmla="*/ 762 w 27"/>
                <a:gd name="T1" fmla="*/ 0 h 72"/>
                <a:gd name="T2" fmla="*/ 762 w 27"/>
                <a:gd name="T3" fmla="*/ 1939 h 72"/>
                <a:gd name="T4" fmla="*/ 547 w 27"/>
                <a:gd name="T5" fmla="*/ 2807 h 72"/>
                <a:gd name="T6" fmla="*/ 0 w 27"/>
                <a:gd name="T7" fmla="*/ 3671 h 72"/>
                <a:gd name="T8" fmla="*/ 714 w 27"/>
                <a:gd name="T9" fmla="*/ 2752 h 72"/>
                <a:gd name="T10" fmla="*/ 1138 w 27"/>
                <a:gd name="T11" fmla="*/ 1787 h 72"/>
                <a:gd name="T12" fmla="*/ 1017 w 27"/>
                <a:gd name="T13" fmla="*/ 1939 h 72"/>
                <a:gd name="T14" fmla="*/ 1104 w 27"/>
                <a:gd name="T15" fmla="*/ 1224 h 72"/>
                <a:gd name="T16" fmla="*/ 884 w 27"/>
                <a:gd name="T17" fmla="*/ 660 h 72"/>
                <a:gd name="T18" fmla="*/ 801 w 27"/>
                <a:gd name="T19" fmla="*/ 208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72">
                  <a:moveTo>
                    <a:pt x="18" y="0"/>
                  </a:moveTo>
                  <a:cubicBezTo>
                    <a:pt x="20" y="13"/>
                    <a:pt x="21" y="25"/>
                    <a:pt x="18" y="38"/>
                  </a:cubicBezTo>
                  <a:cubicBezTo>
                    <a:pt x="17" y="44"/>
                    <a:pt x="16" y="50"/>
                    <a:pt x="13" y="55"/>
                  </a:cubicBezTo>
                  <a:cubicBezTo>
                    <a:pt x="9" y="61"/>
                    <a:pt x="4" y="66"/>
                    <a:pt x="0" y="72"/>
                  </a:cubicBezTo>
                  <a:cubicBezTo>
                    <a:pt x="6" y="66"/>
                    <a:pt x="12" y="61"/>
                    <a:pt x="17" y="54"/>
                  </a:cubicBezTo>
                  <a:cubicBezTo>
                    <a:pt x="22" y="48"/>
                    <a:pt x="25" y="42"/>
                    <a:pt x="27" y="35"/>
                  </a:cubicBezTo>
                  <a:cubicBezTo>
                    <a:pt x="26" y="36"/>
                    <a:pt x="25" y="37"/>
                    <a:pt x="24" y="38"/>
                  </a:cubicBezTo>
                  <a:cubicBezTo>
                    <a:pt x="24" y="33"/>
                    <a:pt x="23" y="27"/>
                    <a:pt x="26" y="24"/>
                  </a:cubicBezTo>
                  <a:cubicBezTo>
                    <a:pt x="22" y="22"/>
                    <a:pt x="22" y="18"/>
                    <a:pt x="21" y="13"/>
                  </a:cubicBezTo>
                  <a:cubicBezTo>
                    <a:pt x="20" y="10"/>
                    <a:pt x="18" y="7"/>
                    <a:pt x="19" y="4"/>
                  </a:cubicBezTo>
                </a:path>
              </a:pathLst>
            </a:custGeom>
            <a:solidFill>
              <a:srgbClr val="CF0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0" name="Freeform 579">
              <a:extLst>
                <a:ext uri="{FF2B5EF4-FFF2-40B4-BE49-F238E27FC236}">
                  <a16:creationId xmlns:a16="http://schemas.microsoft.com/office/drawing/2014/main" id="{A68495EA-129D-4879-9C88-E38715C28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371"/>
              <a:ext cx="21" cy="177"/>
            </a:xfrm>
            <a:custGeom>
              <a:avLst/>
              <a:gdLst>
                <a:gd name="T0" fmla="*/ 0 w 6"/>
                <a:gd name="T1" fmla="*/ 0 h 48"/>
                <a:gd name="T2" fmla="*/ 88 w 6"/>
                <a:gd name="T3" fmla="*/ 1457 h 48"/>
                <a:gd name="T4" fmla="*/ 137 w 6"/>
                <a:gd name="T5" fmla="*/ 2408 h 48"/>
                <a:gd name="T6" fmla="*/ 221 w 6"/>
                <a:gd name="T7" fmla="*/ 896 h 48"/>
                <a:gd name="T8" fmla="*/ 221 w 6"/>
                <a:gd name="T9" fmla="*/ 354 h 48"/>
                <a:gd name="T10" fmla="*/ 49 w 6"/>
                <a:gd name="T11" fmla="*/ 5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48">
                  <a:moveTo>
                    <a:pt x="0" y="0"/>
                  </a:moveTo>
                  <a:cubicBezTo>
                    <a:pt x="2" y="10"/>
                    <a:pt x="1" y="20"/>
                    <a:pt x="2" y="29"/>
                  </a:cubicBezTo>
                  <a:cubicBezTo>
                    <a:pt x="3" y="36"/>
                    <a:pt x="3" y="42"/>
                    <a:pt x="3" y="48"/>
                  </a:cubicBezTo>
                  <a:cubicBezTo>
                    <a:pt x="3" y="39"/>
                    <a:pt x="5" y="28"/>
                    <a:pt x="5" y="18"/>
                  </a:cubicBezTo>
                  <a:cubicBezTo>
                    <a:pt x="5" y="15"/>
                    <a:pt x="6" y="11"/>
                    <a:pt x="5" y="7"/>
                  </a:cubicBezTo>
                  <a:cubicBezTo>
                    <a:pt x="4" y="5"/>
                    <a:pt x="2" y="3"/>
                    <a:pt x="1" y="1"/>
                  </a:cubicBezTo>
                </a:path>
              </a:pathLst>
            </a:custGeom>
            <a:solidFill>
              <a:srgbClr val="CF0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1" name="Freeform 580">
              <a:extLst>
                <a:ext uri="{FF2B5EF4-FFF2-40B4-BE49-F238E27FC236}">
                  <a16:creationId xmlns:a16="http://schemas.microsoft.com/office/drawing/2014/main" id="{61ED104A-7CEA-4451-BBCD-7EA84083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508"/>
              <a:ext cx="236" cy="255"/>
            </a:xfrm>
            <a:custGeom>
              <a:avLst/>
              <a:gdLst>
                <a:gd name="T0" fmla="*/ 673 w 68"/>
                <a:gd name="T1" fmla="*/ 1667 h 69"/>
                <a:gd name="T2" fmla="*/ 2842 w 68"/>
                <a:gd name="T3" fmla="*/ 96 h 69"/>
                <a:gd name="T4" fmla="*/ 1000 w 68"/>
                <a:gd name="T5" fmla="*/ 806 h 69"/>
                <a:gd name="T6" fmla="*/ 0 w 68"/>
                <a:gd name="T7" fmla="*/ 3481 h 69"/>
                <a:gd name="T8" fmla="*/ 673 w 68"/>
                <a:gd name="T9" fmla="*/ 166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69">
                  <a:moveTo>
                    <a:pt x="16" y="33"/>
                  </a:moveTo>
                  <a:cubicBezTo>
                    <a:pt x="32" y="11"/>
                    <a:pt x="58" y="7"/>
                    <a:pt x="68" y="2"/>
                  </a:cubicBezTo>
                  <a:cubicBezTo>
                    <a:pt x="68" y="2"/>
                    <a:pt x="44" y="0"/>
                    <a:pt x="24" y="16"/>
                  </a:cubicBezTo>
                  <a:cubicBezTo>
                    <a:pt x="3" y="32"/>
                    <a:pt x="3" y="50"/>
                    <a:pt x="0" y="69"/>
                  </a:cubicBezTo>
                  <a:cubicBezTo>
                    <a:pt x="3" y="60"/>
                    <a:pt x="8" y="43"/>
                    <a:pt x="16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2" name="Freeform 581">
              <a:extLst>
                <a:ext uri="{FF2B5EF4-FFF2-40B4-BE49-F238E27FC236}">
                  <a16:creationId xmlns:a16="http://schemas.microsoft.com/office/drawing/2014/main" id="{92B1E130-C243-437C-B008-DC431E6D2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319"/>
              <a:ext cx="108" cy="74"/>
            </a:xfrm>
            <a:custGeom>
              <a:avLst/>
              <a:gdLst>
                <a:gd name="T0" fmla="*/ 0 w 31"/>
                <a:gd name="T1" fmla="*/ 710 h 20"/>
                <a:gd name="T2" fmla="*/ 254 w 31"/>
                <a:gd name="T3" fmla="*/ 152 h 20"/>
                <a:gd name="T4" fmla="*/ 547 w 31"/>
                <a:gd name="T5" fmla="*/ 152 h 20"/>
                <a:gd name="T6" fmla="*/ 1056 w 31"/>
                <a:gd name="T7" fmla="*/ 411 h 20"/>
                <a:gd name="T8" fmla="*/ 1310 w 31"/>
                <a:gd name="T9" fmla="*/ 862 h 20"/>
                <a:gd name="T10" fmla="*/ 934 w 31"/>
                <a:gd name="T11" fmla="*/ 603 h 20"/>
                <a:gd name="T12" fmla="*/ 631 w 31"/>
                <a:gd name="T13" fmla="*/ 1014 h 20"/>
                <a:gd name="T14" fmla="*/ 509 w 31"/>
                <a:gd name="T15" fmla="*/ 451 h 20"/>
                <a:gd name="T16" fmla="*/ 341 w 31"/>
                <a:gd name="T17" fmla="*/ 300 h 20"/>
                <a:gd name="T18" fmla="*/ 122 w 31"/>
                <a:gd name="T19" fmla="*/ 411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0">
                  <a:moveTo>
                    <a:pt x="0" y="14"/>
                  </a:moveTo>
                  <a:cubicBezTo>
                    <a:pt x="0" y="10"/>
                    <a:pt x="3" y="6"/>
                    <a:pt x="6" y="3"/>
                  </a:cubicBezTo>
                  <a:cubicBezTo>
                    <a:pt x="9" y="0"/>
                    <a:pt x="9" y="1"/>
                    <a:pt x="13" y="3"/>
                  </a:cubicBezTo>
                  <a:cubicBezTo>
                    <a:pt x="17" y="4"/>
                    <a:pt x="22" y="5"/>
                    <a:pt x="25" y="8"/>
                  </a:cubicBezTo>
                  <a:cubicBezTo>
                    <a:pt x="27" y="11"/>
                    <a:pt x="29" y="14"/>
                    <a:pt x="31" y="17"/>
                  </a:cubicBezTo>
                  <a:cubicBezTo>
                    <a:pt x="29" y="15"/>
                    <a:pt x="25" y="11"/>
                    <a:pt x="22" y="12"/>
                  </a:cubicBezTo>
                  <a:cubicBezTo>
                    <a:pt x="19" y="12"/>
                    <a:pt x="17" y="17"/>
                    <a:pt x="15" y="20"/>
                  </a:cubicBezTo>
                  <a:cubicBezTo>
                    <a:pt x="17" y="14"/>
                    <a:pt x="16" y="12"/>
                    <a:pt x="12" y="9"/>
                  </a:cubicBezTo>
                  <a:cubicBezTo>
                    <a:pt x="11" y="8"/>
                    <a:pt x="9" y="6"/>
                    <a:pt x="8" y="6"/>
                  </a:cubicBezTo>
                  <a:cubicBezTo>
                    <a:pt x="7" y="6"/>
                    <a:pt x="5" y="8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3" name="Freeform 582">
              <a:extLst>
                <a:ext uri="{FF2B5EF4-FFF2-40B4-BE49-F238E27FC236}">
                  <a16:creationId xmlns:a16="http://schemas.microsoft.com/office/drawing/2014/main" id="{850D026C-8F27-409E-BDDF-B7A918B14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408"/>
              <a:ext cx="52" cy="100"/>
            </a:xfrm>
            <a:custGeom>
              <a:avLst/>
              <a:gdLst>
                <a:gd name="T0" fmla="*/ 458 w 15"/>
                <a:gd name="T1" fmla="*/ 96 h 27"/>
                <a:gd name="T2" fmla="*/ 0 w 15"/>
                <a:gd name="T3" fmla="*/ 919 h 27"/>
                <a:gd name="T4" fmla="*/ 83 w 15"/>
                <a:gd name="T5" fmla="*/ 1370 h 27"/>
                <a:gd name="T6" fmla="*/ 170 w 15"/>
                <a:gd name="T7" fmla="*/ 1070 h 27"/>
                <a:gd name="T8" fmla="*/ 336 w 15"/>
                <a:gd name="T9" fmla="*/ 767 h 27"/>
                <a:gd name="T10" fmla="*/ 419 w 15"/>
                <a:gd name="T11" fmla="*/ 300 h 27"/>
                <a:gd name="T12" fmla="*/ 624 w 15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11" y="2"/>
                  </a:moveTo>
                  <a:cubicBezTo>
                    <a:pt x="8" y="5"/>
                    <a:pt x="4" y="20"/>
                    <a:pt x="0" y="18"/>
                  </a:cubicBezTo>
                  <a:cubicBezTo>
                    <a:pt x="0" y="21"/>
                    <a:pt x="0" y="26"/>
                    <a:pt x="2" y="27"/>
                  </a:cubicBezTo>
                  <a:cubicBezTo>
                    <a:pt x="2" y="25"/>
                    <a:pt x="2" y="23"/>
                    <a:pt x="4" y="21"/>
                  </a:cubicBezTo>
                  <a:cubicBezTo>
                    <a:pt x="5" y="18"/>
                    <a:pt x="7" y="18"/>
                    <a:pt x="8" y="15"/>
                  </a:cubicBezTo>
                  <a:cubicBezTo>
                    <a:pt x="9" y="12"/>
                    <a:pt x="9" y="9"/>
                    <a:pt x="10" y="6"/>
                  </a:cubicBezTo>
                  <a:cubicBezTo>
                    <a:pt x="11" y="4"/>
                    <a:pt x="14" y="2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4" name="Freeform 583">
              <a:extLst>
                <a:ext uri="{FF2B5EF4-FFF2-40B4-BE49-F238E27FC236}">
                  <a16:creationId xmlns:a16="http://schemas.microsoft.com/office/drawing/2014/main" id="{1069958C-D919-4E38-AE78-672F882F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533"/>
              <a:ext cx="32" cy="52"/>
            </a:xfrm>
            <a:custGeom>
              <a:avLst/>
              <a:gdLst>
                <a:gd name="T0" fmla="*/ 0 w 9"/>
                <a:gd name="T1" fmla="*/ 152 h 14"/>
                <a:gd name="T2" fmla="*/ 405 w 9"/>
                <a:gd name="T3" fmla="*/ 0 h 14"/>
                <a:gd name="T4" fmla="*/ 356 w 9"/>
                <a:gd name="T5" fmla="*/ 264 h 14"/>
                <a:gd name="T6" fmla="*/ 267 w 9"/>
                <a:gd name="T7" fmla="*/ 717 h 14"/>
                <a:gd name="T8" fmla="*/ 267 w 9"/>
                <a:gd name="T9" fmla="*/ 360 h 14"/>
                <a:gd name="T10" fmla="*/ 89 w 9"/>
                <a:gd name="T11" fmla="*/ 20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4">
                  <a:moveTo>
                    <a:pt x="0" y="3"/>
                  </a:moveTo>
                  <a:cubicBezTo>
                    <a:pt x="3" y="4"/>
                    <a:pt x="8" y="2"/>
                    <a:pt x="9" y="0"/>
                  </a:cubicBezTo>
                  <a:cubicBezTo>
                    <a:pt x="9" y="2"/>
                    <a:pt x="9" y="3"/>
                    <a:pt x="8" y="5"/>
                  </a:cubicBezTo>
                  <a:cubicBezTo>
                    <a:pt x="7" y="8"/>
                    <a:pt x="7" y="12"/>
                    <a:pt x="6" y="14"/>
                  </a:cubicBezTo>
                  <a:cubicBezTo>
                    <a:pt x="6" y="12"/>
                    <a:pt x="6" y="8"/>
                    <a:pt x="6" y="7"/>
                  </a:cubicBezTo>
                  <a:cubicBezTo>
                    <a:pt x="5" y="5"/>
                    <a:pt x="4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5" name="Freeform 584">
              <a:extLst>
                <a:ext uri="{FF2B5EF4-FFF2-40B4-BE49-F238E27FC236}">
                  <a16:creationId xmlns:a16="http://schemas.microsoft.com/office/drawing/2014/main" id="{700C7A6A-5CE1-4363-8DB0-73D47BB68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759"/>
              <a:ext cx="38" cy="52"/>
            </a:xfrm>
            <a:custGeom>
              <a:avLst/>
              <a:gdLst>
                <a:gd name="T0" fmla="*/ 121 w 11"/>
                <a:gd name="T1" fmla="*/ 0 h 14"/>
                <a:gd name="T2" fmla="*/ 0 w 11"/>
                <a:gd name="T3" fmla="*/ 717 h 14"/>
                <a:gd name="T4" fmla="*/ 453 w 11"/>
                <a:gd name="T5" fmla="*/ 208 h 14"/>
                <a:gd name="T6" fmla="*/ 166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3" y="0"/>
                  </a:moveTo>
                  <a:cubicBezTo>
                    <a:pt x="6" y="5"/>
                    <a:pt x="4" y="11"/>
                    <a:pt x="0" y="14"/>
                  </a:cubicBezTo>
                  <a:cubicBezTo>
                    <a:pt x="4" y="12"/>
                    <a:pt x="7" y="6"/>
                    <a:pt x="11" y="4"/>
                  </a:cubicBezTo>
                  <a:cubicBezTo>
                    <a:pt x="9" y="4"/>
                    <a:pt x="4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6" name="Freeform 585">
              <a:extLst>
                <a:ext uri="{FF2B5EF4-FFF2-40B4-BE49-F238E27FC236}">
                  <a16:creationId xmlns:a16="http://schemas.microsoft.com/office/drawing/2014/main" id="{3BB9D487-56A1-4BC6-86FB-380AEEAEA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803"/>
              <a:ext cx="125" cy="130"/>
            </a:xfrm>
            <a:custGeom>
              <a:avLst/>
              <a:gdLst>
                <a:gd name="T0" fmla="*/ 1424 w 36"/>
                <a:gd name="T1" fmla="*/ 97 h 35"/>
                <a:gd name="T2" fmla="*/ 674 w 36"/>
                <a:gd name="T3" fmla="*/ 208 h 35"/>
                <a:gd name="T4" fmla="*/ 205 w 36"/>
                <a:gd name="T5" fmla="*/ 620 h 35"/>
                <a:gd name="T6" fmla="*/ 0 w 36"/>
                <a:gd name="T7" fmla="*/ 925 h 35"/>
                <a:gd name="T8" fmla="*/ 83 w 36"/>
                <a:gd name="T9" fmla="*/ 1281 h 35"/>
                <a:gd name="T10" fmla="*/ 337 w 36"/>
                <a:gd name="T11" fmla="*/ 1794 h 35"/>
                <a:gd name="T12" fmla="*/ 288 w 36"/>
                <a:gd name="T13" fmla="*/ 1021 h 35"/>
                <a:gd name="T14" fmla="*/ 590 w 36"/>
                <a:gd name="T15" fmla="*/ 509 h 35"/>
                <a:gd name="T16" fmla="*/ 1087 w 36"/>
                <a:gd name="T17" fmla="*/ 360 h 35"/>
                <a:gd name="T18" fmla="*/ 1507 w 36"/>
                <a:gd name="T19" fmla="*/ 9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5">
                  <a:moveTo>
                    <a:pt x="34" y="2"/>
                  </a:moveTo>
                  <a:cubicBezTo>
                    <a:pt x="29" y="0"/>
                    <a:pt x="20" y="2"/>
                    <a:pt x="16" y="4"/>
                  </a:cubicBezTo>
                  <a:cubicBezTo>
                    <a:pt x="11" y="5"/>
                    <a:pt x="8" y="8"/>
                    <a:pt x="5" y="12"/>
                  </a:cubicBezTo>
                  <a:cubicBezTo>
                    <a:pt x="4" y="13"/>
                    <a:pt x="0" y="16"/>
                    <a:pt x="0" y="18"/>
                  </a:cubicBezTo>
                  <a:cubicBezTo>
                    <a:pt x="0" y="20"/>
                    <a:pt x="2" y="23"/>
                    <a:pt x="2" y="25"/>
                  </a:cubicBezTo>
                  <a:cubicBezTo>
                    <a:pt x="4" y="28"/>
                    <a:pt x="5" y="33"/>
                    <a:pt x="8" y="35"/>
                  </a:cubicBezTo>
                  <a:cubicBezTo>
                    <a:pt x="8" y="30"/>
                    <a:pt x="4" y="25"/>
                    <a:pt x="7" y="20"/>
                  </a:cubicBezTo>
                  <a:cubicBezTo>
                    <a:pt x="9" y="17"/>
                    <a:pt x="11" y="12"/>
                    <a:pt x="14" y="10"/>
                  </a:cubicBezTo>
                  <a:cubicBezTo>
                    <a:pt x="18" y="8"/>
                    <a:pt x="22" y="9"/>
                    <a:pt x="26" y="7"/>
                  </a:cubicBezTo>
                  <a:cubicBezTo>
                    <a:pt x="29" y="6"/>
                    <a:pt x="32" y="2"/>
                    <a:pt x="3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7" name="Freeform 586">
              <a:extLst>
                <a:ext uri="{FF2B5EF4-FFF2-40B4-BE49-F238E27FC236}">
                  <a16:creationId xmlns:a16="http://schemas.microsoft.com/office/drawing/2014/main" id="{34C3F110-3017-4C00-814B-A4F29DAE8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859"/>
              <a:ext cx="62" cy="59"/>
            </a:xfrm>
            <a:custGeom>
              <a:avLst/>
              <a:gdLst>
                <a:gd name="T0" fmla="*/ 83 w 18"/>
                <a:gd name="T1" fmla="*/ 804 h 16"/>
                <a:gd name="T2" fmla="*/ 737 w 18"/>
                <a:gd name="T3" fmla="*/ 0 h 16"/>
                <a:gd name="T4" fmla="*/ 403 w 18"/>
                <a:gd name="T5" fmla="*/ 299 h 16"/>
                <a:gd name="T6" fmla="*/ 0 w 18"/>
                <a:gd name="T7" fmla="*/ 80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3" y="6"/>
                    <a:pt x="18" y="10"/>
                    <a:pt x="18" y="0"/>
                  </a:cubicBezTo>
                  <a:cubicBezTo>
                    <a:pt x="16" y="4"/>
                    <a:pt x="14" y="4"/>
                    <a:pt x="10" y="6"/>
                  </a:cubicBezTo>
                  <a:cubicBezTo>
                    <a:pt x="6" y="7"/>
                    <a:pt x="2" y="12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8" name="Freeform 587">
              <a:extLst>
                <a:ext uri="{FF2B5EF4-FFF2-40B4-BE49-F238E27FC236}">
                  <a16:creationId xmlns:a16="http://schemas.microsoft.com/office/drawing/2014/main" id="{B73C2E99-E218-4138-8DE3-F2FC30CD8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870"/>
              <a:ext cx="49" cy="115"/>
            </a:xfrm>
            <a:custGeom>
              <a:avLst/>
              <a:gdLst>
                <a:gd name="T0" fmla="*/ 137 w 14"/>
                <a:gd name="T1" fmla="*/ 96 h 31"/>
                <a:gd name="T2" fmla="*/ 602 w 14"/>
                <a:gd name="T3" fmla="*/ 1584 h 31"/>
                <a:gd name="T4" fmla="*/ 480 w 14"/>
                <a:gd name="T5" fmla="*/ 620 h 31"/>
                <a:gd name="T6" fmla="*/ 0 w 1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1">
                  <a:moveTo>
                    <a:pt x="3" y="2"/>
                  </a:moveTo>
                  <a:cubicBezTo>
                    <a:pt x="8" y="11"/>
                    <a:pt x="12" y="21"/>
                    <a:pt x="14" y="31"/>
                  </a:cubicBezTo>
                  <a:cubicBezTo>
                    <a:pt x="14" y="25"/>
                    <a:pt x="14" y="17"/>
                    <a:pt x="11" y="12"/>
                  </a:cubicBezTo>
                  <a:cubicBezTo>
                    <a:pt x="10" y="9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9" name="Freeform 588">
              <a:extLst>
                <a:ext uri="{FF2B5EF4-FFF2-40B4-BE49-F238E27FC236}">
                  <a16:creationId xmlns:a16="http://schemas.microsoft.com/office/drawing/2014/main" id="{C9C281C7-E60A-481D-B9C1-8791D0221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567"/>
              <a:ext cx="305" cy="277"/>
            </a:xfrm>
            <a:custGeom>
              <a:avLst/>
              <a:gdLst>
                <a:gd name="T0" fmla="*/ 170 w 88"/>
                <a:gd name="T1" fmla="*/ 3627 h 75"/>
                <a:gd name="T2" fmla="*/ 1418 w 88"/>
                <a:gd name="T3" fmla="*/ 3575 h 75"/>
                <a:gd name="T4" fmla="*/ 3040 w 88"/>
                <a:gd name="T5" fmla="*/ 2375 h 75"/>
                <a:gd name="T6" fmla="*/ 3629 w 88"/>
                <a:gd name="T7" fmla="*/ 451 h 75"/>
                <a:gd name="T8" fmla="*/ 3459 w 88"/>
                <a:gd name="T9" fmla="*/ 805 h 75"/>
                <a:gd name="T10" fmla="*/ 3459 w 88"/>
                <a:gd name="T11" fmla="*/ 0 h 75"/>
                <a:gd name="T12" fmla="*/ 3206 w 88"/>
                <a:gd name="T13" fmla="*/ 805 h 75"/>
                <a:gd name="T14" fmla="*/ 1622 w 88"/>
                <a:gd name="T15" fmla="*/ 2375 h 75"/>
                <a:gd name="T16" fmla="*/ 371 w 88"/>
                <a:gd name="T17" fmla="*/ 3029 h 75"/>
                <a:gd name="T18" fmla="*/ 170 w 88"/>
                <a:gd name="T19" fmla="*/ 3479 h 75"/>
                <a:gd name="T20" fmla="*/ 877 w 88"/>
                <a:gd name="T21" fmla="*/ 3221 h 75"/>
                <a:gd name="T22" fmla="*/ 960 w 88"/>
                <a:gd name="T23" fmla="*/ 3368 h 75"/>
                <a:gd name="T24" fmla="*/ 170 w 88"/>
                <a:gd name="T25" fmla="*/ 3627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" h="75">
                  <a:moveTo>
                    <a:pt x="4" y="72"/>
                  </a:moveTo>
                  <a:cubicBezTo>
                    <a:pt x="18" y="74"/>
                    <a:pt x="24" y="72"/>
                    <a:pt x="34" y="71"/>
                  </a:cubicBezTo>
                  <a:cubicBezTo>
                    <a:pt x="44" y="71"/>
                    <a:pt x="63" y="61"/>
                    <a:pt x="73" y="47"/>
                  </a:cubicBezTo>
                  <a:cubicBezTo>
                    <a:pt x="83" y="33"/>
                    <a:pt x="88" y="22"/>
                    <a:pt x="87" y="9"/>
                  </a:cubicBezTo>
                  <a:cubicBezTo>
                    <a:pt x="86" y="13"/>
                    <a:pt x="83" y="16"/>
                    <a:pt x="83" y="16"/>
                  </a:cubicBezTo>
                  <a:cubicBezTo>
                    <a:pt x="83" y="16"/>
                    <a:pt x="86" y="0"/>
                    <a:pt x="83" y="0"/>
                  </a:cubicBezTo>
                  <a:cubicBezTo>
                    <a:pt x="79" y="0"/>
                    <a:pt x="82" y="4"/>
                    <a:pt x="77" y="16"/>
                  </a:cubicBezTo>
                  <a:cubicBezTo>
                    <a:pt x="72" y="27"/>
                    <a:pt x="55" y="40"/>
                    <a:pt x="39" y="47"/>
                  </a:cubicBezTo>
                  <a:cubicBezTo>
                    <a:pt x="24" y="55"/>
                    <a:pt x="13" y="56"/>
                    <a:pt x="9" y="60"/>
                  </a:cubicBezTo>
                  <a:cubicBezTo>
                    <a:pt x="5" y="64"/>
                    <a:pt x="0" y="68"/>
                    <a:pt x="4" y="69"/>
                  </a:cubicBezTo>
                  <a:cubicBezTo>
                    <a:pt x="8" y="69"/>
                    <a:pt x="21" y="64"/>
                    <a:pt x="21" y="64"/>
                  </a:cubicBezTo>
                  <a:cubicBezTo>
                    <a:pt x="21" y="64"/>
                    <a:pt x="24" y="64"/>
                    <a:pt x="23" y="67"/>
                  </a:cubicBezTo>
                  <a:cubicBezTo>
                    <a:pt x="22" y="69"/>
                    <a:pt x="12" y="75"/>
                    <a:pt x="4" y="72"/>
                  </a:cubicBezTo>
                  <a:close/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0" name="Freeform 589">
              <a:extLst>
                <a:ext uri="{FF2B5EF4-FFF2-40B4-BE49-F238E27FC236}">
                  <a16:creationId xmlns:a16="http://schemas.microsoft.com/office/drawing/2014/main" id="{44167902-585B-4FE8-8A8B-ED31E4CA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741"/>
              <a:ext cx="25" cy="59"/>
            </a:xfrm>
            <a:custGeom>
              <a:avLst/>
              <a:gdLst>
                <a:gd name="T0" fmla="*/ 179 w 7"/>
                <a:gd name="T1" fmla="*/ 0 h 16"/>
                <a:gd name="T2" fmla="*/ 139 w 7"/>
                <a:gd name="T3" fmla="*/ 804 h 16"/>
                <a:gd name="T4" fmla="*/ 318 w 7"/>
                <a:gd name="T5" fmla="*/ 557 h 16"/>
                <a:gd name="T6" fmla="*/ 268 w 7"/>
                <a:gd name="T7" fmla="*/ 557 h 16"/>
                <a:gd name="T8" fmla="*/ 229 w 7"/>
                <a:gd name="T9" fmla="*/ 20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4" y="0"/>
                  </a:moveTo>
                  <a:cubicBezTo>
                    <a:pt x="3" y="3"/>
                    <a:pt x="0" y="14"/>
                    <a:pt x="3" y="16"/>
                  </a:cubicBezTo>
                  <a:cubicBezTo>
                    <a:pt x="5" y="15"/>
                    <a:pt x="6" y="12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ubicBezTo>
                    <a:pt x="5" y="9"/>
                    <a:pt x="6" y="5"/>
                    <a:pt x="5" y="4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" name="Freeform 590">
              <a:extLst>
                <a:ext uri="{FF2B5EF4-FFF2-40B4-BE49-F238E27FC236}">
                  <a16:creationId xmlns:a16="http://schemas.microsoft.com/office/drawing/2014/main" id="{0C31035D-4296-4777-A66A-52C232E71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40"/>
              <a:ext cx="94" cy="60"/>
            </a:xfrm>
            <a:custGeom>
              <a:avLst/>
              <a:gdLst>
                <a:gd name="T0" fmla="*/ 1138 w 27"/>
                <a:gd name="T1" fmla="*/ 0 h 16"/>
                <a:gd name="T2" fmla="*/ 254 w 27"/>
                <a:gd name="T3" fmla="*/ 424 h 16"/>
                <a:gd name="T4" fmla="*/ 35 w 27"/>
                <a:gd name="T5" fmla="*/ 746 h 16"/>
                <a:gd name="T6" fmla="*/ 460 w 27"/>
                <a:gd name="T7" fmla="*/ 746 h 16"/>
                <a:gd name="T8" fmla="*/ 425 w 27"/>
                <a:gd name="T9" fmla="*/ 690 h 16"/>
                <a:gd name="T10" fmla="*/ 933 w 27"/>
                <a:gd name="T11" fmla="*/ 5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6">
                  <a:moveTo>
                    <a:pt x="27" y="0"/>
                  </a:moveTo>
                  <a:cubicBezTo>
                    <a:pt x="20" y="0"/>
                    <a:pt x="12" y="5"/>
                    <a:pt x="6" y="8"/>
                  </a:cubicBezTo>
                  <a:cubicBezTo>
                    <a:pt x="4" y="9"/>
                    <a:pt x="0" y="11"/>
                    <a:pt x="1" y="14"/>
                  </a:cubicBezTo>
                  <a:cubicBezTo>
                    <a:pt x="2" y="16"/>
                    <a:pt x="9" y="14"/>
                    <a:pt x="11" y="14"/>
                  </a:cubicBezTo>
                  <a:cubicBezTo>
                    <a:pt x="11" y="14"/>
                    <a:pt x="10" y="14"/>
                    <a:pt x="10" y="13"/>
                  </a:cubicBezTo>
                  <a:cubicBezTo>
                    <a:pt x="11" y="9"/>
                    <a:pt x="18" y="4"/>
                    <a:pt x="22" y="1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2" name="Freeform 591">
              <a:extLst>
                <a:ext uri="{FF2B5EF4-FFF2-40B4-BE49-F238E27FC236}">
                  <a16:creationId xmlns:a16="http://schemas.microsoft.com/office/drawing/2014/main" id="{217ABE2D-7AB7-4724-B404-A3D3679F6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892"/>
              <a:ext cx="70" cy="59"/>
            </a:xfrm>
            <a:custGeom>
              <a:avLst/>
              <a:gdLst>
                <a:gd name="T0" fmla="*/ 88 w 20"/>
                <a:gd name="T1" fmla="*/ 708 h 16"/>
                <a:gd name="T2" fmla="*/ 858 w 20"/>
                <a:gd name="T3" fmla="*/ 96 h 16"/>
                <a:gd name="T4" fmla="*/ 735 w 20"/>
                <a:gd name="T5" fmla="*/ 653 h 16"/>
                <a:gd name="T6" fmla="*/ 515 w 20"/>
                <a:gd name="T7" fmla="*/ 409 h 16"/>
                <a:gd name="T8" fmla="*/ 49 w 20"/>
                <a:gd name="T9" fmla="*/ 80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2" y="14"/>
                  </a:moveTo>
                  <a:cubicBezTo>
                    <a:pt x="3" y="9"/>
                    <a:pt x="14" y="0"/>
                    <a:pt x="20" y="2"/>
                  </a:cubicBezTo>
                  <a:cubicBezTo>
                    <a:pt x="19" y="5"/>
                    <a:pt x="19" y="10"/>
                    <a:pt x="17" y="13"/>
                  </a:cubicBezTo>
                  <a:cubicBezTo>
                    <a:pt x="17" y="9"/>
                    <a:pt x="16" y="7"/>
                    <a:pt x="12" y="8"/>
                  </a:cubicBezTo>
                  <a:cubicBezTo>
                    <a:pt x="9" y="9"/>
                    <a:pt x="0" y="12"/>
                    <a:pt x="1" y="16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3" name="Freeform 592">
              <a:extLst>
                <a:ext uri="{FF2B5EF4-FFF2-40B4-BE49-F238E27FC236}">
                  <a16:creationId xmlns:a16="http://schemas.microsoft.com/office/drawing/2014/main" id="{D45AF888-DB63-4799-B8E8-07B2B0DCE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866"/>
              <a:ext cx="66" cy="137"/>
            </a:xfrm>
            <a:custGeom>
              <a:avLst/>
              <a:gdLst>
                <a:gd name="T0" fmla="*/ 35 w 19"/>
                <a:gd name="T1" fmla="*/ 0 h 37"/>
                <a:gd name="T2" fmla="*/ 122 w 19"/>
                <a:gd name="T3" fmla="*/ 807 h 37"/>
                <a:gd name="T4" fmla="*/ 122 w 19"/>
                <a:gd name="T5" fmla="*/ 1822 h 37"/>
                <a:gd name="T6" fmla="*/ 375 w 19"/>
                <a:gd name="T7" fmla="*/ 1222 h 37"/>
                <a:gd name="T8" fmla="*/ 712 w 19"/>
                <a:gd name="T9" fmla="*/ 1877 h 37"/>
                <a:gd name="T10" fmla="*/ 507 w 19"/>
                <a:gd name="T11" fmla="*/ 863 h 37"/>
                <a:gd name="T12" fmla="*/ 83 w 19"/>
                <a:gd name="T13" fmla="*/ 5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7">
                  <a:moveTo>
                    <a:pt x="1" y="0"/>
                  </a:moveTo>
                  <a:cubicBezTo>
                    <a:pt x="4" y="5"/>
                    <a:pt x="4" y="11"/>
                    <a:pt x="3" y="16"/>
                  </a:cubicBezTo>
                  <a:cubicBezTo>
                    <a:pt x="1" y="23"/>
                    <a:pt x="0" y="29"/>
                    <a:pt x="3" y="36"/>
                  </a:cubicBezTo>
                  <a:cubicBezTo>
                    <a:pt x="0" y="31"/>
                    <a:pt x="2" y="20"/>
                    <a:pt x="9" y="24"/>
                  </a:cubicBezTo>
                  <a:cubicBezTo>
                    <a:pt x="13" y="27"/>
                    <a:pt x="16" y="32"/>
                    <a:pt x="17" y="37"/>
                  </a:cubicBezTo>
                  <a:cubicBezTo>
                    <a:pt x="19" y="30"/>
                    <a:pt x="15" y="23"/>
                    <a:pt x="12" y="17"/>
                  </a:cubicBezTo>
                  <a:cubicBezTo>
                    <a:pt x="10" y="13"/>
                    <a:pt x="7" y="1"/>
                    <a:pt x="2" y="1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4" name="Freeform 593">
              <a:extLst>
                <a:ext uri="{FF2B5EF4-FFF2-40B4-BE49-F238E27FC236}">
                  <a16:creationId xmlns:a16="http://schemas.microsoft.com/office/drawing/2014/main" id="{99FFDDE8-D41A-4445-AED5-D749D202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922"/>
              <a:ext cx="240" cy="133"/>
            </a:xfrm>
            <a:custGeom>
              <a:avLst/>
              <a:gdLst>
                <a:gd name="T0" fmla="*/ 205 w 69"/>
                <a:gd name="T1" fmla="*/ 506 h 36"/>
                <a:gd name="T2" fmla="*/ 508 w 69"/>
                <a:gd name="T3" fmla="*/ 916 h 36"/>
                <a:gd name="T4" fmla="*/ 883 w 69"/>
                <a:gd name="T5" fmla="*/ 1215 h 36"/>
                <a:gd name="T6" fmla="*/ 1680 w 69"/>
                <a:gd name="T7" fmla="*/ 1722 h 36"/>
                <a:gd name="T8" fmla="*/ 2650 w 69"/>
                <a:gd name="T9" fmla="*/ 1722 h 36"/>
                <a:gd name="T10" fmla="*/ 2734 w 69"/>
                <a:gd name="T11" fmla="*/ 1009 h 36"/>
                <a:gd name="T12" fmla="*/ 2310 w 69"/>
                <a:gd name="T13" fmla="*/ 1312 h 36"/>
                <a:gd name="T14" fmla="*/ 2056 w 69"/>
                <a:gd name="T15" fmla="*/ 957 h 36"/>
                <a:gd name="T16" fmla="*/ 2021 w 69"/>
                <a:gd name="T17" fmla="*/ 355 h 36"/>
                <a:gd name="T18" fmla="*/ 1899 w 69"/>
                <a:gd name="T19" fmla="*/ 916 h 36"/>
                <a:gd name="T20" fmla="*/ 1645 w 69"/>
                <a:gd name="T21" fmla="*/ 1363 h 36"/>
                <a:gd name="T22" fmla="*/ 883 w 69"/>
                <a:gd name="T23" fmla="*/ 750 h 36"/>
                <a:gd name="T24" fmla="*/ 1089 w 69"/>
                <a:gd name="T25" fmla="*/ 0 h 36"/>
                <a:gd name="T26" fmla="*/ 883 w 69"/>
                <a:gd name="T27" fmla="*/ 96 h 36"/>
                <a:gd name="T28" fmla="*/ 678 w 69"/>
                <a:gd name="T29" fmla="*/ 299 h 36"/>
                <a:gd name="T30" fmla="*/ 254 w 69"/>
                <a:gd name="T31" fmla="*/ 410 h 36"/>
                <a:gd name="T32" fmla="*/ 35 w 69"/>
                <a:gd name="T33" fmla="*/ 203 h 36"/>
                <a:gd name="T34" fmla="*/ 205 w 69"/>
                <a:gd name="T35" fmla="*/ 506 h 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9" h="36">
                  <a:moveTo>
                    <a:pt x="5" y="10"/>
                  </a:moveTo>
                  <a:cubicBezTo>
                    <a:pt x="8" y="12"/>
                    <a:pt x="9" y="15"/>
                    <a:pt x="12" y="18"/>
                  </a:cubicBezTo>
                  <a:cubicBezTo>
                    <a:pt x="14" y="20"/>
                    <a:pt x="17" y="22"/>
                    <a:pt x="21" y="24"/>
                  </a:cubicBezTo>
                  <a:cubicBezTo>
                    <a:pt x="24" y="26"/>
                    <a:pt x="36" y="33"/>
                    <a:pt x="40" y="34"/>
                  </a:cubicBezTo>
                  <a:cubicBezTo>
                    <a:pt x="46" y="36"/>
                    <a:pt x="56" y="36"/>
                    <a:pt x="63" y="34"/>
                  </a:cubicBezTo>
                  <a:cubicBezTo>
                    <a:pt x="69" y="33"/>
                    <a:pt x="67" y="26"/>
                    <a:pt x="65" y="20"/>
                  </a:cubicBezTo>
                  <a:cubicBezTo>
                    <a:pt x="64" y="26"/>
                    <a:pt x="61" y="31"/>
                    <a:pt x="55" y="26"/>
                  </a:cubicBezTo>
                  <a:cubicBezTo>
                    <a:pt x="53" y="24"/>
                    <a:pt x="51" y="21"/>
                    <a:pt x="49" y="19"/>
                  </a:cubicBezTo>
                  <a:cubicBezTo>
                    <a:pt x="47" y="15"/>
                    <a:pt x="48" y="11"/>
                    <a:pt x="48" y="7"/>
                  </a:cubicBezTo>
                  <a:cubicBezTo>
                    <a:pt x="43" y="9"/>
                    <a:pt x="44" y="14"/>
                    <a:pt x="45" y="18"/>
                  </a:cubicBezTo>
                  <a:cubicBezTo>
                    <a:pt x="46" y="23"/>
                    <a:pt x="46" y="30"/>
                    <a:pt x="39" y="27"/>
                  </a:cubicBezTo>
                  <a:cubicBezTo>
                    <a:pt x="32" y="24"/>
                    <a:pt x="25" y="22"/>
                    <a:pt x="21" y="15"/>
                  </a:cubicBezTo>
                  <a:cubicBezTo>
                    <a:pt x="18" y="9"/>
                    <a:pt x="22" y="4"/>
                    <a:pt x="26" y="0"/>
                  </a:cubicBezTo>
                  <a:cubicBezTo>
                    <a:pt x="24" y="0"/>
                    <a:pt x="22" y="0"/>
                    <a:pt x="21" y="2"/>
                  </a:cubicBezTo>
                  <a:cubicBezTo>
                    <a:pt x="19" y="3"/>
                    <a:pt x="18" y="5"/>
                    <a:pt x="16" y="6"/>
                  </a:cubicBezTo>
                  <a:cubicBezTo>
                    <a:pt x="13" y="9"/>
                    <a:pt x="10" y="10"/>
                    <a:pt x="6" y="8"/>
                  </a:cubicBezTo>
                  <a:cubicBezTo>
                    <a:pt x="4" y="7"/>
                    <a:pt x="3" y="5"/>
                    <a:pt x="1" y="4"/>
                  </a:cubicBezTo>
                  <a:cubicBezTo>
                    <a:pt x="0" y="7"/>
                    <a:pt x="3" y="8"/>
                    <a:pt x="5" y="10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5" name="Freeform 594">
              <a:extLst>
                <a:ext uri="{FF2B5EF4-FFF2-40B4-BE49-F238E27FC236}">
                  <a16:creationId xmlns:a16="http://schemas.microsoft.com/office/drawing/2014/main" id="{58852448-612C-4F54-990F-1809F1012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508"/>
              <a:ext cx="66" cy="25"/>
            </a:xfrm>
            <a:custGeom>
              <a:avLst/>
              <a:gdLst>
                <a:gd name="T0" fmla="*/ 0 w 19"/>
                <a:gd name="T1" fmla="*/ 89 h 7"/>
                <a:gd name="T2" fmla="*/ 542 w 19"/>
                <a:gd name="T3" fmla="*/ 89 h 7"/>
                <a:gd name="T4" fmla="*/ 542 w 19"/>
                <a:gd name="T5" fmla="*/ 318 h 7"/>
                <a:gd name="T6" fmla="*/ 591 w 19"/>
                <a:gd name="T7" fmla="*/ 179 h 7"/>
                <a:gd name="T8" fmla="*/ 375 w 19"/>
                <a:gd name="T9" fmla="*/ 13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">
                  <a:moveTo>
                    <a:pt x="0" y="2"/>
                  </a:moveTo>
                  <a:cubicBezTo>
                    <a:pt x="4" y="3"/>
                    <a:pt x="8" y="0"/>
                    <a:pt x="13" y="2"/>
                  </a:cubicBezTo>
                  <a:cubicBezTo>
                    <a:pt x="16" y="2"/>
                    <a:pt x="19" y="7"/>
                    <a:pt x="13" y="7"/>
                  </a:cubicBezTo>
                  <a:cubicBezTo>
                    <a:pt x="14" y="6"/>
                    <a:pt x="15" y="5"/>
                    <a:pt x="14" y="4"/>
                  </a:cubicBezTo>
                  <a:cubicBezTo>
                    <a:pt x="13" y="2"/>
                    <a:pt x="8" y="5"/>
                    <a:pt x="9" y="3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6" name="Freeform 595">
              <a:extLst>
                <a:ext uri="{FF2B5EF4-FFF2-40B4-BE49-F238E27FC236}">
                  <a16:creationId xmlns:a16="http://schemas.microsoft.com/office/drawing/2014/main" id="{15D4917F-8010-40FF-A8BC-D53FB276D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426"/>
              <a:ext cx="195" cy="122"/>
            </a:xfrm>
            <a:custGeom>
              <a:avLst/>
              <a:gdLst>
                <a:gd name="T0" fmla="*/ 714 w 56"/>
                <a:gd name="T1" fmla="*/ 55 h 33"/>
                <a:gd name="T2" fmla="*/ 850 w 56"/>
                <a:gd name="T3" fmla="*/ 1420 h 33"/>
                <a:gd name="T4" fmla="*/ 2364 w 56"/>
                <a:gd name="T5" fmla="*/ 861 h 33"/>
                <a:gd name="T6" fmla="*/ 1261 w 56"/>
                <a:gd name="T7" fmla="*/ 917 h 33"/>
                <a:gd name="T8" fmla="*/ 801 w 56"/>
                <a:gd name="T9" fmla="*/ 562 h 33"/>
                <a:gd name="T10" fmla="*/ 763 w 56"/>
                <a:gd name="T11" fmla="*/ 203 h 33"/>
                <a:gd name="T12" fmla="*/ 801 w 56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33">
                  <a:moveTo>
                    <a:pt x="17" y="1"/>
                  </a:moveTo>
                  <a:cubicBezTo>
                    <a:pt x="14" y="7"/>
                    <a:pt x="0" y="33"/>
                    <a:pt x="20" y="28"/>
                  </a:cubicBezTo>
                  <a:cubicBezTo>
                    <a:pt x="32" y="25"/>
                    <a:pt x="44" y="12"/>
                    <a:pt x="56" y="17"/>
                  </a:cubicBezTo>
                  <a:cubicBezTo>
                    <a:pt x="48" y="12"/>
                    <a:pt x="38" y="17"/>
                    <a:pt x="30" y="18"/>
                  </a:cubicBezTo>
                  <a:cubicBezTo>
                    <a:pt x="24" y="20"/>
                    <a:pt x="20" y="18"/>
                    <a:pt x="19" y="11"/>
                  </a:cubicBezTo>
                  <a:cubicBezTo>
                    <a:pt x="18" y="9"/>
                    <a:pt x="17" y="6"/>
                    <a:pt x="18" y="4"/>
                  </a:cubicBezTo>
                  <a:cubicBezTo>
                    <a:pt x="18" y="2"/>
                    <a:pt x="19" y="1"/>
                    <a:pt x="19" y="0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7" name="Freeform 596">
              <a:extLst>
                <a:ext uri="{FF2B5EF4-FFF2-40B4-BE49-F238E27FC236}">
                  <a16:creationId xmlns:a16="http://schemas.microsoft.com/office/drawing/2014/main" id="{2AD6CF0E-1A46-4DA7-B7F5-C99D21D3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382"/>
              <a:ext cx="160" cy="170"/>
            </a:xfrm>
            <a:custGeom>
              <a:avLst/>
              <a:gdLst>
                <a:gd name="T0" fmla="*/ 932 w 46"/>
                <a:gd name="T1" fmla="*/ 0 h 46"/>
                <a:gd name="T2" fmla="*/ 1475 w 46"/>
                <a:gd name="T3" fmla="*/ 806 h 46"/>
                <a:gd name="T4" fmla="*/ 1899 w 46"/>
                <a:gd name="T5" fmla="*/ 1667 h 46"/>
                <a:gd name="T6" fmla="*/ 1816 w 46"/>
                <a:gd name="T7" fmla="*/ 1966 h 46"/>
                <a:gd name="T8" fmla="*/ 1426 w 46"/>
                <a:gd name="T9" fmla="*/ 2077 h 46"/>
                <a:gd name="T10" fmla="*/ 845 w 46"/>
                <a:gd name="T11" fmla="*/ 2225 h 46"/>
                <a:gd name="T12" fmla="*/ 83 w 46"/>
                <a:gd name="T13" fmla="*/ 2265 h 46"/>
                <a:gd name="T14" fmla="*/ 713 w 46"/>
                <a:gd name="T15" fmla="*/ 2077 h 46"/>
                <a:gd name="T16" fmla="*/ 1513 w 46"/>
                <a:gd name="T17" fmla="*/ 1911 h 46"/>
                <a:gd name="T18" fmla="*/ 1562 w 46"/>
                <a:gd name="T19" fmla="*/ 1216 h 46"/>
                <a:gd name="T20" fmla="*/ 1308 w 46"/>
                <a:gd name="T21" fmla="*/ 1009 h 46"/>
                <a:gd name="T22" fmla="*/ 1172 w 46"/>
                <a:gd name="T23" fmla="*/ 710 h 46"/>
                <a:gd name="T24" fmla="*/ 1054 w 46"/>
                <a:gd name="T25" fmla="*/ 355 h 46"/>
                <a:gd name="T26" fmla="*/ 883 w 46"/>
                <a:gd name="T27" fmla="*/ 0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cubicBezTo>
                    <a:pt x="24" y="6"/>
                    <a:pt x="30" y="11"/>
                    <a:pt x="35" y="16"/>
                  </a:cubicBezTo>
                  <a:cubicBezTo>
                    <a:pt x="39" y="22"/>
                    <a:pt x="45" y="26"/>
                    <a:pt x="45" y="33"/>
                  </a:cubicBezTo>
                  <a:cubicBezTo>
                    <a:pt x="45" y="37"/>
                    <a:pt x="46" y="38"/>
                    <a:pt x="43" y="39"/>
                  </a:cubicBezTo>
                  <a:cubicBezTo>
                    <a:pt x="40" y="40"/>
                    <a:pt x="37" y="40"/>
                    <a:pt x="34" y="41"/>
                  </a:cubicBezTo>
                  <a:cubicBezTo>
                    <a:pt x="29" y="42"/>
                    <a:pt x="25" y="43"/>
                    <a:pt x="20" y="44"/>
                  </a:cubicBezTo>
                  <a:cubicBezTo>
                    <a:pt x="14" y="46"/>
                    <a:pt x="8" y="44"/>
                    <a:pt x="2" y="45"/>
                  </a:cubicBezTo>
                  <a:cubicBezTo>
                    <a:pt x="0" y="41"/>
                    <a:pt x="15" y="42"/>
                    <a:pt x="17" y="41"/>
                  </a:cubicBezTo>
                  <a:cubicBezTo>
                    <a:pt x="22" y="41"/>
                    <a:pt x="31" y="42"/>
                    <a:pt x="36" y="38"/>
                  </a:cubicBezTo>
                  <a:cubicBezTo>
                    <a:pt x="40" y="35"/>
                    <a:pt x="41" y="28"/>
                    <a:pt x="37" y="24"/>
                  </a:cubicBezTo>
                  <a:cubicBezTo>
                    <a:pt x="36" y="22"/>
                    <a:pt x="33" y="22"/>
                    <a:pt x="31" y="20"/>
                  </a:cubicBezTo>
                  <a:cubicBezTo>
                    <a:pt x="30" y="18"/>
                    <a:pt x="29" y="16"/>
                    <a:pt x="28" y="14"/>
                  </a:cubicBezTo>
                  <a:cubicBezTo>
                    <a:pt x="27" y="12"/>
                    <a:pt x="25" y="9"/>
                    <a:pt x="25" y="7"/>
                  </a:cubicBezTo>
                  <a:cubicBezTo>
                    <a:pt x="24" y="4"/>
                    <a:pt x="23" y="5"/>
                    <a:pt x="21" y="0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8" name="Freeform 597">
              <a:extLst>
                <a:ext uri="{FF2B5EF4-FFF2-40B4-BE49-F238E27FC236}">
                  <a16:creationId xmlns:a16="http://schemas.microsoft.com/office/drawing/2014/main" id="{9E77A194-3FA5-4CD4-A5A3-734FE1B37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371"/>
              <a:ext cx="49" cy="89"/>
            </a:xfrm>
            <a:custGeom>
              <a:avLst/>
              <a:gdLst>
                <a:gd name="T0" fmla="*/ 343 w 14"/>
                <a:gd name="T1" fmla="*/ 0 h 24"/>
                <a:gd name="T2" fmla="*/ 259 w 14"/>
                <a:gd name="T3" fmla="*/ 1224 h 24"/>
                <a:gd name="T4" fmla="*/ 602 w 14"/>
                <a:gd name="T5" fmla="*/ 508 h 24"/>
                <a:gd name="T6" fmla="*/ 431 w 14"/>
                <a:gd name="T7" fmla="*/ 564 h 24"/>
                <a:gd name="T8" fmla="*/ 392 w 14"/>
                <a:gd name="T9" fmla="*/ 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8" y="0"/>
                  </a:moveTo>
                  <a:cubicBezTo>
                    <a:pt x="4" y="5"/>
                    <a:pt x="0" y="21"/>
                    <a:pt x="6" y="24"/>
                  </a:cubicBezTo>
                  <a:cubicBezTo>
                    <a:pt x="8" y="19"/>
                    <a:pt x="10" y="14"/>
                    <a:pt x="14" y="10"/>
                  </a:cubicBezTo>
                  <a:cubicBezTo>
                    <a:pt x="12" y="11"/>
                    <a:pt x="12" y="12"/>
                    <a:pt x="10" y="11"/>
                  </a:cubicBezTo>
                  <a:cubicBezTo>
                    <a:pt x="8" y="10"/>
                    <a:pt x="9" y="3"/>
                    <a:pt x="9" y="1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9" name="Freeform 598">
              <a:extLst>
                <a:ext uri="{FF2B5EF4-FFF2-40B4-BE49-F238E27FC236}">
                  <a16:creationId xmlns:a16="http://schemas.microsoft.com/office/drawing/2014/main" id="{28B2B123-980C-4946-8F2E-745B70313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485"/>
              <a:ext cx="77" cy="97"/>
            </a:xfrm>
            <a:custGeom>
              <a:avLst/>
              <a:gdLst>
                <a:gd name="T0" fmla="*/ 0 w 22"/>
                <a:gd name="T1" fmla="*/ 56 h 26"/>
                <a:gd name="T2" fmla="*/ 343 w 22"/>
                <a:gd name="T3" fmla="*/ 153 h 26"/>
                <a:gd name="T4" fmla="*/ 480 w 22"/>
                <a:gd name="T5" fmla="*/ 418 h 26"/>
                <a:gd name="T6" fmla="*/ 515 w 22"/>
                <a:gd name="T7" fmla="*/ 571 h 26"/>
                <a:gd name="T8" fmla="*/ 480 w 22"/>
                <a:gd name="T9" fmla="*/ 683 h 26"/>
                <a:gd name="T10" fmla="*/ 480 w 22"/>
                <a:gd name="T11" fmla="*/ 989 h 26"/>
                <a:gd name="T12" fmla="*/ 735 w 22"/>
                <a:gd name="T13" fmla="*/ 1351 h 26"/>
                <a:gd name="T14" fmla="*/ 945 w 22"/>
                <a:gd name="T15" fmla="*/ 724 h 26"/>
                <a:gd name="T16" fmla="*/ 515 w 22"/>
                <a:gd name="T17" fmla="*/ 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6">
                  <a:moveTo>
                    <a:pt x="0" y="1"/>
                  </a:moveTo>
                  <a:cubicBezTo>
                    <a:pt x="2" y="1"/>
                    <a:pt x="6" y="2"/>
                    <a:pt x="8" y="3"/>
                  </a:cubicBezTo>
                  <a:cubicBezTo>
                    <a:pt x="10" y="5"/>
                    <a:pt x="11" y="6"/>
                    <a:pt x="11" y="8"/>
                  </a:cubicBezTo>
                  <a:cubicBezTo>
                    <a:pt x="12" y="9"/>
                    <a:pt x="12" y="10"/>
                    <a:pt x="12" y="11"/>
                  </a:cubicBezTo>
                  <a:cubicBezTo>
                    <a:pt x="12" y="12"/>
                    <a:pt x="11" y="13"/>
                    <a:pt x="11" y="13"/>
                  </a:cubicBezTo>
                  <a:cubicBezTo>
                    <a:pt x="11" y="16"/>
                    <a:pt x="13" y="17"/>
                    <a:pt x="11" y="19"/>
                  </a:cubicBezTo>
                  <a:cubicBezTo>
                    <a:pt x="15" y="19"/>
                    <a:pt x="16" y="24"/>
                    <a:pt x="17" y="26"/>
                  </a:cubicBezTo>
                  <a:cubicBezTo>
                    <a:pt x="17" y="19"/>
                    <a:pt x="14" y="17"/>
                    <a:pt x="22" y="14"/>
                  </a:cubicBezTo>
                  <a:cubicBezTo>
                    <a:pt x="17" y="14"/>
                    <a:pt x="13" y="4"/>
                    <a:pt x="12" y="0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0" name="Freeform 599">
              <a:extLst>
                <a:ext uri="{FF2B5EF4-FFF2-40B4-BE49-F238E27FC236}">
                  <a16:creationId xmlns:a16="http://schemas.microsoft.com/office/drawing/2014/main" id="{2CC544A2-0874-47BF-BF72-D1DF60E0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789"/>
              <a:ext cx="94" cy="74"/>
            </a:xfrm>
            <a:custGeom>
              <a:avLst/>
              <a:gdLst>
                <a:gd name="T0" fmla="*/ 254 w 27"/>
                <a:gd name="T1" fmla="*/ 0 h 20"/>
                <a:gd name="T2" fmla="*/ 762 w 27"/>
                <a:gd name="T3" fmla="*/ 411 h 20"/>
                <a:gd name="T4" fmla="*/ 1138 w 27"/>
                <a:gd name="T5" fmla="*/ 659 h 20"/>
                <a:gd name="T6" fmla="*/ 849 w 27"/>
                <a:gd name="T7" fmla="*/ 766 h 20"/>
                <a:gd name="T8" fmla="*/ 1055 w 27"/>
                <a:gd name="T9" fmla="*/ 1014 h 20"/>
                <a:gd name="T10" fmla="*/ 884 w 27"/>
                <a:gd name="T11" fmla="*/ 918 h 20"/>
                <a:gd name="T12" fmla="*/ 630 w 27"/>
                <a:gd name="T13" fmla="*/ 918 h 20"/>
                <a:gd name="T14" fmla="*/ 292 w 27"/>
                <a:gd name="T15" fmla="*/ 710 h 20"/>
                <a:gd name="T16" fmla="*/ 0 w 27"/>
                <a:gd name="T17" fmla="*/ 207 h 20"/>
                <a:gd name="T18" fmla="*/ 171 w 27"/>
                <a:gd name="T19" fmla="*/ 152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">
                  <a:moveTo>
                    <a:pt x="6" y="0"/>
                  </a:moveTo>
                  <a:cubicBezTo>
                    <a:pt x="9" y="5"/>
                    <a:pt x="12" y="10"/>
                    <a:pt x="18" y="8"/>
                  </a:cubicBezTo>
                  <a:cubicBezTo>
                    <a:pt x="20" y="11"/>
                    <a:pt x="24" y="11"/>
                    <a:pt x="27" y="13"/>
                  </a:cubicBezTo>
                  <a:cubicBezTo>
                    <a:pt x="26" y="14"/>
                    <a:pt x="20" y="14"/>
                    <a:pt x="20" y="15"/>
                  </a:cubicBezTo>
                  <a:cubicBezTo>
                    <a:pt x="20" y="18"/>
                    <a:pt x="25" y="17"/>
                    <a:pt x="25" y="20"/>
                  </a:cubicBezTo>
                  <a:cubicBezTo>
                    <a:pt x="23" y="20"/>
                    <a:pt x="22" y="19"/>
                    <a:pt x="21" y="18"/>
                  </a:cubicBezTo>
                  <a:cubicBezTo>
                    <a:pt x="19" y="18"/>
                    <a:pt x="17" y="18"/>
                    <a:pt x="15" y="18"/>
                  </a:cubicBezTo>
                  <a:cubicBezTo>
                    <a:pt x="12" y="17"/>
                    <a:pt x="9" y="16"/>
                    <a:pt x="7" y="14"/>
                  </a:cubicBezTo>
                  <a:cubicBezTo>
                    <a:pt x="2" y="12"/>
                    <a:pt x="3" y="8"/>
                    <a:pt x="0" y="4"/>
                  </a:cubicBezTo>
                  <a:cubicBezTo>
                    <a:pt x="1" y="5"/>
                    <a:pt x="3" y="5"/>
                    <a:pt x="4" y="3"/>
                  </a:cubicBezTo>
                </a:path>
              </a:pathLst>
            </a:custGeom>
            <a:solidFill>
              <a:srgbClr val="B8C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1" name="Freeform 600">
              <a:extLst>
                <a:ext uri="{FF2B5EF4-FFF2-40B4-BE49-F238E27FC236}">
                  <a16:creationId xmlns:a16="http://schemas.microsoft.com/office/drawing/2014/main" id="{32B427B9-B00E-430E-8E58-1341F2CC0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785"/>
              <a:ext cx="38" cy="44"/>
            </a:xfrm>
            <a:custGeom>
              <a:avLst/>
              <a:gdLst>
                <a:gd name="T0" fmla="*/ 287 w 11"/>
                <a:gd name="T1" fmla="*/ 55 h 12"/>
                <a:gd name="T2" fmla="*/ 0 w 11"/>
                <a:gd name="T3" fmla="*/ 444 h 12"/>
                <a:gd name="T4" fmla="*/ 453 w 11"/>
                <a:gd name="T5" fmla="*/ 389 h 12"/>
                <a:gd name="T6" fmla="*/ 287 w 11"/>
                <a:gd name="T7" fmla="*/ 202 h 12"/>
                <a:gd name="T8" fmla="*/ 335 w 1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7" y="1"/>
                  </a:moveTo>
                  <a:cubicBezTo>
                    <a:pt x="5" y="2"/>
                    <a:pt x="0" y="7"/>
                    <a:pt x="0" y="9"/>
                  </a:cubicBezTo>
                  <a:cubicBezTo>
                    <a:pt x="0" y="12"/>
                    <a:pt x="9" y="8"/>
                    <a:pt x="11" y="8"/>
                  </a:cubicBezTo>
                  <a:cubicBezTo>
                    <a:pt x="9" y="8"/>
                    <a:pt x="6" y="7"/>
                    <a:pt x="7" y="4"/>
                  </a:cubicBezTo>
                  <a:cubicBezTo>
                    <a:pt x="7" y="3"/>
                    <a:pt x="9" y="2"/>
                    <a:pt x="8" y="0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2" name="Freeform 601">
              <a:extLst>
                <a:ext uri="{FF2B5EF4-FFF2-40B4-BE49-F238E27FC236}">
                  <a16:creationId xmlns:a16="http://schemas.microsoft.com/office/drawing/2014/main" id="{E36FCD2D-C7A4-4FBA-AE8C-D9B54B966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563"/>
              <a:ext cx="21" cy="41"/>
            </a:xfrm>
            <a:custGeom>
              <a:avLst/>
              <a:gdLst>
                <a:gd name="T0" fmla="*/ 0 w 6"/>
                <a:gd name="T1" fmla="*/ 306 h 11"/>
                <a:gd name="T2" fmla="*/ 172 w 6"/>
                <a:gd name="T3" fmla="*/ 97 h 11"/>
                <a:gd name="T4" fmla="*/ 221 w 6"/>
                <a:gd name="T5" fmla="*/ 570 h 11"/>
                <a:gd name="T6" fmla="*/ 172 w 6"/>
                <a:gd name="T7" fmla="*/ 306 h 11"/>
                <a:gd name="T8" fmla="*/ 49 w 6"/>
                <a:gd name="T9" fmla="*/ 2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1" y="4"/>
                    <a:pt x="1" y="0"/>
                    <a:pt x="4" y="2"/>
                  </a:cubicBezTo>
                  <a:cubicBezTo>
                    <a:pt x="6" y="4"/>
                    <a:pt x="5" y="9"/>
                    <a:pt x="5" y="11"/>
                  </a:cubicBezTo>
                  <a:cubicBezTo>
                    <a:pt x="4" y="9"/>
                    <a:pt x="5" y="8"/>
                    <a:pt x="4" y="6"/>
                  </a:cubicBezTo>
                  <a:cubicBezTo>
                    <a:pt x="3" y="6"/>
                    <a:pt x="2" y="5"/>
                    <a:pt x="1" y="5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3" name="Freeform 602">
              <a:extLst>
                <a:ext uri="{FF2B5EF4-FFF2-40B4-BE49-F238E27FC236}">
                  <a16:creationId xmlns:a16="http://schemas.microsoft.com/office/drawing/2014/main" id="{E74FBD75-4A4E-4746-A82C-3DA713BAE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460"/>
              <a:ext cx="73" cy="85"/>
            </a:xfrm>
            <a:custGeom>
              <a:avLst/>
              <a:gdLst>
                <a:gd name="T0" fmla="*/ 289 w 21"/>
                <a:gd name="T1" fmla="*/ 55 h 23"/>
                <a:gd name="T2" fmla="*/ 170 w 21"/>
                <a:gd name="T3" fmla="*/ 917 h 23"/>
                <a:gd name="T4" fmla="*/ 883 w 21"/>
                <a:gd name="T5" fmla="*/ 806 h 23"/>
                <a:gd name="T6" fmla="*/ 375 w 21"/>
                <a:gd name="T7" fmla="*/ 602 h 23"/>
                <a:gd name="T8" fmla="*/ 289 w 21"/>
                <a:gd name="T9" fmla="*/ 248 h 23"/>
                <a:gd name="T10" fmla="*/ 337 w 21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7" y="1"/>
                  </a:moveTo>
                  <a:cubicBezTo>
                    <a:pt x="5" y="6"/>
                    <a:pt x="0" y="14"/>
                    <a:pt x="4" y="18"/>
                  </a:cubicBezTo>
                  <a:cubicBezTo>
                    <a:pt x="9" y="23"/>
                    <a:pt x="16" y="19"/>
                    <a:pt x="21" y="16"/>
                  </a:cubicBezTo>
                  <a:cubicBezTo>
                    <a:pt x="17" y="18"/>
                    <a:pt x="10" y="18"/>
                    <a:pt x="9" y="12"/>
                  </a:cubicBezTo>
                  <a:cubicBezTo>
                    <a:pt x="8" y="10"/>
                    <a:pt x="7" y="7"/>
                    <a:pt x="7" y="5"/>
                  </a:cubicBezTo>
                  <a:cubicBezTo>
                    <a:pt x="7" y="3"/>
                    <a:pt x="8" y="2"/>
                    <a:pt x="8" y="0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4" name="Freeform 603">
              <a:extLst>
                <a:ext uri="{FF2B5EF4-FFF2-40B4-BE49-F238E27FC236}">
                  <a16:creationId xmlns:a16="http://schemas.microsoft.com/office/drawing/2014/main" id="{B621CA41-A40B-4973-9D25-16E66E58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411"/>
              <a:ext cx="24" cy="60"/>
            </a:xfrm>
            <a:custGeom>
              <a:avLst/>
              <a:gdLst>
                <a:gd name="T0" fmla="*/ 34 w 7"/>
                <a:gd name="T1" fmla="*/ 0 h 16"/>
                <a:gd name="T2" fmla="*/ 82 w 7"/>
                <a:gd name="T3" fmla="*/ 634 h 16"/>
                <a:gd name="T4" fmla="*/ 281 w 7"/>
                <a:gd name="T5" fmla="*/ 210 h 16"/>
                <a:gd name="T6" fmla="*/ 199 w 7"/>
                <a:gd name="T7" fmla="*/ 368 h 16"/>
                <a:gd name="T8" fmla="*/ 82 w 7"/>
                <a:gd name="T9" fmla="*/ 5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1" y="0"/>
                  </a:moveTo>
                  <a:cubicBezTo>
                    <a:pt x="2" y="3"/>
                    <a:pt x="0" y="8"/>
                    <a:pt x="2" y="12"/>
                  </a:cubicBezTo>
                  <a:cubicBezTo>
                    <a:pt x="4" y="16"/>
                    <a:pt x="6" y="6"/>
                    <a:pt x="7" y="4"/>
                  </a:cubicBezTo>
                  <a:cubicBezTo>
                    <a:pt x="6" y="5"/>
                    <a:pt x="6" y="7"/>
                    <a:pt x="5" y="7"/>
                  </a:cubicBezTo>
                  <a:cubicBezTo>
                    <a:pt x="3" y="6"/>
                    <a:pt x="2" y="3"/>
                    <a:pt x="2" y="1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5" name="Freeform 604">
              <a:extLst>
                <a:ext uri="{FF2B5EF4-FFF2-40B4-BE49-F238E27FC236}">
                  <a16:creationId xmlns:a16="http://schemas.microsoft.com/office/drawing/2014/main" id="{4C6ED52E-B4B3-432B-A92D-67C120F05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508"/>
              <a:ext cx="35" cy="25"/>
            </a:xfrm>
            <a:custGeom>
              <a:avLst/>
              <a:gdLst>
                <a:gd name="T0" fmla="*/ 0 w 10"/>
                <a:gd name="T1" fmla="*/ 50 h 7"/>
                <a:gd name="T2" fmla="*/ 308 w 10"/>
                <a:gd name="T3" fmla="*/ 89 h 7"/>
                <a:gd name="T4" fmla="*/ 221 w 10"/>
                <a:gd name="T5" fmla="*/ 318 h 7"/>
                <a:gd name="T6" fmla="*/ 137 w 10"/>
                <a:gd name="T7" fmla="*/ 8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2" y="1"/>
                    <a:pt x="5" y="0"/>
                    <a:pt x="7" y="2"/>
                  </a:cubicBezTo>
                  <a:cubicBezTo>
                    <a:pt x="10" y="3"/>
                    <a:pt x="8" y="6"/>
                    <a:pt x="5" y="7"/>
                  </a:cubicBezTo>
                  <a:cubicBezTo>
                    <a:pt x="6" y="5"/>
                    <a:pt x="5" y="2"/>
                    <a:pt x="3" y="2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6" name="Freeform 605">
              <a:extLst>
                <a:ext uri="{FF2B5EF4-FFF2-40B4-BE49-F238E27FC236}">
                  <a16:creationId xmlns:a16="http://schemas.microsoft.com/office/drawing/2014/main" id="{1BB5B031-1DF8-4E61-AC21-8F613EF2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522"/>
              <a:ext cx="21" cy="45"/>
            </a:xfrm>
            <a:custGeom>
              <a:avLst/>
              <a:gdLst>
                <a:gd name="T0" fmla="*/ 49 w 6"/>
                <a:gd name="T1" fmla="*/ 0 h 12"/>
                <a:gd name="T2" fmla="*/ 0 w 6"/>
                <a:gd name="T3" fmla="*/ 266 h 12"/>
                <a:gd name="T4" fmla="*/ 88 w 6"/>
                <a:gd name="T5" fmla="*/ 480 h 12"/>
                <a:gd name="T6" fmla="*/ 221 w 6"/>
                <a:gd name="T7" fmla="*/ 634 h 12"/>
                <a:gd name="T8" fmla="*/ 88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2" y="5"/>
                    <a:pt x="2" y="7"/>
                    <a:pt x="2" y="9"/>
                  </a:cubicBezTo>
                  <a:cubicBezTo>
                    <a:pt x="5" y="7"/>
                    <a:pt x="5" y="10"/>
                    <a:pt x="5" y="12"/>
                  </a:cubicBezTo>
                  <a:cubicBezTo>
                    <a:pt x="4" y="8"/>
                    <a:pt x="6" y="3"/>
                    <a:pt x="2" y="0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7" name="Freeform 606">
              <a:extLst>
                <a:ext uri="{FF2B5EF4-FFF2-40B4-BE49-F238E27FC236}">
                  <a16:creationId xmlns:a16="http://schemas.microsoft.com/office/drawing/2014/main" id="{9A4CE201-28AD-48FB-A883-E2AC3A76D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766"/>
              <a:ext cx="21" cy="37"/>
            </a:xfrm>
            <a:custGeom>
              <a:avLst/>
              <a:gdLst>
                <a:gd name="T0" fmla="*/ 88 w 6"/>
                <a:gd name="T1" fmla="*/ 0 h 10"/>
                <a:gd name="T2" fmla="*/ 49 w 6"/>
                <a:gd name="T3" fmla="*/ 411 h 10"/>
                <a:gd name="T4" fmla="*/ 259 w 6"/>
                <a:gd name="T5" fmla="*/ 259 h 10"/>
                <a:gd name="T6" fmla="*/ 137 w 6"/>
                <a:gd name="T7" fmla="*/ 5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2" y="0"/>
                  </a:moveTo>
                  <a:cubicBezTo>
                    <a:pt x="1" y="2"/>
                    <a:pt x="0" y="6"/>
                    <a:pt x="1" y="8"/>
                  </a:cubicBezTo>
                  <a:cubicBezTo>
                    <a:pt x="3" y="10"/>
                    <a:pt x="6" y="7"/>
                    <a:pt x="6" y="5"/>
                  </a:cubicBezTo>
                  <a:cubicBezTo>
                    <a:pt x="3" y="9"/>
                    <a:pt x="3" y="2"/>
                    <a:pt x="3" y="1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8" name="Freeform 607">
              <a:extLst>
                <a:ext uri="{FF2B5EF4-FFF2-40B4-BE49-F238E27FC236}">
                  <a16:creationId xmlns:a16="http://schemas.microsoft.com/office/drawing/2014/main" id="{9721F913-9D96-441D-87A5-B0C639881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48"/>
              <a:ext cx="56" cy="52"/>
            </a:xfrm>
            <a:custGeom>
              <a:avLst/>
              <a:gdLst>
                <a:gd name="T0" fmla="*/ 686 w 16"/>
                <a:gd name="T1" fmla="*/ 0 h 14"/>
                <a:gd name="T2" fmla="*/ 221 w 16"/>
                <a:gd name="T3" fmla="*/ 305 h 14"/>
                <a:gd name="T4" fmla="*/ 0 w 16"/>
                <a:gd name="T5" fmla="*/ 620 h 14"/>
                <a:gd name="T6" fmla="*/ 259 w 16"/>
                <a:gd name="T7" fmla="*/ 661 h 14"/>
                <a:gd name="T8" fmla="*/ 308 w 16"/>
                <a:gd name="T9" fmla="*/ 360 h 14"/>
                <a:gd name="T10" fmla="*/ 602 w 16"/>
                <a:gd name="T11" fmla="*/ 5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13" y="1"/>
                    <a:pt x="9" y="3"/>
                    <a:pt x="5" y="6"/>
                  </a:cubicBezTo>
                  <a:cubicBezTo>
                    <a:pt x="4" y="7"/>
                    <a:pt x="0" y="10"/>
                    <a:pt x="0" y="12"/>
                  </a:cubicBezTo>
                  <a:cubicBezTo>
                    <a:pt x="2" y="13"/>
                    <a:pt x="4" y="14"/>
                    <a:pt x="6" y="13"/>
                  </a:cubicBezTo>
                  <a:cubicBezTo>
                    <a:pt x="2" y="12"/>
                    <a:pt x="5" y="9"/>
                    <a:pt x="7" y="7"/>
                  </a:cubicBezTo>
                  <a:cubicBezTo>
                    <a:pt x="9" y="5"/>
                    <a:pt x="11" y="2"/>
                    <a:pt x="14" y="1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9" name="Freeform 608">
              <a:extLst>
                <a:ext uri="{FF2B5EF4-FFF2-40B4-BE49-F238E27FC236}">
                  <a16:creationId xmlns:a16="http://schemas.microsoft.com/office/drawing/2014/main" id="{B8246C78-F0AC-4E90-9F60-2445F435A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92"/>
              <a:ext cx="32" cy="41"/>
            </a:xfrm>
            <a:custGeom>
              <a:avLst/>
              <a:gdLst>
                <a:gd name="T0" fmla="*/ 0 w 9"/>
                <a:gd name="T1" fmla="*/ 209 h 11"/>
                <a:gd name="T2" fmla="*/ 267 w 9"/>
                <a:gd name="T3" fmla="*/ 56 h 11"/>
                <a:gd name="T4" fmla="*/ 228 w 9"/>
                <a:gd name="T5" fmla="*/ 570 h 11"/>
                <a:gd name="T6" fmla="*/ 139 w 9"/>
                <a:gd name="T7" fmla="*/ 20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0" y="4"/>
                  </a:moveTo>
                  <a:cubicBezTo>
                    <a:pt x="0" y="3"/>
                    <a:pt x="5" y="0"/>
                    <a:pt x="6" y="1"/>
                  </a:cubicBezTo>
                  <a:cubicBezTo>
                    <a:pt x="9" y="3"/>
                    <a:pt x="5" y="9"/>
                    <a:pt x="5" y="11"/>
                  </a:cubicBezTo>
                  <a:cubicBezTo>
                    <a:pt x="5" y="9"/>
                    <a:pt x="6" y="4"/>
                    <a:pt x="3" y="4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0" name="Freeform 609">
              <a:extLst>
                <a:ext uri="{FF2B5EF4-FFF2-40B4-BE49-F238E27FC236}">
                  <a16:creationId xmlns:a16="http://schemas.microsoft.com/office/drawing/2014/main" id="{2E14B3BE-CDFE-4BBC-B973-FF8A0BBC6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870"/>
              <a:ext cx="49" cy="115"/>
            </a:xfrm>
            <a:custGeom>
              <a:avLst/>
              <a:gdLst>
                <a:gd name="T0" fmla="*/ 49 w 14"/>
                <a:gd name="T1" fmla="*/ 0 h 31"/>
                <a:gd name="T2" fmla="*/ 172 w 14"/>
                <a:gd name="T3" fmla="*/ 716 h 31"/>
                <a:gd name="T4" fmla="*/ 88 w 14"/>
                <a:gd name="T5" fmla="*/ 1584 h 31"/>
                <a:gd name="T6" fmla="*/ 137 w 14"/>
                <a:gd name="T7" fmla="*/ 1169 h 31"/>
                <a:gd name="T8" fmla="*/ 308 w 14"/>
                <a:gd name="T9" fmla="*/ 868 h 31"/>
                <a:gd name="T10" fmla="*/ 564 w 14"/>
                <a:gd name="T11" fmla="*/ 924 h 31"/>
                <a:gd name="T12" fmla="*/ 343 w 14"/>
                <a:gd name="T13" fmla="*/ 412 h 31"/>
                <a:gd name="T14" fmla="*/ 88 w 14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1">
                  <a:moveTo>
                    <a:pt x="1" y="0"/>
                  </a:moveTo>
                  <a:cubicBezTo>
                    <a:pt x="4" y="3"/>
                    <a:pt x="5" y="10"/>
                    <a:pt x="4" y="14"/>
                  </a:cubicBezTo>
                  <a:cubicBezTo>
                    <a:pt x="2" y="20"/>
                    <a:pt x="0" y="25"/>
                    <a:pt x="2" y="31"/>
                  </a:cubicBezTo>
                  <a:cubicBezTo>
                    <a:pt x="2" y="28"/>
                    <a:pt x="1" y="26"/>
                    <a:pt x="3" y="23"/>
                  </a:cubicBezTo>
                  <a:cubicBezTo>
                    <a:pt x="3" y="21"/>
                    <a:pt x="5" y="18"/>
                    <a:pt x="7" y="17"/>
                  </a:cubicBezTo>
                  <a:cubicBezTo>
                    <a:pt x="8" y="16"/>
                    <a:pt x="12" y="19"/>
                    <a:pt x="13" y="18"/>
                  </a:cubicBezTo>
                  <a:cubicBezTo>
                    <a:pt x="14" y="17"/>
                    <a:pt x="9" y="9"/>
                    <a:pt x="8" y="8"/>
                  </a:cubicBezTo>
                  <a:cubicBezTo>
                    <a:pt x="7" y="5"/>
                    <a:pt x="5" y="1"/>
                    <a:pt x="2" y="0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1" name="Freeform 610">
              <a:extLst>
                <a:ext uri="{FF2B5EF4-FFF2-40B4-BE49-F238E27FC236}">
                  <a16:creationId xmlns:a16="http://schemas.microsoft.com/office/drawing/2014/main" id="{917042FB-5F9A-47D1-BB07-88F57E581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014"/>
              <a:ext cx="135" cy="41"/>
            </a:xfrm>
            <a:custGeom>
              <a:avLst/>
              <a:gdLst>
                <a:gd name="T0" fmla="*/ 0 w 39"/>
                <a:gd name="T1" fmla="*/ 97 h 11"/>
                <a:gd name="T2" fmla="*/ 419 w 39"/>
                <a:gd name="T3" fmla="*/ 417 h 11"/>
                <a:gd name="T4" fmla="*/ 827 w 39"/>
                <a:gd name="T5" fmla="*/ 473 h 11"/>
                <a:gd name="T6" fmla="*/ 1617 w 39"/>
                <a:gd name="T7" fmla="*/ 362 h 11"/>
                <a:gd name="T8" fmla="*/ 1582 w 39"/>
                <a:gd name="T9" fmla="*/ 0 h 11"/>
                <a:gd name="T10" fmla="*/ 1499 w 39"/>
                <a:gd name="T11" fmla="*/ 265 h 11"/>
                <a:gd name="T12" fmla="*/ 1281 w 39"/>
                <a:gd name="T13" fmla="*/ 209 h 11"/>
                <a:gd name="T14" fmla="*/ 1246 w 39"/>
                <a:gd name="T15" fmla="*/ 362 h 11"/>
                <a:gd name="T16" fmla="*/ 993 w 39"/>
                <a:gd name="T17" fmla="*/ 362 h 11"/>
                <a:gd name="T18" fmla="*/ 789 w 39"/>
                <a:gd name="T19" fmla="*/ 362 h 11"/>
                <a:gd name="T20" fmla="*/ 419 w 39"/>
                <a:gd name="T21" fmla="*/ 306 h 11"/>
                <a:gd name="T22" fmla="*/ 166 w 39"/>
                <a:gd name="T23" fmla="*/ 209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1">
                  <a:moveTo>
                    <a:pt x="0" y="2"/>
                  </a:moveTo>
                  <a:cubicBezTo>
                    <a:pt x="4" y="2"/>
                    <a:pt x="7" y="6"/>
                    <a:pt x="10" y="8"/>
                  </a:cubicBezTo>
                  <a:cubicBezTo>
                    <a:pt x="13" y="10"/>
                    <a:pt x="16" y="9"/>
                    <a:pt x="20" y="9"/>
                  </a:cubicBezTo>
                  <a:cubicBezTo>
                    <a:pt x="26" y="10"/>
                    <a:pt x="34" y="11"/>
                    <a:pt x="39" y="7"/>
                  </a:cubicBezTo>
                  <a:cubicBezTo>
                    <a:pt x="38" y="5"/>
                    <a:pt x="38" y="2"/>
                    <a:pt x="38" y="0"/>
                  </a:cubicBezTo>
                  <a:cubicBezTo>
                    <a:pt x="38" y="2"/>
                    <a:pt x="38" y="4"/>
                    <a:pt x="36" y="5"/>
                  </a:cubicBezTo>
                  <a:cubicBezTo>
                    <a:pt x="34" y="7"/>
                    <a:pt x="33" y="5"/>
                    <a:pt x="31" y="4"/>
                  </a:cubicBezTo>
                  <a:cubicBezTo>
                    <a:pt x="30" y="5"/>
                    <a:pt x="31" y="7"/>
                    <a:pt x="30" y="7"/>
                  </a:cubicBezTo>
                  <a:cubicBezTo>
                    <a:pt x="28" y="9"/>
                    <a:pt x="26" y="7"/>
                    <a:pt x="24" y="7"/>
                  </a:cubicBezTo>
                  <a:cubicBezTo>
                    <a:pt x="21" y="5"/>
                    <a:pt x="22" y="6"/>
                    <a:pt x="19" y="7"/>
                  </a:cubicBezTo>
                  <a:cubicBezTo>
                    <a:pt x="16" y="8"/>
                    <a:pt x="13" y="7"/>
                    <a:pt x="10" y="6"/>
                  </a:cubicBezTo>
                  <a:cubicBezTo>
                    <a:pt x="8" y="6"/>
                    <a:pt x="6" y="4"/>
                    <a:pt x="4" y="4"/>
                  </a:cubicBezTo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2" name="Freeform 611">
              <a:extLst>
                <a:ext uri="{FF2B5EF4-FFF2-40B4-BE49-F238E27FC236}">
                  <a16:creationId xmlns:a16="http://schemas.microsoft.com/office/drawing/2014/main" id="{2783BF4A-09C8-47C5-9DB5-365FD4913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656"/>
              <a:ext cx="222" cy="184"/>
            </a:xfrm>
            <a:custGeom>
              <a:avLst/>
              <a:gdLst>
                <a:gd name="T0" fmla="*/ 624 w 64"/>
                <a:gd name="T1" fmla="*/ 2193 h 50"/>
                <a:gd name="T2" fmla="*/ 1301 w 64"/>
                <a:gd name="T3" fmla="*/ 1788 h 50"/>
                <a:gd name="T4" fmla="*/ 2671 w 64"/>
                <a:gd name="T5" fmla="*/ 0 h 50"/>
                <a:gd name="T6" fmla="*/ 1214 w 64"/>
                <a:gd name="T7" fmla="*/ 2098 h 50"/>
                <a:gd name="T8" fmla="*/ 0 w 64"/>
                <a:gd name="T9" fmla="*/ 2436 h 50"/>
                <a:gd name="T10" fmla="*/ 624 w 64"/>
                <a:gd name="T11" fmla="*/ 2193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50">
                  <a:moveTo>
                    <a:pt x="15" y="44"/>
                  </a:moveTo>
                  <a:cubicBezTo>
                    <a:pt x="22" y="42"/>
                    <a:pt x="21" y="41"/>
                    <a:pt x="31" y="36"/>
                  </a:cubicBezTo>
                  <a:cubicBezTo>
                    <a:pt x="40" y="30"/>
                    <a:pt x="62" y="6"/>
                    <a:pt x="64" y="0"/>
                  </a:cubicBezTo>
                  <a:cubicBezTo>
                    <a:pt x="56" y="25"/>
                    <a:pt x="40" y="34"/>
                    <a:pt x="29" y="42"/>
                  </a:cubicBezTo>
                  <a:cubicBezTo>
                    <a:pt x="17" y="50"/>
                    <a:pt x="11" y="47"/>
                    <a:pt x="0" y="49"/>
                  </a:cubicBezTo>
                  <a:cubicBezTo>
                    <a:pt x="3" y="47"/>
                    <a:pt x="10" y="45"/>
                    <a:pt x="15" y="44"/>
                  </a:cubicBezTo>
                  <a:close/>
                </a:path>
              </a:pathLst>
            </a:custGeom>
            <a:solidFill>
              <a:srgbClr val="A7B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3" name="Freeform 612">
              <a:extLst>
                <a:ext uri="{FF2B5EF4-FFF2-40B4-BE49-F238E27FC236}">
                  <a16:creationId xmlns:a16="http://schemas.microsoft.com/office/drawing/2014/main" id="{214FA653-863D-4D05-BD3A-5F83625D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301"/>
              <a:ext cx="745" cy="769"/>
            </a:xfrm>
            <a:custGeom>
              <a:avLst/>
              <a:gdLst>
                <a:gd name="T0" fmla="*/ 2786 w 215"/>
                <a:gd name="T1" fmla="*/ 7424 h 208"/>
                <a:gd name="T2" fmla="*/ 3039 w 215"/>
                <a:gd name="T3" fmla="*/ 7779 h 208"/>
                <a:gd name="T4" fmla="*/ 3327 w 215"/>
                <a:gd name="T5" fmla="*/ 9198 h 208"/>
                <a:gd name="T6" fmla="*/ 3327 w 215"/>
                <a:gd name="T7" fmla="*/ 10308 h 208"/>
                <a:gd name="T8" fmla="*/ 2377 w 215"/>
                <a:gd name="T9" fmla="*/ 10415 h 208"/>
                <a:gd name="T10" fmla="*/ 1369 w 215"/>
                <a:gd name="T11" fmla="*/ 9908 h 208"/>
                <a:gd name="T12" fmla="*/ 745 w 215"/>
                <a:gd name="T13" fmla="*/ 9350 h 208"/>
                <a:gd name="T14" fmla="*/ 204 w 215"/>
                <a:gd name="T15" fmla="*/ 8392 h 208"/>
                <a:gd name="T16" fmla="*/ 0 w 215"/>
                <a:gd name="T17" fmla="*/ 7738 h 208"/>
                <a:gd name="T18" fmla="*/ 371 w 215"/>
                <a:gd name="T19" fmla="*/ 7232 h 208"/>
                <a:gd name="T20" fmla="*/ 828 w 215"/>
                <a:gd name="T21" fmla="*/ 6973 h 208"/>
                <a:gd name="T22" fmla="*/ 2124 w 215"/>
                <a:gd name="T23" fmla="*/ 6821 h 208"/>
                <a:gd name="T24" fmla="*/ 2869 w 215"/>
                <a:gd name="T25" fmla="*/ 3786 h 208"/>
                <a:gd name="T26" fmla="*/ 4456 w 215"/>
                <a:gd name="T27" fmla="*/ 2828 h 208"/>
                <a:gd name="T28" fmla="*/ 6112 w 215"/>
                <a:gd name="T29" fmla="*/ 2529 h 208"/>
                <a:gd name="T30" fmla="*/ 6074 w 215"/>
                <a:gd name="T31" fmla="*/ 1423 h 208"/>
                <a:gd name="T32" fmla="*/ 6449 w 215"/>
                <a:gd name="T33" fmla="*/ 355 h 208"/>
                <a:gd name="T34" fmla="*/ 6785 w 215"/>
                <a:gd name="T35" fmla="*/ 55 h 208"/>
                <a:gd name="T36" fmla="*/ 7121 w 215"/>
                <a:gd name="T37" fmla="*/ 248 h 208"/>
                <a:gd name="T38" fmla="*/ 7900 w 215"/>
                <a:gd name="T39" fmla="*/ 861 h 208"/>
                <a:gd name="T40" fmla="*/ 8742 w 215"/>
                <a:gd name="T41" fmla="*/ 2325 h 208"/>
                <a:gd name="T42" fmla="*/ 8947 w 215"/>
                <a:gd name="T43" fmla="*/ 2924 h 208"/>
                <a:gd name="T44" fmla="*/ 8573 w 215"/>
                <a:gd name="T45" fmla="*/ 3335 h 208"/>
                <a:gd name="T46" fmla="*/ 7745 w 215"/>
                <a:gd name="T47" fmla="*/ 3486 h 208"/>
                <a:gd name="T48" fmla="*/ 6653 w 215"/>
                <a:gd name="T49" fmla="*/ 3431 h 208"/>
                <a:gd name="T50" fmla="*/ 6497 w 215"/>
                <a:gd name="T51" fmla="*/ 3897 h 208"/>
                <a:gd name="T52" fmla="*/ 5738 w 215"/>
                <a:gd name="T53" fmla="*/ 6370 h 208"/>
                <a:gd name="T54" fmla="*/ 4539 w 215"/>
                <a:gd name="T55" fmla="*/ 7379 h 208"/>
                <a:gd name="T56" fmla="*/ 3614 w 215"/>
                <a:gd name="T57" fmla="*/ 7476 h 208"/>
                <a:gd name="T58" fmla="*/ 3039 w 215"/>
                <a:gd name="T59" fmla="*/ 7476 h 208"/>
                <a:gd name="T60" fmla="*/ 2786 w 215"/>
                <a:gd name="T61" fmla="*/ 7424 h 2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5" h="208">
                  <a:moveTo>
                    <a:pt x="67" y="147"/>
                  </a:moveTo>
                  <a:cubicBezTo>
                    <a:pt x="67" y="149"/>
                    <a:pt x="71" y="151"/>
                    <a:pt x="73" y="154"/>
                  </a:cubicBezTo>
                  <a:cubicBezTo>
                    <a:pt x="78" y="162"/>
                    <a:pt x="79" y="173"/>
                    <a:pt x="80" y="182"/>
                  </a:cubicBezTo>
                  <a:cubicBezTo>
                    <a:pt x="81" y="188"/>
                    <a:pt x="85" y="199"/>
                    <a:pt x="80" y="204"/>
                  </a:cubicBezTo>
                  <a:cubicBezTo>
                    <a:pt x="76" y="208"/>
                    <a:pt x="63" y="207"/>
                    <a:pt x="57" y="206"/>
                  </a:cubicBezTo>
                  <a:cubicBezTo>
                    <a:pt x="48" y="205"/>
                    <a:pt x="41" y="200"/>
                    <a:pt x="33" y="196"/>
                  </a:cubicBezTo>
                  <a:cubicBezTo>
                    <a:pt x="28" y="193"/>
                    <a:pt x="23" y="190"/>
                    <a:pt x="18" y="185"/>
                  </a:cubicBezTo>
                  <a:cubicBezTo>
                    <a:pt x="13" y="179"/>
                    <a:pt x="9" y="173"/>
                    <a:pt x="5" y="166"/>
                  </a:cubicBezTo>
                  <a:cubicBezTo>
                    <a:pt x="2" y="162"/>
                    <a:pt x="0" y="153"/>
                    <a:pt x="0" y="153"/>
                  </a:cubicBezTo>
                  <a:cubicBezTo>
                    <a:pt x="0" y="153"/>
                    <a:pt x="7" y="145"/>
                    <a:pt x="9" y="143"/>
                  </a:cubicBezTo>
                  <a:cubicBezTo>
                    <a:pt x="12" y="141"/>
                    <a:pt x="17" y="139"/>
                    <a:pt x="20" y="138"/>
                  </a:cubicBezTo>
                  <a:cubicBezTo>
                    <a:pt x="29" y="134"/>
                    <a:pt x="41" y="136"/>
                    <a:pt x="51" y="135"/>
                  </a:cubicBezTo>
                  <a:cubicBezTo>
                    <a:pt x="53" y="114"/>
                    <a:pt x="53" y="91"/>
                    <a:pt x="69" y="75"/>
                  </a:cubicBezTo>
                  <a:cubicBezTo>
                    <a:pt x="80" y="64"/>
                    <a:pt x="92" y="59"/>
                    <a:pt x="107" y="56"/>
                  </a:cubicBezTo>
                  <a:cubicBezTo>
                    <a:pt x="121" y="54"/>
                    <a:pt x="133" y="50"/>
                    <a:pt x="147" y="50"/>
                  </a:cubicBezTo>
                  <a:cubicBezTo>
                    <a:pt x="146" y="42"/>
                    <a:pt x="145" y="36"/>
                    <a:pt x="146" y="28"/>
                  </a:cubicBezTo>
                  <a:cubicBezTo>
                    <a:pt x="146" y="20"/>
                    <a:pt x="151" y="13"/>
                    <a:pt x="155" y="7"/>
                  </a:cubicBezTo>
                  <a:cubicBezTo>
                    <a:pt x="158" y="5"/>
                    <a:pt x="159" y="1"/>
                    <a:pt x="163" y="1"/>
                  </a:cubicBezTo>
                  <a:cubicBezTo>
                    <a:pt x="165" y="0"/>
                    <a:pt x="169" y="4"/>
                    <a:pt x="171" y="5"/>
                  </a:cubicBezTo>
                  <a:cubicBezTo>
                    <a:pt x="178" y="8"/>
                    <a:pt x="185" y="12"/>
                    <a:pt x="190" y="17"/>
                  </a:cubicBezTo>
                  <a:cubicBezTo>
                    <a:pt x="197" y="26"/>
                    <a:pt x="203" y="36"/>
                    <a:pt x="210" y="46"/>
                  </a:cubicBezTo>
                  <a:cubicBezTo>
                    <a:pt x="212" y="50"/>
                    <a:pt x="215" y="53"/>
                    <a:pt x="215" y="58"/>
                  </a:cubicBezTo>
                  <a:cubicBezTo>
                    <a:pt x="214" y="65"/>
                    <a:pt x="212" y="65"/>
                    <a:pt x="206" y="66"/>
                  </a:cubicBezTo>
                  <a:cubicBezTo>
                    <a:pt x="199" y="67"/>
                    <a:pt x="193" y="67"/>
                    <a:pt x="186" y="69"/>
                  </a:cubicBezTo>
                  <a:cubicBezTo>
                    <a:pt x="175" y="73"/>
                    <a:pt x="171" y="72"/>
                    <a:pt x="160" y="68"/>
                  </a:cubicBezTo>
                  <a:cubicBezTo>
                    <a:pt x="151" y="64"/>
                    <a:pt x="154" y="71"/>
                    <a:pt x="156" y="77"/>
                  </a:cubicBezTo>
                  <a:cubicBezTo>
                    <a:pt x="160" y="95"/>
                    <a:pt x="149" y="114"/>
                    <a:pt x="138" y="126"/>
                  </a:cubicBezTo>
                  <a:cubicBezTo>
                    <a:pt x="131" y="134"/>
                    <a:pt x="119" y="143"/>
                    <a:pt x="109" y="146"/>
                  </a:cubicBezTo>
                  <a:cubicBezTo>
                    <a:pt x="103" y="148"/>
                    <a:pt x="94" y="147"/>
                    <a:pt x="87" y="148"/>
                  </a:cubicBezTo>
                  <a:cubicBezTo>
                    <a:pt x="83" y="148"/>
                    <a:pt x="78" y="149"/>
                    <a:pt x="73" y="148"/>
                  </a:cubicBezTo>
                  <a:cubicBezTo>
                    <a:pt x="71" y="148"/>
                    <a:pt x="67" y="147"/>
                    <a:pt x="67" y="14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4" name="Freeform 613">
              <a:extLst>
                <a:ext uri="{FF2B5EF4-FFF2-40B4-BE49-F238E27FC236}">
                  <a16:creationId xmlns:a16="http://schemas.microsoft.com/office/drawing/2014/main" id="{519000C9-A73E-49B0-A7CA-4FD925727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40"/>
              <a:ext cx="97" cy="74"/>
            </a:xfrm>
            <a:custGeom>
              <a:avLst/>
              <a:gdLst>
                <a:gd name="T0" fmla="*/ 1129 w 28"/>
                <a:gd name="T1" fmla="*/ 0 h 20"/>
                <a:gd name="T2" fmla="*/ 0 w 28"/>
                <a:gd name="T3" fmla="*/ 766 h 20"/>
                <a:gd name="T4" fmla="*/ 1164 w 28"/>
                <a:gd name="T5" fmla="*/ 2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7" y="0"/>
                  </a:moveTo>
                  <a:cubicBezTo>
                    <a:pt x="17" y="1"/>
                    <a:pt x="5" y="5"/>
                    <a:pt x="0" y="15"/>
                  </a:cubicBezTo>
                  <a:cubicBezTo>
                    <a:pt x="8" y="20"/>
                    <a:pt x="24" y="9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5" name="Freeform 614">
              <a:extLst>
                <a:ext uri="{FF2B5EF4-FFF2-40B4-BE49-F238E27FC236}">
                  <a16:creationId xmlns:a16="http://schemas.microsoft.com/office/drawing/2014/main" id="{F77F2593-5635-46F1-931F-481732F3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866"/>
              <a:ext cx="59" cy="144"/>
            </a:xfrm>
            <a:custGeom>
              <a:avLst/>
              <a:gdLst>
                <a:gd name="T0" fmla="*/ 673 w 17"/>
                <a:gd name="T1" fmla="*/ 1868 h 39"/>
                <a:gd name="T2" fmla="*/ 0 w 17"/>
                <a:gd name="T3" fmla="*/ 0 h 39"/>
                <a:gd name="T4" fmla="*/ 121 w 17"/>
                <a:gd name="T5" fmla="*/ 709 h 39"/>
                <a:gd name="T6" fmla="*/ 0 w 17"/>
                <a:gd name="T7" fmla="*/ 1255 h 39"/>
                <a:gd name="T8" fmla="*/ 83 w 17"/>
                <a:gd name="T9" fmla="*/ 196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16" y="37"/>
                  </a:moveTo>
                  <a:cubicBezTo>
                    <a:pt x="17" y="26"/>
                    <a:pt x="10" y="6"/>
                    <a:pt x="0" y="0"/>
                  </a:cubicBezTo>
                  <a:cubicBezTo>
                    <a:pt x="2" y="5"/>
                    <a:pt x="4" y="9"/>
                    <a:pt x="3" y="14"/>
                  </a:cubicBezTo>
                  <a:cubicBezTo>
                    <a:pt x="3" y="18"/>
                    <a:pt x="0" y="21"/>
                    <a:pt x="0" y="25"/>
                  </a:cubicBezTo>
                  <a:cubicBezTo>
                    <a:pt x="0" y="30"/>
                    <a:pt x="1" y="34"/>
                    <a:pt x="2" y="39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6" name="Freeform 615">
              <a:extLst>
                <a:ext uri="{FF2B5EF4-FFF2-40B4-BE49-F238E27FC236}">
                  <a16:creationId xmlns:a16="http://schemas.microsoft.com/office/drawing/2014/main" id="{A1BA8827-80AF-4992-8C36-B72F32417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96"/>
              <a:ext cx="28" cy="52"/>
            </a:xfrm>
            <a:custGeom>
              <a:avLst/>
              <a:gdLst>
                <a:gd name="T0" fmla="*/ 172 w 8"/>
                <a:gd name="T1" fmla="*/ 717 h 14"/>
                <a:gd name="T2" fmla="*/ 259 w 8"/>
                <a:gd name="T3" fmla="*/ 0 h 14"/>
                <a:gd name="T4" fmla="*/ 0 w 8"/>
                <a:gd name="T5" fmla="*/ 15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7" y="10"/>
                    <a:pt x="8" y="4"/>
                    <a:pt x="6" y="0"/>
                  </a:cubicBezTo>
                  <a:cubicBezTo>
                    <a:pt x="4" y="0"/>
                    <a:pt x="2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7" name="Freeform 616">
              <a:extLst>
                <a:ext uri="{FF2B5EF4-FFF2-40B4-BE49-F238E27FC236}">
                  <a16:creationId xmlns:a16="http://schemas.microsoft.com/office/drawing/2014/main" id="{7647026D-C7D0-441F-A19C-49F39BE67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456"/>
              <a:ext cx="87" cy="92"/>
            </a:xfrm>
            <a:custGeom>
              <a:avLst/>
              <a:gdLst>
                <a:gd name="T0" fmla="*/ 1054 w 25"/>
                <a:gd name="T1" fmla="*/ 799 h 25"/>
                <a:gd name="T2" fmla="*/ 171 w 25"/>
                <a:gd name="T3" fmla="*/ 1001 h 25"/>
                <a:gd name="T4" fmla="*/ 338 w 2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25" y="16"/>
                  </a:moveTo>
                  <a:cubicBezTo>
                    <a:pt x="21" y="18"/>
                    <a:pt x="8" y="25"/>
                    <a:pt x="4" y="20"/>
                  </a:cubicBezTo>
                  <a:cubicBezTo>
                    <a:pt x="0" y="15"/>
                    <a:pt x="6" y="4"/>
                    <a:pt x="8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8" name="Freeform 617">
              <a:extLst>
                <a:ext uri="{FF2B5EF4-FFF2-40B4-BE49-F238E27FC236}">
                  <a16:creationId xmlns:a16="http://schemas.microsoft.com/office/drawing/2014/main" id="{43DEB9AC-45C3-4A09-A8F8-D209DD09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400"/>
              <a:ext cx="38" cy="60"/>
            </a:xfrm>
            <a:custGeom>
              <a:avLst/>
              <a:gdLst>
                <a:gd name="T0" fmla="*/ 83 w 11"/>
                <a:gd name="T1" fmla="*/ 0 h 16"/>
                <a:gd name="T2" fmla="*/ 121 w 11"/>
                <a:gd name="T3" fmla="*/ 844 h 16"/>
                <a:gd name="T4" fmla="*/ 453 w 11"/>
                <a:gd name="T5" fmla="*/ 21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2" y="0"/>
                  </a:moveTo>
                  <a:cubicBezTo>
                    <a:pt x="0" y="5"/>
                    <a:pt x="1" y="12"/>
                    <a:pt x="3" y="16"/>
                  </a:cubicBezTo>
                  <a:cubicBezTo>
                    <a:pt x="7" y="14"/>
                    <a:pt x="6" y="6"/>
                    <a:pt x="11" y="4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9" name="Freeform 618">
              <a:extLst>
                <a:ext uri="{FF2B5EF4-FFF2-40B4-BE49-F238E27FC236}">
                  <a16:creationId xmlns:a16="http://schemas.microsoft.com/office/drawing/2014/main" id="{E2DEFCFA-FBCD-4C25-BDE4-D7023C197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482"/>
              <a:ext cx="24" cy="63"/>
            </a:xfrm>
            <a:custGeom>
              <a:avLst/>
              <a:gdLst>
                <a:gd name="T0" fmla="*/ 281 w 7"/>
                <a:gd name="T1" fmla="*/ 863 h 17"/>
                <a:gd name="T2" fmla="*/ 117 w 7"/>
                <a:gd name="T3" fmla="*/ 452 h 17"/>
                <a:gd name="T4" fmla="*/ 0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7" y="17"/>
                  </a:moveTo>
                  <a:cubicBezTo>
                    <a:pt x="6" y="11"/>
                    <a:pt x="4" y="12"/>
                    <a:pt x="3" y="9"/>
                  </a:cubicBezTo>
                  <a:cubicBezTo>
                    <a:pt x="2" y="5"/>
                    <a:pt x="2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0" name="Freeform 619">
              <a:extLst>
                <a:ext uri="{FF2B5EF4-FFF2-40B4-BE49-F238E27FC236}">
                  <a16:creationId xmlns:a16="http://schemas.microsoft.com/office/drawing/2014/main" id="{AB5E9C03-4C7A-4DCD-AF4E-C4EFBABDD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800"/>
              <a:ext cx="55" cy="44"/>
            </a:xfrm>
            <a:custGeom>
              <a:avLst/>
              <a:gdLst>
                <a:gd name="T0" fmla="*/ 650 w 16"/>
                <a:gd name="T1" fmla="*/ 590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0" y="9"/>
                    <a:pt x="1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1" name="Freeform 620">
              <a:extLst>
                <a:ext uri="{FF2B5EF4-FFF2-40B4-BE49-F238E27FC236}">
                  <a16:creationId xmlns:a16="http://schemas.microsoft.com/office/drawing/2014/main" id="{85B1AF6E-7891-428B-BDCD-13D1C9ED7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478"/>
              <a:ext cx="55" cy="22"/>
            </a:xfrm>
            <a:custGeom>
              <a:avLst/>
              <a:gdLst>
                <a:gd name="T0" fmla="*/ 0 w 16"/>
                <a:gd name="T1" fmla="*/ 297 h 6"/>
                <a:gd name="T2" fmla="*/ 650 w 16"/>
                <a:gd name="T3" fmla="*/ 20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5"/>
                    <a:pt x="11" y="0"/>
                    <a:pt x="16" y="4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2" name="Freeform 621">
              <a:extLst>
                <a:ext uri="{FF2B5EF4-FFF2-40B4-BE49-F238E27FC236}">
                  <a16:creationId xmlns:a16="http://schemas.microsoft.com/office/drawing/2014/main" id="{9994CE54-B793-4B04-8DEF-1EAF732CC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789"/>
              <a:ext cx="73" cy="37"/>
            </a:xfrm>
            <a:custGeom>
              <a:avLst/>
              <a:gdLst>
                <a:gd name="T0" fmla="*/ 883 w 21"/>
                <a:gd name="T1" fmla="*/ 207 h 10"/>
                <a:gd name="T2" fmla="*/ 459 w 21"/>
                <a:gd name="T3" fmla="*/ 411 h 10"/>
                <a:gd name="T4" fmla="*/ 83 w 21"/>
                <a:gd name="T5" fmla="*/ 451 h 10"/>
                <a:gd name="T6" fmla="*/ 375 w 2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0">
                  <a:moveTo>
                    <a:pt x="21" y="4"/>
                  </a:moveTo>
                  <a:cubicBezTo>
                    <a:pt x="18" y="6"/>
                    <a:pt x="15" y="7"/>
                    <a:pt x="11" y="8"/>
                  </a:cubicBezTo>
                  <a:cubicBezTo>
                    <a:pt x="9" y="8"/>
                    <a:pt x="4" y="10"/>
                    <a:pt x="2" y="9"/>
                  </a:cubicBezTo>
                  <a:cubicBezTo>
                    <a:pt x="0" y="7"/>
                    <a:pt x="7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3" name="Freeform 622">
              <a:extLst>
                <a:ext uri="{FF2B5EF4-FFF2-40B4-BE49-F238E27FC236}">
                  <a16:creationId xmlns:a16="http://schemas.microsoft.com/office/drawing/2014/main" id="{5165CBDD-0747-488D-9B9E-34A41DC30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763"/>
              <a:ext cx="21" cy="44"/>
            </a:xfrm>
            <a:custGeom>
              <a:avLst/>
              <a:gdLst>
                <a:gd name="T0" fmla="*/ 88 w 6"/>
                <a:gd name="T1" fmla="*/ 0 h 12"/>
                <a:gd name="T2" fmla="*/ 49 w 6"/>
                <a:gd name="T3" fmla="*/ 444 h 12"/>
                <a:gd name="T4" fmla="*/ 259 w 6"/>
                <a:gd name="T5" fmla="*/ 29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2" y="2"/>
                    <a:pt x="0" y="7"/>
                    <a:pt x="1" y="9"/>
                  </a:cubicBezTo>
                  <a:cubicBezTo>
                    <a:pt x="3" y="12"/>
                    <a:pt x="5" y="8"/>
                    <a:pt x="6" y="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4" name="Freeform 623">
              <a:extLst>
                <a:ext uri="{FF2B5EF4-FFF2-40B4-BE49-F238E27FC236}">
                  <a16:creationId xmlns:a16="http://schemas.microsoft.com/office/drawing/2014/main" id="{1A6066FC-8C73-4E5D-8C24-70F78F5A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559"/>
              <a:ext cx="21" cy="67"/>
            </a:xfrm>
            <a:custGeom>
              <a:avLst/>
              <a:gdLst>
                <a:gd name="T0" fmla="*/ 137 w 6"/>
                <a:gd name="T1" fmla="*/ 927 h 18"/>
                <a:gd name="T2" fmla="*/ 172 w 6"/>
                <a:gd name="T3" fmla="*/ 153 h 18"/>
                <a:gd name="T4" fmla="*/ 0 w 6"/>
                <a:gd name="T5" fmla="*/ 4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3" y="18"/>
                  </a:moveTo>
                  <a:cubicBezTo>
                    <a:pt x="4" y="14"/>
                    <a:pt x="6" y="6"/>
                    <a:pt x="4" y="3"/>
                  </a:cubicBezTo>
                  <a:cubicBezTo>
                    <a:pt x="2" y="0"/>
                    <a:pt x="1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5" name="Freeform 624">
              <a:extLst>
                <a:ext uri="{FF2B5EF4-FFF2-40B4-BE49-F238E27FC236}">
                  <a16:creationId xmlns:a16="http://schemas.microsoft.com/office/drawing/2014/main" id="{0BE284D5-FECC-4026-B306-E0600DA83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08"/>
              <a:ext cx="55" cy="22"/>
            </a:xfrm>
            <a:custGeom>
              <a:avLst/>
              <a:gdLst>
                <a:gd name="T0" fmla="*/ 450 w 16"/>
                <a:gd name="T1" fmla="*/ 297 h 6"/>
                <a:gd name="T2" fmla="*/ 567 w 16"/>
                <a:gd name="T3" fmla="*/ 95 h 6"/>
                <a:gd name="T4" fmla="*/ 0 w 16"/>
                <a:gd name="T5" fmla="*/ 14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11" y="6"/>
                  </a:moveTo>
                  <a:cubicBezTo>
                    <a:pt x="13" y="6"/>
                    <a:pt x="16" y="5"/>
                    <a:pt x="14" y="2"/>
                  </a:cubicBezTo>
                  <a:cubicBezTo>
                    <a:pt x="11" y="0"/>
                    <a:pt x="3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6" name="Freeform 625">
              <a:extLst>
                <a:ext uri="{FF2B5EF4-FFF2-40B4-BE49-F238E27FC236}">
                  <a16:creationId xmlns:a16="http://schemas.microsoft.com/office/drawing/2014/main" id="{90450C8C-665A-4F02-ACE0-0BA972B0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960"/>
              <a:ext cx="87" cy="322"/>
            </a:xfrm>
            <a:custGeom>
              <a:avLst/>
              <a:gdLst>
                <a:gd name="T0" fmla="*/ 849 w 25"/>
                <a:gd name="T1" fmla="*/ 0 h 87"/>
                <a:gd name="T2" fmla="*/ 849 w 25"/>
                <a:gd name="T3" fmla="*/ 2480 h 87"/>
                <a:gd name="T4" fmla="*/ 35 w 25"/>
                <a:gd name="T5" fmla="*/ 441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7">
                  <a:moveTo>
                    <a:pt x="20" y="0"/>
                  </a:moveTo>
                  <a:cubicBezTo>
                    <a:pt x="24" y="11"/>
                    <a:pt x="25" y="35"/>
                    <a:pt x="20" y="49"/>
                  </a:cubicBezTo>
                  <a:cubicBezTo>
                    <a:pt x="15" y="62"/>
                    <a:pt x="0" y="79"/>
                    <a:pt x="1" y="8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7" name="Freeform 626">
              <a:extLst>
                <a:ext uri="{FF2B5EF4-FFF2-40B4-BE49-F238E27FC236}">
                  <a16:creationId xmlns:a16="http://schemas.microsoft.com/office/drawing/2014/main" id="{1474A710-ED9E-4EF1-9AAB-D248433FC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027"/>
              <a:ext cx="104" cy="100"/>
            </a:xfrm>
            <a:custGeom>
              <a:avLst/>
              <a:gdLst>
                <a:gd name="T0" fmla="*/ 0 w 30"/>
                <a:gd name="T1" fmla="*/ 1015 h 27"/>
                <a:gd name="T2" fmla="*/ 1165 w 30"/>
                <a:gd name="T3" fmla="*/ 563 h 27"/>
                <a:gd name="T4" fmla="*/ 711 w 30"/>
                <a:gd name="T5" fmla="*/ 137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">
                  <a:moveTo>
                    <a:pt x="0" y="20"/>
                  </a:moveTo>
                  <a:cubicBezTo>
                    <a:pt x="3" y="18"/>
                    <a:pt x="23" y="0"/>
                    <a:pt x="28" y="11"/>
                  </a:cubicBezTo>
                  <a:cubicBezTo>
                    <a:pt x="30" y="16"/>
                    <a:pt x="18" y="22"/>
                    <a:pt x="17" y="2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8" name="Freeform 627">
              <a:extLst>
                <a:ext uri="{FF2B5EF4-FFF2-40B4-BE49-F238E27FC236}">
                  <a16:creationId xmlns:a16="http://schemas.microsoft.com/office/drawing/2014/main" id="{06AE467C-FE4F-4A46-AAB0-D69129356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020"/>
              <a:ext cx="139" cy="107"/>
            </a:xfrm>
            <a:custGeom>
              <a:avLst/>
              <a:gdLst>
                <a:gd name="T0" fmla="*/ 1678 w 40"/>
                <a:gd name="T1" fmla="*/ 55 h 29"/>
                <a:gd name="T2" fmla="*/ 459 w 40"/>
                <a:gd name="T3" fmla="*/ 1007 h 29"/>
                <a:gd name="T4" fmla="*/ 254 w 40"/>
                <a:gd name="T5" fmla="*/ 1306 h 29"/>
                <a:gd name="T6" fmla="*/ 254 w 40"/>
                <a:gd name="T7" fmla="*/ 29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40" y="1"/>
                  </a:moveTo>
                  <a:cubicBezTo>
                    <a:pt x="28" y="0"/>
                    <a:pt x="15" y="9"/>
                    <a:pt x="11" y="20"/>
                  </a:cubicBezTo>
                  <a:cubicBezTo>
                    <a:pt x="9" y="24"/>
                    <a:pt x="10" y="29"/>
                    <a:pt x="6" y="26"/>
                  </a:cubicBezTo>
                  <a:cubicBezTo>
                    <a:pt x="0" y="23"/>
                    <a:pt x="4" y="11"/>
                    <a:pt x="6" y="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9" name="Freeform 628">
              <a:extLst>
                <a:ext uri="{FF2B5EF4-FFF2-40B4-BE49-F238E27FC236}">
                  <a16:creationId xmlns:a16="http://schemas.microsoft.com/office/drawing/2014/main" id="{85FF7088-5E2E-4861-A727-DA9FFDE63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234"/>
              <a:ext cx="73" cy="63"/>
            </a:xfrm>
            <a:custGeom>
              <a:avLst/>
              <a:gdLst>
                <a:gd name="T0" fmla="*/ 0 w 21"/>
                <a:gd name="T1" fmla="*/ 0 h 17"/>
                <a:gd name="T2" fmla="*/ 424 w 21"/>
                <a:gd name="T3" fmla="*/ 812 h 17"/>
                <a:gd name="T4" fmla="*/ 459 w 21"/>
                <a:gd name="T5" fmla="*/ 411 h 17"/>
                <a:gd name="T6" fmla="*/ 591 w 21"/>
                <a:gd name="T7" fmla="*/ 863 h 17"/>
                <a:gd name="T8" fmla="*/ 678 w 21"/>
                <a:gd name="T9" fmla="*/ 452 h 17"/>
                <a:gd name="T10" fmla="*/ 796 w 21"/>
                <a:gd name="T11" fmla="*/ 812 h 17"/>
                <a:gd name="T12" fmla="*/ 883 w 21"/>
                <a:gd name="T13" fmla="*/ 35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7" y="2"/>
                    <a:pt x="8" y="10"/>
                    <a:pt x="10" y="16"/>
                  </a:cubicBezTo>
                  <a:cubicBezTo>
                    <a:pt x="10" y="13"/>
                    <a:pt x="10" y="10"/>
                    <a:pt x="11" y="8"/>
                  </a:cubicBezTo>
                  <a:cubicBezTo>
                    <a:pt x="13" y="10"/>
                    <a:pt x="14" y="14"/>
                    <a:pt x="14" y="17"/>
                  </a:cubicBezTo>
                  <a:cubicBezTo>
                    <a:pt x="14" y="14"/>
                    <a:pt x="15" y="11"/>
                    <a:pt x="16" y="9"/>
                  </a:cubicBezTo>
                  <a:cubicBezTo>
                    <a:pt x="17" y="11"/>
                    <a:pt x="18" y="14"/>
                    <a:pt x="19" y="16"/>
                  </a:cubicBezTo>
                  <a:cubicBezTo>
                    <a:pt x="19" y="13"/>
                    <a:pt x="19" y="10"/>
                    <a:pt x="21" y="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0" name="Freeform 629">
              <a:extLst>
                <a:ext uri="{FF2B5EF4-FFF2-40B4-BE49-F238E27FC236}">
                  <a16:creationId xmlns:a16="http://schemas.microsoft.com/office/drawing/2014/main" id="{2C8C55C1-20E1-431D-95A4-2FC31759D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326"/>
              <a:ext cx="38" cy="400"/>
            </a:xfrm>
            <a:custGeom>
              <a:avLst/>
              <a:gdLst>
                <a:gd name="T0" fmla="*/ 0 w 11"/>
                <a:gd name="T1" fmla="*/ 0 h 108"/>
                <a:gd name="T2" fmla="*/ 370 w 11"/>
                <a:gd name="T3" fmla="*/ 1467 h 108"/>
                <a:gd name="T4" fmla="*/ 418 w 11"/>
                <a:gd name="T5" fmla="*/ 5485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8">
                  <a:moveTo>
                    <a:pt x="0" y="0"/>
                  </a:moveTo>
                  <a:cubicBezTo>
                    <a:pt x="8" y="7"/>
                    <a:pt x="8" y="14"/>
                    <a:pt x="9" y="29"/>
                  </a:cubicBezTo>
                  <a:cubicBezTo>
                    <a:pt x="10" y="44"/>
                    <a:pt x="11" y="103"/>
                    <a:pt x="10" y="10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1" name="Freeform 630">
              <a:extLst>
                <a:ext uri="{FF2B5EF4-FFF2-40B4-BE49-F238E27FC236}">
                  <a16:creationId xmlns:a16="http://schemas.microsoft.com/office/drawing/2014/main" id="{872E3B73-62F2-449B-AE75-B0C79739B0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" y="1474"/>
              <a:ext cx="468" cy="477"/>
            </a:xfrm>
            <a:custGeom>
              <a:avLst/>
              <a:gdLst>
                <a:gd name="T0" fmla="*/ 4964 w 135"/>
                <a:gd name="T1" fmla="*/ 1065 h 129"/>
                <a:gd name="T2" fmla="*/ 711 w 135"/>
                <a:gd name="T3" fmla="*/ 1424 h 129"/>
                <a:gd name="T4" fmla="*/ 3162 w 135"/>
                <a:gd name="T5" fmla="*/ 6168 h 129"/>
                <a:gd name="T6" fmla="*/ 4916 w 135"/>
                <a:gd name="T7" fmla="*/ 1764 h 129"/>
                <a:gd name="T8" fmla="*/ 3245 w 135"/>
                <a:gd name="T9" fmla="*/ 507 h 129"/>
                <a:gd name="T10" fmla="*/ 2836 w 135"/>
                <a:gd name="T11" fmla="*/ 451 h 129"/>
                <a:gd name="T12" fmla="*/ 4711 w 135"/>
                <a:gd name="T13" fmla="*/ 1368 h 129"/>
                <a:gd name="T14" fmla="*/ 3751 w 135"/>
                <a:gd name="T15" fmla="*/ 6016 h 129"/>
                <a:gd name="T16" fmla="*/ 3869 w 135"/>
                <a:gd name="T17" fmla="*/ 6427 h 129"/>
                <a:gd name="T18" fmla="*/ 1539 w 135"/>
                <a:gd name="T19" fmla="*/ 1612 h 129"/>
                <a:gd name="T20" fmla="*/ 4579 w 135"/>
                <a:gd name="T21" fmla="*/ 2023 h 129"/>
                <a:gd name="T22" fmla="*/ 3089 w 135"/>
                <a:gd name="T23" fmla="*/ 5717 h 129"/>
                <a:gd name="T24" fmla="*/ 662 w 135"/>
                <a:gd name="T25" fmla="*/ 2326 h 129"/>
                <a:gd name="T26" fmla="*/ 1213 w 135"/>
                <a:gd name="T27" fmla="*/ 5099 h 129"/>
                <a:gd name="T28" fmla="*/ 4663 w 135"/>
                <a:gd name="T29" fmla="*/ 3897 h 129"/>
                <a:gd name="T30" fmla="*/ 2704 w 135"/>
                <a:gd name="T31" fmla="*/ 1065 h 129"/>
                <a:gd name="T32" fmla="*/ 1369 w 135"/>
                <a:gd name="T33" fmla="*/ 4593 h 129"/>
                <a:gd name="T34" fmla="*/ 4039 w 135"/>
                <a:gd name="T35" fmla="*/ 4197 h 129"/>
                <a:gd name="T36" fmla="*/ 3328 w 135"/>
                <a:gd name="T37" fmla="*/ 1572 h 129"/>
                <a:gd name="T38" fmla="*/ 4170 w 135"/>
                <a:gd name="T39" fmla="*/ 2119 h 129"/>
                <a:gd name="T40" fmla="*/ 2957 w 135"/>
                <a:gd name="T41" fmla="*/ 5210 h 129"/>
                <a:gd name="T42" fmla="*/ 912 w 135"/>
                <a:gd name="T43" fmla="*/ 3239 h 129"/>
                <a:gd name="T44" fmla="*/ 3751 w 135"/>
                <a:gd name="T45" fmla="*/ 3897 h 129"/>
                <a:gd name="T46" fmla="*/ 2333 w 135"/>
                <a:gd name="T47" fmla="*/ 4759 h 129"/>
                <a:gd name="T48" fmla="*/ 2246 w 135"/>
                <a:gd name="T49" fmla="*/ 4703 h 129"/>
                <a:gd name="T50" fmla="*/ 3498 w 135"/>
                <a:gd name="T51" fmla="*/ 4252 h 129"/>
                <a:gd name="T52" fmla="*/ 3546 w 135"/>
                <a:gd name="T53" fmla="*/ 3187 h 129"/>
                <a:gd name="T54" fmla="*/ 3040 w 135"/>
                <a:gd name="T55" fmla="*/ 2529 h 129"/>
                <a:gd name="T56" fmla="*/ 2704 w 135"/>
                <a:gd name="T57" fmla="*/ 2529 h 129"/>
                <a:gd name="T58" fmla="*/ 3162 w 135"/>
                <a:gd name="T59" fmla="*/ 2474 h 129"/>
                <a:gd name="T60" fmla="*/ 3713 w 135"/>
                <a:gd name="T61" fmla="*/ 3280 h 129"/>
                <a:gd name="T62" fmla="*/ 3955 w 135"/>
                <a:gd name="T63" fmla="*/ 3036 h 129"/>
                <a:gd name="T64" fmla="*/ 1501 w 135"/>
                <a:gd name="T65" fmla="*/ 2418 h 129"/>
                <a:gd name="T66" fmla="*/ 2957 w 135"/>
                <a:gd name="T67" fmla="*/ 1516 h 129"/>
                <a:gd name="T68" fmla="*/ 1453 w 135"/>
                <a:gd name="T69" fmla="*/ 3897 h 129"/>
                <a:gd name="T70" fmla="*/ 1622 w 135"/>
                <a:gd name="T71" fmla="*/ 4293 h 129"/>
                <a:gd name="T72" fmla="*/ 2957 w 135"/>
                <a:gd name="T73" fmla="*/ 1967 h 129"/>
                <a:gd name="T74" fmla="*/ 3834 w 135"/>
                <a:gd name="T75" fmla="*/ 2585 h 129"/>
                <a:gd name="T76" fmla="*/ 3245 w 135"/>
                <a:gd name="T77" fmla="*/ 2023 h 129"/>
                <a:gd name="T78" fmla="*/ 1959 w 135"/>
                <a:gd name="T79" fmla="*/ 2474 h 129"/>
                <a:gd name="T80" fmla="*/ 2836 w 135"/>
                <a:gd name="T81" fmla="*/ 2925 h 129"/>
                <a:gd name="T82" fmla="*/ 3210 w 135"/>
                <a:gd name="T83" fmla="*/ 3280 h 129"/>
                <a:gd name="T84" fmla="*/ 3245 w 135"/>
                <a:gd name="T85" fmla="*/ 3431 h 129"/>
                <a:gd name="T86" fmla="*/ 2787 w 135"/>
                <a:gd name="T87" fmla="*/ 4252 h 129"/>
                <a:gd name="T88" fmla="*/ 2836 w 135"/>
                <a:gd name="T89" fmla="*/ 2980 h 129"/>
                <a:gd name="T90" fmla="*/ 2836 w 135"/>
                <a:gd name="T91" fmla="*/ 2925 h 129"/>
                <a:gd name="T92" fmla="*/ 2669 w 135"/>
                <a:gd name="T93" fmla="*/ 3786 h 129"/>
                <a:gd name="T94" fmla="*/ 2163 w 135"/>
                <a:gd name="T95" fmla="*/ 3431 h 129"/>
                <a:gd name="T96" fmla="*/ 2583 w 135"/>
                <a:gd name="T97" fmla="*/ 2529 h 129"/>
                <a:gd name="T98" fmla="*/ 2583 w 135"/>
                <a:gd name="T99" fmla="*/ 3335 h 129"/>
                <a:gd name="T100" fmla="*/ 2465 w 135"/>
                <a:gd name="T101" fmla="*/ 4293 h 129"/>
                <a:gd name="T102" fmla="*/ 2416 w 135"/>
                <a:gd name="T103" fmla="*/ 4293 h 129"/>
                <a:gd name="T104" fmla="*/ 1792 w 135"/>
                <a:gd name="T105" fmla="*/ 3690 h 129"/>
                <a:gd name="T106" fmla="*/ 1837 w 135"/>
                <a:gd name="T107" fmla="*/ 3639 h 12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35" h="129">
                  <a:moveTo>
                    <a:pt x="134" y="66"/>
                  </a:moveTo>
                  <a:cubicBezTo>
                    <a:pt x="135" y="49"/>
                    <a:pt x="130" y="33"/>
                    <a:pt x="119" y="21"/>
                  </a:cubicBezTo>
                  <a:cubicBezTo>
                    <a:pt x="107" y="8"/>
                    <a:pt x="87" y="0"/>
                    <a:pt x="68" y="0"/>
                  </a:cubicBezTo>
                  <a:cubicBezTo>
                    <a:pt x="50" y="1"/>
                    <a:pt x="30" y="11"/>
                    <a:pt x="17" y="28"/>
                  </a:cubicBezTo>
                  <a:cubicBezTo>
                    <a:pt x="8" y="38"/>
                    <a:pt x="0" y="55"/>
                    <a:pt x="4" y="78"/>
                  </a:cubicBezTo>
                  <a:cubicBezTo>
                    <a:pt x="11" y="111"/>
                    <a:pt x="40" y="129"/>
                    <a:pt x="76" y="122"/>
                  </a:cubicBezTo>
                  <a:cubicBezTo>
                    <a:pt x="97" y="117"/>
                    <a:pt x="112" y="104"/>
                    <a:pt x="119" y="86"/>
                  </a:cubicBezTo>
                  <a:cubicBezTo>
                    <a:pt x="126" y="68"/>
                    <a:pt x="126" y="48"/>
                    <a:pt x="118" y="35"/>
                  </a:cubicBezTo>
                  <a:cubicBezTo>
                    <a:pt x="112" y="26"/>
                    <a:pt x="100" y="15"/>
                    <a:pt x="83" y="11"/>
                  </a:cubicBezTo>
                  <a:cubicBezTo>
                    <a:pt x="81" y="11"/>
                    <a:pt x="79" y="10"/>
                    <a:pt x="78" y="10"/>
                  </a:cubicBezTo>
                  <a:cubicBezTo>
                    <a:pt x="72" y="9"/>
                    <a:pt x="65" y="9"/>
                    <a:pt x="58" y="11"/>
                  </a:cubicBezTo>
                  <a:cubicBezTo>
                    <a:pt x="61" y="10"/>
                    <a:pt x="65" y="9"/>
                    <a:pt x="68" y="9"/>
                  </a:cubicBezTo>
                  <a:cubicBezTo>
                    <a:pt x="74" y="9"/>
                    <a:pt x="79" y="10"/>
                    <a:pt x="84" y="11"/>
                  </a:cubicBezTo>
                  <a:cubicBezTo>
                    <a:pt x="95" y="14"/>
                    <a:pt x="106" y="19"/>
                    <a:pt x="113" y="27"/>
                  </a:cubicBezTo>
                  <a:cubicBezTo>
                    <a:pt x="122" y="37"/>
                    <a:pt x="126" y="50"/>
                    <a:pt x="125" y="65"/>
                  </a:cubicBezTo>
                  <a:cubicBezTo>
                    <a:pt x="121" y="104"/>
                    <a:pt x="91" y="118"/>
                    <a:pt x="90" y="119"/>
                  </a:cubicBezTo>
                  <a:cubicBezTo>
                    <a:pt x="87" y="120"/>
                    <a:pt x="86" y="122"/>
                    <a:pt x="87" y="125"/>
                  </a:cubicBezTo>
                  <a:cubicBezTo>
                    <a:pt x="88" y="127"/>
                    <a:pt x="91" y="128"/>
                    <a:pt x="93" y="127"/>
                  </a:cubicBezTo>
                  <a:cubicBezTo>
                    <a:pt x="95" y="126"/>
                    <a:pt x="130" y="110"/>
                    <a:pt x="134" y="66"/>
                  </a:cubicBezTo>
                  <a:close/>
                  <a:moveTo>
                    <a:pt x="37" y="32"/>
                  </a:moveTo>
                  <a:cubicBezTo>
                    <a:pt x="52" y="19"/>
                    <a:pt x="66" y="18"/>
                    <a:pt x="76" y="19"/>
                  </a:cubicBezTo>
                  <a:cubicBezTo>
                    <a:pt x="92" y="21"/>
                    <a:pt x="105" y="31"/>
                    <a:pt x="110" y="40"/>
                  </a:cubicBezTo>
                  <a:cubicBezTo>
                    <a:pt x="115" y="48"/>
                    <a:pt x="118" y="65"/>
                    <a:pt x="111" y="82"/>
                  </a:cubicBezTo>
                  <a:cubicBezTo>
                    <a:pt x="106" y="93"/>
                    <a:pt x="96" y="108"/>
                    <a:pt x="74" y="113"/>
                  </a:cubicBezTo>
                  <a:cubicBezTo>
                    <a:pt x="43" y="119"/>
                    <a:pt x="19" y="105"/>
                    <a:pt x="13" y="76"/>
                  </a:cubicBezTo>
                  <a:cubicBezTo>
                    <a:pt x="11" y="64"/>
                    <a:pt x="13" y="54"/>
                    <a:pt x="16" y="46"/>
                  </a:cubicBezTo>
                  <a:cubicBezTo>
                    <a:pt x="14" y="51"/>
                    <a:pt x="13" y="57"/>
                    <a:pt x="13" y="64"/>
                  </a:cubicBezTo>
                  <a:cubicBezTo>
                    <a:pt x="13" y="80"/>
                    <a:pt x="21" y="94"/>
                    <a:pt x="29" y="101"/>
                  </a:cubicBezTo>
                  <a:cubicBezTo>
                    <a:pt x="41" y="112"/>
                    <a:pt x="57" y="116"/>
                    <a:pt x="73" y="112"/>
                  </a:cubicBezTo>
                  <a:cubicBezTo>
                    <a:pt x="91" y="108"/>
                    <a:pt x="106" y="94"/>
                    <a:pt x="112" y="77"/>
                  </a:cubicBezTo>
                  <a:cubicBezTo>
                    <a:pt x="118" y="57"/>
                    <a:pt x="113" y="44"/>
                    <a:pt x="107" y="37"/>
                  </a:cubicBezTo>
                  <a:cubicBezTo>
                    <a:pt x="99" y="26"/>
                    <a:pt x="83" y="20"/>
                    <a:pt x="65" y="21"/>
                  </a:cubicBezTo>
                  <a:cubicBezTo>
                    <a:pt x="50" y="22"/>
                    <a:pt x="36" y="31"/>
                    <a:pt x="28" y="43"/>
                  </a:cubicBezTo>
                  <a:cubicBezTo>
                    <a:pt x="19" y="59"/>
                    <a:pt x="21" y="79"/>
                    <a:pt x="33" y="91"/>
                  </a:cubicBezTo>
                  <a:cubicBezTo>
                    <a:pt x="43" y="100"/>
                    <a:pt x="54" y="105"/>
                    <a:pt x="64" y="104"/>
                  </a:cubicBezTo>
                  <a:cubicBezTo>
                    <a:pt x="76" y="103"/>
                    <a:pt x="87" y="96"/>
                    <a:pt x="97" y="83"/>
                  </a:cubicBezTo>
                  <a:cubicBezTo>
                    <a:pt x="105" y="72"/>
                    <a:pt x="106" y="59"/>
                    <a:pt x="100" y="47"/>
                  </a:cubicBezTo>
                  <a:cubicBezTo>
                    <a:pt x="96" y="39"/>
                    <a:pt x="88" y="33"/>
                    <a:pt x="80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9" y="33"/>
                    <a:pt x="96" y="37"/>
                    <a:pt x="100" y="42"/>
                  </a:cubicBezTo>
                  <a:cubicBezTo>
                    <a:pt x="106" y="50"/>
                    <a:pt x="107" y="61"/>
                    <a:pt x="103" y="74"/>
                  </a:cubicBezTo>
                  <a:cubicBezTo>
                    <a:pt x="98" y="88"/>
                    <a:pt x="86" y="100"/>
                    <a:pt x="71" y="103"/>
                  </a:cubicBezTo>
                  <a:cubicBezTo>
                    <a:pt x="58" y="107"/>
                    <a:pt x="45" y="103"/>
                    <a:pt x="35" y="95"/>
                  </a:cubicBezTo>
                  <a:cubicBezTo>
                    <a:pt x="29" y="89"/>
                    <a:pt x="22" y="78"/>
                    <a:pt x="22" y="64"/>
                  </a:cubicBezTo>
                  <a:cubicBezTo>
                    <a:pt x="22" y="52"/>
                    <a:pt x="27" y="41"/>
                    <a:pt x="37" y="32"/>
                  </a:cubicBezTo>
                  <a:close/>
                  <a:moveTo>
                    <a:pt x="90" y="77"/>
                  </a:moveTo>
                  <a:cubicBezTo>
                    <a:pt x="84" y="85"/>
                    <a:pt x="75" y="94"/>
                    <a:pt x="64" y="95"/>
                  </a:cubicBezTo>
                  <a:cubicBezTo>
                    <a:pt x="61" y="95"/>
                    <a:pt x="58" y="95"/>
                    <a:pt x="56" y="94"/>
                  </a:cubicBezTo>
                  <a:cubicBezTo>
                    <a:pt x="55" y="94"/>
                    <a:pt x="53" y="93"/>
                    <a:pt x="52" y="93"/>
                  </a:cubicBezTo>
                  <a:cubicBezTo>
                    <a:pt x="52" y="93"/>
                    <a:pt x="53" y="93"/>
                    <a:pt x="54" y="93"/>
                  </a:cubicBezTo>
                  <a:cubicBezTo>
                    <a:pt x="55" y="94"/>
                    <a:pt x="56" y="94"/>
                    <a:pt x="57" y="94"/>
                  </a:cubicBezTo>
                  <a:cubicBezTo>
                    <a:pt x="68" y="95"/>
                    <a:pt x="80" y="90"/>
                    <a:pt x="84" y="84"/>
                  </a:cubicBezTo>
                  <a:cubicBezTo>
                    <a:pt x="91" y="75"/>
                    <a:pt x="89" y="71"/>
                    <a:pt x="86" y="64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3" y="57"/>
                    <a:pt x="80" y="51"/>
                    <a:pt x="73" y="50"/>
                  </a:cubicBezTo>
                  <a:cubicBezTo>
                    <a:pt x="72" y="49"/>
                    <a:pt x="70" y="49"/>
                    <a:pt x="68" y="49"/>
                  </a:cubicBezTo>
                  <a:cubicBezTo>
                    <a:pt x="67" y="49"/>
                    <a:pt x="66" y="49"/>
                    <a:pt x="65" y="50"/>
                  </a:cubicBezTo>
                  <a:cubicBezTo>
                    <a:pt x="65" y="49"/>
                    <a:pt x="65" y="49"/>
                    <a:pt x="66" y="49"/>
                  </a:cubicBezTo>
                  <a:cubicBezTo>
                    <a:pt x="70" y="48"/>
                    <a:pt x="73" y="48"/>
                    <a:pt x="76" y="49"/>
                  </a:cubicBezTo>
                  <a:cubicBezTo>
                    <a:pt x="81" y="50"/>
                    <a:pt x="84" y="55"/>
                    <a:pt x="86" y="62"/>
                  </a:cubicBezTo>
                  <a:cubicBezTo>
                    <a:pt x="86" y="64"/>
                    <a:pt x="88" y="65"/>
                    <a:pt x="89" y="65"/>
                  </a:cubicBezTo>
                  <a:cubicBezTo>
                    <a:pt x="90" y="65"/>
                    <a:pt x="91" y="65"/>
                    <a:pt x="92" y="65"/>
                  </a:cubicBezTo>
                  <a:cubicBezTo>
                    <a:pt x="94" y="65"/>
                    <a:pt x="95" y="62"/>
                    <a:pt x="95" y="60"/>
                  </a:cubicBezTo>
                  <a:cubicBezTo>
                    <a:pt x="95" y="66"/>
                    <a:pt x="94" y="72"/>
                    <a:pt x="90" y="77"/>
                  </a:cubicBezTo>
                  <a:close/>
                  <a:moveTo>
                    <a:pt x="36" y="48"/>
                  </a:moveTo>
                  <a:cubicBezTo>
                    <a:pt x="42" y="38"/>
                    <a:pt x="54" y="31"/>
                    <a:pt x="66" y="30"/>
                  </a:cubicBezTo>
                  <a:cubicBezTo>
                    <a:pt x="67" y="30"/>
                    <a:pt x="69" y="30"/>
                    <a:pt x="71" y="30"/>
                  </a:cubicBezTo>
                  <a:cubicBezTo>
                    <a:pt x="54" y="31"/>
                    <a:pt x="42" y="37"/>
                    <a:pt x="36" y="49"/>
                  </a:cubicBezTo>
                  <a:cubicBezTo>
                    <a:pt x="31" y="59"/>
                    <a:pt x="31" y="69"/>
                    <a:pt x="35" y="77"/>
                  </a:cubicBezTo>
                  <a:cubicBezTo>
                    <a:pt x="37" y="81"/>
                    <a:pt x="39" y="84"/>
                    <a:pt x="41" y="86"/>
                  </a:cubicBezTo>
                  <a:cubicBezTo>
                    <a:pt x="41" y="86"/>
                    <a:pt x="40" y="85"/>
                    <a:pt x="39" y="85"/>
                  </a:cubicBezTo>
                  <a:cubicBezTo>
                    <a:pt x="28" y="74"/>
                    <a:pt x="30" y="58"/>
                    <a:pt x="36" y="48"/>
                  </a:cubicBezTo>
                  <a:close/>
                  <a:moveTo>
                    <a:pt x="71" y="39"/>
                  </a:moveTo>
                  <a:cubicBezTo>
                    <a:pt x="73" y="39"/>
                    <a:pt x="76" y="39"/>
                    <a:pt x="78" y="39"/>
                  </a:cubicBezTo>
                  <a:cubicBezTo>
                    <a:pt x="84" y="41"/>
                    <a:pt x="89" y="45"/>
                    <a:pt x="92" y="51"/>
                  </a:cubicBezTo>
                  <a:cubicBezTo>
                    <a:pt x="93" y="54"/>
                    <a:pt x="94" y="57"/>
                    <a:pt x="95" y="60"/>
                  </a:cubicBezTo>
                  <a:cubicBezTo>
                    <a:pt x="93" y="52"/>
                    <a:pt x="89" y="43"/>
                    <a:pt x="78" y="40"/>
                  </a:cubicBezTo>
                  <a:cubicBezTo>
                    <a:pt x="74" y="39"/>
                    <a:pt x="70" y="39"/>
                    <a:pt x="64" y="40"/>
                  </a:cubicBezTo>
                  <a:cubicBezTo>
                    <a:pt x="57" y="42"/>
                    <a:pt x="51" y="45"/>
                    <a:pt x="47" y="49"/>
                  </a:cubicBezTo>
                  <a:cubicBezTo>
                    <a:pt x="52" y="43"/>
                    <a:pt x="60" y="39"/>
                    <a:pt x="71" y="39"/>
                  </a:cubicBezTo>
                  <a:close/>
                  <a:moveTo>
                    <a:pt x="68" y="58"/>
                  </a:moveTo>
                  <a:cubicBezTo>
                    <a:pt x="69" y="58"/>
                    <a:pt x="70" y="58"/>
                    <a:pt x="71" y="58"/>
                  </a:cubicBezTo>
                  <a:cubicBezTo>
                    <a:pt x="74" y="59"/>
                    <a:pt x="75" y="61"/>
                    <a:pt x="77" y="65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80" y="73"/>
                    <a:pt x="81" y="74"/>
                    <a:pt x="77" y="79"/>
                  </a:cubicBezTo>
                  <a:cubicBezTo>
                    <a:pt x="75" y="80"/>
                    <a:pt x="72" y="83"/>
                    <a:pt x="67" y="84"/>
                  </a:cubicBezTo>
                  <a:cubicBezTo>
                    <a:pt x="69" y="83"/>
                    <a:pt x="71" y="82"/>
                    <a:pt x="72" y="80"/>
                  </a:cubicBezTo>
                  <a:cubicBezTo>
                    <a:pt x="80" y="69"/>
                    <a:pt x="71" y="62"/>
                    <a:pt x="68" y="59"/>
                  </a:cubicBezTo>
                  <a:cubicBezTo>
                    <a:pt x="67" y="59"/>
                    <a:pt x="67" y="59"/>
                    <a:pt x="67" y="58"/>
                  </a:cubicBezTo>
                  <a:cubicBezTo>
                    <a:pt x="67" y="58"/>
                    <a:pt x="67" y="58"/>
                    <a:pt x="68" y="58"/>
                  </a:cubicBezTo>
                  <a:close/>
                  <a:moveTo>
                    <a:pt x="62" y="66"/>
                  </a:moveTo>
                  <a:cubicBezTo>
                    <a:pt x="67" y="70"/>
                    <a:pt x="67" y="71"/>
                    <a:pt x="64" y="75"/>
                  </a:cubicBezTo>
                  <a:cubicBezTo>
                    <a:pt x="64" y="76"/>
                    <a:pt x="63" y="76"/>
                    <a:pt x="62" y="76"/>
                  </a:cubicBezTo>
                  <a:cubicBezTo>
                    <a:pt x="59" y="76"/>
                    <a:pt x="55" y="73"/>
                    <a:pt x="52" y="68"/>
                  </a:cubicBezTo>
                  <a:cubicBezTo>
                    <a:pt x="50" y="65"/>
                    <a:pt x="50" y="61"/>
                    <a:pt x="52" y="58"/>
                  </a:cubicBezTo>
                  <a:cubicBezTo>
                    <a:pt x="53" y="55"/>
                    <a:pt x="57" y="52"/>
                    <a:pt x="62" y="50"/>
                  </a:cubicBezTo>
                  <a:cubicBezTo>
                    <a:pt x="59" y="51"/>
                    <a:pt x="58" y="53"/>
                    <a:pt x="57" y="55"/>
                  </a:cubicBezTo>
                  <a:cubicBezTo>
                    <a:pt x="56" y="59"/>
                    <a:pt x="58" y="63"/>
                    <a:pt x="62" y="66"/>
                  </a:cubicBezTo>
                  <a:close/>
                  <a:moveTo>
                    <a:pt x="44" y="72"/>
                  </a:moveTo>
                  <a:cubicBezTo>
                    <a:pt x="48" y="79"/>
                    <a:pt x="53" y="83"/>
                    <a:pt x="59" y="85"/>
                  </a:cubicBezTo>
                  <a:cubicBezTo>
                    <a:pt x="59" y="85"/>
                    <a:pt x="60" y="85"/>
                    <a:pt x="60" y="85"/>
                  </a:cubicBezTo>
                  <a:cubicBezTo>
                    <a:pt x="60" y="85"/>
                    <a:pt x="59" y="85"/>
                    <a:pt x="58" y="85"/>
                  </a:cubicBezTo>
                  <a:cubicBezTo>
                    <a:pt x="57" y="85"/>
                    <a:pt x="57" y="85"/>
                    <a:pt x="56" y="85"/>
                  </a:cubicBezTo>
                  <a:cubicBezTo>
                    <a:pt x="50" y="83"/>
                    <a:pt x="46" y="79"/>
                    <a:pt x="43" y="73"/>
                  </a:cubicBezTo>
                  <a:cubicBezTo>
                    <a:pt x="40" y="67"/>
                    <a:pt x="41" y="60"/>
                    <a:pt x="43" y="55"/>
                  </a:cubicBezTo>
                  <a:cubicBezTo>
                    <a:pt x="41" y="61"/>
                    <a:pt x="41" y="67"/>
                    <a:pt x="44" y="7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2" name="Freeform 631">
              <a:extLst>
                <a:ext uri="{FF2B5EF4-FFF2-40B4-BE49-F238E27FC236}">
                  <a16:creationId xmlns:a16="http://schemas.microsoft.com/office/drawing/2014/main" id="{8A605437-30BB-4AF5-9152-87E567C32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659"/>
              <a:ext cx="11" cy="1"/>
            </a:xfrm>
            <a:custGeom>
              <a:avLst/>
              <a:gdLst>
                <a:gd name="T0" fmla="*/ 14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3" name="Freeform 632">
              <a:extLst>
                <a:ext uri="{FF2B5EF4-FFF2-40B4-BE49-F238E27FC236}">
                  <a16:creationId xmlns:a16="http://schemas.microsoft.com/office/drawing/2014/main" id="{D194B657-AF89-4683-A43B-E45BB0EA2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585"/>
              <a:ext cx="42" cy="4"/>
            </a:xfrm>
            <a:custGeom>
              <a:avLst/>
              <a:gdLst>
                <a:gd name="T0" fmla="*/ 515 w 12"/>
                <a:gd name="T1" fmla="*/ 64 h 1"/>
                <a:gd name="T2" fmla="*/ 0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12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4" name="Freeform 633">
              <a:extLst>
                <a:ext uri="{FF2B5EF4-FFF2-40B4-BE49-F238E27FC236}">
                  <a16:creationId xmlns:a16="http://schemas.microsoft.com/office/drawing/2014/main" id="{50DED579-CB5F-44A2-8568-56E518ADA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656"/>
              <a:ext cx="18" cy="25"/>
            </a:xfrm>
            <a:custGeom>
              <a:avLst/>
              <a:gdLst>
                <a:gd name="T0" fmla="*/ 234 w 5"/>
                <a:gd name="T1" fmla="*/ 0 h 7"/>
                <a:gd name="T2" fmla="*/ 0 w 5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1"/>
                    <a:pt x="1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5" name="Freeform 634">
              <a:extLst>
                <a:ext uri="{FF2B5EF4-FFF2-40B4-BE49-F238E27FC236}">
                  <a16:creationId xmlns:a16="http://schemas.microsoft.com/office/drawing/2014/main" id="{ED0B05BA-0554-4631-916D-23201F8D0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1789"/>
              <a:ext cx="45" cy="29"/>
            </a:xfrm>
            <a:custGeom>
              <a:avLst/>
              <a:gdLst>
                <a:gd name="T0" fmla="*/ 540 w 13"/>
                <a:gd name="T1" fmla="*/ 381 h 8"/>
                <a:gd name="T2" fmla="*/ 0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8"/>
                  </a:moveTo>
                  <a:cubicBezTo>
                    <a:pt x="9" y="7"/>
                    <a:pt x="3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6" name="Freeform 635">
              <a:extLst>
                <a:ext uri="{FF2B5EF4-FFF2-40B4-BE49-F238E27FC236}">
                  <a16:creationId xmlns:a16="http://schemas.microsoft.com/office/drawing/2014/main" id="{65282F38-25E1-47ED-99E2-4BB37CD73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515"/>
              <a:ext cx="145" cy="133"/>
            </a:xfrm>
            <a:custGeom>
              <a:avLst/>
              <a:gdLst>
                <a:gd name="T0" fmla="*/ 1730 w 42"/>
                <a:gd name="T1" fmla="*/ 0 h 36"/>
                <a:gd name="T2" fmla="*/ 0 w 42"/>
                <a:gd name="T3" fmla="*/ 181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6">
                  <a:moveTo>
                    <a:pt x="42" y="0"/>
                  </a:moveTo>
                  <a:cubicBezTo>
                    <a:pt x="36" y="1"/>
                    <a:pt x="7" y="11"/>
                    <a:pt x="0" y="3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7" name="Freeform 636">
              <a:extLst>
                <a:ext uri="{FF2B5EF4-FFF2-40B4-BE49-F238E27FC236}">
                  <a16:creationId xmlns:a16="http://schemas.microsoft.com/office/drawing/2014/main" id="{60121680-A7CB-4008-B4D4-E443218A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785"/>
              <a:ext cx="31" cy="7"/>
            </a:xfrm>
            <a:custGeom>
              <a:avLst/>
              <a:gdLst>
                <a:gd name="T0" fmla="*/ 369 w 9"/>
                <a:gd name="T1" fmla="*/ 0 h 2"/>
                <a:gd name="T2" fmla="*/ 0 w 9"/>
                <a:gd name="T3" fmla="*/ 49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7" y="1"/>
                    <a:pt x="4" y="2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8" name="Freeform 637">
              <a:extLst>
                <a:ext uri="{FF2B5EF4-FFF2-40B4-BE49-F238E27FC236}">
                  <a16:creationId xmlns:a16="http://schemas.microsoft.com/office/drawing/2014/main" id="{B7C38674-6A1E-47E3-AE6F-64C18DE05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474"/>
              <a:ext cx="468" cy="477"/>
            </a:xfrm>
            <a:custGeom>
              <a:avLst/>
              <a:gdLst>
                <a:gd name="T0" fmla="*/ 3630 w 135"/>
                <a:gd name="T1" fmla="*/ 6112 h 129"/>
                <a:gd name="T2" fmla="*/ 3630 w 135"/>
                <a:gd name="T3" fmla="*/ 6316 h 129"/>
                <a:gd name="T4" fmla="*/ 3869 w 135"/>
                <a:gd name="T5" fmla="*/ 6427 h 129"/>
                <a:gd name="T6" fmla="*/ 5588 w 135"/>
                <a:gd name="T7" fmla="*/ 3335 h 129"/>
                <a:gd name="T8" fmla="*/ 4964 w 135"/>
                <a:gd name="T9" fmla="*/ 1065 h 129"/>
                <a:gd name="T10" fmla="*/ 2836 w 135"/>
                <a:gd name="T11" fmla="*/ 0 h 129"/>
                <a:gd name="T12" fmla="*/ 711 w 135"/>
                <a:gd name="T13" fmla="*/ 1424 h 129"/>
                <a:gd name="T14" fmla="*/ 170 w 135"/>
                <a:gd name="T15" fmla="*/ 3938 h 129"/>
                <a:gd name="T16" fmla="*/ 3162 w 135"/>
                <a:gd name="T17" fmla="*/ 6168 h 129"/>
                <a:gd name="T18" fmla="*/ 3713 w 135"/>
                <a:gd name="T19" fmla="*/ 5920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129">
                  <a:moveTo>
                    <a:pt x="87" y="121"/>
                  </a:moveTo>
                  <a:cubicBezTo>
                    <a:pt x="87" y="122"/>
                    <a:pt x="87" y="124"/>
                    <a:pt x="87" y="125"/>
                  </a:cubicBezTo>
                  <a:cubicBezTo>
                    <a:pt x="88" y="127"/>
                    <a:pt x="91" y="128"/>
                    <a:pt x="93" y="127"/>
                  </a:cubicBezTo>
                  <a:cubicBezTo>
                    <a:pt x="95" y="126"/>
                    <a:pt x="130" y="110"/>
                    <a:pt x="134" y="66"/>
                  </a:cubicBezTo>
                  <a:cubicBezTo>
                    <a:pt x="135" y="49"/>
                    <a:pt x="130" y="33"/>
                    <a:pt x="119" y="21"/>
                  </a:cubicBezTo>
                  <a:cubicBezTo>
                    <a:pt x="107" y="8"/>
                    <a:pt x="87" y="0"/>
                    <a:pt x="68" y="0"/>
                  </a:cubicBezTo>
                  <a:cubicBezTo>
                    <a:pt x="50" y="1"/>
                    <a:pt x="30" y="11"/>
                    <a:pt x="17" y="28"/>
                  </a:cubicBezTo>
                  <a:cubicBezTo>
                    <a:pt x="8" y="38"/>
                    <a:pt x="0" y="55"/>
                    <a:pt x="4" y="78"/>
                  </a:cubicBezTo>
                  <a:cubicBezTo>
                    <a:pt x="11" y="111"/>
                    <a:pt x="40" y="129"/>
                    <a:pt x="76" y="122"/>
                  </a:cubicBezTo>
                  <a:cubicBezTo>
                    <a:pt x="81" y="121"/>
                    <a:pt x="85" y="119"/>
                    <a:pt x="89" y="11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9" name="Freeform 638">
              <a:extLst>
                <a:ext uri="{FF2B5EF4-FFF2-40B4-BE49-F238E27FC236}">
                  <a16:creationId xmlns:a16="http://schemas.microsoft.com/office/drawing/2014/main" id="{74AFEFEB-15F1-4DF5-B28D-9E6D33A95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855"/>
              <a:ext cx="66" cy="59"/>
            </a:xfrm>
            <a:custGeom>
              <a:avLst/>
              <a:gdLst>
                <a:gd name="T0" fmla="*/ 795 w 19"/>
                <a:gd name="T1" fmla="*/ 0 h 16"/>
                <a:gd name="T2" fmla="*/ 0 w 19"/>
                <a:gd name="T3" fmla="*/ 80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0" y="11"/>
                    <a:pt x="0" y="15"/>
                    <a:pt x="0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0" name="Freeform 639">
              <a:extLst>
                <a:ext uri="{FF2B5EF4-FFF2-40B4-BE49-F238E27FC236}">
                  <a16:creationId xmlns:a16="http://schemas.microsoft.com/office/drawing/2014/main" id="{A4CCEECD-1687-46C4-B17B-765133A9F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855"/>
              <a:ext cx="69" cy="52"/>
            </a:xfrm>
            <a:custGeom>
              <a:avLst/>
              <a:gdLst>
                <a:gd name="T0" fmla="*/ 0 w 20"/>
                <a:gd name="T1" fmla="*/ 717 h 14"/>
                <a:gd name="T2" fmla="*/ 821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8" y="11"/>
                    <a:pt x="14" y="6"/>
                    <a:pt x="2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1" name="Freeform 640">
              <a:extLst>
                <a:ext uri="{FF2B5EF4-FFF2-40B4-BE49-F238E27FC236}">
                  <a16:creationId xmlns:a16="http://schemas.microsoft.com/office/drawing/2014/main" id="{AE362329-19A2-4DB4-B9C9-1F69C07E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903"/>
              <a:ext cx="10" cy="19"/>
            </a:xfrm>
            <a:custGeom>
              <a:avLst/>
              <a:gdLst>
                <a:gd name="T0" fmla="*/ 33 w 3"/>
                <a:gd name="T1" fmla="*/ 114 h 5"/>
                <a:gd name="T2" fmla="*/ 110 w 3"/>
                <a:gd name="T3" fmla="*/ 160 h 5"/>
                <a:gd name="T4" fmla="*/ 0 w 3"/>
                <a:gd name="T5" fmla="*/ 27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3" y="0"/>
                    <a:pt x="3" y="2"/>
                    <a:pt x="3" y="3"/>
                  </a:cubicBezTo>
                  <a:cubicBezTo>
                    <a:pt x="2" y="3"/>
                    <a:pt x="1" y="4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2" name="Freeform 641">
              <a:extLst>
                <a:ext uri="{FF2B5EF4-FFF2-40B4-BE49-F238E27FC236}">
                  <a16:creationId xmlns:a16="http://schemas.microsoft.com/office/drawing/2014/main" id="{AA113EB9-B629-4A6B-9C61-C32C0AFD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020"/>
              <a:ext cx="10" cy="14"/>
            </a:xfrm>
            <a:custGeom>
              <a:avLst/>
              <a:gdLst>
                <a:gd name="T0" fmla="*/ 110 w 3"/>
                <a:gd name="T1" fmla="*/ 0 h 4"/>
                <a:gd name="T2" fmla="*/ 33 w 3"/>
                <a:gd name="T3" fmla="*/ 172 h 4"/>
                <a:gd name="T4" fmla="*/ 0 w 3"/>
                <a:gd name="T5" fmla="*/ 49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4"/>
                    <a:pt x="1" y="4"/>
                  </a:cubicBezTo>
                  <a:cubicBezTo>
                    <a:pt x="0" y="4"/>
                    <a:pt x="0" y="2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ED8CA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3" name="Freeform 642">
              <a:extLst>
                <a:ext uri="{FF2B5EF4-FFF2-40B4-BE49-F238E27FC236}">
                  <a16:creationId xmlns:a16="http://schemas.microsoft.com/office/drawing/2014/main" id="{CF4AD868-BA10-4683-AA86-D4B02788F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093"/>
              <a:ext cx="4" cy="4"/>
            </a:xfrm>
            <a:custGeom>
              <a:avLst/>
              <a:gdLst>
                <a:gd name="T0" fmla="*/ 64 w 1"/>
                <a:gd name="T1" fmla="*/ 64 h 1"/>
                <a:gd name="T2" fmla="*/ 6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ED8CA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4" name="Freeform 643">
              <a:extLst>
                <a:ext uri="{FF2B5EF4-FFF2-40B4-BE49-F238E27FC236}">
                  <a16:creationId xmlns:a16="http://schemas.microsoft.com/office/drawing/2014/main" id="{FA616B67-1DE2-4C37-BFE3-502D799E2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119"/>
              <a:ext cx="7" cy="4"/>
            </a:xfrm>
            <a:custGeom>
              <a:avLst/>
              <a:gdLst>
                <a:gd name="T0" fmla="*/ 0 w 2"/>
                <a:gd name="T1" fmla="*/ 0 h 1"/>
                <a:gd name="T2" fmla="*/ 88 w 2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1113" cap="rnd">
              <a:solidFill>
                <a:srgbClr val="ED8CA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5" name="Freeform 644">
              <a:extLst>
                <a:ext uri="{FF2B5EF4-FFF2-40B4-BE49-F238E27FC236}">
                  <a16:creationId xmlns:a16="http://schemas.microsoft.com/office/drawing/2014/main" id="{020CAD92-B668-440B-9E35-85C2CC781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230"/>
              <a:ext cx="14" cy="15"/>
            </a:xfrm>
            <a:custGeom>
              <a:avLst/>
              <a:gdLst>
                <a:gd name="T0" fmla="*/ 0 w 4"/>
                <a:gd name="T1" fmla="*/ 154 h 4"/>
                <a:gd name="T2" fmla="*/ 137 w 4"/>
                <a:gd name="T3" fmla="*/ 0 h 4"/>
                <a:gd name="T4" fmla="*/ 137 w 4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4" y="1"/>
                    <a:pt x="3" y="3"/>
                    <a:pt x="3" y="4"/>
                  </a:cubicBezTo>
                </a:path>
              </a:pathLst>
            </a:custGeom>
            <a:noFill/>
            <a:ln w="11113" cap="rnd">
              <a:solidFill>
                <a:srgbClr val="ED8CA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6" name="Freeform 645">
              <a:extLst>
                <a:ext uri="{FF2B5EF4-FFF2-40B4-BE49-F238E27FC236}">
                  <a16:creationId xmlns:a16="http://schemas.microsoft.com/office/drawing/2014/main" id="{609B5978-8581-4633-9F95-09BD569E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829"/>
              <a:ext cx="11" cy="19"/>
            </a:xfrm>
            <a:custGeom>
              <a:avLst/>
              <a:gdLst>
                <a:gd name="T0" fmla="*/ 95 w 3"/>
                <a:gd name="T1" fmla="*/ 160 h 5"/>
                <a:gd name="T2" fmla="*/ 55 w 3"/>
                <a:gd name="T3" fmla="*/ 0 h 5"/>
                <a:gd name="T4" fmla="*/ 0 w 3"/>
                <a:gd name="T5" fmla="*/ 27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3" y="2"/>
                    <a:pt x="2" y="0"/>
                    <a:pt x="1" y="0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7" name="Freeform 646">
              <a:extLst>
                <a:ext uri="{FF2B5EF4-FFF2-40B4-BE49-F238E27FC236}">
                  <a16:creationId xmlns:a16="http://schemas.microsoft.com/office/drawing/2014/main" id="{2D0E34A4-0221-43FC-B4BB-C7E8A1CC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851"/>
              <a:ext cx="24" cy="19"/>
            </a:xfrm>
            <a:custGeom>
              <a:avLst/>
              <a:gdLst>
                <a:gd name="T0" fmla="*/ 117 w 7"/>
                <a:gd name="T1" fmla="*/ 0 h 5"/>
                <a:gd name="T2" fmla="*/ 199 w 7"/>
                <a:gd name="T3" fmla="*/ 217 h 5"/>
                <a:gd name="T4" fmla="*/ 0 w 7"/>
                <a:gd name="T5" fmla="*/ 1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4" y="1"/>
                    <a:pt x="7" y="2"/>
                    <a:pt x="5" y="4"/>
                  </a:cubicBezTo>
                  <a:cubicBezTo>
                    <a:pt x="3" y="5"/>
                    <a:pt x="1" y="4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8" name="Freeform 647">
              <a:extLst>
                <a:ext uri="{FF2B5EF4-FFF2-40B4-BE49-F238E27FC236}">
                  <a16:creationId xmlns:a16="http://schemas.microsoft.com/office/drawing/2014/main" id="{0745B5AA-8482-493D-9739-C968F051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896"/>
              <a:ext cx="3" cy="7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9" name="Freeform 648">
              <a:extLst>
                <a:ext uri="{FF2B5EF4-FFF2-40B4-BE49-F238E27FC236}">
                  <a16:creationId xmlns:a16="http://schemas.microsoft.com/office/drawing/2014/main" id="{CEC496A2-A159-49B3-88FC-0F378838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985"/>
              <a:ext cx="10" cy="11"/>
            </a:xfrm>
            <a:custGeom>
              <a:avLst/>
              <a:gdLst>
                <a:gd name="T0" fmla="*/ 0 w 3"/>
                <a:gd name="T1" fmla="*/ 147 h 3"/>
                <a:gd name="T2" fmla="*/ 110 w 3"/>
                <a:gd name="T3" fmla="*/ 5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0" name="Freeform 649">
              <a:extLst>
                <a:ext uri="{FF2B5EF4-FFF2-40B4-BE49-F238E27FC236}">
                  <a16:creationId xmlns:a16="http://schemas.microsoft.com/office/drawing/2014/main" id="{FAD9EFE7-0836-4730-BB52-0EE4EA56F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003"/>
              <a:ext cx="7" cy="4"/>
            </a:xfrm>
            <a:custGeom>
              <a:avLst/>
              <a:gdLst>
                <a:gd name="T0" fmla="*/ 88 w 2"/>
                <a:gd name="T1" fmla="*/ 64 h 1"/>
                <a:gd name="T2" fmla="*/ 0 w 2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0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1" name="Freeform 650">
              <a:extLst>
                <a:ext uri="{FF2B5EF4-FFF2-40B4-BE49-F238E27FC236}">
                  <a16:creationId xmlns:a16="http://schemas.microsoft.com/office/drawing/2014/main" id="{838F7D78-2B70-4168-92F7-53EFE488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940"/>
              <a:ext cx="14" cy="4"/>
            </a:xfrm>
            <a:custGeom>
              <a:avLst/>
              <a:gdLst>
                <a:gd name="T0" fmla="*/ 0 w 4"/>
                <a:gd name="T1" fmla="*/ 0 h 1"/>
                <a:gd name="T2" fmla="*/ 172 w 4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2" name="Freeform 651">
              <a:extLst>
                <a:ext uri="{FF2B5EF4-FFF2-40B4-BE49-F238E27FC236}">
                  <a16:creationId xmlns:a16="http://schemas.microsoft.com/office/drawing/2014/main" id="{9CD1CF1D-542E-4C22-A767-D390CD4C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781"/>
              <a:ext cx="7" cy="11"/>
            </a:xfrm>
            <a:custGeom>
              <a:avLst/>
              <a:gdLst>
                <a:gd name="T0" fmla="*/ 88 w 2"/>
                <a:gd name="T1" fmla="*/ 14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3" name="Freeform 652">
              <a:extLst>
                <a:ext uri="{FF2B5EF4-FFF2-40B4-BE49-F238E27FC236}">
                  <a16:creationId xmlns:a16="http://schemas.microsoft.com/office/drawing/2014/main" id="{FA7E8E3F-D90D-42D1-BF57-21531FAB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807"/>
              <a:ext cx="4" cy="7"/>
            </a:xfrm>
            <a:custGeom>
              <a:avLst/>
              <a:gdLst>
                <a:gd name="T0" fmla="*/ 0 w 1"/>
                <a:gd name="T1" fmla="*/ 0 h 2"/>
                <a:gd name="T2" fmla="*/ 64 w 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4" name="Freeform 653">
              <a:extLst>
                <a:ext uri="{FF2B5EF4-FFF2-40B4-BE49-F238E27FC236}">
                  <a16:creationId xmlns:a16="http://schemas.microsoft.com/office/drawing/2014/main" id="{678E5C89-B2F3-4332-A5F5-52D5044AA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766"/>
              <a:ext cx="7" cy="1"/>
            </a:xfrm>
            <a:custGeom>
              <a:avLst/>
              <a:gdLst>
                <a:gd name="T0" fmla="*/ 88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5" name="Freeform 654">
              <a:extLst>
                <a:ext uri="{FF2B5EF4-FFF2-40B4-BE49-F238E27FC236}">
                  <a16:creationId xmlns:a16="http://schemas.microsoft.com/office/drawing/2014/main" id="{E5134B52-EA25-4BF1-99D9-5535745BD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00"/>
              <a:ext cx="20" cy="26"/>
            </a:xfrm>
            <a:custGeom>
              <a:avLst/>
              <a:gdLst>
                <a:gd name="T0" fmla="*/ 77 w 6"/>
                <a:gd name="T1" fmla="*/ 305 h 7"/>
                <a:gd name="T2" fmla="*/ 110 w 6"/>
                <a:gd name="T3" fmla="*/ 56 h 7"/>
                <a:gd name="T4" fmla="*/ 143 w 6"/>
                <a:gd name="T5" fmla="*/ 3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6"/>
                  </a:move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4" y="6"/>
                    <a:pt x="4" y="7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6" name="Freeform 655">
              <a:extLst>
                <a:ext uri="{FF2B5EF4-FFF2-40B4-BE49-F238E27FC236}">
                  <a16:creationId xmlns:a16="http://schemas.microsoft.com/office/drawing/2014/main" id="{B23831A0-1A3F-47FF-BE66-D883576E7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578"/>
              <a:ext cx="7" cy="4"/>
            </a:xfrm>
            <a:custGeom>
              <a:avLst/>
              <a:gdLst>
                <a:gd name="T0" fmla="*/ 88 w 2"/>
                <a:gd name="T1" fmla="*/ 64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7" name="Freeform 656">
              <a:extLst>
                <a:ext uri="{FF2B5EF4-FFF2-40B4-BE49-F238E27FC236}">
                  <a16:creationId xmlns:a16="http://schemas.microsoft.com/office/drawing/2014/main" id="{7D2FC292-B90D-40EC-94A2-337CF2BA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489"/>
              <a:ext cx="10" cy="19"/>
            </a:xfrm>
            <a:custGeom>
              <a:avLst/>
              <a:gdLst>
                <a:gd name="T0" fmla="*/ 0 w 3"/>
                <a:gd name="T1" fmla="*/ 114 h 5"/>
                <a:gd name="T2" fmla="*/ 110 w 3"/>
                <a:gd name="T3" fmla="*/ 160 h 5"/>
                <a:gd name="T4" fmla="*/ 110 w 3"/>
                <a:gd name="T5" fmla="*/ 5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4"/>
                    <a:pt x="1" y="5"/>
                    <a:pt x="3" y="3"/>
                  </a:cubicBezTo>
                  <a:cubicBezTo>
                    <a:pt x="3" y="3"/>
                    <a:pt x="3" y="0"/>
                    <a:pt x="3" y="1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8" name="Freeform 657">
              <a:extLst>
                <a:ext uri="{FF2B5EF4-FFF2-40B4-BE49-F238E27FC236}">
                  <a16:creationId xmlns:a16="http://schemas.microsoft.com/office/drawing/2014/main" id="{9C0A1761-5DF7-41CB-8E30-F1B04087D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515"/>
              <a:ext cx="7" cy="7"/>
            </a:xfrm>
            <a:custGeom>
              <a:avLst/>
              <a:gdLst>
                <a:gd name="T0" fmla="*/ 0 w 2"/>
                <a:gd name="T1" fmla="*/ 0 h 2"/>
                <a:gd name="T2" fmla="*/ 88 w 2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9" name="Freeform 658">
              <a:extLst>
                <a:ext uri="{FF2B5EF4-FFF2-40B4-BE49-F238E27FC236}">
                  <a16:creationId xmlns:a16="http://schemas.microsoft.com/office/drawing/2014/main" id="{BEEA587E-3BEC-45CA-A59A-909C357E8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404"/>
              <a:ext cx="7" cy="4"/>
            </a:xfrm>
            <a:custGeom>
              <a:avLst/>
              <a:gdLst>
                <a:gd name="T0" fmla="*/ 88 w 2"/>
                <a:gd name="T1" fmla="*/ 64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CEDA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orange-soda-can-illustration">
            <a:extLst>
              <a:ext uri="{FF2B5EF4-FFF2-40B4-BE49-F238E27FC236}">
                <a16:creationId xmlns:a16="http://schemas.microsoft.com/office/drawing/2014/main" id="{7E6BB5C8-9F3E-4B43-8B14-908096B72ED4}"/>
              </a:ext>
            </a:extLst>
          </p:cNvPr>
          <p:cNvGrpSpPr>
            <a:grpSpLocks/>
          </p:cNvGrpSpPr>
          <p:nvPr/>
        </p:nvGrpSpPr>
        <p:grpSpPr bwMode="auto">
          <a:xfrm>
            <a:off x="6870700" y="2336800"/>
            <a:ext cx="1512888" cy="3271838"/>
            <a:chOff x="4455" y="2049"/>
            <a:chExt cx="816" cy="1765"/>
          </a:xfrm>
        </p:grpSpPr>
        <p:sp>
          <p:nvSpPr>
            <p:cNvPr id="33184" name="Freeform 660">
              <a:extLst>
                <a:ext uri="{FF2B5EF4-FFF2-40B4-BE49-F238E27FC236}">
                  <a16:creationId xmlns:a16="http://schemas.microsoft.com/office/drawing/2014/main" id="{1ABB5FC1-6FCF-4846-BDF0-574ADCC7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049"/>
              <a:ext cx="754" cy="637"/>
            </a:xfrm>
            <a:custGeom>
              <a:avLst/>
              <a:gdLst>
                <a:gd name="T0" fmla="*/ 200 w 207"/>
                <a:gd name="T1" fmla="*/ 4331 h 164"/>
                <a:gd name="T2" fmla="*/ 874 w 207"/>
                <a:gd name="T3" fmla="*/ 7679 h 164"/>
                <a:gd name="T4" fmla="*/ 4590 w 207"/>
                <a:gd name="T5" fmla="*/ 9609 h 164"/>
                <a:gd name="T6" fmla="*/ 9806 w 207"/>
                <a:gd name="T7" fmla="*/ 5220 h 164"/>
                <a:gd name="T8" fmla="*/ 9128 w 207"/>
                <a:gd name="T9" fmla="*/ 1993 h 164"/>
                <a:gd name="T10" fmla="*/ 5413 w 207"/>
                <a:gd name="T11" fmla="*/ 0 h 164"/>
                <a:gd name="T12" fmla="*/ 200 w 207"/>
                <a:gd name="T13" fmla="*/ 4331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164">
                  <a:moveTo>
                    <a:pt x="4" y="74"/>
                  </a:moveTo>
                  <a:cubicBezTo>
                    <a:pt x="0" y="95"/>
                    <a:pt x="6" y="117"/>
                    <a:pt x="18" y="131"/>
                  </a:cubicBezTo>
                  <a:cubicBezTo>
                    <a:pt x="35" y="152"/>
                    <a:pt x="64" y="164"/>
                    <a:pt x="95" y="164"/>
                  </a:cubicBezTo>
                  <a:cubicBezTo>
                    <a:pt x="150" y="164"/>
                    <a:pt x="193" y="134"/>
                    <a:pt x="203" y="89"/>
                  </a:cubicBezTo>
                  <a:cubicBezTo>
                    <a:pt x="207" y="70"/>
                    <a:pt x="202" y="50"/>
                    <a:pt x="189" y="34"/>
                  </a:cubicBezTo>
                  <a:cubicBezTo>
                    <a:pt x="171" y="13"/>
                    <a:pt x="143" y="0"/>
                    <a:pt x="112" y="0"/>
                  </a:cubicBezTo>
                  <a:cubicBezTo>
                    <a:pt x="58" y="0"/>
                    <a:pt x="14" y="26"/>
                    <a:pt x="4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661">
              <a:extLst>
                <a:ext uri="{FF2B5EF4-FFF2-40B4-BE49-F238E27FC236}">
                  <a16:creationId xmlns:a16="http://schemas.microsoft.com/office/drawing/2014/main" id="{88563B00-454B-4632-B61E-876791DF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064"/>
              <a:ext cx="722" cy="607"/>
            </a:xfrm>
            <a:custGeom>
              <a:avLst/>
              <a:gdLst>
                <a:gd name="T0" fmla="*/ 5240 w 198"/>
                <a:gd name="T1" fmla="*/ 0 h 156"/>
                <a:gd name="T2" fmla="*/ 8828 w 198"/>
                <a:gd name="T3" fmla="*/ 1938 h 156"/>
                <a:gd name="T4" fmla="*/ 9455 w 198"/>
                <a:gd name="T5" fmla="*/ 4949 h 156"/>
                <a:gd name="T6" fmla="*/ 4416 w 198"/>
                <a:gd name="T7" fmla="*/ 9191 h 156"/>
                <a:gd name="T8" fmla="*/ 824 w 198"/>
                <a:gd name="T9" fmla="*/ 7358 h 156"/>
                <a:gd name="T10" fmla="*/ 201 w 198"/>
                <a:gd name="T11" fmla="*/ 4179 h 156"/>
                <a:gd name="T12" fmla="*/ 201 w 198"/>
                <a:gd name="T13" fmla="*/ 4179 h 156"/>
                <a:gd name="T14" fmla="*/ 5240 w 198"/>
                <a:gd name="T15" fmla="*/ 0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56">
                  <a:moveTo>
                    <a:pt x="108" y="0"/>
                  </a:moveTo>
                  <a:cubicBezTo>
                    <a:pt x="138" y="0"/>
                    <a:pt x="165" y="12"/>
                    <a:pt x="182" y="33"/>
                  </a:cubicBezTo>
                  <a:cubicBezTo>
                    <a:pt x="194" y="48"/>
                    <a:pt x="198" y="66"/>
                    <a:pt x="195" y="84"/>
                  </a:cubicBezTo>
                  <a:cubicBezTo>
                    <a:pt x="185" y="127"/>
                    <a:pt x="144" y="156"/>
                    <a:pt x="91" y="156"/>
                  </a:cubicBezTo>
                  <a:cubicBezTo>
                    <a:pt x="61" y="156"/>
                    <a:pt x="33" y="145"/>
                    <a:pt x="17" y="125"/>
                  </a:cubicBezTo>
                  <a:cubicBezTo>
                    <a:pt x="5" y="111"/>
                    <a:pt x="0" y="90"/>
                    <a:pt x="4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13" y="27"/>
                    <a:pt x="53" y="0"/>
                    <a:pt x="108" y="0"/>
                  </a:cubicBezTo>
                  <a:close/>
                </a:path>
              </a:pathLst>
            </a:custGeom>
            <a:solidFill>
              <a:srgbClr val="E6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662">
              <a:extLst>
                <a:ext uri="{FF2B5EF4-FFF2-40B4-BE49-F238E27FC236}">
                  <a16:creationId xmlns:a16="http://schemas.microsoft.com/office/drawing/2014/main" id="{8833747C-D178-4D35-A772-8293F5D62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305"/>
              <a:ext cx="816" cy="514"/>
            </a:xfrm>
            <a:custGeom>
              <a:avLst/>
              <a:gdLst>
                <a:gd name="T0" fmla="*/ 10244 w 224"/>
                <a:gd name="T1" fmla="*/ 0 h 132"/>
                <a:gd name="T2" fmla="*/ 10244 w 224"/>
                <a:gd name="T3" fmla="*/ 1363 h 132"/>
                <a:gd name="T4" fmla="*/ 5031 w 224"/>
                <a:gd name="T5" fmla="*/ 5790 h 132"/>
                <a:gd name="T6" fmla="*/ 1301 w 224"/>
                <a:gd name="T7" fmla="*/ 3836 h 132"/>
                <a:gd name="T8" fmla="*/ 623 w 224"/>
                <a:gd name="T9" fmla="*/ 471 h 132"/>
                <a:gd name="T10" fmla="*/ 623 w 224"/>
                <a:gd name="T11" fmla="*/ 471 h 132"/>
                <a:gd name="T12" fmla="*/ 200 w 224"/>
                <a:gd name="T13" fmla="*/ 1955 h 132"/>
                <a:gd name="T14" fmla="*/ 914 w 224"/>
                <a:gd name="T15" fmla="*/ 5670 h 132"/>
                <a:gd name="T16" fmla="*/ 5031 w 224"/>
                <a:gd name="T17" fmla="*/ 7792 h 132"/>
                <a:gd name="T18" fmla="*/ 10630 w 224"/>
                <a:gd name="T19" fmla="*/ 2897 h 132"/>
                <a:gd name="T20" fmla="*/ 10244 w 224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32">
                  <a:moveTo>
                    <a:pt x="212" y="0"/>
                  </a:moveTo>
                  <a:cubicBezTo>
                    <a:pt x="213" y="7"/>
                    <a:pt x="213" y="15"/>
                    <a:pt x="212" y="23"/>
                  </a:cubicBezTo>
                  <a:cubicBezTo>
                    <a:pt x="202" y="68"/>
                    <a:pt x="159" y="98"/>
                    <a:pt x="104" y="98"/>
                  </a:cubicBezTo>
                  <a:cubicBezTo>
                    <a:pt x="73" y="98"/>
                    <a:pt x="44" y="86"/>
                    <a:pt x="27" y="65"/>
                  </a:cubicBezTo>
                  <a:cubicBezTo>
                    <a:pt x="15" y="51"/>
                    <a:pt x="9" y="29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9" y="16"/>
                    <a:pt x="6" y="24"/>
                    <a:pt x="4" y="33"/>
                  </a:cubicBezTo>
                  <a:cubicBezTo>
                    <a:pt x="0" y="57"/>
                    <a:pt x="6" y="80"/>
                    <a:pt x="19" y="96"/>
                  </a:cubicBezTo>
                  <a:cubicBezTo>
                    <a:pt x="38" y="118"/>
                    <a:pt x="69" y="132"/>
                    <a:pt x="104" y="132"/>
                  </a:cubicBezTo>
                  <a:cubicBezTo>
                    <a:pt x="163" y="132"/>
                    <a:pt x="210" y="98"/>
                    <a:pt x="220" y="49"/>
                  </a:cubicBezTo>
                  <a:cubicBezTo>
                    <a:pt x="224" y="32"/>
                    <a:pt x="221" y="15"/>
                    <a:pt x="212" y="0"/>
                  </a:cubicBezTo>
                  <a:close/>
                </a:path>
              </a:pathLst>
            </a:custGeom>
            <a:solidFill>
              <a:srgbClr val="F29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663">
              <a:extLst>
                <a:ext uri="{FF2B5EF4-FFF2-40B4-BE49-F238E27FC236}">
                  <a16:creationId xmlns:a16="http://schemas.microsoft.com/office/drawing/2014/main" id="{1208CAEC-CF85-4FC9-945E-CAC65567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15"/>
              <a:ext cx="710" cy="556"/>
            </a:xfrm>
            <a:custGeom>
              <a:avLst/>
              <a:gdLst>
                <a:gd name="T0" fmla="*/ 5170 w 195"/>
                <a:gd name="T1" fmla="*/ 0 h 143"/>
                <a:gd name="T2" fmla="*/ 146 w 195"/>
                <a:gd name="T3" fmla="*/ 3643 h 143"/>
                <a:gd name="T4" fmla="*/ 768 w 195"/>
                <a:gd name="T5" fmla="*/ 6575 h 143"/>
                <a:gd name="T6" fmla="*/ 4347 w 195"/>
                <a:gd name="T7" fmla="*/ 8406 h 143"/>
                <a:gd name="T8" fmla="*/ 9361 w 195"/>
                <a:gd name="T9" fmla="*/ 4172 h 143"/>
                <a:gd name="T10" fmla="*/ 9412 w 195"/>
                <a:gd name="T11" fmla="*/ 3114 h 143"/>
                <a:gd name="T12" fmla="*/ 8880 w 195"/>
                <a:gd name="T13" fmla="*/ 1995 h 143"/>
                <a:gd name="T14" fmla="*/ 5170 w 195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43">
                  <a:moveTo>
                    <a:pt x="107" y="0"/>
                  </a:moveTo>
                  <a:cubicBezTo>
                    <a:pt x="57" y="0"/>
                    <a:pt x="16" y="22"/>
                    <a:pt x="3" y="62"/>
                  </a:cubicBezTo>
                  <a:cubicBezTo>
                    <a:pt x="0" y="80"/>
                    <a:pt x="5" y="99"/>
                    <a:pt x="16" y="112"/>
                  </a:cubicBezTo>
                  <a:cubicBezTo>
                    <a:pt x="32" y="132"/>
                    <a:pt x="60" y="143"/>
                    <a:pt x="90" y="143"/>
                  </a:cubicBezTo>
                  <a:cubicBezTo>
                    <a:pt x="143" y="143"/>
                    <a:pt x="184" y="114"/>
                    <a:pt x="194" y="71"/>
                  </a:cubicBezTo>
                  <a:cubicBezTo>
                    <a:pt x="195" y="65"/>
                    <a:pt x="195" y="59"/>
                    <a:pt x="195" y="53"/>
                  </a:cubicBezTo>
                  <a:cubicBezTo>
                    <a:pt x="192" y="46"/>
                    <a:pt x="188" y="40"/>
                    <a:pt x="184" y="34"/>
                  </a:cubicBezTo>
                  <a:cubicBezTo>
                    <a:pt x="166" y="13"/>
                    <a:pt x="138" y="0"/>
                    <a:pt x="107" y="0"/>
                  </a:cubicBezTo>
                  <a:close/>
                </a:path>
              </a:pathLst>
            </a:custGeom>
            <a:solidFill>
              <a:srgbClr val="F1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664">
              <a:extLst>
                <a:ext uri="{FF2B5EF4-FFF2-40B4-BE49-F238E27FC236}">
                  <a16:creationId xmlns:a16="http://schemas.microsoft.com/office/drawing/2014/main" id="{23C39103-FC98-455D-8A4B-E53F30C3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080"/>
              <a:ext cx="270" cy="326"/>
            </a:xfrm>
            <a:custGeom>
              <a:avLst/>
              <a:gdLst>
                <a:gd name="T0" fmla="*/ 3503 w 74"/>
                <a:gd name="T1" fmla="*/ 0 h 84"/>
                <a:gd name="T2" fmla="*/ 55 w 74"/>
                <a:gd name="T3" fmla="*/ 3916 h 84"/>
                <a:gd name="T4" fmla="*/ 55 w 74"/>
                <a:gd name="T5" fmla="*/ 3916 h 84"/>
                <a:gd name="T6" fmla="*/ 0 w 74"/>
                <a:gd name="T7" fmla="*/ 4909 h 84"/>
                <a:gd name="T8" fmla="*/ 55 w 74"/>
                <a:gd name="T9" fmla="*/ 4157 h 84"/>
                <a:gd name="T10" fmla="*/ 3594 w 74"/>
                <a:gd name="T11" fmla="*/ 706 h 84"/>
                <a:gd name="T12" fmla="*/ 3503 w 74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84">
                  <a:moveTo>
                    <a:pt x="72" y="0"/>
                  </a:moveTo>
                  <a:cubicBezTo>
                    <a:pt x="34" y="8"/>
                    <a:pt x="8" y="32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72"/>
                    <a:pt x="0" y="78"/>
                    <a:pt x="0" y="84"/>
                  </a:cubicBezTo>
                  <a:cubicBezTo>
                    <a:pt x="0" y="80"/>
                    <a:pt x="0" y="75"/>
                    <a:pt x="1" y="71"/>
                  </a:cubicBezTo>
                  <a:cubicBezTo>
                    <a:pt x="11" y="39"/>
                    <a:pt x="39" y="19"/>
                    <a:pt x="74" y="12"/>
                  </a:cubicBezTo>
                  <a:cubicBezTo>
                    <a:pt x="65" y="13"/>
                    <a:pt x="61" y="6"/>
                    <a:pt x="72" y="0"/>
                  </a:cubicBezTo>
                  <a:close/>
                </a:path>
              </a:pathLst>
            </a:custGeom>
            <a:solidFill>
              <a:srgbClr val="D4D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665">
              <a:extLst>
                <a:ext uri="{FF2B5EF4-FFF2-40B4-BE49-F238E27FC236}">
                  <a16:creationId xmlns:a16="http://schemas.microsoft.com/office/drawing/2014/main" id="{2259942C-9535-43E9-861B-449B5D9F9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500"/>
              <a:ext cx="791" cy="1314"/>
            </a:xfrm>
            <a:custGeom>
              <a:avLst/>
              <a:gdLst>
                <a:gd name="T0" fmla="*/ 4848 w 217"/>
                <a:gd name="T1" fmla="*/ 4821 h 338"/>
                <a:gd name="T2" fmla="*/ 729 w 217"/>
                <a:gd name="T3" fmla="*/ 2706 h 338"/>
                <a:gd name="T4" fmla="*/ 0 w 217"/>
                <a:gd name="T5" fmla="*/ 649 h 338"/>
                <a:gd name="T6" fmla="*/ 0 w 217"/>
                <a:gd name="T7" fmla="*/ 649 h 338"/>
                <a:gd name="T8" fmla="*/ 0 w 217"/>
                <a:gd name="T9" fmla="*/ 14979 h 338"/>
                <a:gd name="T10" fmla="*/ 878 w 217"/>
                <a:gd name="T11" fmla="*/ 17805 h 338"/>
                <a:gd name="T12" fmla="*/ 4888 w 217"/>
                <a:gd name="T13" fmla="*/ 19858 h 338"/>
                <a:gd name="T14" fmla="*/ 10418 w 217"/>
                <a:gd name="T15" fmla="*/ 15099 h 338"/>
                <a:gd name="T16" fmla="*/ 10509 w 217"/>
                <a:gd name="T17" fmla="*/ 14162 h 338"/>
                <a:gd name="T18" fmla="*/ 10509 w 217"/>
                <a:gd name="T19" fmla="*/ 0 h 338"/>
                <a:gd name="T20" fmla="*/ 10458 w 217"/>
                <a:gd name="T21" fmla="*/ 0 h 338"/>
                <a:gd name="T22" fmla="*/ 4848 w 217"/>
                <a:gd name="T23" fmla="*/ 4821 h 3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7" h="338">
                  <a:moveTo>
                    <a:pt x="100" y="82"/>
                  </a:moveTo>
                  <a:cubicBezTo>
                    <a:pt x="65" y="82"/>
                    <a:pt x="34" y="68"/>
                    <a:pt x="15" y="46"/>
                  </a:cubicBezTo>
                  <a:cubicBezTo>
                    <a:pt x="7" y="36"/>
                    <a:pt x="2" y="24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55"/>
                    <a:pt x="0" y="255"/>
                    <a:pt x="0" y="255"/>
                  </a:cubicBezTo>
                  <a:cubicBezTo>
                    <a:pt x="0" y="272"/>
                    <a:pt x="8" y="290"/>
                    <a:pt x="18" y="303"/>
                  </a:cubicBezTo>
                  <a:cubicBezTo>
                    <a:pt x="36" y="325"/>
                    <a:pt x="67" y="338"/>
                    <a:pt x="101" y="338"/>
                  </a:cubicBezTo>
                  <a:cubicBezTo>
                    <a:pt x="159" y="338"/>
                    <a:pt x="205" y="305"/>
                    <a:pt x="215" y="257"/>
                  </a:cubicBezTo>
                  <a:cubicBezTo>
                    <a:pt x="216" y="252"/>
                    <a:pt x="217" y="246"/>
                    <a:pt x="217" y="241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05" y="49"/>
                    <a:pt x="159" y="82"/>
                    <a:pt x="100" y="82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666">
              <a:extLst>
                <a:ext uri="{FF2B5EF4-FFF2-40B4-BE49-F238E27FC236}">
                  <a16:creationId xmlns:a16="http://schemas.microsoft.com/office/drawing/2014/main" id="{898EA945-8363-42C1-A3DB-5242C69EF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290"/>
              <a:ext cx="266" cy="284"/>
            </a:xfrm>
            <a:custGeom>
              <a:avLst/>
              <a:gdLst>
                <a:gd name="T0" fmla="*/ 2511 w 73"/>
                <a:gd name="T1" fmla="*/ 241 h 73"/>
                <a:gd name="T2" fmla="*/ 3239 w 73"/>
                <a:gd name="T3" fmla="*/ 2241 h 73"/>
                <a:gd name="T4" fmla="*/ 1793 w 73"/>
                <a:gd name="T5" fmla="*/ 3770 h 73"/>
                <a:gd name="T6" fmla="*/ 1064 w 73"/>
                <a:gd name="T7" fmla="*/ 1712 h 73"/>
                <a:gd name="T8" fmla="*/ 2511 w 73"/>
                <a:gd name="T9" fmla="*/ 24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52" y="4"/>
                  </a:moveTo>
                  <a:cubicBezTo>
                    <a:pt x="68" y="8"/>
                    <a:pt x="71" y="25"/>
                    <a:pt x="67" y="38"/>
                  </a:cubicBezTo>
                  <a:cubicBezTo>
                    <a:pt x="61" y="56"/>
                    <a:pt x="73" y="73"/>
                    <a:pt x="37" y="64"/>
                  </a:cubicBezTo>
                  <a:cubicBezTo>
                    <a:pt x="0" y="55"/>
                    <a:pt x="19" y="46"/>
                    <a:pt x="22" y="29"/>
                  </a:cubicBezTo>
                  <a:cubicBezTo>
                    <a:pt x="25" y="9"/>
                    <a:pt x="37" y="0"/>
                    <a:pt x="52" y="4"/>
                  </a:cubicBezTo>
                  <a:close/>
                </a:path>
              </a:pathLst>
            </a:custGeom>
            <a:solidFill>
              <a:srgbClr val="C6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1" name="Freeform 667">
              <a:extLst>
                <a:ext uri="{FF2B5EF4-FFF2-40B4-BE49-F238E27FC236}">
                  <a16:creationId xmlns:a16="http://schemas.microsoft.com/office/drawing/2014/main" id="{EFD0FF67-82DA-4FF0-9846-67B691549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368"/>
              <a:ext cx="200" cy="206"/>
            </a:xfrm>
            <a:custGeom>
              <a:avLst/>
              <a:gdLst>
                <a:gd name="T0" fmla="*/ 2407 w 55"/>
                <a:gd name="T1" fmla="*/ 0 h 53"/>
                <a:gd name="T2" fmla="*/ 2353 w 55"/>
                <a:gd name="T3" fmla="*/ 1057 h 53"/>
                <a:gd name="T4" fmla="*/ 913 w 55"/>
                <a:gd name="T5" fmla="*/ 2585 h 53"/>
                <a:gd name="T6" fmla="*/ 0 w 55"/>
                <a:gd name="T7" fmla="*/ 2114 h 53"/>
                <a:gd name="T8" fmla="*/ 0 w 55"/>
                <a:gd name="T9" fmla="*/ 2114 h 53"/>
                <a:gd name="T10" fmla="*/ 1916 w 55"/>
                <a:gd name="T11" fmla="*/ 2826 h 53"/>
                <a:gd name="T12" fmla="*/ 2313 w 55"/>
                <a:gd name="T13" fmla="*/ 2340 h 53"/>
                <a:gd name="T14" fmla="*/ 2407 w 55"/>
                <a:gd name="T15" fmla="*/ 1178 h 53"/>
                <a:gd name="T16" fmla="*/ 2407 w 55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50" y="0"/>
                  </a:moveTo>
                  <a:cubicBezTo>
                    <a:pt x="51" y="6"/>
                    <a:pt x="51" y="12"/>
                    <a:pt x="49" y="18"/>
                  </a:cubicBezTo>
                  <a:cubicBezTo>
                    <a:pt x="43" y="36"/>
                    <a:pt x="55" y="53"/>
                    <a:pt x="19" y="44"/>
                  </a:cubicBezTo>
                  <a:cubicBezTo>
                    <a:pt x="9" y="41"/>
                    <a:pt x="3" y="39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5" y="43"/>
                    <a:pt x="26" y="50"/>
                    <a:pt x="40" y="48"/>
                  </a:cubicBezTo>
                  <a:cubicBezTo>
                    <a:pt x="46" y="48"/>
                    <a:pt x="48" y="44"/>
                    <a:pt x="48" y="40"/>
                  </a:cubicBezTo>
                  <a:cubicBezTo>
                    <a:pt x="48" y="36"/>
                    <a:pt x="48" y="28"/>
                    <a:pt x="50" y="20"/>
                  </a:cubicBezTo>
                  <a:cubicBezTo>
                    <a:pt x="52" y="13"/>
                    <a:pt x="52" y="3"/>
                    <a:pt x="50" y="0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2" name="Freeform 668">
              <a:extLst>
                <a:ext uri="{FF2B5EF4-FFF2-40B4-BE49-F238E27FC236}">
                  <a16:creationId xmlns:a16="http://schemas.microsoft.com/office/drawing/2014/main" id="{0A49126C-C5A1-4901-BAFE-6802B8092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309"/>
              <a:ext cx="109" cy="171"/>
            </a:xfrm>
            <a:custGeom>
              <a:avLst/>
              <a:gdLst>
                <a:gd name="T0" fmla="*/ 0 w 30"/>
                <a:gd name="T1" fmla="*/ 2584 h 44"/>
                <a:gd name="T2" fmla="*/ 331 w 30"/>
                <a:gd name="T3" fmla="*/ 1403 h 44"/>
                <a:gd name="T4" fmla="*/ 1439 w 30"/>
                <a:gd name="T5" fmla="*/ 62 h 44"/>
                <a:gd name="T6" fmla="*/ 621 w 30"/>
                <a:gd name="T7" fmla="*/ 874 h 44"/>
                <a:gd name="T8" fmla="*/ 382 w 30"/>
                <a:gd name="T9" fmla="*/ 1768 h 44"/>
                <a:gd name="T10" fmla="*/ 0 w 30"/>
                <a:gd name="T11" fmla="*/ 2584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4">
                  <a:moveTo>
                    <a:pt x="0" y="44"/>
                  </a:moveTo>
                  <a:cubicBezTo>
                    <a:pt x="0" y="39"/>
                    <a:pt x="6" y="33"/>
                    <a:pt x="7" y="24"/>
                  </a:cubicBezTo>
                  <a:cubicBezTo>
                    <a:pt x="10" y="9"/>
                    <a:pt x="19" y="0"/>
                    <a:pt x="30" y="1"/>
                  </a:cubicBezTo>
                  <a:cubicBezTo>
                    <a:pt x="24" y="1"/>
                    <a:pt x="17" y="6"/>
                    <a:pt x="13" y="15"/>
                  </a:cubicBezTo>
                  <a:cubicBezTo>
                    <a:pt x="10" y="23"/>
                    <a:pt x="11" y="25"/>
                    <a:pt x="8" y="30"/>
                  </a:cubicBezTo>
                  <a:cubicBezTo>
                    <a:pt x="5" y="35"/>
                    <a:pt x="1" y="41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3" name="Freeform 669">
              <a:extLst>
                <a:ext uri="{FF2B5EF4-FFF2-40B4-BE49-F238E27FC236}">
                  <a16:creationId xmlns:a16="http://schemas.microsoft.com/office/drawing/2014/main" id="{D0B542F5-B8F5-48DF-91C8-B5EC6A0E7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321"/>
              <a:ext cx="55" cy="218"/>
            </a:xfrm>
            <a:custGeom>
              <a:avLst/>
              <a:gdLst>
                <a:gd name="T0" fmla="*/ 0 w 15"/>
                <a:gd name="T1" fmla="*/ 3305 h 56"/>
                <a:gd name="T2" fmla="*/ 539 w 15"/>
                <a:gd name="T3" fmla="*/ 1771 h 56"/>
                <a:gd name="T4" fmla="*/ 202 w 15"/>
                <a:gd name="T5" fmla="*/ 0 h 56"/>
                <a:gd name="T6" fmla="*/ 499 w 15"/>
                <a:gd name="T7" fmla="*/ 1472 h 56"/>
                <a:gd name="T8" fmla="*/ 348 w 15"/>
                <a:gd name="T9" fmla="*/ 2713 h 56"/>
                <a:gd name="T10" fmla="*/ 0 w 15"/>
                <a:gd name="T11" fmla="*/ 330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56">
                  <a:moveTo>
                    <a:pt x="0" y="56"/>
                  </a:moveTo>
                  <a:cubicBezTo>
                    <a:pt x="13" y="55"/>
                    <a:pt x="7" y="43"/>
                    <a:pt x="11" y="30"/>
                  </a:cubicBezTo>
                  <a:cubicBezTo>
                    <a:pt x="15" y="20"/>
                    <a:pt x="13" y="6"/>
                    <a:pt x="4" y="0"/>
                  </a:cubicBezTo>
                  <a:cubicBezTo>
                    <a:pt x="7" y="4"/>
                    <a:pt x="12" y="14"/>
                    <a:pt x="10" y="25"/>
                  </a:cubicBezTo>
                  <a:cubicBezTo>
                    <a:pt x="8" y="37"/>
                    <a:pt x="7" y="42"/>
                    <a:pt x="7" y="46"/>
                  </a:cubicBezTo>
                  <a:cubicBezTo>
                    <a:pt x="7" y="50"/>
                    <a:pt x="4" y="56"/>
                    <a:pt x="0" y="56"/>
                  </a:cubicBezTo>
                  <a:close/>
                </a:path>
              </a:pathLst>
            </a:custGeom>
            <a:solidFill>
              <a:srgbClr val="B0B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4" name="Freeform 670">
              <a:extLst>
                <a:ext uri="{FF2B5EF4-FFF2-40B4-BE49-F238E27FC236}">
                  <a16:creationId xmlns:a16="http://schemas.microsoft.com/office/drawing/2014/main" id="{6AEF7971-79E0-4CEE-8DC4-47180E366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169"/>
              <a:ext cx="196" cy="195"/>
            </a:xfrm>
            <a:custGeom>
              <a:avLst/>
              <a:gdLst>
                <a:gd name="T0" fmla="*/ 1383 w 54"/>
                <a:gd name="T1" fmla="*/ 121 h 50"/>
                <a:gd name="T2" fmla="*/ 54 w 54"/>
                <a:gd name="T3" fmla="*/ 1537 h 50"/>
                <a:gd name="T4" fmla="*/ 91 w 54"/>
                <a:gd name="T5" fmla="*/ 2313 h 50"/>
                <a:gd name="T6" fmla="*/ 1053 w 54"/>
                <a:gd name="T7" fmla="*/ 2083 h 50"/>
                <a:gd name="T8" fmla="*/ 1764 w 54"/>
                <a:gd name="T9" fmla="*/ 2968 h 50"/>
                <a:gd name="T10" fmla="*/ 2254 w 54"/>
                <a:gd name="T11" fmla="*/ 2129 h 50"/>
                <a:gd name="T12" fmla="*/ 1383 w 54"/>
                <a:gd name="T13" fmla="*/ 12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50">
                  <a:moveTo>
                    <a:pt x="29" y="2"/>
                  </a:moveTo>
                  <a:cubicBezTo>
                    <a:pt x="15" y="0"/>
                    <a:pt x="4" y="7"/>
                    <a:pt x="1" y="26"/>
                  </a:cubicBezTo>
                  <a:cubicBezTo>
                    <a:pt x="0" y="31"/>
                    <a:pt x="0" y="35"/>
                    <a:pt x="2" y="39"/>
                  </a:cubicBezTo>
                  <a:cubicBezTo>
                    <a:pt x="7" y="35"/>
                    <a:pt x="14" y="33"/>
                    <a:pt x="22" y="35"/>
                  </a:cubicBezTo>
                  <a:cubicBezTo>
                    <a:pt x="30" y="37"/>
                    <a:pt x="35" y="43"/>
                    <a:pt x="37" y="50"/>
                  </a:cubicBezTo>
                  <a:cubicBezTo>
                    <a:pt x="42" y="46"/>
                    <a:pt x="45" y="42"/>
                    <a:pt x="47" y="36"/>
                  </a:cubicBezTo>
                  <a:cubicBezTo>
                    <a:pt x="54" y="17"/>
                    <a:pt x="46" y="4"/>
                    <a:pt x="29" y="2"/>
                  </a:cubicBezTo>
                  <a:close/>
                </a:path>
              </a:pathLst>
            </a:custGeom>
            <a:solidFill>
              <a:srgbClr val="626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5" name="Freeform 671">
              <a:extLst>
                <a:ext uri="{FF2B5EF4-FFF2-40B4-BE49-F238E27FC236}">
                  <a16:creationId xmlns:a16="http://schemas.microsoft.com/office/drawing/2014/main" id="{27C38DB3-8020-46D4-9731-BBC25C256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212"/>
              <a:ext cx="178" cy="152"/>
            </a:xfrm>
            <a:custGeom>
              <a:avLst/>
              <a:gdLst>
                <a:gd name="T0" fmla="*/ 2151 w 49"/>
                <a:gd name="T1" fmla="*/ 62 h 39"/>
                <a:gd name="T2" fmla="*/ 2111 w 49"/>
                <a:gd name="T3" fmla="*/ 62 h 39"/>
                <a:gd name="T4" fmla="*/ 1914 w 49"/>
                <a:gd name="T5" fmla="*/ 881 h 39"/>
                <a:gd name="T6" fmla="*/ 1148 w 49"/>
                <a:gd name="T7" fmla="*/ 834 h 39"/>
                <a:gd name="T8" fmla="*/ 0 w 49"/>
                <a:gd name="T9" fmla="*/ 1656 h 39"/>
                <a:gd name="T10" fmla="*/ 963 w 49"/>
                <a:gd name="T11" fmla="*/ 1426 h 39"/>
                <a:gd name="T12" fmla="*/ 1675 w 49"/>
                <a:gd name="T13" fmla="*/ 2307 h 39"/>
                <a:gd name="T14" fmla="*/ 2151 w 49"/>
                <a:gd name="T15" fmla="*/ 1473 h 39"/>
                <a:gd name="T16" fmla="*/ 2151 w 49"/>
                <a:gd name="T17" fmla="*/ 62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9">
                  <a:moveTo>
                    <a:pt x="45" y="1"/>
                  </a:moveTo>
                  <a:cubicBezTo>
                    <a:pt x="42" y="0"/>
                    <a:pt x="47" y="4"/>
                    <a:pt x="44" y="1"/>
                  </a:cubicBezTo>
                  <a:cubicBezTo>
                    <a:pt x="47" y="6"/>
                    <a:pt x="45" y="12"/>
                    <a:pt x="40" y="15"/>
                  </a:cubicBezTo>
                  <a:cubicBezTo>
                    <a:pt x="34" y="17"/>
                    <a:pt x="28" y="15"/>
                    <a:pt x="24" y="14"/>
                  </a:cubicBezTo>
                  <a:cubicBezTo>
                    <a:pt x="12" y="11"/>
                    <a:pt x="2" y="15"/>
                    <a:pt x="0" y="28"/>
                  </a:cubicBezTo>
                  <a:cubicBezTo>
                    <a:pt x="5" y="24"/>
                    <a:pt x="12" y="22"/>
                    <a:pt x="20" y="24"/>
                  </a:cubicBezTo>
                  <a:cubicBezTo>
                    <a:pt x="28" y="26"/>
                    <a:pt x="33" y="32"/>
                    <a:pt x="35" y="39"/>
                  </a:cubicBezTo>
                  <a:cubicBezTo>
                    <a:pt x="40" y="35"/>
                    <a:pt x="43" y="31"/>
                    <a:pt x="45" y="25"/>
                  </a:cubicBezTo>
                  <a:cubicBezTo>
                    <a:pt x="49" y="15"/>
                    <a:pt x="48" y="7"/>
                    <a:pt x="45" y="1"/>
                  </a:cubicBezTo>
                  <a:close/>
                </a:path>
              </a:pathLst>
            </a:custGeom>
            <a:solidFill>
              <a:srgbClr val="7D8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6" name="Freeform 672">
              <a:extLst>
                <a:ext uri="{FF2B5EF4-FFF2-40B4-BE49-F238E27FC236}">
                  <a16:creationId xmlns:a16="http://schemas.microsoft.com/office/drawing/2014/main" id="{4A4F1F86-1577-427C-AED2-52CC008D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169"/>
              <a:ext cx="182" cy="140"/>
            </a:xfrm>
            <a:custGeom>
              <a:avLst/>
              <a:gdLst>
                <a:gd name="T0" fmla="*/ 55 w 50"/>
                <a:gd name="T1" fmla="*/ 1769 h 36"/>
                <a:gd name="T2" fmla="*/ 1445 w 50"/>
                <a:gd name="T3" fmla="*/ 346 h 36"/>
                <a:gd name="T4" fmla="*/ 2410 w 50"/>
                <a:gd name="T5" fmla="*/ 1346 h 36"/>
                <a:gd name="T6" fmla="*/ 1405 w 50"/>
                <a:gd name="T7" fmla="*/ 121 h 36"/>
                <a:gd name="T8" fmla="*/ 55 w 50"/>
                <a:gd name="T9" fmla="*/ 1528 h 36"/>
                <a:gd name="T10" fmla="*/ 55 w 50"/>
                <a:gd name="T11" fmla="*/ 2116 h 36"/>
                <a:gd name="T12" fmla="*/ 55 w 50"/>
                <a:gd name="T13" fmla="*/ 176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6">
                  <a:moveTo>
                    <a:pt x="1" y="30"/>
                  </a:moveTo>
                  <a:cubicBezTo>
                    <a:pt x="4" y="11"/>
                    <a:pt x="15" y="4"/>
                    <a:pt x="30" y="6"/>
                  </a:cubicBezTo>
                  <a:cubicBezTo>
                    <a:pt x="41" y="7"/>
                    <a:pt x="48" y="13"/>
                    <a:pt x="50" y="23"/>
                  </a:cubicBezTo>
                  <a:cubicBezTo>
                    <a:pt x="50" y="11"/>
                    <a:pt x="42" y="3"/>
                    <a:pt x="29" y="2"/>
                  </a:cubicBezTo>
                  <a:cubicBezTo>
                    <a:pt x="15" y="0"/>
                    <a:pt x="4" y="7"/>
                    <a:pt x="1" y="26"/>
                  </a:cubicBezTo>
                  <a:cubicBezTo>
                    <a:pt x="0" y="29"/>
                    <a:pt x="0" y="33"/>
                    <a:pt x="1" y="36"/>
                  </a:cubicBezTo>
                  <a:cubicBezTo>
                    <a:pt x="1" y="34"/>
                    <a:pt x="1" y="32"/>
                    <a:pt x="1" y="30"/>
                  </a:cubicBezTo>
                  <a:close/>
                </a:path>
              </a:pathLst>
            </a:custGeom>
            <a:solidFill>
              <a:srgbClr val="D4D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7" name="Freeform 673">
              <a:extLst>
                <a:ext uri="{FF2B5EF4-FFF2-40B4-BE49-F238E27FC236}">
                  <a16:creationId xmlns:a16="http://schemas.microsoft.com/office/drawing/2014/main" id="{3948AD4E-9E5E-47EE-8F4A-FD0D3B47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403"/>
              <a:ext cx="120" cy="132"/>
            </a:xfrm>
            <a:custGeom>
              <a:avLst/>
              <a:gdLst>
                <a:gd name="T0" fmla="*/ 1109 w 33"/>
                <a:gd name="T1" fmla="*/ 120 h 34"/>
                <a:gd name="T2" fmla="*/ 145 w 33"/>
                <a:gd name="T3" fmla="*/ 1056 h 34"/>
                <a:gd name="T4" fmla="*/ 1495 w 33"/>
                <a:gd name="T5" fmla="*/ 1464 h 34"/>
                <a:gd name="T6" fmla="*/ 1109 w 33"/>
                <a:gd name="T7" fmla="*/ 12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4">
                  <a:moveTo>
                    <a:pt x="23" y="2"/>
                  </a:moveTo>
                  <a:cubicBezTo>
                    <a:pt x="12" y="0"/>
                    <a:pt x="5" y="9"/>
                    <a:pt x="3" y="18"/>
                  </a:cubicBezTo>
                  <a:cubicBezTo>
                    <a:pt x="0" y="27"/>
                    <a:pt x="29" y="34"/>
                    <a:pt x="31" y="25"/>
                  </a:cubicBezTo>
                  <a:cubicBezTo>
                    <a:pt x="33" y="17"/>
                    <a:pt x="31" y="5"/>
                    <a:pt x="23" y="2"/>
                  </a:cubicBezTo>
                  <a:close/>
                </a:path>
              </a:pathLst>
            </a:custGeom>
            <a:solidFill>
              <a:srgbClr val="F1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8" name="Freeform 674">
              <a:extLst>
                <a:ext uri="{FF2B5EF4-FFF2-40B4-BE49-F238E27FC236}">
                  <a16:creationId xmlns:a16="http://schemas.microsoft.com/office/drawing/2014/main" id="{1EB49348-7DFC-4CB8-B059-7E3DA5EB2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406"/>
              <a:ext cx="73" cy="105"/>
            </a:xfrm>
            <a:custGeom>
              <a:avLst/>
              <a:gdLst>
                <a:gd name="T0" fmla="*/ 241 w 20"/>
                <a:gd name="T1" fmla="*/ 1178 h 27"/>
                <a:gd name="T2" fmla="*/ 387 w 20"/>
                <a:gd name="T3" fmla="*/ 529 h 27"/>
                <a:gd name="T4" fmla="*/ 971 w 20"/>
                <a:gd name="T5" fmla="*/ 62 h 27"/>
                <a:gd name="T6" fmla="*/ 55 w 20"/>
                <a:gd name="T7" fmla="*/ 999 h 27"/>
                <a:gd name="T8" fmla="*/ 533 w 20"/>
                <a:gd name="T9" fmla="*/ 1587 h 27"/>
                <a:gd name="T10" fmla="*/ 241 w 20"/>
                <a:gd name="T11" fmla="*/ 117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7">
                  <a:moveTo>
                    <a:pt x="5" y="20"/>
                  </a:moveTo>
                  <a:cubicBezTo>
                    <a:pt x="4" y="16"/>
                    <a:pt x="6" y="13"/>
                    <a:pt x="8" y="9"/>
                  </a:cubicBezTo>
                  <a:cubicBezTo>
                    <a:pt x="10" y="5"/>
                    <a:pt x="15" y="1"/>
                    <a:pt x="20" y="1"/>
                  </a:cubicBezTo>
                  <a:cubicBezTo>
                    <a:pt x="10" y="0"/>
                    <a:pt x="3" y="9"/>
                    <a:pt x="1" y="17"/>
                  </a:cubicBezTo>
                  <a:cubicBezTo>
                    <a:pt x="0" y="21"/>
                    <a:pt x="5" y="25"/>
                    <a:pt x="11" y="27"/>
                  </a:cubicBezTo>
                  <a:cubicBezTo>
                    <a:pt x="9" y="25"/>
                    <a:pt x="7" y="23"/>
                    <a:pt x="5" y="20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9" name="Freeform 675">
              <a:extLst>
                <a:ext uri="{FF2B5EF4-FFF2-40B4-BE49-F238E27FC236}">
                  <a16:creationId xmlns:a16="http://schemas.microsoft.com/office/drawing/2014/main" id="{008294D8-0514-48F5-A0AD-9FECFC49D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826"/>
              <a:ext cx="787" cy="685"/>
            </a:xfrm>
            <a:custGeom>
              <a:avLst/>
              <a:gdLst>
                <a:gd name="T0" fmla="*/ 4831 w 216"/>
                <a:gd name="T1" fmla="*/ 4892 h 176"/>
                <a:gd name="T2" fmla="*/ 729 w 216"/>
                <a:gd name="T3" fmla="*/ 2771 h 176"/>
                <a:gd name="T4" fmla="*/ 0 w 216"/>
                <a:gd name="T5" fmla="*/ 817 h 176"/>
                <a:gd name="T6" fmla="*/ 0 w 216"/>
                <a:gd name="T7" fmla="*/ 817 h 176"/>
                <a:gd name="T8" fmla="*/ 0 w 216"/>
                <a:gd name="T9" fmla="*/ 6301 h 176"/>
                <a:gd name="T10" fmla="*/ 0 w 216"/>
                <a:gd name="T11" fmla="*/ 6301 h 176"/>
                <a:gd name="T12" fmla="*/ 729 w 216"/>
                <a:gd name="T13" fmla="*/ 8255 h 176"/>
                <a:gd name="T14" fmla="*/ 4831 w 216"/>
                <a:gd name="T15" fmla="*/ 10376 h 176"/>
                <a:gd name="T16" fmla="*/ 10446 w 216"/>
                <a:gd name="T17" fmla="*/ 5542 h 176"/>
                <a:gd name="T18" fmla="*/ 10446 w 216"/>
                <a:gd name="T19" fmla="*/ 0 h 176"/>
                <a:gd name="T20" fmla="*/ 4831 w 216"/>
                <a:gd name="T21" fmla="*/ 4892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6" h="176">
                  <a:moveTo>
                    <a:pt x="100" y="83"/>
                  </a:moveTo>
                  <a:cubicBezTo>
                    <a:pt x="65" y="83"/>
                    <a:pt x="34" y="69"/>
                    <a:pt x="15" y="47"/>
                  </a:cubicBezTo>
                  <a:cubicBezTo>
                    <a:pt x="8" y="38"/>
                    <a:pt x="2" y="2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" y="120"/>
                    <a:pt x="8" y="131"/>
                    <a:pt x="15" y="140"/>
                  </a:cubicBezTo>
                  <a:cubicBezTo>
                    <a:pt x="34" y="163"/>
                    <a:pt x="65" y="176"/>
                    <a:pt x="100" y="176"/>
                  </a:cubicBezTo>
                  <a:cubicBezTo>
                    <a:pt x="159" y="176"/>
                    <a:pt x="206" y="143"/>
                    <a:pt x="216" y="94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06" y="50"/>
                    <a:pt x="159" y="83"/>
                    <a:pt x="100" y="83"/>
                  </a:cubicBezTo>
                  <a:close/>
                </a:path>
              </a:pathLst>
            </a:custGeom>
            <a:solidFill>
              <a:srgbClr val="FBD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0" name="Freeform 676">
              <a:extLst>
                <a:ext uri="{FF2B5EF4-FFF2-40B4-BE49-F238E27FC236}">
                  <a16:creationId xmlns:a16="http://schemas.microsoft.com/office/drawing/2014/main" id="{8B912BF5-C032-430E-A407-C97FA7651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165"/>
              <a:ext cx="121" cy="210"/>
            </a:xfrm>
            <a:custGeom>
              <a:avLst/>
              <a:gdLst>
                <a:gd name="T0" fmla="*/ 0 w 33"/>
                <a:gd name="T1" fmla="*/ 0 h 54"/>
                <a:gd name="T2" fmla="*/ 887 w 33"/>
                <a:gd name="T3" fmla="*/ 1874 h 54"/>
                <a:gd name="T4" fmla="*/ 242 w 33"/>
                <a:gd name="T5" fmla="*/ 3115 h 54"/>
                <a:gd name="T6" fmla="*/ 942 w 33"/>
                <a:gd name="T7" fmla="*/ 2403 h 54"/>
                <a:gd name="T8" fmla="*/ 0 w 3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0" y="0"/>
                  </a:moveTo>
                  <a:cubicBezTo>
                    <a:pt x="11" y="2"/>
                    <a:pt x="24" y="11"/>
                    <a:pt x="18" y="32"/>
                  </a:cubicBezTo>
                  <a:cubicBezTo>
                    <a:pt x="12" y="53"/>
                    <a:pt x="7" y="53"/>
                    <a:pt x="5" y="53"/>
                  </a:cubicBezTo>
                  <a:cubicBezTo>
                    <a:pt x="11" y="54"/>
                    <a:pt x="16" y="53"/>
                    <a:pt x="19" y="41"/>
                  </a:cubicBezTo>
                  <a:cubicBezTo>
                    <a:pt x="23" y="30"/>
                    <a:pt x="3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1" name="Freeform 677">
              <a:extLst>
                <a:ext uri="{FF2B5EF4-FFF2-40B4-BE49-F238E27FC236}">
                  <a16:creationId xmlns:a16="http://schemas.microsoft.com/office/drawing/2014/main" id="{3CB93BF0-4D99-4EA3-BF71-86E59EE8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414"/>
              <a:ext cx="688" cy="257"/>
            </a:xfrm>
            <a:custGeom>
              <a:avLst/>
              <a:gdLst>
                <a:gd name="T0" fmla="*/ 9115 w 189"/>
                <a:gd name="T1" fmla="*/ 0 h 66"/>
                <a:gd name="T2" fmla="*/ 4623 w 189"/>
                <a:gd name="T3" fmla="*/ 3610 h 66"/>
                <a:gd name="T4" fmla="*/ 0 w 189"/>
                <a:gd name="T5" fmla="*/ 350 h 66"/>
                <a:gd name="T6" fmla="*/ 622 w 189"/>
                <a:gd name="T7" fmla="*/ 2064 h 66"/>
                <a:gd name="T8" fmla="*/ 4201 w 189"/>
                <a:gd name="T9" fmla="*/ 3898 h 66"/>
                <a:gd name="T10" fmla="*/ 9115 w 189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66">
                  <a:moveTo>
                    <a:pt x="189" y="0"/>
                  </a:moveTo>
                  <a:cubicBezTo>
                    <a:pt x="178" y="27"/>
                    <a:pt x="148" y="57"/>
                    <a:pt x="96" y="61"/>
                  </a:cubicBezTo>
                  <a:cubicBezTo>
                    <a:pt x="41" y="66"/>
                    <a:pt x="6" y="27"/>
                    <a:pt x="0" y="6"/>
                  </a:cubicBezTo>
                  <a:cubicBezTo>
                    <a:pt x="2" y="17"/>
                    <a:pt x="6" y="27"/>
                    <a:pt x="13" y="35"/>
                  </a:cubicBezTo>
                  <a:cubicBezTo>
                    <a:pt x="29" y="55"/>
                    <a:pt x="57" y="66"/>
                    <a:pt x="87" y="66"/>
                  </a:cubicBezTo>
                  <a:cubicBezTo>
                    <a:pt x="137" y="66"/>
                    <a:pt x="177" y="40"/>
                    <a:pt x="189" y="0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2" name="Freeform 678">
              <a:extLst>
                <a:ext uri="{FF2B5EF4-FFF2-40B4-BE49-F238E27FC236}">
                  <a16:creationId xmlns:a16="http://schemas.microsoft.com/office/drawing/2014/main" id="{6DFDFFF0-E5F6-46F6-8722-B61938D25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410"/>
              <a:ext cx="37" cy="90"/>
            </a:xfrm>
            <a:custGeom>
              <a:avLst/>
              <a:gdLst>
                <a:gd name="T0" fmla="*/ 0 w 10"/>
                <a:gd name="T1" fmla="*/ 0 h 23"/>
                <a:gd name="T2" fmla="*/ 300 w 10"/>
                <a:gd name="T3" fmla="*/ 1377 h 23"/>
                <a:gd name="T4" fmla="*/ 0 w 1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3" y="2"/>
                    <a:pt x="8" y="10"/>
                    <a:pt x="6" y="23"/>
                  </a:cubicBezTo>
                  <a:cubicBezTo>
                    <a:pt x="10" y="10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3" name="Freeform 679">
              <a:extLst>
                <a:ext uri="{FF2B5EF4-FFF2-40B4-BE49-F238E27FC236}">
                  <a16:creationId xmlns:a16="http://schemas.microsoft.com/office/drawing/2014/main" id="{196678E5-70F3-4BA5-9421-63BFE5727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173"/>
              <a:ext cx="81" cy="144"/>
            </a:xfrm>
            <a:custGeom>
              <a:avLst/>
              <a:gdLst>
                <a:gd name="T0" fmla="*/ 1097 w 22"/>
                <a:gd name="T1" fmla="*/ 0 h 37"/>
                <a:gd name="T2" fmla="*/ 353 w 22"/>
                <a:gd name="T3" fmla="*/ 2179 h 37"/>
                <a:gd name="T4" fmla="*/ 1097 w 2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7">
                  <a:moveTo>
                    <a:pt x="22" y="0"/>
                  </a:moveTo>
                  <a:cubicBezTo>
                    <a:pt x="13" y="2"/>
                    <a:pt x="2" y="21"/>
                    <a:pt x="7" y="37"/>
                  </a:cubicBezTo>
                  <a:cubicBezTo>
                    <a:pt x="3" y="26"/>
                    <a:pt x="0" y="7"/>
                    <a:pt x="22" y="0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4" name="Freeform 680">
              <a:extLst>
                <a:ext uri="{FF2B5EF4-FFF2-40B4-BE49-F238E27FC236}">
                  <a16:creationId xmlns:a16="http://schemas.microsoft.com/office/drawing/2014/main" id="{1E54F108-E4D2-4532-B2E2-E994958A5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974"/>
              <a:ext cx="328" cy="233"/>
            </a:xfrm>
            <a:custGeom>
              <a:avLst/>
              <a:gdLst>
                <a:gd name="T0" fmla="*/ 0 w 90"/>
                <a:gd name="T1" fmla="*/ 3514 h 60"/>
                <a:gd name="T2" fmla="*/ 0 w 90"/>
                <a:gd name="T3" fmla="*/ 408 h 60"/>
                <a:gd name="T4" fmla="*/ 200 w 90"/>
                <a:gd name="T5" fmla="*/ 408 h 60"/>
                <a:gd name="T6" fmla="*/ 4355 w 90"/>
                <a:gd name="T7" fmla="*/ 2804 h 60"/>
                <a:gd name="T8" fmla="*/ 769 w 90"/>
                <a:gd name="T9" fmla="*/ 1930 h 60"/>
                <a:gd name="T10" fmla="*/ 0 w 90"/>
                <a:gd name="T11" fmla="*/ 3514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60">
                  <a:moveTo>
                    <a:pt x="0" y="6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0"/>
                    <a:pt x="4" y="7"/>
                  </a:cubicBezTo>
                  <a:cubicBezTo>
                    <a:pt x="14" y="22"/>
                    <a:pt x="37" y="48"/>
                    <a:pt x="90" y="48"/>
                  </a:cubicBezTo>
                  <a:cubicBezTo>
                    <a:pt x="70" y="55"/>
                    <a:pt x="28" y="40"/>
                    <a:pt x="16" y="33"/>
                  </a:cubicBezTo>
                  <a:cubicBezTo>
                    <a:pt x="3" y="26"/>
                    <a:pt x="3" y="47"/>
                    <a:pt x="0" y="60"/>
                  </a:cubicBezTo>
                  <a:close/>
                </a:path>
              </a:pathLst>
            </a:custGeom>
            <a:solidFill>
              <a:srgbClr val="FDF4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5" name="Freeform 681">
              <a:extLst>
                <a:ext uri="{FF2B5EF4-FFF2-40B4-BE49-F238E27FC236}">
                  <a16:creationId xmlns:a16="http://schemas.microsoft.com/office/drawing/2014/main" id="{D5D72F69-0FC8-4059-AF0C-B6637D77E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44"/>
              <a:ext cx="328" cy="233"/>
            </a:xfrm>
            <a:custGeom>
              <a:avLst/>
              <a:gdLst>
                <a:gd name="T0" fmla="*/ 0 w 90"/>
                <a:gd name="T1" fmla="*/ 3514 h 60"/>
                <a:gd name="T2" fmla="*/ 0 w 90"/>
                <a:gd name="T3" fmla="*/ 408 h 60"/>
                <a:gd name="T4" fmla="*/ 200 w 90"/>
                <a:gd name="T5" fmla="*/ 408 h 60"/>
                <a:gd name="T6" fmla="*/ 4355 w 90"/>
                <a:gd name="T7" fmla="*/ 2804 h 60"/>
                <a:gd name="T8" fmla="*/ 769 w 90"/>
                <a:gd name="T9" fmla="*/ 1930 h 60"/>
                <a:gd name="T10" fmla="*/ 0 w 90"/>
                <a:gd name="T11" fmla="*/ 3514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60">
                  <a:moveTo>
                    <a:pt x="0" y="6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0"/>
                    <a:pt x="4" y="7"/>
                  </a:cubicBezTo>
                  <a:cubicBezTo>
                    <a:pt x="14" y="22"/>
                    <a:pt x="37" y="48"/>
                    <a:pt x="90" y="48"/>
                  </a:cubicBezTo>
                  <a:cubicBezTo>
                    <a:pt x="70" y="55"/>
                    <a:pt x="28" y="40"/>
                    <a:pt x="16" y="33"/>
                  </a:cubicBezTo>
                  <a:cubicBezTo>
                    <a:pt x="3" y="26"/>
                    <a:pt x="3" y="47"/>
                    <a:pt x="0" y="60"/>
                  </a:cubicBezTo>
                  <a:close/>
                </a:path>
              </a:pathLst>
            </a:custGeom>
            <a:solidFill>
              <a:srgbClr val="FBD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6" name="Freeform 682">
              <a:extLst>
                <a:ext uri="{FF2B5EF4-FFF2-40B4-BE49-F238E27FC236}">
                  <a16:creationId xmlns:a16="http://schemas.microsoft.com/office/drawing/2014/main" id="{C4668D9F-B028-4EC6-86AA-D9C131DA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328"/>
              <a:ext cx="328" cy="214"/>
            </a:xfrm>
            <a:custGeom>
              <a:avLst/>
              <a:gdLst>
                <a:gd name="T0" fmla="*/ 0 w 90"/>
                <a:gd name="T1" fmla="*/ 2891 h 55"/>
                <a:gd name="T2" fmla="*/ 0 w 90"/>
                <a:gd name="T3" fmla="*/ 471 h 55"/>
                <a:gd name="T4" fmla="*/ 200 w 90"/>
                <a:gd name="T5" fmla="*/ 409 h 55"/>
                <a:gd name="T6" fmla="*/ 4355 w 90"/>
                <a:gd name="T7" fmla="*/ 2891 h 55"/>
                <a:gd name="T8" fmla="*/ 769 w 90"/>
                <a:gd name="T9" fmla="*/ 1938 h 55"/>
                <a:gd name="T10" fmla="*/ 0 w 90"/>
                <a:gd name="T11" fmla="*/ 289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55">
                  <a:moveTo>
                    <a:pt x="0" y="49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0"/>
                    <a:pt x="4" y="7"/>
                  </a:cubicBezTo>
                  <a:cubicBezTo>
                    <a:pt x="14" y="22"/>
                    <a:pt x="37" y="48"/>
                    <a:pt x="90" y="49"/>
                  </a:cubicBezTo>
                  <a:cubicBezTo>
                    <a:pt x="70" y="55"/>
                    <a:pt x="28" y="40"/>
                    <a:pt x="16" y="33"/>
                  </a:cubicBezTo>
                  <a:cubicBezTo>
                    <a:pt x="3" y="27"/>
                    <a:pt x="3" y="36"/>
                    <a:pt x="0" y="49"/>
                  </a:cubicBezTo>
                  <a:close/>
                </a:path>
              </a:pathLst>
            </a:custGeom>
            <a:solidFill>
              <a:srgbClr val="FBD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7" name="Freeform 683">
              <a:extLst>
                <a:ext uri="{FF2B5EF4-FFF2-40B4-BE49-F238E27FC236}">
                  <a16:creationId xmlns:a16="http://schemas.microsoft.com/office/drawing/2014/main" id="{29D28C9B-EAF9-4813-8254-1542E3E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924"/>
              <a:ext cx="375" cy="567"/>
            </a:xfrm>
            <a:custGeom>
              <a:avLst/>
              <a:gdLst>
                <a:gd name="T0" fmla="*/ 4970 w 103"/>
                <a:gd name="T1" fmla="*/ 0 h 146"/>
                <a:gd name="T2" fmla="*/ 4970 w 103"/>
                <a:gd name="T3" fmla="*/ 3860 h 146"/>
                <a:gd name="T4" fmla="*/ 0 w 103"/>
                <a:gd name="T5" fmla="*/ 8552 h 146"/>
                <a:gd name="T6" fmla="*/ 4638 w 103"/>
                <a:gd name="T7" fmla="*/ 3693 h 146"/>
                <a:gd name="T8" fmla="*/ 4970 w 103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46">
                  <a:moveTo>
                    <a:pt x="103" y="0"/>
                  </a:moveTo>
                  <a:cubicBezTo>
                    <a:pt x="103" y="0"/>
                    <a:pt x="103" y="56"/>
                    <a:pt x="103" y="66"/>
                  </a:cubicBezTo>
                  <a:cubicBezTo>
                    <a:pt x="103" y="76"/>
                    <a:pt x="75" y="143"/>
                    <a:pt x="0" y="146"/>
                  </a:cubicBezTo>
                  <a:cubicBezTo>
                    <a:pt x="30" y="144"/>
                    <a:pt x="89" y="109"/>
                    <a:pt x="96" y="63"/>
                  </a:cubicBezTo>
                  <a:cubicBezTo>
                    <a:pt x="103" y="22"/>
                    <a:pt x="103" y="0"/>
                    <a:pt x="103" y="0"/>
                  </a:cubicBezTo>
                  <a:close/>
                </a:path>
              </a:pathLst>
            </a:custGeom>
            <a:solidFill>
              <a:srgbClr val="F2B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8" name="Freeform 684">
              <a:extLst>
                <a:ext uri="{FF2B5EF4-FFF2-40B4-BE49-F238E27FC236}">
                  <a16:creationId xmlns:a16="http://schemas.microsoft.com/office/drawing/2014/main" id="{1555A107-EA4C-4666-9566-BB4D99466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577"/>
              <a:ext cx="364" cy="545"/>
            </a:xfrm>
            <a:custGeom>
              <a:avLst/>
              <a:gdLst>
                <a:gd name="T0" fmla="*/ 4823 w 100"/>
                <a:gd name="T1" fmla="*/ 0 h 140"/>
                <a:gd name="T2" fmla="*/ 4823 w 100"/>
                <a:gd name="T3" fmla="*/ 3546 h 140"/>
                <a:gd name="T4" fmla="*/ 0 w 100"/>
                <a:gd name="T5" fmla="*/ 8261 h 140"/>
                <a:gd name="T6" fmla="*/ 4492 w 100"/>
                <a:gd name="T7" fmla="*/ 3426 h 140"/>
                <a:gd name="T8" fmla="*/ 4823 w 100"/>
                <a:gd name="T9" fmla="*/ 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40">
                  <a:moveTo>
                    <a:pt x="100" y="0"/>
                  </a:moveTo>
                  <a:cubicBezTo>
                    <a:pt x="100" y="0"/>
                    <a:pt x="100" y="50"/>
                    <a:pt x="100" y="60"/>
                  </a:cubicBezTo>
                  <a:cubicBezTo>
                    <a:pt x="100" y="70"/>
                    <a:pt x="75" y="138"/>
                    <a:pt x="0" y="140"/>
                  </a:cubicBezTo>
                  <a:cubicBezTo>
                    <a:pt x="30" y="139"/>
                    <a:pt x="86" y="103"/>
                    <a:pt x="93" y="58"/>
                  </a:cubicBezTo>
                  <a:cubicBezTo>
                    <a:pt x="100" y="17"/>
                    <a:pt x="100" y="0"/>
                    <a:pt x="100" y="0"/>
                  </a:cubicBezTo>
                  <a:close/>
                </a:path>
              </a:pathLst>
            </a:custGeom>
            <a:solidFill>
              <a:srgbClr val="D45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9" name="Freeform 685">
              <a:extLst>
                <a:ext uri="{FF2B5EF4-FFF2-40B4-BE49-F238E27FC236}">
                  <a16:creationId xmlns:a16="http://schemas.microsoft.com/office/drawing/2014/main" id="{A091D2CD-BA67-4877-BECD-F0FAD9F6D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3277"/>
              <a:ext cx="375" cy="514"/>
            </a:xfrm>
            <a:custGeom>
              <a:avLst/>
              <a:gdLst>
                <a:gd name="T0" fmla="*/ 4970 w 103"/>
                <a:gd name="T1" fmla="*/ 0 h 132"/>
                <a:gd name="T2" fmla="*/ 4970 w 103"/>
                <a:gd name="T3" fmla="*/ 2897 h 132"/>
                <a:gd name="T4" fmla="*/ 0 w 103"/>
                <a:gd name="T5" fmla="*/ 7792 h 132"/>
                <a:gd name="T6" fmla="*/ 4733 w 103"/>
                <a:gd name="T7" fmla="*/ 2835 h 132"/>
                <a:gd name="T8" fmla="*/ 4970 w 103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32">
                  <a:moveTo>
                    <a:pt x="103" y="0"/>
                  </a:moveTo>
                  <a:cubicBezTo>
                    <a:pt x="103" y="0"/>
                    <a:pt x="103" y="39"/>
                    <a:pt x="103" y="49"/>
                  </a:cubicBezTo>
                  <a:cubicBezTo>
                    <a:pt x="103" y="66"/>
                    <a:pt x="75" y="130"/>
                    <a:pt x="0" y="132"/>
                  </a:cubicBezTo>
                  <a:cubicBezTo>
                    <a:pt x="30" y="131"/>
                    <a:pt x="92" y="94"/>
                    <a:pt x="98" y="48"/>
                  </a:cubicBezTo>
                  <a:cubicBezTo>
                    <a:pt x="103" y="6"/>
                    <a:pt x="103" y="0"/>
                    <a:pt x="103" y="0"/>
                  </a:cubicBezTo>
                  <a:close/>
                </a:path>
              </a:pathLst>
            </a:custGeom>
            <a:solidFill>
              <a:srgbClr val="D45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0" name="Freeform 686">
              <a:extLst>
                <a:ext uri="{FF2B5EF4-FFF2-40B4-BE49-F238E27FC236}">
                  <a16:creationId xmlns:a16="http://schemas.microsoft.com/office/drawing/2014/main" id="{DAACDF38-4C55-4F21-8481-6ACF56579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04"/>
              <a:ext cx="375" cy="233"/>
            </a:xfrm>
            <a:custGeom>
              <a:avLst/>
              <a:gdLst>
                <a:gd name="T0" fmla="*/ 0 w 103"/>
                <a:gd name="T1" fmla="*/ 0 h 60"/>
                <a:gd name="T2" fmla="*/ 4970 w 103"/>
                <a:gd name="T3" fmla="*/ 2986 h 60"/>
                <a:gd name="T4" fmla="*/ 0 w 10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60">
                  <a:moveTo>
                    <a:pt x="0" y="0"/>
                  </a:moveTo>
                  <a:cubicBezTo>
                    <a:pt x="3" y="15"/>
                    <a:pt x="36" y="59"/>
                    <a:pt x="103" y="51"/>
                  </a:cubicBezTo>
                  <a:cubicBezTo>
                    <a:pt x="73" y="60"/>
                    <a:pt x="8" y="5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1" name="Freeform 687">
              <a:extLst>
                <a:ext uri="{FF2B5EF4-FFF2-40B4-BE49-F238E27FC236}">
                  <a16:creationId xmlns:a16="http://schemas.microsoft.com/office/drawing/2014/main" id="{78F1B2FF-7B23-43F8-BD8E-F892A81A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364"/>
              <a:ext cx="284" cy="420"/>
            </a:xfrm>
            <a:custGeom>
              <a:avLst/>
              <a:gdLst>
                <a:gd name="T0" fmla="*/ 3474 w 78"/>
                <a:gd name="T1" fmla="*/ 0 h 108"/>
                <a:gd name="T2" fmla="*/ 3619 w 78"/>
                <a:gd name="T3" fmla="*/ 1874 h 108"/>
                <a:gd name="T4" fmla="*/ 0 w 78"/>
                <a:gd name="T5" fmla="*/ 6351 h 108"/>
                <a:gd name="T6" fmla="*/ 2891 w 78"/>
                <a:gd name="T7" fmla="*/ 2057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08">
                  <a:moveTo>
                    <a:pt x="72" y="0"/>
                  </a:moveTo>
                  <a:cubicBezTo>
                    <a:pt x="78" y="6"/>
                    <a:pt x="77" y="22"/>
                    <a:pt x="75" y="32"/>
                  </a:cubicBezTo>
                  <a:cubicBezTo>
                    <a:pt x="73" y="43"/>
                    <a:pt x="56" y="92"/>
                    <a:pt x="0" y="108"/>
                  </a:cubicBezTo>
                  <a:cubicBezTo>
                    <a:pt x="18" y="100"/>
                    <a:pt x="60" y="67"/>
                    <a:pt x="60" y="35"/>
                  </a:cubicBezTo>
                </a:path>
              </a:pathLst>
            </a:custGeom>
            <a:solidFill>
              <a:srgbClr val="DD57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2" name="Freeform 688">
              <a:extLst>
                <a:ext uri="{FF2B5EF4-FFF2-40B4-BE49-F238E27FC236}">
                  <a16:creationId xmlns:a16="http://schemas.microsoft.com/office/drawing/2014/main" id="{3E366351-50D1-4BB1-B6FF-2D969FE61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049"/>
              <a:ext cx="754" cy="637"/>
            </a:xfrm>
            <a:custGeom>
              <a:avLst/>
              <a:gdLst>
                <a:gd name="T0" fmla="*/ 200 w 207"/>
                <a:gd name="T1" fmla="*/ 4331 h 164"/>
                <a:gd name="T2" fmla="*/ 874 w 207"/>
                <a:gd name="T3" fmla="*/ 7679 h 164"/>
                <a:gd name="T4" fmla="*/ 4590 w 207"/>
                <a:gd name="T5" fmla="*/ 9609 h 164"/>
                <a:gd name="T6" fmla="*/ 9806 w 207"/>
                <a:gd name="T7" fmla="*/ 5220 h 164"/>
                <a:gd name="T8" fmla="*/ 9128 w 207"/>
                <a:gd name="T9" fmla="*/ 1993 h 164"/>
                <a:gd name="T10" fmla="*/ 5413 w 207"/>
                <a:gd name="T11" fmla="*/ 0 h 164"/>
                <a:gd name="T12" fmla="*/ 200 w 207"/>
                <a:gd name="T13" fmla="*/ 4331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164">
                  <a:moveTo>
                    <a:pt x="4" y="74"/>
                  </a:moveTo>
                  <a:cubicBezTo>
                    <a:pt x="0" y="95"/>
                    <a:pt x="6" y="117"/>
                    <a:pt x="18" y="131"/>
                  </a:cubicBezTo>
                  <a:cubicBezTo>
                    <a:pt x="35" y="152"/>
                    <a:pt x="64" y="164"/>
                    <a:pt x="95" y="164"/>
                  </a:cubicBezTo>
                  <a:cubicBezTo>
                    <a:pt x="150" y="164"/>
                    <a:pt x="193" y="134"/>
                    <a:pt x="203" y="89"/>
                  </a:cubicBezTo>
                  <a:cubicBezTo>
                    <a:pt x="207" y="70"/>
                    <a:pt x="202" y="50"/>
                    <a:pt x="189" y="34"/>
                  </a:cubicBezTo>
                  <a:cubicBezTo>
                    <a:pt x="171" y="13"/>
                    <a:pt x="143" y="0"/>
                    <a:pt x="112" y="0"/>
                  </a:cubicBezTo>
                  <a:cubicBezTo>
                    <a:pt x="58" y="0"/>
                    <a:pt x="14" y="26"/>
                    <a:pt x="4" y="7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3" name="Freeform 689">
              <a:extLst>
                <a:ext uri="{FF2B5EF4-FFF2-40B4-BE49-F238E27FC236}">
                  <a16:creationId xmlns:a16="http://schemas.microsoft.com/office/drawing/2014/main" id="{013ECCD6-0E68-4954-814C-F3E40603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064"/>
              <a:ext cx="722" cy="607"/>
            </a:xfrm>
            <a:custGeom>
              <a:avLst/>
              <a:gdLst>
                <a:gd name="T0" fmla="*/ 5240 w 198"/>
                <a:gd name="T1" fmla="*/ 0 h 156"/>
                <a:gd name="T2" fmla="*/ 8828 w 198"/>
                <a:gd name="T3" fmla="*/ 1938 h 156"/>
                <a:gd name="T4" fmla="*/ 9455 w 198"/>
                <a:gd name="T5" fmla="*/ 4949 h 156"/>
                <a:gd name="T6" fmla="*/ 4416 w 198"/>
                <a:gd name="T7" fmla="*/ 9191 h 156"/>
                <a:gd name="T8" fmla="*/ 824 w 198"/>
                <a:gd name="T9" fmla="*/ 7358 h 156"/>
                <a:gd name="T10" fmla="*/ 201 w 198"/>
                <a:gd name="T11" fmla="*/ 4179 h 156"/>
                <a:gd name="T12" fmla="*/ 201 w 198"/>
                <a:gd name="T13" fmla="*/ 4179 h 156"/>
                <a:gd name="T14" fmla="*/ 5240 w 198"/>
                <a:gd name="T15" fmla="*/ 0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56">
                  <a:moveTo>
                    <a:pt x="108" y="0"/>
                  </a:moveTo>
                  <a:cubicBezTo>
                    <a:pt x="138" y="0"/>
                    <a:pt x="165" y="12"/>
                    <a:pt x="182" y="33"/>
                  </a:cubicBezTo>
                  <a:cubicBezTo>
                    <a:pt x="194" y="48"/>
                    <a:pt x="198" y="66"/>
                    <a:pt x="195" y="84"/>
                  </a:cubicBezTo>
                  <a:cubicBezTo>
                    <a:pt x="185" y="127"/>
                    <a:pt x="144" y="156"/>
                    <a:pt x="91" y="156"/>
                  </a:cubicBezTo>
                  <a:cubicBezTo>
                    <a:pt x="61" y="156"/>
                    <a:pt x="33" y="145"/>
                    <a:pt x="17" y="125"/>
                  </a:cubicBezTo>
                  <a:cubicBezTo>
                    <a:pt x="5" y="111"/>
                    <a:pt x="0" y="90"/>
                    <a:pt x="4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13" y="27"/>
                    <a:pt x="53" y="0"/>
                    <a:pt x="108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4" name="Freeform 690">
              <a:extLst>
                <a:ext uri="{FF2B5EF4-FFF2-40B4-BE49-F238E27FC236}">
                  <a16:creationId xmlns:a16="http://schemas.microsoft.com/office/drawing/2014/main" id="{DF9B2491-F7A1-4DA0-9817-676D648D5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305"/>
              <a:ext cx="816" cy="514"/>
            </a:xfrm>
            <a:custGeom>
              <a:avLst/>
              <a:gdLst>
                <a:gd name="T0" fmla="*/ 10244 w 224"/>
                <a:gd name="T1" fmla="*/ 0 h 132"/>
                <a:gd name="T2" fmla="*/ 10244 w 224"/>
                <a:gd name="T3" fmla="*/ 1363 h 132"/>
                <a:gd name="T4" fmla="*/ 5031 w 224"/>
                <a:gd name="T5" fmla="*/ 5790 h 132"/>
                <a:gd name="T6" fmla="*/ 1301 w 224"/>
                <a:gd name="T7" fmla="*/ 3836 h 132"/>
                <a:gd name="T8" fmla="*/ 623 w 224"/>
                <a:gd name="T9" fmla="*/ 471 h 132"/>
                <a:gd name="T10" fmla="*/ 623 w 224"/>
                <a:gd name="T11" fmla="*/ 471 h 132"/>
                <a:gd name="T12" fmla="*/ 200 w 224"/>
                <a:gd name="T13" fmla="*/ 1955 h 132"/>
                <a:gd name="T14" fmla="*/ 914 w 224"/>
                <a:gd name="T15" fmla="*/ 5670 h 132"/>
                <a:gd name="T16" fmla="*/ 5031 w 224"/>
                <a:gd name="T17" fmla="*/ 7792 h 132"/>
                <a:gd name="T18" fmla="*/ 10630 w 224"/>
                <a:gd name="T19" fmla="*/ 2897 h 132"/>
                <a:gd name="T20" fmla="*/ 10244 w 224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32">
                  <a:moveTo>
                    <a:pt x="212" y="0"/>
                  </a:moveTo>
                  <a:cubicBezTo>
                    <a:pt x="213" y="7"/>
                    <a:pt x="213" y="15"/>
                    <a:pt x="212" y="23"/>
                  </a:cubicBezTo>
                  <a:cubicBezTo>
                    <a:pt x="202" y="68"/>
                    <a:pt x="159" y="98"/>
                    <a:pt x="104" y="98"/>
                  </a:cubicBezTo>
                  <a:cubicBezTo>
                    <a:pt x="73" y="98"/>
                    <a:pt x="44" y="86"/>
                    <a:pt x="27" y="65"/>
                  </a:cubicBezTo>
                  <a:cubicBezTo>
                    <a:pt x="15" y="51"/>
                    <a:pt x="9" y="29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9" y="16"/>
                    <a:pt x="6" y="24"/>
                    <a:pt x="4" y="33"/>
                  </a:cubicBezTo>
                  <a:cubicBezTo>
                    <a:pt x="0" y="57"/>
                    <a:pt x="6" y="80"/>
                    <a:pt x="19" y="96"/>
                  </a:cubicBezTo>
                  <a:cubicBezTo>
                    <a:pt x="38" y="118"/>
                    <a:pt x="69" y="132"/>
                    <a:pt x="104" y="132"/>
                  </a:cubicBezTo>
                  <a:cubicBezTo>
                    <a:pt x="163" y="132"/>
                    <a:pt x="210" y="98"/>
                    <a:pt x="220" y="49"/>
                  </a:cubicBezTo>
                  <a:cubicBezTo>
                    <a:pt x="224" y="32"/>
                    <a:pt x="221" y="15"/>
                    <a:pt x="212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5" name="Freeform 691">
              <a:extLst>
                <a:ext uri="{FF2B5EF4-FFF2-40B4-BE49-F238E27FC236}">
                  <a16:creationId xmlns:a16="http://schemas.microsoft.com/office/drawing/2014/main" id="{109B3B89-C584-4600-B8AF-34AC1D86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15"/>
              <a:ext cx="710" cy="556"/>
            </a:xfrm>
            <a:custGeom>
              <a:avLst/>
              <a:gdLst>
                <a:gd name="T0" fmla="*/ 5170 w 195"/>
                <a:gd name="T1" fmla="*/ 0 h 143"/>
                <a:gd name="T2" fmla="*/ 146 w 195"/>
                <a:gd name="T3" fmla="*/ 3643 h 143"/>
                <a:gd name="T4" fmla="*/ 768 w 195"/>
                <a:gd name="T5" fmla="*/ 6575 h 143"/>
                <a:gd name="T6" fmla="*/ 4347 w 195"/>
                <a:gd name="T7" fmla="*/ 8406 h 143"/>
                <a:gd name="T8" fmla="*/ 9361 w 195"/>
                <a:gd name="T9" fmla="*/ 4172 h 143"/>
                <a:gd name="T10" fmla="*/ 9412 w 195"/>
                <a:gd name="T11" fmla="*/ 3114 h 143"/>
                <a:gd name="T12" fmla="*/ 8880 w 195"/>
                <a:gd name="T13" fmla="*/ 1995 h 143"/>
                <a:gd name="T14" fmla="*/ 5170 w 195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43">
                  <a:moveTo>
                    <a:pt x="107" y="0"/>
                  </a:moveTo>
                  <a:cubicBezTo>
                    <a:pt x="57" y="0"/>
                    <a:pt x="16" y="22"/>
                    <a:pt x="3" y="62"/>
                  </a:cubicBezTo>
                  <a:cubicBezTo>
                    <a:pt x="0" y="80"/>
                    <a:pt x="5" y="99"/>
                    <a:pt x="16" y="112"/>
                  </a:cubicBezTo>
                  <a:cubicBezTo>
                    <a:pt x="32" y="132"/>
                    <a:pt x="60" y="143"/>
                    <a:pt x="90" y="143"/>
                  </a:cubicBezTo>
                  <a:cubicBezTo>
                    <a:pt x="143" y="143"/>
                    <a:pt x="184" y="114"/>
                    <a:pt x="194" y="71"/>
                  </a:cubicBezTo>
                  <a:cubicBezTo>
                    <a:pt x="195" y="65"/>
                    <a:pt x="195" y="59"/>
                    <a:pt x="195" y="53"/>
                  </a:cubicBezTo>
                  <a:cubicBezTo>
                    <a:pt x="192" y="46"/>
                    <a:pt x="188" y="40"/>
                    <a:pt x="184" y="34"/>
                  </a:cubicBezTo>
                  <a:cubicBezTo>
                    <a:pt x="166" y="13"/>
                    <a:pt x="138" y="0"/>
                    <a:pt x="107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6" name="Freeform 692">
              <a:extLst>
                <a:ext uri="{FF2B5EF4-FFF2-40B4-BE49-F238E27FC236}">
                  <a16:creationId xmlns:a16="http://schemas.microsoft.com/office/drawing/2014/main" id="{4B0AA165-4616-4F67-BE48-87CE92A98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192"/>
              <a:ext cx="787" cy="319"/>
            </a:xfrm>
            <a:custGeom>
              <a:avLst/>
              <a:gdLst>
                <a:gd name="T0" fmla="*/ 0 w 216"/>
                <a:gd name="T1" fmla="*/ 770 h 82"/>
                <a:gd name="T2" fmla="*/ 729 w 216"/>
                <a:gd name="T3" fmla="*/ 2708 h 82"/>
                <a:gd name="T4" fmla="*/ 4831 w 216"/>
                <a:gd name="T5" fmla="*/ 4828 h 82"/>
                <a:gd name="T6" fmla="*/ 10446 w 216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82">
                  <a:moveTo>
                    <a:pt x="0" y="13"/>
                  </a:moveTo>
                  <a:cubicBezTo>
                    <a:pt x="2" y="26"/>
                    <a:pt x="8" y="37"/>
                    <a:pt x="15" y="46"/>
                  </a:cubicBezTo>
                  <a:cubicBezTo>
                    <a:pt x="34" y="69"/>
                    <a:pt x="65" y="82"/>
                    <a:pt x="100" y="82"/>
                  </a:cubicBezTo>
                  <a:cubicBezTo>
                    <a:pt x="159" y="82"/>
                    <a:pt x="206" y="49"/>
                    <a:pt x="21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7" name="Freeform 693">
              <a:extLst>
                <a:ext uri="{FF2B5EF4-FFF2-40B4-BE49-F238E27FC236}">
                  <a16:creationId xmlns:a16="http://schemas.microsoft.com/office/drawing/2014/main" id="{4B63F37E-5005-4947-87CD-60078608C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826"/>
              <a:ext cx="787" cy="323"/>
            </a:xfrm>
            <a:custGeom>
              <a:avLst/>
              <a:gdLst>
                <a:gd name="T0" fmla="*/ 0 w 216"/>
                <a:gd name="T1" fmla="*/ 817 h 83"/>
                <a:gd name="T2" fmla="*/ 729 w 216"/>
                <a:gd name="T3" fmla="*/ 2771 h 83"/>
                <a:gd name="T4" fmla="*/ 4831 w 216"/>
                <a:gd name="T5" fmla="*/ 4892 h 83"/>
                <a:gd name="T6" fmla="*/ 10446 w 216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83">
                  <a:moveTo>
                    <a:pt x="0" y="14"/>
                  </a:moveTo>
                  <a:cubicBezTo>
                    <a:pt x="2" y="26"/>
                    <a:pt x="8" y="38"/>
                    <a:pt x="15" y="47"/>
                  </a:cubicBezTo>
                  <a:cubicBezTo>
                    <a:pt x="34" y="69"/>
                    <a:pt x="65" y="83"/>
                    <a:pt x="100" y="83"/>
                  </a:cubicBezTo>
                  <a:cubicBezTo>
                    <a:pt x="159" y="83"/>
                    <a:pt x="206" y="50"/>
                    <a:pt x="21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8" name="Freeform 694">
              <a:extLst>
                <a:ext uri="{FF2B5EF4-FFF2-40B4-BE49-F238E27FC236}">
                  <a16:creationId xmlns:a16="http://schemas.microsoft.com/office/drawing/2014/main" id="{9436DC4A-C6D0-4F14-9037-24DB60911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500"/>
              <a:ext cx="791" cy="1314"/>
            </a:xfrm>
            <a:custGeom>
              <a:avLst/>
              <a:gdLst>
                <a:gd name="T0" fmla="*/ 4848 w 217"/>
                <a:gd name="T1" fmla="*/ 4821 h 338"/>
                <a:gd name="T2" fmla="*/ 729 w 217"/>
                <a:gd name="T3" fmla="*/ 2706 h 338"/>
                <a:gd name="T4" fmla="*/ 0 w 217"/>
                <a:gd name="T5" fmla="*/ 649 h 338"/>
                <a:gd name="T6" fmla="*/ 0 w 217"/>
                <a:gd name="T7" fmla="*/ 649 h 338"/>
                <a:gd name="T8" fmla="*/ 0 w 217"/>
                <a:gd name="T9" fmla="*/ 14979 h 338"/>
                <a:gd name="T10" fmla="*/ 878 w 217"/>
                <a:gd name="T11" fmla="*/ 17805 h 338"/>
                <a:gd name="T12" fmla="*/ 4888 w 217"/>
                <a:gd name="T13" fmla="*/ 19858 h 338"/>
                <a:gd name="T14" fmla="*/ 10418 w 217"/>
                <a:gd name="T15" fmla="*/ 15099 h 338"/>
                <a:gd name="T16" fmla="*/ 10509 w 217"/>
                <a:gd name="T17" fmla="*/ 14162 h 338"/>
                <a:gd name="T18" fmla="*/ 10509 w 217"/>
                <a:gd name="T19" fmla="*/ 0 h 338"/>
                <a:gd name="T20" fmla="*/ 10458 w 217"/>
                <a:gd name="T21" fmla="*/ 0 h 338"/>
                <a:gd name="T22" fmla="*/ 4848 w 217"/>
                <a:gd name="T23" fmla="*/ 4821 h 3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7" h="338">
                  <a:moveTo>
                    <a:pt x="100" y="82"/>
                  </a:moveTo>
                  <a:cubicBezTo>
                    <a:pt x="65" y="82"/>
                    <a:pt x="34" y="68"/>
                    <a:pt x="15" y="46"/>
                  </a:cubicBezTo>
                  <a:cubicBezTo>
                    <a:pt x="7" y="36"/>
                    <a:pt x="2" y="24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255"/>
                    <a:pt x="0" y="255"/>
                    <a:pt x="0" y="255"/>
                  </a:cubicBezTo>
                  <a:cubicBezTo>
                    <a:pt x="0" y="272"/>
                    <a:pt x="8" y="290"/>
                    <a:pt x="18" y="303"/>
                  </a:cubicBezTo>
                  <a:cubicBezTo>
                    <a:pt x="36" y="325"/>
                    <a:pt x="67" y="338"/>
                    <a:pt x="101" y="338"/>
                  </a:cubicBezTo>
                  <a:cubicBezTo>
                    <a:pt x="159" y="338"/>
                    <a:pt x="205" y="305"/>
                    <a:pt x="215" y="257"/>
                  </a:cubicBezTo>
                  <a:cubicBezTo>
                    <a:pt x="216" y="252"/>
                    <a:pt x="217" y="246"/>
                    <a:pt x="217" y="241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05" y="49"/>
                    <a:pt x="159" y="82"/>
                    <a:pt x="100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9" name="Freeform 695">
              <a:extLst>
                <a:ext uri="{FF2B5EF4-FFF2-40B4-BE49-F238E27FC236}">
                  <a16:creationId xmlns:a16="http://schemas.microsoft.com/office/drawing/2014/main" id="{3462BC0F-6BB0-4829-9DD3-8BAAD42EC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290"/>
              <a:ext cx="266" cy="284"/>
            </a:xfrm>
            <a:custGeom>
              <a:avLst/>
              <a:gdLst>
                <a:gd name="T0" fmla="*/ 2511 w 73"/>
                <a:gd name="T1" fmla="*/ 241 h 73"/>
                <a:gd name="T2" fmla="*/ 3239 w 73"/>
                <a:gd name="T3" fmla="*/ 2241 h 73"/>
                <a:gd name="T4" fmla="*/ 1793 w 73"/>
                <a:gd name="T5" fmla="*/ 3770 h 73"/>
                <a:gd name="T6" fmla="*/ 1064 w 73"/>
                <a:gd name="T7" fmla="*/ 1712 h 73"/>
                <a:gd name="T8" fmla="*/ 2511 w 73"/>
                <a:gd name="T9" fmla="*/ 24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52" y="4"/>
                  </a:moveTo>
                  <a:cubicBezTo>
                    <a:pt x="68" y="8"/>
                    <a:pt x="71" y="25"/>
                    <a:pt x="67" y="38"/>
                  </a:cubicBezTo>
                  <a:cubicBezTo>
                    <a:pt x="61" y="56"/>
                    <a:pt x="73" y="73"/>
                    <a:pt x="37" y="64"/>
                  </a:cubicBezTo>
                  <a:cubicBezTo>
                    <a:pt x="0" y="55"/>
                    <a:pt x="19" y="46"/>
                    <a:pt x="22" y="29"/>
                  </a:cubicBezTo>
                  <a:cubicBezTo>
                    <a:pt x="25" y="9"/>
                    <a:pt x="37" y="0"/>
                    <a:pt x="52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0" name="Freeform 696">
              <a:extLst>
                <a:ext uri="{FF2B5EF4-FFF2-40B4-BE49-F238E27FC236}">
                  <a16:creationId xmlns:a16="http://schemas.microsoft.com/office/drawing/2014/main" id="{89E0B827-003C-4798-9D07-892DB57C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169"/>
              <a:ext cx="196" cy="195"/>
            </a:xfrm>
            <a:custGeom>
              <a:avLst/>
              <a:gdLst>
                <a:gd name="T0" fmla="*/ 1383 w 54"/>
                <a:gd name="T1" fmla="*/ 121 h 50"/>
                <a:gd name="T2" fmla="*/ 54 w 54"/>
                <a:gd name="T3" fmla="*/ 1537 h 50"/>
                <a:gd name="T4" fmla="*/ 91 w 54"/>
                <a:gd name="T5" fmla="*/ 2313 h 50"/>
                <a:gd name="T6" fmla="*/ 1053 w 54"/>
                <a:gd name="T7" fmla="*/ 2083 h 50"/>
                <a:gd name="T8" fmla="*/ 1764 w 54"/>
                <a:gd name="T9" fmla="*/ 2968 h 50"/>
                <a:gd name="T10" fmla="*/ 2254 w 54"/>
                <a:gd name="T11" fmla="*/ 2129 h 50"/>
                <a:gd name="T12" fmla="*/ 1383 w 54"/>
                <a:gd name="T13" fmla="*/ 12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50">
                  <a:moveTo>
                    <a:pt x="29" y="2"/>
                  </a:moveTo>
                  <a:cubicBezTo>
                    <a:pt x="15" y="0"/>
                    <a:pt x="4" y="7"/>
                    <a:pt x="1" y="26"/>
                  </a:cubicBezTo>
                  <a:cubicBezTo>
                    <a:pt x="0" y="31"/>
                    <a:pt x="0" y="35"/>
                    <a:pt x="2" y="39"/>
                  </a:cubicBezTo>
                  <a:cubicBezTo>
                    <a:pt x="7" y="35"/>
                    <a:pt x="14" y="33"/>
                    <a:pt x="22" y="35"/>
                  </a:cubicBezTo>
                  <a:cubicBezTo>
                    <a:pt x="30" y="37"/>
                    <a:pt x="35" y="43"/>
                    <a:pt x="37" y="50"/>
                  </a:cubicBezTo>
                  <a:cubicBezTo>
                    <a:pt x="42" y="46"/>
                    <a:pt x="45" y="42"/>
                    <a:pt x="47" y="36"/>
                  </a:cubicBezTo>
                  <a:cubicBezTo>
                    <a:pt x="54" y="17"/>
                    <a:pt x="46" y="4"/>
                    <a:pt x="29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1" name="Freeform 697">
              <a:extLst>
                <a:ext uri="{FF2B5EF4-FFF2-40B4-BE49-F238E27FC236}">
                  <a16:creationId xmlns:a16="http://schemas.microsoft.com/office/drawing/2014/main" id="{C95DDA5E-7270-4F78-853F-956AAC755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403"/>
              <a:ext cx="120" cy="132"/>
            </a:xfrm>
            <a:custGeom>
              <a:avLst/>
              <a:gdLst>
                <a:gd name="T0" fmla="*/ 1109 w 33"/>
                <a:gd name="T1" fmla="*/ 120 h 34"/>
                <a:gd name="T2" fmla="*/ 145 w 33"/>
                <a:gd name="T3" fmla="*/ 1056 h 34"/>
                <a:gd name="T4" fmla="*/ 1495 w 33"/>
                <a:gd name="T5" fmla="*/ 1464 h 34"/>
                <a:gd name="T6" fmla="*/ 1109 w 33"/>
                <a:gd name="T7" fmla="*/ 12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4">
                  <a:moveTo>
                    <a:pt x="23" y="2"/>
                  </a:moveTo>
                  <a:cubicBezTo>
                    <a:pt x="12" y="0"/>
                    <a:pt x="5" y="9"/>
                    <a:pt x="3" y="18"/>
                  </a:cubicBezTo>
                  <a:cubicBezTo>
                    <a:pt x="0" y="27"/>
                    <a:pt x="29" y="34"/>
                    <a:pt x="31" y="25"/>
                  </a:cubicBezTo>
                  <a:cubicBezTo>
                    <a:pt x="33" y="17"/>
                    <a:pt x="31" y="5"/>
                    <a:pt x="23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2" name="Freeform 698">
              <a:extLst>
                <a:ext uri="{FF2B5EF4-FFF2-40B4-BE49-F238E27FC236}">
                  <a16:creationId xmlns:a16="http://schemas.microsoft.com/office/drawing/2014/main" id="{DE3BDA6C-BFA9-4343-AE18-95C566A1C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390"/>
              <a:ext cx="182" cy="218"/>
            </a:xfrm>
            <a:custGeom>
              <a:avLst/>
              <a:gdLst>
                <a:gd name="T0" fmla="*/ 1350 w 50"/>
                <a:gd name="T1" fmla="*/ 2955 h 56"/>
                <a:gd name="T2" fmla="*/ 1827 w 50"/>
                <a:gd name="T3" fmla="*/ 2425 h 56"/>
                <a:gd name="T4" fmla="*/ 1827 w 50"/>
                <a:gd name="T5" fmla="*/ 1651 h 56"/>
                <a:gd name="T6" fmla="*/ 1259 w 50"/>
                <a:gd name="T7" fmla="*/ 1771 h 56"/>
                <a:gd name="T8" fmla="*/ 331 w 50"/>
                <a:gd name="T9" fmla="*/ 1939 h 56"/>
                <a:gd name="T10" fmla="*/ 291 w 50"/>
                <a:gd name="T11" fmla="*/ 529 h 56"/>
                <a:gd name="T12" fmla="*/ 728 w 50"/>
                <a:gd name="T13" fmla="*/ 0 h 56"/>
                <a:gd name="T14" fmla="*/ 914 w 50"/>
                <a:gd name="T15" fmla="*/ 350 h 56"/>
                <a:gd name="T16" fmla="*/ 531 w 50"/>
                <a:gd name="T17" fmla="*/ 775 h 56"/>
                <a:gd name="T18" fmla="*/ 531 w 50"/>
                <a:gd name="T19" fmla="*/ 1472 h 56"/>
                <a:gd name="T20" fmla="*/ 1114 w 50"/>
                <a:gd name="T21" fmla="*/ 1304 h 56"/>
                <a:gd name="T22" fmla="*/ 2078 w 50"/>
                <a:gd name="T23" fmla="*/ 1121 h 56"/>
                <a:gd name="T24" fmla="*/ 2078 w 50"/>
                <a:gd name="T25" fmla="*/ 2651 h 56"/>
                <a:gd name="T26" fmla="*/ 1536 w 50"/>
                <a:gd name="T27" fmla="*/ 3305 h 56"/>
                <a:gd name="T28" fmla="*/ 1350 w 50"/>
                <a:gd name="T29" fmla="*/ 2955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56">
                  <a:moveTo>
                    <a:pt x="28" y="50"/>
                  </a:moveTo>
                  <a:cubicBezTo>
                    <a:pt x="31" y="48"/>
                    <a:pt x="35" y="45"/>
                    <a:pt x="38" y="41"/>
                  </a:cubicBezTo>
                  <a:cubicBezTo>
                    <a:pt x="42" y="35"/>
                    <a:pt x="41" y="30"/>
                    <a:pt x="38" y="28"/>
                  </a:cubicBezTo>
                  <a:cubicBezTo>
                    <a:pt x="35" y="25"/>
                    <a:pt x="31" y="26"/>
                    <a:pt x="26" y="30"/>
                  </a:cubicBezTo>
                  <a:cubicBezTo>
                    <a:pt x="18" y="36"/>
                    <a:pt x="12" y="37"/>
                    <a:pt x="7" y="33"/>
                  </a:cubicBezTo>
                  <a:cubicBezTo>
                    <a:pt x="1" y="28"/>
                    <a:pt x="0" y="18"/>
                    <a:pt x="6" y="9"/>
                  </a:cubicBezTo>
                  <a:cubicBezTo>
                    <a:pt x="9" y="4"/>
                    <a:pt x="13" y="1"/>
                    <a:pt x="15" y="0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7" y="7"/>
                    <a:pt x="14" y="9"/>
                    <a:pt x="11" y="13"/>
                  </a:cubicBezTo>
                  <a:cubicBezTo>
                    <a:pt x="8" y="18"/>
                    <a:pt x="9" y="23"/>
                    <a:pt x="11" y="25"/>
                  </a:cubicBezTo>
                  <a:cubicBezTo>
                    <a:pt x="15" y="27"/>
                    <a:pt x="18" y="26"/>
                    <a:pt x="23" y="22"/>
                  </a:cubicBezTo>
                  <a:cubicBezTo>
                    <a:pt x="31" y="16"/>
                    <a:pt x="37" y="15"/>
                    <a:pt x="43" y="19"/>
                  </a:cubicBezTo>
                  <a:cubicBezTo>
                    <a:pt x="49" y="25"/>
                    <a:pt x="50" y="35"/>
                    <a:pt x="43" y="45"/>
                  </a:cubicBezTo>
                  <a:cubicBezTo>
                    <a:pt x="40" y="50"/>
                    <a:pt x="36" y="54"/>
                    <a:pt x="32" y="56"/>
                  </a:cubicBezTo>
                  <a:lnTo>
                    <a:pt x="28" y="50"/>
                  </a:lnTo>
                  <a:close/>
                </a:path>
              </a:pathLst>
            </a:custGeom>
            <a:solidFill>
              <a:srgbClr val="1A171B"/>
            </a:solidFill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23" name="Freeform 699">
              <a:extLst>
                <a:ext uri="{FF2B5EF4-FFF2-40B4-BE49-F238E27FC236}">
                  <a16:creationId xmlns:a16="http://schemas.microsoft.com/office/drawing/2014/main" id="{A707E5C3-C1AD-4857-89DB-2F650D19E3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99" y="3215"/>
              <a:ext cx="211" cy="237"/>
            </a:xfrm>
            <a:custGeom>
              <a:avLst/>
              <a:gdLst>
                <a:gd name="T0" fmla="*/ 2463 w 58"/>
                <a:gd name="T1" fmla="*/ 2762 h 61"/>
                <a:gd name="T2" fmla="*/ 822 w 58"/>
                <a:gd name="T3" fmla="*/ 3050 h 61"/>
                <a:gd name="T4" fmla="*/ 386 w 58"/>
                <a:gd name="T5" fmla="*/ 816 h 61"/>
                <a:gd name="T6" fmla="*/ 2026 w 58"/>
                <a:gd name="T7" fmla="*/ 591 h 61"/>
                <a:gd name="T8" fmla="*/ 2463 w 58"/>
                <a:gd name="T9" fmla="*/ 2762 h 61"/>
                <a:gd name="T10" fmla="*/ 2212 w 58"/>
                <a:gd name="T11" fmla="*/ 2522 h 61"/>
                <a:gd name="T12" fmla="*/ 1786 w 58"/>
                <a:gd name="T13" fmla="*/ 1057 h 61"/>
                <a:gd name="T14" fmla="*/ 622 w 58"/>
                <a:gd name="T15" fmla="*/ 1119 h 61"/>
                <a:gd name="T16" fmla="*/ 1004 w 58"/>
                <a:gd name="T17" fmla="*/ 2580 h 61"/>
                <a:gd name="T18" fmla="*/ 2212 w 58"/>
                <a:gd name="T19" fmla="*/ 252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51" y="47"/>
                  </a:moveTo>
                  <a:cubicBezTo>
                    <a:pt x="44" y="59"/>
                    <a:pt x="30" y="61"/>
                    <a:pt x="17" y="52"/>
                  </a:cubicBezTo>
                  <a:cubicBezTo>
                    <a:pt x="3" y="41"/>
                    <a:pt x="0" y="26"/>
                    <a:pt x="8" y="14"/>
                  </a:cubicBezTo>
                  <a:cubicBezTo>
                    <a:pt x="15" y="2"/>
                    <a:pt x="29" y="0"/>
                    <a:pt x="42" y="10"/>
                  </a:cubicBezTo>
                  <a:cubicBezTo>
                    <a:pt x="58" y="21"/>
                    <a:pt x="58" y="37"/>
                    <a:pt x="51" y="47"/>
                  </a:cubicBezTo>
                  <a:close/>
                  <a:moveTo>
                    <a:pt x="46" y="43"/>
                  </a:moveTo>
                  <a:cubicBezTo>
                    <a:pt x="50" y="35"/>
                    <a:pt x="47" y="25"/>
                    <a:pt x="37" y="18"/>
                  </a:cubicBezTo>
                  <a:cubicBezTo>
                    <a:pt x="30" y="12"/>
                    <a:pt x="19" y="9"/>
                    <a:pt x="13" y="19"/>
                  </a:cubicBezTo>
                  <a:cubicBezTo>
                    <a:pt x="8" y="28"/>
                    <a:pt x="13" y="38"/>
                    <a:pt x="21" y="44"/>
                  </a:cubicBezTo>
                  <a:cubicBezTo>
                    <a:pt x="31" y="50"/>
                    <a:pt x="41" y="50"/>
                    <a:pt x="46" y="43"/>
                  </a:cubicBezTo>
                  <a:close/>
                </a:path>
              </a:pathLst>
            </a:custGeom>
            <a:solidFill>
              <a:srgbClr val="1A171B"/>
            </a:solidFill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24" name="Freeform 700">
              <a:extLst>
                <a:ext uri="{FF2B5EF4-FFF2-40B4-BE49-F238E27FC236}">
                  <a16:creationId xmlns:a16="http://schemas.microsoft.com/office/drawing/2014/main" id="{3BB72938-DFE2-47CF-9CFC-CD04A00E19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01" y="2955"/>
              <a:ext cx="237" cy="311"/>
            </a:xfrm>
            <a:custGeom>
              <a:avLst/>
              <a:gdLst>
                <a:gd name="T0" fmla="*/ 241 w 65"/>
                <a:gd name="T1" fmla="*/ 0 h 80"/>
                <a:gd name="T2" fmla="*/ 2618 w 65"/>
                <a:gd name="T3" fmla="*/ 2177 h 80"/>
                <a:gd name="T4" fmla="*/ 3150 w 65"/>
                <a:gd name="T5" fmla="*/ 2585 h 80"/>
                <a:gd name="T6" fmla="*/ 2913 w 65"/>
                <a:gd name="T7" fmla="*/ 3052 h 80"/>
                <a:gd name="T8" fmla="*/ 2567 w 65"/>
                <a:gd name="T9" fmla="*/ 2764 h 80"/>
                <a:gd name="T10" fmla="*/ 2567 w 65"/>
                <a:gd name="T11" fmla="*/ 2764 h 80"/>
                <a:gd name="T12" fmla="*/ 2527 w 65"/>
                <a:gd name="T13" fmla="*/ 3930 h 80"/>
                <a:gd name="T14" fmla="*/ 919 w 65"/>
                <a:gd name="T15" fmla="*/ 4109 h 80"/>
                <a:gd name="T16" fmla="*/ 438 w 65"/>
                <a:gd name="T17" fmla="*/ 1994 h 80"/>
                <a:gd name="T18" fmla="*/ 1170 w 65"/>
                <a:gd name="T19" fmla="*/ 1528 h 80"/>
                <a:gd name="T20" fmla="*/ 1170 w 65"/>
                <a:gd name="T21" fmla="*/ 1528 h 80"/>
                <a:gd name="T22" fmla="*/ 0 w 65"/>
                <a:gd name="T23" fmla="*/ 408 h 80"/>
                <a:gd name="T24" fmla="*/ 241 w 65"/>
                <a:gd name="T25" fmla="*/ 0 h 80"/>
                <a:gd name="T26" fmla="*/ 1703 w 65"/>
                <a:gd name="T27" fmla="*/ 1994 h 80"/>
                <a:gd name="T28" fmla="*/ 1557 w 65"/>
                <a:gd name="T29" fmla="*/ 1874 h 80"/>
                <a:gd name="T30" fmla="*/ 769 w 65"/>
                <a:gd name="T31" fmla="*/ 2177 h 80"/>
                <a:gd name="T32" fmla="*/ 1170 w 65"/>
                <a:gd name="T33" fmla="*/ 3643 h 80"/>
                <a:gd name="T34" fmla="*/ 2272 w 65"/>
                <a:gd name="T35" fmla="*/ 3580 h 80"/>
                <a:gd name="T36" fmla="*/ 2180 w 65"/>
                <a:gd name="T37" fmla="*/ 2523 h 80"/>
                <a:gd name="T38" fmla="*/ 2035 w 65"/>
                <a:gd name="T39" fmla="*/ 2356 h 80"/>
                <a:gd name="T40" fmla="*/ 1703 w 65"/>
                <a:gd name="T41" fmla="*/ 1994 h 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" h="80">
                  <a:moveTo>
                    <a:pt x="5" y="0"/>
                  </a:moveTo>
                  <a:cubicBezTo>
                    <a:pt x="54" y="37"/>
                    <a:pt x="54" y="37"/>
                    <a:pt x="54" y="37"/>
                  </a:cubicBezTo>
                  <a:cubicBezTo>
                    <a:pt x="57" y="40"/>
                    <a:pt x="62" y="43"/>
                    <a:pt x="65" y="44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6" y="53"/>
                    <a:pt x="56" y="60"/>
                    <a:pt x="52" y="67"/>
                  </a:cubicBezTo>
                  <a:cubicBezTo>
                    <a:pt x="45" y="78"/>
                    <a:pt x="32" y="80"/>
                    <a:pt x="19" y="70"/>
                  </a:cubicBezTo>
                  <a:cubicBezTo>
                    <a:pt x="5" y="60"/>
                    <a:pt x="3" y="45"/>
                    <a:pt x="9" y="34"/>
                  </a:cubicBezTo>
                  <a:cubicBezTo>
                    <a:pt x="14" y="28"/>
                    <a:pt x="19" y="25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5" y="0"/>
                  </a:lnTo>
                  <a:close/>
                  <a:moveTo>
                    <a:pt x="35" y="34"/>
                  </a:moveTo>
                  <a:cubicBezTo>
                    <a:pt x="34" y="34"/>
                    <a:pt x="33" y="33"/>
                    <a:pt x="32" y="32"/>
                  </a:cubicBezTo>
                  <a:cubicBezTo>
                    <a:pt x="26" y="30"/>
                    <a:pt x="20" y="31"/>
                    <a:pt x="16" y="37"/>
                  </a:cubicBezTo>
                  <a:cubicBezTo>
                    <a:pt x="11" y="45"/>
                    <a:pt x="15" y="55"/>
                    <a:pt x="24" y="62"/>
                  </a:cubicBezTo>
                  <a:cubicBezTo>
                    <a:pt x="32" y="68"/>
                    <a:pt x="42" y="69"/>
                    <a:pt x="47" y="61"/>
                  </a:cubicBezTo>
                  <a:cubicBezTo>
                    <a:pt x="50" y="55"/>
                    <a:pt x="50" y="48"/>
                    <a:pt x="45" y="43"/>
                  </a:cubicBezTo>
                  <a:cubicBezTo>
                    <a:pt x="44" y="41"/>
                    <a:pt x="44" y="41"/>
                    <a:pt x="42" y="40"/>
                  </a:cubicBezTo>
                  <a:lnTo>
                    <a:pt x="35" y="34"/>
                  </a:lnTo>
                  <a:close/>
                </a:path>
              </a:pathLst>
            </a:custGeom>
            <a:solidFill>
              <a:srgbClr val="1A171B"/>
            </a:solidFill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25" name="Freeform 701">
              <a:extLst>
                <a:ext uri="{FF2B5EF4-FFF2-40B4-BE49-F238E27FC236}">
                  <a16:creationId xmlns:a16="http://schemas.microsoft.com/office/drawing/2014/main" id="{6EE2B55F-AF01-4B2E-B208-855A417519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21" y="2850"/>
              <a:ext cx="222" cy="221"/>
            </a:xfrm>
            <a:custGeom>
              <a:avLst/>
              <a:gdLst>
                <a:gd name="T0" fmla="*/ 2409 w 61"/>
                <a:gd name="T1" fmla="*/ 1279 h 57"/>
                <a:gd name="T2" fmla="*/ 2941 w 61"/>
                <a:gd name="T3" fmla="*/ 1683 h 57"/>
                <a:gd name="T4" fmla="*/ 2740 w 61"/>
                <a:gd name="T5" fmla="*/ 2043 h 57"/>
                <a:gd name="T6" fmla="*/ 2464 w 61"/>
                <a:gd name="T7" fmla="*/ 1865 h 57"/>
                <a:gd name="T8" fmla="*/ 2409 w 61"/>
                <a:gd name="T9" fmla="*/ 1865 h 57"/>
                <a:gd name="T10" fmla="*/ 2358 w 61"/>
                <a:gd name="T11" fmla="*/ 2857 h 57"/>
                <a:gd name="T12" fmla="*/ 1350 w 61"/>
                <a:gd name="T13" fmla="*/ 3036 h 57"/>
                <a:gd name="T14" fmla="*/ 1299 w 61"/>
                <a:gd name="T15" fmla="*/ 931 h 57"/>
                <a:gd name="T16" fmla="*/ 1259 w 61"/>
                <a:gd name="T17" fmla="*/ 931 h 57"/>
                <a:gd name="T18" fmla="*/ 477 w 61"/>
                <a:gd name="T19" fmla="*/ 1051 h 57"/>
                <a:gd name="T20" fmla="*/ 291 w 61"/>
                <a:gd name="T21" fmla="*/ 1745 h 57"/>
                <a:gd name="T22" fmla="*/ 0 w 61"/>
                <a:gd name="T23" fmla="*/ 1640 h 57"/>
                <a:gd name="T24" fmla="*/ 240 w 61"/>
                <a:gd name="T25" fmla="*/ 706 h 57"/>
                <a:gd name="T26" fmla="*/ 1590 w 61"/>
                <a:gd name="T27" fmla="*/ 585 h 57"/>
                <a:gd name="T28" fmla="*/ 2409 w 61"/>
                <a:gd name="T29" fmla="*/ 1279 h 57"/>
                <a:gd name="T30" fmla="*/ 1590 w 61"/>
                <a:gd name="T31" fmla="*/ 1171 h 57"/>
                <a:gd name="T32" fmla="*/ 1536 w 61"/>
                <a:gd name="T33" fmla="*/ 2571 h 57"/>
                <a:gd name="T34" fmla="*/ 2118 w 61"/>
                <a:gd name="T35" fmla="*/ 2509 h 57"/>
                <a:gd name="T36" fmla="*/ 2067 w 61"/>
                <a:gd name="T37" fmla="*/ 1640 h 57"/>
                <a:gd name="T38" fmla="*/ 1973 w 61"/>
                <a:gd name="T39" fmla="*/ 1520 h 57"/>
                <a:gd name="T40" fmla="*/ 1590 w 61"/>
                <a:gd name="T41" fmla="*/ 1171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1" h="57">
                  <a:moveTo>
                    <a:pt x="50" y="22"/>
                  </a:moveTo>
                  <a:cubicBezTo>
                    <a:pt x="54" y="25"/>
                    <a:pt x="58" y="27"/>
                    <a:pt x="61" y="29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2" y="37"/>
                    <a:pt x="53" y="43"/>
                    <a:pt x="49" y="49"/>
                  </a:cubicBezTo>
                  <a:cubicBezTo>
                    <a:pt x="43" y="57"/>
                    <a:pt x="34" y="57"/>
                    <a:pt x="28" y="52"/>
                  </a:cubicBezTo>
                  <a:cubicBezTo>
                    <a:pt x="17" y="44"/>
                    <a:pt x="17" y="32"/>
                    <a:pt x="27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3" y="13"/>
                    <a:pt x="15" y="9"/>
                    <a:pt x="10" y="18"/>
                  </a:cubicBezTo>
                  <a:cubicBezTo>
                    <a:pt x="7" y="21"/>
                    <a:pt x="6" y="26"/>
                    <a:pt x="6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3"/>
                    <a:pt x="1" y="17"/>
                    <a:pt x="5" y="12"/>
                  </a:cubicBezTo>
                  <a:cubicBezTo>
                    <a:pt x="13" y="0"/>
                    <a:pt x="24" y="4"/>
                    <a:pt x="33" y="10"/>
                  </a:cubicBezTo>
                  <a:lnTo>
                    <a:pt x="50" y="22"/>
                  </a:lnTo>
                  <a:close/>
                  <a:moveTo>
                    <a:pt x="33" y="20"/>
                  </a:moveTo>
                  <a:cubicBezTo>
                    <a:pt x="28" y="28"/>
                    <a:pt x="23" y="38"/>
                    <a:pt x="32" y="44"/>
                  </a:cubicBezTo>
                  <a:cubicBezTo>
                    <a:pt x="37" y="48"/>
                    <a:pt x="42" y="47"/>
                    <a:pt x="44" y="43"/>
                  </a:cubicBezTo>
                  <a:cubicBezTo>
                    <a:pt x="48" y="38"/>
                    <a:pt x="46" y="32"/>
                    <a:pt x="43" y="28"/>
                  </a:cubicBezTo>
                  <a:cubicBezTo>
                    <a:pt x="42" y="27"/>
                    <a:pt x="42" y="26"/>
                    <a:pt x="41" y="26"/>
                  </a:cubicBezTo>
                  <a:lnTo>
                    <a:pt x="33" y="20"/>
                  </a:lnTo>
                  <a:close/>
                </a:path>
              </a:pathLst>
            </a:custGeom>
            <a:solidFill>
              <a:srgbClr val="1A171B"/>
            </a:solidFill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2" name="glass-of-bubbly-sugary-drink">
            <a:extLst>
              <a:ext uri="{FF2B5EF4-FFF2-40B4-BE49-F238E27FC236}">
                <a16:creationId xmlns:a16="http://schemas.microsoft.com/office/drawing/2014/main" id="{18A6DB0A-20C6-4C02-8D0E-1A2855130621}"/>
              </a:ext>
            </a:extLst>
          </p:cNvPr>
          <p:cNvGrpSpPr>
            <a:grpSpLocks/>
          </p:cNvGrpSpPr>
          <p:nvPr/>
        </p:nvGrpSpPr>
        <p:grpSpPr bwMode="auto">
          <a:xfrm>
            <a:off x="5110163" y="1579563"/>
            <a:ext cx="2146300" cy="3992562"/>
            <a:chOff x="3158" y="1363"/>
            <a:chExt cx="1288" cy="2395"/>
          </a:xfrm>
        </p:grpSpPr>
        <p:grpSp>
          <p:nvGrpSpPr>
            <p:cNvPr id="32823" name="Group 703">
              <a:extLst>
                <a:ext uri="{FF2B5EF4-FFF2-40B4-BE49-F238E27FC236}">
                  <a16:creationId xmlns:a16="http://schemas.microsoft.com/office/drawing/2014/main" id="{05E7EF6E-D0EC-4260-9CEE-894FC3EFF3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" y="1363"/>
              <a:ext cx="1288" cy="2395"/>
              <a:chOff x="3158" y="1363"/>
              <a:chExt cx="1288" cy="2395"/>
            </a:xfrm>
          </p:grpSpPr>
          <p:sp>
            <p:nvSpPr>
              <p:cNvPr id="32984" name="Freeform 704">
                <a:extLst>
                  <a:ext uri="{FF2B5EF4-FFF2-40B4-BE49-F238E27FC236}">
                    <a16:creationId xmlns:a16="http://schemas.microsoft.com/office/drawing/2014/main" id="{30189315-17E7-49BA-B67E-1B77FA137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63"/>
                <a:ext cx="765" cy="1395"/>
              </a:xfrm>
              <a:custGeom>
                <a:avLst/>
                <a:gdLst>
                  <a:gd name="T0" fmla="*/ 5347 w 196"/>
                  <a:gd name="T1" fmla="*/ 5343 h 335"/>
                  <a:gd name="T2" fmla="*/ 839 w 196"/>
                  <a:gd name="T3" fmla="*/ 3036 h 335"/>
                  <a:gd name="T4" fmla="*/ 0 w 196"/>
                  <a:gd name="T5" fmla="*/ 729 h 335"/>
                  <a:gd name="T6" fmla="*/ 1311 w 196"/>
                  <a:gd name="T7" fmla="*/ 19926 h 335"/>
                  <a:gd name="T8" fmla="*/ 1311 w 196"/>
                  <a:gd name="T9" fmla="*/ 19926 h 335"/>
                  <a:gd name="T10" fmla="*/ 1963 w 196"/>
                  <a:gd name="T11" fmla="*/ 22387 h 335"/>
                  <a:gd name="T12" fmla="*/ 5468 w 196"/>
                  <a:gd name="T13" fmla="*/ 24190 h 335"/>
                  <a:gd name="T14" fmla="*/ 10343 w 196"/>
                  <a:gd name="T15" fmla="*/ 19992 h 335"/>
                  <a:gd name="T16" fmla="*/ 10406 w 196"/>
                  <a:gd name="T17" fmla="*/ 19143 h 335"/>
                  <a:gd name="T18" fmla="*/ 11655 w 196"/>
                  <a:gd name="T19" fmla="*/ 0 h 335"/>
                  <a:gd name="T20" fmla="*/ 11655 w 196"/>
                  <a:gd name="T21" fmla="*/ 0 h 335"/>
                  <a:gd name="T22" fmla="*/ 5347 w 196"/>
                  <a:gd name="T23" fmla="*/ 5343 h 3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6" h="335">
                    <a:moveTo>
                      <a:pt x="90" y="74"/>
                    </a:moveTo>
                    <a:cubicBezTo>
                      <a:pt x="59" y="74"/>
                      <a:pt x="30" y="62"/>
                      <a:pt x="14" y="42"/>
                    </a:cubicBezTo>
                    <a:cubicBezTo>
                      <a:pt x="7" y="33"/>
                      <a:pt x="2" y="22"/>
                      <a:pt x="0" y="10"/>
                    </a:cubicBezTo>
                    <a:cubicBezTo>
                      <a:pt x="22" y="276"/>
                      <a:pt x="22" y="276"/>
                      <a:pt x="22" y="276"/>
                    </a:cubicBezTo>
                    <a:cubicBezTo>
                      <a:pt x="22" y="276"/>
                      <a:pt x="22" y="276"/>
                      <a:pt x="22" y="276"/>
                    </a:cubicBezTo>
                    <a:cubicBezTo>
                      <a:pt x="22" y="287"/>
                      <a:pt x="26" y="301"/>
                      <a:pt x="33" y="310"/>
                    </a:cubicBezTo>
                    <a:cubicBezTo>
                      <a:pt x="46" y="325"/>
                      <a:pt x="68" y="335"/>
                      <a:pt x="92" y="335"/>
                    </a:cubicBezTo>
                    <a:cubicBezTo>
                      <a:pt x="134" y="335"/>
                      <a:pt x="166" y="312"/>
                      <a:pt x="174" y="277"/>
                    </a:cubicBezTo>
                    <a:cubicBezTo>
                      <a:pt x="175" y="273"/>
                      <a:pt x="175" y="269"/>
                      <a:pt x="175" y="265"/>
                    </a:cubicBezTo>
                    <a:cubicBezTo>
                      <a:pt x="196" y="0"/>
                      <a:pt x="196" y="0"/>
                      <a:pt x="196" y="0"/>
                    </a:cubicBezTo>
                    <a:cubicBezTo>
                      <a:pt x="196" y="0"/>
                      <a:pt x="196" y="0"/>
                      <a:pt x="196" y="0"/>
                    </a:cubicBezTo>
                    <a:cubicBezTo>
                      <a:pt x="186" y="45"/>
                      <a:pt x="144" y="74"/>
                      <a:pt x="90" y="74"/>
                    </a:cubicBezTo>
                    <a:close/>
                  </a:path>
                </a:pathLst>
              </a:custGeom>
              <a:solidFill>
                <a:srgbClr val="E5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5" name="Freeform 705">
                <a:extLst>
                  <a:ext uri="{FF2B5EF4-FFF2-40B4-BE49-F238E27FC236}">
                    <a16:creationId xmlns:a16="http://schemas.microsoft.com/office/drawing/2014/main" id="{CEA924D9-A0D3-4EDE-825E-C76F3B86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996"/>
                <a:ext cx="797" cy="675"/>
              </a:xfrm>
              <a:custGeom>
                <a:avLst/>
                <a:gdLst>
                  <a:gd name="T0" fmla="*/ 184 w 204"/>
                  <a:gd name="T1" fmla="*/ 5279 h 162"/>
                  <a:gd name="T2" fmla="*/ 1008 w 204"/>
                  <a:gd name="T3" fmla="*/ 9408 h 162"/>
                  <a:gd name="T4" fmla="*/ 5540 w 204"/>
                  <a:gd name="T5" fmla="*/ 11721 h 162"/>
                  <a:gd name="T6" fmla="*/ 11861 w 204"/>
                  <a:gd name="T7" fmla="*/ 6304 h 162"/>
                  <a:gd name="T8" fmla="*/ 11095 w 204"/>
                  <a:gd name="T9" fmla="*/ 2467 h 162"/>
                  <a:gd name="T10" fmla="*/ 6564 w 204"/>
                  <a:gd name="T11" fmla="*/ 0 h 162"/>
                  <a:gd name="T12" fmla="*/ 184 w 204"/>
                  <a:gd name="T13" fmla="*/ 5279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162">
                    <a:moveTo>
                      <a:pt x="3" y="73"/>
                    </a:moveTo>
                    <a:cubicBezTo>
                      <a:pt x="0" y="90"/>
                      <a:pt x="5" y="115"/>
                      <a:pt x="17" y="130"/>
                    </a:cubicBezTo>
                    <a:cubicBezTo>
                      <a:pt x="33" y="150"/>
                      <a:pt x="62" y="162"/>
                      <a:pt x="93" y="162"/>
                    </a:cubicBezTo>
                    <a:cubicBezTo>
                      <a:pt x="147" y="162"/>
                      <a:pt x="190" y="132"/>
                      <a:pt x="199" y="87"/>
                    </a:cubicBezTo>
                    <a:cubicBezTo>
                      <a:pt x="204" y="69"/>
                      <a:pt x="199" y="49"/>
                      <a:pt x="186" y="34"/>
                    </a:cubicBezTo>
                    <a:cubicBezTo>
                      <a:pt x="169" y="12"/>
                      <a:pt x="140" y="0"/>
                      <a:pt x="110" y="0"/>
                    </a:cubicBezTo>
                    <a:cubicBezTo>
                      <a:pt x="56" y="0"/>
                      <a:pt x="12" y="25"/>
                      <a:pt x="3" y="73"/>
                    </a:cubicBezTo>
                    <a:close/>
                  </a:path>
                </a:pathLst>
              </a:custGeom>
              <a:solidFill>
                <a:srgbClr val="E6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6" name="Freeform 706">
                <a:extLst>
                  <a:ext uri="{FF2B5EF4-FFF2-40B4-BE49-F238E27FC236}">
                    <a16:creationId xmlns:a16="http://schemas.microsoft.com/office/drawing/2014/main" id="{0BB60ECB-5966-4C99-99E7-89961490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413"/>
                <a:ext cx="316" cy="233"/>
              </a:xfrm>
              <a:custGeom>
                <a:avLst/>
                <a:gdLst>
                  <a:gd name="T0" fmla="*/ 2969 w 81"/>
                  <a:gd name="T1" fmla="*/ 2667 h 56"/>
                  <a:gd name="T2" fmla="*/ 0 w 81"/>
                  <a:gd name="T3" fmla="*/ 4032 h 56"/>
                  <a:gd name="T4" fmla="*/ 0 w 81"/>
                  <a:gd name="T5" fmla="*/ 4032 h 56"/>
                  <a:gd name="T6" fmla="*/ 3152 w 81"/>
                  <a:gd name="T7" fmla="*/ 2804 h 56"/>
                  <a:gd name="T8" fmla="*/ 4810 w 81"/>
                  <a:gd name="T9" fmla="*/ 0 h 56"/>
                  <a:gd name="T10" fmla="*/ 4810 w 81"/>
                  <a:gd name="T11" fmla="*/ 0 h 56"/>
                  <a:gd name="T12" fmla="*/ 2969 w 81"/>
                  <a:gd name="T13" fmla="*/ 266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56">
                    <a:moveTo>
                      <a:pt x="50" y="37"/>
                    </a:moveTo>
                    <a:cubicBezTo>
                      <a:pt x="36" y="47"/>
                      <a:pt x="19" y="54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18" y="56"/>
                      <a:pt x="38" y="49"/>
                      <a:pt x="53" y="39"/>
                    </a:cubicBezTo>
                    <a:cubicBezTo>
                      <a:pt x="67" y="30"/>
                      <a:pt x="77" y="15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5" y="15"/>
                      <a:pt x="64" y="28"/>
                      <a:pt x="5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7" name="Freeform 707">
                <a:extLst>
                  <a:ext uri="{FF2B5EF4-FFF2-40B4-BE49-F238E27FC236}">
                    <a16:creationId xmlns:a16="http://schemas.microsoft.com/office/drawing/2014/main" id="{4E64E892-7648-4626-93E9-E3A74B9D8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025"/>
                <a:ext cx="723" cy="613"/>
              </a:xfrm>
              <a:custGeom>
                <a:avLst/>
                <a:gdLst>
                  <a:gd name="T0" fmla="*/ 5972 w 185"/>
                  <a:gd name="T1" fmla="*/ 0 h 147"/>
                  <a:gd name="T2" fmla="*/ 10142 w 185"/>
                  <a:gd name="T3" fmla="*/ 2243 h 147"/>
                  <a:gd name="T4" fmla="*/ 10861 w 185"/>
                  <a:gd name="T5" fmla="*/ 5721 h 147"/>
                  <a:gd name="T6" fmla="*/ 4948 w 185"/>
                  <a:gd name="T7" fmla="*/ 10659 h 147"/>
                  <a:gd name="T8" fmla="*/ 778 w 185"/>
                  <a:gd name="T9" fmla="*/ 8557 h 147"/>
                  <a:gd name="T10" fmla="*/ 0 w 185"/>
                  <a:gd name="T11" fmla="*/ 5584 h 147"/>
                  <a:gd name="T12" fmla="*/ 63 w 185"/>
                  <a:gd name="T13" fmla="*/ 4850 h 147"/>
                  <a:gd name="T14" fmla="*/ 5972 w 185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5" h="147">
                    <a:moveTo>
                      <a:pt x="100" y="0"/>
                    </a:moveTo>
                    <a:cubicBezTo>
                      <a:pt x="128" y="0"/>
                      <a:pt x="154" y="12"/>
                      <a:pt x="170" y="31"/>
                    </a:cubicBezTo>
                    <a:cubicBezTo>
                      <a:pt x="181" y="45"/>
                      <a:pt x="185" y="62"/>
                      <a:pt x="182" y="79"/>
                    </a:cubicBezTo>
                    <a:cubicBezTo>
                      <a:pt x="173" y="120"/>
                      <a:pt x="133" y="147"/>
                      <a:pt x="83" y="147"/>
                    </a:cubicBezTo>
                    <a:cubicBezTo>
                      <a:pt x="55" y="147"/>
                      <a:pt x="28" y="136"/>
                      <a:pt x="13" y="118"/>
                    </a:cubicBezTo>
                    <a:cubicBezTo>
                      <a:pt x="4" y="107"/>
                      <a:pt x="0" y="91"/>
                      <a:pt x="0" y="77"/>
                    </a:cubicBezTo>
                    <a:cubicBezTo>
                      <a:pt x="0" y="74"/>
                      <a:pt x="0" y="70"/>
                      <a:pt x="1" y="67"/>
                    </a:cubicBezTo>
                    <a:cubicBezTo>
                      <a:pt x="9" y="26"/>
                      <a:pt x="47" y="0"/>
                      <a:pt x="100" y="0"/>
                    </a:cubicBezTo>
                    <a:close/>
                  </a:path>
                </a:pathLst>
              </a:custGeom>
              <a:solidFill>
                <a:srgbClr val="C6E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8" name="Freeform 708">
                <a:extLst>
                  <a:ext uri="{FF2B5EF4-FFF2-40B4-BE49-F238E27FC236}">
                    <a16:creationId xmlns:a16="http://schemas.microsoft.com/office/drawing/2014/main" id="{D1DFB0D8-BD09-4967-B95F-0FFE89023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346"/>
                <a:ext cx="609" cy="292"/>
              </a:xfrm>
              <a:custGeom>
                <a:avLst/>
                <a:gdLst>
                  <a:gd name="T0" fmla="*/ 4220 w 156"/>
                  <a:gd name="T1" fmla="*/ 5081 h 70"/>
                  <a:gd name="T2" fmla="*/ 9279 w 156"/>
                  <a:gd name="T3" fmla="*/ 2244 h 70"/>
                  <a:gd name="T4" fmla="*/ 9279 w 156"/>
                  <a:gd name="T5" fmla="*/ 2244 h 70"/>
                  <a:gd name="T6" fmla="*/ 5180 w 156"/>
                  <a:gd name="T7" fmla="*/ 0 h 70"/>
                  <a:gd name="T8" fmla="*/ 0 w 156"/>
                  <a:gd name="T9" fmla="*/ 2907 h 70"/>
                  <a:gd name="T10" fmla="*/ 62 w 156"/>
                  <a:gd name="T11" fmla="*/ 2974 h 70"/>
                  <a:gd name="T12" fmla="*/ 4220 w 156"/>
                  <a:gd name="T13" fmla="*/ 5081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70">
                    <a:moveTo>
                      <a:pt x="71" y="70"/>
                    </a:moveTo>
                    <a:cubicBezTo>
                      <a:pt x="108" y="70"/>
                      <a:pt x="139" y="56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41" y="12"/>
                      <a:pt x="115" y="0"/>
                      <a:pt x="87" y="0"/>
                    </a:cubicBezTo>
                    <a:cubicBezTo>
                      <a:pt x="49" y="0"/>
                      <a:pt x="17" y="14"/>
                      <a:pt x="0" y="40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16" y="59"/>
                      <a:pt x="43" y="70"/>
                      <a:pt x="71" y="70"/>
                    </a:cubicBezTo>
                    <a:close/>
                  </a:path>
                </a:pathLst>
              </a:cu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9" name="Freeform 709">
                <a:extLst>
                  <a:ext uri="{FF2B5EF4-FFF2-40B4-BE49-F238E27FC236}">
                    <a16:creationId xmlns:a16="http://schemas.microsoft.com/office/drawing/2014/main" id="{289E3414-5A35-4A30-A948-D81527F07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504"/>
                <a:ext cx="723" cy="463"/>
              </a:xfrm>
              <a:custGeom>
                <a:avLst/>
                <a:gdLst>
                  <a:gd name="T0" fmla="*/ 5069 w 185"/>
                  <a:gd name="T1" fmla="*/ 8055 h 111"/>
                  <a:gd name="T2" fmla="*/ 10861 w 185"/>
                  <a:gd name="T3" fmla="*/ 3045 h 111"/>
                  <a:gd name="T4" fmla="*/ 10388 w 185"/>
                  <a:gd name="T5" fmla="*/ 0 h 111"/>
                  <a:gd name="T6" fmla="*/ 5010 w 185"/>
                  <a:gd name="T7" fmla="*/ 2907 h 111"/>
                  <a:gd name="T8" fmla="*/ 535 w 185"/>
                  <a:gd name="T9" fmla="*/ 730 h 111"/>
                  <a:gd name="T10" fmla="*/ 184 w 185"/>
                  <a:gd name="T11" fmla="*/ 2106 h 111"/>
                  <a:gd name="T12" fmla="*/ 903 w 185"/>
                  <a:gd name="T13" fmla="*/ 5881 h 111"/>
                  <a:gd name="T14" fmla="*/ 5069 w 185"/>
                  <a:gd name="T15" fmla="*/ 8055 h 1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5" h="111">
                    <a:moveTo>
                      <a:pt x="85" y="111"/>
                    </a:moveTo>
                    <a:cubicBezTo>
                      <a:pt x="134" y="111"/>
                      <a:pt x="173" y="83"/>
                      <a:pt x="182" y="42"/>
                    </a:cubicBezTo>
                    <a:cubicBezTo>
                      <a:pt x="185" y="28"/>
                      <a:pt x="182" y="13"/>
                      <a:pt x="174" y="0"/>
                    </a:cubicBezTo>
                    <a:cubicBezTo>
                      <a:pt x="155" y="25"/>
                      <a:pt x="123" y="40"/>
                      <a:pt x="84" y="40"/>
                    </a:cubicBezTo>
                    <a:cubicBezTo>
                      <a:pt x="54" y="40"/>
                      <a:pt x="26" y="29"/>
                      <a:pt x="9" y="10"/>
                    </a:cubicBezTo>
                    <a:cubicBezTo>
                      <a:pt x="6" y="16"/>
                      <a:pt x="4" y="22"/>
                      <a:pt x="3" y="29"/>
                    </a:cubicBezTo>
                    <a:cubicBezTo>
                      <a:pt x="0" y="45"/>
                      <a:pt x="4" y="68"/>
                      <a:pt x="15" y="81"/>
                    </a:cubicBezTo>
                    <a:cubicBezTo>
                      <a:pt x="31" y="99"/>
                      <a:pt x="57" y="111"/>
                      <a:pt x="85" y="111"/>
                    </a:cubicBezTo>
                    <a:close/>
                  </a:path>
                </a:pathLst>
              </a:custGeom>
              <a:solidFill>
                <a:srgbClr val="F4D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0" name="Freeform 710">
                <a:extLst>
                  <a:ext uri="{FF2B5EF4-FFF2-40B4-BE49-F238E27FC236}">
                    <a16:creationId xmlns:a16="http://schemas.microsoft.com/office/drawing/2014/main" id="{BA8731AA-0E70-409C-A6B9-A343D3225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683"/>
                <a:ext cx="711" cy="1075"/>
              </a:xfrm>
              <a:custGeom>
                <a:avLst/>
                <a:gdLst>
                  <a:gd name="T0" fmla="*/ 10790 w 182"/>
                  <a:gd name="T1" fmla="*/ 0 h 258"/>
                  <a:gd name="T2" fmla="*/ 5004 w 182"/>
                  <a:gd name="T3" fmla="*/ 4913 h 258"/>
                  <a:gd name="T4" fmla="*/ 840 w 182"/>
                  <a:gd name="T5" fmla="*/ 2742 h 258"/>
                  <a:gd name="T6" fmla="*/ 63 w 182"/>
                  <a:gd name="T7" fmla="*/ 0 h 258"/>
                  <a:gd name="T8" fmla="*/ 0 w 182"/>
                  <a:gd name="T9" fmla="*/ 0 h 258"/>
                  <a:gd name="T10" fmla="*/ 899 w 182"/>
                  <a:gd name="T11" fmla="*/ 14392 h 258"/>
                  <a:gd name="T12" fmla="*/ 899 w 182"/>
                  <a:gd name="T13" fmla="*/ 14392 h 258"/>
                  <a:gd name="T14" fmla="*/ 1555 w 182"/>
                  <a:gd name="T15" fmla="*/ 16858 h 258"/>
                  <a:gd name="T16" fmla="*/ 5067 w 182"/>
                  <a:gd name="T17" fmla="*/ 18663 h 258"/>
                  <a:gd name="T18" fmla="*/ 9950 w 182"/>
                  <a:gd name="T19" fmla="*/ 14463 h 258"/>
                  <a:gd name="T20" fmla="*/ 10013 w 182"/>
                  <a:gd name="T21" fmla="*/ 13596 h 258"/>
                  <a:gd name="T22" fmla="*/ 10853 w 182"/>
                  <a:gd name="T23" fmla="*/ 0 h 258"/>
                  <a:gd name="T24" fmla="*/ 10790 w 182"/>
                  <a:gd name="T25" fmla="*/ 0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2" h="258">
                    <a:moveTo>
                      <a:pt x="181" y="0"/>
                    </a:moveTo>
                    <a:cubicBezTo>
                      <a:pt x="172" y="40"/>
                      <a:pt x="133" y="68"/>
                      <a:pt x="84" y="68"/>
                    </a:cubicBezTo>
                    <a:cubicBezTo>
                      <a:pt x="56" y="68"/>
                      <a:pt x="30" y="56"/>
                      <a:pt x="14" y="38"/>
                    </a:cubicBezTo>
                    <a:cubicBezTo>
                      <a:pt x="6" y="28"/>
                      <a:pt x="2" y="1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15" y="210"/>
                      <a:pt x="19" y="224"/>
                      <a:pt x="26" y="233"/>
                    </a:cubicBezTo>
                    <a:cubicBezTo>
                      <a:pt x="39" y="248"/>
                      <a:pt x="61" y="258"/>
                      <a:pt x="85" y="258"/>
                    </a:cubicBezTo>
                    <a:cubicBezTo>
                      <a:pt x="127" y="258"/>
                      <a:pt x="159" y="235"/>
                      <a:pt x="167" y="200"/>
                    </a:cubicBezTo>
                    <a:cubicBezTo>
                      <a:pt x="168" y="196"/>
                      <a:pt x="168" y="192"/>
                      <a:pt x="168" y="188"/>
                    </a:cubicBezTo>
                    <a:cubicBezTo>
                      <a:pt x="182" y="0"/>
                      <a:pt x="182" y="0"/>
                      <a:pt x="182" y="0"/>
                    </a:cubicBez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FFD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1" name="Freeform 711">
                <a:extLst>
                  <a:ext uri="{FF2B5EF4-FFF2-40B4-BE49-F238E27FC236}">
                    <a16:creationId xmlns:a16="http://schemas.microsoft.com/office/drawing/2014/main" id="{C8642246-7229-4386-A5A4-3883D7843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233"/>
                <a:ext cx="613" cy="525"/>
              </a:xfrm>
              <a:custGeom>
                <a:avLst/>
                <a:gdLst>
                  <a:gd name="T0" fmla="*/ 121 w 157"/>
                  <a:gd name="T1" fmla="*/ 4200 h 126"/>
                  <a:gd name="T2" fmla="*/ 777 w 157"/>
                  <a:gd name="T3" fmla="*/ 7308 h 126"/>
                  <a:gd name="T4" fmla="*/ 4283 w 157"/>
                  <a:gd name="T5" fmla="*/ 9117 h 126"/>
                  <a:gd name="T6" fmla="*/ 9164 w 157"/>
                  <a:gd name="T7" fmla="*/ 4913 h 126"/>
                  <a:gd name="T8" fmla="*/ 8508 w 157"/>
                  <a:gd name="T9" fmla="*/ 1875 h 126"/>
                  <a:gd name="T10" fmla="*/ 5060 w 157"/>
                  <a:gd name="T11" fmla="*/ 0 h 126"/>
                  <a:gd name="T12" fmla="*/ 121 w 157"/>
                  <a:gd name="T13" fmla="*/ 4200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26">
                    <a:moveTo>
                      <a:pt x="2" y="58"/>
                    </a:moveTo>
                    <a:cubicBezTo>
                      <a:pt x="0" y="72"/>
                      <a:pt x="3" y="90"/>
                      <a:pt x="13" y="101"/>
                    </a:cubicBezTo>
                    <a:cubicBezTo>
                      <a:pt x="26" y="116"/>
                      <a:pt x="48" y="126"/>
                      <a:pt x="72" y="126"/>
                    </a:cubicBezTo>
                    <a:cubicBezTo>
                      <a:pt x="113" y="126"/>
                      <a:pt x="146" y="103"/>
                      <a:pt x="154" y="68"/>
                    </a:cubicBezTo>
                    <a:cubicBezTo>
                      <a:pt x="157" y="54"/>
                      <a:pt x="153" y="39"/>
                      <a:pt x="143" y="26"/>
                    </a:cubicBezTo>
                    <a:cubicBezTo>
                      <a:pt x="130" y="10"/>
                      <a:pt x="108" y="0"/>
                      <a:pt x="85" y="0"/>
                    </a:cubicBezTo>
                    <a:cubicBezTo>
                      <a:pt x="43" y="0"/>
                      <a:pt x="9" y="22"/>
                      <a:pt x="2" y="58"/>
                    </a:cubicBezTo>
                    <a:close/>
                  </a:path>
                </a:pathLst>
              </a:custGeom>
              <a:solidFill>
                <a:srgbClr val="FFED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2" name="Freeform 712">
                <a:extLst>
                  <a:ext uri="{FF2B5EF4-FFF2-40B4-BE49-F238E27FC236}">
                    <a16:creationId xmlns:a16="http://schemas.microsoft.com/office/drawing/2014/main" id="{F9F1A5E3-87DF-43A9-B6C5-DD3556365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3254"/>
                <a:ext cx="570" cy="483"/>
              </a:xfrm>
              <a:custGeom>
                <a:avLst/>
                <a:gdLst>
                  <a:gd name="T0" fmla="*/ 183 w 146"/>
                  <a:gd name="T1" fmla="*/ 3901 h 116"/>
                  <a:gd name="T2" fmla="*/ 714 w 146"/>
                  <a:gd name="T3" fmla="*/ 6708 h 116"/>
                  <a:gd name="T4" fmla="*/ 3994 w 146"/>
                  <a:gd name="T5" fmla="*/ 8373 h 116"/>
                  <a:gd name="T6" fmla="*/ 8503 w 146"/>
                  <a:gd name="T7" fmla="*/ 4543 h 116"/>
                  <a:gd name="T8" fmla="*/ 7910 w 146"/>
                  <a:gd name="T9" fmla="*/ 1732 h 116"/>
                  <a:gd name="T10" fmla="*/ 4693 w 146"/>
                  <a:gd name="T11" fmla="*/ 0 h 116"/>
                  <a:gd name="T12" fmla="*/ 183 w 146"/>
                  <a:gd name="T13" fmla="*/ 3901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16">
                    <a:moveTo>
                      <a:pt x="3" y="54"/>
                    </a:moveTo>
                    <a:cubicBezTo>
                      <a:pt x="0" y="66"/>
                      <a:pt x="4" y="83"/>
                      <a:pt x="12" y="93"/>
                    </a:cubicBezTo>
                    <a:cubicBezTo>
                      <a:pt x="24" y="107"/>
                      <a:pt x="45" y="116"/>
                      <a:pt x="67" y="116"/>
                    </a:cubicBezTo>
                    <a:cubicBezTo>
                      <a:pt x="106" y="116"/>
                      <a:pt x="136" y="95"/>
                      <a:pt x="143" y="63"/>
                    </a:cubicBezTo>
                    <a:cubicBezTo>
                      <a:pt x="146" y="49"/>
                      <a:pt x="142" y="36"/>
                      <a:pt x="133" y="24"/>
                    </a:cubicBezTo>
                    <a:cubicBezTo>
                      <a:pt x="121" y="9"/>
                      <a:pt x="101" y="0"/>
                      <a:pt x="79" y="0"/>
                    </a:cubicBezTo>
                    <a:cubicBezTo>
                      <a:pt x="40" y="0"/>
                      <a:pt x="9" y="20"/>
                      <a:pt x="3" y="54"/>
                    </a:cubicBezTo>
                    <a:close/>
                  </a:path>
                </a:pathLst>
              </a:custGeom>
              <a:solidFill>
                <a:srgbClr val="FFD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3" name="Freeform 713">
                <a:extLst>
                  <a:ext uri="{FF2B5EF4-FFF2-40B4-BE49-F238E27FC236}">
                    <a16:creationId xmlns:a16="http://schemas.microsoft.com/office/drawing/2014/main" id="{506A4E68-63E1-4591-AE48-31297231C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217"/>
                <a:ext cx="370" cy="237"/>
              </a:xfrm>
              <a:custGeom>
                <a:avLst/>
                <a:gdLst>
                  <a:gd name="T0" fmla="*/ 0 w 95"/>
                  <a:gd name="T1" fmla="*/ 1938 h 57"/>
                  <a:gd name="T2" fmla="*/ 4491 w 95"/>
                  <a:gd name="T3" fmla="*/ 4096 h 57"/>
                  <a:gd name="T4" fmla="*/ 4779 w 95"/>
                  <a:gd name="T5" fmla="*/ 0 h 57"/>
                  <a:gd name="T6" fmla="*/ 3778 w 95"/>
                  <a:gd name="T7" fmla="*/ 2091 h 57"/>
                  <a:gd name="T8" fmla="*/ 0 w 95"/>
                  <a:gd name="T9" fmla="*/ 193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57">
                    <a:moveTo>
                      <a:pt x="0" y="27"/>
                    </a:moveTo>
                    <a:cubicBezTo>
                      <a:pt x="18" y="27"/>
                      <a:pt x="58" y="30"/>
                      <a:pt x="76" y="57"/>
                    </a:cubicBezTo>
                    <a:cubicBezTo>
                      <a:pt x="80" y="45"/>
                      <a:pt x="95" y="23"/>
                      <a:pt x="81" y="0"/>
                    </a:cubicBezTo>
                    <a:cubicBezTo>
                      <a:pt x="82" y="13"/>
                      <a:pt x="80" y="29"/>
                      <a:pt x="64" y="29"/>
                    </a:cubicBezTo>
                    <a:cubicBezTo>
                      <a:pt x="48" y="30"/>
                      <a:pt x="24" y="22"/>
                      <a:pt x="0" y="27"/>
                    </a:cubicBezTo>
                    <a:close/>
                  </a:path>
                </a:pathLst>
              </a:custGeom>
              <a:solidFill>
                <a:srgbClr val="ABD2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4" name="Freeform 714">
                <a:extLst>
                  <a:ext uri="{FF2B5EF4-FFF2-40B4-BE49-F238E27FC236}">
                    <a16:creationId xmlns:a16="http://schemas.microsoft.com/office/drawing/2014/main" id="{1521A40D-A5AE-4628-AEC6-3CC682997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067"/>
                <a:ext cx="285" cy="421"/>
              </a:xfrm>
              <a:custGeom>
                <a:avLst/>
                <a:gdLst>
                  <a:gd name="T0" fmla="*/ 4345 w 73"/>
                  <a:gd name="T1" fmla="*/ 0 h 101"/>
                  <a:gd name="T2" fmla="*/ 1601 w 73"/>
                  <a:gd name="T3" fmla="*/ 7245 h 101"/>
                  <a:gd name="T4" fmla="*/ 1722 w 73"/>
                  <a:gd name="T5" fmla="*/ 7245 h 101"/>
                  <a:gd name="T6" fmla="*/ 2561 w 73"/>
                  <a:gd name="T7" fmla="*/ 6219 h 101"/>
                  <a:gd name="T8" fmla="*/ 1663 w 73"/>
                  <a:gd name="T9" fmla="*/ 6378 h 101"/>
                  <a:gd name="T10" fmla="*/ 4345 w 73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01">
                    <a:moveTo>
                      <a:pt x="73" y="0"/>
                    </a:moveTo>
                    <a:cubicBezTo>
                      <a:pt x="47" y="9"/>
                      <a:pt x="0" y="46"/>
                      <a:pt x="27" y="100"/>
                    </a:cubicBezTo>
                    <a:cubicBezTo>
                      <a:pt x="27" y="101"/>
                      <a:pt x="29" y="101"/>
                      <a:pt x="29" y="100"/>
                    </a:cubicBezTo>
                    <a:cubicBezTo>
                      <a:pt x="32" y="96"/>
                      <a:pt x="38" y="90"/>
                      <a:pt x="43" y="86"/>
                    </a:cubicBezTo>
                    <a:cubicBezTo>
                      <a:pt x="34" y="92"/>
                      <a:pt x="30" y="95"/>
                      <a:pt x="28" y="88"/>
                    </a:cubicBezTo>
                    <a:cubicBezTo>
                      <a:pt x="26" y="81"/>
                      <a:pt x="11" y="31"/>
                      <a:pt x="73" y="0"/>
                    </a:cubicBezTo>
                    <a:close/>
                  </a:path>
                </a:pathLst>
              </a:custGeom>
              <a:solidFill>
                <a:srgbClr val="ABD2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5" name="Freeform 715">
                <a:extLst>
                  <a:ext uri="{FF2B5EF4-FFF2-40B4-BE49-F238E27FC236}">
                    <a16:creationId xmlns:a16="http://schemas.microsoft.com/office/drawing/2014/main" id="{9C2691D2-369A-4746-8E06-8B7BD900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667"/>
                <a:ext cx="59" cy="41"/>
              </a:xfrm>
              <a:custGeom>
                <a:avLst/>
                <a:gdLst>
                  <a:gd name="T0" fmla="*/ 63 w 15"/>
                  <a:gd name="T1" fmla="*/ 0 h 10"/>
                  <a:gd name="T2" fmla="*/ 0 w 15"/>
                  <a:gd name="T3" fmla="*/ 201 h 10"/>
                  <a:gd name="T4" fmla="*/ 480 w 15"/>
                  <a:gd name="T5" fmla="*/ 689 h 10"/>
                  <a:gd name="T6" fmla="*/ 913 w 15"/>
                  <a:gd name="T7" fmla="*/ 201 h 10"/>
                  <a:gd name="T8" fmla="*/ 913 w 15"/>
                  <a:gd name="T9" fmla="*/ 66 h 10"/>
                  <a:gd name="T10" fmla="*/ 63 w 1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7"/>
                      <a:pt x="4" y="10"/>
                      <a:pt x="8" y="10"/>
                    </a:cubicBezTo>
                    <a:cubicBezTo>
                      <a:pt x="12" y="10"/>
                      <a:pt x="15" y="7"/>
                      <a:pt x="15" y="3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0" y="1"/>
                      <a:pt x="6" y="1"/>
                      <a:pt x="1" y="0"/>
                    </a:cubicBezTo>
                    <a:close/>
                  </a:path>
                </a:pathLst>
              </a:cu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6" name="Freeform 716">
                <a:extLst>
                  <a:ext uri="{FF2B5EF4-FFF2-40B4-BE49-F238E27FC236}">
                    <a16:creationId xmlns:a16="http://schemas.microsoft.com/office/drawing/2014/main" id="{73CE99A1-A9FB-4A45-BEEA-DDDD8BAB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671"/>
                <a:ext cx="43" cy="33"/>
              </a:xfrm>
              <a:custGeom>
                <a:avLst/>
                <a:gdLst>
                  <a:gd name="T0" fmla="*/ 536 w 11"/>
                  <a:gd name="T1" fmla="*/ 0 h 8"/>
                  <a:gd name="T2" fmla="*/ 536 w 11"/>
                  <a:gd name="T3" fmla="*/ 0 h 8"/>
                  <a:gd name="T4" fmla="*/ 184 w 11"/>
                  <a:gd name="T5" fmla="*/ 425 h 8"/>
                  <a:gd name="T6" fmla="*/ 0 w 11"/>
                  <a:gd name="T7" fmla="*/ 359 h 8"/>
                  <a:gd name="T8" fmla="*/ 305 w 11"/>
                  <a:gd name="T9" fmla="*/ 561 h 8"/>
                  <a:gd name="T10" fmla="*/ 657 w 11"/>
                  <a:gd name="T11" fmla="*/ 136 h 8"/>
                  <a:gd name="T12" fmla="*/ 657 w 11"/>
                  <a:gd name="T13" fmla="*/ 0 h 8"/>
                  <a:gd name="T14" fmla="*/ 536 w 11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3"/>
                      <a:pt x="6" y="6"/>
                      <a:pt x="3" y="6"/>
                    </a:cubicBezTo>
                    <a:cubicBezTo>
                      <a:pt x="2" y="6"/>
                      <a:pt x="1" y="6"/>
                      <a:pt x="0" y="5"/>
                    </a:cubicBezTo>
                    <a:cubicBezTo>
                      <a:pt x="1" y="7"/>
                      <a:pt x="3" y="8"/>
                      <a:pt x="5" y="8"/>
                    </a:cubicBezTo>
                    <a:cubicBezTo>
                      <a:pt x="8" y="8"/>
                      <a:pt x="11" y="5"/>
                      <a:pt x="11" y="2"/>
                    </a:cubicBezTo>
                    <a:cubicBezTo>
                      <a:pt x="11" y="1"/>
                      <a:pt x="11" y="1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7" name="Oval 717">
                <a:extLst>
                  <a:ext uri="{FF2B5EF4-FFF2-40B4-BE49-F238E27FC236}">
                    <a16:creationId xmlns:a16="http://schemas.microsoft.com/office/drawing/2014/main" id="{72263DB6-F9AF-4DCD-855E-A93BAD147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266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98" name="Freeform 718">
                <a:extLst>
                  <a:ext uri="{FF2B5EF4-FFF2-40B4-BE49-F238E27FC236}">
                    <a16:creationId xmlns:a16="http://schemas.microsoft.com/office/drawing/2014/main" id="{F60FF070-E65C-410D-BF1D-B32CC977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129"/>
                <a:ext cx="62" cy="238"/>
              </a:xfrm>
              <a:custGeom>
                <a:avLst/>
                <a:gdLst>
                  <a:gd name="T0" fmla="*/ 62 w 62"/>
                  <a:gd name="T1" fmla="*/ 30 h 238"/>
                  <a:gd name="T2" fmla="*/ 35 w 62"/>
                  <a:gd name="T3" fmla="*/ 238 h 238"/>
                  <a:gd name="T4" fmla="*/ 0 w 62"/>
                  <a:gd name="T5" fmla="*/ 234 h 238"/>
                  <a:gd name="T6" fmla="*/ 35 w 62"/>
                  <a:gd name="T7" fmla="*/ 0 h 238"/>
                  <a:gd name="T8" fmla="*/ 62 w 62"/>
                  <a:gd name="T9" fmla="*/ 30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38">
                    <a:moveTo>
                      <a:pt x="62" y="30"/>
                    </a:moveTo>
                    <a:lnTo>
                      <a:pt x="35" y="238"/>
                    </a:lnTo>
                    <a:lnTo>
                      <a:pt x="0" y="234"/>
                    </a:lnTo>
                    <a:lnTo>
                      <a:pt x="35" y="0"/>
                    </a:lnTo>
                    <a:lnTo>
                      <a:pt x="62" y="30"/>
                    </a:lnTo>
                    <a:close/>
                  </a:path>
                </a:pathLst>
              </a:custGeom>
              <a:solidFill>
                <a:srgbClr val="ABD2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9" name="Freeform 719">
                <a:extLst>
                  <a:ext uri="{FF2B5EF4-FFF2-40B4-BE49-F238E27FC236}">
                    <a16:creationId xmlns:a16="http://schemas.microsoft.com/office/drawing/2014/main" id="{4C6F0E72-2ED8-4E2F-A2D2-DC4FF4D47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129"/>
                <a:ext cx="62" cy="238"/>
              </a:xfrm>
              <a:custGeom>
                <a:avLst/>
                <a:gdLst>
                  <a:gd name="T0" fmla="*/ 62 w 62"/>
                  <a:gd name="T1" fmla="*/ 30 h 238"/>
                  <a:gd name="T2" fmla="*/ 35 w 62"/>
                  <a:gd name="T3" fmla="*/ 238 h 238"/>
                  <a:gd name="T4" fmla="*/ 0 w 62"/>
                  <a:gd name="T5" fmla="*/ 234 h 238"/>
                  <a:gd name="T6" fmla="*/ 35 w 62"/>
                  <a:gd name="T7" fmla="*/ 0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238">
                    <a:moveTo>
                      <a:pt x="62" y="30"/>
                    </a:moveTo>
                    <a:lnTo>
                      <a:pt x="35" y="238"/>
                    </a:lnTo>
                    <a:lnTo>
                      <a:pt x="0" y="234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0" name="Freeform 720">
                <a:extLst>
                  <a:ext uri="{FF2B5EF4-FFF2-40B4-BE49-F238E27FC236}">
                    <a16:creationId xmlns:a16="http://schemas.microsoft.com/office/drawing/2014/main" id="{37E062E2-B879-4CFD-9949-7CF6E18EA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400"/>
                <a:ext cx="106" cy="229"/>
              </a:xfrm>
              <a:custGeom>
                <a:avLst/>
                <a:gdLst>
                  <a:gd name="T0" fmla="*/ 247 w 27"/>
                  <a:gd name="T1" fmla="*/ 2965 h 55"/>
                  <a:gd name="T2" fmla="*/ 1386 w 27"/>
                  <a:gd name="T3" fmla="*/ 2669 h 55"/>
                  <a:gd name="T4" fmla="*/ 1217 w 27"/>
                  <a:gd name="T5" fmla="*/ 1507 h 55"/>
                  <a:gd name="T6" fmla="*/ 1154 w 27"/>
                  <a:gd name="T7" fmla="*/ 866 h 55"/>
                  <a:gd name="T8" fmla="*/ 1095 w 27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55">
                    <a:moveTo>
                      <a:pt x="4" y="41"/>
                    </a:moveTo>
                    <a:cubicBezTo>
                      <a:pt x="0" y="55"/>
                      <a:pt x="27" y="54"/>
                      <a:pt x="23" y="37"/>
                    </a:cubicBezTo>
                    <a:cubicBezTo>
                      <a:pt x="21" y="31"/>
                      <a:pt x="20" y="27"/>
                      <a:pt x="20" y="21"/>
                    </a:cubicBezTo>
                    <a:cubicBezTo>
                      <a:pt x="20" y="18"/>
                      <a:pt x="19" y="15"/>
                      <a:pt x="19" y="12"/>
                    </a:cubicBezTo>
                    <a:cubicBezTo>
                      <a:pt x="18" y="9"/>
                      <a:pt x="20" y="3"/>
                      <a:pt x="18" y="0"/>
                    </a:cubicBezTo>
                  </a:path>
                </a:pathLst>
              </a:custGeom>
              <a:solidFill>
                <a:srgbClr val="FFD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1" name="Freeform 721">
                <a:extLst>
                  <a:ext uri="{FF2B5EF4-FFF2-40B4-BE49-F238E27FC236}">
                    <a16:creationId xmlns:a16="http://schemas.microsoft.com/office/drawing/2014/main" id="{34917A47-A3F0-4E94-94BC-F757ED309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346"/>
                <a:ext cx="593" cy="154"/>
              </a:xfrm>
              <a:custGeom>
                <a:avLst/>
                <a:gdLst>
                  <a:gd name="T0" fmla="*/ 9024 w 152"/>
                  <a:gd name="T1" fmla="*/ 2027 h 37"/>
                  <a:gd name="T2" fmla="*/ 5052 w 152"/>
                  <a:gd name="T3" fmla="*/ 0 h 37"/>
                  <a:gd name="T4" fmla="*/ 0 w 152"/>
                  <a:gd name="T5" fmla="*/ 266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37">
                    <a:moveTo>
                      <a:pt x="152" y="28"/>
                    </a:moveTo>
                    <a:cubicBezTo>
                      <a:pt x="136" y="11"/>
                      <a:pt x="111" y="0"/>
                      <a:pt x="85" y="0"/>
                    </a:cubicBezTo>
                    <a:cubicBezTo>
                      <a:pt x="49" y="0"/>
                      <a:pt x="18" y="13"/>
                      <a:pt x="0" y="3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2" name="Oval 722">
                <a:extLst>
                  <a:ext uri="{FF2B5EF4-FFF2-40B4-BE49-F238E27FC236}">
                    <a16:creationId xmlns:a16="http://schemas.microsoft.com/office/drawing/2014/main" id="{F910A563-FA0F-49EC-A453-49262873C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667"/>
                <a:ext cx="43" cy="46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03" name="Freeform 723">
                <a:extLst>
                  <a:ext uri="{FF2B5EF4-FFF2-40B4-BE49-F238E27FC236}">
                    <a16:creationId xmlns:a16="http://schemas.microsoft.com/office/drawing/2014/main" id="{1FDF5815-3EC0-4738-9DE2-EC41B7C49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675"/>
                <a:ext cx="31" cy="33"/>
              </a:xfrm>
              <a:custGeom>
                <a:avLst/>
                <a:gdLst>
                  <a:gd name="T0" fmla="*/ 345 w 8"/>
                  <a:gd name="T1" fmla="*/ 0 h 8"/>
                  <a:gd name="T2" fmla="*/ 407 w 8"/>
                  <a:gd name="T3" fmla="*/ 136 h 8"/>
                  <a:gd name="T4" fmla="*/ 120 w 8"/>
                  <a:gd name="T5" fmla="*/ 495 h 8"/>
                  <a:gd name="T6" fmla="*/ 0 w 8"/>
                  <a:gd name="T7" fmla="*/ 425 h 8"/>
                  <a:gd name="T8" fmla="*/ 240 w 8"/>
                  <a:gd name="T9" fmla="*/ 561 h 8"/>
                  <a:gd name="T10" fmla="*/ 465 w 8"/>
                  <a:gd name="T11" fmla="*/ 289 h 8"/>
                  <a:gd name="T12" fmla="*/ 345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1"/>
                      <a:pt x="7" y="1"/>
                      <a:pt x="7" y="2"/>
                    </a:cubicBezTo>
                    <a:cubicBezTo>
                      <a:pt x="7" y="5"/>
                      <a:pt x="5" y="7"/>
                      <a:pt x="2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1" y="7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4" name="Oval 724">
                <a:extLst>
                  <a:ext uri="{FF2B5EF4-FFF2-40B4-BE49-F238E27FC236}">
                    <a16:creationId xmlns:a16="http://schemas.microsoft.com/office/drawing/2014/main" id="{C464101D-340B-41DE-8833-ABD258DAC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2679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05" name="Freeform 725">
                <a:extLst>
                  <a:ext uri="{FF2B5EF4-FFF2-40B4-BE49-F238E27FC236}">
                    <a16:creationId xmlns:a16="http://schemas.microsoft.com/office/drawing/2014/main" id="{A358246F-BEE0-49EC-8A8C-5706D1EAF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529"/>
                <a:ext cx="58" cy="63"/>
              </a:xfrm>
              <a:custGeom>
                <a:avLst/>
                <a:gdLst>
                  <a:gd name="T0" fmla="*/ 464 w 15"/>
                  <a:gd name="T1" fmla="*/ 0 h 15"/>
                  <a:gd name="T2" fmla="*/ 224 w 15"/>
                  <a:gd name="T3" fmla="*/ 71 h 15"/>
                  <a:gd name="T4" fmla="*/ 58 w 15"/>
                  <a:gd name="T5" fmla="*/ 298 h 15"/>
                  <a:gd name="T6" fmla="*/ 0 w 15"/>
                  <a:gd name="T7" fmla="*/ 601 h 15"/>
                  <a:gd name="T8" fmla="*/ 464 w 15"/>
                  <a:gd name="T9" fmla="*/ 1113 h 15"/>
                  <a:gd name="T10" fmla="*/ 866 w 15"/>
                  <a:gd name="T11" fmla="*/ 601 h 15"/>
                  <a:gd name="T12" fmla="*/ 464 w 15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cubicBezTo>
                      <a:pt x="6" y="0"/>
                      <a:pt x="5" y="1"/>
                      <a:pt x="4" y="1"/>
                    </a:cubicBezTo>
                    <a:cubicBezTo>
                      <a:pt x="3" y="2"/>
                      <a:pt x="2" y="3"/>
                      <a:pt x="1" y="4"/>
                    </a:cubicBezTo>
                    <a:cubicBezTo>
                      <a:pt x="1" y="5"/>
                      <a:pt x="0" y="6"/>
                      <a:pt x="0" y="8"/>
                    </a:cubicBezTo>
                    <a:cubicBezTo>
                      <a:pt x="0" y="12"/>
                      <a:pt x="4" y="15"/>
                      <a:pt x="8" y="15"/>
                    </a:cubicBezTo>
                    <a:cubicBezTo>
                      <a:pt x="12" y="15"/>
                      <a:pt x="15" y="12"/>
                      <a:pt x="15" y="8"/>
                    </a:cubicBezTo>
                    <a:cubicBezTo>
                      <a:pt x="15" y="4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6" name="Freeform 726">
                <a:extLst>
                  <a:ext uri="{FF2B5EF4-FFF2-40B4-BE49-F238E27FC236}">
                    <a16:creationId xmlns:a16="http://schemas.microsoft.com/office/drawing/2014/main" id="{FDF6065D-B7FD-461A-8BFF-038BAABE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38"/>
                <a:ext cx="43" cy="50"/>
              </a:xfrm>
              <a:custGeom>
                <a:avLst/>
                <a:gdLst>
                  <a:gd name="T0" fmla="*/ 473 w 11"/>
                  <a:gd name="T1" fmla="*/ 0 h 12"/>
                  <a:gd name="T2" fmla="*/ 536 w 11"/>
                  <a:gd name="T3" fmla="*/ 296 h 12"/>
                  <a:gd name="T4" fmla="*/ 184 w 11"/>
                  <a:gd name="T5" fmla="*/ 729 h 12"/>
                  <a:gd name="T6" fmla="*/ 0 w 11"/>
                  <a:gd name="T7" fmla="*/ 658 h 12"/>
                  <a:gd name="T8" fmla="*/ 305 w 11"/>
                  <a:gd name="T9" fmla="*/ 867 h 12"/>
                  <a:gd name="T10" fmla="*/ 657 w 11"/>
                  <a:gd name="T11" fmla="*/ 433 h 12"/>
                  <a:gd name="T12" fmla="*/ 473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8" y="1"/>
                      <a:pt x="9" y="3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1" y="11"/>
                      <a:pt x="3" y="12"/>
                      <a:pt x="5" y="12"/>
                    </a:cubicBezTo>
                    <a:cubicBezTo>
                      <a:pt x="8" y="12"/>
                      <a:pt x="11" y="9"/>
                      <a:pt x="11" y="6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7" name="Oval 727">
                <a:extLst>
                  <a:ext uri="{FF2B5EF4-FFF2-40B4-BE49-F238E27FC236}">
                    <a16:creationId xmlns:a16="http://schemas.microsoft.com/office/drawing/2014/main" id="{BF2D9594-694C-40E5-97A5-CA1CDAD80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254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08" name="Freeform 728">
                <a:extLst>
                  <a:ext uri="{FF2B5EF4-FFF2-40B4-BE49-F238E27FC236}">
                    <a16:creationId xmlns:a16="http://schemas.microsoft.com/office/drawing/2014/main" id="{25C76C4A-3CE7-48C6-BEAD-84921FB2D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996"/>
                <a:ext cx="797" cy="675"/>
              </a:xfrm>
              <a:custGeom>
                <a:avLst/>
                <a:gdLst>
                  <a:gd name="T0" fmla="*/ 184 w 204"/>
                  <a:gd name="T1" fmla="*/ 5279 h 162"/>
                  <a:gd name="T2" fmla="*/ 1008 w 204"/>
                  <a:gd name="T3" fmla="*/ 9408 h 162"/>
                  <a:gd name="T4" fmla="*/ 5540 w 204"/>
                  <a:gd name="T5" fmla="*/ 11721 h 162"/>
                  <a:gd name="T6" fmla="*/ 11861 w 204"/>
                  <a:gd name="T7" fmla="*/ 6304 h 162"/>
                  <a:gd name="T8" fmla="*/ 11095 w 204"/>
                  <a:gd name="T9" fmla="*/ 2467 h 162"/>
                  <a:gd name="T10" fmla="*/ 6564 w 204"/>
                  <a:gd name="T11" fmla="*/ 0 h 162"/>
                  <a:gd name="T12" fmla="*/ 184 w 204"/>
                  <a:gd name="T13" fmla="*/ 5279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162">
                    <a:moveTo>
                      <a:pt x="3" y="73"/>
                    </a:moveTo>
                    <a:cubicBezTo>
                      <a:pt x="0" y="90"/>
                      <a:pt x="5" y="115"/>
                      <a:pt x="17" y="130"/>
                    </a:cubicBezTo>
                    <a:cubicBezTo>
                      <a:pt x="33" y="150"/>
                      <a:pt x="62" y="162"/>
                      <a:pt x="93" y="162"/>
                    </a:cubicBezTo>
                    <a:cubicBezTo>
                      <a:pt x="147" y="162"/>
                      <a:pt x="190" y="132"/>
                      <a:pt x="199" y="87"/>
                    </a:cubicBezTo>
                    <a:cubicBezTo>
                      <a:pt x="204" y="69"/>
                      <a:pt x="199" y="49"/>
                      <a:pt x="186" y="34"/>
                    </a:cubicBezTo>
                    <a:cubicBezTo>
                      <a:pt x="169" y="12"/>
                      <a:pt x="140" y="0"/>
                      <a:pt x="110" y="0"/>
                    </a:cubicBezTo>
                    <a:cubicBezTo>
                      <a:pt x="56" y="0"/>
                      <a:pt x="12" y="25"/>
                      <a:pt x="3" y="7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9" name="Freeform 729">
                <a:extLst>
                  <a:ext uri="{FF2B5EF4-FFF2-40B4-BE49-F238E27FC236}">
                    <a16:creationId xmlns:a16="http://schemas.microsoft.com/office/drawing/2014/main" id="{519DF66F-FB05-4857-9C84-4D379C75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025"/>
                <a:ext cx="723" cy="613"/>
              </a:xfrm>
              <a:custGeom>
                <a:avLst/>
                <a:gdLst>
                  <a:gd name="T0" fmla="*/ 5972 w 185"/>
                  <a:gd name="T1" fmla="*/ 0 h 147"/>
                  <a:gd name="T2" fmla="*/ 10142 w 185"/>
                  <a:gd name="T3" fmla="*/ 2243 h 147"/>
                  <a:gd name="T4" fmla="*/ 10861 w 185"/>
                  <a:gd name="T5" fmla="*/ 5721 h 147"/>
                  <a:gd name="T6" fmla="*/ 4948 w 185"/>
                  <a:gd name="T7" fmla="*/ 10659 h 147"/>
                  <a:gd name="T8" fmla="*/ 778 w 185"/>
                  <a:gd name="T9" fmla="*/ 8557 h 147"/>
                  <a:gd name="T10" fmla="*/ 0 w 185"/>
                  <a:gd name="T11" fmla="*/ 5584 h 147"/>
                  <a:gd name="T12" fmla="*/ 63 w 185"/>
                  <a:gd name="T13" fmla="*/ 4850 h 147"/>
                  <a:gd name="T14" fmla="*/ 5972 w 185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5" h="147">
                    <a:moveTo>
                      <a:pt x="100" y="0"/>
                    </a:moveTo>
                    <a:cubicBezTo>
                      <a:pt x="128" y="0"/>
                      <a:pt x="154" y="12"/>
                      <a:pt x="170" y="31"/>
                    </a:cubicBezTo>
                    <a:cubicBezTo>
                      <a:pt x="181" y="45"/>
                      <a:pt x="185" y="62"/>
                      <a:pt x="182" y="79"/>
                    </a:cubicBezTo>
                    <a:cubicBezTo>
                      <a:pt x="173" y="120"/>
                      <a:pt x="133" y="147"/>
                      <a:pt x="83" y="147"/>
                    </a:cubicBezTo>
                    <a:cubicBezTo>
                      <a:pt x="55" y="147"/>
                      <a:pt x="28" y="136"/>
                      <a:pt x="13" y="118"/>
                    </a:cubicBezTo>
                    <a:cubicBezTo>
                      <a:pt x="4" y="107"/>
                      <a:pt x="0" y="91"/>
                      <a:pt x="0" y="77"/>
                    </a:cubicBezTo>
                    <a:cubicBezTo>
                      <a:pt x="0" y="74"/>
                      <a:pt x="0" y="70"/>
                      <a:pt x="1" y="67"/>
                    </a:cubicBezTo>
                    <a:cubicBezTo>
                      <a:pt x="9" y="26"/>
                      <a:pt x="47" y="0"/>
                      <a:pt x="10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0" name="Oval 730">
                <a:extLst>
                  <a:ext uri="{FF2B5EF4-FFF2-40B4-BE49-F238E27FC236}">
                    <a16:creationId xmlns:a16="http://schemas.microsoft.com/office/drawing/2014/main" id="{D93D7E36-4545-4832-85FB-EA4859BFC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2879"/>
                <a:ext cx="67" cy="7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1" name="Oval 731">
                <a:extLst>
                  <a:ext uri="{FF2B5EF4-FFF2-40B4-BE49-F238E27FC236}">
                    <a16:creationId xmlns:a16="http://schemas.microsoft.com/office/drawing/2014/main" id="{B3063137-28DF-498E-8798-6595A5632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925"/>
                <a:ext cx="43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2" name="Oval 732">
                <a:extLst>
                  <a:ext uri="{FF2B5EF4-FFF2-40B4-BE49-F238E27FC236}">
                    <a16:creationId xmlns:a16="http://schemas.microsoft.com/office/drawing/2014/main" id="{0200960B-B654-4CF6-A33B-42A17BF44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850"/>
                <a:ext cx="39" cy="4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3" name="Freeform 733">
                <a:extLst>
                  <a:ext uri="{FF2B5EF4-FFF2-40B4-BE49-F238E27FC236}">
                    <a16:creationId xmlns:a16="http://schemas.microsoft.com/office/drawing/2014/main" id="{AC41C1B9-2334-42EB-AD29-27191A231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550"/>
                <a:ext cx="328" cy="1183"/>
              </a:xfrm>
              <a:custGeom>
                <a:avLst/>
                <a:gdLst>
                  <a:gd name="T0" fmla="*/ 5002 w 84"/>
                  <a:gd name="T1" fmla="*/ 0 h 284"/>
                  <a:gd name="T2" fmla="*/ 3995 w 84"/>
                  <a:gd name="T3" fmla="*/ 16554 h 284"/>
                  <a:gd name="T4" fmla="*/ 0 w 84"/>
                  <a:gd name="T5" fmla="*/ 20528 h 284"/>
                  <a:gd name="T6" fmla="*/ 3569 w 84"/>
                  <a:gd name="T7" fmla="*/ 17058 h 284"/>
                  <a:gd name="T8" fmla="*/ 5002 w 84"/>
                  <a:gd name="T9" fmla="*/ 0 h 2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284">
                    <a:moveTo>
                      <a:pt x="84" y="0"/>
                    </a:moveTo>
                    <a:cubicBezTo>
                      <a:pt x="84" y="0"/>
                      <a:pt x="67" y="217"/>
                      <a:pt x="67" y="229"/>
                    </a:cubicBezTo>
                    <a:cubicBezTo>
                      <a:pt x="66" y="242"/>
                      <a:pt x="53" y="277"/>
                      <a:pt x="0" y="284"/>
                    </a:cubicBezTo>
                    <a:cubicBezTo>
                      <a:pt x="18" y="282"/>
                      <a:pt x="54" y="259"/>
                      <a:pt x="60" y="236"/>
                    </a:cubicBezTo>
                    <a:cubicBezTo>
                      <a:pt x="65" y="213"/>
                      <a:pt x="84" y="0"/>
                      <a:pt x="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4" name="Freeform 734">
                <a:extLst>
                  <a:ext uri="{FF2B5EF4-FFF2-40B4-BE49-F238E27FC236}">
                    <a16:creationId xmlns:a16="http://schemas.microsoft.com/office/drawing/2014/main" id="{2EEE8809-23C3-4337-A207-669AE8E48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629"/>
                <a:ext cx="98" cy="1012"/>
              </a:xfrm>
              <a:custGeom>
                <a:avLst/>
                <a:gdLst>
                  <a:gd name="T0" fmla="*/ 0 w 25"/>
                  <a:gd name="T1" fmla="*/ 0 h 243"/>
                  <a:gd name="T2" fmla="*/ 968 w 25"/>
                  <a:gd name="T3" fmla="*/ 15680 h 243"/>
                  <a:gd name="T4" fmla="*/ 1505 w 25"/>
                  <a:gd name="T5" fmla="*/ 17554 h 243"/>
                  <a:gd name="T6" fmla="*/ 1137 w 25"/>
                  <a:gd name="T7" fmla="*/ 15088 h 243"/>
                  <a:gd name="T8" fmla="*/ 0 w 25"/>
                  <a:gd name="T9" fmla="*/ 0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3">
                    <a:moveTo>
                      <a:pt x="0" y="0"/>
                    </a:moveTo>
                    <a:cubicBezTo>
                      <a:pt x="16" y="217"/>
                      <a:pt x="16" y="217"/>
                      <a:pt x="16" y="217"/>
                    </a:cubicBezTo>
                    <a:cubicBezTo>
                      <a:pt x="16" y="217"/>
                      <a:pt x="21" y="236"/>
                      <a:pt x="25" y="243"/>
                    </a:cubicBezTo>
                    <a:cubicBezTo>
                      <a:pt x="23" y="233"/>
                      <a:pt x="19" y="209"/>
                      <a:pt x="19" y="20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5" name="Freeform 735">
                <a:extLst>
                  <a:ext uri="{FF2B5EF4-FFF2-40B4-BE49-F238E27FC236}">
                    <a16:creationId xmlns:a16="http://schemas.microsoft.com/office/drawing/2014/main" id="{D9EBDEFB-B53D-4229-AA5C-4BE250AD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363"/>
                <a:ext cx="27" cy="54"/>
              </a:xfrm>
              <a:custGeom>
                <a:avLst/>
                <a:gdLst>
                  <a:gd name="T0" fmla="*/ 343 w 7"/>
                  <a:gd name="T1" fmla="*/ 432 h 13"/>
                  <a:gd name="T2" fmla="*/ 343 w 7"/>
                  <a:gd name="T3" fmla="*/ 864 h 13"/>
                  <a:gd name="T4" fmla="*/ 58 w 7"/>
                  <a:gd name="T5" fmla="*/ 498 h 13"/>
                  <a:gd name="T6" fmla="*/ 120 w 7"/>
                  <a:gd name="T7" fmla="*/ 71 h 13"/>
                  <a:gd name="T8" fmla="*/ 343 w 7"/>
                  <a:gd name="T9" fmla="*/ 4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6" y="6"/>
                    </a:moveTo>
                    <a:cubicBezTo>
                      <a:pt x="7" y="9"/>
                      <a:pt x="7" y="12"/>
                      <a:pt x="6" y="12"/>
                    </a:cubicBezTo>
                    <a:cubicBezTo>
                      <a:pt x="4" y="13"/>
                      <a:pt x="3" y="11"/>
                      <a:pt x="1" y="7"/>
                    </a:cubicBezTo>
                    <a:cubicBezTo>
                      <a:pt x="0" y="4"/>
                      <a:pt x="1" y="1"/>
                      <a:pt x="2" y="1"/>
                    </a:cubicBezTo>
                    <a:cubicBezTo>
                      <a:pt x="3" y="0"/>
                      <a:pt x="5" y="3"/>
                      <a:pt x="6" y="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6" name="Oval 736">
                <a:extLst>
                  <a:ext uri="{FF2B5EF4-FFF2-40B4-BE49-F238E27FC236}">
                    <a16:creationId xmlns:a16="http://schemas.microsoft.com/office/drawing/2014/main" id="{BAB3A7E0-FC54-4C1C-816A-8F5011C91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04"/>
                <a:ext cx="59" cy="63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7" name="Freeform 737">
                <a:extLst>
                  <a:ext uri="{FF2B5EF4-FFF2-40B4-BE49-F238E27FC236}">
                    <a16:creationId xmlns:a16="http://schemas.microsoft.com/office/drawing/2014/main" id="{50DED7D0-9552-4F77-B848-4C8B0EA61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413"/>
                <a:ext cx="43" cy="50"/>
              </a:xfrm>
              <a:custGeom>
                <a:avLst/>
                <a:gdLst>
                  <a:gd name="T0" fmla="*/ 414 w 11"/>
                  <a:gd name="T1" fmla="*/ 0 h 12"/>
                  <a:gd name="T2" fmla="*/ 473 w 11"/>
                  <a:gd name="T3" fmla="*/ 296 h 12"/>
                  <a:gd name="T4" fmla="*/ 121 w 11"/>
                  <a:gd name="T5" fmla="*/ 729 h 12"/>
                  <a:gd name="T6" fmla="*/ 0 w 11"/>
                  <a:gd name="T7" fmla="*/ 658 h 12"/>
                  <a:gd name="T8" fmla="*/ 246 w 11"/>
                  <a:gd name="T9" fmla="*/ 867 h 12"/>
                  <a:gd name="T10" fmla="*/ 657 w 11"/>
                  <a:gd name="T11" fmla="*/ 433 h 12"/>
                  <a:gd name="T12" fmla="*/ 414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cubicBezTo>
                      <a:pt x="8" y="1"/>
                      <a:pt x="8" y="3"/>
                      <a:pt x="8" y="4"/>
                    </a:cubicBezTo>
                    <a:cubicBezTo>
                      <a:pt x="8" y="7"/>
                      <a:pt x="6" y="10"/>
                      <a:pt x="2" y="10"/>
                    </a:cubicBezTo>
                    <a:cubicBezTo>
                      <a:pt x="1" y="10"/>
                      <a:pt x="0" y="10"/>
                      <a:pt x="0" y="9"/>
                    </a:cubicBezTo>
                    <a:cubicBezTo>
                      <a:pt x="1" y="11"/>
                      <a:pt x="2" y="12"/>
                      <a:pt x="4" y="12"/>
                    </a:cubicBezTo>
                    <a:cubicBezTo>
                      <a:pt x="8" y="12"/>
                      <a:pt x="11" y="9"/>
                      <a:pt x="11" y="6"/>
                    </a:cubicBezTo>
                    <a:cubicBezTo>
                      <a:pt x="11" y="3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8" name="Oval 738">
                <a:extLst>
                  <a:ext uri="{FF2B5EF4-FFF2-40B4-BE49-F238E27FC236}">
                    <a16:creationId xmlns:a16="http://schemas.microsoft.com/office/drawing/2014/main" id="{A3938F93-5114-45EB-8FC2-F92134EAC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421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9" name="Oval 739">
                <a:extLst>
                  <a:ext uri="{FF2B5EF4-FFF2-40B4-BE49-F238E27FC236}">
                    <a16:creationId xmlns:a16="http://schemas.microsoft.com/office/drawing/2014/main" id="{F8AAEB48-C1B9-44C3-801C-6A34187D4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429"/>
                <a:ext cx="58" cy="63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0" name="Freeform 740">
                <a:extLst>
                  <a:ext uri="{FF2B5EF4-FFF2-40B4-BE49-F238E27FC236}">
                    <a16:creationId xmlns:a16="http://schemas.microsoft.com/office/drawing/2014/main" id="{91D90BAE-6174-4637-84A1-A6123946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438"/>
                <a:ext cx="43" cy="45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66 h 11"/>
                  <a:gd name="T4" fmla="*/ 184 w 11"/>
                  <a:gd name="T5" fmla="*/ 687 h 11"/>
                  <a:gd name="T6" fmla="*/ 0 w 11"/>
                  <a:gd name="T7" fmla="*/ 618 h 11"/>
                  <a:gd name="T8" fmla="*/ 305 w 11"/>
                  <a:gd name="T9" fmla="*/ 753 h 11"/>
                  <a:gd name="T10" fmla="*/ 657 w 11"/>
                  <a:gd name="T11" fmla="*/ 335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9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1" name="Oval 741">
                <a:extLst>
                  <a:ext uri="{FF2B5EF4-FFF2-40B4-BE49-F238E27FC236}">
                    <a16:creationId xmlns:a16="http://schemas.microsoft.com/office/drawing/2014/main" id="{4E97E807-1B5A-4ADB-B1FC-E0A150FDB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44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2" name="Oval 742">
                <a:extLst>
                  <a:ext uri="{FF2B5EF4-FFF2-40B4-BE49-F238E27FC236}">
                    <a16:creationId xmlns:a16="http://schemas.microsoft.com/office/drawing/2014/main" id="{F85FE4A2-9F49-41B6-A179-5AE289241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517"/>
                <a:ext cx="59" cy="58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3" name="Freeform 743">
                <a:extLst>
                  <a:ext uri="{FF2B5EF4-FFF2-40B4-BE49-F238E27FC236}">
                    <a16:creationId xmlns:a16="http://schemas.microsoft.com/office/drawing/2014/main" id="{A8B74AF2-6B4C-4462-9086-079BDB7D2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525"/>
                <a:ext cx="47" cy="46"/>
              </a:xfrm>
              <a:custGeom>
                <a:avLst/>
                <a:gdLst>
                  <a:gd name="T0" fmla="*/ 474 w 12"/>
                  <a:gd name="T1" fmla="*/ 0 h 11"/>
                  <a:gd name="T2" fmla="*/ 537 w 12"/>
                  <a:gd name="T3" fmla="*/ 226 h 11"/>
                  <a:gd name="T4" fmla="*/ 184 w 12"/>
                  <a:gd name="T5" fmla="*/ 665 h 11"/>
                  <a:gd name="T6" fmla="*/ 0 w 12"/>
                  <a:gd name="T7" fmla="*/ 665 h 11"/>
                  <a:gd name="T8" fmla="*/ 306 w 12"/>
                  <a:gd name="T9" fmla="*/ 803 h 11"/>
                  <a:gd name="T10" fmla="*/ 721 w 12"/>
                  <a:gd name="T11" fmla="*/ 368 h 11"/>
                  <a:gd name="T12" fmla="*/ 474 w 12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8" y="0"/>
                    </a:moveTo>
                    <a:cubicBezTo>
                      <a:pt x="9" y="1"/>
                      <a:pt x="9" y="2"/>
                      <a:pt x="9" y="3"/>
                    </a:cubicBezTo>
                    <a:cubicBezTo>
                      <a:pt x="9" y="7"/>
                      <a:pt x="7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9"/>
                      <a:pt x="12" y="5"/>
                    </a:cubicBezTo>
                    <a:cubicBezTo>
                      <a:pt x="12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4" name="Oval 744">
                <a:extLst>
                  <a:ext uri="{FF2B5EF4-FFF2-40B4-BE49-F238E27FC236}">
                    <a16:creationId xmlns:a16="http://schemas.microsoft.com/office/drawing/2014/main" id="{FF5D3B6D-01A7-4AA2-9C1A-607CADD41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52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5" name="Oval 745">
                <a:extLst>
                  <a:ext uri="{FF2B5EF4-FFF2-40B4-BE49-F238E27FC236}">
                    <a16:creationId xmlns:a16="http://schemas.microsoft.com/office/drawing/2014/main" id="{B8C8D4D2-6FDF-40DA-B84C-8661C6EE0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971"/>
                <a:ext cx="35" cy="37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6" name="Freeform 746">
                <a:extLst>
                  <a:ext uri="{FF2B5EF4-FFF2-40B4-BE49-F238E27FC236}">
                    <a16:creationId xmlns:a16="http://schemas.microsoft.com/office/drawing/2014/main" id="{E0A43EB3-23EE-46D5-9C3C-2D19C5BA5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975"/>
                <a:ext cx="23" cy="29"/>
              </a:xfrm>
              <a:custGeom>
                <a:avLst/>
                <a:gdLst>
                  <a:gd name="T0" fmla="*/ 222 w 6"/>
                  <a:gd name="T1" fmla="*/ 0 h 7"/>
                  <a:gd name="T2" fmla="*/ 280 w 6"/>
                  <a:gd name="T3" fmla="*/ 137 h 7"/>
                  <a:gd name="T4" fmla="*/ 58 w 6"/>
                  <a:gd name="T5" fmla="*/ 431 h 7"/>
                  <a:gd name="T6" fmla="*/ 0 w 6"/>
                  <a:gd name="T7" fmla="*/ 431 h 7"/>
                  <a:gd name="T8" fmla="*/ 176 w 6"/>
                  <a:gd name="T9" fmla="*/ 497 h 7"/>
                  <a:gd name="T10" fmla="*/ 337 w 6"/>
                  <a:gd name="T11" fmla="*/ 207 h 7"/>
                  <a:gd name="T12" fmla="*/ 222 w 6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5" y="1"/>
                      <a:pt x="5" y="2"/>
                      <a:pt x="5" y="2"/>
                    </a:cubicBezTo>
                    <a:cubicBezTo>
                      <a:pt x="5" y="4"/>
                      <a:pt x="3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6"/>
                      <a:pt x="1" y="7"/>
                      <a:pt x="3" y="7"/>
                    </a:cubicBezTo>
                    <a:cubicBezTo>
                      <a:pt x="5" y="7"/>
                      <a:pt x="6" y="5"/>
                      <a:pt x="6" y="3"/>
                    </a:cubicBezTo>
                    <a:cubicBezTo>
                      <a:pt x="6" y="2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7" name="Oval 747">
                <a:extLst>
                  <a:ext uri="{FF2B5EF4-FFF2-40B4-BE49-F238E27FC236}">
                    <a16:creationId xmlns:a16="http://schemas.microsoft.com/office/drawing/2014/main" id="{E8E665A4-B909-449E-8B93-C15E657DA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97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8" name="Oval 748">
                <a:extLst>
                  <a:ext uri="{FF2B5EF4-FFF2-40B4-BE49-F238E27FC236}">
                    <a16:creationId xmlns:a16="http://schemas.microsoft.com/office/drawing/2014/main" id="{B12F9FCC-F287-4ED1-A4F2-8926C72D3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3067"/>
                <a:ext cx="23" cy="20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9" name="Freeform 749">
                <a:extLst>
                  <a:ext uri="{FF2B5EF4-FFF2-40B4-BE49-F238E27FC236}">
                    <a16:creationId xmlns:a16="http://schemas.microsoft.com/office/drawing/2014/main" id="{73DBC6D6-7BDB-4CD5-9BE4-7E551EFCB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071"/>
                <a:ext cx="16" cy="16"/>
              </a:xfrm>
              <a:custGeom>
                <a:avLst/>
                <a:gdLst>
                  <a:gd name="T0" fmla="*/ 192 w 4"/>
                  <a:gd name="T1" fmla="*/ 0 h 4"/>
                  <a:gd name="T2" fmla="*/ 256 w 4"/>
                  <a:gd name="T3" fmla="*/ 64 h 4"/>
                  <a:gd name="T4" fmla="*/ 64 w 4"/>
                  <a:gd name="T5" fmla="*/ 192 h 4"/>
                  <a:gd name="T6" fmla="*/ 0 w 4"/>
                  <a:gd name="T7" fmla="*/ 192 h 4"/>
                  <a:gd name="T8" fmla="*/ 128 w 4"/>
                  <a:gd name="T9" fmla="*/ 256 h 4"/>
                  <a:gd name="T10" fmla="*/ 256 w 4"/>
                  <a:gd name="T11" fmla="*/ 128 h 4"/>
                  <a:gd name="T12" fmla="*/ 192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3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0" name="Oval 750">
                <a:extLst>
                  <a:ext uri="{FF2B5EF4-FFF2-40B4-BE49-F238E27FC236}">
                    <a16:creationId xmlns:a16="http://schemas.microsoft.com/office/drawing/2014/main" id="{EF06C9C0-57E2-4EFE-88BA-68ACAC89E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3071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1" name="Oval 751">
                <a:extLst>
                  <a:ext uri="{FF2B5EF4-FFF2-40B4-BE49-F238E27FC236}">
                    <a16:creationId xmlns:a16="http://schemas.microsoft.com/office/drawing/2014/main" id="{74DC08A2-C2B4-45DE-A8FB-E3D3E2782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3117"/>
                <a:ext cx="24" cy="25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2" name="Freeform 752">
                <a:extLst>
                  <a:ext uri="{FF2B5EF4-FFF2-40B4-BE49-F238E27FC236}">
                    <a16:creationId xmlns:a16="http://schemas.microsoft.com/office/drawing/2014/main" id="{1C362748-7EB1-4278-BC56-15BA364D3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3121"/>
                <a:ext cx="16" cy="16"/>
              </a:xfrm>
              <a:custGeom>
                <a:avLst/>
                <a:gdLst>
                  <a:gd name="T0" fmla="*/ 192 w 4"/>
                  <a:gd name="T1" fmla="*/ 0 h 4"/>
                  <a:gd name="T2" fmla="*/ 192 w 4"/>
                  <a:gd name="T3" fmla="*/ 64 h 4"/>
                  <a:gd name="T4" fmla="*/ 64 w 4"/>
                  <a:gd name="T5" fmla="*/ 192 h 4"/>
                  <a:gd name="T6" fmla="*/ 0 w 4"/>
                  <a:gd name="T7" fmla="*/ 192 h 4"/>
                  <a:gd name="T8" fmla="*/ 128 w 4"/>
                  <a:gd name="T9" fmla="*/ 256 h 4"/>
                  <a:gd name="T10" fmla="*/ 256 w 4"/>
                  <a:gd name="T11" fmla="*/ 128 h 4"/>
                  <a:gd name="T12" fmla="*/ 192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3" name="Oval 753">
                <a:extLst>
                  <a:ext uri="{FF2B5EF4-FFF2-40B4-BE49-F238E27FC236}">
                    <a16:creationId xmlns:a16="http://schemas.microsoft.com/office/drawing/2014/main" id="{990B467E-CDDE-4E59-BB57-C4EE854A7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3121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4" name="Oval 754">
                <a:extLst>
                  <a:ext uri="{FF2B5EF4-FFF2-40B4-BE49-F238E27FC236}">
                    <a16:creationId xmlns:a16="http://schemas.microsoft.com/office/drawing/2014/main" id="{90EBED87-B7AD-4BCF-83E0-88B42523B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291"/>
                <a:ext cx="31" cy="38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5" name="Freeform 755">
                <a:extLst>
                  <a:ext uri="{FF2B5EF4-FFF2-40B4-BE49-F238E27FC236}">
                    <a16:creationId xmlns:a16="http://schemas.microsoft.com/office/drawing/2014/main" id="{4265D45F-ED84-49D3-A4D3-36A47207A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3296"/>
                <a:ext cx="23" cy="29"/>
              </a:xfrm>
              <a:custGeom>
                <a:avLst/>
                <a:gdLst>
                  <a:gd name="T0" fmla="*/ 280 w 6"/>
                  <a:gd name="T1" fmla="*/ 0 h 7"/>
                  <a:gd name="T2" fmla="*/ 280 w 6"/>
                  <a:gd name="T3" fmla="*/ 137 h 7"/>
                  <a:gd name="T4" fmla="*/ 119 w 6"/>
                  <a:gd name="T5" fmla="*/ 431 h 7"/>
                  <a:gd name="T6" fmla="*/ 0 w 6"/>
                  <a:gd name="T7" fmla="*/ 360 h 7"/>
                  <a:gd name="T8" fmla="*/ 176 w 6"/>
                  <a:gd name="T9" fmla="*/ 497 h 7"/>
                  <a:gd name="T10" fmla="*/ 337 w 6"/>
                  <a:gd name="T11" fmla="*/ 207 h 7"/>
                  <a:gd name="T12" fmla="*/ 280 w 6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5" y="4"/>
                      <a:pt x="4" y="6"/>
                      <a:pt x="2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5" y="7"/>
                      <a:pt x="6" y="5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6" name="Oval 756">
                <a:extLst>
                  <a:ext uri="{FF2B5EF4-FFF2-40B4-BE49-F238E27FC236}">
                    <a16:creationId xmlns:a16="http://schemas.microsoft.com/office/drawing/2014/main" id="{2F357F94-3F77-43AA-BC57-A5B3B34A2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330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7" name="Oval 757">
                <a:extLst>
                  <a:ext uri="{FF2B5EF4-FFF2-40B4-BE49-F238E27FC236}">
                    <a16:creationId xmlns:a16="http://schemas.microsoft.com/office/drawing/2014/main" id="{4BCDD8CB-2C07-4C66-B775-45D8A978C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3350"/>
                <a:ext cx="36" cy="37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8" name="Freeform 758">
                <a:extLst>
                  <a:ext uri="{FF2B5EF4-FFF2-40B4-BE49-F238E27FC236}">
                    <a16:creationId xmlns:a16="http://schemas.microsoft.com/office/drawing/2014/main" id="{FD9FD417-9944-43BC-B210-29514BEC0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3358"/>
                <a:ext cx="24" cy="25"/>
              </a:xfrm>
              <a:custGeom>
                <a:avLst/>
                <a:gdLst>
                  <a:gd name="T0" fmla="*/ 256 w 6"/>
                  <a:gd name="T1" fmla="*/ 0 h 6"/>
                  <a:gd name="T2" fmla="*/ 320 w 6"/>
                  <a:gd name="T3" fmla="*/ 138 h 6"/>
                  <a:gd name="T4" fmla="*/ 64 w 6"/>
                  <a:gd name="T5" fmla="*/ 367 h 6"/>
                  <a:gd name="T6" fmla="*/ 0 w 6"/>
                  <a:gd name="T7" fmla="*/ 367 h 6"/>
                  <a:gd name="T8" fmla="*/ 192 w 6"/>
                  <a:gd name="T9" fmla="*/ 433 h 6"/>
                  <a:gd name="T10" fmla="*/ 384 w 6"/>
                  <a:gd name="T11" fmla="*/ 225 h 6"/>
                  <a:gd name="T12" fmla="*/ 256 w 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5" y="0"/>
                      <a:pt x="5" y="1"/>
                      <a:pt x="5" y="2"/>
                    </a:cubicBezTo>
                    <a:cubicBezTo>
                      <a:pt x="5" y="4"/>
                      <a:pt x="3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3" y="6"/>
                    </a:cubicBezTo>
                    <a:cubicBezTo>
                      <a:pt x="5" y="6"/>
                      <a:pt x="6" y="5"/>
                      <a:pt x="6" y="3"/>
                    </a:cubicBezTo>
                    <a:cubicBezTo>
                      <a:pt x="6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9" name="Oval 759">
                <a:extLst>
                  <a:ext uri="{FF2B5EF4-FFF2-40B4-BE49-F238E27FC236}">
                    <a16:creationId xmlns:a16="http://schemas.microsoft.com/office/drawing/2014/main" id="{F836A76D-181B-41AA-B108-645FF183E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335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0" name="Oval 760">
                <a:extLst>
                  <a:ext uri="{FF2B5EF4-FFF2-40B4-BE49-F238E27FC236}">
                    <a16:creationId xmlns:a16="http://schemas.microsoft.com/office/drawing/2014/main" id="{2D726367-2C2B-463B-8448-9F53DFB65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3421"/>
                <a:ext cx="31" cy="37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1" name="Freeform 761">
                <a:extLst>
                  <a:ext uri="{FF2B5EF4-FFF2-40B4-BE49-F238E27FC236}">
                    <a16:creationId xmlns:a16="http://schemas.microsoft.com/office/drawing/2014/main" id="{9511E484-B1A2-491F-8299-024BDC43C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3429"/>
                <a:ext cx="27" cy="25"/>
              </a:xfrm>
              <a:custGeom>
                <a:avLst/>
                <a:gdLst>
                  <a:gd name="T0" fmla="*/ 282 w 7"/>
                  <a:gd name="T1" fmla="*/ 0 h 6"/>
                  <a:gd name="T2" fmla="*/ 343 w 7"/>
                  <a:gd name="T3" fmla="*/ 138 h 6"/>
                  <a:gd name="T4" fmla="*/ 120 w 7"/>
                  <a:gd name="T5" fmla="*/ 367 h 6"/>
                  <a:gd name="T6" fmla="*/ 0 w 7"/>
                  <a:gd name="T7" fmla="*/ 367 h 6"/>
                  <a:gd name="T8" fmla="*/ 177 w 7"/>
                  <a:gd name="T9" fmla="*/ 433 h 6"/>
                  <a:gd name="T10" fmla="*/ 401 w 7"/>
                  <a:gd name="T11" fmla="*/ 225 h 6"/>
                  <a:gd name="T12" fmla="*/ 282 w 7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5" y="0"/>
                      <a:pt x="6" y="1"/>
                      <a:pt x="6" y="2"/>
                    </a:cubicBezTo>
                    <a:cubicBezTo>
                      <a:pt x="6" y="4"/>
                      <a:pt x="4" y="5"/>
                      <a:pt x="2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5" y="6"/>
                      <a:pt x="7" y="5"/>
                      <a:pt x="7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2" name="Oval 762">
                <a:extLst>
                  <a:ext uri="{FF2B5EF4-FFF2-40B4-BE49-F238E27FC236}">
                    <a16:creationId xmlns:a16="http://schemas.microsoft.com/office/drawing/2014/main" id="{90891AF7-D133-45F7-A008-D8C286DA8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342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3" name="Oval 763">
                <a:extLst>
                  <a:ext uri="{FF2B5EF4-FFF2-40B4-BE49-F238E27FC236}">
                    <a16:creationId xmlns:a16="http://schemas.microsoft.com/office/drawing/2014/main" id="{9D9D6200-B94D-406B-8AEC-313E93175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3537"/>
                <a:ext cx="47" cy="50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4" name="Freeform 764">
                <a:extLst>
                  <a:ext uri="{FF2B5EF4-FFF2-40B4-BE49-F238E27FC236}">
                    <a16:creationId xmlns:a16="http://schemas.microsoft.com/office/drawing/2014/main" id="{A890414B-0159-4B82-90D2-0E3F3AFB1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546"/>
                <a:ext cx="35" cy="37"/>
              </a:xfrm>
              <a:custGeom>
                <a:avLst/>
                <a:gdLst>
                  <a:gd name="T0" fmla="*/ 408 w 9"/>
                  <a:gd name="T1" fmla="*/ 0 h 9"/>
                  <a:gd name="T2" fmla="*/ 471 w 9"/>
                  <a:gd name="T3" fmla="*/ 201 h 9"/>
                  <a:gd name="T4" fmla="*/ 183 w 9"/>
                  <a:gd name="T5" fmla="*/ 559 h 9"/>
                  <a:gd name="T6" fmla="*/ 0 w 9"/>
                  <a:gd name="T7" fmla="*/ 489 h 9"/>
                  <a:gd name="T8" fmla="*/ 241 w 9"/>
                  <a:gd name="T9" fmla="*/ 625 h 9"/>
                  <a:gd name="T10" fmla="*/ 529 w 9"/>
                  <a:gd name="T11" fmla="*/ 271 h 9"/>
                  <a:gd name="T12" fmla="*/ 408 w 9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cubicBezTo>
                      <a:pt x="7" y="1"/>
                      <a:pt x="8" y="2"/>
                      <a:pt x="8" y="3"/>
                    </a:cubicBezTo>
                    <a:cubicBezTo>
                      <a:pt x="8" y="6"/>
                      <a:pt x="5" y="8"/>
                      <a:pt x="3" y="8"/>
                    </a:cubicBezTo>
                    <a:cubicBezTo>
                      <a:pt x="2" y="8"/>
                      <a:pt x="1" y="8"/>
                      <a:pt x="0" y="7"/>
                    </a:cubicBezTo>
                    <a:cubicBezTo>
                      <a:pt x="1" y="9"/>
                      <a:pt x="3" y="9"/>
                      <a:pt x="4" y="9"/>
                    </a:cubicBezTo>
                    <a:cubicBezTo>
                      <a:pt x="7" y="9"/>
                      <a:pt x="9" y="7"/>
                      <a:pt x="9" y="4"/>
                    </a:cubicBezTo>
                    <a:cubicBezTo>
                      <a:pt x="9" y="2"/>
                      <a:pt x="8" y="1"/>
                      <a:pt x="7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5" name="Oval 765">
                <a:extLst>
                  <a:ext uri="{FF2B5EF4-FFF2-40B4-BE49-F238E27FC236}">
                    <a16:creationId xmlns:a16="http://schemas.microsoft.com/office/drawing/2014/main" id="{72BAE0DA-85FE-4F5E-8EA2-E700FDC35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3550"/>
                <a:ext cx="12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6" name="Oval 766">
                <a:extLst>
                  <a:ext uri="{FF2B5EF4-FFF2-40B4-BE49-F238E27FC236}">
                    <a16:creationId xmlns:a16="http://schemas.microsoft.com/office/drawing/2014/main" id="{485AFD12-C9D8-4ACA-A9D6-594E220FC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3525"/>
                <a:ext cx="35" cy="37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7" name="Freeform 767">
                <a:extLst>
                  <a:ext uri="{FF2B5EF4-FFF2-40B4-BE49-F238E27FC236}">
                    <a16:creationId xmlns:a16="http://schemas.microsoft.com/office/drawing/2014/main" id="{A9F50EE6-7297-4857-8907-F971177D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529"/>
                <a:ext cx="23" cy="29"/>
              </a:xfrm>
              <a:custGeom>
                <a:avLst/>
                <a:gdLst>
                  <a:gd name="T0" fmla="*/ 280 w 6"/>
                  <a:gd name="T1" fmla="*/ 0 h 7"/>
                  <a:gd name="T2" fmla="*/ 280 w 6"/>
                  <a:gd name="T3" fmla="*/ 207 h 7"/>
                  <a:gd name="T4" fmla="*/ 119 w 6"/>
                  <a:gd name="T5" fmla="*/ 431 h 7"/>
                  <a:gd name="T6" fmla="*/ 0 w 6"/>
                  <a:gd name="T7" fmla="*/ 431 h 7"/>
                  <a:gd name="T8" fmla="*/ 176 w 6"/>
                  <a:gd name="T9" fmla="*/ 497 h 7"/>
                  <a:gd name="T10" fmla="*/ 337 w 6"/>
                  <a:gd name="T11" fmla="*/ 290 h 7"/>
                  <a:gd name="T12" fmla="*/ 280 w 6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7"/>
                      <a:pt x="6" y="6"/>
                      <a:pt x="6" y="4"/>
                    </a:cubicBezTo>
                    <a:cubicBezTo>
                      <a:pt x="6" y="2"/>
                      <a:pt x="6" y="1"/>
                      <a:pt x="5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8" name="Oval 768">
                <a:extLst>
                  <a:ext uri="{FF2B5EF4-FFF2-40B4-BE49-F238E27FC236}">
                    <a16:creationId xmlns:a16="http://schemas.microsoft.com/office/drawing/2014/main" id="{DD6AB022-04C3-4F1F-B9FD-5B4CC5B36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353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9" name="Oval 769">
                <a:extLst>
                  <a:ext uri="{FF2B5EF4-FFF2-40B4-BE49-F238E27FC236}">
                    <a16:creationId xmlns:a16="http://schemas.microsoft.com/office/drawing/2014/main" id="{E2422C3E-313B-486A-8F01-392AA8961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3483"/>
                <a:ext cx="35" cy="38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0" name="Freeform 770">
                <a:extLst>
                  <a:ext uri="{FF2B5EF4-FFF2-40B4-BE49-F238E27FC236}">
                    <a16:creationId xmlns:a16="http://schemas.microsoft.com/office/drawing/2014/main" id="{0A5E5663-029C-4F98-A34F-2A92B4200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487"/>
                <a:ext cx="23" cy="29"/>
              </a:xfrm>
              <a:custGeom>
                <a:avLst/>
                <a:gdLst>
                  <a:gd name="T0" fmla="*/ 280 w 6"/>
                  <a:gd name="T1" fmla="*/ 0 h 7"/>
                  <a:gd name="T2" fmla="*/ 280 w 6"/>
                  <a:gd name="T3" fmla="*/ 137 h 7"/>
                  <a:gd name="T4" fmla="*/ 119 w 6"/>
                  <a:gd name="T5" fmla="*/ 431 h 7"/>
                  <a:gd name="T6" fmla="*/ 0 w 6"/>
                  <a:gd name="T7" fmla="*/ 360 h 7"/>
                  <a:gd name="T8" fmla="*/ 176 w 6"/>
                  <a:gd name="T9" fmla="*/ 497 h 7"/>
                  <a:gd name="T10" fmla="*/ 337 w 6"/>
                  <a:gd name="T11" fmla="*/ 207 h 7"/>
                  <a:gd name="T12" fmla="*/ 280 w 6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5" y="4"/>
                      <a:pt x="4" y="6"/>
                      <a:pt x="2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5" y="7"/>
                      <a:pt x="6" y="5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1" name="Oval 771">
                <a:extLst>
                  <a:ext uri="{FF2B5EF4-FFF2-40B4-BE49-F238E27FC236}">
                    <a16:creationId xmlns:a16="http://schemas.microsoft.com/office/drawing/2014/main" id="{CBE15F05-8E1C-4AAA-8EFA-DB7FE09B8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349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2" name="Oval 772">
                <a:extLst>
                  <a:ext uri="{FF2B5EF4-FFF2-40B4-BE49-F238E27FC236}">
                    <a16:creationId xmlns:a16="http://schemas.microsoft.com/office/drawing/2014/main" id="{1F5E41CA-EBA4-4542-9B42-C7150F845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" y="2500"/>
                <a:ext cx="58" cy="58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3" name="Freeform 773">
                <a:extLst>
                  <a:ext uri="{FF2B5EF4-FFF2-40B4-BE49-F238E27FC236}">
                    <a16:creationId xmlns:a16="http://schemas.microsoft.com/office/drawing/2014/main" id="{83EA4412-CDD4-45FB-BBDF-65EBF3478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508"/>
                <a:ext cx="43" cy="46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26 h 11"/>
                  <a:gd name="T4" fmla="*/ 184 w 11"/>
                  <a:gd name="T5" fmla="*/ 665 h 11"/>
                  <a:gd name="T6" fmla="*/ 0 w 11"/>
                  <a:gd name="T7" fmla="*/ 577 h 11"/>
                  <a:gd name="T8" fmla="*/ 305 w 11"/>
                  <a:gd name="T9" fmla="*/ 803 h 11"/>
                  <a:gd name="T10" fmla="*/ 657 w 11"/>
                  <a:gd name="T11" fmla="*/ 368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8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4" name="Oval 774">
                <a:extLst>
                  <a:ext uri="{FF2B5EF4-FFF2-40B4-BE49-F238E27FC236}">
                    <a16:creationId xmlns:a16="http://schemas.microsoft.com/office/drawing/2014/main" id="{D713AE44-B28B-44C6-BD8F-6D20C6D10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51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5" name="Oval 775">
                <a:extLst>
                  <a:ext uri="{FF2B5EF4-FFF2-40B4-BE49-F238E27FC236}">
                    <a16:creationId xmlns:a16="http://schemas.microsoft.com/office/drawing/2014/main" id="{2EF083FC-D3C0-4D5A-976B-0A5601FEC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338"/>
                <a:ext cx="55" cy="58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6" name="Freeform 776">
                <a:extLst>
                  <a:ext uri="{FF2B5EF4-FFF2-40B4-BE49-F238E27FC236}">
                    <a16:creationId xmlns:a16="http://schemas.microsoft.com/office/drawing/2014/main" id="{0931CD5A-885C-4BA9-A4A9-A23F827DA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346"/>
                <a:ext cx="43" cy="46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26 h 11"/>
                  <a:gd name="T4" fmla="*/ 184 w 11"/>
                  <a:gd name="T5" fmla="*/ 665 h 11"/>
                  <a:gd name="T6" fmla="*/ 0 w 11"/>
                  <a:gd name="T7" fmla="*/ 665 h 11"/>
                  <a:gd name="T8" fmla="*/ 305 w 11"/>
                  <a:gd name="T9" fmla="*/ 803 h 11"/>
                  <a:gd name="T10" fmla="*/ 657 w 11"/>
                  <a:gd name="T11" fmla="*/ 368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9" y="1"/>
                      <a:pt x="9" y="2"/>
                      <a:pt x="9" y="3"/>
                    </a:cubicBezTo>
                    <a:cubicBezTo>
                      <a:pt x="9" y="7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9" y="11"/>
                      <a:pt x="11" y="9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7" name="Oval 777">
                <a:extLst>
                  <a:ext uri="{FF2B5EF4-FFF2-40B4-BE49-F238E27FC236}">
                    <a16:creationId xmlns:a16="http://schemas.microsoft.com/office/drawing/2014/main" id="{F12491E9-A593-44C2-B1A4-3EE8F3557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35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8" name="Oval 778">
                <a:extLst>
                  <a:ext uri="{FF2B5EF4-FFF2-40B4-BE49-F238E27FC236}">
                    <a16:creationId xmlns:a16="http://schemas.microsoft.com/office/drawing/2014/main" id="{113E6F9F-DB3B-4577-A787-E4F7B7C48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329"/>
                <a:ext cx="59" cy="59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9" name="Freeform 779">
                <a:extLst>
                  <a:ext uri="{FF2B5EF4-FFF2-40B4-BE49-F238E27FC236}">
                    <a16:creationId xmlns:a16="http://schemas.microsoft.com/office/drawing/2014/main" id="{66717D74-E034-4B9F-B7F4-44D05CA4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338"/>
                <a:ext cx="47" cy="46"/>
              </a:xfrm>
              <a:custGeom>
                <a:avLst/>
                <a:gdLst>
                  <a:gd name="T0" fmla="*/ 474 w 12"/>
                  <a:gd name="T1" fmla="*/ 0 h 11"/>
                  <a:gd name="T2" fmla="*/ 537 w 12"/>
                  <a:gd name="T3" fmla="*/ 226 h 11"/>
                  <a:gd name="T4" fmla="*/ 184 w 12"/>
                  <a:gd name="T5" fmla="*/ 665 h 11"/>
                  <a:gd name="T6" fmla="*/ 0 w 12"/>
                  <a:gd name="T7" fmla="*/ 665 h 11"/>
                  <a:gd name="T8" fmla="*/ 306 w 12"/>
                  <a:gd name="T9" fmla="*/ 803 h 11"/>
                  <a:gd name="T10" fmla="*/ 721 w 12"/>
                  <a:gd name="T11" fmla="*/ 368 h 11"/>
                  <a:gd name="T12" fmla="*/ 474 w 12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8" y="0"/>
                    </a:moveTo>
                    <a:cubicBezTo>
                      <a:pt x="9" y="1"/>
                      <a:pt x="9" y="2"/>
                      <a:pt x="9" y="3"/>
                    </a:cubicBezTo>
                    <a:cubicBezTo>
                      <a:pt x="9" y="7"/>
                      <a:pt x="7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9"/>
                      <a:pt x="12" y="5"/>
                    </a:cubicBezTo>
                    <a:cubicBezTo>
                      <a:pt x="12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0" name="Oval 780">
                <a:extLst>
                  <a:ext uri="{FF2B5EF4-FFF2-40B4-BE49-F238E27FC236}">
                    <a16:creationId xmlns:a16="http://schemas.microsoft.com/office/drawing/2014/main" id="{7B02F4E5-9DD7-4E23-8E5C-8FC6D80D0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234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1" name="Oval 781">
                <a:extLst>
                  <a:ext uri="{FF2B5EF4-FFF2-40B4-BE49-F238E27FC236}">
                    <a16:creationId xmlns:a16="http://schemas.microsoft.com/office/drawing/2014/main" id="{467875B9-2FE9-4F19-99F1-65C18D5DF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2359"/>
                <a:ext cx="59" cy="58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2" name="Freeform 782">
                <a:extLst>
                  <a:ext uri="{FF2B5EF4-FFF2-40B4-BE49-F238E27FC236}">
                    <a16:creationId xmlns:a16="http://schemas.microsoft.com/office/drawing/2014/main" id="{B1024653-5B11-40A7-AB5D-E6EA13DC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367"/>
                <a:ext cx="43" cy="46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26 h 11"/>
                  <a:gd name="T4" fmla="*/ 184 w 11"/>
                  <a:gd name="T5" fmla="*/ 665 h 11"/>
                  <a:gd name="T6" fmla="*/ 0 w 11"/>
                  <a:gd name="T7" fmla="*/ 665 h 11"/>
                  <a:gd name="T8" fmla="*/ 305 w 11"/>
                  <a:gd name="T9" fmla="*/ 803 h 11"/>
                  <a:gd name="T10" fmla="*/ 657 w 11"/>
                  <a:gd name="T11" fmla="*/ 368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8" y="1"/>
                      <a:pt x="9" y="2"/>
                      <a:pt x="9" y="3"/>
                    </a:cubicBezTo>
                    <a:cubicBezTo>
                      <a:pt x="9" y="7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9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3" name="Oval 783">
                <a:extLst>
                  <a:ext uri="{FF2B5EF4-FFF2-40B4-BE49-F238E27FC236}">
                    <a16:creationId xmlns:a16="http://schemas.microsoft.com/office/drawing/2014/main" id="{60BDC851-0D7E-464A-B869-B8A4A491B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0" y="237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4" name="Oval 784">
                <a:extLst>
                  <a:ext uri="{FF2B5EF4-FFF2-40B4-BE49-F238E27FC236}">
                    <a16:creationId xmlns:a16="http://schemas.microsoft.com/office/drawing/2014/main" id="{99120592-30F7-4D44-A48C-8FE843590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2400"/>
                <a:ext cx="58" cy="59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5" name="Freeform 785">
                <a:extLst>
                  <a:ext uri="{FF2B5EF4-FFF2-40B4-BE49-F238E27FC236}">
                    <a16:creationId xmlns:a16="http://schemas.microsoft.com/office/drawing/2014/main" id="{6BE50545-DF64-41C4-BAE5-3820C85F3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09"/>
                <a:ext cx="47" cy="45"/>
              </a:xfrm>
              <a:custGeom>
                <a:avLst/>
                <a:gdLst>
                  <a:gd name="T0" fmla="*/ 474 w 12"/>
                  <a:gd name="T1" fmla="*/ 0 h 11"/>
                  <a:gd name="T2" fmla="*/ 537 w 12"/>
                  <a:gd name="T3" fmla="*/ 200 h 11"/>
                  <a:gd name="T4" fmla="*/ 184 w 12"/>
                  <a:gd name="T5" fmla="*/ 618 h 11"/>
                  <a:gd name="T6" fmla="*/ 0 w 12"/>
                  <a:gd name="T7" fmla="*/ 618 h 11"/>
                  <a:gd name="T8" fmla="*/ 306 w 12"/>
                  <a:gd name="T9" fmla="*/ 753 h 11"/>
                  <a:gd name="T10" fmla="*/ 721 w 12"/>
                  <a:gd name="T11" fmla="*/ 335 h 11"/>
                  <a:gd name="T12" fmla="*/ 474 w 12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8" y="0"/>
                    </a:moveTo>
                    <a:cubicBezTo>
                      <a:pt x="9" y="1"/>
                      <a:pt x="9" y="2"/>
                      <a:pt x="9" y="3"/>
                    </a:cubicBezTo>
                    <a:cubicBezTo>
                      <a:pt x="9" y="7"/>
                      <a:pt x="7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2" y="10"/>
                      <a:pt x="3" y="11"/>
                      <a:pt x="5" y="11"/>
                    </a:cubicBezTo>
                    <a:cubicBezTo>
                      <a:pt x="9" y="11"/>
                      <a:pt x="12" y="9"/>
                      <a:pt x="12" y="5"/>
                    </a:cubicBezTo>
                    <a:cubicBezTo>
                      <a:pt x="12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6" name="Oval 786">
                <a:extLst>
                  <a:ext uri="{FF2B5EF4-FFF2-40B4-BE49-F238E27FC236}">
                    <a16:creationId xmlns:a16="http://schemas.microsoft.com/office/drawing/2014/main" id="{E09DE66B-E2FA-43D3-91F9-F48DC8083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241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7" name="Oval 787">
                <a:extLst>
                  <a:ext uri="{FF2B5EF4-FFF2-40B4-BE49-F238E27FC236}">
                    <a16:creationId xmlns:a16="http://schemas.microsoft.com/office/drawing/2014/main" id="{F92B5394-2705-4B69-9382-B200D7885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2504"/>
                <a:ext cx="55" cy="63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8" name="Freeform 788">
                <a:extLst>
                  <a:ext uri="{FF2B5EF4-FFF2-40B4-BE49-F238E27FC236}">
                    <a16:creationId xmlns:a16="http://schemas.microsoft.com/office/drawing/2014/main" id="{142B8B3B-A5B9-40E3-9F24-EEE0A09FD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513"/>
                <a:ext cx="43" cy="50"/>
              </a:xfrm>
              <a:custGeom>
                <a:avLst/>
                <a:gdLst>
                  <a:gd name="T0" fmla="*/ 473 w 11"/>
                  <a:gd name="T1" fmla="*/ 0 h 12"/>
                  <a:gd name="T2" fmla="*/ 536 w 11"/>
                  <a:gd name="T3" fmla="*/ 296 h 12"/>
                  <a:gd name="T4" fmla="*/ 184 w 11"/>
                  <a:gd name="T5" fmla="*/ 729 h 12"/>
                  <a:gd name="T6" fmla="*/ 0 w 11"/>
                  <a:gd name="T7" fmla="*/ 658 h 12"/>
                  <a:gd name="T8" fmla="*/ 305 w 11"/>
                  <a:gd name="T9" fmla="*/ 867 h 12"/>
                  <a:gd name="T10" fmla="*/ 657 w 11"/>
                  <a:gd name="T11" fmla="*/ 433 h 12"/>
                  <a:gd name="T12" fmla="*/ 473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1" y="11"/>
                      <a:pt x="3" y="12"/>
                      <a:pt x="5" y="12"/>
                    </a:cubicBez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9" name="Oval 789">
                <a:extLst>
                  <a:ext uri="{FF2B5EF4-FFF2-40B4-BE49-F238E27FC236}">
                    <a16:creationId xmlns:a16="http://schemas.microsoft.com/office/drawing/2014/main" id="{E5201C1D-505E-47C4-9681-3FF456666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3" y="252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0" name="Oval 790">
                <a:extLst>
                  <a:ext uri="{FF2B5EF4-FFF2-40B4-BE49-F238E27FC236}">
                    <a16:creationId xmlns:a16="http://schemas.microsoft.com/office/drawing/2014/main" id="{5F4DCB7B-78E7-48E1-B5AB-B6E6C153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2425"/>
                <a:ext cx="39" cy="46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1" name="Freeform 791">
                <a:extLst>
                  <a:ext uri="{FF2B5EF4-FFF2-40B4-BE49-F238E27FC236}">
                    <a16:creationId xmlns:a16="http://schemas.microsoft.com/office/drawing/2014/main" id="{74A328CF-E739-476B-9C73-94894911E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434"/>
                <a:ext cx="31" cy="33"/>
              </a:xfrm>
              <a:custGeom>
                <a:avLst/>
                <a:gdLst>
                  <a:gd name="T0" fmla="*/ 287 w 8"/>
                  <a:gd name="T1" fmla="*/ 0 h 8"/>
                  <a:gd name="T2" fmla="*/ 345 w 8"/>
                  <a:gd name="T3" fmla="*/ 136 h 8"/>
                  <a:gd name="T4" fmla="*/ 120 w 8"/>
                  <a:gd name="T5" fmla="*/ 425 h 8"/>
                  <a:gd name="T6" fmla="*/ 0 w 8"/>
                  <a:gd name="T7" fmla="*/ 425 h 8"/>
                  <a:gd name="T8" fmla="*/ 182 w 8"/>
                  <a:gd name="T9" fmla="*/ 561 h 8"/>
                  <a:gd name="T10" fmla="*/ 465 w 8"/>
                  <a:gd name="T11" fmla="*/ 206 h 8"/>
                  <a:gd name="T12" fmla="*/ 287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6" y="0"/>
                      <a:pt x="6" y="1"/>
                      <a:pt x="6" y="2"/>
                    </a:cubicBezTo>
                    <a:cubicBezTo>
                      <a:pt x="6" y="4"/>
                      <a:pt x="4" y="6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6" y="8"/>
                      <a:pt x="8" y="6"/>
                      <a:pt x="8" y="3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2" name="Oval 792">
                <a:extLst>
                  <a:ext uri="{FF2B5EF4-FFF2-40B4-BE49-F238E27FC236}">
                    <a16:creationId xmlns:a16="http://schemas.microsoft.com/office/drawing/2014/main" id="{2F15E649-6395-4727-AEFB-DF76E97D6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2434"/>
                <a:ext cx="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3" name="Oval 793">
                <a:extLst>
                  <a:ext uri="{FF2B5EF4-FFF2-40B4-BE49-F238E27FC236}">
                    <a16:creationId xmlns:a16="http://schemas.microsoft.com/office/drawing/2014/main" id="{9AE4ABCB-A2B1-4E56-907D-08FDD0A88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471"/>
                <a:ext cx="43" cy="46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4" name="Freeform 794">
                <a:extLst>
                  <a:ext uri="{FF2B5EF4-FFF2-40B4-BE49-F238E27FC236}">
                    <a16:creationId xmlns:a16="http://schemas.microsoft.com/office/drawing/2014/main" id="{BC080D41-020B-460B-94AD-4869B9BC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479"/>
                <a:ext cx="31" cy="34"/>
              </a:xfrm>
              <a:custGeom>
                <a:avLst/>
                <a:gdLst>
                  <a:gd name="T0" fmla="*/ 345 w 8"/>
                  <a:gd name="T1" fmla="*/ 0 h 8"/>
                  <a:gd name="T2" fmla="*/ 345 w 8"/>
                  <a:gd name="T3" fmla="*/ 162 h 8"/>
                  <a:gd name="T4" fmla="*/ 120 w 8"/>
                  <a:gd name="T5" fmla="*/ 544 h 8"/>
                  <a:gd name="T6" fmla="*/ 0 w 8"/>
                  <a:gd name="T7" fmla="*/ 472 h 8"/>
                  <a:gd name="T8" fmla="*/ 240 w 8"/>
                  <a:gd name="T9" fmla="*/ 616 h 8"/>
                  <a:gd name="T10" fmla="*/ 465 w 8"/>
                  <a:gd name="T11" fmla="*/ 306 h 8"/>
                  <a:gd name="T12" fmla="*/ 345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0"/>
                      <a:pt x="6" y="1"/>
                      <a:pt x="6" y="2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1" y="7"/>
                      <a:pt x="1" y="6"/>
                      <a:pt x="0" y="6"/>
                    </a:cubicBezTo>
                    <a:cubicBezTo>
                      <a:pt x="1" y="7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5" name="Oval 795">
                <a:extLst>
                  <a:ext uri="{FF2B5EF4-FFF2-40B4-BE49-F238E27FC236}">
                    <a16:creationId xmlns:a16="http://schemas.microsoft.com/office/drawing/2014/main" id="{A59D63E9-F4B8-4C01-8AE5-929197FC7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483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6" name="Oval 796">
                <a:extLst>
                  <a:ext uri="{FF2B5EF4-FFF2-40B4-BE49-F238E27FC236}">
                    <a16:creationId xmlns:a16="http://schemas.microsoft.com/office/drawing/2014/main" id="{D0FD3FD9-0BCD-4166-804C-6AD71AFD2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396"/>
                <a:ext cx="43" cy="42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7" name="Freeform 797">
                <a:extLst>
                  <a:ext uri="{FF2B5EF4-FFF2-40B4-BE49-F238E27FC236}">
                    <a16:creationId xmlns:a16="http://schemas.microsoft.com/office/drawing/2014/main" id="{1DD40582-EBEC-4C34-BE90-A7CC184AA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400"/>
                <a:ext cx="32" cy="34"/>
              </a:xfrm>
              <a:custGeom>
                <a:avLst/>
                <a:gdLst>
                  <a:gd name="T0" fmla="*/ 384 w 8"/>
                  <a:gd name="T1" fmla="*/ 0 h 8"/>
                  <a:gd name="T2" fmla="*/ 448 w 8"/>
                  <a:gd name="T3" fmla="*/ 234 h 8"/>
                  <a:gd name="T4" fmla="*/ 128 w 8"/>
                  <a:gd name="T5" fmla="*/ 544 h 8"/>
                  <a:gd name="T6" fmla="*/ 0 w 8"/>
                  <a:gd name="T7" fmla="*/ 544 h 8"/>
                  <a:gd name="T8" fmla="*/ 256 w 8"/>
                  <a:gd name="T9" fmla="*/ 616 h 8"/>
                  <a:gd name="T10" fmla="*/ 512 w 8"/>
                  <a:gd name="T11" fmla="*/ 306 h 8"/>
                  <a:gd name="T12" fmla="*/ 384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7" y="5"/>
                      <a:pt x="5" y="7"/>
                      <a:pt x="2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8" name="Oval 798">
                <a:extLst>
                  <a:ext uri="{FF2B5EF4-FFF2-40B4-BE49-F238E27FC236}">
                    <a16:creationId xmlns:a16="http://schemas.microsoft.com/office/drawing/2014/main" id="{8FC0E3E5-0C1A-4A34-B4B0-D9D21EE9D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404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9" name="Oval 799">
                <a:extLst>
                  <a:ext uri="{FF2B5EF4-FFF2-40B4-BE49-F238E27FC236}">
                    <a16:creationId xmlns:a16="http://schemas.microsoft.com/office/drawing/2014/main" id="{21E28DE1-3789-4AFA-B0C0-A2545650D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421"/>
                <a:ext cx="43" cy="42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0" name="Freeform 800">
                <a:extLst>
                  <a:ext uri="{FF2B5EF4-FFF2-40B4-BE49-F238E27FC236}">
                    <a16:creationId xmlns:a16="http://schemas.microsoft.com/office/drawing/2014/main" id="{72E23355-AB50-4919-BA17-1E58066E3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425"/>
                <a:ext cx="32" cy="34"/>
              </a:xfrm>
              <a:custGeom>
                <a:avLst/>
                <a:gdLst>
                  <a:gd name="T0" fmla="*/ 384 w 8"/>
                  <a:gd name="T1" fmla="*/ 0 h 8"/>
                  <a:gd name="T2" fmla="*/ 384 w 8"/>
                  <a:gd name="T3" fmla="*/ 234 h 8"/>
                  <a:gd name="T4" fmla="*/ 128 w 8"/>
                  <a:gd name="T5" fmla="*/ 544 h 8"/>
                  <a:gd name="T6" fmla="*/ 0 w 8"/>
                  <a:gd name="T7" fmla="*/ 544 h 8"/>
                  <a:gd name="T8" fmla="*/ 256 w 8"/>
                  <a:gd name="T9" fmla="*/ 616 h 8"/>
                  <a:gd name="T10" fmla="*/ 512 w 8"/>
                  <a:gd name="T11" fmla="*/ 306 h 8"/>
                  <a:gd name="T12" fmla="*/ 384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1" name="Oval 801">
                <a:extLst>
                  <a:ext uri="{FF2B5EF4-FFF2-40B4-BE49-F238E27FC236}">
                    <a16:creationId xmlns:a16="http://schemas.microsoft.com/office/drawing/2014/main" id="{6134DEEC-7F11-4452-804A-B718180DA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42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2" name="Oval 802">
                <a:extLst>
                  <a:ext uri="{FF2B5EF4-FFF2-40B4-BE49-F238E27FC236}">
                    <a16:creationId xmlns:a16="http://schemas.microsoft.com/office/drawing/2014/main" id="{661B904F-91DB-480B-8DD8-436EF62A9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2463"/>
                <a:ext cx="43" cy="41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3" name="Freeform 803">
                <a:extLst>
                  <a:ext uri="{FF2B5EF4-FFF2-40B4-BE49-F238E27FC236}">
                    <a16:creationId xmlns:a16="http://schemas.microsoft.com/office/drawing/2014/main" id="{616EBEBA-E8CE-4C8B-AD9D-A8CE85FF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467"/>
                <a:ext cx="31" cy="33"/>
              </a:xfrm>
              <a:custGeom>
                <a:avLst/>
                <a:gdLst>
                  <a:gd name="T0" fmla="*/ 345 w 8"/>
                  <a:gd name="T1" fmla="*/ 0 h 8"/>
                  <a:gd name="T2" fmla="*/ 407 w 8"/>
                  <a:gd name="T3" fmla="*/ 206 h 8"/>
                  <a:gd name="T4" fmla="*/ 120 w 8"/>
                  <a:gd name="T5" fmla="*/ 495 h 8"/>
                  <a:gd name="T6" fmla="*/ 0 w 8"/>
                  <a:gd name="T7" fmla="*/ 495 h 8"/>
                  <a:gd name="T8" fmla="*/ 240 w 8"/>
                  <a:gd name="T9" fmla="*/ 561 h 8"/>
                  <a:gd name="T10" fmla="*/ 465 w 8"/>
                  <a:gd name="T11" fmla="*/ 289 h 8"/>
                  <a:gd name="T12" fmla="*/ 345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7" y="5"/>
                      <a:pt x="5" y="7"/>
                      <a:pt x="2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4" name="Oval 804">
                <a:extLst>
                  <a:ext uri="{FF2B5EF4-FFF2-40B4-BE49-F238E27FC236}">
                    <a16:creationId xmlns:a16="http://schemas.microsoft.com/office/drawing/2014/main" id="{E9340494-7717-46CE-8F24-AE75E2E8E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471"/>
                <a:ext cx="11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5" name="Oval 805">
                <a:extLst>
                  <a:ext uri="{FF2B5EF4-FFF2-40B4-BE49-F238E27FC236}">
                    <a16:creationId xmlns:a16="http://schemas.microsoft.com/office/drawing/2014/main" id="{0FF726AA-853C-4BE6-BF15-2CE16C1EA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558"/>
                <a:ext cx="43" cy="46"/>
              </a:xfrm>
              <a:prstGeom prst="ellipse">
                <a:avLst/>
              </a:prstGeom>
              <a:solidFill>
                <a:srgbClr val="FFF2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6" name="Freeform 806">
                <a:extLst>
                  <a:ext uri="{FF2B5EF4-FFF2-40B4-BE49-F238E27FC236}">
                    <a16:creationId xmlns:a16="http://schemas.microsoft.com/office/drawing/2014/main" id="{48B8FDA1-519B-4491-B9EF-1D26D7614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567"/>
                <a:ext cx="31" cy="33"/>
              </a:xfrm>
              <a:custGeom>
                <a:avLst/>
                <a:gdLst>
                  <a:gd name="T0" fmla="*/ 345 w 8"/>
                  <a:gd name="T1" fmla="*/ 0 h 8"/>
                  <a:gd name="T2" fmla="*/ 407 w 8"/>
                  <a:gd name="T3" fmla="*/ 136 h 8"/>
                  <a:gd name="T4" fmla="*/ 120 w 8"/>
                  <a:gd name="T5" fmla="*/ 425 h 8"/>
                  <a:gd name="T6" fmla="*/ 0 w 8"/>
                  <a:gd name="T7" fmla="*/ 425 h 8"/>
                  <a:gd name="T8" fmla="*/ 240 w 8"/>
                  <a:gd name="T9" fmla="*/ 561 h 8"/>
                  <a:gd name="T10" fmla="*/ 465 w 8"/>
                  <a:gd name="T11" fmla="*/ 206 h 8"/>
                  <a:gd name="T12" fmla="*/ 345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0"/>
                      <a:pt x="7" y="1"/>
                      <a:pt x="7" y="2"/>
                    </a:cubicBezTo>
                    <a:cubicBezTo>
                      <a:pt x="7" y="4"/>
                      <a:pt x="5" y="6"/>
                      <a:pt x="2" y="6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1" y="7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3"/>
                    </a:cubicBezTo>
                    <a:cubicBezTo>
                      <a:pt x="8" y="2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rgbClr val="FFE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7" name="Oval 807">
                <a:extLst>
                  <a:ext uri="{FF2B5EF4-FFF2-40B4-BE49-F238E27FC236}">
                    <a16:creationId xmlns:a16="http://schemas.microsoft.com/office/drawing/2014/main" id="{57A0B3D4-3C77-4ADC-BB12-F7FC897DF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56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8" name="Oval 808">
                <a:extLst>
                  <a:ext uri="{FF2B5EF4-FFF2-40B4-BE49-F238E27FC236}">
                    <a16:creationId xmlns:a16="http://schemas.microsoft.com/office/drawing/2014/main" id="{8F61E253-4372-4543-9DF7-00C484E87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813"/>
                <a:ext cx="39" cy="41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9" name="Freeform 809">
                <a:extLst>
                  <a:ext uri="{FF2B5EF4-FFF2-40B4-BE49-F238E27FC236}">
                    <a16:creationId xmlns:a16="http://schemas.microsoft.com/office/drawing/2014/main" id="{6007CB1B-3574-4732-82D9-086986D1D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17"/>
                <a:ext cx="31" cy="33"/>
              </a:xfrm>
              <a:custGeom>
                <a:avLst/>
                <a:gdLst>
                  <a:gd name="T0" fmla="*/ 287 w 8"/>
                  <a:gd name="T1" fmla="*/ 0 h 8"/>
                  <a:gd name="T2" fmla="*/ 345 w 8"/>
                  <a:gd name="T3" fmla="*/ 206 h 8"/>
                  <a:gd name="T4" fmla="*/ 120 w 8"/>
                  <a:gd name="T5" fmla="*/ 495 h 8"/>
                  <a:gd name="T6" fmla="*/ 0 w 8"/>
                  <a:gd name="T7" fmla="*/ 425 h 8"/>
                  <a:gd name="T8" fmla="*/ 182 w 8"/>
                  <a:gd name="T9" fmla="*/ 561 h 8"/>
                  <a:gd name="T10" fmla="*/ 465 w 8"/>
                  <a:gd name="T11" fmla="*/ 289 h 8"/>
                  <a:gd name="T12" fmla="*/ 287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0" name="Oval 810">
                <a:extLst>
                  <a:ext uri="{FF2B5EF4-FFF2-40B4-BE49-F238E27FC236}">
                    <a16:creationId xmlns:a16="http://schemas.microsoft.com/office/drawing/2014/main" id="{B3BA3675-3754-4688-B04C-9004BD6A0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821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1" name="Oval 811">
                <a:extLst>
                  <a:ext uri="{FF2B5EF4-FFF2-40B4-BE49-F238E27FC236}">
                    <a16:creationId xmlns:a16="http://schemas.microsoft.com/office/drawing/2014/main" id="{0ADC5823-8D91-4ACB-94ED-C155CED56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733"/>
                <a:ext cx="39" cy="46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2" name="Freeform 812">
                <a:extLst>
                  <a:ext uri="{FF2B5EF4-FFF2-40B4-BE49-F238E27FC236}">
                    <a16:creationId xmlns:a16="http://schemas.microsoft.com/office/drawing/2014/main" id="{48BE28A9-C01E-48D0-9E9A-1C4E65601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742"/>
                <a:ext cx="28" cy="33"/>
              </a:xfrm>
              <a:custGeom>
                <a:avLst/>
                <a:gdLst>
                  <a:gd name="T0" fmla="*/ 320 w 7"/>
                  <a:gd name="T1" fmla="*/ 0 h 8"/>
                  <a:gd name="T2" fmla="*/ 384 w 7"/>
                  <a:gd name="T3" fmla="*/ 136 h 8"/>
                  <a:gd name="T4" fmla="*/ 128 w 7"/>
                  <a:gd name="T5" fmla="*/ 495 h 8"/>
                  <a:gd name="T6" fmla="*/ 0 w 7"/>
                  <a:gd name="T7" fmla="*/ 425 h 8"/>
                  <a:gd name="T8" fmla="*/ 192 w 7"/>
                  <a:gd name="T9" fmla="*/ 561 h 8"/>
                  <a:gd name="T10" fmla="*/ 448 w 7"/>
                  <a:gd name="T11" fmla="*/ 289 h 8"/>
                  <a:gd name="T12" fmla="*/ 320 w 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7"/>
                      <a:pt x="2" y="8"/>
                      <a:pt x="3" y="8"/>
                    </a:cubicBezTo>
                    <a:cubicBezTo>
                      <a:pt x="5" y="8"/>
                      <a:pt x="7" y="6"/>
                      <a:pt x="7" y="4"/>
                    </a:cubicBezTo>
                    <a:cubicBezTo>
                      <a:pt x="7" y="2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3" name="Oval 813">
                <a:extLst>
                  <a:ext uri="{FF2B5EF4-FFF2-40B4-BE49-F238E27FC236}">
                    <a16:creationId xmlns:a16="http://schemas.microsoft.com/office/drawing/2014/main" id="{4479C5AE-C308-4EF7-8D0E-CE70DD1C9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74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4" name="Oval 814">
                <a:extLst>
                  <a:ext uri="{FF2B5EF4-FFF2-40B4-BE49-F238E27FC236}">
                    <a16:creationId xmlns:a16="http://schemas.microsoft.com/office/drawing/2014/main" id="{BFB838B8-CCED-4EB0-A4AB-FD96AD499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767"/>
                <a:ext cx="43" cy="46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5" name="Freeform 815">
                <a:extLst>
                  <a:ext uri="{FF2B5EF4-FFF2-40B4-BE49-F238E27FC236}">
                    <a16:creationId xmlns:a16="http://schemas.microsoft.com/office/drawing/2014/main" id="{3BEF2BD4-263A-4D0C-96D1-B63DC562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75"/>
                <a:ext cx="31" cy="33"/>
              </a:xfrm>
              <a:custGeom>
                <a:avLst/>
                <a:gdLst>
                  <a:gd name="T0" fmla="*/ 287 w 8"/>
                  <a:gd name="T1" fmla="*/ 0 h 8"/>
                  <a:gd name="T2" fmla="*/ 345 w 8"/>
                  <a:gd name="T3" fmla="*/ 206 h 8"/>
                  <a:gd name="T4" fmla="*/ 120 w 8"/>
                  <a:gd name="T5" fmla="*/ 495 h 8"/>
                  <a:gd name="T6" fmla="*/ 0 w 8"/>
                  <a:gd name="T7" fmla="*/ 425 h 8"/>
                  <a:gd name="T8" fmla="*/ 182 w 8"/>
                  <a:gd name="T9" fmla="*/ 561 h 8"/>
                  <a:gd name="T10" fmla="*/ 465 w 8"/>
                  <a:gd name="T11" fmla="*/ 289 h 8"/>
                  <a:gd name="T12" fmla="*/ 287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6" name="Oval 816">
                <a:extLst>
                  <a:ext uri="{FF2B5EF4-FFF2-40B4-BE49-F238E27FC236}">
                    <a16:creationId xmlns:a16="http://schemas.microsoft.com/office/drawing/2014/main" id="{83E60AA3-59BE-401E-98E7-CE10C20D9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779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7" name="Oval 817">
                <a:extLst>
                  <a:ext uri="{FF2B5EF4-FFF2-40B4-BE49-F238E27FC236}">
                    <a16:creationId xmlns:a16="http://schemas.microsoft.com/office/drawing/2014/main" id="{81B8F183-5AB1-403D-9273-95D23DB47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0" y="2675"/>
                <a:ext cx="39" cy="46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8" name="Freeform 818">
                <a:extLst>
                  <a:ext uri="{FF2B5EF4-FFF2-40B4-BE49-F238E27FC236}">
                    <a16:creationId xmlns:a16="http://schemas.microsoft.com/office/drawing/2014/main" id="{A4D66FF2-2196-4C6B-B347-F8F38A532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83"/>
                <a:ext cx="31" cy="34"/>
              </a:xfrm>
              <a:custGeom>
                <a:avLst/>
                <a:gdLst>
                  <a:gd name="T0" fmla="*/ 287 w 8"/>
                  <a:gd name="T1" fmla="*/ 0 h 8"/>
                  <a:gd name="T2" fmla="*/ 345 w 8"/>
                  <a:gd name="T3" fmla="*/ 162 h 8"/>
                  <a:gd name="T4" fmla="*/ 120 w 8"/>
                  <a:gd name="T5" fmla="*/ 544 h 8"/>
                  <a:gd name="T6" fmla="*/ 0 w 8"/>
                  <a:gd name="T7" fmla="*/ 472 h 8"/>
                  <a:gd name="T8" fmla="*/ 182 w 8"/>
                  <a:gd name="T9" fmla="*/ 616 h 8"/>
                  <a:gd name="T10" fmla="*/ 465 w 8"/>
                  <a:gd name="T11" fmla="*/ 306 h 8"/>
                  <a:gd name="T12" fmla="*/ 287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9" name="Oval 819">
                <a:extLst>
                  <a:ext uri="{FF2B5EF4-FFF2-40B4-BE49-F238E27FC236}">
                    <a16:creationId xmlns:a16="http://schemas.microsoft.com/office/drawing/2014/main" id="{2C07DC20-4367-47CC-B204-1E6D1A39E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6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0" name="Oval 820">
                <a:extLst>
                  <a:ext uri="{FF2B5EF4-FFF2-40B4-BE49-F238E27FC236}">
                    <a16:creationId xmlns:a16="http://schemas.microsoft.com/office/drawing/2014/main" id="{9686EC17-EE26-4F08-843C-62421F0F8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2813"/>
                <a:ext cx="39" cy="41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1" name="Freeform 821">
                <a:extLst>
                  <a:ext uri="{FF2B5EF4-FFF2-40B4-BE49-F238E27FC236}">
                    <a16:creationId xmlns:a16="http://schemas.microsoft.com/office/drawing/2014/main" id="{58E9CB53-E398-4931-B34F-C6A948F20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817"/>
                <a:ext cx="31" cy="33"/>
              </a:xfrm>
              <a:custGeom>
                <a:avLst/>
                <a:gdLst>
                  <a:gd name="T0" fmla="*/ 287 w 8"/>
                  <a:gd name="T1" fmla="*/ 0 h 8"/>
                  <a:gd name="T2" fmla="*/ 345 w 8"/>
                  <a:gd name="T3" fmla="*/ 206 h 8"/>
                  <a:gd name="T4" fmla="*/ 120 w 8"/>
                  <a:gd name="T5" fmla="*/ 495 h 8"/>
                  <a:gd name="T6" fmla="*/ 0 w 8"/>
                  <a:gd name="T7" fmla="*/ 495 h 8"/>
                  <a:gd name="T8" fmla="*/ 182 w 8"/>
                  <a:gd name="T9" fmla="*/ 561 h 8"/>
                  <a:gd name="T10" fmla="*/ 465 w 8"/>
                  <a:gd name="T11" fmla="*/ 289 h 8"/>
                  <a:gd name="T12" fmla="*/ 287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2" name="Oval 822">
                <a:extLst>
                  <a:ext uri="{FF2B5EF4-FFF2-40B4-BE49-F238E27FC236}">
                    <a16:creationId xmlns:a16="http://schemas.microsoft.com/office/drawing/2014/main" id="{66A07B20-CDCA-4876-91C8-BF0DC95D1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9" y="282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3" name="Oval 823">
                <a:extLst>
                  <a:ext uri="{FF2B5EF4-FFF2-40B4-BE49-F238E27FC236}">
                    <a16:creationId xmlns:a16="http://schemas.microsoft.com/office/drawing/2014/main" id="{1FEFED76-FE29-4753-9B37-8195E2A7A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875"/>
                <a:ext cx="43" cy="42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4" name="Freeform 824">
                <a:extLst>
                  <a:ext uri="{FF2B5EF4-FFF2-40B4-BE49-F238E27FC236}">
                    <a16:creationId xmlns:a16="http://schemas.microsoft.com/office/drawing/2014/main" id="{CD0C547F-6F94-4AA0-887D-1EC4679E0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879"/>
                <a:ext cx="32" cy="33"/>
              </a:xfrm>
              <a:custGeom>
                <a:avLst/>
                <a:gdLst>
                  <a:gd name="T0" fmla="*/ 320 w 8"/>
                  <a:gd name="T1" fmla="*/ 0 h 8"/>
                  <a:gd name="T2" fmla="*/ 384 w 8"/>
                  <a:gd name="T3" fmla="*/ 206 h 8"/>
                  <a:gd name="T4" fmla="*/ 128 w 8"/>
                  <a:gd name="T5" fmla="*/ 495 h 8"/>
                  <a:gd name="T6" fmla="*/ 0 w 8"/>
                  <a:gd name="T7" fmla="*/ 495 h 8"/>
                  <a:gd name="T8" fmla="*/ 192 w 8"/>
                  <a:gd name="T9" fmla="*/ 561 h 8"/>
                  <a:gd name="T10" fmla="*/ 512 w 8"/>
                  <a:gd name="T11" fmla="*/ 289 h 8"/>
                  <a:gd name="T12" fmla="*/ 320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5" name="Oval 825">
                <a:extLst>
                  <a:ext uri="{FF2B5EF4-FFF2-40B4-BE49-F238E27FC236}">
                    <a16:creationId xmlns:a16="http://schemas.microsoft.com/office/drawing/2014/main" id="{B9A242E3-BEC0-42BB-9A96-593720628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2883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6" name="Oval 826">
                <a:extLst>
                  <a:ext uri="{FF2B5EF4-FFF2-40B4-BE49-F238E27FC236}">
                    <a16:creationId xmlns:a16="http://schemas.microsoft.com/office/drawing/2014/main" id="{80580464-61CC-4A0F-859E-4363D8C06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825"/>
                <a:ext cx="43" cy="46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7" name="Freeform 827">
                <a:extLst>
                  <a:ext uri="{FF2B5EF4-FFF2-40B4-BE49-F238E27FC236}">
                    <a16:creationId xmlns:a16="http://schemas.microsoft.com/office/drawing/2014/main" id="{99FCC9D6-9927-4D2F-91C6-549DCD858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833"/>
                <a:ext cx="32" cy="34"/>
              </a:xfrm>
              <a:custGeom>
                <a:avLst/>
                <a:gdLst>
                  <a:gd name="T0" fmla="*/ 320 w 8"/>
                  <a:gd name="T1" fmla="*/ 0 h 8"/>
                  <a:gd name="T2" fmla="*/ 384 w 8"/>
                  <a:gd name="T3" fmla="*/ 162 h 8"/>
                  <a:gd name="T4" fmla="*/ 128 w 8"/>
                  <a:gd name="T5" fmla="*/ 472 h 8"/>
                  <a:gd name="T6" fmla="*/ 0 w 8"/>
                  <a:gd name="T7" fmla="*/ 472 h 8"/>
                  <a:gd name="T8" fmla="*/ 192 w 8"/>
                  <a:gd name="T9" fmla="*/ 616 h 8"/>
                  <a:gd name="T10" fmla="*/ 512 w 8"/>
                  <a:gd name="T11" fmla="*/ 234 h 8"/>
                  <a:gd name="T12" fmla="*/ 320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6" y="0"/>
                      <a:pt x="6" y="1"/>
                      <a:pt x="6" y="2"/>
                    </a:cubicBezTo>
                    <a:cubicBezTo>
                      <a:pt x="6" y="4"/>
                      <a:pt x="4" y="6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6" y="8"/>
                      <a:pt x="8" y="6"/>
                      <a:pt x="8" y="3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8" name="Oval 828">
                <a:extLst>
                  <a:ext uri="{FF2B5EF4-FFF2-40B4-BE49-F238E27FC236}">
                    <a16:creationId xmlns:a16="http://schemas.microsoft.com/office/drawing/2014/main" id="{6F1CCA38-9D92-4D06-B5EB-1EAA0E84A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833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9" name="Oval 829">
                <a:extLst>
                  <a:ext uri="{FF2B5EF4-FFF2-40B4-BE49-F238E27FC236}">
                    <a16:creationId xmlns:a16="http://schemas.microsoft.com/office/drawing/2014/main" id="{E41B7050-2089-4D54-AB90-E09E73BEC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896"/>
                <a:ext cx="20" cy="21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0" name="Freeform 830">
                <a:extLst>
                  <a:ext uri="{FF2B5EF4-FFF2-40B4-BE49-F238E27FC236}">
                    <a16:creationId xmlns:a16="http://schemas.microsoft.com/office/drawing/2014/main" id="{A044918A-1D80-4519-8C5D-07A832B83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900"/>
                <a:ext cx="16" cy="12"/>
              </a:xfrm>
              <a:custGeom>
                <a:avLst/>
                <a:gdLst>
                  <a:gd name="T0" fmla="*/ 192 w 4"/>
                  <a:gd name="T1" fmla="*/ 0 h 3"/>
                  <a:gd name="T2" fmla="*/ 192 w 4"/>
                  <a:gd name="T3" fmla="*/ 64 h 3"/>
                  <a:gd name="T4" fmla="*/ 64 w 4"/>
                  <a:gd name="T5" fmla="*/ 192 h 3"/>
                  <a:gd name="T6" fmla="*/ 0 w 4"/>
                  <a:gd name="T7" fmla="*/ 192 h 3"/>
                  <a:gd name="T8" fmla="*/ 128 w 4"/>
                  <a:gd name="T9" fmla="*/ 192 h 3"/>
                  <a:gd name="T10" fmla="*/ 256 w 4"/>
                  <a:gd name="T11" fmla="*/ 64 h 3"/>
                  <a:gd name="T12" fmla="*/ 192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1" name="Oval 831">
                <a:extLst>
                  <a:ext uri="{FF2B5EF4-FFF2-40B4-BE49-F238E27FC236}">
                    <a16:creationId xmlns:a16="http://schemas.microsoft.com/office/drawing/2014/main" id="{F084ABED-333B-40CA-88CB-1AB59C509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90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2" name="Oval 832">
                <a:extLst>
                  <a:ext uri="{FF2B5EF4-FFF2-40B4-BE49-F238E27FC236}">
                    <a16:creationId xmlns:a16="http://schemas.microsoft.com/office/drawing/2014/main" id="{6A3F1CCC-84FC-4245-9F35-92846F55F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2808"/>
                <a:ext cx="19" cy="21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3" name="Freeform 833">
                <a:extLst>
                  <a:ext uri="{FF2B5EF4-FFF2-40B4-BE49-F238E27FC236}">
                    <a16:creationId xmlns:a16="http://schemas.microsoft.com/office/drawing/2014/main" id="{5B174644-FC40-4626-B3BB-9391853D6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813"/>
                <a:ext cx="11" cy="16"/>
              </a:xfrm>
              <a:custGeom>
                <a:avLst/>
                <a:gdLst>
                  <a:gd name="T0" fmla="*/ 95 w 3"/>
                  <a:gd name="T1" fmla="*/ 0 h 4"/>
                  <a:gd name="T2" fmla="*/ 95 w 3"/>
                  <a:gd name="T3" fmla="*/ 64 h 4"/>
                  <a:gd name="T4" fmla="*/ 0 w 3"/>
                  <a:gd name="T5" fmla="*/ 192 h 4"/>
                  <a:gd name="T6" fmla="*/ 0 w 3"/>
                  <a:gd name="T7" fmla="*/ 192 h 4"/>
                  <a:gd name="T8" fmla="*/ 55 w 3"/>
                  <a:gd name="T9" fmla="*/ 256 h 4"/>
                  <a:gd name="T10" fmla="*/ 147 w 3"/>
                  <a:gd name="T11" fmla="*/ 128 h 4"/>
                  <a:gd name="T12" fmla="*/ 9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4" name="Oval 834">
                <a:extLst>
                  <a:ext uri="{FF2B5EF4-FFF2-40B4-BE49-F238E27FC236}">
                    <a16:creationId xmlns:a16="http://schemas.microsoft.com/office/drawing/2014/main" id="{C0144D87-DFFB-4275-9504-7481449DE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281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5" name="Oval 835">
                <a:extLst>
                  <a:ext uri="{FF2B5EF4-FFF2-40B4-BE49-F238E27FC236}">
                    <a16:creationId xmlns:a16="http://schemas.microsoft.com/office/drawing/2014/main" id="{8F4E93A1-EA0F-484B-B1CF-150DC64EC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758"/>
                <a:ext cx="19" cy="21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6" name="Freeform 836">
                <a:extLst>
                  <a:ext uri="{FF2B5EF4-FFF2-40B4-BE49-F238E27FC236}">
                    <a16:creationId xmlns:a16="http://schemas.microsoft.com/office/drawing/2014/main" id="{C1CFBD58-5F1A-4A63-9CD6-816F9C5FC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758"/>
                <a:ext cx="11" cy="17"/>
              </a:xfrm>
              <a:custGeom>
                <a:avLst/>
                <a:gdLst>
                  <a:gd name="T0" fmla="*/ 95 w 3"/>
                  <a:gd name="T1" fmla="*/ 0 h 4"/>
                  <a:gd name="T2" fmla="*/ 147 w 3"/>
                  <a:gd name="T3" fmla="*/ 162 h 4"/>
                  <a:gd name="T4" fmla="*/ 55 w 3"/>
                  <a:gd name="T5" fmla="*/ 306 h 4"/>
                  <a:gd name="T6" fmla="*/ 0 w 3"/>
                  <a:gd name="T7" fmla="*/ 234 h 4"/>
                  <a:gd name="T8" fmla="*/ 55 w 3"/>
                  <a:gd name="T9" fmla="*/ 306 h 4"/>
                  <a:gd name="T10" fmla="*/ 147 w 3"/>
                  <a:gd name="T11" fmla="*/ 162 h 4"/>
                  <a:gd name="T12" fmla="*/ 95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7" name="Oval 837">
                <a:extLst>
                  <a:ext uri="{FF2B5EF4-FFF2-40B4-BE49-F238E27FC236}">
                    <a16:creationId xmlns:a16="http://schemas.microsoft.com/office/drawing/2014/main" id="{C5A1DBEA-A88E-4FCB-9EE6-3295460FF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276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8" name="Oval 838">
                <a:extLst>
                  <a:ext uri="{FF2B5EF4-FFF2-40B4-BE49-F238E27FC236}">
                    <a16:creationId xmlns:a16="http://schemas.microsoft.com/office/drawing/2014/main" id="{88EC3DA1-0B2C-4BF2-A4CB-E8BB3DD87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2817"/>
                <a:ext cx="43" cy="46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9" name="Freeform 839">
                <a:extLst>
                  <a:ext uri="{FF2B5EF4-FFF2-40B4-BE49-F238E27FC236}">
                    <a16:creationId xmlns:a16="http://schemas.microsoft.com/office/drawing/2014/main" id="{24F1DB59-15FD-4C33-AD64-A853E094C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825"/>
                <a:ext cx="31" cy="33"/>
              </a:xfrm>
              <a:custGeom>
                <a:avLst/>
                <a:gdLst>
                  <a:gd name="T0" fmla="*/ 345 w 8"/>
                  <a:gd name="T1" fmla="*/ 0 h 8"/>
                  <a:gd name="T2" fmla="*/ 345 w 8"/>
                  <a:gd name="T3" fmla="*/ 136 h 8"/>
                  <a:gd name="T4" fmla="*/ 120 w 8"/>
                  <a:gd name="T5" fmla="*/ 425 h 8"/>
                  <a:gd name="T6" fmla="*/ 0 w 8"/>
                  <a:gd name="T7" fmla="*/ 425 h 8"/>
                  <a:gd name="T8" fmla="*/ 240 w 8"/>
                  <a:gd name="T9" fmla="*/ 561 h 8"/>
                  <a:gd name="T10" fmla="*/ 465 w 8"/>
                  <a:gd name="T11" fmla="*/ 206 h 8"/>
                  <a:gd name="T12" fmla="*/ 345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0"/>
                      <a:pt x="6" y="1"/>
                      <a:pt x="6" y="2"/>
                    </a:cubicBezTo>
                    <a:cubicBezTo>
                      <a:pt x="6" y="5"/>
                      <a:pt x="5" y="6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7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3"/>
                    </a:cubicBezTo>
                    <a:cubicBezTo>
                      <a:pt x="8" y="2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0" name="Oval 840">
                <a:extLst>
                  <a:ext uri="{FF2B5EF4-FFF2-40B4-BE49-F238E27FC236}">
                    <a16:creationId xmlns:a16="http://schemas.microsoft.com/office/drawing/2014/main" id="{C29F597F-52D6-4AB3-B7B0-893DB6EB8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2825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1" name="Oval 841">
                <a:extLst>
                  <a:ext uri="{FF2B5EF4-FFF2-40B4-BE49-F238E27FC236}">
                    <a16:creationId xmlns:a16="http://schemas.microsoft.com/office/drawing/2014/main" id="{95B62A7C-EBFA-4ED3-ADA5-EE90662F6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771"/>
                <a:ext cx="43" cy="42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2" name="Freeform 842">
                <a:extLst>
                  <a:ext uri="{FF2B5EF4-FFF2-40B4-BE49-F238E27FC236}">
                    <a16:creationId xmlns:a16="http://schemas.microsoft.com/office/drawing/2014/main" id="{008F58C2-4503-4C94-B3D0-6B7B3739D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775"/>
                <a:ext cx="31" cy="38"/>
              </a:xfrm>
              <a:custGeom>
                <a:avLst/>
                <a:gdLst>
                  <a:gd name="T0" fmla="*/ 345 w 8"/>
                  <a:gd name="T1" fmla="*/ 0 h 9"/>
                  <a:gd name="T2" fmla="*/ 345 w 8"/>
                  <a:gd name="T3" fmla="*/ 232 h 9"/>
                  <a:gd name="T4" fmla="*/ 120 w 8"/>
                  <a:gd name="T5" fmla="*/ 536 h 9"/>
                  <a:gd name="T6" fmla="*/ 0 w 8"/>
                  <a:gd name="T7" fmla="*/ 536 h 9"/>
                  <a:gd name="T8" fmla="*/ 240 w 8"/>
                  <a:gd name="T9" fmla="*/ 676 h 9"/>
                  <a:gd name="T10" fmla="*/ 465 w 8"/>
                  <a:gd name="T11" fmla="*/ 304 h 9"/>
                  <a:gd name="T12" fmla="*/ 345 w 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6" y="9"/>
                      <a:pt x="8" y="7"/>
                      <a:pt x="8" y="4"/>
                    </a:cubicBezTo>
                    <a:cubicBezTo>
                      <a:pt x="8" y="3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3" name="Oval 843">
                <a:extLst>
                  <a:ext uri="{FF2B5EF4-FFF2-40B4-BE49-F238E27FC236}">
                    <a16:creationId xmlns:a16="http://schemas.microsoft.com/office/drawing/2014/main" id="{D33EC727-16D9-418D-81A2-C54C01B05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77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4" name="Oval 844">
                <a:extLst>
                  <a:ext uri="{FF2B5EF4-FFF2-40B4-BE49-F238E27FC236}">
                    <a16:creationId xmlns:a16="http://schemas.microsoft.com/office/drawing/2014/main" id="{D6E80E95-6B7C-4EE8-85AF-9450715AB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2625"/>
                <a:ext cx="43" cy="42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5" name="Freeform 845">
                <a:extLst>
                  <a:ext uri="{FF2B5EF4-FFF2-40B4-BE49-F238E27FC236}">
                    <a16:creationId xmlns:a16="http://schemas.microsoft.com/office/drawing/2014/main" id="{054403DC-1D0B-440C-AFC8-6D45D8438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629"/>
                <a:ext cx="32" cy="34"/>
              </a:xfrm>
              <a:custGeom>
                <a:avLst/>
                <a:gdLst>
                  <a:gd name="T0" fmla="*/ 384 w 8"/>
                  <a:gd name="T1" fmla="*/ 0 h 8"/>
                  <a:gd name="T2" fmla="*/ 448 w 8"/>
                  <a:gd name="T3" fmla="*/ 234 h 8"/>
                  <a:gd name="T4" fmla="*/ 128 w 8"/>
                  <a:gd name="T5" fmla="*/ 544 h 8"/>
                  <a:gd name="T6" fmla="*/ 0 w 8"/>
                  <a:gd name="T7" fmla="*/ 472 h 8"/>
                  <a:gd name="T8" fmla="*/ 256 w 8"/>
                  <a:gd name="T9" fmla="*/ 616 h 8"/>
                  <a:gd name="T10" fmla="*/ 512 w 8"/>
                  <a:gd name="T11" fmla="*/ 306 h 8"/>
                  <a:gd name="T12" fmla="*/ 384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7" y="5"/>
                      <a:pt x="5" y="7"/>
                      <a:pt x="2" y="7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1" y="7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6" name="Oval 846">
                <a:extLst>
                  <a:ext uri="{FF2B5EF4-FFF2-40B4-BE49-F238E27FC236}">
                    <a16:creationId xmlns:a16="http://schemas.microsoft.com/office/drawing/2014/main" id="{508AF1AD-2E09-48F3-81ED-6F9436EBF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633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7" name="Oval 847">
                <a:extLst>
                  <a:ext uri="{FF2B5EF4-FFF2-40B4-BE49-F238E27FC236}">
                    <a16:creationId xmlns:a16="http://schemas.microsoft.com/office/drawing/2014/main" id="{8D5F0CBE-0A37-45E7-98BE-DC2BD4982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696"/>
                <a:ext cx="59" cy="58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8" name="Freeform 848">
                <a:extLst>
                  <a:ext uri="{FF2B5EF4-FFF2-40B4-BE49-F238E27FC236}">
                    <a16:creationId xmlns:a16="http://schemas.microsoft.com/office/drawing/2014/main" id="{BEF88891-0CD4-4FB4-9752-6CD1D6FE4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704"/>
                <a:ext cx="43" cy="46"/>
              </a:xfrm>
              <a:custGeom>
                <a:avLst/>
                <a:gdLst>
                  <a:gd name="T0" fmla="*/ 414 w 11"/>
                  <a:gd name="T1" fmla="*/ 0 h 11"/>
                  <a:gd name="T2" fmla="*/ 536 w 11"/>
                  <a:gd name="T3" fmla="*/ 297 h 11"/>
                  <a:gd name="T4" fmla="*/ 184 w 11"/>
                  <a:gd name="T5" fmla="*/ 665 h 11"/>
                  <a:gd name="T6" fmla="*/ 0 w 11"/>
                  <a:gd name="T7" fmla="*/ 665 h 11"/>
                  <a:gd name="T8" fmla="*/ 305 w 11"/>
                  <a:gd name="T9" fmla="*/ 803 h 11"/>
                  <a:gd name="T10" fmla="*/ 657 w 11"/>
                  <a:gd name="T11" fmla="*/ 368 h 11"/>
                  <a:gd name="T12" fmla="*/ 414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8" y="1"/>
                      <a:pt x="9" y="2"/>
                      <a:pt x="9" y="4"/>
                    </a:cubicBezTo>
                    <a:cubicBezTo>
                      <a:pt x="9" y="7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9"/>
                      <a:pt x="11" y="5"/>
                    </a:cubicBezTo>
                    <a:cubicBezTo>
                      <a:pt x="11" y="3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9" name="Oval 849">
                <a:extLst>
                  <a:ext uri="{FF2B5EF4-FFF2-40B4-BE49-F238E27FC236}">
                    <a16:creationId xmlns:a16="http://schemas.microsoft.com/office/drawing/2014/main" id="{2B0E2CF0-978B-45AE-8018-4CAD42BE5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270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0" name="Oval 850">
                <a:extLst>
                  <a:ext uri="{FF2B5EF4-FFF2-40B4-BE49-F238E27FC236}">
                    <a16:creationId xmlns:a16="http://schemas.microsoft.com/office/drawing/2014/main" id="{DC7EB4C2-667B-44EA-AA67-CC60FC208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708"/>
                <a:ext cx="55" cy="63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1" name="Freeform 851">
                <a:extLst>
                  <a:ext uri="{FF2B5EF4-FFF2-40B4-BE49-F238E27FC236}">
                    <a16:creationId xmlns:a16="http://schemas.microsoft.com/office/drawing/2014/main" id="{BC8B7C47-BE59-4A59-B75C-33C58445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717"/>
                <a:ext cx="43" cy="50"/>
              </a:xfrm>
              <a:custGeom>
                <a:avLst/>
                <a:gdLst>
                  <a:gd name="T0" fmla="*/ 473 w 11"/>
                  <a:gd name="T1" fmla="*/ 0 h 12"/>
                  <a:gd name="T2" fmla="*/ 536 w 11"/>
                  <a:gd name="T3" fmla="*/ 296 h 12"/>
                  <a:gd name="T4" fmla="*/ 184 w 11"/>
                  <a:gd name="T5" fmla="*/ 729 h 12"/>
                  <a:gd name="T6" fmla="*/ 0 w 11"/>
                  <a:gd name="T7" fmla="*/ 658 h 12"/>
                  <a:gd name="T8" fmla="*/ 305 w 11"/>
                  <a:gd name="T9" fmla="*/ 867 h 12"/>
                  <a:gd name="T10" fmla="*/ 657 w 11"/>
                  <a:gd name="T11" fmla="*/ 433 h 12"/>
                  <a:gd name="T12" fmla="*/ 473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9" y="1"/>
                      <a:pt x="9" y="3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1" y="11"/>
                      <a:pt x="3" y="12"/>
                      <a:pt x="5" y="12"/>
                    </a:cubicBezTo>
                    <a:cubicBezTo>
                      <a:pt x="8" y="12"/>
                      <a:pt x="11" y="9"/>
                      <a:pt x="11" y="6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2" name="Oval 852">
                <a:extLst>
                  <a:ext uri="{FF2B5EF4-FFF2-40B4-BE49-F238E27FC236}">
                    <a16:creationId xmlns:a16="http://schemas.microsoft.com/office/drawing/2014/main" id="{03644CD6-8678-43DD-88E1-D907445C5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72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3" name="Oval 853">
                <a:extLst>
                  <a:ext uri="{FF2B5EF4-FFF2-40B4-BE49-F238E27FC236}">
                    <a16:creationId xmlns:a16="http://schemas.microsoft.com/office/drawing/2014/main" id="{1D389258-75AA-411D-B744-7A7B96622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817"/>
                <a:ext cx="58" cy="58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4" name="Freeform 854">
                <a:extLst>
                  <a:ext uri="{FF2B5EF4-FFF2-40B4-BE49-F238E27FC236}">
                    <a16:creationId xmlns:a16="http://schemas.microsoft.com/office/drawing/2014/main" id="{8858DECD-E2B7-451E-A0FC-BAD1BB20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825"/>
                <a:ext cx="43" cy="46"/>
              </a:xfrm>
              <a:custGeom>
                <a:avLst/>
                <a:gdLst>
                  <a:gd name="T0" fmla="*/ 414 w 11"/>
                  <a:gd name="T1" fmla="*/ 0 h 11"/>
                  <a:gd name="T2" fmla="*/ 536 w 11"/>
                  <a:gd name="T3" fmla="*/ 297 h 11"/>
                  <a:gd name="T4" fmla="*/ 184 w 11"/>
                  <a:gd name="T5" fmla="*/ 736 h 11"/>
                  <a:gd name="T6" fmla="*/ 0 w 11"/>
                  <a:gd name="T7" fmla="*/ 665 h 11"/>
                  <a:gd name="T8" fmla="*/ 305 w 11"/>
                  <a:gd name="T9" fmla="*/ 803 h 11"/>
                  <a:gd name="T10" fmla="*/ 657 w 11"/>
                  <a:gd name="T11" fmla="*/ 368 h 11"/>
                  <a:gd name="T12" fmla="*/ 414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8" y="1"/>
                      <a:pt x="9" y="2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9"/>
                      <a:pt x="11" y="5"/>
                    </a:cubicBezTo>
                    <a:cubicBezTo>
                      <a:pt x="11" y="3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5" name="Oval 855">
                <a:extLst>
                  <a:ext uri="{FF2B5EF4-FFF2-40B4-BE49-F238E27FC236}">
                    <a16:creationId xmlns:a16="http://schemas.microsoft.com/office/drawing/2014/main" id="{DEFEDC70-7C7B-4D32-B829-99B6CFAC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82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6" name="Oval 856">
                <a:extLst>
                  <a:ext uri="{FF2B5EF4-FFF2-40B4-BE49-F238E27FC236}">
                    <a16:creationId xmlns:a16="http://schemas.microsoft.com/office/drawing/2014/main" id="{781CED4E-FF23-49B2-A9C7-560A48F93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2887"/>
                <a:ext cx="54" cy="59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7" name="Freeform 857">
                <a:extLst>
                  <a:ext uri="{FF2B5EF4-FFF2-40B4-BE49-F238E27FC236}">
                    <a16:creationId xmlns:a16="http://schemas.microsoft.com/office/drawing/2014/main" id="{7E85FC4E-1535-4217-9B44-8B76056ED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896"/>
                <a:ext cx="42" cy="46"/>
              </a:xfrm>
              <a:custGeom>
                <a:avLst/>
                <a:gdLst>
                  <a:gd name="T0" fmla="*/ 451 w 11"/>
                  <a:gd name="T1" fmla="*/ 0 h 11"/>
                  <a:gd name="T2" fmla="*/ 496 w 11"/>
                  <a:gd name="T3" fmla="*/ 297 h 11"/>
                  <a:gd name="T4" fmla="*/ 160 w 11"/>
                  <a:gd name="T5" fmla="*/ 665 h 11"/>
                  <a:gd name="T6" fmla="*/ 0 w 11"/>
                  <a:gd name="T7" fmla="*/ 665 h 11"/>
                  <a:gd name="T8" fmla="*/ 279 w 11"/>
                  <a:gd name="T9" fmla="*/ 803 h 11"/>
                  <a:gd name="T10" fmla="*/ 611 w 11"/>
                  <a:gd name="T11" fmla="*/ 368 h 11"/>
                  <a:gd name="T12" fmla="*/ 451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8" y="1"/>
                      <a:pt x="9" y="2"/>
                      <a:pt x="9" y="4"/>
                    </a:cubicBezTo>
                    <a:cubicBezTo>
                      <a:pt x="9" y="7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9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8" name="Oval 858">
                <a:extLst>
                  <a:ext uri="{FF2B5EF4-FFF2-40B4-BE49-F238E27FC236}">
                    <a16:creationId xmlns:a16="http://schemas.microsoft.com/office/drawing/2014/main" id="{13F5021E-BC91-4EB9-8629-5DE2F88D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900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9" name="Oval 859">
                <a:extLst>
                  <a:ext uri="{FF2B5EF4-FFF2-40B4-BE49-F238E27FC236}">
                    <a16:creationId xmlns:a16="http://schemas.microsoft.com/office/drawing/2014/main" id="{F517E6D6-EC37-4B25-83E0-F8298C414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2600"/>
                <a:ext cx="55" cy="63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0" name="Freeform 860">
                <a:extLst>
                  <a:ext uri="{FF2B5EF4-FFF2-40B4-BE49-F238E27FC236}">
                    <a16:creationId xmlns:a16="http://schemas.microsoft.com/office/drawing/2014/main" id="{6BCB32D8-3DC1-4A19-AA6C-9354170EE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613"/>
                <a:ext cx="43" cy="45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00 h 11"/>
                  <a:gd name="T4" fmla="*/ 184 w 11"/>
                  <a:gd name="T5" fmla="*/ 618 h 11"/>
                  <a:gd name="T6" fmla="*/ 0 w 11"/>
                  <a:gd name="T7" fmla="*/ 552 h 11"/>
                  <a:gd name="T8" fmla="*/ 305 w 11"/>
                  <a:gd name="T9" fmla="*/ 753 h 11"/>
                  <a:gd name="T10" fmla="*/ 657 w 11"/>
                  <a:gd name="T11" fmla="*/ 335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8" y="0"/>
                      <a:pt x="9" y="2"/>
                      <a:pt x="9" y="3"/>
                    </a:cubicBezTo>
                    <a:cubicBezTo>
                      <a:pt x="9" y="6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8"/>
                      <a:pt x="11" y="5"/>
                    </a:cubicBezTo>
                    <a:cubicBezTo>
                      <a:pt x="11" y="2"/>
                      <a:pt x="9" y="0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1" name="Oval 861">
                <a:extLst>
                  <a:ext uri="{FF2B5EF4-FFF2-40B4-BE49-F238E27FC236}">
                    <a16:creationId xmlns:a16="http://schemas.microsoft.com/office/drawing/2014/main" id="{04833FBB-A743-45AB-89B5-4A3DEB0FF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4" y="2617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2" name="Oval 862">
                <a:extLst>
                  <a:ext uri="{FF2B5EF4-FFF2-40B4-BE49-F238E27FC236}">
                    <a16:creationId xmlns:a16="http://schemas.microsoft.com/office/drawing/2014/main" id="{A4D23129-2531-4282-8D0C-4CD26905D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863"/>
                <a:ext cx="59" cy="58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3" name="Freeform 863">
                <a:extLst>
                  <a:ext uri="{FF2B5EF4-FFF2-40B4-BE49-F238E27FC236}">
                    <a16:creationId xmlns:a16="http://schemas.microsoft.com/office/drawing/2014/main" id="{C4C9A076-905B-4F0D-AC56-2F0E311B8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871"/>
                <a:ext cx="43" cy="46"/>
              </a:xfrm>
              <a:custGeom>
                <a:avLst/>
                <a:gdLst>
                  <a:gd name="T0" fmla="*/ 414 w 11"/>
                  <a:gd name="T1" fmla="*/ 0 h 11"/>
                  <a:gd name="T2" fmla="*/ 536 w 11"/>
                  <a:gd name="T3" fmla="*/ 226 h 11"/>
                  <a:gd name="T4" fmla="*/ 184 w 11"/>
                  <a:gd name="T5" fmla="*/ 665 h 11"/>
                  <a:gd name="T6" fmla="*/ 0 w 11"/>
                  <a:gd name="T7" fmla="*/ 665 h 11"/>
                  <a:gd name="T8" fmla="*/ 305 w 11"/>
                  <a:gd name="T9" fmla="*/ 803 h 11"/>
                  <a:gd name="T10" fmla="*/ 657 w 11"/>
                  <a:gd name="T11" fmla="*/ 368 h 11"/>
                  <a:gd name="T12" fmla="*/ 414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8" y="1"/>
                      <a:pt x="9" y="2"/>
                      <a:pt x="9" y="3"/>
                    </a:cubicBezTo>
                    <a:cubicBezTo>
                      <a:pt x="9" y="7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9"/>
                      <a:pt x="11" y="5"/>
                    </a:cubicBezTo>
                    <a:cubicBezTo>
                      <a:pt x="11" y="3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4" name="Oval 864">
                <a:extLst>
                  <a:ext uri="{FF2B5EF4-FFF2-40B4-BE49-F238E27FC236}">
                    <a16:creationId xmlns:a16="http://schemas.microsoft.com/office/drawing/2014/main" id="{6897CAC1-7CEF-44F1-B215-26CB25C1D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875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5" name="Oval 865">
                <a:extLst>
                  <a:ext uri="{FF2B5EF4-FFF2-40B4-BE49-F238E27FC236}">
                    <a16:creationId xmlns:a16="http://schemas.microsoft.com/office/drawing/2014/main" id="{24EB6633-22B8-4AA2-86AF-6A0D0BFB6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863"/>
                <a:ext cx="59" cy="62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6" name="Freeform 866">
                <a:extLst>
                  <a:ext uri="{FF2B5EF4-FFF2-40B4-BE49-F238E27FC236}">
                    <a16:creationId xmlns:a16="http://schemas.microsoft.com/office/drawing/2014/main" id="{86FFBAD9-EB47-48D3-A17C-CE2397817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871"/>
                <a:ext cx="43" cy="50"/>
              </a:xfrm>
              <a:custGeom>
                <a:avLst/>
                <a:gdLst>
                  <a:gd name="T0" fmla="*/ 473 w 11"/>
                  <a:gd name="T1" fmla="*/ 0 h 12"/>
                  <a:gd name="T2" fmla="*/ 536 w 11"/>
                  <a:gd name="T3" fmla="*/ 296 h 12"/>
                  <a:gd name="T4" fmla="*/ 184 w 11"/>
                  <a:gd name="T5" fmla="*/ 729 h 12"/>
                  <a:gd name="T6" fmla="*/ 0 w 11"/>
                  <a:gd name="T7" fmla="*/ 658 h 12"/>
                  <a:gd name="T8" fmla="*/ 305 w 11"/>
                  <a:gd name="T9" fmla="*/ 867 h 12"/>
                  <a:gd name="T10" fmla="*/ 657 w 11"/>
                  <a:gd name="T11" fmla="*/ 433 h 12"/>
                  <a:gd name="T12" fmla="*/ 473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8" y="1"/>
                      <a:pt x="9" y="3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1" y="11"/>
                      <a:pt x="3" y="12"/>
                      <a:pt x="5" y="12"/>
                    </a:cubicBezTo>
                    <a:cubicBezTo>
                      <a:pt x="8" y="12"/>
                      <a:pt x="11" y="9"/>
                      <a:pt x="11" y="6"/>
                    </a:cubicBezTo>
                    <a:cubicBezTo>
                      <a:pt x="11" y="3"/>
                      <a:pt x="9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7" name="Oval 867">
                <a:extLst>
                  <a:ext uri="{FF2B5EF4-FFF2-40B4-BE49-F238E27FC236}">
                    <a16:creationId xmlns:a16="http://schemas.microsoft.com/office/drawing/2014/main" id="{BFFC025F-7910-444E-A649-8AB92B66E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87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8" name="Oval 868">
                <a:extLst>
                  <a:ext uri="{FF2B5EF4-FFF2-40B4-BE49-F238E27FC236}">
                    <a16:creationId xmlns:a16="http://schemas.microsoft.com/office/drawing/2014/main" id="{557D1AD9-45DC-4754-9BA6-B03F9CFDC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00"/>
                <a:ext cx="55" cy="58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9" name="Freeform 869">
                <a:extLst>
                  <a:ext uri="{FF2B5EF4-FFF2-40B4-BE49-F238E27FC236}">
                    <a16:creationId xmlns:a16="http://schemas.microsoft.com/office/drawing/2014/main" id="{2745372F-DB99-4C73-91CE-2C2D79015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08"/>
                <a:ext cx="43" cy="46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26 h 11"/>
                  <a:gd name="T4" fmla="*/ 184 w 11"/>
                  <a:gd name="T5" fmla="*/ 665 h 11"/>
                  <a:gd name="T6" fmla="*/ 0 w 11"/>
                  <a:gd name="T7" fmla="*/ 665 h 11"/>
                  <a:gd name="T8" fmla="*/ 305 w 11"/>
                  <a:gd name="T9" fmla="*/ 803 h 11"/>
                  <a:gd name="T10" fmla="*/ 657 w 11"/>
                  <a:gd name="T11" fmla="*/ 368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9" y="1"/>
                      <a:pt x="9" y="2"/>
                      <a:pt x="9" y="3"/>
                    </a:cubicBezTo>
                    <a:cubicBezTo>
                      <a:pt x="9" y="7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9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0" name="Oval 870">
                <a:extLst>
                  <a:ext uri="{FF2B5EF4-FFF2-40B4-BE49-F238E27FC236}">
                    <a16:creationId xmlns:a16="http://schemas.microsoft.com/office/drawing/2014/main" id="{160BE7EE-76BB-49E2-8986-5CD049C6A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81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1" name="Oval 871">
                <a:extLst>
                  <a:ext uri="{FF2B5EF4-FFF2-40B4-BE49-F238E27FC236}">
                    <a16:creationId xmlns:a16="http://schemas.microsoft.com/office/drawing/2014/main" id="{232F44C7-3C3E-4BF4-A969-FF14C1812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2733"/>
                <a:ext cx="59" cy="63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2" name="Freeform 872">
                <a:extLst>
                  <a:ext uri="{FF2B5EF4-FFF2-40B4-BE49-F238E27FC236}">
                    <a16:creationId xmlns:a16="http://schemas.microsoft.com/office/drawing/2014/main" id="{6584827D-B369-45E2-8BD1-E5C903B52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742"/>
                <a:ext cx="43" cy="50"/>
              </a:xfrm>
              <a:custGeom>
                <a:avLst/>
                <a:gdLst>
                  <a:gd name="T0" fmla="*/ 414 w 11"/>
                  <a:gd name="T1" fmla="*/ 0 h 12"/>
                  <a:gd name="T2" fmla="*/ 536 w 11"/>
                  <a:gd name="T3" fmla="*/ 296 h 12"/>
                  <a:gd name="T4" fmla="*/ 184 w 11"/>
                  <a:gd name="T5" fmla="*/ 729 h 12"/>
                  <a:gd name="T6" fmla="*/ 0 w 11"/>
                  <a:gd name="T7" fmla="*/ 658 h 12"/>
                  <a:gd name="T8" fmla="*/ 305 w 11"/>
                  <a:gd name="T9" fmla="*/ 867 h 12"/>
                  <a:gd name="T10" fmla="*/ 657 w 11"/>
                  <a:gd name="T11" fmla="*/ 433 h 12"/>
                  <a:gd name="T12" fmla="*/ 414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cubicBezTo>
                      <a:pt x="8" y="1"/>
                      <a:pt x="9" y="3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1" y="11"/>
                      <a:pt x="3" y="12"/>
                      <a:pt x="5" y="12"/>
                    </a:cubicBezTo>
                    <a:cubicBezTo>
                      <a:pt x="8" y="12"/>
                      <a:pt x="11" y="9"/>
                      <a:pt x="11" y="6"/>
                    </a:cubicBezTo>
                    <a:cubicBezTo>
                      <a:pt x="11" y="3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3" name="Oval 873">
                <a:extLst>
                  <a:ext uri="{FF2B5EF4-FFF2-40B4-BE49-F238E27FC236}">
                    <a16:creationId xmlns:a16="http://schemas.microsoft.com/office/drawing/2014/main" id="{D6C6A9A2-57C6-4561-8A09-E0040EB79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275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4" name="Oval 874">
                <a:extLst>
                  <a:ext uri="{FF2B5EF4-FFF2-40B4-BE49-F238E27FC236}">
                    <a16:creationId xmlns:a16="http://schemas.microsoft.com/office/drawing/2014/main" id="{610462ED-5627-41A2-89EB-4AC4A996C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" y="2608"/>
                <a:ext cx="59" cy="59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5" name="Freeform 875">
                <a:extLst>
                  <a:ext uri="{FF2B5EF4-FFF2-40B4-BE49-F238E27FC236}">
                    <a16:creationId xmlns:a16="http://schemas.microsoft.com/office/drawing/2014/main" id="{8E0BC208-E073-40CF-871E-2E6F4DA63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617"/>
                <a:ext cx="43" cy="46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26 h 11"/>
                  <a:gd name="T4" fmla="*/ 184 w 11"/>
                  <a:gd name="T5" fmla="*/ 665 h 11"/>
                  <a:gd name="T6" fmla="*/ 0 w 11"/>
                  <a:gd name="T7" fmla="*/ 665 h 11"/>
                  <a:gd name="T8" fmla="*/ 305 w 11"/>
                  <a:gd name="T9" fmla="*/ 803 h 11"/>
                  <a:gd name="T10" fmla="*/ 657 w 11"/>
                  <a:gd name="T11" fmla="*/ 368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8" y="1"/>
                      <a:pt x="9" y="2"/>
                      <a:pt x="9" y="3"/>
                    </a:cubicBezTo>
                    <a:cubicBezTo>
                      <a:pt x="9" y="7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8"/>
                      <a:pt x="11" y="5"/>
                    </a:cubicBezTo>
                    <a:cubicBezTo>
                      <a:pt x="11" y="3"/>
                      <a:pt x="9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6" name="Oval 876">
                <a:extLst>
                  <a:ext uri="{FF2B5EF4-FFF2-40B4-BE49-F238E27FC236}">
                    <a16:creationId xmlns:a16="http://schemas.microsoft.com/office/drawing/2014/main" id="{5CBE3980-03DE-4EF1-994F-2414138CF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262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7" name="Oval 877">
                <a:extLst>
                  <a:ext uri="{FF2B5EF4-FFF2-40B4-BE49-F238E27FC236}">
                    <a16:creationId xmlns:a16="http://schemas.microsoft.com/office/drawing/2014/main" id="{33C1FAD5-27DF-4C0C-835D-B8B589519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2646"/>
                <a:ext cx="55" cy="62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8" name="Freeform 878">
                <a:extLst>
                  <a:ext uri="{FF2B5EF4-FFF2-40B4-BE49-F238E27FC236}">
                    <a16:creationId xmlns:a16="http://schemas.microsoft.com/office/drawing/2014/main" id="{600219DF-C0D8-48C4-B23F-C54F682A6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654"/>
                <a:ext cx="43" cy="46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97 h 11"/>
                  <a:gd name="T4" fmla="*/ 184 w 11"/>
                  <a:gd name="T5" fmla="*/ 736 h 11"/>
                  <a:gd name="T6" fmla="*/ 0 w 11"/>
                  <a:gd name="T7" fmla="*/ 665 h 11"/>
                  <a:gd name="T8" fmla="*/ 305 w 11"/>
                  <a:gd name="T9" fmla="*/ 803 h 11"/>
                  <a:gd name="T10" fmla="*/ 657 w 11"/>
                  <a:gd name="T11" fmla="*/ 368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9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9" name="Oval 879">
                <a:extLst>
                  <a:ext uri="{FF2B5EF4-FFF2-40B4-BE49-F238E27FC236}">
                    <a16:creationId xmlns:a16="http://schemas.microsoft.com/office/drawing/2014/main" id="{6E8D0F0F-EBED-4ECA-9E50-CE2B2228E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265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0" name="Oval 880">
                <a:extLst>
                  <a:ext uri="{FF2B5EF4-FFF2-40B4-BE49-F238E27FC236}">
                    <a16:creationId xmlns:a16="http://schemas.microsoft.com/office/drawing/2014/main" id="{4D613C8C-1255-479F-A290-6C37850FF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700"/>
                <a:ext cx="58" cy="58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1" name="Freeform 881">
                <a:extLst>
                  <a:ext uri="{FF2B5EF4-FFF2-40B4-BE49-F238E27FC236}">
                    <a16:creationId xmlns:a16="http://schemas.microsoft.com/office/drawing/2014/main" id="{9F4584F2-6535-4371-B067-54F05C5A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08"/>
                <a:ext cx="43" cy="46"/>
              </a:xfrm>
              <a:custGeom>
                <a:avLst/>
                <a:gdLst>
                  <a:gd name="T0" fmla="*/ 414 w 11"/>
                  <a:gd name="T1" fmla="*/ 0 h 11"/>
                  <a:gd name="T2" fmla="*/ 473 w 11"/>
                  <a:gd name="T3" fmla="*/ 226 h 11"/>
                  <a:gd name="T4" fmla="*/ 121 w 11"/>
                  <a:gd name="T5" fmla="*/ 665 h 11"/>
                  <a:gd name="T6" fmla="*/ 0 w 11"/>
                  <a:gd name="T7" fmla="*/ 577 h 11"/>
                  <a:gd name="T8" fmla="*/ 305 w 11"/>
                  <a:gd name="T9" fmla="*/ 803 h 11"/>
                  <a:gd name="T10" fmla="*/ 657 w 11"/>
                  <a:gd name="T11" fmla="*/ 368 h 11"/>
                  <a:gd name="T12" fmla="*/ 414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6" y="9"/>
                      <a:pt x="2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8"/>
                      <a:pt x="11" y="5"/>
                    </a:cubicBezTo>
                    <a:cubicBezTo>
                      <a:pt x="11" y="3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2" name="Oval 882">
                <a:extLst>
                  <a:ext uri="{FF2B5EF4-FFF2-40B4-BE49-F238E27FC236}">
                    <a16:creationId xmlns:a16="http://schemas.microsoft.com/office/drawing/2014/main" id="{EAD8059E-3618-4931-B323-EBE150F95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713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3" name="Oval 883">
                <a:extLst>
                  <a:ext uri="{FF2B5EF4-FFF2-40B4-BE49-F238E27FC236}">
                    <a16:creationId xmlns:a16="http://schemas.microsoft.com/office/drawing/2014/main" id="{72763767-BB3D-4062-8F30-D2D1BF823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2629"/>
                <a:ext cx="43" cy="46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4" name="Freeform 884">
                <a:extLst>
                  <a:ext uri="{FF2B5EF4-FFF2-40B4-BE49-F238E27FC236}">
                    <a16:creationId xmlns:a16="http://schemas.microsoft.com/office/drawing/2014/main" id="{DE8903D4-9BBD-40BE-81EE-A06177056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638"/>
                <a:ext cx="31" cy="33"/>
              </a:xfrm>
              <a:custGeom>
                <a:avLst/>
                <a:gdLst>
                  <a:gd name="T0" fmla="*/ 345 w 8"/>
                  <a:gd name="T1" fmla="*/ 0 h 8"/>
                  <a:gd name="T2" fmla="*/ 407 w 8"/>
                  <a:gd name="T3" fmla="*/ 136 h 8"/>
                  <a:gd name="T4" fmla="*/ 120 w 8"/>
                  <a:gd name="T5" fmla="*/ 495 h 8"/>
                  <a:gd name="T6" fmla="*/ 0 w 8"/>
                  <a:gd name="T7" fmla="*/ 425 h 8"/>
                  <a:gd name="T8" fmla="*/ 240 w 8"/>
                  <a:gd name="T9" fmla="*/ 561 h 8"/>
                  <a:gd name="T10" fmla="*/ 465 w 8"/>
                  <a:gd name="T11" fmla="*/ 289 h 8"/>
                  <a:gd name="T12" fmla="*/ 345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1"/>
                      <a:pt x="7" y="1"/>
                      <a:pt x="7" y="2"/>
                    </a:cubicBezTo>
                    <a:cubicBezTo>
                      <a:pt x="7" y="5"/>
                      <a:pt x="4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8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5" name="Oval 885">
                <a:extLst>
                  <a:ext uri="{FF2B5EF4-FFF2-40B4-BE49-F238E27FC236}">
                    <a16:creationId xmlns:a16="http://schemas.microsoft.com/office/drawing/2014/main" id="{8059A4B4-1D2E-4DC0-80E8-8E752B363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64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6" name="Oval 886">
                <a:extLst>
                  <a:ext uri="{FF2B5EF4-FFF2-40B4-BE49-F238E27FC236}">
                    <a16:creationId xmlns:a16="http://schemas.microsoft.com/office/drawing/2014/main" id="{BF50ECBC-015C-47A1-ABFE-C0E876552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708"/>
                <a:ext cx="59" cy="59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7" name="Freeform 887">
                <a:extLst>
                  <a:ext uri="{FF2B5EF4-FFF2-40B4-BE49-F238E27FC236}">
                    <a16:creationId xmlns:a16="http://schemas.microsoft.com/office/drawing/2014/main" id="{B6B723DB-3F45-4D6F-BD34-CEC74427C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717"/>
                <a:ext cx="43" cy="46"/>
              </a:xfrm>
              <a:custGeom>
                <a:avLst/>
                <a:gdLst>
                  <a:gd name="T0" fmla="*/ 414 w 11"/>
                  <a:gd name="T1" fmla="*/ 0 h 11"/>
                  <a:gd name="T2" fmla="*/ 536 w 11"/>
                  <a:gd name="T3" fmla="*/ 226 h 11"/>
                  <a:gd name="T4" fmla="*/ 184 w 11"/>
                  <a:gd name="T5" fmla="*/ 665 h 11"/>
                  <a:gd name="T6" fmla="*/ 0 w 11"/>
                  <a:gd name="T7" fmla="*/ 577 h 11"/>
                  <a:gd name="T8" fmla="*/ 305 w 11"/>
                  <a:gd name="T9" fmla="*/ 803 h 11"/>
                  <a:gd name="T10" fmla="*/ 657 w 11"/>
                  <a:gd name="T11" fmla="*/ 368 h 11"/>
                  <a:gd name="T12" fmla="*/ 414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8" y="1"/>
                      <a:pt x="9" y="2"/>
                      <a:pt x="9" y="3"/>
                    </a:cubicBezTo>
                    <a:cubicBezTo>
                      <a:pt x="9" y="6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8"/>
                      <a:pt x="11" y="5"/>
                    </a:cubicBezTo>
                    <a:cubicBezTo>
                      <a:pt x="11" y="3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8" name="Oval 888">
                <a:extLst>
                  <a:ext uri="{FF2B5EF4-FFF2-40B4-BE49-F238E27FC236}">
                    <a16:creationId xmlns:a16="http://schemas.microsoft.com/office/drawing/2014/main" id="{50743C00-4A16-4B2D-B6BD-8E9E1291B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72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9" name="Oval 889">
                <a:extLst>
                  <a:ext uri="{FF2B5EF4-FFF2-40B4-BE49-F238E27FC236}">
                    <a16:creationId xmlns:a16="http://schemas.microsoft.com/office/drawing/2014/main" id="{5A59C818-CB61-4CB5-8979-0EB0EEFD2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2763"/>
                <a:ext cx="59" cy="58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0" name="Freeform 890">
                <a:extLst>
                  <a:ext uri="{FF2B5EF4-FFF2-40B4-BE49-F238E27FC236}">
                    <a16:creationId xmlns:a16="http://schemas.microsoft.com/office/drawing/2014/main" id="{88EA1036-A901-4586-8FAF-2D1586E76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771"/>
                <a:ext cx="43" cy="46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26 h 11"/>
                  <a:gd name="T4" fmla="*/ 184 w 11"/>
                  <a:gd name="T5" fmla="*/ 665 h 11"/>
                  <a:gd name="T6" fmla="*/ 0 w 11"/>
                  <a:gd name="T7" fmla="*/ 577 h 11"/>
                  <a:gd name="T8" fmla="*/ 305 w 11"/>
                  <a:gd name="T9" fmla="*/ 803 h 11"/>
                  <a:gd name="T10" fmla="*/ 657 w 11"/>
                  <a:gd name="T11" fmla="*/ 368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8" y="1"/>
                      <a:pt x="9" y="2"/>
                      <a:pt x="9" y="3"/>
                    </a:cubicBezTo>
                    <a:cubicBezTo>
                      <a:pt x="9" y="7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8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1" name="Oval 891">
                <a:extLst>
                  <a:ext uri="{FF2B5EF4-FFF2-40B4-BE49-F238E27FC236}">
                    <a16:creationId xmlns:a16="http://schemas.microsoft.com/office/drawing/2014/main" id="{851E85CB-2EAE-445F-BE81-AF519F6AF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277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2" name="Oval 892">
                <a:extLst>
                  <a:ext uri="{FF2B5EF4-FFF2-40B4-BE49-F238E27FC236}">
                    <a16:creationId xmlns:a16="http://schemas.microsoft.com/office/drawing/2014/main" id="{2BE7F5E2-8690-4820-83E4-683F16064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2683"/>
                <a:ext cx="58" cy="63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3" name="Freeform 893">
                <a:extLst>
                  <a:ext uri="{FF2B5EF4-FFF2-40B4-BE49-F238E27FC236}">
                    <a16:creationId xmlns:a16="http://schemas.microsoft.com/office/drawing/2014/main" id="{F0029959-A5D5-41B6-ACD6-19DF0FFE2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692"/>
                <a:ext cx="43" cy="50"/>
              </a:xfrm>
              <a:custGeom>
                <a:avLst/>
                <a:gdLst>
                  <a:gd name="T0" fmla="*/ 473 w 11"/>
                  <a:gd name="T1" fmla="*/ 0 h 12"/>
                  <a:gd name="T2" fmla="*/ 536 w 11"/>
                  <a:gd name="T3" fmla="*/ 296 h 12"/>
                  <a:gd name="T4" fmla="*/ 184 w 11"/>
                  <a:gd name="T5" fmla="*/ 729 h 12"/>
                  <a:gd name="T6" fmla="*/ 0 w 11"/>
                  <a:gd name="T7" fmla="*/ 658 h 12"/>
                  <a:gd name="T8" fmla="*/ 305 w 11"/>
                  <a:gd name="T9" fmla="*/ 867 h 12"/>
                  <a:gd name="T10" fmla="*/ 657 w 11"/>
                  <a:gd name="T11" fmla="*/ 433 h 12"/>
                  <a:gd name="T12" fmla="*/ 473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8" y="1"/>
                      <a:pt x="9" y="2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1" y="11"/>
                      <a:pt x="3" y="12"/>
                      <a:pt x="5" y="12"/>
                    </a:cubicBezTo>
                    <a:cubicBezTo>
                      <a:pt x="8" y="12"/>
                      <a:pt x="11" y="9"/>
                      <a:pt x="11" y="6"/>
                    </a:cubicBezTo>
                    <a:cubicBezTo>
                      <a:pt x="11" y="3"/>
                      <a:pt x="9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4" name="Oval 894">
                <a:extLst>
                  <a:ext uri="{FF2B5EF4-FFF2-40B4-BE49-F238E27FC236}">
                    <a16:creationId xmlns:a16="http://schemas.microsoft.com/office/drawing/2014/main" id="{78D92980-091A-466B-B464-7BA986F3F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69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5" name="Oval 895">
                <a:extLst>
                  <a:ext uri="{FF2B5EF4-FFF2-40B4-BE49-F238E27FC236}">
                    <a16:creationId xmlns:a16="http://schemas.microsoft.com/office/drawing/2014/main" id="{B6A9BD64-6895-4931-A9AD-F9C9AA1A7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767"/>
                <a:ext cx="59" cy="58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6" name="Freeform 896">
                <a:extLst>
                  <a:ext uri="{FF2B5EF4-FFF2-40B4-BE49-F238E27FC236}">
                    <a16:creationId xmlns:a16="http://schemas.microsoft.com/office/drawing/2014/main" id="{09770BA9-36EF-48A2-8D4E-F766DD51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775"/>
                <a:ext cx="39" cy="46"/>
              </a:xfrm>
              <a:custGeom>
                <a:avLst/>
                <a:gdLst>
                  <a:gd name="T0" fmla="*/ 410 w 10"/>
                  <a:gd name="T1" fmla="*/ 0 h 11"/>
                  <a:gd name="T2" fmla="*/ 472 w 10"/>
                  <a:gd name="T3" fmla="*/ 226 h 11"/>
                  <a:gd name="T4" fmla="*/ 121 w 10"/>
                  <a:gd name="T5" fmla="*/ 665 h 11"/>
                  <a:gd name="T6" fmla="*/ 0 w 10"/>
                  <a:gd name="T7" fmla="*/ 577 h 11"/>
                  <a:gd name="T8" fmla="*/ 242 w 10"/>
                  <a:gd name="T9" fmla="*/ 803 h 11"/>
                  <a:gd name="T10" fmla="*/ 593 w 10"/>
                  <a:gd name="T11" fmla="*/ 368 h 11"/>
                  <a:gd name="T12" fmla="*/ 410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7" y="0"/>
                    </a:moveTo>
                    <a:cubicBezTo>
                      <a:pt x="8" y="1"/>
                      <a:pt x="8" y="2"/>
                      <a:pt x="8" y="3"/>
                    </a:cubicBezTo>
                    <a:cubicBezTo>
                      <a:pt x="8" y="7"/>
                      <a:pt x="6" y="9"/>
                      <a:pt x="2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1" y="10"/>
                      <a:pt x="2" y="11"/>
                      <a:pt x="4" y="11"/>
                    </a:cubicBezTo>
                    <a:cubicBezTo>
                      <a:pt x="8" y="11"/>
                      <a:pt x="10" y="8"/>
                      <a:pt x="10" y="5"/>
                    </a:cubicBezTo>
                    <a:cubicBezTo>
                      <a:pt x="10" y="3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7" name="Oval 897">
                <a:extLst>
                  <a:ext uri="{FF2B5EF4-FFF2-40B4-BE49-F238E27FC236}">
                    <a16:creationId xmlns:a16="http://schemas.microsoft.com/office/drawing/2014/main" id="{3C015F26-1542-4360-A080-25D9C8A12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277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8" name="Oval 898">
                <a:extLst>
                  <a:ext uri="{FF2B5EF4-FFF2-40B4-BE49-F238E27FC236}">
                    <a16:creationId xmlns:a16="http://schemas.microsoft.com/office/drawing/2014/main" id="{BCD62143-3CF3-44B0-A565-95744EE48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1" y="2717"/>
                <a:ext cx="55" cy="62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9" name="Freeform 899">
                <a:extLst>
                  <a:ext uri="{FF2B5EF4-FFF2-40B4-BE49-F238E27FC236}">
                    <a16:creationId xmlns:a16="http://schemas.microsoft.com/office/drawing/2014/main" id="{8C3C9CF0-BE10-476C-9397-D4A1E4935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725"/>
                <a:ext cx="43" cy="46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97 h 11"/>
                  <a:gd name="T4" fmla="*/ 184 w 11"/>
                  <a:gd name="T5" fmla="*/ 736 h 11"/>
                  <a:gd name="T6" fmla="*/ 0 w 11"/>
                  <a:gd name="T7" fmla="*/ 665 h 11"/>
                  <a:gd name="T8" fmla="*/ 305 w 11"/>
                  <a:gd name="T9" fmla="*/ 803 h 11"/>
                  <a:gd name="T10" fmla="*/ 657 w 11"/>
                  <a:gd name="T11" fmla="*/ 368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9" y="1"/>
                      <a:pt x="9" y="2"/>
                      <a:pt x="9" y="4"/>
                    </a:cubicBezTo>
                    <a:cubicBezTo>
                      <a:pt x="9" y="7"/>
                      <a:pt x="6" y="10"/>
                      <a:pt x="3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9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0" name="Oval 900">
                <a:extLst>
                  <a:ext uri="{FF2B5EF4-FFF2-40B4-BE49-F238E27FC236}">
                    <a16:creationId xmlns:a16="http://schemas.microsoft.com/office/drawing/2014/main" id="{C5A667EB-89D0-480F-8C8F-3AD7C5AF7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72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1" name="Oval 901">
                <a:extLst>
                  <a:ext uri="{FF2B5EF4-FFF2-40B4-BE49-F238E27FC236}">
                    <a16:creationId xmlns:a16="http://schemas.microsoft.com/office/drawing/2014/main" id="{FDDCF2D8-6862-4D43-AEA7-5E72AE3DF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13"/>
                <a:ext cx="54" cy="62"/>
              </a:xfrm>
              <a:prstGeom prst="ellipse">
                <a:avLst/>
              </a:prstGeom>
              <a:solidFill>
                <a:srgbClr val="FFE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2" name="Freeform 902">
                <a:extLst>
                  <a:ext uri="{FF2B5EF4-FFF2-40B4-BE49-F238E27FC236}">
                    <a16:creationId xmlns:a16="http://schemas.microsoft.com/office/drawing/2014/main" id="{35628055-91AB-4959-8DCC-9CB5FFEE8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25"/>
                <a:ext cx="43" cy="46"/>
              </a:xfrm>
              <a:custGeom>
                <a:avLst/>
                <a:gdLst>
                  <a:gd name="T0" fmla="*/ 473 w 11"/>
                  <a:gd name="T1" fmla="*/ 0 h 11"/>
                  <a:gd name="T2" fmla="*/ 536 w 11"/>
                  <a:gd name="T3" fmla="*/ 226 h 11"/>
                  <a:gd name="T4" fmla="*/ 184 w 11"/>
                  <a:gd name="T5" fmla="*/ 665 h 11"/>
                  <a:gd name="T6" fmla="*/ 0 w 11"/>
                  <a:gd name="T7" fmla="*/ 577 h 11"/>
                  <a:gd name="T8" fmla="*/ 305 w 11"/>
                  <a:gd name="T9" fmla="*/ 803 h 11"/>
                  <a:gd name="T10" fmla="*/ 657 w 11"/>
                  <a:gd name="T11" fmla="*/ 368 h 11"/>
                  <a:gd name="T12" fmla="*/ 473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9" y="1"/>
                      <a:pt x="9" y="2"/>
                      <a:pt x="9" y="3"/>
                    </a:cubicBezTo>
                    <a:cubicBezTo>
                      <a:pt x="9" y="6"/>
                      <a:pt x="6" y="9"/>
                      <a:pt x="3" y="9"/>
                    </a:cubicBezTo>
                    <a:cubicBezTo>
                      <a:pt x="2" y="9"/>
                      <a:pt x="1" y="9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1"/>
                      <a:pt x="11" y="8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F2C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Oval 903">
                <a:extLst>
                  <a:ext uri="{FF2B5EF4-FFF2-40B4-BE49-F238E27FC236}">
                    <a16:creationId xmlns:a16="http://schemas.microsoft.com/office/drawing/2014/main" id="{ADEC9C14-628F-4805-A233-B925375BF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729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2824" name="Oval 904">
              <a:extLst>
                <a:ext uri="{FF2B5EF4-FFF2-40B4-BE49-F238E27FC236}">
                  <a16:creationId xmlns:a16="http://schemas.microsoft.com/office/drawing/2014/main" id="{28DC230A-FAFF-4403-8167-D4A5AA583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2679"/>
              <a:ext cx="59" cy="59"/>
            </a:xfrm>
            <a:prstGeom prst="ellipse">
              <a:avLst/>
            </a:prstGeom>
            <a:solidFill>
              <a:srgbClr val="FFE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5" name="Freeform 905">
              <a:extLst>
                <a:ext uri="{FF2B5EF4-FFF2-40B4-BE49-F238E27FC236}">
                  <a16:creationId xmlns:a16="http://schemas.microsoft.com/office/drawing/2014/main" id="{9CE848A4-8B9C-41DB-8E49-BB085A3E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688"/>
              <a:ext cx="39" cy="45"/>
            </a:xfrm>
            <a:custGeom>
              <a:avLst/>
              <a:gdLst>
                <a:gd name="T0" fmla="*/ 410 w 10"/>
                <a:gd name="T1" fmla="*/ 0 h 11"/>
                <a:gd name="T2" fmla="*/ 472 w 10"/>
                <a:gd name="T3" fmla="*/ 200 h 11"/>
                <a:gd name="T4" fmla="*/ 121 w 10"/>
                <a:gd name="T5" fmla="*/ 618 h 11"/>
                <a:gd name="T6" fmla="*/ 0 w 10"/>
                <a:gd name="T7" fmla="*/ 618 h 11"/>
                <a:gd name="T8" fmla="*/ 242 w 10"/>
                <a:gd name="T9" fmla="*/ 753 h 11"/>
                <a:gd name="T10" fmla="*/ 593 w 10"/>
                <a:gd name="T11" fmla="*/ 335 h 11"/>
                <a:gd name="T12" fmla="*/ 410 w 10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1">
                  <a:moveTo>
                    <a:pt x="7" y="0"/>
                  </a:moveTo>
                  <a:cubicBezTo>
                    <a:pt x="8" y="1"/>
                    <a:pt x="8" y="2"/>
                    <a:pt x="8" y="3"/>
                  </a:cubicBezTo>
                  <a:cubicBezTo>
                    <a:pt x="8" y="7"/>
                    <a:pt x="6" y="9"/>
                    <a:pt x="2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1" y="10"/>
                    <a:pt x="2" y="11"/>
                    <a:pt x="4" y="11"/>
                  </a:cubicBezTo>
                  <a:cubicBezTo>
                    <a:pt x="8" y="11"/>
                    <a:pt x="10" y="8"/>
                    <a:pt x="10" y="5"/>
                  </a:cubicBezTo>
                  <a:cubicBezTo>
                    <a:pt x="10" y="3"/>
                    <a:pt x="9" y="1"/>
                    <a:pt x="7" y="0"/>
                  </a:cubicBezTo>
                  <a:close/>
                </a:path>
              </a:pathLst>
            </a:custGeom>
            <a:solidFill>
              <a:srgbClr val="F2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Oval 906">
              <a:extLst>
                <a:ext uri="{FF2B5EF4-FFF2-40B4-BE49-F238E27FC236}">
                  <a16:creationId xmlns:a16="http://schemas.microsoft.com/office/drawing/2014/main" id="{849FC99A-D279-4E54-93CB-14FF3F207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2692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7" name="Oval 907">
              <a:extLst>
                <a:ext uri="{FF2B5EF4-FFF2-40B4-BE49-F238E27FC236}">
                  <a16:creationId xmlns:a16="http://schemas.microsoft.com/office/drawing/2014/main" id="{243379BA-E62B-44E1-9CE9-B48B646F1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496"/>
              <a:ext cx="43" cy="42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8" name="Freeform 908">
              <a:extLst>
                <a:ext uri="{FF2B5EF4-FFF2-40B4-BE49-F238E27FC236}">
                  <a16:creationId xmlns:a16="http://schemas.microsoft.com/office/drawing/2014/main" id="{BBD7A9A1-AFAA-4975-A451-00F3150CE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00"/>
              <a:ext cx="31" cy="33"/>
            </a:xfrm>
            <a:custGeom>
              <a:avLst/>
              <a:gdLst>
                <a:gd name="T0" fmla="*/ 345 w 8"/>
                <a:gd name="T1" fmla="*/ 0 h 8"/>
                <a:gd name="T2" fmla="*/ 407 w 8"/>
                <a:gd name="T3" fmla="*/ 206 h 8"/>
                <a:gd name="T4" fmla="*/ 120 w 8"/>
                <a:gd name="T5" fmla="*/ 495 h 8"/>
                <a:gd name="T6" fmla="*/ 0 w 8"/>
                <a:gd name="T7" fmla="*/ 495 h 8"/>
                <a:gd name="T8" fmla="*/ 240 w 8"/>
                <a:gd name="T9" fmla="*/ 561 h 8"/>
                <a:gd name="T10" fmla="*/ 465 w 8"/>
                <a:gd name="T11" fmla="*/ 289 h 8"/>
                <a:gd name="T12" fmla="*/ 345 w 8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6" y="0"/>
                  </a:moveTo>
                  <a:cubicBezTo>
                    <a:pt x="6" y="1"/>
                    <a:pt x="7" y="2"/>
                    <a:pt x="7" y="3"/>
                  </a:cubicBezTo>
                  <a:cubicBezTo>
                    <a:pt x="7" y="5"/>
                    <a:pt x="5" y="7"/>
                    <a:pt x="2" y="7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1" y="8"/>
                    <a:pt x="2" y="8"/>
                    <a:pt x="4" y="8"/>
                  </a:cubicBezTo>
                  <a:cubicBezTo>
                    <a:pt x="6" y="8"/>
                    <a:pt x="8" y="6"/>
                    <a:pt x="8" y="4"/>
                  </a:cubicBezTo>
                  <a:cubicBezTo>
                    <a:pt x="8" y="2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Oval 909">
              <a:extLst>
                <a:ext uri="{FF2B5EF4-FFF2-40B4-BE49-F238E27FC236}">
                  <a16:creationId xmlns:a16="http://schemas.microsoft.com/office/drawing/2014/main" id="{94B540C2-FCB0-4A29-B82D-2F404C7D7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8" y="2504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0" name="Oval 910">
              <a:extLst>
                <a:ext uri="{FF2B5EF4-FFF2-40B4-BE49-F238E27FC236}">
                  <a16:creationId xmlns:a16="http://schemas.microsoft.com/office/drawing/2014/main" id="{A68F805C-CCDD-41DC-BCAC-608344F0E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2438"/>
              <a:ext cx="43" cy="45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1" name="Freeform 911">
              <a:extLst>
                <a:ext uri="{FF2B5EF4-FFF2-40B4-BE49-F238E27FC236}">
                  <a16:creationId xmlns:a16="http://schemas.microsoft.com/office/drawing/2014/main" id="{C84A3437-F39F-422B-B47F-CBC30C3E1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446"/>
              <a:ext cx="31" cy="33"/>
            </a:xfrm>
            <a:custGeom>
              <a:avLst/>
              <a:gdLst>
                <a:gd name="T0" fmla="*/ 345 w 8"/>
                <a:gd name="T1" fmla="*/ 0 h 8"/>
                <a:gd name="T2" fmla="*/ 407 w 8"/>
                <a:gd name="T3" fmla="*/ 136 h 8"/>
                <a:gd name="T4" fmla="*/ 120 w 8"/>
                <a:gd name="T5" fmla="*/ 495 h 8"/>
                <a:gd name="T6" fmla="*/ 0 w 8"/>
                <a:gd name="T7" fmla="*/ 425 h 8"/>
                <a:gd name="T8" fmla="*/ 240 w 8"/>
                <a:gd name="T9" fmla="*/ 561 h 8"/>
                <a:gd name="T10" fmla="*/ 465 w 8"/>
                <a:gd name="T11" fmla="*/ 289 h 8"/>
                <a:gd name="T12" fmla="*/ 345 w 8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6" y="0"/>
                  </a:moveTo>
                  <a:cubicBezTo>
                    <a:pt x="6" y="0"/>
                    <a:pt x="7" y="1"/>
                    <a:pt x="7" y="2"/>
                  </a:cubicBezTo>
                  <a:cubicBezTo>
                    <a:pt x="7" y="5"/>
                    <a:pt x="5" y="7"/>
                    <a:pt x="2" y="7"/>
                  </a:cubicBezTo>
                  <a:cubicBezTo>
                    <a:pt x="2" y="7"/>
                    <a:pt x="1" y="6"/>
                    <a:pt x="0" y="6"/>
                  </a:cubicBezTo>
                  <a:cubicBezTo>
                    <a:pt x="1" y="7"/>
                    <a:pt x="2" y="8"/>
                    <a:pt x="4" y="8"/>
                  </a:cubicBezTo>
                  <a:cubicBezTo>
                    <a:pt x="6" y="8"/>
                    <a:pt x="8" y="6"/>
                    <a:pt x="8" y="4"/>
                  </a:cubicBezTo>
                  <a:cubicBezTo>
                    <a:pt x="8" y="2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Oval 912">
              <a:extLst>
                <a:ext uri="{FF2B5EF4-FFF2-40B4-BE49-F238E27FC236}">
                  <a16:creationId xmlns:a16="http://schemas.microsoft.com/office/drawing/2014/main" id="{0DE02274-89AA-4C2B-8E19-D5C9759E7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450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3" name="Oval 913">
              <a:extLst>
                <a:ext uri="{FF2B5EF4-FFF2-40B4-BE49-F238E27FC236}">
                  <a16:creationId xmlns:a16="http://schemas.microsoft.com/office/drawing/2014/main" id="{D08C8B61-7579-41D8-BEEF-92C443D3B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533"/>
              <a:ext cx="39" cy="46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4" name="Freeform 914">
              <a:extLst>
                <a:ext uri="{FF2B5EF4-FFF2-40B4-BE49-F238E27FC236}">
                  <a16:creationId xmlns:a16="http://schemas.microsoft.com/office/drawing/2014/main" id="{316C9C6A-8DE8-426D-9788-3D2E16AB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542"/>
              <a:ext cx="27" cy="33"/>
            </a:xfrm>
            <a:custGeom>
              <a:avLst/>
              <a:gdLst>
                <a:gd name="T0" fmla="*/ 282 w 7"/>
                <a:gd name="T1" fmla="*/ 0 h 8"/>
                <a:gd name="T2" fmla="*/ 343 w 7"/>
                <a:gd name="T3" fmla="*/ 136 h 8"/>
                <a:gd name="T4" fmla="*/ 120 w 7"/>
                <a:gd name="T5" fmla="*/ 425 h 8"/>
                <a:gd name="T6" fmla="*/ 0 w 7"/>
                <a:gd name="T7" fmla="*/ 425 h 8"/>
                <a:gd name="T8" fmla="*/ 177 w 7"/>
                <a:gd name="T9" fmla="*/ 561 h 8"/>
                <a:gd name="T10" fmla="*/ 401 w 7"/>
                <a:gd name="T11" fmla="*/ 206 h 8"/>
                <a:gd name="T12" fmla="*/ 282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6" y="0"/>
                    <a:pt x="6" y="1"/>
                    <a:pt x="6" y="2"/>
                  </a:cubicBezTo>
                  <a:cubicBezTo>
                    <a:pt x="6" y="4"/>
                    <a:pt x="4" y="6"/>
                    <a:pt x="2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2" y="8"/>
                    <a:pt x="3" y="8"/>
                  </a:cubicBezTo>
                  <a:cubicBezTo>
                    <a:pt x="5" y="8"/>
                    <a:pt x="7" y="6"/>
                    <a:pt x="7" y="3"/>
                  </a:cubicBezTo>
                  <a:cubicBezTo>
                    <a:pt x="7" y="2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Oval 915">
              <a:extLst>
                <a:ext uri="{FF2B5EF4-FFF2-40B4-BE49-F238E27FC236}">
                  <a16:creationId xmlns:a16="http://schemas.microsoft.com/office/drawing/2014/main" id="{7D1C5834-E9AD-4C80-9C2B-53030B58F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2542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6" name="Oval 916">
              <a:extLst>
                <a:ext uri="{FF2B5EF4-FFF2-40B4-BE49-F238E27FC236}">
                  <a16:creationId xmlns:a16="http://schemas.microsoft.com/office/drawing/2014/main" id="{4B78A2E7-C56D-48D6-8382-6D4579DE2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588"/>
              <a:ext cx="39" cy="45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7" name="Freeform 917">
              <a:extLst>
                <a:ext uri="{FF2B5EF4-FFF2-40B4-BE49-F238E27FC236}">
                  <a16:creationId xmlns:a16="http://schemas.microsoft.com/office/drawing/2014/main" id="{FD46D6E3-EF9F-40C0-AF1D-986E66376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596"/>
              <a:ext cx="31" cy="33"/>
            </a:xfrm>
            <a:custGeom>
              <a:avLst/>
              <a:gdLst>
                <a:gd name="T0" fmla="*/ 287 w 8"/>
                <a:gd name="T1" fmla="*/ 0 h 8"/>
                <a:gd name="T2" fmla="*/ 345 w 8"/>
                <a:gd name="T3" fmla="*/ 136 h 8"/>
                <a:gd name="T4" fmla="*/ 120 w 8"/>
                <a:gd name="T5" fmla="*/ 425 h 8"/>
                <a:gd name="T6" fmla="*/ 0 w 8"/>
                <a:gd name="T7" fmla="*/ 425 h 8"/>
                <a:gd name="T8" fmla="*/ 182 w 8"/>
                <a:gd name="T9" fmla="*/ 561 h 8"/>
                <a:gd name="T10" fmla="*/ 465 w 8"/>
                <a:gd name="T11" fmla="*/ 206 h 8"/>
                <a:gd name="T12" fmla="*/ 287 w 8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6" y="0"/>
                    <a:pt x="6" y="1"/>
                    <a:pt x="6" y="2"/>
                  </a:cubicBezTo>
                  <a:cubicBezTo>
                    <a:pt x="6" y="4"/>
                    <a:pt x="4" y="6"/>
                    <a:pt x="2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7"/>
                    <a:pt x="2" y="8"/>
                    <a:pt x="3" y="8"/>
                  </a:cubicBezTo>
                  <a:cubicBezTo>
                    <a:pt x="6" y="8"/>
                    <a:pt x="8" y="6"/>
                    <a:pt x="8" y="3"/>
                  </a:cubicBezTo>
                  <a:cubicBezTo>
                    <a:pt x="8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Oval 918">
              <a:extLst>
                <a:ext uri="{FF2B5EF4-FFF2-40B4-BE49-F238E27FC236}">
                  <a16:creationId xmlns:a16="http://schemas.microsoft.com/office/drawing/2014/main" id="{FADDF7B2-34D9-4E38-A4C7-BBEA057CF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596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9" name="Oval 919">
              <a:extLst>
                <a:ext uri="{FF2B5EF4-FFF2-40B4-BE49-F238E27FC236}">
                  <a16:creationId xmlns:a16="http://schemas.microsoft.com/office/drawing/2014/main" id="{B1EC574F-4A73-4EF3-98EC-C552A4E52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2583"/>
              <a:ext cx="43" cy="46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0" name="Freeform 920">
              <a:extLst>
                <a:ext uri="{FF2B5EF4-FFF2-40B4-BE49-F238E27FC236}">
                  <a16:creationId xmlns:a16="http://schemas.microsoft.com/office/drawing/2014/main" id="{A96AFB07-C6AA-48C6-9BE4-CE980C7B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92"/>
              <a:ext cx="31" cy="33"/>
            </a:xfrm>
            <a:custGeom>
              <a:avLst/>
              <a:gdLst>
                <a:gd name="T0" fmla="*/ 345 w 8"/>
                <a:gd name="T1" fmla="*/ 0 h 8"/>
                <a:gd name="T2" fmla="*/ 345 w 8"/>
                <a:gd name="T3" fmla="*/ 136 h 8"/>
                <a:gd name="T4" fmla="*/ 120 w 8"/>
                <a:gd name="T5" fmla="*/ 495 h 8"/>
                <a:gd name="T6" fmla="*/ 0 w 8"/>
                <a:gd name="T7" fmla="*/ 425 h 8"/>
                <a:gd name="T8" fmla="*/ 240 w 8"/>
                <a:gd name="T9" fmla="*/ 561 h 8"/>
                <a:gd name="T10" fmla="*/ 465 w 8"/>
                <a:gd name="T11" fmla="*/ 289 h 8"/>
                <a:gd name="T12" fmla="*/ 345 w 8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6" y="0"/>
                  </a:moveTo>
                  <a:cubicBezTo>
                    <a:pt x="6" y="0"/>
                    <a:pt x="6" y="1"/>
                    <a:pt x="6" y="2"/>
                  </a:cubicBezTo>
                  <a:cubicBezTo>
                    <a:pt x="6" y="5"/>
                    <a:pt x="4" y="7"/>
                    <a:pt x="2" y="7"/>
                  </a:cubicBezTo>
                  <a:cubicBezTo>
                    <a:pt x="1" y="7"/>
                    <a:pt x="1" y="6"/>
                    <a:pt x="0" y="6"/>
                  </a:cubicBezTo>
                  <a:cubicBezTo>
                    <a:pt x="1" y="7"/>
                    <a:pt x="2" y="8"/>
                    <a:pt x="4" y="8"/>
                  </a:cubicBezTo>
                  <a:cubicBezTo>
                    <a:pt x="6" y="8"/>
                    <a:pt x="8" y="6"/>
                    <a:pt x="8" y="4"/>
                  </a:cubicBezTo>
                  <a:cubicBezTo>
                    <a:pt x="8" y="2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Oval 921">
              <a:extLst>
                <a:ext uri="{FF2B5EF4-FFF2-40B4-BE49-F238E27FC236}">
                  <a16:creationId xmlns:a16="http://schemas.microsoft.com/office/drawing/2014/main" id="{6487AD7F-9E70-480C-9357-1669D1E4C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259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2" name="Oval 922">
              <a:extLst>
                <a:ext uri="{FF2B5EF4-FFF2-40B4-BE49-F238E27FC236}">
                  <a16:creationId xmlns:a16="http://schemas.microsoft.com/office/drawing/2014/main" id="{C9859A13-A673-4F80-8F55-FF5359B4E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2479"/>
              <a:ext cx="39" cy="42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3" name="Freeform 923">
              <a:extLst>
                <a:ext uri="{FF2B5EF4-FFF2-40B4-BE49-F238E27FC236}">
                  <a16:creationId xmlns:a16="http://schemas.microsoft.com/office/drawing/2014/main" id="{EDA3A250-FEE6-48CB-8453-79870C4FA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488"/>
              <a:ext cx="27" cy="29"/>
            </a:xfrm>
            <a:custGeom>
              <a:avLst/>
              <a:gdLst>
                <a:gd name="T0" fmla="*/ 282 w 7"/>
                <a:gd name="T1" fmla="*/ 0 h 7"/>
                <a:gd name="T2" fmla="*/ 343 w 7"/>
                <a:gd name="T3" fmla="*/ 137 h 7"/>
                <a:gd name="T4" fmla="*/ 58 w 7"/>
                <a:gd name="T5" fmla="*/ 431 h 7"/>
                <a:gd name="T6" fmla="*/ 0 w 7"/>
                <a:gd name="T7" fmla="*/ 431 h 7"/>
                <a:gd name="T8" fmla="*/ 177 w 7"/>
                <a:gd name="T9" fmla="*/ 497 h 7"/>
                <a:gd name="T10" fmla="*/ 401 w 7"/>
                <a:gd name="T11" fmla="*/ 207 h 7"/>
                <a:gd name="T12" fmla="*/ 282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5" y="0"/>
                    <a:pt x="6" y="1"/>
                    <a:pt x="6" y="2"/>
                  </a:cubicBezTo>
                  <a:cubicBezTo>
                    <a:pt x="6" y="4"/>
                    <a:pt x="4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2" y="7"/>
                    <a:pt x="3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2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Oval 924">
              <a:extLst>
                <a:ext uri="{FF2B5EF4-FFF2-40B4-BE49-F238E27FC236}">
                  <a16:creationId xmlns:a16="http://schemas.microsoft.com/office/drawing/2014/main" id="{A9CEDDDC-F03D-439D-B21E-2C5A053C9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248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5" name="Oval 925">
              <a:extLst>
                <a:ext uri="{FF2B5EF4-FFF2-40B4-BE49-F238E27FC236}">
                  <a16:creationId xmlns:a16="http://schemas.microsoft.com/office/drawing/2014/main" id="{7C247D47-A79D-4AC5-B3A5-E87CA523E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442"/>
              <a:ext cx="39" cy="41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6" name="Freeform 926">
              <a:extLst>
                <a:ext uri="{FF2B5EF4-FFF2-40B4-BE49-F238E27FC236}">
                  <a16:creationId xmlns:a16="http://schemas.microsoft.com/office/drawing/2014/main" id="{0B3CDD4C-A427-4B5C-8DE7-AF1009E89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450"/>
              <a:ext cx="31" cy="29"/>
            </a:xfrm>
            <a:custGeom>
              <a:avLst/>
              <a:gdLst>
                <a:gd name="T0" fmla="*/ 345 w 8"/>
                <a:gd name="T1" fmla="*/ 0 h 7"/>
                <a:gd name="T2" fmla="*/ 345 w 8"/>
                <a:gd name="T3" fmla="*/ 137 h 7"/>
                <a:gd name="T4" fmla="*/ 120 w 8"/>
                <a:gd name="T5" fmla="*/ 431 h 7"/>
                <a:gd name="T6" fmla="*/ 0 w 8"/>
                <a:gd name="T7" fmla="*/ 431 h 7"/>
                <a:gd name="T8" fmla="*/ 240 w 8"/>
                <a:gd name="T9" fmla="*/ 497 h 7"/>
                <a:gd name="T10" fmla="*/ 465 w 8"/>
                <a:gd name="T11" fmla="*/ 207 h 7"/>
                <a:gd name="T12" fmla="*/ 345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6" y="0"/>
                    <a:pt x="6" y="1"/>
                    <a:pt x="6" y="2"/>
                  </a:cubicBezTo>
                  <a:cubicBezTo>
                    <a:pt x="6" y="4"/>
                    <a:pt x="5" y="6"/>
                    <a:pt x="2" y="6"/>
                  </a:cubicBezTo>
                  <a:cubicBezTo>
                    <a:pt x="2" y="6"/>
                    <a:pt x="1" y="6"/>
                    <a:pt x="0" y="6"/>
                  </a:cubicBezTo>
                  <a:cubicBezTo>
                    <a:pt x="1" y="7"/>
                    <a:pt x="2" y="7"/>
                    <a:pt x="4" y="7"/>
                  </a:cubicBezTo>
                  <a:cubicBezTo>
                    <a:pt x="6" y="7"/>
                    <a:pt x="8" y="6"/>
                    <a:pt x="8" y="3"/>
                  </a:cubicBezTo>
                  <a:cubicBezTo>
                    <a:pt x="8" y="2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Oval 927">
              <a:extLst>
                <a:ext uri="{FF2B5EF4-FFF2-40B4-BE49-F238E27FC236}">
                  <a16:creationId xmlns:a16="http://schemas.microsoft.com/office/drawing/2014/main" id="{4E884EA5-4168-4811-81A0-10C412002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2454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8" name="Oval 928">
              <a:extLst>
                <a:ext uri="{FF2B5EF4-FFF2-40B4-BE49-F238E27FC236}">
                  <a16:creationId xmlns:a16="http://schemas.microsoft.com/office/drawing/2014/main" id="{919E6E63-514E-4D73-AF11-BC12124A5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2542"/>
              <a:ext cx="39" cy="41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9" name="Freeform 929">
              <a:extLst>
                <a:ext uri="{FF2B5EF4-FFF2-40B4-BE49-F238E27FC236}">
                  <a16:creationId xmlns:a16="http://schemas.microsoft.com/office/drawing/2014/main" id="{2FC3C8A8-007C-4134-BD64-0720E89B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50"/>
              <a:ext cx="31" cy="29"/>
            </a:xfrm>
            <a:custGeom>
              <a:avLst/>
              <a:gdLst>
                <a:gd name="T0" fmla="*/ 345 w 8"/>
                <a:gd name="T1" fmla="*/ 0 h 7"/>
                <a:gd name="T2" fmla="*/ 345 w 8"/>
                <a:gd name="T3" fmla="*/ 137 h 7"/>
                <a:gd name="T4" fmla="*/ 120 w 8"/>
                <a:gd name="T5" fmla="*/ 431 h 7"/>
                <a:gd name="T6" fmla="*/ 0 w 8"/>
                <a:gd name="T7" fmla="*/ 431 h 7"/>
                <a:gd name="T8" fmla="*/ 240 w 8"/>
                <a:gd name="T9" fmla="*/ 497 h 7"/>
                <a:gd name="T10" fmla="*/ 465 w 8"/>
                <a:gd name="T11" fmla="*/ 207 h 7"/>
                <a:gd name="T12" fmla="*/ 345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6" y="0"/>
                    <a:pt x="6" y="1"/>
                    <a:pt x="6" y="2"/>
                  </a:cubicBezTo>
                  <a:cubicBezTo>
                    <a:pt x="6" y="4"/>
                    <a:pt x="5" y="6"/>
                    <a:pt x="2" y="6"/>
                  </a:cubicBezTo>
                  <a:cubicBezTo>
                    <a:pt x="2" y="6"/>
                    <a:pt x="1" y="6"/>
                    <a:pt x="0" y="6"/>
                  </a:cubicBezTo>
                  <a:cubicBezTo>
                    <a:pt x="1" y="7"/>
                    <a:pt x="2" y="7"/>
                    <a:pt x="4" y="7"/>
                  </a:cubicBezTo>
                  <a:cubicBezTo>
                    <a:pt x="6" y="7"/>
                    <a:pt x="8" y="6"/>
                    <a:pt x="8" y="3"/>
                  </a:cubicBezTo>
                  <a:cubicBezTo>
                    <a:pt x="8" y="2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Oval 930">
              <a:extLst>
                <a:ext uri="{FF2B5EF4-FFF2-40B4-BE49-F238E27FC236}">
                  <a16:creationId xmlns:a16="http://schemas.microsoft.com/office/drawing/2014/main" id="{627FE069-E47E-4AC5-B431-779B48EA2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8" y="2554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1" name="Oval 931">
              <a:extLst>
                <a:ext uri="{FF2B5EF4-FFF2-40B4-BE49-F238E27FC236}">
                  <a16:creationId xmlns:a16="http://schemas.microsoft.com/office/drawing/2014/main" id="{D45084D1-72AC-4A28-ABAC-AA044EC22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2475"/>
              <a:ext cx="46" cy="54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2" name="Freeform 932">
              <a:extLst>
                <a:ext uri="{FF2B5EF4-FFF2-40B4-BE49-F238E27FC236}">
                  <a16:creationId xmlns:a16="http://schemas.microsoft.com/office/drawing/2014/main" id="{00430104-5D5F-42E9-82E5-20881DF2E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483"/>
              <a:ext cx="36" cy="42"/>
            </a:xfrm>
            <a:custGeom>
              <a:avLst/>
              <a:gdLst>
                <a:gd name="T0" fmla="*/ 384 w 9"/>
                <a:gd name="T1" fmla="*/ 0 h 10"/>
                <a:gd name="T2" fmla="*/ 448 w 9"/>
                <a:gd name="T3" fmla="*/ 231 h 10"/>
                <a:gd name="T4" fmla="*/ 128 w 9"/>
                <a:gd name="T5" fmla="*/ 601 h 10"/>
                <a:gd name="T6" fmla="*/ 0 w 9"/>
                <a:gd name="T7" fmla="*/ 601 h 10"/>
                <a:gd name="T8" fmla="*/ 256 w 9"/>
                <a:gd name="T9" fmla="*/ 739 h 10"/>
                <a:gd name="T10" fmla="*/ 576 w 9"/>
                <a:gd name="T11" fmla="*/ 370 h 10"/>
                <a:gd name="T12" fmla="*/ 384 w 9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">
                  <a:moveTo>
                    <a:pt x="6" y="0"/>
                  </a:moveTo>
                  <a:cubicBezTo>
                    <a:pt x="7" y="1"/>
                    <a:pt x="7" y="2"/>
                    <a:pt x="7" y="3"/>
                  </a:cubicBezTo>
                  <a:cubicBezTo>
                    <a:pt x="7" y="6"/>
                    <a:pt x="5" y="8"/>
                    <a:pt x="2" y="8"/>
                  </a:cubicBezTo>
                  <a:cubicBezTo>
                    <a:pt x="1" y="8"/>
                    <a:pt x="1" y="8"/>
                    <a:pt x="0" y="8"/>
                  </a:cubicBezTo>
                  <a:cubicBezTo>
                    <a:pt x="1" y="9"/>
                    <a:pt x="2" y="10"/>
                    <a:pt x="4" y="10"/>
                  </a:cubicBezTo>
                  <a:cubicBezTo>
                    <a:pt x="7" y="10"/>
                    <a:pt x="9" y="7"/>
                    <a:pt x="9" y="5"/>
                  </a:cubicBezTo>
                  <a:cubicBezTo>
                    <a:pt x="9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Oval 933">
              <a:extLst>
                <a:ext uri="{FF2B5EF4-FFF2-40B4-BE49-F238E27FC236}">
                  <a16:creationId xmlns:a16="http://schemas.microsoft.com/office/drawing/2014/main" id="{2146E031-0A52-4465-89D4-6CB0E5312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488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4" name="Oval 934">
              <a:extLst>
                <a:ext uri="{FF2B5EF4-FFF2-40B4-BE49-F238E27FC236}">
                  <a16:creationId xmlns:a16="http://schemas.microsoft.com/office/drawing/2014/main" id="{A849D565-4C1C-4E36-B798-2FCE4423E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2388"/>
              <a:ext cx="39" cy="41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5" name="Freeform 935">
              <a:extLst>
                <a:ext uri="{FF2B5EF4-FFF2-40B4-BE49-F238E27FC236}">
                  <a16:creationId xmlns:a16="http://schemas.microsoft.com/office/drawing/2014/main" id="{91A7D105-5DC4-4F9C-BEE9-2F8E2E2BC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392"/>
              <a:ext cx="28" cy="33"/>
            </a:xfrm>
            <a:custGeom>
              <a:avLst/>
              <a:gdLst>
                <a:gd name="T0" fmla="*/ 320 w 7"/>
                <a:gd name="T1" fmla="*/ 0 h 8"/>
                <a:gd name="T2" fmla="*/ 384 w 7"/>
                <a:gd name="T3" fmla="*/ 136 h 8"/>
                <a:gd name="T4" fmla="*/ 64 w 7"/>
                <a:gd name="T5" fmla="*/ 495 h 8"/>
                <a:gd name="T6" fmla="*/ 0 w 7"/>
                <a:gd name="T7" fmla="*/ 425 h 8"/>
                <a:gd name="T8" fmla="*/ 192 w 7"/>
                <a:gd name="T9" fmla="*/ 561 h 8"/>
                <a:gd name="T10" fmla="*/ 448 w 7"/>
                <a:gd name="T11" fmla="*/ 289 h 8"/>
                <a:gd name="T12" fmla="*/ 320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5" y="1"/>
                    <a:pt x="6" y="2"/>
                    <a:pt x="6" y="2"/>
                  </a:cubicBezTo>
                  <a:cubicBezTo>
                    <a:pt x="6" y="5"/>
                    <a:pt x="4" y="7"/>
                    <a:pt x="1" y="7"/>
                  </a:cubicBezTo>
                  <a:cubicBezTo>
                    <a:pt x="1" y="7"/>
                    <a:pt x="0" y="6"/>
                    <a:pt x="0" y="6"/>
                  </a:cubicBezTo>
                  <a:cubicBezTo>
                    <a:pt x="0" y="7"/>
                    <a:pt x="2" y="8"/>
                    <a:pt x="3" y="8"/>
                  </a:cubicBezTo>
                  <a:cubicBezTo>
                    <a:pt x="5" y="8"/>
                    <a:pt x="7" y="6"/>
                    <a:pt x="7" y="4"/>
                  </a:cubicBezTo>
                  <a:cubicBezTo>
                    <a:pt x="7" y="2"/>
                    <a:pt x="6" y="1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Oval 936">
              <a:extLst>
                <a:ext uri="{FF2B5EF4-FFF2-40B4-BE49-F238E27FC236}">
                  <a16:creationId xmlns:a16="http://schemas.microsoft.com/office/drawing/2014/main" id="{D3296281-10A6-4BA5-8629-54EB6D179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39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7" name="Oval 937">
              <a:extLst>
                <a:ext uri="{FF2B5EF4-FFF2-40B4-BE49-F238E27FC236}">
                  <a16:creationId xmlns:a16="http://schemas.microsoft.com/office/drawing/2014/main" id="{DAE35AE5-1049-42A4-9BB5-DE3D6EE0B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2346"/>
              <a:ext cx="39" cy="42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8" name="Freeform 938">
              <a:extLst>
                <a:ext uri="{FF2B5EF4-FFF2-40B4-BE49-F238E27FC236}">
                  <a16:creationId xmlns:a16="http://schemas.microsoft.com/office/drawing/2014/main" id="{D6CA9AA2-341F-43A8-9055-84AD276A8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354"/>
              <a:ext cx="31" cy="30"/>
            </a:xfrm>
            <a:custGeom>
              <a:avLst/>
              <a:gdLst>
                <a:gd name="T0" fmla="*/ 345 w 8"/>
                <a:gd name="T1" fmla="*/ 0 h 7"/>
                <a:gd name="T2" fmla="*/ 345 w 8"/>
                <a:gd name="T3" fmla="*/ 167 h 7"/>
                <a:gd name="T4" fmla="*/ 120 w 8"/>
                <a:gd name="T5" fmla="*/ 476 h 7"/>
                <a:gd name="T6" fmla="*/ 0 w 8"/>
                <a:gd name="T7" fmla="*/ 476 h 7"/>
                <a:gd name="T8" fmla="*/ 240 w 8"/>
                <a:gd name="T9" fmla="*/ 553 h 7"/>
                <a:gd name="T10" fmla="*/ 465 w 8"/>
                <a:gd name="T11" fmla="*/ 240 h 7"/>
                <a:gd name="T12" fmla="*/ 345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6" y="0"/>
                    <a:pt x="6" y="1"/>
                    <a:pt x="6" y="2"/>
                  </a:cubicBezTo>
                  <a:cubicBezTo>
                    <a:pt x="6" y="4"/>
                    <a:pt x="5" y="6"/>
                    <a:pt x="2" y="6"/>
                  </a:cubicBezTo>
                  <a:cubicBezTo>
                    <a:pt x="2" y="6"/>
                    <a:pt x="1" y="6"/>
                    <a:pt x="0" y="6"/>
                  </a:cubicBezTo>
                  <a:cubicBezTo>
                    <a:pt x="1" y="7"/>
                    <a:pt x="2" y="7"/>
                    <a:pt x="4" y="7"/>
                  </a:cubicBezTo>
                  <a:cubicBezTo>
                    <a:pt x="6" y="7"/>
                    <a:pt x="8" y="6"/>
                    <a:pt x="8" y="3"/>
                  </a:cubicBezTo>
                  <a:cubicBezTo>
                    <a:pt x="8" y="2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Oval 939">
              <a:extLst>
                <a:ext uri="{FF2B5EF4-FFF2-40B4-BE49-F238E27FC236}">
                  <a16:creationId xmlns:a16="http://schemas.microsoft.com/office/drawing/2014/main" id="{0CFA9F01-EB44-48C2-9EA8-E977B1493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35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0" name="Oval 940">
              <a:extLst>
                <a:ext uri="{FF2B5EF4-FFF2-40B4-BE49-F238E27FC236}">
                  <a16:creationId xmlns:a16="http://schemas.microsoft.com/office/drawing/2014/main" id="{6A1F3342-E646-444C-8D82-F48760C5A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363"/>
              <a:ext cx="39" cy="41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1" name="Freeform 941">
              <a:extLst>
                <a:ext uri="{FF2B5EF4-FFF2-40B4-BE49-F238E27FC236}">
                  <a16:creationId xmlns:a16="http://schemas.microsoft.com/office/drawing/2014/main" id="{B965DC31-65B6-4E28-A497-4422C04A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371"/>
              <a:ext cx="31" cy="29"/>
            </a:xfrm>
            <a:custGeom>
              <a:avLst/>
              <a:gdLst>
                <a:gd name="T0" fmla="*/ 345 w 8"/>
                <a:gd name="T1" fmla="*/ 0 h 7"/>
                <a:gd name="T2" fmla="*/ 345 w 8"/>
                <a:gd name="T3" fmla="*/ 137 h 7"/>
                <a:gd name="T4" fmla="*/ 120 w 8"/>
                <a:gd name="T5" fmla="*/ 431 h 7"/>
                <a:gd name="T6" fmla="*/ 0 w 8"/>
                <a:gd name="T7" fmla="*/ 431 h 7"/>
                <a:gd name="T8" fmla="*/ 240 w 8"/>
                <a:gd name="T9" fmla="*/ 497 h 7"/>
                <a:gd name="T10" fmla="*/ 465 w 8"/>
                <a:gd name="T11" fmla="*/ 207 h 7"/>
                <a:gd name="T12" fmla="*/ 345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6" y="0"/>
                    <a:pt x="6" y="1"/>
                    <a:pt x="6" y="2"/>
                  </a:cubicBezTo>
                  <a:cubicBezTo>
                    <a:pt x="6" y="4"/>
                    <a:pt x="5" y="6"/>
                    <a:pt x="2" y="6"/>
                  </a:cubicBezTo>
                  <a:cubicBezTo>
                    <a:pt x="2" y="6"/>
                    <a:pt x="1" y="6"/>
                    <a:pt x="0" y="6"/>
                  </a:cubicBezTo>
                  <a:cubicBezTo>
                    <a:pt x="1" y="7"/>
                    <a:pt x="2" y="7"/>
                    <a:pt x="4" y="7"/>
                  </a:cubicBezTo>
                  <a:cubicBezTo>
                    <a:pt x="6" y="7"/>
                    <a:pt x="8" y="6"/>
                    <a:pt x="8" y="3"/>
                  </a:cubicBezTo>
                  <a:cubicBezTo>
                    <a:pt x="8" y="2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Oval 942">
              <a:extLst>
                <a:ext uri="{FF2B5EF4-FFF2-40B4-BE49-F238E27FC236}">
                  <a16:creationId xmlns:a16="http://schemas.microsoft.com/office/drawing/2014/main" id="{968EFF53-2DDA-49B6-9F19-484A63ED7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2375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3" name="Oval 943">
              <a:extLst>
                <a:ext uri="{FF2B5EF4-FFF2-40B4-BE49-F238E27FC236}">
                  <a16:creationId xmlns:a16="http://schemas.microsoft.com/office/drawing/2014/main" id="{10174F1E-C069-4B01-9213-6237839BE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2375"/>
              <a:ext cx="39" cy="42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4" name="Freeform 944">
              <a:extLst>
                <a:ext uri="{FF2B5EF4-FFF2-40B4-BE49-F238E27FC236}">
                  <a16:creationId xmlns:a16="http://schemas.microsoft.com/office/drawing/2014/main" id="{CF189497-F944-41A1-B246-A44466404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384"/>
              <a:ext cx="27" cy="29"/>
            </a:xfrm>
            <a:custGeom>
              <a:avLst/>
              <a:gdLst>
                <a:gd name="T0" fmla="*/ 282 w 7"/>
                <a:gd name="T1" fmla="*/ 0 h 7"/>
                <a:gd name="T2" fmla="*/ 343 w 7"/>
                <a:gd name="T3" fmla="*/ 137 h 7"/>
                <a:gd name="T4" fmla="*/ 58 w 7"/>
                <a:gd name="T5" fmla="*/ 431 h 7"/>
                <a:gd name="T6" fmla="*/ 0 w 7"/>
                <a:gd name="T7" fmla="*/ 431 h 7"/>
                <a:gd name="T8" fmla="*/ 177 w 7"/>
                <a:gd name="T9" fmla="*/ 497 h 7"/>
                <a:gd name="T10" fmla="*/ 401 w 7"/>
                <a:gd name="T11" fmla="*/ 207 h 7"/>
                <a:gd name="T12" fmla="*/ 282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5" y="0"/>
                    <a:pt x="6" y="1"/>
                    <a:pt x="6" y="2"/>
                  </a:cubicBezTo>
                  <a:cubicBezTo>
                    <a:pt x="6" y="4"/>
                    <a:pt x="4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2" y="7"/>
                    <a:pt x="3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2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Oval 945">
              <a:extLst>
                <a:ext uri="{FF2B5EF4-FFF2-40B4-BE49-F238E27FC236}">
                  <a16:creationId xmlns:a16="http://schemas.microsoft.com/office/drawing/2014/main" id="{E9100F82-78CB-44D2-8489-1230FFE0A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3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6" name="Oval 946">
              <a:extLst>
                <a:ext uri="{FF2B5EF4-FFF2-40B4-BE49-F238E27FC236}">
                  <a16:creationId xmlns:a16="http://schemas.microsoft.com/office/drawing/2014/main" id="{4E8C9FAF-6D67-427B-9B97-9A84A5EA2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375"/>
              <a:ext cx="39" cy="42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7" name="Freeform 947">
              <a:extLst>
                <a:ext uri="{FF2B5EF4-FFF2-40B4-BE49-F238E27FC236}">
                  <a16:creationId xmlns:a16="http://schemas.microsoft.com/office/drawing/2014/main" id="{261BB50C-1B8E-4412-A91E-FD2CC7F38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379"/>
              <a:ext cx="27" cy="34"/>
            </a:xfrm>
            <a:custGeom>
              <a:avLst/>
              <a:gdLst>
                <a:gd name="T0" fmla="*/ 282 w 7"/>
                <a:gd name="T1" fmla="*/ 0 h 8"/>
                <a:gd name="T2" fmla="*/ 343 w 7"/>
                <a:gd name="T3" fmla="*/ 234 h 8"/>
                <a:gd name="T4" fmla="*/ 120 w 7"/>
                <a:gd name="T5" fmla="*/ 544 h 8"/>
                <a:gd name="T6" fmla="*/ 0 w 7"/>
                <a:gd name="T7" fmla="*/ 472 h 8"/>
                <a:gd name="T8" fmla="*/ 177 w 7"/>
                <a:gd name="T9" fmla="*/ 616 h 8"/>
                <a:gd name="T10" fmla="*/ 401 w 7"/>
                <a:gd name="T11" fmla="*/ 306 h 8"/>
                <a:gd name="T12" fmla="*/ 282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6" y="5"/>
                    <a:pt x="4" y="7"/>
                    <a:pt x="2" y="7"/>
                  </a:cubicBezTo>
                  <a:cubicBezTo>
                    <a:pt x="1" y="7"/>
                    <a:pt x="1" y="7"/>
                    <a:pt x="0" y="6"/>
                  </a:cubicBezTo>
                  <a:cubicBezTo>
                    <a:pt x="1" y="7"/>
                    <a:pt x="2" y="8"/>
                    <a:pt x="3" y="8"/>
                  </a:cubicBezTo>
                  <a:cubicBezTo>
                    <a:pt x="6" y="8"/>
                    <a:pt x="7" y="6"/>
                    <a:pt x="7" y="4"/>
                  </a:cubicBezTo>
                  <a:cubicBezTo>
                    <a:pt x="7" y="2"/>
                    <a:pt x="7" y="1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Oval 948">
              <a:extLst>
                <a:ext uri="{FF2B5EF4-FFF2-40B4-BE49-F238E27FC236}">
                  <a16:creationId xmlns:a16="http://schemas.microsoft.com/office/drawing/2014/main" id="{DC13B868-73DF-4B0B-876B-386BA2BF5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3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9" name="Oval 949">
              <a:extLst>
                <a:ext uri="{FF2B5EF4-FFF2-40B4-BE49-F238E27FC236}">
                  <a16:creationId xmlns:a16="http://schemas.microsoft.com/office/drawing/2014/main" id="{84991FF7-9373-49A6-8333-BAD68A689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429"/>
              <a:ext cx="39" cy="42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0" name="Freeform 950">
              <a:extLst>
                <a:ext uri="{FF2B5EF4-FFF2-40B4-BE49-F238E27FC236}">
                  <a16:creationId xmlns:a16="http://schemas.microsoft.com/office/drawing/2014/main" id="{74C40E6D-618F-468F-949B-FE97E3596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434"/>
              <a:ext cx="31" cy="33"/>
            </a:xfrm>
            <a:custGeom>
              <a:avLst/>
              <a:gdLst>
                <a:gd name="T0" fmla="*/ 345 w 8"/>
                <a:gd name="T1" fmla="*/ 0 h 8"/>
                <a:gd name="T2" fmla="*/ 345 w 8"/>
                <a:gd name="T3" fmla="*/ 136 h 8"/>
                <a:gd name="T4" fmla="*/ 120 w 8"/>
                <a:gd name="T5" fmla="*/ 495 h 8"/>
                <a:gd name="T6" fmla="*/ 0 w 8"/>
                <a:gd name="T7" fmla="*/ 425 h 8"/>
                <a:gd name="T8" fmla="*/ 240 w 8"/>
                <a:gd name="T9" fmla="*/ 561 h 8"/>
                <a:gd name="T10" fmla="*/ 465 w 8"/>
                <a:gd name="T11" fmla="*/ 289 h 8"/>
                <a:gd name="T12" fmla="*/ 345 w 8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6" y="0"/>
                  </a:moveTo>
                  <a:cubicBezTo>
                    <a:pt x="6" y="1"/>
                    <a:pt x="6" y="2"/>
                    <a:pt x="6" y="2"/>
                  </a:cubicBezTo>
                  <a:cubicBezTo>
                    <a:pt x="6" y="5"/>
                    <a:pt x="5" y="7"/>
                    <a:pt x="2" y="7"/>
                  </a:cubicBezTo>
                  <a:cubicBezTo>
                    <a:pt x="2" y="7"/>
                    <a:pt x="1" y="6"/>
                    <a:pt x="0" y="6"/>
                  </a:cubicBezTo>
                  <a:cubicBezTo>
                    <a:pt x="1" y="7"/>
                    <a:pt x="2" y="8"/>
                    <a:pt x="4" y="8"/>
                  </a:cubicBezTo>
                  <a:cubicBezTo>
                    <a:pt x="6" y="8"/>
                    <a:pt x="8" y="6"/>
                    <a:pt x="8" y="4"/>
                  </a:cubicBezTo>
                  <a:cubicBezTo>
                    <a:pt x="8" y="2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Oval 951">
              <a:extLst>
                <a:ext uri="{FF2B5EF4-FFF2-40B4-BE49-F238E27FC236}">
                  <a16:creationId xmlns:a16="http://schemas.microsoft.com/office/drawing/2014/main" id="{7BC770C7-1DC3-4B33-B803-5D742485F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2438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2" name="Oval 952">
              <a:extLst>
                <a:ext uri="{FF2B5EF4-FFF2-40B4-BE49-F238E27FC236}">
                  <a16:creationId xmlns:a16="http://schemas.microsoft.com/office/drawing/2014/main" id="{7328B51B-FA0F-4C68-9619-90C94943F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546"/>
              <a:ext cx="39" cy="42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3" name="Freeform 953">
              <a:extLst>
                <a:ext uri="{FF2B5EF4-FFF2-40B4-BE49-F238E27FC236}">
                  <a16:creationId xmlns:a16="http://schemas.microsoft.com/office/drawing/2014/main" id="{FE268A0B-DA9D-43BD-83F7-9AC76F6AE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554"/>
              <a:ext cx="28" cy="29"/>
            </a:xfrm>
            <a:custGeom>
              <a:avLst/>
              <a:gdLst>
                <a:gd name="T0" fmla="*/ 320 w 7"/>
                <a:gd name="T1" fmla="*/ 0 h 7"/>
                <a:gd name="T2" fmla="*/ 384 w 7"/>
                <a:gd name="T3" fmla="*/ 137 h 7"/>
                <a:gd name="T4" fmla="*/ 128 w 7"/>
                <a:gd name="T5" fmla="*/ 431 h 7"/>
                <a:gd name="T6" fmla="*/ 0 w 7"/>
                <a:gd name="T7" fmla="*/ 431 h 7"/>
                <a:gd name="T8" fmla="*/ 192 w 7"/>
                <a:gd name="T9" fmla="*/ 497 h 7"/>
                <a:gd name="T10" fmla="*/ 448 w 7"/>
                <a:gd name="T11" fmla="*/ 207 h 7"/>
                <a:gd name="T12" fmla="*/ 320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6" y="0"/>
                    <a:pt x="6" y="1"/>
                    <a:pt x="6" y="2"/>
                  </a:cubicBezTo>
                  <a:cubicBezTo>
                    <a:pt x="6" y="4"/>
                    <a:pt x="4" y="6"/>
                    <a:pt x="2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7"/>
                    <a:pt x="7" y="6"/>
                    <a:pt x="7" y="3"/>
                  </a:cubicBezTo>
                  <a:cubicBezTo>
                    <a:pt x="7" y="2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Oval 954">
              <a:extLst>
                <a:ext uri="{FF2B5EF4-FFF2-40B4-BE49-F238E27FC236}">
                  <a16:creationId xmlns:a16="http://schemas.microsoft.com/office/drawing/2014/main" id="{E91E9706-3BD7-4D0A-9FDA-3904244E3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255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5" name="Oval 955">
              <a:extLst>
                <a:ext uri="{FF2B5EF4-FFF2-40B4-BE49-F238E27FC236}">
                  <a16:creationId xmlns:a16="http://schemas.microsoft.com/office/drawing/2014/main" id="{C6C76158-F163-4E1D-8C04-DD08F729A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488"/>
              <a:ext cx="39" cy="41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6" name="Freeform 956">
              <a:extLst>
                <a:ext uri="{FF2B5EF4-FFF2-40B4-BE49-F238E27FC236}">
                  <a16:creationId xmlns:a16="http://schemas.microsoft.com/office/drawing/2014/main" id="{D1979EAA-052E-4B11-8FAE-15187F3E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96"/>
              <a:ext cx="27" cy="29"/>
            </a:xfrm>
            <a:custGeom>
              <a:avLst/>
              <a:gdLst>
                <a:gd name="T0" fmla="*/ 282 w 7"/>
                <a:gd name="T1" fmla="*/ 0 h 7"/>
                <a:gd name="T2" fmla="*/ 343 w 7"/>
                <a:gd name="T3" fmla="*/ 137 h 7"/>
                <a:gd name="T4" fmla="*/ 58 w 7"/>
                <a:gd name="T5" fmla="*/ 431 h 7"/>
                <a:gd name="T6" fmla="*/ 0 w 7"/>
                <a:gd name="T7" fmla="*/ 431 h 7"/>
                <a:gd name="T8" fmla="*/ 177 w 7"/>
                <a:gd name="T9" fmla="*/ 497 h 7"/>
                <a:gd name="T10" fmla="*/ 401 w 7"/>
                <a:gd name="T11" fmla="*/ 207 h 7"/>
                <a:gd name="T12" fmla="*/ 282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5" y="0"/>
                    <a:pt x="6" y="1"/>
                    <a:pt x="6" y="2"/>
                  </a:cubicBezTo>
                  <a:cubicBezTo>
                    <a:pt x="6" y="4"/>
                    <a:pt x="4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2" y="7"/>
                    <a:pt x="3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2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Oval 957">
              <a:extLst>
                <a:ext uri="{FF2B5EF4-FFF2-40B4-BE49-F238E27FC236}">
                  <a16:creationId xmlns:a16="http://schemas.microsoft.com/office/drawing/2014/main" id="{443E650E-C380-4075-99A5-BE4D79330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9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8" name="Freeform 958">
              <a:extLst>
                <a:ext uri="{FF2B5EF4-FFF2-40B4-BE49-F238E27FC236}">
                  <a16:creationId xmlns:a16="http://schemas.microsoft.com/office/drawing/2014/main" id="{C4831333-B0B2-4EBE-8C8A-96666B2F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604"/>
              <a:ext cx="187" cy="987"/>
            </a:xfrm>
            <a:custGeom>
              <a:avLst/>
              <a:gdLst>
                <a:gd name="T0" fmla="*/ 62 w 48"/>
                <a:gd name="T1" fmla="*/ 16546 h 237"/>
                <a:gd name="T2" fmla="*/ 288 w 48"/>
                <a:gd name="T3" fmla="*/ 17050 h 237"/>
                <a:gd name="T4" fmla="*/ 775 w 48"/>
                <a:gd name="T5" fmla="*/ 16825 h 237"/>
                <a:gd name="T6" fmla="*/ 2840 w 48"/>
                <a:gd name="T7" fmla="*/ 0 h 237"/>
                <a:gd name="T8" fmla="*/ 2065 w 48"/>
                <a:gd name="T9" fmla="*/ 433 h 237"/>
                <a:gd name="T10" fmla="*/ 62 w 48"/>
                <a:gd name="T11" fmla="*/ 16546 h 2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37">
                  <a:moveTo>
                    <a:pt x="1" y="229"/>
                  </a:moveTo>
                  <a:cubicBezTo>
                    <a:pt x="0" y="232"/>
                    <a:pt x="2" y="235"/>
                    <a:pt x="5" y="236"/>
                  </a:cubicBezTo>
                  <a:cubicBezTo>
                    <a:pt x="8" y="237"/>
                    <a:pt x="12" y="236"/>
                    <a:pt x="13" y="233"/>
                  </a:cubicBezTo>
                  <a:cubicBezTo>
                    <a:pt x="13" y="233"/>
                    <a:pt x="30" y="116"/>
                    <a:pt x="48" y="0"/>
                  </a:cubicBezTo>
                  <a:cubicBezTo>
                    <a:pt x="44" y="3"/>
                    <a:pt x="40" y="5"/>
                    <a:pt x="35" y="6"/>
                  </a:cubicBezTo>
                  <a:cubicBezTo>
                    <a:pt x="18" y="118"/>
                    <a:pt x="1" y="229"/>
                    <a:pt x="1" y="229"/>
                  </a:cubicBezTo>
                  <a:close/>
                </a:path>
              </a:pathLst>
            </a:custGeom>
            <a:solidFill>
              <a:srgbClr val="A1C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959">
              <a:extLst>
                <a:ext uri="{FF2B5EF4-FFF2-40B4-BE49-F238E27FC236}">
                  <a16:creationId xmlns:a16="http://schemas.microsoft.com/office/drawing/2014/main" id="{15258385-8CE3-4C43-943F-CCC1DE1F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929"/>
              <a:ext cx="141" cy="662"/>
            </a:xfrm>
            <a:custGeom>
              <a:avLst/>
              <a:gdLst>
                <a:gd name="T0" fmla="*/ 1625 w 36"/>
                <a:gd name="T1" fmla="*/ 208 h 159"/>
                <a:gd name="T2" fmla="*/ 1441 w 36"/>
                <a:gd name="T3" fmla="*/ 296 h 159"/>
                <a:gd name="T4" fmla="*/ 63 w 36"/>
                <a:gd name="T5" fmla="*/ 10904 h 159"/>
                <a:gd name="T6" fmla="*/ 306 w 36"/>
                <a:gd name="T7" fmla="*/ 11408 h 159"/>
                <a:gd name="T8" fmla="*/ 783 w 36"/>
                <a:gd name="T9" fmla="*/ 11179 h 159"/>
                <a:gd name="T10" fmla="*/ 2162 w 36"/>
                <a:gd name="T11" fmla="*/ 0 h 159"/>
                <a:gd name="T12" fmla="*/ 1625 w 36"/>
                <a:gd name="T13" fmla="*/ 208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59">
                  <a:moveTo>
                    <a:pt x="27" y="3"/>
                  </a:moveTo>
                  <a:cubicBezTo>
                    <a:pt x="26" y="3"/>
                    <a:pt x="25" y="4"/>
                    <a:pt x="24" y="4"/>
                  </a:cubicBezTo>
                  <a:cubicBezTo>
                    <a:pt x="11" y="85"/>
                    <a:pt x="1" y="151"/>
                    <a:pt x="1" y="151"/>
                  </a:cubicBezTo>
                  <a:cubicBezTo>
                    <a:pt x="0" y="154"/>
                    <a:pt x="2" y="157"/>
                    <a:pt x="5" y="158"/>
                  </a:cubicBezTo>
                  <a:cubicBezTo>
                    <a:pt x="8" y="159"/>
                    <a:pt x="12" y="158"/>
                    <a:pt x="13" y="155"/>
                  </a:cubicBezTo>
                  <a:cubicBezTo>
                    <a:pt x="13" y="155"/>
                    <a:pt x="23" y="85"/>
                    <a:pt x="36" y="0"/>
                  </a:cubicBezTo>
                  <a:cubicBezTo>
                    <a:pt x="33" y="0"/>
                    <a:pt x="29" y="2"/>
                    <a:pt x="27" y="3"/>
                  </a:cubicBezTo>
                  <a:close/>
                </a:path>
              </a:pathLst>
            </a:custGeom>
            <a:solidFill>
              <a:srgbClr val="BCD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960">
              <a:extLst>
                <a:ext uri="{FF2B5EF4-FFF2-40B4-BE49-F238E27FC236}">
                  <a16:creationId xmlns:a16="http://schemas.microsoft.com/office/drawing/2014/main" id="{88FE6DD7-0195-4E77-AE91-4C7F4F46A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975"/>
              <a:ext cx="85" cy="587"/>
            </a:xfrm>
            <a:custGeom>
              <a:avLst/>
              <a:gdLst>
                <a:gd name="T0" fmla="*/ 1267 w 22"/>
                <a:gd name="T1" fmla="*/ 0 h 141"/>
                <a:gd name="T2" fmla="*/ 0 w 22"/>
                <a:gd name="T3" fmla="*/ 10175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1">
                  <a:moveTo>
                    <a:pt x="22" y="0"/>
                  </a:moveTo>
                  <a:cubicBezTo>
                    <a:pt x="21" y="13"/>
                    <a:pt x="10" y="108"/>
                    <a:pt x="0" y="141"/>
                  </a:cubicBezTo>
                </a:path>
              </a:pathLst>
            </a:custGeom>
            <a:solidFill>
              <a:srgbClr val="E6F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961">
              <a:extLst>
                <a:ext uri="{FF2B5EF4-FFF2-40B4-BE49-F238E27FC236}">
                  <a16:creationId xmlns:a16="http://schemas.microsoft.com/office/drawing/2014/main" id="{1352274D-812C-466E-BF88-50B3980BC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604"/>
              <a:ext cx="187" cy="987"/>
            </a:xfrm>
            <a:custGeom>
              <a:avLst/>
              <a:gdLst>
                <a:gd name="T0" fmla="*/ 62 w 48"/>
                <a:gd name="T1" fmla="*/ 16546 h 237"/>
                <a:gd name="T2" fmla="*/ 288 w 48"/>
                <a:gd name="T3" fmla="*/ 17050 h 237"/>
                <a:gd name="T4" fmla="*/ 775 w 48"/>
                <a:gd name="T5" fmla="*/ 16825 h 237"/>
                <a:gd name="T6" fmla="*/ 2840 w 48"/>
                <a:gd name="T7" fmla="*/ 0 h 237"/>
                <a:gd name="T8" fmla="*/ 2065 w 48"/>
                <a:gd name="T9" fmla="*/ 433 h 237"/>
                <a:gd name="T10" fmla="*/ 62 w 48"/>
                <a:gd name="T11" fmla="*/ 16546 h 2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37">
                  <a:moveTo>
                    <a:pt x="1" y="229"/>
                  </a:moveTo>
                  <a:cubicBezTo>
                    <a:pt x="0" y="232"/>
                    <a:pt x="2" y="235"/>
                    <a:pt x="5" y="236"/>
                  </a:cubicBezTo>
                  <a:cubicBezTo>
                    <a:pt x="8" y="237"/>
                    <a:pt x="12" y="236"/>
                    <a:pt x="13" y="233"/>
                  </a:cubicBezTo>
                  <a:cubicBezTo>
                    <a:pt x="13" y="233"/>
                    <a:pt x="30" y="116"/>
                    <a:pt x="48" y="0"/>
                  </a:cubicBezTo>
                  <a:cubicBezTo>
                    <a:pt x="44" y="3"/>
                    <a:pt x="40" y="5"/>
                    <a:pt x="35" y="6"/>
                  </a:cubicBezTo>
                  <a:cubicBezTo>
                    <a:pt x="18" y="118"/>
                    <a:pt x="1" y="229"/>
                    <a:pt x="1" y="229"/>
                  </a:cubicBezTo>
                  <a:close/>
                </a:path>
              </a:pathLst>
            </a:custGeom>
            <a:noFill/>
            <a:ln w="12700" cap="rnd">
              <a:solidFill>
                <a:srgbClr val="ACAD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962">
              <a:extLst>
                <a:ext uri="{FF2B5EF4-FFF2-40B4-BE49-F238E27FC236}">
                  <a16:creationId xmlns:a16="http://schemas.microsoft.com/office/drawing/2014/main" id="{D8F8BFB4-9B2F-4DEC-A4BA-5EFC3D2D7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892"/>
              <a:ext cx="98" cy="54"/>
            </a:xfrm>
            <a:custGeom>
              <a:avLst/>
              <a:gdLst>
                <a:gd name="T0" fmla="*/ 0 w 25"/>
                <a:gd name="T1" fmla="*/ 930 h 13"/>
                <a:gd name="T2" fmla="*/ 1505 w 25"/>
                <a:gd name="T3" fmla="*/ 137 h 13"/>
                <a:gd name="T4" fmla="*/ 1258 w 25"/>
                <a:gd name="T5" fmla="*/ 0 h 13"/>
                <a:gd name="T6" fmla="*/ 63 w 25"/>
                <a:gd name="T7" fmla="*/ 49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13"/>
                  </a:moveTo>
                  <a:cubicBezTo>
                    <a:pt x="10" y="11"/>
                    <a:pt x="25" y="2"/>
                    <a:pt x="25" y="2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7" y="7"/>
                    <a:pt x="1" y="7"/>
                  </a:cubicBezTo>
                </a:path>
              </a:pathLst>
            </a:custGeom>
            <a:solidFill>
              <a:srgbClr val="F4D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963">
              <a:extLst>
                <a:ext uri="{FF2B5EF4-FFF2-40B4-BE49-F238E27FC236}">
                  <a16:creationId xmlns:a16="http://schemas.microsoft.com/office/drawing/2014/main" id="{3D22F3CB-22BD-4567-ABE0-75A53732A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892"/>
              <a:ext cx="113" cy="91"/>
            </a:xfrm>
            <a:custGeom>
              <a:avLst/>
              <a:gdLst>
                <a:gd name="T0" fmla="*/ 62 w 29"/>
                <a:gd name="T1" fmla="*/ 922 h 22"/>
                <a:gd name="T2" fmla="*/ 1714 w 29"/>
                <a:gd name="T3" fmla="*/ 0 h 22"/>
                <a:gd name="T4" fmla="*/ 1305 w 29"/>
                <a:gd name="T5" fmla="*/ 856 h 22"/>
                <a:gd name="T6" fmla="*/ 0 w 29"/>
                <a:gd name="T7" fmla="*/ 155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2">
                  <a:moveTo>
                    <a:pt x="1" y="13"/>
                  </a:moveTo>
                  <a:cubicBezTo>
                    <a:pt x="12" y="11"/>
                    <a:pt x="22" y="5"/>
                    <a:pt x="29" y="0"/>
                  </a:cubicBezTo>
                  <a:cubicBezTo>
                    <a:pt x="27" y="4"/>
                    <a:pt x="25" y="9"/>
                    <a:pt x="22" y="12"/>
                  </a:cubicBezTo>
                  <a:cubicBezTo>
                    <a:pt x="17" y="17"/>
                    <a:pt x="9" y="20"/>
                    <a:pt x="0" y="22"/>
                  </a:cubicBezTo>
                </a:path>
              </a:pathLst>
            </a:custGeom>
            <a:solidFill>
              <a:srgbClr val="FFDA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Oval 964">
              <a:extLst>
                <a:ext uri="{FF2B5EF4-FFF2-40B4-BE49-F238E27FC236}">
                  <a16:creationId xmlns:a16="http://schemas.microsoft.com/office/drawing/2014/main" id="{32191C79-68C5-463F-81B0-0CFBE1FE6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3466"/>
              <a:ext cx="35" cy="38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5" name="Freeform 965">
              <a:extLst>
                <a:ext uri="{FF2B5EF4-FFF2-40B4-BE49-F238E27FC236}">
                  <a16:creationId xmlns:a16="http://schemas.microsoft.com/office/drawing/2014/main" id="{30DE5DF1-3FD7-41DF-9174-A9608887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471"/>
              <a:ext cx="23" cy="29"/>
            </a:xfrm>
            <a:custGeom>
              <a:avLst/>
              <a:gdLst>
                <a:gd name="T0" fmla="*/ 280 w 6"/>
                <a:gd name="T1" fmla="*/ 0 h 7"/>
                <a:gd name="T2" fmla="*/ 280 w 6"/>
                <a:gd name="T3" fmla="*/ 137 h 7"/>
                <a:gd name="T4" fmla="*/ 119 w 6"/>
                <a:gd name="T5" fmla="*/ 431 h 7"/>
                <a:gd name="T6" fmla="*/ 0 w 6"/>
                <a:gd name="T7" fmla="*/ 360 h 7"/>
                <a:gd name="T8" fmla="*/ 176 w 6"/>
                <a:gd name="T9" fmla="*/ 497 h 7"/>
                <a:gd name="T10" fmla="*/ 337 w 6"/>
                <a:gd name="T11" fmla="*/ 207 h 7"/>
                <a:gd name="T12" fmla="*/ 280 w 6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5" y="4"/>
                    <a:pt x="4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5" y="7"/>
                    <a:pt x="6" y="5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Oval 966">
              <a:extLst>
                <a:ext uri="{FF2B5EF4-FFF2-40B4-BE49-F238E27FC236}">
                  <a16:creationId xmlns:a16="http://schemas.microsoft.com/office/drawing/2014/main" id="{BCF10391-0F51-40E1-BB21-443489D0E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34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7" name="Oval 967">
              <a:extLst>
                <a:ext uri="{FF2B5EF4-FFF2-40B4-BE49-F238E27FC236}">
                  <a16:creationId xmlns:a16="http://schemas.microsoft.com/office/drawing/2014/main" id="{14F66849-3CE9-485A-B03E-3568B0A7F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479"/>
              <a:ext cx="31" cy="37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8" name="Freeform 968">
              <a:extLst>
                <a:ext uri="{FF2B5EF4-FFF2-40B4-BE49-F238E27FC236}">
                  <a16:creationId xmlns:a16="http://schemas.microsoft.com/office/drawing/2014/main" id="{A7AD8978-1533-4932-A49A-713D50754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483"/>
              <a:ext cx="27" cy="29"/>
            </a:xfrm>
            <a:custGeom>
              <a:avLst/>
              <a:gdLst>
                <a:gd name="T0" fmla="*/ 282 w 7"/>
                <a:gd name="T1" fmla="*/ 0 h 7"/>
                <a:gd name="T2" fmla="*/ 343 w 7"/>
                <a:gd name="T3" fmla="*/ 207 h 7"/>
                <a:gd name="T4" fmla="*/ 120 w 7"/>
                <a:gd name="T5" fmla="*/ 431 h 7"/>
                <a:gd name="T6" fmla="*/ 0 w 7"/>
                <a:gd name="T7" fmla="*/ 431 h 7"/>
                <a:gd name="T8" fmla="*/ 177 w 7"/>
                <a:gd name="T9" fmla="*/ 497 h 7"/>
                <a:gd name="T10" fmla="*/ 401 w 7"/>
                <a:gd name="T11" fmla="*/ 290 h 7"/>
                <a:gd name="T12" fmla="*/ 282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5" y="1"/>
                    <a:pt x="6" y="2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7"/>
                    <a:pt x="7" y="6"/>
                    <a:pt x="7" y="4"/>
                  </a:cubicBezTo>
                  <a:cubicBezTo>
                    <a:pt x="7" y="2"/>
                    <a:pt x="6" y="1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Oval 969">
              <a:extLst>
                <a:ext uri="{FF2B5EF4-FFF2-40B4-BE49-F238E27FC236}">
                  <a16:creationId xmlns:a16="http://schemas.microsoft.com/office/drawing/2014/main" id="{070F07E5-665A-4692-96F7-F27D4107E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348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0" name="Oval 970">
              <a:extLst>
                <a:ext uri="{FF2B5EF4-FFF2-40B4-BE49-F238E27FC236}">
                  <a16:creationId xmlns:a16="http://schemas.microsoft.com/office/drawing/2014/main" id="{18907D78-BB56-4D50-A98E-D00534C87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416"/>
              <a:ext cx="16" cy="17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1" name="Freeform 971">
              <a:extLst>
                <a:ext uri="{FF2B5EF4-FFF2-40B4-BE49-F238E27FC236}">
                  <a16:creationId xmlns:a16="http://schemas.microsoft.com/office/drawing/2014/main" id="{2C451221-86EE-476F-AE68-088E17876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3421"/>
              <a:ext cx="12" cy="12"/>
            </a:xfrm>
            <a:custGeom>
              <a:avLst/>
              <a:gdLst>
                <a:gd name="T0" fmla="*/ 128 w 3"/>
                <a:gd name="T1" fmla="*/ 0 h 3"/>
                <a:gd name="T2" fmla="*/ 128 w 3"/>
                <a:gd name="T3" fmla="*/ 64 h 3"/>
                <a:gd name="T4" fmla="*/ 64 w 3"/>
                <a:gd name="T5" fmla="*/ 192 h 3"/>
                <a:gd name="T6" fmla="*/ 0 w 3"/>
                <a:gd name="T7" fmla="*/ 128 h 3"/>
                <a:gd name="T8" fmla="*/ 64 w 3"/>
                <a:gd name="T9" fmla="*/ 192 h 3"/>
                <a:gd name="T10" fmla="*/ 192 w 3"/>
                <a:gd name="T11" fmla="*/ 64 h 3"/>
                <a:gd name="T12" fmla="*/ 1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Oval 972">
              <a:extLst>
                <a:ext uri="{FF2B5EF4-FFF2-40B4-BE49-F238E27FC236}">
                  <a16:creationId xmlns:a16="http://schemas.microsoft.com/office/drawing/2014/main" id="{FE4BD849-D748-4E19-96C7-B46A9FBE3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342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3" name="Oval 973">
              <a:extLst>
                <a:ext uri="{FF2B5EF4-FFF2-40B4-BE49-F238E27FC236}">
                  <a16:creationId xmlns:a16="http://schemas.microsoft.com/office/drawing/2014/main" id="{A8F7028D-D5CA-4FEF-9C23-6FB085BED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3450"/>
              <a:ext cx="15" cy="16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4" name="Freeform 974">
              <a:extLst>
                <a:ext uri="{FF2B5EF4-FFF2-40B4-BE49-F238E27FC236}">
                  <a16:creationId xmlns:a16="http://schemas.microsoft.com/office/drawing/2014/main" id="{5E7600C6-D0F3-46C3-9394-7C306CEE1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50"/>
              <a:ext cx="15" cy="16"/>
            </a:xfrm>
            <a:custGeom>
              <a:avLst/>
              <a:gdLst>
                <a:gd name="T0" fmla="*/ 154 w 4"/>
                <a:gd name="T1" fmla="*/ 0 h 4"/>
                <a:gd name="T2" fmla="*/ 154 w 4"/>
                <a:gd name="T3" fmla="*/ 64 h 4"/>
                <a:gd name="T4" fmla="*/ 56 w 4"/>
                <a:gd name="T5" fmla="*/ 192 h 4"/>
                <a:gd name="T6" fmla="*/ 0 w 4"/>
                <a:gd name="T7" fmla="*/ 192 h 4"/>
                <a:gd name="T8" fmla="*/ 113 w 4"/>
                <a:gd name="T9" fmla="*/ 256 h 4"/>
                <a:gd name="T10" fmla="*/ 210 w 4"/>
                <a:gd name="T11" fmla="*/ 128 h 4"/>
                <a:gd name="T12" fmla="*/ 154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Oval 975">
              <a:extLst>
                <a:ext uri="{FF2B5EF4-FFF2-40B4-BE49-F238E27FC236}">
                  <a16:creationId xmlns:a16="http://schemas.microsoft.com/office/drawing/2014/main" id="{86EDB33A-DDA5-4CCB-B38B-5A3C3AD85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3454"/>
              <a:ext cx="4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6" name="Oval 976">
              <a:extLst>
                <a:ext uri="{FF2B5EF4-FFF2-40B4-BE49-F238E27FC236}">
                  <a16:creationId xmlns:a16="http://schemas.microsoft.com/office/drawing/2014/main" id="{F1D575EB-01B2-4B93-94C8-B6D5DEC32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3541"/>
              <a:ext cx="15" cy="17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7" name="Freeform 977">
              <a:extLst>
                <a:ext uri="{FF2B5EF4-FFF2-40B4-BE49-F238E27FC236}">
                  <a16:creationId xmlns:a16="http://schemas.microsoft.com/office/drawing/2014/main" id="{D0597EDE-F71F-4C32-BFDE-FD5A7EC60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546"/>
              <a:ext cx="15" cy="12"/>
            </a:xfrm>
            <a:custGeom>
              <a:avLst/>
              <a:gdLst>
                <a:gd name="T0" fmla="*/ 154 w 4"/>
                <a:gd name="T1" fmla="*/ 0 h 3"/>
                <a:gd name="T2" fmla="*/ 154 w 4"/>
                <a:gd name="T3" fmla="*/ 64 h 3"/>
                <a:gd name="T4" fmla="*/ 56 w 4"/>
                <a:gd name="T5" fmla="*/ 128 h 3"/>
                <a:gd name="T6" fmla="*/ 0 w 4"/>
                <a:gd name="T7" fmla="*/ 128 h 3"/>
                <a:gd name="T8" fmla="*/ 113 w 4"/>
                <a:gd name="T9" fmla="*/ 192 h 3"/>
                <a:gd name="T10" fmla="*/ 210 w 4"/>
                <a:gd name="T11" fmla="*/ 64 h 3"/>
                <a:gd name="T12" fmla="*/ 154 w 4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Oval 978">
              <a:extLst>
                <a:ext uri="{FF2B5EF4-FFF2-40B4-BE49-F238E27FC236}">
                  <a16:creationId xmlns:a16="http://schemas.microsoft.com/office/drawing/2014/main" id="{78FDE1AA-AB75-4C02-ACF4-65BF2886D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354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9" name="Oval 979">
              <a:extLst>
                <a:ext uri="{FF2B5EF4-FFF2-40B4-BE49-F238E27FC236}">
                  <a16:creationId xmlns:a16="http://schemas.microsoft.com/office/drawing/2014/main" id="{8726402D-4058-411D-8A7D-174FF7AD4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992"/>
              <a:ext cx="15" cy="16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0" name="Freeform 980">
              <a:extLst>
                <a:ext uri="{FF2B5EF4-FFF2-40B4-BE49-F238E27FC236}">
                  <a16:creationId xmlns:a16="http://schemas.microsoft.com/office/drawing/2014/main" id="{778BC790-1F4E-4184-8683-65E2C7FF9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992"/>
              <a:ext cx="15" cy="16"/>
            </a:xfrm>
            <a:custGeom>
              <a:avLst/>
              <a:gdLst>
                <a:gd name="T0" fmla="*/ 154 w 4"/>
                <a:gd name="T1" fmla="*/ 0 h 4"/>
                <a:gd name="T2" fmla="*/ 154 w 4"/>
                <a:gd name="T3" fmla="*/ 64 h 4"/>
                <a:gd name="T4" fmla="*/ 56 w 4"/>
                <a:gd name="T5" fmla="*/ 192 h 4"/>
                <a:gd name="T6" fmla="*/ 0 w 4"/>
                <a:gd name="T7" fmla="*/ 192 h 4"/>
                <a:gd name="T8" fmla="*/ 113 w 4"/>
                <a:gd name="T9" fmla="*/ 256 h 4"/>
                <a:gd name="T10" fmla="*/ 210 w 4"/>
                <a:gd name="T11" fmla="*/ 128 h 4"/>
                <a:gd name="T12" fmla="*/ 154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Oval 981">
              <a:extLst>
                <a:ext uri="{FF2B5EF4-FFF2-40B4-BE49-F238E27FC236}">
                  <a16:creationId xmlns:a16="http://schemas.microsoft.com/office/drawing/2014/main" id="{6BAC3F52-B443-4F36-8396-FC47542AA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996"/>
              <a:ext cx="4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2" name="Oval 982">
              <a:extLst>
                <a:ext uri="{FF2B5EF4-FFF2-40B4-BE49-F238E27FC236}">
                  <a16:creationId xmlns:a16="http://schemas.microsoft.com/office/drawing/2014/main" id="{7ADF4BBE-0110-497F-903D-3FAD94010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933"/>
              <a:ext cx="20" cy="17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3" name="Freeform 983">
              <a:extLst>
                <a:ext uri="{FF2B5EF4-FFF2-40B4-BE49-F238E27FC236}">
                  <a16:creationId xmlns:a16="http://schemas.microsoft.com/office/drawing/2014/main" id="{6577FD5F-9B78-4E3E-9592-6563EA124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933"/>
              <a:ext cx="12" cy="17"/>
            </a:xfrm>
            <a:custGeom>
              <a:avLst/>
              <a:gdLst>
                <a:gd name="T0" fmla="*/ 128 w 3"/>
                <a:gd name="T1" fmla="*/ 0 h 4"/>
                <a:gd name="T2" fmla="*/ 192 w 3"/>
                <a:gd name="T3" fmla="*/ 72 h 4"/>
                <a:gd name="T4" fmla="*/ 64 w 3"/>
                <a:gd name="T5" fmla="*/ 234 h 4"/>
                <a:gd name="T6" fmla="*/ 0 w 3"/>
                <a:gd name="T7" fmla="*/ 234 h 4"/>
                <a:gd name="T8" fmla="*/ 64 w 3"/>
                <a:gd name="T9" fmla="*/ 306 h 4"/>
                <a:gd name="T10" fmla="*/ 192 w 3"/>
                <a:gd name="T11" fmla="*/ 162 h 4"/>
                <a:gd name="T12" fmla="*/ 128 w 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Oval 984">
              <a:extLst>
                <a:ext uri="{FF2B5EF4-FFF2-40B4-BE49-F238E27FC236}">
                  <a16:creationId xmlns:a16="http://schemas.microsoft.com/office/drawing/2014/main" id="{05E6DD12-63A9-41E6-94C1-72FE845A3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7" y="2937"/>
              <a:ext cx="4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5" name="Oval 985">
              <a:extLst>
                <a:ext uri="{FF2B5EF4-FFF2-40B4-BE49-F238E27FC236}">
                  <a16:creationId xmlns:a16="http://schemas.microsoft.com/office/drawing/2014/main" id="{34F11623-18A7-4C3C-BEE5-017343CC7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996"/>
              <a:ext cx="16" cy="21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6" name="Freeform 986">
              <a:extLst>
                <a:ext uri="{FF2B5EF4-FFF2-40B4-BE49-F238E27FC236}">
                  <a16:creationId xmlns:a16="http://schemas.microsoft.com/office/drawing/2014/main" id="{ACCA5C08-75ED-4CE6-A31B-6B8FB0E4C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000"/>
              <a:ext cx="12" cy="12"/>
            </a:xfrm>
            <a:custGeom>
              <a:avLst/>
              <a:gdLst>
                <a:gd name="T0" fmla="*/ 128 w 3"/>
                <a:gd name="T1" fmla="*/ 0 h 3"/>
                <a:gd name="T2" fmla="*/ 128 w 3"/>
                <a:gd name="T3" fmla="*/ 64 h 3"/>
                <a:gd name="T4" fmla="*/ 0 w 3"/>
                <a:gd name="T5" fmla="*/ 192 h 3"/>
                <a:gd name="T6" fmla="*/ 0 w 3"/>
                <a:gd name="T7" fmla="*/ 192 h 3"/>
                <a:gd name="T8" fmla="*/ 64 w 3"/>
                <a:gd name="T9" fmla="*/ 192 h 3"/>
                <a:gd name="T10" fmla="*/ 192 w 3"/>
                <a:gd name="T11" fmla="*/ 128 h 3"/>
                <a:gd name="T12" fmla="*/ 1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Oval 987">
              <a:extLst>
                <a:ext uri="{FF2B5EF4-FFF2-40B4-BE49-F238E27FC236}">
                  <a16:creationId xmlns:a16="http://schemas.microsoft.com/office/drawing/2014/main" id="{3B2DF375-285E-4CBE-B170-9FE2F409A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00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8" name="Oval 988">
              <a:extLst>
                <a:ext uri="{FF2B5EF4-FFF2-40B4-BE49-F238E27FC236}">
                  <a16:creationId xmlns:a16="http://schemas.microsoft.com/office/drawing/2014/main" id="{9B622831-7578-4D17-88CE-05BF7AFC8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208"/>
              <a:ext cx="16" cy="17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9" name="Freeform 989">
              <a:extLst>
                <a:ext uri="{FF2B5EF4-FFF2-40B4-BE49-F238E27FC236}">
                  <a16:creationId xmlns:a16="http://schemas.microsoft.com/office/drawing/2014/main" id="{FD67DEC4-71C2-4420-9BEF-52CDA724F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08"/>
              <a:ext cx="16" cy="17"/>
            </a:xfrm>
            <a:custGeom>
              <a:avLst/>
              <a:gdLst>
                <a:gd name="T0" fmla="*/ 192 w 4"/>
                <a:gd name="T1" fmla="*/ 0 h 4"/>
                <a:gd name="T2" fmla="*/ 192 w 4"/>
                <a:gd name="T3" fmla="*/ 72 h 4"/>
                <a:gd name="T4" fmla="*/ 64 w 4"/>
                <a:gd name="T5" fmla="*/ 234 h 4"/>
                <a:gd name="T6" fmla="*/ 0 w 4"/>
                <a:gd name="T7" fmla="*/ 234 h 4"/>
                <a:gd name="T8" fmla="*/ 128 w 4"/>
                <a:gd name="T9" fmla="*/ 306 h 4"/>
                <a:gd name="T10" fmla="*/ 256 w 4"/>
                <a:gd name="T11" fmla="*/ 162 h 4"/>
                <a:gd name="T12" fmla="*/ 192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Oval 990">
              <a:extLst>
                <a:ext uri="{FF2B5EF4-FFF2-40B4-BE49-F238E27FC236}">
                  <a16:creationId xmlns:a16="http://schemas.microsoft.com/office/drawing/2014/main" id="{6FFCA05D-CE52-4C97-8DE6-1341E7D77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212"/>
              <a:ext cx="4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1" name="Oval 991">
              <a:extLst>
                <a:ext uri="{FF2B5EF4-FFF2-40B4-BE49-F238E27FC236}">
                  <a16:creationId xmlns:a16="http://schemas.microsoft.com/office/drawing/2014/main" id="{8000B84C-97B9-4AA1-AD29-ECC2DD577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321"/>
              <a:ext cx="16" cy="16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2" name="Freeform 992">
              <a:extLst>
                <a:ext uri="{FF2B5EF4-FFF2-40B4-BE49-F238E27FC236}">
                  <a16:creationId xmlns:a16="http://schemas.microsoft.com/office/drawing/2014/main" id="{3A57335A-83E3-4798-9FA7-8B0643D23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325"/>
              <a:ext cx="16" cy="12"/>
            </a:xfrm>
            <a:custGeom>
              <a:avLst/>
              <a:gdLst>
                <a:gd name="T0" fmla="*/ 192 w 4"/>
                <a:gd name="T1" fmla="*/ 0 h 3"/>
                <a:gd name="T2" fmla="*/ 192 w 4"/>
                <a:gd name="T3" fmla="*/ 64 h 3"/>
                <a:gd name="T4" fmla="*/ 64 w 4"/>
                <a:gd name="T5" fmla="*/ 128 h 3"/>
                <a:gd name="T6" fmla="*/ 0 w 4"/>
                <a:gd name="T7" fmla="*/ 128 h 3"/>
                <a:gd name="T8" fmla="*/ 128 w 4"/>
                <a:gd name="T9" fmla="*/ 192 h 3"/>
                <a:gd name="T10" fmla="*/ 256 w 4"/>
                <a:gd name="T11" fmla="*/ 64 h 3"/>
                <a:gd name="T12" fmla="*/ 192 w 4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Oval 993">
              <a:extLst>
                <a:ext uri="{FF2B5EF4-FFF2-40B4-BE49-F238E27FC236}">
                  <a16:creationId xmlns:a16="http://schemas.microsoft.com/office/drawing/2014/main" id="{A13AF564-EA7D-4F1E-B4F9-AEB2B230D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325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4" name="Oval 994">
              <a:extLst>
                <a:ext uri="{FF2B5EF4-FFF2-40B4-BE49-F238E27FC236}">
                  <a16:creationId xmlns:a16="http://schemas.microsoft.com/office/drawing/2014/main" id="{95BF6DC8-7DF7-4AD1-9CC6-DDA0DAF7C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396"/>
              <a:ext cx="16" cy="20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5" name="Freeform 995">
              <a:extLst>
                <a:ext uri="{FF2B5EF4-FFF2-40B4-BE49-F238E27FC236}">
                  <a16:creationId xmlns:a16="http://schemas.microsoft.com/office/drawing/2014/main" id="{7CB787B6-BD77-4883-A278-EC111FA6B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400"/>
              <a:ext cx="12" cy="12"/>
            </a:xfrm>
            <a:custGeom>
              <a:avLst/>
              <a:gdLst>
                <a:gd name="T0" fmla="*/ 128 w 3"/>
                <a:gd name="T1" fmla="*/ 0 h 3"/>
                <a:gd name="T2" fmla="*/ 128 w 3"/>
                <a:gd name="T3" fmla="*/ 64 h 3"/>
                <a:gd name="T4" fmla="*/ 64 w 3"/>
                <a:gd name="T5" fmla="*/ 192 h 3"/>
                <a:gd name="T6" fmla="*/ 0 w 3"/>
                <a:gd name="T7" fmla="*/ 192 h 3"/>
                <a:gd name="T8" fmla="*/ 64 w 3"/>
                <a:gd name="T9" fmla="*/ 192 h 3"/>
                <a:gd name="T10" fmla="*/ 192 w 3"/>
                <a:gd name="T11" fmla="*/ 64 h 3"/>
                <a:gd name="T12" fmla="*/ 128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Oval 996">
              <a:extLst>
                <a:ext uri="{FF2B5EF4-FFF2-40B4-BE49-F238E27FC236}">
                  <a16:creationId xmlns:a16="http://schemas.microsoft.com/office/drawing/2014/main" id="{505F74B1-77E6-4EAD-95E0-10BAACFE7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340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7" name="Oval 997">
              <a:extLst>
                <a:ext uri="{FF2B5EF4-FFF2-40B4-BE49-F238E27FC236}">
                  <a16:creationId xmlns:a16="http://schemas.microsoft.com/office/drawing/2014/main" id="{1A5EF460-44D9-4A7A-A6F4-6AABD1A15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3421"/>
              <a:ext cx="20" cy="16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8" name="Freeform 998">
              <a:extLst>
                <a:ext uri="{FF2B5EF4-FFF2-40B4-BE49-F238E27FC236}">
                  <a16:creationId xmlns:a16="http://schemas.microsoft.com/office/drawing/2014/main" id="{56A11B90-3741-4A9A-B75D-B3EA38A3F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421"/>
              <a:ext cx="12" cy="16"/>
            </a:xfrm>
            <a:custGeom>
              <a:avLst/>
              <a:gdLst>
                <a:gd name="T0" fmla="*/ 128 w 3"/>
                <a:gd name="T1" fmla="*/ 0 h 4"/>
                <a:gd name="T2" fmla="*/ 192 w 3"/>
                <a:gd name="T3" fmla="*/ 64 h 4"/>
                <a:gd name="T4" fmla="*/ 64 w 3"/>
                <a:gd name="T5" fmla="*/ 192 h 4"/>
                <a:gd name="T6" fmla="*/ 0 w 3"/>
                <a:gd name="T7" fmla="*/ 192 h 4"/>
                <a:gd name="T8" fmla="*/ 64 w 3"/>
                <a:gd name="T9" fmla="*/ 256 h 4"/>
                <a:gd name="T10" fmla="*/ 192 w 3"/>
                <a:gd name="T11" fmla="*/ 128 h 4"/>
                <a:gd name="T12" fmla="*/ 128 w 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Oval 999">
              <a:extLst>
                <a:ext uri="{FF2B5EF4-FFF2-40B4-BE49-F238E27FC236}">
                  <a16:creationId xmlns:a16="http://schemas.microsoft.com/office/drawing/2014/main" id="{BC7D21B3-AF25-4C71-8A5C-7BCEB88B0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3425"/>
              <a:ext cx="4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0" name="Oval 1000">
              <a:extLst>
                <a:ext uri="{FF2B5EF4-FFF2-40B4-BE49-F238E27FC236}">
                  <a16:creationId xmlns:a16="http://schemas.microsoft.com/office/drawing/2014/main" id="{6471D3A2-9FDB-41EB-BBA7-0B9519E79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3521"/>
              <a:ext cx="16" cy="16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1" name="Freeform 1001">
              <a:extLst>
                <a:ext uri="{FF2B5EF4-FFF2-40B4-BE49-F238E27FC236}">
                  <a16:creationId xmlns:a16="http://schemas.microsoft.com/office/drawing/2014/main" id="{4748F7B5-1035-4C3B-B29B-3A1CE21C9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21"/>
              <a:ext cx="12" cy="16"/>
            </a:xfrm>
            <a:custGeom>
              <a:avLst/>
              <a:gdLst>
                <a:gd name="T0" fmla="*/ 192 w 3"/>
                <a:gd name="T1" fmla="*/ 0 h 4"/>
                <a:gd name="T2" fmla="*/ 192 w 3"/>
                <a:gd name="T3" fmla="*/ 64 h 4"/>
                <a:gd name="T4" fmla="*/ 64 w 3"/>
                <a:gd name="T5" fmla="*/ 192 h 4"/>
                <a:gd name="T6" fmla="*/ 0 w 3"/>
                <a:gd name="T7" fmla="*/ 192 h 4"/>
                <a:gd name="T8" fmla="*/ 128 w 3"/>
                <a:gd name="T9" fmla="*/ 256 h 4"/>
                <a:gd name="T10" fmla="*/ 192 w 3"/>
                <a:gd name="T11" fmla="*/ 128 h 4"/>
                <a:gd name="T12" fmla="*/ 192 w 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Oval 1002">
              <a:extLst>
                <a:ext uri="{FF2B5EF4-FFF2-40B4-BE49-F238E27FC236}">
                  <a16:creationId xmlns:a16="http://schemas.microsoft.com/office/drawing/2014/main" id="{9A6BA604-1E5F-4043-89B6-63FBAEFD6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3525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3" name="Oval 1003">
              <a:extLst>
                <a:ext uri="{FF2B5EF4-FFF2-40B4-BE49-F238E27FC236}">
                  <a16:creationId xmlns:a16="http://schemas.microsoft.com/office/drawing/2014/main" id="{EBBFC632-DCB7-4AE0-B6D8-D6731D172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3575"/>
              <a:ext cx="16" cy="16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4" name="Freeform 1004">
              <a:extLst>
                <a:ext uri="{FF2B5EF4-FFF2-40B4-BE49-F238E27FC236}">
                  <a16:creationId xmlns:a16="http://schemas.microsoft.com/office/drawing/2014/main" id="{FE883B56-367E-4A22-81F7-0B9AAD387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575"/>
              <a:ext cx="12" cy="16"/>
            </a:xfrm>
            <a:custGeom>
              <a:avLst/>
              <a:gdLst>
                <a:gd name="T0" fmla="*/ 128 w 3"/>
                <a:gd name="T1" fmla="*/ 0 h 4"/>
                <a:gd name="T2" fmla="*/ 128 w 3"/>
                <a:gd name="T3" fmla="*/ 64 h 4"/>
                <a:gd name="T4" fmla="*/ 0 w 3"/>
                <a:gd name="T5" fmla="*/ 192 h 4"/>
                <a:gd name="T6" fmla="*/ 0 w 3"/>
                <a:gd name="T7" fmla="*/ 192 h 4"/>
                <a:gd name="T8" fmla="*/ 64 w 3"/>
                <a:gd name="T9" fmla="*/ 256 h 4"/>
                <a:gd name="T10" fmla="*/ 192 w 3"/>
                <a:gd name="T11" fmla="*/ 128 h 4"/>
                <a:gd name="T12" fmla="*/ 128 w 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Oval 1005">
              <a:extLst>
                <a:ext uri="{FF2B5EF4-FFF2-40B4-BE49-F238E27FC236}">
                  <a16:creationId xmlns:a16="http://schemas.microsoft.com/office/drawing/2014/main" id="{F5353E3C-F71E-4CEB-8600-1DF6B2B0A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3579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6" name="Oval 1006">
              <a:extLst>
                <a:ext uri="{FF2B5EF4-FFF2-40B4-BE49-F238E27FC236}">
                  <a16:creationId xmlns:a16="http://schemas.microsoft.com/office/drawing/2014/main" id="{743248CD-45F5-4764-9C8A-BE411EB57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3600"/>
              <a:ext cx="15" cy="16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7" name="Freeform 1007">
              <a:extLst>
                <a:ext uri="{FF2B5EF4-FFF2-40B4-BE49-F238E27FC236}">
                  <a16:creationId xmlns:a16="http://schemas.microsoft.com/office/drawing/2014/main" id="{B5BCF2DC-0958-4DEB-A8DA-4328A0D35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600"/>
              <a:ext cx="15" cy="16"/>
            </a:xfrm>
            <a:custGeom>
              <a:avLst/>
              <a:gdLst>
                <a:gd name="T0" fmla="*/ 154 w 4"/>
                <a:gd name="T1" fmla="*/ 0 h 4"/>
                <a:gd name="T2" fmla="*/ 154 w 4"/>
                <a:gd name="T3" fmla="*/ 64 h 4"/>
                <a:gd name="T4" fmla="*/ 56 w 4"/>
                <a:gd name="T5" fmla="*/ 192 h 4"/>
                <a:gd name="T6" fmla="*/ 0 w 4"/>
                <a:gd name="T7" fmla="*/ 192 h 4"/>
                <a:gd name="T8" fmla="*/ 113 w 4"/>
                <a:gd name="T9" fmla="*/ 256 h 4"/>
                <a:gd name="T10" fmla="*/ 210 w 4"/>
                <a:gd name="T11" fmla="*/ 128 h 4"/>
                <a:gd name="T12" fmla="*/ 154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Oval 1008">
              <a:extLst>
                <a:ext uri="{FF2B5EF4-FFF2-40B4-BE49-F238E27FC236}">
                  <a16:creationId xmlns:a16="http://schemas.microsoft.com/office/drawing/2014/main" id="{01AAAC6A-DADA-4D13-A06A-EB6F46F07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3604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9" name="Oval 1009">
              <a:extLst>
                <a:ext uri="{FF2B5EF4-FFF2-40B4-BE49-F238E27FC236}">
                  <a16:creationId xmlns:a16="http://schemas.microsoft.com/office/drawing/2014/main" id="{3A9363C5-7373-4342-8FD2-B4AB2CF6A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3150"/>
              <a:ext cx="20" cy="25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30" name="Freeform 1010">
              <a:extLst>
                <a:ext uri="{FF2B5EF4-FFF2-40B4-BE49-F238E27FC236}">
                  <a16:creationId xmlns:a16="http://schemas.microsoft.com/office/drawing/2014/main" id="{3E488B42-F4FF-422E-A770-FD794404D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3154"/>
              <a:ext cx="16" cy="21"/>
            </a:xfrm>
            <a:custGeom>
              <a:avLst/>
              <a:gdLst>
                <a:gd name="T0" fmla="*/ 192 w 4"/>
                <a:gd name="T1" fmla="*/ 0 h 5"/>
                <a:gd name="T2" fmla="*/ 192 w 4"/>
                <a:gd name="T3" fmla="*/ 143 h 5"/>
                <a:gd name="T4" fmla="*/ 64 w 4"/>
                <a:gd name="T5" fmla="*/ 298 h 5"/>
                <a:gd name="T6" fmla="*/ 0 w 4"/>
                <a:gd name="T7" fmla="*/ 298 h 5"/>
                <a:gd name="T8" fmla="*/ 64 w 4"/>
                <a:gd name="T9" fmla="*/ 370 h 5"/>
                <a:gd name="T10" fmla="*/ 256 w 4"/>
                <a:gd name="T11" fmla="*/ 143 h 5"/>
                <a:gd name="T12" fmla="*/ 192 w 4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3" y="5"/>
                    <a:pt x="4" y="4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Oval 1011">
              <a:extLst>
                <a:ext uri="{FF2B5EF4-FFF2-40B4-BE49-F238E27FC236}">
                  <a16:creationId xmlns:a16="http://schemas.microsoft.com/office/drawing/2014/main" id="{70C3D26E-4161-4345-BFD9-1C4C7E24F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3158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32" name="Oval 1012">
              <a:extLst>
                <a:ext uri="{FF2B5EF4-FFF2-40B4-BE49-F238E27FC236}">
                  <a16:creationId xmlns:a16="http://schemas.microsoft.com/office/drawing/2014/main" id="{2F3F308C-89BD-4BB1-9684-B7F3FEA4C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3242"/>
              <a:ext cx="19" cy="25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33" name="Freeform 1013">
              <a:extLst>
                <a:ext uri="{FF2B5EF4-FFF2-40B4-BE49-F238E27FC236}">
                  <a16:creationId xmlns:a16="http://schemas.microsoft.com/office/drawing/2014/main" id="{9B9FE691-2470-40BC-BA9F-48E919EDC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246"/>
              <a:ext cx="15" cy="21"/>
            </a:xfrm>
            <a:custGeom>
              <a:avLst/>
              <a:gdLst>
                <a:gd name="T0" fmla="*/ 154 w 4"/>
                <a:gd name="T1" fmla="*/ 0 h 5"/>
                <a:gd name="T2" fmla="*/ 154 w 4"/>
                <a:gd name="T3" fmla="*/ 143 h 5"/>
                <a:gd name="T4" fmla="*/ 56 w 4"/>
                <a:gd name="T5" fmla="*/ 298 h 5"/>
                <a:gd name="T6" fmla="*/ 0 w 4"/>
                <a:gd name="T7" fmla="*/ 298 h 5"/>
                <a:gd name="T8" fmla="*/ 56 w 4"/>
                <a:gd name="T9" fmla="*/ 370 h 5"/>
                <a:gd name="T10" fmla="*/ 210 w 4"/>
                <a:gd name="T11" fmla="*/ 143 h 5"/>
                <a:gd name="T12" fmla="*/ 154 w 4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3" y="5"/>
                    <a:pt x="4" y="4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Oval 1014">
              <a:extLst>
                <a:ext uri="{FF2B5EF4-FFF2-40B4-BE49-F238E27FC236}">
                  <a16:creationId xmlns:a16="http://schemas.microsoft.com/office/drawing/2014/main" id="{6F3EC973-C93D-4688-84A7-8133B28D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325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35" name="Oval 1015">
              <a:extLst>
                <a:ext uri="{FF2B5EF4-FFF2-40B4-BE49-F238E27FC236}">
                  <a16:creationId xmlns:a16="http://schemas.microsoft.com/office/drawing/2014/main" id="{9E475CC8-8322-40B3-AE66-06E99F5F1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3296"/>
              <a:ext cx="20" cy="25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36" name="Freeform 1016">
              <a:extLst>
                <a:ext uri="{FF2B5EF4-FFF2-40B4-BE49-F238E27FC236}">
                  <a16:creationId xmlns:a16="http://schemas.microsoft.com/office/drawing/2014/main" id="{947F3B31-81DC-4296-87B5-8A7E42F8D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300"/>
              <a:ext cx="16" cy="16"/>
            </a:xfrm>
            <a:custGeom>
              <a:avLst/>
              <a:gdLst>
                <a:gd name="T0" fmla="*/ 192 w 4"/>
                <a:gd name="T1" fmla="*/ 0 h 4"/>
                <a:gd name="T2" fmla="*/ 192 w 4"/>
                <a:gd name="T3" fmla="*/ 64 h 4"/>
                <a:gd name="T4" fmla="*/ 64 w 4"/>
                <a:gd name="T5" fmla="*/ 256 h 4"/>
                <a:gd name="T6" fmla="*/ 0 w 4"/>
                <a:gd name="T7" fmla="*/ 192 h 4"/>
                <a:gd name="T8" fmla="*/ 128 w 4"/>
                <a:gd name="T9" fmla="*/ 256 h 4"/>
                <a:gd name="T10" fmla="*/ 256 w 4"/>
                <a:gd name="T11" fmla="*/ 128 h 4"/>
                <a:gd name="T12" fmla="*/ 192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Oval 1017">
              <a:extLst>
                <a:ext uri="{FF2B5EF4-FFF2-40B4-BE49-F238E27FC236}">
                  <a16:creationId xmlns:a16="http://schemas.microsoft.com/office/drawing/2014/main" id="{FCDA6AFB-8E24-4AF2-A641-AD4BEF835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3300"/>
              <a:ext cx="4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38" name="Oval 1018">
              <a:extLst>
                <a:ext uri="{FF2B5EF4-FFF2-40B4-BE49-F238E27FC236}">
                  <a16:creationId xmlns:a16="http://schemas.microsoft.com/office/drawing/2014/main" id="{0C409254-C0D2-478F-917F-6417C6A89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3346"/>
              <a:ext cx="23" cy="25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39" name="Freeform 1019">
              <a:extLst>
                <a:ext uri="{FF2B5EF4-FFF2-40B4-BE49-F238E27FC236}">
                  <a16:creationId xmlns:a16="http://schemas.microsoft.com/office/drawing/2014/main" id="{64490E58-8B27-46D3-BD23-D660A04F3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350"/>
              <a:ext cx="19" cy="16"/>
            </a:xfrm>
            <a:custGeom>
              <a:avLst/>
              <a:gdLst>
                <a:gd name="T0" fmla="*/ 160 w 5"/>
                <a:gd name="T1" fmla="*/ 0 h 4"/>
                <a:gd name="T2" fmla="*/ 217 w 5"/>
                <a:gd name="T3" fmla="*/ 64 h 4"/>
                <a:gd name="T4" fmla="*/ 57 w 5"/>
                <a:gd name="T5" fmla="*/ 256 h 4"/>
                <a:gd name="T6" fmla="*/ 0 w 5"/>
                <a:gd name="T7" fmla="*/ 192 h 4"/>
                <a:gd name="T8" fmla="*/ 114 w 5"/>
                <a:gd name="T9" fmla="*/ 256 h 4"/>
                <a:gd name="T10" fmla="*/ 274 w 5"/>
                <a:gd name="T11" fmla="*/ 128 h 4"/>
                <a:gd name="T12" fmla="*/ 160 w 5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4" y="3"/>
                    <a:pt x="3" y="4"/>
                    <a:pt x="1" y="4"/>
                  </a:cubicBezTo>
                  <a:cubicBezTo>
                    <a:pt x="1" y="4"/>
                    <a:pt x="1" y="4"/>
                    <a:pt x="0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4"/>
                    <a:pt x="5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Oval 1020">
              <a:extLst>
                <a:ext uri="{FF2B5EF4-FFF2-40B4-BE49-F238E27FC236}">
                  <a16:creationId xmlns:a16="http://schemas.microsoft.com/office/drawing/2014/main" id="{E40E3106-BAD0-4EA3-A7CE-DC4C81180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335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41" name="Oval 1021">
              <a:extLst>
                <a:ext uri="{FF2B5EF4-FFF2-40B4-BE49-F238E27FC236}">
                  <a16:creationId xmlns:a16="http://schemas.microsoft.com/office/drawing/2014/main" id="{8E455E94-7F7C-412A-948F-1F55D0B90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3508"/>
              <a:ext cx="23" cy="25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42" name="Freeform 1022">
              <a:extLst>
                <a:ext uri="{FF2B5EF4-FFF2-40B4-BE49-F238E27FC236}">
                  <a16:creationId xmlns:a16="http://schemas.microsoft.com/office/drawing/2014/main" id="{54276F87-29C4-418D-AE0F-905FC3670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512"/>
              <a:ext cx="16" cy="17"/>
            </a:xfrm>
            <a:custGeom>
              <a:avLst/>
              <a:gdLst>
                <a:gd name="T0" fmla="*/ 192 w 4"/>
                <a:gd name="T1" fmla="*/ 0 h 4"/>
                <a:gd name="T2" fmla="*/ 192 w 4"/>
                <a:gd name="T3" fmla="*/ 72 h 4"/>
                <a:gd name="T4" fmla="*/ 64 w 4"/>
                <a:gd name="T5" fmla="*/ 306 h 4"/>
                <a:gd name="T6" fmla="*/ 0 w 4"/>
                <a:gd name="T7" fmla="*/ 234 h 4"/>
                <a:gd name="T8" fmla="*/ 128 w 4"/>
                <a:gd name="T9" fmla="*/ 306 h 4"/>
                <a:gd name="T10" fmla="*/ 256 w 4"/>
                <a:gd name="T11" fmla="*/ 162 h 4"/>
                <a:gd name="T12" fmla="*/ 192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Oval 1023">
              <a:extLst>
                <a:ext uri="{FF2B5EF4-FFF2-40B4-BE49-F238E27FC236}">
                  <a16:creationId xmlns:a16="http://schemas.microsoft.com/office/drawing/2014/main" id="{CB27D11C-14C3-4AE3-9BFE-2B577FCB8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512"/>
              <a:ext cx="4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44" name="Oval 1024">
              <a:extLst>
                <a:ext uri="{FF2B5EF4-FFF2-40B4-BE49-F238E27FC236}">
                  <a16:creationId xmlns:a16="http://schemas.microsoft.com/office/drawing/2014/main" id="{B3C6EC79-84E7-425E-A8CE-CC49FB5B3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3562"/>
              <a:ext cx="23" cy="25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45" name="Freeform 1025">
              <a:extLst>
                <a:ext uri="{FF2B5EF4-FFF2-40B4-BE49-F238E27FC236}">
                  <a16:creationId xmlns:a16="http://schemas.microsoft.com/office/drawing/2014/main" id="{5847E89C-CD53-450B-B200-12BB9F29D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566"/>
              <a:ext cx="19" cy="21"/>
            </a:xfrm>
            <a:custGeom>
              <a:avLst/>
              <a:gdLst>
                <a:gd name="T0" fmla="*/ 160 w 5"/>
                <a:gd name="T1" fmla="*/ 0 h 5"/>
                <a:gd name="T2" fmla="*/ 217 w 5"/>
                <a:gd name="T3" fmla="*/ 143 h 5"/>
                <a:gd name="T4" fmla="*/ 57 w 5"/>
                <a:gd name="T5" fmla="*/ 298 h 5"/>
                <a:gd name="T6" fmla="*/ 0 w 5"/>
                <a:gd name="T7" fmla="*/ 298 h 5"/>
                <a:gd name="T8" fmla="*/ 114 w 5"/>
                <a:gd name="T9" fmla="*/ 370 h 5"/>
                <a:gd name="T10" fmla="*/ 274 w 5"/>
                <a:gd name="T11" fmla="*/ 143 h 5"/>
                <a:gd name="T12" fmla="*/ 160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4" y="3"/>
                    <a:pt x="3" y="4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5" y="1"/>
                    <a:pt x="4" y="1"/>
                    <a:pt x="3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Oval 1026">
              <a:extLst>
                <a:ext uri="{FF2B5EF4-FFF2-40B4-BE49-F238E27FC236}">
                  <a16:creationId xmlns:a16="http://schemas.microsoft.com/office/drawing/2014/main" id="{29E8C821-68A7-495F-A6E6-5A8D8DE57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3571"/>
              <a:ext cx="8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47" name="Oval 1027">
              <a:extLst>
                <a:ext uri="{FF2B5EF4-FFF2-40B4-BE49-F238E27FC236}">
                  <a16:creationId xmlns:a16="http://schemas.microsoft.com/office/drawing/2014/main" id="{AE65F165-A1F3-4DF7-88C4-83716FFC0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3366"/>
              <a:ext cx="31" cy="38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48" name="Freeform 1028">
              <a:extLst>
                <a:ext uri="{FF2B5EF4-FFF2-40B4-BE49-F238E27FC236}">
                  <a16:creationId xmlns:a16="http://schemas.microsoft.com/office/drawing/2014/main" id="{DA78CA93-86D6-4E02-B880-C221A122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371"/>
              <a:ext cx="27" cy="29"/>
            </a:xfrm>
            <a:custGeom>
              <a:avLst/>
              <a:gdLst>
                <a:gd name="T0" fmla="*/ 282 w 7"/>
                <a:gd name="T1" fmla="*/ 0 h 7"/>
                <a:gd name="T2" fmla="*/ 282 w 7"/>
                <a:gd name="T3" fmla="*/ 207 h 7"/>
                <a:gd name="T4" fmla="*/ 120 w 7"/>
                <a:gd name="T5" fmla="*/ 431 h 7"/>
                <a:gd name="T6" fmla="*/ 0 w 7"/>
                <a:gd name="T7" fmla="*/ 431 h 7"/>
                <a:gd name="T8" fmla="*/ 177 w 7"/>
                <a:gd name="T9" fmla="*/ 497 h 7"/>
                <a:gd name="T10" fmla="*/ 401 w 7"/>
                <a:gd name="T11" fmla="*/ 290 h 7"/>
                <a:gd name="T12" fmla="*/ 282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7"/>
                    <a:pt x="7" y="6"/>
                    <a:pt x="7" y="4"/>
                  </a:cubicBezTo>
                  <a:cubicBezTo>
                    <a:pt x="7" y="2"/>
                    <a:pt x="6" y="1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Oval 1029">
              <a:extLst>
                <a:ext uri="{FF2B5EF4-FFF2-40B4-BE49-F238E27FC236}">
                  <a16:creationId xmlns:a16="http://schemas.microsoft.com/office/drawing/2014/main" id="{FE184DC1-94BC-4D76-B840-C925448EC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337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50" name="Oval 1030">
              <a:extLst>
                <a:ext uri="{FF2B5EF4-FFF2-40B4-BE49-F238E27FC236}">
                  <a16:creationId xmlns:a16="http://schemas.microsoft.com/office/drawing/2014/main" id="{461D8B0F-9F89-4F69-8C88-02E1A3DCD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279"/>
              <a:ext cx="31" cy="33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51" name="Freeform 1031">
              <a:extLst>
                <a:ext uri="{FF2B5EF4-FFF2-40B4-BE49-F238E27FC236}">
                  <a16:creationId xmlns:a16="http://schemas.microsoft.com/office/drawing/2014/main" id="{DCAF99DF-6592-45FB-AB43-823F0E3CE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283"/>
              <a:ext cx="27" cy="29"/>
            </a:xfrm>
            <a:custGeom>
              <a:avLst/>
              <a:gdLst>
                <a:gd name="T0" fmla="*/ 282 w 7"/>
                <a:gd name="T1" fmla="*/ 0 h 7"/>
                <a:gd name="T2" fmla="*/ 282 w 7"/>
                <a:gd name="T3" fmla="*/ 137 h 7"/>
                <a:gd name="T4" fmla="*/ 120 w 7"/>
                <a:gd name="T5" fmla="*/ 431 h 7"/>
                <a:gd name="T6" fmla="*/ 0 w 7"/>
                <a:gd name="T7" fmla="*/ 360 h 7"/>
                <a:gd name="T8" fmla="*/ 177 w 7"/>
                <a:gd name="T9" fmla="*/ 497 h 7"/>
                <a:gd name="T10" fmla="*/ 401 w 7"/>
                <a:gd name="T11" fmla="*/ 207 h 7"/>
                <a:gd name="T12" fmla="*/ 282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5" y="4"/>
                    <a:pt x="4" y="6"/>
                    <a:pt x="2" y="6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2"/>
                    <a:pt x="6" y="1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Oval 1032">
              <a:extLst>
                <a:ext uri="{FF2B5EF4-FFF2-40B4-BE49-F238E27FC236}">
                  <a16:creationId xmlns:a16="http://schemas.microsoft.com/office/drawing/2014/main" id="{332E3787-3415-47BF-B7E7-9CE82E3A8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328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53" name="Oval 1033">
              <a:extLst>
                <a:ext uri="{FF2B5EF4-FFF2-40B4-BE49-F238E27FC236}">
                  <a16:creationId xmlns:a16="http://schemas.microsoft.com/office/drawing/2014/main" id="{03C5BF01-587D-498C-BB51-DE77E0D22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3042"/>
              <a:ext cx="35" cy="37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54" name="Freeform 1034">
              <a:extLst>
                <a:ext uri="{FF2B5EF4-FFF2-40B4-BE49-F238E27FC236}">
                  <a16:creationId xmlns:a16="http://schemas.microsoft.com/office/drawing/2014/main" id="{D8227226-782B-4DFE-81D5-D8346C18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046"/>
              <a:ext cx="23" cy="29"/>
            </a:xfrm>
            <a:custGeom>
              <a:avLst/>
              <a:gdLst>
                <a:gd name="T0" fmla="*/ 280 w 6"/>
                <a:gd name="T1" fmla="*/ 0 h 7"/>
                <a:gd name="T2" fmla="*/ 280 w 6"/>
                <a:gd name="T3" fmla="*/ 207 h 7"/>
                <a:gd name="T4" fmla="*/ 119 w 6"/>
                <a:gd name="T5" fmla="*/ 431 h 7"/>
                <a:gd name="T6" fmla="*/ 0 w 6"/>
                <a:gd name="T7" fmla="*/ 431 h 7"/>
                <a:gd name="T8" fmla="*/ 176 w 6"/>
                <a:gd name="T9" fmla="*/ 497 h 7"/>
                <a:gd name="T10" fmla="*/ 337 w 6"/>
                <a:gd name="T11" fmla="*/ 290 h 7"/>
                <a:gd name="T12" fmla="*/ 280 w 6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7"/>
                    <a:pt x="6" y="6"/>
                    <a:pt x="6" y="4"/>
                  </a:cubicBezTo>
                  <a:cubicBezTo>
                    <a:pt x="6" y="2"/>
                    <a:pt x="6" y="1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Oval 1035">
              <a:extLst>
                <a:ext uri="{FF2B5EF4-FFF2-40B4-BE49-F238E27FC236}">
                  <a16:creationId xmlns:a16="http://schemas.microsoft.com/office/drawing/2014/main" id="{F727F922-8B22-42CE-AB38-DD34B6901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305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56" name="Oval 1036">
              <a:extLst>
                <a:ext uri="{FF2B5EF4-FFF2-40B4-BE49-F238E27FC236}">
                  <a16:creationId xmlns:a16="http://schemas.microsoft.com/office/drawing/2014/main" id="{8EC3B588-1004-44CD-84F8-6B1DEC1AF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3029"/>
              <a:ext cx="35" cy="33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57" name="Freeform 1037">
              <a:extLst>
                <a:ext uri="{FF2B5EF4-FFF2-40B4-BE49-F238E27FC236}">
                  <a16:creationId xmlns:a16="http://schemas.microsoft.com/office/drawing/2014/main" id="{8F45C389-349E-4FA4-802E-47AA3A63A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033"/>
              <a:ext cx="24" cy="29"/>
            </a:xfrm>
            <a:custGeom>
              <a:avLst/>
              <a:gdLst>
                <a:gd name="T0" fmla="*/ 320 w 6"/>
                <a:gd name="T1" fmla="*/ 0 h 7"/>
                <a:gd name="T2" fmla="*/ 320 w 6"/>
                <a:gd name="T3" fmla="*/ 137 h 7"/>
                <a:gd name="T4" fmla="*/ 128 w 6"/>
                <a:gd name="T5" fmla="*/ 431 h 7"/>
                <a:gd name="T6" fmla="*/ 0 w 6"/>
                <a:gd name="T7" fmla="*/ 360 h 7"/>
                <a:gd name="T8" fmla="*/ 192 w 6"/>
                <a:gd name="T9" fmla="*/ 497 h 7"/>
                <a:gd name="T10" fmla="*/ 384 w 6"/>
                <a:gd name="T11" fmla="*/ 207 h 7"/>
                <a:gd name="T12" fmla="*/ 320 w 6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5" y="4"/>
                    <a:pt x="4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5" y="7"/>
                    <a:pt x="6" y="5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Oval 1038">
              <a:extLst>
                <a:ext uri="{FF2B5EF4-FFF2-40B4-BE49-F238E27FC236}">
                  <a16:creationId xmlns:a16="http://schemas.microsoft.com/office/drawing/2014/main" id="{2B13D513-652C-4121-B7BA-380655880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303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59" name="Oval 1039">
              <a:extLst>
                <a:ext uri="{FF2B5EF4-FFF2-40B4-BE49-F238E27FC236}">
                  <a16:creationId xmlns:a16="http://schemas.microsoft.com/office/drawing/2014/main" id="{96E3C7B1-6B2F-4C16-B04D-65626466F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" y="2950"/>
              <a:ext cx="35" cy="37"/>
            </a:xfrm>
            <a:prstGeom prst="ellipse">
              <a:avLst/>
            </a:prstGeom>
            <a:solidFill>
              <a:srgbClr val="FFF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60" name="Freeform 1040">
              <a:extLst>
                <a:ext uri="{FF2B5EF4-FFF2-40B4-BE49-F238E27FC236}">
                  <a16:creationId xmlns:a16="http://schemas.microsoft.com/office/drawing/2014/main" id="{7A90B230-047D-46B3-A55E-1B2098357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954"/>
              <a:ext cx="23" cy="29"/>
            </a:xfrm>
            <a:custGeom>
              <a:avLst/>
              <a:gdLst>
                <a:gd name="T0" fmla="*/ 222 w 6"/>
                <a:gd name="T1" fmla="*/ 0 h 7"/>
                <a:gd name="T2" fmla="*/ 280 w 6"/>
                <a:gd name="T3" fmla="*/ 137 h 7"/>
                <a:gd name="T4" fmla="*/ 58 w 6"/>
                <a:gd name="T5" fmla="*/ 431 h 7"/>
                <a:gd name="T6" fmla="*/ 0 w 6"/>
                <a:gd name="T7" fmla="*/ 360 h 7"/>
                <a:gd name="T8" fmla="*/ 176 w 6"/>
                <a:gd name="T9" fmla="*/ 497 h 7"/>
                <a:gd name="T10" fmla="*/ 337 w 6"/>
                <a:gd name="T11" fmla="*/ 207 h 7"/>
                <a:gd name="T12" fmla="*/ 222 w 6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5" y="1"/>
                    <a:pt x="5" y="2"/>
                    <a:pt x="5" y="2"/>
                  </a:cubicBezTo>
                  <a:cubicBezTo>
                    <a:pt x="5" y="4"/>
                    <a:pt x="3" y="6"/>
                    <a:pt x="1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5" y="7"/>
                    <a:pt x="6" y="5"/>
                    <a:pt x="6" y="3"/>
                  </a:cubicBezTo>
                  <a:cubicBezTo>
                    <a:pt x="6" y="2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FFE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Oval 1041">
              <a:extLst>
                <a:ext uri="{FF2B5EF4-FFF2-40B4-BE49-F238E27FC236}">
                  <a16:creationId xmlns:a16="http://schemas.microsoft.com/office/drawing/2014/main" id="{D419B60B-885D-4C48-B0CC-59BDD61BB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295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62" name="Freeform 1042">
              <a:extLst>
                <a:ext uri="{FF2B5EF4-FFF2-40B4-BE49-F238E27FC236}">
                  <a16:creationId xmlns:a16="http://schemas.microsoft.com/office/drawing/2014/main" id="{A1D51557-7F21-4D8A-B57A-DABDB576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529"/>
              <a:ext cx="719" cy="438"/>
            </a:xfrm>
            <a:custGeom>
              <a:avLst/>
              <a:gdLst>
                <a:gd name="T0" fmla="*/ 414 w 184"/>
                <a:gd name="T1" fmla="*/ 576 h 105"/>
                <a:gd name="T2" fmla="*/ 184 w 184"/>
                <a:gd name="T3" fmla="*/ 1669 h 105"/>
                <a:gd name="T4" fmla="*/ 903 w 184"/>
                <a:gd name="T5" fmla="*/ 5448 h 105"/>
                <a:gd name="T6" fmla="*/ 5068 w 184"/>
                <a:gd name="T7" fmla="*/ 7621 h 105"/>
                <a:gd name="T8" fmla="*/ 10855 w 184"/>
                <a:gd name="T9" fmla="*/ 2611 h 105"/>
                <a:gd name="T10" fmla="*/ 10566 w 184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105">
                  <a:moveTo>
                    <a:pt x="7" y="8"/>
                  </a:moveTo>
                  <a:cubicBezTo>
                    <a:pt x="5" y="13"/>
                    <a:pt x="4" y="18"/>
                    <a:pt x="3" y="23"/>
                  </a:cubicBezTo>
                  <a:cubicBezTo>
                    <a:pt x="0" y="39"/>
                    <a:pt x="4" y="62"/>
                    <a:pt x="15" y="75"/>
                  </a:cubicBezTo>
                  <a:cubicBezTo>
                    <a:pt x="31" y="93"/>
                    <a:pt x="57" y="105"/>
                    <a:pt x="85" y="105"/>
                  </a:cubicBezTo>
                  <a:cubicBezTo>
                    <a:pt x="134" y="105"/>
                    <a:pt x="173" y="77"/>
                    <a:pt x="182" y="36"/>
                  </a:cubicBezTo>
                  <a:cubicBezTo>
                    <a:pt x="184" y="24"/>
                    <a:pt x="183" y="11"/>
                    <a:pt x="177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043">
              <a:extLst>
                <a:ext uri="{FF2B5EF4-FFF2-40B4-BE49-F238E27FC236}">
                  <a16:creationId xmlns:a16="http://schemas.microsoft.com/office/drawing/2014/main" id="{EF6275FC-0FBA-4AE7-8650-026AD24D91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4" y="2329"/>
              <a:ext cx="527" cy="125"/>
            </a:xfrm>
            <a:custGeom>
              <a:avLst/>
              <a:gdLst>
                <a:gd name="T0" fmla="*/ 3400 w 135"/>
                <a:gd name="T1" fmla="*/ 367 h 30"/>
                <a:gd name="T2" fmla="*/ 2971 w 135"/>
                <a:gd name="T3" fmla="*/ 0 h 30"/>
                <a:gd name="T4" fmla="*/ 2561 w 135"/>
                <a:gd name="T5" fmla="*/ 367 h 30"/>
                <a:gd name="T6" fmla="*/ 2440 w 135"/>
                <a:gd name="T7" fmla="*/ 296 h 30"/>
                <a:gd name="T8" fmla="*/ 2147 w 135"/>
                <a:gd name="T9" fmla="*/ 658 h 30"/>
                <a:gd name="T10" fmla="*/ 1663 w 135"/>
                <a:gd name="T11" fmla="*/ 800 h 30"/>
                <a:gd name="T12" fmla="*/ 1312 w 135"/>
                <a:gd name="T13" fmla="*/ 504 h 30"/>
                <a:gd name="T14" fmla="*/ 839 w 135"/>
                <a:gd name="T15" fmla="*/ 1008 h 30"/>
                <a:gd name="T16" fmla="*/ 898 w 135"/>
                <a:gd name="T17" fmla="*/ 1163 h 30"/>
                <a:gd name="T18" fmla="*/ 714 w 135"/>
                <a:gd name="T19" fmla="*/ 1371 h 30"/>
                <a:gd name="T20" fmla="*/ 410 w 135"/>
                <a:gd name="T21" fmla="*/ 1233 h 30"/>
                <a:gd name="T22" fmla="*/ 0 w 135"/>
                <a:gd name="T23" fmla="*/ 1738 h 30"/>
                <a:gd name="T24" fmla="*/ 0 w 135"/>
                <a:gd name="T25" fmla="*/ 1875 h 30"/>
                <a:gd name="T26" fmla="*/ 6597 w 135"/>
                <a:gd name="T27" fmla="*/ 1008 h 30"/>
                <a:gd name="T28" fmla="*/ 6308 w 135"/>
                <a:gd name="T29" fmla="*/ 800 h 30"/>
                <a:gd name="T30" fmla="*/ 6187 w 135"/>
                <a:gd name="T31" fmla="*/ 867 h 30"/>
                <a:gd name="T32" fmla="*/ 5532 w 135"/>
                <a:gd name="T33" fmla="*/ 575 h 30"/>
                <a:gd name="T34" fmla="*/ 5122 w 135"/>
                <a:gd name="T35" fmla="*/ 138 h 30"/>
                <a:gd name="T36" fmla="*/ 4692 w 135"/>
                <a:gd name="T37" fmla="*/ 433 h 30"/>
                <a:gd name="T38" fmla="*/ 7971 w 135"/>
                <a:gd name="T39" fmla="*/ 2171 h 30"/>
                <a:gd name="T40" fmla="*/ 8030 w 135"/>
                <a:gd name="T41" fmla="*/ 2100 h 30"/>
                <a:gd name="T42" fmla="*/ 7725 w 135"/>
                <a:gd name="T43" fmla="*/ 1738 h 30"/>
                <a:gd name="T44" fmla="*/ 7620 w 135"/>
                <a:gd name="T45" fmla="*/ 1738 h 3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5" h="30">
                  <a:moveTo>
                    <a:pt x="57" y="5"/>
                  </a:moveTo>
                  <a:cubicBezTo>
                    <a:pt x="57" y="2"/>
                    <a:pt x="54" y="0"/>
                    <a:pt x="50" y="0"/>
                  </a:cubicBezTo>
                  <a:cubicBezTo>
                    <a:pt x="47" y="0"/>
                    <a:pt x="44" y="2"/>
                    <a:pt x="43" y="5"/>
                  </a:cubicBezTo>
                  <a:cubicBezTo>
                    <a:pt x="42" y="5"/>
                    <a:pt x="42" y="4"/>
                    <a:pt x="41" y="4"/>
                  </a:cubicBezTo>
                  <a:cubicBezTo>
                    <a:pt x="38" y="4"/>
                    <a:pt x="36" y="7"/>
                    <a:pt x="36" y="9"/>
                  </a:cubicBezTo>
                  <a:moveTo>
                    <a:pt x="28" y="11"/>
                  </a:moveTo>
                  <a:cubicBezTo>
                    <a:pt x="27" y="8"/>
                    <a:pt x="25" y="7"/>
                    <a:pt x="22" y="7"/>
                  </a:cubicBezTo>
                  <a:cubicBezTo>
                    <a:pt x="18" y="7"/>
                    <a:pt x="14" y="10"/>
                    <a:pt x="14" y="14"/>
                  </a:cubicBezTo>
                  <a:cubicBezTo>
                    <a:pt x="14" y="15"/>
                    <a:pt x="15" y="16"/>
                    <a:pt x="15" y="16"/>
                  </a:cubicBezTo>
                  <a:moveTo>
                    <a:pt x="12" y="19"/>
                  </a:moveTo>
                  <a:cubicBezTo>
                    <a:pt x="11" y="17"/>
                    <a:pt x="9" y="17"/>
                    <a:pt x="7" y="17"/>
                  </a:cubicBezTo>
                  <a:cubicBezTo>
                    <a:pt x="3" y="17"/>
                    <a:pt x="0" y="20"/>
                    <a:pt x="0" y="24"/>
                  </a:cubicBezTo>
                  <a:cubicBezTo>
                    <a:pt x="0" y="25"/>
                    <a:pt x="0" y="25"/>
                    <a:pt x="0" y="26"/>
                  </a:cubicBezTo>
                  <a:moveTo>
                    <a:pt x="111" y="14"/>
                  </a:moveTo>
                  <a:cubicBezTo>
                    <a:pt x="110" y="12"/>
                    <a:pt x="108" y="11"/>
                    <a:pt x="106" y="11"/>
                  </a:cubicBezTo>
                  <a:cubicBezTo>
                    <a:pt x="105" y="11"/>
                    <a:pt x="105" y="11"/>
                    <a:pt x="104" y="12"/>
                  </a:cubicBezTo>
                  <a:moveTo>
                    <a:pt x="93" y="8"/>
                  </a:moveTo>
                  <a:cubicBezTo>
                    <a:pt x="93" y="4"/>
                    <a:pt x="90" y="2"/>
                    <a:pt x="86" y="2"/>
                  </a:cubicBezTo>
                  <a:cubicBezTo>
                    <a:pt x="83" y="2"/>
                    <a:pt x="81" y="3"/>
                    <a:pt x="79" y="6"/>
                  </a:cubicBezTo>
                  <a:moveTo>
                    <a:pt x="134" y="30"/>
                  </a:moveTo>
                  <a:cubicBezTo>
                    <a:pt x="134" y="30"/>
                    <a:pt x="135" y="29"/>
                    <a:pt x="135" y="29"/>
                  </a:cubicBezTo>
                  <a:cubicBezTo>
                    <a:pt x="135" y="26"/>
                    <a:pt x="132" y="24"/>
                    <a:pt x="130" y="24"/>
                  </a:cubicBezTo>
                  <a:cubicBezTo>
                    <a:pt x="129" y="24"/>
                    <a:pt x="128" y="24"/>
                    <a:pt x="128" y="2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044">
              <a:extLst>
                <a:ext uri="{FF2B5EF4-FFF2-40B4-BE49-F238E27FC236}">
                  <a16:creationId xmlns:a16="http://schemas.microsoft.com/office/drawing/2014/main" id="{AC797E1D-BA87-4820-AB5C-35A47FC0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363"/>
              <a:ext cx="765" cy="1395"/>
            </a:xfrm>
            <a:custGeom>
              <a:avLst/>
              <a:gdLst>
                <a:gd name="T0" fmla="*/ 5347 w 196"/>
                <a:gd name="T1" fmla="*/ 5343 h 335"/>
                <a:gd name="T2" fmla="*/ 839 w 196"/>
                <a:gd name="T3" fmla="*/ 3036 h 335"/>
                <a:gd name="T4" fmla="*/ 0 w 196"/>
                <a:gd name="T5" fmla="*/ 729 h 335"/>
                <a:gd name="T6" fmla="*/ 1311 w 196"/>
                <a:gd name="T7" fmla="*/ 19926 h 335"/>
                <a:gd name="T8" fmla="*/ 1311 w 196"/>
                <a:gd name="T9" fmla="*/ 19926 h 335"/>
                <a:gd name="T10" fmla="*/ 1963 w 196"/>
                <a:gd name="T11" fmla="*/ 22387 h 335"/>
                <a:gd name="T12" fmla="*/ 5468 w 196"/>
                <a:gd name="T13" fmla="*/ 24190 h 335"/>
                <a:gd name="T14" fmla="*/ 10343 w 196"/>
                <a:gd name="T15" fmla="*/ 19992 h 335"/>
                <a:gd name="T16" fmla="*/ 10406 w 196"/>
                <a:gd name="T17" fmla="*/ 19143 h 335"/>
                <a:gd name="T18" fmla="*/ 11655 w 196"/>
                <a:gd name="T19" fmla="*/ 0 h 335"/>
                <a:gd name="T20" fmla="*/ 11655 w 196"/>
                <a:gd name="T21" fmla="*/ 0 h 335"/>
                <a:gd name="T22" fmla="*/ 5347 w 196"/>
                <a:gd name="T23" fmla="*/ 5343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335">
                  <a:moveTo>
                    <a:pt x="90" y="74"/>
                  </a:moveTo>
                  <a:cubicBezTo>
                    <a:pt x="59" y="74"/>
                    <a:pt x="30" y="62"/>
                    <a:pt x="14" y="42"/>
                  </a:cubicBezTo>
                  <a:cubicBezTo>
                    <a:pt x="7" y="33"/>
                    <a:pt x="2" y="22"/>
                    <a:pt x="0" y="10"/>
                  </a:cubicBezTo>
                  <a:cubicBezTo>
                    <a:pt x="22" y="276"/>
                    <a:pt x="22" y="276"/>
                    <a:pt x="22" y="276"/>
                  </a:cubicBezTo>
                  <a:cubicBezTo>
                    <a:pt x="22" y="276"/>
                    <a:pt x="22" y="276"/>
                    <a:pt x="22" y="276"/>
                  </a:cubicBezTo>
                  <a:cubicBezTo>
                    <a:pt x="22" y="287"/>
                    <a:pt x="26" y="301"/>
                    <a:pt x="33" y="310"/>
                  </a:cubicBezTo>
                  <a:cubicBezTo>
                    <a:pt x="46" y="325"/>
                    <a:pt x="68" y="335"/>
                    <a:pt x="92" y="335"/>
                  </a:cubicBezTo>
                  <a:cubicBezTo>
                    <a:pt x="134" y="335"/>
                    <a:pt x="166" y="312"/>
                    <a:pt x="174" y="277"/>
                  </a:cubicBezTo>
                  <a:cubicBezTo>
                    <a:pt x="175" y="273"/>
                    <a:pt x="175" y="269"/>
                    <a:pt x="175" y="265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86" y="45"/>
                    <a:pt x="144" y="74"/>
                    <a:pt x="90" y="7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045">
              <a:extLst>
                <a:ext uri="{FF2B5EF4-FFF2-40B4-BE49-F238E27FC236}">
                  <a16:creationId xmlns:a16="http://schemas.microsoft.com/office/drawing/2014/main" id="{6EE56399-5EA3-41AD-B0CD-9C342554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1363"/>
              <a:ext cx="27" cy="54"/>
            </a:xfrm>
            <a:custGeom>
              <a:avLst/>
              <a:gdLst>
                <a:gd name="T0" fmla="*/ 343 w 7"/>
                <a:gd name="T1" fmla="*/ 432 h 13"/>
                <a:gd name="T2" fmla="*/ 343 w 7"/>
                <a:gd name="T3" fmla="*/ 864 h 13"/>
                <a:gd name="T4" fmla="*/ 58 w 7"/>
                <a:gd name="T5" fmla="*/ 498 h 13"/>
                <a:gd name="T6" fmla="*/ 120 w 7"/>
                <a:gd name="T7" fmla="*/ 71 h 13"/>
                <a:gd name="T8" fmla="*/ 343 w 7"/>
                <a:gd name="T9" fmla="*/ 4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6" y="6"/>
                  </a:moveTo>
                  <a:cubicBezTo>
                    <a:pt x="7" y="9"/>
                    <a:pt x="7" y="12"/>
                    <a:pt x="6" y="12"/>
                  </a:cubicBezTo>
                  <a:cubicBezTo>
                    <a:pt x="4" y="13"/>
                    <a:pt x="3" y="11"/>
                    <a:pt x="1" y="7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0"/>
                    <a:pt x="5" y="3"/>
                    <a:pt x="6" y="6"/>
                  </a:cubicBezTo>
                  <a:close/>
                </a:path>
              </a:pathLst>
            </a:custGeom>
            <a:solidFill>
              <a:srgbClr val="57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046">
              <a:extLst>
                <a:ext uri="{FF2B5EF4-FFF2-40B4-BE49-F238E27FC236}">
                  <a16:creationId xmlns:a16="http://schemas.microsoft.com/office/drawing/2014/main" id="{E71445BC-B304-4C73-AB21-0C5F69570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367"/>
              <a:ext cx="692" cy="1225"/>
            </a:xfrm>
            <a:custGeom>
              <a:avLst/>
              <a:gdLst>
                <a:gd name="T0" fmla="*/ 10333 w 177"/>
                <a:gd name="T1" fmla="*/ 433 h 294"/>
                <a:gd name="T2" fmla="*/ 10396 w 177"/>
                <a:gd name="T3" fmla="*/ 0 h 294"/>
                <a:gd name="T4" fmla="*/ 10271 w 177"/>
                <a:gd name="T5" fmla="*/ 71 h 294"/>
                <a:gd name="T6" fmla="*/ 2690 w 177"/>
                <a:gd name="T7" fmla="*/ 4479 h 294"/>
                <a:gd name="T8" fmla="*/ 2033 w 177"/>
                <a:gd name="T9" fmla="*/ 5279 h 294"/>
                <a:gd name="T10" fmla="*/ 0 w 177"/>
                <a:gd name="T11" fmla="*/ 21267 h 294"/>
                <a:gd name="T12" fmla="*/ 719 w 177"/>
                <a:gd name="T13" fmla="*/ 20763 h 294"/>
                <a:gd name="T14" fmla="*/ 2690 w 177"/>
                <a:gd name="T15" fmla="*/ 5783 h 294"/>
                <a:gd name="T16" fmla="*/ 3225 w 177"/>
                <a:gd name="T17" fmla="*/ 5138 h 294"/>
                <a:gd name="T18" fmla="*/ 10575 w 177"/>
                <a:gd name="T19" fmla="*/ 800 h 294"/>
                <a:gd name="T20" fmla="*/ 10333 w 177"/>
                <a:gd name="T21" fmla="*/ 433 h 2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7" h="294">
                  <a:moveTo>
                    <a:pt x="173" y="6"/>
                  </a:moveTo>
                  <a:cubicBezTo>
                    <a:pt x="173" y="4"/>
                    <a:pt x="173" y="1"/>
                    <a:pt x="174" y="0"/>
                  </a:cubicBezTo>
                  <a:cubicBezTo>
                    <a:pt x="173" y="0"/>
                    <a:pt x="173" y="0"/>
                    <a:pt x="172" y="1"/>
                  </a:cubicBezTo>
                  <a:cubicBezTo>
                    <a:pt x="172" y="1"/>
                    <a:pt x="51" y="59"/>
                    <a:pt x="45" y="62"/>
                  </a:cubicBezTo>
                  <a:cubicBezTo>
                    <a:pt x="39" y="65"/>
                    <a:pt x="36" y="69"/>
                    <a:pt x="34" y="73"/>
                  </a:cubicBezTo>
                  <a:cubicBezTo>
                    <a:pt x="34" y="75"/>
                    <a:pt x="17" y="184"/>
                    <a:pt x="0" y="294"/>
                  </a:cubicBezTo>
                  <a:cubicBezTo>
                    <a:pt x="4" y="292"/>
                    <a:pt x="8" y="290"/>
                    <a:pt x="12" y="287"/>
                  </a:cubicBezTo>
                  <a:cubicBezTo>
                    <a:pt x="26" y="195"/>
                    <a:pt x="40" y="106"/>
                    <a:pt x="45" y="80"/>
                  </a:cubicBezTo>
                  <a:cubicBezTo>
                    <a:pt x="45" y="75"/>
                    <a:pt x="50" y="73"/>
                    <a:pt x="54" y="71"/>
                  </a:cubicBezTo>
                  <a:cubicBezTo>
                    <a:pt x="82" y="57"/>
                    <a:pt x="175" y="13"/>
                    <a:pt x="177" y="11"/>
                  </a:cubicBezTo>
                  <a:cubicBezTo>
                    <a:pt x="176" y="12"/>
                    <a:pt x="174" y="9"/>
                    <a:pt x="173" y="6"/>
                  </a:cubicBezTo>
                  <a:close/>
                </a:path>
              </a:pathLst>
            </a:custGeom>
            <a:solidFill>
              <a:srgbClr val="94C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047">
              <a:extLst>
                <a:ext uri="{FF2B5EF4-FFF2-40B4-BE49-F238E27FC236}">
                  <a16:creationId xmlns:a16="http://schemas.microsoft.com/office/drawing/2014/main" id="{B2E31B67-9907-43DD-94AC-B29162FE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634"/>
              <a:ext cx="24" cy="33"/>
            </a:xfrm>
            <a:custGeom>
              <a:avLst/>
              <a:gdLst>
                <a:gd name="T0" fmla="*/ 0 w 6"/>
                <a:gd name="T1" fmla="*/ 0 h 8"/>
                <a:gd name="T2" fmla="*/ 384 w 6"/>
                <a:gd name="T3" fmla="*/ 5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3" y="2"/>
                    <a:pt x="5" y="5"/>
                    <a:pt x="6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1048">
              <a:extLst>
                <a:ext uri="{FF2B5EF4-FFF2-40B4-BE49-F238E27FC236}">
                  <a16:creationId xmlns:a16="http://schemas.microsoft.com/office/drawing/2014/main" id="{8E5535DE-6F6C-442D-9257-73B5BF26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651"/>
              <a:ext cx="39" cy="29"/>
            </a:xfrm>
            <a:custGeom>
              <a:avLst/>
              <a:gdLst>
                <a:gd name="T0" fmla="*/ 0 w 10"/>
                <a:gd name="T1" fmla="*/ 0 h 7"/>
                <a:gd name="T2" fmla="*/ 351 w 10"/>
                <a:gd name="T3" fmla="*/ 207 h 7"/>
                <a:gd name="T4" fmla="*/ 593 w 10"/>
                <a:gd name="T5" fmla="*/ 4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2" y="1"/>
                    <a:pt x="4" y="1"/>
                    <a:pt x="6" y="3"/>
                  </a:cubicBezTo>
                  <a:cubicBezTo>
                    <a:pt x="7" y="5"/>
                    <a:pt x="8" y="7"/>
                    <a:pt x="10" y="7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1049">
              <a:extLst>
                <a:ext uri="{FF2B5EF4-FFF2-40B4-BE49-F238E27FC236}">
                  <a16:creationId xmlns:a16="http://schemas.microsoft.com/office/drawing/2014/main" id="{980E79A5-2CC9-4E17-AF45-22D22C855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671"/>
              <a:ext cx="39" cy="25"/>
            </a:xfrm>
            <a:custGeom>
              <a:avLst/>
              <a:gdLst>
                <a:gd name="T0" fmla="*/ 0 w 10"/>
                <a:gd name="T1" fmla="*/ 0 h 6"/>
                <a:gd name="T2" fmla="*/ 410 w 10"/>
                <a:gd name="T3" fmla="*/ 225 h 6"/>
                <a:gd name="T4" fmla="*/ 534 w 10"/>
                <a:gd name="T5" fmla="*/ 36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1"/>
                    <a:pt x="5" y="1"/>
                    <a:pt x="7" y="3"/>
                  </a:cubicBezTo>
                  <a:cubicBezTo>
                    <a:pt x="7" y="3"/>
                    <a:pt x="10" y="6"/>
                    <a:pt x="9" y="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1050">
              <a:extLst>
                <a:ext uri="{FF2B5EF4-FFF2-40B4-BE49-F238E27FC236}">
                  <a16:creationId xmlns:a16="http://schemas.microsoft.com/office/drawing/2014/main" id="{1D83B55C-5E01-4370-8B23-F0E4C5808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696"/>
              <a:ext cx="43" cy="17"/>
            </a:xfrm>
            <a:custGeom>
              <a:avLst/>
              <a:gdLst>
                <a:gd name="T0" fmla="*/ 0 w 11"/>
                <a:gd name="T1" fmla="*/ 0 h 4"/>
                <a:gd name="T2" fmla="*/ 657 w 11"/>
                <a:gd name="T3" fmla="*/ 30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4" y="1"/>
                    <a:pt x="8" y="1"/>
                    <a:pt x="11" y="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1051">
              <a:extLst>
                <a:ext uri="{FF2B5EF4-FFF2-40B4-BE49-F238E27FC236}">
                  <a16:creationId xmlns:a16="http://schemas.microsoft.com/office/drawing/2014/main" id="{D0F3695F-566E-4E9A-88D0-BA543716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367"/>
              <a:ext cx="692" cy="1225"/>
            </a:xfrm>
            <a:custGeom>
              <a:avLst/>
              <a:gdLst>
                <a:gd name="T0" fmla="*/ 10333 w 177"/>
                <a:gd name="T1" fmla="*/ 433 h 294"/>
                <a:gd name="T2" fmla="*/ 10396 w 177"/>
                <a:gd name="T3" fmla="*/ 0 h 294"/>
                <a:gd name="T4" fmla="*/ 10271 w 177"/>
                <a:gd name="T5" fmla="*/ 71 h 294"/>
                <a:gd name="T6" fmla="*/ 2690 w 177"/>
                <a:gd name="T7" fmla="*/ 4479 h 294"/>
                <a:gd name="T8" fmla="*/ 2033 w 177"/>
                <a:gd name="T9" fmla="*/ 5279 h 294"/>
                <a:gd name="T10" fmla="*/ 0 w 177"/>
                <a:gd name="T11" fmla="*/ 21267 h 294"/>
                <a:gd name="T12" fmla="*/ 719 w 177"/>
                <a:gd name="T13" fmla="*/ 20763 h 294"/>
                <a:gd name="T14" fmla="*/ 2690 w 177"/>
                <a:gd name="T15" fmla="*/ 5783 h 294"/>
                <a:gd name="T16" fmla="*/ 3225 w 177"/>
                <a:gd name="T17" fmla="*/ 5138 h 294"/>
                <a:gd name="T18" fmla="*/ 10575 w 177"/>
                <a:gd name="T19" fmla="*/ 800 h 294"/>
                <a:gd name="T20" fmla="*/ 10333 w 177"/>
                <a:gd name="T21" fmla="*/ 433 h 2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7" h="294">
                  <a:moveTo>
                    <a:pt x="173" y="6"/>
                  </a:moveTo>
                  <a:cubicBezTo>
                    <a:pt x="173" y="4"/>
                    <a:pt x="173" y="1"/>
                    <a:pt x="174" y="0"/>
                  </a:cubicBezTo>
                  <a:cubicBezTo>
                    <a:pt x="173" y="0"/>
                    <a:pt x="173" y="0"/>
                    <a:pt x="172" y="1"/>
                  </a:cubicBezTo>
                  <a:cubicBezTo>
                    <a:pt x="172" y="1"/>
                    <a:pt x="51" y="59"/>
                    <a:pt x="45" y="62"/>
                  </a:cubicBezTo>
                  <a:cubicBezTo>
                    <a:pt x="39" y="65"/>
                    <a:pt x="36" y="69"/>
                    <a:pt x="34" y="73"/>
                  </a:cubicBezTo>
                  <a:cubicBezTo>
                    <a:pt x="34" y="75"/>
                    <a:pt x="17" y="184"/>
                    <a:pt x="0" y="294"/>
                  </a:cubicBezTo>
                  <a:cubicBezTo>
                    <a:pt x="4" y="292"/>
                    <a:pt x="8" y="290"/>
                    <a:pt x="12" y="287"/>
                  </a:cubicBezTo>
                  <a:cubicBezTo>
                    <a:pt x="26" y="195"/>
                    <a:pt x="40" y="106"/>
                    <a:pt x="45" y="80"/>
                  </a:cubicBezTo>
                  <a:cubicBezTo>
                    <a:pt x="45" y="75"/>
                    <a:pt x="50" y="73"/>
                    <a:pt x="54" y="71"/>
                  </a:cubicBezTo>
                  <a:cubicBezTo>
                    <a:pt x="82" y="57"/>
                    <a:pt x="175" y="13"/>
                    <a:pt x="177" y="11"/>
                  </a:cubicBezTo>
                  <a:cubicBezTo>
                    <a:pt x="176" y="12"/>
                    <a:pt x="174" y="9"/>
                    <a:pt x="173" y="6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1052">
              <a:extLst>
                <a:ext uri="{FF2B5EF4-FFF2-40B4-BE49-F238E27FC236}">
                  <a16:creationId xmlns:a16="http://schemas.microsoft.com/office/drawing/2014/main" id="{294C897C-CC2A-451C-B756-3A662D19C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396"/>
              <a:ext cx="449" cy="230"/>
            </a:xfrm>
            <a:custGeom>
              <a:avLst/>
              <a:gdLst>
                <a:gd name="T0" fmla="*/ 0 w 115"/>
                <a:gd name="T1" fmla="*/ 4023 h 55"/>
                <a:gd name="T2" fmla="*/ 6844 w 1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55">
                  <a:moveTo>
                    <a:pt x="0" y="55"/>
                  </a:moveTo>
                  <a:cubicBezTo>
                    <a:pt x="12" y="53"/>
                    <a:pt x="101" y="11"/>
                    <a:pt x="115" y="0"/>
                  </a:cubicBezTo>
                </a:path>
              </a:pathLst>
            </a:custGeom>
            <a:solidFill>
              <a:srgbClr val="D6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1053">
              <a:extLst>
                <a:ext uri="{FF2B5EF4-FFF2-40B4-BE49-F238E27FC236}">
                  <a16:creationId xmlns:a16="http://schemas.microsoft.com/office/drawing/2014/main" id="{3ADA3789-E0A8-4AC7-8BA3-54F78C7E7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1721"/>
              <a:ext cx="129" cy="833"/>
            </a:xfrm>
            <a:custGeom>
              <a:avLst/>
              <a:gdLst>
                <a:gd name="T0" fmla="*/ 1912 w 33"/>
                <a:gd name="T1" fmla="*/ 0 h 200"/>
                <a:gd name="T2" fmla="*/ 0 w 33"/>
                <a:gd name="T3" fmla="*/ 14448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00">
                  <a:moveTo>
                    <a:pt x="32" y="0"/>
                  </a:moveTo>
                  <a:cubicBezTo>
                    <a:pt x="33" y="13"/>
                    <a:pt x="6" y="175"/>
                    <a:pt x="0" y="200"/>
                  </a:cubicBezTo>
                </a:path>
              </a:pathLst>
            </a:custGeom>
            <a:solidFill>
              <a:srgbClr val="D6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1054">
              <a:extLst>
                <a:ext uri="{FF2B5EF4-FFF2-40B4-BE49-F238E27FC236}">
                  <a16:creationId xmlns:a16="http://schemas.microsoft.com/office/drawing/2014/main" id="{AABEEEF1-1365-4C35-8941-0459FA608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792"/>
              <a:ext cx="47" cy="21"/>
            </a:xfrm>
            <a:custGeom>
              <a:avLst/>
              <a:gdLst>
                <a:gd name="T0" fmla="*/ 0 w 12"/>
                <a:gd name="T1" fmla="*/ 71 h 5"/>
                <a:gd name="T2" fmla="*/ 368 w 12"/>
                <a:gd name="T3" fmla="*/ 370 h 5"/>
                <a:gd name="T4" fmla="*/ 721 w 1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">
                  <a:moveTo>
                    <a:pt x="0" y="1"/>
                  </a:moveTo>
                  <a:cubicBezTo>
                    <a:pt x="0" y="4"/>
                    <a:pt x="3" y="4"/>
                    <a:pt x="6" y="5"/>
                  </a:cubicBezTo>
                  <a:cubicBezTo>
                    <a:pt x="9" y="5"/>
                    <a:pt x="11" y="4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9D9FA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1055">
              <a:extLst>
                <a:ext uri="{FF2B5EF4-FFF2-40B4-BE49-F238E27FC236}">
                  <a16:creationId xmlns:a16="http://schemas.microsoft.com/office/drawing/2014/main" id="{4B09E8B9-F548-4128-B2F4-FD69A5821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604"/>
              <a:ext cx="74" cy="209"/>
            </a:xfrm>
            <a:custGeom>
              <a:avLst/>
              <a:gdLst>
                <a:gd name="T0" fmla="*/ 351 w 19"/>
                <a:gd name="T1" fmla="*/ 439 h 50"/>
                <a:gd name="T2" fmla="*/ 0 w 19"/>
                <a:gd name="T3" fmla="*/ 3357 h 50"/>
                <a:gd name="T4" fmla="*/ 0 w 19"/>
                <a:gd name="T5" fmla="*/ 3357 h 50"/>
                <a:gd name="T6" fmla="*/ 351 w 19"/>
                <a:gd name="T7" fmla="*/ 3653 h 50"/>
                <a:gd name="T8" fmla="*/ 713 w 19"/>
                <a:gd name="T9" fmla="*/ 3285 h 50"/>
                <a:gd name="T10" fmla="*/ 1122 w 19"/>
                <a:gd name="T11" fmla="*/ 0 h 50"/>
                <a:gd name="T12" fmla="*/ 351 w 19"/>
                <a:gd name="T13" fmla="*/ 43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0">
                  <a:moveTo>
                    <a:pt x="6" y="6"/>
                  </a:moveTo>
                  <a:cubicBezTo>
                    <a:pt x="4" y="19"/>
                    <a:pt x="2" y="33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9"/>
                    <a:pt x="3" y="49"/>
                    <a:pt x="6" y="50"/>
                  </a:cubicBezTo>
                  <a:cubicBezTo>
                    <a:pt x="8" y="50"/>
                    <a:pt x="11" y="49"/>
                    <a:pt x="12" y="45"/>
                  </a:cubicBezTo>
                  <a:cubicBezTo>
                    <a:pt x="14" y="30"/>
                    <a:pt x="16" y="15"/>
                    <a:pt x="19" y="0"/>
                  </a:cubicBezTo>
                  <a:cubicBezTo>
                    <a:pt x="15" y="3"/>
                    <a:pt x="11" y="5"/>
                    <a:pt x="6" y="6"/>
                  </a:cubicBezTo>
                  <a:close/>
                </a:path>
              </a:pathLst>
            </a:custGeom>
            <a:solidFill>
              <a:srgbClr val="C0D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1056">
              <a:extLst>
                <a:ext uri="{FF2B5EF4-FFF2-40B4-BE49-F238E27FC236}">
                  <a16:creationId xmlns:a16="http://schemas.microsoft.com/office/drawing/2014/main" id="{4387D288-3F69-4AE7-BE38-11D3CA33C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604"/>
              <a:ext cx="74" cy="209"/>
            </a:xfrm>
            <a:custGeom>
              <a:avLst/>
              <a:gdLst>
                <a:gd name="T0" fmla="*/ 351 w 19"/>
                <a:gd name="T1" fmla="*/ 439 h 50"/>
                <a:gd name="T2" fmla="*/ 0 w 19"/>
                <a:gd name="T3" fmla="*/ 3357 h 50"/>
                <a:gd name="T4" fmla="*/ 0 w 19"/>
                <a:gd name="T5" fmla="*/ 3357 h 50"/>
                <a:gd name="T6" fmla="*/ 351 w 19"/>
                <a:gd name="T7" fmla="*/ 3653 h 50"/>
                <a:gd name="T8" fmla="*/ 713 w 19"/>
                <a:gd name="T9" fmla="*/ 3285 h 50"/>
                <a:gd name="T10" fmla="*/ 1122 w 19"/>
                <a:gd name="T11" fmla="*/ 0 h 50"/>
                <a:gd name="T12" fmla="*/ 351 w 19"/>
                <a:gd name="T13" fmla="*/ 43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0">
                  <a:moveTo>
                    <a:pt x="6" y="6"/>
                  </a:moveTo>
                  <a:cubicBezTo>
                    <a:pt x="4" y="19"/>
                    <a:pt x="2" y="33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9"/>
                    <a:pt x="3" y="49"/>
                    <a:pt x="6" y="50"/>
                  </a:cubicBezTo>
                  <a:cubicBezTo>
                    <a:pt x="8" y="50"/>
                    <a:pt x="11" y="49"/>
                    <a:pt x="12" y="45"/>
                  </a:cubicBezTo>
                  <a:cubicBezTo>
                    <a:pt x="14" y="30"/>
                    <a:pt x="16" y="15"/>
                    <a:pt x="19" y="0"/>
                  </a:cubicBezTo>
                  <a:cubicBezTo>
                    <a:pt x="15" y="3"/>
                    <a:pt x="11" y="5"/>
                    <a:pt x="6" y="6"/>
                  </a:cubicBezTo>
                  <a:close/>
                </a:path>
              </a:pathLst>
            </a:custGeom>
            <a:noFill/>
            <a:ln w="12700" cap="rnd">
              <a:solidFill>
                <a:srgbClr val="6A6B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1057">
              <a:extLst>
                <a:ext uri="{FF2B5EF4-FFF2-40B4-BE49-F238E27FC236}">
                  <a16:creationId xmlns:a16="http://schemas.microsoft.com/office/drawing/2014/main" id="{1E273831-CDCE-4065-97AA-8D5CA89AD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775"/>
              <a:ext cx="71" cy="75"/>
            </a:xfrm>
            <a:custGeom>
              <a:avLst/>
              <a:gdLst>
                <a:gd name="T0" fmla="*/ 126 w 18"/>
                <a:gd name="T1" fmla="*/ 225 h 18"/>
                <a:gd name="T2" fmla="*/ 560 w 18"/>
                <a:gd name="T3" fmla="*/ 658 h 18"/>
                <a:gd name="T4" fmla="*/ 919 w 18"/>
                <a:gd name="T5" fmla="*/ 296 h 18"/>
                <a:gd name="T6" fmla="*/ 1104 w 18"/>
                <a:gd name="T7" fmla="*/ 0 h 18"/>
                <a:gd name="T8" fmla="*/ 1041 w 18"/>
                <a:gd name="T9" fmla="*/ 800 h 18"/>
                <a:gd name="T10" fmla="*/ 0 w 18"/>
                <a:gd name="T11" fmla="*/ 57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2" y="3"/>
                  </a:moveTo>
                  <a:cubicBezTo>
                    <a:pt x="2" y="7"/>
                    <a:pt x="6" y="8"/>
                    <a:pt x="9" y="9"/>
                  </a:cubicBezTo>
                  <a:cubicBezTo>
                    <a:pt x="11" y="9"/>
                    <a:pt x="14" y="8"/>
                    <a:pt x="15" y="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6" y="18"/>
                    <a:pt x="0" y="8"/>
                  </a:cubicBezTo>
                </a:path>
              </a:pathLst>
            </a:custGeom>
            <a:solidFill>
              <a:srgbClr val="F4D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Oval 1058">
              <a:extLst>
                <a:ext uri="{FF2B5EF4-FFF2-40B4-BE49-F238E27FC236}">
                  <a16:creationId xmlns:a16="http://schemas.microsoft.com/office/drawing/2014/main" id="{C70D8283-84B1-4942-83AE-EC8082ECE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846"/>
              <a:ext cx="39" cy="41"/>
            </a:xfrm>
            <a:prstGeom prst="ellipse">
              <a:avLst/>
            </a:prstGeom>
            <a:solidFill>
              <a:srgbClr val="FFE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79" name="Freeform 1059">
              <a:extLst>
                <a:ext uri="{FF2B5EF4-FFF2-40B4-BE49-F238E27FC236}">
                  <a16:creationId xmlns:a16="http://schemas.microsoft.com/office/drawing/2014/main" id="{4C56BE06-827F-4798-8955-D2092B452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854"/>
              <a:ext cx="27" cy="29"/>
            </a:xfrm>
            <a:custGeom>
              <a:avLst/>
              <a:gdLst>
                <a:gd name="T0" fmla="*/ 282 w 7"/>
                <a:gd name="T1" fmla="*/ 0 h 7"/>
                <a:gd name="T2" fmla="*/ 343 w 7"/>
                <a:gd name="T3" fmla="*/ 137 h 7"/>
                <a:gd name="T4" fmla="*/ 120 w 7"/>
                <a:gd name="T5" fmla="*/ 431 h 7"/>
                <a:gd name="T6" fmla="*/ 0 w 7"/>
                <a:gd name="T7" fmla="*/ 431 h 7"/>
                <a:gd name="T8" fmla="*/ 177 w 7"/>
                <a:gd name="T9" fmla="*/ 497 h 7"/>
                <a:gd name="T10" fmla="*/ 401 w 7"/>
                <a:gd name="T11" fmla="*/ 207 h 7"/>
                <a:gd name="T12" fmla="*/ 282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6" y="0"/>
                    <a:pt x="6" y="1"/>
                    <a:pt x="6" y="2"/>
                  </a:cubicBezTo>
                  <a:cubicBezTo>
                    <a:pt x="6" y="4"/>
                    <a:pt x="4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6" y="7"/>
                    <a:pt x="7" y="6"/>
                    <a:pt x="7" y="3"/>
                  </a:cubicBezTo>
                  <a:cubicBezTo>
                    <a:pt x="7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2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Oval 1060">
              <a:extLst>
                <a:ext uri="{FF2B5EF4-FFF2-40B4-BE49-F238E27FC236}">
                  <a16:creationId xmlns:a16="http://schemas.microsoft.com/office/drawing/2014/main" id="{3E68E9FB-2887-4552-8481-220E373F0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85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81" name="Freeform 1061">
              <a:extLst>
                <a:ext uri="{FF2B5EF4-FFF2-40B4-BE49-F238E27FC236}">
                  <a16:creationId xmlns:a16="http://schemas.microsoft.com/office/drawing/2014/main" id="{8EE8C3FC-46C2-4714-A6E7-91994BB1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783"/>
              <a:ext cx="51" cy="30"/>
            </a:xfrm>
            <a:custGeom>
              <a:avLst/>
              <a:gdLst>
                <a:gd name="T0" fmla="*/ 0 w 13"/>
                <a:gd name="T1" fmla="*/ 73 h 7"/>
                <a:gd name="T2" fmla="*/ 416 w 13"/>
                <a:gd name="T3" fmla="*/ 553 h 7"/>
                <a:gd name="T4" fmla="*/ 785 w 13"/>
                <a:gd name="T5" fmla="*/ 167 h 7"/>
                <a:gd name="T6" fmla="*/ 785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0" y="1"/>
                  </a:moveTo>
                  <a:cubicBezTo>
                    <a:pt x="0" y="5"/>
                    <a:pt x="4" y="6"/>
                    <a:pt x="7" y="7"/>
                  </a:cubicBezTo>
                  <a:cubicBezTo>
                    <a:pt x="9" y="7"/>
                    <a:pt x="12" y="6"/>
                    <a:pt x="13" y="2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noFill/>
            <a:ln w="12700" cap="rnd">
              <a:solidFill>
                <a:srgbClr val="6A6B6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1062">
              <a:extLst>
                <a:ext uri="{FF2B5EF4-FFF2-40B4-BE49-F238E27FC236}">
                  <a16:creationId xmlns:a16="http://schemas.microsoft.com/office/drawing/2014/main" id="{93BC6165-157F-4579-A48B-40D11B9BC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817"/>
              <a:ext cx="51" cy="25"/>
            </a:xfrm>
            <a:custGeom>
              <a:avLst/>
              <a:gdLst>
                <a:gd name="T0" fmla="*/ 785 w 13"/>
                <a:gd name="T1" fmla="*/ 138 h 6"/>
                <a:gd name="T2" fmla="*/ 0 w 13"/>
                <a:gd name="T3" fmla="*/ 0 h 6"/>
                <a:gd name="T4" fmla="*/ 785 w 13"/>
                <a:gd name="T5" fmla="*/ 13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13" y="2"/>
                  </a:moveTo>
                  <a:cubicBezTo>
                    <a:pt x="9" y="4"/>
                    <a:pt x="2" y="3"/>
                    <a:pt x="0" y="0"/>
                  </a:cubicBezTo>
                  <a:cubicBezTo>
                    <a:pt x="3" y="4"/>
                    <a:pt x="6" y="6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1063">
              <a:extLst>
                <a:ext uri="{FF2B5EF4-FFF2-40B4-BE49-F238E27FC236}">
                  <a16:creationId xmlns:a16="http://schemas.microsoft.com/office/drawing/2014/main" id="{6F9EF42E-C256-4F2C-8077-1D116B4B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513"/>
              <a:ext cx="492" cy="250"/>
            </a:xfrm>
            <a:custGeom>
              <a:avLst/>
              <a:gdLst>
                <a:gd name="T0" fmla="*/ 0 w 126"/>
                <a:gd name="T1" fmla="*/ 2396 h 60"/>
                <a:gd name="T2" fmla="*/ 7501 w 126"/>
                <a:gd name="T3" fmla="*/ 0 h 60"/>
                <a:gd name="T4" fmla="*/ 0 w 126"/>
                <a:gd name="T5" fmla="*/ 2396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60">
                  <a:moveTo>
                    <a:pt x="0" y="33"/>
                  </a:moveTo>
                  <a:cubicBezTo>
                    <a:pt x="12" y="39"/>
                    <a:pt x="84" y="53"/>
                    <a:pt x="126" y="0"/>
                  </a:cubicBezTo>
                  <a:cubicBezTo>
                    <a:pt x="111" y="27"/>
                    <a:pt x="60" y="60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Soda-Cup-With-Straw">
            <a:extLst>
              <a:ext uri="{FF2B5EF4-FFF2-40B4-BE49-F238E27FC236}">
                <a16:creationId xmlns:a16="http://schemas.microsoft.com/office/drawing/2014/main" id="{A4D28902-EF4D-41E3-8D2A-3B8BB330BF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86775" y="1377950"/>
            <a:ext cx="1684338" cy="4714875"/>
            <a:chOff x="430" y="310"/>
            <a:chExt cx="856" cy="2395"/>
          </a:xfrm>
        </p:grpSpPr>
        <p:sp>
          <p:nvSpPr>
            <p:cNvPr id="32774" name="Freeform 1065">
              <a:extLst>
                <a:ext uri="{FF2B5EF4-FFF2-40B4-BE49-F238E27FC236}">
                  <a16:creationId xmlns:a16="http://schemas.microsoft.com/office/drawing/2014/main" id="{D92E08B5-7021-447B-81E0-FA5E847B7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1633"/>
              <a:ext cx="605" cy="1072"/>
            </a:xfrm>
            <a:custGeom>
              <a:avLst/>
              <a:gdLst>
                <a:gd name="T0" fmla="*/ 1738 w 242"/>
                <a:gd name="T1" fmla="*/ 1501 h 402"/>
                <a:gd name="T2" fmla="*/ 188 w 242"/>
                <a:gd name="T3" fmla="*/ 704 h 402"/>
                <a:gd name="T4" fmla="*/ 0 w 242"/>
                <a:gd name="T5" fmla="*/ 320 h 402"/>
                <a:gd name="T6" fmla="*/ 395 w 242"/>
                <a:gd name="T7" fmla="*/ 6221 h 402"/>
                <a:gd name="T8" fmla="*/ 408 w 242"/>
                <a:gd name="T9" fmla="*/ 6221 h 402"/>
                <a:gd name="T10" fmla="*/ 613 w 242"/>
                <a:gd name="T11" fmla="*/ 7019 h 402"/>
                <a:gd name="T12" fmla="*/ 1770 w 242"/>
                <a:gd name="T13" fmla="*/ 7624 h 402"/>
                <a:gd name="T14" fmla="*/ 3363 w 242"/>
                <a:gd name="T15" fmla="*/ 6259 h 402"/>
                <a:gd name="T16" fmla="*/ 3375 w 242"/>
                <a:gd name="T17" fmla="*/ 5973 h 402"/>
                <a:gd name="T18" fmla="*/ 3783 w 242"/>
                <a:gd name="T19" fmla="*/ 0 h 402"/>
                <a:gd name="T20" fmla="*/ 1738 w 242"/>
                <a:gd name="T21" fmla="*/ 1501 h 4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402">
                  <a:moveTo>
                    <a:pt x="111" y="79"/>
                  </a:moveTo>
                  <a:cubicBezTo>
                    <a:pt x="71" y="79"/>
                    <a:pt x="34" y="63"/>
                    <a:pt x="12" y="37"/>
                  </a:cubicBezTo>
                  <a:cubicBezTo>
                    <a:pt x="7" y="31"/>
                    <a:pt x="3" y="24"/>
                    <a:pt x="0" y="17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5" y="343"/>
                    <a:pt x="30" y="359"/>
                    <a:pt x="39" y="370"/>
                  </a:cubicBezTo>
                  <a:cubicBezTo>
                    <a:pt x="56" y="390"/>
                    <a:pt x="83" y="402"/>
                    <a:pt x="113" y="402"/>
                  </a:cubicBezTo>
                  <a:cubicBezTo>
                    <a:pt x="165" y="402"/>
                    <a:pt x="206" y="373"/>
                    <a:pt x="215" y="330"/>
                  </a:cubicBezTo>
                  <a:cubicBezTo>
                    <a:pt x="216" y="325"/>
                    <a:pt x="216" y="320"/>
                    <a:pt x="216" y="315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23" y="48"/>
                    <a:pt x="172" y="79"/>
                    <a:pt x="111" y="79"/>
                  </a:cubicBezTo>
                  <a:close/>
                </a:path>
              </a:pathLst>
            </a:custGeom>
            <a:solidFill>
              <a:srgbClr val="D81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1066">
              <a:extLst>
                <a:ext uri="{FF2B5EF4-FFF2-40B4-BE49-F238E27FC236}">
                  <a16:creationId xmlns:a16="http://schemas.microsoft.com/office/drawing/2014/main" id="{D289A802-E4AF-4A87-9900-5A3991E25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1633"/>
              <a:ext cx="605" cy="261"/>
            </a:xfrm>
            <a:custGeom>
              <a:avLst/>
              <a:gdLst>
                <a:gd name="T0" fmla="*/ 113 w 242"/>
                <a:gd name="T1" fmla="*/ 567 h 98"/>
                <a:gd name="T2" fmla="*/ 83 w 242"/>
                <a:gd name="T3" fmla="*/ 490 h 98"/>
                <a:gd name="T4" fmla="*/ 63 w 242"/>
                <a:gd name="T5" fmla="*/ 453 h 98"/>
                <a:gd name="T6" fmla="*/ 33 w 242"/>
                <a:gd name="T7" fmla="*/ 376 h 98"/>
                <a:gd name="T8" fmla="*/ 20 w 242"/>
                <a:gd name="T9" fmla="*/ 341 h 98"/>
                <a:gd name="T10" fmla="*/ 0 w 242"/>
                <a:gd name="T11" fmla="*/ 320 h 98"/>
                <a:gd name="T12" fmla="*/ 33 w 242"/>
                <a:gd name="T13" fmla="*/ 772 h 98"/>
                <a:gd name="T14" fmla="*/ 188 w 242"/>
                <a:gd name="T15" fmla="*/ 1079 h 98"/>
                <a:gd name="T16" fmla="*/ 1738 w 242"/>
                <a:gd name="T17" fmla="*/ 1851 h 98"/>
                <a:gd name="T18" fmla="*/ 3750 w 242"/>
                <a:gd name="T19" fmla="*/ 453 h 98"/>
                <a:gd name="T20" fmla="*/ 3783 w 242"/>
                <a:gd name="T21" fmla="*/ 0 h 98"/>
                <a:gd name="T22" fmla="*/ 3720 w 242"/>
                <a:gd name="T23" fmla="*/ 149 h 98"/>
                <a:gd name="T24" fmla="*/ 3720 w 242"/>
                <a:gd name="T25" fmla="*/ 170 h 98"/>
                <a:gd name="T26" fmla="*/ 3645 w 242"/>
                <a:gd name="T27" fmla="*/ 320 h 98"/>
                <a:gd name="T28" fmla="*/ 3645 w 242"/>
                <a:gd name="T29" fmla="*/ 320 h 98"/>
                <a:gd name="T30" fmla="*/ 3563 w 242"/>
                <a:gd name="T31" fmla="*/ 474 h 98"/>
                <a:gd name="T32" fmla="*/ 3563 w 242"/>
                <a:gd name="T33" fmla="*/ 474 h 98"/>
                <a:gd name="T34" fmla="*/ 3020 w 242"/>
                <a:gd name="T35" fmla="*/ 1057 h 98"/>
                <a:gd name="T36" fmla="*/ 3000 w 242"/>
                <a:gd name="T37" fmla="*/ 1079 h 98"/>
                <a:gd name="T38" fmla="*/ 2908 w 242"/>
                <a:gd name="T39" fmla="*/ 1148 h 98"/>
                <a:gd name="T40" fmla="*/ 2863 w 242"/>
                <a:gd name="T41" fmla="*/ 1169 h 98"/>
                <a:gd name="T42" fmla="*/ 2770 w 242"/>
                <a:gd name="T43" fmla="*/ 1228 h 98"/>
                <a:gd name="T44" fmla="*/ 2708 w 242"/>
                <a:gd name="T45" fmla="*/ 1262 h 98"/>
                <a:gd name="T46" fmla="*/ 2613 w 242"/>
                <a:gd name="T47" fmla="*/ 1305 h 98"/>
                <a:gd name="T48" fmla="*/ 2533 w 242"/>
                <a:gd name="T49" fmla="*/ 1340 h 98"/>
                <a:gd name="T50" fmla="*/ 2458 w 242"/>
                <a:gd name="T51" fmla="*/ 1361 h 98"/>
                <a:gd name="T52" fmla="*/ 2363 w 242"/>
                <a:gd name="T53" fmla="*/ 1398 h 98"/>
                <a:gd name="T54" fmla="*/ 2283 w 242"/>
                <a:gd name="T55" fmla="*/ 1420 h 98"/>
                <a:gd name="T56" fmla="*/ 2175 w 242"/>
                <a:gd name="T57" fmla="*/ 1433 h 98"/>
                <a:gd name="T58" fmla="*/ 2113 w 242"/>
                <a:gd name="T59" fmla="*/ 1454 h 98"/>
                <a:gd name="T60" fmla="*/ 1988 w 242"/>
                <a:gd name="T61" fmla="*/ 1475 h 98"/>
                <a:gd name="T62" fmla="*/ 1925 w 242"/>
                <a:gd name="T63" fmla="*/ 1475 h 98"/>
                <a:gd name="T64" fmla="*/ 1738 w 242"/>
                <a:gd name="T65" fmla="*/ 1489 h 98"/>
                <a:gd name="T66" fmla="*/ 188 w 242"/>
                <a:gd name="T67" fmla="*/ 703 h 98"/>
                <a:gd name="T68" fmla="*/ 125 w 242"/>
                <a:gd name="T69" fmla="*/ 602 h 98"/>
                <a:gd name="T70" fmla="*/ 113 w 242"/>
                <a:gd name="T71" fmla="*/ 567 h 9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42" h="98">
                  <a:moveTo>
                    <a:pt x="7" y="30"/>
                  </a:moveTo>
                  <a:cubicBezTo>
                    <a:pt x="6" y="29"/>
                    <a:pt x="6" y="28"/>
                    <a:pt x="5" y="26"/>
                  </a:cubicBezTo>
                  <a:cubicBezTo>
                    <a:pt x="4" y="26"/>
                    <a:pt x="4" y="25"/>
                    <a:pt x="4" y="24"/>
                  </a:cubicBezTo>
                  <a:cubicBezTo>
                    <a:pt x="3" y="23"/>
                    <a:pt x="3" y="22"/>
                    <a:pt x="2" y="20"/>
                  </a:cubicBezTo>
                  <a:cubicBezTo>
                    <a:pt x="2" y="20"/>
                    <a:pt x="1" y="19"/>
                    <a:pt x="1" y="18"/>
                  </a:cubicBezTo>
                  <a:cubicBezTo>
                    <a:pt x="1" y="17"/>
                    <a:pt x="1" y="17"/>
                    <a:pt x="0" y="17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5" y="47"/>
                    <a:pt x="8" y="52"/>
                    <a:pt x="12" y="57"/>
                  </a:cubicBezTo>
                  <a:cubicBezTo>
                    <a:pt x="34" y="83"/>
                    <a:pt x="71" y="98"/>
                    <a:pt x="111" y="98"/>
                  </a:cubicBezTo>
                  <a:cubicBezTo>
                    <a:pt x="170" y="98"/>
                    <a:pt x="219" y="69"/>
                    <a:pt x="240" y="24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0" y="3"/>
                    <a:pt x="239" y="5"/>
                    <a:pt x="238" y="8"/>
                  </a:cubicBezTo>
                  <a:cubicBezTo>
                    <a:pt x="238" y="8"/>
                    <a:pt x="238" y="9"/>
                    <a:pt x="238" y="9"/>
                  </a:cubicBezTo>
                  <a:cubicBezTo>
                    <a:pt x="236" y="11"/>
                    <a:pt x="235" y="14"/>
                    <a:pt x="233" y="17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1" y="20"/>
                    <a:pt x="230" y="22"/>
                    <a:pt x="228" y="25"/>
                  </a:cubicBezTo>
                  <a:cubicBezTo>
                    <a:pt x="228" y="25"/>
                    <a:pt x="228" y="25"/>
                    <a:pt x="228" y="25"/>
                  </a:cubicBezTo>
                  <a:cubicBezTo>
                    <a:pt x="218" y="37"/>
                    <a:pt x="207" y="48"/>
                    <a:pt x="193" y="56"/>
                  </a:cubicBezTo>
                  <a:cubicBezTo>
                    <a:pt x="193" y="57"/>
                    <a:pt x="192" y="57"/>
                    <a:pt x="192" y="57"/>
                  </a:cubicBezTo>
                  <a:cubicBezTo>
                    <a:pt x="190" y="58"/>
                    <a:pt x="188" y="60"/>
                    <a:pt x="186" y="61"/>
                  </a:cubicBezTo>
                  <a:cubicBezTo>
                    <a:pt x="185" y="61"/>
                    <a:pt x="184" y="62"/>
                    <a:pt x="183" y="62"/>
                  </a:cubicBezTo>
                  <a:cubicBezTo>
                    <a:pt x="181" y="63"/>
                    <a:pt x="179" y="64"/>
                    <a:pt x="177" y="65"/>
                  </a:cubicBezTo>
                  <a:cubicBezTo>
                    <a:pt x="176" y="66"/>
                    <a:pt x="174" y="66"/>
                    <a:pt x="173" y="67"/>
                  </a:cubicBezTo>
                  <a:cubicBezTo>
                    <a:pt x="171" y="68"/>
                    <a:pt x="169" y="68"/>
                    <a:pt x="167" y="69"/>
                  </a:cubicBezTo>
                  <a:cubicBezTo>
                    <a:pt x="166" y="70"/>
                    <a:pt x="164" y="70"/>
                    <a:pt x="162" y="71"/>
                  </a:cubicBezTo>
                  <a:cubicBezTo>
                    <a:pt x="160" y="71"/>
                    <a:pt x="159" y="72"/>
                    <a:pt x="157" y="72"/>
                  </a:cubicBezTo>
                  <a:cubicBezTo>
                    <a:pt x="155" y="73"/>
                    <a:pt x="153" y="73"/>
                    <a:pt x="151" y="74"/>
                  </a:cubicBezTo>
                  <a:cubicBezTo>
                    <a:pt x="149" y="74"/>
                    <a:pt x="148" y="75"/>
                    <a:pt x="146" y="75"/>
                  </a:cubicBezTo>
                  <a:cubicBezTo>
                    <a:pt x="144" y="76"/>
                    <a:pt x="142" y="76"/>
                    <a:pt x="139" y="76"/>
                  </a:cubicBezTo>
                  <a:cubicBezTo>
                    <a:pt x="138" y="77"/>
                    <a:pt x="136" y="77"/>
                    <a:pt x="135" y="77"/>
                  </a:cubicBezTo>
                  <a:cubicBezTo>
                    <a:pt x="132" y="77"/>
                    <a:pt x="130" y="78"/>
                    <a:pt x="127" y="78"/>
                  </a:cubicBezTo>
                  <a:cubicBezTo>
                    <a:pt x="126" y="78"/>
                    <a:pt x="124" y="78"/>
                    <a:pt x="123" y="78"/>
                  </a:cubicBezTo>
                  <a:cubicBezTo>
                    <a:pt x="119" y="79"/>
                    <a:pt x="115" y="79"/>
                    <a:pt x="111" y="79"/>
                  </a:cubicBezTo>
                  <a:cubicBezTo>
                    <a:pt x="71" y="79"/>
                    <a:pt x="34" y="63"/>
                    <a:pt x="12" y="37"/>
                  </a:cubicBezTo>
                  <a:cubicBezTo>
                    <a:pt x="11" y="35"/>
                    <a:pt x="9" y="34"/>
                    <a:pt x="8" y="32"/>
                  </a:cubicBezTo>
                  <a:cubicBezTo>
                    <a:pt x="8" y="31"/>
                    <a:pt x="7" y="31"/>
                    <a:pt x="7" y="30"/>
                  </a:cubicBezTo>
                  <a:close/>
                </a:path>
              </a:pathLst>
            </a:custGeom>
            <a:solidFill>
              <a:srgbClr val="BF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1067">
              <a:extLst>
                <a:ext uri="{FF2B5EF4-FFF2-40B4-BE49-F238E27FC236}">
                  <a16:creationId xmlns:a16="http://schemas.microsoft.com/office/drawing/2014/main" id="{BE78BCE6-E57E-4576-B305-AABAEC04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374"/>
              <a:ext cx="490" cy="331"/>
            </a:xfrm>
            <a:custGeom>
              <a:avLst/>
              <a:gdLst>
                <a:gd name="T0" fmla="*/ 3050 w 196"/>
                <a:gd name="T1" fmla="*/ 0 h 124"/>
                <a:gd name="T2" fmla="*/ 3033 w 196"/>
                <a:gd name="T3" fmla="*/ 286 h 124"/>
                <a:gd name="T4" fmla="*/ 1408 w 196"/>
                <a:gd name="T5" fmla="*/ 1695 h 124"/>
                <a:gd name="T6" fmla="*/ 238 w 196"/>
                <a:gd name="T7" fmla="*/ 1084 h 124"/>
                <a:gd name="T8" fmla="*/ 0 w 196"/>
                <a:gd name="T9" fmla="*/ 248 h 124"/>
                <a:gd name="T10" fmla="*/ 0 w 196"/>
                <a:gd name="T11" fmla="*/ 248 h 124"/>
                <a:gd name="T12" fmla="*/ 33 w 196"/>
                <a:gd name="T13" fmla="*/ 948 h 124"/>
                <a:gd name="T14" fmla="*/ 50 w 196"/>
                <a:gd name="T15" fmla="*/ 948 h 124"/>
                <a:gd name="T16" fmla="*/ 250 w 196"/>
                <a:gd name="T17" fmla="*/ 1754 h 124"/>
                <a:gd name="T18" fmla="*/ 1408 w 196"/>
                <a:gd name="T19" fmla="*/ 2360 h 124"/>
                <a:gd name="T20" fmla="*/ 3000 w 196"/>
                <a:gd name="T21" fmla="*/ 990 h 124"/>
                <a:gd name="T22" fmla="*/ 3020 w 196"/>
                <a:gd name="T23" fmla="*/ 705 h 124"/>
                <a:gd name="T24" fmla="*/ 3050 w 196"/>
                <a:gd name="T25" fmla="*/ 0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6" h="124">
                  <a:moveTo>
                    <a:pt x="195" y="0"/>
                  </a:moveTo>
                  <a:cubicBezTo>
                    <a:pt x="196" y="5"/>
                    <a:pt x="195" y="10"/>
                    <a:pt x="194" y="15"/>
                  </a:cubicBezTo>
                  <a:cubicBezTo>
                    <a:pt x="185" y="59"/>
                    <a:pt x="143" y="89"/>
                    <a:pt x="90" y="89"/>
                  </a:cubicBezTo>
                  <a:cubicBezTo>
                    <a:pt x="59" y="89"/>
                    <a:pt x="31" y="77"/>
                    <a:pt x="15" y="57"/>
                  </a:cubicBezTo>
                  <a:cubicBezTo>
                    <a:pt x="5" y="45"/>
                    <a:pt x="0" y="2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65"/>
                    <a:pt x="7" y="81"/>
                    <a:pt x="16" y="92"/>
                  </a:cubicBezTo>
                  <a:cubicBezTo>
                    <a:pt x="33" y="112"/>
                    <a:pt x="60" y="124"/>
                    <a:pt x="90" y="124"/>
                  </a:cubicBezTo>
                  <a:cubicBezTo>
                    <a:pt x="142" y="124"/>
                    <a:pt x="183" y="95"/>
                    <a:pt x="192" y="52"/>
                  </a:cubicBezTo>
                  <a:cubicBezTo>
                    <a:pt x="193" y="47"/>
                    <a:pt x="193" y="42"/>
                    <a:pt x="193" y="37"/>
                  </a:cubicBezTo>
                  <a:lnTo>
                    <a:pt x="195" y="0"/>
                  </a:lnTo>
                  <a:close/>
                </a:path>
              </a:pathLst>
            </a:custGeom>
            <a:solidFill>
              <a:srgbClr val="FAD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068">
              <a:extLst>
                <a:ext uri="{FF2B5EF4-FFF2-40B4-BE49-F238E27FC236}">
                  <a16:creationId xmlns:a16="http://schemas.microsoft.com/office/drawing/2014/main" id="{0DE32275-F991-4E84-A862-567F799D7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286"/>
              <a:ext cx="655" cy="558"/>
            </a:xfrm>
            <a:custGeom>
              <a:avLst/>
              <a:gdLst>
                <a:gd name="T0" fmla="*/ 83 w 262"/>
                <a:gd name="T1" fmla="*/ 1789 h 209"/>
                <a:gd name="T2" fmla="*/ 345 w 262"/>
                <a:gd name="T3" fmla="*/ 3180 h 209"/>
                <a:gd name="T4" fmla="*/ 1895 w 262"/>
                <a:gd name="T5" fmla="*/ 3978 h 209"/>
                <a:gd name="T6" fmla="*/ 4020 w 262"/>
                <a:gd name="T7" fmla="*/ 2131 h 209"/>
                <a:gd name="T8" fmla="*/ 3738 w 262"/>
                <a:gd name="T9" fmla="*/ 820 h 209"/>
                <a:gd name="T10" fmla="*/ 2220 w 262"/>
                <a:gd name="T11" fmla="*/ 0 h 209"/>
                <a:gd name="T12" fmla="*/ 83 w 262"/>
                <a:gd name="T13" fmla="*/ 1789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209">
                  <a:moveTo>
                    <a:pt x="5" y="94"/>
                  </a:moveTo>
                  <a:cubicBezTo>
                    <a:pt x="0" y="116"/>
                    <a:pt x="6" y="148"/>
                    <a:pt x="22" y="167"/>
                  </a:cubicBezTo>
                  <a:cubicBezTo>
                    <a:pt x="44" y="193"/>
                    <a:pt x="81" y="209"/>
                    <a:pt x="121" y="209"/>
                  </a:cubicBezTo>
                  <a:cubicBezTo>
                    <a:pt x="190" y="209"/>
                    <a:pt x="244" y="170"/>
                    <a:pt x="257" y="112"/>
                  </a:cubicBezTo>
                  <a:cubicBezTo>
                    <a:pt x="262" y="88"/>
                    <a:pt x="256" y="64"/>
                    <a:pt x="239" y="43"/>
                  </a:cubicBezTo>
                  <a:cubicBezTo>
                    <a:pt x="217" y="16"/>
                    <a:pt x="181" y="0"/>
                    <a:pt x="142" y="0"/>
                  </a:cubicBezTo>
                  <a:cubicBezTo>
                    <a:pt x="72" y="0"/>
                    <a:pt x="16" y="33"/>
                    <a:pt x="5" y="94"/>
                  </a:cubicBezTo>
                  <a:close/>
                </a:path>
              </a:pathLst>
            </a:custGeom>
            <a:solidFill>
              <a:srgbClr val="DC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069">
              <a:extLst>
                <a:ext uri="{FF2B5EF4-FFF2-40B4-BE49-F238E27FC236}">
                  <a16:creationId xmlns:a16="http://schemas.microsoft.com/office/drawing/2014/main" id="{B1630861-3AB2-4830-8B9F-5A007DE25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364"/>
              <a:ext cx="405" cy="346"/>
            </a:xfrm>
            <a:custGeom>
              <a:avLst/>
              <a:gdLst>
                <a:gd name="T0" fmla="*/ 50 w 162"/>
                <a:gd name="T1" fmla="*/ 1091 h 130"/>
                <a:gd name="T2" fmla="*/ 208 w 162"/>
                <a:gd name="T3" fmla="*/ 1962 h 130"/>
                <a:gd name="T4" fmla="*/ 1175 w 162"/>
                <a:gd name="T5" fmla="*/ 2451 h 130"/>
                <a:gd name="T6" fmla="*/ 2488 w 162"/>
                <a:gd name="T7" fmla="*/ 1317 h 130"/>
                <a:gd name="T8" fmla="*/ 2313 w 162"/>
                <a:gd name="T9" fmla="*/ 511 h 130"/>
                <a:gd name="T10" fmla="*/ 1375 w 162"/>
                <a:gd name="T11" fmla="*/ 0 h 130"/>
                <a:gd name="T12" fmla="*/ 50 w 162"/>
                <a:gd name="T13" fmla="*/ 1091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30">
                  <a:moveTo>
                    <a:pt x="3" y="58"/>
                  </a:moveTo>
                  <a:cubicBezTo>
                    <a:pt x="0" y="72"/>
                    <a:pt x="1" y="89"/>
                    <a:pt x="13" y="104"/>
                  </a:cubicBezTo>
                  <a:cubicBezTo>
                    <a:pt x="27" y="120"/>
                    <a:pt x="50" y="130"/>
                    <a:pt x="75" y="130"/>
                  </a:cubicBezTo>
                  <a:cubicBezTo>
                    <a:pt x="117" y="130"/>
                    <a:pt x="151" y="106"/>
                    <a:pt x="159" y="70"/>
                  </a:cubicBezTo>
                  <a:cubicBezTo>
                    <a:pt x="162" y="55"/>
                    <a:pt x="158" y="40"/>
                    <a:pt x="148" y="27"/>
                  </a:cubicBezTo>
                  <a:cubicBezTo>
                    <a:pt x="134" y="10"/>
                    <a:pt x="112" y="0"/>
                    <a:pt x="88" y="0"/>
                  </a:cubicBezTo>
                  <a:cubicBezTo>
                    <a:pt x="45" y="0"/>
                    <a:pt x="10" y="21"/>
                    <a:pt x="3" y="58"/>
                  </a:cubicBezTo>
                  <a:close/>
                </a:path>
              </a:pathLst>
            </a:custGeom>
            <a:solidFill>
              <a:srgbClr val="B5D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070">
              <a:extLst>
                <a:ext uri="{FF2B5EF4-FFF2-40B4-BE49-F238E27FC236}">
                  <a16:creationId xmlns:a16="http://schemas.microsoft.com/office/drawing/2014/main" id="{2579C5A6-D2FB-43B5-B04A-2C47177A5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481"/>
              <a:ext cx="395" cy="229"/>
            </a:xfrm>
            <a:custGeom>
              <a:avLst/>
              <a:gdLst>
                <a:gd name="T0" fmla="*/ 2458 w 158"/>
                <a:gd name="T1" fmla="*/ 490 h 86"/>
                <a:gd name="T2" fmla="*/ 2470 w 158"/>
                <a:gd name="T3" fmla="*/ 397 h 86"/>
                <a:gd name="T4" fmla="*/ 1395 w 158"/>
                <a:gd name="T5" fmla="*/ 0 h 86"/>
                <a:gd name="T6" fmla="*/ 0 w 158"/>
                <a:gd name="T7" fmla="*/ 511 h 86"/>
                <a:gd name="T8" fmla="*/ 175 w 158"/>
                <a:gd name="T9" fmla="*/ 1134 h 86"/>
                <a:gd name="T10" fmla="*/ 1145 w 158"/>
                <a:gd name="T11" fmla="*/ 1624 h 86"/>
                <a:gd name="T12" fmla="*/ 2458 w 158"/>
                <a:gd name="T13" fmla="*/ 49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86">
                  <a:moveTo>
                    <a:pt x="157" y="26"/>
                  </a:moveTo>
                  <a:cubicBezTo>
                    <a:pt x="157" y="24"/>
                    <a:pt x="157" y="23"/>
                    <a:pt x="158" y="21"/>
                  </a:cubicBezTo>
                  <a:cubicBezTo>
                    <a:pt x="139" y="8"/>
                    <a:pt x="114" y="0"/>
                    <a:pt x="89" y="0"/>
                  </a:cubicBezTo>
                  <a:cubicBezTo>
                    <a:pt x="54" y="0"/>
                    <a:pt x="22" y="10"/>
                    <a:pt x="0" y="27"/>
                  </a:cubicBezTo>
                  <a:cubicBezTo>
                    <a:pt x="0" y="38"/>
                    <a:pt x="3" y="49"/>
                    <a:pt x="11" y="60"/>
                  </a:cubicBezTo>
                  <a:cubicBezTo>
                    <a:pt x="25" y="76"/>
                    <a:pt x="48" y="86"/>
                    <a:pt x="73" y="86"/>
                  </a:cubicBezTo>
                  <a:cubicBezTo>
                    <a:pt x="115" y="86"/>
                    <a:pt x="149" y="62"/>
                    <a:pt x="157" y="26"/>
                  </a:cubicBezTo>
                  <a:close/>
                </a:path>
              </a:pathLst>
            </a:custGeom>
            <a:solidFill>
              <a:srgbClr val="BD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071">
              <a:extLst>
                <a:ext uri="{FF2B5EF4-FFF2-40B4-BE49-F238E27FC236}">
                  <a16:creationId xmlns:a16="http://schemas.microsoft.com/office/drawing/2014/main" id="{A53C66D0-BB6C-4494-97A1-51CDBE9BC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569"/>
              <a:ext cx="60" cy="123"/>
            </a:xfrm>
            <a:custGeom>
              <a:avLst/>
              <a:gdLst>
                <a:gd name="T0" fmla="*/ 113 w 24"/>
                <a:gd name="T1" fmla="*/ 880 h 46"/>
                <a:gd name="T2" fmla="*/ 270 w 24"/>
                <a:gd name="T3" fmla="*/ 824 h 46"/>
                <a:gd name="T4" fmla="*/ 375 w 24"/>
                <a:gd name="T5" fmla="*/ 0 h 46"/>
                <a:gd name="T6" fmla="*/ 220 w 24"/>
                <a:gd name="T7" fmla="*/ 35 h 46"/>
                <a:gd name="T8" fmla="*/ 113 w 24"/>
                <a:gd name="T9" fmla="*/ 21 h 46"/>
                <a:gd name="T10" fmla="*/ 0 w 24"/>
                <a:gd name="T11" fmla="*/ 858 h 46"/>
                <a:gd name="T12" fmla="*/ 113 w 24"/>
                <a:gd name="T13" fmla="*/ 8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6">
                  <a:moveTo>
                    <a:pt x="7" y="46"/>
                  </a:moveTo>
                  <a:cubicBezTo>
                    <a:pt x="11" y="46"/>
                    <a:pt x="14" y="45"/>
                    <a:pt x="17" y="43"/>
                  </a:cubicBezTo>
                  <a:cubicBezTo>
                    <a:pt x="20" y="28"/>
                    <a:pt x="22" y="14"/>
                    <a:pt x="24" y="0"/>
                  </a:cubicBezTo>
                  <a:cubicBezTo>
                    <a:pt x="21" y="2"/>
                    <a:pt x="18" y="2"/>
                    <a:pt x="14" y="2"/>
                  </a:cubicBezTo>
                  <a:cubicBezTo>
                    <a:pt x="12" y="2"/>
                    <a:pt x="9" y="2"/>
                    <a:pt x="7" y="1"/>
                  </a:cubicBezTo>
                  <a:cubicBezTo>
                    <a:pt x="4" y="15"/>
                    <a:pt x="2" y="29"/>
                    <a:pt x="0" y="45"/>
                  </a:cubicBezTo>
                  <a:cubicBezTo>
                    <a:pt x="2" y="45"/>
                    <a:pt x="4" y="46"/>
                    <a:pt x="7" y="46"/>
                  </a:cubicBezTo>
                  <a:close/>
                </a:path>
              </a:pathLst>
            </a:custGeom>
            <a:solidFill>
              <a:srgbClr val="BF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072">
              <a:extLst>
                <a:ext uri="{FF2B5EF4-FFF2-40B4-BE49-F238E27FC236}">
                  <a16:creationId xmlns:a16="http://schemas.microsoft.com/office/drawing/2014/main" id="{719D9B0C-2575-4A47-8012-0DBA243B7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473"/>
              <a:ext cx="430" cy="267"/>
            </a:xfrm>
            <a:custGeom>
              <a:avLst/>
              <a:gdLst>
                <a:gd name="T0" fmla="*/ 2488 w 172"/>
                <a:gd name="T1" fmla="*/ 21 h 100"/>
                <a:gd name="T2" fmla="*/ 2470 w 172"/>
                <a:gd name="T3" fmla="*/ 0 h 100"/>
                <a:gd name="T4" fmla="*/ 2520 w 172"/>
                <a:gd name="T5" fmla="*/ 550 h 100"/>
                <a:gd name="T6" fmla="*/ 1208 w 172"/>
                <a:gd name="T7" fmla="*/ 1695 h 100"/>
                <a:gd name="T8" fmla="*/ 238 w 172"/>
                <a:gd name="T9" fmla="*/ 1199 h 100"/>
                <a:gd name="T10" fmla="*/ 83 w 172"/>
                <a:gd name="T11" fmla="*/ 320 h 100"/>
                <a:gd name="T12" fmla="*/ 113 w 172"/>
                <a:gd name="T13" fmla="*/ 150 h 100"/>
                <a:gd name="T14" fmla="*/ 20 w 172"/>
                <a:gd name="T15" fmla="*/ 662 h 100"/>
                <a:gd name="T16" fmla="*/ 520 w 172"/>
                <a:gd name="T17" fmla="*/ 1733 h 100"/>
                <a:gd name="T18" fmla="*/ 1208 w 172"/>
                <a:gd name="T19" fmla="*/ 1904 h 100"/>
                <a:gd name="T20" fmla="*/ 2533 w 172"/>
                <a:gd name="T21" fmla="*/ 956 h 100"/>
                <a:gd name="T22" fmla="*/ 2488 w 172"/>
                <a:gd name="T23" fmla="*/ 21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2" h="100">
                  <a:moveTo>
                    <a:pt x="159" y="1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62" y="9"/>
                    <a:pt x="163" y="19"/>
                    <a:pt x="161" y="29"/>
                  </a:cubicBezTo>
                  <a:cubicBezTo>
                    <a:pt x="153" y="65"/>
                    <a:pt x="119" y="89"/>
                    <a:pt x="77" y="89"/>
                  </a:cubicBezTo>
                  <a:cubicBezTo>
                    <a:pt x="52" y="89"/>
                    <a:pt x="29" y="79"/>
                    <a:pt x="15" y="63"/>
                  </a:cubicBezTo>
                  <a:cubicBezTo>
                    <a:pt x="3" y="48"/>
                    <a:pt x="2" y="31"/>
                    <a:pt x="5" y="17"/>
                  </a:cubicBezTo>
                  <a:cubicBezTo>
                    <a:pt x="5" y="14"/>
                    <a:pt x="6" y="11"/>
                    <a:pt x="7" y="8"/>
                  </a:cubicBezTo>
                  <a:cubicBezTo>
                    <a:pt x="5" y="12"/>
                    <a:pt x="1" y="23"/>
                    <a:pt x="1" y="35"/>
                  </a:cubicBezTo>
                  <a:cubicBezTo>
                    <a:pt x="0" y="46"/>
                    <a:pt x="6" y="75"/>
                    <a:pt x="33" y="91"/>
                  </a:cubicBezTo>
                  <a:cubicBezTo>
                    <a:pt x="46" y="98"/>
                    <a:pt x="61" y="100"/>
                    <a:pt x="77" y="100"/>
                  </a:cubicBezTo>
                  <a:cubicBezTo>
                    <a:pt x="113" y="100"/>
                    <a:pt x="149" y="80"/>
                    <a:pt x="162" y="50"/>
                  </a:cubicBezTo>
                  <a:cubicBezTo>
                    <a:pt x="172" y="23"/>
                    <a:pt x="159" y="1"/>
                    <a:pt x="159" y="1"/>
                  </a:cubicBezTo>
                  <a:close/>
                </a:path>
              </a:pathLst>
            </a:custGeom>
            <a:solidFill>
              <a:srgbClr val="73A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073">
              <a:extLst>
                <a:ext uri="{FF2B5EF4-FFF2-40B4-BE49-F238E27FC236}">
                  <a16:creationId xmlns:a16="http://schemas.microsoft.com/office/drawing/2014/main" id="{EFED8D69-5D9F-4206-B74E-D145570E8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545"/>
              <a:ext cx="573" cy="299"/>
            </a:xfrm>
            <a:custGeom>
              <a:avLst/>
              <a:gdLst>
                <a:gd name="T0" fmla="*/ 3350 w 229"/>
                <a:gd name="T1" fmla="*/ 307 h 112"/>
                <a:gd name="T2" fmla="*/ 3088 w 229"/>
                <a:gd name="T3" fmla="*/ 0 h 112"/>
                <a:gd name="T4" fmla="*/ 3038 w 229"/>
                <a:gd name="T5" fmla="*/ 435 h 112"/>
                <a:gd name="T6" fmla="*/ 1709 w 229"/>
                <a:gd name="T7" fmla="*/ 1391 h 112"/>
                <a:gd name="T8" fmla="*/ 1021 w 229"/>
                <a:gd name="T9" fmla="*/ 1220 h 112"/>
                <a:gd name="T10" fmla="*/ 520 w 229"/>
                <a:gd name="T11" fmla="*/ 150 h 112"/>
                <a:gd name="T12" fmla="*/ 520 w 229"/>
                <a:gd name="T13" fmla="*/ 115 h 112"/>
                <a:gd name="T14" fmla="*/ 0 w 229"/>
                <a:gd name="T15" fmla="*/ 1161 h 112"/>
                <a:gd name="T16" fmla="*/ 95 w 229"/>
                <a:gd name="T17" fmla="*/ 1332 h 112"/>
                <a:gd name="T18" fmla="*/ 1646 w 229"/>
                <a:gd name="T19" fmla="*/ 2130 h 112"/>
                <a:gd name="T20" fmla="*/ 3588 w 229"/>
                <a:gd name="T21" fmla="*/ 876 h 112"/>
                <a:gd name="T22" fmla="*/ 3350 w 229"/>
                <a:gd name="T23" fmla="*/ 307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9" h="112">
                  <a:moveTo>
                    <a:pt x="214" y="16"/>
                  </a:moveTo>
                  <a:cubicBezTo>
                    <a:pt x="209" y="10"/>
                    <a:pt x="203" y="5"/>
                    <a:pt x="197" y="0"/>
                  </a:cubicBezTo>
                  <a:cubicBezTo>
                    <a:pt x="197" y="7"/>
                    <a:pt x="197" y="15"/>
                    <a:pt x="194" y="23"/>
                  </a:cubicBezTo>
                  <a:cubicBezTo>
                    <a:pt x="181" y="53"/>
                    <a:pt x="145" y="73"/>
                    <a:pt x="109" y="73"/>
                  </a:cubicBezTo>
                  <a:cubicBezTo>
                    <a:pt x="93" y="73"/>
                    <a:pt x="78" y="71"/>
                    <a:pt x="65" y="64"/>
                  </a:cubicBezTo>
                  <a:cubicBezTo>
                    <a:pt x="38" y="48"/>
                    <a:pt x="32" y="19"/>
                    <a:pt x="33" y="8"/>
                  </a:cubicBezTo>
                  <a:cubicBezTo>
                    <a:pt x="33" y="7"/>
                    <a:pt x="33" y="7"/>
                    <a:pt x="33" y="6"/>
                  </a:cubicBezTo>
                  <a:cubicBezTo>
                    <a:pt x="16" y="20"/>
                    <a:pt x="5" y="38"/>
                    <a:pt x="0" y="61"/>
                  </a:cubicBezTo>
                  <a:cubicBezTo>
                    <a:pt x="2" y="64"/>
                    <a:pt x="4" y="67"/>
                    <a:pt x="6" y="70"/>
                  </a:cubicBezTo>
                  <a:cubicBezTo>
                    <a:pt x="28" y="96"/>
                    <a:pt x="65" y="112"/>
                    <a:pt x="105" y="112"/>
                  </a:cubicBezTo>
                  <a:cubicBezTo>
                    <a:pt x="160" y="112"/>
                    <a:pt x="207" y="86"/>
                    <a:pt x="229" y="46"/>
                  </a:cubicBezTo>
                  <a:cubicBezTo>
                    <a:pt x="226" y="36"/>
                    <a:pt x="221" y="25"/>
                    <a:pt x="214" y="16"/>
                  </a:cubicBezTo>
                  <a:close/>
                </a:path>
              </a:pathLst>
            </a:custGeom>
            <a:solidFill>
              <a:srgbClr val="7B7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074">
              <a:extLst>
                <a:ext uri="{FF2B5EF4-FFF2-40B4-BE49-F238E27FC236}">
                  <a16:creationId xmlns:a16="http://schemas.microsoft.com/office/drawing/2014/main" id="{654869CF-4E4F-4627-9969-2F6D3444F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537"/>
              <a:ext cx="413" cy="203"/>
            </a:xfrm>
            <a:custGeom>
              <a:avLst/>
              <a:gdLst>
                <a:gd name="T0" fmla="*/ 2538 w 165"/>
                <a:gd name="T1" fmla="*/ 491 h 76"/>
                <a:gd name="T2" fmla="*/ 2588 w 165"/>
                <a:gd name="T3" fmla="*/ 56 h 76"/>
                <a:gd name="T4" fmla="*/ 2538 w 165"/>
                <a:gd name="T5" fmla="*/ 0 h 76"/>
                <a:gd name="T6" fmla="*/ 2526 w 165"/>
                <a:gd name="T7" fmla="*/ 93 h 76"/>
                <a:gd name="T8" fmla="*/ 1209 w 165"/>
                <a:gd name="T9" fmla="*/ 1242 h 76"/>
                <a:gd name="T10" fmla="*/ 238 w 165"/>
                <a:gd name="T11" fmla="*/ 743 h 76"/>
                <a:gd name="T12" fmla="*/ 63 w 165"/>
                <a:gd name="T13" fmla="*/ 115 h 76"/>
                <a:gd name="T14" fmla="*/ 20 w 165"/>
                <a:gd name="T15" fmla="*/ 171 h 76"/>
                <a:gd name="T16" fmla="*/ 20 w 165"/>
                <a:gd name="T17" fmla="*/ 206 h 76"/>
                <a:gd name="T18" fmla="*/ 521 w 165"/>
                <a:gd name="T19" fmla="*/ 1277 h 76"/>
                <a:gd name="T20" fmla="*/ 1209 w 165"/>
                <a:gd name="T21" fmla="*/ 1448 h 76"/>
                <a:gd name="T22" fmla="*/ 2538 w 165"/>
                <a:gd name="T23" fmla="*/ 491 h 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5" h="76">
                  <a:moveTo>
                    <a:pt x="162" y="26"/>
                  </a:moveTo>
                  <a:cubicBezTo>
                    <a:pt x="165" y="18"/>
                    <a:pt x="165" y="10"/>
                    <a:pt x="165" y="3"/>
                  </a:cubicBezTo>
                  <a:cubicBezTo>
                    <a:pt x="164" y="2"/>
                    <a:pt x="163" y="1"/>
                    <a:pt x="162" y="0"/>
                  </a:cubicBezTo>
                  <a:cubicBezTo>
                    <a:pt x="161" y="2"/>
                    <a:pt x="161" y="3"/>
                    <a:pt x="161" y="5"/>
                  </a:cubicBezTo>
                  <a:cubicBezTo>
                    <a:pt x="153" y="41"/>
                    <a:pt x="119" y="65"/>
                    <a:pt x="77" y="65"/>
                  </a:cubicBezTo>
                  <a:cubicBezTo>
                    <a:pt x="52" y="65"/>
                    <a:pt x="29" y="55"/>
                    <a:pt x="15" y="39"/>
                  </a:cubicBezTo>
                  <a:cubicBezTo>
                    <a:pt x="7" y="28"/>
                    <a:pt x="4" y="17"/>
                    <a:pt x="4" y="6"/>
                  </a:cubicBezTo>
                  <a:cubicBezTo>
                    <a:pt x="3" y="7"/>
                    <a:pt x="2" y="8"/>
                    <a:pt x="1" y="9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22"/>
                    <a:pt x="6" y="51"/>
                    <a:pt x="33" y="67"/>
                  </a:cubicBezTo>
                  <a:cubicBezTo>
                    <a:pt x="46" y="74"/>
                    <a:pt x="61" y="76"/>
                    <a:pt x="77" y="76"/>
                  </a:cubicBezTo>
                  <a:cubicBezTo>
                    <a:pt x="113" y="76"/>
                    <a:pt x="149" y="56"/>
                    <a:pt x="162" y="26"/>
                  </a:cubicBezTo>
                  <a:close/>
                </a:path>
              </a:pathLst>
            </a:custGeom>
            <a:solidFill>
              <a:srgbClr val="9092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075">
              <a:extLst>
                <a:ext uri="{FF2B5EF4-FFF2-40B4-BE49-F238E27FC236}">
                  <a16:creationId xmlns:a16="http://schemas.microsoft.com/office/drawing/2014/main" id="{4365B04B-0D04-4904-B753-94DEB9E10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497"/>
              <a:ext cx="90" cy="77"/>
            </a:xfrm>
            <a:custGeom>
              <a:avLst/>
              <a:gdLst>
                <a:gd name="T0" fmla="*/ 0 w 36"/>
                <a:gd name="T1" fmla="*/ 247 h 29"/>
                <a:gd name="T2" fmla="*/ 50 w 36"/>
                <a:gd name="T3" fmla="*/ 451 h 29"/>
                <a:gd name="T4" fmla="*/ 250 w 36"/>
                <a:gd name="T5" fmla="*/ 542 h 29"/>
                <a:gd name="T6" fmla="*/ 550 w 36"/>
                <a:gd name="T7" fmla="*/ 297 h 29"/>
                <a:gd name="T8" fmla="*/ 520 w 36"/>
                <a:gd name="T9" fmla="*/ 112 h 29"/>
                <a:gd name="T10" fmla="*/ 300 w 36"/>
                <a:gd name="T11" fmla="*/ 0 h 29"/>
                <a:gd name="T12" fmla="*/ 0 w 36"/>
                <a:gd name="T13" fmla="*/ 24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9">
                  <a:moveTo>
                    <a:pt x="0" y="13"/>
                  </a:moveTo>
                  <a:cubicBezTo>
                    <a:pt x="0" y="17"/>
                    <a:pt x="0" y="21"/>
                    <a:pt x="3" y="24"/>
                  </a:cubicBezTo>
                  <a:cubicBezTo>
                    <a:pt x="6" y="27"/>
                    <a:pt x="11" y="29"/>
                    <a:pt x="16" y="29"/>
                  </a:cubicBezTo>
                  <a:cubicBezTo>
                    <a:pt x="26" y="29"/>
                    <a:pt x="34" y="24"/>
                    <a:pt x="35" y="16"/>
                  </a:cubicBezTo>
                  <a:cubicBezTo>
                    <a:pt x="36" y="13"/>
                    <a:pt x="35" y="9"/>
                    <a:pt x="33" y="6"/>
                  </a:cubicBezTo>
                  <a:cubicBezTo>
                    <a:pt x="30" y="3"/>
                    <a:pt x="25" y="0"/>
                    <a:pt x="19" y="0"/>
                  </a:cubicBezTo>
                  <a:cubicBezTo>
                    <a:pt x="10" y="0"/>
                    <a:pt x="2" y="5"/>
                    <a:pt x="0" y="13"/>
                  </a:cubicBezTo>
                  <a:close/>
                </a:path>
              </a:pathLst>
            </a:custGeom>
            <a:solidFill>
              <a:srgbClr val="569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076">
              <a:extLst>
                <a:ext uri="{FF2B5EF4-FFF2-40B4-BE49-F238E27FC236}">
                  <a16:creationId xmlns:a16="http://schemas.microsoft.com/office/drawing/2014/main" id="{E452EFED-E21E-4131-9829-F484EC93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588"/>
              <a:ext cx="643" cy="277"/>
            </a:xfrm>
            <a:custGeom>
              <a:avLst/>
              <a:gdLst>
                <a:gd name="T0" fmla="*/ 4026 w 257"/>
                <a:gd name="T1" fmla="*/ 149 h 104"/>
                <a:gd name="T2" fmla="*/ 1929 w 257"/>
                <a:gd name="T3" fmla="*/ 1816 h 104"/>
                <a:gd name="T4" fmla="*/ 375 w 257"/>
                <a:gd name="T5" fmla="*/ 1023 h 104"/>
                <a:gd name="T6" fmla="*/ 83 w 257"/>
                <a:gd name="T7" fmla="*/ 0 h 104"/>
                <a:gd name="T8" fmla="*/ 300 w 257"/>
                <a:gd name="T9" fmla="*/ 1036 h 104"/>
                <a:gd name="T10" fmla="*/ 1929 w 257"/>
                <a:gd name="T11" fmla="*/ 1966 h 104"/>
                <a:gd name="T12" fmla="*/ 4026 w 257"/>
                <a:gd name="T13" fmla="*/ 170 h 104"/>
                <a:gd name="T14" fmla="*/ 4026 w 257"/>
                <a:gd name="T15" fmla="*/ 149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104">
                  <a:moveTo>
                    <a:pt x="257" y="8"/>
                  </a:moveTo>
                  <a:cubicBezTo>
                    <a:pt x="241" y="61"/>
                    <a:pt x="188" y="96"/>
                    <a:pt x="123" y="96"/>
                  </a:cubicBezTo>
                  <a:cubicBezTo>
                    <a:pt x="83" y="96"/>
                    <a:pt x="46" y="80"/>
                    <a:pt x="24" y="54"/>
                  </a:cubicBezTo>
                  <a:cubicBezTo>
                    <a:pt x="13" y="40"/>
                    <a:pt x="6" y="19"/>
                    <a:pt x="5" y="0"/>
                  </a:cubicBezTo>
                  <a:cubicBezTo>
                    <a:pt x="5" y="0"/>
                    <a:pt x="0" y="27"/>
                    <a:pt x="19" y="55"/>
                  </a:cubicBezTo>
                  <a:cubicBezTo>
                    <a:pt x="42" y="83"/>
                    <a:pt x="81" y="104"/>
                    <a:pt x="123" y="104"/>
                  </a:cubicBezTo>
                  <a:cubicBezTo>
                    <a:pt x="188" y="104"/>
                    <a:pt x="250" y="64"/>
                    <a:pt x="257" y="9"/>
                  </a:cubicBezTo>
                  <a:cubicBezTo>
                    <a:pt x="257" y="9"/>
                    <a:pt x="257" y="7"/>
                    <a:pt x="25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077">
              <a:extLst>
                <a:ext uri="{FF2B5EF4-FFF2-40B4-BE49-F238E27FC236}">
                  <a16:creationId xmlns:a16="http://schemas.microsoft.com/office/drawing/2014/main" id="{506A3949-69D9-4892-89DD-6C4BFB1FD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537"/>
              <a:ext cx="23" cy="160"/>
            </a:xfrm>
            <a:custGeom>
              <a:avLst/>
              <a:gdLst>
                <a:gd name="T0" fmla="*/ 118 w 9"/>
                <a:gd name="T1" fmla="*/ 341 h 60"/>
                <a:gd name="T2" fmla="*/ 33 w 9"/>
                <a:gd name="T3" fmla="*/ 683 h 60"/>
                <a:gd name="T4" fmla="*/ 0 w 9"/>
                <a:gd name="T5" fmla="*/ 1139 h 60"/>
                <a:gd name="T6" fmla="*/ 118 w 9"/>
                <a:gd name="T7" fmla="*/ 717 h 60"/>
                <a:gd name="T8" fmla="*/ 151 w 9"/>
                <a:gd name="T9" fmla="*/ 533 h 60"/>
                <a:gd name="T10" fmla="*/ 151 w 9"/>
                <a:gd name="T11" fmla="*/ 376 h 60"/>
                <a:gd name="T12" fmla="*/ 151 w 9"/>
                <a:gd name="T13" fmla="*/ 376 h 60"/>
                <a:gd name="T14" fmla="*/ 151 w 9"/>
                <a:gd name="T15" fmla="*/ 0 h 60"/>
                <a:gd name="T16" fmla="*/ 118 w 9"/>
                <a:gd name="T17" fmla="*/ 34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60">
                  <a:moveTo>
                    <a:pt x="7" y="18"/>
                  </a:moveTo>
                  <a:cubicBezTo>
                    <a:pt x="6" y="24"/>
                    <a:pt x="4" y="30"/>
                    <a:pt x="2" y="36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3" y="53"/>
                    <a:pt x="5" y="46"/>
                    <a:pt x="7" y="38"/>
                  </a:cubicBezTo>
                  <a:cubicBezTo>
                    <a:pt x="8" y="35"/>
                    <a:pt x="8" y="32"/>
                    <a:pt x="9" y="28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6"/>
                    <a:pt x="8" y="12"/>
                    <a:pt x="7" y="18"/>
                  </a:cubicBezTo>
                  <a:close/>
                </a:path>
              </a:pathLst>
            </a:custGeom>
            <a:solidFill>
              <a:srgbClr val="B5D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078">
              <a:extLst>
                <a:ext uri="{FF2B5EF4-FFF2-40B4-BE49-F238E27FC236}">
                  <a16:creationId xmlns:a16="http://schemas.microsoft.com/office/drawing/2014/main" id="{FABE1D23-7D71-42FB-8745-DF208316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42"/>
              <a:ext cx="262" cy="944"/>
            </a:xfrm>
            <a:custGeom>
              <a:avLst/>
              <a:gdLst>
                <a:gd name="T0" fmla="*/ 1632 w 105"/>
                <a:gd name="T1" fmla="*/ 0 h 354"/>
                <a:gd name="T2" fmla="*/ 1308 w 105"/>
                <a:gd name="T3" fmla="*/ 5427 h 354"/>
                <a:gd name="T4" fmla="*/ 0 w 105"/>
                <a:gd name="T5" fmla="*/ 6712 h 354"/>
                <a:gd name="T6" fmla="*/ 1153 w 105"/>
                <a:gd name="T7" fmla="*/ 5576 h 354"/>
                <a:gd name="T8" fmla="*/ 1632 w 105"/>
                <a:gd name="T9" fmla="*/ 0 h 3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354">
                  <a:moveTo>
                    <a:pt x="105" y="0"/>
                  </a:moveTo>
                  <a:cubicBezTo>
                    <a:pt x="105" y="0"/>
                    <a:pt x="84" y="270"/>
                    <a:pt x="84" y="286"/>
                  </a:cubicBezTo>
                  <a:cubicBezTo>
                    <a:pt x="83" y="301"/>
                    <a:pt x="66" y="345"/>
                    <a:pt x="0" y="354"/>
                  </a:cubicBezTo>
                  <a:cubicBezTo>
                    <a:pt x="23" y="350"/>
                    <a:pt x="68" y="322"/>
                    <a:pt x="74" y="294"/>
                  </a:cubicBezTo>
                  <a:cubicBezTo>
                    <a:pt x="81" y="265"/>
                    <a:pt x="105" y="0"/>
                    <a:pt x="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079">
              <a:extLst>
                <a:ext uri="{FF2B5EF4-FFF2-40B4-BE49-F238E27FC236}">
                  <a16:creationId xmlns:a16="http://schemas.microsoft.com/office/drawing/2014/main" id="{756BB176-556A-4361-A25A-2122A5D134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8" y="1785"/>
              <a:ext cx="475" cy="891"/>
            </a:xfrm>
            <a:custGeom>
              <a:avLst/>
              <a:gdLst>
                <a:gd name="T0" fmla="*/ 2783 w 190"/>
                <a:gd name="T1" fmla="*/ 205 h 334"/>
                <a:gd name="T2" fmla="*/ 0 w 190"/>
                <a:gd name="T3" fmla="*/ 606 h 334"/>
                <a:gd name="T4" fmla="*/ 1425 w 190"/>
                <a:gd name="T5" fmla="*/ 1651 h 334"/>
                <a:gd name="T6" fmla="*/ 2333 w 190"/>
                <a:gd name="T7" fmla="*/ 3551 h 334"/>
                <a:gd name="T8" fmla="*/ 1550 w 190"/>
                <a:gd name="T9" fmla="*/ 6341 h 334"/>
                <a:gd name="T10" fmla="*/ 2500 w 190"/>
                <a:gd name="T11" fmla="*/ 5279 h 334"/>
                <a:gd name="T12" fmla="*/ 2970 w 190"/>
                <a:gd name="T13" fmla="*/ 56 h 334"/>
                <a:gd name="T14" fmla="*/ 2783 w 190"/>
                <a:gd name="T15" fmla="*/ 205 h 334"/>
                <a:gd name="T16" fmla="*/ 2970 w 190"/>
                <a:gd name="T17" fmla="*/ 77 h 334"/>
                <a:gd name="T18" fmla="*/ 2958 w 190"/>
                <a:gd name="T19" fmla="*/ 363 h 334"/>
                <a:gd name="T20" fmla="*/ 2970 w 190"/>
                <a:gd name="T21" fmla="*/ 93 h 334"/>
                <a:gd name="T22" fmla="*/ 2970 w 190"/>
                <a:gd name="T23" fmla="*/ 77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334">
                  <a:moveTo>
                    <a:pt x="178" y="11"/>
                  </a:moveTo>
                  <a:cubicBezTo>
                    <a:pt x="111" y="77"/>
                    <a:pt x="20" y="50"/>
                    <a:pt x="0" y="32"/>
                  </a:cubicBezTo>
                  <a:cubicBezTo>
                    <a:pt x="11" y="53"/>
                    <a:pt x="62" y="75"/>
                    <a:pt x="91" y="87"/>
                  </a:cubicBezTo>
                  <a:cubicBezTo>
                    <a:pt x="125" y="101"/>
                    <a:pt x="144" y="132"/>
                    <a:pt x="149" y="187"/>
                  </a:cubicBezTo>
                  <a:cubicBezTo>
                    <a:pt x="154" y="240"/>
                    <a:pt x="128" y="310"/>
                    <a:pt x="99" y="334"/>
                  </a:cubicBezTo>
                  <a:cubicBezTo>
                    <a:pt x="123" y="325"/>
                    <a:pt x="155" y="301"/>
                    <a:pt x="160" y="278"/>
                  </a:cubicBezTo>
                  <a:cubicBezTo>
                    <a:pt x="166" y="254"/>
                    <a:pt x="184" y="64"/>
                    <a:pt x="190" y="3"/>
                  </a:cubicBezTo>
                  <a:cubicBezTo>
                    <a:pt x="189" y="2"/>
                    <a:pt x="186" y="0"/>
                    <a:pt x="178" y="11"/>
                  </a:cubicBezTo>
                  <a:close/>
                  <a:moveTo>
                    <a:pt x="190" y="4"/>
                  </a:moveTo>
                  <a:cubicBezTo>
                    <a:pt x="190" y="8"/>
                    <a:pt x="189" y="13"/>
                    <a:pt x="189" y="19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90" y="5"/>
                    <a:pt x="190" y="4"/>
                    <a:pt x="190" y="4"/>
                  </a:cubicBezTo>
                  <a:close/>
                </a:path>
              </a:pathLst>
            </a:custGeom>
            <a:solidFill>
              <a:srgbClr val="C91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1080">
              <a:extLst>
                <a:ext uri="{FF2B5EF4-FFF2-40B4-BE49-F238E27FC236}">
                  <a16:creationId xmlns:a16="http://schemas.microsoft.com/office/drawing/2014/main" id="{A2895907-4840-4366-B786-2D391897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508"/>
              <a:ext cx="158" cy="168"/>
            </a:xfrm>
            <a:custGeom>
              <a:avLst/>
              <a:gdLst>
                <a:gd name="T0" fmla="*/ 993 w 63"/>
                <a:gd name="T1" fmla="*/ 0 h 63"/>
                <a:gd name="T2" fmla="*/ 409 w 63"/>
                <a:gd name="T3" fmla="*/ 533 h 63"/>
                <a:gd name="T4" fmla="*/ 0 w 63"/>
                <a:gd name="T5" fmla="*/ 1195 h 63"/>
                <a:gd name="T6" fmla="*/ 963 w 63"/>
                <a:gd name="T7" fmla="*/ 136 h 63"/>
                <a:gd name="T8" fmla="*/ 993 w 63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63" y="0"/>
                  </a:moveTo>
                  <a:cubicBezTo>
                    <a:pt x="53" y="12"/>
                    <a:pt x="41" y="21"/>
                    <a:pt x="26" y="28"/>
                  </a:cubicBezTo>
                  <a:cubicBezTo>
                    <a:pt x="18" y="43"/>
                    <a:pt x="9" y="55"/>
                    <a:pt x="0" y="63"/>
                  </a:cubicBezTo>
                  <a:cubicBezTo>
                    <a:pt x="24" y="54"/>
                    <a:pt x="56" y="30"/>
                    <a:pt x="61" y="7"/>
                  </a:cubicBezTo>
                  <a:cubicBezTo>
                    <a:pt x="62" y="5"/>
                    <a:pt x="62" y="3"/>
                    <a:pt x="63" y="0"/>
                  </a:cubicBezTo>
                  <a:close/>
                </a:path>
              </a:pathLst>
            </a:custGeom>
            <a:solidFill>
              <a:srgbClr val="F6C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1081">
              <a:extLst>
                <a:ext uri="{FF2B5EF4-FFF2-40B4-BE49-F238E27FC236}">
                  <a16:creationId xmlns:a16="http://schemas.microsoft.com/office/drawing/2014/main" id="{59D8CAE2-77A9-4B5D-B65D-3E94A90DA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806"/>
              <a:ext cx="118" cy="838"/>
            </a:xfrm>
            <a:custGeom>
              <a:avLst/>
              <a:gdLst>
                <a:gd name="T0" fmla="*/ 0 w 47"/>
                <a:gd name="T1" fmla="*/ 0 h 314"/>
                <a:gd name="T2" fmla="*/ 316 w 47"/>
                <a:gd name="T3" fmla="*/ 5135 h 314"/>
                <a:gd name="T4" fmla="*/ 743 w 47"/>
                <a:gd name="T5" fmla="*/ 5967 h 314"/>
                <a:gd name="T6" fmla="*/ 505 w 47"/>
                <a:gd name="T7" fmla="*/ 5113 h 314"/>
                <a:gd name="T8" fmla="*/ 0 w 47"/>
                <a:gd name="T9" fmla="*/ 0 h 3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14">
                  <a:moveTo>
                    <a:pt x="0" y="0"/>
                  </a:moveTo>
                  <a:cubicBezTo>
                    <a:pt x="20" y="270"/>
                    <a:pt x="20" y="270"/>
                    <a:pt x="20" y="270"/>
                  </a:cubicBezTo>
                  <a:cubicBezTo>
                    <a:pt x="20" y="270"/>
                    <a:pt x="24" y="298"/>
                    <a:pt x="47" y="314"/>
                  </a:cubicBezTo>
                  <a:cubicBezTo>
                    <a:pt x="38" y="300"/>
                    <a:pt x="36" y="296"/>
                    <a:pt x="32" y="269"/>
                  </a:cubicBezTo>
                  <a:cubicBezTo>
                    <a:pt x="28" y="24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082">
              <a:extLst>
                <a:ext uri="{FF2B5EF4-FFF2-40B4-BE49-F238E27FC236}">
                  <a16:creationId xmlns:a16="http://schemas.microsoft.com/office/drawing/2014/main" id="{00C72E19-150B-4891-AF21-D1E95AE85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1588"/>
              <a:ext cx="32" cy="173"/>
            </a:xfrm>
            <a:custGeom>
              <a:avLst/>
              <a:gdLst>
                <a:gd name="T0" fmla="*/ 133 w 13"/>
                <a:gd name="T1" fmla="*/ 1091 h 65"/>
                <a:gd name="T2" fmla="*/ 103 w 13"/>
                <a:gd name="T3" fmla="*/ 639 h 65"/>
                <a:gd name="T4" fmla="*/ 121 w 13"/>
                <a:gd name="T5" fmla="*/ 660 h 65"/>
                <a:gd name="T6" fmla="*/ 121 w 13"/>
                <a:gd name="T7" fmla="*/ 660 h 65"/>
                <a:gd name="T8" fmla="*/ 0 w 13"/>
                <a:gd name="T9" fmla="*/ 0 h 65"/>
                <a:gd name="T10" fmla="*/ 0 w 13"/>
                <a:gd name="T11" fmla="*/ 205 h 65"/>
                <a:gd name="T12" fmla="*/ 0 w 13"/>
                <a:gd name="T13" fmla="*/ 375 h 65"/>
                <a:gd name="T14" fmla="*/ 0 w 13"/>
                <a:gd name="T15" fmla="*/ 418 h 65"/>
                <a:gd name="T16" fmla="*/ 12 w 13"/>
                <a:gd name="T17" fmla="*/ 418 h 65"/>
                <a:gd name="T18" fmla="*/ 194 w 13"/>
                <a:gd name="T19" fmla="*/ 1224 h 65"/>
                <a:gd name="T20" fmla="*/ 133 w 13"/>
                <a:gd name="T21" fmla="*/ 1091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65">
                  <a:moveTo>
                    <a:pt x="9" y="58"/>
                  </a:move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8" y="34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4" y="24"/>
                    <a:pt x="1" y="12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0" y="17"/>
                    <a:pt x="0" y="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37"/>
                    <a:pt x="6" y="52"/>
                    <a:pt x="13" y="65"/>
                  </a:cubicBezTo>
                  <a:cubicBezTo>
                    <a:pt x="12" y="62"/>
                    <a:pt x="10" y="60"/>
                    <a:pt x="9" y="58"/>
                  </a:cubicBezTo>
                  <a:close/>
                </a:path>
              </a:pathLst>
            </a:custGeom>
            <a:solidFill>
              <a:srgbClr val="B5D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083">
              <a:extLst>
                <a:ext uri="{FF2B5EF4-FFF2-40B4-BE49-F238E27FC236}">
                  <a16:creationId xmlns:a16="http://schemas.microsoft.com/office/drawing/2014/main" id="{DE74F0A1-1177-4CF0-A982-C5E38CB2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1588"/>
              <a:ext cx="32" cy="173"/>
            </a:xfrm>
            <a:custGeom>
              <a:avLst/>
              <a:gdLst>
                <a:gd name="T0" fmla="*/ 133 w 13"/>
                <a:gd name="T1" fmla="*/ 1091 h 65"/>
                <a:gd name="T2" fmla="*/ 103 w 13"/>
                <a:gd name="T3" fmla="*/ 639 h 65"/>
                <a:gd name="T4" fmla="*/ 121 w 13"/>
                <a:gd name="T5" fmla="*/ 660 h 65"/>
                <a:gd name="T6" fmla="*/ 121 w 13"/>
                <a:gd name="T7" fmla="*/ 660 h 65"/>
                <a:gd name="T8" fmla="*/ 0 w 13"/>
                <a:gd name="T9" fmla="*/ 0 h 65"/>
                <a:gd name="T10" fmla="*/ 0 w 13"/>
                <a:gd name="T11" fmla="*/ 205 h 65"/>
                <a:gd name="T12" fmla="*/ 0 w 13"/>
                <a:gd name="T13" fmla="*/ 375 h 65"/>
                <a:gd name="T14" fmla="*/ 0 w 13"/>
                <a:gd name="T15" fmla="*/ 418 h 65"/>
                <a:gd name="T16" fmla="*/ 12 w 13"/>
                <a:gd name="T17" fmla="*/ 418 h 65"/>
                <a:gd name="T18" fmla="*/ 194 w 13"/>
                <a:gd name="T19" fmla="*/ 1224 h 65"/>
                <a:gd name="T20" fmla="*/ 133 w 13"/>
                <a:gd name="T21" fmla="*/ 1091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65">
                  <a:moveTo>
                    <a:pt x="9" y="58"/>
                  </a:move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8" y="34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4" y="24"/>
                    <a:pt x="1" y="12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0" y="17"/>
                    <a:pt x="0" y="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37"/>
                    <a:pt x="6" y="52"/>
                    <a:pt x="13" y="65"/>
                  </a:cubicBezTo>
                  <a:cubicBezTo>
                    <a:pt x="12" y="62"/>
                    <a:pt x="10" y="60"/>
                    <a:pt x="9" y="58"/>
                  </a:cubicBezTo>
                  <a:close/>
                </a:path>
              </a:pathLst>
            </a:custGeom>
            <a:solidFill>
              <a:srgbClr val="DC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084">
              <a:extLst>
                <a:ext uri="{FF2B5EF4-FFF2-40B4-BE49-F238E27FC236}">
                  <a16:creationId xmlns:a16="http://schemas.microsoft.com/office/drawing/2014/main" id="{E184E0B9-27C5-4C82-8FB1-ECDC2E06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13"/>
              <a:ext cx="12" cy="27"/>
            </a:xfrm>
            <a:custGeom>
              <a:avLst/>
              <a:gdLst>
                <a:gd name="T0" fmla="*/ 0 w 5"/>
                <a:gd name="T1" fmla="*/ 81 h 10"/>
                <a:gd name="T2" fmla="*/ 58 w 5"/>
                <a:gd name="T3" fmla="*/ 0 h 10"/>
                <a:gd name="T4" fmla="*/ 41 w 5"/>
                <a:gd name="T5" fmla="*/ 197 h 10"/>
                <a:gd name="T6" fmla="*/ 0 w 5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  <a:cubicBezTo>
                    <a:pt x="5" y="3"/>
                    <a:pt x="4" y="6"/>
                    <a:pt x="3" y="10"/>
                  </a:cubicBezTo>
                  <a:cubicBezTo>
                    <a:pt x="3" y="8"/>
                    <a:pt x="2" y="6"/>
                    <a:pt x="0" y="5"/>
                  </a:cubicBezTo>
                </a:path>
              </a:pathLst>
            </a:custGeom>
            <a:solidFill>
              <a:srgbClr val="7B7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085">
              <a:extLst>
                <a:ext uri="{FF2B5EF4-FFF2-40B4-BE49-F238E27FC236}">
                  <a16:creationId xmlns:a16="http://schemas.microsoft.com/office/drawing/2014/main" id="{44B094C8-5B03-4958-AEB2-ABF4A12E2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516"/>
              <a:ext cx="13" cy="18"/>
            </a:xfrm>
            <a:custGeom>
              <a:avLst/>
              <a:gdLst>
                <a:gd name="T0" fmla="*/ 21 w 5"/>
                <a:gd name="T1" fmla="*/ 0 h 7"/>
                <a:gd name="T2" fmla="*/ 88 w 5"/>
                <a:gd name="T3" fmla="*/ 54 h 7"/>
                <a:gd name="T4" fmla="*/ 0 w 5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2" y="2"/>
                    <a:pt x="3" y="2"/>
                    <a:pt x="5" y="3"/>
                  </a:cubicBezTo>
                  <a:cubicBezTo>
                    <a:pt x="3" y="4"/>
                    <a:pt x="1" y="5"/>
                    <a:pt x="0" y="7"/>
                  </a:cubicBezTo>
                </a:path>
              </a:pathLst>
            </a:custGeom>
            <a:solidFill>
              <a:srgbClr val="7B7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086">
              <a:extLst>
                <a:ext uri="{FF2B5EF4-FFF2-40B4-BE49-F238E27FC236}">
                  <a16:creationId xmlns:a16="http://schemas.microsoft.com/office/drawing/2014/main" id="{C0355AA3-375D-4050-923D-03BB96E3B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1302"/>
              <a:ext cx="510" cy="478"/>
            </a:xfrm>
            <a:custGeom>
              <a:avLst/>
              <a:gdLst>
                <a:gd name="T0" fmla="*/ 470 w 204"/>
                <a:gd name="T1" fmla="*/ 3103 h 179"/>
                <a:gd name="T2" fmla="*/ 220 w 204"/>
                <a:gd name="T3" fmla="*/ 1789 h 179"/>
                <a:gd name="T4" fmla="*/ 2220 w 204"/>
                <a:gd name="T5" fmla="*/ 136 h 179"/>
                <a:gd name="T6" fmla="*/ 3188 w 204"/>
                <a:gd name="T7" fmla="*/ 435 h 179"/>
                <a:gd name="T8" fmla="*/ 2063 w 204"/>
                <a:gd name="T9" fmla="*/ 0 h 179"/>
                <a:gd name="T10" fmla="*/ 63 w 204"/>
                <a:gd name="T11" fmla="*/ 1677 h 179"/>
                <a:gd name="T12" fmla="*/ 313 w 204"/>
                <a:gd name="T13" fmla="*/ 2975 h 179"/>
                <a:gd name="T14" fmla="*/ 738 w 204"/>
                <a:gd name="T15" fmla="*/ 3407 h 179"/>
                <a:gd name="T16" fmla="*/ 470 w 204"/>
                <a:gd name="T17" fmla="*/ 3103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4" h="179">
                  <a:moveTo>
                    <a:pt x="30" y="163"/>
                  </a:moveTo>
                  <a:cubicBezTo>
                    <a:pt x="16" y="145"/>
                    <a:pt x="10" y="115"/>
                    <a:pt x="14" y="94"/>
                  </a:cubicBezTo>
                  <a:cubicBezTo>
                    <a:pt x="25" y="37"/>
                    <a:pt x="77" y="7"/>
                    <a:pt x="142" y="7"/>
                  </a:cubicBezTo>
                  <a:cubicBezTo>
                    <a:pt x="165" y="7"/>
                    <a:pt x="186" y="12"/>
                    <a:pt x="204" y="23"/>
                  </a:cubicBezTo>
                  <a:cubicBezTo>
                    <a:pt x="184" y="8"/>
                    <a:pt x="159" y="0"/>
                    <a:pt x="132" y="0"/>
                  </a:cubicBezTo>
                  <a:cubicBezTo>
                    <a:pt x="67" y="0"/>
                    <a:pt x="14" y="31"/>
                    <a:pt x="4" y="88"/>
                  </a:cubicBezTo>
                  <a:cubicBezTo>
                    <a:pt x="0" y="109"/>
                    <a:pt x="5" y="139"/>
                    <a:pt x="20" y="156"/>
                  </a:cubicBezTo>
                  <a:cubicBezTo>
                    <a:pt x="27" y="165"/>
                    <a:pt x="36" y="173"/>
                    <a:pt x="47" y="179"/>
                  </a:cubicBezTo>
                  <a:cubicBezTo>
                    <a:pt x="41" y="174"/>
                    <a:pt x="35" y="169"/>
                    <a:pt x="30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087">
              <a:extLst>
                <a:ext uri="{FF2B5EF4-FFF2-40B4-BE49-F238E27FC236}">
                  <a16:creationId xmlns:a16="http://schemas.microsoft.com/office/drawing/2014/main" id="{A9D3EEFA-684F-4E70-815A-256E0872B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532"/>
              <a:ext cx="103" cy="170"/>
            </a:xfrm>
            <a:custGeom>
              <a:avLst/>
              <a:gdLst>
                <a:gd name="T0" fmla="*/ 0 w 41"/>
                <a:gd name="T1" fmla="*/ 1086 h 64"/>
                <a:gd name="T2" fmla="*/ 20 w 41"/>
                <a:gd name="T3" fmla="*/ 1201 h 64"/>
                <a:gd name="T4" fmla="*/ 505 w 41"/>
                <a:gd name="T5" fmla="*/ 712 h 64"/>
                <a:gd name="T6" fmla="*/ 651 w 41"/>
                <a:gd name="T7" fmla="*/ 340 h 64"/>
                <a:gd name="T8" fmla="*/ 631 w 41"/>
                <a:gd name="T9" fmla="*/ 0 h 64"/>
                <a:gd name="T10" fmla="*/ 588 w 41"/>
                <a:gd name="T11" fmla="*/ 170 h 64"/>
                <a:gd name="T12" fmla="*/ 505 w 41"/>
                <a:gd name="T13" fmla="*/ 409 h 64"/>
                <a:gd name="T14" fmla="*/ 271 w 41"/>
                <a:gd name="T15" fmla="*/ 792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64">
                  <a:moveTo>
                    <a:pt x="0" y="58"/>
                  </a:moveTo>
                  <a:cubicBezTo>
                    <a:pt x="1" y="59"/>
                    <a:pt x="1" y="62"/>
                    <a:pt x="1" y="64"/>
                  </a:cubicBezTo>
                  <a:cubicBezTo>
                    <a:pt x="13" y="59"/>
                    <a:pt x="25" y="49"/>
                    <a:pt x="32" y="38"/>
                  </a:cubicBezTo>
                  <a:cubicBezTo>
                    <a:pt x="37" y="32"/>
                    <a:pt x="39" y="26"/>
                    <a:pt x="41" y="18"/>
                  </a:cubicBezTo>
                  <a:cubicBezTo>
                    <a:pt x="41" y="13"/>
                    <a:pt x="41" y="5"/>
                    <a:pt x="40" y="0"/>
                  </a:cubicBezTo>
                  <a:cubicBezTo>
                    <a:pt x="38" y="2"/>
                    <a:pt x="38" y="6"/>
                    <a:pt x="37" y="9"/>
                  </a:cubicBezTo>
                  <a:cubicBezTo>
                    <a:pt x="36" y="13"/>
                    <a:pt x="34" y="18"/>
                    <a:pt x="32" y="22"/>
                  </a:cubicBezTo>
                  <a:cubicBezTo>
                    <a:pt x="28" y="30"/>
                    <a:pt x="23" y="36"/>
                    <a:pt x="17" y="42"/>
                  </a:cubicBezTo>
                </a:path>
              </a:pathLst>
            </a:custGeom>
            <a:solidFill>
              <a:srgbClr val="666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088">
              <a:extLst>
                <a:ext uri="{FF2B5EF4-FFF2-40B4-BE49-F238E27FC236}">
                  <a16:creationId xmlns:a16="http://schemas.microsoft.com/office/drawing/2014/main" id="{4763943C-B778-491B-BBD5-3A6F2D7D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569"/>
              <a:ext cx="60" cy="123"/>
            </a:xfrm>
            <a:custGeom>
              <a:avLst/>
              <a:gdLst>
                <a:gd name="T0" fmla="*/ 113 w 24"/>
                <a:gd name="T1" fmla="*/ 880 h 46"/>
                <a:gd name="T2" fmla="*/ 270 w 24"/>
                <a:gd name="T3" fmla="*/ 824 h 46"/>
                <a:gd name="T4" fmla="*/ 375 w 24"/>
                <a:gd name="T5" fmla="*/ 0 h 46"/>
                <a:gd name="T6" fmla="*/ 220 w 24"/>
                <a:gd name="T7" fmla="*/ 35 h 46"/>
                <a:gd name="T8" fmla="*/ 113 w 24"/>
                <a:gd name="T9" fmla="*/ 21 h 46"/>
                <a:gd name="T10" fmla="*/ 0 w 24"/>
                <a:gd name="T11" fmla="*/ 858 h 46"/>
                <a:gd name="T12" fmla="*/ 113 w 24"/>
                <a:gd name="T13" fmla="*/ 8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6">
                  <a:moveTo>
                    <a:pt x="7" y="46"/>
                  </a:moveTo>
                  <a:cubicBezTo>
                    <a:pt x="11" y="46"/>
                    <a:pt x="14" y="45"/>
                    <a:pt x="17" y="43"/>
                  </a:cubicBezTo>
                  <a:cubicBezTo>
                    <a:pt x="20" y="28"/>
                    <a:pt x="22" y="14"/>
                    <a:pt x="24" y="0"/>
                  </a:cubicBezTo>
                  <a:cubicBezTo>
                    <a:pt x="21" y="2"/>
                    <a:pt x="18" y="2"/>
                    <a:pt x="14" y="2"/>
                  </a:cubicBezTo>
                  <a:cubicBezTo>
                    <a:pt x="12" y="2"/>
                    <a:pt x="9" y="2"/>
                    <a:pt x="7" y="1"/>
                  </a:cubicBezTo>
                  <a:cubicBezTo>
                    <a:pt x="4" y="15"/>
                    <a:pt x="2" y="29"/>
                    <a:pt x="0" y="45"/>
                  </a:cubicBezTo>
                  <a:cubicBezTo>
                    <a:pt x="2" y="45"/>
                    <a:pt x="4" y="46"/>
                    <a:pt x="7" y="46"/>
                  </a:cubicBezTo>
                  <a:close/>
                </a:path>
              </a:pathLst>
            </a:custGeom>
            <a:noFill/>
            <a:ln w="7938" cap="rnd">
              <a:solidFill>
                <a:srgbClr val="E1E1E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089">
              <a:extLst>
                <a:ext uri="{FF2B5EF4-FFF2-40B4-BE49-F238E27FC236}">
                  <a16:creationId xmlns:a16="http://schemas.microsoft.com/office/drawing/2014/main" id="{D829934A-B971-4A8A-88AF-565B05EA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521"/>
              <a:ext cx="22" cy="27"/>
            </a:xfrm>
            <a:custGeom>
              <a:avLst/>
              <a:gdLst>
                <a:gd name="T0" fmla="*/ 0 w 9"/>
                <a:gd name="T1" fmla="*/ 0 h 10"/>
                <a:gd name="T2" fmla="*/ 120 w 9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4" y="1"/>
                    <a:pt x="9" y="5"/>
                    <a:pt x="8" y="1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090">
              <a:extLst>
                <a:ext uri="{FF2B5EF4-FFF2-40B4-BE49-F238E27FC236}">
                  <a16:creationId xmlns:a16="http://schemas.microsoft.com/office/drawing/2014/main" id="{89BF88C7-AF5A-4F4E-BB7B-BD4A50995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526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2"/>
                    <a:pt x="6" y="0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091">
              <a:extLst>
                <a:ext uri="{FF2B5EF4-FFF2-40B4-BE49-F238E27FC236}">
                  <a16:creationId xmlns:a16="http://schemas.microsoft.com/office/drawing/2014/main" id="{39DFAF04-DAC3-4006-B72C-840D9AA7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545"/>
              <a:ext cx="80" cy="123"/>
            </a:xfrm>
            <a:custGeom>
              <a:avLst/>
              <a:gdLst>
                <a:gd name="T0" fmla="*/ 500 w 32"/>
                <a:gd name="T1" fmla="*/ 880 h 46"/>
                <a:gd name="T2" fmla="*/ 270 w 32"/>
                <a:gd name="T3" fmla="*/ 308 h 46"/>
                <a:gd name="T4" fmla="*/ 0 w 3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32" y="46"/>
                  </a:moveTo>
                  <a:cubicBezTo>
                    <a:pt x="29" y="36"/>
                    <a:pt x="24" y="25"/>
                    <a:pt x="17" y="16"/>
                  </a:cubicBezTo>
                  <a:cubicBezTo>
                    <a:pt x="12" y="10"/>
                    <a:pt x="6" y="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092">
              <a:extLst>
                <a:ext uri="{FF2B5EF4-FFF2-40B4-BE49-F238E27FC236}">
                  <a16:creationId xmlns:a16="http://schemas.microsoft.com/office/drawing/2014/main" id="{03074F55-2B39-4E62-A9C1-8E102612E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561"/>
              <a:ext cx="83" cy="147"/>
            </a:xfrm>
            <a:custGeom>
              <a:avLst/>
              <a:gdLst>
                <a:gd name="T0" fmla="*/ 526 w 33"/>
                <a:gd name="T1" fmla="*/ 0 h 55"/>
                <a:gd name="T2" fmla="*/ 0 w 33"/>
                <a:gd name="T3" fmla="*/ 105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5">
                  <a:moveTo>
                    <a:pt x="33" y="0"/>
                  </a:moveTo>
                  <a:cubicBezTo>
                    <a:pt x="16" y="14"/>
                    <a:pt x="5" y="32"/>
                    <a:pt x="0" y="5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093">
              <a:extLst>
                <a:ext uri="{FF2B5EF4-FFF2-40B4-BE49-F238E27FC236}">
                  <a16:creationId xmlns:a16="http://schemas.microsoft.com/office/drawing/2014/main" id="{DBBE4B88-21B7-4BC4-9A44-A422D539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10"/>
              <a:ext cx="38" cy="46"/>
            </a:xfrm>
            <a:custGeom>
              <a:avLst/>
              <a:gdLst>
                <a:gd name="T0" fmla="*/ 160 w 15"/>
                <a:gd name="T1" fmla="*/ 116 h 17"/>
                <a:gd name="T2" fmla="*/ 225 w 15"/>
                <a:gd name="T3" fmla="*/ 314 h 17"/>
                <a:gd name="T4" fmla="*/ 84 w 15"/>
                <a:gd name="T5" fmla="*/ 219 h 17"/>
                <a:gd name="T6" fmla="*/ 20 w 15"/>
                <a:gd name="T7" fmla="*/ 38 h 17"/>
                <a:gd name="T8" fmla="*/ 160 w 15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0" y="6"/>
                  </a:moveTo>
                  <a:cubicBezTo>
                    <a:pt x="14" y="10"/>
                    <a:pt x="15" y="14"/>
                    <a:pt x="14" y="16"/>
                  </a:cubicBezTo>
                  <a:cubicBezTo>
                    <a:pt x="12" y="17"/>
                    <a:pt x="8" y="15"/>
                    <a:pt x="5" y="11"/>
                  </a:cubicBezTo>
                  <a:cubicBezTo>
                    <a:pt x="1" y="7"/>
                    <a:pt x="0" y="3"/>
                    <a:pt x="1" y="2"/>
                  </a:cubicBezTo>
                  <a:cubicBezTo>
                    <a:pt x="3" y="0"/>
                    <a:pt x="7" y="2"/>
                    <a:pt x="10" y="6"/>
                  </a:cubicBezTo>
                  <a:close/>
                </a:path>
              </a:pathLst>
            </a:custGeom>
            <a:solidFill>
              <a:srgbClr val="AB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094">
              <a:extLst>
                <a:ext uri="{FF2B5EF4-FFF2-40B4-BE49-F238E27FC236}">
                  <a16:creationId xmlns:a16="http://schemas.microsoft.com/office/drawing/2014/main" id="{8A0247F1-090C-40E8-B74E-994410ACA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286"/>
              <a:ext cx="655" cy="558"/>
            </a:xfrm>
            <a:custGeom>
              <a:avLst/>
              <a:gdLst>
                <a:gd name="T0" fmla="*/ 83 w 262"/>
                <a:gd name="T1" fmla="*/ 1789 h 209"/>
                <a:gd name="T2" fmla="*/ 345 w 262"/>
                <a:gd name="T3" fmla="*/ 3180 h 209"/>
                <a:gd name="T4" fmla="*/ 1895 w 262"/>
                <a:gd name="T5" fmla="*/ 3978 h 209"/>
                <a:gd name="T6" fmla="*/ 4020 w 262"/>
                <a:gd name="T7" fmla="*/ 2131 h 209"/>
                <a:gd name="T8" fmla="*/ 3738 w 262"/>
                <a:gd name="T9" fmla="*/ 820 h 209"/>
                <a:gd name="T10" fmla="*/ 2220 w 262"/>
                <a:gd name="T11" fmla="*/ 0 h 209"/>
                <a:gd name="T12" fmla="*/ 83 w 262"/>
                <a:gd name="T13" fmla="*/ 1789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209">
                  <a:moveTo>
                    <a:pt x="5" y="94"/>
                  </a:moveTo>
                  <a:cubicBezTo>
                    <a:pt x="0" y="116"/>
                    <a:pt x="6" y="148"/>
                    <a:pt x="22" y="167"/>
                  </a:cubicBezTo>
                  <a:cubicBezTo>
                    <a:pt x="44" y="193"/>
                    <a:pt x="81" y="209"/>
                    <a:pt x="121" y="209"/>
                  </a:cubicBezTo>
                  <a:cubicBezTo>
                    <a:pt x="190" y="209"/>
                    <a:pt x="244" y="170"/>
                    <a:pt x="257" y="112"/>
                  </a:cubicBezTo>
                  <a:cubicBezTo>
                    <a:pt x="262" y="88"/>
                    <a:pt x="256" y="64"/>
                    <a:pt x="239" y="43"/>
                  </a:cubicBezTo>
                  <a:cubicBezTo>
                    <a:pt x="217" y="16"/>
                    <a:pt x="181" y="0"/>
                    <a:pt x="142" y="0"/>
                  </a:cubicBezTo>
                  <a:cubicBezTo>
                    <a:pt x="72" y="0"/>
                    <a:pt x="16" y="33"/>
                    <a:pt x="5" y="9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095">
              <a:extLst>
                <a:ext uri="{FF2B5EF4-FFF2-40B4-BE49-F238E27FC236}">
                  <a16:creationId xmlns:a16="http://schemas.microsoft.com/office/drawing/2014/main" id="{91D28E98-CD6B-4571-9692-2D3E5067D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364"/>
              <a:ext cx="405" cy="346"/>
            </a:xfrm>
            <a:custGeom>
              <a:avLst/>
              <a:gdLst>
                <a:gd name="T0" fmla="*/ 50 w 162"/>
                <a:gd name="T1" fmla="*/ 1091 h 130"/>
                <a:gd name="T2" fmla="*/ 208 w 162"/>
                <a:gd name="T3" fmla="*/ 1962 h 130"/>
                <a:gd name="T4" fmla="*/ 1175 w 162"/>
                <a:gd name="T5" fmla="*/ 2451 h 130"/>
                <a:gd name="T6" fmla="*/ 2488 w 162"/>
                <a:gd name="T7" fmla="*/ 1317 h 130"/>
                <a:gd name="T8" fmla="*/ 2313 w 162"/>
                <a:gd name="T9" fmla="*/ 511 h 130"/>
                <a:gd name="T10" fmla="*/ 1375 w 162"/>
                <a:gd name="T11" fmla="*/ 0 h 130"/>
                <a:gd name="T12" fmla="*/ 50 w 162"/>
                <a:gd name="T13" fmla="*/ 1091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30">
                  <a:moveTo>
                    <a:pt x="3" y="58"/>
                  </a:moveTo>
                  <a:cubicBezTo>
                    <a:pt x="0" y="72"/>
                    <a:pt x="1" y="89"/>
                    <a:pt x="13" y="104"/>
                  </a:cubicBezTo>
                  <a:cubicBezTo>
                    <a:pt x="27" y="120"/>
                    <a:pt x="50" y="130"/>
                    <a:pt x="75" y="130"/>
                  </a:cubicBezTo>
                  <a:cubicBezTo>
                    <a:pt x="117" y="130"/>
                    <a:pt x="151" y="106"/>
                    <a:pt x="159" y="70"/>
                  </a:cubicBezTo>
                  <a:cubicBezTo>
                    <a:pt x="162" y="55"/>
                    <a:pt x="158" y="40"/>
                    <a:pt x="148" y="27"/>
                  </a:cubicBezTo>
                  <a:cubicBezTo>
                    <a:pt x="134" y="10"/>
                    <a:pt x="112" y="0"/>
                    <a:pt x="88" y="0"/>
                  </a:cubicBezTo>
                  <a:cubicBezTo>
                    <a:pt x="45" y="0"/>
                    <a:pt x="10" y="21"/>
                    <a:pt x="3" y="58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096">
              <a:extLst>
                <a:ext uri="{FF2B5EF4-FFF2-40B4-BE49-F238E27FC236}">
                  <a16:creationId xmlns:a16="http://schemas.microsoft.com/office/drawing/2014/main" id="{0909C4C2-6220-45F1-ADED-78AC73BB7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473"/>
              <a:ext cx="430" cy="267"/>
            </a:xfrm>
            <a:custGeom>
              <a:avLst/>
              <a:gdLst>
                <a:gd name="T0" fmla="*/ 2488 w 172"/>
                <a:gd name="T1" fmla="*/ 21 h 100"/>
                <a:gd name="T2" fmla="*/ 2470 w 172"/>
                <a:gd name="T3" fmla="*/ 0 h 100"/>
                <a:gd name="T4" fmla="*/ 2520 w 172"/>
                <a:gd name="T5" fmla="*/ 550 h 100"/>
                <a:gd name="T6" fmla="*/ 1208 w 172"/>
                <a:gd name="T7" fmla="*/ 1695 h 100"/>
                <a:gd name="T8" fmla="*/ 238 w 172"/>
                <a:gd name="T9" fmla="*/ 1199 h 100"/>
                <a:gd name="T10" fmla="*/ 83 w 172"/>
                <a:gd name="T11" fmla="*/ 320 h 100"/>
                <a:gd name="T12" fmla="*/ 113 w 172"/>
                <a:gd name="T13" fmla="*/ 150 h 100"/>
                <a:gd name="T14" fmla="*/ 20 w 172"/>
                <a:gd name="T15" fmla="*/ 662 h 100"/>
                <a:gd name="T16" fmla="*/ 520 w 172"/>
                <a:gd name="T17" fmla="*/ 1733 h 100"/>
                <a:gd name="T18" fmla="*/ 1208 w 172"/>
                <a:gd name="T19" fmla="*/ 1904 h 100"/>
                <a:gd name="T20" fmla="*/ 2533 w 172"/>
                <a:gd name="T21" fmla="*/ 956 h 100"/>
                <a:gd name="T22" fmla="*/ 2488 w 172"/>
                <a:gd name="T23" fmla="*/ 21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2" h="100">
                  <a:moveTo>
                    <a:pt x="159" y="1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62" y="9"/>
                    <a:pt x="163" y="19"/>
                    <a:pt x="161" y="29"/>
                  </a:cubicBezTo>
                  <a:cubicBezTo>
                    <a:pt x="153" y="65"/>
                    <a:pt x="119" y="89"/>
                    <a:pt x="77" y="89"/>
                  </a:cubicBezTo>
                  <a:cubicBezTo>
                    <a:pt x="52" y="89"/>
                    <a:pt x="29" y="79"/>
                    <a:pt x="15" y="63"/>
                  </a:cubicBezTo>
                  <a:cubicBezTo>
                    <a:pt x="3" y="48"/>
                    <a:pt x="2" y="31"/>
                    <a:pt x="5" y="17"/>
                  </a:cubicBezTo>
                  <a:cubicBezTo>
                    <a:pt x="5" y="14"/>
                    <a:pt x="6" y="11"/>
                    <a:pt x="7" y="8"/>
                  </a:cubicBezTo>
                  <a:cubicBezTo>
                    <a:pt x="5" y="12"/>
                    <a:pt x="1" y="23"/>
                    <a:pt x="1" y="35"/>
                  </a:cubicBezTo>
                  <a:cubicBezTo>
                    <a:pt x="0" y="46"/>
                    <a:pt x="6" y="75"/>
                    <a:pt x="33" y="91"/>
                  </a:cubicBezTo>
                  <a:cubicBezTo>
                    <a:pt x="46" y="98"/>
                    <a:pt x="61" y="100"/>
                    <a:pt x="77" y="100"/>
                  </a:cubicBezTo>
                  <a:cubicBezTo>
                    <a:pt x="113" y="100"/>
                    <a:pt x="149" y="80"/>
                    <a:pt x="162" y="50"/>
                  </a:cubicBezTo>
                  <a:cubicBezTo>
                    <a:pt x="172" y="23"/>
                    <a:pt x="159" y="1"/>
                    <a:pt x="159" y="1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097">
              <a:extLst>
                <a:ext uri="{FF2B5EF4-FFF2-40B4-BE49-F238E27FC236}">
                  <a16:creationId xmlns:a16="http://schemas.microsoft.com/office/drawing/2014/main" id="{D8333264-E43B-47FE-B9D5-E32AD70BC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497"/>
              <a:ext cx="90" cy="77"/>
            </a:xfrm>
            <a:custGeom>
              <a:avLst/>
              <a:gdLst>
                <a:gd name="T0" fmla="*/ 0 w 36"/>
                <a:gd name="T1" fmla="*/ 247 h 29"/>
                <a:gd name="T2" fmla="*/ 50 w 36"/>
                <a:gd name="T3" fmla="*/ 451 h 29"/>
                <a:gd name="T4" fmla="*/ 250 w 36"/>
                <a:gd name="T5" fmla="*/ 542 h 29"/>
                <a:gd name="T6" fmla="*/ 550 w 36"/>
                <a:gd name="T7" fmla="*/ 297 h 29"/>
                <a:gd name="T8" fmla="*/ 520 w 36"/>
                <a:gd name="T9" fmla="*/ 112 h 29"/>
                <a:gd name="T10" fmla="*/ 300 w 36"/>
                <a:gd name="T11" fmla="*/ 0 h 29"/>
                <a:gd name="T12" fmla="*/ 0 w 36"/>
                <a:gd name="T13" fmla="*/ 24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9">
                  <a:moveTo>
                    <a:pt x="0" y="13"/>
                  </a:moveTo>
                  <a:cubicBezTo>
                    <a:pt x="0" y="17"/>
                    <a:pt x="0" y="21"/>
                    <a:pt x="3" y="24"/>
                  </a:cubicBezTo>
                  <a:cubicBezTo>
                    <a:pt x="6" y="27"/>
                    <a:pt x="11" y="29"/>
                    <a:pt x="16" y="29"/>
                  </a:cubicBezTo>
                  <a:cubicBezTo>
                    <a:pt x="26" y="29"/>
                    <a:pt x="34" y="24"/>
                    <a:pt x="35" y="16"/>
                  </a:cubicBezTo>
                  <a:cubicBezTo>
                    <a:pt x="36" y="13"/>
                    <a:pt x="35" y="9"/>
                    <a:pt x="33" y="6"/>
                  </a:cubicBezTo>
                  <a:cubicBezTo>
                    <a:pt x="30" y="3"/>
                    <a:pt x="25" y="0"/>
                    <a:pt x="19" y="0"/>
                  </a:cubicBezTo>
                  <a:cubicBezTo>
                    <a:pt x="10" y="0"/>
                    <a:pt x="2" y="5"/>
                    <a:pt x="0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098">
              <a:extLst>
                <a:ext uri="{FF2B5EF4-FFF2-40B4-BE49-F238E27FC236}">
                  <a16:creationId xmlns:a16="http://schemas.microsoft.com/office/drawing/2014/main" id="{3C796C60-B264-42C9-9F0D-94F47948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1633"/>
              <a:ext cx="605" cy="1072"/>
            </a:xfrm>
            <a:custGeom>
              <a:avLst/>
              <a:gdLst>
                <a:gd name="T0" fmla="*/ 1738 w 242"/>
                <a:gd name="T1" fmla="*/ 1501 h 402"/>
                <a:gd name="T2" fmla="*/ 188 w 242"/>
                <a:gd name="T3" fmla="*/ 704 h 402"/>
                <a:gd name="T4" fmla="*/ 0 w 242"/>
                <a:gd name="T5" fmla="*/ 320 h 402"/>
                <a:gd name="T6" fmla="*/ 395 w 242"/>
                <a:gd name="T7" fmla="*/ 6221 h 402"/>
                <a:gd name="T8" fmla="*/ 408 w 242"/>
                <a:gd name="T9" fmla="*/ 6221 h 402"/>
                <a:gd name="T10" fmla="*/ 613 w 242"/>
                <a:gd name="T11" fmla="*/ 7019 h 402"/>
                <a:gd name="T12" fmla="*/ 1770 w 242"/>
                <a:gd name="T13" fmla="*/ 7624 h 402"/>
                <a:gd name="T14" fmla="*/ 3363 w 242"/>
                <a:gd name="T15" fmla="*/ 6259 h 402"/>
                <a:gd name="T16" fmla="*/ 3375 w 242"/>
                <a:gd name="T17" fmla="*/ 5973 h 402"/>
                <a:gd name="T18" fmla="*/ 3783 w 242"/>
                <a:gd name="T19" fmla="*/ 0 h 402"/>
                <a:gd name="T20" fmla="*/ 1738 w 242"/>
                <a:gd name="T21" fmla="*/ 1501 h 4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402">
                  <a:moveTo>
                    <a:pt x="111" y="79"/>
                  </a:moveTo>
                  <a:cubicBezTo>
                    <a:pt x="71" y="79"/>
                    <a:pt x="34" y="63"/>
                    <a:pt x="12" y="37"/>
                  </a:cubicBezTo>
                  <a:cubicBezTo>
                    <a:pt x="7" y="31"/>
                    <a:pt x="3" y="24"/>
                    <a:pt x="0" y="17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5" y="343"/>
                    <a:pt x="30" y="359"/>
                    <a:pt x="39" y="370"/>
                  </a:cubicBezTo>
                  <a:cubicBezTo>
                    <a:pt x="56" y="390"/>
                    <a:pt x="83" y="402"/>
                    <a:pt x="113" y="402"/>
                  </a:cubicBezTo>
                  <a:cubicBezTo>
                    <a:pt x="165" y="402"/>
                    <a:pt x="206" y="373"/>
                    <a:pt x="215" y="330"/>
                  </a:cubicBezTo>
                  <a:cubicBezTo>
                    <a:pt x="216" y="325"/>
                    <a:pt x="216" y="320"/>
                    <a:pt x="216" y="315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23" y="48"/>
                    <a:pt x="172" y="79"/>
                    <a:pt x="111" y="7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099">
              <a:extLst>
                <a:ext uri="{FF2B5EF4-FFF2-40B4-BE49-F238E27FC236}">
                  <a16:creationId xmlns:a16="http://schemas.microsoft.com/office/drawing/2014/main" id="{CD38978B-DCD6-4C56-B155-A779AB6D1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"/>
              <a:ext cx="541" cy="1258"/>
            </a:xfrm>
            <a:custGeom>
              <a:avLst/>
              <a:gdLst>
                <a:gd name="T0" fmla="*/ 3269 w 216"/>
                <a:gd name="T1" fmla="*/ 171 h 472"/>
                <a:gd name="T2" fmla="*/ 3206 w 216"/>
                <a:gd name="T3" fmla="*/ 0 h 472"/>
                <a:gd name="T4" fmla="*/ 3186 w 216"/>
                <a:gd name="T5" fmla="*/ 21 h 472"/>
                <a:gd name="T6" fmla="*/ 929 w 216"/>
                <a:gd name="T7" fmla="*/ 3140 h 472"/>
                <a:gd name="T8" fmla="*/ 691 w 216"/>
                <a:gd name="T9" fmla="*/ 3502 h 472"/>
                <a:gd name="T10" fmla="*/ 0 w 216"/>
                <a:gd name="T11" fmla="*/ 8915 h 472"/>
                <a:gd name="T12" fmla="*/ 113 w 216"/>
                <a:gd name="T13" fmla="*/ 8937 h 472"/>
                <a:gd name="T14" fmla="*/ 188 w 216"/>
                <a:gd name="T15" fmla="*/ 8937 h 472"/>
                <a:gd name="T16" fmla="*/ 271 w 216"/>
                <a:gd name="T17" fmla="*/ 8881 h 472"/>
                <a:gd name="T18" fmla="*/ 942 w 216"/>
                <a:gd name="T19" fmla="*/ 3694 h 472"/>
                <a:gd name="T20" fmla="*/ 3394 w 216"/>
                <a:gd name="T21" fmla="*/ 264 h 472"/>
                <a:gd name="T22" fmla="*/ 3269 w 216"/>
                <a:gd name="T23" fmla="*/ 171 h 4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472">
                  <a:moveTo>
                    <a:pt x="208" y="9"/>
                  </a:moveTo>
                  <a:cubicBezTo>
                    <a:pt x="205" y="6"/>
                    <a:pt x="203" y="2"/>
                    <a:pt x="204" y="0"/>
                  </a:cubicBezTo>
                  <a:cubicBezTo>
                    <a:pt x="204" y="0"/>
                    <a:pt x="203" y="1"/>
                    <a:pt x="203" y="1"/>
                  </a:cubicBezTo>
                  <a:cubicBezTo>
                    <a:pt x="203" y="1"/>
                    <a:pt x="65" y="158"/>
                    <a:pt x="59" y="166"/>
                  </a:cubicBezTo>
                  <a:cubicBezTo>
                    <a:pt x="52" y="173"/>
                    <a:pt x="46" y="179"/>
                    <a:pt x="44" y="185"/>
                  </a:cubicBezTo>
                  <a:cubicBezTo>
                    <a:pt x="43" y="187"/>
                    <a:pt x="25" y="304"/>
                    <a:pt x="0" y="471"/>
                  </a:cubicBezTo>
                  <a:cubicBezTo>
                    <a:pt x="2" y="472"/>
                    <a:pt x="5" y="472"/>
                    <a:pt x="7" y="472"/>
                  </a:cubicBezTo>
                  <a:cubicBezTo>
                    <a:pt x="9" y="472"/>
                    <a:pt x="11" y="472"/>
                    <a:pt x="12" y="472"/>
                  </a:cubicBezTo>
                  <a:cubicBezTo>
                    <a:pt x="14" y="471"/>
                    <a:pt x="16" y="470"/>
                    <a:pt x="17" y="469"/>
                  </a:cubicBezTo>
                  <a:cubicBezTo>
                    <a:pt x="39" y="327"/>
                    <a:pt x="52" y="235"/>
                    <a:pt x="60" y="195"/>
                  </a:cubicBezTo>
                  <a:cubicBezTo>
                    <a:pt x="61" y="188"/>
                    <a:pt x="213" y="17"/>
                    <a:pt x="216" y="14"/>
                  </a:cubicBezTo>
                  <a:cubicBezTo>
                    <a:pt x="215" y="15"/>
                    <a:pt x="211" y="13"/>
                    <a:pt x="208" y="9"/>
                  </a:cubicBezTo>
                  <a:close/>
                </a:path>
              </a:pathLst>
            </a:custGeom>
            <a:solidFill>
              <a:srgbClr val="D81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100">
              <a:extLst>
                <a:ext uri="{FF2B5EF4-FFF2-40B4-BE49-F238E27FC236}">
                  <a16:creationId xmlns:a16="http://schemas.microsoft.com/office/drawing/2014/main" id="{60425F94-9DEF-474C-87D7-9379C0CEF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10"/>
              <a:ext cx="38" cy="46"/>
            </a:xfrm>
            <a:custGeom>
              <a:avLst/>
              <a:gdLst>
                <a:gd name="T0" fmla="*/ 160 w 15"/>
                <a:gd name="T1" fmla="*/ 116 h 17"/>
                <a:gd name="T2" fmla="*/ 225 w 15"/>
                <a:gd name="T3" fmla="*/ 314 h 17"/>
                <a:gd name="T4" fmla="*/ 84 w 15"/>
                <a:gd name="T5" fmla="*/ 219 h 17"/>
                <a:gd name="T6" fmla="*/ 20 w 15"/>
                <a:gd name="T7" fmla="*/ 38 h 17"/>
                <a:gd name="T8" fmla="*/ 160 w 15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0" y="6"/>
                  </a:moveTo>
                  <a:cubicBezTo>
                    <a:pt x="14" y="10"/>
                    <a:pt x="15" y="14"/>
                    <a:pt x="14" y="16"/>
                  </a:cubicBezTo>
                  <a:cubicBezTo>
                    <a:pt x="12" y="17"/>
                    <a:pt x="8" y="15"/>
                    <a:pt x="5" y="11"/>
                  </a:cubicBezTo>
                  <a:cubicBezTo>
                    <a:pt x="1" y="7"/>
                    <a:pt x="0" y="3"/>
                    <a:pt x="1" y="2"/>
                  </a:cubicBezTo>
                  <a:cubicBezTo>
                    <a:pt x="3" y="0"/>
                    <a:pt x="7" y="2"/>
                    <a:pt x="10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101">
              <a:extLst>
                <a:ext uri="{FF2B5EF4-FFF2-40B4-BE49-F238E27FC236}">
                  <a16:creationId xmlns:a16="http://schemas.microsoft.com/office/drawing/2014/main" id="{F956DEE3-25B5-4891-BB64-7285AF285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769"/>
              <a:ext cx="30" cy="35"/>
            </a:xfrm>
            <a:custGeom>
              <a:avLst/>
              <a:gdLst>
                <a:gd name="T0" fmla="*/ 0 w 12"/>
                <a:gd name="T1" fmla="*/ 0 h 13"/>
                <a:gd name="T2" fmla="*/ 188 w 1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5" y="3"/>
                    <a:pt x="11" y="8"/>
                    <a:pt x="12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102">
              <a:extLst>
                <a:ext uri="{FF2B5EF4-FFF2-40B4-BE49-F238E27FC236}">
                  <a16:creationId xmlns:a16="http://schemas.microsoft.com/office/drawing/2014/main" id="{00EDBCE1-025D-497E-8E22-838DD5C2D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788"/>
              <a:ext cx="37" cy="26"/>
            </a:xfrm>
            <a:custGeom>
              <a:avLst/>
              <a:gdLst>
                <a:gd name="T0" fmla="*/ 0 w 15"/>
                <a:gd name="T1" fmla="*/ 0 h 10"/>
                <a:gd name="T2" fmla="*/ 224 w 1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4" y="0"/>
                    <a:pt x="15" y="7"/>
                    <a:pt x="15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103">
              <a:extLst>
                <a:ext uri="{FF2B5EF4-FFF2-40B4-BE49-F238E27FC236}">
                  <a16:creationId xmlns:a16="http://schemas.microsoft.com/office/drawing/2014/main" id="{9E14F969-0308-478E-9DEC-586CD87A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804"/>
              <a:ext cx="38" cy="29"/>
            </a:xfrm>
            <a:custGeom>
              <a:avLst/>
              <a:gdLst>
                <a:gd name="T0" fmla="*/ 0 w 15"/>
                <a:gd name="T1" fmla="*/ 21 h 11"/>
                <a:gd name="T2" fmla="*/ 243 w 15"/>
                <a:gd name="T3" fmla="*/ 1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7" y="0"/>
                    <a:pt x="15" y="11"/>
                    <a:pt x="15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104">
              <a:extLst>
                <a:ext uri="{FF2B5EF4-FFF2-40B4-BE49-F238E27FC236}">
                  <a16:creationId xmlns:a16="http://schemas.microsoft.com/office/drawing/2014/main" id="{3EB675D1-B026-448C-8553-902D33B9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830"/>
              <a:ext cx="43" cy="16"/>
            </a:xfrm>
            <a:custGeom>
              <a:avLst/>
              <a:gdLst>
                <a:gd name="T0" fmla="*/ 0 w 17"/>
                <a:gd name="T1" fmla="*/ 0 h 6"/>
                <a:gd name="T2" fmla="*/ 276 w 1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6" y="1"/>
                    <a:pt x="11" y="2"/>
                    <a:pt x="17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105">
              <a:extLst>
                <a:ext uri="{FF2B5EF4-FFF2-40B4-BE49-F238E27FC236}">
                  <a16:creationId xmlns:a16="http://schemas.microsoft.com/office/drawing/2014/main" id="{7D949AA5-3E59-47D0-AA57-F5AAB896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"/>
              <a:ext cx="541" cy="1258"/>
            </a:xfrm>
            <a:custGeom>
              <a:avLst/>
              <a:gdLst>
                <a:gd name="T0" fmla="*/ 3269 w 216"/>
                <a:gd name="T1" fmla="*/ 171 h 472"/>
                <a:gd name="T2" fmla="*/ 3206 w 216"/>
                <a:gd name="T3" fmla="*/ 0 h 472"/>
                <a:gd name="T4" fmla="*/ 3186 w 216"/>
                <a:gd name="T5" fmla="*/ 21 h 472"/>
                <a:gd name="T6" fmla="*/ 929 w 216"/>
                <a:gd name="T7" fmla="*/ 3140 h 472"/>
                <a:gd name="T8" fmla="*/ 691 w 216"/>
                <a:gd name="T9" fmla="*/ 3502 h 472"/>
                <a:gd name="T10" fmla="*/ 0 w 216"/>
                <a:gd name="T11" fmla="*/ 8915 h 472"/>
                <a:gd name="T12" fmla="*/ 113 w 216"/>
                <a:gd name="T13" fmla="*/ 8937 h 472"/>
                <a:gd name="T14" fmla="*/ 188 w 216"/>
                <a:gd name="T15" fmla="*/ 8937 h 472"/>
                <a:gd name="T16" fmla="*/ 271 w 216"/>
                <a:gd name="T17" fmla="*/ 8881 h 472"/>
                <a:gd name="T18" fmla="*/ 942 w 216"/>
                <a:gd name="T19" fmla="*/ 3694 h 472"/>
                <a:gd name="T20" fmla="*/ 3394 w 216"/>
                <a:gd name="T21" fmla="*/ 264 h 472"/>
                <a:gd name="T22" fmla="*/ 3269 w 216"/>
                <a:gd name="T23" fmla="*/ 171 h 4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472">
                  <a:moveTo>
                    <a:pt x="208" y="9"/>
                  </a:moveTo>
                  <a:cubicBezTo>
                    <a:pt x="205" y="6"/>
                    <a:pt x="203" y="2"/>
                    <a:pt x="204" y="0"/>
                  </a:cubicBezTo>
                  <a:cubicBezTo>
                    <a:pt x="204" y="0"/>
                    <a:pt x="203" y="1"/>
                    <a:pt x="203" y="1"/>
                  </a:cubicBezTo>
                  <a:cubicBezTo>
                    <a:pt x="203" y="1"/>
                    <a:pt x="65" y="158"/>
                    <a:pt x="59" y="166"/>
                  </a:cubicBezTo>
                  <a:cubicBezTo>
                    <a:pt x="52" y="173"/>
                    <a:pt x="46" y="179"/>
                    <a:pt x="44" y="185"/>
                  </a:cubicBezTo>
                  <a:cubicBezTo>
                    <a:pt x="43" y="187"/>
                    <a:pt x="25" y="304"/>
                    <a:pt x="0" y="471"/>
                  </a:cubicBezTo>
                  <a:cubicBezTo>
                    <a:pt x="2" y="472"/>
                    <a:pt x="5" y="472"/>
                    <a:pt x="7" y="472"/>
                  </a:cubicBezTo>
                  <a:cubicBezTo>
                    <a:pt x="9" y="472"/>
                    <a:pt x="11" y="472"/>
                    <a:pt x="12" y="472"/>
                  </a:cubicBezTo>
                  <a:cubicBezTo>
                    <a:pt x="14" y="471"/>
                    <a:pt x="16" y="470"/>
                    <a:pt x="17" y="469"/>
                  </a:cubicBezTo>
                  <a:cubicBezTo>
                    <a:pt x="39" y="327"/>
                    <a:pt x="52" y="235"/>
                    <a:pt x="60" y="195"/>
                  </a:cubicBezTo>
                  <a:cubicBezTo>
                    <a:pt x="61" y="188"/>
                    <a:pt x="213" y="17"/>
                    <a:pt x="216" y="14"/>
                  </a:cubicBezTo>
                  <a:cubicBezTo>
                    <a:pt x="215" y="15"/>
                    <a:pt x="211" y="13"/>
                    <a:pt x="208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106">
              <a:extLst>
                <a:ext uri="{FF2B5EF4-FFF2-40B4-BE49-F238E27FC236}">
                  <a16:creationId xmlns:a16="http://schemas.microsoft.com/office/drawing/2014/main" id="{C04AD3F9-3BCB-43DC-A468-ED3009B3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353"/>
              <a:ext cx="325" cy="395"/>
            </a:xfrm>
            <a:custGeom>
              <a:avLst/>
              <a:gdLst>
                <a:gd name="T0" fmla="*/ 0 w 130"/>
                <a:gd name="T1" fmla="*/ 2813 h 148"/>
                <a:gd name="T2" fmla="*/ 2033 w 130"/>
                <a:gd name="T3" fmla="*/ 0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148">
                  <a:moveTo>
                    <a:pt x="0" y="148"/>
                  </a:moveTo>
                  <a:cubicBezTo>
                    <a:pt x="16" y="136"/>
                    <a:pt x="116" y="23"/>
                    <a:pt x="1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107">
              <a:extLst>
                <a:ext uri="{FF2B5EF4-FFF2-40B4-BE49-F238E27FC236}">
                  <a16:creationId xmlns:a16="http://schemas.microsoft.com/office/drawing/2014/main" id="{CE7720AC-AB62-4D6E-9897-A34FF7F4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854"/>
              <a:ext cx="110" cy="704"/>
            </a:xfrm>
            <a:custGeom>
              <a:avLst/>
              <a:gdLst>
                <a:gd name="T0" fmla="*/ 658 w 44"/>
                <a:gd name="T1" fmla="*/ 0 h 264"/>
                <a:gd name="T2" fmla="*/ 0 w 44"/>
                <a:gd name="T3" fmla="*/ 5005 h 2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64">
                  <a:moveTo>
                    <a:pt x="42" y="0"/>
                  </a:moveTo>
                  <a:cubicBezTo>
                    <a:pt x="44" y="21"/>
                    <a:pt x="10" y="225"/>
                    <a:pt x="0" y="2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108">
              <a:extLst>
                <a:ext uri="{FF2B5EF4-FFF2-40B4-BE49-F238E27FC236}">
                  <a16:creationId xmlns:a16="http://schemas.microsoft.com/office/drawing/2014/main" id="{CD14F380-61D9-497A-ACDD-804A0C492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1537"/>
              <a:ext cx="640" cy="357"/>
            </a:xfrm>
            <a:custGeom>
              <a:avLst/>
              <a:gdLst>
                <a:gd name="T0" fmla="*/ 3970 w 256"/>
                <a:gd name="T1" fmla="*/ 341 h 134"/>
                <a:gd name="T2" fmla="*/ 1845 w 256"/>
                <a:gd name="T3" fmla="*/ 2171 h 134"/>
                <a:gd name="T4" fmla="*/ 300 w 256"/>
                <a:gd name="T5" fmla="*/ 1377 h 134"/>
                <a:gd name="T6" fmla="*/ 0 w 256"/>
                <a:gd name="T7" fmla="*/ 362 h 134"/>
                <a:gd name="T8" fmla="*/ 0 w 256"/>
                <a:gd name="T9" fmla="*/ 567 h 134"/>
                <a:gd name="T10" fmla="*/ 0 w 256"/>
                <a:gd name="T11" fmla="*/ 738 h 134"/>
                <a:gd name="T12" fmla="*/ 0 w 256"/>
                <a:gd name="T13" fmla="*/ 773 h 134"/>
                <a:gd name="T14" fmla="*/ 20 w 256"/>
                <a:gd name="T15" fmla="*/ 773 h 134"/>
                <a:gd name="T16" fmla="*/ 300 w 256"/>
                <a:gd name="T17" fmla="*/ 1761 h 134"/>
                <a:gd name="T18" fmla="*/ 1845 w 256"/>
                <a:gd name="T19" fmla="*/ 2534 h 134"/>
                <a:gd name="T20" fmla="*/ 3970 w 256"/>
                <a:gd name="T21" fmla="*/ 717 h 134"/>
                <a:gd name="T22" fmla="*/ 4000 w 256"/>
                <a:gd name="T23" fmla="*/ 533 h 134"/>
                <a:gd name="T24" fmla="*/ 4000 w 256"/>
                <a:gd name="T25" fmla="*/ 533 h 134"/>
                <a:gd name="T26" fmla="*/ 4000 w 256"/>
                <a:gd name="T27" fmla="*/ 376 h 134"/>
                <a:gd name="T28" fmla="*/ 4000 w 256"/>
                <a:gd name="T29" fmla="*/ 376 h 134"/>
                <a:gd name="T30" fmla="*/ 4000 w 256"/>
                <a:gd name="T31" fmla="*/ 0 h 134"/>
                <a:gd name="T32" fmla="*/ 3970 w 256"/>
                <a:gd name="T33" fmla="*/ 341 h 1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6" h="134">
                  <a:moveTo>
                    <a:pt x="254" y="18"/>
                  </a:moveTo>
                  <a:cubicBezTo>
                    <a:pt x="241" y="76"/>
                    <a:pt x="187" y="115"/>
                    <a:pt x="118" y="115"/>
                  </a:cubicBezTo>
                  <a:cubicBezTo>
                    <a:pt x="78" y="115"/>
                    <a:pt x="41" y="99"/>
                    <a:pt x="19" y="73"/>
                  </a:cubicBezTo>
                  <a:cubicBezTo>
                    <a:pt x="8" y="59"/>
                    <a:pt x="1" y="38"/>
                    <a:pt x="0" y="1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3"/>
                    <a:pt x="0" y="36"/>
                    <a:pt x="0" y="39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60"/>
                    <a:pt x="8" y="79"/>
                    <a:pt x="19" y="93"/>
                  </a:cubicBezTo>
                  <a:cubicBezTo>
                    <a:pt x="41" y="119"/>
                    <a:pt x="78" y="134"/>
                    <a:pt x="118" y="134"/>
                  </a:cubicBezTo>
                  <a:cubicBezTo>
                    <a:pt x="187" y="134"/>
                    <a:pt x="241" y="96"/>
                    <a:pt x="254" y="38"/>
                  </a:cubicBezTo>
                  <a:cubicBezTo>
                    <a:pt x="255" y="35"/>
                    <a:pt x="255" y="32"/>
                    <a:pt x="256" y="28"/>
                  </a:cubicBezTo>
                  <a:cubicBezTo>
                    <a:pt x="256" y="28"/>
                    <a:pt x="256" y="28"/>
                    <a:pt x="256" y="28"/>
                  </a:cubicBezTo>
                  <a:cubicBezTo>
                    <a:pt x="256" y="20"/>
                    <a:pt x="256" y="20"/>
                    <a:pt x="256" y="20"/>
                  </a:cubicBezTo>
                  <a:cubicBezTo>
                    <a:pt x="256" y="20"/>
                    <a:pt x="256" y="20"/>
                    <a:pt x="256" y="20"/>
                  </a:cubicBezTo>
                  <a:cubicBezTo>
                    <a:pt x="256" y="0"/>
                    <a:pt x="256" y="0"/>
                    <a:pt x="256" y="0"/>
                  </a:cubicBezTo>
                  <a:cubicBezTo>
                    <a:pt x="256" y="6"/>
                    <a:pt x="255" y="12"/>
                    <a:pt x="254" y="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109">
              <a:extLst>
                <a:ext uri="{FF2B5EF4-FFF2-40B4-BE49-F238E27FC236}">
                  <a16:creationId xmlns:a16="http://schemas.microsoft.com/office/drawing/2014/main" id="{CA19E2ED-920E-467F-B2D3-EC7992D5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540"/>
              <a:ext cx="80" cy="34"/>
            </a:xfrm>
            <a:custGeom>
              <a:avLst/>
              <a:gdLst>
                <a:gd name="T0" fmla="*/ 0 w 32"/>
                <a:gd name="T1" fmla="*/ 144 h 13"/>
                <a:gd name="T2" fmla="*/ 208 w 32"/>
                <a:gd name="T3" fmla="*/ 233 h 13"/>
                <a:gd name="T4" fmla="*/ 500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8"/>
                  </a:moveTo>
                  <a:cubicBezTo>
                    <a:pt x="3" y="11"/>
                    <a:pt x="8" y="13"/>
                    <a:pt x="13" y="13"/>
                  </a:cubicBezTo>
                  <a:cubicBezTo>
                    <a:pt x="23" y="13"/>
                    <a:pt x="31" y="8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110">
              <a:extLst>
                <a:ext uri="{FF2B5EF4-FFF2-40B4-BE49-F238E27FC236}">
                  <a16:creationId xmlns:a16="http://schemas.microsoft.com/office/drawing/2014/main" id="{14F346EC-7500-41B8-A112-2B75B9838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670"/>
              <a:ext cx="30" cy="19"/>
            </a:xfrm>
            <a:custGeom>
              <a:avLst/>
              <a:gdLst>
                <a:gd name="T0" fmla="*/ 0 w 12"/>
                <a:gd name="T1" fmla="*/ 38 h 7"/>
                <a:gd name="T2" fmla="*/ 188 w 1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2"/>
                  </a:moveTo>
                  <a:cubicBezTo>
                    <a:pt x="5" y="0"/>
                    <a:pt x="8" y="6"/>
                    <a:pt x="12" y="7"/>
                  </a:cubicBezTo>
                </a:path>
              </a:pathLst>
            </a:custGeom>
            <a:noFill/>
            <a:ln w="7938" cap="rnd">
              <a:solidFill>
                <a:srgbClr val="E1E1E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111">
              <a:extLst>
                <a:ext uri="{FF2B5EF4-FFF2-40B4-BE49-F238E27FC236}">
                  <a16:creationId xmlns:a16="http://schemas.microsoft.com/office/drawing/2014/main" id="{0E13ED04-35E8-4EA1-BC63-319D05A8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660"/>
              <a:ext cx="20" cy="24"/>
            </a:xfrm>
            <a:custGeom>
              <a:avLst/>
              <a:gdLst>
                <a:gd name="T0" fmla="*/ 0 w 8"/>
                <a:gd name="T1" fmla="*/ 171 h 9"/>
                <a:gd name="T2" fmla="*/ 125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8"/>
                    <a:pt x="8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1E1E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112">
              <a:extLst>
                <a:ext uri="{FF2B5EF4-FFF2-40B4-BE49-F238E27FC236}">
                  <a16:creationId xmlns:a16="http://schemas.microsoft.com/office/drawing/2014/main" id="{C336FCAF-1ECF-45E7-A69D-EFAACB495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414"/>
              <a:ext cx="390" cy="408"/>
            </a:xfrm>
            <a:custGeom>
              <a:avLst/>
              <a:gdLst>
                <a:gd name="T0" fmla="*/ 2113 w 156"/>
                <a:gd name="T1" fmla="*/ 0 h 153"/>
                <a:gd name="T2" fmla="*/ 2220 w 156"/>
                <a:gd name="T3" fmla="*/ 1229 h 153"/>
                <a:gd name="T4" fmla="*/ 238 w 156"/>
                <a:gd name="T5" fmla="*/ 2880 h 153"/>
                <a:gd name="T6" fmla="*/ 0 w 156"/>
                <a:gd name="T7" fmla="*/ 2867 h 153"/>
                <a:gd name="T8" fmla="*/ 395 w 156"/>
                <a:gd name="T9" fmla="*/ 2901 h 153"/>
                <a:gd name="T10" fmla="*/ 2363 w 156"/>
                <a:gd name="T11" fmla="*/ 1216 h 153"/>
                <a:gd name="T12" fmla="*/ 2113 w 15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53">
                  <a:moveTo>
                    <a:pt x="135" y="0"/>
                  </a:moveTo>
                  <a:cubicBezTo>
                    <a:pt x="150" y="19"/>
                    <a:pt x="148" y="43"/>
                    <a:pt x="142" y="65"/>
                  </a:cubicBezTo>
                  <a:cubicBezTo>
                    <a:pt x="131" y="112"/>
                    <a:pt x="79" y="152"/>
                    <a:pt x="15" y="152"/>
                  </a:cubicBezTo>
                  <a:cubicBezTo>
                    <a:pt x="10" y="152"/>
                    <a:pt x="5" y="151"/>
                    <a:pt x="0" y="151"/>
                  </a:cubicBezTo>
                  <a:cubicBezTo>
                    <a:pt x="8" y="152"/>
                    <a:pt x="16" y="153"/>
                    <a:pt x="25" y="153"/>
                  </a:cubicBezTo>
                  <a:cubicBezTo>
                    <a:pt x="89" y="153"/>
                    <a:pt x="139" y="117"/>
                    <a:pt x="151" y="64"/>
                  </a:cubicBezTo>
                  <a:cubicBezTo>
                    <a:pt x="156" y="41"/>
                    <a:pt x="150" y="19"/>
                    <a:pt x="135" y="0"/>
                  </a:cubicBezTo>
                </a:path>
              </a:pathLst>
            </a:custGeom>
            <a:solidFill>
              <a:srgbClr val="96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113">
              <a:extLst>
                <a:ext uri="{FF2B5EF4-FFF2-40B4-BE49-F238E27FC236}">
                  <a16:creationId xmlns:a16="http://schemas.microsoft.com/office/drawing/2014/main" id="{2CAFF851-1470-4E03-9554-D224F91E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622"/>
              <a:ext cx="358" cy="200"/>
            </a:xfrm>
            <a:custGeom>
              <a:avLst/>
              <a:gdLst>
                <a:gd name="T0" fmla="*/ 2163 w 143"/>
                <a:gd name="T1" fmla="*/ 0 h 75"/>
                <a:gd name="T2" fmla="*/ 238 w 143"/>
                <a:gd name="T3" fmla="*/ 1400 h 75"/>
                <a:gd name="T4" fmla="*/ 0 w 143"/>
                <a:gd name="T5" fmla="*/ 1387 h 75"/>
                <a:gd name="T6" fmla="*/ 396 w 143"/>
                <a:gd name="T7" fmla="*/ 1421 h 75"/>
                <a:gd name="T8" fmla="*/ 2243 w 143"/>
                <a:gd name="T9" fmla="*/ 171 h 75"/>
                <a:gd name="T10" fmla="*/ 2163 w 143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75">
                  <a:moveTo>
                    <a:pt x="138" y="0"/>
                  </a:moveTo>
                  <a:cubicBezTo>
                    <a:pt x="121" y="41"/>
                    <a:pt x="73" y="74"/>
                    <a:pt x="15" y="74"/>
                  </a:cubicBezTo>
                  <a:cubicBezTo>
                    <a:pt x="10" y="74"/>
                    <a:pt x="5" y="73"/>
                    <a:pt x="0" y="73"/>
                  </a:cubicBezTo>
                  <a:cubicBezTo>
                    <a:pt x="8" y="74"/>
                    <a:pt x="16" y="75"/>
                    <a:pt x="25" y="75"/>
                  </a:cubicBezTo>
                  <a:cubicBezTo>
                    <a:pt x="79" y="75"/>
                    <a:pt x="123" y="49"/>
                    <a:pt x="143" y="9"/>
                  </a:cubicBezTo>
                  <a:cubicBezTo>
                    <a:pt x="141" y="6"/>
                    <a:pt x="140" y="3"/>
                    <a:pt x="138" y="0"/>
                  </a:cubicBezTo>
                  <a:close/>
                </a:path>
              </a:pathLst>
            </a:custGeom>
            <a:solidFill>
              <a:srgbClr val="2F3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extLst>
              <a:ext uri="{FF2B5EF4-FFF2-40B4-BE49-F238E27FC236}">
                <a16:creationId xmlns:a16="http://schemas.microsoft.com/office/drawing/2014/main" id="{CD7A3ACC-57F1-424D-95F6-71C90406C07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Fat food (1)</a:t>
            </a:r>
          </a:p>
        </p:txBody>
      </p:sp>
      <p:grpSp>
        <p:nvGrpSpPr>
          <p:cNvPr id="33794" name="french-fries-and-onion-rings">
            <a:extLst>
              <a:ext uri="{FF2B5EF4-FFF2-40B4-BE49-F238E27FC236}">
                <a16:creationId xmlns:a16="http://schemas.microsoft.com/office/drawing/2014/main" id="{BE39CEF2-0C7E-4AB8-8308-444F13613988}"/>
              </a:ext>
            </a:extLst>
          </p:cNvPr>
          <p:cNvGrpSpPr>
            <a:grpSpLocks/>
          </p:cNvGrpSpPr>
          <p:nvPr/>
        </p:nvGrpSpPr>
        <p:grpSpPr bwMode="auto">
          <a:xfrm>
            <a:off x="2328863" y="4162425"/>
            <a:ext cx="2536825" cy="2003425"/>
            <a:chOff x="1912" y="1393"/>
            <a:chExt cx="1955" cy="1544"/>
          </a:xfrm>
        </p:grpSpPr>
        <p:grpSp>
          <p:nvGrpSpPr>
            <p:cNvPr id="34648" name="Group 4">
              <a:extLst>
                <a:ext uri="{FF2B5EF4-FFF2-40B4-BE49-F238E27FC236}">
                  <a16:creationId xmlns:a16="http://schemas.microsoft.com/office/drawing/2014/main" id="{3A827B3A-9F15-4196-A367-FE12230060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12" y="1393"/>
              <a:ext cx="1955" cy="1544"/>
              <a:chOff x="1912" y="1393"/>
              <a:chExt cx="1955" cy="1544"/>
            </a:xfrm>
          </p:grpSpPr>
          <p:sp>
            <p:nvSpPr>
              <p:cNvPr id="34680" name="Oval 5">
                <a:extLst>
                  <a:ext uri="{FF2B5EF4-FFF2-40B4-BE49-F238E27FC236}">
                    <a16:creationId xmlns:a16="http://schemas.microsoft.com/office/drawing/2014/main" id="{5A52B185-1D2E-4FD5-8501-AA6047C86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444"/>
                <a:ext cx="1467" cy="795"/>
              </a:xfrm>
              <a:prstGeom prst="ellipse">
                <a:avLst/>
              </a:prstGeom>
              <a:solidFill>
                <a:srgbClr val="76C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681" name="Oval 6">
                <a:extLst>
                  <a:ext uri="{FF2B5EF4-FFF2-40B4-BE49-F238E27FC236}">
                    <a16:creationId xmlns:a16="http://schemas.microsoft.com/office/drawing/2014/main" id="{F84E89E7-D329-46AE-9B14-6F96FC788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444"/>
                <a:ext cx="1467" cy="795"/>
              </a:xfrm>
              <a:prstGeom prst="ellipse">
                <a:avLst/>
              </a:prstGeom>
              <a:solidFill>
                <a:srgbClr val="E6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682" name="Oval 7">
                <a:extLst>
                  <a:ext uri="{FF2B5EF4-FFF2-40B4-BE49-F238E27FC236}">
                    <a16:creationId xmlns:a16="http://schemas.microsoft.com/office/drawing/2014/main" id="{576354E9-EF7F-4695-B904-483C282D5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460"/>
                <a:ext cx="1437" cy="763"/>
              </a:xfrm>
              <a:prstGeom prst="ellipse">
                <a:avLst/>
              </a:prstGeom>
              <a:solidFill>
                <a:srgbClr val="A3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683" name="Freeform 8">
                <a:extLst>
                  <a:ext uri="{FF2B5EF4-FFF2-40B4-BE49-F238E27FC236}">
                    <a16:creationId xmlns:a16="http://schemas.microsoft.com/office/drawing/2014/main" id="{7626A1A4-90E2-4238-9881-540B50F67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471"/>
                <a:ext cx="540" cy="381"/>
              </a:xfrm>
              <a:custGeom>
                <a:avLst/>
                <a:gdLst>
                  <a:gd name="T0" fmla="*/ 0 w 216"/>
                  <a:gd name="T1" fmla="*/ 2115 h 143"/>
                  <a:gd name="T2" fmla="*/ 208 w 216"/>
                  <a:gd name="T3" fmla="*/ 2704 h 143"/>
                  <a:gd name="T4" fmla="*/ 2845 w 216"/>
                  <a:gd name="T5" fmla="*/ 264 h 143"/>
                  <a:gd name="T6" fmla="*/ 2970 w 216"/>
                  <a:gd name="T7" fmla="*/ 397 h 143"/>
                  <a:gd name="T8" fmla="*/ 3113 w 216"/>
                  <a:gd name="T9" fmla="*/ 434 h 143"/>
                  <a:gd name="T10" fmla="*/ 3250 w 216"/>
                  <a:gd name="T11" fmla="*/ 306 h 143"/>
                  <a:gd name="T12" fmla="*/ 3375 w 216"/>
                  <a:gd name="T13" fmla="*/ 0 h 143"/>
                  <a:gd name="T14" fmla="*/ 0 w 216"/>
                  <a:gd name="T15" fmla="*/ 2115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6" h="143">
                    <a:moveTo>
                      <a:pt x="0" y="112"/>
                    </a:moveTo>
                    <a:cubicBezTo>
                      <a:pt x="13" y="143"/>
                      <a:pt x="13" y="143"/>
                      <a:pt x="13" y="143"/>
                    </a:cubicBezTo>
                    <a:cubicBezTo>
                      <a:pt x="21" y="92"/>
                      <a:pt x="87" y="33"/>
                      <a:pt x="182" y="14"/>
                    </a:cubicBezTo>
                    <a:cubicBezTo>
                      <a:pt x="191" y="13"/>
                      <a:pt x="191" y="17"/>
                      <a:pt x="190" y="21"/>
                    </a:cubicBezTo>
                    <a:cubicBezTo>
                      <a:pt x="189" y="24"/>
                      <a:pt x="199" y="23"/>
                      <a:pt x="199" y="23"/>
                    </a:cubicBezTo>
                    <a:cubicBezTo>
                      <a:pt x="208" y="16"/>
                      <a:pt x="208" y="16"/>
                      <a:pt x="208" y="16"/>
                    </a:cubicBezTo>
                    <a:cubicBezTo>
                      <a:pt x="216" y="0"/>
                      <a:pt x="216" y="0"/>
                      <a:pt x="216" y="0"/>
                    </a:cubicBezTo>
                    <a:cubicBezTo>
                      <a:pt x="107" y="13"/>
                      <a:pt x="21" y="57"/>
                      <a:pt x="0" y="112"/>
                    </a:cubicBezTo>
                    <a:close/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84" name="Freeform 9">
                <a:extLst>
                  <a:ext uri="{FF2B5EF4-FFF2-40B4-BE49-F238E27FC236}">
                    <a16:creationId xmlns:a16="http://schemas.microsoft.com/office/drawing/2014/main" id="{842F791A-C720-41CF-92D8-53A3E9BF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497"/>
                <a:ext cx="1332" cy="726"/>
              </a:xfrm>
              <a:custGeom>
                <a:avLst/>
                <a:gdLst>
                  <a:gd name="T0" fmla="*/ 8319 w 533"/>
                  <a:gd name="T1" fmla="*/ 3043 h 272"/>
                  <a:gd name="T2" fmla="*/ 7620 w 533"/>
                  <a:gd name="T3" fmla="*/ 3176 h 272"/>
                  <a:gd name="T4" fmla="*/ 7557 w 533"/>
                  <a:gd name="T5" fmla="*/ 2835 h 272"/>
                  <a:gd name="T6" fmla="*/ 7495 w 533"/>
                  <a:gd name="T7" fmla="*/ 2279 h 272"/>
                  <a:gd name="T8" fmla="*/ 6900 w 533"/>
                  <a:gd name="T9" fmla="*/ 1311 h 272"/>
                  <a:gd name="T10" fmla="*/ 6603 w 533"/>
                  <a:gd name="T11" fmla="*/ 1140 h 272"/>
                  <a:gd name="T12" fmla="*/ 6508 w 533"/>
                  <a:gd name="T13" fmla="*/ 875 h 272"/>
                  <a:gd name="T14" fmla="*/ 6008 w 533"/>
                  <a:gd name="T15" fmla="*/ 705 h 272"/>
                  <a:gd name="T16" fmla="*/ 5745 w 533"/>
                  <a:gd name="T17" fmla="*/ 435 h 272"/>
                  <a:gd name="T18" fmla="*/ 5291 w 533"/>
                  <a:gd name="T19" fmla="*/ 136 h 272"/>
                  <a:gd name="T20" fmla="*/ 4946 w 533"/>
                  <a:gd name="T21" fmla="*/ 21 h 272"/>
                  <a:gd name="T22" fmla="*/ 4603 w 533"/>
                  <a:gd name="T23" fmla="*/ 35 h 272"/>
                  <a:gd name="T24" fmla="*/ 4028 w 533"/>
                  <a:gd name="T25" fmla="*/ 77 h 272"/>
                  <a:gd name="T26" fmla="*/ 3354 w 533"/>
                  <a:gd name="T27" fmla="*/ 149 h 272"/>
                  <a:gd name="T28" fmla="*/ 2749 w 533"/>
                  <a:gd name="T29" fmla="*/ 77 h 272"/>
                  <a:gd name="T30" fmla="*/ 2292 w 533"/>
                  <a:gd name="T31" fmla="*/ 286 h 272"/>
                  <a:gd name="T32" fmla="*/ 2104 w 533"/>
                  <a:gd name="T33" fmla="*/ 264 h 272"/>
                  <a:gd name="T34" fmla="*/ 1904 w 533"/>
                  <a:gd name="T35" fmla="*/ 456 h 272"/>
                  <a:gd name="T36" fmla="*/ 1529 w 533"/>
                  <a:gd name="T37" fmla="*/ 721 h 272"/>
                  <a:gd name="T38" fmla="*/ 1030 w 533"/>
                  <a:gd name="T39" fmla="*/ 1105 h 272"/>
                  <a:gd name="T40" fmla="*/ 1000 w 533"/>
                  <a:gd name="T41" fmla="*/ 1524 h 272"/>
                  <a:gd name="T42" fmla="*/ 875 w 533"/>
                  <a:gd name="T43" fmla="*/ 1639 h 272"/>
                  <a:gd name="T44" fmla="*/ 812 w 533"/>
                  <a:gd name="T45" fmla="*/ 1823 h 272"/>
                  <a:gd name="T46" fmla="*/ 575 w 533"/>
                  <a:gd name="T47" fmla="*/ 2037 h 272"/>
                  <a:gd name="T48" fmla="*/ 167 w 533"/>
                  <a:gd name="T49" fmla="*/ 2586 h 272"/>
                  <a:gd name="T50" fmla="*/ 187 w 533"/>
                  <a:gd name="T51" fmla="*/ 3419 h 272"/>
                  <a:gd name="T52" fmla="*/ 125 w 533"/>
                  <a:gd name="T53" fmla="*/ 3841 h 272"/>
                  <a:gd name="T54" fmla="*/ 167 w 533"/>
                  <a:gd name="T55" fmla="*/ 3918 h 272"/>
                  <a:gd name="T56" fmla="*/ 3946 w 533"/>
                  <a:gd name="T57" fmla="*/ 5173 h 272"/>
                  <a:gd name="T58" fmla="*/ 8319 w 533"/>
                  <a:gd name="T59" fmla="*/ 3043 h 27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33" h="272">
                    <a:moveTo>
                      <a:pt x="533" y="160"/>
                    </a:moveTo>
                    <a:cubicBezTo>
                      <a:pt x="519" y="164"/>
                      <a:pt x="503" y="175"/>
                      <a:pt x="488" y="167"/>
                    </a:cubicBezTo>
                    <a:cubicBezTo>
                      <a:pt x="480" y="163"/>
                      <a:pt x="484" y="157"/>
                      <a:pt x="484" y="149"/>
                    </a:cubicBezTo>
                    <a:cubicBezTo>
                      <a:pt x="485" y="140"/>
                      <a:pt x="482" y="130"/>
                      <a:pt x="480" y="120"/>
                    </a:cubicBezTo>
                    <a:cubicBezTo>
                      <a:pt x="474" y="99"/>
                      <a:pt x="464" y="79"/>
                      <a:pt x="442" y="69"/>
                    </a:cubicBezTo>
                    <a:cubicBezTo>
                      <a:pt x="436" y="66"/>
                      <a:pt x="426" y="67"/>
                      <a:pt x="423" y="60"/>
                    </a:cubicBezTo>
                    <a:cubicBezTo>
                      <a:pt x="420" y="55"/>
                      <a:pt x="423" y="51"/>
                      <a:pt x="417" y="46"/>
                    </a:cubicBezTo>
                    <a:cubicBezTo>
                      <a:pt x="408" y="38"/>
                      <a:pt x="396" y="40"/>
                      <a:pt x="385" y="37"/>
                    </a:cubicBezTo>
                    <a:cubicBezTo>
                      <a:pt x="376" y="35"/>
                      <a:pt x="373" y="30"/>
                      <a:pt x="368" y="23"/>
                    </a:cubicBezTo>
                    <a:cubicBezTo>
                      <a:pt x="363" y="13"/>
                      <a:pt x="350" y="9"/>
                      <a:pt x="339" y="7"/>
                    </a:cubicBezTo>
                    <a:cubicBezTo>
                      <a:pt x="331" y="5"/>
                      <a:pt x="325" y="3"/>
                      <a:pt x="317" y="1"/>
                    </a:cubicBezTo>
                    <a:cubicBezTo>
                      <a:pt x="310" y="0"/>
                      <a:pt x="302" y="1"/>
                      <a:pt x="295" y="2"/>
                    </a:cubicBezTo>
                    <a:cubicBezTo>
                      <a:pt x="282" y="2"/>
                      <a:pt x="271" y="0"/>
                      <a:pt x="258" y="4"/>
                    </a:cubicBezTo>
                    <a:cubicBezTo>
                      <a:pt x="244" y="8"/>
                      <a:pt x="230" y="11"/>
                      <a:pt x="215" y="8"/>
                    </a:cubicBezTo>
                    <a:cubicBezTo>
                      <a:pt x="201" y="5"/>
                      <a:pt x="190" y="1"/>
                      <a:pt x="176" y="4"/>
                    </a:cubicBezTo>
                    <a:cubicBezTo>
                      <a:pt x="166" y="7"/>
                      <a:pt x="157" y="14"/>
                      <a:pt x="147" y="15"/>
                    </a:cubicBezTo>
                    <a:cubicBezTo>
                      <a:pt x="143" y="15"/>
                      <a:pt x="139" y="13"/>
                      <a:pt x="135" y="14"/>
                    </a:cubicBezTo>
                    <a:cubicBezTo>
                      <a:pt x="129" y="16"/>
                      <a:pt x="125" y="21"/>
                      <a:pt x="122" y="24"/>
                    </a:cubicBezTo>
                    <a:cubicBezTo>
                      <a:pt x="114" y="31"/>
                      <a:pt x="107" y="34"/>
                      <a:pt x="98" y="38"/>
                    </a:cubicBezTo>
                    <a:cubicBezTo>
                      <a:pt x="88" y="42"/>
                      <a:pt x="72" y="46"/>
                      <a:pt x="66" y="58"/>
                    </a:cubicBezTo>
                    <a:cubicBezTo>
                      <a:pt x="63" y="65"/>
                      <a:pt x="68" y="74"/>
                      <a:pt x="64" y="80"/>
                    </a:cubicBezTo>
                    <a:cubicBezTo>
                      <a:pt x="62" y="83"/>
                      <a:pt x="58" y="83"/>
                      <a:pt x="56" y="86"/>
                    </a:cubicBezTo>
                    <a:cubicBezTo>
                      <a:pt x="54" y="88"/>
                      <a:pt x="53" y="93"/>
                      <a:pt x="52" y="96"/>
                    </a:cubicBezTo>
                    <a:cubicBezTo>
                      <a:pt x="47" y="104"/>
                      <a:pt x="45" y="103"/>
                      <a:pt x="37" y="107"/>
                    </a:cubicBezTo>
                    <a:cubicBezTo>
                      <a:pt x="24" y="112"/>
                      <a:pt x="12" y="120"/>
                      <a:pt x="11" y="136"/>
                    </a:cubicBezTo>
                    <a:cubicBezTo>
                      <a:pt x="10" y="152"/>
                      <a:pt x="26" y="166"/>
                      <a:pt x="12" y="180"/>
                    </a:cubicBezTo>
                    <a:cubicBezTo>
                      <a:pt x="5" y="188"/>
                      <a:pt x="0" y="191"/>
                      <a:pt x="8" y="202"/>
                    </a:cubicBezTo>
                    <a:cubicBezTo>
                      <a:pt x="9" y="203"/>
                      <a:pt x="10" y="205"/>
                      <a:pt x="11" y="206"/>
                    </a:cubicBezTo>
                    <a:cubicBezTo>
                      <a:pt x="62" y="246"/>
                      <a:pt x="151" y="272"/>
                      <a:pt x="253" y="272"/>
                    </a:cubicBezTo>
                    <a:cubicBezTo>
                      <a:pt x="390" y="272"/>
                      <a:pt x="505" y="224"/>
                      <a:pt x="533" y="160"/>
                    </a:cubicBezTo>
                    <a:close/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85" name="Freeform 10">
                <a:extLst>
                  <a:ext uri="{FF2B5EF4-FFF2-40B4-BE49-F238E27FC236}">
                    <a16:creationId xmlns:a16="http://schemas.microsoft.com/office/drawing/2014/main" id="{E5F068A9-E862-4673-B9A8-07DE4A336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583"/>
                <a:ext cx="193" cy="474"/>
              </a:xfrm>
              <a:custGeom>
                <a:avLst/>
                <a:gdLst>
                  <a:gd name="T0" fmla="*/ 1213 w 77"/>
                  <a:gd name="T1" fmla="*/ 0 h 178"/>
                  <a:gd name="T2" fmla="*/ 0 w 77"/>
                  <a:gd name="T3" fmla="*/ 1829 h 178"/>
                  <a:gd name="T4" fmla="*/ 805 w 77"/>
                  <a:gd name="T5" fmla="*/ 3361 h 178"/>
                  <a:gd name="T6" fmla="*/ 847 w 77"/>
                  <a:gd name="T7" fmla="*/ 3305 h 178"/>
                  <a:gd name="T8" fmla="*/ 910 w 77"/>
                  <a:gd name="T9" fmla="*/ 2546 h 178"/>
                  <a:gd name="T10" fmla="*/ 742 w 77"/>
                  <a:gd name="T11" fmla="*/ 2511 h 178"/>
                  <a:gd name="T12" fmla="*/ 534 w 77"/>
                  <a:gd name="T13" fmla="*/ 2341 h 178"/>
                  <a:gd name="T14" fmla="*/ 742 w 77"/>
                  <a:gd name="T15" fmla="*/ 794 h 178"/>
                  <a:gd name="T16" fmla="*/ 1213 w 77"/>
                  <a:gd name="T17" fmla="*/ 0 h 1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78">
                    <a:moveTo>
                      <a:pt x="77" y="0"/>
                    </a:moveTo>
                    <a:cubicBezTo>
                      <a:pt x="30" y="25"/>
                      <a:pt x="0" y="60"/>
                      <a:pt x="0" y="97"/>
                    </a:cubicBezTo>
                    <a:cubicBezTo>
                      <a:pt x="0" y="127"/>
                      <a:pt x="19" y="155"/>
                      <a:pt x="51" y="178"/>
                    </a:cubicBezTo>
                    <a:cubicBezTo>
                      <a:pt x="52" y="177"/>
                      <a:pt x="53" y="177"/>
                      <a:pt x="54" y="175"/>
                    </a:cubicBezTo>
                    <a:cubicBezTo>
                      <a:pt x="58" y="170"/>
                      <a:pt x="64" y="141"/>
                      <a:pt x="58" y="135"/>
                    </a:cubicBezTo>
                    <a:cubicBezTo>
                      <a:pt x="56" y="133"/>
                      <a:pt x="50" y="134"/>
                      <a:pt x="47" y="133"/>
                    </a:cubicBezTo>
                    <a:cubicBezTo>
                      <a:pt x="42" y="131"/>
                      <a:pt x="37" y="127"/>
                      <a:pt x="34" y="124"/>
                    </a:cubicBezTo>
                    <a:cubicBezTo>
                      <a:pt x="8" y="100"/>
                      <a:pt x="31" y="69"/>
                      <a:pt x="47" y="42"/>
                    </a:cubicBezTo>
                    <a:cubicBezTo>
                      <a:pt x="58" y="23"/>
                      <a:pt x="61" y="11"/>
                      <a:pt x="77" y="0"/>
                    </a:cubicBezTo>
                    <a:close/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86" name="Freeform 11">
                <a:extLst>
                  <a:ext uri="{FF2B5EF4-FFF2-40B4-BE49-F238E27FC236}">
                    <a16:creationId xmlns:a16="http://schemas.microsoft.com/office/drawing/2014/main" id="{A54E6A44-175B-4DCD-BFA4-9F846F773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660"/>
                <a:ext cx="1292" cy="563"/>
              </a:xfrm>
              <a:custGeom>
                <a:avLst/>
                <a:gdLst>
                  <a:gd name="T0" fmla="*/ 0 w 517"/>
                  <a:gd name="T1" fmla="*/ 2356 h 211"/>
                  <a:gd name="T2" fmla="*/ 4133 w 517"/>
                  <a:gd name="T3" fmla="*/ 4008 h 211"/>
                  <a:gd name="T4" fmla="*/ 8069 w 517"/>
                  <a:gd name="T5" fmla="*/ 2607 h 211"/>
                  <a:gd name="T6" fmla="*/ 7600 w 517"/>
                  <a:gd name="T7" fmla="*/ 2676 h 211"/>
                  <a:gd name="T8" fmla="*/ 7557 w 517"/>
                  <a:gd name="T9" fmla="*/ 1972 h 211"/>
                  <a:gd name="T10" fmla="*/ 7370 w 517"/>
                  <a:gd name="T11" fmla="*/ 1174 h 211"/>
                  <a:gd name="T12" fmla="*/ 7132 w 517"/>
                  <a:gd name="T13" fmla="*/ 568 h 211"/>
                  <a:gd name="T14" fmla="*/ 6900 w 517"/>
                  <a:gd name="T15" fmla="*/ 512 h 211"/>
                  <a:gd name="T16" fmla="*/ 6620 w 517"/>
                  <a:gd name="T17" fmla="*/ 342 h 211"/>
                  <a:gd name="T18" fmla="*/ 6475 w 517"/>
                  <a:gd name="T19" fmla="*/ 149 h 211"/>
                  <a:gd name="T20" fmla="*/ 6278 w 517"/>
                  <a:gd name="T21" fmla="*/ 21 h 211"/>
                  <a:gd name="T22" fmla="*/ 5465 w 517"/>
                  <a:gd name="T23" fmla="*/ 149 h 211"/>
                  <a:gd name="T24" fmla="*/ 3216 w 517"/>
                  <a:gd name="T25" fmla="*/ 456 h 211"/>
                  <a:gd name="T26" fmla="*/ 2312 w 517"/>
                  <a:gd name="T27" fmla="*/ 1003 h 211"/>
                  <a:gd name="T28" fmla="*/ 1529 w 517"/>
                  <a:gd name="T29" fmla="*/ 1217 h 211"/>
                  <a:gd name="T30" fmla="*/ 1374 w 517"/>
                  <a:gd name="T31" fmla="*/ 1046 h 211"/>
                  <a:gd name="T32" fmla="*/ 1092 w 517"/>
                  <a:gd name="T33" fmla="*/ 854 h 211"/>
                  <a:gd name="T34" fmla="*/ 1012 w 517"/>
                  <a:gd name="T35" fmla="*/ 969 h 211"/>
                  <a:gd name="T36" fmla="*/ 875 w 517"/>
                  <a:gd name="T37" fmla="*/ 1046 h 211"/>
                  <a:gd name="T38" fmla="*/ 625 w 517"/>
                  <a:gd name="T39" fmla="*/ 1233 h 211"/>
                  <a:gd name="T40" fmla="*/ 500 w 517"/>
                  <a:gd name="T41" fmla="*/ 1630 h 211"/>
                  <a:gd name="T42" fmla="*/ 575 w 517"/>
                  <a:gd name="T43" fmla="*/ 2164 h 211"/>
                  <a:gd name="T44" fmla="*/ 262 w 517"/>
                  <a:gd name="T45" fmla="*/ 2449 h 211"/>
                  <a:gd name="T46" fmla="*/ 30 w 517"/>
                  <a:gd name="T47" fmla="*/ 2377 h 211"/>
                  <a:gd name="T48" fmla="*/ 0 w 517"/>
                  <a:gd name="T49" fmla="*/ 2356 h 2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7" h="211">
                    <a:moveTo>
                      <a:pt x="0" y="124"/>
                    </a:moveTo>
                    <a:cubicBezTo>
                      <a:pt x="44" y="176"/>
                      <a:pt x="146" y="211"/>
                      <a:pt x="265" y="211"/>
                    </a:cubicBezTo>
                    <a:cubicBezTo>
                      <a:pt x="373" y="211"/>
                      <a:pt x="468" y="181"/>
                      <a:pt x="517" y="137"/>
                    </a:cubicBezTo>
                    <a:cubicBezTo>
                      <a:pt x="506" y="143"/>
                      <a:pt x="494" y="156"/>
                      <a:pt x="487" y="141"/>
                    </a:cubicBezTo>
                    <a:cubicBezTo>
                      <a:pt x="482" y="130"/>
                      <a:pt x="485" y="116"/>
                      <a:pt x="484" y="104"/>
                    </a:cubicBezTo>
                    <a:cubicBezTo>
                      <a:pt x="484" y="88"/>
                      <a:pt x="477" y="76"/>
                      <a:pt x="472" y="62"/>
                    </a:cubicBezTo>
                    <a:cubicBezTo>
                      <a:pt x="469" y="53"/>
                      <a:pt x="466" y="36"/>
                      <a:pt x="457" y="30"/>
                    </a:cubicBezTo>
                    <a:cubicBezTo>
                      <a:pt x="453" y="27"/>
                      <a:pt x="446" y="28"/>
                      <a:pt x="442" y="27"/>
                    </a:cubicBezTo>
                    <a:cubicBezTo>
                      <a:pt x="435" y="25"/>
                      <a:pt x="430" y="23"/>
                      <a:pt x="424" y="18"/>
                    </a:cubicBezTo>
                    <a:cubicBezTo>
                      <a:pt x="420" y="15"/>
                      <a:pt x="418" y="13"/>
                      <a:pt x="415" y="8"/>
                    </a:cubicBezTo>
                    <a:cubicBezTo>
                      <a:pt x="412" y="1"/>
                      <a:pt x="411" y="1"/>
                      <a:pt x="402" y="1"/>
                    </a:cubicBezTo>
                    <a:cubicBezTo>
                      <a:pt x="385" y="0"/>
                      <a:pt x="368" y="6"/>
                      <a:pt x="350" y="8"/>
                    </a:cubicBezTo>
                    <a:cubicBezTo>
                      <a:pt x="303" y="13"/>
                      <a:pt x="252" y="9"/>
                      <a:pt x="206" y="24"/>
                    </a:cubicBezTo>
                    <a:cubicBezTo>
                      <a:pt x="185" y="31"/>
                      <a:pt x="169" y="45"/>
                      <a:pt x="148" y="53"/>
                    </a:cubicBezTo>
                    <a:cubicBezTo>
                      <a:pt x="134" y="59"/>
                      <a:pt x="114" y="65"/>
                      <a:pt x="98" y="64"/>
                    </a:cubicBezTo>
                    <a:cubicBezTo>
                      <a:pt x="90" y="64"/>
                      <a:pt x="93" y="59"/>
                      <a:pt x="88" y="55"/>
                    </a:cubicBezTo>
                    <a:cubicBezTo>
                      <a:pt x="83" y="50"/>
                      <a:pt x="76" y="50"/>
                      <a:pt x="70" y="45"/>
                    </a:cubicBezTo>
                    <a:cubicBezTo>
                      <a:pt x="68" y="47"/>
                      <a:pt x="67" y="50"/>
                      <a:pt x="65" y="51"/>
                    </a:cubicBezTo>
                    <a:cubicBezTo>
                      <a:pt x="62" y="54"/>
                      <a:pt x="59" y="54"/>
                      <a:pt x="56" y="55"/>
                    </a:cubicBezTo>
                    <a:cubicBezTo>
                      <a:pt x="50" y="57"/>
                      <a:pt x="43" y="60"/>
                      <a:pt x="40" y="65"/>
                    </a:cubicBezTo>
                    <a:cubicBezTo>
                      <a:pt x="33" y="70"/>
                      <a:pt x="30" y="75"/>
                      <a:pt x="32" y="86"/>
                    </a:cubicBezTo>
                    <a:cubicBezTo>
                      <a:pt x="34" y="96"/>
                      <a:pt x="41" y="104"/>
                      <a:pt x="37" y="114"/>
                    </a:cubicBezTo>
                    <a:cubicBezTo>
                      <a:pt x="33" y="124"/>
                      <a:pt x="29" y="133"/>
                      <a:pt x="17" y="129"/>
                    </a:cubicBezTo>
                    <a:cubicBezTo>
                      <a:pt x="12" y="127"/>
                      <a:pt x="7" y="126"/>
                      <a:pt x="2" y="125"/>
                    </a:cubicBezTo>
                    <a:cubicBezTo>
                      <a:pt x="2" y="125"/>
                      <a:pt x="1" y="125"/>
                      <a:pt x="0" y="124"/>
                    </a:cubicBezTo>
                    <a:close/>
                  </a:path>
                </a:pathLst>
              </a:custGeom>
              <a:solidFill>
                <a:srgbClr val="42B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87" name="Freeform 12">
                <a:extLst>
                  <a:ext uri="{FF2B5EF4-FFF2-40B4-BE49-F238E27FC236}">
                    <a16:creationId xmlns:a16="http://schemas.microsoft.com/office/drawing/2014/main" id="{5ADD1FCC-1500-446D-80FD-087495850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468"/>
                <a:ext cx="50" cy="93"/>
              </a:xfrm>
              <a:custGeom>
                <a:avLst/>
                <a:gdLst>
                  <a:gd name="T0" fmla="*/ 83 w 20"/>
                  <a:gd name="T1" fmla="*/ 0 h 35"/>
                  <a:gd name="T2" fmla="*/ 283 w 20"/>
                  <a:gd name="T3" fmla="*/ 409 h 35"/>
                  <a:gd name="T4" fmla="*/ 0 w 20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5">
                    <a:moveTo>
                      <a:pt x="5" y="0"/>
                    </a:moveTo>
                    <a:cubicBezTo>
                      <a:pt x="13" y="9"/>
                      <a:pt x="20" y="9"/>
                      <a:pt x="18" y="22"/>
                    </a:cubicBezTo>
                    <a:cubicBezTo>
                      <a:pt x="16" y="33"/>
                      <a:pt x="9" y="30"/>
                      <a:pt x="0" y="35"/>
                    </a:cubicBezTo>
                  </a:path>
                </a:pathLst>
              </a:custGeom>
              <a:solidFill>
                <a:srgbClr val="80C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88" name="Freeform 13">
                <a:extLst>
                  <a:ext uri="{FF2B5EF4-FFF2-40B4-BE49-F238E27FC236}">
                    <a16:creationId xmlns:a16="http://schemas.microsoft.com/office/drawing/2014/main" id="{33D1AF8F-C19A-4BCB-A23F-4378943AB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865"/>
                <a:ext cx="1464" cy="768"/>
              </a:xfrm>
              <a:custGeom>
                <a:avLst/>
                <a:gdLst>
                  <a:gd name="T0" fmla="*/ 8794 w 586"/>
                  <a:gd name="T1" fmla="*/ 909 h 288"/>
                  <a:gd name="T2" fmla="*/ 8719 w 586"/>
                  <a:gd name="T3" fmla="*/ 1024 h 288"/>
                  <a:gd name="T4" fmla="*/ 8639 w 586"/>
                  <a:gd name="T5" fmla="*/ 1139 h 288"/>
                  <a:gd name="T6" fmla="*/ 8532 w 586"/>
                  <a:gd name="T7" fmla="*/ 1251 h 288"/>
                  <a:gd name="T8" fmla="*/ 8419 w 586"/>
                  <a:gd name="T9" fmla="*/ 1365 h 288"/>
                  <a:gd name="T10" fmla="*/ 8314 w 586"/>
                  <a:gd name="T11" fmla="*/ 1459 h 288"/>
                  <a:gd name="T12" fmla="*/ 8169 w 586"/>
                  <a:gd name="T13" fmla="*/ 1571 h 288"/>
                  <a:gd name="T14" fmla="*/ 8045 w 586"/>
                  <a:gd name="T15" fmla="*/ 1672 h 288"/>
                  <a:gd name="T16" fmla="*/ 7907 w 586"/>
                  <a:gd name="T17" fmla="*/ 1763 h 288"/>
                  <a:gd name="T18" fmla="*/ 7752 w 586"/>
                  <a:gd name="T19" fmla="*/ 1856 h 288"/>
                  <a:gd name="T20" fmla="*/ 7595 w 586"/>
                  <a:gd name="T21" fmla="*/ 1955 h 288"/>
                  <a:gd name="T22" fmla="*/ 7440 w 586"/>
                  <a:gd name="T23" fmla="*/ 2048 h 288"/>
                  <a:gd name="T24" fmla="*/ 7265 w 586"/>
                  <a:gd name="T25" fmla="*/ 2125 h 288"/>
                  <a:gd name="T26" fmla="*/ 7078 w 586"/>
                  <a:gd name="T27" fmla="*/ 2197 h 288"/>
                  <a:gd name="T28" fmla="*/ 6910 w 586"/>
                  <a:gd name="T29" fmla="*/ 2275 h 288"/>
                  <a:gd name="T30" fmla="*/ 6723 w 586"/>
                  <a:gd name="T31" fmla="*/ 2333 h 288"/>
                  <a:gd name="T32" fmla="*/ 6516 w 586"/>
                  <a:gd name="T33" fmla="*/ 2389 h 288"/>
                  <a:gd name="T34" fmla="*/ 6316 w 586"/>
                  <a:gd name="T35" fmla="*/ 2445 h 288"/>
                  <a:gd name="T36" fmla="*/ 6111 w 586"/>
                  <a:gd name="T37" fmla="*/ 2504 h 288"/>
                  <a:gd name="T38" fmla="*/ 5911 w 586"/>
                  <a:gd name="T39" fmla="*/ 2539 h 288"/>
                  <a:gd name="T40" fmla="*/ 5691 w 586"/>
                  <a:gd name="T41" fmla="*/ 2581 h 288"/>
                  <a:gd name="T42" fmla="*/ 5474 w 586"/>
                  <a:gd name="T43" fmla="*/ 2595 h 288"/>
                  <a:gd name="T44" fmla="*/ 5256 w 586"/>
                  <a:gd name="T45" fmla="*/ 2637 h 288"/>
                  <a:gd name="T46" fmla="*/ 5019 w 586"/>
                  <a:gd name="T47" fmla="*/ 2653 h 288"/>
                  <a:gd name="T48" fmla="*/ 4799 w 586"/>
                  <a:gd name="T49" fmla="*/ 2653 h 288"/>
                  <a:gd name="T50" fmla="*/ 4337 w 586"/>
                  <a:gd name="T51" fmla="*/ 2653 h 288"/>
                  <a:gd name="T52" fmla="*/ 4100 w 586"/>
                  <a:gd name="T53" fmla="*/ 2653 h 288"/>
                  <a:gd name="T54" fmla="*/ 3882 w 586"/>
                  <a:gd name="T55" fmla="*/ 2637 h 288"/>
                  <a:gd name="T56" fmla="*/ 3662 w 586"/>
                  <a:gd name="T57" fmla="*/ 2595 h 288"/>
                  <a:gd name="T58" fmla="*/ 3445 w 586"/>
                  <a:gd name="T59" fmla="*/ 2581 h 288"/>
                  <a:gd name="T60" fmla="*/ 3228 w 586"/>
                  <a:gd name="T61" fmla="*/ 2539 h 288"/>
                  <a:gd name="T62" fmla="*/ 3028 w 586"/>
                  <a:gd name="T63" fmla="*/ 2504 h 288"/>
                  <a:gd name="T64" fmla="*/ 2821 w 586"/>
                  <a:gd name="T65" fmla="*/ 2445 h 288"/>
                  <a:gd name="T66" fmla="*/ 2621 w 586"/>
                  <a:gd name="T67" fmla="*/ 2389 h 288"/>
                  <a:gd name="T68" fmla="*/ 2416 w 586"/>
                  <a:gd name="T69" fmla="*/ 2333 h 288"/>
                  <a:gd name="T70" fmla="*/ 2228 w 586"/>
                  <a:gd name="T71" fmla="*/ 2275 h 288"/>
                  <a:gd name="T72" fmla="*/ 2041 w 586"/>
                  <a:gd name="T73" fmla="*/ 2197 h 288"/>
                  <a:gd name="T74" fmla="*/ 1871 w 586"/>
                  <a:gd name="T75" fmla="*/ 2125 h 288"/>
                  <a:gd name="T76" fmla="*/ 1699 w 586"/>
                  <a:gd name="T77" fmla="*/ 2048 h 288"/>
                  <a:gd name="T78" fmla="*/ 1541 w 586"/>
                  <a:gd name="T79" fmla="*/ 1955 h 288"/>
                  <a:gd name="T80" fmla="*/ 1387 w 586"/>
                  <a:gd name="T81" fmla="*/ 1856 h 288"/>
                  <a:gd name="T82" fmla="*/ 1229 w 586"/>
                  <a:gd name="T83" fmla="*/ 1763 h 288"/>
                  <a:gd name="T84" fmla="*/ 1092 w 586"/>
                  <a:gd name="T85" fmla="*/ 1672 h 288"/>
                  <a:gd name="T86" fmla="*/ 949 w 586"/>
                  <a:gd name="T87" fmla="*/ 1571 h 288"/>
                  <a:gd name="T88" fmla="*/ 824 w 586"/>
                  <a:gd name="T89" fmla="*/ 1459 h 288"/>
                  <a:gd name="T90" fmla="*/ 717 w 586"/>
                  <a:gd name="T91" fmla="*/ 1365 h 288"/>
                  <a:gd name="T92" fmla="*/ 605 w 586"/>
                  <a:gd name="T93" fmla="*/ 1251 h 288"/>
                  <a:gd name="T94" fmla="*/ 500 w 586"/>
                  <a:gd name="T95" fmla="*/ 1139 h 288"/>
                  <a:gd name="T96" fmla="*/ 405 w 586"/>
                  <a:gd name="T97" fmla="*/ 1024 h 288"/>
                  <a:gd name="T98" fmla="*/ 325 w 586"/>
                  <a:gd name="T99" fmla="*/ 909 h 288"/>
                  <a:gd name="T100" fmla="*/ 0 w 586"/>
                  <a:gd name="T101" fmla="*/ 115 h 288"/>
                  <a:gd name="T102" fmla="*/ 9139 w 586"/>
                  <a:gd name="T103" fmla="*/ 115 h 28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86" h="288">
                    <a:moveTo>
                      <a:pt x="586" y="0"/>
                    </a:moveTo>
                    <a:cubicBezTo>
                      <a:pt x="584" y="17"/>
                      <a:pt x="577" y="33"/>
                      <a:pt x="564" y="48"/>
                    </a:cubicBezTo>
                    <a:cubicBezTo>
                      <a:pt x="564" y="48"/>
                      <a:pt x="564" y="48"/>
                      <a:pt x="564" y="48"/>
                    </a:cubicBezTo>
                    <a:cubicBezTo>
                      <a:pt x="563" y="50"/>
                      <a:pt x="561" y="52"/>
                      <a:pt x="559" y="54"/>
                    </a:cubicBezTo>
                    <a:cubicBezTo>
                      <a:pt x="559" y="54"/>
                      <a:pt x="559" y="55"/>
                      <a:pt x="558" y="55"/>
                    </a:cubicBezTo>
                    <a:cubicBezTo>
                      <a:pt x="557" y="57"/>
                      <a:pt x="555" y="58"/>
                      <a:pt x="554" y="60"/>
                    </a:cubicBezTo>
                    <a:cubicBezTo>
                      <a:pt x="553" y="60"/>
                      <a:pt x="553" y="61"/>
                      <a:pt x="552" y="61"/>
                    </a:cubicBezTo>
                    <a:cubicBezTo>
                      <a:pt x="550" y="63"/>
                      <a:pt x="549" y="64"/>
                      <a:pt x="547" y="66"/>
                    </a:cubicBezTo>
                    <a:cubicBezTo>
                      <a:pt x="546" y="66"/>
                      <a:pt x="546" y="67"/>
                      <a:pt x="545" y="68"/>
                    </a:cubicBezTo>
                    <a:cubicBezTo>
                      <a:pt x="544" y="69"/>
                      <a:pt x="542" y="70"/>
                      <a:pt x="540" y="72"/>
                    </a:cubicBezTo>
                    <a:cubicBezTo>
                      <a:pt x="539" y="72"/>
                      <a:pt x="539" y="73"/>
                      <a:pt x="538" y="74"/>
                    </a:cubicBezTo>
                    <a:cubicBezTo>
                      <a:pt x="536" y="75"/>
                      <a:pt x="534" y="76"/>
                      <a:pt x="533" y="77"/>
                    </a:cubicBezTo>
                    <a:cubicBezTo>
                      <a:pt x="532" y="78"/>
                      <a:pt x="531" y="79"/>
                      <a:pt x="530" y="79"/>
                    </a:cubicBezTo>
                    <a:cubicBezTo>
                      <a:pt x="528" y="81"/>
                      <a:pt x="526" y="82"/>
                      <a:pt x="524" y="83"/>
                    </a:cubicBezTo>
                    <a:cubicBezTo>
                      <a:pt x="523" y="84"/>
                      <a:pt x="522" y="84"/>
                      <a:pt x="521" y="85"/>
                    </a:cubicBezTo>
                    <a:cubicBezTo>
                      <a:pt x="520" y="86"/>
                      <a:pt x="518" y="87"/>
                      <a:pt x="516" y="88"/>
                    </a:cubicBezTo>
                    <a:cubicBezTo>
                      <a:pt x="515" y="89"/>
                      <a:pt x="514" y="90"/>
                      <a:pt x="512" y="90"/>
                    </a:cubicBezTo>
                    <a:cubicBezTo>
                      <a:pt x="511" y="91"/>
                      <a:pt x="509" y="92"/>
                      <a:pt x="507" y="93"/>
                    </a:cubicBezTo>
                    <a:cubicBezTo>
                      <a:pt x="505" y="94"/>
                      <a:pt x="504" y="95"/>
                      <a:pt x="503" y="95"/>
                    </a:cubicBezTo>
                    <a:cubicBezTo>
                      <a:pt x="501" y="96"/>
                      <a:pt x="499" y="97"/>
                      <a:pt x="497" y="98"/>
                    </a:cubicBezTo>
                    <a:cubicBezTo>
                      <a:pt x="496" y="99"/>
                      <a:pt x="494" y="100"/>
                      <a:pt x="493" y="100"/>
                    </a:cubicBezTo>
                    <a:cubicBezTo>
                      <a:pt x="491" y="101"/>
                      <a:pt x="489" y="102"/>
                      <a:pt x="487" y="103"/>
                    </a:cubicBezTo>
                    <a:cubicBezTo>
                      <a:pt x="486" y="104"/>
                      <a:pt x="484" y="104"/>
                      <a:pt x="483" y="105"/>
                    </a:cubicBezTo>
                    <a:cubicBezTo>
                      <a:pt x="481" y="106"/>
                      <a:pt x="479" y="107"/>
                      <a:pt x="477" y="108"/>
                    </a:cubicBezTo>
                    <a:cubicBezTo>
                      <a:pt x="475" y="108"/>
                      <a:pt x="473" y="109"/>
                      <a:pt x="472" y="110"/>
                    </a:cubicBezTo>
                    <a:cubicBezTo>
                      <a:pt x="470" y="110"/>
                      <a:pt x="468" y="111"/>
                      <a:pt x="466" y="112"/>
                    </a:cubicBezTo>
                    <a:cubicBezTo>
                      <a:pt x="464" y="112"/>
                      <a:pt x="462" y="113"/>
                      <a:pt x="461" y="114"/>
                    </a:cubicBezTo>
                    <a:cubicBezTo>
                      <a:pt x="458" y="114"/>
                      <a:pt x="456" y="115"/>
                      <a:pt x="454" y="116"/>
                    </a:cubicBezTo>
                    <a:cubicBezTo>
                      <a:pt x="453" y="116"/>
                      <a:pt x="451" y="117"/>
                      <a:pt x="449" y="118"/>
                    </a:cubicBezTo>
                    <a:cubicBezTo>
                      <a:pt x="447" y="118"/>
                      <a:pt x="445" y="119"/>
                      <a:pt x="443" y="120"/>
                    </a:cubicBezTo>
                    <a:cubicBezTo>
                      <a:pt x="441" y="120"/>
                      <a:pt x="439" y="121"/>
                      <a:pt x="437" y="121"/>
                    </a:cubicBezTo>
                    <a:cubicBezTo>
                      <a:pt x="435" y="122"/>
                      <a:pt x="433" y="122"/>
                      <a:pt x="431" y="123"/>
                    </a:cubicBezTo>
                    <a:cubicBezTo>
                      <a:pt x="429" y="124"/>
                      <a:pt x="426" y="124"/>
                      <a:pt x="424" y="125"/>
                    </a:cubicBezTo>
                    <a:cubicBezTo>
                      <a:pt x="422" y="125"/>
                      <a:pt x="420" y="126"/>
                      <a:pt x="418" y="126"/>
                    </a:cubicBezTo>
                    <a:cubicBezTo>
                      <a:pt x="416" y="127"/>
                      <a:pt x="414" y="127"/>
                      <a:pt x="412" y="128"/>
                    </a:cubicBezTo>
                    <a:cubicBezTo>
                      <a:pt x="410" y="128"/>
                      <a:pt x="407" y="129"/>
                      <a:pt x="405" y="129"/>
                    </a:cubicBezTo>
                    <a:cubicBezTo>
                      <a:pt x="403" y="130"/>
                      <a:pt x="401" y="130"/>
                      <a:pt x="399" y="130"/>
                    </a:cubicBezTo>
                    <a:cubicBezTo>
                      <a:pt x="396" y="131"/>
                      <a:pt x="394" y="131"/>
                      <a:pt x="392" y="132"/>
                    </a:cubicBezTo>
                    <a:cubicBezTo>
                      <a:pt x="390" y="132"/>
                      <a:pt x="388" y="132"/>
                      <a:pt x="385" y="133"/>
                    </a:cubicBezTo>
                    <a:cubicBezTo>
                      <a:pt x="383" y="133"/>
                      <a:pt x="381" y="134"/>
                      <a:pt x="379" y="134"/>
                    </a:cubicBezTo>
                    <a:cubicBezTo>
                      <a:pt x="376" y="134"/>
                      <a:pt x="374" y="135"/>
                      <a:pt x="371" y="135"/>
                    </a:cubicBezTo>
                    <a:cubicBezTo>
                      <a:pt x="369" y="135"/>
                      <a:pt x="367" y="136"/>
                      <a:pt x="365" y="136"/>
                    </a:cubicBezTo>
                    <a:cubicBezTo>
                      <a:pt x="363" y="136"/>
                      <a:pt x="360" y="136"/>
                      <a:pt x="357" y="137"/>
                    </a:cubicBezTo>
                    <a:cubicBezTo>
                      <a:pt x="355" y="137"/>
                      <a:pt x="353" y="137"/>
                      <a:pt x="351" y="137"/>
                    </a:cubicBezTo>
                    <a:cubicBezTo>
                      <a:pt x="348" y="138"/>
                      <a:pt x="346" y="138"/>
                      <a:pt x="343" y="138"/>
                    </a:cubicBezTo>
                    <a:cubicBezTo>
                      <a:pt x="341" y="138"/>
                      <a:pt x="339" y="139"/>
                      <a:pt x="337" y="139"/>
                    </a:cubicBezTo>
                    <a:cubicBezTo>
                      <a:pt x="334" y="139"/>
                      <a:pt x="331" y="139"/>
                      <a:pt x="328" y="139"/>
                    </a:cubicBezTo>
                    <a:cubicBezTo>
                      <a:pt x="326" y="139"/>
                      <a:pt x="324" y="140"/>
                      <a:pt x="322" y="140"/>
                    </a:cubicBezTo>
                    <a:cubicBezTo>
                      <a:pt x="319" y="140"/>
                      <a:pt x="316" y="140"/>
                      <a:pt x="313" y="140"/>
                    </a:cubicBezTo>
                    <a:cubicBezTo>
                      <a:pt x="311" y="140"/>
                      <a:pt x="309" y="140"/>
                      <a:pt x="308" y="140"/>
                    </a:cubicBezTo>
                    <a:cubicBezTo>
                      <a:pt x="303" y="140"/>
                      <a:pt x="298" y="140"/>
                      <a:pt x="293" y="140"/>
                    </a:cubicBezTo>
                    <a:cubicBezTo>
                      <a:pt x="288" y="140"/>
                      <a:pt x="283" y="140"/>
                      <a:pt x="278" y="140"/>
                    </a:cubicBezTo>
                    <a:cubicBezTo>
                      <a:pt x="276" y="140"/>
                      <a:pt x="275" y="140"/>
                      <a:pt x="273" y="140"/>
                    </a:cubicBezTo>
                    <a:cubicBezTo>
                      <a:pt x="270" y="140"/>
                      <a:pt x="267" y="140"/>
                      <a:pt x="263" y="140"/>
                    </a:cubicBezTo>
                    <a:cubicBezTo>
                      <a:pt x="261" y="140"/>
                      <a:pt x="260" y="139"/>
                      <a:pt x="258" y="139"/>
                    </a:cubicBezTo>
                    <a:cubicBezTo>
                      <a:pt x="255" y="139"/>
                      <a:pt x="252" y="139"/>
                      <a:pt x="249" y="139"/>
                    </a:cubicBezTo>
                    <a:cubicBezTo>
                      <a:pt x="247" y="139"/>
                      <a:pt x="245" y="138"/>
                      <a:pt x="243" y="138"/>
                    </a:cubicBezTo>
                    <a:cubicBezTo>
                      <a:pt x="240" y="138"/>
                      <a:pt x="237" y="138"/>
                      <a:pt x="235" y="137"/>
                    </a:cubicBezTo>
                    <a:cubicBezTo>
                      <a:pt x="233" y="137"/>
                      <a:pt x="231" y="137"/>
                      <a:pt x="228" y="137"/>
                    </a:cubicBezTo>
                    <a:cubicBezTo>
                      <a:pt x="226" y="136"/>
                      <a:pt x="223" y="136"/>
                      <a:pt x="221" y="136"/>
                    </a:cubicBezTo>
                    <a:cubicBezTo>
                      <a:pt x="219" y="136"/>
                      <a:pt x="217" y="135"/>
                      <a:pt x="214" y="135"/>
                    </a:cubicBezTo>
                    <a:cubicBezTo>
                      <a:pt x="212" y="135"/>
                      <a:pt x="209" y="134"/>
                      <a:pt x="207" y="134"/>
                    </a:cubicBezTo>
                    <a:cubicBezTo>
                      <a:pt x="205" y="134"/>
                      <a:pt x="203" y="133"/>
                      <a:pt x="201" y="133"/>
                    </a:cubicBezTo>
                    <a:cubicBezTo>
                      <a:pt x="198" y="132"/>
                      <a:pt x="196" y="132"/>
                      <a:pt x="194" y="132"/>
                    </a:cubicBezTo>
                    <a:cubicBezTo>
                      <a:pt x="192" y="131"/>
                      <a:pt x="189" y="131"/>
                      <a:pt x="187" y="130"/>
                    </a:cubicBezTo>
                    <a:cubicBezTo>
                      <a:pt x="185" y="130"/>
                      <a:pt x="183" y="130"/>
                      <a:pt x="181" y="129"/>
                    </a:cubicBezTo>
                    <a:cubicBezTo>
                      <a:pt x="178" y="129"/>
                      <a:pt x="176" y="128"/>
                      <a:pt x="174" y="128"/>
                    </a:cubicBezTo>
                    <a:cubicBezTo>
                      <a:pt x="172" y="127"/>
                      <a:pt x="170" y="127"/>
                      <a:pt x="168" y="126"/>
                    </a:cubicBezTo>
                    <a:cubicBezTo>
                      <a:pt x="166" y="126"/>
                      <a:pt x="164" y="125"/>
                      <a:pt x="161" y="125"/>
                    </a:cubicBezTo>
                    <a:cubicBezTo>
                      <a:pt x="159" y="124"/>
                      <a:pt x="157" y="124"/>
                      <a:pt x="155" y="123"/>
                    </a:cubicBezTo>
                    <a:cubicBezTo>
                      <a:pt x="153" y="122"/>
                      <a:pt x="151" y="122"/>
                      <a:pt x="149" y="121"/>
                    </a:cubicBezTo>
                    <a:cubicBezTo>
                      <a:pt x="147" y="121"/>
                      <a:pt x="145" y="120"/>
                      <a:pt x="143" y="120"/>
                    </a:cubicBezTo>
                    <a:cubicBezTo>
                      <a:pt x="141" y="119"/>
                      <a:pt x="139" y="118"/>
                      <a:pt x="137" y="118"/>
                    </a:cubicBezTo>
                    <a:cubicBezTo>
                      <a:pt x="135" y="117"/>
                      <a:pt x="133" y="116"/>
                      <a:pt x="131" y="116"/>
                    </a:cubicBezTo>
                    <a:cubicBezTo>
                      <a:pt x="129" y="115"/>
                      <a:pt x="127" y="114"/>
                      <a:pt x="125" y="114"/>
                    </a:cubicBezTo>
                    <a:cubicBezTo>
                      <a:pt x="124" y="113"/>
                      <a:pt x="122" y="112"/>
                      <a:pt x="120" y="112"/>
                    </a:cubicBezTo>
                    <a:cubicBezTo>
                      <a:pt x="118" y="111"/>
                      <a:pt x="116" y="110"/>
                      <a:pt x="114" y="110"/>
                    </a:cubicBezTo>
                    <a:cubicBezTo>
                      <a:pt x="112" y="109"/>
                      <a:pt x="111" y="108"/>
                      <a:pt x="109" y="108"/>
                    </a:cubicBezTo>
                    <a:cubicBezTo>
                      <a:pt x="107" y="107"/>
                      <a:pt x="105" y="106"/>
                      <a:pt x="103" y="105"/>
                    </a:cubicBezTo>
                    <a:cubicBezTo>
                      <a:pt x="102" y="104"/>
                      <a:pt x="100" y="104"/>
                      <a:pt x="99" y="103"/>
                    </a:cubicBezTo>
                    <a:cubicBezTo>
                      <a:pt x="97" y="102"/>
                      <a:pt x="95" y="101"/>
                      <a:pt x="93" y="100"/>
                    </a:cubicBezTo>
                    <a:cubicBezTo>
                      <a:pt x="91" y="100"/>
                      <a:pt x="90" y="99"/>
                      <a:pt x="89" y="98"/>
                    </a:cubicBezTo>
                    <a:cubicBezTo>
                      <a:pt x="87" y="97"/>
                      <a:pt x="85" y="96"/>
                      <a:pt x="83" y="95"/>
                    </a:cubicBezTo>
                    <a:cubicBezTo>
                      <a:pt x="82" y="95"/>
                      <a:pt x="80" y="94"/>
                      <a:pt x="79" y="93"/>
                    </a:cubicBezTo>
                    <a:cubicBezTo>
                      <a:pt x="77" y="92"/>
                      <a:pt x="75" y="91"/>
                      <a:pt x="74" y="90"/>
                    </a:cubicBezTo>
                    <a:cubicBezTo>
                      <a:pt x="72" y="90"/>
                      <a:pt x="71" y="89"/>
                      <a:pt x="70" y="88"/>
                    </a:cubicBezTo>
                    <a:cubicBezTo>
                      <a:pt x="68" y="87"/>
                      <a:pt x="66" y="86"/>
                      <a:pt x="65" y="85"/>
                    </a:cubicBezTo>
                    <a:cubicBezTo>
                      <a:pt x="63" y="84"/>
                      <a:pt x="62" y="84"/>
                      <a:pt x="61" y="83"/>
                    </a:cubicBezTo>
                    <a:cubicBezTo>
                      <a:pt x="60" y="82"/>
                      <a:pt x="58" y="81"/>
                      <a:pt x="56" y="79"/>
                    </a:cubicBezTo>
                    <a:cubicBezTo>
                      <a:pt x="55" y="79"/>
                      <a:pt x="54" y="78"/>
                      <a:pt x="53" y="77"/>
                    </a:cubicBezTo>
                    <a:cubicBezTo>
                      <a:pt x="51" y="76"/>
                      <a:pt x="50" y="75"/>
                      <a:pt x="48" y="74"/>
                    </a:cubicBezTo>
                    <a:cubicBezTo>
                      <a:pt x="47" y="73"/>
                      <a:pt x="46" y="72"/>
                      <a:pt x="46" y="72"/>
                    </a:cubicBezTo>
                    <a:cubicBezTo>
                      <a:pt x="44" y="70"/>
                      <a:pt x="42" y="69"/>
                      <a:pt x="41" y="68"/>
                    </a:cubicBezTo>
                    <a:cubicBezTo>
                      <a:pt x="40" y="67"/>
                      <a:pt x="39" y="66"/>
                      <a:pt x="39" y="66"/>
                    </a:cubicBezTo>
                    <a:cubicBezTo>
                      <a:pt x="37" y="64"/>
                      <a:pt x="35" y="63"/>
                      <a:pt x="34" y="61"/>
                    </a:cubicBezTo>
                    <a:cubicBezTo>
                      <a:pt x="33" y="61"/>
                      <a:pt x="33" y="60"/>
                      <a:pt x="32" y="60"/>
                    </a:cubicBezTo>
                    <a:cubicBezTo>
                      <a:pt x="31" y="58"/>
                      <a:pt x="29" y="57"/>
                      <a:pt x="28" y="55"/>
                    </a:cubicBezTo>
                    <a:cubicBezTo>
                      <a:pt x="27" y="55"/>
                      <a:pt x="27" y="54"/>
                      <a:pt x="26" y="54"/>
                    </a:cubicBezTo>
                    <a:cubicBezTo>
                      <a:pt x="25" y="52"/>
                      <a:pt x="23" y="50"/>
                      <a:pt x="22" y="48"/>
                    </a:cubicBezTo>
                    <a:cubicBezTo>
                      <a:pt x="22" y="48"/>
                      <a:pt x="22" y="48"/>
                      <a:pt x="21" y="48"/>
                    </a:cubicBezTo>
                    <a:cubicBezTo>
                      <a:pt x="9" y="33"/>
                      <a:pt x="2" y="17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107"/>
                      <a:pt x="63" y="288"/>
                      <a:pt x="293" y="288"/>
                    </a:cubicBezTo>
                    <a:cubicBezTo>
                      <a:pt x="522" y="288"/>
                      <a:pt x="586" y="107"/>
                      <a:pt x="586" y="6"/>
                    </a:cubicBezTo>
                    <a:cubicBezTo>
                      <a:pt x="586" y="4"/>
                      <a:pt x="586" y="2"/>
                      <a:pt x="586" y="0"/>
                    </a:cubicBezTo>
                    <a:close/>
                  </a:path>
                </a:pathLst>
              </a:custGeom>
              <a:solidFill>
                <a:srgbClr val="CBEB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89" name="Freeform 14">
                <a:extLst>
                  <a:ext uri="{FF2B5EF4-FFF2-40B4-BE49-F238E27FC236}">
                    <a16:creationId xmlns:a16="http://schemas.microsoft.com/office/drawing/2014/main" id="{4EFF3641-6D61-4F4F-A788-BC458DABD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092"/>
                <a:ext cx="290" cy="408"/>
              </a:xfrm>
              <a:custGeom>
                <a:avLst/>
                <a:gdLst>
                  <a:gd name="T0" fmla="*/ 1688 w 116"/>
                  <a:gd name="T1" fmla="*/ 0 h 153"/>
                  <a:gd name="T2" fmla="*/ 908 w 116"/>
                  <a:gd name="T3" fmla="*/ 397 h 153"/>
                  <a:gd name="T4" fmla="*/ 375 w 116"/>
                  <a:gd name="T5" fmla="*/ 1045 h 153"/>
                  <a:gd name="T6" fmla="*/ 188 w 116"/>
                  <a:gd name="T7" fmla="*/ 2069 h 153"/>
                  <a:gd name="T8" fmla="*/ 188 w 116"/>
                  <a:gd name="T9" fmla="*/ 2525 h 153"/>
                  <a:gd name="T10" fmla="*/ 20 w 116"/>
                  <a:gd name="T11" fmla="*/ 2901 h 153"/>
                  <a:gd name="T12" fmla="*/ 1250 w 116"/>
                  <a:gd name="T13" fmla="*/ 1571 h 153"/>
                  <a:gd name="T14" fmla="*/ 1645 w 116"/>
                  <a:gd name="T15" fmla="*/ 648 h 153"/>
                  <a:gd name="T16" fmla="*/ 1813 w 116"/>
                  <a:gd name="T17" fmla="*/ 171 h 1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153">
                    <a:moveTo>
                      <a:pt x="108" y="0"/>
                    </a:moveTo>
                    <a:cubicBezTo>
                      <a:pt x="94" y="11"/>
                      <a:pt x="73" y="13"/>
                      <a:pt x="58" y="21"/>
                    </a:cubicBezTo>
                    <a:cubicBezTo>
                      <a:pt x="45" y="29"/>
                      <a:pt x="31" y="41"/>
                      <a:pt x="24" y="55"/>
                    </a:cubicBezTo>
                    <a:cubicBezTo>
                      <a:pt x="17" y="70"/>
                      <a:pt x="13" y="92"/>
                      <a:pt x="12" y="109"/>
                    </a:cubicBezTo>
                    <a:cubicBezTo>
                      <a:pt x="12" y="116"/>
                      <a:pt x="14" y="126"/>
                      <a:pt x="12" y="133"/>
                    </a:cubicBezTo>
                    <a:cubicBezTo>
                      <a:pt x="9" y="141"/>
                      <a:pt x="0" y="144"/>
                      <a:pt x="1" y="153"/>
                    </a:cubicBezTo>
                    <a:cubicBezTo>
                      <a:pt x="35" y="137"/>
                      <a:pt x="63" y="117"/>
                      <a:pt x="80" y="83"/>
                    </a:cubicBezTo>
                    <a:cubicBezTo>
                      <a:pt x="89" y="66"/>
                      <a:pt x="97" y="50"/>
                      <a:pt x="105" y="34"/>
                    </a:cubicBezTo>
                    <a:cubicBezTo>
                      <a:pt x="109" y="25"/>
                      <a:pt x="116" y="18"/>
                      <a:pt x="116" y="9"/>
                    </a:cubicBezTo>
                  </a:path>
                </a:pathLst>
              </a:custGeom>
              <a:solidFill>
                <a:srgbClr val="A3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0" name="Freeform 15">
                <a:extLst>
                  <a:ext uri="{FF2B5EF4-FFF2-40B4-BE49-F238E27FC236}">
                    <a16:creationId xmlns:a16="http://schemas.microsoft.com/office/drawing/2014/main" id="{2D1424C2-8DEC-4D67-8BFF-D5728A5A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908"/>
                <a:ext cx="720" cy="715"/>
              </a:xfrm>
              <a:custGeom>
                <a:avLst/>
                <a:gdLst>
                  <a:gd name="T0" fmla="*/ 4488 w 288"/>
                  <a:gd name="T1" fmla="*/ 5090 h 268"/>
                  <a:gd name="T2" fmla="*/ 20 w 288"/>
                  <a:gd name="T3" fmla="*/ 56 h 268"/>
                  <a:gd name="T4" fmla="*/ 20 w 288"/>
                  <a:gd name="T5" fmla="*/ 77 h 268"/>
                  <a:gd name="T6" fmla="*/ 33 w 288"/>
                  <a:gd name="T7" fmla="*/ 35 h 268"/>
                  <a:gd name="T8" fmla="*/ 4488 w 288"/>
                  <a:gd name="T9" fmla="*/ 5090 h 268"/>
                  <a:gd name="T10" fmla="*/ 4488 w 288"/>
                  <a:gd name="T11" fmla="*/ 5090 h 2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268">
                    <a:moveTo>
                      <a:pt x="287" y="268"/>
                    </a:moveTo>
                    <a:cubicBezTo>
                      <a:pt x="96" y="266"/>
                      <a:pt x="15" y="103"/>
                      <a:pt x="1" y="3"/>
                    </a:cubicBezTo>
                    <a:cubicBezTo>
                      <a:pt x="0" y="2"/>
                      <a:pt x="2" y="15"/>
                      <a:pt x="1" y="4"/>
                    </a:cubicBezTo>
                    <a:cubicBezTo>
                      <a:pt x="1" y="6"/>
                      <a:pt x="2" y="0"/>
                      <a:pt x="2" y="2"/>
                    </a:cubicBezTo>
                    <a:cubicBezTo>
                      <a:pt x="2" y="101"/>
                      <a:pt x="74" y="264"/>
                      <a:pt x="287" y="268"/>
                    </a:cubicBezTo>
                    <a:cubicBezTo>
                      <a:pt x="287" y="268"/>
                      <a:pt x="288" y="268"/>
                      <a:pt x="287" y="2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1" name="Freeform 16">
                <a:extLst>
                  <a:ext uri="{FF2B5EF4-FFF2-40B4-BE49-F238E27FC236}">
                    <a16:creationId xmlns:a16="http://schemas.microsoft.com/office/drawing/2014/main" id="{7F12E2B5-EAAA-4CA9-A17A-2625E4D5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908"/>
                <a:ext cx="720" cy="715"/>
              </a:xfrm>
              <a:custGeom>
                <a:avLst/>
                <a:gdLst>
                  <a:gd name="T0" fmla="*/ 20 w 288"/>
                  <a:gd name="T1" fmla="*/ 5090 h 268"/>
                  <a:gd name="T2" fmla="*/ 4470 w 288"/>
                  <a:gd name="T3" fmla="*/ 35 h 268"/>
                  <a:gd name="T4" fmla="*/ 4488 w 288"/>
                  <a:gd name="T5" fmla="*/ 77 h 268"/>
                  <a:gd name="T6" fmla="*/ 4488 w 288"/>
                  <a:gd name="T7" fmla="*/ 56 h 268"/>
                  <a:gd name="T8" fmla="*/ 20 w 288"/>
                  <a:gd name="T9" fmla="*/ 5090 h 268"/>
                  <a:gd name="T10" fmla="*/ 20 w 288"/>
                  <a:gd name="T11" fmla="*/ 5090 h 2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268">
                    <a:moveTo>
                      <a:pt x="1" y="268"/>
                    </a:moveTo>
                    <a:cubicBezTo>
                      <a:pt x="214" y="264"/>
                      <a:pt x="286" y="101"/>
                      <a:pt x="286" y="2"/>
                    </a:cubicBezTo>
                    <a:cubicBezTo>
                      <a:pt x="286" y="0"/>
                      <a:pt x="288" y="6"/>
                      <a:pt x="287" y="4"/>
                    </a:cubicBezTo>
                    <a:cubicBezTo>
                      <a:pt x="286" y="15"/>
                      <a:pt x="288" y="2"/>
                      <a:pt x="287" y="3"/>
                    </a:cubicBezTo>
                    <a:cubicBezTo>
                      <a:pt x="273" y="103"/>
                      <a:pt x="192" y="266"/>
                      <a:pt x="1" y="268"/>
                    </a:cubicBezTo>
                    <a:cubicBezTo>
                      <a:pt x="0" y="268"/>
                      <a:pt x="2" y="268"/>
                      <a:pt x="1" y="268"/>
                    </a:cubicBezTo>
                    <a:close/>
                  </a:path>
                </a:pathLst>
              </a:custGeom>
              <a:solidFill>
                <a:srgbClr val="A3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2" name="Freeform 17">
                <a:extLst>
                  <a:ext uri="{FF2B5EF4-FFF2-40B4-BE49-F238E27FC236}">
                    <a16:creationId xmlns:a16="http://schemas.microsoft.com/office/drawing/2014/main" id="{64BAE28B-3022-4EDC-BC4A-B402F8BD31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4" y="2105"/>
                <a:ext cx="528" cy="384"/>
              </a:xfrm>
              <a:custGeom>
                <a:avLst/>
                <a:gdLst>
                  <a:gd name="T0" fmla="*/ 3288 w 211"/>
                  <a:gd name="T1" fmla="*/ 1707 h 144"/>
                  <a:gd name="T2" fmla="*/ 2713 w 211"/>
                  <a:gd name="T3" fmla="*/ 456 h 144"/>
                  <a:gd name="T4" fmla="*/ 1301 w 211"/>
                  <a:gd name="T5" fmla="*/ 149 h 144"/>
                  <a:gd name="T6" fmla="*/ 313 w 211"/>
                  <a:gd name="T7" fmla="*/ 1024 h 144"/>
                  <a:gd name="T8" fmla="*/ 238 w 211"/>
                  <a:gd name="T9" fmla="*/ 2424 h 144"/>
                  <a:gd name="T10" fmla="*/ 250 w 211"/>
                  <a:gd name="T11" fmla="*/ 2445 h 144"/>
                  <a:gd name="T12" fmla="*/ 1084 w 211"/>
                  <a:gd name="T13" fmla="*/ 2184 h 144"/>
                  <a:gd name="T14" fmla="*/ 2305 w 211"/>
                  <a:gd name="T15" fmla="*/ 2731 h 144"/>
                  <a:gd name="T16" fmla="*/ 2305 w 211"/>
                  <a:gd name="T17" fmla="*/ 2731 h 144"/>
                  <a:gd name="T18" fmla="*/ 3130 w 211"/>
                  <a:gd name="T19" fmla="*/ 2312 h 144"/>
                  <a:gd name="T20" fmla="*/ 3226 w 211"/>
                  <a:gd name="T21" fmla="*/ 2333 h 144"/>
                  <a:gd name="T22" fmla="*/ 3288 w 211"/>
                  <a:gd name="T23" fmla="*/ 1707 h 144"/>
                  <a:gd name="T24" fmla="*/ 1409 w 211"/>
                  <a:gd name="T25" fmla="*/ 1843 h 144"/>
                  <a:gd name="T26" fmla="*/ 1584 w 211"/>
                  <a:gd name="T27" fmla="*/ 1800 h 144"/>
                  <a:gd name="T28" fmla="*/ 2097 w 211"/>
                  <a:gd name="T29" fmla="*/ 2125 h 144"/>
                  <a:gd name="T30" fmla="*/ 2130 w 211"/>
                  <a:gd name="T31" fmla="*/ 2184 h 144"/>
                  <a:gd name="T32" fmla="*/ 1409 w 211"/>
                  <a:gd name="T33" fmla="*/ 1843 h 1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1" h="144">
                    <a:moveTo>
                      <a:pt x="210" y="90"/>
                    </a:moveTo>
                    <a:cubicBezTo>
                      <a:pt x="209" y="66"/>
                      <a:pt x="193" y="37"/>
                      <a:pt x="173" y="24"/>
                    </a:cubicBezTo>
                    <a:cubicBezTo>
                      <a:pt x="147" y="6"/>
                      <a:pt x="116" y="0"/>
                      <a:pt x="83" y="8"/>
                    </a:cubicBezTo>
                    <a:cubicBezTo>
                      <a:pt x="61" y="14"/>
                      <a:pt x="30" y="33"/>
                      <a:pt x="20" y="54"/>
                    </a:cubicBezTo>
                    <a:cubicBezTo>
                      <a:pt x="14" y="66"/>
                      <a:pt x="0" y="120"/>
                      <a:pt x="15" y="128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33" y="121"/>
                      <a:pt x="49" y="117"/>
                      <a:pt x="69" y="115"/>
                    </a:cubicBezTo>
                    <a:cubicBezTo>
                      <a:pt x="97" y="112"/>
                      <a:pt x="132" y="130"/>
                      <a:pt x="147" y="144"/>
                    </a:cubicBezTo>
                    <a:cubicBezTo>
                      <a:pt x="147" y="144"/>
                      <a:pt x="147" y="144"/>
                      <a:pt x="147" y="144"/>
                    </a:cubicBezTo>
                    <a:cubicBezTo>
                      <a:pt x="156" y="129"/>
                      <a:pt x="184" y="122"/>
                      <a:pt x="200" y="122"/>
                    </a:cubicBezTo>
                    <a:cubicBezTo>
                      <a:pt x="202" y="123"/>
                      <a:pt x="204" y="123"/>
                      <a:pt x="206" y="123"/>
                    </a:cubicBezTo>
                    <a:cubicBezTo>
                      <a:pt x="211" y="115"/>
                      <a:pt x="211" y="101"/>
                      <a:pt x="210" y="90"/>
                    </a:cubicBezTo>
                    <a:close/>
                    <a:moveTo>
                      <a:pt x="90" y="97"/>
                    </a:moveTo>
                    <a:cubicBezTo>
                      <a:pt x="94" y="96"/>
                      <a:pt x="97" y="95"/>
                      <a:pt x="101" y="95"/>
                    </a:cubicBezTo>
                    <a:cubicBezTo>
                      <a:pt x="113" y="96"/>
                      <a:pt x="129" y="101"/>
                      <a:pt x="134" y="112"/>
                    </a:cubicBezTo>
                    <a:cubicBezTo>
                      <a:pt x="135" y="113"/>
                      <a:pt x="135" y="114"/>
                      <a:pt x="136" y="115"/>
                    </a:cubicBezTo>
                    <a:cubicBezTo>
                      <a:pt x="121" y="121"/>
                      <a:pt x="94" y="114"/>
                      <a:pt x="90" y="97"/>
                    </a:cubicBezTo>
                    <a:close/>
                  </a:path>
                </a:pathLst>
              </a:custGeom>
              <a:solidFill>
                <a:srgbClr val="FF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3" name="Freeform 18">
                <a:extLst>
                  <a:ext uri="{FF2B5EF4-FFF2-40B4-BE49-F238E27FC236}">
                    <a16:creationId xmlns:a16="http://schemas.microsoft.com/office/drawing/2014/main" id="{17623DF1-42E0-4999-8658-6A352B88AD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94" y="2404"/>
                <a:ext cx="523" cy="523"/>
              </a:xfrm>
              <a:custGeom>
                <a:avLst/>
                <a:gdLst>
                  <a:gd name="T0" fmla="*/ 3163 w 209"/>
                  <a:gd name="T1" fmla="*/ 1217 h 196"/>
                  <a:gd name="T2" fmla="*/ 2900 w 209"/>
                  <a:gd name="T3" fmla="*/ 648 h 196"/>
                  <a:gd name="T4" fmla="*/ 1647 w 209"/>
                  <a:gd name="T5" fmla="*/ 56 h 196"/>
                  <a:gd name="T6" fmla="*/ 563 w 209"/>
                  <a:gd name="T7" fmla="*/ 491 h 196"/>
                  <a:gd name="T8" fmla="*/ 50 w 209"/>
                  <a:gd name="T9" fmla="*/ 1822 h 196"/>
                  <a:gd name="T10" fmla="*/ 333 w 209"/>
                  <a:gd name="T11" fmla="*/ 3039 h 196"/>
                  <a:gd name="T12" fmla="*/ 863 w 209"/>
                  <a:gd name="T13" fmla="*/ 3533 h 196"/>
                  <a:gd name="T14" fmla="*/ 1554 w 209"/>
                  <a:gd name="T15" fmla="*/ 3725 h 196"/>
                  <a:gd name="T16" fmla="*/ 1959 w 209"/>
                  <a:gd name="T17" fmla="*/ 3610 h 196"/>
                  <a:gd name="T18" fmla="*/ 2585 w 209"/>
                  <a:gd name="T19" fmla="*/ 3231 h 196"/>
                  <a:gd name="T20" fmla="*/ 2993 w 209"/>
                  <a:gd name="T21" fmla="*/ 2663 h 196"/>
                  <a:gd name="T22" fmla="*/ 3226 w 209"/>
                  <a:gd name="T23" fmla="*/ 1822 h 196"/>
                  <a:gd name="T24" fmla="*/ 3163 w 209"/>
                  <a:gd name="T25" fmla="*/ 1217 h 196"/>
                  <a:gd name="T26" fmla="*/ 1879 w 209"/>
                  <a:gd name="T27" fmla="*/ 2036 h 196"/>
                  <a:gd name="T28" fmla="*/ 1504 w 209"/>
                  <a:gd name="T29" fmla="*/ 2223 h 196"/>
                  <a:gd name="T30" fmla="*/ 1189 w 209"/>
                  <a:gd name="T31" fmla="*/ 2049 h 196"/>
                  <a:gd name="T32" fmla="*/ 1629 w 209"/>
                  <a:gd name="T33" fmla="*/ 1673 h 196"/>
                  <a:gd name="T34" fmla="*/ 1972 w 209"/>
                  <a:gd name="T35" fmla="*/ 1766 h 196"/>
                  <a:gd name="T36" fmla="*/ 1879 w 209"/>
                  <a:gd name="T37" fmla="*/ 2036 h 196"/>
                  <a:gd name="T38" fmla="*/ 1972 w 209"/>
                  <a:gd name="T39" fmla="*/ 1766 h 196"/>
                  <a:gd name="T40" fmla="*/ 1972 w 209"/>
                  <a:gd name="T41" fmla="*/ 1630 h 196"/>
                  <a:gd name="T42" fmla="*/ 1972 w 209"/>
                  <a:gd name="T43" fmla="*/ 1766 h 19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9" h="196">
                    <a:moveTo>
                      <a:pt x="202" y="64"/>
                    </a:moveTo>
                    <a:cubicBezTo>
                      <a:pt x="197" y="53"/>
                      <a:pt x="194" y="42"/>
                      <a:pt x="185" y="34"/>
                    </a:cubicBezTo>
                    <a:cubicBezTo>
                      <a:pt x="171" y="20"/>
                      <a:pt x="134" y="0"/>
                      <a:pt x="105" y="3"/>
                    </a:cubicBezTo>
                    <a:cubicBezTo>
                      <a:pt x="79" y="6"/>
                      <a:pt x="58" y="11"/>
                      <a:pt x="36" y="26"/>
                    </a:cubicBezTo>
                    <a:cubicBezTo>
                      <a:pt x="14" y="42"/>
                      <a:pt x="6" y="70"/>
                      <a:pt x="3" y="96"/>
                    </a:cubicBezTo>
                    <a:cubicBezTo>
                      <a:pt x="0" y="120"/>
                      <a:pt x="4" y="141"/>
                      <a:pt x="21" y="160"/>
                    </a:cubicBezTo>
                    <a:cubicBezTo>
                      <a:pt x="29" y="169"/>
                      <a:pt x="44" y="181"/>
                      <a:pt x="55" y="186"/>
                    </a:cubicBezTo>
                    <a:cubicBezTo>
                      <a:pt x="71" y="194"/>
                      <a:pt x="82" y="195"/>
                      <a:pt x="99" y="196"/>
                    </a:cubicBezTo>
                    <a:cubicBezTo>
                      <a:pt x="109" y="196"/>
                      <a:pt x="115" y="191"/>
                      <a:pt x="125" y="190"/>
                    </a:cubicBezTo>
                    <a:cubicBezTo>
                      <a:pt x="142" y="187"/>
                      <a:pt x="153" y="180"/>
                      <a:pt x="165" y="170"/>
                    </a:cubicBezTo>
                    <a:cubicBezTo>
                      <a:pt x="177" y="160"/>
                      <a:pt x="184" y="154"/>
                      <a:pt x="191" y="140"/>
                    </a:cubicBezTo>
                    <a:cubicBezTo>
                      <a:pt x="198" y="125"/>
                      <a:pt x="204" y="113"/>
                      <a:pt x="206" y="96"/>
                    </a:cubicBezTo>
                    <a:cubicBezTo>
                      <a:pt x="208" y="83"/>
                      <a:pt x="209" y="76"/>
                      <a:pt x="202" y="64"/>
                    </a:cubicBezTo>
                    <a:close/>
                    <a:moveTo>
                      <a:pt x="120" y="107"/>
                    </a:moveTo>
                    <a:cubicBezTo>
                      <a:pt x="113" y="115"/>
                      <a:pt x="105" y="118"/>
                      <a:pt x="96" y="117"/>
                    </a:cubicBezTo>
                    <a:cubicBezTo>
                      <a:pt x="87" y="116"/>
                      <a:pt x="80" y="113"/>
                      <a:pt x="76" y="108"/>
                    </a:cubicBezTo>
                    <a:cubicBezTo>
                      <a:pt x="78" y="97"/>
                      <a:pt x="92" y="89"/>
                      <a:pt x="104" y="88"/>
                    </a:cubicBezTo>
                    <a:cubicBezTo>
                      <a:pt x="113" y="88"/>
                      <a:pt x="121" y="89"/>
                      <a:pt x="126" y="93"/>
                    </a:cubicBezTo>
                    <a:cubicBezTo>
                      <a:pt x="125" y="98"/>
                      <a:pt x="123" y="103"/>
                      <a:pt x="120" y="107"/>
                    </a:cubicBezTo>
                    <a:close/>
                    <a:moveTo>
                      <a:pt x="126" y="93"/>
                    </a:moveTo>
                    <a:cubicBezTo>
                      <a:pt x="126" y="91"/>
                      <a:pt x="126" y="89"/>
                      <a:pt x="126" y="86"/>
                    </a:cubicBezTo>
                    <a:cubicBezTo>
                      <a:pt x="126" y="89"/>
                      <a:pt x="126" y="91"/>
                      <a:pt x="126" y="93"/>
                    </a:cubicBezTo>
                    <a:close/>
                  </a:path>
                </a:pathLst>
              </a:custGeom>
              <a:solidFill>
                <a:srgbClr val="FF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4" name="Freeform 19">
                <a:extLst>
                  <a:ext uri="{FF2B5EF4-FFF2-40B4-BE49-F238E27FC236}">
                    <a16:creationId xmlns:a16="http://schemas.microsoft.com/office/drawing/2014/main" id="{4063981D-052D-4384-A39C-6C52E8418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567"/>
                <a:ext cx="155" cy="125"/>
              </a:xfrm>
              <a:custGeom>
                <a:avLst/>
                <a:gdLst>
                  <a:gd name="T0" fmla="*/ 188 w 62"/>
                  <a:gd name="T1" fmla="*/ 883 h 47"/>
                  <a:gd name="T2" fmla="*/ 625 w 62"/>
                  <a:gd name="T3" fmla="*/ 508 h 47"/>
                  <a:gd name="T4" fmla="*/ 970 w 62"/>
                  <a:gd name="T5" fmla="*/ 601 h 47"/>
                  <a:gd name="T6" fmla="*/ 958 w 62"/>
                  <a:gd name="T7" fmla="*/ 362 h 47"/>
                  <a:gd name="T8" fmla="*/ 500 w 62"/>
                  <a:gd name="T9" fmla="*/ 21 h 47"/>
                  <a:gd name="T10" fmla="*/ 50 w 62"/>
                  <a:gd name="T11" fmla="*/ 545 h 47"/>
                  <a:gd name="T12" fmla="*/ 188 w 62"/>
                  <a:gd name="T13" fmla="*/ 88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7">
                    <a:moveTo>
                      <a:pt x="12" y="47"/>
                    </a:moveTo>
                    <a:cubicBezTo>
                      <a:pt x="14" y="36"/>
                      <a:pt x="28" y="28"/>
                      <a:pt x="40" y="27"/>
                    </a:cubicBezTo>
                    <a:cubicBezTo>
                      <a:pt x="49" y="27"/>
                      <a:pt x="57" y="28"/>
                      <a:pt x="62" y="32"/>
                    </a:cubicBezTo>
                    <a:cubicBezTo>
                      <a:pt x="62" y="28"/>
                      <a:pt x="62" y="23"/>
                      <a:pt x="61" y="19"/>
                    </a:cubicBezTo>
                    <a:cubicBezTo>
                      <a:pt x="59" y="5"/>
                      <a:pt x="48" y="0"/>
                      <a:pt x="32" y="1"/>
                    </a:cubicBezTo>
                    <a:cubicBezTo>
                      <a:pt x="17" y="2"/>
                      <a:pt x="0" y="13"/>
                      <a:pt x="3" y="29"/>
                    </a:cubicBezTo>
                    <a:cubicBezTo>
                      <a:pt x="5" y="37"/>
                      <a:pt x="8" y="43"/>
                      <a:pt x="12" y="47"/>
                    </a:cubicBezTo>
                    <a:close/>
                  </a:path>
                </a:pathLst>
              </a:custGeom>
              <a:solidFill>
                <a:srgbClr val="E3AC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5" name="Freeform 20">
                <a:extLst>
                  <a:ext uri="{FF2B5EF4-FFF2-40B4-BE49-F238E27FC236}">
                    <a16:creationId xmlns:a16="http://schemas.microsoft.com/office/drawing/2014/main" id="{91C66D06-4CAC-4E82-8AE2-10FFBEE80F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9" y="2431"/>
                <a:ext cx="438" cy="506"/>
              </a:xfrm>
              <a:custGeom>
                <a:avLst/>
                <a:gdLst>
                  <a:gd name="T0" fmla="*/ 1910 w 175"/>
                  <a:gd name="T1" fmla="*/ 418 h 190"/>
                  <a:gd name="T2" fmla="*/ 971 w 175"/>
                  <a:gd name="T3" fmla="*/ 0 h 190"/>
                  <a:gd name="T4" fmla="*/ 145 w 175"/>
                  <a:gd name="T5" fmla="*/ 418 h 190"/>
                  <a:gd name="T6" fmla="*/ 145 w 175"/>
                  <a:gd name="T7" fmla="*/ 418 h 190"/>
                  <a:gd name="T8" fmla="*/ 175 w 175"/>
                  <a:gd name="T9" fmla="*/ 453 h 190"/>
                  <a:gd name="T10" fmla="*/ 438 w 175"/>
                  <a:gd name="T11" fmla="*/ 1020 h 190"/>
                  <a:gd name="T12" fmla="*/ 501 w 175"/>
                  <a:gd name="T13" fmla="*/ 1625 h 190"/>
                  <a:gd name="T14" fmla="*/ 270 w 175"/>
                  <a:gd name="T15" fmla="*/ 2453 h 190"/>
                  <a:gd name="T16" fmla="*/ 0 w 175"/>
                  <a:gd name="T17" fmla="*/ 2874 h 190"/>
                  <a:gd name="T18" fmla="*/ 0 w 175"/>
                  <a:gd name="T19" fmla="*/ 2887 h 190"/>
                  <a:gd name="T20" fmla="*/ 1459 w 175"/>
                  <a:gd name="T21" fmla="*/ 3497 h 190"/>
                  <a:gd name="T22" fmla="*/ 2555 w 175"/>
                  <a:gd name="T23" fmla="*/ 2511 h 190"/>
                  <a:gd name="T24" fmla="*/ 1910 w 175"/>
                  <a:gd name="T25" fmla="*/ 418 h 190"/>
                  <a:gd name="T26" fmla="*/ 1367 w 175"/>
                  <a:gd name="T27" fmla="*/ 2248 h 190"/>
                  <a:gd name="T28" fmla="*/ 971 w 175"/>
                  <a:gd name="T29" fmla="*/ 2136 h 190"/>
                  <a:gd name="T30" fmla="*/ 989 w 175"/>
                  <a:gd name="T31" fmla="*/ 2043 h 190"/>
                  <a:gd name="T32" fmla="*/ 1522 w 175"/>
                  <a:gd name="T33" fmla="*/ 1872 h 190"/>
                  <a:gd name="T34" fmla="*/ 1367 w 175"/>
                  <a:gd name="T35" fmla="*/ 2248 h 19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5" h="190">
                    <a:moveTo>
                      <a:pt x="122" y="22"/>
                    </a:moveTo>
                    <a:cubicBezTo>
                      <a:pt x="105" y="9"/>
                      <a:pt x="84" y="2"/>
                      <a:pt x="62" y="0"/>
                    </a:cubicBezTo>
                    <a:cubicBezTo>
                      <a:pt x="46" y="0"/>
                      <a:pt x="18" y="7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3"/>
                      <a:pt x="11" y="24"/>
                    </a:cubicBezTo>
                    <a:cubicBezTo>
                      <a:pt x="20" y="32"/>
                      <a:pt x="23" y="43"/>
                      <a:pt x="28" y="54"/>
                    </a:cubicBezTo>
                    <a:cubicBezTo>
                      <a:pt x="35" y="66"/>
                      <a:pt x="34" y="73"/>
                      <a:pt x="32" y="86"/>
                    </a:cubicBezTo>
                    <a:cubicBezTo>
                      <a:pt x="30" y="103"/>
                      <a:pt x="24" y="115"/>
                      <a:pt x="17" y="130"/>
                    </a:cubicBezTo>
                    <a:cubicBezTo>
                      <a:pt x="12" y="140"/>
                      <a:pt x="7" y="146"/>
                      <a:pt x="0" y="152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13" y="179"/>
                      <a:pt x="64" y="190"/>
                      <a:pt x="93" y="185"/>
                    </a:cubicBezTo>
                    <a:cubicBezTo>
                      <a:pt x="127" y="179"/>
                      <a:pt x="152" y="168"/>
                      <a:pt x="163" y="133"/>
                    </a:cubicBezTo>
                    <a:cubicBezTo>
                      <a:pt x="175" y="94"/>
                      <a:pt x="153" y="45"/>
                      <a:pt x="122" y="22"/>
                    </a:cubicBezTo>
                    <a:close/>
                    <a:moveTo>
                      <a:pt x="87" y="119"/>
                    </a:moveTo>
                    <a:cubicBezTo>
                      <a:pt x="79" y="122"/>
                      <a:pt x="70" y="119"/>
                      <a:pt x="62" y="113"/>
                    </a:cubicBezTo>
                    <a:cubicBezTo>
                      <a:pt x="62" y="111"/>
                      <a:pt x="63" y="110"/>
                      <a:pt x="63" y="108"/>
                    </a:cubicBezTo>
                    <a:cubicBezTo>
                      <a:pt x="67" y="95"/>
                      <a:pt x="84" y="90"/>
                      <a:pt x="97" y="99"/>
                    </a:cubicBezTo>
                    <a:cubicBezTo>
                      <a:pt x="98" y="107"/>
                      <a:pt x="95" y="116"/>
                      <a:pt x="87" y="119"/>
                    </a:cubicBezTo>
                    <a:close/>
                  </a:path>
                </a:pathLst>
              </a:custGeom>
              <a:solidFill>
                <a:srgbClr val="FF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6" name="Freeform 21">
                <a:extLst>
                  <a:ext uri="{FF2B5EF4-FFF2-40B4-BE49-F238E27FC236}">
                    <a16:creationId xmlns:a16="http://schemas.microsoft.com/office/drawing/2014/main" id="{105F4634-A1B7-45F4-9CF2-456908C5CE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4" y="2599"/>
                <a:ext cx="128" cy="133"/>
              </a:xfrm>
              <a:custGeom>
                <a:avLst/>
                <a:gdLst>
                  <a:gd name="T0" fmla="*/ 806 w 51"/>
                  <a:gd name="T1" fmla="*/ 678 h 50"/>
                  <a:gd name="T2" fmla="*/ 806 w 51"/>
                  <a:gd name="T3" fmla="*/ 678 h 50"/>
                  <a:gd name="T4" fmla="*/ 806 w 51"/>
                  <a:gd name="T5" fmla="*/ 678 h 50"/>
                  <a:gd name="T6" fmla="*/ 806 w 51"/>
                  <a:gd name="T7" fmla="*/ 678 h 50"/>
                  <a:gd name="T8" fmla="*/ 806 w 51"/>
                  <a:gd name="T9" fmla="*/ 678 h 50"/>
                  <a:gd name="T10" fmla="*/ 806 w 51"/>
                  <a:gd name="T11" fmla="*/ 737 h 50"/>
                  <a:gd name="T12" fmla="*/ 806 w 51"/>
                  <a:gd name="T13" fmla="*/ 678 h 50"/>
                  <a:gd name="T14" fmla="*/ 806 w 51"/>
                  <a:gd name="T15" fmla="*/ 678 h 50"/>
                  <a:gd name="T16" fmla="*/ 776 w 51"/>
                  <a:gd name="T17" fmla="*/ 545 h 50"/>
                  <a:gd name="T18" fmla="*/ 50 w 51"/>
                  <a:gd name="T19" fmla="*/ 396 h 50"/>
                  <a:gd name="T20" fmla="*/ 251 w 51"/>
                  <a:gd name="T21" fmla="*/ 942 h 50"/>
                  <a:gd name="T22" fmla="*/ 271 w 51"/>
                  <a:gd name="T23" fmla="*/ 849 h 50"/>
                  <a:gd name="T24" fmla="*/ 806 w 51"/>
                  <a:gd name="T25" fmla="*/ 678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50">
                    <a:moveTo>
                      <a:pt x="51" y="36"/>
                    </a:move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lose/>
                    <a:moveTo>
                      <a:pt x="51" y="36"/>
                    </a:moveTo>
                    <a:cubicBezTo>
                      <a:pt x="51" y="37"/>
                      <a:pt x="51" y="38"/>
                      <a:pt x="51" y="39"/>
                    </a:cubicBezTo>
                    <a:cubicBezTo>
                      <a:pt x="51" y="38"/>
                      <a:pt x="51" y="37"/>
                      <a:pt x="51" y="36"/>
                    </a:cubicBezTo>
                    <a:close/>
                    <a:moveTo>
                      <a:pt x="51" y="36"/>
                    </a:moveTo>
                    <a:cubicBezTo>
                      <a:pt x="51" y="33"/>
                      <a:pt x="50" y="31"/>
                      <a:pt x="49" y="29"/>
                    </a:cubicBezTo>
                    <a:cubicBezTo>
                      <a:pt x="39" y="0"/>
                      <a:pt x="8" y="3"/>
                      <a:pt x="3" y="21"/>
                    </a:cubicBezTo>
                    <a:cubicBezTo>
                      <a:pt x="0" y="30"/>
                      <a:pt x="7" y="42"/>
                      <a:pt x="16" y="50"/>
                    </a:cubicBezTo>
                    <a:cubicBezTo>
                      <a:pt x="16" y="48"/>
                      <a:pt x="17" y="47"/>
                      <a:pt x="17" y="45"/>
                    </a:cubicBezTo>
                    <a:cubicBezTo>
                      <a:pt x="21" y="32"/>
                      <a:pt x="38" y="27"/>
                      <a:pt x="51" y="36"/>
                    </a:cubicBezTo>
                    <a:close/>
                  </a:path>
                </a:pathLst>
              </a:custGeom>
              <a:solidFill>
                <a:srgbClr val="E3AC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7" name="Freeform 22">
                <a:extLst>
                  <a:ext uri="{FF2B5EF4-FFF2-40B4-BE49-F238E27FC236}">
                    <a16:creationId xmlns:a16="http://schemas.microsoft.com/office/drawing/2014/main" id="{35CECF15-22A7-483D-978B-94EF45DA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303"/>
                <a:ext cx="157" cy="109"/>
              </a:xfrm>
              <a:custGeom>
                <a:avLst/>
                <a:gdLst>
                  <a:gd name="T0" fmla="*/ 882 w 63"/>
                  <a:gd name="T1" fmla="*/ 319 h 41"/>
                  <a:gd name="T2" fmla="*/ 354 w 63"/>
                  <a:gd name="T3" fmla="*/ 21 h 41"/>
                  <a:gd name="T4" fmla="*/ 42 w 63"/>
                  <a:gd name="T5" fmla="*/ 431 h 41"/>
                  <a:gd name="T6" fmla="*/ 42 w 63"/>
                  <a:gd name="T7" fmla="*/ 431 h 41"/>
                  <a:gd name="T8" fmla="*/ 217 w 63"/>
                  <a:gd name="T9" fmla="*/ 396 h 41"/>
                  <a:gd name="T10" fmla="*/ 728 w 63"/>
                  <a:gd name="T11" fmla="*/ 715 h 41"/>
                  <a:gd name="T12" fmla="*/ 758 w 63"/>
                  <a:gd name="T13" fmla="*/ 771 h 41"/>
                  <a:gd name="T14" fmla="*/ 882 w 63"/>
                  <a:gd name="T15" fmla="*/ 319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41">
                    <a:moveTo>
                      <a:pt x="57" y="17"/>
                    </a:moveTo>
                    <a:cubicBezTo>
                      <a:pt x="51" y="6"/>
                      <a:pt x="35" y="1"/>
                      <a:pt x="23" y="1"/>
                    </a:cubicBezTo>
                    <a:cubicBezTo>
                      <a:pt x="12" y="0"/>
                      <a:pt x="0" y="6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7" y="22"/>
                      <a:pt x="10" y="21"/>
                      <a:pt x="14" y="21"/>
                    </a:cubicBezTo>
                    <a:cubicBezTo>
                      <a:pt x="26" y="22"/>
                      <a:pt x="42" y="27"/>
                      <a:pt x="47" y="38"/>
                    </a:cubicBezTo>
                    <a:cubicBezTo>
                      <a:pt x="48" y="39"/>
                      <a:pt x="48" y="40"/>
                      <a:pt x="49" y="41"/>
                    </a:cubicBezTo>
                    <a:cubicBezTo>
                      <a:pt x="58" y="38"/>
                      <a:pt x="63" y="30"/>
                      <a:pt x="57" y="17"/>
                    </a:cubicBezTo>
                    <a:close/>
                  </a:path>
                </a:pathLst>
              </a:custGeom>
              <a:solidFill>
                <a:srgbClr val="E3AC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8" name="Freeform 23">
                <a:extLst>
                  <a:ext uri="{FF2B5EF4-FFF2-40B4-BE49-F238E27FC236}">
                    <a16:creationId xmlns:a16="http://schemas.microsoft.com/office/drawing/2014/main" id="{027A35EC-97DE-4C80-92A7-ADB130996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393"/>
                <a:ext cx="1127" cy="830"/>
              </a:xfrm>
              <a:custGeom>
                <a:avLst/>
                <a:gdLst>
                  <a:gd name="T0" fmla="*/ 6819 w 451"/>
                  <a:gd name="T1" fmla="*/ 3005 h 311"/>
                  <a:gd name="T2" fmla="*/ 6287 w 451"/>
                  <a:gd name="T3" fmla="*/ 2244 h 311"/>
                  <a:gd name="T4" fmla="*/ 6400 w 451"/>
                  <a:gd name="T5" fmla="*/ 2736 h 311"/>
                  <a:gd name="T6" fmla="*/ 5912 w 451"/>
                  <a:gd name="T7" fmla="*/ 2186 h 311"/>
                  <a:gd name="T8" fmla="*/ 6007 w 451"/>
                  <a:gd name="T9" fmla="*/ 1882 h 311"/>
                  <a:gd name="T10" fmla="*/ 5633 w 451"/>
                  <a:gd name="T11" fmla="*/ 1732 h 311"/>
                  <a:gd name="T12" fmla="*/ 5320 w 451"/>
                  <a:gd name="T13" fmla="*/ 1823 h 311"/>
                  <a:gd name="T14" fmla="*/ 5258 w 451"/>
                  <a:gd name="T15" fmla="*/ 1388 h 311"/>
                  <a:gd name="T16" fmla="*/ 5278 w 451"/>
                  <a:gd name="T17" fmla="*/ 934 h 311"/>
                  <a:gd name="T18" fmla="*/ 5258 w 451"/>
                  <a:gd name="T19" fmla="*/ 592 h 311"/>
                  <a:gd name="T20" fmla="*/ 4715 w 451"/>
                  <a:gd name="T21" fmla="*/ 662 h 311"/>
                  <a:gd name="T22" fmla="*/ 4133 w 451"/>
                  <a:gd name="T23" fmla="*/ 990 h 311"/>
                  <a:gd name="T24" fmla="*/ 3683 w 451"/>
                  <a:gd name="T25" fmla="*/ 1003 h 311"/>
                  <a:gd name="T26" fmla="*/ 3321 w 451"/>
                  <a:gd name="T27" fmla="*/ 1254 h 311"/>
                  <a:gd name="T28" fmla="*/ 2916 w 451"/>
                  <a:gd name="T29" fmla="*/ 1174 h 311"/>
                  <a:gd name="T30" fmla="*/ 3071 w 451"/>
                  <a:gd name="T31" fmla="*/ 777 h 311"/>
                  <a:gd name="T32" fmla="*/ 2436 w 451"/>
                  <a:gd name="T33" fmla="*/ 721 h 311"/>
                  <a:gd name="T34" fmla="*/ 2199 w 451"/>
                  <a:gd name="T35" fmla="*/ 1366 h 311"/>
                  <a:gd name="T36" fmla="*/ 1904 w 451"/>
                  <a:gd name="T37" fmla="*/ 1388 h 311"/>
                  <a:gd name="T38" fmla="*/ 1404 w 451"/>
                  <a:gd name="T39" fmla="*/ 1959 h 311"/>
                  <a:gd name="T40" fmla="*/ 1199 w 451"/>
                  <a:gd name="T41" fmla="*/ 1938 h 311"/>
                  <a:gd name="T42" fmla="*/ 750 w 451"/>
                  <a:gd name="T43" fmla="*/ 1844 h 311"/>
                  <a:gd name="T44" fmla="*/ 542 w 451"/>
                  <a:gd name="T45" fmla="*/ 1938 h 311"/>
                  <a:gd name="T46" fmla="*/ 605 w 451"/>
                  <a:gd name="T47" fmla="*/ 2279 h 311"/>
                  <a:gd name="T48" fmla="*/ 905 w 451"/>
                  <a:gd name="T49" fmla="*/ 2506 h 311"/>
                  <a:gd name="T50" fmla="*/ 687 w 451"/>
                  <a:gd name="T51" fmla="*/ 2493 h 311"/>
                  <a:gd name="T52" fmla="*/ 500 w 451"/>
                  <a:gd name="T53" fmla="*/ 2642 h 311"/>
                  <a:gd name="T54" fmla="*/ 355 w 451"/>
                  <a:gd name="T55" fmla="*/ 2962 h 311"/>
                  <a:gd name="T56" fmla="*/ 62 w 451"/>
                  <a:gd name="T57" fmla="*/ 3405 h 311"/>
                  <a:gd name="T58" fmla="*/ 605 w 451"/>
                  <a:gd name="T59" fmla="*/ 3838 h 311"/>
                  <a:gd name="T60" fmla="*/ 292 w 451"/>
                  <a:gd name="T61" fmla="*/ 4046 h 311"/>
                  <a:gd name="T62" fmla="*/ 230 w 451"/>
                  <a:gd name="T63" fmla="*/ 4238 h 311"/>
                  <a:gd name="T64" fmla="*/ 12 w 451"/>
                  <a:gd name="T65" fmla="*/ 4601 h 311"/>
                  <a:gd name="T66" fmla="*/ 137 w 451"/>
                  <a:gd name="T67" fmla="*/ 4807 h 311"/>
                  <a:gd name="T68" fmla="*/ 280 w 451"/>
                  <a:gd name="T69" fmla="*/ 4977 h 311"/>
                  <a:gd name="T70" fmla="*/ 467 w 451"/>
                  <a:gd name="T71" fmla="*/ 5113 h 311"/>
                  <a:gd name="T72" fmla="*/ 1075 w 451"/>
                  <a:gd name="T73" fmla="*/ 5434 h 311"/>
                  <a:gd name="T74" fmla="*/ 6507 w 451"/>
                  <a:gd name="T75" fmla="*/ 5306 h 311"/>
                  <a:gd name="T76" fmla="*/ 6620 w 451"/>
                  <a:gd name="T77" fmla="*/ 4908 h 311"/>
                  <a:gd name="T78" fmla="*/ 6944 w 451"/>
                  <a:gd name="T79" fmla="*/ 4737 h 31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51" h="311">
                    <a:moveTo>
                      <a:pt x="446" y="212"/>
                    </a:moveTo>
                    <a:cubicBezTo>
                      <a:pt x="444" y="195"/>
                      <a:pt x="443" y="174"/>
                      <a:pt x="437" y="158"/>
                    </a:cubicBezTo>
                    <a:cubicBezTo>
                      <a:pt x="431" y="142"/>
                      <a:pt x="421" y="128"/>
                      <a:pt x="416" y="111"/>
                    </a:cubicBezTo>
                    <a:cubicBezTo>
                      <a:pt x="411" y="110"/>
                      <a:pt x="405" y="113"/>
                      <a:pt x="403" y="118"/>
                    </a:cubicBezTo>
                    <a:cubicBezTo>
                      <a:pt x="400" y="124"/>
                      <a:pt x="402" y="122"/>
                      <a:pt x="403" y="127"/>
                    </a:cubicBezTo>
                    <a:cubicBezTo>
                      <a:pt x="405" y="133"/>
                      <a:pt x="408" y="138"/>
                      <a:pt x="410" y="144"/>
                    </a:cubicBezTo>
                    <a:cubicBezTo>
                      <a:pt x="404" y="138"/>
                      <a:pt x="399" y="135"/>
                      <a:pt x="392" y="128"/>
                    </a:cubicBezTo>
                    <a:cubicBezTo>
                      <a:pt x="390" y="126"/>
                      <a:pt x="381" y="120"/>
                      <a:pt x="379" y="115"/>
                    </a:cubicBezTo>
                    <a:cubicBezTo>
                      <a:pt x="378" y="114"/>
                      <a:pt x="379" y="113"/>
                      <a:pt x="379" y="112"/>
                    </a:cubicBezTo>
                    <a:cubicBezTo>
                      <a:pt x="379" y="108"/>
                      <a:pt x="386" y="103"/>
                      <a:pt x="385" y="99"/>
                    </a:cubicBezTo>
                    <a:cubicBezTo>
                      <a:pt x="384" y="96"/>
                      <a:pt x="381" y="96"/>
                      <a:pt x="378" y="95"/>
                    </a:cubicBezTo>
                    <a:cubicBezTo>
                      <a:pt x="373" y="93"/>
                      <a:pt x="366" y="90"/>
                      <a:pt x="361" y="91"/>
                    </a:cubicBezTo>
                    <a:cubicBezTo>
                      <a:pt x="359" y="91"/>
                      <a:pt x="357" y="93"/>
                      <a:pt x="356" y="95"/>
                    </a:cubicBezTo>
                    <a:cubicBezTo>
                      <a:pt x="352" y="91"/>
                      <a:pt x="344" y="92"/>
                      <a:pt x="341" y="96"/>
                    </a:cubicBezTo>
                    <a:cubicBezTo>
                      <a:pt x="342" y="93"/>
                      <a:pt x="344" y="90"/>
                      <a:pt x="345" y="87"/>
                    </a:cubicBezTo>
                    <a:cubicBezTo>
                      <a:pt x="346" y="80"/>
                      <a:pt x="341" y="78"/>
                      <a:pt x="337" y="73"/>
                    </a:cubicBezTo>
                    <a:cubicBezTo>
                      <a:pt x="332" y="69"/>
                      <a:pt x="332" y="67"/>
                      <a:pt x="334" y="61"/>
                    </a:cubicBezTo>
                    <a:cubicBezTo>
                      <a:pt x="336" y="56"/>
                      <a:pt x="339" y="55"/>
                      <a:pt x="338" y="49"/>
                    </a:cubicBezTo>
                    <a:cubicBezTo>
                      <a:pt x="338" y="46"/>
                      <a:pt x="337" y="39"/>
                      <a:pt x="336" y="36"/>
                    </a:cubicBezTo>
                    <a:cubicBezTo>
                      <a:pt x="336" y="34"/>
                      <a:pt x="338" y="32"/>
                      <a:pt x="337" y="31"/>
                    </a:cubicBezTo>
                    <a:cubicBezTo>
                      <a:pt x="336" y="22"/>
                      <a:pt x="320" y="17"/>
                      <a:pt x="312" y="21"/>
                    </a:cubicBezTo>
                    <a:cubicBezTo>
                      <a:pt x="307" y="23"/>
                      <a:pt x="304" y="30"/>
                      <a:pt x="302" y="35"/>
                    </a:cubicBezTo>
                    <a:cubicBezTo>
                      <a:pt x="300" y="40"/>
                      <a:pt x="298" y="41"/>
                      <a:pt x="292" y="43"/>
                    </a:cubicBezTo>
                    <a:cubicBezTo>
                      <a:pt x="283" y="47"/>
                      <a:pt x="275" y="54"/>
                      <a:pt x="265" y="52"/>
                    </a:cubicBezTo>
                    <a:cubicBezTo>
                      <a:pt x="260" y="50"/>
                      <a:pt x="256" y="46"/>
                      <a:pt x="250" y="47"/>
                    </a:cubicBezTo>
                    <a:cubicBezTo>
                      <a:pt x="249" y="47"/>
                      <a:pt x="244" y="49"/>
                      <a:pt x="236" y="53"/>
                    </a:cubicBezTo>
                    <a:cubicBezTo>
                      <a:pt x="231" y="55"/>
                      <a:pt x="226" y="58"/>
                      <a:pt x="222" y="61"/>
                    </a:cubicBezTo>
                    <a:cubicBezTo>
                      <a:pt x="217" y="64"/>
                      <a:pt x="219" y="67"/>
                      <a:pt x="213" y="66"/>
                    </a:cubicBezTo>
                    <a:cubicBezTo>
                      <a:pt x="208" y="66"/>
                      <a:pt x="193" y="65"/>
                      <a:pt x="189" y="63"/>
                    </a:cubicBezTo>
                    <a:cubicBezTo>
                      <a:pt x="188" y="63"/>
                      <a:pt x="187" y="63"/>
                      <a:pt x="187" y="62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90" y="54"/>
                      <a:pt x="193" y="48"/>
                      <a:pt x="197" y="41"/>
                    </a:cubicBezTo>
                    <a:cubicBezTo>
                      <a:pt x="187" y="34"/>
                      <a:pt x="194" y="3"/>
                      <a:pt x="180" y="0"/>
                    </a:cubicBezTo>
                    <a:cubicBezTo>
                      <a:pt x="171" y="11"/>
                      <a:pt x="164" y="26"/>
                      <a:pt x="156" y="38"/>
                    </a:cubicBezTo>
                    <a:cubicBezTo>
                      <a:pt x="149" y="48"/>
                      <a:pt x="146" y="58"/>
                      <a:pt x="145" y="70"/>
                    </a:cubicBezTo>
                    <a:cubicBezTo>
                      <a:pt x="144" y="71"/>
                      <a:pt x="143" y="72"/>
                      <a:pt x="141" y="72"/>
                    </a:cubicBezTo>
                    <a:cubicBezTo>
                      <a:pt x="138" y="74"/>
                      <a:pt x="131" y="78"/>
                      <a:pt x="128" y="79"/>
                    </a:cubicBezTo>
                    <a:cubicBezTo>
                      <a:pt x="122" y="82"/>
                      <a:pt x="128" y="73"/>
                      <a:pt x="122" y="73"/>
                    </a:cubicBezTo>
                    <a:cubicBezTo>
                      <a:pt x="119" y="73"/>
                      <a:pt x="112" y="83"/>
                      <a:pt x="106" y="87"/>
                    </a:cubicBezTo>
                    <a:cubicBezTo>
                      <a:pt x="101" y="92"/>
                      <a:pt x="96" y="98"/>
                      <a:pt x="90" y="103"/>
                    </a:cubicBezTo>
                    <a:cubicBezTo>
                      <a:pt x="89" y="104"/>
                      <a:pt x="87" y="102"/>
                      <a:pt x="86" y="103"/>
                    </a:cubicBezTo>
                    <a:cubicBezTo>
                      <a:pt x="77" y="102"/>
                      <a:pt x="77" y="102"/>
                      <a:pt x="77" y="102"/>
                    </a:cubicBezTo>
                    <a:cubicBezTo>
                      <a:pt x="75" y="102"/>
                      <a:pt x="73" y="101"/>
                      <a:pt x="71" y="99"/>
                    </a:cubicBezTo>
                    <a:cubicBezTo>
                      <a:pt x="64" y="96"/>
                      <a:pt x="55" y="96"/>
                      <a:pt x="48" y="97"/>
                    </a:cubicBezTo>
                    <a:cubicBezTo>
                      <a:pt x="43" y="97"/>
                      <a:pt x="38" y="97"/>
                      <a:pt x="33" y="101"/>
                    </a:cubicBezTo>
                    <a:cubicBezTo>
                      <a:pt x="35" y="102"/>
                      <a:pt x="35" y="102"/>
                      <a:pt x="35" y="102"/>
                    </a:cubicBezTo>
                    <a:cubicBezTo>
                      <a:pt x="33" y="106"/>
                      <a:pt x="31" y="112"/>
                      <a:pt x="31" y="114"/>
                    </a:cubicBezTo>
                    <a:cubicBezTo>
                      <a:pt x="32" y="120"/>
                      <a:pt x="33" y="119"/>
                      <a:pt x="39" y="120"/>
                    </a:cubicBezTo>
                    <a:cubicBezTo>
                      <a:pt x="45" y="122"/>
                      <a:pt x="53" y="124"/>
                      <a:pt x="63" y="127"/>
                    </a:cubicBezTo>
                    <a:cubicBezTo>
                      <a:pt x="61" y="130"/>
                      <a:pt x="60" y="131"/>
                      <a:pt x="58" y="132"/>
                    </a:cubicBezTo>
                    <a:cubicBezTo>
                      <a:pt x="56" y="134"/>
                      <a:pt x="54" y="137"/>
                      <a:pt x="52" y="137"/>
                    </a:cubicBezTo>
                    <a:cubicBezTo>
                      <a:pt x="50" y="137"/>
                      <a:pt x="47" y="133"/>
                      <a:pt x="44" y="131"/>
                    </a:cubicBezTo>
                    <a:cubicBezTo>
                      <a:pt x="38" y="127"/>
                      <a:pt x="32" y="122"/>
                      <a:pt x="26" y="118"/>
                    </a:cubicBezTo>
                    <a:cubicBezTo>
                      <a:pt x="28" y="124"/>
                      <a:pt x="30" y="132"/>
                      <a:pt x="32" y="139"/>
                    </a:cubicBezTo>
                    <a:cubicBezTo>
                      <a:pt x="34" y="145"/>
                      <a:pt x="37" y="150"/>
                      <a:pt x="38" y="157"/>
                    </a:cubicBezTo>
                    <a:cubicBezTo>
                      <a:pt x="35" y="157"/>
                      <a:pt x="28" y="155"/>
                      <a:pt x="23" y="156"/>
                    </a:cubicBezTo>
                    <a:cubicBezTo>
                      <a:pt x="18" y="157"/>
                      <a:pt x="15" y="159"/>
                      <a:pt x="11" y="162"/>
                    </a:cubicBezTo>
                    <a:cubicBezTo>
                      <a:pt x="6" y="166"/>
                      <a:pt x="2" y="171"/>
                      <a:pt x="4" y="179"/>
                    </a:cubicBezTo>
                    <a:cubicBezTo>
                      <a:pt x="6" y="185"/>
                      <a:pt x="12" y="199"/>
                      <a:pt x="18" y="201"/>
                    </a:cubicBezTo>
                    <a:cubicBezTo>
                      <a:pt x="25" y="204"/>
                      <a:pt x="34" y="194"/>
                      <a:pt x="39" y="202"/>
                    </a:cubicBezTo>
                    <a:cubicBezTo>
                      <a:pt x="37" y="205"/>
                      <a:pt x="33" y="205"/>
                      <a:pt x="30" y="207"/>
                    </a:cubicBezTo>
                    <a:cubicBezTo>
                      <a:pt x="28" y="208"/>
                      <a:pt x="21" y="211"/>
                      <a:pt x="19" y="213"/>
                    </a:cubicBezTo>
                    <a:cubicBezTo>
                      <a:pt x="15" y="215"/>
                      <a:pt x="18" y="216"/>
                      <a:pt x="16" y="219"/>
                    </a:cubicBezTo>
                    <a:cubicBezTo>
                      <a:pt x="15" y="220"/>
                      <a:pt x="16" y="223"/>
                      <a:pt x="15" y="223"/>
                    </a:cubicBezTo>
                    <a:cubicBezTo>
                      <a:pt x="12" y="225"/>
                      <a:pt x="8" y="223"/>
                      <a:pt x="5" y="226"/>
                    </a:cubicBezTo>
                    <a:cubicBezTo>
                      <a:pt x="3" y="229"/>
                      <a:pt x="1" y="239"/>
                      <a:pt x="1" y="242"/>
                    </a:cubicBezTo>
                    <a:cubicBezTo>
                      <a:pt x="1" y="245"/>
                      <a:pt x="0" y="248"/>
                      <a:pt x="1" y="249"/>
                    </a:cubicBezTo>
                    <a:cubicBezTo>
                      <a:pt x="2" y="251"/>
                      <a:pt x="6" y="250"/>
                      <a:pt x="9" y="253"/>
                    </a:cubicBezTo>
                    <a:cubicBezTo>
                      <a:pt x="10" y="253"/>
                      <a:pt x="9" y="256"/>
                      <a:pt x="9" y="258"/>
                    </a:cubicBezTo>
                    <a:cubicBezTo>
                      <a:pt x="12" y="259"/>
                      <a:pt x="15" y="261"/>
                      <a:pt x="18" y="262"/>
                    </a:cubicBezTo>
                    <a:cubicBezTo>
                      <a:pt x="19" y="263"/>
                      <a:pt x="20" y="263"/>
                      <a:pt x="21" y="264"/>
                    </a:cubicBezTo>
                    <a:cubicBezTo>
                      <a:pt x="24" y="265"/>
                      <a:pt x="27" y="267"/>
                      <a:pt x="30" y="269"/>
                    </a:cubicBezTo>
                    <a:cubicBezTo>
                      <a:pt x="41" y="275"/>
                      <a:pt x="53" y="280"/>
                      <a:pt x="66" y="284"/>
                    </a:cubicBezTo>
                    <a:cubicBezTo>
                      <a:pt x="67" y="285"/>
                      <a:pt x="68" y="285"/>
                      <a:pt x="69" y="286"/>
                    </a:cubicBezTo>
                    <a:cubicBezTo>
                      <a:pt x="116" y="302"/>
                      <a:pt x="173" y="311"/>
                      <a:pt x="234" y="311"/>
                    </a:cubicBezTo>
                    <a:cubicBezTo>
                      <a:pt x="303" y="311"/>
                      <a:pt x="367" y="299"/>
                      <a:pt x="417" y="279"/>
                    </a:cubicBezTo>
                    <a:cubicBezTo>
                      <a:pt x="420" y="272"/>
                      <a:pt x="422" y="265"/>
                      <a:pt x="423" y="258"/>
                    </a:cubicBezTo>
                    <a:cubicBezTo>
                      <a:pt x="423" y="258"/>
                      <a:pt x="423" y="258"/>
                      <a:pt x="424" y="258"/>
                    </a:cubicBezTo>
                    <a:cubicBezTo>
                      <a:pt x="423" y="263"/>
                      <a:pt x="423" y="263"/>
                      <a:pt x="423" y="263"/>
                    </a:cubicBezTo>
                    <a:cubicBezTo>
                      <a:pt x="428" y="258"/>
                      <a:pt x="440" y="254"/>
                      <a:pt x="445" y="249"/>
                    </a:cubicBezTo>
                    <a:cubicBezTo>
                      <a:pt x="451" y="242"/>
                      <a:pt x="447" y="221"/>
                      <a:pt x="446" y="212"/>
                    </a:cubicBez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9" name="Freeform 24">
                <a:extLst>
                  <a:ext uri="{FF2B5EF4-FFF2-40B4-BE49-F238E27FC236}">
                    <a16:creationId xmlns:a16="http://schemas.microsoft.com/office/drawing/2014/main" id="{DF3C80CA-AD88-40FB-AD0B-BBF97476A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415"/>
                <a:ext cx="62" cy="141"/>
              </a:xfrm>
              <a:custGeom>
                <a:avLst/>
                <a:gdLst>
                  <a:gd name="T0" fmla="*/ 0 w 25"/>
                  <a:gd name="T1" fmla="*/ 998 h 53"/>
                  <a:gd name="T2" fmla="*/ 196 w 25"/>
                  <a:gd name="T3" fmla="*/ 452 h 53"/>
                  <a:gd name="T4" fmla="*/ 382 w 25"/>
                  <a:gd name="T5" fmla="*/ 0 h 53"/>
                  <a:gd name="T6" fmla="*/ 278 w 25"/>
                  <a:gd name="T7" fmla="*/ 396 h 53"/>
                  <a:gd name="T8" fmla="*/ 42 w 25"/>
                  <a:gd name="T9" fmla="*/ 92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3">
                    <a:moveTo>
                      <a:pt x="0" y="53"/>
                    </a:moveTo>
                    <a:cubicBezTo>
                      <a:pt x="2" y="42"/>
                      <a:pt x="6" y="33"/>
                      <a:pt x="13" y="24"/>
                    </a:cubicBezTo>
                    <a:cubicBezTo>
                      <a:pt x="18" y="17"/>
                      <a:pt x="20" y="7"/>
                      <a:pt x="25" y="0"/>
                    </a:cubicBezTo>
                    <a:cubicBezTo>
                      <a:pt x="25" y="7"/>
                      <a:pt x="20" y="14"/>
                      <a:pt x="18" y="21"/>
                    </a:cubicBezTo>
                    <a:cubicBezTo>
                      <a:pt x="15" y="31"/>
                      <a:pt x="8" y="40"/>
                      <a:pt x="3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0" name="Freeform 25">
                <a:extLst>
                  <a:ext uri="{FF2B5EF4-FFF2-40B4-BE49-F238E27FC236}">
                    <a16:creationId xmlns:a16="http://schemas.microsoft.com/office/drawing/2014/main" id="{9892172F-7DAE-43C2-A878-ED8136586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513"/>
                <a:ext cx="145" cy="80"/>
              </a:xfrm>
              <a:custGeom>
                <a:avLst/>
                <a:gdLst>
                  <a:gd name="T0" fmla="*/ 0 w 58"/>
                  <a:gd name="T1" fmla="*/ 568 h 30"/>
                  <a:gd name="T2" fmla="*/ 425 w 58"/>
                  <a:gd name="T3" fmla="*/ 171 h 30"/>
                  <a:gd name="T4" fmla="*/ 675 w 58"/>
                  <a:gd name="T5" fmla="*/ 77 h 30"/>
                  <a:gd name="T6" fmla="*/ 908 w 58"/>
                  <a:gd name="T7" fmla="*/ 0 h 30"/>
                  <a:gd name="T8" fmla="*/ 688 w 58"/>
                  <a:gd name="T9" fmla="*/ 93 h 30"/>
                  <a:gd name="T10" fmla="*/ 550 w 58"/>
                  <a:gd name="T11" fmla="*/ 205 h 30"/>
                  <a:gd name="T12" fmla="*/ 375 w 58"/>
                  <a:gd name="T13" fmla="*/ 285 h 30"/>
                  <a:gd name="T14" fmla="*/ 208 w 58"/>
                  <a:gd name="T15" fmla="*/ 419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0">
                    <a:moveTo>
                      <a:pt x="0" y="30"/>
                    </a:moveTo>
                    <a:cubicBezTo>
                      <a:pt x="7" y="23"/>
                      <a:pt x="17" y="13"/>
                      <a:pt x="27" y="9"/>
                    </a:cubicBezTo>
                    <a:cubicBezTo>
                      <a:pt x="32" y="7"/>
                      <a:pt x="37" y="6"/>
                      <a:pt x="43" y="4"/>
                    </a:cubicBezTo>
                    <a:cubicBezTo>
                      <a:pt x="48" y="3"/>
                      <a:pt x="53" y="0"/>
                      <a:pt x="58" y="0"/>
                    </a:cubicBezTo>
                    <a:cubicBezTo>
                      <a:pt x="54" y="2"/>
                      <a:pt x="49" y="3"/>
                      <a:pt x="44" y="5"/>
                    </a:cubicBezTo>
                    <a:cubicBezTo>
                      <a:pt x="41" y="7"/>
                      <a:pt x="39" y="9"/>
                      <a:pt x="35" y="11"/>
                    </a:cubicBezTo>
                    <a:cubicBezTo>
                      <a:pt x="31" y="12"/>
                      <a:pt x="28" y="13"/>
                      <a:pt x="24" y="15"/>
                    </a:cubicBezTo>
                    <a:cubicBezTo>
                      <a:pt x="20" y="17"/>
                      <a:pt x="16" y="19"/>
                      <a:pt x="1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1" name="Freeform 26">
                <a:extLst>
                  <a:ext uri="{FF2B5EF4-FFF2-40B4-BE49-F238E27FC236}">
                    <a16:creationId xmlns:a16="http://schemas.microsoft.com/office/drawing/2014/main" id="{AB7EC048-F3B5-44F2-9041-EA1DA97F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572"/>
                <a:ext cx="169" cy="27"/>
              </a:xfrm>
              <a:custGeom>
                <a:avLst/>
                <a:gdLst>
                  <a:gd name="T0" fmla="*/ 0 w 68"/>
                  <a:gd name="T1" fmla="*/ 159 h 10"/>
                  <a:gd name="T2" fmla="*/ 353 w 68"/>
                  <a:gd name="T3" fmla="*/ 38 h 10"/>
                  <a:gd name="T4" fmla="*/ 691 w 68"/>
                  <a:gd name="T5" fmla="*/ 0 h 10"/>
                  <a:gd name="T6" fmla="*/ 1044 w 68"/>
                  <a:gd name="T7" fmla="*/ 176 h 10"/>
                  <a:gd name="T8" fmla="*/ 828 w 68"/>
                  <a:gd name="T9" fmla="*/ 103 h 10"/>
                  <a:gd name="T10" fmla="*/ 611 w 68"/>
                  <a:gd name="T11" fmla="*/ 59 h 10"/>
                  <a:gd name="T12" fmla="*/ 92 w 68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0">
                    <a:moveTo>
                      <a:pt x="0" y="8"/>
                    </a:moveTo>
                    <a:cubicBezTo>
                      <a:pt x="7" y="8"/>
                      <a:pt x="16" y="4"/>
                      <a:pt x="23" y="2"/>
                    </a:cubicBezTo>
                    <a:cubicBezTo>
                      <a:pt x="30" y="1"/>
                      <a:pt x="38" y="0"/>
                      <a:pt x="45" y="0"/>
                    </a:cubicBezTo>
                    <a:cubicBezTo>
                      <a:pt x="51" y="0"/>
                      <a:pt x="64" y="3"/>
                      <a:pt x="68" y="9"/>
                    </a:cubicBezTo>
                    <a:cubicBezTo>
                      <a:pt x="63" y="8"/>
                      <a:pt x="58" y="7"/>
                      <a:pt x="54" y="5"/>
                    </a:cubicBezTo>
                    <a:cubicBezTo>
                      <a:pt x="49" y="3"/>
                      <a:pt x="45" y="2"/>
                      <a:pt x="40" y="3"/>
                    </a:cubicBezTo>
                    <a:cubicBezTo>
                      <a:pt x="29" y="6"/>
                      <a:pt x="17" y="7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2" name="Freeform 27">
                <a:extLst>
                  <a:ext uri="{FF2B5EF4-FFF2-40B4-BE49-F238E27FC236}">
                    <a16:creationId xmlns:a16="http://schemas.microsoft.com/office/drawing/2014/main" id="{2DBF50B7-EF7E-432D-95F6-602ED796F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532"/>
                <a:ext cx="72" cy="35"/>
              </a:xfrm>
              <a:custGeom>
                <a:avLst/>
                <a:gdLst>
                  <a:gd name="T0" fmla="*/ 0 w 29"/>
                  <a:gd name="T1" fmla="*/ 253 h 13"/>
                  <a:gd name="T2" fmla="*/ 228 w 29"/>
                  <a:gd name="T3" fmla="*/ 94 h 13"/>
                  <a:gd name="T4" fmla="*/ 444 w 29"/>
                  <a:gd name="T5" fmla="*/ 0 h 13"/>
                  <a:gd name="T6" fmla="*/ 278 w 29"/>
                  <a:gd name="T7" fmla="*/ 137 h 13"/>
                  <a:gd name="T8" fmla="*/ 104 w 29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0" y="13"/>
                    </a:moveTo>
                    <a:cubicBezTo>
                      <a:pt x="3" y="10"/>
                      <a:pt x="10" y="6"/>
                      <a:pt x="15" y="5"/>
                    </a:cubicBezTo>
                    <a:cubicBezTo>
                      <a:pt x="20" y="3"/>
                      <a:pt x="24" y="1"/>
                      <a:pt x="29" y="0"/>
                    </a:cubicBezTo>
                    <a:cubicBezTo>
                      <a:pt x="26" y="3"/>
                      <a:pt x="22" y="5"/>
                      <a:pt x="18" y="7"/>
                    </a:cubicBezTo>
                    <a:cubicBezTo>
                      <a:pt x="15" y="8"/>
                      <a:pt x="10" y="7"/>
                      <a:pt x="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3" name="Freeform 28">
                <a:extLst>
                  <a:ext uri="{FF2B5EF4-FFF2-40B4-BE49-F238E27FC236}">
                    <a16:creationId xmlns:a16="http://schemas.microsoft.com/office/drawing/2014/main" id="{FB1E4A69-0478-4301-8A50-7FF189A9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689"/>
                <a:ext cx="50" cy="123"/>
              </a:xfrm>
              <a:custGeom>
                <a:avLst/>
                <a:gdLst>
                  <a:gd name="T0" fmla="*/ 313 w 20"/>
                  <a:gd name="T1" fmla="*/ 0 h 46"/>
                  <a:gd name="T2" fmla="*/ 188 w 20"/>
                  <a:gd name="T3" fmla="*/ 193 h 46"/>
                  <a:gd name="T4" fmla="*/ 50 w 20"/>
                  <a:gd name="T5" fmla="*/ 422 h 46"/>
                  <a:gd name="T6" fmla="*/ 20 w 20"/>
                  <a:gd name="T7" fmla="*/ 880 h 46"/>
                  <a:gd name="T8" fmla="*/ 95 w 20"/>
                  <a:gd name="T9" fmla="*/ 444 h 46"/>
                  <a:gd name="T10" fmla="*/ 188 w 20"/>
                  <a:gd name="T11" fmla="*/ 321 h 46"/>
                  <a:gd name="T12" fmla="*/ 300 w 20"/>
                  <a:gd name="T13" fmla="*/ 3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6">
                    <a:moveTo>
                      <a:pt x="20" y="0"/>
                    </a:moveTo>
                    <a:cubicBezTo>
                      <a:pt x="19" y="4"/>
                      <a:pt x="14" y="8"/>
                      <a:pt x="12" y="10"/>
                    </a:cubicBezTo>
                    <a:cubicBezTo>
                      <a:pt x="8" y="14"/>
                      <a:pt x="5" y="17"/>
                      <a:pt x="3" y="22"/>
                    </a:cubicBezTo>
                    <a:cubicBezTo>
                      <a:pt x="0" y="30"/>
                      <a:pt x="2" y="37"/>
                      <a:pt x="1" y="46"/>
                    </a:cubicBezTo>
                    <a:cubicBezTo>
                      <a:pt x="3" y="39"/>
                      <a:pt x="3" y="30"/>
                      <a:pt x="6" y="23"/>
                    </a:cubicBezTo>
                    <a:cubicBezTo>
                      <a:pt x="8" y="21"/>
                      <a:pt x="10" y="19"/>
                      <a:pt x="12" y="17"/>
                    </a:cubicBezTo>
                    <a:cubicBezTo>
                      <a:pt x="16" y="13"/>
                      <a:pt x="16" y="7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4" name="Freeform 29">
                <a:extLst>
                  <a:ext uri="{FF2B5EF4-FFF2-40B4-BE49-F238E27FC236}">
                    <a16:creationId xmlns:a16="http://schemas.microsoft.com/office/drawing/2014/main" id="{E229D669-799C-44FA-A5FC-66086723F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612"/>
                <a:ext cx="63" cy="51"/>
              </a:xfrm>
              <a:custGeom>
                <a:avLst/>
                <a:gdLst>
                  <a:gd name="T0" fmla="*/ 0 w 25"/>
                  <a:gd name="T1" fmla="*/ 368 h 19"/>
                  <a:gd name="T2" fmla="*/ 179 w 25"/>
                  <a:gd name="T3" fmla="*/ 150 h 19"/>
                  <a:gd name="T4" fmla="*/ 285 w 25"/>
                  <a:gd name="T5" fmla="*/ 56 h 19"/>
                  <a:gd name="T6" fmla="*/ 350 w 25"/>
                  <a:gd name="T7" fmla="*/ 0 h 19"/>
                  <a:gd name="T8" fmla="*/ 318 w 25"/>
                  <a:gd name="T9" fmla="*/ 56 h 19"/>
                  <a:gd name="T10" fmla="*/ 222 w 25"/>
                  <a:gd name="T11" fmla="*/ 150 h 19"/>
                  <a:gd name="T12" fmla="*/ 146 w 25"/>
                  <a:gd name="T13" fmla="*/ 27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0" y="19"/>
                    </a:moveTo>
                    <a:cubicBezTo>
                      <a:pt x="4" y="16"/>
                      <a:pt x="7" y="11"/>
                      <a:pt x="11" y="8"/>
                    </a:cubicBezTo>
                    <a:cubicBezTo>
                      <a:pt x="14" y="7"/>
                      <a:pt x="16" y="6"/>
                      <a:pt x="18" y="3"/>
                    </a:cubicBezTo>
                    <a:cubicBezTo>
                      <a:pt x="19" y="3"/>
                      <a:pt x="20" y="0"/>
                      <a:pt x="22" y="0"/>
                    </a:cubicBezTo>
                    <a:cubicBezTo>
                      <a:pt x="25" y="1"/>
                      <a:pt x="20" y="3"/>
                      <a:pt x="20" y="3"/>
                    </a:cubicBezTo>
                    <a:cubicBezTo>
                      <a:pt x="17" y="5"/>
                      <a:pt x="15" y="6"/>
                      <a:pt x="14" y="8"/>
                    </a:cubicBezTo>
                    <a:cubicBezTo>
                      <a:pt x="12" y="11"/>
                      <a:pt x="11" y="13"/>
                      <a:pt x="9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5" name="Freeform 30">
                <a:extLst>
                  <a:ext uri="{FF2B5EF4-FFF2-40B4-BE49-F238E27FC236}">
                    <a16:creationId xmlns:a16="http://schemas.microsoft.com/office/drawing/2014/main" id="{CFD74788-8982-40DA-9077-EED2D4B5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783"/>
                <a:ext cx="250" cy="58"/>
              </a:xfrm>
              <a:custGeom>
                <a:avLst/>
                <a:gdLst>
                  <a:gd name="T0" fmla="*/ 0 w 100"/>
                  <a:gd name="T1" fmla="*/ 145 h 22"/>
                  <a:gd name="T2" fmla="*/ 208 w 100"/>
                  <a:gd name="T3" fmla="*/ 34 h 22"/>
                  <a:gd name="T4" fmla="*/ 363 w 100"/>
                  <a:gd name="T5" fmla="*/ 55 h 22"/>
                  <a:gd name="T6" fmla="*/ 800 w 100"/>
                  <a:gd name="T7" fmla="*/ 145 h 22"/>
                  <a:gd name="T8" fmla="*/ 1188 w 100"/>
                  <a:gd name="T9" fmla="*/ 237 h 22"/>
                  <a:gd name="T10" fmla="*/ 1395 w 100"/>
                  <a:gd name="T11" fmla="*/ 314 h 22"/>
                  <a:gd name="T12" fmla="*/ 1563 w 100"/>
                  <a:gd name="T13" fmla="*/ 403 h 22"/>
                  <a:gd name="T14" fmla="*/ 1375 w 100"/>
                  <a:gd name="T15" fmla="*/ 348 h 22"/>
                  <a:gd name="T16" fmla="*/ 1063 w 100"/>
                  <a:gd name="T17" fmla="*/ 277 h 22"/>
                  <a:gd name="T18" fmla="*/ 613 w 100"/>
                  <a:gd name="T19" fmla="*/ 200 h 22"/>
                  <a:gd name="T20" fmla="*/ 113 w 100"/>
                  <a:gd name="T21" fmla="*/ 111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22">
                    <a:moveTo>
                      <a:pt x="0" y="8"/>
                    </a:moveTo>
                    <a:cubicBezTo>
                      <a:pt x="4" y="6"/>
                      <a:pt x="8" y="3"/>
                      <a:pt x="13" y="2"/>
                    </a:cubicBezTo>
                    <a:cubicBezTo>
                      <a:pt x="17" y="2"/>
                      <a:pt x="20" y="2"/>
                      <a:pt x="23" y="3"/>
                    </a:cubicBezTo>
                    <a:cubicBezTo>
                      <a:pt x="32" y="4"/>
                      <a:pt x="41" y="6"/>
                      <a:pt x="51" y="8"/>
                    </a:cubicBezTo>
                    <a:cubicBezTo>
                      <a:pt x="59" y="10"/>
                      <a:pt x="68" y="12"/>
                      <a:pt x="76" y="13"/>
                    </a:cubicBezTo>
                    <a:cubicBezTo>
                      <a:pt x="80" y="14"/>
                      <a:pt x="85" y="16"/>
                      <a:pt x="89" y="17"/>
                    </a:cubicBezTo>
                    <a:cubicBezTo>
                      <a:pt x="93" y="18"/>
                      <a:pt x="96" y="21"/>
                      <a:pt x="100" y="22"/>
                    </a:cubicBezTo>
                    <a:cubicBezTo>
                      <a:pt x="96" y="22"/>
                      <a:pt x="92" y="20"/>
                      <a:pt x="88" y="19"/>
                    </a:cubicBezTo>
                    <a:cubicBezTo>
                      <a:pt x="81" y="17"/>
                      <a:pt x="75" y="17"/>
                      <a:pt x="68" y="15"/>
                    </a:cubicBezTo>
                    <a:cubicBezTo>
                      <a:pt x="59" y="13"/>
                      <a:pt x="49" y="12"/>
                      <a:pt x="39" y="11"/>
                    </a:cubicBezTo>
                    <a:cubicBezTo>
                      <a:pt x="29" y="9"/>
                      <a:pt x="16" y="0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6" name="Freeform 31">
                <a:extLst>
                  <a:ext uri="{FF2B5EF4-FFF2-40B4-BE49-F238E27FC236}">
                    <a16:creationId xmlns:a16="http://schemas.microsoft.com/office/drawing/2014/main" id="{07039676-0F30-4C6B-89A4-B867FDE2C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916"/>
                <a:ext cx="309" cy="51"/>
              </a:xfrm>
              <a:custGeom>
                <a:avLst/>
                <a:gdLst>
                  <a:gd name="T0" fmla="*/ 0 w 124"/>
                  <a:gd name="T1" fmla="*/ 35 h 19"/>
                  <a:gd name="T2" fmla="*/ 591 w 124"/>
                  <a:gd name="T3" fmla="*/ 56 h 19"/>
                  <a:gd name="T4" fmla="*/ 1111 w 124"/>
                  <a:gd name="T5" fmla="*/ 94 h 19"/>
                  <a:gd name="T6" fmla="*/ 1565 w 124"/>
                  <a:gd name="T7" fmla="*/ 193 h 19"/>
                  <a:gd name="T8" fmla="*/ 1919 w 124"/>
                  <a:gd name="T9" fmla="*/ 368 h 19"/>
                  <a:gd name="T10" fmla="*/ 1473 w 124"/>
                  <a:gd name="T11" fmla="*/ 231 h 19"/>
                  <a:gd name="T12" fmla="*/ 962 w 124"/>
                  <a:gd name="T13" fmla="*/ 172 h 19"/>
                  <a:gd name="T14" fmla="*/ 496 w 124"/>
                  <a:gd name="T15" fmla="*/ 94 h 19"/>
                  <a:gd name="T16" fmla="*/ 324 w 124"/>
                  <a:gd name="T17" fmla="*/ 81 h 19"/>
                  <a:gd name="T18" fmla="*/ 199 w 124"/>
                  <a:gd name="T19" fmla="*/ 35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4" h="19">
                    <a:moveTo>
                      <a:pt x="0" y="2"/>
                    </a:moveTo>
                    <a:cubicBezTo>
                      <a:pt x="13" y="0"/>
                      <a:pt x="26" y="3"/>
                      <a:pt x="38" y="3"/>
                    </a:cubicBezTo>
                    <a:cubicBezTo>
                      <a:pt x="49" y="4"/>
                      <a:pt x="61" y="4"/>
                      <a:pt x="72" y="5"/>
                    </a:cubicBezTo>
                    <a:cubicBezTo>
                      <a:pt x="82" y="5"/>
                      <a:pt x="91" y="8"/>
                      <a:pt x="101" y="10"/>
                    </a:cubicBezTo>
                    <a:cubicBezTo>
                      <a:pt x="107" y="11"/>
                      <a:pt x="120" y="13"/>
                      <a:pt x="124" y="19"/>
                    </a:cubicBezTo>
                    <a:cubicBezTo>
                      <a:pt x="115" y="15"/>
                      <a:pt x="104" y="13"/>
                      <a:pt x="95" y="12"/>
                    </a:cubicBezTo>
                    <a:cubicBezTo>
                      <a:pt x="83" y="12"/>
                      <a:pt x="73" y="11"/>
                      <a:pt x="62" y="9"/>
                    </a:cubicBezTo>
                    <a:cubicBezTo>
                      <a:pt x="52" y="7"/>
                      <a:pt x="42" y="5"/>
                      <a:pt x="32" y="5"/>
                    </a:cubicBezTo>
                    <a:cubicBezTo>
                      <a:pt x="28" y="5"/>
                      <a:pt x="25" y="5"/>
                      <a:pt x="21" y="4"/>
                    </a:cubicBezTo>
                    <a:cubicBezTo>
                      <a:pt x="18" y="3"/>
                      <a:pt x="16" y="2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7" name="Freeform 32">
                <a:extLst>
                  <a:ext uri="{FF2B5EF4-FFF2-40B4-BE49-F238E27FC236}">
                    <a16:creationId xmlns:a16="http://schemas.microsoft.com/office/drawing/2014/main" id="{60DE6E48-980B-48D9-9995-E327D6662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956"/>
                <a:ext cx="135" cy="69"/>
              </a:xfrm>
              <a:custGeom>
                <a:avLst/>
                <a:gdLst>
                  <a:gd name="T0" fmla="*/ 0 w 54"/>
                  <a:gd name="T1" fmla="*/ 486 h 26"/>
                  <a:gd name="T2" fmla="*/ 408 w 54"/>
                  <a:gd name="T3" fmla="*/ 260 h 26"/>
                  <a:gd name="T4" fmla="*/ 595 w 54"/>
                  <a:gd name="T5" fmla="*/ 133 h 26"/>
                  <a:gd name="T6" fmla="*/ 845 w 54"/>
                  <a:gd name="T7" fmla="*/ 35 h 26"/>
                  <a:gd name="T8" fmla="*/ 770 w 54"/>
                  <a:gd name="T9" fmla="*/ 93 h 26"/>
                  <a:gd name="T10" fmla="*/ 613 w 54"/>
                  <a:gd name="T11" fmla="*/ 191 h 26"/>
                  <a:gd name="T12" fmla="*/ 363 w 54"/>
                  <a:gd name="T13" fmla="*/ 31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0" y="26"/>
                    </a:moveTo>
                    <a:cubicBezTo>
                      <a:pt x="8" y="20"/>
                      <a:pt x="18" y="19"/>
                      <a:pt x="26" y="14"/>
                    </a:cubicBezTo>
                    <a:cubicBezTo>
                      <a:pt x="30" y="11"/>
                      <a:pt x="34" y="9"/>
                      <a:pt x="38" y="7"/>
                    </a:cubicBezTo>
                    <a:cubicBezTo>
                      <a:pt x="43" y="5"/>
                      <a:pt x="50" y="0"/>
                      <a:pt x="54" y="2"/>
                    </a:cubicBezTo>
                    <a:cubicBezTo>
                      <a:pt x="53" y="4"/>
                      <a:pt x="51" y="4"/>
                      <a:pt x="49" y="5"/>
                    </a:cubicBezTo>
                    <a:cubicBezTo>
                      <a:pt x="46" y="6"/>
                      <a:pt x="43" y="8"/>
                      <a:pt x="39" y="10"/>
                    </a:cubicBezTo>
                    <a:cubicBezTo>
                      <a:pt x="34" y="13"/>
                      <a:pt x="27" y="13"/>
                      <a:pt x="23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8" name="Freeform 33">
                <a:extLst>
                  <a:ext uri="{FF2B5EF4-FFF2-40B4-BE49-F238E27FC236}">
                    <a16:creationId xmlns:a16="http://schemas.microsoft.com/office/drawing/2014/main" id="{1B993B59-6C36-4E9B-8536-7A161351C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924"/>
                <a:ext cx="85" cy="43"/>
              </a:xfrm>
              <a:custGeom>
                <a:avLst/>
                <a:gdLst>
                  <a:gd name="T0" fmla="*/ 0 w 34"/>
                  <a:gd name="T1" fmla="*/ 312 h 16"/>
                  <a:gd name="T2" fmla="*/ 113 w 34"/>
                  <a:gd name="T3" fmla="*/ 231 h 16"/>
                  <a:gd name="T4" fmla="*/ 300 w 34"/>
                  <a:gd name="T5" fmla="*/ 116 h 16"/>
                  <a:gd name="T6" fmla="*/ 533 w 34"/>
                  <a:gd name="T7" fmla="*/ 0 h 16"/>
                  <a:gd name="T8" fmla="*/ 425 w 34"/>
                  <a:gd name="T9" fmla="*/ 81 h 16"/>
                  <a:gd name="T10" fmla="*/ 270 w 34"/>
                  <a:gd name="T11" fmla="*/ 218 h 16"/>
                  <a:gd name="T12" fmla="*/ 50 w 34"/>
                  <a:gd name="T13" fmla="*/ 31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6">
                    <a:moveTo>
                      <a:pt x="0" y="16"/>
                    </a:moveTo>
                    <a:cubicBezTo>
                      <a:pt x="3" y="16"/>
                      <a:pt x="5" y="14"/>
                      <a:pt x="7" y="12"/>
                    </a:cubicBezTo>
                    <a:cubicBezTo>
                      <a:pt x="11" y="10"/>
                      <a:pt x="15" y="8"/>
                      <a:pt x="19" y="6"/>
                    </a:cubicBezTo>
                    <a:cubicBezTo>
                      <a:pt x="23" y="4"/>
                      <a:pt x="30" y="0"/>
                      <a:pt x="34" y="0"/>
                    </a:cubicBezTo>
                    <a:cubicBezTo>
                      <a:pt x="33" y="2"/>
                      <a:pt x="29" y="3"/>
                      <a:pt x="27" y="4"/>
                    </a:cubicBezTo>
                    <a:cubicBezTo>
                      <a:pt x="23" y="6"/>
                      <a:pt x="20" y="9"/>
                      <a:pt x="17" y="11"/>
                    </a:cubicBezTo>
                    <a:cubicBezTo>
                      <a:pt x="12" y="14"/>
                      <a:pt x="7" y="12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9" name="Freeform 34">
                <a:extLst>
                  <a:ext uri="{FF2B5EF4-FFF2-40B4-BE49-F238E27FC236}">
                    <a16:creationId xmlns:a16="http://schemas.microsoft.com/office/drawing/2014/main" id="{C154332F-4B39-4846-B9D0-F116E03A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828"/>
                <a:ext cx="25" cy="59"/>
              </a:xfrm>
              <a:custGeom>
                <a:avLst/>
                <a:gdLst>
                  <a:gd name="T0" fmla="*/ 158 w 10"/>
                  <a:gd name="T1" fmla="*/ 0 h 22"/>
                  <a:gd name="T2" fmla="*/ 33 w 10"/>
                  <a:gd name="T3" fmla="*/ 137 h 22"/>
                  <a:gd name="T4" fmla="*/ 125 w 10"/>
                  <a:gd name="T5" fmla="*/ 424 h 22"/>
                  <a:gd name="T6" fmla="*/ 83 w 10"/>
                  <a:gd name="T7" fmla="*/ 215 h 22"/>
                  <a:gd name="T8" fmla="*/ 145 w 10"/>
                  <a:gd name="T9" fmla="*/ 3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8" y="2"/>
                      <a:pt x="2" y="5"/>
                      <a:pt x="2" y="7"/>
                    </a:cubicBezTo>
                    <a:cubicBezTo>
                      <a:pt x="0" y="12"/>
                      <a:pt x="6" y="18"/>
                      <a:pt x="8" y="22"/>
                    </a:cubicBezTo>
                    <a:cubicBezTo>
                      <a:pt x="5" y="18"/>
                      <a:pt x="4" y="15"/>
                      <a:pt x="5" y="11"/>
                    </a:cubicBezTo>
                    <a:cubicBezTo>
                      <a:pt x="6" y="8"/>
                      <a:pt x="6" y="3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0" name="Freeform 35">
                <a:extLst>
                  <a:ext uri="{FF2B5EF4-FFF2-40B4-BE49-F238E27FC236}">
                    <a16:creationId xmlns:a16="http://schemas.microsoft.com/office/drawing/2014/main" id="{53CF73E6-D317-4718-925A-69044230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657"/>
                <a:ext cx="187" cy="51"/>
              </a:xfrm>
              <a:custGeom>
                <a:avLst/>
                <a:gdLst>
                  <a:gd name="T0" fmla="*/ 0 w 75"/>
                  <a:gd name="T1" fmla="*/ 35 h 19"/>
                  <a:gd name="T2" fmla="*/ 262 w 75"/>
                  <a:gd name="T3" fmla="*/ 21 h 19"/>
                  <a:gd name="T4" fmla="*/ 559 w 75"/>
                  <a:gd name="T5" fmla="*/ 115 h 19"/>
                  <a:gd name="T6" fmla="*/ 1162 w 75"/>
                  <a:gd name="T7" fmla="*/ 346 h 19"/>
                  <a:gd name="T8" fmla="*/ 1007 w 75"/>
                  <a:gd name="T9" fmla="*/ 330 h 19"/>
                  <a:gd name="T10" fmla="*/ 808 w 75"/>
                  <a:gd name="T11" fmla="*/ 287 h 19"/>
                  <a:gd name="T12" fmla="*/ 683 w 75"/>
                  <a:gd name="T13" fmla="*/ 217 h 19"/>
                  <a:gd name="T14" fmla="*/ 496 w 75"/>
                  <a:gd name="T15" fmla="*/ 137 h 19"/>
                  <a:gd name="T16" fmla="*/ 279 w 75"/>
                  <a:gd name="T17" fmla="*/ 94 h 19"/>
                  <a:gd name="T18" fmla="*/ 12 w 75"/>
                  <a:gd name="T19" fmla="*/ 35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9">
                    <a:moveTo>
                      <a:pt x="0" y="2"/>
                    </a:moveTo>
                    <a:cubicBezTo>
                      <a:pt x="6" y="4"/>
                      <a:pt x="12" y="0"/>
                      <a:pt x="17" y="1"/>
                    </a:cubicBezTo>
                    <a:cubicBezTo>
                      <a:pt x="23" y="1"/>
                      <a:pt x="30" y="4"/>
                      <a:pt x="36" y="6"/>
                    </a:cubicBezTo>
                    <a:cubicBezTo>
                      <a:pt x="49" y="10"/>
                      <a:pt x="62" y="14"/>
                      <a:pt x="75" y="18"/>
                    </a:cubicBezTo>
                    <a:cubicBezTo>
                      <a:pt x="72" y="19"/>
                      <a:pt x="68" y="18"/>
                      <a:pt x="65" y="17"/>
                    </a:cubicBezTo>
                    <a:cubicBezTo>
                      <a:pt x="61" y="17"/>
                      <a:pt x="56" y="17"/>
                      <a:pt x="52" y="15"/>
                    </a:cubicBezTo>
                    <a:cubicBezTo>
                      <a:pt x="49" y="14"/>
                      <a:pt x="46" y="12"/>
                      <a:pt x="44" y="11"/>
                    </a:cubicBezTo>
                    <a:cubicBezTo>
                      <a:pt x="40" y="9"/>
                      <a:pt x="36" y="9"/>
                      <a:pt x="32" y="7"/>
                    </a:cubicBezTo>
                    <a:cubicBezTo>
                      <a:pt x="26" y="6"/>
                      <a:pt x="24" y="5"/>
                      <a:pt x="18" y="5"/>
                    </a:cubicBezTo>
                    <a:cubicBezTo>
                      <a:pt x="14" y="6"/>
                      <a:pt x="5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1" name="Freeform 36">
                <a:extLst>
                  <a:ext uri="{FF2B5EF4-FFF2-40B4-BE49-F238E27FC236}">
                    <a16:creationId xmlns:a16="http://schemas.microsoft.com/office/drawing/2014/main" id="{2E999C40-1927-4266-9EB2-EF9706900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735"/>
                <a:ext cx="73" cy="64"/>
              </a:xfrm>
              <a:custGeom>
                <a:avLst/>
                <a:gdLst>
                  <a:gd name="T0" fmla="*/ 0 w 29"/>
                  <a:gd name="T1" fmla="*/ 0 h 24"/>
                  <a:gd name="T2" fmla="*/ 96 w 29"/>
                  <a:gd name="T3" fmla="*/ 56 h 24"/>
                  <a:gd name="T4" fmla="*/ 222 w 29"/>
                  <a:gd name="T5" fmla="*/ 171 h 24"/>
                  <a:gd name="T6" fmla="*/ 368 w 29"/>
                  <a:gd name="T7" fmla="*/ 320 h 24"/>
                  <a:gd name="T8" fmla="*/ 463 w 29"/>
                  <a:gd name="T9" fmla="*/ 4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0" y="0"/>
                    </a:moveTo>
                    <a:cubicBezTo>
                      <a:pt x="1" y="2"/>
                      <a:pt x="4" y="2"/>
                      <a:pt x="6" y="3"/>
                    </a:cubicBezTo>
                    <a:cubicBezTo>
                      <a:pt x="9" y="5"/>
                      <a:pt x="12" y="7"/>
                      <a:pt x="14" y="9"/>
                    </a:cubicBezTo>
                    <a:cubicBezTo>
                      <a:pt x="18" y="12"/>
                      <a:pt x="21" y="13"/>
                      <a:pt x="23" y="17"/>
                    </a:cubicBezTo>
                    <a:cubicBezTo>
                      <a:pt x="25" y="20"/>
                      <a:pt x="27" y="23"/>
                      <a:pt x="2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2" name="Freeform 37">
                <a:extLst>
                  <a:ext uri="{FF2B5EF4-FFF2-40B4-BE49-F238E27FC236}">
                    <a16:creationId xmlns:a16="http://schemas.microsoft.com/office/drawing/2014/main" id="{DCFE6368-CD25-473C-90FD-16C3715A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041"/>
                <a:ext cx="67" cy="88"/>
              </a:xfrm>
              <a:custGeom>
                <a:avLst/>
                <a:gdLst>
                  <a:gd name="T0" fmla="*/ 0 w 27"/>
                  <a:gd name="T1" fmla="*/ 627 h 33"/>
                  <a:gd name="T2" fmla="*/ 92 w 27"/>
                  <a:gd name="T3" fmla="*/ 456 h 33"/>
                  <a:gd name="T4" fmla="*/ 184 w 27"/>
                  <a:gd name="T5" fmla="*/ 285 h 33"/>
                  <a:gd name="T6" fmla="*/ 412 w 27"/>
                  <a:gd name="T7" fmla="*/ 0 h 33"/>
                  <a:gd name="T8" fmla="*/ 258 w 27"/>
                  <a:gd name="T9" fmla="*/ 285 h 33"/>
                  <a:gd name="T10" fmla="*/ 92 w 27"/>
                  <a:gd name="T11" fmla="*/ 5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3">
                    <a:moveTo>
                      <a:pt x="0" y="33"/>
                    </a:moveTo>
                    <a:cubicBezTo>
                      <a:pt x="2" y="32"/>
                      <a:pt x="5" y="27"/>
                      <a:pt x="6" y="24"/>
                    </a:cubicBezTo>
                    <a:cubicBezTo>
                      <a:pt x="8" y="21"/>
                      <a:pt x="10" y="18"/>
                      <a:pt x="12" y="15"/>
                    </a:cubicBezTo>
                    <a:cubicBezTo>
                      <a:pt x="16" y="9"/>
                      <a:pt x="22" y="5"/>
                      <a:pt x="27" y="0"/>
                    </a:cubicBezTo>
                    <a:cubicBezTo>
                      <a:pt x="23" y="5"/>
                      <a:pt x="20" y="10"/>
                      <a:pt x="17" y="15"/>
                    </a:cubicBezTo>
                    <a:cubicBezTo>
                      <a:pt x="13" y="20"/>
                      <a:pt x="8" y="22"/>
                      <a:pt x="6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3" name="Freeform 38">
                <a:extLst>
                  <a:ext uri="{FF2B5EF4-FFF2-40B4-BE49-F238E27FC236}">
                    <a16:creationId xmlns:a16="http://schemas.microsoft.com/office/drawing/2014/main" id="{1AAA473B-669E-4B54-ADAE-984CC7351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100"/>
                <a:ext cx="207" cy="37"/>
              </a:xfrm>
              <a:custGeom>
                <a:avLst/>
                <a:gdLst>
                  <a:gd name="T0" fmla="*/ 0 w 83"/>
                  <a:gd name="T1" fmla="*/ 0 h 14"/>
                  <a:gd name="T2" fmla="*/ 529 w 83"/>
                  <a:gd name="T3" fmla="*/ 56 h 14"/>
                  <a:gd name="T4" fmla="*/ 821 w 83"/>
                  <a:gd name="T5" fmla="*/ 132 h 14"/>
                  <a:gd name="T6" fmla="*/ 1287 w 83"/>
                  <a:gd name="T7" fmla="*/ 259 h 14"/>
                  <a:gd name="T8" fmla="*/ 978 w 83"/>
                  <a:gd name="T9" fmla="*/ 204 h 14"/>
                  <a:gd name="T10" fmla="*/ 870 w 83"/>
                  <a:gd name="T11" fmla="*/ 182 h 14"/>
                  <a:gd name="T12" fmla="*/ 716 w 83"/>
                  <a:gd name="T13" fmla="*/ 132 h 14"/>
                  <a:gd name="T14" fmla="*/ 416 w 83"/>
                  <a:gd name="T15" fmla="*/ 90 h 14"/>
                  <a:gd name="T16" fmla="*/ 292 w 83"/>
                  <a:gd name="T17" fmla="*/ 34 h 14"/>
                  <a:gd name="T18" fmla="*/ 92 w 8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14">
                    <a:moveTo>
                      <a:pt x="0" y="0"/>
                    </a:moveTo>
                    <a:cubicBezTo>
                      <a:pt x="12" y="1"/>
                      <a:pt x="23" y="0"/>
                      <a:pt x="34" y="3"/>
                    </a:cubicBezTo>
                    <a:cubicBezTo>
                      <a:pt x="40" y="5"/>
                      <a:pt x="47" y="6"/>
                      <a:pt x="53" y="7"/>
                    </a:cubicBezTo>
                    <a:cubicBezTo>
                      <a:pt x="63" y="8"/>
                      <a:pt x="73" y="12"/>
                      <a:pt x="83" y="14"/>
                    </a:cubicBezTo>
                    <a:cubicBezTo>
                      <a:pt x="77" y="13"/>
                      <a:pt x="69" y="12"/>
                      <a:pt x="63" y="11"/>
                    </a:cubicBezTo>
                    <a:cubicBezTo>
                      <a:pt x="61" y="10"/>
                      <a:pt x="58" y="11"/>
                      <a:pt x="56" y="10"/>
                    </a:cubicBezTo>
                    <a:cubicBezTo>
                      <a:pt x="52" y="10"/>
                      <a:pt x="49" y="8"/>
                      <a:pt x="46" y="7"/>
                    </a:cubicBezTo>
                    <a:cubicBezTo>
                      <a:pt x="39" y="6"/>
                      <a:pt x="33" y="5"/>
                      <a:pt x="27" y="5"/>
                    </a:cubicBezTo>
                    <a:cubicBezTo>
                      <a:pt x="24" y="5"/>
                      <a:pt x="22" y="3"/>
                      <a:pt x="19" y="2"/>
                    </a:cubicBezTo>
                    <a:cubicBezTo>
                      <a:pt x="15" y="1"/>
                      <a:pt x="11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4" name="Freeform 39">
                <a:extLst>
                  <a:ext uri="{FF2B5EF4-FFF2-40B4-BE49-F238E27FC236}">
                    <a16:creationId xmlns:a16="http://schemas.microsoft.com/office/drawing/2014/main" id="{F46FD472-DDEE-4E00-8AD0-0931EDA4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796"/>
                <a:ext cx="40" cy="139"/>
              </a:xfrm>
              <a:custGeom>
                <a:avLst/>
                <a:gdLst>
                  <a:gd name="T0" fmla="*/ 250 w 16"/>
                  <a:gd name="T1" fmla="*/ 0 h 52"/>
                  <a:gd name="T2" fmla="*/ 95 w 16"/>
                  <a:gd name="T3" fmla="*/ 78 h 52"/>
                  <a:gd name="T4" fmla="*/ 95 w 16"/>
                  <a:gd name="T5" fmla="*/ 321 h 52"/>
                  <a:gd name="T6" fmla="*/ 0 w 16"/>
                  <a:gd name="T7" fmla="*/ 994 h 52"/>
                  <a:gd name="T8" fmla="*/ 113 w 16"/>
                  <a:gd name="T9" fmla="*/ 671 h 52"/>
                  <a:gd name="T10" fmla="*/ 158 w 16"/>
                  <a:gd name="T11" fmla="*/ 342 h 52"/>
                  <a:gd name="T12" fmla="*/ 145 w 16"/>
                  <a:gd name="T13" fmla="*/ 136 h 52"/>
                  <a:gd name="T14" fmla="*/ 208 w 16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2">
                    <a:moveTo>
                      <a:pt x="16" y="0"/>
                    </a:moveTo>
                    <a:cubicBezTo>
                      <a:pt x="12" y="0"/>
                      <a:pt x="7" y="0"/>
                      <a:pt x="6" y="4"/>
                    </a:cubicBezTo>
                    <a:cubicBezTo>
                      <a:pt x="5" y="8"/>
                      <a:pt x="6" y="13"/>
                      <a:pt x="6" y="17"/>
                    </a:cubicBezTo>
                    <a:cubicBezTo>
                      <a:pt x="6" y="28"/>
                      <a:pt x="5" y="42"/>
                      <a:pt x="0" y="52"/>
                    </a:cubicBezTo>
                    <a:cubicBezTo>
                      <a:pt x="4" y="48"/>
                      <a:pt x="6" y="41"/>
                      <a:pt x="7" y="35"/>
                    </a:cubicBezTo>
                    <a:cubicBezTo>
                      <a:pt x="9" y="30"/>
                      <a:pt x="10" y="24"/>
                      <a:pt x="10" y="18"/>
                    </a:cubicBezTo>
                    <a:cubicBezTo>
                      <a:pt x="10" y="14"/>
                      <a:pt x="9" y="11"/>
                      <a:pt x="9" y="7"/>
                    </a:cubicBezTo>
                    <a:cubicBezTo>
                      <a:pt x="10" y="4"/>
                      <a:pt x="12" y="2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5" name="Freeform 40">
                <a:extLst>
                  <a:ext uri="{FF2B5EF4-FFF2-40B4-BE49-F238E27FC236}">
                    <a16:creationId xmlns:a16="http://schemas.microsoft.com/office/drawing/2014/main" id="{3F6D8E4F-FF2F-4A68-82E2-49D73C450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44"/>
                <a:ext cx="95" cy="115"/>
              </a:xfrm>
              <a:custGeom>
                <a:avLst/>
                <a:gdLst>
                  <a:gd name="T0" fmla="*/ 0 w 38"/>
                  <a:gd name="T1" fmla="*/ 824 h 43"/>
                  <a:gd name="T2" fmla="*/ 283 w 38"/>
                  <a:gd name="T3" fmla="*/ 171 h 43"/>
                  <a:gd name="T4" fmla="*/ 395 w 38"/>
                  <a:gd name="T5" fmla="*/ 21 h 43"/>
                  <a:gd name="T6" fmla="*/ 595 w 38"/>
                  <a:gd name="T7" fmla="*/ 56 h 43"/>
                  <a:gd name="T8" fmla="*/ 425 w 38"/>
                  <a:gd name="T9" fmla="*/ 78 h 43"/>
                  <a:gd name="T10" fmla="*/ 345 w 38"/>
                  <a:gd name="T11" fmla="*/ 193 h 43"/>
                  <a:gd name="T12" fmla="*/ 283 w 38"/>
                  <a:gd name="T13" fmla="*/ 308 h 43"/>
                  <a:gd name="T14" fmla="*/ 250 w 38"/>
                  <a:gd name="T15" fmla="*/ 401 h 43"/>
                  <a:gd name="T16" fmla="*/ 188 w 38"/>
                  <a:gd name="T17" fmla="*/ 479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3">
                    <a:moveTo>
                      <a:pt x="0" y="43"/>
                    </a:moveTo>
                    <a:cubicBezTo>
                      <a:pt x="5" y="31"/>
                      <a:pt x="12" y="20"/>
                      <a:pt x="18" y="9"/>
                    </a:cubicBezTo>
                    <a:cubicBezTo>
                      <a:pt x="20" y="6"/>
                      <a:pt x="22" y="2"/>
                      <a:pt x="25" y="1"/>
                    </a:cubicBezTo>
                    <a:cubicBezTo>
                      <a:pt x="28" y="0"/>
                      <a:pt x="36" y="1"/>
                      <a:pt x="38" y="3"/>
                    </a:cubicBezTo>
                    <a:cubicBezTo>
                      <a:pt x="34" y="4"/>
                      <a:pt x="31" y="3"/>
                      <a:pt x="27" y="4"/>
                    </a:cubicBezTo>
                    <a:cubicBezTo>
                      <a:pt x="24" y="6"/>
                      <a:pt x="24" y="7"/>
                      <a:pt x="22" y="10"/>
                    </a:cubicBezTo>
                    <a:cubicBezTo>
                      <a:pt x="21" y="12"/>
                      <a:pt x="19" y="14"/>
                      <a:pt x="18" y="16"/>
                    </a:cubicBezTo>
                    <a:cubicBezTo>
                      <a:pt x="17" y="18"/>
                      <a:pt x="17" y="19"/>
                      <a:pt x="16" y="21"/>
                    </a:cubicBezTo>
                    <a:cubicBezTo>
                      <a:pt x="15" y="22"/>
                      <a:pt x="13" y="23"/>
                      <a:pt x="1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6" name="Freeform 41">
                <a:extLst>
                  <a:ext uri="{FF2B5EF4-FFF2-40B4-BE49-F238E27FC236}">
                    <a16:creationId xmlns:a16="http://schemas.microsoft.com/office/drawing/2014/main" id="{450AA00E-BDD1-4D51-9D77-AD0771433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703"/>
                <a:ext cx="55" cy="149"/>
              </a:xfrm>
              <a:custGeom>
                <a:avLst/>
                <a:gdLst>
                  <a:gd name="T0" fmla="*/ 175 w 22"/>
                  <a:gd name="T1" fmla="*/ 0 h 56"/>
                  <a:gd name="T2" fmla="*/ 208 w 22"/>
                  <a:gd name="T3" fmla="*/ 511 h 56"/>
                  <a:gd name="T4" fmla="*/ 283 w 22"/>
                  <a:gd name="T5" fmla="*/ 772 h 56"/>
                  <a:gd name="T6" fmla="*/ 345 w 22"/>
                  <a:gd name="T7" fmla="*/ 1054 h 56"/>
                  <a:gd name="T8" fmla="*/ 238 w 22"/>
                  <a:gd name="T9" fmla="*/ 418 h 56"/>
                  <a:gd name="T10" fmla="*/ 145 w 22"/>
                  <a:gd name="T11" fmla="*/ 170 h 56"/>
                  <a:gd name="T12" fmla="*/ 175 w 22"/>
                  <a:gd name="T13" fmla="*/ 2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6">
                    <a:moveTo>
                      <a:pt x="11" y="0"/>
                    </a:moveTo>
                    <a:cubicBezTo>
                      <a:pt x="0" y="5"/>
                      <a:pt x="11" y="20"/>
                      <a:pt x="13" y="27"/>
                    </a:cubicBezTo>
                    <a:cubicBezTo>
                      <a:pt x="14" y="32"/>
                      <a:pt x="16" y="37"/>
                      <a:pt x="18" y="41"/>
                    </a:cubicBezTo>
                    <a:cubicBezTo>
                      <a:pt x="19" y="46"/>
                      <a:pt x="19" y="53"/>
                      <a:pt x="22" y="56"/>
                    </a:cubicBezTo>
                    <a:cubicBezTo>
                      <a:pt x="20" y="44"/>
                      <a:pt x="19" y="33"/>
                      <a:pt x="15" y="22"/>
                    </a:cubicBezTo>
                    <a:cubicBezTo>
                      <a:pt x="14" y="17"/>
                      <a:pt x="11" y="13"/>
                      <a:pt x="9" y="9"/>
                    </a:cubicBezTo>
                    <a:cubicBezTo>
                      <a:pt x="8" y="6"/>
                      <a:pt x="10" y="4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7" name="Freeform 42">
                <a:extLst>
                  <a:ext uri="{FF2B5EF4-FFF2-40B4-BE49-F238E27FC236}">
                    <a16:creationId xmlns:a16="http://schemas.microsoft.com/office/drawing/2014/main" id="{411C66F3-F6B1-415F-8FB9-4B576DF1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36"/>
                <a:ext cx="107" cy="101"/>
              </a:xfrm>
              <a:custGeom>
                <a:avLst/>
                <a:gdLst>
                  <a:gd name="T0" fmla="*/ 0 w 43"/>
                  <a:gd name="T1" fmla="*/ 712 h 38"/>
                  <a:gd name="T2" fmla="*/ 309 w 43"/>
                  <a:gd name="T3" fmla="*/ 282 h 38"/>
                  <a:gd name="T4" fmla="*/ 508 w 43"/>
                  <a:gd name="T5" fmla="*/ 149 h 38"/>
                  <a:gd name="T6" fmla="*/ 662 w 43"/>
                  <a:gd name="T7" fmla="*/ 0 h 38"/>
                  <a:gd name="T8" fmla="*/ 528 w 43"/>
                  <a:gd name="T9" fmla="*/ 191 h 38"/>
                  <a:gd name="T10" fmla="*/ 341 w 43"/>
                  <a:gd name="T11" fmla="*/ 319 h 38"/>
                  <a:gd name="T12" fmla="*/ 199 w 43"/>
                  <a:gd name="T13" fmla="*/ 409 h 38"/>
                  <a:gd name="T14" fmla="*/ 124 w 43"/>
                  <a:gd name="T15" fmla="*/ 524 h 38"/>
                  <a:gd name="T16" fmla="*/ 42 w 43"/>
                  <a:gd name="T17" fmla="*/ 622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8">
                    <a:moveTo>
                      <a:pt x="0" y="38"/>
                    </a:moveTo>
                    <a:cubicBezTo>
                      <a:pt x="6" y="30"/>
                      <a:pt x="10" y="21"/>
                      <a:pt x="20" y="15"/>
                    </a:cubicBezTo>
                    <a:cubicBezTo>
                      <a:pt x="24" y="13"/>
                      <a:pt x="29" y="11"/>
                      <a:pt x="33" y="8"/>
                    </a:cubicBezTo>
                    <a:cubicBezTo>
                      <a:pt x="37" y="5"/>
                      <a:pt x="40" y="2"/>
                      <a:pt x="43" y="0"/>
                    </a:cubicBezTo>
                    <a:cubicBezTo>
                      <a:pt x="40" y="3"/>
                      <a:pt x="38" y="8"/>
                      <a:pt x="34" y="10"/>
                    </a:cubicBezTo>
                    <a:cubicBezTo>
                      <a:pt x="31" y="13"/>
                      <a:pt x="26" y="14"/>
                      <a:pt x="22" y="17"/>
                    </a:cubicBezTo>
                    <a:cubicBezTo>
                      <a:pt x="19" y="18"/>
                      <a:pt x="16" y="20"/>
                      <a:pt x="13" y="22"/>
                    </a:cubicBezTo>
                    <a:cubicBezTo>
                      <a:pt x="11" y="24"/>
                      <a:pt x="10" y="26"/>
                      <a:pt x="8" y="28"/>
                    </a:cubicBezTo>
                    <a:cubicBezTo>
                      <a:pt x="6" y="30"/>
                      <a:pt x="4" y="31"/>
                      <a:pt x="3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8" name="Freeform 43">
                <a:extLst>
                  <a:ext uri="{FF2B5EF4-FFF2-40B4-BE49-F238E27FC236}">
                    <a16:creationId xmlns:a16="http://schemas.microsoft.com/office/drawing/2014/main" id="{1C8DECAB-0B19-4BDA-A661-3CA6DA5DA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961"/>
                <a:ext cx="115" cy="118"/>
              </a:xfrm>
              <a:custGeom>
                <a:avLst/>
                <a:gdLst>
                  <a:gd name="T0" fmla="*/ 0 w 46"/>
                  <a:gd name="T1" fmla="*/ 847 h 44"/>
                  <a:gd name="T2" fmla="*/ 95 w 46"/>
                  <a:gd name="T3" fmla="*/ 620 h 44"/>
                  <a:gd name="T4" fmla="*/ 188 w 46"/>
                  <a:gd name="T5" fmla="*/ 461 h 44"/>
                  <a:gd name="T6" fmla="*/ 375 w 46"/>
                  <a:gd name="T7" fmla="*/ 252 h 44"/>
                  <a:gd name="T8" fmla="*/ 720 w 46"/>
                  <a:gd name="T9" fmla="*/ 115 h 44"/>
                  <a:gd name="T10" fmla="*/ 563 w 46"/>
                  <a:gd name="T11" fmla="*/ 150 h 44"/>
                  <a:gd name="T12" fmla="*/ 470 w 46"/>
                  <a:gd name="T13" fmla="*/ 231 h 44"/>
                  <a:gd name="T14" fmla="*/ 395 w 46"/>
                  <a:gd name="T15" fmla="*/ 308 h 44"/>
                  <a:gd name="T16" fmla="*/ 250 w 46"/>
                  <a:gd name="T17" fmla="*/ 445 h 44"/>
                  <a:gd name="T18" fmla="*/ 188 w 46"/>
                  <a:gd name="T19" fmla="*/ 539 h 44"/>
                  <a:gd name="T20" fmla="*/ 113 w 46"/>
                  <a:gd name="T21" fmla="*/ 62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4">
                    <a:moveTo>
                      <a:pt x="0" y="44"/>
                    </a:moveTo>
                    <a:cubicBezTo>
                      <a:pt x="3" y="41"/>
                      <a:pt x="4" y="36"/>
                      <a:pt x="6" y="32"/>
                    </a:cubicBezTo>
                    <a:cubicBezTo>
                      <a:pt x="8" y="29"/>
                      <a:pt x="10" y="27"/>
                      <a:pt x="12" y="24"/>
                    </a:cubicBezTo>
                    <a:cubicBezTo>
                      <a:pt x="15" y="20"/>
                      <a:pt x="19" y="17"/>
                      <a:pt x="24" y="13"/>
                    </a:cubicBezTo>
                    <a:cubicBezTo>
                      <a:pt x="30" y="9"/>
                      <a:pt x="38" y="0"/>
                      <a:pt x="46" y="6"/>
                    </a:cubicBezTo>
                    <a:cubicBezTo>
                      <a:pt x="42" y="8"/>
                      <a:pt x="39" y="6"/>
                      <a:pt x="36" y="8"/>
                    </a:cubicBezTo>
                    <a:cubicBezTo>
                      <a:pt x="34" y="9"/>
                      <a:pt x="32" y="11"/>
                      <a:pt x="30" y="12"/>
                    </a:cubicBezTo>
                    <a:cubicBezTo>
                      <a:pt x="28" y="14"/>
                      <a:pt x="26" y="14"/>
                      <a:pt x="25" y="16"/>
                    </a:cubicBezTo>
                    <a:cubicBezTo>
                      <a:pt x="22" y="18"/>
                      <a:pt x="19" y="21"/>
                      <a:pt x="16" y="23"/>
                    </a:cubicBezTo>
                    <a:cubicBezTo>
                      <a:pt x="15" y="25"/>
                      <a:pt x="13" y="26"/>
                      <a:pt x="12" y="28"/>
                    </a:cubicBezTo>
                    <a:cubicBezTo>
                      <a:pt x="10" y="29"/>
                      <a:pt x="8" y="29"/>
                      <a:pt x="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9" name="Freeform 44">
                <a:extLst>
                  <a:ext uri="{FF2B5EF4-FFF2-40B4-BE49-F238E27FC236}">
                    <a16:creationId xmlns:a16="http://schemas.microsoft.com/office/drawing/2014/main" id="{70AFC28F-89E8-4563-B751-6A876D634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881"/>
                <a:ext cx="62" cy="32"/>
              </a:xfrm>
              <a:custGeom>
                <a:avLst/>
                <a:gdLst>
                  <a:gd name="T0" fmla="*/ 0 w 25"/>
                  <a:gd name="T1" fmla="*/ 56 h 12"/>
                  <a:gd name="T2" fmla="*/ 382 w 25"/>
                  <a:gd name="T3" fmla="*/ 227 h 12"/>
                  <a:gd name="T4" fmla="*/ 104 w 25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0" y="3"/>
                    </a:moveTo>
                    <a:cubicBezTo>
                      <a:pt x="8" y="3"/>
                      <a:pt x="25" y="0"/>
                      <a:pt x="25" y="12"/>
                    </a:cubicBezTo>
                    <a:cubicBezTo>
                      <a:pt x="20" y="6"/>
                      <a:pt x="14" y="6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0" name="Freeform 45">
                <a:extLst>
                  <a:ext uri="{FF2B5EF4-FFF2-40B4-BE49-F238E27FC236}">
                    <a16:creationId xmlns:a16="http://schemas.microsoft.com/office/drawing/2014/main" id="{828BF0D5-D2F7-42A1-A86E-CA3D7C91F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177"/>
                <a:ext cx="93" cy="19"/>
              </a:xfrm>
              <a:custGeom>
                <a:avLst/>
                <a:gdLst>
                  <a:gd name="T0" fmla="*/ 0 w 37"/>
                  <a:gd name="T1" fmla="*/ 141 h 7"/>
                  <a:gd name="T2" fmla="*/ 380 w 37"/>
                  <a:gd name="T3" fmla="*/ 38 h 7"/>
                  <a:gd name="T4" fmla="*/ 588 w 3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">
                    <a:moveTo>
                      <a:pt x="0" y="7"/>
                    </a:moveTo>
                    <a:cubicBezTo>
                      <a:pt x="8" y="5"/>
                      <a:pt x="15" y="2"/>
                      <a:pt x="24" y="2"/>
                    </a:cubicBezTo>
                    <a:cubicBezTo>
                      <a:pt x="28" y="1"/>
                      <a:pt x="33" y="0"/>
                      <a:pt x="3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1" name="Freeform 46">
                <a:extLst>
                  <a:ext uri="{FF2B5EF4-FFF2-40B4-BE49-F238E27FC236}">
                    <a16:creationId xmlns:a16="http://schemas.microsoft.com/office/drawing/2014/main" id="{C39E3025-344C-4D93-889A-CD5F72239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041"/>
                <a:ext cx="20" cy="64"/>
              </a:xfrm>
              <a:custGeom>
                <a:avLst/>
                <a:gdLst>
                  <a:gd name="T0" fmla="*/ 0 w 8"/>
                  <a:gd name="T1" fmla="*/ 0 h 24"/>
                  <a:gd name="T2" fmla="*/ 63 w 8"/>
                  <a:gd name="T3" fmla="*/ 248 h 24"/>
                  <a:gd name="T4" fmla="*/ 125 w 8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0" y="4"/>
                      <a:pt x="3" y="9"/>
                      <a:pt x="4" y="13"/>
                    </a:cubicBezTo>
                    <a:cubicBezTo>
                      <a:pt x="4" y="15"/>
                      <a:pt x="4" y="24"/>
                      <a:pt x="8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2" name="Freeform 47">
                <a:extLst>
                  <a:ext uri="{FF2B5EF4-FFF2-40B4-BE49-F238E27FC236}">
                    <a16:creationId xmlns:a16="http://schemas.microsoft.com/office/drawing/2014/main" id="{EA67FDEF-42BF-4940-90B3-66904EBDB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668"/>
                <a:ext cx="48" cy="67"/>
              </a:xfrm>
              <a:custGeom>
                <a:avLst/>
                <a:gdLst>
                  <a:gd name="T0" fmla="*/ 0 w 19"/>
                  <a:gd name="T1" fmla="*/ 461 h 25"/>
                  <a:gd name="T2" fmla="*/ 129 w 19"/>
                  <a:gd name="T3" fmla="*/ 209 h 25"/>
                  <a:gd name="T4" fmla="*/ 306 w 19"/>
                  <a:gd name="T5" fmla="*/ 0 h 25"/>
                  <a:gd name="T6" fmla="*/ 192 w 19"/>
                  <a:gd name="T7" fmla="*/ 230 h 25"/>
                  <a:gd name="T8" fmla="*/ 129 w 19"/>
                  <a:gd name="T9" fmla="*/ 330 h 25"/>
                  <a:gd name="T10" fmla="*/ 51 w 19"/>
                  <a:gd name="T11" fmla="*/ 48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5">
                    <a:moveTo>
                      <a:pt x="0" y="24"/>
                    </a:moveTo>
                    <a:cubicBezTo>
                      <a:pt x="4" y="21"/>
                      <a:pt x="5" y="15"/>
                      <a:pt x="8" y="11"/>
                    </a:cubicBezTo>
                    <a:cubicBezTo>
                      <a:pt x="10" y="8"/>
                      <a:pt x="15" y="1"/>
                      <a:pt x="19" y="0"/>
                    </a:cubicBezTo>
                    <a:cubicBezTo>
                      <a:pt x="15" y="3"/>
                      <a:pt x="14" y="8"/>
                      <a:pt x="12" y="12"/>
                    </a:cubicBezTo>
                    <a:cubicBezTo>
                      <a:pt x="11" y="14"/>
                      <a:pt x="10" y="16"/>
                      <a:pt x="8" y="17"/>
                    </a:cubicBezTo>
                    <a:cubicBezTo>
                      <a:pt x="6" y="20"/>
                      <a:pt x="2" y="21"/>
                      <a:pt x="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3" name="Freeform 48">
                <a:extLst>
                  <a:ext uri="{FF2B5EF4-FFF2-40B4-BE49-F238E27FC236}">
                    <a16:creationId xmlns:a16="http://schemas.microsoft.com/office/drawing/2014/main" id="{DDFC7A63-050F-4FE7-85B9-747A0D1DA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684"/>
                <a:ext cx="35" cy="75"/>
              </a:xfrm>
              <a:custGeom>
                <a:avLst/>
                <a:gdLst>
                  <a:gd name="T0" fmla="*/ 220 w 14"/>
                  <a:gd name="T1" fmla="*/ 0 h 28"/>
                  <a:gd name="T2" fmla="*/ 63 w 14"/>
                  <a:gd name="T3" fmla="*/ 273 h 28"/>
                  <a:gd name="T4" fmla="*/ 20 w 14"/>
                  <a:gd name="T5" fmla="*/ 538 h 28"/>
                  <a:gd name="T6" fmla="*/ 95 w 14"/>
                  <a:gd name="T7" fmla="*/ 209 h 28"/>
                  <a:gd name="T8" fmla="*/ 208 w 14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14" y="0"/>
                    </a:moveTo>
                    <a:cubicBezTo>
                      <a:pt x="8" y="3"/>
                      <a:pt x="5" y="7"/>
                      <a:pt x="4" y="14"/>
                    </a:cubicBezTo>
                    <a:cubicBezTo>
                      <a:pt x="4" y="18"/>
                      <a:pt x="0" y="24"/>
                      <a:pt x="1" y="28"/>
                    </a:cubicBezTo>
                    <a:cubicBezTo>
                      <a:pt x="3" y="23"/>
                      <a:pt x="3" y="16"/>
                      <a:pt x="6" y="11"/>
                    </a:cubicBezTo>
                    <a:cubicBezTo>
                      <a:pt x="9" y="8"/>
                      <a:pt x="11" y="5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4" name="Freeform 49">
                <a:extLst>
                  <a:ext uri="{FF2B5EF4-FFF2-40B4-BE49-F238E27FC236}">
                    <a16:creationId xmlns:a16="http://schemas.microsoft.com/office/drawing/2014/main" id="{A551A35D-E605-4CD7-8C16-FD47E6248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793"/>
                <a:ext cx="55" cy="43"/>
              </a:xfrm>
              <a:custGeom>
                <a:avLst/>
                <a:gdLst>
                  <a:gd name="T0" fmla="*/ 0 w 22"/>
                  <a:gd name="T1" fmla="*/ 290 h 16"/>
                  <a:gd name="T2" fmla="*/ 158 w 22"/>
                  <a:gd name="T3" fmla="*/ 159 h 16"/>
                  <a:gd name="T4" fmla="*/ 345 w 22"/>
                  <a:gd name="T5" fmla="*/ 0 h 16"/>
                  <a:gd name="T6" fmla="*/ 220 w 22"/>
                  <a:gd name="T7" fmla="*/ 196 h 16"/>
                  <a:gd name="T8" fmla="*/ 20 w 22"/>
                  <a:gd name="T9" fmla="*/ 3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15"/>
                    </a:moveTo>
                    <a:cubicBezTo>
                      <a:pt x="4" y="12"/>
                      <a:pt x="6" y="10"/>
                      <a:pt x="10" y="8"/>
                    </a:cubicBezTo>
                    <a:cubicBezTo>
                      <a:pt x="14" y="6"/>
                      <a:pt x="18" y="2"/>
                      <a:pt x="22" y="0"/>
                    </a:cubicBezTo>
                    <a:cubicBezTo>
                      <a:pt x="18" y="3"/>
                      <a:pt x="18" y="8"/>
                      <a:pt x="14" y="10"/>
                    </a:cubicBezTo>
                    <a:cubicBezTo>
                      <a:pt x="10" y="13"/>
                      <a:pt x="4" y="11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5" name="Freeform 50">
                <a:extLst>
                  <a:ext uri="{FF2B5EF4-FFF2-40B4-BE49-F238E27FC236}">
                    <a16:creationId xmlns:a16="http://schemas.microsoft.com/office/drawing/2014/main" id="{E224E89A-DBBD-43A5-B731-2C1194AD0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881"/>
                <a:ext cx="100" cy="62"/>
              </a:xfrm>
              <a:custGeom>
                <a:avLst/>
                <a:gdLst>
                  <a:gd name="T0" fmla="*/ 0 w 40"/>
                  <a:gd name="T1" fmla="*/ 0 h 23"/>
                  <a:gd name="T2" fmla="*/ 470 w 40"/>
                  <a:gd name="T3" fmla="*/ 137 h 23"/>
                  <a:gd name="T4" fmla="*/ 625 w 40"/>
                  <a:gd name="T5" fmla="*/ 450 h 23"/>
                  <a:gd name="T6" fmla="*/ 488 w 40"/>
                  <a:gd name="T7" fmla="*/ 275 h 23"/>
                  <a:gd name="T8" fmla="*/ 408 w 40"/>
                  <a:gd name="T9" fmla="*/ 159 h 23"/>
                  <a:gd name="T10" fmla="*/ 300 w 40"/>
                  <a:gd name="T11" fmla="*/ 137 h 23"/>
                  <a:gd name="T12" fmla="*/ 95 w 40"/>
                  <a:gd name="T13" fmla="*/ 5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9" y="5"/>
                      <a:pt x="22" y="2"/>
                      <a:pt x="30" y="7"/>
                    </a:cubicBezTo>
                    <a:cubicBezTo>
                      <a:pt x="35" y="10"/>
                      <a:pt x="38" y="18"/>
                      <a:pt x="40" y="23"/>
                    </a:cubicBezTo>
                    <a:cubicBezTo>
                      <a:pt x="37" y="19"/>
                      <a:pt x="35" y="16"/>
                      <a:pt x="31" y="14"/>
                    </a:cubicBezTo>
                    <a:cubicBezTo>
                      <a:pt x="29" y="12"/>
                      <a:pt x="28" y="9"/>
                      <a:pt x="26" y="8"/>
                    </a:cubicBezTo>
                    <a:cubicBezTo>
                      <a:pt x="24" y="6"/>
                      <a:pt x="21" y="7"/>
                      <a:pt x="19" y="7"/>
                    </a:cubicBezTo>
                    <a:cubicBezTo>
                      <a:pt x="14" y="6"/>
                      <a:pt x="11" y="3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6" name="Freeform 51">
                <a:extLst>
                  <a:ext uri="{FF2B5EF4-FFF2-40B4-BE49-F238E27FC236}">
                    <a16:creationId xmlns:a16="http://schemas.microsoft.com/office/drawing/2014/main" id="{BC8DFEDD-E15D-471E-9136-05FC0744A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753"/>
                <a:ext cx="217" cy="78"/>
              </a:xfrm>
              <a:custGeom>
                <a:avLst/>
                <a:gdLst>
                  <a:gd name="T0" fmla="*/ 0 w 87"/>
                  <a:gd name="T1" fmla="*/ 0 h 29"/>
                  <a:gd name="T2" fmla="*/ 217 w 87"/>
                  <a:gd name="T3" fmla="*/ 59 h 29"/>
                  <a:gd name="T4" fmla="*/ 634 w 87"/>
                  <a:gd name="T5" fmla="*/ 218 h 29"/>
                  <a:gd name="T6" fmla="*/ 1070 w 87"/>
                  <a:gd name="T7" fmla="*/ 406 h 29"/>
                  <a:gd name="T8" fmla="*/ 1349 w 87"/>
                  <a:gd name="T9" fmla="*/ 5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29">
                    <a:moveTo>
                      <a:pt x="0" y="0"/>
                    </a:moveTo>
                    <a:cubicBezTo>
                      <a:pt x="5" y="0"/>
                      <a:pt x="9" y="2"/>
                      <a:pt x="14" y="3"/>
                    </a:cubicBezTo>
                    <a:cubicBezTo>
                      <a:pt x="23" y="6"/>
                      <a:pt x="32" y="9"/>
                      <a:pt x="41" y="11"/>
                    </a:cubicBezTo>
                    <a:cubicBezTo>
                      <a:pt x="51" y="14"/>
                      <a:pt x="60" y="17"/>
                      <a:pt x="69" y="21"/>
                    </a:cubicBezTo>
                    <a:cubicBezTo>
                      <a:pt x="75" y="23"/>
                      <a:pt x="82" y="26"/>
                      <a:pt x="87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7" name="Freeform 52">
                <a:extLst>
                  <a:ext uri="{FF2B5EF4-FFF2-40B4-BE49-F238E27FC236}">
                    <a16:creationId xmlns:a16="http://schemas.microsoft.com/office/drawing/2014/main" id="{1A31DA16-EF91-4A84-8050-A11C544BE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697"/>
                <a:ext cx="80" cy="150"/>
              </a:xfrm>
              <a:custGeom>
                <a:avLst/>
                <a:gdLst>
                  <a:gd name="T0" fmla="*/ 470 w 32"/>
                  <a:gd name="T1" fmla="*/ 230 h 56"/>
                  <a:gd name="T2" fmla="*/ 470 w 32"/>
                  <a:gd name="T3" fmla="*/ 517 h 56"/>
                  <a:gd name="T4" fmla="*/ 488 w 32"/>
                  <a:gd name="T5" fmla="*/ 731 h 56"/>
                  <a:gd name="T6" fmla="*/ 333 w 32"/>
                  <a:gd name="T7" fmla="*/ 881 h 56"/>
                  <a:gd name="T8" fmla="*/ 238 w 32"/>
                  <a:gd name="T9" fmla="*/ 1077 h 56"/>
                  <a:gd name="T10" fmla="*/ 0 w 32"/>
                  <a:gd name="T11" fmla="*/ 996 h 56"/>
                  <a:gd name="T12" fmla="*/ 220 w 32"/>
                  <a:gd name="T13" fmla="*/ 825 h 56"/>
                  <a:gd name="T14" fmla="*/ 250 w 32"/>
                  <a:gd name="T15" fmla="*/ 595 h 56"/>
                  <a:gd name="T16" fmla="*/ 395 w 32"/>
                  <a:gd name="T17" fmla="*/ 367 h 56"/>
                  <a:gd name="T18" fmla="*/ 395 w 32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56">
                    <a:moveTo>
                      <a:pt x="30" y="12"/>
                    </a:moveTo>
                    <a:cubicBezTo>
                      <a:pt x="30" y="17"/>
                      <a:pt x="29" y="22"/>
                      <a:pt x="30" y="27"/>
                    </a:cubicBezTo>
                    <a:cubicBezTo>
                      <a:pt x="30" y="30"/>
                      <a:pt x="32" y="35"/>
                      <a:pt x="31" y="38"/>
                    </a:cubicBezTo>
                    <a:cubicBezTo>
                      <a:pt x="29" y="42"/>
                      <a:pt x="23" y="43"/>
                      <a:pt x="21" y="46"/>
                    </a:cubicBezTo>
                    <a:cubicBezTo>
                      <a:pt x="17" y="49"/>
                      <a:pt x="18" y="53"/>
                      <a:pt x="15" y="56"/>
                    </a:cubicBezTo>
                    <a:cubicBezTo>
                      <a:pt x="10" y="54"/>
                      <a:pt x="5" y="54"/>
                      <a:pt x="0" y="52"/>
                    </a:cubicBezTo>
                    <a:cubicBezTo>
                      <a:pt x="5" y="52"/>
                      <a:pt x="11" y="47"/>
                      <a:pt x="14" y="43"/>
                    </a:cubicBezTo>
                    <a:cubicBezTo>
                      <a:pt x="18" y="38"/>
                      <a:pt x="16" y="36"/>
                      <a:pt x="16" y="31"/>
                    </a:cubicBezTo>
                    <a:cubicBezTo>
                      <a:pt x="17" y="26"/>
                      <a:pt x="23" y="24"/>
                      <a:pt x="25" y="19"/>
                    </a:cubicBezTo>
                    <a:cubicBezTo>
                      <a:pt x="27" y="14"/>
                      <a:pt x="27" y="6"/>
                      <a:pt x="25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8" name="Freeform 53">
                <a:extLst>
                  <a:ext uri="{FF2B5EF4-FFF2-40B4-BE49-F238E27FC236}">
                    <a16:creationId xmlns:a16="http://schemas.microsoft.com/office/drawing/2014/main" id="{F5D6270B-2B80-47D1-A8D5-676A8059A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700"/>
                <a:ext cx="40" cy="85"/>
              </a:xfrm>
              <a:custGeom>
                <a:avLst/>
                <a:gdLst>
                  <a:gd name="T0" fmla="*/ 250 w 16"/>
                  <a:gd name="T1" fmla="*/ 0 h 32"/>
                  <a:gd name="T2" fmla="*/ 250 w 16"/>
                  <a:gd name="T3" fmla="*/ 465 h 32"/>
                  <a:gd name="T4" fmla="*/ 0 w 16"/>
                  <a:gd name="T5" fmla="*/ 600 h 32"/>
                  <a:gd name="T6" fmla="*/ 220 w 16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2">
                    <a:moveTo>
                      <a:pt x="16" y="0"/>
                    </a:moveTo>
                    <a:cubicBezTo>
                      <a:pt x="15" y="9"/>
                      <a:pt x="16" y="17"/>
                      <a:pt x="16" y="25"/>
                    </a:cubicBezTo>
                    <a:cubicBezTo>
                      <a:pt x="11" y="28"/>
                      <a:pt x="5" y="30"/>
                      <a:pt x="0" y="32"/>
                    </a:cubicBezTo>
                    <a:cubicBezTo>
                      <a:pt x="8" y="27"/>
                      <a:pt x="14" y="15"/>
                      <a:pt x="14" y="5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9" name="Freeform 54">
                <a:extLst>
                  <a:ext uri="{FF2B5EF4-FFF2-40B4-BE49-F238E27FC236}">
                    <a16:creationId xmlns:a16="http://schemas.microsoft.com/office/drawing/2014/main" id="{C4B00535-6065-4A8A-9EF6-6AD939103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647"/>
                <a:ext cx="50" cy="98"/>
              </a:xfrm>
              <a:custGeom>
                <a:avLst/>
                <a:gdLst>
                  <a:gd name="T0" fmla="*/ 0 w 20"/>
                  <a:gd name="T1" fmla="*/ 294 h 37"/>
                  <a:gd name="T2" fmla="*/ 33 w 20"/>
                  <a:gd name="T3" fmla="*/ 689 h 37"/>
                  <a:gd name="T4" fmla="*/ 188 w 20"/>
                  <a:gd name="T5" fmla="*/ 336 h 37"/>
                  <a:gd name="T6" fmla="*/ 313 w 20"/>
                  <a:gd name="T7" fmla="*/ 0 h 37"/>
                  <a:gd name="T8" fmla="*/ 175 w 20"/>
                  <a:gd name="T9" fmla="*/ 132 h 37"/>
                  <a:gd name="T10" fmla="*/ 125 w 20"/>
                  <a:gd name="T11" fmla="*/ 281 h 37"/>
                  <a:gd name="T12" fmla="*/ 63 w 20"/>
                  <a:gd name="T13" fmla="*/ 20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7">
                    <a:moveTo>
                      <a:pt x="0" y="16"/>
                    </a:moveTo>
                    <a:cubicBezTo>
                      <a:pt x="3" y="23"/>
                      <a:pt x="0" y="30"/>
                      <a:pt x="2" y="37"/>
                    </a:cubicBezTo>
                    <a:cubicBezTo>
                      <a:pt x="6" y="31"/>
                      <a:pt x="9" y="24"/>
                      <a:pt x="12" y="18"/>
                    </a:cubicBezTo>
                    <a:cubicBezTo>
                      <a:pt x="15" y="13"/>
                      <a:pt x="19" y="6"/>
                      <a:pt x="20" y="0"/>
                    </a:cubicBezTo>
                    <a:cubicBezTo>
                      <a:pt x="18" y="3"/>
                      <a:pt x="14" y="5"/>
                      <a:pt x="11" y="7"/>
                    </a:cubicBezTo>
                    <a:cubicBezTo>
                      <a:pt x="13" y="10"/>
                      <a:pt x="11" y="15"/>
                      <a:pt x="8" y="15"/>
                    </a:cubicBezTo>
                    <a:cubicBezTo>
                      <a:pt x="7" y="14"/>
                      <a:pt x="5" y="12"/>
                      <a:pt x="4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0" name="Freeform 55">
                <a:extLst>
                  <a:ext uri="{FF2B5EF4-FFF2-40B4-BE49-F238E27FC236}">
                    <a16:creationId xmlns:a16="http://schemas.microsoft.com/office/drawing/2014/main" id="{C3F1EE34-0B97-432F-851F-7DDD8AA2F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668"/>
                <a:ext cx="130" cy="224"/>
              </a:xfrm>
              <a:custGeom>
                <a:avLst/>
                <a:gdLst>
                  <a:gd name="T0" fmla="*/ 270 w 52"/>
                  <a:gd name="T1" fmla="*/ 819 h 84"/>
                  <a:gd name="T2" fmla="*/ 470 w 52"/>
                  <a:gd name="T3" fmla="*/ 776 h 84"/>
                  <a:gd name="T4" fmla="*/ 500 w 52"/>
                  <a:gd name="T5" fmla="*/ 683 h 84"/>
                  <a:gd name="T6" fmla="*/ 613 w 52"/>
                  <a:gd name="T7" fmla="*/ 491 h 84"/>
                  <a:gd name="T8" fmla="*/ 813 w 52"/>
                  <a:gd name="T9" fmla="*/ 0 h 84"/>
                  <a:gd name="T10" fmla="*/ 500 w 52"/>
                  <a:gd name="T11" fmla="*/ 435 h 84"/>
                  <a:gd name="T12" fmla="*/ 238 w 52"/>
                  <a:gd name="T13" fmla="*/ 683 h 84"/>
                  <a:gd name="T14" fmla="*/ 175 w 52"/>
                  <a:gd name="T15" fmla="*/ 853 h 84"/>
                  <a:gd name="T16" fmla="*/ 83 w 52"/>
                  <a:gd name="T17" fmla="*/ 1139 h 84"/>
                  <a:gd name="T18" fmla="*/ 0 w 52"/>
                  <a:gd name="T19" fmla="*/ 1592 h 84"/>
                  <a:gd name="T20" fmla="*/ 95 w 52"/>
                  <a:gd name="T21" fmla="*/ 1557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84">
                    <a:moveTo>
                      <a:pt x="17" y="43"/>
                    </a:moveTo>
                    <a:cubicBezTo>
                      <a:pt x="19" y="43"/>
                      <a:pt x="27" y="43"/>
                      <a:pt x="30" y="41"/>
                    </a:cubicBezTo>
                    <a:cubicBezTo>
                      <a:pt x="31" y="40"/>
                      <a:pt x="31" y="37"/>
                      <a:pt x="32" y="36"/>
                    </a:cubicBezTo>
                    <a:cubicBezTo>
                      <a:pt x="34" y="32"/>
                      <a:pt x="37" y="29"/>
                      <a:pt x="39" y="26"/>
                    </a:cubicBezTo>
                    <a:cubicBezTo>
                      <a:pt x="44" y="18"/>
                      <a:pt x="50" y="10"/>
                      <a:pt x="52" y="0"/>
                    </a:cubicBezTo>
                    <a:cubicBezTo>
                      <a:pt x="44" y="7"/>
                      <a:pt x="39" y="17"/>
                      <a:pt x="32" y="23"/>
                    </a:cubicBezTo>
                    <a:cubicBezTo>
                      <a:pt x="26" y="29"/>
                      <a:pt x="18" y="27"/>
                      <a:pt x="15" y="36"/>
                    </a:cubicBezTo>
                    <a:cubicBezTo>
                      <a:pt x="14" y="40"/>
                      <a:pt x="14" y="42"/>
                      <a:pt x="11" y="45"/>
                    </a:cubicBezTo>
                    <a:cubicBezTo>
                      <a:pt x="7" y="50"/>
                      <a:pt x="5" y="53"/>
                      <a:pt x="5" y="60"/>
                    </a:cubicBezTo>
                    <a:cubicBezTo>
                      <a:pt x="3" y="68"/>
                      <a:pt x="3" y="76"/>
                      <a:pt x="0" y="84"/>
                    </a:cubicBezTo>
                    <a:cubicBezTo>
                      <a:pt x="2" y="84"/>
                      <a:pt x="4" y="83"/>
                      <a:pt x="6" y="8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1" name="Freeform 56">
                <a:extLst>
                  <a:ext uri="{FF2B5EF4-FFF2-40B4-BE49-F238E27FC236}">
                    <a16:creationId xmlns:a16="http://schemas.microsoft.com/office/drawing/2014/main" id="{8DBF9F84-7AFC-41C0-94E3-6A612D040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759"/>
                <a:ext cx="45" cy="114"/>
              </a:xfrm>
              <a:custGeom>
                <a:avLst/>
                <a:gdLst>
                  <a:gd name="T0" fmla="*/ 0 w 18"/>
                  <a:gd name="T1" fmla="*/ 315 h 43"/>
                  <a:gd name="T2" fmla="*/ 83 w 18"/>
                  <a:gd name="T3" fmla="*/ 801 h 43"/>
                  <a:gd name="T4" fmla="*/ 283 w 18"/>
                  <a:gd name="T5" fmla="*/ 801 h 43"/>
                  <a:gd name="T6" fmla="*/ 113 w 18"/>
                  <a:gd name="T7" fmla="*/ 353 h 43"/>
                  <a:gd name="T8" fmla="*/ 33 w 1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3">
                    <a:moveTo>
                      <a:pt x="0" y="17"/>
                    </a:moveTo>
                    <a:cubicBezTo>
                      <a:pt x="4" y="25"/>
                      <a:pt x="1" y="35"/>
                      <a:pt x="5" y="43"/>
                    </a:cubicBezTo>
                    <a:cubicBezTo>
                      <a:pt x="9" y="42"/>
                      <a:pt x="14" y="43"/>
                      <a:pt x="18" y="43"/>
                    </a:cubicBezTo>
                    <a:cubicBezTo>
                      <a:pt x="11" y="36"/>
                      <a:pt x="8" y="28"/>
                      <a:pt x="7" y="19"/>
                    </a:cubicBezTo>
                    <a:cubicBezTo>
                      <a:pt x="6" y="15"/>
                      <a:pt x="5" y="2"/>
                      <a:pt x="2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2" name="Freeform 57">
                <a:extLst>
                  <a:ext uri="{FF2B5EF4-FFF2-40B4-BE49-F238E27FC236}">
                    <a16:creationId xmlns:a16="http://schemas.microsoft.com/office/drawing/2014/main" id="{27C2A589-442E-4FD3-B033-ECD1F6E30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791"/>
                <a:ext cx="92" cy="64"/>
              </a:xfrm>
              <a:custGeom>
                <a:avLst/>
                <a:gdLst>
                  <a:gd name="T0" fmla="*/ 12 w 37"/>
                  <a:gd name="T1" fmla="*/ 0 h 24"/>
                  <a:gd name="T2" fmla="*/ 62 w 37"/>
                  <a:gd name="T3" fmla="*/ 264 h 24"/>
                  <a:gd name="T4" fmla="*/ 154 w 37"/>
                  <a:gd name="T5" fmla="*/ 307 h 24"/>
                  <a:gd name="T6" fmla="*/ 569 w 37"/>
                  <a:gd name="T7" fmla="*/ 456 h 24"/>
                  <a:gd name="T8" fmla="*/ 537 w 37"/>
                  <a:gd name="T9" fmla="*/ 341 h 24"/>
                  <a:gd name="T10" fmla="*/ 321 w 37"/>
                  <a:gd name="T11" fmla="*/ 248 h 24"/>
                  <a:gd name="T12" fmla="*/ 0 w 37"/>
                  <a:gd name="T13" fmla="*/ 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4">
                    <a:moveTo>
                      <a:pt x="1" y="0"/>
                    </a:moveTo>
                    <a:cubicBezTo>
                      <a:pt x="1" y="3"/>
                      <a:pt x="2" y="12"/>
                      <a:pt x="4" y="14"/>
                    </a:cubicBezTo>
                    <a:cubicBezTo>
                      <a:pt x="6" y="17"/>
                      <a:pt x="6" y="16"/>
                      <a:pt x="10" y="16"/>
                    </a:cubicBezTo>
                    <a:cubicBezTo>
                      <a:pt x="19" y="17"/>
                      <a:pt x="28" y="21"/>
                      <a:pt x="37" y="24"/>
                    </a:cubicBezTo>
                    <a:cubicBezTo>
                      <a:pt x="37" y="22"/>
                      <a:pt x="36" y="20"/>
                      <a:pt x="35" y="18"/>
                    </a:cubicBezTo>
                    <a:cubicBezTo>
                      <a:pt x="31" y="19"/>
                      <a:pt x="25" y="15"/>
                      <a:pt x="21" y="13"/>
                    </a:cubicBezTo>
                    <a:cubicBezTo>
                      <a:pt x="14" y="9"/>
                      <a:pt x="7" y="5"/>
                      <a:pt x="0" y="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3" name="Freeform 58">
                <a:extLst>
                  <a:ext uri="{FF2B5EF4-FFF2-40B4-BE49-F238E27FC236}">
                    <a16:creationId xmlns:a16="http://schemas.microsoft.com/office/drawing/2014/main" id="{C4C7B522-2D87-4B19-A247-451A760E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71"/>
                <a:ext cx="45" cy="56"/>
              </a:xfrm>
              <a:custGeom>
                <a:avLst/>
                <a:gdLst>
                  <a:gd name="T0" fmla="*/ 0 w 18"/>
                  <a:gd name="T1" fmla="*/ 149 h 21"/>
                  <a:gd name="T2" fmla="*/ 125 w 18"/>
                  <a:gd name="T3" fmla="*/ 320 h 21"/>
                  <a:gd name="T4" fmla="*/ 283 w 18"/>
                  <a:gd name="T5" fmla="*/ 397 h 21"/>
                  <a:gd name="T6" fmla="*/ 220 w 18"/>
                  <a:gd name="T7" fmla="*/ 0 h 21"/>
                  <a:gd name="T8" fmla="*/ 145 w 18"/>
                  <a:gd name="T9" fmla="*/ 21 h 21"/>
                  <a:gd name="T10" fmla="*/ 95 w 18"/>
                  <a:gd name="T11" fmla="*/ 264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0" y="8"/>
                    </a:moveTo>
                    <a:cubicBezTo>
                      <a:pt x="2" y="11"/>
                      <a:pt x="5" y="16"/>
                      <a:pt x="8" y="17"/>
                    </a:cubicBezTo>
                    <a:cubicBezTo>
                      <a:pt x="11" y="19"/>
                      <a:pt x="15" y="19"/>
                      <a:pt x="18" y="21"/>
                    </a:cubicBezTo>
                    <a:cubicBezTo>
                      <a:pt x="17" y="14"/>
                      <a:pt x="16" y="6"/>
                      <a:pt x="14" y="0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10" y="7"/>
                      <a:pt x="12" y="11"/>
                      <a:pt x="6" y="1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4" name="Freeform 59">
                <a:extLst>
                  <a:ext uri="{FF2B5EF4-FFF2-40B4-BE49-F238E27FC236}">
                    <a16:creationId xmlns:a16="http://schemas.microsoft.com/office/drawing/2014/main" id="{514D1D71-804B-410C-87CF-3E5C505D8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785"/>
                <a:ext cx="40" cy="38"/>
              </a:xfrm>
              <a:custGeom>
                <a:avLst/>
                <a:gdLst>
                  <a:gd name="T0" fmla="*/ 0 w 16"/>
                  <a:gd name="T1" fmla="*/ 163 h 14"/>
                  <a:gd name="T2" fmla="*/ 250 w 16"/>
                  <a:gd name="T3" fmla="*/ 258 h 14"/>
                  <a:gd name="T4" fmla="*/ 175 w 16"/>
                  <a:gd name="T5" fmla="*/ 0 h 14"/>
                  <a:gd name="T6" fmla="*/ 83 w 16"/>
                  <a:gd name="T7" fmla="*/ 1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8"/>
                    </a:moveTo>
                    <a:cubicBezTo>
                      <a:pt x="4" y="10"/>
                      <a:pt x="12" y="14"/>
                      <a:pt x="16" y="13"/>
                    </a:cubicBezTo>
                    <a:cubicBezTo>
                      <a:pt x="15" y="9"/>
                      <a:pt x="13" y="4"/>
                      <a:pt x="11" y="0"/>
                    </a:cubicBezTo>
                    <a:cubicBezTo>
                      <a:pt x="9" y="3"/>
                      <a:pt x="8" y="7"/>
                      <a:pt x="5" y="8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5" name="Freeform 60">
                <a:extLst>
                  <a:ext uri="{FF2B5EF4-FFF2-40B4-BE49-F238E27FC236}">
                    <a16:creationId xmlns:a16="http://schemas.microsoft.com/office/drawing/2014/main" id="{38EB4E1F-0DC9-4BA5-B218-A6DCC43E8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711"/>
                <a:ext cx="25" cy="56"/>
              </a:xfrm>
              <a:custGeom>
                <a:avLst/>
                <a:gdLst>
                  <a:gd name="T0" fmla="*/ 20 w 10"/>
                  <a:gd name="T1" fmla="*/ 192 h 21"/>
                  <a:gd name="T2" fmla="*/ 125 w 10"/>
                  <a:gd name="T3" fmla="*/ 0 h 21"/>
                  <a:gd name="T4" fmla="*/ 125 w 10"/>
                  <a:gd name="T5" fmla="*/ 227 h 21"/>
                  <a:gd name="T6" fmla="*/ 158 w 10"/>
                  <a:gd name="T7" fmla="*/ 397 h 21"/>
                  <a:gd name="T8" fmla="*/ 0 w 10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" y="10"/>
                    </a:moveTo>
                    <a:cubicBezTo>
                      <a:pt x="3" y="7"/>
                      <a:pt x="5" y="2"/>
                      <a:pt x="8" y="0"/>
                    </a:cubicBezTo>
                    <a:cubicBezTo>
                      <a:pt x="10" y="4"/>
                      <a:pt x="7" y="8"/>
                      <a:pt x="8" y="12"/>
                    </a:cubicBezTo>
                    <a:cubicBezTo>
                      <a:pt x="8" y="15"/>
                      <a:pt x="10" y="18"/>
                      <a:pt x="10" y="21"/>
                    </a:cubicBezTo>
                    <a:cubicBezTo>
                      <a:pt x="6" y="18"/>
                      <a:pt x="3" y="14"/>
                      <a:pt x="0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6" name="Freeform 61">
                <a:extLst>
                  <a:ext uri="{FF2B5EF4-FFF2-40B4-BE49-F238E27FC236}">
                    <a16:creationId xmlns:a16="http://schemas.microsoft.com/office/drawing/2014/main" id="{672D9F13-DECE-4072-9196-ED23101B4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929"/>
                <a:ext cx="73" cy="75"/>
              </a:xfrm>
              <a:custGeom>
                <a:avLst/>
                <a:gdLst>
                  <a:gd name="T0" fmla="*/ 0 w 29"/>
                  <a:gd name="T1" fmla="*/ 423 h 28"/>
                  <a:gd name="T2" fmla="*/ 284 w 29"/>
                  <a:gd name="T3" fmla="*/ 538 h 28"/>
                  <a:gd name="T4" fmla="*/ 430 w 29"/>
                  <a:gd name="T5" fmla="*/ 0 h 28"/>
                  <a:gd name="T6" fmla="*/ 335 w 29"/>
                  <a:gd name="T7" fmla="*/ 308 h 28"/>
                  <a:gd name="T8" fmla="*/ 83 w 29"/>
                  <a:gd name="T9" fmla="*/ 44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2"/>
                    </a:moveTo>
                    <a:cubicBezTo>
                      <a:pt x="5" y="27"/>
                      <a:pt x="12" y="27"/>
                      <a:pt x="18" y="28"/>
                    </a:cubicBezTo>
                    <a:cubicBezTo>
                      <a:pt x="21" y="20"/>
                      <a:pt x="29" y="9"/>
                      <a:pt x="27" y="0"/>
                    </a:cubicBezTo>
                    <a:cubicBezTo>
                      <a:pt x="25" y="5"/>
                      <a:pt x="25" y="12"/>
                      <a:pt x="21" y="16"/>
                    </a:cubicBezTo>
                    <a:cubicBezTo>
                      <a:pt x="17" y="22"/>
                      <a:pt x="11" y="21"/>
                      <a:pt x="5" y="2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7" name="Freeform 62">
                <a:extLst>
                  <a:ext uri="{FF2B5EF4-FFF2-40B4-BE49-F238E27FC236}">
                    <a16:creationId xmlns:a16="http://schemas.microsoft.com/office/drawing/2014/main" id="{973C5924-8270-46E3-9B2D-CDD13F8F2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945"/>
                <a:ext cx="57" cy="72"/>
              </a:xfrm>
              <a:custGeom>
                <a:avLst/>
                <a:gdLst>
                  <a:gd name="T0" fmla="*/ 166 w 23"/>
                  <a:gd name="T1" fmla="*/ 21 h 27"/>
                  <a:gd name="T2" fmla="*/ 12 w 23"/>
                  <a:gd name="T3" fmla="*/ 512 h 27"/>
                  <a:gd name="T4" fmla="*/ 183 w 23"/>
                  <a:gd name="T5" fmla="*/ 264 h 27"/>
                  <a:gd name="T6" fmla="*/ 349 w 23"/>
                  <a:gd name="T7" fmla="*/ 93 h 27"/>
                  <a:gd name="T8" fmla="*/ 183 w 23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7">
                    <a:moveTo>
                      <a:pt x="11" y="1"/>
                    </a:moveTo>
                    <a:cubicBezTo>
                      <a:pt x="6" y="4"/>
                      <a:pt x="0" y="21"/>
                      <a:pt x="1" y="27"/>
                    </a:cubicBezTo>
                    <a:cubicBezTo>
                      <a:pt x="4" y="26"/>
                      <a:pt x="9" y="17"/>
                      <a:pt x="12" y="14"/>
                    </a:cubicBezTo>
                    <a:cubicBezTo>
                      <a:pt x="16" y="11"/>
                      <a:pt x="20" y="7"/>
                      <a:pt x="23" y="5"/>
                    </a:cubicBezTo>
                    <a:cubicBezTo>
                      <a:pt x="19" y="7"/>
                      <a:pt x="13" y="6"/>
                      <a:pt x="12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8" name="Freeform 63">
                <a:extLst>
                  <a:ext uri="{FF2B5EF4-FFF2-40B4-BE49-F238E27FC236}">
                    <a16:creationId xmlns:a16="http://schemas.microsoft.com/office/drawing/2014/main" id="{8593962C-4BDD-430E-B6BD-AAE18E487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945"/>
                <a:ext cx="30" cy="27"/>
              </a:xfrm>
              <a:custGeom>
                <a:avLst/>
                <a:gdLst>
                  <a:gd name="T0" fmla="*/ 20 w 12"/>
                  <a:gd name="T1" fmla="*/ 59 h 10"/>
                  <a:gd name="T2" fmla="*/ 175 w 12"/>
                  <a:gd name="T3" fmla="*/ 197 h 10"/>
                  <a:gd name="T4" fmla="*/ 188 w 12"/>
                  <a:gd name="T5" fmla="*/ 38 h 10"/>
                  <a:gd name="T6" fmla="*/ 0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" y="3"/>
                    </a:moveTo>
                    <a:cubicBezTo>
                      <a:pt x="5" y="4"/>
                      <a:pt x="7" y="8"/>
                      <a:pt x="11" y="10"/>
                    </a:cubicBezTo>
                    <a:cubicBezTo>
                      <a:pt x="11" y="7"/>
                      <a:pt x="12" y="4"/>
                      <a:pt x="12" y="2"/>
                    </a:cubicBezTo>
                    <a:cubicBezTo>
                      <a:pt x="8" y="1"/>
                      <a:pt x="4" y="0"/>
                      <a:pt x="0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9" name="Freeform 64">
                <a:extLst>
                  <a:ext uri="{FF2B5EF4-FFF2-40B4-BE49-F238E27FC236}">
                    <a16:creationId xmlns:a16="http://schemas.microsoft.com/office/drawing/2014/main" id="{4B9B9151-49B6-45EF-A566-5D540F192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961"/>
                <a:ext cx="62" cy="70"/>
              </a:xfrm>
              <a:custGeom>
                <a:avLst/>
                <a:gdLst>
                  <a:gd name="T0" fmla="*/ 30 w 25"/>
                  <a:gd name="T1" fmla="*/ 94 h 26"/>
                  <a:gd name="T2" fmla="*/ 12 w 25"/>
                  <a:gd name="T3" fmla="*/ 218 h 26"/>
                  <a:gd name="T4" fmla="*/ 62 w 25"/>
                  <a:gd name="T5" fmla="*/ 253 h 26"/>
                  <a:gd name="T6" fmla="*/ 0 w 25"/>
                  <a:gd name="T7" fmla="*/ 506 h 26"/>
                  <a:gd name="T8" fmla="*/ 104 w 25"/>
                  <a:gd name="T9" fmla="*/ 390 h 26"/>
                  <a:gd name="T10" fmla="*/ 216 w 25"/>
                  <a:gd name="T11" fmla="*/ 291 h 26"/>
                  <a:gd name="T12" fmla="*/ 278 w 25"/>
                  <a:gd name="T13" fmla="*/ 428 h 26"/>
                  <a:gd name="T14" fmla="*/ 258 w 25"/>
                  <a:gd name="T15" fmla="*/ 0 h 26"/>
                  <a:gd name="T16" fmla="*/ 196 w 25"/>
                  <a:gd name="T17" fmla="*/ 253 h 26"/>
                  <a:gd name="T18" fmla="*/ 42 w 25"/>
                  <a:gd name="T19" fmla="*/ 137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5"/>
                    </a:moveTo>
                    <a:cubicBezTo>
                      <a:pt x="1" y="7"/>
                      <a:pt x="0" y="9"/>
                      <a:pt x="1" y="11"/>
                    </a:cubicBezTo>
                    <a:cubicBezTo>
                      <a:pt x="2" y="12"/>
                      <a:pt x="4" y="12"/>
                      <a:pt x="4" y="13"/>
                    </a:cubicBezTo>
                    <a:cubicBezTo>
                      <a:pt x="6" y="18"/>
                      <a:pt x="0" y="22"/>
                      <a:pt x="0" y="26"/>
                    </a:cubicBezTo>
                    <a:cubicBezTo>
                      <a:pt x="3" y="26"/>
                      <a:pt x="4" y="22"/>
                      <a:pt x="7" y="20"/>
                    </a:cubicBezTo>
                    <a:cubicBezTo>
                      <a:pt x="9" y="18"/>
                      <a:pt x="11" y="17"/>
                      <a:pt x="14" y="15"/>
                    </a:cubicBezTo>
                    <a:cubicBezTo>
                      <a:pt x="15" y="18"/>
                      <a:pt x="17" y="20"/>
                      <a:pt x="18" y="22"/>
                    </a:cubicBezTo>
                    <a:cubicBezTo>
                      <a:pt x="25" y="13"/>
                      <a:pt x="15" y="9"/>
                      <a:pt x="17" y="0"/>
                    </a:cubicBezTo>
                    <a:cubicBezTo>
                      <a:pt x="16" y="3"/>
                      <a:pt x="17" y="12"/>
                      <a:pt x="13" y="13"/>
                    </a:cubicBezTo>
                    <a:cubicBezTo>
                      <a:pt x="9" y="14"/>
                      <a:pt x="5" y="9"/>
                      <a:pt x="3" y="7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0" name="Freeform 65">
                <a:extLst>
                  <a:ext uri="{FF2B5EF4-FFF2-40B4-BE49-F238E27FC236}">
                    <a16:creationId xmlns:a16="http://schemas.microsoft.com/office/drawing/2014/main" id="{25280C86-5CC1-479B-A472-88311AA3F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39"/>
                <a:ext cx="38" cy="40"/>
              </a:xfrm>
              <a:custGeom>
                <a:avLst/>
                <a:gdLst>
                  <a:gd name="T0" fmla="*/ 33 w 15"/>
                  <a:gd name="T1" fmla="*/ 0 h 15"/>
                  <a:gd name="T2" fmla="*/ 0 w 15"/>
                  <a:gd name="T3" fmla="*/ 285 h 15"/>
                  <a:gd name="T4" fmla="*/ 243 w 15"/>
                  <a:gd name="T5" fmla="*/ 115 h 15"/>
                  <a:gd name="T6" fmla="*/ 63 w 15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2" y="0"/>
                    </a:moveTo>
                    <a:cubicBezTo>
                      <a:pt x="2" y="5"/>
                      <a:pt x="3" y="10"/>
                      <a:pt x="0" y="15"/>
                    </a:cubicBezTo>
                    <a:cubicBezTo>
                      <a:pt x="5" y="13"/>
                      <a:pt x="12" y="10"/>
                      <a:pt x="15" y="6"/>
                    </a:cubicBezTo>
                    <a:cubicBezTo>
                      <a:pt x="9" y="8"/>
                      <a:pt x="8" y="4"/>
                      <a:pt x="4" y="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1" name="Freeform 66">
                <a:extLst>
                  <a:ext uri="{FF2B5EF4-FFF2-40B4-BE49-F238E27FC236}">
                    <a16:creationId xmlns:a16="http://schemas.microsoft.com/office/drawing/2014/main" id="{17EBBAC4-90B6-4E98-9965-ECE5430C1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57"/>
                <a:ext cx="135" cy="118"/>
              </a:xfrm>
              <a:custGeom>
                <a:avLst/>
                <a:gdLst>
                  <a:gd name="T0" fmla="*/ 845 w 54"/>
                  <a:gd name="T1" fmla="*/ 0 h 44"/>
                  <a:gd name="T2" fmla="*/ 720 w 54"/>
                  <a:gd name="T3" fmla="*/ 518 h 44"/>
                  <a:gd name="T4" fmla="*/ 520 w 54"/>
                  <a:gd name="T5" fmla="*/ 676 h 44"/>
                  <a:gd name="T6" fmla="*/ 238 w 54"/>
                  <a:gd name="T7" fmla="*/ 770 h 44"/>
                  <a:gd name="T8" fmla="*/ 0 w 54"/>
                  <a:gd name="T9" fmla="*/ 813 h 44"/>
                  <a:gd name="T10" fmla="*/ 313 w 54"/>
                  <a:gd name="T11" fmla="*/ 620 h 44"/>
                  <a:gd name="T12" fmla="*/ 770 w 54"/>
                  <a:gd name="T13" fmla="*/ 11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4">
                    <a:moveTo>
                      <a:pt x="54" y="0"/>
                    </a:moveTo>
                    <a:cubicBezTo>
                      <a:pt x="54" y="7"/>
                      <a:pt x="50" y="21"/>
                      <a:pt x="46" y="27"/>
                    </a:cubicBezTo>
                    <a:cubicBezTo>
                      <a:pt x="43" y="31"/>
                      <a:pt x="37" y="33"/>
                      <a:pt x="33" y="35"/>
                    </a:cubicBezTo>
                    <a:cubicBezTo>
                      <a:pt x="27" y="37"/>
                      <a:pt x="21" y="37"/>
                      <a:pt x="15" y="40"/>
                    </a:cubicBezTo>
                    <a:cubicBezTo>
                      <a:pt x="9" y="42"/>
                      <a:pt x="7" y="44"/>
                      <a:pt x="0" y="42"/>
                    </a:cubicBezTo>
                    <a:cubicBezTo>
                      <a:pt x="3" y="35"/>
                      <a:pt x="13" y="34"/>
                      <a:pt x="20" y="32"/>
                    </a:cubicBezTo>
                    <a:cubicBezTo>
                      <a:pt x="33" y="27"/>
                      <a:pt x="42" y="16"/>
                      <a:pt x="49" y="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2" name="Freeform 67">
                <a:extLst>
                  <a:ext uri="{FF2B5EF4-FFF2-40B4-BE49-F238E27FC236}">
                    <a16:creationId xmlns:a16="http://schemas.microsoft.com/office/drawing/2014/main" id="{3BED3D3E-0104-49F6-8989-556412E55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009"/>
                <a:ext cx="155" cy="158"/>
              </a:xfrm>
              <a:custGeom>
                <a:avLst/>
                <a:gdLst>
                  <a:gd name="T0" fmla="*/ 0 w 62"/>
                  <a:gd name="T1" fmla="*/ 825 h 59"/>
                  <a:gd name="T2" fmla="*/ 95 w 62"/>
                  <a:gd name="T3" fmla="*/ 1077 h 59"/>
                  <a:gd name="T4" fmla="*/ 250 w 62"/>
                  <a:gd name="T5" fmla="*/ 1111 h 59"/>
                  <a:gd name="T6" fmla="*/ 658 w 62"/>
                  <a:gd name="T7" fmla="*/ 445 h 59"/>
                  <a:gd name="T8" fmla="*/ 863 w 62"/>
                  <a:gd name="T9" fmla="*/ 287 h 59"/>
                  <a:gd name="T10" fmla="*/ 970 w 62"/>
                  <a:gd name="T11" fmla="*/ 0 h 59"/>
                  <a:gd name="T12" fmla="*/ 875 w 62"/>
                  <a:gd name="T13" fmla="*/ 150 h 59"/>
                  <a:gd name="T14" fmla="*/ 688 w 62"/>
                  <a:gd name="T15" fmla="*/ 265 h 59"/>
                  <a:gd name="T16" fmla="*/ 520 w 62"/>
                  <a:gd name="T17" fmla="*/ 329 h 59"/>
                  <a:gd name="T18" fmla="*/ 425 w 62"/>
                  <a:gd name="T19" fmla="*/ 402 h 59"/>
                  <a:gd name="T20" fmla="*/ 283 w 62"/>
                  <a:gd name="T21" fmla="*/ 790 h 59"/>
                  <a:gd name="T22" fmla="*/ 50 w 62"/>
                  <a:gd name="T23" fmla="*/ 675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59">
                    <a:moveTo>
                      <a:pt x="0" y="43"/>
                    </a:moveTo>
                    <a:cubicBezTo>
                      <a:pt x="4" y="46"/>
                      <a:pt x="2" y="54"/>
                      <a:pt x="6" y="56"/>
                    </a:cubicBezTo>
                    <a:cubicBezTo>
                      <a:pt x="8" y="57"/>
                      <a:pt x="14" y="59"/>
                      <a:pt x="16" y="58"/>
                    </a:cubicBezTo>
                    <a:cubicBezTo>
                      <a:pt x="20" y="45"/>
                      <a:pt x="30" y="30"/>
                      <a:pt x="42" y="23"/>
                    </a:cubicBezTo>
                    <a:cubicBezTo>
                      <a:pt x="46" y="20"/>
                      <a:pt x="51" y="18"/>
                      <a:pt x="55" y="15"/>
                    </a:cubicBezTo>
                    <a:cubicBezTo>
                      <a:pt x="60" y="11"/>
                      <a:pt x="61" y="6"/>
                      <a:pt x="62" y="0"/>
                    </a:cubicBezTo>
                    <a:cubicBezTo>
                      <a:pt x="59" y="1"/>
                      <a:pt x="58" y="5"/>
                      <a:pt x="56" y="8"/>
                    </a:cubicBezTo>
                    <a:cubicBezTo>
                      <a:pt x="52" y="11"/>
                      <a:pt x="49" y="12"/>
                      <a:pt x="44" y="14"/>
                    </a:cubicBezTo>
                    <a:cubicBezTo>
                      <a:pt x="40" y="15"/>
                      <a:pt x="37" y="16"/>
                      <a:pt x="33" y="17"/>
                    </a:cubicBezTo>
                    <a:cubicBezTo>
                      <a:pt x="29" y="18"/>
                      <a:pt x="29" y="18"/>
                      <a:pt x="27" y="21"/>
                    </a:cubicBezTo>
                    <a:cubicBezTo>
                      <a:pt x="24" y="26"/>
                      <a:pt x="24" y="38"/>
                      <a:pt x="18" y="41"/>
                    </a:cubicBezTo>
                    <a:cubicBezTo>
                      <a:pt x="14" y="42"/>
                      <a:pt x="4" y="40"/>
                      <a:pt x="3" y="35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3" name="Freeform 68">
                <a:extLst>
                  <a:ext uri="{FF2B5EF4-FFF2-40B4-BE49-F238E27FC236}">
                    <a16:creationId xmlns:a16="http://schemas.microsoft.com/office/drawing/2014/main" id="{0046840F-9BFA-470D-BE09-9E4109D25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892"/>
                <a:ext cx="100" cy="208"/>
              </a:xfrm>
              <a:custGeom>
                <a:avLst/>
                <a:gdLst>
                  <a:gd name="T0" fmla="*/ 188 w 40"/>
                  <a:gd name="T1" fmla="*/ 760 h 78"/>
                  <a:gd name="T2" fmla="*/ 363 w 40"/>
                  <a:gd name="T3" fmla="*/ 1139 h 78"/>
                  <a:gd name="T4" fmla="*/ 488 w 40"/>
                  <a:gd name="T5" fmla="*/ 1480 h 78"/>
                  <a:gd name="T6" fmla="*/ 625 w 40"/>
                  <a:gd name="T7" fmla="*/ 1003 h 78"/>
                  <a:gd name="T8" fmla="*/ 395 w 40"/>
                  <a:gd name="T9" fmla="*/ 989 h 78"/>
                  <a:gd name="T10" fmla="*/ 220 w 40"/>
                  <a:gd name="T11" fmla="*/ 605 h 78"/>
                  <a:gd name="T12" fmla="*/ 283 w 40"/>
                  <a:gd name="T13" fmla="*/ 477 h 78"/>
                  <a:gd name="T14" fmla="*/ 363 w 40"/>
                  <a:gd name="T15" fmla="*/ 264 h 78"/>
                  <a:gd name="T16" fmla="*/ 363 w 40"/>
                  <a:gd name="T17" fmla="*/ 0 h 78"/>
                  <a:gd name="T18" fmla="*/ 125 w 40"/>
                  <a:gd name="T19" fmla="*/ 136 h 78"/>
                  <a:gd name="T20" fmla="*/ 0 w 40"/>
                  <a:gd name="T21" fmla="*/ 341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78">
                    <a:moveTo>
                      <a:pt x="12" y="40"/>
                    </a:moveTo>
                    <a:cubicBezTo>
                      <a:pt x="17" y="45"/>
                      <a:pt x="20" y="54"/>
                      <a:pt x="23" y="60"/>
                    </a:cubicBezTo>
                    <a:cubicBezTo>
                      <a:pt x="25" y="65"/>
                      <a:pt x="27" y="74"/>
                      <a:pt x="31" y="78"/>
                    </a:cubicBezTo>
                    <a:cubicBezTo>
                      <a:pt x="33" y="70"/>
                      <a:pt x="36" y="61"/>
                      <a:pt x="40" y="53"/>
                    </a:cubicBezTo>
                    <a:cubicBezTo>
                      <a:pt x="34" y="63"/>
                      <a:pt x="30" y="58"/>
                      <a:pt x="25" y="52"/>
                    </a:cubicBezTo>
                    <a:cubicBezTo>
                      <a:pt x="20" y="47"/>
                      <a:pt x="12" y="40"/>
                      <a:pt x="14" y="32"/>
                    </a:cubicBezTo>
                    <a:cubicBezTo>
                      <a:pt x="14" y="30"/>
                      <a:pt x="17" y="27"/>
                      <a:pt x="18" y="25"/>
                    </a:cubicBezTo>
                    <a:cubicBezTo>
                      <a:pt x="20" y="21"/>
                      <a:pt x="22" y="17"/>
                      <a:pt x="23" y="14"/>
                    </a:cubicBezTo>
                    <a:cubicBezTo>
                      <a:pt x="25" y="9"/>
                      <a:pt x="26" y="5"/>
                      <a:pt x="23" y="0"/>
                    </a:cubicBezTo>
                    <a:cubicBezTo>
                      <a:pt x="18" y="1"/>
                      <a:pt x="9" y="1"/>
                      <a:pt x="8" y="7"/>
                    </a:cubicBezTo>
                    <a:cubicBezTo>
                      <a:pt x="6" y="12"/>
                      <a:pt x="8" y="18"/>
                      <a:pt x="0" y="18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4" name="Freeform 69">
                <a:extLst>
                  <a:ext uri="{FF2B5EF4-FFF2-40B4-BE49-F238E27FC236}">
                    <a16:creationId xmlns:a16="http://schemas.microsoft.com/office/drawing/2014/main" id="{6D703E5B-73B8-4973-A99E-D484C023A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009"/>
                <a:ext cx="95" cy="142"/>
              </a:xfrm>
              <a:custGeom>
                <a:avLst/>
                <a:gdLst>
                  <a:gd name="T0" fmla="*/ 0 w 38"/>
                  <a:gd name="T1" fmla="*/ 78 h 53"/>
                  <a:gd name="T2" fmla="*/ 313 w 38"/>
                  <a:gd name="T3" fmla="*/ 632 h 53"/>
                  <a:gd name="T4" fmla="*/ 595 w 38"/>
                  <a:gd name="T5" fmla="*/ 1018 h 53"/>
                  <a:gd name="T6" fmla="*/ 458 w 38"/>
                  <a:gd name="T7" fmla="*/ 710 h 53"/>
                  <a:gd name="T8" fmla="*/ 313 w 38"/>
                  <a:gd name="T9" fmla="*/ 402 h 53"/>
                  <a:gd name="T10" fmla="*/ 95 w 3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3">
                    <a:moveTo>
                      <a:pt x="0" y="4"/>
                    </a:moveTo>
                    <a:cubicBezTo>
                      <a:pt x="5" y="14"/>
                      <a:pt x="13" y="25"/>
                      <a:pt x="20" y="33"/>
                    </a:cubicBezTo>
                    <a:cubicBezTo>
                      <a:pt x="26" y="40"/>
                      <a:pt x="34" y="46"/>
                      <a:pt x="38" y="53"/>
                    </a:cubicBezTo>
                    <a:cubicBezTo>
                      <a:pt x="34" y="49"/>
                      <a:pt x="31" y="42"/>
                      <a:pt x="29" y="37"/>
                    </a:cubicBezTo>
                    <a:cubicBezTo>
                      <a:pt x="26" y="32"/>
                      <a:pt x="23" y="26"/>
                      <a:pt x="20" y="21"/>
                    </a:cubicBezTo>
                    <a:cubicBezTo>
                      <a:pt x="16" y="15"/>
                      <a:pt x="8" y="8"/>
                      <a:pt x="6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5" name="Freeform 70">
                <a:extLst>
                  <a:ext uri="{FF2B5EF4-FFF2-40B4-BE49-F238E27FC236}">
                    <a16:creationId xmlns:a16="http://schemas.microsoft.com/office/drawing/2014/main" id="{1D512280-C1F3-4F64-863A-6E511CE20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020"/>
                <a:ext cx="75" cy="96"/>
              </a:xfrm>
              <a:custGeom>
                <a:avLst/>
                <a:gdLst>
                  <a:gd name="T0" fmla="*/ 283 w 30"/>
                  <a:gd name="T1" fmla="*/ 35 h 36"/>
                  <a:gd name="T2" fmla="*/ 470 w 30"/>
                  <a:gd name="T3" fmla="*/ 683 h 36"/>
                  <a:gd name="T4" fmla="*/ 208 w 30"/>
                  <a:gd name="T5" fmla="*/ 419 h 36"/>
                  <a:gd name="T6" fmla="*/ 50 w 30"/>
                  <a:gd name="T7" fmla="*/ 307 h 36"/>
                  <a:gd name="T8" fmla="*/ 20 w 30"/>
                  <a:gd name="T9" fmla="*/ 115 h 36"/>
                  <a:gd name="T10" fmla="*/ 208 w 30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6">
                    <a:moveTo>
                      <a:pt x="18" y="2"/>
                    </a:moveTo>
                    <a:cubicBezTo>
                      <a:pt x="17" y="14"/>
                      <a:pt x="28" y="25"/>
                      <a:pt x="30" y="36"/>
                    </a:cubicBezTo>
                    <a:cubicBezTo>
                      <a:pt x="24" y="32"/>
                      <a:pt x="19" y="26"/>
                      <a:pt x="13" y="22"/>
                    </a:cubicBezTo>
                    <a:cubicBezTo>
                      <a:pt x="10" y="20"/>
                      <a:pt x="6" y="19"/>
                      <a:pt x="3" y="16"/>
                    </a:cubicBezTo>
                    <a:cubicBezTo>
                      <a:pt x="2" y="14"/>
                      <a:pt x="0" y="8"/>
                      <a:pt x="1" y="6"/>
                    </a:cubicBezTo>
                    <a:cubicBezTo>
                      <a:pt x="3" y="1"/>
                      <a:pt x="9" y="2"/>
                      <a:pt x="13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6" name="Freeform 71">
                <a:extLst>
                  <a:ext uri="{FF2B5EF4-FFF2-40B4-BE49-F238E27FC236}">
                    <a16:creationId xmlns:a16="http://schemas.microsoft.com/office/drawing/2014/main" id="{E412B8DF-79C3-45BE-AB06-A015FDB8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111"/>
                <a:ext cx="135" cy="106"/>
              </a:xfrm>
              <a:custGeom>
                <a:avLst/>
                <a:gdLst>
                  <a:gd name="T0" fmla="*/ 375 w 54"/>
                  <a:gd name="T1" fmla="*/ 408 h 40"/>
                  <a:gd name="T2" fmla="*/ 458 w 54"/>
                  <a:gd name="T3" fmla="*/ 575 h 40"/>
                  <a:gd name="T4" fmla="*/ 488 w 54"/>
                  <a:gd name="T5" fmla="*/ 745 h 40"/>
                  <a:gd name="T6" fmla="*/ 845 w 54"/>
                  <a:gd name="T7" fmla="*/ 485 h 40"/>
                  <a:gd name="T8" fmla="*/ 583 w 54"/>
                  <a:gd name="T9" fmla="*/ 506 h 40"/>
                  <a:gd name="T10" fmla="*/ 488 w 54"/>
                  <a:gd name="T11" fmla="*/ 408 h 40"/>
                  <a:gd name="T12" fmla="*/ 345 w 54"/>
                  <a:gd name="T13" fmla="*/ 315 h 40"/>
                  <a:gd name="T14" fmla="*/ 33 w 54"/>
                  <a:gd name="T15" fmla="*/ 0 h 40"/>
                  <a:gd name="T16" fmla="*/ 50 w 54"/>
                  <a:gd name="T17" fmla="*/ 17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0">
                    <a:moveTo>
                      <a:pt x="24" y="22"/>
                    </a:moveTo>
                    <a:cubicBezTo>
                      <a:pt x="25" y="26"/>
                      <a:pt x="28" y="28"/>
                      <a:pt x="29" y="31"/>
                    </a:cubicBezTo>
                    <a:cubicBezTo>
                      <a:pt x="30" y="34"/>
                      <a:pt x="30" y="37"/>
                      <a:pt x="31" y="40"/>
                    </a:cubicBezTo>
                    <a:cubicBezTo>
                      <a:pt x="35" y="33"/>
                      <a:pt x="48" y="31"/>
                      <a:pt x="54" y="26"/>
                    </a:cubicBezTo>
                    <a:cubicBezTo>
                      <a:pt x="49" y="25"/>
                      <a:pt x="42" y="29"/>
                      <a:pt x="37" y="27"/>
                    </a:cubicBezTo>
                    <a:cubicBezTo>
                      <a:pt x="34" y="26"/>
                      <a:pt x="33" y="24"/>
                      <a:pt x="31" y="22"/>
                    </a:cubicBezTo>
                    <a:cubicBezTo>
                      <a:pt x="28" y="19"/>
                      <a:pt x="26" y="19"/>
                      <a:pt x="22" y="17"/>
                    </a:cubicBezTo>
                    <a:cubicBezTo>
                      <a:pt x="14" y="13"/>
                      <a:pt x="5" y="8"/>
                      <a:pt x="2" y="0"/>
                    </a:cubicBezTo>
                    <a:cubicBezTo>
                      <a:pt x="0" y="3"/>
                      <a:pt x="0" y="7"/>
                      <a:pt x="3" y="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7" name="Freeform 72">
                <a:extLst>
                  <a:ext uri="{FF2B5EF4-FFF2-40B4-BE49-F238E27FC236}">
                    <a16:creationId xmlns:a16="http://schemas.microsoft.com/office/drawing/2014/main" id="{056C151E-055B-4EA2-B958-D101E2A19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116"/>
                <a:ext cx="120" cy="75"/>
              </a:xfrm>
              <a:custGeom>
                <a:avLst/>
                <a:gdLst>
                  <a:gd name="T0" fmla="*/ 313 w 48"/>
                  <a:gd name="T1" fmla="*/ 287 h 28"/>
                  <a:gd name="T2" fmla="*/ 395 w 48"/>
                  <a:gd name="T3" fmla="*/ 402 h 28"/>
                  <a:gd name="T4" fmla="*/ 500 w 48"/>
                  <a:gd name="T5" fmla="*/ 538 h 28"/>
                  <a:gd name="T6" fmla="*/ 750 w 48"/>
                  <a:gd name="T7" fmla="*/ 367 h 28"/>
                  <a:gd name="T8" fmla="*/ 563 w 48"/>
                  <a:gd name="T9" fmla="*/ 287 h 28"/>
                  <a:gd name="T10" fmla="*/ 313 w 48"/>
                  <a:gd name="T11" fmla="*/ 252 h 28"/>
                  <a:gd name="T12" fmla="*/ 158 w 48"/>
                  <a:gd name="T13" fmla="*/ 94 h 28"/>
                  <a:gd name="T14" fmla="*/ 0 w 48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28">
                    <a:moveTo>
                      <a:pt x="20" y="15"/>
                    </a:moveTo>
                    <a:cubicBezTo>
                      <a:pt x="21" y="19"/>
                      <a:pt x="23" y="20"/>
                      <a:pt x="25" y="21"/>
                    </a:cubicBezTo>
                    <a:cubicBezTo>
                      <a:pt x="28" y="24"/>
                      <a:pt x="30" y="25"/>
                      <a:pt x="32" y="28"/>
                    </a:cubicBezTo>
                    <a:cubicBezTo>
                      <a:pt x="37" y="25"/>
                      <a:pt x="43" y="22"/>
                      <a:pt x="48" y="19"/>
                    </a:cubicBezTo>
                    <a:cubicBezTo>
                      <a:pt x="44" y="18"/>
                      <a:pt x="40" y="16"/>
                      <a:pt x="36" y="15"/>
                    </a:cubicBezTo>
                    <a:cubicBezTo>
                      <a:pt x="31" y="13"/>
                      <a:pt x="25" y="15"/>
                      <a:pt x="20" y="13"/>
                    </a:cubicBezTo>
                    <a:cubicBezTo>
                      <a:pt x="16" y="12"/>
                      <a:pt x="14" y="8"/>
                      <a:pt x="10" y="5"/>
                    </a:cubicBezTo>
                    <a:cubicBezTo>
                      <a:pt x="7" y="3"/>
                      <a:pt x="3" y="2"/>
                      <a:pt x="0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8" name="Freeform 73">
                <a:extLst>
                  <a:ext uri="{FF2B5EF4-FFF2-40B4-BE49-F238E27FC236}">
                    <a16:creationId xmlns:a16="http://schemas.microsoft.com/office/drawing/2014/main" id="{F09A5F5D-B4F0-4774-9E0E-801934014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81"/>
                <a:ext cx="140" cy="88"/>
              </a:xfrm>
              <a:custGeom>
                <a:avLst/>
                <a:gdLst>
                  <a:gd name="T0" fmla="*/ 250 w 56"/>
                  <a:gd name="T1" fmla="*/ 435 h 33"/>
                  <a:gd name="T2" fmla="*/ 470 w 56"/>
                  <a:gd name="T3" fmla="*/ 568 h 33"/>
                  <a:gd name="T4" fmla="*/ 875 w 56"/>
                  <a:gd name="T5" fmla="*/ 533 h 33"/>
                  <a:gd name="T6" fmla="*/ 738 w 56"/>
                  <a:gd name="T7" fmla="*/ 248 h 33"/>
                  <a:gd name="T8" fmla="*/ 395 w 56"/>
                  <a:gd name="T9" fmla="*/ 435 h 33"/>
                  <a:gd name="T10" fmla="*/ 175 w 56"/>
                  <a:gd name="T11" fmla="*/ 149 h 33"/>
                  <a:gd name="T12" fmla="*/ 0 w 5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33">
                    <a:moveTo>
                      <a:pt x="16" y="23"/>
                    </a:moveTo>
                    <a:cubicBezTo>
                      <a:pt x="17" y="33"/>
                      <a:pt x="23" y="31"/>
                      <a:pt x="30" y="30"/>
                    </a:cubicBezTo>
                    <a:cubicBezTo>
                      <a:pt x="39" y="29"/>
                      <a:pt x="47" y="29"/>
                      <a:pt x="56" y="28"/>
                    </a:cubicBezTo>
                    <a:cubicBezTo>
                      <a:pt x="51" y="24"/>
                      <a:pt x="51" y="18"/>
                      <a:pt x="47" y="13"/>
                    </a:cubicBezTo>
                    <a:cubicBezTo>
                      <a:pt x="46" y="21"/>
                      <a:pt x="32" y="26"/>
                      <a:pt x="25" y="23"/>
                    </a:cubicBezTo>
                    <a:cubicBezTo>
                      <a:pt x="19" y="20"/>
                      <a:pt x="17" y="12"/>
                      <a:pt x="11" y="8"/>
                    </a:cubicBezTo>
                    <a:cubicBezTo>
                      <a:pt x="7" y="6"/>
                      <a:pt x="2" y="6"/>
                      <a:pt x="0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9" name="Freeform 74">
                <a:extLst>
                  <a:ext uri="{FF2B5EF4-FFF2-40B4-BE49-F238E27FC236}">
                    <a16:creationId xmlns:a16="http://schemas.microsoft.com/office/drawing/2014/main" id="{3746E108-907D-4F8B-9486-7002010B3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028"/>
                <a:ext cx="107" cy="59"/>
              </a:xfrm>
              <a:custGeom>
                <a:avLst/>
                <a:gdLst>
                  <a:gd name="T0" fmla="*/ 0 w 43"/>
                  <a:gd name="T1" fmla="*/ 367 h 22"/>
                  <a:gd name="T2" fmla="*/ 341 w 43"/>
                  <a:gd name="T3" fmla="*/ 115 h 22"/>
                  <a:gd name="T4" fmla="*/ 528 w 43"/>
                  <a:gd name="T5" fmla="*/ 0 h 22"/>
                  <a:gd name="T6" fmla="*/ 465 w 43"/>
                  <a:gd name="T7" fmla="*/ 308 h 22"/>
                  <a:gd name="T8" fmla="*/ 662 w 43"/>
                  <a:gd name="T9" fmla="*/ 402 h 22"/>
                  <a:gd name="T10" fmla="*/ 12 w 43"/>
                  <a:gd name="T11" fmla="*/ 36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2">
                    <a:moveTo>
                      <a:pt x="0" y="19"/>
                    </a:moveTo>
                    <a:cubicBezTo>
                      <a:pt x="6" y="12"/>
                      <a:pt x="15" y="10"/>
                      <a:pt x="22" y="6"/>
                    </a:cubicBezTo>
                    <a:cubicBezTo>
                      <a:pt x="26" y="4"/>
                      <a:pt x="29" y="0"/>
                      <a:pt x="34" y="0"/>
                    </a:cubicBezTo>
                    <a:cubicBezTo>
                      <a:pt x="32" y="4"/>
                      <a:pt x="26" y="12"/>
                      <a:pt x="30" y="16"/>
                    </a:cubicBezTo>
                    <a:cubicBezTo>
                      <a:pt x="33" y="19"/>
                      <a:pt x="40" y="15"/>
                      <a:pt x="43" y="21"/>
                    </a:cubicBezTo>
                    <a:cubicBezTo>
                      <a:pt x="29" y="22"/>
                      <a:pt x="14" y="14"/>
                      <a:pt x="1" y="1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0" name="Freeform 75">
                <a:extLst>
                  <a:ext uri="{FF2B5EF4-FFF2-40B4-BE49-F238E27FC236}">
                    <a16:creationId xmlns:a16="http://schemas.microsoft.com/office/drawing/2014/main" id="{34FA7CD8-B8CD-4266-92E8-0845D95B7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009"/>
                <a:ext cx="73" cy="46"/>
              </a:xfrm>
              <a:custGeom>
                <a:avLst/>
                <a:gdLst>
                  <a:gd name="T0" fmla="*/ 284 w 29"/>
                  <a:gd name="T1" fmla="*/ 336 h 17"/>
                  <a:gd name="T2" fmla="*/ 0 w 29"/>
                  <a:gd name="T3" fmla="*/ 81 h 17"/>
                  <a:gd name="T4" fmla="*/ 463 w 29"/>
                  <a:gd name="T5" fmla="*/ 81 h 17"/>
                  <a:gd name="T6" fmla="*/ 254 w 29"/>
                  <a:gd name="T7" fmla="*/ 31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18" y="17"/>
                    </a:moveTo>
                    <a:cubicBezTo>
                      <a:pt x="11" y="15"/>
                      <a:pt x="5" y="9"/>
                      <a:pt x="0" y="4"/>
                    </a:cubicBezTo>
                    <a:cubicBezTo>
                      <a:pt x="7" y="3"/>
                      <a:pt x="24" y="0"/>
                      <a:pt x="29" y="4"/>
                    </a:cubicBezTo>
                    <a:cubicBezTo>
                      <a:pt x="23" y="6"/>
                      <a:pt x="15" y="9"/>
                      <a:pt x="16" y="1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1" name="Freeform 76">
                <a:extLst>
                  <a:ext uri="{FF2B5EF4-FFF2-40B4-BE49-F238E27FC236}">
                    <a16:creationId xmlns:a16="http://schemas.microsoft.com/office/drawing/2014/main" id="{7918167C-174D-49A8-9A10-ABA8B70B1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060"/>
                <a:ext cx="55" cy="59"/>
              </a:xfrm>
              <a:custGeom>
                <a:avLst/>
                <a:gdLst>
                  <a:gd name="T0" fmla="*/ 0 w 22"/>
                  <a:gd name="T1" fmla="*/ 0 h 22"/>
                  <a:gd name="T2" fmla="*/ 63 w 22"/>
                  <a:gd name="T3" fmla="*/ 346 h 22"/>
                  <a:gd name="T4" fmla="*/ 345 w 22"/>
                  <a:gd name="T5" fmla="*/ 402 h 22"/>
                  <a:gd name="T6" fmla="*/ 283 w 22"/>
                  <a:gd name="T7" fmla="*/ 94 h 22"/>
                  <a:gd name="T8" fmla="*/ 125 w 22"/>
                  <a:gd name="T9" fmla="*/ 19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0" y="6"/>
                      <a:pt x="3" y="13"/>
                      <a:pt x="4" y="18"/>
                    </a:cubicBezTo>
                    <a:cubicBezTo>
                      <a:pt x="9" y="18"/>
                      <a:pt x="18" y="22"/>
                      <a:pt x="22" y="21"/>
                    </a:cubicBezTo>
                    <a:cubicBezTo>
                      <a:pt x="18" y="17"/>
                      <a:pt x="17" y="10"/>
                      <a:pt x="18" y="5"/>
                    </a:cubicBezTo>
                    <a:cubicBezTo>
                      <a:pt x="18" y="11"/>
                      <a:pt x="12" y="14"/>
                      <a:pt x="8" y="1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2" name="Freeform 77">
                <a:extLst>
                  <a:ext uri="{FF2B5EF4-FFF2-40B4-BE49-F238E27FC236}">
                    <a16:creationId xmlns:a16="http://schemas.microsoft.com/office/drawing/2014/main" id="{418C9DE2-A072-46DD-9FC1-B970F64FB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036"/>
                <a:ext cx="45" cy="64"/>
              </a:xfrm>
              <a:custGeom>
                <a:avLst/>
                <a:gdLst>
                  <a:gd name="T0" fmla="*/ 0 w 18"/>
                  <a:gd name="T1" fmla="*/ 192 h 24"/>
                  <a:gd name="T2" fmla="*/ 270 w 18"/>
                  <a:gd name="T3" fmla="*/ 456 h 24"/>
                  <a:gd name="T4" fmla="*/ 175 w 18"/>
                  <a:gd name="T5" fmla="*/ 0 h 24"/>
                  <a:gd name="T6" fmla="*/ 63 w 18"/>
                  <a:gd name="T7" fmla="*/ 20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0" y="10"/>
                    </a:moveTo>
                    <a:cubicBezTo>
                      <a:pt x="4" y="14"/>
                      <a:pt x="12" y="24"/>
                      <a:pt x="17" y="24"/>
                    </a:cubicBezTo>
                    <a:cubicBezTo>
                      <a:pt x="18" y="16"/>
                      <a:pt x="14" y="8"/>
                      <a:pt x="11" y="0"/>
                    </a:cubicBezTo>
                    <a:cubicBezTo>
                      <a:pt x="13" y="5"/>
                      <a:pt x="11" y="13"/>
                      <a:pt x="4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3" name="Freeform 78">
                <a:extLst>
                  <a:ext uri="{FF2B5EF4-FFF2-40B4-BE49-F238E27FC236}">
                    <a16:creationId xmlns:a16="http://schemas.microsoft.com/office/drawing/2014/main" id="{0B895241-690D-4410-81A3-0F44E6213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39"/>
                <a:ext cx="130" cy="48"/>
              </a:xfrm>
              <a:custGeom>
                <a:avLst/>
                <a:gdLst>
                  <a:gd name="T0" fmla="*/ 0 w 52"/>
                  <a:gd name="T1" fmla="*/ 341 h 18"/>
                  <a:gd name="T2" fmla="*/ 813 w 52"/>
                  <a:gd name="T3" fmla="*/ 0 h 18"/>
                  <a:gd name="T4" fmla="*/ 738 w 52"/>
                  <a:gd name="T5" fmla="*/ 56 h 18"/>
                  <a:gd name="T6" fmla="*/ 595 w 52"/>
                  <a:gd name="T7" fmla="*/ 285 h 18"/>
                  <a:gd name="T8" fmla="*/ 158 w 52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8">
                    <a:moveTo>
                      <a:pt x="0" y="18"/>
                    </a:moveTo>
                    <a:cubicBezTo>
                      <a:pt x="14" y="9"/>
                      <a:pt x="35" y="2"/>
                      <a:pt x="52" y="0"/>
                    </a:cubicBezTo>
                    <a:cubicBezTo>
                      <a:pt x="51" y="1"/>
                      <a:pt x="48" y="2"/>
                      <a:pt x="47" y="3"/>
                    </a:cubicBezTo>
                    <a:cubicBezTo>
                      <a:pt x="44" y="6"/>
                      <a:pt x="41" y="13"/>
                      <a:pt x="38" y="15"/>
                    </a:cubicBezTo>
                    <a:cubicBezTo>
                      <a:pt x="32" y="18"/>
                      <a:pt x="16" y="18"/>
                      <a:pt x="10" y="17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4" name="Freeform 79">
                <a:extLst>
                  <a:ext uri="{FF2B5EF4-FFF2-40B4-BE49-F238E27FC236}">
                    <a16:creationId xmlns:a16="http://schemas.microsoft.com/office/drawing/2014/main" id="{FC8D7F06-B825-4C26-B3CC-92ECDBC54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191"/>
                <a:ext cx="125" cy="34"/>
              </a:xfrm>
              <a:custGeom>
                <a:avLst/>
                <a:gdLst>
                  <a:gd name="T0" fmla="*/ 0 w 50"/>
                  <a:gd name="T1" fmla="*/ 178 h 13"/>
                  <a:gd name="T2" fmla="*/ 175 w 50"/>
                  <a:gd name="T3" fmla="*/ 0 h 13"/>
                  <a:gd name="T4" fmla="*/ 783 w 50"/>
                  <a:gd name="T5" fmla="*/ 165 h 13"/>
                  <a:gd name="T6" fmla="*/ 188 w 50"/>
                  <a:gd name="T7" fmla="*/ 2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3">
                    <a:moveTo>
                      <a:pt x="0" y="10"/>
                    </a:moveTo>
                    <a:cubicBezTo>
                      <a:pt x="6" y="10"/>
                      <a:pt x="16" y="8"/>
                      <a:pt x="11" y="0"/>
                    </a:cubicBezTo>
                    <a:cubicBezTo>
                      <a:pt x="24" y="4"/>
                      <a:pt x="38" y="1"/>
                      <a:pt x="50" y="9"/>
                    </a:cubicBezTo>
                    <a:cubicBezTo>
                      <a:pt x="38" y="12"/>
                      <a:pt x="24" y="13"/>
                      <a:pt x="12" y="1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5" name="Freeform 80">
                <a:extLst>
                  <a:ext uri="{FF2B5EF4-FFF2-40B4-BE49-F238E27FC236}">
                    <a16:creationId xmlns:a16="http://schemas.microsoft.com/office/drawing/2014/main" id="{96851B3C-8771-423C-A72E-80B503FFB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097"/>
                <a:ext cx="57" cy="48"/>
              </a:xfrm>
              <a:custGeom>
                <a:avLst/>
                <a:gdLst>
                  <a:gd name="T0" fmla="*/ 278 w 23"/>
                  <a:gd name="T1" fmla="*/ 21 h 18"/>
                  <a:gd name="T2" fmla="*/ 349 w 23"/>
                  <a:gd name="T3" fmla="*/ 341 h 18"/>
                  <a:gd name="T4" fmla="*/ 0 w 23"/>
                  <a:gd name="T5" fmla="*/ 341 h 18"/>
                  <a:gd name="T6" fmla="*/ 196 w 2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8" y="1"/>
                    </a:moveTo>
                    <a:cubicBezTo>
                      <a:pt x="16" y="9"/>
                      <a:pt x="17" y="12"/>
                      <a:pt x="23" y="18"/>
                    </a:cubicBezTo>
                    <a:cubicBezTo>
                      <a:pt x="16" y="15"/>
                      <a:pt x="8" y="18"/>
                      <a:pt x="0" y="18"/>
                    </a:cubicBezTo>
                    <a:cubicBezTo>
                      <a:pt x="5" y="12"/>
                      <a:pt x="9" y="7"/>
                      <a:pt x="13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6" name="Freeform 81">
                <a:extLst>
                  <a:ext uri="{FF2B5EF4-FFF2-40B4-BE49-F238E27FC236}">
                    <a16:creationId xmlns:a16="http://schemas.microsoft.com/office/drawing/2014/main" id="{C9CCF5DE-9125-4AA8-96F0-CA05BDF4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092"/>
                <a:ext cx="95" cy="48"/>
              </a:xfrm>
              <a:custGeom>
                <a:avLst/>
                <a:gdLst>
                  <a:gd name="T0" fmla="*/ 300 w 38"/>
                  <a:gd name="T1" fmla="*/ 0 h 18"/>
                  <a:gd name="T2" fmla="*/ 595 w 38"/>
                  <a:gd name="T3" fmla="*/ 0 h 18"/>
                  <a:gd name="T4" fmla="*/ 458 w 38"/>
                  <a:gd name="T5" fmla="*/ 341 h 18"/>
                  <a:gd name="T6" fmla="*/ 208 w 38"/>
                  <a:gd name="T7" fmla="*/ 115 h 18"/>
                  <a:gd name="T8" fmla="*/ 0 w 38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8">
                    <a:moveTo>
                      <a:pt x="19" y="0"/>
                    </a:moveTo>
                    <a:cubicBezTo>
                      <a:pt x="22" y="3"/>
                      <a:pt x="33" y="0"/>
                      <a:pt x="38" y="0"/>
                    </a:cubicBezTo>
                    <a:cubicBezTo>
                      <a:pt x="35" y="6"/>
                      <a:pt x="32" y="12"/>
                      <a:pt x="29" y="18"/>
                    </a:cubicBezTo>
                    <a:cubicBezTo>
                      <a:pt x="23" y="15"/>
                      <a:pt x="19" y="10"/>
                      <a:pt x="13" y="6"/>
                    </a:cubicBezTo>
                    <a:cubicBezTo>
                      <a:pt x="10" y="4"/>
                      <a:pt x="2" y="5"/>
                      <a:pt x="0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7" name="Freeform 82">
                <a:extLst>
                  <a:ext uri="{FF2B5EF4-FFF2-40B4-BE49-F238E27FC236}">
                    <a16:creationId xmlns:a16="http://schemas.microsoft.com/office/drawing/2014/main" id="{07D57DC3-105C-463D-BD8B-0268D252C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993"/>
                <a:ext cx="70" cy="67"/>
              </a:xfrm>
              <a:custGeom>
                <a:avLst/>
                <a:gdLst>
                  <a:gd name="T0" fmla="*/ 158 w 28"/>
                  <a:gd name="T1" fmla="*/ 0 h 25"/>
                  <a:gd name="T2" fmla="*/ 188 w 28"/>
                  <a:gd name="T3" fmla="*/ 482 h 25"/>
                  <a:gd name="T4" fmla="*/ 125 w 28"/>
                  <a:gd name="T5" fmla="*/ 7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0" y="0"/>
                    </a:moveTo>
                    <a:cubicBezTo>
                      <a:pt x="28" y="5"/>
                      <a:pt x="8" y="14"/>
                      <a:pt x="12" y="25"/>
                    </a:cubicBezTo>
                    <a:cubicBezTo>
                      <a:pt x="0" y="24"/>
                      <a:pt x="10" y="10"/>
                      <a:pt x="8" y="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8" name="Freeform 83">
                <a:extLst>
                  <a:ext uri="{FF2B5EF4-FFF2-40B4-BE49-F238E27FC236}">
                    <a16:creationId xmlns:a16="http://schemas.microsoft.com/office/drawing/2014/main" id="{EDACAA14-2283-4942-892C-4163BD4FF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879"/>
                <a:ext cx="112" cy="45"/>
              </a:xfrm>
              <a:custGeom>
                <a:avLst/>
                <a:gdLst>
                  <a:gd name="T0" fmla="*/ 0 w 45"/>
                  <a:gd name="T1" fmla="*/ 315 h 17"/>
                  <a:gd name="T2" fmla="*/ 167 w 45"/>
                  <a:gd name="T3" fmla="*/ 21 h 17"/>
                  <a:gd name="T4" fmla="*/ 694 w 45"/>
                  <a:gd name="T5" fmla="*/ 77 h 17"/>
                  <a:gd name="T6" fmla="*/ 433 w 45"/>
                  <a:gd name="T7" fmla="*/ 281 h 17"/>
                  <a:gd name="T8" fmla="*/ 217 w 45"/>
                  <a:gd name="T9" fmla="*/ 281 h 17"/>
                  <a:gd name="T10" fmla="*/ 75 w 45"/>
                  <a:gd name="T11" fmla="*/ 29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7">
                    <a:moveTo>
                      <a:pt x="0" y="17"/>
                    </a:moveTo>
                    <a:cubicBezTo>
                      <a:pt x="7" y="16"/>
                      <a:pt x="13" y="8"/>
                      <a:pt x="11" y="1"/>
                    </a:cubicBezTo>
                    <a:cubicBezTo>
                      <a:pt x="21" y="0"/>
                      <a:pt x="36" y="0"/>
                      <a:pt x="45" y="4"/>
                    </a:cubicBezTo>
                    <a:cubicBezTo>
                      <a:pt x="41" y="8"/>
                      <a:pt x="34" y="14"/>
                      <a:pt x="28" y="15"/>
                    </a:cubicBezTo>
                    <a:cubicBezTo>
                      <a:pt x="24" y="15"/>
                      <a:pt x="18" y="15"/>
                      <a:pt x="14" y="15"/>
                    </a:cubicBezTo>
                    <a:cubicBezTo>
                      <a:pt x="10" y="16"/>
                      <a:pt x="8" y="17"/>
                      <a:pt x="5" y="1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9" name="Freeform 84">
                <a:extLst>
                  <a:ext uri="{FF2B5EF4-FFF2-40B4-BE49-F238E27FC236}">
                    <a16:creationId xmlns:a16="http://schemas.microsoft.com/office/drawing/2014/main" id="{E2E54B35-6EF5-41BF-B1AA-C02BB532B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849"/>
                <a:ext cx="38" cy="40"/>
              </a:xfrm>
              <a:custGeom>
                <a:avLst/>
                <a:gdLst>
                  <a:gd name="T0" fmla="*/ 147 w 15"/>
                  <a:gd name="T1" fmla="*/ 93 h 15"/>
                  <a:gd name="T2" fmla="*/ 0 w 15"/>
                  <a:gd name="T3" fmla="*/ 264 h 15"/>
                  <a:gd name="T4" fmla="*/ 243 w 15"/>
                  <a:gd name="T5" fmla="*/ 227 h 15"/>
                  <a:gd name="T6" fmla="*/ 213 w 15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9" y="5"/>
                    </a:moveTo>
                    <a:cubicBezTo>
                      <a:pt x="5" y="7"/>
                      <a:pt x="3" y="11"/>
                      <a:pt x="0" y="14"/>
                    </a:cubicBezTo>
                    <a:cubicBezTo>
                      <a:pt x="4" y="15"/>
                      <a:pt x="10" y="12"/>
                      <a:pt x="15" y="12"/>
                    </a:cubicBezTo>
                    <a:cubicBezTo>
                      <a:pt x="12" y="9"/>
                      <a:pt x="10" y="3"/>
                      <a:pt x="13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0" name="Freeform 85">
                <a:extLst>
                  <a:ext uri="{FF2B5EF4-FFF2-40B4-BE49-F238E27FC236}">
                    <a16:creationId xmlns:a16="http://schemas.microsoft.com/office/drawing/2014/main" id="{3EBC425D-6CF9-4274-AC25-6D184739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855"/>
                <a:ext cx="177" cy="56"/>
              </a:xfrm>
              <a:custGeom>
                <a:avLst/>
                <a:gdLst>
                  <a:gd name="T0" fmla="*/ 30 w 71"/>
                  <a:gd name="T1" fmla="*/ 192 h 21"/>
                  <a:gd name="T2" fmla="*/ 249 w 71"/>
                  <a:gd name="T3" fmla="*/ 21 h 21"/>
                  <a:gd name="T4" fmla="*/ 529 w 71"/>
                  <a:gd name="T5" fmla="*/ 136 h 21"/>
                  <a:gd name="T6" fmla="*/ 1099 w 71"/>
                  <a:gd name="T7" fmla="*/ 307 h 21"/>
                  <a:gd name="T8" fmla="*/ 621 w 71"/>
                  <a:gd name="T9" fmla="*/ 376 h 21"/>
                  <a:gd name="T10" fmla="*/ 137 w 71"/>
                  <a:gd name="T11" fmla="*/ 17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1">
                    <a:moveTo>
                      <a:pt x="2" y="10"/>
                    </a:moveTo>
                    <a:cubicBezTo>
                      <a:pt x="0" y="4"/>
                      <a:pt x="11" y="0"/>
                      <a:pt x="16" y="1"/>
                    </a:cubicBezTo>
                    <a:cubicBezTo>
                      <a:pt x="22" y="1"/>
                      <a:pt x="28" y="5"/>
                      <a:pt x="34" y="7"/>
                    </a:cubicBezTo>
                    <a:cubicBezTo>
                      <a:pt x="45" y="11"/>
                      <a:pt x="58" y="14"/>
                      <a:pt x="71" y="16"/>
                    </a:cubicBezTo>
                    <a:cubicBezTo>
                      <a:pt x="61" y="16"/>
                      <a:pt x="49" y="21"/>
                      <a:pt x="40" y="20"/>
                    </a:cubicBezTo>
                    <a:cubicBezTo>
                      <a:pt x="29" y="20"/>
                      <a:pt x="20" y="8"/>
                      <a:pt x="9" y="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1" name="Freeform 86">
                <a:extLst>
                  <a:ext uri="{FF2B5EF4-FFF2-40B4-BE49-F238E27FC236}">
                    <a16:creationId xmlns:a16="http://schemas.microsoft.com/office/drawing/2014/main" id="{30E00FB7-7B6B-41E5-BFF5-D69619C9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884"/>
                <a:ext cx="98" cy="51"/>
              </a:xfrm>
              <a:custGeom>
                <a:avLst/>
                <a:gdLst>
                  <a:gd name="T0" fmla="*/ 63 w 39"/>
                  <a:gd name="T1" fmla="*/ 35 h 19"/>
                  <a:gd name="T2" fmla="*/ 618 w 39"/>
                  <a:gd name="T3" fmla="*/ 172 h 19"/>
                  <a:gd name="T4" fmla="*/ 239 w 39"/>
                  <a:gd name="T5" fmla="*/ 274 h 19"/>
                  <a:gd name="T6" fmla="*/ 33 w 39"/>
                  <a:gd name="T7" fmla="*/ 368 h 19"/>
                  <a:gd name="T8" fmla="*/ 0 w 39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9">
                    <a:moveTo>
                      <a:pt x="4" y="2"/>
                    </a:moveTo>
                    <a:cubicBezTo>
                      <a:pt x="11" y="4"/>
                      <a:pt x="37" y="0"/>
                      <a:pt x="39" y="9"/>
                    </a:cubicBezTo>
                    <a:cubicBezTo>
                      <a:pt x="31" y="11"/>
                      <a:pt x="23" y="11"/>
                      <a:pt x="15" y="14"/>
                    </a:cubicBezTo>
                    <a:cubicBezTo>
                      <a:pt x="11" y="15"/>
                      <a:pt x="7" y="18"/>
                      <a:pt x="2" y="19"/>
                    </a:cubicBezTo>
                    <a:cubicBezTo>
                      <a:pt x="7" y="15"/>
                      <a:pt x="6" y="4"/>
                      <a:pt x="0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2" name="Freeform 87">
                <a:extLst>
                  <a:ext uri="{FF2B5EF4-FFF2-40B4-BE49-F238E27FC236}">
                    <a16:creationId xmlns:a16="http://schemas.microsoft.com/office/drawing/2014/main" id="{3DC58665-52DF-4C45-B464-3AD01268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967"/>
                <a:ext cx="472" cy="66"/>
              </a:xfrm>
              <a:custGeom>
                <a:avLst/>
                <a:gdLst>
                  <a:gd name="T0" fmla="*/ 0 w 189"/>
                  <a:gd name="T1" fmla="*/ 459 h 25"/>
                  <a:gd name="T2" fmla="*/ 624 w 189"/>
                  <a:gd name="T3" fmla="*/ 222 h 25"/>
                  <a:gd name="T4" fmla="*/ 1154 w 189"/>
                  <a:gd name="T5" fmla="*/ 77 h 25"/>
                  <a:gd name="T6" fmla="*/ 1558 w 189"/>
                  <a:gd name="T7" fmla="*/ 34 h 25"/>
                  <a:gd name="T8" fmla="*/ 2944 w 189"/>
                  <a:gd name="T9" fmla="*/ 335 h 25"/>
                  <a:gd name="T10" fmla="*/ 2370 w 189"/>
                  <a:gd name="T11" fmla="*/ 370 h 25"/>
                  <a:gd name="T12" fmla="*/ 1571 w 189"/>
                  <a:gd name="T13" fmla="*/ 335 h 25"/>
                  <a:gd name="T14" fmla="*/ 1196 w 189"/>
                  <a:gd name="T15" fmla="*/ 222 h 25"/>
                  <a:gd name="T16" fmla="*/ 792 w 189"/>
                  <a:gd name="T17" fmla="*/ 20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25">
                    <a:moveTo>
                      <a:pt x="0" y="25"/>
                    </a:moveTo>
                    <a:cubicBezTo>
                      <a:pt x="9" y="16"/>
                      <a:pt x="28" y="14"/>
                      <a:pt x="40" y="12"/>
                    </a:cubicBezTo>
                    <a:cubicBezTo>
                      <a:pt x="51" y="11"/>
                      <a:pt x="62" y="6"/>
                      <a:pt x="74" y="4"/>
                    </a:cubicBezTo>
                    <a:cubicBezTo>
                      <a:pt x="87" y="0"/>
                      <a:pt x="86" y="2"/>
                      <a:pt x="100" y="2"/>
                    </a:cubicBezTo>
                    <a:cubicBezTo>
                      <a:pt x="124" y="2"/>
                      <a:pt x="167" y="8"/>
                      <a:pt x="189" y="18"/>
                    </a:cubicBezTo>
                    <a:cubicBezTo>
                      <a:pt x="176" y="25"/>
                      <a:pt x="166" y="21"/>
                      <a:pt x="152" y="20"/>
                    </a:cubicBezTo>
                    <a:cubicBezTo>
                      <a:pt x="135" y="18"/>
                      <a:pt x="117" y="16"/>
                      <a:pt x="101" y="18"/>
                    </a:cubicBezTo>
                    <a:cubicBezTo>
                      <a:pt x="99" y="10"/>
                      <a:pt x="83" y="12"/>
                      <a:pt x="77" y="12"/>
                    </a:cubicBezTo>
                    <a:cubicBezTo>
                      <a:pt x="69" y="12"/>
                      <a:pt x="59" y="9"/>
                      <a:pt x="51" y="1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3" name="Freeform 88">
                <a:extLst>
                  <a:ext uri="{FF2B5EF4-FFF2-40B4-BE49-F238E27FC236}">
                    <a16:creationId xmlns:a16="http://schemas.microsoft.com/office/drawing/2014/main" id="{5C03B214-EADF-4808-845A-DBDEA94B5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644"/>
                <a:ext cx="83" cy="83"/>
              </a:xfrm>
              <a:custGeom>
                <a:avLst/>
                <a:gdLst>
                  <a:gd name="T0" fmla="*/ 0 w 33"/>
                  <a:gd name="T1" fmla="*/ 252 h 31"/>
                  <a:gd name="T2" fmla="*/ 526 w 33"/>
                  <a:gd name="T3" fmla="*/ 94 h 31"/>
                  <a:gd name="T4" fmla="*/ 397 w 33"/>
                  <a:gd name="T5" fmla="*/ 345 h 31"/>
                  <a:gd name="T6" fmla="*/ 317 w 33"/>
                  <a:gd name="T7" fmla="*/ 594 h 31"/>
                  <a:gd name="T8" fmla="*/ 33 w 33"/>
                  <a:gd name="T9" fmla="*/ 594 h 31"/>
                  <a:gd name="T10" fmla="*/ 20 w 33"/>
                  <a:gd name="T11" fmla="*/ 38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0" y="13"/>
                    </a:moveTo>
                    <a:cubicBezTo>
                      <a:pt x="9" y="11"/>
                      <a:pt x="24" y="0"/>
                      <a:pt x="33" y="5"/>
                    </a:cubicBezTo>
                    <a:cubicBezTo>
                      <a:pt x="33" y="10"/>
                      <a:pt x="27" y="14"/>
                      <a:pt x="25" y="18"/>
                    </a:cubicBezTo>
                    <a:cubicBezTo>
                      <a:pt x="23" y="22"/>
                      <a:pt x="21" y="27"/>
                      <a:pt x="20" y="31"/>
                    </a:cubicBezTo>
                    <a:cubicBezTo>
                      <a:pt x="13" y="29"/>
                      <a:pt x="8" y="30"/>
                      <a:pt x="2" y="31"/>
                    </a:cubicBezTo>
                    <a:cubicBezTo>
                      <a:pt x="3" y="27"/>
                      <a:pt x="3" y="24"/>
                      <a:pt x="1" y="2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4" name="Freeform 89">
                <a:extLst>
                  <a:ext uri="{FF2B5EF4-FFF2-40B4-BE49-F238E27FC236}">
                    <a16:creationId xmlns:a16="http://schemas.microsoft.com/office/drawing/2014/main" id="{0FB2420B-E3E4-4002-A49B-5E6AA4CB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449"/>
                <a:ext cx="82" cy="118"/>
              </a:xfrm>
              <a:custGeom>
                <a:avLst/>
                <a:gdLst>
                  <a:gd name="T0" fmla="*/ 0 w 33"/>
                  <a:gd name="T1" fmla="*/ 847 h 44"/>
                  <a:gd name="T2" fmla="*/ 370 w 33"/>
                  <a:gd name="T3" fmla="*/ 770 h 44"/>
                  <a:gd name="T4" fmla="*/ 412 w 33"/>
                  <a:gd name="T5" fmla="*/ 577 h 44"/>
                  <a:gd name="T6" fmla="*/ 507 w 33"/>
                  <a:gd name="T7" fmla="*/ 389 h 44"/>
                  <a:gd name="T8" fmla="*/ 412 w 33"/>
                  <a:gd name="T9" fmla="*/ 172 h 44"/>
                  <a:gd name="T10" fmla="*/ 383 w 33"/>
                  <a:gd name="T11" fmla="*/ 0 h 44"/>
                  <a:gd name="T12" fmla="*/ 340 w 33"/>
                  <a:gd name="T13" fmla="*/ 483 h 44"/>
                  <a:gd name="T14" fmla="*/ 62 w 33"/>
                  <a:gd name="T15" fmla="*/ 77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4">
                    <a:moveTo>
                      <a:pt x="0" y="44"/>
                    </a:moveTo>
                    <a:cubicBezTo>
                      <a:pt x="7" y="38"/>
                      <a:pt x="16" y="40"/>
                      <a:pt x="24" y="40"/>
                    </a:cubicBezTo>
                    <a:cubicBezTo>
                      <a:pt x="25" y="36"/>
                      <a:pt x="25" y="33"/>
                      <a:pt x="27" y="30"/>
                    </a:cubicBezTo>
                    <a:cubicBezTo>
                      <a:pt x="28" y="27"/>
                      <a:pt x="32" y="23"/>
                      <a:pt x="33" y="20"/>
                    </a:cubicBezTo>
                    <a:cubicBezTo>
                      <a:pt x="33" y="16"/>
                      <a:pt x="27" y="13"/>
                      <a:pt x="27" y="9"/>
                    </a:cubicBezTo>
                    <a:cubicBezTo>
                      <a:pt x="26" y="6"/>
                      <a:pt x="28" y="3"/>
                      <a:pt x="25" y="0"/>
                    </a:cubicBezTo>
                    <a:cubicBezTo>
                      <a:pt x="25" y="8"/>
                      <a:pt x="27" y="17"/>
                      <a:pt x="22" y="25"/>
                    </a:cubicBezTo>
                    <a:cubicBezTo>
                      <a:pt x="18" y="29"/>
                      <a:pt x="10" y="37"/>
                      <a:pt x="4" y="4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5" name="Freeform 90">
                <a:extLst>
                  <a:ext uri="{FF2B5EF4-FFF2-40B4-BE49-F238E27FC236}">
                    <a16:creationId xmlns:a16="http://schemas.microsoft.com/office/drawing/2014/main" id="{0F7B1924-4FEF-4EE6-85C3-04ACA8964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535"/>
                <a:ext cx="95" cy="69"/>
              </a:xfrm>
              <a:custGeom>
                <a:avLst/>
                <a:gdLst>
                  <a:gd name="T0" fmla="*/ 33 w 38"/>
                  <a:gd name="T1" fmla="*/ 337 h 26"/>
                  <a:gd name="T2" fmla="*/ 188 w 38"/>
                  <a:gd name="T3" fmla="*/ 486 h 26"/>
                  <a:gd name="T4" fmla="*/ 375 w 38"/>
                  <a:gd name="T5" fmla="*/ 281 h 26"/>
                  <a:gd name="T6" fmla="*/ 595 w 38"/>
                  <a:gd name="T7" fmla="*/ 0 h 26"/>
                  <a:gd name="T8" fmla="*/ 300 w 38"/>
                  <a:gd name="T9" fmla="*/ 247 h 26"/>
                  <a:gd name="T10" fmla="*/ 0 w 38"/>
                  <a:gd name="T11" fmla="*/ 33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6">
                    <a:moveTo>
                      <a:pt x="2" y="18"/>
                    </a:moveTo>
                    <a:cubicBezTo>
                      <a:pt x="5" y="22"/>
                      <a:pt x="8" y="24"/>
                      <a:pt x="12" y="26"/>
                    </a:cubicBezTo>
                    <a:cubicBezTo>
                      <a:pt x="14" y="21"/>
                      <a:pt x="19" y="18"/>
                      <a:pt x="24" y="15"/>
                    </a:cubicBezTo>
                    <a:cubicBezTo>
                      <a:pt x="30" y="10"/>
                      <a:pt x="33" y="5"/>
                      <a:pt x="38" y="0"/>
                    </a:cubicBezTo>
                    <a:cubicBezTo>
                      <a:pt x="34" y="6"/>
                      <a:pt x="25" y="11"/>
                      <a:pt x="19" y="13"/>
                    </a:cubicBezTo>
                    <a:cubicBezTo>
                      <a:pt x="12" y="15"/>
                      <a:pt x="6" y="14"/>
                      <a:pt x="0" y="18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6" name="Freeform 91">
                <a:extLst>
                  <a:ext uri="{FF2B5EF4-FFF2-40B4-BE49-F238E27FC236}">
                    <a16:creationId xmlns:a16="http://schemas.microsoft.com/office/drawing/2014/main" id="{C9A0DF37-0AA4-444B-AD0C-24BE800DC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620"/>
                <a:ext cx="40" cy="99"/>
              </a:xfrm>
              <a:custGeom>
                <a:avLst/>
                <a:gdLst>
                  <a:gd name="T0" fmla="*/ 113 w 16"/>
                  <a:gd name="T1" fmla="*/ 115 h 37"/>
                  <a:gd name="T2" fmla="*/ 20 w 16"/>
                  <a:gd name="T3" fmla="*/ 709 h 37"/>
                  <a:gd name="T4" fmla="*/ 145 w 16"/>
                  <a:gd name="T5" fmla="*/ 342 h 37"/>
                  <a:gd name="T6" fmla="*/ 250 w 16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7">
                    <a:moveTo>
                      <a:pt x="7" y="6"/>
                    </a:moveTo>
                    <a:cubicBezTo>
                      <a:pt x="2" y="14"/>
                      <a:pt x="0" y="28"/>
                      <a:pt x="1" y="37"/>
                    </a:cubicBezTo>
                    <a:cubicBezTo>
                      <a:pt x="6" y="32"/>
                      <a:pt x="7" y="24"/>
                      <a:pt x="9" y="18"/>
                    </a:cubicBezTo>
                    <a:cubicBezTo>
                      <a:pt x="11" y="12"/>
                      <a:pt x="15" y="7"/>
                      <a:pt x="16" y="0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7" name="Freeform 92">
                <a:extLst>
                  <a:ext uri="{FF2B5EF4-FFF2-40B4-BE49-F238E27FC236}">
                    <a16:creationId xmlns:a16="http://schemas.microsoft.com/office/drawing/2014/main" id="{BD57BD21-46EA-4DA0-99DA-31D8C8AC5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697"/>
                <a:ext cx="122" cy="126"/>
              </a:xfrm>
              <a:custGeom>
                <a:avLst/>
                <a:gdLst>
                  <a:gd name="T0" fmla="*/ 279 w 49"/>
                  <a:gd name="T1" fmla="*/ 172 h 47"/>
                  <a:gd name="T2" fmla="*/ 167 w 49"/>
                  <a:gd name="T3" fmla="*/ 619 h 47"/>
                  <a:gd name="T4" fmla="*/ 508 w 49"/>
                  <a:gd name="T5" fmla="*/ 791 h 47"/>
                  <a:gd name="T6" fmla="*/ 744 w 49"/>
                  <a:gd name="T7" fmla="*/ 906 h 47"/>
                  <a:gd name="T8" fmla="*/ 757 w 49"/>
                  <a:gd name="T9" fmla="*/ 753 h 47"/>
                  <a:gd name="T10" fmla="*/ 341 w 49"/>
                  <a:gd name="T11" fmla="*/ 287 h 47"/>
                  <a:gd name="T12" fmla="*/ 620 w 49"/>
                  <a:gd name="T13" fmla="*/ 0 h 47"/>
                  <a:gd name="T14" fmla="*/ 558 w 49"/>
                  <a:gd name="T15" fmla="*/ 2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7">
                    <a:moveTo>
                      <a:pt x="18" y="9"/>
                    </a:moveTo>
                    <a:cubicBezTo>
                      <a:pt x="17" y="19"/>
                      <a:pt x="0" y="24"/>
                      <a:pt x="11" y="32"/>
                    </a:cubicBezTo>
                    <a:cubicBezTo>
                      <a:pt x="17" y="37"/>
                      <a:pt x="27" y="38"/>
                      <a:pt x="33" y="41"/>
                    </a:cubicBezTo>
                    <a:cubicBezTo>
                      <a:pt x="38" y="44"/>
                      <a:pt x="43" y="45"/>
                      <a:pt x="48" y="47"/>
                    </a:cubicBezTo>
                    <a:cubicBezTo>
                      <a:pt x="49" y="44"/>
                      <a:pt x="49" y="42"/>
                      <a:pt x="49" y="39"/>
                    </a:cubicBezTo>
                    <a:cubicBezTo>
                      <a:pt x="36" y="38"/>
                      <a:pt x="20" y="31"/>
                      <a:pt x="22" y="15"/>
                    </a:cubicBezTo>
                    <a:cubicBezTo>
                      <a:pt x="24" y="3"/>
                      <a:pt x="35" y="9"/>
                      <a:pt x="40" y="0"/>
                    </a:cubicBezTo>
                    <a:cubicBezTo>
                      <a:pt x="39" y="1"/>
                      <a:pt x="37" y="1"/>
                      <a:pt x="36" y="1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8" name="Freeform 93">
                <a:extLst>
                  <a:ext uri="{FF2B5EF4-FFF2-40B4-BE49-F238E27FC236}">
                    <a16:creationId xmlns:a16="http://schemas.microsoft.com/office/drawing/2014/main" id="{AB953E4F-6C49-46DC-B99D-64365D4DF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668"/>
                <a:ext cx="110" cy="109"/>
              </a:xfrm>
              <a:custGeom>
                <a:avLst/>
                <a:gdLst>
                  <a:gd name="T0" fmla="*/ 300 w 44"/>
                  <a:gd name="T1" fmla="*/ 0 h 41"/>
                  <a:gd name="T2" fmla="*/ 688 w 44"/>
                  <a:gd name="T3" fmla="*/ 205 h 41"/>
                  <a:gd name="T4" fmla="*/ 488 w 44"/>
                  <a:gd name="T5" fmla="*/ 452 h 41"/>
                  <a:gd name="T6" fmla="*/ 375 w 44"/>
                  <a:gd name="T7" fmla="*/ 678 h 41"/>
                  <a:gd name="T8" fmla="*/ 0 w 44"/>
                  <a:gd name="T9" fmla="*/ 601 h 41"/>
                  <a:gd name="T10" fmla="*/ 408 w 44"/>
                  <a:gd name="T11" fmla="*/ 5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1">
                    <a:moveTo>
                      <a:pt x="19" y="0"/>
                    </a:moveTo>
                    <a:cubicBezTo>
                      <a:pt x="27" y="4"/>
                      <a:pt x="39" y="2"/>
                      <a:pt x="44" y="11"/>
                    </a:cubicBezTo>
                    <a:cubicBezTo>
                      <a:pt x="40" y="16"/>
                      <a:pt x="35" y="19"/>
                      <a:pt x="31" y="24"/>
                    </a:cubicBezTo>
                    <a:cubicBezTo>
                      <a:pt x="29" y="27"/>
                      <a:pt x="26" y="35"/>
                      <a:pt x="24" y="36"/>
                    </a:cubicBezTo>
                    <a:cubicBezTo>
                      <a:pt x="17" y="41"/>
                      <a:pt x="7" y="34"/>
                      <a:pt x="0" y="32"/>
                    </a:cubicBezTo>
                    <a:cubicBezTo>
                      <a:pt x="19" y="32"/>
                      <a:pt x="31" y="22"/>
                      <a:pt x="26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9" name="Freeform 94">
                <a:extLst>
                  <a:ext uri="{FF2B5EF4-FFF2-40B4-BE49-F238E27FC236}">
                    <a16:creationId xmlns:a16="http://schemas.microsoft.com/office/drawing/2014/main" id="{8C8DE74C-9F42-4F6F-A62F-D9033B676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649"/>
                <a:ext cx="37" cy="67"/>
              </a:xfrm>
              <a:custGeom>
                <a:avLst/>
                <a:gdLst>
                  <a:gd name="T0" fmla="*/ 30 w 15"/>
                  <a:gd name="T1" fmla="*/ 21 h 25"/>
                  <a:gd name="T2" fmla="*/ 212 w 15"/>
                  <a:gd name="T3" fmla="*/ 115 h 25"/>
                  <a:gd name="T4" fmla="*/ 91 w 15"/>
                  <a:gd name="T5" fmla="*/ 287 h 25"/>
                  <a:gd name="T6" fmla="*/ 0 w 15"/>
                  <a:gd name="T7" fmla="*/ 482 h 25"/>
                  <a:gd name="T8" fmla="*/ 12 w 15"/>
                  <a:gd name="T9" fmla="*/ 7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2" y="1"/>
                    </a:moveTo>
                    <a:cubicBezTo>
                      <a:pt x="6" y="3"/>
                      <a:pt x="15" y="0"/>
                      <a:pt x="14" y="6"/>
                    </a:cubicBezTo>
                    <a:cubicBezTo>
                      <a:pt x="14" y="8"/>
                      <a:pt x="7" y="13"/>
                      <a:pt x="6" y="15"/>
                    </a:cubicBezTo>
                    <a:cubicBezTo>
                      <a:pt x="4" y="18"/>
                      <a:pt x="2" y="22"/>
                      <a:pt x="0" y="25"/>
                    </a:cubicBezTo>
                    <a:cubicBezTo>
                      <a:pt x="3" y="19"/>
                      <a:pt x="5" y="10"/>
                      <a:pt x="1" y="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0" name="Freeform 95">
                <a:extLst>
                  <a:ext uri="{FF2B5EF4-FFF2-40B4-BE49-F238E27FC236}">
                    <a16:creationId xmlns:a16="http://schemas.microsoft.com/office/drawing/2014/main" id="{0DC0E2CD-04CA-4C09-9B17-682B076CA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617"/>
                <a:ext cx="133" cy="54"/>
              </a:xfrm>
              <a:custGeom>
                <a:avLst/>
                <a:gdLst>
                  <a:gd name="T0" fmla="*/ 33 w 53"/>
                  <a:gd name="T1" fmla="*/ 219 h 20"/>
                  <a:gd name="T2" fmla="*/ 50 w 53"/>
                  <a:gd name="T3" fmla="*/ 394 h 20"/>
                  <a:gd name="T4" fmla="*/ 806 w 53"/>
                  <a:gd name="T5" fmla="*/ 219 h 20"/>
                  <a:gd name="T6" fmla="*/ 838 w 53"/>
                  <a:gd name="T7" fmla="*/ 59 h 20"/>
                  <a:gd name="T8" fmla="*/ 158 w 53"/>
                  <a:gd name="T9" fmla="*/ 17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0">
                    <a:moveTo>
                      <a:pt x="2" y="11"/>
                    </a:moveTo>
                    <a:cubicBezTo>
                      <a:pt x="0" y="14"/>
                      <a:pt x="2" y="17"/>
                      <a:pt x="3" y="20"/>
                    </a:cubicBezTo>
                    <a:cubicBezTo>
                      <a:pt x="17" y="13"/>
                      <a:pt x="34" y="7"/>
                      <a:pt x="51" y="11"/>
                    </a:cubicBezTo>
                    <a:cubicBezTo>
                      <a:pt x="46" y="8"/>
                      <a:pt x="48" y="2"/>
                      <a:pt x="53" y="3"/>
                    </a:cubicBezTo>
                    <a:cubicBezTo>
                      <a:pt x="37" y="0"/>
                      <a:pt x="26" y="7"/>
                      <a:pt x="10" y="9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1" name="Freeform 96">
                <a:extLst>
                  <a:ext uri="{FF2B5EF4-FFF2-40B4-BE49-F238E27FC236}">
                    <a16:creationId xmlns:a16="http://schemas.microsoft.com/office/drawing/2014/main" id="{F2A9C8AD-6C07-4BC3-AFE0-91EB0842E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636"/>
                <a:ext cx="77" cy="69"/>
              </a:xfrm>
              <a:custGeom>
                <a:avLst/>
                <a:gdLst>
                  <a:gd name="T0" fmla="*/ 474 w 31"/>
                  <a:gd name="T1" fmla="*/ 0 h 26"/>
                  <a:gd name="T2" fmla="*/ 462 w 31"/>
                  <a:gd name="T3" fmla="*/ 486 h 26"/>
                  <a:gd name="T4" fmla="*/ 0 w 31"/>
                  <a:gd name="T5" fmla="*/ 395 h 26"/>
                  <a:gd name="T6" fmla="*/ 291 w 31"/>
                  <a:gd name="T7" fmla="*/ 316 h 26"/>
                  <a:gd name="T8" fmla="*/ 445 w 31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6">
                    <a:moveTo>
                      <a:pt x="31" y="0"/>
                    </a:moveTo>
                    <a:cubicBezTo>
                      <a:pt x="27" y="9"/>
                      <a:pt x="30" y="18"/>
                      <a:pt x="30" y="26"/>
                    </a:cubicBezTo>
                    <a:cubicBezTo>
                      <a:pt x="20" y="24"/>
                      <a:pt x="10" y="22"/>
                      <a:pt x="0" y="21"/>
                    </a:cubicBezTo>
                    <a:cubicBezTo>
                      <a:pt x="6" y="22"/>
                      <a:pt x="14" y="20"/>
                      <a:pt x="19" y="17"/>
                    </a:cubicBezTo>
                    <a:cubicBezTo>
                      <a:pt x="26" y="13"/>
                      <a:pt x="25" y="8"/>
                      <a:pt x="29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2" name="Freeform 97">
                <a:extLst>
                  <a:ext uri="{FF2B5EF4-FFF2-40B4-BE49-F238E27FC236}">
                    <a16:creationId xmlns:a16="http://schemas.microsoft.com/office/drawing/2014/main" id="{5EB08406-AAD8-478F-91D3-6CDD16B66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764"/>
                <a:ext cx="90" cy="80"/>
              </a:xfrm>
              <a:custGeom>
                <a:avLst/>
                <a:gdLst>
                  <a:gd name="T0" fmla="*/ 0 w 36"/>
                  <a:gd name="T1" fmla="*/ 264 h 30"/>
                  <a:gd name="T2" fmla="*/ 333 w 36"/>
                  <a:gd name="T3" fmla="*/ 21 h 30"/>
                  <a:gd name="T4" fmla="*/ 563 w 36"/>
                  <a:gd name="T5" fmla="*/ 93 h 30"/>
                  <a:gd name="T6" fmla="*/ 238 w 36"/>
                  <a:gd name="T7" fmla="*/ 568 h 30"/>
                  <a:gd name="T8" fmla="*/ 20 w 36"/>
                  <a:gd name="T9" fmla="*/ 30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0" y="14"/>
                    </a:moveTo>
                    <a:cubicBezTo>
                      <a:pt x="8" y="9"/>
                      <a:pt x="11" y="3"/>
                      <a:pt x="21" y="1"/>
                    </a:cubicBezTo>
                    <a:cubicBezTo>
                      <a:pt x="26" y="0"/>
                      <a:pt x="33" y="0"/>
                      <a:pt x="36" y="5"/>
                    </a:cubicBezTo>
                    <a:cubicBezTo>
                      <a:pt x="20" y="8"/>
                      <a:pt x="14" y="15"/>
                      <a:pt x="15" y="30"/>
                    </a:cubicBezTo>
                    <a:cubicBezTo>
                      <a:pt x="11" y="26"/>
                      <a:pt x="6" y="19"/>
                      <a:pt x="1" y="16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3" name="Freeform 98">
                <a:extLst>
                  <a:ext uri="{FF2B5EF4-FFF2-40B4-BE49-F238E27FC236}">
                    <a16:creationId xmlns:a16="http://schemas.microsoft.com/office/drawing/2014/main" id="{483CAA3A-B1F3-470A-8105-6B5B3ECAD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743"/>
                <a:ext cx="60" cy="29"/>
              </a:xfrm>
              <a:custGeom>
                <a:avLst/>
                <a:gdLst>
                  <a:gd name="T0" fmla="*/ 0 w 24"/>
                  <a:gd name="T1" fmla="*/ 0 h 11"/>
                  <a:gd name="T2" fmla="*/ 125 w 24"/>
                  <a:gd name="T3" fmla="*/ 200 h 11"/>
                  <a:gd name="T4" fmla="*/ 375 w 24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0" y="0"/>
                    </a:moveTo>
                    <a:cubicBezTo>
                      <a:pt x="7" y="0"/>
                      <a:pt x="8" y="7"/>
                      <a:pt x="8" y="11"/>
                    </a:cubicBezTo>
                    <a:cubicBezTo>
                      <a:pt x="13" y="7"/>
                      <a:pt x="18" y="5"/>
                      <a:pt x="24" y="4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4" name="Freeform 99">
                <a:extLst>
                  <a:ext uri="{FF2B5EF4-FFF2-40B4-BE49-F238E27FC236}">
                    <a16:creationId xmlns:a16="http://schemas.microsoft.com/office/drawing/2014/main" id="{102B5452-03A1-41A4-A1F1-BAE6EA34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735"/>
                <a:ext cx="147" cy="48"/>
              </a:xfrm>
              <a:custGeom>
                <a:avLst/>
                <a:gdLst>
                  <a:gd name="T0" fmla="*/ 0 w 59"/>
                  <a:gd name="T1" fmla="*/ 0 h 18"/>
                  <a:gd name="T2" fmla="*/ 496 w 59"/>
                  <a:gd name="T3" fmla="*/ 227 h 18"/>
                  <a:gd name="T4" fmla="*/ 912 w 59"/>
                  <a:gd name="T5" fmla="*/ 341 h 18"/>
                  <a:gd name="T6" fmla="*/ 695 w 59"/>
                  <a:gd name="T7" fmla="*/ 171 h 18"/>
                  <a:gd name="T8" fmla="*/ 478 w 59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8">
                    <a:moveTo>
                      <a:pt x="0" y="0"/>
                    </a:moveTo>
                    <a:cubicBezTo>
                      <a:pt x="13" y="0"/>
                      <a:pt x="22" y="5"/>
                      <a:pt x="32" y="12"/>
                    </a:cubicBezTo>
                    <a:cubicBezTo>
                      <a:pt x="41" y="17"/>
                      <a:pt x="50" y="17"/>
                      <a:pt x="59" y="18"/>
                    </a:cubicBezTo>
                    <a:cubicBezTo>
                      <a:pt x="55" y="15"/>
                      <a:pt x="50" y="11"/>
                      <a:pt x="45" y="9"/>
                    </a:cubicBezTo>
                    <a:cubicBezTo>
                      <a:pt x="40" y="7"/>
                      <a:pt x="34" y="7"/>
                      <a:pt x="31" y="3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5" name="Freeform 100">
                <a:extLst>
                  <a:ext uri="{FF2B5EF4-FFF2-40B4-BE49-F238E27FC236}">
                    <a16:creationId xmlns:a16="http://schemas.microsoft.com/office/drawing/2014/main" id="{94F58152-ACD8-4ED4-AC76-56A5E990D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99"/>
                <a:ext cx="35" cy="66"/>
              </a:xfrm>
              <a:custGeom>
                <a:avLst/>
                <a:gdLst>
                  <a:gd name="T0" fmla="*/ 125 w 14"/>
                  <a:gd name="T1" fmla="*/ 0 h 25"/>
                  <a:gd name="T2" fmla="*/ 33 w 14"/>
                  <a:gd name="T3" fmla="*/ 404 h 25"/>
                  <a:gd name="T4" fmla="*/ 175 w 14"/>
                  <a:gd name="T5" fmla="*/ 425 h 25"/>
                  <a:gd name="T6" fmla="*/ 220 w 14"/>
                  <a:gd name="T7" fmla="*/ 3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5">
                    <a:moveTo>
                      <a:pt x="8" y="0"/>
                    </a:moveTo>
                    <a:cubicBezTo>
                      <a:pt x="6" y="3"/>
                      <a:pt x="0" y="20"/>
                      <a:pt x="2" y="22"/>
                    </a:cubicBezTo>
                    <a:cubicBezTo>
                      <a:pt x="4" y="25"/>
                      <a:pt x="8" y="24"/>
                      <a:pt x="11" y="23"/>
                    </a:cubicBezTo>
                    <a:cubicBezTo>
                      <a:pt x="11" y="17"/>
                      <a:pt x="9" y="7"/>
                      <a:pt x="14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6" name="Freeform 101">
                <a:extLst>
                  <a:ext uri="{FF2B5EF4-FFF2-40B4-BE49-F238E27FC236}">
                    <a16:creationId xmlns:a16="http://schemas.microsoft.com/office/drawing/2014/main" id="{121BC0D1-E65C-4B30-B4D5-0CAC0C1D9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948"/>
                <a:ext cx="93" cy="61"/>
              </a:xfrm>
              <a:custGeom>
                <a:avLst/>
                <a:gdLst>
                  <a:gd name="T0" fmla="*/ 0 w 37"/>
                  <a:gd name="T1" fmla="*/ 0 h 23"/>
                  <a:gd name="T2" fmla="*/ 254 w 37"/>
                  <a:gd name="T3" fmla="*/ 408 h 23"/>
                  <a:gd name="T4" fmla="*/ 442 w 37"/>
                  <a:gd name="T5" fmla="*/ 395 h 23"/>
                  <a:gd name="T6" fmla="*/ 588 w 37"/>
                  <a:gd name="T7" fmla="*/ 21 h 23"/>
                  <a:gd name="T8" fmla="*/ 20 w 3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3">
                    <a:moveTo>
                      <a:pt x="0" y="0"/>
                    </a:moveTo>
                    <a:cubicBezTo>
                      <a:pt x="10" y="1"/>
                      <a:pt x="13" y="15"/>
                      <a:pt x="16" y="22"/>
                    </a:cubicBezTo>
                    <a:cubicBezTo>
                      <a:pt x="20" y="20"/>
                      <a:pt x="24" y="23"/>
                      <a:pt x="28" y="21"/>
                    </a:cubicBezTo>
                    <a:cubicBezTo>
                      <a:pt x="32" y="19"/>
                      <a:pt x="33" y="6"/>
                      <a:pt x="37" y="1"/>
                    </a:cubicBezTo>
                    <a:cubicBezTo>
                      <a:pt x="24" y="4"/>
                      <a:pt x="14" y="2"/>
                      <a:pt x="1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7" name="Freeform 102">
                <a:extLst>
                  <a:ext uri="{FF2B5EF4-FFF2-40B4-BE49-F238E27FC236}">
                    <a16:creationId xmlns:a16="http://schemas.microsoft.com/office/drawing/2014/main" id="{E1083FF5-6989-4871-B6E0-AFB0B79AF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895"/>
                <a:ext cx="35" cy="42"/>
              </a:xfrm>
              <a:custGeom>
                <a:avLst/>
                <a:gdLst>
                  <a:gd name="T0" fmla="*/ 0 w 14"/>
                  <a:gd name="T1" fmla="*/ 55 h 16"/>
                  <a:gd name="T2" fmla="*/ 145 w 14"/>
                  <a:gd name="T3" fmla="*/ 289 h 16"/>
                  <a:gd name="T4" fmla="*/ 220 w 14"/>
                  <a:gd name="T5" fmla="*/ 0 h 16"/>
                  <a:gd name="T6" fmla="*/ 0 w 14"/>
                  <a:gd name="T7" fmla="*/ 3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0" y="3"/>
                    </a:moveTo>
                    <a:cubicBezTo>
                      <a:pt x="2" y="6"/>
                      <a:pt x="5" y="16"/>
                      <a:pt x="9" y="16"/>
                    </a:cubicBezTo>
                    <a:cubicBezTo>
                      <a:pt x="14" y="15"/>
                      <a:pt x="14" y="3"/>
                      <a:pt x="14" y="0"/>
                    </a:cubicBezTo>
                    <a:cubicBezTo>
                      <a:pt x="9" y="2"/>
                      <a:pt x="5" y="4"/>
                      <a:pt x="0" y="2"/>
                    </a:cubicBezTo>
                  </a:path>
                </a:pathLst>
              </a:custGeom>
              <a:solidFill>
                <a:srgbClr val="FFD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8" name="Freeform 103">
                <a:extLst>
                  <a:ext uri="{FF2B5EF4-FFF2-40B4-BE49-F238E27FC236}">
                    <a16:creationId xmlns:a16="http://schemas.microsoft.com/office/drawing/2014/main" id="{537D32DE-014C-4AE0-9F5A-1D94127DE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153"/>
                <a:ext cx="742" cy="195"/>
              </a:xfrm>
              <a:custGeom>
                <a:avLst/>
                <a:gdLst>
                  <a:gd name="T0" fmla="*/ 0 w 297"/>
                  <a:gd name="T1" fmla="*/ 0 h 73"/>
                  <a:gd name="T2" fmla="*/ 4632 w 297"/>
                  <a:gd name="T3" fmla="*/ 513 h 73"/>
                  <a:gd name="T4" fmla="*/ 0 w 297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7" h="73">
                    <a:moveTo>
                      <a:pt x="0" y="0"/>
                    </a:moveTo>
                    <a:cubicBezTo>
                      <a:pt x="27" y="16"/>
                      <a:pt x="155" y="63"/>
                      <a:pt x="297" y="27"/>
                    </a:cubicBezTo>
                    <a:cubicBezTo>
                      <a:pt x="262" y="43"/>
                      <a:pt x="116" y="7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9" name="Freeform 104">
                <a:extLst>
                  <a:ext uri="{FF2B5EF4-FFF2-40B4-BE49-F238E27FC236}">
                    <a16:creationId xmlns:a16="http://schemas.microsoft.com/office/drawing/2014/main" id="{2FEB9156-2A26-404A-AB68-93D8F8E0A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64"/>
                <a:ext cx="247" cy="256"/>
              </a:xfrm>
              <a:custGeom>
                <a:avLst/>
                <a:gdLst>
                  <a:gd name="T0" fmla="*/ 946 w 99"/>
                  <a:gd name="T1" fmla="*/ 819 h 96"/>
                  <a:gd name="T2" fmla="*/ 0 w 99"/>
                  <a:gd name="T3" fmla="*/ 0 h 96"/>
                  <a:gd name="T4" fmla="*/ 1028 w 99"/>
                  <a:gd name="T5" fmla="*/ 797 h 96"/>
                  <a:gd name="T6" fmla="*/ 1537 w 99"/>
                  <a:gd name="T7" fmla="*/ 1821 h 96"/>
                  <a:gd name="T8" fmla="*/ 946 w 99"/>
                  <a:gd name="T9" fmla="*/ 819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96">
                    <a:moveTo>
                      <a:pt x="61" y="43"/>
                    </a:moveTo>
                    <a:cubicBezTo>
                      <a:pt x="45" y="28"/>
                      <a:pt x="23" y="14"/>
                      <a:pt x="0" y="0"/>
                    </a:cubicBezTo>
                    <a:cubicBezTo>
                      <a:pt x="13" y="6"/>
                      <a:pt x="42" y="20"/>
                      <a:pt x="66" y="42"/>
                    </a:cubicBezTo>
                    <a:cubicBezTo>
                      <a:pt x="82" y="57"/>
                      <a:pt x="95" y="77"/>
                      <a:pt x="99" y="96"/>
                    </a:cubicBezTo>
                    <a:cubicBezTo>
                      <a:pt x="94" y="84"/>
                      <a:pt x="82" y="63"/>
                      <a:pt x="61" y="43"/>
                    </a:cubicBezTo>
                    <a:close/>
                  </a:path>
                </a:pathLst>
              </a:custGeom>
              <a:solidFill>
                <a:srgbClr val="E9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0" name="Freeform 105">
                <a:extLst>
                  <a:ext uri="{FF2B5EF4-FFF2-40B4-BE49-F238E27FC236}">
                    <a16:creationId xmlns:a16="http://schemas.microsoft.com/office/drawing/2014/main" id="{01075A32-D1B6-4677-B9B9-F02F92366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11"/>
                <a:ext cx="310" cy="285"/>
              </a:xfrm>
              <a:custGeom>
                <a:avLst/>
                <a:gdLst>
                  <a:gd name="T0" fmla="*/ 0 w 124"/>
                  <a:gd name="T1" fmla="*/ 1928 h 107"/>
                  <a:gd name="T2" fmla="*/ 50 w 124"/>
                  <a:gd name="T3" fmla="*/ 1454 h 107"/>
                  <a:gd name="T4" fmla="*/ 113 w 124"/>
                  <a:gd name="T5" fmla="*/ 1092 h 107"/>
                  <a:gd name="T6" fmla="*/ 563 w 124"/>
                  <a:gd name="T7" fmla="*/ 533 h 107"/>
                  <a:gd name="T8" fmla="*/ 1938 w 124"/>
                  <a:gd name="T9" fmla="*/ 248 h 107"/>
                  <a:gd name="T10" fmla="*/ 875 w 124"/>
                  <a:gd name="T11" fmla="*/ 453 h 107"/>
                  <a:gd name="T12" fmla="*/ 470 w 124"/>
                  <a:gd name="T13" fmla="*/ 943 h 107"/>
                  <a:gd name="T14" fmla="*/ 363 w 124"/>
                  <a:gd name="T15" fmla="*/ 1263 h 107"/>
                  <a:gd name="T16" fmla="*/ 270 w 124"/>
                  <a:gd name="T17" fmla="*/ 1646 h 107"/>
                  <a:gd name="T18" fmla="*/ 20 w 124"/>
                  <a:gd name="T19" fmla="*/ 202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4" h="107">
                    <a:moveTo>
                      <a:pt x="0" y="102"/>
                    </a:moveTo>
                    <a:cubicBezTo>
                      <a:pt x="2" y="94"/>
                      <a:pt x="1" y="85"/>
                      <a:pt x="3" y="77"/>
                    </a:cubicBezTo>
                    <a:cubicBezTo>
                      <a:pt x="4" y="71"/>
                      <a:pt x="5" y="65"/>
                      <a:pt x="7" y="58"/>
                    </a:cubicBezTo>
                    <a:cubicBezTo>
                      <a:pt x="12" y="43"/>
                      <a:pt x="23" y="36"/>
                      <a:pt x="36" y="28"/>
                    </a:cubicBezTo>
                    <a:cubicBezTo>
                      <a:pt x="64" y="12"/>
                      <a:pt x="91" y="0"/>
                      <a:pt x="124" y="13"/>
                    </a:cubicBezTo>
                    <a:cubicBezTo>
                      <a:pt x="98" y="8"/>
                      <a:pt x="79" y="14"/>
                      <a:pt x="56" y="24"/>
                    </a:cubicBezTo>
                    <a:cubicBezTo>
                      <a:pt x="47" y="28"/>
                      <a:pt x="27" y="36"/>
                      <a:pt x="30" y="50"/>
                    </a:cubicBezTo>
                    <a:cubicBezTo>
                      <a:pt x="19" y="47"/>
                      <a:pt x="14" y="61"/>
                      <a:pt x="23" y="67"/>
                    </a:cubicBezTo>
                    <a:cubicBezTo>
                      <a:pt x="14" y="70"/>
                      <a:pt x="9" y="80"/>
                      <a:pt x="17" y="87"/>
                    </a:cubicBezTo>
                    <a:cubicBezTo>
                      <a:pt x="9" y="91"/>
                      <a:pt x="2" y="98"/>
                      <a:pt x="1" y="107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1" name="Freeform 106">
                <a:extLst>
                  <a:ext uri="{FF2B5EF4-FFF2-40B4-BE49-F238E27FC236}">
                    <a16:creationId xmlns:a16="http://schemas.microsoft.com/office/drawing/2014/main" id="{8295B6D6-0BA7-4BE1-B3C7-C6EF719CF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431"/>
                <a:ext cx="398" cy="237"/>
              </a:xfrm>
              <a:custGeom>
                <a:avLst/>
                <a:gdLst>
                  <a:gd name="T0" fmla="*/ 0 w 159"/>
                  <a:gd name="T1" fmla="*/ 1646 h 89"/>
                  <a:gd name="T2" fmla="*/ 113 w 159"/>
                  <a:gd name="T3" fmla="*/ 977 h 89"/>
                  <a:gd name="T4" fmla="*/ 300 w 159"/>
                  <a:gd name="T5" fmla="*/ 567 h 89"/>
                  <a:gd name="T6" fmla="*/ 1066 w 159"/>
                  <a:gd name="T7" fmla="*/ 77 h 89"/>
                  <a:gd name="T8" fmla="*/ 1847 w 159"/>
                  <a:gd name="T9" fmla="*/ 77 h 89"/>
                  <a:gd name="T10" fmla="*/ 2493 w 159"/>
                  <a:gd name="T11" fmla="*/ 589 h 89"/>
                  <a:gd name="T12" fmla="*/ 2163 w 159"/>
                  <a:gd name="T13" fmla="*/ 474 h 89"/>
                  <a:gd name="T14" fmla="*/ 1910 w 159"/>
                  <a:gd name="T15" fmla="*/ 205 h 89"/>
                  <a:gd name="T16" fmla="*/ 1722 w 159"/>
                  <a:gd name="T17" fmla="*/ 192 h 89"/>
                  <a:gd name="T18" fmla="*/ 1597 w 159"/>
                  <a:gd name="T19" fmla="*/ 418 h 89"/>
                  <a:gd name="T20" fmla="*/ 1379 w 159"/>
                  <a:gd name="T21" fmla="*/ 136 h 89"/>
                  <a:gd name="T22" fmla="*/ 1096 w 159"/>
                  <a:gd name="T23" fmla="*/ 192 h 89"/>
                  <a:gd name="T24" fmla="*/ 626 w 159"/>
                  <a:gd name="T25" fmla="*/ 602 h 89"/>
                  <a:gd name="T26" fmla="*/ 395 w 159"/>
                  <a:gd name="T27" fmla="*/ 567 h 89"/>
                  <a:gd name="T28" fmla="*/ 313 w 159"/>
                  <a:gd name="T29" fmla="*/ 772 h 89"/>
                  <a:gd name="T30" fmla="*/ 188 w 159"/>
                  <a:gd name="T31" fmla="*/ 921 h 89"/>
                  <a:gd name="T32" fmla="*/ 300 w 159"/>
                  <a:gd name="T33" fmla="*/ 1228 h 89"/>
                  <a:gd name="T34" fmla="*/ 158 w 159"/>
                  <a:gd name="T35" fmla="*/ 1398 h 89"/>
                  <a:gd name="T36" fmla="*/ 20 w 159"/>
                  <a:gd name="T37" fmla="*/ 1680 h 8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9" h="89">
                    <a:moveTo>
                      <a:pt x="0" y="87"/>
                    </a:moveTo>
                    <a:cubicBezTo>
                      <a:pt x="4" y="76"/>
                      <a:pt x="3" y="64"/>
                      <a:pt x="7" y="52"/>
                    </a:cubicBezTo>
                    <a:cubicBezTo>
                      <a:pt x="10" y="44"/>
                      <a:pt x="13" y="37"/>
                      <a:pt x="19" y="30"/>
                    </a:cubicBezTo>
                    <a:cubicBezTo>
                      <a:pt x="31" y="18"/>
                      <a:pt x="51" y="8"/>
                      <a:pt x="68" y="4"/>
                    </a:cubicBezTo>
                    <a:cubicBezTo>
                      <a:pt x="84" y="0"/>
                      <a:pt x="101" y="0"/>
                      <a:pt x="118" y="4"/>
                    </a:cubicBezTo>
                    <a:cubicBezTo>
                      <a:pt x="134" y="8"/>
                      <a:pt x="154" y="12"/>
                      <a:pt x="159" y="31"/>
                    </a:cubicBezTo>
                    <a:cubicBezTo>
                      <a:pt x="154" y="23"/>
                      <a:pt x="146" y="18"/>
                      <a:pt x="138" y="25"/>
                    </a:cubicBezTo>
                    <a:cubicBezTo>
                      <a:pt x="136" y="14"/>
                      <a:pt x="133" y="11"/>
                      <a:pt x="122" y="11"/>
                    </a:cubicBezTo>
                    <a:cubicBezTo>
                      <a:pt x="119" y="11"/>
                      <a:pt x="113" y="10"/>
                      <a:pt x="110" y="10"/>
                    </a:cubicBezTo>
                    <a:cubicBezTo>
                      <a:pt x="105" y="12"/>
                      <a:pt x="104" y="18"/>
                      <a:pt x="102" y="22"/>
                    </a:cubicBezTo>
                    <a:cubicBezTo>
                      <a:pt x="98" y="15"/>
                      <a:pt x="97" y="9"/>
                      <a:pt x="88" y="7"/>
                    </a:cubicBezTo>
                    <a:cubicBezTo>
                      <a:pt x="82" y="5"/>
                      <a:pt x="76" y="8"/>
                      <a:pt x="70" y="10"/>
                    </a:cubicBezTo>
                    <a:cubicBezTo>
                      <a:pt x="59" y="13"/>
                      <a:pt x="35" y="17"/>
                      <a:pt x="40" y="32"/>
                    </a:cubicBezTo>
                    <a:cubicBezTo>
                      <a:pt x="35" y="31"/>
                      <a:pt x="31" y="28"/>
                      <a:pt x="25" y="30"/>
                    </a:cubicBezTo>
                    <a:cubicBezTo>
                      <a:pt x="18" y="34"/>
                      <a:pt x="22" y="37"/>
                      <a:pt x="20" y="41"/>
                    </a:cubicBezTo>
                    <a:cubicBezTo>
                      <a:pt x="19" y="44"/>
                      <a:pt x="14" y="46"/>
                      <a:pt x="12" y="49"/>
                    </a:cubicBezTo>
                    <a:cubicBezTo>
                      <a:pt x="11" y="54"/>
                      <a:pt x="18" y="60"/>
                      <a:pt x="19" y="65"/>
                    </a:cubicBezTo>
                    <a:cubicBezTo>
                      <a:pt x="9" y="61"/>
                      <a:pt x="9" y="67"/>
                      <a:pt x="10" y="74"/>
                    </a:cubicBezTo>
                    <a:cubicBezTo>
                      <a:pt x="4" y="76"/>
                      <a:pt x="1" y="83"/>
                      <a:pt x="1" y="89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2" name="Freeform 107">
                <a:extLst>
                  <a:ext uri="{FF2B5EF4-FFF2-40B4-BE49-F238E27FC236}">
                    <a16:creationId xmlns:a16="http://schemas.microsoft.com/office/drawing/2014/main" id="{F768BFB5-6DF8-4905-81AB-863C63913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593"/>
                <a:ext cx="123" cy="163"/>
              </a:xfrm>
              <a:custGeom>
                <a:avLst/>
                <a:gdLst>
                  <a:gd name="T0" fmla="*/ 63 w 49"/>
                  <a:gd name="T1" fmla="*/ 1013 h 61"/>
                  <a:gd name="T2" fmla="*/ 585 w 49"/>
                  <a:gd name="T3" fmla="*/ 687 h 61"/>
                  <a:gd name="T4" fmla="*/ 555 w 49"/>
                  <a:gd name="T5" fmla="*/ 0 h 61"/>
                  <a:gd name="T6" fmla="*/ 725 w 49"/>
                  <a:gd name="T7" fmla="*/ 286 h 61"/>
                  <a:gd name="T8" fmla="*/ 776 w 49"/>
                  <a:gd name="T9" fmla="*/ 708 h 61"/>
                  <a:gd name="T10" fmla="*/ 618 w 49"/>
                  <a:gd name="T11" fmla="*/ 957 h 61"/>
                  <a:gd name="T12" fmla="*/ 346 w 49"/>
                  <a:gd name="T13" fmla="*/ 1128 h 61"/>
                  <a:gd name="T14" fmla="*/ 0 w 49"/>
                  <a:gd name="T15" fmla="*/ 105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1">
                    <a:moveTo>
                      <a:pt x="4" y="53"/>
                    </a:moveTo>
                    <a:cubicBezTo>
                      <a:pt x="15" y="58"/>
                      <a:pt x="31" y="44"/>
                      <a:pt x="37" y="36"/>
                    </a:cubicBezTo>
                    <a:cubicBezTo>
                      <a:pt x="45" y="25"/>
                      <a:pt x="39" y="11"/>
                      <a:pt x="35" y="0"/>
                    </a:cubicBezTo>
                    <a:cubicBezTo>
                      <a:pt x="37" y="6"/>
                      <a:pt x="43" y="10"/>
                      <a:pt x="46" y="15"/>
                    </a:cubicBezTo>
                    <a:cubicBezTo>
                      <a:pt x="48" y="22"/>
                      <a:pt x="44" y="29"/>
                      <a:pt x="49" y="37"/>
                    </a:cubicBezTo>
                    <a:cubicBezTo>
                      <a:pt x="44" y="39"/>
                      <a:pt x="40" y="45"/>
                      <a:pt x="39" y="50"/>
                    </a:cubicBezTo>
                    <a:cubicBezTo>
                      <a:pt x="30" y="50"/>
                      <a:pt x="29" y="57"/>
                      <a:pt x="22" y="59"/>
                    </a:cubicBezTo>
                    <a:cubicBezTo>
                      <a:pt x="16" y="61"/>
                      <a:pt x="4" y="59"/>
                      <a:pt x="0" y="55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3" name="Freeform 108">
                <a:extLst>
                  <a:ext uri="{FF2B5EF4-FFF2-40B4-BE49-F238E27FC236}">
                    <a16:creationId xmlns:a16="http://schemas.microsoft.com/office/drawing/2014/main" id="{22307A4B-C789-4306-A7A7-E06BAFB7E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447"/>
                <a:ext cx="260" cy="98"/>
              </a:xfrm>
              <a:custGeom>
                <a:avLst/>
                <a:gdLst>
                  <a:gd name="T0" fmla="*/ 0 w 104"/>
                  <a:gd name="T1" fmla="*/ 225 h 37"/>
                  <a:gd name="T2" fmla="*/ 408 w 104"/>
                  <a:gd name="T3" fmla="*/ 34 h 37"/>
                  <a:gd name="T4" fmla="*/ 908 w 104"/>
                  <a:gd name="T5" fmla="*/ 56 h 37"/>
                  <a:gd name="T6" fmla="*/ 1625 w 104"/>
                  <a:gd name="T7" fmla="*/ 689 h 37"/>
                  <a:gd name="T8" fmla="*/ 1313 w 104"/>
                  <a:gd name="T9" fmla="*/ 540 h 37"/>
                  <a:gd name="T10" fmla="*/ 1250 w 104"/>
                  <a:gd name="T11" fmla="*/ 336 h 37"/>
                  <a:gd name="T12" fmla="*/ 1050 w 104"/>
                  <a:gd name="T13" fmla="*/ 315 h 37"/>
                  <a:gd name="T14" fmla="*/ 750 w 104"/>
                  <a:gd name="T15" fmla="*/ 260 h 37"/>
                  <a:gd name="T16" fmla="*/ 583 w 104"/>
                  <a:gd name="T17" fmla="*/ 132 h 37"/>
                  <a:gd name="T18" fmla="*/ 345 w 104"/>
                  <a:gd name="T19" fmla="*/ 183 h 37"/>
                  <a:gd name="T20" fmla="*/ 188 w 104"/>
                  <a:gd name="T21" fmla="*/ 183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4" h="37">
                    <a:moveTo>
                      <a:pt x="0" y="12"/>
                    </a:moveTo>
                    <a:cubicBezTo>
                      <a:pt x="9" y="11"/>
                      <a:pt x="17" y="4"/>
                      <a:pt x="26" y="2"/>
                    </a:cubicBezTo>
                    <a:cubicBezTo>
                      <a:pt x="36" y="0"/>
                      <a:pt x="48" y="0"/>
                      <a:pt x="58" y="3"/>
                    </a:cubicBezTo>
                    <a:cubicBezTo>
                      <a:pt x="76" y="9"/>
                      <a:pt x="100" y="15"/>
                      <a:pt x="104" y="37"/>
                    </a:cubicBezTo>
                    <a:cubicBezTo>
                      <a:pt x="102" y="29"/>
                      <a:pt x="91" y="22"/>
                      <a:pt x="84" y="29"/>
                    </a:cubicBezTo>
                    <a:cubicBezTo>
                      <a:pt x="84" y="26"/>
                      <a:pt x="83" y="21"/>
                      <a:pt x="80" y="18"/>
                    </a:cubicBezTo>
                    <a:cubicBezTo>
                      <a:pt x="76" y="13"/>
                      <a:pt x="72" y="18"/>
                      <a:pt x="67" y="17"/>
                    </a:cubicBezTo>
                    <a:cubicBezTo>
                      <a:pt x="62" y="16"/>
                      <a:pt x="54" y="4"/>
                      <a:pt x="48" y="14"/>
                    </a:cubicBezTo>
                    <a:cubicBezTo>
                      <a:pt x="46" y="6"/>
                      <a:pt x="43" y="8"/>
                      <a:pt x="37" y="7"/>
                    </a:cubicBezTo>
                    <a:cubicBezTo>
                      <a:pt x="32" y="7"/>
                      <a:pt x="24" y="4"/>
                      <a:pt x="22" y="10"/>
                    </a:cubicBezTo>
                    <a:cubicBezTo>
                      <a:pt x="18" y="9"/>
                      <a:pt x="15" y="6"/>
                      <a:pt x="12" y="10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4" name="Freeform 109">
                <a:extLst>
                  <a:ext uri="{FF2B5EF4-FFF2-40B4-BE49-F238E27FC236}">
                    <a16:creationId xmlns:a16="http://schemas.microsoft.com/office/drawing/2014/main" id="{570B4718-BDE5-49DB-A745-493957A7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655"/>
                <a:ext cx="165" cy="136"/>
              </a:xfrm>
              <a:custGeom>
                <a:avLst/>
                <a:gdLst>
                  <a:gd name="T0" fmla="*/ 863 w 66"/>
                  <a:gd name="T1" fmla="*/ 0 h 51"/>
                  <a:gd name="T2" fmla="*/ 675 w 66"/>
                  <a:gd name="T3" fmla="*/ 717 h 51"/>
                  <a:gd name="T4" fmla="*/ 83 w 66"/>
                  <a:gd name="T5" fmla="*/ 435 h 51"/>
                  <a:gd name="T6" fmla="*/ 438 w 66"/>
                  <a:gd name="T7" fmla="*/ 947 h 51"/>
                  <a:gd name="T8" fmla="*/ 658 w 66"/>
                  <a:gd name="T9" fmla="*/ 968 h 51"/>
                  <a:gd name="T10" fmla="*/ 925 w 66"/>
                  <a:gd name="T11" fmla="*/ 853 h 51"/>
                  <a:gd name="T12" fmla="*/ 1020 w 66"/>
                  <a:gd name="T13" fmla="*/ 605 h 51"/>
                  <a:gd name="T14" fmla="*/ 1000 w 66"/>
                  <a:gd name="T15" fmla="*/ 320 h 51"/>
                  <a:gd name="T16" fmla="*/ 908 w 66"/>
                  <a:gd name="T17" fmla="*/ 149 h 51"/>
                  <a:gd name="T18" fmla="*/ 863 w 66"/>
                  <a:gd name="T19" fmla="*/ 3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1">
                    <a:moveTo>
                      <a:pt x="55" y="0"/>
                    </a:moveTo>
                    <a:cubicBezTo>
                      <a:pt x="59" y="15"/>
                      <a:pt x="61" y="34"/>
                      <a:pt x="43" y="38"/>
                    </a:cubicBezTo>
                    <a:cubicBezTo>
                      <a:pt x="30" y="41"/>
                      <a:pt x="12" y="36"/>
                      <a:pt x="5" y="23"/>
                    </a:cubicBezTo>
                    <a:cubicBezTo>
                      <a:pt x="0" y="35"/>
                      <a:pt x="23" y="43"/>
                      <a:pt x="28" y="50"/>
                    </a:cubicBezTo>
                    <a:cubicBezTo>
                      <a:pt x="32" y="45"/>
                      <a:pt x="38" y="46"/>
                      <a:pt x="42" y="51"/>
                    </a:cubicBezTo>
                    <a:cubicBezTo>
                      <a:pt x="40" y="43"/>
                      <a:pt x="54" y="41"/>
                      <a:pt x="59" y="45"/>
                    </a:cubicBezTo>
                    <a:cubicBezTo>
                      <a:pt x="57" y="38"/>
                      <a:pt x="60" y="35"/>
                      <a:pt x="65" y="32"/>
                    </a:cubicBezTo>
                    <a:cubicBezTo>
                      <a:pt x="63" y="26"/>
                      <a:pt x="66" y="21"/>
                      <a:pt x="64" y="17"/>
                    </a:cubicBezTo>
                    <a:cubicBezTo>
                      <a:pt x="64" y="15"/>
                      <a:pt x="59" y="10"/>
                      <a:pt x="58" y="8"/>
                    </a:cubicBezTo>
                    <a:cubicBezTo>
                      <a:pt x="57" y="5"/>
                      <a:pt x="58" y="3"/>
                      <a:pt x="55" y="2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5" name="Freeform 110">
                <a:extLst>
                  <a:ext uri="{FF2B5EF4-FFF2-40B4-BE49-F238E27FC236}">
                    <a16:creationId xmlns:a16="http://schemas.microsoft.com/office/drawing/2014/main" id="{9360C66C-F819-4C41-BA8F-32345F14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276"/>
                <a:ext cx="75" cy="157"/>
              </a:xfrm>
              <a:custGeom>
                <a:avLst/>
                <a:gdLst>
                  <a:gd name="T0" fmla="*/ 270 w 30"/>
                  <a:gd name="T1" fmla="*/ 192 h 59"/>
                  <a:gd name="T2" fmla="*/ 95 w 30"/>
                  <a:gd name="T3" fmla="*/ 1054 h 59"/>
                  <a:gd name="T4" fmla="*/ 300 w 30"/>
                  <a:gd name="T5" fmla="*/ 750 h 59"/>
                  <a:gd name="T6" fmla="*/ 270 w 30"/>
                  <a:gd name="T7" fmla="*/ 490 h 59"/>
                  <a:gd name="T8" fmla="*/ 158 w 30"/>
                  <a:gd name="T9" fmla="*/ 303 h 59"/>
                  <a:gd name="T10" fmla="*/ 0 w 30"/>
                  <a:gd name="T11" fmla="*/ 77 h 59"/>
                  <a:gd name="T12" fmla="*/ 270 w 30"/>
                  <a:gd name="T13" fmla="*/ 19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9">
                    <a:moveTo>
                      <a:pt x="17" y="10"/>
                    </a:moveTo>
                    <a:cubicBezTo>
                      <a:pt x="29" y="23"/>
                      <a:pt x="30" y="59"/>
                      <a:pt x="6" y="56"/>
                    </a:cubicBezTo>
                    <a:cubicBezTo>
                      <a:pt x="12" y="55"/>
                      <a:pt x="24" y="47"/>
                      <a:pt x="19" y="40"/>
                    </a:cubicBezTo>
                    <a:cubicBezTo>
                      <a:pt x="21" y="36"/>
                      <a:pt x="21" y="28"/>
                      <a:pt x="17" y="26"/>
                    </a:cubicBezTo>
                    <a:cubicBezTo>
                      <a:pt x="20" y="21"/>
                      <a:pt x="16" y="15"/>
                      <a:pt x="10" y="16"/>
                    </a:cubicBezTo>
                    <a:cubicBezTo>
                      <a:pt x="10" y="9"/>
                      <a:pt x="8" y="3"/>
                      <a:pt x="0" y="4"/>
                    </a:cubicBezTo>
                    <a:cubicBezTo>
                      <a:pt x="8" y="0"/>
                      <a:pt x="11" y="7"/>
                      <a:pt x="17" y="10"/>
                    </a:cubicBezTo>
                  </a:path>
                </a:pathLst>
              </a:custGeom>
              <a:solidFill>
                <a:srgbClr val="FFF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6" name="Freeform 111">
                <a:extLst>
                  <a:ext uri="{FF2B5EF4-FFF2-40B4-BE49-F238E27FC236}">
                    <a16:creationId xmlns:a16="http://schemas.microsoft.com/office/drawing/2014/main" id="{8431B60C-B8AC-4C5F-A9FE-26E182430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199"/>
                <a:ext cx="505" cy="285"/>
              </a:xfrm>
              <a:custGeom>
                <a:avLst/>
                <a:gdLst>
                  <a:gd name="T0" fmla="*/ 1688 w 202"/>
                  <a:gd name="T1" fmla="*/ 1718 h 107"/>
                  <a:gd name="T2" fmla="*/ 2000 w 202"/>
                  <a:gd name="T3" fmla="*/ 1966 h 107"/>
                  <a:gd name="T4" fmla="*/ 2125 w 202"/>
                  <a:gd name="T5" fmla="*/ 1987 h 107"/>
                  <a:gd name="T6" fmla="*/ 2283 w 202"/>
                  <a:gd name="T7" fmla="*/ 1851 h 107"/>
                  <a:gd name="T8" fmla="*/ 2595 w 202"/>
                  <a:gd name="T9" fmla="*/ 1646 h 107"/>
                  <a:gd name="T10" fmla="*/ 2958 w 202"/>
                  <a:gd name="T11" fmla="*/ 1625 h 107"/>
                  <a:gd name="T12" fmla="*/ 3033 w 202"/>
                  <a:gd name="T13" fmla="*/ 738 h 107"/>
                  <a:gd name="T14" fmla="*/ 2875 w 202"/>
                  <a:gd name="T15" fmla="*/ 306 h 107"/>
                  <a:gd name="T16" fmla="*/ 2645 w 202"/>
                  <a:gd name="T17" fmla="*/ 0 h 107"/>
                  <a:gd name="T18" fmla="*/ 2738 w 202"/>
                  <a:gd name="T19" fmla="*/ 815 h 107"/>
                  <a:gd name="T20" fmla="*/ 2783 w 202"/>
                  <a:gd name="T21" fmla="*/ 1148 h 107"/>
                  <a:gd name="T22" fmla="*/ 2595 w 202"/>
                  <a:gd name="T23" fmla="*/ 1420 h 107"/>
                  <a:gd name="T24" fmla="*/ 2375 w 202"/>
                  <a:gd name="T25" fmla="*/ 1603 h 107"/>
                  <a:gd name="T26" fmla="*/ 2208 w 202"/>
                  <a:gd name="T27" fmla="*/ 1625 h 107"/>
                  <a:gd name="T28" fmla="*/ 2063 w 202"/>
                  <a:gd name="T29" fmla="*/ 1718 h 107"/>
                  <a:gd name="T30" fmla="*/ 1533 w 202"/>
                  <a:gd name="T31" fmla="*/ 1489 h 107"/>
                  <a:gd name="T32" fmla="*/ 1283 w 202"/>
                  <a:gd name="T33" fmla="*/ 1377 h 107"/>
                  <a:gd name="T34" fmla="*/ 1145 w 202"/>
                  <a:gd name="T35" fmla="*/ 1023 h 107"/>
                  <a:gd name="T36" fmla="*/ 813 w 202"/>
                  <a:gd name="T37" fmla="*/ 1228 h 107"/>
                  <a:gd name="T38" fmla="*/ 658 w 202"/>
                  <a:gd name="T39" fmla="*/ 1284 h 107"/>
                  <a:gd name="T40" fmla="*/ 533 w 202"/>
                  <a:gd name="T41" fmla="*/ 1228 h 107"/>
                  <a:gd name="T42" fmla="*/ 458 w 202"/>
                  <a:gd name="T43" fmla="*/ 1340 h 107"/>
                  <a:gd name="T44" fmla="*/ 33 w 202"/>
                  <a:gd name="T45" fmla="*/ 1340 h 107"/>
                  <a:gd name="T46" fmla="*/ 208 w 202"/>
                  <a:gd name="T47" fmla="*/ 1659 h 107"/>
                  <a:gd name="T48" fmla="*/ 720 w 202"/>
                  <a:gd name="T49" fmla="*/ 1532 h 107"/>
                  <a:gd name="T50" fmla="*/ 1125 w 202"/>
                  <a:gd name="T51" fmla="*/ 1548 h 107"/>
                  <a:gd name="T52" fmla="*/ 1533 w 202"/>
                  <a:gd name="T53" fmla="*/ 1681 h 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02" h="107">
                    <a:moveTo>
                      <a:pt x="108" y="91"/>
                    </a:moveTo>
                    <a:cubicBezTo>
                      <a:pt x="114" y="95"/>
                      <a:pt x="121" y="101"/>
                      <a:pt x="128" y="104"/>
                    </a:cubicBezTo>
                    <a:cubicBezTo>
                      <a:pt x="133" y="106"/>
                      <a:pt x="132" y="107"/>
                      <a:pt x="136" y="105"/>
                    </a:cubicBezTo>
                    <a:cubicBezTo>
                      <a:pt x="139" y="103"/>
                      <a:pt x="143" y="100"/>
                      <a:pt x="146" y="98"/>
                    </a:cubicBezTo>
                    <a:cubicBezTo>
                      <a:pt x="152" y="94"/>
                      <a:pt x="159" y="90"/>
                      <a:pt x="166" y="87"/>
                    </a:cubicBezTo>
                    <a:cubicBezTo>
                      <a:pt x="173" y="85"/>
                      <a:pt x="182" y="88"/>
                      <a:pt x="189" y="86"/>
                    </a:cubicBezTo>
                    <a:cubicBezTo>
                      <a:pt x="202" y="82"/>
                      <a:pt x="195" y="49"/>
                      <a:pt x="194" y="39"/>
                    </a:cubicBezTo>
                    <a:cubicBezTo>
                      <a:pt x="192" y="31"/>
                      <a:pt x="190" y="23"/>
                      <a:pt x="184" y="16"/>
                    </a:cubicBezTo>
                    <a:cubicBezTo>
                      <a:pt x="180" y="10"/>
                      <a:pt x="174" y="6"/>
                      <a:pt x="169" y="0"/>
                    </a:cubicBezTo>
                    <a:cubicBezTo>
                      <a:pt x="178" y="9"/>
                      <a:pt x="191" y="34"/>
                      <a:pt x="175" y="43"/>
                    </a:cubicBezTo>
                    <a:cubicBezTo>
                      <a:pt x="181" y="48"/>
                      <a:pt x="179" y="55"/>
                      <a:pt x="178" y="61"/>
                    </a:cubicBezTo>
                    <a:cubicBezTo>
                      <a:pt x="178" y="72"/>
                      <a:pt x="176" y="71"/>
                      <a:pt x="166" y="75"/>
                    </a:cubicBezTo>
                    <a:cubicBezTo>
                      <a:pt x="161" y="77"/>
                      <a:pt x="157" y="83"/>
                      <a:pt x="152" y="85"/>
                    </a:cubicBezTo>
                    <a:cubicBezTo>
                      <a:pt x="148" y="86"/>
                      <a:pt x="145" y="85"/>
                      <a:pt x="141" y="86"/>
                    </a:cubicBezTo>
                    <a:cubicBezTo>
                      <a:pt x="138" y="87"/>
                      <a:pt x="135" y="90"/>
                      <a:pt x="132" y="91"/>
                    </a:cubicBezTo>
                    <a:cubicBezTo>
                      <a:pt x="121" y="93"/>
                      <a:pt x="107" y="82"/>
                      <a:pt x="98" y="79"/>
                    </a:cubicBezTo>
                    <a:cubicBezTo>
                      <a:pt x="93" y="78"/>
                      <a:pt x="86" y="76"/>
                      <a:pt x="82" y="73"/>
                    </a:cubicBezTo>
                    <a:cubicBezTo>
                      <a:pt x="76" y="69"/>
                      <a:pt x="75" y="62"/>
                      <a:pt x="73" y="54"/>
                    </a:cubicBezTo>
                    <a:cubicBezTo>
                      <a:pt x="70" y="63"/>
                      <a:pt x="61" y="77"/>
                      <a:pt x="52" y="65"/>
                    </a:cubicBezTo>
                    <a:cubicBezTo>
                      <a:pt x="47" y="68"/>
                      <a:pt x="48" y="69"/>
                      <a:pt x="42" y="68"/>
                    </a:cubicBezTo>
                    <a:cubicBezTo>
                      <a:pt x="40" y="68"/>
                      <a:pt x="36" y="65"/>
                      <a:pt x="34" y="65"/>
                    </a:cubicBezTo>
                    <a:cubicBezTo>
                      <a:pt x="31" y="66"/>
                      <a:pt x="31" y="69"/>
                      <a:pt x="29" y="71"/>
                    </a:cubicBezTo>
                    <a:cubicBezTo>
                      <a:pt x="21" y="77"/>
                      <a:pt x="8" y="83"/>
                      <a:pt x="2" y="71"/>
                    </a:cubicBezTo>
                    <a:cubicBezTo>
                      <a:pt x="0" y="79"/>
                      <a:pt x="3" y="89"/>
                      <a:pt x="13" y="88"/>
                    </a:cubicBezTo>
                    <a:cubicBezTo>
                      <a:pt x="24" y="87"/>
                      <a:pt x="35" y="82"/>
                      <a:pt x="46" y="81"/>
                    </a:cubicBezTo>
                    <a:cubicBezTo>
                      <a:pt x="54" y="80"/>
                      <a:pt x="64" y="81"/>
                      <a:pt x="72" y="82"/>
                    </a:cubicBezTo>
                    <a:cubicBezTo>
                      <a:pt x="79" y="83"/>
                      <a:pt x="95" y="83"/>
                      <a:pt x="98" y="89"/>
                    </a:cubicBezTo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7" name="Freeform 112">
                <a:extLst>
                  <a:ext uri="{FF2B5EF4-FFF2-40B4-BE49-F238E27FC236}">
                    <a16:creationId xmlns:a16="http://schemas.microsoft.com/office/drawing/2014/main" id="{7389CF7F-6913-48DB-B1FA-3BA5B10E6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540"/>
                <a:ext cx="447" cy="373"/>
              </a:xfrm>
              <a:custGeom>
                <a:avLst/>
                <a:gdLst>
                  <a:gd name="T0" fmla="*/ 0 w 179"/>
                  <a:gd name="T1" fmla="*/ 2022 h 140"/>
                  <a:gd name="T2" fmla="*/ 1104 w 179"/>
                  <a:gd name="T3" fmla="*/ 2648 h 140"/>
                  <a:gd name="T4" fmla="*/ 1571 w 179"/>
                  <a:gd name="T5" fmla="*/ 2499 h 140"/>
                  <a:gd name="T6" fmla="*/ 2412 w 179"/>
                  <a:gd name="T7" fmla="*/ 1852 h 140"/>
                  <a:gd name="T8" fmla="*/ 2787 w 179"/>
                  <a:gd name="T9" fmla="*/ 645 h 140"/>
                  <a:gd name="T10" fmla="*/ 2600 w 179"/>
                  <a:gd name="T11" fmla="*/ 0 h 140"/>
                  <a:gd name="T12" fmla="*/ 2557 w 179"/>
                  <a:gd name="T13" fmla="*/ 1156 h 140"/>
                  <a:gd name="T14" fmla="*/ 1728 w 179"/>
                  <a:gd name="T15" fmla="*/ 2081 h 140"/>
                  <a:gd name="T16" fmla="*/ 1134 w 179"/>
                  <a:gd name="T17" fmla="*/ 2307 h 140"/>
                  <a:gd name="T18" fmla="*/ 0 w 179"/>
                  <a:gd name="T19" fmla="*/ 2022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40">
                    <a:moveTo>
                      <a:pt x="0" y="107"/>
                    </a:moveTo>
                    <a:cubicBezTo>
                      <a:pt x="10" y="118"/>
                      <a:pt x="40" y="140"/>
                      <a:pt x="71" y="140"/>
                    </a:cubicBezTo>
                    <a:cubicBezTo>
                      <a:pt x="82" y="139"/>
                      <a:pt x="91" y="134"/>
                      <a:pt x="101" y="132"/>
                    </a:cubicBezTo>
                    <a:cubicBezTo>
                      <a:pt x="112" y="131"/>
                      <a:pt x="142" y="114"/>
                      <a:pt x="155" y="98"/>
                    </a:cubicBezTo>
                    <a:cubicBezTo>
                      <a:pt x="168" y="82"/>
                      <a:pt x="179" y="47"/>
                      <a:pt x="179" y="34"/>
                    </a:cubicBezTo>
                    <a:cubicBezTo>
                      <a:pt x="179" y="20"/>
                      <a:pt x="170" y="5"/>
                      <a:pt x="167" y="0"/>
                    </a:cubicBezTo>
                    <a:cubicBezTo>
                      <a:pt x="170" y="7"/>
                      <a:pt x="177" y="31"/>
                      <a:pt x="164" y="61"/>
                    </a:cubicBezTo>
                    <a:cubicBezTo>
                      <a:pt x="152" y="90"/>
                      <a:pt x="122" y="104"/>
                      <a:pt x="111" y="110"/>
                    </a:cubicBezTo>
                    <a:cubicBezTo>
                      <a:pt x="99" y="115"/>
                      <a:pt x="80" y="118"/>
                      <a:pt x="73" y="122"/>
                    </a:cubicBezTo>
                    <a:cubicBezTo>
                      <a:pt x="65" y="126"/>
                      <a:pt x="17" y="123"/>
                      <a:pt x="0" y="107"/>
                    </a:cubicBezTo>
                    <a:close/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8" name="Freeform 113">
                <a:extLst>
                  <a:ext uri="{FF2B5EF4-FFF2-40B4-BE49-F238E27FC236}">
                    <a16:creationId xmlns:a16="http://schemas.microsoft.com/office/drawing/2014/main" id="{D6DEAF98-DCEE-4100-8DDE-8F4112243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703"/>
                <a:ext cx="345" cy="184"/>
              </a:xfrm>
              <a:custGeom>
                <a:avLst/>
                <a:gdLst>
                  <a:gd name="T0" fmla="*/ 0 w 138"/>
                  <a:gd name="T1" fmla="*/ 1101 h 69"/>
                  <a:gd name="T2" fmla="*/ 95 w 138"/>
                  <a:gd name="T3" fmla="*/ 1101 h 69"/>
                  <a:gd name="T4" fmla="*/ 250 w 138"/>
                  <a:gd name="T5" fmla="*/ 1045 h 69"/>
                  <a:gd name="T6" fmla="*/ 333 w 138"/>
                  <a:gd name="T7" fmla="*/ 1101 h 69"/>
                  <a:gd name="T8" fmla="*/ 550 w 138"/>
                  <a:gd name="T9" fmla="*/ 1059 h 69"/>
                  <a:gd name="T10" fmla="*/ 645 w 138"/>
                  <a:gd name="T11" fmla="*/ 1045 h 69"/>
                  <a:gd name="T12" fmla="*/ 750 w 138"/>
                  <a:gd name="T13" fmla="*/ 989 h 69"/>
                  <a:gd name="T14" fmla="*/ 988 w 138"/>
                  <a:gd name="T15" fmla="*/ 888 h 69"/>
                  <a:gd name="T16" fmla="*/ 1363 w 138"/>
                  <a:gd name="T17" fmla="*/ 717 h 69"/>
                  <a:gd name="T18" fmla="*/ 1658 w 138"/>
                  <a:gd name="T19" fmla="*/ 477 h 69"/>
                  <a:gd name="T20" fmla="*/ 1863 w 138"/>
                  <a:gd name="T21" fmla="*/ 285 h 69"/>
                  <a:gd name="T22" fmla="*/ 1988 w 138"/>
                  <a:gd name="T23" fmla="*/ 205 h 69"/>
                  <a:gd name="T24" fmla="*/ 2063 w 138"/>
                  <a:gd name="T25" fmla="*/ 0 h 69"/>
                  <a:gd name="T26" fmla="*/ 2145 w 138"/>
                  <a:gd name="T27" fmla="*/ 149 h 69"/>
                  <a:gd name="T28" fmla="*/ 2000 w 138"/>
                  <a:gd name="T29" fmla="*/ 477 h 69"/>
                  <a:gd name="T30" fmla="*/ 1188 w 138"/>
                  <a:gd name="T31" fmla="*/ 1101 h 69"/>
                  <a:gd name="T32" fmla="*/ 458 w 138"/>
                  <a:gd name="T33" fmla="*/ 1288 h 69"/>
                  <a:gd name="T34" fmla="*/ 63 w 138"/>
                  <a:gd name="T35" fmla="*/ 1160 h 6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8" h="69">
                    <a:moveTo>
                      <a:pt x="0" y="58"/>
                    </a:moveTo>
                    <a:cubicBezTo>
                      <a:pt x="2" y="58"/>
                      <a:pt x="4" y="59"/>
                      <a:pt x="6" y="58"/>
                    </a:cubicBezTo>
                    <a:cubicBezTo>
                      <a:pt x="9" y="58"/>
                      <a:pt x="13" y="55"/>
                      <a:pt x="16" y="55"/>
                    </a:cubicBezTo>
                    <a:cubicBezTo>
                      <a:pt x="18" y="55"/>
                      <a:pt x="18" y="57"/>
                      <a:pt x="21" y="58"/>
                    </a:cubicBezTo>
                    <a:cubicBezTo>
                      <a:pt x="25" y="59"/>
                      <a:pt x="31" y="57"/>
                      <a:pt x="35" y="56"/>
                    </a:cubicBezTo>
                    <a:cubicBezTo>
                      <a:pt x="37" y="55"/>
                      <a:pt x="39" y="56"/>
                      <a:pt x="41" y="55"/>
                    </a:cubicBezTo>
                    <a:cubicBezTo>
                      <a:pt x="44" y="55"/>
                      <a:pt x="45" y="53"/>
                      <a:pt x="48" y="52"/>
                    </a:cubicBezTo>
                    <a:cubicBezTo>
                      <a:pt x="52" y="51"/>
                      <a:pt x="60" y="53"/>
                      <a:pt x="63" y="47"/>
                    </a:cubicBezTo>
                    <a:cubicBezTo>
                      <a:pt x="71" y="52"/>
                      <a:pt x="83" y="46"/>
                      <a:pt x="87" y="38"/>
                    </a:cubicBezTo>
                    <a:cubicBezTo>
                      <a:pt x="96" y="41"/>
                      <a:pt x="103" y="32"/>
                      <a:pt x="106" y="25"/>
                    </a:cubicBezTo>
                    <a:cubicBezTo>
                      <a:pt x="112" y="26"/>
                      <a:pt x="115" y="18"/>
                      <a:pt x="119" y="15"/>
                    </a:cubicBezTo>
                    <a:cubicBezTo>
                      <a:pt x="122" y="14"/>
                      <a:pt x="125" y="13"/>
                      <a:pt x="127" y="11"/>
                    </a:cubicBezTo>
                    <a:cubicBezTo>
                      <a:pt x="130" y="8"/>
                      <a:pt x="131" y="4"/>
                      <a:pt x="132" y="0"/>
                    </a:cubicBezTo>
                    <a:cubicBezTo>
                      <a:pt x="133" y="2"/>
                      <a:pt x="137" y="6"/>
                      <a:pt x="137" y="8"/>
                    </a:cubicBezTo>
                    <a:cubicBezTo>
                      <a:pt x="138" y="13"/>
                      <a:pt x="131" y="21"/>
                      <a:pt x="128" y="25"/>
                    </a:cubicBezTo>
                    <a:cubicBezTo>
                      <a:pt x="115" y="41"/>
                      <a:pt x="96" y="53"/>
                      <a:pt x="76" y="58"/>
                    </a:cubicBezTo>
                    <a:cubicBezTo>
                      <a:pt x="61" y="62"/>
                      <a:pt x="44" y="67"/>
                      <a:pt x="29" y="68"/>
                    </a:cubicBezTo>
                    <a:cubicBezTo>
                      <a:pt x="20" y="69"/>
                      <a:pt x="11" y="60"/>
                      <a:pt x="4" y="61"/>
                    </a:cubicBezTo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9" name="Freeform 114">
                <a:extLst>
                  <a:ext uri="{FF2B5EF4-FFF2-40B4-BE49-F238E27FC236}">
                    <a16:creationId xmlns:a16="http://schemas.microsoft.com/office/drawing/2014/main" id="{BFCCC9DA-65FB-49CF-82BF-24B093264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612"/>
                <a:ext cx="400" cy="301"/>
              </a:xfrm>
              <a:custGeom>
                <a:avLst/>
                <a:gdLst>
                  <a:gd name="T0" fmla="*/ 188 w 160"/>
                  <a:gd name="T1" fmla="*/ 1319 h 113"/>
                  <a:gd name="T2" fmla="*/ 33 w 160"/>
                  <a:gd name="T3" fmla="*/ 1548 h 113"/>
                  <a:gd name="T4" fmla="*/ 113 w 160"/>
                  <a:gd name="T5" fmla="*/ 1739 h 113"/>
                  <a:gd name="T6" fmla="*/ 595 w 160"/>
                  <a:gd name="T7" fmla="*/ 2043 h 113"/>
                  <a:gd name="T8" fmla="*/ 1020 w 160"/>
                  <a:gd name="T9" fmla="*/ 2115 h 113"/>
                  <a:gd name="T10" fmla="*/ 1520 w 160"/>
                  <a:gd name="T11" fmla="*/ 2099 h 113"/>
                  <a:gd name="T12" fmla="*/ 2363 w 160"/>
                  <a:gd name="T13" fmla="*/ 1476 h 113"/>
                  <a:gd name="T14" fmla="*/ 2458 w 160"/>
                  <a:gd name="T15" fmla="*/ 432 h 113"/>
                  <a:gd name="T16" fmla="*/ 2313 w 160"/>
                  <a:gd name="T17" fmla="*/ 0 h 113"/>
                  <a:gd name="T18" fmla="*/ 2250 w 160"/>
                  <a:gd name="T19" fmla="*/ 623 h 113"/>
                  <a:gd name="T20" fmla="*/ 2220 w 160"/>
                  <a:gd name="T21" fmla="*/ 1151 h 113"/>
                  <a:gd name="T22" fmla="*/ 2083 w 160"/>
                  <a:gd name="T23" fmla="*/ 1489 h 113"/>
                  <a:gd name="T24" fmla="*/ 1970 w 160"/>
                  <a:gd name="T25" fmla="*/ 1532 h 113"/>
                  <a:gd name="T26" fmla="*/ 1925 w 160"/>
                  <a:gd name="T27" fmla="*/ 1604 h 113"/>
                  <a:gd name="T28" fmla="*/ 1770 w 160"/>
                  <a:gd name="T29" fmla="*/ 1795 h 113"/>
                  <a:gd name="T30" fmla="*/ 1613 w 160"/>
                  <a:gd name="T31" fmla="*/ 1795 h 113"/>
                  <a:gd name="T32" fmla="*/ 1500 w 160"/>
                  <a:gd name="T33" fmla="*/ 1889 h 113"/>
                  <a:gd name="T34" fmla="*/ 1333 w 160"/>
                  <a:gd name="T35" fmla="*/ 1931 h 113"/>
                  <a:gd name="T36" fmla="*/ 1175 w 160"/>
                  <a:gd name="T37" fmla="*/ 1931 h 113"/>
                  <a:gd name="T38" fmla="*/ 908 w 160"/>
                  <a:gd name="T39" fmla="*/ 1817 h 113"/>
                  <a:gd name="T40" fmla="*/ 738 w 160"/>
                  <a:gd name="T41" fmla="*/ 1681 h 113"/>
                  <a:gd name="T42" fmla="*/ 708 w 160"/>
                  <a:gd name="T43" fmla="*/ 1433 h 113"/>
                  <a:gd name="T44" fmla="*/ 583 w 160"/>
                  <a:gd name="T45" fmla="*/ 1284 h 113"/>
                  <a:gd name="T46" fmla="*/ 520 w 160"/>
                  <a:gd name="T47" fmla="*/ 1079 h 113"/>
                  <a:gd name="T48" fmla="*/ 438 w 160"/>
                  <a:gd name="T49" fmla="*/ 874 h 113"/>
                  <a:gd name="T50" fmla="*/ 425 w 160"/>
                  <a:gd name="T51" fmla="*/ 682 h 113"/>
                  <a:gd name="T52" fmla="*/ 283 w 160"/>
                  <a:gd name="T53" fmla="*/ 1092 h 113"/>
                  <a:gd name="T54" fmla="*/ 83 w 160"/>
                  <a:gd name="T55" fmla="*/ 1510 h 1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0" h="113">
                    <a:moveTo>
                      <a:pt x="12" y="70"/>
                    </a:moveTo>
                    <a:cubicBezTo>
                      <a:pt x="9" y="75"/>
                      <a:pt x="5" y="78"/>
                      <a:pt x="2" y="82"/>
                    </a:cubicBezTo>
                    <a:cubicBezTo>
                      <a:pt x="0" y="87"/>
                      <a:pt x="3" y="89"/>
                      <a:pt x="7" y="92"/>
                    </a:cubicBezTo>
                    <a:cubicBezTo>
                      <a:pt x="15" y="99"/>
                      <a:pt x="28" y="105"/>
                      <a:pt x="38" y="108"/>
                    </a:cubicBezTo>
                    <a:cubicBezTo>
                      <a:pt x="47" y="111"/>
                      <a:pt x="55" y="111"/>
                      <a:pt x="65" y="112"/>
                    </a:cubicBezTo>
                    <a:cubicBezTo>
                      <a:pt x="75" y="113"/>
                      <a:pt x="86" y="113"/>
                      <a:pt x="97" y="111"/>
                    </a:cubicBezTo>
                    <a:cubicBezTo>
                      <a:pt x="116" y="107"/>
                      <a:pt x="140" y="97"/>
                      <a:pt x="151" y="78"/>
                    </a:cubicBezTo>
                    <a:cubicBezTo>
                      <a:pt x="160" y="62"/>
                      <a:pt x="159" y="42"/>
                      <a:pt x="157" y="23"/>
                    </a:cubicBezTo>
                    <a:cubicBezTo>
                      <a:pt x="156" y="16"/>
                      <a:pt x="153" y="5"/>
                      <a:pt x="148" y="0"/>
                    </a:cubicBezTo>
                    <a:cubicBezTo>
                      <a:pt x="154" y="8"/>
                      <a:pt x="157" y="30"/>
                      <a:pt x="144" y="33"/>
                    </a:cubicBezTo>
                    <a:cubicBezTo>
                      <a:pt x="154" y="41"/>
                      <a:pt x="142" y="52"/>
                      <a:pt x="142" y="61"/>
                    </a:cubicBezTo>
                    <a:cubicBezTo>
                      <a:pt x="141" y="69"/>
                      <a:pt x="143" y="75"/>
                      <a:pt x="133" y="79"/>
                    </a:cubicBezTo>
                    <a:cubicBezTo>
                      <a:pt x="131" y="80"/>
                      <a:pt x="128" y="80"/>
                      <a:pt x="126" y="81"/>
                    </a:cubicBezTo>
                    <a:cubicBezTo>
                      <a:pt x="123" y="83"/>
                      <a:pt x="125" y="82"/>
                      <a:pt x="123" y="85"/>
                    </a:cubicBezTo>
                    <a:cubicBezTo>
                      <a:pt x="121" y="90"/>
                      <a:pt x="119" y="94"/>
                      <a:pt x="113" y="95"/>
                    </a:cubicBezTo>
                    <a:cubicBezTo>
                      <a:pt x="109" y="95"/>
                      <a:pt x="106" y="94"/>
                      <a:pt x="103" y="95"/>
                    </a:cubicBezTo>
                    <a:cubicBezTo>
                      <a:pt x="101" y="96"/>
                      <a:pt x="98" y="99"/>
                      <a:pt x="96" y="100"/>
                    </a:cubicBezTo>
                    <a:cubicBezTo>
                      <a:pt x="92" y="102"/>
                      <a:pt x="89" y="102"/>
                      <a:pt x="85" y="102"/>
                    </a:cubicBezTo>
                    <a:cubicBezTo>
                      <a:pt x="82" y="103"/>
                      <a:pt x="78" y="102"/>
                      <a:pt x="75" y="102"/>
                    </a:cubicBezTo>
                    <a:cubicBezTo>
                      <a:pt x="68" y="101"/>
                      <a:pt x="64" y="99"/>
                      <a:pt x="58" y="96"/>
                    </a:cubicBezTo>
                    <a:cubicBezTo>
                      <a:pt x="54" y="94"/>
                      <a:pt x="50" y="92"/>
                      <a:pt x="47" y="89"/>
                    </a:cubicBezTo>
                    <a:cubicBezTo>
                      <a:pt x="44" y="84"/>
                      <a:pt x="47" y="79"/>
                      <a:pt x="45" y="76"/>
                    </a:cubicBezTo>
                    <a:cubicBezTo>
                      <a:pt x="44" y="73"/>
                      <a:pt x="39" y="71"/>
                      <a:pt x="37" y="68"/>
                    </a:cubicBezTo>
                    <a:cubicBezTo>
                      <a:pt x="35" y="65"/>
                      <a:pt x="35" y="61"/>
                      <a:pt x="33" y="57"/>
                    </a:cubicBezTo>
                    <a:cubicBezTo>
                      <a:pt x="31" y="53"/>
                      <a:pt x="28" y="51"/>
                      <a:pt x="28" y="46"/>
                    </a:cubicBezTo>
                    <a:cubicBezTo>
                      <a:pt x="27" y="43"/>
                      <a:pt x="29" y="39"/>
                      <a:pt x="27" y="36"/>
                    </a:cubicBezTo>
                    <a:cubicBezTo>
                      <a:pt x="22" y="42"/>
                      <a:pt x="20" y="51"/>
                      <a:pt x="18" y="58"/>
                    </a:cubicBezTo>
                    <a:cubicBezTo>
                      <a:pt x="15" y="67"/>
                      <a:pt x="11" y="74"/>
                      <a:pt x="5" y="80"/>
                    </a:cubicBezTo>
                  </a:path>
                </a:pathLst>
              </a:custGeom>
              <a:solidFill>
                <a:srgbClr val="FF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0" name="Freeform 115">
                <a:extLst>
                  <a:ext uri="{FF2B5EF4-FFF2-40B4-BE49-F238E27FC236}">
                    <a16:creationId xmlns:a16="http://schemas.microsoft.com/office/drawing/2014/main" id="{45E17C47-7F78-487A-A52D-DCFB2F49B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308"/>
                <a:ext cx="133" cy="48"/>
              </a:xfrm>
              <a:custGeom>
                <a:avLst/>
                <a:gdLst>
                  <a:gd name="T0" fmla="*/ 314 w 53"/>
                  <a:gd name="T1" fmla="*/ 0 h 18"/>
                  <a:gd name="T2" fmla="*/ 83 w 53"/>
                  <a:gd name="T3" fmla="*/ 341 h 18"/>
                  <a:gd name="T4" fmla="*/ 459 w 53"/>
                  <a:gd name="T5" fmla="*/ 149 h 18"/>
                  <a:gd name="T6" fmla="*/ 838 w 53"/>
                  <a:gd name="T7" fmla="*/ 320 h 18"/>
                  <a:gd name="T8" fmla="*/ 346 w 5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8">
                    <a:moveTo>
                      <a:pt x="20" y="0"/>
                    </a:moveTo>
                    <a:cubicBezTo>
                      <a:pt x="12" y="0"/>
                      <a:pt x="0" y="10"/>
                      <a:pt x="5" y="18"/>
                    </a:cubicBezTo>
                    <a:cubicBezTo>
                      <a:pt x="10" y="10"/>
                      <a:pt x="20" y="8"/>
                      <a:pt x="29" y="8"/>
                    </a:cubicBezTo>
                    <a:cubicBezTo>
                      <a:pt x="39" y="8"/>
                      <a:pt x="46" y="10"/>
                      <a:pt x="53" y="17"/>
                    </a:cubicBezTo>
                    <a:cubicBezTo>
                      <a:pt x="49" y="5"/>
                      <a:pt x="33" y="4"/>
                      <a:pt x="22" y="0"/>
                    </a:cubicBezTo>
                  </a:path>
                </a:pathLst>
              </a:custGeom>
              <a:solidFill>
                <a:srgbClr val="C4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1" name="Freeform 116">
                <a:extLst>
                  <a:ext uri="{FF2B5EF4-FFF2-40B4-BE49-F238E27FC236}">
                    <a16:creationId xmlns:a16="http://schemas.microsoft.com/office/drawing/2014/main" id="{AB25B1C0-05CE-4CF2-BFB2-623EBF43F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575"/>
                <a:ext cx="103" cy="101"/>
              </a:xfrm>
              <a:custGeom>
                <a:avLst/>
                <a:gdLst>
                  <a:gd name="T0" fmla="*/ 284 w 41"/>
                  <a:gd name="T1" fmla="*/ 56 h 38"/>
                  <a:gd name="T2" fmla="*/ 50 w 41"/>
                  <a:gd name="T3" fmla="*/ 319 h 38"/>
                  <a:gd name="T4" fmla="*/ 113 w 41"/>
                  <a:gd name="T5" fmla="*/ 712 h 38"/>
                  <a:gd name="T6" fmla="*/ 158 w 41"/>
                  <a:gd name="T7" fmla="*/ 579 h 38"/>
                  <a:gd name="T8" fmla="*/ 251 w 41"/>
                  <a:gd name="T9" fmla="*/ 524 h 38"/>
                  <a:gd name="T10" fmla="*/ 271 w 41"/>
                  <a:gd name="T11" fmla="*/ 170 h 38"/>
                  <a:gd name="T12" fmla="*/ 651 w 41"/>
                  <a:gd name="T13" fmla="*/ 77 h 38"/>
                  <a:gd name="T14" fmla="*/ 284 w 41"/>
                  <a:gd name="T15" fmla="*/ 56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8">
                    <a:moveTo>
                      <a:pt x="18" y="3"/>
                    </a:moveTo>
                    <a:cubicBezTo>
                      <a:pt x="12" y="7"/>
                      <a:pt x="5" y="10"/>
                      <a:pt x="3" y="17"/>
                    </a:cubicBezTo>
                    <a:cubicBezTo>
                      <a:pt x="0" y="24"/>
                      <a:pt x="4" y="32"/>
                      <a:pt x="7" y="38"/>
                    </a:cubicBezTo>
                    <a:cubicBezTo>
                      <a:pt x="10" y="36"/>
                      <a:pt x="8" y="33"/>
                      <a:pt x="10" y="31"/>
                    </a:cubicBezTo>
                    <a:cubicBezTo>
                      <a:pt x="11" y="29"/>
                      <a:pt x="14" y="28"/>
                      <a:pt x="16" y="28"/>
                    </a:cubicBezTo>
                    <a:cubicBezTo>
                      <a:pt x="6" y="28"/>
                      <a:pt x="12" y="13"/>
                      <a:pt x="17" y="9"/>
                    </a:cubicBezTo>
                    <a:cubicBezTo>
                      <a:pt x="22" y="5"/>
                      <a:pt x="35" y="4"/>
                      <a:pt x="41" y="4"/>
                    </a:cubicBezTo>
                    <a:cubicBezTo>
                      <a:pt x="37" y="0"/>
                      <a:pt x="23" y="1"/>
                      <a:pt x="18" y="3"/>
                    </a:cubicBezTo>
                  </a:path>
                </a:pathLst>
              </a:custGeom>
              <a:solidFill>
                <a:srgbClr val="C4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2" name="Freeform 117">
                <a:extLst>
                  <a:ext uri="{FF2B5EF4-FFF2-40B4-BE49-F238E27FC236}">
                    <a16:creationId xmlns:a16="http://schemas.microsoft.com/office/drawing/2014/main" id="{682A86D2-887B-4CAB-873E-97D5A145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623"/>
                <a:ext cx="77" cy="98"/>
              </a:xfrm>
              <a:custGeom>
                <a:avLst/>
                <a:gdLst>
                  <a:gd name="T0" fmla="*/ 216 w 31"/>
                  <a:gd name="T1" fmla="*/ 34 h 37"/>
                  <a:gd name="T2" fmla="*/ 30 w 31"/>
                  <a:gd name="T3" fmla="*/ 350 h 37"/>
                  <a:gd name="T4" fmla="*/ 186 w 31"/>
                  <a:gd name="T5" fmla="*/ 689 h 37"/>
                  <a:gd name="T6" fmla="*/ 320 w 31"/>
                  <a:gd name="T7" fmla="*/ 464 h 37"/>
                  <a:gd name="T8" fmla="*/ 166 w 31"/>
                  <a:gd name="T9" fmla="*/ 260 h 37"/>
                  <a:gd name="T10" fmla="*/ 474 w 31"/>
                  <a:gd name="T11" fmla="*/ 111 h 37"/>
                  <a:gd name="T12" fmla="*/ 216 w 31"/>
                  <a:gd name="T13" fmla="*/ 3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7">
                    <a:moveTo>
                      <a:pt x="14" y="2"/>
                    </a:moveTo>
                    <a:cubicBezTo>
                      <a:pt x="7" y="5"/>
                      <a:pt x="0" y="11"/>
                      <a:pt x="2" y="19"/>
                    </a:cubicBezTo>
                    <a:cubicBezTo>
                      <a:pt x="2" y="24"/>
                      <a:pt x="7" y="37"/>
                      <a:pt x="12" y="37"/>
                    </a:cubicBezTo>
                    <a:cubicBezTo>
                      <a:pt x="12" y="31"/>
                      <a:pt x="16" y="27"/>
                      <a:pt x="21" y="25"/>
                    </a:cubicBezTo>
                    <a:cubicBezTo>
                      <a:pt x="13" y="27"/>
                      <a:pt x="7" y="24"/>
                      <a:pt x="11" y="14"/>
                    </a:cubicBezTo>
                    <a:cubicBezTo>
                      <a:pt x="14" y="7"/>
                      <a:pt x="24" y="3"/>
                      <a:pt x="31" y="6"/>
                    </a:cubicBezTo>
                    <a:cubicBezTo>
                      <a:pt x="28" y="1"/>
                      <a:pt x="19" y="0"/>
                      <a:pt x="14" y="2"/>
                    </a:cubicBezTo>
                  </a:path>
                </a:pathLst>
              </a:custGeom>
              <a:solidFill>
                <a:srgbClr val="C4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3" name="Freeform 118">
                <a:extLst>
                  <a:ext uri="{FF2B5EF4-FFF2-40B4-BE49-F238E27FC236}">
                    <a16:creationId xmlns:a16="http://schemas.microsoft.com/office/drawing/2014/main" id="{2874D430-727A-428E-8C94-3D2D0D20F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735"/>
                <a:ext cx="85" cy="162"/>
              </a:xfrm>
              <a:custGeom>
                <a:avLst/>
                <a:gdLst>
                  <a:gd name="T0" fmla="*/ 363 w 34"/>
                  <a:gd name="T1" fmla="*/ 0 h 61"/>
                  <a:gd name="T2" fmla="*/ 238 w 34"/>
                  <a:gd name="T3" fmla="*/ 353 h 61"/>
                  <a:gd name="T4" fmla="*/ 145 w 34"/>
                  <a:gd name="T5" fmla="*/ 523 h 61"/>
                  <a:gd name="T6" fmla="*/ 50 w 34"/>
                  <a:gd name="T7" fmla="*/ 635 h 61"/>
                  <a:gd name="T8" fmla="*/ 250 w 34"/>
                  <a:gd name="T9" fmla="*/ 972 h 61"/>
                  <a:gd name="T10" fmla="*/ 533 w 34"/>
                  <a:gd name="T11" fmla="*/ 1142 h 61"/>
                  <a:gd name="T12" fmla="*/ 220 w 34"/>
                  <a:gd name="T13" fmla="*/ 860 h 61"/>
                  <a:gd name="T14" fmla="*/ 175 w 34"/>
                  <a:gd name="T15" fmla="*/ 690 h 61"/>
                  <a:gd name="T16" fmla="*/ 250 w 34"/>
                  <a:gd name="T17" fmla="*/ 621 h 61"/>
                  <a:gd name="T18" fmla="*/ 375 w 34"/>
                  <a:gd name="T19" fmla="*/ 21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1">
                    <a:moveTo>
                      <a:pt x="23" y="0"/>
                    </a:moveTo>
                    <a:cubicBezTo>
                      <a:pt x="21" y="7"/>
                      <a:pt x="18" y="13"/>
                      <a:pt x="15" y="19"/>
                    </a:cubicBezTo>
                    <a:cubicBezTo>
                      <a:pt x="13" y="22"/>
                      <a:pt x="11" y="25"/>
                      <a:pt x="9" y="28"/>
                    </a:cubicBezTo>
                    <a:cubicBezTo>
                      <a:pt x="7" y="29"/>
                      <a:pt x="4" y="32"/>
                      <a:pt x="3" y="34"/>
                    </a:cubicBezTo>
                    <a:cubicBezTo>
                      <a:pt x="0" y="40"/>
                      <a:pt x="11" y="49"/>
                      <a:pt x="16" y="52"/>
                    </a:cubicBezTo>
                    <a:cubicBezTo>
                      <a:pt x="21" y="55"/>
                      <a:pt x="28" y="61"/>
                      <a:pt x="34" y="61"/>
                    </a:cubicBezTo>
                    <a:cubicBezTo>
                      <a:pt x="27" y="57"/>
                      <a:pt x="19" y="53"/>
                      <a:pt x="14" y="46"/>
                    </a:cubicBezTo>
                    <a:cubicBezTo>
                      <a:pt x="12" y="44"/>
                      <a:pt x="10" y="41"/>
                      <a:pt x="11" y="37"/>
                    </a:cubicBezTo>
                    <a:cubicBezTo>
                      <a:pt x="12" y="34"/>
                      <a:pt x="13" y="35"/>
                      <a:pt x="16" y="33"/>
                    </a:cubicBezTo>
                    <a:cubicBezTo>
                      <a:pt x="24" y="27"/>
                      <a:pt x="26" y="11"/>
                      <a:pt x="24" y="1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4" name="Freeform 119">
                <a:extLst>
                  <a:ext uri="{FF2B5EF4-FFF2-40B4-BE49-F238E27FC236}">
                    <a16:creationId xmlns:a16="http://schemas.microsoft.com/office/drawing/2014/main" id="{ED313CD8-FA91-426A-A3B8-F743128E8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447"/>
                <a:ext cx="68" cy="37"/>
              </a:xfrm>
              <a:custGeom>
                <a:avLst/>
                <a:gdLst>
                  <a:gd name="T0" fmla="*/ 0 w 27"/>
                  <a:gd name="T1" fmla="*/ 0 h 14"/>
                  <a:gd name="T2" fmla="*/ 431 w 27"/>
                  <a:gd name="T3" fmla="*/ 56 h 14"/>
                  <a:gd name="T4" fmla="*/ 317 w 27"/>
                  <a:gd name="T5" fmla="*/ 259 h 14"/>
                  <a:gd name="T6" fmla="*/ 179 w 27"/>
                  <a:gd name="T7" fmla="*/ 20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0" y="0"/>
                    </a:moveTo>
                    <a:cubicBezTo>
                      <a:pt x="5" y="5"/>
                      <a:pt x="20" y="3"/>
                      <a:pt x="27" y="3"/>
                    </a:cubicBezTo>
                    <a:cubicBezTo>
                      <a:pt x="23" y="6"/>
                      <a:pt x="21" y="10"/>
                      <a:pt x="20" y="14"/>
                    </a:cubicBezTo>
                    <a:cubicBezTo>
                      <a:pt x="18" y="10"/>
                      <a:pt x="15" y="10"/>
                      <a:pt x="11" y="11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5" name="Freeform 120">
                <a:extLst>
                  <a:ext uri="{FF2B5EF4-FFF2-40B4-BE49-F238E27FC236}">
                    <a16:creationId xmlns:a16="http://schemas.microsoft.com/office/drawing/2014/main" id="{5E5869DE-BC4D-46A3-8877-2E34635E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337"/>
                <a:ext cx="55" cy="94"/>
              </a:xfrm>
              <a:custGeom>
                <a:avLst/>
                <a:gdLst>
                  <a:gd name="T0" fmla="*/ 0 w 22"/>
                  <a:gd name="T1" fmla="*/ 642 h 35"/>
                  <a:gd name="T2" fmla="*/ 313 w 22"/>
                  <a:gd name="T3" fmla="*/ 0 h 35"/>
                  <a:gd name="T4" fmla="*/ 333 w 22"/>
                  <a:gd name="T5" fmla="*/ 403 h 35"/>
                  <a:gd name="T6" fmla="*/ 300 w 22"/>
                  <a:gd name="T7" fmla="*/ 677 h 35"/>
                  <a:gd name="T8" fmla="*/ 83 w 22"/>
                  <a:gd name="T9" fmla="*/ 65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0" y="33"/>
                    </a:moveTo>
                    <a:cubicBezTo>
                      <a:pt x="17" y="31"/>
                      <a:pt x="19" y="14"/>
                      <a:pt x="20" y="0"/>
                    </a:cubicBezTo>
                    <a:cubicBezTo>
                      <a:pt x="21" y="6"/>
                      <a:pt x="21" y="14"/>
                      <a:pt x="21" y="21"/>
                    </a:cubicBezTo>
                    <a:cubicBezTo>
                      <a:pt x="21" y="25"/>
                      <a:pt x="22" y="32"/>
                      <a:pt x="19" y="35"/>
                    </a:cubicBezTo>
                    <a:cubicBezTo>
                      <a:pt x="14" y="33"/>
                      <a:pt x="10" y="33"/>
                      <a:pt x="5" y="34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6" name="Freeform 121">
                <a:extLst>
                  <a:ext uri="{FF2B5EF4-FFF2-40B4-BE49-F238E27FC236}">
                    <a16:creationId xmlns:a16="http://schemas.microsoft.com/office/drawing/2014/main" id="{4EE2096A-6C73-45C9-9E70-774392270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777"/>
                <a:ext cx="255" cy="131"/>
              </a:xfrm>
              <a:custGeom>
                <a:avLst/>
                <a:gdLst>
                  <a:gd name="T0" fmla="*/ 0 w 102"/>
                  <a:gd name="T1" fmla="*/ 936 h 49"/>
                  <a:gd name="T2" fmla="*/ 250 w 102"/>
                  <a:gd name="T3" fmla="*/ 914 h 49"/>
                  <a:gd name="T4" fmla="*/ 520 w 102"/>
                  <a:gd name="T5" fmla="*/ 842 h 49"/>
                  <a:gd name="T6" fmla="*/ 970 w 102"/>
                  <a:gd name="T7" fmla="*/ 687 h 49"/>
                  <a:gd name="T8" fmla="*/ 1595 w 102"/>
                  <a:gd name="T9" fmla="*/ 0 h 49"/>
                  <a:gd name="T10" fmla="*/ 1408 w 102"/>
                  <a:gd name="T11" fmla="*/ 265 h 49"/>
                  <a:gd name="T12" fmla="*/ 1283 w 102"/>
                  <a:gd name="T13" fmla="*/ 342 h 49"/>
                  <a:gd name="T14" fmla="*/ 1208 w 102"/>
                  <a:gd name="T15" fmla="*/ 342 h 49"/>
                  <a:gd name="T16" fmla="*/ 1158 w 102"/>
                  <a:gd name="T17" fmla="*/ 422 h 49"/>
                  <a:gd name="T18" fmla="*/ 1063 w 102"/>
                  <a:gd name="T19" fmla="*/ 537 h 49"/>
                  <a:gd name="T20" fmla="*/ 845 w 102"/>
                  <a:gd name="T21" fmla="*/ 650 h 49"/>
                  <a:gd name="T22" fmla="*/ 675 w 102"/>
                  <a:gd name="T23" fmla="*/ 730 h 49"/>
                  <a:gd name="T24" fmla="*/ 595 w 102"/>
                  <a:gd name="T25" fmla="*/ 730 h 49"/>
                  <a:gd name="T26" fmla="*/ 520 w 102"/>
                  <a:gd name="T27" fmla="*/ 799 h 49"/>
                  <a:gd name="T28" fmla="*/ 333 w 102"/>
                  <a:gd name="T29" fmla="*/ 842 h 49"/>
                  <a:gd name="T30" fmla="*/ 113 w 102"/>
                  <a:gd name="T31" fmla="*/ 914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49">
                    <a:moveTo>
                      <a:pt x="0" y="49"/>
                    </a:moveTo>
                    <a:cubicBezTo>
                      <a:pt x="5" y="47"/>
                      <a:pt x="11" y="48"/>
                      <a:pt x="16" y="48"/>
                    </a:cubicBezTo>
                    <a:cubicBezTo>
                      <a:pt x="22" y="48"/>
                      <a:pt x="27" y="46"/>
                      <a:pt x="33" y="44"/>
                    </a:cubicBezTo>
                    <a:cubicBezTo>
                      <a:pt x="42" y="41"/>
                      <a:pt x="52" y="41"/>
                      <a:pt x="62" y="36"/>
                    </a:cubicBezTo>
                    <a:cubicBezTo>
                      <a:pt x="76" y="29"/>
                      <a:pt x="97" y="17"/>
                      <a:pt x="102" y="0"/>
                    </a:cubicBezTo>
                    <a:cubicBezTo>
                      <a:pt x="98" y="5"/>
                      <a:pt x="95" y="10"/>
                      <a:pt x="90" y="14"/>
                    </a:cubicBezTo>
                    <a:cubicBezTo>
                      <a:pt x="88" y="16"/>
                      <a:pt x="85" y="17"/>
                      <a:pt x="82" y="18"/>
                    </a:cubicBezTo>
                    <a:cubicBezTo>
                      <a:pt x="81" y="18"/>
                      <a:pt x="78" y="17"/>
                      <a:pt x="77" y="18"/>
                    </a:cubicBezTo>
                    <a:cubicBezTo>
                      <a:pt x="76" y="19"/>
                      <a:pt x="75" y="21"/>
                      <a:pt x="74" y="22"/>
                    </a:cubicBezTo>
                    <a:cubicBezTo>
                      <a:pt x="73" y="25"/>
                      <a:pt x="70" y="26"/>
                      <a:pt x="68" y="28"/>
                    </a:cubicBezTo>
                    <a:cubicBezTo>
                      <a:pt x="63" y="31"/>
                      <a:pt x="59" y="32"/>
                      <a:pt x="54" y="34"/>
                    </a:cubicBezTo>
                    <a:cubicBezTo>
                      <a:pt x="50" y="35"/>
                      <a:pt x="47" y="37"/>
                      <a:pt x="43" y="38"/>
                    </a:cubicBezTo>
                    <a:cubicBezTo>
                      <a:pt x="41" y="38"/>
                      <a:pt x="40" y="37"/>
                      <a:pt x="38" y="38"/>
                    </a:cubicBezTo>
                    <a:cubicBezTo>
                      <a:pt x="36" y="38"/>
                      <a:pt x="35" y="41"/>
                      <a:pt x="33" y="42"/>
                    </a:cubicBezTo>
                    <a:cubicBezTo>
                      <a:pt x="29" y="43"/>
                      <a:pt x="25" y="42"/>
                      <a:pt x="21" y="44"/>
                    </a:cubicBezTo>
                    <a:cubicBezTo>
                      <a:pt x="15" y="46"/>
                      <a:pt x="13" y="47"/>
                      <a:pt x="7" y="48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7" name="Freeform 122">
                <a:extLst>
                  <a:ext uri="{FF2B5EF4-FFF2-40B4-BE49-F238E27FC236}">
                    <a16:creationId xmlns:a16="http://schemas.microsoft.com/office/drawing/2014/main" id="{31DF3C94-C326-4C44-AC0D-B4E68F126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684"/>
                <a:ext cx="70" cy="184"/>
              </a:xfrm>
              <a:custGeom>
                <a:avLst/>
                <a:gdLst>
                  <a:gd name="T0" fmla="*/ 375 w 28"/>
                  <a:gd name="T1" fmla="*/ 0 h 69"/>
                  <a:gd name="T2" fmla="*/ 375 w 28"/>
                  <a:gd name="T3" fmla="*/ 717 h 69"/>
                  <a:gd name="T4" fmla="*/ 0 w 28"/>
                  <a:gd name="T5" fmla="*/ 1309 h 69"/>
                  <a:gd name="T6" fmla="*/ 313 w 28"/>
                  <a:gd name="T7" fmla="*/ 704 h 69"/>
                  <a:gd name="T8" fmla="*/ 333 w 28"/>
                  <a:gd name="T9" fmla="*/ 547 h 69"/>
                  <a:gd name="T10" fmla="*/ 375 w 28"/>
                  <a:gd name="T11" fmla="*/ 376 h 69"/>
                  <a:gd name="T12" fmla="*/ 375 w 28"/>
                  <a:gd name="T13" fmla="*/ 3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9">
                    <a:moveTo>
                      <a:pt x="24" y="0"/>
                    </a:moveTo>
                    <a:cubicBezTo>
                      <a:pt x="28" y="12"/>
                      <a:pt x="27" y="27"/>
                      <a:pt x="24" y="38"/>
                    </a:cubicBezTo>
                    <a:cubicBezTo>
                      <a:pt x="20" y="49"/>
                      <a:pt x="11" y="64"/>
                      <a:pt x="0" y="69"/>
                    </a:cubicBezTo>
                    <a:cubicBezTo>
                      <a:pt x="11" y="62"/>
                      <a:pt x="17" y="48"/>
                      <a:pt x="20" y="37"/>
                    </a:cubicBezTo>
                    <a:cubicBezTo>
                      <a:pt x="21" y="34"/>
                      <a:pt x="20" y="32"/>
                      <a:pt x="21" y="29"/>
                    </a:cubicBezTo>
                    <a:cubicBezTo>
                      <a:pt x="21" y="26"/>
                      <a:pt x="23" y="24"/>
                      <a:pt x="24" y="20"/>
                    </a:cubicBezTo>
                    <a:cubicBezTo>
                      <a:pt x="24" y="15"/>
                      <a:pt x="26" y="8"/>
                      <a:pt x="24" y="2"/>
                    </a:cubicBezTo>
                  </a:path>
                </a:pathLst>
              </a:custGeom>
              <a:solidFill>
                <a:srgbClr val="E6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8" name="Freeform 123">
                <a:extLst>
                  <a:ext uri="{FF2B5EF4-FFF2-40B4-BE49-F238E27FC236}">
                    <a16:creationId xmlns:a16="http://schemas.microsoft.com/office/drawing/2014/main" id="{8DC713B1-0204-4FB4-AB90-9E547284F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465"/>
                <a:ext cx="63" cy="46"/>
              </a:xfrm>
              <a:custGeom>
                <a:avLst/>
                <a:gdLst>
                  <a:gd name="T0" fmla="*/ 0 w 25"/>
                  <a:gd name="T1" fmla="*/ 336 h 17"/>
                  <a:gd name="T2" fmla="*/ 401 w 25"/>
                  <a:gd name="T3" fmla="*/ 0 h 17"/>
                  <a:gd name="T4" fmla="*/ 242 w 25"/>
                  <a:gd name="T5" fmla="*/ 235 h 17"/>
                  <a:gd name="T6" fmla="*/ 33 w 25"/>
                  <a:gd name="T7" fmla="*/ 31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3" y="7"/>
                      <a:pt x="17" y="3"/>
                      <a:pt x="25" y="0"/>
                    </a:cubicBezTo>
                    <a:cubicBezTo>
                      <a:pt x="22" y="2"/>
                      <a:pt x="15" y="7"/>
                      <a:pt x="15" y="12"/>
                    </a:cubicBezTo>
                    <a:cubicBezTo>
                      <a:pt x="10" y="10"/>
                      <a:pt x="5" y="12"/>
                      <a:pt x="2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9" name="Freeform 124">
                <a:extLst>
                  <a:ext uri="{FF2B5EF4-FFF2-40B4-BE49-F238E27FC236}">
                    <a16:creationId xmlns:a16="http://schemas.microsoft.com/office/drawing/2014/main" id="{251F263A-937A-4225-AC68-1239C6519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433"/>
                <a:ext cx="55" cy="24"/>
              </a:xfrm>
              <a:custGeom>
                <a:avLst/>
                <a:gdLst>
                  <a:gd name="T0" fmla="*/ 0 w 22"/>
                  <a:gd name="T1" fmla="*/ 0 h 9"/>
                  <a:gd name="T2" fmla="*/ 345 w 22"/>
                  <a:gd name="T3" fmla="*/ 93 h 9"/>
                  <a:gd name="T4" fmla="*/ 188 w 22"/>
                  <a:gd name="T5" fmla="*/ 171 h 9"/>
                  <a:gd name="T6" fmla="*/ 0 w 22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5" y="3"/>
                      <a:pt x="15" y="1"/>
                      <a:pt x="22" y="5"/>
                    </a:cubicBezTo>
                    <a:cubicBezTo>
                      <a:pt x="18" y="5"/>
                      <a:pt x="13" y="6"/>
                      <a:pt x="12" y="9"/>
                    </a:cubicBezTo>
                    <a:cubicBezTo>
                      <a:pt x="15" y="3"/>
                      <a:pt x="4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0" name="Freeform 125">
                <a:extLst>
                  <a:ext uri="{FF2B5EF4-FFF2-40B4-BE49-F238E27FC236}">
                    <a16:creationId xmlns:a16="http://schemas.microsoft.com/office/drawing/2014/main" id="{FF86DE25-4F8B-4B1D-917C-7AF7C6106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449"/>
                <a:ext cx="83" cy="24"/>
              </a:xfrm>
              <a:custGeom>
                <a:avLst/>
                <a:gdLst>
                  <a:gd name="T0" fmla="*/ 0 w 33"/>
                  <a:gd name="T1" fmla="*/ 35 h 9"/>
                  <a:gd name="T2" fmla="*/ 526 w 33"/>
                  <a:gd name="T3" fmla="*/ 171 h 9"/>
                  <a:gd name="T4" fmla="*/ 304 w 33"/>
                  <a:gd name="T5" fmla="*/ 171 h 9"/>
                  <a:gd name="T6" fmla="*/ 176 w 33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2"/>
                    </a:moveTo>
                    <a:cubicBezTo>
                      <a:pt x="11" y="0"/>
                      <a:pt x="24" y="3"/>
                      <a:pt x="33" y="9"/>
                    </a:cubicBezTo>
                    <a:cubicBezTo>
                      <a:pt x="29" y="9"/>
                      <a:pt x="24" y="7"/>
                      <a:pt x="19" y="9"/>
                    </a:cubicBezTo>
                    <a:cubicBezTo>
                      <a:pt x="23" y="4"/>
                      <a:pt x="14" y="3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1" name="Freeform 126">
                <a:extLst>
                  <a:ext uri="{FF2B5EF4-FFF2-40B4-BE49-F238E27FC236}">
                    <a16:creationId xmlns:a16="http://schemas.microsoft.com/office/drawing/2014/main" id="{11585D76-DC4F-4578-85AB-8057CC593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07"/>
                <a:ext cx="77" cy="112"/>
              </a:xfrm>
              <a:custGeom>
                <a:avLst/>
                <a:gdLst>
                  <a:gd name="T0" fmla="*/ 75 w 31"/>
                  <a:gd name="T1" fmla="*/ 797 h 42"/>
                  <a:gd name="T2" fmla="*/ 474 w 31"/>
                  <a:gd name="T3" fmla="*/ 0 h 42"/>
                  <a:gd name="T4" fmla="*/ 216 w 31"/>
                  <a:gd name="T5" fmla="*/ 419 h 42"/>
                  <a:gd name="T6" fmla="*/ 186 w 31"/>
                  <a:gd name="T7" fmla="*/ 568 h 42"/>
                  <a:gd name="T8" fmla="*/ 75 w 31"/>
                  <a:gd name="T9" fmla="*/ 76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2">
                    <a:moveTo>
                      <a:pt x="5" y="42"/>
                    </a:moveTo>
                    <a:cubicBezTo>
                      <a:pt x="0" y="25"/>
                      <a:pt x="14" y="4"/>
                      <a:pt x="31" y="0"/>
                    </a:cubicBezTo>
                    <a:cubicBezTo>
                      <a:pt x="26" y="5"/>
                      <a:pt x="12" y="12"/>
                      <a:pt x="14" y="22"/>
                    </a:cubicBezTo>
                    <a:cubicBezTo>
                      <a:pt x="7" y="21"/>
                      <a:pt x="9" y="27"/>
                      <a:pt x="12" y="30"/>
                    </a:cubicBezTo>
                    <a:cubicBezTo>
                      <a:pt x="5" y="31"/>
                      <a:pt x="10" y="37"/>
                      <a:pt x="5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2" name="Freeform 127">
                <a:extLst>
                  <a:ext uri="{FF2B5EF4-FFF2-40B4-BE49-F238E27FC236}">
                    <a16:creationId xmlns:a16="http://schemas.microsoft.com/office/drawing/2014/main" id="{7E04F9AB-357A-4BE5-B11A-40985EAD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649"/>
                <a:ext cx="63" cy="80"/>
              </a:xfrm>
              <a:custGeom>
                <a:avLst/>
                <a:gdLst>
                  <a:gd name="T0" fmla="*/ 0 w 25"/>
                  <a:gd name="T1" fmla="*/ 568 h 30"/>
                  <a:gd name="T2" fmla="*/ 338 w 25"/>
                  <a:gd name="T3" fmla="*/ 0 h 30"/>
                  <a:gd name="T4" fmla="*/ 350 w 25"/>
                  <a:gd name="T5" fmla="*/ 285 h 30"/>
                  <a:gd name="T6" fmla="*/ 126 w 25"/>
                  <a:gd name="T7" fmla="*/ 54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cubicBezTo>
                      <a:pt x="9" y="24"/>
                      <a:pt x="25" y="13"/>
                      <a:pt x="21" y="0"/>
                    </a:cubicBezTo>
                    <a:cubicBezTo>
                      <a:pt x="22" y="5"/>
                      <a:pt x="24" y="11"/>
                      <a:pt x="22" y="15"/>
                    </a:cubicBezTo>
                    <a:cubicBezTo>
                      <a:pt x="20" y="22"/>
                      <a:pt x="13" y="23"/>
                      <a:pt x="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3" name="Freeform 128">
                <a:extLst>
                  <a:ext uri="{FF2B5EF4-FFF2-40B4-BE49-F238E27FC236}">
                    <a16:creationId xmlns:a16="http://schemas.microsoft.com/office/drawing/2014/main" id="{80769BA7-AA5E-487A-9C9D-3240D6CEA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703"/>
                <a:ext cx="55" cy="64"/>
              </a:xfrm>
              <a:custGeom>
                <a:avLst/>
                <a:gdLst>
                  <a:gd name="T0" fmla="*/ 0 w 22"/>
                  <a:gd name="T1" fmla="*/ 376 h 24"/>
                  <a:gd name="T2" fmla="*/ 333 w 22"/>
                  <a:gd name="T3" fmla="*/ 0 h 24"/>
                  <a:gd name="T4" fmla="*/ 333 w 22"/>
                  <a:gd name="T5" fmla="*/ 248 h 24"/>
                  <a:gd name="T6" fmla="*/ 20 w 22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4">
                    <a:moveTo>
                      <a:pt x="0" y="20"/>
                    </a:moveTo>
                    <a:cubicBezTo>
                      <a:pt x="10" y="24"/>
                      <a:pt x="20" y="8"/>
                      <a:pt x="21" y="0"/>
                    </a:cubicBezTo>
                    <a:cubicBezTo>
                      <a:pt x="20" y="4"/>
                      <a:pt x="22" y="9"/>
                      <a:pt x="21" y="13"/>
                    </a:cubicBezTo>
                    <a:cubicBezTo>
                      <a:pt x="18" y="20"/>
                      <a:pt x="8" y="21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4" name="Freeform 129">
                <a:extLst>
                  <a:ext uri="{FF2B5EF4-FFF2-40B4-BE49-F238E27FC236}">
                    <a16:creationId xmlns:a16="http://schemas.microsoft.com/office/drawing/2014/main" id="{72BBEF74-FD22-4864-9632-BBE454F0D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303"/>
                <a:ext cx="35" cy="72"/>
              </a:xfrm>
              <a:custGeom>
                <a:avLst/>
                <a:gdLst>
                  <a:gd name="T0" fmla="*/ 0 w 14"/>
                  <a:gd name="T1" fmla="*/ 77 h 27"/>
                  <a:gd name="T2" fmla="*/ 125 w 14"/>
                  <a:gd name="T3" fmla="*/ 248 h 27"/>
                  <a:gd name="T4" fmla="*/ 188 w 14"/>
                  <a:gd name="T5" fmla="*/ 512 h 27"/>
                  <a:gd name="T6" fmla="*/ 63 w 1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0" y="4"/>
                    </a:moveTo>
                    <a:cubicBezTo>
                      <a:pt x="4" y="8"/>
                      <a:pt x="6" y="9"/>
                      <a:pt x="8" y="13"/>
                    </a:cubicBezTo>
                    <a:cubicBezTo>
                      <a:pt x="11" y="17"/>
                      <a:pt x="11" y="23"/>
                      <a:pt x="12" y="27"/>
                    </a:cubicBezTo>
                    <a:cubicBezTo>
                      <a:pt x="14" y="18"/>
                      <a:pt x="13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5" name="Freeform 130">
                <a:extLst>
                  <a:ext uri="{FF2B5EF4-FFF2-40B4-BE49-F238E27FC236}">
                    <a16:creationId xmlns:a16="http://schemas.microsoft.com/office/drawing/2014/main" id="{AA1278BB-E864-40A8-A41F-B5037C95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572"/>
                <a:ext cx="25" cy="27"/>
              </a:xfrm>
              <a:custGeom>
                <a:avLst/>
                <a:gdLst>
                  <a:gd name="T0" fmla="*/ 33 w 10"/>
                  <a:gd name="T1" fmla="*/ 138 h 10"/>
                  <a:gd name="T2" fmla="*/ 33 w 10"/>
                  <a:gd name="T3" fmla="*/ 197 h 10"/>
                  <a:gd name="T4" fmla="*/ 83 w 10"/>
                  <a:gd name="T5" fmla="*/ 0 h 10"/>
                  <a:gd name="T6" fmla="*/ 0 w 10"/>
                  <a:gd name="T7" fmla="*/ 10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7"/>
                    </a:moveTo>
                    <a:cubicBezTo>
                      <a:pt x="2" y="8"/>
                      <a:pt x="2" y="9"/>
                      <a:pt x="2" y="10"/>
                    </a:cubicBezTo>
                    <a:cubicBezTo>
                      <a:pt x="6" y="10"/>
                      <a:pt x="10" y="4"/>
                      <a:pt x="5" y="0"/>
                    </a:cubicBez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6" name="Freeform 131">
                <a:extLst>
                  <a:ext uri="{FF2B5EF4-FFF2-40B4-BE49-F238E27FC236}">
                    <a16:creationId xmlns:a16="http://schemas.microsoft.com/office/drawing/2014/main" id="{AE879BAE-A161-4845-A97A-36B41C730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607"/>
                <a:ext cx="8" cy="10"/>
              </a:xfrm>
              <a:custGeom>
                <a:avLst/>
                <a:gdLst>
                  <a:gd name="T0" fmla="*/ 0 w 3"/>
                  <a:gd name="T1" fmla="*/ 0 h 4"/>
                  <a:gd name="T2" fmla="*/ 21 w 3"/>
                  <a:gd name="T3" fmla="*/ 63 h 4"/>
                  <a:gd name="T4" fmla="*/ 56 w 3"/>
                  <a:gd name="T5" fmla="*/ 50 h 4"/>
                  <a:gd name="T6" fmla="*/ 21 w 3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3" y="2"/>
                      <a:pt x="2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7" name="Freeform 132">
                <a:extLst>
                  <a:ext uri="{FF2B5EF4-FFF2-40B4-BE49-F238E27FC236}">
                    <a16:creationId xmlns:a16="http://schemas.microsoft.com/office/drawing/2014/main" id="{364CFE77-100A-459D-9D35-EE00497C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6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12 w 3"/>
                  <a:gd name="T3" fmla="*/ 56 h 3"/>
                  <a:gd name="T4" fmla="*/ 37 w 3"/>
                  <a:gd name="T5" fmla="*/ 35 h 3"/>
                  <a:gd name="T6" fmla="*/ 12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8" name="Freeform 133">
                <a:extLst>
                  <a:ext uri="{FF2B5EF4-FFF2-40B4-BE49-F238E27FC236}">
                    <a16:creationId xmlns:a16="http://schemas.microsoft.com/office/drawing/2014/main" id="{6B27754C-47BE-414F-88CD-107B16AE4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196"/>
                <a:ext cx="25" cy="32"/>
              </a:xfrm>
              <a:custGeom>
                <a:avLst/>
                <a:gdLst>
                  <a:gd name="T0" fmla="*/ 33 w 10"/>
                  <a:gd name="T1" fmla="*/ 115 h 12"/>
                  <a:gd name="T2" fmla="*/ 145 w 10"/>
                  <a:gd name="T3" fmla="*/ 149 h 12"/>
                  <a:gd name="T4" fmla="*/ 63 w 10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2" y="6"/>
                    </a:moveTo>
                    <a:cubicBezTo>
                      <a:pt x="0" y="11"/>
                      <a:pt x="7" y="12"/>
                      <a:pt x="9" y="8"/>
                    </a:cubicBezTo>
                    <a:cubicBezTo>
                      <a:pt x="10" y="4"/>
                      <a:pt x="6" y="0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9" name="Freeform 134">
                <a:extLst>
                  <a:ext uri="{FF2B5EF4-FFF2-40B4-BE49-F238E27FC236}">
                    <a16:creationId xmlns:a16="http://schemas.microsoft.com/office/drawing/2014/main" id="{FC7A7BF3-5FA4-4A89-8CBA-A01F432E0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20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35 h 3"/>
                  <a:gd name="T4" fmla="*/ 1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0" name="Freeform 135">
                <a:extLst>
                  <a:ext uri="{FF2B5EF4-FFF2-40B4-BE49-F238E27FC236}">
                    <a16:creationId xmlns:a16="http://schemas.microsoft.com/office/drawing/2014/main" id="{2B7505E5-24CC-4854-84B1-DA615E8C5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223"/>
                <a:ext cx="12" cy="16"/>
              </a:xfrm>
              <a:custGeom>
                <a:avLst/>
                <a:gdLst>
                  <a:gd name="T0" fmla="*/ 70 w 5"/>
                  <a:gd name="T1" fmla="*/ 35 h 6"/>
                  <a:gd name="T2" fmla="*/ 0 w 5"/>
                  <a:gd name="T3" fmla="*/ 77 h 6"/>
                  <a:gd name="T4" fmla="*/ 58 w 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3" y="0"/>
                      <a:pt x="0" y="1"/>
                      <a:pt x="0" y="4"/>
                    </a:cubicBezTo>
                    <a:cubicBezTo>
                      <a:pt x="2" y="6"/>
                      <a:pt x="4" y="6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1" name="Freeform 136">
                <a:extLst>
                  <a:ext uri="{FF2B5EF4-FFF2-40B4-BE49-F238E27FC236}">
                    <a16:creationId xmlns:a16="http://schemas.microsoft.com/office/drawing/2014/main" id="{A830C63E-BFE3-4F67-9296-27525AB2E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719"/>
                <a:ext cx="38" cy="40"/>
              </a:xfrm>
              <a:custGeom>
                <a:avLst/>
                <a:gdLst>
                  <a:gd name="T0" fmla="*/ 96 w 15"/>
                  <a:gd name="T1" fmla="*/ 136 h 15"/>
                  <a:gd name="T2" fmla="*/ 84 w 15"/>
                  <a:gd name="T3" fmla="*/ 248 h 15"/>
                  <a:gd name="T4" fmla="*/ 63 w 15"/>
                  <a:gd name="T5" fmla="*/ 19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6" y="7"/>
                    </a:moveTo>
                    <a:cubicBezTo>
                      <a:pt x="4" y="9"/>
                      <a:pt x="4" y="11"/>
                      <a:pt x="5" y="13"/>
                    </a:cubicBezTo>
                    <a:cubicBezTo>
                      <a:pt x="15" y="15"/>
                      <a:pt x="0" y="0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2" name="Freeform 137">
                <a:extLst>
                  <a:ext uri="{FF2B5EF4-FFF2-40B4-BE49-F238E27FC236}">
                    <a16:creationId xmlns:a16="http://schemas.microsoft.com/office/drawing/2014/main" id="{C9B33752-37C1-410E-BF3C-555A070DE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756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83 h 4"/>
                  <a:gd name="T4" fmla="*/ 63 w 4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4"/>
                      <a:pt x="3" y="3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3" name="Freeform 138">
                <a:extLst>
                  <a:ext uri="{FF2B5EF4-FFF2-40B4-BE49-F238E27FC236}">
                    <a16:creationId xmlns:a16="http://schemas.microsoft.com/office/drawing/2014/main" id="{F5E933F2-708D-4FE1-A0A7-6B2F5F8E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719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0 w 3"/>
                  <a:gd name="T3" fmla="*/ 56 h 3"/>
                  <a:gd name="T4" fmla="*/ 56 w 3"/>
                  <a:gd name="T5" fmla="*/ 56 h 3"/>
                  <a:gd name="T6" fmla="*/ 3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4" name="Freeform 139">
                <a:extLst>
                  <a:ext uri="{FF2B5EF4-FFF2-40B4-BE49-F238E27FC236}">
                    <a16:creationId xmlns:a16="http://schemas.microsoft.com/office/drawing/2014/main" id="{AD5D8C80-FE15-4AF4-BF4A-AF22902E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444"/>
                <a:ext cx="295" cy="13"/>
              </a:xfrm>
              <a:custGeom>
                <a:avLst/>
                <a:gdLst>
                  <a:gd name="T0" fmla="*/ 1845 w 118"/>
                  <a:gd name="T1" fmla="*/ 88 h 5"/>
                  <a:gd name="T2" fmla="*/ 688 w 118"/>
                  <a:gd name="T3" fmla="*/ 0 h 5"/>
                  <a:gd name="T4" fmla="*/ 0 w 118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5">
                    <a:moveTo>
                      <a:pt x="118" y="5"/>
                    </a:moveTo>
                    <a:cubicBezTo>
                      <a:pt x="95" y="2"/>
                      <a:pt x="70" y="0"/>
                      <a:pt x="44" y="0"/>
                    </a:cubicBezTo>
                    <a:cubicBezTo>
                      <a:pt x="29" y="0"/>
                      <a:pt x="14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5" name="Freeform 140">
                <a:extLst>
                  <a:ext uri="{FF2B5EF4-FFF2-40B4-BE49-F238E27FC236}">
                    <a16:creationId xmlns:a16="http://schemas.microsoft.com/office/drawing/2014/main" id="{AE297765-7F66-4218-B373-6C4A1E177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455"/>
                <a:ext cx="1467" cy="784"/>
              </a:xfrm>
              <a:custGeom>
                <a:avLst/>
                <a:gdLst>
                  <a:gd name="T0" fmla="*/ 3499 w 587"/>
                  <a:gd name="T1" fmla="*/ 0 h 294"/>
                  <a:gd name="T2" fmla="*/ 0 w 587"/>
                  <a:gd name="T3" fmla="*/ 2752 h 294"/>
                  <a:gd name="T4" fmla="*/ 4591 w 587"/>
                  <a:gd name="T5" fmla="*/ 5576 h 294"/>
                  <a:gd name="T6" fmla="*/ 9162 w 587"/>
                  <a:gd name="T7" fmla="*/ 2752 h 294"/>
                  <a:gd name="T8" fmla="*/ 6215 w 587"/>
                  <a:gd name="T9" fmla="*/ 115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7" h="294">
                    <a:moveTo>
                      <a:pt x="224" y="0"/>
                    </a:moveTo>
                    <a:cubicBezTo>
                      <a:pt x="96" y="16"/>
                      <a:pt x="0" y="75"/>
                      <a:pt x="0" y="145"/>
                    </a:cubicBezTo>
                    <a:cubicBezTo>
                      <a:pt x="0" y="228"/>
                      <a:pt x="132" y="294"/>
                      <a:pt x="294" y="294"/>
                    </a:cubicBezTo>
                    <a:cubicBezTo>
                      <a:pt x="456" y="294"/>
                      <a:pt x="587" y="228"/>
                      <a:pt x="587" y="145"/>
                    </a:cubicBezTo>
                    <a:cubicBezTo>
                      <a:pt x="587" y="81"/>
                      <a:pt x="509" y="27"/>
                      <a:pt x="398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08" name="Freeform 141">
                <a:extLst>
                  <a:ext uri="{FF2B5EF4-FFF2-40B4-BE49-F238E27FC236}">
                    <a16:creationId xmlns:a16="http://schemas.microsoft.com/office/drawing/2014/main" id="{D42A902F-2EA3-4E62-9589-150574A36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444"/>
                <a:ext cx="293" cy="13"/>
              </a:xfrm>
              <a:custGeom>
                <a:avLst/>
                <a:gdLst>
                  <a:gd name="T0" fmla="*/ 1838 w 117"/>
                  <a:gd name="T1" fmla="*/ 88 h 5"/>
                  <a:gd name="T2" fmla="*/ 676 w 117"/>
                  <a:gd name="T3" fmla="*/ 0 h 5"/>
                  <a:gd name="T4" fmla="*/ 0 w 117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5">
                    <a:moveTo>
                      <a:pt x="117" y="5"/>
                    </a:moveTo>
                    <a:cubicBezTo>
                      <a:pt x="94" y="2"/>
                      <a:pt x="69" y="0"/>
                      <a:pt x="43" y="0"/>
                    </a:cubicBezTo>
                    <a:cubicBezTo>
                      <a:pt x="28" y="0"/>
                      <a:pt x="14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09" name="Freeform 142">
                <a:extLst>
                  <a:ext uri="{FF2B5EF4-FFF2-40B4-BE49-F238E27FC236}">
                    <a16:creationId xmlns:a16="http://schemas.microsoft.com/office/drawing/2014/main" id="{41A604CC-E5BC-4EF7-8DD2-535A47A57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455"/>
                <a:ext cx="1467" cy="784"/>
              </a:xfrm>
              <a:custGeom>
                <a:avLst/>
                <a:gdLst>
                  <a:gd name="T0" fmla="*/ 3511 w 587"/>
                  <a:gd name="T1" fmla="*/ 0 h 294"/>
                  <a:gd name="T2" fmla="*/ 0 w 587"/>
                  <a:gd name="T3" fmla="*/ 2752 h 294"/>
                  <a:gd name="T4" fmla="*/ 4591 w 587"/>
                  <a:gd name="T5" fmla="*/ 5576 h 294"/>
                  <a:gd name="T6" fmla="*/ 9162 w 587"/>
                  <a:gd name="T7" fmla="*/ 2752 h 294"/>
                  <a:gd name="T8" fmla="*/ 6215 w 587"/>
                  <a:gd name="T9" fmla="*/ 115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7" h="294">
                    <a:moveTo>
                      <a:pt x="225" y="0"/>
                    </a:moveTo>
                    <a:cubicBezTo>
                      <a:pt x="96" y="16"/>
                      <a:pt x="0" y="75"/>
                      <a:pt x="0" y="145"/>
                    </a:cubicBezTo>
                    <a:cubicBezTo>
                      <a:pt x="0" y="228"/>
                      <a:pt x="132" y="294"/>
                      <a:pt x="294" y="294"/>
                    </a:cubicBezTo>
                    <a:cubicBezTo>
                      <a:pt x="456" y="294"/>
                      <a:pt x="587" y="228"/>
                      <a:pt x="587" y="145"/>
                    </a:cubicBezTo>
                    <a:cubicBezTo>
                      <a:pt x="587" y="81"/>
                      <a:pt x="509" y="27"/>
                      <a:pt x="398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0" name="Freeform 143">
                <a:extLst>
                  <a:ext uri="{FF2B5EF4-FFF2-40B4-BE49-F238E27FC236}">
                    <a16:creationId xmlns:a16="http://schemas.microsoft.com/office/drawing/2014/main" id="{F5455A7F-C4C0-4A88-B9BF-75375C372B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7" y="1460"/>
                <a:ext cx="1437" cy="763"/>
              </a:xfrm>
              <a:custGeom>
                <a:avLst/>
                <a:gdLst>
                  <a:gd name="T0" fmla="*/ 6103 w 575"/>
                  <a:gd name="T1" fmla="*/ 171 h 286"/>
                  <a:gd name="T2" fmla="*/ 8974 w 575"/>
                  <a:gd name="T3" fmla="*/ 2719 h 286"/>
                  <a:gd name="T4" fmla="*/ 4496 w 575"/>
                  <a:gd name="T5" fmla="*/ 5432 h 286"/>
                  <a:gd name="T6" fmla="*/ 0 w 575"/>
                  <a:gd name="T7" fmla="*/ 2719 h 286"/>
                  <a:gd name="T8" fmla="*/ 3341 w 575"/>
                  <a:gd name="T9" fmla="*/ 93 h 286"/>
                  <a:gd name="T10" fmla="*/ 3841 w 575"/>
                  <a:gd name="T11" fmla="*/ 21 h 286"/>
                  <a:gd name="T12" fmla="*/ 4496 w 575"/>
                  <a:gd name="T13" fmla="*/ 0 h 286"/>
                  <a:gd name="T14" fmla="*/ 5603 w 575"/>
                  <a:gd name="T15" fmla="*/ 77 h 2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5" h="286">
                    <a:moveTo>
                      <a:pt x="391" y="9"/>
                    </a:moveTo>
                    <a:cubicBezTo>
                      <a:pt x="499" y="30"/>
                      <a:pt x="575" y="82"/>
                      <a:pt x="575" y="143"/>
                    </a:cubicBezTo>
                    <a:cubicBezTo>
                      <a:pt x="575" y="222"/>
                      <a:pt x="446" y="286"/>
                      <a:pt x="288" y="286"/>
                    </a:cubicBezTo>
                    <a:cubicBezTo>
                      <a:pt x="129" y="286"/>
                      <a:pt x="0" y="222"/>
                      <a:pt x="0" y="143"/>
                    </a:cubicBezTo>
                    <a:cubicBezTo>
                      <a:pt x="0" y="77"/>
                      <a:pt x="91" y="21"/>
                      <a:pt x="214" y="5"/>
                    </a:cubicBezTo>
                    <a:moveTo>
                      <a:pt x="246" y="1"/>
                    </a:moveTo>
                    <a:cubicBezTo>
                      <a:pt x="260" y="0"/>
                      <a:pt x="274" y="0"/>
                      <a:pt x="288" y="0"/>
                    </a:cubicBezTo>
                    <a:cubicBezTo>
                      <a:pt x="312" y="0"/>
                      <a:pt x="336" y="1"/>
                      <a:pt x="359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1" name="Freeform 144">
                <a:extLst>
                  <a:ext uri="{FF2B5EF4-FFF2-40B4-BE49-F238E27FC236}">
                    <a16:creationId xmlns:a16="http://schemas.microsoft.com/office/drawing/2014/main" id="{5C6DE0A3-2779-4D76-9A61-7CD08B5BC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865"/>
                <a:ext cx="1464" cy="768"/>
              </a:xfrm>
              <a:custGeom>
                <a:avLst/>
                <a:gdLst>
                  <a:gd name="T0" fmla="*/ 9139 w 586"/>
                  <a:gd name="T1" fmla="*/ 115 h 288"/>
                  <a:gd name="T2" fmla="*/ 8794 w 586"/>
                  <a:gd name="T3" fmla="*/ 909 h 288"/>
                  <a:gd name="T4" fmla="*/ 8719 w 586"/>
                  <a:gd name="T5" fmla="*/ 1024 h 288"/>
                  <a:gd name="T6" fmla="*/ 8639 w 586"/>
                  <a:gd name="T7" fmla="*/ 1139 h 288"/>
                  <a:gd name="T8" fmla="*/ 8532 w 586"/>
                  <a:gd name="T9" fmla="*/ 1251 h 288"/>
                  <a:gd name="T10" fmla="*/ 8419 w 586"/>
                  <a:gd name="T11" fmla="*/ 1365 h 288"/>
                  <a:gd name="T12" fmla="*/ 8314 w 586"/>
                  <a:gd name="T13" fmla="*/ 1459 h 288"/>
                  <a:gd name="T14" fmla="*/ 8169 w 586"/>
                  <a:gd name="T15" fmla="*/ 1571 h 288"/>
                  <a:gd name="T16" fmla="*/ 8045 w 586"/>
                  <a:gd name="T17" fmla="*/ 1672 h 288"/>
                  <a:gd name="T18" fmla="*/ 7907 w 586"/>
                  <a:gd name="T19" fmla="*/ 1763 h 288"/>
                  <a:gd name="T20" fmla="*/ 7752 w 586"/>
                  <a:gd name="T21" fmla="*/ 1856 h 288"/>
                  <a:gd name="T22" fmla="*/ 7595 w 586"/>
                  <a:gd name="T23" fmla="*/ 1955 h 288"/>
                  <a:gd name="T24" fmla="*/ 7440 w 586"/>
                  <a:gd name="T25" fmla="*/ 2048 h 288"/>
                  <a:gd name="T26" fmla="*/ 7265 w 586"/>
                  <a:gd name="T27" fmla="*/ 2125 h 288"/>
                  <a:gd name="T28" fmla="*/ 7078 w 586"/>
                  <a:gd name="T29" fmla="*/ 2197 h 288"/>
                  <a:gd name="T30" fmla="*/ 6910 w 586"/>
                  <a:gd name="T31" fmla="*/ 2275 h 288"/>
                  <a:gd name="T32" fmla="*/ 6723 w 586"/>
                  <a:gd name="T33" fmla="*/ 2333 h 288"/>
                  <a:gd name="T34" fmla="*/ 6516 w 586"/>
                  <a:gd name="T35" fmla="*/ 2389 h 288"/>
                  <a:gd name="T36" fmla="*/ 6316 w 586"/>
                  <a:gd name="T37" fmla="*/ 2445 h 288"/>
                  <a:gd name="T38" fmla="*/ 6111 w 586"/>
                  <a:gd name="T39" fmla="*/ 2504 h 288"/>
                  <a:gd name="T40" fmla="*/ 5911 w 586"/>
                  <a:gd name="T41" fmla="*/ 2539 h 288"/>
                  <a:gd name="T42" fmla="*/ 5691 w 586"/>
                  <a:gd name="T43" fmla="*/ 2581 h 288"/>
                  <a:gd name="T44" fmla="*/ 5474 w 586"/>
                  <a:gd name="T45" fmla="*/ 2595 h 288"/>
                  <a:gd name="T46" fmla="*/ 5256 w 586"/>
                  <a:gd name="T47" fmla="*/ 2637 h 288"/>
                  <a:gd name="T48" fmla="*/ 5019 w 586"/>
                  <a:gd name="T49" fmla="*/ 2653 h 288"/>
                  <a:gd name="T50" fmla="*/ 4799 w 586"/>
                  <a:gd name="T51" fmla="*/ 2653 h 288"/>
                  <a:gd name="T52" fmla="*/ 4337 w 586"/>
                  <a:gd name="T53" fmla="*/ 2653 h 288"/>
                  <a:gd name="T54" fmla="*/ 4100 w 586"/>
                  <a:gd name="T55" fmla="*/ 2653 h 288"/>
                  <a:gd name="T56" fmla="*/ 3882 w 586"/>
                  <a:gd name="T57" fmla="*/ 2637 h 288"/>
                  <a:gd name="T58" fmla="*/ 3662 w 586"/>
                  <a:gd name="T59" fmla="*/ 2595 h 288"/>
                  <a:gd name="T60" fmla="*/ 3445 w 586"/>
                  <a:gd name="T61" fmla="*/ 2581 h 288"/>
                  <a:gd name="T62" fmla="*/ 3228 w 586"/>
                  <a:gd name="T63" fmla="*/ 2539 h 288"/>
                  <a:gd name="T64" fmla="*/ 3028 w 586"/>
                  <a:gd name="T65" fmla="*/ 2504 h 288"/>
                  <a:gd name="T66" fmla="*/ 2821 w 586"/>
                  <a:gd name="T67" fmla="*/ 2445 h 288"/>
                  <a:gd name="T68" fmla="*/ 2621 w 586"/>
                  <a:gd name="T69" fmla="*/ 2389 h 288"/>
                  <a:gd name="T70" fmla="*/ 2416 w 586"/>
                  <a:gd name="T71" fmla="*/ 2333 h 288"/>
                  <a:gd name="T72" fmla="*/ 2228 w 586"/>
                  <a:gd name="T73" fmla="*/ 2275 h 288"/>
                  <a:gd name="T74" fmla="*/ 2041 w 586"/>
                  <a:gd name="T75" fmla="*/ 2197 h 288"/>
                  <a:gd name="T76" fmla="*/ 1871 w 586"/>
                  <a:gd name="T77" fmla="*/ 2125 h 288"/>
                  <a:gd name="T78" fmla="*/ 1699 w 586"/>
                  <a:gd name="T79" fmla="*/ 2048 h 288"/>
                  <a:gd name="T80" fmla="*/ 1541 w 586"/>
                  <a:gd name="T81" fmla="*/ 1955 h 288"/>
                  <a:gd name="T82" fmla="*/ 1387 w 586"/>
                  <a:gd name="T83" fmla="*/ 1856 h 288"/>
                  <a:gd name="T84" fmla="*/ 1229 w 586"/>
                  <a:gd name="T85" fmla="*/ 1763 h 288"/>
                  <a:gd name="T86" fmla="*/ 1092 w 586"/>
                  <a:gd name="T87" fmla="*/ 1672 h 288"/>
                  <a:gd name="T88" fmla="*/ 949 w 586"/>
                  <a:gd name="T89" fmla="*/ 1571 h 288"/>
                  <a:gd name="T90" fmla="*/ 824 w 586"/>
                  <a:gd name="T91" fmla="*/ 1459 h 288"/>
                  <a:gd name="T92" fmla="*/ 717 w 586"/>
                  <a:gd name="T93" fmla="*/ 1365 h 288"/>
                  <a:gd name="T94" fmla="*/ 605 w 586"/>
                  <a:gd name="T95" fmla="*/ 1251 h 288"/>
                  <a:gd name="T96" fmla="*/ 500 w 586"/>
                  <a:gd name="T97" fmla="*/ 1139 h 288"/>
                  <a:gd name="T98" fmla="*/ 405 w 586"/>
                  <a:gd name="T99" fmla="*/ 1024 h 288"/>
                  <a:gd name="T100" fmla="*/ 325 w 586"/>
                  <a:gd name="T101" fmla="*/ 909 h 288"/>
                  <a:gd name="T102" fmla="*/ 0 w 586"/>
                  <a:gd name="T103" fmla="*/ 115 h 288"/>
                  <a:gd name="T104" fmla="*/ 6953 w 586"/>
                  <a:gd name="T105" fmla="*/ 4800 h 2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86" h="288">
                    <a:moveTo>
                      <a:pt x="572" y="94"/>
                    </a:moveTo>
                    <a:cubicBezTo>
                      <a:pt x="582" y="63"/>
                      <a:pt x="586" y="32"/>
                      <a:pt x="586" y="6"/>
                    </a:cubicBezTo>
                    <a:cubicBezTo>
                      <a:pt x="586" y="4"/>
                      <a:pt x="586" y="2"/>
                      <a:pt x="586" y="0"/>
                    </a:cubicBezTo>
                    <a:cubicBezTo>
                      <a:pt x="584" y="17"/>
                      <a:pt x="577" y="33"/>
                      <a:pt x="564" y="48"/>
                    </a:cubicBezTo>
                    <a:cubicBezTo>
                      <a:pt x="564" y="48"/>
                      <a:pt x="564" y="48"/>
                      <a:pt x="564" y="48"/>
                    </a:cubicBezTo>
                    <a:cubicBezTo>
                      <a:pt x="563" y="50"/>
                      <a:pt x="561" y="52"/>
                      <a:pt x="559" y="54"/>
                    </a:cubicBezTo>
                    <a:cubicBezTo>
                      <a:pt x="559" y="54"/>
                      <a:pt x="559" y="55"/>
                      <a:pt x="558" y="55"/>
                    </a:cubicBezTo>
                    <a:cubicBezTo>
                      <a:pt x="557" y="57"/>
                      <a:pt x="555" y="58"/>
                      <a:pt x="554" y="60"/>
                    </a:cubicBezTo>
                    <a:cubicBezTo>
                      <a:pt x="553" y="60"/>
                      <a:pt x="553" y="61"/>
                      <a:pt x="552" y="61"/>
                    </a:cubicBezTo>
                    <a:cubicBezTo>
                      <a:pt x="550" y="63"/>
                      <a:pt x="549" y="64"/>
                      <a:pt x="547" y="66"/>
                    </a:cubicBezTo>
                    <a:cubicBezTo>
                      <a:pt x="546" y="66"/>
                      <a:pt x="546" y="67"/>
                      <a:pt x="545" y="68"/>
                    </a:cubicBezTo>
                    <a:cubicBezTo>
                      <a:pt x="544" y="69"/>
                      <a:pt x="542" y="70"/>
                      <a:pt x="540" y="72"/>
                    </a:cubicBezTo>
                    <a:cubicBezTo>
                      <a:pt x="539" y="72"/>
                      <a:pt x="539" y="73"/>
                      <a:pt x="538" y="74"/>
                    </a:cubicBezTo>
                    <a:cubicBezTo>
                      <a:pt x="536" y="75"/>
                      <a:pt x="534" y="76"/>
                      <a:pt x="533" y="77"/>
                    </a:cubicBezTo>
                    <a:cubicBezTo>
                      <a:pt x="532" y="78"/>
                      <a:pt x="531" y="79"/>
                      <a:pt x="530" y="79"/>
                    </a:cubicBezTo>
                    <a:cubicBezTo>
                      <a:pt x="528" y="81"/>
                      <a:pt x="526" y="82"/>
                      <a:pt x="524" y="83"/>
                    </a:cubicBezTo>
                    <a:cubicBezTo>
                      <a:pt x="523" y="84"/>
                      <a:pt x="522" y="84"/>
                      <a:pt x="521" y="85"/>
                    </a:cubicBezTo>
                    <a:cubicBezTo>
                      <a:pt x="520" y="86"/>
                      <a:pt x="518" y="87"/>
                      <a:pt x="516" y="88"/>
                    </a:cubicBezTo>
                    <a:cubicBezTo>
                      <a:pt x="515" y="89"/>
                      <a:pt x="514" y="90"/>
                      <a:pt x="512" y="90"/>
                    </a:cubicBezTo>
                    <a:cubicBezTo>
                      <a:pt x="511" y="91"/>
                      <a:pt x="509" y="92"/>
                      <a:pt x="507" y="93"/>
                    </a:cubicBezTo>
                    <a:cubicBezTo>
                      <a:pt x="505" y="94"/>
                      <a:pt x="504" y="95"/>
                      <a:pt x="503" y="95"/>
                    </a:cubicBezTo>
                    <a:cubicBezTo>
                      <a:pt x="501" y="96"/>
                      <a:pt x="499" y="97"/>
                      <a:pt x="497" y="98"/>
                    </a:cubicBezTo>
                    <a:cubicBezTo>
                      <a:pt x="496" y="99"/>
                      <a:pt x="494" y="100"/>
                      <a:pt x="493" y="100"/>
                    </a:cubicBezTo>
                    <a:cubicBezTo>
                      <a:pt x="491" y="101"/>
                      <a:pt x="489" y="102"/>
                      <a:pt x="487" y="103"/>
                    </a:cubicBezTo>
                    <a:cubicBezTo>
                      <a:pt x="486" y="104"/>
                      <a:pt x="484" y="104"/>
                      <a:pt x="483" y="105"/>
                    </a:cubicBezTo>
                    <a:cubicBezTo>
                      <a:pt x="481" y="106"/>
                      <a:pt x="479" y="107"/>
                      <a:pt x="477" y="108"/>
                    </a:cubicBezTo>
                    <a:cubicBezTo>
                      <a:pt x="475" y="108"/>
                      <a:pt x="473" y="109"/>
                      <a:pt x="472" y="110"/>
                    </a:cubicBezTo>
                    <a:cubicBezTo>
                      <a:pt x="470" y="110"/>
                      <a:pt x="468" y="111"/>
                      <a:pt x="466" y="112"/>
                    </a:cubicBezTo>
                    <a:cubicBezTo>
                      <a:pt x="464" y="112"/>
                      <a:pt x="462" y="113"/>
                      <a:pt x="461" y="114"/>
                    </a:cubicBezTo>
                    <a:cubicBezTo>
                      <a:pt x="458" y="114"/>
                      <a:pt x="456" y="115"/>
                      <a:pt x="454" y="116"/>
                    </a:cubicBezTo>
                    <a:cubicBezTo>
                      <a:pt x="453" y="116"/>
                      <a:pt x="451" y="117"/>
                      <a:pt x="449" y="118"/>
                    </a:cubicBezTo>
                    <a:cubicBezTo>
                      <a:pt x="447" y="118"/>
                      <a:pt x="445" y="119"/>
                      <a:pt x="443" y="120"/>
                    </a:cubicBezTo>
                    <a:cubicBezTo>
                      <a:pt x="441" y="120"/>
                      <a:pt x="439" y="121"/>
                      <a:pt x="437" y="121"/>
                    </a:cubicBezTo>
                    <a:cubicBezTo>
                      <a:pt x="435" y="122"/>
                      <a:pt x="433" y="122"/>
                      <a:pt x="431" y="123"/>
                    </a:cubicBezTo>
                    <a:cubicBezTo>
                      <a:pt x="429" y="124"/>
                      <a:pt x="426" y="124"/>
                      <a:pt x="424" y="125"/>
                    </a:cubicBezTo>
                    <a:cubicBezTo>
                      <a:pt x="422" y="125"/>
                      <a:pt x="420" y="126"/>
                      <a:pt x="418" y="126"/>
                    </a:cubicBezTo>
                    <a:cubicBezTo>
                      <a:pt x="416" y="127"/>
                      <a:pt x="414" y="127"/>
                      <a:pt x="412" y="128"/>
                    </a:cubicBezTo>
                    <a:cubicBezTo>
                      <a:pt x="410" y="128"/>
                      <a:pt x="407" y="129"/>
                      <a:pt x="405" y="129"/>
                    </a:cubicBezTo>
                    <a:cubicBezTo>
                      <a:pt x="403" y="130"/>
                      <a:pt x="401" y="130"/>
                      <a:pt x="399" y="130"/>
                    </a:cubicBezTo>
                    <a:cubicBezTo>
                      <a:pt x="396" y="131"/>
                      <a:pt x="394" y="131"/>
                      <a:pt x="392" y="132"/>
                    </a:cubicBezTo>
                    <a:cubicBezTo>
                      <a:pt x="390" y="132"/>
                      <a:pt x="388" y="132"/>
                      <a:pt x="385" y="133"/>
                    </a:cubicBezTo>
                    <a:cubicBezTo>
                      <a:pt x="383" y="133"/>
                      <a:pt x="381" y="134"/>
                      <a:pt x="379" y="134"/>
                    </a:cubicBezTo>
                    <a:cubicBezTo>
                      <a:pt x="376" y="134"/>
                      <a:pt x="374" y="135"/>
                      <a:pt x="371" y="135"/>
                    </a:cubicBezTo>
                    <a:cubicBezTo>
                      <a:pt x="369" y="135"/>
                      <a:pt x="367" y="136"/>
                      <a:pt x="365" y="136"/>
                    </a:cubicBezTo>
                    <a:cubicBezTo>
                      <a:pt x="363" y="136"/>
                      <a:pt x="360" y="136"/>
                      <a:pt x="357" y="137"/>
                    </a:cubicBezTo>
                    <a:cubicBezTo>
                      <a:pt x="355" y="137"/>
                      <a:pt x="353" y="137"/>
                      <a:pt x="351" y="137"/>
                    </a:cubicBezTo>
                    <a:cubicBezTo>
                      <a:pt x="348" y="138"/>
                      <a:pt x="346" y="138"/>
                      <a:pt x="343" y="138"/>
                    </a:cubicBezTo>
                    <a:cubicBezTo>
                      <a:pt x="341" y="138"/>
                      <a:pt x="339" y="139"/>
                      <a:pt x="337" y="139"/>
                    </a:cubicBezTo>
                    <a:cubicBezTo>
                      <a:pt x="334" y="139"/>
                      <a:pt x="331" y="139"/>
                      <a:pt x="328" y="139"/>
                    </a:cubicBezTo>
                    <a:cubicBezTo>
                      <a:pt x="326" y="139"/>
                      <a:pt x="324" y="140"/>
                      <a:pt x="322" y="140"/>
                    </a:cubicBezTo>
                    <a:cubicBezTo>
                      <a:pt x="319" y="140"/>
                      <a:pt x="316" y="140"/>
                      <a:pt x="313" y="140"/>
                    </a:cubicBezTo>
                    <a:cubicBezTo>
                      <a:pt x="311" y="140"/>
                      <a:pt x="309" y="140"/>
                      <a:pt x="308" y="140"/>
                    </a:cubicBezTo>
                    <a:cubicBezTo>
                      <a:pt x="303" y="140"/>
                      <a:pt x="298" y="140"/>
                      <a:pt x="293" y="140"/>
                    </a:cubicBezTo>
                    <a:cubicBezTo>
                      <a:pt x="288" y="140"/>
                      <a:pt x="283" y="140"/>
                      <a:pt x="278" y="140"/>
                    </a:cubicBezTo>
                    <a:cubicBezTo>
                      <a:pt x="276" y="140"/>
                      <a:pt x="275" y="140"/>
                      <a:pt x="273" y="140"/>
                    </a:cubicBezTo>
                    <a:cubicBezTo>
                      <a:pt x="270" y="140"/>
                      <a:pt x="267" y="140"/>
                      <a:pt x="263" y="140"/>
                    </a:cubicBezTo>
                    <a:cubicBezTo>
                      <a:pt x="261" y="140"/>
                      <a:pt x="260" y="139"/>
                      <a:pt x="258" y="139"/>
                    </a:cubicBezTo>
                    <a:cubicBezTo>
                      <a:pt x="255" y="139"/>
                      <a:pt x="252" y="139"/>
                      <a:pt x="249" y="139"/>
                    </a:cubicBezTo>
                    <a:cubicBezTo>
                      <a:pt x="247" y="139"/>
                      <a:pt x="245" y="138"/>
                      <a:pt x="243" y="138"/>
                    </a:cubicBezTo>
                    <a:cubicBezTo>
                      <a:pt x="240" y="138"/>
                      <a:pt x="237" y="138"/>
                      <a:pt x="235" y="137"/>
                    </a:cubicBezTo>
                    <a:cubicBezTo>
                      <a:pt x="233" y="137"/>
                      <a:pt x="231" y="137"/>
                      <a:pt x="228" y="137"/>
                    </a:cubicBezTo>
                    <a:cubicBezTo>
                      <a:pt x="226" y="136"/>
                      <a:pt x="223" y="136"/>
                      <a:pt x="221" y="136"/>
                    </a:cubicBezTo>
                    <a:cubicBezTo>
                      <a:pt x="219" y="136"/>
                      <a:pt x="217" y="135"/>
                      <a:pt x="214" y="135"/>
                    </a:cubicBezTo>
                    <a:cubicBezTo>
                      <a:pt x="212" y="135"/>
                      <a:pt x="209" y="134"/>
                      <a:pt x="207" y="134"/>
                    </a:cubicBezTo>
                    <a:cubicBezTo>
                      <a:pt x="205" y="134"/>
                      <a:pt x="203" y="133"/>
                      <a:pt x="201" y="133"/>
                    </a:cubicBezTo>
                    <a:cubicBezTo>
                      <a:pt x="198" y="132"/>
                      <a:pt x="196" y="132"/>
                      <a:pt x="194" y="132"/>
                    </a:cubicBezTo>
                    <a:cubicBezTo>
                      <a:pt x="192" y="131"/>
                      <a:pt x="189" y="131"/>
                      <a:pt x="187" y="130"/>
                    </a:cubicBezTo>
                    <a:cubicBezTo>
                      <a:pt x="185" y="130"/>
                      <a:pt x="183" y="130"/>
                      <a:pt x="181" y="129"/>
                    </a:cubicBezTo>
                    <a:cubicBezTo>
                      <a:pt x="178" y="129"/>
                      <a:pt x="176" y="128"/>
                      <a:pt x="174" y="128"/>
                    </a:cubicBezTo>
                    <a:cubicBezTo>
                      <a:pt x="172" y="127"/>
                      <a:pt x="170" y="127"/>
                      <a:pt x="168" y="126"/>
                    </a:cubicBezTo>
                    <a:cubicBezTo>
                      <a:pt x="166" y="126"/>
                      <a:pt x="164" y="125"/>
                      <a:pt x="161" y="125"/>
                    </a:cubicBezTo>
                    <a:cubicBezTo>
                      <a:pt x="159" y="124"/>
                      <a:pt x="157" y="124"/>
                      <a:pt x="155" y="123"/>
                    </a:cubicBezTo>
                    <a:cubicBezTo>
                      <a:pt x="153" y="122"/>
                      <a:pt x="151" y="122"/>
                      <a:pt x="149" y="121"/>
                    </a:cubicBezTo>
                    <a:cubicBezTo>
                      <a:pt x="147" y="121"/>
                      <a:pt x="145" y="120"/>
                      <a:pt x="143" y="120"/>
                    </a:cubicBezTo>
                    <a:cubicBezTo>
                      <a:pt x="141" y="119"/>
                      <a:pt x="139" y="118"/>
                      <a:pt x="137" y="118"/>
                    </a:cubicBezTo>
                    <a:cubicBezTo>
                      <a:pt x="135" y="117"/>
                      <a:pt x="133" y="116"/>
                      <a:pt x="131" y="116"/>
                    </a:cubicBezTo>
                    <a:cubicBezTo>
                      <a:pt x="129" y="115"/>
                      <a:pt x="127" y="114"/>
                      <a:pt x="125" y="114"/>
                    </a:cubicBezTo>
                    <a:cubicBezTo>
                      <a:pt x="124" y="113"/>
                      <a:pt x="122" y="112"/>
                      <a:pt x="120" y="112"/>
                    </a:cubicBezTo>
                    <a:cubicBezTo>
                      <a:pt x="118" y="111"/>
                      <a:pt x="116" y="110"/>
                      <a:pt x="114" y="110"/>
                    </a:cubicBezTo>
                    <a:cubicBezTo>
                      <a:pt x="112" y="109"/>
                      <a:pt x="111" y="108"/>
                      <a:pt x="109" y="108"/>
                    </a:cubicBezTo>
                    <a:cubicBezTo>
                      <a:pt x="107" y="107"/>
                      <a:pt x="105" y="106"/>
                      <a:pt x="103" y="105"/>
                    </a:cubicBezTo>
                    <a:cubicBezTo>
                      <a:pt x="102" y="104"/>
                      <a:pt x="100" y="104"/>
                      <a:pt x="99" y="103"/>
                    </a:cubicBezTo>
                    <a:cubicBezTo>
                      <a:pt x="97" y="102"/>
                      <a:pt x="95" y="101"/>
                      <a:pt x="93" y="100"/>
                    </a:cubicBezTo>
                    <a:cubicBezTo>
                      <a:pt x="91" y="100"/>
                      <a:pt x="90" y="99"/>
                      <a:pt x="89" y="98"/>
                    </a:cubicBezTo>
                    <a:cubicBezTo>
                      <a:pt x="87" y="97"/>
                      <a:pt x="85" y="96"/>
                      <a:pt x="83" y="95"/>
                    </a:cubicBezTo>
                    <a:cubicBezTo>
                      <a:pt x="82" y="95"/>
                      <a:pt x="80" y="94"/>
                      <a:pt x="79" y="93"/>
                    </a:cubicBezTo>
                    <a:cubicBezTo>
                      <a:pt x="77" y="92"/>
                      <a:pt x="75" y="91"/>
                      <a:pt x="74" y="90"/>
                    </a:cubicBezTo>
                    <a:cubicBezTo>
                      <a:pt x="72" y="90"/>
                      <a:pt x="71" y="89"/>
                      <a:pt x="70" y="88"/>
                    </a:cubicBezTo>
                    <a:cubicBezTo>
                      <a:pt x="68" y="87"/>
                      <a:pt x="66" y="86"/>
                      <a:pt x="65" y="85"/>
                    </a:cubicBezTo>
                    <a:cubicBezTo>
                      <a:pt x="63" y="84"/>
                      <a:pt x="62" y="84"/>
                      <a:pt x="61" y="83"/>
                    </a:cubicBezTo>
                    <a:cubicBezTo>
                      <a:pt x="60" y="82"/>
                      <a:pt x="58" y="81"/>
                      <a:pt x="56" y="79"/>
                    </a:cubicBezTo>
                    <a:cubicBezTo>
                      <a:pt x="55" y="79"/>
                      <a:pt x="54" y="78"/>
                      <a:pt x="53" y="77"/>
                    </a:cubicBezTo>
                    <a:cubicBezTo>
                      <a:pt x="51" y="76"/>
                      <a:pt x="50" y="75"/>
                      <a:pt x="48" y="74"/>
                    </a:cubicBezTo>
                    <a:cubicBezTo>
                      <a:pt x="47" y="73"/>
                      <a:pt x="46" y="72"/>
                      <a:pt x="46" y="72"/>
                    </a:cubicBezTo>
                    <a:cubicBezTo>
                      <a:pt x="44" y="70"/>
                      <a:pt x="42" y="69"/>
                      <a:pt x="41" y="68"/>
                    </a:cubicBezTo>
                    <a:cubicBezTo>
                      <a:pt x="40" y="67"/>
                      <a:pt x="39" y="66"/>
                      <a:pt x="39" y="66"/>
                    </a:cubicBezTo>
                    <a:cubicBezTo>
                      <a:pt x="37" y="64"/>
                      <a:pt x="35" y="63"/>
                      <a:pt x="34" y="61"/>
                    </a:cubicBezTo>
                    <a:cubicBezTo>
                      <a:pt x="33" y="61"/>
                      <a:pt x="33" y="60"/>
                      <a:pt x="32" y="60"/>
                    </a:cubicBezTo>
                    <a:cubicBezTo>
                      <a:pt x="31" y="58"/>
                      <a:pt x="29" y="57"/>
                      <a:pt x="28" y="55"/>
                    </a:cubicBezTo>
                    <a:cubicBezTo>
                      <a:pt x="27" y="55"/>
                      <a:pt x="27" y="54"/>
                      <a:pt x="26" y="54"/>
                    </a:cubicBezTo>
                    <a:cubicBezTo>
                      <a:pt x="25" y="52"/>
                      <a:pt x="23" y="50"/>
                      <a:pt x="22" y="48"/>
                    </a:cubicBezTo>
                    <a:cubicBezTo>
                      <a:pt x="22" y="48"/>
                      <a:pt x="22" y="48"/>
                      <a:pt x="21" y="48"/>
                    </a:cubicBezTo>
                    <a:cubicBezTo>
                      <a:pt x="9" y="33"/>
                      <a:pt x="2" y="17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107"/>
                      <a:pt x="63" y="288"/>
                      <a:pt x="293" y="288"/>
                    </a:cubicBezTo>
                    <a:cubicBezTo>
                      <a:pt x="355" y="288"/>
                      <a:pt x="406" y="274"/>
                      <a:pt x="446" y="2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2" name="Freeform 145">
                <a:extLst>
                  <a:ext uri="{FF2B5EF4-FFF2-40B4-BE49-F238E27FC236}">
                    <a16:creationId xmlns:a16="http://schemas.microsoft.com/office/drawing/2014/main" id="{9FCC039D-EE3C-4A4B-8AA2-A5BD4A04E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777"/>
                <a:ext cx="557" cy="174"/>
              </a:xfrm>
              <a:custGeom>
                <a:avLst/>
                <a:gdLst>
                  <a:gd name="T0" fmla="*/ 3474 w 223"/>
                  <a:gd name="T1" fmla="*/ 1226 h 65"/>
                  <a:gd name="T2" fmla="*/ 3195 w 223"/>
                  <a:gd name="T3" fmla="*/ 824 h 65"/>
                  <a:gd name="T4" fmla="*/ 2837 w 223"/>
                  <a:gd name="T5" fmla="*/ 688 h 65"/>
                  <a:gd name="T6" fmla="*/ 1716 w 223"/>
                  <a:gd name="T7" fmla="*/ 367 h 65"/>
                  <a:gd name="T8" fmla="*/ 624 w 223"/>
                  <a:gd name="T9" fmla="*/ 56 h 65"/>
                  <a:gd name="T10" fmla="*/ 292 w 223"/>
                  <a:gd name="T11" fmla="*/ 21 h 65"/>
                  <a:gd name="T12" fmla="*/ 12 w 223"/>
                  <a:gd name="T13" fmla="*/ 150 h 65"/>
                  <a:gd name="T14" fmla="*/ 137 w 223"/>
                  <a:gd name="T15" fmla="*/ 787 h 65"/>
                  <a:gd name="T16" fmla="*/ 624 w 223"/>
                  <a:gd name="T17" fmla="*/ 573 h 65"/>
                  <a:gd name="T18" fmla="*/ 1571 w 223"/>
                  <a:gd name="T19" fmla="*/ 918 h 65"/>
                  <a:gd name="T20" fmla="*/ 2603 w 223"/>
                  <a:gd name="T21" fmla="*/ 1154 h 65"/>
                  <a:gd name="T22" fmla="*/ 3474 w 223"/>
                  <a:gd name="T23" fmla="*/ 1226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3" h="65">
                    <a:moveTo>
                      <a:pt x="223" y="64"/>
                    </a:moveTo>
                    <a:cubicBezTo>
                      <a:pt x="215" y="59"/>
                      <a:pt x="212" y="47"/>
                      <a:pt x="205" y="43"/>
                    </a:cubicBezTo>
                    <a:cubicBezTo>
                      <a:pt x="200" y="40"/>
                      <a:pt x="189" y="38"/>
                      <a:pt x="182" y="36"/>
                    </a:cubicBezTo>
                    <a:cubicBezTo>
                      <a:pt x="158" y="30"/>
                      <a:pt x="134" y="25"/>
                      <a:pt x="110" y="19"/>
                    </a:cubicBezTo>
                    <a:cubicBezTo>
                      <a:pt x="87" y="13"/>
                      <a:pt x="63" y="7"/>
                      <a:pt x="40" y="3"/>
                    </a:cubicBezTo>
                    <a:cubicBezTo>
                      <a:pt x="34" y="2"/>
                      <a:pt x="25" y="0"/>
                      <a:pt x="19" y="1"/>
                    </a:cubicBezTo>
                    <a:cubicBezTo>
                      <a:pt x="12" y="1"/>
                      <a:pt x="8" y="6"/>
                      <a:pt x="1" y="8"/>
                    </a:cubicBezTo>
                    <a:cubicBezTo>
                      <a:pt x="3" y="17"/>
                      <a:pt x="0" y="37"/>
                      <a:pt x="9" y="41"/>
                    </a:cubicBezTo>
                    <a:cubicBezTo>
                      <a:pt x="19" y="27"/>
                      <a:pt x="23" y="23"/>
                      <a:pt x="40" y="30"/>
                    </a:cubicBezTo>
                    <a:cubicBezTo>
                      <a:pt x="59" y="37"/>
                      <a:pt x="81" y="44"/>
                      <a:pt x="101" y="48"/>
                    </a:cubicBezTo>
                    <a:cubicBezTo>
                      <a:pt x="123" y="52"/>
                      <a:pt x="145" y="56"/>
                      <a:pt x="167" y="60"/>
                    </a:cubicBezTo>
                    <a:cubicBezTo>
                      <a:pt x="184" y="62"/>
                      <a:pt x="206" y="65"/>
                      <a:pt x="223" y="6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3" name="Freeform 146">
                <a:extLst>
                  <a:ext uri="{FF2B5EF4-FFF2-40B4-BE49-F238E27FC236}">
                    <a16:creationId xmlns:a16="http://schemas.microsoft.com/office/drawing/2014/main" id="{F9822597-FA2E-4BEE-B71F-07C7BC7C2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948"/>
                <a:ext cx="73" cy="67"/>
              </a:xfrm>
              <a:custGeom>
                <a:avLst/>
                <a:gdLst>
                  <a:gd name="T0" fmla="*/ 463 w 29"/>
                  <a:gd name="T1" fmla="*/ 0 h 25"/>
                  <a:gd name="T2" fmla="*/ 209 w 29"/>
                  <a:gd name="T3" fmla="*/ 367 h 25"/>
                  <a:gd name="T4" fmla="*/ 0 w 29"/>
                  <a:gd name="T5" fmla="*/ 42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9" y="0"/>
                    </a:moveTo>
                    <a:cubicBezTo>
                      <a:pt x="25" y="5"/>
                      <a:pt x="19" y="14"/>
                      <a:pt x="13" y="19"/>
                    </a:cubicBezTo>
                    <a:cubicBezTo>
                      <a:pt x="6" y="25"/>
                      <a:pt x="8" y="21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4" name="Freeform 147">
                <a:extLst>
                  <a:ext uri="{FF2B5EF4-FFF2-40B4-BE49-F238E27FC236}">
                    <a16:creationId xmlns:a16="http://schemas.microsoft.com/office/drawing/2014/main" id="{6E404304-1E14-4611-8D78-338DF07C5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03"/>
                <a:ext cx="674" cy="176"/>
              </a:xfrm>
              <a:custGeom>
                <a:avLst/>
                <a:gdLst>
                  <a:gd name="T0" fmla="*/ 0 w 270"/>
                  <a:gd name="T1" fmla="*/ 1251 h 66"/>
                  <a:gd name="T2" fmla="*/ 12 w 270"/>
                  <a:gd name="T3" fmla="*/ 1195 h 66"/>
                  <a:gd name="T4" fmla="*/ 155 w 270"/>
                  <a:gd name="T5" fmla="*/ 853 h 66"/>
                  <a:gd name="T6" fmla="*/ 624 w 270"/>
                  <a:gd name="T7" fmla="*/ 491 h 66"/>
                  <a:gd name="T8" fmla="*/ 1683 w 270"/>
                  <a:gd name="T9" fmla="*/ 77 h 66"/>
                  <a:gd name="T10" fmla="*/ 2691 w 270"/>
                  <a:gd name="T11" fmla="*/ 56 h 66"/>
                  <a:gd name="T12" fmla="*/ 3814 w 270"/>
                  <a:gd name="T13" fmla="*/ 307 h 66"/>
                  <a:gd name="T14" fmla="*/ 4201 w 270"/>
                  <a:gd name="T15" fmla="*/ 661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0" h="66">
                    <a:moveTo>
                      <a:pt x="0" y="66"/>
                    </a:moveTo>
                    <a:cubicBezTo>
                      <a:pt x="0" y="65"/>
                      <a:pt x="0" y="64"/>
                      <a:pt x="1" y="63"/>
                    </a:cubicBezTo>
                    <a:cubicBezTo>
                      <a:pt x="3" y="54"/>
                      <a:pt x="3" y="49"/>
                      <a:pt x="10" y="45"/>
                    </a:cubicBezTo>
                    <a:cubicBezTo>
                      <a:pt x="20" y="39"/>
                      <a:pt x="30" y="32"/>
                      <a:pt x="40" y="26"/>
                    </a:cubicBezTo>
                    <a:cubicBezTo>
                      <a:pt x="62" y="15"/>
                      <a:pt x="84" y="9"/>
                      <a:pt x="108" y="4"/>
                    </a:cubicBezTo>
                    <a:cubicBezTo>
                      <a:pt x="130" y="0"/>
                      <a:pt x="151" y="3"/>
                      <a:pt x="173" y="3"/>
                    </a:cubicBezTo>
                    <a:cubicBezTo>
                      <a:pt x="197" y="4"/>
                      <a:pt x="222" y="9"/>
                      <a:pt x="245" y="16"/>
                    </a:cubicBezTo>
                    <a:cubicBezTo>
                      <a:pt x="256" y="19"/>
                      <a:pt x="267" y="23"/>
                      <a:pt x="270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5" name="Freeform 148">
                <a:extLst>
                  <a:ext uri="{FF2B5EF4-FFF2-40B4-BE49-F238E27FC236}">
                    <a16:creationId xmlns:a16="http://schemas.microsoft.com/office/drawing/2014/main" id="{DE89732E-4DE7-488E-81C4-2C4242ED3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996"/>
                <a:ext cx="637" cy="109"/>
              </a:xfrm>
              <a:custGeom>
                <a:avLst/>
                <a:gdLst>
                  <a:gd name="T0" fmla="*/ 3912 w 255"/>
                  <a:gd name="T1" fmla="*/ 0 h 41"/>
                  <a:gd name="T2" fmla="*/ 3537 w 255"/>
                  <a:gd name="T3" fmla="*/ 191 h 41"/>
                  <a:gd name="T4" fmla="*/ 2840 w 255"/>
                  <a:gd name="T5" fmla="*/ 191 h 41"/>
                  <a:gd name="T6" fmla="*/ 2153 w 255"/>
                  <a:gd name="T7" fmla="*/ 114 h 41"/>
                  <a:gd name="T8" fmla="*/ 1229 w 255"/>
                  <a:gd name="T9" fmla="*/ 191 h 41"/>
                  <a:gd name="T10" fmla="*/ 125 w 255"/>
                  <a:gd name="T11" fmla="*/ 657 h 41"/>
                  <a:gd name="T12" fmla="*/ 0 w 255"/>
                  <a:gd name="T13" fmla="*/ 77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5" h="41">
                    <a:moveTo>
                      <a:pt x="251" y="0"/>
                    </a:moveTo>
                    <a:cubicBezTo>
                      <a:pt x="255" y="9"/>
                      <a:pt x="235" y="11"/>
                      <a:pt x="227" y="10"/>
                    </a:cubicBezTo>
                    <a:cubicBezTo>
                      <a:pt x="212" y="7"/>
                      <a:pt x="197" y="11"/>
                      <a:pt x="182" y="10"/>
                    </a:cubicBezTo>
                    <a:cubicBezTo>
                      <a:pt x="167" y="10"/>
                      <a:pt x="153" y="6"/>
                      <a:pt x="138" y="6"/>
                    </a:cubicBezTo>
                    <a:cubicBezTo>
                      <a:pt x="118" y="6"/>
                      <a:pt x="99" y="7"/>
                      <a:pt x="79" y="10"/>
                    </a:cubicBezTo>
                    <a:cubicBezTo>
                      <a:pt x="55" y="13"/>
                      <a:pt x="28" y="21"/>
                      <a:pt x="8" y="35"/>
                    </a:cubicBezTo>
                    <a:cubicBezTo>
                      <a:pt x="5" y="37"/>
                      <a:pt x="3" y="39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6" name="Freeform 149">
                <a:extLst>
                  <a:ext uri="{FF2B5EF4-FFF2-40B4-BE49-F238E27FC236}">
                    <a16:creationId xmlns:a16="http://schemas.microsoft.com/office/drawing/2014/main" id="{D463AF76-B882-4FCF-AE9D-A5E724F35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69"/>
                <a:ext cx="589" cy="112"/>
              </a:xfrm>
              <a:custGeom>
                <a:avLst/>
                <a:gdLst>
                  <a:gd name="T0" fmla="*/ 3669 w 236"/>
                  <a:gd name="T1" fmla="*/ 363 h 42"/>
                  <a:gd name="T2" fmla="*/ 3314 w 236"/>
                  <a:gd name="T3" fmla="*/ 264 h 42"/>
                  <a:gd name="T4" fmla="*/ 2536 w 236"/>
                  <a:gd name="T5" fmla="*/ 77 h 42"/>
                  <a:gd name="T6" fmla="*/ 1278 w 236"/>
                  <a:gd name="T7" fmla="*/ 136 h 42"/>
                  <a:gd name="T8" fmla="*/ 404 w 236"/>
                  <a:gd name="T9" fmla="*/ 512 h 42"/>
                  <a:gd name="T10" fmla="*/ 0 w 236"/>
                  <a:gd name="T11" fmla="*/ 79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6" h="42">
                    <a:moveTo>
                      <a:pt x="236" y="19"/>
                    </a:moveTo>
                    <a:cubicBezTo>
                      <a:pt x="228" y="18"/>
                      <a:pt x="220" y="16"/>
                      <a:pt x="213" y="14"/>
                    </a:cubicBezTo>
                    <a:cubicBezTo>
                      <a:pt x="197" y="9"/>
                      <a:pt x="180" y="7"/>
                      <a:pt x="163" y="4"/>
                    </a:cubicBezTo>
                    <a:cubicBezTo>
                      <a:pt x="136" y="0"/>
                      <a:pt x="109" y="1"/>
                      <a:pt x="82" y="7"/>
                    </a:cubicBezTo>
                    <a:cubicBezTo>
                      <a:pt x="62" y="12"/>
                      <a:pt x="42" y="13"/>
                      <a:pt x="26" y="27"/>
                    </a:cubicBezTo>
                    <a:cubicBezTo>
                      <a:pt x="18" y="34"/>
                      <a:pt x="7" y="36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7" name="Freeform 150">
                <a:extLst>
                  <a:ext uri="{FF2B5EF4-FFF2-40B4-BE49-F238E27FC236}">
                    <a16:creationId xmlns:a16="http://schemas.microsoft.com/office/drawing/2014/main" id="{FA282A6B-BDED-41A6-A45E-BF969CE9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489"/>
                <a:ext cx="180" cy="174"/>
              </a:xfrm>
              <a:custGeom>
                <a:avLst/>
                <a:gdLst>
                  <a:gd name="T0" fmla="*/ 1095 w 72"/>
                  <a:gd name="T1" fmla="*/ 0 h 65"/>
                  <a:gd name="T2" fmla="*/ 970 w 72"/>
                  <a:gd name="T3" fmla="*/ 538 h 65"/>
                  <a:gd name="T4" fmla="*/ 595 w 72"/>
                  <a:gd name="T5" fmla="*/ 731 h 65"/>
                  <a:gd name="T6" fmla="*/ 208 w 72"/>
                  <a:gd name="T7" fmla="*/ 1076 h 65"/>
                  <a:gd name="T8" fmla="*/ 0 w 72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65">
                    <a:moveTo>
                      <a:pt x="70" y="0"/>
                    </a:moveTo>
                    <a:cubicBezTo>
                      <a:pt x="68" y="11"/>
                      <a:pt x="72" y="22"/>
                      <a:pt x="62" y="28"/>
                    </a:cubicBezTo>
                    <a:cubicBezTo>
                      <a:pt x="54" y="32"/>
                      <a:pt x="46" y="33"/>
                      <a:pt x="38" y="38"/>
                    </a:cubicBezTo>
                    <a:cubicBezTo>
                      <a:pt x="29" y="44"/>
                      <a:pt x="22" y="51"/>
                      <a:pt x="13" y="56"/>
                    </a:cubicBezTo>
                    <a:cubicBezTo>
                      <a:pt x="8" y="59"/>
                      <a:pt x="2" y="61"/>
                      <a:pt x="0" y="6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8" name="Freeform 151">
                <a:extLst>
                  <a:ext uri="{FF2B5EF4-FFF2-40B4-BE49-F238E27FC236}">
                    <a16:creationId xmlns:a16="http://schemas.microsoft.com/office/drawing/2014/main" id="{8214F344-633D-41FC-8E9B-0A4102BDF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489"/>
                <a:ext cx="230" cy="118"/>
              </a:xfrm>
              <a:custGeom>
                <a:avLst/>
                <a:gdLst>
                  <a:gd name="T0" fmla="*/ 1438 w 92"/>
                  <a:gd name="T1" fmla="*/ 0 h 44"/>
                  <a:gd name="T2" fmla="*/ 550 w 92"/>
                  <a:gd name="T3" fmla="*/ 330 h 44"/>
                  <a:gd name="T4" fmla="*/ 0 w 92"/>
                  <a:gd name="T5" fmla="*/ 84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44">
                    <a:moveTo>
                      <a:pt x="92" y="0"/>
                    </a:moveTo>
                    <a:cubicBezTo>
                      <a:pt x="72" y="0"/>
                      <a:pt x="53" y="6"/>
                      <a:pt x="35" y="17"/>
                    </a:cubicBezTo>
                    <a:cubicBezTo>
                      <a:pt x="24" y="23"/>
                      <a:pt x="10" y="39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9" name="Freeform 152">
                <a:extLst>
                  <a:ext uri="{FF2B5EF4-FFF2-40B4-BE49-F238E27FC236}">
                    <a16:creationId xmlns:a16="http://schemas.microsoft.com/office/drawing/2014/main" id="{AC9E6BFA-4F35-4F44-B4FD-89754530C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559"/>
                <a:ext cx="327" cy="117"/>
              </a:xfrm>
              <a:custGeom>
                <a:avLst/>
                <a:gdLst>
                  <a:gd name="T0" fmla="*/ 2037 w 131"/>
                  <a:gd name="T1" fmla="*/ 827 h 44"/>
                  <a:gd name="T2" fmla="*/ 1041 w 131"/>
                  <a:gd name="T3" fmla="*/ 35 h 44"/>
                  <a:gd name="T4" fmla="*/ 0 w 131"/>
                  <a:gd name="T5" fmla="*/ 34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44">
                    <a:moveTo>
                      <a:pt x="131" y="44"/>
                    </a:moveTo>
                    <a:cubicBezTo>
                      <a:pt x="112" y="26"/>
                      <a:pt x="95" y="3"/>
                      <a:pt x="67" y="2"/>
                    </a:cubicBezTo>
                    <a:cubicBezTo>
                      <a:pt x="47" y="0"/>
                      <a:pt x="16" y="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0" name="Freeform 153">
                <a:extLst>
                  <a:ext uri="{FF2B5EF4-FFF2-40B4-BE49-F238E27FC236}">
                    <a16:creationId xmlns:a16="http://schemas.microsoft.com/office/drawing/2014/main" id="{9D3B2171-FE45-464F-AD9E-B782346D2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393"/>
                <a:ext cx="130" cy="190"/>
              </a:xfrm>
              <a:custGeom>
                <a:avLst/>
                <a:gdLst>
                  <a:gd name="T0" fmla="*/ 675 w 52"/>
                  <a:gd name="T1" fmla="*/ 1188 h 71"/>
                  <a:gd name="T2" fmla="*/ 813 w 52"/>
                  <a:gd name="T3" fmla="*/ 787 h 71"/>
                  <a:gd name="T4" fmla="*/ 550 w 52"/>
                  <a:gd name="T5" fmla="*/ 0 h 71"/>
                  <a:gd name="T6" fmla="*/ 175 w 52"/>
                  <a:gd name="T7" fmla="*/ 731 h 71"/>
                  <a:gd name="T8" fmla="*/ 0 w 52"/>
                  <a:gd name="T9" fmla="*/ 135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71">
                    <a:moveTo>
                      <a:pt x="43" y="62"/>
                    </a:moveTo>
                    <a:cubicBezTo>
                      <a:pt x="45" y="54"/>
                      <a:pt x="48" y="48"/>
                      <a:pt x="52" y="41"/>
                    </a:cubicBezTo>
                    <a:cubicBezTo>
                      <a:pt x="42" y="34"/>
                      <a:pt x="49" y="3"/>
                      <a:pt x="35" y="0"/>
                    </a:cubicBezTo>
                    <a:cubicBezTo>
                      <a:pt x="26" y="11"/>
                      <a:pt x="19" y="26"/>
                      <a:pt x="11" y="38"/>
                    </a:cubicBezTo>
                    <a:cubicBezTo>
                      <a:pt x="4" y="49"/>
                      <a:pt x="1" y="58"/>
                      <a:pt x="0" y="7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1" name="Freeform 154">
                <a:extLst>
                  <a:ext uri="{FF2B5EF4-FFF2-40B4-BE49-F238E27FC236}">
                    <a16:creationId xmlns:a16="http://schemas.microsoft.com/office/drawing/2014/main" id="{1D920C59-D5D2-4D12-BD11-5D5F9C118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649"/>
                <a:ext cx="280" cy="56"/>
              </a:xfrm>
              <a:custGeom>
                <a:avLst/>
                <a:gdLst>
                  <a:gd name="T0" fmla="*/ 0 w 112"/>
                  <a:gd name="T1" fmla="*/ 171 h 21"/>
                  <a:gd name="T2" fmla="*/ 250 w 112"/>
                  <a:gd name="T3" fmla="*/ 35 h 21"/>
                  <a:gd name="T4" fmla="*/ 720 w 112"/>
                  <a:gd name="T5" fmla="*/ 21 h 21"/>
                  <a:gd name="T6" fmla="*/ 1283 w 112"/>
                  <a:gd name="T7" fmla="*/ 171 h 21"/>
                  <a:gd name="T8" fmla="*/ 1533 w 112"/>
                  <a:gd name="T9" fmla="*/ 397 h 21"/>
                  <a:gd name="T10" fmla="*/ 1750 w 112"/>
                  <a:gd name="T11" fmla="*/ 17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1">
                    <a:moveTo>
                      <a:pt x="0" y="9"/>
                    </a:moveTo>
                    <a:cubicBezTo>
                      <a:pt x="6" y="8"/>
                      <a:pt x="9" y="4"/>
                      <a:pt x="16" y="2"/>
                    </a:cubicBezTo>
                    <a:cubicBezTo>
                      <a:pt x="26" y="0"/>
                      <a:pt x="35" y="0"/>
                      <a:pt x="46" y="1"/>
                    </a:cubicBezTo>
                    <a:cubicBezTo>
                      <a:pt x="54" y="2"/>
                      <a:pt x="75" y="5"/>
                      <a:pt x="82" y="9"/>
                    </a:cubicBezTo>
                    <a:cubicBezTo>
                      <a:pt x="88" y="12"/>
                      <a:pt x="93" y="17"/>
                      <a:pt x="98" y="21"/>
                    </a:cubicBezTo>
                    <a:cubicBezTo>
                      <a:pt x="102" y="17"/>
                      <a:pt x="108" y="20"/>
                      <a:pt x="112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2" name="Freeform 155">
                <a:extLst>
                  <a:ext uri="{FF2B5EF4-FFF2-40B4-BE49-F238E27FC236}">
                    <a16:creationId xmlns:a16="http://schemas.microsoft.com/office/drawing/2014/main" id="{20EA6484-3CE8-4CB7-A43B-17C885424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647"/>
                <a:ext cx="724" cy="301"/>
              </a:xfrm>
              <a:custGeom>
                <a:avLst/>
                <a:gdLst>
                  <a:gd name="T0" fmla="*/ 1321 w 290"/>
                  <a:gd name="T1" fmla="*/ 943 h 113"/>
                  <a:gd name="T2" fmla="*/ 1133 w 290"/>
                  <a:gd name="T3" fmla="*/ 852 h 113"/>
                  <a:gd name="T4" fmla="*/ 729 w 290"/>
                  <a:gd name="T5" fmla="*/ 682 h 113"/>
                  <a:gd name="T6" fmla="*/ 200 w 290"/>
                  <a:gd name="T7" fmla="*/ 511 h 113"/>
                  <a:gd name="T8" fmla="*/ 62 w 290"/>
                  <a:gd name="T9" fmla="*/ 205 h 113"/>
                  <a:gd name="T10" fmla="*/ 105 w 290"/>
                  <a:gd name="T11" fmla="*/ 56 h 113"/>
                  <a:gd name="T12" fmla="*/ 292 w 290"/>
                  <a:gd name="T13" fmla="*/ 35 h 113"/>
                  <a:gd name="T14" fmla="*/ 886 w 290"/>
                  <a:gd name="T15" fmla="*/ 170 h 113"/>
                  <a:gd name="T16" fmla="*/ 1665 w 290"/>
                  <a:gd name="T17" fmla="*/ 432 h 113"/>
                  <a:gd name="T18" fmla="*/ 3328 w 290"/>
                  <a:gd name="T19" fmla="*/ 1113 h 113"/>
                  <a:gd name="T20" fmla="*/ 4232 w 290"/>
                  <a:gd name="T21" fmla="*/ 1569 h 113"/>
                  <a:gd name="T22" fmla="*/ 4481 w 290"/>
                  <a:gd name="T23" fmla="*/ 1761 h 113"/>
                  <a:gd name="T24" fmla="*/ 4469 w 290"/>
                  <a:gd name="T25" fmla="*/ 2099 h 113"/>
                  <a:gd name="T26" fmla="*/ 4406 w 290"/>
                  <a:gd name="T27" fmla="*/ 2136 h 1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0" h="113">
                    <a:moveTo>
                      <a:pt x="85" y="50"/>
                    </a:moveTo>
                    <a:cubicBezTo>
                      <a:pt x="80" y="49"/>
                      <a:pt x="77" y="47"/>
                      <a:pt x="73" y="45"/>
                    </a:cubicBezTo>
                    <a:cubicBezTo>
                      <a:pt x="64" y="41"/>
                      <a:pt x="56" y="39"/>
                      <a:pt x="47" y="36"/>
                    </a:cubicBezTo>
                    <a:cubicBezTo>
                      <a:pt x="36" y="32"/>
                      <a:pt x="24" y="30"/>
                      <a:pt x="13" y="27"/>
                    </a:cubicBezTo>
                    <a:cubicBezTo>
                      <a:pt x="2" y="24"/>
                      <a:pt x="0" y="21"/>
                      <a:pt x="4" y="11"/>
                    </a:cubicBezTo>
                    <a:cubicBezTo>
                      <a:pt x="6" y="6"/>
                      <a:pt x="3" y="7"/>
                      <a:pt x="7" y="3"/>
                    </a:cubicBezTo>
                    <a:cubicBezTo>
                      <a:pt x="10" y="2"/>
                      <a:pt x="16" y="2"/>
                      <a:pt x="19" y="2"/>
                    </a:cubicBezTo>
                    <a:cubicBezTo>
                      <a:pt x="32" y="0"/>
                      <a:pt x="44" y="5"/>
                      <a:pt x="57" y="9"/>
                    </a:cubicBezTo>
                    <a:cubicBezTo>
                      <a:pt x="73" y="14"/>
                      <a:pt x="90" y="19"/>
                      <a:pt x="107" y="23"/>
                    </a:cubicBezTo>
                    <a:cubicBezTo>
                      <a:pt x="144" y="33"/>
                      <a:pt x="179" y="45"/>
                      <a:pt x="214" y="59"/>
                    </a:cubicBezTo>
                    <a:cubicBezTo>
                      <a:pt x="234" y="67"/>
                      <a:pt x="253" y="75"/>
                      <a:pt x="272" y="83"/>
                    </a:cubicBezTo>
                    <a:cubicBezTo>
                      <a:pt x="278" y="85"/>
                      <a:pt x="287" y="86"/>
                      <a:pt x="288" y="93"/>
                    </a:cubicBezTo>
                    <a:cubicBezTo>
                      <a:pt x="290" y="98"/>
                      <a:pt x="287" y="106"/>
                      <a:pt x="287" y="111"/>
                    </a:cubicBezTo>
                    <a:cubicBezTo>
                      <a:pt x="286" y="111"/>
                      <a:pt x="283" y="113"/>
                      <a:pt x="283" y="1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3" name="Freeform 156">
                <a:extLst>
                  <a:ext uri="{FF2B5EF4-FFF2-40B4-BE49-F238E27FC236}">
                    <a16:creationId xmlns:a16="http://schemas.microsoft.com/office/drawing/2014/main" id="{3D959B2E-41EB-4393-BACA-74F00A3AC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71"/>
                <a:ext cx="347" cy="141"/>
              </a:xfrm>
              <a:custGeom>
                <a:avLst/>
                <a:gdLst>
                  <a:gd name="T0" fmla="*/ 2162 w 139"/>
                  <a:gd name="T1" fmla="*/ 998 h 53"/>
                  <a:gd name="T2" fmla="*/ 946 w 139"/>
                  <a:gd name="T3" fmla="*/ 418 h 53"/>
                  <a:gd name="T4" fmla="*/ 0 w 139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53">
                    <a:moveTo>
                      <a:pt x="139" y="53"/>
                    </a:moveTo>
                    <a:cubicBezTo>
                      <a:pt x="112" y="45"/>
                      <a:pt x="87" y="33"/>
                      <a:pt x="61" y="22"/>
                    </a:cubicBezTo>
                    <a:cubicBezTo>
                      <a:pt x="42" y="15"/>
                      <a:pt x="18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4" name="Freeform 157">
                <a:extLst>
                  <a:ext uri="{FF2B5EF4-FFF2-40B4-BE49-F238E27FC236}">
                    <a16:creationId xmlns:a16="http://schemas.microsoft.com/office/drawing/2014/main" id="{3BE8F9BC-BCAC-4936-9418-DCD96C2C3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631"/>
                <a:ext cx="132" cy="141"/>
              </a:xfrm>
              <a:custGeom>
                <a:avLst/>
                <a:gdLst>
                  <a:gd name="T0" fmla="*/ 819 w 53"/>
                  <a:gd name="T1" fmla="*/ 170 h 53"/>
                  <a:gd name="T2" fmla="*/ 433 w 53"/>
                  <a:gd name="T3" fmla="*/ 21 h 53"/>
                  <a:gd name="T4" fmla="*/ 249 w 53"/>
                  <a:gd name="T5" fmla="*/ 375 h 53"/>
                  <a:gd name="T6" fmla="*/ 0 w 53"/>
                  <a:gd name="T7" fmla="*/ 99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3">
                    <a:moveTo>
                      <a:pt x="53" y="9"/>
                    </a:moveTo>
                    <a:cubicBezTo>
                      <a:pt x="49" y="7"/>
                      <a:pt x="31" y="0"/>
                      <a:pt x="28" y="1"/>
                    </a:cubicBezTo>
                    <a:cubicBezTo>
                      <a:pt x="25" y="2"/>
                      <a:pt x="18" y="17"/>
                      <a:pt x="16" y="20"/>
                    </a:cubicBezTo>
                    <a:cubicBezTo>
                      <a:pt x="10" y="31"/>
                      <a:pt x="5" y="42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5" name="Freeform 158">
                <a:extLst>
                  <a:ext uri="{FF2B5EF4-FFF2-40B4-BE49-F238E27FC236}">
                    <a16:creationId xmlns:a16="http://schemas.microsoft.com/office/drawing/2014/main" id="{400CDD0E-1A15-4B58-AD58-F971CCE84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55"/>
                <a:ext cx="65" cy="128"/>
              </a:xfrm>
              <a:custGeom>
                <a:avLst/>
                <a:gdLst>
                  <a:gd name="T0" fmla="*/ 408 w 26"/>
                  <a:gd name="T1" fmla="*/ 0 h 48"/>
                  <a:gd name="T2" fmla="*/ 125 w 26"/>
                  <a:gd name="T3" fmla="*/ 627 h 48"/>
                  <a:gd name="T4" fmla="*/ 0 w 26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8">
                    <a:moveTo>
                      <a:pt x="26" y="0"/>
                    </a:moveTo>
                    <a:cubicBezTo>
                      <a:pt x="25" y="11"/>
                      <a:pt x="13" y="24"/>
                      <a:pt x="8" y="33"/>
                    </a:cubicBezTo>
                    <a:cubicBezTo>
                      <a:pt x="5" y="39"/>
                      <a:pt x="2" y="45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6" name="Freeform 159">
                <a:extLst>
                  <a:ext uri="{FF2B5EF4-FFF2-40B4-BE49-F238E27FC236}">
                    <a16:creationId xmlns:a16="http://schemas.microsoft.com/office/drawing/2014/main" id="{CB8046C7-E2CC-405B-8BD2-E46DCC286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780"/>
                <a:ext cx="110" cy="232"/>
              </a:xfrm>
              <a:custGeom>
                <a:avLst/>
                <a:gdLst>
                  <a:gd name="T0" fmla="*/ 470 w 44"/>
                  <a:gd name="T1" fmla="*/ 1651 h 87"/>
                  <a:gd name="T2" fmla="*/ 675 w 44"/>
                  <a:gd name="T3" fmla="*/ 797 h 87"/>
                  <a:gd name="T4" fmla="*/ 563 w 44"/>
                  <a:gd name="T5" fmla="*/ 35 h 87"/>
                  <a:gd name="T6" fmla="*/ 238 w 44"/>
                  <a:gd name="T7" fmla="*/ 56 h 87"/>
                  <a:gd name="T8" fmla="*/ 145 w 44"/>
                  <a:gd name="T9" fmla="*/ 491 h 87"/>
                  <a:gd name="T10" fmla="*/ 0 w 44"/>
                  <a:gd name="T11" fmla="*/ 1272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87">
                    <a:moveTo>
                      <a:pt x="30" y="87"/>
                    </a:moveTo>
                    <a:cubicBezTo>
                      <a:pt x="32" y="71"/>
                      <a:pt x="44" y="57"/>
                      <a:pt x="43" y="42"/>
                    </a:cubicBezTo>
                    <a:cubicBezTo>
                      <a:pt x="43" y="29"/>
                      <a:pt x="41" y="13"/>
                      <a:pt x="36" y="2"/>
                    </a:cubicBezTo>
                    <a:cubicBezTo>
                      <a:pt x="30" y="2"/>
                      <a:pt x="20" y="0"/>
                      <a:pt x="15" y="3"/>
                    </a:cubicBezTo>
                    <a:cubicBezTo>
                      <a:pt x="8" y="7"/>
                      <a:pt x="9" y="19"/>
                      <a:pt x="9" y="26"/>
                    </a:cubicBezTo>
                    <a:cubicBezTo>
                      <a:pt x="8" y="40"/>
                      <a:pt x="7" y="57"/>
                      <a:pt x="0" y="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7" name="Freeform 160">
                <a:extLst>
                  <a:ext uri="{FF2B5EF4-FFF2-40B4-BE49-F238E27FC236}">
                    <a16:creationId xmlns:a16="http://schemas.microsoft.com/office/drawing/2014/main" id="{2A3178E6-8AFA-43A6-A2CD-069FCB34A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668"/>
                <a:ext cx="63" cy="133"/>
              </a:xfrm>
              <a:custGeom>
                <a:avLst/>
                <a:gdLst>
                  <a:gd name="T0" fmla="*/ 401 w 25"/>
                  <a:gd name="T1" fmla="*/ 716 h 50"/>
                  <a:gd name="T2" fmla="*/ 368 w 25"/>
                  <a:gd name="T3" fmla="*/ 0 h 50"/>
                  <a:gd name="T4" fmla="*/ 0 w 25"/>
                  <a:gd name="T5" fmla="*/ 904 h 50"/>
                  <a:gd name="T6" fmla="*/ 0 w 25"/>
                  <a:gd name="T7" fmla="*/ 904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0">
                    <a:moveTo>
                      <a:pt x="25" y="38"/>
                    </a:moveTo>
                    <a:cubicBezTo>
                      <a:pt x="22" y="26"/>
                      <a:pt x="23" y="12"/>
                      <a:pt x="23" y="0"/>
                    </a:cubicBezTo>
                    <a:cubicBezTo>
                      <a:pt x="2" y="3"/>
                      <a:pt x="0" y="32"/>
                      <a:pt x="0" y="48"/>
                    </a:cubicBezTo>
                    <a:cubicBezTo>
                      <a:pt x="0" y="50"/>
                      <a:pt x="0" y="50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8" name="Freeform 161">
                <a:extLst>
                  <a:ext uri="{FF2B5EF4-FFF2-40B4-BE49-F238E27FC236}">
                    <a16:creationId xmlns:a16="http://schemas.microsoft.com/office/drawing/2014/main" id="{592D1578-028B-4B82-A832-58F86169B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444"/>
                <a:ext cx="93" cy="136"/>
              </a:xfrm>
              <a:custGeom>
                <a:avLst/>
                <a:gdLst>
                  <a:gd name="T0" fmla="*/ 505 w 37"/>
                  <a:gd name="T1" fmla="*/ 968 h 51"/>
                  <a:gd name="T2" fmla="*/ 588 w 37"/>
                  <a:gd name="T3" fmla="*/ 648 h 51"/>
                  <a:gd name="T4" fmla="*/ 555 w 37"/>
                  <a:gd name="T5" fmla="*/ 363 h 51"/>
                  <a:gd name="T6" fmla="*/ 588 w 37"/>
                  <a:gd name="T7" fmla="*/ 149 h 51"/>
                  <a:gd name="T8" fmla="*/ 176 w 37"/>
                  <a:gd name="T9" fmla="*/ 35 h 51"/>
                  <a:gd name="T10" fmla="*/ 0 w 37"/>
                  <a:gd name="T11" fmla="*/ 37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1">
                    <a:moveTo>
                      <a:pt x="32" y="51"/>
                    </a:moveTo>
                    <a:cubicBezTo>
                      <a:pt x="32" y="44"/>
                      <a:pt x="37" y="39"/>
                      <a:pt x="37" y="34"/>
                    </a:cubicBezTo>
                    <a:cubicBezTo>
                      <a:pt x="37" y="29"/>
                      <a:pt x="35" y="24"/>
                      <a:pt x="35" y="19"/>
                    </a:cubicBezTo>
                    <a:cubicBezTo>
                      <a:pt x="35" y="17"/>
                      <a:pt x="37" y="9"/>
                      <a:pt x="37" y="8"/>
                    </a:cubicBezTo>
                    <a:cubicBezTo>
                      <a:pt x="35" y="4"/>
                      <a:pt x="15" y="0"/>
                      <a:pt x="11" y="2"/>
                    </a:cubicBezTo>
                    <a:cubicBezTo>
                      <a:pt x="6" y="4"/>
                      <a:pt x="2" y="15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9" name="Freeform 162">
                <a:extLst>
                  <a:ext uri="{FF2B5EF4-FFF2-40B4-BE49-F238E27FC236}">
                    <a16:creationId xmlns:a16="http://schemas.microsoft.com/office/drawing/2014/main" id="{E4841260-32EE-44FD-AB7F-714618011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604"/>
                <a:ext cx="60" cy="133"/>
              </a:xfrm>
              <a:custGeom>
                <a:avLst/>
                <a:gdLst>
                  <a:gd name="T0" fmla="*/ 375 w 24"/>
                  <a:gd name="T1" fmla="*/ 0 h 50"/>
                  <a:gd name="T2" fmla="*/ 175 w 24"/>
                  <a:gd name="T3" fmla="*/ 524 h 50"/>
                  <a:gd name="T4" fmla="*/ 0 w 24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0">
                    <a:moveTo>
                      <a:pt x="24" y="0"/>
                    </a:moveTo>
                    <a:cubicBezTo>
                      <a:pt x="18" y="8"/>
                      <a:pt x="15" y="19"/>
                      <a:pt x="11" y="28"/>
                    </a:cubicBezTo>
                    <a:cubicBezTo>
                      <a:pt x="8" y="36"/>
                      <a:pt x="3" y="42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0" name="Freeform 163">
                <a:extLst>
                  <a:ext uri="{FF2B5EF4-FFF2-40B4-BE49-F238E27FC236}">
                    <a16:creationId xmlns:a16="http://schemas.microsoft.com/office/drawing/2014/main" id="{4F5980C8-7601-4EC5-8A19-D86AFB113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628"/>
                <a:ext cx="27" cy="192"/>
              </a:xfrm>
              <a:custGeom>
                <a:avLst/>
                <a:gdLst>
                  <a:gd name="T0" fmla="*/ 162 w 11"/>
                  <a:gd name="T1" fmla="*/ 0 h 72"/>
                  <a:gd name="T2" fmla="*/ 12 w 11"/>
                  <a:gd name="T3" fmla="*/ 136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2">
                    <a:moveTo>
                      <a:pt x="11" y="0"/>
                    </a:moveTo>
                    <a:cubicBezTo>
                      <a:pt x="0" y="22"/>
                      <a:pt x="1" y="49"/>
                      <a:pt x="1" y="7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1" name="Freeform 164">
                <a:extLst>
                  <a:ext uri="{FF2B5EF4-FFF2-40B4-BE49-F238E27FC236}">
                    <a16:creationId xmlns:a16="http://schemas.microsoft.com/office/drawing/2014/main" id="{20E5A513-C674-4F2F-BB8F-377D1843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697"/>
                <a:ext cx="60" cy="78"/>
              </a:xfrm>
              <a:custGeom>
                <a:avLst/>
                <a:gdLst>
                  <a:gd name="T0" fmla="*/ 375 w 24"/>
                  <a:gd name="T1" fmla="*/ 0 h 29"/>
                  <a:gd name="T2" fmla="*/ 0 w 24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9">
                    <a:moveTo>
                      <a:pt x="24" y="0"/>
                    </a:moveTo>
                    <a:cubicBezTo>
                      <a:pt x="15" y="7"/>
                      <a:pt x="7" y="20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2" name="Freeform 165">
                <a:extLst>
                  <a:ext uri="{FF2B5EF4-FFF2-40B4-BE49-F238E27FC236}">
                    <a16:creationId xmlns:a16="http://schemas.microsoft.com/office/drawing/2014/main" id="{A529FE26-B9B5-4408-BD3C-75AF95331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660"/>
                <a:ext cx="57" cy="77"/>
              </a:xfrm>
              <a:custGeom>
                <a:avLst/>
                <a:gdLst>
                  <a:gd name="T0" fmla="*/ 349 w 23"/>
                  <a:gd name="T1" fmla="*/ 0 h 29"/>
                  <a:gd name="T2" fmla="*/ 0 w 23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9">
                    <a:moveTo>
                      <a:pt x="23" y="0"/>
                    </a:moveTo>
                    <a:cubicBezTo>
                      <a:pt x="13" y="6"/>
                      <a:pt x="8" y="21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3" name="Freeform 166">
                <a:extLst>
                  <a:ext uri="{FF2B5EF4-FFF2-40B4-BE49-F238E27FC236}">
                    <a16:creationId xmlns:a16="http://schemas.microsoft.com/office/drawing/2014/main" id="{3C2E1080-D6ED-4C2A-9021-7C26F2417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625"/>
                <a:ext cx="7" cy="88"/>
              </a:xfrm>
              <a:custGeom>
                <a:avLst/>
                <a:gdLst>
                  <a:gd name="T0" fmla="*/ 37 w 3"/>
                  <a:gd name="T1" fmla="*/ 0 h 33"/>
                  <a:gd name="T2" fmla="*/ 28 w 3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3">
                    <a:moveTo>
                      <a:pt x="3" y="0"/>
                    </a:moveTo>
                    <a:cubicBezTo>
                      <a:pt x="0" y="9"/>
                      <a:pt x="2" y="24"/>
                      <a:pt x="2" y="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4" name="Freeform 167">
                <a:extLst>
                  <a:ext uri="{FF2B5EF4-FFF2-40B4-BE49-F238E27FC236}">
                    <a16:creationId xmlns:a16="http://schemas.microsoft.com/office/drawing/2014/main" id="{F316F4D7-C81F-42AE-8C0F-E882BFDC6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588"/>
                <a:ext cx="155" cy="80"/>
              </a:xfrm>
              <a:custGeom>
                <a:avLst/>
                <a:gdLst>
                  <a:gd name="T0" fmla="*/ 970 w 62"/>
                  <a:gd name="T1" fmla="*/ 248 h 30"/>
                  <a:gd name="T2" fmla="*/ 550 w 62"/>
                  <a:gd name="T3" fmla="*/ 0 h 30"/>
                  <a:gd name="T4" fmla="*/ 220 w 62"/>
                  <a:gd name="T5" fmla="*/ 363 h 30"/>
                  <a:gd name="T6" fmla="*/ 0 w 62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0">
                    <a:moveTo>
                      <a:pt x="62" y="13"/>
                    </a:moveTo>
                    <a:cubicBezTo>
                      <a:pt x="49" y="14"/>
                      <a:pt x="41" y="12"/>
                      <a:pt x="35" y="0"/>
                    </a:cubicBezTo>
                    <a:cubicBezTo>
                      <a:pt x="28" y="4"/>
                      <a:pt x="21" y="14"/>
                      <a:pt x="14" y="19"/>
                    </a:cubicBezTo>
                    <a:cubicBezTo>
                      <a:pt x="9" y="22"/>
                      <a:pt x="6" y="28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5" name="Freeform 168">
                <a:extLst>
                  <a:ext uri="{FF2B5EF4-FFF2-40B4-BE49-F238E27FC236}">
                    <a16:creationId xmlns:a16="http://schemas.microsoft.com/office/drawing/2014/main" id="{81BB4837-ACB2-4EBD-9C29-1A5E9092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620"/>
                <a:ext cx="73" cy="61"/>
              </a:xfrm>
              <a:custGeom>
                <a:avLst/>
                <a:gdLst>
                  <a:gd name="T0" fmla="*/ 463 w 29"/>
                  <a:gd name="T1" fmla="*/ 0 h 23"/>
                  <a:gd name="T2" fmla="*/ 254 w 29"/>
                  <a:gd name="T3" fmla="*/ 111 h 23"/>
                  <a:gd name="T4" fmla="*/ 0 w 29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29" y="0"/>
                    </a:moveTo>
                    <a:cubicBezTo>
                      <a:pt x="24" y="1"/>
                      <a:pt x="22" y="1"/>
                      <a:pt x="16" y="6"/>
                    </a:cubicBezTo>
                    <a:cubicBezTo>
                      <a:pt x="11" y="11"/>
                      <a:pt x="4" y="17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6" name="Freeform 169">
                <a:extLst>
                  <a:ext uri="{FF2B5EF4-FFF2-40B4-BE49-F238E27FC236}">
                    <a16:creationId xmlns:a16="http://schemas.microsoft.com/office/drawing/2014/main" id="{6F6E2D3A-3866-47E8-A789-8B2427987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519"/>
                <a:ext cx="138" cy="53"/>
              </a:xfrm>
              <a:custGeom>
                <a:avLst/>
                <a:gdLst>
                  <a:gd name="T0" fmla="*/ 868 w 55"/>
                  <a:gd name="T1" fmla="*/ 90 h 20"/>
                  <a:gd name="T2" fmla="*/ 597 w 55"/>
                  <a:gd name="T3" fmla="*/ 0 h 20"/>
                  <a:gd name="T4" fmla="*/ 366 w 55"/>
                  <a:gd name="T5" fmla="*/ 111 h 20"/>
                  <a:gd name="T6" fmla="*/ 0 w 55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0">
                    <a:moveTo>
                      <a:pt x="55" y="5"/>
                    </a:moveTo>
                    <a:cubicBezTo>
                      <a:pt x="49" y="6"/>
                      <a:pt x="44" y="0"/>
                      <a:pt x="38" y="0"/>
                    </a:cubicBezTo>
                    <a:cubicBezTo>
                      <a:pt x="34" y="0"/>
                      <a:pt x="27" y="4"/>
                      <a:pt x="23" y="6"/>
                    </a:cubicBezTo>
                    <a:cubicBezTo>
                      <a:pt x="14" y="9"/>
                      <a:pt x="6" y="14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7" name="Freeform 170">
                <a:extLst>
                  <a:ext uri="{FF2B5EF4-FFF2-40B4-BE49-F238E27FC236}">
                    <a16:creationId xmlns:a16="http://schemas.microsoft.com/office/drawing/2014/main" id="{DC7933F5-1FD4-4571-ACC2-E0A78F0AD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025"/>
                <a:ext cx="12" cy="112"/>
              </a:xfrm>
              <a:custGeom>
                <a:avLst/>
                <a:gdLst>
                  <a:gd name="T0" fmla="*/ 12 w 5"/>
                  <a:gd name="T1" fmla="*/ 0 h 42"/>
                  <a:gd name="T2" fmla="*/ 70 w 5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2">
                    <a:moveTo>
                      <a:pt x="1" y="0"/>
                    </a:moveTo>
                    <a:cubicBezTo>
                      <a:pt x="0" y="14"/>
                      <a:pt x="3" y="28"/>
                      <a:pt x="5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8" name="Freeform 171">
                <a:extLst>
                  <a:ext uri="{FF2B5EF4-FFF2-40B4-BE49-F238E27FC236}">
                    <a16:creationId xmlns:a16="http://schemas.microsoft.com/office/drawing/2014/main" id="{23F3E284-71C7-481D-9BBE-2EFAAA7D6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028"/>
                <a:ext cx="27" cy="101"/>
              </a:xfrm>
              <a:custGeom>
                <a:avLst/>
                <a:gdLst>
                  <a:gd name="T0" fmla="*/ 0 w 11"/>
                  <a:gd name="T1" fmla="*/ 0 h 38"/>
                  <a:gd name="T2" fmla="*/ 162 w 11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8">
                    <a:moveTo>
                      <a:pt x="0" y="0"/>
                    </a:moveTo>
                    <a:cubicBezTo>
                      <a:pt x="5" y="10"/>
                      <a:pt x="9" y="24"/>
                      <a:pt x="11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9" name="Freeform 172">
                <a:extLst>
                  <a:ext uri="{FF2B5EF4-FFF2-40B4-BE49-F238E27FC236}">
                    <a16:creationId xmlns:a16="http://schemas.microsoft.com/office/drawing/2014/main" id="{DB1DAD2E-07C6-4A7F-9462-E2F40647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025"/>
                <a:ext cx="22" cy="88"/>
              </a:xfrm>
              <a:custGeom>
                <a:avLst/>
                <a:gdLst>
                  <a:gd name="T0" fmla="*/ 0 w 9"/>
                  <a:gd name="T1" fmla="*/ 0 h 33"/>
                  <a:gd name="T2" fmla="*/ 132 w 9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3" y="11"/>
                      <a:pt x="6" y="22"/>
                      <a:pt x="9" y="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0" name="Freeform 173">
                <a:extLst>
                  <a:ext uri="{FF2B5EF4-FFF2-40B4-BE49-F238E27FC236}">
                    <a16:creationId xmlns:a16="http://schemas.microsoft.com/office/drawing/2014/main" id="{2885B174-CD17-44AA-8D0D-F0203C498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017"/>
                <a:ext cx="97" cy="88"/>
              </a:xfrm>
              <a:custGeom>
                <a:avLst/>
                <a:gdLst>
                  <a:gd name="T0" fmla="*/ 599 w 39"/>
                  <a:gd name="T1" fmla="*/ 627 h 33"/>
                  <a:gd name="T2" fmla="*/ 0 w 3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3">
                    <a:moveTo>
                      <a:pt x="39" y="33"/>
                    </a:moveTo>
                    <a:cubicBezTo>
                      <a:pt x="27" y="21"/>
                      <a:pt x="13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1" name="Freeform 174">
                <a:extLst>
                  <a:ext uri="{FF2B5EF4-FFF2-40B4-BE49-F238E27FC236}">
                    <a16:creationId xmlns:a16="http://schemas.microsoft.com/office/drawing/2014/main" id="{F884C768-85FB-462B-A8F6-54A6EC984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057"/>
                <a:ext cx="150" cy="131"/>
              </a:xfrm>
              <a:custGeom>
                <a:avLst/>
                <a:gdLst>
                  <a:gd name="T0" fmla="*/ 938 w 60"/>
                  <a:gd name="T1" fmla="*/ 936 h 49"/>
                  <a:gd name="T2" fmla="*/ 0 w 60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9">
                    <a:moveTo>
                      <a:pt x="60" y="49"/>
                    </a:moveTo>
                    <a:cubicBezTo>
                      <a:pt x="44" y="28"/>
                      <a:pt x="17" y="1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2" name="Freeform 175">
                <a:extLst>
                  <a:ext uri="{FF2B5EF4-FFF2-40B4-BE49-F238E27FC236}">
                    <a16:creationId xmlns:a16="http://schemas.microsoft.com/office/drawing/2014/main" id="{97906110-E1FF-4C64-A69E-F7270114C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23"/>
                <a:ext cx="107" cy="146"/>
              </a:xfrm>
              <a:custGeom>
                <a:avLst/>
                <a:gdLst>
                  <a:gd name="T0" fmla="*/ 662 w 43"/>
                  <a:gd name="T1" fmla="*/ 1030 h 55"/>
                  <a:gd name="T2" fmla="*/ 0 w 4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5">
                    <a:moveTo>
                      <a:pt x="43" y="55"/>
                    </a:moveTo>
                    <a:cubicBezTo>
                      <a:pt x="29" y="36"/>
                      <a:pt x="13" y="1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3" name="Freeform 176">
                <a:extLst>
                  <a:ext uri="{FF2B5EF4-FFF2-40B4-BE49-F238E27FC236}">
                    <a16:creationId xmlns:a16="http://schemas.microsoft.com/office/drawing/2014/main" id="{A04509F7-A04F-448A-8B4B-14C9D55CD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009"/>
                <a:ext cx="88" cy="155"/>
              </a:xfrm>
              <a:custGeom>
                <a:avLst/>
                <a:gdLst>
                  <a:gd name="T0" fmla="*/ 556 w 35"/>
                  <a:gd name="T1" fmla="*/ 1106 h 58"/>
                  <a:gd name="T2" fmla="*/ 0 w 35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58">
                    <a:moveTo>
                      <a:pt x="35" y="58"/>
                    </a:moveTo>
                    <a:cubicBezTo>
                      <a:pt x="27" y="36"/>
                      <a:pt x="12" y="2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4" name="Freeform 177">
                <a:extLst>
                  <a:ext uri="{FF2B5EF4-FFF2-40B4-BE49-F238E27FC236}">
                    <a16:creationId xmlns:a16="http://schemas.microsoft.com/office/drawing/2014/main" id="{7E59D7B9-3BF8-441F-966D-580D8747B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948"/>
                <a:ext cx="97" cy="208"/>
              </a:xfrm>
              <a:custGeom>
                <a:avLst/>
                <a:gdLst>
                  <a:gd name="T0" fmla="*/ 599 w 39"/>
                  <a:gd name="T1" fmla="*/ 1480 h 78"/>
                  <a:gd name="T2" fmla="*/ 0 w 39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78">
                    <a:moveTo>
                      <a:pt x="39" y="78"/>
                    </a:moveTo>
                    <a:cubicBezTo>
                      <a:pt x="27" y="54"/>
                      <a:pt x="12" y="2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5" name="Freeform 178">
                <a:extLst>
                  <a:ext uri="{FF2B5EF4-FFF2-40B4-BE49-F238E27FC236}">
                    <a16:creationId xmlns:a16="http://schemas.microsoft.com/office/drawing/2014/main" id="{B6A9CE93-9ADA-4F71-B2EF-7B69E0DA2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879"/>
                <a:ext cx="103" cy="106"/>
              </a:xfrm>
              <a:custGeom>
                <a:avLst/>
                <a:gdLst>
                  <a:gd name="T0" fmla="*/ 600 w 41"/>
                  <a:gd name="T1" fmla="*/ 745 h 40"/>
                  <a:gd name="T2" fmla="*/ 492 w 41"/>
                  <a:gd name="T3" fmla="*/ 77 h 40"/>
                  <a:gd name="T4" fmla="*/ 0 w 4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0">
                    <a:moveTo>
                      <a:pt x="38" y="40"/>
                    </a:moveTo>
                    <a:cubicBezTo>
                      <a:pt x="39" y="30"/>
                      <a:pt x="41" y="11"/>
                      <a:pt x="31" y="4"/>
                    </a:cubicBezTo>
                    <a:cubicBezTo>
                      <a:pt x="27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6" name="Freeform 179">
                <a:extLst>
                  <a:ext uri="{FF2B5EF4-FFF2-40B4-BE49-F238E27FC236}">
                    <a16:creationId xmlns:a16="http://schemas.microsoft.com/office/drawing/2014/main" id="{E6A82A39-DED3-4FDD-B04F-98BD56C7D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884"/>
                <a:ext cx="48" cy="19"/>
              </a:xfrm>
              <a:custGeom>
                <a:avLst/>
                <a:gdLst>
                  <a:gd name="T0" fmla="*/ 306 w 19"/>
                  <a:gd name="T1" fmla="*/ 0 h 7"/>
                  <a:gd name="T2" fmla="*/ 0 w 19"/>
                  <a:gd name="T3" fmla="*/ 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19" y="0"/>
                    </a:moveTo>
                    <a:cubicBezTo>
                      <a:pt x="12" y="0"/>
                      <a:pt x="5" y="7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7" name="Freeform 180">
                <a:extLst>
                  <a:ext uri="{FF2B5EF4-FFF2-40B4-BE49-F238E27FC236}">
                    <a16:creationId xmlns:a16="http://schemas.microsoft.com/office/drawing/2014/main" id="{43ECC6F6-0484-4260-9199-49F15421D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940"/>
                <a:ext cx="97" cy="16"/>
              </a:xfrm>
              <a:custGeom>
                <a:avLst/>
                <a:gdLst>
                  <a:gd name="T0" fmla="*/ 599 w 39"/>
                  <a:gd name="T1" fmla="*/ 56 h 6"/>
                  <a:gd name="T2" fmla="*/ 0 w 39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">
                    <a:moveTo>
                      <a:pt x="39" y="3"/>
                    </a:moveTo>
                    <a:cubicBezTo>
                      <a:pt x="27" y="0"/>
                      <a:pt x="10" y="6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8" name="Freeform 181">
                <a:extLst>
                  <a:ext uri="{FF2B5EF4-FFF2-40B4-BE49-F238E27FC236}">
                    <a16:creationId xmlns:a16="http://schemas.microsoft.com/office/drawing/2014/main" id="{6834C596-759C-46C3-ABCB-C1F44CE63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53"/>
                <a:ext cx="177" cy="152"/>
              </a:xfrm>
              <a:custGeom>
                <a:avLst/>
                <a:gdLst>
                  <a:gd name="T0" fmla="*/ 1007 w 71"/>
                  <a:gd name="T1" fmla="*/ 589 h 57"/>
                  <a:gd name="T2" fmla="*/ 1099 w 71"/>
                  <a:gd name="T3" fmla="*/ 307 h 57"/>
                  <a:gd name="T4" fmla="*/ 745 w 71"/>
                  <a:gd name="T5" fmla="*/ 21 h 57"/>
                  <a:gd name="T6" fmla="*/ 374 w 71"/>
                  <a:gd name="T7" fmla="*/ 320 h 57"/>
                  <a:gd name="T8" fmla="*/ 0 w 71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57">
                    <a:moveTo>
                      <a:pt x="65" y="31"/>
                    </a:moveTo>
                    <a:cubicBezTo>
                      <a:pt x="64" y="26"/>
                      <a:pt x="69" y="20"/>
                      <a:pt x="71" y="16"/>
                    </a:cubicBezTo>
                    <a:cubicBezTo>
                      <a:pt x="63" y="11"/>
                      <a:pt x="57" y="0"/>
                      <a:pt x="48" y="1"/>
                    </a:cubicBezTo>
                    <a:cubicBezTo>
                      <a:pt x="40" y="2"/>
                      <a:pt x="30" y="12"/>
                      <a:pt x="24" y="17"/>
                    </a:cubicBezTo>
                    <a:cubicBezTo>
                      <a:pt x="11" y="28"/>
                      <a:pt x="8" y="42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9" name="Freeform 182">
                <a:extLst>
                  <a:ext uri="{FF2B5EF4-FFF2-40B4-BE49-F238E27FC236}">
                    <a16:creationId xmlns:a16="http://schemas.microsoft.com/office/drawing/2014/main" id="{ADCB9664-7AA6-4B3B-A185-F0245F79B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004"/>
                <a:ext cx="35" cy="133"/>
              </a:xfrm>
              <a:custGeom>
                <a:avLst/>
                <a:gdLst>
                  <a:gd name="T0" fmla="*/ 113 w 14"/>
                  <a:gd name="T1" fmla="*/ 0 h 50"/>
                  <a:gd name="T2" fmla="*/ 50 w 14"/>
                  <a:gd name="T3" fmla="*/ 793 h 50"/>
                  <a:gd name="T4" fmla="*/ 0 w 14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0">
                    <a:moveTo>
                      <a:pt x="7" y="0"/>
                    </a:moveTo>
                    <a:cubicBezTo>
                      <a:pt x="14" y="7"/>
                      <a:pt x="7" y="34"/>
                      <a:pt x="3" y="42"/>
                    </a:cubicBezTo>
                    <a:cubicBezTo>
                      <a:pt x="1" y="47"/>
                      <a:pt x="2" y="45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0" name="Freeform 183">
                <a:extLst>
                  <a:ext uri="{FF2B5EF4-FFF2-40B4-BE49-F238E27FC236}">
                    <a16:creationId xmlns:a16="http://schemas.microsoft.com/office/drawing/2014/main" id="{3F96F837-2BAE-4A96-ADD3-9553E63A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004"/>
                <a:ext cx="155" cy="160"/>
              </a:xfrm>
              <a:custGeom>
                <a:avLst/>
                <a:gdLst>
                  <a:gd name="T0" fmla="*/ 970 w 62"/>
                  <a:gd name="T1" fmla="*/ 0 h 60"/>
                  <a:gd name="T2" fmla="*/ 625 w 62"/>
                  <a:gd name="T3" fmla="*/ 320 h 60"/>
                  <a:gd name="T4" fmla="*/ 345 w 62"/>
                  <a:gd name="T5" fmla="*/ 547 h 60"/>
                  <a:gd name="T6" fmla="*/ 0 w 62"/>
                  <a:gd name="T7" fmla="*/ 1139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60">
                    <a:moveTo>
                      <a:pt x="62" y="0"/>
                    </a:moveTo>
                    <a:cubicBezTo>
                      <a:pt x="55" y="6"/>
                      <a:pt x="48" y="12"/>
                      <a:pt x="40" y="17"/>
                    </a:cubicBezTo>
                    <a:cubicBezTo>
                      <a:pt x="35" y="20"/>
                      <a:pt x="27" y="24"/>
                      <a:pt x="22" y="29"/>
                    </a:cubicBezTo>
                    <a:cubicBezTo>
                      <a:pt x="13" y="38"/>
                      <a:pt x="7" y="51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1" name="Freeform 184">
                <a:extLst>
                  <a:ext uri="{FF2B5EF4-FFF2-40B4-BE49-F238E27FC236}">
                    <a16:creationId xmlns:a16="http://schemas.microsoft.com/office/drawing/2014/main" id="{CB34BFA0-B0F7-45EA-842A-62DD02698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161"/>
                <a:ext cx="257" cy="62"/>
              </a:xfrm>
              <a:custGeom>
                <a:avLst/>
                <a:gdLst>
                  <a:gd name="T0" fmla="*/ 1599 w 103"/>
                  <a:gd name="T1" fmla="*/ 137 h 23"/>
                  <a:gd name="T2" fmla="*/ 1445 w 103"/>
                  <a:gd name="T3" fmla="*/ 22 h 23"/>
                  <a:gd name="T4" fmla="*/ 1070 w 103"/>
                  <a:gd name="T5" fmla="*/ 35 h 23"/>
                  <a:gd name="T6" fmla="*/ 746 w 103"/>
                  <a:gd name="T7" fmla="*/ 81 h 23"/>
                  <a:gd name="T8" fmla="*/ 217 w 103"/>
                  <a:gd name="T9" fmla="*/ 313 h 23"/>
                  <a:gd name="T10" fmla="*/ 0 w 103"/>
                  <a:gd name="T11" fmla="*/ 45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23">
                    <a:moveTo>
                      <a:pt x="103" y="7"/>
                    </a:moveTo>
                    <a:cubicBezTo>
                      <a:pt x="99" y="4"/>
                      <a:pt x="95" y="2"/>
                      <a:pt x="93" y="1"/>
                    </a:cubicBezTo>
                    <a:cubicBezTo>
                      <a:pt x="86" y="0"/>
                      <a:pt x="76" y="2"/>
                      <a:pt x="69" y="2"/>
                    </a:cubicBezTo>
                    <a:cubicBezTo>
                      <a:pt x="62" y="2"/>
                      <a:pt x="55" y="2"/>
                      <a:pt x="48" y="4"/>
                    </a:cubicBezTo>
                    <a:cubicBezTo>
                      <a:pt x="37" y="6"/>
                      <a:pt x="25" y="12"/>
                      <a:pt x="14" y="16"/>
                    </a:cubicBezTo>
                    <a:cubicBezTo>
                      <a:pt x="10" y="18"/>
                      <a:pt x="5" y="21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2" name="Freeform 185">
                <a:extLst>
                  <a:ext uri="{FF2B5EF4-FFF2-40B4-BE49-F238E27FC236}">
                    <a16:creationId xmlns:a16="http://schemas.microsoft.com/office/drawing/2014/main" id="{358206E6-31B6-4B3B-97EF-AE82C203F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089"/>
                <a:ext cx="364" cy="67"/>
              </a:xfrm>
              <a:custGeom>
                <a:avLst/>
                <a:gdLst>
                  <a:gd name="T0" fmla="*/ 0 w 146"/>
                  <a:gd name="T1" fmla="*/ 0 h 25"/>
                  <a:gd name="T2" fmla="*/ 1454 w 146"/>
                  <a:gd name="T3" fmla="*/ 193 h 25"/>
                  <a:gd name="T4" fmla="*/ 1877 w 146"/>
                  <a:gd name="T5" fmla="*/ 346 h 25"/>
                  <a:gd name="T6" fmla="*/ 2264 w 146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">
                    <a:moveTo>
                      <a:pt x="0" y="0"/>
                    </a:moveTo>
                    <a:cubicBezTo>
                      <a:pt x="32" y="0"/>
                      <a:pt x="63" y="2"/>
                      <a:pt x="94" y="10"/>
                    </a:cubicBezTo>
                    <a:cubicBezTo>
                      <a:pt x="103" y="13"/>
                      <a:pt x="112" y="16"/>
                      <a:pt x="121" y="18"/>
                    </a:cubicBezTo>
                    <a:cubicBezTo>
                      <a:pt x="129" y="19"/>
                      <a:pt x="140" y="20"/>
                      <a:pt x="14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3" name="Freeform 186">
                <a:extLst>
                  <a:ext uri="{FF2B5EF4-FFF2-40B4-BE49-F238E27FC236}">
                    <a16:creationId xmlns:a16="http://schemas.microsoft.com/office/drawing/2014/main" id="{94F1B06F-D5EC-45CC-80C2-B88DF8626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089"/>
                <a:ext cx="108" cy="6"/>
              </a:xfrm>
              <a:custGeom>
                <a:avLst/>
                <a:gdLst>
                  <a:gd name="T0" fmla="*/ 0 w 43"/>
                  <a:gd name="T1" fmla="*/ 54 h 2"/>
                  <a:gd name="T2" fmla="*/ 208 w 43"/>
                  <a:gd name="T3" fmla="*/ 0 h 2"/>
                  <a:gd name="T4" fmla="*/ 681 w 4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">
                    <a:moveTo>
                      <a:pt x="0" y="2"/>
                    </a:moveTo>
                    <a:cubicBezTo>
                      <a:pt x="4" y="1"/>
                      <a:pt x="8" y="0"/>
                      <a:pt x="13" y="0"/>
                    </a:cubicBezTo>
                    <a:cubicBezTo>
                      <a:pt x="23" y="0"/>
                      <a:pt x="33" y="0"/>
                      <a:pt x="4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4" name="Freeform 187">
                <a:extLst>
                  <a:ext uri="{FF2B5EF4-FFF2-40B4-BE49-F238E27FC236}">
                    <a16:creationId xmlns:a16="http://schemas.microsoft.com/office/drawing/2014/main" id="{6E7052D8-F292-4233-A8E8-992911387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153"/>
                <a:ext cx="30" cy="67"/>
              </a:xfrm>
              <a:custGeom>
                <a:avLst/>
                <a:gdLst>
                  <a:gd name="T0" fmla="*/ 0 w 12"/>
                  <a:gd name="T1" fmla="*/ 0 h 25"/>
                  <a:gd name="T2" fmla="*/ 188 w 12"/>
                  <a:gd name="T3" fmla="*/ 402 h 25"/>
                  <a:gd name="T4" fmla="*/ 175 w 12"/>
                  <a:gd name="T5" fmla="*/ 48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5">
                    <a:moveTo>
                      <a:pt x="0" y="0"/>
                    </a:moveTo>
                    <a:cubicBezTo>
                      <a:pt x="3" y="6"/>
                      <a:pt x="11" y="14"/>
                      <a:pt x="12" y="21"/>
                    </a:cubicBezTo>
                    <a:cubicBezTo>
                      <a:pt x="12" y="22"/>
                      <a:pt x="11" y="24"/>
                      <a:pt x="11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5" name="Freeform 188">
                <a:extLst>
                  <a:ext uri="{FF2B5EF4-FFF2-40B4-BE49-F238E27FC236}">
                    <a16:creationId xmlns:a16="http://schemas.microsoft.com/office/drawing/2014/main" id="{049E7CD9-E56C-440D-A523-4F1D1B36E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148"/>
                <a:ext cx="432" cy="69"/>
              </a:xfrm>
              <a:custGeom>
                <a:avLst/>
                <a:gdLst>
                  <a:gd name="T0" fmla="*/ 2694 w 173"/>
                  <a:gd name="T1" fmla="*/ 486 h 26"/>
                  <a:gd name="T2" fmla="*/ 280 w 173"/>
                  <a:gd name="T3" fmla="*/ 35 h 26"/>
                  <a:gd name="T4" fmla="*/ 0 w 17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6">
                    <a:moveTo>
                      <a:pt x="173" y="26"/>
                    </a:moveTo>
                    <a:cubicBezTo>
                      <a:pt x="125" y="2"/>
                      <a:pt x="69" y="8"/>
                      <a:pt x="18" y="2"/>
                    </a:cubicBezTo>
                    <a:cubicBezTo>
                      <a:pt x="12" y="2"/>
                      <a:pt x="6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6" name="Freeform 189">
                <a:extLst>
                  <a:ext uri="{FF2B5EF4-FFF2-40B4-BE49-F238E27FC236}">
                    <a16:creationId xmlns:a16="http://schemas.microsoft.com/office/drawing/2014/main" id="{192BFC57-E0CD-4D37-BA40-527A07495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759"/>
                <a:ext cx="92" cy="136"/>
              </a:xfrm>
              <a:custGeom>
                <a:avLst/>
                <a:gdLst>
                  <a:gd name="T0" fmla="*/ 569 w 37"/>
                  <a:gd name="T1" fmla="*/ 0 h 51"/>
                  <a:gd name="T2" fmla="*/ 62 w 37"/>
                  <a:gd name="T3" fmla="*/ 435 h 51"/>
                  <a:gd name="T4" fmla="*/ 0 w 37"/>
                  <a:gd name="T5" fmla="*/ 568 h 51"/>
                  <a:gd name="T6" fmla="*/ 216 w 37"/>
                  <a:gd name="T7" fmla="*/ 968 h 51"/>
                  <a:gd name="T8" fmla="*/ 462 w 37"/>
                  <a:gd name="T9" fmla="*/ 661 h 51"/>
                  <a:gd name="T10" fmla="*/ 186 w 37"/>
                  <a:gd name="T11" fmla="*/ 264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1">
                    <a:moveTo>
                      <a:pt x="37" y="0"/>
                    </a:moveTo>
                    <a:cubicBezTo>
                      <a:pt x="27" y="3"/>
                      <a:pt x="11" y="15"/>
                      <a:pt x="4" y="23"/>
                    </a:cubicBezTo>
                    <a:cubicBezTo>
                      <a:pt x="2" y="26"/>
                      <a:pt x="0" y="26"/>
                      <a:pt x="0" y="30"/>
                    </a:cubicBezTo>
                    <a:cubicBezTo>
                      <a:pt x="0" y="34"/>
                      <a:pt x="11" y="47"/>
                      <a:pt x="14" y="51"/>
                    </a:cubicBezTo>
                    <a:cubicBezTo>
                      <a:pt x="18" y="44"/>
                      <a:pt x="29" y="41"/>
                      <a:pt x="30" y="35"/>
                    </a:cubicBezTo>
                    <a:cubicBezTo>
                      <a:pt x="30" y="27"/>
                      <a:pt x="14" y="18"/>
                      <a:pt x="12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7" name="Freeform 190">
                <a:extLst>
                  <a:ext uri="{FF2B5EF4-FFF2-40B4-BE49-F238E27FC236}">
                    <a16:creationId xmlns:a16="http://schemas.microsoft.com/office/drawing/2014/main" id="{0D183D4F-2C93-4AFF-983C-7D1221D0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881"/>
                <a:ext cx="62" cy="14"/>
              </a:xfrm>
              <a:custGeom>
                <a:avLst/>
                <a:gdLst>
                  <a:gd name="T0" fmla="*/ 382 w 25"/>
                  <a:gd name="T1" fmla="*/ 22 h 5"/>
                  <a:gd name="T2" fmla="*/ 0 w 25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">
                    <a:moveTo>
                      <a:pt x="25" y="1"/>
                    </a:moveTo>
                    <a:cubicBezTo>
                      <a:pt x="16" y="2"/>
                      <a:pt x="8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8" name="Freeform 191">
                <a:extLst>
                  <a:ext uri="{FF2B5EF4-FFF2-40B4-BE49-F238E27FC236}">
                    <a16:creationId xmlns:a16="http://schemas.microsoft.com/office/drawing/2014/main" id="{3F63794F-D39B-4E52-9BB0-3C17C9DA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705"/>
                <a:ext cx="100" cy="134"/>
              </a:xfrm>
              <a:custGeom>
                <a:avLst/>
                <a:gdLst>
                  <a:gd name="T0" fmla="*/ 625 w 40"/>
                  <a:gd name="T1" fmla="*/ 632 h 50"/>
                  <a:gd name="T2" fmla="*/ 0 w 40"/>
                  <a:gd name="T3" fmla="*/ 0 h 50"/>
                  <a:gd name="T4" fmla="*/ 145 w 40"/>
                  <a:gd name="T5" fmla="*/ 539 h 50"/>
                  <a:gd name="T6" fmla="*/ 470 w 40"/>
                  <a:gd name="T7" fmla="*/ 962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0">
                    <a:moveTo>
                      <a:pt x="40" y="33"/>
                    </a:moveTo>
                    <a:cubicBezTo>
                      <a:pt x="32" y="19"/>
                      <a:pt x="12" y="10"/>
                      <a:pt x="0" y="0"/>
                    </a:cubicBezTo>
                    <a:cubicBezTo>
                      <a:pt x="1" y="10"/>
                      <a:pt x="5" y="18"/>
                      <a:pt x="9" y="28"/>
                    </a:cubicBezTo>
                    <a:cubicBezTo>
                      <a:pt x="13" y="40"/>
                      <a:pt x="20" y="43"/>
                      <a:pt x="3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9" name="Freeform 192">
                <a:extLst>
                  <a:ext uri="{FF2B5EF4-FFF2-40B4-BE49-F238E27FC236}">
                    <a16:creationId xmlns:a16="http://schemas.microsoft.com/office/drawing/2014/main" id="{BCDF61D8-FDCB-499E-9A54-C4E8294D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889"/>
                <a:ext cx="128" cy="126"/>
              </a:xfrm>
              <a:custGeom>
                <a:avLst/>
                <a:gdLst>
                  <a:gd name="T0" fmla="*/ 806 w 51"/>
                  <a:gd name="T1" fmla="*/ 0 h 47"/>
                  <a:gd name="T2" fmla="*/ 125 w 51"/>
                  <a:gd name="T3" fmla="*/ 445 h 47"/>
                  <a:gd name="T4" fmla="*/ 0 w 51"/>
                  <a:gd name="T5" fmla="*/ 633 h 47"/>
                  <a:gd name="T6" fmla="*/ 63 w 51"/>
                  <a:gd name="T7" fmla="*/ 90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7">
                    <a:moveTo>
                      <a:pt x="51" y="0"/>
                    </a:moveTo>
                    <a:cubicBezTo>
                      <a:pt x="38" y="8"/>
                      <a:pt x="21" y="17"/>
                      <a:pt x="8" y="23"/>
                    </a:cubicBezTo>
                    <a:cubicBezTo>
                      <a:pt x="0" y="27"/>
                      <a:pt x="0" y="26"/>
                      <a:pt x="0" y="33"/>
                    </a:cubicBezTo>
                    <a:cubicBezTo>
                      <a:pt x="0" y="38"/>
                      <a:pt x="1" y="44"/>
                      <a:pt x="4" y="4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0" name="Freeform 193">
                <a:extLst>
                  <a:ext uri="{FF2B5EF4-FFF2-40B4-BE49-F238E27FC236}">
                    <a16:creationId xmlns:a16="http://schemas.microsoft.com/office/drawing/2014/main" id="{AD5F5989-A56D-43A6-84AB-9DDA4B4A0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028"/>
                <a:ext cx="85" cy="120"/>
              </a:xfrm>
              <a:custGeom>
                <a:avLst/>
                <a:gdLst>
                  <a:gd name="T0" fmla="*/ 0 w 34"/>
                  <a:gd name="T1" fmla="*/ 853 h 45"/>
                  <a:gd name="T2" fmla="*/ 125 w 34"/>
                  <a:gd name="T3" fmla="*/ 627 h 45"/>
                  <a:gd name="T4" fmla="*/ 533 w 34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5">
                    <a:moveTo>
                      <a:pt x="0" y="45"/>
                    </a:moveTo>
                    <a:cubicBezTo>
                      <a:pt x="1" y="41"/>
                      <a:pt x="5" y="37"/>
                      <a:pt x="8" y="33"/>
                    </a:cubicBezTo>
                    <a:cubicBezTo>
                      <a:pt x="15" y="24"/>
                      <a:pt x="24" y="6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1" name="Freeform 194">
                <a:extLst>
                  <a:ext uri="{FF2B5EF4-FFF2-40B4-BE49-F238E27FC236}">
                    <a16:creationId xmlns:a16="http://schemas.microsoft.com/office/drawing/2014/main" id="{5127E94F-C14C-4B91-AC92-E359AB48E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017"/>
                <a:ext cx="162" cy="150"/>
              </a:xfrm>
              <a:custGeom>
                <a:avLst/>
                <a:gdLst>
                  <a:gd name="T0" fmla="*/ 1007 w 65"/>
                  <a:gd name="T1" fmla="*/ 0 h 56"/>
                  <a:gd name="T2" fmla="*/ 683 w 65"/>
                  <a:gd name="T3" fmla="*/ 230 h 56"/>
                  <a:gd name="T4" fmla="*/ 292 w 65"/>
                  <a:gd name="T5" fmla="*/ 616 h 56"/>
                  <a:gd name="T6" fmla="*/ 0 w 65"/>
                  <a:gd name="T7" fmla="*/ 1077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6">
                    <a:moveTo>
                      <a:pt x="65" y="0"/>
                    </a:moveTo>
                    <a:cubicBezTo>
                      <a:pt x="59" y="0"/>
                      <a:pt x="50" y="9"/>
                      <a:pt x="44" y="12"/>
                    </a:cubicBezTo>
                    <a:cubicBezTo>
                      <a:pt x="36" y="17"/>
                      <a:pt x="25" y="25"/>
                      <a:pt x="19" y="32"/>
                    </a:cubicBezTo>
                    <a:cubicBezTo>
                      <a:pt x="12" y="40"/>
                      <a:pt x="7" y="49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2" name="Freeform 195">
                <a:extLst>
                  <a:ext uri="{FF2B5EF4-FFF2-40B4-BE49-F238E27FC236}">
                    <a16:creationId xmlns:a16="http://schemas.microsoft.com/office/drawing/2014/main" id="{8D1069E4-3D15-4890-903A-32C5A32A5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575"/>
                <a:ext cx="60" cy="101"/>
              </a:xfrm>
              <a:custGeom>
                <a:avLst/>
                <a:gdLst>
                  <a:gd name="T0" fmla="*/ 145 w 24"/>
                  <a:gd name="T1" fmla="*/ 712 h 38"/>
                  <a:gd name="T2" fmla="*/ 375 w 24"/>
                  <a:gd name="T3" fmla="*/ 282 h 38"/>
                  <a:gd name="T4" fmla="*/ 188 w 24"/>
                  <a:gd name="T5" fmla="*/ 0 h 38"/>
                  <a:gd name="T6" fmla="*/ 0 w 24"/>
                  <a:gd name="T7" fmla="*/ 69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8">
                    <a:moveTo>
                      <a:pt x="9" y="38"/>
                    </a:moveTo>
                    <a:cubicBezTo>
                      <a:pt x="13" y="32"/>
                      <a:pt x="24" y="22"/>
                      <a:pt x="24" y="15"/>
                    </a:cubicBezTo>
                    <a:cubicBezTo>
                      <a:pt x="24" y="9"/>
                      <a:pt x="14" y="7"/>
                      <a:pt x="12" y="0"/>
                    </a:cubicBezTo>
                    <a:cubicBezTo>
                      <a:pt x="9" y="11"/>
                      <a:pt x="5" y="29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3" name="Freeform 196">
                <a:extLst>
                  <a:ext uri="{FF2B5EF4-FFF2-40B4-BE49-F238E27FC236}">
                    <a16:creationId xmlns:a16="http://schemas.microsoft.com/office/drawing/2014/main" id="{1886602B-8CBF-453A-A032-5C7E08C82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959"/>
                <a:ext cx="78" cy="72"/>
              </a:xfrm>
              <a:custGeom>
                <a:avLst/>
                <a:gdLst>
                  <a:gd name="T0" fmla="*/ 493 w 31"/>
                  <a:gd name="T1" fmla="*/ 376 h 27"/>
                  <a:gd name="T2" fmla="*/ 189 w 31"/>
                  <a:gd name="T3" fmla="*/ 320 h 27"/>
                  <a:gd name="T4" fmla="*/ 20 w 31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7">
                    <a:moveTo>
                      <a:pt x="31" y="20"/>
                    </a:moveTo>
                    <a:cubicBezTo>
                      <a:pt x="26" y="27"/>
                      <a:pt x="19" y="20"/>
                      <a:pt x="12" y="17"/>
                    </a:cubicBezTo>
                    <a:cubicBezTo>
                      <a:pt x="2" y="13"/>
                      <a:pt x="0" y="1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4" name="Freeform 197">
                <a:extLst>
                  <a:ext uri="{FF2B5EF4-FFF2-40B4-BE49-F238E27FC236}">
                    <a16:creationId xmlns:a16="http://schemas.microsoft.com/office/drawing/2014/main" id="{E7ABA9A5-409A-46A5-8594-789ED8D28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801"/>
                <a:ext cx="90" cy="123"/>
              </a:xfrm>
              <a:custGeom>
                <a:avLst/>
                <a:gdLst>
                  <a:gd name="T0" fmla="*/ 563 w 36"/>
                  <a:gd name="T1" fmla="*/ 56 h 46"/>
                  <a:gd name="T2" fmla="*/ 250 w 36"/>
                  <a:gd name="T3" fmla="*/ 94 h 46"/>
                  <a:gd name="T4" fmla="*/ 425 w 36"/>
                  <a:gd name="T5" fmla="*/ 479 h 46"/>
                  <a:gd name="T6" fmla="*/ 188 w 36"/>
                  <a:gd name="T7" fmla="*/ 880 h 46"/>
                  <a:gd name="T8" fmla="*/ 0 w 36"/>
                  <a:gd name="T9" fmla="*/ 364 h 46"/>
                  <a:gd name="T10" fmla="*/ 238 w 36"/>
                  <a:gd name="T11" fmla="*/ 78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36" y="3"/>
                    </a:moveTo>
                    <a:cubicBezTo>
                      <a:pt x="32" y="4"/>
                      <a:pt x="18" y="0"/>
                      <a:pt x="16" y="5"/>
                    </a:cubicBezTo>
                    <a:cubicBezTo>
                      <a:pt x="15" y="10"/>
                      <a:pt x="25" y="21"/>
                      <a:pt x="27" y="25"/>
                    </a:cubicBezTo>
                    <a:cubicBezTo>
                      <a:pt x="30" y="35"/>
                      <a:pt x="23" y="44"/>
                      <a:pt x="12" y="46"/>
                    </a:cubicBezTo>
                    <a:cubicBezTo>
                      <a:pt x="8" y="40"/>
                      <a:pt x="0" y="25"/>
                      <a:pt x="0" y="19"/>
                    </a:cubicBezTo>
                    <a:cubicBezTo>
                      <a:pt x="0" y="14"/>
                      <a:pt x="13" y="5"/>
                      <a:pt x="15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5" name="Freeform 198">
                <a:extLst>
                  <a:ext uri="{FF2B5EF4-FFF2-40B4-BE49-F238E27FC236}">
                    <a16:creationId xmlns:a16="http://schemas.microsoft.com/office/drawing/2014/main" id="{43F330C6-81A8-4374-906A-05F25261E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916"/>
                <a:ext cx="65" cy="27"/>
              </a:xfrm>
              <a:custGeom>
                <a:avLst/>
                <a:gdLst>
                  <a:gd name="T0" fmla="*/ 408 w 26"/>
                  <a:gd name="T1" fmla="*/ 103 h 10"/>
                  <a:gd name="T2" fmla="*/ 0 w 26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26" y="5"/>
                    </a:moveTo>
                    <a:cubicBezTo>
                      <a:pt x="18" y="0"/>
                      <a:pt x="7" y="1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6" name="Freeform 199">
                <a:extLst>
                  <a:ext uri="{FF2B5EF4-FFF2-40B4-BE49-F238E27FC236}">
                    <a16:creationId xmlns:a16="http://schemas.microsoft.com/office/drawing/2014/main" id="{C2394A81-041C-4979-8350-A308997F1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988"/>
                <a:ext cx="40" cy="80"/>
              </a:xfrm>
              <a:custGeom>
                <a:avLst/>
                <a:gdLst>
                  <a:gd name="T0" fmla="*/ 250 w 16"/>
                  <a:gd name="T1" fmla="*/ 21 h 30"/>
                  <a:gd name="T2" fmla="*/ 33 w 16"/>
                  <a:gd name="T3" fmla="*/ 320 h 30"/>
                  <a:gd name="T4" fmla="*/ 175 w 16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6" y="1"/>
                    </a:moveTo>
                    <a:cubicBezTo>
                      <a:pt x="3" y="0"/>
                      <a:pt x="4" y="6"/>
                      <a:pt x="2" y="17"/>
                    </a:cubicBezTo>
                    <a:cubicBezTo>
                      <a:pt x="0" y="28"/>
                      <a:pt x="1" y="26"/>
                      <a:pt x="11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7" name="Freeform 200">
                <a:extLst>
                  <a:ext uri="{FF2B5EF4-FFF2-40B4-BE49-F238E27FC236}">
                    <a16:creationId xmlns:a16="http://schemas.microsoft.com/office/drawing/2014/main" id="{EC43F4B0-125C-4259-9B4C-3C914A869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745"/>
                <a:ext cx="55" cy="136"/>
              </a:xfrm>
              <a:custGeom>
                <a:avLst/>
                <a:gdLst>
                  <a:gd name="T0" fmla="*/ 0 w 22"/>
                  <a:gd name="T1" fmla="*/ 0 h 51"/>
                  <a:gd name="T2" fmla="*/ 345 w 22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1">
                    <a:moveTo>
                      <a:pt x="0" y="0"/>
                    </a:moveTo>
                    <a:cubicBezTo>
                      <a:pt x="15" y="14"/>
                      <a:pt x="20" y="32"/>
                      <a:pt x="22" y="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8" name="Freeform 201">
                <a:extLst>
                  <a:ext uri="{FF2B5EF4-FFF2-40B4-BE49-F238E27FC236}">
                    <a16:creationId xmlns:a16="http://schemas.microsoft.com/office/drawing/2014/main" id="{22856729-AF44-49BC-B130-D476576C6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687"/>
                <a:ext cx="127" cy="408"/>
              </a:xfrm>
              <a:custGeom>
                <a:avLst/>
                <a:gdLst>
                  <a:gd name="T0" fmla="*/ 416 w 51"/>
                  <a:gd name="T1" fmla="*/ 2445 h 153"/>
                  <a:gd name="T2" fmla="*/ 383 w 51"/>
                  <a:gd name="T3" fmla="*/ 1843 h 153"/>
                  <a:gd name="T4" fmla="*/ 291 w 51"/>
                  <a:gd name="T5" fmla="*/ 1101 h 153"/>
                  <a:gd name="T6" fmla="*/ 42 w 51"/>
                  <a:gd name="T7" fmla="*/ 320 h 153"/>
                  <a:gd name="T8" fmla="*/ 42 w 51"/>
                  <a:gd name="T9" fmla="*/ 149 h 153"/>
                  <a:gd name="T10" fmla="*/ 249 w 51"/>
                  <a:gd name="T11" fmla="*/ 21 h 153"/>
                  <a:gd name="T12" fmla="*/ 570 w 51"/>
                  <a:gd name="T13" fmla="*/ 909 h 153"/>
                  <a:gd name="T14" fmla="*/ 712 w 51"/>
                  <a:gd name="T15" fmla="*/ 1933 h 153"/>
                  <a:gd name="T16" fmla="*/ 695 w 51"/>
                  <a:gd name="T17" fmla="*/ 2637 h 153"/>
                  <a:gd name="T18" fmla="*/ 354 w 51"/>
                  <a:gd name="T19" fmla="*/ 2901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53">
                    <a:moveTo>
                      <a:pt x="27" y="129"/>
                    </a:moveTo>
                    <a:cubicBezTo>
                      <a:pt x="33" y="121"/>
                      <a:pt x="27" y="106"/>
                      <a:pt x="25" y="97"/>
                    </a:cubicBezTo>
                    <a:cubicBezTo>
                      <a:pt x="23" y="84"/>
                      <a:pt x="21" y="71"/>
                      <a:pt x="19" y="58"/>
                    </a:cubicBezTo>
                    <a:cubicBezTo>
                      <a:pt x="15" y="44"/>
                      <a:pt x="8" y="31"/>
                      <a:pt x="3" y="17"/>
                    </a:cubicBezTo>
                    <a:cubicBezTo>
                      <a:pt x="2" y="12"/>
                      <a:pt x="0" y="14"/>
                      <a:pt x="3" y="8"/>
                    </a:cubicBezTo>
                    <a:cubicBezTo>
                      <a:pt x="5" y="3"/>
                      <a:pt x="11" y="0"/>
                      <a:pt x="16" y="1"/>
                    </a:cubicBezTo>
                    <a:cubicBezTo>
                      <a:pt x="21" y="18"/>
                      <a:pt x="31" y="32"/>
                      <a:pt x="37" y="48"/>
                    </a:cubicBezTo>
                    <a:cubicBezTo>
                      <a:pt x="43" y="64"/>
                      <a:pt x="44" y="85"/>
                      <a:pt x="46" y="102"/>
                    </a:cubicBezTo>
                    <a:cubicBezTo>
                      <a:pt x="47" y="111"/>
                      <a:pt x="51" y="132"/>
                      <a:pt x="45" y="139"/>
                    </a:cubicBezTo>
                    <a:cubicBezTo>
                      <a:pt x="40" y="144"/>
                      <a:pt x="28" y="148"/>
                      <a:pt x="23" y="1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9" name="Freeform 202">
                <a:extLst>
                  <a:ext uri="{FF2B5EF4-FFF2-40B4-BE49-F238E27FC236}">
                    <a16:creationId xmlns:a16="http://schemas.microsoft.com/office/drawing/2014/main" id="{0B0B32D4-9858-48D0-9D85-3340DB11B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919"/>
                <a:ext cx="35" cy="16"/>
              </a:xfrm>
              <a:custGeom>
                <a:avLst/>
                <a:gdLst>
                  <a:gd name="T0" fmla="*/ 220 w 14"/>
                  <a:gd name="T1" fmla="*/ 115 h 6"/>
                  <a:gd name="T2" fmla="*/ 0 w 14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13" y="5"/>
                      <a:pt x="5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0" name="Freeform 203">
                <a:extLst>
                  <a:ext uri="{FF2B5EF4-FFF2-40B4-BE49-F238E27FC236}">
                    <a16:creationId xmlns:a16="http://schemas.microsoft.com/office/drawing/2014/main" id="{C592382B-2AC1-4CEA-861C-8E411E193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841"/>
                <a:ext cx="83" cy="24"/>
              </a:xfrm>
              <a:custGeom>
                <a:avLst/>
                <a:gdLst>
                  <a:gd name="T0" fmla="*/ 526 w 33"/>
                  <a:gd name="T1" fmla="*/ 171 h 9"/>
                  <a:gd name="T2" fmla="*/ 0 w 33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">
                    <a:moveTo>
                      <a:pt x="33" y="9"/>
                    </a:moveTo>
                    <a:cubicBezTo>
                      <a:pt x="23" y="3"/>
                      <a:pt x="12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1" name="Freeform 204">
                <a:extLst>
                  <a:ext uri="{FF2B5EF4-FFF2-40B4-BE49-F238E27FC236}">
                    <a16:creationId xmlns:a16="http://schemas.microsoft.com/office/drawing/2014/main" id="{417B24FD-7746-4A3F-B243-F236BD73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772"/>
                <a:ext cx="27" cy="120"/>
              </a:xfrm>
              <a:custGeom>
                <a:avLst/>
                <a:gdLst>
                  <a:gd name="T0" fmla="*/ 120 w 11"/>
                  <a:gd name="T1" fmla="*/ 0 h 45"/>
                  <a:gd name="T2" fmla="*/ 0 w 11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5">
                    <a:moveTo>
                      <a:pt x="8" y="0"/>
                    </a:moveTo>
                    <a:cubicBezTo>
                      <a:pt x="1" y="14"/>
                      <a:pt x="11" y="31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649" name="Freeform 205">
              <a:extLst>
                <a:ext uri="{FF2B5EF4-FFF2-40B4-BE49-F238E27FC236}">
                  <a16:creationId xmlns:a16="http://schemas.microsoft.com/office/drawing/2014/main" id="{874794EE-D043-4CAF-B3B1-59E804CA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767"/>
              <a:ext cx="103" cy="90"/>
            </a:xfrm>
            <a:custGeom>
              <a:avLst/>
              <a:gdLst>
                <a:gd name="T0" fmla="*/ 651 w 41"/>
                <a:gd name="T1" fmla="*/ 0 h 34"/>
                <a:gd name="T2" fmla="*/ 239 w 41"/>
                <a:gd name="T3" fmla="*/ 259 h 34"/>
                <a:gd name="T4" fmla="*/ 95 w 41"/>
                <a:gd name="T5" fmla="*/ 371 h 34"/>
                <a:gd name="T6" fmla="*/ 0 w 41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41" y="0"/>
                  </a:moveTo>
                  <a:cubicBezTo>
                    <a:pt x="31" y="4"/>
                    <a:pt x="23" y="8"/>
                    <a:pt x="15" y="14"/>
                  </a:cubicBezTo>
                  <a:cubicBezTo>
                    <a:pt x="13" y="16"/>
                    <a:pt x="7" y="19"/>
                    <a:pt x="6" y="20"/>
                  </a:cubicBezTo>
                  <a:cubicBezTo>
                    <a:pt x="3" y="24"/>
                    <a:pt x="2" y="32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0" name="Freeform 206">
              <a:extLst>
                <a:ext uri="{FF2B5EF4-FFF2-40B4-BE49-F238E27FC236}">
                  <a16:creationId xmlns:a16="http://schemas.microsoft.com/office/drawing/2014/main" id="{5CE0B89F-EDED-47A4-825E-8A62444A9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663"/>
              <a:ext cx="108" cy="165"/>
            </a:xfrm>
            <a:custGeom>
              <a:avLst/>
              <a:gdLst>
                <a:gd name="T0" fmla="*/ 681 w 43"/>
                <a:gd name="T1" fmla="*/ 660 h 62"/>
                <a:gd name="T2" fmla="*/ 618 w 43"/>
                <a:gd name="T3" fmla="*/ 248 h 62"/>
                <a:gd name="T4" fmla="*/ 379 w 43"/>
                <a:gd name="T5" fmla="*/ 0 h 62"/>
                <a:gd name="T6" fmla="*/ 251 w 43"/>
                <a:gd name="T7" fmla="*/ 261 h 62"/>
                <a:gd name="T8" fmla="*/ 95 w 43"/>
                <a:gd name="T9" fmla="*/ 567 h 62"/>
                <a:gd name="T10" fmla="*/ 0 w 43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2">
                  <a:moveTo>
                    <a:pt x="43" y="35"/>
                  </a:moveTo>
                  <a:cubicBezTo>
                    <a:pt x="43" y="30"/>
                    <a:pt x="42" y="18"/>
                    <a:pt x="39" y="13"/>
                  </a:cubicBezTo>
                  <a:cubicBezTo>
                    <a:pt x="36" y="7"/>
                    <a:pt x="28" y="5"/>
                    <a:pt x="24" y="0"/>
                  </a:cubicBezTo>
                  <a:cubicBezTo>
                    <a:pt x="20" y="3"/>
                    <a:pt x="19" y="10"/>
                    <a:pt x="16" y="14"/>
                  </a:cubicBezTo>
                  <a:cubicBezTo>
                    <a:pt x="13" y="19"/>
                    <a:pt x="9" y="24"/>
                    <a:pt x="6" y="30"/>
                  </a:cubicBezTo>
                  <a:cubicBezTo>
                    <a:pt x="0" y="41"/>
                    <a:pt x="2" y="51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1" name="Freeform 207">
              <a:extLst>
                <a:ext uri="{FF2B5EF4-FFF2-40B4-BE49-F238E27FC236}">
                  <a16:creationId xmlns:a16="http://schemas.microsoft.com/office/drawing/2014/main" id="{FD4CF63F-4AA8-4C04-B6C5-40E4BFFB1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649"/>
              <a:ext cx="50" cy="78"/>
            </a:xfrm>
            <a:custGeom>
              <a:avLst/>
              <a:gdLst>
                <a:gd name="T0" fmla="*/ 313 w 20"/>
                <a:gd name="T1" fmla="*/ 0 h 29"/>
                <a:gd name="T2" fmla="*/ 0 w 20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11" y="7"/>
                    <a:pt x="6" y="22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2" name="Freeform 208">
              <a:extLst>
                <a:ext uri="{FF2B5EF4-FFF2-40B4-BE49-F238E27FC236}">
                  <a16:creationId xmlns:a16="http://schemas.microsoft.com/office/drawing/2014/main" id="{AA2236E7-FEC5-46D5-99BD-D9766157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020"/>
              <a:ext cx="57" cy="109"/>
            </a:xfrm>
            <a:custGeom>
              <a:avLst/>
              <a:gdLst>
                <a:gd name="T0" fmla="*/ 349 w 23"/>
                <a:gd name="T1" fmla="*/ 771 h 41"/>
                <a:gd name="T2" fmla="*/ 12 w 2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1">
                  <a:moveTo>
                    <a:pt x="23" y="41"/>
                  </a:moveTo>
                  <a:cubicBezTo>
                    <a:pt x="18" y="36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3" name="Freeform 209">
              <a:extLst>
                <a:ext uri="{FF2B5EF4-FFF2-40B4-BE49-F238E27FC236}">
                  <a16:creationId xmlns:a16="http://schemas.microsoft.com/office/drawing/2014/main" id="{2228F1DA-9860-49C2-96C3-B2665A98E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35"/>
              <a:ext cx="32" cy="24"/>
            </a:xfrm>
            <a:custGeom>
              <a:avLst/>
              <a:gdLst>
                <a:gd name="T0" fmla="*/ 194 w 13"/>
                <a:gd name="T1" fmla="*/ 0 h 9"/>
                <a:gd name="T2" fmla="*/ 0 w 1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7" y="0"/>
                    <a:pt x="3" y="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4" name="Freeform 210">
              <a:extLst>
                <a:ext uri="{FF2B5EF4-FFF2-40B4-BE49-F238E27FC236}">
                  <a16:creationId xmlns:a16="http://schemas.microsoft.com/office/drawing/2014/main" id="{1DA00606-3A9A-4D5F-ABD9-EDA1559AF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884"/>
              <a:ext cx="98" cy="24"/>
            </a:xfrm>
            <a:custGeom>
              <a:avLst/>
              <a:gdLst>
                <a:gd name="T0" fmla="*/ 618 w 39"/>
                <a:gd name="T1" fmla="*/ 171 h 9"/>
                <a:gd name="T2" fmla="*/ 0 w 39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39" y="9"/>
                  </a:moveTo>
                  <a:cubicBezTo>
                    <a:pt x="29" y="4"/>
                    <a:pt x="1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5" name="Freeform 211">
              <a:extLst>
                <a:ext uri="{FF2B5EF4-FFF2-40B4-BE49-F238E27FC236}">
                  <a16:creationId xmlns:a16="http://schemas.microsoft.com/office/drawing/2014/main" id="{53C85519-09A6-406A-AE7D-3B0B35509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023"/>
              <a:ext cx="40" cy="29"/>
            </a:xfrm>
            <a:custGeom>
              <a:avLst/>
              <a:gdLst>
                <a:gd name="T0" fmla="*/ 250 w 16"/>
                <a:gd name="T1" fmla="*/ 182 h 11"/>
                <a:gd name="T2" fmla="*/ 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10"/>
                  </a:moveTo>
                  <a:cubicBezTo>
                    <a:pt x="10" y="11"/>
                    <a:pt x="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6" name="Freeform 212">
              <a:extLst>
                <a:ext uri="{FF2B5EF4-FFF2-40B4-BE49-F238E27FC236}">
                  <a16:creationId xmlns:a16="http://schemas.microsoft.com/office/drawing/2014/main" id="{DCD2610D-3C62-422A-A449-90E785FF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700"/>
              <a:ext cx="80" cy="80"/>
            </a:xfrm>
            <a:custGeom>
              <a:avLst/>
              <a:gdLst>
                <a:gd name="T0" fmla="*/ 500 w 32"/>
                <a:gd name="T1" fmla="*/ 568 h 30"/>
                <a:gd name="T2" fmla="*/ 0 w 32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32" y="30"/>
                  </a:moveTo>
                  <a:cubicBezTo>
                    <a:pt x="20" y="21"/>
                    <a:pt x="11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7" name="Freeform 213">
              <a:extLst>
                <a:ext uri="{FF2B5EF4-FFF2-40B4-BE49-F238E27FC236}">
                  <a16:creationId xmlns:a16="http://schemas.microsoft.com/office/drawing/2014/main" id="{10A0137C-DF17-4008-B526-028AD0883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761"/>
              <a:ext cx="117" cy="78"/>
            </a:xfrm>
            <a:custGeom>
              <a:avLst/>
              <a:gdLst>
                <a:gd name="T0" fmla="*/ 724 w 47"/>
                <a:gd name="T1" fmla="*/ 565 h 29"/>
                <a:gd name="T2" fmla="*/ 0 w 4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9">
                  <a:moveTo>
                    <a:pt x="47" y="29"/>
                  </a:moveTo>
                  <a:cubicBezTo>
                    <a:pt x="29" y="20"/>
                    <a:pt x="13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8" name="Freeform 214">
              <a:extLst>
                <a:ext uri="{FF2B5EF4-FFF2-40B4-BE49-F238E27FC236}">
                  <a16:creationId xmlns:a16="http://schemas.microsoft.com/office/drawing/2014/main" id="{BA633BE5-7463-453A-93AA-76FE4CD43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631"/>
              <a:ext cx="50" cy="66"/>
            </a:xfrm>
            <a:custGeom>
              <a:avLst/>
              <a:gdLst>
                <a:gd name="T0" fmla="*/ 313 w 20"/>
                <a:gd name="T1" fmla="*/ 90 h 25"/>
                <a:gd name="T2" fmla="*/ 50 w 20"/>
                <a:gd name="T3" fmla="*/ 166 h 25"/>
                <a:gd name="T4" fmla="*/ 125 w 20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20" y="5"/>
                  </a:moveTo>
                  <a:cubicBezTo>
                    <a:pt x="17" y="0"/>
                    <a:pt x="6" y="4"/>
                    <a:pt x="3" y="9"/>
                  </a:cubicBezTo>
                  <a:cubicBezTo>
                    <a:pt x="0" y="14"/>
                    <a:pt x="5" y="20"/>
                    <a:pt x="8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9" name="Freeform 215">
              <a:extLst>
                <a:ext uri="{FF2B5EF4-FFF2-40B4-BE49-F238E27FC236}">
                  <a16:creationId xmlns:a16="http://schemas.microsoft.com/office/drawing/2014/main" id="{9E456179-0F53-43E2-ACD9-BA8CEF06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617"/>
              <a:ext cx="257" cy="80"/>
            </a:xfrm>
            <a:custGeom>
              <a:avLst/>
              <a:gdLst>
                <a:gd name="T0" fmla="*/ 1599 w 103"/>
                <a:gd name="T1" fmla="*/ 568 h 30"/>
                <a:gd name="T2" fmla="*/ 541 w 103"/>
                <a:gd name="T3" fmla="*/ 21 h 30"/>
                <a:gd name="T4" fmla="*/ 0 w 103"/>
                <a:gd name="T5" fmla="*/ 17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0">
                  <a:moveTo>
                    <a:pt x="103" y="30"/>
                  </a:moveTo>
                  <a:cubicBezTo>
                    <a:pt x="90" y="16"/>
                    <a:pt x="54" y="1"/>
                    <a:pt x="35" y="1"/>
                  </a:cubicBezTo>
                  <a:cubicBezTo>
                    <a:pt x="15" y="0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0" name="Freeform 216">
              <a:extLst>
                <a:ext uri="{FF2B5EF4-FFF2-40B4-BE49-F238E27FC236}">
                  <a16:creationId xmlns:a16="http://schemas.microsoft.com/office/drawing/2014/main" id="{059C81FA-ADAF-4E90-BA0C-589E659C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404"/>
              <a:ext cx="523" cy="523"/>
            </a:xfrm>
            <a:custGeom>
              <a:avLst/>
              <a:gdLst>
                <a:gd name="T0" fmla="*/ 1647 w 209"/>
                <a:gd name="T1" fmla="*/ 56 h 196"/>
                <a:gd name="T2" fmla="*/ 563 w 209"/>
                <a:gd name="T3" fmla="*/ 491 h 196"/>
                <a:gd name="T4" fmla="*/ 50 w 209"/>
                <a:gd name="T5" fmla="*/ 1822 h 196"/>
                <a:gd name="T6" fmla="*/ 333 w 209"/>
                <a:gd name="T7" fmla="*/ 3039 h 196"/>
                <a:gd name="T8" fmla="*/ 863 w 209"/>
                <a:gd name="T9" fmla="*/ 3533 h 196"/>
                <a:gd name="T10" fmla="*/ 1554 w 209"/>
                <a:gd name="T11" fmla="*/ 3725 h 196"/>
                <a:gd name="T12" fmla="*/ 1959 w 209"/>
                <a:gd name="T13" fmla="*/ 3610 h 196"/>
                <a:gd name="T14" fmla="*/ 2585 w 209"/>
                <a:gd name="T15" fmla="*/ 3231 h 196"/>
                <a:gd name="T16" fmla="*/ 2993 w 209"/>
                <a:gd name="T17" fmla="*/ 2663 h 196"/>
                <a:gd name="T18" fmla="*/ 3226 w 209"/>
                <a:gd name="T19" fmla="*/ 1822 h 196"/>
                <a:gd name="T20" fmla="*/ 3163 w 209"/>
                <a:gd name="T21" fmla="*/ 1217 h 196"/>
                <a:gd name="T22" fmla="*/ 2900 w 209"/>
                <a:gd name="T23" fmla="*/ 648 h 196"/>
                <a:gd name="T24" fmla="*/ 1647 w 209"/>
                <a:gd name="T25" fmla="*/ 56 h 1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9" h="196">
                  <a:moveTo>
                    <a:pt x="105" y="3"/>
                  </a:moveTo>
                  <a:cubicBezTo>
                    <a:pt x="79" y="6"/>
                    <a:pt x="58" y="11"/>
                    <a:pt x="36" y="26"/>
                  </a:cubicBezTo>
                  <a:cubicBezTo>
                    <a:pt x="14" y="42"/>
                    <a:pt x="6" y="70"/>
                    <a:pt x="3" y="96"/>
                  </a:cubicBezTo>
                  <a:cubicBezTo>
                    <a:pt x="0" y="120"/>
                    <a:pt x="4" y="141"/>
                    <a:pt x="21" y="160"/>
                  </a:cubicBezTo>
                  <a:cubicBezTo>
                    <a:pt x="29" y="169"/>
                    <a:pt x="44" y="181"/>
                    <a:pt x="55" y="186"/>
                  </a:cubicBezTo>
                  <a:cubicBezTo>
                    <a:pt x="71" y="194"/>
                    <a:pt x="82" y="195"/>
                    <a:pt x="99" y="196"/>
                  </a:cubicBezTo>
                  <a:cubicBezTo>
                    <a:pt x="109" y="196"/>
                    <a:pt x="115" y="191"/>
                    <a:pt x="125" y="190"/>
                  </a:cubicBezTo>
                  <a:cubicBezTo>
                    <a:pt x="142" y="187"/>
                    <a:pt x="153" y="180"/>
                    <a:pt x="165" y="170"/>
                  </a:cubicBezTo>
                  <a:cubicBezTo>
                    <a:pt x="177" y="160"/>
                    <a:pt x="184" y="154"/>
                    <a:pt x="191" y="140"/>
                  </a:cubicBezTo>
                  <a:cubicBezTo>
                    <a:pt x="198" y="125"/>
                    <a:pt x="204" y="113"/>
                    <a:pt x="206" y="96"/>
                  </a:cubicBezTo>
                  <a:cubicBezTo>
                    <a:pt x="208" y="83"/>
                    <a:pt x="209" y="76"/>
                    <a:pt x="202" y="64"/>
                  </a:cubicBezTo>
                  <a:cubicBezTo>
                    <a:pt x="197" y="53"/>
                    <a:pt x="194" y="42"/>
                    <a:pt x="185" y="34"/>
                  </a:cubicBezTo>
                  <a:cubicBezTo>
                    <a:pt x="171" y="20"/>
                    <a:pt x="134" y="0"/>
                    <a:pt x="10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1" name="Freeform 217">
              <a:extLst>
                <a:ext uri="{FF2B5EF4-FFF2-40B4-BE49-F238E27FC236}">
                  <a16:creationId xmlns:a16="http://schemas.microsoft.com/office/drawing/2014/main" id="{F7B81730-063D-42B2-8A65-137E2200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567"/>
              <a:ext cx="158" cy="152"/>
            </a:xfrm>
            <a:custGeom>
              <a:avLst/>
              <a:gdLst>
                <a:gd name="T0" fmla="*/ 504 w 63"/>
                <a:gd name="T1" fmla="*/ 21 h 57"/>
                <a:gd name="T2" fmla="*/ 50 w 63"/>
                <a:gd name="T3" fmla="*/ 547 h 57"/>
                <a:gd name="T4" fmla="*/ 504 w 63"/>
                <a:gd name="T5" fmla="*/ 1059 h 57"/>
                <a:gd name="T6" fmla="*/ 880 w 63"/>
                <a:gd name="T7" fmla="*/ 875 h 57"/>
                <a:gd name="T8" fmla="*/ 963 w 63"/>
                <a:gd name="T9" fmla="*/ 363 h 57"/>
                <a:gd name="T10" fmla="*/ 504 w 63"/>
                <a:gd name="T11" fmla="*/ 2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7">
                  <a:moveTo>
                    <a:pt x="32" y="1"/>
                  </a:moveTo>
                  <a:cubicBezTo>
                    <a:pt x="17" y="2"/>
                    <a:pt x="0" y="13"/>
                    <a:pt x="3" y="29"/>
                  </a:cubicBezTo>
                  <a:cubicBezTo>
                    <a:pt x="7" y="47"/>
                    <a:pt x="16" y="54"/>
                    <a:pt x="32" y="56"/>
                  </a:cubicBezTo>
                  <a:cubicBezTo>
                    <a:pt x="41" y="57"/>
                    <a:pt x="49" y="54"/>
                    <a:pt x="56" y="46"/>
                  </a:cubicBezTo>
                  <a:cubicBezTo>
                    <a:pt x="62" y="39"/>
                    <a:pt x="63" y="28"/>
                    <a:pt x="61" y="19"/>
                  </a:cubicBezTo>
                  <a:cubicBezTo>
                    <a:pt x="59" y="5"/>
                    <a:pt x="48" y="0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2" name="Freeform 218">
              <a:extLst>
                <a:ext uri="{FF2B5EF4-FFF2-40B4-BE49-F238E27FC236}">
                  <a16:creationId xmlns:a16="http://schemas.microsoft.com/office/drawing/2014/main" id="{B6BF13D3-C2C7-425A-89A1-E371ED415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639"/>
              <a:ext cx="125" cy="53"/>
            </a:xfrm>
            <a:custGeom>
              <a:avLst/>
              <a:gdLst>
                <a:gd name="T0" fmla="*/ 0 w 50"/>
                <a:gd name="T1" fmla="*/ 371 h 20"/>
                <a:gd name="T2" fmla="*/ 438 w 50"/>
                <a:gd name="T3" fmla="*/ 0 h 20"/>
                <a:gd name="T4" fmla="*/ 783 w 50"/>
                <a:gd name="T5" fmla="*/ 9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0">
                  <a:moveTo>
                    <a:pt x="0" y="20"/>
                  </a:moveTo>
                  <a:cubicBezTo>
                    <a:pt x="2" y="9"/>
                    <a:pt x="16" y="1"/>
                    <a:pt x="28" y="0"/>
                  </a:cubicBezTo>
                  <a:cubicBezTo>
                    <a:pt x="37" y="0"/>
                    <a:pt x="45" y="1"/>
                    <a:pt x="5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3" name="Freeform 219">
              <a:extLst>
                <a:ext uri="{FF2B5EF4-FFF2-40B4-BE49-F238E27FC236}">
                  <a16:creationId xmlns:a16="http://schemas.microsoft.com/office/drawing/2014/main" id="{94E4812E-99BA-4427-B1CC-208BB086B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431"/>
              <a:ext cx="438" cy="506"/>
            </a:xfrm>
            <a:custGeom>
              <a:avLst/>
              <a:gdLst>
                <a:gd name="T0" fmla="*/ 2555 w 175"/>
                <a:gd name="T1" fmla="*/ 2511 h 190"/>
                <a:gd name="T2" fmla="*/ 1910 w 175"/>
                <a:gd name="T3" fmla="*/ 418 h 190"/>
                <a:gd name="T4" fmla="*/ 971 w 175"/>
                <a:gd name="T5" fmla="*/ 0 h 190"/>
                <a:gd name="T6" fmla="*/ 145 w 175"/>
                <a:gd name="T7" fmla="*/ 418 h 190"/>
                <a:gd name="T8" fmla="*/ 145 w 175"/>
                <a:gd name="T9" fmla="*/ 418 h 190"/>
                <a:gd name="T10" fmla="*/ 175 w 175"/>
                <a:gd name="T11" fmla="*/ 453 h 190"/>
                <a:gd name="T12" fmla="*/ 438 w 175"/>
                <a:gd name="T13" fmla="*/ 1020 h 190"/>
                <a:gd name="T14" fmla="*/ 501 w 175"/>
                <a:gd name="T15" fmla="*/ 1625 h 190"/>
                <a:gd name="T16" fmla="*/ 270 w 175"/>
                <a:gd name="T17" fmla="*/ 2453 h 190"/>
                <a:gd name="T18" fmla="*/ 0 w 175"/>
                <a:gd name="T19" fmla="*/ 2874 h 190"/>
                <a:gd name="T20" fmla="*/ 0 w 175"/>
                <a:gd name="T21" fmla="*/ 2887 h 190"/>
                <a:gd name="T22" fmla="*/ 1459 w 175"/>
                <a:gd name="T23" fmla="*/ 3497 h 190"/>
                <a:gd name="T24" fmla="*/ 2555 w 175"/>
                <a:gd name="T25" fmla="*/ 2511 h 1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190">
                  <a:moveTo>
                    <a:pt x="163" y="133"/>
                  </a:moveTo>
                  <a:cubicBezTo>
                    <a:pt x="175" y="94"/>
                    <a:pt x="153" y="45"/>
                    <a:pt x="122" y="22"/>
                  </a:cubicBezTo>
                  <a:cubicBezTo>
                    <a:pt x="105" y="9"/>
                    <a:pt x="84" y="2"/>
                    <a:pt x="62" y="0"/>
                  </a:cubicBezTo>
                  <a:cubicBezTo>
                    <a:pt x="46" y="0"/>
                    <a:pt x="18" y="7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3"/>
                    <a:pt x="11" y="24"/>
                  </a:cubicBezTo>
                  <a:cubicBezTo>
                    <a:pt x="20" y="32"/>
                    <a:pt x="23" y="43"/>
                    <a:pt x="28" y="54"/>
                  </a:cubicBezTo>
                  <a:cubicBezTo>
                    <a:pt x="35" y="66"/>
                    <a:pt x="34" y="73"/>
                    <a:pt x="32" y="86"/>
                  </a:cubicBezTo>
                  <a:cubicBezTo>
                    <a:pt x="30" y="103"/>
                    <a:pt x="24" y="115"/>
                    <a:pt x="17" y="130"/>
                  </a:cubicBezTo>
                  <a:cubicBezTo>
                    <a:pt x="12" y="140"/>
                    <a:pt x="7" y="146"/>
                    <a:pt x="0" y="152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3" y="179"/>
                    <a:pt x="64" y="190"/>
                    <a:pt x="93" y="185"/>
                  </a:cubicBezTo>
                  <a:cubicBezTo>
                    <a:pt x="127" y="179"/>
                    <a:pt x="152" y="168"/>
                    <a:pt x="163" y="1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4" name="Freeform 220">
              <a:extLst>
                <a:ext uri="{FF2B5EF4-FFF2-40B4-BE49-F238E27FC236}">
                  <a16:creationId xmlns:a16="http://schemas.microsoft.com/office/drawing/2014/main" id="{3D60AC63-6158-412D-8969-7FA69C1A6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599"/>
              <a:ext cx="138" cy="170"/>
            </a:xfrm>
            <a:custGeom>
              <a:avLst/>
              <a:gdLst>
                <a:gd name="T0" fmla="*/ 805 w 55"/>
                <a:gd name="T1" fmla="*/ 545 h 64"/>
                <a:gd name="T2" fmla="*/ 680 w 55"/>
                <a:gd name="T3" fmla="*/ 1052 h 64"/>
                <a:gd name="T4" fmla="*/ 83 w 55"/>
                <a:gd name="T5" fmla="*/ 396 h 64"/>
                <a:gd name="T6" fmla="*/ 805 w 55"/>
                <a:gd name="T7" fmla="*/ 545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4">
                  <a:moveTo>
                    <a:pt x="51" y="29"/>
                  </a:moveTo>
                  <a:cubicBezTo>
                    <a:pt x="55" y="38"/>
                    <a:pt x="53" y="52"/>
                    <a:pt x="43" y="56"/>
                  </a:cubicBezTo>
                  <a:cubicBezTo>
                    <a:pt x="25" y="64"/>
                    <a:pt x="0" y="37"/>
                    <a:pt x="5" y="21"/>
                  </a:cubicBezTo>
                  <a:cubicBezTo>
                    <a:pt x="10" y="3"/>
                    <a:pt x="41" y="0"/>
                    <a:pt x="51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5" name="Freeform 221">
              <a:extLst>
                <a:ext uri="{FF2B5EF4-FFF2-40B4-BE49-F238E27FC236}">
                  <a16:creationId xmlns:a16="http://schemas.microsoft.com/office/drawing/2014/main" id="{3C045FDA-6F7F-4AC4-8124-6B09C820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671"/>
              <a:ext cx="88" cy="61"/>
            </a:xfrm>
            <a:custGeom>
              <a:avLst/>
              <a:gdLst>
                <a:gd name="T0" fmla="*/ 0 w 35"/>
                <a:gd name="T1" fmla="*/ 430 h 23"/>
                <a:gd name="T2" fmla="*/ 20 w 35"/>
                <a:gd name="T3" fmla="*/ 337 h 23"/>
                <a:gd name="T4" fmla="*/ 556 w 35"/>
                <a:gd name="T5" fmla="*/ 17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3">
                  <a:moveTo>
                    <a:pt x="0" y="23"/>
                  </a:moveTo>
                  <a:cubicBezTo>
                    <a:pt x="0" y="21"/>
                    <a:pt x="1" y="20"/>
                    <a:pt x="1" y="18"/>
                  </a:cubicBezTo>
                  <a:cubicBezTo>
                    <a:pt x="5" y="5"/>
                    <a:pt x="22" y="0"/>
                    <a:pt x="35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6" name="Freeform 222">
              <a:extLst>
                <a:ext uri="{FF2B5EF4-FFF2-40B4-BE49-F238E27FC236}">
                  <a16:creationId xmlns:a16="http://schemas.microsoft.com/office/drawing/2014/main" id="{A8B407EF-CC6B-4927-A23D-2003C3302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796"/>
              <a:ext cx="90" cy="77"/>
            </a:xfrm>
            <a:custGeom>
              <a:avLst/>
              <a:gdLst>
                <a:gd name="T0" fmla="*/ 0 w 36"/>
                <a:gd name="T1" fmla="*/ 0 h 29"/>
                <a:gd name="T2" fmla="*/ 563 w 36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9">
                  <a:moveTo>
                    <a:pt x="0" y="0"/>
                  </a:moveTo>
                  <a:cubicBezTo>
                    <a:pt x="5" y="13"/>
                    <a:pt x="20" y="23"/>
                    <a:pt x="36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7" name="Freeform 223">
              <a:extLst>
                <a:ext uri="{FF2B5EF4-FFF2-40B4-BE49-F238E27FC236}">
                  <a16:creationId xmlns:a16="http://schemas.microsoft.com/office/drawing/2014/main" id="{A5E4913B-9090-4E6C-8541-F66540AA2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105"/>
              <a:ext cx="528" cy="384"/>
            </a:xfrm>
            <a:custGeom>
              <a:avLst/>
              <a:gdLst>
                <a:gd name="T0" fmla="*/ 238 w 211"/>
                <a:gd name="T1" fmla="*/ 2424 h 144"/>
                <a:gd name="T2" fmla="*/ 250 w 211"/>
                <a:gd name="T3" fmla="*/ 2445 h 144"/>
                <a:gd name="T4" fmla="*/ 1084 w 211"/>
                <a:gd name="T5" fmla="*/ 2184 h 144"/>
                <a:gd name="T6" fmla="*/ 2305 w 211"/>
                <a:gd name="T7" fmla="*/ 2731 h 144"/>
                <a:gd name="T8" fmla="*/ 2305 w 211"/>
                <a:gd name="T9" fmla="*/ 2731 h 144"/>
                <a:gd name="T10" fmla="*/ 3130 w 211"/>
                <a:gd name="T11" fmla="*/ 2312 h 144"/>
                <a:gd name="T12" fmla="*/ 3226 w 211"/>
                <a:gd name="T13" fmla="*/ 2333 h 144"/>
                <a:gd name="T14" fmla="*/ 3288 w 211"/>
                <a:gd name="T15" fmla="*/ 1707 h 144"/>
                <a:gd name="T16" fmla="*/ 2713 w 211"/>
                <a:gd name="T17" fmla="*/ 456 h 144"/>
                <a:gd name="T18" fmla="*/ 1301 w 211"/>
                <a:gd name="T19" fmla="*/ 149 h 144"/>
                <a:gd name="T20" fmla="*/ 313 w 211"/>
                <a:gd name="T21" fmla="*/ 1024 h 144"/>
                <a:gd name="T22" fmla="*/ 238 w 211"/>
                <a:gd name="T23" fmla="*/ 2424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1" h="144">
                  <a:moveTo>
                    <a:pt x="15" y="128"/>
                  </a:moveTo>
                  <a:cubicBezTo>
                    <a:pt x="16" y="129"/>
                    <a:pt x="16" y="129"/>
                    <a:pt x="16" y="129"/>
                  </a:cubicBezTo>
                  <a:cubicBezTo>
                    <a:pt x="33" y="121"/>
                    <a:pt x="49" y="117"/>
                    <a:pt x="69" y="115"/>
                  </a:cubicBezTo>
                  <a:cubicBezTo>
                    <a:pt x="97" y="112"/>
                    <a:pt x="132" y="130"/>
                    <a:pt x="147" y="144"/>
                  </a:cubicBezTo>
                  <a:cubicBezTo>
                    <a:pt x="147" y="144"/>
                    <a:pt x="147" y="144"/>
                    <a:pt x="147" y="144"/>
                  </a:cubicBezTo>
                  <a:cubicBezTo>
                    <a:pt x="156" y="129"/>
                    <a:pt x="184" y="122"/>
                    <a:pt x="200" y="122"/>
                  </a:cubicBezTo>
                  <a:cubicBezTo>
                    <a:pt x="202" y="123"/>
                    <a:pt x="204" y="123"/>
                    <a:pt x="206" y="123"/>
                  </a:cubicBezTo>
                  <a:cubicBezTo>
                    <a:pt x="211" y="115"/>
                    <a:pt x="211" y="101"/>
                    <a:pt x="210" y="90"/>
                  </a:cubicBezTo>
                  <a:cubicBezTo>
                    <a:pt x="209" y="66"/>
                    <a:pt x="193" y="37"/>
                    <a:pt x="173" y="24"/>
                  </a:cubicBezTo>
                  <a:cubicBezTo>
                    <a:pt x="147" y="6"/>
                    <a:pt x="116" y="0"/>
                    <a:pt x="83" y="8"/>
                  </a:cubicBezTo>
                  <a:cubicBezTo>
                    <a:pt x="61" y="14"/>
                    <a:pt x="30" y="33"/>
                    <a:pt x="20" y="54"/>
                  </a:cubicBezTo>
                  <a:cubicBezTo>
                    <a:pt x="14" y="66"/>
                    <a:pt x="0" y="120"/>
                    <a:pt x="15" y="1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8" name="Freeform 224">
              <a:extLst>
                <a:ext uri="{FF2B5EF4-FFF2-40B4-BE49-F238E27FC236}">
                  <a16:creationId xmlns:a16="http://schemas.microsoft.com/office/drawing/2014/main" id="{928DC046-7702-4FDD-853E-6C1B7D3DB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303"/>
              <a:ext cx="185" cy="138"/>
            </a:xfrm>
            <a:custGeom>
              <a:avLst/>
              <a:gdLst>
                <a:gd name="T0" fmla="*/ 50 w 74"/>
                <a:gd name="T1" fmla="*/ 430 h 52"/>
                <a:gd name="T2" fmla="*/ 363 w 74"/>
                <a:gd name="T3" fmla="*/ 21 h 52"/>
                <a:gd name="T4" fmla="*/ 895 w 74"/>
                <a:gd name="T5" fmla="*/ 316 h 52"/>
                <a:gd name="T6" fmla="*/ 50 w 74"/>
                <a:gd name="T7" fmla="*/ 43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2">
                  <a:moveTo>
                    <a:pt x="3" y="23"/>
                  </a:moveTo>
                  <a:cubicBezTo>
                    <a:pt x="0" y="6"/>
                    <a:pt x="12" y="0"/>
                    <a:pt x="23" y="1"/>
                  </a:cubicBezTo>
                  <a:cubicBezTo>
                    <a:pt x="35" y="1"/>
                    <a:pt x="51" y="6"/>
                    <a:pt x="57" y="17"/>
                  </a:cubicBezTo>
                  <a:cubicBezTo>
                    <a:pt x="74" y="52"/>
                    <a:pt x="8" y="50"/>
                    <a:pt x="3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9" name="Freeform 225">
              <a:extLst>
                <a:ext uri="{FF2B5EF4-FFF2-40B4-BE49-F238E27FC236}">
                  <a16:creationId xmlns:a16="http://schemas.microsoft.com/office/drawing/2014/main" id="{D902BFCA-DD08-4421-B8C0-C83C6E2A8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233"/>
              <a:ext cx="162" cy="88"/>
            </a:xfrm>
            <a:custGeom>
              <a:avLst/>
              <a:gdLst>
                <a:gd name="T0" fmla="*/ 0 w 65"/>
                <a:gd name="T1" fmla="*/ 285 h 33"/>
                <a:gd name="T2" fmla="*/ 1007 w 6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3">
                  <a:moveTo>
                    <a:pt x="0" y="15"/>
                  </a:moveTo>
                  <a:cubicBezTo>
                    <a:pt x="19" y="0"/>
                    <a:pt x="56" y="13"/>
                    <a:pt x="65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0" name="Freeform 226">
              <a:extLst>
                <a:ext uri="{FF2B5EF4-FFF2-40B4-BE49-F238E27FC236}">
                  <a16:creationId xmlns:a16="http://schemas.microsoft.com/office/drawing/2014/main" id="{A20EE1B4-93C8-4195-AE73-10B246003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564"/>
              <a:ext cx="120" cy="123"/>
            </a:xfrm>
            <a:custGeom>
              <a:avLst/>
              <a:gdLst>
                <a:gd name="T0" fmla="*/ 0 w 48"/>
                <a:gd name="T1" fmla="*/ 115 h 46"/>
                <a:gd name="T2" fmla="*/ 750 w 48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6">
                  <a:moveTo>
                    <a:pt x="0" y="6"/>
                  </a:moveTo>
                  <a:cubicBezTo>
                    <a:pt x="25" y="0"/>
                    <a:pt x="48" y="21"/>
                    <a:pt x="48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1" name="Freeform 227">
              <a:extLst>
                <a:ext uri="{FF2B5EF4-FFF2-40B4-BE49-F238E27FC236}">
                  <a16:creationId xmlns:a16="http://schemas.microsoft.com/office/drawing/2014/main" id="{F967D977-2603-41C7-BA2D-D98098112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495"/>
              <a:ext cx="173" cy="168"/>
            </a:xfrm>
            <a:custGeom>
              <a:avLst/>
              <a:gdLst>
                <a:gd name="T0" fmla="*/ 0 w 69"/>
                <a:gd name="T1" fmla="*/ 264 h 63"/>
                <a:gd name="T2" fmla="*/ 993 w 69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0" y="14"/>
                  </a:moveTo>
                  <a:cubicBezTo>
                    <a:pt x="31" y="0"/>
                    <a:pt x="69" y="20"/>
                    <a:pt x="63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2" name="Freeform 228">
              <a:extLst>
                <a:ext uri="{FF2B5EF4-FFF2-40B4-BE49-F238E27FC236}">
                  <a16:creationId xmlns:a16="http://schemas.microsoft.com/office/drawing/2014/main" id="{40B12398-041F-4E51-8128-ED9FABA45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359"/>
              <a:ext cx="115" cy="53"/>
            </a:xfrm>
            <a:custGeom>
              <a:avLst/>
              <a:gdLst>
                <a:gd name="T0" fmla="*/ 0 w 46"/>
                <a:gd name="T1" fmla="*/ 34 h 20"/>
                <a:gd name="T2" fmla="*/ 175 w 46"/>
                <a:gd name="T3" fmla="*/ 0 h 20"/>
                <a:gd name="T4" fmla="*/ 688 w 46"/>
                <a:gd name="T5" fmla="*/ 315 h 20"/>
                <a:gd name="T6" fmla="*/ 720 w 46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0">
                  <a:moveTo>
                    <a:pt x="0" y="2"/>
                  </a:moveTo>
                  <a:cubicBezTo>
                    <a:pt x="4" y="1"/>
                    <a:pt x="7" y="0"/>
                    <a:pt x="11" y="0"/>
                  </a:cubicBezTo>
                  <a:cubicBezTo>
                    <a:pt x="23" y="1"/>
                    <a:pt x="39" y="6"/>
                    <a:pt x="44" y="17"/>
                  </a:cubicBezTo>
                  <a:cubicBezTo>
                    <a:pt x="45" y="18"/>
                    <a:pt x="45" y="19"/>
                    <a:pt x="46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3" name="Freeform 229">
              <a:extLst>
                <a:ext uri="{FF2B5EF4-FFF2-40B4-BE49-F238E27FC236}">
                  <a16:creationId xmlns:a16="http://schemas.microsoft.com/office/drawing/2014/main" id="{BE58D63E-9E5F-432C-B024-E7EC5071C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599"/>
              <a:ext cx="40" cy="64"/>
            </a:xfrm>
            <a:custGeom>
              <a:avLst/>
              <a:gdLst>
                <a:gd name="T0" fmla="*/ 125 w 16"/>
                <a:gd name="T1" fmla="*/ 419 h 24"/>
                <a:gd name="T2" fmla="*/ 113 w 16"/>
                <a:gd name="T3" fmla="*/ 320 h 24"/>
                <a:gd name="T4" fmla="*/ 208 w 16"/>
                <a:gd name="T5" fmla="*/ 248 h 24"/>
                <a:gd name="T6" fmla="*/ 113 w 16"/>
                <a:gd name="T7" fmla="*/ 227 h 24"/>
                <a:gd name="T8" fmla="*/ 0 w 16"/>
                <a:gd name="T9" fmla="*/ 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8" y="22"/>
                  </a:moveTo>
                  <a:cubicBezTo>
                    <a:pt x="15" y="24"/>
                    <a:pt x="13" y="17"/>
                    <a:pt x="7" y="17"/>
                  </a:cubicBezTo>
                  <a:cubicBezTo>
                    <a:pt x="9" y="16"/>
                    <a:pt x="12" y="15"/>
                    <a:pt x="13" y="13"/>
                  </a:cubicBezTo>
                  <a:cubicBezTo>
                    <a:pt x="11" y="12"/>
                    <a:pt x="9" y="12"/>
                    <a:pt x="7" y="12"/>
                  </a:cubicBezTo>
                  <a:cubicBezTo>
                    <a:pt x="16" y="5"/>
                    <a:pt x="8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4" name="Freeform 230">
              <a:extLst>
                <a:ext uri="{FF2B5EF4-FFF2-40B4-BE49-F238E27FC236}">
                  <a16:creationId xmlns:a16="http://schemas.microsoft.com/office/drawing/2014/main" id="{4A7DDBED-3613-4035-89BF-E471AF4F3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513"/>
              <a:ext cx="103" cy="24"/>
            </a:xfrm>
            <a:custGeom>
              <a:avLst/>
              <a:gdLst>
                <a:gd name="T0" fmla="*/ 0 w 41"/>
                <a:gd name="T1" fmla="*/ 136 h 9"/>
                <a:gd name="T2" fmla="*/ 20 w 41"/>
                <a:gd name="T3" fmla="*/ 21 h 9"/>
                <a:gd name="T4" fmla="*/ 83 w 41"/>
                <a:gd name="T5" fmla="*/ 136 h 9"/>
                <a:gd name="T6" fmla="*/ 146 w 41"/>
                <a:gd name="T7" fmla="*/ 0 h 9"/>
                <a:gd name="T8" fmla="*/ 284 w 41"/>
                <a:gd name="T9" fmla="*/ 0 h 9"/>
                <a:gd name="T10" fmla="*/ 334 w 41"/>
                <a:gd name="T11" fmla="*/ 77 h 9"/>
                <a:gd name="T12" fmla="*/ 409 w 41"/>
                <a:gd name="T13" fmla="*/ 0 h 9"/>
                <a:gd name="T14" fmla="*/ 472 w 41"/>
                <a:gd name="T15" fmla="*/ 171 h 9"/>
                <a:gd name="T16" fmla="*/ 651 w 41"/>
                <a:gd name="T17" fmla="*/ 3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0" y="7"/>
                  </a:moveTo>
                  <a:cubicBezTo>
                    <a:pt x="1" y="5"/>
                    <a:pt x="0" y="3"/>
                    <a:pt x="1" y="1"/>
                  </a:cubicBezTo>
                  <a:cubicBezTo>
                    <a:pt x="3" y="3"/>
                    <a:pt x="4" y="5"/>
                    <a:pt x="5" y="7"/>
                  </a:cubicBezTo>
                  <a:cubicBezTo>
                    <a:pt x="7" y="6"/>
                    <a:pt x="7" y="3"/>
                    <a:pt x="9" y="0"/>
                  </a:cubicBezTo>
                  <a:cubicBezTo>
                    <a:pt x="14" y="8"/>
                    <a:pt x="14" y="7"/>
                    <a:pt x="18" y="0"/>
                  </a:cubicBezTo>
                  <a:cubicBezTo>
                    <a:pt x="19" y="1"/>
                    <a:pt x="20" y="3"/>
                    <a:pt x="21" y="4"/>
                  </a:cubicBezTo>
                  <a:cubicBezTo>
                    <a:pt x="24" y="3"/>
                    <a:pt x="24" y="1"/>
                    <a:pt x="26" y="0"/>
                  </a:cubicBezTo>
                  <a:cubicBezTo>
                    <a:pt x="28" y="2"/>
                    <a:pt x="27" y="7"/>
                    <a:pt x="30" y="9"/>
                  </a:cubicBezTo>
                  <a:cubicBezTo>
                    <a:pt x="35" y="2"/>
                    <a:pt x="34" y="0"/>
                    <a:pt x="41" y="2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5" name="Freeform 231">
              <a:extLst>
                <a:ext uri="{FF2B5EF4-FFF2-40B4-BE49-F238E27FC236}">
                  <a16:creationId xmlns:a16="http://schemas.microsoft.com/office/drawing/2014/main" id="{687F4402-99FC-4220-8443-3F3692A6F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231"/>
              <a:ext cx="85" cy="48"/>
            </a:xfrm>
            <a:custGeom>
              <a:avLst/>
              <a:gdLst>
                <a:gd name="T0" fmla="*/ 0 w 34"/>
                <a:gd name="T1" fmla="*/ 205 h 18"/>
                <a:gd name="T2" fmla="*/ 50 w 34"/>
                <a:gd name="T3" fmla="*/ 341 h 18"/>
                <a:gd name="T4" fmla="*/ 63 w 34"/>
                <a:gd name="T5" fmla="*/ 205 h 18"/>
                <a:gd name="T6" fmla="*/ 145 w 34"/>
                <a:gd name="T7" fmla="*/ 264 h 18"/>
                <a:gd name="T8" fmla="*/ 158 w 34"/>
                <a:gd name="T9" fmla="*/ 136 h 18"/>
                <a:gd name="T10" fmla="*/ 270 w 34"/>
                <a:gd name="T11" fmla="*/ 248 h 18"/>
                <a:gd name="T12" fmla="*/ 300 w 34"/>
                <a:gd name="T13" fmla="*/ 136 h 18"/>
                <a:gd name="T14" fmla="*/ 500 w 34"/>
                <a:gd name="T15" fmla="*/ 21 h 18"/>
                <a:gd name="T16" fmla="*/ 533 w 34"/>
                <a:gd name="T17" fmla="*/ 2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8">
                  <a:moveTo>
                    <a:pt x="0" y="11"/>
                  </a:moveTo>
                  <a:cubicBezTo>
                    <a:pt x="0" y="14"/>
                    <a:pt x="0" y="17"/>
                    <a:pt x="3" y="18"/>
                  </a:cubicBezTo>
                  <a:cubicBezTo>
                    <a:pt x="5" y="16"/>
                    <a:pt x="4" y="13"/>
                    <a:pt x="4" y="11"/>
                  </a:cubicBezTo>
                  <a:cubicBezTo>
                    <a:pt x="5" y="12"/>
                    <a:pt x="7" y="13"/>
                    <a:pt x="9" y="14"/>
                  </a:cubicBezTo>
                  <a:cubicBezTo>
                    <a:pt x="11" y="12"/>
                    <a:pt x="10" y="9"/>
                    <a:pt x="10" y="7"/>
                  </a:cubicBezTo>
                  <a:cubicBezTo>
                    <a:pt x="12" y="9"/>
                    <a:pt x="14" y="12"/>
                    <a:pt x="17" y="13"/>
                  </a:cubicBezTo>
                  <a:cubicBezTo>
                    <a:pt x="18" y="11"/>
                    <a:pt x="18" y="9"/>
                    <a:pt x="19" y="7"/>
                  </a:cubicBezTo>
                  <a:cubicBezTo>
                    <a:pt x="26" y="17"/>
                    <a:pt x="30" y="11"/>
                    <a:pt x="32" y="1"/>
                  </a:cubicBezTo>
                  <a:cubicBezTo>
                    <a:pt x="32" y="0"/>
                    <a:pt x="33" y="0"/>
                    <a:pt x="34" y="1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6" name="Freeform 232">
              <a:extLst>
                <a:ext uri="{FF2B5EF4-FFF2-40B4-BE49-F238E27FC236}">
                  <a16:creationId xmlns:a16="http://schemas.microsoft.com/office/drawing/2014/main" id="{A69EBAAB-D9CE-49A4-A922-DF4DE5617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263"/>
              <a:ext cx="50" cy="58"/>
            </a:xfrm>
            <a:custGeom>
              <a:avLst/>
              <a:gdLst>
                <a:gd name="T0" fmla="*/ 283 w 20"/>
                <a:gd name="T1" fmla="*/ 403 h 22"/>
                <a:gd name="T2" fmla="*/ 313 w 20"/>
                <a:gd name="T3" fmla="*/ 314 h 22"/>
                <a:gd name="T4" fmla="*/ 220 w 20"/>
                <a:gd name="T5" fmla="*/ 369 h 22"/>
                <a:gd name="T6" fmla="*/ 250 w 20"/>
                <a:gd name="T7" fmla="*/ 237 h 22"/>
                <a:gd name="T8" fmla="*/ 188 w 20"/>
                <a:gd name="T9" fmla="*/ 237 h 22"/>
                <a:gd name="T10" fmla="*/ 220 w 20"/>
                <a:gd name="T11" fmla="*/ 34 h 22"/>
                <a:gd name="T12" fmla="*/ 0 w 20"/>
                <a:gd name="T13" fmla="*/ 16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22"/>
                  </a:moveTo>
                  <a:cubicBezTo>
                    <a:pt x="19" y="21"/>
                    <a:pt x="19" y="19"/>
                    <a:pt x="20" y="17"/>
                  </a:cubicBezTo>
                  <a:cubicBezTo>
                    <a:pt x="18" y="17"/>
                    <a:pt x="15" y="18"/>
                    <a:pt x="14" y="20"/>
                  </a:cubicBezTo>
                  <a:cubicBezTo>
                    <a:pt x="14" y="18"/>
                    <a:pt x="15" y="16"/>
                    <a:pt x="16" y="13"/>
                  </a:cubicBezTo>
                  <a:cubicBezTo>
                    <a:pt x="15" y="13"/>
                    <a:pt x="13" y="13"/>
                    <a:pt x="12" y="13"/>
                  </a:cubicBezTo>
                  <a:cubicBezTo>
                    <a:pt x="13" y="11"/>
                    <a:pt x="16" y="4"/>
                    <a:pt x="14" y="2"/>
                  </a:cubicBezTo>
                  <a:cubicBezTo>
                    <a:pt x="10" y="0"/>
                    <a:pt x="1" y="7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7" name="Freeform 233">
              <a:extLst>
                <a:ext uri="{FF2B5EF4-FFF2-40B4-BE49-F238E27FC236}">
                  <a16:creationId xmlns:a16="http://schemas.microsoft.com/office/drawing/2014/main" id="{ADC9F216-A824-41D6-AD19-97F187345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545"/>
              <a:ext cx="100" cy="72"/>
            </a:xfrm>
            <a:custGeom>
              <a:avLst/>
              <a:gdLst>
                <a:gd name="T0" fmla="*/ 0 w 40"/>
                <a:gd name="T1" fmla="*/ 320 h 27"/>
                <a:gd name="T2" fmla="*/ 20 w 40"/>
                <a:gd name="T3" fmla="*/ 192 h 27"/>
                <a:gd name="T4" fmla="*/ 50 w 40"/>
                <a:gd name="T5" fmla="*/ 285 h 27"/>
                <a:gd name="T6" fmla="*/ 113 w 40"/>
                <a:gd name="T7" fmla="*/ 171 h 27"/>
                <a:gd name="T8" fmla="*/ 175 w 40"/>
                <a:gd name="T9" fmla="*/ 320 h 27"/>
                <a:gd name="T10" fmla="*/ 238 w 40"/>
                <a:gd name="T11" fmla="*/ 115 h 27"/>
                <a:gd name="T12" fmla="*/ 375 w 40"/>
                <a:gd name="T13" fmla="*/ 376 h 27"/>
                <a:gd name="T14" fmla="*/ 533 w 40"/>
                <a:gd name="T15" fmla="*/ 205 h 27"/>
                <a:gd name="T16" fmla="*/ 488 w 40"/>
                <a:gd name="T17" fmla="*/ 51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7">
                  <a:moveTo>
                    <a:pt x="0" y="17"/>
                  </a:moveTo>
                  <a:cubicBezTo>
                    <a:pt x="1" y="14"/>
                    <a:pt x="0" y="12"/>
                    <a:pt x="1" y="10"/>
                  </a:cubicBezTo>
                  <a:cubicBezTo>
                    <a:pt x="1" y="11"/>
                    <a:pt x="2" y="13"/>
                    <a:pt x="3" y="15"/>
                  </a:cubicBezTo>
                  <a:cubicBezTo>
                    <a:pt x="6" y="14"/>
                    <a:pt x="6" y="12"/>
                    <a:pt x="7" y="9"/>
                  </a:cubicBezTo>
                  <a:cubicBezTo>
                    <a:pt x="7" y="12"/>
                    <a:pt x="8" y="17"/>
                    <a:pt x="11" y="17"/>
                  </a:cubicBezTo>
                  <a:cubicBezTo>
                    <a:pt x="15" y="17"/>
                    <a:pt x="13" y="8"/>
                    <a:pt x="15" y="6"/>
                  </a:cubicBezTo>
                  <a:cubicBezTo>
                    <a:pt x="23" y="0"/>
                    <a:pt x="22" y="18"/>
                    <a:pt x="24" y="20"/>
                  </a:cubicBezTo>
                  <a:cubicBezTo>
                    <a:pt x="26" y="19"/>
                    <a:pt x="30" y="11"/>
                    <a:pt x="34" y="11"/>
                  </a:cubicBezTo>
                  <a:cubicBezTo>
                    <a:pt x="40" y="13"/>
                    <a:pt x="33" y="24"/>
                    <a:pt x="31" y="27"/>
                  </a:cubicBezTo>
                </a:path>
              </a:pathLst>
            </a:custGeom>
            <a:noFill/>
            <a:ln w="15875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8" name="Freeform 234">
              <a:extLst>
                <a:ext uri="{FF2B5EF4-FFF2-40B4-BE49-F238E27FC236}">
                  <a16:creationId xmlns:a16="http://schemas.microsoft.com/office/drawing/2014/main" id="{0799BB56-FCDA-430D-AD60-62CE2D166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604"/>
              <a:ext cx="40" cy="80"/>
            </a:xfrm>
            <a:custGeom>
              <a:avLst/>
              <a:gdLst>
                <a:gd name="T0" fmla="*/ 175 w 16"/>
                <a:gd name="T1" fmla="*/ 568 h 30"/>
                <a:gd name="T2" fmla="*/ 238 w 16"/>
                <a:gd name="T3" fmla="*/ 533 h 30"/>
                <a:gd name="T4" fmla="*/ 175 w 16"/>
                <a:gd name="T5" fmla="*/ 512 h 30"/>
                <a:gd name="T6" fmla="*/ 220 w 16"/>
                <a:gd name="T7" fmla="*/ 435 h 30"/>
                <a:gd name="T8" fmla="*/ 158 w 16"/>
                <a:gd name="T9" fmla="*/ 397 h 30"/>
                <a:gd name="T10" fmla="*/ 238 w 16"/>
                <a:gd name="T11" fmla="*/ 307 h 30"/>
                <a:gd name="T12" fmla="*/ 125 w 16"/>
                <a:gd name="T13" fmla="*/ 264 h 30"/>
                <a:gd name="T14" fmla="*/ 208 w 16"/>
                <a:gd name="T15" fmla="*/ 56 h 30"/>
                <a:gd name="T16" fmla="*/ 0 w 16"/>
                <a:gd name="T17" fmla="*/ 14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0">
                  <a:moveTo>
                    <a:pt x="11" y="30"/>
                  </a:moveTo>
                  <a:cubicBezTo>
                    <a:pt x="13" y="30"/>
                    <a:pt x="14" y="30"/>
                    <a:pt x="15" y="28"/>
                  </a:cubicBezTo>
                  <a:cubicBezTo>
                    <a:pt x="14" y="28"/>
                    <a:pt x="12" y="27"/>
                    <a:pt x="11" y="27"/>
                  </a:cubicBezTo>
                  <a:cubicBezTo>
                    <a:pt x="12" y="26"/>
                    <a:pt x="13" y="24"/>
                    <a:pt x="14" y="23"/>
                  </a:cubicBezTo>
                  <a:cubicBezTo>
                    <a:pt x="13" y="22"/>
                    <a:pt x="11" y="22"/>
                    <a:pt x="10" y="21"/>
                  </a:cubicBezTo>
                  <a:cubicBezTo>
                    <a:pt x="11" y="20"/>
                    <a:pt x="13" y="18"/>
                    <a:pt x="15" y="16"/>
                  </a:cubicBezTo>
                  <a:cubicBezTo>
                    <a:pt x="13" y="15"/>
                    <a:pt x="10" y="15"/>
                    <a:pt x="8" y="14"/>
                  </a:cubicBezTo>
                  <a:cubicBezTo>
                    <a:pt x="9" y="12"/>
                    <a:pt x="16" y="7"/>
                    <a:pt x="13" y="3"/>
                  </a:cubicBezTo>
                  <a:cubicBezTo>
                    <a:pt x="11" y="0"/>
                    <a:pt x="2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FE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9" name="Freeform 235">
              <a:extLst>
                <a:ext uri="{FF2B5EF4-FFF2-40B4-BE49-F238E27FC236}">
                  <a16:creationId xmlns:a16="http://schemas.microsoft.com/office/drawing/2014/main" id="{A8F09F5A-A683-4092-939E-D12E8E0D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825"/>
              <a:ext cx="67" cy="48"/>
            </a:xfrm>
            <a:custGeom>
              <a:avLst/>
              <a:gdLst>
                <a:gd name="T0" fmla="*/ 412 w 27"/>
                <a:gd name="T1" fmla="*/ 341 h 18"/>
                <a:gd name="T2" fmla="*/ 400 w 27"/>
                <a:gd name="T3" fmla="*/ 264 h 18"/>
                <a:gd name="T4" fmla="*/ 350 w 27"/>
                <a:gd name="T5" fmla="*/ 320 h 18"/>
                <a:gd name="T6" fmla="*/ 337 w 27"/>
                <a:gd name="T7" fmla="*/ 248 h 18"/>
                <a:gd name="T8" fmla="*/ 278 w 27"/>
                <a:gd name="T9" fmla="*/ 307 h 18"/>
                <a:gd name="T10" fmla="*/ 124 w 27"/>
                <a:gd name="T11" fmla="*/ 264 h 18"/>
                <a:gd name="T12" fmla="*/ 154 w 27"/>
                <a:gd name="T13" fmla="*/ 35 h 18"/>
                <a:gd name="T14" fmla="*/ 0 w 27"/>
                <a:gd name="T15" fmla="*/ 19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8">
                  <a:moveTo>
                    <a:pt x="27" y="18"/>
                  </a:moveTo>
                  <a:cubicBezTo>
                    <a:pt x="27" y="17"/>
                    <a:pt x="27" y="15"/>
                    <a:pt x="26" y="14"/>
                  </a:cubicBezTo>
                  <a:cubicBezTo>
                    <a:pt x="25" y="15"/>
                    <a:pt x="24" y="16"/>
                    <a:pt x="23" y="17"/>
                  </a:cubicBezTo>
                  <a:cubicBezTo>
                    <a:pt x="23" y="15"/>
                    <a:pt x="22" y="14"/>
                    <a:pt x="22" y="13"/>
                  </a:cubicBezTo>
                  <a:cubicBezTo>
                    <a:pt x="21" y="14"/>
                    <a:pt x="19" y="15"/>
                    <a:pt x="18" y="16"/>
                  </a:cubicBezTo>
                  <a:cubicBezTo>
                    <a:pt x="19" y="9"/>
                    <a:pt x="12" y="10"/>
                    <a:pt x="8" y="14"/>
                  </a:cubicBezTo>
                  <a:cubicBezTo>
                    <a:pt x="12" y="12"/>
                    <a:pt x="13" y="5"/>
                    <a:pt x="10" y="2"/>
                  </a:cubicBezTo>
                  <a:cubicBezTo>
                    <a:pt x="7" y="0"/>
                    <a:pt x="0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FC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sliced-salami-on-cutting-board">
            <a:extLst>
              <a:ext uri="{FF2B5EF4-FFF2-40B4-BE49-F238E27FC236}">
                <a16:creationId xmlns:a16="http://schemas.microsoft.com/office/drawing/2014/main" id="{08E8C710-69F2-4280-8993-4D740F5608BD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666875"/>
            <a:ext cx="2732088" cy="4064000"/>
            <a:chOff x="3928" y="764"/>
            <a:chExt cx="1065" cy="1584"/>
          </a:xfrm>
        </p:grpSpPr>
        <p:sp>
          <p:nvSpPr>
            <p:cNvPr id="34474" name="Freeform 237">
              <a:extLst>
                <a:ext uri="{FF2B5EF4-FFF2-40B4-BE49-F238E27FC236}">
                  <a16:creationId xmlns:a16="http://schemas.microsoft.com/office/drawing/2014/main" id="{9AC88C0B-7A79-45FB-939F-1A813E1B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764"/>
              <a:ext cx="957" cy="1488"/>
            </a:xfrm>
            <a:custGeom>
              <a:avLst/>
              <a:gdLst>
                <a:gd name="T0" fmla="*/ 5725 w 383"/>
                <a:gd name="T1" fmla="*/ 3128 h 558"/>
                <a:gd name="T2" fmla="*/ 5132 w 383"/>
                <a:gd name="T3" fmla="*/ 3128 h 558"/>
                <a:gd name="T4" fmla="*/ 4120 w 383"/>
                <a:gd name="T5" fmla="*/ 2163 h 558"/>
                <a:gd name="T6" fmla="*/ 4415 w 383"/>
                <a:gd name="T7" fmla="*/ 477 h 558"/>
                <a:gd name="T8" fmla="*/ 4183 w 383"/>
                <a:gd name="T9" fmla="*/ 35 h 558"/>
                <a:gd name="T10" fmla="*/ 3821 w 383"/>
                <a:gd name="T11" fmla="*/ 341 h 558"/>
                <a:gd name="T12" fmla="*/ 3528 w 383"/>
                <a:gd name="T13" fmla="*/ 2125 h 558"/>
                <a:gd name="T14" fmla="*/ 2446 w 383"/>
                <a:gd name="T15" fmla="*/ 3128 h 558"/>
                <a:gd name="T16" fmla="*/ 1592 w 383"/>
                <a:gd name="T17" fmla="*/ 3128 h 558"/>
                <a:gd name="T18" fmla="*/ 1262 w 383"/>
                <a:gd name="T19" fmla="*/ 3640 h 558"/>
                <a:gd name="T20" fmla="*/ 62 w 383"/>
                <a:gd name="T21" fmla="*/ 10184 h 558"/>
                <a:gd name="T22" fmla="*/ 625 w 383"/>
                <a:gd name="T23" fmla="*/ 10581 h 558"/>
                <a:gd name="T24" fmla="*/ 4290 w 383"/>
                <a:gd name="T25" fmla="*/ 10581 h 558"/>
                <a:gd name="T26" fmla="*/ 4900 w 383"/>
                <a:gd name="T27" fmla="*/ 9693 h 558"/>
                <a:gd name="T28" fmla="*/ 5912 w 383"/>
                <a:gd name="T29" fmla="*/ 3640 h 558"/>
                <a:gd name="T30" fmla="*/ 5725 w 383"/>
                <a:gd name="T31" fmla="*/ 3128 h 5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3" h="558">
                  <a:moveTo>
                    <a:pt x="367" y="165"/>
                  </a:moveTo>
                  <a:cubicBezTo>
                    <a:pt x="367" y="165"/>
                    <a:pt x="349" y="165"/>
                    <a:pt x="329" y="165"/>
                  </a:cubicBezTo>
                  <a:cubicBezTo>
                    <a:pt x="289" y="165"/>
                    <a:pt x="254" y="164"/>
                    <a:pt x="264" y="114"/>
                  </a:cubicBezTo>
                  <a:cubicBezTo>
                    <a:pt x="268" y="97"/>
                    <a:pt x="283" y="25"/>
                    <a:pt x="283" y="25"/>
                  </a:cubicBezTo>
                  <a:cubicBezTo>
                    <a:pt x="285" y="15"/>
                    <a:pt x="278" y="4"/>
                    <a:pt x="268" y="2"/>
                  </a:cubicBezTo>
                  <a:cubicBezTo>
                    <a:pt x="258" y="0"/>
                    <a:pt x="248" y="7"/>
                    <a:pt x="245" y="18"/>
                  </a:cubicBezTo>
                  <a:cubicBezTo>
                    <a:pt x="245" y="18"/>
                    <a:pt x="231" y="93"/>
                    <a:pt x="226" y="112"/>
                  </a:cubicBezTo>
                  <a:cubicBezTo>
                    <a:pt x="215" y="150"/>
                    <a:pt x="191" y="165"/>
                    <a:pt x="157" y="165"/>
                  </a:cubicBezTo>
                  <a:cubicBezTo>
                    <a:pt x="119" y="165"/>
                    <a:pt x="102" y="165"/>
                    <a:pt x="102" y="165"/>
                  </a:cubicBezTo>
                  <a:cubicBezTo>
                    <a:pt x="88" y="165"/>
                    <a:pt x="84" y="178"/>
                    <a:pt x="81" y="192"/>
                  </a:cubicBezTo>
                  <a:cubicBezTo>
                    <a:pt x="81" y="192"/>
                    <a:pt x="7" y="520"/>
                    <a:pt x="4" y="537"/>
                  </a:cubicBezTo>
                  <a:cubicBezTo>
                    <a:pt x="0" y="555"/>
                    <a:pt x="12" y="558"/>
                    <a:pt x="40" y="558"/>
                  </a:cubicBezTo>
                  <a:cubicBezTo>
                    <a:pt x="275" y="558"/>
                    <a:pt x="275" y="558"/>
                    <a:pt x="275" y="558"/>
                  </a:cubicBezTo>
                  <a:cubicBezTo>
                    <a:pt x="298" y="558"/>
                    <a:pt x="305" y="547"/>
                    <a:pt x="314" y="511"/>
                  </a:cubicBezTo>
                  <a:cubicBezTo>
                    <a:pt x="317" y="497"/>
                    <a:pt x="318" y="497"/>
                    <a:pt x="379" y="192"/>
                  </a:cubicBezTo>
                  <a:cubicBezTo>
                    <a:pt x="382" y="177"/>
                    <a:pt x="383" y="165"/>
                    <a:pt x="367" y="165"/>
                  </a:cubicBezTo>
                  <a:close/>
                </a:path>
              </a:pathLst>
            </a:custGeom>
            <a:solidFill>
              <a:srgbClr val="EFD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5" name="Freeform 238">
              <a:extLst>
                <a:ext uri="{FF2B5EF4-FFF2-40B4-BE49-F238E27FC236}">
                  <a16:creationId xmlns:a16="http://schemas.microsoft.com/office/drawing/2014/main" id="{182DD730-A40E-4F9C-9B29-27EA04416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777"/>
              <a:ext cx="100" cy="301"/>
            </a:xfrm>
            <a:custGeom>
              <a:avLst/>
              <a:gdLst>
                <a:gd name="T0" fmla="*/ 0 w 40"/>
                <a:gd name="T1" fmla="*/ 2136 h 113"/>
                <a:gd name="T2" fmla="*/ 300 w 40"/>
                <a:gd name="T3" fmla="*/ 306 h 113"/>
                <a:gd name="T4" fmla="*/ 438 w 40"/>
                <a:gd name="T5" fmla="*/ 56 h 113"/>
                <a:gd name="T6" fmla="*/ 625 w 40"/>
                <a:gd name="T7" fmla="*/ 56 h 113"/>
                <a:gd name="T8" fmla="*/ 375 w 40"/>
                <a:gd name="T9" fmla="*/ 432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13">
                  <a:moveTo>
                    <a:pt x="0" y="113"/>
                  </a:moveTo>
                  <a:cubicBezTo>
                    <a:pt x="5" y="95"/>
                    <a:pt x="19" y="16"/>
                    <a:pt x="19" y="16"/>
                  </a:cubicBezTo>
                  <a:cubicBezTo>
                    <a:pt x="20" y="11"/>
                    <a:pt x="24" y="6"/>
                    <a:pt x="28" y="3"/>
                  </a:cubicBezTo>
                  <a:cubicBezTo>
                    <a:pt x="33" y="0"/>
                    <a:pt x="40" y="3"/>
                    <a:pt x="40" y="3"/>
                  </a:cubicBezTo>
                  <a:cubicBezTo>
                    <a:pt x="35" y="3"/>
                    <a:pt x="28" y="11"/>
                    <a:pt x="24" y="23"/>
                  </a:cubicBezTo>
                </a:path>
              </a:pathLst>
            </a:custGeom>
            <a:solidFill>
              <a:srgbClr val="F6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6" name="Freeform 239">
              <a:extLst>
                <a:ext uri="{FF2B5EF4-FFF2-40B4-BE49-F238E27FC236}">
                  <a16:creationId xmlns:a16="http://schemas.microsoft.com/office/drawing/2014/main" id="{D96BF358-34E2-4A14-B245-28E60E07E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188"/>
              <a:ext cx="465" cy="938"/>
            </a:xfrm>
            <a:custGeom>
              <a:avLst/>
              <a:gdLst>
                <a:gd name="T0" fmla="*/ 0 w 186"/>
                <a:gd name="T1" fmla="*/ 6662 h 352"/>
                <a:gd name="T2" fmla="*/ 1095 w 186"/>
                <a:gd name="T3" fmla="*/ 759 h 352"/>
                <a:gd name="T4" fmla="*/ 1425 w 186"/>
                <a:gd name="T5" fmla="*/ 248 h 352"/>
                <a:gd name="T6" fmla="*/ 2283 w 186"/>
                <a:gd name="T7" fmla="*/ 248 h 352"/>
                <a:gd name="T8" fmla="*/ 2908 w 186"/>
                <a:gd name="T9" fmla="*/ 0 h 352"/>
                <a:gd name="T10" fmla="*/ 2125 w 186"/>
                <a:gd name="T11" fmla="*/ 418 h 352"/>
                <a:gd name="T12" fmla="*/ 1270 w 186"/>
                <a:gd name="T13" fmla="*/ 1045 h 352"/>
                <a:gd name="T14" fmla="*/ 0 w 186"/>
                <a:gd name="T15" fmla="*/ 6662 h 3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352">
                  <a:moveTo>
                    <a:pt x="0" y="352"/>
                  </a:moveTo>
                  <a:cubicBezTo>
                    <a:pt x="19" y="265"/>
                    <a:pt x="70" y="40"/>
                    <a:pt x="70" y="40"/>
                  </a:cubicBezTo>
                  <a:cubicBezTo>
                    <a:pt x="73" y="26"/>
                    <a:pt x="77" y="13"/>
                    <a:pt x="91" y="13"/>
                  </a:cubicBezTo>
                  <a:cubicBezTo>
                    <a:pt x="91" y="13"/>
                    <a:pt x="108" y="13"/>
                    <a:pt x="146" y="13"/>
                  </a:cubicBezTo>
                  <a:cubicBezTo>
                    <a:pt x="164" y="13"/>
                    <a:pt x="180" y="5"/>
                    <a:pt x="186" y="0"/>
                  </a:cubicBezTo>
                  <a:cubicBezTo>
                    <a:pt x="178" y="14"/>
                    <a:pt x="154" y="21"/>
                    <a:pt x="136" y="22"/>
                  </a:cubicBezTo>
                  <a:cubicBezTo>
                    <a:pt x="118" y="24"/>
                    <a:pt x="90" y="21"/>
                    <a:pt x="81" y="55"/>
                  </a:cubicBezTo>
                  <a:cubicBezTo>
                    <a:pt x="72" y="93"/>
                    <a:pt x="0" y="352"/>
                    <a:pt x="0" y="352"/>
                  </a:cubicBezTo>
                  <a:close/>
                </a:path>
              </a:pathLst>
            </a:custGeom>
            <a:solidFill>
              <a:srgbClr val="F6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7" name="Freeform 240">
              <a:extLst>
                <a:ext uri="{FF2B5EF4-FFF2-40B4-BE49-F238E27FC236}">
                  <a16:creationId xmlns:a16="http://schemas.microsoft.com/office/drawing/2014/main" id="{3762517D-28DF-4C98-B9EE-01D28825E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222"/>
              <a:ext cx="218" cy="203"/>
            </a:xfrm>
            <a:custGeom>
              <a:avLst/>
              <a:gdLst>
                <a:gd name="T0" fmla="*/ 0 w 87"/>
                <a:gd name="T1" fmla="*/ 1448 h 76"/>
                <a:gd name="T2" fmla="*/ 0 w 87"/>
                <a:gd name="T3" fmla="*/ 1426 h 76"/>
                <a:gd name="T4" fmla="*/ 175 w 87"/>
                <a:gd name="T5" fmla="*/ 513 h 76"/>
                <a:gd name="T6" fmla="*/ 501 w 87"/>
                <a:gd name="T7" fmla="*/ 0 h 76"/>
                <a:gd name="T8" fmla="*/ 1368 w 87"/>
                <a:gd name="T9" fmla="*/ 0 h 76"/>
                <a:gd name="T10" fmla="*/ 584 w 87"/>
                <a:gd name="T11" fmla="*/ 77 h 76"/>
                <a:gd name="T12" fmla="*/ 221 w 87"/>
                <a:gd name="T13" fmla="*/ 572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76">
                  <a:moveTo>
                    <a:pt x="0" y="76"/>
                  </a:moveTo>
                  <a:cubicBezTo>
                    <a:pt x="0" y="76"/>
                    <a:pt x="0" y="75"/>
                    <a:pt x="0" y="75"/>
                  </a:cubicBezTo>
                  <a:cubicBezTo>
                    <a:pt x="7" y="46"/>
                    <a:pt x="11" y="27"/>
                    <a:pt x="11" y="27"/>
                  </a:cubicBezTo>
                  <a:cubicBezTo>
                    <a:pt x="14" y="13"/>
                    <a:pt x="18" y="0"/>
                    <a:pt x="32" y="0"/>
                  </a:cubicBezTo>
                  <a:cubicBezTo>
                    <a:pt x="32" y="0"/>
                    <a:pt x="49" y="0"/>
                    <a:pt x="87" y="0"/>
                  </a:cubicBezTo>
                  <a:cubicBezTo>
                    <a:pt x="73" y="1"/>
                    <a:pt x="46" y="3"/>
                    <a:pt x="37" y="4"/>
                  </a:cubicBezTo>
                  <a:cubicBezTo>
                    <a:pt x="28" y="6"/>
                    <a:pt x="18" y="16"/>
                    <a:pt x="14" y="30"/>
                  </a:cubicBezTo>
                </a:path>
              </a:pathLst>
            </a:custGeom>
            <a:solidFill>
              <a:srgbClr val="FC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8" name="Freeform 241">
              <a:extLst>
                <a:ext uri="{FF2B5EF4-FFF2-40B4-BE49-F238E27FC236}">
                  <a16:creationId xmlns:a16="http://schemas.microsoft.com/office/drawing/2014/main" id="{917AD8FD-D86B-402C-AE7C-91A60B600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823"/>
              <a:ext cx="52" cy="330"/>
            </a:xfrm>
            <a:custGeom>
              <a:avLst/>
              <a:gdLst>
                <a:gd name="T0" fmla="*/ 0 w 21"/>
                <a:gd name="T1" fmla="*/ 2076 h 124"/>
                <a:gd name="T2" fmla="*/ 42 w 21"/>
                <a:gd name="T3" fmla="*/ 2337 h 124"/>
                <a:gd name="T4" fmla="*/ 319 w 21"/>
                <a:gd name="T5" fmla="*/ 750 h 124"/>
                <a:gd name="T6" fmla="*/ 319 w 21"/>
                <a:gd name="T7" fmla="*/ 660 h 124"/>
                <a:gd name="T8" fmla="*/ 319 w 21"/>
                <a:gd name="T9" fmla="*/ 0 h 124"/>
                <a:gd name="T10" fmla="*/ 319 w 21"/>
                <a:gd name="T11" fmla="*/ 35 h 124"/>
                <a:gd name="T12" fmla="*/ 319 w 21"/>
                <a:gd name="T13" fmla="*/ 56 h 124"/>
                <a:gd name="T14" fmla="*/ 30 w 21"/>
                <a:gd name="T15" fmla="*/ 1735 h 124"/>
                <a:gd name="T16" fmla="*/ 0 w 21"/>
                <a:gd name="T17" fmla="*/ 2076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4">
                  <a:moveTo>
                    <a:pt x="0" y="110"/>
                  </a:moveTo>
                  <a:cubicBezTo>
                    <a:pt x="1" y="116"/>
                    <a:pt x="2" y="120"/>
                    <a:pt x="3" y="124"/>
                  </a:cubicBezTo>
                  <a:cubicBezTo>
                    <a:pt x="8" y="101"/>
                    <a:pt x="21" y="40"/>
                    <a:pt x="21" y="40"/>
                  </a:cubicBezTo>
                  <a:cubicBezTo>
                    <a:pt x="21" y="38"/>
                    <a:pt x="21" y="37"/>
                    <a:pt x="21" y="35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1"/>
                    <a:pt x="21" y="2"/>
                  </a:cubicBezTo>
                  <a:cubicBezTo>
                    <a:pt x="21" y="2"/>
                    <a:pt x="21" y="3"/>
                    <a:pt x="21" y="3"/>
                  </a:cubicBezTo>
                  <a:cubicBezTo>
                    <a:pt x="21" y="3"/>
                    <a:pt x="6" y="75"/>
                    <a:pt x="2" y="92"/>
                  </a:cubicBezTo>
                  <a:cubicBezTo>
                    <a:pt x="1" y="97"/>
                    <a:pt x="1" y="104"/>
                    <a:pt x="0" y="110"/>
                  </a:cubicBezTo>
                  <a:close/>
                </a:path>
              </a:pathLst>
            </a:custGeom>
            <a:solidFill>
              <a:srgbClr val="D2A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9" name="Freeform 242">
              <a:extLst>
                <a:ext uri="{FF2B5EF4-FFF2-40B4-BE49-F238E27FC236}">
                  <a16:creationId xmlns:a16="http://schemas.microsoft.com/office/drawing/2014/main" id="{310EB7B6-5409-450D-8860-AE0F7F781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225"/>
              <a:ext cx="945" cy="1123"/>
            </a:xfrm>
            <a:custGeom>
              <a:avLst/>
              <a:gdLst>
                <a:gd name="T0" fmla="*/ 5908 w 378"/>
                <a:gd name="T1" fmla="*/ 56 h 421"/>
                <a:gd name="T2" fmla="*/ 5895 w 378"/>
                <a:gd name="T3" fmla="*/ 0 h 421"/>
                <a:gd name="T4" fmla="*/ 5875 w 378"/>
                <a:gd name="T5" fmla="*/ 363 h 421"/>
                <a:gd name="T6" fmla="*/ 4863 w 378"/>
                <a:gd name="T7" fmla="*/ 6418 h 421"/>
                <a:gd name="T8" fmla="*/ 4250 w 378"/>
                <a:gd name="T9" fmla="*/ 7306 h 421"/>
                <a:gd name="T10" fmla="*/ 583 w 378"/>
                <a:gd name="T11" fmla="*/ 7306 h 421"/>
                <a:gd name="T12" fmla="*/ 0 w 378"/>
                <a:gd name="T13" fmla="*/ 7023 h 421"/>
                <a:gd name="T14" fmla="*/ 0 w 378"/>
                <a:gd name="T15" fmla="*/ 7023 h 421"/>
                <a:gd name="T16" fmla="*/ 0 w 378"/>
                <a:gd name="T17" fmla="*/ 7741 h 421"/>
                <a:gd name="T18" fmla="*/ 0 w 378"/>
                <a:gd name="T19" fmla="*/ 7741 h 421"/>
                <a:gd name="T20" fmla="*/ 583 w 378"/>
                <a:gd name="T21" fmla="*/ 7992 h 421"/>
                <a:gd name="T22" fmla="*/ 4250 w 378"/>
                <a:gd name="T23" fmla="*/ 7992 h 421"/>
                <a:gd name="T24" fmla="*/ 4863 w 378"/>
                <a:gd name="T25" fmla="*/ 7101 h 421"/>
                <a:gd name="T26" fmla="*/ 5875 w 378"/>
                <a:gd name="T27" fmla="*/ 1059 h 421"/>
                <a:gd name="T28" fmla="*/ 5908 w 378"/>
                <a:gd name="T29" fmla="*/ 798 h 421"/>
                <a:gd name="T30" fmla="*/ 5908 w 378"/>
                <a:gd name="T31" fmla="*/ 93 h 421"/>
                <a:gd name="T32" fmla="*/ 5908 w 378"/>
                <a:gd name="T33" fmla="*/ 56 h 4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8" h="421">
                  <a:moveTo>
                    <a:pt x="378" y="3"/>
                  </a:moveTo>
                  <a:cubicBezTo>
                    <a:pt x="377" y="0"/>
                    <a:pt x="377" y="0"/>
                    <a:pt x="377" y="0"/>
                  </a:cubicBezTo>
                  <a:cubicBezTo>
                    <a:pt x="378" y="5"/>
                    <a:pt x="377" y="12"/>
                    <a:pt x="376" y="19"/>
                  </a:cubicBezTo>
                  <a:cubicBezTo>
                    <a:pt x="315" y="324"/>
                    <a:pt x="314" y="324"/>
                    <a:pt x="311" y="338"/>
                  </a:cubicBezTo>
                  <a:cubicBezTo>
                    <a:pt x="302" y="374"/>
                    <a:pt x="295" y="385"/>
                    <a:pt x="272" y="385"/>
                  </a:cubicBezTo>
                  <a:cubicBezTo>
                    <a:pt x="37" y="385"/>
                    <a:pt x="37" y="385"/>
                    <a:pt x="37" y="385"/>
                  </a:cubicBezTo>
                  <a:cubicBezTo>
                    <a:pt x="12" y="385"/>
                    <a:pt x="0" y="382"/>
                    <a:pt x="0" y="370"/>
                  </a:cubicBezTo>
                  <a:cubicBezTo>
                    <a:pt x="0" y="370"/>
                    <a:pt x="0" y="370"/>
                    <a:pt x="0" y="370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1" y="418"/>
                    <a:pt x="13" y="421"/>
                    <a:pt x="37" y="421"/>
                  </a:cubicBezTo>
                  <a:cubicBezTo>
                    <a:pt x="272" y="421"/>
                    <a:pt x="272" y="421"/>
                    <a:pt x="272" y="421"/>
                  </a:cubicBezTo>
                  <a:cubicBezTo>
                    <a:pt x="295" y="421"/>
                    <a:pt x="302" y="411"/>
                    <a:pt x="311" y="374"/>
                  </a:cubicBezTo>
                  <a:cubicBezTo>
                    <a:pt x="317" y="348"/>
                    <a:pt x="376" y="56"/>
                    <a:pt x="376" y="56"/>
                  </a:cubicBezTo>
                  <a:cubicBezTo>
                    <a:pt x="377" y="51"/>
                    <a:pt x="378" y="46"/>
                    <a:pt x="378" y="42"/>
                  </a:cubicBezTo>
                  <a:cubicBezTo>
                    <a:pt x="378" y="5"/>
                    <a:pt x="378" y="5"/>
                    <a:pt x="378" y="5"/>
                  </a:cubicBezTo>
                  <a:lnTo>
                    <a:pt x="378" y="3"/>
                  </a:lnTo>
                  <a:close/>
                </a:path>
              </a:pathLst>
            </a:custGeom>
            <a:solidFill>
              <a:srgbClr val="E2C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0" name="Freeform 243">
              <a:extLst>
                <a:ext uri="{FF2B5EF4-FFF2-40B4-BE49-F238E27FC236}">
                  <a16:creationId xmlns:a16="http://schemas.microsoft.com/office/drawing/2014/main" id="{BA16D295-EFF5-4AD6-8DFE-133DE0F1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212"/>
              <a:ext cx="635" cy="866"/>
            </a:xfrm>
            <a:custGeom>
              <a:avLst/>
              <a:gdLst>
                <a:gd name="T0" fmla="*/ 3770 w 254"/>
                <a:gd name="T1" fmla="*/ 0 h 325"/>
                <a:gd name="T2" fmla="*/ 3833 w 254"/>
                <a:gd name="T3" fmla="*/ 661 h 325"/>
                <a:gd name="T4" fmla="*/ 3613 w 254"/>
                <a:gd name="T5" fmla="*/ 1364 h 325"/>
                <a:gd name="T6" fmla="*/ 3408 w 254"/>
                <a:gd name="T7" fmla="*/ 2001 h 325"/>
                <a:gd name="T8" fmla="*/ 2970 w 254"/>
                <a:gd name="T9" fmla="*/ 3024 h 325"/>
                <a:gd name="T10" fmla="*/ 2458 w 254"/>
                <a:gd name="T11" fmla="*/ 4034 h 325"/>
                <a:gd name="T12" fmla="*/ 2158 w 254"/>
                <a:gd name="T13" fmla="*/ 4879 h 325"/>
                <a:gd name="T14" fmla="*/ 1800 w 254"/>
                <a:gd name="T15" fmla="*/ 5601 h 325"/>
                <a:gd name="T16" fmla="*/ 1520 w 254"/>
                <a:gd name="T17" fmla="*/ 5942 h 325"/>
                <a:gd name="T18" fmla="*/ 1395 w 254"/>
                <a:gd name="T19" fmla="*/ 5899 h 325"/>
                <a:gd name="T20" fmla="*/ 988 w 254"/>
                <a:gd name="T21" fmla="*/ 6150 h 325"/>
                <a:gd name="T22" fmla="*/ 500 w 254"/>
                <a:gd name="T23" fmla="*/ 6035 h 325"/>
                <a:gd name="T24" fmla="*/ 50 w 254"/>
                <a:gd name="T25" fmla="*/ 5558 h 325"/>
                <a:gd name="T26" fmla="*/ 375 w 254"/>
                <a:gd name="T27" fmla="*/ 3864 h 325"/>
                <a:gd name="T28" fmla="*/ 2158 w 254"/>
                <a:gd name="T29" fmla="*/ 1002 h 325"/>
                <a:gd name="T30" fmla="*/ 3220 w 254"/>
                <a:gd name="T31" fmla="*/ 362 h 3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4" h="325">
                  <a:moveTo>
                    <a:pt x="241" y="0"/>
                  </a:moveTo>
                  <a:cubicBezTo>
                    <a:pt x="254" y="9"/>
                    <a:pt x="245" y="18"/>
                    <a:pt x="245" y="35"/>
                  </a:cubicBezTo>
                  <a:cubicBezTo>
                    <a:pt x="245" y="52"/>
                    <a:pt x="239" y="64"/>
                    <a:pt x="231" y="72"/>
                  </a:cubicBezTo>
                  <a:cubicBezTo>
                    <a:pt x="223" y="80"/>
                    <a:pt x="222" y="95"/>
                    <a:pt x="218" y="106"/>
                  </a:cubicBezTo>
                  <a:cubicBezTo>
                    <a:pt x="214" y="117"/>
                    <a:pt x="193" y="146"/>
                    <a:pt x="190" y="160"/>
                  </a:cubicBezTo>
                  <a:cubicBezTo>
                    <a:pt x="187" y="174"/>
                    <a:pt x="167" y="198"/>
                    <a:pt x="157" y="213"/>
                  </a:cubicBezTo>
                  <a:cubicBezTo>
                    <a:pt x="147" y="228"/>
                    <a:pt x="141" y="244"/>
                    <a:pt x="138" y="258"/>
                  </a:cubicBezTo>
                  <a:cubicBezTo>
                    <a:pt x="135" y="272"/>
                    <a:pt x="115" y="296"/>
                    <a:pt x="115" y="296"/>
                  </a:cubicBezTo>
                  <a:cubicBezTo>
                    <a:pt x="97" y="314"/>
                    <a:pt x="97" y="314"/>
                    <a:pt x="97" y="314"/>
                  </a:cubicBezTo>
                  <a:cubicBezTo>
                    <a:pt x="97" y="314"/>
                    <a:pt x="97" y="302"/>
                    <a:pt x="89" y="312"/>
                  </a:cubicBezTo>
                  <a:cubicBezTo>
                    <a:pt x="81" y="322"/>
                    <a:pt x="75" y="325"/>
                    <a:pt x="63" y="325"/>
                  </a:cubicBezTo>
                  <a:cubicBezTo>
                    <a:pt x="51" y="325"/>
                    <a:pt x="41" y="319"/>
                    <a:pt x="32" y="319"/>
                  </a:cubicBezTo>
                  <a:cubicBezTo>
                    <a:pt x="23" y="319"/>
                    <a:pt x="6" y="306"/>
                    <a:pt x="3" y="294"/>
                  </a:cubicBezTo>
                  <a:cubicBezTo>
                    <a:pt x="0" y="282"/>
                    <a:pt x="24" y="204"/>
                    <a:pt x="24" y="204"/>
                  </a:cubicBezTo>
                  <a:cubicBezTo>
                    <a:pt x="138" y="53"/>
                    <a:pt x="138" y="53"/>
                    <a:pt x="138" y="53"/>
                  </a:cubicBezTo>
                  <a:cubicBezTo>
                    <a:pt x="206" y="19"/>
                    <a:pt x="206" y="19"/>
                    <a:pt x="206" y="19"/>
                  </a:cubicBezTo>
                </a:path>
              </a:pathLst>
            </a:custGeom>
            <a:solidFill>
              <a:srgbClr val="E2C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1" name="Freeform 244">
              <a:extLst>
                <a:ext uri="{FF2B5EF4-FFF2-40B4-BE49-F238E27FC236}">
                  <a16:creationId xmlns:a16="http://schemas.microsoft.com/office/drawing/2014/main" id="{B3514474-A9B1-4EBA-B6A1-BE1A0D2F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878"/>
              <a:ext cx="270" cy="374"/>
            </a:xfrm>
            <a:custGeom>
              <a:avLst/>
              <a:gdLst>
                <a:gd name="T0" fmla="*/ 0 w 108"/>
                <a:gd name="T1" fmla="*/ 2519 h 140"/>
                <a:gd name="T2" fmla="*/ 800 w 108"/>
                <a:gd name="T3" fmla="*/ 2575 h 140"/>
                <a:gd name="T4" fmla="*/ 1208 w 108"/>
                <a:gd name="T5" fmla="*/ 2249 h 140"/>
                <a:gd name="T6" fmla="*/ 1458 w 108"/>
                <a:gd name="T7" fmla="*/ 1793 h 140"/>
                <a:gd name="T8" fmla="*/ 1675 w 108"/>
                <a:gd name="T9" fmla="*/ 1127 h 140"/>
                <a:gd name="T10" fmla="*/ 1625 w 108"/>
                <a:gd name="T11" fmla="*/ 435 h 140"/>
                <a:gd name="T12" fmla="*/ 1363 w 108"/>
                <a:gd name="T13" fmla="*/ 21 h 140"/>
                <a:gd name="T14" fmla="*/ 833 w 108"/>
                <a:gd name="T15" fmla="*/ 150 h 140"/>
                <a:gd name="T16" fmla="*/ 208 w 108"/>
                <a:gd name="T17" fmla="*/ 74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40">
                  <a:moveTo>
                    <a:pt x="0" y="132"/>
                  </a:moveTo>
                  <a:cubicBezTo>
                    <a:pt x="7" y="138"/>
                    <a:pt x="33" y="140"/>
                    <a:pt x="51" y="135"/>
                  </a:cubicBezTo>
                  <a:cubicBezTo>
                    <a:pt x="69" y="130"/>
                    <a:pt x="70" y="128"/>
                    <a:pt x="77" y="118"/>
                  </a:cubicBezTo>
                  <a:cubicBezTo>
                    <a:pt x="85" y="108"/>
                    <a:pt x="85" y="105"/>
                    <a:pt x="93" y="94"/>
                  </a:cubicBezTo>
                  <a:cubicBezTo>
                    <a:pt x="100" y="82"/>
                    <a:pt x="105" y="71"/>
                    <a:pt x="107" y="59"/>
                  </a:cubicBezTo>
                  <a:cubicBezTo>
                    <a:pt x="108" y="47"/>
                    <a:pt x="103" y="36"/>
                    <a:pt x="104" y="23"/>
                  </a:cubicBezTo>
                  <a:cubicBezTo>
                    <a:pt x="105" y="10"/>
                    <a:pt x="97" y="2"/>
                    <a:pt x="87" y="1"/>
                  </a:cubicBezTo>
                  <a:cubicBezTo>
                    <a:pt x="78" y="0"/>
                    <a:pt x="53" y="8"/>
                    <a:pt x="53" y="8"/>
                  </a:cubicBezTo>
                  <a:cubicBezTo>
                    <a:pt x="13" y="39"/>
                    <a:pt x="13" y="39"/>
                    <a:pt x="13" y="39"/>
                  </a:cubicBezTo>
                </a:path>
              </a:pathLst>
            </a:custGeom>
            <a:solidFill>
              <a:srgbClr val="E2C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2" name="Freeform 245">
              <a:extLst>
                <a:ext uri="{FF2B5EF4-FFF2-40B4-BE49-F238E27FC236}">
                  <a16:creationId xmlns:a16="http://schemas.microsoft.com/office/drawing/2014/main" id="{B2D7F8B7-86CD-4710-9A61-44E642CEDB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0" y="1161"/>
              <a:ext cx="638" cy="1091"/>
            </a:xfrm>
            <a:custGeom>
              <a:avLst/>
              <a:gdLst>
                <a:gd name="T0" fmla="*/ 3693 w 255"/>
                <a:gd name="T1" fmla="*/ 6226 h 409"/>
                <a:gd name="T2" fmla="*/ 3693 w 255"/>
                <a:gd name="T3" fmla="*/ 6226 h 409"/>
                <a:gd name="T4" fmla="*/ 3693 w 255"/>
                <a:gd name="T5" fmla="*/ 6133 h 409"/>
                <a:gd name="T6" fmla="*/ 3650 w 255"/>
                <a:gd name="T7" fmla="*/ 5850 h 409"/>
                <a:gd name="T8" fmla="*/ 3568 w 255"/>
                <a:gd name="T9" fmla="*/ 5372 h 409"/>
                <a:gd name="T10" fmla="*/ 3555 w 255"/>
                <a:gd name="T11" fmla="*/ 5351 h 409"/>
                <a:gd name="T12" fmla="*/ 2960 w 255"/>
                <a:gd name="T13" fmla="*/ 5180 h 409"/>
                <a:gd name="T14" fmla="*/ 2054 w 255"/>
                <a:gd name="T15" fmla="*/ 5508 h 409"/>
                <a:gd name="T16" fmla="*/ 1929 w 255"/>
                <a:gd name="T17" fmla="*/ 5658 h 409"/>
                <a:gd name="T18" fmla="*/ 1972 w 255"/>
                <a:gd name="T19" fmla="*/ 5466 h 409"/>
                <a:gd name="T20" fmla="*/ 2084 w 255"/>
                <a:gd name="T21" fmla="*/ 5316 h 409"/>
                <a:gd name="T22" fmla="*/ 2067 w 255"/>
                <a:gd name="T23" fmla="*/ 5338 h 409"/>
                <a:gd name="T24" fmla="*/ 2222 w 255"/>
                <a:gd name="T25" fmla="*/ 5052 h 409"/>
                <a:gd name="T26" fmla="*/ 2397 w 255"/>
                <a:gd name="T27" fmla="*/ 4441 h 409"/>
                <a:gd name="T28" fmla="*/ 2785 w 255"/>
                <a:gd name="T29" fmla="*/ 3734 h 409"/>
                <a:gd name="T30" fmla="*/ 3213 w 255"/>
                <a:gd name="T31" fmla="*/ 2769 h 409"/>
                <a:gd name="T32" fmla="*/ 3430 w 255"/>
                <a:gd name="T33" fmla="*/ 2334 h 409"/>
                <a:gd name="T34" fmla="*/ 3493 w 255"/>
                <a:gd name="T35" fmla="*/ 1993 h 409"/>
                <a:gd name="T36" fmla="*/ 3851 w 255"/>
                <a:gd name="T37" fmla="*/ 1139 h 409"/>
                <a:gd name="T38" fmla="*/ 3868 w 255"/>
                <a:gd name="T39" fmla="*/ 854 h 409"/>
                <a:gd name="T40" fmla="*/ 3963 w 255"/>
                <a:gd name="T41" fmla="*/ 512 h 409"/>
                <a:gd name="T42" fmla="*/ 3788 w 255"/>
                <a:gd name="T43" fmla="*/ 307 h 409"/>
                <a:gd name="T44" fmla="*/ 2910 w 255"/>
                <a:gd name="T45" fmla="*/ 0 h 409"/>
                <a:gd name="T46" fmla="*/ 2647 w 255"/>
                <a:gd name="T47" fmla="*/ 171 h 409"/>
                <a:gd name="T48" fmla="*/ 2147 w 255"/>
                <a:gd name="T49" fmla="*/ 590 h 409"/>
                <a:gd name="T50" fmla="*/ 1596 w 255"/>
                <a:gd name="T51" fmla="*/ 1651 h 409"/>
                <a:gd name="T52" fmla="*/ 1176 w 255"/>
                <a:gd name="T53" fmla="*/ 2299 h 409"/>
                <a:gd name="T54" fmla="*/ 908 w 255"/>
                <a:gd name="T55" fmla="*/ 2790 h 409"/>
                <a:gd name="T56" fmla="*/ 771 w 255"/>
                <a:gd name="T57" fmla="*/ 3281 h 409"/>
                <a:gd name="T58" fmla="*/ 533 w 255"/>
                <a:gd name="T59" fmla="*/ 3948 h 409"/>
                <a:gd name="T60" fmla="*/ 283 w 255"/>
                <a:gd name="T61" fmla="*/ 4425 h 409"/>
                <a:gd name="T62" fmla="*/ 63 w 255"/>
                <a:gd name="T63" fmla="*/ 5564 h 409"/>
                <a:gd name="T64" fmla="*/ 408 w 255"/>
                <a:gd name="T65" fmla="*/ 6303 h 409"/>
                <a:gd name="T66" fmla="*/ 813 w 255"/>
                <a:gd name="T67" fmla="*/ 6362 h 409"/>
                <a:gd name="T68" fmla="*/ 1221 w 255"/>
                <a:gd name="T69" fmla="*/ 6431 h 409"/>
                <a:gd name="T70" fmla="*/ 1596 w 255"/>
                <a:gd name="T71" fmla="*/ 6077 h 409"/>
                <a:gd name="T72" fmla="*/ 1771 w 255"/>
                <a:gd name="T73" fmla="*/ 5863 h 409"/>
                <a:gd name="T74" fmla="*/ 1754 w 255"/>
                <a:gd name="T75" fmla="*/ 5884 h 409"/>
                <a:gd name="T76" fmla="*/ 1866 w 255"/>
                <a:gd name="T77" fmla="*/ 5770 h 409"/>
                <a:gd name="T78" fmla="*/ 1804 w 255"/>
                <a:gd name="T79" fmla="*/ 5940 h 409"/>
                <a:gd name="T80" fmla="*/ 1629 w 255"/>
                <a:gd name="T81" fmla="*/ 6546 h 409"/>
                <a:gd name="T82" fmla="*/ 1629 w 255"/>
                <a:gd name="T83" fmla="*/ 6661 h 409"/>
                <a:gd name="T84" fmla="*/ 1804 w 255"/>
                <a:gd name="T85" fmla="*/ 7194 h 409"/>
                <a:gd name="T86" fmla="*/ 2022 w 255"/>
                <a:gd name="T87" fmla="*/ 7629 h 409"/>
                <a:gd name="T88" fmla="*/ 2555 w 255"/>
                <a:gd name="T89" fmla="*/ 7685 h 409"/>
                <a:gd name="T90" fmla="*/ 2880 w 255"/>
                <a:gd name="T91" fmla="*/ 7685 h 409"/>
                <a:gd name="T92" fmla="*/ 3338 w 255"/>
                <a:gd name="T93" fmla="*/ 7272 h 409"/>
                <a:gd name="T94" fmla="*/ 3380 w 255"/>
                <a:gd name="T95" fmla="*/ 7136 h 409"/>
                <a:gd name="T96" fmla="*/ 3413 w 255"/>
                <a:gd name="T97" fmla="*/ 7079 h 409"/>
                <a:gd name="T98" fmla="*/ 3555 w 255"/>
                <a:gd name="T99" fmla="*/ 6717 h 409"/>
                <a:gd name="T100" fmla="*/ 3693 w 255"/>
                <a:gd name="T101" fmla="*/ 6247 h 409"/>
                <a:gd name="T102" fmla="*/ 3693 w 255"/>
                <a:gd name="T103" fmla="*/ 6226 h 409"/>
                <a:gd name="T104" fmla="*/ 550 w 255"/>
                <a:gd name="T105" fmla="*/ 3927 h 409"/>
                <a:gd name="T106" fmla="*/ 550 w 255"/>
                <a:gd name="T107" fmla="*/ 3927 h 409"/>
                <a:gd name="T108" fmla="*/ 550 w 255"/>
                <a:gd name="T109" fmla="*/ 3913 h 409"/>
                <a:gd name="T110" fmla="*/ 550 w 255"/>
                <a:gd name="T111" fmla="*/ 3927 h 40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5" h="409">
                  <a:moveTo>
                    <a:pt x="236" y="328"/>
                  </a:moveTo>
                  <a:cubicBezTo>
                    <a:pt x="236" y="328"/>
                    <a:pt x="236" y="328"/>
                    <a:pt x="236" y="328"/>
                  </a:cubicBezTo>
                  <a:cubicBezTo>
                    <a:pt x="236" y="327"/>
                    <a:pt x="236" y="325"/>
                    <a:pt x="236" y="323"/>
                  </a:cubicBezTo>
                  <a:cubicBezTo>
                    <a:pt x="235" y="317"/>
                    <a:pt x="234" y="314"/>
                    <a:pt x="233" y="308"/>
                  </a:cubicBezTo>
                  <a:cubicBezTo>
                    <a:pt x="233" y="299"/>
                    <a:pt x="231" y="293"/>
                    <a:pt x="228" y="283"/>
                  </a:cubicBezTo>
                  <a:cubicBezTo>
                    <a:pt x="228" y="283"/>
                    <a:pt x="228" y="282"/>
                    <a:pt x="227" y="282"/>
                  </a:cubicBezTo>
                  <a:cubicBezTo>
                    <a:pt x="219" y="269"/>
                    <a:pt x="201" y="273"/>
                    <a:pt x="189" y="273"/>
                  </a:cubicBezTo>
                  <a:cubicBezTo>
                    <a:pt x="166" y="272"/>
                    <a:pt x="147" y="273"/>
                    <a:pt x="131" y="290"/>
                  </a:cubicBezTo>
                  <a:cubicBezTo>
                    <a:pt x="128" y="293"/>
                    <a:pt x="125" y="296"/>
                    <a:pt x="123" y="298"/>
                  </a:cubicBezTo>
                  <a:cubicBezTo>
                    <a:pt x="124" y="295"/>
                    <a:pt x="125" y="292"/>
                    <a:pt x="126" y="288"/>
                  </a:cubicBezTo>
                  <a:cubicBezTo>
                    <a:pt x="129" y="285"/>
                    <a:pt x="132" y="283"/>
                    <a:pt x="133" y="280"/>
                  </a:cubicBezTo>
                  <a:cubicBezTo>
                    <a:pt x="133" y="280"/>
                    <a:pt x="133" y="280"/>
                    <a:pt x="132" y="281"/>
                  </a:cubicBezTo>
                  <a:cubicBezTo>
                    <a:pt x="137" y="276"/>
                    <a:pt x="141" y="271"/>
                    <a:pt x="142" y="266"/>
                  </a:cubicBezTo>
                  <a:cubicBezTo>
                    <a:pt x="144" y="255"/>
                    <a:pt x="148" y="246"/>
                    <a:pt x="153" y="234"/>
                  </a:cubicBezTo>
                  <a:cubicBezTo>
                    <a:pt x="160" y="217"/>
                    <a:pt x="168" y="212"/>
                    <a:pt x="178" y="197"/>
                  </a:cubicBezTo>
                  <a:cubicBezTo>
                    <a:pt x="190" y="182"/>
                    <a:pt x="194" y="161"/>
                    <a:pt x="205" y="146"/>
                  </a:cubicBezTo>
                  <a:cubicBezTo>
                    <a:pt x="210" y="138"/>
                    <a:pt x="216" y="132"/>
                    <a:pt x="219" y="123"/>
                  </a:cubicBezTo>
                  <a:cubicBezTo>
                    <a:pt x="221" y="117"/>
                    <a:pt x="220" y="111"/>
                    <a:pt x="223" y="105"/>
                  </a:cubicBezTo>
                  <a:cubicBezTo>
                    <a:pt x="231" y="89"/>
                    <a:pt x="243" y="78"/>
                    <a:pt x="246" y="60"/>
                  </a:cubicBezTo>
                  <a:cubicBezTo>
                    <a:pt x="246" y="55"/>
                    <a:pt x="246" y="50"/>
                    <a:pt x="247" y="45"/>
                  </a:cubicBezTo>
                  <a:cubicBezTo>
                    <a:pt x="249" y="39"/>
                    <a:pt x="255" y="34"/>
                    <a:pt x="253" y="27"/>
                  </a:cubicBezTo>
                  <a:cubicBezTo>
                    <a:pt x="252" y="20"/>
                    <a:pt x="246" y="20"/>
                    <a:pt x="242" y="16"/>
                  </a:cubicBezTo>
                  <a:cubicBezTo>
                    <a:pt x="217" y="16"/>
                    <a:pt x="195" y="15"/>
                    <a:pt x="186" y="0"/>
                  </a:cubicBezTo>
                  <a:cubicBezTo>
                    <a:pt x="180" y="3"/>
                    <a:pt x="174" y="6"/>
                    <a:pt x="169" y="9"/>
                  </a:cubicBezTo>
                  <a:cubicBezTo>
                    <a:pt x="162" y="13"/>
                    <a:pt x="142" y="24"/>
                    <a:pt x="137" y="31"/>
                  </a:cubicBezTo>
                  <a:cubicBezTo>
                    <a:pt x="118" y="44"/>
                    <a:pt x="109" y="66"/>
                    <a:pt x="102" y="87"/>
                  </a:cubicBezTo>
                  <a:cubicBezTo>
                    <a:pt x="97" y="102"/>
                    <a:pt x="85" y="109"/>
                    <a:pt x="75" y="121"/>
                  </a:cubicBezTo>
                  <a:cubicBezTo>
                    <a:pt x="69" y="129"/>
                    <a:pt x="63" y="138"/>
                    <a:pt x="58" y="147"/>
                  </a:cubicBezTo>
                  <a:cubicBezTo>
                    <a:pt x="52" y="155"/>
                    <a:pt x="55" y="165"/>
                    <a:pt x="49" y="173"/>
                  </a:cubicBezTo>
                  <a:cubicBezTo>
                    <a:pt x="42" y="185"/>
                    <a:pt x="38" y="198"/>
                    <a:pt x="34" y="208"/>
                  </a:cubicBezTo>
                  <a:cubicBezTo>
                    <a:pt x="28" y="215"/>
                    <a:pt x="23" y="227"/>
                    <a:pt x="18" y="233"/>
                  </a:cubicBezTo>
                  <a:cubicBezTo>
                    <a:pt x="5" y="251"/>
                    <a:pt x="0" y="270"/>
                    <a:pt x="4" y="293"/>
                  </a:cubicBezTo>
                  <a:cubicBezTo>
                    <a:pt x="8" y="311"/>
                    <a:pt x="15" y="324"/>
                    <a:pt x="26" y="332"/>
                  </a:cubicBezTo>
                  <a:cubicBezTo>
                    <a:pt x="33" y="337"/>
                    <a:pt x="42" y="334"/>
                    <a:pt x="52" y="335"/>
                  </a:cubicBezTo>
                  <a:cubicBezTo>
                    <a:pt x="60" y="336"/>
                    <a:pt x="68" y="341"/>
                    <a:pt x="78" y="339"/>
                  </a:cubicBezTo>
                  <a:cubicBezTo>
                    <a:pt x="89" y="337"/>
                    <a:pt x="96" y="329"/>
                    <a:pt x="102" y="320"/>
                  </a:cubicBezTo>
                  <a:cubicBezTo>
                    <a:pt x="105" y="316"/>
                    <a:pt x="111" y="314"/>
                    <a:pt x="113" y="309"/>
                  </a:cubicBezTo>
                  <a:cubicBezTo>
                    <a:pt x="113" y="310"/>
                    <a:pt x="112" y="310"/>
                    <a:pt x="112" y="310"/>
                  </a:cubicBezTo>
                  <a:cubicBezTo>
                    <a:pt x="114" y="309"/>
                    <a:pt x="117" y="306"/>
                    <a:pt x="119" y="304"/>
                  </a:cubicBezTo>
                  <a:cubicBezTo>
                    <a:pt x="117" y="307"/>
                    <a:pt x="116" y="310"/>
                    <a:pt x="115" y="313"/>
                  </a:cubicBezTo>
                  <a:cubicBezTo>
                    <a:pt x="106" y="324"/>
                    <a:pt x="103" y="333"/>
                    <a:pt x="104" y="345"/>
                  </a:cubicBezTo>
                  <a:cubicBezTo>
                    <a:pt x="104" y="351"/>
                    <a:pt x="104" y="351"/>
                    <a:pt x="104" y="351"/>
                  </a:cubicBezTo>
                  <a:cubicBezTo>
                    <a:pt x="104" y="360"/>
                    <a:pt x="110" y="371"/>
                    <a:pt x="115" y="379"/>
                  </a:cubicBezTo>
                  <a:cubicBezTo>
                    <a:pt x="120" y="386"/>
                    <a:pt x="121" y="395"/>
                    <a:pt x="129" y="402"/>
                  </a:cubicBezTo>
                  <a:cubicBezTo>
                    <a:pt x="138" y="409"/>
                    <a:pt x="152" y="405"/>
                    <a:pt x="163" y="405"/>
                  </a:cubicBezTo>
                  <a:cubicBezTo>
                    <a:pt x="168" y="405"/>
                    <a:pt x="179" y="406"/>
                    <a:pt x="184" y="405"/>
                  </a:cubicBezTo>
                  <a:cubicBezTo>
                    <a:pt x="196" y="400"/>
                    <a:pt x="207" y="395"/>
                    <a:pt x="213" y="383"/>
                  </a:cubicBezTo>
                  <a:cubicBezTo>
                    <a:pt x="215" y="381"/>
                    <a:pt x="215" y="378"/>
                    <a:pt x="216" y="376"/>
                  </a:cubicBezTo>
                  <a:cubicBezTo>
                    <a:pt x="217" y="375"/>
                    <a:pt x="218" y="374"/>
                    <a:pt x="218" y="373"/>
                  </a:cubicBezTo>
                  <a:cubicBezTo>
                    <a:pt x="222" y="367"/>
                    <a:pt x="224" y="360"/>
                    <a:pt x="227" y="354"/>
                  </a:cubicBezTo>
                  <a:cubicBezTo>
                    <a:pt x="232" y="345"/>
                    <a:pt x="235" y="340"/>
                    <a:pt x="236" y="329"/>
                  </a:cubicBezTo>
                  <a:lnTo>
                    <a:pt x="236" y="328"/>
                  </a:lnTo>
                  <a:close/>
                  <a:moveTo>
                    <a:pt x="35" y="207"/>
                  </a:moveTo>
                  <a:cubicBezTo>
                    <a:pt x="35" y="207"/>
                    <a:pt x="35" y="207"/>
                    <a:pt x="35" y="207"/>
                  </a:cubicBezTo>
                  <a:cubicBezTo>
                    <a:pt x="35" y="207"/>
                    <a:pt x="35" y="206"/>
                    <a:pt x="35" y="206"/>
                  </a:cubicBezTo>
                  <a:cubicBezTo>
                    <a:pt x="35" y="206"/>
                    <a:pt x="35" y="207"/>
                    <a:pt x="35" y="207"/>
                  </a:cubicBezTo>
                  <a:close/>
                </a:path>
              </a:pathLst>
            </a:custGeom>
            <a:solidFill>
              <a:srgbClr val="C09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3" name="Freeform 246">
              <a:extLst>
                <a:ext uri="{FF2B5EF4-FFF2-40B4-BE49-F238E27FC236}">
                  <a16:creationId xmlns:a16="http://schemas.microsoft.com/office/drawing/2014/main" id="{098ED53E-DB38-4275-B404-F32340811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076"/>
              <a:ext cx="98" cy="165"/>
            </a:xfrm>
            <a:custGeom>
              <a:avLst/>
              <a:gdLst>
                <a:gd name="T0" fmla="*/ 83 w 39"/>
                <a:gd name="T1" fmla="*/ 0 h 62"/>
                <a:gd name="T2" fmla="*/ 176 w 39"/>
                <a:gd name="T3" fmla="*/ 452 h 62"/>
                <a:gd name="T4" fmla="*/ 379 w 39"/>
                <a:gd name="T5" fmla="*/ 865 h 62"/>
                <a:gd name="T6" fmla="*/ 618 w 39"/>
                <a:gd name="T7" fmla="*/ 1168 h 62"/>
                <a:gd name="T8" fmla="*/ 317 w 39"/>
                <a:gd name="T9" fmla="*/ 886 h 62"/>
                <a:gd name="T10" fmla="*/ 50 w 39"/>
                <a:gd name="T11" fmla="*/ 375 h 62"/>
                <a:gd name="T12" fmla="*/ 83 w 39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62">
                  <a:moveTo>
                    <a:pt x="5" y="0"/>
                  </a:moveTo>
                  <a:cubicBezTo>
                    <a:pt x="3" y="14"/>
                    <a:pt x="6" y="14"/>
                    <a:pt x="11" y="24"/>
                  </a:cubicBezTo>
                  <a:cubicBezTo>
                    <a:pt x="16" y="33"/>
                    <a:pt x="21" y="37"/>
                    <a:pt x="24" y="46"/>
                  </a:cubicBezTo>
                  <a:cubicBezTo>
                    <a:pt x="28" y="56"/>
                    <a:pt x="34" y="61"/>
                    <a:pt x="39" y="62"/>
                  </a:cubicBezTo>
                  <a:cubicBezTo>
                    <a:pt x="28" y="62"/>
                    <a:pt x="24" y="56"/>
                    <a:pt x="20" y="47"/>
                  </a:cubicBezTo>
                  <a:cubicBezTo>
                    <a:pt x="16" y="38"/>
                    <a:pt x="6" y="28"/>
                    <a:pt x="3" y="20"/>
                  </a:cubicBezTo>
                  <a:cubicBezTo>
                    <a:pt x="0" y="13"/>
                    <a:pt x="0" y="9"/>
                    <a:pt x="5" y="0"/>
                  </a:cubicBezTo>
                  <a:close/>
                </a:path>
              </a:pathLst>
            </a:custGeom>
            <a:solidFill>
              <a:srgbClr val="F6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4" name="Freeform 247">
              <a:extLst>
                <a:ext uri="{FF2B5EF4-FFF2-40B4-BE49-F238E27FC236}">
                  <a16:creationId xmlns:a16="http://schemas.microsoft.com/office/drawing/2014/main" id="{FEC8364A-21AD-439F-BF27-15C92BF3EB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5" y="1230"/>
              <a:ext cx="215" cy="1104"/>
            </a:xfrm>
            <a:custGeom>
              <a:avLst/>
              <a:gdLst>
                <a:gd name="T0" fmla="*/ 1345 w 86"/>
                <a:gd name="T1" fmla="*/ 35 h 414"/>
                <a:gd name="T2" fmla="*/ 1313 w 86"/>
                <a:gd name="T3" fmla="*/ 320 h 414"/>
                <a:gd name="T4" fmla="*/ 300 w 86"/>
                <a:gd name="T5" fmla="*/ 6371 h 414"/>
                <a:gd name="T6" fmla="*/ 0 w 86"/>
                <a:gd name="T7" fmla="*/ 7168 h 414"/>
                <a:gd name="T8" fmla="*/ 33 w 86"/>
                <a:gd name="T9" fmla="*/ 7509 h 414"/>
                <a:gd name="T10" fmla="*/ 0 w 86"/>
                <a:gd name="T11" fmla="*/ 7851 h 414"/>
                <a:gd name="T12" fmla="*/ 300 w 86"/>
                <a:gd name="T13" fmla="*/ 7053 h 414"/>
                <a:gd name="T14" fmla="*/ 1313 w 86"/>
                <a:gd name="T15" fmla="*/ 1024 h 414"/>
                <a:gd name="T16" fmla="*/ 1345 w 86"/>
                <a:gd name="T17" fmla="*/ 760 h 414"/>
                <a:gd name="T18" fmla="*/ 1345 w 86"/>
                <a:gd name="T19" fmla="*/ 56 h 414"/>
                <a:gd name="T20" fmla="*/ 1345 w 86"/>
                <a:gd name="T21" fmla="*/ 35 h 414"/>
                <a:gd name="T22" fmla="*/ 1345 w 86"/>
                <a:gd name="T23" fmla="*/ 21 h 414"/>
                <a:gd name="T24" fmla="*/ 1345 w 86"/>
                <a:gd name="T25" fmla="*/ 0 h 414"/>
                <a:gd name="T26" fmla="*/ 1345 w 86"/>
                <a:gd name="T27" fmla="*/ 21 h 4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6" h="414">
                  <a:moveTo>
                    <a:pt x="86" y="2"/>
                  </a:moveTo>
                  <a:cubicBezTo>
                    <a:pt x="86" y="7"/>
                    <a:pt x="85" y="12"/>
                    <a:pt x="84" y="17"/>
                  </a:cubicBezTo>
                  <a:cubicBezTo>
                    <a:pt x="23" y="322"/>
                    <a:pt x="22" y="322"/>
                    <a:pt x="19" y="336"/>
                  </a:cubicBezTo>
                  <a:cubicBezTo>
                    <a:pt x="13" y="359"/>
                    <a:pt x="9" y="372"/>
                    <a:pt x="0" y="378"/>
                  </a:cubicBezTo>
                  <a:cubicBezTo>
                    <a:pt x="0" y="378"/>
                    <a:pt x="2" y="383"/>
                    <a:pt x="2" y="396"/>
                  </a:cubicBezTo>
                  <a:cubicBezTo>
                    <a:pt x="2" y="409"/>
                    <a:pt x="0" y="414"/>
                    <a:pt x="0" y="414"/>
                  </a:cubicBezTo>
                  <a:cubicBezTo>
                    <a:pt x="9" y="408"/>
                    <a:pt x="13" y="395"/>
                    <a:pt x="19" y="372"/>
                  </a:cubicBezTo>
                  <a:cubicBezTo>
                    <a:pt x="25" y="346"/>
                    <a:pt x="84" y="54"/>
                    <a:pt x="84" y="54"/>
                  </a:cubicBezTo>
                  <a:cubicBezTo>
                    <a:pt x="85" y="49"/>
                    <a:pt x="86" y="44"/>
                    <a:pt x="86" y="40"/>
                  </a:cubicBezTo>
                  <a:cubicBezTo>
                    <a:pt x="86" y="3"/>
                    <a:pt x="86" y="3"/>
                    <a:pt x="86" y="3"/>
                  </a:cubicBezTo>
                  <a:lnTo>
                    <a:pt x="86" y="2"/>
                  </a:lnTo>
                  <a:close/>
                  <a:moveTo>
                    <a:pt x="86" y="1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6" y="1"/>
                    <a:pt x="86" y="1"/>
                    <a:pt x="86" y="1"/>
                  </a:cubicBezTo>
                  <a:close/>
                </a:path>
              </a:pathLst>
            </a:custGeom>
            <a:solidFill>
              <a:srgbClr val="D2A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5" name="Freeform 248">
              <a:extLst>
                <a:ext uri="{FF2B5EF4-FFF2-40B4-BE49-F238E27FC236}">
                  <a16:creationId xmlns:a16="http://schemas.microsoft.com/office/drawing/2014/main" id="{38AD2112-5071-4627-A97B-4D9ABBBDF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276"/>
              <a:ext cx="723" cy="64"/>
            </a:xfrm>
            <a:custGeom>
              <a:avLst/>
              <a:gdLst>
                <a:gd name="T0" fmla="*/ 0 w 289"/>
                <a:gd name="T1" fmla="*/ 307 h 24"/>
                <a:gd name="T2" fmla="*/ 595 w 289"/>
                <a:gd name="T3" fmla="*/ 456 h 24"/>
                <a:gd name="T4" fmla="*/ 4338 w 289"/>
                <a:gd name="T5" fmla="*/ 456 h 24"/>
                <a:gd name="T6" fmla="*/ 4506 w 289"/>
                <a:gd name="T7" fmla="*/ 0 h 24"/>
                <a:gd name="T8" fmla="*/ 4193 w 289"/>
                <a:gd name="T9" fmla="*/ 341 h 24"/>
                <a:gd name="T10" fmla="*/ 583 w 289"/>
                <a:gd name="T11" fmla="*/ 376 h 24"/>
                <a:gd name="T12" fmla="*/ 0 w 289"/>
                <a:gd name="T13" fmla="*/ 30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9" h="24">
                  <a:moveTo>
                    <a:pt x="0" y="16"/>
                  </a:moveTo>
                  <a:cubicBezTo>
                    <a:pt x="5" y="23"/>
                    <a:pt x="18" y="24"/>
                    <a:pt x="38" y="24"/>
                  </a:cubicBezTo>
                  <a:cubicBezTo>
                    <a:pt x="58" y="24"/>
                    <a:pt x="267" y="24"/>
                    <a:pt x="277" y="24"/>
                  </a:cubicBezTo>
                  <a:cubicBezTo>
                    <a:pt x="288" y="24"/>
                    <a:pt x="289" y="12"/>
                    <a:pt x="288" y="0"/>
                  </a:cubicBezTo>
                  <a:cubicBezTo>
                    <a:pt x="285" y="9"/>
                    <a:pt x="285" y="18"/>
                    <a:pt x="268" y="18"/>
                  </a:cubicBezTo>
                  <a:cubicBezTo>
                    <a:pt x="251" y="18"/>
                    <a:pt x="53" y="21"/>
                    <a:pt x="37" y="20"/>
                  </a:cubicBezTo>
                  <a:cubicBezTo>
                    <a:pt x="18" y="20"/>
                    <a:pt x="2" y="19"/>
                    <a:pt x="0" y="16"/>
                  </a:cubicBezTo>
                  <a:close/>
                </a:path>
              </a:pathLst>
            </a:custGeom>
            <a:solidFill>
              <a:srgbClr val="D2A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6" name="Freeform 249">
              <a:extLst>
                <a:ext uri="{FF2B5EF4-FFF2-40B4-BE49-F238E27FC236}">
                  <a16:creationId xmlns:a16="http://schemas.microsoft.com/office/drawing/2014/main" id="{96F0DDA4-E42E-4FDA-B7A3-010F10E60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212"/>
              <a:ext cx="432" cy="26"/>
            </a:xfrm>
            <a:custGeom>
              <a:avLst/>
              <a:gdLst>
                <a:gd name="T0" fmla="*/ 2412 w 173"/>
                <a:gd name="T1" fmla="*/ 88 h 10"/>
                <a:gd name="T2" fmla="*/ 0 w 173"/>
                <a:gd name="T3" fmla="*/ 177 h 10"/>
                <a:gd name="T4" fmla="*/ 2694 w 173"/>
                <a:gd name="T5" fmla="*/ 177 h 10"/>
                <a:gd name="T6" fmla="*/ 2587 w 173"/>
                <a:gd name="T7" fmla="*/ 88 h 10"/>
                <a:gd name="T8" fmla="*/ 2495 w 173"/>
                <a:gd name="T9" fmla="*/ 0 h 10"/>
                <a:gd name="T10" fmla="*/ 2412 w 173"/>
                <a:gd name="T11" fmla="*/ 8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0">
                  <a:moveTo>
                    <a:pt x="155" y="5"/>
                  </a:moveTo>
                  <a:cubicBezTo>
                    <a:pt x="131" y="9"/>
                    <a:pt x="42" y="10"/>
                    <a:pt x="0" y="10"/>
                  </a:cubicBezTo>
                  <a:cubicBezTo>
                    <a:pt x="21" y="10"/>
                    <a:pt x="166" y="10"/>
                    <a:pt x="173" y="10"/>
                  </a:cubicBezTo>
                  <a:cubicBezTo>
                    <a:pt x="168" y="7"/>
                    <a:pt x="167" y="7"/>
                    <a:pt x="166" y="5"/>
                  </a:cubicBezTo>
                  <a:cubicBezTo>
                    <a:pt x="165" y="3"/>
                    <a:pt x="160" y="0"/>
                    <a:pt x="160" y="0"/>
                  </a:cubicBezTo>
                  <a:cubicBezTo>
                    <a:pt x="161" y="1"/>
                    <a:pt x="160" y="4"/>
                    <a:pt x="155" y="5"/>
                  </a:cubicBezTo>
                  <a:close/>
                </a:path>
              </a:pathLst>
            </a:custGeom>
            <a:solidFill>
              <a:srgbClr val="F6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7" name="Freeform 250">
              <a:extLst>
                <a:ext uri="{FF2B5EF4-FFF2-40B4-BE49-F238E27FC236}">
                  <a16:creationId xmlns:a16="http://schemas.microsoft.com/office/drawing/2014/main" id="{4C0C4FDB-DD97-44DF-8F5E-472639477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764"/>
              <a:ext cx="957" cy="1488"/>
            </a:xfrm>
            <a:custGeom>
              <a:avLst/>
              <a:gdLst>
                <a:gd name="T0" fmla="*/ 5725 w 383"/>
                <a:gd name="T1" fmla="*/ 3128 h 558"/>
                <a:gd name="T2" fmla="*/ 5132 w 383"/>
                <a:gd name="T3" fmla="*/ 3128 h 558"/>
                <a:gd name="T4" fmla="*/ 4120 w 383"/>
                <a:gd name="T5" fmla="*/ 2163 h 558"/>
                <a:gd name="T6" fmla="*/ 4415 w 383"/>
                <a:gd name="T7" fmla="*/ 477 h 558"/>
                <a:gd name="T8" fmla="*/ 4183 w 383"/>
                <a:gd name="T9" fmla="*/ 35 h 558"/>
                <a:gd name="T10" fmla="*/ 3821 w 383"/>
                <a:gd name="T11" fmla="*/ 341 h 558"/>
                <a:gd name="T12" fmla="*/ 3528 w 383"/>
                <a:gd name="T13" fmla="*/ 2125 h 558"/>
                <a:gd name="T14" fmla="*/ 2446 w 383"/>
                <a:gd name="T15" fmla="*/ 3128 h 558"/>
                <a:gd name="T16" fmla="*/ 1592 w 383"/>
                <a:gd name="T17" fmla="*/ 3128 h 558"/>
                <a:gd name="T18" fmla="*/ 1262 w 383"/>
                <a:gd name="T19" fmla="*/ 3640 h 558"/>
                <a:gd name="T20" fmla="*/ 62 w 383"/>
                <a:gd name="T21" fmla="*/ 10184 h 558"/>
                <a:gd name="T22" fmla="*/ 625 w 383"/>
                <a:gd name="T23" fmla="*/ 10581 h 558"/>
                <a:gd name="T24" fmla="*/ 4290 w 383"/>
                <a:gd name="T25" fmla="*/ 10581 h 558"/>
                <a:gd name="T26" fmla="*/ 4900 w 383"/>
                <a:gd name="T27" fmla="*/ 9693 h 558"/>
                <a:gd name="T28" fmla="*/ 5912 w 383"/>
                <a:gd name="T29" fmla="*/ 3640 h 558"/>
                <a:gd name="T30" fmla="*/ 5725 w 383"/>
                <a:gd name="T31" fmla="*/ 3128 h 5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3" h="558">
                  <a:moveTo>
                    <a:pt x="367" y="165"/>
                  </a:moveTo>
                  <a:cubicBezTo>
                    <a:pt x="367" y="165"/>
                    <a:pt x="349" y="165"/>
                    <a:pt x="329" y="165"/>
                  </a:cubicBezTo>
                  <a:cubicBezTo>
                    <a:pt x="289" y="165"/>
                    <a:pt x="254" y="164"/>
                    <a:pt x="264" y="114"/>
                  </a:cubicBezTo>
                  <a:cubicBezTo>
                    <a:pt x="268" y="97"/>
                    <a:pt x="283" y="25"/>
                    <a:pt x="283" y="25"/>
                  </a:cubicBezTo>
                  <a:cubicBezTo>
                    <a:pt x="285" y="15"/>
                    <a:pt x="278" y="4"/>
                    <a:pt x="268" y="2"/>
                  </a:cubicBezTo>
                  <a:cubicBezTo>
                    <a:pt x="258" y="0"/>
                    <a:pt x="248" y="7"/>
                    <a:pt x="245" y="18"/>
                  </a:cubicBezTo>
                  <a:cubicBezTo>
                    <a:pt x="245" y="18"/>
                    <a:pt x="231" y="93"/>
                    <a:pt x="226" y="112"/>
                  </a:cubicBezTo>
                  <a:cubicBezTo>
                    <a:pt x="215" y="150"/>
                    <a:pt x="191" y="165"/>
                    <a:pt x="157" y="165"/>
                  </a:cubicBezTo>
                  <a:cubicBezTo>
                    <a:pt x="119" y="165"/>
                    <a:pt x="102" y="165"/>
                    <a:pt x="102" y="165"/>
                  </a:cubicBezTo>
                  <a:cubicBezTo>
                    <a:pt x="88" y="165"/>
                    <a:pt x="84" y="178"/>
                    <a:pt x="81" y="192"/>
                  </a:cubicBezTo>
                  <a:cubicBezTo>
                    <a:pt x="81" y="192"/>
                    <a:pt x="7" y="520"/>
                    <a:pt x="4" y="537"/>
                  </a:cubicBezTo>
                  <a:cubicBezTo>
                    <a:pt x="0" y="555"/>
                    <a:pt x="12" y="558"/>
                    <a:pt x="40" y="558"/>
                  </a:cubicBezTo>
                  <a:cubicBezTo>
                    <a:pt x="275" y="558"/>
                    <a:pt x="275" y="558"/>
                    <a:pt x="275" y="558"/>
                  </a:cubicBezTo>
                  <a:cubicBezTo>
                    <a:pt x="298" y="558"/>
                    <a:pt x="305" y="547"/>
                    <a:pt x="314" y="511"/>
                  </a:cubicBezTo>
                  <a:cubicBezTo>
                    <a:pt x="317" y="497"/>
                    <a:pt x="318" y="497"/>
                    <a:pt x="379" y="192"/>
                  </a:cubicBezTo>
                  <a:cubicBezTo>
                    <a:pt x="382" y="177"/>
                    <a:pt x="383" y="165"/>
                    <a:pt x="367" y="16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8" name="Freeform 251">
              <a:extLst>
                <a:ext uri="{FF2B5EF4-FFF2-40B4-BE49-F238E27FC236}">
                  <a16:creationId xmlns:a16="http://schemas.microsoft.com/office/drawing/2014/main" id="{D6E26C60-7D6B-4277-9E07-6FCD340C2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823"/>
              <a:ext cx="52" cy="330"/>
            </a:xfrm>
            <a:custGeom>
              <a:avLst/>
              <a:gdLst>
                <a:gd name="T0" fmla="*/ 0 w 21"/>
                <a:gd name="T1" fmla="*/ 2076 h 124"/>
                <a:gd name="T2" fmla="*/ 42 w 21"/>
                <a:gd name="T3" fmla="*/ 2337 h 124"/>
                <a:gd name="T4" fmla="*/ 319 w 21"/>
                <a:gd name="T5" fmla="*/ 750 h 124"/>
                <a:gd name="T6" fmla="*/ 319 w 21"/>
                <a:gd name="T7" fmla="*/ 660 h 124"/>
                <a:gd name="T8" fmla="*/ 319 w 21"/>
                <a:gd name="T9" fmla="*/ 0 h 124"/>
                <a:gd name="T10" fmla="*/ 319 w 21"/>
                <a:gd name="T11" fmla="*/ 35 h 124"/>
                <a:gd name="T12" fmla="*/ 319 w 21"/>
                <a:gd name="T13" fmla="*/ 56 h 124"/>
                <a:gd name="T14" fmla="*/ 30 w 21"/>
                <a:gd name="T15" fmla="*/ 1735 h 124"/>
                <a:gd name="T16" fmla="*/ 0 w 21"/>
                <a:gd name="T17" fmla="*/ 2076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4">
                  <a:moveTo>
                    <a:pt x="0" y="110"/>
                  </a:moveTo>
                  <a:cubicBezTo>
                    <a:pt x="1" y="116"/>
                    <a:pt x="2" y="120"/>
                    <a:pt x="3" y="124"/>
                  </a:cubicBezTo>
                  <a:cubicBezTo>
                    <a:pt x="8" y="101"/>
                    <a:pt x="21" y="40"/>
                    <a:pt x="21" y="40"/>
                  </a:cubicBezTo>
                  <a:cubicBezTo>
                    <a:pt x="21" y="38"/>
                    <a:pt x="21" y="37"/>
                    <a:pt x="21" y="35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1"/>
                    <a:pt x="21" y="2"/>
                  </a:cubicBezTo>
                  <a:cubicBezTo>
                    <a:pt x="21" y="2"/>
                    <a:pt x="21" y="3"/>
                    <a:pt x="21" y="3"/>
                  </a:cubicBezTo>
                  <a:cubicBezTo>
                    <a:pt x="21" y="3"/>
                    <a:pt x="6" y="75"/>
                    <a:pt x="2" y="92"/>
                  </a:cubicBezTo>
                  <a:cubicBezTo>
                    <a:pt x="1" y="97"/>
                    <a:pt x="1" y="104"/>
                    <a:pt x="0" y="1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89" name="Freeform 252">
              <a:extLst>
                <a:ext uri="{FF2B5EF4-FFF2-40B4-BE49-F238E27FC236}">
                  <a16:creationId xmlns:a16="http://schemas.microsoft.com/office/drawing/2014/main" id="{7D9E77A4-0E7F-4F7E-A82F-C9A8933BF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225"/>
              <a:ext cx="945" cy="1123"/>
            </a:xfrm>
            <a:custGeom>
              <a:avLst/>
              <a:gdLst>
                <a:gd name="T0" fmla="*/ 5908 w 378"/>
                <a:gd name="T1" fmla="*/ 56 h 421"/>
                <a:gd name="T2" fmla="*/ 5895 w 378"/>
                <a:gd name="T3" fmla="*/ 0 h 421"/>
                <a:gd name="T4" fmla="*/ 5875 w 378"/>
                <a:gd name="T5" fmla="*/ 363 h 421"/>
                <a:gd name="T6" fmla="*/ 4863 w 378"/>
                <a:gd name="T7" fmla="*/ 6418 h 421"/>
                <a:gd name="T8" fmla="*/ 4250 w 378"/>
                <a:gd name="T9" fmla="*/ 7306 h 421"/>
                <a:gd name="T10" fmla="*/ 583 w 378"/>
                <a:gd name="T11" fmla="*/ 7306 h 421"/>
                <a:gd name="T12" fmla="*/ 0 w 378"/>
                <a:gd name="T13" fmla="*/ 7023 h 421"/>
                <a:gd name="T14" fmla="*/ 0 w 378"/>
                <a:gd name="T15" fmla="*/ 7023 h 421"/>
                <a:gd name="T16" fmla="*/ 0 w 378"/>
                <a:gd name="T17" fmla="*/ 7741 h 421"/>
                <a:gd name="T18" fmla="*/ 0 w 378"/>
                <a:gd name="T19" fmla="*/ 7741 h 421"/>
                <a:gd name="T20" fmla="*/ 583 w 378"/>
                <a:gd name="T21" fmla="*/ 7992 h 421"/>
                <a:gd name="T22" fmla="*/ 4250 w 378"/>
                <a:gd name="T23" fmla="*/ 7992 h 421"/>
                <a:gd name="T24" fmla="*/ 4863 w 378"/>
                <a:gd name="T25" fmla="*/ 7101 h 421"/>
                <a:gd name="T26" fmla="*/ 5875 w 378"/>
                <a:gd name="T27" fmla="*/ 1059 h 421"/>
                <a:gd name="T28" fmla="*/ 5908 w 378"/>
                <a:gd name="T29" fmla="*/ 798 h 421"/>
                <a:gd name="T30" fmla="*/ 5908 w 378"/>
                <a:gd name="T31" fmla="*/ 93 h 421"/>
                <a:gd name="T32" fmla="*/ 5908 w 378"/>
                <a:gd name="T33" fmla="*/ 56 h 4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8" h="421">
                  <a:moveTo>
                    <a:pt x="378" y="3"/>
                  </a:moveTo>
                  <a:cubicBezTo>
                    <a:pt x="377" y="0"/>
                    <a:pt x="377" y="0"/>
                    <a:pt x="377" y="0"/>
                  </a:cubicBezTo>
                  <a:cubicBezTo>
                    <a:pt x="378" y="5"/>
                    <a:pt x="377" y="12"/>
                    <a:pt x="376" y="19"/>
                  </a:cubicBezTo>
                  <a:cubicBezTo>
                    <a:pt x="315" y="324"/>
                    <a:pt x="314" y="324"/>
                    <a:pt x="311" y="338"/>
                  </a:cubicBezTo>
                  <a:cubicBezTo>
                    <a:pt x="302" y="374"/>
                    <a:pt x="295" y="385"/>
                    <a:pt x="272" y="385"/>
                  </a:cubicBezTo>
                  <a:cubicBezTo>
                    <a:pt x="37" y="385"/>
                    <a:pt x="37" y="385"/>
                    <a:pt x="37" y="385"/>
                  </a:cubicBezTo>
                  <a:cubicBezTo>
                    <a:pt x="12" y="385"/>
                    <a:pt x="0" y="382"/>
                    <a:pt x="0" y="370"/>
                  </a:cubicBezTo>
                  <a:cubicBezTo>
                    <a:pt x="0" y="370"/>
                    <a:pt x="0" y="370"/>
                    <a:pt x="0" y="370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1" y="418"/>
                    <a:pt x="13" y="421"/>
                    <a:pt x="37" y="421"/>
                  </a:cubicBezTo>
                  <a:cubicBezTo>
                    <a:pt x="272" y="421"/>
                    <a:pt x="272" y="421"/>
                    <a:pt x="272" y="421"/>
                  </a:cubicBezTo>
                  <a:cubicBezTo>
                    <a:pt x="295" y="421"/>
                    <a:pt x="302" y="411"/>
                    <a:pt x="311" y="374"/>
                  </a:cubicBezTo>
                  <a:cubicBezTo>
                    <a:pt x="317" y="348"/>
                    <a:pt x="376" y="56"/>
                    <a:pt x="376" y="56"/>
                  </a:cubicBezTo>
                  <a:cubicBezTo>
                    <a:pt x="377" y="51"/>
                    <a:pt x="378" y="46"/>
                    <a:pt x="378" y="42"/>
                  </a:cubicBezTo>
                  <a:cubicBezTo>
                    <a:pt x="378" y="5"/>
                    <a:pt x="378" y="5"/>
                    <a:pt x="378" y="5"/>
                  </a:cubicBezTo>
                  <a:lnTo>
                    <a:pt x="378" y="3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0" name="Freeform 253">
              <a:extLst>
                <a:ext uri="{FF2B5EF4-FFF2-40B4-BE49-F238E27FC236}">
                  <a16:creationId xmlns:a16="http://schemas.microsoft.com/office/drawing/2014/main" id="{B4987212-A6AF-4899-A3B0-BFCC8B99D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617"/>
              <a:ext cx="307" cy="373"/>
            </a:xfrm>
            <a:custGeom>
              <a:avLst/>
              <a:gdLst>
                <a:gd name="T0" fmla="*/ 699 w 123"/>
                <a:gd name="T1" fmla="*/ 0 h 140"/>
                <a:gd name="T2" fmla="*/ 250 w 123"/>
                <a:gd name="T3" fmla="*/ 661 h 140"/>
                <a:gd name="T4" fmla="*/ 105 w 123"/>
                <a:gd name="T5" fmla="*/ 1817 h 140"/>
                <a:gd name="T6" fmla="*/ 467 w 123"/>
                <a:gd name="T7" fmla="*/ 2512 h 140"/>
                <a:gd name="T8" fmla="*/ 884 w 123"/>
                <a:gd name="T9" fmla="*/ 2555 h 140"/>
                <a:gd name="T10" fmla="*/ 1290 w 123"/>
                <a:gd name="T11" fmla="*/ 2590 h 140"/>
                <a:gd name="T12" fmla="*/ 1650 w 123"/>
                <a:gd name="T13" fmla="*/ 2171 h 140"/>
                <a:gd name="T14" fmla="*/ 1807 w 123"/>
                <a:gd name="T15" fmla="*/ 1966 h 140"/>
                <a:gd name="T16" fmla="*/ 1807 w 123"/>
                <a:gd name="T17" fmla="*/ 1100 h 140"/>
                <a:gd name="T18" fmla="*/ 1632 w 123"/>
                <a:gd name="T19" fmla="*/ 773 h 140"/>
                <a:gd name="T20" fmla="*/ 1415 w 123"/>
                <a:gd name="T21" fmla="*/ 397 h 140"/>
                <a:gd name="T22" fmla="*/ 1133 w 123"/>
                <a:gd name="T23" fmla="*/ 306 h 140"/>
                <a:gd name="T24" fmla="*/ 699 w 123"/>
                <a:gd name="T25" fmla="*/ 0 h 1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140">
                  <a:moveTo>
                    <a:pt x="45" y="0"/>
                  </a:moveTo>
                  <a:cubicBezTo>
                    <a:pt x="29" y="0"/>
                    <a:pt x="23" y="24"/>
                    <a:pt x="16" y="35"/>
                  </a:cubicBezTo>
                  <a:cubicBezTo>
                    <a:pt x="4" y="54"/>
                    <a:pt x="0" y="74"/>
                    <a:pt x="7" y="96"/>
                  </a:cubicBezTo>
                  <a:cubicBezTo>
                    <a:pt x="11" y="113"/>
                    <a:pt x="19" y="126"/>
                    <a:pt x="30" y="133"/>
                  </a:cubicBezTo>
                  <a:cubicBezTo>
                    <a:pt x="38" y="138"/>
                    <a:pt x="47" y="134"/>
                    <a:pt x="57" y="135"/>
                  </a:cubicBezTo>
                  <a:cubicBezTo>
                    <a:pt x="65" y="135"/>
                    <a:pt x="74" y="140"/>
                    <a:pt x="83" y="137"/>
                  </a:cubicBezTo>
                  <a:cubicBezTo>
                    <a:pt x="94" y="134"/>
                    <a:pt x="100" y="125"/>
                    <a:pt x="106" y="115"/>
                  </a:cubicBezTo>
                  <a:cubicBezTo>
                    <a:pt x="109" y="111"/>
                    <a:pt x="115" y="109"/>
                    <a:pt x="116" y="104"/>
                  </a:cubicBezTo>
                  <a:cubicBezTo>
                    <a:pt x="119" y="91"/>
                    <a:pt x="123" y="70"/>
                    <a:pt x="116" y="58"/>
                  </a:cubicBezTo>
                  <a:cubicBezTo>
                    <a:pt x="113" y="52"/>
                    <a:pt x="107" y="47"/>
                    <a:pt x="105" y="41"/>
                  </a:cubicBezTo>
                  <a:cubicBezTo>
                    <a:pt x="101" y="32"/>
                    <a:pt x="100" y="25"/>
                    <a:pt x="91" y="21"/>
                  </a:cubicBezTo>
                  <a:cubicBezTo>
                    <a:pt x="85" y="18"/>
                    <a:pt x="78" y="19"/>
                    <a:pt x="73" y="16"/>
                  </a:cubicBezTo>
                  <a:cubicBezTo>
                    <a:pt x="65" y="11"/>
                    <a:pt x="55" y="2"/>
                    <a:pt x="45" y="0"/>
                  </a:cubicBezTo>
                  <a:close/>
                </a:path>
              </a:pathLst>
            </a:custGeom>
            <a:solidFill>
              <a:srgbClr val="D87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1" name="Freeform 254">
              <a:extLst>
                <a:ext uri="{FF2B5EF4-FFF2-40B4-BE49-F238E27FC236}">
                  <a16:creationId xmlns:a16="http://schemas.microsoft.com/office/drawing/2014/main" id="{387F4D48-9B53-4DA6-8C10-826D9C6D0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681"/>
              <a:ext cx="305" cy="379"/>
            </a:xfrm>
            <a:custGeom>
              <a:avLst/>
              <a:gdLst>
                <a:gd name="T0" fmla="*/ 770 w 122"/>
                <a:gd name="T1" fmla="*/ 21 h 142"/>
                <a:gd name="T2" fmla="*/ 283 w 122"/>
                <a:gd name="T3" fmla="*/ 627 h 142"/>
                <a:gd name="T4" fmla="*/ 63 w 122"/>
                <a:gd name="T5" fmla="*/ 1788 h 142"/>
                <a:gd name="T6" fmla="*/ 395 w 122"/>
                <a:gd name="T7" fmla="*/ 2506 h 142"/>
                <a:gd name="T8" fmla="*/ 813 w 122"/>
                <a:gd name="T9" fmla="*/ 2586 h 142"/>
                <a:gd name="T10" fmla="*/ 1220 w 122"/>
                <a:gd name="T11" fmla="*/ 2664 h 142"/>
                <a:gd name="T12" fmla="*/ 1595 w 122"/>
                <a:gd name="T13" fmla="*/ 2279 h 142"/>
                <a:gd name="T14" fmla="*/ 1770 w 122"/>
                <a:gd name="T15" fmla="*/ 2095 h 142"/>
                <a:gd name="T16" fmla="*/ 1813 w 122"/>
                <a:gd name="T17" fmla="*/ 1196 h 142"/>
                <a:gd name="T18" fmla="*/ 1658 w 122"/>
                <a:gd name="T19" fmla="*/ 875 h 142"/>
                <a:gd name="T20" fmla="*/ 1470 w 122"/>
                <a:gd name="T21" fmla="*/ 478 h 142"/>
                <a:gd name="T22" fmla="*/ 1188 w 122"/>
                <a:gd name="T23" fmla="*/ 342 h 142"/>
                <a:gd name="T24" fmla="*/ 783 w 122"/>
                <a:gd name="T25" fmla="*/ 21 h 142"/>
                <a:gd name="T26" fmla="*/ 770 w 122"/>
                <a:gd name="T27" fmla="*/ 21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2" h="142">
                  <a:moveTo>
                    <a:pt x="49" y="1"/>
                  </a:moveTo>
                  <a:cubicBezTo>
                    <a:pt x="33" y="0"/>
                    <a:pt x="26" y="23"/>
                    <a:pt x="18" y="33"/>
                  </a:cubicBezTo>
                  <a:cubicBezTo>
                    <a:pt x="5" y="52"/>
                    <a:pt x="0" y="71"/>
                    <a:pt x="4" y="94"/>
                  </a:cubicBezTo>
                  <a:cubicBezTo>
                    <a:pt x="8" y="111"/>
                    <a:pt x="15" y="124"/>
                    <a:pt x="25" y="132"/>
                  </a:cubicBezTo>
                  <a:cubicBezTo>
                    <a:pt x="32" y="137"/>
                    <a:pt x="42" y="135"/>
                    <a:pt x="52" y="136"/>
                  </a:cubicBezTo>
                  <a:cubicBezTo>
                    <a:pt x="60" y="137"/>
                    <a:pt x="68" y="142"/>
                    <a:pt x="78" y="140"/>
                  </a:cubicBezTo>
                  <a:cubicBezTo>
                    <a:pt x="89" y="138"/>
                    <a:pt x="95" y="129"/>
                    <a:pt x="102" y="120"/>
                  </a:cubicBezTo>
                  <a:cubicBezTo>
                    <a:pt x="105" y="116"/>
                    <a:pt x="111" y="114"/>
                    <a:pt x="113" y="110"/>
                  </a:cubicBezTo>
                  <a:cubicBezTo>
                    <a:pt x="117" y="97"/>
                    <a:pt x="122" y="76"/>
                    <a:pt x="116" y="63"/>
                  </a:cubicBezTo>
                  <a:cubicBezTo>
                    <a:pt x="113" y="57"/>
                    <a:pt x="108" y="52"/>
                    <a:pt x="106" y="46"/>
                  </a:cubicBezTo>
                  <a:cubicBezTo>
                    <a:pt x="103" y="36"/>
                    <a:pt x="103" y="30"/>
                    <a:pt x="94" y="25"/>
                  </a:cubicBezTo>
                  <a:cubicBezTo>
                    <a:pt x="88" y="22"/>
                    <a:pt x="82" y="22"/>
                    <a:pt x="76" y="18"/>
                  </a:cubicBezTo>
                  <a:cubicBezTo>
                    <a:pt x="69" y="14"/>
                    <a:pt x="60" y="4"/>
                    <a:pt x="50" y="1"/>
                  </a:cubicBezTo>
                  <a:cubicBezTo>
                    <a:pt x="50" y="1"/>
                    <a:pt x="49" y="1"/>
                    <a:pt x="49" y="1"/>
                  </a:cubicBezTo>
                  <a:close/>
                </a:path>
              </a:pathLst>
            </a:custGeom>
            <a:solidFill>
              <a:srgbClr val="D87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2" name="Freeform 255">
              <a:extLst>
                <a:ext uri="{FF2B5EF4-FFF2-40B4-BE49-F238E27FC236}">
                  <a16:creationId xmlns:a16="http://schemas.microsoft.com/office/drawing/2014/main" id="{61E85768-2B3E-451E-8D06-B565AF25E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737"/>
              <a:ext cx="123" cy="205"/>
            </a:xfrm>
            <a:custGeom>
              <a:avLst/>
              <a:gdLst>
                <a:gd name="T0" fmla="*/ 409 w 49"/>
                <a:gd name="T1" fmla="*/ 0 h 77"/>
                <a:gd name="T2" fmla="*/ 221 w 49"/>
                <a:gd name="T3" fmla="*/ 397 h 77"/>
                <a:gd name="T4" fmla="*/ 20 w 49"/>
                <a:gd name="T5" fmla="*/ 772 h 77"/>
                <a:gd name="T6" fmla="*/ 208 w 49"/>
                <a:gd name="T7" fmla="*/ 1395 h 77"/>
                <a:gd name="T8" fmla="*/ 188 w 49"/>
                <a:gd name="T9" fmla="*/ 1036 h 77"/>
                <a:gd name="T10" fmla="*/ 409 w 49"/>
                <a:gd name="T11" fmla="*/ 1078 h 77"/>
                <a:gd name="T12" fmla="*/ 522 w 49"/>
                <a:gd name="T13" fmla="*/ 1283 h 77"/>
                <a:gd name="T14" fmla="*/ 650 w 49"/>
                <a:gd name="T15" fmla="*/ 1249 h 77"/>
                <a:gd name="T16" fmla="*/ 630 w 49"/>
                <a:gd name="T17" fmla="*/ 1092 h 77"/>
                <a:gd name="T18" fmla="*/ 597 w 49"/>
                <a:gd name="T19" fmla="*/ 921 h 77"/>
                <a:gd name="T20" fmla="*/ 693 w 49"/>
                <a:gd name="T21" fmla="*/ 809 h 77"/>
                <a:gd name="T22" fmla="*/ 535 w 49"/>
                <a:gd name="T23" fmla="*/ 703 h 77"/>
                <a:gd name="T24" fmla="*/ 346 w 49"/>
                <a:gd name="T25" fmla="*/ 490 h 77"/>
                <a:gd name="T26" fmla="*/ 409 w 49"/>
                <a:gd name="T27" fmla="*/ 282 h 77"/>
                <a:gd name="T28" fmla="*/ 429 w 49"/>
                <a:gd name="T29" fmla="*/ 149 h 7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77">
                  <a:moveTo>
                    <a:pt x="26" y="0"/>
                  </a:moveTo>
                  <a:cubicBezTo>
                    <a:pt x="23" y="8"/>
                    <a:pt x="19" y="15"/>
                    <a:pt x="14" y="21"/>
                  </a:cubicBezTo>
                  <a:cubicBezTo>
                    <a:pt x="10" y="26"/>
                    <a:pt x="2" y="34"/>
                    <a:pt x="1" y="41"/>
                  </a:cubicBezTo>
                  <a:cubicBezTo>
                    <a:pt x="0" y="47"/>
                    <a:pt x="3" y="77"/>
                    <a:pt x="13" y="74"/>
                  </a:cubicBezTo>
                  <a:cubicBezTo>
                    <a:pt x="11" y="68"/>
                    <a:pt x="5" y="61"/>
                    <a:pt x="12" y="55"/>
                  </a:cubicBezTo>
                  <a:cubicBezTo>
                    <a:pt x="16" y="52"/>
                    <a:pt x="23" y="53"/>
                    <a:pt x="26" y="57"/>
                  </a:cubicBezTo>
                  <a:cubicBezTo>
                    <a:pt x="30" y="62"/>
                    <a:pt x="27" y="66"/>
                    <a:pt x="33" y="68"/>
                  </a:cubicBezTo>
                  <a:cubicBezTo>
                    <a:pt x="35" y="69"/>
                    <a:pt x="39" y="68"/>
                    <a:pt x="41" y="66"/>
                  </a:cubicBezTo>
                  <a:cubicBezTo>
                    <a:pt x="44" y="61"/>
                    <a:pt x="41" y="62"/>
                    <a:pt x="40" y="58"/>
                  </a:cubicBezTo>
                  <a:cubicBezTo>
                    <a:pt x="39" y="56"/>
                    <a:pt x="37" y="52"/>
                    <a:pt x="38" y="49"/>
                  </a:cubicBezTo>
                  <a:cubicBezTo>
                    <a:pt x="39" y="46"/>
                    <a:pt x="42" y="46"/>
                    <a:pt x="44" y="43"/>
                  </a:cubicBezTo>
                  <a:cubicBezTo>
                    <a:pt x="49" y="34"/>
                    <a:pt x="39" y="36"/>
                    <a:pt x="34" y="37"/>
                  </a:cubicBezTo>
                  <a:cubicBezTo>
                    <a:pt x="26" y="37"/>
                    <a:pt x="20" y="35"/>
                    <a:pt x="22" y="26"/>
                  </a:cubicBezTo>
                  <a:cubicBezTo>
                    <a:pt x="24" y="21"/>
                    <a:pt x="25" y="19"/>
                    <a:pt x="26" y="15"/>
                  </a:cubicBezTo>
                  <a:cubicBezTo>
                    <a:pt x="26" y="12"/>
                    <a:pt x="22" y="9"/>
                    <a:pt x="27" y="8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3" name="Freeform 256">
              <a:extLst>
                <a:ext uri="{FF2B5EF4-FFF2-40B4-BE49-F238E27FC236}">
                  <a16:creationId xmlns:a16="http://schemas.microsoft.com/office/drawing/2014/main" id="{58124396-4B90-4ACC-9EA9-5AE5DC553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865"/>
              <a:ext cx="310" cy="317"/>
            </a:xfrm>
            <a:custGeom>
              <a:avLst/>
              <a:gdLst>
                <a:gd name="T0" fmla="*/ 1800 w 124"/>
                <a:gd name="T1" fmla="*/ 248 h 119"/>
                <a:gd name="T2" fmla="*/ 1208 w 124"/>
                <a:gd name="T3" fmla="*/ 77 h 119"/>
                <a:gd name="T4" fmla="*/ 300 w 124"/>
                <a:gd name="T5" fmla="*/ 397 h 119"/>
                <a:gd name="T6" fmla="*/ 20 w 124"/>
                <a:gd name="T7" fmla="*/ 1044 h 119"/>
                <a:gd name="T8" fmla="*/ 158 w 124"/>
                <a:gd name="T9" fmla="*/ 1590 h 119"/>
                <a:gd name="T10" fmla="*/ 333 w 124"/>
                <a:gd name="T11" fmla="*/ 2043 h 119"/>
                <a:gd name="T12" fmla="*/ 800 w 124"/>
                <a:gd name="T13" fmla="*/ 2214 h 119"/>
                <a:gd name="T14" fmla="*/ 1145 w 124"/>
                <a:gd name="T15" fmla="*/ 2214 h 119"/>
                <a:gd name="T16" fmla="*/ 1658 w 124"/>
                <a:gd name="T17" fmla="*/ 1830 h 119"/>
                <a:gd name="T18" fmla="*/ 1800 w 124"/>
                <a:gd name="T19" fmla="*/ 1489 h 119"/>
                <a:gd name="T20" fmla="*/ 1925 w 124"/>
                <a:gd name="T21" fmla="*/ 1044 h 119"/>
                <a:gd name="T22" fmla="*/ 1895 w 124"/>
                <a:gd name="T23" fmla="*/ 738 h 119"/>
                <a:gd name="T24" fmla="*/ 1813 w 124"/>
                <a:gd name="T25" fmla="*/ 285 h 119"/>
                <a:gd name="T26" fmla="*/ 1800 w 124"/>
                <a:gd name="T27" fmla="*/ 248 h 1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119">
                  <a:moveTo>
                    <a:pt x="115" y="13"/>
                  </a:moveTo>
                  <a:cubicBezTo>
                    <a:pt x="107" y="0"/>
                    <a:pt x="89" y="5"/>
                    <a:pt x="77" y="4"/>
                  </a:cubicBezTo>
                  <a:cubicBezTo>
                    <a:pt x="54" y="3"/>
                    <a:pt x="35" y="5"/>
                    <a:pt x="19" y="21"/>
                  </a:cubicBezTo>
                  <a:cubicBezTo>
                    <a:pt x="6" y="34"/>
                    <a:pt x="2" y="42"/>
                    <a:pt x="1" y="55"/>
                  </a:cubicBezTo>
                  <a:cubicBezTo>
                    <a:pt x="0" y="64"/>
                    <a:pt x="5" y="75"/>
                    <a:pt x="10" y="84"/>
                  </a:cubicBezTo>
                  <a:cubicBezTo>
                    <a:pt x="14" y="91"/>
                    <a:pt x="14" y="101"/>
                    <a:pt x="21" y="108"/>
                  </a:cubicBezTo>
                  <a:cubicBezTo>
                    <a:pt x="29" y="116"/>
                    <a:pt x="40" y="117"/>
                    <a:pt x="51" y="117"/>
                  </a:cubicBezTo>
                  <a:cubicBezTo>
                    <a:pt x="56" y="118"/>
                    <a:pt x="69" y="119"/>
                    <a:pt x="73" y="117"/>
                  </a:cubicBezTo>
                  <a:cubicBezTo>
                    <a:pt x="86" y="114"/>
                    <a:pt x="98" y="109"/>
                    <a:pt x="106" y="97"/>
                  </a:cubicBezTo>
                  <a:cubicBezTo>
                    <a:pt x="110" y="92"/>
                    <a:pt x="111" y="85"/>
                    <a:pt x="115" y="79"/>
                  </a:cubicBezTo>
                  <a:cubicBezTo>
                    <a:pt x="121" y="71"/>
                    <a:pt x="124" y="65"/>
                    <a:pt x="123" y="55"/>
                  </a:cubicBezTo>
                  <a:cubicBezTo>
                    <a:pt x="123" y="49"/>
                    <a:pt x="121" y="46"/>
                    <a:pt x="121" y="39"/>
                  </a:cubicBezTo>
                  <a:cubicBezTo>
                    <a:pt x="121" y="30"/>
                    <a:pt x="119" y="24"/>
                    <a:pt x="116" y="15"/>
                  </a:cubicBezTo>
                  <a:cubicBezTo>
                    <a:pt x="116" y="14"/>
                    <a:pt x="115" y="13"/>
                    <a:pt x="115" y="13"/>
                  </a:cubicBezTo>
                  <a:close/>
                </a:path>
              </a:pathLst>
            </a:custGeom>
            <a:solidFill>
              <a:srgbClr val="D87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4" name="Freeform 257">
              <a:extLst>
                <a:ext uri="{FF2B5EF4-FFF2-40B4-BE49-F238E27FC236}">
                  <a16:creationId xmlns:a16="http://schemas.microsoft.com/office/drawing/2014/main" id="{40095AFC-B68D-480B-8A28-960E06618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012"/>
              <a:ext cx="310" cy="186"/>
            </a:xfrm>
            <a:custGeom>
              <a:avLst/>
              <a:gdLst>
                <a:gd name="T0" fmla="*/ 1938 w 124"/>
                <a:gd name="T1" fmla="*/ 93 h 70"/>
                <a:gd name="T2" fmla="*/ 1800 w 124"/>
                <a:gd name="T3" fmla="*/ 452 h 70"/>
                <a:gd name="T4" fmla="*/ 1658 w 124"/>
                <a:gd name="T5" fmla="*/ 792 h 70"/>
                <a:gd name="T6" fmla="*/ 1145 w 124"/>
                <a:gd name="T7" fmla="*/ 1164 h 70"/>
                <a:gd name="T8" fmla="*/ 800 w 124"/>
                <a:gd name="T9" fmla="*/ 1164 h 70"/>
                <a:gd name="T10" fmla="*/ 333 w 124"/>
                <a:gd name="T11" fmla="*/ 996 h 70"/>
                <a:gd name="T12" fmla="*/ 158 w 124"/>
                <a:gd name="T13" fmla="*/ 545 h 70"/>
                <a:gd name="T14" fmla="*/ 20 w 124"/>
                <a:gd name="T15" fmla="*/ 0 h 70"/>
                <a:gd name="T16" fmla="*/ 0 w 124"/>
                <a:gd name="T17" fmla="*/ 133 h 70"/>
                <a:gd name="T18" fmla="*/ 145 w 124"/>
                <a:gd name="T19" fmla="*/ 678 h 70"/>
                <a:gd name="T20" fmla="*/ 313 w 124"/>
                <a:gd name="T21" fmla="*/ 1121 h 70"/>
                <a:gd name="T22" fmla="*/ 783 w 124"/>
                <a:gd name="T23" fmla="*/ 1291 h 70"/>
                <a:gd name="T24" fmla="*/ 1145 w 124"/>
                <a:gd name="T25" fmla="*/ 1291 h 70"/>
                <a:gd name="T26" fmla="*/ 1658 w 124"/>
                <a:gd name="T27" fmla="*/ 917 h 70"/>
                <a:gd name="T28" fmla="*/ 1800 w 124"/>
                <a:gd name="T29" fmla="*/ 566 h 70"/>
                <a:gd name="T30" fmla="*/ 1938 w 124"/>
                <a:gd name="T31" fmla="*/ 93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4" h="70">
                  <a:moveTo>
                    <a:pt x="124" y="5"/>
                  </a:moveTo>
                  <a:cubicBezTo>
                    <a:pt x="123" y="12"/>
                    <a:pt x="120" y="18"/>
                    <a:pt x="115" y="24"/>
                  </a:cubicBezTo>
                  <a:cubicBezTo>
                    <a:pt x="111" y="30"/>
                    <a:pt x="110" y="37"/>
                    <a:pt x="106" y="42"/>
                  </a:cubicBezTo>
                  <a:cubicBezTo>
                    <a:pt x="98" y="54"/>
                    <a:pt x="86" y="59"/>
                    <a:pt x="73" y="62"/>
                  </a:cubicBezTo>
                  <a:cubicBezTo>
                    <a:pt x="69" y="64"/>
                    <a:pt x="56" y="63"/>
                    <a:pt x="51" y="62"/>
                  </a:cubicBezTo>
                  <a:cubicBezTo>
                    <a:pt x="40" y="62"/>
                    <a:pt x="29" y="61"/>
                    <a:pt x="21" y="53"/>
                  </a:cubicBezTo>
                  <a:cubicBezTo>
                    <a:pt x="14" y="46"/>
                    <a:pt x="14" y="36"/>
                    <a:pt x="10" y="29"/>
                  </a:cubicBezTo>
                  <a:cubicBezTo>
                    <a:pt x="5" y="20"/>
                    <a:pt x="0" y="9"/>
                    <a:pt x="1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6"/>
                    <a:pt x="5" y="27"/>
                    <a:pt x="9" y="36"/>
                  </a:cubicBezTo>
                  <a:cubicBezTo>
                    <a:pt x="13" y="43"/>
                    <a:pt x="13" y="52"/>
                    <a:pt x="20" y="60"/>
                  </a:cubicBezTo>
                  <a:cubicBezTo>
                    <a:pt x="28" y="68"/>
                    <a:pt x="39" y="68"/>
                    <a:pt x="50" y="69"/>
                  </a:cubicBezTo>
                  <a:cubicBezTo>
                    <a:pt x="55" y="69"/>
                    <a:pt x="68" y="70"/>
                    <a:pt x="73" y="69"/>
                  </a:cubicBezTo>
                  <a:cubicBezTo>
                    <a:pt x="85" y="66"/>
                    <a:pt x="99" y="61"/>
                    <a:pt x="106" y="49"/>
                  </a:cubicBezTo>
                  <a:cubicBezTo>
                    <a:pt x="110" y="43"/>
                    <a:pt x="111" y="37"/>
                    <a:pt x="115" y="30"/>
                  </a:cubicBezTo>
                  <a:cubicBezTo>
                    <a:pt x="120" y="22"/>
                    <a:pt x="123" y="17"/>
                    <a:pt x="124" y="5"/>
                  </a:cubicBezTo>
                  <a:close/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5" name="Freeform 258">
              <a:extLst>
                <a:ext uri="{FF2B5EF4-FFF2-40B4-BE49-F238E27FC236}">
                  <a16:creationId xmlns:a16="http://schemas.microsoft.com/office/drawing/2014/main" id="{2E0BD7A8-FA5B-4B9B-8A1C-EFD9A8A98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025"/>
              <a:ext cx="122" cy="168"/>
            </a:xfrm>
            <a:custGeom>
              <a:avLst/>
              <a:gdLst>
                <a:gd name="T0" fmla="*/ 757 w 49"/>
                <a:gd name="T1" fmla="*/ 0 h 63"/>
                <a:gd name="T2" fmla="*/ 620 w 49"/>
                <a:gd name="T3" fmla="*/ 363 h 63"/>
                <a:gd name="T4" fmla="*/ 478 w 49"/>
                <a:gd name="T5" fmla="*/ 704 h 63"/>
                <a:gd name="T6" fmla="*/ 12 w 49"/>
                <a:gd name="T7" fmla="*/ 1080 h 63"/>
                <a:gd name="T8" fmla="*/ 0 w 49"/>
                <a:gd name="T9" fmla="*/ 1195 h 63"/>
                <a:gd name="T10" fmla="*/ 478 w 49"/>
                <a:gd name="T11" fmla="*/ 832 h 63"/>
                <a:gd name="T12" fmla="*/ 620 w 49"/>
                <a:gd name="T13" fmla="*/ 477 h 63"/>
                <a:gd name="T14" fmla="*/ 757 w 49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63">
                  <a:moveTo>
                    <a:pt x="49" y="0"/>
                  </a:moveTo>
                  <a:cubicBezTo>
                    <a:pt x="48" y="7"/>
                    <a:pt x="45" y="13"/>
                    <a:pt x="40" y="19"/>
                  </a:cubicBezTo>
                  <a:cubicBezTo>
                    <a:pt x="36" y="25"/>
                    <a:pt x="35" y="32"/>
                    <a:pt x="31" y="37"/>
                  </a:cubicBezTo>
                  <a:cubicBezTo>
                    <a:pt x="24" y="49"/>
                    <a:pt x="13" y="54"/>
                    <a:pt x="1" y="57"/>
                  </a:cubicBezTo>
                  <a:cubicBezTo>
                    <a:pt x="4" y="57"/>
                    <a:pt x="4" y="60"/>
                    <a:pt x="0" y="63"/>
                  </a:cubicBezTo>
                  <a:cubicBezTo>
                    <a:pt x="12" y="60"/>
                    <a:pt x="24" y="55"/>
                    <a:pt x="31" y="44"/>
                  </a:cubicBezTo>
                  <a:cubicBezTo>
                    <a:pt x="35" y="38"/>
                    <a:pt x="36" y="32"/>
                    <a:pt x="40" y="25"/>
                  </a:cubicBezTo>
                  <a:cubicBezTo>
                    <a:pt x="45" y="17"/>
                    <a:pt x="48" y="12"/>
                    <a:pt x="49" y="0"/>
                  </a:cubicBezTo>
                  <a:close/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6" name="Freeform 259">
              <a:extLst>
                <a:ext uri="{FF2B5EF4-FFF2-40B4-BE49-F238E27FC236}">
                  <a16:creationId xmlns:a16="http://schemas.microsoft.com/office/drawing/2014/main" id="{1C679AE5-25EA-4BC6-B311-D59990D4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982"/>
              <a:ext cx="260" cy="240"/>
            </a:xfrm>
            <a:custGeom>
              <a:avLst/>
              <a:gdLst>
                <a:gd name="T0" fmla="*/ 925 w 104"/>
                <a:gd name="T1" fmla="*/ 1515 h 90"/>
                <a:gd name="T2" fmla="*/ 458 w 104"/>
                <a:gd name="T3" fmla="*/ 1344 h 90"/>
                <a:gd name="T4" fmla="*/ 283 w 104"/>
                <a:gd name="T5" fmla="*/ 888 h 90"/>
                <a:gd name="T6" fmla="*/ 145 w 104"/>
                <a:gd name="T7" fmla="*/ 341 h 90"/>
                <a:gd name="T8" fmla="*/ 158 w 104"/>
                <a:gd name="T9" fmla="*/ 205 h 90"/>
                <a:gd name="T10" fmla="*/ 188 w 104"/>
                <a:gd name="T11" fmla="*/ 0 h 90"/>
                <a:gd name="T12" fmla="*/ 0 w 104"/>
                <a:gd name="T13" fmla="*/ 605 h 90"/>
                <a:gd name="T14" fmla="*/ 188 w 104"/>
                <a:gd name="T15" fmla="*/ 1139 h 90"/>
                <a:gd name="T16" fmla="*/ 408 w 104"/>
                <a:gd name="T17" fmla="*/ 1571 h 90"/>
                <a:gd name="T18" fmla="*/ 875 w 104"/>
                <a:gd name="T19" fmla="*/ 1685 h 90"/>
                <a:gd name="T20" fmla="*/ 1238 w 104"/>
                <a:gd name="T21" fmla="*/ 1651 h 90"/>
                <a:gd name="T22" fmla="*/ 1625 w 104"/>
                <a:gd name="T23" fmla="*/ 1344 h 90"/>
                <a:gd name="T24" fmla="*/ 1283 w 104"/>
                <a:gd name="T25" fmla="*/ 1515 h 90"/>
                <a:gd name="T26" fmla="*/ 925 w 104"/>
                <a:gd name="T27" fmla="*/ 1515 h 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" h="90">
                  <a:moveTo>
                    <a:pt x="59" y="80"/>
                  </a:moveTo>
                  <a:cubicBezTo>
                    <a:pt x="48" y="79"/>
                    <a:pt x="37" y="79"/>
                    <a:pt x="29" y="71"/>
                  </a:cubicBezTo>
                  <a:cubicBezTo>
                    <a:pt x="22" y="63"/>
                    <a:pt x="22" y="54"/>
                    <a:pt x="18" y="47"/>
                  </a:cubicBezTo>
                  <a:cubicBezTo>
                    <a:pt x="14" y="38"/>
                    <a:pt x="9" y="27"/>
                    <a:pt x="9" y="1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7"/>
                    <a:pt x="11" y="4"/>
                    <a:pt x="12" y="0"/>
                  </a:cubicBezTo>
                  <a:cubicBezTo>
                    <a:pt x="3" y="12"/>
                    <a:pt x="0" y="20"/>
                    <a:pt x="0" y="32"/>
                  </a:cubicBezTo>
                  <a:cubicBezTo>
                    <a:pt x="1" y="41"/>
                    <a:pt x="7" y="52"/>
                    <a:pt x="12" y="60"/>
                  </a:cubicBezTo>
                  <a:cubicBezTo>
                    <a:pt x="17" y="67"/>
                    <a:pt x="18" y="76"/>
                    <a:pt x="26" y="83"/>
                  </a:cubicBezTo>
                  <a:cubicBezTo>
                    <a:pt x="35" y="90"/>
                    <a:pt x="45" y="89"/>
                    <a:pt x="56" y="89"/>
                  </a:cubicBezTo>
                  <a:cubicBezTo>
                    <a:pt x="61" y="89"/>
                    <a:pt x="75" y="88"/>
                    <a:pt x="79" y="87"/>
                  </a:cubicBezTo>
                  <a:cubicBezTo>
                    <a:pt x="88" y="83"/>
                    <a:pt x="98" y="79"/>
                    <a:pt x="104" y="71"/>
                  </a:cubicBezTo>
                  <a:cubicBezTo>
                    <a:pt x="97" y="76"/>
                    <a:pt x="89" y="78"/>
                    <a:pt x="82" y="80"/>
                  </a:cubicBezTo>
                  <a:cubicBezTo>
                    <a:pt x="77" y="81"/>
                    <a:pt x="64" y="80"/>
                    <a:pt x="59" y="80"/>
                  </a:cubicBezTo>
                  <a:close/>
                </a:path>
              </a:pathLst>
            </a:custGeom>
            <a:solidFill>
              <a:srgbClr val="D87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7" name="Freeform 260">
              <a:extLst>
                <a:ext uri="{FF2B5EF4-FFF2-40B4-BE49-F238E27FC236}">
                  <a16:creationId xmlns:a16="http://schemas.microsoft.com/office/drawing/2014/main" id="{D7AA721F-B41F-48F3-B42A-C06B30A01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126"/>
              <a:ext cx="553" cy="771"/>
            </a:xfrm>
            <a:custGeom>
              <a:avLst/>
              <a:gdLst>
                <a:gd name="T0" fmla="*/ 3431 w 221"/>
                <a:gd name="T1" fmla="*/ 683 h 289"/>
                <a:gd name="T2" fmla="*/ 3243 w 221"/>
                <a:gd name="T3" fmla="*/ 456 h 289"/>
                <a:gd name="T4" fmla="*/ 3163 w 221"/>
                <a:gd name="T5" fmla="*/ 264 h 289"/>
                <a:gd name="T6" fmla="*/ 2775 w 221"/>
                <a:gd name="T7" fmla="*/ 21 h 289"/>
                <a:gd name="T8" fmla="*/ 2117 w 221"/>
                <a:gd name="T9" fmla="*/ 341 h 289"/>
                <a:gd name="T10" fmla="*/ 1616 w 221"/>
                <a:gd name="T11" fmla="*/ 760 h 289"/>
                <a:gd name="T12" fmla="*/ 1063 w 221"/>
                <a:gd name="T13" fmla="*/ 1801 h 289"/>
                <a:gd name="T14" fmla="*/ 646 w 221"/>
                <a:gd name="T15" fmla="*/ 2470 h 289"/>
                <a:gd name="T16" fmla="*/ 363 w 221"/>
                <a:gd name="T17" fmla="*/ 2945 h 289"/>
                <a:gd name="T18" fmla="*/ 238 w 221"/>
                <a:gd name="T19" fmla="*/ 3460 h 289"/>
                <a:gd name="T20" fmla="*/ 0 w 221"/>
                <a:gd name="T21" fmla="*/ 4122 h 289"/>
                <a:gd name="T22" fmla="*/ 20 w 221"/>
                <a:gd name="T23" fmla="*/ 4100 h 289"/>
                <a:gd name="T24" fmla="*/ 438 w 221"/>
                <a:gd name="T25" fmla="*/ 3495 h 289"/>
                <a:gd name="T26" fmla="*/ 438 w 221"/>
                <a:gd name="T27" fmla="*/ 3495 h 289"/>
                <a:gd name="T28" fmla="*/ 876 w 221"/>
                <a:gd name="T29" fmla="*/ 3802 h 289"/>
                <a:gd name="T30" fmla="*/ 1159 w 221"/>
                <a:gd name="T31" fmla="*/ 3892 h 289"/>
                <a:gd name="T32" fmla="*/ 1376 w 221"/>
                <a:gd name="T33" fmla="*/ 4271 h 289"/>
                <a:gd name="T34" fmla="*/ 1554 w 221"/>
                <a:gd name="T35" fmla="*/ 4597 h 289"/>
                <a:gd name="T36" fmla="*/ 1554 w 221"/>
                <a:gd name="T37" fmla="*/ 5466 h 289"/>
                <a:gd name="T38" fmla="*/ 1534 w 221"/>
                <a:gd name="T39" fmla="*/ 5488 h 289"/>
                <a:gd name="T40" fmla="*/ 1692 w 221"/>
                <a:gd name="T41" fmla="*/ 5202 h 289"/>
                <a:gd name="T42" fmla="*/ 1847 w 221"/>
                <a:gd name="T43" fmla="*/ 4597 h 289"/>
                <a:gd name="T44" fmla="*/ 2255 w 221"/>
                <a:gd name="T45" fmla="*/ 3914 h 289"/>
                <a:gd name="T46" fmla="*/ 2680 w 221"/>
                <a:gd name="T47" fmla="*/ 2924 h 289"/>
                <a:gd name="T48" fmla="*/ 2900 w 221"/>
                <a:gd name="T49" fmla="*/ 2505 h 289"/>
                <a:gd name="T50" fmla="*/ 2963 w 221"/>
                <a:gd name="T51" fmla="*/ 2142 h 289"/>
                <a:gd name="T52" fmla="*/ 3318 w 221"/>
                <a:gd name="T53" fmla="*/ 1310 h 289"/>
                <a:gd name="T54" fmla="*/ 3338 w 221"/>
                <a:gd name="T55" fmla="*/ 1024 h 289"/>
                <a:gd name="T56" fmla="*/ 3431 w 221"/>
                <a:gd name="T57" fmla="*/ 683 h 28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1" h="289">
                  <a:moveTo>
                    <a:pt x="219" y="36"/>
                  </a:moveTo>
                  <a:cubicBezTo>
                    <a:pt x="218" y="29"/>
                    <a:pt x="211" y="29"/>
                    <a:pt x="207" y="24"/>
                  </a:cubicBezTo>
                  <a:cubicBezTo>
                    <a:pt x="203" y="20"/>
                    <a:pt x="204" y="19"/>
                    <a:pt x="202" y="14"/>
                  </a:cubicBezTo>
                  <a:cubicBezTo>
                    <a:pt x="197" y="4"/>
                    <a:pt x="189" y="0"/>
                    <a:pt x="177" y="1"/>
                  </a:cubicBezTo>
                  <a:cubicBezTo>
                    <a:pt x="164" y="2"/>
                    <a:pt x="147" y="11"/>
                    <a:pt x="135" y="18"/>
                  </a:cubicBezTo>
                  <a:cubicBezTo>
                    <a:pt x="128" y="22"/>
                    <a:pt x="108" y="33"/>
                    <a:pt x="103" y="40"/>
                  </a:cubicBezTo>
                  <a:cubicBezTo>
                    <a:pt x="84" y="53"/>
                    <a:pt x="75" y="74"/>
                    <a:pt x="68" y="95"/>
                  </a:cubicBezTo>
                  <a:cubicBezTo>
                    <a:pt x="62" y="110"/>
                    <a:pt x="51" y="117"/>
                    <a:pt x="41" y="130"/>
                  </a:cubicBezTo>
                  <a:cubicBezTo>
                    <a:pt x="35" y="138"/>
                    <a:pt x="29" y="147"/>
                    <a:pt x="23" y="155"/>
                  </a:cubicBezTo>
                  <a:cubicBezTo>
                    <a:pt x="18" y="164"/>
                    <a:pt x="21" y="174"/>
                    <a:pt x="15" y="182"/>
                  </a:cubicBezTo>
                  <a:cubicBezTo>
                    <a:pt x="8" y="194"/>
                    <a:pt x="3" y="207"/>
                    <a:pt x="0" y="217"/>
                  </a:cubicBezTo>
                  <a:cubicBezTo>
                    <a:pt x="0" y="217"/>
                    <a:pt x="0" y="216"/>
                    <a:pt x="1" y="216"/>
                  </a:cubicBezTo>
                  <a:cubicBezTo>
                    <a:pt x="7" y="205"/>
                    <a:pt x="13" y="184"/>
                    <a:pt x="28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38" y="186"/>
                    <a:pt x="48" y="195"/>
                    <a:pt x="56" y="200"/>
                  </a:cubicBezTo>
                  <a:cubicBezTo>
                    <a:pt x="61" y="203"/>
                    <a:pt x="68" y="202"/>
                    <a:pt x="74" y="205"/>
                  </a:cubicBezTo>
                  <a:cubicBezTo>
                    <a:pt x="83" y="209"/>
                    <a:pt x="84" y="216"/>
                    <a:pt x="88" y="225"/>
                  </a:cubicBezTo>
                  <a:cubicBezTo>
                    <a:pt x="90" y="231"/>
                    <a:pt x="96" y="236"/>
                    <a:pt x="99" y="242"/>
                  </a:cubicBezTo>
                  <a:cubicBezTo>
                    <a:pt x="106" y="254"/>
                    <a:pt x="102" y="275"/>
                    <a:pt x="99" y="288"/>
                  </a:cubicBezTo>
                  <a:cubicBezTo>
                    <a:pt x="99" y="288"/>
                    <a:pt x="98" y="289"/>
                    <a:pt x="98" y="289"/>
                  </a:cubicBezTo>
                  <a:cubicBezTo>
                    <a:pt x="103" y="285"/>
                    <a:pt x="107" y="280"/>
                    <a:pt x="108" y="274"/>
                  </a:cubicBezTo>
                  <a:cubicBezTo>
                    <a:pt x="110" y="263"/>
                    <a:pt x="113" y="254"/>
                    <a:pt x="118" y="242"/>
                  </a:cubicBezTo>
                  <a:cubicBezTo>
                    <a:pt x="126" y="226"/>
                    <a:pt x="134" y="220"/>
                    <a:pt x="144" y="206"/>
                  </a:cubicBezTo>
                  <a:cubicBezTo>
                    <a:pt x="156" y="191"/>
                    <a:pt x="160" y="170"/>
                    <a:pt x="171" y="154"/>
                  </a:cubicBezTo>
                  <a:cubicBezTo>
                    <a:pt x="176" y="147"/>
                    <a:pt x="182" y="141"/>
                    <a:pt x="185" y="132"/>
                  </a:cubicBezTo>
                  <a:cubicBezTo>
                    <a:pt x="187" y="125"/>
                    <a:pt x="186" y="119"/>
                    <a:pt x="189" y="113"/>
                  </a:cubicBezTo>
                  <a:cubicBezTo>
                    <a:pt x="197" y="98"/>
                    <a:pt x="209" y="87"/>
                    <a:pt x="212" y="69"/>
                  </a:cubicBezTo>
                  <a:cubicBezTo>
                    <a:pt x="212" y="64"/>
                    <a:pt x="212" y="58"/>
                    <a:pt x="213" y="54"/>
                  </a:cubicBezTo>
                  <a:cubicBezTo>
                    <a:pt x="215" y="48"/>
                    <a:pt x="221" y="42"/>
                    <a:pt x="219" y="36"/>
                  </a:cubicBez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8" name="Freeform 261">
              <a:extLst>
                <a:ext uri="{FF2B5EF4-FFF2-40B4-BE49-F238E27FC236}">
                  <a16:creationId xmlns:a16="http://schemas.microsoft.com/office/drawing/2014/main" id="{45D86C00-1BBD-44C0-8C6A-6EA3E8EA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236"/>
              <a:ext cx="115" cy="293"/>
            </a:xfrm>
            <a:custGeom>
              <a:avLst/>
              <a:gdLst>
                <a:gd name="T0" fmla="*/ 0 w 46"/>
                <a:gd name="T1" fmla="*/ 2078 h 110"/>
                <a:gd name="T2" fmla="*/ 220 w 46"/>
                <a:gd name="T3" fmla="*/ 1646 h 110"/>
                <a:gd name="T4" fmla="*/ 300 w 46"/>
                <a:gd name="T5" fmla="*/ 1377 h 110"/>
                <a:gd name="T6" fmla="*/ 438 w 46"/>
                <a:gd name="T7" fmla="*/ 1079 h 110"/>
                <a:gd name="T8" fmla="*/ 613 w 46"/>
                <a:gd name="T9" fmla="*/ 682 h 110"/>
                <a:gd name="T10" fmla="*/ 625 w 46"/>
                <a:gd name="T11" fmla="*/ 589 h 110"/>
                <a:gd name="T12" fmla="*/ 658 w 46"/>
                <a:gd name="T13" fmla="*/ 474 h 110"/>
                <a:gd name="T14" fmla="*/ 645 w 46"/>
                <a:gd name="T15" fmla="*/ 306 h 110"/>
                <a:gd name="T16" fmla="*/ 708 w 46"/>
                <a:gd name="T17" fmla="*/ 0 h 110"/>
                <a:gd name="T18" fmla="*/ 583 w 46"/>
                <a:gd name="T19" fmla="*/ 285 h 110"/>
                <a:gd name="T20" fmla="*/ 500 w 46"/>
                <a:gd name="T21" fmla="*/ 703 h 110"/>
                <a:gd name="T22" fmla="*/ 395 w 46"/>
                <a:gd name="T23" fmla="*/ 986 h 110"/>
                <a:gd name="T24" fmla="*/ 208 w 46"/>
                <a:gd name="T25" fmla="*/ 1228 h 110"/>
                <a:gd name="T26" fmla="*/ 50 w 46"/>
                <a:gd name="T27" fmla="*/ 1476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110">
                  <a:moveTo>
                    <a:pt x="0" y="110"/>
                  </a:moveTo>
                  <a:cubicBezTo>
                    <a:pt x="7" y="102"/>
                    <a:pt x="12" y="97"/>
                    <a:pt x="14" y="87"/>
                  </a:cubicBezTo>
                  <a:cubicBezTo>
                    <a:pt x="16" y="82"/>
                    <a:pt x="16" y="77"/>
                    <a:pt x="19" y="73"/>
                  </a:cubicBezTo>
                  <a:cubicBezTo>
                    <a:pt x="22" y="67"/>
                    <a:pt x="25" y="62"/>
                    <a:pt x="28" y="57"/>
                  </a:cubicBezTo>
                  <a:cubicBezTo>
                    <a:pt x="33" y="50"/>
                    <a:pt x="36" y="44"/>
                    <a:pt x="39" y="36"/>
                  </a:cubicBezTo>
                  <a:cubicBezTo>
                    <a:pt x="39" y="35"/>
                    <a:pt x="39" y="32"/>
                    <a:pt x="40" y="31"/>
                  </a:cubicBezTo>
                  <a:cubicBezTo>
                    <a:pt x="40" y="29"/>
                    <a:pt x="42" y="28"/>
                    <a:pt x="42" y="25"/>
                  </a:cubicBezTo>
                  <a:cubicBezTo>
                    <a:pt x="42" y="22"/>
                    <a:pt x="41" y="19"/>
                    <a:pt x="41" y="16"/>
                  </a:cubicBezTo>
                  <a:cubicBezTo>
                    <a:pt x="42" y="10"/>
                    <a:pt x="44" y="5"/>
                    <a:pt x="45" y="0"/>
                  </a:cubicBezTo>
                  <a:cubicBezTo>
                    <a:pt x="46" y="6"/>
                    <a:pt x="38" y="10"/>
                    <a:pt x="37" y="15"/>
                  </a:cubicBezTo>
                  <a:cubicBezTo>
                    <a:pt x="34" y="23"/>
                    <a:pt x="37" y="30"/>
                    <a:pt x="32" y="37"/>
                  </a:cubicBezTo>
                  <a:cubicBezTo>
                    <a:pt x="29" y="42"/>
                    <a:pt x="27" y="47"/>
                    <a:pt x="25" y="52"/>
                  </a:cubicBezTo>
                  <a:cubicBezTo>
                    <a:pt x="22" y="57"/>
                    <a:pt x="16" y="60"/>
                    <a:pt x="13" y="65"/>
                  </a:cubicBezTo>
                  <a:cubicBezTo>
                    <a:pt x="10" y="69"/>
                    <a:pt x="4" y="73"/>
                    <a:pt x="3" y="78"/>
                  </a:cubicBezTo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99" name="Freeform 262">
              <a:extLst>
                <a:ext uri="{FF2B5EF4-FFF2-40B4-BE49-F238E27FC236}">
                  <a16:creationId xmlns:a16="http://schemas.microsoft.com/office/drawing/2014/main" id="{249FB89A-DF9E-4EBA-9157-775ECC075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505"/>
              <a:ext cx="173" cy="323"/>
            </a:xfrm>
            <a:custGeom>
              <a:avLst/>
              <a:gdLst>
                <a:gd name="T0" fmla="*/ 0 w 69"/>
                <a:gd name="T1" fmla="*/ 1754 h 121"/>
                <a:gd name="T2" fmla="*/ 33 w 69"/>
                <a:gd name="T3" fmla="*/ 1866 h 121"/>
                <a:gd name="T4" fmla="*/ 63 w 69"/>
                <a:gd name="T5" fmla="*/ 2037 h 121"/>
                <a:gd name="T6" fmla="*/ 63 w 69"/>
                <a:gd name="T7" fmla="*/ 2301 h 121"/>
                <a:gd name="T8" fmla="*/ 158 w 69"/>
                <a:gd name="T9" fmla="*/ 2037 h 121"/>
                <a:gd name="T10" fmla="*/ 238 w 69"/>
                <a:gd name="T11" fmla="*/ 1823 h 121"/>
                <a:gd name="T12" fmla="*/ 313 w 69"/>
                <a:gd name="T13" fmla="*/ 1618 h 121"/>
                <a:gd name="T14" fmla="*/ 459 w 69"/>
                <a:gd name="T15" fmla="*/ 1468 h 121"/>
                <a:gd name="T16" fmla="*/ 659 w 69"/>
                <a:gd name="T17" fmla="*/ 1140 h 121"/>
                <a:gd name="T18" fmla="*/ 742 w 69"/>
                <a:gd name="T19" fmla="*/ 876 h 121"/>
                <a:gd name="T20" fmla="*/ 805 w 69"/>
                <a:gd name="T21" fmla="*/ 705 h 121"/>
                <a:gd name="T22" fmla="*/ 963 w 69"/>
                <a:gd name="T23" fmla="*/ 363 h 121"/>
                <a:gd name="T24" fmla="*/ 1088 w 69"/>
                <a:gd name="T25" fmla="*/ 77 h 121"/>
                <a:gd name="T26" fmla="*/ 1025 w 69"/>
                <a:gd name="T27" fmla="*/ 77 h 121"/>
                <a:gd name="T28" fmla="*/ 943 w 69"/>
                <a:gd name="T29" fmla="*/ 264 h 121"/>
                <a:gd name="T30" fmla="*/ 785 w 69"/>
                <a:gd name="T31" fmla="*/ 435 h 121"/>
                <a:gd name="T32" fmla="*/ 679 w 69"/>
                <a:gd name="T33" fmla="*/ 571 h 121"/>
                <a:gd name="T34" fmla="*/ 629 w 69"/>
                <a:gd name="T35" fmla="*/ 742 h 121"/>
                <a:gd name="T36" fmla="*/ 409 w 69"/>
                <a:gd name="T37" fmla="*/ 742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9" h="121">
                  <a:moveTo>
                    <a:pt x="0" y="92"/>
                  </a:moveTo>
                  <a:cubicBezTo>
                    <a:pt x="0" y="95"/>
                    <a:pt x="1" y="96"/>
                    <a:pt x="2" y="98"/>
                  </a:cubicBezTo>
                  <a:cubicBezTo>
                    <a:pt x="4" y="101"/>
                    <a:pt x="4" y="103"/>
                    <a:pt x="4" y="107"/>
                  </a:cubicBezTo>
                  <a:cubicBezTo>
                    <a:pt x="5" y="111"/>
                    <a:pt x="5" y="116"/>
                    <a:pt x="4" y="121"/>
                  </a:cubicBezTo>
                  <a:cubicBezTo>
                    <a:pt x="8" y="117"/>
                    <a:pt x="9" y="112"/>
                    <a:pt x="10" y="107"/>
                  </a:cubicBezTo>
                  <a:cubicBezTo>
                    <a:pt x="11" y="103"/>
                    <a:pt x="13" y="100"/>
                    <a:pt x="15" y="96"/>
                  </a:cubicBezTo>
                  <a:cubicBezTo>
                    <a:pt x="17" y="92"/>
                    <a:pt x="17" y="88"/>
                    <a:pt x="20" y="85"/>
                  </a:cubicBezTo>
                  <a:cubicBezTo>
                    <a:pt x="23" y="83"/>
                    <a:pt x="26" y="80"/>
                    <a:pt x="29" y="77"/>
                  </a:cubicBezTo>
                  <a:cubicBezTo>
                    <a:pt x="33" y="71"/>
                    <a:pt x="38" y="66"/>
                    <a:pt x="42" y="60"/>
                  </a:cubicBezTo>
                  <a:cubicBezTo>
                    <a:pt x="45" y="55"/>
                    <a:pt x="45" y="51"/>
                    <a:pt x="47" y="46"/>
                  </a:cubicBezTo>
                  <a:cubicBezTo>
                    <a:pt x="48" y="43"/>
                    <a:pt x="50" y="40"/>
                    <a:pt x="51" y="37"/>
                  </a:cubicBezTo>
                  <a:cubicBezTo>
                    <a:pt x="54" y="31"/>
                    <a:pt x="57" y="25"/>
                    <a:pt x="61" y="19"/>
                  </a:cubicBezTo>
                  <a:cubicBezTo>
                    <a:pt x="64" y="16"/>
                    <a:pt x="69" y="9"/>
                    <a:pt x="69" y="4"/>
                  </a:cubicBezTo>
                  <a:cubicBezTo>
                    <a:pt x="69" y="0"/>
                    <a:pt x="67" y="1"/>
                    <a:pt x="65" y="4"/>
                  </a:cubicBezTo>
                  <a:cubicBezTo>
                    <a:pt x="63" y="8"/>
                    <a:pt x="62" y="11"/>
                    <a:pt x="60" y="14"/>
                  </a:cubicBezTo>
                  <a:cubicBezTo>
                    <a:pt x="57" y="17"/>
                    <a:pt x="53" y="20"/>
                    <a:pt x="50" y="23"/>
                  </a:cubicBezTo>
                  <a:cubicBezTo>
                    <a:pt x="48" y="26"/>
                    <a:pt x="45" y="28"/>
                    <a:pt x="43" y="30"/>
                  </a:cubicBezTo>
                  <a:cubicBezTo>
                    <a:pt x="41" y="33"/>
                    <a:pt x="41" y="36"/>
                    <a:pt x="40" y="39"/>
                  </a:cubicBezTo>
                  <a:cubicBezTo>
                    <a:pt x="37" y="45"/>
                    <a:pt x="31" y="42"/>
                    <a:pt x="26" y="39"/>
                  </a:cubicBezTo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0" name="Freeform 263">
              <a:extLst>
                <a:ext uri="{FF2B5EF4-FFF2-40B4-BE49-F238E27FC236}">
                  <a16:creationId xmlns:a16="http://schemas.microsoft.com/office/drawing/2014/main" id="{83D0D45D-A025-4832-9D0C-E274661E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196"/>
              <a:ext cx="170" cy="229"/>
            </a:xfrm>
            <a:custGeom>
              <a:avLst/>
              <a:gdLst>
                <a:gd name="T0" fmla="*/ 250 w 68"/>
                <a:gd name="T1" fmla="*/ 306 h 86"/>
                <a:gd name="T2" fmla="*/ 300 w 68"/>
                <a:gd name="T3" fmla="*/ 375 h 86"/>
                <a:gd name="T4" fmla="*/ 363 w 68"/>
                <a:gd name="T5" fmla="*/ 533 h 86"/>
                <a:gd name="T6" fmla="*/ 500 w 68"/>
                <a:gd name="T7" fmla="*/ 546 h 86"/>
                <a:gd name="T8" fmla="*/ 563 w 68"/>
                <a:gd name="T9" fmla="*/ 418 h 86"/>
                <a:gd name="T10" fmla="*/ 613 w 68"/>
                <a:gd name="T11" fmla="*/ 285 h 86"/>
                <a:gd name="T12" fmla="*/ 658 w 68"/>
                <a:gd name="T13" fmla="*/ 248 h 86"/>
                <a:gd name="T14" fmla="*/ 645 w 68"/>
                <a:gd name="T15" fmla="*/ 136 h 86"/>
                <a:gd name="T16" fmla="*/ 895 w 68"/>
                <a:gd name="T17" fmla="*/ 56 h 86"/>
                <a:gd name="T18" fmla="*/ 688 w 68"/>
                <a:gd name="T19" fmla="*/ 623 h 86"/>
                <a:gd name="T20" fmla="*/ 500 w 68"/>
                <a:gd name="T21" fmla="*/ 831 h 86"/>
                <a:gd name="T22" fmla="*/ 395 w 68"/>
                <a:gd name="T23" fmla="*/ 999 h 86"/>
                <a:gd name="T24" fmla="*/ 283 w 68"/>
                <a:gd name="T25" fmla="*/ 1318 h 86"/>
                <a:gd name="T26" fmla="*/ 158 w 68"/>
                <a:gd name="T27" fmla="*/ 1624 h 86"/>
                <a:gd name="T28" fmla="*/ 220 w 68"/>
                <a:gd name="T29" fmla="*/ 1190 h 86"/>
                <a:gd name="T30" fmla="*/ 95 w 68"/>
                <a:gd name="T31" fmla="*/ 1078 h 86"/>
                <a:gd name="T32" fmla="*/ 33 w 68"/>
                <a:gd name="T33" fmla="*/ 831 h 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86">
                  <a:moveTo>
                    <a:pt x="16" y="16"/>
                  </a:moveTo>
                  <a:cubicBezTo>
                    <a:pt x="19" y="16"/>
                    <a:pt x="19" y="17"/>
                    <a:pt x="19" y="20"/>
                  </a:cubicBezTo>
                  <a:cubicBezTo>
                    <a:pt x="19" y="24"/>
                    <a:pt x="19" y="26"/>
                    <a:pt x="23" y="28"/>
                  </a:cubicBezTo>
                  <a:cubicBezTo>
                    <a:pt x="26" y="29"/>
                    <a:pt x="30" y="31"/>
                    <a:pt x="32" y="29"/>
                  </a:cubicBezTo>
                  <a:cubicBezTo>
                    <a:pt x="35" y="28"/>
                    <a:pt x="35" y="24"/>
                    <a:pt x="36" y="22"/>
                  </a:cubicBezTo>
                  <a:cubicBezTo>
                    <a:pt x="37" y="20"/>
                    <a:pt x="37" y="17"/>
                    <a:pt x="39" y="15"/>
                  </a:cubicBezTo>
                  <a:cubicBezTo>
                    <a:pt x="39" y="14"/>
                    <a:pt x="41" y="14"/>
                    <a:pt x="42" y="13"/>
                  </a:cubicBezTo>
                  <a:cubicBezTo>
                    <a:pt x="43" y="11"/>
                    <a:pt x="41" y="9"/>
                    <a:pt x="41" y="7"/>
                  </a:cubicBezTo>
                  <a:cubicBezTo>
                    <a:pt x="40" y="0"/>
                    <a:pt x="53" y="1"/>
                    <a:pt x="57" y="3"/>
                  </a:cubicBezTo>
                  <a:cubicBezTo>
                    <a:pt x="68" y="9"/>
                    <a:pt x="49" y="29"/>
                    <a:pt x="44" y="33"/>
                  </a:cubicBezTo>
                  <a:cubicBezTo>
                    <a:pt x="40" y="37"/>
                    <a:pt x="36" y="40"/>
                    <a:pt x="32" y="44"/>
                  </a:cubicBezTo>
                  <a:cubicBezTo>
                    <a:pt x="30" y="47"/>
                    <a:pt x="28" y="50"/>
                    <a:pt x="25" y="53"/>
                  </a:cubicBezTo>
                  <a:cubicBezTo>
                    <a:pt x="21" y="58"/>
                    <a:pt x="22" y="66"/>
                    <a:pt x="18" y="70"/>
                  </a:cubicBezTo>
                  <a:cubicBezTo>
                    <a:pt x="14" y="75"/>
                    <a:pt x="14" y="81"/>
                    <a:pt x="10" y="86"/>
                  </a:cubicBezTo>
                  <a:cubicBezTo>
                    <a:pt x="8" y="78"/>
                    <a:pt x="15" y="71"/>
                    <a:pt x="14" y="63"/>
                  </a:cubicBezTo>
                  <a:cubicBezTo>
                    <a:pt x="13" y="58"/>
                    <a:pt x="9" y="60"/>
                    <a:pt x="6" y="57"/>
                  </a:cubicBezTo>
                  <a:cubicBezTo>
                    <a:pt x="3" y="54"/>
                    <a:pt x="0" y="48"/>
                    <a:pt x="2" y="44"/>
                  </a:cubicBezTo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1" name="Freeform 264">
              <a:extLst>
                <a:ext uri="{FF2B5EF4-FFF2-40B4-BE49-F238E27FC236}">
                  <a16:creationId xmlns:a16="http://schemas.microsoft.com/office/drawing/2014/main" id="{CA7F67ED-BB63-4809-B9A0-9BD56FEE2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516"/>
              <a:ext cx="122" cy="261"/>
            </a:xfrm>
            <a:custGeom>
              <a:avLst/>
              <a:gdLst>
                <a:gd name="T0" fmla="*/ 528 w 49"/>
                <a:gd name="T1" fmla="*/ 136 h 98"/>
                <a:gd name="T2" fmla="*/ 383 w 49"/>
                <a:gd name="T3" fmla="*/ 35 h 98"/>
                <a:gd name="T4" fmla="*/ 354 w 49"/>
                <a:gd name="T5" fmla="*/ 93 h 98"/>
                <a:gd name="T6" fmla="*/ 383 w 49"/>
                <a:gd name="T7" fmla="*/ 149 h 98"/>
                <a:gd name="T8" fmla="*/ 403 w 49"/>
                <a:gd name="T9" fmla="*/ 205 h 98"/>
                <a:gd name="T10" fmla="*/ 403 w 49"/>
                <a:gd name="T11" fmla="*/ 376 h 98"/>
                <a:gd name="T12" fmla="*/ 291 w 49"/>
                <a:gd name="T13" fmla="*/ 533 h 98"/>
                <a:gd name="T14" fmla="*/ 291 w 49"/>
                <a:gd name="T15" fmla="*/ 602 h 98"/>
                <a:gd name="T16" fmla="*/ 309 w 49"/>
                <a:gd name="T17" fmla="*/ 716 h 98"/>
                <a:gd name="T18" fmla="*/ 279 w 49"/>
                <a:gd name="T19" fmla="*/ 815 h 98"/>
                <a:gd name="T20" fmla="*/ 261 w 49"/>
                <a:gd name="T21" fmla="*/ 943 h 98"/>
                <a:gd name="T22" fmla="*/ 167 w 49"/>
                <a:gd name="T23" fmla="*/ 1036 h 98"/>
                <a:gd name="T24" fmla="*/ 0 w 49"/>
                <a:gd name="T25" fmla="*/ 1001 h 98"/>
                <a:gd name="T26" fmla="*/ 62 w 49"/>
                <a:gd name="T27" fmla="*/ 1113 h 98"/>
                <a:gd name="T28" fmla="*/ 75 w 49"/>
                <a:gd name="T29" fmla="*/ 1305 h 98"/>
                <a:gd name="T30" fmla="*/ 217 w 49"/>
                <a:gd name="T31" fmla="*/ 1547 h 98"/>
                <a:gd name="T32" fmla="*/ 229 w 49"/>
                <a:gd name="T33" fmla="*/ 1681 h 98"/>
                <a:gd name="T34" fmla="*/ 321 w 49"/>
                <a:gd name="T35" fmla="*/ 1795 h 98"/>
                <a:gd name="T36" fmla="*/ 383 w 49"/>
                <a:gd name="T37" fmla="*/ 1830 h 98"/>
                <a:gd name="T38" fmla="*/ 433 w 49"/>
                <a:gd name="T39" fmla="*/ 1659 h 98"/>
                <a:gd name="T40" fmla="*/ 433 w 49"/>
                <a:gd name="T41" fmla="*/ 1569 h 98"/>
                <a:gd name="T42" fmla="*/ 495 w 49"/>
                <a:gd name="T43" fmla="*/ 1510 h 98"/>
                <a:gd name="T44" fmla="*/ 540 w 49"/>
                <a:gd name="T45" fmla="*/ 1433 h 98"/>
                <a:gd name="T46" fmla="*/ 570 w 49"/>
                <a:gd name="T47" fmla="*/ 1318 h 98"/>
                <a:gd name="T48" fmla="*/ 620 w 49"/>
                <a:gd name="T49" fmla="*/ 1249 h 98"/>
                <a:gd name="T50" fmla="*/ 725 w 49"/>
                <a:gd name="T51" fmla="*/ 1023 h 98"/>
                <a:gd name="T52" fmla="*/ 725 w 49"/>
                <a:gd name="T53" fmla="*/ 703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" h="98">
                  <a:moveTo>
                    <a:pt x="34" y="7"/>
                  </a:moveTo>
                  <a:cubicBezTo>
                    <a:pt x="32" y="4"/>
                    <a:pt x="29" y="0"/>
                    <a:pt x="25" y="2"/>
                  </a:cubicBezTo>
                  <a:cubicBezTo>
                    <a:pt x="22" y="3"/>
                    <a:pt x="22" y="3"/>
                    <a:pt x="23" y="5"/>
                  </a:cubicBezTo>
                  <a:cubicBezTo>
                    <a:pt x="23" y="6"/>
                    <a:pt x="25" y="7"/>
                    <a:pt x="25" y="8"/>
                  </a:cubicBezTo>
                  <a:cubicBezTo>
                    <a:pt x="26" y="9"/>
                    <a:pt x="26" y="9"/>
                    <a:pt x="26" y="11"/>
                  </a:cubicBezTo>
                  <a:cubicBezTo>
                    <a:pt x="27" y="14"/>
                    <a:pt x="28" y="18"/>
                    <a:pt x="26" y="20"/>
                  </a:cubicBezTo>
                  <a:cubicBezTo>
                    <a:pt x="24" y="23"/>
                    <a:pt x="20" y="24"/>
                    <a:pt x="19" y="28"/>
                  </a:cubicBezTo>
                  <a:cubicBezTo>
                    <a:pt x="17" y="30"/>
                    <a:pt x="18" y="30"/>
                    <a:pt x="19" y="32"/>
                  </a:cubicBezTo>
                  <a:cubicBezTo>
                    <a:pt x="21" y="34"/>
                    <a:pt x="21" y="36"/>
                    <a:pt x="20" y="38"/>
                  </a:cubicBezTo>
                  <a:cubicBezTo>
                    <a:pt x="20" y="40"/>
                    <a:pt x="18" y="41"/>
                    <a:pt x="18" y="43"/>
                  </a:cubicBezTo>
                  <a:cubicBezTo>
                    <a:pt x="17" y="45"/>
                    <a:pt x="17" y="47"/>
                    <a:pt x="17" y="50"/>
                  </a:cubicBezTo>
                  <a:cubicBezTo>
                    <a:pt x="17" y="54"/>
                    <a:pt x="16" y="56"/>
                    <a:pt x="11" y="55"/>
                  </a:cubicBezTo>
                  <a:cubicBezTo>
                    <a:pt x="7" y="54"/>
                    <a:pt x="5" y="51"/>
                    <a:pt x="0" y="53"/>
                  </a:cubicBezTo>
                  <a:cubicBezTo>
                    <a:pt x="1" y="55"/>
                    <a:pt x="3" y="57"/>
                    <a:pt x="4" y="59"/>
                  </a:cubicBezTo>
                  <a:cubicBezTo>
                    <a:pt x="6" y="62"/>
                    <a:pt x="5" y="65"/>
                    <a:pt x="5" y="69"/>
                  </a:cubicBezTo>
                  <a:cubicBezTo>
                    <a:pt x="6" y="74"/>
                    <a:pt x="12" y="77"/>
                    <a:pt x="14" y="82"/>
                  </a:cubicBezTo>
                  <a:cubicBezTo>
                    <a:pt x="15" y="85"/>
                    <a:pt x="14" y="87"/>
                    <a:pt x="15" y="89"/>
                  </a:cubicBezTo>
                  <a:cubicBezTo>
                    <a:pt x="16" y="92"/>
                    <a:pt x="19" y="93"/>
                    <a:pt x="21" y="95"/>
                  </a:cubicBezTo>
                  <a:cubicBezTo>
                    <a:pt x="23" y="97"/>
                    <a:pt x="22" y="98"/>
                    <a:pt x="25" y="97"/>
                  </a:cubicBezTo>
                  <a:cubicBezTo>
                    <a:pt x="27" y="96"/>
                    <a:pt x="28" y="90"/>
                    <a:pt x="28" y="88"/>
                  </a:cubicBezTo>
                  <a:cubicBezTo>
                    <a:pt x="29" y="86"/>
                    <a:pt x="28" y="85"/>
                    <a:pt x="28" y="83"/>
                  </a:cubicBezTo>
                  <a:cubicBezTo>
                    <a:pt x="29" y="81"/>
                    <a:pt x="31" y="81"/>
                    <a:pt x="32" y="80"/>
                  </a:cubicBezTo>
                  <a:cubicBezTo>
                    <a:pt x="34" y="79"/>
                    <a:pt x="35" y="77"/>
                    <a:pt x="35" y="76"/>
                  </a:cubicBezTo>
                  <a:cubicBezTo>
                    <a:pt x="36" y="74"/>
                    <a:pt x="36" y="72"/>
                    <a:pt x="37" y="70"/>
                  </a:cubicBezTo>
                  <a:cubicBezTo>
                    <a:pt x="38" y="69"/>
                    <a:pt x="39" y="68"/>
                    <a:pt x="40" y="66"/>
                  </a:cubicBezTo>
                  <a:cubicBezTo>
                    <a:pt x="43" y="62"/>
                    <a:pt x="46" y="58"/>
                    <a:pt x="47" y="54"/>
                  </a:cubicBezTo>
                  <a:cubicBezTo>
                    <a:pt x="49" y="48"/>
                    <a:pt x="47" y="42"/>
                    <a:pt x="47" y="37"/>
                  </a:cubicBezTo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2" name="Freeform 265">
              <a:extLst>
                <a:ext uri="{FF2B5EF4-FFF2-40B4-BE49-F238E27FC236}">
                  <a16:creationId xmlns:a16="http://schemas.microsoft.com/office/drawing/2014/main" id="{EDA4F883-3CD5-407A-954C-F14FF4F0F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236"/>
              <a:ext cx="170" cy="296"/>
            </a:xfrm>
            <a:custGeom>
              <a:avLst/>
              <a:gdLst>
                <a:gd name="T0" fmla="*/ 500 w 68"/>
                <a:gd name="T1" fmla="*/ 435 h 111"/>
                <a:gd name="T2" fmla="*/ 313 w 68"/>
                <a:gd name="T3" fmla="*/ 739 h 111"/>
                <a:gd name="T4" fmla="*/ 95 w 68"/>
                <a:gd name="T5" fmla="*/ 1003 h 111"/>
                <a:gd name="T6" fmla="*/ 83 w 68"/>
                <a:gd name="T7" fmla="*/ 1080 h 111"/>
                <a:gd name="T8" fmla="*/ 20 w 68"/>
                <a:gd name="T9" fmla="*/ 1160 h 111"/>
                <a:gd name="T10" fmla="*/ 50 w 68"/>
                <a:gd name="T11" fmla="*/ 1480 h 111"/>
                <a:gd name="T12" fmla="*/ 95 w 68"/>
                <a:gd name="T13" fmla="*/ 1651 h 111"/>
                <a:gd name="T14" fmla="*/ 83 w 68"/>
                <a:gd name="T15" fmla="*/ 1821 h 111"/>
                <a:gd name="T16" fmla="*/ 188 w 68"/>
                <a:gd name="T17" fmla="*/ 2104 h 111"/>
                <a:gd name="T18" fmla="*/ 283 w 68"/>
                <a:gd name="T19" fmla="*/ 1843 h 111"/>
                <a:gd name="T20" fmla="*/ 408 w 68"/>
                <a:gd name="T21" fmla="*/ 1557 h 111"/>
                <a:gd name="T22" fmla="*/ 658 w 68"/>
                <a:gd name="T23" fmla="*/ 1309 h 111"/>
                <a:gd name="T24" fmla="*/ 938 w 68"/>
                <a:gd name="T25" fmla="*/ 1024 h 111"/>
                <a:gd name="T26" fmla="*/ 1063 w 68"/>
                <a:gd name="T27" fmla="*/ 776 h 111"/>
                <a:gd name="T28" fmla="*/ 875 w 68"/>
                <a:gd name="T29" fmla="*/ 832 h 111"/>
                <a:gd name="T30" fmla="*/ 925 w 68"/>
                <a:gd name="T31" fmla="*/ 627 h 111"/>
                <a:gd name="T32" fmla="*/ 925 w 68"/>
                <a:gd name="T33" fmla="*/ 363 h 111"/>
                <a:gd name="T34" fmla="*/ 845 w 68"/>
                <a:gd name="T35" fmla="*/ 227 h 111"/>
                <a:gd name="T36" fmla="*/ 833 w 68"/>
                <a:gd name="T37" fmla="*/ 93 h 111"/>
                <a:gd name="T38" fmla="*/ 750 w 68"/>
                <a:gd name="T39" fmla="*/ 192 h 111"/>
                <a:gd name="T40" fmla="*/ 645 w 68"/>
                <a:gd name="T41" fmla="*/ 93 h 111"/>
                <a:gd name="T42" fmla="*/ 438 w 68"/>
                <a:gd name="T43" fmla="*/ 397 h 11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8" h="111">
                  <a:moveTo>
                    <a:pt x="32" y="23"/>
                  </a:moveTo>
                  <a:cubicBezTo>
                    <a:pt x="20" y="17"/>
                    <a:pt x="23" y="33"/>
                    <a:pt x="20" y="39"/>
                  </a:cubicBezTo>
                  <a:cubicBezTo>
                    <a:pt x="17" y="46"/>
                    <a:pt x="8" y="46"/>
                    <a:pt x="6" y="53"/>
                  </a:cubicBezTo>
                  <a:cubicBezTo>
                    <a:pt x="5" y="54"/>
                    <a:pt x="6" y="56"/>
                    <a:pt x="5" y="57"/>
                  </a:cubicBezTo>
                  <a:cubicBezTo>
                    <a:pt x="4" y="59"/>
                    <a:pt x="2" y="60"/>
                    <a:pt x="1" y="61"/>
                  </a:cubicBezTo>
                  <a:cubicBezTo>
                    <a:pt x="0" y="66"/>
                    <a:pt x="1" y="74"/>
                    <a:pt x="3" y="78"/>
                  </a:cubicBezTo>
                  <a:cubicBezTo>
                    <a:pt x="4" y="81"/>
                    <a:pt x="6" y="84"/>
                    <a:pt x="6" y="87"/>
                  </a:cubicBezTo>
                  <a:cubicBezTo>
                    <a:pt x="7" y="90"/>
                    <a:pt x="5" y="93"/>
                    <a:pt x="5" y="96"/>
                  </a:cubicBezTo>
                  <a:cubicBezTo>
                    <a:pt x="4" y="100"/>
                    <a:pt x="8" y="109"/>
                    <a:pt x="12" y="111"/>
                  </a:cubicBezTo>
                  <a:cubicBezTo>
                    <a:pt x="16" y="108"/>
                    <a:pt x="17" y="101"/>
                    <a:pt x="18" y="97"/>
                  </a:cubicBezTo>
                  <a:cubicBezTo>
                    <a:pt x="20" y="92"/>
                    <a:pt x="22" y="86"/>
                    <a:pt x="26" y="82"/>
                  </a:cubicBezTo>
                  <a:cubicBezTo>
                    <a:pt x="32" y="77"/>
                    <a:pt x="35" y="72"/>
                    <a:pt x="42" y="69"/>
                  </a:cubicBezTo>
                  <a:cubicBezTo>
                    <a:pt x="48" y="65"/>
                    <a:pt x="55" y="59"/>
                    <a:pt x="60" y="54"/>
                  </a:cubicBezTo>
                  <a:cubicBezTo>
                    <a:pt x="65" y="50"/>
                    <a:pt x="66" y="46"/>
                    <a:pt x="68" y="41"/>
                  </a:cubicBezTo>
                  <a:cubicBezTo>
                    <a:pt x="65" y="43"/>
                    <a:pt x="60" y="49"/>
                    <a:pt x="56" y="44"/>
                  </a:cubicBezTo>
                  <a:cubicBezTo>
                    <a:pt x="53" y="40"/>
                    <a:pt x="57" y="36"/>
                    <a:pt x="59" y="33"/>
                  </a:cubicBezTo>
                  <a:cubicBezTo>
                    <a:pt x="63" y="28"/>
                    <a:pt x="62" y="24"/>
                    <a:pt x="59" y="19"/>
                  </a:cubicBezTo>
                  <a:cubicBezTo>
                    <a:pt x="56" y="16"/>
                    <a:pt x="55" y="16"/>
                    <a:pt x="54" y="12"/>
                  </a:cubicBezTo>
                  <a:cubicBezTo>
                    <a:pt x="54" y="9"/>
                    <a:pt x="56" y="7"/>
                    <a:pt x="53" y="5"/>
                  </a:cubicBezTo>
                  <a:cubicBezTo>
                    <a:pt x="48" y="4"/>
                    <a:pt x="49" y="8"/>
                    <a:pt x="48" y="10"/>
                  </a:cubicBezTo>
                  <a:cubicBezTo>
                    <a:pt x="43" y="14"/>
                    <a:pt x="43" y="7"/>
                    <a:pt x="41" y="5"/>
                  </a:cubicBezTo>
                  <a:cubicBezTo>
                    <a:pt x="36" y="0"/>
                    <a:pt x="31" y="17"/>
                    <a:pt x="28" y="21"/>
                  </a:cubicBezTo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3" name="Freeform 266">
              <a:extLst>
                <a:ext uri="{FF2B5EF4-FFF2-40B4-BE49-F238E27FC236}">
                  <a16:creationId xmlns:a16="http://schemas.microsoft.com/office/drawing/2014/main" id="{10F14FC0-6575-409A-82BD-8C5253A75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529"/>
              <a:ext cx="42" cy="144"/>
            </a:xfrm>
            <a:custGeom>
              <a:avLst/>
              <a:gdLst>
                <a:gd name="T0" fmla="*/ 74 w 17"/>
                <a:gd name="T1" fmla="*/ 0 h 54"/>
                <a:gd name="T2" fmla="*/ 91 w 17"/>
                <a:gd name="T3" fmla="*/ 341 h 54"/>
                <a:gd name="T4" fmla="*/ 62 w 17"/>
                <a:gd name="T5" fmla="*/ 648 h 54"/>
                <a:gd name="T6" fmla="*/ 91 w 17"/>
                <a:gd name="T7" fmla="*/ 1003 h 54"/>
                <a:gd name="T8" fmla="*/ 245 w 17"/>
                <a:gd name="T9" fmla="*/ 661 h 54"/>
                <a:gd name="T10" fmla="*/ 225 w 17"/>
                <a:gd name="T11" fmla="*/ 376 h 54"/>
                <a:gd name="T12" fmla="*/ 166 w 17"/>
                <a:gd name="T13" fmla="*/ 7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4">
                  <a:moveTo>
                    <a:pt x="5" y="0"/>
                  </a:moveTo>
                  <a:cubicBezTo>
                    <a:pt x="9" y="6"/>
                    <a:pt x="3" y="12"/>
                    <a:pt x="6" y="18"/>
                  </a:cubicBezTo>
                  <a:cubicBezTo>
                    <a:pt x="9" y="25"/>
                    <a:pt x="5" y="27"/>
                    <a:pt x="4" y="34"/>
                  </a:cubicBezTo>
                  <a:cubicBezTo>
                    <a:pt x="3" y="38"/>
                    <a:pt x="0" y="53"/>
                    <a:pt x="6" y="53"/>
                  </a:cubicBezTo>
                  <a:cubicBezTo>
                    <a:pt x="15" y="54"/>
                    <a:pt x="16" y="40"/>
                    <a:pt x="16" y="35"/>
                  </a:cubicBezTo>
                  <a:cubicBezTo>
                    <a:pt x="17" y="30"/>
                    <a:pt x="17" y="25"/>
                    <a:pt x="15" y="20"/>
                  </a:cubicBezTo>
                  <a:cubicBezTo>
                    <a:pt x="15" y="17"/>
                    <a:pt x="10" y="7"/>
                    <a:pt x="11" y="4"/>
                  </a:cubicBezTo>
                </a:path>
              </a:pathLst>
            </a:custGeom>
            <a:solidFill>
              <a:srgbClr val="E7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4" name="Freeform 267">
              <a:extLst>
                <a:ext uri="{FF2B5EF4-FFF2-40B4-BE49-F238E27FC236}">
                  <a16:creationId xmlns:a16="http://schemas.microsoft.com/office/drawing/2014/main" id="{09FF70B3-08B2-4426-8666-4DE994421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398"/>
              <a:ext cx="90" cy="163"/>
            </a:xfrm>
            <a:custGeom>
              <a:avLst/>
              <a:gdLst>
                <a:gd name="T0" fmla="*/ 520 w 36"/>
                <a:gd name="T1" fmla="*/ 35 h 61"/>
                <a:gd name="T2" fmla="*/ 333 w 36"/>
                <a:gd name="T3" fmla="*/ 136 h 61"/>
                <a:gd name="T4" fmla="*/ 345 w 36"/>
                <a:gd name="T5" fmla="*/ 265 h 61"/>
                <a:gd name="T6" fmla="*/ 220 w 36"/>
                <a:gd name="T7" fmla="*/ 342 h 61"/>
                <a:gd name="T8" fmla="*/ 125 w 36"/>
                <a:gd name="T9" fmla="*/ 572 h 61"/>
                <a:gd name="T10" fmla="*/ 0 w 36"/>
                <a:gd name="T11" fmla="*/ 708 h 61"/>
                <a:gd name="T12" fmla="*/ 33 w 36"/>
                <a:gd name="T13" fmla="*/ 957 h 61"/>
                <a:gd name="T14" fmla="*/ 145 w 36"/>
                <a:gd name="T15" fmla="*/ 1144 h 61"/>
                <a:gd name="T16" fmla="*/ 345 w 36"/>
                <a:gd name="T17" fmla="*/ 799 h 61"/>
                <a:gd name="T18" fmla="*/ 520 w 36"/>
                <a:gd name="T19" fmla="*/ 615 h 61"/>
                <a:gd name="T20" fmla="*/ 563 w 36"/>
                <a:gd name="T21" fmla="*/ 192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61">
                  <a:moveTo>
                    <a:pt x="33" y="2"/>
                  </a:moveTo>
                  <a:cubicBezTo>
                    <a:pt x="29" y="0"/>
                    <a:pt x="22" y="1"/>
                    <a:pt x="21" y="7"/>
                  </a:cubicBezTo>
                  <a:cubicBezTo>
                    <a:pt x="21" y="9"/>
                    <a:pt x="23" y="11"/>
                    <a:pt x="22" y="14"/>
                  </a:cubicBezTo>
                  <a:cubicBezTo>
                    <a:pt x="20" y="16"/>
                    <a:pt x="16" y="16"/>
                    <a:pt x="14" y="18"/>
                  </a:cubicBezTo>
                  <a:cubicBezTo>
                    <a:pt x="10" y="21"/>
                    <a:pt x="11" y="26"/>
                    <a:pt x="8" y="30"/>
                  </a:cubicBezTo>
                  <a:cubicBezTo>
                    <a:pt x="5" y="32"/>
                    <a:pt x="4" y="34"/>
                    <a:pt x="0" y="37"/>
                  </a:cubicBezTo>
                  <a:cubicBezTo>
                    <a:pt x="2" y="43"/>
                    <a:pt x="1" y="43"/>
                    <a:pt x="2" y="50"/>
                  </a:cubicBezTo>
                  <a:cubicBezTo>
                    <a:pt x="2" y="54"/>
                    <a:pt x="3" y="61"/>
                    <a:pt x="9" y="60"/>
                  </a:cubicBezTo>
                  <a:cubicBezTo>
                    <a:pt x="14" y="59"/>
                    <a:pt x="19" y="46"/>
                    <a:pt x="22" y="42"/>
                  </a:cubicBezTo>
                  <a:cubicBezTo>
                    <a:pt x="26" y="39"/>
                    <a:pt x="31" y="37"/>
                    <a:pt x="33" y="32"/>
                  </a:cubicBezTo>
                  <a:cubicBezTo>
                    <a:pt x="36" y="25"/>
                    <a:pt x="35" y="17"/>
                    <a:pt x="36" y="10"/>
                  </a:cubicBezTo>
                </a:path>
              </a:pathLst>
            </a:custGeom>
            <a:solidFill>
              <a:srgbClr val="E7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5" name="Freeform 268">
              <a:extLst>
                <a:ext uri="{FF2B5EF4-FFF2-40B4-BE49-F238E27FC236}">
                  <a16:creationId xmlns:a16="http://schemas.microsoft.com/office/drawing/2014/main" id="{BCCE1569-8D91-4551-A873-9BDD098C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657"/>
              <a:ext cx="240" cy="320"/>
            </a:xfrm>
            <a:custGeom>
              <a:avLst/>
              <a:gdLst>
                <a:gd name="T0" fmla="*/ 1408 w 96"/>
                <a:gd name="T1" fmla="*/ 1173 h 120"/>
                <a:gd name="T2" fmla="*/ 1250 w 96"/>
                <a:gd name="T3" fmla="*/ 832 h 120"/>
                <a:gd name="T4" fmla="*/ 1063 w 96"/>
                <a:gd name="T5" fmla="*/ 435 h 120"/>
                <a:gd name="T6" fmla="*/ 783 w 96"/>
                <a:gd name="T7" fmla="*/ 320 h 120"/>
                <a:gd name="T8" fmla="*/ 395 w 96"/>
                <a:gd name="T9" fmla="*/ 21 h 120"/>
                <a:gd name="T10" fmla="*/ 0 w 96"/>
                <a:gd name="T11" fmla="*/ 307 h 120"/>
                <a:gd name="T12" fmla="*/ 208 w 96"/>
                <a:gd name="T13" fmla="*/ 192 h 120"/>
                <a:gd name="T14" fmla="*/ 220 w 96"/>
                <a:gd name="T15" fmla="*/ 192 h 120"/>
                <a:gd name="T16" fmla="*/ 625 w 96"/>
                <a:gd name="T17" fmla="*/ 512 h 120"/>
                <a:gd name="T18" fmla="*/ 908 w 96"/>
                <a:gd name="T19" fmla="*/ 648 h 120"/>
                <a:gd name="T20" fmla="*/ 1095 w 96"/>
                <a:gd name="T21" fmla="*/ 1045 h 120"/>
                <a:gd name="T22" fmla="*/ 1250 w 96"/>
                <a:gd name="T23" fmla="*/ 1365 h 120"/>
                <a:gd name="T24" fmla="*/ 1208 w 96"/>
                <a:gd name="T25" fmla="*/ 2253 h 120"/>
                <a:gd name="T26" fmla="*/ 1188 w 96"/>
                <a:gd name="T27" fmla="*/ 2275 h 120"/>
                <a:gd name="T28" fmla="*/ 1363 w 96"/>
                <a:gd name="T29" fmla="*/ 2048 h 120"/>
                <a:gd name="T30" fmla="*/ 1408 w 96"/>
                <a:gd name="T31" fmla="*/ 1173 h 1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6" h="120">
                  <a:moveTo>
                    <a:pt x="90" y="62"/>
                  </a:moveTo>
                  <a:cubicBezTo>
                    <a:pt x="87" y="55"/>
                    <a:pt x="83" y="51"/>
                    <a:pt x="80" y="44"/>
                  </a:cubicBezTo>
                  <a:cubicBezTo>
                    <a:pt x="77" y="35"/>
                    <a:pt x="77" y="28"/>
                    <a:pt x="68" y="23"/>
                  </a:cubicBezTo>
                  <a:cubicBezTo>
                    <a:pt x="62" y="20"/>
                    <a:pt x="56" y="20"/>
                    <a:pt x="50" y="17"/>
                  </a:cubicBezTo>
                  <a:cubicBezTo>
                    <a:pt x="42" y="12"/>
                    <a:pt x="35" y="3"/>
                    <a:pt x="25" y="1"/>
                  </a:cubicBezTo>
                  <a:cubicBezTo>
                    <a:pt x="19" y="0"/>
                    <a:pt x="3" y="12"/>
                    <a:pt x="0" y="16"/>
                  </a:cubicBezTo>
                  <a:cubicBezTo>
                    <a:pt x="3" y="12"/>
                    <a:pt x="8" y="10"/>
                    <a:pt x="13" y="10"/>
                  </a:cubicBezTo>
                  <a:cubicBezTo>
                    <a:pt x="13" y="10"/>
                    <a:pt x="14" y="10"/>
                    <a:pt x="14" y="10"/>
                  </a:cubicBezTo>
                  <a:cubicBezTo>
                    <a:pt x="24" y="13"/>
                    <a:pt x="33" y="23"/>
                    <a:pt x="40" y="27"/>
                  </a:cubicBezTo>
                  <a:cubicBezTo>
                    <a:pt x="46" y="31"/>
                    <a:pt x="52" y="31"/>
                    <a:pt x="58" y="34"/>
                  </a:cubicBezTo>
                  <a:cubicBezTo>
                    <a:pt x="67" y="39"/>
                    <a:pt x="67" y="45"/>
                    <a:pt x="70" y="55"/>
                  </a:cubicBezTo>
                  <a:cubicBezTo>
                    <a:pt x="72" y="61"/>
                    <a:pt x="77" y="66"/>
                    <a:pt x="80" y="72"/>
                  </a:cubicBezTo>
                  <a:cubicBezTo>
                    <a:pt x="86" y="85"/>
                    <a:pt x="81" y="106"/>
                    <a:pt x="77" y="119"/>
                  </a:cubicBezTo>
                  <a:cubicBezTo>
                    <a:pt x="77" y="119"/>
                    <a:pt x="76" y="119"/>
                    <a:pt x="76" y="120"/>
                  </a:cubicBezTo>
                  <a:cubicBezTo>
                    <a:pt x="79" y="117"/>
                    <a:pt x="86" y="111"/>
                    <a:pt x="87" y="108"/>
                  </a:cubicBezTo>
                  <a:cubicBezTo>
                    <a:pt x="91" y="96"/>
                    <a:pt x="96" y="74"/>
                    <a:pt x="90" y="62"/>
                  </a:cubicBezTo>
                  <a:close/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6" name="Freeform 269">
              <a:extLst>
                <a:ext uri="{FF2B5EF4-FFF2-40B4-BE49-F238E27FC236}">
                  <a16:creationId xmlns:a16="http://schemas.microsoft.com/office/drawing/2014/main" id="{93BBC456-B0FA-4687-BD4A-F81E2F200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812"/>
              <a:ext cx="27" cy="141"/>
            </a:xfrm>
            <a:custGeom>
              <a:avLst/>
              <a:gdLst>
                <a:gd name="T0" fmla="*/ 0 w 11"/>
                <a:gd name="T1" fmla="*/ 114 h 53"/>
                <a:gd name="T2" fmla="*/ 61 w 11"/>
                <a:gd name="T3" fmla="*/ 545 h 53"/>
                <a:gd name="T4" fmla="*/ 0 w 11"/>
                <a:gd name="T5" fmla="*/ 998 h 53"/>
                <a:gd name="T6" fmla="*/ 133 w 11"/>
                <a:gd name="T7" fmla="*/ 396 h 53"/>
                <a:gd name="T8" fmla="*/ 133 w 11"/>
                <a:gd name="T9" fmla="*/ 93 h 53"/>
                <a:gd name="T10" fmla="*/ 12 w 11"/>
                <a:gd name="T11" fmla="*/ 35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3">
                  <a:moveTo>
                    <a:pt x="0" y="6"/>
                  </a:moveTo>
                  <a:cubicBezTo>
                    <a:pt x="1" y="14"/>
                    <a:pt x="6" y="20"/>
                    <a:pt x="4" y="29"/>
                  </a:cubicBezTo>
                  <a:cubicBezTo>
                    <a:pt x="3" y="37"/>
                    <a:pt x="1" y="45"/>
                    <a:pt x="0" y="53"/>
                  </a:cubicBezTo>
                  <a:cubicBezTo>
                    <a:pt x="7" y="50"/>
                    <a:pt x="9" y="28"/>
                    <a:pt x="9" y="21"/>
                  </a:cubicBezTo>
                  <a:cubicBezTo>
                    <a:pt x="10" y="16"/>
                    <a:pt x="11" y="9"/>
                    <a:pt x="9" y="5"/>
                  </a:cubicBezTo>
                  <a:cubicBezTo>
                    <a:pt x="7" y="0"/>
                    <a:pt x="6" y="2"/>
                    <a:pt x="1" y="2"/>
                  </a:cubicBezTo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7" name="Freeform 270">
              <a:extLst>
                <a:ext uri="{FF2B5EF4-FFF2-40B4-BE49-F238E27FC236}">
                  <a16:creationId xmlns:a16="http://schemas.microsoft.com/office/drawing/2014/main" id="{F4DB06A2-78BF-48A5-9771-5B269FD7A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068"/>
              <a:ext cx="282" cy="170"/>
            </a:xfrm>
            <a:custGeom>
              <a:avLst/>
              <a:gdLst>
                <a:gd name="T0" fmla="*/ 1620 w 113"/>
                <a:gd name="T1" fmla="*/ 733 h 64"/>
                <a:gd name="T2" fmla="*/ 1228 w 113"/>
                <a:gd name="T3" fmla="*/ 1031 h 64"/>
                <a:gd name="T4" fmla="*/ 871 w 113"/>
                <a:gd name="T5" fmla="*/ 1065 h 64"/>
                <a:gd name="T6" fmla="*/ 404 w 113"/>
                <a:gd name="T7" fmla="*/ 954 h 64"/>
                <a:gd name="T8" fmla="*/ 187 w 113"/>
                <a:gd name="T9" fmla="*/ 523 h 64"/>
                <a:gd name="T10" fmla="*/ 0 w 113"/>
                <a:gd name="T11" fmla="*/ 0 h 64"/>
                <a:gd name="T12" fmla="*/ 0 w 113"/>
                <a:gd name="T13" fmla="*/ 133 h 64"/>
                <a:gd name="T14" fmla="*/ 187 w 113"/>
                <a:gd name="T15" fmla="*/ 635 h 64"/>
                <a:gd name="T16" fmla="*/ 404 w 113"/>
                <a:gd name="T17" fmla="*/ 1065 h 64"/>
                <a:gd name="T18" fmla="*/ 871 w 113"/>
                <a:gd name="T19" fmla="*/ 1179 h 64"/>
                <a:gd name="T20" fmla="*/ 1228 w 113"/>
                <a:gd name="T21" fmla="*/ 1142 h 64"/>
                <a:gd name="T22" fmla="*/ 1712 w 113"/>
                <a:gd name="T23" fmla="*/ 712 h 64"/>
                <a:gd name="T24" fmla="*/ 1757 w 113"/>
                <a:gd name="T25" fmla="*/ 579 h 64"/>
                <a:gd name="T26" fmla="*/ 1620 w 113"/>
                <a:gd name="T27" fmla="*/ 733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64">
                  <a:moveTo>
                    <a:pt x="104" y="39"/>
                  </a:moveTo>
                  <a:cubicBezTo>
                    <a:pt x="98" y="47"/>
                    <a:pt x="88" y="51"/>
                    <a:pt x="79" y="55"/>
                  </a:cubicBezTo>
                  <a:cubicBezTo>
                    <a:pt x="75" y="56"/>
                    <a:pt x="61" y="57"/>
                    <a:pt x="56" y="57"/>
                  </a:cubicBezTo>
                  <a:cubicBezTo>
                    <a:pt x="45" y="57"/>
                    <a:pt x="35" y="58"/>
                    <a:pt x="26" y="51"/>
                  </a:cubicBezTo>
                  <a:cubicBezTo>
                    <a:pt x="18" y="44"/>
                    <a:pt x="17" y="35"/>
                    <a:pt x="12" y="28"/>
                  </a:cubicBezTo>
                  <a:cubicBezTo>
                    <a:pt x="7" y="20"/>
                    <a:pt x="1" y="9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15"/>
                    <a:pt x="7" y="26"/>
                    <a:pt x="12" y="34"/>
                  </a:cubicBezTo>
                  <a:cubicBezTo>
                    <a:pt x="17" y="41"/>
                    <a:pt x="18" y="51"/>
                    <a:pt x="26" y="57"/>
                  </a:cubicBezTo>
                  <a:cubicBezTo>
                    <a:pt x="35" y="64"/>
                    <a:pt x="45" y="64"/>
                    <a:pt x="56" y="63"/>
                  </a:cubicBezTo>
                  <a:cubicBezTo>
                    <a:pt x="61" y="63"/>
                    <a:pt x="75" y="63"/>
                    <a:pt x="79" y="61"/>
                  </a:cubicBezTo>
                  <a:cubicBezTo>
                    <a:pt x="91" y="57"/>
                    <a:pt x="104" y="51"/>
                    <a:pt x="110" y="38"/>
                  </a:cubicBezTo>
                  <a:cubicBezTo>
                    <a:pt x="111" y="36"/>
                    <a:pt x="112" y="34"/>
                    <a:pt x="113" y="31"/>
                  </a:cubicBezTo>
                  <a:cubicBezTo>
                    <a:pt x="110" y="35"/>
                    <a:pt x="107" y="37"/>
                    <a:pt x="104" y="39"/>
                  </a:cubicBezTo>
                  <a:close/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8" name="Freeform 271">
              <a:extLst>
                <a:ext uri="{FF2B5EF4-FFF2-40B4-BE49-F238E27FC236}">
                  <a16:creationId xmlns:a16="http://schemas.microsoft.com/office/drawing/2014/main" id="{25E185BA-4BAC-448A-B5F1-6A9044197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420"/>
              <a:ext cx="115" cy="197"/>
            </a:xfrm>
            <a:custGeom>
              <a:avLst/>
              <a:gdLst>
                <a:gd name="T0" fmla="*/ 720 w 46"/>
                <a:gd name="T1" fmla="*/ 0 h 74"/>
                <a:gd name="T2" fmla="*/ 333 w 46"/>
                <a:gd name="T3" fmla="*/ 303 h 74"/>
                <a:gd name="T4" fmla="*/ 20 w 46"/>
                <a:gd name="T5" fmla="*/ 865 h 74"/>
                <a:gd name="T6" fmla="*/ 83 w 46"/>
                <a:gd name="T7" fmla="*/ 1206 h 74"/>
                <a:gd name="T8" fmla="*/ 188 w 46"/>
                <a:gd name="T9" fmla="*/ 921 h 74"/>
                <a:gd name="T10" fmla="*/ 583 w 46"/>
                <a:gd name="T11" fmla="*/ 660 h 74"/>
                <a:gd name="T12" fmla="*/ 488 w 46"/>
                <a:gd name="T13" fmla="*/ 282 h 74"/>
                <a:gd name="T14" fmla="*/ 675 w 46"/>
                <a:gd name="T15" fmla="*/ 77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74">
                  <a:moveTo>
                    <a:pt x="46" y="0"/>
                  </a:moveTo>
                  <a:cubicBezTo>
                    <a:pt x="35" y="5"/>
                    <a:pt x="30" y="7"/>
                    <a:pt x="21" y="16"/>
                  </a:cubicBezTo>
                  <a:cubicBezTo>
                    <a:pt x="13" y="24"/>
                    <a:pt x="0" y="34"/>
                    <a:pt x="1" y="46"/>
                  </a:cubicBezTo>
                  <a:cubicBezTo>
                    <a:pt x="1" y="48"/>
                    <a:pt x="5" y="64"/>
                    <a:pt x="5" y="64"/>
                  </a:cubicBezTo>
                  <a:cubicBezTo>
                    <a:pt x="18" y="74"/>
                    <a:pt x="12" y="52"/>
                    <a:pt x="12" y="49"/>
                  </a:cubicBezTo>
                  <a:cubicBezTo>
                    <a:pt x="13" y="30"/>
                    <a:pt x="28" y="42"/>
                    <a:pt x="37" y="35"/>
                  </a:cubicBezTo>
                  <a:cubicBezTo>
                    <a:pt x="35" y="27"/>
                    <a:pt x="27" y="24"/>
                    <a:pt x="31" y="15"/>
                  </a:cubicBezTo>
                  <a:cubicBezTo>
                    <a:pt x="32" y="11"/>
                    <a:pt x="40" y="4"/>
                    <a:pt x="43" y="4"/>
                  </a:cubicBezTo>
                </a:path>
              </a:pathLst>
            </a:custGeom>
            <a:solidFill>
              <a:srgbClr val="E7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09" name="Freeform 272">
              <a:extLst>
                <a:ext uri="{FF2B5EF4-FFF2-40B4-BE49-F238E27FC236}">
                  <a16:creationId xmlns:a16="http://schemas.microsoft.com/office/drawing/2014/main" id="{26314010-09C6-43DA-80EF-D5FF19FA5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180"/>
              <a:ext cx="212" cy="261"/>
            </a:xfrm>
            <a:custGeom>
              <a:avLst/>
              <a:gdLst>
                <a:gd name="T0" fmla="*/ 0 w 85"/>
                <a:gd name="T1" fmla="*/ 1851 h 98"/>
                <a:gd name="T2" fmla="*/ 354 w 85"/>
                <a:gd name="T3" fmla="*/ 1169 h 98"/>
                <a:gd name="T4" fmla="*/ 634 w 85"/>
                <a:gd name="T5" fmla="*/ 874 h 98"/>
                <a:gd name="T6" fmla="*/ 1319 w 85"/>
                <a:gd name="T7" fmla="*/ 21 h 98"/>
                <a:gd name="T8" fmla="*/ 1274 w 85"/>
                <a:gd name="T9" fmla="*/ 35 h 98"/>
                <a:gd name="T10" fmla="*/ 1100 w 85"/>
                <a:gd name="T11" fmla="*/ 93 h 98"/>
                <a:gd name="T12" fmla="*/ 821 w 85"/>
                <a:gd name="T13" fmla="*/ 149 h 98"/>
                <a:gd name="T14" fmla="*/ 666 w 85"/>
                <a:gd name="T15" fmla="*/ 418 h 98"/>
                <a:gd name="T16" fmla="*/ 499 w 85"/>
                <a:gd name="T17" fmla="*/ 567 h 98"/>
                <a:gd name="T18" fmla="*/ 449 w 85"/>
                <a:gd name="T19" fmla="*/ 794 h 98"/>
                <a:gd name="T20" fmla="*/ 229 w 85"/>
                <a:gd name="T21" fmla="*/ 964 h 98"/>
                <a:gd name="T22" fmla="*/ 92 w 85"/>
                <a:gd name="T23" fmla="*/ 1590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98">
                  <a:moveTo>
                    <a:pt x="0" y="98"/>
                  </a:moveTo>
                  <a:cubicBezTo>
                    <a:pt x="2" y="84"/>
                    <a:pt x="14" y="72"/>
                    <a:pt x="23" y="62"/>
                  </a:cubicBezTo>
                  <a:cubicBezTo>
                    <a:pt x="29" y="56"/>
                    <a:pt x="36" y="52"/>
                    <a:pt x="41" y="46"/>
                  </a:cubicBezTo>
                  <a:cubicBezTo>
                    <a:pt x="54" y="28"/>
                    <a:pt x="62" y="9"/>
                    <a:pt x="85" y="1"/>
                  </a:cubicBezTo>
                  <a:cubicBezTo>
                    <a:pt x="85" y="0"/>
                    <a:pt x="82" y="3"/>
                    <a:pt x="82" y="2"/>
                  </a:cubicBezTo>
                  <a:cubicBezTo>
                    <a:pt x="76" y="4"/>
                    <a:pt x="76" y="2"/>
                    <a:pt x="71" y="5"/>
                  </a:cubicBezTo>
                  <a:cubicBezTo>
                    <a:pt x="65" y="7"/>
                    <a:pt x="58" y="5"/>
                    <a:pt x="53" y="8"/>
                  </a:cubicBezTo>
                  <a:cubicBezTo>
                    <a:pt x="45" y="12"/>
                    <a:pt x="48" y="18"/>
                    <a:pt x="43" y="22"/>
                  </a:cubicBezTo>
                  <a:cubicBezTo>
                    <a:pt x="40" y="26"/>
                    <a:pt x="34" y="24"/>
                    <a:pt x="32" y="30"/>
                  </a:cubicBezTo>
                  <a:cubicBezTo>
                    <a:pt x="29" y="35"/>
                    <a:pt x="33" y="37"/>
                    <a:pt x="29" y="42"/>
                  </a:cubicBezTo>
                  <a:cubicBezTo>
                    <a:pt x="25" y="46"/>
                    <a:pt x="19" y="47"/>
                    <a:pt x="15" y="51"/>
                  </a:cubicBezTo>
                  <a:cubicBezTo>
                    <a:pt x="4" y="62"/>
                    <a:pt x="12" y="71"/>
                    <a:pt x="6" y="84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0" name="Freeform 273">
              <a:extLst>
                <a:ext uri="{FF2B5EF4-FFF2-40B4-BE49-F238E27FC236}">
                  <a16:creationId xmlns:a16="http://schemas.microsoft.com/office/drawing/2014/main" id="{2D3A74C4-0F92-4539-8FF1-2F2FF5B3A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236"/>
              <a:ext cx="105" cy="125"/>
            </a:xfrm>
            <a:custGeom>
              <a:avLst/>
              <a:gdLst>
                <a:gd name="T0" fmla="*/ 345 w 42"/>
                <a:gd name="T1" fmla="*/ 21 h 47"/>
                <a:gd name="T2" fmla="*/ 83 w 42"/>
                <a:gd name="T3" fmla="*/ 489 h 47"/>
                <a:gd name="T4" fmla="*/ 0 w 42"/>
                <a:gd name="T5" fmla="*/ 678 h 47"/>
                <a:gd name="T6" fmla="*/ 145 w 42"/>
                <a:gd name="T7" fmla="*/ 715 h 47"/>
                <a:gd name="T8" fmla="*/ 220 w 42"/>
                <a:gd name="T9" fmla="*/ 601 h 47"/>
                <a:gd name="T10" fmla="*/ 375 w 42"/>
                <a:gd name="T11" fmla="*/ 678 h 47"/>
                <a:gd name="T12" fmla="*/ 658 w 42"/>
                <a:gd name="T13" fmla="*/ 418 h 47"/>
                <a:gd name="T14" fmla="*/ 408 w 42"/>
                <a:gd name="T15" fmla="*/ 303 h 47"/>
                <a:gd name="T16" fmla="*/ 363 w 42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22" y="1"/>
                  </a:moveTo>
                  <a:cubicBezTo>
                    <a:pt x="6" y="3"/>
                    <a:pt x="8" y="14"/>
                    <a:pt x="5" y="26"/>
                  </a:cubicBezTo>
                  <a:cubicBezTo>
                    <a:pt x="5" y="29"/>
                    <a:pt x="0" y="32"/>
                    <a:pt x="0" y="36"/>
                  </a:cubicBezTo>
                  <a:cubicBezTo>
                    <a:pt x="0" y="47"/>
                    <a:pt x="5" y="40"/>
                    <a:pt x="9" y="38"/>
                  </a:cubicBezTo>
                  <a:cubicBezTo>
                    <a:pt x="11" y="36"/>
                    <a:pt x="9" y="32"/>
                    <a:pt x="14" y="32"/>
                  </a:cubicBezTo>
                  <a:cubicBezTo>
                    <a:pt x="18" y="31"/>
                    <a:pt x="19" y="36"/>
                    <a:pt x="24" y="36"/>
                  </a:cubicBezTo>
                  <a:cubicBezTo>
                    <a:pt x="32" y="35"/>
                    <a:pt x="35" y="23"/>
                    <a:pt x="42" y="22"/>
                  </a:cubicBezTo>
                  <a:cubicBezTo>
                    <a:pt x="36" y="25"/>
                    <a:pt x="28" y="25"/>
                    <a:pt x="26" y="16"/>
                  </a:cubicBezTo>
                  <a:cubicBezTo>
                    <a:pt x="24" y="10"/>
                    <a:pt x="31" y="3"/>
                    <a:pt x="23" y="0"/>
                  </a:cubicBezTo>
                </a:path>
              </a:pathLst>
            </a:custGeom>
            <a:solidFill>
              <a:srgbClr val="E7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1" name="Freeform 274">
              <a:extLst>
                <a:ext uri="{FF2B5EF4-FFF2-40B4-BE49-F238E27FC236}">
                  <a16:creationId xmlns:a16="http://schemas.microsoft.com/office/drawing/2014/main" id="{5B7B769E-CD34-42FA-B3E6-30BDA5F1E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153"/>
              <a:ext cx="82" cy="75"/>
            </a:xfrm>
            <a:custGeom>
              <a:avLst/>
              <a:gdLst>
                <a:gd name="T0" fmla="*/ 308 w 33"/>
                <a:gd name="T1" fmla="*/ 78 h 28"/>
                <a:gd name="T2" fmla="*/ 124 w 33"/>
                <a:gd name="T3" fmla="*/ 423 h 28"/>
                <a:gd name="T4" fmla="*/ 278 w 33"/>
                <a:gd name="T5" fmla="*/ 458 h 28"/>
                <a:gd name="T6" fmla="*/ 340 w 33"/>
                <a:gd name="T7" fmla="*/ 538 h 28"/>
                <a:gd name="T8" fmla="*/ 475 w 33"/>
                <a:gd name="T9" fmla="*/ 308 h 28"/>
                <a:gd name="T10" fmla="*/ 507 w 33"/>
                <a:gd name="T11" fmla="*/ 0 h 28"/>
                <a:gd name="T12" fmla="*/ 383 w 33"/>
                <a:gd name="T13" fmla="*/ 7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8">
                  <a:moveTo>
                    <a:pt x="20" y="4"/>
                  </a:moveTo>
                  <a:cubicBezTo>
                    <a:pt x="12" y="6"/>
                    <a:pt x="0" y="15"/>
                    <a:pt x="8" y="22"/>
                  </a:cubicBezTo>
                  <a:cubicBezTo>
                    <a:pt x="7" y="21"/>
                    <a:pt x="19" y="24"/>
                    <a:pt x="18" y="24"/>
                  </a:cubicBezTo>
                  <a:cubicBezTo>
                    <a:pt x="19" y="24"/>
                    <a:pt x="22" y="27"/>
                    <a:pt x="22" y="28"/>
                  </a:cubicBezTo>
                  <a:cubicBezTo>
                    <a:pt x="24" y="23"/>
                    <a:pt x="30" y="19"/>
                    <a:pt x="31" y="16"/>
                  </a:cubicBezTo>
                  <a:cubicBezTo>
                    <a:pt x="33" y="11"/>
                    <a:pt x="29" y="6"/>
                    <a:pt x="33" y="0"/>
                  </a:cubicBezTo>
                  <a:cubicBezTo>
                    <a:pt x="30" y="0"/>
                    <a:pt x="28" y="1"/>
                    <a:pt x="25" y="4"/>
                  </a:cubicBezTo>
                </a:path>
              </a:pathLst>
            </a:custGeom>
            <a:solidFill>
              <a:srgbClr val="E7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2" name="Freeform 275">
              <a:extLst>
                <a:ext uri="{FF2B5EF4-FFF2-40B4-BE49-F238E27FC236}">
                  <a16:creationId xmlns:a16="http://schemas.microsoft.com/office/drawing/2014/main" id="{0602D55B-0857-45FA-BC95-70F490973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726"/>
              <a:ext cx="62" cy="43"/>
            </a:xfrm>
            <a:custGeom>
              <a:avLst/>
              <a:gdLst>
                <a:gd name="T0" fmla="*/ 166 w 25"/>
                <a:gd name="T1" fmla="*/ 22 h 16"/>
                <a:gd name="T2" fmla="*/ 196 w 25"/>
                <a:gd name="T3" fmla="*/ 312 h 16"/>
                <a:gd name="T4" fmla="*/ 246 w 25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11" y="1"/>
                  </a:moveTo>
                  <a:cubicBezTo>
                    <a:pt x="0" y="0"/>
                    <a:pt x="2" y="16"/>
                    <a:pt x="13" y="16"/>
                  </a:cubicBezTo>
                  <a:cubicBezTo>
                    <a:pt x="22" y="15"/>
                    <a:pt x="25" y="2"/>
                    <a:pt x="16" y="2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3" name="Freeform 276">
              <a:extLst>
                <a:ext uri="{FF2B5EF4-FFF2-40B4-BE49-F238E27FC236}">
                  <a16:creationId xmlns:a16="http://schemas.microsoft.com/office/drawing/2014/main" id="{E5DC64F2-7FF5-4ED8-852F-DD9E96E6B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788"/>
              <a:ext cx="42" cy="34"/>
            </a:xfrm>
            <a:custGeom>
              <a:avLst/>
              <a:gdLst>
                <a:gd name="T0" fmla="*/ 121 w 17"/>
                <a:gd name="T1" fmla="*/ 68 h 13"/>
                <a:gd name="T2" fmla="*/ 153 w 17"/>
                <a:gd name="T3" fmla="*/ 165 h 13"/>
                <a:gd name="T4" fmla="*/ 133 w 17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8" y="4"/>
                  </a:moveTo>
                  <a:cubicBezTo>
                    <a:pt x="2" y="1"/>
                    <a:pt x="0" y="13"/>
                    <a:pt x="10" y="9"/>
                  </a:cubicBezTo>
                  <a:cubicBezTo>
                    <a:pt x="17" y="6"/>
                    <a:pt x="11" y="0"/>
                    <a:pt x="9" y="5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4" name="Freeform 277">
              <a:extLst>
                <a:ext uri="{FF2B5EF4-FFF2-40B4-BE49-F238E27FC236}">
                  <a16:creationId xmlns:a16="http://schemas.microsoft.com/office/drawing/2014/main" id="{38CE02C6-3C58-478E-BC70-565CB7BC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884"/>
              <a:ext cx="60" cy="56"/>
            </a:xfrm>
            <a:custGeom>
              <a:avLst/>
              <a:gdLst>
                <a:gd name="T0" fmla="*/ 175 w 24"/>
                <a:gd name="T1" fmla="*/ 115 h 21"/>
                <a:gd name="T2" fmla="*/ 0 w 24"/>
                <a:gd name="T3" fmla="*/ 192 h 21"/>
                <a:gd name="T4" fmla="*/ 208 w 24"/>
                <a:gd name="T5" fmla="*/ 397 h 21"/>
                <a:gd name="T6" fmla="*/ 158 w 24"/>
                <a:gd name="T7" fmla="*/ 9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11" y="6"/>
                  </a:moveTo>
                  <a:cubicBezTo>
                    <a:pt x="7" y="0"/>
                    <a:pt x="0" y="4"/>
                    <a:pt x="0" y="10"/>
                  </a:cubicBezTo>
                  <a:cubicBezTo>
                    <a:pt x="0" y="15"/>
                    <a:pt x="8" y="20"/>
                    <a:pt x="13" y="21"/>
                  </a:cubicBezTo>
                  <a:cubicBezTo>
                    <a:pt x="24" y="21"/>
                    <a:pt x="21" y="1"/>
                    <a:pt x="10" y="5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5" name="Freeform 278">
              <a:extLst>
                <a:ext uri="{FF2B5EF4-FFF2-40B4-BE49-F238E27FC236}">
                  <a16:creationId xmlns:a16="http://schemas.microsoft.com/office/drawing/2014/main" id="{F682DE5D-3DD3-4DDE-9837-F263B0B0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860"/>
              <a:ext cx="50" cy="37"/>
            </a:xfrm>
            <a:custGeom>
              <a:avLst/>
              <a:gdLst>
                <a:gd name="T0" fmla="*/ 125 w 20"/>
                <a:gd name="T1" fmla="*/ 56 h 14"/>
                <a:gd name="T2" fmla="*/ 175 w 20"/>
                <a:gd name="T3" fmla="*/ 225 h 14"/>
                <a:gd name="T4" fmla="*/ 125 w 20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8" y="3"/>
                  </a:moveTo>
                  <a:cubicBezTo>
                    <a:pt x="0" y="7"/>
                    <a:pt x="4" y="14"/>
                    <a:pt x="11" y="12"/>
                  </a:cubicBezTo>
                  <a:cubicBezTo>
                    <a:pt x="20" y="9"/>
                    <a:pt x="13" y="0"/>
                    <a:pt x="8" y="5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6" name="Freeform 279">
              <a:extLst>
                <a:ext uri="{FF2B5EF4-FFF2-40B4-BE49-F238E27FC236}">
                  <a16:creationId xmlns:a16="http://schemas.microsoft.com/office/drawing/2014/main" id="{46F700DA-AE4F-4F5D-BBB0-FC9760E0F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88"/>
              <a:ext cx="73" cy="64"/>
            </a:xfrm>
            <a:custGeom>
              <a:avLst/>
              <a:gdLst>
                <a:gd name="T0" fmla="*/ 272 w 29"/>
                <a:gd name="T1" fmla="*/ 77 h 24"/>
                <a:gd name="T2" fmla="*/ 380 w 29"/>
                <a:gd name="T3" fmla="*/ 307 h 24"/>
                <a:gd name="T4" fmla="*/ 254 w 29"/>
                <a:gd name="T5" fmla="*/ 9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17" y="4"/>
                  </a:moveTo>
                  <a:cubicBezTo>
                    <a:pt x="0" y="9"/>
                    <a:pt x="16" y="24"/>
                    <a:pt x="24" y="16"/>
                  </a:cubicBezTo>
                  <a:cubicBezTo>
                    <a:pt x="29" y="11"/>
                    <a:pt x="20" y="0"/>
                    <a:pt x="16" y="5"/>
                  </a:cubicBezTo>
                </a:path>
              </a:pathLst>
            </a:custGeom>
            <a:solidFill>
              <a:srgbClr val="F9E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7" name="Freeform 280">
              <a:extLst>
                <a:ext uri="{FF2B5EF4-FFF2-40B4-BE49-F238E27FC236}">
                  <a16:creationId xmlns:a16="http://schemas.microsoft.com/office/drawing/2014/main" id="{2C8280F6-6CD1-4EE7-8078-828841CE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844"/>
              <a:ext cx="17" cy="21"/>
            </a:xfrm>
            <a:custGeom>
              <a:avLst/>
              <a:gdLst>
                <a:gd name="T0" fmla="*/ 41 w 7"/>
                <a:gd name="T1" fmla="*/ 34 h 8"/>
                <a:gd name="T2" fmla="*/ 12 w 7"/>
                <a:gd name="T3" fmla="*/ 123 h 8"/>
                <a:gd name="T4" fmla="*/ 41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1" y="3"/>
                    <a:pt x="0" y="4"/>
                    <a:pt x="1" y="7"/>
                  </a:cubicBezTo>
                  <a:cubicBezTo>
                    <a:pt x="7" y="8"/>
                    <a:pt x="7" y="0"/>
                    <a:pt x="3" y="3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8" name="Freeform 281">
              <a:extLst>
                <a:ext uri="{FF2B5EF4-FFF2-40B4-BE49-F238E27FC236}">
                  <a16:creationId xmlns:a16="http://schemas.microsoft.com/office/drawing/2014/main" id="{63CF1BAE-9363-4263-8C7E-BD93DF420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902"/>
              <a:ext cx="45" cy="46"/>
            </a:xfrm>
            <a:custGeom>
              <a:avLst/>
              <a:gdLst>
                <a:gd name="T0" fmla="*/ 188 w 18"/>
                <a:gd name="T1" fmla="*/ 22 h 17"/>
                <a:gd name="T2" fmla="*/ 83 w 18"/>
                <a:gd name="T3" fmla="*/ 336 h 17"/>
                <a:gd name="T4" fmla="*/ 220 w 18"/>
                <a:gd name="T5" fmla="*/ 116 h 17"/>
                <a:gd name="T6" fmla="*/ 270 w 18"/>
                <a:gd name="T7" fmla="*/ 38 h 17"/>
                <a:gd name="T8" fmla="*/ 188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2" y="1"/>
                  </a:moveTo>
                  <a:cubicBezTo>
                    <a:pt x="5" y="2"/>
                    <a:pt x="0" y="11"/>
                    <a:pt x="5" y="17"/>
                  </a:cubicBezTo>
                  <a:cubicBezTo>
                    <a:pt x="9" y="16"/>
                    <a:pt x="13" y="9"/>
                    <a:pt x="14" y="6"/>
                  </a:cubicBezTo>
                  <a:cubicBezTo>
                    <a:pt x="16" y="4"/>
                    <a:pt x="18" y="6"/>
                    <a:pt x="17" y="2"/>
                  </a:cubicBezTo>
                  <a:cubicBezTo>
                    <a:pt x="17" y="1"/>
                    <a:pt x="12" y="0"/>
                    <a:pt x="12" y="0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19" name="Freeform 282">
              <a:extLst>
                <a:ext uri="{FF2B5EF4-FFF2-40B4-BE49-F238E27FC236}">
                  <a16:creationId xmlns:a16="http://schemas.microsoft.com/office/drawing/2014/main" id="{654BD11D-7E0C-448C-B0A1-073507771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812"/>
              <a:ext cx="33" cy="69"/>
            </a:xfrm>
            <a:custGeom>
              <a:avLst/>
              <a:gdLst>
                <a:gd name="T0" fmla="*/ 33 w 13"/>
                <a:gd name="T1" fmla="*/ 170 h 26"/>
                <a:gd name="T2" fmla="*/ 0 w 13"/>
                <a:gd name="T3" fmla="*/ 260 h 26"/>
                <a:gd name="T4" fmla="*/ 51 w 13"/>
                <a:gd name="T5" fmla="*/ 20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2" y="9"/>
                  </a:moveTo>
                  <a:cubicBezTo>
                    <a:pt x="1" y="11"/>
                    <a:pt x="1" y="12"/>
                    <a:pt x="0" y="14"/>
                  </a:cubicBezTo>
                  <a:cubicBezTo>
                    <a:pt x="13" y="26"/>
                    <a:pt x="6" y="0"/>
                    <a:pt x="3" y="1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0" name="Freeform 283">
              <a:extLst>
                <a:ext uri="{FF2B5EF4-FFF2-40B4-BE49-F238E27FC236}">
                  <a16:creationId xmlns:a16="http://schemas.microsoft.com/office/drawing/2014/main" id="{12097D77-B38E-4A98-B75B-DA0D00622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756"/>
              <a:ext cx="53" cy="45"/>
            </a:xfrm>
            <a:custGeom>
              <a:avLst/>
              <a:gdLst>
                <a:gd name="T0" fmla="*/ 146 w 21"/>
                <a:gd name="T1" fmla="*/ 34 h 17"/>
                <a:gd name="T2" fmla="*/ 275 w 21"/>
                <a:gd name="T3" fmla="*/ 204 h 17"/>
                <a:gd name="T4" fmla="*/ 146 w 21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9" y="2"/>
                  </a:moveTo>
                  <a:cubicBezTo>
                    <a:pt x="0" y="5"/>
                    <a:pt x="11" y="17"/>
                    <a:pt x="17" y="11"/>
                  </a:cubicBezTo>
                  <a:cubicBezTo>
                    <a:pt x="21" y="6"/>
                    <a:pt x="13" y="0"/>
                    <a:pt x="9" y="2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1" name="Freeform 284">
              <a:extLst>
                <a:ext uri="{FF2B5EF4-FFF2-40B4-BE49-F238E27FC236}">
                  <a16:creationId xmlns:a16="http://schemas.microsoft.com/office/drawing/2014/main" id="{A9A965D4-FAF0-4F8E-8605-EAEE7E307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761"/>
              <a:ext cx="15" cy="16"/>
            </a:xfrm>
            <a:custGeom>
              <a:avLst/>
              <a:gdLst>
                <a:gd name="T0" fmla="*/ 20 w 6"/>
                <a:gd name="T1" fmla="*/ 0 h 6"/>
                <a:gd name="T2" fmla="*/ 95 w 6"/>
                <a:gd name="T3" fmla="*/ 0 h 6"/>
                <a:gd name="T4" fmla="*/ 5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6"/>
                    <a:pt x="6" y="5"/>
                    <a:pt x="6" y="0"/>
                  </a:cubicBezTo>
                  <a:cubicBezTo>
                    <a:pt x="4" y="0"/>
                    <a:pt x="4" y="1"/>
                    <a:pt x="3" y="2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2" name="Freeform 285">
              <a:extLst>
                <a:ext uri="{FF2B5EF4-FFF2-40B4-BE49-F238E27FC236}">
                  <a16:creationId xmlns:a16="http://schemas.microsoft.com/office/drawing/2014/main" id="{3213C7ED-BC69-4ACC-B6C2-D2C42D13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980"/>
              <a:ext cx="50" cy="40"/>
            </a:xfrm>
            <a:custGeom>
              <a:avLst/>
              <a:gdLst>
                <a:gd name="T0" fmla="*/ 95 w 20"/>
                <a:gd name="T1" fmla="*/ 93 h 15"/>
                <a:gd name="T2" fmla="*/ 158 w 20"/>
                <a:gd name="T3" fmla="*/ 227 h 15"/>
                <a:gd name="T4" fmla="*/ 145 w 20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6" y="5"/>
                  </a:moveTo>
                  <a:cubicBezTo>
                    <a:pt x="0" y="5"/>
                    <a:pt x="1" y="15"/>
                    <a:pt x="10" y="12"/>
                  </a:cubicBezTo>
                  <a:cubicBezTo>
                    <a:pt x="20" y="9"/>
                    <a:pt x="13" y="0"/>
                    <a:pt x="9" y="5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3" name="Freeform 286">
              <a:extLst>
                <a:ext uri="{FF2B5EF4-FFF2-40B4-BE49-F238E27FC236}">
                  <a16:creationId xmlns:a16="http://schemas.microsoft.com/office/drawing/2014/main" id="{D4CB62BC-F65F-4D44-B0B0-3F6A43B2C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006"/>
              <a:ext cx="20" cy="27"/>
            </a:xfrm>
            <a:custGeom>
              <a:avLst/>
              <a:gdLst>
                <a:gd name="T0" fmla="*/ 95 w 8"/>
                <a:gd name="T1" fmla="*/ 0 h 10"/>
                <a:gd name="T2" fmla="*/ 125 w 8"/>
                <a:gd name="T3" fmla="*/ 81 h 10"/>
                <a:gd name="T4" fmla="*/ 8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6" y="0"/>
                  </a:moveTo>
                  <a:cubicBezTo>
                    <a:pt x="0" y="2"/>
                    <a:pt x="4" y="10"/>
                    <a:pt x="8" y="4"/>
                  </a:cubicBezTo>
                  <a:cubicBezTo>
                    <a:pt x="7" y="3"/>
                    <a:pt x="6" y="0"/>
                    <a:pt x="5" y="0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4" name="Freeform 287">
              <a:extLst>
                <a:ext uri="{FF2B5EF4-FFF2-40B4-BE49-F238E27FC236}">
                  <a16:creationId xmlns:a16="http://schemas.microsoft.com/office/drawing/2014/main" id="{13247461-BCEB-4E21-B45D-3B0EB3210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950"/>
              <a:ext cx="43" cy="48"/>
            </a:xfrm>
            <a:custGeom>
              <a:avLst/>
              <a:gdLst>
                <a:gd name="T0" fmla="*/ 129 w 17"/>
                <a:gd name="T1" fmla="*/ 56 h 18"/>
                <a:gd name="T2" fmla="*/ 225 w 17"/>
                <a:gd name="T3" fmla="*/ 171 h 18"/>
                <a:gd name="T4" fmla="*/ 225 w 17"/>
                <a:gd name="T5" fmla="*/ 21 h 18"/>
                <a:gd name="T6" fmla="*/ 147 w 17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8" y="3"/>
                  </a:moveTo>
                  <a:cubicBezTo>
                    <a:pt x="0" y="6"/>
                    <a:pt x="7" y="18"/>
                    <a:pt x="14" y="9"/>
                  </a:cubicBezTo>
                  <a:cubicBezTo>
                    <a:pt x="16" y="6"/>
                    <a:pt x="17" y="4"/>
                    <a:pt x="14" y="1"/>
                  </a:cubicBezTo>
                  <a:cubicBezTo>
                    <a:pt x="13" y="0"/>
                    <a:pt x="8" y="1"/>
                    <a:pt x="9" y="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5" name="Freeform 288">
              <a:extLst>
                <a:ext uri="{FF2B5EF4-FFF2-40B4-BE49-F238E27FC236}">
                  <a16:creationId xmlns:a16="http://schemas.microsoft.com/office/drawing/2014/main" id="{4CE3EA73-1A25-410D-92CA-C6352B9DB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977"/>
              <a:ext cx="17" cy="24"/>
            </a:xfrm>
            <a:custGeom>
              <a:avLst/>
              <a:gdLst>
                <a:gd name="T0" fmla="*/ 41 w 7"/>
                <a:gd name="T1" fmla="*/ 21 h 9"/>
                <a:gd name="T2" fmla="*/ 58 w 7"/>
                <a:gd name="T3" fmla="*/ 136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1"/>
                  </a:moveTo>
                  <a:cubicBezTo>
                    <a:pt x="0" y="2"/>
                    <a:pt x="1" y="9"/>
                    <a:pt x="4" y="7"/>
                  </a:cubicBezTo>
                  <a:cubicBezTo>
                    <a:pt x="7" y="4"/>
                    <a:pt x="6" y="1"/>
                    <a:pt x="3" y="0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6" name="Freeform 289">
              <a:extLst>
                <a:ext uri="{FF2B5EF4-FFF2-40B4-BE49-F238E27FC236}">
                  <a16:creationId xmlns:a16="http://schemas.microsoft.com/office/drawing/2014/main" id="{AC862C14-13D7-4C84-9566-FECF058AF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820"/>
              <a:ext cx="30" cy="34"/>
            </a:xfrm>
            <a:custGeom>
              <a:avLst/>
              <a:gdLst>
                <a:gd name="T0" fmla="*/ 83 w 12"/>
                <a:gd name="T1" fmla="*/ 0 h 13"/>
                <a:gd name="T2" fmla="*/ 125 w 12"/>
                <a:gd name="T3" fmla="*/ 144 h 13"/>
                <a:gd name="T4" fmla="*/ 95 w 12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5" y="0"/>
                  </a:moveTo>
                  <a:cubicBezTo>
                    <a:pt x="0" y="4"/>
                    <a:pt x="3" y="13"/>
                    <a:pt x="8" y="8"/>
                  </a:cubicBezTo>
                  <a:cubicBezTo>
                    <a:pt x="12" y="5"/>
                    <a:pt x="9" y="1"/>
                    <a:pt x="6" y="2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7" name="Freeform 290">
              <a:extLst>
                <a:ext uri="{FF2B5EF4-FFF2-40B4-BE49-F238E27FC236}">
                  <a16:creationId xmlns:a16="http://schemas.microsoft.com/office/drawing/2014/main" id="{90AA58C1-8E1F-488C-AFED-60522C70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865"/>
              <a:ext cx="93" cy="123"/>
            </a:xfrm>
            <a:custGeom>
              <a:avLst/>
              <a:gdLst>
                <a:gd name="T0" fmla="*/ 241 w 37"/>
                <a:gd name="T1" fmla="*/ 0 h 46"/>
                <a:gd name="T2" fmla="*/ 158 w 37"/>
                <a:gd name="T3" fmla="*/ 286 h 46"/>
                <a:gd name="T4" fmla="*/ 126 w 37"/>
                <a:gd name="T5" fmla="*/ 444 h 46"/>
                <a:gd name="T6" fmla="*/ 304 w 37"/>
                <a:gd name="T7" fmla="*/ 615 h 46"/>
                <a:gd name="T8" fmla="*/ 304 w 37"/>
                <a:gd name="T9" fmla="*/ 743 h 46"/>
                <a:gd name="T10" fmla="*/ 334 w 37"/>
                <a:gd name="T11" fmla="*/ 800 h 46"/>
                <a:gd name="T12" fmla="*/ 334 w 37"/>
                <a:gd name="T13" fmla="*/ 880 h 46"/>
                <a:gd name="T14" fmla="*/ 475 w 37"/>
                <a:gd name="T15" fmla="*/ 730 h 46"/>
                <a:gd name="T16" fmla="*/ 410 w 37"/>
                <a:gd name="T17" fmla="*/ 559 h 46"/>
                <a:gd name="T18" fmla="*/ 460 w 37"/>
                <a:gd name="T19" fmla="*/ 342 h 46"/>
                <a:gd name="T20" fmla="*/ 555 w 37"/>
                <a:gd name="T21" fmla="*/ 193 h 46"/>
                <a:gd name="T22" fmla="*/ 410 w 37"/>
                <a:gd name="T23" fmla="*/ 251 h 46"/>
                <a:gd name="T24" fmla="*/ 271 w 37"/>
                <a:gd name="T25" fmla="*/ 78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46">
                  <a:moveTo>
                    <a:pt x="15" y="0"/>
                  </a:moveTo>
                  <a:cubicBezTo>
                    <a:pt x="17" y="7"/>
                    <a:pt x="17" y="11"/>
                    <a:pt x="10" y="15"/>
                  </a:cubicBezTo>
                  <a:cubicBezTo>
                    <a:pt x="6" y="17"/>
                    <a:pt x="0" y="20"/>
                    <a:pt x="8" y="23"/>
                  </a:cubicBezTo>
                  <a:cubicBezTo>
                    <a:pt x="13" y="25"/>
                    <a:pt x="18" y="24"/>
                    <a:pt x="19" y="32"/>
                  </a:cubicBezTo>
                  <a:cubicBezTo>
                    <a:pt x="19" y="34"/>
                    <a:pt x="18" y="36"/>
                    <a:pt x="19" y="39"/>
                  </a:cubicBezTo>
                  <a:cubicBezTo>
                    <a:pt x="19" y="39"/>
                    <a:pt x="21" y="42"/>
                    <a:pt x="21" y="42"/>
                  </a:cubicBezTo>
                  <a:cubicBezTo>
                    <a:pt x="21" y="43"/>
                    <a:pt x="21" y="45"/>
                    <a:pt x="21" y="46"/>
                  </a:cubicBezTo>
                  <a:cubicBezTo>
                    <a:pt x="24" y="44"/>
                    <a:pt x="30" y="41"/>
                    <a:pt x="30" y="38"/>
                  </a:cubicBezTo>
                  <a:cubicBezTo>
                    <a:pt x="31" y="35"/>
                    <a:pt x="26" y="33"/>
                    <a:pt x="26" y="29"/>
                  </a:cubicBezTo>
                  <a:cubicBezTo>
                    <a:pt x="25" y="25"/>
                    <a:pt x="26" y="21"/>
                    <a:pt x="29" y="18"/>
                  </a:cubicBezTo>
                  <a:cubicBezTo>
                    <a:pt x="31" y="15"/>
                    <a:pt x="37" y="15"/>
                    <a:pt x="35" y="10"/>
                  </a:cubicBezTo>
                  <a:cubicBezTo>
                    <a:pt x="31" y="11"/>
                    <a:pt x="29" y="15"/>
                    <a:pt x="26" y="13"/>
                  </a:cubicBezTo>
                  <a:cubicBezTo>
                    <a:pt x="21" y="12"/>
                    <a:pt x="21" y="4"/>
                    <a:pt x="17" y="4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8" name="Freeform 291">
              <a:extLst>
                <a:ext uri="{FF2B5EF4-FFF2-40B4-BE49-F238E27FC236}">
                  <a16:creationId xmlns:a16="http://schemas.microsoft.com/office/drawing/2014/main" id="{DBF579A0-5DBE-4485-B373-DEC3FED2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764"/>
              <a:ext cx="78" cy="98"/>
            </a:xfrm>
            <a:custGeom>
              <a:avLst/>
              <a:gdLst>
                <a:gd name="T0" fmla="*/ 83 w 31"/>
                <a:gd name="T1" fmla="*/ 0 h 37"/>
                <a:gd name="T2" fmla="*/ 0 w 31"/>
                <a:gd name="T3" fmla="*/ 183 h 37"/>
                <a:gd name="T4" fmla="*/ 176 w 31"/>
                <a:gd name="T5" fmla="*/ 485 h 37"/>
                <a:gd name="T6" fmla="*/ 367 w 31"/>
                <a:gd name="T7" fmla="*/ 689 h 37"/>
                <a:gd name="T8" fmla="*/ 493 w 31"/>
                <a:gd name="T9" fmla="*/ 450 h 37"/>
                <a:gd name="T10" fmla="*/ 430 w 31"/>
                <a:gd name="T11" fmla="*/ 111 h 37"/>
                <a:gd name="T12" fmla="*/ 335 w 31"/>
                <a:gd name="T13" fmla="*/ 281 h 37"/>
                <a:gd name="T14" fmla="*/ 159 w 31"/>
                <a:gd name="T15" fmla="*/ 14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7">
                  <a:moveTo>
                    <a:pt x="5" y="0"/>
                  </a:moveTo>
                  <a:cubicBezTo>
                    <a:pt x="9" y="4"/>
                    <a:pt x="4" y="9"/>
                    <a:pt x="0" y="10"/>
                  </a:cubicBezTo>
                  <a:cubicBezTo>
                    <a:pt x="9" y="4"/>
                    <a:pt x="15" y="20"/>
                    <a:pt x="11" y="26"/>
                  </a:cubicBezTo>
                  <a:cubicBezTo>
                    <a:pt x="19" y="26"/>
                    <a:pt x="22" y="30"/>
                    <a:pt x="23" y="37"/>
                  </a:cubicBezTo>
                  <a:cubicBezTo>
                    <a:pt x="23" y="31"/>
                    <a:pt x="26" y="26"/>
                    <a:pt x="31" y="24"/>
                  </a:cubicBezTo>
                  <a:cubicBezTo>
                    <a:pt x="21" y="19"/>
                    <a:pt x="31" y="10"/>
                    <a:pt x="27" y="6"/>
                  </a:cubicBezTo>
                  <a:cubicBezTo>
                    <a:pt x="27" y="11"/>
                    <a:pt x="26" y="14"/>
                    <a:pt x="21" y="15"/>
                  </a:cubicBezTo>
                  <a:cubicBezTo>
                    <a:pt x="15" y="16"/>
                    <a:pt x="15" y="11"/>
                    <a:pt x="10" y="8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29" name="Freeform 292">
              <a:extLst>
                <a:ext uri="{FF2B5EF4-FFF2-40B4-BE49-F238E27FC236}">
                  <a16:creationId xmlns:a16="http://schemas.microsoft.com/office/drawing/2014/main" id="{246AE6D5-A538-4718-BD2D-3E80E51A3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862"/>
              <a:ext cx="52" cy="91"/>
            </a:xfrm>
            <a:custGeom>
              <a:avLst/>
              <a:gdLst>
                <a:gd name="T0" fmla="*/ 74 w 21"/>
                <a:gd name="T1" fmla="*/ 94 h 34"/>
                <a:gd name="T2" fmla="*/ 228 w 21"/>
                <a:gd name="T3" fmla="*/ 78 h 34"/>
                <a:gd name="T4" fmla="*/ 215 w 21"/>
                <a:gd name="T5" fmla="*/ 367 h 34"/>
                <a:gd name="T6" fmla="*/ 196 w 21"/>
                <a:gd name="T7" fmla="*/ 559 h 34"/>
                <a:gd name="T8" fmla="*/ 0 w 21"/>
                <a:gd name="T9" fmla="*/ 653 h 34"/>
                <a:gd name="T10" fmla="*/ 124 w 21"/>
                <a:gd name="T11" fmla="*/ 329 h 34"/>
                <a:gd name="T12" fmla="*/ 62 w 21"/>
                <a:gd name="T13" fmla="*/ 193 h 34"/>
                <a:gd name="T14" fmla="*/ 62 w 21"/>
                <a:gd name="T15" fmla="*/ 9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4">
                  <a:moveTo>
                    <a:pt x="5" y="5"/>
                  </a:moveTo>
                  <a:cubicBezTo>
                    <a:pt x="10" y="9"/>
                    <a:pt x="11" y="0"/>
                    <a:pt x="15" y="4"/>
                  </a:cubicBezTo>
                  <a:cubicBezTo>
                    <a:pt x="21" y="8"/>
                    <a:pt x="15" y="15"/>
                    <a:pt x="14" y="19"/>
                  </a:cubicBezTo>
                  <a:cubicBezTo>
                    <a:pt x="13" y="23"/>
                    <a:pt x="15" y="26"/>
                    <a:pt x="13" y="29"/>
                  </a:cubicBezTo>
                  <a:cubicBezTo>
                    <a:pt x="11" y="31"/>
                    <a:pt x="3" y="34"/>
                    <a:pt x="0" y="34"/>
                  </a:cubicBezTo>
                  <a:cubicBezTo>
                    <a:pt x="1" y="27"/>
                    <a:pt x="9" y="24"/>
                    <a:pt x="8" y="17"/>
                  </a:cubicBezTo>
                  <a:cubicBezTo>
                    <a:pt x="8" y="12"/>
                    <a:pt x="6" y="13"/>
                    <a:pt x="4" y="10"/>
                  </a:cubicBezTo>
                  <a:cubicBezTo>
                    <a:pt x="3" y="8"/>
                    <a:pt x="1" y="7"/>
                    <a:pt x="4" y="5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0" name="Freeform 293">
              <a:extLst>
                <a:ext uri="{FF2B5EF4-FFF2-40B4-BE49-F238E27FC236}">
                  <a16:creationId xmlns:a16="http://schemas.microsoft.com/office/drawing/2014/main" id="{5AE6C6E3-BC96-473A-A447-928136C8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932"/>
              <a:ext cx="72" cy="61"/>
            </a:xfrm>
            <a:custGeom>
              <a:avLst/>
              <a:gdLst>
                <a:gd name="T0" fmla="*/ 124 w 29"/>
                <a:gd name="T1" fmla="*/ 149 h 23"/>
                <a:gd name="T2" fmla="*/ 370 w 29"/>
                <a:gd name="T3" fmla="*/ 90 h 23"/>
                <a:gd name="T4" fmla="*/ 353 w 29"/>
                <a:gd name="T5" fmla="*/ 204 h 23"/>
                <a:gd name="T6" fmla="*/ 444 w 29"/>
                <a:gd name="T7" fmla="*/ 337 h 23"/>
                <a:gd name="T8" fmla="*/ 92 w 29"/>
                <a:gd name="T9" fmla="*/ 430 h 23"/>
                <a:gd name="T10" fmla="*/ 0 w 29"/>
                <a:gd name="T11" fmla="*/ 23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3">
                  <a:moveTo>
                    <a:pt x="8" y="8"/>
                  </a:moveTo>
                  <a:cubicBezTo>
                    <a:pt x="13" y="11"/>
                    <a:pt x="21" y="0"/>
                    <a:pt x="24" y="5"/>
                  </a:cubicBezTo>
                  <a:cubicBezTo>
                    <a:pt x="27" y="9"/>
                    <a:pt x="22" y="9"/>
                    <a:pt x="23" y="11"/>
                  </a:cubicBezTo>
                  <a:cubicBezTo>
                    <a:pt x="23" y="15"/>
                    <a:pt x="29" y="14"/>
                    <a:pt x="29" y="18"/>
                  </a:cubicBezTo>
                  <a:cubicBezTo>
                    <a:pt x="22" y="16"/>
                    <a:pt x="11" y="15"/>
                    <a:pt x="6" y="23"/>
                  </a:cubicBezTo>
                  <a:cubicBezTo>
                    <a:pt x="4" y="20"/>
                    <a:pt x="1" y="16"/>
                    <a:pt x="0" y="13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1" name="Freeform 294">
              <a:extLst>
                <a:ext uri="{FF2B5EF4-FFF2-40B4-BE49-F238E27FC236}">
                  <a16:creationId xmlns:a16="http://schemas.microsoft.com/office/drawing/2014/main" id="{946081ED-C6BA-49C7-A975-03041D91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988"/>
              <a:ext cx="35" cy="34"/>
            </a:xfrm>
            <a:custGeom>
              <a:avLst/>
              <a:gdLst>
                <a:gd name="T0" fmla="*/ 113 w 14"/>
                <a:gd name="T1" fmla="*/ 34 h 13"/>
                <a:gd name="T2" fmla="*/ 220 w 14"/>
                <a:gd name="T3" fmla="*/ 68 h 13"/>
                <a:gd name="T4" fmla="*/ 208 w 14"/>
                <a:gd name="T5" fmla="*/ 233 h 13"/>
                <a:gd name="T6" fmla="*/ 0 w 14"/>
                <a:gd name="T7" fmla="*/ 19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7" y="2"/>
                  </a:moveTo>
                  <a:cubicBezTo>
                    <a:pt x="12" y="2"/>
                    <a:pt x="13" y="0"/>
                    <a:pt x="14" y="4"/>
                  </a:cubicBezTo>
                  <a:cubicBezTo>
                    <a:pt x="14" y="7"/>
                    <a:pt x="11" y="9"/>
                    <a:pt x="13" y="13"/>
                  </a:cubicBezTo>
                  <a:cubicBezTo>
                    <a:pt x="8" y="11"/>
                    <a:pt x="5" y="10"/>
                    <a:pt x="0" y="11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2" name="Freeform 295">
              <a:extLst>
                <a:ext uri="{FF2B5EF4-FFF2-40B4-BE49-F238E27FC236}">
                  <a16:creationId xmlns:a16="http://schemas.microsoft.com/office/drawing/2014/main" id="{80117560-2573-40D6-87AC-02945BCA4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868"/>
              <a:ext cx="60" cy="24"/>
            </a:xfrm>
            <a:custGeom>
              <a:avLst/>
              <a:gdLst>
                <a:gd name="T0" fmla="*/ 63 w 24"/>
                <a:gd name="T1" fmla="*/ 35 h 9"/>
                <a:gd name="T2" fmla="*/ 175 w 24"/>
                <a:gd name="T3" fmla="*/ 171 h 9"/>
                <a:gd name="T4" fmla="*/ 238 w 24"/>
                <a:gd name="T5" fmla="*/ 136 h 9"/>
                <a:gd name="T6" fmla="*/ 333 w 24"/>
                <a:gd name="T7" fmla="*/ 21 h 9"/>
                <a:gd name="T8" fmla="*/ 208 w 24"/>
                <a:gd name="T9" fmla="*/ 115 h 9"/>
                <a:gd name="T10" fmla="*/ 0 w 24"/>
                <a:gd name="T11" fmla="*/ 3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">
                  <a:moveTo>
                    <a:pt x="4" y="2"/>
                  </a:moveTo>
                  <a:cubicBezTo>
                    <a:pt x="6" y="5"/>
                    <a:pt x="7" y="9"/>
                    <a:pt x="11" y="9"/>
                  </a:cubicBezTo>
                  <a:cubicBezTo>
                    <a:pt x="12" y="9"/>
                    <a:pt x="14" y="8"/>
                    <a:pt x="15" y="7"/>
                  </a:cubicBezTo>
                  <a:cubicBezTo>
                    <a:pt x="18" y="6"/>
                    <a:pt x="24" y="6"/>
                    <a:pt x="21" y="1"/>
                  </a:cubicBezTo>
                  <a:cubicBezTo>
                    <a:pt x="18" y="3"/>
                    <a:pt x="17" y="6"/>
                    <a:pt x="13" y="6"/>
                  </a:cubicBezTo>
                  <a:cubicBezTo>
                    <a:pt x="9" y="6"/>
                    <a:pt x="5" y="0"/>
                    <a:pt x="0" y="2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3" name="Freeform 296">
              <a:extLst>
                <a:ext uri="{FF2B5EF4-FFF2-40B4-BE49-F238E27FC236}">
                  <a16:creationId xmlns:a16="http://schemas.microsoft.com/office/drawing/2014/main" id="{B357A9D5-A10A-4CF2-A097-288CD028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878"/>
              <a:ext cx="125" cy="179"/>
            </a:xfrm>
            <a:custGeom>
              <a:avLst/>
              <a:gdLst>
                <a:gd name="T0" fmla="*/ 770 w 50"/>
                <a:gd name="T1" fmla="*/ 0 h 67"/>
                <a:gd name="T2" fmla="*/ 720 w 50"/>
                <a:gd name="T3" fmla="*/ 435 h 67"/>
                <a:gd name="T4" fmla="*/ 625 w 50"/>
                <a:gd name="T5" fmla="*/ 705 h 67"/>
                <a:gd name="T6" fmla="*/ 500 w 50"/>
                <a:gd name="T7" fmla="*/ 842 h 67"/>
                <a:gd name="T8" fmla="*/ 363 w 50"/>
                <a:gd name="T9" fmla="*/ 1029 h 67"/>
                <a:gd name="T10" fmla="*/ 220 w 50"/>
                <a:gd name="T11" fmla="*/ 1200 h 67"/>
                <a:gd name="T12" fmla="*/ 0 w 50"/>
                <a:gd name="T13" fmla="*/ 1200 h 67"/>
                <a:gd name="T14" fmla="*/ 250 w 50"/>
                <a:gd name="T15" fmla="*/ 1141 h 67"/>
                <a:gd name="T16" fmla="*/ 300 w 50"/>
                <a:gd name="T17" fmla="*/ 991 h 67"/>
                <a:gd name="T18" fmla="*/ 363 w 50"/>
                <a:gd name="T19" fmla="*/ 914 h 67"/>
                <a:gd name="T20" fmla="*/ 408 w 50"/>
                <a:gd name="T21" fmla="*/ 729 h 67"/>
                <a:gd name="T22" fmla="*/ 470 w 50"/>
                <a:gd name="T23" fmla="*/ 671 h 67"/>
                <a:gd name="T24" fmla="*/ 613 w 50"/>
                <a:gd name="T25" fmla="*/ 550 h 67"/>
                <a:gd name="T26" fmla="*/ 708 w 50"/>
                <a:gd name="T27" fmla="*/ 401 h 67"/>
                <a:gd name="T28" fmla="*/ 783 w 50"/>
                <a:gd name="T29" fmla="*/ 115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67">
                  <a:moveTo>
                    <a:pt x="49" y="0"/>
                  </a:moveTo>
                  <a:cubicBezTo>
                    <a:pt x="50" y="7"/>
                    <a:pt x="47" y="16"/>
                    <a:pt x="46" y="23"/>
                  </a:cubicBezTo>
                  <a:cubicBezTo>
                    <a:pt x="45" y="28"/>
                    <a:pt x="44" y="34"/>
                    <a:pt x="40" y="37"/>
                  </a:cubicBezTo>
                  <a:cubicBezTo>
                    <a:pt x="37" y="40"/>
                    <a:pt x="35" y="41"/>
                    <a:pt x="32" y="44"/>
                  </a:cubicBezTo>
                  <a:cubicBezTo>
                    <a:pt x="30" y="48"/>
                    <a:pt x="26" y="50"/>
                    <a:pt x="23" y="54"/>
                  </a:cubicBezTo>
                  <a:cubicBezTo>
                    <a:pt x="20" y="57"/>
                    <a:pt x="17" y="60"/>
                    <a:pt x="14" y="63"/>
                  </a:cubicBezTo>
                  <a:cubicBezTo>
                    <a:pt x="9" y="67"/>
                    <a:pt x="5" y="62"/>
                    <a:pt x="0" y="63"/>
                  </a:cubicBezTo>
                  <a:cubicBezTo>
                    <a:pt x="5" y="63"/>
                    <a:pt x="12" y="63"/>
                    <a:pt x="16" y="60"/>
                  </a:cubicBezTo>
                  <a:cubicBezTo>
                    <a:pt x="21" y="57"/>
                    <a:pt x="19" y="56"/>
                    <a:pt x="19" y="52"/>
                  </a:cubicBezTo>
                  <a:cubicBezTo>
                    <a:pt x="20" y="49"/>
                    <a:pt x="21" y="50"/>
                    <a:pt x="23" y="48"/>
                  </a:cubicBezTo>
                  <a:cubicBezTo>
                    <a:pt x="28" y="45"/>
                    <a:pt x="28" y="42"/>
                    <a:pt x="26" y="38"/>
                  </a:cubicBezTo>
                  <a:cubicBezTo>
                    <a:pt x="24" y="33"/>
                    <a:pt x="27" y="35"/>
                    <a:pt x="30" y="35"/>
                  </a:cubicBezTo>
                  <a:cubicBezTo>
                    <a:pt x="35" y="35"/>
                    <a:pt x="36" y="32"/>
                    <a:pt x="39" y="29"/>
                  </a:cubicBezTo>
                  <a:cubicBezTo>
                    <a:pt x="41" y="27"/>
                    <a:pt x="43" y="25"/>
                    <a:pt x="45" y="21"/>
                  </a:cubicBezTo>
                  <a:cubicBezTo>
                    <a:pt x="47" y="16"/>
                    <a:pt x="47" y="11"/>
                    <a:pt x="50" y="6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4" name="Freeform 297">
              <a:extLst>
                <a:ext uri="{FF2B5EF4-FFF2-40B4-BE49-F238E27FC236}">
                  <a16:creationId xmlns:a16="http://schemas.microsoft.com/office/drawing/2014/main" id="{154464A2-EA10-4197-AF5E-EF65ECD90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844"/>
              <a:ext cx="43" cy="146"/>
            </a:xfrm>
            <a:custGeom>
              <a:avLst/>
              <a:gdLst>
                <a:gd name="T0" fmla="*/ 51 w 17"/>
                <a:gd name="T1" fmla="*/ 0 h 55"/>
                <a:gd name="T2" fmla="*/ 33 w 17"/>
                <a:gd name="T3" fmla="*/ 520 h 55"/>
                <a:gd name="T4" fmla="*/ 129 w 17"/>
                <a:gd name="T5" fmla="*/ 937 h 55"/>
                <a:gd name="T6" fmla="*/ 180 w 17"/>
                <a:gd name="T7" fmla="*/ 993 h 55"/>
                <a:gd name="T8" fmla="*/ 180 w 17"/>
                <a:gd name="T9" fmla="*/ 839 h 55"/>
                <a:gd name="T10" fmla="*/ 225 w 17"/>
                <a:gd name="T11" fmla="*/ 804 h 55"/>
                <a:gd name="T12" fmla="*/ 192 w 17"/>
                <a:gd name="T13" fmla="*/ 783 h 55"/>
                <a:gd name="T14" fmla="*/ 129 w 17"/>
                <a:gd name="T15" fmla="*/ 711 h 55"/>
                <a:gd name="T16" fmla="*/ 63 w 17"/>
                <a:gd name="T17" fmla="*/ 542 h 55"/>
                <a:gd name="T18" fmla="*/ 63 w 17"/>
                <a:gd name="T19" fmla="*/ 396 h 55"/>
                <a:gd name="T20" fmla="*/ 51 w 17"/>
                <a:gd name="T21" fmla="*/ 191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55">
                  <a:moveTo>
                    <a:pt x="3" y="0"/>
                  </a:moveTo>
                  <a:cubicBezTo>
                    <a:pt x="0" y="8"/>
                    <a:pt x="1" y="19"/>
                    <a:pt x="2" y="28"/>
                  </a:cubicBezTo>
                  <a:cubicBezTo>
                    <a:pt x="2" y="35"/>
                    <a:pt x="5" y="43"/>
                    <a:pt x="8" y="50"/>
                  </a:cubicBezTo>
                  <a:cubicBezTo>
                    <a:pt x="9" y="51"/>
                    <a:pt x="9" y="55"/>
                    <a:pt x="11" y="53"/>
                  </a:cubicBezTo>
                  <a:cubicBezTo>
                    <a:pt x="13" y="51"/>
                    <a:pt x="9" y="47"/>
                    <a:pt x="11" y="45"/>
                  </a:cubicBezTo>
                  <a:cubicBezTo>
                    <a:pt x="12" y="43"/>
                    <a:pt x="14" y="44"/>
                    <a:pt x="14" y="43"/>
                  </a:cubicBezTo>
                  <a:cubicBezTo>
                    <a:pt x="17" y="40"/>
                    <a:pt x="13" y="42"/>
                    <a:pt x="12" y="42"/>
                  </a:cubicBezTo>
                  <a:cubicBezTo>
                    <a:pt x="9" y="42"/>
                    <a:pt x="9" y="41"/>
                    <a:pt x="8" y="38"/>
                  </a:cubicBezTo>
                  <a:cubicBezTo>
                    <a:pt x="6" y="36"/>
                    <a:pt x="5" y="32"/>
                    <a:pt x="4" y="29"/>
                  </a:cubicBezTo>
                  <a:cubicBezTo>
                    <a:pt x="4" y="26"/>
                    <a:pt x="4" y="23"/>
                    <a:pt x="4" y="21"/>
                  </a:cubicBezTo>
                  <a:cubicBezTo>
                    <a:pt x="3" y="17"/>
                    <a:pt x="2" y="14"/>
                    <a:pt x="3" y="10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5" name="Freeform 298">
              <a:extLst>
                <a:ext uri="{FF2B5EF4-FFF2-40B4-BE49-F238E27FC236}">
                  <a16:creationId xmlns:a16="http://schemas.microsoft.com/office/drawing/2014/main" id="{AD895B7E-AE0D-46FD-89CC-F20F1456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80"/>
              <a:ext cx="75" cy="58"/>
            </a:xfrm>
            <a:custGeom>
              <a:avLst/>
              <a:gdLst>
                <a:gd name="T0" fmla="*/ 33 w 30"/>
                <a:gd name="T1" fmla="*/ 21 h 22"/>
                <a:gd name="T2" fmla="*/ 83 w 30"/>
                <a:gd name="T3" fmla="*/ 124 h 22"/>
                <a:gd name="T4" fmla="*/ 125 w 30"/>
                <a:gd name="T5" fmla="*/ 182 h 22"/>
                <a:gd name="T6" fmla="*/ 208 w 30"/>
                <a:gd name="T7" fmla="*/ 314 h 22"/>
                <a:gd name="T8" fmla="*/ 470 w 30"/>
                <a:gd name="T9" fmla="*/ 369 h 22"/>
                <a:gd name="T10" fmla="*/ 283 w 30"/>
                <a:gd name="T11" fmla="*/ 314 h 22"/>
                <a:gd name="T12" fmla="*/ 250 w 30"/>
                <a:gd name="T13" fmla="*/ 182 h 22"/>
                <a:gd name="T14" fmla="*/ 158 w 30"/>
                <a:gd name="T15" fmla="*/ 182 h 22"/>
                <a:gd name="T16" fmla="*/ 20 w 30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2">
                  <a:moveTo>
                    <a:pt x="2" y="1"/>
                  </a:moveTo>
                  <a:cubicBezTo>
                    <a:pt x="3" y="2"/>
                    <a:pt x="4" y="5"/>
                    <a:pt x="5" y="7"/>
                  </a:cubicBezTo>
                  <a:cubicBezTo>
                    <a:pt x="6" y="8"/>
                    <a:pt x="7" y="9"/>
                    <a:pt x="8" y="10"/>
                  </a:cubicBezTo>
                  <a:cubicBezTo>
                    <a:pt x="10" y="12"/>
                    <a:pt x="11" y="15"/>
                    <a:pt x="13" y="17"/>
                  </a:cubicBezTo>
                  <a:cubicBezTo>
                    <a:pt x="18" y="22"/>
                    <a:pt x="24" y="20"/>
                    <a:pt x="30" y="20"/>
                  </a:cubicBezTo>
                  <a:cubicBezTo>
                    <a:pt x="27" y="20"/>
                    <a:pt x="20" y="19"/>
                    <a:pt x="18" y="17"/>
                  </a:cubicBezTo>
                  <a:cubicBezTo>
                    <a:pt x="14" y="14"/>
                    <a:pt x="19" y="13"/>
                    <a:pt x="16" y="10"/>
                  </a:cubicBezTo>
                  <a:cubicBezTo>
                    <a:pt x="13" y="13"/>
                    <a:pt x="14" y="13"/>
                    <a:pt x="10" y="10"/>
                  </a:cubicBezTo>
                  <a:cubicBezTo>
                    <a:pt x="8" y="9"/>
                    <a:pt x="0" y="3"/>
                    <a:pt x="1" y="0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6" name="Freeform 299">
              <a:extLst>
                <a:ext uri="{FF2B5EF4-FFF2-40B4-BE49-F238E27FC236}">
                  <a16:creationId xmlns:a16="http://schemas.microsoft.com/office/drawing/2014/main" id="{9DE241A6-C8A8-4168-A7B1-B27FABFCF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004"/>
              <a:ext cx="100" cy="45"/>
            </a:xfrm>
            <a:custGeom>
              <a:avLst/>
              <a:gdLst>
                <a:gd name="T0" fmla="*/ 175 w 40"/>
                <a:gd name="T1" fmla="*/ 204 h 17"/>
                <a:gd name="T2" fmla="*/ 425 w 40"/>
                <a:gd name="T3" fmla="*/ 281 h 17"/>
                <a:gd name="T4" fmla="*/ 625 w 40"/>
                <a:gd name="T5" fmla="*/ 294 h 17"/>
                <a:gd name="T6" fmla="*/ 550 w 40"/>
                <a:gd name="T7" fmla="*/ 281 h 17"/>
                <a:gd name="T8" fmla="*/ 470 w 40"/>
                <a:gd name="T9" fmla="*/ 259 h 17"/>
                <a:gd name="T10" fmla="*/ 425 w 40"/>
                <a:gd name="T11" fmla="*/ 132 h 17"/>
                <a:gd name="T12" fmla="*/ 345 w 40"/>
                <a:gd name="T13" fmla="*/ 204 h 17"/>
                <a:gd name="T14" fmla="*/ 270 w 40"/>
                <a:gd name="T15" fmla="*/ 169 h 17"/>
                <a:gd name="T16" fmla="*/ 158 w 40"/>
                <a:gd name="T17" fmla="*/ 148 h 17"/>
                <a:gd name="T18" fmla="*/ 175 w 40"/>
                <a:gd name="T19" fmla="*/ 34 h 17"/>
                <a:gd name="T20" fmla="*/ 125 w 40"/>
                <a:gd name="T21" fmla="*/ 90 h 17"/>
                <a:gd name="T22" fmla="*/ 113 w 40"/>
                <a:gd name="T23" fmla="*/ 183 h 17"/>
                <a:gd name="T24" fmla="*/ 0 w 40"/>
                <a:gd name="T25" fmla="*/ 225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17">
                  <a:moveTo>
                    <a:pt x="11" y="11"/>
                  </a:moveTo>
                  <a:cubicBezTo>
                    <a:pt x="16" y="13"/>
                    <a:pt x="22" y="12"/>
                    <a:pt x="27" y="15"/>
                  </a:cubicBezTo>
                  <a:cubicBezTo>
                    <a:pt x="32" y="17"/>
                    <a:pt x="35" y="17"/>
                    <a:pt x="40" y="16"/>
                  </a:cubicBezTo>
                  <a:cubicBezTo>
                    <a:pt x="38" y="17"/>
                    <a:pt x="37" y="16"/>
                    <a:pt x="35" y="15"/>
                  </a:cubicBezTo>
                  <a:cubicBezTo>
                    <a:pt x="33" y="14"/>
                    <a:pt x="31" y="15"/>
                    <a:pt x="30" y="14"/>
                  </a:cubicBezTo>
                  <a:cubicBezTo>
                    <a:pt x="27" y="12"/>
                    <a:pt x="28" y="9"/>
                    <a:pt x="27" y="7"/>
                  </a:cubicBezTo>
                  <a:cubicBezTo>
                    <a:pt x="26" y="10"/>
                    <a:pt x="26" y="12"/>
                    <a:pt x="22" y="11"/>
                  </a:cubicBezTo>
                  <a:cubicBezTo>
                    <a:pt x="20" y="10"/>
                    <a:pt x="20" y="9"/>
                    <a:pt x="17" y="9"/>
                  </a:cubicBezTo>
                  <a:cubicBezTo>
                    <a:pt x="16" y="9"/>
                    <a:pt x="11" y="10"/>
                    <a:pt x="10" y="8"/>
                  </a:cubicBezTo>
                  <a:cubicBezTo>
                    <a:pt x="8" y="6"/>
                    <a:pt x="12" y="3"/>
                    <a:pt x="11" y="2"/>
                  </a:cubicBezTo>
                  <a:cubicBezTo>
                    <a:pt x="9" y="0"/>
                    <a:pt x="8" y="4"/>
                    <a:pt x="8" y="5"/>
                  </a:cubicBezTo>
                  <a:cubicBezTo>
                    <a:pt x="7" y="7"/>
                    <a:pt x="8" y="9"/>
                    <a:pt x="7" y="10"/>
                  </a:cubicBezTo>
                  <a:cubicBezTo>
                    <a:pt x="5" y="12"/>
                    <a:pt x="2" y="11"/>
                    <a:pt x="0" y="12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7" name="Freeform 300">
              <a:extLst>
                <a:ext uri="{FF2B5EF4-FFF2-40B4-BE49-F238E27FC236}">
                  <a16:creationId xmlns:a16="http://schemas.microsoft.com/office/drawing/2014/main" id="{FB0C4FD7-A5C6-483B-B5EE-CB6D3CCE1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86"/>
              <a:ext cx="120" cy="72"/>
            </a:xfrm>
            <a:custGeom>
              <a:avLst/>
              <a:gdLst>
                <a:gd name="T0" fmla="*/ 0 w 48"/>
                <a:gd name="T1" fmla="*/ 77 h 27"/>
                <a:gd name="T2" fmla="*/ 313 w 48"/>
                <a:gd name="T3" fmla="*/ 264 h 27"/>
                <a:gd name="T4" fmla="*/ 488 w 48"/>
                <a:gd name="T5" fmla="*/ 376 h 27"/>
                <a:gd name="T6" fmla="*/ 750 w 48"/>
                <a:gd name="T7" fmla="*/ 512 h 27"/>
                <a:gd name="T8" fmla="*/ 550 w 48"/>
                <a:gd name="T9" fmla="*/ 491 h 27"/>
                <a:gd name="T10" fmla="*/ 395 w 48"/>
                <a:gd name="T11" fmla="*/ 419 h 27"/>
                <a:gd name="T12" fmla="*/ 313 w 48"/>
                <a:gd name="T13" fmla="*/ 512 h 27"/>
                <a:gd name="T14" fmla="*/ 313 w 48"/>
                <a:gd name="T15" fmla="*/ 341 h 27"/>
                <a:gd name="T16" fmla="*/ 270 w 48"/>
                <a:gd name="T17" fmla="*/ 285 h 27"/>
                <a:gd name="T18" fmla="*/ 220 w 48"/>
                <a:gd name="T19" fmla="*/ 227 h 27"/>
                <a:gd name="T20" fmla="*/ 188 w 48"/>
                <a:gd name="T21" fmla="*/ 192 h 27"/>
                <a:gd name="T22" fmla="*/ 113 w 48"/>
                <a:gd name="T23" fmla="*/ 149 h 27"/>
                <a:gd name="T24" fmla="*/ 33 w 48"/>
                <a:gd name="T25" fmla="*/ 77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27">
                  <a:moveTo>
                    <a:pt x="0" y="4"/>
                  </a:moveTo>
                  <a:cubicBezTo>
                    <a:pt x="7" y="0"/>
                    <a:pt x="16" y="10"/>
                    <a:pt x="20" y="14"/>
                  </a:cubicBezTo>
                  <a:cubicBezTo>
                    <a:pt x="24" y="17"/>
                    <a:pt x="27" y="19"/>
                    <a:pt x="31" y="20"/>
                  </a:cubicBezTo>
                  <a:cubicBezTo>
                    <a:pt x="37" y="23"/>
                    <a:pt x="43" y="22"/>
                    <a:pt x="48" y="27"/>
                  </a:cubicBezTo>
                  <a:cubicBezTo>
                    <a:pt x="44" y="24"/>
                    <a:pt x="40" y="24"/>
                    <a:pt x="35" y="26"/>
                  </a:cubicBezTo>
                  <a:cubicBezTo>
                    <a:pt x="34" y="23"/>
                    <a:pt x="27" y="22"/>
                    <a:pt x="25" y="22"/>
                  </a:cubicBezTo>
                  <a:cubicBezTo>
                    <a:pt x="21" y="23"/>
                    <a:pt x="21" y="26"/>
                    <a:pt x="20" y="27"/>
                  </a:cubicBezTo>
                  <a:cubicBezTo>
                    <a:pt x="20" y="24"/>
                    <a:pt x="22" y="21"/>
                    <a:pt x="20" y="18"/>
                  </a:cubicBezTo>
                  <a:cubicBezTo>
                    <a:pt x="20" y="16"/>
                    <a:pt x="18" y="16"/>
                    <a:pt x="17" y="15"/>
                  </a:cubicBezTo>
                  <a:cubicBezTo>
                    <a:pt x="16" y="14"/>
                    <a:pt x="15" y="13"/>
                    <a:pt x="14" y="12"/>
                  </a:cubicBezTo>
                  <a:cubicBezTo>
                    <a:pt x="14" y="11"/>
                    <a:pt x="13" y="11"/>
                    <a:pt x="12" y="10"/>
                  </a:cubicBezTo>
                  <a:cubicBezTo>
                    <a:pt x="10" y="9"/>
                    <a:pt x="9" y="9"/>
                    <a:pt x="7" y="8"/>
                  </a:cubicBezTo>
                  <a:cubicBezTo>
                    <a:pt x="5" y="7"/>
                    <a:pt x="5" y="4"/>
                    <a:pt x="2" y="4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8" name="Freeform 301">
              <a:extLst>
                <a:ext uri="{FF2B5EF4-FFF2-40B4-BE49-F238E27FC236}">
                  <a16:creationId xmlns:a16="http://schemas.microsoft.com/office/drawing/2014/main" id="{D6671D8E-6BFC-45EA-A547-06846B758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772"/>
              <a:ext cx="43" cy="101"/>
            </a:xfrm>
            <a:custGeom>
              <a:avLst/>
              <a:gdLst>
                <a:gd name="T0" fmla="*/ 0 w 17"/>
                <a:gd name="T1" fmla="*/ 0 h 38"/>
                <a:gd name="T2" fmla="*/ 147 w 17"/>
                <a:gd name="T3" fmla="*/ 361 h 38"/>
                <a:gd name="T4" fmla="*/ 276 w 17"/>
                <a:gd name="T5" fmla="*/ 712 h 38"/>
                <a:gd name="T6" fmla="*/ 225 w 17"/>
                <a:gd name="T7" fmla="*/ 622 h 38"/>
                <a:gd name="T8" fmla="*/ 147 w 17"/>
                <a:gd name="T9" fmla="*/ 622 h 38"/>
                <a:gd name="T10" fmla="*/ 147 w 17"/>
                <a:gd name="T11" fmla="*/ 465 h 38"/>
                <a:gd name="T12" fmla="*/ 63 w 17"/>
                <a:gd name="T13" fmla="*/ 375 h 38"/>
                <a:gd name="T14" fmla="*/ 33 w 17"/>
                <a:gd name="T15" fmla="*/ 247 h 38"/>
                <a:gd name="T16" fmla="*/ 20 w 17"/>
                <a:gd name="T17" fmla="*/ 7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5" y="7"/>
                    <a:pt x="3" y="13"/>
                    <a:pt x="9" y="19"/>
                  </a:cubicBezTo>
                  <a:cubicBezTo>
                    <a:pt x="14" y="24"/>
                    <a:pt x="15" y="31"/>
                    <a:pt x="17" y="38"/>
                  </a:cubicBezTo>
                  <a:cubicBezTo>
                    <a:pt x="16" y="36"/>
                    <a:pt x="15" y="33"/>
                    <a:pt x="14" y="33"/>
                  </a:cubicBezTo>
                  <a:cubicBezTo>
                    <a:pt x="12" y="32"/>
                    <a:pt x="10" y="33"/>
                    <a:pt x="9" y="33"/>
                  </a:cubicBezTo>
                  <a:cubicBezTo>
                    <a:pt x="9" y="30"/>
                    <a:pt x="11" y="28"/>
                    <a:pt x="9" y="25"/>
                  </a:cubicBezTo>
                  <a:cubicBezTo>
                    <a:pt x="9" y="23"/>
                    <a:pt x="6" y="20"/>
                    <a:pt x="4" y="20"/>
                  </a:cubicBezTo>
                  <a:cubicBezTo>
                    <a:pt x="6" y="18"/>
                    <a:pt x="2" y="15"/>
                    <a:pt x="2" y="13"/>
                  </a:cubicBezTo>
                  <a:cubicBezTo>
                    <a:pt x="1" y="11"/>
                    <a:pt x="2" y="6"/>
                    <a:pt x="1" y="4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39" name="Freeform 302">
              <a:extLst>
                <a:ext uri="{FF2B5EF4-FFF2-40B4-BE49-F238E27FC236}">
                  <a16:creationId xmlns:a16="http://schemas.microsoft.com/office/drawing/2014/main" id="{65D0F3C2-6434-49E1-927C-88BE6EBB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85"/>
              <a:ext cx="43" cy="45"/>
            </a:xfrm>
            <a:custGeom>
              <a:avLst/>
              <a:gdLst>
                <a:gd name="T0" fmla="*/ 129 w 17"/>
                <a:gd name="T1" fmla="*/ 111 h 17"/>
                <a:gd name="T2" fmla="*/ 96 w 17"/>
                <a:gd name="T3" fmla="*/ 225 h 17"/>
                <a:gd name="T4" fmla="*/ 116 w 17"/>
                <a:gd name="T5" fmla="*/ 315 h 17"/>
                <a:gd name="T6" fmla="*/ 83 w 17"/>
                <a:gd name="T7" fmla="*/ 238 h 17"/>
                <a:gd name="T8" fmla="*/ 0 w 17"/>
                <a:gd name="T9" fmla="*/ 238 h 17"/>
                <a:gd name="T10" fmla="*/ 0 w 17"/>
                <a:gd name="T11" fmla="*/ 238 h 17"/>
                <a:gd name="T12" fmla="*/ 63 w 17"/>
                <a:gd name="T13" fmla="*/ 132 h 17"/>
                <a:gd name="T14" fmla="*/ 51 w 17"/>
                <a:gd name="T15" fmla="*/ 56 h 17"/>
                <a:gd name="T16" fmla="*/ 63 w 17"/>
                <a:gd name="T17" fmla="*/ 0 h 17"/>
                <a:gd name="T18" fmla="*/ 243 w 17"/>
                <a:gd name="T19" fmla="*/ 0 h 17"/>
                <a:gd name="T20" fmla="*/ 116 w 17"/>
                <a:gd name="T21" fmla="*/ 16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7">
                  <a:moveTo>
                    <a:pt x="8" y="6"/>
                  </a:moveTo>
                  <a:cubicBezTo>
                    <a:pt x="7" y="8"/>
                    <a:pt x="6" y="9"/>
                    <a:pt x="6" y="12"/>
                  </a:cubicBezTo>
                  <a:cubicBezTo>
                    <a:pt x="6" y="14"/>
                    <a:pt x="9" y="15"/>
                    <a:pt x="7" y="17"/>
                  </a:cubicBezTo>
                  <a:cubicBezTo>
                    <a:pt x="6" y="16"/>
                    <a:pt x="6" y="13"/>
                    <a:pt x="5" y="13"/>
                  </a:cubicBezTo>
                  <a:cubicBezTo>
                    <a:pt x="4" y="12"/>
                    <a:pt x="1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1"/>
                    <a:pt x="4" y="10"/>
                    <a:pt x="4" y="7"/>
                  </a:cubicBezTo>
                  <a:cubicBezTo>
                    <a:pt x="4" y="5"/>
                    <a:pt x="3" y="4"/>
                    <a:pt x="3" y="3"/>
                  </a:cubicBezTo>
                  <a:cubicBezTo>
                    <a:pt x="3" y="2"/>
                    <a:pt x="5" y="1"/>
                    <a:pt x="4" y="0"/>
                  </a:cubicBezTo>
                  <a:cubicBezTo>
                    <a:pt x="6" y="6"/>
                    <a:pt x="12" y="0"/>
                    <a:pt x="15" y="0"/>
                  </a:cubicBezTo>
                  <a:cubicBezTo>
                    <a:pt x="17" y="4"/>
                    <a:pt x="7" y="3"/>
                    <a:pt x="7" y="9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0" name="Freeform 303">
              <a:extLst>
                <a:ext uri="{FF2B5EF4-FFF2-40B4-BE49-F238E27FC236}">
                  <a16:creationId xmlns:a16="http://schemas.microsoft.com/office/drawing/2014/main" id="{B0111DC3-E737-4371-B2AF-95222E9CD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697"/>
              <a:ext cx="70" cy="99"/>
            </a:xfrm>
            <a:custGeom>
              <a:avLst/>
              <a:gdLst>
                <a:gd name="T0" fmla="*/ 313 w 28"/>
                <a:gd name="T1" fmla="*/ 150 h 37"/>
                <a:gd name="T2" fmla="*/ 175 w 28"/>
                <a:gd name="T3" fmla="*/ 423 h 37"/>
                <a:gd name="T4" fmla="*/ 95 w 28"/>
                <a:gd name="T5" fmla="*/ 559 h 37"/>
                <a:gd name="T6" fmla="*/ 0 w 28"/>
                <a:gd name="T7" fmla="*/ 709 h 37"/>
                <a:gd name="T8" fmla="*/ 220 w 28"/>
                <a:gd name="T9" fmla="*/ 401 h 37"/>
                <a:gd name="T10" fmla="*/ 363 w 28"/>
                <a:gd name="T11" fmla="*/ 342 h 37"/>
                <a:gd name="T12" fmla="*/ 375 w 28"/>
                <a:gd name="T13" fmla="*/ 230 h 37"/>
                <a:gd name="T14" fmla="*/ 438 w 28"/>
                <a:gd name="T15" fmla="*/ 0 h 37"/>
                <a:gd name="T16" fmla="*/ 333 w 28"/>
                <a:gd name="T17" fmla="*/ 136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7">
                  <a:moveTo>
                    <a:pt x="20" y="8"/>
                  </a:moveTo>
                  <a:cubicBezTo>
                    <a:pt x="17" y="12"/>
                    <a:pt x="15" y="17"/>
                    <a:pt x="11" y="22"/>
                  </a:cubicBezTo>
                  <a:cubicBezTo>
                    <a:pt x="10" y="24"/>
                    <a:pt x="7" y="26"/>
                    <a:pt x="6" y="29"/>
                  </a:cubicBezTo>
                  <a:cubicBezTo>
                    <a:pt x="4" y="31"/>
                    <a:pt x="1" y="34"/>
                    <a:pt x="0" y="37"/>
                  </a:cubicBezTo>
                  <a:cubicBezTo>
                    <a:pt x="6" y="33"/>
                    <a:pt x="10" y="26"/>
                    <a:pt x="14" y="21"/>
                  </a:cubicBezTo>
                  <a:cubicBezTo>
                    <a:pt x="16" y="18"/>
                    <a:pt x="20" y="12"/>
                    <a:pt x="23" y="18"/>
                  </a:cubicBezTo>
                  <a:cubicBezTo>
                    <a:pt x="23" y="17"/>
                    <a:pt x="20" y="10"/>
                    <a:pt x="24" y="12"/>
                  </a:cubicBezTo>
                  <a:cubicBezTo>
                    <a:pt x="22" y="7"/>
                    <a:pt x="25" y="3"/>
                    <a:pt x="28" y="0"/>
                  </a:cubicBezTo>
                  <a:cubicBezTo>
                    <a:pt x="26" y="1"/>
                    <a:pt x="23" y="4"/>
                    <a:pt x="21" y="7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1" name="Freeform 304">
              <a:extLst>
                <a:ext uri="{FF2B5EF4-FFF2-40B4-BE49-F238E27FC236}">
                  <a16:creationId xmlns:a16="http://schemas.microsoft.com/office/drawing/2014/main" id="{2476AC6C-0CC8-4012-BEB2-F343C88A6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788"/>
              <a:ext cx="47" cy="48"/>
            </a:xfrm>
            <a:custGeom>
              <a:avLst/>
              <a:gdLst>
                <a:gd name="T0" fmla="*/ 121 w 19"/>
                <a:gd name="T1" fmla="*/ 0 h 18"/>
                <a:gd name="T2" fmla="*/ 104 w 19"/>
                <a:gd name="T3" fmla="*/ 285 h 18"/>
                <a:gd name="T4" fmla="*/ 287 w 19"/>
                <a:gd name="T5" fmla="*/ 227 h 18"/>
                <a:gd name="T6" fmla="*/ 121 w 19"/>
                <a:gd name="T7" fmla="*/ 205 h 18"/>
                <a:gd name="T8" fmla="*/ 104 w 19"/>
                <a:gd name="T9" fmla="*/ 5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8" y="0"/>
                  </a:moveTo>
                  <a:cubicBezTo>
                    <a:pt x="9" y="5"/>
                    <a:pt x="0" y="11"/>
                    <a:pt x="7" y="15"/>
                  </a:cubicBezTo>
                  <a:cubicBezTo>
                    <a:pt x="10" y="17"/>
                    <a:pt x="18" y="16"/>
                    <a:pt x="19" y="12"/>
                  </a:cubicBezTo>
                  <a:cubicBezTo>
                    <a:pt x="18" y="12"/>
                    <a:pt x="4" y="18"/>
                    <a:pt x="8" y="11"/>
                  </a:cubicBezTo>
                  <a:cubicBezTo>
                    <a:pt x="4" y="13"/>
                    <a:pt x="7" y="4"/>
                    <a:pt x="7" y="3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2" name="Freeform 305">
              <a:extLst>
                <a:ext uri="{FF2B5EF4-FFF2-40B4-BE49-F238E27FC236}">
                  <a16:creationId xmlns:a16="http://schemas.microsoft.com/office/drawing/2014/main" id="{DE77562A-F366-4BE3-94CA-344158925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897"/>
              <a:ext cx="50" cy="56"/>
            </a:xfrm>
            <a:custGeom>
              <a:avLst/>
              <a:gdLst>
                <a:gd name="T0" fmla="*/ 238 w 20"/>
                <a:gd name="T1" fmla="*/ 21 h 21"/>
                <a:gd name="T2" fmla="*/ 145 w 20"/>
                <a:gd name="T3" fmla="*/ 205 h 21"/>
                <a:gd name="T4" fmla="*/ 50 w 20"/>
                <a:gd name="T5" fmla="*/ 227 h 21"/>
                <a:gd name="T6" fmla="*/ 158 w 20"/>
                <a:gd name="T7" fmla="*/ 264 h 21"/>
                <a:gd name="T8" fmla="*/ 208 w 20"/>
                <a:gd name="T9" fmla="*/ 307 h 21"/>
                <a:gd name="T10" fmla="*/ 208 w 20"/>
                <a:gd name="T11" fmla="*/ 397 h 21"/>
                <a:gd name="T12" fmla="*/ 208 w 20"/>
                <a:gd name="T13" fmla="*/ 307 h 21"/>
                <a:gd name="T14" fmla="*/ 238 w 20"/>
                <a:gd name="T15" fmla="*/ 205 h 21"/>
                <a:gd name="T16" fmla="*/ 283 w 20"/>
                <a:gd name="T17" fmla="*/ 93 h 21"/>
                <a:gd name="T18" fmla="*/ 270 w 20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1">
                  <a:moveTo>
                    <a:pt x="15" y="1"/>
                  </a:moveTo>
                  <a:cubicBezTo>
                    <a:pt x="20" y="4"/>
                    <a:pt x="12" y="10"/>
                    <a:pt x="9" y="11"/>
                  </a:cubicBezTo>
                  <a:cubicBezTo>
                    <a:pt x="7" y="11"/>
                    <a:pt x="0" y="8"/>
                    <a:pt x="3" y="12"/>
                  </a:cubicBezTo>
                  <a:cubicBezTo>
                    <a:pt x="5" y="10"/>
                    <a:pt x="8" y="13"/>
                    <a:pt x="10" y="14"/>
                  </a:cubicBezTo>
                  <a:cubicBezTo>
                    <a:pt x="11" y="15"/>
                    <a:pt x="13" y="15"/>
                    <a:pt x="13" y="16"/>
                  </a:cubicBezTo>
                  <a:cubicBezTo>
                    <a:pt x="14" y="17"/>
                    <a:pt x="12" y="20"/>
                    <a:pt x="13" y="21"/>
                  </a:cubicBezTo>
                  <a:cubicBezTo>
                    <a:pt x="16" y="20"/>
                    <a:pt x="13" y="18"/>
                    <a:pt x="13" y="16"/>
                  </a:cubicBezTo>
                  <a:cubicBezTo>
                    <a:pt x="13" y="14"/>
                    <a:pt x="14" y="12"/>
                    <a:pt x="15" y="11"/>
                  </a:cubicBezTo>
                  <a:cubicBezTo>
                    <a:pt x="17" y="8"/>
                    <a:pt x="18" y="8"/>
                    <a:pt x="18" y="5"/>
                  </a:cubicBezTo>
                  <a:cubicBezTo>
                    <a:pt x="17" y="3"/>
                    <a:pt x="16" y="2"/>
                    <a:pt x="17" y="0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3" name="Freeform 306">
              <a:extLst>
                <a:ext uri="{FF2B5EF4-FFF2-40B4-BE49-F238E27FC236}">
                  <a16:creationId xmlns:a16="http://schemas.microsoft.com/office/drawing/2014/main" id="{E3935B35-053D-41BD-980B-0E749DE7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846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125 w 14"/>
                <a:gd name="T3" fmla="*/ 77 h 9"/>
                <a:gd name="T4" fmla="*/ 175 w 14"/>
                <a:gd name="T5" fmla="*/ 77 h 9"/>
                <a:gd name="T6" fmla="*/ 220 w 14"/>
                <a:gd name="T7" fmla="*/ 56 h 9"/>
                <a:gd name="T8" fmla="*/ 125 w 14"/>
                <a:gd name="T9" fmla="*/ 35 h 9"/>
                <a:gd name="T10" fmla="*/ 95 w 14"/>
                <a:gd name="T11" fmla="*/ 0 h 9"/>
                <a:gd name="T12" fmla="*/ 20 w 14"/>
                <a:gd name="T13" fmla="*/ 14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2" y="5"/>
                    <a:pt x="4" y="3"/>
                    <a:pt x="8" y="4"/>
                  </a:cubicBezTo>
                  <a:cubicBezTo>
                    <a:pt x="10" y="4"/>
                    <a:pt x="9" y="4"/>
                    <a:pt x="11" y="4"/>
                  </a:cubicBezTo>
                  <a:cubicBezTo>
                    <a:pt x="12" y="4"/>
                    <a:pt x="13" y="3"/>
                    <a:pt x="14" y="3"/>
                  </a:cubicBezTo>
                  <a:cubicBezTo>
                    <a:pt x="12" y="3"/>
                    <a:pt x="10" y="2"/>
                    <a:pt x="8" y="2"/>
                  </a:cubicBezTo>
                  <a:cubicBezTo>
                    <a:pt x="8" y="1"/>
                    <a:pt x="6" y="0"/>
                    <a:pt x="6" y="0"/>
                  </a:cubicBezTo>
                  <a:cubicBezTo>
                    <a:pt x="1" y="0"/>
                    <a:pt x="2" y="6"/>
                    <a:pt x="1" y="8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4" name="Freeform 307">
              <a:extLst>
                <a:ext uri="{FF2B5EF4-FFF2-40B4-BE49-F238E27FC236}">
                  <a16:creationId xmlns:a16="http://schemas.microsoft.com/office/drawing/2014/main" id="{E6A116BF-B489-4911-A80A-30DCEB6F0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929"/>
              <a:ext cx="42" cy="40"/>
            </a:xfrm>
            <a:custGeom>
              <a:avLst/>
              <a:gdLst>
                <a:gd name="T0" fmla="*/ 183 w 17"/>
                <a:gd name="T1" fmla="*/ 136 h 15"/>
                <a:gd name="T2" fmla="*/ 74 w 17"/>
                <a:gd name="T3" fmla="*/ 285 h 15"/>
                <a:gd name="T4" fmla="*/ 121 w 17"/>
                <a:gd name="T5" fmla="*/ 136 h 15"/>
                <a:gd name="T6" fmla="*/ 183 w 17"/>
                <a:gd name="T7" fmla="*/ 0 h 15"/>
                <a:gd name="T8" fmla="*/ 212 w 17"/>
                <a:gd name="T9" fmla="*/ 93 h 15"/>
                <a:gd name="T10" fmla="*/ 257 w 17"/>
                <a:gd name="T11" fmla="*/ 171 h 15"/>
                <a:gd name="T12" fmla="*/ 225 w 17"/>
                <a:gd name="T13" fmla="*/ 14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5">
                  <a:moveTo>
                    <a:pt x="12" y="7"/>
                  </a:moveTo>
                  <a:cubicBezTo>
                    <a:pt x="7" y="8"/>
                    <a:pt x="6" y="10"/>
                    <a:pt x="5" y="15"/>
                  </a:cubicBezTo>
                  <a:cubicBezTo>
                    <a:pt x="0" y="11"/>
                    <a:pt x="6" y="9"/>
                    <a:pt x="8" y="7"/>
                  </a:cubicBezTo>
                  <a:cubicBezTo>
                    <a:pt x="9" y="5"/>
                    <a:pt x="10" y="2"/>
                    <a:pt x="12" y="0"/>
                  </a:cubicBezTo>
                  <a:cubicBezTo>
                    <a:pt x="14" y="2"/>
                    <a:pt x="13" y="4"/>
                    <a:pt x="14" y="5"/>
                  </a:cubicBezTo>
                  <a:cubicBezTo>
                    <a:pt x="15" y="7"/>
                    <a:pt x="17" y="7"/>
                    <a:pt x="17" y="9"/>
                  </a:cubicBezTo>
                  <a:cubicBezTo>
                    <a:pt x="16" y="9"/>
                    <a:pt x="16" y="8"/>
                    <a:pt x="15" y="8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5" name="Freeform 308">
              <a:extLst>
                <a:ext uri="{FF2B5EF4-FFF2-40B4-BE49-F238E27FC236}">
                  <a16:creationId xmlns:a16="http://schemas.microsoft.com/office/drawing/2014/main" id="{3C1EC8EA-BD0F-4718-AE1F-0B3A244F3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860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33 w 4"/>
                <a:gd name="T3" fmla="*/ 68 h 5"/>
                <a:gd name="T4" fmla="*/ 20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0" y="2"/>
                    <a:pt x="0" y="5"/>
                    <a:pt x="2" y="4"/>
                  </a:cubicBezTo>
                  <a:cubicBezTo>
                    <a:pt x="4" y="3"/>
                    <a:pt x="3" y="0"/>
                    <a:pt x="1" y="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6" name="Freeform 309">
              <a:extLst>
                <a:ext uri="{FF2B5EF4-FFF2-40B4-BE49-F238E27FC236}">
                  <a16:creationId xmlns:a16="http://schemas.microsoft.com/office/drawing/2014/main" id="{15760B9C-D178-4FDE-BE48-F4886F3C4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873"/>
              <a:ext cx="18" cy="19"/>
            </a:xfrm>
            <a:custGeom>
              <a:avLst/>
              <a:gdLst>
                <a:gd name="T0" fmla="*/ 54 w 7"/>
                <a:gd name="T1" fmla="*/ 38 h 7"/>
                <a:gd name="T2" fmla="*/ 67 w 7"/>
                <a:gd name="T3" fmla="*/ 117 h 7"/>
                <a:gd name="T4" fmla="*/ 85 w 7"/>
                <a:gd name="T5" fmla="*/ 0 h 7"/>
                <a:gd name="T6" fmla="*/ 33 w 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3" y="2"/>
                  </a:moveTo>
                  <a:cubicBezTo>
                    <a:pt x="0" y="3"/>
                    <a:pt x="1" y="7"/>
                    <a:pt x="4" y="6"/>
                  </a:cubicBezTo>
                  <a:cubicBezTo>
                    <a:pt x="7" y="5"/>
                    <a:pt x="7" y="1"/>
                    <a:pt x="5" y="0"/>
                  </a:cubicBezTo>
                  <a:cubicBezTo>
                    <a:pt x="4" y="0"/>
                    <a:pt x="3" y="2"/>
                    <a:pt x="2" y="3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7" name="Freeform 310">
              <a:extLst>
                <a:ext uri="{FF2B5EF4-FFF2-40B4-BE49-F238E27FC236}">
                  <a16:creationId xmlns:a16="http://schemas.microsoft.com/office/drawing/2014/main" id="{17C604D7-B97A-4D24-B553-0BA277F96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902"/>
              <a:ext cx="25" cy="27"/>
            </a:xfrm>
            <a:custGeom>
              <a:avLst/>
              <a:gdLst>
                <a:gd name="T0" fmla="*/ 63 w 10"/>
                <a:gd name="T1" fmla="*/ 38 h 10"/>
                <a:gd name="T2" fmla="*/ 113 w 10"/>
                <a:gd name="T3" fmla="*/ 197 h 10"/>
                <a:gd name="T4" fmla="*/ 50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0" y="2"/>
                    <a:pt x="4" y="9"/>
                    <a:pt x="7" y="10"/>
                  </a:cubicBezTo>
                  <a:cubicBezTo>
                    <a:pt x="10" y="6"/>
                    <a:pt x="4" y="0"/>
                    <a:pt x="3" y="4"/>
                  </a:cubicBezTo>
                </a:path>
              </a:pathLst>
            </a:custGeom>
            <a:solidFill>
              <a:srgbClr val="F9E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8" name="Freeform 311">
              <a:extLst>
                <a:ext uri="{FF2B5EF4-FFF2-40B4-BE49-F238E27FC236}">
                  <a16:creationId xmlns:a16="http://schemas.microsoft.com/office/drawing/2014/main" id="{89E037F8-321C-43EF-AB8F-CD6F013BA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908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49" name="Freeform 312">
              <a:extLst>
                <a:ext uri="{FF2B5EF4-FFF2-40B4-BE49-F238E27FC236}">
                  <a16:creationId xmlns:a16="http://schemas.microsoft.com/office/drawing/2014/main" id="{DEFF48DB-1331-470B-A591-262FA08C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886"/>
              <a:ext cx="13" cy="22"/>
            </a:xfrm>
            <a:custGeom>
              <a:avLst/>
              <a:gdLst>
                <a:gd name="T0" fmla="*/ 34 w 5"/>
                <a:gd name="T1" fmla="*/ 0 h 8"/>
                <a:gd name="T2" fmla="*/ 55 w 5"/>
                <a:gd name="T3" fmla="*/ 107 h 8"/>
                <a:gd name="T4" fmla="*/ 34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1" y="2"/>
                    <a:pt x="0" y="8"/>
                    <a:pt x="3" y="5"/>
                  </a:cubicBezTo>
                  <a:cubicBezTo>
                    <a:pt x="5" y="4"/>
                    <a:pt x="4" y="0"/>
                    <a:pt x="2" y="0"/>
                  </a:cubicBezTo>
                </a:path>
              </a:pathLst>
            </a:custGeom>
            <a:solidFill>
              <a:srgbClr val="F9E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0" name="Freeform 313">
              <a:extLst>
                <a:ext uri="{FF2B5EF4-FFF2-40B4-BE49-F238E27FC236}">
                  <a16:creationId xmlns:a16="http://schemas.microsoft.com/office/drawing/2014/main" id="{461A9412-8C79-4FDC-835F-5152323E2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42"/>
              <a:ext cx="35" cy="35"/>
            </a:xfrm>
            <a:custGeom>
              <a:avLst/>
              <a:gdLst>
                <a:gd name="T0" fmla="*/ 83 w 14"/>
                <a:gd name="T1" fmla="*/ 59 h 13"/>
                <a:gd name="T2" fmla="*/ 113 w 14"/>
                <a:gd name="T3" fmla="*/ 218 h 13"/>
                <a:gd name="T4" fmla="*/ 83 w 14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5" y="3"/>
                  </a:moveTo>
                  <a:cubicBezTo>
                    <a:pt x="0" y="5"/>
                    <a:pt x="1" y="13"/>
                    <a:pt x="7" y="11"/>
                  </a:cubicBezTo>
                  <a:cubicBezTo>
                    <a:pt x="14" y="10"/>
                    <a:pt x="12" y="0"/>
                    <a:pt x="5" y="3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1" name="Freeform 314">
              <a:extLst>
                <a:ext uri="{FF2B5EF4-FFF2-40B4-BE49-F238E27FC236}">
                  <a16:creationId xmlns:a16="http://schemas.microsoft.com/office/drawing/2014/main" id="{12AD7C7E-BEE6-4363-87A3-C938F2C13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009"/>
              <a:ext cx="30" cy="29"/>
            </a:xfrm>
            <a:custGeom>
              <a:avLst/>
              <a:gdLst>
                <a:gd name="T0" fmla="*/ 158 w 12"/>
                <a:gd name="T1" fmla="*/ 0 h 11"/>
                <a:gd name="T2" fmla="*/ 158 w 12"/>
                <a:gd name="T3" fmla="*/ 124 h 11"/>
                <a:gd name="T4" fmla="*/ 125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0" y="0"/>
                  </a:moveTo>
                  <a:cubicBezTo>
                    <a:pt x="0" y="0"/>
                    <a:pt x="4" y="11"/>
                    <a:pt x="10" y="7"/>
                  </a:cubicBezTo>
                  <a:cubicBezTo>
                    <a:pt x="12" y="4"/>
                    <a:pt x="10" y="1"/>
                    <a:pt x="8" y="0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2" name="Freeform 315">
              <a:extLst>
                <a:ext uri="{FF2B5EF4-FFF2-40B4-BE49-F238E27FC236}">
                  <a16:creationId xmlns:a16="http://schemas.microsoft.com/office/drawing/2014/main" id="{7AC46CC7-DADE-4E80-9DF7-3F052864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009"/>
              <a:ext cx="65" cy="59"/>
            </a:xfrm>
            <a:custGeom>
              <a:avLst/>
              <a:gdLst>
                <a:gd name="T0" fmla="*/ 313 w 26"/>
                <a:gd name="T1" fmla="*/ 115 h 22"/>
                <a:gd name="T2" fmla="*/ 270 w 26"/>
                <a:gd name="T3" fmla="*/ 330 h 22"/>
                <a:gd name="T4" fmla="*/ 375 w 26"/>
                <a:gd name="T5" fmla="*/ 231 h 22"/>
                <a:gd name="T6" fmla="*/ 270 w 26"/>
                <a:gd name="T7" fmla="*/ 9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20" y="6"/>
                  </a:moveTo>
                  <a:cubicBezTo>
                    <a:pt x="13" y="0"/>
                    <a:pt x="0" y="22"/>
                    <a:pt x="17" y="17"/>
                  </a:cubicBezTo>
                  <a:cubicBezTo>
                    <a:pt x="20" y="16"/>
                    <a:pt x="23" y="15"/>
                    <a:pt x="24" y="12"/>
                  </a:cubicBezTo>
                  <a:cubicBezTo>
                    <a:pt x="26" y="8"/>
                    <a:pt x="21" y="4"/>
                    <a:pt x="17" y="5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3" name="Freeform 316">
              <a:extLst>
                <a:ext uri="{FF2B5EF4-FFF2-40B4-BE49-F238E27FC236}">
                  <a16:creationId xmlns:a16="http://schemas.microsoft.com/office/drawing/2014/main" id="{907ADE0B-4AD1-4FDF-AA01-10C1EC392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977"/>
              <a:ext cx="27" cy="16"/>
            </a:xfrm>
            <a:custGeom>
              <a:avLst/>
              <a:gdLst>
                <a:gd name="T0" fmla="*/ 71 w 11"/>
                <a:gd name="T1" fmla="*/ 0 h 6"/>
                <a:gd name="T2" fmla="*/ 71 w 11"/>
                <a:gd name="T3" fmla="*/ 115 h 6"/>
                <a:gd name="T4" fmla="*/ 91 w 11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0"/>
                    <a:pt x="0" y="6"/>
                    <a:pt x="5" y="6"/>
                  </a:cubicBezTo>
                  <a:cubicBezTo>
                    <a:pt x="10" y="6"/>
                    <a:pt x="11" y="0"/>
                    <a:pt x="6" y="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4" name="Freeform 317">
              <a:extLst>
                <a:ext uri="{FF2B5EF4-FFF2-40B4-BE49-F238E27FC236}">
                  <a16:creationId xmlns:a16="http://schemas.microsoft.com/office/drawing/2014/main" id="{36D39BD4-97F0-4792-8D3B-B4E34460D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948"/>
              <a:ext cx="30" cy="37"/>
            </a:xfrm>
            <a:custGeom>
              <a:avLst/>
              <a:gdLst>
                <a:gd name="T0" fmla="*/ 145 w 12"/>
                <a:gd name="T1" fmla="*/ 34 h 14"/>
                <a:gd name="T2" fmla="*/ 145 w 12"/>
                <a:gd name="T3" fmla="*/ 225 h 14"/>
                <a:gd name="T4" fmla="*/ 125 w 12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9" y="2"/>
                  </a:moveTo>
                  <a:cubicBezTo>
                    <a:pt x="0" y="0"/>
                    <a:pt x="1" y="14"/>
                    <a:pt x="9" y="12"/>
                  </a:cubicBezTo>
                  <a:cubicBezTo>
                    <a:pt x="12" y="11"/>
                    <a:pt x="12" y="3"/>
                    <a:pt x="8" y="2"/>
                  </a:cubicBezTo>
                </a:path>
              </a:pathLst>
            </a:custGeom>
            <a:solidFill>
              <a:srgbClr val="F9E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5" name="Freeform 318">
              <a:extLst>
                <a:ext uri="{FF2B5EF4-FFF2-40B4-BE49-F238E27FC236}">
                  <a16:creationId xmlns:a16="http://schemas.microsoft.com/office/drawing/2014/main" id="{19F84947-2E0C-4F82-A0E5-32E572101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90"/>
              <a:ext cx="37" cy="32"/>
            </a:xfrm>
            <a:custGeom>
              <a:avLst/>
              <a:gdLst>
                <a:gd name="T0" fmla="*/ 153 w 15"/>
                <a:gd name="T1" fmla="*/ 21 h 12"/>
                <a:gd name="T2" fmla="*/ 153 w 15"/>
                <a:gd name="T3" fmla="*/ 149 h 12"/>
                <a:gd name="T4" fmla="*/ 183 w 15"/>
                <a:gd name="T5" fmla="*/ 77 h 12"/>
                <a:gd name="T6" fmla="*/ 153 w 1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0" y="1"/>
                  </a:moveTo>
                  <a:cubicBezTo>
                    <a:pt x="0" y="1"/>
                    <a:pt x="3" y="12"/>
                    <a:pt x="10" y="8"/>
                  </a:cubicBezTo>
                  <a:cubicBezTo>
                    <a:pt x="11" y="8"/>
                    <a:pt x="12" y="4"/>
                    <a:pt x="12" y="4"/>
                  </a:cubicBezTo>
                  <a:cubicBezTo>
                    <a:pt x="13" y="2"/>
                    <a:pt x="15" y="0"/>
                    <a:pt x="10" y="0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6" name="Freeform 319">
              <a:extLst>
                <a:ext uri="{FF2B5EF4-FFF2-40B4-BE49-F238E27FC236}">
                  <a16:creationId xmlns:a16="http://schemas.microsoft.com/office/drawing/2014/main" id="{FBE5CA42-AE57-4F06-B985-43425AD39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076"/>
              <a:ext cx="50" cy="42"/>
            </a:xfrm>
            <a:custGeom>
              <a:avLst/>
              <a:gdLst>
                <a:gd name="T0" fmla="*/ 175 w 20"/>
                <a:gd name="T1" fmla="*/ 0 h 16"/>
                <a:gd name="T2" fmla="*/ 188 w 20"/>
                <a:gd name="T3" fmla="*/ 234 h 16"/>
                <a:gd name="T4" fmla="*/ 188 w 2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11" y="0"/>
                  </a:moveTo>
                  <a:cubicBezTo>
                    <a:pt x="0" y="0"/>
                    <a:pt x="0" y="16"/>
                    <a:pt x="12" y="13"/>
                  </a:cubicBezTo>
                  <a:cubicBezTo>
                    <a:pt x="18" y="12"/>
                    <a:pt x="20" y="0"/>
                    <a:pt x="12" y="0"/>
                  </a:cubicBezTo>
                </a:path>
              </a:pathLst>
            </a:custGeom>
            <a:solidFill>
              <a:srgbClr val="F9E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7" name="Freeform 320">
              <a:extLst>
                <a:ext uri="{FF2B5EF4-FFF2-40B4-BE49-F238E27FC236}">
                  <a16:creationId xmlns:a16="http://schemas.microsoft.com/office/drawing/2014/main" id="{3B155F00-6820-4B0E-A58F-659A71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121"/>
              <a:ext cx="25" cy="24"/>
            </a:xfrm>
            <a:custGeom>
              <a:avLst/>
              <a:gdLst>
                <a:gd name="T0" fmla="*/ 50 w 10"/>
                <a:gd name="T1" fmla="*/ 21 h 9"/>
                <a:gd name="T2" fmla="*/ 0 w 10"/>
                <a:gd name="T3" fmla="*/ 77 h 9"/>
                <a:gd name="T4" fmla="*/ 63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1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4" y="9"/>
                    <a:pt x="10" y="0"/>
                    <a:pt x="4" y="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8" name="Freeform 321">
              <a:extLst>
                <a:ext uri="{FF2B5EF4-FFF2-40B4-BE49-F238E27FC236}">
                  <a16:creationId xmlns:a16="http://schemas.microsoft.com/office/drawing/2014/main" id="{2D943225-6B4B-46DC-8630-9C03340E0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153"/>
              <a:ext cx="15" cy="11"/>
            </a:xfrm>
            <a:custGeom>
              <a:avLst/>
              <a:gdLst>
                <a:gd name="T0" fmla="*/ 33 w 6"/>
                <a:gd name="T1" fmla="*/ 0 h 4"/>
                <a:gd name="T2" fmla="*/ 20 w 6"/>
                <a:gd name="T3" fmla="*/ 83 h 4"/>
                <a:gd name="T4" fmla="*/ 95 w 6"/>
                <a:gd name="T5" fmla="*/ 22 h 4"/>
                <a:gd name="T6" fmla="*/ 33 w 6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5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59" name="Freeform 322">
              <a:extLst>
                <a:ext uri="{FF2B5EF4-FFF2-40B4-BE49-F238E27FC236}">
                  <a16:creationId xmlns:a16="http://schemas.microsoft.com/office/drawing/2014/main" id="{475CFF00-56ED-4CF6-A946-ADC959606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049"/>
              <a:ext cx="38" cy="32"/>
            </a:xfrm>
            <a:custGeom>
              <a:avLst/>
              <a:gdLst>
                <a:gd name="T0" fmla="*/ 84 w 15"/>
                <a:gd name="T1" fmla="*/ 77 h 12"/>
                <a:gd name="T2" fmla="*/ 117 w 15"/>
                <a:gd name="T3" fmla="*/ 192 h 12"/>
                <a:gd name="T4" fmla="*/ 84 w 15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5" y="4"/>
                  </a:moveTo>
                  <a:cubicBezTo>
                    <a:pt x="0" y="3"/>
                    <a:pt x="0" y="12"/>
                    <a:pt x="7" y="10"/>
                  </a:cubicBezTo>
                  <a:cubicBezTo>
                    <a:pt x="15" y="9"/>
                    <a:pt x="11" y="0"/>
                    <a:pt x="5" y="4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0" name="Freeform 323">
              <a:extLst>
                <a:ext uri="{FF2B5EF4-FFF2-40B4-BE49-F238E27FC236}">
                  <a16:creationId xmlns:a16="http://schemas.microsoft.com/office/drawing/2014/main" id="{458705BB-02DE-407A-A762-1DC2AA80A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977"/>
              <a:ext cx="35" cy="24"/>
            </a:xfrm>
            <a:custGeom>
              <a:avLst/>
              <a:gdLst>
                <a:gd name="T0" fmla="*/ 113 w 14"/>
                <a:gd name="T1" fmla="*/ 21 h 9"/>
                <a:gd name="T2" fmla="*/ 95 w 14"/>
                <a:gd name="T3" fmla="*/ 149 h 9"/>
                <a:gd name="T4" fmla="*/ 113 w 14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7" y="1"/>
                  </a:moveTo>
                  <a:cubicBezTo>
                    <a:pt x="3" y="0"/>
                    <a:pt x="0" y="8"/>
                    <a:pt x="6" y="8"/>
                  </a:cubicBezTo>
                  <a:cubicBezTo>
                    <a:pt x="14" y="9"/>
                    <a:pt x="12" y="0"/>
                    <a:pt x="7" y="1"/>
                  </a:cubicBezTo>
                </a:path>
              </a:pathLst>
            </a:custGeom>
            <a:solidFill>
              <a:srgbClr val="F9E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1" name="Freeform 324">
              <a:extLst>
                <a:ext uri="{FF2B5EF4-FFF2-40B4-BE49-F238E27FC236}">
                  <a16:creationId xmlns:a16="http://schemas.microsoft.com/office/drawing/2014/main" id="{A68163FB-9793-46AB-8286-249C483F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073"/>
              <a:ext cx="25" cy="59"/>
            </a:xfrm>
            <a:custGeom>
              <a:avLst/>
              <a:gdLst>
                <a:gd name="T0" fmla="*/ 33 w 10"/>
                <a:gd name="T1" fmla="*/ 252 h 22"/>
                <a:gd name="T2" fmla="*/ 95 w 10"/>
                <a:gd name="T3" fmla="*/ 424 h 22"/>
                <a:gd name="T4" fmla="*/ 145 w 10"/>
                <a:gd name="T5" fmla="*/ 274 h 22"/>
                <a:gd name="T6" fmla="*/ 83 w 10"/>
                <a:gd name="T7" fmla="*/ 193 h 22"/>
                <a:gd name="T8" fmla="*/ 63 w 10"/>
                <a:gd name="T9" fmla="*/ 56 h 22"/>
                <a:gd name="T10" fmla="*/ 20 w 10"/>
                <a:gd name="T11" fmla="*/ 2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2">
                  <a:moveTo>
                    <a:pt x="2" y="13"/>
                  </a:moveTo>
                  <a:cubicBezTo>
                    <a:pt x="2" y="16"/>
                    <a:pt x="2" y="22"/>
                    <a:pt x="6" y="22"/>
                  </a:cubicBezTo>
                  <a:cubicBezTo>
                    <a:pt x="10" y="22"/>
                    <a:pt x="10" y="17"/>
                    <a:pt x="9" y="14"/>
                  </a:cubicBezTo>
                  <a:cubicBezTo>
                    <a:pt x="8" y="12"/>
                    <a:pt x="6" y="11"/>
                    <a:pt x="5" y="10"/>
                  </a:cubicBezTo>
                  <a:cubicBezTo>
                    <a:pt x="5" y="8"/>
                    <a:pt x="5" y="3"/>
                    <a:pt x="4" y="3"/>
                  </a:cubicBezTo>
                  <a:cubicBezTo>
                    <a:pt x="0" y="0"/>
                    <a:pt x="1" y="9"/>
                    <a:pt x="1" y="11"/>
                  </a:cubicBezTo>
                </a:path>
              </a:pathLst>
            </a:custGeom>
            <a:solidFill>
              <a:srgbClr val="F9E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2" name="Freeform 325">
              <a:extLst>
                <a:ext uri="{FF2B5EF4-FFF2-40B4-BE49-F238E27FC236}">
                  <a16:creationId xmlns:a16="http://schemas.microsoft.com/office/drawing/2014/main" id="{E407AA2D-39E0-4BBF-83EE-457D08282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913"/>
              <a:ext cx="35" cy="35"/>
            </a:xfrm>
            <a:custGeom>
              <a:avLst/>
              <a:gdLst>
                <a:gd name="T0" fmla="*/ 95 w 14"/>
                <a:gd name="T1" fmla="*/ 81 h 13"/>
                <a:gd name="T2" fmla="*/ 145 w 14"/>
                <a:gd name="T3" fmla="*/ 218 h 13"/>
                <a:gd name="T4" fmla="*/ 113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6" y="4"/>
                  </a:moveTo>
                  <a:cubicBezTo>
                    <a:pt x="0" y="3"/>
                    <a:pt x="2" y="13"/>
                    <a:pt x="9" y="11"/>
                  </a:cubicBezTo>
                  <a:cubicBezTo>
                    <a:pt x="14" y="8"/>
                    <a:pt x="12" y="0"/>
                    <a:pt x="7" y="4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3" name="Freeform 326">
              <a:extLst>
                <a:ext uri="{FF2B5EF4-FFF2-40B4-BE49-F238E27FC236}">
                  <a16:creationId xmlns:a16="http://schemas.microsoft.com/office/drawing/2014/main" id="{9C778067-D1D5-401D-B795-AD3C97ACA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900"/>
              <a:ext cx="35" cy="26"/>
            </a:xfrm>
            <a:custGeom>
              <a:avLst/>
              <a:gdLst>
                <a:gd name="T0" fmla="*/ 158 w 14"/>
                <a:gd name="T1" fmla="*/ 0 h 10"/>
                <a:gd name="T2" fmla="*/ 95 w 14"/>
                <a:gd name="T3" fmla="*/ 122 h 10"/>
                <a:gd name="T4" fmla="*/ 158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0" y="0"/>
                  </a:moveTo>
                  <a:cubicBezTo>
                    <a:pt x="6" y="0"/>
                    <a:pt x="0" y="3"/>
                    <a:pt x="6" y="7"/>
                  </a:cubicBezTo>
                  <a:cubicBezTo>
                    <a:pt x="11" y="10"/>
                    <a:pt x="14" y="3"/>
                    <a:pt x="10" y="0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4" name="Freeform 327">
              <a:extLst>
                <a:ext uri="{FF2B5EF4-FFF2-40B4-BE49-F238E27FC236}">
                  <a16:creationId xmlns:a16="http://schemas.microsoft.com/office/drawing/2014/main" id="{2EF6B4C9-EFC9-4CA1-BAA2-BC689ED2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908"/>
              <a:ext cx="13" cy="13"/>
            </a:xfrm>
            <a:custGeom>
              <a:avLst/>
              <a:gdLst>
                <a:gd name="T0" fmla="*/ 0 w 5"/>
                <a:gd name="T1" fmla="*/ 21 h 5"/>
                <a:gd name="T2" fmla="*/ 21 w 5"/>
                <a:gd name="T3" fmla="*/ 88 h 5"/>
                <a:gd name="T4" fmla="*/ 21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5" y="0"/>
                    <a:pt x="1" y="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5" name="Freeform 328">
              <a:extLst>
                <a:ext uri="{FF2B5EF4-FFF2-40B4-BE49-F238E27FC236}">
                  <a16:creationId xmlns:a16="http://schemas.microsoft.com/office/drawing/2014/main" id="{CFCA1782-A461-4D2C-B82B-B784EDFBE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926"/>
              <a:ext cx="67" cy="91"/>
            </a:xfrm>
            <a:custGeom>
              <a:avLst/>
              <a:gdLst>
                <a:gd name="T0" fmla="*/ 62 w 27"/>
                <a:gd name="T1" fmla="*/ 252 h 34"/>
                <a:gd name="T2" fmla="*/ 154 w 27"/>
                <a:gd name="T3" fmla="*/ 444 h 34"/>
                <a:gd name="T4" fmla="*/ 62 w 27"/>
                <a:gd name="T5" fmla="*/ 632 h 34"/>
                <a:gd name="T6" fmla="*/ 382 w 27"/>
                <a:gd name="T7" fmla="*/ 653 h 34"/>
                <a:gd name="T8" fmla="*/ 412 w 27"/>
                <a:gd name="T9" fmla="*/ 329 h 34"/>
                <a:gd name="T10" fmla="*/ 246 w 27"/>
                <a:gd name="T11" fmla="*/ 150 h 34"/>
                <a:gd name="T12" fmla="*/ 136 w 27"/>
                <a:gd name="T13" fmla="*/ 0 h 34"/>
                <a:gd name="T14" fmla="*/ 0 w 27"/>
                <a:gd name="T15" fmla="*/ 78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4">
                  <a:moveTo>
                    <a:pt x="4" y="13"/>
                  </a:moveTo>
                  <a:cubicBezTo>
                    <a:pt x="9" y="14"/>
                    <a:pt x="10" y="18"/>
                    <a:pt x="10" y="23"/>
                  </a:cubicBezTo>
                  <a:cubicBezTo>
                    <a:pt x="10" y="29"/>
                    <a:pt x="9" y="30"/>
                    <a:pt x="4" y="33"/>
                  </a:cubicBezTo>
                  <a:cubicBezTo>
                    <a:pt x="11" y="30"/>
                    <a:pt x="19" y="30"/>
                    <a:pt x="25" y="34"/>
                  </a:cubicBezTo>
                  <a:cubicBezTo>
                    <a:pt x="19" y="28"/>
                    <a:pt x="20" y="21"/>
                    <a:pt x="27" y="17"/>
                  </a:cubicBezTo>
                  <a:cubicBezTo>
                    <a:pt x="22" y="17"/>
                    <a:pt x="19" y="11"/>
                    <a:pt x="16" y="8"/>
                  </a:cubicBezTo>
                  <a:cubicBezTo>
                    <a:pt x="13" y="6"/>
                    <a:pt x="7" y="5"/>
                    <a:pt x="9" y="0"/>
                  </a:cubicBezTo>
                  <a:cubicBezTo>
                    <a:pt x="6" y="3"/>
                    <a:pt x="5" y="4"/>
                    <a:pt x="0" y="4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6" name="Freeform 329">
              <a:extLst>
                <a:ext uri="{FF2B5EF4-FFF2-40B4-BE49-F238E27FC236}">
                  <a16:creationId xmlns:a16="http://schemas.microsoft.com/office/drawing/2014/main" id="{1FD0279D-6241-4AD4-9F48-9A2040BBF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929"/>
              <a:ext cx="50" cy="59"/>
            </a:xfrm>
            <a:custGeom>
              <a:avLst/>
              <a:gdLst>
                <a:gd name="T0" fmla="*/ 0 w 20"/>
                <a:gd name="T1" fmla="*/ 0 h 22"/>
                <a:gd name="T2" fmla="*/ 20 w 20"/>
                <a:gd name="T3" fmla="*/ 231 h 22"/>
                <a:gd name="T4" fmla="*/ 113 w 20"/>
                <a:gd name="T5" fmla="*/ 424 h 22"/>
                <a:gd name="T6" fmla="*/ 270 w 20"/>
                <a:gd name="T7" fmla="*/ 346 h 22"/>
                <a:gd name="T8" fmla="*/ 313 w 20"/>
                <a:gd name="T9" fmla="*/ 94 h 22"/>
                <a:gd name="T10" fmla="*/ 145 w 20"/>
                <a:gd name="T11" fmla="*/ 3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6" y="5"/>
                    <a:pt x="6" y="7"/>
                    <a:pt x="1" y="12"/>
                  </a:cubicBezTo>
                  <a:cubicBezTo>
                    <a:pt x="6" y="14"/>
                    <a:pt x="8" y="18"/>
                    <a:pt x="7" y="22"/>
                  </a:cubicBezTo>
                  <a:cubicBezTo>
                    <a:pt x="7" y="16"/>
                    <a:pt x="13" y="17"/>
                    <a:pt x="17" y="18"/>
                  </a:cubicBezTo>
                  <a:cubicBezTo>
                    <a:pt x="12" y="15"/>
                    <a:pt x="15" y="7"/>
                    <a:pt x="20" y="5"/>
                  </a:cubicBezTo>
                  <a:cubicBezTo>
                    <a:pt x="16" y="6"/>
                    <a:pt x="12" y="4"/>
                    <a:pt x="9" y="2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7" name="Freeform 330">
              <a:extLst>
                <a:ext uri="{FF2B5EF4-FFF2-40B4-BE49-F238E27FC236}">
                  <a16:creationId xmlns:a16="http://schemas.microsoft.com/office/drawing/2014/main" id="{0D510725-AB63-4394-961E-11C479EEC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046"/>
              <a:ext cx="75" cy="99"/>
            </a:xfrm>
            <a:custGeom>
              <a:avLst/>
              <a:gdLst>
                <a:gd name="T0" fmla="*/ 470 w 30"/>
                <a:gd name="T1" fmla="*/ 230 h 37"/>
                <a:gd name="T2" fmla="*/ 425 w 30"/>
                <a:gd name="T3" fmla="*/ 401 h 37"/>
                <a:gd name="T4" fmla="*/ 438 w 30"/>
                <a:gd name="T5" fmla="*/ 559 h 37"/>
                <a:gd name="T6" fmla="*/ 300 w 30"/>
                <a:gd name="T7" fmla="*/ 709 h 37"/>
                <a:gd name="T8" fmla="*/ 345 w 30"/>
                <a:gd name="T9" fmla="*/ 479 h 37"/>
                <a:gd name="T10" fmla="*/ 208 w 30"/>
                <a:gd name="T11" fmla="*/ 423 h 37"/>
                <a:gd name="T12" fmla="*/ 83 w 30"/>
                <a:gd name="T13" fmla="*/ 479 h 37"/>
                <a:gd name="T14" fmla="*/ 0 w 30"/>
                <a:gd name="T15" fmla="*/ 308 h 37"/>
                <a:gd name="T16" fmla="*/ 188 w 30"/>
                <a:gd name="T17" fmla="*/ 0 h 37"/>
                <a:gd name="T18" fmla="*/ 250 w 30"/>
                <a:gd name="T19" fmla="*/ 171 h 37"/>
                <a:gd name="T20" fmla="*/ 425 w 30"/>
                <a:gd name="T21" fmla="*/ 193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37">
                  <a:moveTo>
                    <a:pt x="30" y="12"/>
                  </a:moveTo>
                  <a:cubicBezTo>
                    <a:pt x="28" y="14"/>
                    <a:pt x="26" y="18"/>
                    <a:pt x="27" y="21"/>
                  </a:cubicBezTo>
                  <a:cubicBezTo>
                    <a:pt x="27" y="24"/>
                    <a:pt x="29" y="26"/>
                    <a:pt x="28" y="29"/>
                  </a:cubicBezTo>
                  <a:cubicBezTo>
                    <a:pt x="28" y="34"/>
                    <a:pt x="23" y="34"/>
                    <a:pt x="19" y="37"/>
                  </a:cubicBezTo>
                  <a:cubicBezTo>
                    <a:pt x="23" y="35"/>
                    <a:pt x="25" y="28"/>
                    <a:pt x="22" y="25"/>
                  </a:cubicBezTo>
                  <a:cubicBezTo>
                    <a:pt x="22" y="24"/>
                    <a:pt x="14" y="22"/>
                    <a:pt x="13" y="22"/>
                  </a:cubicBezTo>
                  <a:cubicBezTo>
                    <a:pt x="10" y="22"/>
                    <a:pt x="7" y="26"/>
                    <a:pt x="5" y="25"/>
                  </a:cubicBezTo>
                  <a:cubicBezTo>
                    <a:pt x="3" y="24"/>
                    <a:pt x="0" y="18"/>
                    <a:pt x="0" y="16"/>
                  </a:cubicBezTo>
                  <a:cubicBezTo>
                    <a:pt x="12" y="22"/>
                    <a:pt x="13" y="7"/>
                    <a:pt x="12" y="0"/>
                  </a:cubicBezTo>
                  <a:cubicBezTo>
                    <a:pt x="11" y="3"/>
                    <a:pt x="14" y="7"/>
                    <a:pt x="16" y="9"/>
                  </a:cubicBezTo>
                  <a:cubicBezTo>
                    <a:pt x="19" y="11"/>
                    <a:pt x="23" y="10"/>
                    <a:pt x="27" y="10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8" name="Freeform 331">
              <a:extLst>
                <a:ext uri="{FF2B5EF4-FFF2-40B4-BE49-F238E27FC236}">
                  <a16:creationId xmlns:a16="http://schemas.microsoft.com/office/drawing/2014/main" id="{53DD6CED-9862-4CCC-B4D0-B805BEBC6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044"/>
              <a:ext cx="25" cy="21"/>
            </a:xfrm>
            <a:custGeom>
              <a:avLst/>
              <a:gdLst>
                <a:gd name="T0" fmla="*/ 83 w 10"/>
                <a:gd name="T1" fmla="*/ 21 h 8"/>
                <a:gd name="T2" fmla="*/ 95 w 10"/>
                <a:gd name="T3" fmla="*/ 123 h 8"/>
                <a:gd name="T4" fmla="*/ 113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0" y="2"/>
                    <a:pt x="0" y="8"/>
                    <a:pt x="6" y="7"/>
                  </a:cubicBezTo>
                  <a:cubicBezTo>
                    <a:pt x="10" y="6"/>
                    <a:pt x="10" y="0"/>
                    <a:pt x="7" y="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69" name="Freeform 332">
              <a:extLst>
                <a:ext uri="{FF2B5EF4-FFF2-40B4-BE49-F238E27FC236}">
                  <a16:creationId xmlns:a16="http://schemas.microsoft.com/office/drawing/2014/main" id="{9C3C47FA-697A-4D7D-8BAC-AD5178D2C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044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20 w 4"/>
                <a:gd name="T3" fmla="*/ 63 h 4"/>
                <a:gd name="T4" fmla="*/ 33 w 4"/>
                <a:gd name="T5" fmla="*/ 0 h 4"/>
                <a:gd name="T6" fmla="*/ 2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4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0" name="Freeform 333">
              <a:extLst>
                <a:ext uri="{FF2B5EF4-FFF2-40B4-BE49-F238E27FC236}">
                  <a16:creationId xmlns:a16="http://schemas.microsoft.com/office/drawing/2014/main" id="{297BDD7E-36E6-4A1B-B4E4-A57AA10DC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988"/>
              <a:ext cx="43" cy="50"/>
            </a:xfrm>
            <a:custGeom>
              <a:avLst/>
              <a:gdLst>
                <a:gd name="T0" fmla="*/ 0 w 17"/>
                <a:gd name="T1" fmla="*/ 271 h 19"/>
                <a:gd name="T2" fmla="*/ 63 w 17"/>
                <a:gd name="T3" fmla="*/ 347 h 19"/>
                <a:gd name="T4" fmla="*/ 255 w 17"/>
                <a:gd name="T5" fmla="*/ 347 h 19"/>
                <a:gd name="T6" fmla="*/ 210 w 17"/>
                <a:gd name="T7" fmla="*/ 234 h 19"/>
                <a:gd name="T8" fmla="*/ 210 w 17"/>
                <a:gd name="T9" fmla="*/ 21 h 19"/>
                <a:gd name="T10" fmla="*/ 129 w 17"/>
                <a:gd name="T11" fmla="*/ 0 h 19"/>
                <a:gd name="T12" fmla="*/ 51 w 17"/>
                <a:gd name="T13" fmla="*/ 17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9">
                  <a:moveTo>
                    <a:pt x="0" y="15"/>
                  </a:moveTo>
                  <a:cubicBezTo>
                    <a:pt x="2" y="15"/>
                    <a:pt x="4" y="17"/>
                    <a:pt x="4" y="19"/>
                  </a:cubicBezTo>
                  <a:cubicBezTo>
                    <a:pt x="7" y="16"/>
                    <a:pt x="13" y="17"/>
                    <a:pt x="16" y="19"/>
                  </a:cubicBezTo>
                  <a:cubicBezTo>
                    <a:pt x="17" y="15"/>
                    <a:pt x="14" y="15"/>
                    <a:pt x="13" y="13"/>
                  </a:cubicBezTo>
                  <a:cubicBezTo>
                    <a:pt x="12" y="9"/>
                    <a:pt x="15" y="4"/>
                    <a:pt x="13" y="1"/>
                  </a:cubicBezTo>
                  <a:cubicBezTo>
                    <a:pt x="12" y="3"/>
                    <a:pt x="9" y="3"/>
                    <a:pt x="8" y="0"/>
                  </a:cubicBezTo>
                  <a:cubicBezTo>
                    <a:pt x="8" y="4"/>
                    <a:pt x="6" y="7"/>
                    <a:pt x="3" y="10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1" name="Freeform 334">
              <a:extLst>
                <a:ext uri="{FF2B5EF4-FFF2-40B4-BE49-F238E27FC236}">
                  <a16:creationId xmlns:a16="http://schemas.microsoft.com/office/drawing/2014/main" id="{5B7CDD91-B6B2-4A09-A3C8-3646E22CC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956"/>
              <a:ext cx="43" cy="61"/>
            </a:xfrm>
            <a:custGeom>
              <a:avLst/>
              <a:gdLst>
                <a:gd name="T0" fmla="*/ 0 w 17"/>
                <a:gd name="T1" fmla="*/ 204 h 23"/>
                <a:gd name="T2" fmla="*/ 96 w 17"/>
                <a:gd name="T3" fmla="*/ 430 h 23"/>
                <a:gd name="T4" fmla="*/ 276 w 17"/>
                <a:gd name="T5" fmla="*/ 204 h 23"/>
                <a:gd name="T6" fmla="*/ 180 w 17"/>
                <a:gd name="T7" fmla="*/ 0 h 23"/>
                <a:gd name="T8" fmla="*/ 63 w 17"/>
                <a:gd name="T9" fmla="*/ 14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0" y="11"/>
                  </a:moveTo>
                  <a:cubicBezTo>
                    <a:pt x="5" y="13"/>
                    <a:pt x="6" y="18"/>
                    <a:pt x="6" y="23"/>
                  </a:cubicBezTo>
                  <a:cubicBezTo>
                    <a:pt x="7" y="17"/>
                    <a:pt x="12" y="14"/>
                    <a:pt x="17" y="11"/>
                  </a:cubicBezTo>
                  <a:cubicBezTo>
                    <a:pt x="9" y="11"/>
                    <a:pt x="13" y="4"/>
                    <a:pt x="11" y="0"/>
                  </a:cubicBezTo>
                  <a:cubicBezTo>
                    <a:pt x="9" y="3"/>
                    <a:pt x="7" y="6"/>
                    <a:pt x="4" y="8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2" name="Freeform 335">
              <a:extLst>
                <a:ext uri="{FF2B5EF4-FFF2-40B4-BE49-F238E27FC236}">
                  <a16:creationId xmlns:a16="http://schemas.microsoft.com/office/drawing/2014/main" id="{E50D86CE-0ADA-4670-9724-8FC91F432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966"/>
              <a:ext cx="45" cy="160"/>
            </a:xfrm>
            <a:custGeom>
              <a:avLst/>
              <a:gdLst>
                <a:gd name="T0" fmla="*/ 95 w 18"/>
                <a:gd name="T1" fmla="*/ 115 h 60"/>
                <a:gd name="T2" fmla="*/ 113 w 18"/>
                <a:gd name="T3" fmla="*/ 605 h 60"/>
                <a:gd name="T4" fmla="*/ 208 w 18"/>
                <a:gd name="T5" fmla="*/ 853 h 60"/>
                <a:gd name="T6" fmla="*/ 250 w 18"/>
                <a:gd name="T7" fmla="*/ 1139 h 60"/>
                <a:gd name="T8" fmla="*/ 283 w 18"/>
                <a:gd name="T9" fmla="*/ 739 h 60"/>
                <a:gd name="T10" fmla="*/ 220 w 18"/>
                <a:gd name="T11" fmla="*/ 456 h 60"/>
                <a:gd name="T12" fmla="*/ 175 w 18"/>
                <a:gd name="T13" fmla="*/ 136 h 60"/>
                <a:gd name="T14" fmla="*/ 158 w 18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60">
                  <a:moveTo>
                    <a:pt x="6" y="6"/>
                  </a:moveTo>
                  <a:cubicBezTo>
                    <a:pt x="0" y="15"/>
                    <a:pt x="4" y="24"/>
                    <a:pt x="7" y="32"/>
                  </a:cubicBezTo>
                  <a:cubicBezTo>
                    <a:pt x="9" y="36"/>
                    <a:pt x="11" y="41"/>
                    <a:pt x="13" y="45"/>
                  </a:cubicBezTo>
                  <a:cubicBezTo>
                    <a:pt x="14" y="50"/>
                    <a:pt x="13" y="55"/>
                    <a:pt x="16" y="60"/>
                  </a:cubicBezTo>
                  <a:cubicBezTo>
                    <a:pt x="14" y="53"/>
                    <a:pt x="12" y="44"/>
                    <a:pt x="18" y="39"/>
                  </a:cubicBezTo>
                  <a:cubicBezTo>
                    <a:pt x="12" y="36"/>
                    <a:pt x="10" y="29"/>
                    <a:pt x="14" y="24"/>
                  </a:cubicBezTo>
                  <a:cubicBezTo>
                    <a:pt x="8" y="20"/>
                    <a:pt x="8" y="13"/>
                    <a:pt x="11" y="7"/>
                  </a:cubicBezTo>
                  <a:cubicBezTo>
                    <a:pt x="8" y="5"/>
                    <a:pt x="8" y="2"/>
                    <a:pt x="10" y="0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3" name="Freeform 336">
              <a:extLst>
                <a:ext uri="{FF2B5EF4-FFF2-40B4-BE49-F238E27FC236}">
                  <a16:creationId xmlns:a16="http://schemas.microsoft.com/office/drawing/2014/main" id="{63F274B0-D23A-4A49-B332-15073BC4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009"/>
              <a:ext cx="30" cy="35"/>
            </a:xfrm>
            <a:custGeom>
              <a:avLst/>
              <a:gdLst>
                <a:gd name="T0" fmla="*/ 145 w 12"/>
                <a:gd name="T1" fmla="*/ 0 h 13"/>
                <a:gd name="T2" fmla="*/ 0 w 12"/>
                <a:gd name="T3" fmla="*/ 159 h 13"/>
                <a:gd name="T4" fmla="*/ 158 w 12"/>
                <a:gd name="T5" fmla="*/ 253 h 13"/>
                <a:gd name="T6" fmla="*/ 188 w 12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9" y="0"/>
                  </a:moveTo>
                  <a:cubicBezTo>
                    <a:pt x="9" y="5"/>
                    <a:pt x="4" y="7"/>
                    <a:pt x="0" y="8"/>
                  </a:cubicBezTo>
                  <a:cubicBezTo>
                    <a:pt x="5" y="6"/>
                    <a:pt x="8" y="10"/>
                    <a:pt x="10" y="13"/>
                  </a:cubicBezTo>
                  <a:cubicBezTo>
                    <a:pt x="11" y="8"/>
                    <a:pt x="7" y="6"/>
                    <a:pt x="12" y="2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4" name="Freeform 337">
              <a:extLst>
                <a:ext uri="{FF2B5EF4-FFF2-40B4-BE49-F238E27FC236}">
                  <a16:creationId xmlns:a16="http://schemas.microsoft.com/office/drawing/2014/main" id="{09CC5048-A542-4D99-BD81-1A12C7CD7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009"/>
              <a:ext cx="33" cy="48"/>
            </a:xfrm>
            <a:custGeom>
              <a:avLst/>
              <a:gdLst>
                <a:gd name="T0" fmla="*/ 33 w 13"/>
                <a:gd name="T1" fmla="*/ 93 h 18"/>
                <a:gd name="T2" fmla="*/ 0 w 13"/>
                <a:gd name="T3" fmla="*/ 341 h 18"/>
                <a:gd name="T4" fmla="*/ 160 w 13"/>
                <a:gd name="T5" fmla="*/ 320 h 18"/>
                <a:gd name="T6" fmla="*/ 117 w 13"/>
                <a:gd name="T7" fmla="*/ 0 h 18"/>
                <a:gd name="T8" fmla="*/ 51 w 13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2" y="5"/>
                  </a:moveTo>
                  <a:cubicBezTo>
                    <a:pt x="7" y="9"/>
                    <a:pt x="2" y="14"/>
                    <a:pt x="0" y="18"/>
                  </a:cubicBezTo>
                  <a:cubicBezTo>
                    <a:pt x="4" y="14"/>
                    <a:pt x="5" y="16"/>
                    <a:pt x="10" y="17"/>
                  </a:cubicBezTo>
                  <a:cubicBezTo>
                    <a:pt x="4" y="12"/>
                    <a:pt x="13" y="5"/>
                    <a:pt x="7" y="0"/>
                  </a:cubicBezTo>
                  <a:cubicBezTo>
                    <a:pt x="6" y="1"/>
                    <a:pt x="5" y="0"/>
                    <a:pt x="3" y="1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5" name="Freeform 338">
              <a:extLst>
                <a:ext uri="{FF2B5EF4-FFF2-40B4-BE49-F238E27FC236}">
                  <a16:creationId xmlns:a16="http://schemas.microsoft.com/office/drawing/2014/main" id="{96B10905-05BB-49C4-817E-10418A367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897"/>
              <a:ext cx="37" cy="19"/>
            </a:xfrm>
            <a:custGeom>
              <a:avLst/>
              <a:gdLst>
                <a:gd name="T0" fmla="*/ 0 w 15"/>
                <a:gd name="T1" fmla="*/ 22 h 7"/>
                <a:gd name="T2" fmla="*/ 74 w 15"/>
                <a:gd name="T3" fmla="*/ 141 h 7"/>
                <a:gd name="T4" fmla="*/ 224 w 15"/>
                <a:gd name="T5" fmla="*/ 81 h 7"/>
                <a:gd name="T6" fmla="*/ 183 w 15"/>
                <a:gd name="T7" fmla="*/ 0 h 7"/>
                <a:gd name="T8" fmla="*/ 91 w 15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1"/>
                  </a:moveTo>
                  <a:cubicBezTo>
                    <a:pt x="4" y="1"/>
                    <a:pt x="5" y="4"/>
                    <a:pt x="5" y="7"/>
                  </a:cubicBezTo>
                  <a:cubicBezTo>
                    <a:pt x="9" y="4"/>
                    <a:pt x="10" y="3"/>
                    <a:pt x="15" y="4"/>
                  </a:cubicBezTo>
                  <a:cubicBezTo>
                    <a:pt x="14" y="3"/>
                    <a:pt x="13" y="1"/>
                    <a:pt x="12" y="0"/>
                  </a:cubicBezTo>
                  <a:cubicBezTo>
                    <a:pt x="10" y="1"/>
                    <a:pt x="8" y="1"/>
                    <a:pt x="6" y="1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6" name="Freeform 339">
              <a:extLst>
                <a:ext uri="{FF2B5EF4-FFF2-40B4-BE49-F238E27FC236}">
                  <a16:creationId xmlns:a16="http://schemas.microsoft.com/office/drawing/2014/main" id="{D501DED8-FF5C-451B-BE62-EAFC8375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902"/>
              <a:ext cx="40" cy="30"/>
            </a:xfrm>
            <a:custGeom>
              <a:avLst/>
              <a:gdLst>
                <a:gd name="T0" fmla="*/ 0 w 16"/>
                <a:gd name="T1" fmla="*/ 224 h 11"/>
                <a:gd name="T2" fmla="*/ 250 w 16"/>
                <a:gd name="T3" fmla="*/ 0 h 11"/>
                <a:gd name="T4" fmla="*/ 250 w 16"/>
                <a:gd name="T5" fmla="*/ 202 h 11"/>
                <a:gd name="T6" fmla="*/ 83 w 16"/>
                <a:gd name="T7" fmla="*/ 1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3" y="6"/>
                    <a:pt x="10" y="1"/>
                    <a:pt x="16" y="0"/>
                  </a:cubicBezTo>
                  <a:cubicBezTo>
                    <a:pt x="14" y="4"/>
                    <a:pt x="15" y="6"/>
                    <a:pt x="16" y="10"/>
                  </a:cubicBezTo>
                  <a:cubicBezTo>
                    <a:pt x="12" y="4"/>
                    <a:pt x="10" y="8"/>
                    <a:pt x="5" y="8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7" name="Freeform 340">
              <a:extLst>
                <a:ext uri="{FF2B5EF4-FFF2-40B4-BE49-F238E27FC236}">
                  <a16:creationId xmlns:a16="http://schemas.microsoft.com/office/drawing/2014/main" id="{0F219228-098F-4B25-AFCF-AC764C04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881"/>
              <a:ext cx="125" cy="21"/>
            </a:xfrm>
            <a:custGeom>
              <a:avLst/>
              <a:gdLst>
                <a:gd name="T0" fmla="*/ 0 w 50"/>
                <a:gd name="T1" fmla="*/ 89 h 8"/>
                <a:gd name="T2" fmla="*/ 395 w 50"/>
                <a:gd name="T3" fmla="*/ 76 h 8"/>
                <a:gd name="T4" fmla="*/ 783 w 50"/>
                <a:gd name="T5" fmla="*/ 76 h 8"/>
                <a:gd name="T6" fmla="*/ 533 w 50"/>
                <a:gd name="T7" fmla="*/ 144 h 8"/>
                <a:gd name="T8" fmla="*/ 425 w 50"/>
                <a:gd name="T9" fmla="*/ 123 h 8"/>
                <a:gd name="T10" fmla="*/ 283 w 50"/>
                <a:gd name="T11" fmla="*/ 123 h 8"/>
                <a:gd name="T12" fmla="*/ 145 w 50"/>
                <a:gd name="T13" fmla="*/ 7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">
                  <a:moveTo>
                    <a:pt x="0" y="5"/>
                  </a:moveTo>
                  <a:cubicBezTo>
                    <a:pt x="9" y="1"/>
                    <a:pt x="16" y="4"/>
                    <a:pt x="25" y="4"/>
                  </a:cubicBezTo>
                  <a:cubicBezTo>
                    <a:pt x="34" y="4"/>
                    <a:pt x="42" y="0"/>
                    <a:pt x="50" y="4"/>
                  </a:cubicBezTo>
                  <a:cubicBezTo>
                    <a:pt x="45" y="5"/>
                    <a:pt x="37" y="3"/>
                    <a:pt x="34" y="8"/>
                  </a:cubicBezTo>
                  <a:cubicBezTo>
                    <a:pt x="33" y="7"/>
                    <a:pt x="29" y="7"/>
                    <a:pt x="27" y="7"/>
                  </a:cubicBezTo>
                  <a:cubicBezTo>
                    <a:pt x="24" y="6"/>
                    <a:pt x="21" y="3"/>
                    <a:pt x="18" y="7"/>
                  </a:cubicBezTo>
                  <a:cubicBezTo>
                    <a:pt x="16" y="5"/>
                    <a:pt x="12" y="5"/>
                    <a:pt x="9" y="4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8" name="Freeform 341">
              <a:extLst>
                <a:ext uri="{FF2B5EF4-FFF2-40B4-BE49-F238E27FC236}">
                  <a16:creationId xmlns:a16="http://schemas.microsoft.com/office/drawing/2014/main" id="{AD41EB40-9ECD-4AE1-AB77-CC8E4FBD8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900"/>
              <a:ext cx="30" cy="165"/>
            </a:xfrm>
            <a:custGeom>
              <a:avLst/>
              <a:gdLst>
                <a:gd name="T0" fmla="*/ 0 w 12"/>
                <a:gd name="T1" fmla="*/ 0 h 62"/>
                <a:gd name="T2" fmla="*/ 63 w 12"/>
                <a:gd name="T3" fmla="*/ 149 h 62"/>
                <a:gd name="T4" fmla="*/ 95 w 12"/>
                <a:gd name="T5" fmla="*/ 282 h 62"/>
                <a:gd name="T6" fmla="*/ 145 w 12"/>
                <a:gd name="T7" fmla="*/ 546 h 62"/>
                <a:gd name="T8" fmla="*/ 175 w 12"/>
                <a:gd name="T9" fmla="*/ 865 h 62"/>
                <a:gd name="T10" fmla="*/ 50 w 12"/>
                <a:gd name="T11" fmla="*/ 1168 h 62"/>
                <a:gd name="T12" fmla="*/ 95 w 12"/>
                <a:gd name="T13" fmla="*/ 828 h 62"/>
                <a:gd name="T14" fmla="*/ 20 w 12"/>
                <a:gd name="T15" fmla="*/ 588 h 62"/>
                <a:gd name="T16" fmla="*/ 0 w 12"/>
                <a:gd name="T17" fmla="*/ 248 h 62"/>
                <a:gd name="T18" fmla="*/ 20 w 12"/>
                <a:gd name="T19" fmla="*/ 56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62">
                  <a:moveTo>
                    <a:pt x="0" y="0"/>
                  </a:moveTo>
                  <a:cubicBezTo>
                    <a:pt x="1" y="2"/>
                    <a:pt x="3" y="5"/>
                    <a:pt x="4" y="8"/>
                  </a:cubicBezTo>
                  <a:cubicBezTo>
                    <a:pt x="6" y="11"/>
                    <a:pt x="6" y="12"/>
                    <a:pt x="6" y="15"/>
                  </a:cubicBezTo>
                  <a:cubicBezTo>
                    <a:pt x="6" y="20"/>
                    <a:pt x="8" y="24"/>
                    <a:pt x="9" y="29"/>
                  </a:cubicBezTo>
                  <a:cubicBezTo>
                    <a:pt x="11" y="34"/>
                    <a:pt x="12" y="40"/>
                    <a:pt x="11" y="46"/>
                  </a:cubicBezTo>
                  <a:cubicBezTo>
                    <a:pt x="10" y="53"/>
                    <a:pt x="5" y="56"/>
                    <a:pt x="3" y="62"/>
                  </a:cubicBezTo>
                  <a:cubicBezTo>
                    <a:pt x="5" y="58"/>
                    <a:pt x="11" y="47"/>
                    <a:pt x="6" y="44"/>
                  </a:cubicBezTo>
                  <a:cubicBezTo>
                    <a:pt x="8" y="41"/>
                    <a:pt x="7" y="28"/>
                    <a:pt x="1" y="31"/>
                  </a:cubicBezTo>
                  <a:cubicBezTo>
                    <a:pt x="8" y="30"/>
                    <a:pt x="6" y="13"/>
                    <a:pt x="0" y="13"/>
                  </a:cubicBezTo>
                  <a:cubicBezTo>
                    <a:pt x="3" y="11"/>
                    <a:pt x="5" y="4"/>
                    <a:pt x="1" y="3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79" name="Freeform 342">
              <a:extLst>
                <a:ext uri="{FF2B5EF4-FFF2-40B4-BE49-F238E27FC236}">
                  <a16:creationId xmlns:a16="http://schemas.microsoft.com/office/drawing/2014/main" id="{76D9B9A8-D6DF-413B-A3B7-0F6417990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070"/>
              <a:ext cx="72" cy="88"/>
            </a:xfrm>
            <a:custGeom>
              <a:avLst/>
              <a:gdLst>
                <a:gd name="T0" fmla="*/ 0 w 29"/>
                <a:gd name="T1" fmla="*/ 627 h 33"/>
                <a:gd name="T2" fmla="*/ 258 w 29"/>
                <a:gd name="T3" fmla="*/ 419 h 33"/>
                <a:gd name="T4" fmla="*/ 444 w 29"/>
                <a:gd name="T5" fmla="*/ 0 h 33"/>
                <a:gd name="T6" fmla="*/ 278 w 29"/>
                <a:gd name="T7" fmla="*/ 115 h 33"/>
                <a:gd name="T8" fmla="*/ 216 w 29"/>
                <a:gd name="T9" fmla="*/ 307 h 33"/>
                <a:gd name="T10" fmla="*/ 74 w 29"/>
                <a:gd name="T11" fmla="*/ 456 h 33"/>
                <a:gd name="T12" fmla="*/ 92 w 29"/>
                <a:gd name="T13" fmla="*/ 5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7" y="31"/>
                    <a:pt x="14" y="28"/>
                    <a:pt x="17" y="22"/>
                  </a:cubicBezTo>
                  <a:cubicBezTo>
                    <a:pt x="21" y="16"/>
                    <a:pt x="22" y="3"/>
                    <a:pt x="29" y="0"/>
                  </a:cubicBezTo>
                  <a:cubicBezTo>
                    <a:pt x="25" y="1"/>
                    <a:pt x="22" y="7"/>
                    <a:pt x="18" y="6"/>
                  </a:cubicBezTo>
                  <a:cubicBezTo>
                    <a:pt x="21" y="9"/>
                    <a:pt x="17" y="14"/>
                    <a:pt x="14" y="16"/>
                  </a:cubicBezTo>
                  <a:cubicBezTo>
                    <a:pt x="19" y="22"/>
                    <a:pt x="9" y="25"/>
                    <a:pt x="5" y="24"/>
                  </a:cubicBezTo>
                  <a:cubicBezTo>
                    <a:pt x="8" y="26"/>
                    <a:pt x="8" y="31"/>
                    <a:pt x="6" y="30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0" name="Freeform 343">
              <a:extLst>
                <a:ext uri="{FF2B5EF4-FFF2-40B4-BE49-F238E27FC236}">
                  <a16:creationId xmlns:a16="http://schemas.microsoft.com/office/drawing/2014/main" id="{A205426C-CBBD-460C-A29F-6F50DB8A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48"/>
              <a:ext cx="77" cy="18"/>
            </a:xfrm>
            <a:custGeom>
              <a:avLst/>
              <a:gdLst>
                <a:gd name="T0" fmla="*/ 0 w 31"/>
                <a:gd name="T1" fmla="*/ 0 h 7"/>
                <a:gd name="T2" fmla="*/ 196 w 31"/>
                <a:gd name="T3" fmla="*/ 85 h 7"/>
                <a:gd name="T4" fmla="*/ 474 w 31"/>
                <a:gd name="T5" fmla="*/ 118 h 7"/>
                <a:gd name="T6" fmla="*/ 370 w 31"/>
                <a:gd name="T7" fmla="*/ 21 h 7"/>
                <a:gd name="T8" fmla="*/ 246 w 31"/>
                <a:gd name="T9" fmla="*/ 21 h 7"/>
                <a:gd name="T10" fmla="*/ 104 w 31"/>
                <a:gd name="T11" fmla="*/ 2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7">
                  <a:moveTo>
                    <a:pt x="0" y="0"/>
                  </a:moveTo>
                  <a:cubicBezTo>
                    <a:pt x="4" y="3"/>
                    <a:pt x="8" y="4"/>
                    <a:pt x="13" y="5"/>
                  </a:cubicBezTo>
                  <a:cubicBezTo>
                    <a:pt x="19" y="5"/>
                    <a:pt x="26" y="7"/>
                    <a:pt x="31" y="7"/>
                  </a:cubicBezTo>
                  <a:cubicBezTo>
                    <a:pt x="29" y="4"/>
                    <a:pt x="26" y="4"/>
                    <a:pt x="24" y="1"/>
                  </a:cubicBezTo>
                  <a:cubicBezTo>
                    <a:pt x="22" y="3"/>
                    <a:pt x="18" y="3"/>
                    <a:pt x="16" y="1"/>
                  </a:cubicBezTo>
                  <a:cubicBezTo>
                    <a:pt x="14" y="3"/>
                    <a:pt x="10" y="2"/>
                    <a:pt x="7" y="1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1" name="Freeform 344">
              <a:extLst>
                <a:ext uri="{FF2B5EF4-FFF2-40B4-BE49-F238E27FC236}">
                  <a16:creationId xmlns:a16="http://schemas.microsoft.com/office/drawing/2014/main" id="{192C2348-9897-490A-8D45-37FC5D5EE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124"/>
              <a:ext cx="12" cy="24"/>
            </a:xfrm>
            <a:custGeom>
              <a:avLst/>
              <a:gdLst>
                <a:gd name="T0" fmla="*/ 0 w 5"/>
                <a:gd name="T1" fmla="*/ 115 h 9"/>
                <a:gd name="T2" fmla="*/ 0 w 5"/>
                <a:gd name="T3" fmla="*/ 136 h 9"/>
                <a:gd name="T4" fmla="*/ 0 w 5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6"/>
                  </a:moveTo>
                  <a:cubicBezTo>
                    <a:pt x="0" y="6"/>
                    <a:pt x="0" y="7"/>
                    <a:pt x="0" y="7"/>
                  </a:cubicBezTo>
                  <a:cubicBezTo>
                    <a:pt x="5" y="9"/>
                    <a:pt x="3" y="0"/>
                    <a:pt x="0" y="5"/>
                  </a:cubicBezTo>
                </a:path>
              </a:pathLst>
            </a:custGeom>
            <a:solidFill>
              <a:srgbClr val="F9E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2" name="Freeform 345">
              <a:extLst>
                <a:ext uri="{FF2B5EF4-FFF2-40B4-BE49-F238E27FC236}">
                  <a16:creationId xmlns:a16="http://schemas.microsoft.com/office/drawing/2014/main" id="{9696D577-734F-4C56-A71A-893D05938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078"/>
              <a:ext cx="43" cy="46"/>
            </a:xfrm>
            <a:custGeom>
              <a:avLst/>
              <a:gdLst>
                <a:gd name="T0" fmla="*/ 0 w 17"/>
                <a:gd name="T1" fmla="*/ 336 h 17"/>
                <a:gd name="T2" fmla="*/ 180 w 17"/>
                <a:gd name="T3" fmla="*/ 336 h 17"/>
                <a:gd name="T4" fmla="*/ 276 w 17"/>
                <a:gd name="T5" fmla="*/ 162 h 17"/>
                <a:gd name="T6" fmla="*/ 192 w 17"/>
                <a:gd name="T7" fmla="*/ 0 h 17"/>
                <a:gd name="T8" fmla="*/ 180 w 17"/>
                <a:gd name="T9" fmla="*/ 0 h 17"/>
                <a:gd name="T10" fmla="*/ 116 w 17"/>
                <a:gd name="T11" fmla="*/ 25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4" y="16"/>
                    <a:pt x="7" y="16"/>
                    <a:pt x="11" y="17"/>
                  </a:cubicBezTo>
                  <a:cubicBezTo>
                    <a:pt x="12" y="13"/>
                    <a:pt x="15" y="11"/>
                    <a:pt x="17" y="8"/>
                  </a:cubicBezTo>
                  <a:cubicBezTo>
                    <a:pt x="13" y="7"/>
                    <a:pt x="13" y="3"/>
                    <a:pt x="12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6"/>
                    <a:pt x="12" y="9"/>
                    <a:pt x="7" y="13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3" name="Freeform 346">
              <a:extLst>
                <a:ext uri="{FF2B5EF4-FFF2-40B4-BE49-F238E27FC236}">
                  <a16:creationId xmlns:a16="http://schemas.microsoft.com/office/drawing/2014/main" id="{7249110A-396A-4ADD-97B9-835337C5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009"/>
              <a:ext cx="45" cy="163"/>
            </a:xfrm>
            <a:custGeom>
              <a:avLst/>
              <a:gdLst>
                <a:gd name="T0" fmla="*/ 125 w 18"/>
                <a:gd name="T1" fmla="*/ 0 h 61"/>
                <a:gd name="T2" fmla="*/ 83 w 18"/>
                <a:gd name="T3" fmla="*/ 615 h 61"/>
                <a:gd name="T4" fmla="*/ 283 w 18"/>
                <a:gd name="T5" fmla="*/ 1165 h 61"/>
                <a:gd name="T6" fmla="*/ 270 w 18"/>
                <a:gd name="T7" fmla="*/ 901 h 61"/>
                <a:gd name="T8" fmla="*/ 188 w 18"/>
                <a:gd name="T9" fmla="*/ 671 h 61"/>
                <a:gd name="T10" fmla="*/ 113 w 18"/>
                <a:gd name="T11" fmla="*/ 401 h 61"/>
                <a:gd name="T12" fmla="*/ 113 w 18"/>
                <a:gd name="T13" fmla="*/ 7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1">
                  <a:moveTo>
                    <a:pt x="8" y="0"/>
                  </a:moveTo>
                  <a:cubicBezTo>
                    <a:pt x="2" y="9"/>
                    <a:pt x="0" y="22"/>
                    <a:pt x="5" y="32"/>
                  </a:cubicBezTo>
                  <a:cubicBezTo>
                    <a:pt x="10" y="42"/>
                    <a:pt x="14" y="51"/>
                    <a:pt x="18" y="61"/>
                  </a:cubicBezTo>
                  <a:cubicBezTo>
                    <a:pt x="16" y="57"/>
                    <a:pt x="17" y="51"/>
                    <a:pt x="17" y="47"/>
                  </a:cubicBezTo>
                  <a:cubicBezTo>
                    <a:pt x="17" y="42"/>
                    <a:pt x="14" y="40"/>
                    <a:pt x="12" y="35"/>
                  </a:cubicBezTo>
                  <a:cubicBezTo>
                    <a:pt x="10" y="30"/>
                    <a:pt x="8" y="26"/>
                    <a:pt x="7" y="21"/>
                  </a:cubicBezTo>
                  <a:cubicBezTo>
                    <a:pt x="6" y="17"/>
                    <a:pt x="4" y="6"/>
                    <a:pt x="7" y="4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4" name="Freeform 347">
              <a:extLst>
                <a:ext uri="{FF2B5EF4-FFF2-40B4-BE49-F238E27FC236}">
                  <a16:creationId xmlns:a16="http://schemas.microsoft.com/office/drawing/2014/main" id="{04DBA3D1-0DC4-499D-A715-439F78F89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134"/>
              <a:ext cx="80" cy="75"/>
            </a:xfrm>
            <a:custGeom>
              <a:avLst/>
              <a:gdLst>
                <a:gd name="T0" fmla="*/ 0 w 32"/>
                <a:gd name="T1" fmla="*/ 78 h 28"/>
                <a:gd name="T2" fmla="*/ 158 w 32"/>
                <a:gd name="T3" fmla="*/ 458 h 28"/>
                <a:gd name="T4" fmla="*/ 500 w 32"/>
                <a:gd name="T5" fmla="*/ 538 h 28"/>
                <a:gd name="T6" fmla="*/ 283 w 32"/>
                <a:gd name="T7" fmla="*/ 367 h 28"/>
                <a:gd name="T8" fmla="*/ 20 w 32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0" y="4"/>
                  </a:moveTo>
                  <a:cubicBezTo>
                    <a:pt x="5" y="9"/>
                    <a:pt x="4" y="18"/>
                    <a:pt x="10" y="24"/>
                  </a:cubicBezTo>
                  <a:cubicBezTo>
                    <a:pt x="15" y="28"/>
                    <a:pt x="26" y="27"/>
                    <a:pt x="32" y="28"/>
                  </a:cubicBezTo>
                  <a:cubicBezTo>
                    <a:pt x="28" y="26"/>
                    <a:pt x="15" y="26"/>
                    <a:pt x="18" y="19"/>
                  </a:cubicBezTo>
                  <a:cubicBezTo>
                    <a:pt x="11" y="23"/>
                    <a:pt x="1" y="5"/>
                    <a:pt x="1" y="0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5" name="Freeform 348">
              <a:extLst>
                <a:ext uri="{FF2B5EF4-FFF2-40B4-BE49-F238E27FC236}">
                  <a16:creationId xmlns:a16="http://schemas.microsoft.com/office/drawing/2014/main" id="{1BD4544B-40B8-45D8-85AB-008EC7A3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137"/>
              <a:ext cx="38" cy="56"/>
            </a:xfrm>
            <a:custGeom>
              <a:avLst/>
              <a:gdLst>
                <a:gd name="T0" fmla="*/ 0 w 15"/>
                <a:gd name="T1" fmla="*/ 0 h 21"/>
                <a:gd name="T2" fmla="*/ 243 w 1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0" y="7"/>
                    <a:pt x="7" y="21"/>
                    <a:pt x="15" y="21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6" name="Freeform 349">
              <a:extLst>
                <a:ext uri="{FF2B5EF4-FFF2-40B4-BE49-F238E27FC236}">
                  <a16:creationId xmlns:a16="http://schemas.microsoft.com/office/drawing/2014/main" id="{54F0A697-EB58-4C0C-8C1F-0DEB4CCE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90"/>
              <a:ext cx="130" cy="24"/>
            </a:xfrm>
            <a:custGeom>
              <a:avLst/>
              <a:gdLst>
                <a:gd name="T0" fmla="*/ 283 w 52"/>
                <a:gd name="T1" fmla="*/ 149 h 9"/>
                <a:gd name="T2" fmla="*/ 813 w 52"/>
                <a:gd name="T3" fmla="*/ 0 h 9"/>
                <a:gd name="T4" fmla="*/ 520 w 52"/>
                <a:gd name="T5" fmla="*/ 56 h 9"/>
                <a:gd name="T6" fmla="*/ 208 w 52"/>
                <a:gd name="T7" fmla="*/ 21 h 9"/>
                <a:gd name="T8" fmla="*/ 220 w 52"/>
                <a:gd name="T9" fmla="*/ 56 h 9"/>
                <a:gd name="T10" fmla="*/ 0 w 52"/>
                <a:gd name="T11" fmla="*/ 93 h 9"/>
                <a:gd name="T12" fmla="*/ 208 w 52"/>
                <a:gd name="T13" fmla="*/ 1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9">
                  <a:moveTo>
                    <a:pt x="18" y="8"/>
                  </a:moveTo>
                  <a:cubicBezTo>
                    <a:pt x="27" y="7"/>
                    <a:pt x="46" y="8"/>
                    <a:pt x="52" y="0"/>
                  </a:cubicBezTo>
                  <a:cubicBezTo>
                    <a:pt x="46" y="0"/>
                    <a:pt x="40" y="2"/>
                    <a:pt x="33" y="3"/>
                  </a:cubicBezTo>
                  <a:cubicBezTo>
                    <a:pt x="27" y="3"/>
                    <a:pt x="19" y="3"/>
                    <a:pt x="13" y="1"/>
                  </a:cubicBezTo>
                  <a:cubicBezTo>
                    <a:pt x="13" y="2"/>
                    <a:pt x="14" y="2"/>
                    <a:pt x="14" y="3"/>
                  </a:cubicBezTo>
                  <a:cubicBezTo>
                    <a:pt x="10" y="6"/>
                    <a:pt x="5" y="4"/>
                    <a:pt x="0" y="5"/>
                  </a:cubicBezTo>
                  <a:cubicBezTo>
                    <a:pt x="4" y="6"/>
                    <a:pt x="10" y="9"/>
                    <a:pt x="13" y="7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7" name="Freeform 350">
              <a:extLst>
                <a:ext uri="{FF2B5EF4-FFF2-40B4-BE49-F238E27FC236}">
                  <a16:creationId xmlns:a16="http://schemas.microsoft.com/office/drawing/2014/main" id="{ADD64A7C-97FC-4C93-B92E-E3075A4D7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521"/>
              <a:ext cx="60" cy="219"/>
            </a:xfrm>
            <a:custGeom>
              <a:avLst/>
              <a:gdLst>
                <a:gd name="T0" fmla="*/ 33 w 24"/>
                <a:gd name="T1" fmla="*/ 0 h 82"/>
                <a:gd name="T2" fmla="*/ 300 w 24"/>
                <a:gd name="T3" fmla="*/ 457 h 82"/>
                <a:gd name="T4" fmla="*/ 363 w 24"/>
                <a:gd name="T5" fmla="*/ 879 h 82"/>
                <a:gd name="T6" fmla="*/ 175 w 24"/>
                <a:gd name="T7" fmla="*/ 1127 h 82"/>
                <a:gd name="T8" fmla="*/ 0 w 24"/>
                <a:gd name="T9" fmla="*/ 1562 h 82"/>
                <a:gd name="T10" fmla="*/ 33 w 24"/>
                <a:gd name="T11" fmla="*/ 1140 h 82"/>
                <a:gd name="T12" fmla="*/ 113 w 24"/>
                <a:gd name="T13" fmla="*/ 913 h 82"/>
                <a:gd name="T14" fmla="*/ 145 w 24"/>
                <a:gd name="T15" fmla="*/ 115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12" y="3"/>
                    <a:pt x="18" y="15"/>
                    <a:pt x="19" y="24"/>
                  </a:cubicBezTo>
                  <a:cubicBezTo>
                    <a:pt x="20" y="30"/>
                    <a:pt x="24" y="40"/>
                    <a:pt x="23" y="46"/>
                  </a:cubicBezTo>
                  <a:cubicBezTo>
                    <a:pt x="21" y="54"/>
                    <a:pt x="14" y="53"/>
                    <a:pt x="11" y="59"/>
                  </a:cubicBezTo>
                  <a:cubicBezTo>
                    <a:pt x="6" y="67"/>
                    <a:pt x="11" y="76"/>
                    <a:pt x="0" y="82"/>
                  </a:cubicBezTo>
                  <a:cubicBezTo>
                    <a:pt x="5" y="76"/>
                    <a:pt x="1" y="67"/>
                    <a:pt x="2" y="60"/>
                  </a:cubicBezTo>
                  <a:cubicBezTo>
                    <a:pt x="2" y="53"/>
                    <a:pt x="4" y="53"/>
                    <a:pt x="7" y="48"/>
                  </a:cubicBezTo>
                  <a:cubicBezTo>
                    <a:pt x="14" y="35"/>
                    <a:pt x="9" y="20"/>
                    <a:pt x="9" y="6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8" name="Freeform 351">
              <a:extLst>
                <a:ext uri="{FF2B5EF4-FFF2-40B4-BE49-F238E27FC236}">
                  <a16:creationId xmlns:a16="http://schemas.microsoft.com/office/drawing/2014/main" id="{6538418A-72BF-473C-BABA-F7064F89D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364"/>
              <a:ext cx="140" cy="232"/>
            </a:xfrm>
            <a:custGeom>
              <a:avLst/>
              <a:gdLst>
                <a:gd name="T0" fmla="*/ 20 w 56"/>
                <a:gd name="T1" fmla="*/ 1160 h 87"/>
                <a:gd name="T2" fmla="*/ 20 w 56"/>
                <a:gd name="T3" fmla="*/ 1365 h 87"/>
                <a:gd name="T4" fmla="*/ 83 w 56"/>
                <a:gd name="T5" fmla="*/ 1536 h 87"/>
                <a:gd name="T6" fmla="*/ 250 w 56"/>
                <a:gd name="T7" fmla="*/ 1421 h 87"/>
                <a:gd name="T8" fmla="*/ 470 w 56"/>
                <a:gd name="T9" fmla="*/ 989 h 87"/>
                <a:gd name="T10" fmla="*/ 595 w 56"/>
                <a:gd name="T11" fmla="*/ 477 h 87"/>
                <a:gd name="T12" fmla="*/ 720 w 56"/>
                <a:gd name="T13" fmla="*/ 307 h 87"/>
                <a:gd name="T14" fmla="*/ 875 w 56"/>
                <a:gd name="T15" fmla="*/ 0 h 87"/>
                <a:gd name="T16" fmla="*/ 595 w 56"/>
                <a:gd name="T17" fmla="*/ 248 h 87"/>
                <a:gd name="T18" fmla="*/ 425 w 56"/>
                <a:gd name="T19" fmla="*/ 363 h 87"/>
                <a:gd name="T20" fmla="*/ 270 w 56"/>
                <a:gd name="T21" fmla="*/ 832 h 87"/>
                <a:gd name="T22" fmla="*/ 208 w 56"/>
                <a:gd name="T23" fmla="*/ 1003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87">
                  <a:moveTo>
                    <a:pt x="1" y="61"/>
                  </a:moveTo>
                  <a:cubicBezTo>
                    <a:pt x="2" y="65"/>
                    <a:pt x="0" y="69"/>
                    <a:pt x="1" y="72"/>
                  </a:cubicBezTo>
                  <a:cubicBezTo>
                    <a:pt x="1" y="74"/>
                    <a:pt x="4" y="79"/>
                    <a:pt x="5" y="81"/>
                  </a:cubicBezTo>
                  <a:cubicBezTo>
                    <a:pt x="10" y="87"/>
                    <a:pt x="14" y="81"/>
                    <a:pt x="16" y="75"/>
                  </a:cubicBezTo>
                  <a:cubicBezTo>
                    <a:pt x="20" y="64"/>
                    <a:pt x="23" y="60"/>
                    <a:pt x="30" y="52"/>
                  </a:cubicBezTo>
                  <a:cubicBezTo>
                    <a:pt x="38" y="43"/>
                    <a:pt x="33" y="35"/>
                    <a:pt x="38" y="25"/>
                  </a:cubicBezTo>
                  <a:cubicBezTo>
                    <a:pt x="40" y="20"/>
                    <a:pt x="43" y="20"/>
                    <a:pt x="46" y="16"/>
                  </a:cubicBezTo>
                  <a:cubicBezTo>
                    <a:pt x="51" y="11"/>
                    <a:pt x="52" y="5"/>
                    <a:pt x="56" y="0"/>
                  </a:cubicBezTo>
                  <a:cubicBezTo>
                    <a:pt x="51" y="4"/>
                    <a:pt x="44" y="10"/>
                    <a:pt x="38" y="13"/>
                  </a:cubicBezTo>
                  <a:cubicBezTo>
                    <a:pt x="32" y="15"/>
                    <a:pt x="29" y="13"/>
                    <a:pt x="27" y="19"/>
                  </a:cubicBezTo>
                  <a:cubicBezTo>
                    <a:pt x="24" y="27"/>
                    <a:pt x="33" y="43"/>
                    <a:pt x="17" y="44"/>
                  </a:cubicBezTo>
                  <a:cubicBezTo>
                    <a:pt x="18" y="48"/>
                    <a:pt x="18" y="52"/>
                    <a:pt x="13" y="53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89" name="Freeform 352">
              <a:extLst>
                <a:ext uri="{FF2B5EF4-FFF2-40B4-BE49-F238E27FC236}">
                  <a16:creationId xmlns:a16="http://schemas.microsoft.com/office/drawing/2014/main" id="{94701B29-3265-40C7-910B-F77A0EDB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1196"/>
              <a:ext cx="70" cy="149"/>
            </a:xfrm>
            <a:custGeom>
              <a:avLst/>
              <a:gdLst>
                <a:gd name="T0" fmla="*/ 313 w 28"/>
                <a:gd name="T1" fmla="*/ 0 h 56"/>
                <a:gd name="T2" fmla="*/ 425 w 28"/>
                <a:gd name="T3" fmla="*/ 149 h 56"/>
                <a:gd name="T4" fmla="*/ 313 w 28"/>
                <a:gd name="T5" fmla="*/ 511 h 56"/>
                <a:gd name="T6" fmla="*/ 313 w 28"/>
                <a:gd name="T7" fmla="*/ 772 h 56"/>
                <a:gd name="T8" fmla="*/ 175 w 28"/>
                <a:gd name="T9" fmla="*/ 1054 h 56"/>
                <a:gd name="T10" fmla="*/ 125 w 28"/>
                <a:gd name="T11" fmla="*/ 623 h 56"/>
                <a:gd name="T12" fmla="*/ 0 w 28"/>
                <a:gd name="T13" fmla="*/ 474 h 56"/>
                <a:gd name="T14" fmla="*/ 95 w 28"/>
                <a:gd name="T15" fmla="*/ 247 h 56"/>
                <a:gd name="T16" fmla="*/ 175 w 28"/>
                <a:gd name="T17" fmla="*/ 303 h 56"/>
                <a:gd name="T18" fmla="*/ 238 w 28"/>
                <a:gd name="T19" fmla="*/ 21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6">
                  <a:moveTo>
                    <a:pt x="20" y="0"/>
                  </a:moveTo>
                  <a:cubicBezTo>
                    <a:pt x="21" y="4"/>
                    <a:pt x="23" y="7"/>
                    <a:pt x="27" y="8"/>
                  </a:cubicBezTo>
                  <a:cubicBezTo>
                    <a:pt x="28" y="15"/>
                    <a:pt x="21" y="20"/>
                    <a:pt x="20" y="27"/>
                  </a:cubicBezTo>
                  <a:cubicBezTo>
                    <a:pt x="20" y="32"/>
                    <a:pt x="22" y="35"/>
                    <a:pt x="20" y="41"/>
                  </a:cubicBezTo>
                  <a:cubicBezTo>
                    <a:pt x="17" y="46"/>
                    <a:pt x="14" y="51"/>
                    <a:pt x="11" y="56"/>
                  </a:cubicBezTo>
                  <a:cubicBezTo>
                    <a:pt x="15" y="49"/>
                    <a:pt x="13" y="38"/>
                    <a:pt x="8" y="33"/>
                  </a:cubicBezTo>
                  <a:cubicBezTo>
                    <a:pt x="4" y="29"/>
                    <a:pt x="0" y="32"/>
                    <a:pt x="0" y="25"/>
                  </a:cubicBezTo>
                  <a:cubicBezTo>
                    <a:pt x="0" y="22"/>
                    <a:pt x="5" y="15"/>
                    <a:pt x="6" y="13"/>
                  </a:cubicBezTo>
                  <a:cubicBezTo>
                    <a:pt x="8" y="15"/>
                    <a:pt x="10" y="15"/>
                    <a:pt x="11" y="16"/>
                  </a:cubicBezTo>
                  <a:cubicBezTo>
                    <a:pt x="13" y="11"/>
                    <a:pt x="10" y="4"/>
                    <a:pt x="15" y="1"/>
                  </a:cubicBezTo>
                </a:path>
              </a:pathLst>
            </a:custGeom>
            <a:solidFill>
              <a:srgbClr val="E7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0" name="Freeform 353">
              <a:extLst>
                <a:ext uri="{FF2B5EF4-FFF2-40B4-BE49-F238E27FC236}">
                  <a16:creationId xmlns:a16="http://schemas.microsoft.com/office/drawing/2014/main" id="{7E4109E8-C8B2-4E99-A6BA-0E29F58C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294"/>
              <a:ext cx="65" cy="96"/>
            </a:xfrm>
            <a:custGeom>
              <a:avLst/>
              <a:gdLst>
                <a:gd name="T0" fmla="*/ 175 w 26"/>
                <a:gd name="T1" fmla="*/ 35 h 36"/>
                <a:gd name="T2" fmla="*/ 113 w 26"/>
                <a:gd name="T3" fmla="*/ 419 h 36"/>
                <a:gd name="T4" fmla="*/ 33 w 26"/>
                <a:gd name="T5" fmla="*/ 627 h 36"/>
                <a:gd name="T6" fmla="*/ 220 w 26"/>
                <a:gd name="T7" fmla="*/ 605 h 36"/>
                <a:gd name="T8" fmla="*/ 363 w 26"/>
                <a:gd name="T9" fmla="*/ 285 h 36"/>
                <a:gd name="T10" fmla="*/ 175 w 26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6">
                  <a:moveTo>
                    <a:pt x="11" y="2"/>
                  </a:moveTo>
                  <a:cubicBezTo>
                    <a:pt x="3" y="7"/>
                    <a:pt x="9" y="15"/>
                    <a:pt x="7" y="22"/>
                  </a:cubicBezTo>
                  <a:cubicBezTo>
                    <a:pt x="6" y="25"/>
                    <a:pt x="0" y="29"/>
                    <a:pt x="2" y="33"/>
                  </a:cubicBezTo>
                  <a:cubicBezTo>
                    <a:pt x="4" y="36"/>
                    <a:pt x="12" y="34"/>
                    <a:pt x="14" y="32"/>
                  </a:cubicBezTo>
                  <a:cubicBezTo>
                    <a:pt x="16" y="30"/>
                    <a:pt x="23" y="17"/>
                    <a:pt x="23" y="15"/>
                  </a:cubicBezTo>
                  <a:cubicBezTo>
                    <a:pt x="26" y="7"/>
                    <a:pt x="20" y="2"/>
                    <a:pt x="11" y="0"/>
                  </a:cubicBezTo>
                </a:path>
              </a:pathLst>
            </a:custGeom>
            <a:solidFill>
              <a:srgbClr val="E7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1" name="Freeform 354">
              <a:extLst>
                <a:ext uri="{FF2B5EF4-FFF2-40B4-BE49-F238E27FC236}">
                  <a16:creationId xmlns:a16="http://schemas.microsoft.com/office/drawing/2014/main" id="{B9E0F082-06F9-4741-95FC-515A24BDD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382"/>
              <a:ext cx="38" cy="46"/>
            </a:xfrm>
            <a:custGeom>
              <a:avLst/>
              <a:gdLst>
                <a:gd name="T0" fmla="*/ 193 w 15"/>
                <a:gd name="T1" fmla="*/ 0 h 17"/>
                <a:gd name="T2" fmla="*/ 180 w 15"/>
                <a:gd name="T3" fmla="*/ 336 h 17"/>
                <a:gd name="T4" fmla="*/ 180 w 15"/>
                <a:gd name="T5" fmla="*/ 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3"/>
                    <a:pt x="0" y="15"/>
                    <a:pt x="11" y="17"/>
                  </a:cubicBezTo>
                  <a:cubicBezTo>
                    <a:pt x="12" y="13"/>
                    <a:pt x="15" y="4"/>
                    <a:pt x="11" y="2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2" name="Freeform 355">
              <a:extLst>
                <a:ext uri="{FF2B5EF4-FFF2-40B4-BE49-F238E27FC236}">
                  <a16:creationId xmlns:a16="http://schemas.microsoft.com/office/drawing/2014/main" id="{93EEA4C2-1CDF-4CBA-8C71-AE67F7EF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564"/>
              <a:ext cx="95" cy="144"/>
            </a:xfrm>
            <a:custGeom>
              <a:avLst/>
              <a:gdLst>
                <a:gd name="T0" fmla="*/ 95 w 38"/>
                <a:gd name="T1" fmla="*/ 285 h 54"/>
                <a:gd name="T2" fmla="*/ 63 w 38"/>
                <a:gd name="T3" fmla="*/ 568 h 54"/>
                <a:gd name="T4" fmla="*/ 250 w 38"/>
                <a:gd name="T5" fmla="*/ 648 h 54"/>
                <a:gd name="T6" fmla="*/ 520 w 38"/>
                <a:gd name="T7" fmla="*/ 1024 h 54"/>
                <a:gd name="T8" fmla="*/ 395 w 38"/>
                <a:gd name="T9" fmla="*/ 547 h 54"/>
                <a:gd name="T10" fmla="*/ 220 w 38"/>
                <a:gd name="T11" fmla="*/ 419 h 54"/>
                <a:gd name="T12" fmla="*/ 333 w 38"/>
                <a:gd name="T13" fmla="*/ 0 h 54"/>
                <a:gd name="T14" fmla="*/ 188 w 38"/>
                <a:gd name="T15" fmla="*/ 13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4">
                  <a:moveTo>
                    <a:pt x="6" y="15"/>
                  </a:moveTo>
                  <a:cubicBezTo>
                    <a:pt x="2" y="18"/>
                    <a:pt x="0" y="25"/>
                    <a:pt x="4" y="30"/>
                  </a:cubicBezTo>
                  <a:cubicBezTo>
                    <a:pt x="7" y="33"/>
                    <a:pt x="12" y="33"/>
                    <a:pt x="16" y="34"/>
                  </a:cubicBezTo>
                  <a:cubicBezTo>
                    <a:pt x="30" y="38"/>
                    <a:pt x="21" y="47"/>
                    <a:pt x="33" y="54"/>
                  </a:cubicBezTo>
                  <a:cubicBezTo>
                    <a:pt x="38" y="47"/>
                    <a:pt x="32" y="33"/>
                    <a:pt x="25" y="29"/>
                  </a:cubicBezTo>
                  <a:cubicBezTo>
                    <a:pt x="19" y="27"/>
                    <a:pt x="16" y="29"/>
                    <a:pt x="14" y="22"/>
                  </a:cubicBezTo>
                  <a:cubicBezTo>
                    <a:pt x="12" y="16"/>
                    <a:pt x="20" y="7"/>
                    <a:pt x="21" y="0"/>
                  </a:cubicBezTo>
                  <a:cubicBezTo>
                    <a:pt x="16" y="0"/>
                    <a:pt x="14" y="4"/>
                    <a:pt x="12" y="7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3" name="Freeform 356">
              <a:extLst>
                <a:ext uri="{FF2B5EF4-FFF2-40B4-BE49-F238E27FC236}">
                  <a16:creationId xmlns:a16="http://schemas.microsoft.com/office/drawing/2014/main" id="{2C38175E-2144-43CE-AB38-44FF0232F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494"/>
              <a:ext cx="45" cy="75"/>
            </a:xfrm>
            <a:custGeom>
              <a:avLst/>
              <a:gdLst>
                <a:gd name="T0" fmla="*/ 113 w 18"/>
                <a:gd name="T1" fmla="*/ 94 h 28"/>
                <a:gd name="T2" fmla="*/ 50 w 18"/>
                <a:gd name="T3" fmla="*/ 329 h 28"/>
                <a:gd name="T4" fmla="*/ 145 w 18"/>
                <a:gd name="T5" fmla="*/ 423 h 28"/>
                <a:gd name="T6" fmla="*/ 158 w 18"/>
                <a:gd name="T7" fmla="*/ 538 h 28"/>
                <a:gd name="T8" fmla="*/ 270 w 18"/>
                <a:gd name="T9" fmla="*/ 367 h 28"/>
                <a:gd name="T10" fmla="*/ 220 w 18"/>
                <a:gd name="T11" fmla="*/ 230 h 28"/>
                <a:gd name="T12" fmla="*/ 175 w 18"/>
                <a:gd name="T13" fmla="*/ 193 h 28"/>
                <a:gd name="T14" fmla="*/ 208 w 18"/>
                <a:gd name="T15" fmla="*/ 78 h 28"/>
                <a:gd name="T16" fmla="*/ 175 w 18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8">
                  <a:moveTo>
                    <a:pt x="7" y="5"/>
                  </a:moveTo>
                  <a:cubicBezTo>
                    <a:pt x="3" y="10"/>
                    <a:pt x="0" y="11"/>
                    <a:pt x="3" y="17"/>
                  </a:cubicBezTo>
                  <a:cubicBezTo>
                    <a:pt x="4" y="19"/>
                    <a:pt x="7" y="19"/>
                    <a:pt x="9" y="22"/>
                  </a:cubicBezTo>
                  <a:cubicBezTo>
                    <a:pt x="10" y="24"/>
                    <a:pt x="9" y="26"/>
                    <a:pt x="10" y="28"/>
                  </a:cubicBezTo>
                  <a:cubicBezTo>
                    <a:pt x="14" y="27"/>
                    <a:pt x="17" y="23"/>
                    <a:pt x="17" y="19"/>
                  </a:cubicBezTo>
                  <a:cubicBezTo>
                    <a:pt x="18" y="13"/>
                    <a:pt x="16" y="16"/>
                    <a:pt x="14" y="12"/>
                  </a:cubicBezTo>
                  <a:cubicBezTo>
                    <a:pt x="14" y="11"/>
                    <a:pt x="12" y="11"/>
                    <a:pt x="11" y="10"/>
                  </a:cubicBezTo>
                  <a:cubicBezTo>
                    <a:pt x="11" y="8"/>
                    <a:pt x="13" y="6"/>
                    <a:pt x="13" y="4"/>
                  </a:cubicBezTo>
                  <a:cubicBezTo>
                    <a:pt x="13" y="2"/>
                    <a:pt x="16" y="0"/>
                    <a:pt x="11" y="0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4" name="Freeform 357">
              <a:extLst>
                <a:ext uri="{FF2B5EF4-FFF2-40B4-BE49-F238E27FC236}">
                  <a16:creationId xmlns:a16="http://schemas.microsoft.com/office/drawing/2014/main" id="{8D8FA720-C01E-4949-ACD8-3591F5F1B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724"/>
              <a:ext cx="43" cy="101"/>
            </a:xfrm>
            <a:custGeom>
              <a:avLst/>
              <a:gdLst>
                <a:gd name="T0" fmla="*/ 0 w 17"/>
                <a:gd name="T1" fmla="*/ 191 h 38"/>
                <a:gd name="T2" fmla="*/ 210 w 17"/>
                <a:gd name="T3" fmla="*/ 579 h 38"/>
                <a:gd name="T4" fmla="*/ 147 w 17"/>
                <a:gd name="T5" fmla="*/ 247 h 38"/>
                <a:gd name="T6" fmla="*/ 0 w 17"/>
                <a:gd name="T7" fmla="*/ 14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8">
                  <a:moveTo>
                    <a:pt x="0" y="10"/>
                  </a:moveTo>
                  <a:cubicBezTo>
                    <a:pt x="5" y="12"/>
                    <a:pt x="5" y="38"/>
                    <a:pt x="13" y="31"/>
                  </a:cubicBezTo>
                  <a:cubicBezTo>
                    <a:pt x="17" y="27"/>
                    <a:pt x="10" y="17"/>
                    <a:pt x="9" y="13"/>
                  </a:cubicBezTo>
                  <a:cubicBezTo>
                    <a:pt x="7" y="9"/>
                    <a:pt x="5" y="0"/>
                    <a:pt x="0" y="8"/>
                  </a:cubicBezTo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5" name="Freeform 358">
              <a:extLst>
                <a:ext uri="{FF2B5EF4-FFF2-40B4-BE49-F238E27FC236}">
                  <a16:creationId xmlns:a16="http://schemas.microsoft.com/office/drawing/2014/main" id="{0D9768DE-3952-4D1E-97BF-30FA5FD0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854"/>
              <a:ext cx="20" cy="59"/>
            </a:xfrm>
            <a:custGeom>
              <a:avLst/>
              <a:gdLst>
                <a:gd name="T0" fmla="*/ 0 w 8"/>
                <a:gd name="T1" fmla="*/ 56 h 22"/>
                <a:gd name="T2" fmla="*/ 33 w 8"/>
                <a:gd name="T3" fmla="*/ 424 h 22"/>
                <a:gd name="T4" fmla="*/ 63 w 8"/>
                <a:gd name="T5" fmla="*/ 0 h 22"/>
                <a:gd name="T6" fmla="*/ 33 w 8"/>
                <a:gd name="T7" fmla="*/ 2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2">
                  <a:moveTo>
                    <a:pt x="0" y="3"/>
                  </a:moveTo>
                  <a:cubicBezTo>
                    <a:pt x="0" y="10"/>
                    <a:pt x="1" y="16"/>
                    <a:pt x="2" y="22"/>
                  </a:cubicBezTo>
                  <a:cubicBezTo>
                    <a:pt x="8" y="17"/>
                    <a:pt x="5" y="6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6" name="Freeform 359">
              <a:extLst>
                <a:ext uri="{FF2B5EF4-FFF2-40B4-BE49-F238E27FC236}">
                  <a16:creationId xmlns:a16="http://schemas.microsoft.com/office/drawing/2014/main" id="{DC4A4A38-6452-47B4-A5B8-9A399EA4E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692"/>
              <a:ext cx="55" cy="53"/>
            </a:xfrm>
            <a:custGeom>
              <a:avLst/>
              <a:gdLst>
                <a:gd name="T0" fmla="*/ 145 w 22"/>
                <a:gd name="T1" fmla="*/ 239 h 20"/>
                <a:gd name="T2" fmla="*/ 345 w 22"/>
                <a:gd name="T3" fmla="*/ 225 h 20"/>
                <a:gd name="T4" fmla="*/ 238 w 22"/>
                <a:gd name="T5" fmla="*/ 204 h 20"/>
                <a:gd name="T6" fmla="*/ 158 w 22"/>
                <a:gd name="T7" fmla="*/ 111 h 20"/>
                <a:gd name="T8" fmla="*/ 20 w 22"/>
                <a:gd name="T9" fmla="*/ 0 h 20"/>
                <a:gd name="T10" fmla="*/ 145 w 22"/>
                <a:gd name="T11" fmla="*/ 26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0">
                  <a:moveTo>
                    <a:pt x="9" y="13"/>
                  </a:moveTo>
                  <a:cubicBezTo>
                    <a:pt x="13" y="14"/>
                    <a:pt x="21" y="20"/>
                    <a:pt x="22" y="12"/>
                  </a:cubicBezTo>
                  <a:cubicBezTo>
                    <a:pt x="20" y="11"/>
                    <a:pt x="17" y="12"/>
                    <a:pt x="15" y="11"/>
                  </a:cubicBezTo>
                  <a:cubicBezTo>
                    <a:pt x="13" y="10"/>
                    <a:pt x="13" y="9"/>
                    <a:pt x="10" y="6"/>
                  </a:cubicBezTo>
                  <a:cubicBezTo>
                    <a:pt x="8" y="4"/>
                    <a:pt x="5" y="2"/>
                    <a:pt x="1" y="0"/>
                  </a:cubicBezTo>
                  <a:cubicBezTo>
                    <a:pt x="0" y="5"/>
                    <a:pt x="7" y="9"/>
                    <a:pt x="9" y="14"/>
                  </a:cubicBezTo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7" name="Freeform 360">
              <a:extLst>
                <a:ext uri="{FF2B5EF4-FFF2-40B4-BE49-F238E27FC236}">
                  <a16:creationId xmlns:a16="http://schemas.microsoft.com/office/drawing/2014/main" id="{0C31724F-603E-496B-B591-0DE6EF328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148"/>
              <a:ext cx="42" cy="29"/>
            </a:xfrm>
            <a:custGeom>
              <a:avLst/>
              <a:gdLst>
                <a:gd name="T0" fmla="*/ 0 w 17"/>
                <a:gd name="T1" fmla="*/ 200 h 11"/>
                <a:gd name="T2" fmla="*/ 257 w 17"/>
                <a:gd name="T3" fmla="*/ 0 h 11"/>
                <a:gd name="T4" fmla="*/ 12 w 17"/>
                <a:gd name="T5" fmla="*/ 1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6" y="10"/>
                    <a:pt x="14" y="6"/>
                    <a:pt x="17" y="0"/>
                  </a:cubicBezTo>
                  <a:cubicBezTo>
                    <a:pt x="13" y="3"/>
                    <a:pt x="5" y="9"/>
                    <a:pt x="1" y="10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8" name="Freeform 361">
              <a:extLst>
                <a:ext uri="{FF2B5EF4-FFF2-40B4-BE49-F238E27FC236}">
                  <a16:creationId xmlns:a16="http://schemas.microsoft.com/office/drawing/2014/main" id="{AF5708A4-48AE-4407-B521-8A8F53BE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169"/>
              <a:ext cx="38" cy="40"/>
            </a:xfrm>
            <a:custGeom>
              <a:avLst/>
              <a:gdLst>
                <a:gd name="T0" fmla="*/ 0 w 15"/>
                <a:gd name="T1" fmla="*/ 285 h 15"/>
                <a:gd name="T2" fmla="*/ 243 w 15"/>
                <a:gd name="T3" fmla="*/ 0 h 15"/>
                <a:gd name="T4" fmla="*/ 160 w 15"/>
                <a:gd name="T5" fmla="*/ 35 h 15"/>
                <a:gd name="T6" fmla="*/ 33 w 15"/>
                <a:gd name="T7" fmla="*/ 26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cubicBezTo>
                    <a:pt x="7" y="12"/>
                    <a:pt x="11" y="6"/>
                    <a:pt x="15" y="0"/>
                  </a:cubicBezTo>
                  <a:cubicBezTo>
                    <a:pt x="13" y="0"/>
                    <a:pt x="12" y="2"/>
                    <a:pt x="10" y="2"/>
                  </a:cubicBezTo>
                  <a:cubicBezTo>
                    <a:pt x="11" y="5"/>
                    <a:pt x="3" y="11"/>
                    <a:pt x="2" y="14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9" name="Freeform 362">
              <a:extLst>
                <a:ext uri="{FF2B5EF4-FFF2-40B4-BE49-F238E27FC236}">
                  <a16:creationId xmlns:a16="http://schemas.microsoft.com/office/drawing/2014/main" id="{82A8E0A1-5C72-4FF0-92C8-DFDD809A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622"/>
              <a:ext cx="117" cy="46"/>
            </a:xfrm>
            <a:custGeom>
              <a:avLst/>
              <a:gdLst>
                <a:gd name="T0" fmla="*/ 0 w 47"/>
                <a:gd name="T1" fmla="*/ 336 h 17"/>
                <a:gd name="T2" fmla="*/ 341 w 47"/>
                <a:gd name="T3" fmla="*/ 38 h 17"/>
                <a:gd name="T4" fmla="*/ 508 w 47"/>
                <a:gd name="T5" fmla="*/ 176 h 17"/>
                <a:gd name="T6" fmla="*/ 724 w 47"/>
                <a:gd name="T7" fmla="*/ 300 h 17"/>
                <a:gd name="T8" fmla="*/ 508 w 47"/>
                <a:gd name="T9" fmla="*/ 235 h 17"/>
                <a:gd name="T10" fmla="*/ 371 w 47"/>
                <a:gd name="T11" fmla="*/ 219 h 17"/>
                <a:gd name="T12" fmla="*/ 167 w 47"/>
                <a:gd name="T13" fmla="*/ 176 h 17"/>
                <a:gd name="T14" fmla="*/ 62 w 47"/>
                <a:gd name="T15" fmla="*/ 23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0" y="17"/>
                  </a:moveTo>
                  <a:cubicBezTo>
                    <a:pt x="5" y="9"/>
                    <a:pt x="12" y="0"/>
                    <a:pt x="22" y="2"/>
                  </a:cubicBezTo>
                  <a:cubicBezTo>
                    <a:pt x="26" y="3"/>
                    <a:pt x="30" y="7"/>
                    <a:pt x="33" y="9"/>
                  </a:cubicBezTo>
                  <a:cubicBezTo>
                    <a:pt x="38" y="12"/>
                    <a:pt x="42" y="13"/>
                    <a:pt x="47" y="15"/>
                  </a:cubicBezTo>
                  <a:cubicBezTo>
                    <a:pt x="41" y="15"/>
                    <a:pt x="39" y="14"/>
                    <a:pt x="33" y="12"/>
                  </a:cubicBezTo>
                  <a:cubicBezTo>
                    <a:pt x="31" y="11"/>
                    <a:pt x="27" y="9"/>
                    <a:pt x="24" y="11"/>
                  </a:cubicBezTo>
                  <a:cubicBezTo>
                    <a:pt x="23" y="6"/>
                    <a:pt x="12" y="4"/>
                    <a:pt x="11" y="9"/>
                  </a:cubicBezTo>
                  <a:cubicBezTo>
                    <a:pt x="8" y="9"/>
                    <a:pt x="6" y="10"/>
                    <a:pt x="4" y="12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0" name="Freeform 363">
              <a:extLst>
                <a:ext uri="{FF2B5EF4-FFF2-40B4-BE49-F238E27FC236}">
                  <a16:creationId xmlns:a16="http://schemas.microsoft.com/office/drawing/2014/main" id="{2A915CDF-503C-4546-A4FE-681870CA6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676"/>
              <a:ext cx="83" cy="216"/>
            </a:xfrm>
            <a:custGeom>
              <a:avLst/>
              <a:gdLst>
                <a:gd name="T0" fmla="*/ 0 w 33"/>
                <a:gd name="T1" fmla="*/ 0 h 81"/>
                <a:gd name="T2" fmla="*/ 221 w 33"/>
                <a:gd name="T3" fmla="*/ 264 h 81"/>
                <a:gd name="T4" fmla="*/ 397 w 33"/>
                <a:gd name="T5" fmla="*/ 589 h 81"/>
                <a:gd name="T6" fmla="*/ 506 w 33"/>
                <a:gd name="T7" fmla="*/ 968 h 81"/>
                <a:gd name="T8" fmla="*/ 443 w 33"/>
                <a:gd name="T9" fmla="*/ 1536 h 81"/>
                <a:gd name="T10" fmla="*/ 410 w 33"/>
                <a:gd name="T11" fmla="*/ 1045 h 81"/>
                <a:gd name="T12" fmla="*/ 367 w 33"/>
                <a:gd name="T13" fmla="*/ 909 h 81"/>
                <a:gd name="T14" fmla="*/ 367 w 33"/>
                <a:gd name="T15" fmla="*/ 797 h 81"/>
                <a:gd name="T16" fmla="*/ 317 w 33"/>
                <a:gd name="T17" fmla="*/ 704 h 81"/>
                <a:gd name="T18" fmla="*/ 284 w 33"/>
                <a:gd name="T19" fmla="*/ 491 h 81"/>
                <a:gd name="T20" fmla="*/ 176 w 33"/>
                <a:gd name="T21" fmla="*/ 363 h 81"/>
                <a:gd name="T22" fmla="*/ 146 w 33"/>
                <a:gd name="T23" fmla="*/ 149 h 81"/>
                <a:gd name="T24" fmla="*/ 0 w 33"/>
                <a:gd name="T25" fmla="*/ 21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81">
                  <a:moveTo>
                    <a:pt x="0" y="0"/>
                  </a:moveTo>
                  <a:cubicBezTo>
                    <a:pt x="10" y="2"/>
                    <a:pt x="12" y="5"/>
                    <a:pt x="14" y="14"/>
                  </a:cubicBezTo>
                  <a:cubicBezTo>
                    <a:pt x="17" y="21"/>
                    <a:pt x="21" y="25"/>
                    <a:pt x="25" y="31"/>
                  </a:cubicBezTo>
                  <a:cubicBezTo>
                    <a:pt x="28" y="38"/>
                    <a:pt x="31" y="43"/>
                    <a:pt x="32" y="51"/>
                  </a:cubicBezTo>
                  <a:cubicBezTo>
                    <a:pt x="32" y="59"/>
                    <a:pt x="33" y="74"/>
                    <a:pt x="28" y="81"/>
                  </a:cubicBezTo>
                  <a:cubicBezTo>
                    <a:pt x="32" y="76"/>
                    <a:pt x="29" y="61"/>
                    <a:pt x="26" y="55"/>
                  </a:cubicBezTo>
                  <a:cubicBezTo>
                    <a:pt x="24" y="52"/>
                    <a:pt x="23" y="51"/>
                    <a:pt x="23" y="48"/>
                  </a:cubicBezTo>
                  <a:cubicBezTo>
                    <a:pt x="23" y="46"/>
                    <a:pt x="24" y="44"/>
                    <a:pt x="23" y="42"/>
                  </a:cubicBezTo>
                  <a:cubicBezTo>
                    <a:pt x="23" y="40"/>
                    <a:pt x="21" y="39"/>
                    <a:pt x="20" y="37"/>
                  </a:cubicBezTo>
                  <a:cubicBezTo>
                    <a:pt x="19" y="34"/>
                    <a:pt x="20" y="29"/>
                    <a:pt x="18" y="26"/>
                  </a:cubicBezTo>
                  <a:cubicBezTo>
                    <a:pt x="17" y="23"/>
                    <a:pt x="13" y="22"/>
                    <a:pt x="11" y="19"/>
                  </a:cubicBezTo>
                  <a:cubicBezTo>
                    <a:pt x="9" y="15"/>
                    <a:pt x="12" y="12"/>
                    <a:pt x="9" y="8"/>
                  </a:cubicBezTo>
                  <a:cubicBezTo>
                    <a:pt x="7" y="4"/>
                    <a:pt x="2" y="3"/>
                    <a:pt x="0" y="1"/>
                  </a:cubicBezTo>
                </a:path>
              </a:pathLst>
            </a:custGeom>
            <a:solidFill>
              <a:srgbClr val="B43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1" name="Freeform 364">
              <a:extLst>
                <a:ext uri="{FF2B5EF4-FFF2-40B4-BE49-F238E27FC236}">
                  <a16:creationId xmlns:a16="http://schemas.microsoft.com/office/drawing/2014/main" id="{15CE48C5-C27B-4869-BA1C-C55BF6DA0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668"/>
              <a:ext cx="20" cy="24"/>
            </a:xfrm>
            <a:custGeom>
              <a:avLst/>
              <a:gdLst>
                <a:gd name="T0" fmla="*/ 33 w 8"/>
                <a:gd name="T1" fmla="*/ 77 h 9"/>
                <a:gd name="T2" fmla="*/ 113 w 8"/>
                <a:gd name="T3" fmla="*/ 115 h 9"/>
                <a:gd name="T4" fmla="*/ 50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4"/>
                  </a:moveTo>
                  <a:cubicBezTo>
                    <a:pt x="0" y="7"/>
                    <a:pt x="6" y="9"/>
                    <a:pt x="7" y="6"/>
                  </a:cubicBezTo>
                  <a:cubicBezTo>
                    <a:pt x="8" y="3"/>
                    <a:pt x="3" y="0"/>
                    <a:pt x="3" y="3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2" name="Freeform 365">
              <a:extLst>
                <a:ext uri="{FF2B5EF4-FFF2-40B4-BE49-F238E27FC236}">
                  <a16:creationId xmlns:a16="http://schemas.microsoft.com/office/drawing/2014/main" id="{1CE227C4-AB71-4C89-B848-3088D0F81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68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55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4" y="5"/>
                    <a:pt x="5" y="1"/>
                    <a:pt x="2" y="0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3" name="Freeform 366">
              <a:extLst>
                <a:ext uri="{FF2B5EF4-FFF2-40B4-BE49-F238E27FC236}">
                  <a16:creationId xmlns:a16="http://schemas.microsoft.com/office/drawing/2014/main" id="{06900C68-C9B4-4331-A27C-A4892C38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692"/>
              <a:ext cx="12" cy="21"/>
            </a:xfrm>
            <a:custGeom>
              <a:avLst/>
              <a:gdLst>
                <a:gd name="T0" fmla="*/ 12 w 5"/>
                <a:gd name="T1" fmla="*/ 21 h 8"/>
                <a:gd name="T2" fmla="*/ 70 w 5"/>
                <a:gd name="T3" fmla="*/ 144 h 8"/>
                <a:gd name="T4" fmla="*/ 12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1"/>
                  </a:moveTo>
                  <a:cubicBezTo>
                    <a:pt x="0" y="4"/>
                    <a:pt x="2" y="8"/>
                    <a:pt x="5" y="8"/>
                  </a:cubicBezTo>
                  <a:cubicBezTo>
                    <a:pt x="5" y="6"/>
                    <a:pt x="3" y="0"/>
                    <a:pt x="1" y="2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4" name="Freeform 367">
              <a:extLst>
                <a:ext uri="{FF2B5EF4-FFF2-40B4-BE49-F238E27FC236}">
                  <a16:creationId xmlns:a16="http://schemas.microsoft.com/office/drawing/2014/main" id="{C6224932-421B-4361-ACAE-2E246D5D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1670"/>
              <a:ext cx="23" cy="27"/>
            </a:xfrm>
            <a:custGeom>
              <a:avLst/>
              <a:gdLst>
                <a:gd name="T0" fmla="*/ 0 w 9"/>
                <a:gd name="T1" fmla="*/ 22 h 10"/>
                <a:gd name="T2" fmla="*/ 33 w 9"/>
                <a:gd name="T3" fmla="*/ 197 h 10"/>
                <a:gd name="T4" fmla="*/ 151 w 9"/>
                <a:gd name="T5" fmla="*/ 116 h 10"/>
                <a:gd name="T6" fmla="*/ 0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3" y="2"/>
                    <a:pt x="1" y="7"/>
                    <a:pt x="2" y="10"/>
                  </a:cubicBezTo>
                  <a:cubicBezTo>
                    <a:pt x="4" y="7"/>
                    <a:pt x="4" y="5"/>
                    <a:pt x="9" y="6"/>
                  </a:cubicBezTo>
                  <a:cubicBezTo>
                    <a:pt x="6" y="7"/>
                    <a:pt x="3" y="2"/>
                    <a:pt x="0" y="0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5" name="Freeform 368">
              <a:extLst>
                <a:ext uri="{FF2B5EF4-FFF2-40B4-BE49-F238E27FC236}">
                  <a16:creationId xmlns:a16="http://schemas.microsoft.com/office/drawing/2014/main" id="{A263E7AB-C21B-4817-9711-B7D0E097B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702"/>
              <a:ext cx="22" cy="14"/>
            </a:xfrm>
            <a:custGeom>
              <a:avLst/>
              <a:gdLst>
                <a:gd name="T0" fmla="*/ 0 w 9"/>
                <a:gd name="T1" fmla="*/ 62 h 5"/>
                <a:gd name="T2" fmla="*/ 71 w 9"/>
                <a:gd name="T3" fmla="*/ 0 h 5"/>
                <a:gd name="T4" fmla="*/ 132 w 9"/>
                <a:gd name="T5" fmla="*/ 109 h 5"/>
                <a:gd name="T6" fmla="*/ 120 w 9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  <a:cubicBezTo>
                    <a:pt x="6" y="2"/>
                    <a:pt x="8" y="4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6" name="Freeform 369">
              <a:extLst>
                <a:ext uri="{FF2B5EF4-FFF2-40B4-BE49-F238E27FC236}">
                  <a16:creationId xmlns:a16="http://schemas.microsoft.com/office/drawing/2014/main" id="{74D40A66-E47C-4A1D-BFF0-D042BFAD4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1742"/>
              <a:ext cx="15" cy="46"/>
            </a:xfrm>
            <a:custGeom>
              <a:avLst/>
              <a:gdLst>
                <a:gd name="T0" fmla="*/ 0 w 6"/>
                <a:gd name="T1" fmla="*/ 0 h 17"/>
                <a:gd name="T2" fmla="*/ 63 w 6"/>
                <a:gd name="T3" fmla="*/ 22 h 17"/>
                <a:gd name="T4" fmla="*/ 50 w 6"/>
                <a:gd name="T5" fmla="*/ 103 h 17"/>
                <a:gd name="T6" fmla="*/ 95 w 6"/>
                <a:gd name="T7" fmla="*/ 176 h 17"/>
                <a:gd name="T8" fmla="*/ 83 w 6"/>
                <a:gd name="T9" fmla="*/ 257 h 17"/>
                <a:gd name="T10" fmla="*/ 95 w 6"/>
                <a:gd name="T11" fmla="*/ 336 h 17"/>
                <a:gd name="T12" fmla="*/ 50 w 6"/>
                <a:gd name="T13" fmla="*/ 279 h 17"/>
                <a:gd name="T14" fmla="*/ 50 w 6"/>
                <a:gd name="T15" fmla="*/ 162 h 17"/>
                <a:gd name="T16" fmla="*/ 20 w 6"/>
                <a:gd name="T17" fmla="*/ 6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4" y="3"/>
                    <a:pt x="3" y="4"/>
                    <a:pt x="3" y="5"/>
                  </a:cubicBezTo>
                  <a:cubicBezTo>
                    <a:pt x="4" y="8"/>
                    <a:pt x="5" y="8"/>
                    <a:pt x="6" y="9"/>
                  </a:cubicBezTo>
                  <a:cubicBezTo>
                    <a:pt x="6" y="11"/>
                    <a:pt x="5" y="12"/>
                    <a:pt x="5" y="13"/>
                  </a:cubicBezTo>
                  <a:cubicBezTo>
                    <a:pt x="5" y="15"/>
                    <a:pt x="6" y="16"/>
                    <a:pt x="6" y="17"/>
                  </a:cubicBezTo>
                  <a:cubicBezTo>
                    <a:pt x="5" y="17"/>
                    <a:pt x="4" y="15"/>
                    <a:pt x="3" y="14"/>
                  </a:cubicBezTo>
                  <a:cubicBezTo>
                    <a:pt x="3" y="12"/>
                    <a:pt x="3" y="10"/>
                    <a:pt x="3" y="8"/>
                  </a:cubicBezTo>
                  <a:cubicBezTo>
                    <a:pt x="2" y="7"/>
                    <a:pt x="1" y="5"/>
                    <a:pt x="1" y="3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7" name="Freeform 370">
              <a:extLst>
                <a:ext uri="{FF2B5EF4-FFF2-40B4-BE49-F238E27FC236}">
                  <a16:creationId xmlns:a16="http://schemas.microsoft.com/office/drawing/2014/main" id="{6D96B764-382B-4FFD-83C4-E27E4002B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646"/>
              <a:ext cx="50" cy="32"/>
            </a:xfrm>
            <a:custGeom>
              <a:avLst/>
              <a:gdLst>
                <a:gd name="T0" fmla="*/ 0 w 20"/>
                <a:gd name="T1" fmla="*/ 227 h 12"/>
                <a:gd name="T2" fmla="*/ 83 w 20"/>
                <a:gd name="T3" fmla="*/ 93 h 12"/>
                <a:gd name="T4" fmla="*/ 113 w 20"/>
                <a:gd name="T5" fmla="*/ 93 h 12"/>
                <a:gd name="T6" fmla="*/ 208 w 20"/>
                <a:gd name="T7" fmla="*/ 56 h 12"/>
                <a:gd name="T8" fmla="*/ 313 w 20"/>
                <a:gd name="T9" fmla="*/ 77 h 12"/>
                <a:gd name="T10" fmla="*/ 95 w 20"/>
                <a:gd name="T11" fmla="*/ 14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11"/>
                    <a:pt x="3" y="6"/>
                    <a:pt x="5" y="5"/>
                  </a:cubicBezTo>
                  <a:cubicBezTo>
                    <a:pt x="6" y="4"/>
                    <a:pt x="6" y="5"/>
                    <a:pt x="7" y="5"/>
                  </a:cubicBezTo>
                  <a:cubicBezTo>
                    <a:pt x="9" y="5"/>
                    <a:pt x="11" y="4"/>
                    <a:pt x="13" y="3"/>
                  </a:cubicBezTo>
                  <a:cubicBezTo>
                    <a:pt x="17" y="1"/>
                    <a:pt x="18" y="0"/>
                    <a:pt x="20" y="4"/>
                  </a:cubicBezTo>
                  <a:cubicBezTo>
                    <a:pt x="15" y="3"/>
                    <a:pt x="10" y="6"/>
                    <a:pt x="6" y="8"/>
                  </a:cubicBezTo>
                </a:path>
              </a:pathLst>
            </a:custGeom>
            <a:solidFill>
              <a:srgbClr val="E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8" name="Freeform 371">
              <a:extLst>
                <a:ext uri="{FF2B5EF4-FFF2-40B4-BE49-F238E27FC236}">
                  <a16:creationId xmlns:a16="http://schemas.microsoft.com/office/drawing/2014/main" id="{61CA93D8-8A73-4091-A98C-CC7739A03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654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1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2" y="3"/>
                    <a:pt x="3" y="1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FC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09" name="Freeform 372">
              <a:extLst>
                <a:ext uri="{FF2B5EF4-FFF2-40B4-BE49-F238E27FC236}">
                  <a16:creationId xmlns:a16="http://schemas.microsoft.com/office/drawing/2014/main" id="{4091E879-6C08-41CE-B1CF-D1014FEE2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209"/>
              <a:ext cx="50" cy="83"/>
            </a:xfrm>
            <a:custGeom>
              <a:avLst/>
              <a:gdLst>
                <a:gd name="T0" fmla="*/ 313 w 20"/>
                <a:gd name="T1" fmla="*/ 137 h 31"/>
                <a:gd name="T2" fmla="*/ 208 w 20"/>
                <a:gd name="T3" fmla="*/ 329 h 31"/>
                <a:gd name="T4" fmla="*/ 175 w 20"/>
                <a:gd name="T5" fmla="*/ 594 h 31"/>
                <a:gd name="T6" fmla="*/ 113 w 20"/>
                <a:gd name="T7" fmla="*/ 402 h 31"/>
                <a:gd name="T8" fmla="*/ 83 w 20"/>
                <a:gd name="T9" fmla="*/ 367 h 31"/>
                <a:gd name="T10" fmla="*/ 0 w 20"/>
                <a:gd name="T11" fmla="*/ 329 h 31"/>
                <a:gd name="T12" fmla="*/ 188 w 20"/>
                <a:gd name="T13" fmla="*/ 230 h 31"/>
                <a:gd name="T14" fmla="*/ 300 w 20"/>
                <a:gd name="T15" fmla="*/ 11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1">
                  <a:moveTo>
                    <a:pt x="20" y="7"/>
                  </a:moveTo>
                  <a:cubicBezTo>
                    <a:pt x="17" y="10"/>
                    <a:pt x="15" y="13"/>
                    <a:pt x="13" y="17"/>
                  </a:cubicBezTo>
                  <a:cubicBezTo>
                    <a:pt x="12" y="22"/>
                    <a:pt x="13" y="27"/>
                    <a:pt x="11" y="31"/>
                  </a:cubicBezTo>
                  <a:cubicBezTo>
                    <a:pt x="9" y="28"/>
                    <a:pt x="9" y="24"/>
                    <a:pt x="7" y="21"/>
                  </a:cubicBezTo>
                  <a:cubicBezTo>
                    <a:pt x="6" y="20"/>
                    <a:pt x="7" y="20"/>
                    <a:pt x="5" y="19"/>
                  </a:cubicBezTo>
                  <a:cubicBezTo>
                    <a:pt x="3" y="18"/>
                    <a:pt x="1" y="19"/>
                    <a:pt x="0" y="17"/>
                  </a:cubicBezTo>
                  <a:cubicBezTo>
                    <a:pt x="3" y="13"/>
                    <a:pt x="9" y="16"/>
                    <a:pt x="12" y="12"/>
                  </a:cubicBezTo>
                  <a:cubicBezTo>
                    <a:pt x="14" y="9"/>
                    <a:pt x="14" y="0"/>
                    <a:pt x="19" y="6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0" name="Freeform 373">
              <a:extLst>
                <a:ext uri="{FF2B5EF4-FFF2-40B4-BE49-F238E27FC236}">
                  <a16:creationId xmlns:a16="http://schemas.microsoft.com/office/drawing/2014/main" id="{769D9D75-69A7-42AA-B24C-8EB502DB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252"/>
              <a:ext cx="52" cy="66"/>
            </a:xfrm>
            <a:custGeom>
              <a:avLst/>
              <a:gdLst>
                <a:gd name="T0" fmla="*/ 228 w 21"/>
                <a:gd name="T1" fmla="*/ 0 h 25"/>
                <a:gd name="T2" fmla="*/ 124 w 21"/>
                <a:gd name="T3" fmla="*/ 90 h 25"/>
                <a:gd name="T4" fmla="*/ 124 w 21"/>
                <a:gd name="T5" fmla="*/ 238 h 25"/>
                <a:gd name="T6" fmla="*/ 62 w 21"/>
                <a:gd name="T7" fmla="*/ 335 h 25"/>
                <a:gd name="T8" fmla="*/ 104 w 21"/>
                <a:gd name="T9" fmla="*/ 404 h 25"/>
                <a:gd name="T10" fmla="*/ 215 w 21"/>
                <a:gd name="T11" fmla="*/ 438 h 25"/>
                <a:gd name="T12" fmla="*/ 319 w 21"/>
                <a:gd name="T13" fmla="*/ 425 h 25"/>
                <a:gd name="T14" fmla="*/ 228 w 21"/>
                <a:gd name="T15" fmla="*/ 335 h 25"/>
                <a:gd name="T16" fmla="*/ 215 w 21"/>
                <a:gd name="T17" fmla="*/ 2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5">
                  <a:moveTo>
                    <a:pt x="15" y="0"/>
                  </a:moveTo>
                  <a:cubicBezTo>
                    <a:pt x="11" y="1"/>
                    <a:pt x="8" y="0"/>
                    <a:pt x="8" y="5"/>
                  </a:cubicBezTo>
                  <a:cubicBezTo>
                    <a:pt x="9" y="8"/>
                    <a:pt x="10" y="9"/>
                    <a:pt x="8" y="13"/>
                  </a:cubicBezTo>
                  <a:cubicBezTo>
                    <a:pt x="7" y="15"/>
                    <a:pt x="5" y="16"/>
                    <a:pt x="4" y="18"/>
                  </a:cubicBezTo>
                  <a:cubicBezTo>
                    <a:pt x="0" y="22"/>
                    <a:pt x="1" y="24"/>
                    <a:pt x="7" y="22"/>
                  </a:cubicBezTo>
                  <a:cubicBezTo>
                    <a:pt x="11" y="21"/>
                    <a:pt x="10" y="22"/>
                    <a:pt x="14" y="24"/>
                  </a:cubicBezTo>
                  <a:cubicBezTo>
                    <a:pt x="17" y="25"/>
                    <a:pt x="19" y="25"/>
                    <a:pt x="21" y="23"/>
                  </a:cubicBezTo>
                  <a:cubicBezTo>
                    <a:pt x="20" y="21"/>
                    <a:pt x="16" y="21"/>
                    <a:pt x="15" y="18"/>
                  </a:cubicBezTo>
                  <a:cubicBezTo>
                    <a:pt x="12" y="13"/>
                    <a:pt x="14" y="6"/>
                    <a:pt x="14" y="1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1" name="Freeform 374">
              <a:extLst>
                <a:ext uri="{FF2B5EF4-FFF2-40B4-BE49-F238E27FC236}">
                  <a16:creationId xmlns:a16="http://schemas.microsoft.com/office/drawing/2014/main" id="{3465EAA5-5A2B-48B7-AA42-1BEA69DB4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468"/>
              <a:ext cx="48" cy="58"/>
            </a:xfrm>
            <a:custGeom>
              <a:avLst/>
              <a:gdLst>
                <a:gd name="T0" fmla="*/ 275 w 19"/>
                <a:gd name="T1" fmla="*/ 0 h 22"/>
                <a:gd name="T2" fmla="*/ 306 w 19"/>
                <a:gd name="T3" fmla="*/ 200 h 22"/>
                <a:gd name="T4" fmla="*/ 210 w 19"/>
                <a:gd name="T5" fmla="*/ 237 h 22"/>
                <a:gd name="T6" fmla="*/ 33 w 19"/>
                <a:gd name="T7" fmla="*/ 403 h 22"/>
                <a:gd name="T8" fmla="*/ 147 w 19"/>
                <a:gd name="T9" fmla="*/ 166 h 22"/>
                <a:gd name="T10" fmla="*/ 210 w 19"/>
                <a:gd name="T11" fmla="*/ 111 h 22"/>
                <a:gd name="T12" fmla="*/ 288 w 19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2">
                  <a:moveTo>
                    <a:pt x="17" y="0"/>
                  </a:moveTo>
                  <a:cubicBezTo>
                    <a:pt x="14" y="4"/>
                    <a:pt x="19" y="7"/>
                    <a:pt x="19" y="11"/>
                  </a:cubicBezTo>
                  <a:cubicBezTo>
                    <a:pt x="19" y="15"/>
                    <a:pt x="16" y="13"/>
                    <a:pt x="13" y="13"/>
                  </a:cubicBezTo>
                  <a:cubicBezTo>
                    <a:pt x="7" y="13"/>
                    <a:pt x="4" y="16"/>
                    <a:pt x="2" y="22"/>
                  </a:cubicBezTo>
                  <a:cubicBezTo>
                    <a:pt x="0" y="18"/>
                    <a:pt x="6" y="11"/>
                    <a:pt x="9" y="9"/>
                  </a:cubicBezTo>
                  <a:cubicBezTo>
                    <a:pt x="10" y="8"/>
                    <a:pt x="12" y="8"/>
                    <a:pt x="13" y="6"/>
                  </a:cubicBezTo>
                  <a:cubicBezTo>
                    <a:pt x="15" y="4"/>
                    <a:pt x="14" y="1"/>
                    <a:pt x="18" y="0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2" name="Freeform 375">
              <a:extLst>
                <a:ext uri="{FF2B5EF4-FFF2-40B4-BE49-F238E27FC236}">
                  <a16:creationId xmlns:a16="http://schemas.microsoft.com/office/drawing/2014/main" id="{96803614-FAB9-409B-AC1D-3F1FCB5C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310"/>
              <a:ext cx="50" cy="64"/>
            </a:xfrm>
            <a:custGeom>
              <a:avLst/>
              <a:gdLst>
                <a:gd name="T0" fmla="*/ 113 w 20"/>
                <a:gd name="T1" fmla="*/ 0 h 24"/>
                <a:gd name="T2" fmla="*/ 50 w 20"/>
                <a:gd name="T3" fmla="*/ 456 h 24"/>
                <a:gd name="T4" fmla="*/ 50 w 20"/>
                <a:gd name="T5" fmla="*/ 307 h 24"/>
                <a:gd name="T6" fmla="*/ 63 w 20"/>
                <a:gd name="T7" fmla="*/ 248 h 24"/>
                <a:gd name="T8" fmla="*/ 113 w 20"/>
                <a:gd name="T9" fmla="*/ 205 h 24"/>
                <a:gd name="T10" fmla="*/ 83 w 2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7" y="0"/>
                  </a:moveTo>
                  <a:cubicBezTo>
                    <a:pt x="20" y="7"/>
                    <a:pt x="3" y="15"/>
                    <a:pt x="3" y="24"/>
                  </a:cubicBezTo>
                  <a:cubicBezTo>
                    <a:pt x="0" y="23"/>
                    <a:pt x="2" y="19"/>
                    <a:pt x="3" y="16"/>
                  </a:cubicBezTo>
                  <a:cubicBezTo>
                    <a:pt x="4" y="15"/>
                    <a:pt x="4" y="14"/>
                    <a:pt x="4" y="13"/>
                  </a:cubicBezTo>
                  <a:cubicBezTo>
                    <a:pt x="5" y="12"/>
                    <a:pt x="7" y="12"/>
                    <a:pt x="7" y="11"/>
                  </a:cubicBezTo>
                  <a:cubicBezTo>
                    <a:pt x="9" y="7"/>
                    <a:pt x="3" y="2"/>
                    <a:pt x="5" y="0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3" name="Freeform 376">
              <a:extLst>
                <a:ext uri="{FF2B5EF4-FFF2-40B4-BE49-F238E27FC236}">
                  <a16:creationId xmlns:a16="http://schemas.microsoft.com/office/drawing/2014/main" id="{3D9B0A74-9C5B-49FE-8AD2-62C7358FD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177"/>
              <a:ext cx="33" cy="51"/>
            </a:xfrm>
            <a:custGeom>
              <a:avLst/>
              <a:gdLst>
                <a:gd name="T0" fmla="*/ 0 w 13"/>
                <a:gd name="T1" fmla="*/ 368 h 19"/>
                <a:gd name="T2" fmla="*/ 0 w 13"/>
                <a:gd name="T3" fmla="*/ 252 h 19"/>
                <a:gd name="T4" fmla="*/ 33 w 13"/>
                <a:gd name="T5" fmla="*/ 150 h 19"/>
                <a:gd name="T6" fmla="*/ 33 w 13"/>
                <a:gd name="T7" fmla="*/ 56 h 19"/>
                <a:gd name="T8" fmla="*/ 117 w 13"/>
                <a:gd name="T9" fmla="*/ 35 h 19"/>
                <a:gd name="T10" fmla="*/ 129 w 13"/>
                <a:gd name="T11" fmla="*/ 94 h 19"/>
                <a:gd name="T12" fmla="*/ 180 w 13"/>
                <a:gd name="T13" fmla="*/ 150 h 19"/>
                <a:gd name="T14" fmla="*/ 213 w 13"/>
                <a:gd name="T15" fmla="*/ 172 h 19"/>
                <a:gd name="T16" fmla="*/ 160 w 13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0" y="17"/>
                    <a:pt x="0" y="15"/>
                    <a:pt x="0" y="13"/>
                  </a:cubicBezTo>
                  <a:cubicBezTo>
                    <a:pt x="1" y="11"/>
                    <a:pt x="2" y="11"/>
                    <a:pt x="2" y="8"/>
                  </a:cubicBezTo>
                  <a:cubicBezTo>
                    <a:pt x="2" y="7"/>
                    <a:pt x="1" y="5"/>
                    <a:pt x="2" y="3"/>
                  </a:cubicBezTo>
                  <a:cubicBezTo>
                    <a:pt x="3" y="2"/>
                    <a:pt x="6" y="0"/>
                    <a:pt x="7" y="2"/>
                  </a:cubicBezTo>
                  <a:cubicBezTo>
                    <a:pt x="8" y="2"/>
                    <a:pt x="7" y="4"/>
                    <a:pt x="8" y="5"/>
                  </a:cubicBezTo>
                  <a:cubicBezTo>
                    <a:pt x="8" y="6"/>
                    <a:pt x="10" y="7"/>
                    <a:pt x="11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11"/>
                    <a:pt x="10" y="13"/>
                    <a:pt x="10" y="14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4" name="Freeform 377">
              <a:extLst>
                <a:ext uri="{FF2B5EF4-FFF2-40B4-BE49-F238E27FC236}">
                  <a16:creationId xmlns:a16="http://schemas.microsoft.com/office/drawing/2014/main" id="{A2434A8A-C75B-49F3-89B7-EB52CD8A1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310"/>
              <a:ext cx="68" cy="99"/>
            </a:xfrm>
            <a:custGeom>
              <a:avLst/>
              <a:gdLst>
                <a:gd name="T0" fmla="*/ 380 w 27"/>
                <a:gd name="T1" fmla="*/ 0 h 37"/>
                <a:gd name="T2" fmla="*/ 159 w 27"/>
                <a:gd name="T3" fmla="*/ 171 h 37"/>
                <a:gd name="T4" fmla="*/ 63 w 27"/>
                <a:gd name="T5" fmla="*/ 385 h 37"/>
                <a:gd name="T6" fmla="*/ 20 w 27"/>
                <a:gd name="T7" fmla="*/ 500 h 37"/>
                <a:gd name="T8" fmla="*/ 0 w 27"/>
                <a:gd name="T9" fmla="*/ 709 h 37"/>
                <a:gd name="T10" fmla="*/ 146 w 27"/>
                <a:gd name="T11" fmla="*/ 401 h 37"/>
                <a:gd name="T12" fmla="*/ 209 w 27"/>
                <a:gd name="T13" fmla="*/ 321 h 37"/>
                <a:gd name="T14" fmla="*/ 272 w 27"/>
                <a:gd name="T15" fmla="*/ 321 h 37"/>
                <a:gd name="T16" fmla="*/ 335 w 27"/>
                <a:gd name="T17" fmla="*/ 321 h 37"/>
                <a:gd name="T18" fmla="*/ 350 w 27"/>
                <a:gd name="T19" fmla="*/ 516 h 37"/>
                <a:gd name="T20" fmla="*/ 413 w 27"/>
                <a:gd name="T21" fmla="*/ 401 h 37"/>
                <a:gd name="T22" fmla="*/ 380 w 27"/>
                <a:gd name="T23" fmla="*/ 308 h 37"/>
                <a:gd name="T24" fmla="*/ 380 w 27"/>
                <a:gd name="T25" fmla="*/ 21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37">
                  <a:moveTo>
                    <a:pt x="24" y="0"/>
                  </a:moveTo>
                  <a:cubicBezTo>
                    <a:pt x="19" y="3"/>
                    <a:pt x="13" y="4"/>
                    <a:pt x="10" y="9"/>
                  </a:cubicBezTo>
                  <a:cubicBezTo>
                    <a:pt x="7" y="12"/>
                    <a:pt x="6" y="16"/>
                    <a:pt x="4" y="20"/>
                  </a:cubicBezTo>
                  <a:cubicBezTo>
                    <a:pt x="3" y="22"/>
                    <a:pt x="2" y="23"/>
                    <a:pt x="1" y="26"/>
                  </a:cubicBezTo>
                  <a:cubicBezTo>
                    <a:pt x="0" y="29"/>
                    <a:pt x="2" y="34"/>
                    <a:pt x="0" y="37"/>
                  </a:cubicBezTo>
                  <a:cubicBezTo>
                    <a:pt x="1" y="31"/>
                    <a:pt x="5" y="25"/>
                    <a:pt x="9" y="21"/>
                  </a:cubicBezTo>
                  <a:cubicBezTo>
                    <a:pt x="10" y="19"/>
                    <a:pt x="12" y="17"/>
                    <a:pt x="13" y="17"/>
                  </a:cubicBezTo>
                  <a:cubicBezTo>
                    <a:pt x="15" y="16"/>
                    <a:pt x="15" y="17"/>
                    <a:pt x="17" y="17"/>
                  </a:cubicBezTo>
                  <a:cubicBezTo>
                    <a:pt x="18" y="17"/>
                    <a:pt x="20" y="16"/>
                    <a:pt x="21" y="17"/>
                  </a:cubicBezTo>
                  <a:cubicBezTo>
                    <a:pt x="23" y="18"/>
                    <a:pt x="22" y="25"/>
                    <a:pt x="22" y="27"/>
                  </a:cubicBezTo>
                  <a:cubicBezTo>
                    <a:pt x="26" y="28"/>
                    <a:pt x="27" y="24"/>
                    <a:pt x="26" y="21"/>
                  </a:cubicBezTo>
                  <a:cubicBezTo>
                    <a:pt x="26" y="19"/>
                    <a:pt x="24" y="18"/>
                    <a:pt x="24" y="16"/>
                  </a:cubicBezTo>
                  <a:cubicBezTo>
                    <a:pt x="22" y="11"/>
                    <a:pt x="27" y="7"/>
                    <a:pt x="2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5" name="Freeform 378">
              <a:extLst>
                <a:ext uri="{FF2B5EF4-FFF2-40B4-BE49-F238E27FC236}">
                  <a16:creationId xmlns:a16="http://schemas.microsoft.com/office/drawing/2014/main" id="{5DFB0F04-F026-4C1D-A299-300665591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430"/>
              <a:ext cx="107" cy="78"/>
            </a:xfrm>
            <a:custGeom>
              <a:avLst/>
              <a:gdLst>
                <a:gd name="T0" fmla="*/ 478 w 43"/>
                <a:gd name="T1" fmla="*/ 35 h 29"/>
                <a:gd name="T2" fmla="*/ 649 w 43"/>
                <a:gd name="T3" fmla="*/ 196 h 29"/>
                <a:gd name="T4" fmla="*/ 557 w 43"/>
                <a:gd name="T5" fmla="*/ 347 h 29"/>
                <a:gd name="T6" fmla="*/ 570 w 43"/>
                <a:gd name="T7" fmla="*/ 428 h 29"/>
                <a:gd name="T8" fmla="*/ 528 w 43"/>
                <a:gd name="T9" fmla="*/ 471 h 29"/>
                <a:gd name="T10" fmla="*/ 537 w 43"/>
                <a:gd name="T11" fmla="*/ 565 h 29"/>
                <a:gd name="T12" fmla="*/ 433 w 43"/>
                <a:gd name="T13" fmla="*/ 471 h 29"/>
                <a:gd name="T14" fmla="*/ 445 w 43"/>
                <a:gd name="T15" fmla="*/ 274 h 29"/>
                <a:gd name="T16" fmla="*/ 309 w 43"/>
                <a:gd name="T17" fmla="*/ 253 h 29"/>
                <a:gd name="T18" fmla="*/ 154 w 43"/>
                <a:gd name="T19" fmla="*/ 274 h 29"/>
                <a:gd name="T20" fmla="*/ 30 w 43"/>
                <a:gd name="T21" fmla="*/ 274 h 29"/>
                <a:gd name="T22" fmla="*/ 167 w 43"/>
                <a:gd name="T23" fmla="*/ 196 h 29"/>
                <a:gd name="T24" fmla="*/ 291 w 43"/>
                <a:gd name="T25" fmla="*/ 159 h 29"/>
                <a:gd name="T26" fmla="*/ 353 w 43"/>
                <a:gd name="T27" fmla="*/ 59 h 29"/>
                <a:gd name="T28" fmla="*/ 445 w 43"/>
                <a:gd name="T29" fmla="*/ 35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29">
                  <a:moveTo>
                    <a:pt x="31" y="2"/>
                  </a:moveTo>
                  <a:cubicBezTo>
                    <a:pt x="34" y="8"/>
                    <a:pt x="43" y="0"/>
                    <a:pt x="42" y="10"/>
                  </a:cubicBezTo>
                  <a:cubicBezTo>
                    <a:pt x="42" y="16"/>
                    <a:pt x="35" y="10"/>
                    <a:pt x="36" y="18"/>
                  </a:cubicBezTo>
                  <a:cubicBezTo>
                    <a:pt x="37" y="19"/>
                    <a:pt x="38" y="21"/>
                    <a:pt x="37" y="22"/>
                  </a:cubicBezTo>
                  <a:cubicBezTo>
                    <a:pt x="36" y="24"/>
                    <a:pt x="34" y="22"/>
                    <a:pt x="34" y="24"/>
                  </a:cubicBezTo>
                  <a:cubicBezTo>
                    <a:pt x="33" y="26"/>
                    <a:pt x="37" y="27"/>
                    <a:pt x="35" y="29"/>
                  </a:cubicBezTo>
                  <a:cubicBezTo>
                    <a:pt x="34" y="29"/>
                    <a:pt x="29" y="25"/>
                    <a:pt x="28" y="24"/>
                  </a:cubicBezTo>
                  <a:cubicBezTo>
                    <a:pt x="27" y="21"/>
                    <a:pt x="31" y="18"/>
                    <a:pt x="29" y="14"/>
                  </a:cubicBezTo>
                  <a:cubicBezTo>
                    <a:pt x="27" y="11"/>
                    <a:pt x="23" y="13"/>
                    <a:pt x="20" y="13"/>
                  </a:cubicBezTo>
                  <a:cubicBezTo>
                    <a:pt x="17" y="13"/>
                    <a:pt x="14" y="13"/>
                    <a:pt x="10" y="14"/>
                  </a:cubicBezTo>
                  <a:cubicBezTo>
                    <a:pt x="9" y="14"/>
                    <a:pt x="4" y="16"/>
                    <a:pt x="2" y="14"/>
                  </a:cubicBezTo>
                  <a:cubicBezTo>
                    <a:pt x="0" y="11"/>
                    <a:pt x="9" y="10"/>
                    <a:pt x="11" y="10"/>
                  </a:cubicBezTo>
                  <a:cubicBezTo>
                    <a:pt x="14" y="10"/>
                    <a:pt x="16" y="11"/>
                    <a:pt x="19" y="8"/>
                  </a:cubicBezTo>
                  <a:cubicBezTo>
                    <a:pt x="21" y="7"/>
                    <a:pt x="21" y="4"/>
                    <a:pt x="23" y="3"/>
                  </a:cubicBezTo>
                  <a:cubicBezTo>
                    <a:pt x="25" y="2"/>
                    <a:pt x="27" y="5"/>
                    <a:pt x="2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6" name="Freeform 379">
              <a:extLst>
                <a:ext uri="{FF2B5EF4-FFF2-40B4-BE49-F238E27FC236}">
                  <a16:creationId xmlns:a16="http://schemas.microsoft.com/office/drawing/2014/main" id="{EA2F0FB5-801D-41AA-AFE7-7359C31EA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190"/>
              <a:ext cx="55" cy="62"/>
            </a:xfrm>
            <a:custGeom>
              <a:avLst/>
              <a:gdLst>
                <a:gd name="T0" fmla="*/ 0 w 22"/>
                <a:gd name="T1" fmla="*/ 291 h 23"/>
                <a:gd name="T2" fmla="*/ 50 w 22"/>
                <a:gd name="T3" fmla="*/ 394 h 23"/>
                <a:gd name="T4" fmla="*/ 63 w 22"/>
                <a:gd name="T5" fmla="*/ 450 h 23"/>
                <a:gd name="T6" fmla="*/ 145 w 22"/>
                <a:gd name="T7" fmla="*/ 253 h 23"/>
                <a:gd name="T8" fmla="*/ 208 w 22"/>
                <a:gd name="T9" fmla="*/ 253 h 23"/>
                <a:gd name="T10" fmla="*/ 238 w 22"/>
                <a:gd name="T11" fmla="*/ 159 h 23"/>
                <a:gd name="T12" fmla="*/ 333 w 22"/>
                <a:gd name="T13" fmla="*/ 0 h 23"/>
                <a:gd name="T14" fmla="*/ 208 w 22"/>
                <a:gd name="T15" fmla="*/ 116 h 23"/>
                <a:gd name="T16" fmla="*/ 158 w 22"/>
                <a:gd name="T17" fmla="*/ 175 h 23"/>
                <a:gd name="T18" fmla="*/ 20 w 22"/>
                <a:gd name="T19" fmla="*/ 197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23">
                  <a:moveTo>
                    <a:pt x="0" y="15"/>
                  </a:moveTo>
                  <a:cubicBezTo>
                    <a:pt x="1" y="17"/>
                    <a:pt x="2" y="18"/>
                    <a:pt x="3" y="20"/>
                  </a:cubicBezTo>
                  <a:cubicBezTo>
                    <a:pt x="3" y="21"/>
                    <a:pt x="1" y="23"/>
                    <a:pt x="4" y="23"/>
                  </a:cubicBezTo>
                  <a:cubicBezTo>
                    <a:pt x="7" y="22"/>
                    <a:pt x="5" y="15"/>
                    <a:pt x="9" y="13"/>
                  </a:cubicBezTo>
                  <a:cubicBezTo>
                    <a:pt x="10" y="13"/>
                    <a:pt x="12" y="14"/>
                    <a:pt x="13" y="13"/>
                  </a:cubicBezTo>
                  <a:cubicBezTo>
                    <a:pt x="15" y="12"/>
                    <a:pt x="14" y="9"/>
                    <a:pt x="15" y="8"/>
                  </a:cubicBezTo>
                  <a:cubicBezTo>
                    <a:pt x="16" y="5"/>
                    <a:pt x="22" y="4"/>
                    <a:pt x="21" y="0"/>
                  </a:cubicBezTo>
                  <a:cubicBezTo>
                    <a:pt x="18" y="1"/>
                    <a:pt x="15" y="4"/>
                    <a:pt x="13" y="6"/>
                  </a:cubicBezTo>
                  <a:cubicBezTo>
                    <a:pt x="12" y="7"/>
                    <a:pt x="11" y="9"/>
                    <a:pt x="10" y="9"/>
                  </a:cubicBezTo>
                  <a:cubicBezTo>
                    <a:pt x="7" y="11"/>
                    <a:pt x="4" y="9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7" name="Freeform 380">
              <a:extLst>
                <a:ext uri="{FF2B5EF4-FFF2-40B4-BE49-F238E27FC236}">
                  <a16:creationId xmlns:a16="http://schemas.microsoft.com/office/drawing/2014/main" id="{874A3780-AEF4-4F71-B6F4-ABB582CEA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137"/>
              <a:ext cx="48" cy="45"/>
            </a:xfrm>
            <a:custGeom>
              <a:avLst/>
              <a:gdLst>
                <a:gd name="T0" fmla="*/ 222 w 19"/>
                <a:gd name="T1" fmla="*/ 34 h 17"/>
                <a:gd name="T2" fmla="*/ 96 w 19"/>
                <a:gd name="T3" fmla="*/ 34 h 17"/>
                <a:gd name="T4" fmla="*/ 63 w 19"/>
                <a:gd name="T5" fmla="*/ 132 h 17"/>
                <a:gd name="T6" fmla="*/ 0 w 19"/>
                <a:gd name="T7" fmla="*/ 225 h 17"/>
                <a:gd name="T8" fmla="*/ 63 w 19"/>
                <a:gd name="T9" fmla="*/ 294 h 17"/>
                <a:gd name="T10" fmla="*/ 179 w 19"/>
                <a:gd name="T11" fmla="*/ 111 h 17"/>
                <a:gd name="T12" fmla="*/ 288 w 19"/>
                <a:gd name="T13" fmla="*/ 111 h 17"/>
                <a:gd name="T14" fmla="*/ 255 w 19"/>
                <a:gd name="T15" fmla="*/ 34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14" y="2"/>
                  </a:moveTo>
                  <a:cubicBezTo>
                    <a:pt x="13" y="0"/>
                    <a:pt x="8" y="1"/>
                    <a:pt x="6" y="2"/>
                  </a:cubicBezTo>
                  <a:cubicBezTo>
                    <a:pt x="3" y="4"/>
                    <a:pt x="5" y="5"/>
                    <a:pt x="4" y="7"/>
                  </a:cubicBezTo>
                  <a:cubicBezTo>
                    <a:pt x="3" y="9"/>
                    <a:pt x="0" y="8"/>
                    <a:pt x="0" y="12"/>
                  </a:cubicBezTo>
                  <a:cubicBezTo>
                    <a:pt x="0" y="15"/>
                    <a:pt x="1" y="17"/>
                    <a:pt x="4" y="16"/>
                  </a:cubicBezTo>
                  <a:cubicBezTo>
                    <a:pt x="9" y="15"/>
                    <a:pt x="5" y="7"/>
                    <a:pt x="11" y="6"/>
                  </a:cubicBezTo>
                  <a:cubicBezTo>
                    <a:pt x="14" y="6"/>
                    <a:pt x="15" y="8"/>
                    <a:pt x="18" y="6"/>
                  </a:cubicBezTo>
                  <a:cubicBezTo>
                    <a:pt x="19" y="4"/>
                    <a:pt x="19" y="2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8" name="Freeform 381">
              <a:extLst>
                <a:ext uri="{FF2B5EF4-FFF2-40B4-BE49-F238E27FC236}">
                  <a16:creationId xmlns:a16="http://schemas.microsoft.com/office/drawing/2014/main" id="{FCAB26D0-09C8-4F18-A0B3-99C0611C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310"/>
              <a:ext cx="63" cy="107"/>
            </a:xfrm>
            <a:custGeom>
              <a:avLst/>
              <a:gdLst>
                <a:gd name="T0" fmla="*/ 222 w 25"/>
                <a:gd name="T1" fmla="*/ 0 h 40"/>
                <a:gd name="T2" fmla="*/ 126 w 25"/>
                <a:gd name="T3" fmla="*/ 136 h 40"/>
                <a:gd name="T4" fmla="*/ 96 w 25"/>
                <a:gd name="T5" fmla="*/ 286 h 40"/>
                <a:gd name="T6" fmla="*/ 63 w 25"/>
                <a:gd name="T7" fmla="*/ 401 h 40"/>
                <a:gd name="T8" fmla="*/ 63 w 25"/>
                <a:gd name="T9" fmla="*/ 500 h 40"/>
                <a:gd name="T10" fmla="*/ 33 w 25"/>
                <a:gd name="T11" fmla="*/ 594 h 40"/>
                <a:gd name="T12" fmla="*/ 159 w 25"/>
                <a:gd name="T13" fmla="*/ 594 h 40"/>
                <a:gd name="T14" fmla="*/ 338 w 25"/>
                <a:gd name="T15" fmla="*/ 765 h 40"/>
                <a:gd name="T16" fmla="*/ 381 w 25"/>
                <a:gd name="T17" fmla="*/ 650 h 40"/>
                <a:gd name="T18" fmla="*/ 285 w 25"/>
                <a:gd name="T19" fmla="*/ 594 h 40"/>
                <a:gd name="T20" fmla="*/ 192 w 25"/>
                <a:gd name="T21" fmla="*/ 423 h 40"/>
                <a:gd name="T22" fmla="*/ 209 w 25"/>
                <a:gd name="T23" fmla="*/ 342 h 40"/>
                <a:gd name="T24" fmla="*/ 192 w 25"/>
                <a:gd name="T25" fmla="*/ 230 h 40"/>
                <a:gd name="T26" fmla="*/ 222 w 25"/>
                <a:gd name="T27" fmla="*/ 35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" h="40">
                  <a:moveTo>
                    <a:pt x="14" y="0"/>
                  </a:moveTo>
                  <a:cubicBezTo>
                    <a:pt x="13" y="3"/>
                    <a:pt x="10" y="4"/>
                    <a:pt x="8" y="7"/>
                  </a:cubicBezTo>
                  <a:cubicBezTo>
                    <a:pt x="7" y="9"/>
                    <a:pt x="7" y="13"/>
                    <a:pt x="6" y="15"/>
                  </a:cubicBezTo>
                  <a:cubicBezTo>
                    <a:pt x="6" y="17"/>
                    <a:pt x="4" y="19"/>
                    <a:pt x="4" y="21"/>
                  </a:cubicBezTo>
                  <a:cubicBezTo>
                    <a:pt x="4" y="24"/>
                    <a:pt x="5" y="23"/>
                    <a:pt x="4" y="26"/>
                  </a:cubicBezTo>
                  <a:cubicBezTo>
                    <a:pt x="3" y="28"/>
                    <a:pt x="0" y="29"/>
                    <a:pt x="2" y="31"/>
                  </a:cubicBezTo>
                  <a:cubicBezTo>
                    <a:pt x="4" y="32"/>
                    <a:pt x="8" y="30"/>
                    <a:pt x="10" y="31"/>
                  </a:cubicBezTo>
                  <a:cubicBezTo>
                    <a:pt x="15" y="31"/>
                    <a:pt x="18" y="36"/>
                    <a:pt x="21" y="40"/>
                  </a:cubicBezTo>
                  <a:cubicBezTo>
                    <a:pt x="23" y="38"/>
                    <a:pt x="25" y="37"/>
                    <a:pt x="24" y="34"/>
                  </a:cubicBezTo>
                  <a:cubicBezTo>
                    <a:pt x="23" y="31"/>
                    <a:pt x="21" y="32"/>
                    <a:pt x="18" y="31"/>
                  </a:cubicBezTo>
                  <a:cubicBezTo>
                    <a:pt x="14" y="29"/>
                    <a:pt x="12" y="26"/>
                    <a:pt x="12" y="22"/>
                  </a:cubicBezTo>
                  <a:cubicBezTo>
                    <a:pt x="12" y="20"/>
                    <a:pt x="13" y="20"/>
                    <a:pt x="13" y="18"/>
                  </a:cubicBezTo>
                  <a:cubicBezTo>
                    <a:pt x="13" y="16"/>
                    <a:pt x="12" y="14"/>
                    <a:pt x="12" y="12"/>
                  </a:cubicBezTo>
                  <a:cubicBezTo>
                    <a:pt x="12" y="9"/>
                    <a:pt x="14" y="6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9" name="Freeform 382">
              <a:extLst>
                <a:ext uri="{FF2B5EF4-FFF2-40B4-BE49-F238E27FC236}">
                  <a16:creationId xmlns:a16="http://schemas.microsoft.com/office/drawing/2014/main" id="{70B58889-6011-47DF-BB6F-970668A8A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521"/>
              <a:ext cx="67" cy="91"/>
            </a:xfrm>
            <a:custGeom>
              <a:avLst/>
              <a:gdLst>
                <a:gd name="T0" fmla="*/ 278 w 27"/>
                <a:gd name="T1" fmla="*/ 78 h 34"/>
                <a:gd name="T2" fmla="*/ 184 w 27"/>
                <a:gd name="T3" fmla="*/ 78 h 34"/>
                <a:gd name="T4" fmla="*/ 104 w 27"/>
                <a:gd name="T5" fmla="*/ 137 h 34"/>
                <a:gd name="T6" fmla="*/ 74 w 27"/>
                <a:gd name="T7" fmla="*/ 308 h 34"/>
                <a:gd name="T8" fmla="*/ 42 w 27"/>
                <a:gd name="T9" fmla="*/ 500 h 34"/>
                <a:gd name="T10" fmla="*/ 74 w 27"/>
                <a:gd name="T11" fmla="*/ 653 h 34"/>
                <a:gd name="T12" fmla="*/ 92 w 27"/>
                <a:gd name="T13" fmla="*/ 500 h 34"/>
                <a:gd name="T14" fmla="*/ 166 w 27"/>
                <a:gd name="T15" fmla="*/ 343 h 34"/>
                <a:gd name="T16" fmla="*/ 258 w 27"/>
                <a:gd name="T17" fmla="*/ 193 h 34"/>
                <a:gd name="T18" fmla="*/ 350 w 27"/>
                <a:gd name="T19" fmla="*/ 150 h 34"/>
                <a:gd name="T20" fmla="*/ 400 w 27"/>
                <a:gd name="T21" fmla="*/ 21 h 34"/>
                <a:gd name="T22" fmla="*/ 278 w 27"/>
                <a:gd name="T23" fmla="*/ 94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34">
                  <a:moveTo>
                    <a:pt x="18" y="4"/>
                  </a:moveTo>
                  <a:cubicBezTo>
                    <a:pt x="16" y="5"/>
                    <a:pt x="14" y="4"/>
                    <a:pt x="12" y="4"/>
                  </a:cubicBezTo>
                  <a:cubicBezTo>
                    <a:pt x="10" y="4"/>
                    <a:pt x="8" y="6"/>
                    <a:pt x="7" y="7"/>
                  </a:cubicBezTo>
                  <a:cubicBezTo>
                    <a:pt x="3" y="11"/>
                    <a:pt x="3" y="12"/>
                    <a:pt x="5" y="16"/>
                  </a:cubicBezTo>
                  <a:cubicBezTo>
                    <a:pt x="7" y="20"/>
                    <a:pt x="5" y="22"/>
                    <a:pt x="3" y="26"/>
                  </a:cubicBezTo>
                  <a:cubicBezTo>
                    <a:pt x="3" y="28"/>
                    <a:pt x="0" y="34"/>
                    <a:pt x="5" y="34"/>
                  </a:cubicBezTo>
                  <a:cubicBezTo>
                    <a:pt x="6" y="32"/>
                    <a:pt x="6" y="29"/>
                    <a:pt x="6" y="26"/>
                  </a:cubicBezTo>
                  <a:cubicBezTo>
                    <a:pt x="7" y="23"/>
                    <a:pt x="9" y="21"/>
                    <a:pt x="11" y="18"/>
                  </a:cubicBezTo>
                  <a:cubicBezTo>
                    <a:pt x="14" y="14"/>
                    <a:pt x="11" y="11"/>
                    <a:pt x="17" y="10"/>
                  </a:cubicBezTo>
                  <a:cubicBezTo>
                    <a:pt x="20" y="9"/>
                    <a:pt x="21" y="10"/>
                    <a:pt x="23" y="8"/>
                  </a:cubicBezTo>
                  <a:cubicBezTo>
                    <a:pt x="25" y="7"/>
                    <a:pt x="27" y="2"/>
                    <a:pt x="26" y="1"/>
                  </a:cubicBezTo>
                  <a:cubicBezTo>
                    <a:pt x="25" y="0"/>
                    <a:pt x="19" y="4"/>
                    <a:pt x="1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0" name="Freeform 383">
              <a:extLst>
                <a:ext uri="{FF2B5EF4-FFF2-40B4-BE49-F238E27FC236}">
                  <a16:creationId xmlns:a16="http://schemas.microsoft.com/office/drawing/2014/main" id="{ECD00585-C414-4962-A1EC-761ECC08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433"/>
              <a:ext cx="25" cy="53"/>
            </a:xfrm>
            <a:custGeom>
              <a:avLst/>
              <a:gdLst>
                <a:gd name="T0" fmla="*/ 145 w 10"/>
                <a:gd name="T1" fmla="*/ 21 h 20"/>
                <a:gd name="T2" fmla="*/ 0 w 10"/>
                <a:gd name="T3" fmla="*/ 191 h 20"/>
                <a:gd name="T4" fmla="*/ 33 w 10"/>
                <a:gd name="T5" fmla="*/ 371 h 20"/>
                <a:gd name="T6" fmla="*/ 50 w 10"/>
                <a:gd name="T7" fmla="*/ 204 h 20"/>
                <a:gd name="T8" fmla="*/ 113 w 10"/>
                <a:gd name="T9" fmla="*/ 111 h 20"/>
                <a:gd name="T10" fmla="*/ 158 w 10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0">
                  <a:moveTo>
                    <a:pt x="9" y="1"/>
                  </a:moveTo>
                  <a:cubicBezTo>
                    <a:pt x="5" y="3"/>
                    <a:pt x="0" y="5"/>
                    <a:pt x="0" y="10"/>
                  </a:cubicBezTo>
                  <a:cubicBezTo>
                    <a:pt x="0" y="14"/>
                    <a:pt x="2" y="17"/>
                    <a:pt x="2" y="20"/>
                  </a:cubicBezTo>
                  <a:cubicBezTo>
                    <a:pt x="4" y="18"/>
                    <a:pt x="3" y="14"/>
                    <a:pt x="3" y="11"/>
                  </a:cubicBezTo>
                  <a:cubicBezTo>
                    <a:pt x="4" y="9"/>
                    <a:pt x="6" y="8"/>
                    <a:pt x="7" y="6"/>
                  </a:cubicBezTo>
                  <a:cubicBezTo>
                    <a:pt x="8" y="4"/>
                    <a:pt x="7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1" name="Freeform 384">
              <a:extLst>
                <a:ext uri="{FF2B5EF4-FFF2-40B4-BE49-F238E27FC236}">
                  <a16:creationId xmlns:a16="http://schemas.microsoft.com/office/drawing/2014/main" id="{40298082-2887-45FE-B797-657F74E9D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564"/>
              <a:ext cx="60" cy="80"/>
            </a:xfrm>
            <a:custGeom>
              <a:avLst/>
              <a:gdLst>
                <a:gd name="T0" fmla="*/ 158 w 24"/>
                <a:gd name="T1" fmla="*/ 56 h 30"/>
                <a:gd name="T2" fmla="*/ 113 w 24"/>
                <a:gd name="T3" fmla="*/ 419 h 30"/>
                <a:gd name="T4" fmla="*/ 250 w 24"/>
                <a:gd name="T5" fmla="*/ 568 h 30"/>
                <a:gd name="T6" fmla="*/ 375 w 24"/>
                <a:gd name="T7" fmla="*/ 477 h 30"/>
                <a:gd name="T8" fmla="*/ 238 w 24"/>
                <a:gd name="T9" fmla="*/ 456 h 30"/>
                <a:gd name="T10" fmla="*/ 208 w 24"/>
                <a:gd name="T11" fmla="*/ 205 h 30"/>
                <a:gd name="T12" fmla="*/ 300 w 24"/>
                <a:gd name="T13" fmla="*/ 136 h 30"/>
                <a:gd name="T14" fmla="*/ 283 w 24"/>
                <a:gd name="T15" fmla="*/ 21 h 30"/>
                <a:gd name="T16" fmla="*/ 220 w 24"/>
                <a:gd name="T17" fmla="*/ 2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0">
                  <a:moveTo>
                    <a:pt x="10" y="3"/>
                  </a:moveTo>
                  <a:cubicBezTo>
                    <a:pt x="8" y="10"/>
                    <a:pt x="0" y="15"/>
                    <a:pt x="7" y="22"/>
                  </a:cubicBezTo>
                  <a:cubicBezTo>
                    <a:pt x="10" y="26"/>
                    <a:pt x="15" y="25"/>
                    <a:pt x="16" y="30"/>
                  </a:cubicBezTo>
                  <a:cubicBezTo>
                    <a:pt x="19" y="30"/>
                    <a:pt x="23" y="27"/>
                    <a:pt x="24" y="25"/>
                  </a:cubicBezTo>
                  <a:cubicBezTo>
                    <a:pt x="22" y="28"/>
                    <a:pt x="17" y="26"/>
                    <a:pt x="15" y="24"/>
                  </a:cubicBezTo>
                  <a:cubicBezTo>
                    <a:pt x="11" y="20"/>
                    <a:pt x="11" y="15"/>
                    <a:pt x="13" y="11"/>
                  </a:cubicBezTo>
                  <a:cubicBezTo>
                    <a:pt x="15" y="8"/>
                    <a:pt x="18" y="9"/>
                    <a:pt x="19" y="7"/>
                  </a:cubicBezTo>
                  <a:cubicBezTo>
                    <a:pt x="20" y="6"/>
                    <a:pt x="19" y="2"/>
                    <a:pt x="18" y="1"/>
                  </a:cubicBezTo>
                  <a:cubicBezTo>
                    <a:pt x="17" y="0"/>
                    <a:pt x="15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2" name="Freeform 385">
              <a:extLst>
                <a:ext uri="{FF2B5EF4-FFF2-40B4-BE49-F238E27FC236}">
                  <a16:creationId xmlns:a16="http://schemas.microsoft.com/office/drawing/2014/main" id="{11E1D434-73DA-432C-9C49-0C017E07B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34"/>
              <a:ext cx="35" cy="70"/>
            </a:xfrm>
            <a:custGeom>
              <a:avLst/>
              <a:gdLst>
                <a:gd name="T0" fmla="*/ 158 w 14"/>
                <a:gd name="T1" fmla="*/ 0 h 26"/>
                <a:gd name="T2" fmla="*/ 83 w 14"/>
                <a:gd name="T3" fmla="*/ 116 h 26"/>
                <a:gd name="T4" fmla="*/ 50 w 14"/>
                <a:gd name="T5" fmla="*/ 232 h 26"/>
                <a:gd name="T6" fmla="*/ 0 w 14"/>
                <a:gd name="T7" fmla="*/ 506 h 26"/>
                <a:gd name="T8" fmla="*/ 220 w 14"/>
                <a:gd name="T9" fmla="*/ 485 h 26"/>
                <a:gd name="T10" fmla="*/ 95 w 14"/>
                <a:gd name="T11" fmla="*/ 291 h 26"/>
                <a:gd name="T12" fmla="*/ 145 w 14"/>
                <a:gd name="T13" fmla="*/ 5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6">
                  <a:moveTo>
                    <a:pt x="10" y="0"/>
                  </a:moveTo>
                  <a:cubicBezTo>
                    <a:pt x="8" y="2"/>
                    <a:pt x="7" y="4"/>
                    <a:pt x="5" y="6"/>
                  </a:cubicBezTo>
                  <a:cubicBezTo>
                    <a:pt x="2" y="9"/>
                    <a:pt x="3" y="8"/>
                    <a:pt x="3" y="12"/>
                  </a:cubicBezTo>
                  <a:cubicBezTo>
                    <a:pt x="4" y="17"/>
                    <a:pt x="0" y="22"/>
                    <a:pt x="0" y="26"/>
                  </a:cubicBezTo>
                  <a:cubicBezTo>
                    <a:pt x="3" y="24"/>
                    <a:pt x="11" y="22"/>
                    <a:pt x="14" y="25"/>
                  </a:cubicBezTo>
                  <a:cubicBezTo>
                    <a:pt x="10" y="23"/>
                    <a:pt x="6" y="19"/>
                    <a:pt x="6" y="15"/>
                  </a:cubicBezTo>
                  <a:cubicBezTo>
                    <a:pt x="5" y="10"/>
                    <a:pt x="8" y="7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3" name="Freeform 386">
              <a:extLst>
                <a:ext uri="{FF2B5EF4-FFF2-40B4-BE49-F238E27FC236}">
                  <a16:creationId xmlns:a16="http://schemas.microsoft.com/office/drawing/2014/main" id="{3BEDE5E4-0C47-480D-8FED-9C5B9692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745"/>
              <a:ext cx="25" cy="48"/>
            </a:xfrm>
            <a:custGeom>
              <a:avLst/>
              <a:gdLst>
                <a:gd name="T0" fmla="*/ 95 w 10"/>
                <a:gd name="T1" fmla="*/ 21 h 18"/>
                <a:gd name="T2" fmla="*/ 95 w 10"/>
                <a:gd name="T3" fmla="*/ 341 h 18"/>
                <a:gd name="T4" fmla="*/ 95 w 10"/>
                <a:gd name="T5" fmla="*/ 136 h 18"/>
                <a:gd name="T6" fmla="*/ 95 w 10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6" y="1"/>
                  </a:moveTo>
                  <a:cubicBezTo>
                    <a:pt x="0" y="0"/>
                    <a:pt x="5" y="14"/>
                    <a:pt x="6" y="18"/>
                  </a:cubicBezTo>
                  <a:cubicBezTo>
                    <a:pt x="5" y="14"/>
                    <a:pt x="5" y="11"/>
                    <a:pt x="6" y="7"/>
                  </a:cubicBezTo>
                  <a:cubicBezTo>
                    <a:pt x="6" y="5"/>
                    <a:pt x="10" y="2"/>
                    <a:pt x="6" y="1"/>
                  </a:cubicBezTo>
                </a:path>
              </a:pathLst>
            </a:custGeom>
            <a:solidFill>
              <a:srgbClr val="E3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4" name="Freeform 387">
              <a:extLst>
                <a:ext uri="{FF2B5EF4-FFF2-40B4-BE49-F238E27FC236}">
                  <a16:creationId xmlns:a16="http://schemas.microsoft.com/office/drawing/2014/main" id="{BD31849B-04D4-4F7E-BAA1-6B99CAEE9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702"/>
              <a:ext cx="33" cy="30"/>
            </a:xfrm>
            <a:custGeom>
              <a:avLst/>
              <a:gdLst>
                <a:gd name="T0" fmla="*/ 0 w 13"/>
                <a:gd name="T1" fmla="*/ 38 h 11"/>
                <a:gd name="T2" fmla="*/ 213 w 13"/>
                <a:gd name="T3" fmla="*/ 224 h 11"/>
                <a:gd name="T4" fmla="*/ 0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2"/>
                  </a:moveTo>
                  <a:cubicBezTo>
                    <a:pt x="2" y="11"/>
                    <a:pt x="5" y="10"/>
                    <a:pt x="13" y="11"/>
                  </a:cubicBezTo>
                  <a:cubicBezTo>
                    <a:pt x="7" y="10"/>
                    <a:pt x="5" y="3"/>
                    <a:pt x="0" y="0"/>
                  </a:cubicBezTo>
                </a:path>
              </a:pathLst>
            </a:custGeom>
            <a:solidFill>
              <a:srgbClr val="E7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5" name="Freeform 388">
              <a:extLst>
                <a:ext uri="{FF2B5EF4-FFF2-40B4-BE49-F238E27FC236}">
                  <a16:creationId xmlns:a16="http://schemas.microsoft.com/office/drawing/2014/main" id="{C1058F3D-AF48-4443-9292-7134A98C8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846"/>
              <a:ext cx="17" cy="30"/>
            </a:xfrm>
            <a:custGeom>
              <a:avLst/>
              <a:gdLst>
                <a:gd name="T0" fmla="*/ 58 w 7"/>
                <a:gd name="T1" fmla="*/ 60 h 11"/>
                <a:gd name="T2" fmla="*/ 12 w 7"/>
                <a:gd name="T3" fmla="*/ 0 h 11"/>
                <a:gd name="T4" fmla="*/ 58 w 7"/>
                <a:gd name="T5" fmla="*/ 224 h 11"/>
                <a:gd name="T6" fmla="*/ 70 w 7"/>
                <a:gd name="T7" fmla="*/ 3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4" y="3"/>
                  </a:moveTo>
                  <a:cubicBezTo>
                    <a:pt x="4" y="2"/>
                    <a:pt x="3" y="1"/>
                    <a:pt x="1" y="0"/>
                  </a:cubicBezTo>
                  <a:cubicBezTo>
                    <a:pt x="0" y="3"/>
                    <a:pt x="4" y="8"/>
                    <a:pt x="4" y="11"/>
                  </a:cubicBezTo>
                  <a:cubicBezTo>
                    <a:pt x="7" y="9"/>
                    <a:pt x="5" y="5"/>
                    <a:pt x="5" y="2"/>
                  </a:cubicBezTo>
                </a:path>
              </a:pathLst>
            </a:custGeom>
            <a:solidFill>
              <a:srgbClr val="E7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6" name="Freeform 389">
              <a:extLst>
                <a:ext uri="{FF2B5EF4-FFF2-40B4-BE49-F238E27FC236}">
                  <a16:creationId xmlns:a16="http://schemas.microsoft.com/office/drawing/2014/main" id="{B469DD71-D278-4E37-A7A5-CAEEF34D3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50"/>
              <a:ext cx="170" cy="88"/>
            </a:xfrm>
            <a:custGeom>
              <a:avLst/>
              <a:gdLst>
                <a:gd name="T0" fmla="*/ 925 w 68"/>
                <a:gd name="T1" fmla="*/ 149 h 33"/>
                <a:gd name="T2" fmla="*/ 533 w 68"/>
                <a:gd name="T3" fmla="*/ 456 h 33"/>
                <a:gd name="T4" fmla="*/ 175 w 68"/>
                <a:gd name="T5" fmla="*/ 491 h 33"/>
                <a:gd name="T6" fmla="*/ 63 w 68"/>
                <a:gd name="T7" fmla="*/ 491 h 33"/>
                <a:gd name="T8" fmla="*/ 0 w 68"/>
                <a:gd name="T9" fmla="*/ 605 h 33"/>
                <a:gd name="T10" fmla="*/ 175 w 68"/>
                <a:gd name="T11" fmla="*/ 605 h 33"/>
                <a:gd name="T12" fmla="*/ 533 w 68"/>
                <a:gd name="T13" fmla="*/ 568 h 33"/>
                <a:gd name="T14" fmla="*/ 1020 w 68"/>
                <a:gd name="T15" fmla="*/ 136 h 33"/>
                <a:gd name="T16" fmla="*/ 1063 w 68"/>
                <a:gd name="T17" fmla="*/ 0 h 33"/>
                <a:gd name="T18" fmla="*/ 925 w 68"/>
                <a:gd name="T19" fmla="*/ 14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33">
                  <a:moveTo>
                    <a:pt x="59" y="8"/>
                  </a:moveTo>
                  <a:cubicBezTo>
                    <a:pt x="53" y="16"/>
                    <a:pt x="43" y="20"/>
                    <a:pt x="34" y="24"/>
                  </a:cubicBezTo>
                  <a:cubicBezTo>
                    <a:pt x="30" y="25"/>
                    <a:pt x="16" y="26"/>
                    <a:pt x="11" y="26"/>
                  </a:cubicBezTo>
                  <a:cubicBezTo>
                    <a:pt x="9" y="26"/>
                    <a:pt x="6" y="26"/>
                    <a:pt x="4" y="26"/>
                  </a:cubicBezTo>
                  <a:cubicBezTo>
                    <a:pt x="7" y="27"/>
                    <a:pt x="6" y="32"/>
                    <a:pt x="0" y="32"/>
                  </a:cubicBezTo>
                  <a:cubicBezTo>
                    <a:pt x="4" y="33"/>
                    <a:pt x="8" y="32"/>
                    <a:pt x="11" y="32"/>
                  </a:cubicBezTo>
                  <a:cubicBezTo>
                    <a:pt x="16" y="32"/>
                    <a:pt x="30" y="32"/>
                    <a:pt x="34" y="30"/>
                  </a:cubicBezTo>
                  <a:cubicBezTo>
                    <a:pt x="46" y="26"/>
                    <a:pt x="59" y="20"/>
                    <a:pt x="65" y="7"/>
                  </a:cubicBezTo>
                  <a:cubicBezTo>
                    <a:pt x="66" y="5"/>
                    <a:pt x="67" y="3"/>
                    <a:pt x="68" y="0"/>
                  </a:cubicBezTo>
                  <a:cubicBezTo>
                    <a:pt x="65" y="4"/>
                    <a:pt x="62" y="6"/>
                    <a:pt x="59" y="8"/>
                  </a:cubicBezTo>
                  <a:close/>
                </a:path>
              </a:pathLst>
            </a:custGeom>
            <a:solidFill>
              <a:srgbClr val="F2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7" name="Freeform 390">
              <a:extLst>
                <a:ext uri="{FF2B5EF4-FFF2-40B4-BE49-F238E27FC236}">
                  <a16:creationId xmlns:a16="http://schemas.microsoft.com/office/drawing/2014/main" id="{249E83D1-9AF1-4F02-BECE-324D17A7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180"/>
              <a:ext cx="215" cy="256"/>
            </a:xfrm>
            <a:custGeom>
              <a:avLst/>
              <a:gdLst>
                <a:gd name="T0" fmla="*/ 1345 w 86"/>
                <a:gd name="T1" fmla="*/ 0 h 96"/>
                <a:gd name="T2" fmla="*/ 908 w 86"/>
                <a:gd name="T3" fmla="*/ 341 h 96"/>
                <a:gd name="T4" fmla="*/ 675 w 86"/>
                <a:gd name="T5" fmla="*/ 776 h 96"/>
                <a:gd name="T6" fmla="*/ 313 w 86"/>
                <a:gd name="T7" fmla="*/ 1139 h 96"/>
                <a:gd name="T8" fmla="*/ 0 w 86"/>
                <a:gd name="T9" fmla="*/ 182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6">
                  <a:moveTo>
                    <a:pt x="86" y="0"/>
                  </a:moveTo>
                  <a:cubicBezTo>
                    <a:pt x="79" y="7"/>
                    <a:pt x="66" y="11"/>
                    <a:pt x="58" y="18"/>
                  </a:cubicBezTo>
                  <a:cubicBezTo>
                    <a:pt x="50" y="25"/>
                    <a:pt x="50" y="33"/>
                    <a:pt x="43" y="41"/>
                  </a:cubicBezTo>
                  <a:cubicBezTo>
                    <a:pt x="37" y="49"/>
                    <a:pt x="26" y="51"/>
                    <a:pt x="20" y="60"/>
                  </a:cubicBezTo>
                  <a:cubicBezTo>
                    <a:pt x="13" y="70"/>
                    <a:pt x="4" y="85"/>
                    <a:pt x="0" y="9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8" name="Freeform 391">
              <a:extLst>
                <a:ext uri="{FF2B5EF4-FFF2-40B4-BE49-F238E27FC236}">
                  <a16:creationId xmlns:a16="http://schemas.microsoft.com/office/drawing/2014/main" id="{AD816331-A7B2-461B-9191-BA3EEA26E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489"/>
              <a:ext cx="90" cy="112"/>
            </a:xfrm>
            <a:custGeom>
              <a:avLst/>
              <a:gdLst>
                <a:gd name="T0" fmla="*/ 0 w 36"/>
                <a:gd name="T1" fmla="*/ 0 h 42"/>
                <a:gd name="T2" fmla="*/ 500 w 36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2">
                  <a:moveTo>
                    <a:pt x="0" y="0"/>
                  </a:moveTo>
                  <a:cubicBezTo>
                    <a:pt x="17" y="0"/>
                    <a:pt x="36" y="24"/>
                    <a:pt x="32" y="4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9" name="Freeform 392">
              <a:extLst>
                <a:ext uri="{FF2B5EF4-FFF2-40B4-BE49-F238E27FC236}">
                  <a16:creationId xmlns:a16="http://schemas.microsoft.com/office/drawing/2014/main" id="{3A8ACAC9-4B48-4A4A-9B6F-6CBF71A83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406"/>
              <a:ext cx="60" cy="16"/>
            </a:xfrm>
            <a:custGeom>
              <a:avLst/>
              <a:gdLst>
                <a:gd name="T0" fmla="*/ 375 w 24"/>
                <a:gd name="T1" fmla="*/ 77 h 6"/>
                <a:gd name="T2" fmla="*/ 0 w 2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24" y="4"/>
                  </a:moveTo>
                  <a:cubicBezTo>
                    <a:pt x="17" y="0"/>
                    <a:pt x="7" y="2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0" name="Freeform 393">
              <a:extLst>
                <a:ext uri="{FF2B5EF4-FFF2-40B4-BE49-F238E27FC236}">
                  <a16:creationId xmlns:a16="http://schemas.microsoft.com/office/drawing/2014/main" id="{8819FA57-C68C-47C8-BCEB-756688278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617"/>
              <a:ext cx="262" cy="299"/>
            </a:xfrm>
            <a:custGeom>
              <a:avLst/>
              <a:gdLst>
                <a:gd name="T0" fmla="*/ 1412 w 105"/>
                <a:gd name="T1" fmla="*/ 2130 h 112"/>
                <a:gd name="T2" fmla="*/ 1525 w 105"/>
                <a:gd name="T3" fmla="*/ 1981 h 112"/>
                <a:gd name="T4" fmla="*/ 1525 w 105"/>
                <a:gd name="T5" fmla="*/ 1105 h 112"/>
                <a:gd name="T6" fmla="*/ 1350 w 105"/>
                <a:gd name="T7" fmla="*/ 777 h 112"/>
                <a:gd name="T8" fmla="*/ 1133 w 105"/>
                <a:gd name="T9" fmla="*/ 400 h 112"/>
                <a:gd name="T10" fmla="*/ 853 w 105"/>
                <a:gd name="T11" fmla="*/ 307 h 112"/>
                <a:gd name="T12" fmla="*/ 417 w 105"/>
                <a:gd name="T13" fmla="*/ 0 h 112"/>
                <a:gd name="T14" fmla="*/ 417 w 105"/>
                <a:gd name="T15" fmla="*/ 0 h 112"/>
                <a:gd name="T16" fmla="*/ 0 w 105"/>
                <a:gd name="T17" fmla="*/ 57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12">
                  <a:moveTo>
                    <a:pt x="91" y="112"/>
                  </a:moveTo>
                  <a:cubicBezTo>
                    <a:pt x="94" y="109"/>
                    <a:pt x="97" y="107"/>
                    <a:pt x="98" y="104"/>
                  </a:cubicBezTo>
                  <a:cubicBezTo>
                    <a:pt x="101" y="91"/>
                    <a:pt x="105" y="70"/>
                    <a:pt x="98" y="58"/>
                  </a:cubicBezTo>
                  <a:cubicBezTo>
                    <a:pt x="95" y="52"/>
                    <a:pt x="89" y="47"/>
                    <a:pt x="87" y="41"/>
                  </a:cubicBezTo>
                  <a:cubicBezTo>
                    <a:pt x="83" y="32"/>
                    <a:pt x="82" y="25"/>
                    <a:pt x="73" y="21"/>
                  </a:cubicBezTo>
                  <a:cubicBezTo>
                    <a:pt x="67" y="18"/>
                    <a:pt x="60" y="19"/>
                    <a:pt x="55" y="16"/>
                  </a:cubicBezTo>
                  <a:cubicBezTo>
                    <a:pt x="47" y="11"/>
                    <a:pt x="37" y="2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3" y="0"/>
                    <a:pt x="6" y="1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1" name="Freeform 394">
              <a:extLst>
                <a:ext uri="{FF2B5EF4-FFF2-40B4-BE49-F238E27FC236}">
                  <a16:creationId xmlns:a16="http://schemas.microsoft.com/office/drawing/2014/main" id="{09043107-F21E-4EB1-8649-7F8D185FB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681"/>
              <a:ext cx="305" cy="379"/>
            </a:xfrm>
            <a:custGeom>
              <a:avLst/>
              <a:gdLst>
                <a:gd name="T0" fmla="*/ 770 w 122"/>
                <a:gd name="T1" fmla="*/ 21 h 142"/>
                <a:gd name="T2" fmla="*/ 283 w 122"/>
                <a:gd name="T3" fmla="*/ 627 h 142"/>
                <a:gd name="T4" fmla="*/ 63 w 122"/>
                <a:gd name="T5" fmla="*/ 1788 h 142"/>
                <a:gd name="T6" fmla="*/ 395 w 122"/>
                <a:gd name="T7" fmla="*/ 2506 h 142"/>
                <a:gd name="T8" fmla="*/ 813 w 122"/>
                <a:gd name="T9" fmla="*/ 2586 h 142"/>
                <a:gd name="T10" fmla="*/ 1220 w 122"/>
                <a:gd name="T11" fmla="*/ 2664 h 142"/>
                <a:gd name="T12" fmla="*/ 1595 w 122"/>
                <a:gd name="T13" fmla="*/ 2279 h 142"/>
                <a:gd name="T14" fmla="*/ 1770 w 122"/>
                <a:gd name="T15" fmla="*/ 2095 h 142"/>
                <a:gd name="T16" fmla="*/ 1813 w 122"/>
                <a:gd name="T17" fmla="*/ 1196 h 142"/>
                <a:gd name="T18" fmla="*/ 1658 w 122"/>
                <a:gd name="T19" fmla="*/ 875 h 142"/>
                <a:gd name="T20" fmla="*/ 1470 w 122"/>
                <a:gd name="T21" fmla="*/ 478 h 142"/>
                <a:gd name="T22" fmla="*/ 1188 w 122"/>
                <a:gd name="T23" fmla="*/ 342 h 142"/>
                <a:gd name="T24" fmla="*/ 783 w 122"/>
                <a:gd name="T25" fmla="*/ 21 h 142"/>
                <a:gd name="T26" fmla="*/ 770 w 122"/>
                <a:gd name="T27" fmla="*/ 21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2" h="142">
                  <a:moveTo>
                    <a:pt x="49" y="1"/>
                  </a:moveTo>
                  <a:cubicBezTo>
                    <a:pt x="33" y="0"/>
                    <a:pt x="26" y="23"/>
                    <a:pt x="18" y="33"/>
                  </a:cubicBezTo>
                  <a:cubicBezTo>
                    <a:pt x="5" y="52"/>
                    <a:pt x="0" y="71"/>
                    <a:pt x="4" y="94"/>
                  </a:cubicBezTo>
                  <a:cubicBezTo>
                    <a:pt x="8" y="111"/>
                    <a:pt x="15" y="124"/>
                    <a:pt x="25" y="132"/>
                  </a:cubicBezTo>
                  <a:cubicBezTo>
                    <a:pt x="32" y="137"/>
                    <a:pt x="42" y="135"/>
                    <a:pt x="52" y="136"/>
                  </a:cubicBezTo>
                  <a:cubicBezTo>
                    <a:pt x="60" y="137"/>
                    <a:pt x="68" y="142"/>
                    <a:pt x="78" y="140"/>
                  </a:cubicBezTo>
                  <a:cubicBezTo>
                    <a:pt x="89" y="138"/>
                    <a:pt x="95" y="129"/>
                    <a:pt x="102" y="120"/>
                  </a:cubicBezTo>
                  <a:cubicBezTo>
                    <a:pt x="105" y="116"/>
                    <a:pt x="111" y="114"/>
                    <a:pt x="113" y="110"/>
                  </a:cubicBezTo>
                  <a:cubicBezTo>
                    <a:pt x="117" y="97"/>
                    <a:pt x="122" y="76"/>
                    <a:pt x="116" y="63"/>
                  </a:cubicBezTo>
                  <a:cubicBezTo>
                    <a:pt x="113" y="57"/>
                    <a:pt x="108" y="52"/>
                    <a:pt x="106" y="46"/>
                  </a:cubicBezTo>
                  <a:cubicBezTo>
                    <a:pt x="103" y="36"/>
                    <a:pt x="103" y="30"/>
                    <a:pt x="94" y="25"/>
                  </a:cubicBezTo>
                  <a:cubicBezTo>
                    <a:pt x="88" y="22"/>
                    <a:pt x="82" y="22"/>
                    <a:pt x="76" y="18"/>
                  </a:cubicBezTo>
                  <a:cubicBezTo>
                    <a:pt x="69" y="14"/>
                    <a:pt x="60" y="4"/>
                    <a:pt x="50" y="1"/>
                  </a:cubicBezTo>
                  <a:cubicBezTo>
                    <a:pt x="50" y="1"/>
                    <a:pt x="49" y="1"/>
                    <a:pt x="49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2" name="Freeform 395">
              <a:extLst>
                <a:ext uri="{FF2B5EF4-FFF2-40B4-BE49-F238E27FC236}">
                  <a16:creationId xmlns:a16="http://schemas.microsoft.com/office/drawing/2014/main" id="{49015763-7B1C-4411-A48A-15F68E27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054"/>
              <a:ext cx="2" cy="14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09 h 5"/>
                <a:gd name="T4" fmla="*/ 8 w 1"/>
                <a:gd name="T5" fmla="*/ 0 h 5"/>
                <a:gd name="T6" fmla="*/ 0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1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3" name="Freeform 396">
              <a:extLst>
                <a:ext uri="{FF2B5EF4-FFF2-40B4-BE49-F238E27FC236}">
                  <a16:creationId xmlns:a16="http://schemas.microsoft.com/office/drawing/2014/main" id="{D15CFBFE-23CF-41D4-8695-80B190F3C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865"/>
              <a:ext cx="310" cy="317"/>
            </a:xfrm>
            <a:custGeom>
              <a:avLst/>
              <a:gdLst>
                <a:gd name="T0" fmla="*/ 1800 w 124"/>
                <a:gd name="T1" fmla="*/ 248 h 119"/>
                <a:gd name="T2" fmla="*/ 1208 w 124"/>
                <a:gd name="T3" fmla="*/ 77 h 119"/>
                <a:gd name="T4" fmla="*/ 300 w 124"/>
                <a:gd name="T5" fmla="*/ 397 h 119"/>
                <a:gd name="T6" fmla="*/ 20 w 124"/>
                <a:gd name="T7" fmla="*/ 1044 h 119"/>
                <a:gd name="T8" fmla="*/ 158 w 124"/>
                <a:gd name="T9" fmla="*/ 1590 h 119"/>
                <a:gd name="T10" fmla="*/ 333 w 124"/>
                <a:gd name="T11" fmla="*/ 2043 h 119"/>
                <a:gd name="T12" fmla="*/ 800 w 124"/>
                <a:gd name="T13" fmla="*/ 2214 h 119"/>
                <a:gd name="T14" fmla="*/ 1145 w 124"/>
                <a:gd name="T15" fmla="*/ 2214 h 119"/>
                <a:gd name="T16" fmla="*/ 1658 w 124"/>
                <a:gd name="T17" fmla="*/ 1830 h 119"/>
                <a:gd name="T18" fmla="*/ 1800 w 124"/>
                <a:gd name="T19" fmla="*/ 1489 h 119"/>
                <a:gd name="T20" fmla="*/ 1925 w 124"/>
                <a:gd name="T21" fmla="*/ 1044 h 119"/>
                <a:gd name="T22" fmla="*/ 1895 w 124"/>
                <a:gd name="T23" fmla="*/ 738 h 119"/>
                <a:gd name="T24" fmla="*/ 1813 w 124"/>
                <a:gd name="T25" fmla="*/ 285 h 119"/>
                <a:gd name="T26" fmla="*/ 1800 w 124"/>
                <a:gd name="T27" fmla="*/ 248 h 1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119">
                  <a:moveTo>
                    <a:pt x="115" y="13"/>
                  </a:moveTo>
                  <a:cubicBezTo>
                    <a:pt x="107" y="0"/>
                    <a:pt x="89" y="5"/>
                    <a:pt x="77" y="4"/>
                  </a:cubicBezTo>
                  <a:cubicBezTo>
                    <a:pt x="54" y="3"/>
                    <a:pt x="35" y="5"/>
                    <a:pt x="19" y="21"/>
                  </a:cubicBezTo>
                  <a:cubicBezTo>
                    <a:pt x="6" y="34"/>
                    <a:pt x="2" y="42"/>
                    <a:pt x="1" y="55"/>
                  </a:cubicBezTo>
                  <a:cubicBezTo>
                    <a:pt x="0" y="64"/>
                    <a:pt x="5" y="75"/>
                    <a:pt x="10" y="84"/>
                  </a:cubicBezTo>
                  <a:cubicBezTo>
                    <a:pt x="14" y="91"/>
                    <a:pt x="14" y="101"/>
                    <a:pt x="21" y="108"/>
                  </a:cubicBezTo>
                  <a:cubicBezTo>
                    <a:pt x="29" y="116"/>
                    <a:pt x="40" y="117"/>
                    <a:pt x="51" y="117"/>
                  </a:cubicBezTo>
                  <a:cubicBezTo>
                    <a:pt x="56" y="118"/>
                    <a:pt x="69" y="119"/>
                    <a:pt x="73" y="117"/>
                  </a:cubicBezTo>
                  <a:cubicBezTo>
                    <a:pt x="86" y="114"/>
                    <a:pt x="98" y="109"/>
                    <a:pt x="106" y="97"/>
                  </a:cubicBezTo>
                  <a:cubicBezTo>
                    <a:pt x="110" y="92"/>
                    <a:pt x="111" y="85"/>
                    <a:pt x="115" y="79"/>
                  </a:cubicBezTo>
                  <a:cubicBezTo>
                    <a:pt x="121" y="71"/>
                    <a:pt x="124" y="65"/>
                    <a:pt x="123" y="55"/>
                  </a:cubicBezTo>
                  <a:cubicBezTo>
                    <a:pt x="123" y="49"/>
                    <a:pt x="121" y="46"/>
                    <a:pt x="121" y="39"/>
                  </a:cubicBezTo>
                  <a:cubicBezTo>
                    <a:pt x="121" y="30"/>
                    <a:pt x="119" y="24"/>
                    <a:pt x="116" y="15"/>
                  </a:cubicBezTo>
                  <a:cubicBezTo>
                    <a:pt x="116" y="14"/>
                    <a:pt x="115" y="13"/>
                    <a:pt x="115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4" name="Freeform 397">
              <a:extLst>
                <a:ext uri="{FF2B5EF4-FFF2-40B4-BE49-F238E27FC236}">
                  <a16:creationId xmlns:a16="http://schemas.microsoft.com/office/drawing/2014/main" id="{9D0B3C2F-2001-41E8-A4B3-4BC0BC842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012"/>
              <a:ext cx="310" cy="186"/>
            </a:xfrm>
            <a:custGeom>
              <a:avLst/>
              <a:gdLst>
                <a:gd name="T0" fmla="*/ 1938 w 124"/>
                <a:gd name="T1" fmla="*/ 93 h 70"/>
                <a:gd name="T2" fmla="*/ 1800 w 124"/>
                <a:gd name="T3" fmla="*/ 452 h 70"/>
                <a:gd name="T4" fmla="*/ 1658 w 124"/>
                <a:gd name="T5" fmla="*/ 792 h 70"/>
                <a:gd name="T6" fmla="*/ 1145 w 124"/>
                <a:gd name="T7" fmla="*/ 1164 h 70"/>
                <a:gd name="T8" fmla="*/ 800 w 124"/>
                <a:gd name="T9" fmla="*/ 1164 h 70"/>
                <a:gd name="T10" fmla="*/ 333 w 124"/>
                <a:gd name="T11" fmla="*/ 996 h 70"/>
                <a:gd name="T12" fmla="*/ 158 w 124"/>
                <a:gd name="T13" fmla="*/ 545 h 70"/>
                <a:gd name="T14" fmla="*/ 20 w 124"/>
                <a:gd name="T15" fmla="*/ 0 h 70"/>
                <a:gd name="T16" fmla="*/ 0 w 124"/>
                <a:gd name="T17" fmla="*/ 133 h 70"/>
                <a:gd name="T18" fmla="*/ 145 w 124"/>
                <a:gd name="T19" fmla="*/ 678 h 70"/>
                <a:gd name="T20" fmla="*/ 313 w 124"/>
                <a:gd name="T21" fmla="*/ 1121 h 70"/>
                <a:gd name="T22" fmla="*/ 783 w 124"/>
                <a:gd name="T23" fmla="*/ 1291 h 70"/>
                <a:gd name="T24" fmla="*/ 1145 w 124"/>
                <a:gd name="T25" fmla="*/ 1291 h 70"/>
                <a:gd name="T26" fmla="*/ 1658 w 124"/>
                <a:gd name="T27" fmla="*/ 917 h 70"/>
                <a:gd name="T28" fmla="*/ 1800 w 124"/>
                <a:gd name="T29" fmla="*/ 566 h 70"/>
                <a:gd name="T30" fmla="*/ 1938 w 124"/>
                <a:gd name="T31" fmla="*/ 93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4" h="70">
                  <a:moveTo>
                    <a:pt x="124" y="5"/>
                  </a:moveTo>
                  <a:cubicBezTo>
                    <a:pt x="123" y="12"/>
                    <a:pt x="120" y="18"/>
                    <a:pt x="115" y="24"/>
                  </a:cubicBezTo>
                  <a:cubicBezTo>
                    <a:pt x="111" y="30"/>
                    <a:pt x="110" y="37"/>
                    <a:pt x="106" y="42"/>
                  </a:cubicBezTo>
                  <a:cubicBezTo>
                    <a:pt x="98" y="54"/>
                    <a:pt x="86" y="59"/>
                    <a:pt x="73" y="62"/>
                  </a:cubicBezTo>
                  <a:cubicBezTo>
                    <a:pt x="69" y="64"/>
                    <a:pt x="56" y="63"/>
                    <a:pt x="51" y="62"/>
                  </a:cubicBezTo>
                  <a:cubicBezTo>
                    <a:pt x="40" y="62"/>
                    <a:pt x="29" y="61"/>
                    <a:pt x="21" y="53"/>
                  </a:cubicBezTo>
                  <a:cubicBezTo>
                    <a:pt x="14" y="46"/>
                    <a:pt x="14" y="36"/>
                    <a:pt x="10" y="29"/>
                  </a:cubicBezTo>
                  <a:cubicBezTo>
                    <a:pt x="5" y="20"/>
                    <a:pt x="0" y="9"/>
                    <a:pt x="1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6"/>
                    <a:pt x="5" y="27"/>
                    <a:pt x="9" y="36"/>
                  </a:cubicBezTo>
                  <a:cubicBezTo>
                    <a:pt x="13" y="43"/>
                    <a:pt x="13" y="52"/>
                    <a:pt x="20" y="60"/>
                  </a:cubicBezTo>
                  <a:cubicBezTo>
                    <a:pt x="28" y="68"/>
                    <a:pt x="39" y="68"/>
                    <a:pt x="50" y="69"/>
                  </a:cubicBezTo>
                  <a:cubicBezTo>
                    <a:pt x="55" y="69"/>
                    <a:pt x="68" y="70"/>
                    <a:pt x="73" y="69"/>
                  </a:cubicBezTo>
                  <a:cubicBezTo>
                    <a:pt x="85" y="66"/>
                    <a:pt x="99" y="61"/>
                    <a:pt x="106" y="49"/>
                  </a:cubicBezTo>
                  <a:cubicBezTo>
                    <a:pt x="110" y="43"/>
                    <a:pt x="111" y="37"/>
                    <a:pt x="115" y="30"/>
                  </a:cubicBezTo>
                  <a:cubicBezTo>
                    <a:pt x="120" y="22"/>
                    <a:pt x="123" y="17"/>
                    <a:pt x="124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5" name="Freeform 398">
              <a:extLst>
                <a:ext uri="{FF2B5EF4-FFF2-40B4-BE49-F238E27FC236}">
                  <a16:creationId xmlns:a16="http://schemas.microsoft.com/office/drawing/2014/main" id="{617ED56E-7224-4571-B3A6-9A1C3D65C5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8" y="1982"/>
              <a:ext cx="277" cy="240"/>
            </a:xfrm>
            <a:custGeom>
              <a:avLst/>
              <a:gdLst>
                <a:gd name="T0" fmla="*/ 1600 w 111"/>
                <a:gd name="T1" fmla="*/ 1251 h 90"/>
                <a:gd name="T2" fmla="*/ 1724 w 111"/>
                <a:gd name="T3" fmla="*/ 1101 h 90"/>
                <a:gd name="T4" fmla="*/ 1600 w 111"/>
                <a:gd name="T5" fmla="*/ 1251 h 90"/>
                <a:gd name="T6" fmla="*/ 916 w 111"/>
                <a:gd name="T7" fmla="*/ 1515 h 90"/>
                <a:gd name="T8" fmla="*/ 449 w 111"/>
                <a:gd name="T9" fmla="*/ 1344 h 90"/>
                <a:gd name="T10" fmla="*/ 279 w 111"/>
                <a:gd name="T11" fmla="*/ 888 h 90"/>
                <a:gd name="T12" fmla="*/ 137 w 111"/>
                <a:gd name="T13" fmla="*/ 341 h 90"/>
                <a:gd name="T14" fmla="*/ 155 w 111"/>
                <a:gd name="T15" fmla="*/ 205 h 90"/>
                <a:gd name="T16" fmla="*/ 187 w 111"/>
                <a:gd name="T17" fmla="*/ 0 h 90"/>
                <a:gd name="T18" fmla="*/ 0 w 111"/>
                <a:gd name="T19" fmla="*/ 605 h 90"/>
                <a:gd name="T20" fmla="*/ 187 w 111"/>
                <a:gd name="T21" fmla="*/ 1139 h 90"/>
                <a:gd name="T22" fmla="*/ 404 w 111"/>
                <a:gd name="T23" fmla="*/ 1571 h 90"/>
                <a:gd name="T24" fmla="*/ 871 w 111"/>
                <a:gd name="T25" fmla="*/ 1685 h 90"/>
                <a:gd name="T26" fmla="*/ 1228 w 111"/>
                <a:gd name="T27" fmla="*/ 1651 h 90"/>
                <a:gd name="T28" fmla="*/ 1620 w 111"/>
                <a:gd name="T29" fmla="*/ 1344 h 90"/>
                <a:gd name="T30" fmla="*/ 1278 w 111"/>
                <a:gd name="T31" fmla="*/ 1515 h 90"/>
                <a:gd name="T32" fmla="*/ 916 w 111"/>
                <a:gd name="T33" fmla="*/ 1515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1" h="90">
                  <a:moveTo>
                    <a:pt x="103" y="66"/>
                  </a:moveTo>
                  <a:cubicBezTo>
                    <a:pt x="106" y="63"/>
                    <a:pt x="109" y="61"/>
                    <a:pt x="111" y="58"/>
                  </a:cubicBezTo>
                  <a:cubicBezTo>
                    <a:pt x="109" y="61"/>
                    <a:pt x="106" y="63"/>
                    <a:pt x="103" y="66"/>
                  </a:cubicBezTo>
                  <a:close/>
                  <a:moveTo>
                    <a:pt x="59" y="80"/>
                  </a:moveTo>
                  <a:cubicBezTo>
                    <a:pt x="48" y="79"/>
                    <a:pt x="37" y="79"/>
                    <a:pt x="29" y="71"/>
                  </a:cubicBezTo>
                  <a:cubicBezTo>
                    <a:pt x="22" y="63"/>
                    <a:pt x="22" y="54"/>
                    <a:pt x="18" y="47"/>
                  </a:cubicBezTo>
                  <a:cubicBezTo>
                    <a:pt x="14" y="38"/>
                    <a:pt x="9" y="27"/>
                    <a:pt x="9" y="1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7"/>
                    <a:pt x="11" y="4"/>
                    <a:pt x="12" y="0"/>
                  </a:cubicBezTo>
                  <a:cubicBezTo>
                    <a:pt x="3" y="12"/>
                    <a:pt x="0" y="20"/>
                    <a:pt x="0" y="32"/>
                  </a:cubicBezTo>
                  <a:cubicBezTo>
                    <a:pt x="1" y="41"/>
                    <a:pt x="7" y="52"/>
                    <a:pt x="12" y="60"/>
                  </a:cubicBezTo>
                  <a:cubicBezTo>
                    <a:pt x="17" y="67"/>
                    <a:pt x="18" y="76"/>
                    <a:pt x="26" y="83"/>
                  </a:cubicBezTo>
                  <a:cubicBezTo>
                    <a:pt x="35" y="90"/>
                    <a:pt x="45" y="89"/>
                    <a:pt x="56" y="89"/>
                  </a:cubicBezTo>
                  <a:cubicBezTo>
                    <a:pt x="61" y="89"/>
                    <a:pt x="75" y="88"/>
                    <a:pt x="79" y="87"/>
                  </a:cubicBezTo>
                  <a:cubicBezTo>
                    <a:pt x="88" y="83"/>
                    <a:pt x="98" y="79"/>
                    <a:pt x="104" y="71"/>
                  </a:cubicBezTo>
                  <a:cubicBezTo>
                    <a:pt x="97" y="76"/>
                    <a:pt x="89" y="78"/>
                    <a:pt x="82" y="80"/>
                  </a:cubicBezTo>
                  <a:cubicBezTo>
                    <a:pt x="77" y="81"/>
                    <a:pt x="64" y="80"/>
                    <a:pt x="59" y="8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6" name="Freeform 399">
              <a:extLst>
                <a:ext uri="{FF2B5EF4-FFF2-40B4-BE49-F238E27FC236}">
                  <a16:creationId xmlns:a16="http://schemas.microsoft.com/office/drawing/2014/main" id="{945E0250-C307-4FA9-AE38-81D38DDF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126"/>
              <a:ext cx="553" cy="771"/>
            </a:xfrm>
            <a:custGeom>
              <a:avLst/>
              <a:gdLst>
                <a:gd name="T0" fmla="*/ 3431 w 221"/>
                <a:gd name="T1" fmla="*/ 683 h 289"/>
                <a:gd name="T2" fmla="*/ 3243 w 221"/>
                <a:gd name="T3" fmla="*/ 456 h 289"/>
                <a:gd name="T4" fmla="*/ 3163 w 221"/>
                <a:gd name="T5" fmla="*/ 264 h 289"/>
                <a:gd name="T6" fmla="*/ 2775 w 221"/>
                <a:gd name="T7" fmla="*/ 21 h 289"/>
                <a:gd name="T8" fmla="*/ 2117 w 221"/>
                <a:gd name="T9" fmla="*/ 341 h 289"/>
                <a:gd name="T10" fmla="*/ 1616 w 221"/>
                <a:gd name="T11" fmla="*/ 760 h 289"/>
                <a:gd name="T12" fmla="*/ 1063 w 221"/>
                <a:gd name="T13" fmla="*/ 1801 h 289"/>
                <a:gd name="T14" fmla="*/ 646 w 221"/>
                <a:gd name="T15" fmla="*/ 2470 h 289"/>
                <a:gd name="T16" fmla="*/ 363 w 221"/>
                <a:gd name="T17" fmla="*/ 2945 h 289"/>
                <a:gd name="T18" fmla="*/ 238 w 221"/>
                <a:gd name="T19" fmla="*/ 3460 h 289"/>
                <a:gd name="T20" fmla="*/ 0 w 221"/>
                <a:gd name="T21" fmla="*/ 4122 h 289"/>
                <a:gd name="T22" fmla="*/ 20 w 221"/>
                <a:gd name="T23" fmla="*/ 4100 h 289"/>
                <a:gd name="T24" fmla="*/ 438 w 221"/>
                <a:gd name="T25" fmla="*/ 3495 h 289"/>
                <a:gd name="T26" fmla="*/ 438 w 221"/>
                <a:gd name="T27" fmla="*/ 3495 h 289"/>
                <a:gd name="T28" fmla="*/ 876 w 221"/>
                <a:gd name="T29" fmla="*/ 3802 h 289"/>
                <a:gd name="T30" fmla="*/ 1159 w 221"/>
                <a:gd name="T31" fmla="*/ 3892 h 289"/>
                <a:gd name="T32" fmla="*/ 1376 w 221"/>
                <a:gd name="T33" fmla="*/ 4271 h 289"/>
                <a:gd name="T34" fmla="*/ 1554 w 221"/>
                <a:gd name="T35" fmla="*/ 4597 h 289"/>
                <a:gd name="T36" fmla="*/ 1554 w 221"/>
                <a:gd name="T37" fmla="*/ 5466 h 289"/>
                <a:gd name="T38" fmla="*/ 1534 w 221"/>
                <a:gd name="T39" fmla="*/ 5488 h 289"/>
                <a:gd name="T40" fmla="*/ 1692 w 221"/>
                <a:gd name="T41" fmla="*/ 5202 h 289"/>
                <a:gd name="T42" fmla="*/ 1847 w 221"/>
                <a:gd name="T43" fmla="*/ 4597 h 289"/>
                <a:gd name="T44" fmla="*/ 2255 w 221"/>
                <a:gd name="T45" fmla="*/ 3914 h 289"/>
                <a:gd name="T46" fmla="*/ 2680 w 221"/>
                <a:gd name="T47" fmla="*/ 2924 h 289"/>
                <a:gd name="T48" fmla="*/ 2900 w 221"/>
                <a:gd name="T49" fmla="*/ 2505 h 289"/>
                <a:gd name="T50" fmla="*/ 2963 w 221"/>
                <a:gd name="T51" fmla="*/ 2142 h 289"/>
                <a:gd name="T52" fmla="*/ 3318 w 221"/>
                <a:gd name="T53" fmla="*/ 1310 h 289"/>
                <a:gd name="T54" fmla="*/ 3338 w 221"/>
                <a:gd name="T55" fmla="*/ 1024 h 289"/>
                <a:gd name="T56" fmla="*/ 3431 w 221"/>
                <a:gd name="T57" fmla="*/ 683 h 28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1" h="289">
                  <a:moveTo>
                    <a:pt x="219" y="36"/>
                  </a:moveTo>
                  <a:cubicBezTo>
                    <a:pt x="218" y="29"/>
                    <a:pt x="211" y="29"/>
                    <a:pt x="207" y="24"/>
                  </a:cubicBezTo>
                  <a:cubicBezTo>
                    <a:pt x="203" y="20"/>
                    <a:pt x="204" y="19"/>
                    <a:pt x="202" y="14"/>
                  </a:cubicBezTo>
                  <a:cubicBezTo>
                    <a:pt x="197" y="4"/>
                    <a:pt x="189" y="0"/>
                    <a:pt x="177" y="1"/>
                  </a:cubicBezTo>
                  <a:cubicBezTo>
                    <a:pt x="164" y="2"/>
                    <a:pt x="147" y="11"/>
                    <a:pt x="135" y="18"/>
                  </a:cubicBezTo>
                  <a:cubicBezTo>
                    <a:pt x="128" y="22"/>
                    <a:pt x="108" y="33"/>
                    <a:pt x="103" y="40"/>
                  </a:cubicBezTo>
                  <a:cubicBezTo>
                    <a:pt x="84" y="53"/>
                    <a:pt x="75" y="74"/>
                    <a:pt x="68" y="95"/>
                  </a:cubicBezTo>
                  <a:cubicBezTo>
                    <a:pt x="62" y="110"/>
                    <a:pt x="51" y="117"/>
                    <a:pt x="41" y="130"/>
                  </a:cubicBezTo>
                  <a:cubicBezTo>
                    <a:pt x="35" y="138"/>
                    <a:pt x="29" y="147"/>
                    <a:pt x="23" y="155"/>
                  </a:cubicBezTo>
                  <a:cubicBezTo>
                    <a:pt x="18" y="164"/>
                    <a:pt x="21" y="174"/>
                    <a:pt x="15" y="182"/>
                  </a:cubicBezTo>
                  <a:cubicBezTo>
                    <a:pt x="8" y="194"/>
                    <a:pt x="3" y="207"/>
                    <a:pt x="0" y="217"/>
                  </a:cubicBezTo>
                  <a:cubicBezTo>
                    <a:pt x="0" y="217"/>
                    <a:pt x="0" y="216"/>
                    <a:pt x="1" y="216"/>
                  </a:cubicBezTo>
                  <a:cubicBezTo>
                    <a:pt x="7" y="205"/>
                    <a:pt x="13" y="184"/>
                    <a:pt x="28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38" y="186"/>
                    <a:pt x="48" y="195"/>
                    <a:pt x="56" y="200"/>
                  </a:cubicBezTo>
                  <a:cubicBezTo>
                    <a:pt x="61" y="203"/>
                    <a:pt x="68" y="202"/>
                    <a:pt x="74" y="205"/>
                  </a:cubicBezTo>
                  <a:cubicBezTo>
                    <a:pt x="83" y="209"/>
                    <a:pt x="84" y="216"/>
                    <a:pt x="88" y="225"/>
                  </a:cubicBezTo>
                  <a:cubicBezTo>
                    <a:pt x="90" y="231"/>
                    <a:pt x="96" y="236"/>
                    <a:pt x="99" y="242"/>
                  </a:cubicBezTo>
                  <a:cubicBezTo>
                    <a:pt x="106" y="254"/>
                    <a:pt x="102" y="275"/>
                    <a:pt x="99" y="288"/>
                  </a:cubicBezTo>
                  <a:cubicBezTo>
                    <a:pt x="99" y="288"/>
                    <a:pt x="98" y="289"/>
                    <a:pt x="98" y="289"/>
                  </a:cubicBezTo>
                  <a:cubicBezTo>
                    <a:pt x="103" y="285"/>
                    <a:pt x="107" y="280"/>
                    <a:pt x="108" y="274"/>
                  </a:cubicBezTo>
                  <a:cubicBezTo>
                    <a:pt x="110" y="263"/>
                    <a:pt x="113" y="254"/>
                    <a:pt x="118" y="242"/>
                  </a:cubicBezTo>
                  <a:cubicBezTo>
                    <a:pt x="126" y="226"/>
                    <a:pt x="134" y="220"/>
                    <a:pt x="144" y="206"/>
                  </a:cubicBezTo>
                  <a:cubicBezTo>
                    <a:pt x="156" y="191"/>
                    <a:pt x="160" y="170"/>
                    <a:pt x="171" y="154"/>
                  </a:cubicBezTo>
                  <a:cubicBezTo>
                    <a:pt x="176" y="147"/>
                    <a:pt x="182" y="141"/>
                    <a:pt x="185" y="132"/>
                  </a:cubicBezTo>
                  <a:cubicBezTo>
                    <a:pt x="187" y="125"/>
                    <a:pt x="186" y="119"/>
                    <a:pt x="189" y="113"/>
                  </a:cubicBezTo>
                  <a:cubicBezTo>
                    <a:pt x="197" y="98"/>
                    <a:pt x="209" y="87"/>
                    <a:pt x="212" y="69"/>
                  </a:cubicBezTo>
                  <a:cubicBezTo>
                    <a:pt x="212" y="64"/>
                    <a:pt x="212" y="58"/>
                    <a:pt x="213" y="54"/>
                  </a:cubicBezTo>
                  <a:cubicBezTo>
                    <a:pt x="215" y="48"/>
                    <a:pt x="221" y="42"/>
                    <a:pt x="219" y="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7" name="Freeform 400">
              <a:extLst>
                <a:ext uri="{FF2B5EF4-FFF2-40B4-BE49-F238E27FC236}">
                  <a16:creationId xmlns:a16="http://schemas.microsoft.com/office/drawing/2014/main" id="{2939E8ED-5B18-456E-BB0D-84D5478DC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657"/>
              <a:ext cx="240" cy="320"/>
            </a:xfrm>
            <a:custGeom>
              <a:avLst/>
              <a:gdLst>
                <a:gd name="T0" fmla="*/ 1408 w 96"/>
                <a:gd name="T1" fmla="*/ 1173 h 120"/>
                <a:gd name="T2" fmla="*/ 1250 w 96"/>
                <a:gd name="T3" fmla="*/ 832 h 120"/>
                <a:gd name="T4" fmla="*/ 1063 w 96"/>
                <a:gd name="T5" fmla="*/ 435 h 120"/>
                <a:gd name="T6" fmla="*/ 783 w 96"/>
                <a:gd name="T7" fmla="*/ 320 h 120"/>
                <a:gd name="T8" fmla="*/ 395 w 96"/>
                <a:gd name="T9" fmla="*/ 21 h 120"/>
                <a:gd name="T10" fmla="*/ 0 w 96"/>
                <a:gd name="T11" fmla="*/ 307 h 120"/>
                <a:gd name="T12" fmla="*/ 208 w 96"/>
                <a:gd name="T13" fmla="*/ 192 h 120"/>
                <a:gd name="T14" fmla="*/ 220 w 96"/>
                <a:gd name="T15" fmla="*/ 192 h 120"/>
                <a:gd name="T16" fmla="*/ 625 w 96"/>
                <a:gd name="T17" fmla="*/ 512 h 120"/>
                <a:gd name="T18" fmla="*/ 908 w 96"/>
                <a:gd name="T19" fmla="*/ 648 h 120"/>
                <a:gd name="T20" fmla="*/ 1095 w 96"/>
                <a:gd name="T21" fmla="*/ 1045 h 120"/>
                <a:gd name="T22" fmla="*/ 1250 w 96"/>
                <a:gd name="T23" fmla="*/ 1365 h 120"/>
                <a:gd name="T24" fmla="*/ 1208 w 96"/>
                <a:gd name="T25" fmla="*/ 2253 h 120"/>
                <a:gd name="T26" fmla="*/ 1188 w 96"/>
                <a:gd name="T27" fmla="*/ 2275 h 120"/>
                <a:gd name="T28" fmla="*/ 1363 w 96"/>
                <a:gd name="T29" fmla="*/ 2048 h 120"/>
                <a:gd name="T30" fmla="*/ 1408 w 96"/>
                <a:gd name="T31" fmla="*/ 1173 h 1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6" h="120">
                  <a:moveTo>
                    <a:pt x="90" y="62"/>
                  </a:moveTo>
                  <a:cubicBezTo>
                    <a:pt x="87" y="55"/>
                    <a:pt x="83" y="51"/>
                    <a:pt x="80" y="44"/>
                  </a:cubicBezTo>
                  <a:cubicBezTo>
                    <a:pt x="77" y="35"/>
                    <a:pt x="77" y="28"/>
                    <a:pt x="68" y="23"/>
                  </a:cubicBezTo>
                  <a:cubicBezTo>
                    <a:pt x="62" y="20"/>
                    <a:pt x="56" y="20"/>
                    <a:pt x="50" y="17"/>
                  </a:cubicBezTo>
                  <a:cubicBezTo>
                    <a:pt x="42" y="12"/>
                    <a:pt x="35" y="3"/>
                    <a:pt x="25" y="1"/>
                  </a:cubicBezTo>
                  <a:cubicBezTo>
                    <a:pt x="19" y="0"/>
                    <a:pt x="3" y="12"/>
                    <a:pt x="0" y="16"/>
                  </a:cubicBezTo>
                  <a:cubicBezTo>
                    <a:pt x="3" y="12"/>
                    <a:pt x="8" y="10"/>
                    <a:pt x="13" y="10"/>
                  </a:cubicBezTo>
                  <a:cubicBezTo>
                    <a:pt x="13" y="10"/>
                    <a:pt x="14" y="10"/>
                    <a:pt x="14" y="10"/>
                  </a:cubicBezTo>
                  <a:cubicBezTo>
                    <a:pt x="24" y="13"/>
                    <a:pt x="33" y="23"/>
                    <a:pt x="40" y="27"/>
                  </a:cubicBezTo>
                  <a:cubicBezTo>
                    <a:pt x="46" y="31"/>
                    <a:pt x="52" y="31"/>
                    <a:pt x="58" y="34"/>
                  </a:cubicBezTo>
                  <a:cubicBezTo>
                    <a:pt x="67" y="39"/>
                    <a:pt x="67" y="45"/>
                    <a:pt x="70" y="55"/>
                  </a:cubicBezTo>
                  <a:cubicBezTo>
                    <a:pt x="72" y="61"/>
                    <a:pt x="77" y="66"/>
                    <a:pt x="80" y="72"/>
                  </a:cubicBezTo>
                  <a:cubicBezTo>
                    <a:pt x="86" y="85"/>
                    <a:pt x="81" y="106"/>
                    <a:pt x="77" y="119"/>
                  </a:cubicBezTo>
                  <a:cubicBezTo>
                    <a:pt x="77" y="119"/>
                    <a:pt x="76" y="119"/>
                    <a:pt x="76" y="120"/>
                  </a:cubicBezTo>
                  <a:cubicBezTo>
                    <a:pt x="79" y="117"/>
                    <a:pt x="86" y="111"/>
                    <a:pt x="87" y="108"/>
                  </a:cubicBezTo>
                  <a:cubicBezTo>
                    <a:pt x="91" y="96"/>
                    <a:pt x="96" y="74"/>
                    <a:pt x="90" y="6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8" name="Freeform 401">
              <a:extLst>
                <a:ext uri="{FF2B5EF4-FFF2-40B4-BE49-F238E27FC236}">
                  <a16:creationId xmlns:a16="http://schemas.microsoft.com/office/drawing/2014/main" id="{0CA52837-1205-4257-B3E9-3D9AA4B55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068"/>
              <a:ext cx="282" cy="170"/>
            </a:xfrm>
            <a:custGeom>
              <a:avLst/>
              <a:gdLst>
                <a:gd name="T0" fmla="*/ 1620 w 113"/>
                <a:gd name="T1" fmla="*/ 733 h 64"/>
                <a:gd name="T2" fmla="*/ 1228 w 113"/>
                <a:gd name="T3" fmla="*/ 1031 h 64"/>
                <a:gd name="T4" fmla="*/ 871 w 113"/>
                <a:gd name="T5" fmla="*/ 1065 h 64"/>
                <a:gd name="T6" fmla="*/ 404 w 113"/>
                <a:gd name="T7" fmla="*/ 954 h 64"/>
                <a:gd name="T8" fmla="*/ 187 w 113"/>
                <a:gd name="T9" fmla="*/ 523 h 64"/>
                <a:gd name="T10" fmla="*/ 0 w 113"/>
                <a:gd name="T11" fmla="*/ 0 h 64"/>
                <a:gd name="T12" fmla="*/ 0 w 113"/>
                <a:gd name="T13" fmla="*/ 133 h 64"/>
                <a:gd name="T14" fmla="*/ 187 w 113"/>
                <a:gd name="T15" fmla="*/ 635 h 64"/>
                <a:gd name="T16" fmla="*/ 404 w 113"/>
                <a:gd name="T17" fmla="*/ 1065 h 64"/>
                <a:gd name="T18" fmla="*/ 871 w 113"/>
                <a:gd name="T19" fmla="*/ 1179 h 64"/>
                <a:gd name="T20" fmla="*/ 1228 w 113"/>
                <a:gd name="T21" fmla="*/ 1142 h 64"/>
                <a:gd name="T22" fmla="*/ 1712 w 113"/>
                <a:gd name="T23" fmla="*/ 712 h 64"/>
                <a:gd name="T24" fmla="*/ 1757 w 113"/>
                <a:gd name="T25" fmla="*/ 579 h 64"/>
                <a:gd name="T26" fmla="*/ 1620 w 113"/>
                <a:gd name="T27" fmla="*/ 733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64">
                  <a:moveTo>
                    <a:pt x="104" y="39"/>
                  </a:moveTo>
                  <a:cubicBezTo>
                    <a:pt x="98" y="47"/>
                    <a:pt x="88" y="51"/>
                    <a:pt x="79" y="55"/>
                  </a:cubicBezTo>
                  <a:cubicBezTo>
                    <a:pt x="75" y="56"/>
                    <a:pt x="61" y="57"/>
                    <a:pt x="56" y="57"/>
                  </a:cubicBezTo>
                  <a:cubicBezTo>
                    <a:pt x="45" y="57"/>
                    <a:pt x="35" y="58"/>
                    <a:pt x="26" y="51"/>
                  </a:cubicBezTo>
                  <a:cubicBezTo>
                    <a:pt x="18" y="44"/>
                    <a:pt x="17" y="35"/>
                    <a:pt x="12" y="28"/>
                  </a:cubicBezTo>
                  <a:cubicBezTo>
                    <a:pt x="7" y="20"/>
                    <a:pt x="1" y="9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15"/>
                    <a:pt x="7" y="26"/>
                    <a:pt x="12" y="34"/>
                  </a:cubicBezTo>
                  <a:cubicBezTo>
                    <a:pt x="17" y="41"/>
                    <a:pt x="18" y="51"/>
                    <a:pt x="26" y="57"/>
                  </a:cubicBezTo>
                  <a:cubicBezTo>
                    <a:pt x="35" y="64"/>
                    <a:pt x="45" y="64"/>
                    <a:pt x="56" y="63"/>
                  </a:cubicBezTo>
                  <a:cubicBezTo>
                    <a:pt x="61" y="63"/>
                    <a:pt x="75" y="63"/>
                    <a:pt x="79" y="61"/>
                  </a:cubicBezTo>
                  <a:cubicBezTo>
                    <a:pt x="91" y="57"/>
                    <a:pt x="104" y="51"/>
                    <a:pt x="110" y="38"/>
                  </a:cubicBezTo>
                  <a:cubicBezTo>
                    <a:pt x="111" y="36"/>
                    <a:pt x="112" y="34"/>
                    <a:pt x="113" y="31"/>
                  </a:cubicBezTo>
                  <a:cubicBezTo>
                    <a:pt x="110" y="35"/>
                    <a:pt x="107" y="37"/>
                    <a:pt x="104" y="3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9" name="Freeform 402">
              <a:extLst>
                <a:ext uri="{FF2B5EF4-FFF2-40B4-BE49-F238E27FC236}">
                  <a16:creationId xmlns:a16="http://schemas.microsoft.com/office/drawing/2014/main" id="{1F12422D-02BB-459B-BB89-155996B8F3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10" y="1124"/>
              <a:ext cx="283" cy="149"/>
            </a:xfrm>
            <a:custGeom>
              <a:avLst/>
              <a:gdLst>
                <a:gd name="T0" fmla="*/ 1568 w 113"/>
                <a:gd name="T1" fmla="*/ 136 h 56"/>
                <a:gd name="T2" fmla="*/ 929 w 113"/>
                <a:gd name="T3" fmla="*/ 136 h 56"/>
                <a:gd name="T4" fmla="*/ 676 w 113"/>
                <a:gd name="T5" fmla="*/ 261 h 56"/>
                <a:gd name="T6" fmla="*/ 20 w 113"/>
                <a:gd name="T7" fmla="*/ 319 h 56"/>
                <a:gd name="T8" fmla="*/ 20 w 113"/>
                <a:gd name="T9" fmla="*/ 319 h 56"/>
                <a:gd name="T10" fmla="*/ 83 w 113"/>
                <a:gd name="T11" fmla="*/ 474 h 56"/>
                <a:gd name="T12" fmla="*/ 208 w 113"/>
                <a:gd name="T13" fmla="*/ 567 h 56"/>
                <a:gd name="T14" fmla="*/ 458 w 113"/>
                <a:gd name="T15" fmla="*/ 567 h 56"/>
                <a:gd name="T16" fmla="*/ 488 w 113"/>
                <a:gd name="T17" fmla="*/ 567 h 56"/>
                <a:gd name="T18" fmla="*/ 709 w 113"/>
                <a:gd name="T19" fmla="*/ 567 h 56"/>
                <a:gd name="T20" fmla="*/ 942 w 113"/>
                <a:gd name="T21" fmla="*/ 567 h 56"/>
                <a:gd name="T22" fmla="*/ 1475 w 113"/>
                <a:gd name="T23" fmla="*/ 636 h 56"/>
                <a:gd name="T24" fmla="*/ 1680 w 113"/>
                <a:gd name="T25" fmla="*/ 1032 h 56"/>
                <a:gd name="T26" fmla="*/ 1743 w 113"/>
                <a:gd name="T27" fmla="*/ 886 h 56"/>
                <a:gd name="T28" fmla="*/ 1568 w 113"/>
                <a:gd name="T29" fmla="*/ 136 h 56"/>
                <a:gd name="T30" fmla="*/ 1680 w 113"/>
                <a:gd name="T31" fmla="*/ 886 h 56"/>
                <a:gd name="T32" fmla="*/ 1663 w 113"/>
                <a:gd name="T33" fmla="*/ 963 h 56"/>
                <a:gd name="T34" fmla="*/ 1538 w 113"/>
                <a:gd name="T35" fmla="*/ 623 h 56"/>
                <a:gd name="T36" fmla="*/ 942 w 113"/>
                <a:gd name="T37" fmla="*/ 490 h 56"/>
                <a:gd name="T38" fmla="*/ 721 w 113"/>
                <a:gd name="T39" fmla="*/ 490 h 56"/>
                <a:gd name="T40" fmla="*/ 501 w 113"/>
                <a:gd name="T41" fmla="*/ 490 h 56"/>
                <a:gd name="T42" fmla="*/ 301 w 113"/>
                <a:gd name="T43" fmla="*/ 511 h 56"/>
                <a:gd name="T44" fmla="*/ 709 w 113"/>
                <a:gd name="T45" fmla="*/ 319 h 56"/>
                <a:gd name="T46" fmla="*/ 942 w 113"/>
                <a:gd name="T47" fmla="*/ 205 h 56"/>
                <a:gd name="T48" fmla="*/ 1538 w 113"/>
                <a:gd name="T49" fmla="*/ 192 h 56"/>
                <a:gd name="T50" fmla="*/ 1680 w 113"/>
                <a:gd name="T51" fmla="*/ 636 h 56"/>
                <a:gd name="T52" fmla="*/ 1680 w 113"/>
                <a:gd name="T53" fmla="*/ 886 h 5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3" h="56">
                  <a:moveTo>
                    <a:pt x="100" y="7"/>
                  </a:moveTo>
                  <a:cubicBezTo>
                    <a:pt x="90" y="0"/>
                    <a:pt x="74" y="4"/>
                    <a:pt x="59" y="7"/>
                  </a:cubicBezTo>
                  <a:cubicBezTo>
                    <a:pt x="55" y="8"/>
                    <a:pt x="49" y="11"/>
                    <a:pt x="43" y="14"/>
                  </a:cubicBezTo>
                  <a:cubicBezTo>
                    <a:pt x="28" y="21"/>
                    <a:pt x="9" y="28"/>
                    <a:pt x="1" y="17"/>
                  </a:cubicBezTo>
                  <a:cubicBezTo>
                    <a:pt x="0" y="16"/>
                    <a:pt x="1" y="16"/>
                    <a:pt x="1" y="17"/>
                  </a:cubicBezTo>
                  <a:cubicBezTo>
                    <a:pt x="2" y="20"/>
                    <a:pt x="2" y="22"/>
                    <a:pt x="5" y="25"/>
                  </a:cubicBezTo>
                  <a:cubicBezTo>
                    <a:pt x="7" y="28"/>
                    <a:pt x="10" y="29"/>
                    <a:pt x="13" y="30"/>
                  </a:cubicBezTo>
                  <a:cubicBezTo>
                    <a:pt x="19" y="31"/>
                    <a:pt x="25" y="31"/>
                    <a:pt x="29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74" y="29"/>
                    <a:pt x="91" y="28"/>
                    <a:pt x="94" y="34"/>
                  </a:cubicBezTo>
                  <a:cubicBezTo>
                    <a:pt x="101" y="54"/>
                    <a:pt x="104" y="56"/>
                    <a:pt x="107" y="55"/>
                  </a:cubicBezTo>
                  <a:cubicBezTo>
                    <a:pt x="110" y="55"/>
                    <a:pt x="110" y="51"/>
                    <a:pt x="111" y="47"/>
                  </a:cubicBezTo>
                  <a:cubicBezTo>
                    <a:pt x="112" y="31"/>
                    <a:pt x="113" y="15"/>
                    <a:pt x="100" y="7"/>
                  </a:cubicBezTo>
                  <a:close/>
                  <a:moveTo>
                    <a:pt x="107" y="47"/>
                  </a:moveTo>
                  <a:cubicBezTo>
                    <a:pt x="106" y="49"/>
                    <a:pt x="106" y="50"/>
                    <a:pt x="106" y="51"/>
                  </a:cubicBezTo>
                  <a:cubicBezTo>
                    <a:pt x="105" y="50"/>
                    <a:pt x="102" y="45"/>
                    <a:pt x="98" y="33"/>
                  </a:cubicBezTo>
                  <a:cubicBezTo>
                    <a:pt x="93" y="24"/>
                    <a:pt x="76" y="25"/>
                    <a:pt x="60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2" y="26"/>
                    <a:pt x="23" y="27"/>
                    <a:pt x="19" y="27"/>
                  </a:cubicBezTo>
                  <a:cubicBezTo>
                    <a:pt x="27" y="26"/>
                    <a:pt x="36" y="21"/>
                    <a:pt x="45" y="17"/>
                  </a:cubicBezTo>
                  <a:cubicBezTo>
                    <a:pt x="51" y="14"/>
                    <a:pt x="56" y="12"/>
                    <a:pt x="60" y="11"/>
                  </a:cubicBezTo>
                  <a:cubicBezTo>
                    <a:pt x="74" y="8"/>
                    <a:pt x="89" y="4"/>
                    <a:pt x="98" y="10"/>
                  </a:cubicBezTo>
                  <a:cubicBezTo>
                    <a:pt x="105" y="15"/>
                    <a:pt x="107" y="24"/>
                    <a:pt x="107" y="34"/>
                  </a:cubicBezTo>
                  <a:cubicBezTo>
                    <a:pt x="107" y="38"/>
                    <a:pt x="107" y="42"/>
                    <a:pt x="107" y="47"/>
                  </a:cubicBezTo>
                  <a:close/>
                </a:path>
              </a:pathLst>
            </a:custGeom>
            <a:solidFill>
              <a:srgbClr val="F9F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0" name="Freeform 403">
              <a:extLst>
                <a:ext uri="{FF2B5EF4-FFF2-40B4-BE49-F238E27FC236}">
                  <a16:creationId xmlns:a16="http://schemas.microsoft.com/office/drawing/2014/main" id="{D68C0162-16CC-4650-9C33-FDC0476AE6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10" y="1124"/>
              <a:ext cx="283" cy="149"/>
            </a:xfrm>
            <a:custGeom>
              <a:avLst/>
              <a:gdLst>
                <a:gd name="T0" fmla="*/ 1568 w 113"/>
                <a:gd name="T1" fmla="*/ 136 h 56"/>
                <a:gd name="T2" fmla="*/ 929 w 113"/>
                <a:gd name="T3" fmla="*/ 136 h 56"/>
                <a:gd name="T4" fmla="*/ 676 w 113"/>
                <a:gd name="T5" fmla="*/ 261 h 56"/>
                <a:gd name="T6" fmla="*/ 20 w 113"/>
                <a:gd name="T7" fmla="*/ 319 h 56"/>
                <a:gd name="T8" fmla="*/ 20 w 113"/>
                <a:gd name="T9" fmla="*/ 319 h 56"/>
                <a:gd name="T10" fmla="*/ 83 w 113"/>
                <a:gd name="T11" fmla="*/ 474 h 56"/>
                <a:gd name="T12" fmla="*/ 208 w 113"/>
                <a:gd name="T13" fmla="*/ 567 h 56"/>
                <a:gd name="T14" fmla="*/ 458 w 113"/>
                <a:gd name="T15" fmla="*/ 567 h 56"/>
                <a:gd name="T16" fmla="*/ 488 w 113"/>
                <a:gd name="T17" fmla="*/ 567 h 56"/>
                <a:gd name="T18" fmla="*/ 709 w 113"/>
                <a:gd name="T19" fmla="*/ 567 h 56"/>
                <a:gd name="T20" fmla="*/ 942 w 113"/>
                <a:gd name="T21" fmla="*/ 567 h 56"/>
                <a:gd name="T22" fmla="*/ 1475 w 113"/>
                <a:gd name="T23" fmla="*/ 636 h 56"/>
                <a:gd name="T24" fmla="*/ 1680 w 113"/>
                <a:gd name="T25" fmla="*/ 1032 h 56"/>
                <a:gd name="T26" fmla="*/ 1743 w 113"/>
                <a:gd name="T27" fmla="*/ 886 h 56"/>
                <a:gd name="T28" fmla="*/ 1568 w 113"/>
                <a:gd name="T29" fmla="*/ 136 h 56"/>
                <a:gd name="T30" fmla="*/ 1680 w 113"/>
                <a:gd name="T31" fmla="*/ 886 h 56"/>
                <a:gd name="T32" fmla="*/ 1663 w 113"/>
                <a:gd name="T33" fmla="*/ 963 h 56"/>
                <a:gd name="T34" fmla="*/ 1538 w 113"/>
                <a:gd name="T35" fmla="*/ 623 h 56"/>
                <a:gd name="T36" fmla="*/ 942 w 113"/>
                <a:gd name="T37" fmla="*/ 490 h 56"/>
                <a:gd name="T38" fmla="*/ 721 w 113"/>
                <a:gd name="T39" fmla="*/ 490 h 56"/>
                <a:gd name="T40" fmla="*/ 501 w 113"/>
                <a:gd name="T41" fmla="*/ 490 h 56"/>
                <a:gd name="T42" fmla="*/ 301 w 113"/>
                <a:gd name="T43" fmla="*/ 511 h 56"/>
                <a:gd name="T44" fmla="*/ 709 w 113"/>
                <a:gd name="T45" fmla="*/ 319 h 56"/>
                <a:gd name="T46" fmla="*/ 942 w 113"/>
                <a:gd name="T47" fmla="*/ 205 h 56"/>
                <a:gd name="T48" fmla="*/ 1538 w 113"/>
                <a:gd name="T49" fmla="*/ 192 h 56"/>
                <a:gd name="T50" fmla="*/ 1680 w 113"/>
                <a:gd name="T51" fmla="*/ 636 h 56"/>
                <a:gd name="T52" fmla="*/ 1680 w 113"/>
                <a:gd name="T53" fmla="*/ 886 h 5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3" h="56">
                  <a:moveTo>
                    <a:pt x="100" y="7"/>
                  </a:moveTo>
                  <a:cubicBezTo>
                    <a:pt x="90" y="0"/>
                    <a:pt x="74" y="4"/>
                    <a:pt x="59" y="7"/>
                  </a:cubicBezTo>
                  <a:cubicBezTo>
                    <a:pt x="55" y="8"/>
                    <a:pt x="49" y="11"/>
                    <a:pt x="43" y="14"/>
                  </a:cubicBezTo>
                  <a:cubicBezTo>
                    <a:pt x="28" y="21"/>
                    <a:pt x="9" y="28"/>
                    <a:pt x="1" y="17"/>
                  </a:cubicBezTo>
                  <a:cubicBezTo>
                    <a:pt x="0" y="16"/>
                    <a:pt x="1" y="16"/>
                    <a:pt x="1" y="17"/>
                  </a:cubicBezTo>
                  <a:cubicBezTo>
                    <a:pt x="2" y="20"/>
                    <a:pt x="2" y="22"/>
                    <a:pt x="5" y="25"/>
                  </a:cubicBezTo>
                  <a:cubicBezTo>
                    <a:pt x="7" y="28"/>
                    <a:pt x="10" y="29"/>
                    <a:pt x="13" y="30"/>
                  </a:cubicBezTo>
                  <a:cubicBezTo>
                    <a:pt x="19" y="31"/>
                    <a:pt x="25" y="31"/>
                    <a:pt x="29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74" y="29"/>
                    <a:pt x="91" y="28"/>
                    <a:pt x="94" y="34"/>
                  </a:cubicBezTo>
                  <a:cubicBezTo>
                    <a:pt x="101" y="54"/>
                    <a:pt x="104" y="56"/>
                    <a:pt x="107" y="55"/>
                  </a:cubicBezTo>
                  <a:cubicBezTo>
                    <a:pt x="110" y="55"/>
                    <a:pt x="110" y="51"/>
                    <a:pt x="111" y="47"/>
                  </a:cubicBezTo>
                  <a:cubicBezTo>
                    <a:pt x="112" y="31"/>
                    <a:pt x="113" y="15"/>
                    <a:pt x="100" y="7"/>
                  </a:cubicBezTo>
                  <a:close/>
                  <a:moveTo>
                    <a:pt x="107" y="47"/>
                  </a:moveTo>
                  <a:cubicBezTo>
                    <a:pt x="106" y="49"/>
                    <a:pt x="106" y="50"/>
                    <a:pt x="106" y="51"/>
                  </a:cubicBezTo>
                  <a:cubicBezTo>
                    <a:pt x="105" y="50"/>
                    <a:pt x="102" y="45"/>
                    <a:pt x="98" y="33"/>
                  </a:cubicBezTo>
                  <a:cubicBezTo>
                    <a:pt x="93" y="24"/>
                    <a:pt x="76" y="25"/>
                    <a:pt x="60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2" y="26"/>
                    <a:pt x="23" y="27"/>
                    <a:pt x="19" y="27"/>
                  </a:cubicBezTo>
                  <a:cubicBezTo>
                    <a:pt x="27" y="26"/>
                    <a:pt x="36" y="21"/>
                    <a:pt x="45" y="17"/>
                  </a:cubicBezTo>
                  <a:cubicBezTo>
                    <a:pt x="51" y="14"/>
                    <a:pt x="56" y="12"/>
                    <a:pt x="60" y="11"/>
                  </a:cubicBezTo>
                  <a:cubicBezTo>
                    <a:pt x="74" y="8"/>
                    <a:pt x="89" y="4"/>
                    <a:pt x="98" y="10"/>
                  </a:cubicBezTo>
                  <a:cubicBezTo>
                    <a:pt x="105" y="15"/>
                    <a:pt x="107" y="24"/>
                    <a:pt x="107" y="34"/>
                  </a:cubicBezTo>
                  <a:cubicBezTo>
                    <a:pt x="107" y="38"/>
                    <a:pt x="107" y="42"/>
                    <a:pt x="107" y="4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1" name="Freeform 404">
              <a:extLst>
                <a:ext uri="{FF2B5EF4-FFF2-40B4-BE49-F238E27FC236}">
                  <a16:creationId xmlns:a16="http://schemas.microsoft.com/office/drawing/2014/main" id="{1425C6DA-7205-4B1F-878E-22E04572E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188"/>
              <a:ext cx="38" cy="10"/>
            </a:xfrm>
            <a:custGeom>
              <a:avLst/>
              <a:gdLst>
                <a:gd name="T0" fmla="*/ 0 w 15"/>
                <a:gd name="T1" fmla="*/ 0 h 4"/>
                <a:gd name="T2" fmla="*/ 243 w 15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5" y="2"/>
                    <a:pt x="9" y="4"/>
                    <a:pt x="15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2" name="Freeform 405">
              <a:extLst>
                <a:ext uri="{FF2B5EF4-FFF2-40B4-BE49-F238E27FC236}">
                  <a16:creationId xmlns:a16="http://schemas.microsoft.com/office/drawing/2014/main" id="{C106B9F8-16FE-4E50-9D75-8216FEDD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174"/>
              <a:ext cx="22" cy="14"/>
            </a:xfrm>
            <a:custGeom>
              <a:avLst/>
              <a:gdLst>
                <a:gd name="T0" fmla="*/ 59 w 9"/>
                <a:gd name="T1" fmla="*/ 0 h 5"/>
                <a:gd name="T2" fmla="*/ 90 w 9"/>
                <a:gd name="T3" fmla="*/ 109 h 5"/>
                <a:gd name="T4" fmla="*/ 0 w 9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4" y="0"/>
                    <a:pt x="9" y="4"/>
                    <a:pt x="6" y="5"/>
                  </a:cubicBezTo>
                  <a:cubicBezTo>
                    <a:pt x="5" y="5"/>
                    <a:pt x="1" y="2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7F3F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3" name="Freeform 406">
              <a:extLst>
                <a:ext uri="{FF2B5EF4-FFF2-40B4-BE49-F238E27FC236}">
                  <a16:creationId xmlns:a16="http://schemas.microsoft.com/office/drawing/2014/main" id="{91350B5C-FBB5-4EA2-978C-89B3C4C40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428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6" y="3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F7F3F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4" name="Freeform 407">
              <a:extLst>
                <a:ext uri="{FF2B5EF4-FFF2-40B4-BE49-F238E27FC236}">
                  <a16:creationId xmlns:a16="http://schemas.microsoft.com/office/drawing/2014/main" id="{C1982230-ACAB-4309-8D60-73804F114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404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20 w 10"/>
                <a:gd name="T3" fmla="*/ 34 h 8"/>
                <a:gd name="T4" fmla="*/ 95 w 10"/>
                <a:gd name="T5" fmla="*/ 123 h 8"/>
                <a:gd name="T6" fmla="*/ 145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0" y="6"/>
                    <a:pt x="0" y="4"/>
                    <a:pt x="1" y="2"/>
                  </a:cubicBezTo>
                  <a:cubicBezTo>
                    <a:pt x="4" y="2"/>
                    <a:pt x="4" y="7"/>
                    <a:pt x="6" y="7"/>
                  </a:cubicBezTo>
                  <a:cubicBezTo>
                    <a:pt x="10" y="8"/>
                    <a:pt x="9" y="1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7F3F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5" name="Freeform 408">
              <a:extLst>
                <a:ext uri="{FF2B5EF4-FFF2-40B4-BE49-F238E27FC236}">
                  <a16:creationId xmlns:a16="http://schemas.microsoft.com/office/drawing/2014/main" id="{595FDE6F-AA6B-42B0-B7DA-481F451D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406"/>
              <a:ext cx="8" cy="24"/>
            </a:xfrm>
            <a:custGeom>
              <a:avLst/>
              <a:gdLst>
                <a:gd name="T0" fmla="*/ 56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2" y="3"/>
                    <a:pt x="1" y="6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7F3F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6" name="Freeform 409">
              <a:extLst>
                <a:ext uri="{FF2B5EF4-FFF2-40B4-BE49-F238E27FC236}">
                  <a16:creationId xmlns:a16="http://schemas.microsoft.com/office/drawing/2014/main" id="{A89535B2-DDB0-4A8F-8529-DC8F2F615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484"/>
              <a:ext cx="42" cy="29"/>
            </a:xfrm>
            <a:custGeom>
              <a:avLst/>
              <a:gdLst>
                <a:gd name="T0" fmla="*/ 0 w 17"/>
                <a:gd name="T1" fmla="*/ 90 h 11"/>
                <a:gd name="T2" fmla="*/ 42 w 17"/>
                <a:gd name="T3" fmla="*/ 0 h 11"/>
                <a:gd name="T4" fmla="*/ 74 w 17"/>
                <a:gd name="T5" fmla="*/ 124 h 11"/>
                <a:gd name="T6" fmla="*/ 183 w 17"/>
                <a:gd name="T7" fmla="*/ 34 h 11"/>
                <a:gd name="T8" fmla="*/ 195 w 17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6" y="2"/>
                    <a:pt x="4" y="5"/>
                    <a:pt x="5" y="7"/>
                  </a:cubicBezTo>
                  <a:cubicBezTo>
                    <a:pt x="9" y="8"/>
                    <a:pt x="9" y="2"/>
                    <a:pt x="12" y="2"/>
                  </a:cubicBezTo>
                  <a:cubicBezTo>
                    <a:pt x="17" y="2"/>
                    <a:pt x="14" y="9"/>
                    <a:pt x="13" y="11"/>
                  </a:cubicBezTo>
                </a:path>
              </a:pathLst>
            </a:custGeom>
            <a:noFill/>
            <a:ln w="7938" cap="flat">
              <a:solidFill>
                <a:srgbClr val="F7F3F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7" name="Freeform 410">
              <a:extLst>
                <a:ext uri="{FF2B5EF4-FFF2-40B4-BE49-F238E27FC236}">
                  <a16:creationId xmlns:a16="http://schemas.microsoft.com/office/drawing/2014/main" id="{88193B4F-3F36-4698-B655-6F26F23A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574"/>
              <a:ext cx="15" cy="22"/>
            </a:xfrm>
            <a:custGeom>
              <a:avLst/>
              <a:gdLst>
                <a:gd name="T0" fmla="*/ 83 w 6"/>
                <a:gd name="T1" fmla="*/ 143 h 8"/>
                <a:gd name="T2" fmla="*/ 0 w 6"/>
                <a:gd name="T3" fmla="*/ 143 h 8"/>
                <a:gd name="T4" fmla="*/ 95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7"/>
                  </a:moveTo>
                  <a:cubicBezTo>
                    <a:pt x="3" y="7"/>
                    <a:pt x="1" y="8"/>
                    <a:pt x="0" y="7"/>
                  </a:cubicBezTo>
                  <a:cubicBezTo>
                    <a:pt x="0" y="3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7F3F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Cheeseburger-In-Takeout-Box">
            <a:extLst>
              <a:ext uri="{FF2B5EF4-FFF2-40B4-BE49-F238E27FC236}">
                <a16:creationId xmlns:a16="http://schemas.microsoft.com/office/drawing/2014/main" id="{F6BBB701-6A2D-4FFC-91CA-95789F7902C6}"/>
              </a:ext>
            </a:extLst>
          </p:cNvPr>
          <p:cNvGrpSpPr>
            <a:grpSpLocks/>
          </p:cNvGrpSpPr>
          <p:nvPr/>
        </p:nvGrpSpPr>
        <p:grpSpPr bwMode="auto">
          <a:xfrm>
            <a:off x="4929188" y="1485900"/>
            <a:ext cx="1925637" cy="3151188"/>
            <a:chOff x="1034" y="755"/>
            <a:chExt cx="1213" cy="1985"/>
          </a:xfrm>
        </p:grpSpPr>
        <p:grpSp>
          <p:nvGrpSpPr>
            <p:cNvPr id="34176" name="Group 412">
              <a:extLst>
                <a:ext uri="{FF2B5EF4-FFF2-40B4-BE49-F238E27FC236}">
                  <a16:creationId xmlns:a16="http://schemas.microsoft.com/office/drawing/2014/main" id="{551F6374-DDE2-41A2-8CD9-BC3130CC21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34" y="755"/>
              <a:ext cx="1213" cy="1985"/>
              <a:chOff x="1034" y="755"/>
              <a:chExt cx="1213" cy="1985"/>
            </a:xfrm>
          </p:grpSpPr>
          <p:sp>
            <p:nvSpPr>
              <p:cNvPr id="34274" name="Freeform 413">
                <a:extLst>
                  <a:ext uri="{FF2B5EF4-FFF2-40B4-BE49-F238E27FC236}">
                    <a16:creationId xmlns:a16="http://schemas.microsoft.com/office/drawing/2014/main" id="{D9DDE47E-86E9-4D0F-B0FF-3AC8CB5A6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987"/>
                <a:ext cx="1146" cy="753"/>
              </a:xfrm>
              <a:custGeom>
                <a:avLst/>
                <a:gdLst>
                  <a:gd name="T0" fmla="*/ 6999 w 458"/>
                  <a:gd name="T1" fmla="*/ 742 h 282"/>
                  <a:gd name="T2" fmla="*/ 6531 w 458"/>
                  <a:gd name="T3" fmla="*/ 3637 h 282"/>
                  <a:gd name="T4" fmla="*/ 5372 w 458"/>
                  <a:gd name="T5" fmla="*/ 4764 h 282"/>
                  <a:gd name="T6" fmla="*/ 0 w 458"/>
                  <a:gd name="T7" fmla="*/ 4764 h 282"/>
                  <a:gd name="T8" fmla="*/ 876 w 458"/>
                  <a:gd name="T9" fmla="*/ 5370 h 282"/>
                  <a:gd name="T10" fmla="*/ 5610 w 458"/>
                  <a:gd name="T11" fmla="*/ 5370 h 282"/>
                  <a:gd name="T12" fmla="*/ 6486 w 458"/>
                  <a:gd name="T13" fmla="*/ 4342 h 282"/>
                  <a:gd name="T14" fmla="*/ 6999 w 458"/>
                  <a:gd name="T15" fmla="*/ 1084 h 282"/>
                  <a:gd name="T16" fmla="*/ 7176 w 458"/>
                  <a:gd name="T17" fmla="*/ 0 h 2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8" h="282">
                    <a:moveTo>
                      <a:pt x="447" y="39"/>
                    </a:moveTo>
                    <a:cubicBezTo>
                      <a:pt x="433" y="112"/>
                      <a:pt x="417" y="191"/>
                      <a:pt x="417" y="191"/>
                    </a:cubicBezTo>
                    <a:cubicBezTo>
                      <a:pt x="408" y="232"/>
                      <a:pt x="385" y="250"/>
                      <a:pt x="343" y="250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10" y="264"/>
                      <a:pt x="31" y="282"/>
                      <a:pt x="56" y="282"/>
                    </a:cubicBezTo>
                    <a:cubicBezTo>
                      <a:pt x="358" y="282"/>
                      <a:pt x="358" y="282"/>
                      <a:pt x="358" y="282"/>
                    </a:cubicBezTo>
                    <a:cubicBezTo>
                      <a:pt x="392" y="282"/>
                      <a:pt x="406" y="261"/>
                      <a:pt x="414" y="228"/>
                    </a:cubicBezTo>
                    <a:cubicBezTo>
                      <a:pt x="414" y="228"/>
                      <a:pt x="447" y="58"/>
                      <a:pt x="447" y="57"/>
                    </a:cubicBezTo>
                    <a:cubicBezTo>
                      <a:pt x="458" y="0"/>
                      <a:pt x="458" y="0"/>
                      <a:pt x="458" y="0"/>
                    </a:cubicBezTo>
                  </a:path>
                </a:pathLst>
              </a:custGeom>
              <a:solidFill>
                <a:srgbClr val="F8DA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414">
                <a:extLst>
                  <a:ext uri="{FF2B5EF4-FFF2-40B4-BE49-F238E27FC236}">
                    <a16:creationId xmlns:a16="http://schemas.microsoft.com/office/drawing/2014/main" id="{77FD8946-B1D7-4612-B2B2-A2BB2D228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486"/>
                <a:ext cx="900" cy="240"/>
              </a:xfrm>
              <a:custGeom>
                <a:avLst/>
                <a:gdLst>
                  <a:gd name="T0" fmla="*/ 5625 w 360"/>
                  <a:gd name="T1" fmla="*/ 0 h 90"/>
                  <a:gd name="T2" fmla="*/ 5613 w 360"/>
                  <a:gd name="T3" fmla="*/ 77 h 90"/>
                  <a:gd name="T4" fmla="*/ 4458 w 360"/>
                  <a:gd name="T5" fmla="*/ 1195 h 90"/>
                  <a:gd name="T6" fmla="*/ 1145 w 360"/>
                  <a:gd name="T7" fmla="*/ 1195 h 90"/>
                  <a:gd name="T8" fmla="*/ 0 w 360"/>
                  <a:gd name="T9" fmla="*/ 1707 h 90"/>
                  <a:gd name="T10" fmla="*/ 4720 w 360"/>
                  <a:gd name="T11" fmla="*/ 1707 h 90"/>
                  <a:gd name="T12" fmla="*/ 5458 w 360"/>
                  <a:gd name="T13" fmla="*/ 909 h 90"/>
                  <a:gd name="T14" fmla="*/ 5625 w 360"/>
                  <a:gd name="T15" fmla="*/ 0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0" h="90">
                    <a:moveTo>
                      <a:pt x="360" y="0"/>
                    </a:moveTo>
                    <a:cubicBezTo>
                      <a:pt x="359" y="3"/>
                      <a:pt x="359" y="4"/>
                      <a:pt x="359" y="4"/>
                    </a:cubicBezTo>
                    <a:cubicBezTo>
                      <a:pt x="350" y="45"/>
                      <a:pt x="327" y="63"/>
                      <a:pt x="285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64" y="72"/>
                      <a:pt x="41" y="88"/>
                      <a:pt x="0" y="90"/>
                    </a:cubicBezTo>
                    <a:cubicBezTo>
                      <a:pt x="302" y="90"/>
                      <a:pt x="302" y="90"/>
                      <a:pt x="302" y="90"/>
                    </a:cubicBezTo>
                    <a:cubicBezTo>
                      <a:pt x="324" y="90"/>
                      <a:pt x="340" y="71"/>
                      <a:pt x="349" y="48"/>
                    </a:cubicBezTo>
                    <a:cubicBezTo>
                      <a:pt x="354" y="34"/>
                      <a:pt x="358" y="13"/>
                      <a:pt x="360" y="0"/>
                    </a:cubicBezTo>
                    <a:close/>
                  </a:path>
                </a:pathLst>
              </a:custGeom>
              <a:solidFill>
                <a:srgbClr val="F5CA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415">
                <a:extLst>
                  <a:ext uri="{FF2B5EF4-FFF2-40B4-BE49-F238E27FC236}">
                    <a16:creationId xmlns:a16="http://schemas.microsoft.com/office/drawing/2014/main" id="{90DBB5B5-C73D-49EC-A874-1FC11349B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558"/>
                <a:ext cx="500" cy="166"/>
              </a:xfrm>
              <a:custGeom>
                <a:avLst/>
                <a:gdLst>
                  <a:gd name="T0" fmla="*/ 3125 w 200"/>
                  <a:gd name="T1" fmla="*/ 21 h 62"/>
                  <a:gd name="T2" fmla="*/ 3125 w 200"/>
                  <a:gd name="T3" fmla="*/ 0 h 62"/>
                  <a:gd name="T4" fmla="*/ 2095 w 200"/>
                  <a:gd name="T5" fmla="*/ 688 h 62"/>
                  <a:gd name="T6" fmla="*/ 0 w 200"/>
                  <a:gd name="T7" fmla="*/ 688 h 62"/>
                  <a:gd name="T8" fmla="*/ 470 w 200"/>
                  <a:gd name="T9" fmla="*/ 1189 h 62"/>
                  <a:gd name="T10" fmla="*/ 875 w 200"/>
                  <a:gd name="T11" fmla="*/ 881 h 62"/>
                  <a:gd name="T12" fmla="*/ 1908 w 200"/>
                  <a:gd name="T13" fmla="*/ 881 h 62"/>
                  <a:gd name="T14" fmla="*/ 3125 w 200"/>
                  <a:gd name="T15" fmla="*/ 21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0" h="62">
                    <a:moveTo>
                      <a:pt x="200" y="1"/>
                    </a:moveTo>
                    <a:cubicBezTo>
                      <a:pt x="200" y="1"/>
                      <a:pt x="200" y="0"/>
                      <a:pt x="200" y="0"/>
                    </a:cubicBezTo>
                    <a:cubicBezTo>
                      <a:pt x="188" y="25"/>
                      <a:pt x="167" y="36"/>
                      <a:pt x="134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40" y="61"/>
                      <a:pt x="56" y="48"/>
                      <a:pt x="56" y="46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33" y="46"/>
                      <a:pt x="187" y="45"/>
                      <a:pt x="200" y="1"/>
                    </a:cubicBezTo>
                    <a:close/>
                  </a:path>
                </a:pathLst>
              </a:custGeom>
              <a:solidFill>
                <a:srgbClr val="E8B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416">
                <a:extLst>
                  <a:ext uri="{FF2B5EF4-FFF2-40B4-BE49-F238E27FC236}">
                    <a16:creationId xmlns:a16="http://schemas.microsoft.com/office/drawing/2014/main" id="{8C33D5D7-FDE3-41EB-94DE-CEE65D8FE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755"/>
                <a:ext cx="1013" cy="1040"/>
              </a:xfrm>
              <a:custGeom>
                <a:avLst/>
                <a:gdLst>
                  <a:gd name="T0" fmla="*/ 470 w 405"/>
                  <a:gd name="T1" fmla="*/ 7283 h 390"/>
                  <a:gd name="T2" fmla="*/ 520 w 405"/>
                  <a:gd name="T3" fmla="*/ 6920 h 390"/>
                  <a:gd name="T4" fmla="*/ 0 w 405"/>
                  <a:gd name="T5" fmla="*/ 5768 h 390"/>
                  <a:gd name="T6" fmla="*/ 0 w 405"/>
                  <a:gd name="T7" fmla="*/ 1421 h 390"/>
                  <a:gd name="T8" fmla="*/ 770 w 405"/>
                  <a:gd name="T9" fmla="*/ 0 h 390"/>
                  <a:gd name="T10" fmla="*/ 5568 w 405"/>
                  <a:gd name="T11" fmla="*/ 0 h 390"/>
                  <a:gd name="T12" fmla="*/ 6338 w 405"/>
                  <a:gd name="T13" fmla="*/ 1421 h 390"/>
                  <a:gd name="T14" fmla="*/ 6338 w 405"/>
                  <a:gd name="T15" fmla="*/ 5768 h 390"/>
                  <a:gd name="T16" fmla="*/ 5805 w 405"/>
                  <a:gd name="T17" fmla="*/ 6920 h 390"/>
                  <a:gd name="T18" fmla="*/ 5850 w 405"/>
                  <a:gd name="T19" fmla="*/ 7395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5" h="390">
                    <a:moveTo>
                      <a:pt x="30" y="384"/>
                    </a:moveTo>
                    <a:cubicBezTo>
                      <a:pt x="50" y="384"/>
                      <a:pt x="51" y="365"/>
                      <a:pt x="33" y="365"/>
                    </a:cubicBezTo>
                    <a:cubicBezTo>
                      <a:pt x="1" y="365"/>
                      <a:pt x="0" y="332"/>
                      <a:pt x="0" y="304"/>
                    </a:cubicBezTo>
                    <a:cubicBezTo>
                      <a:pt x="0" y="262"/>
                      <a:pt x="0" y="114"/>
                      <a:pt x="0" y="75"/>
                    </a:cubicBezTo>
                    <a:cubicBezTo>
                      <a:pt x="0" y="35"/>
                      <a:pt x="4" y="0"/>
                      <a:pt x="49" y="0"/>
                    </a:cubicBezTo>
                    <a:cubicBezTo>
                      <a:pt x="144" y="0"/>
                      <a:pt x="259" y="0"/>
                      <a:pt x="356" y="0"/>
                    </a:cubicBezTo>
                    <a:cubicBezTo>
                      <a:pt x="400" y="0"/>
                      <a:pt x="405" y="35"/>
                      <a:pt x="405" y="75"/>
                    </a:cubicBezTo>
                    <a:cubicBezTo>
                      <a:pt x="405" y="114"/>
                      <a:pt x="405" y="262"/>
                      <a:pt x="405" y="304"/>
                    </a:cubicBezTo>
                    <a:cubicBezTo>
                      <a:pt x="405" y="332"/>
                      <a:pt x="400" y="365"/>
                      <a:pt x="371" y="365"/>
                    </a:cubicBezTo>
                    <a:cubicBezTo>
                      <a:pt x="353" y="365"/>
                      <a:pt x="354" y="383"/>
                      <a:pt x="374" y="390"/>
                    </a:cubicBezTo>
                  </a:path>
                </a:pathLst>
              </a:custGeom>
              <a:solidFill>
                <a:srgbClr val="FBE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417">
                <a:extLst>
                  <a:ext uri="{FF2B5EF4-FFF2-40B4-BE49-F238E27FC236}">
                    <a16:creationId xmlns:a16="http://schemas.microsoft.com/office/drawing/2014/main" id="{999A016B-0C01-4645-84A2-0A06DCC23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774"/>
                <a:ext cx="1211" cy="880"/>
              </a:xfrm>
              <a:custGeom>
                <a:avLst/>
                <a:gdLst>
                  <a:gd name="T0" fmla="*/ 2209 w 484"/>
                  <a:gd name="T1" fmla="*/ 0 h 330"/>
                  <a:gd name="T2" fmla="*/ 908 w 484"/>
                  <a:gd name="T3" fmla="*/ 1045 h 330"/>
                  <a:gd name="T4" fmla="*/ 125 w 484"/>
                  <a:gd name="T5" fmla="*/ 4984 h 330"/>
                  <a:gd name="T6" fmla="*/ 158 w 484"/>
                  <a:gd name="T7" fmla="*/ 6088 h 330"/>
                  <a:gd name="T8" fmla="*/ 595 w 484"/>
                  <a:gd name="T9" fmla="*/ 6259 h 330"/>
                  <a:gd name="T10" fmla="*/ 5747 w 484"/>
                  <a:gd name="T11" fmla="*/ 6259 h 330"/>
                  <a:gd name="T12" fmla="*/ 6906 w 484"/>
                  <a:gd name="T13" fmla="*/ 5141 h 330"/>
                  <a:gd name="T14" fmla="*/ 7531 w 484"/>
                  <a:gd name="T15" fmla="*/ 1229 h 330"/>
                  <a:gd name="T16" fmla="*/ 7531 w 484"/>
                  <a:gd name="T17" fmla="*/ 1229 h 330"/>
                  <a:gd name="T18" fmla="*/ 7374 w 484"/>
                  <a:gd name="T19" fmla="*/ 397 h 330"/>
                  <a:gd name="T20" fmla="*/ 6455 w 484"/>
                  <a:gd name="T21" fmla="*/ 0 h 330"/>
                  <a:gd name="T22" fmla="*/ 2209 w 484"/>
                  <a:gd name="T23" fmla="*/ 0 h 3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4" h="330">
                    <a:moveTo>
                      <a:pt x="141" y="0"/>
                    </a:moveTo>
                    <a:cubicBezTo>
                      <a:pt x="76" y="0"/>
                      <a:pt x="64" y="28"/>
                      <a:pt x="58" y="55"/>
                    </a:cubicBezTo>
                    <a:cubicBezTo>
                      <a:pt x="44" y="112"/>
                      <a:pt x="15" y="224"/>
                      <a:pt x="8" y="263"/>
                    </a:cubicBezTo>
                    <a:cubicBezTo>
                      <a:pt x="3" y="289"/>
                      <a:pt x="0" y="309"/>
                      <a:pt x="10" y="321"/>
                    </a:cubicBezTo>
                    <a:cubicBezTo>
                      <a:pt x="15" y="327"/>
                      <a:pt x="24" y="330"/>
                      <a:pt x="38" y="330"/>
                    </a:cubicBezTo>
                    <a:cubicBezTo>
                      <a:pt x="367" y="330"/>
                      <a:pt x="367" y="330"/>
                      <a:pt x="367" y="330"/>
                    </a:cubicBezTo>
                    <a:cubicBezTo>
                      <a:pt x="409" y="330"/>
                      <a:pt x="432" y="312"/>
                      <a:pt x="441" y="271"/>
                    </a:cubicBezTo>
                    <a:cubicBezTo>
                      <a:pt x="441" y="271"/>
                      <a:pt x="466" y="145"/>
                      <a:pt x="481" y="65"/>
                    </a:cubicBezTo>
                    <a:cubicBezTo>
                      <a:pt x="481" y="65"/>
                      <a:pt x="481" y="65"/>
                      <a:pt x="481" y="65"/>
                    </a:cubicBezTo>
                    <a:cubicBezTo>
                      <a:pt x="484" y="47"/>
                      <a:pt x="481" y="32"/>
                      <a:pt x="471" y="21"/>
                    </a:cubicBezTo>
                    <a:cubicBezTo>
                      <a:pt x="455" y="2"/>
                      <a:pt x="427" y="0"/>
                      <a:pt x="412" y="0"/>
                    </a:cubicBez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FD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418">
                <a:extLst>
                  <a:ext uri="{FF2B5EF4-FFF2-40B4-BE49-F238E27FC236}">
                    <a16:creationId xmlns:a16="http://schemas.microsoft.com/office/drawing/2014/main" id="{D2B7E502-1AF7-4E87-8B2A-3780EF1DD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654"/>
                <a:ext cx="285" cy="70"/>
              </a:xfrm>
              <a:custGeom>
                <a:avLst/>
                <a:gdLst>
                  <a:gd name="T0" fmla="*/ 0 w 114"/>
                  <a:gd name="T1" fmla="*/ 0 h 26"/>
                  <a:gd name="T2" fmla="*/ 113 w 114"/>
                  <a:gd name="T3" fmla="*/ 450 h 26"/>
                  <a:gd name="T4" fmla="*/ 845 w 114"/>
                  <a:gd name="T5" fmla="*/ 506 h 26"/>
                  <a:gd name="T6" fmla="*/ 1458 w 114"/>
                  <a:gd name="T7" fmla="*/ 485 h 26"/>
                  <a:gd name="T8" fmla="*/ 1783 w 114"/>
                  <a:gd name="T9" fmla="*/ 0 h 26"/>
                  <a:gd name="T10" fmla="*/ 0 w 114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26">
                    <a:moveTo>
                      <a:pt x="0" y="0"/>
                    </a:moveTo>
                    <a:cubicBezTo>
                      <a:pt x="2" y="6"/>
                      <a:pt x="4" y="20"/>
                      <a:pt x="7" y="23"/>
                    </a:cubicBezTo>
                    <a:cubicBezTo>
                      <a:pt x="11" y="26"/>
                      <a:pt x="28" y="26"/>
                      <a:pt x="54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9" y="25"/>
                      <a:pt x="110" y="8"/>
                      <a:pt x="11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E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419">
                <a:extLst>
                  <a:ext uri="{FF2B5EF4-FFF2-40B4-BE49-F238E27FC236}">
                    <a16:creationId xmlns:a16="http://schemas.microsoft.com/office/drawing/2014/main" id="{70DDF903-61E1-4EF8-92CC-205EF5147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795"/>
                <a:ext cx="1161" cy="838"/>
              </a:xfrm>
              <a:custGeom>
                <a:avLst/>
                <a:gdLst>
                  <a:gd name="T0" fmla="*/ 95 w 464"/>
                  <a:gd name="T1" fmla="*/ 5834 h 314"/>
                  <a:gd name="T2" fmla="*/ 113 w 464"/>
                  <a:gd name="T3" fmla="*/ 4865 h 314"/>
                  <a:gd name="T4" fmla="*/ 896 w 464"/>
                  <a:gd name="T5" fmla="*/ 934 h 314"/>
                  <a:gd name="T6" fmla="*/ 2054 w 464"/>
                  <a:gd name="T7" fmla="*/ 0 h 314"/>
                  <a:gd name="T8" fmla="*/ 6298 w 464"/>
                  <a:gd name="T9" fmla="*/ 0 h 314"/>
                  <a:gd name="T10" fmla="*/ 7111 w 464"/>
                  <a:gd name="T11" fmla="*/ 363 h 314"/>
                  <a:gd name="T12" fmla="*/ 7269 w 464"/>
                  <a:gd name="T13" fmla="*/ 875 h 314"/>
                  <a:gd name="T14" fmla="*/ 7249 w 464"/>
                  <a:gd name="T15" fmla="*/ 1062 h 314"/>
                  <a:gd name="T16" fmla="*/ 6623 w 464"/>
                  <a:gd name="T17" fmla="*/ 4977 h 314"/>
                  <a:gd name="T18" fmla="*/ 5590 w 464"/>
                  <a:gd name="T19" fmla="*/ 5967 h 314"/>
                  <a:gd name="T20" fmla="*/ 438 w 464"/>
                  <a:gd name="T21" fmla="*/ 5967 h 314"/>
                  <a:gd name="T22" fmla="*/ 95 w 464"/>
                  <a:gd name="T23" fmla="*/ 5834 h 3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4" h="314">
                    <a:moveTo>
                      <a:pt x="6" y="307"/>
                    </a:moveTo>
                    <a:cubicBezTo>
                      <a:pt x="0" y="299"/>
                      <a:pt x="2" y="283"/>
                      <a:pt x="7" y="256"/>
                    </a:cubicBezTo>
                    <a:cubicBezTo>
                      <a:pt x="14" y="218"/>
                      <a:pt x="42" y="106"/>
                      <a:pt x="57" y="49"/>
                    </a:cubicBezTo>
                    <a:cubicBezTo>
                      <a:pt x="62" y="24"/>
                      <a:pt x="72" y="0"/>
                      <a:pt x="131" y="0"/>
                    </a:cubicBezTo>
                    <a:cubicBezTo>
                      <a:pt x="402" y="0"/>
                      <a:pt x="402" y="0"/>
                      <a:pt x="402" y="0"/>
                    </a:cubicBezTo>
                    <a:cubicBezTo>
                      <a:pt x="413" y="0"/>
                      <a:pt x="440" y="2"/>
                      <a:pt x="454" y="19"/>
                    </a:cubicBezTo>
                    <a:cubicBezTo>
                      <a:pt x="460" y="26"/>
                      <a:pt x="464" y="35"/>
                      <a:pt x="464" y="46"/>
                    </a:cubicBezTo>
                    <a:cubicBezTo>
                      <a:pt x="464" y="49"/>
                      <a:pt x="463" y="52"/>
                      <a:pt x="463" y="56"/>
                    </a:cubicBezTo>
                    <a:cubicBezTo>
                      <a:pt x="448" y="134"/>
                      <a:pt x="423" y="261"/>
                      <a:pt x="423" y="262"/>
                    </a:cubicBezTo>
                    <a:cubicBezTo>
                      <a:pt x="414" y="298"/>
                      <a:pt x="395" y="314"/>
                      <a:pt x="357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17" y="314"/>
                      <a:pt x="10" y="311"/>
                      <a:pt x="6" y="307"/>
                    </a:cubicBezTo>
                    <a:close/>
                  </a:path>
                </a:pathLst>
              </a:custGeom>
              <a:solidFill>
                <a:srgbClr val="FBE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420">
                <a:extLst>
                  <a:ext uri="{FF2B5EF4-FFF2-40B4-BE49-F238E27FC236}">
                    <a16:creationId xmlns:a16="http://schemas.microsoft.com/office/drawing/2014/main" id="{DD41A5C3-ABAE-4D33-95AF-FB46EF899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1838"/>
                <a:ext cx="1045" cy="752"/>
              </a:xfrm>
              <a:custGeom>
                <a:avLst/>
                <a:gdLst>
                  <a:gd name="T0" fmla="*/ 95 w 418"/>
                  <a:gd name="T1" fmla="*/ 5235 h 282"/>
                  <a:gd name="T2" fmla="*/ 95 w 418"/>
                  <a:gd name="T3" fmla="*/ 4381 h 282"/>
                  <a:gd name="T4" fmla="*/ 800 w 418"/>
                  <a:gd name="T5" fmla="*/ 819 h 282"/>
                  <a:gd name="T6" fmla="*/ 1845 w 418"/>
                  <a:gd name="T7" fmla="*/ 0 h 282"/>
                  <a:gd name="T8" fmla="*/ 5658 w 418"/>
                  <a:gd name="T9" fmla="*/ 0 h 282"/>
                  <a:gd name="T10" fmla="*/ 6408 w 418"/>
                  <a:gd name="T11" fmla="*/ 307 h 282"/>
                  <a:gd name="T12" fmla="*/ 6533 w 418"/>
                  <a:gd name="T13" fmla="*/ 776 h 282"/>
                  <a:gd name="T14" fmla="*/ 6520 w 418"/>
                  <a:gd name="T15" fmla="*/ 947 h 282"/>
                  <a:gd name="T16" fmla="*/ 5958 w 418"/>
                  <a:gd name="T17" fmla="*/ 4459 h 282"/>
                  <a:gd name="T18" fmla="*/ 5033 w 418"/>
                  <a:gd name="T19" fmla="*/ 5347 h 282"/>
                  <a:gd name="T20" fmla="*/ 395 w 418"/>
                  <a:gd name="T21" fmla="*/ 5347 h 282"/>
                  <a:gd name="T22" fmla="*/ 95 w 418"/>
                  <a:gd name="T23" fmla="*/ 5235 h 2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8" h="282">
                    <a:moveTo>
                      <a:pt x="6" y="276"/>
                    </a:moveTo>
                    <a:cubicBezTo>
                      <a:pt x="0" y="269"/>
                      <a:pt x="1" y="255"/>
                      <a:pt x="6" y="231"/>
                    </a:cubicBezTo>
                    <a:cubicBezTo>
                      <a:pt x="12" y="196"/>
                      <a:pt x="38" y="95"/>
                      <a:pt x="51" y="43"/>
                    </a:cubicBezTo>
                    <a:cubicBezTo>
                      <a:pt x="56" y="21"/>
                      <a:pt x="65" y="0"/>
                      <a:pt x="118" y="0"/>
                    </a:cubicBezTo>
                    <a:cubicBezTo>
                      <a:pt x="362" y="0"/>
                      <a:pt x="362" y="0"/>
                      <a:pt x="362" y="0"/>
                    </a:cubicBezTo>
                    <a:cubicBezTo>
                      <a:pt x="372" y="0"/>
                      <a:pt x="397" y="1"/>
                      <a:pt x="410" y="16"/>
                    </a:cubicBezTo>
                    <a:cubicBezTo>
                      <a:pt x="415" y="22"/>
                      <a:pt x="418" y="31"/>
                      <a:pt x="418" y="41"/>
                    </a:cubicBezTo>
                    <a:cubicBezTo>
                      <a:pt x="418" y="44"/>
                      <a:pt x="418" y="47"/>
                      <a:pt x="417" y="50"/>
                    </a:cubicBezTo>
                    <a:cubicBezTo>
                      <a:pt x="404" y="120"/>
                      <a:pt x="381" y="235"/>
                      <a:pt x="381" y="235"/>
                    </a:cubicBezTo>
                    <a:cubicBezTo>
                      <a:pt x="374" y="268"/>
                      <a:pt x="356" y="282"/>
                      <a:pt x="322" y="282"/>
                    </a:cubicBezTo>
                    <a:cubicBezTo>
                      <a:pt x="25" y="282"/>
                      <a:pt x="25" y="282"/>
                      <a:pt x="25" y="282"/>
                    </a:cubicBezTo>
                    <a:cubicBezTo>
                      <a:pt x="15" y="282"/>
                      <a:pt x="9" y="280"/>
                      <a:pt x="6" y="276"/>
                    </a:cubicBezTo>
                    <a:close/>
                  </a:path>
                </a:pathLst>
              </a:custGeom>
              <a:solidFill>
                <a:srgbClr val="F8DA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421">
                <a:extLst>
                  <a:ext uri="{FF2B5EF4-FFF2-40B4-BE49-F238E27FC236}">
                    <a16:creationId xmlns:a16="http://schemas.microsoft.com/office/drawing/2014/main" id="{B455E2E1-30B1-4F4D-80EC-15FF34C8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843"/>
                <a:ext cx="865" cy="827"/>
              </a:xfrm>
              <a:custGeom>
                <a:avLst/>
                <a:gdLst>
                  <a:gd name="T0" fmla="*/ 458 w 346"/>
                  <a:gd name="T1" fmla="*/ 5885 h 310"/>
                  <a:gd name="T2" fmla="*/ 4970 w 346"/>
                  <a:gd name="T3" fmla="*/ 5885 h 310"/>
                  <a:gd name="T4" fmla="*/ 5408 w 346"/>
                  <a:gd name="T5" fmla="*/ 5167 h 310"/>
                  <a:gd name="T6" fmla="*/ 5408 w 346"/>
                  <a:gd name="T7" fmla="*/ 648 h 310"/>
                  <a:gd name="T8" fmla="*/ 5095 w 346"/>
                  <a:gd name="T9" fmla="*/ 0 h 310"/>
                  <a:gd name="T10" fmla="*/ 300 w 346"/>
                  <a:gd name="T11" fmla="*/ 0 h 310"/>
                  <a:gd name="T12" fmla="*/ 0 w 346"/>
                  <a:gd name="T13" fmla="*/ 648 h 310"/>
                  <a:gd name="T14" fmla="*/ 0 w 346"/>
                  <a:gd name="T15" fmla="*/ 5167 h 310"/>
                  <a:gd name="T16" fmla="*/ 458 w 346"/>
                  <a:gd name="T17" fmla="*/ 5885 h 3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6" h="310">
                    <a:moveTo>
                      <a:pt x="29" y="310"/>
                    </a:moveTo>
                    <a:cubicBezTo>
                      <a:pt x="45" y="310"/>
                      <a:pt x="293" y="310"/>
                      <a:pt x="318" y="310"/>
                    </a:cubicBezTo>
                    <a:cubicBezTo>
                      <a:pt x="335" y="310"/>
                      <a:pt x="346" y="294"/>
                      <a:pt x="346" y="272"/>
                    </a:cubicBezTo>
                    <a:cubicBezTo>
                      <a:pt x="346" y="34"/>
                      <a:pt x="346" y="34"/>
                      <a:pt x="346" y="34"/>
                    </a:cubicBezTo>
                    <a:cubicBezTo>
                      <a:pt x="346" y="2"/>
                      <a:pt x="339" y="0"/>
                      <a:pt x="326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6" y="0"/>
                      <a:pt x="0" y="8"/>
                      <a:pt x="0" y="34"/>
                    </a:cubicBezTo>
                    <a:cubicBezTo>
                      <a:pt x="0" y="272"/>
                      <a:pt x="0" y="272"/>
                      <a:pt x="0" y="272"/>
                    </a:cubicBezTo>
                    <a:cubicBezTo>
                      <a:pt x="0" y="306"/>
                      <a:pt x="12" y="310"/>
                      <a:pt x="29" y="310"/>
                    </a:cubicBezTo>
                    <a:close/>
                  </a:path>
                </a:pathLst>
              </a:custGeom>
              <a:solidFill>
                <a:srgbClr val="F8DA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422">
                <a:extLst>
                  <a:ext uri="{FF2B5EF4-FFF2-40B4-BE49-F238E27FC236}">
                    <a16:creationId xmlns:a16="http://schemas.microsoft.com/office/drawing/2014/main" id="{14ACE719-4C50-4C5E-B46B-96F0F5FD8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843"/>
                <a:ext cx="842" cy="155"/>
              </a:xfrm>
              <a:custGeom>
                <a:avLst/>
                <a:gdLst>
                  <a:gd name="T0" fmla="*/ 4382 w 337"/>
                  <a:gd name="T1" fmla="*/ 1106 h 58"/>
                  <a:gd name="T2" fmla="*/ 5257 w 337"/>
                  <a:gd name="T3" fmla="*/ 94 h 58"/>
                  <a:gd name="T4" fmla="*/ 5025 w 337"/>
                  <a:gd name="T5" fmla="*/ 0 h 58"/>
                  <a:gd name="T6" fmla="*/ 230 w 337"/>
                  <a:gd name="T7" fmla="*/ 0 h 58"/>
                  <a:gd name="T8" fmla="*/ 0 w 337"/>
                  <a:gd name="T9" fmla="*/ 150 h 58"/>
                  <a:gd name="T10" fmla="*/ 917 w 337"/>
                  <a:gd name="T11" fmla="*/ 1072 h 58"/>
                  <a:gd name="T12" fmla="*/ 1062 w 337"/>
                  <a:gd name="T13" fmla="*/ 1013 h 58"/>
                  <a:gd name="T14" fmla="*/ 4212 w 337"/>
                  <a:gd name="T15" fmla="*/ 1013 h 58"/>
                  <a:gd name="T16" fmla="*/ 4382 w 337"/>
                  <a:gd name="T17" fmla="*/ 1106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7" h="58">
                    <a:moveTo>
                      <a:pt x="281" y="58"/>
                    </a:moveTo>
                    <a:cubicBezTo>
                      <a:pt x="293" y="41"/>
                      <a:pt x="318" y="11"/>
                      <a:pt x="337" y="5"/>
                    </a:cubicBezTo>
                    <a:cubicBezTo>
                      <a:pt x="334" y="1"/>
                      <a:pt x="329" y="0"/>
                      <a:pt x="322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9" y="0"/>
                      <a:pt x="4" y="3"/>
                      <a:pt x="0" y="8"/>
                    </a:cubicBezTo>
                    <a:cubicBezTo>
                      <a:pt x="20" y="31"/>
                      <a:pt x="40" y="47"/>
                      <a:pt x="59" y="56"/>
                    </a:cubicBezTo>
                    <a:cubicBezTo>
                      <a:pt x="61" y="54"/>
                      <a:pt x="64" y="53"/>
                      <a:pt x="68" y="53"/>
                    </a:cubicBezTo>
                    <a:cubicBezTo>
                      <a:pt x="270" y="53"/>
                      <a:pt x="270" y="53"/>
                      <a:pt x="270" y="53"/>
                    </a:cubicBezTo>
                    <a:cubicBezTo>
                      <a:pt x="275" y="53"/>
                      <a:pt x="279" y="53"/>
                      <a:pt x="281" y="58"/>
                    </a:cubicBezTo>
                    <a:close/>
                  </a:path>
                </a:pathLst>
              </a:custGeom>
              <a:solidFill>
                <a:srgbClr val="F7D3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423">
                <a:extLst>
                  <a:ext uri="{FF2B5EF4-FFF2-40B4-BE49-F238E27FC236}">
                    <a16:creationId xmlns:a16="http://schemas.microsoft.com/office/drawing/2014/main" id="{DE37C077-50A2-4603-84B7-298F8ABA6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985"/>
                <a:ext cx="570" cy="544"/>
              </a:xfrm>
              <a:custGeom>
                <a:avLst/>
                <a:gdLst>
                  <a:gd name="T0" fmla="*/ 300 w 228"/>
                  <a:gd name="T1" fmla="*/ 3869 h 204"/>
                  <a:gd name="T2" fmla="*/ 3283 w 228"/>
                  <a:gd name="T3" fmla="*/ 3869 h 204"/>
                  <a:gd name="T4" fmla="*/ 3563 w 228"/>
                  <a:gd name="T5" fmla="*/ 3392 h 204"/>
                  <a:gd name="T6" fmla="*/ 3563 w 228"/>
                  <a:gd name="T7" fmla="*/ 419 h 204"/>
                  <a:gd name="T8" fmla="*/ 3363 w 228"/>
                  <a:gd name="T9" fmla="*/ 0 h 204"/>
                  <a:gd name="T10" fmla="*/ 208 w 228"/>
                  <a:gd name="T11" fmla="*/ 0 h 204"/>
                  <a:gd name="T12" fmla="*/ 0 w 228"/>
                  <a:gd name="T13" fmla="*/ 419 h 204"/>
                  <a:gd name="T14" fmla="*/ 0 w 228"/>
                  <a:gd name="T15" fmla="*/ 3392 h 204"/>
                  <a:gd name="T16" fmla="*/ 300 w 228"/>
                  <a:gd name="T17" fmla="*/ 3869 h 2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8" h="204">
                    <a:moveTo>
                      <a:pt x="19" y="204"/>
                    </a:moveTo>
                    <a:cubicBezTo>
                      <a:pt x="30" y="204"/>
                      <a:pt x="193" y="204"/>
                      <a:pt x="210" y="204"/>
                    </a:cubicBezTo>
                    <a:cubicBezTo>
                      <a:pt x="221" y="204"/>
                      <a:pt x="228" y="193"/>
                      <a:pt x="228" y="179"/>
                    </a:cubicBezTo>
                    <a:cubicBezTo>
                      <a:pt x="228" y="22"/>
                      <a:pt x="228" y="22"/>
                      <a:pt x="228" y="22"/>
                    </a:cubicBezTo>
                    <a:cubicBezTo>
                      <a:pt x="228" y="1"/>
                      <a:pt x="224" y="0"/>
                      <a:pt x="2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0"/>
                      <a:pt x="0" y="5"/>
                      <a:pt x="0" y="2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202"/>
                      <a:pt x="8" y="204"/>
                      <a:pt x="19" y="204"/>
                    </a:cubicBezTo>
                    <a:close/>
                  </a:path>
                </a:pathLst>
              </a:custGeom>
              <a:solidFill>
                <a:srgbClr val="FBE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424">
                <a:extLst>
                  <a:ext uri="{FF2B5EF4-FFF2-40B4-BE49-F238E27FC236}">
                    <a16:creationId xmlns:a16="http://schemas.microsoft.com/office/drawing/2014/main" id="{3A6096E8-C28A-4A00-A514-2C70D621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771"/>
                <a:ext cx="398" cy="243"/>
              </a:xfrm>
              <a:custGeom>
                <a:avLst/>
                <a:gdLst>
                  <a:gd name="T0" fmla="*/ 0 w 159"/>
                  <a:gd name="T1" fmla="*/ 0 h 91"/>
                  <a:gd name="T2" fmla="*/ 1817 w 159"/>
                  <a:gd name="T3" fmla="*/ 0 h 91"/>
                  <a:gd name="T4" fmla="*/ 2443 w 159"/>
                  <a:gd name="T5" fmla="*/ 606 h 91"/>
                  <a:gd name="T6" fmla="*/ 2476 w 159"/>
                  <a:gd name="T7" fmla="*/ 1733 h 91"/>
                  <a:gd name="T8" fmla="*/ 2318 w 159"/>
                  <a:gd name="T9" fmla="*/ 513 h 91"/>
                  <a:gd name="T10" fmla="*/ 1817 w 159"/>
                  <a:gd name="T11" fmla="*/ 136 h 91"/>
                  <a:gd name="T12" fmla="*/ 0 w 159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91">
                    <a:moveTo>
                      <a:pt x="0" y="0"/>
                    </a:moveTo>
                    <a:cubicBezTo>
                      <a:pt x="41" y="0"/>
                      <a:pt x="102" y="0"/>
                      <a:pt x="116" y="0"/>
                    </a:cubicBezTo>
                    <a:cubicBezTo>
                      <a:pt x="131" y="0"/>
                      <a:pt x="150" y="8"/>
                      <a:pt x="156" y="32"/>
                    </a:cubicBezTo>
                    <a:cubicBezTo>
                      <a:pt x="157" y="41"/>
                      <a:pt x="159" y="83"/>
                      <a:pt x="158" y="91"/>
                    </a:cubicBezTo>
                    <a:cubicBezTo>
                      <a:pt x="157" y="73"/>
                      <a:pt x="153" y="39"/>
                      <a:pt x="148" y="27"/>
                    </a:cubicBezTo>
                    <a:cubicBezTo>
                      <a:pt x="142" y="16"/>
                      <a:pt x="126" y="8"/>
                      <a:pt x="116" y="7"/>
                    </a:cubicBezTo>
                    <a:cubicBezTo>
                      <a:pt x="106" y="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425">
                <a:extLst>
                  <a:ext uri="{FF2B5EF4-FFF2-40B4-BE49-F238E27FC236}">
                    <a16:creationId xmlns:a16="http://schemas.microsoft.com/office/drawing/2014/main" id="{F1774796-6487-4E2B-907C-F335698A5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950"/>
                <a:ext cx="52" cy="763"/>
              </a:xfrm>
              <a:custGeom>
                <a:avLst/>
                <a:gdLst>
                  <a:gd name="T0" fmla="*/ 0 w 21"/>
                  <a:gd name="T1" fmla="*/ 0 h 286"/>
                  <a:gd name="T2" fmla="*/ 0 w 21"/>
                  <a:gd name="T3" fmla="*/ 4634 h 286"/>
                  <a:gd name="T4" fmla="*/ 319 w 21"/>
                  <a:gd name="T5" fmla="*/ 5432 h 286"/>
                  <a:gd name="T6" fmla="*/ 104 w 21"/>
                  <a:gd name="T7" fmla="*/ 4213 h 286"/>
                  <a:gd name="T8" fmla="*/ 0 w 21"/>
                  <a:gd name="T9" fmla="*/ 0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6">
                    <a:moveTo>
                      <a:pt x="0" y="0"/>
                    </a:moveTo>
                    <a:cubicBezTo>
                      <a:pt x="0" y="22"/>
                      <a:pt x="0" y="222"/>
                      <a:pt x="0" y="244"/>
                    </a:cubicBezTo>
                    <a:cubicBezTo>
                      <a:pt x="0" y="266"/>
                      <a:pt x="8" y="283"/>
                      <a:pt x="21" y="286"/>
                    </a:cubicBezTo>
                    <a:cubicBezTo>
                      <a:pt x="14" y="279"/>
                      <a:pt x="6" y="266"/>
                      <a:pt x="7" y="222"/>
                    </a:cubicBezTo>
                    <a:cubicBezTo>
                      <a:pt x="8" y="17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426">
                <a:extLst>
                  <a:ext uri="{FF2B5EF4-FFF2-40B4-BE49-F238E27FC236}">
                    <a16:creationId xmlns:a16="http://schemas.microsoft.com/office/drawing/2014/main" id="{70EAB991-3A3E-4F4F-BBD8-C05896294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193"/>
                <a:ext cx="760" cy="397"/>
              </a:xfrm>
              <a:custGeom>
                <a:avLst/>
                <a:gdLst>
                  <a:gd name="T0" fmla="*/ 770 w 304"/>
                  <a:gd name="T1" fmla="*/ 568 h 149"/>
                  <a:gd name="T2" fmla="*/ 675 w 304"/>
                  <a:gd name="T3" fmla="*/ 623 h 149"/>
                  <a:gd name="T4" fmla="*/ 720 w 304"/>
                  <a:gd name="T5" fmla="*/ 456 h 149"/>
                  <a:gd name="T6" fmla="*/ 438 w 304"/>
                  <a:gd name="T7" fmla="*/ 0 h 149"/>
                  <a:gd name="T8" fmla="*/ 95 w 304"/>
                  <a:gd name="T9" fmla="*/ 1852 h 149"/>
                  <a:gd name="T10" fmla="*/ 95 w 304"/>
                  <a:gd name="T11" fmla="*/ 2704 h 149"/>
                  <a:gd name="T12" fmla="*/ 395 w 304"/>
                  <a:gd name="T13" fmla="*/ 2819 h 149"/>
                  <a:gd name="T14" fmla="*/ 845 w 304"/>
                  <a:gd name="T15" fmla="*/ 2819 h 149"/>
                  <a:gd name="T16" fmla="*/ 438 w 304"/>
                  <a:gd name="T17" fmla="*/ 2193 h 149"/>
                  <a:gd name="T18" fmla="*/ 550 w 304"/>
                  <a:gd name="T19" fmla="*/ 1271 h 149"/>
                  <a:gd name="T20" fmla="*/ 3000 w 304"/>
                  <a:gd name="T21" fmla="*/ 2648 h 149"/>
                  <a:gd name="T22" fmla="*/ 770 w 304"/>
                  <a:gd name="T23" fmla="*/ 568 h 1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4" h="149">
                    <a:moveTo>
                      <a:pt x="49" y="30"/>
                    </a:moveTo>
                    <a:cubicBezTo>
                      <a:pt x="43" y="33"/>
                      <a:pt x="43" y="33"/>
                      <a:pt x="43" y="33"/>
                    </a:cubicBezTo>
                    <a:cubicBezTo>
                      <a:pt x="44" y="30"/>
                      <a:pt x="45" y="27"/>
                      <a:pt x="46" y="24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9" y="40"/>
                      <a:pt x="9" y="79"/>
                      <a:pt x="6" y="98"/>
                    </a:cubicBezTo>
                    <a:cubicBezTo>
                      <a:pt x="1" y="122"/>
                      <a:pt x="0" y="136"/>
                      <a:pt x="6" y="143"/>
                    </a:cubicBezTo>
                    <a:cubicBezTo>
                      <a:pt x="9" y="147"/>
                      <a:pt x="15" y="149"/>
                      <a:pt x="25" y="149"/>
                    </a:cubicBezTo>
                    <a:cubicBezTo>
                      <a:pt x="54" y="149"/>
                      <a:pt x="54" y="149"/>
                      <a:pt x="54" y="149"/>
                    </a:cubicBezTo>
                    <a:cubicBezTo>
                      <a:pt x="26" y="145"/>
                      <a:pt x="26" y="126"/>
                      <a:pt x="28" y="116"/>
                    </a:cubicBezTo>
                    <a:cubicBezTo>
                      <a:pt x="29" y="109"/>
                      <a:pt x="31" y="89"/>
                      <a:pt x="35" y="67"/>
                    </a:cubicBezTo>
                    <a:cubicBezTo>
                      <a:pt x="39" y="95"/>
                      <a:pt x="83" y="149"/>
                      <a:pt x="192" y="140"/>
                    </a:cubicBezTo>
                    <a:cubicBezTo>
                      <a:pt x="304" y="131"/>
                      <a:pt x="49" y="30"/>
                      <a:pt x="49" y="30"/>
                    </a:cubicBezTo>
                    <a:close/>
                  </a:path>
                </a:pathLst>
              </a:custGeom>
              <a:solidFill>
                <a:srgbClr val="F5CA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427">
                <a:extLst>
                  <a:ext uri="{FF2B5EF4-FFF2-40B4-BE49-F238E27FC236}">
                    <a16:creationId xmlns:a16="http://schemas.microsoft.com/office/drawing/2014/main" id="{8776820B-3A3D-4BDC-83FF-A65C9F80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838"/>
                <a:ext cx="755" cy="744"/>
              </a:xfrm>
              <a:custGeom>
                <a:avLst/>
                <a:gdLst>
                  <a:gd name="T0" fmla="*/ 3845 w 302"/>
                  <a:gd name="T1" fmla="*/ 0 h 279"/>
                  <a:gd name="T2" fmla="*/ 3833 w 302"/>
                  <a:gd name="T3" fmla="*/ 0 h 279"/>
                  <a:gd name="T4" fmla="*/ 3720 w 302"/>
                  <a:gd name="T5" fmla="*/ 547 h 279"/>
                  <a:gd name="T6" fmla="*/ 1488 w 302"/>
                  <a:gd name="T7" fmla="*/ 5085 h 279"/>
                  <a:gd name="T8" fmla="*/ 3863 w 302"/>
                  <a:gd name="T9" fmla="*/ 4232 h 279"/>
                  <a:gd name="T10" fmla="*/ 3770 w 302"/>
                  <a:gd name="T11" fmla="*/ 5197 h 279"/>
                  <a:gd name="T12" fmla="*/ 4145 w 302"/>
                  <a:gd name="T13" fmla="*/ 4459 h 279"/>
                  <a:gd name="T14" fmla="*/ 4708 w 302"/>
                  <a:gd name="T15" fmla="*/ 947 h 279"/>
                  <a:gd name="T16" fmla="*/ 4720 w 302"/>
                  <a:gd name="T17" fmla="*/ 776 h 279"/>
                  <a:gd name="T18" fmla="*/ 4595 w 302"/>
                  <a:gd name="T19" fmla="*/ 307 h 279"/>
                  <a:gd name="T20" fmla="*/ 3845 w 302"/>
                  <a:gd name="T21" fmla="*/ 0 h 2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2" h="279">
                    <a:moveTo>
                      <a:pt x="246" y="0"/>
                    </a:moveTo>
                    <a:cubicBezTo>
                      <a:pt x="245" y="0"/>
                      <a:pt x="245" y="0"/>
                      <a:pt x="245" y="0"/>
                    </a:cubicBezTo>
                    <a:cubicBezTo>
                      <a:pt x="238" y="29"/>
                      <a:pt x="238" y="29"/>
                      <a:pt x="238" y="29"/>
                    </a:cubicBezTo>
                    <a:cubicBezTo>
                      <a:pt x="238" y="29"/>
                      <a:pt x="0" y="257"/>
                      <a:pt x="95" y="268"/>
                    </a:cubicBezTo>
                    <a:cubicBezTo>
                      <a:pt x="189" y="279"/>
                      <a:pt x="236" y="219"/>
                      <a:pt x="247" y="223"/>
                    </a:cubicBezTo>
                    <a:cubicBezTo>
                      <a:pt x="256" y="227"/>
                      <a:pt x="245" y="264"/>
                      <a:pt x="241" y="274"/>
                    </a:cubicBezTo>
                    <a:cubicBezTo>
                      <a:pt x="253" y="267"/>
                      <a:pt x="261" y="254"/>
                      <a:pt x="265" y="235"/>
                    </a:cubicBezTo>
                    <a:cubicBezTo>
                      <a:pt x="265" y="235"/>
                      <a:pt x="288" y="120"/>
                      <a:pt x="301" y="50"/>
                    </a:cubicBezTo>
                    <a:cubicBezTo>
                      <a:pt x="302" y="47"/>
                      <a:pt x="302" y="44"/>
                      <a:pt x="302" y="41"/>
                    </a:cubicBezTo>
                    <a:cubicBezTo>
                      <a:pt x="302" y="31"/>
                      <a:pt x="299" y="22"/>
                      <a:pt x="294" y="16"/>
                    </a:cubicBezTo>
                    <a:cubicBezTo>
                      <a:pt x="281" y="1"/>
                      <a:pt x="256" y="0"/>
                      <a:pt x="246" y="0"/>
                    </a:cubicBezTo>
                    <a:close/>
                  </a:path>
                </a:pathLst>
              </a:custGeom>
              <a:solidFill>
                <a:srgbClr val="F5CA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428">
                <a:extLst>
                  <a:ext uri="{FF2B5EF4-FFF2-40B4-BE49-F238E27FC236}">
                    <a16:creationId xmlns:a16="http://schemas.microsoft.com/office/drawing/2014/main" id="{CFD36AD2-D5C3-4780-A8C8-9C96E6AD8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02"/>
                <a:ext cx="225" cy="509"/>
              </a:xfrm>
              <a:custGeom>
                <a:avLst/>
                <a:gdLst>
                  <a:gd name="T0" fmla="*/ 1408 w 90"/>
                  <a:gd name="T1" fmla="*/ 0 h 191"/>
                  <a:gd name="T2" fmla="*/ 958 w 90"/>
                  <a:gd name="T3" fmla="*/ 2798 h 191"/>
                  <a:gd name="T4" fmla="*/ 0 w 90"/>
                  <a:gd name="T5" fmla="*/ 3536 h 191"/>
                  <a:gd name="T6" fmla="*/ 1095 w 90"/>
                  <a:gd name="T7" fmla="*/ 2785 h 191"/>
                  <a:gd name="T8" fmla="*/ 1408 w 90"/>
                  <a:gd name="T9" fmla="*/ 0 h 1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91">
                    <a:moveTo>
                      <a:pt x="90" y="0"/>
                    </a:moveTo>
                    <a:cubicBezTo>
                      <a:pt x="82" y="52"/>
                      <a:pt x="65" y="132"/>
                      <a:pt x="61" y="148"/>
                    </a:cubicBezTo>
                    <a:cubicBezTo>
                      <a:pt x="57" y="164"/>
                      <a:pt x="36" y="191"/>
                      <a:pt x="0" y="187"/>
                    </a:cubicBezTo>
                    <a:cubicBezTo>
                      <a:pt x="42" y="189"/>
                      <a:pt x="64" y="171"/>
                      <a:pt x="70" y="147"/>
                    </a:cubicBezTo>
                    <a:cubicBezTo>
                      <a:pt x="76" y="123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FD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429">
                <a:extLst>
                  <a:ext uri="{FF2B5EF4-FFF2-40B4-BE49-F238E27FC236}">
                    <a16:creationId xmlns:a16="http://schemas.microsoft.com/office/drawing/2014/main" id="{E276A5E8-DF73-4A82-A423-2247CDC81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857"/>
                <a:ext cx="165" cy="810"/>
              </a:xfrm>
              <a:custGeom>
                <a:avLst/>
                <a:gdLst>
                  <a:gd name="T0" fmla="*/ 958 w 66"/>
                  <a:gd name="T1" fmla="*/ 0 h 304"/>
                  <a:gd name="T2" fmla="*/ 83 w 66"/>
                  <a:gd name="T3" fmla="*/ 1002 h 304"/>
                  <a:gd name="T4" fmla="*/ 113 w 66"/>
                  <a:gd name="T5" fmla="*/ 1327 h 304"/>
                  <a:gd name="T6" fmla="*/ 113 w 66"/>
                  <a:gd name="T7" fmla="*/ 4295 h 304"/>
                  <a:gd name="T8" fmla="*/ 0 w 66"/>
                  <a:gd name="T9" fmla="*/ 4671 h 304"/>
                  <a:gd name="T10" fmla="*/ 688 w 66"/>
                  <a:gd name="T11" fmla="*/ 5750 h 304"/>
                  <a:gd name="T12" fmla="*/ 1033 w 66"/>
                  <a:gd name="T13" fmla="*/ 5047 h 304"/>
                  <a:gd name="T14" fmla="*/ 1033 w 66"/>
                  <a:gd name="T15" fmla="*/ 546 h 304"/>
                  <a:gd name="T16" fmla="*/ 958 w 66"/>
                  <a:gd name="T17" fmla="*/ 0 h 3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304">
                    <a:moveTo>
                      <a:pt x="61" y="0"/>
                    </a:moveTo>
                    <a:cubicBezTo>
                      <a:pt x="42" y="6"/>
                      <a:pt x="17" y="36"/>
                      <a:pt x="5" y="53"/>
                    </a:cubicBezTo>
                    <a:cubicBezTo>
                      <a:pt x="6" y="56"/>
                      <a:pt x="7" y="61"/>
                      <a:pt x="7" y="70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35"/>
                      <a:pt x="4" y="242"/>
                      <a:pt x="0" y="247"/>
                    </a:cubicBezTo>
                    <a:cubicBezTo>
                      <a:pt x="9" y="268"/>
                      <a:pt x="29" y="294"/>
                      <a:pt x="44" y="304"/>
                    </a:cubicBezTo>
                    <a:cubicBezTo>
                      <a:pt x="57" y="301"/>
                      <a:pt x="66" y="286"/>
                      <a:pt x="66" y="267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6" y="13"/>
                      <a:pt x="64" y="5"/>
                      <a:pt x="61" y="0"/>
                    </a:cubicBezTo>
                    <a:close/>
                  </a:path>
                </a:pathLst>
              </a:custGeom>
              <a:solidFill>
                <a:srgbClr val="FA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430">
                <a:extLst>
                  <a:ext uri="{FF2B5EF4-FFF2-40B4-BE49-F238E27FC236}">
                    <a16:creationId xmlns:a16="http://schemas.microsoft.com/office/drawing/2014/main" id="{84F2CBB5-2445-477B-B4DF-00BF3B6E0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505"/>
                <a:ext cx="815" cy="165"/>
              </a:xfrm>
              <a:custGeom>
                <a:avLst/>
                <a:gdLst>
                  <a:gd name="T0" fmla="*/ 5095 w 326"/>
                  <a:gd name="T1" fmla="*/ 1078 h 62"/>
                  <a:gd name="T2" fmla="*/ 5095 w 326"/>
                  <a:gd name="T3" fmla="*/ 1078 h 62"/>
                  <a:gd name="T4" fmla="*/ 4970 w 326"/>
                  <a:gd name="T5" fmla="*/ 1147 h 62"/>
                  <a:gd name="T6" fmla="*/ 4283 w 326"/>
                  <a:gd name="T7" fmla="*/ 77 h 62"/>
                  <a:gd name="T8" fmla="*/ 4113 w 326"/>
                  <a:gd name="T9" fmla="*/ 170 h 62"/>
                  <a:gd name="T10" fmla="*/ 1125 w 326"/>
                  <a:gd name="T11" fmla="*/ 170 h 62"/>
                  <a:gd name="T12" fmla="*/ 863 w 326"/>
                  <a:gd name="T13" fmla="*/ 0 h 62"/>
                  <a:gd name="T14" fmla="*/ 0 w 326"/>
                  <a:gd name="T15" fmla="*/ 1019 h 62"/>
                  <a:gd name="T16" fmla="*/ 363 w 326"/>
                  <a:gd name="T17" fmla="*/ 1168 h 62"/>
                  <a:gd name="T18" fmla="*/ 4875 w 326"/>
                  <a:gd name="T19" fmla="*/ 1168 h 62"/>
                  <a:gd name="T20" fmla="*/ 5095 w 326"/>
                  <a:gd name="T21" fmla="*/ 1078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6" h="62">
                    <a:moveTo>
                      <a:pt x="326" y="57"/>
                    </a:moveTo>
                    <a:cubicBezTo>
                      <a:pt x="326" y="57"/>
                      <a:pt x="326" y="57"/>
                      <a:pt x="326" y="57"/>
                    </a:cubicBezTo>
                    <a:cubicBezTo>
                      <a:pt x="323" y="59"/>
                      <a:pt x="321" y="60"/>
                      <a:pt x="318" y="61"/>
                    </a:cubicBezTo>
                    <a:cubicBezTo>
                      <a:pt x="303" y="51"/>
                      <a:pt x="283" y="25"/>
                      <a:pt x="274" y="4"/>
                    </a:cubicBezTo>
                    <a:cubicBezTo>
                      <a:pt x="271" y="7"/>
                      <a:pt x="267" y="9"/>
                      <a:pt x="263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64" y="9"/>
                      <a:pt x="58" y="8"/>
                      <a:pt x="55" y="0"/>
                    </a:cubicBezTo>
                    <a:cubicBezTo>
                      <a:pt x="38" y="13"/>
                      <a:pt x="13" y="33"/>
                      <a:pt x="0" y="54"/>
                    </a:cubicBezTo>
                    <a:cubicBezTo>
                      <a:pt x="5" y="61"/>
                      <a:pt x="14" y="62"/>
                      <a:pt x="23" y="62"/>
                    </a:cubicBezTo>
                    <a:cubicBezTo>
                      <a:pt x="312" y="62"/>
                      <a:pt x="312" y="62"/>
                      <a:pt x="312" y="62"/>
                    </a:cubicBezTo>
                    <a:cubicBezTo>
                      <a:pt x="317" y="62"/>
                      <a:pt x="322" y="60"/>
                      <a:pt x="326" y="57"/>
                    </a:cubicBezTo>
                    <a:close/>
                  </a:path>
                </a:pathLst>
              </a:custGeom>
              <a:solidFill>
                <a:srgbClr val="FAE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431">
                <a:extLst>
                  <a:ext uri="{FF2B5EF4-FFF2-40B4-BE49-F238E27FC236}">
                    <a16:creationId xmlns:a16="http://schemas.microsoft.com/office/drawing/2014/main" id="{0C8BCE54-D3E0-4347-838A-A183745C5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843"/>
                <a:ext cx="862" cy="822"/>
              </a:xfrm>
              <a:custGeom>
                <a:avLst/>
                <a:gdLst>
                  <a:gd name="T0" fmla="*/ 125 w 345"/>
                  <a:gd name="T1" fmla="*/ 5399 h 308"/>
                  <a:gd name="T2" fmla="*/ 187 w 345"/>
                  <a:gd name="T3" fmla="*/ 891 h 308"/>
                  <a:gd name="T4" fmla="*/ 480 w 345"/>
                  <a:gd name="T5" fmla="*/ 264 h 308"/>
                  <a:gd name="T6" fmla="*/ 5162 w 345"/>
                  <a:gd name="T7" fmla="*/ 115 h 308"/>
                  <a:gd name="T8" fmla="*/ 5382 w 345"/>
                  <a:gd name="T9" fmla="*/ 264 h 308"/>
                  <a:gd name="T10" fmla="*/ 5087 w 345"/>
                  <a:gd name="T11" fmla="*/ 0 h 308"/>
                  <a:gd name="T12" fmla="*/ 292 w 345"/>
                  <a:gd name="T13" fmla="*/ 0 h 308"/>
                  <a:gd name="T14" fmla="*/ 0 w 345"/>
                  <a:gd name="T15" fmla="*/ 649 h 308"/>
                  <a:gd name="T16" fmla="*/ 0 w 345"/>
                  <a:gd name="T17" fmla="*/ 5172 h 308"/>
                  <a:gd name="T18" fmla="*/ 230 w 345"/>
                  <a:gd name="T19" fmla="*/ 5855 h 308"/>
                  <a:gd name="T20" fmla="*/ 125 w 345"/>
                  <a:gd name="T21" fmla="*/ 5399 h 3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5" h="308">
                    <a:moveTo>
                      <a:pt x="8" y="284"/>
                    </a:move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22"/>
                      <a:pt x="18" y="14"/>
                      <a:pt x="31" y="14"/>
                    </a:cubicBezTo>
                    <a:cubicBezTo>
                      <a:pt x="31" y="14"/>
                      <a:pt x="270" y="6"/>
                      <a:pt x="331" y="6"/>
                    </a:cubicBezTo>
                    <a:cubicBezTo>
                      <a:pt x="340" y="6"/>
                      <a:pt x="344" y="14"/>
                      <a:pt x="345" y="14"/>
                    </a:cubicBezTo>
                    <a:cubicBezTo>
                      <a:pt x="342" y="1"/>
                      <a:pt x="336" y="0"/>
                      <a:pt x="326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6" y="0"/>
                      <a:pt x="0" y="8"/>
                      <a:pt x="0" y="34"/>
                    </a:cubicBezTo>
                    <a:cubicBezTo>
                      <a:pt x="0" y="272"/>
                      <a:pt x="0" y="272"/>
                      <a:pt x="0" y="272"/>
                    </a:cubicBezTo>
                    <a:cubicBezTo>
                      <a:pt x="0" y="295"/>
                      <a:pt x="6" y="304"/>
                      <a:pt x="15" y="308"/>
                    </a:cubicBezTo>
                    <a:cubicBezTo>
                      <a:pt x="13" y="302"/>
                      <a:pt x="8" y="294"/>
                      <a:pt x="8" y="284"/>
                    </a:cubicBezTo>
                    <a:close/>
                  </a:path>
                </a:pathLst>
              </a:custGeom>
              <a:solidFill>
                <a:srgbClr val="F5CA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432">
                <a:extLst>
                  <a:ext uri="{FF2B5EF4-FFF2-40B4-BE49-F238E27FC236}">
                    <a16:creationId xmlns:a16="http://schemas.microsoft.com/office/drawing/2014/main" id="{A5FB18A6-053C-459E-A6A2-06CB08BBB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27"/>
                <a:ext cx="152" cy="64"/>
              </a:xfrm>
              <a:custGeom>
                <a:avLst/>
                <a:gdLst>
                  <a:gd name="T0" fmla="*/ 0 w 61"/>
                  <a:gd name="T1" fmla="*/ 376 h 24"/>
                  <a:gd name="T2" fmla="*/ 571 w 61"/>
                  <a:gd name="T3" fmla="*/ 376 h 24"/>
                  <a:gd name="T4" fmla="*/ 944 w 61"/>
                  <a:gd name="T5" fmla="*/ 0 h 24"/>
                  <a:gd name="T6" fmla="*/ 558 w 61"/>
                  <a:gd name="T7" fmla="*/ 456 h 24"/>
                  <a:gd name="T8" fmla="*/ 0 w 61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24">
                    <a:moveTo>
                      <a:pt x="0" y="20"/>
                    </a:moveTo>
                    <a:cubicBezTo>
                      <a:pt x="17" y="20"/>
                      <a:pt x="29" y="20"/>
                      <a:pt x="37" y="20"/>
                    </a:cubicBezTo>
                    <a:cubicBezTo>
                      <a:pt x="50" y="20"/>
                      <a:pt x="60" y="7"/>
                      <a:pt x="61" y="0"/>
                    </a:cubicBezTo>
                    <a:cubicBezTo>
                      <a:pt x="59" y="17"/>
                      <a:pt x="49" y="24"/>
                      <a:pt x="36" y="24"/>
                    </a:cubicBezTo>
                    <a:cubicBezTo>
                      <a:pt x="23" y="24"/>
                      <a:pt x="0" y="20"/>
                      <a:pt x="0" y="20"/>
                    </a:cubicBezTo>
                    <a:close/>
                  </a:path>
                </a:pathLst>
              </a:custGeom>
              <a:solidFill>
                <a:srgbClr val="FD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433">
                <a:extLst>
                  <a:ext uri="{FF2B5EF4-FFF2-40B4-BE49-F238E27FC236}">
                    <a16:creationId xmlns:a16="http://schemas.microsoft.com/office/drawing/2014/main" id="{669CB6B8-9269-4E62-A63F-2AE42C4DD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65"/>
                <a:ext cx="220" cy="37"/>
              </a:xfrm>
              <a:custGeom>
                <a:avLst/>
                <a:gdLst>
                  <a:gd name="T0" fmla="*/ 63 w 88"/>
                  <a:gd name="T1" fmla="*/ 259 h 14"/>
                  <a:gd name="T2" fmla="*/ 0 w 88"/>
                  <a:gd name="T3" fmla="*/ 21 h 14"/>
                  <a:gd name="T4" fmla="*/ 1375 w 88"/>
                  <a:gd name="T5" fmla="*/ 21 h 14"/>
                  <a:gd name="T6" fmla="*/ 63 w 88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14">
                    <a:moveTo>
                      <a:pt x="4" y="14"/>
                    </a:moveTo>
                    <a:cubicBezTo>
                      <a:pt x="1" y="8"/>
                      <a:pt x="0" y="1"/>
                      <a:pt x="0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71" y="5"/>
                      <a:pt x="4" y="0"/>
                      <a:pt x="4" y="14"/>
                    </a:cubicBezTo>
                    <a:close/>
                  </a:path>
                </a:pathLst>
              </a:custGeom>
              <a:solidFill>
                <a:srgbClr val="FD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434">
                <a:extLst>
                  <a:ext uri="{FF2B5EF4-FFF2-40B4-BE49-F238E27FC236}">
                    <a16:creationId xmlns:a16="http://schemas.microsoft.com/office/drawing/2014/main" id="{F393EE0C-4F4D-4D55-A188-8C0EBFE96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033"/>
                <a:ext cx="263" cy="450"/>
              </a:xfrm>
              <a:custGeom>
                <a:avLst/>
                <a:gdLst>
                  <a:gd name="T0" fmla="*/ 0 w 105"/>
                  <a:gd name="T1" fmla="*/ 3190 h 169"/>
                  <a:gd name="T2" fmla="*/ 1305 w 105"/>
                  <a:gd name="T3" fmla="*/ 1377 h 169"/>
                  <a:gd name="T4" fmla="*/ 1413 w 105"/>
                  <a:gd name="T5" fmla="*/ 759 h 169"/>
                  <a:gd name="T6" fmla="*/ 1588 w 105"/>
                  <a:gd name="T7" fmla="*/ 226 h 169"/>
                  <a:gd name="T8" fmla="*/ 1400 w 105"/>
                  <a:gd name="T9" fmla="*/ 21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69">
                    <a:moveTo>
                      <a:pt x="0" y="169"/>
                    </a:moveTo>
                    <a:cubicBezTo>
                      <a:pt x="20" y="161"/>
                      <a:pt x="68" y="131"/>
                      <a:pt x="83" y="73"/>
                    </a:cubicBezTo>
                    <a:cubicBezTo>
                      <a:pt x="87" y="55"/>
                      <a:pt x="87" y="46"/>
                      <a:pt x="90" y="40"/>
                    </a:cubicBezTo>
                    <a:cubicBezTo>
                      <a:pt x="92" y="34"/>
                      <a:pt x="105" y="25"/>
                      <a:pt x="101" y="12"/>
                    </a:cubicBezTo>
                    <a:cubicBezTo>
                      <a:pt x="96" y="0"/>
                      <a:pt x="89" y="1"/>
                      <a:pt x="89" y="1"/>
                    </a:cubicBezTo>
                  </a:path>
                </a:pathLst>
              </a:custGeom>
              <a:solidFill>
                <a:srgbClr val="E8B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435">
                <a:extLst>
                  <a:ext uri="{FF2B5EF4-FFF2-40B4-BE49-F238E27FC236}">
                    <a16:creationId xmlns:a16="http://schemas.microsoft.com/office/drawing/2014/main" id="{FE8E4C0A-F7BE-4240-9BF1-A120F194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849"/>
                <a:ext cx="75" cy="117"/>
              </a:xfrm>
              <a:custGeom>
                <a:avLst/>
                <a:gdLst>
                  <a:gd name="T0" fmla="*/ 313 w 30"/>
                  <a:gd name="T1" fmla="*/ 0 h 44"/>
                  <a:gd name="T2" fmla="*/ 470 w 30"/>
                  <a:gd name="T3" fmla="*/ 622 h 44"/>
                  <a:gd name="T4" fmla="*/ 0 w 30"/>
                  <a:gd name="T5" fmla="*/ 82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4">
                    <a:moveTo>
                      <a:pt x="20" y="0"/>
                    </a:moveTo>
                    <a:cubicBezTo>
                      <a:pt x="26" y="6"/>
                      <a:pt x="30" y="23"/>
                      <a:pt x="30" y="33"/>
                    </a:cubicBezTo>
                    <a:cubicBezTo>
                      <a:pt x="29" y="43"/>
                      <a:pt x="0" y="44"/>
                      <a:pt x="0" y="44"/>
                    </a:cubicBezTo>
                  </a:path>
                </a:pathLst>
              </a:custGeom>
              <a:solidFill>
                <a:srgbClr val="E8B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436">
                <a:extLst>
                  <a:ext uri="{FF2B5EF4-FFF2-40B4-BE49-F238E27FC236}">
                    <a16:creationId xmlns:a16="http://schemas.microsoft.com/office/drawing/2014/main" id="{8BC1E923-8515-445F-988D-2824B2C88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307"/>
                <a:ext cx="208" cy="227"/>
              </a:xfrm>
              <a:custGeom>
                <a:avLst/>
                <a:gdLst>
                  <a:gd name="T0" fmla="*/ 0 w 83"/>
                  <a:gd name="T1" fmla="*/ 136 h 85"/>
                  <a:gd name="T2" fmla="*/ 880 w 83"/>
                  <a:gd name="T3" fmla="*/ 1482 h 85"/>
                  <a:gd name="T4" fmla="*/ 301 w 83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85">
                    <a:moveTo>
                      <a:pt x="0" y="7"/>
                    </a:moveTo>
                    <a:cubicBezTo>
                      <a:pt x="4" y="31"/>
                      <a:pt x="30" y="72"/>
                      <a:pt x="56" y="78"/>
                    </a:cubicBezTo>
                    <a:cubicBezTo>
                      <a:pt x="83" y="85"/>
                      <a:pt x="19" y="0"/>
                      <a:pt x="19" y="0"/>
                    </a:cubicBezTo>
                  </a:path>
                </a:pathLst>
              </a:custGeom>
              <a:solidFill>
                <a:srgbClr val="E8B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437">
                <a:extLst>
                  <a:ext uri="{FF2B5EF4-FFF2-40B4-BE49-F238E27FC236}">
                    <a16:creationId xmlns:a16="http://schemas.microsoft.com/office/drawing/2014/main" id="{18A2D754-8911-49F1-9C3E-8A5DAAB29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193"/>
                <a:ext cx="125" cy="394"/>
              </a:xfrm>
              <a:custGeom>
                <a:avLst/>
                <a:gdLst>
                  <a:gd name="T0" fmla="*/ 675 w 50"/>
                  <a:gd name="T1" fmla="*/ 623 h 148"/>
                  <a:gd name="T2" fmla="*/ 720 w 50"/>
                  <a:gd name="T3" fmla="*/ 453 h 148"/>
                  <a:gd name="T4" fmla="*/ 438 w 50"/>
                  <a:gd name="T5" fmla="*/ 0 h 148"/>
                  <a:gd name="T6" fmla="*/ 95 w 50"/>
                  <a:gd name="T7" fmla="*/ 1850 h 148"/>
                  <a:gd name="T8" fmla="*/ 95 w 50"/>
                  <a:gd name="T9" fmla="*/ 2699 h 148"/>
                  <a:gd name="T10" fmla="*/ 238 w 50"/>
                  <a:gd name="T11" fmla="*/ 2793 h 148"/>
                  <a:gd name="T12" fmla="*/ 158 w 50"/>
                  <a:gd name="T13" fmla="*/ 2260 h 148"/>
                  <a:gd name="T14" fmla="*/ 408 w 50"/>
                  <a:gd name="T15" fmla="*/ 737 h 148"/>
                  <a:gd name="T16" fmla="*/ 613 w 50"/>
                  <a:gd name="T17" fmla="*/ 716 h 148"/>
                  <a:gd name="T18" fmla="*/ 783 w 50"/>
                  <a:gd name="T19" fmla="*/ 567 h 148"/>
                  <a:gd name="T20" fmla="*/ 770 w 50"/>
                  <a:gd name="T21" fmla="*/ 567 h 148"/>
                  <a:gd name="T22" fmla="*/ 675 w 50"/>
                  <a:gd name="T23" fmla="*/ 623 h 1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148">
                    <a:moveTo>
                      <a:pt x="43" y="33"/>
                    </a:moveTo>
                    <a:cubicBezTo>
                      <a:pt x="44" y="30"/>
                      <a:pt x="45" y="27"/>
                      <a:pt x="46" y="24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9" y="40"/>
                      <a:pt x="9" y="79"/>
                      <a:pt x="6" y="98"/>
                    </a:cubicBezTo>
                    <a:cubicBezTo>
                      <a:pt x="1" y="122"/>
                      <a:pt x="0" y="136"/>
                      <a:pt x="6" y="143"/>
                    </a:cubicBezTo>
                    <a:cubicBezTo>
                      <a:pt x="8" y="146"/>
                      <a:pt x="11" y="147"/>
                      <a:pt x="15" y="148"/>
                    </a:cubicBezTo>
                    <a:cubicBezTo>
                      <a:pt x="10" y="142"/>
                      <a:pt x="9" y="132"/>
                      <a:pt x="10" y="120"/>
                    </a:cubicBezTo>
                    <a:cubicBezTo>
                      <a:pt x="11" y="103"/>
                      <a:pt x="22" y="55"/>
                      <a:pt x="26" y="39"/>
                    </a:cubicBezTo>
                    <a:cubicBezTo>
                      <a:pt x="29" y="22"/>
                      <a:pt x="36" y="28"/>
                      <a:pt x="39" y="38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43" y="33"/>
                    </a:lnTo>
                    <a:close/>
                  </a:path>
                </a:pathLst>
              </a:custGeom>
              <a:solidFill>
                <a:srgbClr val="E8B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438">
                <a:extLst>
                  <a:ext uri="{FF2B5EF4-FFF2-40B4-BE49-F238E27FC236}">
                    <a16:creationId xmlns:a16="http://schemas.microsoft.com/office/drawing/2014/main" id="{29DB8164-E71E-4C32-8AB6-978F29D874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4" y="755"/>
                <a:ext cx="1213" cy="1899"/>
              </a:xfrm>
              <a:custGeom>
                <a:avLst/>
                <a:gdLst>
                  <a:gd name="T0" fmla="*/ 2208 w 485"/>
                  <a:gd name="T1" fmla="*/ 7249 h 712"/>
                  <a:gd name="T2" fmla="*/ 908 w 485"/>
                  <a:gd name="T3" fmla="*/ 8295 h 712"/>
                  <a:gd name="T4" fmla="*/ 125 w 485"/>
                  <a:gd name="T5" fmla="*/ 12234 h 712"/>
                  <a:gd name="T6" fmla="*/ 158 w 485"/>
                  <a:gd name="T7" fmla="*/ 13338 h 712"/>
                  <a:gd name="T8" fmla="*/ 595 w 485"/>
                  <a:gd name="T9" fmla="*/ 13509 h 712"/>
                  <a:gd name="T10" fmla="*/ 5742 w 485"/>
                  <a:gd name="T11" fmla="*/ 13509 h 712"/>
                  <a:gd name="T12" fmla="*/ 6900 w 485"/>
                  <a:gd name="T13" fmla="*/ 12392 h 712"/>
                  <a:gd name="T14" fmla="*/ 7526 w 485"/>
                  <a:gd name="T15" fmla="*/ 8479 h 712"/>
                  <a:gd name="T16" fmla="*/ 7526 w 485"/>
                  <a:gd name="T17" fmla="*/ 8479 h 712"/>
                  <a:gd name="T18" fmla="*/ 7368 w 485"/>
                  <a:gd name="T19" fmla="*/ 7647 h 712"/>
                  <a:gd name="T20" fmla="*/ 6443 w 485"/>
                  <a:gd name="T21" fmla="*/ 7249 h 712"/>
                  <a:gd name="T22" fmla="*/ 2208 w 485"/>
                  <a:gd name="T23" fmla="*/ 7249 h 712"/>
                  <a:gd name="T24" fmla="*/ 250 w 485"/>
                  <a:gd name="T25" fmla="*/ 13224 h 712"/>
                  <a:gd name="T26" fmla="*/ 270 w 485"/>
                  <a:gd name="T27" fmla="*/ 12255 h 712"/>
                  <a:gd name="T28" fmla="*/ 1050 w 485"/>
                  <a:gd name="T29" fmla="*/ 8329 h 712"/>
                  <a:gd name="T30" fmla="*/ 2208 w 485"/>
                  <a:gd name="T31" fmla="*/ 7399 h 712"/>
                  <a:gd name="T32" fmla="*/ 6443 w 485"/>
                  <a:gd name="T33" fmla="*/ 7399 h 712"/>
                  <a:gd name="T34" fmla="*/ 7255 w 485"/>
                  <a:gd name="T35" fmla="*/ 7761 h 712"/>
                  <a:gd name="T36" fmla="*/ 7413 w 485"/>
                  <a:gd name="T37" fmla="*/ 8273 h 712"/>
                  <a:gd name="T38" fmla="*/ 7401 w 485"/>
                  <a:gd name="T39" fmla="*/ 8465 h 712"/>
                  <a:gd name="T40" fmla="*/ 6775 w 485"/>
                  <a:gd name="T41" fmla="*/ 12370 h 712"/>
                  <a:gd name="T42" fmla="*/ 5742 w 485"/>
                  <a:gd name="T43" fmla="*/ 13360 h 712"/>
                  <a:gd name="T44" fmla="*/ 595 w 485"/>
                  <a:gd name="T45" fmla="*/ 13360 h 712"/>
                  <a:gd name="T46" fmla="*/ 250 w 485"/>
                  <a:gd name="T47" fmla="*/ 13224 h 712"/>
                  <a:gd name="T48" fmla="*/ 613 w 485"/>
                  <a:gd name="T49" fmla="*/ 12941 h 712"/>
                  <a:gd name="T50" fmla="*/ 613 w 485"/>
                  <a:gd name="T51" fmla="*/ 12085 h 712"/>
                  <a:gd name="T52" fmla="*/ 1313 w 485"/>
                  <a:gd name="T53" fmla="*/ 8521 h 712"/>
                  <a:gd name="T54" fmla="*/ 2363 w 485"/>
                  <a:gd name="T55" fmla="*/ 7705 h 712"/>
                  <a:gd name="T56" fmla="*/ 6180 w 485"/>
                  <a:gd name="T57" fmla="*/ 7705 h 712"/>
                  <a:gd name="T58" fmla="*/ 6930 w 485"/>
                  <a:gd name="T59" fmla="*/ 8009 h 712"/>
                  <a:gd name="T60" fmla="*/ 7055 w 485"/>
                  <a:gd name="T61" fmla="*/ 8479 h 712"/>
                  <a:gd name="T62" fmla="*/ 7038 w 485"/>
                  <a:gd name="T63" fmla="*/ 8650 h 712"/>
                  <a:gd name="T64" fmla="*/ 6475 w 485"/>
                  <a:gd name="T65" fmla="*/ 12165 h 712"/>
                  <a:gd name="T66" fmla="*/ 5555 w 485"/>
                  <a:gd name="T67" fmla="*/ 13053 h 712"/>
                  <a:gd name="T68" fmla="*/ 908 w 485"/>
                  <a:gd name="T69" fmla="*/ 13053 h 712"/>
                  <a:gd name="T70" fmla="*/ 613 w 485"/>
                  <a:gd name="T71" fmla="*/ 12941 h 712"/>
                  <a:gd name="T72" fmla="*/ 1721 w 485"/>
                  <a:gd name="T73" fmla="*/ 7284 h 712"/>
                  <a:gd name="T74" fmla="*/ 1771 w 485"/>
                  <a:gd name="T75" fmla="*/ 6929 h 712"/>
                  <a:gd name="T76" fmla="*/ 1251 w 485"/>
                  <a:gd name="T77" fmla="*/ 5769 h 712"/>
                  <a:gd name="T78" fmla="*/ 1251 w 485"/>
                  <a:gd name="T79" fmla="*/ 1422 h 712"/>
                  <a:gd name="T80" fmla="*/ 2021 w 485"/>
                  <a:gd name="T81" fmla="*/ 0 h 712"/>
                  <a:gd name="T82" fmla="*/ 6818 w 485"/>
                  <a:gd name="T83" fmla="*/ 0 h 712"/>
                  <a:gd name="T84" fmla="*/ 7588 w 485"/>
                  <a:gd name="T85" fmla="*/ 1422 h 712"/>
                  <a:gd name="T86" fmla="*/ 7588 w 485"/>
                  <a:gd name="T87" fmla="*/ 5769 h 712"/>
                  <a:gd name="T88" fmla="*/ 7055 w 485"/>
                  <a:gd name="T89" fmla="*/ 6929 h 712"/>
                  <a:gd name="T90" fmla="*/ 7100 w 485"/>
                  <a:gd name="T91" fmla="*/ 7399 h 71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85" h="712">
                    <a:moveTo>
                      <a:pt x="141" y="382"/>
                    </a:moveTo>
                    <a:cubicBezTo>
                      <a:pt x="76" y="382"/>
                      <a:pt x="64" y="410"/>
                      <a:pt x="58" y="437"/>
                    </a:cubicBezTo>
                    <a:cubicBezTo>
                      <a:pt x="44" y="494"/>
                      <a:pt x="15" y="606"/>
                      <a:pt x="8" y="645"/>
                    </a:cubicBezTo>
                    <a:cubicBezTo>
                      <a:pt x="3" y="671"/>
                      <a:pt x="0" y="691"/>
                      <a:pt x="10" y="703"/>
                    </a:cubicBezTo>
                    <a:cubicBezTo>
                      <a:pt x="15" y="709"/>
                      <a:pt x="24" y="712"/>
                      <a:pt x="38" y="712"/>
                    </a:cubicBezTo>
                    <a:cubicBezTo>
                      <a:pt x="367" y="712"/>
                      <a:pt x="367" y="712"/>
                      <a:pt x="367" y="712"/>
                    </a:cubicBezTo>
                    <a:cubicBezTo>
                      <a:pt x="409" y="712"/>
                      <a:pt x="432" y="694"/>
                      <a:pt x="441" y="653"/>
                    </a:cubicBezTo>
                    <a:cubicBezTo>
                      <a:pt x="441" y="653"/>
                      <a:pt x="466" y="527"/>
                      <a:pt x="481" y="447"/>
                    </a:cubicBezTo>
                    <a:cubicBezTo>
                      <a:pt x="481" y="447"/>
                      <a:pt x="481" y="447"/>
                      <a:pt x="481" y="447"/>
                    </a:cubicBezTo>
                    <a:cubicBezTo>
                      <a:pt x="484" y="429"/>
                      <a:pt x="481" y="414"/>
                      <a:pt x="471" y="403"/>
                    </a:cubicBezTo>
                    <a:cubicBezTo>
                      <a:pt x="455" y="384"/>
                      <a:pt x="427" y="382"/>
                      <a:pt x="412" y="382"/>
                    </a:cubicBezTo>
                    <a:lnTo>
                      <a:pt x="141" y="382"/>
                    </a:lnTo>
                    <a:close/>
                    <a:moveTo>
                      <a:pt x="16" y="697"/>
                    </a:moveTo>
                    <a:cubicBezTo>
                      <a:pt x="10" y="689"/>
                      <a:pt x="12" y="673"/>
                      <a:pt x="17" y="646"/>
                    </a:cubicBezTo>
                    <a:cubicBezTo>
                      <a:pt x="24" y="608"/>
                      <a:pt x="52" y="496"/>
                      <a:pt x="67" y="439"/>
                    </a:cubicBezTo>
                    <a:cubicBezTo>
                      <a:pt x="72" y="414"/>
                      <a:pt x="82" y="390"/>
                      <a:pt x="141" y="390"/>
                    </a:cubicBezTo>
                    <a:cubicBezTo>
                      <a:pt x="412" y="390"/>
                      <a:pt x="412" y="390"/>
                      <a:pt x="412" y="390"/>
                    </a:cubicBezTo>
                    <a:cubicBezTo>
                      <a:pt x="423" y="390"/>
                      <a:pt x="450" y="392"/>
                      <a:pt x="464" y="409"/>
                    </a:cubicBezTo>
                    <a:cubicBezTo>
                      <a:pt x="470" y="416"/>
                      <a:pt x="474" y="425"/>
                      <a:pt x="474" y="436"/>
                    </a:cubicBezTo>
                    <a:cubicBezTo>
                      <a:pt x="474" y="439"/>
                      <a:pt x="473" y="442"/>
                      <a:pt x="473" y="446"/>
                    </a:cubicBezTo>
                    <a:cubicBezTo>
                      <a:pt x="458" y="524"/>
                      <a:pt x="433" y="651"/>
                      <a:pt x="433" y="652"/>
                    </a:cubicBezTo>
                    <a:cubicBezTo>
                      <a:pt x="424" y="688"/>
                      <a:pt x="405" y="704"/>
                      <a:pt x="367" y="704"/>
                    </a:cubicBezTo>
                    <a:cubicBezTo>
                      <a:pt x="38" y="704"/>
                      <a:pt x="38" y="704"/>
                      <a:pt x="38" y="704"/>
                    </a:cubicBezTo>
                    <a:cubicBezTo>
                      <a:pt x="27" y="704"/>
                      <a:pt x="20" y="701"/>
                      <a:pt x="16" y="697"/>
                    </a:cubicBezTo>
                    <a:close/>
                    <a:moveTo>
                      <a:pt x="39" y="682"/>
                    </a:moveTo>
                    <a:cubicBezTo>
                      <a:pt x="33" y="675"/>
                      <a:pt x="34" y="661"/>
                      <a:pt x="39" y="637"/>
                    </a:cubicBezTo>
                    <a:cubicBezTo>
                      <a:pt x="45" y="602"/>
                      <a:pt x="71" y="501"/>
                      <a:pt x="84" y="449"/>
                    </a:cubicBezTo>
                    <a:cubicBezTo>
                      <a:pt x="89" y="427"/>
                      <a:pt x="98" y="406"/>
                      <a:pt x="151" y="406"/>
                    </a:cubicBezTo>
                    <a:cubicBezTo>
                      <a:pt x="395" y="406"/>
                      <a:pt x="395" y="406"/>
                      <a:pt x="395" y="406"/>
                    </a:cubicBezTo>
                    <a:cubicBezTo>
                      <a:pt x="405" y="406"/>
                      <a:pt x="430" y="407"/>
                      <a:pt x="443" y="422"/>
                    </a:cubicBezTo>
                    <a:cubicBezTo>
                      <a:pt x="448" y="428"/>
                      <a:pt x="451" y="437"/>
                      <a:pt x="451" y="447"/>
                    </a:cubicBezTo>
                    <a:cubicBezTo>
                      <a:pt x="451" y="450"/>
                      <a:pt x="451" y="453"/>
                      <a:pt x="450" y="456"/>
                    </a:cubicBezTo>
                    <a:cubicBezTo>
                      <a:pt x="437" y="526"/>
                      <a:pt x="414" y="641"/>
                      <a:pt x="414" y="641"/>
                    </a:cubicBezTo>
                    <a:cubicBezTo>
                      <a:pt x="407" y="674"/>
                      <a:pt x="389" y="688"/>
                      <a:pt x="355" y="688"/>
                    </a:cubicBezTo>
                    <a:cubicBezTo>
                      <a:pt x="58" y="688"/>
                      <a:pt x="58" y="688"/>
                      <a:pt x="58" y="688"/>
                    </a:cubicBezTo>
                    <a:cubicBezTo>
                      <a:pt x="48" y="688"/>
                      <a:pt x="42" y="686"/>
                      <a:pt x="39" y="682"/>
                    </a:cubicBezTo>
                    <a:close/>
                    <a:moveTo>
                      <a:pt x="110" y="384"/>
                    </a:moveTo>
                    <a:cubicBezTo>
                      <a:pt x="130" y="384"/>
                      <a:pt x="131" y="365"/>
                      <a:pt x="113" y="365"/>
                    </a:cubicBezTo>
                    <a:cubicBezTo>
                      <a:pt x="81" y="365"/>
                      <a:pt x="80" y="332"/>
                      <a:pt x="80" y="304"/>
                    </a:cubicBezTo>
                    <a:cubicBezTo>
                      <a:pt x="80" y="262"/>
                      <a:pt x="80" y="114"/>
                      <a:pt x="80" y="75"/>
                    </a:cubicBezTo>
                    <a:cubicBezTo>
                      <a:pt x="80" y="35"/>
                      <a:pt x="84" y="0"/>
                      <a:pt x="129" y="0"/>
                    </a:cubicBezTo>
                    <a:cubicBezTo>
                      <a:pt x="224" y="0"/>
                      <a:pt x="339" y="0"/>
                      <a:pt x="436" y="0"/>
                    </a:cubicBezTo>
                    <a:cubicBezTo>
                      <a:pt x="480" y="0"/>
                      <a:pt x="485" y="35"/>
                      <a:pt x="485" y="75"/>
                    </a:cubicBezTo>
                    <a:cubicBezTo>
                      <a:pt x="485" y="114"/>
                      <a:pt x="485" y="262"/>
                      <a:pt x="485" y="304"/>
                    </a:cubicBezTo>
                    <a:cubicBezTo>
                      <a:pt x="485" y="332"/>
                      <a:pt x="480" y="365"/>
                      <a:pt x="451" y="365"/>
                    </a:cubicBezTo>
                    <a:cubicBezTo>
                      <a:pt x="433" y="365"/>
                      <a:pt x="434" y="383"/>
                      <a:pt x="454" y="39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439">
                <a:extLst>
                  <a:ext uri="{FF2B5EF4-FFF2-40B4-BE49-F238E27FC236}">
                    <a16:creationId xmlns:a16="http://schemas.microsoft.com/office/drawing/2014/main" id="{8078C32E-0EDA-4DB4-AC82-40CE28D6F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654"/>
                <a:ext cx="285" cy="72"/>
              </a:xfrm>
              <a:custGeom>
                <a:avLst/>
                <a:gdLst>
                  <a:gd name="T0" fmla="*/ 0 w 114"/>
                  <a:gd name="T1" fmla="*/ 0 h 27"/>
                  <a:gd name="T2" fmla="*/ 113 w 114"/>
                  <a:gd name="T3" fmla="*/ 435 h 27"/>
                  <a:gd name="T4" fmla="*/ 750 w 114"/>
                  <a:gd name="T5" fmla="*/ 491 h 27"/>
                  <a:gd name="T6" fmla="*/ 1458 w 114"/>
                  <a:gd name="T7" fmla="*/ 491 h 27"/>
                  <a:gd name="T8" fmla="*/ 1783 w 114"/>
                  <a:gd name="T9" fmla="*/ 0 h 27"/>
                  <a:gd name="T10" fmla="*/ 0 w 114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27">
                    <a:moveTo>
                      <a:pt x="0" y="0"/>
                    </a:moveTo>
                    <a:cubicBezTo>
                      <a:pt x="2" y="6"/>
                      <a:pt x="5" y="20"/>
                      <a:pt x="7" y="23"/>
                    </a:cubicBezTo>
                    <a:cubicBezTo>
                      <a:pt x="10" y="27"/>
                      <a:pt x="22" y="26"/>
                      <a:pt x="48" y="26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100" y="26"/>
                      <a:pt x="110" y="8"/>
                      <a:pt x="11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440">
                <a:extLst>
                  <a:ext uri="{FF2B5EF4-FFF2-40B4-BE49-F238E27FC236}">
                    <a16:creationId xmlns:a16="http://schemas.microsoft.com/office/drawing/2014/main" id="{DE5511A1-4267-4302-9E7A-AF5358339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843"/>
                <a:ext cx="865" cy="827"/>
              </a:xfrm>
              <a:custGeom>
                <a:avLst/>
                <a:gdLst>
                  <a:gd name="T0" fmla="*/ 458 w 346"/>
                  <a:gd name="T1" fmla="*/ 5885 h 310"/>
                  <a:gd name="T2" fmla="*/ 4970 w 346"/>
                  <a:gd name="T3" fmla="*/ 5885 h 310"/>
                  <a:gd name="T4" fmla="*/ 5408 w 346"/>
                  <a:gd name="T5" fmla="*/ 5167 h 310"/>
                  <a:gd name="T6" fmla="*/ 5408 w 346"/>
                  <a:gd name="T7" fmla="*/ 648 h 310"/>
                  <a:gd name="T8" fmla="*/ 5095 w 346"/>
                  <a:gd name="T9" fmla="*/ 0 h 310"/>
                  <a:gd name="T10" fmla="*/ 300 w 346"/>
                  <a:gd name="T11" fmla="*/ 0 h 310"/>
                  <a:gd name="T12" fmla="*/ 0 w 346"/>
                  <a:gd name="T13" fmla="*/ 648 h 310"/>
                  <a:gd name="T14" fmla="*/ 0 w 346"/>
                  <a:gd name="T15" fmla="*/ 5167 h 310"/>
                  <a:gd name="T16" fmla="*/ 458 w 346"/>
                  <a:gd name="T17" fmla="*/ 5885 h 3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6" h="310">
                    <a:moveTo>
                      <a:pt x="29" y="310"/>
                    </a:moveTo>
                    <a:cubicBezTo>
                      <a:pt x="45" y="310"/>
                      <a:pt x="293" y="310"/>
                      <a:pt x="318" y="310"/>
                    </a:cubicBezTo>
                    <a:cubicBezTo>
                      <a:pt x="335" y="310"/>
                      <a:pt x="346" y="294"/>
                      <a:pt x="346" y="272"/>
                    </a:cubicBezTo>
                    <a:cubicBezTo>
                      <a:pt x="346" y="34"/>
                      <a:pt x="346" y="34"/>
                      <a:pt x="346" y="34"/>
                    </a:cubicBezTo>
                    <a:cubicBezTo>
                      <a:pt x="346" y="2"/>
                      <a:pt x="339" y="0"/>
                      <a:pt x="326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6" y="0"/>
                      <a:pt x="0" y="8"/>
                      <a:pt x="0" y="34"/>
                    </a:cubicBezTo>
                    <a:cubicBezTo>
                      <a:pt x="0" y="272"/>
                      <a:pt x="0" y="272"/>
                      <a:pt x="0" y="272"/>
                    </a:cubicBezTo>
                    <a:cubicBezTo>
                      <a:pt x="0" y="306"/>
                      <a:pt x="12" y="310"/>
                      <a:pt x="29" y="3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441">
                <a:extLst>
                  <a:ext uri="{FF2B5EF4-FFF2-40B4-BE49-F238E27FC236}">
                    <a16:creationId xmlns:a16="http://schemas.microsoft.com/office/drawing/2014/main" id="{7FA6AB1F-A9A9-4349-8003-AAA9D4266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987"/>
                <a:ext cx="1146" cy="753"/>
              </a:xfrm>
              <a:custGeom>
                <a:avLst/>
                <a:gdLst>
                  <a:gd name="T0" fmla="*/ 6999 w 458"/>
                  <a:gd name="T1" fmla="*/ 742 h 282"/>
                  <a:gd name="T2" fmla="*/ 6531 w 458"/>
                  <a:gd name="T3" fmla="*/ 3637 h 282"/>
                  <a:gd name="T4" fmla="*/ 5372 w 458"/>
                  <a:gd name="T5" fmla="*/ 4764 h 282"/>
                  <a:gd name="T6" fmla="*/ 0 w 458"/>
                  <a:gd name="T7" fmla="*/ 4764 h 282"/>
                  <a:gd name="T8" fmla="*/ 876 w 458"/>
                  <a:gd name="T9" fmla="*/ 5370 h 282"/>
                  <a:gd name="T10" fmla="*/ 5610 w 458"/>
                  <a:gd name="T11" fmla="*/ 5370 h 282"/>
                  <a:gd name="T12" fmla="*/ 6486 w 458"/>
                  <a:gd name="T13" fmla="*/ 4342 h 282"/>
                  <a:gd name="T14" fmla="*/ 6999 w 458"/>
                  <a:gd name="T15" fmla="*/ 1084 h 282"/>
                  <a:gd name="T16" fmla="*/ 7176 w 458"/>
                  <a:gd name="T17" fmla="*/ 0 h 2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8" h="282">
                    <a:moveTo>
                      <a:pt x="447" y="39"/>
                    </a:moveTo>
                    <a:cubicBezTo>
                      <a:pt x="433" y="112"/>
                      <a:pt x="417" y="191"/>
                      <a:pt x="417" y="191"/>
                    </a:cubicBezTo>
                    <a:cubicBezTo>
                      <a:pt x="408" y="232"/>
                      <a:pt x="385" y="250"/>
                      <a:pt x="343" y="250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10" y="264"/>
                      <a:pt x="31" y="282"/>
                      <a:pt x="56" y="282"/>
                    </a:cubicBezTo>
                    <a:cubicBezTo>
                      <a:pt x="358" y="282"/>
                      <a:pt x="358" y="282"/>
                      <a:pt x="358" y="282"/>
                    </a:cubicBezTo>
                    <a:cubicBezTo>
                      <a:pt x="392" y="282"/>
                      <a:pt x="406" y="261"/>
                      <a:pt x="414" y="228"/>
                    </a:cubicBezTo>
                    <a:cubicBezTo>
                      <a:pt x="414" y="228"/>
                      <a:pt x="447" y="58"/>
                      <a:pt x="447" y="57"/>
                    </a:cubicBezTo>
                    <a:cubicBezTo>
                      <a:pt x="458" y="0"/>
                      <a:pt x="458" y="0"/>
                      <a:pt x="45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442">
                <a:extLst>
                  <a:ext uri="{FF2B5EF4-FFF2-40B4-BE49-F238E27FC236}">
                    <a16:creationId xmlns:a16="http://schemas.microsoft.com/office/drawing/2014/main" id="{0A6497BE-B779-4847-89AF-292D8C2D5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574"/>
                <a:ext cx="888" cy="816"/>
              </a:xfrm>
              <a:custGeom>
                <a:avLst/>
                <a:gdLst>
                  <a:gd name="T0" fmla="*/ 3054 w 355"/>
                  <a:gd name="T1" fmla="*/ 56 h 306"/>
                  <a:gd name="T2" fmla="*/ 113 w 355"/>
                  <a:gd name="T3" fmla="*/ 2923 h 306"/>
                  <a:gd name="T4" fmla="*/ 1146 w 355"/>
                  <a:gd name="T5" fmla="*/ 5155 h 306"/>
                  <a:gd name="T6" fmla="*/ 4505 w 355"/>
                  <a:gd name="T7" fmla="*/ 4629 h 306"/>
                  <a:gd name="T8" fmla="*/ 5476 w 355"/>
                  <a:gd name="T9" fmla="*/ 2637 h 306"/>
                  <a:gd name="T10" fmla="*/ 3054 w 355"/>
                  <a:gd name="T11" fmla="*/ 56 h 3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5" h="306">
                    <a:moveTo>
                      <a:pt x="195" y="3"/>
                    </a:moveTo>
                    <a:cubicBezTo>
                      <a:pt x="78" y="0"/>
                      <a:pt x="15" y="94"/>
                      <a:pt x="7" y="154"/>
                    </a:cubicBezTo>
                    <a:cubicBezTo>
                      <a:pt x="0" y="215"/>
                      <a:pt x="34" y="258"/>
                      <a:pt x="73" y="272"/>
                    </a:cubicBezTo>
                    <a:cubicBezTo>
                      <a:pt x="112" y="286"/>
                      <a:pt x="213" y="306"/>
                      <a:pt x="288" y="244"/>
                    </a:cubicBezTo>
                    <a:cubicBezTo>
                      <a:pt x="326" y="212"/>
                      <a:pt x="348" y="175"/>
                      <a:pt x="350" y="139"/>
                    </a:cubicBezTo>
                    <a:cubicBezTo>
                      <a:pt x="355" y="90"/>
                      <a:pt x="313" y="7"/>
                      <a:pt x="195" y="3"/>
                    </a:cubicBezTo>
                    <a:close/>
                  </a:path>
                </a:pathLst>
              </a:custGeom>
              <a:solidFill>
                <a:srgbClr val="F1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443">
                <a:extLst>
                  <a:ext uri="{FF2B5EF4-FFF2-40B4-BE49-F238E27FC236}">
                    <a16:creationId xmlns:a16="http://schemas.microsoft.com/office/drawing/2014/main" id="{061198AC-5073-4E33-890A-B8E4CEC98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830"/>
                <a:ext cx="825" cy="477"/>
              </a:xfrm>
              <a:custGeom>
                <a:avLst/>
                <a:gdLst>
                  <a:gd name="T0" fmla="*/ 0 w 330"/>
                  <a:gd name="T1" fmla="*/ 1889 h 179"/>
                  <a:gd name="T2" fmla="*/ 2283 w 330"/>
                  <a:gd name="T3" fmla="*/ 3331 h 179"/>
                  <a:gd name="T4" fmla="*/ 4845 w 330"/>
                  <a:gd name="T5" fmla="*/ 0 h 179"/>
                  <a:gd name="T6" fmla="*/ 1970 w 330"/>
                  <a:gd name="T7" fmla="*/ 2819 h 179"/>
                  <a:gd name="T8" fmla="*/ 0 w 330"/>
                  <a:gd name="T9" fmla="*/ 1889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0" h="179">
                    <a:moveTo>
                      <a:pt x="0" y="100"/>
                    </a:moveTo>
                    <a:cubicBezTo>
                      <a:pt x="0" y="130"/>
                      <a:pt x="25" y="179"/>
                      <a:pt x="146" y="176"/>
                    </a:cubicBezTo>
                    <a:cubicBezTo>
                      <a:pt x="275" y="173"/>
                      <a:pt x="330" y="61"/>
                      <a:pt x="310" y="0"/>
                    </a:cubicBezTo>
                    <a:cubicBezTo>
                      <a:pt x="311" y="36"/>
                      <a:pt x="269" y="145"/>
                      <a:pt x="126" y="149"/>
                    </a:cubicBezTo>
                    <a:cubicBezTo>
                      <a:pt x="11" y="154"/>
                      <a:pt x="0" y="109"/>
                      <a:pt x="0" y="100"/>
                    </a:cubicBezTo>
                    <a:close/>
                  </a:path>
                </a:pathLst>
              </a:custGeom>
              <a:solidFill>
                <a:srgbClr val="ECC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444">
                <a:extLst>
                  <a:ext uri="{FF2B5EF4-FFF2-40B4-BE49-F238E27FC236}">
                    <a16:creationId xmlns:a16="http://schemas.microsoft.com/office/drawing/2014/main" id="{86800E33-4B4A-4663-89E4-E93918920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027"/>
                <a:ext cx="878" cy="515"/>
              </a:xfrm>
              <a:custGeom>
                <a:avLst/>
                <a:gdLst>
                  <a:gd name="T0" fmla="*/ 4505 w 351"/>
                  <a:gd name="T1" fmla="*/ 1788 h 193"/>
                  <a:gd name="T2" fmla="*/ 1146 w 351"/>
                  <a:gd name="T3" fmla="*/ 2322 h 193"/>
                  <a:gd name="T4" fmla="*/ 125 w 351"/>
                  <a:gd name="T5" fmla="*/ 742 h 193"/>
                  <a:gd name="T6" fmla="*/ 113 w 351"/>
                  <a:gd name="T7" fmla="*/ 798 h 193"/>
                  <a:gd name="T8" fmla="*/ 1146 w 351"/>
                  <a:gd name="T9" fmla="*/ 3039 h 193"/>
                  <a:gd name="T10" fmla="*/ 4505 w 351"/>
                  <a:gd name="T11" fmla="*/ 2492 h 193"/>
                  <a:gd name="T12" fmla="*/ 5476 w 351"/>
                  <a:gd name="T13" fmla="*/ 491 h 193"/>
                  <a:gd name="T14" fmla="*/ 5463 w 351"/>
                  <a:gd name="T15" fmla="*/ 0 h 193"/>
                  <a:gd name="T16" fmla="*/ 4505 w 351"/>
                  <a:gd name="T17" fmla="*/ 1788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1" h="193">
                    <a:moveTo>
                      <a:pt x="288" y="94"/>
                    </a:moveTo>
                    <a:cubicBezTo>
                      <a:pt x="213" y="156"/>
                      <a:pt x="112" y="136"/>
                      <a:pt x="73" y="122"/>
                    </a:cubicBezTo>
                    <a:cubicBezTo>
                      <a:pt x="42" y="111"/>
                      <a:pt x="14" y="81"/>
                      <a:pt x="8" y="39"/>
                    </a:cubicBezTo>
                    <a:cubicBezTo>
                      <a:pt x="8" y="40"/>
                      <a:pt x="7" y="41"/>
                      <a:pt x="7" y="42"/>
                    </a:cubicBezTo>
                    <a:cubicBezTo>
                      <a:pt x="0" y="102"/>
                      <a:pt x="34" y="146"/>
                      <a:pt x="73" y="160"/>
                    </a:cubicBezTo>
                    <a:cubicBezTo>
                      <a:pt x="112" y="174"/>
                      <a:pt x="213" y="193"/>
                      <a:pt x="288" y="131"/>
                    </a:cubicBezTo>
                    <a:cubicBezTo>
                      <a:pt x="326" y="100"/>
                      <a:pt x="348" y="63"/>
                      <a:pt x="350" y="26"/>
                    </a:cubicBezTo>
                    <a:cubicBezTo>
                      <a:pt x="351" y="18"/>
                      <a:pt x="351" y="9"/>
                      <a:pt x="349" y="0"/>
                    </a:cubicBezTo>
                    <a:cubicBezTo>
                      <a:pt x="343" y="33"/>
                      <a:pt x="323" y="65"/>
                      <a:pt x="288" y="94"/>
                    </a:cubicBezTo>
                    <a:close/>
                  </a:path>
                </a:pathLst>
              </a:custGeom>
              <a:solidFill>
                <a:srgbClr val="AD8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445">
                <a:extLst>
                  <a:ext uri="{FF2B5EF4-FFF2-40B4-BE49-F238E27FC236}">
                    <a16:creationId xmlns:a16="http://schemas.microsoft.com/office/drawing/2014/main" id="{DC9E0BFB-9A35-4582-A9C8-7F5DADEA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110"/>
                <a:ext cx="873" cy="501"/>
              </a:xfrm>
              <a:custGeom>
                <a:avLst/>
                <a:gdLst>
                  <a:gd name="T0" fmla="*/ 4475 w 349"/>
                  <a:gd name="T1" fmla="*/ 1889 h 188"/>
                  <a:gd name="T2" fmla="*/ 1113 w 349"/>
                  <a:gd name="T3" fmla="*/ 2444 h 188"/>
                  <a:gd name="T4" fmla="*/ 83 w 349"/>
                  <a:gd name="T5" fmla="*/ 759 h 188"/>
                  <a:gd name="T6" fmla="*/ 1063 w 349"/>
                  <a:gd name="T7" fmla="*/ 2990 h 188"/>
                  <a:gd name="T8" fmla="*/ 4475 w 349"/>
                  <a:gd name="T9" fmla="*/ 2385 h 188"/>
                  <a:gd name="T10" fmla="*/ 5443 w 349"/>
                  <a:gd name="T11" fmla="*/ 376 h 188"/>
                  <a:gd name="T12" fmla="*/ 5443 w 349"/>
                  <a:gd name="T13" fmla="*/ 0 h 188"/>
                  <a:gd name="T14" fmla="*/ 4475 w 349"/>
                  <a:gd name="T15" fmla="*/ 1889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188">
                    <a:moveTo>
                      <a:pt x="286" y="100"/>
                    </a:moveTo>
                    <a:cubicBezTo>
                      <a:pt x="211" y="162"/>
                      <a:pt x="110" y="143"/>
                      <a:pt x="71" y="129"/>
                    </a:cubicBezTo>
                    <a:cubicBezTo>
                      <a:pt x="38" y="117"/>
                      <a:pt x="10" y="85"/>
                      <a:pt x="5" y="40"/>
                    </a:cubicBezTo>
                    <a:cubicBezTo>
                      <a:pt x="0" y="99"/>
                      <a:pt x="30" y="144"/>
                      <a:pt x="68" y="158"/>
                    </a:cubicBezTo>
                    <a:cubicBezTo>
                      <a:pt x="107" y="172"/>
                      <a:pt x="211" y="188"/>
                      <a:pt x="286" y="126"/>
                    </a:cubicBezTo>
                    <a:cubicBezTo>
                      <a:pt x="324" y="94"/>
                      <a:pt x="346" y="57"/>
                      <a:pt x="348" y="20"/>
                    </a:cubicBezTo>
                    <a:cubicBezTo>
                      <a:pt x="349" y="14"/>
                      <a:pt x="349" y="7"/>
                      <a:pt x="348" y="0"/>
                    </a:cubicBezTo>
                    <a:cubicBezTo>
                      <a:pt x="344" y="35"/>
                      <a:pt x="323" y="70"/>
                      <a:pt x="286" y="100"/>
                    </a:cubicBezTo>
                    <a:close/>
                  </a:path>
                </a:pathLst>
              </a:custGeom>
              <a:solidFill>
                <a:srgbClr val="F1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446">
                <a:extLst>
                  <a:ext uri="{FF2B5EF4-FFF2-40B4-BE49-F238E27FC236}">
                    <a16:creationId xmlns:a16="http://schemas.microsoft.com/office/drawing/2014/main" id="{DF4D2776-0E57-43B7-9BCF-13DA77825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110"/>
                <a:ext cx="873" cy="501"/>
              </a:xfrm>
              <a:custGeom>
                <a:avLst/>
                <a:gdLst>
                  <a:gd name="T0" fmla="*/ 4475 w 349"/>
                  <a:gd name="T1" fmla="*/ 1889 h 188"/>
                  <a:gd name="T2" fmla="*/ 1113 w 349"/>
                  <a:gd name="T3" fmla="*/ 2444 h 188"/>
                  <a:gd name="T4" fmla="*/ 83 w 349"/>
                  <a:gd name="T5" fmla="*/ 759 h 188"/>
                  <a:gd name="T6" fmla="*/ 1063 w 349"/>
                  <a:gd name="T7" fmla="*/ 2990 h 188"/>
                  <a:gd name="T8" fmla="*/ 4475 w 349"/>
                  <a:gd name="T9" fmla="*/ 2385 h 188"/>
                  <a:gd name="T10" fmla="*/ 5443 w 349"/>
                  <a:gd name="T11" fmla="*/ 376 h 188"/>
                  <a:gd name="T12" fmla="*/ 5443 w 349"/>
                  <a:gd name="T13" fmla="*/ 0 h 188"/>
                  <a:gd name="T14" fmla="*/ 4475 w 349"/>
                  <a:gd name="T15" fmla="*/ 1889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188">
                    <a:moveTo>
                      <a:pt x="286" y="100"/>
                    </a:moveTo>
                    <a:cubicBezTo>
                      <a:pt x="211" y="162"/>
                      <a:pt x="110" y="143"/>
                      <a:pt x="71" y="129"/>
                    </a:cubicBezTo>
                    <a:cubicBezTo>
                      <a:pt x="38" y="117"/>
                      <a:pt x="10" y="85"/>
                      <a:pt x="5" y="40"/>
                    </a:cubicBezTo>
                    <a:cubicBezTo>
                      <a:pt x="0" y="99"/>
                      <a:pt x="30" y="144"/>
                      <a:pt x="68" y="158"/>
                    </a:cubicBezTo>
                    <a:cubicBezTo>
                      <a:pt x="107" y="172"/>
                      <a:pt x="211" y="188"/>
                      <a:pt x="286" y="126"/>
                    </a:cubicBezTo>
                    <a:cubicBezTo>
                      <a:pt x="324" y="94"/>
                      <a:pt x="346" y="57"/>
                      <a:pt x="348" y="20"/>
                    </a:cubicBezTo>
                    <a:cubicBezTo>
                      <a:pt x="349" y="14"/>
                      <a:pt x="349" y="7"/>
                      <a:pt x="348" y="0"/>
                    </a:cubicBezTo>
                    <a:cubicBezTo>
                      <a:pt x="344" y="35"/>
                      <a:pt x="323" y="70"/>
                      <a:pt x="286" y="10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447">
                <a:extLst>
                  <a:ext uri="{FF2B5EF4-FFF2-40B4-BE49-F238E27FC236}">
                    <a16:creationId xmlns:a16="http://schemas.microsoft.com/office/drawing/2014/main" id="{7D629027-5A57-4D11-910D-F17DD3BF7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342"/>
                <a:ext cx="250" cy="168"/>
              </a:xfrm>
              <a:custGeom>
                <a:avLst/>
                <a:gdLst>
                  <a:gd name="T0" fmla="*/ 783 w 100"/>
                  <a:gd name="T1" fmla="*/ 797 h 63"/>
                  <a:gd name="T2" fmla="*/ 0 w 100"/>
                  <a:gd name="T3" fmla="*/ 0 h 63"/>
                  <a:gd name="T4" fmla="*/ 20 w 100"/>
                  <a:gd name="T5" fmla="*/ 77 h 63"/>
                  <a:gd name="T6" fmla="*/ 50 w 100"/>
                  <a:gd name="T7" fmla="*/ 376 h 63"/>
                  <a:gd name="T8" fmla="*/ 145 w 100"/>
                  <a:gd name="T9" fmla="*/ 435 h 63"/>
                  <a:gd name="T10" fmla="*/ 188 w 100"/>
                  <a:gd name="T11" fmla="*/ 568 h 63"/>
                  <a:gd name="T12" fmla="*/ 300 w 100"/>
                  <a:gd name="T13" fmla="*/ 853 h 63"/>
                  <a:gd name="T14" fmla="*/ 583 w 100"/>
                  <a:gd name="T15" fmla="*/ 989 h 63"/>
                  <a:gd name="T16" fmla="*/ 845 w 100"/>
                  <a:gd name="T17" fmla="*/ 1117 h 63"/>
                  <a:gd name="T18" fmla="*/ 1083 w 100"/>
                  <a:gd name="T19" fmla="*/ 1080 h 63"/>
                  <a:gd name="T20" fmla="*/ 1270 w 100"/>
                  <a:gd name="T21" fmla="*/ 1173 h 63"/>
                  <a:gd name="T22" fmla="*/ 1375 w 100"/>
                  <a:gd name="T23" fmla="*/ 1139 h 63"/>
                  <a:gd name="T24" fmla="*/ 1563 w 100"/>
                  <a:gd name="T25" fmla="*/ 1117 h 63"/>
                  <a:gd name="T26" fmla="*/ 1550 w 100"/>
                  <a:gd name="T27" fmla="*/ 1003 h 63"/>
                  <a:gd name="T28" fmla="*/ 783 w 100"/>
                  <a:gd name="T29" fmla="*/ 797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" h="63">
                    <a:moveTo>
                      <a:pt x="50" y="42"/>
                    </a:moveTo>
                    <a:cubicBezTo>
                      <a:pt x="30" y="35"/>
                      <a:pt x="12" y="2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9"/>
                      <a:pt x="0" y="16"/>
                      <a:pt x="3" y="20"/>
                    </a:cubicBezTo>
                    <a:cubicBezTo>
                      <a:pt x="4" y="21"/>
                      <a:pt x="8" y="22"/>
                      <a:pt x="9" y="23"/>
                    </a:cubicBezTo>
                    <a:cubicBezTo>
                      <a:pt x="12" y="26"/>
                      <a:pt x="10" y="27"/>
                      <a:pt x="12" y="30"/>
                    </a:cubicBezTo>
                    <a:cubicBezTo>
                      <a:pt x="13" y="35"/>
                      <a:pt x="15" y="42"/>
                      <a:pt x="19" y="45"/>
                    </a:cubicBezTo>
                    <a:cubicBezTo>
                      <a:pt x="25" y="49"/>
                      <a:pt x="31" y="46"/>
                      <a:pt x="37" y="52"/>
                    </a:cubicBezTo>
                    <a:cubicBezTo>
                      <a:pt x="43" y="59"/>
                      <a:pt x="44" y="60"/>
                      <a:pt x="54" y="59"/>
                    </a:cubicBezTo>
                    <a:cubicBezTo>
                      <a:pt x="59" y="58"/>
                      <a:pt x="64" y="56"/>
                      <a:pt x="69" y="57"/>
                    </a:cubicBezTo>
                    <a:cubicBezTo>
                      <a:pt x="74" y="58"/>
                      <a:pt x="76" y="62"/>
                      <a:pt x="81" y="62"/>
                    </a:cubicBezTo>
                    <a:cubicBezTo>
                      <a:pt x="84" y="63"/>
                      <a:pt x="86" y="61"/>
                      <a:pt x="88" y="60"/>
                    </a:cubicBezTo>
                    <a:cubicBezTo>
                      <a:pt x="92" y="60"/>
                      <a:pt x="96" y="60"/>
                      <a:pt x="100" y="59"/>
                    </a:cubicBezTo>
                    <a:cubicBezTo>
                      <a:pt x="100" y="57"/>
                      <a:pt x="99" y="55"/>
                      <a:pt x="99" y="53"/>
                    </a:cubicBezTo>
                    <a:cubicBezTo>
                      <a:pt x="79" y="50"/>
                      <a:pt x="61" y="46"/>
                      <a:pt x="50" y="42"/>
                    </a:cubicBezTo>
                    <a:close/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448">
                <a:extLst>
                  <a:ext uri="{FF2B5EF4-FFF2-40B4-BE49-F238E27FC236}">
                    <a16:creationId xmlns:a16="http://schemas.microsoft.com/office/drawing/2014/main" id="{F51D865F-91D2-4D26-ADF2-C932063F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342"/>
                <a:ext cx="250" cy="168"/>
              </a:xfrm>
              <a:custGeom>
                <a:avLst/>
                <a:gdLst>
                  <a:gd name="T0" fmla="*/ 783 w 100"/>
                  <a:gd name="T1" fmla="*/ 797 h 63"/>
                  <a:gd name="T2" fmla="*/ 0 w 100"/>
                  <a:gd name="T3" fmla="*/ 0 h 63"/>
                  <a:gd name="T4" fmla="*/ 20 w 100"/>
                  <a:gd name="T5" fmla="*/ 77 h 63"/>
                  <a:gd name="T6" fmla="*/ 50 w 100"/>
                  <a:gd name="T7" fmla="*/ 376 h 63"/>
                  <a:gd name="T8" fmla="*/ 145 w 100"/>
                  <a:gd name="T9" fmla="*/ 435 h 63"/>
                  <a:gd name="T10" fmla="*/ 188 w 100"/>
                  <a:gd name="T11" fmla="*/ 568 h 63"/>
                  <a:gd name="T12" fmla="*/ 300 w 100"/>
                  <a:gd name="T13" fmla="*/ 853 h 63"/>
                  <a:gd name="T14" fmla="*/ 583 w 100"/>
                  <a:gd name="T15" fmla="*/ 989 h 63"/>
                  <a:gd name="T16" fmla="*/ 845 w 100"/>
                  <a:gd name="T17" fmla="*/ 1117 h 63"/>
                  <a:gd name="T18" fmla="*/ 1083 w 100"/>
                  <a:gd name="T19" fmla="*/ 1080 h 63"/>
                  <a:gd name="T20" fmla="*/ 1270 w 100"/>
                  <a:gd name="T21" fmla="*/ 1173 h 63"/>
                  <a:gd name="T22" fmla="*/ 1375 w 100"/>
                  <a:gd name="T23" fmla="*/ 1139 h 63"/>
                  <a:gd name="T24" fmla="*/ 1563 w 100"/>
                  <a:gd name="T25" fmla="*/ 1117 h 63"/>
                  <a:gd name="T26" fmla="*/ 1550 w 100"/>
                  <a:gd name="T27" fmla="*/ 1003 h 63"/>
                  <a:gd name="T28" fmla="*/ 783 w 100"/>
                  <a:gd name="T29" fmla="*/ 797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" h="63">
                    <a:moveTo>
                      <a:pt x="50" y="42"/>
                    </a:moveTo>
                    <a:cubicBezTo>
                      <a:pt x="30" y="35"/>
                      <a:pt x="12" y="2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9"/>
                      <a:pt x="0" y="16"/>
                      <a:pt x="3" y="20"/>
                    </a:cubicBezTo>
                    <a:cubicBezTo>
                      <a:pt x="4" y="21"/>
                      <a:pt x="8" y="22"/>
                      <a:pt x="9" y="23"/>
                    </a:cubicBezTo>
                    <a:cubicBezTo>
                      <a:pt x="12" y="26"/>
                      <a:pt x="10" y="27"/>
                      <a:pt x="12" y="30"/>
                    </a:cubicBezTo>
                    <a:cubicBezTo>
                      <a:pt x="13" y="35"/>
                      <a:pt x="15" y="42"/>
                      <a:pt x="19" y="45"/>
                    </a:cubicBezTo>
                    <a:cubicBezTo>
                      <a:pt x="25" y="49"/>
                      <a:pt x="31" y="46"/>
                      <a:pt x="37" y="52"/>
                    </a:cubicBezTo>
                    <a:cubicBezTo>
                      <a:pt x="43" y="59"/>
                      <a:pt x="44" y="60"/>
                      <a:pt x="54" y="59"/>
                    </a:cubicBezTo>
                    <a:cubicBezTo>
                      <a:pt x="59" y="58"/>
                      <a:pt x="64" y="56"/>
                      <a:pt x="69" y="57"/>
                    </a:cubicBezTo>
                    <a:cubicBezTo>
                      <a:pt x="74" y="58"/>
                      <a:pt x="76" y="62"/>
                      <a:pt x="81" y="62"/>
                    </a:cubicBezTo>
                    <a:cubicBezTo>
                      <a:pt x="84" y="63"/>
                      <a:pt x="86" y="61"/>
                      <a:pt x="88" y="60"/>
                    </a:cubicBezTo>
                    <a:cubicBezTo>
                      <a:pt x="92" y="60"/>
                      <a:pt x="96" y="60"/>
                      <a:pt x="100" y="59"/>
                    </a:cubicBezTo>
                    <a:cubicBezTo>
                      <a:pt x="100" y="57"/>
                      <a:pt x="99" y="55"/>
                      <a:pt x="99" y="53"/>
                    </a:cubicBezTo>
                    <a:cubicBezTo>
                      <a:pt x="79" y="50"/>
                      <a:pt x="61" y="46"/>
                      <a:pt x="50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449">
                <a:extLst>
                  <a:ext uri="{FF2B5EF4-FFF2-40B4-BE49-F238E27FC236}">
                    <a16:creationId xmlns:a16="http://schemas.microsoft.com/office/drawing/2014/main" id="{8F86AAF8-A013-43DF-8426-6C0208983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913"/>
                <a:ext cx="1023" cy="608"/>
              </a:xfrm>
              <a:custGeom>
                <a:avLst/>
                <a:gdLst>
                  <a:gd name="T0" fmla="*/ 6318 w 409"/>
                  <a:gd name="T1" fmla="*/ 248 h 228"/>
                  <a:gd name="T2" fmla="*/ 6088 w 409"/>
                  <a:gd name="T3" fmla="*/ 93 h 228"/>
                  <a:gd name="T4" fmla="*/ 5963 w 409"/>
                  <a:gd name="T5" fmla="*/ 0 h 228"/>
                  <a:gd name="T6" fmla="*/ 5943 w 409"/>
                  <a:gd name="T7" fmla="*/ 227 h 228"/>
                  <a:gd name="T8" fmla="*/ 4972 w 409"/>
                  <a:gd name="T9" fmla="*/ 2219 h 228"/>
                  <a:gd name="T10" fmla="*/ 1613 w 409"/>
                  <a:gd name="T11" fmla="*/ 2752 h 228"/>
                  <a:gd name="T12" fmla="*/ 583 w 409"/>
                  <a:gd name="T13" fmla="*/ 512 h 228"/>
                  <a:gd name="T14" fmla="*/ 613 w 409"/>
                  <a:gd name="T15" fmla="*/ 320 h 228"/>
                  <a:gd name="T16" fmla="*/ 563 w 409"/>
                  <a:gd name="T17" fmla="*/ 363 h 228"/>
                  <a:gd name="T18" fmla="*/ 333 w 409"/>
                  <a:gd name="T19" fmla="*/ 589 h 228"/>
                  <a:gd name="T20" fmla="*/ 313 w 409"/>
                  <a:gd name="T21" fmla="*/ 819 h 228"/>
                  <a:gd name="T22" fmla="*/ 175 w 409"/>
                  <a:gd name="T23" fmla="*/ 1059 h 228"/>
                  <a:gd name="T24" fmla="*/ 188 w 409"/>
                  <a:gd name="T25" fmla="*/ 1536 h 228"/>
                  <a:gd name="T26" fmla="*/ 50 w 409"/>
                  <a:gd name="T27" fmla="*/ 2013 h 228"/>
                  <a:gd name="T28" fmla="*/ 113 w 409"/>
                  <a:gd name="T29" fmla="*/ 2355 h 228"/>
                  <a:gd name="T30" fmla="*/ 313 w 409"/>
                  <a:gd name="T31" fmla="*/ 2275 h 228"/>
                  <a:gd name="T32" fmla="*/ 470 w 409"/>
                  <a:gd name="T33" fmla="*/ 2675 h 228"/>
                  <a:gd name="T34" fmla="*/ 363 w 409"/>
                  <a:gd name="T35" fmla="*/ 2995 h 228"/>
                  <a:gd name="T36" fmla="*/ 720 w 409"/>
                  <a:gd name="T37" fmla="*/ 3187 h 228"/>
                  <a:gd name="T38" fmla="*/ 970 w 409"/>
                  <a:gd name="T39" fmla="*/ 2808 h 228"/>
                  <a:gd name="T40" fmla="*/ 1051 w 409"/>
                  <a:gd name="T41" fmla="*/ 3149 h 228"/>
                  <a:gd name="T42" fmla="*/ 1251 w 409"/>
                  <a:gd name="T43" fmla="*/ 3379 h 228"/>
                  <a:gd name="T44" fmla="*/ 1458 w 409"/>
                  <a:gd name="T45" fmla="*/ 3619 h 228"/>
                  <a:gd name="T46" fmla="*/ 1813 w 409"/>
                  <a:gd name="T47" fmla="*/ 3357 h 228"/>
                  <a:gd name="T48" fmla="*/ 1958 w 409"/>
                  <a:gd name="T49" fmla="*/ 3640 h 228"/>
                  <a:gd name="T50" fmla="*/ 2284 w 409"/>
                  <a:gd name="T51" fmla="*/ 3720 h 228"/>
                  <a:gd name="T52" fmla="*/ 2489 w 409"/>
                  <a:gd name="T53" fmla="*/ 4211 h 228"/>
                  <a:gd name="T54" fmla="*/ 2721 w 409"/>
                  <a:gd name="T55" fmla="*/ 4189 h 228"/>
                  <a:gd name="T56" fmla="*/ 2754 w 409"/>
                  <a:gd name="T57" fmla="*/ 3733 h 228"/>
                  <a:gd name="T58" fmla="*/ 3084 w 409"/>
                  <a:gd name="T59" fmla="*/ 3619 h 228"/>
                  <a:gd name="T60" fmla="*/ 3397 w 409"/>
                  <a:gd name="T61" fmla="*/ 3605 h 228"/>
                  <a:gd name="T62" fmla="*/ 3459 w 409"/>
                  <a:gd name="T63" fmla="*/ 3720 h 228"/>
                  <a:gd name="T64" fmla="*/ 3804 w 409"/>
                  <a:gd name="T65" fmla="*/ 3507 h 228"/>
                  <a:gd name="T66" fmla="*/ 4160 w 409"/>
                  <a:gd name="T67" fmla="*/ 3448 h 228"/>
                  <a:gd name="T68" fmla="*/ 4210 w 409"/>
                  <a:gd name="T69" fmla="*/ 3981 h 228"/>
                  <a:gd name="T70" fmla="*/ 4660 w 409"/>
                  <a:gd name="T71" fmla="*/ 3832 h 228"/>
                  <a:gd name="T72" fmla="*/ 4722 w 409"/>
                  <a:gd name="T73" fmla="*/ 3528 h 228"/>
                  <a:gd name="T74" fmla="*/ 5005 w 409"/>
                  <a:gd name="T75" fmla="*/ 3243 h 228"/>
                  <a:gd name="T76" fmla="*/ 4897 w 409"/>
                  <a:gd name="T77" fmla="*/ 3037 h 228"/>
                  <a:gd name="T78" fmla="*/ 5055 w 409"/>
                  <a:gd name="T79" fmla="*/ 2901 h 228"/>
                  <a:gd name="T80" fmla="*/ 5150 w 409"/>
                  <a:gd name="T81" fmla="*/ 2787 h 228"/>
                  <a:gd name="T82" fmla="*/ 5305 w 409"/>
                  <a:gd name="T83" fmla="*/ 2581 h 228"/>
                  <a:gd name="T84" fmla="*/ 5368 w 409"/>
                  <a:gd name="T85" fmla="*/ 2467 h 228"/>
                  <a:gd name="T86" fmla="*/ 5400 w 409"/>
                  <a:gd name="T87" fmla="*/ 2197 h 228"/>
                  <a:gd name="T88" fmla="*/ 5713 w 409"/>
                  <a:gd name="T89" fmla="*/ 2013 h 228"/>
                  <a:gd name="T90" fmla="*/ 5913 w 409"/>
                  <a:gd name="T91" fmla="*/ 1651 h 228"/>
                  <a:gd name="T92" fmla="*/ 6100 w 409"/>
                  <a:gd name="T93" fmla="*/ 1344 h 228"/>
                  <a:gd name="T94" fmla="*/ 6288 w 409"/>
                  <a:gd name="T95" fmla="*/ 1101 h 228"/>
                  <a:gd name="T96" fmla="*/ 6243 w 409"/>
                  <a:gd name="T97" fmla="*/ 760 h 228"/>
                  <a:gd name="T98" fmla="*/ 6306 w 409"/>
                  <a:gd name="T99" fmla="*/ 512 h 228"/>
                  <a:gd name="T100" fmla="*/ 6318 w 409"/>
                  <a:gd name="T101" fmla="*/ 248 h 2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409" h="228">
                    <a:moveTo>
                      <a:pt x="404" y="13"/>
                    </a:moveTo>
                    <a:cubicBezTo>
                      <a:pt x="392" y="16"/>
                      <a:pt x="393" y="14"/>
                      <a:pt x="389" y="5"/>
                    </a:cubicBezTo>
                    <a:cubicBezTo>
                      <a:pt x="387" y="2"/>
                      <a:pt x="382" y="2"/>
                      <a:pt x="381" y="0"/>
                    </a:cubicBezTo>
                    <a:cubicBezTo>
                      <a:pt x="381" y="4"/>
                      <a:pt x="381" y="8"/>
                      <a:pt x="380" y="12"/>
                    </a:cubicBezTo>
                    <a:cubicBezTo>
                      <a:pt x="378" y="48"/>
                      <a:pt x="356" y="85"/>
                      <a:pt x="318" y="117"/>
                    </a:cubicBezTo>
                    <a:cubicBezTo>
                      <a:pt x="243" y="179"/>
                      <a:pt x="142" y="159"/>
                      <a:pt x="103" y="145"/>
                    </a:cubicBezTo>
                    <a:cubicBezTo>
                      <a:pt x="64" y="131"/>
                      <a:pt x="30" y="88"/>
                      <a:pt x="37" y="27"/>
                    </a:cubicBezTo>
                    <a:cubicBezTo>
                      <a:pt x="38" y="24"/>
                      <a:pt x="38" y="21"/>
                      <a:pt x="39" y="17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4" y="26"/>
                      <a:pt x="24" y="23"/>
                      <a:pt x="21" y="31"/>
                    </a:cubicBezTo>
                    <a:cubicBezTo>
                      <a:pt x="20" y="35"/>
                      <a:pt x="21" y="39"/>
                      <a:pt x="20" y="43"/>
                    </a:cubicBezTo>
                    <a:cubicBezTo>
                      <a:pt x="18" y="49"/>
                      <a:pt x="14" y="51"/>
                      <a:pt x="11" y="56"/>
                    </a:cubicBezTo>
                    <a:cubicBezTo>
                      <a:pt x="8" y="63"/>
                      <a:pt x="12" y="73"/>
                      <a:pt x="12" y="81"/>
                    </a:cubicBezTo>
                    <a:cubicBezTo>
                      <a:pt x="13" y="92"/>
                      <a:pt x="7" y="95"/>
                      <a:pt x="3" y="106"/>
                    </a:cubicBezTo>
                    <a:cubicBezTo>
                      <a:pt x="2" y="110"/>
                      <a:pt x="0" y="123"/>
                      <a:pt x="7" y="124"/>
                    </a:cubicBezTo>
                    <a:cubicBezTo>
                      <a:pt x="10" y="125"/>
                      <a:pt x="15" y="119"/>
                      <a:pt x="20" y="120"/>
                    </a:cubicBezTo>
                    <a:cubicBezTo>
                      <a:pt x="27" y="121"/>
                      <a:pt x="33" y="133"/>
                      <a:pt x="30" y="141"/>
                    </a:cubicBezTo>
                    <a:cubicBezTo>
                      <a:pt x="28" y="148"/>
                      <a:pt x="18" y="147"/>
                      <a:pt x="23" y="158"/>
                    </a:cubicBezTo>
                    <a:cubicBezTo>
                      <a:pt x="26" y="164"/>
                      <a:pt x="40" y="171"/>
                      <a:pt x="46" y="168"/>
                    </a:cubicBezTo>
                    <a:cubicBezTo>
                      <a:pt x="55" y="166"/>
                      <a:pt x="55" y="145"/>
                      <a:pt x="62" y="148"/>
                    </a:cubicBezTo>
                    <a:cubicBezTo>
                      <a:pt x="66" y="149"/>
                      <a:pt x="68" y="163"/>
                      <a:pt x="67" y="166"/>
                    </a:cubicBezTo>
                    <a:cubicBezTo>
                      <a:pt x="72" y="167"/>
                      <a:pt x="79" y="173"/>
                      <a:pt x="80" y="178"/>
                    </a:cubicBezTo>
                    <a:cubicBezTo>
                      <a:pt x="83" y="185"/>
                      <a:pt x="77" y="200"/>
                      <a:pt x="93" y="191"/>
                    </a:cubicBezTo>
                    <a:cubicBezTo>
                      <a:pt x="103" y="185"/>
                      <a:pt x="100" y="169"/>
                      <a:pt x="116" y="177"/>
                    </a:cubicBezTo>
                    <a:cubicBezTo>
                      <a:pt x="121" y="179"/>
                      <a:pt x="125" y="186"/>
                      <a:pt x="125" y="192"/>
                    </a:cubicBezTo>
                    <a:cubicBezTo>
                      <a:pt x="133" y="192"/>
                      <a:pt x="140" y="190"/>
                      <a:pt x="146" y="196"/>
                    </a:cubicBezTo>
                    <a:cubicBezTo>
                      <a:pt x="153" y="203"/>
                      <a:pt x="153" y="216"/>
                      <a:pt x="159" y="222"/>
                    </a:cubicBezTo>
                    <a:cubicBezTo>
                      <a:pt x="164" y="228"/>
                      <a:pt x="168" y="228"/>
                      <a:pt x="174" y="221"/>
                    </a:cubicBezTo>
                    <a:cubicBezTo>
                      <a:pt x="181" y="212"/>
                      <a:pt x="174" y="205"/>
                      <a:pt x="176" y="197"/>
                    </a:cubicBezTo>
                    <a:cubicBezTo>
                      <a:pt x="180" y="183"/>
                      <a:pt x="188" y="193"/>
                      <a:pt x="197" y="191"/>
                    </a:cubicBezTo>
                    <a:cubicBezTo>
                      <a:pt x="208" y="187"/>
                      <a:pt x="205" y="182"/>
                      <a:pt x="217" y="190"/>
                    </a:cubicBezTo>
                    <a:cubicBezTo>
                      <a:pt x="219" y="192"/>
                      <a:pt x="218" y="195"/>
                      <a:pt x="221" y="196"/>
                    </a:cubicBezTo>
                    <a:cubicBezTo>
                      <a:pt x="226" y="198"/>
                      <a:pt x="240" y="188"/>
                      <a:pt x="243" y="185"/>
                    </a:cubicBezTo>
                    <a:cubicBezTo>
                      <a:pt x="251" y="180"/>
                      <a:pt x="257" y="173"/>
                      <a:pt x="266" y="182"/>
                    </a:cubicBezTo>
                    <a:cubicBezTo>
                      <a:pt x="277" y="193"/>
                      <a:pt x="267" y="200"/>
                      <a:pt x="269" y="210"/>
                    </a:cubicBezTo>
                    <a:cubicBezTo>
                      <a:pt x="277" y="211"/>
                      <a:pt x="293" y="208"/>
                      <a:pt x="298" y="202"/>
                    </a:cubicBezTo>
                    <a:cubicBezTo>
                      <a:pt x="303" y="195"/>
                      <a:pt x="294" y="191"/>
                      <a:pt x="302" y="186"/>
                    </a:cubicBezTo>
                    <a:cubicBezTo>
                      <a:pt x="309" y="181"/>
                      <a:pt x="328" y="188"/>
                      <a:pt x="320" y="171"/>
                    </a:cubicBezTo>
                    <a:cubicBezTo>
                      <a:pt x="317" y="165"/>
                      <a:pt x="311" y="167"/>
                      <a:pt x="313" y="160"/>
                    </a:cubicBezTo>
                    <a:cubicBezTo>
                      <a:pt x="315" y="154"/>
                      <a:pt x="320" y="156"/>
                      <a:pt x="323" y="153"/>
                    </a:cubicBezTo>
                    <a:cubicBezTo>
                      <a:pt x="327" y="150"/>
                      <a:pt x="326" y="151"/>
                      <a:pt x="329" y="147"/>
                    </a:cubicBezTo>
                    <a:cubicBezTo>
                      <a:pt x="332" y="144"/>
                      <a:pt x="337" y="139"/>
                      <a:pt x="339" y="136"/>
                    </a:cubicBezTo>
                    <a:cubicBezTo>
                      <a:pt x="342" y="132"/>
                      <a:pt x="341" y="134"/>
                      <a:pt x="343" y="130"/>
                    </a:cubicBezTo>
                    <a:cubicBezTo>
                      <a:pt x="344" y="125"/>
                      <a:pt x="339" y="121"/>
                      <a:pt x="345" y="116"/>
                    </a:cubicBezTo>
                    <a:cubicBezTo>
                      <a:pt x="354" y="108"/>
                      <a:pt x="361" y="119"/>
                      <a:pt x="365" y="106"/>
                    </a:cubicBezTo>
                    <a:cubicBezTo>
                      <a:pt x="368" y="97"/>
                      <a:pt x="363" y="86"/>
                      <a:pt x="378" y="87"/>
                    </a:cubicBezTo>
                    <a:cubicBezTo>
                      <a:pt x="380" y="81"/>
                      <a:pt x="389" y="78"/>
                      <a:pt x="390" y="71"/>
                    </a:cubicBezTo>
                    <a:cubicBezTo>
                      <a:pt x="392" y="59"/>
                      <a:pt x="394" y="65"/>
                      <a:pt x="402" y="58"/>
                    </a:cubicBezTo>
                    <a:cubicBezTo>
                      <a:pt x="409" y="52"/>
                      <a:pt x="398" y="47"/>
                      <a:pt x="399" y="40"/>
                    </a:cubicBezTo>
                    <a:cubicBezTo>
                      <a:pt x="400" y="38"/>
                      <a:pt x="402" y="30"/>
                      <a:pt x="403" y="27"/>
                    </a:cubicBezTo>
                    <a:cubicBezTo>
                      <a:pt x="405" y="23"/>
                      <a:pt x="404" y="17"/>
                      <a:pt x="404" y="13"/>
                    </a:cubicBezTo>
                    <a:close/>
                  </a:path>
                </a:pathLst>
              </a:custGeom>
              <a:solidFill>
                <a:srgbClr val="A4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450">
                <a:extLst>
                  <a:ext uri="{FF2B5EF4-FFF2-40B4-BE49-F238E27FC236}">
                    <a16:creationId xmlns:a16="http://schemas.microsoft.com/office/drawing/2014/main" id="{2A3093BC-FA51-469B-88D8-0D9D6F5F1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182"/>
                <a:ext cx="708" cy="208"/>
              </a:xfrm>
              <a:custGeom>
                <a:avLst/>
                <a:gdLst>
                  <a:gd name="T0" fmla="*/ 4193 w 283"/>
                  <a:gd name="T1" fmla="*/ 307 h 78"/>
                  <a:gd name="T2" fmla="*/ 833 w 283"/>
                  <a:gd name="T3" fmla="*/ 832 h 78"/>
                  <a:gd name="T4" fmla="*/ 20 w 283"/>
                  <a:gd name="T5" fmla="*/ 0 h 78"/>
                  <a:gd name="T6" fmla="*/ 0 w 283"/>
                  <a:gd name="T7" fmla="*/ 0 h 78"/>
                  <a:gd name="T8" fmla="*/ 470 w 283"/>
                  <a:gd name="T9" fmla="*/ 739 h 78"/>
                  <a:gd name="T10" fmla="*/ 833 w 283"/>
                  <a:gd name="T11" fmla="*/ 947 h 78"/>
                  <a:gd name="T12" fmla="*/ 1346 w 283"/>
                  <a:gd name="T13" fmla="*/ 1101 h 78"/>
                  <a:gd name="T14" fmla="*/ 1991 w 283"/>
                  <a:gd name="T15" fmla="*/ 1229 h 78"/>
                  <a:gd name="T16" fmla="*/ 2804 w 283"/>
                  <a:gd name="T17" fmla="*/ 1173 h 78"/>
                  <a:gd name="T18" fmla="*/ 3335 w 283"/>
                  <a:gd name="T19" fmla="*/ 968 h 78"/>
                  <a:gd name="T20" fmla="*/ 3868 w 283"/>
                  <a:gd name="T21" fmla="*/ 704 h 78"/>
                  <a:gd name="T22" fmla="*/ 4431 w 283"/>
                  <a:gd name="T23" fmla="*/ 56 h 78"/>
                  <a:gd name="T24" fmla="*/ 4193 w 283"/>
                  <a:gd name="T25" fmla="*/ 307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3" h="78">
                    <a:moveTo>
                      <a:pt x="268" y="16"/>
                    </a:moveTo>
                    <a:cubicBezTo>
                      <a:pt x="193" y="78"/>
                      <a:pt x="92" y="58"/>
                      <a:pt x="53" y="44"/>
                    </a:cubicBezTo>
                    <a:cubicBezTo>
                      <a:pt x="32" y="37"/>
                      <a:pt x="13" y="22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7"/>
                      <a:pt x="16" y="32"/>
                      <a:pt x="30" y="39"/>
                    </a:cubicBezTo>
                    <a:cubicBezTo>
                      <a:pt x="38" y="43"/>
                      <a:pt x="45" y="48"/>
                      <a:pt x="53" y="50"/>
                    </a:cubicBezTo>
                    <a:cubicBezTo>
                      <a:pt x="64" y="53"/>
                      <a:pt x="75" y="54"/>
                      <a:pt x="86" y="58"/>
                    </a:cubicBezTo>
                    <a:cubicBezTo>
                      <a:pt x="100" y="64"/>
                      <a:pt x="112" y="66"/>
                      <a:pt x="127" y="65"/>
                    </a:cubicBezTo>
                    <a:cubicBezTo>
                      <a:pt x="145" y="64"/>
                      <a:pt x="161" y="64"/>
                      <a:pt x="179" y="62"/>
                    </a:cubicBezTo>
                    <a:cubicBezTo>
                      <a:pt x="191" y="60"/>
                      <a:pt x="202" y="56"/>
                      <a:pt x="213" y="51"/>
                    </a:cubicBezTo>
                    <a:cubicBezTo>
                      <a:pt x="224" y="46"/>
                      <a:pt x="236" y="43"/>
                      <a:pt x="247" y="37"/>
                    </a:cubicBezTo>
                    <a:cubicBezTo>
                      <a:pt x="257" y="32"/>
                      <a:pt x="273" y="15"/>
                      <a:pt x="283" y="3"/>
                    </a:cubicBezTo>
                    <a:cubicBezTo>
                      <a:pt x="278" y="7"/>
                      <a:pt x="273" y="12"/>
                      <a:pt x="268" y="16"/>
                    </a:cubicBezTo>
                    <a:close/>
                  </a:path>
                </a:pathLst>
              </a:custGeom>
              <a:solidFill>
                <a:srgbClr val="ED8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451">
                <a:extLst>
                  <a:ext uri="{FF2B5EF4-FFF2-40B4-BE49-F238E27FC236}">
                    <a16:creationId xmlns:a16="http://schemas.microsoft.com/office/drawing/2014/main" id="{64A8661A-DAA9-4044-B162-4029B2E7D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401"/>
                <a:ext cx="35" cy="26"/>
              </a:xfrm>
              <a:custGeom>
                <a:avLst/>
                <a:gdLst>
                  <a:gd name="T0" fmla="*/ 63 w 14"/>
                  <a:gd name="T1" fmla="*/ 55 h 10"/>
                  <a:gd name="T2" fmla="*/ 20 w 14"/>
                  <a:gd name="T3" fmla="*/ 177 h 10"/>
                  <a:gd name="T4" fmla="*/ 220 w 14"/>
                  <a:gd name="T5" fmla="*/ 0 h 10"/>
                  <a:gd name="T6" fmla="*/ 63 w 14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4" y="3"/>
                    </a:moveTo>
                    <a:cubicBezTo>
                      <a:pt x="0" y="5"/>
                      <a:pt x="0" y="7"/>
                      <a:pt x="1" y="10"/>
                    </a:cubicBezTo>
                    <a:cubicBezTo>
                      <a:pt x="6" y="7"/>
                      <a:pt x="10" y="4"/>
                      <a:pt x="14" y="0"/>
                    </a:cubicBezTo>
                    <a:cubicBezTo>
                      <a:pt x="11" y="1"/>
                      <a:pt x="6" y="1"/>
                      <a:pt x="4" y="3"/>
                    </a:cubicBezTo>
                    <a:close/>
                  </a:path>
                </a:pathLst>
              </a:custGeom>
              <a:solidFill>
                <a:srgbClr val="FB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452">
                <a:extLst>
                  <a:ext uri="{FF2B5EF4-FFF2-40B4-BE49-F238E27FC236}">
                    <a16:creationId xmlns:a16="http://schemas.microsoft.com/office/drawing/2014/main" id="{8C1A2D4F-3CC6-4D79-B0F6-38BDB2D03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371"/>
                <a:ext cx="435" cy="203"/>
              </a:xfrm>
              <a:custGeom>
                <a:avLst/>
                <a:gdLst>
                  <a:gd name="T0" fmla="*/ 2583 w 174"/>
                  <a:gd name="T1" fmla="*/ 192 h 76"/>
                  <a:gd name="T2" fmla="*/ 2220 w 174"/>
                  <a:gd name="T3" fmla="*/ 248 h 76"/>
                  <a:gd name="T4" fmla="*/ 1875 w 174"/>
                  <a:gd name="T5" fmla="*/ 457 h 76"/>
                  <a:gd name="T6" fmla="*/ 1813 w 174"/>
                  <a:gd name="T7" fmla="*/ 342 h 76"/>
                  <a:gd name="T8" fmla="*/ 1500 w 174"/>
                  <a:gd name="T9" fmla="*/ 363 h 76"/>
                  <a:gd name="T10" fmla="*/ 1175 w 174"/>
                  <a:gd name="T11" fmla="*/ 478 h 76"/>
                  <a:gd name="T12" fmla="*/ 1145 w 174"/>
                  <a:gd name="T13" fmla="*/ 935 h 76"/>
                  <a:gd name="T14" fmla="*/ 908 w 174"/>
                  <a:gd name="T15" fmla="*/ 956 h 76"/>
                  <a:gd name="T16" fmla="*/ 708 w 174"/>
                  <a:gd name="T17" fmla="*/ 457 h 76"/>
                  <a:gd name="T18" fmla="*/ 375 w 174"/>
                  <a:gd name="T19" fmla="*/ 379 h 76"/>
                  <a:gd name="T20" fmla="*/ 238 w 174"/>
                  <a:gd name="T21" fmla="*/ 93 h 76"/>
                  <a:gd name="T22" fmla="*/ 0 w 174"/>
                  <a:gd name="T23" fmla="*/ 171 h 76"/>
                  <a:gd name="T24" fmla="*/ 395 w 174"/>
                  <a:gd name="T25" fmla="*/ 606 h 76"/>
                  <a:gd name="T26" fmla="*/ 1083 w 174"/>
                  <a:gd name="T27" fmla="*/ 1448 h 76"/>
                  <a:gd name="T28" fmla="*/ 2625 w 174"/>
                  <a:gd name="T29" fmla="*/ 649 h 76"/>
                  <a:gd name="T30" fmla="*/ 2583 w 174"/>
                  <a:gd name="T31" fmla="*/ 192 h 7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4" h="76">
                    <a:moveTo>
                      <a:pt x="165" y="10"/>
                    </a:moveTo>
                    <a:cubicBezTo>
                      <a:pt x="156" y="1"/>
                      <a:pt x="150" y="8"/>
                      <a:pt x="142" y="13"/>
                    </a:cubicBezTo>
                    <a:cubicBezTo>
                      <a:pt x="139" y="16"/>
                      <a:pt x="125" y="26"/>
                      <a:pt x="120" y="24"/>
                    </a:cubicBezTo>
                    <a:cubicBezTo>
                      <a:pt x="117" y="23"/>
                      <a:pt x="118" y="20"/>
                      <a:pt x="116" y="18"/>
                    </a:cubicBezTo>
                    <a:cubicBezTo>
                      <a:pt x="104" y="10"/>
                      <a:pt x="107" y="15"/>
                      <a:pt x="96" y="19"/>
                    </a:cubicBezTo>
                    <a:cubicBezTo>
                      <a:pt x="87" y="21"/>
                      <a:pt x="79" y="11"/>
                      <a:pt x="75" y="25"/>
                    </a:cubicBezTo>
                    <a:cubicBezTo>
                      <a:pt x="73" y="33"/>
                      <a:pt x="80" y="40"/>
                      <a:pt x="73" y="49"/>
                    </a:cubicBezTo>
                    <a:cubicBezTo>
                      <a:pt x="67" y="56"/>
                      <a:pt x="63" y="56"/>
                      <a:pt x="58" y="50"/>
                    </a:cubicBezTo>
                    <a:cubicBezTo>
                      <a:pt x="52" y="44"/>
                      <a:pt x="52" y="31"/>
                      <a:pt x="45" y="24"/>
                    </a:cubicBezTo>
                    <a:cubicBezTo>
                      <a:pt x="39" y="18"/>
                      <a:pt x="32" y="20"/>
                      <a:pt x="24" y="20"/>
                    </a:cubicBezTo>
                    <a:cubicBezTo>
                      <a:pt x="24" y="14"/>
                      <a:pt x="20" y="7"/>
                      <a:pt x="15" y="5"/>
                    </a:cubicBezTo>
                    <a:cubicBezTo>
                      <a:pt x="5" y="0"/>
                      <a:pt x="3" y="4"/>
                      <a:pt x="0" y="9"/>
                    </a:cubicBezTo>
                    <a:cubicBezTo>
                      <a:pt x="8" y="17"/>
                      <a:pt x="16" y="24"/>
                      <a:pt x="25" y="32"/>
                    </a:cubicBezTo>
                    <a:cubicBezTo>
                      <a:pt x="40" y="46"/>
                      <a:pt x="57" y="61"/>
                      <a:pt x="69" y="76"/>
                    </a:cubicBezTo>
                    <a:cubicBezTo>
                      <a:pt x="81" y="49"/>
                      <a:pt x="142" y="41"/>
                      <a:pt x="168" y="34"/>
                    </a:cubicBezTo>
                    <a:cubicBezTo>
                      <a:pt x="169" y="26"/>
                      <a:pt x="174" y="19"/>
                      <a:pt x="165" y="10"/>
                    </a:cubicBezTo>
                    <a:close/>
                  </a:path>
                </a:pathLst>
              </a:custGeom>
              <a:solidFill>
                <a:srgbClr val="FB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453">
                <a:extLst>
                  <a:ext uri="{FF2B5EF4-FFF2-40B4-BE49-F238E27FC236}">
                    <a16:creationId xmlns:a16="http://schemas.microsoft.com/office/drawing/2014/main" id="{ADB79A0A-7296-438E-8E92-682721777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211"/>
                <a:ext cx="117" cy="168"/>
              </a:xfrm>
              <a:custGeom>
                <a:avLst/>
                <a:gdLst>
                  <a:gd name="T0" fmla="*/ 528 w 47"/>
                  <a:gd name="T1" fmla="*/ 77 h 63"/>
                  <a:gd name="T2" fmla="*/ 495 w 47"/>
                  <a:gd name="T3" fmla="*/ 341 h 63"/>
                  <a:gd name="T4" fmla="*/ 433 w 47"/>
                  <a:gd name="T5" fmla="*/ 456 h 63"/>
                  <a:gd name="T6" fmla="*/ 279 w 47"/>
                  <a:gd name="T7" fmla="*/ 661 h 63"/>
                  <a:gd name="T8" fmla="*/ 187 w 47"/>
                  <a:gd name="T9" fmla="*/ 776 h 63"/>
                  <a:gd name="T10" fmla="*/ 30 w 47"/>
                  <a:gd name="T11" fmla="*/ 909 h 63"/>
                  <a:gd name="T12" fmla="*/ 137 w 47"/>
                  <a:gd name="T13" fmla="*/ 1117 h 63"/>
                  <a:gd name="T14" fmla="*/ 154 w 47"/>
                  <a:gd name="T15" fmla="*/ 1195 h 63"/>
                  <a:gd name="T16" fmla="*/ 724 w 47"/>
                  <a:gd name="T17" fmla="*/ 21 h 63"/>
                  <a:gd name="T18" fmla="*/ 528 w 47"/>
                  <a:gd name="T19" fmla="*/ 77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63">
                    <a:moveTo>
                      <a:pt x="34" y="4"/>
                    </a:moveTo>
                    <a:cubicBezTo>
                      <a:pt x="28" y="9"/>
                      <a:pt x="33" y="13"/>
                      <a:pt x="32" y="18"/>
                    </a:cubicBezTo>
                    <a:cubicBezTo>
                      <a:pt x="30" y="22"/>
                      <a:pt x="31" y="20"/>
                      <a:pt x="28" y="24"/>
                    </a:cubicBezTo>
                    <a:cubicBezTo>
                      <a:pt x="26" y="27"/>
                      <a:pt x="21" y="32"/>
                      <a:pt x="18" y="35"/>
                    </a:cubicBezTo>
                    <a:cubicBezTo>
                      <a:pt x="15" y="39"/>
                      <a:pt x="16" y="38"/>
                      <a:pt x="12" y="41"/>
                    </a:cubicBezTo>
                    <a:cubicBezTo>
                      <a:pt x="9" y="44"/>
                      <a:pt x="4" y="42"/>
                      <a:pt x="2" y="48"/>
                    </a:cubicBezTo>
                    <a:cubicBezTo>
                      <a:pt x="0" y="55"/>
                      <a:pt x="6" y="53"/>
                      <a:pt x="9" y="59"/>
                    </a:cubicBezTo>
                    <a:cubicBezTo>
                      <a:pt x="9" y="60"/>
                      <a:pt x="10" y="62"/>
                      <a:pt x="10" y="63"/>
                    </a:cubicBezTo>
                    <a:cubicBezTo>
                      <a:pt x="27" y="47"/>
                      <a:pt x="39" y="25"/>
                      <a:pt x="47" y="1"/>
                    </a:cubicBezTo>
                    <a:cubicBezTo>
                      <a:pt x="43" y="1"/>
                      <a:pt x="39" y="0"/>
                      <a:pt x="34" y="4"/>
                    </a:cubicBezTo>
                    <a:close/>
                  </a:path>
                </a:pathLst>
              </a:custGeom>
              <a:solidFill>
                <a:srgbClr val="FB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454">
                <a:extLst>
                  <a:ext uri="{FF2B5EF4-FFF2-40B4-BE49-F238E27FC236}">
                    <a16:creationId xmlns:a16="http://schemas.microsoft.com/office/drawing/2014/main" id="{16C0BB26-B003-4375-9BF8-4044E2273A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64" y="2235"/>
                <a:ext cx="460" cy="344"/>
              </a:xfrm>
              <a:custGeom>
                <a:avLst/>
                <a:gdLst>
                  <a:gd name="T0" fmla="*/ 2020 w 184"/>
                  <a:gd name="T1" fmla="*/ 1365 h 129"/>
                  <a:gd name="T2" fmla="*/ 2020 w 184"/>
                  <a:gd name="T3" fmla="*/ 1331 h 129"/>
                  <a:gd name="T4" fmla="*/ 2020 w 184"/>
                  <a:gd name="T5" fmla="*/ 1365 h 129"/>
                  <a:gd name="T6" fmla="*/ 2020 w 184"/>
                  <a:gd name="T7" fmla="*/ 1365 h 129"/>
                  <a:gd name="T8" fmla="*/ 2020 w 184"/>
                  <a:gd name="T9" fmla="*/ 1365 h 129"/>
                  <a:gd name="T10" fmla="*/ 2020 w 184"/>
                  <a:gd name="T11" fmla="*/ 1365 h 129"/>
                  <a:gd name="T12" fmla="*/ 2020 w 184"/>
                  <a:gd name="T13" fmla="*/ 1365 h 129"/>
                  <a:gd name="T14" fmla="*/ 2875 w 184"/>
                  <a:gd name="T15" fmla="*/ 21 h 129"/>
                  <a:gd name="T16" fmla="*/ 2363 w 184"/>
                  <a:gd name="T17" fmla="*/ 1024 h 129"/>
                  <a:gd name="T18" fmla="*/ 2208 w 184"/>
                  <a:gd name="T19" fmla="*/ 1173 h 129"/>
                  <a:gd name="T20" fmla="*/ 2220 w 184"/>
                  <a:gd name="T21" fmla="*/ 1173 h 129"/>
                  <a:gd name="T22" fmla="*/ 2020 w 184"/>
                  <a:gd name="T23" fmla="*/ 1365 h 129"/>
                  <a:gd name="T24" fmla="*/ 2033 w 184"/>
                  <a:gd name="T25" fmla="*/ 1480 h 129"/>
                  <a:gd name="T26" fmla="*/ 2063 w 184"/>
                  <a:gd name="T27" fmla="*/ 1459 h 129"/>
                  <a:gd name="T28" fmla="*/ 2283 w 184"/>
                  <a:gd name="T29" fmla="*/ 1288 h 129"/>
                  <a:gd name="T30" fmla="*/ 2425 w 184"/>
                  <a:gd name="T31" fmla="*/ 1139 h 129"/>
                  <a:gd name="T32" fmla="*/ 2875 w 184"/>
                  <a:gd name="T33" fmla="*/ 0 h 129"/>
                  <a:gd name="T34" fmla="*/ 2875 w 184"/>
                  <a:gd name="T35" fmla="*/ 21 h 129"/>
                  <a:gd name="T36" fmla="*/ 1550 w 184"/>
                  <a:gd name="T37" fmla="*/ 1685 h 129"/>
                  <a:gd name="T38" fmla="*/ 1550 w 184"/>
                  <a:gd name="T39" fmla="*/ 1613 h 129"/>
                  <a:gd name="T40" fmla="*/ 0 w 184"/>
                  <a:gd name="T41" fmla="*/ 2411 h 129"/>
                  <a:gd name="T42" fmla="*/ 83 w 184"/>
                  <a:gd name="T43" fmla="*/ 2445 h 129"/>
                  <a:gd name="T44" fmla="*/ 1595 w 184"/>
                  <a:gd name="T45" fmla="*/ 1707 h 129"/>
                  <a:gd name="T46" fmla="*/ 1625 w 184"/>
                  <a:gd name="T47" fmla="*/ 1685 h 129"/>
                  <a:gd name="T48" fmla="*/ 1550 w 184"/>
                  <a:gd name="T49" fmla="*/ 1685 h 1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4" h="129">
                    <a:moveTo>
                      <a:pt x="129" y="72"/>
                    </a:moveTo>
                    <a:cubicBezTo>
                      <a:pt x="129" y="71"/>
                      <a:pt x="129" y="71"/>
                      <a:pt x="129" y="70"/>
                    </a:cubicBezTo>
                    <a:cubicBezTo>
                      <a:pt x="129" y="71"/>
                      <a:pt x="129" y="71"/>
                      <a:pt x="129" y="72"/>
                    </a:cubicBezTo>
                    <a:close/>
                    <a:moveTo>
                      <a:pt x="129" y="72"/>
                    </a:moveTo>
                    <a:cubicBezTo>
                      <a:pt x="129" y="72"/>
                      <a:pt x="129" y="72"/>
                      <a:pt x="129" y="72"/>
                    </a:cubicBezTo>
                    <a:cubicBezTo>
                      <a:pt x="129" y="72"/>
                      <a:pt x="129" y="72"/>
                      <a:pt x="129" y="72"/>
                    </a:cubicBezTo>
                    <a:cubicBezTo>
                      <a:pt x="129" y="72"/>
                      <a:pt x="129" y="72"/>
                      <a:pt x="129" y="72"/>
                    </a:cubicBezTo>
                    <a:close/>
                    <a:moveTo>
                      <a:pt x="184" y="1"/>
                    </a:moveTo>
                    <a:cubicBezTo>
                      <a:pt x="177" y="22"/>
                      <a:pt x="166" y="40"/>
                      <a:pt x="151" y="54"/>
                    </a:cubicBezTo>
                    <a:cubicBezTo>
                      <a:pt x="153" y="61"/>
                      <a:pt x="147" y="62"/>
                      <a:pt x="141" y="62"/>
                    </a:cubicBezTo>
                    <a:cubicBezTo>
                      <a:pt x="141" y="62"/>
                      <a:pt x="142" y="62"/>
                      <a:pt x="142" y="62"/>
                    </a:cubicBezTo>
                    <a:cubicBezTo>
                      <a:pt x="138" y="66"/>
                      <a:pt x="134" y="69"/>
                      <a:pt x="129" y="72"/>
                    </a:cubicBezTo>
                    <a:cubicBezTo>
                      <a:pt x="130" y="74"/>
                      <a:pt x="130" y="76"/>
                      <a:pt x="130" y="78"/>
                    </a:cubicBezTo>
                    <a:cubicBezTo>
                      <a:pt x="130" y="78"/>
                      <a:pt x="131" y="77"/>
                      <a:pt x="132" y="77"/>
                    </a:cubicBezTo>
                    <a:cubicBezTo>
                      <a:pt x="137" y="74"/>
                      <a:pt x="142" y="71"/>
                      <a:pt x="146" y="68"/>
                    </a:cubicBezTo>
                    <a:cubicBezTo>
                      <a:pt x="151" y="64"/>
                      <a:pt x="155" y="60"/>
                      <a:pt x="155" y="60"/>
                    </a:cubicBezTo>
                    <a:cubicBezTo>
                      <a:pt x="172" y="43"/>
                      <a:pt x="176" y="24"/>
                      <a:pt x="184" y="0"/>
                    </a:cubicBezTo>
                    <a:lnTo>
                      <a:pt x="184" y="1"/>
                    </a:lnTo>
                    <a:close/>
                    <a:moveTo>
                      <a:pt x="99" y="89"/>
                    </a:moveTo>
                    <a:cubicBezTo>
                      <a:pt x="99" y="88"/>
                      <a:pt x="99" y="86"/>
                      <a:pt x="99" y="85"/>
                    </a:cubicBezTo>
                    <a:cubicBezTo>
                      <a:pt x="73" y="92"/>
                      <a:pt x="13" y="100"/>
                      <a:pt x="0" y="127"/>
                    </a:cubicBezTo>
                    <a:cubicBezTo>
                      <a:pt x="5" y="129"/>
                      <a:pt x="5" y="129"/>
                      <a:pt x="5" y="129"/>
                    </a:cubicBezTo>
                    <a:cubicBezTo>
                      <a:pt x="17" y="102"/>
                      <a:pt x="77" y="97"/>
                      <a:pt x="102" y="90"/>
                    </a:cubicBezTo>
                    <a:cubicBezTo>
                      <a:pt x="103" y="90"/>
                      <a:pt x="104" y="90"/>
                      <a:pt x="104" y="89"/>
                    </a:cubicBezTo>
                    <a:cubicBezTo>
                      <a:pt x="102" y="90"/>
                      <a:pt x="101" y="90"/>
                      <a:pt x="99" y="89"/>
                    </a:cubicBezTo>
                    <a:close/>
                  </a:path>
                </a:pathLst>
              </a:custGeom>
              <a:solidFill>
                <a:srgbClr val="FDD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455">
                <a:extLst>
                  <a:ext uri="{FF2B5EF4-FFF2-40B4-BE49-F238E27FC236}">
                    <a16:creationId xmlns:a16="http://schemas.microsoft.com/office/drawing/2014/main" id="{C5F4BC91-FE10-4FEF-95C9-3664C41F6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219"/>
                <a:ext cx="82" cy="142"/>
              </a:xfrm>
              <a:custGeom>
                <a:avLst/>
                <a:gdLst>
                  <a:gd name="T0" fmla="*/ 62 w 33"/>
                  <a:gd name="T1" fmla="*/ 252 h 53"/>
                  <a:gd name="T2" fmla="*/ 0 w 33"/>
                  <a:gd name="T3" fmla="*/ 790 h 53"/>
                  <a:gd name="T4" fmla="*/ 216 w 33"/>
                  <a:gd name="T5" fmla="*/ 539 h 53"/>
                  <a:gd name="T6" fmla="*/ 507 w 33"/>
                  <a:gd name="T7" fmla="*/ 346 h 53"/>
                  <a:gd name="T8" fmla="*/ 62 w 3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3">
                    <a:moveTo>
                      <a:pt x="4" y="13"/>
                    </a:moveTo>
                    <a:cubicBezTo>
                      <a:pt x="14" y="23"/>
                      <a:pt x="4" y="33"/>
                      <a:pt x="0" y="41"/>
                    </a:cubicBezTo>
                    <a:cubicBezTo>
                      <a:pt x="13" y="53"/>
                      <a:pt x="10" y="33"/>
                      <a:pt x="14" y="28"/>
                    </a:cubicBezTo>
                    <a:cubicBezTo>
                      <a:pt x="19" y="21"/>
                      <a:pt x="29" y="26"/>
                      <a:pt x="33" y="18"/>
                    </a:cubicBezTo>
                    <a:cubicBezTo>
                      <a:pt x="18" y="20"/>
                      <a:pt x="12" y="10"/>
                      <a:pt x="4" y="0"/>
                    </a:cubicBezTo>
                  </a:path>
                </a:pathLst>
              </a:custGeom>
              <a:solidFill>
                <a:srgbClr val="7AA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456">
                <a:extLst>
                  <a:ext uri="{FF2B5EF4-FFF2-40B4-BE49-F238E27FC236}">
                    <a16:creationId xmlns:a16="http://schemas.microsoft.com/office/drawing/2014/main" id="{708071A1-EF9E-4A34-844C-741A4507F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321"/>
                <a:ext cx="90" cy="82"/>
              </a:xfrm>
              <a:custGeom>
                <a:avLst/>
                <a:gdLst>
                  <a:gd name="T0" fmla="*/ 33 w 36"/>
                  <a:gd name="T1" fmla="*/ 0 h 31"/>
                  <a:gd name="T2" fmla="*/ 300 w 36"/>
                  <a:gd name="T3" fmla="*/ 574 h 31"/>
                  <a:gd name="T4" fmla="*/ 563 w 36"/>
                  <a:gd name="T5" fmla="*/ 259 h 31"/>
                  <a:gd name="T6" fmla="*/ 313 w 36"/>
                  <a:gd name="T7" fmla="*/ 183 h 31"/>
                  <a:gd name="T8" fmla="*/ 113 w 36"/>
                  <a:gd name="T9" fmla="*/ 3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1">
                    <a:moveTo>
                      <a:pt x="2" y="0"/>
                    </a:moveTo>
                    <a:cubicBezTo>
                      <a:pt x="0" y="14"/>
                      <a:pt x="27" y="11"/>
                      <a:pt x="19" y="31"/>
                    </a:cubicBezTo>
                    <a:cubicBezTo>
                      <a:pt x="23" y="22"/>
                      <a:pt x="25" y="15"/>
                      <a:pt x="36" y="14"/>
                    </a:cubicBezTo>
                    <a:cubicBezTo>
                      <a:pt x="32" y="11"/>
                      <a:pt x="26" y="12"/>
                      <a:pt x="20" y="10"/>
                    </a:cubicBezTo>
                    <a:cubicBezTo>
                      <a:pt x="15" y="8"/>
                      <a:pt x="11" y="4"/>
                      <a:pt x="7" y="2"/>
                    </a:cubicBezTo>
                  </a:path>
                </a:pathLst>
              </a:custGeom>
              <a:solidFill>
                <a:srgbClr val="7AA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457">
                <a:extLst>
                  <a:ext uri="{FF2B5EF4-FFF2-40B4-BE49-F238E27FC236}">
                    <a16:creationId xmlns:a16="http://schemas.microsoft.com/office/drawing/2014/main" id="{498CD237-1D29-496A-97A7-F14F9774B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382"/>
                <a:ext cx="113" cy="99"/>
              </a:xfrm>
              <a:custGeom>
                <a:avLst/>
                <a:gdLst>
                  <a:gd name="T0" fmla="*/ 0 w 45"/>
                  <a:gd name="T1" fmla="*/ 78 h 37"/>
                  <a:gd name="T2" fmla="*/ 397 w 45"/>
                  <a:gd name="T3" fmla="*/ 321 h 37"/>
                  <a:gd name="T4" fmla="*/ 588 w 45"/>
                  <a:gd name="T5" fmla="*/ 709 h 37"/>
                  <a:gd name="T6" fmla="*/ 713 w 45"/>
                  <a:gd name="T7" fmla="*/ 150 h 37"/>
                  <a:gd name="T8" fmla="*/ 555 w 45"/>
                  <a:gd name="T9" fmla="*/ 171 h 37"/>
                  <a:gd name="T10" fmla="*/ 347 w 45"/>
                  <a:gd name="T11" fmla="*/ 78 h 37"/>
                  <a:gd name="T12" fmla="*/ 0 w 45"/>
                  <a:gd name="T13" fmla="*/ 7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7">
                    <a:moveTo>
                      <a:pt x="0" y="4"/>
                    </a:moveTo>
                    <a:cubicBezTo>
                      <a:pt x="5" y="11"/>
                      <a:pt x="18" y="7"/>
                      <a:pt x="25" y="17"/>
                    </a:cubicBezTo>
                    <a:cubicBezTo>
                      <a:pt x="29" y="23"/>
                      <a:pt x="30" y="33"/>
                      <a:pt x="37" y="37"/>
                    </a:cubicBezTo>
                    <a:cubicBezTo>
                      <a:pt x="45" y="30"/>
                      <a:pt x="36" y="17"/>
                      <a:pt x="45" y="8"/>
                    </a:cubicBezTo>
                    <a:cubicBezTo>
                      <a:pt x="42" y="8"/>
                      <a:pt x="38" y="10"/>
                      <a:pt x="35" y="9"/>
                    </a:cubicBezTo>
                    <a:cubicBezTo>
                      <a:pt x="30" y="9"/>
                      <a:pt x="26" y="6"/>
                      <a:pt x="22" y="4"/>
                    </a:cubicBezTo>
                    <a:cubicBezTo>
                      <a:pt x="14" y="0"/>
                      <a:pt x="7" y="9"/>
                      <a:pt x="0" y="4"/>
                    </a:cubicBezTo>
                  </a:path>
                </a:pathLst>
              </a:custGeom>
              <a:solidFill>
                <a:srgbClr val="7AA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458">
                <a:extLst>
                  <a:ext uri="{FF2B5EF4-FFF2-40B4-BE49-F238E27FC236}">
                    <a16:creationId xmlns:a16="http://schemas.microsoft.com/office/drawing/2014/main" id="{5C86286D-596B-4C85-8B39-6244E6E34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355"/>
                <a:ext cx="180" cy="72"/>
              </a:xfrm>
              <a:custGeom>
                <a:avLst/>
                <a:gdLst>
                  <a:gd name="T0" fmla="*/ 533 w 72"/>
                  <a:gd name="T1" fmla="*/ 285 h 27"/>
                  <a:gd name="T2" fmla="*/ 750 w 72"/>
                  <a:gd name="T3" fmla="*/ 264 h 27"/>
                  <a:gd name="T4" fmla="*/ 1125 w 72"/>
                  <a:gd name="T5" fmla="*/ 56 h 27"/>
                  <a:gd name="T6" fmla="*/ 625 w 72"/>
                  <a:gd name="T7" fmla="*/ 136 h 27"/>
                  <a:gd name="T8" fmla="*/ 0 w 72"/>
                  <a:gd name="T9" fmla="*/ 264 h 27"/>
                  <a:gd name="T10" fmla="*/ 20 w 72"/>
                  <a:gd name="T11" fmla="*/ 285 h 27"/>
                  <a:gd name="T12" fmla="*/ 500 w 72"/>
                  <a:gd name="T13" fmla="*/ 28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7">
                    <a:moveTo>
                      <a:pt x="34" y="15"/>
                    </a:moveTo>
                    <a:cubicBezTo>
                      <a:pt x="36" y="27"/>
                      <a:pt x="44" y="16"/>
                      <a:pt x="48" y="14"/>
                    </a:cubicBezTo>
                    <a:cubicBezTo>
                      <a:pt x="55" y="10"/>
                      <a:pt x="65" y="8"/>
                      <a:pt x="72" y="3"/>
                    </a:cubicBezTo>
                    <a:cubicBezTo>
                      <a:pt x="69" y="0"/>
                      <a:pt x="48" y="7"/>
                      <a:pt x="40" y="7"/>
                    </a:cubicBezTo>
                    <a:cubicBezTo>
                      <a:pt x="29" y="7"/>
                      <a:pt x="11" y="9"/>
                      <a:pt x="0" y="14"/>
                    </a:cubicBezTo>
                    <a:cubicBezTo>
                      <a:pt x="0" y="14"/>
                      <a:pt x="1" y="15"/>
                      <a:pt x="1" y="15"/>
                    </a:cubicBezTo>
                    <a:cubicBezTo>
                      <a:pt x="12" y="12"/>
                      <a:pt x="21" y="9"/>
                      <a:pt x="32" y="15"/>
                    </a:cubicBezTo>
                  </a:path>
                </a:pathLst>
              </a:custGeom>
              <a:solidFill>
                <a:srgbClr val="7AA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459">
                <a:extLst>
                  <a:ext uri="{FF2B5EF4-FFF2-40B4-BE49-F238E27FC236}">
                    <a16:creationId xmlns:a16="http://schemas.microsoft.com/office/drawing/2014/main" id="{78D1448C-FA75-4D6B-9094-8957F95F9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334"/>
                <a:ext cx="110" cy="115"/>
              </a:xfrm>
              <a:custGeom>
                <a:avLst/>
                <a:gdLst>
                  <a:gd name="T0" fmla="*/ 0 w 44"/>
                  <a:gd name="T1" fmla="*/ 380 h 43"/>
                  <a:gd name="T2" fmla="*/ 63 w 44"/>
                  <a:gd name="T3" fmla="*/ 824 h 43"/>
                  <a:gd name="T4" fmla="*/ 250 w 44"/>
                  <a:gd name="T5" fmla="*/ 786 h 43"/>
                  <a:gd name="T6" fmla="*/ 220 w 44"/>
                  <a:gd name="T7" fmla="*/ 594 h 43"/>
                  <a:gd name="T8" fmla="*/ 408 w 44"/>
                  <a:gd name="T9" fmla="*/ 423 h 43"/>
                  <a:gd name="T10" fmla="*/ 550 w 44"/>
                  <a:gd name="T11" fmla="*/ 230 h 43"/>
                  <a:gd name="T12" fmla="*/ 363 w 44"/>
                  <a:gd name="T13" fmla="*/ 230 h 43"/>
                  <a:gd name="T14" fmla="*/ 300 w 44"/>
                  <a:gd name="T15" fmla="*/ 0 h 43"/>
                  <a:gd name="T16" fmla="*/ 33 w 44"/>
                  <a:gd name="T17" fmla="*/ 25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10" y="25"/>
                      <a:pt x="5" y="34"/>
                      <a:pt x="4" y="43"/>
                    </a:cubicBezTo>
                    <a:cubicBezTo>
                      <a:pt x="7" y="43"/>
                      <a:pt x="14" y="43"/>
                      <a:pt x="16" y="41"/>
                    </a:cubicBezTo>
                    <a:cubicBezTo>
                      <a:pt x="21" y="36"/>
                      <a:pt x="15" y="37"/>
                      <a:pt x="14" y="31"/>
                    </a:cubicBezTo>
                    <a:cubicBezTo>
                      <a:pt x="12" y="19"/>
                      <a:pt x="15" y="22"/>
                      <a:pt x="26" y="22"/>
                    </a:cubicBezTo>
                    <a:cubicBezTo>
                      <a:pt x="31" y="22"/>
                      <a:pt x="44" y="18"/>
                      <a:pt x="35" y="12"/>
                    </a:cubicBezTo>
                    <a:cubicBezTo>
                      <a:pt x="32" y="10"/>
                      <a:pt x="27" y="15"/>
                      <a:pt x="23" y="12"/>
                    </a:cubicBezTo>
                    <a:cubicBezTo>
                      <a:pt x="19" y="10"/>
                      <a:pt x="19" y="4"/>
                      <a:pt x="19" y="0"/>
                    </a:cubicBezTo>
                    <a:cubicBezTo>
                      <a:pt x="13" y="4"/>
                      <a:pt x="9" y="11"/>
                      <a:pt x="2" y="13"/>
                    </a:cubicBezTo>
                  </a:path>
                </a:pathLst>
              </a:custGeom>
              <a:solidFill>
                <a:srgbClr val="7AA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460">
                <a:extLst>
                  <a:ext uri="{FF2B5EF4-FFF2-40B4-BE49-F238E27FC236}">
                    <a16:creationId xmlns:a16="http://schemas.microsoft.com/office/drawing/2014/main" id="{D35DC7EB-82EA-47B3-8404-CE0D7441D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227"/>
                <a:ext cx="75" cy="88"/>
              </a:xfrm>
              <a:custGeom>
                <a:avLst/>
                <a:gdLst>
                  <a:gd name="T0" fmla="*/ 63 w 30"/>
                  <a:gd name="T1" fmla="*/ 589 h 33"/>
                  <a:gd name="T2" fmla="*/ 313 w 30"/>
                  <a:gd name="T3" fmla="*/ 285 h 33"/>
                  <a:gd name="T4" fmla="*/ 470 w 30"/>
                  <a:gd name="T5" fmla="*/ 0 h 33"/>
                  <a:gd name="T6" fmla="*/ 220 w 30"/>
                  <a:gd name="T7" fmla="*/ 171 h 33"/>
                  <a:gd name="T8" fmla="*/ 145 w 30"/>
                  <a:gd name="T9" fmla="*/ 376 h 33"/>
                  <a:gd name="T10" fmla="*/ 0 w 30"/>
                  <a:gd name="T11" fmla="*/ 62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3">
                    <a:moveTo>
                      <a:pt x="4" y="31"/>
                    </a:moveTo>
                    <a:cubicBezTo>
                      <a:pt x="11" y="32"/>
                      <a:pt x="15" y="19"/>
                      <a:pt x="20" y="15"/>
                    </a:cubicBezTo>
                    <a:cubicBezTo>
                      <a:pt x="26" y="9"/>
                      <a:pt x="28" y="10"/>
                      <a:pt x="30" y="0"/>
                    </a:cubicBezTo>
                    <a:cubicBezTo>
                      <a:pt x="25" y="5"/>
                      <a:pt x="18" y="5"/>
                      <a:pt x="14" y="9"/>
                    </a:cubicBezTo>
                    <a:cubicBezTo>
                      <a:pt x="11" y="12"/>
                      <a:pt x="11" y="16"/>
                      <a:pt x="9" y="20"/>
                    </a:cubicBezTo>
                    <a:cubicBezTo>
                      <a:pt x="6" y="25"/>
                      <a:pt x="1" y="27"/>
                      <a:pt x="0" y="33"/>
                    </a:cubicBezTo>
                  </a:path>
                </a:pathLst>
              </a:custGeom>
              <a:solidFill>
                <a:srgbClr val="7AA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461">
                <a:extLst>
                  <a:ext uri="{FF2B5EF4-FFF2-40B4-BE49-F238E27FC236}">
                    <a16:creationId xmlns:a16="http://schemas.microsoft.com/office/drawing/2014/main" id="{0B404DC0-448C-4E50-BA8F-6C9961E4C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185"/>
                <a:ext cx="45" cy="56"/>
              </a:xfrm>
              <a:custGeom>
                <a:avLst/>
                <a:gdLst>
                  <a:gd name="T0" fmla="*/ 125 w 18"/>
                  <a:gd name="T1" fmla="*/ 77 h 21"/>
                  <a:gd name="T2" fmla="*/ 20 w 18"/>
                  <a:gd name="T3" fmla="*/ 397 h 21"/>
                  <a:gd name="T4" fmla="*/ 283 w 18"/>
                  <a:gd name="T5" fmla="*/ 307 h 21"/>
                  <a:gd name="T6" fmla="*/ 175 w 1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8" y="4"/>
                    </a:moveTo>
                    <a:cubicBezTo>
                      <a:pt x="4" y="9"/>
                      <a:pt x="0" y="15"/>
                      <a:pt x="1" y="21"/>
                    </a:cubicBezTo>
                    <a:cubicBezTo>
                      <a:pt x="6" y="15"/>
                      <a:pt x="12" y="19"/>
                      <a:pt x="18" y="16"/>
                    </a:cubicBezTo>
                    <a:cubicBezTo>
                      <a:pt x="13" y="12"/>
                      <a:pt x="8" y="7"/>
                      <a:pt x="11" y="0"/>
                    </a:cubicBezTo>
                  </a:path>
                </a:pathLst>
              </a:custGeom>
              <a:solidFill>
                <a:srgbClr val="7AA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462">
                <a:extLst>
                  <a:ext uri="{FF2B5EF4-FFF2-40B4-BE49-F238E27FC236}">
                    <a16:creationId xmlns:a16="http://schemas.microsoft.com/office/drawing/2014/main" id="{79024553-FE66-4751-8FB2-F64892A45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939"/>
                <a:ext cx="65" cy="179"/>
              </a:xfrm>
              <a:custGeom>
                <a:avLst/>
                <a:gdLst>
                  <a:gd name="T0" fmla="*/ 408 w 26"/>
                  <a:gd name="T1" fmla="*/ 251 h 67"/>
                  <a:gd name="T2" fmla="*/ 283 w 26"/>
                  <a:gd name="T3" fmla="*/ 593 h 67"/>
                  <a:gd name="T4" fmla="*/ 313 w 26"/>
                  <a:gd name="T5" fmla="*/ 842 h 67"/>
                  <a:gd name="T6" fmla="*/ 158 w 26"/>
                  <a:gd name="T7" fmla="*/ 1029 h 67"/>
                  <a:gd name="T8" fmla="*/ 63 w 26"/>
                  <a:gd name="T9" fmla="*/ 1277 h 67"/>
                  <a:gd name="T10" fmla="*/ 145 w 26"/>
                  <a:gd name="T11" fmla="*/ 956 h 67"/>
                  <a:gd name="T12" fmla="*/ 188 w 26"/>
                  <a:gd name="T13" fmla="*/ 593 h 67"/>
                  <a:gd name="T14" fmla="*/ 220 w 26"/>
                  <a:gd name="T15" fmla="*/ 251 h 67"/>
                  <a:gd name="T16" fmla="*/ 188 w 26"/>
                  <a:gd name="T17" fmla="*/ 0 h 67"/>
                  <a:gd name="T18" fmla="*/ 345 w 26"/>
                  <a:gd name="T19" fmla="*/ 192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67">
                    <a:moveTo>
                      <a:pt x="26" y="13"/>
                    </a:moveTo>
                    <a:cubicBezTo>
                      <a:pt x="23" y="17"/>
                      <a:pt x="17" y="26"/>
                      <a:pt x="18" y="31"/>
                    </a:cubicBezTo>
                    <a:cubicBezTo>
                      <a:pt x="18" y="37"/>
                      <a:pt x="22" y="38"/>
                      <a:pt x="20" y="44"/>
                    </a:cubicBezTo>
                    <a:cubicBezTo>
                      <a:pt x="19" y="48"/>
                      <a:pt x="12" y="50"/>
                      <a:pt x="10" y="54"/>
                    </a:cubicBezTo>
                    <a:cubicBezTo>
                      <a:pt x="7" y="58"/>
                      <a:pt x="9" y="64"/>
                      <a:pt x="4" y="67"/>
                    </a:cubicBezTo>
                    <a:cubicBezTo>
                      <a:pt x="0" y="59"/>
                      <a:pt x="6" y="56"/>
                      <a:pt x="9" y="50"/>
                    </a:cubicBezTo>
                    <a:cubicBezTo>
                      <a:pt x="11" y="44"/>
                      <a:pt x="11" y="38"/>
                      <a:pt x="12" y="31"/>
                    </a:cubicBezTo>
                    <a:cubicBezTo>
                      <a:pt x="12" y="25"/>
                      <a:pt x="15" y="19"/>
                      <a:pt x="14" y="13"/>
                    </a:cubicBezTo>
                    <a:cubicBezTo>
                      <a:pt x="14" y="8"/>
                      <a:pt x="11" y="5"/>
                      <a:pt x="12" y="0"/>
                    </a:cubicBezTo>
                    <a:cubicBezTo>
                      <a:pt x="12" y="5"/>
                      <a:pt x="18" y="13"/>
                      <a:pt x="22" y="10"/>
                    </a:cubicBezTo>
                  </a:path>
                </a:pathLst>
              </a:custGeom>
              <a:solidFill>
                <a:srgbClr val="7AA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463">
                <a:extLst>
                  <a:ext uri="{FF2B5EF4-FFF2-40B4-BE49-F238E27FC236}">
                    <a16:creationId xmlns:a16="http://schemas.microsoft.com/office/drawing/2014/main" id="{D1E298B2-8745-486E-861A-9C36374A6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259"/>
                <a:ext cx="117" cy="91"/>
              </a:xfrm>
              <a:custGeom>
                <a:avLst/>
                <a:gdLst>
                  <a:gd name="T0" fmla="*/ 0 w 47"/>
                  <a:gd name="T1" fmla="*/ 444 h 34"/>
                  <a:gd name="T2" fmla="*/ 724 w 47"/>
                  <a:gd name="T3" fmla="*/ 0 h 34"/>
                  <a:gd name="T4" fmla="*/ 587 w 47"/>
                  <a:gd name="T5" fmla="*/ 252 h 34"/>
                  <a:gd name="T6" fmla="*/ 632 w 47"/>
                  <a:gd name="T7" fmla="*/ 653 h 34"/>
                  <a:gd name="T8" fmla="*/ 433 w 47"/>
                  <a:gd name="T9" fmla="*/ 329 h 34"/>
                  <a:gd name="T10" fmla="*/ 321 w 47"/>
                  <a:gd name="T11" fmla="*/ 388 h 34"/>
                  <a:gd name="T12" fmla="*/ 92 w 47"/>
                  <a:gd name="T13" fmla="*/ 444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4">
                    <a:moveTo>
                      <a:pt x="0" y="23"/>
                    </a:moveTo>
                    <a:cubicBezTo>
                      <a:pt x="16" y="20"/>
                      <a:pt x="34" y="10"/>
                      <a:pt x="47" y="0"/>
                    </a:cubicBezTo>
                    <a:cubicBezTo>
                      <a:pt x="44" y="4"/>
                      <a:pt x="40" y="7"/>
                      <a:pt x="38" y="13"/>
                    </a:cubicBezTo>
                    <a:cubicBezTo>
                      <a:pt x="37" y="20"/>
                      <a:pt x="40" y="27"/>
                      <a:pt x="41" y="34"/>
                    </a:cubicBezTo>
                    <a:cubicBezTo>
                      <a:pt x="36" y="30"/>
                      <a:pt x="35" y="17"/>
                      <a:pt x="28" y="17"/>
                    </a:cubicBezTo>
                    <a:cubicBezTo>
                      <a:pt x="26" y="17"/>
                      <a:pt x="23" y="19"/>
                      <a:pt x="21" y="20"/>
                    </a:cubicBezTo>
                    <a:cubicBezTo>
                      <a:pt x="16" y="22"/>
                      <a:pt x="11" y="20"/>
                      <a:pt x="6" y="23"/>
                    </a:cubicBezTo>
                  </a:path>
                </a:pathLst>
              </a:custGeom>
              <a:solidFill>
                <a:srgbClr val="DFE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464">
                <a:extLst>
                  <a:ext uri="{FF2B5EF4-FFF2-40B4-BE49-F238E27FC236}">
                    <a16:creationId xmlns:a16="http://schemas.microsoft.com/office/drawing/2014/main" id="{143F12A2-D1DC-4D41-9342-B08C143D7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083"/>
                <a:ext cx="95" cy="134"/>
              </a:xfrm>
              <a:custGeom>
                <a:avLst/>
                <a:gdLst>
                  <a:gd name="T0" fmla="*/ 595 w 38"/>
                  <a:gd name="T1" fmla="*/ 0 h 50"/>
                  <a:gd name="T2" fmla="*/ 158 w 38"/>
                  <a:gd name="T3" fmla="*/ 732 h 50"/>
                  <a:gd name="T4" fmla="*/ 438 w 38"/>
                  <a:gd name="T5" fmla="*/ 812 h 50"/>
                  <a:gd name="T6" fmla="*/ 283 w 38"/>
                  <a:gd name="T7" fmla="*/ 710 h 50"/>
                  <a:gd name="T8" fmla="*/ 395 w 38"/>
                  <a:gd name="T9" fmla="*/ 517 h 50"/>
                  <a:gd name="T10" fmla="*/ 520 w 38"/>
                  <a:gd name="T11" fmla="*/ 273 h 50"/>
                  <a:gd name="T12" fmla="*/ 595 w 38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0">
                    <a:moveTo>
                      <a:pt x="38" y="0"/>
                    </a:moveTo>
                    <a:cubicBezTo>
                      <a:pt x="31" y="14"/>
                      <a:pt x="20" y="26"/>
                      <a:pt x="10" y="38"/>
                    </a:cubicBezTo>
                    <a:cubicBezTo>
                      <a:pt x="0" y="50"/>
                      <a:pt x="23" y="40"/>
                      <a:pt x="28" y="42"/>
                    </a:cubicBezTo>
                    <a:cubicBezTo>
                      <a:pt x="25" y="41"/>
                      <a:pt x="19" y="40"/>
                      <a:pt x="18" y="37"/>
                    </a:cubicBezTo>
                    <a:cubicBezTo>
                      <a:pt x="16" y="33"/>
                      <a:pt x="23" y="29"/>
                      <a:pt x="25" y="27"/>
                    </a:cubicBezTo>
                    <a:cubicBezTo>
                      <a:pt x="28" y="23"/>
                      <a:pt x="30" y="19"/>
                      <a:pt x="33" y="14"/>
                    </a:cubicBezTo>
                    <a:cubicBezTo>
                      <a:pt x="36" y="9"/>
                      <a:pt x="35" y="2"/>
                      <a:pt x="38" y="0"/>
                    </a:cubicBezTo>
                  </a:path>
                </a:pathLst>
              </a:custGeom>
              <a:solidFill>
                <a:srgbClr val="DFE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465">
                <a:extLst>
                  <a:ext uri="{FF2B5EF4-FFF2-40B4-BE49-F238E27FC236}">
                    <a16:creationId xmlns:a16="http://schemas.microsoft.com/office/drawing/2014/main" id="{4666D07B-2B2C-421B-910F-21FCADCA1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307"/>
                <a:ext cx="155" cy="86"/>
              </a:xfrm>
              <a:custGeom>
                <a:avLst/>
                <a:gdLst>
                  <a:gd name="T0" fmla="*/ 188 w 62"/>
                  <a:gd name="T1" fmla="*/ 137 h 32"/>
                  <a:gd name="T2" fmla="*/ 363 w 62"/>
                  <a:gd name="T3" fmla="*/ 159 h 32"/>
                  <a:gd name="T4" fmla="*/ 458 w 62"/>
                  <a:gd name="T5" fmla="*/ 347 h 32"/>
                  <a:gd name="T6" fmla="*/ 688 w 62"/>
                  <a:gd name="T7" fmla="*/ 621 h 32"/>
                  <a:gd name="T8" fmla="*/ 675 w 62"/>
                  <a:gd name="T9" fmla="*/ 390 h 32"/>
                  <a:gd name="T10" fmla="*/ 970 w 62"/>
                  <a:gd name="T11" fmla="*/ 253 h 32"/>
                  <a:gd name="T12" fmla="*/ 750 w 62"/>
                  <a:gd name="T13" fmla="*/ 231 h 32"/>
                  <a:gd name="T14" fmla="*/ 613 w 62"/>
                  <a:gd name="T15" fmla="*/ 175 h 32"/>
                  <a:gd name="T16" fmla="*/ 333 w 62"/>
                  <a:gd name="T17" fmla="*/ 81 h 32"/>
                  <a:gd name="T18" fmla="*/ 0 w 62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32">
                    <a:moveTo>
                      <a:pt x="12" y="7"/>
                    </a:moveTo>
                    <a:cubicBezTo>
                      <a:pt x="15" y="7"/>
                      <a:pt x="20" y="6"/>
                      <a:pt x="23" y="8"/>
                    </a:cubicBezTo>
                    <a:cubicBezTo>
                      <a:pt x="27" y="10"/>
                      <a:pt x="27" y="14"/>
                      <a:pt x="29" y="18"/>
                    </a:cubicBezTo>
                    <a:cubicBezTo>
                      <a:pt x="33" y="24"/>
                      <a:pt x="40" y="26"/>
                      <a:pt x="44" y="32"/>
                    </a:cubicBezTo>
                    <a:cubicBezTo>
                      <a:pt x="43" y="29"/>
                      <a:pt x="41" y="23"/>
                      <a:pt x="43" y="20"/>
                    </a:cubicBezTo>
                    <a:cubicBezTo>
                      <a:pt x="48" y="14"/>
                      <a:pt x="59" y="20"/>
                      <a:pt x="62" y="13"/>
                    </a:cubicBezTo>
                    <a:cubicBezTo>
                      <a:pt x="57" y="13"/>
                      <a:pt x="53" y="13"/>
                      <a:pt x="48" y="12"/>
                    </a:cubicBezTo>
                    <a:cubicBezTo>
                      <a:pt x="44" y="11"/>
                      <a:pt x="42" y="11"/>
                      <a:pt x="39" y="9"/>
                    </a:cubicBezTo>
                    <a:cubicBezTo>
                      <a:pt x="37" y="7"/>
                      <a:pt x="25" y="4"/>
                      <a:pt x="21" y="4"/>
                    </a:cubicBezTo>
                    <a:cubicBezTo>
                      <a:pt x="14" y="4"/>
                      <a:pt x="7" y="2"/>
                      <a:pt x="0" y="0"/>
                    </a:cubicBezTo>
                  </a:path>
                </a:pathLst>
              </a:custGeom>
              <a:solidFill>
                <a:srgbClr val="DFE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466">
                <a:extLst>
                  <a:ext uri="{FF2B5EF4-FFF2-40B4-BE49-F238E27FC236}">
                    <a16:creationId xmlns:a16="http://schemas.microsoft.com/office/drawing/2014/main" id="{05AEF6F4-B9E4-44F1-8C7D-23CA69CB1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033"/>
                <a:ext cx="60" cy="184"/>
              </a:xfrm>
              <a:custGeom>
                <a:avLst/>
                <a:gdLst>
                  <a:gd name="T0" fmla="*/ 208 w 24"/>
                  <a:gd name="T1" fmla="*/ 0 h 69"/>
                  <a:gd name="T2" fmla="*/ 220 w 24"/>
                  <a:gd name="T3" fmla="*/ 605 h 69"/>
                  <a:gd name="T4" fmla="*/ 375 w 24"/>
                  <a:gd name="T5" fmla="*/ 1229 h 69"/>
                  <a:gd name="T6" fmla="*/ 145 w 24"/>
                  <a:gd name="T7" fmla="*/ 1288 h 69"/>
                  <a:gd name="T8" fmla="*/ 208 w 24"/>
                  <a:gd name="T9" fmla="*/ 1003 h 69"/>
                  <a:gd name="T10" fmla="*/ 63 w 24"/>
                  <a:gd name="T11" fmla="*/ 661 h 69"/>
                  <a:gd name="T12" fmla="*/ 33 w 24"/>
                  <a:gd name="T13" fmla="*/ 435 h 69"/>
                  <a:gd name="T14" fmla="*/ 20 w 24"/>
                  <a:gd name="T15" fmla="*/ 285 h 69"/>
                  <a:gd name="T16" fmla="*/ 158 w 24"/>
                  <a:gd name="T17" fmla="*/ 77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69">
                    <a:moveTo>
                      <a:pt x="13" y="0"/>
                    </a:moveTo>
                    <a:cubicBezTo>
                      <a:pt x="9" y="8"/>
                      <a:pt x="12" y="24"/>
                      <a:pt x="14" y="32"/>
                    </a:cubicBezTo>
                    <a:cubicBezTo>
                      <a:pt x="16" y="43"/>
                      <a:pt x="21" y="54"/>
                      <a:pt x="24" y="65"/>
                    </a:cubicBezTo>
                    <a:cubicBezTo>
                      <a:pt x="19" y="69"/>
                      <a:pt x="14" y="63"/>
                      <a:pt x="9" y="68"/>
                    </a:cubicBezTo>
                    <a:cubicBezTo>
                      <a:pt x="11" y="64"/>
                      <a:pt x="13" y="59"/>
                      <a:pt x="13" y="53"/>
                    </a:cubicBezTo>
                    <a:cubicBezTo>
                      <a:pt x="12" y="46"/>
                      <a:pt x="7" y="41"/>
                      <a:pt x="4" y="35"/>
                    </a:cubicBezTo>
                    <a:cubicBezTo>
                      <a:pt x="3" y="31"/>
                      <a:pt x="3" y="27"/>
                      <a:pt x="2" y="23"/>
                    </a:cubicBezTo>
                    <a:cubicBezTo>
                      <a:pt x="1" y="20"/>
                      <a:pt x="0" y="19"/>
                      <a:pt x="1" y="15"/>
                    </a:cubicBezTo>
                    <a:cubicBezTo>
                      <a:pt x="3" y="10"/>
                      <a:pt x="8" y="9"/>
                      <a:pt x="10" y="4"/>
                    </a:cubicBezTo>
                  </a:path>
                </a:pathLst>
              </a:custGeom>
              <a:solidFill>
                <a:srgbClr val="DFE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467">
                <a:extLst>
                  <a:ext uri="{FF2B5EF4-FFF2-40B4-BE49-F238E27FC236}">
                    <a16:creationId xmlns:a16="http://schemas.microsoft.com/office/drawing/2014/main" id="{17779189-C733-43A8-90F9-9F21A9ED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425"/>
                <a:ext cx="110" cy="101"/>
              </a:xfrm>
              <a:custGeom>
                <a:avLst/>
                <a:gdLst>
                  <a:gd name="T0" fmla="*/ 113 w 44"/>
                  <a:gd name="T1" fmla="*/ 149 h 38"/>
                  <a:gd name="T2" fmla="*/ 0 w 44"/>
                  <a:gd name="T3" fmla="*/ 712 h 38"/>
                  <a:gd name="T4" fmla="*/ 270 w 44"/>
                  <a:gd name="T5" fmla="*/ 247 h 38"/>
                  <a:gd name="T6" fmla="*/ 688 w 44"/>
                  <a:gd name="T7" fmla="*/ 170 h 38"/>
                  <a:gd name="T8" fmla="*/ 533 w 44"/>
                  <a:gd name="T9" fmla="*/ 93 h 38"/>
                  <a:gd name="T10" fmla="*/ 438 w 44"/>
                  <a:gd name="T11" fmla="*/ 56 h 38"/>
                  <a:gd name="T12" fmla="*/ 188 w 44"/>
                  <a:gd name="T13" fmla="*/ 114 h 38"/>
                  <a:gd name="T14" fmla="*/ 113 w 44"/>
                  <a:gd name="T15" fmla="*/ 149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8">
                    <a:moveTo>
                      <a:pt x="7" y="8"/>
                    </a:moveTo>
                    <a:cubicBezTo>
                      <a:pt x="9" y="17"/>
                      <a:pt x="7" y="32"/>
                      <a:pt x="0" y="38"/>
                    </a:cubicBezTo>
                    <a:cubicBezTo>
                      <a:pt x="8" y="32"/>
                      <a:pt x="10" y="17"/>
                      <a:pt x="17" y="13"/>
                    </a:cubicBezTo>
                    <a:cubicBezTo>
                      <a:pt x="24" y="8"/>
                      <a:pt x="35" y="15"/>
                      <a:pt x="44" y="9"/>
                    </a:cubicBezTo>
                    <a:cubicBezTo>
                      <a:pt x="38" y="10"/>
                      <a:pt x="35" y="9"/>
                      <a:pt x="34" y="5"/>
                    </a:cubicBezTo>
                    <a:cubicBezTo>
                      <a:pt x="33" y="0"/>
                      <a:pt x="29" y="2"/>
                      <a:pt x="28" y="3"/>
                    </a:cubicBezTo>
                    <a:cubicBezTo>
                      <a:pt x="23" y="6"/>
                      <a:pt x="18" y="8"/>
                      <a:pt x="12" y="6"/>
                    </a:cubicBezTo>
                    <a:cubicBezTo>
                      <a:pt x="8" y="3"/>
                      <a:pt x="5" y="4"/>
                      <a:pt x="7" y="8"/>
                    </a:cubicBezTo>
                    <a:close/>
                  </a:path>
                </a:pathLst>
              </a:custGeom>
              <a:solidFill>
                <a:srgbClr val="FFE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468">
                <a:extLst>
                  <a:ext uri="{FF2B5EF4-FFF2-40B4-BE49-F238E27FC236}">
                    <a16:creationId xmlns:a16="http://schemas.microsoft.com/office/drawing/2014/main" id="{D8827263-41E9-48E1-BC55-08C963B4B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435"/>
                <a:ext cx="55" cy="67"/>
              </a:xfrm>
              <a:custGeom>
                <a:avLst/>
                <a:gdLst>
                  <a:gd name="T0" fmla="*/ 20 w 22"/>
                  <a:gd name="T1" fmla="*/ 21 h 25"/>
                  <a:gd name="T2" fmla="*/ 345 w 22"/>
                  <a:gd name="T3" fmla="*/ 482 h 25"/>
                  <a:gd name="T4" fmla="*/ 145 w 22"/>
                  <a:gd name="T5" fmla="*/ 137 h 25"/>
                  <a:gd name="T6" fmla="*/ 0 w 2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1" y="1"/>
                    </a:moveTo>
                    <a:cubicBezTo>
                      <a:pt x="16" y="0"/>
                      <a:pt x="15" y="15"/>
                      <a:pt x="22" y="25"/>
                    </a:cubicBezTo>
                    <a:cubicBezTo>
                      <a:pt x="17" y="22"/>
                      <a:pt x="13" y="12"/>
                      <a:pt x="9" y="7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solidFill>
                <a:srgbClr val="FFE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Freeform 469">
                <a:extLst>
                  <a:ext uri="{FF2B5EF4-FFF2-40B4-BE49-F238E27FC236}">
                    <a16:creationId xmlns:a16="http://schemas.microsoft.com/office/drawing/2014/main" id="{C6E38649-34A0-4E9A-B441-BE7A51200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401"/>
                <a:ext cx="75" cy="45"/>
              </a:xfrm>
              <a:custGeom>
                <a:avLst/>
                <a:gdLst>
                  <a:gd name="T0" fmla="*/ 0 w 30"/>
                  <a:gd name="T1" fmla="*/ 238 h 17"/>
                  <a:gd name="T2" fmla="*/ 300 w 30"/>
                  <a:gd name="T3" fmla="*/ 21 h 17"/>
                  <a:gd name="T4" fmla="*/ 458 w 30"/>
                  <a:gd name="T5" fmla="*/ 315 h 17"/>
                  <a:gd name="T6" fmla="*/ 300 w 30"/>
                  <a:gd name="T7" fmla="*/ 148 h 17"/>
                  <a:gd name="T8" fmla="*/ 113 w 30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0" y="13"/>
                    </a:moveTo>
                    <a:cubicBezTo>
                      <a:pt x="7" y="10"/>
                      <a:pt x="12" y="3"/>
                      <a:pt x="19" y="1"/>
                    </a:cubicBezTo>
                    <a:cubicBezTo>
                      <a:pt x="28" y="0"/>
                      <a:pt x="30" y="10"/>
                      <a:pt x="29" y="17"/>
                    </a:cubicBezTo>
                    <a:cubicBezTo>
                      <a:pt x="28" y="9"/>
                      <a:pt x="27" y="6"/>
                      <a:pt x="19" y="8"/>
                    </a:cubicBezTo>
                    <a:cubicBezTo>
                      <a:pt x="15" y="8"/>
                      <a:pt x="10" y="9"/>
                      <a:pt x="7" y="11"/>
                    </a:cubicBezTo>
                  </a:path>
                </a:pathLst>
              </a:custGeom>
              <a:solidFill>
                <a:srgbClr val="FFE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1" name="Freeform 470">
                <a:extLst>
                  <a:ext uri="{FF2B5EF4-FFF2-40B4-BE49-F238E27FC236}">
                    <a16:creationId xmlns:a16="http://schemas.microsoft.com/office/drawing/2014/main" id="{4C6DE754-2429-4FDB-9094-030BFA20E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310"/>
                <a:ext cx="22" cy="48"/>
              </a:xfrm>
              <a:custGeom>
                <a:avLst/>
                <a:gdLst>
                  <a:gd name="T0" fmla="*/ 0 w 9"/>
                  <a:gd name="T1" fmla="*/ 192 h 18"/>
                  <a:gd name="T2" fmla="*/ 120 w 9"/>
                  <a:gd name="T3" fmla="*/ 341 h 18"/>
                  <a:gd name="T4" fmla="*/ 103 w 9"/>
                  <a:gd name="T5" fmla="*/ 0 h 18"/>
                  <a:gd name="T6" fmla="*/ 29 w 9"/>
                  <a:gd name="T7" fmla="*/ 9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0" y="10"/>
                    </a:moveTo>
                    <a:cubicBezTo>
                      <a:pt x="5" y="9"/>
                      <a:pt x="5" y="16"/>
                      <a:pt x="8" y="18"/>
                    </a:cubicBezTo>
                    <a:cubicBezTo>
                      <a:pt x="9" y="14"/>
                      <a:pt x="8" y="4"/>
                      <a:pt x="7" y="0"/>
                    </a:cubicBezTo>
                    <a:cubicBezTo>
                      <a:pt x="4" y="1"/>
                      <a:pt x="3" y="3"/>
                      <a:pt x="2" y="5"/>
                    </a:cubicBezTo>
                  </a:path>
                </a:pathLst>
              </a:custGeom>
              <a:solidFill>
                <a:srgbClr val="976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2" name="Freeform 471">
                <a:extLst>
                  <a:ext uri="{FF2B5EF4-FFF2-40B4-BE49-F238E27FC236}">
                    <a16:creationId xmlns:a16="http://schemas.microsoft.com/office/drawing/2014/main" id="{95A8664E-6E8D-4179-B763-146FB88C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403"/>
                <a:ext cx="62" cy="48"/>
              </a:xfrm>
              <a:custGeom>
                <a:avLst/>
                <a:gdLst>
                  <a:gd name="T0" fmla="*/ 0 w 25"/>
                  <a:gd name="T1" fmla="*/ 171 h 18"/>
                  <a:gd name="T2" fmla="*/ 104 w 25"/>
                  <a:gd name="T3" fmla="*/ 0 h 18"/>
                  <a:gd name="T4" fmla="*/ 382 w 25"/>
                  <a:gd name="T5" fmla="*/ 320 h 18"/>
                  <a:gd name="T6" fmla="*/ 0 w 25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0" y="9"/>
                    </a:moveTo>
                    <a:cubicBezTo>
                      <a:pt x="4" y="8"/>
                      <a:pt x="6" y="4"/>
                      <a:pt x="7" y="0"/>
                    </a:cubicBezTo>
                    <a:cubicBezTo>
                      <a:pt x="11" y="8"/>
                      <a:pt x="20" y="10"/>
                      <a:pt x="25" y="17"/>
                    </a:cubicBezTo>
                    <a:cubicBezTo>
                      <a:pt x="16" y="18"/>
                      <a:pt x="7" y="14"/>
                      <a:pt x="0" y="8"/>
                    </a:cubicBezTo>
                  </a:path>
                </a:pathLst>
              </a:custGeom>
              <a:solidFill>
                <a:srgbClr val="976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3" name="Freeform 472">
                <a:extLst>
                  <a:ext uri="{FF2B5EF4-FFF2-40B4-BE49-F238E27FC236}">
                    <a16:creationId xmlns:a16="http://schemas.microsoft.com/office/drawing/2014/main" id="{ABA04654-68AF-4B7D-8F7A-CF7ADB025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211"/>
                <a:ext cx="28" cy="46"/>
              </a:xfrm>
              <a:custGeom>
                <a:avLst/>
                <a:gdLst>
                  <a:gd name="T0" fmla="*/ 64 w 11"/>
                  <a:gd name="T1" fmla="*/ 38 h 17"/>
                  <a:gd name="T2" fmla="*/ 0 w 11"/>
                  <a:gd name="T3" fmla="*/ 336 h 17"/>
                  <a:gd name="T4" fmla="*/ 181 w 11"/>
                  <a:gd name="T5" fmla="*/ 0 h 17"/>
                  <a:gd name="T6" fmla="*/ 150 w 11"/>
                  <a:gd name="T7" fmla="*/ 3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4" y="2"/>
                    </a:moveTo>
                    <a:cubicBezTo>
                      <a:pt x="3" y="7"/>
                      <a:pt x="2" y="12"/>
                      <a:pt x="0" y="17"/>
                    </a:cubicBezTo>
                    <a:cubicBezTo>
                      <a:pt x="5" y="15"/>
                      <a:pt x="8" y="5"/>
                      <a:pt x="11" y="0"/>
                    </a:cubicBezTo>
                    <a:cubicBezTo>
                      <a:pt x="9" y="1"/>
                      <a:pt x="9" y="1"/>
                      <a:pt x="9" y="2"/>
                    </a:cubicBezTo>
                  </a:path>
                </a:pathLst>
              </a:custGeom>
              <a:solidFill>
                <a:srgbClr val="976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473">
                <a:extLst>
                  <a:ext uri="{FF2B5EF4-FFF2-40B4-BE49-F238E27FC236}">
                    <a16:creationId xmlns:a16="http://schemas.microsoft.com/office/drawing/2014/main" id="{8A2E0CC0-B2AC-4320-9FF0-302A8BEB7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153"/>
                <a:ext cx="18" cy="42"/>
              </a:xfrm>
              <a:custGeom>
                <a:avLst/>
                <a:gdLst>
                  <a:gd name="T0" fmla="*/ 54 w 7"/>
                  <a:gd name="T1" fmla="*/ 55 h 16"/>
                  <a:gd name="T2" fmla="*/ 0 w 7"/>
                  <a:gd name="T3" fmla="*/ 289 h 16"/>
                  <a:gd name="T4" fmla="*/ 118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3" y="3"/>
                    </a:moveTo>
                    <a:cubicBezTo>
                      <a:pt x="1" y="7"/>
                      <a:pt x="0" y="12"/>
                      <a:pt x="0" y="16"/>
                    </a:cubicBezTo>
                    <a:cubicBezTo>
                      <a:pt x="3" y="12"/>
                      <a:pt x="7" y="5"/>
                      <a:pt x="7" y="0"/>
                    </a:cubicBezTo>
                  </a:path>
                </a:pathLst>
              </a:custGeom>
              <a:solidFill>
                <a:srgbClr val="976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474">
                <a:extLst>
                  <a:ext uri="{FF2B5EF4-FFF2-40B4-BE49-F238E27FC236}">
                    <a16:creationId xmlns:a16="http://schemas.microsoft.com/office/drawing/2014/main" id="{1D2EC74B-7910-49F8-AC5E-BF1F05BEE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161"/>
                <a:ext cx="73" cy="181"/>
              </a:xfrm>
              <a:custGeom>
                <a:avLst/>
                <a:gdLst>
                  <a:gd name="T0" fmla="*/ 0 w 29"/>
                  <a:gd name="T1" fmla="*/ 1283 h 68"/>
                  <a:gd name="T2" fmla="*/ 347 w 29"/>
                  <a:gd name="T3" fmla="*/ 644 h 68"/>
                  <a:gd name="T4" fmla="*/ 463 w 29"/>
                  <a:gd name="T5" fmla="*/ 0 h 68"/>
                  <a:gd name="T6" fmla="*/ 284 w 29"/>
                  <a:gd name="T7" fmla="*/ 532 h 68"/>
                  <a:gd name="T8" fmla="*/ 126 w 29"/>
                  <a:gd name="T9" fmla="*/ 1091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0" y="68"/>
                    </a:moveTo>
                    <a:cubicBezTo>
                      <a:pt x="9" y="59"/>
                      <a:pt x="16" y="45"/>
                      <a:pt x="22" y="34"/>
                    </a:cubicBezTo>
                    <a:cubicBezTo>
                      <a:pt x="28" y="22"/>
                      <a:pt x="27" y="13"/>
                      <a:pt x="29" y="0"/>
                    </a:cubicBezTo>
                    <a:cubicBezTo>
                      <a:pt x="27" y="10"/>
                      <a:pt x="23" y="19"/>
                      <a:pt x="18" y="28"/>
                    </a:cubicBezTo>
                    <a:cubicBezTo>
                      <a:pt x="12" y="39"/>
                      <a:pt x="9" y="45"/>
                      <a:pt x="8" y="58"/>
                    </a:cubicBezTo>
                  </a:path>
                </a:pathLst>
              </a:custGeom>
              <a:solidFill>
                <a:srgbClr val="ECC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475">
                <a:extLst>
                  <a:ext uri="{FF2B5EF4-FFF2-40B4-BE49-F238E27FC236}">
                    <a16:creationId xmlns:a16="http://schemas.microsoft.com/office/drawing/2014/main" id="{CA6470F1-1B35-407D-BBE9-0A8ADFB9E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393"/>
                <a:ext cx="60" cy="42"/>
              </a:xfrm>
              <a:custGeom>
                <a:avLst/>
                <a:gdLst>
                  <a:gd name="T0" fmla="*/ 0 w 24"/>
                  <a:gd name="T1" fmla="*/ 165 h 16"/>
                  <a:gd name="T2" fmla="*/ 113 w 24"/>
                  <a:gd name="T3" fmla="*/ 0 h 16"/>
                  <a:gd name="T4" fmla="*/ 375 w 24"/>
                  <a:gd name="T5" fmla="*/ 289 h 16"/>
                  <a:gd name="T6" fmla="*/ 158 w 24"/>
                  <a:gd name="T7" fmla="*/ 200 h 16"/>
                  <a:gd name="T8" fmla="*/ 20 w 24"/>
                  <a:gd name="T9" fmla="*/ 14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0" y="9"/>
                    </a:moveTo>
                    <a:cubicBezTo>
                      <a:pt x="3" y="8"/>
                      <a:pt x="6" y="3"/>
                      <a:pt x="7" y="0"/>
                    </a:cubicBezTo>
                    <a:cubicBezTo>
                      <a:pt x="10" y="6"/>
                      <a:pt x="20" y="11"/>
                      <a:pt x="24" y="16"/>
                    </a:cubicBezTo>
                    <a:cubicBezTo>
                      <a:pt x="20" y="14"/>
                      <a:pt x="14" y="13"/>
                      <a:pt x="10" y="11"/>
                    </a:cubicBezTo>
                    <a:cubicBezTo>
                      <a:pt x="8" y="10"/>
                      <a:pt x="1" y="8"/>
                      <a:pt x="1" y="8"/>
                    </a:cubicBezTo>
                  </a:path>
                </a:pathLst>
              </a:custGeom>
              <a:solidFill>
                <a:srgbClr val="ED8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476">
                <a:extLst>
                  <a:ext uri="{FF2B5EF4-FFF2-40B4-BE49-F238E27FC236}">
                    <a16:creationId xmlns:a16="http://schemas.microsoft.com/office/drawing/2014/main" id="{EC6EFB76-F5A0-4770-B81D-AFC5E80FC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481"/>
                <a:ext cx="217" cy="82"/>
              </a:xfrm>
              <a:custGeom>
                <a:avLst/>
                <a:gdLst>
                  <a:gd name="T0" fmla="*/ 12 w 87"/>
                  <a:gd name="T1" fmla="*/ 518 h 31"/>
                  <a:gd name="T2" fmla="*/ 559 w 87"/>
                  <a:gd name="T3" fmla="*/ 183 h 31"/>
                  <a:gd name="T4" fmla="*/ 933 w 87"/>
                  <a:gd name="T5" fmla="*/ 90 h 31"/>
                  <a:gd name="T6" fmla="*/ 1349 w 87"/>
                  <a:gd name="T7" fmla="*/ 0 h 31"/>
                  <a:gd name="T8" fmla="*/ 903 w 87"/>
                  <a:gd name="T9" fmla="*/ 183 h 31"/>
                  <a:gd name="T10" fmla="*/ 683 w 87"/>
                  <a:gd name="T11" fmla="*/ 294 h 31"/>
                  <a:gd name="T12" fmla="*/ 604 w 87"/>
                  <a:gd name="T13" fmla="*/ 426 h 31"/>
                  <a:gd name="T14" fmla="*/ 312 w 87"/>
                  <a:gd name="T15" fmla="*/ 553 h 31"/>
                  <a:gd name="T16" fmla="*/ 0 w 87"/>
                  <a:gd name="T17" fmla="*/ 553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31">
                    <a:moveTo>
                      <a:pt x="1" y="28"/>
                    </a:moveTo>
                    <a:cubicBezTo>
                      <a:pt x="8" y="18"/>
                      <a:pt x="25" y="13"/>
                      <a:pt x="36" y="10"/>
                    </a:cubicBezTo>
                    <a:cubicBezTo>
                      <a:pt x="44" y="8"/>
                      <a:pt x="52" y="6"/>
                      <a:pt x="60" y="5"/>
                    </a:cubicBezTo>
                    <a:cubicBezTo>
                      <a:pt x="69" y="3"/>
                      <a:pt x="78" y="3"/>
                      <a:pt x="87" y="0"/>
                    </a:cubicBezTo>
                    <a:cubicBezTo>
                      <a:pt x="77" y="4"/>
                      <a:pt x="68" y="8"/>
                      <a:pt x="58" y="10"/>
                    </a:cubicBezTo>
                    <a:cubicBezTo>
                      <a:pt x="53" y="12"/>
                      <a:pt x="49" y="13"/>
                      <a:pt x="44" y="16"/>
                    </a:cubicBezTo>
                    <a:cubicBezTo>
                      <a:pt x="40" y="18"/>
                      <a:pt x="41" y="20"/>
                      <a:pt x="39" y="23"/>
                    </a:cubicBezTo>
                    <a:cubicBezTo>
                      <a:pt x="36" y="28"/>
                      <a:pt x="26" y="29"/>
                      <a:pt x="20" y="30"/>
                    </a:cubicBezTo>
                    <a:cubicBezTo>
                      <a:pt x="16" y="30"/>
                      <a:pt x="1" y="31"/>
                      <a:pt x="0" y="30"/>
                    </a:cubicBezTo>
                  </a:path>
                </a:pathLst>
              </a:custGeom>
              <a:solidFill>
                <a:srgbClr val="ECC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477">
                <a:extLst>
                  <a:ext uri="{FF2B5EF4-FFF2-40B4-BE49-F238E27FC236}">
                    <a16:creationId xmlns:a16="http://schemas.microsoft.com/office/drawing/2014/main" id="{35339056-E6A4-4E7B-888C-889069C9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222"/>
                <a:ext cx="97" cy="144"/>
              </a:xfrm>
              <a:custGeom>
                <a:avLst/>
                <a:gdLst>
                  <a:gd name="T0" fmla="*/ 137 w 39"/>
                  <a:gd name="T1" fmla="*/ 760 h 54"/>
                  <a:gd name="T2" fmla="*/ 124 w 39"/>
                  <a:gd name="T3" fmla="*/ 1024 h 54"/>
                  <a:gd name="T4" fmla="*/ 279 w 39"/>
                  <a:gd name="T5" fmla="*/ 832 h 54"/>
                  <a:gd name="T6" fmla="*/ 507 w 39"/>
                  <a:gd name="T7" fmla="*/ 363 h 54"/>
                  <a:gd name="T8" fmla="*/ 557 w 39"/>
                  <a:gd name="T9" fmla="*/ 171 h 54"/>
                  <a:gd name="T10" fmla="*/ 570 w 39"/>
                  <a:gd name="T11" fmla="*/ 35 h 54"/>
                  <a:gd name="T12" fmla="*/ 495 w 39"/>
                  <a:gd name="T13" fmla="*/ 77 h 54"/>
                  <a:gd name="T14" fmla="*/ 507 w 39"/>
                  <a:gd name="T15" fmla="*/ 136 h 54"/>
                  <a:gd name="T16" fmla="*/ 495 w 39"/>
                  <a:gd name="T17" fmla="*/ 248 h 54"/>
                  <a:gd name="T18" fmla="*/ 246 w 39"/>
                  <a:gd name="T19" fmla="*/ 704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54">
                    <a:moveTo>
                      <a:pt x="9" y="40"/>
                    </a:moveTo>
                    <a:cubicBezTo>
                      <a:pt x="0" y="43"/>
                      <a:pt x="8" y="51"/>
                      <a:pt x="8" y="54"/>
                    </a:cubicBezTo>
                    <a:cubicBezTo>
                      <a:pt x="11" y="50"/>
                      <a:pt x="15" y="48"/>
                      <a:pt x="18" y="44"/>
                    </a:cubicBezTo>
                    <a:cubicBezTo>
                      <a:pt x="24" y="37"/>
                      <a:pt x="30" y="28"/>
                      <a:pt x="33" y="19"/>
                    </a:cubicBezTo>
                    <a:cubicBezTo>
                      <a:pt x="35" y="16"/>
                      <a:pt x="35" y="13"/>
                      <a:pt x="36" y="9"/>
                    </a:cubicBezTo>
                    <a:cubicBezTo>
                      <a:pt x="37" y="7"/>
                      <a:pt x="39" y="4"/>
                      <a:pt x="37" y="2"/>
                    </a:cubicBezTo>
                    <a:cubicBezTo>
                      <a:pt x="35" y="0"/>
                      <a:pt x="32" y="1"/>
                      <a:pt x="32" y="4"/>
                    </a:cubicBezTo>
                    <a:cubicBezTo>
                      <a:pt x="32" y="4"/>
                      <a:pt x="33" y="6"/>
                      <a:pt x="33" y="7"/>
                    </a:cubicBezTo>
                    <a:cubicBezTo>
                      <a:pt x="34" y="9"/>
                      <a:pt x="33" y="11"/>
                      <a:pt x="32" y="13"/>
                    </a:cubicBezTo>
                    <a:cubicBezTo>
                      <a:pt x="29" y="21"/>
                      <a:pt x="23" y="31"/>
                      <a:pt x="16" y="37"/>
                    </a:cubicBezTo>
                  </a:path>
                </a:pathLst>
              </a:custGeom>
              <a:solidFill>
                <a:srgbClr val="EFB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478">
                <a:extLst>
                  <a:ext uri="{FF2B5EF4-FFF2-40B4-BE49-F238E27FC236}">
                    <a16:creationId xmlns:a16="http://schemas.microsoft.com/office/drawing/2014/main" id="{1E7D0EFF-2130-4B62-830C-C27255CE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601"/>
                <a:ext cx="780" cy="440"/>
              </a:xfrm>
              <a:custGeom>
                <a:avLst/>
                <a:gdLst>
                  <a:gd name="T0" fmla="*/ 95 w 312"/>
                  <a:gd name="T1" fmla="*/ 3128 h 165"/>
                  <a:gd name="T2" fmla="*/ 2908 w 312"/>
                  <a:gd name="T3" fmla="*/ 0 h 165"/>
                  <a:gd name="T4" fmla="*/ 4875 w 312"/>
                  <a:gd name="T5" fmla="*/ 1160 h 165"/>
                  <a:gd name="T6" fmla="*/ 1908 w 312"/>
                  <a:gd name="T7" fmla="*/ 512 h 165"/>
                  <a:gd name="T8" fmla="*/ 95 w 312"/>
                  <a:gd name="T9" fmla="*/ 312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165">
                    <a:moveTo>
                      <a:pt x="6" y="165"/>
                    </a:moveTo>
                    <a:cubicBezTo>
                      <a:pt x="0" y="123"/>
                      <a:pt x="47" y="0"/>
                      <a:pt x="186" y="0"/>
                    </a:cubicBezTo>
                    <a:cubicBezTo>
                      <a:pt x="223" y="2"/>
                      <a:pt x="279" y="17"/>
                      <a:pt x="312" y="61"/>
                    </a:cubicBezTo>
                    <a:cubicBezTo>
                      <a:pt x="285" y="27"/>
                      <a:pt x="183" y="0"/>
                      <a:pt x="122" y="27"/>
                    </a:cubicBezTo>
                    <a:cubicBezTo>
                      <a:pt x="41" y="61"/>
                      <a:pt x="10" y="141"/>
                      <a:pt x="6" y="165"/>
                    </a:cubicBezTo>
                    <a:close/>
                  </a:path>
                </a:pathLst>
              </a:custGeom>
              <a:solidFill>
                <a:srgbClr val="FF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479">
                <a:extLst>
                  <a:ext uri="{FF2B5EF4-FFF2-40B4-BE49-F238E27FC236}">
                    <a16:creationId xmlns:a16="http://schemas.microsoft.com/office/drawing/2014/main" id="{DA2D8383-4382-49B0-9ED9-076175508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574"/>
                <a:ext cx="888" cy="816"/>
              </a:xfrm>
              <a:custGeom>
                <a:avLst/>
                <a:gdLst>
                  <a:gd name="T0" fmla="*/ 3054 w 355"/>
                  <a:gd name="T1" fmla="*/ 56 h 306"/>
                  <a:gd name="T2" fmla="*/ 113 w 355"/>
                  <a:gd name="T3" fmla="*/ 2923 h 306"/>
                  <a:gd name="T4" fmla="*/ 1146 w 355"/>
                  <a:gd name="T5" fmla="*/ 5155 h 306"/>
                  <a:gd name="T6" fmla="*/ 4505 w 355"/>
                  <a:gd name="T7" fmla="*/ 4629 h 306"/>
                  <a:gd name="T8" fmla="*/ 5476 w 355"/>
                  <a:gd name="T9" fmla="*/ 2637 h 306"/>
                  <a:gd name="T10" fmla="*/ 3054 w 355"/>
                  <a:gd name="T11" fmla="*/ 56 h 3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5" h="306">
                    <a:moveTo>
                      <a:pt x="195" y="3"/>
                    </a:moveTo>
                    <a:cubicBezTo>
                      <a:pt x="78" y="0"/>
                      <a:pt x="15" y="94"/>
                      <a:pt x="7" y="154"/>
                    </a:cubicBezTo>
                    <a:cubicBezTo>
                      <a:pt x="0" y="215"/>
                      <a:pt x="34" y="258"/>
                      <a:pt x="73" y="272"/>
                    </a:cubicBezTo>
                    <a:cubicBezTo>
                      <a:pt x="112" y="286"/>
                      <a:pt x="213" y="306"/>
                      <a:pt x="288" y="244"/>
                    </a:cubicBezTo>
                    <a:cubicBezTo>
                      <a:pt x="326" y="212"/>
                      <a:pt x="348" y="175"/>
                      <a:pt x="350" y="139"/>
                    </a:cubicBezTo>
                    <a:cubicBezTo>
                      <a:pt x="355" y="90"/>
                      <a:pt x="313" y="7"/>
                      <a:pt x="195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480">
                <a:extLst>
                  <a:ext uri="{FF2B5EF4-FFF2-40B4-BE49-F238E27FC236}">
                    <a16:creationId xmlns:a16="http://schemas.microsoft.com/office/drawing/2014/main" id="{A7FB6DCD-0A70-4DF9-9732-E19473FDB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342"/>
                <a:ext cx="197" cy="133"/>
              </a:xfrm>
              <a:custGeom>
                <a:avLst/>
                <a:gdLst>
                  <a:gd name="T0" fmla="*/ 0 w 79"/>
                  <a:gd name="T1" fmla="*/ 0 h 50"/>
                  <a:gd name="T2" fmla="*/ 778 w 79"/>
                  <a:gd name="T3" fmla="*/ 793 h 50"/>
                  <a:gd name="T4" fmla="*/ 1224 w 79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50">
                    <a:moveTo>
                      <a:pt x="0" y="0"/>
                    </a:moveTo>
                    <a:cubicBezTo>
                      <a:pt x="12" y="20"/>
                      <a:pt x="30" y="35"/>
                      <a:pt x="50" y="42"/>
                    </a:cubicBezTo>
                    <a:cubicBezTo>
                      <a:pt x="57" y="44"/>
                      <a:pt x="67" y="47"/>
                      <a:pt x="79" y="5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481">
                <a:extLst>
                  <a:ext uri="{FF2B5EF4-FFF2-40B4-BE49-F238E27FC236}">
                    <a16:creationId xmlns:a16="http://schemas.microsoft.com/office/drawing/2014/main" id="{45643E43-32B8-4617-BD37-C8D19C03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137"/>
                <a:ext cx="503" cy="429"/>
              </a:xfrm>
              <a:custGeom>
                <a:avLst/>
                <a:gdLst>
                  <a:gd name="T0" fmla="*/ 0 w 201"/>
                  <a:gd name="T1" fmla="*/ 3046 h 161"/>
                  <a:gd name="T2" fmla="*/ 2160 w 201"/>
                  <a:gd name="T3" fmla="*/ 2193 h 161"/>
                  <a:gd name="T4" fmla="*/ 3131 w 201"/>
                  <a:gd name="T5" fmla="*/ 192 h 161"/>
                  <a:gd name="T6" fmla="*/ 3151 w 201"/>
                  <a:gd name="T7" fmla="*/ 0 h 1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161">
                    <a:moveTo>
                      <a:pt x="0" y="161"/>
                    </a:moveTo>
                    <a:cubicBezTo>
                      <a:pt x="44" y="161"/>
                      <a:pt x="96" y="151"/>
                      <a:pt x="138" y="116"/>
                    </a:cubicBezTo>
                    <a:cubicBezTo>
                      <a:pt x="176" y="84"/>
                      <a:pt x="198" y="47"/>
                      <a:pt x="200" y="10"/>
                    </a:cubicBezTo>
                    <a:cubicBezTo>
                      <a:pt x="201" y="7"/>
                      <a:pt x="201" y="4"/>
                      <a:pt x="20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482">
                <a:extLst>
                  <a:ext uri="{FF2B5EF4-FFF2-40B4-BE49-F238E27FC236}">
                    <a16:creationId xmlns:a16="http://schemas.microsoft.com/office/drawing/2014/main" id="{DCA7E40B-2AB8-4857-8635-E2B2065EE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366"/>
                <a:ext cx="307" cy="197"/>
              </a:xfrm>
              <a:custGeom>
                <a:avLst/>
                <a:gdLst>
                  <a:gd name="T0" fmla="*/ 0 w 123"/>
                  <a:gd name="T1" fmla="*/ 0 h 74"/>
                  <a:gd name="T2" fmla="*/ 884 w 123"/>
                  <a:gd name="T3" fmla="*/ 1169 h 74"/>
                  <a:gd name="T4" fmla="*/ 1912 w 123"/>
                  <a:gd name="T5" fmla="*/ 1395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74">
                    <a:moveTo>
                      <a:pt x="0" y="0"/>
                    </a:moveTo>
                    <a:cubicBezTo>
                      <a:pt x="11" y="30"/>
                      <a:pt x="32" y="53"/>
                      <a:pt x="57" y="62"/>
                    </a:cubicBezTo>
                    <a:cubicBezTo>
                      <a:pt x="72" y="67"/>
                      <a:pt x="95" y="73"/>
                      <a:pt x="123" y="7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483">
                <a:extLst>
                  <a:ext uri="{FF2B5EF4-FFF2-40B4-BE49-F238E27FC236}">
                    <a16:creationId xmlns:a16="http://schemas.microsoft.com/office/drawing/2014/main" id="{A0F9EE3E-2A45-4BAD-9307-1937CFB5C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913"/>
                <a:ext cx="1023" cy="608"/>
              </a:xfrm>
              <a:custGeom>
                <a:avLst/>
                <a:gdLst>
                  <a:gd name="T0" fmla="*/ 6318 w 409"/>
                  <a:gd name="T1" fmla="*/ 248 h 228"/>
                  <a:gd name="T2" fmla="*/ 6088 w 409"/>
                  <a:gd name="T3" fmla="*/ 93 h 228"/>
                  <a:gd name="T4" fmla="*/ 5963 w 409"/>
                  <a:gd name="T5" fmla="*/ 0 h 228"/>
                  <a:gd name="T6" fmla="*/ 5943 w 409"/>
                  <a:gd name="T7" fmla="*/ 227 h 228"/>
                  <a:gd name="T8" fmla="*/ 4972 w 409"/>
                  <a:gd name="T9" fmla="*/ 2219 h 228"/>
                  <a:gd name="T10" fmla="*/ 1613 w 409"/>
                  <a:gd name="T11" fmla="*/ 2752 h 228"/>
                  <a:gd name="T12" fmla="*/ 583 w 409"/>
                  <a:gd name="T13" fmla="*/ 512 h 228"/>
                  <a:gd name="T14" fmla="*/ 613 w 409"/>
                  <a:gd name="T15" fmla="*/ 320 h 228"/>
                  <a:gd name="T16" fmla="*/ 563 w 409"/>
                  <a:gd name="T17" fmla="*/ 363 h 228"/>
                  <a:gd name="T18" fmla="*/ 333 w 409"/>
                  <a:gd name="T19" fmla="*/ 589 h 228"/>
                  <a:gd name="T20" fmla="*/ 313 w 409"/>
                  <a:gd name="T21" fmla="*/ 819 h 228"/>
                  <a:gd name="T22" fmla="*/ 175 w 409"/>
                  <a:gd name="T23" fmla="*/ 1059 h 228"/>
                  <a:gd name="T24" fmla="*/ 188 w 409"/>
                  <a:gd name="T25" fmla="*/ 1536 h 228"/>
                  <a:gd name="T26" fmla="*/ 50 w 409"/>
                  <a:gd name="T27" fmla="*/ 2013 h 228"/>
                  <a:gd name="T28" fmla="*/ 113 w 409"/>
                  <a:gd name="T29" fmla="*/ 2355 h 228"/>
                  <a:gd name="T30" fmla="*/ 313 w 409"/>
                  <a:gd name="T31" fmla="*/ 2275 h 228"/>
                  <a:gd name="T32" fmla="*/ 470 w 409"/>
                  <a:gd name="T33" fmla="*/ 2675 h 228"/>
                  <a:gd name="T34" fmla="*/ 363 w 409"/>
                  <a:gd name="T35" fmla="*/ 2995 h 228"/>
                  <a:gd name="T36" fmla="*/ 720 w 409"/>
                  <a:gd name="T37" fmla="*/ 3187 h 228"/>
                  <a:gd name="T38" fmla="*/ 970 w 409"/>
                  <a:gd name="T39" fmla="*/ 2808 h 228"/>
                  <a:gd name="T40" fmla="*/ 1051 w 409"/>
                  <a:gd name="T41" fmla="*/ 3149 h 228"/>
                  <a:gd name="T42" fmla="*/ 1251 w 409"/>
                  <a:gd name="T43" fmla="*/ 3379 h 228"/>
                  <a:gd name="T44" fmla="*/ 1458 w 409"/>
                  <a:gd name="T45" fmla="*/ 3619 h 228"/>
                  <a:gd name="T46" fmla="*/ 1813 w 409"/>
                  <a:gd name="T47" fmla="*/ 3357 h 228"/>
                  <a:gd name="T48" fmla="*/ 1958 w 409"/>
                  <a:gd name="T49" fmla="*/ 3640 h 228"/>
                  <a:gd name="T50" fmla="*/ 2284 w 409"/>
                  <a:gd name="T51" fmla="*/ 3720 h 228"/>
                  <a:gd name="T52" fmla="*/ 2489 w 409"/>
                  <a:gd name="T53" fmla="*/ 4211 h 228"/>
                  <a:gd name="T54" fmla="*/ 2721 w 409"/>
                  <a:gd name="T55" fmla="*/ 4189 h 228"/>
                  <a:gd name="T56" fmla="*/ 2754 w 409"/>
                  <a:gd name="T57" fmla="*/ 3733 h 228"/>
                  <a:gd name="T58" fmla="*/ 3084 w 409"/>
                  <a:gd name="T59" fmla="*/ 3619 h 228"/>
                  <a:gd name="T60" fmla="*/ 3397 w 409"/>
                  <a:gd name="T61" fmla="*/ 3605 h 228"/>
                  <a:gd name="T62" fmla="*/ 3459 w 409"/>
                  <a:gd name="T63" fmla="*/ 3720 h 228"/>
                  <a:gd name="T64" fmla="*/ 3804 w 409"/>
                  <a:gd name="T65" fmla="*/ 3507 h 228"/>
                  <a:gd name="T66" fmla="*/ 4160 w 409"/>
                  <a:gd name="T67" fmla="*/ 3448 h 228"/>
                  <a:gd name="T68" fmla="*/ 4210 w 409"/>
                  <a:gd name="T69" fmla="*/ 3981 h 228"/>
                  <a:gd name="T70" fmla="*/ 4660 w 409"/>
                  <a:gd name="T71" fmla="*/ 3832 h 228"/>
                  <a:gd name="T72" fmla="*/ 4722 w 409"/>
                  <a:gd name="T73" fmla="*/ 3528 h 228"/>
                  <a:gd name="T74" fmla="*/ 5005 w 409"/>
                  <a:gd name="T75" fmla="*/ 3243 h 228"/>
                  <a:gd name="T76" fmla="*/ 4897 w 409"/>
                  <a:gd name="T77" fmla="*/ 3037 h 228"/>
                  <a:gd name="T78" fmla="*/ 5055 w 409"/>
                  <a:gd name="T79" fmla="*/ 2901 h 228"/>
                  <a:gd name="T80" fmla="*/ 5150 w 409"/>
                  <a:gd name="T81" fmla="*/ 2787 h 228"/>
                  <a:gd name="T82" fmla="*/ 5305 w 409"/>
                  <a:gd name="T83" fmla="*/ 2581 h 228"/>
                  <a:gd name="T84" fmla="*/ 5368 w 409"/>
                  <a:gd name="T85" fmla="*/ 2467 h 228"/>
                  <a:gd name="T86" fmla="*/ 5400 w 409"/>
                  <a:gd name="T87" fmla="*/ 2197 h 228"/>
                  <a:gd name="T88" fmla="*/ 5713 w 409"/>
                  <a:gd name="T89" fmla="*/ 2013 h 228"/>
                  <a:gd name="T90" fmla="*/ 5913 w 409"/>
                  <a:gd name="T91" fmla="*/ 1651 h 228"/>
                  <a:gd name="T92" fmla="*/ 6100 w 409"/>
                  <a:gd name="T93" fmla="*/ 1344 h 228"/>
                  <a:gd name="T94" fmla="*/ 6288 w 409"/>
                  <a:gd name="T95" fmla="*/ 1101 h 228"/>
                  <a:gd name="T96" fmla="*/ 6243 w 409"/>
                  <a:gd name="T97" fmla="*/ 760 h 228"/>
                  <a:gd name="T98" fmla="*/ 6306 w 409"/>
                  <a:gd name="T99" fmla="*/ 512 h 228"/>
                  <a:gd name="T100" fmla="*/ 6318 w 409"/>
                  <a:gd name="T101" fmla="*/ 248 h 2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409" h="228">
                    <a:moveTo>
                      <a:pt x="404" y="13"/>
                    </a:moveTo>
                    <a:cubicBezTo>
                      <a:pt x="392" y="16"/>
                      <a:pt x="393" y="14"/>
                      <a:pt x="389" y="5"/>
                    </a:cubicBezTo>
                    <a:cubicBezTo>
                      <a:pt x="387" y="2"/>
                      <a:pt x="382" y="2"/>
                      <a:pt x="381" y="0"/>
                    </a:cubicBezTo>
                    <a:cubicBezTo>
                      <a:pt x="381" y="4"/>
                      <a:pt x="381" y="8"/>
                      <a:pt x="380" y="12"/>
                    </a:cubicBezTo>
                    <a:cubicBezTo>
                      <a:pt x="378" y="48"/>
                      <a:pt x="356" y="85"/>
                      <a:pt x="318" y="117"/>
                    </a:cubicBezTo>
                    <a:cubicBezTo>
                      <a:pt x="243" y="179"/>
                      <a:pt x="142" y="159"/>
                      <a:pt x="103" y="145"/>
                    </a:cubicBezTo>
                    <a:cubicBezTo>
                      <a:pt x="64" y="131"/>
                      <a:pt x="30" y="88"/>
                      <a:pt x="37" y="27"/>
                    </a:cubicBezTo>
                    <a:cubicBezTo>
                      <a:pt x="38" y="24"/>
                      <a:pt x="38" y="21"/>
                      <a:pt x="39" y="17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4" y="26"/>
                      <a:pt x="24" y="23"/>
                      <a:pt x="21" y="31"/>
                    </a:cubicBezTo>
                    <a:cubicBezTo>
                      <a:pt x="20" y="35"/>
                      <a:pt x="21" y="39"/>
                      <a:pt x="20" y="43"/>
                    </a:cubicBezTo>
                    <a:cubicBezTo>
                      <a:pt x="18" y="49"/>
                      <a:pt x="14" y="51"/>
                      <a:pt x="11" y="56"/>
                    </a:cubicBezTo>
                    <a:cubicBezTo>
                      <a:pt x="8" y="63"/>
                      <a:pt x="12" y="73"/>
                      <a:pt x="12" y="81"/>
                    </a:cubicBezTo>
                    <a:cubicBezTo>
                      <a:pt x="13" y="92"/>
                      <a:pt x="7" y="95"/>
                      <a:pt x="3" y="106"/>
                    </a:cubicBezTo>
                    <a:cubicBezTo>
                      <a:pt x="2" y="110"/>
                      <a:pt x="0" y="123"/>
                      <a:pt x="7" y="124"/>
                    </a:cubicBezTo>
                    <a:cubicBezTo>
                      <a:pt x="10" y="125"/>
                      <a:pt x="15" y="119"/>
                      <a:pt x="20" y="120"/>
                    </a:cubicBezTo>
                    <a:cubicBezTo>
                      <a:pt x="27" y="121"/>
                      <a:pt x="33" y="133"/>
                      <a:pt x="30" y="141"/>
                    </a:cubicBezTo>
                    <a:cubicBezTo>
                      <a:pt x="28" y="148"/>
                      <a:pt x="18" y="147"/>
                      <a:pt x="23" y="158"/>
                    </a:cubicBezTo>
                    <a:cubicBezTo>
                      <a:pt x="26" y="164"/>
                      <a:pt x="40" y="171"/>
                      <a:pt x="46" y="168"/>
                    </a:cubicBezTo>
                    <a:cubicBezTo>
                      <a:pt x="55" y="166"/>
                      <a:pt x="55" y="145"/>
                      <a:pt x="62" y="148"/>
                    </a:cubicBezTo>
                    <a:cubicBezTo>
                      <a:pt x="66" y="149"/>
                      <a:pt x="68" y="163"/>
                      <a:pt x="67" y="166"/>
                    </a:cubicBezTo>
                    <a:cubicBezTo>
                      <a:pt x="72" y="167"/>
                      <a:pt x="79" y="173"/>
                      <a:pt x="80" y="178"/>
                    </a:cubicBezTo>
                    <a:cubicBezTo>
                      <a:pt x="83" y="185"/>
                      <a:pt x="77" y="200"/>
                      <a:pt x="93" y="191"/>
                    </a:cubicBezTo>
                    <a:cubicBezTo>
                      <a:pt x="103" y="185"/>
                      <a:pt x="100" y="169"/>
                      <a:pt x="116" y="177"/>
                    </a:cubicBezTo>
                    <a:cubicBezTo>
                      <a:pt x="121" y="179"/>
                      <a:pt x="125" y="186"/>
                      <a:pt x="125" y="192"/>
                    </a:cubicBezTo>
                    <a:cubicBezTo>
                      <a:pt x="133" y="192"/>
                      <a:pt x="140" y="190"/>
                      <a:pt x="146" y="196"/>
                    </a:cubicBezTo>
                    <a:cubicBezTo>
                      <a:pt x="153" y="203"/>
                      <a:pt x="153" y="216"/>
                      <a:pt x="159" y="222"/>
                    </a:cubicBezTo>
                    <a:cubicBezTo>
                      <a:pt x="164" y="228"/>
                      <a:pt x="168" y="228"/>
                      <a:pt x="174" y="221"/>
                    </a:cubicBezTo>
                    <a:cubicBezTo>
                      <a:pt x="181" y="212"/>
                      <a:pt x="174" y="205"/>
                      <a:pt x="176" y="197"/>
                    </a:cubicBezTo>
                    <a:cubicBezTo>
                      <a:pt x="180" y="183"/>
                      <a:pt x="188" y="193"/>
                      <a:pt x="197" y="191"/>
                    </a:cubicBezTo>
                    <a:cubicBezTo>
                      <a:pt x="208" y="187"/>
                      <a:pt x="205" y="182"/>
                      <a:pt x="217" y="190"/>
                    </a:cubicBezTo>
                    <a:cubicBezTo>
                      <a:pt x="219" y="192"/>
                      <a:pt x="218" y="195"/>
                      <a:pt x="221" y="196"/>
                    </a:cubicBezTo>
                    <a:cubicBezTo>
                      <a:pt x="226" y="198"/>
                      <a:pt x="240" y="188"/>
                      <a:pt x="243" y="185"/>
                    </a:cubicBezTo>
                    <a:cubicBezTo>
                      <a:pt x="251" y="180"/>
                      <a:pt x="257" y="173"/>
                      <a:pt x="266" y="182"/>
                    </a:cubicBezTo>
                    <a:cubicBezTo>
                      <a:pt x="277" y="193"/>
                      <a:pt x="267" y="200"/>
                      <a:pt x="269" y="210"/>
                    </a:cubicBezTo>
                    <a:cubicBezTo>
                      <a:pt x="277" y="211"/>
                      <a:pt x="293" y="208"/>
                      <a:pt x="298" y="202"/>
                    </a:cubicBezTo>
                    <a:cubicBezTo>
                      <a:pt x="303" y="195"/>
                      <a:pt x="294" y="191"/>
                      <a:pt x="302" y="186"/>
                    </a:cubicBezTo>
                    <a:cubicBezTo>
                      <a:pt x="309" y="181"/>
                      <a:pt x="328" y="188"/>
                      <a:pt x="320" y="171"/>
                    </a:cubicBezTo>
                    <a:cubicBezTo>
                      <a:pt x="317" y="165"/>
                      <a:pt x="311" y="167"/>
                      <a:pt x="313" y="160"/>
                    </a:cubicBezTo>
                    <a:cubicBezTo>
                      <a:pt x="315" y="154"/>
                      <a:pt x="320" y="156"/>
                      <a:pt x="323" y="153"/>
                    </a:cubicBezTo>
                    <a:cubicBezTo>
                      <a:pt x="327" y="150"/>
                      <a:pt x="326" y="151"/>
                      <a:pt x="329" y="147"/>
                    </a:cubicBezTo>
                    <a:cubicBezTo>
                      <a:pt x="332" y="144"/>
                      <a:pt x="337" y="139"/>
                      <a:pt x="339" y="136"/>
                    </a:cubicBezTo>
                    <a:cubicBezTo>
                      <a:pt x="342" y="132"/>
                      <a:pt x="341" y="134"/>
                      <a:pt x="343" y="130"/>
                    </a:cubicBezTo>
                    <a:cubicBezTo>
                      <a:pt x="344" y="125"/>
                      <a:pt x="339" y="121"/>
                      <a:pt x="345" y="116"/>
                    </a:cubicBezTo>
                    <a:cubicBezTo>
                      <a:pt x="354" y="108"/>
                      <a:pt x="361" y="119"/>
                      <a:pt x="365" y="106"/>
                    </a:cubicBezTo>
                    <a:cubicBezTo>
                      <a:pt x="368" y="97"/>
                      <a:pt x="363" y="86"/>
                      <a:pt x="378" y="87"/>
                    </a:cubicBezTo>
                    <a:cubicBezTo>
                      <a:pt x="380" y="81"/>
                      <a:pt x="389" y="78"/>
                      <a:pt x="390" y="71"/>
                    </a:cubicBezTo>
                    <a:cubicBezTo>
                      <a:pt x="392" y="59"/>
                      <a:pt x="394" y="65"/>
                      <a:pt x="402" y="58"/>
                    </a:cubicBezTo>
                    <a:cubicBezTo>
                      <a:pt x="409" y="52"/>
                      <a:pt x="398" y="47"/>
                      <a:pt x="399" y="40"/>
                    </a:cubicBezTo>
                    <a:cubicBezTo>
                      <a:pt x="400" y="38"/>
                      <a:pt x="402" y="30"/>
                      <a:pt x="403" y="27"/>
                    </a:cubicBezTo>
                    <a:cubicBezTo>
                      <a:pt x="405" y="23"/>
                      <a:pt x="404" y="17"/>
                      <a:pt x="404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484">
                <a:extLst>
                  <a:ext uri="{FF2B5EF4-FFF2-40B4-BE49-F238E27FC236}">
                    <a16:creationId xmlns:a16="http://schemas.microsoft.com/office/drawing/2014/main" id="{9ECEC16C-E804-4008-A3ED-60A38DD9C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371"/>
                <a:ext cx="435" cy="203"/>
              </a:xfrm>
              <a:custGeom>
                <a:avLst/>
                <a:gdLst>
                  <a:gd name="T0" fmla="*/ 2583 w 174"/>
                  <a:gd name="T1" fmla="*/ 192 h 76"/>
                  <a:gd name="T2" fmla="*/ 2220 w 174"/>
                  <a:gd name="T3" fmla="*/ 248 h 76"/>
                  <a:gd name="T4" fmla="*/ 1875 w 174"/>
                  <a:gd name="T5" fmla="*/ 457 h 76"/>
                  <a:gd name="T6" fmla="*/ 1813 w 174"/>
                  <a:gd name="T7" fmla="*/ 342 h 76"/>
                  <a:gd name="T8" fmla="*/ 1500 w 174"/>
                  <a:gd name="T9" fmla="*/ 363 h 76"/>
                  <a:gd name="T10" fmla="*/ 1175 w 174"/>
                  <a:gd name="T11" fmla="*/ 478 h 76"/>
                  <a:gd name="T12" fmla="*/ 1145 w 174"/>
                  <a:gd name="T13" fmla="*/ 935 h 76"/>
                  <a:gd name="T14" fmla="*/ 908 w 174"/>
                  <a:gd name="T15" fmla="*/ 956 h 76"/>
                  <a:gd name="T16" fmla="*/ 708 w 174"/>
                  <a:gd name="T17" fmla="*/ 457 h 76"/>
                  <a:gd name="T18" fmla="*/ 375 w 174"/>
                  <a:gd name="T19" fmla="*/ 379 h 76"/>
                  <a:gd name="T20" fmla="*/ 238 w 174"/>
                  <a:gd name="T21" fmla="*/ 93 h 76"/>
                  <a:gd name="T22" fmla="*/ 0 w 174"/>
                  <a:gd name="T23" fmla="*/ 171 h 76"/>
                  <a:gd name="T24" fmla="*/ 395 w 174"/>
                  <a:gd name="T25" fmla="*/ 606 h 76"/>
                  <a:gd name="T26" fmla="*/ 1083 w 174"/>
                  <a:gd name="T27" fmla="*/ 1448 h 76"/>
                  <a:gd name="T28" fmla="*/ 2625 w 174"/>
                  <a:gd name="T29" fmla="*/ 649 h 76"/>
                  <a:gd name="T30" fmla="*/ 2583 w 174"/>
                  <a:gd name="T31" fmla="*/ 192 h 7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4" h="76">
                    <a:moveTo>
                      <a:pt x="165" y="10"/>
                    </a:moveTo>
                    <a:cubicBezTo>
                      <a:pt x="156" y="1"/>
                      <a:pt x="150" y="8"/>
                      <a:pt x="142" y="13"/>
                    </a:cubicBezTo>
                    <a:cubicBezTo>
                      <a:pt x="139" y="16"/>
                      <a:pt x="125" y="26"/>
                      <a:pt x="120" y="24"/>
                    </a:cubicBezTo>
                    <a:cubicBezTo>
                      <a:pt x="117" y="23"/>
                      <a:pt x="118" y="20"/>
                      <a:pt x="116" y="18"/>
                    </a:cubicBezTo>
                    <a:cubicBezTo>
                      <a:pt x="104" y="10"/>
                      <a:pt x="107" y="15"/>
                      <a:pt x="96" y="19"/>
                    </a:cubicBezTo>
                    <a:cubicBezTo>
                      <a:pt x="87" y="21"/>
                      <a:pt x="79" y="11"/>
                      <a:pt x="75" y="25"/>
                    </a:cubicBezTo>
                    <a:cubicBezTo>
                      <a:pt x="73" y="33"/>
                      <a:pt x="80" y="40"/>
                      <a:pt x="73" y="49"/>
                    </a:cubicBezTo>
                    <a:cubicBezTo>
                      <a:pt x="67" y="56"/>
                      <a:pt x="63" y="56"/>
                      <a:pt x="58" y="50"/>
                    </a:cubicBezTo>
                    <a:cubicBezTo>
                      <a:pt x="52" y="44"/>
                      <a:pt x="52" y="31"/>
                      <a:pt x="45" y="24"/>
                    </a:cubicBezTo>
                    <a:cubicBezTo>
                      <a:pt x="39" y="18"/>
                      <a:pt x="32" y="20"/>
                      <a:pt x="24" y="20"/>
                    </a:cubicBezTo>
                    <a:cubicBezTo>
                      <a:pt x="24" y="14"/>
                      <a:pt x="20" y="7"/>
                      <a:pt x="15" y="5"/>
                    </a:cubicBezTo>
                    <a:cubicBezTo>
                      <a:pt x="5" y="0"/>
                      <a:pt x="3" y="4"/>
                      <a:pt x="0" y="9"/>
                    </a:cubicBezTo>
                    <a:cubicBezTo>
                      <a:pt x="8" y="17"/>
                      <a:pt x="16" y="24"/>
                      <a:pt x="25" y="32"/>
                    </a:cubicBezTo>
                    <a:cubicBezTo>
                      <a:pt x="40" y="46"/>
                      <a:pt x="57" y="61"/>
                      <a:pt x="69" y="76"/>
                    </a:cubicBezTo>
                    <a:cubicBezTo>
                      <a:pt x="81" y="49"/>
                      <a:pt x="142" y="41"/>
                      <a:pt x="168" y="34"/>
                    </a:cubicBezTo>
                    <a:cubicBezTo>
                      <a:pt x="169" y="26"/>
                      <a:pt x="174" y="19"/>
                      <a:pt x="165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485">
                <a:extLst>
                  <a:ext uri="{FF2B5EF4-FFF2-40B4-BE49-F238E27FC236}">
                    <a16:creationId xmlns:a16="http://schemas.microsoft.com/office/drawing/2014/main" id="{44293D77-15EE-4564-95EF-5A0506A09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211"/>
                <a:ext cx="117" cy="168"/>
              </a:xfrm>
              <a:custGeom>
                <a:avLst/>
                <a:gdLst>
                  <a:gd name="T0" fmla="*/ 528 w 47"/>
                  <a:gd name="T1" fmla="*/ 77 h 63"/>
                  <a:gd name="T2" fmla="*/ 495 w 47"/>
                  <a:gd name="T3" fmla="*/ 341 h 63"/>
                  <a:gd name="T4" fmla="*/ 433 w 47"/>
                  <a:gd name="T5" fmla="*/ 456 h 63"/>
                  <a:gd name="T6" fmla="*/ 279 w 47"/>
                  <a:gd name="T7" fmla="*/ 661 h 63"/>
                  <a:gd name="T8" fmla="*/ 187 w 47"/>
                  <a:gd name="T9" fmla="*/ 776 h 63"/>
                  <a:gd name="T10" fmla="*/ 30 w 47"/>
                  <a:gd name="T11" fmla="*/ 909 h 63"/>
                  <a:gd name="T12" fmla="*/ 137 w 47"/>
                  <a:gd name="T13" fmla="*/ 1117 h 63"/>
                  <a:gd name="T14" fmla="*/ 154 w 47"/>
                  <a:gd name="T15" fmla="*/ 1195 h 63"/>
                  <a:gd name="T16" fmla="*/ 724 w 47"/>
                  <a:gd name="T17" fmla="*/ 21 h 63"/>
                  <a:gd name="T18" fmla="*/ 528 w 47"/>
                  <a:gd name="T19" fmla="*/ 77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63">
                    <a:moveTo>
                      <a:pt x="34" y="4"/>
                    </a:moveTo>
                    <a:cubicBezTo>
                      <a:pt x="28" y="9"/>
                      <a:pt x="33" y="13"/>
                      <a:pt x="32" y="18"/>
                    </a:cubicBezTo>
                    <a:cubicBezTo>
                      <a:pt x="30" y="22"/>
                      <a:pt x="31" y="20"/>
                      <a:pt x="28" y="24"/>
                    </a:cubicBezTo>
                    <a:cubicBezTo>
                      <a:pt x="26" y="27"/>
                      <a:pt x="21" y="32"/>
                      <a:pt x="18" y="35"/>
                    </a:cubicBezTo>
                    <a:cubicBezTo>
                      <a:pt x="15" y="39"/>
                      <a:pt x="16" y="38"/>
                      <a:pt x="12" y="41"/>
                    </a:cubicBezTo>
                    <a:cubicBezTo>
                      <a:pt x="9" y="44"/>
                      <a:pt x="4" y="42"/>
                      <a:pt x="2" y="48"/>
                    </a:cubicBezTo>
                    <a:cubicBezTo>
                      <a:pt x="0" y="55"/>
                      <a:pt x="6" y="53"/>
                      <a:pt x="9" y="59"/>
                    </a:cubicBezTo>
                    <a:cubicBezTo>
                      <a:pt x="9" y="60"/>
                      <a:pt x="10" y="62"/>
                      <a:pt x="10" y="63"/>
                    </a:cubicBezTo>
                    <a:cubicBezTo>
                      <a:pt x="27" y="47"/>
                      <a:pt x="39" y="25"/>
                      <a:pt x="47" y="1"/>
                    </a:cubicBezTo>
                    <a:cubicBezTo>
                      <a:pt x="43" y="1"/>
                      <a:pt x="39" y="0"/>
                      <a:pt x="34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486">
                <a:extLst>
                  <a:ext uri="{FF2B5EF4-FFF2-40B4-BE49-F238E27FC236}">
                    <a16:creationId xmlns:a16="http://schemas.microsoft.com/office/drawing/2014/main" id="{FB7C551D-8097-4837-8C6B-42E67EF585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64" y="2235"/>
                <a:ext cx="460" cy="344"/>
              </a:xfrm>
              <a:custGeom>
                <a:avLst/>
                <a:gdLst>
                  <a:gd name="T0" fmla="*/ 2020 w 184"/>
                  <a:gd name="T1" fmla="*/ 1365 h 129"/>
                  <a:gd name="T2" fmla="*/ 2020 w 184"/>
                  <a:gd name="T3" fmla="*/ 1331 h 129"/>
                  <a:gd name="T4" fmla="*/ 2020 w 184"/>
                  <a:gd name="T5" fmla="*/ 1365 h 129"/>
                  <a:gd name="T6" fmla="*/ 2020 w 184"/>
                  <a:gd name="T7" fmla="*/ 1365 h 129"/>
                  <a:gd name="T8" fmla="*/ 2020 w 184"/>
                  <a:gd name="T9" fmla="*/ 1365 h 129"/>
                  <a:gd name="T10" fmla="*/ 2020 w 184"/>
                  <a:gd name="T11" fmla="*/ 1365 h 129"/>
                  <a:gd name="T12" fmla="*/ 2020 w 184"/>
                  <a:gd name="T13" fmla="*/ 1365 h 129"/>
                  <a:gd name="T14" fmla="*/ 2875 w 184"/>
                  <a:gd name="T15" fmla="*/ 21 h 129"/>
                  <a:gd name="T16" fmla="*/ 2363 w 184"/>
                  <a:gd name="T17" fmla="*/ 1024 h 129"/>
                  <a:gd name="T18" fmla="*/ 2208 w 184"/>
                  <a:gd name="T19" fmla="*/ 1173 h 129"/>
                  <a:gd name="T20" fmla="*/ 2220 w 184"/>
                  <a:gd name="T21" fmla="*/ 1173 h 129"/>
                  <a:gd name="T22" fmla="*/ 2020 w 184"/>
                  <a:gd name="T23" fmla="*/ 1365 h 129"/>
                  <a:gd name="T24" fmla="*/ 2033 w 184"/>
                  <a:gd name="T25" fmla="*/ 1480 h 129"/>
                  <a:gd name="T26" fmla="*/ 2063 w 184"/>
                  <a:gd name="T27" fmla="*/ 1459 h 129"/>
                  <a:gd name="T28" fmla="*/ 2283 w 184"/>
                  <a:gd name="T29" fmla="*/ 1288 h 129"/>
                  <a:gd name="T30" fmla="*/ 2425 w 184"/>
                  <a:gd name="T31" fmla="*/ 1139 h 129"/>
                  <a:gd name="T32" fmla="*/ 2875 w 184"/>
                  <a:gd name="T33" fmla="*/ 0 h 129"/>
                  <a:gd name="T34" fmla="*/ 2875 w 184"/>
                  <a:gd name="T35" fmla="*/ 21 h 129"/>
                  <a:gd name="T36" fmla="*/ 1550 w 184"/>
                  <a:gd name="T37" fmla="*/ 1685 h 129"/>
                  <a:gd name="T38" fmla="*/ 1550 w 184"/>
                  <a:gd name="T39" fmla="*/ 1613 h 129"/>
                  <a:gd name="T40" fmla="*/ 0 w 184"/>
                  <a:gd name="T41" fmla="*/ 2411 h 129"/>
                  <a:gd name="T42" fmla="*/ 83 w 184"/>
                  <a:gd name="T43" fmla="*/ 2445 h 129"/>
                  <a:gd name="T44" fmla="*/ 1595 w 184"/>
                  <a:gd name="T45" fmla="*/ 1707 h 129"/>
                  <a:gd name="T46" fmla="*/ 1625 w 184"/>
                  <a:gd name="T47" fmla="*/ 1685 h 129"/>
                  <a:gd name="T48" fmla="*/ 1550 w 184"/>
                  <a:gd name="T49" fmla="*/ 1685 h 1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4" h="129">
                    <a:moveTo>
                      <a:pt x="129" y="72"/>
                    </a:moveTo>
                    <a:cubicBezTo>
                      <a:pt x="129" y="71"/>
                      <a:pt x="129" y="71"/>
                      <a:pt x="129" y="70"/>
                    </a:cubicBezTo>
                    <a:cubicBezTo>
                      <a:pt x="129" y="71"/>
                      <a:pt x="129" y="71"/>
                      <a:pt x="129" y="72"/>
                    </a:cubicBezTo>
                    <a:close/>
                    <a:moveTo>
                      <a:pt x="129" y="72"/>
                    </a:moveTo>
                    <a:cubicBezTo>
                      <a:pt x="129" y="72"/>
                      <a:pt x="129" y="72"/>
                      <a:pt x="129" y="72"/>
                    </a:cubicBezTo>
                    <a:cubicBezTo>
                      <a:pt x="129" y="72"/>
                      <a:pt x="129" y="72"/>
                      <a:pt x="129" y="72"/>
                    </a:cubicBezTo>
                    <a:cubicBezTo>
                      <a:pt x="129" y="72"/>
                      <a:pt x="129" y="72"/>
                      <a:pt x="129" y="72"/>
                    </a:cubicBezTo>
                    <a:close/>
                    <a:moveTo>
                      <a:pt x="184" y="1"/>
                    </a:moveTo>
                    <a:cubicBezTo>
                      <a:pt x="177" y="22"/>
                      <a:pt x="166" y="40"/>
                      <a:pt x="151" y="54"/>
                    </a:cubicBezTo>
                    <a:cubicBezTo>
                      <a:pt x="153" y="61"/>
                      <a:pt x="147" y="62"/>
                      <a:pt x="141" y="62"/>
                    </a:cubicBezTo>
                    <a:cubicBezTo>
                      <a:pt x="141" y="62"/>
                      <a:pt x="142" y="62"/>
                      <a:pt x="142" y="62"/>
                    </a:cubicBezTo>
                    <a:cubicBezTo>
                      <a:pt x="138" y="66"/>
                      <a:pt x="134" y="69"/>
                      <a:pt x="129" y="72"/>
                    </a:cubicBezTo>
                    <a:cubicBezTo>
                      <a:pt x="130" y="74"/>
                      <a:pt x="130" y="76"/>
                      <a:pt x="130" y="78"/>
                    </a:cubicBezTo>
                    <a:cubicBezTo>
                      <a:pt x="130" y="78"/>
                      <a:pt x="131" y="77"/>
                      <a:pt x="132" y="77"/>
                    </a:cubicBezTo>
                    <a:cubicBezTo>
                      <a:pt x="137" y="74"/>
                      <a:pt x="142" y="71"/>
                      <a:pt x="146" y="68"/>
                    </a:cubicBezTo>
                    <a:cubicBezTo>
                      <a:pt x="151" y="64"/>
                      <a:pt x="155" y="60"/>
                      <a:pt x="155" y="60"/>
                    </a:cubicBezTo>
                    <a:cubicBezTo>
                      <a:pt x="172" y="43"/>
                      <a:pt x="176" y="24"/>
                      <a:pt x="184" y="0"/>
                    </a:cubicBezTo>
                    <a:lnTo>
                      <a:pt x="184" y="1"/>
                    </a:lnTo>
                    <a:close/>
                    <a:moveTo>
                      <a:pt x="99" y="89"/>
                    </a:moveTo>
                    <a:cubicBezTo>
                      <a:pt x="99" y="88"/>
                      <a:pt x="99" y="86"/>
                      <a:pt x="99" y="85"/>
                    </a:cubicBezTo>
                    <a:cubicBezTo>
                      <a:pt x="73" y="92"/>
                      <a:pt x="13" y="100"/>
                      <a:pt x="0" y="127"/>
                    </a:cubicBezTo>
                    <a:cubicBezTo>
                      <a:pt x="5" y="129"/>
                      <a:pt x="5" y="129"/>
                      <a:pt x="5" y="129"/>
                    </a:cubicBezTo>
                    <a:cubicBezTo>
                      <a:pt x="17" y="102"/>
                      <a:pt x="77" y="97"/>
                      <a:pt x="102" y="90"/>
                    </a:cubicBezTo>
                    <a:cubicBezTo>
                      <a:pt x="103" y="90"/>
                      <a:pt x="104" y="90"/>
                      <a:pt x="104" y="89"/>
                    </a:cubicBezTo>
                    <a:cubicBezTo>
                      <a:pt x="102" y="90"/>
                      <a:pt x="101" y="90"/>
                      <a:pt x="99" y="8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487">
                <a:extLst>
                  <a:ext uri="{FF2B5EF4-FFF2-40B4-BE49-F238E27FC236}">
                    <a16:creationId xmlns:a16="http://schemas.microsoft.com/office/drawing/2014/main" id="{9EC0AD59-9C7A-454A-9B51-7F0237576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182"/>
                <a:ext cx="708" cy="208"/>
              </a:xfrm>
              <a:custGeom>
                <a:avLst/>
                <a:gdLst>
                  <a:gd name="T0" fmla="*/ 4193 w 283"/>
                  <a:gd name="T1" fmla="*/ 307 h 78"/>
                  <a:gd name="T2" fmla="*/ 833 w 283"/>
                  <a:gd name="T3" fmla="*/ 832 h 78"/>
                  <a:gd name="T4" fmla="*/ 20 w 283"/>
                  <a:gd name="T5" fmla="*/ 0 h 78"/>
                  <a:gd name="T6" fmla="*/ 0 w 283"/>
                  <a:gd name="T7" fmla="*/ 0 h 78"/>
                  <a:gd name="T8" fmla="*/ 470 w 283"/>
                  <a:gd name="T9" fmla="*/ 739 h 78"/>
                  <a:gd name="T10" fmla="*/ 833 w 283"/>
                  <a:gd name="T11" fmla="*/ 947 h 78"/>
                  <a:gd name="T12" fmla="*/ 1346 w 283"/>
                  <a:gd name="T13" fmla="*/ 1101 h 78"/>
                  <a:gd name="T14" fmla="*/ 1991 w 283"/>
                  <a:gd name="T15" fmla="*/ 1229 h 78"/>
                  <a:gd name="T16" fmla="*/ 2804 w 283"/>
                  <a:gd name="T17" fmla="*/ 1173 h 78"/>
                  <a:gd name="T18" fmla="*/ 3335 w 283"/>
                  <a:gd name="T19" fmla="*/ 968 h 78"/>
                  <a:gd name="T20" fmla="*/ 3868 w 283"/>
                  <a:gd name="T21" fmla="*/ 704 h 78"/>
                  <a:gd name="T22" fmla="*/ 4431 w 283"/>
                  <a:gd name="T23" fmla="*/ 56 h 78"/>
                  <a:gd name="T24" fmla="*/ 4193 w 283"/>
                  <a:gd name="T25" fmla="*/ 307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3" h="78">
                    <a:moveTo>
                      <a:pt x="268" y="16"/>
                    </a:moveTo>
                    <a:cubicBezTo>
                      <a:pt x="193" y="78"/>
                      <a:pt x="92" y="58"/>
                      <a:pt x="53" y="44"/>
                    </a:cubicBezTo>
                    <a:cubicBezTo>
                      <a:pt x="32" y="37"/>
                      <a:pt x="13" y="22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7"/>
                      <a:pt x="16" y="32"/>
                      <a:pt x="30" y="39"/>
                    </a:cubicBezTo>
                    <a:cubicBezTo>
                      <a:pt x="38" y="43"/>
                      <a:pt x="45" y="48"/>
                      <a:pt x="53" y="50"/>
                    </a:cubicBezTo>
                    <a:cubicBezTo>
                      <a:pt x="64" y="53"/>
                      <a:pt x="75" y="54"/>
                      <a:pt x="86" y="58"/>
                    </a:cubicBezTo>
                    <a:cubicBezTo>
                      <a:pt x="100" y="64"/>
                      <a:pt x="112" y="66"/>
                      <a:pt x="127" y="65"/>
                    </a:cubicBezTo>
                    <a:cubicBezTo>
                      <a:pt x="145" y="64"/>
                      <a:pt x="161" y="64"/>
                      <a:pt x="179" y="62"/>
                    </a:cubicBezTo>
                    <a:cubicBezTo>
                      <a:pt x="191" y="60"/>
                      <a:pt x="202" y="56"/>
                      <a:pt x="213" y="51"/>
                    </a:cubicBezTo>
                    <a:cubicBezTo>
                      <a:pt x="224" y="46"/>
                      <a:pt x="236" y="43"/>
                      <a:pt x="247" y="37"/>
                    </a:cubicBezTo>
                    <a:cubicBezTo>
                      <a:pt x="257" y="32"/>
                      <a:pt x="273" y="15"/>
                      <a:pt x="283" y="3"/>
                    </a:cubicBezTo>
                    <a:cubicBezTo>
                      <a:pt x="278" y="7"/>
                      <a:pt x="273" y="12"/>
                      <a:pt x="268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488">
                <a:extLst>
                  <a:ext uri="{FF2B5EF4-FFF2-40B4-BE49-F238E27FC236}">
                    <a16:creationId xmlns:a16="http://schemas.microsoft.com/office/drawing/2014/main" id="{CAD0A66D-0508-4B10-A5B1-B8D6B38EF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899"/>
                <a:ext cx="30" cy="32"/>
              </a:xfrm>
              <a:custGeom>
                <a:avLst/>
                <a:gdLst>
                  <a:gd name="T0" fmla="*/ 50 w 12"/>
                  <a:gd name="T1" fmla="*/ 77 h 12"/>
                  <a:gd name="T2" fmla="*/ 158 w 12"/>
                  <a:gd name="T3" fmla="*/ 149 h 12"/>
                  <a:gd name="T4" fmla="*/ 50 w 12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3" y="4"/>
                    </a:moveTo>
                    <a:cubicBezTo>
                      <a:pt x="0" y="9"/>
                      <a:pt x="8" y="12"/>
                      <a:pt x="10" y="8"/>
                    </a:cubicBezTo>
                    <a:cubicBezTo>
                      <a:pt x="12" y="5"/>
                      <a:pt x="5" y="0"/>
                      <a:pt x="3" y="4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489">
                <a:extLst>
                  <a:ext uri="{FF2B5EF4-FFF2-40B4-BE49-F238E27FC236}">
                    <a16:creationId xmlns:a16="http://schemas.microsoft.com/office/drawing/2014/main" id="{4EA37118-93DD-4D6F-8FC4-AEABFA0A4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899"/>
                <a:ext cx="30" cy="32"/>
              </a:xfrm>
              <a:custGeom>
                <a:avLst/>
                <a:gdLst>
                  <a:gd name="T0" fmla="*/ 50 w 12"/>
                  <a:gd name="T1" fmla="*/ 77 h 12"/>
                  <a:gd name="T2" fmla="*/ 158 w 12"/>
                  <a:gd name="T3" fmla="*/ 149 h 12"/>
                  <a:gd name="T4" fmla="*/ 50 w 12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3" y="4"/>
                    </a:moveTo>
                    <a:cubicBezTo>
                      <a:pt x="0" y="9"/>
                      <a:pt x="8" y="12"/>
                      <a:pt x="10" y="8"/>
                    </a:cubicBezTo>
                    <a:cubicBezTo>
                      <a:pt x="12" y="5"/>
                      <a:pt x="5" y="0"/>
                      <a:pt x="3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490">
                <a:extLst>
                  <a:ext uri="{FF2B5EF4-FFF2-40B4-BE49-F238E27FC236}">
                    <a16:creationId xmlns:a16="http://schemas.microsoft.com/office/drawing/2014/main" id="{8DE0F21B-1DC5-4790-B2F0-A9347B4F2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955"/>
                <a:ext cx="25" cy="27"/>
              </a:xfrm>
              <a:custGeom>
                <a:avLst/>
                <a:gdLst>
                  <a:gd name="T0" fmla="*/ 95 w 10"/>
                  <a:gd name="T1" fmla="*/ 38 h 10"/>
                  <a:gd name="T2" fmla="*/ 50 w 10"/>
                  <a:gd name="T3" fmla="*/ 176 h 10"/>
                  <a:gd name="T4" fmla="*/ 95 w 10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0"/>
                      <a:pt x="10" y="4"/>
                      <a:pt x="6" y="2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491">
                <a:extLst>
                  <a:ext uri="{FF2B5EF4-FFF2-40B4-BE49-F238E27FC236}">
                    <a16:creationId xmlns:a16="http://schemas.microsoft.com/office/drawing/2014/main" id="{F8F991B7-9B37-4C7F-9E58-2E81BF688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955"/>
                <a:ext cx="25" cy="27"/>
              </a:xfrm>
              <a:custGeom>
                <a:avLst/>
                <a:gdLst>
                  <a:gd name="T0" fmla="*/ 95 w 10"/>
                  <a:gd name="T1" fmla="*/ 38 h 10"/>
                  <a:gd name="T2" fmla="*/ 50 w 10"/>
                  <a:gd name="T3" fmla="*/ 176 h 10"/>
                  <a:gd name="T4" fmla="*/ 95 w 10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0"/>
                      <a:pt x="10" y="4"/>
                      <a:pt x="6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492">
                <a:extLst>
                  <a:ext uri="{FF2B5EF4-FFF2-40B4-BE49-F238E27FC236}">
                    <a16:creationId xmlns:a16="http://schemas.microsoft.com/office/drawing/2014/main" id="{9478FA3C-E57D-42D5-A353-6EE3FB85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022"/>
                <a:ext cx="25" cy="29"/>
              </a:xfrm>
              <a:custGeom>
                <a:avLst/>
                <a:gdLst>
                  <a:gd name="T0" fmla="*/ 113 w 10"/>
                  <a:gd name="T1" fmla="*/ 34 h 11"/>
                  <a:gd name="T2" fmla="*/ 50 w 10"/>
                  <a:gd name="T3" fmla="*/ 166 h 11"/>
                  <a:gd name="T4" fmla="*/ 113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2"/>
                    </a:moveTo>
                    <a:cubicBezTo>
                      <a:pt x="3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7" y="2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493">
                <a:extLst>
                  <a:ext uri="{FF2B5EF4-FFF2-40B4-BE49-F238E27FC236}">
                    <a16:creationId xmlns:a16="http://schemas.microsoft.com/office/drawing/2014/main" id="{FA411FE6-6A17-4BE7-B6D4-6EE9F47AA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022"/>
                <a:ext cx="25" cy="29"/>
              </a:xfrm>
              <a:custGeom>
                <a:avLst/>
                <a:gdLst>
                  <a:gd name="T0" fmla="*/ 113 w 10"/>
                  <a:gd name="T1" fmla="*/ 34 h 11"/>
                  <a:gd name="T2" fmla="*/ 50 w 10"/>
                  <a:gd name="T3" fmla="*/ 166 h 11"/>
                  <a:gd name="T4" fmla="*/ 113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2"/>
                    </a:moveTo>
                    <a:cubicBezTo>
                      <a:pt x="3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7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494">
                <a:extLst>
                  <a:ext uri="{FF2B5EF4-FFF2-40B4-BE49-F238E27FC236}">
                    <a16:creationId xmlns:a16="http://schemas.microsoft.com/office/drawing/2014/main" id="{616D881E-86E6-4A83-B1F4-8C8D5BC81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139"/>
                <a:ext cx="25" cy="27"/>
              </a:xfrm>
              <a:custGeom>
                <a:avLst/>
                <a:gdLst>
                  <a:gd name="T0" fmla="*/ 95 w 10"/>
                  <a:gd name="T1" fmla="*/ 38 h 10"/>
                  <a:gd name="T2" fmla="*/ 50 w 10"/>
                  <a:gd name="T3" fmla="*/ 176 h 10"/>
                  <a:gd name="T4" fmla="*/ 95 w 10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0"/>
                      <a:pt x="10" y="4"/>
                      <a:pt x="6" y="2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495">
                <a:extLst>
                  <a:ext uri="{FF2B5EF4-FFF2-40B4-BE49-F238E27FC236}">
                    <a16:creationId xmlns:a16="http://schemas.microsoft.com/office/drawing/2014/main" id="{AA3A273F-34F8-4571-BE87-471D91974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139"/>
                <a:ext cx="25" cy="27"/>
              </a:xfrm>
              <a:custGeom>
                <a:avLst/>
                <a:gdLst>
                  <a:gd name="T0" fmla="*/ 95 w 10"/>
                  <a:gd name="T1" fmla="*/ 38 h 10"/>
                  <a:gd name="T2" fmla="*/ 50 w 10"/>
                  <a:gd name="T3" fmla="*/ 176 h 10"/>
                  <a:gd name="T4" fmla="*/ 95 w 10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0"/>
                      <a:pt x="10" y="4"/>
                      <a:pt x="6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496">
                <a:extLst>
                  <a:ext uri="{FF2B5EF4-FFF2-40B4-BE49-F238E27FC236}">
                    <a16:creationId xmlns:a16="http://schemas.microsoft.com/office/drawing/2014/main" id="{6A0C7DEF-8321-4AC9-9A51-20F245F03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50"/>
                <a:ext cx="25" cy="29"/>
              </a:xfrm>
              <a:custGeom>
                <a:avLst/>
                <a:gdLst>
                  <a:gd name="T0" fmla="*/ 113 w 10"/>
                  <a:gd name="T1" fmla="*/ 34 h 11"/>
                  <a:gd name="T2" fmla="*/ 50 w 10"/>
                  <a:gd name="T3" fmla="*/ 166 h 11"/>
                  <a:gd name="T4" fmla="*/ 113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2"/>
                    </a:moveTo>
                    <a:cubicBezTo>
                      <a:pt x="3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7" y="2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497">
                <a:extLst>
                  <a:ext uri="{FF2B5EF4-FFF2-40B4-BE49-F238E27FC236}">
                    <a16:creationId xmlns:a16="http://schemas.microsoft.com/office/drawing/2014/main" id="{501E56AB-1DF8-4104-9738-A3F57753D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50"/>
                <a:ext cx="25" cy="29"/>
              </a:xfrm>
              <a:custGeom>
                <a:avLst/>
                <a:gdLst>
                  <a:gd name="T0" fmla="*/ 113 w 10"/>
                  <a:gd name="T1" fmla="*/ 34 h 11"/>
                  <a:gd name="T2" fmla="*/ 50 w 10"/>
                  <a:gd name="T3" fmla="*/ 166 h 11"/>
                  <a:gd name="T4" fmla="*/ 113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2"/>
                    </a:moveTo>
                    <a:cubicBezTo>
                      <a:pt x="3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7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498">
                <a:extLst>
                  <a:ext uri="{FF2B5EF4-FFF2-40B4-BE49-F238E27FC236}">
                    <a16:creationId xmlns:a16="http://schemas.microsoft.com/office/drawing/2014/main" id="{83D1C63D-2F61-47E8-A457-EFB7B0C4E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14"/>
                <a:ext cx="32" cy="32"/>
              </a:xfrm>
              <a:custGeom>
                <a:avLst/>
                <a:gdLst>
                  <a:gd name="T0" fmla="*/ 42 w 13"/>
                  <a:gd name="T1" fmla="*/ 77 h 12"/>
                  <a:gd name="T2" fmla="*/ 162 w 13"/>
                  <a:gd name="T3" fmla="*/ 171 h 12"/>
                  <a:gd name="T4" fmla="*/ 42 w 13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4"/>
                    </a:moveTo>
                    <a:cubicBezTo>
                      <a:pt x="0" y="9"/>
                      <a:pt x="9" y="12"/>
                      <a:pt x="11" y="9"/>
                    </a:cubicBezTo>
                    <a:cubicBezTo>
                      <a:pt x="13" y="5"/>
                      <a:pt x="6" y="0"/>
                      <a:pt x="3" y="4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499">
                <a:extLst>
                  <a:ext uri="{FF2B5EF4-FFF2-40B4-BE49-F238E27FC236}">
                    <a16:creationId xmlns:a16="http://schemas.microsoft.com/office/drawing/2014/main" id="{C98A200A-09F6-4E68-97FD-944A0855C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14"/>
                <a:ext cx="32" cy="32"/>
              </a:xfrm>
              <a:custGeom>
                <a:avLst/>
                <a:gdLst>
                  <a:gd name="T0" fmla="*/ 42 w 13"/>
                  <a:gd name="T1" fmla="*/ 77 h 12"/>
                  <a:gd name="T2" fmla="*/ 162 w 13"/>
                  <a:gd name="T3" fmla="*/ 171 h 12"/>
                  <a:gd name="T4" fmla="*/ 42 w 13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4"/>
                    </a:moveTo>
                    <a:cubicBezTo>
                      <a:pt x="0" y="9"/>
                      <a:pt x="9" y="12"/>
                      <a:pt x="11" y="9"/>
                    </a:cubicBezTo>
                    <a:cubicBezTo>
                      <a:pt x="13" y="5"/>
                      <a:pt x="6" y="0"/>
                      <a:pt x="3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500">
                <a:extLst>
                  <a:ext uri="{FF2B5EF4-FFF2-40B4-BE49-F238E27FC236}">
                    <a16:creationId xmlns:a16="http://schemas.microsoft.com/office/drawing/2014/main" id="{29940A27-C401-4393-8A67-F77820ABC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995"/>
                <a:ext cx="32" cy="32"/>
              </a:xfrm>
              <a:custGeom>
                <a:avLst/>
                <a:gdLst>
                  <a:gd name="T0" fmla="*/ 42 w 13"/>
                  <a:gd name="T1" fmla="*/ 77 h 12"/>
                  <a:gd name="T2" fmla="*/ 162 w 13"/>
                  <a:gd name="T3" fmla="*/ 171 h 12"/>
                  <a:gd name="T4" fmla="*/ 42 w 13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4"/>
                    </a:moveTo>
                    <a:cubicBezTo>
                      <a:pt x="0" y="9"/>
                      <a:pt x="9" y="12"/>
                      <a:pt x="11" y="9"/>
                    </a:cubicBezTo>
                    <a:cubicBezTo>
                      <a:pt x="13" y="5"/>
                      <a:pt x="6" y="0"/>
                      <a:pt x="3" y="4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501">
                <a:extLst>
                  <a:ext uri="{FF2B5EF4-FFF2-40B4-BE49-F238E27FC236}">
                    <a16:creationId xmlns:a16="http://schemas.microsoft.com/office/drawing/2014/main" id="{7ECB40E7-91F6-4AE3-8CEF-107B31570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995"/>
                <a:ext cx="32" cy="32"/>
              </a:xfrm>
              <a:custGeom>
                <a:avLst/>
                <a:gdLst>
                  <a:gd name="T0" fmla="*/ 42 w 13"/>
                  <a:gd name="T1" fmla="*/ 77 h 12"/>
                  <a:gd name="T2" fmla="*/ 162 w 13"/>
                  <a:gd name="T3" fmla="*/ 171 h 12"/>
                  <a:gd name="T4" fmla="*/ 42 w 13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4"/>
                    </a:moveTo>
                    <a:cubicBezTo>
                      <a:pt x="0" y="9"/>
                      <a:pt x="9" y="12"/>
                      <a:pt x="11" y="9"/>
                    </a:cubicBezTo>
                    <a:cubicBezTo>
                      <a:pt x="13" y="5"/>
                      <a:pt x="6" y="0"/>
                      <a:pt x="3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502">
                <a:extLst>
                  <a:ext uri="{FF2B5EF4-FFF2-40B4-BE49-F238E27FC236}">
                    <a16:creationId xmlns:a16="http://schemas.microsoft.com/office/drawing/2014/main" id="{C6BB73D7-9341-4AC1-A52F-44839E575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833"/>
                <a:ext cx="25" cy="29"/>
              </a:xfrm>
              <a:custGeom>
                <a:avLst/>
                <a:gdLst>
                  <a:gd name="T0" fmla="*/ 113 w 10"/>
                  <a:gd name="T1" fmla="*/ 34 h 11"/>
                  <a:gd name="T2" fmla="*/ 50 w 10"/>
                  <a:gd name="T3" fmla="*/ 166 h 11"/>
                  <a:gd name="T4" fmla="*/ 113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7" y="2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503">
                <a:extLst>
                  <a:ext uri="{FF2B5EF4-FFF2-40B4-BE49-F238E27FC236}">
                    <a16:creationId xmlns:a16="http://schemas.microsoft.com/office/drawing/2014/main" id="{62455AE8-6FBA-4407-BFCD-06C4F0DC5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833"/>
                <a:ext cx="25" cy="29"/>
              </a:xfrm>
              <a:custGeom>
                <a:avLst/>
                <a:gdLst>
                  <a:gd name="T0" fmla="*/ 113 w 10"/>
                  <a:gd name="T1" fmla="*/ 34 h 11"/>
                  <a:gd name="T2" fmla="*/ 50 w 10"/>
                  <a:gd name="T3" fmla="*/ 166 h 11"/>
                  <a:gd name="T4" fmla="*/ 113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7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504">
                <a:extLst>
                  <a:ext uri="{FF2B5EF4-FFF2-40B4-BE49-F238E27FC236}">
                    <a16:creationId xmlns:a16="http://schemas.microsoft.com/office/drawing/2014/main" id="{FFD58415-85F6-4448-AD1B-265896D6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910"/>
                <a:ext cx="30" cy="29"/>
              </a:xfrm>
              <a:custGeom>
                <a:avLst/>
                <a:gdLst>
                  <a:gd name="T0" fmla="*/ 113 w 12"/>
                  <a:gd name="T1" fmla="*/ 166 h 11"/>
                  <a:gd name="T2" fmla="*/ 50 w 12"/>
                  <a:gd name="T3" fmla="*/ 34 h 11"/>
                  <a:gd name="T4" fmla="*/ 113 w 12"/>
                  <a:gd name="T5" fmla="*/ 1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9"/>
                    </a:moveTo>
                    <a:cubicBezTo>
                      <a:pt x="12" y="7"/>
                      <a:pt x="7" y="0"/>
                      <a:pt x="3" y="2"/>
                    </a:cubicBezTo>
                    <a:cubicBezTo>
                      <a:pt x="0" y="4"/>
                      <a:pt x="3" y="11"/>
                      <a:pt x="7" y="9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6" name="Freeform 505">
                <a:extLst>
                  <a:ext uri="{FF2B5EF4-FFF2-40B4-BE49-F238E27FC236}">
                    <a16:creationId xmlns:a16="http://schemas.microsoft.com/office/drawing/2014/main" id="{0432AB4D-A348-4DF7-ACE3-9FF19B440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910"/>
                <a:ext cx="30" cy="29"/>
              </a:xfrm>
              <a:custGeom>
                <a:avLst/>
                <a:gdLst>
                  <a:gd name="T0" fmla="*/ 113 w 12"/>
                  <a:gd name="T1" fmla="*/ 166 h 11"/>
                  <a:gd name="T2" fmla="*/ 50 w 12"/>
                  <a:gd name="T3" fmla="*/ 34 h 11"/>
                  <a:gd name="T4" fmla="*/ 113 w 12"/>
                  <a:gd name="T5" fmla="*/ 1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9"/>
                    </a:moveTo>
                    <a:cubicBezTo>
                      <a:pt x="12" y="7"/>
                      <a:pt x="7" y="0"/>
                      <a:pt x="3" y="2"/>
                    </a:cubicBezTo>
                    <a:cubicBezTo>
                      <a:pt x="0" y="4"/>
                      <a:pt x="3" y="11"/>
                      <a:pt x="7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506">
                <a:extLst>
                  <a:ext uri="{FF2B5EF4-FFF2-40B4-BE49-F238E27FC236}">
                    <a16:creationId xmlns:a16="http://schemas.microsoft.com/office/drawing/2014/main" id="{5005A876-9A2A-489F-8C1C-F5A6AB1B4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070"/>
                <a:ext cx="25" cy="29"/>
              </a:xfrm>
              <a:custGeom>
                <a:avLst/>
                <a:gdLst>
                  <a:gd name="T0" fmla="*/ 113 w 10"/>
                  <a:gd name="T1" fmla="*/ 34 h 11"/>
                  <a:gd name="T2" fmla="*/ 50 w 10"/>
                  <a:gd name="T3" fmla="*/ 166 h 11"/>
                  <a:gd name="T4" fmla="*/ 113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2"/>
                    </a:moveTo>
                    <a:cubicBezTo>
                      <a:pt x="3" y="0"/>
                      <a:pt x="0" y="8"/>
                      <a:pt x="3" y="9"/>
                    </a:cubicBezTo>
                    <a:cubicBezTo>
                      <a:pt x="6" y="11"/>
                      <a:pt x="10" y="5"/>
                      <a:pt x="7" y="2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507">
                <a:extLst>
                  <a:ext uri="{FF2B5EF4-FFF2-40B4-BE49-F238E27FC236}">
                    <a16:creationId xmlns:a16="http://schemas.microsoft.com/office/drawing/2014/main" id="{078865A7-7E9B-425B-B2B4-84739E9CD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070"/>
                <a:ext cx="25" cy="29"/>
              </a:xfrm>
              <a:custGeom>
                <a:avLst/>
                <a:gdLst>
                  <a:gd name="T0" fmla="*/ 113 w 10"/>
                  <a:gd name="T1" fmla="*/ 34 h 11"/>
                  <a:gd name="T2" fmla="*/ 50 w 10"/>
                  <a:gd name="T3" fmla="*/ 166 h 11"/>
                  <a:gd name="T4" fmla="*/ 113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7" y="2"/>
                    </a:moveTo>
                    <a:cubicBezTo>
                      <a:pt x="3" y="0"/>
                      <a:pt x="0" y="8"/>
                      <a:pt x="3" y="9"/>
                    </a:cubicBezTo>
                    <a:cubicBezTo>
                      <a:pt x="6" y="11"/>
                      <a:pt x="10" y="5"/>
                      <a:pt x="7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508">
                <a:extLst>
                  <a:ext uri="{FF2B5EF4-FFF2-40B4-BE49-F238E27FC236}">
                    <a16:creationId xmlns:a16="http://schemas.microsoft.com/office/drawing/2014/main" id="{E94AB671-6687-4BAD-A88B-D85F2B0D6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937"/>
                <a:ext cx="30" cy="34"/>
              </a:xfrm>
              <a:custGeom>
                <a:avLst/>
                <a:gdLst>
                  <a:gd name="T0" fmla="*/ 50 w 12"/>
                  <a:gd name="T1" fmla="*/ 165 h 13"/>
                  <a:gd name="T2" fmla="*/ 145 w 12"/>
                  <a:gd name="T3" fmla="*/ 55 h 13"/>
                  <a:gd name="T4" fmla="*/ 50 w 12"/>
                  <a:gd name="T5" fmla="*/ 16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9"/>
                    </a:moveTo>
                    <a:cubicBezTo>
                      <a:pt x="7" y="13"/>
                      <a:pt x="12" y="6"/>
                      <a:pt x="9" y="3"/>
                    </a:cubicBezTo>
                    <a:cubicBezTo>
                      <a:pt x="7" y="0"/>
                      <a:pt x="0" y="5"/>
                      <a:pt x="3" y="9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509">
                <a:extLst>
                  <a:ext uri="{FF2B5EF4-FFF2-40B4-BE49-F238E27FC236}">
                    <a16:creationId xmlns:a16="http://schemas.microsoft.com/office/drawing/2014/main" id="{AAD6434E-5C8F-48DD-A24B-0882D13AB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937"/>
                <a:ext cx="30" cy="34"/>
              </a:xfrm>
              <a:custGeom>
                <a:avLst/>
                <a:gdLst>
                  <a:gd name="T0" fmla="*/ 50 w 12"/>
                  <a:gd name="T1" fmla="*/ 165 h 13"/>
                  <a:gd name="T2" fmla="*/ 145 w 12"/>
                  <a:gd name="T3" fmla="*/ 55 h 13"/>
                  <a:gd name="T4" fmla="*/ 50 w 12"/>
                  <a:gd name="T5" fmla="*/ 16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9"/>
                    </a:moveTo>
                    <a:cubicBezTo>
                      <a:pt x="7" y="13"/>
                      <a:pt x="12" y="6"/>
                      <a:pt x="9" y="3"/>
                    </a:cubicBezTo>
                    <a:cubicBezTo>
                      <a:pt x="7" y="0"/>
                      <a:pt x="0" y="5"/>
                      <a:pt x="3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510">
                <a:extLst>
                  <a:ext uri="{FF2B5EF4-FFF2-40B4-BE49-F238E27FC236}">
                    <a16:creationId xmlns:a16="http://schemas.microsoft.com/office/drawing/2014/main" id="{7799FA36-3B96-4562-8B13-2C9AF5EBD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961"/>
                <a:ext cx="35" cy="34"/>
              </a:xfrm>
              <a:custGeom>
                <a:avLst/>
                <a:gdLst>
                  <a:gd name="T0" fmla="*/ 83 w 14"/>
                  <a:gd name="T1" fmla="*/ 55 h 13"/>
                  <a:gd name="T2" fmla="*/ 175 w 14"/>
                  <a:gd name="T3" fmla="*/ 178 h 13"/>
                  <a:gd name="T4" fmla="*/ 83 w 14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5" y="3"/>
                    </a:moveTo>
                    <a:cubicBezTo>
                      <a:pt x="0" y="7"/>
                      <a:pt x="7" y="13"/>
                      <a:pt x="11" y="10"/>
                    </a:cubicBezTo>
                    <a:cubicBezTo>
                      <a:pt x="14" y="7"/>
                      <a:pt x="9" y="0"/>
                      <a:pt x="5" y="3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511">
                <a:extLst>
                  <a:ext uri="{FF2B5EF4-FFF2-40B4-BE49-F238E27FC236}">
                    <a16:creationId xmlns:a16="http://schemas.microsoft.com/office/drawing/2014/main" id="{E5A24396-DB17-43C7-A65B-7D7E9EE1B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961"/>
                <a:ext cx="35" cy="34"/>
              </a:xfrm>
              <a:custGeom>
                <a:avLst/>
                <a:gdLst>
                  <a:gd name="T0" fmla="*/ 83 w 14"/>
                  <a:gd name="T1" fmla="*/ 55 h 13"/>
                  <a:gd name="T2" fmla="*/ 175 w 14"/>
                  <a:gd name="T3" fmla="*/ 178 h 13"/>
                  <a:gd name="T4" fmla="*/ 83 w 14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5" y="3"/>
                    </a:moveTo>
                    <a:cubicBezTo>
                      <a:pt x="0" y="7"/>
                      <a:pt x="7" y="13"/>
                      <a:pt x="11" y="10"/>
                    </a:cubicBezTo>
                    <a:cubicBezTo>
                      <a:pt x="14" y="7"/>
                      <a:pt x="9" y="0"/>
                      <a:pt x="5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512">
                <a:extLst>
                  <a:ext uri="{FF2B5EF4-FFF2-40B4-BE49-F238E27FC236}">
                    <a16:creationId xmlns:a16="http://schemas.microsoft.com/office/drawing/2014/main" id="{2EB38C2B-A4D6-416F-9AFB-C38E4E448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686"/>
                <a:ext cx="27" cy="27"/>
              </a:xfrm>
              <a:custGeom>
                <a:avLst/>
                <a:gdLst>
                  <a:gd name="T0" fmla="*/ 42 w 11"/>
                  <a:gd name="T1" fmla="*/ 38 h 10"/>
                  <a:gd name="T2" fmla="*/ 120 w 11"/>
                  <a:gd name="T3" fmla="*/ 159 h 10"/>
                  <a:gd name="T4" fmla="*/ 42 w 11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3" y="2"/>
                    </a:moveTo>
                    <a:cubicBezTo>
                      <a:pt x="0" y="6"/>
                      <a:pt x="6" y="10"/>
                      <a:pt x="8" y="8"/>
                    </a:cubicBezTo>
                    <a:cubicBezTo>
                      <a:pt x="11" y="6"/>
                      <a:pt x="7" y="0"/>
                      <a:pt x="3" y="2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513">
                <a:extLst>
                  <a:ext uri="{FF2B5EF4-FFF2-40B4-BE49-F238E27FC236}">
                    <a16:creationId xmlns:a16="http://schemas.microsoft.com/office/drawing/2014/main" id="{8F24086E-2EC5-42B9-92E9-4E1E45985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686"/>
                <a:ext cx="27" cy="27"/>
              </a:xfrm>
              <a:custGeom>
                <a:avLst/>
                <a:gdLst>
                  <a:gd name="T0" fmla="*/ 42 w 11"/>
                  <a:gd name="T1" fmla="*/ 38 h 10"/>
                  <a:gd name="T2" fmla="*/ 120 w 11"/>
                  <a:gd name="T3" fmla="*/ 159 h 10"/>
                  <a:gd name="T4" fmla="*/ 42 w 11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3" y="2"/>
                    </a:moveTo>
                    <a:cubicBezTo>
                      <a:pt x="0" y="6"/>
                      <a:pt x="6" y="10"/>
                      <a:pt x="8" y="8"/>
                    </a:cubicBezTo>
                    <a:cubicBezTo>
                      <a:pt x="11" y="6"/>
                      <a:pt x="7" y="0"/>
                      <a:pt x="3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514">
                <a:extLst>
                  <a:ext uri="{FF2B5EF4-FFF2-40B4-BE49-F238E27FC236}">
                    <a16:creationId xmlns:a16="http://schemas.microsoft.com/office/drawing/2014/main" id="{CAA9B5D2-F346-4F9B-ADEA-9CC412CB8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881"/>
                <a:ext cx="27" cy="26"/>
              </a:xfrm>
              <a:custGeom>
                <a:avLst/>
                <a:gdLst>
                  <a:gd name="T0" fmla="*/ 61 w 11"/>
                  <a:gd name="T1" fmla="*/ 21 h 10"/>
                  <a:gd name="T2" fmla="*/ 120 w 11"/>
                  <a:gd name="T3" fmla="*/ 143 h 10"/>
                  <a:gd name="T4" fmla="*/ 61 w 11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4" y="1"/>
                    </a:moveTo>
                    <a:cubicBezTo>
                      <a:pt x="0" y="4"/>
                      <a:pt x="5" y="10"/>
                      <a:pt x="8" y="8"/>
                    </a:cubicBezTo>
                    <a:cubicBezTo>
                      <a:pt x="11" y="6"/>
                      <a:pt x="8" y="0"/>
                      <a:pt x="4" y="1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515">
                <a:extLst>
                  <a:ext uri="{FF2B5EF4-FFF2-40B4-BE49-F238E27FC236}">
                    <a16:creationId xmlns:a16="http://schemas.microsoft.com/office/drawing/2014/main" id="{A7DB57A7-76DD-4FD7-9862-958F82DFB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881"/>
                <a:ext cx="27" cy="26"/>
              </a:xfrm>
              <a:custGeom>
                <a:avLst/>
                <a:gdLst>
                  <a:gd name="T0" fmla="*/ 61 w 11"/>
                  <a:gd name="T1" fmla="*/ 21 h 10"/>
                  <a:gd name="T2" fmla="*/ 120 w 11"/>
                  <a:gd name="T3" fmla="*/ 143 h 10"/>
                  <a:gd name="T4" fmla="*/ 61 w 11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4" y="1"/>
                    </a:moveTo>
                    <a:cubicBezTo>
                      <a:pt x="0" y="4"/>
                      <a:pt x="5" y="10"/>
                      <a:pt x="8" y="8"/>
                    </a:cubicBezTo>
                    <a:cubicBezTo>
                      <a:pt x="11" y="6"/>
                      <a:pt x="8" y="0"/>
                      <a:pt x="4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516">
                <a:extLst>
                  <a:ext uri="{FF2B5EF4-FFF2-40B4-BE49-F238E27FC236}">
                    <a16:creationId xmlns:a16="http://schemas.microsoft.com/office/drawing/2014/main" id="{CA531037-2EBD-439B-A455-06AF7B7EB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926"/>
                <a:ext cx="20" cy="21"/>
              </a:xfrm>
              <a:custGeom>
                <a:avLst/>
                <a:gdLst>
                  <a:gd name="T0" fmla="*/ 33 w 8"/>
                  <a:gd name="T1" fmla="*/ 34 h 8"/>
                  <a:gd name="T2" fmla="*/ 113 w 8"/>
                  <a:gd name="T3" fmla="*/ 89 h 8"/>
                  <a:gd name="T4" fmla="*/ 33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0" y="6"/>
                      <a:pt x="5" y="8"/>
                      <a:pt x="7" y="5"/>
                    </a:cubicBezTo>
                    <a:cubicBezTo>
                      <a:pt x="8" y="3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517">
                <a:extLst>
                  <a:ext uri="{FF2B5EF4-FFF2-40B4-BE49-F238E27FC236}">
                    <a16:creationId xmlns:a16="http://schemas.microsoft.com/office/drawing/2014/main" id="{CFF4D782-F048-4970-A9FD-ADB77959F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926"/>
                <a:ext cx="20" cy="21"/>
              </a:xfrm>
              <a:custGeom>
                <a:avLst/>
                <a:gdLst>
                  <a:gd name="T0" fmla="*/ 33 w 8"/>
                  <a:gd name="T1" fmla="*/ 34 h 8"/>
                  <a:gd name="T2" fmla="*/ 113 w 8"/>
                  <a:gd name="T3" fmla="*/ 89 h 8"/>
                  <a:gd name="T4" fmla="*/ 33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0" y="6"/>
                      <a:pt x="5" y="8"/>
                      <a:pt x="7" y="5"/>
                    </a:cubicBezTo>
                    <a:cubicBezTo>
                      <a:pt x="8" y="3"/>
                      <a:pt x="3" y="0"/>
                      <a:pt x="2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518">
                <a:extLst>
                  <a:ext uri="{FF2B5EF4-FFF2-40B4-BE49-F238E27FC236}">
                    <a16:creationId xmlns:a16="http://schemas.microsoft.com/office/drawing/2014/main" id="{29567208-8C35-4FEF-9EC9-5FDCE6E9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875"/>
                <a:ext cx="20" cy="22"/>
              </a:xfrm>
              <a:custGeom>
                <a:avLst/>
                <a:gdLst>
                  <a:gd name="T0" fmla="*/ 33 w 8"/>
                  <a:gd name="T1" fmla="*/ 47 h 8"/>
                  <a:gd name="T2" fmla="*/ 113 w 8"/>
                  <a:gd name="T3" fmla="*/ 107 h 8"/>
                  <a:gd name="T4" fmla="*/ 33 w 8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0" y="6"/>
                      <a:pt x="5" y="8"/>
                      <a:pt x="7" y="5"/>
                    </a:cubicBezTo>
                    <a:cubicBezTo>
                      <a:pt x="8" y="3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519">
                <a:extLst>
                  <a:ext uri="{FF2B5EF4-FFF2-40B4-BE49-F238E27FC236}">
                    <a16:creationId xmlns:a16="http://schemas.microsoft.com/office/drawing/2014/main" id="{9BD07776-31A3-4FB9-94E2-A0A4F80B9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875"/>
                <a:ext cx="20" cy="22"/>
              </a:xfrm>
              <a:custGeom>
                <a:avLst/>
                <a:gdLst>
                  <a:gd name="T0" fmla="*/ 33 w 8"/>
                  <a:gd name="T1" fmla="*/ 47 h 8"/>
                  <a:gd name="T2" fmla="*/ 113 w 8"/>
                  <a:gd name="T3" fmla="*/ 107 h 8"/>
                  <a:gd name="T4" fmla="*/ 33 w 8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0" y="6"/>
                      <a:pt x="5" y="8"/>
                      <a:pt x="7" y="5"/>
                    </a:cubicBezTo>
                    <a:cubicBezTo>
                      <a:pt x="8" y="3"/>
                      <a:pt x="3" y="0"/>
                      <a:pt x="2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520">
                <a:extLst>
                  <a:ext uri="{FF2B5EF4-FFF2-40B4-BE49-F238E27FC236}">
                    <a16:creationId xmlns:a16="http://schemas.microsoft.com/office/drawing/2014/main" id="{3941F1D4-8380-4780-ACA1-354019DCA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950"/>
                <a:ext cx="22" cy="21"/>
              </a:xfrm>
              <a:custGeom>
                <a:avLst/>
                <a:gdLst>
                  <a:gd name="T0" fmla="*/ 29 w 9"/>
                  <a:gd name="T1" fmla="*/ 34 h 8"/>
                  <a:gd name="T2" fmla="*/ 103 w 9"/>
                  <a:gd name="T3" fmla="*/ 89 h 8"/>
                  <a:gd name="T4" fmla="*/ 29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0" y="6"/>
                      <a:pt x="6" y="8"/>
                      <a:pt x="7" y="5"/>
                    </a:cubicBezTo>
                    <a:cubicBezTo>
                      <a:pt x="9" y="3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521">
                <a:extLst>
                  <a:ext uri="{FF2B5EF4-FFF2-40B4-BE49-F238E27FC236}">
                    <a16:creationId xmlns:a16="http://schemas.microsoft.com/office/drawing/2014/main" id="{24000CF4-0AA6-493F-87CE-707AEBA21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950"/>
                <a:ext cx="22" cy="21"/>
              </a:xfrm>
              <a:custGeom>
                <a:avLst/>
                <a:gdLst>
                  <a:gd name="T0" fmla="*/ 29 w 9"/>
                  <a:gd name="T1" fmla="*/ 34 h 8"/>
                  <a:gd name="T2" fmla="*/ 103 w 9"/>
                  <a:gd name="T3" fmla="*/ 89 h 8"/>
                  <a:gd name="T4" fmla="*/ 29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0" y="6"/>
                      <a:pt x="6" y="8"/>
                      <a:pt x="7" y="5"/>
                    </a:cubicBezTo>
                    <a:cubicBezTo>
                      <a:pt x="9" y="3"/>
                      <a:pt x="4" y="0"/>
                      <a:pt x="2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522">
                <a:extLst>
                  <a:ext uri="{FF2B5EF4-FFF2-40B4-BE49-F238E27FC236}">
                    <a16:creationId xmlns:a16="http://schemas.microsoft.com/office/drawing/2014/main" id="{07A0390B-0C8F-4114-A00F-85E6EFF74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873"/>
                <a:ext cx="15" cy="21"/>
              </a:xfrm>
              <a:custGeom>
                <a:avLst/>
                <a:gdLst>
                  <a:gd name="T0" fmla="*/ 0 w 6"/>
                  <a:gd name="T1" fmla="*/ 76 h 8"/>
                  <a:gd name="T2" fmla="*/ 95 w 6"/>
                  <a:gd name="T3" fmla="*/ 55 h 8"/>
                  <a:gd name="T4" fmla="*/ 0 w 6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0" y="8"/>
                      <a:pt x="6" y="6"/>
                      <a:pt x="6" y="3"/>
                    </a:cubicBezTo>
                    <a:cubicBezTo>
                      <a:pt x="6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523">
                <a:extLst>
                  <a:ext uri="{FF2B5EF4-FFF2-40B4-BE49-F238E27FC236}">
                    <a16:creationId xmlns:a16="http://schemas.microsoft.com/office/drawing/2014/main" id="{A587F208-C376-4B5A-9CC1-47A468A57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873"/>
                <a:ext cx="15" cy="21"/>
              </a:xfrm>
              <a:custGeom>
                <a:avLst/>
                <a:gdLst>
                  <a:gd name="T0" fmla="*/ 0 w 6"/>
                  <a:gd name="T1" fmla="*/ 76 h 8"/>
                  <a:gd name="T2" fmla="*/ 95 w 6"/>
                  <a:gd name="T3" fmla="*/ 55 h 8"/>
                  <a:gd name="T4" fmla="*/ 0 w 6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0" y="8"/>
                      <a:pt x="6" y="6"/>
                      <a:pt x="6" y="3"/>
                    </a:cubicBezTo>
                    <a:cubicBezTo>
                      <a:pt x="6" y="0"/>
                      <a:pt x="0" y="1"/>
                      <a:pt x="0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524">
                <a:extLst>
                  <a:ext uri="{FF2B5EF4-FFF2-40B4-BE49-F238E27FC236}">
                    <a16:creationId xmlns:a16="http://schemas.microsoft.com/office/drawing/2014/main" id="{EEEDFE0F-511E-4B72-87F7-1FFFAEEAF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011"/>
                <a:ext cx="30" cy="27"/>
              </a:xfrm>
              <a:custGeom>
                <a:avLst/>
                <a:gdLst>
                  <a:gd name="T0" fmla="*/ 83 w 12"/>
                  <a:gd name="T1" fmla="*/ 0 h 10"/>
                  <a:gd name="T2" fmla="*/ 125 w 12"/>
                  <a:gd name="T3" fmla="*/ 176 h 10"/>
                  <a:gd name="T4" fmla="*/ 83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0" y="2"/>
                      <a:pt x="4" y="10"/>
                      <a:pt x="8" y="9"/>
                    </a:cubicBezTo>
                    <a:cubicBezTo>
                      <a:pt x="12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Freeform 525">
                <a:extLst>
                  <a:ext uri="{FF2B5EF4-FFF2-40B4-BE49-F238E27FC236}">
                    <a16:creationId xmlns:a16="http://schemas.microsoft.com/office/drawing/2014/main" id="{F06C1100-9F93-41DE-93DC-E92149062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011"/>
                <a:ext cx="30" cy="27"/>
              </a:xfrm>
              <a:custGeom>
                <a:avLst/>
                <a:gdLst>
                  <a:gd name="T0" fmla="*/ 83 w 12"/>
                  <a:gd name="T1" fmla="*/ 0 h 10"/>
                  <a:gd name="T2" fmla="*/ 125 w 12"/>
                  <a:gd name="T3" fmla="*/ 176 h 10"/>
                  <a:gd name="T4" fmla="*/ 83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0" y="2"/>
                      <a:pt x="4" y="10"/>
                      <a:pt x="8" y="9"/>
                    </a:cubicBezTo>
                    <a:cubicBezTo>
                      <a:pt x="12" y="8"/>
                      <a:pt x="10" y="0"/>
                      <a:pt x="5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7" name="Freeform 526">
                <a:extLst>
                  <a:ext uri="{FF2B5EF4-FFF2-40B4-BE49-F238E27FC236}">
                    <a16:creationId xmlns:a16="http://schemas.microsoft.com/office/drawing/2014/main" id="{D1046CD0-72C0-46A8-A673-0CC2DFFFA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995"/>
                <a:ext cx="22" cy="27"/>
              </a:xfrm>
              <a:custGeom>
                <a:avLst/>
                <a:gdLst>
                  <a:gd name="T0" fmla="*/ 120 w 9"/>
                  <a:gd name="T1" fmla="*/ 81 h 10"/>
                  <a:gd name="T2" fmla="*/ 12 w 9"/>
                  <a:gd name="T3" fmla="*/ 138 h 10"/>
                  <a:gd name="T4" fmla="*/ 120 w 9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8" y="4"/>
                    </a:moveTo>
                    <a:cubicBezTo>
                      <a:pt x="7" y="0"/>
                      <a:pt x="0" y="3"/>
                      <a:pt x="1" y="7"/>
                    </a:cubicBezTo>
                    <a:cubicBezTo>
                      <a:pt x="2" y="10"/>
                      <a:pt x="9" y="8"/>
                      <a:pt x="8" y="4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8" name="Freeform 527">
                <a:extLst>
                  <a:ext uri="{FF2B5EF4-FFF2-40B4-BE49-F238E27FC236}">
                    <a16:creationId xmlns:a16="http://schemas.microsoft.com/office/drawing/2014/main" id="{6395A12F-5968-4D9D-8A71-15A39E7E4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995"/>
                <a:ext cx="22" cy="27"/>
              </a:xfrm>
              <a:custGeom>
                <a:avLst/>
                <a:gdLst>
                  <a:gd name="T0" fmla="*/ 120 w 9"/>
                  <a:gd name="T1" fmla="*/ 81 h 10"/>
                  <a:gd name="T2" fmla="*/ 12 w 9"/>
                  <a:gd name="T3" fmla="*/ 138 h 10"/>
                  <a:gd name="T4" fmla="*/ 120 w 9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8" y="4"/>
                    </a:moveTo>
                    <a:cubicBezTo>
                      <a:pt x="7" y="0"/>
                      <a:pt x="0" y="3"/>
                      <a:pt x="1" y="7"/>
                    </a:cubicBezTo>
                    <a:cubicBezTo>
                      <a:pt x="2" y="10"/>
                      <a:pt x="9" y="8"/>
                      <a:pt x="8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528">
                <a:extLst>
                  <a:ext uri="{FF2B5EF4-FFF2-40B4-BE49-F238E27FC236}">
                    <a16:creationId xmlns:a16="http://schemas.microsoft.com/office/drawing/2014/main" id="{6A5EFFF5-3CF0-4764-B980-B336C65FD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089"/>
                <a:ext cx="25" cy="24"/>
              </a:xfrm>
              <a:custGeom>
                <a:avLst/>
                <a:gdLst>
                  <a:gd name="T0" fmla="*/ 83 w 10"/>
                  <a:gd name="T1" fmla="*/ 149 h 9"/>
                  <a:gd name="T2" fmla="*/ 95 w 10"/>
                  <a:gd name="T3" fmla="*/ 0 h 9"/>
                  <a:gd name="T4" fmla="*/ 83 w 10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8"/>
                    </a:moveTo>
                    <a:cubicBezTo>
                      <a:pt x="9" y="9"/>
                      <a:pt x="10" y="1"/>
                      <a:pt x="6" y="0"/>
                    </a:cubicBezTo>
                    <a:cubicBezTo>
                      <a:pt x="3" y="0"/>
                      <a:pt x="0" y="7"/>
                      <a:pt x="5" y="8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529">
                <a:extLst>
                  <a:ext uri="{FF2B5EF4-FFF2-40B4-BE49-F238E27FC236}">
                    <a16:creationId xmlns:a16="http://schemas.microsoft.com/office/drawing/2014/main" id="{C881C3FE-FC14-4B37-8138-B0AFD1D0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089"/>
                <a:ext cx="25" cy="24"/>
              </a:xfrm>
              <a:custGeom>
                <a:avLst/>
                <a:gdLst>
                  <a:gd name="T0" fmla="*/ 83 w 10"/>
                  <a:gd name="T1" fmla="*/ 149 h 9"/>
                  <a:gd name="T2" fmla="*/ 95 w 10"/>
                  <a:gd name="T3" fmla="*/ 0 h 9"/>
                  <a:gd name="T4" fmla="*/ 83 w 10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8"/>
                    </a:moveTo>
                    <a:cubicBezTo>
                      <a:pt x="9" y="9"/>
                      <a:pt x="10" y="1"/>
                      <a:pt x="6" y="0"/>
                    </a:cubicBezTo>
                    <a:cubicBezTo>
                      <a:pt x="3" y="0"/>
                      <a:pt x="0" y="7"/>
                      <a:pt x="5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530">
                <a:extLst>
                  <a:ext uri="{FF2B5EF4-FFF2-40B4-BE49-F238E27FC236}">
                    <a16:creationId xmlns:a16="http://schemas.microsoft.com/office/drawing/2014/main" id="{B2B3BD82-AB36-4571-BDB0-CFF953A16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041"/>
                <a:ext cx="23" cy="24"/>
              </a:xfrm>
              <a:custGeom>
                <a:avLst/>
                <a:gdLst>
                  <a:gd name="T0" fmla="*/ 84 w 9"/>
                  <a:gd name="T1" fmla="*/ 21 h 9"/>
                  <a:gd name="T2" fmla="*/ 51 w 9"/>
                  <a:gd name="T3" fmla="*/ 149 h 9"/>
                  <a:gd name="T4" fmla="*/ 84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1"/>
                    </a:moveTo>
                    <a:cubicBezTo>
                      <a:pt x="0" y="0"/>
                      <a:pt x="0" y="7"/>
                      <a:pt x="3" y="8"/>
                    </a:cubicBezTo>
                    <a:cubicBezTo>
                      <a:pt x="6" y="9"/>
                      <a:pt x="9" y="2"/>
                      <a:pt x="5" y="1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531">
                <a:extLst>
                  <a:ext uri="{FF2B5EF4-FFF2-40B4-BE49-F238E27FC236}">
                    <a16:creationId xmlns:a16="http://schemas.microsoft.com/office/drawing/2014/main" id="{C48C416F-DBEC-4246-B7C4-9E147C979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041"/>
                <a:ext cx="23" cy="24"/>
              </a:xfrm>
              <a:custGeom>
                <a:avLst/>
                <a:gdLst>
                  <a:gd name="T0" fmla="*/ 84 w 9"/>
                  <a:gd name="T1" fmla="*/ 21 h 9"/>
                  <a:gd name="T2" fmla="*/ 51 w 9"/>
                  <a:gd name="T3" fmla="*/ 149 h 9"/>
                  <a:gd name="T4" fmla="*/ 84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1"/>
                    </a:moveTo>
                    <a:cubicBezTo>
                      <a:pt x="0" y="0"/>
                      <a:pt x="0" y="7"/>
                      <a:pt x="3" y="8"/>
                    </a:cubicBezTo>
                    <a:cubicBezTo>
                      <a:pt x="6" y="9"/>
                      <a:pt x="9" y="2"/>
                      <a:pt x="5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532">
                <a:extLst>
                  <a:ext uri="{FF2B5EF4-FFF2-40B4-BE49-F238E27FC236}">
                    <a16:creationId xmlns:a16="http://schemas.microsoft.com/office/drawing/2014/main" id="{C154EC37-8553-4757-A995-47C76F03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059"/>
                <a:ext cx="20" cy="19"/>
              </a:xfrm>
              <a:custGeom>
                <a:avLst/>
                <a:gdLst>
                  <a:gd name="T0" fmla="*/ 63 w 8"/>
                  <a:gd name="T1" fmla="*/ 0 h 7"/>
                  <a:gd name="T2" fmla="*/ 83 w 8"/>
                  <a:gd name="T3" fmla="*/ 117 h 7"/>
                  <a:gd name="T4" fmla="*/ 63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0" y="2"/>
                      <a:pt x="3" y="7"/>
                      <a:pt x="5" y="6"/>
                    </a:cubicBezTo>
                    <a:cubicBezTo>
                      <a:pt x="8" y="5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533">
                <a:extLst>
                  <a:ext uri="{FF2B5EF4-FFF2-40B4-BE49-F238E27FC236}">
                    <a16:creationId xmlns:a16="http://schemas.microsoft.com/office/drawing/2014/main" id="{D3E4D9E1-F2AD-41A0-86A5-6269D7F15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059"/>
                <a:ext cx="20" cy="19"/>
              </a:xfrm>
              <a:custGeom>
                <a:avLst/>
                <a:gdLst>
                  <a:gd name="T0" fmla="*/ 63 w 8"/>
                  <a:gd name="T1" fmla="*/ 0 h 7"/>
                  <a:gd name="T2" fmla="*/ 83 w 8"/>
                  <a:gd name="T3" fmla="*/ 117 h 7"/>
                  <a:gd name="T4" fmla="*/ 63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0" y="2"/>
                      <a:pt x="3" y="7"/>
                      <a:pt x="5" y="6"/>
                    </a:cubicBezTo>
                    <a:cubicBezTo>
                      <a:pt x="8" y="5"/>
                      <a:pt x="7" y="0"/>
                      <a:pt x="4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534">
                <a:extLst>
                  <a:ext uri="{FF2B5EF4-FFF2-40B4-BE49-F238E27FC236}">
                    <a16:creationId xmlns:a16="http://schemas.microsoft.com/office/drawing/2014/main" id="{8494238E-DCAB-495B-B4FE-45D50C71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998"/>
                <a:ext cx="23" cy="24"/>
              </a:xfrm>
              <a:custGeom>
                <a:avLst/>
                <a:gdLst>
                  <a:gd name="T0" fmla="*/ 33 w 9"/>
                  <a:gd name="T1" fmla="*/ 56 h 9"/>
                  <a:gd name="T2" fmla="*/ 118 w 9"/>
                  <a:gd name="T3" fmla="*/ 115 h 9"/>
                  <a:gd name="T4" fmla="*/ 33 w 9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3"/>
                    </a:moveTo>
                    <a:cubicBezTo>
                      <a:pt x="0" y="6"/>
                      <a:pt x="6" y="9"/>
                      <a:pt x="7" y="6"/>
                    </a:cubicBezTo>
                    <a:cubicBezTo>
                      <a:pt x="9" y="4"/>
                      <a:pt x="4" y="0"/>
                      <a:pt x="2" y="3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535">
                <a:extLst>
                  <a:ext uri="{FF2B5EF4-FFF2-40B4-BE49-F238E27FC236}">
                    <a16:creationId xmlns:a16="http://schemas.microsoft.com/office/drawing/2014/main" id="{28513C8B-3511-4928-9CAC-E4C8DD14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998"/>
                <a:ext cx="23" cy="24"/>
              </a:xfrm>
              <a:custGeom>
                <a:avLst/>
                <a:gdLst>
                  <a:gd name="T0" fmla="*/ 33 w 9"/>
                  <a:gd name="T1" fmla="*/ 56 h 9"/>
                  <a:gd name="T2" fmla="*/ 118 w 9"/>
                  <a:gd name="T3" fmla="*/ 115 h 9"/>
                  <a:gd name="T4" fmla="*/ 33 w 9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3"/>
                    </a:moveTo>
                    <a:cubicBezTo>
                      <a:pt x="0" y="6"/>
                      <a:pt x="6" y="9"/>
                      <a:pt x="7" y="6"/>
                    </a:cubicBezTo>
                    <a:cubicBezTo>
                      <a:pt x="9" y="4"/>
                      <a:pt x="4" y="0"/>
                      <a:pt x="2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536">
                <a:extLst>
                  <a:ext uri="{FF2B5EF4-FFF2-40B4-BE49-F238E27FC236}">
                    <a16:creationId xmlns:a16="http://schemas.microsoft.com/office/drawing/2014/main" id="{7FB5D921-C0D4-4DCF-B2D1-694F2E5D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099"/>
                <a:ext cx="28" cy="30"/>
              </a:xfrm>
              <a:custGeom>
                <a:avLst/>
                <a:gdLst>
                  <a:gd name="T0" fmla="*/ 84 w 11"/>
                  <a:gd name="T1" fmla="*/ 202 h 11"/>
                  <a:gd name="T2" fmla="*/ 117 w 11"/>
                  <a:gd name="T3" fmla="*/ 22 h 11"/>
                  <a:gd name="T4" fmla="*/ 84 w 11"/>
                  <a:gd name="T5" fmla="*/ 2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10"/>
                    </a:moveTo>
                    <a:cubicBezTo>
                      <a:pt x="11" y="11"/>
                      <a:pt x="11" y="2"/>
                      <a:pt x="7" y="1"/>
                    </a:cubicBezTo>
                    <a:cubicBezTo>
                      <a:pt x="3" y="0"/>
                      <a:pt x="0" y="8"/>
                      <a:pt x="5" y="10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537">
                <a:extLst>
                  <a:ext uri="{FF2B5EF4-FFF2-40B4-BE49-F238E27FC236}">
                    <a16:creationId xmlns:a16="http://schemas.microsoft.com/office/drawing/2014/main" id="{2A8E4F63-C85F-4DC5-AEC2-F836F2549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099"/>
                <a:ext cx="28" cy="30"/>
              </a:xfrm>
              <a:custGeom>
                <a:avLst/>
                <a:gdLst>
                  <a:gd name="T0" fmla="*/ 84 w 11"/>
                  <a:gd name="T1" fmla="*/ 202 h 11"/>
                  <a:gd name="T2" fmla="*/ 117 w 11"/>
                  <a:gd name="T3" fmla="*/ 22 h 11"/>
                  <a:gd name="T4" fmla="*/ 84 w 11"/>
                  <a:gd name="T5" fmla="*/ 2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10"/>
                    </a:moveTo>
                    <a:cubicBezTo>
                      <a:pt x="11" y="11"/>
                      <a:pt x="11" y="2"/>
                      <a:pt x="7" y="1"/>
                    </a:cubicBezTo>
                    <a:cubicBezTo>
                      <a:pt x="3" y="0"/>
                      <a:pt x="0" y="8"/>
                      <a:pt x="5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538">
                <a:extLst>
                  <a:ext uri="{FF2B5EF4-FFF2-40B4-BE49-F238E27FC236}">
                    <a16:creationId xmlns:a16="http://schemas.microsoft.com/office/drawing/2014/main" id="{E08A5903-3EA9-4644-AF31-FDB21E3F2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043"/>
                <a:ext cx="25" cy="32"/>
              </a:xfrm>
              <a:custGeom>
                <a:avLst/>
                <a:gdLst>
                  <a:gd name="T0" fmla="*/ 33 w 10"/>
                  <a:gd name="T1" fmla="*/ 149 h 12"/>
                  <a:gd name="T2" fmla="*/ 113 w 10"/>
                  <a:gd name="T3" fmla="*/ 56 h 12"/>
                  <a:gd name="T4" fmla="*/ 33 w 10"/>
                  <a:gd name="T5" fmla="*/ 14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2" y="8"/>
                    </a:moveTo>
                    <a:cubicBezTo>
                      <a:pt x="6" y="12"/>
                      <a:pt x="10" y="5"/>
                      <a:pt x="7" y="3"/>
                    </a:cubicBezTo>
                    <a:cubicBezTo>
                      <a:pt x="5" y="0"/>
                      <a:pt x="0" y="5"/>
                      <a:pt x="2" y="8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539">
                <a:extLst>
                  <a:ext uri="{FF2B5EF4-FFF2-40B4-BE49-F238E27FC236}">
                    <a16:creationId xmlns:a16="http://schemas.microsoft.com/office/drawing/2014/main" id="{3CA28D6A-8E36-4275-BF01-65F5A2B2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043"/>
                <a:ext cx="25" cy="32"/>
              </a:xfrm>
              <a:custGeom>
                <a:avLst/>
                <a:gdLst>
                  <a:gd name="T0" fmla="*/ 33 w 10"/>
                  <a:gd name="T1" fmla="*/ 149 h 12"/>
                  <a:gd name="T2" fmla="*/ 113 w 10"/>
                  <a:gd name="T3" fmla="*/ 56 h 12"/>
                  <a:gd name="T4" fmla="*/ 33 w 10"/>
                  <a:gd name="T5" fmla="*/ 14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2" y="8"/>
                    </a:moveTo>
                    <a:cubicBezTo>
                      <a:pt x="6" y="12"/>
                      <a:pt x="10" y="5"/>
                      <a:pt x="7" y="3"/>
                    </a:cubicBezTo>
                    <a:cubicBezTo>
                      <a:pt x="5" y="0"/>
                      <a:pt x="0" y="5"/>
                      <a:pt x="2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540">
                <a:extLst>
                  <a:ext uri="{FF2B5EF4-FFF2-40B4-BE49-F238E27FC236}">
                    <a16:creationId xmlns:a16="http://schemas.microsoft.com/office/drawing/2014/main" id="{F510B696-848C-4AAE-9B36-6305F4B3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059"/>
                <a:ext cx="17" cy="19"/>
              </a:xfrm>
              <a:custGeom>
                <a:avLst/>
                <a:gdLst>
                  <a:gd name="T0" fmla="*/ 41 w 7"/>
                  <a:gd name="T1" fmla="*/ 117 h 7"/>
                  <a:gd name="T2" fmla="*/ 70 w 7"/>
                  <a:gd name="T3" fmla="*/ 0 h 7"/>
                  <a:gd name="T4" fmla="*/ 41 w 7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6"/>
                    </a:moveTo>
                    <a:cubicBezTo>
                      <a:pt x="7" y="7"/>
                      <a:pt x="7" y="1"/>
                      <a:pt x="5" y="0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2" name="Freeform 541">
                <a:extLst>
                  <a:ext uri="{FF2B5EF4-FFF2-40B4-BE49-F238E27FC236}">
                    <a16:creationId xmlns:a16="http://schemas.microsoft.com/office/drawing/2014/main" id="{AA18B170-06D0-457B-9CBC-BF4B817E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059"/>
                <a:ext cx="17" cy="19"/>
              </a:xfrm>
              <a:custGeom>
                <a:avLst/>
                <a:gdLst>
                  <a:gd name="T0" fmla="*/ 41 w 7"/>
                  <a:gd name="T1" fmla="*/ 117 h 7"/>
                  <a:gd name="T2" fmla="*/ 70 w 7"/>
                  <a:gd name="T3" fmla="*/ 0 h 7"/>
                  <a:gd name="T4" fmla="*/ 41 w 7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6"/>
                    </a:moveTo>
                    <a:cubicBezTo>
                      <a:pt x="7" y="7"/>
                      <a:pt x="7" y="1"/>
                      <a:pt x="5" y="0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3" name="Freeform 542">
                <a:extLst>
                  <a:ext uri="{FF2B5EF4-FFF2-40B4-BE49-F238E27FC236}">
                    <a16:creationId xmlns:a16="http://schemas.microsoft.com/office/drawing/2014/main" id="{2C1609D6-0864-42D5-AC7E-13932293A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099"/>
                <a:ext cx="22" cy="22"/>
              </a:xfrm>
              <a:custGeom>
                <a:avLst/>
                <a:gdLst>
                  <a:gd name="T0" fmla="*/ 71 w 9"/>
                  <a:gd name="T1" fmla="*/ 143 h 8"/>
                  <a:gd name="T2" fmla="*/ 29 w 9"/>
                  <a:gd name="T3" fmla="*/ 22 h 8"/>
                  <a:gd name="T4" fmla="*/ 71 w 9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7"/>
                    </a:moveTo>
                    <a:cubicBezTo>
                      <a:pt x="9" y="5"/>
                      <a:pt x="5" y="0"/>
                      <a:pt x="2" y="1"/>
                    </a:cubicBezTo>
                    <a:cubicBezTo>
                      <a:pt x="0" y="2"/>
                      <a:pt x="2" y="8"/>
                      <a:pt x="5" y="7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4" name="Freeform 543">
                <a:extLst>
                  <a:ext uri="{FF2B5EF4-FFF2-40B4-BE49-F238E27FC236}">
                    <a16:creationId xmlns:a16="http://schemas.microsoft.com/office/drawing/2014/main" id="{1BED0448-3634-4E85-A477-50DEC9038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099"/>
                <a:ext cx="22" cy="22"/>
              </a:xfrm>
              <a:custGeom>
                <a:avLst/>
                <a:gdLst>
                  <a:gd name="T0" fmla="*/ 71 w 9"/>
                  <a:gd name="T1" fmla="*/ 143 h 8"/>
                  <a:gd name="T2" fmla="*/ 29 w 9"/>
                  <a:gd name="T3" fmla="*/ 22 h 8"/>
                  <a:gd name="T4" fmla="*/ 71 w 9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7"/>
                    </a:moveTo>
                    <a:cubicBezTo>
                      <a:pt x="9" y="5"/>
                      <a:pt x="5" y="0"/>
                      <a:pt x="2" y="1"/>
                    </a:cubicBezTo>
                    <a:cubicBezTo>
                      <a:pt x="0" y="2"/>
                      <a:pt x="2" y="8"/>
                      <a:pt x="5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5" name="Freeform 544">
                <a:extLst>
                  <a:ext uri="{FF2B5EF4-FFF2-40B4-BE49-F238E27FC236}">
                    <a16:creationId xmlns:a16="http://schemas.microsoft.com/office/drawing/2014/main" id="{6D5C8AC1-32BE-4045-9544-AA239ABC8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01"/>
                <a:ext cx="27" cy="32"/>
              </a:xfrm>
              <a:custGeom>
                <a:avLst/>
                <a:gdLst>
                  <a:gd name="T0" fmla="*/ 103 w 11"/>
                  <a:gd name="T1" fmla="*/ 35 h 12"/>
                  <a:gd name="T2" fmla="*/ 42 w 11"/>
                  <a:gd name="T3" fmla="*/ 192 h 12"/>
                  <a:gd name="T4" fmla="*/ 103 w 11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7" y="2"/>
                    </a:moveTo>
                    <a:cubicBezTo>
                      <a:pt x="2" y="0"/>
                      <a:pt x="0" y="8"/>
                      <a:pt x="3" y="10"/>
                    </a:cubicBezTo>
                    <a:cubicBezTo>
                      <a:pt x="7" y="12"/>
                      <a:pt x="11" y="4"/>
                      <a:pt x="7" y="2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6" name="Freeform 545">
                <a:extLst>
                  <a:ext uri="{FF2B5EF4-FFF2-40B4-BE49-F238E27FC236}">
                    <a16:creationId xmlns:a16="http://schemas.microsoft.com/office/drawing/2014/main" id="{EC82CBA7-FA49-4ADD-A5AA-7CFE5995A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01"/>
                <a:ext cx="27" cy="32"/>
              </a:xfrm>
              <a:custGeom>
                <a:avLst/>
                <a:gdLst>
                  <a:gd name="T0" fmla="*/ 103 w 11"/>
                  <a:gd name="T1" fmla="*/ 35 h 12"/>
                  <a:gd name="T2" fmla="*/ 42 w 11"/>
                  <a:gd name="T3" fmla="*/ 192 h 12"/>
                  <a:gd name="T4" fmla="*/ 103 w 11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7" y="2"/>
                    </a:moveTo>
                    <a:cubicBezTo>
                      <a:pt x="2" y="0"/>
                      <a:pt x="0" y="8"/>
                      <a:pt x="3" y="10"/>
                    </a:cubicBezTo>
                    <a:cubicBezTo>
                      <a:pt x="7" y="12"/>
                      <a:pt x="11" y="4"/>
                      <a:pt x="7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7" name="Freeform 546">
                <a:extLst>
                  <a:ext uri="{FF2B5EF4-FFF2-40B4-BE49-F238E27FC236}">
                    <a16:creationId xmlns:a16="http://schemas.microsoft.com/office/drawing/2014/main" id="{28A0BDEF-7632-47E2-A083-CF2005C52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809"/>
                <a:ext cx="25" cy="26"/>
              </a:xfrm>
              <a:custGeom>
                <a:avLst/>
                <a:gdLst>
                  <a:gd name="T0" fmla="*/ 125 w 10"/>
                  <a:gd name="T1" fmla="*/ 109 h 10"/>
                  <a:gd name="T2" fmla="*/ 20 w 10"/>
                  <a:gd name="T3" fmla="*/ 55 h 10"/>
                  <a:gd name="T4" fmla="*/ 125 w 10"/>
                  <a:gd name="T5" fmla="*/ 10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6"/>
                    </a:moveTo>
                    <a:cubicBezTo>
                      <a:pt x="10" y="2"/>
                      <a:pt x="2" y="0"/>
                      <a:pt x="1" y="3"/>
                    </a:cubicBezTo>
                    <a:cubicBezTo>
                      <a:pt x="0" y="7"/>
                      <a:pt x="6" y="10"/>
                      <a:pt x="8" y="6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8" name="Freeform 547">
                <a:extLst>
                  <a:ext uri="{FF2B5EF4-FFF2-40B4-BE49-F238E27FC236}">
                    <a16:creationId xmlns:a16="http://schemas.microsoft.com/office/drawing/2014/main" id="{5720D416-DF87-477C-878C-E416E7A4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809"/>
                <a:ext cx="25" cy="26"/>
              </a:xfrm>
              <a:custGeom>
                <a:avLst/>
                <a:gdLst>
                  <a:gd name="T0" fmla="*/ 125 w 10"/>
                  <a:gd name="T1" fmla="*/ 109 h 10"/>
                  <a:gd name="T2" fmla="*/ 20 w 10"/>
                  <a:gd name="T3" fmla="*/ 55 h 10"/>
                  <a:gd name="T4" fmla="*/ 125 w 10"/>
                  <a:gd name="T5" fmla="*/ 10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6"/>
                    </a:moveTo>
                    <a:cubicBezTo>
                      <a:pt x="10" y="2"/>
                      <a:pt x="2" y="0"/>
                      <a:pt x="1" y="3"/>
                    </a:cubicBezTo>
                    <a:cubicBezTo>
                      <a:pt x="0" y="7"/>
                      <a:pt x="6" y="10"/>
                      <a:pt x="8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9" name="Freeform 548">
                <a:extLst>
                  <a:ext uri="{FF2B5EF4-FFF2-40B4-BE49-F238E27FC236}">
                    <a16:creationId xmlns:a16="http://schemas.microsoft.com/office/drawing/2014/main" id="{3D077D83-3986-4C59-BB46-CBE0DB8A8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902"/>
                <a:ext cx="25" cy="27"/>
              </a:xfrm>
              <a:custGeom>
                <a:avLst/>
                <a:gdLst>
                  <a:gd name="T0" fmla="*/ 125 w 10"/>
                  <a:gd name="T1" fmla="*/ 116 h 10"/>
                  <a:gd name="T2" fmla="*/ 20 w 10"/>
                  <a:gd name="T3" fmla="*/ 59 h 10"/>
                  <a:gd name="T4" fmla="*/ 125 w 10"/>
                  <a:gd name="T5" fmla="*/ 1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6"/>
                    </a:moveTo>
                    <a:cubicBezTo>
                      <a:pt x="10" y="2"/>
                      <a:pt x="2" y="0"/>
                      <a:pt x="1" y="3"/>
                    </a:cubicBezTo>
                    <a:cubicBezTo>
                      <a:pt x="0" y="7"/>
                      <a:pt x="6" y="10"/>
                      <a:pt x="8" y="6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0" name="Freeform 549">
                <a:extLst>
                  <a:ext uri="{FF2B5EF4-FFF2-40B4-BE49-F238E27FC236}">
                    <a16:creationId xmlns:a16="http://schemas.microsoft.com/office/drawing/2014/main" id="{39EA566C-8652-423B-AD1F-46600A889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902"/>
                <a:ext cx="25" cy="27"/>
              </a:xfrm>
              <a:custGeom>
                <a:avLst/>
                <a:gdLst>
                  <a:gd name="T0" fmla="*/ 125 w 10"/>
                  <a:gd name="T1" fmla="*/ 116 h 10"/>
                  <a:gd name="T2" fmla="*/ 20 w 10"/>
                  <a:gd name="T3" fmla="*/ 59 h 10"/>
                  <a:gd name="T4" fmla="*/ 125 w 10"/>
                  <a:gd name="T5" fmla="*/ 1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6"/>
                    </a:moveTo>
                    <a:cubicBezTo>
                      <a:pt x="10" y="2"/>
                      <a:pt x="2" y="0"/>
                      <a:pt x="1" y="3"/>
                    </a:cubicBezTo>
                    <a:cubicBezTo>
                      <a:pt x="0" y="7"/>
                      <a:pt x="6" y="10"/>
                      <a:pt x="8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1" name="Freeform 550">
                <a:extLst>
                  <a:ext uri="{FF2B5EF4-FFF2-40B4-BE49-F238E27FC236}">
                    <a16:creationId xmlns:a16="http://schemas.microsoft.com/office/drawing/2014/main" id="{8B0C4C87-DC9F-44C1-90F9-8DC5CB36D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79"/>
                <a:ext cx="30" cy="32"/>
              </a:xfrm>
              <a:custGeom>
                <a:avLst/>
                <a:gdLst>
                  <a:gd name="T0" fmla="*/ 113 w 12"/>
                  <a:gd name="T1" fmla="*/ 35 h 12"/>
                  <a:gd name="T2" fmla="*/ 63 w 12"/>
                  <a:gd name="T3" fmla="*/ 192 h 12"/>
                  <a:gd name="T4" fmla="*/ 113 w 12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7" y="2"/>
                    </a:moveTo>
                    <a:cubicBezTo>
                      <a:pt x="2" y="0"/>
                      <a:pt x="0" y="8"/>
                      <a:pt x="4" y="10"/>
                    </a:cubicBezTo>
                    <a:cubicBezTo>
                      <a:pt x="7" y="12"/>
                      <a:pt x="12" y="4"/>
                      <a:pt x="7" y="2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2" name="Freeform 551">
                <a:extLst>
                  <a:ext uri="{FF2B5EF4-FFF2-40B4-BE49-F238E27FC236}">
                    <a16:creationId xmlns:a16="http://schemas.microsoft.com/office/drawing/2014/main" id="{81D96979-10C9-493D-982C-31174DF5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79"/>
                <a:ext cx="30" cy="32"/>
              </a:xfrm>
              <a:custGeom>
                <a:avLst/>
                <a:gdLst>
                  <a:gd name="T0" fmla="*/ 113 w 12"/>
                  <a:gd name="T1" fmla="*/ 35 h 12"/>
                  <a:gd name="T2" fmla="*/ 63 w 12"/>
                  <a:gd name="T3" fmla="*/ 192 h 12"/>
                  <a:gd name="T4" fmla="*/ 113 w 12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7" y="2"/>
                    </a:moveTo>
                    <a:cubicBezTo>
                      <a:pt x="2" y="0"/>
                      <a:pt x="0" y="8"/>
                      <a:pt x="4" y="10"/>
                    </a:cubicBezTo>
                    <a:cubicBezTo>
                      <a:pt x="7" y="12"/>
                      <a:pt x="12" y="4"/>
                      <a:pt x="7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3" name="Freeform 552">
                <a:extLst>
                  <a:ext uri="{FF2B5EF4-FFF2-40B4-BE49-F238E27FC236}">
                    <a16:creationId xmlns:a16="http://schemas.microsoft.com/office/drawing/2014/main" id="{57A1FE93-5A3E-40BC-B96E-A0138733F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849"/>
                <a:ext cx="25" cy="24"/>
              </a:xfrm>
              <a:custGeom>
                <a:avLst/>
                <a:gdLst>
                  <a:gd name="T0" fmla="*/ 125 w 10"/>
                  <a:gd name="T1" fmla="*/ 93 h 9"/>
                  <a:gd name="T2" fmla="*/ 20 w 10"/>
                  <a:gd name="T3" fmla="*/ 56 h 9"/>
                  <a:gd name="T4" fmla="*/ 125 w 10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8" y="5"/>
                    </a:moveTo>
                    <a:cubicBezTo>
                      <a:pt x="10" y="1"/>
                      <a:pt x="2" y="0"/>
                      <a:pt x="1" y="3"/>
                    </a:cubicBezTo>
                    <a:cubicBezTo>
                      <a:pt x="0" y="6"/>
                      <a:pt x="6" y="9"/>
                      <a:pt x="8" y="5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4" name="Freeform 553">
                <a:extLst>
                  <a:ext uri="{FF2B5EF4-FFF2-40B4-BE49-F238E27FC236}">
                    <a16:creationId xmlns:a16="http://schemas.microsoft.com/office/drawing/2014/main" id="{CAC1147D-7553-4FC0-92D7-841A41053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849"/>
                <a:ext cx="25" cy="24"/>
              </a:xfrm>
              <a:custGeom>
                <a:avLst/>
                <a:gdLst>
                  <a:gd name="T0" fmla="*/ 125 w 10"/>
                  <a:gd name="T1" fmla="*/ 93 h 9"/>
                  <a:gd name="T2" fmla="*/ 20 w 10"/>
                  <a:gd name="T3" fmla="*/ 56 h 9"/>
                  <a:gd name="T4" fmla="*/ 125 w 10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8" y="5"/>
                    </a:moveTo>
                    <a:cubicBezTo>
                      <a:pt x="10" y="1"/>
                      <a:pt x="2" y="0"/>
                      <a:pt x="1" y="3"/>
                    </a:cubicBezTo>
                    <a:cubicBezTo>
                      <a:pt x="0" y="6"/>
                      <a:pt x="6" y="9"/>
                      <a:pt x="8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5" name="Freeform 554">
                <a:extLst>
                  <a:ext uri="{FF2B5EF4-FFF2-40B4-BE49-F238E27FC236}">
                    <a16:creationId xmlns:a16="http://schemas.microsoft.com/office/drawing/2014/main" id="{9E38D227-BC6E-4504-86F6-52D423CFC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905"/>
                <a:ext cx="27" cy="29"/>
              </a:xfrm>
              <a:custGeom>
                <a:avLst/>
                <a:gdLst>
                  <a:gd name="T0" fmla="*/ 42 w 11"/>
                  <a:gd name="T1" fmla="*/ 124 h 11"/>
                  <a:gd name="T2" fmla="*/ 133 w 11"/>
                  <a:gd name="T3" fmla="*/ 34 h 11"/>
                  <a:gd name="T4" fmla="*/ 42 w 11"/>
                  <a:gd name="T5" fmla="*/ 1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3" y="7"/>
                    </a:moveTo>
                    <a:cubicBezTo>
                      <a:pt x="6" y="11"/>
                      <a:pt x="11" y="5"/>
                      <a:pt x="9" y="2"/>
                    </a:cubicBezTo>
                    <a:cubicBezTo>
                      <a:pt x="7" y="0"/>
                      <a:pt x="0" y="3"/>
                      <a:pt x="3" y="7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6" name="Freeform 555">
                <a:extLst>
                  <a:ext uri="{FF2B5EF4-FFF2-40B4-BE49-F238E27FC236}">
                    <a16:creationId xmlns:a16="http://schemas.microsoft.com/office/drawing/2014/main" id="{808A4C01-1803-4010-92A5-471277523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905"/>
                <a:ext cx="27" cy="29"/>
              </a:xfrm>
              <a:custGeom>
                <a:avLst/>
                <a:gdLst>
                  <a:gd name="T0" fmla="*/ 42 w 11"/>
                  <a:gd name="T1" fmla="*/ 124 h 11"/>
                  <a:gd name="T2" fmla="*/ 133 w 11"/>
                  <a:gd name="T3" fmla="*/ 34 h 11"/>
                  <a:gd name="T4" fmla="*/ 42 w 11"/>
                  <a:gd name="T5" fmla="*/ 1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3" y="7"/>
                    </a:moveTo>
                    <a:cubicBezTo>
                      <a:pt x="6" y="11"/>
                      <a:pt x="11" y="5"/>
                      <a:pt x="9" y="2"/>
                    </a:cubicBezTo>
                    <a:cubicBezTo>
                      <a:pt x="7" y="0"/>
                      <a:pt x="0" y="3"/>
                      <a:pt x="3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7" name="Freeform 556">
                <a:extLst>
                  <a:ext uri="{FF2B5EF4-FFF2-40B4-BE49-F238E27FC236}">
                    <a16:creationId xmlns:a16="http://schemas.microsoft.com/office/drawing/2014/main" id="{11A8E2FB-5E08-422F-9182-71C3C0B5D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014"/>
                <a:ext cx="22" cy="21"/>
              </a:xfrm>
              <a:custGeom>
                <a:avLst/>
                <a:gdLst>
                  <a:gd name="T0" fmla="*/ 29 w 9"/>
                  <a:gd name="T1" fmla="*/ 34 h 8"/>
                  <a:gd name="T2" fmla="*/ 103 w 9"/>
                  <a:gd name="T3" fmla="*/ 89 h 8"/>
                  <a:gd name="T4" fmla="*/ 29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0" y="6"/>
                      <a:pt x="6" y="8"/>
                      <a:pt x="7" y="5"/>
                    </a:cubicBezTo>
                    <a:cubicBezTo>
                      <a:pt x="9" y="3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8" name="Freeform 557">
                <a:extLst>
                  <a:ext uri="{FF2B5EF4-FFF2-40B4-BE49-F238E27FC236}">
                    <a16:creationId xmlns:a16="http://schemas.microsoft.com/office/drawing/2014/main" id="{6FBE0776-D089-480E-B760-6D4347963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014"/>
                <a:ext cx="22" cy="21"/>
              </a:xfrm>
              <a:custGeom>
                <a:avLst/>
                <a:gdLst>
                  <a:gd name="T0" fmla="*/ 29 w 9"/>
                  <a:gd name="T1" fmla="*/ 34 h 8"/>
                  <a:gd name="T2" fmla="*/ 103 w 9"/>
                  <a:gd name="T3" fmla="*/ 89 h 8"/>
                  <a:gd name="T4" fmla="*/ 29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0" y="6"/>
                      <a:pt x="6" y="8"/>
                      <a:pt x="7" y="5"/>
                    </a:cubicBezTo>
                    <a:cubicBezTo>
                      <a:pt x="9" y="3"/>
                      <a:pt x="4" y="0"/>
                      <a:pt x="2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9" name="Freeform 558">
                <a:extLst>
                  <a:ext uri="{FF2B5EF4-FFF2-40B4-BE49-F238E27FC236}">
                    <a16:creationId xmlns:a16="http://schemas.microsoft.com/office/drawing/2014/main" id="{A75D7F7E-D1F7-47C7-A967-5792D53FE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969"/>
                <a:ext cx="27" cy="29"/>
              </a:xfrm>
              <a:custGeom>
                <a:avLst/>
                <a:gdLst>
                  <a:gd name="T0" fmla="*/ 42 w 11"/>
                  <a:gd name="T1" fmla="*/ 124 h 11"/>
                  <a:gd name="T2" fmla="*/ 133 w 11"/>
                  <a:gd name="T3" fmla="*/ 34 h 11"/>
                  <a:gd name="T4" fmla="*/ 42 w 11"/>
                  <a:gd name="T5" fmla="*/ 1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3" y="7"/>
                    </a:moveTo>
                    <a:cubicBezTo>
                      <a:pt x="6" y="11"/>
                      <a:pt x="11" y="5"/>
                      <a:pt x="9" y="2"/>
                    </a:cubicBezTo>
                    <a:cubicBezTo>
                      <a:pt x="7" y="0"/>
                      <a:pt x="0" y="3"/>
                      <a:pt x="3" y="7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0" name="Freeform 559">
                <a:extLst>
                  <a:ext uri="{FF2B5EF4-FFF2-40B4-BE49-F238E27FC236}">
                    <a16:creationId xmlns:a16="http://schemas.microsoft.com/office/drawing/2014/main" id="{8EE37BB3-52AA-4A6B-925B-B454812E6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969"/>
                <a:ext cx="27" cy="29"/>
              </a:xfrm>
              <a:custGeom>
                <a:avLst/>
                <a:gdLst>
                  <a:gd name="T0" fmla="*/ 42 w 11"/>
                  <a:gd name="T1" fmla="*/ 124 h 11"/>
                  <a:gd name="T2" fmla="*/ 133 w 11"/>
                  <a:gd name="T3" fmla="*/ 34 h 11"/>
                  <a:gd name="T4" fmla="*/ 42 w 11"/>
                  <a:gd name="T5" fmla="*/ 1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3" y="7"/>
                    </a:moveTo>
                    <a:cubicBezTo>
                      <a:pt x="6" y="11"/>
                      <a:pt x="11" y="5"/>
                      <a:pt x="9" y="2"/>
                    </a:cubicBezTo>
                    <a:cubicBezTo>
                      <a:pt x="7" y="0"/>
                      <a:pt x="0" y="3"/>
                      <a:pt x="3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1" name="Freeform 560">
                <a:extLst>
                  <a:ext uri="{FF2B5EF4-FFF2-40B4-BE49-F238E27FC236}">
                    <a16:creationId xmlns:a16="http://schemas.microsoft.com/office/drawing/2014/main" id="{7A456910-1C09-422D-AEE0-8DC9AF7D2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825"/>
                <a:ext cx="25" cy="26"/>
              </a:xfrm>
              <a:custGeom>
                <a:avLst/>
                <a:gdLst>
                  <a:gd name="T0" fmla="*/ 125 w 10"/>
                  <a:gd name="T1" fmla="*/ 109 h 10"/>
                  <a:gd name="T2" fmla="*/ 20 w 10"/>
                  <a:gd name="T3" fmla="*/ 68 h 10"/>
                  <a:gd name="T4" fmla="*/ 125 w 10"/>
                  <a:gd name="T5" fmla="*/ 10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6"/>
                    </a:moveTo>
                    <a:cubicBezTo>
                      <a:pt x="10" y="2"/>
                      <a:pt x="2" y="0"/>
                      <a:pt x="1" y="4"/>
                    </a:cubicBezTo>
                    <a:cubicBezTo>
                      <a:pt x="0" y="7"/>
                      <a:pt x="6" y="10"/>
                      <a:pt x="8" y="6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2" name="Freeform 561">
                <a:extLst>
                  <a:ext uri="{FF2B5EF4-FFF2-40B4-BE49-F238E27FC236}">
                    <a16:creationId xmlns:a16="http://schemas.microsoft.com/office/drawing/2014/main" id="{0629FD37-3C91-45D7-AFDC-82877C77D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825"/>
                <a:ext cx="25" cy="26"/>
              </a:xfrm>
              <a:custGeom>
                <a:avLst/>
                <a:gdLst>
                  <a:gd name="T0" fmla="*/ 125 w 10"/>
                  <a:gd name="T1" fmla="*/ 109 h 10"/>
                  <a:gd name="T2" fmla="*/ 20 w 10"/>
                  <a:gd name="T3" fmla="*/ 68 h 10"/>
                  <a:gd name="T4" fmla="*/ 125 w 10"/>
                  <a:gd name="T5" fmla="*/ 10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6"/>
                    </a:moveTo>
                    <a:cubicBezTo>
                      <a:pt x="10" y="2"/>
                      <a:pt x="2" y="0"/>
                      <a:pt x="1" y="4"/>
                    </a:cubicBezTo>
                    <a:cubicBezTo>
                      <a:pt x="0" y="7"/>
                      <a:pt x="6" y="10"/>
                      <a:pt x="8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3" name="Freeform 562">
                <a:extLst>
                  <a:ext uri="{FF2B5EF4-FFF2-40B4-BE49-F238E27FC236}">
                    <a16:creationId xmlns:a16="http://schemas.microsoft.com/office/drawing/2014/main" id="{8BEB098C-6FC6-444D-A565-9925A489A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801"/>
                <a:ext cx="32" cy="32"/>
              </a:xfrm>
              <a:custGeom>
                <a:avLst/>
                <a:gdLst>
                  <a:gd name="T0" fmla="*/ 42 w 13"/>
                  <a:gd name="T1" fmla="*/ 56 h 12"/>
                  <a:gd name="T2" fmla="*/ 153 w 13"/>
                  <a:gd name="T3" fmla="*/ 171 h 12"/>
                  <a:gd name="T4" fmla="*/ 42 w 13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3"/>
                    </a:moveTo>
                    <a:cubicBezTo>
                      <a:pt x="0" y="8"/>
                      <a:pt x="8" y="12"/>
                      <a:pt x="10" y="9"/>
                    </a:cubicBezTo>
                    <a:cubicBezTo>
                      <a:pt x="13" y="6"/>
                      <a:pt x="7" y="0"/>
                      <a:pt x="3" y="3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4" name="Freeform 563">
                <a:extLst>
                  <a:ext uri="{FF2B5EF4-FFF2-40B4-BE49-F238E27FC236}">
                    <a16:creationId xmlns:a16="http://schemas.microsoft.com/office/drawing/2014/main" id="{79EA66C6-8BF3-4DB4-B804-620E84D53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801"/>
                <a:ext cx="32" cy="32"/>
              </a:xfrm>
              <a:custGeom>
                <a:avLst/>
                <a:gdLst>
                  <a:gd name="T0" fmla="*/ 42 w 13"/>
                  <a:gd name="T1" fmla="*/ 56 h 12"/>
                  <a:gd name="T2" fmla="*/ 153 w 13"/>
                  <a:gd name="T3" fmla="*/ 171 h 12"/>
                  <a:gd name="T4" fmla="*/ 42 w 13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3"/>
                    </a:moveTo>
                    <a:cubicBezTo>
                      <a:pt x="0" y="8"/>
                      <a:pt x="8" y="12"/>
                      <a:pt x="10" y="9"/>
                    </a:cubicBezTo>
                    <a:cubicBezTo>
                      <a:pt x="13" y="6"/>
                      <a:pt x="7" y="0"/>
                      <a:pt x="3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5" name="Freeform 564">
                <a:extLst>
                  <a:ext uri="{FF2B5EF4-FFF2-40B4-BE49-F238E27FC236}">
                    <a16:creationId xmlns:a16="http://schemas.microsoft.com/office/drawing/2014/main" id="{54B1326A-CE49-41CE-89D0-D764D6A81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42"/>
                <a:ext cx="33" cy="35"/>
              </a:xfrm>
              <a:custGeom>
                <a:avLst/>
                <a:gdLst>
                  <a:gd name="T0" fmla="*/ 147 w 13"/>
                  <a:gd name="T1" fmla="*/ 81 h 13"/>
                  <a:gd name="T2" fmla="*/ 51 w 13"/>
                  <a:gd name="T3" fmla="*/ 218 h 13"/>
                  <a:gd name="T4" fmla="*/ 147 w 13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9" y="4"/>
                    </a:moveTo>
                    <a:cubicBezTo>
                      <a:pt x="5" y="0"/>
                      <a:pt x="0" y="8"/>
                      <a:pt x="3" y="11"/>
                    </a:cubicBezTo>
                    <a:cubicBezTo>
                      <a:pt x="6" y="13"/>
                      <a:pt x="13" y="8"/>
                      <a:pt x="9" y="4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6" name="Freeform 565">
                <a:extLst>
                  <a:ext uri="{FF2B5EF4-FFF2-40B4-BE49-F238E27FC236}">
                    <a16:creationId xmlns:a16="http://schemas.microsoft.com/office/drawing/2014/main" id="{7F314DF3-4057-4E7E-8D71-D865E1A12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42"/>
                <a:ext cx="33" cy="35"/>
              </a:xfrm>
              <a:custGeom>
                <a:avLst/>
                <a:gdLst>
                  <a:gd name="T0" fmla="*/ 147 w 13"/>
                  <a:gd name="T1" fmla="*/ 81 h 13"/>
                  <a:gd name="T2" fmla="*/ 51 w 13"/>
                  <a:gd name="T3" fmla="*/ 218 h 13"/>
                  <a:gd name="T4" fmla="*/ 147 w 13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9" y="4"/>
                    </a:moveTo>
                    <a:cubicBezTo>
                      <a:pt x="5" y="0"/>
                      <a:pt x="0" y="8"/>
                      <a:pt x="3" y="11"/>
                    </a:cubicBezTo>
                    <a:cubicBezTo>
                      <a:pt x="6" y="13"/>
                      <a:pt x="13" y="8"/>
                      <a:pt x="9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7" name="Freeform 566">
                <a:extLst>
                  <a:ext uri="{FF2B5EF4-FFF2-40B4-BE49-F238E27FC236}">
                    <a16:creationId xmlns:a16="http://schemas.microsoft.com/office/drawing/2014/main" id="{D46DE8A0-8A15-4F60-8B52-F583337AC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862"/>
                <a:ext cx="25" cy="29"/>
              </a:xfrm>
              <a:custGeom>
                <a:avLst/>
                <a:gdLst>
                  <a:gd name="T0" fmla="*/ 125 w 10"/>
                  <a:gd name="T1" fmla="*/ 76 h 11"/>
                  <a:gd name="T2" fmla="*/ 33 w 10"/>
                  <a:gd name="T3" fmla="*/ 145 h 11"/>
                  <a:gd name="T4" fmla="*/ 125 w 10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8" y="4"/>
                    </a:moveTo>
                    <a:cubicBezTo>
                      <a:pt x="6" y="0"/>
                      <a:pt x="0" y="6"/>
                      <a:pt x="2" y="8"/>
                    </a:cubicBezTo>
                    <a:cubicBezTo>
                      <a:pt x="4" y="11"/>
                      <a:pt x="10" y="8"/>
                      <a:pt x="8" y="4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8" name="Freeform 567">
                <a:extLst>
                  <a:ext uri="{FF2B5EF4-FFF2-40B4-BE49-F238E27FC236}">
                    <a16:creationId xmlns:a16="http://schemas.microsoft.com/office/drawing/2014/main" id="{72A3EBF6-84DE-4E92-A74E-E9B441C8D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862"/>
                <a:ext cx="25" cy="29"/>
              </a:xfrm>
              <a:custGeom>
                <a:avLst/>
                <a:gdLst>
                  <a:gd name="T0" fmla="*/ 125 w 10"/>
                  <a:gd name="T1" fmla="*/ 76 h 11"/>
                  <a:gd name="T2" fmla="*/ 33 w 10"/>
                  <a:gd name="T3" fmla="*/ 145 h 11"/>
                  <a:gd name="T4" fmla="*/ 125 w 10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8" y="4"/>
                    </a:moveTo>
                    <a:cubicBezTo>
                      <a:pt x="6" y="0"/>
                      <a:pt x="0" y="6"/>
                      <a:pt x="2" y="8"/>
                    </a:cubicBezTo>
                    <a:cubicBezTo>
                      <a:pt x="4" y="11"/>
                      <a:pt x="10" y="8"/>
                      <a:pt x="8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9" name="Freeform 568">
                <a:extLst>
                  <a:ext uri="{FF2B5EF4-FFF2-40B4-BE49-F238E27FC236}">
                    <a16:creationId xmlns:a16="http://schemas.microsoft.com/office/drawing/2014/main" id="{B4D15CD2-DF8B-424D-AAB3-7CD2603A2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849"/>
                <a:ext cx="20" cy="21"/>
              </a:xfrm>
              <a:custGeom>
                <a:avLst/>
                <a:gdLst>
                  <a:gd name="T0" fmla="*/ 83 w 8"/>
                  <a:gd name="T1" fmla="*/ 21 h 8"/>
                  <a:gd name="T2" fmla="*/ 50 w 8"/>
                  <a:gd name="T3" fmla="*/ 123 h 8"/>
                  <a:gd name="T4" fmla="*/ 83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1"/>
                    </a:moveTo>
                    <a:cubicBezTo>
                      <a:pt x="2" y="0"/>
                      <a:pt x="0" y="6"/>
                      <a:pt x="3" y="7"/>
                    </a:cubicBezTo>
                    <a:cubicBezTo>
                      <a:pt x="5" y="8"/>
                      <a:pt x="8" y="3"/>
                      <a:pt x="5" y="1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0" name="Freeform 569">
                <a:extLst>
                  <a:ext uri="{FF2B5EF4-FFF2-40B4-BE49-F238E27FC236}">
                    <a16:creationId xmlns:a16="http://schemas.microsoft.com/office/drawing/2014/main" id="{39948143-853D-4D71-945D-10B5061D1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849"/>
                <a:ext cx="20" cy="21"/>
              </a:xfrm>
              <a:custGeom>
                <a:avLst/>
                <a:gdLst>
                  <a:gd name="T0" fmla="*/ 83 w 8"/>
                  <a:gd name="T1" fmla="*/ 21 h 8"/>
                  <a:gd name="T2" fmla="*/ 50 w 8"/>
                  <a:gd name="T3" fmla="*/ 123 h 8"/>
                  <a:gd name="T4" fmla="*/ 83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1"/>
                    </a:moveTo>
                    <a:cubicBezTo>
                      <a:pt x="2" y="0"/>
                      <a:pt x="0" y="6"/>
                      <a:pt x="3" y="7"/>
                    </a:cubicBezTo>
                    <a:cubicBezTo>
                      <a:pt x="5" y="8"/>
                      <a:pt x="8" y="3"/>
                      <a:pt x="5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1" name="Freeform 570">
                <a:extLst>
                  <a:ext uri="{FF2B5EF4-FFF2-40B4-BE49-F238E27FC236}">
                    <a16:creationId xmlns:a16="http://schemas.microsoft.com/office/drawing/2014/main" id="{2BF52278-6E0E-4553-9C22-56A9D84AD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06"/>
                <a:ext cx="28" cy="24"/>
              </a:xfrm>
              <a:custGeom>
                <a:avLst/>
                <a:gdLst>
                  <a:gd name="T0" fmla="*/ 97 w 11"/>
                  <a:gd name="T1" fmla="*/ 149 h 9"/>
                  <a:gd name="T2" fmla="*/ 64 w 11"/>
                  <a:gd name="T3" fmla="*/ 21 h 9"/>
                  <a:gd name="T4" fmla="*/ 97 w 1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8"/>
                    </a:moveTo>
                    <a:cubicBezTo>
                      <a:pt x="11" y="7"/>
                      <a:pt x="7" y="0"/>
                      <a:pt x="4" y="1"/>
                    </a:cubicBezTo>
                    <a:cubicBezTo>
                      <a:pt x="0" y="2"/>
                      <a:pt x="2" y="9"/>
                      <a:pt x="6" y="8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2" name="Freeform 571">
                <a:extLst>
                  <a:ext uri="{FF2B5EF4-FFF2-40B4-BE49-F238E27FC236}">
                    <a16:creationId xmlns:a16="http://schemas.microsoft.com/office/drawing/2014/main" id="{726EE620-4FFD-4772-878B-530BBE355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06"/>
                <a:ext cx="28" cy="24"/>
              </a:xfrm>
              <a:custGeom>
                <a:avLst/>
                <a:gdLst>
                  <a:gd name="T0" fmla="*/ 97 w 11"/>
                  <a:gd name="T1" fmla="*/ 149 h 9"/>
                  <a:gd name="T2" fmla="*/ 64 w 11"/>
                  <a:gd name="T3" fmla="*/ 21 h 9"/>
                  <a:gd name="T4" fmla="*/ 97 w 1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8"/>
                    </a:moveTo>
                    <a:cubicBezTo>
                      <a:pt x="11" y="7"/>
                      <a:pt x="7" y="0"/>
                      <a:pt x="4" y="1"/>
                    </a:cubicBezTo>
                    <a:cubicBezTo>
                      <a:pt x="0" y="2"/>
                      <a:pt x="2" y="9"/>
                      <a:pt x="6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3" name="Freeform 572">
                <a:extLst>
                  <a:ext uri="{FF2B5EF4-FFF2-40B4-BE49-F238E27FC236}">
                    <a16:creationId xmlns:a16="http://schemas.microsoft.com/office/drawing/2014/main" id="{D1550034-F2BA-4A1F-B95B-160A052FF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787"/>
                <a:ext cx="20" cy="24"/>
              </a:xfrm>
              <a:custGeom>
                <a:avLst/>
                <a:gdLst>
                  <a:gd name="T0" fmla="*/ 20 w 8"/>
                  <a:gd name="T1" fmla="*/ 93 h 9"/>
                  <a:gd name="T2" fmla="*/ 113 w 8"/>
                  <a:gd name="T3" fmla="*/ 56 h 9"/>
                  <a:gd name="T4" fmla="*/ 20 w 8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1" y="5"/>
                    </a:moveTo>
                    <a:cubicBezTo>
                      <a:pt x="3" y="9"/>
                      <a:pt x="8" y="5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4" name="Freeform 573">
                <a:extLst>
                  <a:ext uri="{FF2B5EF4-FFF2-40B4-BE49-F238E27FC236}">
                    <a16:creationId xmlns:a16="http://schemas.microsoft.com/office/drawing/2014/main" id="{23DC0BFC-A489-45CD-BDD2-561661E2D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787"/>
                <a:ext cx="20" cy="24"/>
              </a:xfrm>
              <a:custGeom>
                <a:avLst/>
                <a:gdLst>
                  <a:gd name="T0" fmla="*/ 20 w 8"/>
                  <a:gd name="T1" fmla="*/ 93 h 9"/>
                  <a:gd name="T2" fmla="*/ 113 w 8"/>
                  <a:gd name="T3" fmla="*/ 56 h 9"/>
                  <a:gd name="T4" fmla="*/ 20 w 8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1" y="5"/>
                    </a:moveTo>
                    <a:cubicBezTo>
                      <a:pt x="3" y="9"/>
                      <a:pt x="8" y="5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5" name="Freeform 574">
                <a:extLst>
                  <a:ext uri="{FF2B5EF4-FFF2-40B4-BE49-F238E27FC236}">
                    <a16:creationId xmlns:a16="http://schemas.microsoft.com/office/drawing/2014/main" id="{23D09D1C-734C-4C0A-A65E-CCFA00D97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77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54 w 7"/>
                  <a:gd name="T3" fmla="*/ 22 h 7"/>
                  <a:gd name="T4" fmla="*/ 67 w 7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7" y="5"/>
                      <a:pt x="5" y="0"/>
                      <a:pt x="3" y="1"/>
                    </a:cubicBezTo>
                    <a:cubicBezTo>
                      <a:pt x="0" y="2"/>
                      <a:pt x="2" y="7"/>
                      <a:pt x="4" y="6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6" name="Freeform 575">
                <a:extLst>
                  <a:ext uri="{FF2B5EF4-FFF2-40B4-BE49-F238E27FC236}">
                    <a16:creationId xmlns:a16="http://schemas.microsoft.com/office/drawing/2014/main" id="{48D5566C-9C54-46BB-9F96-3A788DE1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77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54 w 7"/>
                  <a:gd name="T3" fmla="*/ 22 h 7"/>
                  <a:gd name="T4" fmla="*/ 67 w 7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7" y="5"/>
                      <a:pt x="5" y="0"/>
                      <a:pt x="3" y="1"/>
                    </a:cubicBezTo>
                    <a:cubicBezTo>
                      <a:pt x="0" y="2"/>
                      <a:pt x="2" y="7"/>
                      <a:pt x="4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7" name="Freeform 576">
                <a:extLst>
                  <a:ext uri="{FF2B5EF4-FFF2-40B4-BE49-F238E27FC236}">
                    <a16:creationId xmlns:a16="http://schemas.microsoft.com/office/drawing/2014/main" id="{4CDC170F-5D37-46AA-9F2D-B4BD0D0E9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817"/>
                <a:ext cx="20" cy="18"/>
              </a:xfrm>
              <a:custGeom>
                <a:avLst/>
                <a:gdLst>
                  <a:gd name="T0" fmla="*/ 63 w 8"/>
                  <a:gd name="T1" fmla="*/ 21 h 7"/>
                  <a:gd name="T2" fmla="*/ 95 w 8"/>
                  <a:gd name="T3" fmla="*/ 118 h 7"/>
                  <a:gd name="T4" fmla="*/ 63 w 8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0" y="2"/>
                      <a:pt x="3" y="7"/>
                      <a:pt x="6" y="7"/>
                    </a:cubicBezTo>
                    <a:cubicBezTo>
                      <a:pt x="8" y="6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8" name="Freeform 577">
                <a:extLst>
                  <a:ext uri="{FF2B5EF4-FFF2-40B4-BE49-F238E27FC236}">
                    <a16:creationId xmlns:a16="http://schemas.microsoft.com/office/drawing/2014/main" id="{42AEF351-2646-4022-AE27-4EFF11AA6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817"/>
                <a:ext cx="20" cy="18"/>
              </a:xfrm>
              <a:custGeom>
                <a:avLst/>
                <a:gdLst>
                  <a:gd name="T0" fmla="*/ 63 w 8"/>
                  <a:gd name="T1" fmla="*/ 21 h 7"/>
                  <a:gd name="T2" fmla="*/ 95 w 8"/>
                  <a:gd name="T3" fmla="*/ 118 h 7"/>
                  <a:gd name="T4" fmla="*/ 63 w 8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0" y="2"/>
                      <a:pt x="3" y="7"/>
                      <a:pt x="6" y="7"/>
                    </a:cubicBezTo>
                    <a:cubicBezTo>
                      <a:pt x="8" y="6"/>
                      <a:pt x="7" y="0"/>
                      <a:pt x="4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9" name="Freeform 578">
                <a:extLst>
                  <a:ext uri="{FF2B5EF4-FFF2-40B4-BE49-F238E27FC236}">
                    <a16:creationId xmlns:a16="http://schemas.microsoft.com/office/drawing/2014/main" id="{AF2BF275-BA54-48D4-A741-20F01724A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683"/>
                <a:ext cx="25" cy="30"/>
              </a:xfrm>
              <a:custGeom>
                <a:avLst/>
                <a:gdLst>
                  <a:gd name="T0" fmla="*/ 95 w 10"/>
                  <a:gd name="T1" fmla="*/ 22 h 11"/>
                  <a:gd name="T2" fmla="*/ 50 w 10"/>
                  <a:gd name="T3" fmla="*/ 202 h 11"/>
                  <a:gd name="T4" fmla="*/ 95 w 10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1"/>
                    </a:moveTo>
                    <a:cubicBezTo>
                      <a:pt x="0" y="0"/>
                      <a:pt x="0" y="9"/>
                      <a:pt x="3" y="10"/>
                    </a:cubicBezTo>
                    <a:cubicBezTo>
                      <a:pt x="7" y="11"/>
                      <a:pt x="10" y="3"/>
                      <a:pt x="6" y="1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0" name="Freeform 579">
                <a:extLst>
                  <a:ext uri="{FF2B5EF4-FFF2-40B4-BE49-F238E27FC236}">
                    <a16:creationId xmlns:a16="http://schemas.microsoft.com/office/drawing/2014/main" id="{496559AE-0856-4AFF-AB0F-DE7C7C1D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683"/>
                <a:ext cx="25" cy="30"/>
              </a:xfrm>
              <a:custGeom>
                <a:avLst/>
                <a:gdLst>
                  <a:gd name="T0" fmla="*/ 95 w 10"/>
                  <a:gd name="T1" fmla="*/ 22 h 11"/>
                  <a:gd name="T2" fmla="*/ 50 w 10"/>
                  <a:gd name="T3" fmla="*/ 202 h 11"/>
                  <a:gd name="T4" fmla="*/ 95 w 10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1"/>
                    </a:moveTo>
                    <a:cubicBezTo>
                      <a:pt x="0" y="0"/>
                      <a:pt x="0" y="9"/>
                      <a:pt x="3" y="10"/>
                    </a:cubicBezTo>
                    <a:cubicBezTo>
                      <a:pt x="7" y="11"/>
                      <a:pt x="10" y="3"/>
                      <a:pt x="6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1" name="Freeform 580">
                <a:extLst>
                  <a:ext uri="{FF2B5EF4-FFF2-40B4-BE49-F238E27FC236}">
                    <a16:creationId xmlns:a16="http://schemas.microsoft.com/office/drawing/2014/main" id="{900A809C-666A-421A-B20F-B5FEC3B08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878"/>
                <a:ext cx="25" cy="29"/>
              </a:xfrm>
              <a:custGeom>
                <a:avLst/>
                <a:gdLst>
                  <a:gd name="T0" fmla="*/ 95 w 10"/>
                  <a:gd name="T1" fmla="*/ 34 h 11"/>
                  <a:gd name="T2" fmla="*/ 50 w 10"/>
                  <a:gd name="T3" fmla="*/ 166 h 11"/>
                  <a:gd name="T4" fmla="*/ 95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6" y="2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2" name="Freeform 581">
                <a:extLst>
                  <a:ext uri="{FF2B5EF4-FFF2-40B4-BE49-F238E27FC236}">
                    <a16:creationId xmlns:a16="http://schemas.microsoft.com/office/drawing/2014/main" id="{791044E1-D01C-48CC-BBD2-AFECFA6E5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878"/>
                <a:ext cx="25" cy="29"/>
              </a:xfrm>
              <a:custGeom>
                <a:avLst/>
                <a:gdLst>
                  <a:gd name="T0" fmla="*/ 95 w 10"/>
                  <a:gd name="T1" fmla="*/ 34 h 11"/>
                  <a:gd name="T2" fmla="*/ 50 w 10"/>
                  <a:gd name="T3" fmla="*/ 166 h 11"/>
                  <a:gd name="T4" fmla="*/ 95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6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3" name="Freeform 582">
                <a:extLst>
                  <a:ext uri="{FF2B5EF4-FFF2-40B4-BE49-F238E27FC236}">
                    <a16:creationId xmlns:a16="http://schemas.microsoft.com/office/drawing/2014/main" id="{40420E0B-1A3C-473A-8192-FC604356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811"/>
                <a:ext cx="30" cy="30"/>
              </a:xfrm>
              <a:custGeom>
                <a:avLst/>
                <a:gdLst>
                  <a:gd name="T0" fmla="*/ 33 w 12"/>
                  <a:gd name="T1" fmla="*/ 82 h 11"/>
                  <a:gd name="T2" fmla="*/ 158 w 12"/>
                  <a:gd name="T3" fmla="*/ 164 h 11"/>
                  <a:gd name="T4" fmla="*/ 33 w 12"/>
                  <a:gd name="T5" fmla="*/ 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2" y="4"/>
                    </a:moveTo>
                    <a:cubicBezTo>
                      <a:pt x="0" y="8"/>
                      <a:pt x="8" y="11"/>
                      <a:pt x="10" y="8"/>
                    </a:cubicBezTo>
                    <a:cubicBezTo>
                      <a:pt x="12" y="5"/>
                      <a:pt x="5" y="0"/>
                      <a:pt x="2" y="4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4" name="Freeform 583">
                <a:extLst>
                  <a:ext uri="{FF2B5EF4-FFF2-40B4-BE49-F238E27FC236}">
                    <a16:creationId xmlns:a16="http://schemas.microsoft.com/office/drawing/2014/main" id="{5385C8F2-A097-4E57-8867-5D5246822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811"/>
                <a:ext cx="30" cy="30"/>
              </a:xfrm>
              <a:custGeom>
                <a:avLst/>
                <a:gdLst>
                  <a:gd name="T0" fmla="*/ 33 w 12"/>
                  <a:gd name="T1" fmla="*/ 82 h 11"/>
                  <a:gd name="T2" fmla="*/ 158 w 12"/>
                  <a:gd name="T3" fmla="*/ 164 h 11"/>
                  <a:gd name="T4" fmla="*/ 33 w 12"/>
                  <a:gd name="T5" fmla="*/ 8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2" y="4"/>
                    </a:moveTo>
                    <a:cubicBezTo>
                      <a:pt x="0" y="8"/>
                      <a:pt x="8" y="11"/>
                      <a:pt x="10" y="8"/>
                    </a:cubicBezTo>
                    <a:cubicBezTo>
                      <a:pt x="12" y="5"/>
                      <a:pt x="5" y="0"/>
                      <a:pt x="2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5" name="Freeform 584">
                <a:extLst>
                  <a:ext uri="{FF2B5EF4-FFF2-40B4-BE49-F238E27FC236}">
                    <a16:creationId xmlns:a16="http://schemas.microsoft.com/office/drawing/2014/main" id="{EC3F0F2E-DC92-4C83-8147-4755301F1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718"/>
                <a:ext cx="22" cy="24"/>
              </a:xfrm>
              <a:custGeom>
                <a:avLst/>
                <a:gdLst>
                  <a:gd name="T0" fmla="*/ 120 w 9"/>
                  <a:gd name="T1" fmla="*/ 93 h 9"/>
                  <a:gd name="T2" fmla="*/ 12 w 9"/>
                  <a:gd name="T3" fmla="*/ 56 h 9"/>
                  <a:gd name="T4" fmla="*/ 120 w 9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9" y="0"/>
                      <a:pt x="1" y="0"/>
                      <a:pt x="1" y="3"/>
                    </a:cubicBezTo>
                    <a:cubicBezTo>
                      <a:pt x="0" y="6"/>
                      <a:pt x="7" y="9"/>
                      <a:pt x="8" y="5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6" name="Freeform 585">
                <a:extLst>
                  <a:ext uri="{FF2B5EF4-FFF2-40B4-BE49-F238E27FC236}">
                    <a16:creationId xmlns:a16="http://schemas.microsoft.com/office/drawing/2014/main" id="{E1F378D4-3186-4069-B1F5-EF0F885A4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718"/>
                <a:ext cx="22" cy="24"/>
              </a:xfrm>
              <a:custGeom>
                <a:avLst/>
                <a:gdLst>
                  <a:gd name="T0" fmla="*/ 120 w 9"/>
                  <a:gd name="T1" fmla="*/ 93 h 9"/>
                  <a:gd name="T2" fmla="*/ 12 w 9"/>
                  <a:gd name="T3" fmla="*/ 56 h 9"/>
                  <a:gd name="T4" fmla="*/ 120 w 9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9" y="0"/>
                      <a:pt x="1" y="0"/>
                      <a:pt x="1" y="3"/>
                    </a:cubicBezTo>
                    <a:cubicBezTo>
                      <a:pt x="0" y="6"/>
                      <a:pt x="7" y="9"/>
                      <a:pt x="8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7" name="Freeform 586">
                <a:extLst>
                  <a:ext uri="{FF2B5EF4-FFF2-40B4-BE49-F238E27FC236}">
                    <a16:creationId xmlns:a16="http://schemas.microsoft.com/office/drawing/2014/main" id="{0869AA7F-DB85-4189-913D-4A109DE94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782"/>
                <a:ext cx="27" cy="32"/>
              </a:xfrm>
              <a:custGeom>
                <a:avLst/>
                <a:gdLst>
                  <a:gd name="T0" fmla="*/ 29 w 11"/>
                  <a:gd name="T1" fmla="*/ 171 h 12"/>
                  <a:gd name="T2" fmla="*/ 120 w 11"/>
                  <a:gd name="T3" fmla="*/ 56 h 12"/>
                  <a:gd name="T4" fmla="*/ 29 w 11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2" y="9"/>
                    </a:moveTo>
                    <a:cubicBezTo>
                      <a:pt x="6" y="12"/>
                      <a:pt x="11" y="5"/>
                      <a:pt x="8" y="3"/>
                    </a:cubicBezTo>
                    <a:cubicBezTo>
                      <a:pt x="6" y="0"/>
                      <a:pt x="0" y="5"/>
                      <a:pt x="2" y="9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8" name="Freeform 587">
                <a:extLst>
                  <a:ext uri="{FF2B5EF4-FFF2-40B4-BE49-F238E27FC236}">
                    <a16:creationId xmlns:a16="http://schemas.microsoft.com/office/drawing/2014/main" id="{0C92F05D-4FA3-460D-B577-F51A3A2EB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782"/>
                <a:ext cx="27" cy="32"/>
              </a:xfrm>
              <a:custGeom>
                <a:avLst/>
                <a:gdLst>
                  <a:gd name="T0" fmla="*/ 29 w 11"/>
                  <a:gd name="T1" fmla="*/ 171 h 12"/>
                  <a:gd name="T2" fmla="*/ 120 w 11"/>
                  <a:gd name="T3" fmla="*/ 56 h 12"/>
                  <a:gd name="T4" fmla="*/ 29 w 11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2" y="9"/>
                    </a:moveTo>
                    <a:cubicBezTo>
                      <a:pt x="6" y="12"/>
                      <a:pt x="11" y="5"/>
                      <a:pt x="8" y="3"/>
                    </a:cubicBezTo>
                    <a:cubicBezTo>
                      <a:pt x="6" y="0"/>
                      <a:pt x="0" y="5"/>
                      <a:pt x="2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9" name="Freeform 588">
                <a:extLst>
                  <a:ext uri="{FF2B5EF4-FFF2-40B4-BE49-F238E27FC236}">
                    <a16:creationId xmlns:a16="http://schemas.microsoft.com/office/drawing/2014/main" id="{8B248DF8-D1A5-4CC5-8C04-F8395A3E0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046"/>
                <a:ext cx="25" cy="29"/>
              </a:xfrm>
              <a:custGeom>
                <a:avLst/>
                <a:gdLst>
                  <a:gd name="T0" fmla="*/ 95 w 10"/>
                  <a:gd name="T1" fmla="*/ 34 h 11"/>
                  <a:gd name="T2" fmla="*/ 50 w 10"/>
                  <a:gd name="T3" fmla="*/ 166 h 11"/>
                  <a:gd name="T4" fmla="*/ 95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6" y="2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0" name="Freeform 589">
                <a:extLst>
                  <a:ext uri="{FF2B5EF4-FFF2-40B4-BE49-F238E27FC236}">
                    <a16:creationId xmlns:a16="http://schemas.microsoft.com/office/drawing/2014/main" id="{E5AA09C4-274C-4D45-BBC3-1AEDEA900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046"/>
                <a:ext cx="25" cy="29"/>
              </a:xfrm>
              <a:custGeom>
                <a:avLst/>
                <a:gdLst>
                  <a:gd name="T0" fmla="*/ 95 w 10"/>
                  <a:gd name="T1" fmla="*/ 34 h 11"/>
                  <a:gd name="T2" fmla="*/ 50 w 10"/>
                  <a:gd name="T3" fmla="*/ 166 h 11"/>
                  <a:gd name="T4" fmla="*/ 95 w 10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2"/>
                    </a:moveTo>
                    <a:cubicBezTo>
                      <a:pt x="2" y="0"/>
                      <a:pt x="0" y="7"/>
                      <a:pt x="3" y="9"/>
                    </a:cubicBezTo>
                    <a:cubicBezTo>
                      <a:pt x="6" y="11"/>
                      <a:pt x="10" y="5"/>
                      <a:pt x="6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1" name="Freeform 590">
                <a:extLst>
                  <a:ext uri="{FF2B5EF4-FFF2-40B4-BE49-F238E27FC236}">
                    <a16:creationId xmlns:a16="http://schemas.microsoft.com/office/drawing/2014/main" id="{52CB9B28-EA24-4813-9FC8-9F0894308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81"/>
                <a:ext cx="30" cy="34"/>
              </a:xfrm>
              <a:custGeom>
                <a:avLst/>
                <a:gdLst>
                  <a:gd name="T0" fmla="*/ 50 w 12"/>
                  <a:gd name="T1" fmla="*/ 165 h 13"/>
                  <a:gd name="T2" fmla="*/ 145 w 12"/>
                  <a:gd name="T3" fmla="*/ 34 h 13"/>
                  <a:gd name="T4" fmla="*/ 50 w 12"/>
                  <a:gd name="T5" fmla="*/ 16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9"/>
                    </a:moveTo>
                    <a:cubicBezTo>
                      <a:pt x="7" y="13"/>
                      <a:pt x="12" y="5"/>
                      <a:pt x="9" y="2"/>
                    </a:cubicBezTo>
                    <a:cubicBezTo>
                      <a:pt x="7" y="0"/>
                      <a:pt x="0" y="5"/>
                      <a:pt x="3" y="9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2" name="Freeform 591">
                <a:extLst>
                  <a:ext uri="{FF2B5EF4-FFF2-40B4-BE49-F238E27FC236}">
                    <a16:creationId xmlns:a16="http://schemas.microsoft.com/office/drawing/2014/main" id="{321AB7D9-C4A3-4F09-90E4-3E7C23551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81"/>
                <a:ext cx="30" cy="34"/>
              </a:xfrm>
              <a:custGeom>
                <a:avLst/>
                <a:gdLst>
                  <a:gd name="T0" fmla="*/ 50 w 12"/>
                  <a:gd name="T1" fmla="*/ 165 h 13"/>
                  <a:gd name="T2" fmla="*/ 145 w 12"/>
                  <a:gd name="T3" fmla="*/ 34 h 13"/>
                  <a:gd name="T4" fmla="*/ 50 w 12"/>
                  <a:gd name="T5" fmla="*/ 16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9"/>
                    </a:moveTo>
                    <a:cubicBezTo>
                      <a:pt x="7" y="13"/>
                      <a:pt x="12" y="5"/>
                      <a:pt x="9" y="2"/>
                    </a:cubicBezTo>
                    <a:cubicBezTo>
                      <a:pt x="7" y="0"/>
                      <a:pt x="0" y="5"/>
                      <a:pt x="3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3" name="Freeform 592">
                <a:extLst>
                  <a:ext uri="{FF2B5EF4-FFF2-40B4-BE49-F238E27FC236}">
                    <a16:creationId xmlns:a16="http://schemas.microsoft.com/office/drawing/2014/main" id="{E0E551EA-D83B-46FD-B3E2-2FD0EC28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905"/>
                <a:ext cx="35" cy="32"/>
              </a:xfrm>
              <a:custGeom>
                <a:avLst/>
                <a:gdLst>
                  <a:gd name="T0" fmla="*/ 83 w 14"/>
                  <a:gd name="T1" fmla="*/ 56 h 12"/>
                  <a:gd name="T2" fmla="*/ 175 w 14"/>
                  <a:gd name="T3" fmla="*/ 171 h 12"/>
                  <a:gd name="T4" fmla="*/ 83 w 14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5" y="3"/>
                    </a:moveTo>
                    <a:cubicBezTo>
                      <a:pt x="0" y="6"/>
                      <a:pt x="7" y="12"/>
                      <a:pt x="11" y="9"/>
                    </a:cubicBezTo>
                    <a:cubicBezTo>
                      <a:pt x="14" y="7"/>
                      <a:pt x="9" y="0"/>
                      <a:pt x="5" y="3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4" name="Freeform 593">
                <a:extLst>
                  <a:ext uri="{FF2B5EF4-FFF2-40B4-BE49-F238E27FC236}">
                    <a16:creationId xmlns:a16="http://schemas.microsoft.com/office/drawing/2014/main" id="{ED5E21F9-CC9D-49D5-BFDC-2B016D95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905"/>
                <a:ext cx="35" cy="32"/>
              </a:xfrm>
              <a:custGeom>
                <a:avLst/>
                <a:gdLst>
                  <a:gd name="T0" fmla="*/ 83 w 14"/>
                  <a:gd name="T1" fmla="*/ 56 h 12"/>
                  <a:gd name="T2" fmla="*/ 175 w 14"/>
                  <a:gd name="T3" fmla="*/ 171 h 12"/>
                  <a:gd name="T4" fmla="*/ 83 w 14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5" y="3"/>
                    </a:moveTo>
                    <a:cubicBezTo>
                      <a:pt x="0" y="6"/>
                      <a:pt x="7" y="12"/>
                      <a:pt x="11" y="9"/>
                    </a:cubicBezTo>
                    <a:cubicBezTo>
                      <a:pt x="14" y="7"/>
                      <a:pt x="9" y="0"/>
                      <a:pt x="5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5" name="Freeform 594">
                <a:extLst>
                  <a:ext uri="{FF2B5EF4-FFF2-40B4-BE49-F238E27FC236}">
                    <a16:creationId xmlns:a16="http://schemas.microsoft.com/office/drawing/2014/main" id="{5F8055FB-6FE5-4337-97AE-2379F30E1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737"/>
                <a:ext cx="27" cy="32"/>
              </a:xfrm>
              <a:custGeom>
                <a:avLst/>
                <a:gdLst>
                  <a:gd name="T0" fmla="*/ 120 w 11"/>
                  <a:gd name="T1" fmla="*/ 77 h 12"/>
                  <a:gd name="T2" fmla="*/ 42 w 11"/>
                  <a:gd name="T3" fmla="*/ 171 h 12"/>
                  <a:gd name="T4" fmla="*/ 120 w 11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8" y="4"/>
                    </a:moveTo>
                    <a:cubicBezTo>
                      <a:pt x="5" y="0"/>
                      <a:pt x="0" y="7"/>
                      <a:pt x="3" y="9"/>
                    </a:cubicBezTo>
                    <a:cubicBezTo>
                      <a:pt x="5" y="12"/>
                      <a:pt x="11" y="7"/>
                      <a:pt x="8" y="4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6" name="Freeform 595">
                <a:extLst>
                  <a:ext uri="{FF2B5EF4-FFF2-40B4-BE49-F238E27FC236}">
                    <a16:creationId xmlns:a16="http://schemas.microsoft.com/office/drawing/2014/main" id="{22B5B8F1-C706-436C-86B7-DCA91D1EC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737"/>
                <a:ext cx="27" cy="32"/>
              </a:xfrm>
              <a:custGeom>
                <a:avLst/>
                <a:gdLst>
                  <a:gd name="T0" fmla="*/ 120 w 11"/>
                  <a:gd name="T1" fmla="*/ 77 h 12"/>
                  <a:gd name="T2" fmla="*/ 42 w 11"/>
                  <a:gd name="T3" fmla="*/ 171 h 12"/>
                  <a:gd name="T4" fmla="*/ 120 w 11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8" y="4"/>
                    </a:moveTo>
                    <a:cubicBezTo>
                      <a:pt x="5" y="0"/>
                      <a:pt x="0" y="7"/>
                      <a:pt x="3" y="9"/>
                    </a:cubicBezTo>
                    <a:cubicBezTo>
                      <a:pt x="5" y="12"/>
                      <a:pt x="11" y="7"/>
                      <a:pt x="8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7" name="Freeform 596">
                <a:extLst>
                  <a:ext uri="{FF2B5EF4-FFF2-40B4-BE49-F238E27FC236}">
                    <a16:creationId xmlns:a16="http://schemas.microsoft.com/office/drawing/2014/main" id="{19D08A4F-033C-4107-978F-6CC47539C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734"/>
                <a:ext cx="17" cy="19"/>
              </a:xfrm>
              <a:custGeom>
                <a:avLst/>
                <a:gdLst>
                  <a:gd name="T0" fmla="*/ 58 w 7"/>
                  <a:gd name="T1" fmla="*/ 0 h 7"/>
                  <a:gd name="T2" fmla="*/ 41 w 7"/>
                  <a:gd name="T3" fmla="*/ 117 h 7"/>
                  <a:gd name="T4" fmla="*/ 58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0" y="0"/>
                      <a:pt x="0" y="6"/>
                      <a:pt x="3" y="6"/>
                    </a:cubicBezTo>
                    <a:cubicBezTo>
                      <a:pt x="5" y="7"/>
                      <a:pt x="7" y="2"/>
                      <a:pt x="4" y="0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8" name="Freeform 597">
                <a:extLst>
                  <a:ext uri="{FF2B5EF4-FFF2-40B4-BE49-F238E27FC236}">
                    <a16:creationId xmlns:a16="http://schemas.microsoft.com/office/drawing/2014/main" id="{C463D19B-6A0E-4A2A-9E7F-CFBF7F933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734"/>
                <a:ext cx="17" cy="19"/>
              </a:xfrm>
              <a:custGeom>
                <a:avLst/>
                <a:gdLst>
                  <a:gd name="T0" fmla="*/ 58 w 7"/>
                  <a:gd name="T1" fmla="*/ 0 h 7"/>
                  <a:gd name="T2" fmla="*/ 41 w 7"/>
                  <a:gd name="T3" fmla="*/ 117 h 7"/>
                  <a:gd name="T4" fmla="*/ 58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0" y="0"/>
                      <a:pt x="0" y="6"/>
                      <a:pt x="3" y="6"/>
                    </a:cubicBezTo>
                    <a:cubicBezTo>
                      <a:pt x="5" y="7"/>
                      <a:pt x="7" y="2"/>
                      <a:pt x="4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9" name="Freeform 598">
                <a:extLst>
                  <a:ext uri="{FF2B5EF4-FFF2-40B4-BE49-F238E27FC236}">
                    <a16:creationId xmlns:a16="http://schemas.microsoft.com/office/drawing/2014/main" id="{E60A521F-8210-40E1-A827-64BA83527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817"/>
                <a:ext cx="20" cy="21"/>
              </a:xfrm>
              <a:custGeom>
                <a:avLst/>
                <a:gdLst>
                  <a:gd name="T0" fmla="*/ 33 w 8"/>
                  <a:gd name="T1" fmla="*/ 55 h 8"/>
                  <a:gd name="T2" fmla="*/ 113 w 8"/>
                  <a:gd name="T3" fmla="*/ 110 h 8"/>
                  <a:gd name="T4" fmla="*/ 33 w 8"/>
                  <a:gd name="T5" fmla="*/ 5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0" y="6"/>
                      <a:pt x="5" y="8"/>
                      <a:pt x="7" y="6"/>
                    </a:cubicBezTo>
                    <a:cubicBezTo>
                      <a:pt x="8" y="4"/>
                      <a:pt x="3" y="0"/>
                      <a:pt x="2" y="3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0" name="Freeform 599">
                <a:extLst>
                  <a:ext uri="{FF2B5EF4-FFF2-40B4-BE49-F238E27FC236}">
                    <a16:creationId xmlns:a16="http://schemas.microsoft.com/office/drawing/2014/main" id="{E33F20C0-6884-4256-A9E7-A5A1B6808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817"/>
                <a:ext cx="20" cy="21"/>
              </a:xfrm>
              <a:custGeom>
                <a:avLst/>
                <a:gdLst>
                  <a:gd name="T0" fmla="*/ 33 w 8"/>
                  <a:gd name="T1" fmla="*/ 55 h 8"/>
                  <a:gd name="T2" fmla="*/ 113 w 8"/>
                  <a:gd name="T3" fmla="*/ 110 h 8"/>
                  <a:gd name="T4" fmla="*/ 33 w 8"/>
                  <a:gd name="T5" fmla="*/ 5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0" y="6"/>
                      <a:pt x="5" y="8"/>
                      <a:pt x="7" y="6"/>
                    </a:cubicBezTo>
                    <a:cubicBezTo>
                      <a:pt x="8" y="4"/>
                      <a:pt x="3" y="0"/>
                      <a:pt x="2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1" name="Freeform 600">
                <a:extLst>
                  <a:ext uri="{FF2B5EF4-FFF2-40B4-BE49-F238E27FC236}">
                    <a16:creationId xmlns:a16="http://schemas.microsoft.com/office/drawing/2014/main" id="{BA9E2A66-3C48-4A0C-91F5-EC465AEB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891"/>
                <a:ext cx="23" cy="22"/>
              </a:xfrm>
              <a:custGeom>
                <a:avLst/>
                <a:gdLst>
                  <a:gd name="T0" fmla="*/ 33 w 9"/>
                  <a:gd name="T1" fmla="*/ 61 h 8"/>
                  <a:gd name="T2" fmla="*/ 118 w 9"/>
                  <a:gd name="T3" fmla="*/ 129 h 8"/>
                  <a:gd name="T4" fmla="*/ 33 w 9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3"/>
                    </a:moveTo>
                    <a:cubicBezTo>
                      <a:pt x="0" y="6"/>
                      <a:pt x="6" y="8"/>
                      <a:pt x="7" y="6"/>
                    </a:cubicBezTo>
                    <a:cubicBezTo>
                      <a:pt x="9" y="4"/>
                      <a:pt x="4" y="0"/>
                      <a:pt x="2" y="3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2" name="Freeform 601">
                <a:extLst>
                  <a:ext uri="{FF2B5EF4-FFF2-40B4-BE49-F238E27FC236}">
                    <a16:creationId xmlns:a16="http://schemas.microsoft.com/office/drawing/2014/main" id="{6F6016B0-5A31-4682-A29B-F73FC7BFD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891"/>
                <a:ext cx="23" cy="22"/>
              </a:xfrm>
              <a:custGeom>
                <a:avLst/>
                <a:gdLst>
                  <a:gd name="T0" fmla="*/ 33 w 9"/>
                  <a:gd name="T1" fmla="*/ 61 h 8"/>
                  <a:gd name="T2" fmla="*/ 118 w 9"/>
                  <a:gd name="T3" fmla="*/ 129 h 8"/>
                  <a:gd name="T4" fmla="*/ 33 w 9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3"/>
                    </a:moveTo>
                    <a:cubicBezTo>
                      <a:pt x="0" y="6"/>
                      <a:pt x="6" y="8"/>
                      <a:pt x="7" y="6"/>
                    </a:cubicBezTo>
                    <a:cubicBezTo>
                      <a:pt x="9" y="4"/>
                      <a:pt x="4" y="0"/>
                      <a:pt x="2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3" name="Freeform 602">
                <a:extLst>
                  <a:ext uri="{FF2B5EF4-FFF2-40B4-BE49-F238E27FC236}">
                    <a16:creationId xmlns:a16="http://schemas.microsoft.com/office/drawing/2014/main" id="{8A8E437B-9455-42AE-85C8-3E1B0AADA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691"/>
                <a:ext cx="23" cy="22"/>
              </a:xfrm>
              <a:custGeom>
                <a:avLst/>
                <a:gdLst>
                  <a:gd name="T0" fmla="*/ 66 w 9"/>
                  <a:gd name="T1" fmla="*/ 22 h 8"/>
                  <a:gd name="T2" fmla="*/ 97 w 9"/>
                  <a:gd name="T3" fmla="*/ 143 h 8"/>
                  <a:gd name="T4" fmla="*/ 66 w 9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1"/>
                    </a:moveTo>
                    <a:cubicBezTo>
                      <a:pt x="0" y="3"/>
                      <a:pt x="4" y="8"/>
                      <a:pt x="6" y="7"/>
                    </a:cubicBezTo>
                    <a:cubicBezTo>
                      <a:pt x="9" y="6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4" name="Freeform 603">
                <a:extLst>
                  <a:ext uri="{FF2B5EF4-FFF2-40B4-BE49-F238E27FC236}">
                    <a16:creationId xmlns:a16="http://schemas.microsoft.com/office/drawing/2014/main" id="{DCC7F4CD-F208-4A38-9E87-8A24B485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691"/>
                <a:ext cx="23" cy="22"/>
              </a:xfrm>
              <a:custGeom>
                <a:avLst/>
                <a:gdLst>
                  <a:gd name="T0" fmla="*/ 66 w 9"/>
                  <a:gd name="T1" fmla="*/ 22 h 8"/>
                  <a:gd name="T2" fmla="*/ 97 w 9"/>
                  <a:gd name="T3" fmla="*/ 143 h 8"/>
                  <a:gd name="T4" fmla="*/ 66 w 9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1"/>
                    </a:moveTo>
                    <a:cubicBezTo>
                      <a:pt x="0" y="3"/>
                      <a:pt x="4" y="8"/>
                      <a:pt x="6" y="7"/>
                    </a:cubicBezTo>
                    <a:cubicBezTo>
                      <a:pt x="9" y="6"/>
                      <a:pt x="7" y="0"/>
                      <a:pt x="4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5" name="Freeform 604">
                <a:extLst>
                  <a:ext uri="{FF2B5EF4-FFF2-40B4-BE49-F238E27FC236}">
                    <a16:creationId xmlns:a16="http://schemas.microsoft.com/office/drawing/2014/main" id="{0F2521E2-DEE0-499E-91AC-C3D206A8C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953"/>
                <a:ext cx="30" cy="29"/>
              </a:xfrm>
              <a:custGeom>
                <a:avLst/>
                <a:gdLst>
                  <a:gd name="T0" fmla="*/ 83 w 12"/>
                  <a:gd name="T1" fmla="*/ 21 h 11"/>
                  <a:gd name="T2" fmla="*/ 125 w 12"/>
                  <a:gd name="T3" fmla="*/ 182 h 11"/>
                  <a:gd name="T4" fmla="*/ 83 w 12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5" y="1"/>
                    </a:moveTo>
                    <a:cubicBezTo>
                      <a:pt x="0" y="3"/>
                      <a:pt x="4" y="11"/>
                      <a:pt x="8" y="10"/>
                    </a:cubicBezTo>
                    <a:cubicBezTo>
                      <a:pt x="12" y="8"/>
                      <a:pt x="10" y="0"/>
                      <a:pt x="5" y="1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6" name="Freeform 605">
                <a:extLst>
                  <a:ext uri="{FF2B5EF4-FFF2-40B4-BE49-F238E27FC236}">
                    <a16:creationId xmlns:a16="http://schemas.microsoft.com/office/drawing/2014/main" id="{0ECDE1BD-EC29-4490-B33C-09A9BA979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953"/>
                <a:ext cx="30" cy="29"/>
              </a:xfrm>
              <a:custGeom>
                <a:avLst/>
                <a:gdLst>
                  <a:gd name="T0" fmla="*/ 83 w 12"/>
                  <a:gd name="T1" fmla="*/ 21 h 11"/>
                  <a:gd name="T2" fmla="*/ 125 w 12"/>
                  <a:gd name="T3" fmla="*/ 182 h 11"/>
                  <a:gd name="T4" fmla="*/ 83 w 12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5" y="1"/>
                    </a:moveTo>
                    <a:cubicBezTo>
                      <a:pt x="0" y="3"/>
                      <a:pt x="4" y="11"/>
                      <a:pt x="8" y="10"/>
                    </a:cubicBezTo>
                    <a:cubicBezTo>
                      <a:pt x="12" y="8"/>
                      <a:pt x="10" y="0"/>
                      <a:pt x="5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7" name="Freeform 606">
                <a:extLst>
                  <a:ext uri="{FF2B5EF4-FFF2-40B4-BE49-F238E27FC236}">
                    <a16:creationId xmlns:a16="http://schemas.microsoft.com/office/drawing/2014/main" id="{555DD079-4D72-41DC-AB56-EF828AB86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974"/>
                <a:ext cx="30" cy="27"/>
              </a:xfrm>
              <a:custGeom>
                <a:avLst/>
                <a:gdLst>
                  <a:gd name="T0" fmla="*/ 83 w 12"/>
                  <a:gd name="T1" fmla="*/ 22 h 10"/>
                  <a:gd name="T2" fmla="*/ 125 w 12"/>
                  <a:gd name="T3" fmla="*/ 176 h 10"/>
                  <a:gd name="T4" fmla="*/ 83 w 12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5" y="1"/>
                    </a:moveTo>
                    <a:cubicBezTo>
                      <a:pt x="0" y="2"/>
                      <a:pt x="4" y="10"/>
                      <a:pt x="8" y="9"/>
                    </a:cubicBezTo>
                    <a:cubicBezTo>
                      <a:pt x="12" y="8"/>
                      <a:pt x="10" y="0"/>
                      <a:pt x="5" y="1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8" name="Freeform 607">
                <a:extLst>
                  <a:ext uri="{FF2B5EF4-FFF2-40B4-BE49-F238E27FC236}">
                    <a16:creationId xmlns:a16="http://schemas.microsoft.com/office/drawing/2014/main" id="{7D26CCF8-054F-47F6-A1F1-1A3BD838C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974"/>
                <a:ext cx="30" cy="27"/>
              </a:xfrm>
              <a:custGeom>
                <a:avLst/>
                <a:gdLst>
                  <a:gd name="T0" fmla="*/ 83 w 12"/>
                  <a:gd name="T1" fmla="*/ 22 h 10"/>
                  <a:gd name="T2" fmla="*/ 125 w 12"/>
                  <a:gd name="T3" fmla="*/ 176 h 10"/>
                  <a:gd name="T4" fmla="*/ 83 w 12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5" y="1"/>
                    </a:moveTo>
                    <a:cubicBezTo>
                      <a:pt x="0" y="2"/>
                      <a:pt x="4" y="10"/>
                      <a:pt x="8" y="9"/>
                    </a:cubicBezTo>
                    <a:cubicBezTo>
                      <a:pt x="12" y="8"/>
                      <a:pt x="10" y="0"/>
                      <a:pt x="5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9" name="Freeform 608">
                <a:extLst>
                  <a:ext uri="{FF2B5EF4-FFF2-40B4-BE49-F238E27FC236}">
                    <a16:creationId xmlns:a16="http://schemas.microsoft.com/office/drawing/2014/main" id="{ED0D11D2-40AF-4EF3-B04C-A80B4A9B9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966"/>
                <a:ext cx="23" cy="24"/>
              </a:xfrm>
              <a:custGeom>
                <a:avLst/>
                <a:gdLst>
                  <a:gd name="T0" fmla="*/ 97 w 9"/>
                  <a:gd name="T1" fmla="*/ 35 h 9"/>
                  <a:gd name="T2" fmla="*/ 51 w 9"/>
                  <a:gd name="T3" fmla="*/ 149 h 9"/>
                  <a:gd name="T4" fmla="*/ 97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2"/>
                    </a:moveTo>
                    <a:cubicBezTo>
                      <a:pt x="2" y="0"/>
                      <a:pt x="0" y="6"/>
                      <a:pt x="3" y="8"/>
                    </a:cubicBezTo>
                    <a:cubicBezTo>
                      <a:pt x="5" y="9"/>
                      <a:pt x="9" y="4"/>
                      <a:pt x="6" y="2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0" name="Freeform 609">
                <a:extLst>
                  <a:ext uri="{FF2B5EF4-FFF2-40B4-BE49-F238E27FC236}">
                    <a16:creationId xmlns:a16="http://schemas.microsoft.com/office/drawing/2014/main" id="{F3EB5943-D11D-45C2-9C45-62FCB4D7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966"/>
                <a:ext cx="23" cy="24"/>
              </a:xfrm>
              <a:custGeom>
                <a:avLst/>
                <a:gdLst>
                  <a:gd name="T0" fmla="*/ 97 w 9"/>
                  <a:gd name="T1" fmla="*/ 35 h 9"/>
                  <a:gd name="T2" fmla="*/ 51 w 9"/>
                  <a:gd name="T3" fmla="*/ 149 h 9"/>
                  <a:gd name="T4" fmla="*/ 97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2"/>
                    </a:moveTo>
                    <a:cubicBezTo>
                      <a:pt x="2" y="0"/>
                      <a:pt x="0" y="6"/>
                      <a:pt x="3" y="8"/>
                    </a:cubicBezTo>
                    <a:cubicBezTo>
                      <a:pt x="5" y="9"/>
                      <a:pt x="9" y="4"/>
                      <a:pt x="6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1" name="Freeform 610">
                <a:extLst>
                  <a:ext uri="{FF2B5EF4-FFF2-40B4-BE49-F238E27FC236}">
                    <a16:creationId xmlns:a16="http://schemas.microsoft.com/office/drawing/2014/main" id="{D125AAEA-6B0B-4321-AFD7-F7AD0186A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937"/>
                <a:ext cx="23" cy="26"/>
              </a:xfrm>
              <a:custGeom>
                <a:avLst/>
                <a:gdLst>
                  <a:gd name="T0" fmla="*/ 130 w 9"/>
                  <a:gd name="T1" fmla="*/ 88 h 10"/>
                  <a:gd name="T2" fmla="*/ 20 w 9"/>
                  <a:gd name="T3" fmla="*/ 122 h 10"/>
                  <a:gd name="T4" fmla="*/ 130 w 9"/>
                  <a:gd name="T5" fmla="*/ 8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8" y="5"/>
                    </a:moveTo>
                    <a:cubicBezTo>
                      <a:pt x="7" y="0"/>
                      <a:pt x="0" y="4"/>
                      <a:pt x="1" y="7"/>
                    </a:cubicBezTo>
                    <a:cubicBezTo>
                      <a:pt x="2" y="10"/>
                      <a:pt x="9" y="9"/>
                      <a:pt x="8" y="5"/>
                    </a:cubicBezTo>
                    <a:close/>
                  </a:path>
                </a:pathLst>
              </a:custGeom>
              <a:solidFill>
                <a:srgbClr val="FFE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2" name="Freeform 611">
                <a:extLst>
                  <a:ext uri="{FF2B5EF4-FFF2-40B4-BE49-F238E27FC236}">
                    <a16:creationId xmlns:a16="http://schemas.microsoft.com/office/drawing/2014/main" id="{5D874C3D-37FE-4142-AAC8-7CFF2B7CC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937"/>
                <a:ext cx="23" cy="26"/>
              </a:xfrm>
              <a:custGeom>
                <a:avLst/>
                <a:gdLst>
                  <a:gd name="T0" fmla="*/ 130 w 9"/>
                  <a:gd name="T1" fmla="*/ 88 h 10"/>
                  <a:gd name="T2" fmla="*/ 20 w 9"/>
                  <a:gd name="T3" fmla="*/ 122 h 10"/>
                  <a:gd name="T4" fmla="*/ 130 w 9"/>
                  <a:gd name="T5" fmla="*/ 8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8" y="5"/>
                    </a:moveTo>
                    <a:cubicBezTo>
                      <a:pt x="7" y="0"/>
                      <a:pt x="0" y="4"/>
                      <a:pt x="1" y="7"/>
                    </a:cubicBezTo>
                    <a:cubicBezTo>
                      <a:pt x="2" y="10"/>
                      <a:pt x="9" y="9"/>
                      <a:pt x="8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3" name="Freeform 612">
                <a:extLst>
                  <a:ext uri="{FF2B5EF4-FFF2-40B4-BE49-F238E27FC236}">
                    <a16:creationId xmlns:a16="http://schemas.microsoft.com/office/drawing/2014/main" id="{1FF31CB7-9E90-46BE-89F7-4F90AB6D8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062"/>
                <a:ext cx="25" cy="27"/>
              </a:xfrm>
              <a:custGeom>
                <a:avLst/>
                <a:gdLst>
                  <a:gd name="T0" fmla="*/ 63 w 10"/>
                  <a:gd name="T1" fmla="*/ 176 h 10"/>
                  <a:gd name="T2" fmla="*/ 95 w 10"/>
                  <a:gd name="T3" fmla="*/ 22 h 10"/>
                  <a:gd name="T4" fmla="*/ 63 w 10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4" y="9"/>
                    </a:moveTo>
                    <a:cubicBezTo>
                      <a:pt x="9" y="10"/>
                      <a:pt x="10" y="2"/>
                      <a:pt x="6" y="1"/>
                    </a:cubicBezTo>
                    <a:cubicBezTo>
                      <a:pt x="3" y="0"/>
                      <a:pt x="0" y="8"/>
                      <a:pt x="4" y="9"/>
                    </a:cubicBezTo>
                    <a:close/>
                  </a:path>
                </a:pathLst>
              </a:custGeom>
              <a:solidFill>
                <a:srgbClr val="FFF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177" name="Freeform 613">
              <a:extLst>
                <a:ext uri="{FF2B5EF4-FFF2-40B4-BE49-F238E27FC236}">
                  <a16:creationId xmlns:a16="http://schemas.microsoft.com/office/drawing/2014/main" id="{EE2A34AF-9EE2-4F23-8599-74C740CDE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062"/>
              <a:ext cx="25" cy="27"/>
            </a:xfrm>
            <a:custGeom>
              <a:avLst/>
              <a:gdLst>
                <a:gd name="T0" fmla="*/ 63 w 10"/>
                <a:gd name="T1" fmla="*/ 176 h 10"/>
                <a:gd name="T2" fmla="*/ 95 w 10"/>
                <a:gd name="T3" fmla="*/ 22 h 10"/>
                <a:gd name="T4" fmla="*/ 63 w 10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9"/>
                  </a:moveTo>
                  <a:cubicBezTo>
                    <a:pt x="9" y="10"/>
                    <a:pt x="10" y="2"/>
                    <a:pt x="6" y="1"/>
                  </a:cubicBezTo>
                  <a:cubicBezTo>
                    <a:pt x="3" y="0"/>
                    <a:pt x="0" y="8"/>
                    <a:pt x="4" y="9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8" name="Freeform 614">
              <a:extLst>
                <a:ext uri="{FF2B5EF4-FFF2-40B4-BE49-F238E27FC236}">
                  <a16:creationId xmlns:a16="http://schemas.microsoft.com/office/drawing/2014/main" id="{E402647C-A37E-4407-82E0-9CFFC403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82"/>
              <a:ext cx="22" cy="24"/>
            </a:xfrm>
            <a:custGeom>
              <a:avLst/>
              <a:gdLst>
                <a:gd name="T0" fmla="*/ 71 w 9"/>
                <a:gd name="T1" fmla="*/ 21 h 9"/>
                <a:gd name="T2" fmla="*/ 42 w 9"/>
                <a:gd name="T3" fmla="*/ 171 h 9"/>
                <a:gd name="T4" fmla="*/ 71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0" y="0"/>
                    <a:pt x="0" y="8"/>
                    <a:pt x="3" y="9"/>
                  </a:cubicBezTo>
                  <a:cubicBezTo>
                    <a:pt x="6" y="9"/>
                    <a:pt x="9" y="3"/>
                    <a:pt x="5" y="1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9" name="Freeform 615">
              <a:extLst>
                <a:ext uri="{FF2B5EF4-FFF2-40B4-BE49-F238E27FC236}">
                  <a16:creationId xmlns:a16="http://schemas.microsoft.com/office/drawing/2014/main" id="{F68F67F5-4BC8-4B1C-8778-607BF084C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82"/>
              <a:ext cx="22" cy="24"/>
            </a:xfrm>
            <a:custGeom>
              <a:avLst/>
              <a:gdLst>
                <a:gd name="T0" fmla="*/ 71 w 9"/>
                <a:gd name="T1" fmla="*/ 21 h 9"/>
                <a:gd name="T2" fmla="*/ 42 w 9"/>
                <a:gd name="T3" fmla="*/ 171 h 9"/>
                <a:gd name="T4" fmla="*/ 71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0" y="0"/>
                    <a:pt x="0" y="8"/>
                    <a:pt x="3" y="9"/>
                  </a:cubicBezTo>
                  <a:cubicBezTo>
                    <a:pt x="6" y="9"/>
                    <a:pt x="9" y="3"/>
                    <a:pt x="5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0" name="Freeform 616">
              <a:extLst>
                <a:ext uri="{FF2B5EF4-FFF2-40B4-BE49-F238E27FC236}">
                  <a16:creationId xmlns:a16="http://schemas.microsoft.com/office/drawing/2014/main" id="{897B4E2E-8C34-40E7-9DA8-C8D5ACD4E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001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83 w 8"/>
                <a:gd name="T3" fmla="*/ 118 h 7"/>
                <a:gd name="T4" fmla="*/ 6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2"/>
                    <a:pt x="3" y="7"/>
                    <a:pt x="5" y="7"/>
                  </a:cubicBezTo>
                  <a:cubicBezTo>
                    <a:pt x="8" y="6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1" name="Freeform 617">
              <a:extLst>
                <a:ext uri="{FF2B5EF4-FFF2-40B4-BE49-F238E27FC236}">
                  <a16:creationId xmlns:a16="http://schemas.microsoft.com/office/drawing/2014/main" id="{4097205B-CC7F-47A2-9588-991F96371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001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83 w 8"/>
                <a:gd name="T3" fmla="*/ 118 h 7"/>
                <a:gd name="T4" fmla="*/ 6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2"/>
                    <a:pt x="3" y="7"/>
                    <a:pt x="5" y="7"/>
                  </a:cubicBezTo>
                  <a:cubicBezTo>
                    <a:pt x="8" y="6"/>
                    <a:pt x="7" y="0"/>
                    <a:pt x="4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2" name="Freeform 618">
              <a:extLst>
                <a:ext uri="{FF2B5EF4-FFF2-40B4-BE49-F238E27FC236}">
                  <a16:creationId xmlns:a16="http://schemas.microsoft.com/office/drawing/2014/main" id="{4FFF9D5D-4E9B-4130-BF19-791625614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942"/>
              <a:ext cx="22" cy="21"/>
            </a:xfrm>
            <a:custGeom>
              <a:avLst/>
              <a:gdLst>
                <a:gd name="T0" fmla="*/ 29 w 9"/>
                <a:gd name="T1" fmla="*/ 34 h 8"/>
                <a:gd name="T2" fmla="*/ 103 w 9"/>
                <a:gd name="T3" fmla="*/ 110 h 8"/>
                <a:gd name="T4" fmla="*/ 29 w 9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5"/>
                    <a:pt x="6" y="8"/>
                    <a:pt x="7" y="6"/>
                  </a:cubicBezTo>
                  <a:cubicBezTo>
                    <a:pt x="9" y="3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3" name="Freeform 619">
              <a:extLst>
                <a:ext uri="{FF2B5EF4-FFF2-40B4-BE49-F238E27FC236}">
                  <a16:creationId xmlns:a16="http://schemas.microsoft.com/office/drawing/2014/main" id="{21331BA5-B21A-4A29-ADB6-4BB66ED26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942"/>
              <a:ext cx="22" cy="21"/>
            </a:xfrm>
            <a:custGeom>
              <a:avLst/>
              <a:gdLst>
                <a:gd name="T0" fmla="*/ 29 w 9"/>
                <a:gd name="T1" fmla="*/ 34 h 8"/>
                <a:gd name="T2" fmla="*/ 103 w 9"/>
                <a:gd name="T3" fmla="*/ 110 h 8"/>
                <a:gd name="T4" fmla="*/ 29 w 9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5"/>
                    <a:pt x="6" y="8"/>
                    <a:pt x="7" y="6"/>
                  </a:cubicBezTo>
                  <a:cubicBezTo>
                    <a:pt x="9" y="3"/>
                    <a:pt x="4" y="0"/>
                    <a:pt x="2" y="2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4" name="Freeform 620">
              <a:extLst>
                <a:ext uri="{FF2B5EF4-FFF2-40B4-BE49-F238E27FC236}">
                  <a16:creationId xmlns:a16="http://schemas.microsoft.com/office/drawing/2014/main" id="{A6020BB1-F994-4B32-B853-EF267167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742"/>
              <a:ext cx="28" cy="32"/>
            </a:xfrm>
            <a:custGeom>
              <a:avLst/>
              <a:gdLst>
                <a:gd name="T0" fmla="*/ 117 w 11"/>
                <a:gd name="T1" fmla="*/ 35 h 12"/>
                <a:gd name="T2" fmla="*/ 51 w 11"/>
                <a:gd name="T3" fmla="*/ 192 h 12"/>
                <a:gd name="T4" fmla="*/ 117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2"/>
                  </a:moveTo>
                  <a:cubicBezTo>
                    <a:pt x="2" y="0"/>
                    <a:pt x="0" y="9"/>
                    <a:pt x="3" y="10"/>
                  </a:cubicBezTo>
                  <a:cubicBezTo>
                    <a:pt x="7" y="12"/>
                    <a:pt x="11" y="5"/>
                    <a:pt x="7" y="2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5" name="Freeform 621">
              <a:extLst>
                <a:ext uri="{FF2B5EF4-FFF2-40B4-BE49-F238E27FC236}">
                  <a16:creationId xmlns:a16="http://schemas.microsoft.com/office/drawing/2014/main" id="{17110E0A-8DC8-427D-B566-BCDA1CBF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742"/>
              <a:ext cx="28" cy="32"/>
            </a:xfrm>
            <a:custGeom>
              <a:avLst/>
              <a:gdLst>
                <a:gd name="T0" fmla="*/ 117 w 11"/>
                <a:gd name="T1" fmla="*/ 35 h 12"/>
                <a:gd name="T2" fmla="*/ 51 w 11"/>
                <a:gd name="T3" fmla="*/ 192 h 12"/>
                <a:gd name="T4" fmla="*/ 117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2"/>
                  </a:moveTo>
                  <a:cubicBezTo>
                    <a:pt x="2" y="0"/>
                    <a:pt x="0" y="9"/>
                    <a:pt x="3" y="10"/>
                  </a:cubicBezTo>
                  <a:cubicBezTo>
                    <a:pt x="7" y="12"/>
                    <a:pt x="11" y="5"/>
                    <a:pt x="7" y="2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6" name="Freeform 622">
              <a:extLst>
                <a:ext uri="{FF2B5EF4-FFF2-40B4-BE49-F238E27FC236}">
                  <a16:creationId xmlns:a16="http://schemas.microsoft.com/office/drawing/2014/main" id="{E4570975-82F7-4718-B914-02F0D7E09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53"/>
              <a:ext cx="25" cy="24"/>
            </a:xfrm>
            <a:custGeom>
              <a:avLst/>
              <a:gdLst>
                <a:gd name="T0" fmla="*/ 125 w 10"/>
                <a:gd name="T1" fmla="*/ 115 h 9"/>
                <a:gd name="T2" fmla="*/ 20 w 10"/>
                <a:gd name="T3" fmla="*/ 56 h 9"/>
                <a:gd name="T4" fmla="*/ 125 w 10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6"/>
                  </a:moveTo>
                  <a:cubicBezTo>
                    <a:pt x="10" y="1"/>
                    <a:pt x="2" y="0"/>
                    <a:pt x="1" y="3"/>
                  </a:cubicBezTo>
                  <a:cubicBezTo>
                    <a:pt x="0" y="6"/>
                    <a:pt x="6" y="9"/>
                    <a:pt x="8" y="6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7" name="Freeform 623">
              <a:extLst>
                <a:ext uri="{FF2B5EF4-FFF2-40B4-BE49-F238E27FC236}">
                  <a16:creationId xmlns:a16="http://schemas.microsoft.com/office/drawing/2014/main" id="{92349B36-9D43-4E79-AE71-2266E37AE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53"/>
              <a:ext cx="25" cy="24"/>
            </a:xfrm>
            <a:custGeom>
              <a:avLst/>
              <a:gdLst>
                <a:gd name="T0" fmla="*/ 125 w 10"/>
                <a:gd name="T1" fmla="*/ 115 h 9"/>
                <a:gd name="T2" fmla="*/ 20 w 10"/>
                <a:gd name="T3" fmla="*/ 56 h 9"/>
                <a:gd name="T4" fmla="*/ 125 w 10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6"/>
                  </a:moveTo>
                  <a:cubicBezTo>
                    <a:pt x="10" y="1"/>
                    <a:pt x="2" y="0"/>
                    <a:pt x="1" y="3"/>
                  </a:cubicBezTo>
                  <a:cubicBezTo>
                    <a:pt x="0" y="6"/>
                    <a:pt x="6" y="9"/>
                    <a:pt x="8" y="6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8" name="Freeform 624">
              <a:extLst>
                <a:ext uri="{FF2B5EF4-FFF2-40B4-BE49-F238E27FC236}">
                  <a16:creationId xmlns:a16="http://schemas.microsoft.com/office/drawing/2014/main" id="{8058EAB8-CF12-4BBE-8A68-B0A4598F7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846"/>
              <a:ext cx="25" cy="24"/>
            </a:xfrm>
            <a:custGeom>
              <a:avLst/>
              <a:gdLst>
                <a:gd name="T0" fmla="*/ 125 w 10"/>
                <a:gd name="T1" fmla="*/ 115 h 9"/>
                <a:gd name="T2" fmla="*/ 20 w 10"/>
                <a:gd name="T3" fmla="*/ 56 h 9"/>
                <a:gd name="T4" fmla="*/ 125 w 10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6"/>
                  </a:moveTo>
                  <a:cubicBezTo>
                    <a:pt x="10" y="1"/>
                    <a:pt x="2" y="0"/>
                    <a:pt x="1" y="3"/>
                  </a:cubicBezTo>
                  <a:cubicBezTo>
                    <a:pt x="0" y="6"/>
                    <a:pt x="6" y="9"/>
                    <a:pt x="8" y="6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9" name="Freeform 625">
              <a:extLst>
                <a:ext uri="{FF2B5EF4-FFF2-40B4-BE49-F238E27FC236}">
                  <a16:creationId xmlns:a16="http://schemas.microsoft.com/office/drawing/2014/main" id="{54C8AB2A-AFA4-4F51-9EDB-8E078835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846"/>
              <a:ext cx="25" cy="24"/>
            </a:xfrm>
            <a:custGeom>
              <a:avLst/>
              <a:gdLst>
                <a:gd name="T0" fmla="*/ 125 w 10"/>
                <a:gd name="T1" fmla="*/ 115 h 9"/>
                <a:gd name="T2" fmla="*/ 20 w 10"/>
                <a:gd name="T3" fmla="*/ 56 h 9"/>
                <a:gd name="T4" fmla="*/ 125 w 10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6"/>
                  </a:moveTo>
                  <a:cubicBezTo>
                    <a:pt x="10" y="1"/>
                    <a:pt x="2" y="0"/>
                    <a:pt x="1" y="3"/>
                  </a:cubicBezTo>
                  <a:cubicBezTo>
                    <a:pt x="0" y="6"/>
                    <a:pt x="6" y="9"/>
                    <a:pt x="8" y="6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0" name="Freeform 626">
              <a:extLst>
                <a:ext uri="{FF2B5EF4-FFF2-40B4-BE49-F238E27FC236}">
                  <a16:creationId xmlns:a16="http://schemas.microsoft.com/office/drawing/2014/main" id="{4E1E5954-0FFB-4E6F-B256-FE0274D70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721"/>
              <a:ext cx="30" cy="32"/>
            </a:xfrm>
            <a:custGeom>
              <a:avLst/>
              <a:gdLst>
                <a:gd name="T0" fmla="*/ 113 w 12"/>
                <a:gd name="T1" fmla="*/ 35 h 12"/>
                <a:gd name="T2" fmla="*/ 63 w 12"/>
                <a:gd name="T3" fmla="*/ 205 h 12"/>
                <a:gd name="T4" fmla="*/ 113 w 12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7" y="2"/>
                  </a:moveTo>
                  <a:cubicBezTo>
                    <a:pt x="2" y="0"/>
                    <a:pt x="0" y="9"/>
                    <a:pt x="4" y="11"/>
                  </a:cubicBezTo>
                  <a:cubicBezTo>
                    <a:pt x="7" y="12"/>
                    <a:pt x="12" y="5"/>
                    <a:pt x="7" y="2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1" name="Freeform 627">
              <a:extLst>
                <a:ext uri="{FF2B5EF4-FFF2-40B4-BE49-F238E27FC236}">
                  <a16:creationId xmlns:a16="http://schemas.microsoft.com/office/drawing/2014/main" id="{EF5F8285-6B9C-49FC-BE5E-6CE196EF7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721"/>
              <a:ext cx="30" cy="32"/>
            </a:xfrm>
            <a:custGeom>
              <a:avLst/>
              <a:gdLst>
                <a:gd name="T0" fmla="*/ 113 w 12"/>
                <a:gd name="T1" fmla="*/ 35 h 12"/>
                <a:gd name="T2" fmla="*/ 63 w 12"/>
                <a:gd name="T3" fmla="*/ 205 h 12"/>
                <a:gd name="T4" fmla="*/ 113 w 12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7" y="2"/>
                  </a:moveTo>
                  <a:cubicBezTo>
                    <a:pt x="2" y="0"/>
                    <a:pt x="0" y="9"/>
                    <a:pt x="4" y="11"/>
                  </a:cubicBezTo>
                  <a:cubicBezTo>
                    <a:pt x="7" y="12"/>
                    <a:pt x="12" y="5"/>
                    <a:pt x="7" y="2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2" name="Freeform 628">
              <a:extLst>
                <a:ext uri="{FF2B5EF4-FFF2-40B4-BE49-F238E27FC236}">
                  <a16:creationId xmlns:a16="http://schemas.microsoft.com/office/drawing/2014/main" id="{67FA637A-1841-4C87-B62E-8695396C1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790"/>
              <a:ext cx="25" cy="27"/>
            </a:xfrm>
            <a:custGeom>
              <a:avLst/>
              <a:gdLst>
                <a:gd name="T0" fmla="*/ 125 w 10"/>
                <a:gd name="T1" fmla="*/ 116 h 10"/>
                <a:gd name="T2" fmla="*/ 20 w 10"/>
                <a:gd name="T3" fmla="*/ 59 h 10"/>
                <a:gd name="T4" fmla="*/ 12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6"/>
                  </a:moveTo>
                  <a:cubicBezTo>
                    <a:pt x="10" y="2"/>
                    <a:pt x="2" y="0"/>
                    <a:pt x="1" y="3"/>
                  </a:cubicBezTo>
                  <a:cubicBezTo>
                    <a:pt x="0" y="6"/>
                    <a:pt x="6" y="10"/>
                    <a:pt x="8" y="6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3" name="Freeform 629">
              <a:extLst>
                <a:ext uri="{FF2B5EF4-FFF2-40B4-BE49-F238E27FC236}">
                  <a16:creationId xmlns:a16="http://schemas.microsoft.com/office/drawing/2014/main" id="{B0CA2D2C-598F-472F-A5F1-1E0C05F97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790"/>
              <a:ext cx="25" cy="27"/>
            </a:xfrm>
            <a:custGeom>
              <a:avLst/>
              <a:gdLst>
                <a:gd name="T0" fmla="*/ 125 w 10"/>
                <a:gd name="T1" fmla="*/ 116 h 10"/>
                <a:gd name="T2" fmla="*/ 20 w 10"/>
                <a:gd name="T3" fmla="*/ 59 h 10"/>
                <a:gd name="T4" fmla="*/ 12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6"/>
                  </a:moveTo>
                  <a:cubicBezTo>
                    <a:pt x="10" y="2"/>
                    <a:pt x="2" y="0"/>
                    <a:pt x="1" y="3"/>
                  </a:cubicBezTo>
                  <a:cubicBezTo>
                    <a:pt x="0" y="6"/>
                    <a:pt x="6" y="10"/>
                    <a:pt x="8" y="6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4" name="Freeform 630">
              <a:extLst>
                <a:ext uri="{FF2B5EF4-FFF2-40B4-BE49-F238E27FC236}">
                  <a16:creationId xmlns:a16="http://schemas.microsoft.com/office/drawing/2014/main" id="{785E77A8-236C-4E67-BC6E-C286B1194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846"/>
              <a:ext cx="28" cy="32"/>
            </a:xfrm>
            <a:custGeom>
              <a:avLst/>
              <a:gdLst>
                <a:gd name="T0" fmla="*/ 51 w 11"/>
                <a:gd name="T1" fmla="*/ 149 h 12"/>
                <a:gd name="T2" fmla="*/ 150 w 11"/>
                <a:gd name="T3" fmla="*/ 56 h 12"/>
                <a:gd name="T4" fmla="*/ 51 w 11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3" y="8"/>
                  </a:moveTo>
                  <a:cubicBezTo>
                    <a:pt x="6" y="12"/>
                    <a:pt x="11" y="6"/>
                    <a:pt x="9" y="3"/>
                  </a:cubicBezTo>
                  <a:cubicBezTo>
                    <a:pt x="7" y="0"/>
                    <a:pt x="0" y="4"/>
                    <a:pt x="3" y="8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5" name="Freeform 631">
              <a:extLst>
                <a:ext uri="{FF2B5EF4-FFF2-40B4-BE49-F238E27FC236}">
                  <a16:creationId xmlns:a16="http://schemas.microsoft.com/office/drawing/2014/main" id="{136BFA56-89DA-4492-B047-FE3BD485E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846"/>
              <a:ext cx="28" cy="32"/>
            </a:xfrm>
            <a:custGeom>
              <a:avLst/>
              <a:gdLst>
                <a:gd name="T0" fmla="*/ 51 w 11"/>
                <a:gd name="T1" fmla="*/ 149 h 12"/>
                <a:gd name="T2" fmla="*/ 150 w 11"/>
                <a:gd name="T3" fmla="*/ 56 h 12"/>
                <a:gd name="T4" fmla="*/ 51 w 11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3" y="8"/>
                  </a:moveTo>
                  <a:cubicBezTo>
                    <a:pt x="6" y="12"/>
                    <a:pt x="11" y="6"/>
                    <a:pt x="9" y="3"/>
                  </a:cubicBezTo>
                  <a:cubicBezTo>
                    <a:pt x="7" y="0"/>
                    <a:pt x="0" y="4"/>
                    <a:pt x="3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6" name="Freeform 632">
              <a:extLst>
                <a:ext uri="{FF2B5EF4-FFF2-40B4-BE49-F238E27FC236}">
                  <a16:creationId xmlns:a16="http://schemas.microsoft.com/office/drawing/2014/main" id="{BFAC1144-F128-467E-B651-1EDF4935C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769"/>
              <a:ext cx="25" cy="26"/>
            </a:xfrm>
            <a:custGeom>
              <a:avLst/>
              <a:gdLst>
                <a:gd name="T0" fmla="*/ 125 w 10"/>
                <a:gd name="T1" fmla="*/ 109 h 10"/>
                <a:gd name="T2" fmla="*/ 20 w 10"/>
                <a:gd name="T3" fmla="*/ 55 h 10"/>
                <a:gd name="T4" fmla="*/ 125 w 10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6"/>
                  </a:moveTo>
                  <a:cubicBezTo>
                    <a:pt x="10" y="1"/>
                    <a:pt x="2" y="0"/>
                    <a:pt x="1" y="3"/>
                  </a:cubicBezTo>
                  <a:cubicBezTo>
                    <a:pt x="0" y="6"/>
                    <a:pt x="6" y="10"/>
                    <a:pt x="8" y="6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7" name="Freeform 633">
              <a:extLst>
                <a:ext uri="{FF2B5EF4-FFF2-40B4-BE49-F238E27FC236}">
                  <a16:creationId xmlns:a16="http://schemas.microsoft.com/office/drawing/2014/main" id="{8BDAB10D-626B-4BC6-9B8B-09105D615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769"/>
              <a:ext cx="25" cy="26"/>
            </a:xfrm>
            <a:custGeom>
              <a:avLst/>
              <a:gdLst>
                <a:gd name="T0" fmla="*/ 125 w 10"/>
                <a:gd name="T1" fmla="*/ 109 h 10"/>
                <a:gd name="T2" fmla="*/ 20 w 10"/>
                <a:gd name="T3" fmla="*/ 55 h 10"/>
                <a:gd name="T4" fmla="*/ 125 w 10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6"/>
                  </a:moveTo>
                  <a:cubicBezTo>
                    <a:pt x="10" y="1"/>
                    <a:pt x="2" y="0"/>
                    <a:pt x="1" y="3"/>
                  </a:cubicBezTo>
                  <a:cubicBezTo>
                    <a:pt x="0" y="6"/>
                    <a:pt x="6" y="10"/>
                    <a:pt x="8" y="6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8" name="Freeform 634">
              <a:extLst>
                <a:ext uri="{FF2B5EF4-FFF2-40B4-BE49-F238E27FC236}">
                  <a16:creationId xmlns:a16="http://schemas.microsoft.com/office/drawing/2014/main" id="{33D42961-F1BB-45B6-95E9-6244971FF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673"/>
              <a:ext cx="28" cy="24"/>
            </a:xfrm>
            <a:custGeom>
              <a:avLst/>
              <a:gdLst>
                <a:gd name="T0" fmla="*/ 97 w 11"/>
                <a:gd name="T1" fmla="*/ 149 h 9"/>
                <a:gd name="T2" fmla="*/ 64 w 11"/>
                <a:gd name="T3" fmla="*/ 21 h 9"/>
                <a:gd name="T4" fmla="*/ 97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8"/>
                  </a:moveTo>
                  <a:cubicBezTo>
                    <a:pt x="11" y="7"/>
                    <a:pt x="7" y="0"/>
                    <a:pt x="4" y="1"/>
                  </a:cubicBezTo>
                  <a:cubicBezTo>
                    <a:pt x="0" y="2"/>
                    <a:pt x="2" y="9"/>
                    <a:pt x="6" y="8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9" name="Freeform 635">
              <a:extLst>
                <a:ext uri="{FF2B5EF4-FFF2-40B4-BE49-F238E27FC236}">
                  <a16:creationId xmlns:a16="http://schemas.microsoft.com/office/drawing/2014/main" id="{967A7FEE-8EE6-4A52-BCC7-917277F2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673"/>
              <a:ext cx="28" cy="24"/>
            </a:xfrm>
            <a:custGeom>
              <a:avLst/>
              <a:gdLst>
                <a:gd name="T0" fmla="*/ 97 w 11"/>
                <a:gd name="T1" fmla="*/ 149 h 9"/>
                <a:gd name="T2" fmla="*/ 64 w 11"/>
                <a:gd name="T3" fmla="*/ 21 h 9"/>
                <a:gd name="T4" fmla="*/ 97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8"/>
                  </a:moveTo>
                  <a:cubicBezTo>
                    <a:pt x="11" y="7"/>
                    <a:pt x="7" y="0"/>
                    <a:pt x="4" y="1"/>
                  </a:cubicBezTo>
                  <a:cubicBezTo>
                    <a:pt x="0" y="2"/>
                    <a:pt x="2" y="9"/>
                    <a:pt x="6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0" name="Freeform 636">
              <a:extLst>
                <a:ext uri="{FF2B5EF4-FFF2-40B4-BE49-F238E27FC236}">
                  <a16:creationId xmlns:a16="http://schemas.microsoft.com/office/drawing/2014/main" id="{834DC202-B009-4059-AB9A-53F6B1C82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691"/>
              <a:ext cx="25" cy="24"/>
            </a:xfrm>
            <a:custGeom>
              <a:avLst/>
              <a:gdLst>
                <a:gd name="T0" fmla="*/ 125 w 10"/>
                <a:gd name="T1" fmla="*/ 115 h 9"/>
                <a:gd name="T2" fmla="*/ 20 w 10"/>
                <a:gd name="T3" fmla="*/ 56 h 9"/>
                <a:gd name="T4" fmla="*/ 125 w 10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6"/>
                  </a:moveTo>
                  <a:cubicBezTo>
                    <a:pt x="10" y="1"/>
                    <a:pt x="2" y="0"/>
                    <a:pt x="1" y="3"/>
                  </a:cubicBezTo>
                  <a:cubicBezTo>
                    <a:pt x="0" y="6"/>
                    <a:pt x="6" y="9"/>
                    <a:pt x="8" y="6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1" name="Freeform 637">
              <a:extLst>
                <a:ext uri="{FF2B5EF4-FFF2-40B4-BE49-F238E27FC236}">
                  <a16:creationId xmlns:a16="http://schemas.microsoft.com/office/drawing/2014/main" id="{6F411E53-E9CF-4576-A34D-DCA42412E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691"/>
              <a:ext cx="25" cy="24"/>
            </a:xfrm>
            <a:custGeom>
              <a:avLst/>
              <a:gdLst>
                <a:gd name="T0" fmla="*/ 125 w 10"/>
                <a:gd name="T1" fmla="*/ 115 h 9"/>
                <a:gd name="T2" fmla="*/ 20 w 10"/>
                <a:gd name="T3" fmla="*/ 56 h 9"/>
                <a:gd name="T4" fmla="*/ 125 w 10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6"/>
                  </a:moveTo>
                  <a:cubicBezTo>
                    <a:pt x="10" y="1"/>
                    <a:pt x="2" y="0"/>
                    <a:pt x="1" y="3"/>
                  </a:cubicBezTo>
                  <a:cubicBezTo>
                    <a:pt x="0" y="6"/>
                    <a:pt x="6" y="9"/>
                    <a:pt x="8" y="6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2" name="Freeform 638">
              <a:extLst>
                <a:ext uri="{FF2B5EF4-FFF2-40B4-BE49-F238E27FC236}">
                  <a16:creationId xmlns:a16="http://schemas.microsoft.com/office/drawing/2014/main" id="{75BCAA5B-697B-491C-B739-36E654A90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753"/>
              <a:ext cx="17" cy="16"/>
            </a:xfrm>
            <a:custGeom>
              <a:avLst/>
              <a:gdLst>
                <a:gd name="T0" fmla="*/ 29 w 7"/>
                <a:gd name="T1" fmla="*/ 21 h 6"/>
                <a:gd name="T2" fmla="*/ 70 w 7"/>
                <a:gd name="T3" fmla="*/ 77 h 6"/>
                <a:gd name="T4" fmla="*/ 29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4" y="6"/>
                    <a:pt x="5" y="4"/>
                  </a:cubicBezTo>
                  <a:cubicBezTo>
                    <a:pt x="7" y="3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3" name="Freeform 639">
              <a:extLst>
                <a:ext uri="{FF2B5EF4-FFF2-40B4-BE49-F238E27FC236}">
                  <a16:creationId xmlns:a16="http://schemas.microsoft.com/office/drawing/2014/main" id="{0EC87CE5-7F7B-4F0B-9279-77A352F8D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753"/>
              <a:ext cx="17" cy="16"/>
            </a:xfrm>
            <a:custGeom>
              <a:avLst/>
              <a:gdLst>
                <a:gd name="T0" fmla="*/ 29 w 7"/>
                <a:gd name="T1" fmla="*/ 21 h 6"/>
                <a:gd name="T2" fmla="*/ 70 w 7"/>
                <a:gd name="T3" fmla="*/ 77 h 6"/>
                <a:gd name="T4" fmla="*/ 29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4" y="6"/>
                    <a:pt x="5" y="4"/>
                  </a:cubicBezTo>
                  <a:cubicBezTo>
                    <a:pt x="7" y="3"/>
                    <a:pt x="4" y="0"/>
                    <a:pt x="2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4" name="Freeform 640">
              <a:extLst>
                <a:ext uri="{FF2B5EF4-FFF2-40B4-BE49-F238E27FC236}">
                  <a16:creationId xmlns:a16="http://schemas.microsoft.com/office/drawing/2014/main" id="{F9B2C7F3-434C-4900-8FF1-83A3F0446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5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77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3"/>
                    <a:pt x="4" y="6"/>
                    <a:pt x="5" y="4"/>
                  </a:cubicBezTo>
                  <a:cubicBezTo>
                    <a:pt x="6" y="3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5" name="Freeform 641">
              <a:extLst>
                <a:ext uri="{FF2B5EF4-FFF2-40B4-BE49-F238E27FC236}">
                  <a16:creationId xmlns:a16="http://schemas.microsoft.com/office/drawing/2014/main" id="{5B9373B7-5815-492A-AD1D-E7F37E63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5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77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3"/>
                    <a:pt x="4" y="6"/>
                    <a:pt x="5" y="4"/>
                  </a:cubicBezTo>
                  <a:cubicBezTo>
                    <a:pt x="6" y="3"/>
                    <a:pt x="3" y="0"/>
                    <a:pt x="1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6" name="Freeform 642">
              <a:extLst>
                <a:ext uri="{FF2B5EF4-FFF2-40B4-BE49-F238E27FC236}">
                  <a16:creationId xmlns:a16="http://schemas.microsoft.com/office/drawing/2014/main" id="{A33F83D3-E5C1-4750-BE23-5623E630F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686"/>
              <a:ext cx="32" cy="35"/>
            </a:xfrm>
            <a:custGeom>
              <a:avLst/>
              <a:gdLst>
                <a:gd name="T0" fmla="*/ 133 w 13"/>
                <a:gd name="T1" fmla="*/ 59 h 13"/>
                <a:gd name="T2" fmla="*/ 42 w 13"/>
                <a:gd name="T3" fmla="*/ 197 h 13"/>
                <a:gd name="T4" fmla="*/ 133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3"/>
                  </a:moveTo>
                  <a:cubicBezTo>
                    <a:pt x="5" y="0"/>
                    <a:pt x="0" y="7"/>
                    <a:pt x="3" y="10"/>
                  </a:cubicBezTo>
                  <a:cubicBezTo>
                    <a:pt x="6" y="13"/>
                    <a:pt x="13" y="7"/>
                    <a:pt x="9" y="3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7" name="Freeform 643">
              <a:extLst>
                <a:ext uri="{FF2B5EF4-FFF2-40B4-BE49-F238E27FC236}">
                  <a16:creationId xmlns:a16="http://schemas.microsoft.com/office/drawing/2014/main" id="{E12286AA-99E8-4335-8C11-4EAC8535F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686"/>
              <a:ext cx="32" cy="35"/>
            </a:xfrm>
            <a:custGeom>
              <a:avLst/>
              <a:gdLst>
                <a:gd name="T0" fmla="*/ 133 w 13"/>
                <a:gd name="T1" fmla="*/ 59 h 13"/>
                <a:gd name="T2" fmla="*/ 42 w 13"/>
                <a:gd name="T3" fmla="*/ 197 h 13"/>
                <a:gd name="T4" fmla="*/ 133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3"/>
                  </a:moveTo>
                  <a:cubicBezTo>
                    <a:pt x="5" y="0"/>
                    <a:pt x="0" y="7"/>
                    <a:pt x="3" y="10"/>
                  </a:cubicBezTo>
                  <a:cubicBezTo>
                    <a:pt x="6" y="13"/>
                    <a:pt x="13" y="7"/>
                    <a:pt x="9" y="3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8" name="Freeform 644">
              <a:extLst>
                <a:ext uri="{FF2B5EF4-FFF2-40B4-BE49-F238E27FC236}">
                  <a16:creationId xmlns:a16="http://schemas.microsoft.com/office/drawing/2014/main" id="{71F8B939-3630-4B81-ADE5-A926EBC5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806"/>
              <a:ext cx="25" cy="29"/>
            </a:xfrm>
            <a:custGeom>
              <a:avLst/>
              <a:gdLst>
                <a:gd name="T0" fmla="*/ 125 w 10"/>
                <a:gd name="T1" fmla="*/ 55 h 11"/>
                <a:gd name="T2" fmla="*/ 33 w 10"/>
                <a:gd name="T3" fmla="*/ 145 h 11"/>
                <a:gd name="T4" fmla="*/ 125 w 10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3"/>
                  </a:moveTo>
                  <a:cubicBezTo>
                    <a:pt x="6" y="0"/>
                    <a:pt x="0" y="5"/>
                    <a:pt x="2" y="8"/>
                  </a:cubicBezTo>
                  <a:cubicBezTo>
                    <a:pt x="4" y="11"/>
                    <a:pt x="10" y="7"/>
                    <a:pt x="8" y="3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9" name="Freeform 645">
              <a:extLst>
                <a:ext uri="{FF2B5EF4-FFF2-40B4-BE49-F238E27FC236}">
                  <a16:creationId xmlns:a16="http://schemas.microsoft.com/office/drawing/2014/main" id="{D00B7602-53E6-43C9-9F7C-3E35F24C3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806"/>
              <a:ext cx="25" cy="29"/>
            </a:xfrm>
            <a:custGeom>
              <a:avLst/>
              <a:gdLst>
                <a:gd name="T0" fmla="*/ 125 w 10"/>
                <a:gd name="T1" fmla="*/ 55 h 11"/>
                <a:gd name="T2" fmla="*/ 33 w 10"/>
                <a:gd name="T3" fmla="*/ 145 h 11"/>
                <a:gd name="T4" fmla="*/ 125 w 10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3"/>
                  </a:moveTo>
                  <a:cubicBezTo>
                    <a:pt x="6" y="0"/>
                    <a:pt x="0" y="5"/>
                    <a:pt x="2" y="8"/>
                  </a:cubicBezTo>
                  <a:cubicBezTo>
                    <a:pt x="4" y="11"/>
                    <a:pt x="10" y="7"/>
                    <a:pt x="8" y="3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0" name="Freeform 646">
              <a:extLst>
                <a:ext uri="{FF2B5EF4-FFF2-40B4-BE49-F238E27FC236}">
                  <a16:creationId xmlns:a16="http://schemas.microsoft.com/office/drawing/2014/main" id="{46F47274-2BC9-43D3-A124-A41636DDA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793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50 w 8"/>
                <a:gd name="T3" fmla="*/ 123 h 8"/>
                <a:gd name="T4" fmla="*/ 8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2" y="0"/>
                    <a:pt x="0" y="5"/>
                    <a:pt x="3" y="7"/>
                  </a:cubicBezTo>
                  <a:cubicBezTo>
                    <a:pt x="5" y="8"/>
                    <a:pt x="8" y="3"/>
                    <a:pt x="5" y="1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1" name="Freeform 647">
              <a:extLst>
                <a:ext uri="{FF2B5EF4-FFF2-40B4-BE49-F238E27FC236}">
                  <a16:creationId xmlns:a16="http://schemas.microsoft.com/office/drawing/2014/main" id="{52B964F0-72ED-4D65-9E21-C9EA269F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793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50 w 8"/>
                <a:gd name="T3" fmla="*/ 123 h 8"/>
                <a:gd name="T4" fmla="*/ 8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2" y="0"/>
                    <a:pt x="0" y="5"/>
                    <a:pt x="3" y="7"/>
                  </a:cubicBezTo>
                  <a:cubicBezTo>
                    <a:pt x="5" y="8"/>
                    <a:pt x="8" y="3"/>
                    <a:pt x="5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2" name="Freeform 648">
              <a:extLst>
                <a:ext uri="{FF2B5EF4-FFF2-40B4-BE49-F238E27FC236}">
                  <a16:creationId xmlns:a16="http://schemas.microsoft.com/office/drawing/2014/main" id="{7A429D86-640A-434A-83A1-0EBA95E6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166"/>
              <a:ext cx="20" cy="24"/>
            </a:xfrm>
            <a:custGeom>
              <a:avLst/>
              <a:gdLst>
                <a:gd name="T0" fmla="*/ 125 w 8"/>
                <a:gd name="T1" fmla="*/ 77 h 9"/>
                <a:gd name="T2" fmla="*/ 0 w 8"/>
                <a:gd name="T3" fmla="*/ 77 h 9"/>
                <a:gd name="T4" fmla="*/ 125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4"/>
                  </a:moveTo>
                  <a:cubicBezTo>
                    <a:pt x="8" y="0"/>
                    <a:pt x="1" y="0"/>
                    <a:pt x="0" y="4"/>
                  </a:cubicBezTo>
                  <a:cubicBezTo>
                    <a:pt x="0" y="7"/>
                    <a:pt x="7" y="9"/>
                    <a:pt x="8" y="4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3" name="Freeform 649">
              <a:extLst>
                <a:ext uri="{FF2B5EF4-FFF2-40B4-BE49-F238E27FC236}">
                  <a16:creationId xmlns:a16="http://schemas.microsoft.com/office/drawing/2014/main" id="{2590DCB4-5A91-400E-A255-5776D82CC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166"/>
              <a:ext cx="20" cy="24"/>
            </a:xfrm>
            <a:custGeom>
              <a:avLst/>
              <a:gdLst>
                <a:gd name="T0" fmla="*/ 125 w 8"/>
                <a:gd name="T1" fmla="*/ 77 h 9"/>
                <a:gd name="T2" fmla="*/ 0 w 8"/>
                <a:gd name="T3" fmla="*/ 77 h 9"/>
                <a:gd name="T4" fmla="*/ 125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4"/>
                  </a:moveTo>
                  <a:cubicBezTo>
                    <a:pt x="8" y="0"/>
                    <a:pt x="1" y="0"/>
                    <a:pt x="0" y="4"/>
                  </a:cubicBezTo>
                  <a:cubicBezTo>
                    <a:pt x="0" y="7"/>
                    <a:pt x="7" y="9"/>
                    <a:pt x="8" y="4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4" name="Freeform 650">
              <a:extLst>
                <a:ext uri="{FF2B5EF4-FFF2-40B4-BE49-F238E27FC236}">
                  <a16:creationId xmlns:a16="http://schemas.microsoft.com/office/drawing/2014/main" id="{5681459F-8414-4B1C-827A-5A6499FC5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137"/>
              <a:ext cx="30" cy="32"/>
            </a:xfrm>
            <a:custGeom>
              <a:avLst/>
              <a:gdLst>
                <a:gd name="T0" fmla="*/ 125 w 12"/>
                <a:gd name="T1" fmla="*/ 35 h 12"/>
                <a:gd name="T2" fmla="*/ 63 w 12"/>
                <a:gd name="T3" fmla="*/ 192 h 12"/>
                <a:gd name="T4" fmla="*/ 125 w 12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8" y="2"/>
                  </a:moveTo>
                  <a:cubicBezTo>
                    <a:pt x="3" y="0"/>
                    <a:pt x="0" y="8"/>
                    <a:pt x="4" y="10"/>
                  </a:cubicBezTo>
                  <a:cubicBezTo>
                    <a:pt x="8" y="12"/>
                    <a:pt x="12" y="5"/>
                    <a:pt x="8" y="2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5" name="Freeform 651">
              <a:extLst>
                <a:ext uri="{FF2B5EF4-FFF2-40B4-BE49-F238E27FC236}">
                  <a16:creationId xmlns:a16="http://schemas.microsoft.com/office/drawing/2014/main" id="{85EA66A0-D61B-48DE-B477-80642EE93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137"/>
              <a:ext cx="30" cy="32"/>
            </a:xfrm>
            <a:custGeom>
              <a:avLst/>
              <a:gdLst>
                <a:gd name="T0" fmla="*/ 125 w 12"/>
                <a:gd name="T1" fmla="*/ 35 h 12"/>
                <a:gd name="T2" fmla="*/ 63 w 12"/>
                <a:gd name="T3" fmla="*/ 192 h 12"/>
                <a:gd name="T4" fmla="*/ 125 w 12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8" y="2"/>
                  </a:moveTo>
                  <a:cubicBezTo>
                    <a:pt x="3" y="0"/>
                    <a:pt x="0" y="8"/>
                    <a:pt x="4" y="10"/>
                  </a:cubicBezTo>
                  <a:cubicBezTo>
                    <a:pt x="8" y="12"/>
                    <a:pt x="12" y="5"/>
                    <a:pt x="8" y="2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6" name="Freeform 652">
              <a:extLst>
                <a:ext uri="{FF2B5EF4-FFF2-40B4-BE49-F238E27FC236}">
                  <a16:creationId xmlns:a16="http://schemas.microsoft.com/office/drawing/2014/main" id="{D3DB54AF-763D-43BF-8329-FAB87EFCD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155"/>
              <a:ext cx="18" cy="19"/>
            </a:xfrm>
            <a:custGeom>
              <a:avLst/>
              <a:gdLst>
                <a:gd name="T0" fmla="*/ 67 w 7"/>
                <a:gd name="T1" fmla="*/ 22 h 7"/>
                <a:gd name="T2" fmla="*/ 54 w 7"/>
                <a:gd name="T3" fmla="*/ 141 h 7"/>
                <a:gd name="T4" fmla="*/ 67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0" y="0"/>
                    <a:pt x="1" y="6"/>
                    <a:pt x="3" y="7"/>
                  </a:cubicBezTo>
                  <a:cubicBezTo>
                    <a:pt x="6" y="7"/>
                    <a:pt x="7" y="1"/>
                    <a:pt x="4" y="1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7" name="Freeform 653">
              <a:extLst>
                <a:ext uri="{FF2B5EF4-FFF2-40B4-BE49-F238E27FC236}">
                  <a16:creationId xmlns:a16="http://schemas.microsoft.com/office/drawing/2014/main" id="{AE03AB66-5578-4F3F-B41E-622FDE5A1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155"/>
              <a:ext cx="18" cy="19"/>
            </a:xfrm>
            <a:custGeom>
              <a:avLst/>
              <a:gdLst>
                <a:gd name="T0" fmla="*/ 67 w 7"/>
                <a:gd name="T1" fmla="*/ 22 h 7"/>
                <a:gd name="T2" fmla="*/ 54 w 7"/>
                <a:gd name="T3" fmla="*/ 141 h 7"/>
                <a:gd name="T4" fmla="*/ 67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0" y="0"/>
                    <a:pt x="1" y="6"/>
                    <a:pt x="3" y="7"/>
                  </a:cubicBezTo>
                  <a:cubicBezTo>
                    <a:pt x="6" y="7"/>
                    <a:pt x="7" y="1"/>
                    <a:pt x="4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8" name="Freeform 654">
              <a:extLst>
                <a:ext uri="{FF2B5EF4-FFF2-40B4-BE49-F238E27FC236}">
                  <a16:creationId xmlns:a16="http://schemas.microsoft.com/office/drawing/2014/main" id="{8EC8BB1A-BB2A-430B-A765-CCFF387D3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89"/>
              <a:ext cx="17" cy="18"/>
            </a:xfrm>
            <a:custGeom>
              <a:avLst/>
              <a:gdLst>
                <a:gd name="T0" fmla="*/ 58 w 7"/>
                <a:gd name="T1" fmla="*/ 0 h 7"/>
                <a:gd name="T2" fmla="*/ 41 w 7"/>
                <a:gd name="T3" fmla="*/ 100 h 7"/>
                <a:gd name="T4" fmla="*/ 5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0" y="0"/>
                    <a:pt x="0" y="6"/>
                    <a:pt x="3" y="6"/>
                  </a:cubicBezTo>
                  <a:cubicBezTo>
                    <a:pt x="6" y="7"/>
                    <a:pt x="7" y="1"/>
                    <a:pt x="4" y="0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9" name="Freeform 655">
              <a:extLst>
                <a:ext uri="{FF2B5EF4-FFF2-40B4-BE49-F238E27FC236}">
                  <a16:creationId xmlns:a16="http://schemas.microsoft.com/office/drawing/2014/main" id="{133EE73B-F549-45AE-9E49-03E74961D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89"/>
              <a:ext cx="17" cy="18"/>
            </a:xfrm>
            <a:custGeom>
              <a:avLst/>
              <a:gdLst>
                <a:gd name="T0" fmla="*/ 58 w 7"/>
                <a:gd name="T1" fmla="*/ 0 h 7"/>
                <a:gd name="T2" fmla="*/ 41 w 7"/>
                <a:gd name="T3" fmla="*/ 100 h 7"/>
                <a:gd name="T4" fmla="*/ 5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0" y="0"/>
                    <a:pt x="0" y="6"/>
                    <a:pt x="3" y="6"/>
                  </a:cubicBezTo>
                  <a:cubicBezTo>
                    <a:pt x="6" y="7"/>
                    <a:pt x="7" y="1"/>
                    <a:pt x="4" y="0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0" name="Freeform 656">
              <a:extLst>
                <a:ext uri="{FF2B5EF4-FFF2-40B4-BE49-F238E27FC236}">
                  <a16:creationId xmlns:a16="http://schemas.microsoft.com/office/drawing/2014/main" id="{00A5345E-B17C-4B29-940F-A8FB47E2F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118"/>
              <a:ext cx="27" cy="27"/>
            </a:xfrm>
            <a:custGeom>
              <a:avLst/>
              <a:gdLst>
                <a:gd name="T0" fmla="*/ 103 w 11"/>
                <a:gd name="T1" fmla="*/ 159 h 10"/>
                <a:gd name="T2" fmla="*/ 29 w 11"/>
                <a:gd name="T3" fmla="*/ 38 h 10"/>
                <a:gd name="T4" fmla="*/ 103 w 11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8"/>
                  </a:moveTo>
                  <a:cubicBezTo>
                    <a:pt x="11" y="5"/>
                    <a:pt x="5" y="0"/>
                    <a:pt x="2" y="2"/>
                  </a:cubicBezTo>
                  <a:cubicBezTo>
                    <a:pt x="0" y="5"/>
                    <a:pt x="4" y="10"/>
                    <a:pt x="7" y="8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1" name="Freeform 657">
              <a:extLst>
                <a:ext uri="{FF2B5EF4-FFF2-40B4-BE49-F238E27FC236}">
                  <a16:creationId xmlns:a16="http://schemas.microsoft.com/office/drawing/2014/main" id="{36F8DC1A-E989-4D5A-8E7D-F20C8070F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118"/>
              <a:ext cx="27" cy="27"/>
            </a:xfrm>
            <a:custGeom>
              <a:avLst/>
              <a:gdLst>
                <a:gd name="T0" fmla="*/ 103 w 11"/>
                <a:gd name="T1" fmla="*/ 159 h 10"/>
                <a:gd name="T2" fmla="*/ 29 w 11"/>
                <a:gd name="T3" fmla="*/ 38 h 10"/>
                <a:gd name="T4" fmla="*/ 103 w 11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8"/>
                  </a:moveTo>
                  <a:cubicBezTo>
                    <a:pt x="11" y="5"/>
                    <a:pt x="5" y="0"/>
                    <a:pt x="2" y="2"/>
                  </a:cubicBezTo>
                  <a:cubicBezTo>
                    <a:pt x="0" y="5"/>
                    <a:pt x="4" y="10"/>
                    <a:pt x="7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2" name="Freeform 658">
              <a:extLst>
                <a:ext uri="{FF2B5EF4-FFF2-40B4-BE49-F238E27FC236}">
                  <a16:creationId xmlns:a16="http://schemas.microsoft.com/office/drawing/2014/main" id="{F71401B8-E345-45C4-8E92-1A116AF0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62"/>
              <a:ext cx="15" cy="19"/>
            </a:xfrm>
            <a:custGeom>
              <a:avLst/>
              <a:gdLst>
                <a:gd name="T0" fmla="*/ 50 w 6"/>
                <a:gd name="T1" fmla="*/ 0 h 7"/>
                <a:gd name="T2" fmla="*/ 50 w 6"/>
                <a:gd name="T3" fmla="*/ 117 h 7"/>
                <a:gd name="T4" fmla="*/ 5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0"/>
                    <a:pt x="0" y="6"/>
                    <a:pt x="3" y="6"/>
                  </a:cubicBezTo>
                  <a:cubicBezTo>
                    <a:pt x="5" y="7"/>
                    <a:pt x="6" y="1"/>
                    <a:pt x="3" y="0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3" name="Freeform 659">
              <a:extLst>
                <a:ext uri="{FF2B5EF4-FFF2-40B4-BE49-F238E27FC236}">
                  <a16:creationId xmlns:a16="http://schemas.microsoft.com/office/drawing/2014/main" id="{66E5142D-1A6D-4738-A36E-2F4F2B80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62"/>
              <a:ext cx="15" cy="19"/>
            </a:xfrm>
            <a:custGeom>
              <a:avLst/>
              <a:gdLst>
                <a:gd name="T0" fmla="*/ 50 w 6"/>
                <a:gd name="T1" fmla="*/ 0 h 7"/>
                <a:gd name="T2" fmla="*/ 50 w 6"/>
                <a:gd name="T3" fmla="*/ 117 h 7"/>
                <a:gd name="T4" fmla="*/ 5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0"/>
                    <a:pt x="0" y="6"/>
                    <a:pt x="3" y="6"/>
                  </a:cubicBezTo>
                  <a:cubicBezTo>
                    <a:pt x="5" y="7"/>
                    <a:pt x="6" y="1"/>
                    <a:pt x="3" y="0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4" name="Freeform 660">
              <a:extLst>
                <a:ext uri="{FF2B5EF4-FFF2-40B4-BE49-F238E27FC236}">
                  <a16:creationId xmlns:a16="http://schemas.microsoft.com/office/drawing/2014/main" id="{53D35B58-D6E7-4F05-9AE9-4BFDB880E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091"/>
              <a:ext cx="27" cy="27"/>
            </a:xfrm>
            <a:custGeom>
              <a:avLst/>
              <a:gdLst>
                <a:gd name="T0" fmla="*/ 120 w 11"/>
                <a:gd name="T1" fmla="*/ 159 h 10"/>
                <a:gd name="T2" fmla="*/ 42 w 11"/>
                <a:gd name="T3" fmla="*/ 38 h 10"/>
                <a:gd name="T4" fmla="*/ 120 w 11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8" y="8"/>
                  </a:moveTo>
                  <a:cubicBezTo>
                    <a:pt x="11" y="5"/>
                    <a:pt x="5" y="0"/>
                    <a:pt x="3" y="2"/>
                  </a:cubicBezTo>
                  <a:cubicBezTo>
                    <a:pt x="0" y="5"/>
                    <a:pt x="4" y="10"/>
                    <a:pt x="8" y="8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5" name="Freeform 661">
              <a:extLst>
                <a:ext uri="{FF2B5EF4-FFF2-40B4-BE49-F238E27FC236}">
                  <a16:creationId xmlns:a16="http://schemas.microsoft.com/office/drawing/2014/main" id="{1E4EC8FA-8842-40FD-A5FC-85757908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091"/>
              <a:ext cx="27" cy="27"/>
            </a:xfrm>
            <a:custGeom>
              <a:avLst/>
              <a:gdLst>
                <a:gd name="T0" fmla="*/ 120 w 11"/>
                <a:gd name="T1" fmla="*/ 159 h 10"/>
                <a:gd name="T2" fmla="*/ 42 w 11"/>
                <a:gd name="T3" fmla="*/ 38 h 10"/>
                <a:gd name="T4" fmla="*/ 120 w 11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8" y="8"/>
                  </a:moveTo>
                  <a:cubicBezTo>
                    <a:pt x="11" y="5"/>
                    <a:pt x="5" y="0"/>
                    <a:pt x="3" y="2"/>
                  </a:cubicBezTo>
                  <a:cubicBezTo>
                    <a:pt x="0" y="5"/>
                    <a:pt x="4" y="10"/>
                    <a:pt x="8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6" name="Freeform 662">
              <a:extLst>
                <a:ext uri="{FF2B5EF4-FFF2-40B4-BE49-F238E27FC236}">
                  <a16:creationId xmlns:a16="http://schemas.microsoft.com/office/drawing/2014/main" id="{1268E6A7-FE74-43E5-8D69-597FED96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131"/>
              <a:ext cx="23" cy="22"/>
            </a:xfrm>
            <a:custGeom>
              <a:avLst/>
              <a:gdLst>
                <a:gd name="T0" fmla="*/ 66 w 9"/>
                <a:gd name="T1" fmla="*/ 168 h 8"/>
                <a:gd name="T2" fmla="*/ 66 w 9"/>
                <a:gd name="T3" fmla="*/ 22 h 8"/>
                <a:gd name="T4" fmla="*/ 66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9" y="8"/>
                    <a:pt x="7" y="0"/>
                    <a:pt x="4" y="1"/>
                  </a:cubicBezTo>
                  <a:cubicBezTo>
                    <a:pt x="1" y="1"/>
                    <a:pt x="0" y="8"/>
                    <a:pt x="4" y="8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7" name="Freeform 663">
              <a:extLst>
                <a:ext uri="{FF2B5EF4-FFF2-40B4-BE49-F238E27FC236}">
                  <a16:creationId xmlns:a16="http://schemas.microsoft.com/office/drawing/2014/main" id="{432945B7-D752-4229-92DA-12B73837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131"/>
              <a:ext cx="23" cy="22"/>
            </a:xfrm>
            <a:custGeom>
              <a:avLst/>
              <a:gdLst>
                <a:gd name="T0" fmla="*/ 66 w 9"/>
                <a:gd name="T1" fmla="*/ 168 h 8"/>
                <a:gd name="T2" fmla="*/ 66 w 9"/>
                <a:gd name="T3" fmla="*/ 22 h 8"/>
                <a:gd name="T4" fmla="*/ 66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9" y="8"/>
                    <a:pt x="7" y="0"/>
                    <a:pt x="4" y="1"/>
                  </a:cubicBezTo>
                  <a:cubicBezTo>
                    <a:pt x="1" y="1"/>
                    <a:pt x="0" y="8"/>
                    <a:pt x="4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8" name="Freeform 664">
              <a:extLst>
                <a:ext uri="{FF2B5EF4-FFF2-40B4-BE49-F238E27FC236}">
                  <a16:creationId xmlns:a16="http://schemas.microsoft.com/office/drawing/2014/main" id="{7012D5E1-7CBB-4D6B-A8C9-D9995C89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115"/>
              <a:ext cx="23" cy="22"/>
            </a:xfrm>
            <a:custGeom>
              <a:avLst/>
              <a:gdLst>
                <a:gd name="T0" fmla="*/ 66 w 9"/>
                <a:gd name="T1" fmla="*/ 168 h 8"/>
                <a:gd name="T2" fmla="*/ 66 w 9"/>
                <a:gd name="T3" fmla="*/ 0 h 8"/>
                <a:gd name="T4" fmla="*/ 66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9" y="8"/>
                    <a:pt x="7" y="0"/>
                    <a:pt x="4" y="0"/>
                  </a:cubicBezTo>
                  <a:cubicBezTo>
                    <a:pt x="1" y="0"/>
                    <a:pt x="0" y="8"/>
                    <a:pt x="4" y="8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9" name="Freeform 665">
              <a:extLst>
                <a:ext uri="{FF2B5EF4-FFF2-40B4-BE49-F238E27FC236}">
                  <a16:creationId xmlns:a16="http://schemas.microsoft.com/office/drawing/2014/main" id="{DF0550CA-F082-4548-A413-BCBA4738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115"/>
              <a:ext cx="23" cy="22"/>
            </a:xfrm>
            <a:custGeom>
              <a:avLst/>
              <a:gdLst>
                <a:gd name="T0" fmla="*/ 66 w 9"/>
                <a:gd name="T1" fmla="*/ 168 h 8"/>
                <a:gd name="T2" fmla="*/ 66 w 9"/>
                <a:gd name="T3" fmla="*/ 0 h 8"/>
                <a:gd name="T4" fmla="*/ 66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9" y="8"/>
                    <a:pt x="7" y="0"/>
                    <a:pt x="4" y="0"/>
                  </a:cubicBezTo>
                  <a:cubicBezTo>
                    <a:pt x="1" y="0"/>
                    <a:pt x="0" y="8"/>
                    <a:pt x="4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0" name="Freeform 666">
              <a:extLst>
                <a:ext uri="{FF2B5EF4-FFF2-40B4-BE49-F238E27FC236}">
                  <a16:creationId xmlns:a16="http://schemas.microsoft.com/office/drawing/2014/main" id="{FCD5135C-EA61-451A-82A2-8FE1A7C0F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139"/>
              <a:ext cx="20" cy="24"/>
            </a:xfrm>
            <a:custGeom>
              <a:avLst/>
              <a:gdLst>
                <a:gd name="T0" fmla="*/ 125 w 8"/>
                <a:gd name="T1" fmla="*/ 93 h 9"/>
                <a:gd name="T2" fmla="*/ 0 w 8"/>
                <a:gd name="T3" fmla="*/ 77 h 9"/>
                <a:gd name="T4" fmla="*/ 125 w 8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8" y="0"/>
                    <a:pt x="0" y="1"/>
                    <a:pt x="0" y="4"/>
                  </a:cubicBezTo>
                  <a:cubicBezTo>
                    <a:pt x="0" y="7"/>
                    <a:pt x="7" y="9"/>
                    <a:pt x="8" y="5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1" name="Freeform 667">
              <a:extLst>
                <a:ext uri="{FF2B5EF4-FFF2-40B4-BE49-F238E27FC236}">
                  <a16:creationId xmlns:a16="http://schemas.microsoft.com/office/drawing/2014/main" id="{254DDAC1-2221-4D37-A647-809AE3BA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139"/>
              <a:ext cx="20" cy="24"/>
            </a:xfrm>
            <a:custGeom>
              <a:avLst/>
              <a:gdLst>
                <a:gd name="T0" fmla="*/ 125 w 8"/>
                <a:gd name="T1" fmla="*/ 93 h 9"/>
                <a:gd name="T2" fmla="*/ 0 w 8"/>
                <a:gd name="T3" fmla="*/ 77 h 9"/>
                <a:gd name="T4" fmla="*/ 125 w 8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8" y="0"/>
                    <a:pt x="0" y="1"/>
                    <a:pt x="0" y="4"/>
                  </a:cubicBezTo>
                  <a:cubicBezTo>
                    <a:pt x="0" y="7"/>
                    <a:pt x="7" y="9"/>
                    <a:pt x="8" y="5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2" name="Freeform 668">
              <a:extLst>
                <a:ext uri="{FF2B5EF4-FFF2-40B4-BE49-F238E27FC236}">
                  <a16:creationId xmlns:a16="http://schemas.microsoft.com/office/drawing/2014/main" id="{BA7652A9-1BD8-438E-A953-B55ACB393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179"/>
              <a:ext cx="17" cy="19"/>
            </a:xfrm>
            <a:custGeom>
              <a:avLst/>
              <a:gdLst>
                <a:gd name="T0" fmla="*/ 58 w 7"/>
                <a:gd name="T1" fmla="*/ 0 h 7"/>
                <a:gd name="T2" fmla="*/ 41 w 7"/>
                <a:gd name="T3" fmla="*/ 117 h 7"/>
                <a:gd name="T4" fmla="*/ 5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0" y="0"/>
                    <a:pt x="1" y="6"/>
                    <a:pt x="3" y="6"/>
                  </a:cubicBezTo>
                  <a:cubicBezTo>
                    <a:pt x="6" y="7"/>
                    <a:pt x="7" y="1"/>
                    <a:pt x="4" y="0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3" name="Freeform 669">
              <a:extLst>
                <a:ext uri="{FF2B5EF4-FFF2-40B4-BE49-F238E27FC236}">
                  <a16:creationId xmlns:a16="http://schemas.microsoft.com/office/drawing/2014/main" id="{D94E1E6D-478C-4BDB-BD7B-95A553DAB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179"/>
              <a:ext cx="17" cy="19"/>
            </a:xfrm>
            <a:custGeom>
              <a:avLst/>
              <a:gdLst>
                <a:gd name="T0" fmla="*/ 58 w 7"/>
                <a:gd name="T1" fmla="*/ 0 h 7"/>
                <a:gd name="T2" fmla="*/ 41 w 7"/>
                <a:gd name="T3" fmla="*/ 117 h 7"/>
                <a:gd name="T4" fmla="*/ 5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0" y="0"/>
                    <a:pt x="1" y="6"/>
                    <a:pt x="3" y="6"/>
                  </a:cubicBezTo>
                  <a:cubicBezTo>
                    <a:pt x="6" y="7"/>
                    <a:pt x="7" y="1"/>
                    <a:pt x="4" y="0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4" name="Freeform 670">
              <a:extLst>
                <a:ext uri="{FF2B5EF4-FFF2-40B4-BE49-F238E27FC236}">
                  <a16:creationId xmlns:a16="http://schemas.microsoft.com/office/drawing/2014/main" id="{548FA6E8-7CAC-45B9-8A2B-FAFA9995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155"/>
              <a:ext cx="22" cy="22"/>
            </a:xfrm>
            <a:custGeom>
              <a:avLst/>
              <a:gdLst>
                <a:gd name="T0" fmla="*/ 59 w 9"/>
                <a:gd name="T1" fmla="*/ 168 h 8"/>
                <a:gd name="T2" fmla="*/ 59 w 9"/>
                <a:gd name="T3" fmla="*/ 0 h 8"/>
                <a:gd name="T4" fmla="*/ 59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9" y="7"/>
                    <a:pt x="7" y="0"/>
                    <a:pt x="4" y="0"/>
                  </a:cubicBezTo>
                  <a:cubicBezTo>
                    <a:pt x="1" y="0"/>
                    <a:pt x="0" y="7"/>
                    <a:pt x="4" y="8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5" name="Freeform 671">
              <a:extLst>
                <a:ext uri="{FF2B5EF4-FFF2-40B4-BE49-F238E27FC236}">
                  <a16:creationId xmlns:a16="http://schemas.microsoft.com/office/drawing/2014/main" id="{1814E8E1-BDA9-4B4D-9D63-A4280D251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155"/>
              <a:ext cx="22" cy="22"/>
            </a:xfrm>
            <a:custGeom>
              <a:avLst/>
              <a:gdLst>
                <a:gd name="T0" fmla="*/ 59 w 9"/>
                <a:gd name="T1" fmla="*/ 168 h 8"/>
                <a:gd name="T2" fmla="*/ 59 w 9"/>
                <a:gd name="T3" fmla="*/ 0 h 8"/>
                <a:gd name="T4" fmla="*/ 59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9" y="7"/>
                    <a:pt x="7" y="0"/>
                    <a:pt x="4" y="0"/>
                  </a:cubicBezTo>
                  <a:cubicBezTo>
                    <a:pt x="1" y="0"/>
                    <a:pt x="0" y="7"/>
                    <a:pt x="4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6" name="Freeform 672">
              <a:extLst>
                <a:ext uri="{FF2B5EF4-FFF2-40B4-BE49-F238E27FC236}">
                  <a16:creationId xmlns:a16="http://schemas.microsoft.com/office/drawing/2014/main" id="{9CED1624-F9D2-46D1-9633-F448E0C39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139"/>
              <a:ext cx="22" cy="22"/>
            </a:xfrm>
            <a:custGeom>
              <a:avLst/>
              <a:gdLst>
                <a:gd name="T0" fmla="*/ 59 w 9"/>
                <a:gd name="T1" fmla="*/ 168 h 8"/>
                <a:gd name="T2" fmla="*/ 59 w 9"/>
                <a:gd name="T3" fmla="*/ 0 h 8"/>
                <a:gd name="T4" fmla="*/ 59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9" y="7"/>
                    <a:pt x="7" y="0"/>
                    <a:pt x="4" y="0"/>
                  </a:cubicBezTo>
                  <a:cubicBezTo>
                    <a:pt x="1" y="0"/>
                    <a:pt x="0" y="7"/>
                    <a:pt x="4" y="8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7" name="Freeform 673">
              <a:extLst>
                <a:ext uri="{FF2B5EF4-FFF2-40B4-BE49-F238E27FC236}">
                  <a16:creationId xmlns:a16="http://schemas.microsoft.com/office/drawing/2014/main" id="{B9F9F0FB-06CA-4320-AEF4-689EFF7F4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139"/>
              <a:ext cx="22" cy="22"/>
            </a:xfrm>
            <a:custGeom>
              <a:avLst/>
              <a:gdLst>
                <a:gd name="T0" fmla="*/ 59 w 9"/>
                <a:gd name="T1" fmla="*/ 168 h 8"/>
                <a:gd name="T2" fmla="*/ 59 w 9"/>
                <a:gd name="T3" fmla="*/ 0 h 8"/>
                <a:gd name="T4" fmla="*/ 59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8"/>
                  </a:moveTo>
                  <a:cubicBezTo>
                    <a:pt x="9" y="7"/>
                    <a:pt x="7" y="0"/>
                    <a:pt x="4" y="0"/>
                  </a:cubicBezTo>
                  <a:cubicBezTo>
                    <a:pt x="1" y="0"/>
                    <a:pt x="0" y="7"/>
                    <a:pt x="4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8" name="Freeform 674">
              <a:extLst>
                <a:ext uri="{FF2B5EF4-FFF2-40B4-BE49-F238E27FC236}">
                  <a16:creationId xmlns:a16="http://schemas.microsoft.com/office/drawing/2014/main" id="{1CD836EC-5217-477A-B38C-0344BABDF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067"/>
              <a:ext cx="28" cy="30"/>
            </a:xfrm>
            <a:custGeom>
              <a:avLst/>
              <a:gdLst>
                <a:gd name="T0" fmla="*/ 33 w 11"/>
                <a:gd name="T1" fmla="*/ 82 h 11"/>
                <a:gd name="T2" fmla="*/ 150 w 11"/>
                <a:gd name="T3" fmla="*/ 164 h 11"/>
                <a:gd name="T4" fmla="*/ 33 w 11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2" y="4"/>
                  </a:moveTo>
                  <a:cubicBezTo>
                    <a:pt x="0" y="8"/>
                    <a:pt x="7" y="11"/>
                    <a:pt x="9" y="8"/>
                  </a:cubicBezTo>
                  <a:cubicBezTo>
                    <a:pt x="11" y="5"/>
                    <a:pt x="5" y="0"/>
                    <a:pt x="2" y="4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9" name="Freeform 675">
              <a:extLst>
                <a:ext uri="{FF2B5EF4-FFF2-40B4-BE49-F238E27FC236}">
                  <a16:creationId xmlns:a16="http://schemas.microsoft.com/office/drawing/2014/main" id="{D8F0A900-D2F4-4E69-A922-CD5432C6F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067"/>
              <a:ext cx="28" cy="30"/>
            </a:xfrm>
            <a:custGeom>
              <a:avLst/>
              <a:gdLst>
                <a:gd name="T0" fmla="*/ 33 w 11"/>
                <a:gd name="T1" fmla="*/ 82 h 11"/>
                <a:gd name="T2" fmla="*/ 150 w 11"/>
                <a:gd name="T3" fmla="*/ 164 h 11"/>
                <a:gd name="T4" fmla="*/ 33 w 11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2" y="4"/>
                  </a:moveTo>
                  <a:cubicBezTo>
                    <a:pt x="0" y="8"/>
                    <a:pt x="7" y="11"/>
                    <a:pt x="9" y="8"/>
                  </a:cubicBezTo>
                  <a:cubicBezTo>
                    <a:pt x="11" y="5"/>
                    <a:pt x="5" y="0"/>
                    <a:pt x="2" y="4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0" name="Freeform 676">
              <a:extLst>
                <a:ext uri="{FF2B5EF4-FFF2-40B4-BE49-F238E27FC236}">
                  <a16:creationId xmlns:a16="http://schemas.microsoft.com/office/drawing/2014/main" id="{33F8F4D0-1717-4274-A8F2-33BCCE90E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081"/>
              <a:ext cx="28" cy="26"/>
            </a:xfrm>
            <a:custGeom>
              <a:avLst/>
              <a:gdLst>
                <a:gd name="T0" fmla="*/ 150 w 11"/>
                <a:gd name="T1" fmla="*/ 122 h 10"/>
                <a:gd name="T2" fmla="*/ 33 w 11"/>
                <a:gd name="T3" fmla="*/ 55 h 10"/>
                <a:gd name="T4" fmla="*/ 150 w 11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9" y="7"/>
                  </a:moveTo>
                  <a:cubicBezTo>
                    <a:pt x="11" y="3"/>
                    <a:pt x="4" y="0"/>
                    <a:pt x="2" y="3"/>
                  </a:cubicBezTo>
                  <a:cubicBezTo>
                    <a:pt x="0" y="6"/>
                    <a:pt x="6" y="10"/>
                    <a:pt x="9" y="7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1" name="Freeform 677">
              <a:extLst>
                <a:ext uri="{FF2B5EF4-FFF2-40B4-BE49-F238E27FC236}">
                  <a16:creationId xmlns:a16="http://schemas.microsoft.com/office/drawing/2014/main" id="{9B0A591F-B16B-40C1-B011-D75FDD13A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081"/>
              <a:ext cx="28" cy="26"/>
            </a:xfrm>
            <a:custGeom>
              <a:avLst/>
              <a:gdLst>
                <a:gd name="T0" fmla="*/ 150 w 11"/>
                <a:gd name="T1" fmla="*/ 122 h 10"/>
                <a:gd name="T2" fmla="*/ 33 w 11"/>
                <a:gd name="T3" fmla="*/ 55 h 10"/>
                <a:gd name="T4" fmla="*/ 150 w 11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9" y="7"/>
                  </a:moveTo>
                  <a:cubicBezTo>
                    <a:pt x="11" y="3"/>
                    <a:pt x="4" y="0"/>
                    <a:pt x="2" y="3"/>
                  </a:cubicBezTo>
                  <a:cubicBezTo>
                    <a:pt x="0" y="6"/>
                    <a:pt x="6" y="10"/>
                    <a:pt x="9" y="7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2" name="Freeform 678">
              <a:extLst>
                <a:ext uri="{FF2B5EF4-FFF2-40B4-BE49-F238E27FC236}">
                  <a16:creationId xmlns:a16="http://schemas.microsoft.com/office/drawing/2014/main" id="{1BB8B9A1-E6BD-404A-8C65-F699F2679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035"/>
              <a:ext cx="15" cy="19"/>
            </a:xfrm>
            <a:custGeom>
              <a:avLst/>
              <a:gdLst>
                <a:gd name="T0" fmla="*/ 95 w 6"/>
                <a:gd name="T1" fmla="*/ 60 h 7"/>
                <a:gd name="T2" fmla="*/ 0 w 6"/>
                <a:gd name="T3" fmla="*/ 60 h 7"/>
                <a:gd name="T4" fmla="*/ 95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0"/>
                    <a:pt x="0" y="1"/>
                    <a:pt x="0" y="3"/>
                  </a:cubicBezTo>
                  <a:cubicBezTo>
                    <a:pt x="0" y="6"/>
                    <a:pt x="5" y="7"/>
                    <a:pt x="6" y="3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3" name="Freeform 679">
              <a:extLst>
                <a:ext uri="{FF2B5EF4-FFF2-40B4-BE49-F238E27FC236}">
                  <a16:creationId xmlns:a16="http://schemas.microsoft.com/office/drawing/2014/main" id="{EEF537BA-5A04-4113-B785-274F267AA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035"/>
              <a:ext cx="15" cy="19"/>
            </a:xfrm>
            <a:custGeom>
              <a:avLst/>
              <a:gdLst>
                <a:gd name="T0" fmla="*/ 95 w 6"/>
                <a:gd name="T1" fmla="*/ 60 h 7"/>
                <a:gd name="T2" fmla="*/ 0 w 6"/>
                <a:gd name="T3" fmla="*/ 60 h 7"/>
                <a:gd name="T4" fmla="*/ 95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0"/>
                    <a:pt x="0" y="1"/>
                    <a:pt x="0" y="3"/>
                  </a:cubicBezTo>
                  <a:cubicBezTo>
                    <a:pt x="0" y="6"/>
                    <a:pt x="5" y="7"/>
                    <a:pt x="6" y="3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4" name="Freeform 680">
              <a:extLst>
                <a:ext uri="{FF2B5EF4-FFF2-40B4-BE49-F238E27FC236}">
                  <a16:creationId xmlns:a16="http://schemas.microsoft.com/office/drawing/2014/main" id="{17BF0D5E-E3E9-4FE9-B996-AB47284D7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667"/>
              <a:ext cx="17" cy="22"/>
            </a:xfrm>
            <a:custGeom>
              <a:avLst/>
              <a:gdLst>
                <a:gd name="T0" fmla="*/ 70 w 7"/>
                <a:gd name="T1" fmla="*/ 22 h 8"/>
                <a:gd name="T2" fmla="*/ 29 w 7"/>
                <a:gd name="T3" fmla="*/ 143 h 8"/>
                <a:gd name="T4" fmla="*/ 70 w 7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1" y="0"/>
                    <a:pt x="0" y="5"/>
                    <a:pt x="2" y="7"/>
                  </a:cubicBezTo>
                  <a:cubicBezTo>
                    <a:pt x="5" y="8"/>
                    <a:pt x="7" y="3"/>
                    <a:pt x="5" y="1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5" name="Freeform 681">
              <a:extLst>
                <a:ext uri="{FF2B5EF4-FFF2-40B4-BE49-F238E27FC236}">
                  <a16:creationId xmlns:a16="http://schemas.microsoft.com/office/drawing/2014/main" id="{AE82D9B3-E6E1-4B61-875C-2F3B7210B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667"/>
              <a:ext cx="17" cy="22"/>
            </a:xfrm>
            <a:custGeom>
              <a:avLst/>
              <a:gdLst>
                <a:gd name="T0" fmla="*/ 70 w 7"/>
                <a:gd name="T1" fmla="*/ 22 h 8"/>
                <a:gd name="T2" fmla="*/ 29 w 7"/>
                <a:gd name="T3" fmla="*/ 143 h 8"/>
                <a:gd name="T4" fmla="*/ 70 w 7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1" y="0"/>
                    <a:pt x="0" y="5"/>
                    <a:pt x="2" y="7"/>
                  </a:cubicBezTo>
                  <a:cubicBezTo>
                    <a:pt x="5" y="8"/>
                    <a:pt x="7" y="3"/>
                    <a:pt x="5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6" name="Freeform 682">
              <a:extLst>
                <a:ext uri="{FF2B5EF4-FFF2-40B4-BE49-F238E27FC236}">
                  <a16:creationId xmlns:a16="http://schemas.microsoft.com/office/drawing/2014/main" id="{922B28CB-896C-454A-A6D9-BED16FD8C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886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50 w 8"/>
                <a:gd name="T3" fmla="*/ 123 h 8"/>
                <a:gd name="T4" fmla="*/ 8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2" y="0"/>
                    <a:pt x="0" y="6"/>
                    <a:pt x="3" y="7"/>
                  </a:cubicBezTo>
                  <a:cubicBezTo>
                    <a:pt x="5" y="8"/>
                    <a:pt x="8" y="3"/>
                    <a:pt x="5" y="1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7" name="Freeform 683">
              <a:extLst>
                <a:ext uri="{FF2B5EF4-FFF2-40B4-BE49-F238E27FC236}">
                  <a16:creationId xmlns:a16="http://schemas.microsoft.com/office/drawing/2014/main" id="{59FF100A-735E-451B-B012-0EBDC1F4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886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50 w 8"/>
                <a:gd name="T3" fmla="*/ 123 h 8"/>
                <a:gd name="T4" fmla="*/ 8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2" y="0"/>
                    <a:pt x="0" y="6"/>
                    <a:pt x="3" y="7"/>
                  </a:cubicBezTo>
                  <a:cubicBezTo>
                    <a:pt x="5" y="8"/>
                    <a:pt x="8" y="3"/>
                    <a:pt x="5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8" name="Freeform 684">
              <a:extLst>
                <a:ext uri="{FF2B5EF4-FFF2-40B4-BE49-F238E27FC236}">
                  <a16:creationId xmlns:a16="http://schemas.microsoft.com/office/drawing/2014/main" id="{C9695D8C-3D74-4195-92E9-F75C03527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862"/>
              <a:ext cx="25" cy="27"/>
            </a:xfrm>
            <a:custGeom>
              <a:avLst/>
              <a:gdLst>
                <a:gd name="T0" fmla="*/ 95 w 10"/>
                <a:gd name="T1" fmla="*/ 22 h 10"/>
                <a:gd name="T2" fmla="*/ 50 w 10"/>
                <a:gd name="T3" fmla="*/ 176 h 10"/>
                <a:gd name="T4" fmla="*/ 95 w 10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"/>
                  </a:moveTo>
                  <a:cubicBezTo>
                    <a:pt x="2" y="0"/>
                    <a:pt x="0" y="7"/>
                    <a:pt x="3" y="9"/>
                  </a:cubicBezTo>
                  <a:cubicBezTo>
                    <a:pt x="6" y="10"/>
                    <a:pt x="10" y="3"/>
                    <a:pt x="6" y="1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9" name="Freeform 685">
              <a:extLst>
                <a:ext uri="{FF2B5EF4-FFF2-40B4-BE49-F238E27FC236}">
                  <a16:creationId xmlns:a16="http://schemas.microsoft.com/office/drawing/2014/main" id="{CF1A75AC-2F41-4099-8E57-2F3779EF5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862"/>
              <a:ext cx="25" cy="27"/>
            </a:xfrm>
            <a:custGeom>
              <a:avLst/>
              <a:gdLst>
                <a:gd name="T0" fmla="*/ 95 w 10"/>
                <a:gd name="T1" fmla="*/ 22 h 10"/>
                <a:gd name="T2" fmla="*/ 50 w 10"/>
                <a:gd name="T3" fmla="*/ 176 h 10"/>
                <a:gd name="T4" fmla="*/ 95 w 10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"/>
                  </a:moveTo>
                  <a:cubicBezTo>
                    <a:pt x="2" y="0"/>
                    <a:pt x="0" y="7"/>
                    <a:pt x="3" y="9"/>
                  </a:cubicBezTo>
                  <a:cubicBezTo>
                    <a:pt x="6" y="10"/>
                    <a:pt x="10" y="3"/>
                    <a:pt x="6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0" name="Freeform 686">
              <a:extLst>
                <a:ext uri="{FF2B5EF4-FFF2-40B4-BE49-F238E27FC236}">
                  <a16:creationId xmlns:a16="http://schemas.microsoft.com/office/drawing/2014/main" id="{A207F921-66E8-4959-A28B-853DC2B6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870"/>
              <a:ext cx="22" cy="24"/>
            </a:xfrm>
            <a:custGeom>
              <a:avLst/>
              <a:gdLst>
                <a:gd name="T0" fmla="*/ 103 w 9"/>
                <a:gd name="T1" fmla="*/ 93 h 9"/>
                <a:gd name="T2" fmla="*/ 12 w 9"/>
                <a:gd name="T3" fmla="*/ 56 h 9"/>
                <a:gd name="T4" fmla="*/ 103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7" y="5"/>
                  </a:moveTo>
                  <a:cubicBezTo>
                    <a:pt x="9" y="1"/>
                    <a:pt x="2" y="0"/>
                    <a:pt x="1" y="3"/>
                  </a:cubicBezTo>
                  <a:cubicBezTo>
                    <a:pt x="0" y="6"/>
                    <a:pt x="6" y="9"/>
                    <a:pt x="7" y="5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1" name="Freeform 687">
              <a:extLst>
                <a:ext uri="{FF2B5EF4-FFF2-40B4-BE49-F238E27FC236}">
                  <a16:creationId xmlns:a16="http://schemas.microsoft.com/office/drawing/2014/main" id="{8C734D6E-E46E-481D-8327-E2BD49F9D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870"/>
              <a:ext cx="22" cy="24"/>
            </a:xfrm>
            <a:custGeom>
              <a:avLst/>
              <a:gdLst>
                <a:gd name="T0" fmla="*/ 103 w 9"/>
                <a:gd name="T1" fmla="*/ 93 h 9"/>
                <a:gd name="T2" fmla="*/ 12 w 9"/>
                <a:gd name="T3" fmla="*/ 56 h 9"/>
                <a:gd name="T4" fmla="*/ 103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7" y="5"/>
                  </a:moveTo>
                  <a:cubicBezTo>
                    <a:pt x="9" y="1"/>
                    <a:pt x="2" y="0"/>
                    <a:pt x="1" y="3"/>
                  </a:cubicBezTo>
                  <a:cubicBezTo>
                    <a:pt x="0" y="6"/>
                    <a:pt x="6" y="9"/>
                    <a:pt x="7" y="5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2" name="Freeform 688">
              <a:extLst>
                <a:ext uri="{FF2B5EF4-FFF2-40B4-BE49-F238E27FC236}">
                  <a16:creationId xmlns:a16="http://schemas.microsoft.com/office/drawing/2014/main" id="{16987588-5603-40F4-98FB-432FFDD8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841"/>
              <a:ext cx="25" cy="29"/>
            </a:xfrm>
            <a:custGeom>
              <a:avLst/>
              <a:gdLst>
                <a:gd name="T0" fmla="*/ 113 w 10"/>
                <a:gd name="T1" fmla="*/ 34 h 11"/>
                <a:gd name="T2" fmla="*/ 50 w 10"/>
                <a:gd name="T3" fmla="*/ 182 h 11"/>
                <a:gd name="T4" fmla="*/ 113 w 10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7" y="2"/>
                  </a:moveTo>
                  <a:cubicBezTo>
                    <a:pt x="2" y="0"/>
                    <a:pt x="0" y="8"/>
                    <a:pt x="3" y="10"/>
                  </a:cubicBezTo>
                  <a:cubicBezTo>
                    <a:pt x="7" y="11"/>
                    <a:pt x="10" y="4"/>
                    <a:pt x="7" y="2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3" name="Freeform 689">
              <a:extLst>
                <a:ext uri="{FF2B5EF4-FFF2-40B4-BE49-F238E27FC236}">
                  <a16:creationId xmlns:a16="http://schemas.microsoft.com/office/drawing/2014/main" id="{74D3C339-D806-4604-944A-1B7A698B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841"/>
              <a:ext cx="25" cy="29"/>
            </a:xfrm>
            <a:custGeom>
              <a:avLst/>
              <a:gdLst>
                <a:gd name="T0" fmla="*/ 113 w 10"/>
                <a:gd name="T1" fmla="*/ 34 h 11"/>
                <a:gd name="T2" fmla="*/ 50 w 10"/>
                <a:gd name="T3" fmla="*/ 182 h 11"/>
                <a:gd name="T4" fmla="*/ 113 w 10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7" y="2"/>
                  </a:moveTo>
                  <a:cubicBezTo>
                    <a:pt x="2" y="0"/>
                    <a:pt x="0" y="8"/>
                    <a:pt x="3" y="10"/>
                  </a:cubicBezTo>
                  <a:cubicBezTo>
                    <a:pt x="7" y="11"/>
                    <a:pt x="10" y="4"/>
                    <a:pt x="7" y="2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4" name="Freeform 690">
              <a:extLst>
                <a:ext uri="{FF2B5EF4-FFF2-40B4-BE49-F238E27FC236}">
                  <a16:creationId xmlns:a16="http://schemas.microsoft.com/office/drawing/2014/main" id="{E84928BD-5CAE-4FDB-B182-20143413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83"/>
              <a:ext cx="23" cy="24"/>
            </a:xfrm>
            <a:custGeom>
              <a:avLst/>
              <a:gdLst>
                <a:gd name="T0" fmla="*/ 130 w 9"/>
                <a:gd name="T1" fmla="*/ 115 h 9"/>
                <a:gd name="T2" fmla="*/ 20 w 9"/>
                <a:gd name="T3" fmla="*/ 56 h 9"/>
                <a:gd name="T4" fmla="*/ 130 w 9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8" y="6"/>
                  </a:moveTo>
                  <a:cubicBezTo>
                    <a:pt x="9" y="2"/>
                    <a:pt x="3" y="0"/>
                    <a:pt x="1" y="3"/>
                  </a:cubicBezTo>
                  <a:cubicBezTo>
                    <a:pt x="0" y="6"/>
                    <a:pt x="6" y="9"/>
                    <a:pt x="8" y="6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5" name="Freeform 691">
              <a:extLst>
                <a:ext uri="{FF2B5EF4-FFF2-40B4-BE49-F238E27FC236}">
                  <a16:creationId xmlns:a16="http://schemas.microsoft.com/office/drawing/2014/main" id="{D401CD7D-101E-48D8-B6CC-530577747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83"/>
              <a:ext cx="23" cy="24"/>
            </a:xfrm>
            <a:custGeom>
              <a:avLst/>
              <a:gdLst>
                <a:gd name="T0" fmla="*/ 130 w 9"/>
                <a:gd name="T1" fmla="*/ 115 h 9"/>
                <a:gd name="T2" fmla="*/ 20 w 9"/>
                <a:gd name="T3" fmla="*/ 56 h 9"/>
                <a:gd name="T4" fmla="*/ 130 w 9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8" y="6"/>
                  </a:moveTo>
                  <a:cubicBezTo>
                    <a:pt x="9" y="2"/>
                    <a:pt x="3" y="0"/>
                    <a:pt x="1" y="3"/>
                  </a:cubicBezTo>
                  <a:cubicBezTo>
                    <a:pt x="0" y="6"/>
                    <a:pt x="6" y="9"/>
                    <a:pt x="8" y="6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6" name="Freeform 692">
              <a:extLst>
                <a:ext uri="{FF2B5EF4-FFF2-40B4-BE49-F238E27FC236}">
                  <a16:creationId xmlns:a16="http://schemas.microsoft.com/office/drawing/2014/main" id="{7A276478-745B-4E10-B8CC-A86569BD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809"/>
              <a:ext cx="28" cy="32"/>
            </a:xfrm>
            <a:custGeom>
              <a:avLst/>
              <a:gdLst>
                <a:gd name="T0" fmla="*/ 150 w 11"/>
                <a:gd name="T1" fmla="*/ 77 h 12"/>
                <a:gd name="T2" fmla="*/ 51 w 11"/>
                <a:gd name="T3" fmla="*/ 192 h 12"/>
                <a:gd name="T4" fmla="*/ 150 w 11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9" y="4"/>
                  </a:moveTo>
                  <a:cubicBezTo>
                    <a:pt x="5" y="0"/>
                    <a:pt x="0" y="7"/>
                    <a:pt x="3" y="10"/>
                  </a:cubicBezTo>
                  <a:cubicBezTo>
                    <a:pt x="6" y="12"/>
                    <a:pt x="11" y="7"/>
                    <a:pt x="9" y="4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7" name="Freeform 693">
              <a:extLst>
                <a:ext uri="{FF2B5EF4-FFF2-40B4-BE49-F238E27FC236}">
                  <a16:creationId xmlns:a16="http://schemas.microsoft.com/office/drawing/2014/main" id="{33BDD881-A715-4337-881B-8D6AD084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809"/>
              <a:ext cx="28" cy="32"/>
            </a:xfrm>
            <a:custGeom>
              <a:avLst/>
              <a:gdLst>
                <a:gd name="T0" fmla="*/ 150 w 11"/>
                <a:gd name="T1" fmla="*/ 77 h 12"/>
                <a:gd name="T2" fmla="*/ 51 w 11"/>
                <a:gd name="T3" fmla="*/ 192 h 12"/>
                <a:gd name="T4" fmla="*/ 150 w 11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9" y="4"/>
                  </a:moveTo>
                  <a:cubicBezTo>
                    <a:pt x="5" y="0"/>
                    <a:pt x="0" y="7"/>
                    <a:pt x="3" y="10"/>
                  </a:cubicBezTo>
                  <a:cubicBezTo>
                    <a:pt x="6" y="12"/>
                    <a:pt x="11" y="7"/>
                    <a:pt x="9" y="4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8" name="Freeform 694">
              <a:extLst>
                <a:ext uri="{FF2B5EF4-FFF2-40B4-BE49-F238E27FC236}">
                  <a16:creationId xmlns:a16="http://schemas.microsoft.com/office/drawing/2014/main" id="{C9B22252-906D-41B9-81BE-65DCCCB5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905"/>
              <a:ext cx="17" cy="18"/>
            </a:xfrm>
            <a:custGeom>
              <a:avLst/>
              <a:gdLst>
                <a:gd name="T0" fmla="*/ 58 w 7"/>
                <a:gd name="T1" fmla="*/ 21 h 7"/>
                <a:gd name="T2" fmla="*/ 29 w 7"/>
                <a:gd name="T3" fmla="*/ 100 h 7"/>
                <a:gd name="T4" fmla="*/ 58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7"/>
                    <a:pt x="7" y="3"/>
                    <a:pt x="4" y="1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9" name="Freeform 695">
              <a:extLst>
                <a:ext uri="{FF2B5EF4-FFF2-40B4-BE49-F238E27FC236}">
                  <a16:creationId xmlns:a16="http://schemas.microsoft.com/office/drawing/2014/main" id="{AB37FA1C-16DF-498E-B3C0-F461B30A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905"/>
              <a:ext cx="17" cy="18"/>
            </a:xfrm>
            <a:custGeom>
              <a:avLst/>
              <a:gdLst>
                <a:gd name="T0" fmla="*/ 58 w 7"/>
                <a:gd name="T1" fmla="*/ 21 h 7"/>
                <a:gd name="T2" fmla="*/ 29 w 7"/>
                <a:gd name="T3" fmla="*/ 100 h 7"/>
                <a:gd name="T4" fmla="*/ 58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7"/>
                    <a:pt x="7" y="3"/>
                    <a:pt x="4" y="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0" name="Freeform 696">
              <a:extLst>
                <a:ext uri="{FF2B5EF4-FFF2-40B4-BE49-F238E27FC236}">
                  <a16:creationId xmlns:a16="http://schemas.microsoft.com/office/drawing/2014/main" id="{7943DE12-B354-45E4-B9D1-646656D72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31"/>
              <a:ext cx="28" cy="35"/>
            </a:xfrm>
            <a:custGeom>
              <a:avLst/>
              <a:gdLst>
                <a:gd name="T0" fmla="*/ 163 w 11"/>
                <a:gd name="T1" fmla="*/ 94 h 13"/>
                <a:gd name="T2" fmla="*/ 33 w 11"/>
                <a:gd name="T3" fmla="*/ 175 h 13"/>
                <a:gd name="T4" fmla="*/ 163 w 11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0" y="5"/>
                  </a:moveTo>
                  <a:cubicBezTo>
                    <a:pt x="7" y="0"/>
                    <a:pt x="0" y="5"/>
                    <a:pt x="2" y="9"/>
                  </a:cubicBezTo>
                  <a:cubicBezTo>
                    <a:pt x="3" y="13"/>
                    <a:pt x="11" y="10"/>
                    <a:pt x="10" y="5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1" name="Freeform 697">
              <a:extLst>
                <a:ext uri="{FF2B5EF4-FFF2-40B4-BE49-F238E27FC236}">
                  <a16:creationId xmlns:a16="http://schemas.microsoft.com/office/drawing/2014/main" id="{B801FD3F-9E54-4EF6-8498-AF21C989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31"/>
              <a:ext cx="28" cy="35"/>
            </a:xfrm>
            <a:custGeom>
              <a:avLst/>
              <a:gdLst>
                <a:gd name="T0" fmla="*/ 163 w 11"/>
                <a:gd name="T1" fmla="*/ 94 h 13"/>
                <a:gd name="T2" fmla="*/ 33 w 11"/>
                <a:gd name="T3" fmla="*/ 175 h 13"/>
                <a:gd name="T4" fmla="*/ 163 w 11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0" y="5"/>
                  </a:moveTo>
                  <a:cubicBezTo>
                    <a:pt x="7" y="0"/>
                    <a:pt x="0" y="5"/>
                    <a:pt x="2" y="9"/>
                  </a:cubicBezTo>
                  <a:cubicBezTo>
                    <a:pt x="3" y="13"/>
                    <a:pt x="11" y="10"/>
                    <a:pt x="10" y="5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2" name="Freeform 698">
              <a:extLst>
                <a:ext uri="{FF2B5EF4-FFF2-40B4-BE49-F238E27FC236}">
                  <a16:creationId xmlns:a16="http://schemas.microsoft.com/office/drawing/2014/main" id="{7E952C10-70F4-4E85-9B4F-D2AB645B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971"/>
              <a:ext cx="27" cy="27"/>
            </a:xfrm>
            <a:custGeom>
              <a:avLst/>
              <a:gdLst>
                <a:gd name="T0" fmla="*/ 103 w 11"/>
                <a:gd name="T1" fmla="*/ 176 h 10"/>
                <a:gd name="T2" fmla="*/ 61 w 11"/>
                <a:gd name="T3" fmla="*/ 38 h 10"/>
                <a:gd name="T4" fmla="*/ 103 w 11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9"/>
                  </a:moveTo>
                  <a:cubicBezTo>
                    <a:pt x="11" y="7"/>
                    <a:pt x="7" y="0"/>
                    <a:pt x="4" y="2"/>
                  </a:cubicBezTo>
                  <a:cubicBezTo>
                    <a:pt x="0" y="3"/>
                    <a:pt x="3" y="10"/>
                    <a:pt x="7" y="9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3" name="Freeform 699">
              <a:extLst>
                <a:ext uri="{FF2B5EF4-FFF2-40B4-BE49-F238E27FC236}">
                  <a16:creationId xmlns:a16="http://schemas.microsoft.com/office/drawing/2014/main" id="{80189D18-3068-4386-9198-4AA3DFEA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971"/>
              <a:ext cx="27" cy="27"/>
            </a:xfrm>
            <a:custGeom>
              <a:avLst/>
              <a:gdLst>
                <a:gd name="T0" fmla="*/ 103 w 11"/>
                <a:gd name="T1" fmla="*/ 176 h 10"/>
                <a:gd name="T2" fmla="*/ 61 w 11"/>
                <a:gd name="T3" fmla="*/ 38 h 10"/>
                <a:gd name="T4" fmla="*/ 103 w 11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9"/>
                  </a:moveTo>
                  <a:cubicBezTo>
                    <a:pt x="11" y="7"/>
                    <a:pt x="7" y="0"/>
                    <a:pt x="4" y="2"/>
                  </a:cubicBezTo>
                  <a:cubicBezTo>
                    <a:pt x="0" y="3"/>
                    <a:pt x="3" y="10"/>
                    <a:pt x="7" y="9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4" name="Freeform 700">
              <a:extLst>
                <a:ext uri="{FF2B5EF4-FFF2-40B4-BE49-F238E27FC236}">
                  <a16:creationId xmlns:a16="http://schemas.microsoft.com/office/drawing/2014/main" id="{1E363F64-A634-4143-B6AA-B2B1A9267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006"/>
              <a:ext cx="25" cy="29"/>
            </a:xfrm>
            <a:custGeom>
              <a:avLst/>
              <a:gdLst>
                <a:gd name="T0" fmla="*/ 145 w 10"/>
                <a:gd name="T1" fmla="*/ 76 h 11"/>
                <a:gd name="T2" fmla="*/ 20 w 10"/>
                <a:gd name="T3" fmla="*/ 124 h 11"/>
                <a:gd name="T4" fmla="*/ 145 w 10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6" y="0"/>
                    <a:pt x="0" y="4"/>
                    <a:pt x="1" y="7"/>
                  </a:cubicBezTo>
                  <a:cubicBezTo>
                    <a:pt x="3" y="11"/>
                    <a:pt x="10" y="8"/>
                    <a:pt x="9" y="4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5" name="Freeform 701">
              <a:extLst>
                <a:ext uri="{FF2B5EF4-FFF2-40B4-BE49-F238E27FC236}">
                  <a16:creationId xmlns:a16="http://schemas.microsoft.com/office/drawing/2014/main" id="{586864F0-5F10-4C0D-8BE4-96894DFA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006"/>
              <a:ext cx="25" cy="29"/>
            </a:xfrm>
            <a:custGeom>
              <a:avLst/>
              <a:gdLst>
                <a:gd name="T0" fmla="*/ 145 w 10"/>
                <a:gd name="T1" fmla="*/ 76 h 11"/>
                <a:gd name="T2" fmla="*/ 20 w 10"/>
                <a:gd name="T3" fmla="*/ 124 h 11"/>
                <a:gd name="T4" fmla="*/ 145 w 10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6" y="0"/>
                    <a:pt x="0" y="4"/>
                    <a:pt x="1" y="7"/>
                  </a:cubicBezTo>
                  <a:cubicBezTo>
                    <a:pt x="3" y="11"/>
                    <a:pt x="10" y="8"/>
                    <a:pt x="9" y="4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6" name="Freeform 702">
              <a:extLst>
                <a:ext uri="{FF2B5EF4-FFF2-40B4-BE49-F238E27FC236}">
                  <a16:creationId xmlns:a16="http://schemas.microsoft.com/office/drawing/2014/main" id="{21C96C14-B57F-4C42-A0F2-C27654538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71"/>
              <a:ext cx="23" cy="24"/>
            </a:xfrm>
            <a:custGeom>
              <a:avLst/>
              <a:gdLst>
                <a:gd name="T0" fmla="*/ 84 w 9"/>
                <a:gd name="T1" fmla="*/ 149 h 9"/>
                <a:gd name="T2" fmla="*/ 33 w 9"/>
                <a:gd name="T3" fmla="*/ 21 h 9"/>
                <a:gd name="T4" fmla="*/ 84 w 9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8"/>
                  </a:moveTo>
                  <a:cubicBezTo>
                    <a:pt x="9" y="6"/>
                    <a:pt x="5" y="0"/>
                    <a:pt x="2" y="1"/>
                  </a:cubicBezTo>
                  <a:cubicBezTo>
                    <a:pt x="0" y="3"/>
                    <a:pt x="2" y="9"/>
                    <a:pt x="5" y="8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7" name="Freeform 703">
              <a:extLst>
                <a:ext uri="{FF2B5EF4-FFF2-40B4-BE49-F238E27FC236}">
                  <a16:creationId xmlns:a16="http://schemas.microsoft.com/office/drawing/2014/main" id="{F088098F-0F36-4909-86E6-69C188230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71"/>
              <a:ext cx="23" cy="24"/>
            </a:xfrm>
            <a:custGeom>
              <a:avLst/>
              <a:gdLst>
                <a:gd name="T0" fmla="*/ 84 w 9"/>
                <a:gd name="T1" fmla="*/ 149 h 9"/>
                <a:gd name="T2" fmla="*/ 33 w 9"/>
                <a:gd name="T3" fmla="*/ 21 h 9"/>
                <a:gd name="T4" fmla="*/ 84 w 9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8"/>
                  </a:moveTo>
                  <a:cubicBezTo>
                    <a:pt x="9" y="6"/>
                    <a:pt x="5" y="0"/>
                    <a:pt x="2" y="1"/>
                  </a:cubicBezTo>
                  <a:cubicBezTo>
                    <a:pt x="0" y="3"/>
                    <a:pt x="2" y="9"/>
                    <a:pt x="5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8" name="Freeform 704">
              <a:extLst>
                <a:ext uri="{FF2B5EF4-FFF2-40B4-BE49-F238E27FC236}">
                  <a16:creationId xmlns:a16="http://schemas.microsoft.com/office/drawing/2014/main" id="{DB248A2C-25CF-407C-813D-CC5F038AD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921"/>
              <a:ext cx="22" cy="24"/>
            </a:xfrm>
            <a:custGeom>
              <a:avLst/>
              <a:gdLst>
                <a:gd name="T0" fmla="*/ 132 w 9"/>
                <a:gd name="T1" fmla="*/ 93 h 9"/>
                <a:gd name="T2" fmla="*/ 12 w 9"/>
                <a:gd name="T3" fmla="*/ 93 h 9"/>
                <a:gd name="T4" fmla="*/ 132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5"/>
                  </a:moveTo>
                  <a:cubicBezTo>
                    <a:pt x="8" y="0"/>
                    <a:pt x="0" y="2"/>
                    <a:pt x="1" y="5"/>
                  </a:cubicBezTo>
                  <a:cubicBezTo>
                    <a:pt x="1" y="9"/>
                    <a:pt x="9" y="9"/>
                    <a:pt x="9" y="5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9" name="Freeform 705">
              <a:extLst>
                <a:ext uri="{FF2B5EF4-FFF2-40B4-BE49-F238E27FC236}">
                  <a16:creationId xmlns:a16="http://schemas.microsoft.com/office/drawing/2014/main" id="{74296795-01A2-4F63-B72A-552D60E8C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921"/>
              <a:ext cx="22" cy="24"/>
            </a:xfrm>
            <a:custGeom>
              <a:avLst/>
              <a:gdLst>
                <a:gd name="T0" fmla="*/ 132 w 9"/>
                <a:gd name="T1" fmla="*/ 93 h 9"/>
                <a:gd name="T2" fmla="*/ 12 w 9"/>
                <a:gd name="T3" fmla="*/ 93 h 9"/>
                <a:gd name="T4" fmla="*/ 132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5"/>
                  </a:moveTo>
                  <a:cubicBezTo>
                    <a:pt x="8" y="0"/>
                    <a:pt x="0" y="2"/>
                    <a:pt x="1" y="5"/>
                  </a:cubicBezTo>
                  <a:cubicBezTo>
                    <a:pt x="1" y="9"/>
                    <a:pt x="9" y="9"/>
                    <a:pt x="9" y="5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0" name="Freeform 706">
              <a:extLst>
                <a:ext uri="{FF2B5EF4-FFF2-40B4-BE49-F238E27FC236}">
                  <a16:creationId xmlns:a16="http://schemas.microsoft.com/office/drawing/2014/main" id="{AC24F20A-FEC8-40BE-81D4-406BCD70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006"/>
              <a:ext cx="15" cy="21"/>
            </a:xfrm>
            <a:custGeom>
              <a:avLst/>
              <a:gdLst>
                <a:gd name="T0" fmla="*/ 83 w 6"/>
                <a:gd name="T1" fmla="*/ 55 h 8"/>
                <a:gd name="T2" fmla="*/ 0 w 6"/>
                <a:gd name="T3" fmla="*/ 110 h 8"/>
                <a:gd name="T4" fmla="*/ 83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4" y="0"/>
                    <a:pt x="0" y="3"/>
                    <a:pt x="0" y="6"/>
                  </a:cubicBezTo>
                  <a:cubicBezTo>
                    <a:pt x="1" y="8"/>
                    <a:pt x="6" y="6"/>
                    <a:pt x="5" y="3"/>
                  </a:cubicBezTo>
                  <a:close/>
                </a:path>
              </a:pathLst>
            </a:custGeom>
            <a:solidFill>
              <a:srgbClr val="FFF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1" name="Freeform 707">
              <a:extLst>
                <a:ext uri="{FF2B5EF4-FFF2-40B4-BE49-F238E27FC236}">
                  <a16:creationId xmlns:a16="http://schemas.microsoft.com/office/drawing/2014/main" id="{24A5125E-E2EB-448A-A49F-D40692AE9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006"/>
              <a:ext cx="15" cy="21"/>
            </a:xfrm>
            <a:custGeom>
              <a:avLst/>
              <a:gdLst>
                <a:gd name="T0" fmla="*/ 83 w 6"/>
                <a:gd name="T1" fmla="*/ 55 h 8"/>
                <a:gd name="T2" fmla="*/ 0 w 6"/>
                <a:gd name="T3" fmla="*/ 110 h 8"/>
                <a:gd name="T4" fmla="*/ 83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4" y="0"/>
                    <a:pt x="0" y="3"/>
                    <a:pt x="0" y="6"/>
                  </a:cubicBezTo>
                  <a:cubicBezTo>
                    <a:pt x="1" y="8"/>
                    <a:pt x="6" y="6"/>
                    <a:pt x="5" y="3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2" name="Freeform 708">
              <a:extLst>
                <a:ext uri="{FF2B5EF4-FFF2-40B4-BE49-F238E27FC236}">
                  <a16:creationId xmlns:a16="http://schemas.microsoft.com/office/drawing/2014/main" id="{10CDCAF8-6E7A-4A0B-852F-6D9DD997C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761"/>
              <a:ext cx="20" cy="18"/>
            </a:xfrm>
            <a:custGeom>
              <a:avLst/>
              <a:gdLst>
                <a:gd name="T0" fmla="*/ 63 w 8"/>
                <a:gd name="T1" fmla="*/ 0 h 7"/>
                <a:gd name="T2" fmla="*/ 95 w 8"/>
                <a:gd name="T3" fmla="*/ 100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1"/>
                    <a:pt x="3" y="7"/>
                    <a:pt x="6" y="6"/>
                  </a:cubicBezTo>
                  <a:cubicBezTo>
                    <a:pt x="8" y="6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FFE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3" name="Freeform 709">
              <a:extLst>
                <a:ext uri="{FF2B5EF4-FFF2-40B4-BE49-F238E27FC236}">
                  <a16:creationId xmlns:a16="http://schemas.microsoft.com/office/drawing/2014/main" id="{59729A1C-C324-4007-92A1-2BDC8B5F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761"/>
              <a:ext cx="20" cy="18"/>
            </a:xfrm>
            <a:custGeom>
              <a:avLst/>
              <a:gdLst>
                <a:gd name="T0" fmla="*/ 63 w 8"/>
                <a:gd name="T1" fmla="*/ 0 h 7"/>
                <a:gd name="T2" fmla="*/ 95 w 8"/>
                <a:gd name="T3" fmla="*/ 100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1"/>
                    <a:pt x="3" y="7"/>
                    <a:pt x="6" y="6"/>
                  </a:cubicBezTo>
                  <a:cubicBezTo>
                    <a:pt x="8" y="6"/>
                    <a:pt x="7" y="0"/>
                    <a:pt x="4" y="0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French-fries-in-red-container">
            <a:extLst>
              <a:ext uri="{FF2B5EF4-FFF2-40B4-BE49-F238E27FC236}">
                <a16:creationId xmlns:a16="http://schemas.microsoft.com/office/drawing/2014/main" id="{49BF03DF-8CF7-432C-A3A0-8053DC9D0590}"/>
              </a:ext>
            </a:extLst>
          </p:cNvPr>
          <p:cNvGrpSpPr>
            <a:grpSpLocks/>
          </p:cNvGrpSpPr>
          <p:nvPr/>
        </p:nvGrpSpPr>
        <p:grpSpPr bwMode="auto">
          <a:xfrm>
            <a:off x="2925763" y="1398588"/>
            <a:ext cx="1492250" cy="2341562"/>
            <a:chOff x="433" y="1002"/>
            <a:chExt cx="841" cy="1320"/>
          </a:xfrm>
        </p:grpSpPr>
        <p:grpSp>
          <p:nvGrpSpPr>
            <p:cNvPr id="33798" name="Group 711">
              <a:extLst>
                <a:ext uri="{FF2B5EF4-FFF2-40B4-BE49-F238E27FC236}">
                  <a16:creationId xmlns:a16="http://schemas.microsoft.com/office/drawing/2014/main" id="{83BD6380-F96D-402E-B663-84FBD2306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3" y="1002"/>
              <a:ext cx="841" cy="1320"/>
              <a:chOff x="433" y="1002"/>
              <a:chExt cx="841" cy="1320"/>
            </a:xfrm>
          </p:grpSpPr>
          <p:sp>
            <p:nvSpPr>
              <p:cNvPr id="33976" name="Freeform 712">
                <a:extLst>
                  <a:ext uri="{FF2B5EF4-FFF2-40B4-BE49-F238E27FC236}">
                    <a16:creationId xmlns:a16="http://schemas.microsoft.com/office/drawing/2014/main" id="{CB108EA1-FC4A-49F7-96A3-8E42198B2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1239"/>
                <a:ext cx="62" cy="152"/>
              </a:xfrm>
              <a:custGeom>
                <a:avLst/>
                <a:gdLst>
                  <a:gd name="T0" fmla="*/ 104 w 25"/>
                  <a:gd name="T1" fmla="*/ 21 h 57"/>
                  <a:gd name="T2" fmla="*/ 62 w 25"/>
                  <a:gd name="T3" fmla="*/ 285 h 57"/>
                  <a:gd name="T4" fmla="*/ 104 w 25"/>
                  <a:gd name="T5" fmla="*/ 968 h 57"/>
                  <a:gd name="T6" fmla="*/ 337 w 25"/>
                  <a:gd name="T7" fmla="*/ 760 h 57"/>
                  <a:gd name="T8" fmla="*/ 308 w 25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7">
                    <a:moveTo>
                      <a:pt x="7" y="1"/>
                    </a:moveTo>
                    <a:cubicBezTo>
                      <a:pt x="4" y="5"/>
                      <a:pt x="4" y="9"/>
                      <a:pt x="4" y="15"/>
                    </a:cubicBezTo>
                    <a:cubicBezTo>
                      <a:pt x="3" y="23"/>
                      <a:pt x="0" y="44"/>
                      <a:pt x="7" y="51"/>
                    </a:cubicBezTo>
                    <a:cubicBezTo>
                      <a:pt x="15" y="57"/>
                      <a:pt x="21" y="46"/>
                      <a:pt x="22" y="40"/>
                    </a:cubicBezTo>
                    <a:cubicBezTo>
                      <a:pt x="25" y="28"/>
                      <a:pt x="22" y="13"/>
                      <a:pt x="20" y="0"/>
                    </a:cubicBezTo>
                  </a:path>
                </a:pathLst>
              </a:custGeom>
              <a:solidFill>
                <a:srgbClr val="EBB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713">
                <a:extLst>
                  <a:ext uri="{FF2B5EF4-FFF2-40B4-BE49-F238E27FC236}">
                    <a16:creationId xmlns:a16="http://schemas.microsoft.com/office/drawing/2014/main" id="{569AAEA6-B526-41A6-BB75-F7E1B6E9D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493"/>
                <a:ext cx="85" cy="221"/>
              </a:xfrm>
              <a:custGeom>
                <a:avLst/>
                <a:gdLst>
                  <a:gd name="T0" fmla="*/ 458 w 34"/>
                  <a:gd name="T1" fmla="*/ 56 h 83"/>
                  <a:gd name="T2" fmla="*/ 125 w 34"/>
                  <a:gd name="T3" fmla="*/ 660 h 83"/>
                  <a:gd name="T4" fmla="*/ 33 w 34"/>
                  <a:gd name="T5" fmla="*/ 1262 h 83"/>
                  <a:gd name="T6" fmla="*/ 20 w 34"/>
                  <a:gd name="T7" fmla="*/ 1488 h 83"/>
                  <a:gd name="T8" fmla="*/ 145 w 34"/>
                  <a:gd name="T9" fmla="*/ 1510 h 83"/>
                  <a:gd name="T10" fmla="*/ 438 w 34"/>
                  <a:gd name="T11" fmla="*/ 1057 h 83"/>
                  <a:gd name="T12" fmla="*/ 520 w 34"/>
                  <a:gd name="T13" fmla="*/ 205 h 83"/>
                  <a:gd name="T14" fmla="*/ 520 w 34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83">
                    <a:moveTo>
                      <a:pt x="29" y="3"/>
                    </a:moveTo>
                    <a:cubicBezTo>
                      <a:pt x="16" y="8"/>
                      <a:pt x="11" y="24"/>
                      <a:pt x="8" y="35"/>
                    </a:cubicBezTo>
                    <a:cubicBezTo>
                      <a:pt x="6" y="46"/>
                      <a:pt x="3" y="56"/>
                      <a:pt x="2" y="67"/>
                    </a:cubicBezTo>
                    <a:cubicBezTo>
                      <a:pt x="1" y="71"/>
                      <a:pt x="0" y="76"/>
                      <a:pt x="1" y="79"/>
                    </a:cubicBezTo>
                    <a:cubicBezTo>
                      <a:pt x="3" y="83"/>
                      <a:pt x="4" y="81"/>
                      <a:pt x="9" y="80"/>
                    </a:cubicBezTo>
                    <a:cubicBezTo>
                      <a:pt x="18" y="75"/>
                      <a:pt x="26" y="67"/>
                      <a:pt x="28" y="56"/>
                    </a:cubicBezTo>
                    <a:cubicBezTo>
                      <a:pt x="31" y="41"/>
                      <a:pt x="31" y="26"/>
                      <a:pt x="33" y="11"/>
                    </a:cubicBezTo>
                    <a:cubicBezTo>
                      <a:pt x="33" y="8"/>
                      <a:pt x="34" y="3"/>
                      <a:pt x="33" y="0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714">
                <a:extLst>
                  <a:ext uri="{FF2B5EF4-FFF2-40B4-BE49-F238E27FC236}">
                    <a16:creationId xmlns:a16="http://schemas.microsoft.com/office/drawing/2014/main" id="{9814B903-0438-4E90-8DFD-62B28CC61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1493"/>
                <a:ext cx="603" cy="829"/>
              </a:xfrm>
              <a:custGeom>
                <a:avLst/>
                <a:gdLst>
                  <a:gd name="T0" fmla="*/ 3631 w 241"/>
                  <a:gd name="T1" fmla="*/ 776 h 311"/>
                  <a:gd name="T2" fmla="*/ 1771 w 241"/>
                  <a:gd name="T3" fmla="*/ 1839 h 311"/>
                  <a:gd name="T4" fmla="*/ 0 w 241"/>
                  <a:gd name="T5" fmla="*/ 776 h 311"/>
                  <a:gd name="T6" fmla="*/ 500 w 241"/>
                  <a:gd name="T7" fmla="*/ 4753 h 311"/>
                  <a:gd name="T8" fmla="*/ 3288 w 241"/>
                  <a:gd name="T9" fmla="*/ 4833 h 311"/>
                  <a:gd name="T10" fmla="*/ 3443 w 241"/>
                  <a:gd name="T11" fmla="*/ 3878 h 311"/>
                  <a:gd name="T12" fmla="*/ 3776 w 241"/>
                  <a:gd name="T13" fmla="*/ 0 h 311"/>
                  <a:gd name="T14" fmla="*/ 3726 w 241"/>
                  <a:gd name="T15" fmla="*/ 115 h 311"/>
                  <a:gd name="T16" fmla="*/ 3631 w 241"/>
                  <a:gd name="T17" fmla="*/ 776 h 3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1" h="311">
                    <a:moveTo>
                      <a:pt x="232" y="41"/>
                    </a:moveTo>
                    <a:cubicBezTo>
                      <a:pt x="232" y="41"/>
                      <a:pt x="198" y="97"/>
                      <a:pt x="113" y="97"/>
                    </a:cubicBezTo>
                    <a:cubicBezTo>
                      <a:pt x="28" y="97"/>
                      <a:pt x="0" y="41"/>
                      <a:pt x="0" y="41"/>
                    </a:cubicBezTo>
                    <a:cubicBezTo>
                      <a:pt x="32" y="251"/>
                      <a:pt x="32" y="251"/>
                      <a:pt x="32" y="251"/>
                    </a:cubicBezTo>
                    <a:cubicBezTo>
                      <a:pt x="36" y="277"/>
                      <a:pt x="157" y="311"/>
                      <a:pt x="210" y="255"/>
                    </a:cubicBezTo>
                    <a:cubicBezTo>
                      <a:pt x="220" y="205"/>
                      <a:pt x="220" y="205"/>
                      <a:pt x="220" y="205"/>
                    </a:cubicBezTo>
                    <a:cubicBezTo>
                      <a:pt x="241" y="0"/>
                      <a:pt x="241" y="0"/>
                      <a:pt x="241" y="0"/>
                    </a:cubicBezTo>
                    <a:cubicBezTo>
                      <a:pt x="240" y="2"/>
                      <a:pt x="239" y="4"/>
                      <a:pt x="238" y="6"/>
                    </a:cubicBezTo>
                    <a:lnTo>
                      <a:pt x="232" y="41"/>
                    </a:lnTo>
                    <a:close/>
                  </a:path>
                </a:pathLst>
              </a:custGeom>
              <a:solidFill>
                <a:srgbClr val="D81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715">
                <a:extLst>
                  <a:ext uri="{FF2B5EF4-FFF2-40B4-BE49-F238E27FC236}">
                    <a16:creationId xmlns:a16="http://schemas.microsoft.com/office/drawing/2014/main" id="{D59BEAC4-AAD1-487E-9070-B4EA46E1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498"/>
                <a:ext cx="83" cy="40"/>
              </a:xfrm>
              <a:custGeom>
                <a:avLst/>
                <a:gdLst>
                  <a:gd name="T0" fmla="*/ 0 w 33"/>
                  <a:gd name="T1" fmla="*/ 93 h 15"/>
                  <a:gd name="T2" fmla="*/ 189 w 33"/>
                  <a:gd name="T3" fmla="*/ 285 h 15"/>
                  <a:gd name="T4" fmla="*/ 284 w 33"/>
                  <a:gd name="T5" fmla="*/ 227 h 15"/>
                  <a:gd name="T6" fmla="*/ 443 w 33"/>
                  <a:gd name="T7" fmla="*/ 205 h 15"/>
                  <a:gd name="T8" fmla="*/ 443 w 33"/>
                  <a:gd name="T9" fmla="*/ 93 h 15"/>
                  <a:gd name="T10" fmla="*/ 284 w 33"/>
                  <a:gd name="T11" fmla="*/ 0 h 15"/>
                  <a:gd name="T12" fmla="*/ 0 w 33"/>
                  <a:gd name="T13" fmla="*/ 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5">
                    <a:moveTo>
                      <a:pt x="0" y="5"/>
                    </a:moveTo>
                    <a:cubicBezTo>
                      <a:pt x="4" y="7"/>
                      <a:pt x="10" y="11"/>
                      <a:pt x="12" y="15"/>
                    </a:cubicBezTo>
                    <a:cubicBezTo>
                      <a:pt x="14" y="14"/>
                      <a:pt x="16" y="13"/>
                      <a:pt x="18" y="12"/>
                    </a:cubicBezTo>
                    <a:cubicBezTo>
                      <a:pt x="21" y="11"/>
                      <a:pt x="25" y="13"/>
                      <a:pt x="28" y="11"/>
                    </a:cubicBezTo>
                    <a:cubicBezTo>
                      <a:pt x="33" y="10"/>
                      <a:pt x="30" y="8"/>
                      <a:pt x="28" y="5"/>
                    </a:cubicBezTo>
                    <a:cubicBezTo>
                      <a:pt x="24" y="1"/>
                      <a:pt x="23" y="0"/>
                      <a:pt x="18" y="0"/>
                    </a:cubicBezTo>
                    <a:cubicBezTo>
                      <a:pt x="13" y="0"/>
                      <a:pt x="4" y="2"/>
                      <a:pt x="0" y="5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716">
                <a:extLst>
                  <a:ext uri="{FF2B5EF4-FFF2-40B4-BE49-F238E27FC236}">
                    <a16:creationId xmlns:a16="http://schemas.microsoft.com/office/drawing/2014/main" id="{2F23E2BE-F4D3-4A70-9E7B-FC89B713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511"/>
                <a:ext cx="93" cy="240"/>
              </a:xfrm>
              <a:custGeom>
                <a:avLst/>
                <a:gdLst>
                  <a:gd name="T0" fmla="*/ 493 w 37"/>
                  <a:gd name="T1" fmla="*/ 93 h 90"/>
                  <a:gd name="T2" fmla="*/ 493 w 37"/>
                  <a:gd name="T3" fmla="*/ 93 h 90"/>
                  <a:gd name="T4" fmla="*/ 442 w 37"/>
                  <a:gd name="T5" fmla="*/ 115 h 90"/>
                  <a:gd name="T6" fmla="*/ 284 w 37"/>
                  <a:gd name="T7" fmla="*/ 136 h 90"/>
                  <a:gd name="T8" fmla="*/ 189 w 37"/>
                  <a:gd name="T9" fmla="*/ 192 h 90"/>
                  <a:gd name="T10" fmla="*/ 0 w 37"/>
                  <a:gd name="T11" fmla="*/ 0 h 90"/>
                  <a:gd name="T12" fmla="*/ 113 w 37"/>
                  <a:gd name="T13" fmla="*/ 1672 h 90"/>
                  <a:gd name="T14" fmla="*/ 555 w 37"/>
                  <a:gd name="T15" fmla="*/ 1707 h 90"/>
                  <a:gd name="T16" fmla="*/ 588 w 37"/>
                  <a:gd name="T17" fmla="*/ 1707 h 90"/>
                  <a:gd name="T18" fmla="*/ 493 w 37"/>
                  <a:gd name="T19" fmla="*/ 93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90">
                    <a:moveTo>
                      <a:pt x="31" y="5"/>
                    </a:moveTo>
                    <a:cubicBezTo>
                      <a:pt x="31" y="5"/>
                      <a:pt x="31" y="5"/>
                      <a:pt x="31" y="5"/>
                    </a:cubicBezTo>
                    <a:cubicBezTo>
                      <a:pt x="30" y="5"/>
                      <a:pt x="30" y="6"/>
                      <a:pt x="28" y="6"/>
                    </a:cubicBezTo>
                    <a:cubicBezTo>
                      <a:pt x="25" y="8"/>
                      <a:pt x="21" y="6"/>
                      <a:pt x="18" y="7"/>
                    </a:cubicBezTo>
                    <a:cubicBezTo>
                      <a:pt x="16" y="8"/>
                      <a:pt x="14" y="9"/>
                      <a:pt x="12" y="10"/>
                    </a:cubicBezTo>
                    <a:cubicBezTo>
                      <a:pt x="10" y="6"/>
                      <a:pt x="4" y="2"/>
                      <a:pt x="0" y="0"/>
                    </a:cubicBezTo>
                    <a:cubicBezTo>
                      <a:pt x="0" y="0"/>
                      <a:pt x="5" y="61"/>
                      <a:pt x="7" y="88"/>
                    </a:cubicBezTo>
                    <a:cubicBezTo>
                      <a:pt x="16" y="89"/>
                      <a:pt x="25" y="90"/>
                      <a:pt x="35" y="90"/>
                    </a:cubicBezTo>
                    <a:cubicBezTo>
                      <a:pt x="36" y="90"/>
                      <a:pt x="36" y="90"/>
                      <a:pt x="37" y="90"/>
                    </a:cubicBezTo>
                    <a:cubicBezTo>
                      <a:pt x="36" y="68"/>
                      <a:pt x="33" y="14"/>
                      <a:pt x="31" y="5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717">
                <a:extLst>
                  <a:ext uri="{FF2B5EF4-FFF2-40B4-BE49-F238E27FC236}">
                    <a16:creationId xmlns:a16="http://schemas.microsoft.com/office/drawing/2014/main" id="{F3198525-29D3-4540-9AC5-F6DD96277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1533"/>
                <a:ext cx="62" cy="56"/>
              </a:xfrm>
              <a:custGeom>
                <a:avLst/>
                <a:gdLst>
                  <a:gd name="T0" fmla="*/ 42 w 25"/>
                  <a:gd name="T1" fmla="*/ 115 h 21"/>
                  <a:gd name="T2" fmla="*/ 337 w 25"/>
                  <a:gd name="T3" fmla="*/ 0 h 21"/>
                  <a:gd name="T4" fmla="*/ 382 w 25"/>
                  <a:gd name="T5" fmla="*/ 285 h 21"/>
                  <a:gd name="T6" fmla="*/ 216 w 25"/>
                  <a:gd name="T7" fmla="*/ 363 h 21"/>
                  <a:gd name="T8" fmla="*/ 30 w 25"/>
                  <a:gd name="T9" fmla="*/ 397 h 21"/>
                  <a:gd name="T10" fmla="*/ 42 w 25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1">
                    <a:moveTo>
                      <a:pt x="3" y="6"/>
                    </a:moveTo>
                    <a:cubicBezTo>
                      <a:pt x="10" y="5"/>
                      <a:pt x="16" y="3"/>
                      <a:pt x="22" y="0"/>
                    </a:cubicBezTo>
                    <a:cubicBezTo>
                      <a:pt x="23" y="5"/>
                      <a:pt x="25" y="10"/>
                      <a:pt x="25" y="15"/>
                    </a:cubicBezTo>
                    <a:cubicBezTo>
                      <a:pt x="21" y="15"/>
                      <a:pt x="18" y="18"/>
                      <a:pt x="14" y="19"/>
                    </a:cubicBezTo>
                    <a:cubicBezTo>
                      <a:pt x="10" y="20"/>
                      <a:pt x="6" y="20"/>
                      <a:pt x="2" y="21"/>
                    </a:cubicBezTo>
                    <a:cubicBezTo>
                      <a:pt x="1" y="17"/>
                      <a:pt x="0" y="9"/>
                      <a:pt x="3" y="6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718">
                <a:extLst>
                  <a:ext uri="{FF2B5EF4-FFF2-40B4-BE49-F238E27FC236}">
                    <a16:creationId xmlns:a16="http://schemas.microsoft.com/office/drawing/2014/main" id="{F577AAA4-B662-488A-841C-5933BE334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405"/>
                <a:ext cx="70" cy="88"/>
              </a:xfrm>
              <a:custGeom>
                <a:avLst/>
                <a:gdLst>
                  <a:gd name="T0" fmla="*/ 0 w 28"/>
                  <a:gd name="T1" fmla="*/ 307 h 33"/>
                  <a:gd name="T2" fmla="*/ 50 w 28"/>
                  <a:gd name="T3" fmla="*/ 627 h 33"/>
                  <a:gd name="T4" fmla="*/ 438 w 28"/>
                  <a:gd name="T5" fmla="*/ 341 h 33"/>
                  <a:gd name="T6" fmla="*/ 395 w 28"/>
                  <a:gd name="T7" fmla="*/ 56 h 33"/>
                  <a:gd name="T8" fmla="*/ 0 w 28"/>
                  <a:gd name="T9" fmla="*/ 30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0" y="16"/>
                    </a:moveTo>
                    <a:cubicBezTo>
                      <a:pt x="1" y="22"/>
                      <a:pt x="1" y="27"/>
                      <a:pt x="3" y="33"/>
                    </a:cubicBezTo>
                    <a:cubicBezTo>
                      <a:pt x="7" y="24"/>
                      <a:pt x="18" y="21"/>
                      <a:pt x="28" y="18"/>
                    </a:cubicBezTo>
                    <a:cubicBezTo>
                      <a:pt x="26" y="13"/>
                      <a:pt x="25" y="8"/>
                      <a:pt x="25" y="3"/>
                    </a:cubicBezTo>
                    <a:cubicBezTo>
                      <a:pt x="18" y="0"/>
                      <a:pt x="5" y="12"/>
                      <a:pt x="0" y="16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719">
                <a:extLst>
                  <a:ext uri="{FF2B5EF4-FFF2-40B4-BE49-F238E27FC236}">
                    <a16:creationId xmlns:a16="http://schemas.microsoft.com/office/drawing/2014/main" id="{02618446-0903-4673-AF8F-CD7E8781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365"/>
                <a:ext cx="65" cy="77"/>
              </a:xfrm>
              <a:custGeom>
                <a:avLst/>
                <a:gdLst>
                  <a:gd name="T0" fmla="*/ 0 w 26"/>
                  <a:gd name="T1" fmla="*/ 77 h 29"/>
                  <a:gd name="T2" fmla="*/ 83 w 26"/>
                  <a:gd name="T3" fmla="*/ 520 h 29"/>
                  <a:gd name="T4" fmla="*/ 408 w 26"/>
                  <a:gd name="T5" fmla="*/ 451 h 29"/>
                  <a:gd name="T6" fmla="*/ 375 w 26"/>
                  <a:gd name="T7" fmla="*/ 170 h 29"/>
                  <a:gd name="T8" fmla="*/ 0 w 26"/>
                  <a:gd name="T9" fmla="*/ 77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9">
                    <a:moveTo>
                      <a:pt x="0" y="4"/>
                    </a:moveTo>
                    <a:cubicBezTo>
                      <a:pt x="4" y="13"/>
                      <a:pt x="2" y="19"/>
                      <a:pt x="5" y="28"/>
                    </a:cubicBezTo>
                    <a:cubicBezTo>
                      <a:pt x="9" y="29"/>
                      <a:pt x="19" y="26"/>
                      <a:pt x="26" y="24"/>
                    </a:cubicBezTo>
                    <a:cubicBezTo>
                      <a:pt x="26" y="21"/>
                      <a:pt x="26" y="11"/>
                      <a:pt x="24" y="9"/>
                    </a:cubicBezTo>
                    <a:cubicBezTo>
                      <a:pt x="21" y="6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720">
                <a:extLst>
                  <a:ext uri="{FF2B5EF4-FFF2-40B4-BE49-F238E27FC236}">
                    <a16:creationId xmlns:a16="http://schemas.microsoft.com/office/drawing/2014/main" id="{4A51104B-02B9-4C1A-BD69-DF5863167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277"/>
                <a:ext cx="80" cy="56"/>
              </a:xfrm>
              <a:custGeom>
                <a:avLst/>
                <a:gdLst>
                  <a:gd name="T0" fmla="*/ 20 w 32"/>
                  <a:gd name="T1" fmla="*/ 56 h 21"/>
                  <a:gd name="T2" fmla="*/ 50 w 32"/>
                  <a:gd name="T3" fmla="*/ 307 h 21"/>
                  <a:gd name="T4" fmla="*/ 313 w 32"/>
                  <a:gd name="T5" fmla="*/ 363 h 21"/>
                  <a:gd name="T6" fmla="*/ 375 w 32"/>
                  <a:gd name="T7" fmla="*/ 397 h 21"/>
                  <a:gd name="T8" fmla="*/ 408 w 32"/>
                  <a:gd name="T9" fmla="*/ 320 h 21"/>
                  <a:gd name="T10" fmla="*/ 500 w 32"/>
                  <a:gd name="T11" fmla="*/ 56 h 21"/>
                  <a:gd name="T12" fmla="*/ 20 w 32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" y="3"/>
                    </a:moveTo>
                    <a:cubicBezTo>
                      <a:pt x="0" y="7"/>
                      <a:pt x="1" y="11"/>
                      <a:pt x="3" y="16"/>
                    </a:cubicBezTo>
                    <a:cubicBezTo>
                      <a:pt x="4" y="16"/>
                      <a:pt x="16" y="17"/>
                      <a:pt x="20" y="19"/>
                    </a:cubicBezTo>
                    <a:cubicBezTo>
                      <a:pt x="22" y="20"/>
                      <a:pt x="23" y="20"/>
                      <a:pt x="24" y="21"/>
                    </a:cubicBezTo>
                    <a:cubicBezTo>
                      <a:pt x="25" y="19"/>
                      <a:pt x="25" y="18"/>
                      <a:pt x="26" y="17"/>
                    </a:cubicBezTo>
                    <a:cubicBezTo>
                      <a:pt x="28" y="12"/>
                      <a:pt x="30" y="7"/>
                      <a:pt x="32" y="3"/>
                    </a:cubicBezTo>
                    <a:cubicBezTo>
                      <a:pt x="26" y="0"/>
                      <a:pt x="7" y="0"/>
                      <a:pt x="1" y="3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721">
                <a:extLst>
                  <a:ext uri="{FF2B5EF4-FFF2-40B4-BE49-F238E27FC236}">
                    <a16:creationId xmlns:a16="http://schemas.microsoft.com/office/drawing/2014/main" id="{9B6DB0BA-18E1-48D1-AE5A-F2BECB700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325"/>
                <a:ext cx="78" cy="61"/>
              </a:xfrm>
              <a:custGeom>
                <a:avLst/>
                <a:gdLst>
                  <a:gd name="T0" fmla="*/ 0 w 31"/>
                  <a:gd name="T1" fmla="*/ 149 h 23"/>
                  <a:gd name="T2" fmla="*/ 413 w 31"/>
                  <a:gd name="T3" fmla="*/ 111 h 23"/>
                  <a:gd name="T4" fmla="*/ 493 w 31"/>
                  <a:gd name="T5" fmla="*/ 430 h 23"/>
                  <a:gd name="T6" fmla="*/ 146 w 31"/>
                  <a:gd name="T7" fmla="*/ 430 h 23"/>
                  <a:gd name="T8" fmla="*/ 0 w 31"/>
                  <a:gd name="T9" fmla="*/ 14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3">
                    <a:moveTo>
                      <a:pt x="0" y="8"/>
                    </a:moveTo>
                    <a:cubicBezTo>
                      <a:pt x="7" y="8"/>
                      <a:pt x="21" y="0"/>
                      <a:pt x="26" y="6"/>
                    </a:cubicBezTo>
                    <a:cubicBezTo>
                      <a:pt x="30" y="10"/>
                      <a:pt x="28" y="18"/>
                      <a:pt x="31" y="23"/>
                    </a:cubicBezTo>
                    <a:cubicBezTo>
                      <a:pt x="25" y="21"/>
                      <a:pt x="15" y="21"/>
                      <a:pt x="9" y="23"/>
                    </a:cubicBezTo>
                    <a:cubicBezTo>
                      <a:pt x="7" y="17"/>
                      <a:pt x="2" y="13"/>
                      <a:pt x="0" y="8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722">
                <a:extLst>
                  <a:ext uri="{FF2B5EF4-FFF2-40B4-BE49-F238E27FC236}">
                    <a16:creationId xmlns:a16="http://schemas.microsoft.com/office/drawing/2014/main" id="{C656D1D3-C040-4B98-8B12-FF545EB98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322"/>
                <a:ext cx="72" cy="64"/>
              </a:xfrm>
              <a:custGeom>
                <a:avLst/>
                <a:gdLst>
                  <a:gd name="T0" fmla="*/ 0 w 29"/>
                  <a:gd name="T1" fmla="*/ 35 h 24"/>
                  <a:gd name="T2" fmla="*/ 216 w 29"/>
                  <a:gd name="T3" fmla="*/ 435 h 24"/>
                  <a:gd name="T4" fmla="*/ 444 w 29"/>
                  <a:gd name="T5" fmla="*/ 456 h 24"/>
                  <a:gd name="T6" fmla="*/ 353 w 29"/>
                  <a:gd name="T7" fmla="*/ 77 h 24"/>
                  <a:gd name="T8" fmla="*/ 0 w 29"/>
                  <a:gd name="T9" fmla="*/ 3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0" y="2"/>
                    </a:moveTo>
                    <a:cubicBezTo>
                      <a:pt x="3" y="4"/>
                      <a:pt x="12" y="19"/>
                      <a:pt x="14" y="23"/>
                    </a:cubicBezTo>
                    <a:cubicBezTo>
                      <a:pt x="20" y="22"/>
                      <a:pt x="25" y="23"/>
                      <a:pt x="29" y="24"/>
                    </a:cubicBezTo>
                    <a:cubicBezTo>
                      <a:pt x="26" y="17"/>
                      <a:pt x="25" y="6"/>
                      <a:pt x="23" y="4"/>
                    </a:cubicBezTo>
                    <a:cubicBezTo>
                      <a:pt x="20" y="2"/>
                      <a:pt x="5" y="0"/>
                      <a:pt x="0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723">
                <a:extLst>
                  <a:ext uri="{FF2B5EF4-FFF2-40B4-BE49-F238E27FC236}">
                    <a16:creationId xmlns:a16="http://schemas.microsoft.com/office/drawing/2014/main" id="{002A591D-A887-484F-89A7-97EA70F48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154"/>
                <a:ext cx="80" cy="77"/>
              </a:xfrm>
              <a:custGeom>
                <a:avLst/>
                <a:gdLst>
                  <a:gd name="T0" fmla="*/ 0 w 32"/>
                  <a:gd name="T1" fmla="*/ 93 h 29"/>
                  <a:gd name="T2" fmla="*/ 333 w 32"/>
                  <a:gd name="T3" fmla="*/ 542 h 29"/>
                  <a:gd name="T4" fmla="*/ 500 w 32"/>
                  <a:gd name="T5" fmla="*/ 520 h 29"/>
                  <a:gd name="T6" fmla="*/ 488 w 32"/>
                  <a:gd name="T7" fmla="*/ 409 h 29"/>
                  <a:gd name="T8" fmla="*/ 438 w 32"/>
                  <a:gd name="T9" fmla="*/ 112 h 29"/>
                  <a:gd name="T10" fmla="*/ 345 w 32"/>
                  <a:gd name="T11" fmla="*/ 0 h 29"/>
                  <a:gd name="T12" fmla="*/ 0 w 32"/>
                  <a:gd name="T13" fmla="*/ 9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9">
                    <a:moveTo>
                      <a:pt x="0" y="5"/>
                    </a:moveTo>
                    <a:cubicBezTo>
                      <a:pt x="11" y="9"/>
                      <a:pt x="17" y="17"/>
                      <a:pt x="21" y="29"/>
                    </a:cubicBezTo>
                    <a:cubicBezTo>
                      <a:pt x="24" y="27"/>
                      <a:pt x="28" y="28"/>
                      <a:pt x="32" y="28"/>
                    </a:cubicBezTo>
                    <a:cubicBezTo>
                      <a:pt x="32" y="26"/>
                      <a:pt x="31" y="24"/>
                      <a:pt x="31" y="22"/>
                    </a:cubicBezTo>
                    <a:cubicBezTo>
                      <a:pt x="30" y="18"/>
                      <a:pt x="28" y="7"/>
                      <a:pt x="28" y="6"/>
                    </a:cubicBezTo>
                    <a:cubicBezTo>
                      <a:pt x="28" y="1"/>
                      <a:pt x="27" y="0"/>
                      <a:pt x="22" y="0"/>
                    </a:cubicBezTo>
                    <a:cubicBezTo>
                      <a:pt x="14" y="0"/>
                      <a:pt x="4" y="1"/>
                      <a:pt x="0" y="5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724">
                <a:extLst>
                  <a:ext uri="{FF2B5EF4-FFF2-40B4-BE49-F238E27FC236}">
                    <a16:creationId xmlns:a16="http://schemas.microsoft.com/office/drawing/2014/main" id="{A5A0555E-3D4A-4CD1-B3D4-2B0EE5EFA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1381"/>
                <a:ext cx="83" cy="64"/>
              </a:xfrm>
              <a:custGeom>
                <a:avLst/>
                <a:gdLst>
                  <a:gd name="T0" fmla="*/ 0 w 33"/>
                  <a:gd name="T1" fmla="*/ 205 h 24"/>
                  <a:gd name="T2" fmla="*/ 254 w 33"/>
                  <a:gd name="T3" fmla="*/ 456 h 24"/>
                  <a:gd name="T4" fmla="*/ 526 w 33"/>
                  <a:gd name="T5" fmla="*/ 285 h 24"/>
                  <a:gd name="T6" fmla="*/ 443 w 33"/>
                  <a:gd name="T7" fmla="*/ 21 h 24"/>
                  <a:gd name="T8" fmla="*/ 0 w 33"/>
                  <a:gd name="T9" fmla="*/ 2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4"/>
                      <a:pt x="9" y="20"/>
                      <a:pt x="16" y="24"/>
                    </a:cubicBezTo>
                    <a:cubicBezTo>
                      <a:pt x="18" y="17"/>
                      <a:pt x="27" y="16"/>
                      <a:pt x="33" y="15"/>
                    </a:cubicBezTo>
                    <a:cubicBezTo>
                      <a:pt x="30" y="13"/>
                      <a:pt x="30" y="4"/>
                      <a:pt x="28" y="1"/>
                    </a:cubicBezTo>
                    <a:cubicBezTo>
                      <a:pt x="17" y="0"/>
                      <a:pt x="7" y="9"/>
                      <a:pt x="0" y="1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725">
                <a:extLst>
                  <a:ext uri="{FF2B5EF4-FFF2-40B4-BE49-F238E27FC236}">
                    <a16:creationId xmlns:a16="http://schemas.microsoft.com/office/drawing/2014/main" id="{A42D1D2B-C7B7-4268-9F9A-4FA96920F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231"/>
                <a:ext cx="75" cy="54"/>
              </a:xfrm>
              <a:custGeom>
                <a:avLst/>
                <a:gdLst>
                  <a:gd name="T0" fmla="*/ 0 w 30"/>
                  <a:gd name="T1" fmla="*/ 356 h 20"/>
                  <a:gd name="T2" fmla="*/ 425 w 30"/>
                  <a:gd name="T3" fmla="*/ 394 h 20"/>
                  <a:gd name="T4" fmla="*/ 470 w 30"/>
                  <a:gd name="T5" fmla="*/ 81 h 20"/>
                  <a:gd name="T6" fmla="*/ 0 w 30"/>
                  <a:gd name="T7" fmla="*/ 35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0">
                    <a:moveTo>
                      <a:pt x="0" y="18"/>
                    </a:moveTo>
                    <a:cubicBezTo>
                      <a:pt x="9" y="18"/>
                      <a:pt x="18" y="16"/>
                      <a:pt x="27" y="20"/>
                    </a:cubicBezTo>
                    <a:cubicBezTo>
                      <a:pt x="26" y="15"/>
                      <a:pt x="28" y="8"/>
                      <a:pt x="30" y="4"/>
                    </a:cubicBezTo>
                    <a:cubicBezTo>
                      <a:pt x="18" y="0"/>
                      <a:pt x="9" y="12"/>
                      <a:pt x="0" y="18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726">
                <a:extLst>
                  <a:ext uri="{FF2B5EF4-FFF2-40B4-BE49-F238E27FC236}">
                    <a16:creationId xmlns:a16="http://schemas.microsoft.com/office/drawing/2014/main" id="{C096B083-8FCE-4FA7-8020-FD15D5AA8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151"/>
                <a:ext cx="85" cy="91"/>
              </a:xfrm>
              <a:custGeom>
                <a:avLst/>
                <a:gdLst>
                  <a:gd name="T0" fmla="*/ 533 w 34"/>
                  <a:gd name="T1" fmla="*/ 329 h 34"/>
                  <a:gd name="T2" fmla="*/ 188 w 34"/>
                  <a:gd name="T3" fmla="*/ 653 h 34"/>
                  <a:gd name="T4" fmla="*/ 63 w 34"/>
                  <a:gd name="T5" fmla="*/ 479 h 34"/>
                  <a:gd name="T6" fmla="*/ 0 w 34"/>
                  <a:gd name="T7" fmla="*/ 286 h 34"/>
                  <a:gd name="T8" fmla="*/ 363 w 34"/>
                  <a:gd name="T9" fmla="*/ 0 h 34"/>
                  <a:gd name="T10" fmla="*/ 533 w 34"/>
                  <a:gd name="T11" fmla="*/ 3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4">
                    <a:moveTo>
                      <a:pt x="34" y="17"/>
                    </a:moveTo>
                    <a:cubicBezTo>
                      <a:pt x="26" y="17"/>
                      <a:pt x="15" y="27"/>
                      <a:pt x="12" y="34"/>
                    </a:cubicBezTo>
                    <a:cubicBezTo>
                      <a:pt x="9" y="32"/>
                      <a:pt x="6" y="28"/>
                      <a:pt x="4" y="25"/>
                    </a:cubicBezTo>
                    <a:cubicBezTo>
                      <a:pt x="4" y="24"/>
                      <a:pt x="0" y="16"/>
                      <a:pt x="0" y="15"/>
                    </a:cubicBezTo>
                    <a:cubicBezTo>
                      <a:pt x="1" y="4"/>
                      <a:pt x="23" y="0"/>
                      <a:pt x="23" y="0"/>
                    </a:cubicBezTo>
                    <a:cubicBezTo>
                      <a:pt x="23" y="0"/>
                      <a:pt x="30" y="13"/>
                      <a:pt x="34" y="17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727">
                <a:extLst>
                  <a:ext uri="{FF2B5EF4-FFF2-40B4-BE49-F238E27FC236}">
                    <a16:creationId xmlns:a16="http://schemas.microsoft.com/office/drawing/2014/main" id="{1AB4DD65-F3CA-42AB-8213-D2AB10758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138"/>
                <a:ext cx="75" cy="48"/>
              </a:xfrm>
              <a:custGeom>
                <a:avLst/>
                <a:gdLst>
                  <a:gd name="T0" fmla="*/ 0 w 30"/>
                  <a:gd name="T1" fmla="*/ 341 h 18"/>
                  <a:gd name="T2" fmla="*/ 333 w 30"/>
                  <a:gd name="T3" fmla="*/ 341 h 18"/>
                  <a:gd name="T4" fmla="*/ 470 w 30"/>
                  <a:gd name="T5" fmla="*/ 21 h 18"/>
                  <a:gd name="T6" fmla="*/ 145 w 30"/>
                  <a:gd name="T7" fmla="*/ 21 h 18"/>
                  <a:gd name="T8" fmla="*/ 0 w 30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0" y="18"/>
                    </a:moveTo>
                    <a:cubicBezTo>
                      <a:pt x="7" y="17"/>
                      <a:pt x="13" y="17"/>
                      <a:pt x="21" y="18"/>
                    </a:cubicBezTo>
                    <a:cubicBezTo>
                      <a:pt x="23" y="18"/>
                      <a:pt x="26" y="5"/>
                      <a:pt x="30" y="1"/>
                    </a:cubicBezTo>
                    <a:cubicBezTo>
                      <a:pt x="25" y="0"/>
                      <a:pt x="11" y="0"/>
                      <a:pt x="9" y="1"/>
                    </a:cubicBezTo>
                    <a:cubicBezTo>
                      <a:pt x="6" y="2"/>
                      <a:pt x="1" y="12"/>
                      <a:pt x="0" y="18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728">
                <a:extLst>
                  <a:ext uri="{FF2B5EF4-FFF2-40B4-BE49-F238E27FC236}">
                    <a16:creationId xmlns:a16="http://schemas.microsoft.com/office/drawing/2014/main" id="{4EEFA1E9-F6B3-48F5-9132-7ED7324AD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1170"/>
                <a:ext cx="75" cy="61"/>
              </a:xfrm>
              <a:custGeom>
                <a:avLst/>
                <a:gdLst>
                  <a:gd name="T0" fmla="*/ 238 w 30"/>
                  <a:gd name="T1" fmla="*/ 0 h 23"/>
                  <a:gd name="T2" fmla="*/ 20 w 30"/>
                  <a:gd name="T3" fmla="*/ 281 h 23"/>
                  <a:gd name="T4" fmla="*/ 283 w 30"/>
                  <a:gd name="T5" fmla="*/ 430 h 23"/>
                  <a:gd name="T6" fmla="*/ 470 w 30"/>
                  <a:gd name="T7" fmla="*/ 204 h 23"/>
                  <a:gd name="T8" fmla="*/ 238 w 30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5" y="0"/>
                    </a:moveTo>
                    <a:cubicBezTo>
                      <a:pt x="11" y="2"/>
                      <a:pt x="0" y="9"/>
                      <a:pt x="1" y="15"/>
                    </a:cubicBezTo>
                    <a:cubicBezTo>
                      <a:pt x="8" y="15"/>
                      <a:pt x="13" y="18"/>
                      <a:pt x="18" y="23"/>
                    </a:cubicBezTo>
                    <a:cubicBezTo>
                      <a:pt x="21" y="18"/>
                      <a:pt x="25" y="13"/>
                      <a:pt x="30" y="11"/>
                    </a:cubicBezTo>
                    <a:cubicBezTo>
                      <a:pt x="28" y="6"/>
                      <a:pt x="20" y="1"/>
                      <a:pt x="15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729">
                <a:extLst>
                  <a:ext uri="{FF2B5EF4-FFF2-40B4-BE49-F238E27FC236}">
                    <a16:creationId xmlns:a16="http://schemas.microsoft.com/office/drawing/2014/main" id="{B64F31B1-AF25-43CC-99E1-4AA7A4F9D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239"/>
                <a:ext cx="62" cy="43"/>
              </a:xfrm>
              <a:custGeom>
                <a:avLst/>
                <a:gdLst>
                  <a:gd name="T0" fmla="*/ 0 w 25"/>
                  <a:gd name="T1" fmla="*/ 253 h 16"/>
                  <a:gd name="T2" fmla="*/ 350 w 25"/>
                  <a:gd name="T3" fmla="*/ 312 h 16"/>
                  <a:gd name="T4" fmla="*/ 350 w 25"/>
                  <a:gd name="T5" fmla="*/ 94 h 16"/>
                  <a:gd name="T6" fmla="*/ 337 w 25"/>
                  <a:gd name="T7" fmla="*/ 35 h 16"/>
                  <a:gd name="T8" fmla="*/ 136 w 25"/>
                  <a:gd name="T9" fmla="*/ 0 h 16"/>
                  <a:gd name="T10" fmla="*/ 0 w 25"/>
                  <a:gd name="T11" fmla="*/ 25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0" y="13"/>
                    </a:moveTo>
                    <a:cubicBezTo>
                      <a:pt x="7" y="10"/>
                      <a:pt x="17" y="13"/>
                      <a:pt x="23" y="16"/>
                    </a:cubicBezTo>
                    <a:cubicBezTo>
                      <a:pt x="25" y="13"/>
                      <a:pt x="23" y="9"/>
                      <a:pt x="23" y="5"/>
                    </a:cubicBezTo>
                    <a:cubicBezTo>
                      <a:pt x="24" y="4"/>
                      <a:pt x="22" y="2"/>
                      <a:pt x="22" y="2"/>
                    </a:cubicBezTo>
                    <a:cubicBezTo>
                      <a:pt x="17" y="2"/>
                      <a:pt x="13" y="1"/>
                      <a:pt x="9" y="0"/>
                    </a:cubicBezTo>
                    <a:cubicBezTo>
                      <a:pt x="6" y="3"/>
                      <a:pt x="3" y="9"/>
                      <a:pt x="0" y="13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730">
                <a:extLst>
                  <a:ext uri="{FF2B5EF4-FFF2-40B4-BE49-F238E27FC236}">
                    <a16:creationId xmlns:a16="http://schemas.microsoft.com/office/drawing/2014/main" id="{4BA1BA93-DBEC-4F6C-B329-8E232725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418"/>
                <a:ext cx="90" cy="99"/>
              </a:xfrm>
              <a:custGeom>
                <a:avLst/>
                <a:gdLst>
                  <a:gd name="T0" fmla="*/ 33 w 36"/>
                  <a:gd name="T1" fmla="*/ 385 h 37"/>
                  <a:gd name="T2" fmla="*/ 208 w 36"/>
                  <a:gd name="T3" fmla="*/ 688 h 37"/>
                  <a:gd name="T4" fmla="*/ 563 w 36"/>
                  <a:gd name="T5" fmla="*/ 385 h 37"/>
                  <a:gd name="T6" fmla="*/ 470 w 36"/>
                  <a:gd name="T7" fmla="*/ 56 h 37"/>
                  <a:gd name="T8" fmla="*/ 33 w 36"/>
                  <a:gd name="T9" fmla="*/ 38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7">
                    <a:moveTo>
                      <a:pt x="2" y="20"/>
                    </a:moveTo>
                    <a:cubicBezTo>
                      <a:pt x="0" y="24"/>
                      <a:pt x="9" y="32"/>
                      <a:pt x="13" y="36"/>
                    </a:cubicBezTo>
                    <a:cubicBezTo>
                      <a:pt x="15" y="37"/>
                      <a:pt x="28" y="23"/>
                      <a:pt x="36" y="20"/>
                    </a:cubicBezTo>
                    <a:cubicBezTo>
                      <a:pt x="35" y="16"/>
                      <a:pt x="34" y="6"/>
                      <a:pt x="30" y="3"/>
                    </a:cubicBezTo>
                    <a:cubicBezTo>
                      <a:pt x="24" y="0"/>
                      <a:pt x="6" y="16"/>
                      <a:pt x="2" y="2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731">
                <a:extLst>
                  <a:ext uri="{FF2B5EF4-FFF2-40B4-BE49-F238E27FC236}">
                    <a16:creationId xmlns:a16="http://schemas.microsoft.com/office/drawing/2014/main" id="{9A716FD9-D8D5-475F-942B-7D1E0FC9D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1469"/>
                <a:ext cx="70" cy="53"/>
              </a:xfrm>
              <a:custGeom>
                <a:avLst/>
                <a:gdLst>
                  <a:gd name="T0" fmla="*/ 0 w 28"/>
                  <a:gd name="T1" fmla="*/ 148 h 20"/>
                  <a:gd name="T2" fmla="*/ 333 w 28"/>
                  <a:gd name="T3" fmla="*/ 34 h 20"/>
                  <a:gd name="T4" fmla="*/ 438 w 28"/>
                  <a:gd name="T5" fmla="*/ 315 h 20"/>
                  <a:gd name="T6" fmla="*/ 158 w 28"/>
                  <a:gd name="T7" fmla="*/ 371 h 20"/>
                  <a:gd name="T8" fmla="*/ 0 w 28"/>
                  <a:gd name="T9" fmla="*/ 14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0">
                    <a:moveTo>
                      <a:pt x="0" y="8"/>
                    </a:moveTo>
                    <a:cubicBezTo>
                      <a:pt x="5" y="4"/>
                      <a:pt x="15" y="0"/>
                      <a:pt x="21" y="2"/>
                    </a:cubicBezTo>
                    <a:cubicBezTo>
                      <a:pt x="23" y="3"/>
                      <a:pt x="28" y="11"/>
                      <a:pt x="28" y="17"/>
                    </a:cubicBezTo>
                    <a:cubicBezTo>
                      <a:pt x="21" y="17"/>
                      <a:pt x="16" y="14"/>
                      <a:pt x="10" y="20"/>
                    </a:cubicBezTo>
                    <a:cubicBezTo>
                      <a:pt x="8" y="15"/>
                      <a:pt x="2" y="13"/>
                      <a:pt x="0" y="8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732">
                <a:extLst>
                  <a:ext uri="{FF2B5EF4-FFF2-40B4-BE49-F238E27FC236}">
                    <a16:creationId xmlns:a16="http://schemas.microsoft.com/office/drawing/2014/main" id="{44766D31-31CB-43CD-8CB3-9DCEB4242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1381"/>
                <a:ext cx="82" cy="61"/>
              </a:xfrm>
              <a:custGeom>
                <a:avLst/>
                <a:gdLst>
                  <a:gd name="T0" fmla="*/ 0 w 33"/>
                  <a:gd name="T1" fmla="*/ 239 h 23"/>
                  <a:gd name="T2" fmla="*/ 186 w 33"/>
                  <a:gd name="T3" fmla="*/ 430 h 23"/>
                  <a:gd name="T4" fmla="*/ 507 w 33"/>
                  <a:gd name="T5" fmla="*/ 281 h 23"/>
                  <a:gd name="T6" fmla="*/ 0 w 33"/>
                  <a:gd name="T7" fmla="*/ 23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0" y="13"/>
                    </a:moveTo>
                    <a:cubicBezTo>
                      <a:pt x="2" y="16"/>
                      <a:pt x="9" y="21"/>
                      <a:pt x="12" y="23"/>
                    </a:cubicBezTo>
                    <a:cubicBezTo>
                      <a:pt x="19" y="16"/>
                      <a:pt x="25" y="15"/>
                      <a:pt x="33" y="15"/>
                    </a:cubicBezTo>
                    <a:cubicBezTo>
                      <a:pt x="25" y="0"/>
                      <a:pt x="12" y="7"/>
                      <a:pt x="0" y="13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733">
                <a:extLst>
                  <a:ext uri="{FF2B5EF4-FFF2-40B4-BE49-F238E27FC236}">
                    <a16:creationId xmlns:a16="http://schemas.microsoft.com/office/drawing/2014/main" id="{C8A8A46E-EF8F-460E-ADD8-3EEA007E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239"/>
                <a:ext cx="80" cy="67"/>
              </a:xfrm>
              <a:custGeom>
                <a:avLst/>
                <a:gdLst>
                  <a:gd name="T0" fmla="*/ 125 w 32"/>
                  <a:gd name="T1" fmla="*/ 482 h 25"/>
                  <a:gd name="T2" fmla="*/ 95 w 32"/>
                  <a:gd name="T3" fmla="*/ 150 h 25"/>
                  <a:gd name="T4" fmla="*/ 438 w 32"/>
                  <a:gd name="T5" fmla="*/ 0 h 25"/>
                  <a:gd name="T6" fmla="*/ 500 w 32"/>
                  <a:gd name="T7" fmla="*/ 230 h 25"/>
                  <a:gd name="T8" fmla="*/ 125 w 32"/>
                  <a:gd name="T9" fmla="*/ 4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8" y="25"/>
                    </a:moveTo>
                    <a:cubicBezTo>
                      <a:pt x="6" y="19"/>
                      <a:pt x="0" y="13"/>
                      <a:pt x="6" y="8"/>
                    </a:cubicBezTo>
                    <a:cubicBezTo>
                      <a:pt x="11" y="4"/>
                      <a:pt x="21" y="0"/>
                      <a:pt x="28" y="0"/>
                    </a:cubicBezTo>
                    <a:cubicBezTo>
                      <a:pt x="28" y="4"/>
                      <a:pt x="29" y="9"/>
                      <a:pt x="32" y="12"/>
                    </a:cubicBezTo>
                    <a:cubicBezTo>
                      <a:pt x="22" y="15"/>
                      <a:pt x="15" y="19"/>
                      <a:pt x="8" y="25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734">
                <a:extLst>
                  <a:ext uri="{FF2B5EF4-FFF2-40B4-BE49-F238E27FC236}">
                    <a16:creationId xmlns:a16="http://schemas.microsoft.com/office/drawing/2014/main" id="{682FE2A2-E2CC-454E-B750-AAD172077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" y="1282"/>
                <a:ext cx="60" cy="51"/>
              </a:xfrm>
              <a:custGeom>
                <a:avLst/>
                <a:gdLst>
                  <a:gd name="T0" fmla="*/ 0 w 24"/>
                  <a:gd name="T1" fmla="*/ 150 h 19"/>
                  <a:gd name="T2" fmla="*/ 113 w 24"/>
                  <a:gd name="T3" fmla="*/ 368 h 19"/>
                  <a:gd name="T4" fmla="*/ 375 w 24"/>
                  <a:gd name="T5" fmla="*/ 217 h 19"/>
                  <a:gd name="T6" fmla="*/ 313 w 24"/>
                  <a:gd name="T7" fmla="*/ 0 h 19"/>
                  <a:gd name="T8" fmla="*/ 0 w 24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0" y="8"/>
                    </a:moveTo>
                    <a:cubicBezTo>
                      <a:pt x="3" y="9"/>
                      <a:pt x="5" y="16"/>
                      <a:pt x="7" y="19"/>
                    </a:cubicBezTo>
                    <a:cubicBezTo>
                      <a:pt x="10" y="14"/>
                      <a:pt x="19" y="14"/>
                      <a:pt x="24" y="11"/>
                    </a:cubicBezTo>
                    <a:cubicBezTo>
                      <a:pt x="22" y="7"/>
                      <a:pt x="21" y="3"/>
                      <a:pt x="20" y="0"/>
                    </a:cubicBezTo>
                    <a:cubicBezTo>
                      <a:pt x="13" y="1"/>
                      <a:pt x="6" y="5"/>
                      <a:pt x="0" y="8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735">
                <a:extLst>
                  <a:ext uri="{FF2B5EF4-FFF2-40B4-BE49-F238E27FC236}">
                    <a16:creationId xmlns:a16="http://schemas.microsoft.com/office/drawing/2014/main" id="{450974A9-8FA9-4D27-9037-15D57BDAB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1207"/>
                <a:ext cx="70" cy="51"/>
              </a:xfrm>
              <a:custGeom>
                <a:avLst/>
                <a:gdLst>
                  <a:gd name="T0" fmla="*/ 175 w 28"/>
                  <a:gd name="T1" fmla="*/ 368 h 19"/>
                  <a:gd name="T2" fmla="*/ 438 w 28"/>
                  <a:gd name="T3" fmla="*/ 193 h 19"/>
                  <a:gd name="T4" fmla="*/ 283 w 28"/>
                  <a:gd name="T5" fmla="*/ 21 h 19"/>
                  <a:gd name="T6" fmla="*/ 0 w 28"/>
                  <a:gd name="T7" fmla="*/ 217 h 19"/>
                  <a:gd name="T8" fmla="*/ 175 w 28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9">
                    <a:moveTo>
                      <a:pt x="11" y="19"/>
                    </a:moveTo>
                    <a:cubicBezTo>
                      <a:pt x="14" y="14"/>
                      <a:pt x="22" y="11"/>
                      <a:pt x="28" y="10"/>
                    </a:cubicBezTo>
                    <a:cubicBezTo>
                      <a:pt x="25" y="5"/>
                      <a:pt x="21" y="1"/>
                      <a:pt x="18" y="1"/>
                    </a:cubicBezTo>
                    <a:cubicBezTo>
                      <a:pt x="12" y="0"/>
                      <a:pt x="6" y="7"/>
                      <a:pt x="0" y="11"/>
                    </a:cubicBezTo>
                    <a:cubicBezTo>
                      <a:pt x="2" y="13"/>
                      <a:pt x="10" y="17"/>
                      <a:pt x="11" y="19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736">
                <a:extLst>
                  <a:ext uri="{FF2B5EF4-FFF2-40B4-BE49-F238E27FC236}">
                    <a16:creationId xmlns:a16="http://schemas.microsoft.com/office/drawing/2014/main" id="{02006ED9-81DF-46A6-B626-055E8905C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95"/>
                <a:ext cx="52" cy="67"/>
              </a:xfrm>
              <a:custGeom>
                <a:avLst/>
                <a:gdLst>
                  <a:gd name="T0" fmla="*/ 12 w 21"/>
                  <a:gd name="T1" fmla="*/ 389 h 25"/>
                  <a:gd name="T2" fmla="*/ 30 w 21"/>
                  <a:gd name="T3" fmla="*/ 209 h 25"/>
                  <a:gd name="T4" fmla="*/ 258 w 21"/>
                  <a:gd name="T5" fmla="*/ 21 h 25"/>
                  <a:gd name="T6" fmla="*/ 319 w 21"/>
                  <a:gd name="T7" fmla="*/ 230 h 25"/>
                  <a:gd name="T8" fmla="*/ 166 w 21"/>
                  <a:gd name="T9" fmla="*/ 423 h 25"/>
                  <a:gd name="T10" fmla="*/ 12 w 21"/>
                  <a:gd name="T11" fmla="*/ 482 h 25"/>
                  <a:gd name="T12" fmla="*/ 12 w 21"/>
                  <a:gd name="T13" fmla="*/ 389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5">
                    <a:moveTo>
                      <a:pt x="1" y="20"/>
                    </a:moveTo>
                    <a:cubicBezTo>
                      <a:pt x="1" y="17"/>
                      <a:pt x="0" y="13"/>
                      <a:pt x="2" y="11"/>
                    </a:cubicBezTo>
                    <a:cubicBezTo>
                      <a:pt x="4" y="9"/>
                      <a:pt x="15" y="0"/>
                      <a:pt x="17" y="1"/>
                    </a:cubicBezTo>
                    <a:cubicBezTo>
                      <a:pt x="20" y="2"/>
                      <a:pt x="20" y="8"/>
                      <a:pt x="21" y="12"/>
                    </a:cubicBezTo>
                    <a:cubicBezTo>
                      <a:pt x="21" y="17"/>
                      <a:pt x="15" y="21"/>
                      <a:pt x="11" y="22"/>
                    </a:cubicBezTo>
                    <a:cubicBezTo>
                      <a:pt x="7" y="25"/>
                      <a:pt x="1" y="25"/>
                      <a:pt x="1" y="25"/>
                    </a:cubicBez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737">
                <a:extLst>
                  <a:ext uri="{FF2B5EF4-FFF2-40B4-BE49-F238E27FC236}">
                    <a16:creationId xmlns:a16="http://schemas.microsoft.com/office/drawing/2014/main" id="{68FFF0FF-DAC2-4717-9FCD-5748D0251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101"/>
                <a:ext cx="65" cy="40"/>
              </a:xfrm>
              <a:custGeom>
                <a:avLst/>
                <a:gdLst>
                  <a:gd name="T0" fmla="*/ 20 w 26"/>
                  <a:gd name="T1" fmla="*/ 93 h 15"/>
                  <a:gd name="T2" fmla="*/ 270 w 26"/>
                  <a:gd name="T3" fmla="*/ 0 h 15"/>
                  <a:gd name="T4" fmla="*/ 395 w 26"/>
                  <a:gd name="T5" fmla="*/ 171 h 15"/>
                  <a:gd name="T6" fmla="*/ 95 w 26"/>
                  <a:gd name="T7" fmla="*/ 285 h 15"/>
                  <a:gd name="T8" fmla="*/ 20 w 26"/>
                  <a:gd name="T9" fmla="*/ 9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" y="5"/>
                    </a:moveTo>
                    <a:cubicBezTo>
                      <a:pt x="4" y="1"/>
                      <a:pt x="14" y="0"/>
                      <a:pt x="17" y="0"/>
                    </a:cubicBezTo>
                    <a:cubicBezTo>
                      <a:pt x="20" y="0"/>
                      <a:pt x="26" y="6"/>
                      <a:pt x="25" y="9"/>
                    </a:cubicBezTo>
                    <a:cubicBezTo>
                      <a:pt x="25" y="12"/>
                      <a:pt x="8" y="15"/>
                      <a:pt x="6" y="15"/>
                    </a:cubicBezTo>
                    <a:cubicBezTo>
                      <a:pt x="4" y="15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738">
                <a:extLst>
                  <a:ext uri="{FF2B5EF4-FFF2-40B4-BE49-F238E27FC236}">
                    <a16:creationId xmlns:a16="http://schemas.microsoft.com/office/drawing/2014/main" id="{97585DF2-D80A-443E-B174-448FF86FA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058"/>
                <a:ext cx="65" cy="53"/>
              </a:xfrm>
              <a:custGeom>
                <a:avLst/>
                <a:gdLst>
                  <a:gd name="T0" fmla="*/ 0 w 26"/>
                  <a:gd name="T1" fmla="*/ 111 h 20"/>
                  <a:gd name="T2" fmla="*/ 95 w 26"/>
                  <a:gd name="T3" fmla="*/ 371 h 20"/>
                  <a:gd name="T4" fmla="*/ 333 w 26"/>
                  <a:gd name="T5" fmla="*/ 294 h 20"/>
                  <a:gd name="T6" fmla="*/ 408 w 26"/>
                  <a:gd name="T7" fmla="*/ 0 h 20"/>
                  <a:gd name="T8" fmla="*/ 0 w 26"/>
                  <a:gd name="T9" fmla="*/ 11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0" y="6"/>
                    </a:moveTo>
                    <a:cubicBezTo>
                      <a:pt x="0" y="11"/>
                      <a:pt x="2" y="17"/>
                      <a:pt x="6" y="20"/>
                    </a:cubicBezTo>
                    <a:cubicBezTo>
                      <a:pt x="10" y="19"/>
                      <a:pt x="18" y="18"/>
                      <a:pt x="21" y="16"/>
                    </a:cubicBezTo>
                    <a:cubicBezTo>
                      <a:pt x="24" y="13"/>
                      <a:pt x="24" y="4"/>
                      <a:pt x="26" y="0"/>
                    </a:cubicBezTo>
                    <a:cubicBezTo>
                      <a:pt x="21" y="0"/>
                      <a:pt x="4" y="4"/>
                      <a:pt x="0" y="6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739">
                <a:extLst>
                  <a:ext uri="{FF2B5EF4-FFF2-40B4-BE49-F238E27FC236}">
                    <a16:creationId xmlns:a16="http://schemas.microsoft.com/office/drawing/2014/main" id="{D933E742-CA40-4047-9F34-FBB6F2E3D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058"/>
                <a:ext cx="72" cy="51"/>
              </a:xfrm>
              <a:custGeom>
                <a:avLst/>
                <a:gdLst>
                  <a:gd name="T0" fmla="*/ 412 w 29"/>
                  <a:gd name="T1" fmla="*/ 137 h 19"/>
                  <a:gd name="T2" fmla="*/ 340 w 29"/>
                  <a:gd name="T3" fmla="*/ 368 h 19"/>
                  <a:gd name="T4" fmla="*/ 0 w 29"/>
                  <a:gd name="T5" fmla="*/ 346 h 19"/>
                  <a:gd name="T6" fmla="*/ 74 w 29"/>
                  <a:gd name="T7" fmla="*/ 56 h 19"/>
                  <a:gd name="T8" fmla="*/ 412 w 29"/>
                  <a:gd name="T9" fmla="*/ 13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9">
                    <a:moveTo>
                      <a:pt x="27" y="7"/>
                    </a:moveTo>
                    <a:cubicBezTo>
                      <a:pt x="29" y="10"/>
                      <a:pt x="25" y="13"/>
                      <a:pt x="22" y="19"/>
                    </a:cubicBezTo>
                    <a:cubicBezTo>
                      <a:pt x="15" y="16"/>
                      <a:pt x="7" y="18"/>
                      <a:pt x="0" y="18"/>
                    </a:cubicBezTo>
                    <a:cubicBezTo>
                      <a:pt x="1" y="12"/>
                      <a:pt x="3" y="9"/>
                      <a:pt x="5" y="3"/>
                    </a:cubicBezTo>
                    <a:cubicBezTo>
                      <a:pt x="13" y="0"/>
                      <a:pt x="26" y="6"/>
                      <a:pt x="27" y="7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740">
                <a:extLst>
                  <a:ext uri="{FF2B5EF4-FFF2-40B4-BE49-F238E27FC236}">
                    <a16:creationId xmlns:a16="http://schemas.microsoft.com/office/drawing/2014/main" id="{776D6EEE-61A5-4328-BF9A-D16E025C2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042"/>
                <a:ext cx="78" cy="237"/>
              </a:xfrm>
              <a:custGeom>
                <a:avLst/>
                <a:gdLst>
                  <a:gd name="T0" fmla="*/ 242 w 31"/>
                  <a:gd name="T1" fmla="*/ 1680 h 89"/>
                  <a:gd name="T2" fmla="*/ 242 w 31"/>
                  <a:gd name="T3" fmla="*/ 1680 h 89"/>
                  <a:gd name="T4" fmla="*/ 304 w 31"/>
                  <a:gd name="T5" fmla="*/ 1680 h 89"/>
                  <a:gd name="T6" fmla="*/ 317 w 31"/>
                  <a:gd name="T7" fmla="*/ 1020 h 89"/>
                  <a:gd name="T8" fmla="*/ 463 w 31"/>
                  <a:gd name="T9" fmla="*/ 703 h 89"/>
                  <a:gd name="T10" fmla="*/ 493 w 31"/>
                  <a:gd name="T11" fmla="*/ 0 h 89"/>
                  <a:gd name="T12" fmla="*/ 476 w 31"/>
                  <a:gd name="T13" fmla="*/ 21 h 89"/>
                  <a:gd name="T14" fmla="*/ 380 w 31"/>
                  <a:gd name="T15" fmla="*/ 248 h 89"/>
                  <a:gd name="T16" fmla="*/ 20 w 31"/>
                  <a:gd name="T17" fmla="*/ 136 h 89"/>
                  <a:gd name="T18" fmla="*/ 0 w 31"/>
                  <a:gd name="T19" fmla="*/ 205 h 89"/>
                  <a:gd name="T20" fmla="*/ 33 w 31"/>
                  <a:gd name="T21" fmla="*/ 248 h 89"/>
                  <a:gd name="T22" fmla="*/ 50 w 31"/>
                  <a:gd name="T23" fmla="*/ 264 h 89"/>
                  <a:gd name="T24" fmla="*/ 50 w 31"/>
                  <a:gd name="T25" fmla="*/ 264 h 89"/>
                  <a:gd name="T26" fmla="*/ 0 w 31"/>
                  <a:gd name="T27" fmla="*/ 794 h 89"/>
                  <a:gd name="T28" fmla="*/ 33 w 31"/>
                  <a:gd name="T29" fmla="*/ 772 h 89"/>
                  <a:gd name="T30" fmla="*/ 209 w 31"/>
                  <a:gd name="T31" fmla="*/ 1092 h 89"/>
                  <a:gd name="T32" fmla="*/ 242 w 31"/>
                  <a:gd name="T33" fmla="*/ 1680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89">
                    <a:moveTo>
                      <a:pt x="15" y="89"/>
                    </a:moveTo>
                    <a:cubicBezTo>
                      <a:pt x="15" y="89"/>
                      <a:pt x="15" y="89"/>
                      <a:pt x="15" y="89"/>
                    </a:cubicBezTo>
                    <a:cubicBezTo>
                      <a:pt x="16" y="89"/>
                      <a:pt x="18" y="89"/>
                      <a:pt x="19" y="89"/>
                    </a:cubicBezTo>
                    <a:cubicBezTo>
                      <a:pt x="19" y="84"/>
                      <a:pt x="19" y="66"/>
                      <a:pt x="20" y="54"/>
                    </a:cubicBezTo>
                    <a:cubicBezTo>
                      <a:pt x="21" y="49"/>
                      <a:pt x="26" y="38"/>
                      <a:pt x="29" y="37"/>
                    </a:cubicBezTo>
                    <a:cubicBezTo>
                      <a:pt x="29" y="25"/>
                      <a:pt x="30" y="7"/>
                      <a:pt x="31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8" y="5"/>
                      <a:pt x="24" y="9"/>
                      <a:pt x="24" y="13"/>
                    </a:cubicBezTo>
                    <a:cubicBezTo>
                      <a:pt x="16" y="9"/>
                      <a:pt x="9" y="9"/>
                      <a:pt x="1" y="7"/>
                    </a:cubicBezTo>
                    <a:cubicBezTo>
                      <a:pt x="0" y="7"/>
                      <a:pt x="0" y="9"/>
                      <a:pt x="0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9" y="54"/>
                      <a:pt x="13" y="58"/>
                    </a:cubicBezTo>
                    <a:cubicBezTo>
                      <a:pt x="13" y="67"/>
                      <a:pt x="14" y="81"/>
                      <a:pt x="15" y="89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741">
                <a:extLst>
                  <a:ext uri="{FF2B5EF4-FFF2-40B4-BE49-F238E27FC236}">
                    <a16:creationId xmlns:a16="http://schemas.microsoft.com/office/drawing/2014/main" id="{6475C454-E05C-4289-9EBB-2A897516F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021"/>
                <a:ext cx="72" cy="56"/>
              </a:xfrm>
              <a:custGeom>
                <a:avLst/>
                <a:gdLst>
                  <a:gd name="T0" fmla="*/ 0 w 29"/>
                  <a:gd name="T1" fmla="*/ 285 h 21"/>
                  <a:gd name="T2" fmla="*/ 353 w 29"/>
                  <a:gd name="T3" fmla="*/ 397 h 21"/>
                  <a:gd name="T4" fmla="*/ 444 w 29"/>
                  <a:gd name="T5" fmla="*/ 149 h 21"/>
                  <a:gd name="T6" fmla="*/ 154 w 29"/>
                  <a:gd name="T7" fmla="*/ 0 h 21"/>
                  <a:gd name="T8" fmla="*/ 0 w 29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0" y="15"/>
                    </a:moveTo>
                    <a:cubicBezTo>
                      <a:pt x="8" y="17"/>
                      <a:pt x="15" y="17"/>
                      <a:pt x="23" y="21"/>
                    </a:cubicBezTo>
                    <a:cubicBezTo>
                      <a:pt x="23" y="17"/>
                      <a:pt x="27" y="12"/>
                      <a:pt x="29" y="8"/>
                    </a:cubicBezTo>
                    <a:cubicBezTo>
                      <a:pt x="25" y="4"/>
                      <a:pt x="16" y="0"/>
                      <a:pt x="10" y="0"/>
                    </a:cubicBezTo>
                    <a:cubicBezTo>
                      <a:pt x="4" y="0"/>
                      <a:pt x="0" y="9"/>
                      <a:pt x="0" y="15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742">
                <a:extLst>
                  <a:ext uri="{FF2B5EF4-FFF2-40B4-BE49-F238E27FC236}">
                    <a16:creationId xmlns:a16="http://schemas.microsoft.com/office/drawing/2014/main" id="{C0F8FC69-0DC8-41C9-931A-52557D927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085"/>
                <a:ext cx="68" cy="40"/>
              </a:xfrm>
              <a:custGeom>
                <a:avLst/>
                <a:gdLst>
                  <a:gd name="T0" fmla="*/ 113 w 27"/>
                  <a:gd name="T1" fmla="*/ 21 h 15"/>
                  <a:gd name="T2" fmla="*/ 413 w 27"/>
                  <a:gd name="T3" fmla="*/ 77 h 15"/>
                  <a:gd name="T4" fmla="*/ 368 w 27"/>
                  <a:gd name="T5" fmla="*/ 285 h 15"/>
                  <a:gd name="T6" fmla="*/ 0 w 27"/>
                  <a:gd name="T7" fmla="*/ 227 h 15"/>
                  <a:gd name="T8" fmla="*/ 33 w 27"/>
                  <a:gd name="T9" fmla="*/ 93 h 15"/>
                  <a:gd name="T10" fmla="*/ 113 w 27"/>
                  <a:gd name="T11" fmla="*/ 2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5">
                    <a:moveTo>
                      <a:pt x="7" y="1"/>
                    </a:moveTo>
                    <a:cubicBezTo>
                      <a:pt x="11" y="3"/>
                      <a:pt x="23" y="4"/>
                      <a:pt x="26" y="4"/>
                    </a:cubicBezTo>
                    <a:cubicBezTo>
                      <a:pt x="27" y="7"/>
                      <a:pt x="25" y="12"/>
                      <a:pt x="23" y="15"/>
                    </a:cubicBezTo>
                    <a:cubicBezTo>
                      <a:pt x="16" y="13"/>
                      <a:pt x="7" y="15"/>
                      <a:pt x="0" y="12"/>
                    </a:cubicBezTo>
                    <a:cubicBezTo>
                      <a:pt x="1" y="10"/>
                      <a:pt x="2" y="7"/>
                      <a:pt x="2" y="5"/>
                    </a:cubicBezTo>
                    <a:cubicBezTo>
                      <a:pt x="2" y="1"/>
                      <a:pt x="3" y="0"/>
                      <a:pt x="7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743">
                <a:extLst>
                  <a:ext uri="{FF2B5EF4-FFF2-40B4-BE49-F238E27FC236}">
                    <a16:creationId xmlns:a16="http://schemas.microsoft.com/office/drawing/2014/main" id="{A1E4207A-E8A0-4591-93B2-285C2A1D2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109"/>
                <a:ext cx="80" cy="53"/>
              </a:xfrm>
              <a:custGeom>
                <a:avLst/>
                <a:gdLst>
                  <a:gd name="T0" fmla="*/ 50 w 32"/>
                  <a:gd name="T1" fmla="*/ 0 h 20"/>
                  <a:gd name="T2" fmla="*/ 83 w 32"/>
                  <a:gd name="T3" fmla="*/ 239 h 20"/>
                  <a:gd name="T4" fmla="*/ 438 w 32"/>
                  <a:gd name="T5" fmla="*/ 371 h 20"/>
                  <a:gd name="T6" fmla="*/ 470 w 32"/>
                  <a:gd name="T7" fmla="*/ 170 h 20"/>
                  <a:gd name="T8" fmla="*/ 50 w 3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0">
                    <a:moveTo>
                      <a:pt x="3" y="0"/>
                    </a:moveTo>
                    <a:cubicBezTo>
                      <a:pt x="0" y="3"/>
                      <a:pt x="3" y="10"/>
                      <a:pt x="5" y="13"/>
                    </a:cubicBezTo>
                    <a:cubicBezTo>
                      <a:pt x="13" y="12"/>
                      <a:pt x="20" y="17"/>
                      <a:pt x="28" y="20"/>
                    </a:cubicBezTo>
                    <a:cubicBezTo>
                      <a:pt x="29" y="17"/>
                      <a:pt x="32" y="11"/>
                      <a:pt x="30" y="9"/>
                    </a:cubicBezTo>
                    <a:cubicBezTo>
                      <a:pt x="27" y="4"/>
                      <a:pt x="7" y="0"/>
                      <a:pt x="3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744">
                <a:extLst>
                  <a:ext uri="{FF2B5EF4-FFF2-40B4-BE49-F238E27FC236}">
                    <a16:creationId xmlns:a16="http://schemas.microsoft.com/office/drawing/2014/main" id="{0113DA26-9BF3-40DF-897F-574D40292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173"/>
                <a:ext cx="73" cy="69"/>
              </a:xfrm>
              <a:custGeom>
                <a:avLst/>
                <a:gdLst>
                  <a:gd name="T0" fmla="*/ 113 w 29"/>
                  <a:gd name="T1" fmla="*/ 77 h 26"/>
                  <a:gd name="T2" fmla="*/ 113 w 29"/>
                  <a:gd name="T3" fmla="*/ 316 h 26"/>
                  <a:gd name="T4" fmla="*/ 368 w 29"/>
                  <a:gd name="T5" fmla="*/ 451 h 26"/>
                  <a:gd name="T6" fmla="*/ 463 w 29"/>
                  <a:gd name="T7" fmla="*/ 260 h 26"/>
                  <a:gd name="T8" fmla="*/ 113 w 29"/>
                  <a:gd name="T9" fmla="*/ 7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6">
                    <a:moveTo>
                      <a:pt x="7" y="4"/>
                    </a:moveTo>
                    <a:cubicBezTo>
                      <a:pt x="4" y="8"/>
                      <a:pt x="0" y="13"/>
                      <a:pt x="7" y="17"/>
                    </a:cubicBezTo>
                    <a:cubicBezTo>
                      <a:pt x="10" y="19"/>
                      <a:pt x="19" y="26"/>
                      <a:pt x="23" y="24"/>
                    </a:cubicBezTo>
                    <a:cubicBezTo>
                      <a:pt x="25" y="23"/>
                      <a:pt x="29" y="17"/>
                      <a:pt x="29" y="14"/>
                    </a:cubicBezTo>
                    <a:cubicBezTo>
                      <a:pt x="27" y="7"/>
                      <a:pt x="9" y="0"/>
                      <a:pt x="7" y="4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745">
                <a:extLst>
                  <a:ext uri="{FF2B5EF4-FFF2-40B4-BE49-F238E27FC236}">
                    <a16:creationId xmlns:a16="http://schemas.microsoft.com/office/drawing/2014/main" id="{37F471ED-F872-4D87-B81C-821B3877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1146"/>
                <a:ext cx="83" cy="64"/>
              </a:xfrm>
              <a:custGeom>
                <a:avLst/>
                <a:gdLst>
                  <a:gd name="T0" fmla="*/ 0 w 33"/>
                  <a:gd name="T1" fmla="*/ 320 h 24"/>
                  <a:gd name="T2" fmla="*/ 335 w 33"/>
                  <a:gd name="T3" fmla="*/ 456 h 24"/>
                  <a:gd name="T4" fmla="*/ 526 w 33"/>
                  <a:gd name="T5" fmla="*/ 227 h 24"/>
                  <a:gd name="T6" fmla="*/ 380 w 33"/>
                  <a:gd name="T7" fmla="*/ 0 h 24"/>
                  <a:gd name="T8" fmla="*/ 0 w 33"/>
                  <a:gd name="T9" fmla="*/ 32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4">
                    <a:moveTo>
                      <a:pt x="0" y="17"/>
                    </a:moveTo>
                    <a:cubicBezTo>
                      <a:pt x="8" y="16"/>
                      <a:pt x="14" y="21"/>
                      <a:pt x="21" y="24"/>
                    </a:cubicBezTo>
                    <a:cubicBezTo>
                      <a:pt x="22" y="18"/>
                      <a:pt x="27" y="13"/>
                      <a:pt x="33" y="12"/>
                    </a:cubicBezTo>
                    <a:cubicBezTo>
                      <a:pt x="30" y="8"/>
                      <a:pt x="29" y="1"/>
                      <a:pt x="24" y="0"/>
                    </a:cubicBezTo>
                    <a:cubicBezTo>
                      <a:pt x="18" y="0"/>
                      <a:pt x="0" y="12"/>
                      <a:pt x="0" y="17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746">
                <a:extLst>
                  <a:ext uri="{FF2B5EF4-FFF2-40B4-BE49-F238E27FC236}">
                    <a16:creationId xmlns:a16="http://schemas.microsoft.com/office/drawing/2014/main" id="{69CA72F0-4467-4070-B4F7-F409ADF4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069"/>
                <a:ext cx="80" cy="82"/>
              </a:xfrm>
              <a:custGeom>
                <a:avLst/>
                <a:gdLst>
                  <a:gd name="T0" fmla="*/ 0 w 32"/>
                  <a:gd name="T1" fmla="*/ 370 h 31"/>
                  <a:gd name="T2" fmla="*/ 363 w 32"/>
                  <a:gd name="T3" fmla="*/ 56 h 31"/>
                  <a:gd name="T4" fmla="*/ 500 w 32"/>
                  <a:gd name="T5" fmla="*/ 336 h 31"/>
                  <a:gd name="T6" fmla="*/ 283 w 32"/>
                  <a:gd name="T7" fmla="*/ 574 h 31"/>
                  <a:gd name="T8" fmla="*/ 0 w 32"/>
                  <a:gd name="T9" fmla="*/ 37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0" y="20"/>
                    </a:moveTo>
                    <a:cubicBezTo>
                      <a:pt x="5" y="16"/>
                      <a:pt x="15" y="0"/>
                      <a:pt x="23" y="3"/>
                    </a:cubicBezTo>
                    <a:cubicBezTo>
                      <a:pt x="27" y="5"/>
                      <a:pt x="31" y="15"/>
                      <a:pt x="32" y="18"/>
                    </a:cubicBezTo>
                    <a:cubicBezTo>
                      <a:pt x="24" y="19"/>
                      <a:pt x="23" y="27"/>
                      <a:pt x="18" y="31"/>
                    </a:cubicBezTo>
                    <a:cubicBezTo>
                      <a:pt x="13" y="26"/>
                      <a:pt x="4" y="25"/>
                      <a:pt x="0" y="2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747">
                <a:extLst>
                  <a:ext uri="{FF2B5EF4-FFF2-40B4-BE49-F238E27FC236}">
                    <a16:creationId xmlns:a16="http://schemas.microsoft.com/office/drawing/2014/main" id="{D2D6EFBA-B8A0-4546-8B56-7B6636632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1181"/>
                <a:ext cx="78" cy="82"/>
              </a:xfrm>
              <a:custGeom>
                <a:avLst/>
                <a:gdLst>
                  <a:gd name="T0" fmla="*/ 209 w 31"/>
                  <a:gd name="T1" fmla="*/ 0 h 31"/>
                  <a:gd name="T2" fmla="*/ 20 w 31"/>
                  <a:gd name="T3" fmla="*/ 336 h 31"/>
                  <a:gd name="T4" fmla="*/ 221 w 31"/>
                  <a:gd name="T5" fmla="*/ 574 h 31"/>
                  <a:gd name="T6" fmla="*/ 493 w 31"/>
                  <a:gd name="T7" fmla="*/ 204 h 31"/>
                  <a:gd name="T8" fmla="*/ 209 w 31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3" y="0"/>
                    </a:moveTo>
                    <a:cubicBezTo>
                      <a:pt x="9" y="5"/>
                      <a:pt x="0" y="10"/>
                      <a:pt x="1" y="18"/>
                    </a:cubicBezTo>
                    <a:cubicBezTo>
                      <a:pt x="6" y="21"/>
                      <a:pt x="9" y="28"/>
                      <a:pt x="14" y="31"/>
                    </a:cubicBezTo>
                    <a:cubicBezTo>
                      <a:pt x="13" y="22"/>
                      <a:pt x="24" y="16"/>
                      <a:pt x="31" y="11"/>
                    </a:cubicBezTo>
                    <a:cubicBezTo>
                      <a:pt x="30" y="5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748">
                <a:extLst>
                  <a:ext uri="{FF2B5EF4-FFF2-40B4-BE49-F238E27FC236}">
                    <a16:creationId xmlns:a16="http://schemas.microsoft.com/office/drawing/2014/main" id="{37B7C73C-28EB-4372-8D7B-EE18C73E0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1391"/>
                <a:ext cx="78" cy="70"/>
              </a:xfrm>
              <a:custGeom>
                <a:avLst/>
                <a:gdLst>
                  <a:gd name="T0" fmla="*/ 33 w 31"/>
                  <a:gd name="T1" fmla="*/ 137 h 26"/>
                  <a:gd name="T2" fmla="*/ 367 w 31"/>
                  <a:gd name="T3" fmla="*/ 22 h 26"/>
                  <a:gd name="T4" fmla="*/ 493 w 31"/>
                  <a:gd name="T5" fmla="*/ 291 h 26"/>
                  <a:gd name="T6" fmla="*/ 335 w 31"/>
                  <a:gd name="T7" fmla="*/ 369 h 26"/>
                  <a:gd name="T8" fmla="*/ 189 w 31"/>
                  <a:gd name="T9" fmla="*/ 471 h 26"/>
                  <a:gd name="T10" fmla="*/ 33 w 31"/>
                  <a:gd name="T11" fmla="*/ 312 h 26"/>
                  <a:gd name="T12" fmla="*/ 33 w 31"/>
                  <a:gd name="T13" fmla="*/ 13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6">
                    <a:moveTo>
                      <a:pt x="2" y="7"/>
                    </a:moveTo>
                    <a:cubicBezTo>
                      <a:pt x="10" y="6"/>
                      <a:pt x="21" y="0"/>
                      <a:pt x="23" y="1"/>
                    </a:cubicBezTo>
                    <a:cubicBezTo>
                      <a:pt x="25" y="1"/>
                      <a:pt x="26" y="10"/>
                      <a:pt x="31" y="15"/>
                    </a:cubicBezTo>
                    <a:cubicBezTo>
                      <a:pt x="27" y="16"/>
                      <a:pt x="24" y="17"/>
                      <a:pt x="21" y="19"/>
                    </a:cubicBezTo>
                    <a:cubicBezTo>
                      <a:pt x="18" y="20"/>
                      <a:pt x="15" y="24"/>
                      <a:pt x="12" y="24"/>
                    </a:cubicBezTo>
                    <a:cubicBezTo>
                      <a:pt x="8" y="26"/>
                      <a:pt x="3" y="20"/>
                      <a:pt x="2" y="16"/>
                    </a:cubicBezTo>
                    <a:cubicBezTo>
                      <a:pt x="0" y="13"/>
                      <a:pt x="0" y="7"/>
                      <a:pt x="2" y="7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749">
                <a:extLst>
                  <a:ext uri="{FF2B5EF4-FFF2-40B4-BE49-F238E27FC236}">
                    <a16:creationId xmlns:a16="http://schemas.microsoft.com/office/drawing/2014/main" id="{6847EC81-3B2F-4818-BC07-C8DA52596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1325"/>
                <a:ext cx="65" cy="58"/>
              </a:xfrm>
              <a:custGeom>
                <a:avLst/>
                <a:gdLst>
                  <a:gd name="T0" fmla="*/ 158 w 26"/>
                  <a:gd name="T1" fmla="*/ 34 h 22"/>
                  <a:gd name="T2" fmla="*/ 408 w 26"/>
                  <a:gd name="T3" fmla="*/ 21 h 22"/>
                  <a:gd name="T4" fmla="*/ 363 w 26"/>
                  <a:gd name="T5" fmla="*/ 237 h 22"/>
                  <a:gd name="T6" fmla="*/ 270 w 26"/>
                  <a:gd name="T7" fmla="*/ 314 h 22"/>
                  <a:gd name="T8" fmla="*/ 33 w 26"/>
                  <a:gd name="T9" fmla="*/ 382 h 22"/>
                  <a:gd name="T10" fmla="*/ 83 w 26"/>
                  <a:gd name="T11" fmla="*/ 124 h 22"/>
                  <a:gd name="T12" fmla="*/ 158 w 26"/>
                  <a:gd name="T13" fmla="*/ 34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10" y="2"/>
                    </a:moveTo>
                    <a:cubicBezTo>
                      <a:pt x="15" y="3"/>
                      <a:pt x="21" y="1"/>
                      <a:pt x="26" y="1"/>
                    </a:cubicBezTo>
                    <a:cubicBezTo>
                      <a:pt x="25" y="5"/>
                      <a:pt x="25" y="10"/>
                      <a:pt x="23" y="13"/>
                    </a:cubicBezTo>
                    <a:cubicBezTo>
                      <a:pt x="22" y="16"/>
                      <a:pt x="21" y="15"/>
                      <a:pt x="17" y="17"/>
                    </a:cubicBezTo>
                    <a:cubicBezTo>
                      <a:pt x="15" y="17"/>
                      <a:pt x="5" y="22"/>
                      <a:pt x="2" y="21"/>
                    </a:cubicBezTo>
                    <a:cubicBezTo>
                      <a:pt x="0" y="19"/>
                      <a:pt x="4" y="9"/>
                      <a:pt x="5" y="7"/>
                    </a:cubicBezTo>
                    <a:cubicBezTo>
                      <a:pt x="6" y="0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750">
                <a:extLst>
                  <a:ext uri="{FF2B5EF4-FFF2-40B4-BE49-F238E27FC236}">
                    <a16:creationId xmlns:a16="http://schemas.microsoft.com/office/drawing/2014/main" id="{325CE778-D18A-46AE-BEAE-B82DF7AD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309"/>
                <a:ext cx="65" cy="50"/>
              </a:xfrm>
              <a:custGeom>
                <a:avLst/>
                <a:gdLst>
                  <a:gd name="T0" fmla="*/ 63 w 26"/>
                  <a:gd name="T1" fmla="*/ 55 h 19"/>
                  <a:gd name="T2" fmla="*/ 395 w 26"/>
                  <a:gd name="T3" fmla="*/ 21 h 19"/>
                  <a:gd name="T4" fmla="*/ 395 w 26"/>
                  <a:gd name="T5" fmla="*/ 271 h 19"/>
                  <a:gd name="T6" fmla="*/ 125 w 26"/>
                  <a:gd name="T7" fmla="*/ 311 h 19"/>
                  <a:gd name="T8" fmla="*/ 20 w 26"/>
                  <a:gd name="T9" fmla="*/ 292 h 19"/>
                  <a:gd name="T10" fmla="*/ 50 w 26"/>
                  <a:gd name="T11" fmla="*/ 124 h 19"/>
                  <a:gd name="T12" fmla="*/ 63 w 26"/>
                  <a:gd name="T13" fmla="*/ 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4" y="3"/>
                    </a:moveTo>
                    <a:cubicBezTo>
                      <a:pt x="11" y="3"/>
                      <a:pt x="18" y="0"/>
                      <a:pt x="25" y="1"/>
                    </a:cubicBezTo>
                    <a:cubicBezTo>
                      <a:pt x="26" y="6"/>
                      <a:pt x="24" y="11"/>
                      <a:pt x="25" y="15"/>
                    </a:cubicBezTo>
                    <a:cubicBezTo>
                      <a:pt x="19" y="15"/>
                      <a:pt x="14" y="17"/>
                      <a:pt x="8" y="17"/>
                    </a:cubicBezTo>
                    <a:cubicBezTo>
                      <a:pt x="4" y="18"/>
                      <a:pt x="3" y="19"/>
                      <a:pt x="1" y="16"/>
                    </a:cubicBezTo>
                    <a:cubicBezTo>
                      <a:pt x="0" y="14"/>
                      <a:pt x="3" y="9"/>
                      <a:pt x="3" y="7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751">
                <a:extLst>
                  <a:ext uri="{FF2B5EF4-FFF2-40B4-BE49-F238E27FC236}">
                    <a16:creationId xmlns:a16="http://schemas.microsoft.com/office/drawing/2014/main" id="{5EC1F825-0C33-42C1-B1D9-80372A485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1573"/>
                <a:ext cx="73" cy="178"/>
              </a:xfrm>
              <a:custGeom>
                <a:avLst/>
                <a:gdLst>
                  <a:gd name="T0" fmla="*/ 463 w 29"/>
                  <a:gd name="T1" fmla="*/ 1222 h 67"/>
                  <a:gd name="T2" fmla="*/ 380 w 29"/>
                  <a:gd name="T3" fmla="*/ 0 h 67"/>
                  <a:gd name="T4" fmla="*/ 317 w 29"/>
                  <a:gd name="T5" fmla="*/ 21 h 67"/>
                  <a:gd name="T6" fmla="*/ 209 w 29"/>
                  <a:gd name="T7" fmla="*/ 77 h 67"/>
                  <a:gd name="T8" fmla="*/ 20 w 29"/>
                  <a:gd name="T9" fmla="*/ 114 h 67"/>
                  <a:gd name="T10" fmla="*/ 0 w 29"/>
                  <a:gd name="T11" fmla="*/ 353 h 67"/>
                  <a:gd name="T12" fmla="*/ 50 w 29"/>
                  <a:gd name="T13" fmla="*/ 1257 h 67"/>
                  <a:gd name="T14" fmla="*/ 20 w 29"/>
                  <a:gd name="T15" fmla="*/ 1257 h 67"/>
                  <a:gd name="T16" fmla="*/ 463 w 29"/>
                  <a:gd name="T17" fmla="*/ 1222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67">
                    <a:moveTo>
                      <a:pt x="29" y="65"/>
                    </a:moveTo>
                    <a:cubicBezTo>
                      <a:pt x="29" y="48"/>
                      <a:pt x="26" y="10"/>
                      <a:pt x="24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2"/>
                      <a:pt x="16" y="3"/>
                      <a:pt x="13" y="4"/>
                    </a:cubicBezTo>
                    <a:cubicBezTo>
                      <a:pt x="9" y="5"/>
                      <a:pt x="5" y="5"/>
                      <a:pt x="1" y="6"/>
                    </a:cubicBezTo>
                    <a:cubicBezTo>
                      <a:pt x="1" y="6"/>
                      <a:pt x="0" y="11"/>
                      <a:pt x="0" y="19"/>
                    </a:cubicBezTo>
                    <a:cubicBezTo>
                      <a:pt x="1" y="37"/>
                      <a:pt x="2" y="56"/>
                      <a:pt x="3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11" y="67"/>
                      <a:pt x="21" y="66"/>
                      <a:pt x="29" y="65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752">
                <a:extLst>
                  <a:ext uri="{FF2B5EF4-FFF2-40B4-BE49-F238E27FC236}">
                    <a16:creationId xmlns:a16="http://schemas.microsoft.com/office/drawing/2014/main" id="{2C5DCAF8-3E18-4427-B1E1-319EBA113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471"/>
                <a:ext cx="132" cy="264"/>
              </a:xfrm>
              <a:custGeom>
                <a:avLst/>
                <a:gdLst>
                  <a:gd name="T0" fmla="*/ 819 w 53"/>
                  <a:gd name="T1" fmla="*/ 0 h 99"/>
                  <a:gd name="T2" fmla="*/ 466 w 53"/>
                  <a:gd name="T3" fmla="*/ 307 h 99"/>
                  <a:gd name="T4" fmla="*/ 291 w 53"/>
                  <a:gd name="T5" fmla="*/ 0 h 99"/>
                  <a:gd name="T6" fmla="*/ 0 w 53"/>
                  <a:gd name="T7" fmla="*/ 1877 h 99"/>
                  <a:gd name="T8" fmla="*/ 466 w 53"/>
                  <a:gd name="T9" fmla="*/ 1672 h 99"/>
                  <a:gd name="T10" fmla="*/ 466 w 53"/>
                  <a:gd name="T11" fmla="*/ 1651 h 99"/>
                  <a:gd name="T12" fmla="*/ 819 w 53"/>
                  <a:gd name="T13" fmla="*/ 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99">
                    <a:moveTo>
                      <a:pt x="53" y="0"/>
                    </a:moveTo>
                    <a:cubicBezTo>
                      <a:pt x="45" y="3"/>
                      <a:pt x="32" y="17"/>
                      <a:pt x="30" y="16"/>
                    </a:cubicBezTo>
                    <a:cubicBezTo>
                      <a:pt x="26" y="12"/>
                      <a:pt x="17" y="4"/>
                      <a:pt x="19" y="0"/>
                    </a:cubicBezTo>
                    <a:cubicBezTo>
                      <a:pt x="14" y="10"/>
                      <a:pt x="5" y="62"/>
                      <a:pt x="0" y="99"/>
                    </a:cubicBezTo>
                    <a:cubicBezTo>
                      <a:pt x="11" y="96"/>
                      <a:pt x="21" y="92"/>
                      <a:pt x="30" y="88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30" y="87"/>
                      <a:pt x="40" y="25"/>
                      <a:pt x="53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753">
                <a:extLst>
                  <a:ext uri="{FF2B5EF4-FFF2-40B4-BE49-F238E27FC236}">
                    <a16:creationId xmlns:a16="http://schemas.microsoft.com/office/drawing/2014/main" id="{484AE4FA-EB63-46FF-BBC6-7398843E9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402"/>
                <a:ext cx="58" cy="72"/>
              </a:xfrm>
              <a:custGeom>
                <a:avLst/>
                <a:gdLst>
                  <a:gd name="T0" fmla="*/ 126 w 23"/>
                  <a:gd name="T1" fmla="*/ 491 h 27"/>
                  <a:gd name="T2" fmla="*/ 368 w 23"/>
                  <a:gd name="T3" fmla="*/ 264 h 27"/>
                  <a:gd name="T4" fmla="*/ 351 w 23"/>
                  <a:gd name="T5" fmla="*/ 248 h 27"/>
                  <a:gd name="T6" fmla="*/ 0 w 23"/>
                  <a:gd name="T7" fmla="*/ 0 h 27"/>
                  <a:gd name="T8" fmla="*/ 113 w 23"/>
                  <a:gd name="T9" fmla="*/ 512 h 27"/>
                  <a:gd name="T10" fmla="*/ 126 w 23"/>
                  <a:gd name="T11" fmla="*/ 491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8" y="26"/>
                    </a:moveTo>
                    <a:cubicBezTo>
                      <a:pt x="10" y="24"/>
                      <a:pt x="17" y="18"/>
                      <a:pt x="23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7" y="8"/>
                      <a:pt x="7" y="0"/>
                      <a:pt x="0" y="0"/>
                    </a:cubicBezTo>
                    <a:cubicBezTo>
                      <a:pt x="1" y="8"/>
                      <a:pt x="8" y="21"/>
                      <a:pt x="7" y="27"/>
                    </a:cubicBezTo>
                    <a:cubicBezTo>
                      <a:pt x="7" y="27"/>
                      <a:pt x="8" y="26"/>
                      <a:pt x="8" y="26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754">
                <a:extLst>
                  <a:ext uri="{FF2B5EF4-FFF2-40B4-BE49-F238E27FC236}">
                    <a16:creationId xmlns:a16="http://schemas.microsoft.com/office/drawing/2014/main" id="{F001E3B7-F298-42EE-B6CB-B95A6AAEB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514"/>
                <a:ext cx="42" cy="211"/>
              </a:xfrm>
              <a:custGeom>
                <a:avLst/>
                <a:gdLst>
                  <a:gd name="T0" fmla="*/ 257 w 17"/>
                  <a:gd name="T1" fmla="*/ 0 h 79"/>
                  <a:gd name="T2" fmla="*/ 0 w 17"/>
                  <a:gd name="T3" fmla="*/ 1506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9">
                    <a:moveTo>
                      <a:pt x="17" y="0"/>
                    </a:moveTo>
                    <a:cubicBezTo>
                      <a:pt x="13" y="11"/>
                      <a:pt x="4" y="53"/>
                      <a:pt x="0" y="79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755">
                <a:extLst>
                  <a:ext uri="{FF2B5EF4-FFF2-40B4-BE49-F238E27FC236}">
                    <a16:creationId xmlns:a16="http://schemas.microsoft.com/office/drawing/2014/main" id="{F2C8BF33-C544-4B82-904E-2F9A043F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1538"/>
                <a:ext cx="13" cy="211"/>
              </a:xfrm>
              <a:custGeom>
                <a:avLst/>
                <a:gdLst>
                  <a:gd name="T0" fmla="*/ 0 w 5"/>
                  <a:gd name="T1" fmla="*/ 0 h 79"/>
                  <a:gd name="T2" fmla="*/ 88 w 5"/>
                  <a:gd name="T3" fmla="*/ 1506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9">
                    <a:moveTo>
                      <a:pt x="0" y="0"/>
                    </a:moveTo>
                    <a:cubicBezTo>
                      <a:pt x="1" y="16"/>
                      <a:pt x="3" y="52"/>
                      <a:pt x="5" y="79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756">
                <a:extLst>
                  <a:ext uri="{FF2B5EF4-FFF2-40B4-BE49-F238E27FC236}">
                    <a16:creationId xmlns:a16="http://schemas.microsoft.com/office/drawing/2014/main" id="{A982F25C-F8D1-47C6-A4FA-08791D01D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1490"/>
                <a:ext cx="113" cy="235"/>
              </a:xfrm>
              <a:custGeom>
                <a:avLst/>
                <a:gdLst>
                  <a:gd name="T0" fmla="*/ 442 w 45"/>
                  <a:gd name="T1" fmla="*/ 136 h 88"/>
                  <a:gd name="T2" fmla="*/ 442 w 45"/>
                  <a:gd name="T3" fmla="*/ 171 h 88"/>
                  <a:gd name="T4" fmla="*/ 158 w 45"/>
                  <a:gd name="T5" fmla="*/ 227 h 88"/>
                  <a:gd name="T6" fmla="*/ 0 w 45"/>
                  <a:gd name="T7" fmla="*/ 0 h 88"/>
                  <a:gd name="T8" fmla="*/ 284 w 45"/>
                  <a:gd name="T9" fmla="*/ 1413 h 88"/>
                  <a:gd name="T10" fmla="*/ 713 w 45"/>
                  <a:gd name="T11" fmla="*/ 1677 h 88"/>
                  <a:gd name="T12" fmla="*/ 442 w 45"/>
                  <a:gd name="T13" fmla="*/ 136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88">
                    <a:moveTo>
                      <a:pt x="28" y="7"/>
                    </a:moveTo>
                    <a:cubicBezTo>
                      <a:pt x="28" y="7"/>
                      <a:pt x="28" y="8"/>
                      <a:pt x="28" y="9"/>
                    </a:cubicBezTo>
                    <a:cubicBezTo>
                      <a:pt x="21" y="9"/>
                      <a:pt x="16" y="6"/>
                      <a:pt x="10" y="12"/>
                    </a:cubicBezTo>
                    <a:cubicBezTo>
                      <a:pt x="8" y="7"/>
                      <a:pt x="2" y="5"/>
                      <a:pt x="0" y="0"/>
                    </a:cubicBezTo>
                    <a:cubicBezTo>
                      <a:pt x="5" y="15"/>
                      <a:pt x="13" y="52"/>
                      <a:pt x="18" y="74"/>
                    </a:cubicBezTo>
                    <a:cubicBezTo>
                      <a:pt x="25" y="79"/>
                      <a:pt x="34" y="84"/>
                      <a:pt x="45" y="88"/>
                    </a:cubicBezTo>
                    <a:cubicBezTo>
                      <a:pt x="43" y="61"/>
                      <a:pt x="35" y="21"/>
                      <a:pt x="28" y="7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757">
                <a:extLst>
                  <a:ext uri="{FF2B5EF4-FFF2-40B4-BE49-F238E27FC236}">
                    <a16:creationId xmlns:a16="http://schemas.microsoft.com/office/drawing/2014/main" id="{BF197303-5CC9-47D3-8507-EB1B3B4D2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1522"/>
                <a:ext cx="40" cy="179"/>
              </a:xfrm>
              <a:custGeom>
                <a:avLst/>
                <a:gdLst>
                  <a:gd name="T0" fmla="*/ 0 w 16"/>
                  <a:gd name="T1" fmla="*/ 0 h 67"/>
                  <a:gd name="T2" fmla="*/ 250 w 16"/>
                  <a:gd name="T3" fmla="*/ 127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7">
                    <a:moveTo>
                      <a:pt x="0" y="0"/>
                    </a:moveTo>
                    <a:cubicBezTo>
                      <a:pt x="5" y="13"/>
                      <a:pt x="12" y="44"/>
                      <a:pt x="16" y="67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758">
                <a:extLst>
                  <a:ext uri="{FF2B5EF4-FFF2-40B4-BE49-F238E27FC236}">
                    <a16:creationId xmlns:a16="http://schemas.microsoft.com/office/drawing/2014/main" id="{A1DF953B-0D40-45FB-ADAE-00ED62A7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1431"/>
                <a:ext cx="112" cy="312"/>
              </a:xfrm>
              <a:custGeom>
                <a:avLst/>
                <a:gdLst>
                  <a:gd name="T0" fmla="*/ 433 w 45"/>
                  <a:gd name="T1" fmla="*/ 0 h 117"/>
                  <a:gd name="T2" fmla="*/ 279 w 45"/>
                  <a:gd name="T3" fmla="*/ 77 h 117"/>
                  <a:gd name="T4" fmla="*/ 137 w 45"/>
                  <a:gd name="T5" fmla="*/ 171 h 117"/>
                  <a:gd name="T6" fmla="*/ 0 w 45"/>
                  <a:gd name="T7" fmla="*/ 77 h 117"/>
                  <a:gd name="T8" fmla="*/ 309 w 45"/>
                  <a:gd name="T9" fmla="*/ 2083 h 117"/>
                  <a:gd name="T10" fmla="*/ 309 w 45"/>
                  <a:gd name="T11" fmla="*/ 2104 h 117"/>
                  <a:gd name="T12" fmla="*/ 694 w 45"/>
                  <a:gd name="T13" fmla="*/ 2219 h 117"/>
                  <a:gd name="T14" fmla="*/ 433 w 45"/>
                  <a:gd name="T15" fmla="*/ 0 h 1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117">
                    <a:moveTo>
                      <a:pt x="28" y="0"/>
                    </a:moveTo>
                    <a:cubicBezTo>
                      <a:pt x="24" y="1"/>
                      <a:pt x="21" y="2"/>
                      <a:pt x="18" y="4"/>
                    </a:cubicBezTo>
                    <a:cubicBezTo>
                      <a:pt x="15" y="5"/>
                      <a:pt x="12" y="9"/>
                      <a:pt x="9" y="9"/>
                    </a:cubicBezTo>
                    <a:cubicBezTo>
                      <a:pt x="6" y="11"/>
                      <a:pt x="2" y="8"/>
                      <a:pt x="0" y="4"/>
                    </a:cubicBezTo>
                    <a:cubicBezTo>
                      <a:pt x="8" y="23"/>
                      <a:pt x="19" y="78"/>
                      <a:pt x="20" y="110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27" y="114"/>
                      <a:pt x="36" y="116"/>
                      <a:pt x="45" y="117"/>
                    </a:cubicBezTo>
                    <a:cubicBezTo>
                      <a:pt x="45" y="104"/>
                      <a:pt x="45" y="37"/>
                      <a:pt x="28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759">
                <a:extLst>
                  <a:ext uri="{FF2B5EF4-FFF2-40B4-BE49-F238E27FC236}">
                    <a16:creationId xmlns:a16="http://schemas.microsoft.com/office/drawing/2014/main" id="{5D756564-701A-43FC-9E9B-3CCAFB172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458"/>
                <a:ext cx="48" cy="275"/>
              </a:xfrm>
              <a:custGeom>
                <a:avLst/>
                <a:gdLst>
                  <a:gd name="T0" fmla="*/ 0 w 19"/>
                  <a:gd name="T1" fmla="*/ 0 h 103"/>
                  <a:gd name="T2" fmla="*/ 306 w 19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3">
                    <a:moveTo>
                      <a:pt x="0" y="0"/>
                    </a:moveTo>
                    <a:cubicBezTo>
                      <a:pt x="4" y="8"/>
                      <a:pt x="15" y="63"/>
                      <a:pt x="19" y="103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760">
                <a:extLst>
                  <a:ext uri="{FF2B5EF4-FFF2-40B4-BE49-F238E27FC236}">
                    <a16:creationId xmlns:a16="http://schemas.microsoft.com/office/drawing/2014/main" id="{EF3E43FE-735F-4073-99CE-8F6D4D112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1410"/>
                <a:ext cx="85" cy="136"/>
              </a:xfrm>
              <a:custGeom>
                <a:avLst/>
                <a:gdLst>
                  <a:gd name="T0" fmla="*/ 250 w 34"/>
                  <a:gd name="T1" fmla="*/ 627 h 51"/>
                  <a:gd name="T2" fmla="*/ 408 w 34"/>
                  <a:gd name="T3" fmla="*/ 717 h 51"/>
                  <a:gd name="T4" fmla="*/ 458 w 34"/>
                  <a:gd name="T5" fmla="*/ 819 h 51"/>
                  <a:gd name="T6" fmla="*/ 458 w 34"/>
                  <a:gd name="T7" fmla="*/ 819 h 51"/>
                  <a:gd name="T8" fmla="*/ 458 w 34"/>
                  <a:gd name="T9" fmla="*/ 819 h 51"/>
                  <a:gd name="T10" fmla="*/ 470 w 34"/>
                  <a:gd name="T11" fmla="*/ 968 h 51"/>
                  <a:gd name="T12" fmla="*/ 520 w 34"/>
                  <a:gd name="T13" fmla="*/ 77 h 51"/>
                  <a:gd name="T14" fmla="*/ 500 w 34"/>
                  <a:gd name="T15" fmla="*/ 77 h 51"/>
                  <a:gd name="T16" fmla="*/ 250 w 34"/>
                  <a:gd name="T17" fmla="*/ 248 h 51"/>
                  <a:gd name="T18" fmla="*/ 0 w 34"/>
                  <a:gd name="T19" fmla="*/ 0 h 51"/>
                  <a:gd name="T20" fmla="*/ 33 w 34"/>
                  <a:gd name="T21" fmla="*/ 683 h 51"/>
                  <a:gd name="T22" fmla="*/ 250 w 34"/>
                  <a:gd name="T23" fmla="*/ 627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51">
                    <a:moveTo>
                      <a:pt x="16" y="33"/>
                    </a:moveTo>
                    <a:cubicBezTo>
                      <a:pt x="21" y="33"/>
                      <a:pt x="22" y="34"/>
                      <a:pt x="26" y="38"/>
                    </a:cubicBezTo>
                    <a:cubicBezTo>
                      <a:pt x="28" y="40"/>
                      <a:pt x="29" y="41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44"/>
                      <a:pt x="30" y="47"/>
                      <a:pt x="30" y="51"/>
                    </a:cubicBezTo>
                    <a:cubicBezTo>
                      <a:pt x="32" y="36"/>
                      <a:pt x="34" y="11"/>
                      <a:pt x="33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26" y="5"/>
                      <a:pt x="18" y="6"/>
                      <a:pt x="16" y="13"/>
                    </a:cubicBezTo>
                    <a:cubicBezTo>
                      <a:pt x="9" y="9"/>
                      <a:pt x="8" y="3"/>
                      <a:pt x="0" y="0"/>
                    </a:cubicBezTo>
                    <a:cubicBezTo>
                      <a:pt x="1" y="7"/>
                      <a:pt x="2" y="24"/>
                      <a:pt x="2" y="36"/>
                    </a:cubicBezTo>
                    <a:cubicBezTo>
                      <a:pt x="7" y="34"/>
                      <a:pt x="12" y="33"/>
                      <a:pt x="16" y="33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761">
                <a:extLst>
                  <a:ext uri="{FF2B5EF4-FFF2-40B4-BE49-F238E27FC236}">
                    <a16:creationId xmlns:a16="http://schemas.microsoft.com/office/drawing/2014/main" id="{CF264ED3-0FE9-4616-A1BE-AFC983CBA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1445"/>
                <a:ext cx="5" cy="53"/>
              </a:xfrm>
              <a:custGeom>
                <a:avLst/>
                <a:gdLst>
                  <a:gd name="T0" fmla="*/ 20 w 2"/>
                  <a:gd name="T1" fmla="*/ 0 h 20"/>
                  <a:gd name="T2" fmla="*/ 0 w 2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0">
                    <a:moveTo>
                      <a:pt x="1" y="0"/>
                    </a:moveTo>
                    <a:cubicBezTo>
                      <a:pt x="2" y="6"/>
                      <a:pt x="0" y="20"/>
                      <a:pt x="0" y="20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762">
                <a:extLst>
                  <a:ext uri="{FF2B5EF4-FFF2-40B4-BE49-F238E27FC236}">
                    <a16:creationId xmlns:a16="http://schemas.microsoft.com/office/drawing/2014/main" id="{E6CB5922-6A44-4910-912D-E4F49298F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447"/>
                <a:ext cx="72" cy="206"/>
              </a:xfrm>
              <a:custGeom>
                <a:avLst/>
                <a:gdLst>
                  <a:gd name="T0" fmla="*/ 278 w 29"/>
                  <a:gd name="T1" fmla="*/ 615 h 77"/>
                  <a:gd name="T2" fmla="*/ 320 w 29"/>
                  <a:gd name="T3" fmla="*/ 902 h 77"/>
                  <a:gd name="T4" fmla="*/ 370 w 29"/>
                  <a:gd name="T5" fmla="*/ 1474 h 77"/>
                  <a:gd name="T6" fmla="*/ 382 w 29"/>
                  <a:gd name="T7" fmla="*/ 1359 h 77"/>
                  <a:gd name="T8" fmla="*/ 444 w 29"/>
                  <a:gd name="T9" fmla="*/ 35 h 77"/>
                  <a:gd name="T10" fmla="*/ 62 w 29"/>
                  <a:gd name="T11" fmla="*/ 321 h 77"/>
                  <a:gd name="T12" fmla="*/ 12 w 29"/>
                  <a:gd name="T13" fmla="*/ 0 h 77"/>
                  <a:gd name="T14" fmla="*/ 12 w 29"/>
                  <a:gd name="T15" fmla="*/ 730 h 77"/>
                  <a:gd name="T16" fmla="*/ 278 w 29"/>
                  <a:gd name="T17" fmla="*/ 615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77">
                    <a:moveTo>
                      <a:pt x="18" y="32"/>
                    </a:moveTo>
                    <a:cubicBezTo>
                      <a:pt x="19" y="37"/>
                      <a:pt x="21" y="42"/>
                      <a:pt x="21" y="47"/>
                    </a:cubicBezTo>
                    <a:cubicBezTo>
                      <a:pt x="22" y="52"/>
                      <a:pt x="23" y="64"/>
                      <a:pt x="24" y="77"/>
                    </a:cubicBezTo>
                    <a:cubicBezTo>
                      <a:pt x="25" y="75"/>
                      <a:pt x="25" y="73"/>
                      <a:pt x="25" y="71"/>
                    </a:cubicBezTo>
                    <a:cubicBezTo>
                      <a:pt x="26" y="46"/>
                      <a:pt x="29" y="8"/>
                      <a:pt x="29" y="2"/>
                    </a:cubicBezTo>
                    <a:cubicBezTo>
                      <a:pt x="19" y="5"/>
                      <a:pt x="8" y="8"/>
                      <a:pt x="4" y="17"/>
                    </a:cubicBezTo>
                    <a:cubicBezTo>
                      <a:pt x="2" y="11"/>
                      <a:pt x="2" y="6"/>
                      <a:pt x="1" y="0"/>
                    </a:cubicBezTo>
                    <a:cubicBezTo>
                      <a:pt x="0" y="7"/>
                      <a:pt x="0" y="24"/>
                      <a:pt x="1" y="38"/>
                    </a:cubicBezTo>
                    <a:cubicBezTo>
                      <a:pt x="7" y="36"/>
                      <a:pt x="13" y="34"/>
                      <a:pt x="18" y="3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763">
                <a:extLst>
                  <a:ext uri="{FF2B5EF4-FFF2-40B4-BE49-F238E27FC236}">
                    <a16:creationId xmlns:a16="http://schemas.microsoft.com/office/drawing/2014/main" id="{4D3FA409-72B0-4473-83CB-F96B3AD62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93"/>
                <a:ext cx="3" cy="53"/>
              </a:xfrm>
              <a:custGeom>
                <a:avLst/>
                <a:gdLst>
                  <a:gd name="T0" fmla="*/ 27 w 1"/>
                  <a:gd name="T1" fmla="*/ 0 h 20"/>
                  <a:gd name="T2" fmla="*/ 0 w 1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0">
                    <a:moveTo>
                      <a:pt x="1" y="0"/>
                    </a:moveTo>
                    <a:cubicBezTo>
                      <a:pt x="0" y="10"/>
                      <a:pt x="0" y="20"/>
                      <a:pt x="0" y="20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764">
                <a:extLst>
                  <a:ext uri="{FF2B5EF4-FFF2-40B4-BE49-F238E27FC236}">
                    <a16:creationId xmlns:a16="http://schemas.microsoft.com/office/drawing/2014/main" id="{E46BB3FC-FF55-4CAF-9E73-B88FE2F25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346"/>
                <a:ext cx="80" cy="109"/>
              </a:xfrm>
              <a:custGeom>
                <a:avLst/>
                <a:gdLst>
                  <a:gd name="T0" fmla="*/ 113 w 32"/>
                  <a:gd name="T1" fmla="*/ 635 h 41"/>
                  <a:gd name="T2" fmla="*/ 125 w 32"/>
                  <a:gd name="T3" fmla="*/ 657 h 41"/>
                  <a:gd name="T4" fmla="*/ 125 w 32"/>
                  <a:gd name="T5" fmla="*/ 657 h 41"/>
                  <a:gd name="T6" fmla="*/ 333 w 32"/>
                  <a:gd name="T7" fmla="*/ 566 h 41"/>
                  <a:gd name="T8" fmla="*/ 408 w 32"/>
                  <a:gd name="T9" fmla="*/ 771 h 41"/>
                  <a:gd name="T10" fmla="*/ 500 w 32"/>
                  <a:gd name="T11" fmla="*/ 282 h 41"/>
                  <a:gd name="T12" fmla="*/ 158 w 32"/>
                  <a:gd name="T13" fmla="*/ 282 h 41"/>
                  <a:gd name="T14" fmla="*/ 20 w 32"/>
                  <a:gd name="T15" fmla="*/ 0 h 41"/>
                  <a:gd name="T16" fmla="*/ 0 w 32"/>
                  <a:gd name="T17" fmla="*/ 524 h 41"/>
                  <a:gd name="T18" fmla="*/ 113 w 32"/>
                  <a:gd name="T19" fmla="*/ 635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41">
                    <a:moveTo>
                      <a:pt x="7" y="34"/>
                    </a:move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3" y="31"/>
                      <a:pt x="18" y="29"/>
                      <a:pt x="21" y="30"/>
                    </a:cubicBezTo>
                    <a:cubicBezTo>
                      <a:pt x="24" y="32"/>
                      <a:pt x="25" y="37"/>
                      <a:pt x="26" y="41"/>
                    </a:cubicBezTo>
                    <a:cubicBezTo>
                      <a:pt x="27" y="37"/>
                      <a:pt x="31" y="20"/>
                      <a:pt x="32" y="15"/>
                    </a:cubicBezTo>
                    <a:cubicBezTo>
                      <a:pt x="26" y="13"/>
                      <a:pt x="16" y="13"/>
                      <a:pt x="10" y="15"/>
                    </a:cubicBezTo>
                    <a:cubicBezTo>
                      <a:pt x="8" y="9"/>
                      <a:pt x="3" y="5"/>
                      <a:pt x="1" y="0"/>
                    </a:cubicBezTo>
                    <a:cubicBezTo>
                      <a:pt x="0" y="4"/>
                      <a:pt x="0" y="17"/>
                      <a:pt x="0" y="28"/>
                    </a:cubicBezTo>
                    <a:cubicBezTo>
                      <a:pt x="3" y="30"/>
                      <a:pt x="5" y="32"/>
                      <a:pt x="7" y="3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765">
                <a:extLst>
                  <a:ext uri="{FF2B5EF4-FFF2-40B4-BE49-F238E27FC236}">
                    <a16:creationId xmlns:a16="http://schemas.microsoft.com/office/drawing/2014/main" id="{F6CED8BD-44DB-4B44-BF43-D89A41779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231"/>
                <a:ext cx="98" cy="147"/>
              </a:xfrm>
              <a:custGeom>
                <a:avLst/>
                <a:gdLst>
                  <a:gd name="T0" fmla="*/ 618 w 39"/>
                  <a:gd name="T1" fmla="*/ 0 h 55"/>
                  <a:gd name="T2" fmla="*/ 0 w 39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5">
                    <a:moveTo>
                      <a:pt x="39" y="0"/>
                    </a:moveTo>
                    <a:cubicBezTo>
                      <a:pt x="28" y="13"/>
                      <a:pt x="10" y="34"/>
                      <a:pt x="0" y="55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766">
                <a:extLst>
                  <a:ext uri="{FF2B5EF4-FFF2-40B4-BE49-F238E27FC236}">
                    <a16:creationId xmlns:a16="http://schemas.microsoft.com/office/drawing/2014/main" id="{5A5DAEDC-E960-41D4-A0A1-136ED06B2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327"/>
                <a:ext cx="147" cy="366"/>
              </a:xfrm>
              <a:custGeom>
                <a:avLst/>
                <a:gdLst>
                  <a:gd name="T0" fmla="*/ 541 w 59"/>
                  <a:gd name="T1" fmla="*/ 2006 h 137"/>
                  <a:gd name="T2" fmla="*/ 571 w 59"/>
                  <a:gd name="T3" fmla="*/ 1849 h 137"/>
                  <a:gd name="T4" fmla="*/ 683 w 59"/>
                  <a:gd name="T5" fmla="*/ 1242 h 137"/>
                  <a:gd name="T6" fmla="*/ 715 w 59"/>
                  <a:gd name="T7" fmla="*/ 1106 h 137"/>
                  <a:gd name="T8" fmla="*/ 912 w 59"/>
                  <a:gd name="T9" fmla="*/ 422 h 137"/>
                  <a:gd name="T10" fmla="*/ 912 w 59"/>
                  <a:gd name="T11" fmla="*/ 422 h 137"/>
                  <a:gd name="T12" fmla="*/ 683 w 59"/>
                  <a:gd name="T13" fmla="*/ 401 h 137"/>
                  <a:gd name="T14" fmla="*/ 466 w 59"/>
                  <a:gd name="T15" fmla="*/ 0 h 137"/>
                  <a:gd name="T16" fmla="*/ 0 w 59"/>
                  <a:gd name="T17" fmla="*/ 2498 h 137"/>
                  <a:gd name="T18" fmla="*/ 0 w 59"/>
                  <a:gd name="T19" fmla="*/ 2613 h 137"/>
                  <a:gd name="T20" fmla="*/ 541 w 59"/>
                  <a:gd name="T21" fmla="*/ 2006 h 1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37">
                    <a:moveTo>
                      <a:pt x="35" y="105"/>
                    </a:moveTo>
                    <a:cubicBezTo>
                      <a:pt x="37" y="97"/>
                      <a:pt x="37" y="97"/>
                      <a:pt x="37" y="97"/>
                    </a:cubicBezTo>
                    <a:cubicBezTo>
                      <a:pt x="38" y="87"/>
                      <a:pt x="41" y="75"/>
                      <a:pt x="44" y="65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50" y="43"/>
                      <a:pt x="55" y="30"/>
                      <a:pt x="59" y="22"/>
                    </a:cubicBezTo>
                    <a:cubicBezTo>
                      <a:pt x="59" y="22"/>
                      <a:pt x="59" y="22"/>
                      <a:pt x="59" y="22"/>
                    </a:cubicBezTo>
                    <a:cubicBezTo>
                      <a:pt x="55" y="21"/>
                      <a:pt x="50" y="20"/>
                      <a:pt x="44" y="21"/>
                    </a:cubicBezTo>
                    <a:cubicBezTo>
                      <a:pt x="42" y="17"/>
                      <a:pt x="33" y="2"/>
                      <a:pt x="30" y="0"/>
                    </a:cubicBezTo>
                    <a:cubicBezTo>
                      <a:pt x="24" y="14"/>
                      <a:pt x="3" y="99"/>
                      <a:pt x="0" y="131"/>
                    </a:cubicBezTo>
                    <a:cubicBezTo>
                      <a:pt x="0" y="133"/>
                      <a:pt x="0" y="135"/>
                      <a:pt x="0" y="137"/>
                    </a:cubicBezTo>
                    <a:cubicBezTo>
                      <a:pt x="20" y="125"/>
                      <a:pt x="31" y="111"/>
                      <a:pt x="35" y="105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767">
                <a:extLst>
                  <a:ext uri="{FF2B5EF4-FFF2-40B4-BE49-F238E27FC236}">
                    <a16:creationId xmlns:a16="http://schemas.microsoft.com/office/drawing/2014/main" id="{E80C0828-F6EF-4E9B-89AE-C049D8DB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383"/>
                <a:ext cx="65" cy="272"/>
              </a:xfrm>
              <a:custGeom>
                <a:avLst/>
                <a:gdLst>
                  <a:gd name="T0" fmla="*/ 408 w 26"/>
                  <a:gd name="T1" fmla="*/ 0 h 102"/>
                  <a:gd name="T2" fmla="*/ 33 w 26"/>
                  <a:gd name="T3" fmla="*/ 1763 h 102"/>
                  <a:gd name="T4" fmla="*/ 0 w 26"/>
                  <a:gd name="T5" fmla="*/ 1933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02">
                    <a:moveTo>
                      <a:pt x="26" y="0"/>
                    </a:moveTo>
                    <a:cubicBezTo>
                      <a:pt x="20" y="21"/>
                      <a:pt x="9" y="57"/>
                      <a:pt x="2" y="93"/>
                    </a:cubicBezTo>
                    <a:cubicBezTo>
                      <a:pt x="1" y="100"/>
                      <a:pt x="0" y="102"/>
                      <a:pt x="0" y="10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768">
                <a:extLst>
                  <a:ext uri="{FF2B5EF4-FFF2-40B4-BE49-F238E27FC236}">
                    <a16:creationId xmlns:a16="http://schemas.microsoft.com/office/drawing/2014/main" id="{20B624FA-F867-4625-B76B-8F0E50CBB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231"/>
                <a:ext cx="18" cy="94"/>
              </a:xfrm>
              <a:custGeom>
                <a:avLst/>
                <a:gdLst>
                  <a:gd name="T0" fmla="*/ 118 w 7"/>
                  <a:gd name="T1" fmla="*/ 0 h 35"/>
                  <a:gd name="T2" fmla="*/ 0 w 7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5">
                    <a:moveTo>
                      <a:pt x="7" y="0"/>
                    </a:moveTo>
                    <a:cubicBezTo>
                      <a:pt x="5" y="6"/>
                      <a:pt x="2" y="21"/>
                      <a:pt x="0" y="35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769">
                <a:extLst>
                  <a:ext uri="{FF2B5EF4-FFF2-40B4-BE49-F238E27FC236}">
                    <a16:creationId xmlns:a16="http://schemas.microsoft.com/office/drawing/2014/main" id="{DC9AE1C9-0D17-4CD2-8B53-976D56E3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266"/>
                <a:ext cx="77" cy="205"/>
              </a:xfrm>
              <a:custGeom>
                <a:avLst/>
                <a:gdLst>
                  <a:gd name="T0" fmla="*/ 124 w 31"/>
                  <a:gd name="T1" fmla="*/ 56 h 77"/>
                  <a:gd name="T2" fmla="*/ 30 w 31"/>
                  <a:gd name="T3" fmla="*/ 546 h 77"/>
                  <a:gd name="T4" fmla="*/ 92 w 31"/>
                  <a:gd name="T5" fmla="*/ 849 h 77"/>
                  <a:gd name="T6" fmla="*/ 0 w 31"/>
                  <a:gd name="T7" fmla="*/ 1339 h 77"/>
                  <a:gd name="T8" fmla="*/ 12 w 31"/>
                  <a:gd name="T9" fmla="*/ 1454 h 77"/>
                  <a:gd name="T10" fmla="*/ 246 w 31"/>
                  <a:gd name="T11" fmla="*/ 431 h 77"/>
                  <a:gd name="T12" fmla="*/ 432 w 31"/>
                  <a:gd name="T13" fmla="*/ 431 h 77"/>
                  <a:gd name="T14" fmla="*/ 474 w 31"/>
                  <a:gd name="T15" fmla="*/ 114 h 77"/>
                  <a:gd name="T16" fmla="*/ 124 w 31"/>
                  <a:gd name="T17" fmla="*/ 56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77">
                    <a:moveTo>
                      <a:pt x="8" y="3"/>
                    </a:moveTo>
                    <a:cubicBezTo>
                      <a:pt x="2" y="29"/>
                      <a:pt x="2" y="29"/>
                      <a:pt x="2" y="29"/>
                    </a:cubicBezTo>
                    <a:cubicBezTo>
                      <a:pt x="4" y="32"/>
                      <a:pt x="3" y="40"/>
                      <a:pt x="6" y="45"/>
                    </a:cubicBezTo>
                    <a:cubicBezTo>
                      <a:pt x="5" y="50"/>
                      <a:pt x="1" y="67"/>
                      <a:pt x="0" y="71"/>
                    </a:cubicBezTo>
                    <a:cubicBezTo>
                      <a:pt x="1" y="73"/>
                      <a:pt x="1" y="75"/>
                      <a:pt x="1" y="77"/>
                    </a:cubicBezTo>
                    <a:cubicBezTo>
                      <a:pt x="7" y="52"/>
                      <a:pt x="14" y="30"/>
                      <a:pt x="16" y="23"/>
                    </a:cubicBezTo>
                    <a:cubicBezTo>
                      <a:pt x="19" y="22"/>
                      <a:pt x="23" y="22"/>
                      <a:pt x="28" y="23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25" y="3"/>
                      <a:pt x="15" y="0"/>
                      <a:pt x="8" y="3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770">
                <a:extLst>
                  <a:ext uri="{FF2B5EF4-FFF2-40B4-BE49-F238E27FC236}">
                    <a16:creationId xmlns:a16="http://schemas.microsoft.com/office/drawing/2014/main" id="{2FEAF0EC-D3FA-4581-BAFB-3908EA52C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1415"/>
                <a:ext cx="130" cy="280"/>
              </a:xfrm>
              <a:custGeom>
                <a:avLst/>
                <a:gdLst>
                  <a:gd name="T0" fmla="*/ 738 w 52"/>
                  <a:gd name="T1" fmla="*/ 1933 h 105"/>
                  <a:gd name="T2" fmla="*/ 458 w 52"/>
                  <a:gd name="T3" fmla="*/ 533 h 105"/>
                  <a:gd name="T4" fmla="*/ 625 w 52"/>
                  <a:gd name="T5" fmla="*/ 419 h 105"/>
                  <a:gd name="T6" fmla="*/ 520 w 52"/>
                  <a:gd name="T7" fmla="*/ 35 h 105"/>
                  <a:gd name="T8" fmla="*/ 188 w 52"/>
                  <a:gd name="T9" fmla="*/ 192 h 105"/>
                  <a:gd name="T10" fmla="*/ 0 w 52"/>
                  <a:gd name="T11" fmla="*/ 0 h 105"/>
                  <a:gd name="T12" fmla="*/ 333 w 52"/>
                  <a:gd name="T13" fmla="*/ 1443 h 105"/>
                  <a:gd name="T14" fmla="*/ 333 w 52"/>
                  <a:gd name="T15" fmla="*/ 1459 h 105"/>
                  <a:gd name="T16" fmla="*/ 813 w 52"/>
                  <a:gd name="T17" fmla="*/ 1992 h 105"/>
                  <a:gd name="T18" fmla="*/ 813 w 52"/>
                  <a:gd name="T19" fmla="*/ 1992 h 105"/>
                  <a:gd name="T20" fmla="*/ 738 w 52"/>
                  <a:gd name="T21" fmla="*/ 1933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05">
                    <a:moveTo>
                      <a:pt x="47" y="102"/>
                    </a:moveTo>
                    <a:cubicBezTo>
                      <a:pt x="42" y="80"/>
                      <a:pt x="34" y="43"/>
                      <a:pt x="29" y="28"/>
                    </a:cubicBezTo>
                    <a:cubicBezTo>
                      <a:pt x="32" y="26"/>
                      <a:pt x="36" y="23"/>
                      <a:pt x="40" y="22"/>
                    </a:cubicBezTo>
                    <a:cubicBezTo>
                      <a:pt x="37" y="13"/>
                      <a:pt x="35" y="5"/>
                      <a:pt x="33" y="2"/>
                    </a:cubicBezTo>
                    <a:cubicBezTo>
                      <a:pt x="25" y="2"/>
                      <a:pt x="19" y="3"/>
                      <a:pt x="12" y="10"/>
                    </a:cubicBezTo>
                    <a:cubicBezTo>
                      <a:pt x="9" y="8"/>
                      <a:pt x="2" y="3"/>
                      <a:pt x="0" y="0"/>
                    </a:cubicBezTo>
                    <a:cubicBezTo>
                      <a:pt x="3" y="6"/>
                      <a:pt x="9" y="52"/>
                      <a:pt x="21" y="76"/>
                    </a:cubicBezTo>
                    <a:cubicBezTo>
                      <a:pt x="21" y="76"/>
                      <a:pt x="21" y="76"/>
                      <a:pt x="21" y="77"/>
                    </a:cubicBezTo>
                    <a:cubicBezTo>
                      <a:pt x="26" y="84"/>
                      <a:pt x="36" y="95"/>
                      <a:pt x="52" y="105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0" y="104"/>
                      <a:pt x="48" y="103"/>
                      <a:pt x="47" y="10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771">
                <a:extLst>
                  <a:ext uri="{FF2B5EF4-FFF2-40B4-BE49-F238E27FC236}">
                    <a16:creationId xmlns:a16="http://schemas.microsoft.com/office/drawing/2014/main" id="{0C03DA5E-1CC8-46A9-85D5-0983CC7C0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1439"/>
                <a:ext cx="52" cy="216"/>
              </a:xfrm>
              <a:custGeom>
                <a:avLst/>
                <a:gdLst>
                  <a:gd name="T0" fmla="*/ 0 w 21"/>
                  <a:gd name="T1" fmla="*/ 0 h 81"/>
                  <a:gd name="T2" fmla="*/ 319 w 21"/>
                  <a:gd name="T3" fmla="*/ 1536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1">
                    <a:moveTo>
                      <a:pt x="0" y="0"/>
                    </a:moveTo>
                    <a:cubicBezTo>
                      <a:pt x="4" y="8"/>
                      <a:pt x="19" y="71"/>
                      <a:pt x="21" y="81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772">
                <a:extLst>
                  <a:ext uri="{FF2B5EF4-FFF2-40B4-BE49-F238E27FC236}">
                    <a16:creationId xmlns:a16="http://schemas.microsoft.com/office/drawing/2014/main" id="{0E59FE5D-67E1-4C25-868B-C3592D565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375"/>
                <a:ext cx="87" cy="374"/>
              </a:xfrm>
              <a:custGeom>
                <a:avLst/>
                <a:gdLst>
                  <a:gd name="T0" fmla="*/ 167 w 35"/>
                  <a:gd name="T1" fmla="*/ 550 h 140"/>
                  <a:gd name="T2" fmla="*/ 167 w 35"/>
                  <a:gd name="T3" fmla="*/ 550 h 140"/>
                  <a:gd name="T4" fmla="*/ 104 w 35"/>
                  <a:gd name="T5" fmla="*/ 1870 h 140"/>
                  <a:gd name="T6" fmla="*/ 92 w 35"/>
                  <a:gd name="T7" fmla="*/ 1985 h 140"/>
                  <a:gd name="T8" fmla="*/ 92 w 35"/>
                  <a:gd name="T9" fmla="*/ 1985 h 140"/>
                  <a:gd name="T10" fmla="*/ 124 w 35"/>
                  <a:gd name="T11" fmla="*/ 2647 h 140"/>
                  <a:gd name="T12" fmla="*/ 0 w 35"/>
                  <a:gd name="T13" fmla="*/ 2669 h 140"/>
                  <a:gd name="T14" fmla="*/ 229 w 35"/>
                  <a:gd name="T15" fmla="*/ 2613 h 140"/>
                  <a:gd name="T16" fmla="*/ 537 w 35"/>
                  <a:gd name="T17" fmla="*/ 379 h 140"/>
                  <a:gd name="T18" fmla="*/ 216 w 35"/>
                  <a:gd name="T19" fmla="*/ 457 h 140"/>
                  <a:gd name="T20" fmla="*/ 137 w 35"/>
                  <a:gd name="T21" fmla="*/ 0 h 140"/>
                  <a:gd name="T22" fmla="*/ 92 w 35"/>
                  <a:gd name="T23" fmla="*/ 251 h 140"/>
                  <a:gd name="T24" fmla="*/ 124 w 35"/>
                  <a:gd name="T25" fmla="*/ 264 h 140"/>
                  <a:gd name="T26" fmla="*/ 167 w 35"/>
                  <a:gd name="T27" fmla="*/ 550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140">
                    <a:moveTo>
                      <a:pt x="11" y="29"/>
                    </a:move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35"/>
                      <a:pt x="8" y="73"/>
                      <a:pt x="7" y="98"/>
                    </a:cubicBezTo>
                    <a:cubicBezTo>
                      <a:pt x="7" y="100"/>
                      <a:pt x="7" y="102"/>
                      <a:pt x="6" y="104"/>
                    </a:cubicBezTo>
                    <a:cubicBezTo>
                      <a:pt x="6" y="104"/>
                      <a:pt x="6" y="104"/>
                      <a:pt x="6" y="104"/>
                    </a:cubicBezTo>
                    <a:cubicBezTo>
                      <a:pt x="7" y="116"/>
                      <a:pt x="8" y="130"/>
                      <a:pt x="8" y="139"/>
                    </a:cubicBezTo>
                    <a:cubicBezTo>
                      <a:pt x="6" y="139"/>
                      <a:pt x="3" y="139"/>
                      <a:pt x="0" y="140"/>
                    </a:cubicBezTo>
                    <a:cubicBezTo>
                      <a:pt x="5" y="139"/>
                      <a:pt x="10" y="138"/>
                      <a:pt x="15" y="137"/>
                    </a:cubicBezTo>
                    <a:cubicBezTo>
                      <a:pt x="15" y="110"/>
                      <a:pt x="32" y="25"/>
                      <a:pt x="35" y="20"/>
                    </a:cubicBezTo>
                    <a:cubicBezTo>
                      <a:pt x="28" y="22"/>
                      <a:pt x="18" y="25"/>
                      <a:pt x="14" y="24"/>
                    </a:cubicBezTo>
                    <a:cubicBezTo>
                      <a:pt x="11" y="15"/>
                      <a:pt x="13" y="9"/>
                      <a:pt x="9" y="0"/>
                    </a:cubicBezTo>
                    <a:cubicBezTo>
                      <a:pt x="8" y="1"/>
                      <a:pt x="7" y="6"/>
                      <a:pt x="6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8" y="19"/>
                      <a:pt x="9" y="24"/>
                      <a:pt x="11" y="29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773">
                <a:extLst>
                  <a:ext uri="{FF2B5EF4-FFF2-40B4-BE49-F238E27FC236}">
                    <a16:creationId xmlns:a16="http://schemas.microsoft.com/office/drawing/2014/main" id="{20F4A533-A87E-4952-9148-A2E9E1C47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402"/>
                <a:ext cx="70" cy="339"/>
              </a:xfrm>
              <a:custGeom>
                <a:avLst/>
                <a:gdLst>
                  <a:gd name="T0" fmla="*/ 313 w 28"/>
                  <a:gd name="T1" fmla="*/ 0 h 127"/>
                  <a:gd name="T2" fmla="*/ 313 w 28"/>
                  <a:gd name="T3" fmla="*/ 35 h 127"/>
                  <a:gd name="T4" fmla="*/ 313 w 28"/>
                  <a:gd name="T5" fmla="*/ 192 h 127"/>
                  <a:gd name="T6" fmla="*/ 0 w 28"/>
                  <a:gd name="T7" fmla="*/ 2416 h 127"/>
                  <a:gd name="T8" fmla="*/ 145 w 28"/>
                  <a:gd name="T9" fmla="*/ 2381 h 127"/>
                  <a:gd name="T10" fmla="*/ 425 w 28"/>
                  <a:gd name="T11" fmla="*/ 513 h 127"/>
                  <a:gd name="T12" fmla="*/ 425 w 28"/>
                  <a:gd name="T13" fmla="*/ 513 h 127"/>
                  <a:gd name="T14" fmla="*/ 313 w 28"/>
                  <a:gd name="T15" fmla="*/ 0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27">
                    <a:moveTo>
                      <a:pt x="20" y="0"/>
                    </a:moveTo>
                    <a:cubicBezTo>
                      <a:pt x="20" y="1"/>
                      <a:pt x="20" y="1"/>
                      <a:pt x="20" y="2"/>
                    </a:cubicBezTo>
                    <a:cubicBezTo>
                      <a:pt x="20" y="5"/>
                      <a:pt x="20" y="9"/>
                      <a:pt x="20" y="10"/>
                    </a:cubicBezTo>
                    <a:cubicBezTo>
                      <a:pt x="17" y="15"/>
                      <a:pt x="0" y="100"/>
                      <a:pt x="0" y="127"/>
                    </a:cubicBezTo>
                    <a:cubicBezTo>
                      <a:pt x="3" y="127"/>
                      <a:pt x="6" y="126"/>
                      <a:pt x="9" y="125"/>
                    </a:cubicBezTo>
                    <a:cubicBezTo>
                      <a:pt x="13" y="90"/>
                      <a:pt x="23" y="40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1"/>
                      <a:pt x="21" y="8"/>
                      <a:pt x="20" y="0"/>
                    </a:cubicBezTo>
                    <a:close/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774">
                <a:extLst>
                  <a:ext uri="{FF2B5EF4-FFF2-40B4-BE49-F238E27FC236}">
                    <a16:creationId xmlns:a16="http://schemas.microsoft.com/office/drawing/2014/main" id="{62EBDF44-C3DC-4E48-975F-57A53B821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439"/>
                <a:ext cx="8" cy="51"/>
              </a:xfrm>
              <a:custGeom>
                <a:avLst/>
                <a:gdLst>
                  <a:gd name="T0" fmla="*/ 56 w 3"/>
                  <a:gd name="T1" fmla="*/ 0 h 19"/>
                  <a:gd name="T2" fmla="*/ 0 w 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9">
                    <a:moveTo>
                      <a:pt x="3" y="0"/>
                    </a:moveTo>
                    <a:cubicBezTo>
                      <a:pt x="2" y="3"/>
                      <a:pt x="0" y="16"/>
                      <a:pt x="0" y="19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775">
                <a:extLst>
                  <a:ext uri="{FF2B5EF4-FFF2-40B4-BE49-F238E27FC236}">
                    <a16:creationId xmlns:a16="http://schemas.microsoft.com/office/drawing/2014/main" id="{85BFD6BB-A1B7-4AF4-BA33-20597499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386"/>
                <a:ext cx="5" cy="51"/>
              </a:xfrm>
              <a:custGeom>
                <a:avLst/>
                <a:gdLst>
                  <a:gd name="T0" fmla="*/ 20 w 2"/>
                  <a:gd name="T1" fmla="*/ 0 h 19"/>
                  <a:gd name="T2" fmla="*/ 0 w 2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1" y="0"/>
                    </a:moveTo>
                    <a:cubicBezTo>
                      <a:pt x="2" y="3"/>
                      <a:pt x="0" y="19"/>
                      <a:pt x="0" y="19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776">
                <a:extLst>
                  <a:ext uri="{FF2B5EF4-FFF2-40B4-BE49-F238E27FC236}">
                    <a16:creationId xmlns:a16="http://schemas.microsoft.com/office/drawing/2014/main" id="{427915B6-1D34-44EF-B38B-677ACAD2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199"/>
                <a:ext cx="90" cy="144"/>
              </a:xfrm>
              <a:custGeom>
                <a:avLst/>
                <a:gdLst>
                  <a:gd name="T0" fmla="*/ 375 w 36"/>
                  <a:gd name="T1" fmla="*/ 227 h 54"/>
                  <a:gd name="T2" fmla="*/ 113 w 36"/>
                  <a:gd name="T3" fmla="*/ 77 h 54"/>
                  <a:gd name="T4" fmla="*/ 113 w 36"/>
                  <a:gd name="T5" fmla="*/ 77 h 54"/>
                  <a:gd name="T6" fmla="*/ 0 w 36"/>
                  <a:gd name="T7" fmla="*/ 1003 h 54"/>
                  <a:gd name="T8" fmla="*/ 238 w 36"/>
                  <a:gd name="T9" fmla="*/ 1003 h 54"/>
                  <a:gd name="T10" fmla="*/ 250 w 36"/>
                  <a:gd name="T11" fmla="*/ 1024 h 54"/>
                  <a:gd name="T12" fmla="*/ 345 w 36"/>
                  <a:gd name="T13" fmla="*/ 533 h 54"/>
                  <a:gd name="T14" fmla="*/ 488 w 36"/>
                  <a:gd name="T15" fmla="*/ 285 h 54"/>
                  <a:gd name="T16" fmla="*/ 520 w 36"/>
                  <a:gd name="T17" fmla="*/ 285 h 54"/>
                  <a:gd name="T18" fmla="*/ 520 w 36"/>
                  <a:gd name="T19" fmla="*/ 264 h 54"/>
                  <a:gd name="T20" fmla="*/ 563 w 36"/>
                  <a:gd name="T21" fmla="*/ 0 h 54"/>
                  <a:gd name="T22" fmla="*/ 375 w 36"/>
                  <a:gd name="T23" fmla="*/ 227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54">
                    <a:moveTo>
                      <a:pt x="24" y="12"/>
                    </a:moveTo>
                    <a:cubicBezTo>
                      <a:pt x="19" y="7"/>
                      <a:pt x="14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6" y="51"/>
                      <a:pt x="12" y="50"/>
                      <a:pt x="15" y="53"/>
                    </a:cubicBezTo>
                    <a:cubicBezTo>
                      <a:pt x="15" y="53"/>
                      <a:pt x="16" y="53"/>
                      <a:pt x="16" y="54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5" y="24"/>
                      <a:pt x="28" y="18"/>
                      <a:pt x="31" y="15"/>
                    </a:cubicBezTo>
                    <a:cubicBezTo>
                      <a:pt x="31" y="15"/>
                      <a:pt x="32" y="15"/>
                      <a:pt x="33" y="15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1" y="2"/>
                      <a:pt x="27" y="7"/>
                      <a:pt x="24" y="1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777">
                <a:extLst>
                  <a:ext uri="{FF2B5EF4-FFF2-40B4-BE49-F238E27FC236}">
                    <a16:creationId xmlns:a16="http://schemas.microsoft.com/office/drawing/2014/main" id="{3814A9BF-431A-41AB-9715-F6A29193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1285"/>
                <a:ext cx="90" cy="136"/>
              </a:xfrm>
              <a:custGeom>
                <a:avLst/>
                <a:gdLst>
                  <a:gd name="T0" fmla="*/ 470 w 36"/>
                  <a:gd name="T1" fmla="*/ 264 h 51"/>
                  <a:gd name="T2" fmla="*/ 438 w 36"/>
                  <a:gd name="T3" fmla="*/ 341 h 51"/>
                  <a:gd name="T4" fmla="*/ 375 w 36"/>
                  <a:gd name="T5" fmla="*/ 307 h 51"/>
                  <a:gd name="T6" fmla="*/ 113 w 36"/>
                  <a:gd name="T7" fmla="*/ 248 h 51"/>
                  <a:gd name="T8" fmla="*/ 83 w 36"/>
                  <a:gd name="T9" fmla="*/ 0 h 51"/>
                  <a:gd name="T10" fmla="*/ 0 w 36"/>
                  <a:gd name="T11" fmla="*/ 661 h 51"/>
                  <a:gd name="T12" fmla="*/ 158 w 36"/>
                  <a:gd name="T13" fmla="*/ 739 h 51"/>
                  <a:gd name="T14" fmla="*/ 188 w 36"/>
                  <a:gd name="T15" fmla="*/ 875 h 51"/>
                  <a:gd name="T16" fmla="*/ 188 w 36"/>
                  <a:gd name="T17" fmla="*/ 832 h 51"/>
                  <a:gd name="T18" fmla="*/ 425 w 36"/>
                  <a:gd name="T19" fmla="*/ 968 h 51"/>
                  <a:gd name="T20" fmla="*/ 425 w 36"/>
                  <a:gd name="T21" fmla="*/ 968 h 51"/>
                  <a:gd name="T22" fmla="*/ 438 w 36"/>
                  <a:gd name="T23" fmla="*/ 435 h 51"/>
                  <a:gd name="T24" fmla="*/ 550 w 36"/>
                  <a:gd name="T25" fmla="*/ 419 h 51"/>
                  <a:gd name="T26" fmla="*/ 563 w 36"/>
                  <a:gd name="T27" fmla="*/ 0 h 51"/>
                  <a:gd name="T28" fmla="*/ 470 w 36"/>
                  <a:gd name="T29" fmla="*/ 264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51">
                    <a:moveTo>
                      <a:pt x="30" y="14"/>
                    </a:moveTo>
                    <a:cubicBezTo>
                      <a:pt x="29" y="15"/>
                      <a:pt x="29" y="16"/>
                      <a:pt x="28" y="18"/>
                    </a:cubicBezTo>
                    <a:cubicBezTo>
                      <a:pt x="27" y="17"/>
                      <a:pt x="26" y="17"/>
                      <a:pt x="24" y="16"/>
                    </a:cubicBezTo>
                    <a:cubicBezTo>
                      <a:pt x="20" y="14"/>
                      <a:pt x="8" y="13"/>
                      <a:pt x="7" y="13"/>
                    </a:cubicBezTo>
                    <a:cubicBezTo>
                      <a:pt x="5" y="8"/>
                      <a:pt x="4" y="4"/>
                      <a:pt x="5" y="0"/>
                    </a:cubicBezTo>
                    <a:cubicBezTo>
                      <a:pt x="5" y="0"/>
                      <a:pt x="1" y="16"/>
                      <a:pt x="0" y="35"/>
                    </a:cubicBezTo>
                    <a:cubicBezTo>
                      <a:pt x="4" y="36"/>
                      <a:pt x="9" y="37"/>
                      <a:pt x="10" y="39"/>
                    </a:cubicBezTo>
                    <a:cubicBezTo>
                      <a:pt x="11" y="40"/>
                      <a:pt x="11" y="43"/>
                      <a:pt x="12" y="46"/>
                    </a:cubicBezTo>
                    <a:cubicBezTo>
                      <a:pt x="12" y="45"/>
                      <a:pt x="12" y="45"/>
                      <a:pt x="12" y="44"/>
                    </a:cubicBezTo>
                    <a:cubicBezTo>
                      <a:pt x="17" y="44"/>
                      <a:pt x="22" y="47"/>
                      <a:pt x="27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40"/>
                      <a:pt x="27" y="27"/>
                      <a:pt x="28" y="23"/>
                    </a:cubicBezTo>
                    <a:cubicBezTo>
                      <a:pt x="30" y="23"/>
                      <a:pt x="32" y="23"/>
                      <a:pt x="35" y="22"/>
                    </a:cubicBezTo>
                    <a:cubicBezTo>
                      <a:pt x="35" y="15"/>
                      <a:pt x="35" y="6"/>
                      <a:pt x="36" y="0"/>
                    </a:cubicBezTo>
                    <a:cubicBezTo>
                      <a:pt x="34" y="4"/>
                      <a:pt x="32" y="9"/>
                      <a:pt x="30" y="1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778">
                <a:extLst>
                  <a:ext uri="{FF2B5EF4-FFF2-40B4-BE49-F238E27FC236}">
                    <a16:creationId xmlns:a16="http://schemas.microsoft.com/office/drawing/2014/main" id="{E3B851B3-C4D2-41D1-8A0E-B04D33008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141"/>
                <a:ext cx="77" cy="205"/>
              </a:xfrm>
              <a:custGeom>
                <a:avLst/>
                <a:gdLst>
                  <a:gd name="T0" fmla="*/ 278 w 31"/>
                  <a:gd name="T1" fmla="*/ 1432 h 77"/>
                  <a:gd name="T2" fmla="*/ 246 w 31"/>
                  <a:gd name="T3" fmla="*/ 1454 h 77"/>
                  <a:gd name="T4" fmla="*/ 340 w 31"/>
                  <a:gd name="T5" fmla="*/ 1416 h 77"/>
                  <a:gd name="T6" fmla="*/ 445 w 31"/>
                  <a:gd name="T7" fmla="*/ 490 h 77"/>
                  <a:gd name="T8" fmla="*/ 445 w 31"/>
                  <a:gd name="T9" fmla="*/ 490 h 77"/>
                  <a:gd name="T10" fmla="*/ 474 w 31"/>
                  <a:gd name="T11" fmla="*/ 397 h 77"/>
                  <a:gd name="T12" fmla="*/ 474 w 31"/>
                  <a:gd name="T13" fmla="*/ 319 h 77"/>
                  <a:gd name="T14" fmla="*/ 474 w 31"/>
                  <a:gd name="T15" fmla="*/ 0 h 77"/>
                  <a:gd name="T16" fmla="*/ 340 w 31"/>
                  <a:gd name="T17" fmla="*/ 319 h 77"/>
                  <a:gd name="T18" fmla="*/ 12 w 31"/>
                  <a:gd name="T19" fmla="*/ 319 h 77"/>
                  <a:gd name="T20" fmla="*/ 0 w 31"/>
                  <a:gd name="T21" fmla="*/ 977 h 77"/>
                  <a:gd name="T22" fmla="*/ 291 w 31"/>
                  <a:gd name="T23" fmla="*/ 1020 h 77"/>
                  <a:gd name="T24" fmla="*/ 278 w 31"/>
                  <a:gd name="T25" fmla="*/ 1432 h 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77">
                    <a:moveTo>
                      <a:pt x="18" y="76"/>
                    </a:moveTo>
                    <a:cubicBezTo>
                      <a:pt x="17" y="76"/>
                      <a:pt x="16" y="76"/>
                      <a:pt x="16" y="77"/>
                    </a:cubicBezTo>
                    <a:cubicBezTo>
                      <a:pt x="18" y="76"/>
                      <a:pt x="20" y="75"/>
                      <a:pt x="22" y="75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4"/>
                      <a:pt x="29" y="23"/>
                      <a:pt x="31" y="21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1"/>
                      <a:pt x="31" y="0"/>
                      <a:pt x="31" y="0"/>
                    </a:cubicBezTo>
                    <a:cubicBezTo>
                      <a:pt x="27" y="4"/>
                      <a:pt x="24" y="17"/>
                      <a:pt x="22" y="17"/>
                    </a:cubicBezTo>
                    <a:cubicBezTo>
                      <a:pt x="14" y="16"/>
                      <a:pt x="8" y="16"/>
                      <a:pt x="1" y="17"/>
                    </a:cubicBezTo>
                    <a:cubicBezTo>
                      <a:pt x="0" y="29"/>
                      <a:pt x="0" y="47"/>
                      <a:pt x="0" y="52"/>
                    </a:cubicBezTo>
                    <a:cubicBezTo>
                      <a:pt x="7" y="52"/>
                      <a:pt x="15" y="53"/>
                      <a:pt x="19" y="54"/>
                    </a:cubicBezTo>
                    <a:cubicBezTo>
                      <a:pt x="18" y="60"/>
                      <a:pt x="18" y="69"/>
                      <a:pt x="18" y="76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779">
                <a:extLst>
                  <a:ext uri="{FF2B5EF4-FFF2-40B4-BE49-F238E27FC236}">
                    <a16:creationId xmlns:a16="http://schemas.microsoft.com/office/drawing/2014/main" id="{ABFB22A2-6473-46C1-8737-52E7B1F5F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330"/>
                <a:ext cx="3" cy="16"/>
              </a:xfrm>
              <a:custGeom>
                <a:avLst/>
                <a:gdLst>
                  <a:gd name="T0" fmla="*/ 0 w 3"/>
                  <a:gd name="T1" fmla="*/ 0 h 16"/>
                  <a:gd name="T2" fmla="*/ 3 w 3"/>
                  <a:gd name="T3" fmla="*/ 16 h 16"/>
                  <a:gd name="T4" fmla="*/ 0 w 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Line 780">
                <a:extLst>
                  <a:ext uri="{FF2B5EF4-FFF2-40B4-BE49-F238E27FC236}">
                    <a16:creationId xmlns:a16="http://schemas.microsoft.com/office/drawing/2014/main" id="{93CA2E45-CFE2-48E3-8675-784B86AE0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3" y="1330"/>
                <a:ext cx="3" cy="1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781">
                <a:extLst>
                  <a:ext uri="{FF2B5EF4-FFF2-40B4-BE49-F238E27FC236}">
                    <a16:creationId xmlns:a16="http://schemas.microsoft.com/office/drawing/2014/main" id="{7BCC0490-8415-4008-AB3B-F9FF16BB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319"/>
                <a:ext cx="5" cy="62"/>
              </a:xfrm>
              <a:custGeom>
                <a:avLst/>
                <a:gdLst>
                  <a:gd name="T0" fmla="*/ 33 w 2"/>
                  <a:gd name="T1" fmla="*/ 0 h 23"/>
                  <a:gd name="T2" fmla="*/ 0 w 2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2" y="0"/>
                    </a:moveTo>
                    <a:cubicBezTo>
                      <a:pt x="1" y="3"/>
                      <a:pt x="0" y="21"/>
                      <a:pt x="0" y="23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782">
                <a:extLst>
                  <a:ext uri="{FF2B5EF4-FFF2-40B4-BE49-F238E27FC236}">
                    <a16:creationId xmlns:a16="http://schemas.microsoft.com/office/drawing/2014/main" id="{F58C6C85-CAB5-4683-97EE-11CAA0D9F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186"/>
                <a:ext cx="10" cy="152"/>
              </a:xfrm>
              <a:custGeom>
                <a:avLst/>
                <a:gdLst>
                  <a:gd name="T0" fmla="*/ 33 w 4"/>
                  <a:gd name="T1" fmla="*/ 0 h 57"/>
                  <a:gd name="T2" fmla="*/ 0 w 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7">
                    <a:moveTo>
                      <a:pt x="2" y="0"/>
                    </a:moveTo>
                    <a:cubicBezTo>
                      <a:pt x="4" y="8"/>
                      <a:pt x="1" y="44"/>
                      <a:pt x="0" y="57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783">
                <a:extLst>
                  <a:ext uri="{FF2B5EF4-FFF2-40B4-BE49-F238E27FC236}">
                    <a16:creationId xmlns:a16="http://schemas.microsoft.com/office/drawing/2014/main" id="{909D437F-5A4F-4EC3-92F6-8D2B7459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202"/>
                <a:ext cx="75" cy="157"/>
              </a:xfrm>
              <a:custGeom>
                <a:avLst/>
                <a:gdLst>
                  <a:gd name="T0" fmla="*/ 33 w 30"/>
                  <a:gd name="T1" fmla="*/ 303 h 59"/>
                  <a:gd name="T2" fmla="*/ 50 w 30"/>
                  <a:gd name="T3" fmla="*/ 362 h 59"/>
                  <a:gd name="T4" fmla="*/ 50 w 30"/>
                  <a:gd name="T5" fmla="*/ 567 h 59"/>
                  <a:gd name="T6" fmla="*/ 0 w 30"/>
                  <a:gd name="T7" fmla="*/ 886 h 59"/>
                  <a:gd name="T8" fmla="*/ 0 w 30"/>
                  <a:gd name="T9" fmla="*/ 886 h 59"/>
                  <a:gd name="T10" fmla="*/ 175 w 30"/>
                  <a:gd name="T11" fmla="*/ 921 h 59"/>
                  <a:gd name="T12" fmla="*/ 220 w 30"/>
                  <a:gd name="T13" fmla="*/ 1112 h 59"/>
                  <a:gd name="T14" fmla="*/ 470 w 30"/>
                  <a:gd name="T15" fmla="*/ 114 h 59"/>
                  <a:gd name="T16" fmla="*/ 395 w 30"/>
                  <a:gd name="T17" fmla="*/ 247 h 59"/>
                  <a:gd name="T18" fmla="*/ 145 w 30"/>
                  <a:gd name="T19" fmla="*/ 114 h 59"/>
                  <a:gd name="T20" fmla="*/ 83 w 30"/>
                  <a:gd name="T21" fmla="*/ 0 h 59"/>
                  <a:gd name="T22" fmla="*/ 0 w 30"/>
                  <a:gd name="T23" fmla="*/ 282 h 59"/>
                  <a:gd name="T24" fmla="*/ 0 w 30"/>
                  <a:gd name="T25" fmla="*/ 303 h 59"/>
                  <a:gd name="T26" fmla="*/ 33 w 30"/>
                  <a:gd name="T27" fmla="*/ 303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59">
                    <a:moveTo>
                      <a:pt x="2" y="16"/>
                    </a:moveTo>
                    <a:cubicBezTo>
                      <a:pt x="2" y="16"/>
                      <a:pt x="4" y="18"/>
                      <a:pt x="3" y="19"/>
                    </a:cubicBezTo>
                    <a:cubicBezTo>
                      <a:pt x="3" y="23"/>
                      <a:pt x="5" y="27"/>
                      <a:pt x="3" y="30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5" y="47"/>
                      <a:pt x="10" y="48"/>
                      <a:pt x="11" y="49"/>
                    </a:cubicBezTo>
                    <a:cubicBezTo>
                      <a:pt x="12" y="50"/>
                      <a:pt x="13" y="54"/>
                      <a:pt x="14" y="59"/>
                    </a:cubicBezTo>
                    <a:cubicBezTo>
                      <a:pt x="16" y="52"/>
                      <a:pt x="26" y="18"/>
                      <a:pt x="30" y="6"/>
                    </a:cubicBezTo>
                    <a:cubicBezTo>
                      <a:pt x="29" y="9"/>
                      <a:pt x="26" y="12"/>
                      <a:pt x="25" y="13"/>
                    </a:cubicBezTo>
                    <a:cubicBezTo>
                      <a:pt x="21" y="15"/>
                      <a:pt x="12" y="8"/>
                      <a:pt x="9" y="6"/>
                    </a:cubicBezTo>
                    <a:cubicBezTo>
                      <a:pt x="5" y="4"/>
                      <a:pt x="5" y="2"/>
                      <a:pt x="5" y="0"/>
                    </a:cubicBezTo>
                    <a:cubicBezTo>
                      <a:pt x="3" y="6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2" y="16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784">
                <a:extLst>
                  <a:ext uri="{FF2B5EF4-FFF2-40B4-BE49-F238E27FC236}">
                    <a16:creationId xmlns:a16="http://schemas.microsoft.com/office/drawing/2014/main" id="{A93A441D-7B16-4840-9250-5805DB007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237"/>
                <a:ext cx="30" cy="96"/>
              </a:xfrm>
              <a:custGeom>
                <a:avLst/>
                <a:gdLst>
                  <a:gd name="T0" fmla="*/ 188 w 12"/>
                  <a:gd name="T1" fmla="*/ 0 h 36"/>
                  <a:gd name="T2" fmla="*/ 0 w 12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6">
                    <a:moveTo>
                      <a:pt x="12" y="0"/>
                    </a:moveTo>
                    <a:cubicBezTo>
                      <a:pt x="8" y="9"/>
                      <a:pt x="2" y="27"/>
                      <a:pt x="0" y="36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785">
                <a:extLst>
                  <a:ext uri="{FF2B5EF4-FFF2-40B4-BE49-F238E27FC236}">
                    <a16:creationId xmlns:a16="http://schemas.microsoft.com/office/drawing/2014/main" id="{3B17A3CC-179D-4477-8A18-F8F39A714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67"/>
                <a:ext cx="170" cy="371"/>
              </a:xfrm>
              <a:custGeom>
                <a:avLst/>
                <a:gdLst>
                  <a:gd name="T0" fmla="*/ 908 w 68"/>
                  <a:gd name="T1" fmla="*/ 456 h 139"/>
                  <a:gd name="T2" fmla="*/ 583 w 68"/>
                  <a:gd name="T3" fmla="*/ 0 h 139"/>
                  <a:gd name="T4" fmla="*/ 458 w 68"/>
                  <a:gd name="T5" fmla="*/ 206 h 139"/>
                  <a:gd name="T6" fmla="*/ 520 w 68"/>
                  <a:gd name="T7" fmla="*/ 307 h 139"/>
                  <a:gd name="T8" fmla="*/ 500 w 68"/>
                  <a:gd name="T9" fmla="*/ 363 h 139"/>
                  <a:gd name="T10" fmla="*/ 250 w 68"/>
                  <a:gd name="T11" fmla="*/ 1367 h 139"/>
                  <a:gd name="T12" fmla="*/ 300 w 68"/>
                  <a:gd name="T13" fmla="*/ 1561 h 139"/>
                  <a:gd name="T14" fmla="*/ 300 w 68"/>
                  <a:gd name="T15" fmla="*/ 1561 h 139"/>
                  <a:gd name="T16" fmla="*/ 300 w 68"/>
                  <a:gd name="T17" fmla="*/ 1561 h 139"/>
                  <a:gd name="T18" fmla="*/ 95 w 68"/>
                  <a:gd name="T19" fmla="*/ 2245 h 139"/>
                  <a:gd name="T20" fmla="*/ 63 w 68"/>
                  <a:gd name="T21" fmla="*/ 2378 h 139"/>
                  <a:gd name="T22" fmla="*/ 0 w 68"/>
                  <a:gd name="T23" fmla="*/ 2642 h 139"/>
                  <a:gd name="T24" fmla="*/ 0 w 68"/>
                  <a:gd name="T25" fmla="*/ 2642 h 139"/>
                  <a:gd name="T26" fmla="*/ 1063 w 68"/>
                  <a:gd name="T27" fmla="*/ 435 h 139"/>
                  <a:gd name="T28" fmla="*/ 908 w 68"/>
                  <a:gd name="T29" fmla="*/ 456 h 1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139">
                    <a:moveTo>
                      <a:pt x="58" y="24"/>
                    </a:moveTo>
                    <a:cubicBezTo>
                      <a:pt x="54" y="12"/>
                      <a:pt x="48" y="4"/>
                      <a:pt x="37" y="0"/>
                    </a:cubicBezTo>
                    <a:cubicBezTo>
                      <a:pt x="35" y="1"/>
                      <a:pt x="32" y="5"/>
                      <a:pt x="29" y="11"/>
                    </a:cubicBezTo>
                    <a:cubicBezTo>
                      <a:pt x="31" y="13"/>
                      <a:pt x="32" y="14"/>
                      <a:pt x="33" y="16"/>
                    </a:cubicBezTo>
                    <a:cubicBezTo>
                      <a:pt x="33" y="17"/>
                      <a:pt x="33" y="18"/>
                      <a:pt x="32" y="19"/>
                    </a:cubicBezTo>
                    <a:cubicBezTo>
                      <a:pt x="28" y="31"/>
                      <a:pt x="18" y="65"/>
                      <a:pt x="16" y="72"/>
                    </a:cubicBezTo>
                    <a:cubicBezTo>
                      <a:pt x="17" y="75"/>
                      <a:pt x="18" y="79"/>
                      <a:pt x="19" y="82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5" y="90"/>
                      <a:pt x="10" y="103"/>
                      <a:pt x="6" y="118"/>
                    </a:cubicBezTo>
                    <a:cubicBezTo>
                      <a:pt x="4" y="125"/>
                      <a:pt x="4" y="125"/>
                      <a:pt x="4" y="125"/>
                    </a:cubicBezTo>
                    <a:cubicBezTo>
                      <a:pt x="3" y="129"/>
                      <a:pt x="2" y="134"/>
                      <a:pt x="0" y="139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13" y="85"/>
                      <a:pt x="60" y="33"/>
                      <a:pt x="68" y="23"/>
                    </a:cubicBezTo>
                    <a:cubicBezTo>
                      <a:pt x="65" y="22"/>
                      <a:pt x="60" y="22"/>
                      <a:pt x="58" y="2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786">
                <a:extLst>
                  <a:ext uri="{FF2B5EF4-FFF2-40B4-BE49-F238E27FC236}">
                    <a16:creationId xmlns:a16="http://schemas.microsoft.com/office/drawing/2014/main" id="{8F5F7D0E-5578-4CEF-8EE7-1160C44F7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285"/>
                <a:ext cx="2" cy="48"/>
              </a:xfrm>
              <a:custGeom>
                <a:avLst/>
                <a:gdLst>
                  <a:gd name="T0" fmla="*/ 0 w 1"/>
                  <a:gd name="T1" fmla="*/ 0 h 18"/>
                  <a:gd name="T2" fmla="*/ 8 w 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cubicBezTo>
                      <a:pt x="1" y="3"/>
                      <a:pt x="1" y="10"/>
                      <a:pt x="1" y="18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787">
                <a:extLst>
                  <a:ext uri="{FF2B5EF4-FFF2-40B4-BE49-F238E27FC236}">
                    <a16:creationId xmlns:a16="http://schemas.microsoft.com/office/drawing/2014/main" id="{508C8131-8B62-4984-9284-8C39CBE3E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311"/>
                <a:ext cx="73" cy="112"/>
              </a:xfrm>
              <a:custGeom>
                <a:avLst/>
                <a:gdLst>
                  <a:gd name="T0" fmla="*/ 430 w 29"/>
                  <a:gd name="T1" fmla="*/ 0 h 42"/>
                  <a:gd name="T2" fmla="*/ 430 w 29"/>
                  <a:gd name="T3" fmla="*/ 264 h 42"/>
                  <a:gd name="T4" fmla="*/ 159 w 29"/>
                  <a:gd name="T5" fmla="*/ 307 h 42"/>
                  <a:gd name="T6" fmla="*/ 50 w 29"/>
                  <a:gd name="T7" fmla="*/ 285 h 42"/>
                  <a:gd name="T8" fmla="*/ 50 w 29"/>
                  <a:gd name="T9" fmla="*/ 264 h 42"/>
                  <a:gd name="T10" fmla="*/ 33 w 29"/>
                  <a:gd name="T11" fmla="*/ 264 h 42"/>
                  <a:gd name="T12" fmla="*/ 0 w 29"/>
                  <a:gd name="T13" fmla="*/ 797 h 42"/>
                  <a:gd name="T14" fmla="*/ 176 w 29"/>
                  <a:gd name="T15" fmla="*/ 704 h 42"/>
                  <a:gd name="T16" fmla="*/ 222 w 29"/>
                  <a:gd name="T17" fmla="*/ 456 h 42"/>
                  <a:gd name="T18" fmla="*/ 443 w 29"/>
                  <a:gd name="T19" fmla="*/ 477 h 42"/>
                  <a:gd name="T20" fmla="*/ 463 w 29"/>
                  <a:gd name="T21" fmla="*/ 285 h 42"/>
                  <a:gd name="T22" fmla="*/ 430 w 29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42">
                    <a:moveTo>
                      <a:pt x="27" y="0"/>
                    </a:moveTo>
                    <a:cubicBezTo>
                      <a:pt x="28" y="5"/>
                      <a:pt x="26" y="10"/>
                      <a:pt x="27" y="14"/>
                    </a:cubicBezTo>
                    <a:cubicBezTo>
                      <a:pt x="21" y="14"/>
                      <a:pt x="16" y="16"/>
                      <a:pt x="10" y="16"/>
                    </a:cubicBezTo>
                    <a:cubicBezTo>
                      <a:pt x="6" y="17"/>
                      <a:pt x="5" y="18"/>
                      <a:pt x="3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8"/>
                      <a:pt x="1" y="34"/>
                      <a:pt x="0" y="42"/>
                    </a:cubicBezTo>
                    <a:cubicBezTo>
                      <a:pt x="4" y="39"/>
                      <a:pt x="8" y="37"/>
                      <a:pt x="11" y="37"/>
                    </a:cubicBezTo>
                    <a:cubicBezTo>
                      <a:pt x="12" y="30"/>
                      <a:pt x="13" y="25"/>
                      <a:pt x="14" y="24"/>
                    </a:cubicBezTo>
                    <a:cubicBezTo>
                      <a:pt x="14" y="22"/>
                      <a:pt x="22" y="23"/>
                      <a:pt x="28" y="25"/>
                    </a:cubicBezTo>
                    <a:cubicBezTo>
                      <a:pt x="28" y="21"/>
                      <a:pt x="28" y="18"/>
                      <a:pt x="29" y="15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788">
                <a:extLst>
                  <a:ext uri="{FF2B5EF4-FFF2-40B4-BE49-F238E27FC236}">
                    <a16:creationId xmlns:a16="http://schemas.microsoft.com/office/drawing/2014/main" id="{A9FDB4E7-0FDC-453A-A9C2-7A1EB442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242"/>
                <a:ext cx="80" cy="352"/>
              </a:xfrm>
              <a:custGeom>
                <a:avLst/>
                <a:gdLst>
                  <a:gd name="T0" fmla="*/ 145 w 32"/>
                  <a:gd name="T1" fmla="*/ 2467 h 132"/>
                  <a:gd name="T2" fmla="*/ 158 w 32"/>
                  <a:gd name="T3" fmla="*/ 2184 h 132"/>
                  <a:gd name="T4" fmla="*/ 188 w 32"/>
                  <a:gd name="T5" fmla="*/ 2184 h 132"/>
                  <a:gd name="T6" fmla="*/ 188 w 32"/>
                  <a:gd name="T7" fmla="*/ 1459 h 132"/>
                  <a:gd name="T8" fmla="*/ 425 w 32"/>
                  <a:gd name="T9" fmla="*/ 1251 h 132"/>
                  <a:gd name="T10" fmla="*/ 375 w 32"/>
                  <a:gd name="T11" fmla="*/ 1288 h 132"/>
                  <a:gd name="T12" fmla="*/ 408 w 32"/>
                  <a:gd name="T13" fmla="*/ 760 h 132"/>
                  <a:gd name="T14" fmla="*/ 425 w 32"/>
                  <a:gd name="T15" fmla="*/ 760 h 132"/>
                  <a:gd name="T16" fmla="*/ 425 w 32"/>
                  <a:gd name="T17" fmla="*/ 760 h 132"/>
                  <a:gd name="T18" fmla="*/ 458 w 32"/>
                  <a:gd name="T19" fmla="*/ 605 h 132"/>
                  <a:gd name="T20" fmla="*/ 470 w 32"/>
                  <a:gd name="T21" fmla="*/ 533 h 132"/>
                  <a:gd name="T22" fmla="*/ 500 w 32"/>
                  <a:gd name="T23" fmla="*/ 533 h 132"/>
                  <a:gd name="T24" fmla="*/ 470 w 32"/>
                  <a:gd name="T25" fmla="*/ 0 h 132"/>
                  <a:gd name="T26" fmla="*/ 425 w 32"/>
                  <a:gd name="T27" fmla="*/ 307 h 132"/>
                  <a:gd name="T28" fmla="*/ 0 w 32"/>
                  <a:gd name="T29" fmla="*/ 264 h 132"/>
                  <a:gd name="T30" fmla="*/ 33 w 32"/>
                  <a:gd name="T31" fmla="*/ 1003 h 132"/>
                  <a:gd name="T32" fmla="*/ 63 w 32"/>
                  <a:gd name="T33" fmla="*/ 1003 h 132"/>
                  <a:gd name="T34" fmla="*/ 145 w 32"/>
                  <a:gd name="T35" fmla="*/ 1272 h 132"/>
                  <a:gd name="T36" fmla="*/ 125 w 32"/>
                  <a:gd name="T37" fmla="*/ 1272 h 132"/>
                  <a:gd name="T38" fmla="*/ 145 w 32"/>
                  <a:gd name="T39" fmla="*/ 1272 h 132"/>
                  <a:gd name="T40" fmla="*/ 95 w 32"/>
                  <a:gd name="T41" fmla="*/ 2163 h 132"/>
                  <a:gd name="T42" fmla="*/ 95 w 32"/>
                  <a:gd name="T43" fmla="*/ 2163 h 132"/>
                  <a:gd name="T44" fmla="*/ 125 w 32"/>
                  <a:gd name="T45" fmla="*/ 2504 h 132"/>
                  <a:gd name="T46" fmla="*/ 145 w 32"/>
                  <a:gd name="T47" fmla="*/ 2504 h 132"/>
                  <a:gd name="T48" fmla="*/ 145 w 32"/>
                  <a:gd name="T49" fmla="*/ 2467 h 13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2" h="132">
                    <a:moveTo>
                      <a:pt x="9" y="130"/>
                    </a:moveTo>
                    <a:cubicBezTo>
                      <a:pt x="8" y="126"/>
                      <a:pt x="7" y="118"/>
                      <a:pt x="10" y="115"/>
                    </a:cubicBezTo>
                    <a:cubicBezTo>
                      <a:pt x="10" y="115"/>
                      <a:pt x="11" y="115"/>
                      <a:pt x="12" y="115"/>
                    </a:cubicBezTo>
                    <a:cubicBezTo>
                      <a:pt x="11" y="101"/>
                      <a:pt x="11" y="84"/>
                      <a:pt x="12" y="77"/>
                    </a:cubicBezTo>
                    <a:cubicBezTo>
                      <a:pt x="15" y="75"/>
                      <a:pt x="21" y="69"/>
                      <a:pt x="27" y="66"/>
                    </a:cubicBezTo>
                    <a:cubicBezTo>
                      <a:pt x="26" y="66"/>
                      <a:pt x="25" y="67"/>
                      <a:pt x="24" y="68"/>
                    </a:cubicBezTo>
                    <a:cubicBezTo>
                      <a:pt x="25" y="60"/>
                      <a:pt x="27" y="44"/>
                      <a:pt x="26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37"/>
                      <a:pt x="29" y="33"/>
                      <a:pt x="29" y="32"/>
                    </a:cubicBezTo>
                    <a:cubicBezTo>
                      <a:pt x="30" y="29"/>
                      <a:pt x="30" y="28"/>
                      <a:pt x="30" y="28"/>
                    </a:cubicBezTo>
                    <a:cubicBezTo>
                      <a:pt x="31" y="28"/>
                      <a:pt x="31" y="28"/>
                      <a:pt x="32" y="28"/>
                    </a:cubicBezTo>
                    <a:cubicBezTo>
                      <a:pt x="32" y="16"/>
                      <a:pt x="31" y="6"/>
                      <a:pt x="30" y="0"/>
                    </a:cubicBezTo>
                    <a:cubicBezTo>
                      <a:pt x="28" y="4"/>
                      <a:pt x="26" y="11"/>
                      <a:pt x="27" y="16"/>
                    </a:cubicBezTo>
                    <a:cubicBezTo>
                      <a:pt x="18" y="12"/>
                      <a:pt x="9" y="14"/>
                      <a:pt x="0" y="14"/>
                    </a:cubicBezTo>
                    <a:cubicBezTo>
                      <a:pt x="2" y="19"/>
                      <a:pt x="2" y="40"/>
                      <a:pt x="2" y="53"/>
                    </a:cubicBezTo>
                    <a:cubicBezTo>
                      <a:pt x="3" y="53"/>
                      <a:pt x="3" y="53"/>
                      <a:pt x="4" y="53"/>
                    </a:cubicBezTo>
                    <a:cubicBezTo>
                      <a:pt x="6" y="56"/>
                      <a:pt x="6" y="65"/>
                      <a:pt x="9" y="67"/>
                    </a:cubicBezTo>
                    <a:cubicBezTo>
                      <a:pt x="9" y="67"/>
                      <a:pt x="9" y="67"/>
                      <a:pt x="8" y="67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10" y="74"/>
                      <a:pt x="8" y="99"/>
                      <a:pt x="6" y="114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7" y="119"/>
                      <a:pt x="7" y="125"/>
                      <a:pt x="8" y="132"/>
                    </a:cubicBezTo>
                    <a:cubicBezTo>
                      <a:pt x="8" y="132"/>
                      <a:pt x="8" y="132"/>
                      <a:pt x="9" y="132"/>
                    </a:cubicBezTo>
                    <a:cubicBezTo>
                      <a:pt x="9" y="131"/>
                      <a:pt x="9" y="130"/>
                      <a:pt x="9" y="13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789">
                <a:extLst>
                  <a:ext uri="{FF2B5EF4-FFF2-40B4-BE49-F238E27FC236}">
                    <a16:creationId xmlns:a16="http://schemas.microsoft.com/office/drawing/2014/main" id="{D907D43B-C8B4-4215-AE9D-FB490BC69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349"/>
                <a:ext cx="2" cy="29"/>
              </a:xfrm>
              <a:custGeom>
                <a:avLst/>
                <a:gdLst>
                  <a:gd name="T0" fmla="*/ 0 w 2"/>
                  <a:gd name="T1" fmla="*/ 0 h 29"/>
                  <a:gd name="T2" fmla="*/ 2 w 2"/>
                  <a:gd name="T3" fmla="*/ 29 h 29"/>
                  <a:gd name="T4" fmla="*/ 0 w 2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9">
                    <a:moveTo>
                      <a:pt x="0" y="0"/>
                    </a:moveTo>
                    <a:lnTo>
                      <a:pt x="2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Line 790">
                <a:extLst>
                  <a:ext uri="{FF2B5EF4-FFF2-40B4-BE49-F238E27FC236}">
                    <a16:creationId xmlns:a16="http://schemas.microsoft.com/office/drawing/2014/main" id="{D4D3C859-818C-4352-9E52-210D53D7C9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1" y="1349"/>
                <a:ext cx="2" cy="29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791">
                <a:extLst>
                  <a:ext uri="{FF2B5EF4-FFF2-40B4-BE49-F238E27FC236}">
                    <a16:creationId xmlns:a16="http://schemas.microsoft.com/office/drawing/2014/main" id="{F42715EE-A6B2-462F-BED5-4FAAF2A4B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122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792">
                <a:extLst>
                  <a:ext uri="{FF2B5EF4-FFF2-40B4-BE49-F238E27FC236}">
                    <a16:creationId xmlns:a16="http://schemas.microsoft.com/office/drawing/2014/main" id="{E2CDEF5C-3C60-48CC-824E-B84A0149A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" y="1210"/>
                <a:ext cx="115" cy="205"/>
              </a:xfrm>
              <a:custGeom>
                <a:avLst/>
                <a:gdLst>
                  <a:gd name="T0" fmla="*/ 720 w 46"/>
                  <a:gd name="T1" fmla="*/ 1454 h 77"/>
                  <a:gd name="T2" fmla="*/ 720 w 46"/>
                  <a:gd name="T3" fmla="*/ 1454 h 77"/>
                  <a:gd name="T4" fmla="*/ 470 w 46"/>
                  <a:gd name="T5" fmla="*/ 0 h 77"/>
                  <a:gd name="T6" fmla="*/ 208 w 46"/>
                  <a:gd name="T7" fmla="*/ 375 h 77"/>
                  <a:gd name="T8" fmla="*/ 0 w 46"/>
                  <a:gd name="T9" fmla="*/ 136 h 77"/>
                  <a:gd name="T10" fmla="*/ 313 w 46"/>
                  <a:gd name="T11" fmla="*/ 1395 h 77"/>
                  <a:gd name="T12" fmla="*/ 720 w 46"/>
                  <a:gd name="T13" fmla="*/ 1454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77">
                    <a:moveTo>
                      <a:pt x="46" y="77"/>
                    </a:moveTo>
                    <a:cubicBezTo>
                      <a:pt x="46" y="77"/>
                      <a:pt x="46" y="77"/>
                      <a:pt x="46" y="77"/>
                    </a:cubicBezTo>
                    <a:cubicBezTo>
                      <a:pt x="46" y="77"/>
                      <a:pt x="40" y="18"/>
                      <a:pt x="30" y="0"/>
                    </a:cubicBezTo>
                    <a:cubicBezTo>
                      <a:pt x="23" y="5"/>
                      <a:pt x="12" y="11"/>
                      <a:pt x="13" y="20"/>
                    </a:cubicBezTo>
                    <a:cubicBezTo>
                      <a:pt x="8" y="17"/>
                      <a:pt x="5" y="10"/>
                      <a:pt x="0" y="7"/>
                    </a:cubicBezTo>
                    <a:cubicBezTo>
                      <a:pt x="4" y="17"/>
                      <a:pt x="15" y="56"/>
                      <a:pt x="20" y="74"/>
                    </a:cubicBezTo>
                    <a:cubicBezTo>
                      <a:pt x="30" y="69"/>
                      <a:pt x="39" y="67"/>
                      <a:pt x="46" y="77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793">
                <a:extLst>
                  <a:ext uri="{FF2B5EF4-FFF2-40B4-BE49-F238E27FC236}">
                    <a16:creationId xmlns:a16="http://schemas.microsoft.com/office/drawing/2014/main" id="{E88F9F1A-42EA-4874-AC00-737CA4B8C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263"/>
                <a:ext cx="33" cy="139"/>
              </a:xfrm>
              <a:custGeom>
                <a:avLst/>
                <a:gdLst>
                  <a:gd name="T0" fmla="*/ 0 w 13"/>
                  <a:gd name="T1" fmla="*/ 0 h 52"/>
                  <a:gd name="T2" fmla="*/ 213 w 13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0" y="0"/>
                    </a:moveTo>
                    <a:cubicBezTo>
                      <a:pt x="3" y="7"/>
                      <a:pt x="11" y="45"/>
                      <a:pt x="13" y="5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794">
                <a:extLst>
                  <a:ext uri="{FF2B5EF4-FFF2-40B4-BE49-F238E27FC236}">
                    <a16:creationId xmlns:a16="http://schemas.microsoft.com/office/drawing/2014/main" id="{45A20DC4-ECED-4E63-8E28-7402D240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1306"/>
                <a:ext cx="13" cy="136"/>
              </a:xfrm>
              <a:custGeom>
                <a:avLst/>
                <a:gdLst>
                  <a:gd name="T0" fmla="*/ 0 w 5"/>
                  <a:gd name="T1" fmla="*/ 0 h 51"/>
                  <a:gd name="T2" fmla="*/ 68 w 5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1">
                    <a:moveTo>
                      <a:pt x="0" y="0"/>
                    </a:moveTo>
                    <a:cubicBezTo>
                      <a:pt x="0" y="5"/>
                      <a:pt x="5" y="40"/>
                      <a:pt x="4" y="51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795">
                <a:extLst>
                  <a:ext uri="{FF2B5EF4-FFF2-40B4-BE49-F238E27FC236}">
                    <a16:creationId xmlns:a16="http://schemas.microsoft.com/office/drawing/2014/main" id="{38094939-371D-479D-9AD0-2CFB9B4C2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1327"/>
                <a:ext cx="88" cy="395"/>
              </a:xfrm>
              <a:custGeom>
                <a:avLst/>
                <a:gdLst>
                  <a:gd name="T0" fmla="*/ 556 w 35"/>
                  <a:gd name="T1" fmla="*/ 2813 h 148"/>
                  <a:gd name="T2" fmla="*/ 241 w 35"/>
                  <a:gd name="T3" fmla="*/ 819 h 148"/>
                  <a:gd name="T4" fmla="*/ 241 w 35"/>
                  <a:gd name="T5" fmla="*/ 819 h 148"/>
                  <a:gd name="T6" fmla="*/ 221 w 35"/>
                  <a:gd name="T7" fmla="*/ 763 h 148"/>
                  <a:gd name="T8" fmla="*/ 221 w 35"/>
                  <a:gd name="T9" fmla="*/ 593 h 148"/>
                  <a:gd name="T10" fmla="*/ 475 w 35"/>
                  <a:gd name="T11" fmla="*/ 491 h 148"/>
                  <a:gd name="T12" fmla="*/ 380 w 35"/>
                  <a:gd name="T13" fmla="*/ 0 h 148"/>
                  <a:gd name="T14" fmla="*/ 334 w 35"/>
                  <a:gd name="T15" fmla="*/ 227 h 148"/>
                  <a:gd name="T16" fmla="*/ 241 w 35"/>
                  <a:gd name="T17" fmla="*/ 307 h 148"/>
                  <a:gd name="T18" fmla="*/ 0 w 35"/>
                  <a:gd name="T19" fmla="*/ 376 h 148"/>
                  <a:gd name="T20" fmla="*/ 96 w 35"/>
                  <a:gd name="T21" fmla="*/ 1046 h 148"/>
                  <a:gd name="T22" fmla="*/ 146 w 35"/>
                  <a:gd name="T23" fmla="*/ 1046 h 148"/>
                  <a:gd name="T24" fmla="*/ 254 w 35"/>
                  <a:gd name="T25" fmla="*/ 1289 h 148"/>
                  <a:gd name="T26" fmla="*/ 254 w 35"/>
                  <a:gd name="T27" fmla="*/ 1289 h 148"/>
                  <a:gd name="T28" fmla="*/ 525 w 35"/>
                  <a:gd name="T29" fmla="*/ 2792 h 148"/>
                  <a:gd name="T30" fmla="*/ 556 w 35"/>
                  <a:gd name="T31" fmla="*/ 2813 h 1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" h="148">
                    <a:moveTo>
                      <a:pt x="35" y="148"/>
                    </a:moveTo>
                    <a:cubicBezTo>
                      <a:pt x="33" y="115"/>
                      <a:pt x="23" y="62"/>
                      <a:pt x="15" y="43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5" y="42"/>
                      <a:pt x="14" y="41"/>
                      <a:pt x="14" y="40"/>
                    </a:cubicBezTo>
                    <a:cubicBezTo>
                      <a:pt x="12" y="37"/>
                      <a:pt x="12" y="31"/>
                      <a:pt x="14" y="31"/>
                    </a:cubicBezTo>
                    <a:cubicBezTo>
                      <a:pt x="19" y="30"/>
                      <a:pt x="25" y="27"/>
                      <a:pt x="30" y="26"/>
                    </a:cubicBezTo>
                    <a:cubicBezTo>
                      <a:pt x="27" y="13"/>
                      <a:pt x="25" y="3"/>
                      <a:pt x="24" y="0"/>
                    </a:cubicBezTo>
                    <a:cubicBezTo>
                      <a:pt x="23" y="4"/>
                      <a:pt x="23" y="9"/>
                      <a:pt x="21" y="12"/>
                    </a:cubicBezTo>
                    <a:cubicBezTo>
                      <a:pt x="20" y="15"/>
                      <a:pt x="19" y="14"/>
                      <a:pt x="15" y="16"/>
                    </a:cubicBezTo>
                    <a:cubicBezTo>
                      <a:pt x="13" y="16"/>
                      <a:pt x="3" y="21"/>
                      <a:pt x="0" y="20"/>
                    </a:cubicBezTo>
                    <a:cubicBezTo>
                      <a:pt x="3" y="25"/>
                      <a:pt x="4" y="44"/>
                      <a:pt x="6" y="55"/>
                    </a:cubicBezTo>
                    <a:cubicBezTo>
                      <a:pt x="7" y="55"/>
                      <a:pt x="8" y="55"/>
                      <a:pt x="9" y="55"/>
                    </a:cubicBezTo>
                    <a:cubicBezTo>
                      <a:pt x="11" y="56"/>
                      <a:pt x="15" y="63"/>
                      <a:pt x="16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23" y="82"/>
                      <a:pt x="30" y="120"/>
                      <a:pt x="33" y="147"/>
                    </a:cubicBezTo>
                    <a:lnTo>
                      <a:pt x="35" y="148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796">
                <a:extLst>
                  <a:ext uri="{FF2B5EF4-FFF2-40B4-BE49-F238E27FC236}">
                    <a16:creationId xmlns:a16="http://schemas.microsoft.com/office/drawing/2014/main" id="{C42C0903-C44E-4516-B9CB-D9CB46DA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271"/>
                <a:ext cx="75" cy="203"/>
              </a:xfrm>
              <a:custGeom>
                <a:avLst/>
                <a:gdLst>
                  <a:gd name="T0" fmla="*/ 458 w 30"/>
                  <a:gd name="T1" fmla="*/ 0 h 76"/>
                  <a:gd name="T2" fmla="*/ 83 w 30"/>
                  <a:gd name="T3" fmla="*/ 248 h 76"/>
                  <a:gd name="T4" fmla="*/ 20 w 30"/>
                  <a:gd name="T5" fmla="*/ 0 h 76"/>
                  <a:gd name="T6" fmla="*/ 0 w 30"/>
                  <a:gd name="T7" fmla="*/ 0 h 76"/>
                  <a:gd name="T8" fmla="*/ 83 w 30"/>
                  <a:gd name="T9" fmla="*/ 1071 h 76"/>
                  <a:gd name="T10" fmla="*/ 188 w 30"/>
                  <a:gd name="T11" fmla="*/ 1448 h 76"/>
                  <a:gd name="T12" fmla="*/ 300 w 30"/>
                  <a:gd name="T13" fmla="*/ 1448 h 76"/>
                  <a:gd name="T14" fmla="*/ 208 w 30"/>
                  <a:gd name="T15" fmla="*/ 785 h 76"/>
                  <a:gd name="T16" fmla="*/ 250 w 30"/>
                  <a:gd name="T17" fmla="*/ 513 h 76"/>
                  <a:gd name="T18" fmla="*/ 333 w 30"/>
                  <a:gd name="T19" fmla="*/ 422 h 76"/>
                  <a:gd name="T20" fmla="*/ 470 w 30"/>
                  <a:gd name="T21" fmla="*/ 422 h 76"/>
                  <a:gd name="T22" fmla="*/ 458 w 30"/>
                  <a:gd name="T23" fmla="*/ 0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76">
                    <a:moveTo>
                      <a:pt x="29" y="0"/>
                    </a:moveTo>
                    <a:cubicBezTo>
                      <a:pt x="19" y="3"/>
                      <a:pt x="12" y="7"/>
                      <a:pt x="5" y="13"/>
                    </a:cubicBezTo>
                    <a:cubicBezTo>
                      <a:pt x="4" y="9"/>
                      <a:pt x="0" y="4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5" y="43"/>
                      <a:pt x="5" y="56"/>
                    </a:cubicBezTo>
                    <a:cubicBezTo>
                      <a:pt x="7" y="59"/>
                      <a:pt x="9" y="67"/>
                      <a:pt x="12" y="76"/>
                    </a:cubicBezTo>
                    <a:cubicBezTo>
                      <a:pt x="14" y="76"/>
                      <a:pt x="17" y="75"/>
                      <a:pt x="19" y="76"/>
                    </a:cubicBezTo>
                    <a:cubicBezTo>
                      <a:pt x="17" y="65"/>
                      <a:pt x="16" y="46"/>
                      <a:pt x="13" y="41"/>
                    </a:cubicBezTo>
                    <a:cubicBezTo>
                      <a:pt x="11" y="39"/>
                      <a:pt x="15" y="29"/>
                      <a:pt x="16" y="27"/>
                    </a:cubicBezTo>
                    <a:cubicBezTo>
                      <a:pt x="17" y="20"/>
                      <a:pt x="21" y="22"/>
                      <a:pt x="21" y="22"/>
                    </a:cubicBezTo>
                    <a:cubicBezTo>
                      <a:pt x="23" y="22"/>
                      <a:pt x="27" y="22"/>
                      <a:pt x="30" y="22"/>
                    </a:cubicBezTo>
                    <a:cubicBezTo>
                      <a:pt x="30" y="12"/>
                      <a:pt x="29" y="4"/>
                      <a:pt x="29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797">
                <a:extLst>
                  <a:ext uri="{FF2B5EF4-FFF2-40B4-BE49-F238E27FC236}">
                    <a16:creationId xmlns:a16="http://schemas.microsoft.com/office/drawing/2014/main" id="{5EC3CD82-50C3-4CDF-9F2B-F8DB3F484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1365"/>
                <a:ext cx="8" cy="37"/>
              </a:xfrm>
              <a:custGeom>
                <a:avLst/>
                <a:gdLst>
                  <a:gd name="T0" fmla="*/ 0 w 3"/>
                  <a:gd name="T1" fmla="*/ 0 h 14"/>
                  <a:gd name="T2" fmla="*/ 56 w 3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0" y="0"/>
                    </a:moveTo>
                    <a:cubicBezTo>
                      <a:pt x="1" y="3"/>
                      <a:pt x="3" y="14"/>
                      <a:pt x="3" y="14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798">
                <a:extLst>
                  <a:ext uri="{FF2B5EF4-FFF2-40B4-BE49-F238E27FC236}">
                    <a16:creationId xmlns:a16="http://schemas.microsoft.com/office/drawing/2014/main" id="{6798239F-F221-47F4-859B-67E0C00AB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" y="1303"/>
                <a:ext cx="83" cy="262"/>
              </a:xfrm>
              <a:custGeom>
                <a:avLst/>
                <a:gdLst>
                  <a:gd name="T0" fmla="*/ 33 w 33"/>
                  <a:gd name="T1" fmla="*/ 500 h 98"/>
                  <a:gd name="T2" fmla="*/ 63 w 33"/>
                  <a:gd name="T3" fmla="*/ 671 h 98"/>
                  <a:gd name="T4" fmla="*/ 146 w 33"/>
                  <a:gd name="T5" fmla="*/ 650 h 98"/>
                  <a:gd name="T6" fmla="*/ 272 w 33"/>
                  <a:gd name="T7" fmla="*/ 914 h 98"/>
                  <a:gd name="T8" fmla="*/ 475 w 33"/>
                  <a:gd name="T9" fmla="*/ 1871 h 98"/>
                  <a:gd name="T10" fmla="*/ 443 w 33"/>
                  <a:gd name="T11" fmla="*/ 1494 h 98"/>
                  <a:gd name="T12" fmla="*/ 526 w 33"/>
                  <a:gd name="T13" fmla="*/ 1452 h 98"/>
                  <a:gd name="T14" fmla="*/ 380 w 33"/>
                  <a:gd name="T15" fmla="*/ 56 h 98"/>
                  <a:gd name="T16" fmla="*/ 113 w 33"/>
                  <a:gd name="T17" fmla="*/ 209 h 98"/>
                  <a:gd name="T18" fmla="*/ 0 w 33"/>
                  <a:gd name="T19" fmla="*/ 0 h 98"/>
                  <a:gd name="T20" fmla="*/ 33 w 33"/>
                  <a:gd name="T21" fmla="*/ 457 h 98"/>
                  <a:gd name="T22" fmla="*/ 33 w 33"/>
                  <a:gd name="T23" fmla="*/ 50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98">
                    <a:moveTo>
                      <a:pt x="2" y="26"/>
                    </a:moveTo>
                    <a:cubicBezTo>
                      <a:pt x="3" y="29"/>
                      <a:pt x="3" y="32"/>
                      <a:pt x="4" y="35"/>
                    </a:cubicBezTo>
                    <a:cubicBezTo>
                      <a:pt x="6" y="34"/>
                      <a:pt x="8" y="33"/>
                      <a:pt x="9" y="34"/>
                    </a:cubicBezTo>
                    <a:cubicBezTo>
                      <a:pt x="11" y="34"/>
                      <a:pt x="12" y="43"/>
                      <a:pt x="17" y="48"/>
                    </a:cubicBezTo>
                    <a:cubicBezTo>
                      <a:pt x="23" y="62"/>
                      <a:pt x="27" y="80"/>
                      <a:pt x="30" y="98"/>
                    </a:cubicBezTo>
                    <a:cubicBezTo>
                      <a:pt x="29" y="86"/>
                      <a:pt x="28" y="78"/>
                      <a:pt x="28" y="78"/>
                    </a:cubicBezTo>
                    <a:cubicBezTo>
                      <a:pt x="29" y="77"/>
                      <a:pt x="31" y="76"/>
                      <a:pt x="33" y="76"/>
                    </a:cubicBezTo>
                    <a:cubicBezTo>
                      <a:pt x="29" y="54"/>
                      <a:pt x="24" y="20"/>
                      <a:pt x="24" y="3"/>
                    </a:cubicBezTo>
                    <a:cubicBezTo>
                      <a:pt x="19" y="6"/>
                      <a:pt x="10" y="6"/>
                      <a:pt x="7" y="11"/>
                    </a:cubicBezTo>
                    <a:cubicBezTo>
                      <a:pt x="5" y="8"/>
                      <a:pt x="3" y="1"/>
                      <a:pt x="0" y="0"/>
                    </a:cubicBezTo>
                    <a:cubicBezTo>
                      <a:pt x="2" y="8"/>
                      <a:pt x="2" y="16"/>
                      <a:pt x="2" y="24"/>
                    </a:cubicBezTo>
                    <a:cubicBezTo>
                      <a:pt x="2" y="25"/>
                      <a:pt x="2" y="25"/>
                      <a:pt x="2" y="26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799">
                <a:extLst>
                  <a:ext uri="{FF2B5EF4-FFF2-40B4-BE49-F238E27FC236}">
                    <a16:creationId xmlns:a16="http://schemas.microsoft.com/office/drawing/2014/main" id="{5D06DAB6-5563-4EE6-8B58-0878D948A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1333"/>
                <a:ext cx="1" cy="58"/>
              </a:xfrm>
              <a:custGeom>
                <a:avLst/>
                <a:gdLst>
                  <a:gd name="T0" fmla="*/ 0 w 1"/>
                  <a:gd name="T1" fmla="*/ 0 h 22"/>
                  <a:gd name="T2" fmla="*/ 0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0" y="6"/>
                      <a:pt x="0" y="22"/>
                      <a:pt x="0" y="2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800">
                <a:extLst>
                  <a:ext uri="{FF2B5EF4-FFF2-40B4-BE49-F238E27FC236}">
                    <a16:creationId xmlns:a16="http://schemas.microsoft.com/office/drawing/2014/main" id="{556ADE49-8B1D-4456-B5D8-52F8C021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1178"/>
                <a:ext cx="93" cy="176"/>
              </a:xfrm>
              <a:custGeom>
                <a:avLst/>
                <a:gdLst>
                  <a:gd name="T0" fmla="*/ 347 w 37"/>
                  <a:gd name="T1" fmla="*/ 435 h 66"/>
                  <a:gd name="T2" fmla="*/ 410 w 37"/>
                  <a:gd name="T3" fmla="*/ 661 h 66"/>
                  <a:gd name="T4" fmla="*/ 430 w 37"/>
                  <a:gd name="T5" fmla="*/ 1080 h 66"/>
                  <a:gd name="T6" fmla="*/ 410 w 37"/>
                  <a:gd name="T7" fmla="*/ 1080 h 66"/>
                  <a:gd name="T8" fmla="*/ 410 w 37"/>
                  <a:gd name="T9" fmla="*/ 1080 h 66"/>
                  <a:gd name="T10" fmla="*/ 538 w 37"/>
                  <a:gd name="T11" fmla="*/ 1059 h 66"/>
                  <a:gd name="T12" fmla="*/ 588 w 37"/>
                  <a:gd name="T13" fmla="*/ 1251 h 66"/>
                  <a:gd name="T14" fmla="*/ 525 w 37"/>
                  <a:gd name="T15" fmla="*/ 0 h 66"/>
                  <a:gd name="T16" fmla="*/ 334 w 37"/>
                  <a:gd name="T17" fmla="*/ 227 h 66"/>
                  <a:gd name="T18" fmla="*/ 0 w 37"/>
                  <a:gd name="T19" fmla="*/ 93 h 66"/>
                  <a:gd name="T20" fmla="*/ 50 w 37"/>
                  <a:gd name="T21" fmla="*/ 547 h 66"/>
                  <a:gd name="T22" fmla="*/ 347 w 37"/>
                  <a:gd name="T23" fmla="*/ 435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6">
                    <a:moveTo>
                      <a:pt x="22" y="23"/>
                    </a:moveTo>
                    <a:cubicBezTo>
                      <a:pt x="22" y="27"/>
                      <a:pt x="23" y="32"/>
                      <a:pt x="26" y="35"/>
                    </a:cubicBezTo>
                    <a:cubicBezTo>
                      <a:pt x="26" y="39"/>
                      <a:pt x="27" y="47"/>
                      <a:pt x="27" y="57"/>
                    </a:cubicBezTo>
                    <a:cubicBezTo>
                      <a:pt x="27" y="57"/>
                      <a:pt x="27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9" y="57"/>
                      <a:pt x="32" y="56"/>
                      <a:pt x="34" y="56"/>
                    </a:cubicBezTo>
                    <a:cubicBezTo>
                      <a:pt x="35" y="58"/>
                      <a:pt x="35" y="61"/>
                      <a:pt x="37" y="66"/>
                    </a:cubicBezTo>
                    <a:cubicBezTo>
                      <a:pt x="36" y="52"/>
                      <a:pt x="34" y="7"/>
                      <a:pt x="33" y="0"/>
                    </a:cubicBezTo>
                    <a:cubicBezTo>
                      <a:pt x="27" y="1"/>
                      <a:pt x="22" y="6"/>
                      <a:pt x="21" y="12"/>
                    </a:cubicBezTo>
                    <a:cubicBezTo>
                      <a:pt x="14" y="9"/>
                      <a:pt x="8" y="4"/>
                      <a:pt x="0" y="5"/>
                    </a:cubicBezTo>
                    <a:cubicBezTo>
                      <a:pt x="0" y="9"/>
                      <a:pt x="2" y="22"/>
                      <a:pt x="3" y="29"/>
                    </a:cubicBezTo>
                    <a:cubicBezTo>
                      <a:pt x="9" y="26"/>
                      <a:pt x="17" y="23"/>
                      <a:pt x="22" y="23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801">
                <a:extLst>
                  <a:ext uri="{FF2B5EF4-FFF2-40B4-BE49-F238E27FC236}">
                    <a16:creationId xmlns:a16="http://schemas.microsoft.com/office/drawing/2014/main" id="{24B45D18-1D88-4DDD-B644-AFF1B6279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210"/>
                <a:ext cx="2" cy="29"/>
              </a:xfrm>
              <a:custGeom>
                <a:avLst/>
                <a:gdLst>
                  <a:gd name="T0" fmla="*/ 0 w 1"/>
                  <a:gd name="T1" fmla="*/ 0 h 11"/>
                  <a:gd name="T2" fmla="*/ 8 w 1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1" y="2"/>
                      <a:pt x="1" y="11"/>
                      <a:pt x="1" y="11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802">
                <a:extLst>
                  <a:ext uri="{FF2B5EF4-FFF2-40B4-BE49-F238E27FC236}">
                    <a16:creationId xmlns:a16="http://schemas.microsoft.com/office/drawing/2014/main" id="{816F27A2-7DD7-43E8-8EA0-08A26A804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1234"/>
                <a:ext cx="82" cy="264"/>
              </a:xfrm>
              <a:custGeom>
                <a:avLst/>
                <a:gdLst>
                  <a:gd name="T0" fmla="*/ 199 w 33"/>
                  <a:gd name="T1" fmla="*/ 341 h 99"/>
                  <a:gd name="T2" fmla="*/ 258 w 33"/>
                  <a:gd name="T3" fmla="*/ 547 h 99"/>
                  <a:gd name="T4" fmla="*/ 383 w 33"/>
                  <a:gd name="T5" fmla="*/ 1877 h 99"/>
                  <a:gd name="T6" fmla="*/ 383 w 33"/>
                  <a:gd name="T7" fmla="*/ 1877 h 99"/>
                  <a:gd name="T8" fmla="*/ 353 w 33"/>
                  <a:gd name="T9" fmla="*/ 1251 h 99"/>
                  <a:gd name="T10" fmla="*/ 507 w 33"/>
                  <a:gd name="T11" fmla="*/ 1173 h 99"/>
                  <a:gd name="T12" fmla="*/ 432 w 33"/>
                  <a:gd name="T13" fmla="*/ 0 h 99"/>
                  <a:gd name="T14" fmla="*/ 166 w 33"/>
                  <a:gd name="T15" fmla="*/ 171 h 99"/>
                  <a:gd name="T16" fmla="*/ 0 w 33"/>
                  <a:gd name="T17" fmla="*/ 21 h 99"/>
                  <a:gd name="T18" fmla="*/ 42 w 33"/>
                  <a:gd name="T19" fmla="*/ 397 h 99"/>
                  <a:gd name="T20" fmla="*/ 199 w 33"/>
                  <a:gd name="T21" fmla="*/ 341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99">
                    <a:moveTo>
                      <a:pt x="13" y="18"/>
                    </a:moveTo>
                    <a:cubicBezTo>
                      <a:pt x="14" y="21"/>
                      <a:pt x="15" y="25"/>
                      <a:pt x="17" y="29"/>
                    </a:cubicBezTo>
                    <a:cubicBezTo>
                      <a:pt x="17" y="46"/>
                      <a:pt x="21" y="77"/>
                      <a:pt x="25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5" y="88"/>
                      <a:pt x="24" y="72"/>
                      <a:pt x="23" y="66"/>
                    </a:cubicBezTo>
                    <a:cubicBezTo>
                      <a:pt x="26" y="66"/>
                      <a:pt x="29" y="64"/>
                      <a:pt x="33" y="62"/>
                    </a:cubicBezTo>
                    <a:cubicBezTo>
                      <a:pt x="32" y="53"/>
                      <a:pt x="28" y="0"/>
                      <a:pt x="28" y="0"/>
                    </a:cubicBezTo>
                    <a:cubicBezTo>
                      <a:pt x="22" y="1"/>
                      <a:pt x="14" y="4"/>
                      <a:pt x="11" y="9"/>
                    </a:cubicBezTo>
                    <a:cubicBezTo>
                      <a:pt x="10" y="7"/>
                      <a:pt x="2" y="3"/>
                      <a:pt x="0" y="1"/>
                    </a:cubicBezTo>
                    <a:cubicBezTo>
                      <a:pt x="1" y="4"/>
                      <a:pt x="2" y="14"/>
                      <a:pt x="3" y="21"/>
                    </a:cubicBezTo>
                    <a:cubicBezTo>
                      <a:pt x="6" y="19"/>
                      <a:pt x="10" y="18"/>
                      <a:pt x="13" y="18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803">
                <a:extLst>
                  <a:ext uri="{FF2B5EF4-FFF2-40B4-BE49-F238E27FC236}">
                    <a16:creationId xmlns:a16="http://schemas.microsoft.com/office/drawing/2014/main" id="{DC28A76D-61FC-400D-B04F-F040668B5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127"/>
                <a:ext cx="55" cy="171"/>
              </a:xfrm>
              <a:custGeom>
                <a:avLst/>
                <a:gdLst>
                  <a:gd name="T0" fmla="*/ 188 w 22"/>
                  <a:gd name="T1" fmla="*/ 1165 h 64"/>
                  <a:gd name="T2" fmla="*/ 145 w 22"/>
                  <a:gd name="T3" fmla="*/ 786 h 64"/>
                  <a:gd name="T4" fmla="*/ 345 w 22"/>
                  <a:gd name="T5" fmla="*/ 615 h 64"/>
                  <a:gd name="T6" fmla="*/ 313 w 22"/>
                  <a:gd name="T7" fmla="*/ 0 h 64"/>
                  <a:gd name="T8" fmla="*/ 158 w 22"/>
                  <a:gd name="T9" fmla="*/ 192 h 64"/>
                  <a:gd name="T10" fmla="*/ 0 w 22"/>
                  <a:gd name="T11" fmla="*/ 251 h 64"/>
                  <a:gd name="T12" fmla="*/ 95 w 22"/>
                  <a:gd name="T13" fmla="*/ 1221 h 64"/>
                  <a:gd name="T14" fmla="*/ 188 w 22"/>
                  <a:gd name="T15" fmla="*/ 116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64">
                    <a:moveTo>
                      <a:pt x="12" y="61"/>
                    </a:moveTo>
                    <a:cubicBezTo>
                      <a:pt x="11" y="54"/>
                      <a:pt x="10" y="44"/>
                      <a:pt x="9" y="41"/>
                    </a:cubicBezTo>
                    <a:cubicBezTo>
                      <a:pt x="13" y="38"/>
                      <a:pt x="17" y="34"/>
                      <a:pt x="22" y="3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5"/>
                      <a:pt x="14" y="9"/>
                      <a:pt x="10" y="10"/>
                    </a:cubicBezTo>
                    <a:cubicBezTo>
                      <a:pt x="6" y="13"/>
                      <a:pt x="0" y="13"/>
                      <a:pt x="0" y="13"/>
                    </a:cubicBezTo>
                    <a:cubicBezTo>
                      <a:pt x="1" y="19"/>
                      <a:pt x="3" y="50"/>
                      <a:pt x="6" y="64"/>
                    </a:cubicBezTo>
                    <a:cubicBezTo>
                      <a:pt x="8" y="63"/>
                      <a:pt x="10" y="62"/>
                      <a:pt x="12" y="61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804">
                <a:extLst>
                  <a:ext uri="{FF2B5EF4-FFF2-40B4-BE49-F238E27FC236}">
                    <a16:creationId xmlns:a16="http://schemas.microsoft.com/office/drawing/2014/main" id="{304138A1-0AB4-493A-8F7F-13E365C05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258"/>
                <a:ext cx="1" cy="21"/>
              </a:xfrm>
              <a:custGeom>
                <a:avLst/>
                <a:gdLst>
                  <a:gd name="T0" fmla="*/ 0 w 1"/>
                  <a:gd name="T1" fmla="*/ 0 h 21"/>
                  <a:gd name="T2" fmla="*/ 0 w 1"/>
                  <a:gd name="T3" fmla="*/ 21 h 21"/>
                  <a:gd name="T4" fmla="*/ 0 w 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1">
                    <a:moveTo>
                      <a:pt x="0" y="0"/>
                    </a:moveTo>
                    <a:lnTo>
                      <a:pt x="0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Line 805">
                <a:extLst>
                  <a:ext uri="{FF2B5EF4-FFF2-40B4-BE49-F238E27FC236}">
                    <a16:creationId xmlns:a16="http://schemas.microsoft.com/office/drawing/2014/main" id="{38A1A307-7C84-4DA3-8B7D-242A82F075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3" y="1258"/>
                <a:ext cx="1" cy="2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806">
                <a:extLst>
                  <a:ext uri="{FF2B5EF4-FFF2-40B4-BE49-F238E27FC236}">
                    <a16:creationId xmlns:a16="http://schemas.microsoft.com/office/drawing/2014/main" id="{CE3FD02A-1F1B-4033-B9AE-EBA19DDEB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129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807">
                <a:extLst>
                  <a:ext uri="{FF2B5EF4-FFF2-40B4-BE49-F238E27FC236}">
                    <a16:creationId xmlns:a16="http://schemas.microsoft.com/office/drawing/2014/main" id="{3E6E996B-45DC-4202-9AFA-7B672108B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117"/>
                <a:ext cx="90" cy="304"/>
              </a:xfrm>
              <a:custGeom>
                <a:avLst/>
                <a:gdLst>
                  <a:gd name="T0" fmla="*/ 458 w 36"/>
                  <a:gd name="T1" fmla="*/ 1101 h 114"/>
                  <a:gd name="T2" fmla="*/ 470 w 36"/>
                  <a:gd name="T3" fmla="*/ 1101 h 114"/>
                  <a:gd name="T4" fmla="*/ 500 w 36"/>
                  <a:gd name="T5" fmla="*/ 1024 h 114"/>
                  <a:gd name="T6" fmla="*/ 550 w 36"/>
                  <a:gd name="T7" fmla="*/ 989 h 114"/>
                  <a:gd name="T8" fmla="*/ 550 w 36"/>
                  <a:gd name="T9" fmla="*/ 989 h 114"/>
                  <a:gd name="T10" fmla="*/ 500 w 36"/>
                  <a:gd name="T11" fmla="*/ 533 h 114"/>
                  <a:gd name="T12" fmla="*/ 563 w 36"/>
                  <a:gd name="T13" fmla="*/ 435 h 114"/>
                  <a:gd name="T14" fmla="*/ 563 w 36"/>
                  <a:gd name="T15" fmla="*/ 419 h 114"/>
                  <a:gd name="T16" fmla="*/ 500 w 36"/>
                  <a:gd name="T17" fmla="*/ 0 h 114"/>
                  <a:gd name="T18" fmla="*/ 283 w 36"/>
                  <a:gd name="T19" fmla="*/ 248 h 114"/>
                  <a:gd name="T20" fmla="*/ 0 w 36"/>
                  <a:gd name="T21" fmla="*/ 35 h 114"/>
                  <a:gd name="T22" fmla="*/ 63 w 36"/>
                  <a:gd name="T23" fmla="*/ 477 h 114"/>
                  <a:gd name="T24" fmla="*/ 270 w 36"/>
                  <a:gd name="T25" fmla="*/ 661 h 114"/>
                  <a:gd name="T26" fmla="*/ 520 w 36"/>
                  <a:gd name="T27" fmla="*/ 2125 h 114"/>
                  <a:gd name="T28" fmla="*/ 520 w 36"/>
                  <a:gd name="T29" fmla="*/ 2125 h 114"/>
                  <a:gd name="T30" fmla="*/ 533 w 36"/>
                  <a:gd name="T31" fmla="*/ 2163 h 114"/>
                  <a:gd name="T32" fmla="*/ 458 w 36"/>
                  <a:gd name="T33" fmla="*/ 1101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" h="114">
                    <a:moveTo>
                      <a:pt x="29" y="58"/>
                    </a:moveTo>
                    <a:cubicBezTo>
                      <a:pt x="30" y="58"/>
                      <a:pt x="30" y="58"/>
                      <a:pt x="30" y="58"/>
                    </a:cubicBezTo>
                    <a:cubicBezTo>
                      <a:pt x="30" y="57"/>
                      <a:pt x="30" y="56"/>
                      <a:pt x="32" y="54"/>
                    </a:cubicBezTo>
                    <a:cubicBezTo>
                      <a:pt x="33" y="54"/>
                      <a:pt x="34" y="53"/>
                      <a:pt x="35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45"/>
                      <a:pt x="32" y="32"/>
                      <a:pt x="32" y="28"/>
                    </a:cubicBezTo>
                    <a:cubicBezTo>
                      <a:pt x="32" y="27"/>
                      <a:pt x="33" y="25"/>
                      <a:pt x="36" y="23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4" y="17"/>
                      <a:pt x="32" y="0"/>
                      <a:pt x="32" y="0"/>
                    </a:cubicBezTo>
                    <a:cubicBezTo>
                      <a:pt x="24" y="1"/>
                      <a:pt x="23" y="9"/>
                      <a:pt x="18" y="13"/>
                    </a:cubicBezTo>
                    <a:cubicBezTo>
                      <a:pt x="13" y="8"/>
                      <a:pt x="4" y="7"/>
                      <a:pt x="0" y="2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10" y="27"/>
                      <a:pt x="16" y="30"/>
                      <a:pt x="17" y="35"/>
                    </a:cubicBezTo>
                    <a:cubicBezTo>
                      <a:pt x="27" y="53"/>
                      <a:pt x="33" y="112"/>
                      <a:pt x="33" y="112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3" y="113"/>
                      <a:pt x="34" y="113"/>
                      <a:pt x="34" y="114"/>
                    </a:cubicBezTo>
                    <a:cubicBezTo>
                      <a:pt x="34" y="101"/>
                      <a:pt x="29" y="64"/>
                      <a:pt x="29" y="58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808">
                <a:extLst>
                  <a:ext uri="{FF2B5EF4-FFF2-40B4-BE49-F238E27FC236}">
                    <a16:creationId xmlns:a16="http://schemas.microsoft.com/office/drawing/2014/main" id="{4DAF76D0-4FFB-4DA3-A345-B2554CA77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130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809">
                <a:extLst>
                  <a:ext uri="{FF2B5EF4-FFF2-40B4-BE49-F238E27FC236}">
                    <a16:creationId xmlns:a16="http://schemas.microsoft.com/office/drawing/2014/main" id="{ECCD4FC2-8E13-470E-B373-E30B5628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129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810">
                <a:extLst>
                  <a:ext uri="{FF2B5EF4-FFF2-40B4-BE49-F238E27FC236}">
                    <a16:creationId xmlns:a16="http://schemas.microsoft.com/office/drawing/2014/main" id="{9EC3FDD9-6DFE-43E6-86AF-3BE24E3C7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127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811">
                <a:extLst>
                  <a:ext uri="{FF2B5EF4-FFF2-40B4-BE49-F238E27FC236}">
                    <a16:creationId xmlns:a16="http://schemas.microsoft.com/office/drawing/2014/main" id="{32399E4F-A8BE-4FA0-9CAB-CC051CEA3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1151"/>
                <a:ext cx="10" cy="86"/>
              </a:xfrm>
              <a:custGeom>
                <a:avLst/>
                <a:gdLst>
                  <a:gd name="T0" fmla="*/ 0 w 4"/>
                  <a:gd name="T1" fmla="*/ 0 h 32"/>
                  <a:gd name="T2" fmla="*/ 63 w 4"/>
                  <a:gd name="T3" fmla="*/ 6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2">
                    <a:moveTo>
                      <a:pt x="0" y="0"/>
                    </a:moveTo>
                    <a:cubicBezTo>
                      <a:pt x="0" y="0"/>
                      <a:pt x="3" y="27"/>
                      <a:pt x="4" y="3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812">
                <a:extLst>
                  <a:ext uri="{FF2B5EF4-FFF2-40B4-BE49-F238E27FC236}">
                    <a16:creationId xmlns:a16="http://schemas.microsoft.com/office/drawing/2014/main" id="{F9D7EB59-46F6-447A-9438-34BD2DE49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117"/>
                <a:ext cx="67" cy="282"/>
              </a:xfrm>
              <a:custGeom>
                <a:avLst/>
                <a:gdLst>
                  <a:gd name="T0" fmla="*/ 62 w 27"/>
                  <a:gd name="T1" fmla="*/ 657 h 106"/>
                  <a:gd name="T2" fmla="*/ 216 w 27"/>
                  <a:gd name="T3" fmla="*/ 827 h 106"/>
                  <a:gd name="T4" fmla="*/ 290 w 27"/>
                  <a:gd name="T5" fmla="*/ 1995 h 106"/>
                  <a:gd name="T6" fmla="*/ 290 w 27"/>
                  <a:gd name="T7" fmla="*/ 1995 h 106"/>
                  <a:gd name="T8" fmla="*/ 400 w 27"/>
                  <a:gd name="T9" fmla="*/ 1918 h 106"/>
                  <a:gd name="T10" fmla="*/ 382 w 27"/>
                  <a:gd name="T11" fmla="*/ 56 h 106"/>
                  <a:gd name="T12" fmla="*/ 92 w 27"/>
                  <a:gd name="T13" fmla="*/ 170 h 106"/>
                  <a:gd name="T14" fmla="*/ 12 w 27"/>
                  <a:gd name="T15" fmla="*/ 0 h 106"/>
                  <a:gd name="T16" fmla="*/ 12 w 27"/>
                  <a:gd name="T17" fmla="*/ 0 h 106"/>
                  <a:gd name="T18" fmla="*/ 0 w 27"/>
                  <a:gd name="T19" fmla="*/ 657 h 106"/>
                  <a:gd name="T20" fmla="*/ 62 w 27"/>
                  <a:gd name="T21" fmla="*/ 657 h 1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06">
                    <a:moveTo>
                      <a:pt x="4" y="35"/>
                    </a:moveTo>
                    <a:cubicBezTo>
                      <a:pt x="7" y="35"/>
                      <a:pt x="11" y="39"/>
                      <a:pt x="14" y="44"/>
                    </a:cubicBezTo>
                    <a:cubicBezTo>
                      <a:pt x="14" y="44"/>
                      <a:pt x="18" y="97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21" y="104"/>
                      <a:pt x="24" y="103"/>
                      <a:pt x="26" y="102"/>
                    </a:cubicBezTo>
                    <a:cubicBezTo>
                      <a:pt x="26" y="91"/>
                      <a:pt x="27" y="13"/>
                      <a:pt x="25" y="3"/>
                    </a:cubicBezTo>
                    <a:cubicBezTo>
                      <a:pt x="25" y="6"/>
                      <a:pt x="8" y="9"/>
                      <a:pt x="6" y="9"/>
                    </a:cubicBezTo>
                    <a:cubicBezTo>
                      <a:pt x="5" y="9"/>
                      <a:pt x="1" y="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22"/>
                      <a:pt x="0" y="35"/>
                    </a:cubicBezTo>
                    <a:cubicBezTo>
                      <a:pt x="1" y="35"/>
                      <a:pt x="3" y="34"/>
                      <a:pt x="4" y="35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813">
                <a:extLst>
                  <a:ext uri="{FF2B5EF4-FFF2-40B4-BE49-F238E27FC236}">
                    <a16:creationId xmlns:a16="http://schemas.microsoft.com/office/drawing/2014/main" id="{B505A2A6-326A-4C41-A672-3DB89C75B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141"/>
                <a:ext cx="2" cy="66"/>
              </a:xfrm>
              <a:custGeom>
                <a:avLst/>
                <a:gdLst>
                  <a:gd name="T0" fmla="*/ 8 w 1"/>
                  <a:gd name="T1" fmla="*/ 0 h 25"/>
                  <a:gd name="T2" fmla="*/ 0 w 1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5">
                    <a:moveTo>
                      <a:pt x="1" y="0"/>
                    </a:moveTo>
                    <a:cubicBezTo>
                      <a:pt x="0" y="5"/>
                      <a:pt x="0" y="25"/>
                      <a:pt x="0" y="25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814">
                <a:extLst>
                  <a:ext uri="{FF2B5EF4-FFF2-40B4-BE49-F238E27FC236}">
                    <a16:creationId xmlns:a16="http://schemas.microsoft.com/office/drawing/2014/main" id="{7E2BAA66-CDC0-42A4-AA9B-C00205EAA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1426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815">
                <a:extLst>
                  <a:ext uri="{FF2B5EF4-FFF2-40B4-BE49-F238E27FC236}">
                    <a16:creationId xmlns:a16="http://schemas.microsoft.com/office/drawing/2014/main" id="{06F2E5D9-3320-4321-AFE6-7CDEE851E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4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816">
                <a:extLst>
                  <a:ext uri="{FF2B5EF4-FFF2-40B4-BE49-F238E27FC236}">
                    <a16:creationId xmlns:a16="http://schemas.microsoft.com/office/drawing/2014/main" id="{91171730-4473-44FD-99DD-94FABD0DC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4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817">
                <a:extLst>
                  <a:ext uri="{FF2B5EF4-FFF2-40B4-BE49-F238E27FC236}">
                    <a16:creationId xmlns:a16="http://schemas.microsoft.com/office/drawing/2014/main" id="{E13570BE-6962-4492-A412-75BC1DEB7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14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818">
                <a:extLst>
                  <a:ext uri="{FF2B5EF4-FFF2-40B4-BE49-F238E27FC236}">
                    <a16:creationId xmlns:a16="http://schemas.microsoft.com/office/drawing/2014/main" id="{06DCF63F-8F96-47E5-BAC6-024DB7F32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14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819">
                <a:extLst>
                  <a:ext uri="{FF2B5EF4-FFF2-40B4-BE49-F238E27FC236}">
                    <a16:creationId xmlns:a16="http://schemas.microsoft.com/office/drawing/2014/main" id="{8302D4A9-4378-4C00-9BF2-7AD3F396B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4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820">
                <a:extLst>
                  <a:ext uri="{FF2B5EF4-FFF2-40B4-BE49-F238E27FC236}">
                    <a16:creationId xmlns:a16="http://schemas.microsoft.com/office/drawing/2014/main" id="{5BB1889E-DE2E-433D-9B66-6B71BB9A6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058"/>
                <a:ext cx="72" cy="331"/>
              </a:xfrm>
              <a:custGeom>
                <a:avLst/>
                <a:gdLst>
                  <a:gd name="T0" fmla="*/ 0 w 29"/>
                  <a:gd name="T1" fmla="*/ 2360 h 124"/>
                  <a:gd name="T2" fmla="*/ 0 w 29"/>
                  <a:gd name="T3" fmla="*/ 2360 h 124"/>
                  <a:gd name="T4" fmla="*/ 166 w 29"/>
                  <a:gd name="T5" fmla="*/ 2322 h 124"/>
                  <a:gd name="T6" fmla="*/ 137 w 29"/>
                  <a:gd name="T7" fmla="*/ 2322 h 124"/>
                  <a:gd name="T8" fmla="*/ 104 w 29"/>
                  <a:gd name="T9" fmla="*/ 1583 h 124"/>
                  <a:gd name="T10" fmla="*/ 412 w 29"/>
                  <a:gd name="T11" fmla="*/ 1311 h 124"/>
                  <a:gd name="T12" fmla="*/ 432 w 29"/>
                  <a:gd name="T13" fmla="*/ 0 h 124"/>
                  <a:gd name="T14" fmla="*/ 353 w 29"/>
                  <a:gd name="T15" fmla="*/ 307 h 124"/>
                  <a:gd name="T16" fmla="*/ 124 w 29"/>
                  <a:gd name="T17" fmla="*/ 376 h 124"/>
                  <a:gd name="T18" fmla="*/ 30 w 29"/>
                  <a:gd name="T19" fmla="*/ 115 h 124"/>
                  <a:gd name="T20" fmla="*/ 0 w 29"/>
                  <a:gd name="T21" fmla="*/ 550 h 124"/>
                  <a:gd name="T22" fmla="*/ 0 w 29"/>
                  <a:gd name="T23" fmla="*/ 2360 h 1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124">
                    <a:moveTo>
                      <a:pt x="0" y="124"/>
                    </a:moveTo>
                    <a:cubicBezTo>
                      <a:pt x="0" y="124"/>
                      <a:pt x="0" y="124"/>
                      <a:pt x="0" y="124"/>
                    </a:cubicBezTo>
                    <a:cubicBezTo>
                      <a:pt x="3" y="123"/>
                      <a:pt x="7" y="122"/>
                      <a:pt x="11" y="122"/>
                    </a:cubicBezTo>
                    <a:cubicBezTo>
                      <a:pt x="10" y="122"/>
                      <a:pt x="10" y="122"/>
                      <a:pt x="9" y="122"/>
                    </a:cubicBezTo>
                    <a:cubicBezTo>
                      <a:pt x="9" y="109"/>
                      <a:pt x="9" y="88"/>
                      <a:pt x="7" y="83"/>
                    </a:cubicBezTo>
                    <a:cubicBezTo>
                      <a:pt x="13" y="78"/>
                      <a:pt x="20" y="71"/>
                      <a:pt x="27" y="69"/>
                    </a:cubicBezTo>
                    <a:cubicBezTo>
                      <a:pt x="28" y="50"/>
                      <a:pt x="29" y="9"/>
                      <a:pt x="28" y="0"/>
                    </a:cubicBezTo>
                    <a:cubicBezTo>
                      <a:pt x="26" y="4"/>
                      <a:pt x="26" y="13"/>
                      <a:pt x="23" y="16"/>
                    </a:cubicBezTo>
                    <a:cubicBezTo>
                      <a:pt x="20" y="18"/>
                      <a:pt x="12" y="19"/>
                      <a:pt x="8" y="20"/>
                    </a:cubicBezTo>
                    <a:cubicBezTo>
                      <a:pt x="4" y="17"/>
                      <a:pt x="2" y="11"/>
                      <a:pt x="2" y="6"/>
                    </a:cubicBezTo>
                    <a:cubicBezTo>
                      <a:pt x="1" y="9"/>
                      <a:pt x="0" y="18"/>
                      <a:pt x="0" y="29"/>
                    </a:cubicBezTo>
                    <a:cubicBezTo>
                      <a:pt x="0" y="48"/>
                      <a:pt x="0" y="114"/>
                      <a:pt x="0" y="12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821">
                <a:extLst>
                  <a:ext uri="{FF2B5EF4-FFF2-40B4-BE49-F238E27FC236}">
                    <a16:creationId xmlns:a16="http://schemas.microsoft.com/office/drawing/2014/main" id="{C4F43A9D-1B65-4E97-9FF3-970E7164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142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822">
                <a:extLst>
                  <a:ext uri="{FF2B5EF4-FFF2-40B4-BE49-F238E27FC236}">
                    <a16:creationId xmlns:a16="http://schemas.microsoft.com/office/drawing/2014/main" id="{C8E6A195-22B9-4C55-AEB9-BCFF76C6D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42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823">
                <a:extLst>
                  <a:ext uri="{FF2B5EF4-FFF2-40B4-BE49-F238E27FC236}">
                    <a16:creationId xmlns:a16="http://schemas.microsoft.com/office/drawing/2014/main" id="{2C2E23E9-DD16-4E7A-AC93-F911C72DF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109"/>
                <a:ext cx="10" cy="280"/>
              </a:xfrm>
              <a:custGeom>
                <a:avLst/>
                <a:gdLst>
                  <a:gd name="T0" fmla="*/ 63 w 4"/>
                  <a:gd name="T1" fmla="*/ 0 h 105"/>
                  <a:gd name="T2" fmla="*/ 0 w 4"/>
                  <a:gd name="T3" fmla="*/ 1992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5">
                    <a:moveTo>
                      <a:pt x="4" y="0"/>
                    </a:moveTo>
                    <a:cubicBezTo>
                      <a:pt x="4" y="7"/>
                      <a:pt x="2" y="79"/>
                      <a:pt x="0" y="105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824">
                <a:extLst>
                  <a:ext uri="{FF2B5EF4-FFF2-40B4-BE49-F238E27FC236}">
                    <a16:creationId xmlns:a16="http://schemas.microsoft.com/office/drawing/2014/main" id="{BF725FBD-5206-47DE-AE1C-051127C63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101"/>
                <a:ext cx="2" cy="149"/>
              </a:xfrm>
              <a:custGeom>
                <a:avLst/>
                <a:gdLst>
                  <a:gd name="T0" fmla="*/ 8 w 1"/>
                  <a:gd name="T1" fmla="*/ 0 h 56"/>
                  <a:gd name="T2" fmla="*/ 0 w 1"/>
                  <a:gd name="T3" fmla="*/ 105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6">
                    <a:moveTo>
                      <a:pt x="1" y="0"/>
                    </a:moveTo>
                    <a:cubicBezTo>
                      <a:pt x="1" y="7"/>
                      <a:pt x="0" y="51"/>
                      <a:pt x="0" y="56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825">
                <a:extLst>
                  <a:ext uri="{FF2B5EF4-FFF2-40B4-BE49-F238E27FC236}">
                    <a16:creationId xmlns:a16="http://schemas.microsoft.com/office/drawing/2014/main" id="{8605F6E2-57A0-4FAD-B6A2-F093EDB67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191"/>
                <a:ext cx="93" cy="160"/>
              </a:xfrm>
              <a:custGeom>
                <a:avLst/>
                <a:gdLst>
                  <a:gd name="T0" fmla="*/ 555 w 37"/>
                  <a:gd name="T1" fmla="*/ 35 h 60"/>
                  <a:gd name="T2" fmla="*/ 209 w 37"/>
                  <a:gd name="T3" fmla="*/ 363 h 60"/>
                  <a:gd name="T4" fmla="*/ 83 w 37"/>
                  <a:gd name="T5" fmla="*/ 192 h 60"/>
                  <a:gd name="T6" fmla="*/ 20 w 37"/>
                  <a:gd name="T7" fmla="*/ 0 h 60"/>
                  <a:gd name="T8" fmla="*/ 0 w 37"/>
                  <a:gd name="T9" fmla="*/ 363 h 60"/>
                  <a:gd name="T10" fmla="*/ 33 w 37"/>
                  <a:gd name="T11" fmla="*/ 363 h 60"/>
                  <a:gd name="T12" fmla="*/ 63 w 37"/>
                  <a:gd name="T13" fmla="*/ 888 h 60"/>
                  <a:gd name="T14" fmla="*/ 367 w 37"/>
                  <a:gd name="T15" fmla="*/ 853 h 60"/>
                  <a:gd name="T16" fmla="*/ 397 w 37"/>
                  <a:gd name="T17" fmla="*/ 1139 h 60"/>
                  <a:gd name="T18" fmla="*/ 460 w 37"/>
                  <a:gd name="T19" fmla="*/ 661 h 60"/>
                  <a:gd name="T20" fmla="*/ 588 w 37"/>
                  <a:gd name="T21" fmla="*/ 627 h 60"/>
                  <a:gd name="T22" fmla="*/ 555 w 37"/>
                  <a:gd name="T23" fmla="*/ 35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0">
                    <a:moveTo>
                      <a:pt x="35" y="2"/>
                    </a:moveTo>
                    <a:cubicBezTo>
                      <a:pt x="27" y="2"/>
                      <a:pt x="16" y="12"/>
                      <a:pt x="13" y="19"/>
                    </a:cubicBezTo>
                    <a:cubicBezTo>
                      <a:pt x="10" y="17"/>
                      <a:pt x="7" y="13"/>
                      <a:pt x="5" y="10"/>
                    </a:cubicBezTo>
                    <a:cubicBezTo>
                      <a:pt x="5" y="9"/>
                      <a:pt x="1" y="1"/>
                      <a:pt x="1" y="0"/>
                    </a:cubicBezTo>
                    <a:cubicBezTo>
                      <a:pt x="0" y="2"/>
                      <a:pt x="0" y="12"/>
                      <a:pt x="0" y="19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3" y="25"/>
                      <a:pt x="4" y="35"/>
                      <a:pt x="4" y="47"/>
                    </a:cubicBezTo>
                    <a:cubicBezTo>
                      <a:pt x="10" y="46"/>
                      <a:pt x="17" y="44"/>
                      <a:pt x="23" y="45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6" y="46"/>
                      <a:pt x="29" y="35"/>
                      <a:pt x="29" y="35"/>
                    </a:cubicBezTo>
                    <a:cubicBezTo>
                      <a:pt x="31" y="34"/>
                      <a:pt x="34" y="33"/>
                      <a:pt x="37" y="33"/>
                    </a:cubicBezTo>
                    <a:cubicBezTo>
                      <a:pt x="36" y="25"/>
                      <a:pt x="35" y="11"/>
                      <a:pt x="35" y="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826">
                <a:extLst>
                  <a:ext uri="{FF2B5EF4-FFF2-40B4-BE49-F238E27FC236}">
                    <a16:creationId xmlns:a16="http://schemas.microsoft.com/office/drawing/2014/main" id="{A76DCA65-F87E-4BAC-ACB6-C77CD7528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242"/>
                <a:ext cx="2" cy="69"/>
              </a:xfrm>
              <a:custGeom>
                <a:avLst/>
                <a:gdLst>
                  <a:gd name="T0" fmla="*/ 0 w 1"/>
                  <a:gd name="T1" fmla="*/ 0 h 26"/>
                  <a:gd name="T2" fmla="*/ 8 w 1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6">
                    <a:moveTo>
                      <a:pt x="0" y="0"/>
                    </a:moveTo>
                    <a:cubicBezTo>
                      <a:pt x="0" y="5"/>
                      <a:pt x="1" y="23"/>
                      <a:pt x="1" y="26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827">
                <a:extLst>
                  <a:ext uri="{FF2B5EF4-FFF2-40B4-BE49-F238E27FC236}">
                    <a16:creationId xmlns:a16="http://schemas.microsoft.com/office/drawing/2014/main" id="{1F93ACB3-42B4-4FD9-B5D4-1AEB33DC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1079"/>
                <a:ext cx="83" cy="163"/>
              </a:xfrm>
              <a:custGeom>
                <a:avLst/>
                <a:gdLst>
                  <a:gd name="T0" fmla="*/ 0 w 33"/>
                  <a:gd name="T1" fmla="*/ 1165 h 61"/>
                  <a:gd name="T2" fmla="*/ 0 w 33"/>
                  <a:gd name="T3" fmla="*/ 1165 h 61"/>
                  <a:gd name="T4" fmla="*/ 126 w 33"/>
                  <a:gd name="T5" fmla="*/ 1165 h 61"/>
                  <a:gd name="T6" fmla="*/ 146 w 33"/>
                  <a:gd name="T7" fmla="*/ 799 h 61"/>
                  <a:gd name="T8" fmla="*/ 475 w 33"/>
                  <a:gd name="T9" fmla="*/ 534 h 61"/>
                  <a:gd name="T10" fmla="*/ 526 w 33"/>
                  <a:gd name="T11" fmla="*/ 0 h 61"/>
                  <a:gd name="T12" fmla="*/ 526 w 33"/>
                  <a:gd name="T13" fmla="*/ 0 h 61"/>
                  <a:gd name="T14" fmla="*/ 430 w 33"/>
                  <a:gd name="T15" fmla="*/ 206 h 61"/>
                  <a:gd name="T16" fmla="*/ 83 w 33"/>
                  <a:gd name="T17" fmla="*/ 192 h 61"/>
                  <a:gd name="T18" fmla="*/ 20 w 33"/>
                  <a:gd name="T19" fmla="*/ 1050 h 61"/>
                  <a:gd name="T20" fmla="*/ 0 w 33"/>
                  <a:gd name="T21" fmla="*/ 1165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61"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3" y="60"/>
                      <a:pt x="6" y="60"/>
                      <a:pt x="8" y="61"/>
                    </a:cubicBezTo>
                    <a:cubicBezTo>
                      <a:pt x="8" y="54"/>
                      <a:pt x="8" y="44"/>
                      <a:pt x="9" y="42"/>
                    </a:cubicBezTo>
                    <a:cubicBezTo>
                      <a:pt x="10" y="33"/>
                      <a:pt x="25" y="29"/>
                      <a:pt x="30" y="28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2"/>
                      <a:pt x="30" y="5"/>
                      <a:pt x="27" y="11"/>
                    </a:cubicBezTo>
                    <a:cubicBezTo>
                      <a:pt x="20" y="8"/>
                      <a:pt x="12" y="10"/>
                      <a:pt x="5" y="10"/>
                    </a:cubicBezTo>
                    <a:cubicBezTo>
                      <a:pt x="4" y="15"/>
                      <a:pt x="4" y="40"/>
                      <a:pt x="1" y="55"/>
                    </a:cubicBezTo>
                    <a:cubicBezTo>
                      <a:pt x="0" y="57"/>
                      <a:pt x="0" y="59"/>
                      <a:pt x="0" y="61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828">
                <a:extLst>
                  <a:ext uri="{FF2B5EF4-FFF2-40B4-BE49-F238E27FC236}">
                    <a16:creationId xmlns:a16="http://schemas.microsoft.com/office/drawing/2014/main" id="{3680052D-5966-4407-9F1D-1C3AF326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109"/>
                <a:ext cx="5" cy="48"/>
              </a:xfrm>
              <a:custGeom>
                <a:avLst/>
                <a:gdLst>
                  <a:gd name="T0" fmla="*/ 33 w 2"/>
                  <a:gd name="T1" fmla="*/ 0 h 18"/>
                  <a:gd name="T2" fmla="*/ 0 w 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2" y="0"/>
                    </a:moveTo>
                    <a:cubicBezTo>
                      <a:pt x="2" y="4"/>
                      <a:pt x="0" y="18"/>
                      <a:pt x="0" y="18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829">
                <a:extLst>
                  <a:ext uri="{FF2B5EF4-FFF2-40B4-BE49-F238E27FC236}">
                    <a16:creationId xmlns:a16="http://schemas.microsoft.com/office/drawing/2014/main" id="{50793F1D-0669-4C82-888B-2E96A71BC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1074"/>
                <a:ext cx="5" cy="85"/>
              </a:xfrm>
              <a:custGeom>
                <a:avLst/>
                <a:gdLst>
                  <a:gd name="T0" fmla="*/ 33 w 2"/>
                  <a:gd name="T1" fmla="*/ 0 h 32"/>
                  <a:gd name="T2" fmla="*/ 33 w 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2">
                    <a:moveTo>
                      <a:pt x="2" y="0"/>
                    </a:moveTo>
                    <a:cubicBezTo>
                      <a:pt x="2" y="7"/>
                      <a:pt x="0" y="25"/>
                      <a:pt x="2" y="3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830">
                <a:extLst>
                  <a:ext uri="{FF2B5EF4-FFF2-40B4-BE49-F238E27FC236}">
                    <a16:creationId xmlns:a16="http://schemas.microsoft.com/office/drawing/2014/main" id="{0571B969-A83F-4B51-A792-708A993A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095"/>
                <a:ext cx="70" cy="102"/>
              </a:xfrm>
              <a:custGeom>
                <a:avLst/>
                <a:gdLst>
                  <a:gd name="T0" fmla="*/ 0 w 28"/>
                  <a:gd name="T1" fmla="*/ 309 h 38"/>
                  <a:gd name="T2" fmla="*/ 188 w 28"/>
                  <a:gd name="T3" fmla="*/ 330 h 38"/>
                  <a:gd name="T4" fmla="*/ 188 w 28"/>
                  <a:gd name="T5" fmla="*/ 655 h 38"/>
                  <a:gd name="T6" fmla="*/ 188 w 28"/>
                  <a:gd name="T7" fmla="*/ 735 h 38"/>
                  <a:gd name="T8" fmla="*/ 188 w 28"/>
                  <a:gd name="T9" fmla="*/ 735 h 38"/>
                  <a:gd name="T10" fmla="*/ 375 w 28"/>
                  <a:gd name="T11" fmla="*/ 540 h 38"/>
                  <a:gd name="T12" fmla="*/ 408 w 28"/>
                  <a:gd name="T13" fmla="*/ 561 h 38"/>
                  <a:gd name="T14" fmla="*/ 408 w 28"/>
                  <a:gd name="T15" fmla="*/ 0 h 38"/>
                  <a:gd name="T16" fmla="*/ 408 w 28"/>
                  <a:gd name="T17" fmla="*/ 0 h 38"/>
                  <a:gd name="T18" fmla="*/ 363 w 28"/>
                  <a:gd name="T19" fmla="*/ 217 h 38"/>
                  <a:gd name="T20" fmla="*/ 0 w 28"/>
                  <a:gd name="T21" fmla="*/ 150 h 38"/>
                  <a:gd name="T22" fmla="*/ 0 w 28"/>
                  <a:gd name="T23" fmla="*/ 309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38">
                    <a:moveTo>
                      <a:pt x="0" y="16"/>
                    </a:moveTo>
                    <a:cubicBezTo>
                      <a:pt x="4" y="16"/>
                      <a:pt x="9" y="17"/>
                      <a:pt x="12" y="17"/>
                    </a:cubicBezTo>
                    <a:cubicBezTo>
                      <a:pt x="12" y="17"/>
                      <a:pt x="12" y="28"/>
                      <a:pt x="12" y="34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5" y="34"/>
                      <a:pt x="21" y="30"/>
                      <a:pt x="24" y="28"/>
                    </a:cubicBezTo>
                    <a:cubicBezTo>
                      <a:pt x="25" y="28"/>
                      <a:pt x="26" y="28"/>
                      <a:pt x="26" y="29"/>
                    </a:cubicBezTo>
                    <a:cubicBezTo>
                      <a:pt x="27" y="20"/>
                      <a:pt x="28" y="8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3"/>
                      <a:pt x="25" y="8"/>
                      <a:pt x="23" y="11"/>
                    </a:cubicBezTo>
                    <a:cubicBezTo>
                      <a:pt x="16" y="9"/>
                      <a:pt x="7" y="11"/>
                      <a:pt x="0" y="8"/>
                    </a:cubicBezTo>
                    <a:cubicBezTo>
                      <a:pt x="1" y="11"/>
                      <a:pt x="0" y="14"/>
                      <a:pt x="0" y="16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831">
                <a:extLst>
                  <a:ext uri="{FF2B5EF4-FFF2-40B4-BE49-F238E27FC236}">
                    <a16:creationId xmlns:a16="http://schemas.microsoft.com/office/drawing/2014/main" id="{BD89D6B2-F1A3-42F0-B339-3BF25A813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125"/>
                <a:ext cx="2" cy="48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cubicBezTo>
                      <a:pt x="1" y="2"/>
                      <a:pt x="0" y="17"/>
                      <a:pt x="0" y="18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832">
                <a:extLst>
                  <a:ext uri="{FF2B5EF4-FFF2-40B4-BE49-F238E27FC236}">
                    <a16:creationId xmlns:a16="http://schemas.microsoft.com/office/drawing/2014/main" id="{6303FCA3-A496-4138-8D70-1FACCADD8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109"/>
                <a:ext cx="82" cy="136"/>
              </a:xfrm>
              <a:custGeom>
                <a:avLst/>
                <a:gdLst>
                  <a:gd name="T0" fmla="*/ 154 w 33"/>
                  <a:gd name="T1" fmla="*/ 648 h 51"/>
                  <a:gd name="T2" fmla="*/ 104 w 33"/>
                  <a:gd name="T3" fmla="*/ 909 h 51"/>
                  <a:gd name="T4" fmla="*/ 104 w 33"/>
                  <a:gd name="T5" fmla="*/ 931 h 51"/>
                  <a:gd name="T6" fmla="*/ 75 w 33"/>
                  <a:gd name="T7" fmla="*/ 931 h 51"/>
                  <a:gd name="T8" fmla="*/ 278 w 33"/>
                  <a:gd name="T9" fmla="*/ 968 h 51"/>
                  <a:gd name="T10" fmla="*/ 246 w 33"/>
                  <a:gd name="T11" fmla="*/ 968 h 51"/>
                  <a:gd name="T12" fmla="*/ 246 w 33"/>
                  <a:gd name="T13" fmla="*/ 947 h 51"/>
                  <a:gd name="T14" fmla="*/ 321 w 33"/>
                  <a:gd name="T15" fmla="*/ 661 h 51"/>
                  <a:gd name="T16" fmla="*/ 383 w 33"/>
                  <a:gd name="T17" fmla="*/ 533 h 51"/>
                  <a:gd name="T18" fmla="*/ 475 w 33"/>
                  <a:gd name="T19" fmla="*/ 512 h 51"/>
                  <a:gd name="T20" fmla="*/ 507 w 33"/>
                  <a:gd name="T21" fmla="*/ 248 h 51"/>
                  <a:gd name="T22" fmla="*/ 462 w 33"/>
                  <a:gd name="T23" fmla="*/ 376 h 51"/>
                  <a:gd name="T24" fmla="*/ 104 w 33"/>
                  <a:gd name="T25" fmla="*/ 248 h 51"/>
                  <a:gd name="T26" fmla="*/ 62 w 33"/>
                  <a:gd name="T27" fmla="*/ 0 h 51"/>
                  <a:gd name="T28" fmla="*/ 62 w 33"/>
                  <a:gd name="T29" fmla="*/ 0 h 51"/>
                  <a:gd name="T30" fmla="*/ 0 w 33"/>
                  <a:gd name="T31" fmla="*/ 477 h 51"/>
                  <a:gd name="T32" fmla="*/ 154 w 33"/>
                  <a:gd name="T33" fmla="*/ 648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" h="51">
                    <a:moveTo>
                      <a:pt x="10" y="34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6" y="49"/>
                      <a:pt x="5" y="49"/>
                      <a:pt x="5" y="49"/>
                    </a:cubicBezTo>
                    <a:cubicBezTo>
                      <a:pt x="9" y="50"/>
                      <a:pt x="13" y="51"/>
                      <a:pt x="18" y="51"/>
                    </a:cubicBezTo>
                    <a:cubicBezTo>
                      <a:pt x="17" y="51"/>
                      <a:pt x="17" y="51"/>
                      <a:pt x="16" y="51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6" y="50"/>
                      <a:pt x="19" y="41"/>
                      <a:pt x="21" y="35"/>
                    </a:cubicBezTo>
                    <a:cubicBezTo>
                      <a:pt x="21" y="33"/>
                      <a:pt x="23" y="30"/>
                      <a:pt x="25" y="28"/>
                    </a:cubicBezTo>
                    <a:cubicBezTo>
                      <a:pt x="26" y="27"/>
                      <a:pt x="28" y="27"/>
                      <a:pt x="31" y="27"/>
                    </a:cubicBezTo>
                    <a:cubicBezTo>
                      <a:pt x="31" y="22"/>
                      <a:pt x="32" y="17"/>
                      <a:pt x="33" y="13"/>
                    </a:cubicBezTo>
                    <a:cubicBezTo>
                      <a:pt x="32" y="15"/>
                      <a:pt x="30" y="18"/>
                      <a:pt x="30" y="20"/>
                    </a:cubicBezTo>
                    <a:cubicBezTo>
                      <a:pt x="22" y="17"/>
                      <a:pt x="15" y="12"/>
                      <a:pt x="7" y="13"/>
                    </a:cubicBezTo>
                    <a:cubicBezTo>
                      <a:pt x="5" y="10"/>
                      <a:pt x="3" y="4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3"/>
                      <a:pt x="1" y="15"/>
                      <a:pt x="0" y="25"/>
                    </a:cubicBezTo>
                    <a:cubicBezTo>
                      <a:pt x="4" y="27"/>
                      <a:pt x="8" y="30"/>
                      <a:pt x="10" y="3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833">
                <a:extLst>
                  <a:ext uri="{FF2B5EF4-FFF2-40B4-BE49-F238E27FC236}">
                    <a16:creationId xmlns:a16="http://schemas.microsoft.com/office/drawing/2014/main" id="{E67F4ECE-1F12-4E7F-807E-9A990BDC2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159"/>
                <a:ext cx="2" cy="22"/>
              </a:xfrm>
              <a:custGeom>
                <a:avLst/>
                <a:gdLst>
                  <a:gd name="T0" fmla="*/ 2 w 2"/>
                  <a:gd name="T1" fmla="*/ 0 h 22"/>
                  <a:gd name="T2" fmla="*/ 0 w 2"/>
                  <a:gd name="T3" fmla="*/ 22 h 22"/>
                  <a:gd name="T4" fmla="*/ 2 w 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2">
                    <a:moveTo>
                      <a:pt x="2" y="0"/>
                    </a:moveTo>
                    <a:lnTo>
                      <a:pt x="0" y="2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Line 834">
                <a:extLst>
                  <a:ext uri="{FF2B5EF4-FFF2-40B4-BE49-F238E27FC236}">
                    <a16:creationId xmlns:a16="http://schemas.microsoft.com/office/drawing/2014/main" id="{CF032A11-4CA0-4ECA-BC39-B0BA9C92CD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36" y="1159"/>
                <a:ext cx="2" cy="22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835">
                <a:extLst>
                  <a:ext uri="{FF2B5EF4-FFF2-40B4-BE49-F238E27FC236}">
                    <a16:creationId xmlns:a16="http://schemas.microsoft.com/office/drawing/2014/main" id="{D13AEA2E-A370-48A6-858C-E3E054AC5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143"/>
                <a:ext cx="7" cy="38"/>
              </a:xfrm>
              <a:custGeom>
                <a:avLst/>
                <a:gdLst>
                  <a:gd name="T0" fmla="*/ 37 w 3"/>
                  <a:gd name="T1" fmla="*/ 0 h 14"/>
                  <a:gd name="T2" fmla="*/ 0 w 3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2" y="2"/>
                      <a:pt x="0" y="14"/>
                      <a:pt x="0" y="14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836">
                <a:extLst>
                  <a:ext uri="{FF2B5EF4-FFF2-40B4-BE49-F238E27FC236}">
                    <a16:creationId xmlns:a16="http://schemas.microsoft.com/office/drawing/2014/main" id="{196D9EDB-DE02-4556-97F1-F127B6FD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005"/>
                <a:ext cx="77" cy="72"/>
              </a:xfrm>
              <a:custGeom>
                <a:avLst/>
                <a:gdLst>
                  <a:gd name="T0" fmla="*/ 62 w 31"/>
                  <a:gd name="T1" fmla="*/ 171 h 27"/>
                  <a:gd name="T2" fmla="*/ 432 w 31"/>
                  <a:gd name="T3" fmla="*/ 21 h 27"/>
                  <a:gd name="T4" fmla="*/ 445 w 31"/>
                  <a:gd name="T5" fmla="*/ 285 h 27"/>
                  <a:gd name="T6" fmla="*/ 229 w 31"/>
                  <a:gd name="T7" fmla="*/ 491 h 27"/>
                  <a:gd name="T8" fmla="*/ 62 w 31"/>
                  <a:gd name="T9" fmla="*/ 17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7">
                    <a:moveTo>
                      <a:pt x="4" y="9"/>
                    </a:moveTo>
                    <a:cubicBezTo>
                      <a:pt x="12" y="2"/>
                      <a:pt x="23" y="0"/>
                      <a:pt x="28" y="1"/>
                    </a:cubicBezTo>
                    <a:cubicBezTo>
                      <a:pt x="31" y="2"/>
                      <a:pt x="29" y="15"/>
                      <a:pt x="29" y="15"/>
                    </a:cubicBezTo>
                    <a:cubicBezTo>
                      <a:pt x="29" y="15"/>
                      <a:pt x="18" y="26"/>
                      <a:pt x="15" y="26"/>
                    </a:cubicBezTo>
                    <a:cubicBezTo>
                      <a:pt x="11" y="27"/>
                      <a:pt x="0" y="16"/>
                      <a:pt x="4" y="9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837">
                <a:extLst>
                  <a:ext uri="{FF2B5EF4-FFF2-40B4-BE49-F238E27FC236}">
                    <a16:creationId xmlns:a16="http://schemas.microsoft.com/office/drawing/2014/main" id="{E8BA2C46-8B68-41DF-851B-D9CBAB290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002"/>
                <a:ext cx="65" cy="45"/>
              </a:xfrm>
              <a:custGeom>
                <a:avLst/>
                <a:gdLst>
                  <a:gd name="T0" fmla="*/ 0 w 26"/>
                  <a:gd name="T1" fmla="*/ 77 h 17"/>
                  <a:gd name="T2" fmla="*/ 408 w 26"/>
                  <a:gd name="T3" fmla="*/ 34 h 17"/>
                  <a:gd name="T4" fmla="*/ 345 w 26"/>
                  <a:gd name="T5" fmla="*/ 315 h 17"/>
                  <a:gd name="T6" fmla="*/ 0 w 26"/>
                  <a:gd name="T7" fmla="*/ 7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4"/>
                    </a:moveTo>
                    <a:cubicBezTo>
                      <a:pt x="10" y="0"/>
                      <a:pt x="20" y="3"/>
                      <a:pt x="26" y="2"/>
                    </a:cubicBezTo>
                    <a:cubicBezTo>
                      <a:pt x="26" y="6"/>
                      <a:pt x="22" y="17"/>
                      <a:pt x="22" y="17"/>
                    </a:cubicBezTo>
                    <a:cubicBezTo>
                      <a:pt x="22" y="17"/>
                      <a:pt x="2" y="12"/>
                      <a:pt x="0" y="4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838">
                <a:extLst>
                  <a:ext uri="{FF2B5EF4-FFF2-40B4-BE49-F238E27FC236}">
                    <a16:creationId xmlns:a16="http://schemas.microsoft.com/office/drawing/2014/main" id="{6B8CB363-474A-4A4F-901E-17BDE6BFF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1042"/>
                <a:ext cx="75" cy="91"/>
              </a:xfrm>
              <a:custGeom>
                <a:avLst/>
                <a:gdLst>
                  <a:gd name="T0" fmla="*/ 33 w 30"/>
                  <a:gd name="T1" fmla="*/ 209 h 34"/>
                  <a:gd name="T2" fmla="*/ 395 w 30"/>
                  <a:gd name="T3" fmla="*/ 0 h 34"/>
                  <a:gd name="T4" fmla="*/ 470 w 30"/>
                  <a:gd name="T5" fmla="*/ 308 h 34"/>
                  <a:gd name="T6" fmla="*/ 113 w 30"/>
                  <a:gd name="T7" fmla="*/ 517 h 34"/>
                  <a:gd name="T8" fmla="*/ 33 w 30"/>
                  <a:gd name="T9" fmla="*/ 20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2" y="11"/>
                    </a:moveTo>
                    <a:cubicBezTo>
                      <a:pt x="14" y="1"/>
                      <a:pt x="23" y="0"/>
                      <a:pt x="25" y="0"/>
                    </a:cubicBezTo>
                    <a:cubicBezTo>
                      <a:pt x="26" y="5"/>
                      <a:pt x="29" y="14"/>
                      <a:pt x="30" y="16"/>
                    </a:cubicBezTo>
                    <a:cubicBezTo>
                      <a:pt x="30" y="18"/>
                      <a:pt x="12" y="21"/>
                      <a:pt x="7" y="27"/>
                    </a:cubicBezTo>
                    <a:cubicBezTo>
                      <a:pt x="1" y="34"/>
                      <a:pt x="0" y="16"/>
                      <a:pt x="2" y="1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839">
                <a:extLst>
                  <a:ext uri="{FF2B5EF4-FFF2-40B4-BE49-F238E27FC236}">
                    <a16:creationId xmlns:a16="http://schemas.microsoft.com/office/drawing/2014/main" id="{8C0D05B2-E615-4349-8FA0-94E29D9A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1042"/>
                <a:ext cx="83" cy="157"/>
              </a:xfrm>
              <a:custGeom>
                <a:avLst/>
                <a:gdLst>
                  <a:gd name="T0" fmla="*/ 63 w 33"/>
                  <a:gd name="T1" fmla="*/ 511 h 59"/>
                  <a:gd name="T2" fmla="*/ 0 w 33"/>
                  <a:gd name="T3" fmla="*/ 511 h 59"/>
                  <a:gd name="T4" fmla="*/ 50 w 33"/>
                  <a:gd name="T5" fmla="*/ 772 h 59"/>
                  <a:gd name="T6" fmla="*/ 126 w 33"/>
                  <a:gd name="T7" fmla="*/ 737 h 59"/>
                  <a:gd name="T8" fmla="*/ 272 w 33"/>
                  <a:gd name="T9" fmla="*/ 963 h 59"/>
                  <a:gd name="T10" fmla="*/ 284 w 33"/>
                  <a:gd name="T11" fmla="*/ 1112 h 59"/>
                  <a:gd name="T12" fmla="*/ 304 w 33"/>
                  <a:gd name="T13" fmla="*/ 1112 h 59"/>
                  <a:gd name="T14" fmla="*/ 284 w 33"/>
                  <a:gd name="T15" fmla="*/ 849 h 59"/>
                  <a:gd name="T16" fmla="*/ 284 w 33"/>
                  <a:gd name="T17" fmla="*/ 750 h 59"/>
                  <a:gd name="T18" fmla="*/ 304 w 33"/>
                  <a:gd name="T19" fmla="*/ 580 h 59"/>
                  <a:gd name="T20" fmla="*/ 526 w 33"/>
                  <a:gd name="T21" fmla="*/ 396 h 59"/>
                  <a:gd name="T22" fmla="*/ 347 w 33"/>
                  <a:gd name="T23" fmla="*/ 0 h 59"/>
                  <a:gd name="T24" fmla="*/ 430 w 33"/>
                  <a:gd name="T25" fmla="*/ 303 h 59"/>
                  <a:gd name="T26" fmla="*/ 63 w 33"/>
                  <a:gd name="T27" fmla="*/ 511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59">
                    <a:moveTo>
                      <a:pt x="4" y="27"/>
                    </a:moveTo>
                    <a:cubicBezTo>
                      <a:pt x="2" y="29"/>
                      <a:pt x="1" y="29"/>
                      <a:pt x="0" y="27"/>
                    </a:cubicBezTo>
                    <a:cubicBezTo>
                      <a:pt x="0" y="32"/>
                      <a:pt x="2" y="37"/>
                      <a:pt x="3" y="41"/>
                    </a:cubicBezTo>
                    <a:cubicBezTo>
                      <a:pt x="5" y="40"/>
                      <a:pt x="7" y="39"/>
                      <a:pt x="8" y="39"/>
                    </a:cubicBezTo>
                    <a:cubicBezTo>
                      <a:pt x="13" y="40"/>
                      <a:pt x="14" y="47"/>
                      <a:pt x="17" y="51"/>
                    </a:cubicBezTo>
                    <a:cubicBezTo>
                      <a:pt x="17" y="53"/>
                      <a:pt x="17" y="55"/>
                      <a:pt x="18" y="59"/>
                    </a:cubicBezTo>
                    <a:cubicBezTo>
                      <a:pt x="18" y="59"/>
                      <a:pt x="19" y="59"/>
                      <a:pt x="19" y="59"/>
                    </a:cubicBezTo>
                    <a:cubicBezTo>
                      <a:pt x="19" y="53"/>
                      <a:pt x="18" y="47"/>
                      <a:pt x="18" y="45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37"/>
                      <a:pt x="17" y="33"/>
                      <a:pt x="19" y="31"/>
                    </a:cubicBezTo>
                    <a:cubicBezTo>
                      <a:pt x="20" y="30"/>
                      <a:pt x="30" y="22"/>
                      <a:pt x="33" y="21"/>
                    </a:cubicBezTo>
                    <a:cubicBezTo>
                      <a:pt x="31" y="16"/>
                      <a:pt x="24" y="3"/>
                      <a:pt x="22" y="0"/>
                    </a:cubicBezTo>
                    <a:cubicBezTo>
                      <a:pt x="23" y="5"/>
                      <a:pt x="26" y="14"/>
                      <a:pt x="27" y="16"/>
                    </a:cubicBezTo>
                    <a:cubicBezTo>
                      <a:pt x="27" y="18"/>
                      <a:pt x="9" y="21"/>
                      <a:pt x="4" y="27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840">
                <a:extLst>
                  <a:ext uri="{FF2B5EF4-FFF2-40B4-BE49-F238E27FC236}">
                    <a16:creationId xmlns:a16="http://schemas.microsoft.com/office/drawing/2014/main" id="{6D92D449-10E4-423B-BD37-565997368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1085"/>
                <a:ext cx="7" cy="16"/>
              </a:xfrm>
              <a:custGeom>
                <a:avLst/>
                <a:gdLst>
                  <a:gd name="T0" fmla="*/ 0 w 3"/>
                  <a:gd name="T1" fmla="*/ 0 h 6"/>
                  <a:gd name="T2" fmla="*/ 37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3" y="6"/>
                      <a:pt x="3" y="6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841">
                <a:extLst>
                  <a:ext uri="{FF2B5EF4-FFF2-40B4-BE49-F238E27FC236}">
                    <a16:creationId xmlns:a16="http://schemas.microsoft.com/office/drawing/2014/main" id="{B3867884-EDF5-48B6-A47C-FE15550D1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021"/>
                <a:ext cx="72" cy="192"/>
              </a:xfrm>
              <a:custGeom>
                <a:avLst/>
                <a:gdLst>
                  <a:gd name="T0" fmla="*/ 412 w 29"/>
                  <a:gd name="T1" fmla="*/ 0 h 72"/>
                  <a:gd name="T2" fmla="*/ 412 w 29"/>
                  <a:gd name="T3" fmla="*/ 0 h 72"/>
                  <a:gd name="T4" fmla="*/ 412 w 29"/>
                  <a:gd name="T5" fmla="*/ 171 h 72"/>
                  <a:gd name="T6" fmla="*/ 196 w 29"/>
                  <a:gd name="T7" fmla="*/ 376 h 72"/>
                  <a:gd name="T8" fmla="*/ 30 w 29"/>
                  <a:gd name="T9" fmla="*/ 93 h 72"/>
                  <a:gd name="T10" fmla="*/ 12 w 29"/>
                  <a:gd name="T11" fmla="*/ 93 h 72"/>
                  <a:gd name="T12" fmla="*/ 30 w 29"/>
                  <a:gd name="T13" fmla="*/ 605 h 72"/>
                  <a:gd name="T14" fmla="*/ 42 w 29"/>
                  <a:gd name="T15" fmla="*/ 760 h 72"/>
                  <a:gd name="T16" fmla="*/ 74 w 29"/>
                  <a:gd name="T17" fmla="*/ 1365 h 72"/>
                  <a:gd name="T18" fmla="*/ 92 w 29"/>
                  <a:gd name="T19" fmla="*/ 1344 h 72"/>
                  <a:gd name="T20" fmla="*/ 104 w 29"/>
                  <a:gd name="T21" fmla="*/ 683 h 72"/>
                  <a:gd name="T22" fmla="*/ 104 w 29"/>
                  <a:gd name="T23" fmla="*/ 683 h 72"/>
                  <a:gd name="T24" fmla="*/ 104 w 29"/>
                  <a:gd name="T25" fmla="*/ 661 h 72"/>
                  <a:gd name="T26" fmla="*/ 353 w 29"/>
                  <a:gd name="T27" fmla="*/ 568 h 72"/>
                  <a:gd name="T28" fmla="*/ 444 w 29"/>
                  <a:gd name="T29" fmla="*/ 661 h 72"/>
                  <a:gd name="T30" fmla="*/ 412 w 29"/>
                  <a:gd name="T31" fmla="*/ 0 h 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" h="72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8" y="4"/>
                      <a:pt x="27" y="9"/>
                      <a:pt x="27" y="9"/>
                    </a:cubicBezTo>
                    <a:cubicBezTo>
                      <a:pt x="27" y="9"/>
                      <a:pt x="16" y="20"/>
                      <a:pt x="13" y="20"/>
                    </a:cubicBezTo>
                    <a:cubicBezTo>
                      <a:pt x="9" y="21"/>
                      <a:pt x="0" y="12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1" y="19"/>
                      <a:pt x="2" y="32"/>
                    </a:cubicBezTo>
                    <a:cubicBezTo>
                      <a:pt x="2" y="35"/>
                      <a:pt x="3" y="38"/>
                      <a:pt x="3" y="40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6" y="71"/>
                      <a:pt x="6" y="71"/>
                    </a:cubicBezTo>
                    <a:cubicBezTo>
                      <a:pt x="6" y="58"/>
                      <a:pt x="7" y="40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0" y="31"/>
                      <a:pt x="20" y="30"/>
                      <a:pt x="23" y="30"/>
                    </a:cubicBezTo>
                    <a:cubicBezTo>
                      <a:pt x="24" y="30"/>
                      <a:pt x="27" y="33"/>
                      <a:pt x="29" y="35"/>
                    </a:cubicBezTo>
                    <a:cubicBezTo>
                      <a:pt x="29" y="23"/>
                      <a:pt x="29" y="7"/>
                      <a:pt x="27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842">
                <a:extLst>
                  <a:ext uri="{FF2B5EF4-FFF2-40B4-BE49-F238E27FC236}">
                    <a16:creationId xmlns:a16="http://schemas.microsoft.com/office/drawing/2014/main" id="{801A50F7-8AA6-4399-A766-9B106009E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074"/>
                <a:ext cx="1" cy="32"/>
              </a:xfrm>
              <a:custGeom>
                <a:avLst/>
                <a:gdLst>
                  <a:gd name="T0" fmla="*/ 0 w 1"/>
                  <a:gd name="T1" fmla="*/ 0 h 32"/>
                  <a:gd name="T2" fmla="*/ 0 w 1"/>
                  <a:gd name="T3" fmla="*/ 32 h 32"/>
                  <a:gd name="T4" fmla="*/ 0 w 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2">
                    <a:moveTo>
                      <a:pt x="0" y="0"/>
                    </a:moveTo>
                    <a:lnTo>
                      <a:pt x="0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Line 843">
                <a:extLst>
                  <a:ext uri="{FF2B5EF4-FFF2-40B4-BE49-F238E27FC236}">
                    <a16:creationId xmlns:a16="http://schemas.microsoft.com/office/drawing/2014/main" id="{ACC36E65-DD51-46CA-B0D5-8671AA758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8" y="1074"/>
                <a:ext cx="1" cy="32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844">
                <a:extLst>
                  <a:ext uri="{FF2B5EF4-FFF2-40B4-BE49-F238E27FC236}">
                    <a16:creationId xmlns:a16="http://schemas.microsoft.com/office/drawing/2014/main" id="{3036BEE5-FF28-4536-80D1-7D35482E1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007"/>
                <a:ext cx="72" cy="222"/>
              </a:xfrm>
              <a:custGeom>
                <a:avLst/>
                <a:gdLst>
                  <a:gd name="T0" fmla="*/ 92 w 29"/>
                  <a:gd name="T1" fmla="*/ 364 h 83"/>
                  <a:gd name="T2" fmla="*/ 74 w 29"/>
                  <a:gd name="T3" fmla="*/ 1589 h 83"/>
                  <a:gd name="T4" fmla="*/ 92 w 29"/>
                  <a:gd name="T5" fmla="*/ 1567 h 83"/>
                  <a:gd name="T6" fmla="*/ 154 w 29"/>
                  <a:gd name="T7" fmla="*/ 709 h 83"/>
                  <a:gd name="T8" fmla="*/ 228 w 29"/>
                  <a:gd name="T9" fmla="*/ 423 h 83"/>
                  <a:gd name="T10" fmla="*/ 432 w 29"/>
                  <a:gd name="T11" fmla="*/ 423 h 83"/>
                  <a:gd name="T12" fmla="*/ 444 w 29"/>
                  <a:gd name="T13" fmla="*/ 0 h 83"/>
                  <a:gd name="T14" fmla="*/ 382 w 29"/>
                  <a:gd name="T15" fmla="*/ 286 h 83"/>
                  <a:gd name="T16" fmla="*/ 42 w 29"/>
                  <a:gd name="T17" fmla="*/ 35 h 83"/>
                  <a:gd name="T18" fmla="*/ 0 w 29"/>
                  <a:gd name="T19" fmla="*/ 364 h 83"/>
                  <a:gd name="T20" fmla="*/ 92 w 29"/>
                  <a:gd name="T21" fmla="*/ 364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83">
                    <a:moveTo>
                      <a:pt x="6" y="19"/>
                    </a:moveTo>
                    <a:cubicBezTo>
                      <a:pt x="7" y="28"/>
                      <a:pt x="6" y="62"/>
                      <a:pt x="5" y="83"/>
                    </a:cubicBezTo>
                    <a:cubicBezTo>
                      <a:pt x="5" y="82"/>
                      <a:pt x="6" y="82"/>
                      <a:pt x="6" y="82"/>
                    </a:cubicBezTo>
                    <a:cubicBezTo>
                      <a:pt x="9" y="67"/>
                      <a:pt x="9" y="42"/>
                      <a:pt x="10" y="37"/>
                    </a:cubicBezTo>
                    <a:cubicBezTo>
                      <a:pt x="11" y="31"/>
                      <a:pt x="13" y="28"/>
                      <a:pt x="15" y="22"/>
                    </a:cubicBezTo>
                    <a:cubicBezTo>
                      <a:pt x="19" y="21"/>
                      <a:pt x="24" y="21"/>
                      <a:pt x="28" y="22"/>
                    </a:cubicBezTo>
                    <a:cubicBezTo>
                      <a:pt x="29" y="16"/>
                      <a:pt x="29" y="3"/>
                      <a:pt x="29" y="0"/>
                    </a:cubicBezTo>
                    <a:cubicBezTo>
                      <a:pt x="29" y="4"/>
                      <a:pt x="25" y="15"/>
                      <a:pt x="25" y="15"/>
                    </a:cubicBezTo>
                    <a:cubicBezTo>
                      <a:pt x="25" y="15"/>
                      <a:pt x="5" y="10"/>
                      <a:pt x="3" y="2"/>
                    </a:cubicBezTo>
                    <a:cubicBezTo>
                      <a:pt x="2" y="5"/>
                      <a:pt x="1" y="12"/>
                      <a:pt x="0" y="19"/>
                    </a:cubicBezTo>
                    <a:cubicBezTo>
                      <a:pt x="3" y="19"/>
                      <a:pt x="5" y="19"/>
                      <a:pt x="6" y="19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845">
                <a:extLst>
                  <a:ext uri="{FF2B5EF4-FFF2-40B4-BE49-F238E27FC236}">
                    <a16:creationId xmlns:a16="http://schemas.microsoft.com/office/drawing/2014/main" id="{4D73C46B-E7C2-47F5-8A1E-817FFCDF5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047"/>
                <a:ext cx="1" cy="16"/>
              </a:xfrm>
              <a:custGeom>
                <a:avLst/>
                <a:gdLst>
                  <a:gd name="T0" fmla="*/ 0 w 1"/>
                  <a:gd name="T1" fmla="*/ 0 h 16"/>
                  <a:gd name="T2" fmla="*/ 0 w 1"/>
                  <a:gd name="T3" fmla="*/ 16 h 16"/>
                  <a:gd name="T4" fmla="*/ 0 w 1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Line 846">
                <a:extLst>
                  <a:ext uri="{FF2B5EF4-FFF2-40B4-BE49-F238E27FC236}">
                    <a16:creationId xmlns:a16="http://schemas.microsoft.com/office/drawing/2014/main" id="{21738CD6-1669-4142-A223-3EAB05EA6F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3" y="1047"/>
                <a:ext cx="1" cy="1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847">
                <a:extLst>
                  <a:ext uri="{FF2B5EF4-FFF2-40B4-BE49-F238E27FC236}">
                    <a16:creationId xmlns:a16="http://schemas.microsoft.com/office/drawing/2014/main" id="{F51ED122-156A-41F4-9B3A-E2C43315C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493"/>
                <a:ext cx="78" cy="680"/>
              </a:xfrm>
              <a:custGeom>
                <a:avLst/>
                <a:gdLst>
                  <a:gd name="T0" fmla="*/ 493 w 31"/>
                  <a:gd name="T1" fmla="*/ 0 h 255"/>
                  <a:gd name="T2" fmla="*/ 443 w 31"/>
                  <a:gd name="T3" fmla="*/ 115 h 255"/>
                  <a:gd name="T4" fmla="*/ 347 w 31"/>
                  <a:gd name="T5" fmla="*/ 776 h 255"/>
                  <a:gd name="T6" fmla="*/ 0 w 31"/>
                  <a:gd name="T7" fmla="*/ 4835 h 255"/>
                  <a:gd name="T8" fmla="*/ 159 w 31"/>
                  <a:gd name="T9" fmla="*/ 3891 h 255"/>
                  <a:gd name="T10" fmla="*/ 493 w 31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55">
                    <a:moveTo>
                      <a:pt x="31" y="0"/>
                    </a:moveTo>
                    <a:cubicBezTo>
                      <a:pt x="30" y="2"/>
                      <a:pt x="29" y="4"/>
                      <a:pt x="28" y="6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10" y="205"/>
                      <a:pt x="10" y="205"/>
                      <a:pt x="10" y="205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C3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848">
                <a:extLst>
                  <a:ext uri="{FF2B5EF4-FFF2-40B4-BE49-F238E27FC236}">
                    <a16:creationId xmlns:a16="http://schemas.microsoft.com/office/drawing/2014/main" id="{ABB65474-A318-479C-90E0-2819D13F6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514"/>
                <a:ext cx="60" cy="179"/>
              </a:xfrm>
              <a:custGeom>
                <a:avLst/>
                <a:gdLst>
                  <a:gd name="T0" fmla="*/ 0 w 24"/>
                  <a:gd name="T1" fmla="*/ 56 h 67"/>
                  <a:gd name="T2" fmla="*/ 238 w 24"/>
                  <a:gd name="T3" fmla="*/ 251 h 67"/>
                  <a:gd name="T4" fmla="*/ 333 w 24"/>
                  <a:gd name="T5" fmla="*/ 743 h 67"/>
                  <a:gd name="T6" fmla="*/ 375 w 24"/>
                  <a:gd name="T7" fmla="*/ 1277 h 67"/>
                  <a:gd name="T8" fmla="*/ 333 w 24"/>
                  <a:gd name="T9" fmla="*/ 858 h 67"/>
                  <a:gd name="T10" fmla="*/ 208 w 24"/>
                  <a:gd name="T11" fmla="*/ 457 h 67"/>
                  <a:gd name="T12" fmla="*/ 145 w 24"/>
                  <a:gd name="T13" fmla="*/ 743 h 67"/>
                  <a:gd name="T14" fmla="*/ 50 w 24"/>
                  <a:gd name="T15" fmla="*/ 286 h 67"/>
                  <a:gd name="T16" fmla="*/ 0 w 24"/>
                  <a:gd name="T17" fmla="*/ 77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67">
                    <a:moveTo>
                      <a:pt x="0" y="3"/>
                    </a:moveTo>
                    <a:cubicBezTo>
                      <a:pt x="10" y="0"/>
                      <a:pt x="12" y="4"/>
                      <a:pt x="15" y="13"/>
                    </a:cubicBezTo>
                    <a:cubicBezTo>
                      <a:pt x="17" y="22"/>
                      <a:pt x="19" y="31"/>
                      <a:pt x="21" y="39"/>
                    </a:cubicBezTo>
                    <a:cubicBezTo>
                      <a:pt x="23" y="48"/>
                      <a:pt x="22" y="59"/>
                      <a:pt x="24" y="67"/>
                    </a:cubicBezTo>
                    <a:cubicBezTo>
                      <a:pt x="24" y="60"/>
                      <a:pt x="23" y="52"/>
                      <a:pt x="21" y="45"/>
                    </a:cubicBezTo>
                    <a:cubicBezTo>
                      <a:pt x="19" y="41"/>
                      <a:pt x="17" y="27"/>
                      <a:pt x="13" y="24"/>
                    </a:cubicBezTo>
                    <a:cubicBezTo>
                      <a:pt x="5" y="18"/>
                      <a:pt x="9" y="35"/>
                      <a:pt x="9" y="39"/>
                    </a:cubicBezTo>
                    <a:cubicBezTo>
                      <a:pt x="9" y="30"/>
                      <a:pt x="5" y="23"/>
                      <a:pt x="3" y="15"/>
                    </a:cubicBezTo>
                    <a:cubicBezTo>
                      <a:pt x="2" y="11"/>
                      <a:pt x="2" y="6"/>
                      <a:pt x="0" y="4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849">
                <a:extLst>
                  <a:ext uri="{FF2B5EF4-FFF2-40B4-BE49-F238E27FC236}">
                    <a16:creationId xmlns:a16="http://schemas.microsoft.com/office/drawing/2014/main" id="{3ADD9038-AA24-4081-B85D-8F49DBDB1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1445"/>
                <a:ext cx="65" cy="205"/>
              </a:xfrm>
              <a:custGeom>
                <a:avLst/>
                <a:gdLst>
                  <a:gd name="T0" fmla="*/ 0 w 26"/>
                  <a:gd name="T1" fmla="*/ 93 h 77"/>
                  <a:gd name="T2" fmla="*/ 188 w 26"/>
                  <a:gd name="T3" fmla="*/ 35 h 77"/>
                  <a:gd name="T4" fmla="*/ 270 w 26"/>
                  <a:gd name="T5" fmla="*/ 304 h 77"/>
                  <a:gd name="T6" fmla="*/ 408 w 26"/>
                  <a:gd name="T7" fmla="*/ 1454 h 77"/>
                  <a:gd name="T8" fmla="*/ 175 w 26"/>
                  <a:gd name="T9" fmla="*/ 474 h 77"/>
                  <a:gd name="T10" fmla="*/ 145 w 26"/>
                  <a:gd name="T11" fmla="*/ 490 h 77"/>
                  <a:gd name="T12" fmla="*/ 0 w 26"/>
                  <a:gd name="T13" fmla="*/ 19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77">
                    <a:moveTo>
                      <a:pt x="0" y="5"/>
                    </a:moveTo>
                    <a:cubicBezTo>
                      <a:pt x="4" y="4"/>
                      <a:pt x="8" y="0"/>
                      <a:pt x="12" y="2"/>
                    </a:cubicBezTo>
                    <a:cubicBezTo>
                      <a:pt x="15" y="4"/>
                      <a:pt x="17" y="13"/>
                      <a:pt x="17" y="16"/>
                    </a:cubicBezTo>
                    <a:cubicBezTo>
                      <a:pt x="22" y="36"/>
                      <a:pt x="23" y="57"/>
                      <a:pt x="26" y="77"/>
                    </a:cubicBezTo>
                    <a:cubicBezTo>
                      <a:pt x="21" y="61"/>
                      <a:pt x="20" y="39"/>
                      <a:pt x="11" y="25"/>
                    </a:cubicBezTo>
                    <a:cubicBezTo>
                      <a:pt x="10" y="25"/>
                      <a:pt x="10" y="26"/>
                      <a:pt x="9" y="26"/>
                    </a:cubicBezTo>
                    <a:cubicBezTo>
                      <a:pt x="7" y="22"/>
                      <a:pt x="1" y="14"/>
                      <a:pt x="0" y="1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850">
                <a:extLst>
                  <a:ext uri="{FF2B5EF4-FFF2-40B4-BE49-F238E27FC236}">
                    <a16:creationId xmlns:a16="http://schemas.microsoft.com/office/drawing/2014/main" id="{16CFD828-1FB0-4F29-98D8-18C1B4A4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533"/>
                <a:ext cx="40" cy="176"/>
              </a:xfrm>
              <a:custGeom>
                <a:avLst/>
                <a:gdLst>
                  <a:gd name="T0" fmla="*/ 0 w 16"/>
                  <a:gd name="T1" fmla="*/ 35 h 66"/>
                  <a:gd name="T2" fmla="*/ 208 w 16"/>
                  <a:gd name="T3" fmla="*/ 205 h 66"/>
                  <a:gd name="T4" fmla="*/ 238 w 16"/>
                  <a:gd name="T5" fmla="*/ 627 h 66"/>
                  <a:gd name="T6" fmla="*/ 250 w 16"/>
                  <a:gd name="T7" fmla="*/ 1251 h 66"/>
                  <a:gd name="T8" fmla="*/ 208 w 16"/>
                  <a:gd name="T9" fmla="*/ 776 h 66"/>
                  <a:gd name="T10" fmla="*/ 113 w 16"/>
                  <a:gd name="T11" fmla="*/ 477 h 66"/>
                  <a:gd name="T12" fmla="*/ 33 w 16"/>
                  <a:gd name="T13" fmla="*/ 397 h 66"/>
                  <a:gd name="T14" fmla="*/ 20 w 16"/>
                  <a:gd name="T15" fmla="*/ 171 h 66"/>
                  <a:gd name="T16" fmla="*/ 0 w 16"/>
                  <a:gd name="T17" fmla="*/ 56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66">
                    <a:moveTo>
                      <a:pt x="0" y="2"/>
                    </a:moveTo>
                    <a:cubicBezTo>
                      <a:pt x="10" y="3"/>
                      <a:pt x="13" y="0"/>
                      <a:pt x="13" y="11"/>
                    </a:cubicBezTo>
                    <a:cubicBezTo>
                      <a:pt x="13" y="19"/>
                      <a:pt x="15" y="26"/>
                      <a:pt x="15" y="33"/>
                    </a:cubicBezTo>
                    <a:cubicBezTo>
                      <a:pt x="16" y="44"/>
                      <a:pt x="16" y="55"/>
                      <a:pt x="16" y="66"/>
                    </a:cubicBezTo>
                    <a:cubicBezTo>
                      <a:pt x="16" y="58"/>
                      <a:pt x="15" y="49"/>
                      <a:pt x="13" y="41"/>
                    </a:cubicBezTo>
                    <a:cubicBezTo>
                      <a:pt x="12" y="38"/>
                      <a:pt x="10" y="27"/>
                      <a:pt x="7" y="25"/>
                    </a:cubicBezTo>
                    <a:cubicBezTo>
                      <a:pt x="4" y="22"/>
                      <a:pt x="4" y="26"/>
                      <a:pt x="2" y="21"/>
                    </a:cubicBezTo>
                    <a:cubicBezTo>
                      <a:pt x="1" y="18"/>
                      <a:pt x="2" y="13"/>
                      <a:pt x="1" y="9"/>
                    </a:cubicBezTo>
                    <a:cubicBezTo>
                      <a:pt x="1" y="7"/>
                      <a:pt x="0" y="5"/>
                      <a:pt x="0" y="3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851">
                <a:extLst>
                  <a:ext uri="{FF2B5EF4-FFF2-40B4-BE49-F238E27FC236}">
                    <a16:creationId xmlns:a16="http://schemas.microsoft.com/office/drawing/2014/main" id="{CC30EC41-077A-4A9F-A3AE-3420361B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581"/>
                <a:ext cx="55" cy="136"/>
              </a:xfrm>
              <a:custGeom>
                <a:avLst/>
                <a:gdLst>
                  <a:gd name="T0" fmla="*/ 20 w 22"/>
                  <a:gd name="T1" fmla="*/ 136 h 51"/>
                  <a:gd name="T2" fmla="*/ 283 w 22"/>
                  <a:gd name="T3" fmla="*/ 115 h 51"/>
                  <a:gd name="T4" fmla="*/ 333 w 22"/>
                  <a:gd name="T5" fmla="*/ 435 h 51"/>
                  <a:gd name="T6" fmla="*/ 345 w 22"/>
                  <a:gd name="T7" fmla="*/ 968 h 51"/>
                  <a:gd name="T8" fmla="*/ 220 w 22"/>
                  <a:gd name="T9" fmla="*/ 397 h 51"/>
                  <a:gd name="T10" fmla="*/ 113 w 22"/>
                  <a:gd name="T11" fmla="*/ 307 h 51"/>
                  <a:gd name="T12" fmla="*/ 0 w 22"/>
                  <a:gd name="T13" fmla="*/ 149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1">
                    <a:moveTo>
                      <a:pt x="1" y="7"/>
                    </a:moveTo>
                    <a:cubicBezTo>
                      <a:pt x="8" y="9"/>
                      <a:pt x="14" y="0"/>
                      <a:pt x="18" y="6"/>
                    </a:cubicBezTo>
                    <a:cubicBezTo>
                      <a:pt x="20" y="9"/>
                      <a:pt x="21" y="19"/>
                      <a:pt x="21" y="23"/>
                    </a:cubicBezTo>
                    <a:cubicBezTo>
                      <a:pt x="22" y="32"/>
                      <a:pt x="22" y="41"/>
                      <a:pt x="22" y="51"/>
                    </a:cubicBezTo>
                    <a:cubicBezTo>
                      <a:pt x="22" y="41"/>
                      <a:pt x="22" y="27"/>
                      <a:pt x="14" y="21"/>
                    </a:cubicBezTo>
                    <a:cubicBezTo>
                      <a:pt x="11" y="19"/>
                      <a:pt x="9" y="19"/>
                      <a:pt x="7" y="16"/>
                    </a:cubicBezTo>
                    <a:cubicBezTo>
                      <a:pt x="5" y="14"/>
                      <a:pt x="2" y="11"/>
                      <a:pt x="0" y="8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852">
                <a:extLst>
                  <a:ext uri="{FF2B5EF4-FFF2-40B4-BE49-F238E27FC236}">
                    <a16:creationId xmlns:a16="http://schemas.microsoft.com/office/drawing/2014/main" id="{CD82A79A-62B4-4511-B256-3CEDA3875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442"/>
                <a:ext cx="30" cy="168"/>
              </a:xfrm>
              <a:custGeom>
                <a:avLst/>
                <a:gdLst>
                  <a:gd name="T0" fmla="*/ 0 w 12"/>
                  <a:gd name="T1" fmla="*/ 93 h 63"/>
                  <a:gd name="T2" fmla="*/ 158 w 12"/>
                  <a:gd name="T3" fmla="*/ 149 h 63"/>
                  <a:gd name="T4" fmla="*/ 50 w 12"/>
                  <a:gd name="T5" fmla="*/ 1195 h 63"/>
                  <a:gd name="T6" fmla="*/ 63 w 12"/>
                  <a:gd name="T7" fmla="*/ 589 h 63"/>
                  <a:gd name="T8" fmla="*/ 33 w 12"/>
                  <a:gd name="T9" fmla="*/ 264 h 63"/>
                  <a:gd name="T10" fmla="*/ 0 w 12"/>
                  <a:gd name="T11" fmla="*/ 171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3">
                    <a:moveTo>
                      <a:pt x="0" y="5"/>
                    </a:moveTo>
                    <a:cubicBezTo>
                      <a:pt x="7" y="3"/>
                      <a:pt x="12" y="0"/>
                      <a:pt x="10" y="8"/>
                    </a:cubicBezTo>
                    <a:cubicBezTo>
                      <a:pt x="6" y="26"/>
                      <a:pt x="2" y="44"/>
                      <a:pt x="3" y="63"/>
                    </a:cubicBezTo>
                    <a:cubicBezTo>
                      <a:pt x="3" y="52"/>
                      <a:pt x="3" y="41"/>
                      <a:pt x="4" y="31"/>
                    </a:cubicBezTo>
                    <a:cubicBezTo>
                      <a:pt x="4" y="25"/>
                      <a:pt x="4" y="19"/>
                      <a:pt x="2" y="14"/>
                    </a:cubicBezTo>
                    <a:cubicBezTo>
                      <a:pt x="1" y="12"/>
                      <a:pt x="0" y="11"/>
                      <a:pt x="0" y="9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853">
                <a:extLst>
                  <a:ext uri="{FF2B5EF4-FFF2-40B4-BE49-F238E27FC236}">
                    <a16:creationId xmlns:a16="http://schemas.microsoft.com/office/drawing/2014/main" id="{4188B0E1-667E-4DFF-8171-351F86525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493"/>
                <a:ext cx="48" cy="197"/>
              </a:xfrm>
              <a:custGeom>
                <a:avLst/>
                <a:gdLst>
                  <a:gd name="T0" fmla="*/ 83 w 19"/>
                  <a:gd name="T1" fmla="*/ 205 h 74"/>
                  <a:gd name="T2" fmla="*/ 306 w 19"/>
                  <a:gd name="T3" fmla="*/ 0 h 74"/>
                  <a:gd name="T4" fmla="*/ 147 w 19"/>
                  <a:gd name="T5" fmla="*/ 644 h 74"/>
                  <a:gd name="T6" fmla="*/ 96 w 19"/>
                  <a:gd name="T7" fmla="*/ 1036 h 74"/>
                  <a:gd name="T8" fmla="*/ 0 w 19"/>
                  <a:gd name="T9" fmla="*/ 1395 h 74"/>
                  <a:gd name="T10" fmla="*/ 33 w 19"/>
                  <a:gd name="T11" fmla="*/ 977 h 74"/>
                  <a:gd name="T12" fmla="*/ 63 w 19"/>
                  <a:gd name="T13" fmla="*/ 375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4">
                    <a:moveTo>
                      <a:pt x="5" y="11"/>
                    </a:moveTo>
                    <a:cubicBezTo>
                      <a:pt x="8" y="7"/>
                      <a:pt x="14" y="2"/>
                      <a:pt x="19" y="0"/>
                    </a:cubicBezTo>
                    <a:cubicBezTo>
                      <a:pt x="15" y="11"/>
                      <a:pt x="11" y="22"/>
                      <a:pt x="9" y="34"/>
                    </a:cubicBezTo>
                    <a:cubicBezTo>
                      <a:pt x="8" y="41"/>
                      <a:pt x="7" y="48"/>
                      <a:pt x="6" y="55"/>
                    </a:cubicBezTo>
                    <a:cubicBezTo>
                      <a:pt x="5" y="62"/>
                      <a:pt x="1" y="68"/>
                      <a:pt x="0" y="74"/>
                    </a:cubicBezTo>
                    <a:cubicBezTo>
                      <a:pt x="2" y="67"/>
                      <a:pt x="2" y="59"/>
                      <a:pt x="2" y="52"/>
                    </a:cubicBezTo>
                    <a:cubicBezTo>
                      <a:pt x="2" y="43"/>
                      <a:pt x="1" y="29"/>
                      <a:pt x="4" y="2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854">
                <a:extLst>
                  <a:ext uri="{FF2B5EF4-FFF2-40B4-BE49-F238E27FC236}">
                    <a16:creationId xmlns:a16="http://schemas.microsoft.com/office/drawing/2014/main" id="{977BE7DA-3167-417B-8E5F-AD1B02B1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394"/>
                <a:ext cx="72" cy="219"/>
              </a:xfrm>
              <a:custGeom>
                <a:avLst/>
                <a:gdLst>
                  <a:gd name="T0" fmla="*/ 290 w 29"/>
                  <a:gd name="T1" fmla="*/ 0 h 82"/>
                  <a:gd name="T2" fmla="*/ 444 w 29"/>
                  <a:gd name="T3" fmla="*/ 21 h 82"/>
                  <a:gd name="T4" fmla="*/ 137 w 29"/>
                  <a:gd name="T5" fmla="*/ 1071 h 82"/>
                  <a:gd name="T6" fmla="*/ 12 w 29"/>
                  <a:gd name="T7" fmla="*/ 1562 h 82"/>
                  <a:gd name="T8" fmla="*/ 124 w 29"/>
                  <a:gd name="T9" fmla="*/ 628 h 82"/>
                  <a:gd name="T10" fmla="*/ 246 w 29"/>
                  <a:gd name="T11" fmla="*/ 77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82">
                    <a:moveTo>
                      <a:pt x="19" y="0"/>
                    </a:moveTo>
                    <a:cubicBezTo>
                      <a:pt x="22" y="1"/>
                      <a:pt x="26" y="0"/>
                      <a:pt x="29" y="1"/>
                    </a:cubicBezTo>
                    <a:cubicBezTo>
                      <a:pt x="22" y="19"/>
                      <a:pt x="16" y="38"/>
                      <a:pt x="9" y="56"/>
                    </a:cubicBezTo>
                    <a:cubicBezTo>
                      <a:pt x="5" y="64"/>
                      <a:pt x="0" y="74"/>
                      <a:pt x="1" y="82"/>
                    </a:cubicBezTo>
                    <a:cubicBezTo>
                      <a:pt x="0" y="67"/>
                      <a:pt x="4" y="48"/>
                      <a:pt x="8" y="33"/>
                    </a:cubicBezTo>
                    <a:cubicBezTo>
                      <a:pt x="11" y="24"/>
                      <a:pt x="15" y="14"/>
                      <a:pt x="16" y="4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855">
                <a:extLst>
                  <a:ext uri="{FF2B5EF4-FFF2-40B4-BE49-F238E27FC236}">
                    <a16:creationId xmlns:a16="http://schemas.microsoft.com/office/drawing/2014/main" id="{9CB029B9-6B3A-4AC9-ADA3-0A3383EE5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234"/>
                <a:ext cx="105" cy="141"/>
              </a:xfrm>
              <a:custGeom>
                <a:avLst/>
                <a:gdLst>
                  <a:gd name="T0" fmla="*/ 0 w 42"/>
                  <a:gd name="T1" fmla="*/ 998 h 53"/>
                  <a:gd name="T2" fmla="*/ 345 w 42"/>
                  <a:gd name="T3" fmla="*/ 303 h 53"/>
                  <a:gd name="T4" fmla="*/ 595 w 42"/>
                  <a:gd name="T5" fmla="*/ 0 h 53"/>
                  <a:gd name="T6" fmla="*/ 658 w 42"/>
                  <a:gd name="T7" fmla="*/ 77 h 53"/>
                  <a:gd name="T8" fmla="*/ 470 w 42"/>
                  <a:gd name="T9" fmla="*/ 282 h 53"/>
                  <a:gd name="T10" fmla="*/ 113 w 42"/>
                  <a:gd name="T11" fmla="*/ 849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3">
                    <a:moveTo>
                      <a:pt x="0" y="53"/>
                    </a:moveTo>
                    <a:cubicBezTo>
                      <a:pt x="2" y="41"/>
                      <a:pt x="14" y="27"/>
                      <a:pt x="22" y="16"/>
                    </a:cubicBezTo>
                    <a:cubicBezTo>
                      <a:pt x="27" y="10"/>
                      <a:pt x="31" y="4"/>
                      <a:pt x="38" y="0"/>
                    </a:cubicBezTo>
                    <a:cubicBezTo>
                      <a:pt x="39" y="1"/>
                      <a:pt x="41" y="3"/>
                      <a:pt x="42" y="4"/>
                    </a:cubicBezTo>
                    <a:cubicBezTo>
                      <a:pt x="37" y="5"/>
                      <a:pt x="33" y="11"/>
                      <a:pt x="30" y="15"/>
                    </a:cubicBezTo>
                    <a:cubicBezTo>
                      <a:pt x="23" y="25"/>
                      <a:pt x="12" y="33"/>
                      <a:pt x="7" y="45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856">
                <a:extLst>
                  <a:ext uri="{FF2B5EF4-FFF2-40B4-BE49-F238E27FC236}">
                    <a16:creationId xmlns:a16="http://schemas.microsoft.com/office/drawing/2014/main" id="{510CB505-3AEE-4B70-8773-BF796C20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245"/>
                <a:ext cx="35" cy="104"/>
              </a:xfrm>
              <a:custGeom>
                <a:avLst/>
                <a:gdLst>
                  <a:gd name="T0" fmla="*/ 158 w 14"/>
                  <a:gd name="T1" fmla="*/ 0 h 39"/>
                  <a:gd name="T2" fmla="*/ 0 w 14"/>
                  <a:gd name="T3" fmla="*/ 717 h 39"/>
                  <a:gd name="T4" fmla="*/ 113 w 14"/>
                  <a:gd name="T5" fmla="*/ 568 h 39"/>
                  <a:gd name="T6" fmla="*/ 220 w 14"/>
                  <a:gd name="T7" fmla="*/ 3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10" y="0"/>
                    </a:moveTo>
                    <a:cubicBezTo>
                      <a:pt x="8" y="13"/>
                      <a:pt x="0" y="25"/>
                      <a:pt x="0" y="38"/>
                    </a:cubicBezTo>
                    <a:cubicBezTo>
                      <a:pt x="5" y="39"/>
                      <a:pt x="6" y="34"/>
                      <a:pt x="7" y="30"/>
                    </a:cubicBezTo>
                    <a:cubicBezTo>
                      <a:pt x="9" y="21"/>
                      <a:pt x="12" y="11"/>
                      <a:pt x="14" y="2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857">
                <a:extLst>
                  <a:ext uri="{FF2B5EF4-FFF2-40B4-BE49-F238E27FC236}">
                    <a16:creationId xmlns:a16="http://schemas.microsoft.com/office/drawing/2014/main" id="{07A15B27-7B13-43DF-8F03-A2DAADB0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205"/>
                <a:ext cx="27" cy="64"/>
              </a:xfrm>
              <a:custGeom>
                <a:avLst/>
                <a:gdLst>
                  <a:gd name="T0" fmla="*/ 29 w 11"/>
                  <a:gd name="T1" fmla="*/ 192 h 24"/>
                  <a:gd name="T2" fmla="*/ 12 w 11"/>
                  <a:gd name="T3" fmla="*/ 456 h 24"/>
                  <a:gd name="T4" fmla="*/ 120 w 11"/>
                  <a:gd name="T5" fmla="*/ 171 h 24"/>
                  <a:gd name="T6" fmla="*/ 162 w 11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2" y="10"/>
                    </a:moveTo>
                    <a:cubicBezTo>
                      <a:pt x="0" y="14"/>
                      <a:pt x="1" y="19"/>
                      <a:pt x="1" y="24"/>
                    </a:cubicBezTo>
                    <a:cubicBezTo>
                      <a:pt x="5" y="21"/>
                      <a:pt x="6" y="13"/>
                      <a:pt x="8" y="9"/>
                    </a:cubicBezTo>
                    <a:cubicBezTo>
                      <a:pt x="10" y="5"/>
                      <a:pt x="11" y="5"/>
                      <a:pt x="11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858">
                <a:extLst>
                  <a:ext uri="{FF2B5EF4-FFF2-40B4-BE49-F238E27FC236}">
                    <a16:creationId xmlns:a16="http://schemas.microsoft.com/office/drawing/2014/main" id="{5A3B34DA-2FED-4918-900B-3AB1F2610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279"/>
                <a:ext cx="60" cy="102"/>
              </a:xfrm>
              <a:custGeom>
                <a:avLst/>
                <a:gdLst>
                  <a:gd name="T0" fmla="*/ 238 w 24"/>
                  <a:gd name="T1" fmla="*/ 0 h 38"/>
                  <a:gd name="T2" fmla="*/ 238 w 24"/>
                  <a:gd name="T3" fmla="*/ 172 h 38"/>
                  <a:gd name="T4" fmla="*/ 158 w 24"/>
                  <a:gd name="T5" fmla="*/ 231 h 38"/>
                  <a:gd name="T6" fmla="*/ 33 w 24"/>
                  <a:gd name="T7" fmla="*/ 735 h 38"/>
                  <a:gd name="T8" fmla="*/ 208 w 24"/>
                  <a:gd name="T9" fmla="*/ 309 h 38"/>
                  <a:gd name="T10" fmla="*/ 333 w 24"/>
                  <a:gd name="T11" fmla="*/ 252 h 38"/>
                  <a:gd name="T12" fmla="*/ 375 w 24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8">
                    <a:moveTo>
                      <a:pt x="15" y="0"/>
                    </a:moveTo>
                    <a:cubicBezTo>
                      <a:pt x="16" y="3"/>
                      <a:pt x="17" y="7"/>
                      <a:pt x="15" y="9"/>
                    </a:cubicBezTo>
                    <a:cubicBezTo>
                      <a:pt x="14" y="12"/>
                      <a:pt x="12" y="10"/>
                      <a:pt x="10" y="12"/>
                    </a:cubicBezTo>
                    <a:cubicBezTo>
                      <a:pt x="3" y="18"/>
                      <a:pt x="0" y="30"/>
                      <a:pt x="2" y="38"/>
                    </a:cubicBezTo>
                    <a:cubicBezTo>
                      <a:pt x="6" y="32"/>
                      <a:pt x="6" y="19"/>
                      <a:pt x="13" y="16"/>
                    </a:cubicBezTo>
                    <a:cubicBezTo>
                      <a:pt x="16" y="15"/>
                      <a:pt x="19" y="17"/>
                      <a:pt x="21" y="13"/>
                    </a:cubicBezTo>
                    <a:cubicBezTo>
                      <a:pt x="24" y="10"/>
                      <a:pt x="20" y="3"/>
                      <a:pt x="24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859">
                <a:extLst>
                  <a:ext uri="{FF2B5EF4-FFF2-40B4-BE49-F238E27FC236}">
                    <a16:creationId xmlns:a16="http://schemas.microsoft.com/office/drawing/2014/main" id="{33FF6498-51FD-47FA-B14D-7265B85BA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386"/>
                <a:ext cx="37" cy="56"/>
              </a:xfrm>
              <a:custGeom>
                <a:avLst/>
                <a:gdLst>
                  <a:gd name="T0" fmla="*/ 0 w 15"/>
                  <a:gd name="T1" fmla="*/ 21 h 21"/>
                  <a:gd name="T2" fmla="*/ 104 w 15"/>
                  <a:gd name="T3" fmla="*/ 307 h 21"/>
                  <a:gd name="T4" fmla="*/ 183 w 15"/>
                  <a:gd name="T5" fmla="*/ 397 h 21"/>
                  <a:gd name="T6" fmla="*/ 212 w 15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0" y="1"/>
                    </a:moveTo>
                    <a:cubicBezTo>
                      <a:pt x="6" y="3"/>
                      <a:pt x="7" y="11"/>
                      <a:pt x="7" y="16"/>
                    </a:cubicBezTo>
                    <a:cubicBezTo>
                      <a:pt x="9" y="17"/>
                      <a:pt x="11" y="19"/>
                      <a:pt x="12" y="21"/>
                    </a:cubicBezTo>
                    <a:cubicBezTo>
                      <a:pt x="14" y="16"/>
                      <a:pt x="15" y="5"/>
                      <a:pt x="14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860">
                <a:extLst>
                  <a:ext uri="{FF2B5EF4-FFF2-40B4-BE49-F238E27FC236}">
                    <a16:creationId xmlns:a16="http://schemas.microsoft.com/office/drawing/2014/main" id="{10A43B2E-0610-4D00-826B-E257A282D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309"/>
                <a:ext cx="28" cy="40"/>
              </a:xfrm>
              <a:custGeom>
                <a:avLst/>
                <a:gdLst>
                  <a:gd name="T0" fmla="*/ 117 w 11"/>
                  <a:gd name="T1" fmla="*/ 0 h 15"/>
                  <a:gd name="T2" fmla="*/ 84 w 11"/>
                  <a:gd name="T3" fmla="*/ 248 h 15"/>
                  <a:gd name="T4" fmla="*/ 181 w 11"/>
                  <a:gd name="T5" fmla="*/ 2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7" y="0"/>
                    </a:moveTo>
                    <a:cubicBezTo>
                      <a:pt x="6" y="4"/>
                      <a:pt x="0" y="10"/>
                      <a:pt x="5" y="13"/>
                    </a:cubicBezTo>
                    <a:cubicBezTo>
                      <a:pt x="10" y="15"/>
                      <a:pt x="11" y="4"/>
                      <a:pt x="11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861">
                <a:extLst>
                  <a:ext uri="{FF2B5EF4-FFF2-40B4-BE49-F238E27FC236}">
                    <a16:creationId xmlns:a16="http://schemas.microsoft.com/office/drawing/2014/main" id="{7B32EA25-A6D6-4460-B99B-A7FFCBFE7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165"/>
                <a:ext cx="20" cy="104"/>
              </a:xfrm>
              <a:custGeom>
                <a:avLst/>
                <a:gdLst>
                  <a:gd name="T0" fmla="*/ 0 w 8"/>
                  <a:gd name="T1" fmla="*/ 149 h 39"/>
                  <a:gd name="T2" fmla="*/ 50 w 8"/>
                  <a:gd name="T3" fmla="*/ 739 h 39"/>
                  <a:gd name="T4" fmla="*/ 83 w 8"/>
                  <a:gd name="T5" fmla="*/ 248 h 39"/>
                  <a:gd name="T6" fmla="*/ 125 w 8"/>
                  <a:gd name="T7" fmla="*/ 149 h 39"/>
                  <a:gd name="T8" fmla="*/ 95 w 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9">
                    <a:moveTo>
                      <a:pt x="0" y="8"/>
                    </a:moveTo>
                    <a:cubicBezTo>
                      <a:pt x="0" y="19"/>
                      <a:pt x="3" y="29"/>
                      <a:pt x="3" y="39"/>
                    </a:cubicBezTo>
                    <a:cubicBezTo>
                      <a:pt x="3" y="31"/>
                      <a:pt x="3" y="21"/>
                      <a:pt x="5" y="13"/>
                    </a:cubicBezTo>
                    <a:cubicBezTo>
                      <a:pt x="6" y="12"/>
                      <a:pt x="8" y="10"/>
                      <a:pt x="8" y="8"/>
                    </a:cubicBezTo>
                    <a:cubicBezTo>
                      <a:pt x="8" y="6"/>
                      <a:pt x="6" y="3"/>
                      <a:pt x="6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862">
                <a:extLst>
                  <a:ext uri="{FF2B5EF4-FFF2-40B4-BE49-F238E27FC236}">
                    <a16:creationId xmlns:a16="http://schemas.microsoft.com/office/drawing/2014/main" id="{BD2FB7D8-99CC-4C5A-8430-686CDB907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202"/>
                <a:ext cx="58" cy="109"/>
              </a:xfrm>
              <a:custGeom>
                <a:avLst/>
                <a:gdLst>
                  <a:gd name="T0" fmla="*/ 33 w 23"/>
                  <a:gd name="T1" fmla="*/ 282 h 41"/>
                  <a:gd name="T2" fmla="*/ 63 w 23"/>
                  <a:gd name="T3" fmla="*/ 750 h 41"/>
                  <a:gd name="T4" fmla="*/ 179 w 23"/>
                  <a:gd name="T5" fmla="*/ 771 h 41"/>
                  <a:gd name="T6" fmla="*/ 222 w 23"/>
                  <a:gd name="T7" fmla="*/ 635 h 41"/>
                  <a:gd name="T8" fmla="*/ 368 w 23"/>
                  <a:gd name="T9" fmla="*/ 524 h 41"/>
                  <a:gd name="T10" fmla="*/ 305 w 23"/>
                  <a:gd name="T11" fmla="*/ 0 h 41"/>
                  <a:gd name="T12" fmla="*/ 126 w 23"/>
                  <a:gd name="T13" fmla="*/ 114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1">
                    <a:moveTo>
                      <a:pt x="2" y="15"/>
                    </a:moveTo>
                    <a:cubicBezTo>
                      <a:pt x="2" y="23"/>
                      <a:pt x="0" y="33"/>
                      <a:pt x="4" y="40"/>
                    </a:cubicBezTo>
                    <a:cubicBezTo>
                      <a:pt x="6" y="40"/>
                      <a:pt x="9" y="41"/>
                      <a:pt x="11" y="41"/>
                    </a:cubicBezTo>
                    <a:cubicBezTo>
                      <a:pt x="14" y="40"/>
                      <a:pt x="13" y="38"/>
                      <a:pt x="14" y="34"/>
                    </a:cubicBezTo>
                    <a:cubicBezTo>
                      <a:pt x="15" y="28"/>
                      <a:pt x="17" y="31"/>
                      <a:pt x="23" y="28"/>
                    </a:cubicBezTo>
                    <a:cubicBezTo>
                      <a:pt x="22" y="19"/>
                      <a:pt x="20" y="10"/>
                      <a:pt x="19" y="0"/>
                    </a:cubicBezTo>
                    <a:cubicBezTo>
                      <a:pt x="15" y="2"/>
                      <a:pt x="11" y="4"/>
                      <a:pt x="8" y="6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863">
                <a:extLst>
                  <a:ext uri="{FF2B5EF4-FFF2-40B4-BE49-F238E27FC236}">
                    <a16:creationId xmlns:a16="http://schemas.microsoft.com/office/drawing/2014/main" id="{E9855BBD-4709-4E5A-9C9F-AEC18242E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1061"/>
                <a:ext cx="15" cy="88"/>
              </a:xfrm>
              <a:custGeom>
                <a:avLst/>
                <a:gdLst>
                  <a:gd name="T0" fmla="*/ 33 w 6"/>
                  <a:gd name="T1" fmla="*/ 77 h 33"/>
                  <a:gd name="T2" fmla="*/ 50 w 6"/>
                  <a:gd name="T3" fmla="*/ 363 h 33"/>
                  <a:gd name="T4" fmla="*/ 63 w 6"/>
                  <a:gd name="T5" fmla="*/ 627 h 33"/>
                  <a:gd name="T6" fmla="*/ 83 w 6"/>
                  <a:gd name="T7" fmla="*/ 363 h 33"/>
                  <a:gd name="T8" fmla="*/ 83 w 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2" y="4"/>
                    </a:moveTo>
                    <a:cubicBezTo>
                      <a:pt x="0" y="8"/>
                      <a:pt x="3" y="15"/>
                      <a:pt x="3" y="19"/>
                    </a:cubicBezTo>
                    <a:cubicBezTo>
                      <a:pt x="3" y="23"/>
                      <a:pt x="2" y="29"/>
                      <a:pt x="4" y="33"/>
                    </a:cubicBezTo>
                    <a:cubicBezTo>
                      <a:pt x="6" y="29"/>
                      <a:pt x="6" y="23"/>
                      <a:pt x="5" y="19"/>
                    </a:cubicBezTo>
                    <a:cubicBezTo>
                      <a:pt x="5" y="15"/>
                      <a:pt x="3" y="3"/>
                      <a:pt x="5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864">
                <a:extLst>
                  <a:ext uri="{FF2B5EF4-FFF2-40B4-BE49-F238E27FC236}">
                    <a16:creationId xmlns:a16="http://schemas.microsoft.com/office/drawing/2014/main" id="{C318317B-369C-4B05-B7D8-A5E888E03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098"/>
                <a:ext cx="13" cy="51"/>
              </a:xfrm>
              <a:custGeom>
                <a:avLst/>
                <a:gdLst>
                  <a:gd name="T0" fmla="*/ 21 w 5"/>
                  <a:gd name="T1" fmla="*/ 56 h 19"/>
                  <a:gd name="T2" fmla="*/ 0 w 5"/>
                  <a:gd name="T3" fmla="*/ 368 h 19"/>
                  <a:gd name="T4" fmla="*/ 68 w 5"/>
                  <a:gd name="T5" fmla="*/ 346 h 19"/>
                  <a:gd name="T6" fmla="*/ 88 w 5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9">
                    <a:moveTo>
                      <a:pt x="1" y="3"/>
                    </a:moveTo>
                    <a:cubicBezTo>
                      <a:pt x="0" y="8"/>
                      <a:pt x="1" y="14"/>
                      <a:pt x="0" y="19"/>
                    </a:cubicBezTo>
                    <a:cubicBezTo>
                      <a:pt x="1" y="19"/>
                      <a:pt x="3" y="19"/>
                      <a:pt x="4" y="18"/>
                    </a:cubicBezTo>
                    <a:cubicBezTo>
                      <a:pt x="5" y="16"/>
                      <a:pt x="5" y="0"/>
                      <a:pt x="5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865">
                <a:extLst>
                  <a:ext uri="{FF2B5EF4-FFF2-40B4-BE49-F238E27FC236}">
                    <a16:creationId xmlns:a16="http://schemas.microsoft.com/office/drawing/2014/main" id="{EE7660FF-CFE0-45EF-A424-A63EA75B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031"/>
                <a:ext cx="13" cy="35"/>
              </a:xfrm>
              <a:custGeom>
                <a:avLst/>
                <a:gdLst>
                  <a:gd name="T0" fmla="*/ 21 w 5"/>
                  <a:gd name="T1" fmla="*/ 116 h 13"/>
                  <a:gd name="T2" fmla="*/ 55 w 5"/>
                  <a:gd name="T3" fmla="*/ 218 h 13"/>
                  <a:gd name="T4" fmla="*/ 68 w 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1" y="6"/>
                    </a:moveTo>
                    <a:cubicBezTo>
                      <a:pt x="0" y="8"/>
                      <a:pt x="0" y="13"/>
                      <a:pt x="3" y="11"/>
                    </a:cubicBezTo>
                    <a:cubicBezTo>
                      <a:pt x="5" y="9"/>
                      <a:pt x="4" y="2"/>
                      <a:pt x="4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866">
                <a:extLst>
                  <a:ext uri="{FF2B5EF4-FFF2-40B4-BE49-F238E27FC236}">
                    <a16:creationId xmlns:a16="http://schemas.microsoft.com/office/drawing/2014/main" id="{94A5030F-9995-4BF0-93CF-B98DCBDF1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1082"/>
                <a:ext cx="22" cy="163"/>
              </a:xfrm>
              <a:custGeom>
                <a:avLst/>
                <a:gdLst>
                  <a:gd name="T0" fmla="*/ 29 w 9"/>
                  <a:gd name="T1" fmla="*/ 136 h 61"/>
                  <a:gd name="T2" fmla="*/ 42 w 9"/>
                  <a:gd name="T3" fmla="*/ 436 h 61"/>
                  <a:gd name="T4" fmla="*/ 29 w 9"/>
                  <a:gd name="T5" fmla="*/ 799 h 61"/>
                  <a:gd name="T6" fmla="*/ 29 w 9"/>
                  <a:gd name="T7" fmla="*/ 1165 h 61"/>
                  <a:gd name="T8" fmla="*/ 103 w 9"/>
                  <a:gd name="T9" fmla="*/ 1072 h 61"/>
                  <a:gd name="T10" fmla="*/ 103 w 9"/>
                  <a:gd name="T11" fmla="*/ 671 h 61"/>
                  <a:gd name="T12" fmla="*/ 132 w 9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1">
                    <a:moveTo>
                      <a:pt x="2" y="7"/>
                    </a:moveTo>
                    <a:cubicBezTo>
                      <a:pt x="4" y="12"/>
                      <a:pt x="3" y="18"/>
                      <a:pt x="3" y="23"/>
                    </a:cubicBezTo>
                    <a:cubicBezTo>
                      <a:pt x="3" y="29"/>
                      <a:pt x="2" y="35"/>
                      <a:pt x="2" y="42"/>
                    </a:cubicBezTo>
                    <a:cubicBezTo>
                      <a:pt x="2" y="47"/>
                      <a:pt x="0" y="56"/>
                      <a:pt x="2" y="61"/>
                    </a:cubicBezTo>
                    <a:cubicBezTo>
                      <a:pt x="4" y="60"/>
                      <a:pt x="6" y="59"/>
                      <a:pt x="7" y="56"/>
                    </a:cubicBezTo>
                    <a:cubicBezTo>
                      <a:pt x="9" y="51"/>
                      <a:pt x="7" y="41"/>
                      <a:pt x="7" y="35"/>
                    </a:cubicBezTo>
                    <a:cubicBezTo>
                      <a:pt x="8" y="24"/>
                      <a:pt x="8" y="12"/>
                      <a:pt x="9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867">
                <a:extLst>
                  <a:ext uri="{FF2B5EF4-FFF2-40B4-BE49-F238E27FC236}">
                    <a16:creationId xmlns:a16="http://schemas.microsoft.com/office/drawing/2014/main" id="{92D1F813-062C-49B9-AD61-C553D246C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045"/>
                <a:ext cx="40" cy="66"/>
              </a:xfrm>
              <a:custGeom>
                <a:avLst/>
                <a:gdLst>
                  <a:gd name="T0" fmla="*/ 0 w 16"/>
                  <a:gd name="T1" fmla="*/ 203 h 25"/>
                  <a:gd name="T2" fmla="*/ 0 w 16"/>
                  <a:gd name="T3" fmla="*/ 383 h 25"/>
                  <a:gd name="T4" fmla="*/ 238 w 16"/>
                  <a:gd name="T5" fmla="*/ 459 h 25"/>
                  <a:gd name="T6" fmla="*/ 220 w 16"/>
                  <a:gd name="T7" fmla="*/ 238 h 25"/>
                  <a:gd name="T8" fmla="*/ 208 w 16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0" y="11"/>
                    </a:moveTo>
                    <a:cubicBezTo>
                      <a:pt x="0" y="15"/>
                      <a:pt x="0" y="18"/>
                      <a:pt x="0" y="21"/>
                    </a:cubicBezTo>
                    <a:cubicBezTo>
                      <a:pt x="5" y="21"/>
                      <a:pt x="13" y="19"/>
                      <a:pt x="15" y="25"/>
                    </a:cubicBezTo>
                    <a:cubicBezTo>
                      <a:pt x="16" y="21"/>
                      <a:pt x="14" y="17"/>
                      <a:pt x="14" y="13"/>
                    </a:cubicBezTo>
                    <a:cubicBezTo>
                      <a:pt x="13" y="10"/>
                      <a:pt x="14" y="3"/>
                      <a:pt x="13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868">
                <a:extLst>
                  <a:ext uri="{FF2B5EF4-FFF2-40B4-BE49-F238E27FC236}">
                    <a16:creationId xmlns:a16="http://schemas.microsoft.com/office/drawing/2014/main" id="{FB6882E5-5A94-4E3B-A885-2255C87E9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133"/>
                <a:ext cx="47" cy="261"/>
              </a:xfrm>
              <a:custGeom>
                <a:avLst/>
                <a:gdLst>
                  <a:gd name="T0" fmla="*/ 0 w 19"/>
                  <a:gd name="T1" fmla="*/ 77 h 98"/>
                  <a:gd name="T2" fmla="*/ 42 w 19"/>
                  <a:gd name="T3" fmla="*/ 77 h 98"/>
                  <a:gd name="T4" fmla="*/ 183 w 19"/>
                  <a:gd name="T5" fmla="*/ 21 h 98"/>
                  <a:gd name="T6" fmla="*/ 228 w 19"/>
                  <a:gd name="T7" fmla="*/ 115 h 98"/>
                  <a:gd name="T8" fmla="*/ 257 w 19"/>
                  <a:gd name="T9" fmla="*/ 759 h 98"/>
                  <a:gd name="T10" fmla="*/ 287 w 19"/>
                  <a:gd name="T11" fmla="*/ 1377 h 98"/>
                  <a:gd name="T12" fmla="*/ 275 w 19"/>
                  <a:gd name="T13" fmla="*/ 1816 h 98"/>
                  <a:gd name="T14" fmla="*/ 183 w 19"/>
                  <a:gd name="T15" fmla="*/ 1851 h 98"/>
                  <a:gd name="T16" fmla="*/ 153 w 19"/>
                  <a:gd name="T17" fmla="*/ 1718 h 98"/>
                  <a:gd name="T18" fmla="*/ 121 w 19"/>
                  <a:gd name="T19" fmla="*/ 1398 h 98"/>
                  <a:gd name="T20" fmla="*/ 74 w 19"/>
                  <a:gd name="T21" fmla="*/ 887 h 98"/>
                  <a:gd name="T22" fmla="*/ 74 w 19"/>
                  <a:gd name="T23" fmla="*/ 759 h 98"/>
                  <a:gd name="T24" fmla="*/ 134 w 19"/>
                  <a:gd name="T25" fmla="*/ 589 h 98"/>
                  <a:gd name="T26" fmla="*/ 134 w 19"/>
                  <a:gd name="T27" fmla="*/ 248 h 98"/>
                  <a:gd name="T28" fmla="*/ 12 w 19"/>
                  <a:gd name="T29" fmla="*/ 93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98">
                    <a:moveTo>
                      <a:pt x="0" y="4"/>
                    </a:moveTo>
                    <a:cubicBezTo>
                      <a:pt x="2" y="3"/>
                      <a:pt x="2" y="4"/>
                      <a:pt x="3" y="4"/>
                    </a:cubicBezTo>
                    <a:cubicBezTo>
                      <a:pt x="7" y="4"/>
                      <a:pt x="9" y="1"/>
                      <a:pt x="12" y="1"/>
                    </a:cubicBezTo>
                    <a:cubicBezTo>
                      <a:pt x="16" y="0"/>
                      <a:pt x="15" y="2"/>
                      <a:pt x="15" y="6"/>
                    </a:cubicBezTo>
                    <a:cubicBezTo>
                      <a:pt x="16" y="17"/>
                      <a:pt x="17" y="29"/>
                      <a:pt x="17" y="40"/>
                    </a:cubicBezTo>
                    <a:cubicBezTo>
                      <a:pt x="17" y="51"/>
                      <a:pt x="18" y="62"/>
                      <a:pt x="19" y="73"/>
                    </a:cubicBezTo>
                    <a:cubicBezTo>
                      <a:pt x="19" y="81"/>
                      <a:pt x="18" y="88"/>
                      <a:pt x="18" y="96"/>
                    </a:cubicBezTo>
                    <a:cubicBezTo>
                      <a:pt x="17" y="94"/>
                      <a:pt x="14" y="98"/>
                      <a:pt x="12" y="98"/>
                    </a:cubicBezTo>
                    <a:cubicBezTo>
                      <a:pt x="12" y="96"/>
                      <a:pt x="10" y="93"/>
                      <a:pt x="10" y="91"/>
                    </a:cubicBezTo>
                    <a:cubicBezTo>
                      <a:pt x="10" y="85"/>
                      <a:pt x="9" y="80"/>
                      <a:pt x="8" y="74"/>
                    </a:cubicBezTo>
                    <a:cubicBezTo>
                      <a:pt x="6" y="65"/>
                      <a:pt x="7" y="56"/>
                      <a:pt x="5" y="47"/>
                    </a:cubicBezTo>
                    <a:cubicBezTo>
                      <a:pt x="5" y="45"/>
                      <a:pt x="4" y="42"/>
                      <a:pt x="5" y="40"/>
                    </a:cubicBezTo>
                    <a:cubicBezTo>
                      <a:pt x="6" y="37"/>
                      <a:pt x="9" y="35"/>
                      <a:pt x="9" y="31"/>
                    </a:cubicBezTo>
                    <a:cubicBezTo>
                      <a:pt x="10" y="26"/>
                      <a:pt x="11" y="18"/>
                      <a:pt x="9" y="13"/>
                    </a:cubicBezTo>
                    <a:cubicBezTo>
                      <a:pt x="7" y="8"/>
                      <a:pt x="3" y="8"/>
                      <a:pt x="1" y="5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869">
                <a:extLst>
                  <a:ext uri="{FF2B5EF4-FFF2-40B4-BE49-F238E27FC236}">
                    <a16:creationId xmlns:a16="http://schemas.microsoft.com/office/drawing/2014/main" id="{98F5AF0C-A214-47AA-9BAF-C01CD5C2F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1229"/>
                <a:ext cx="57" cy="173"/>
              </a:xfrm>
              <a:custGeom>
                <a:avLst/>
                <a:gdLst>
                  <a:gd name="T0" fmla="*/ 0 w 23"/>
                  <a:gd name="T1" fmla="*/ 192 h 65"/>
                  <a:gd name="T2" fmla="*/ 196 w 23"/>
                  <a:gd name="T3" fmla="*/ 56 h 65"/>
                  <a:gd name="T4" fmla="*/ 228 w 23"/>
                  <a:gd name="T5" fmla="*/ 149 h 65"/>
                  <a:gd name="T6" fmla="*/ 258 w 23"/>
                  <a:gd name="T7" fmla="*/ 375 h 65"/>
                  <a:gd name="T8" fmla="*/ 307 w 23"/>
                  <a:gd name="T9" fmla="*/ 908 h 65"/>
                  <a:gd name="T10" fmla="*/ 337 w 23"/>
                  <a:gd name="T11" fmla="*/ 1168 h 65"/>
                  <a:gd name="T12" fmla="*/ 228 w 23"/>
                  <a:gd name="T13" fmla="*/ 1224 h 65"/>
                  <a:gd name="T14" fmla="*/ 196 w 23"/>
                  <a:gd name="T15" fmla="*/ 660 h 65"/>
                  <a:gd name="T16" fmla="*/ 104 w 23"/>
                  <a:gd name="T17" fmla="*/ 341 h 65"/>
                  <a:gd name="T18" fmla="*/ 42 w 23"/>
                  <a:gd name="T19" fmla="*/ 192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65">
                    <a:moveTo>
                      <a:pt x="0" y="10"/>
                    </a:moveTo>
                    <a:cubicBezTo>
                      <a:pt x="3" y="8"/>
                      <a:pt x="9" y="0"/>
                      <a:pt x="13" y="3"/>
                    </a:cubicBezTo>
                    <a:cubicBezTo>
                      <a:pt x="14" y="4"/>
                      <a:pt x="15" y="7"/>
                      <a:pt x="15" y="8"/>
                    </a:cubicBezTo>
                    <a:cubicBezTo>
                      <a:pt x="16" y="12"/>
                      <a:pt x="17" y="16"/>
                      <a:pt x="17" y="20"/>
                    </a:cubicBezTo>
                    <a:cubicBezTo>
                      <a:pt x="18" y="29"/>
                      <a:pt x="19" y="38"/>
                      <a:pt x="20" y="48"/>
                    </a:cubicBezTo>
                    <a:cubicBezTo>
                      <a:pt x="21" y="52"/>
                      <a:pt x="23" y="58"/>
                      <a:pt x="22" y="62"/>
                    </a:cubicBezTo>
                    <a:cubicBezTo>
                      <a:pt x="19" y="62"/>
                      <a:pt x="17" y="63"/>
                      <a:pt x="15" y="65"/>
                    </a:cubicBezTo>
                    <a:cubicBezTo>
                      <a:pt x="19" y="56"/>
                      <a:pt x="15" y="44"/>
                      <a:pt x="13" y="35"/>
                    </a:cubicBezTo>
                    <a:cubicBezTo>
                      <a:pt x="12" y="30"/>
                      <a:pt x="11" y="23"/>
                      <a:pt x="7" y="18"/>
                    </a:cubicBezTo>
                    <a:cubicBezTo>
                      <a:pt x="5" y="15"/>
                      <a:pt x="4" y="14"/>
                      <a:pt x="3" y="1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870">
                <a:extLst>
                  <a:ext uri="{FF2B5EF4-FFF2-40B4-BE49-F238E27FC236}">
                    <a16:creationId xmlns:a16="http://schemas.microsoft.com/office/drawing/2014/main" id="{F6FD45E8-62DC-4585-997E-795C8FC8A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1317"/>
                <a:ext cx="65" cy="189"/>
              </a:xfrm>
              <a:custGeom>
                <a:avLst/>
                <a:gdLst>
                  <a:gd name="T0" fmla="*/ 20 w 26"/>
                  <a:gd name="T1" fmla="*/ 93 h 71"/>
                  <a:gd name="T2" fmla="*/ 208 w 26"/>
                  <a:gd name="T3" fmla="*/ 21 h 71"/>
                  <a:gd name="T4" fmla="*/ 250 w 26"/>
                  <a:gd name="T5" fmla="*/ 114 h 71"/>
                  <a:gd name="T6" fmla="*/ 313 w 26"/>
                  <a:gd name="T7" fmla="*/ 716 h 71"/>
                  <a:gd name="T8" fmla="*/ 375 w 26"/>
                  <a:gd name="T9" fmla="*/ 1169 h 71"/>
                  <a:gd name="T10" fmla="*/ 395 w 26"/>
                  <a:gd name="T11" fmla="*/ 1304 h 71"/>
                  <a:gd name="T12" fmla="*/ 333 w 26"/>
                  <a:gd name="T13" fmla="*/ 1339 h 71"/>
                  <a:gd name="T14" fmla="*/ 283 w 26"/>
                  <a:gd name="T15" fmla="*/ 1057 h 71"/>
                  <a:gd name="T16" fmla="*/ 220 w 26"/>
                  <a:gd name="T17" fmla="*/ 588 h 71"/>
                  <a:gd name="T18" fmla="*/ 145 w 26"/>
                  <a:gd name="T19" fmla="*/ 226 h 71"/>
                  <a:gd name="T20" fmla="*/ 0 w 26"/>
                  <a:gd name="T21" fmla="*/ 77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71">
                    <a:moveTo>
                      <a:pt x="1" y="5"/>
                    </a:moveTo>
                    <a:cubicBezTo>
                      <a:pt x="4" y="3"/>
                      <a:pt x="10" y="0"/>
                      <a:pt x="13" y="1"/>
                    </a:cubicBezTo>
                    <a:cubicBezTo>
                      <a:pt x="16" y="2"/>
                      <a:pt x="16" y="3"/>
                      <a:pt x="16" y="6"/>
                    </a:cubicBezTo>
                    <a:cubicBezTo>
                      <a:pt x="17" y="17"/>
                      <a:pt x="18" y="27"/>
                      <a:pt x="20" y="38"/>
                    </a:cubicBezTo>
                    <a:cubicBezTo>
                      <a:pt x="22" y="46"/>
                      <a:pt x="22" y="54"/>
                      <a:pt x="24" y="62"/>
                    </a:cubicBezTo>
                    <a:cubicBezTo>
                      <a:pt x="24" y="64"/>
                      <a:pt x="26" y="67"/>
                      <a:pt x="25" y="69"/>
                    </a:cubicBezTo>
                    <a:cubicBezTo>
                      <a:pt x="25" y="70"/>
                      <a:pt x="21" y="70"/>
                      <a:pt x="21" y="71"/>
                    </a:cubicBezTo>
                    <a:cubicBezTo>
                      <a:pt x="21" y="66"/>
                      <a:pt x="19" y="61"/>
                      <a:pt x="18" y="56"/>
                    </a:cubicBezTo>
                    <a:cubicBezTo>
                      <a:pt x="17" y="47"/>
                      <a:pt x="15" y="39"/>
                      <a:pt x="14" y="31"/>
                    </a:cubicBezTo>
                    <a:cubicBezTo>
                      <a:pt x="13" y="24"/>
                      <a:pt x="12" y="18"/>
                      <a:pt x="9" y="12"/>
                    </a:cubicBezTo>
                    <a:cubicBezTo>
                      <a:pt x="7" y="9"/>
                      <a:pt x="3" y="7"/>
                      <a:pt x="0" y="4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871">
                <a:extLst>
                  <a:ext uri="{FF2B5EF4-FFF2-40B4-BE49-F238E27FC236}">
                    <a16:creationId xmlns:a16="http://schemas.microsoft.com/office/drawing/2014/main" id="{9F0A86D9-E173-4751-8A4F-5C84B01F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1410"/>
                <a:ext cx="45" cy="123"/>
              </a:xfrm>
              <a:custGeom>
                <a:avLst/>
                <a:gdLst>
                  <a:gd name="T0" fmla="*/ 0 w 18"/>
                  <a:gd name="T1" fmla="*/ 230 h 46"/>
                  <a:gd name="T2" fmla="*/ 283 w 18"/>
                  <a:gd name="T3" fmla="*/ 115 h 46"/>
                  <a:gd name="T4" fmla="*/ 238 w 18"/>
                  <a:gd name="T5" fmla="*/ 559 h 46"/>
                  <a:gd name="T6" fmla="*/ 208 w 18"/>
                  <a:gd name="T7" fmla="*/ 880 h 46"/>
                  <a:gd name="T8" fmla="*/ 95 w 18"/>
                  <a:gd name="T9" fmla="*/ 628 h 46"/>
                  <a:gd name="T10" fmla="*/ 83 w 18"/>
                  <a:gd name="T11" fmla="*/ 19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6">
                    <a:moveTo>
                      <a:pt x="0" y="12"/>
                    </a:moveTo>
                    <a:cubicBezTo>
                      <a:pt x="3" y="9"/>
                      <a:pt x="14" y="0"/>
                      <a:pt x="18" y="6"/>
                    </a:cubicBezTo>
                    <a:cubicBezTo>
                      <a:pt x="13" y="10"/>
                      <a:pt x="15" y="23"/>
                      <a:pt x="15" y="29"/>
                    </a:cubicBezTo>
                    <a:cubicBezTo>
                      <a:pt x="15" y="35"/>
                      <a:pt x="14" y="41"/>
                      <a:pt x="13" y="46"/>
                    </a:cubicBezTo>
                    <a:cubicBezTo>
                      <a:pt x="15" y="42"/>
                      <a:pt x="9" y="36"/>
                      <a:pt x="6" y="33"/>
                    </a:cubicBezTo>
                    <a:cubicBezTo>
                      <a:pt x="16" y="30"/>
                      <a:pt x="6" y="15"/>
                      <a:pt x="5" y="1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872">
                <a:extLst>
                  <a:ext uri="{FF2B5EF4-FFF2-40B4-BE49-F238E27FC236}">
                    <a16:creationId xmlns:a16="http://schemas.microsoft.com/office/drawing/2014/main" id="{BA218EF4-A455-4B0B-AD1C-689F651D2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453"/>
                <a:ext cx="52" cy="141"/>
              </a:xfrm>
              <a:custGeom>
                <a:avLst/>
                <a:gdLst>
                  <a:gd name="T0" fmla="*/ 0 w 21"/>
                  <a:gd name="T1" fmla="*/ 226 h 53"/>
                  <a:gd name="T2" fmla="*/ 166 w 21"/>
                  <a:gd name="T3" fmla="*/ 77 h 53"/>
                  <a:gd name="T4" fmla="*/ 307 w 21"/>
                  <a:gd name="T5" fmla="*/ 0 h 53"/>
                  <a:gd name="T6" fmla="*/ 307 w 21"/>
                  <a:gd name="T7" fmla="*/ 149 h 53"/>
                  <a:gd name="T8" fmla="*/ 287 w 21"/>
                  <a:gd name="T9" fmla="*/ 524 h 53"/>
                  <a:gd name="T10" fmla="*/ 275 w 21"/>
                  <a:gd name="T11" fmla="*/ 998 h 53"/>
                  <a:gd name="T12" fmla="*/ 228 w 21"/>
                  <a:gd name="T13" fmla="*/ 694 h 53"/>
                  <a:gd name="T14" fmla="*/ 166 w 21"/>
                  <a:gd name="T15" fmla="*/ 511 h 53"/>
                  <a:gd name="T16" fmla="*/ 104 w 21"/>
                  <a:gd name="T17" fmla="*/ 580 h 53"/>
                  <a:gd name="T18" fmla="*/ 12 w 21"/>
                  <a:gd name="T19" fmla="*/ 28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53">
                    <a:moveTo>
                      <a:pt x="0" y="12"/>
                    </a:moveTo>
                    <a:cubicBezTo>
                      <a:pt x="4" y="9"/>
                      <a:pt x="7" y="6"/>
                      <a:pt x="11" y="4"/>
                    </a:cubicBezTo>
                    <a:cubicBezTo>
                      <a:pt x="14" y="2"/>
                      <a:pt x="17" y="1"/>
                      <a:pt x="20" y="0"/>
                    </a:cubicBezTo>
                    <a:cubicBezTo>
                      <a:pt x="21" y="2"/>
                      <a:pt x="21" y="5"/>
                      <a:pt x="20" y="8"/>
                    </a:cubicBezTo>
                    <a:cubicBezTo>
                      <a:pt x="20" y="14"/>
                      <a:pt x="20" y="21"/>
                      <a:pt x="19" y="28"/>
                    </a:cubicBezTo>
                    <a:cubicBezTo>
                      <a:pt x="19" y="36"/>
                      <a:pt x="18" y="45"/>
                      <a:pt x="18" y="53"/>
                    </a:cubicBezTo>
                    <a:cubicBezTo>
                      <a:pt x="15" y="49"/>
                      <a:pt x="16" y="42"/>
                      <a:pt x="15" y="37"/>
                    </a:cubicBezTo>
                    <a:cubicBezTo>
                      <a:pt x="14" y="34"/>
                      <a:pt x="13" y="30"/>
                      <a:pt x="11" y="27"/>
                    </a:cubicBezTo>
                    <a:cubicBezTo>
                      <a:pt x="10" y="28"/>
                      <a:pt x="8" y="30"/>
                      <a:pt x="7" y="31"/>
                    </a:cubicBezTo>
                    <a:cubicBezTo>
                      <a:pt x="11" y="26"/>
                      <a:pt x="8" y="16"/>
                      <a:pt x="1" y="15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873">
                <a:extLst>
                  <a:ext uri="{FF2B5EF4-FFF2-40B4-BE49-F238E27FC236}">
                    <a16:creationId xmlns:a16="http://schemas.microsoft.com/office/drawing/2014/main" id="{E018FBFE-4D64-4866-8287-D9943FE5C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253"/>
                <a:ext cx="15" cy="66"/>
              </a:xfrm>
              <a:custGeom>
                <a:avLst/>
                <a:gdLst>
                  <a:gd name="T0" fmla="*/ 0 w 6"/>
                  <a:gd name="T1" fmla="*/ 203 h 25"/>
                  <a:gd name="T2" fmla="*/ 50 w 6"/>
                  <a:gd name="T3" fmla="*/ 459 h 25"/>
                  <a:gd name="T4" fmla="*/ 83 w 6"/>
                  <a:gd name="T5" fmla="*/ 335 h 25"/>
                  <a:gd name="T6" fmla="*/ 63 w 6"/>
                  <a:gd name="T7" fmla="*/ 111 h 25"/>
                  <a:gd name="T8" fmla="*/ 50 w 6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5">
                    <a:moveTo>
                      <a:pt x="0" y="11"/>
                    </a:moveTo>
                    <a:cubicBezTo>
                      <a:pt x="0" y="14"/>
                      <a:pt x="1" y="23"/>
                      <a:pt x="3" y="25"/>
                    </a:cubicBezTo>
                    <a:cubicBezTo>
                      <a:pt x="4" y="23"/>
                      <a:pt x="5" y="20"/>
                      <a:pt x="5" y="18"/>
                    </a:cubicBezTo>
                    <a:cubicBezTo>
                      <a:pt x="6" y="14"/>
                      <a:pt x="4" y="9"/>
                      <a:pt x="4" y="6"/>
                    </a:cubicBezTo>
                    <a:cubicBezTo>
                      <a:pt x="4" y="4"/>
                      <a:pt x="5" y="1"/>
                      <a:pt x="3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874">
                <a:extLst>
                  <a:ext uri="{FF2B5EF4-FFF2-40B4-BE49-F238E27FC236}">
                    <a16:creationId xmlns:a16="http://schemas.microsoft.com/office/drawing/2014/main" id="{6747A88A-70FF-4885-857A-CBA7AF5B5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351"/>
                <a:ext cx="52" cy="59"/>
              </a:xfrm>
              <a:custGeom>
                <a:avLst/>
                <a:gdLst>
                  <a:gd name="T0" fmla="*/ 92 w 21"/>
                  <a:gd name="T1" fmla="*/ 21 h 22"/>
                  <a:gd name="T2" fmla="*/ 287 w 21"/>
                  <a:gd name="T3" fmla="*/ 0 h 22"/>
                  <a:gd name="T4" fmla="*/ 319 w 21"/>
                  <a:gd name="T5" fmla="*/ 193 h 22"/>
                  <a:gd name="T6" fmla="*/ 134 w 21"/>
                  <a:gd name="T7" fmla="*/ 172 h 22"/>
                  <a:gd name="T8" fmla="*/ 62 w 21"/>
                  <a:gd name="T9" fmla="*/ 424 h 22"/>
                  <a:gd name="T10" fmla="*/ 0 w 21"/>
                  <a:gd name="T11" fmla="*/ 402 h 22"/>
                  <a:gd name="T12" fmla="*/ 12 w 21"/>
                  <a:gd name="T13" fmla="*/ 5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2">
                    <a:moveTo>
                      <a:pt x="6" y="1"/>
                    </a:moveTo>
                    <a:cubicBezTo>
                      <a:pt x="10" y="0"/>
                      <a:pt x="15" y="0"/>
                      <a:pt x="19" y="0"/>
                    </a:cubicBezTo>
                    <a:cubicBezTo>
                      <a:pt x="19" y="3"/>
                      <a:pt x="20" y="6"/>
                      <a:pt x="21" y="10"/>
                    </a:cubicBezTo>
                    <a:cubicBezTo>
                      <a:pt x="17" y="9"/>
                      <a:pt x="12" y="7"/>
                      <a:pt x="9" y="9"/>
                    </a:cubicBezTo>
                    <a:cubicBezTo>
                      <a:pt x="4" y="12"/>
                      <a:pt x="7" y="18"/>
                      <a:pt x="4" y="22"/>
                    </a:cubicBezTo>
                    <a:cubicBezTo>
                      <a:pt x="3" y="20"/>
                      <a:pt x="2" y="20"/>
                      <a:pt x="0" y="21"/>
                    </a:cubicBezTo>
                    <a:cubicBezTo>
                      <a:pt x="3" y="18"/>
                      <a:pt x="5" y="5"/>
                      <a:pt x="1" y="3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875">
                <a:extLst>
                  <a:ext uri="{FF2B5EF4-FFF2-40B4-BE49-F238E27FC236}">
                    <a16:creationId xmlns:a16="http://schemas.microsoft.com/office/drawing/2014/main" id="{7A6E10AE-BCC1-430C-A464-184E309D1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282"/>
                <a:ext cx="40" cy="155"/>
              </a:xfrm>
              <a:custGeom>
                <a:avLst/>
                <a:gdLst>
                  <a:gd name="T0" fmla="*/ 0 w 16"/>
                  <a:gd name="T1" fmla="*/ 0 h 58"/>
                  <a:gd name="T2" fmla="*/ 208 w 16"/>
                  <a:gd name="T3" fmla="*/ 94 h 58"/>
                  <a:gd name="T4" fmla="*/ 220 w 16"/>
                  <a:gd name="T5" fmla="*/ 513 h 58"/>
                  <a:gd name="T6" fmla="*/ 175 w 16"/>
                  <a:gd name="T7" fmla="*/ 671 h 58"/>
                  <a:gd name="T8" fmla="*/ 125 w 16"/>
                  <a:gd name="T9" fmla="*/ 970 h 58"/>
                  <a:gd name="T10" fmla="*/ 20 w 16"/>
                  <a:gd name="T11" fmla="*/ 1106 h 58"/>
                  <a:gd name="T12" fmla="*/ 125 w 16"/>
                  <a:gd name="T13" fmla="*/ 593 h 58"/>
                  <a:gd name="T14" fmla="*/ 83 w 16"/>
                  <a:gd name="T15" fmla="*/ 230 h 58"/>
                  <a:gd name="T16" fmla="*/ 0 w 16"/>
                  <a:gd name="T17" fmla="*/ 21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58">
                    <a:moveTo>
                      <a:pt x="0" y="0"/>
                    </a:moveTo>
                    <a:cubicBezTo>
                      <a:pt x="5" y="0"/>
                      <a:pt x="12" y="1"/>
                      <a:pt x="13" y="5"/>
                    </a:cubicBezTo>
                    <a:cubicBezTo>
                      <a:pt x="15" y="11"/>
                      <a:pt x="16" y="21"/>
                      <a:pt x="14" y="27"/>
                    </a:cubicBezTo>
                    <a:cubicBezTo>
                      <a:pt x="14" y="30"/>
                      <a:pt x="12" y="32"/>
                      <a:pt x="11" y="35"/>
                    </a:cubicBezTo>
                    <a:cubicBezTo>
                      <a:pt x="10" y="40"/>
                      <a:pt x="10" y="46"/>
                      <a:pt x="8" y="51"/>
                    </a:cubicBezTo>
                    <a:cubicBezTo>
                      <a:pt x="7" y="54"/>
                      <a:pt x="4" y="56"/>
                      <a:pt x="1" y="58"/>
                    </a:cubicBezTo>
                    <a:cubicBezTo>
                      <a:pt x="6" y="51"/>
                      <a:pt x="9" y="39"/>
                      <a:pt x="8" y="31"/>
                    </a:cubicBezTo>
                    <a:cubicBezTo>
                      <a:pt x="8" y="24"/>
                      <a:pt x="7" y="18"/>
                      <a:pt x="5" y="12"/>
                    </a:cubicBezTo>
                    <a:cubicBezTo>
                      <a:pt x="3" y="8"/>
                      <a:pt x="1" y="5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876">
                <a:extLst>
                  <a:ext uri="{FF2B5EF4-FFF2-40B4-BE49-F238E27FC236}">
                    <a16:creationId xmlns:a16="http://schemas.microsoft.com/office/drawing/2014/main" id="{5654F67B-DFC9-4BCD-874B-3C268028A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322"/>
                <a:ext cx="35" cy="93"/>
              </a:xfrm>
              <a:custGeom>
                <a:avLst/>
                <a:gdLst>
                  <a:gd name="T0" fmla="*/ 20 w 14"/>
                  <a:gd name="T1" fmla="*/ 0 h 35"/>
                  <a:gd name="T2" fmla="*/ 188 w 14"/>
                  <a:gd name="T3" fmla="*/ 35 h 35"/>
                  <a:gd name="T4" fmla="*/ 208 w 14"/>
                  <a:gd name="T5" fmla="*/ 170 h 35"/>
                  <a:gd name="T6" fmla="*/ 208 w 14"/>
                  <a:gd name="T7" fmla="*/ 656 h 35"/>
                  <a:gd name="T8" fmla="*/ 83 w 14"/>
                  <a:gd name="T9" fmla="*/ 601 h 35"/>
                  <a:gd name="T10" fmla="*/ 125 w 14"/>
                  <a:gd name="T11" fmla="*/ 340 h 35"/>
                  <a:gd name="T12" fmla="*/ 63 w 14"/>
                  <a:gd name="T13" fmla="*/ 149 h 35"/>
                  <a:gd name="T14" fmla="*/ 0 w 14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5">
                    <a:moveTo>
                      <a:pt x="1" y="0"/>
                    </a:moveTo>
                    <a:cubicBezTo>
                      <a:pt x="4" y="1"/>
                      <a:pt x="10" y="0"/>
                      <a:pt x="12" y="2"/>
                    </a:cubicBezTo>
                    <a:cubicBezTo>
                      <a:pt x="14" y="3"/>
                      <a:pt x="13" y="7"/>
                      <a:pt x="13" y="9"/>
                    </a:cubicBezTo>
                    <a:cubicBezTo>
                      <a:pt x="12" y="18"/>
                      <a:pt x="14" y="26"/>
                      <a:pt x="13" y="35"/>
                    </a:cubicBezTo>
                    <a:cubicBezTo>
                      <a:pt x="11" y="32"/>
                      <a:pt x="8" y="32"/>
                      <a:pt x="5" y="32"/>
                    </a:cubicBezTo>
                    <a:cubicBezTo>
                      <a:pt x="9" y="29"/>
                      <a:pt x="9" y="22"/>
                      <a:pt x="8" y="18"/>
                    </a:cubicBezTo>
                    <a:cubicBezTo>
                      <a:pt x="7" y="15"/>
                      <a:pt x="6" y="11"/>
                      <a:pt x="4" y="8"/>
                    </a:cubicBezTo>
                    <a:cubicBezTo>
                      <a:pt x="3" y="6"/>
                      <a:pt x="1" y="5"/>
                      <a:pt x="0" y="2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877">
                <a:extLst>
                  <a:ext uri="{FF2B5EF4-FFF2-40B4-BE49-F238E27FC236}">
                    <a16:creationId xmlns:a16="http://schemas.microsoft.com/office/drawing/2014/main" id="{5D3CFC30-3D5A-4600-B6C7-B2DE65DA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1173"/>
                <a:ext cx="28" cy="152"/>
              </a:xfrm>
              <a:custGeom>
                <a:avLst/>
                <a:gdLst>
                  <a:gd name="T0" fmla="*/ 20 w 11"/>
                  <a:gd name="T1" fmla="*/ 149 h 57"/>
                  <a:gd name="T2" fmla="*/ 163 w 11"/>
                  <a:gd name="T3" fmla="*/ 136 h 57"/>
                  <a:gd name="T4" fmla="*/ 163 w 11"/>
                  <a:gd name="T5" fmla="*/ 491 h 57"/>
                  <a:gd name="T6" fmla="*/ 150 w 11"/>
                  <a:gd name="T7" fmla="*/ 832 h 57"/>
                  <a:gd name="T8" fmla="*/ 163 w 11"/>
                  <a:gd name="T9" fmla="*/ 1080 h 57"/>
                  <a:gd name="T10" fmla="*/ 84 w 11"/>
                  <a:gd name="T11" fmla="*/ 1024 h 57"/>
                  <a:gd name="T12" fmla="*/ 84 w 11"/>
                  <a:gd name="T13" fmla="*/ 819 h 57"/>
                  <a:gd name="T14" fmla="*/ 64 w 11"/>
                  <a:gd name="T15" fmla="*/ 661 h 57"/>
                  <a:gd name="T16" fmla="*/ 33 w 11"/>
                  <a:gd name="T17" fmla="*/ 533 h 57"/>
                  <a:gd name="T18" fmla="*/ 0 w 11"/>
                  <a:gd name="T19" fmla="*/ 192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57">
                    <a:moveTo>
                      <a:pt x="1" y="8"/>
                    </a:moveTo>
                    <a:cubicBezTo>
                      <a:pt x="3" y="4"/>
                      <a:pt x="8" y="0"/>
                      <a:pt x="10" y="7"/>
                    </a:cubicBezTo>
                    <a:cubicBezTo>
                      <a:pt x="11" y="12"/>
                      <a:pt x="10" y="20"/>
                      <a:pt x="10" y="26"/>
                    </a:cubicBezTo>
                    <a:cubicBezTo>
                      <a:pt x="10" y="32"/>
                      <a:pt x="10" y="38"/>
                      <a:pt x="9" y="44"/>
                    </a:cubicBezTo>
                    <a:cubicBezTo>
                      <a:pt x="9" y="48"/>
                      <a:pt x="10" y="53"/>
                      <a:pt x="10" y="57"/>
                    </a:cubicBezTo>
                    <a:cubicBezTo>
                      <a:pt x="8" y="56"/>
                      <a:pt x="6" y="56"/>
                      <a:pt x="5" y="54"/>
                    </a:cubicBezTo>
                    <a:cubicBezTo>
                      <a:pt x="4" y="52"/>
                      <a:pt x="6" y="45"/>
                      <a:pt x="5" y="43"/>
                    </a:cubicBezTo>
                    <a:cubicBezTo>
                      <a:pt x="5" y="41"/>
                      <a:pt x="5" y="37"/>
                      <a:pt x="4" y="35"/>
                    </a:cubicBezTo>
                    <a:cubicBezTo>
                      <a:pt x="3" y="32"/>
                      <a:pt x="2" y="31"/>
                      <a:pt x="2" y="28"/>
                    </a:cubicBezTo>
                    <a:cubicBezTo>
                      <a:pt x="1" y="22"/>
                      <a:pt x="0" y="16"/>
                      <a:pt x="0" y="1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878">
                <a:extLst>
                  <a:ext uri="{FF2B5EF4-FFF2-40B4-BE49-F238E27FC236}">
                    <a16:creationId xmlns:a16="http://schemas.microsoft.com/office/drawing/2014/main" id="{567313C7-39BD-4512-A547-D0A8B7E01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1143"/>
                <a:ext cx="40" cy="126"/>
              </a:xfrm>
              <a:custGeom>
                <a:avLst/>
                <a:gdLst>
                  <a:gd name="T0" fmla="*/ 0 w 16"/>
                  <a:gd name="T1" fmla="*/ 150 h 47"/>
                  <a:gd name="T2" fmla="*/ 220 w 16"/>
                  <a:gd name="T3" fmla="*/ 0 h 47"/>
                  <a:gd name="T4" fmla="*/ 238 w 16"/>
                  <a:gd name="T5" fmla="*/ 346 h 47"/>
                  <a:gd name="T6" fmla="*/ 250 w 16"/>
                  <a:gd name="T7" fmla="*/ 504 h 47"/>
                  <a:gd name="T8" fmla="*/ 95 w 16"/>
                  <a:gd name="T9" fmla="*/ 654 h 47"/>
                  <a:gd name="T10" fmla="*/ 95 w 16"/>
                  <a:gd name="T11" fmla="*/ 906 h 47"/>
                  <a:gd name="T12" fmla="*/ 63 w 16"/>
                  <a:gd name="T13" fmla="*/ 560 h 47"/>
                  <a:gd name="T14" fmla="*/ 125 w 16"/>
                  <a:gd name="T15" fmla="*/ 287 h 47"/>
                  <a:gd name="T16" fmla="*/ 95 w 16"/>
                  <a:gd name="T17" fmla="*/ 15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47">
                    <a:moveTo>
                      <a:pt x="0" y="8"/>
                    </a:moveTo>
                    <a:cubicBezTo>
                      <a:pt x="5" y="6"/>
                      <a:pt x="9" y="3"/>
                      <a:pt x="14" y="0"/>
                    </a:cubicBezTo>
                    <a:cubicBezTo>
                      <a:pt x="16" y="5"/>
                      <a:pt x="14" y="12"/>
                      <a:pt x="15" y="18"/>
                    </a:cubicBezTo>
                    <a:cubicBezTo>
                      <a:pt x="15" y="21"/>
                      <a:pt x="16" y="24"/>
                      <a:pt x="16" y="26"/>
                    </a:cubicBezTo>
                    <a:cubicBezTo>
                      <a:pt x="12" y="26"/>
                      <a:pt x="7" y="31"/>
                      <a:pt x="6" y="34"/>
                    </a:cubicBezTo>
                    <a:cubicBezTo>
                      <a:pt x="4" y="37"/>
                      <a:pt x="5" y="43"/>
                      <a:pt x="6" y="47"/>
                    </a:cubicBezTo>
                    <a:cubicBezTo>
                      <a:pt x="6" y="41"/>
                      <a:pt x="2" y="34"/>
                      <a:pt x="4" y="29"/>
                    </a:cubicBezTo>
                    <a:cubicBezTo>
                      <a:pt x="6" y="24"/>
                      <a:pt x="9" y="21"/>
                      <a:pt x="8" y="15"/>
                    </a:cubicBezTo>
                    <a:cubicBezTo>
                      <a:pt x="8" y="13"/>
                      <a:pt x="7" y="10"/>
                      <a:pt x="6" y="8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879">
                <a:extLst>
                  <a:ext uri="{FF2B5EF4-FFF2-40B4-BE49-F238E27FC236}">
                    <a16:creationId xmlns:a16="http://schemas.microsoft.com/office/drawing/2014/main" id="{CE0609FA-58A4-4E5C-B829-B081C1711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1085"/>
                <a:ext cx="55" cy="85"/>
              </a:xfrm>
              <a:custGeom>
                <a:avLst/>
                <a:gdLst>
                  <a:gd name="T0" fmla="*/ 0 w 22"/>
                  <a:gd name="T1" fmla="*/ 149 h 32"/>
                  <a:gd name="T2" fmla="*/ 63 w 22"/>
                  <a:gd name="T3" fmla="*/ 430 h 32"/>
                  <a:gd name="T4" fmla="*/ 83 w 22"/>
                  <a:gd name="T5" fmla="*/ 486 h 32"/>
                  <a:gd name="T6" fmla="*/ 145 w 22"/>
                  <a:gd name="T7" fmla="*/ 600 h 32"/>
                  <a:gd name="T8" fmla="*/ 145 w 22"/>
                  <a:gd name="T9" fmla="*/ 375 h 32"/>
                  <a:gd name="T10" fmla="*/ 270 w 22"/>
                  <a:gd name="T11" fmla="*/ 247 h 32"/>
                  <a:gd name="T12" fmla="*/ 333 w 22"/>
                  <a:gd name="T13" fmla="*/ 133 h 32"/>
                  <a:gd name="T14" fmla="*/ 283 w 22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2">
                    <a:moveTo>
                      <a:pt x="0" y="8"/>
                    </a:moveTo>
                    <a:cubicBezTo>
                      <a:pt x="4" y="11"/>
                      <a:pt x="4" y="18"/>
                      <a:pt x="4" y="23"/>
                    </a:cubicBezTo>
                    <a:cubicBezTo>
                      <a:pt x="5" y="24"/>
                      <a:pt x="4" y="24"/>
                      <a:pt x="5" y="26"/>
                    </a:cubicBezTo>
                    <a:cubicBezTo>
                      <a:pt x="5" y="28"/>
                      <a:pt x="8" y="31"/>
                      <a:pt x="9" y="32"/>
                    </a:cubicBezTo>
                    <a:cubicBezTo>
                      <a:pt x="10" y="28"/>
                      <a:pt x="8" y="24"/>
                      <a:pt x="9" y="20"/>
                    </a:cubicBezTo>
                    <a:cubicBezTo>
                      <a:pt x="10" y="16"/>
                      <a:pt x="14" y="16"/>
                      <a:pt x="17" y="13"/>
                    </a:cubicBezTo>
                    <a:cubicBezTo>
                      <a:pt x="18" y="12"/>
                      <a:pt x="22" y="9"/>
                      <a:pt x="21" y="7"/>
                    </a:cubicBezTo>
                    <a:cubicBezTo>
                      <a:pt x="21" y="4"/>
                      <a:pt x="18" y="3"/>
                      <a:pt x="18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880">
                <a:extLst>
                  <a:ext uri="{FF2B5EF4-FFF2-40B4-BE49-F238E27FC236}">
                    <a16:creationId xmlns:a16="http://schemas.microsoft.com/office/drawing/2014/main" id="{908A41BE-F359-4130-9E79-45C753219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1119"/>
                <a:ext cx="40" cy="136"/>
              </a:xfrm>
              <a:custGeom>
                <a:avLst/>
                <a:gdLst>
                  <a:gd name="T0" fmla="*/ 0 w 16"/>
                  <a:gd name="T1" fmla="*/ 171 h 51"/>
                  <a:gd name="T2" fmla="*/ 175 w 16"/>
                  <a:gd name="T3" fmla="*/ 0 h 51"/>
                  <a:gd name="T4" fmla="*/ 188 w 16"/>
                  <a:gd name="T5" fmla="*/ 77 h 51"/>
                  <a:gd name="T6" fmla="*/ 250 w 16"/>
                  <a:gd name="T7" fmla="*/ 320 h 51"/>
                  <a:gd name="T8" fmla="*/ 188 w 16"/>
                  <a:gd name="T9" fmla="*/ 477 h 51"/>
                  <a:gd name="T10" fmla="*/ 208 w 16"/>
                  <a:gd name="T11" fmla="*/ 739 h 51"/>
                  <a:gd name="T12" fmla="*/ 238 w 16"/>
                  <a:gd name="T13" fmla="*/ 931 h 51"/>
                  <a:gd name="T14" fmla="*/ 158 w 16"/>
                  <a:gd name="T15" fmla="*/ 968 h 51"/>
                  <a:gd name="T16" fmla="*/ 125 w 16"/>
                  <a:gd name="T17" fmla="*/ 533 h 51"/>
                  <a:gd name="T18" fmla="*/ 33 w 16"/>
                  <a:gd name="T19" fmla="*/ 307 h 51"/>
                  <a:gd name="T20" fmla="*/ 20 w 16"/>
                  <a:gd name="T21" fmla="*/ 248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1">
                    <a:moveTo>
                      <a:pt x="0" y="9"/>
                    </a:moveTo>
                    <a:cubicBezTo>
                      <a:pt x="2" y="5"/>
                      <a:pt x="7" y="1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3" y="7"/>
                      <a:pt x="16" y="13"/>
                      <a:pt x="16" y="17"/>
                    </a:cubicBezTo>
                    <a:cubicBezTo>
                      <a:pt x="15" y="20"/>
                      <a:pt x="13" y="22"/>
                      <a:pt x="12" y="25"/>
                    </a:cubicBezTo>
                    <a:cubicBezTo>
                      <a:pt x="12" y="30"/>
                      <a:pt x="13" y="34"/>
                      <a:pt x="13" y="39"/>
                    </a:cubicBezTo>
                    <a:cubicBezTo>
                      <a:pt x="14" y="42"/>
                      <a:pt x="14" y="46"/>
                      <a:pt x="15" y="49"/>
                    </a:cubicBezTo>
                    <a:cubicBezTo>
                      <a:pt x="13" y="50"/>
                      <a:pt x="12" y="50"/>
                      <a:pt x="10" y="51"/>
                    </a:cubicBezTo>
                    <a:cubicBezTo>
                      <a:pt x="12" y="44"/>
                      <a:pt x="10" y="35"/>
                      <a:pt x="8" y="28"/>
                    </a:cubicBezTo>
                    <a:cubicBezTo>
                      <a:pt x="7" y="23"/>
                      <a:pt x="5" y="20"/>
                      <a:pt x="2" y="16"/>
                    </a:cubicBezTo>
                    <a:cubicBezTo>
                      <a:pt x="2" y="15"/>
                      <a:pt x="1" y="14"/>
                      <a:pt x="1" y="13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5" name="Freeform 881">
                <a:extLst>
                  <a:ext uri="{FF2B5EF4-FFF2-40B4-BE49-F238E27FC236}">
                    <a16:creationId xmlns:a16="http://schemas.microsoft.com/office/drawing/2014/main" id="{BE8CABA9-E08F-4DC8-B3AF-BAA0BAEAA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1215"/>
                <a:ext cx="82" cy="198"/>
              </a:xfrm>
              <a:custGeom>
                <a:avLst/>
                <a:gdLst>
                  <a:gd name="T0" fmla="*/ 30 w 33"/>
                  <a:gd name="T1" fmla="*/ 286 h 74"/>
                  <a:gd name="T2" fmla="*/ 199 w 33"/>
                  <a:gd name="T3" fmla="*/ 21 h 74"/>
                  <a:gd name="T4" fmla="*/ 258 w 33"/>
                  <a:gd name="T5" fmla="*/ 35 h 74"/>
                  <a:gd name="T6" fmla="*/ 308 w 33"/>
                  <a:gd name="T7" fmla="*/ 193 h 74"/>
                  <a:gd name="T8" fmla="*/ 370 w 33"/>
                  <a:gd name="T9" fmla="*/ 342 h 74"/>
                  <a:gd name="T10" fmla="*/ 445 w 33"/>
                  <a:gd name="T11" fmla="*/ 573 h 74"/>
                  <a:gd name="T12" fmla="*/ 494 w 33"/>
                  <a:gd name="T13" fmla="*/ 1052 h 74"/>
                  <a:gd name="T14" fmla="*/ 494 w 33"/>
                  <a:gd name="T15" fmla="*/ 1418 h 74"/>
                  <a:gd name="T16" fmla="*/ 353 w 33"/>
                  <a:gd name="T17" fmla="*/ 1268 h 74"/>
                  <a:gd name="T18" fmla="*/ 353 w 33"/>
                  <a:gd name="T19" fmla="*/ 1132 h 74"/>
                  <a:gd name="T20" fmla="*/ 229 w 33"/>
                  <a:gd name="T21" fmla="*/ 674 h 74"/>
                  <a:gd name="T22" fmla="*/ 92 w 33"/>
                  <a:gd name="T23" fmla="*/ 401 h 74"/>
                  <a:gd name="T24" fmla="*/ 30 w 33"/>
                  <a:gd name="T25" fmla="*/ 321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74">
                    <a:moveTo>
                      <a:pt x="2" y="15"/>
                    </a:moveTo>
                    <a:cubicBezTo>
                      <a:pt x="0" y="10"/>
                      <a:pt x="9" y="3"/>
                      <a:pt x="13" y="1"/>
                    </a:cubicBezTo>
                    <a:cubicBezTo>
                      <a:pt x="16" y="0"/>
                      <a:pt x="16" y="0"/>
                      <a:pt x="17" y="2"/>
                    </a:cubicBezTo>
                    <a:cubicBezTo>
                      <a:pt x="19" y="4"/>
                      <a:pt x="19" y="8"/>
                      <a:pt x="20" y="10"/>
                    </a:cubicBezTo>
                    <a:cubicBezTo>
                      <a:pt x="21" y="13"/>
                      <a:pt x="23" y="15"/>
                      <a:pt x="24" y="18"/>
                    </a:cubicBezTo>
                    <a:cubicBezTo>
                      <a:pt x="26" y="22"/>
                      <a:pt x="28" y="26"/>
                      <a:pt x="29" y="30"/>
                    </a:cubicBezTo>
                    <a:cubicBezTo>
                      <a:pt x="31" y="38"/>
                      <a:pt x="32" y="47"/>
                      <a:pt x="32" y="55"/>
                    </a:cubicBezTo>
                    <a:cubicBezTo>
                      <a:pt x="32" y="61"/>
                      <a:pt x="33" y="68"/>
                      <a:pt x="32" y="74"/>
                    </a:cubicBezTo>
                    <a:cubicBezTo>
                      <a:pt x="31" y="71"/>
                      <a:pt x="28" y="64"/>
                      <a:pt x="23" y="66"/>
                    </a:cubicBezTo>
                    <a:cubicBezTo>
                      <a:pt x="24" y="63"/>
                      <a:pt x="24" y="61"/>
                      <a:pt x="23" y="59"/>
                    </a:cubicBezTo>
                    <a:cubicBezTo>
                      <a:pt x="21" y="51"/>
                      <a:pt x="17" y="43"/>
                      <a:pt x="15" y="35"/>
                    </a:cubicBezTo>
                    <a:cubicBezTo>
                      <a:pt x="13" y="30"/>
                      <a:pt x="10" y="25"/>
                      <a:pt x="6" y="21"/>
                    </a:cubicBezTo>
                    <a:cubicBezTo>
                      <a:pt x="5" y="19"/>
                      <a:pt x="3" y="18"/>
                      <a:pt x="2" y="17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6" name="Freeform 882">
                <a:extLst>
                  <a:ext uri="{FF2B5EF4-FFF2-40B4-BE49-F238E27FC236}">
                    <a16:creationId xmlns:a16="http://schemas.microsoft.com/office/drawing/2014/main" id="{9CF857A1-5BE3-4F95-8333-CA50F1D9E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274"/>
                <a:ext cx="52" cy="56"/>
              </a:xfrm>
              <a:custGeom>
                <a:avLst/>
                <a:gdLst>
                  <a:gd name="T0" fmla="*/ 0 w 21"/>
                  <a:gd name="T1" fmla="*/ 171 h 21"/>
                  <a:gd name="T2" fmla="*/ 287 w 21"/>
                  <a:gd name="T3" fmla="*/ 0 h 21"/>
                  <a:gd name="T4" fmla="*/ 319 w 21"/>
                  <a:gd name="T5" fmla="*/ 397 h 21"/>
                  <a:gd name="T6" fmla="*/ 183 w 21"/>
                  <a:gd name="T7" fmla="*/ 397 h 21"/>
                  <a:gd name="T8" fmla="*/ 134 w 21"/>
                  <a:gd name="T9" fmla="*/ 227 h 21"/>
                  <a:gd name="T10" fmla="*/ 62 w 21"/>
                  <a:gd name="T11" fmla="*/ 14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1">
                    <a:moveTo>
                      <a:pt x="0" y="9"/>
                    </a:moveTo>
                    <a:cubicBezTo>
                      <a:pt x="6" y="5"/>
                      <a:pt x="13" y="3"/>
                      <a:pt x="19" y="0"/>
                    </a:cubicBezTo>
                    <a:cubicBezTo>
                      <a:pt x="20" y="7"/>
                      <a:pt x="19" y="15"/>
                      <a:pt x="21" y="21"/>
                    </a:cubicBezTo>
                    <a:cubicBezTo>
                      <a:pt x="18" y="20"/>
                      <a:pt x="15" y="19"/>
                      <a:pt x="12" y="21"/>
                    </a:cubicBezTo>
                    <a:cubicBezTo>
                      <a:pt x="14" y="18"/>
                      <a:pt x="12" y="14"/>
                      <a:pt x="9" y="12"/>
                    </a:cubicBezTo>
                    <a:cubicBezTo>
                      <a:pt x="8" y="10"/>
                      <a:pt x="4" y="9"/>
                      <a:pt x="4" y="8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7" name="Freeform 883">
                <a:extLst>
                  <a:ext uri="{FF2B5EF4-FFF2-40B4-BE49-F238E27FC236}">
                    <a16:creationId xmlns:a16="http://schemas.microsoft.com/office/drawing/2014/main" id="{E1943E13-1BEC-4F59-9519-4C7FA3DC8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346"/>
                <a:ext cx="22" cy="59"/>
              </a:xfrm>
              <a:custGeom>
                <a:avLst/>
                <a:gdLst>
                  <a:gd name="T0" fmla="*/ 0 w 9"/>
                  <a:gd name="T1" fmla="*/ 137 h 22"/>
                  <a:gd name="T2" fmla="*/ 42 w 9"/>
                  <a:gd name="T3" fmla="*/ 424 h 22"/>
                  <a:gd name="T4" fmla="*/ 132 w 9"/>
                  <a:gd name="T5" fmla="*/ 346 h 22"/>
                  <a:gd name="T6" fmla="*/ 59 w 9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2">
                    <a:moveTo>
                      <a:pt x="0" y="7"/>
                    </a:moveTo>
                    <a:cubicBezTo>
                      <a:pt x="0" y="10"/>
                      <a:pt x="1" y="20"/>
                      <a:pt x="3" y="22"/>
                    </a:cubicBezTo>
                    <a:cubicBezTo>
                      <a:pt x="4" y="20"/>
                      <a:pt x="7" y="19"/>
                      <a:pt x="9" y="18"/>
                    </a:cubicBezTo>
                    <a:cubicBezTo>
                      <a:pt x="6" y="13"/>
                      <a:pt x="5" y="4"/>
                      <a:pt x="4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8" name="Freeform 884">
                <a:extLst>
                  <a:ext uri="{FF2B5EF4-FFF2-40B4-BE49-F238E27FC236}">
                    <a16:creationId xmlns:a16="http://schemas.microsoft.com/office/drawing/2014/main" id="{1B340419-8D6B-4BEB-85E9-3699E6ACE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1341"/>
                <a:ext cx="30" cy="130"/>
              </a:xfrm>
              <a:custGeom>
                <a:avLst/>
                <a:gdLst>
                  <a:gd name="T0" fmla="*/ 50 w 12"/>
                  <a:gd name="T1" fmla="*/ 337 h 49"/>
                  <a:gd name="T2" fmla="*/ 50 w 12"/>
                  <a:gd name="T3" fmla="*/ 578 h 49"/>
                  <a:gd name="T4" fmla="*/ 33 w 12"/>
                  <a:gd name="T5" fmla="*/ 711 h 49"/>
                  <a:gd name="T6" fmla="*/ 83 w 12"/>
                  <a:gd name="T7" fmla="*/ 767 h 49"/>
                  <a:gd name="T8" fmla="*/ 125 w 12"/>
                  <a:gd name="T9" fmla="*/ 881 h 49"/>
                  <a:gd name="T10" fmla="*/ 188 w 12"/>
                  <a:gd name="T11" fmla="*/ 894 h 49"/>
                  <a:gd name="T12" fmla="*/ 145 w 12"/>
                  <a:gd name="T13" fmla="*/ 578 h 49"/>
                  <a:gd name="T14" fmla="*/ 113 w 12"/>
                  <a:gd name="T15" fmla="*/ 353 h 49"/>
                  <a:gd name="T16" fmla="*/ 63 w 12"/>
                  <a:gd name="T17" fmla="*/ 191 h 49"/>
                  <a:gd name="T18" fmla="*/ 20 w 12"/>
                  <a:gd name="T19" fmla="*/ 0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49">
                    <a:moveTo>
                      <a:pt x="3" y="18"/>
                    </a:moveTo>
                    <a:cubicBezTo>
                      <a:pt x="3" y="23"/>
                      <a:pt x="4" y="27"/>
                      <a:pt x="3" y="31"/>
                    </a:cubicBezTo>
                    <a:cubicBezTo>
                      <a:pt x="3" y="33"/>
                      <a:pt x="2" y="36"/>
                      <a:pt x="2" y="38"/>
                    </a:cubicBezTo>
                    <a:cubicBezTo>
                      <a:pt x="3" y="39"/>
                      <a:pt x="4" y="40"/>
                      <a:pt x="5" y="41"/>
                    </a:cubicBezTo>
                    <a:cubicBezTo>
                      <a:pt x="6" y="42"/>
                      <a:pt x="6" y="46"/>
                      <a:pt x="8" y="47"/>
                    </a:cubicBezTo>
                    <a:cubicBezTo>
                      <a:pt x="9" y="49"/>
                      <a:pt x="9" y="48"/>
                      <a:pt x="12" y="48"/>
                    </a:cubicBezTo>
                    <a:cubicBezTo>
                      <a:pt x="11" y="42"/>
                      <a:pt x="10" y="37"/>
                      <a:pt x="9" y="31"/>
                    </a:cubicBezTo>
                    <a:cubicBezTo>
                      <a:pt x="9" y="27"/>
                      <a:pt x="9" y="22"/>
                      <a:pt x="7" y="19"/>
                    </a:cubicBezTo>
                    <a:cubicBezTo>
                      <a:pt x="6" y="16"/>
                      <a:pt x="5" y="13"/>
                      <a:pt x="4" y="10"/>
                    </a:cubicBezTo>
                    <a:cubicBezTo>
                      <a:pt x="4" y="7"/>
                      <a:pt x="0" y="2"/>
                      <a:pt x="1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9" name="Freeform 885">
                <a:extLst>
                  <a:ext uri="{FF2B5EF4-FFF2-40B4-BE49-F238E27FC236}">
                    <a16:creationId xmlns:a16="http://schemas.microsoft.com/office/drawing/2014/main" id="{BA808F53-C5A4-4AF2-B665-03374F2F3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" y="1413"/>
                <a:ext cx="60" cy="178"/>
              </a:xfrm>
              <a:custGeom>
                <a:avLst/>
                <a:gdLst>
                  <a:gd name="T0" fmla="*/ 0 w 24"/>
                  <a:gd name="T1" fmla="*/ 149 h 67"/>
                  <a:gd name="T2" fmla="*/ 270 w 24"/>
                  <a:gd name="T3" fmla="*/ 114 h 67"/>
                  <a:gd name="T4" fmla="*/ 375 w 24"/>
                  <a:gd name="T5" fmla="*/ 452 h 67"/>
                  <a:gd name="T6" fmla="*/ 250 w 24"/>
                  <a:gd name="T7" fmla="*/ 507 h 67"/>
                  <a:gd name="T8" fmla="*/ 238 w 24"/>
                  <a:gd name="T9" fmla="*/ 656 h 67"/>
                  <a:gd name="T10" fmla="*/ 300 w 24"/>
                  <a:gd name="T11" fmla="*/ 1010 h 67"/>
                  <a:gd name="T12" fmla="*/ 363 w 24"/>
                  <a:gd name="T13" fmla="*/ 1257 h 67"/>
                  <a:gd name="T14" fmla="*/ 250 w 24"/>
                  <a:gd name="T15" fmla="*/ 847 h 67"/>
                  <a:gd name="T16" fmla="*/ 175 w 24"/>
                  <a:gd name="T17" fmla="*/ 523 h 67"/>
                  <a:gd name="T18" fmla="*/ 175 w 24"/>
                  <a:gd name="T19" fmla="*/ 319 h 67"/>
                  <a:gd name="T20" fmla="*/ 50 w 24"/>
                  <a:gd name="T21" fmla="*/ 149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7">
                    <a:moveTo>
                      <a:pt x="0" y="8"/>
                    </a:moveTo>
                    <a:cubicBezTo>
                      <a:pt x="4" y="3"/>
                      <a:pt x="14" y="0"/>
                      <a:pt x="17" y="6"/>
                    </a:cubicBezTo>
                    <a:cubicBezTo>
                      <a:pt x="20" y="11"/>
                      <a:pt x="23" y="19"/>
                      <a:pt x="24" y="24"/>
                    </a:cubicBezTo>
                    <a:cubicBezTo>
                      <a:pt x="21" y="25"/>
                      <a:pt x="19" y="25"/>
                      <a:pt x="16" y="27"/>
                    </a:cubicBezTo>
                    <a:cubicBezTo>
                      <a:pt x="13" y="30"/>
                      <a:pt x="14" y="31"/>
                      <a:pt x="15" y="35"/>
                    </a:cubicBezTo>
                    <a:cubicBezTo>
                      <a:pt x="18" y="41"/>
                      <a:pt x="18" y="48"/>
                      <a:pt x="19" y="54"/>
                    </a:cubicBezTo>
                    <a:cubicBezTo>
                      <a:pt x="20" y="58"/>
                      <a:pt x="22" y="62"/>
                      <a:pt x="23" y="67"/>
                    </a:cubicBezTo>
                    <a:cubicBezTo>
                      <a:pt x="21" y="59"/>
                      <a:pt x="19" y="52"/>
                      <a:pt x="16" y="45"/>
                    </a:cubicBezTo>
                    <a:cubicBezTo>
                      <a:pt x="14" y="40"/>
                      <a:pt x="11" y="33"/>
                      <a:pt x="11" y="28"/>
                    </a:cubicBezTo>
                    <a:cubicBezTo>
                      <a:pt x="11" y="24"/>
                      <a:pt x="12" y="21"/>
                      <a:pt x="11" y="17"/>
                    </a:cubicBezTo>
                    <a:cubicBezTo>
                      <a:pt x="10" y="13"/>
                      <a:pt x="4" y="12"/>
                      <a:pt x="3" y="8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0" name="Freeform 886">
                <a:extLst>
                  <a:ext uri="{FF2B5EF4-FFF2-40B4-BE49-F238E27FC236}">
                    <a16:creationId xmlns:a16="http://schemas.microsoft.com/office/drawing/2014/main" id="{F9FC3B32-E53A-4F26-9D18-1BD1B97B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677"/>
                <a:ext cx="40" cy="69"/>
              </a:xfrm>
              <a:custGeom>
                <a:avLst/>
                <a:gdLst>
                  <a:gd name="T0" fmla="*/ 0 w 16"/>
                  <a:gd name="T1" fmla="*/ 409 h 26"/>
                  <a:gd name="T2" fmla="*/ 175 w 16"/>
                  <a:gd name="T3" fmla="*/ 0 h 26"/>
                  <a:gd name="T4" fmla="*/ 208 w 16"/>
                  <a:gd name="T5" fmla="*/ 247 h 26"/>
                  <a:gd name="T6" fmla="*/ 220 w 16"/>
                  <a:gd name="T7" fmla="*/ 464 h 26"/>
                  <a:gd name="T8" fmla="*/ 95 w 16"/>
                  <a:gd name="T9" fmla="*/ 40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0" y="22"/>
                    </a:moveTo>
                    <a:cubicBezTo>
                      <a:pt x="9" y="26"/>
                      <a:pt x="9" y="3"/>
                      <a:pt x="11" y="0"/>
                    </a:cubicBezTo>
                    <a:cubicBezTo>
                      <a:pt x="12" y="4"/>
                      <a:pt x="13" y="8"/>
                      <a:pt x="13" y="13"/>
                    </a:cubicBezTo>
                    <a:cubicBezTo>
                      <a:pt x="14" y="16"/>
                      <a:pt x="16" y="22"/>
                      <a:pt x="14" y="25"/>
                    </a:cubicBezTo>
                    <a:cubicBezTo>
                      <a:pt x="12" y="23"/>
                      <a:pt x="9" y="21"/>
                      <a:pt x="6" y="22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1" name="Freeform 887">
                <a:extLst>
                  <a:ext uri="{FF2B5EF4-FFF2-40B4-BE49-F238E27FC236}">
                    <a16:creationId xmlns:a16="http://schemas.microsoft.com/office/drawing/2014/main" id="{36D5F573-10CC-401C-AD96-1FEFA4E74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653"/>
                <a:ext cx="35" cy="101"/>
              </a:xfrm>
              <a:custGeom>
                <a:avLst/>
                <a:gdLst>
                  <a:gd name="T0" fmla="*/ 175 w 14"/>
                  <a:gd name="T1" fmla="*/ 0 h 38"/>
                  <a:gd name="T2" fmla="*/ 175 w 14"/>
                  <a:gd name="T3" fmla="*/ 191 h 38"/>
                  <a:gd name="T4" fmla="*/ 208 w 14"/>
                  <a:gd name="T5" fmla="*/ 452 h 38"/>
                  <a:gd name="T6" fmla="*/ 220 w 14"/>
                  <a:gd name="T7" fmla="*/ 712 h 38"/>
                  <a:gd name="T8" fmla="*/ 0 w 14"/>
                  <a:gd name="T9" fmla="*/ 657 h 38"/>
                  <a:gd name="T10" fmla="*/ 95 w 14"/>
                  <a:gd name="T11" fmla="*/ 601 h 38"/>
                  <a:gd name="T12" fmla="*/ 125 w 14"/>
                  <a:gd name="T13" fmla="*/ 465 h 38"/>
                  <a:gd name="T14" fmla="*/ 145 w 14"/>
                  <a:gd name="T15" fmla="*/ 19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8">
                    <a:moveTo>
                      <a:pt x="11" y="0"/>
                    </a:moveTo>
                    <a:cubicBezTo>
                      <a:pt x="12" y="3"/>
                      <a:pt x="11" y="7"/>
                      <a:pt x="11" y="10"/>
                    </a:cubicBezTo>
                    <a:cubicBezTo>
                      <a:pt x="12" y="15"/>
                      <a:pt x="12" y="19"/>
                      <a:pt x="13" y="24"/>
                    </a:cubicBezTo>
                    <a:cubicBezTo>
                      <a:pt x="13" y="28"/>
                      <a:pt x="13" y="34"/>
                      <a:pt x="14" y="38"/>
                    </a:cubicBezTo>
                    <a:cubicBezTo>
                      <a:pt x="11" y="35"/>
                      <a:pt x="5" y="34"/>
                      <a:pt x="0" y="35"/>
                    </a:cubicBezTo>
                    <a:cubicBezTo>
                      <a:pt x="1" y="33"/>
                      <a:pt x="4" y="33"/>
                      <a:pt x="6" y="32"/>
                    </a:cubicBezTo>
                    <a:cubicBezTo>
                      <a:pt x="8" y="31"/>
                      <a:pt x="8" y="28"/>
                      <a:pt x="8" y="25"/>
                    </a:cubicBezTo>
                    <a:cubicBezTo>
                      <a:pt x="8" y="20"/>
                      <a:pt x="9" y="15"/>
                      <a:pt x="9" y="1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2" name="Freeform 888">
                <a:extLst>
                  <a:ext uri="{FF2B5EF4-FFF2-40B4-BE49-F238E27FC236}">
                    <a16:creationId xmlns:a16="http://schemas.microsoft.com/office/drawing/2014/main" id="{F8FEA290-3501-4363-A584-50709233F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45"/>
                <a:ext cx="40" cy="48"/>
              </a:xfrm>
              <a:custGeom>
                <a:avLst/>
                <a:gdLst>
                  <a:gd name="T0" fmla="*/ 250 w 16"/>
                  <a:gd name="T1" fmla="*/ 0 h 18"/>
                  <a:gd name="T2" fmla="*/ 50 w 16"/>
                  <a:gd name="T3" fmla="*/ 171 h 18"/>
                  <a:gd name="T4" fmla="*/ 113 w 16"/>
                  <a:gd name="T5" fmla="*/ 341 h 18"/>
                  <a:gd name="T6" fmla="*/ 95 w 16"/>
                  <a:gd name="T7" fmla="*/ 205 h 18"/>
                  <a:gd name="T8" fmla="*/ 250 w 16"/>
                  <a:gd name="T9" fmla="*/ 2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cubicBezTo>
                      <a:pt x="13" y="1"/>
                      <a:pt x="4" y="6"/>
                      <a:pt x="3" y="9"/>
                    </a:cubicBezTo>
                    <a:cubicBezTo>
                      <a:pt x="0" y="13"/>
                      <a:pt x="3" y="16"/>
                      <a:pt x="7" y="18"/>
                    </a:cubicBezTo>
                    <a:cubicBezTo>
                      <a:pt x="7" y="16"/>
                      <a:pt x="5" y="14"/>
                      <a:pt x="6" y="11"/>
                    </a:cubicBezTo>
                    <a:cubicBezTo>
                      <a:pt x="8" y="6"/>
                      <a:pt x="16" y="6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3" name="Freeform 889">
                <a:extLst>
                  <a:ext uri="{FF2B5EF4-FFF2-40B4-BE49-F238E27FC236}">
                    <a16:creationId xmlns:a16="http://schemas.microsoft.com/office/drawing/2014/main" id="{21115DF1-1CB0-46AE-991F-4E5C664AD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349"/>
                <a:ext cx="28" cy="21"/>
              </a:xfrm>
              <a:custGeom>
                <a:avLst/>
                <a:gdLst>
                  <a:gd name="T0" fmla="*/ 181 w 11"/>
                  <a:gd name="T1" fmla="*/ 0 h 8"/>
                  <a:gd name="T2" fmla="*/ 0 w 11"/>
                  <a:gd name="T3" fmla="*/ 55 h 8"/>
                  <a:gd name="T4" fmla="*/ 97 w 11"/>
                  <a:gd name="T5" fmla="*/ 144 h 8"/>
                  <a:gd name="T6" fmla="*/ 181 w 1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7" y="1"/>
                      <a:pt x="3" y="1"/>
                      <a:pt x="0" y="3"/>
                    </a:cubicBezTo>
                    <a:cubicBezTo>
                      <a:pt x="2" y="5"/>
                      <a:pt x="4" y="6"/>
                      <a:pt x="6" y="8"/>
                    </a:cubicBezTo>
                    <a:cubicBezTo>
                      <a:pt x="5" y="4"/>
                      <a:pt x="7" y="0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4" name="Freeform 890">
                <a:extLst>
                  <a:ext uri="{FF2B5EF4-FFF2-40B4-BE49-F238E27FC236}">
                    <a16:creationId xmlns:a16="http://schemas.microsoft.com/office/drawing/2014/main" id="{80B29564-1CDC-4F65-AF68-288E4D4F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335"/>
                <a:ext cx="25" cy="27"/>
              </a:xfrm>
              <a:custGeom>
                <a:avLst/>
                <a:gdLst>
                  <a:gd name="T0" fmla="*/ 158 w 10"/>
                  <a:gd name="T1" fmla="*/ 22 h 10"/>
                  <a:gd name="T2" fmla="*/ 0 w 10"/>
                  <a:gd name="T3" fmla="*/ 22 h 10"/>
                  <a:gd name="T4" fmla="*/ 125 w 10"/>
                  <a:gd name="T5" fmla="*/ 197 h 10"/>
                  <a:gd name="T6" fmla="*/ 145 w 10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1"/>
                    </a:moveTo>
                    <a:cubicBezTo>
                      <a:pt x="7" y="1"/>
                      <a:pt x="4" y="0"/>
                      <a:pt x="0" y="1"/>
                    </a:cubicBezTo>
                    <a:cubicBezTo>
                      <a:pt x="2" y="4"/>
                      <a:pt x="6" y="7"/>
                      <a:pt x="8" y="10"/>
                    </a:cubicBezTo>
                    <a:cubicBezTo>
                      <a:pt x="6" y="6"/>
                      <a:pt x="5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5" name="Freeform 891">
                <a:extLst>
                  <a:ext uri="{FF2B5EF4-FFF2-40B4-BE49-F238E27FC236}">
                    <a16:creationId xmlns:a16="http://schemas.microsoft.com/office/drawing/2014/main" id="{4F90BB18-DE6A-432A-A523-6B05F148B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1215"/>
                <a:ext cx="23" cy="24"/>
              </a:xfrm>
              <a:custGeom>
                <a:avLst/>
                <a:gdLst>
                  <a:gd name="T0" fmla="*/ 151 w 9"/>
                  <a:gd name="T1" fmla="*/ 0 h 9"/>
                  <a:gd name="T2" fmla="*/ 0 w 9"/>
                  <a:gd name="T3" fmla="*/ 149 h 9"/>
                  <a:gd name="T4" fmla="*/ 66 w 9"/>
                  <a:gd name="T5" fmla="*/ 171 h 9"/>
                  <a:gd name="T6" fmla="*/ 118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7" y="3"/>
                      <a:pt x="3" y="6"/>
                      <a:pt x="0" y="8"/>
                    </a:cubicBezTo>
                    <a:cubicBezTo>
                      <a:pt x="1" y="9"/>
                      <a:pt x="2" y="9"/>
                      <a:pt x="4" y="9"/>
                    </a:cubicBezTo>
                    <a:cubicBezTo>
                      <a:pt x="3" y="6"/>
                      <a:pt x="5" y="4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6" name="Freeform 892">
                <a:extLst>
                  <a:ext uri="{FF2B5EF4-FFF2-40B4-BE49-F238E27FC236}">
                    <a16:creationId xmlns:a16="http://schemas.microsoft.com/office/drawing/2014/main" id="{61C7BC08-8F73-4EE8-8C91-F2F31170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1253"/>
                <a:ext cx="45" cy="34"/>
              </a:xfrm>
              <a:custGeom>
                <a:avLst/>
                <a:gdLst>
                  <a:gd name="T0" fmla="*/ 95 w 18"/>
                  <a:gd name="T1" fmla="*/ 233 h 13"/>
                  <a:gd name="T2" fmla="*/ 283 w 18"/>
                  <a:gd name="T3" fmla="*/ 0 h 13"/>
                  <a:gd name="T4" fmla="*/ 145 w 18"/>
                  <a:gd name="T5" fmla="*/ 17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6" y="13"/>
                    </a:moveTo>
                    <a:cubicBezTo>
                      <a:pt x="0" y="5"/>
                      <a:pt x="12" y="1"/>
                      <a:pt x="18" y="0"/>
                    </a:cubicBezTo>
                    <a:cubicBezTo>
                      <a:pt x="15" y="1"/>
                      <a:pt x="7" y="6"/>
                      <a:pt x="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7" name="Freeform 893">
                <a:extLst>
                  <a:ext uri="{FF2B5EF4-FFF2-40B4-BE49-F238E27FC236}">
                    <a16:creationId xmlns:a16="http://schemas.microsoft.com/office/drawing/2014/main" id="{A2717982-27AB-493B-A085-CC6431026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1157"/>
                <a:ext cx="35" cy="32"/>
              </a:xfrm>
              <a:custGeom>
                <a:avLst/>
                <a:gdLst>
                  <a:gd name="T0" fmla="*/ 220 w 14"/>
                  <a:gd name="T1" fmla="*/ 0 h 12"/>
                  <a:gd name="T2" fmla="*/ 0 w 14"/>
                  <a:gd name="T3" fmla="*/ 192 h 12"/>
                  <a:gd name="T4" fmla="*/ 158 w 14"/>
                  <a:gd name="T5" fmla="*/ 227 h 12"/>
                  <a:gd name="T6" fmla="*/ 175 w 14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11" y="2"/>
                      <a:pt x="1" y="6"/>
                      <a:pt x="0" y="10"/>
                    </a:cubicBezTo>
                    <a:cubicBezTo>
                      <a:pt x="4" y="10"/>
                      <a:pt x="7" y="11"/>
                      <a:pt x="10" y="12"/>
                    </a:cubicBezTo>
                    <a:cubicBezTo>
                      <a:pt x="5" y="8"/>
                      <a:pt x="7" y="6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8" name="Freeform 894">
                <a:extLst>
                  <a:ext uri="{FF2B5EF4-FFF2-40B4-BE49-F238E27FC236}">
                    <a16:creationId xmlns:a16="http://schemas.microsoft.com/office/drawing/2014/main" id="{BB3C2B43-626F-4E03-9ABB-6A2DDEEAF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1197"/>
                <a:ext cx="15" cy="42"/>
              </a:xfrm>
              <a:custGeom>
                <a:avLst/>
                <a:gdLst>
                  <a:gd name="T0" fmla="*/ 95 w 6"/>
                  <a:gd name="T1" fmla="*/ 0 h 16"/>
                  <a:gd name="T2" fmla="*/ 0 w 6"/>
                  <a:gd name="T3" fmla="*/ 144 h 16"/>
                  <a:gd name="T4" fmla="*/ 83 w 6"/>
                  <a:gd name="T5" fmla="*/ 289 h 16"/>
                  <a:gd name="T6" fmla="*/ 95 w 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5" y="2"/>
                      <a:pt x="0" y="5"/>
                      <a:pt x="0" y="8"/>
                    </a:cubicBezTo>
                    <a:cubicBezTo>
                      <a:pt x="0" y="10"/>
                      <a:pt x="4" y="14"/>
                      <a:pt x="5" y="16"/>
                    </a:cubicBezTo>
                    <a:cubicBezTo>
                      <a:pt x="4" y="10"/>
                      <a:pt x="2" y="5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9" name="Freeform 895">
                <a:extLst>
                  <a:ext uri="{FF2B5EF4-FFF2-40B4-BE49-F238E27FC236}">
                    <a16:creationId xmlns:a16="http://schemas.microsoft.com/office/drawing/2014/main" id="{37616C1C-17C7-4F45-8CD2-5A0F23814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1087"/>
                <a:ext cx="25" cy="43"/>
              </a:xfrm>
              <a:custGeom>
                <a:avLst/>
                <a:gdLst>
                  <a:gd name="T0" fmla="*/ 158 w 10"/>
                  <a:gd name="T1" fmla="*/ 0 h 16"/>
                  <a:gd name="T2" fmla="*/ 95 w 10"/>
                  <a:gd name="T3" fmla="*/ 94 h 16"/>
                  <a:gd name="T4" fmla="*/ 20 w 10"/>
                  <a:gd name="T5" fmla="*/ 175 h 16"/>
                  <a:gd name="T6" fmla="*/ 145 w 10"/>
                  <a:gd name="T7" fmla="*/ 312 h 16"/>
                  <a:gd name="T8" fmla="*/ 158 w 10"/>
                  <a:gd name="T9" fmla="*/ 2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9" y="1"/>
                      <a:pt x="8" y="3"/>
                      <a:pt x="6" y="5"/>
                    </a:cubicBezTo>
                    <a:cubicBezTo>
                      <a:pt x="5" y="6"/>
                      <a:pt x="2" y="8"/>
                      <a:pt x="1" y="9"/>
                    </a:cubicBezTo>
                    <a:cubicBezTo>
                      <a:pt x="0" y="13"/>
                      <a:pt x="6" y="16"/>
                      <a:pt x="9" y="16"/>
                    </a:cubicBezTo>
                    <a:cubicBezTo>
                      <a:pt x="6" y="11"/>
                      <a:pt x="4" y="6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0" name="Freeform 896">
                <a:extLst>
                  <a:ext uri="{FF2B5EF4-FFF2-40B4-BE49-F238E27FC236}">
                    <a16:creationId xmlns:a16="http://schemas.microsoft.com/office/drawing/2014/main" id="{FB989780-28FA-4EA2-BD2B-2EA854F1B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1063"/>
                <a:ext cx="40" cy="35"/>
              </a:xfrm>
              <a:custGeom>
                <a:avLst/>
                <a:gdLst>
                  <a:gd name="T0" fmla="*/ 250 w 16"/>
                  <a:gd name="T1" fmla="*/ 0 h 13"/>
                  <a:gd name="T2" fmla="*/ 125 w 16"/>
                  <a:gd name="T3" fmla="*/ 253 h 13"/>
                  <a:gd name="T4" fmla="*/ 220 w 16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cubicBezTo>
                      <a:pt x="10" y="2"/>
                      <a:pt x="0" y="5"/>
                      <a:pt x="8" y="13"/>
                    </a:cubicBezTo>
                    <a:cubicBezTo>
                      <a:pt x="6" y="9"/>
                      <a:pt x="10" y="1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1" name="Freeform 897">
                <a:extLst>
                  <a:ext uri="{FF2B5EF4-FFF2-40B4-BE49-F238E27FC236}">
                    <a16:creationId xmlns:a16="http://schemas.microsoft.com/office/drawing/2014/main" id="{F01D152F-6303-4B9F-8A15-D66BDB647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021"/>
                <a:ext cx="20" cy="37"/>
              </a:xfrm>
              <a:custGeom>
                <a:avLst/>
                <a:gdLst>
                  <a:gd name="T0" fmla="*/ 125 w 8"/>
                  <a:gd name="T1" fmla="*/ 0 h 14"/>
                  <a:gd name="T2" fmla="*/ 0 w 8"/>
                  <a:gd name="T3" fmla="*/ 90 h 14"/>
                  <a:gd name="T4" fmla="*/ 113 w 8"/>
                  <a:gd name="T5" fmla="*/ 259 h 14"/>
                  <a:gd name="T6" fmla="*/ 113 w 8"/>
                  <a:gd name="T7" fmla="*/ 3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6" y="1"/>
                      <a:pt x="1" y="2"/>
                      <a:pt x="0" y="5"/>
                    </a:cubicBezTo>
                    <a:cubicBezTo>
                      <a:pt x="0" y="8"/>
                      <a:pt x="4" y="14"/>
                      <a:pt x="7" y="14"/>
                    </a:cubicBezTo>
                    <a:cubicBezTo>
                      <a:pt x="4" y="11"/>
                      <a:pt x="3" y="4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2" name="Freeform 898">
                <a:extLst>
                  <a:ext uri="{FF2B5EF4-FFF2-40B4-BE49-F238E27FC236}">
                    <a16:creationId xmlns:a16="http://schemas.microsoft.com/office/drawing/2014/main" id="{490CF220-DF87-4C83-9B96-B7E93C848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069"/>
                <a:ext cx="47" cy="26"/>
              </a:xfrm>
              <a:custGeom>
                <a:avLst/>
                <a:gdLst>
                  <a:gd name="T0" fmla="*/ 287 w 19"/>
                  <a:gd name="T1" fmla="*/ 0 h 10"/>
                  <a:gd name="T2" fmla="*/ 166 w 19"/>
                  <a:gd name="T3" fmla="*/ 177 h 10"/>
                  <a:gd name="T4" fmla="*/ 245 w 19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19" y="0"/>
                    </a:moveTo>
                    <a:cubicBezTo>
                      <a:pt x="14" y="3"/>
                      <a:pt x="0" y="2"/>
                      <a:pt x="11" y="10"/>
                    </a:cubicBezTo>
                    <a:cubicBezTo>
                      <a:pt x="11" y="5"/>
                      <a:pt x="11" y="3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3" name="Freeform 899">
                <a:extLst>
                  <a:ext uri="{FF2B5EF4-FFF2-40B4-BE49-F238E27FC236}">
                    <a16:creationId xmlns:a16="http://schemas.microsoft.com/office/drawing/2014/main" id="{7C5EB47B-AE15-47E2-B165-4F08432C3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071"/>
                <a:ext cx="38" cy="27"/>
              </a:xfrm>
              <a:custGeom>
                <a:avLst/>
                <a:gdLst>
                  <a:gd name="T0" fmla="*/ 243 w 15"/>
                  <a:gd name="T1" fmla="*/ 81 h 10"/>
                  <a:gd name="T2" fmla="*/ 63 w 15"/>
                  <a:gd name="T3" fmla="*/ 38 h 10"/>
                  <a:gd name="T4" fmla="*/ 0 w 15"/>
                  <a:gd name="T5" fmla="*/ 197 h 10"/>
                  <a:gd name="T6" fmla="*/ 225 w 15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15" y="4"/>
                    </a:moveTo>
                    <a:cubicBezTo>
                      <a:pt x="12" y="3"/>
                      <a:pt x="8" y="0"/>
                      <a:pt x="4" y="2"/>
                    </a:cubicBezTo>
                    <a:cubicBezTo>
                      <a:pt x="1" y="3"/>
                      <a:pt x="0" y="8"/>
                      <a:pt x="0" y="10"/>
                    </a:cubicBezTo>
                    <a:cubicBezTo>
                      <a:pt x="4" y="5"/>
                      <a:pt x="7" y="3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4" name="Freeform 900">
                <a:extLst>
                  <a:ext uri="{FF2B5EF4-FFF2-40B4-BE49-F238E27FC236}">
                    <a16:creationId xmlns:a16="http://schemas.microsoft.com/office/drawing/2014/main" id="{17CFA6C5-580A-4AA9-8F9B-CBDC03A79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013"/>
                <a:ext cx="33" cy="18"/>
              </a:xfrm>
              <a:custGeom>
                <a:avLst/>
                <a:gdLst>
                  <a:gd name="T0" fmla="*/ 213 w 13"/>
                  <a:gd name="T1" fmla="*/ 21 h 7"/>
                  <a:gd name="T2" fmla="*/ 33 w 13"/>
                  <a:gd name="T3" fmla="*/ 21 h 7"/>
                  <a:gd name="T4" fmla="*/ 147 w 13"/>
                  <a:gd name="T5" fmla="*/ 118 h 7"/>
                  <a:gd name="T6" fmla="*/ 193 w 13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3" y="1"/>
                    </a:moveTo>
                    <a:cubicBezTo>
                      <a:pt x="11" y="1"/>
                      <a:pt x="4" y="0"/>
                      <a:pt x="2" y="1"/>
                    </a:cubicBezTo>
                    <a:cubicBezTo>
                      <a:pt x="0" y="4"/>
                      <a:pt x="7" y="6"/>
                      <a:pt x="9" y="7"/>
                    </a:cubicBezTo>
                    <a:cubicBezTo>
                      <a:pt x="6" y="4"/>
                      <a:pt x="9" y="2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5" name="Freeform 901">
                <a:extLst>
                  <a:ext uri="{FF2B5EF4-FFF2-40B4-BE49-F238E27FC236}">
                    <a16:creationId xmlns:a16="http://schemas.microsoft.com/office/drawing/2014/main" id="{49E49808-89C8-4B42-BFD0-3DB2BC7FA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1295"/>
                <a:ext cx="20" cy="22"/>
              </a:xfrm>
              <a:custGeom>
                <a:avLst/>
                <a:gdLst>
                  <a:gd name="T0" fmla="*/ 50 w 8"/>
                  <a:gd name="T1" fmla="*/ 168 h 8"/>
                  <a:gd name="T2" fmla="*/ 20 w 8"/>
                  <a:gd name="T3" fmla="*/ 61 h 8"/>
                  <a:gd name="T4" fmla="*/ 125 w 8"/>
                  <a:gd name="T5" fmla="*/ 0 h 8"/>
                  <a:gd name="T6" fmla="*/ 50 w 8"/>
                  <a:gd name="T7" fmla="*/ 1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7" y="0"/>
                      <a:pt x="8" y="0"/>
                    </a:cubicBezTo>
                    <a:cubicBezTo>
                      <a:pt x="6" y="1"/>
                      <a:pt x="1" y="3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6" name="Freeform 902">
                <a:extLst>
                  <a:ext uri="{FF2B5EF4-FFF2-40B4-BE49-F238E27FC236}">
                    <a16:creationId xmlns:a16="http://schemas.microsoft.com/office/drawing/2014/main" id="{59963B8B-2F95-4853-9D60-E9CA6579F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242"/>
                <a:ext cx="35" cy="27"/>
              </a:xfrm>
              <a:custGeom>
                <a:avLst/>
                <a:gdLst>
                  <a:gd name="T0" fmla="*/ 0 w 14"/>
                  <a:gd name="T1" fmla="*/ 176 h 10"/>
                  <a:gd name="T2" fmla="*/ 220 w 14"/>
                  <a:gd name="T3" fmla="*/ 81 h 10"/>
                  <a:gd name="T4" fmla="*/ 113 w 14"/>
                  <a:gd name="T5" fmla="*/ 176 h 10"/>
                  <a:gd name="T6" fmla="*/ 20 w 14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9"/>
                    </a:moveTo>
                    <a:cubicBezTo>
                      <a:pt x="4" y="8"/>
                      <a:pt x="10" y="0"/>
                      <a:pt x="14" y="4"/>
                    </a:cubicBezTo>
                    <a:cubicBezTo>
                      <a:pt x="10" y="4"/>
                      <a:pt x="10" y="7"/>
                      <a:pt x="7" y="9"/>
                    </a:cubicBezTo>
                    <a:cubicBezTo>
                      <a:pt x="5" y="10"/>
                      <a:pt x="2" y="10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903">
                <a:extLst>
                  <a:ext uri="{FF2B5EF4-FFF2-40B4-BE49-F238E27FC236}">
                    <a16:creationId xmlns:a16="http://schemas.microsoft.com/office/drawing/2014/main" id="{6AB1A7C0-DBB3-4327-8633-E53CDB7A1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165"/>
                <a:ext cx="40" cy="58"/>
              </a:xfrm>
              <a:custGeom>
                <a:avLst/>
                <a:gdLst>
                  <a:gd name="T0" fmla="*/ 95 w 16"/>
                  <a:gd name="T1" fmla="*/ 403 h 22"/>
                  <a:gd name="T2" fmla="*/ 0 w 16"/>
                  <a:gd name="T3" fmla="*/ 182 h 22"/>
                  <a:gd name="T4" fmla="*/ 250 w 16"/>
                  <a:gd name="T5" fmla="*/ 0 h 22"/>
                  <a:gd name="T6" fmla="*/ 95 w 16"/>
                  <a:gd name="T7" fmla="*/ 124 h 22"/>
                  <a:gd name="T8" fmla="*/ 95 w 16"/>
                  <a:gd name="T9" fmla="*/ 34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cubicBezTo>
                      <a:pt x="4" y="20"/>
                      <a:pt x="1" y="13"/>
                      <a:pt x="0" y="10"/>
                    </a:cubicBezTo>
                    <a:cubicBezTo>
                      <a:pt x="0" y="3"/>
                      <a:pt x="11" y="1"/>
                      <a:pt x="16" y="0"/>
                    </a:cubicBezTo>
                    <a:cubicBezTo>
                      <a:pt x="13" y="1"/>
                      <a:pt x="8" y="3"/>
                      <a:pt x="6" y="7"/>
                    </a:cubicBezTo>
                    <a:cubicBezTo>
                      <a:pt x="5" y="10"/>
                      <a:pt x="5" y="17"/>
                      <a:pt x="6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904">
                <a:extLst>
                  <a:ext uri="{FF2B5EF4-FFF2-40B4-BE49-F238E27FC236}">
                    <a16:creationId xmlns:a16="http://schemas.microsoft.com/office/drawing/2014/main" id="{2619D200-9CAC-4980-8F76-FEA56E1DC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143"/>
                <a:ext cx="42" cy="32"/>
              </a:xfrm>
              <a:custGeom>
                <a:avLst/>
                <a:gdLst>
                  <a:gd name="T0" fmla="*/ 0 w 17"/>
                  <a:gd name="T1" fmla="*/ 227 h 12"/>
                  <a:gd name="T2" fmla="*/ 91 w 17"/>
                  <a:gd name="T3" fmla="*/ 35 h 12"/>
                  <a:gd name="T4" fmla="*/ 257 w 17"/>
                  <a:gd name="T5" fmla="*/ 35 h 12"/>
                  <a:gd name="T6" fmla="*/ 91 w 17"/>
                  <a:gd name="T7" fmla="*/ 1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12"/>
                    </a:moveTo>
                    <a:cubicBezTo>
                      <a:pt x="2" y="9"/>
                      <a:pt x="3" y="4"/>
                      <a:pt x="6" y="2"/>
                    </a:cubicBezTo>
                    <a:cubicBezTo>
                      <a:pt x="9" y="0"/>
                      <a:pt x="14" y="1"/>
                      <a:pt x="17" y="2"/>
                    </a:cubicBezTo>
                    <a:cubicBezTo>
                      <a:pt x="12" y="2"/>
                      <a:pt x="9" y="3"/>
                      <a:pt x="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905">
                <a:extLst>
                  <a:ext uri="{FF2B5EF4-FFF2-40B4-BE49-F238E27FC236}">
                    <a16:creationId xmlns:a16="http://schemas.microsoft.com/office/drawing/2014/main" id="{E6BC8162-AD2A-44B8-BC4E-6F095BEAD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181"/>
                <a:ext cx="45" cy="18"/>
              </a:xfrm>
              <a:custGeom>
                <a:avLst/>
                <a:gdLst>
                  <a:gd name="T0" fmla="*/ 0 w 18"/>
                  <a:gd name="T1" fmla="*/ 118 h 7"/>
                  <a:gd name="T2" fmla="*/ 158 w 18"/>
                  <a:gd name="T3" fmla="*/ 0 h 7"/>
                  <a:gd name="T4" fmla="*/ 283 w 18"/>
                  <a:gd name="T5" fmla="*/ 85 h 7"/>
                  <a:gd name="T6" fmla="*/ 83 w 18"/>
                  <a:gd name="T7" fmla="*/ 6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3" y="5"/>
                      <a:pt x="7" y="0"/>
                      <a:pt x="10" y="0"/>
                    </a:cubicBezTo>
                    <a:cubicBezTo>
                      <a:pt x="13" y="0"/>
                      <a:pt x="17" y="3"/>
                      <a:pt x="18" y="5"/>
                    </a:cubicBezTo>
                    <a:cubicBezTo>
                      <a:pt x="15" y="2"/>
                      <a:pt x="9" y="3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0" name="Freeform 906">
                <a:extLst>
                  <a:ext uri="{FF2B5EF4-FFF2-40B4-BE49-F238E27FC236}">
                    <a16:creationId xmlns:a16="http://schemas.microsoft.com/office/drawing/2014/main" id="{9A83ECB5-9125-48D8-8457-4CBBB68FC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189"/>
                <a:ext cx="30" cy="16"/>
              </a:xfrm>
              <a:custGeom>
                <a:avLst/>
                <a:gdLst>
                  <a:gd name="T0" fmla="*/ 0 w 12"/>
                  <a:gd name="T1" fmla="*/ 115 h 6"/>
                  <a:gd name="T2" fmla="*/ 33 w 12"/>
                  <a:gd name="T3" fmla="*/ 21 h 6"/>
                  <a:gd name="T4" fmla="*/ 188 w 12"/>
                  <a:gd name="T5" fmla="*/ 93 h 6"/>
                  <a:gd name="T6" fmla="*/ 33 w 12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cubicBezTo>
                      <a:pt x="0" y="4"/>
                      <a:pt x="2" y="2"/>
                      <a:pt x="2" y="1"/>
                    </a:cubicBezTo>
                    <a:cubicBezTo>
                      <a:pt x="5" y="0"/>
                      <a:pt x="10" y="3"/>
                      <a:pt x="12" y="5"/>
                    </a:cubicBezTo>
                    <a:cubicBezTo>
                      <a:pt x="10" y="4"/>
                      <a:pt x="2" y="1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1" name="Freeform 907">
                <a:extLst>
                  <a:ext uri="{FF2B5EF4-FFF2-40B4-BE49-F238E27FC236}">
                    <a16:creationId xmlns:a16="http://schemas.microsoft.com/office/drawing/2014/main" id="{1A4D5113-C100-4607-A763-47D60635C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159"/>
                <a:ext cx="30" cy="32"/>
              </a:xfrm>
              <a:custGeom>
                <a:avLst/>
                <a:gdLst>
                  <a:gd name="T0" fmla="*/ 188 w 12"/>
                  <a:gd name="T1" fmla="*/ 21 h 12"/>
                  <a:gd name="T2" fmla="*/ 0 w 12"/>
                  <a:gd name="T3" fmla="*/ 77 h 12"/>
                  <a:gd name="T4" fmla="*/ 95 w 12"/>
                  <a:gd name="T5" fmla="*/ 115 h 12"/>
                  <a:gd name="T6" fmla="*/ 158 w 12"/>
                  <a:gd name="T7" fmla="*/ 227 h 12"/>
                  <a:gd name="T8" fmla="*/ 188 w 12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1"/>
                    </a:moveTo>
                    <a:cubicBezTo>
                      <a:pt x="8" y="2"/>
                      <a:pt x="3" y="0"/>
                      <a:pt x="0" y="4"/>
                    </a:cubicBezTo>
                    <a:cubicBezTo>
                      <a:pt x="2" y="5"/>
                      <a:pt x="4" y="5"/>
                      <a:pt x="6" y="6"/>
                    </a:cubicBezTo>
                    <a:cubicBezTo>
                      <a:pt x="8" y="7"/>
                      <a:pt x="9" y="10"/>
                      <a:pt x="10" y="12"/>
                    </a:cubicBezTo>
                    <a:cubicBezTo>
                      <a:pt x="9" y="8"/>
                      <a:pt x="6" y="3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2" name="Freeform 908">
                <a:extLst>
                  <a:ext uri="{FF2B5EF4-FFF2-40B4-BE49-F238E27FC236}">
                    <a16:creationId xmlns:a16="http://schemas.microsoft.com/office/drawing/2014/main" id="{1AC06014-5689-47E5-847C-45C415B32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117"/>
                <a:ext cx="43" cy="16"/>
              </a:xfrm>
              <a:custGeom>
                <a:avLst/>
                <a:gdLst>
                  <a:gd name="T0" fmla="*/ 276 w 17"/>
                  <a:gd name="T1" fmla="*/ 93 h 6"/>
                  <a:gd name="T2" fmla="*/ 0 w 17"/>
                  <a:gd name="T3" fmla="*/ 21 h 6"/>
                  <a:gd name="T4" fmla="*/ 51 w 17"/>
                  <a:gd name="T5" fmla="*/ 115 h 6"/>
                  <a:gd name="T6" fmla="*/ 116 w 17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17" y="5"/>
                    </a:moveTo>
                    <a:cubicBezTo>
                      <a:pt x="12" y="2"/>
                      <a:pt x="6" y="0"/>
                      <a:pt x="0" y="1"/>
                    </a:cubicBezTo>
                    <a:cubicBezTo>
                      <a:pt x="1" y="2"/>
                      <a:pt x="2" y="5"/>
                      <a:pt x="3" y="6"/>
                    </a:cubicBezTo>
                    <a:cubicBezTo>
                      <a:pt x="2" y="2"/>
                      <a:pt x="5" y="3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3" name="Freeform 909">
                <a:extLst>
                  <a:ext uri="{FF2B5EF4-FFF2-40B4-BE49-F238E27FC236}">
                    <a16:creationId xmlns:a16="http://schemas.microsoft.com/office/drawing/2014/main" id="{3FC8E24C-E3CE-4260-BE5E-527810BF1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098"/>
                <a:ext cx="32" cy="11"/>
              </a:xfrm>
              <a:custGeom>
                <a:avLst/>
                <a:gdLst>
                  <a:gd name="T0" fmla="*/ 194 w 13"/>
                  <a:gd name="T1" fmla="*/ 22 h 4"/>
                  <a:gd name="T2" fmla="*/ 30 w 13"/>
                  <a:gd name="T3" fmla="*/ 0 h 4"/>
                  <a:gd name="T4" fmla="*/ 0 w 13"/>
                  <a:gd name="T5" fmla="*/ 83 h 4"/>
                  <a:gd name="T6" fmla="*/ 133 w 13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">
                    <a:moveTo>
                      <a:pt x="13" y="1"/>
                    </a:moveTo>
                    <a:cubicBezTo>
                      <a:pt x="10" y="1"/>
                      <a:pt x="5" y="0"/>
                      <a:pt x="2" y="0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2" y="3"/>
                      <a:pt x="6" y="2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4" name="Freeform 910">
                <a:extLst>
                  <a:ext uri="{FF2B5EF4-FFF2-40B4-BE49-F238E27FC236}">
                    <a16:creationId xmlns:a16="http://schemas.microsoft.com/office/drawing/2014/main" id="{7FE30F4F-1B81-4E01-886D-27B34688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029"/>
                <a:ext cx="43" cy="21"/>
              </a:xfrm>
              <a:custGeom>
                <a:avLst/>
                <a:gdLst>
                  <a:gd name="T0" fmla="*/ 0 w 17"/>
                  <a:gd name="T1" fmla="*/ 144 h 8"/>
                  <a:gd name="T2" fmla="*/ 83 w 17"/>
                  <a:gd name="T3" fmla="*/ 21 h 8"/>
                  <a:gd name="T4" fmla="*/ 276 w 17"/>
                  <a:gd name="T5" fmla="*/ 89 h 8"/>
                  <a:gd name="T6" fmla="*/ 33 w 17"/>
                  <a:gd name="T7" fmla="*/ 8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0" y="6"/>
                      <a:pt x="3" y="1"/>
                      <a:pt x="5" y="1"/>
                    </a:cubicBezTo>
                    <a:cubicBezTo>
                      <a:pt x="9" y="0"/>
                      <a:pt x="14" y="3"/>
                      <a:pt x="17" y="5"/>
                    </a:cubicBezTo>
                    <a:cubicBezTo>
                      <a:pt x="14" y="4"/>
                      <a:pt x="5" y="2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5" name="Freeform 911">
                <a:extLst>
                  <a:ext uri="{FF2B5EF4-FFF2-40B4-BE49-F238E27FC236}">
                    <a16:creationId xmlns:a16="http://schemas.microsoft.com/office/drawing/2014/main" id="{7F16B0D7-0180-4F8C-B1F1-547A9CC56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106"/>
                <a:ext cx="22" cy="27"/>
              </a:xfrm>
              <a:custGeom>
                <a:avLst/>
                <a:gdLst>
                  <a:gd name="T0" fmla="*/ 132 w 9"/>
                  <a:gd name="T1" fmla="*/ 0 h 10"/>
                  <a:gd name="T2" fmla="*/ 0 w 9"/>
                  <a:gd name="T3" fmla="*/ 103 h 10"/>
                  <a:gd name="T4" fmla="*/ 42 w 9"/>
                  <a:gd name="T5" fmla="*/ 197 h 10"/>
                  <a:gd name="T6" fmla="*/ 132 w 9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7" y="1"/>
                      <a:pt x="1" y="2"/>
                      <a:pt x="0" y="5"/>
                    </a:cubicBezTo>
                    <a:cubicBezTo>
                      <a:pt x="0" y="6"/>
                      <a:pt x="2" y="9"/>
                      <a:pt x="3" y="10"/>
                    </a:cubicBezTo>
                    <a:cubicBezTo>
                      <a:pt x="2" y="5"/>
                      <a:pt x="4" y="2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9" name="Freeform 912">
              <a:extLst>
                <a:ext uri="{FF2B5EF4-FFF2-40B4-BE49-F238E27FC236}">
                  <a16:creationId xmlns:a16="http://schemas.microsoft.com/office/drawing/2014/main" id="{CE1FCA85-72C1-4858-B8E3-242903F86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1114"/>
              <a:ext cx="27" cy="37"/>
            </a:xfrm>
            <a:custGeom>
              <a:avLst/>
              <a:gdLst>
                <a:gd name="T0" fmla="*/ 162 w 11"/>
                <a:gd name="T1" fmla="*/ 0 h 14"/>
                <a:gd name="T2" fmla="*/ 42 w 11"/>
                <a:gd name="T3" fmla="*/ 259 h 14"/>
                <a:gd name="T4" fmla="*/ 91 w 11"/>
                <a:gd name="T5" fmla="*/ 111 h 14"/>
                <a:gd name="T6" fmla="*/ 150 w 11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7" y="5"/>
                    <a:pt x="0" y="5"/>
                    <a:pt x="3" y="14"/>
                  </a:cubicBezTo>
                  <a:cubicBezTo>
                    <a:pt x="5" y="12"/>
                    <a:pt x="5" y="9"/>
                    <a:pt x="6" y="6"/>
                  </a:cubicBezTo>
                  <a:cubicBezTo>
                    <a:pt x="7" y="4"/>
                    <a:pt x="9" y="3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913">
              <a:extLst>
                <a:ext uri="{FF2B5EF4-FFF2-40B4-BE49-F238E27FC236}">
                  <a16:creationId xmlns:a16="http://schemas.microsoft.com/office/drawing/2014/main" id="{97F0F109-0FE0-47C6-9981-EE5BD020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338"/>
              <a:ext cx="25" cy="27"/>
            </a:xfrm>
            <a:custGeom>
              <a:avLst/>
              <a:gdLst>
                <a:gd name="T0" fmla="*/ 0 w 10"/>
                <a:gd name="T1" fmla="*/ 197 h 10"/>
                <a:gd name="T2" fmla="*/ 33 w 10"/>
                <a:gd name="T3" fmla="*/ 22 h 10"/>
                <a:gd name="T4" fmla="*/ 158 w 10"/>
                <a:gd name="T5" fmla="*/ 0 h 10"/>
                <a:gd name="T6" fmla="*/ 33 w 10"/>
                <a:gd name="T7" fmla="*/ 1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1" y="8"/>
                    <a:pt x="1" y="2"/>
                    <a:pt x="2" y="1"/>
                  </a:cubicBezTo>
                  <a:cubicBezTo>
                    <a:pt x="3" y="0"/>
                    <a:pt x="8" y="1"/>
                    <a:pt x="10" y="0"/>
                  </a:cubicBezTo>
                  <a:cubicBezTo>
                    <a:pt x="7" y="2"/>
                    <a:pt x="3" y="4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914">
              <a:extLst>
                <a:ext uri="{FF2B5EF4-FFF2-40B4-BE49-F238E27FC236}">
                  <a16:creationId xmlns:a16="http://schemas.microsoft.com/office/drawing/2014/main" id="{9E40BE7C-A72B-4AD8-A613-A5DC9079C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407"/>
              <a:ext cx="37" cy="38"/>
            </a:xfrm>
            <a:custGeom>
              <a:avLst/>
              <a:gdLst>
                <a:gd name="T0" fmla="*/ 104 w 15"/>
                <a:gd name="T1" fmla="*/ 280 h 14"/>
                <a:gd name="T2" fmla="*/ 30 w 15"/>
                <a:gd name="T3" fmla="*/ 103 h 14"/>
                <a:gd name="T4" fmla="*/ 224 w 15"/>
                <a:gd name="T5" fmla="*/ 0 h 14"/>
                <a:gd name="T6" fmla="*/ 104 w 15"/>
                <a:gd name="T7" fmla="*/ 28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7" y="14"/>
                  </a:moveTo>
                  <a:cubicBezTo>
                    <a:pt x="5" y="12"/>
                    <a:pt x="0" y="8"/>
                    <a:pt x="2" y="5"/>
                  </a:cubicBezTo>
                  <a:cubicBezTo>
                    <a:pt x="4" y="2"/>
                    <a:pt x="12" y="2"/>
                    <a:pt x="15" y="0"/>
                  </a:cubicBezTo>
                  <a:cubicBezTo>
                    <a:pt x="10" y="1"/>
                    <a:pt x="2" y="9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915">
              <a:extLst>
                <a:ext uri="{FF2B5EF4-FFF2-40B4-BE49-F238E27FC236}">
                  <a16:creationId xmlns:a16="http://schemas.microsoft.com/office/drawing/2014/main" id="{467A181F-E5A8-459E-AF20-170B90FD4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397"/>
              <a:ext cx="40" cy="24"/>
            </a:xfrm>
            <a:custGeom>
              <a:avLst/>
              <a:gdLst>
                <a:gd name="T0" fmla="*/ 175 w 16"/>
                <a:gd name="T1" fmla="*/ 171 h 9"/>
                <a:gd name="T2" fmla="*/ 250 w 16"/>
                <a:gd name="T3" fmla="*/ 0 h 9"/>
                <a:gd name="T4" fmla="*/ 175 w 16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1" y="9"/>
                  </a:moveTo>
                  <a:cubicBezTo>
                    <a:pt x="0" y="7"/>
                    <a:pt x="10" y="1"/>
                    <a:pt x="16" y="0"/>
                  </a:cubicBezTo>
                  <a:cubicBezTo>
                    <a:pt x="14" y="1"/>
                    <a:pt x="7" y="6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916">
              <a:extLst>
                <a:ext uri="{FF2B5EF4-FFF2-40B4-BE49-F238E27FC236}">
                  <a16:creationId xmlns:a16="http://schemas.microsoft.com/office/drawing/2014/main" id="{3BC22AF2-56D1-4AAB-B5E4-672DDF9F5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429"/>
              <a:ext cx="35" cy="40"/>
            </a:xfrm>
            <a:custGeom>
              <a:avLst/>
              <a:gdLst>
                <a:gd name="T0" fmla="*/ 33 w 14"/>
                <a:gd name="T1" fmla="*/ 285 h 15"/>
                <a:gd name="T2" fmla="*/ 20 w 14"/>
                <a:gd name="T3" fmla="*/ 149 h 15"/>
                <a:gd name="T4" fmla="*/ 220 w 14"/>
                <a:gd name="T5" fmla="*/ 0 h 15"/>
                <a:gd name="T6" fmla="*/ 50 w 14"/>
                <a:gd name="T7" fmla="*/ 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2" y="15"/>
                  </a:moveTo>
                  <a:cubicBezTo>
                    <a:pt x="1" y="13"/>
                    <a:pt x="0" y="10"/>
                    <a:pt x="1" y="8"/>
                  </a:cubicBezTo>
                  <a:cubicBezTo>
                    <a:pt x="3" y="5"/>
                    <a:pt x="11" y="1"/>
                    <a:pt x="14" y="0"/>
                  </a:cubicBezTo>
                  <a:cubicBezTo>
                    <a:pt x="12" y="3"/>
                    <a:pt x="0" y="9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917">
              <a:extLst>
                <a:ext uri="{FF2B5EF4-FFF2-40B4-BE49-F238E27FC236}">
                  <a16:creationId xmlns:a16="http://schemas.microsoft.com/office/drawing/2014/main" id="{D322A737-25B2-4DE6-9700-53AA90C5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383"/>
              <a:ext cx="30" cy="38"/>
            </a:xfrm>
            <a:custGeom>
              <a:avLst/>
              <a:gdLst>
                <a:gd name="T0" fmla="*/ 0 w 12"/>
                <a:gd name="T1" fmla="*/ 0 h 14"/>
                <a:gd name="T2" fmla="*/ 63 w 12"/>
                <a:gd name="T3" fmla="*/ 280 h 14"/>
                <a:gd name="T4" fmla="*/ 83 w 12"/>
                <a:gd name="T5" fmla="*/ 60 h 14"/>
                <a:gd name="T6" fmla="*/ 188 w 12"/>
                <a:gd name="T7" fmla="*/ 38 h 14"/>
                <a:gd name="T8" fmla="*/ 20 w 12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1" y="3"/>
                    <a:pt x="5" y="10"/>
                    <a:pt x="4" y="14"/>
                  </a:cubicBezTo>
                  <a:cubicBezTo>
                    <a:pt x="5" y="11"/>
                    <a:pt x="3" y="6"/>
                    <a:pt x="5" y="3"/>
                  </a:cubicBezTo>
                  <a:cubicBezTo>
                    <a:pt x="7" y="2"/>
                    <a:pt x="10" y="2"/>
                    <a:pt x="12" y="2"/>
                  </a:cubicBezTo>
                  <a:cubicBezTo>
                    <a:pt x="10" y="1"/>
                    <a:pt x="4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918">
              <a:extLst>
                <a:ext uri="{FF2B5EF4-FFF2-40B4-BE49-F238E27FC236}">
                  <a16:creationId xmlns:a16="http://schemas.microsoft.com/office/drawing/2014/main" id="{4EE5942E-800B-4E48-AC57-6F0BA77D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549"/>
              <a:ext cx="30" cy="26"/>
            </a:xfrm>
            <a:custGeom>
              <a:avLst/>
              <a:gdLst>
                <a:gd name="T0" fmla="*/ 20 w 12"/>
                <a:gd name="T1" fmla="*/ 68 h 10"/>
                <a:gd name="T2" fmla="*/ 0 w 12"/>
                <a:gd name="T3" fmla="*/ 177 h 10"/>
                <a:gd name="T4" fmla="*/ 188 w 12"/>
                <a:gd name="T5" fmla="*/ 0 h 10"/>
                <a:gd name="T6" fmla="*/ 83 w 12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" y="4"/>
                  </a:moveTo>
                  <a:cubicBezTo>
                    <a:pt x="0" y="6"/>
                    <a:pt x="0" y="8"/>
                    <a:pt x="0" y="10"/>
                  </a:cubicBezTo>
                  <a:cubicBezTo>
                    <a:pt x="3" y="6"/>
                    <a:pt x="6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919">
              <a:extLst>
                <a:ext uri="{FF2B5EF4-FFF2-40B4-BE49-F238E27FC236}">
                  <a16:creationId xmlns:a16="http://schemas.microsoft.com/office/drawing/2014/main" id="{2DED7720-46CF-4C8B-A68E-256C544E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506"/>
              <a:ext cx="25" cy="19"/>
            </a:xfrm>
            <a:custGeom>
              <a:avLst/>
              <a:gdLst>
                <a:gd name="T0" fmla="*/ 0 w 10"/>
                <a:gd name="T1" fmla="*/ 38 h 7"/>
                <a:gd name="T2" fmla="*/ 95 w 10"/>
                <a:gd name="T3" fmla="*/ 141 h 7"/>
                <a:gd name="T4" fmla="*/ 158 w 10"/>
                <a:gd name="T5" fmla="*/ 0 h 7"/>
                <a:gd name="T6" fmla="*/ 0 w 10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2" y="4"/>
                    <a:pt x="5" y="4"/>
                    <a:pt x="6" y="7"/>
                  </a:cubicBezTo>
                  <a:cubicBezTo>
                    <a:pt x="3" y="4"/>
                    <a:pt x="7" y="0"/>
                    <a:pt x="10" y="0"/>
                  </a:cubicBezTo>
                  <a:cubicBezTo>
                    <a:pt x="7" y="1"/>
                    <a:pt x="3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920">
              <a:extLst>
                <a:ext uri="{FF2B5EF4-FFF2-40B4-BE49-F238E27FC236}">
                  <a16:creationId xmlns:a16="http://schemas.microsoft.com/office/drawing/2014/main" id="{179F666A-512C-44CB-88D5-EBBCE07D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479"/>
              <a:ext cx="25" cy="24"/>
            </a:xfrm>
            <a:custGeom>
              <a:avLst/>
              <a:gdLst>
                <a:gd name="T0" fmla="*/ 0 w 10"/>
                <a:gd name="T1" fmla="*/ 77 h 9"/>
                <a:gd name="T2" fmla="*/ 95 w 10"/>
                <a:gd name="T3" fmla="*/ 171 h 9"/>
                <a:gd name="T4" fmla="*/ 158 w 10"/>
                <a:gd name="T5" fmla="*/ 0 h 9"/>
                <a:gd name="T6" fmla="*/ 20 w 10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2" y="6"/>
                    <a:pt x="5" y="6"/>
                    <a:pt x="6" y="9"/>
                  </a:cubicBezTo>
                  <a:cubicBezTo>
                    <a:pt x="3" y="5"/>
                    <a:pt x="6" y="1"/>
                    <a:pt x="10" y="0"/>
                  </a:cubicBezTo>
                  <a:cubicBezTo>
                    <a:pt x="7" y="1"/>
                    <a:pt x="4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921">
              <a:extLst>
                <a:ext uri="{FF2B5EF4-FFF2-40B4-BE49-F238E27FC236}">
                  <a16:creationId xmlns:a16="http://schemas.microsoft.com/office/drawing/2014/main" id="{901952F1-3C0A-4A02-8D8A-E5B8606C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407"/>
              <a:ext cx="25" cy="19"/>
            </a:xfrm>
            <a:custGeom>
              <a:avLst/>
              <a:gdLst>
                <a:gd name="T0" fmla="*/ 0 w 10"/>
                <a:gd name="T1" fmla="*/ 81 h 7"/>
                <a:gd name="T2" fmla="*/ 113 w 10"/>
                <a:gd name="T3" fmla="*/ 141 h 7"/>
                <a:gd name="T4" fmla="*/ 158 w 10"/>
                <a:gd name="T5" fmla="*/ 0 h 7"/>
                <a:gd name="T6" fmla="*/ 0 w 10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3" y="4"/>
                    <a:pt x="5" y="5"/>
                    <a:pt x="7" y="7"/>
                  </a:cubicBezTo>
                  <a:cubicBezTo>
                    <a:pt x="5" y="4"/>
                    <a:pt x="6" y="1"/>
                    <a:pt x="10" y="0"/>
                  </a:cubicBezTo>
                  <a:cubicBezTo>
                    <a:pt x="6" y="0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922">
              <a:extLst>
                <a:ext uri="{FF2B5EF4-FFF2-40B4-BE49-F238E27FC236}">
                  <a16:creationId xmlns:a16="http://schemas.microsoft.com/office/drawing/2014/main" id="{9284987A-91EC-4A32-A9BE-FD214DEB9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285"/>
              <a:ext cx="45" cy="24"/>
            </a:xfrm>
            <a:custGeom>
              <a:avLst/>
              <a:gdLst>
                <a:gd name="T0" fmla="*/ 50 w 18"/>
                <a:gd name="T1" fmla="*/ 171 h 9"/>
                <a:gd name="T2" fmla="*/ 63 w 18"/>
                <a:gd name="T3" fmla="*/ 35 h 9"/>
                <a:gd name="T4" fmla="*/ 283 w 18"/>
                <a:gd name="T5" fmla="*/ 56 h 9"/>
                <a:gd name="T6" fmla="*/ 63 w 18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9">
                  <a:moveTo>
                    <a:pt x="3" y="9"/>
                  </a:moveTo>
                  <a:cubicBezTo>
                    <a:pt x="1" y="5"/>
                    <a:pt x="0" y="3"/>
                    <a:pt x="4" y="2"/>
                  </a:cubicBezTo>
                  <a:cubicBezTo>
                    <a:pt x="8" y="0"/>
                    <a:pt x="14" y="2"/>
                    <a:pt x="18" y="3"/>
                  </a:cubicBezTo>
                  <a:cubicBezTo>
                    <a:pt x="15" y="3"/>
                    <a:pt x="1" y="3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923">
              <a:extLst>
                <a:ext uri="{FF2B5EF4-FFF2-40B4-BE49-F238E27FC236}">
                  <a16:creationId xmlns:a16="http://schemas.microsoft.com/office/drawing/2014/main" id="{DB5444A8-D621-4B9C-8643-C1638187E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319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63 w 14"/>
                <a:gd name="T3" fmla="*/ 35 h 9"/>
                <a:gd name="T4" fmla="*/ 220 w 14"/>
                <a:gd name="T5" fmla="*/ 35 h 9"/>
                <a:gd name="T6" fmla="*/ 20 w 14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1" y="7"/>
                    <a:pt x="2" y="3"/>
                    <a:pt x="4" y="2"/>
                  </a:cubicBezTo>
                  <a:cubicBezTo>
                    <a:pt x="7" y="0"/>
                    <a:pt x="12" y="0"/>
                    <a:pt x="14" y="2"/>
                  </a:cubicBezTo>
                  <a:cubicBezTo>
                    <a:pt x="10" y="3"/>
                    <a:pt x="4" y="4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924">
              <a:extLst>
                <a:ext uri="{FF2B5EF4-FFF2-40B4-BE49-F238E27FC236}">
                  <a16:creationId xmlns:a16="http://schemas.microsoft.com/office/drawing/2014/main" id="{50435620-C4C5-4F98-BEE3-7EFCD710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245"/>
              <a:ext cx="23" cy="16"/>
            </a:xfrm>
            <a:custGeom>
              <a:avLst/>
              <a:gdLst>
                <a:gd name="T0" fmla="*/ 0 w 9"/>
                <a:gd name="T1" fmla="*/ 115 h 6"/>
                <a:gd name="T2" fmla="*/ 151 w 9"/>
                <a:gd name="T3" fmla="*/ 56 h 6"/>
                <a:gd name="T4" fmla="*/ 20 w 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3" y="0"/>
                    <a:pt x="4" y="2"/>
                    <a:pt x="9" y="3"/>
                  </a:cubicBezTo>
                  <a:cubicBezTo>
                    <a:pt x="7" y="3"/>
                    <a:pt x="2" y="4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925">
              <a:extLst>
                <a:ext uri="{FF2B5EF4-FFF2-40B4-BE49-F238E27FC236}">
                  <a16:creationId xmlns:a16="http://schemas.microsoft.com/office/drawing/2014/main" id="{3E2FFBEC-0C9D-4B29-B3EB-8BF94AD6B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186"/>
              <a:ext cx="30" cy="56"/>
            </a:xfrm>
            <a:custGeom>
              <a:avLst/>
              <a:gdLst>
                <a:gd name="T0" fmla="*/ 33 w 12"/>
                <a:gd name="T1" fmla="*/ 149 h 21"/>
                <a:gd name="T2" fmla="*/ 175 w 12"/>
                <a:gd name="T3" fmla="*/ 0 h 21"/>
                <a:gd name="T4" fmla="*/ 125 w 12"/>
                <a:gd name="T5" fmla="*/ 149 h 21"/>
                <a:gd name="T6" fmla="*/ 83 w 12"/>
                <a:gd name="T7" fmla="*/ 397 h 21"/>
                <a:gd name="T8" fmla="*/ 0 w 12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2" y="8"/>
                  </a:moveTo>
                  <a:cubicBezTo>
                    <a:pt x="7" y="9"/>
                    <a:pt x="7" y="2"/>
                    <a:pt x="11" y="0"/>
                  </a:cubicBezTo>
                  <a:cubicBezTo>
                    <a:pt x="12" y="2"/>
                    <a:pt x="9" y="5"/>
                    <a:pt x="8" y="8"/>
                  </a:cubicBezTo>
                  <a:cubicBezTo>
                    <a:pt x="7" y="12"/>
                    <a:pt x="7" y="17"/>
                    <a:pt x="5" y="21"/>
                  </a:cubicBezTo>
                  <a:cubicBezTo>
                    <a:pt x="4" y="20"/>
                    <a:pt x="2" y="20"/>
                    <a:pt x="0" y="21"/>
                  </a:cubicBezTo>
                </a:path>
              </a:pathLst>
            </a:custGeom>
            <a:solidFill>
              <a:srgbClr val="F2C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926">
              <a:extLst>
                <a:ext uri="{FF2B5EF4-FFF2-40B4-BE49-F238E27FC236}">
                  <a16:creationId xmlns:a16="http://schemas.microsoft.com/office/drawing/2014/main" id="{D2822C0F-14B7-4796-9F49-9A28B933B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95"/>
              <a:ext cx="22" cy="99"/>
            </a:xfrm>
            <a:custGeom>
              <a:avLst/>
              <a:gdLst>
                <a:gd name="T0" fmla="*/ 0 w 9"/>
                <a:gd name="T1" fmla="*/ 94 h 37"/>
                <a:gd name="T2" fmla="*/ 29 w 9"/>
                <a:gd name="T3" fmla="*/ 479 h 37"/>
                <a:gd name="T4" fmla="*/ 42 w 9"/>
                <a:gd name="T5" fmla="*/ 650 h 37"/>
                <a:gd name="T6" fmla="*/ 120 w 9"/>
                <a:gd name="T7" fmla="*/ 573 h 37"/>
                <a:gd name="T8" fmla="*/ 103 w 9"/>
                <a:gd name="T9" fmla="*/ 230 h 37"/>
                <a:gd name="T10" fmla="*/ 90 w 9"/>
                <a:gd name="T11" fmla="*/ 0 h 37"/>
                <a:gd name="T12" fmla="*/ 12 w 9"/>
                <a:gd name="T13" fmla="*/ 1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7">
                  <a:moveTo>
                    <a:pt x="0" y="5"/>
                  </a:moveTo>
                  <a:cubicBezTo>
                    <a:pt x="1" y="12"/>
                    <a:pt x="1" y="18"/>
                    <a:pt x="2" y="25"/>
                  </a:cubicBezTo>
                  <a:cubicBezTo>
                    <a:pt x="2" y="26"/>
                    <a:pt x="3" y="34"/>
                    <a:pt x="3" y="34"/>
                  </a:cubicBezTo>
                  <a:cubicBezTo>
                    <a:pt x="6" y="37"/>
                    <a:pt x="7" y="32"/>
                    <a:pt x="8" y="30"/>
                  </a:cubicBezTo>
                  <a:cubicBezTo>
                    <a:pt x="9" y="25"/>
                    <a:pt x="7" y="18"/>
                    <a:pt x="7" y="12"/>
                  </a:cubicBezTo>
                  <a:cubicBezTo>
                    <a:pt x="7" y="8"/>
                    <a:pt x="7" y="4"/>
                    <a:pt x="6" y="0"/>
                  </a:cubicBezTo>
                  <a:cubicBezTo>
                    <a:pt x="6" y="3"/>
                    <a:pt x="5" y="12"/>
                    <a:pt x="1" y="7"/>
                  </a:cubicBezTo>
                </a:path>
              </a:pathLst>
            </a:custGeom>
            <a:solidFill>
              <a:srgbClr val="D4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927">
              <a:extLst>
                <a:ext uri="{FF2B5EF4-FFF2-40B4-BE49-F238E27FC236}">
                  <a16:creationId xmlns:a16="http://schemas.microsoft.com/office/drawing/2014/main" id="{C9E0052A-9105-4F8A-9C3A-96E35639C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1402"/>
              <a:ext cx="30" cy="72"/>
            </a:xfrm>
            <a:custGeom>
              <a:avLst/>
              <a:gdLst>
                <a:gd name="T0" fmla="*/ 0 w 12"/>
                <a:gd name="T1" fmla="*/ 307 h 27"/>
                <a:gd name="T2" fmla="*/ 125 w 12"/>
                <a:gd name="T3" fmla="*/ 435 h 27"/>
                <a:gd name="T4" fmla="*/ 83 w 12"/>
                <a:gd name="T5" fmla="*/ 0 h 27"/>
                <a:gd name="T6" fmla="*/ 20 w 12"/>
                <a:gd name="T7" fmla="*/ 2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16"/>
                  </a:moveTo>
                  <a:cubicBezTo>
                    <a:pt x="2" y="19"/>
                    <a:pt x="3" y="27"/>
                    <a:pt x="8" y="23"/>
                  </a:cubicBezTo>
                  <a:cubicBezTo>
                    <a:pt x="12" y="20"/>
                    <a:pt x="5" y="5"/>
                    <a:pt x="5" y="0"/>
                  </a:cubicBezTo>
                  <a:cubicBezTo>
                    <a:pt x="5" y="4"/>
                    <a:pt x="6" y="12"/>
                    <a:pt x="1" y="12"/>
                  </a:cubicBezTo>
                </a:path>
              </a:pathLst>
            </a:custGeom>
            <a:solidFill>
              <a:srgbClr val="D4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928">
              <a:extLst>
                <a:ext uri="{FF2B5EF4-FFF2-40B4-BE49-F238E27FC236}">
                  <a16:creationId xmlns:a16="http://schemas.microsoft.com/office/drawing/2014/main" id="{8808AD01-5C72-4FBA-BA5E-A4F48BB5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253"/>
              <a:ext cx="25" cy="74"/>
            </a:xfrm>
            <a:custGeom>
              <a:avLst/>
              <a:gdLst>
                <a:gd name="T0" fmla="*/ 0 w 10"/>
                <a:gd name="T1" fmla="*/ 148 h 28"/>
                <a:gd name="T2" fmla="*/ 50 w 10"/>
                <a:gd name="T3" fmla="*/ 481 h 28"/>
                <a:gd name="T4" fmla="*/ 145 w 10"/>
                <a:gd name="T5" fmla="*/ 497 h 28"/>
                <a:gd name="T6" fmla="*/ 125 w 10"/>
                <a:gd name="T7" fmla="*/ 0 h 28"/>
                <a:gd name="T8" fmla="*/ 63 w 10"/>
                <a:gd name="T9" fmla="*/ 29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0" y="8"/>
                  </a:moveTo>
                  <a:cubicBezTo>
                    <a:pt x="3" y="13"/>
                    <a:pt x="1" y="21"/>
                    <a:pt x="3" y="26"/>
                  </a:cubicBezTo>
                  <a:cubicBezTo>
                    <a:pt x="5" y="28"/>
                    <a:pt x="5" y="28"/>
                    <a:pt x="9" y="27"/>
                  </a:cubicBezTo>
                  <a:cubicBezTo>
                    <a:pt x="9" y="18"/>
                    <a:pt x="8" y="9"/>
                    <a:pt x="8" y="0"/>
                  </a:cubicBezTo>
                  <a:cubicBezTo>
                    <a:pt x="6" y="4"/>
                    <a:pt x="10" y="16"/>
                    <a:pt x="4" y="16"/>
                  </a:cubicBezTo>
                </a:path>
              </a:pathLst>
            </a:custGeom>
            <a:solidFill>
              <a:srgbClr val="D4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929">
              <a:extLst>
                <a:ext uri="{FF2B5EF4-FFF2-40B4-BE49-F238E27FC236}">
                  <a16:creationId xmlns:a16="http://schemas.microsoft.com/office/drawing/2014/main" id="{FC40D21C-E5D4-4C16-8CB3-B47882EB2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165"/>
              <a:ext cx="18" cy="85"/>
            </a:xfrm>
            <a:custGeom>
              <a:avLst/>
              <a:gdLst>
                <a:gd name="T0" fmla="*/ 0 w 7"/>
                <a:gd name="T1" fmla="*/ 170 h 32"/>
                <a:gd name="T2" fmla="*/ 0 w 7"/>
                <a:gd name="T3" fmla="*/ 600 h 32"/>
                <a:gd name="T4" fmla="*/ 67 w 7"/>
                <a:gd name="T5" fmla="*/ 465 h 32"/>
                <a:gd name="T6" fmla="*/ 67 w 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2">
                  <a:moveTo>
                    <a:pt x="0" y="9"/>
                  </a:moveTo>
                  <a:cubicBezTo>
                    <a:pt x="0" y="17"/>
                    <a:pt x="0" y="24"/>
                    <a:pt x="0" y="32"/>
                  </a:cubicBezTo>
                  <a:cubicBezTo>
                    <a:pt x="2" y="29"/>
                    <a:pt x="3" y="28"/>
                    <a:pt x="4" y="25"/>
                  </a:cubicBezTo>
                  <a:cubicBezTo>
                    <a:pt x="7" y="18"/>
                    <a:pt x="4" y="8"/>
                    <a:pt x="4" y="0"/>
                  </a:cubicBezTo>
                </a:path>
              </a:pathLst>
            </a:custGeom>
            <a:solidFill>
              <a:srgbClr val="D4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930">
              <a:extLst>
                <a:ext uri="{FF2B5EF4-FFF2-40B4-BE49-F238E27FC236}">
                  <a16:creationId xmlns:a16="http://schemas.microsoft.com/office/drawing/2014/main" id="{200A479A-58BE-4537-87CF-D99BA492B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639"/>
              <a:ext cx="35" cy="107"/>
            </a:xfrm>
            <a:custGeom>
              <a:avLst/>
              <a:gdLst>
                <a:gd name="T0" fmla="*/ 125 w 14"/>
                <a:gd name="T1" fmla="*/ 35 h 40"/>
                <a:gd name="T2" fmla="*/ 220 w 14"/>
                <a:gd name="T3" fmla="*/ 765 h 40"/>
                <a:gd name="T4" fmla="*/ 0 w 14"/>
                <a:gd name="T5" fmla="*/ 765 h 40"/>
                <a:gd name="T6" fmla="*/ 83 w 14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0">
                  <a:moveTo>
                    <a:pt x="8" y="2"/>
                  </a:moveTo>
                  <a:cubicBezTo>
                    <a:pt x="12" y="14"/>
                    <a:pt x="12" y="28"/>
                    <a:pt x="14" y="40"/>
                  </a:cubicBezTo>
                  <a:cubicBezTo>
                    <a:pt x="9" y="40"/>
                    <a:pt x="5" y="40"/>
                    <a:pt x="0" y="40"/>
                  </a:cubicBezTo>
                  <a:cubicBezTo>
                    <a:pt x="11" y="31"/>
                    <a:pt x="5" y="13"/>
                    <a:pt x="5" y="0"/>
                  </a:cubicBezTo>
                </a:path>
              </a:pathLst>
            </a:custGeom>
            <a:solidFill>
              <a:srgbClr val="F2C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931">
              <a:extLst>
                <a:ext uri="{FF2B5EF4-FFF2-40B4-BE49-F238E27FC236}">
                  <a16:creationId xmlns:a16="http://schemas.microsoft.com/office/drawing/2014/main" id="{354420AA-DB01-4FE5-BF15-D818320BA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605"/>
              <a:ext cx="43" cy="114"/>
            </a:xfrm>
            <a:custGeom>
              <a:avLst/>
              <a:gdLst>
                <a:gd name="T0" fmla="*/ 243 w 17"/>
                <a:gd name="T1" fmla="*/ 239 h 43"/>
                <a:gd name="T2" fmla="*/ 225 w 17"/>
                <a:gd name="T3" fmla="*/ 655 h 43"/>
                <a:gd name="T4" fmla="*/ 0 w 17"/>
                <a:gd name="T5" fmla="*/ 801 h 43"/>
                <a:gd name="T6" fmla="*/ 129 w 17"/>
                <a:gd name="T7" fmla="*/ 506 h 43"/>
                <a:gd name="T8" fmla="*/ 210 w 17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15" y="13"/>
                  </a:moveTo>
                  <a:cubicBezTo>
                    <a:pt x="15" y="19"/>
                    <a:pt x="17" y="29"/>
                    <a:pt x="14" y="35"/>
                  </a:cubicBezTo>
                  <a:cubicBezTo>
                    <a:pt x="13" y="39"/>
                    <a:pt x="5" y="42"/>
                    <a:pt x="0" y="43"/>
                  </a:cubicBezTo>
                  <a:cubicBezTo>
                    <a:pt x="4" y="39"/>
                    <a:pt x="6" y="32"/>
                    <a:pt x="8" y="27"/>
                  </a:cubicBezTo>
                  <a:cubicBezTo>
                    <a:pt x="11" y="18"/>
                    <a:pt x="15" y="9"/>
                    <a:pt x="13" y="0"/>
                  </a:cubicBezTo>
                </a:path>
              </a:pathLst>
            </a:custGeom>
            <a:solidFill>
              <a:srgbClr val="F2C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932">
              <a:extLst>
                <a:ext uri="{FF2B5EF4-FFF2-40B4-BE49-F238E27FC236}">
                  <a16:creationId xmlns:a16="http://schemas.microsoft.com/office/drawing/2014/main" id="{53E38E1C-B7AF-4557-B638-CC2F9A66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493"/>
              <a:ext cx="57" cy="157"/>
            </a:xfrm>
            <a:custGeom>
              <a:avLst/>
              <a:gdLst>
                <a:gd name="T0" fmla="*/ 349 w 23"/>
                <a:gd name="T1" fmla="*/ 0 h 59"/>
                <a:gd name="T2" fmla="*/ 287 w 23"/>
                <a:gd name="T3" fmla="*/ 396 h 59"/>
                <a:gd name="T4" fmla="*/ 278 w 23"/>
                <a:gd name="T5" fmla="*/ 750 h 59"/>
                <a:gd name="T6" fmla="*/ 0 w 23"/>
                <a:gd name="T7" fmla="*/ 1112 h 59"/>
                <a:gd name="T8" fmla="*/ 74 w 23"/>
                <a:gd name="T9" fmla="*/ 6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9">
                  <a:moveTo>
                    <a:pt x="23" y="0"/>
                  </a:moveTo>
                  <a:cubicBezTo>
                    <a:pt x="22" y="7"/>
                    <a:pt x="19" y="14"/>
                    <a:pt x="19" y="21"/>
                  </a:cubicBezTo>
                  <a:cubicBezTo>
                    <a:pt x="18" y="28"/>
                    <a:pt x="18" y="34"/>
                    <a:pt x="18" y="40"/>
                  </a:cubicBezTo>
                  <a:cubicBezTo>
                    <a:pt x="18" y="52"/>
                    <a:pt x="7" y="51"/>
                    <a:pt x="0" y="59"/>
                  </a:cubicBezTo>
                  <a:cubicBezTo>
                    <a:pt x="5" y="53"/>
                    <a:pt x="4" y="40"/>
                    <a:pt x="5" y="33"/>
                  </a:cubicBezTo>
                </a:path>
              </a:pathLst>
            </a:custGeom>
            <a:solidFill>
              <a:srgbClr val="F2C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933">
              <a:extLst>
                <a:ext uri="{FF2B5EF4-FFF2-40B4-BE49-F238E27FC236}">
                  <a16:creationId xmlns:a16="http://schemas.microsoft.com/office/drawing/2014/main" id="{C0927295-E82B-4EFD-AD48-8EF3AB805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573"/>
              <a:ext cx="45" cy="152"/>
            </a:xfrm>
            <a:custGeom>
              <a:avLst/>
              <a:gdLst>
                <a:gd name="T0" fmla="*/ 125 w 18"/>
                <a:gd name="T1" fmla="*/ 264 h 57"/>
                <a:gd name="T2" fmla="*/ 220 w 18"/>
                <a:gd name="T3" fmla="*/ 717 h 57"/>
                <a:gd name="T4" fmla="*/ 270 w 18"/>
                <a:gd name="T5" fmla="*/ 1080 h 57"/>
                <a:gd name="T6" fmla="*/ 0 w 18"/>
                <a:gd name="T7" fmla="*/ 931 h 57"/>
                <a:gd name="T8" fmla="*/ 113 w 18"/>
                <a:gd name="T9" fmla="*/ 456 h 57"/>
                <a:gd name="T10" fmla="*/ 33 w 18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7">
                  <a:moveTo>
                    <a:pt x="8" y="14"/>
                  </a:moveTo>
                  <a:cubicBezTo>
                    <a:pt x="12" y="21"/>
                    <a:pt x="12" y="30"/>
                    <a:pt x="14" y="38"/>
                  </a:cubicBezTo>
                  <a:cubicBezTo>
                    <a:pt x="15" y="43"/>
                    <a:pt x="18" y="51"/>
                    <a:pt x="17" y="57"/>
                  </a:cubicBezTo>
                  <a:cubicBezTo>
                    <a:pt x="12" y="53"/>
                    <a:pt x="5" y="50"/>
                    <a:pt x="0" y="49"/>
                  </a:cubicBezTo>
                  <a:cubicBezTo>
                    <a:pt x="9" y="46"/>
                    <a:pt x="6" y="31"/>
                    <a:pt x="7" y="24"/>
                  </a:cubicBezTo>
                  <a:cubicBezTo>
                    <a:pt x="7" y="16"/>
                    <a:pt x="4" y="8"/>
                    <a:pt x="2" y="0"/>
                  </a:cubicBezTo>
                </a:path>
              </a:pathLst>
            </a:custGeom>
            <a:solidFill>
              <a:srgbClr val="F2C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934">
              <a:extLst>
                <a:ext uri="{FF2B5EF4-FFF2-40B4-BE49-F238E27FC236}">
                  <a16:creationId xmlns:a16="http://schemas.microsoft.com/office/drawing/2014/main" id="{8800D9C7-791A-43FA-8F2E-B24B6F148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503"/>
              <a:ext cx="47" cy="176"/>
            </a:xfrm>
            <a:custGeom>
              <a:avLst/>
              <a:gdLst>
                <a:gd name="T0" fmla="*/ 30 w 19"/>
                <a:gd name="T1" fmla="*/ 0 h 66"/>
                <a:gd name="T2" fmla="*/ 12 w 19"/>
                <a:gd name="T3" fmla="*/ 320 h 66"/>
                <a:gd name="T4" fmla="*/ 92 w 19"/>
                <a:gd name="T5" fmla="*/ 832 h 66"/>
                <a:gd name="T6" fmla="*/ 134 w 19"/>
                <a:gd name="T7" fmla="*/ 1101 h 66"/>
                <a:gd name="T8" fmla="*/ 287 w 19"/>
                <a:gd name="T9" fmla="*/ 1251 h 66"/>
                <a:gd name="T10" fmla="*/ 166 w 19"/>
                <a:gd name="T11" fmla="*/ 661 h 66"/>
                <a:gd name="T12" fmla="*/ 62 w 19"/>
                <a:gd name="T13" fmla="*/ 3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6">
                  <a:moveTo>
                    <a:pt x="2" y="0"/>
                  </a:moveTo>
                  <a:cubicBezTo>
                    <a:pt x="2" y="6"/>
                    <a:pt x="2" y="11"/>
                    <a:pt x="1" y="17"/>
                  </a:cubicBezTo>
                  <a:cubicBezTo>
                    <a:pt x="0" y="26"/>
                    <a:pt x="4" y="36"/>
                    <a:pt x="6" y="44"/>
                  </a:cubicBezTo>
                  <a:cubicBezTo>
                    <a:pt x="7" y="49"/>
                    <a:pt x="6" y="54"/>
                    <a:pt x="9" y="58"/>
                  </a:cubicBezTo>
                  <a:cubicBezTo>
                    <a:pt x="11" y="61"/>
                    <a:pt x="16" y="65"/>
                    <a:pt x="19" y="66"/>
                  </a:cubicBezTo>
                  <a:cubicBezTo>
                    <a:pt x="19" y="56"/>
                    <a:pt x="14" y="45"/>
                    <a:pt x="11" y="35"/>
                  </a:cubicBezTo>
                  <a:cubicBezTo>
                    <a:pt x="9" y="25"/>
                    <a:pt x="5" y="13"/>
                    <a:pt x="4" y="2"/>
                  </a:cubicBezTo>
                </a:path>
              </a:pathLst>
            </a:custGeom>
            <a:solidFill>
              <a:srgbClr val="F2C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935">
              <a:extLst>
                <a:ext uri="{FF2B5EF4-FFF2-40B4-BE49-F238E27FC236}">
                  <a16:creationId xmlns:a16="http://schemas.microsoft.com/office/drawing/2014/main" id="{9810F6E6-2709-4E48-8ACB-211328DC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658"/>
              <a:ext cx="25" cy="61"/>
            </a:xfrm>
            <a:custGeom>
              <a:avLst/>
              <a:gdLst>
                <a:gd name="T0" fmla="*/ 113 w 10"/>
                <a:gd name="T1" fmla="*/ 0 h 23"/>
                <a:gd name="T2" fmla="*/ 158 w 10"/>
                <a:gd name="T3" fmla="*/ 430 h 23"/>
                <a:gd name="T4" fmla="*/ 0 w 10"/>
                <a:gd name="T5" fmla="*/ 337 h 23"/>
                <a:gd name="T6" fmla="*/ 113 w 10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8" y="8"/>
                    <a:pt x="8" y="16"/>
                    <a:pt x="10" y="23"/>
                  </a:cubicBezTo>
                  <a:cubicBezTo>
                    <a:pt x="7" y="19"/>
                    <a:pt x="3" y="21"/>
                    <a:pt x="0" y="18"/>
                  </a:cubicBezTo>
                  <a:cubicBezTo>
                    <a:pt x="7" y="14"/>
                    <a:pt x="8" y="10"/>
                    <a:pt x="7" y="1"/>
                  </a:cubicBezTo>
                </a:path>
              </a:pathLst>
            </a:custGeom>
            <a:solidFill>
              <a:srgbClr val="D4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936">
              <a:extLst>
                <a:ext uri="{FF2B5EF4-FFF2-40B4-BE49-F238E27FC236}">
                  <a16:creationId xmlns:a16="http://schemas.microsoft.com/office/drawing/2014/main" id="{2E83A589-E5A0-4318-8317-0D08BD2D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711"/>
              <a:ext cx="33" cy="38"/>
            </a:xfrm>
            <a:custGeom>
              <a:avLst/>
              <a:gdLst>
                <a:gd name="T0" fmla="*/ 180 w 13"/>
                <a:gd name="T1" fmla="*/ 22 h 14"/>
                <a:gd name="T2" fmla="*/ 213 w 13"/>
                <a:gd name="T3" fmla="*/ 220 h 14"/>
                <a:gd name="T4" fmla="*/ 0 w 13"/>
                <a:gd name="T5" fmla="*/ 280 h 14"/>
                <a:gd name="T6" fmla="*/ 180 w 1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1" y="1"/>
                  </a:moveTo>
                  <a:cubicBezTo>
                    <a:pt x="12" y="4"/>
                    <a:pt x="13" y="8"/>
                    <a:pt x="13" y="11"/>
                  </a:cubicBezTo>
                  <a:cubicBezTo>
                    <a:pt x="8" y="11"/>
                    <a:pt x="4" y="13"/>
                    <a:pt x="0" y="14"/>
                  </a:cubicBezTo>
                  <a:cubicBezTo>
                    <a:pt x="3" y="9"/>
                    <a:pt x="11" y="8"/>
                    <a:pt x="11" y="0"/>
                  </a:cubicBezTo>
                </a:path>
              </a:pathLst>
            </a:custGeom>
            <a:solidFill>
              <a:srgbClr val="D4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937">
              <a:extLst>
                <a:ext uri="{FF2B5EF4-FFF2-40B4-BE49-F238E27FC236}">
                  <a16:creationId xmlns:a16="http://schemas.microsoft.com/office/drawing/2014/main" id="{BCEB267D-48B3-4C30-A358-EFA29FC1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541"/>
              <a:ext cx="40" cy="106"/>
            </a:xfrm>
            <a:custGeom>
              <a:avLst/>
              <a:gdLst>
                <a:gd name="T0" fmla="*/ 250 w 16"/>
                <a:gd name="T1" fmla="*/ 0 h 40"/>
                <a:gd name="T2" fmla="*/ 220 w 16"/>
                <a:gd name="T3" fmla="*/ 281 h 40"/>
                <a:gd name="T4" fmla="*/ 208 w 16"/>
                <a:gd name="T5" fmla="*/ 506 h 40"/>
                <a:gd name="T6" fmla="*/ 0 w 16"/>
                <a:gd name="T7" fmla="*/ 745 h 40"/>
                <a:gd name="T8" fmla="*/ 250 w 1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6" y="5"/>
                    <a:pt x="14" y="10"/>
                    <a:pt x="14" y="15"/>
                  </a:cubicBezTo>
                  <a:cubicBezTo>
                    <a:pt x="13" y="18"/>
                    <a:pt x="14" y="23"/>
                    <a:pt x="13" y="27"/>
                  </a:cubicBezTo>
                  <a:cubicBezTo>
                    <a:pt x="12" y="32"/>
                    <a:pt x="4" y="36"/>
                    <a:pt x="0" y="40"/>
                  </a:cubicBezTo>
                  <a:cubicBezTo>
                    <a:pt x="6" y="27"/>
                    <a:pt x="13" y="15"/>
                    <a:pt x="16" y="0"/>
                  </a:cubicBezTo>
                </a:path>
              </a:pathLst>
            </a:custGeom>
            <a:solidFill>
              <a:srgbClr val="D4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938">
              <a:extLst>
                <a:ext uri="{FF2B5EF4-FFF2-40B4-BE49-F238E27FC236}">
                  <a16:creationId xmlns:a16="http://schemas.microsoft.com/office/drawing/2014/main" id="{4DD41B6C-F81E-437A-A2E6-7AD6B8074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455"/>
              <a:ext cx="55" cy="272"/>
            </a:xfrm>
            <a:custGeom>
              <a:avLst/>
              <a:gdLst>
                <a:gd name="T0" fmla="*/ 0 w 22"/>
                <a:gd name="T1" fmla="*/ 0 h 102"/>
                <a:gd name="T2" fmla="*/ 83 w 22"/>
                <a:gd name="T3" fmla="*/ 93 h 102"/>
                <a:gd name="T4" fmla="*/ 113 w 22"/>
                <a:gd name="T5" fmla="*/ 320 h 102"/>
                <a:gd name="T6" fmla="*/ 208 w 22"/>
                <a:gd name="T7" fmla="*/ 875 h 102"/>
                <a:gd name="T8" fmla="*/ 345 w 22"/>
                <a:gd name="T9" fmla="*/ 1933 h 102"/>
                <a:gd name="T10" fmla="*/ 238 w 22"/>
                <a:gd name="T11" fmla="*/ 1912 h 102"/>
                <a:gd name="T12" fmla="*/ 208 w 22"/>
                <a:gd name="T13" fmla="*/ 1160 h 102"/>
                <a:gd name="T14" fmla="*/ 145 w 22"/>
                <a:gd name="T15" fmla="*/ 739 h 102"/>
                <a:gd name="T16" fmla="*/ 83 w 22"/>
                <a:gd name="T17" fmla="*/ 264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02">
                  <a:moveTo>
                    <a:pt x="0" y="0"/>
                  </a:moveTo>
                  <a:cubicBezTo>
                    <a:pt x="2" y="3"/>
                    <a:pt x="4" y="2"/>
                    <a:pt x="5" y="5"/>
                  </a:cubicBezTo>
                  <a:cubicBezTo>
                    <a:pt x="7" y="8"/>
                    <a:pt x="6" y="13"/>
                    <a:pt x="7" y="17"/>
                  </a:cubicBezTo>
                  <a:cubicBezTo>
                    <a:pt x="10" y="27"/>
                    <a:pt x="12" y="36"/>
                    <a:pt x="13" y="46"/>
                  </a:cubicBezTo>
                  <a:cubicBezTo>
                    <a:pt x="16" y="65"/>
                    <a:pt x="19" y="84"/>
                    <a:pt x="22" y="102"/>
                  </a:cubicBezTo>
                  <a:cubicBezTo>
                    <a:pt x="20" y="101"/>
                    <a:pt x="18" y="100"/>
                    <a:pt x="15" y="101"/>
                  </a:cubicBezTo>
                  <a:cubicBezTo>
                    <a:pt x="15" y="88"/>
                    <a:pt x="15" y="75"/>
                    <a:pt x="13" y="61"/>
                  </a:cubicBezTo>
                  <a:cubicBezTo>
                    <a:pt x="12" y="54"/>
                    <a:pt x="10" y="47"/>
                    <a:pt x="9" y="39"/>
                  </a:cubicBezTo>
                  <a:cubicBezTo>
                    <a:pt x="8" y="31"/>
                    <a:pt x="8" y="22"/>
                    <a:pt x="5" y="14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939">
              <a:extLst>
                <a:ext uri="{FF2B5EF4-FFF2-40B4-BE49-F238E27FC236}">
                  <a16:creationId xmlns:a16="http://schemas.microsoft.com/office/drawing/2014/main" id="{7D342285-CCEF-4D85-B89D-E40838691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525"/>
              <a:ext cx="27" cy="178"/>
            </a:xfrm>
            <a:custGeom>
              <a:avLst/>
              <a:gdLst>
                <a:gd name="T0" fmla="*/ 0 w 11"/>
                <a:gd name="T1" fmla="*/ 0 h 67"/>
                <a:gd name="T2" fmla="*/ 120 w 11"/>
                <a:gd name="T3" fmla="*/ 170 h 67"/>
                <a:gd name="T4" fmla="*/ 120 w 11"/>
                <a:gd name="T5" fmla="*/ 396 h 67"/>
                <a:gd name="T6" fmla="*/ 133 w 11"/>
                <a:gd name="T7" fmla="*/ 749 h 67"/>
                <a:gd name="T8" fmla="*/ 150 w 11"/>
                <a:gd name="T9" fmla="*/ 1257 h 67"/>
                <a:gd name="T10" fmla="*/ 71 w 11"/>
                <a:gd name="T11" fmla="*/ 507 h 67"/>
                <a:gd name="T12" fmla="*/ 0 w 11"/>
                <a:gd name="T13" fmla="*/ 3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7">
                  <a:moveTo>
                    <a:pt x="0" y="0"/>
                  </a:moveTo>
                  <a:cubicBezTo>
                    <a:pt x="2" y="2"/>
                    <a:pt x="7" y="6"/>
                    <a:pt x="8" y="9"/>
                  </a:cubicBezTo>
                  <a:cubicBezTo>
                    <a:pt x="8" y="12"/>
                    <a:pt x="7" y="18"/>
                    <a:pt x="8" y="21"/>
                  </a:cubicBezTo>
                  <a:cubicBezTo>
                    <a:pt x="8" y="28"/>
                    <a:pt x="9" y="34"/>
                    <a:pt x="9" y="40"/>
                  </a:cubicBezTo>
                  <a:cubicBezTo>
                    <a:pt x="9" y="49"/>
                    <a:pt x="11" y="58"/>
                    <a:pt x="10" y="67"/>
                  </a:cubicBezTo>
                  <a:cubicBezTo>
                    <a:pt x="10" y="53"/>
                    <a:pt x="7" y="40"/>
                    <a:pt x="5" y="27"/>
                  </a:cubicBezTo>
                  <a:cubicBezTo>
                    <a:pt x="4" y="19"/>
                    <a:pt x="2" y="10"/>
                    <a:pt x="0" y="2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940">
              <a:extLst>
                <a:ext uri="{FF2B5EF4-FFF2-40B4-BE49-F238E27FC236}">
                  <a16:creationId xmlns:a16="http://schemas.microsoft.com/office/drawing/2014/main" id="{5A02F301-D633-4451-94AB-3C87B9154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498"/>
              <a:ext cx="32" cy="141"/>
            </a:xfrm>
            <a:custGeom>
              <a:avLst/>
              <a:gdLst>
                <a:gd name="T0" fmla="*/ 42 w 13"/>
                <a:gd name="T1" fmla="*/ 0 h 53"/>
                <a:gd name="T2" fmla="*/ 194 w 13"/>
                <a:gd name="T3" fmla="*/ 192 h 53"/>
                <a:gd name="T4" fmla="*/ 103 w 13"/>
                <a:gd name="T5" fmla="*/ 396 h 53"/>
                <a:gd name="T6" fmla="*/ 0 w 13"/>
                <a:gd name="T7" fmla="*/ 998 h 53"/>
                <a:gd name="T8" fmla="*/ 42 w 13"/>
                <a:gd name="T9" fmla="*/ 3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3">
                  <a:moveTo>
                    <a:pt x="3" y="0"/>
                  </a:moveTo>
                  <a:cubicBezTo>
                    <a:pt x="6" y="3"/>
                    <a:pt x="10" y="7"/>
                    <a:pt x="13" y="10"/>
                  </a:cubicBezTo>
                  <a:cubicBezTo>
                    <a:pt x="9" y="12"/>
                    <a:pt x="8" y="17"/>
                    <a:pt x="7" y="21"/>
                  </a:cubicBezTo>
                  <a:cubicBezTo>
                    <a:pt x="5" y="32"/>
                    <a:pt x="3" y="42"/>
                    <a:pt x="0" y="53"/>
                  </a:cubicBezTo>
                  <a:cubicBezTo>
                    <a:pt x="2" y="36"/>
                    <a:pt x="4" y="19"/>
                    <a:pt x="3" y="2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941">
              <a:extLst>
                <a:ext uri="{FF2B5EF4-FFF2-40B4-BE49-F238E27FC236}">
                  <a16:creationId xmlns:a16="http://schemas.microsoft.com/office/drawing/2014/main" id="{8D43E9C4-1839-4C0A-B7C2-58321EE27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354"/>
              <a:ext cx="63" cy="171"/>
            </a:xfrm>
            <a:custGeom>
              <a:avLst/>
              <a:gdLst>
                <a:gd name="T0" fmla="*/ 0 w 25"/>
                <a:gd name="T1" fmla="*/ 1221 h 64"/>
                <a:gd name="T2" fmla="*/ 159 w 25"/>
                <a:gd name="T3" fmla="*/ 436 h 64"/>
                <a:gd name="T4" fmla="*/ 255 w 25"/>
                <a:gd name="T5" fmla="*/ 0 h 64"/>
                <a:gd name="T6" fmla="*/ 401 w 25"/>
                <a:gd name="T7" fmla="*/ 321 h 64"/>
                <a:gd name="T8" fmla="*/ 113 w 25"/>
                <a:gd name="T9" fmla="*/ 84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4">
                  <a:moveTo>
                    <a:pt x="0" y="64"/>
                  </a:moveTo>
                  <a:cubicBezTo>
                    <a:pt x="2" y="50"/>
                    <a:pt x="6" y="36"/>
                    <a:pt x="10" y="23"/>
                  </a:cubicBezTo>
                  <a:cubicBezTo>
                    <a:pt x="12" y="16"/>
                    <a:pt x="12" y="6"/>
                    <a:pt x="16" y="0"/>
                  </a:cubicBezTo>
                  <a:cubicBezTo>
                    <a:pt x="20" y="3"/>
                    <a:pt x="22" y="12"/>
                    <a:pt x="25" y="17"/>
                  </a:cubicBezTo>
                  <a:cubicBezTo>
                    <a:pt x="15" y="13"/>
                    <a:pt x="10" y="38"/>
                    <a:pt x="7" y="44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942">
              <a:extLst>
                <a:ext uri="{FF2B5EF4-FFF2-40B4-BE49-F238E27FC236}">
                  <a16:creationId xmlns:a16="http://schemas.microsoft.com/office/drawing/2014/main" id="{AA43A74D-C73D-4A87-B76D-30B0D0A3C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162"/>
              <a:ext cx="45" cy="67"/>
            </a:xfrm>
            <a:custGeom>
              <a:avLst/>
              <a:gdLst>
                <a:gd name="T0" fmla="*/ 20 w 18"/>
                <a:gd name="T1" fmla="*/ 209 h 25"/>
                <a:gd name="T2" fmla="*/ 283 w 18"/>
                <a:gd name="T3" fmla="*/ 482 h 25"/>
                <a:gd name="T4" fmla="*/ 50 w 18"/>
                <a:gd name="T5" fmla="*/ 367 h 25"/>
                <a:gd name="T6" fmla="*/ 0 w 18"/>
                <a:gd name="T7" fmla="*/ 20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5">
                  <a:moveTo>
                    <a:pt x="1" y="11"/>
                  </a:moveTo>
                  <a:cubicBezTo>
                    <a:pt x="7" y="0"/>
                    <a:pt x="16" y="20"/>
                    <a:pt x="18" y="25"/>
                  </a:cubicBezTo>
                  <a:cubicBezTo>
                    <a:pt x="14" y="21"/>
                    <a:pt x="8" y="18"/>
                    <a:pt x="3" y="19"/>
                  </a:cubicBezTo>
                  <a:cubicBezTo>
                    <a:pt x="4" y="16"/>
                    <a:pt x="3" y="13"/>
                    <a:pt x="0" y="11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943">
              <a:extLst>
                <a:ext uri="{FF2B5EF4-FFF2-40B4-BE49-F238E27FC236}">
                  <a16:creationId xmlns:a16="http://schemas.microsoft.com/office/drawing/2014/main" id="{3D85B5AF-CF81-4115-8D59-707DF491E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197"/>
              <a:ext cx="30" cy="66"/>
            </a:xfrm>
            <a:custGeom>
              <a:avLst/>
              <a:gdLst>
                <a:gd name="T0" fmla="*/ 188 w 12"/>
                <a:gd name="T1" fmla="*/ 0 h 25"/>
                <a:gd name="T2" fmla="*/ 33 w 12"/>
                <a:gd name="T3" fmla="*/ 21 h 25"/>
                <a:gd name="T4" fmla="*/ 63 w 12"/>
                <a:gd name="T5" fmla="*/ 459 h 25"/>
                <a:gd name="T6" fmla="*/ 188 w 1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12" y="0"/>
                  </a:moveTo>
                  <a:cubicBezTo>
                    <a:pt x="9" y="1"/>
                    <a:pt x="5" y="0"/>
                    <a:pt x="2" y="1"/>
                  </a:cubicBezTo>
                  <a:cubicBezTo>
                    <a:pt x="2" y="6"/>
                    <a:pt x="0" y="24"/>
                    <a:pt x="4" y="25"/>
                  </a:cubicBezTo>
                  <a:cubicBezTo>
                    <a:pt x="4" y="16"/>
                    <a:pt x="2" y="5"/>
                    <a:pt x="12" y="0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944">
              <a:extLst>
                <a:ext uri="{FF2B5EF4-FFF2-40B4-BE49-F238E27FC236}">
                  <a16:creationId xmlns:a16="http://schemas.microsoft.com/office/drawing/2014/main" id="{5CD7B983-C09F-4AD1-9491-D3231E385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202"/>
              <a:ext cx="22" cy="99"/>
            </a:xfrm>
            <a:custGeom>
              <a:avLst/>
              <a:gdLst>
                <a:gd name="T0" fmla="*/ 132 w 9"/>
                <a:gd name="T1" fmla="*/ 209 h 37"/>
                <a:gd name="T2" fmla="*/ 0 w 9"/>
                <a:gd name="T3" fmla="*/ 709 h 37"/>
                <a:gd name="T4" fmla="*/ 132 w 9"/>
                <a:gd name="T5" fmla="*/ 17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7">
                  <a:moveTo>
                    <a:pt x="9" y="11"/>
                  </a:moveTo>
                  <a:cubicBezTo>
                    <a:pt x="0" y="0"/>
                    <a:pt x="0" y="34"/>
                    <a:pt x="0" y="37"/>
                  </a:cubicBezTo>
                  <a:cubicBezTo>
                    <a:pt x="0" y="28"/>
                    <a:pt x="4" y="18"/>
                    <a:pt x="9" y="9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945">
              <a:extLst>
                <a:ext uri="{FF2B5EF4-FFF2-40B4-BE49-F238E27FC236}">
                  <a16:creationId xmlns:a16="http://schemas.microsoft.com/office/drawing/2014/main" id="{3FC79196-FD7C-4702-94B3-1CE1F40F6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109"/>
              <a:ext cx="33" cy="61"/>
            </a:xfrm>
            <a:custGeom>
              <a:avLst/>
              <a:gdLst>
                <a:gd name="T0" fmla="*/ 213 w 13"/>
                <a:gd name="T1" fmla="*/ 34 h 23"/>
                <a:gd name="T2" fmla="*/ 20 w 13"/>
                <a:gd name="T3" fmla="*/ 34 h 23"/>
                <a:gd name="T4" fmla="*/ 33 w 13"/>
                <a:gd name="T5" fmla="*/ 430 h 23"/>
                <a:gd name="T6" fmla="*/ 213 w 13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13" y="2"/>
                  </a:moveTo>
                  <a:cubicBezTo>
                    <a:pt x="9" y="2"/>
                    <a:pt x="5" y="1"/>
                    <a:pt x="1" y="2"/>
                  </a:cubicBezTo>
                  <a:cubicBezTo>
                    <a:pt x="1" y="8"/>
                    <a:pt x="0" y="18"/>
                    <a:pt x="2" y="23"/>
                  </a:cubicBezTo>
                  <a:cubicBezTo>
                    <a:pt x="2" y="17"/>
                    <a:pt x="5" y="0"/>
                    <a:pt x="13" y="1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946">
              <a:extLst>
                <a:ext uri="{FF2B5EF4-FFF2-40B4-BE49-F238E27FC236}">
                  <a16:creationId xmlns:a16="http://schemas.microsoft.com/office/drawing/2014/main" id="{502B5064-70F7-4811-B575-0025BDA31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301"/>
              <a:ext cx="5" cy="82"/>
            </a:xfrm>
            <a:custGeom>
              <a:avLst/>
              <a:gdLst>
                <a:gd name="T0" fmla="*/ 0 w 2"/>
                <a:gd name="T1" fmla="*/ 0 h 31"/>
                <a:gd name="T2" fmla="*/ 20 w 2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cubicBezTo>
                    <a:pt x="2" y="11"/>
                    <a:pt x="2" y="21"/>
                    <a:pt x="1" y="31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947">
              <a:extLst>
                <a:ext uri="{FF2B5EF4-FFF2-40B4-BE49-F238E27FC236}">
                  <a16:creationId xmlns:a16="http://schemas.microsoft.com/office/drawing/2014/main" id="{1D14D7A8-0682-4056-A32A-1B7F94614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434"/>
              <a:ext cx="18" cy="51"/>
            </a:xfrm>
            <a:custGeom>
              <a:avLst/>
              <a:gdLst>
                <a:gd name="T0" fmla="*/ 0 w 7"/>
                <a:gd name="T1" fmla="*/ 0 h 19"/>
                <a:gd name="T2" fmla="*/ 21 w 7"/>
                <a:gd name="T3" fmla="*/ 368 h 19"/>
                <a:gd name="T4" fmla="*/ 0 w 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0" y="6"/>
                    <a:pt x="0" y="13"/>
                    <a:pt x="1" y="19"/>
                  </a:cubicBezTo>
                  <a:cubicBezTo>
                    <a:pt x="7" y="14"/>
                    <a:pt x="3" y="6"/>
                    <a:pt x="0" y="0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948">
              <a:extLst>
                <a:ext uri="{FF2B5EF4-FFF2-40B4-BE49-F238E27FC236}">
                  <a16:creationId xmlns:a16="http://schemas.microsoft.com/office/drawing/2014/main" id="{6F8A2B8F-F1E1-4C00-9DDD-9EC33D90C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522"/>
              <a:ext cx="32" cy="112"/>
            </a:xfrm>
            <a:custGeom>
              <a:avLst/>
              <a:gdLst>
                <a:gd name="T0" fmla="*/ 12 w 13"/>
                <a:gd name="T1" fmla="*/ 0 h 42"/>
                <a:gd name="T2" fmla="*/ 103 w 13"/>
                <a:gd name="T3" fmla="*/ 227 h 42"/>
                <a:gd name="T4" fmla="*/ 194 w 13"/>
                <a:gd name="T5" fmla="*/ 797 h 42"/>
                <a:gd name="T6" fmla="*/ 74 w 13"/>
                <a:gd name="T7" fmla="*/ 320 h 42"/>
                <a:gd name="T8" fmla="*/ 0 w 13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1" y="0"/>
                  </a:moveTo>
                  <a:cubicBezTo>
                    <a:pt x="6" y="3"/>
                    <a:pt x="5" y="7"/>
                    <a:pt x="7" y="12"/>
                  </a:cubicBezTo>
                  <a:cubicBezTo>
                    <a:pt x="9" y="22"/>
                    <a:pt x="11" y="32"/>
                    <a:pt x="13" y="42"/>
                  </a:cubicBezTo>
                  <a:cubicBezTo>
                    <a:pt x="11" y="33"/>
                    <a:pt x="8" y="25"/>
                    <a:pt x="5" y="17"/>
                  </a:cubicBezTo>
                  <a:cubicBezTo>
                    <a:pt x="3" y="12"/>
                    <a:pt x="0" y="7"/>
                    <a:pt x="0" y="2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949">
              <a:extLst>
                <a:ext uri="{FF2B5EF4-FFF2-40B4-BE49-F238E27FC236}">
                  <a16:creationId xmlns:a16="http://schemas.microsoft.com/office/drawing/2014/main" id="{2CBBE741-19BB-4283-9214-A4B89FC9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1445"/>
              <a:ext cx="32" cy="98"/>
            </a:xfrm>
            <a:custGeom>
              <a:avLst/>
              <a:gdLst>
                <a:gd name="T0" fmla="*/ 12 w 13"/>
                <a:gd name="T1" fmla="*/ 0 h 37"/>
                <a:gd name="T2" fmla="*/ 103 w 13"/>
                <a:gd name="T3" fmla="*/ 111 h 37"/>
                <a:gd name="T4" fmla="*/ 121 w 13"/>
                <a:gd name="T5" fmla="*/ 281 h 37"/>
                <a:gd name="T6" fmla="*/ 194 w 13"/>
                <a:gd name="T7" fmla="*/ 689 h 37"/>
                <a:gd name="T8" fmla="*/ 0 w 13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7">
                  <a:moveTo>
                    <a:pt x="1" y="0"/>
                  </a:moveTo>
                  <a:cubicBezTo>
                    <a:pt x="3" y="2"/>
                    <a:pt x="5" y="4"/>
                    <a:pt x="7" y="6"/>
                  </a:cubicBezTo>
                  <a:cubicBezTo>
                    <a:pt x="6" y="9"/>
                    <a:pt x="8" y="12"/>
                    <a:pt x="8" y="15"/>
                  </a:cubicBezTo>
                  <a:cubicBezTo>
                    <a:pt x="10" y="23"/>
                    <a:pt x="11" y="30"/>
                    <a:pt x="13" y="37"/>
                  </a:cubicBezTo>
                  <a:cubicBezTo>
                    <a:pt x="7" y="27"/>
                    <a:pt x="3" y="13"/>
                    <a:pt x="0" y="1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950">
              <a:extLst>
                <a:ext uri="{FF2B5EF4-FFF2-40B4-BE49-F238E27FC236}">
                  <a16:creationId xmlns:a16="http://schemas.microsoft.com/office/drawing/2014/main" id="{62266FD7-3543-4D1A-AAD6-7DA1BF240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1261"/>
              <a:ext cx="27" cy="61"/>
            </a:xfrm>
            <a:custGeom>
              <a:avLst/>
              <a:gdLst>
                <a:gd name="T0" fmla="*/ 0 w 11"/>
                <a:gd name="T1" fmla="*/ 0 h 23"/>
                <a:gd name="T2" fmla="*/ 120 w 11"/>
                <a:gd name="T3" fmla="*/ 408 h 23"/>
                <a:gd name="T4" fmla="*/ 120 w 11"/>
                <a:gd name="T5" fmla="*/ 40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11" y="5"/>
                    <a:pt x="7" y="13"/>
                    <a:pt x="8" y="22"/>
                  </a:cubicBezTo>
                  <a:cubicBezTo>
                    <a:pt x="8" y="23"/>
                    <a:pt x="8" y="22"/>
                    <a:pt x="8" y="22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951">
              <a:extLst>
                <a:ext uri="{FF2B5EF4-FFF2-40B4-BE49-F238E27FC236}">
                  <a16:creationId xmlns:a16="http://schemas.microsoft.com/office/drawing/2014/main" id="{B828C6FE-08E2-4AFE-AF44-90112704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1143"/>
              <a:ext cx="28" cy="24"/>
            </a:xfrm>
            <a:custGeom>
              <a:avLst/>
              <a:gdLst>
                <a:gd name="T0" fmla="*/ 20 w 11"/>
                <a:gd name="T1" fmla="*/ 171 h 9"/>
                <a:gd name="T2" fmla="*/ 20 w 11"/>
                <a:gd name="T3" fmla="*/ 0 h 9"/>
                <a:gd name="T4" fmla="*/ 181 w 11"/>
                <a:gd name="T5" fmla="*/ 149 h 9"/>
                <a:gd name="T6" fmla="*/ 33 w 11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" y="9"/>
                  </a:moveTo>
                  <a:cubicBezTo>
                    <a:pt x="2" y="6"/>
                    <a:pt x="1" y="3"/>
                    <a:pt x="1" y="0"/>
                  </a:cubicBezTo>
                  <a:cubicBezTo>
                    <a:pt x="5" y="3"/>
                    <a:pt x="8" y="4"/>
                    <a:pt x="11" y="8"/>
                  </a:cubicBezTo>
                  <a:cubicBezTo>
                    <a:pt x="9" y="7"/>
                    <a:pt x="0" y="3"/>
                    <a:pt x="2" y="8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952">
              <a:extLst>
                <a:ext uri="{FF2B5EF4-FFF2-40B4-BE49-F238E27FC236}">
                  <a16:creationId xmlns:a16="http://schemas.microsoft.com/office/drawing/2014/main" id="{4FB5186D-C16D-42DF-8578-4AEBACDEE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199"/>
              <a:ext cx="35" cy="40"/>
            </a:xfrm>
            <a:custGeom>
              <a:avLst/>
              <a:gdLst>
                <a:gd name="T0" fmla="*/ 33 w 14"/>
                <a:gd name="T1" fmla="*/ 0 h 15"/>
                <a:gd name="T2" fmla="*/ 63 w 14"/>
                <a:gd name="T3" fmla="*/ 285 h 15"/>
                <a:gd name="T4" fmla="*/ 220 w 14"/>
                <a:gd name="T5" fmla="*/ 93 h 15"/>
                <a:gd name="T6" fmla="*/ 0 w 14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2" y="0"/>
                  </a:moveTo>
                  <a:cubicBezTo>
                    <a:pt x="2" y="5"/>
                    <a:pt x="3" y="11"/>
                    <a:pt x="4" y="15"/>
                  </a:cubicBezTo>
                  <a:cubicBezTo>
                    <a:pt x="5" y="10"/>
                    <a:pt x="7" y="5"/>
                    <a:pt x="14" y="5"/>
                  </a:cubicBezTo>
                  <a:cubicBezTo>
                    <a:pt x="9" y="4"/>
                    <a:pt x="5" y="2"/>
                    <a:pt x="0" y="1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953">
              <a:extLst>
                <a:ext uri="{FF2B5EF4-FFF2-40B4-BE49-F238E27FC236}">
                  <a16:creationId xmlns:a16="http://schemas.microsoft.com/office/drawing/2014/main" id="{8FFA34CE-75CB-4358-B491-F04E20D09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250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33 w 6"/>
                <a:gd name="T3" fmla="*/ 197 h 10"/>
                <a:gd name="T4" fmla="*/ 95 w 6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3"/>
                    <a:pt x="0" y="8"/>
                    <a:pt x="2" y="10"/>
                  </a:cubicBezTo>
                  <a:cubicBezTo>
                    <a:pt x="3" y="7"/>
                    <a:pt x="6" y="5"/>
                    <a:pt x="6" y="6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954">
              <a:extLst>
                <a:ext uri="{FF2B5EF4-FFF2-40B4-BE49-F238E27FC236}">
                  <a16:creationId xmlns:a16="http://schemas.microsoft.com/office/drawing/2014/main" id="{45280CD7-E266-4DDE-B67E-56EE1DD9E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079"/>
              <a:ext cx="30" cy="91"/>
            </a:xfrm>
            <a:custGeom>
              <a:avLst/>
              <a:gdLst>
                <a:gd name="T0" fmla="*/ 0 w 12"/>
                <a:gd name="T1" fmla="*/ 0 h 34"/>
                <a:gd name="T2" fmla="*/ 145 w 12"/>
                <a:gd name="T3" fmla="*/ 56 h 34"/>
                <a:gd name="T4" fmla="*/ 145 w 12"/>
                <a:gd name="T5" fmla="*/ 653 h 34"/>
                <a:gd name="T6" fmla="*/ 0 w 1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4">
                  <a:moveTo>
                    <a:pt x="0" y="0"/>
                  </a:moveTo>
                  <a:cubicBezTo>
                    <a:pt x="3" y="2"/>
                    <a:pt x="6" y="2"/>
                    <a:pt x="9" y="3"/>
                  </a:cubicBezTo>
                  <a:cubicBezTo>
                    <a:pt x="11" y="13"/>
                    <a:pt x="12" y="24"/>
                    <a:pt x="9" y="34"/>
                  </a:cubicBezTo>
                  <a:cubicBezTo>
                    <a:pt x="8" y="26"/>
                    <a:pt x="8" y="6"/>
                    <a:pt x="0" y="1"/>
                  </a:cubicBezTo>
                </a:path>
              </a:pathLst>
            </a:custGeom>
            <a:solidFill>
              <a:srgbClr val="FF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955">
              <a:extLst>
                <a:ext uri="{FF2B5EF4-FFF2-40B4-BE49-F238E27FC236}">
                  <a16:creationId xmlns:a16="http://schemas.microsoft.com/office/drawing/2014/main" id="{1209EE8C-3B9A-443C-85EF-04044FCF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202"/>
              <a:ext cx="55" cy="99"/>
            </a:xfrm>
            <a:custGeom>
              <a:avLst/>
              <a:gdLst>
                <a:gd name="T0" fmla="*/ 333 w 22"/>
                <a:gd name="T1" fmla="*/ 35 h 37"/>
                <a:gd name="T2" fmla="*/ 175 w 22"/>
                <a:gd name="T3" fmla="*/ 709 h 37"/>
                <a:gd name="T4" fmla="*/ 345 w 2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7">
                  <a:moveTo>
                    <a:pt x="21" y="2"/>
                  </a:moveTo>
                  <a:cubicBezTo>
                    <a:pt x="0" y="7"/>
                    <a:pt x="10" y="22"/>
                    <a:pt x="11" y="37"/>
                  </a:cubicBezTo>
                  <a:cubicBezTo>
                    <a:pt x="11" y="23"/>
                    <a:pt x="13" y="12"/>
                    <a:pt x="22" y="0"/>
                  </a:cubicBezTo>
                </a:path>
              </a:pathLst>
            </a:custGeom>
            <a:solidFill>
              <a:srgbClr val="D4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956">
              <a:extLst>
                <a:ext uri="{FF2B5EF4-FFF2-40B4-BE49-F238E27FC236}">
                  <a16:creationId xmlns:a16="http://schemas.microsoft.com/office/drawing/2014/main" id="{A72E5956-B355-4F49-978E-8FA294FB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218"/>
              <a:ext cx="37" cy="40"/>
            </a:xfrm>
            <a:custGeom>
              <a:avLst/>
              <a:gdLst>
                <a:gd name="T0" fmla="*/ 165 w 15"/>
                <a:gd name="T1" fmla="*/ 0 h 15"/>
                <a:gd name="T2" fmla="*/ 0 w 15"/>
                <a:gd name="T3" fmla="*/ 285 h 15"/>
                <a:gd name="T4" fmla="*/ 91 w 15"/>
                <a:gd name="T5" fmla="*/ 264 h 15"/>
                <a:gd name="T6" fmla="*/ 224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1" y="0"/>
                  </a:moveTo>
                  <a:cubicBezTo>
                    <a:pt x="7" y="5"/>
                    <a:pt x="2" y="8"/>
                    <a:pt x="0" y="15"/>
                  </a:cubicBezTo>
                  <a:cubicBezTo>
                    <a:pt x="2" y="14"/>
                    <a:pt x="4" y="13"/>
                    <a:pt x="6" y="14"/>
                  </a:cubicBezTo>
                  <a:cubicBezTo>
                    <a:pt x="7" y="8"/>
                    <a:pt x="11" y="4"/>
                    <a:pt x="15" y="0"/>
                  </a:cubicBezTo>
                </a:path>
              </a:pathLst>
            </a:custGeom>
            <a:solidFill>
              <a:srgbClr val="D4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957">
              <a:extLst>
                <a:ext uri="{FF2B5EF4-FFF2-40B4-BE49-F238E27FC236}">
                  <a16:creationId xmlns:a16="http://schemas.microsoft.com/office/drawing/2014/main" id="{A4A90763-188B-4EC3-B16A-4CFEA7327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1674"/>
              <a:ext cx="430" cy="491"/>
            </a:xfrm>
            <a:custGeom>
              <a:avLst/>
              <a:gdLst>
                <a:gd name="T0" fmla="*/ 2688 w 172"/>
                <a:gd name="T1" fmla="*/ 419 h 184"/>
                <a:gd name="T2" fmla="*/ 1595 w 172"/>
                <a:gd name="T3" fmla="*/ 704 h 184"/>
                <a:gd name="T4" fmla="*/ 95 w 172"/>
                <a:gd name="T5" fmla="*/ 35 h 184"/>
                <a:gd name="T6" fmla="*/ 20 w 172"/>
                <a:gd name="T7" fmla="*/ 93 h 184"/>
                <a:gd name="T8" fmla="*/ 425 w 172"/>
                <a:gd name="T9" fmla="*/ 3496 h 184"/>
                <a:gd name="T10" fmla="*/ 270 w 172"/>
                <a:gd name="T11" fmla="*/ 934 h 184"/>
                <a:gd name="T12" fmla="*/ 800 w 172"/>
                <a:gd name="T13" fmla="*/ 720 h 184"/>
                <a:gd name="T14" fmla="*/ 2688 w 172"/>
                <a:gd name="T15" fmla="*/ 419 h 1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84">
                  <a:moveTo>
                    <a:pt x="172" y="22"/>
                  </a:moveTo>
                  <a:cubicBezTo>
                    <a:pt x="154" y="30"/>
                    <a:pt x="131" y="37"/>
                    <a:pt x="102" y="37"/>
                  </a:cubicBezTo>
                  <a:cubicBezTo>
                    <a:pt x="52" y="37"/>
                    <a:pt x="22" y="18"/>
                    <a:pt x="6" y="2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8" y="50"/>
                    <a:pt x="27" y="184"/>
                    <a:pt x="27" y="184"/>
                  </a:cubicBezTo>
                  <a:cubicBezTo>
                    <a:pt x="27" y="156"/>
                    <a:pt x="18" y="58"/>
                    <a:pt x="17" y="49"/>
                  </a:cubicBezTo>
                  <a:cubicBezTo>
                    <a:pt x="15" y="38"/>
                    <a:pt x="13" y="27"/>
                    <a:pt x="51" y="38"/>
                  </a:cubicBezTo>
                  <a:cubicBezTo>
                    <a:pt x="89" y="49"/>
                    <a:pt x="147" y="43"/>
                    <a:pt x="172" y="22"/>
                  </a:cubicBezTo>
                  <a:close/>
                </a:path>
              </a:pathLst>
            </a:custGeom>
            <a:solidFill>
              <a:srgbClr val="F0A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958">
              <a:extLst>
                <a:ext uri="{FF2B5EF4-FFF2-40B4-BE49-F238E27FC236}">
                  <a16:creationId xmlns:a16="http://schemas.microsoft.com/office/drawing/2014/main" id="{AB5C543A-65CF-4C16-AC79-8402CA0BE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746"/>
              <a:ext cx="95" cy="171"/>
            </a:xfrm>
            <a:custGeom>
              <a:avLst/>
              <a:gdLst>
                <a:gd name="T0" fmla="*/ 125 w 38"/>
                <a:gd name="T1" fmla="*/ 379 h 64"/>
                <a:gd name="T2" fmla="*/ 125 w 38"/>
                <a:gd name="T3" fmla="*/ 1221 h 64"/>
                <a:gd name="T4" fmla="*/ 63 w 38"/>
                <a:gd name="T5" fmla="*/ 422 h 64"/>
                <a:gd name="T6" fmla="*/ 595 w 38"/>
                <a:gd name="T7" fmla="*/ 206 h 64"/>
                <a:gd name="T8" fmla="*/ 125 w 38"/>
                <a:gd name="T9" fmla="*/ 3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4">
                  <a:moveTo>
                    <a:pt x="8" y="20"/>
                  </a:moveTo>
                  <a:cubicBezTo>
                    <a:pt x="7" y="28"/>
                    <a:pt x="7" y="49"/>
                    <a:pt x="8" y="64"/>
                  </a:cubicBezTo>
                  <a:cubicBezTo>
                    <a:pt x="6" y="43"/>
                    <a:pt x="4" y="26"/>
                    <a:pt x="4" y="22"/>
                  </a:cubicBezTo>
                  <a:cubicBezTo>
                    <a:pt x="2" y="11"/>
                    <a:pt x="0" y="0"/>
                    <a:pt x="38" y="11"/>
                  </a:cubicBezTo>
                  <a:cubicBezTo>
                    <a:pt x="9" y="7"/>
                    <a:pt x="8" y="12"/>
                    <a:pt x="8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959">
              <a:extLst>
                <a:ext uri="{FF2B5EF4-FFF2-40B4-BE49-F238E27FC236}">
                  <a16:creationId xmlns:a16="http://schemas.microsoft.com/office/drawing/2014/main" id="{24D665E0-5D34-497F-A5D9-C07F04648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650"/>
              <a:ext cx="453" cy="627"/>
            </a:xfrm>
            <a:custGeom>
              <a:avLst/>
              <a:gdLst>
                <a:gd name="T0" fmla="*/ 0 w 181"/>
                <a:gd name="T1" fmla="*/ 3837 h 235"/>
                <a:gd name="T2" fmla="*/ 2430 w 181"/>
                <a:gd name="T3" fmla="*/ 3781 h 235"/>
                <a:gd name="T4" fmla="*/ 2568 w 181"/>
                <a:gd name="T5" fmla="*/ 3359 h 235"/>
                <a:gd name="T6" fmla="*/ 2838 w 181"/>
                <a:gd name="T7" fmla="*/ 0 h 235"/>
                <a:gd name="T8" fmla="*/ 2430 w 181"/>
                <a:gd name="T9" fmla="*/ 2983 h 235"/>
                <a:gd name="T10" fmla="*/ 1221 w 181"/>
                <a:gd name="T11" fmla="*/ 4101 h 235"/>
                <a:gd name="T12" fmla="*/ 0 w 181"/>
                <a:gd name="T13" fmla="*/ 3837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235">
                  <a:moveTo>
                    <a:pt x="0" y="202"/>
                  </a:moveTo>
                  <a:cubicBezTo>
                    <a:pt x="31" y="222"/>
                    <a:pt x="110" y="235"/>
                    <a:pt x="155" y="199"/>
                  </a:cubicBezTo>
                  <a:cubicBezTo>
                    <a:pt x="162" y="194"/>
                    <a:pt x="163" y="190"/>
                    <a:pt x="164" y="177"/>
                  </a:cubicBezTo>
                  <a:cubicBezTo>
                    <a:pt x="165" y="164"/>
                    <a:pt x="181" y="0"/>
                    <a:pt x="181" y="0"/>
                  </a:cubicBezTo>
                  <a:cubicBezTo>
                    <a:pt x="178" y="5"/>
                    <a:pt x="164" y="110"/>
                    <a:pt x="155" y="157"/>
                  </a:cubicBezTo>
                  <a:cubicBezTo>
                    <a:pt x="147" y="204"/>
                    <a:pt x="121" y="218"/>
                    <a:pt x="78" y="216"/>
                  </a:cubicBezTo>
                  <a:cubicBezTo>
                    <a:pt x="35" y="215"/>
                    <a:pt x="8" y="206"/>
                    <a:pt x="0" y="202"/>
                  </a:cubicBezTo>
                  <a:close/>
                </a:path>
              </a:pathLst>
            </a:custGeom>
            <a:solidFill>
              <a:srgbClr val="CE1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960">
              <a:extLst>
                <a:ext uri="{FF2B5EF4-FFF2-40B4-BE49-F238E27FC236}">
                  <a16:creationId xmlns:a16="http://schemas.microsoft.com/office/drawing/2014/main" id="{323BB18A-47F7-4148-8FE3-3E5353CB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975"/>
              <a:ext cx="148" cy="259"/>
            </a:xfrm>
            <a:custGeom>
              <a:avLst/>
              <a:gdLst>
                <a:gd name="T0" fmla="*/ 710 w 59"/>
                <a:gd name="T1" fmla="*/ 1370 h 97"/>
                <a:gd name="T2" fmla="*/ 0 w 59"/>
                <a:gd name="T3" fmla="*/ 1848 h 97"/>
                <a:gd name="T4" fmla="*/ 710 w 59"/>
                <a:gd name="T5" fmla="*/ 1469 h 97"/>
                <a:gd name="T6" fmla="*/ 850 w 59"/>
                <a:gd name="T7" fmla="*/ 1049 h 97"/>
                <a:gd name="T8" fmla="*/ 931 w 59"/>
                <a:gd name="T9" fmla="*/ 0 h 97"/>
                <a:gd name="T10" fmla="*/ 710 w 59"/>
                <a:gd name="T11" fmla="*/ 137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7">
                  <a:moveTo>
                    <a:pt x="45" y="72"/>
                  </a:moveTo>
                  <a:cubicBezTo>
                    <a:pt x="37" y="84"/>
                    <a:pt x="17" y="91"/>
                    <a:pt x="0" y="97"/>
                  </a:cubicBezTo>
                  <a:cubicBezTo>
                    <a:pt x="17" y="94"/>
                    <a:pt x="32" y="87"/>
                    <a:pt x="45" y="77"/>
                  </a:cubicBezTo>
                  <a:cubicBezTo>
                    <a:pt x="52" y="72"/>
                    <a:pt x="53" y="68"/>
                    <a:pt x="54" y="55"/>
                  </a:cubicBezTo>
                  <a:cubicBezTo>
                    <a:pt x="55" y="51"/>
                    <a:pt x="57" y="28"/>
                    <a:pt x="59" y="0"/>
                  </a:cubicBezTo>
                  <a:cubicBezTo>
                    <a:pt x="59" y="0"/>
                    <a:pt x="54" y="59"/>
                    <a:pt x="45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Line 961">
              <a:extLst>
                <a:ext uri="{FF2B5EF4-FFF2-40B4-BE49-F238E27FC236}">
                  <a16:creationId xmlns:a16="http://schemas.microsoft.com/office/drawing/2014/main" id="{C239B15C-9317-4193-9121-E6B15CCDBE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8" y="1602"/>
              <a:ext cx="55" cy="57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962">
              <a:extLst>
                <a:ext uri="{FF2B5EF4-FFF2-40B4-BE49-F238E27FC236}">
                  <a16:creationId xmlns:a16="http://schemas.microsoft.com/office/drawing/2014/main" id="{C3536668-CA52-4EA0-BABB-6D3455690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498"/>
              <a:ext cx="83" cy="40"/>
            </a:xfrm>
            <a:custGeom>
              <a:avLst/>
              <a:gdLst>
                <a:gd name="T0" fmla="*/ 0 w 33"/>
                <a:gd name="T1" fmla="*/ 93 h 15"/>
                <a:gd name="T2" fmla="*/ 189 w 33"/>
                <a:gd name="T3" fmla="*/ 285 h 15"/>
                <a:gd name="T4" fmla="*/ 284 w 33"/>
                <a:gd name="T5" fmla="*/ 227 h 15"/>
                <a:gd name="T6" fmla="*/ 443 w 33"/>
                <a:gd name="T7" fmla="*/ 205 h 15"/>
                <a:gd name="T8" fmla="*/ 443 w 33"/>
                <a:gd name="T9" fmla="*/ 93 h 15"/>
                <a:gd name="T10" fmla="*/ 284 w 33"/>
                <a:gd name="T11" fmla="*/ 0 h 15"/>
                <a:gd name="T12" fmla="*/ 0 w 33"/>
                <a:gd name="T13" fmla="*/ 9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5">
                  <a:moveTo>
                    <a:pt x="0" y="5"/>
                  </a:moveTo>
                  <a:cubicBezTo>
                    <a:pt x="4" y="7"/>
                    <a:pt x="10" y="11"/>
                    <a:pt x="12" y="15"/>
                  </a:cubicBezTo>
                  <a:cubicBezTo>
                    <a:pt x="14" y="14"/>
                    <a:pt x="16" y="13"/>
                    <a:pt x="18" y="12"/>
                  </a:cubicBezTo>
                  <a:cubicBezTo>
                    <a:pt x="21" y="11"/>
                    <a:pt x="25" y="13"/>
                    <a:pt x="28" y="11"/>
                  </a:cubicBezTo>
                  <a:cubicBezTo>
                    <a:pt x="33" y="10"/>
                    <a:pt x="30" y="8"/>
                    <a:pt x="28" y="5"/>
                  </a:cubicBezTo>
                  <a:cubicBezTo>
                    <a:pt x="24" y="1"/>
                    <a:pt x="23" y="0"/>
                    <a:pt x="18" y="0"/>
                  </a:cubicBezTo>
                  <a:cubicBezTo>
                    <a:pt x="13" y="0"/>
                    <a:pt x="4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963">
              <a:extLst>
                <a:ext uri="{FF2B5EF4-FFF2-40B4-BE49-F238E27FC236}">
                  <a16:creationId xmlns:a16="http://schemas.microsoft.com/office/drawing/2014/main" id="{D76A5E0A-8783-4441-BDFF-8F74330F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511"/>
              <a:ext cx="93" cy="240"/>
            </a:xfrm>
            <a:custGeom>
              <a:avLst/>
              <a:gdLst>
                <a:gd name="T0" fmla="*/ 493 w 37"/>
                <a:gd name="T1" fmla="*/ 93 h 90"/>
                <a:gd name="T2" fmla="*/ 493 w 37"/>
                <a:gd name="T3" fmla="*/ 93 h 90"/>
                <a:gd name="T4" fmla="*/ 442 w 37"/>
                <a:gd name="T5" fmla="*/ 115 h 90"/>
                <a:gd name="T6" fmla="*/ 284 w 37"/>
                <a:gd name="T7" fmla="*/ 136 h 90"/>
                <a:gd name="T8" fmla="*/ 189 w 37"/>
                <a:gd name="T9" fmla="*/ 192 h 90"/>
                <a:gd name="T10" fmla="*/ 0 w 37"/>
                <a:gd name="T11" fmla="*/ 0 h 90"/>
                <a:gd name="T12" fmla="*/ 113 w 37"/>
                <a:gd name="T13" fmla="*/ 1672 h 90"/>
                <a:gd name="T14" fmla="*/ 555 w 37"/>
                <a:gd name="T15" fmla="*/ 1707 h 90"/>
                <a:gd name="T16" fmla="*/ 588 w 37"/>
                <a:gd name="T17" fmla="*/ 1707 h 90"/>
                <a:gd name="T18" fmla="*/ 493 w 37"/>
                <a:gd name="T19" fmla="*/ 93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90"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6"/>
                    <a:pt x="28" y="6"/>
                  </a:cubicBezTo>
                  <a:cubicBezTo>
                    <a:pt x="25" y="8"/>
                    <a:pt x="21" y="6"/>
                    <a:pt x="18" y="7"/>
                  </a:cubicBezTo>
                  <a:cubicBezTo>
                    <a:pt x="16" y="8"/>
                    <a:pt x="14" y="9"/>
                    <a:pt x="12" y="10"/>
                  </a:cubicBezTo>
                  <a:cubicBezTo>
                    <a:pt x="10" y="6"/>
                    <a:pt x="4" y="2"/>
                    <a:pt x="0" y="0"/>
                  </a:cubicBezTo>
                  <a:cubicBezTo>
                    <a:pt x="0" y="0"/>
                    <a:pt x="5" y="61"/>
                    <a:pt x="7" y="88"/>
                  </a:cubicBezTo>
                  <a:cubicBezTo>
                    <a:pt x="16" y="89"/>
                    <a:pt x="25" y="90"/>
                    <a:pt x="35" y="90"/>
                  </a:cubicBezTo>
                  <a:cubicBezTo>
                    <a:pt x="36" y="90"/>
                    <a:pt x="36" y="90"/>
                    <a:pt x="37" y="90"/>
                  </a:cubicBezTo>
                  <a:cubicBezTo>
                    <a:pt x="36" y="68"/>
                    <a:pt x="33" y="14"/>
                    <a:pt x="31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964">
              <a:extLst>
                <a:ext uri="{FF2B5EF4-FFF2-40B4-BE49-F238E27FC236}">
                  <a16:creationId xmlns:a16="http://schemas.microsoft.com/office/drawing/2014/main" id="{CFE119DE-3477-4119-ADAA-D7A4A38D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533"/>
              <a:ext cx="62" cy="56"/>
            </a:xfrm>
            <a:custGeom>
              <a:avLst/>
              <a:gdLst>
                <a:gd name="T0" fmla="*/ 42 w 25"/>
                <a:gd name="T1" fmla="*/ 115 h 21"/>
                <a:gd name="T2" fmla="*/ 337 w 25"/>
                <a:gd name="T3" fmla="*/ 0 h 21"/>
                <a:gd name="T4" fmla="*/ 382 w 25"/>
                <a:gd name="T5" fmla="*/ 285 h 21"/>
                <a:gd name="T6" fmla="*/ 216 w 25"/>
                <a:gd name="T7" fmla="*/ 363 h 21"/>
                <a:gd name="T8" fmla="*/ 30 w 25"/>
                <a:gd name="T9" fmla="*/ 397 h 21"/>
                <a:gd name="T10" fmla="*/ 42 w 25"/>
                <a:gd name="T11" fmla="*/ 11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3" y="6"/>
                  </a:moveTo>
                  <a:cubicBezTo>
                    <a:pt x="10" y="5"/>
                    <a:pt x="16" y="3"/>
                    <a:pt x="22" y="0"/>
                  </a:cubicBezTo>
                  <a:cubicBezTo>
                    <a:pt x="23" y="5"/>
                    <a:pt x="25" y="10"/>
                    <a:pt x="25" y="15"/>
                  </a:cubicBezTo>
                  <a:cubicBezTo>
                    <a:pt x="21" y="15"/>
                    <a:pt x="18" y="18"/>
                    <a:pt x="14" y="19"/>
                  </a:cubicBezTo>
                  <a:cubicBezTo>
                    <a:pt x="10" y="20"/>
                    <a:pt x="6" y="20"/>
                    <a:pt x="2" y="21"/>
                  </a:cubicBezTo>
                  <a:cubicBezTo>
                    <a:pt x="1" y="17"/>
                    <a:pt x="0" y="9"/>
                    <a:pt x="3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965">
              <a:extLst>
                <a:ext uri="{FF2B5EF4-FFF2-40B4-BE49-F238E27FC236}">
                  <a16:creationId xmlns:a16="http://schemas.microsoft.com/office/drawing/2014/main" id="{2B9E6AD3-C50C-4255-9929-1B88512A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405"/>
              <a:ext cx="70" cy="88"/>
            </a:xfrm>
            <a:custGeom>
              <a:avLst/>
              <a:gdLst>
                <a:gd name="T0" fmla="*/ 0 w 28"/>
                <a:gd name="T1" fmla="*/ 307 h 33"/>
                <a:gd name="T2" fmla="*/ 50 w 28"/>
                <a:gd name="T3" fmla="*/ 627 h 33"/>
                <a:gd name="T4" fmla="*/ 438 w 28"/>
                <a:gd name="T5" fmla="*/ 341 h 33"/>
                <a:gd name="T6" fmla="*/ 395 w 28"/>
                <a:gd name="T7" fmla="*/ 56 h 33"/>
                <a:gd name="T8" fmla="*/ 0 w 28"/>
                <a:gd name="T9" fmla="*/ 30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0" y="16"/>
                  </a:moveTo>
                  <a:cubicBezTo>
                    <a:pt x="1" y="22"/>
                    <a:pt x="1" y="27"/>
                    <a:pt x="3" y="33"/>
                  </a:cubicBezTo>
                  <a:cubicBezTo>
                    <a:pt x="7" y="24"/>
                    <a:pt x="18" y="21"/>
                    <a:pt x="28" y="18"/>
                  </a:cubicBezTo>
                  <a:cubicBezTo>
                    <a:pt x="26" y="13"/>
                    <a:pt x="25" y="8"/>
                    <a:pt x="25" y="3"/>
                  </a:cubicBezTo>
                  <a:cubicBezTo>
                    <a:pt x="18" y="0"/>
                    <a:pt x="5" y="12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966">
              <a:extLst>
                <a:ext uri="{FF2B5EF4-FFF2-40B4-BE49-F238E27FC236}">
                  <a16:creationId xmlns:a16="http://schemas.microsoft.com/office/drawing/2014/main" id="{9A0A9ED6-3B9D-4D68-ABCA-4895E3F53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365"/>
              <a:ext cx="65" cy="77"/>
            </a:xfrm>
            <a:custGeom>
              <a:avLst/>
              <a:gdLst>
                <a:gd name="T0" fmla="*/ 0 w 26"/>
                <a:gd name="T1" fmla="*/ 77 h 29"/>
                <a:gd name="T2" fmla="*/ 83 w 26"/>
                <a:gd name="T3" fmla="*/ 520 h 29"/>
                <a:gd name="T4" fmla="*/ 408 w 26"/>
                <a:gd name="T5" fmla="*/ 451 h 29"/>
                <a:gd name="T6" fmla="*/ 375 w 26"/>
                <a:gd name="T7" fmla="*/ 170 h 29"/>
                <a:gd name="T8" fmla="*/ 0 w 26"/>
                <a:gd name="T9" fmla="*/ 7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9">
                  <a:moveTo>
                    <a:pt x="0" y="4"/>
                  </a:moveTo>
                  <a:cubicBezTo>
                    <a:pt x="4" y="13"/>
                    <a:pt x="2" y="19"/>
                    <a:pt x="5" y="28"/>
                  </a:cubicBezTo>
                  <a:cubicBezTo>
                    <a:pt x="9" y="29"/>
                    <a:pt x="19" y="26"/>
                    <a:pt x="26" y="24"/>
                  </a:cubicBezTo>
                  <a:cubicBezTo>
                    <a:pt x="26" y="21"/>
                    <a:pt x="26" y="11"/>
                    <a:pt x="24" y="9"/>
                  </a:cubicBezTo>
                  <a:cubicBezTo>
                    <a:pt x="21" y="6"/>
                    <a:pt x="0" y="0"/>
                    <a:pt x="0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967">
              <a:extLst>
                <a:ext uri="{FF2B5EF4-FFF2-40B4-BE49-F238E27FC236}">
                  <a16:creationId xmlns:a16="http://schemas.microsoft.com/office/drawing/2014/main" id="{147DE231-11EB-476D-A14F-81EE0D66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277"/>
              <a:ext cx="80" cy="56"/>
            </a:xfrm>
            <a:custGeom>
              <a:avLst/>
              <a:gdLst>
                <a:gd name="T0" fmla="*/ 20 w 32"/>
                <a:gd name="T1" fmla="*/ 56 h 21"/>
                <a:gd name="T2" fmla="*/ 50 w 32"/>
                <a:gd name="T3" fmla="*/ 307 h 21"/>
                <a:gd name="T4" fmla="*/ 313 w 32"/>
                <a:gd name="T5" fmla="*/ 363 h 21"/>
                <a:gd name="T6" fmla="*/ 375 w 32"/>
                <a:gd name="T7" fmla="*/ 397 h 21"/>
                <a:gd name="T8" fmla="*/ 408 w 32"/>
                <a:gd name="T9" fmla="*/ 320 h 21"/>
                <a:gd name="T10" fmla="*/ 500 w 32"/>
                <a:gd name="T11" fmla="*/ 56 h 21"/>
                <a:gd name="T12" fmla="*/ 20 w 32"/>
                <a:gd name="T13" fmla="*/ 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1">
                  <a:moveTo>
                    <a:pt x="1" y="3"/>
                  </a:moveTo>
                  <a:cubicBezTo>
                    <a:pt x="0" y="7"/>
                    <a:pt x="1" y="11"/>
                    <a:pt x="3" y="16"/>
                  </a:cubicBezTo>
                  <a:cubicBezTo>
                    <a:pt x="4" y="16"/>
                    <a:pt x="16" y="17"/>
                    <a:pt x="20" y="19"/>
                  </a:cubicBezTo>
                  <a:cubicBezTo>
                    <a:pt x="22" y="20"/>
                    <a:pt x="23" y="20"/>
                    <a:pt x="24" y="21"/>
                  </a:cubicBezTo>
                  <a:cubicBezTo>
                    <a:pt x="25" y="19"/>
                    <a:pt x="25" y="18"/>
                    <a:pt x="26" y="17"/>
                  </a:cubicBezTo>
                  <a:cubicBezTo>
                    <a:pt x="28" y="12"/>
                    <a:pt x="30" y="7"/>
                    <a:pt x="32" y="3"/>
                  </a:cubicBezTo>
                  <a:cubicBezTo>
                    <a:pt x="26" y="0"/>
                    <a:pt x="7" y="0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968">
              <a:extLst>
                <a:ext uri="{FF2B5EF4-FFF2-40B4-BE49-F238E27FC236}">
                  <a16:creationId xmlns:a16="http://schemas.microsoft.com/office/drawing/2014/main" id="{996A379D-F50C-4432-8441-31AAE1762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325"/>
              <a:ext cx="78" cy="61"/>
            </a:xfrm>
            <a:custGeom>
              <a:avLst/>
              <a:gdLst>
                <a:gd name="T0" fmla="*/ 0 w 31"/>
                <a:gd name="T1" fmla="*/ 149 h 23"/>
                <a:gd name="T2" fmla="*/ 413 w 31"/>
                <a:gd name="T3" fmla="*/ 111 h 23"/>
                <a:gd name="T4" fmla="*/ 493 w 31"/>
                <a:gd name="T5" fmla="*/ 430 h 23"/>
                <a:gd name="T6" fmla="*/ 146 w 31"/>
                <a:gd name="T7" fmla="*/ 430 h 23"/>
                <a:gd name="T8" fmla="*/ 0 w 31"/>
                <a:gd name="T9" fmla="*/ 14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0" y="8"/>
                  </a:moveTo>
                  <a:cubicBezTo>
                    <a:pt x="7" y="8"/>
                    <a:pt x="21" y="0"/>
                    <a:pt x="26" y="6"/>
                  </a:cubicBezTo>
                  <a:cubicBezTo>
                    <a:pt x="30" y="10"/>
                    <a:pt x="28" y="18"/>
                    <a:pt x="31" y="23"/>
                  </a:cubicBezTo>
                  <a:cubicBezTo>
                    <a:pt x="25" y="21"/>
                    <a:pt x="15" y="21"/>
                    <a:pt x="9" y="23"/>
                  </a:cubicBezTo>
                  <a:cubicBezTo>
                    <a:pt x="7" y="17"/>
                    <a:pt x="2" y="13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969">
              <a:extLst>
                <a:ext uri="{FF2B5EF4-FFF2-40B4-BE49-F238E27FC236}">
                  <a16:creationId xmlns:a16="http://schemas.microsoft.com/office/drawing/2014/main" id="{8AEF50E4-3420-4094-A09F-8EAF5088B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322"/>
              <a:ext cx="72" cy="64"/>
            </a:xfrm>
            <a:custGeom>
              <a:avLst/>
              <a:gdLst>
                <a:gd name="T0" fmla="*/ 0 w 29"/>
                <a:gd name="T1" fmla="*/ 35 h 24"/>
                <a:gd name="T2" fmla="*/ 216 w 29"/>
                <a:gd name="T3" fmla="*/ 435 h 24"/>
                <a:gd name="T4" fmla="*/ 444 w 29"/>
                <a:gd name="T5" fmla="*/ 456 h 24"/>
                <a:gd name="T6" fmla="*/ 353 w 29"/>
                <a:gd name="T7" fmla="*/ 77 h 24"/>
                <a:gd name="T8" fmla="*/ 0 w 29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0" y="2"/>
                  </a:moveTo>
                  <a:cubicBezTo>
                    <a:pt x="3" y="4"/>
                    <a:pt x="12" y="19"/>
                    <a:pt x="14" y="23"/>
                  </a:cubicBezTo>
                  <a:cubicBezTo>
                    <a:pt x="20" y="22"/>
                    <a:pt x="25" y="23"/>
                    <a:pt x="29" y="24"/>
                  </a:cubicBezTo>
                  <a:cubicBezTo>
                    <a:pt x="26" y="17"/>
                    <a:pt x="25" y="6"/>
                    <a:pt x="23" y="4"/>
                  </a:cubicBezTo>
                  <a:cubicBezTo>
                    <a:pt x="20" y="2"/>
                    <a:pt x="5" y="0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970">
              <a:extLst>
                <a:ext uri="{FF2B5EF4-FFF2-40B4-BE49-F238E27FC236}">
                  <a16:creationId xmlns:a16="http://schemas.microsoft.com/office/drawing/2014/main" id="{267BED8C-B625-48E5-9F23-FB27751E6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154"/>
              <a:ext cx="80" cy="77"/>
            </a:xfrm>
            <a:custGeom>
              <a:avLst/>
              <a:gdLst>
                <a:gd name="T0" fmla="*/ 0 w 32"/>
                <a:gd name="T1" fmla="*/ 93 h 29"/>
                <a:gd name="T2" fmla="*/ 333 w 32"/>
                <a:gd name="T3" fmla="*/ 542 h 29"/>
                <a:gd name="T4" fmla="*/ 500 w 32"/>
                <a:gd name="T5" fmla="*/ 520 h 29"/>
                <a:gd name="T6" fmla="*/ 488 w 32"/>
                <a:gd name="T7" fmla="*/ 409 h 29"/>
                <a:gd name="T8" fmla="*/ 438 w 32"/>
                <a:gd name="T9" fmla="*/ 112 h 29"/>
                <a:gd name="T10" fmla="*/ 345 w 32"/>
                <a:gd name="T11" fmla="*/ 0 h 29"/>
                <a:gd name="T12" fmla="*/ 0 w 32"/>
                <a:gd name="T13" fmla="*/ 9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5"/>
                  </a:moveTo>
                  <a:cubicBezTo>
                    <a:pt x="11" y="9"/>
                    <a:pt x="17" y="17"/>
                    <a:pt x="21" y="29"/>
                  </a:cubicBezTo>
                  <a:cubicBezTo>
                    <a:pt x="24" y="27"/>
                    <a:pt x="28" y="28"/>
                    <a:pt x="32" y="28"/>
                  </a:cubicBezTo>
                  <a:cubicBezTo>
                    <a:pt x="32" y="26"/>
                    <a:pt x="31" y="24"/>
                    <a:pt x="31" y="22"/>
                  </a:cubicBezTo>
                  <a:cubicBezTo>
                    <a:pt x="30" y="18"/>
                    <a:pt x="28" y="7"/>
                    <a:pt x="28" y="6"/>
                  </a:cubicBezTo>
                  <a:cubicBezTo>
                    <a:pt x="28" y="1"/>
                    <a:pt x="27" y="0"/>
                    <a:pt x="22" y="0"/>
                  </a:cubicBezTo>
                  <a:cubicBezTo>
                    <a:pt x="14" y="0"/>
                    <a:pt x="4" y="1"/>
                    <a:pt x="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971">
              <a:extLst>
                <a:ext uri="{FF2B5EF4-FFF2-40B4-BE49-F238E27FC236}">
                  <a16:creationId xmlns:a16="http://schemas.microsoft.com/office/drawing/2014/main" id="{695A21FA-9D95-49BC-810C-64728EDC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1381"/>
              <a:ext cx="83" cy="64"/>
            </a:xfrm>
            <a:custGeom>
              <a:avLst/>
              <a:gdLst>
                <a:gd name="T0" fmla="*/ 0 w 33"/>
                <a:gd name="T1" fmla="*/ 205 h 24"/>
                <a:gd name="T2" fmla="*/ 254 w 33"/>
                <a:gd name="T3" fmla="*/ 456 h 24"/>
                <a:gd name="T4" fmla="*/ 526 w 33"/>
                <a:gd name="T5" fmla="*/ 285 h 24"/>
                <a:gd name="T6" fmla="*/ 443 w 33"/>
                <a:gd name="T7" fmla="*/ 21 h 24"/>
                <a:gd name="T8" fmla="*/ 0 w 33"/>
                <a:gd name="T9" fmla="*/ 2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4">
                  <a:moveTo>
                    <a:pt x="0" y="11"/>
                  </a:moveTo>
                  <a:cubicBezTo>
                    <a:pt x="8" y="14"/>
                    <a:pt x="9" y="20"/>
                    <a:pt x="16" y="24"/>
                  </a:cubicBezTo>
                  <a:cubicBezTo>
                    <a:pt x="18" y="17"/>
                    <a:pt x="27" y="16"/>
                    <a:pt x="33" y="15"/>
                  </a:cubicBezTo>
                  <a:cubicBezTo>
                    <a:pt x="30" y="13"/>
                    <a:pt x="30" y="4"/>
                    <a:pt x="28" y="1"/>
                  </a:cubicBezTo>
                  <a:cubicBezTo>
                    <a:pt x="17" y="0"/>
                    <a:pt x="7" y="9"/>
                    <a:pt x="0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972">
              <a:extLst>
                <a:ext uri="{FF2B5EF4-FFF2-40B4-BE49-F238E27FC236}">
                  <a16:creationId xmlns:a16="http://schemas.microsoft.com/office/drawing/2014/main" id="{23EE6671-77FC-4344-BE97-2D455F927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231"/>
              <a:ext cx="75" cy="54"/>
            </a:xfrm>
            <a:custGeom>
              <a:avLst/>
              <a:gdLst>
                <a:gd name="T0" fmla="*/ 0 w 30"/>
                <a:gd name="T1" fmla="*/ 356 h 20"/>
                <a:gd name="T2" fmla="*/ 425 w 30"/>
                <a:gd name="T3" fmla="*/ 394 h 20"/>
                <a:gd name="T4" fmla="*/ 470 w 30"/>
                <a:gd name="T5" fmla="*/ 81 h 20"/>
                <a:gd name="T6" fmla="*/ 0 w 30"/>
                <a:gd name="T7" fmla="*/ 3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0" y="18"/>
                  </a:moveTo>
                  <a:cubicBezTo>
                    <a:pt x="9" y="18"/>
                    <a:pt x="18" y="16"/>
                    <a:pt x="27" y="20"/>
                  </a:cubicBezTo>
                  <a:cubicBezTo>
                    <a:pt x="26" y="15"/>
                    <a:pt x="28" y="8"/>
                    <a:pt x="30" y="4"/>
                  </a:cubicBezTo>
                  <a:cubicBezTo>
                    <a:pt x="18" y="0"/>
                    <a:pt x="9" y="12"/>
                    <a:pt x="0" y="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973">
              <a:extLst>
                <a:ext uri="{FF2B5EF4-FFF2-40B4-BE49-F238E27FC236}">
                  <a16:creationId xmlns:a16="http://schemas.microsoft.com/office/drawing/2014/main" id="{2A0CAB92-DD56-40A6-9392-E59DF6461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151"/>
              <a:ext cx="85" cy="91"/>
            </a:xfrm>
            <a:custGeom>
              <a:avLst/>
              <a:gdLst>
                <a:gd name="T0" fmla="*/ 533 w 34"/>
                <a:gd name="T1" fmla="*/ 329 h 34"/>
                <a:gd name="T2" fmla="*/ 188 w 34"/>
                <a:gd name="T3" fmla="*/ 653 h 34"/>
                <a:gd name="T4" fmla="*/ 63 w 34"/>
                <a:gd name="T5" fmla="*/ 479 h 34"/>
                <a:gd name="T6" fmla="*/ 0 w 34"/>
                <a:gd name="T7" fmla="*/ 286 h 34"/>
                <a:gd name="T8" fmla="*/ 363 w 34"/>
                <a:gd name="T9" fmla="*/ 0 h 34"/>
                <a:gd name="T10" fmla="*/ 533 w 34"/>
                <a:gd name="T11" fmla="*/ 32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4">
                  <a:moveTo>
                    <a:pt x="34" y="17"/>
                  </a:moveTo>
                  <a:cubicBezTo>
                    <a:pt x="26" y="17"/>
                    <a:pt x="15" y="27"/>
                    <a:pt x="12" y="34"/>
                  </a:cubicBezTo>
                  <a:cubicBezTo>
                    <a:pt x="9" y="32"/>
                    <a:pt x="6" y="28"/>
                    <a:pt x="4" y="25"/>
                  </a:cubicBezTo>
                  <a:cubicBezTo>
                    <a:pt x="4" y="24"/>
                    <a:pt x="0" y="16"/>
                    <a:pt x="0" y="15"/>
                  </a:cubicBezTo>
                  <a:cubicBezTo>
                    <a:pt x="1" y="4"/>
                    <a:pt x="23" y="0"/>
                    <a:pt x="23" y="0"/>
                  </a:cubicBezTo>
                  <a:cubicBezTo>
                    <a:pt x="23" y="0"/>
                    <a:pt x="30" y="13"/>
                    <a:pt x="34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974">
              <a:extLst>
                <a:ext uri="{FF2B5EF4-FFF2-40B4-BE49-F238E27FC236}">
                  <a16:creationId xmlns:a16="http://schemas.microsoft.com/office/drawing/2014/main" id="{9BEB6720-0E9A-4215-BAA4-15FD1621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138"/>
              <a:ext cx="75" cy="48"/>
            </a:xfrm>
            <a:custGeom>
              <a:avLst/>
              <a:gdLst>
                <a:gd name="T0" fmla="*/ 0 w 30"/>
                <a:gd name="T1" fmla="*/ 341 h 18"/>
                <a:gd name="T2" fmla="*/ 333 w 30"/>
                <a:gd name="T3" fmla="*/ 341 h 18"/>
                <a:gd name="T4" fmla="*/ 470 w 30"/>
                <a:gd name="T5" fmla="*/ 21 h 18"/>
                <a:gd name="T6" fmla="*/ 145 w 30"/>
                <a:gd name="T7" fmla="*/ 21 h 18"/>
                <a:gd name="T8" fmla="*/ 0 w 30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8">
                  <a:moveTo>
                    <a:pt x="0" y="18"/>
                  </a:moveTo>
                  <a:cubicBezTo>
                    <a:pt x="7" y="17"/>
                    <a:pt x="13" y="17"/>
                    <a:pt x="21" y="18"/>
                  </a:cubicBezTo>
                  <a:cubicBezTo>
                    <a:pt x="23" y="18"/>
                    <a:pt x="26" y="5"/>
                    <a:pt x="30" y="1"/>
                  </a:cubicBezTo>
                  <a:cubicBezTo>
                    <a:pt x="25" y="0"/>
                    <a:pt x="11" y="0"/>
                    <a:pt x="9" y="1"/>
                  </a:cubicBezTo>
                  <a:cubicBezTo>
                    <a:pt x="6" y="2"/>
                    <a:pt x="1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975">
              <a:extLst>
                <a:ext uri="{FF2B5EF4-FFF2-40B4-BE49-F238E27FC236}">
                  <a16:creationId xmlns:a16="http://schemas.microsoft.com/office/drawing/2014/main" id="{EED2DDF9-AB58-4508-8FDB-3A1100E1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170"/>
              <a:ext cx="75" cy="61"/>
            </a:xfrm>
            <a:custGeom>
              <a:avLst/>
              <a:gdLst>
                <a:gd name="T0" fmla="*/ 238 w 30"/>
                <a:gd name="T1" fmla="*/ 0 h 23"/>
                <a:gd name="T2" fmla="*/ 20 w 30"/>
                <a:gd name="T3" fmla="*/ 281 h 23"/>
                <a:gd name="T4" fmla="*/ 283 w 30"/>
                <a:gd name="T5" fmla="*/ 430 h 23"/>
                <a:gd name="T6" fmla="*/ 470 w 30"/>
                <a:gd name="T7" fmla="*/ 204 h 23"/>
                <a:gd name="T8" fmla="*/ 238 w 3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15" y="0"/>
                  </a:moveTo>
                  <a:cubicBezTo>
                    <a:pt x="11" y="2"/>
                    <a:pt x="0" y="9"/>
                    <a:pt x="1" y="15"/>
                  </a:cubicBezTo>
                  <a:cubicBezTo>
                    <a:pt x="8" y="15"/>
                    <a:pt x="13" y="18"/>
                    <a:pt x="18" y="23"/>
                  </a:cubicBezTo>
                  <a:cubicBezTo>
                    <a:pt x="21" y="18"/>
                    <a:pt x="25" y="13"/>
                    <a:pt x="30" y="11"/>
                  </a:cubicBezTo>
                  <a:cubicBezTo>
                    <a:pt x="28" y="6"/>
                    <a:pt x="20" y="1"/>
                    <a:pt x="1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976">
              <a:extLst>
                <a:ext uri="{FF2B5EF4-FFF2-40B4-BE49-F238E27FC236}">
                  <a16:creationId xmlns:a16="http://schemas.microsoft.com/office/drawing/2014/main" id="{BFEA87F5-BA9E-4D8C-B679-62BDFAF2E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239"/>
              <a:ext cx="62" cy="43"/>
            </a:xfrm>
            <a:custGeom>
              <a:avLst/>
              <a:gdLst>
                <a:gd name="T0" fmla="*/ 0 w 25"/>
                <a:gd name="T1" fmla="*/ 253 h 16"/>
                <a:gd name="T2" fmla="*/ 350 w 25"/>
                <a:gd name="T3" fmla="*/ 312 h 16"/>
                <a:gd name="T4" fmla="*/ 350 w 25"/>
                <a:gd name="T5" fmla="*/ 94 h 16"/>
                <a:gd name="T6" fmla="*/ 337 w 25"/>
                <a:gd name="T7" fmla="*/ 35 h 16"/>
                <a:gd name="T8" fmla="*/ 136 w 25"/>
                <a:gd name="T9" fmla="*/ 0 h 16"/>
                <a:gd name="T10" fmla="*/ 0 w 25"/>
                <a:gd name="T11" fmla="*/ 25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6">
                  <a:moveTo>
                    <a:pt x="0" y="13"/>
                  </a:moveTo>
                  <a:cubicBezTo>
                    <a:pt x="7" y="10"/>
                    <a:pt x="17" y="13"/>
                    <a:pt x="23" y="16"/>
                  </a:cubicBezTo>
                  <a:cubicBezTo>
                    <a:pt x="25" y="13"/>
                    <a:pt x="23" y="9"/>
                    <a:pt x="23" y="5"/>
                  </a:cubicBezTo>
                  <a:cubicBezTo>
                    <a:pt x="24" y="4"/>
                    <a:pt x="22" y="2"/>
                    <a:pt x="22" y="2"/>
                  </a:cubicBezTo>
                  <a:cubicBezTo>
                    <a:pt x="17" y="2"/>
                    <a:pt x="13" y="1"/>
                    <a:pt x="9" y="0"/>
                  </a:cubicBezTo>
                  <a:cubicBezTo>
                    <a:pt x="6" y="3"/>
                    <a:pt x="3" y="9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977">
              <a:extLst>
                <a:ext uri="{FF2B5EF4-FFF2-40B4-BE49-F238E27FC236}">
                  <a16:creationId xmlns:a16="http://schemas.microsoft.com/office/drawing/2014/main" id="{E98D4E68-777E-491C-950F-4719AC17B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418"/>
              <a:ext cx="90" cy="99"/>
            </a:xfrm>
            <a:custGeom>
              <a:avLst/>
              <a:gdLst>
                <a:gd name="T0" fmla="*/ 33 w 36"/>
                <a:gd name="T1" fmla="*/ 385 h 37"/>
                <a:gd name="T2" fmla="*/ 208 w 36"/>
                <a:gd name="T3" fmla="*/ 688 h 37"/>
                <a:gd name="T4" fmla="*/ 563 w 36"/>
                <a:gd name="T5" fmla="*/ 385 h 37"/>
                <a:gd name="T6" fmla="*/ 470 w 36"/>
                <a:gd name="T7" fmla="*/ 56 h 37"/>
                <a:gd name="T8" fmla="*/ 33 w 36"/>
                <a:gd name="T9" fmla="*/ 38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2" y="20"/>
                  </a:moveTo>
                  <a:cubicBezTo>
                    <a:pt x="0" y="24"/>
                    <a:pt x="9" y="32"/>
                    <a:pt x="13" y="36"/>
                  </a:cubicBezTo>
                  <a:cubicBezTo>
                    <a:pt x="15" y="37"/>
                    <a:pt x="28" y="23"/>
                    <a:pt x="36" y="20"/>
                  </a:cubicBezTo>
                  <a:cubicBezTo>
                    <a:pt x="35" y="16"/>
                    <a:pt x="34" y="6"/>
                    <a:pt x="30" y="3"/>
                  </a:cubicBezTo>
                  <a:cubicBezTo>
                    <a:pt x="24" y="0"/>
                    <a:pt x="6" y="16"/>
                    <a:pt x="2" y="2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978">
              <a:extLst>
                <a:ext uri="{FF2B5EF4-FFF2-40B4-BE49-F238E27FC236}">
                  <a16:creationId xmlns:a16="http://schemas.microsoft.com/office/drawing/2014/main" id="{8E2D70FE-23E2-454E-83F3-BBA7B80E5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469"/>
              <a:ext cx="70" cy="53"/>
            </a:xfrm>
            <a:custGeom>
              <a:avLst/>
              <a:gdLst>
                <a:gd name="T0" fmla="*/ 0 w 28"/>
                <a:gd name="T1" fmla="*/ 148 h 20"/>
                <a:gd name="T2" fmla="*/ 333 w 28"/>
                <a:gd name="T3" fmla="*/ 34 h 20"/>
                <a:gd name="T4" fmla="*/ 438 w 28"/>
                <a:gd name="T5" fmla="*/ 315 h 20"/>
                <a:gd name="T6" fmla="*/ 158 w 28"/>
                <a:gd name="T7" fmla="*/ 371 h 20"/>
                <a:gd name="T8" fmla="*/ 0 w 28"/>
                <a:gd name="T9" fmla="*/ 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8"/>
                  </a:moveTo>
                  <a:cubicBezTo>
                    <a:pt x="5" y="4"/>
                    <a:pt x="15" y="0"/>
                    <a:pt x="21" y="2"/>
                  </a:cubicBezTo>
                  <a:cubicBezTo>
                    <a:pt x="23" y="3"/>
                    <a:pt x="28" y="11"/>
                    <a:pt x="28" y="17"/>
                  </a:cubicBezTo>
                  <a:cubicBezTo>
                    <a:pt x="21" y="17"/>
                    <a:pt x="16" y="14"/>
                    <a:pt x="10" y="20"/>
                  </a:cubicBezTo>
                  <a:cubicBezTo>
                    <a:pt x="8" y="15"/>
                    <a:pt x="2" y="1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979">
              <a:extLst>
                <a:ext uri="{FF2B5EF4-FFF2-40B4-BE49-F238E27FC236}">
                  <a16:creationId xmlns:a16="http://schemas.microsoft.com/office/drawing/2014/main" id="{E3F2D83A-810E-40B3-8756-D1DA6301B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381"/>
              <a:ext cx="82" cy="61"/>
            </a:xfrm>
            <a:custGeom>
              <a:avLst/>
              <a:gdLst>
                <a:gd name="T0" fmla="*/ 0 w 33"/>
                <a:gd name="T1" fmla="*/ 239 h 23"/>
                <a:gd name="T2" fmla="*/ 186 w 33"/>
                <a:gd name="T3" fmla="*/ 430 h 23"/>
                <a:gd name="T4" fmla="*/ 507 w 33"/>
                <a:gd name="T5" fmla="*/ 281 h 23"/>
                <a:gd name="T6" fmla="*/ 0 w 33"/>
                <a:gd name="T7" fmla="*/ 23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0" y="13"/>
                  </a:moveTo>
                  <a:cubicBezTo>
                    <a:pt x="2" y="16"/>
                    <a:pt x="9" y="21"/>
                    <a:pt x="12" y="23"/>
                  </a:cubicBezTo>
                  <a:cubicBezTo>
                    <a:pt x="19" y="16"/>
                    <a:pt x="25" y="15"/>
                    <a:pt x="33" y="15"/>
                  </a:cubicBezTo>
                  <a:cubicBezTo>
                    <a:pt x="25" y="0"/>
                    <a:pt x="12" y="7"/>
                    <a:pt x="0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980">
              <a:extLst>
                <a:ext uri="{FF2B5EF4-FFF2-40B4-BE49-F238E27FC236}">
                  <a16:creationId xmlns:a16="http://schemas.microsoft.com/office/drawing/2014/main" id="{D1FC2D8C-A259-4B3E-83D1-841933CF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239"/>
              <a:ext cx="80" cy="67"/>
            </a:xfrm>
            <a:custGeom>
              <a:avLst/>
              <a:gdLst>
                <a:gd name="T0" fmla="*/ 125 w 32"/>
                <a:gd name="T1" fmla="*/ 482 h 25"/>
                <a:gd name="T2" fmla="*/ 95 w 32"/>
                <a:gd name="T3" fmla="*/ 150 h 25"/>
                <a:gd name="T4" fmla="*/ 438 w 32"/>
                <a:gd name="T5" fmla="*/ 0 h 25"/>
                <a:gd name="T6" fmla="*/ 500 w 32"/>
                <a:gd name="T7" fmla="*/ 230 h 25"/>
                <a:gd name="T8" fmla="*/ 125 w 32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8" y="25"/>
                  </a:moveTo>
                  <a:cubicBezTo>
                    <a:pt x="6" y="19"/>
                    <a:pt x="0" y="13"/>
                    <a:pt x="6" y="8"/>
                  </a:cubicBezTo>
                  <a:cubicBezTo>
                    <a:pt x="11" y="4"/>
                    <a:pt x="21" y="0"/>
                    <a:pt x="28" y="0"/>
                  </a:cubicBezTo>
                  <a:cubicBezTo>
                    <a:pt x="28" y="4"/>
                    <a:pt x="29" y="9"/>
                    <a:pt x="32" y="12"/>
                  </a:cubicBezTo>
                  <a:cubicBezTo>
                    <a:pt x="22" y="15"/>
                    <a:pt x="15" y="19"/>
                    <a:pt x="8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981">
              <a:extLst>
                <a:ext uri="{FF2B5EF4-FFF2-40B4-BE49-F238E27FC236}">
                  <a16:creationId xmlns:a16="http://schemas.microsoft.com/office/drawing/2014/main" id="{6B23B2D1-CBFF-48AB-93B9-030FD781D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282"/>
              <a:ext cx="60" cy="51"/>
            </a:xfrm>
            <a:custGeom>
              <a:avLst/>
              <a:gdLst>
                <a:gd name="T0" fmla="*/ 0 w 24"/>
                <a:gd name="T1" fmla="*/ 150 h 19"/>
                <a:gd name="T2" fmla="*/ 113 w 24"/>
                <a:gd name="T3" fmla="*/ 368 h 19"/>
                <a:gd name="T4" fmla="*/ 375 w 24"/>
                <a:gd name="T5" fmla="*/ 217 h 19"/>
                <a:gd name="T6" fmla="*/ 313 w 24"/>
                <a:gd name="T7" fmla="*/ 0 h 19"/>
                <a:gd name="T8" fmla="*/ 0 w 24"/>
                <a:gd name="T9" fmla="*/ 15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0" y="8"/>
                  </a:moveTo>
                  <a:cubicBezTo>
                    <a:pt x="3" y="9"/>
                    <a:pt x="5" y="16"/>
                    <a:pt x="7" y="19"/>
                  </a:cubicBezTo>
                  <a:cubicBezTo>
                    <a:pt x="10" y="14"/>
                    <a:pt x="19" y="14"/>
                    <a:pt x="24" y="11"/>
                  </a:cubicBezTo>
                  <a:cubicBezTo>
                    <a:pt x="22" y="7"/>
                    <a:pt x="21" y="3"/>
                    <a:pt x="20" y="0"/>
                  </a:cubicBezTo>
                  <a:cubicBezTo>
                    <a:pt x="13" y="1"/>
                    <a:pt x="6" y="5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982">
              <a:extLst>
                <a:ext uri="{FF2B5EF4-FFF2-40B4-BE49-F238E27FC236}">
                  <a16:creationId xmlns:a16="http://schemas.microsoft.com/office/drawing/2014/main" id="{D8330E42-6486-4215-B3CE-2872F498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207"/>
              <a:ext cx="70" cy="51"/>
            </a:xfrm>
            <a:custGeom>
              <a:avLst/>
              <a:gdLst>
                <a:gd name="T0" fmla="*/ 175 w 28"/>
                <a:gd name="T1" fmla="*/ 368 h 19"/>
                <a:gd name="T2" fmla="*/ 438 w 28"/>
                <a:gd name="T3" fmla="*/ 193 h 19"/>
                <a:gd name="T4" fmla="*/ 283 w 28"/>
                <a:gd name="T5" fmla="*/ 21 h 19"/>
                <a:gd name="T6" fmla="*/ 0 w 28"/>
                <a:gd name="T7" fmla="*/ 217 h 19"/>
                <a:gd name="T8" fmla="*/ 175 w 28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">
                  <a:moveTo>
                    <a:pt x="11" y="19"/>
                  </a:moveTo>
                  <a:cubicBezTo>
                    <a:pt x="14" y="14"/>
                    <a:pt x="22" y="11"/>
                    <a:pt x="28" y="10"/>
                  </a:cubicBezTo>
                  <a:cubicBezTo>
                    <a:pt x="25" y="5"/>
                    <a:pt x="21" y="1"/>
                    <a:pt x="18" y="1"/>
                  </a:cubicBezTo>
                  <a:cubicBezTo>
                    <a:pt x="12" y="0"/>
                    <a:pt x="6" y="7"/>
                    <a:pt x="0" y="11"/>
                  </a:cubicBezTo>
                  <a:cubicBezTo>
                    <a:pt x="2" y="13"/>
                    <a:pt x="10" y="17"/>
                    <a:pt x="11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983">
              <a:extLst>
                <a:ext uri="{FF2B5EF4-FFF2-40B4-BE49-F238E27FC236}">
                  <a16:creationId xmlns:a16="http://schemas.microsoft.com/office/drawing/2014/main" id="{12D66A31-05FF-422E-BEE1-3A67B2254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095"/>
              <a:ext cx="52" cy="67"/>
            </a:xfrm>
            <a:custGeom>
              <a:avLst/>
              <a:gdLst>
                <a:gd name="T0" fmla="*/ 12 w 21"/>
                <a:gd name="T1" fmla="*/ 389 h 25"/>
                <a:gd name="T2" fmla="*/ 30 w 21"/>
                <a:gd name="T3" fmla="*/ 209 h 25"/>
                <a:gd name="T4" fmla="*/ 258 w 21"/>
                <a:gd name="T5" fmla="*/ 21 h 25"/>
                <a:gd name="T6" fmla="*/ 319 w 21"/>
                <a:gd name="T7" fmla="*/ 230 h 25"/>
                <a:gd name="T8" fmla="*/ 166 w 21"/>
                <a:gd name="T9" fmla="*/ 423 h 25"/>
                <a:gd name="T10" fmla="*/ 12 w 21"/>
                <a:gd name="T11" fmla="*/ 482 h 25"/>
                <a:gd name="T12" fmla="*/ 12 w 21"/>
                <a:gd name="T13" fmla="*/ 38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">
                  <a:moveTo>
                    <a:pt x="1" y="20"/>
                  </a:moveTo>
                  <a:cubicBezTo>
                    <a:pt x="1" y="17"/>
                    <a:pt x="0" y="13"/>
                    <a:pt x="2" y="11"/>
                  </a:cubicBezTo>
                  <a:cubicBezTo>
                    <a:pt x="4" y="9"/>
                    <a:pt x="15" y="0"/>
                    <a:pt x="17" y="1"/>
                  </a:cubicBezTo>
                  <a:cubicBezTo>
                    <a:pt x="20" y="2"/>
                    <a:pt x="20" y="8"/>
                    <a:pt x="21" y="12"/>
                  </a:cubicBezTo>
                  <a:cubicBezTo>
                    <a:pt x="21" y="17"/>
                    <a:pt x="15" y="21"/>
                    <a:pt x="11" y="22"/>
                  </a:cubicBezTo>
                  <a:cubicBezTo>
                    <a:pt x="7" y="25"/>
                    <a:pt x="1" y="25"/>
                    <a:pt x="1" y="25"/>
                  </a:cubicBezTo>
                  <a:lnTo>
                    <a:pt x="1" y="2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984">
              <a:extLst>
                <a:ext uri="{FF2B5EF4-FFF2-40B4-BE49-F238E27FC236}">
                  <a16:creationId xmlns:a16="http://schemas.microsoft.com/office/drawing/2014/main" id="{93EF8176-7C45-4E71-826E-725209C9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101"/>
              <a:ext cx="65" cy="40"/>
            </a:xfrm>
            <a:custGeom>
              <a:avLst/>
              <a:gdLst>
                <a:gd name="T0" fmla="*/ 20 w 26"/>
                <a:gd name="T1" fmla="*/ 93 h 15"/>
                <a:gd name="T2" fmla="*/ 270 w 26"/>
                <a:gd name="T3" fmla="*/ 0 h 15"/>
                <a:gd name="T4" fmla="*/ 395 w 26"/>
                <a:gd name="T5" fmla="*/ 171 h 15"/>
                <a:gd name="T6" fmla="*/ 95 w 26"/>
                <a:gd name="T7" fmla="*/ 285 h 15"/>
                <a:gd name="T8" fmla="*/ 20 w 26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" y="5"/>
                  </a:moveTo>
                  <a:cubicBezTo>
                    <a:pt x="4" y="1"/>
                    <a:pt x="14" y="0"/>
                    <a:pt x="17" y="0"/>
                  </a:cubicBezTo>
                  <a:cubicBezTo>
                    <a:pt x="20" y="0"/>
                    <a:pt x="26" y="6"/>
                    <a:pt x="25" y="9"/>
                  </a:cubicBezTo>
                  <a:cubicBezTo>
                    <a:pt x="25" y="12"/>
                    <a:pt x="8" y="15"/>
                    <a:pt x="6" y="15"/>
                  </a:cubicBezTo>
                  <a:cubicBezTo>
                    <a:pt x="4" y="15"/>
                    <a:pt x="0" y="7"/>
                    <a:pt x="1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985">
              <a:extLst>
                <a:ext uri="{FF2B5EF4-FFF2-40B4-BE49-F238E27FC236}">
                  <a16:creationId xmlns:a16="http://schemas.microsoft.com/office/drawing/2014/main" id="{03BCCE69-945F-4C40-B9B1-7D46903C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058"/>
              <a:ext cx="65" cy="53"/>
            </a:xfrm>
            <a:custGeom>
              <a:avLst/>
              <a:gdLst>
                <a:gd name="T0" fmla="*/ 0 w 26"/>
                <a:gd name="T1" fmla="*/ 111 h 20"/>
                <a:gd name="T2" fmla="*/ 95 w 26"/>
                <a:gd name="T3" fmla="*/ 371 h 20"/>
                <a:gd name="T4" fmla="*/ 333 w 26"/>
                <a:gd name="T5" fmla="*/ 294 h 20"/>
                <a:gd name="T6" fmla="*/ 408 w 26"/>
                <a:gd name="T7" fmla="*/ 0 h 20"/>
                <a:gd name="T8" fmla="*/ 0 w 26"/>
                <a:gd name="T9" fmla="*/ 11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0">
                  <a:moveTo>
                    <a:pt x="0" y="6"/>
                  </a:moveTo>
                  <a:cubicBezTo>
                    <a:pt x="0" y="11"/>
                    <a:pt x="2" y="17"/>
                    <a:pt x="6" y="20"/>
                  </a:cubicBezTo>
                  <a:cubicBezTo>
                    <a:pt x="10" y="19"/>
                    <a:pt x="18" y="18"/>
                    <a:pt x="21" y="16"/>
                  </a:cubicBezTo>
                  <a:cubicBezTo>
                    <a:pt x="24" y="13"/>
                    <a:pt x="24" y="4"/>
                    <a:pt x="26" y="0"/>
                  </a:cubicBezTo>
                  <a:cubicBezTo>
                    <a:pt x="21" y="0"/>
                    <a:pt x="4" y="4"/>
                    <a:pt x="0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986">
              <a:extLst>
                <a:ext uri="{FF2B5EF4-FFF2-40B4-BE49-F238E27FC236}">
                  <a16:creationId xmlns:a16="http://schemas.microsoft.com/office/drawing/2014/main" id="{5E383DAA-6927-4F5A-9E43-DC922283A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058"/>
              <a:ext cx="72" cy="51"/>
            </a:xfrm>
            <a:custGeom>
              <a:avLst/>
              <a:gdLst>
                <a:gd name="T0" fmla="*/ 412 w 29"/>
                <a:gd name="T1" fmla="*/ 137 h 19"/>
                <a:gd name="T2" fmla="*/ 340 w 29"/>
                <a:gd name="T3" fmla="*/ 368 h 19"/>
                <a:gd name="T4" fmla="*/ 0 w 29"/>
                <a:gd name="T5" fmla="*/ 346 h 19"/>
                <a:gd name="T6" fmla="*/ 74 w 29"/>
                <a:gd name="T7" fmla="*/ 56 h 19"/>
                <a:gd name="T8" fmla="*/ 412 w 29"/>
                <a:gd name="T9" fmla="*/ 13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9">
                  <a:moveTo>
                    <a:pt x="27" y="7"/>
                  </a:moveTo>
                  <a:cubicBezTo>
                    <a:pt x="29" y="10"/>
                    <a:pt x="25" y="13"/>
                    <a:pt x="22" y="19"/>
                  </a:cubicBezTo>
                  <a:cubicBezTo>
                    <a:pt x="15" y="16"/>
                    <a:pt x="7" y="18"/>
                    <a:pt x="0" y="18"/>
                  </a:cubicBezTo>
                  <a:cubicBezTo>
                    <a:pt x="1" y="12"/>
                    <a:pt x="3" y="9"/>
                    <a:pt x="5" y="3"/>
                  </a:cubicBezTo>
                  <a:cubicBezTo>
                    <a:pt x="13" y="0"/>
                    <a:pt x="26" y="6"/>
                    <a:pt x="27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987">
              <a:extLst>
                <a:ext uri="{FF2B5EF4-FFF2-40B4-BE49-F238E27FC236}">
                  <a16:creationId xmlns:a16="http://schemas.microsoft.com/office/drawing/2014/main" id="{17AE44AA-97A1-4754-8EF4-9E8AE7391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021"/>
              <a:ext cx="72" cy="56"/>
            </a:xfrm>
            <a:custGeom>
              <a:avLst/>
              <a:gdLst>
                <a:gd name="T0" fmla="*/ 0 w 29"/>
                <a:gd name="T1" fmla="*/ 285 h 21"/>
                <a:gd name="T2" fmla="*/ 353 w 29"/>
                <a:gd name="T3" fmla="*/ 397 h 21"/>
                <a:gd name="T4" fmla="*/ 444 w 29"/>
                <a:gd name="T5" fmla="*/ 149 h 21"/>
                <a:gd name="T6" fmla="*/ 154 w 29"/>
                <a:gd name="T7" fmla="*/ 0 h 21"/>
                <a:gd name="T8" fmla="*/ 0 w 29"/>
                <a:gd name="T9" fmla="*/ 28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15"/>
                  </a:moveTo>
                  <a:cubicBezTo>
                    <a:pt x="8" y="17"/>
                    <a:pt x="15" y="17"/>
                    <a:pt x="23" y="21"/>
                  </a:cubicBezTo>
                  <a:cubicBezTo>
                    <a:pt x="23" y="17"/>
                    <a:pt x="27" y="12"/>
                    <a:pt x="29" y="8"/>
                  </a:cubicBezTo>
                  <a:cubicBezTo>
                    <a:pt x="25" y="4"/>
                    <a:pt x="16" y="0"/>
                    <a:pt x="10" y="0"/>
                  </a:cubicBezTo>
                  <a:cubicBezTo>
                    <a:pt x="4" y="0"/>
                    <a:pt x="0" y="9"/>
                    <a:pt x="0" y="1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988">
              <a:extLst>
                <a:ext uri="{FF2B5EF4-FFF2-40B4-BE49-F238E27FC236}">
                  <a16:creationId xmlns:a16="http://schemas.microsoft.com/office/drawing/2014/main" id="{2D89E677-4F75-4B3E-88A6-69DBB705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085"/>
              <a:ext cx="68" cy="40"/>
            </a:xfrm>
            <a:custGeom>
              <a:avLst/>
              <a:gdLst>
                <a:gd name="T0" fmla="*/ 113 w 27"/>
                <a:gd name="T1" fmla="*/ 21 h 15"/>
                <a:gd name="T2" fmla="*/ 413 w 27"/>
                <a:gd name="T3" fmla="*/ 77 h 15"/>
                <a:gd name="T4" fmla="*/ 368 w 27"/>
                <a:gd name="T5" fmla="*/ 285 h 15"/>
                <a:gd name="T6" fmla="*/ 0 w 27"/>
                <a:gd name="T7" fmla="*/ 227 h 15"/>
                <a:gd name="T8" fmla="*/ 33 w 27"/>
                <a:gd name="T9" fmla="*/ 93 h 15"/>
                <a:gd name="T10" fmla="*/ 113 w 27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5">
                  <a:moveTo>
                    <a:pt x="7" y="1"/>
                  </a:moveTo>
                  <a:cubicBezTo>
                    <a:pt x="11" y="3"/>
                    <a:pt x="23" y="4"/>
                    <a:pt x="26" y="4"/>
                  </a:cubicBezTo>
                  <a:cubicBezTo>
                    <a:pt x="27" y="7"/>
                    <a:pt x="25" y="12"/>
                    <a:pt x="23" y="15"/>
                  </a:cubicBezTo>
                  <a:cubicBezTo>
                    <a:pt x="16" y="13"/>
                    <a:pt x="7" y="15"/>
                    <a:pt x="0" y="12"/>
                  </a:cubicBezTo>
                  <a:cubicBezTo>
                    <a:pt x="1" y="10"/>
                    <a:pt x="2" y="7"/>
                    <a:pt x="2" y="5"/>
                  </a:cubicBezTo>
                  <a:cubicBezTo>
                    <a:pt x="2" y="1"/>
                    <a:pt x="3" y="0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989">
              <a:extLst>
                <a:ext uri="{FF2B5EF4-FFF2-40B4-BE49-F238E27FC236}">
                  <a16:creationId xmlns:a16="http://schemas.microsoft.com/office/drawing/2014/main" id="{97D5A736-49C0-45B0-B424-1CC18451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109"/>
              <a:ext cx="80" cy="53"/>
            </a:xfrm>
            <a:custGeom>
              <a:avLst/>
              <a:gdLst>
                <a:gd name="T0" fmla="*/ 50 w 32"/>
                <a:gd name="T1" fmla="*/ 0 h 20"/>
                <a:gd name="T2" fmla="*/ 83 w 32"/>
                <a:gd name="T3" fmla="*/ 239 h 20"/>
                <a:gd name="T4" fmla="*/ 438 w 32"/>
                <a:gd name="T5" fmla="*/ 371 h 20"/>
                <a:gd name="T6" fmla="*/ 470 w 32"/>
                <a:gd name="T7" fmla="*/ 170 h 20"/>
                <a:gd name="T8" fmla="*/ 50 w 3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3" y="0"/>
                  </a:moveTo>
                  <a:cubicBezTo>
                    <a:pt x="0" y="3"/>
                    <a:pt x="3" y="10"/>
                    <a:pt x="5" y="13"/>
                  </a:cubicBezTo>
                  <a:cubicBezTo>
                    <a:pt x="13" y="12"/>
                    <a:pt x="20" y="17"/>
                    <a:pt x="28" y="20"/>
                  </a:cubicBezTo>
                  <a:cubicBezTo>
                    <a:pt x="29" y="17"/>
                    <a:pt x="32" y="11"/>
                    <a:pt x="30" y="9"/>
                  </a:cubicBezTo>
                  <a:cubicBezTo>
                    <a:pt x="27" y="4"/>
                    <a:pt x="7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990">
              <a:extLst>
                <a:ext uri="{FF2B5EF4-FFF2-40B4-BE49-F238E27FC236}">
                  <a16:creationId xmlns:a16="http://schemas.microsoft.com/office/drawing/2014/main" id="{D141D083-0492-4C96-B955-5420F1599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173"/>
              <a:ext cx="73" cy="69"/>
            </a:xfrm>
            <a:custGeom>
              <a:avLst/>
              <a:gdLst>
                <a:gd name="T0" fmla="*/ 113 w 29"/>
                <a:gd name="T1" fmla="*/ 77 h 26"/>
                <a:gd name="T2" fmla="*/ 113 w 29"/>
                <a:gd name="T3" fmla="*/ 316 h 26"/>
                <a:gd name="T4" fmla="*/ 368 w 29"/>
                <a:gd name="T5" fmla="*/ 451 h 26"/>
                <a:gd name="T6" fmla="*/ 463 w 29"/>
                <a:gd name="T7" fmla="*/ 260 h 26"/>
                <a:gd name="T8" fmla="*/ 113 w 29"/>
                <a:gd name="T9" fmla="*/ 7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7" y="4"/>
                  </a:moveTo>
                  <a:cubicBezTo>
                    <a:pt x="4" y="8"/>
                    <a:pt x="0" y="13"/>
                    <a:pt x="7" y="17"/>
                  </a:cubicBezTo>
                  <a:cubicBezTo>
                    <a:pt x="10" y="19"/>
                    <a:pt x="19" y="26"/>
                    <a:pt x="23" y="24"/>
                  </a:cubicBezTo>
                  <a:cubicBezTo>
                    <a:pt x="25" y="23"/>
                    <a:pt x="29" y="17"/>
                    <a:pt x="29" y="14"/>
                  </a:cubicBezTo>
                  <a:cubicBezTo>
                    <a:pt x="27" y="7"/>
                    <a:pt x="9" y="0"/>
                    <a:pt x="7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991">
              <a:extLst>
                <a:ext uri="{FF2B5EF4-FFF2-40B4-BE49-F238E27FC236}">
                  <a16:creationId xmlns:a16="http://schemas.microsoft.com/office/drawing/2014/main" id="{DE01DB0D-923B-4287-99A4-52B8693A8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146"/>
              <a:ext cx="83" cy="64"/>
            </a:xfrm>
            <a:custGeom>
              <a:avLst/>
              <a:gdLst>
                <a:gd name="T0" fmla="*/ 0 w 33"/>
                <a:gd name="T1" fmla="*/ 320 h 24"/>
                <a:gd name="T2" fmla="*/ 335 w 33"/>
                <a:gd name="T3" fmla="*/ 456 h 24"/>
                <a:gd name="T4" fmla="*/ 526 w 33"/>
                <a:gd name="T5" fmla="*/ 227 h 24"/>
                <a:gd name="T6" fmla="*/ 380 w 33"/>
                <a:gd name="T7" fmla="*/ 0 h 24"/>
                <a:gd name="T8" fmla="*/ 0 w 33"/>
                <a:gd name="T9" fmla="*/ 32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4">
                  <a:moveTo>
                    <a:pt x="0" y="17"/>
                  </a:moveTo>
                  <a:cubicBezTo>
                    <a:pt x="8" y="16"/>
                    <a:pt x="14" y="21"/>
                    <a:pt x="21" y="24"/>
                  </a:cubicBezTo>
                  <a:cubicBezTo>
                    <a:pt x="22" y="18"/>
                    <a:pt x="27" y="13"/>
                    <a:pt x="33" y="12"/>
                  </a:cubicBezTo>
                  <a:cubicBezTo>
                    <a:pt x="30" y="8"/>
                    <a:pt x="29" y="1"/>
                    <a:pt x="24" y="0"/>
                  </a:cubicBezTo>
                  <a:cubicBezTo>
                    <a:pt x="18" y="0"/>
                    <a:pt x="0" y="12"/>
                    <a:pt x="0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992">
              <a:extLst>
                <a:ext uri="{FF2B5EF4-FFF2-40B4-BE49-F238E27FC236}">
                  <a16:creationId xmlns:a16="http://schemas.microsoft.com/office/drawing/2014/main" id="{A5962803-DBDE-4E28-A75B-95438509F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069"/>
              <a:ext cx="80" cy="82"/>
            </a:xfrm>
            <a:custGeom>
              <a:avLst/>
              <a:gdLst>
                <a:gd name="T0" fmla="*/ 0 w 32"/>
                <a:gd name="T1" fmla="*/ 370 h 31"/>
                <a:gd name="T2" fmla="*/ 363 w 32"/>
                <a:gd name="T3" fmla="*/ 56 h 31"/>
                <a:gd name="T4" fmla="*/ 500 w 32"/>
                <a:gd name="T5" fmla="*/ 336 h 31"/>
                <a:gd name="T6" fmla="*/ 283 w 32"/>
                <a:gd name="T7" fmla="*/ 574 h 31"/>
                <a:gd name="T8" fmla="*/ 0 w 32"/>
                <a:gd name="T9" fmla="*/ 37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0" y="20"/>
                  </a:moveTo>
                  <a:cubicBezTo>
                    <a:pt x="5" y="16"/>
                    <a:pt x="15" y="0"/>
                    <a:pt x="23" y="3"/>
                  </a:cubicBezTo>
                  <a:cubicBezTo>
                    <a:pt x="27" y="5"/>
                    <a:pt x="31" y="15"/>
                    <a:pt x="32" y="18"/>
                  </a:cubicBezTo>
                  <a:cubicBezTo>
                    <a:pt x="24" y="19"/>
                    <a:pt x="23" y="27"/>
                    <a:pt x="18" y="31"/>
                  </a:cubicBezTo>
                  <a:cubicBezTo>
                    <a:pt x="13" y="26"/>
                    <a:pt x="4" y="25"/>
                    <a:pt x="0" y="2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993">
              <a:extLst>
                <a:ext uri="{FF2B5EF4-FFF2-40B4-BE49-F238E27FC236}">
                  <a16:creationId xmlns:a16="http://schemas.microsoft.com/office/drawing/2014/main" id="{18EEACDB-48C2-4908-A032-726E084EC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181"/>
              <a:ext cx="78" cy="82"/>
            </a:xfrm>
            <a:custGeom>
              <a:avLst/>
              <a:gdLst>
                <a:gd name="T0" fmla="*/ 209 w 31"/>
                <a:gd name="T1" fmla="*/ 0 h 31"/>
                <a:gd name="T2" fmla="*/ 20 w 31"/>
                <a:gd name="T3" fmla="*/ 336 h 31"/>
                <a:gd name="T4" fmla="*/ 221 w 31"/>
                <a:gd name="T5" fmla="*/ 574 h 31"/>
                <a:gd name="T6" fmla="*/ 493 w 31"/>
                <a:gd name="T7" fmla="*/ 204 h 31"/>
                <a:gd name="T8" fmla="*/ 209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3" y="0"/>
                  </a:moveTo>
                  <a:cubicBezTo>
                    <a:pt x="9" y="5"/>
                    <a:pt x="0" y="10"/>
                    <a:pt x="1" y="18"/>
                  </a:cubicBezTo>
                  <a:cubicBezTo>
                    <a:pt x="6" y="21"/>
                    <a:pt x="9" y="28"/>
                    <a:pt x="14" y="31"/>
                  </a:cubicBezTo>
                  <a:cubicBezTo>
                    <a:pt x="13" y="22"/>
                    <a:pt x="24" y="16"/>
                    <a:pt x="31" y="11"/>
                  </a:cubicBezTo>
                  <a:cubicBezTo>
                    <a:pt x="30" y="5"/>
                    <a:pt x="18" y="0"/>
                    <a:pt x="13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994">
              <a:extLst>
                <a:ext uri="{FF2B5EF4-FFF2-40B4-BE49-F238E27FC236}">
                  <a16:creationId xmlns:a16="http://schemas.microsoft.com/office/drawing/2014/main" id="{968B208D-D691-4FDC-81E0-A610F5C3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391"/>
              <a:ext cx="78" cy="70"/>
            </a:xfrm>
            <a:custGeom>
              <a:avLst/>
              <a:gdLst>
                <a:gd name="T0" fmla="*/ 33 w 31"/>
                <a:gd name="T1" fmla="*/ 137 h 26"/>
                <a:gd name="T2" fmla="*/ 367 w 31"/>
                <a:gd name="T3" fmla="*/ 22 h 26"/>
                <a:gd name="T4" fmla="*/ 493 w 31"/>
                <a:gd name="T5" fmla="*/ 291 h 26"/>
                <a:gd name="T6" fmla="*/ 335 w 31"/>
                <a:gd name="T7" fmla="*/ 369 h 26"/>
                <a:gd name="T8" fmla="*/ 189 w 31"/>
                <a:gd name="T9" fmla="*/ 471 h 26"/>
                <a:gd name="T10" fmla="*/ 33 w 31"/>
                <a:gd name="T11" fmla="*/ 312 h 26"/>
                <a:gd name="T12" fmla="*/ 33 w 31"/>
                <a:gd name="T13" fmla="*/ 137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2" y="7"/>
                  </a:moveTo>
                  <a:cubicBezTo>
                    <a:pt x="10" y="6"/>
                    <a:pt x="21" y="0"/>
                    <a:pt x="23" y="1"/>
                  </a:cubicBezTo>
                  <a:cubicBezTo>
                    <a:pt x="25" y="1"/>
                    <a:pt x="26" y="10"/>
                    <a:pt x="31" y="15"/>
                  </a:cubicBezTo>
                  <a:cubicBezTo>
                    <a:pt x="27" y="16"/>
                    <a:pt x="24" y="17"/>
                    <a:pt x="21" y="19"/>
                  </a:cubicBezTo>
                  <a:cubicBezTo>
                    <a:pt x="18" y="20"/>
                    <a:pt x="15" y="24"/>
                    <a:pt x="12" y="24"/>
                  </a:cubicBezTo>
                  <a:cubicBezTo>
                    <a:pt x="8" y="26"/>
                    <a:pt x="3" y="20"/>
                    <a:pt x="2" y="16"/>
                  </a:cubicBezTo>
                  <a:cubicBezTo>
                    <a:pt x="0" y="13"/>
                    <a:pt x="0" y="7"/>
                    <a:pt x="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995">
              <a:extLst>
                <a:ext uri="{FF2B5EF4-FFF2-40B4-BE49-F238E27FC236}">
                  <a16:creationId xmlns:a16="http://schemas.microsoft.com/office/drawing/2014/main" id="{1E8CECBA-AD52-433A-BAC6-0B3C2F832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25"/>
              <a:ext cx="65" cy="58"/>
            </a:xfrm>
            <a:custGeom>
              <a:avLst/>
              <a:gdLst>
                <a:gd name="T0" fmla="*/ 158 w 26"/>
                <a:gd name="T1" fmla="*/ 34 h 22"/>
                <a:gd name="T2" fmla="*/ 408 w 26"/>
                <a:gd name="T3" fmla="*/ 21 h 22"/>
                <a:gd name="T4" fmla="*/ 363 w 26"/>
                <a:gd name="T5" fmla="*/ 237 h 22"/>
                <a:gd name="T6" fmla="*/ 270 w 26"/>
                <a:gd name="T7" fmla="*/ 314 h 22"/>
                <a:gd name="T8" fmla="*/ 33 w 26"/>
                <a:gd name="T9" fmla="*/ 382 h 22"/>
                <a:gd name="T10" fmla="*/ 83 w 26"/>
                <a:gd name="T11" fmla="*/ 124 h 22"/>
                <a:gd name="T12" fmla="*/ 158 w 26"/>
                <a:gd name="T13" fmla="*/ 3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10" y="2"/>
                  </a:moveTo>
                  <a:cubicBezTo>
                    <a:pt x="15" y="3"/>
                    <a:pt x="21" y="1"/>
                    <a:pt x="26" y="1"/>
                  </a:cubicBezTo>
                  <a:cubicBezTo>
                    <a:pt x="25" y="5"/>
                    <a:pt x="25" y="10"/>
                    <a:pt x="23" y="13"/>
                  </a:cubicBezTo>
                  <a:cubicBezTo>
                    <a:pt x="22" y="16"/>
                    <a:pt x="21" y="15"/>
                    <a:pt x="17" y="17"/>
                  </a:cubicBezTo>
                  <a:cubicBezTo>
                    <a:pt x="15" y="17"/>
                    <a:pt x="5" y="22"/>
                    <a:pt x="2" y="21"/>
                  </a:cubicBezTo>
                  <a:cubicBezTo>
                    <a:pt x="0" y="19"/>
                    <a:pt x="4" y="9"/>
                    <a:pt x="5" y="7"/>
                  </a:cubicBezTo>
                  <a:cubicBezTo>
                    <a:pt x="6" y="0"/>
                    <a:pt x="10" y="2"/>
                    <a:pt x="1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996">
              <a:extLst>
                <a:ext uri="{FF2B5EF4-FFF2-40B4-BE49-F238E27FC236}">
                  <a16:creationId xmlns:a16="http://schemas.microsoft.com/office/drawing/2014/main" id="{A2D1FF1A-38A9-4094-9BDD-5257A42A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309"/>
              <a:ext cx="65" cy="50"/>
            </a:xfrm>
            <a:custGeom>
              <a:avLst/>
              <a:gdLst>
                <a:gd name="T0" fmla="*/ 63 w 26"/>
                <a:gd name="T1" fmla="*/ 55 h 19"/>
                <a:gd name="T2" fmla="*/ 395 w 26"/>
                <a:gd name="T3" fmla="*/ 21 h 19"/>
                <a:gd name="T4" fmla="*/ 395 w 26"/>
                <a:gd name="T5" fmla="*/ 271 h 19"/>
                <a:gd name="T6" fmla="*/ 125 w 26"/>
                <a:gd name="T7" fmla="*/ 311 h 19"/>
                <a:gd name="T8" fmla="*/ 20 w 26"/>
                <a:gd name="T9" fmla="*/ 292 h 19"/>
                <a:gd name="T10" fmla="*/ 50 w 26"/>
                <a:gd name="T11" fmla="*/ 124 h 19"/>
                <a:gd name="T12" fmla="*/ 63 w 26"/>
                <a:gd name="T13" fmla="*/ 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9">
                  <a:moveTo>
                    <a:pt x="4" y="3"/>
                  </a:moveTo>
                  <a:cubicBezTo>
                    <a:pt x="11" y="3"/>
                    <a:pt x="18" y="0"/>
                    <a:pt x="25" y="1"/>
                  </a:cubicBezTo>
                  <a:cubicBezTo>
                    <a:pt x="26" y="6"/>
                    <a:pt x="24" y="11"/>
                    <a:pt x="25" y="15"/>
                  </a:cubicBezTo>
                  <a:cubicBezTo>
                    <a:pt x="19" y="15"/>
                    <a:pt x="14" y="17"/>
                    <a:pt x="8" y="17"/>
                  </a:cubicBezTo>
                  <a:cubicBezTo>
                    <a:pt x="4" y="18"/>
                    <a:pt x="3" y="19"/>
                    <a:pt x="1" y="16"/>
                  </a:cubicBezTo>
                  <a:cubicBezTo>
                    <a:pt x="0" y="14"/>
                    <a:pt x="3" y="9"/>
                    <a:pt x="3" y="7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997">
              <a:extLst>
                <a:ext uri="{FF2B5EF4-FFF2-40B4-BE49-F238E27FC236}">
                  <a16:creationId xmlns:a16="http://schemas.microsoft.com/office/drawing/2014/main" id="{44C7D48F-C10A-410F-8601-F4C5DEB82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573"/>
              <a:ext cx="73" cy="178"/>
            </a:xfrm>
            <a:custGeom>
              <a:avLst/>
              <a:gdLst>
                <a:gd name="T0" fmla="*/ 463 w 29"/>
                <a:gd name="T1" fmla="*/ 1222 h 67"/>
                <a:gd name="T2" fmla="*/ 380 w 29"/>
                <a:gd name="T3" fmla="*/ 0 h 67"/>
                <a:gd name="T4" fmla="*/ 317 w 29"/>
                <a:gd name="T5" fmla="*/ 21 h 67"/>
                <a:gd name="T6" fmla="*/ 209 w 29"/>
                <a:gd name="T7" fmla="*/ 77 h 67"/>
                <a:gd name="T8" fmla="*/ 20 w 29"/>
                <a:gd name="T9" fmla="*/ 114 h 67"/>
                <a:gd name="T10" fmla="*/ 0 w 29"/>
                <a:gd name="T11" fmla="*/ 353 h 67"/>
                <a:gd name="T12" fmla="*/ 50 w 29"/>
                <a:gd name="T13" fmla="*/ 1257 h 67"/>
                <a:gd name="T14" fmla="*/ 20 w 29"/>
                <a:gd name="T15" fmla="*/ 1257 h 67"/>
                <a:gd name="T16" fmla="*/ 463 w 29"/>
                <a:gd name="T17" fmla="*/ 1222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7">
                  <a:moveTo>
                    <a:pt x="29" y="65"/>
                  </a:moveTo>
                  <a:cubicBezTo>
                    <a:pt x="29" y="48"/>
                    <a:pt x="26" y="10"/>
                    <a:pt x="24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8" y="2"/>
                    <a:pt x="16" y="3"/>
                    <a:pt x="13" y="4"/>
                  </a:cubicBezTo>
                  <a:cubicBezTo>
                    <a:pt x="9" y="5"/>
                    <a:pt x="5" y="5"/>
                    <a:pt x="1" y="6"/>
                  </a:cubicBezTo>
                  <a:cubicBezTo>
                    <a:pt x="1" y="6"/>
                    <a:pt x="0" y="11"/>
                    <a:pt x="0" y="19"/>
                  </a:cubicBezTo>
                  <a:cubicBezTo>
                    <a:pt x="1" y="37"/>
                    <a:pt x="2" y="56"/>
                    <a:pt x="3" y="67"/>
                  </a:cubicBezTo>
                  <a:cubicBezTo>
                    <a:pt x="2" y="67"/>
                    <a:pt x="2" y="67"/>
                    <a:pt x="1" y="67"/>
                  </a:cubicBezTo>
                  <a:cubicBezTo>
                    <a:pt x="11" y="67"/>
                    <a:pt x="21" y="66"/>
                    <a:pt x="29" y="6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998">
              <a:extLst>
                <a:ext uri="{FF2B5EF4-FFF2-40B4-BE49-F238E27FC236}">
                  <a16:creationId xmlns:a16="http://schemas.microsoft.com/office/drawing/2014/main" id="{AF6C2EF5-2777-4737-80AA-B03F12E1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71"/>
              <a:ext cx="132" cy="264"/>
            </a:xfrm>
            <a:custGeom>
              <a:avLst/>
              <a:gdLst>
                <a:gd name="T0" fmla="*/ 819 w 53"/>
                <a:gd name="T1" fmla="*/ 0 h 99"/>
                <a:gd name="T2" fmla="*/ 466 w 53"/>
                <a:gd name="T3" fmla="*/ 307 h 99"/>
                <a:gd name="T4" fmla="*/ 291 w 53"/>
                <a:gd name="T5" fmla="*/ 0 h 99"/>
                <a:gd name="T6" fmla="*/ 0 w 53"/>
                <a:gd name="T7" fmla="*/ 1877 h 99"/>
                <a:gd name="T8" fmla="*/ 466 w 53"/>
                <a:gd name="T9" fmla="*/ 1672 h 99"/>
                <a:gd name="T10" fmla="*/ 466 w 53"/>
                <a:gd name="T11" fmla="*/ 1651 h 99"/>
                <a:gd name="T12" fmla="*/ 819 w 53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99">
                  <a:moveTo>
                    <a:pt x="53" y="0"/>
                  </a:moveTo>
                  <a:cubicBezTo>
                    <a:pt x="45" y="3"/>
                    <a:pt x="32" y="17"/>
                    <a:pt x="30" y="16"/>
                  </a:cubicBezTo>
                  <a:cubicBezTo>
                    <a:pt x="26" y="12"/>
                    <a:pt x="17" y="4"/>
                    <a:pt x="19" y="0"/>
                  </a:cubicBezTo>
                  <a:cubicBezTo>
                    <a:pt x="14" y="10"/>
                    <a:pt x="5" y="62"/>
                    <a:pt x="0" y="99"/>
                  </a:cubicBezTo>
                  <a:cubicBezTo>
                    <a:pt x="11" y="96"/>
                    <a:pt x="21" y="92"/>
                    <a:pt x="30" y="88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30" y="87"/>
                    <a:pt x="40" y="25"/>
                    <a:pt x="53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999">
              <a:extLst>
                <a:ext uri="{FF2B5EF4-FFF2-40B4-BE49-F238E27FC236}">
                  <a16:creationId xmlns:a16="http://schemas.microsoft.com/office/drawing/2014/main" id="{1DFCD630-54FC-4440-A023-64951354A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402"/>
              <a:ext cx="58" cy="72"/>
            </a:xfrm>
            <a:custGeom>
              <a:avLst/>
              <a:gdLst>
                <a:gd name="T0" fmla="*/ 126 w 23"/>
                <a:gd name="T1" fmla="*/ 491 h 27"/>
                <a:gd name="T2" fmla="*/ 368 w 23"/>
                <a:gd name="T3" fmla="*/ 264 h 27"/>
                <a:gd name="T4" fmla="*/ 351 w 23"/>
                <a:gd name="T5" fmla="*/ 248 h 27"/>
                <a:gd name="T6" fmla="*/ 0 w 23"/>
                <a:gd name="T7" fmla="*/ 0 h 27"/>
                <a:gd name="T8" fmla="*/ 113 w 23"/>
                <a:gd name="T9" fmla="*/ 512 h 27"/>
                <a:gd name="T10" fmla="*/ 126 w 23"/>
                <a:gd name="T11" fmla="*/ 49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7">
                  <a:moveTo>
                    <a:pt x="8" y="26"/>
                  </a:moveTo>
                  <a:cubicBezTo>
                    <a:pt x="10" y="24"/>
                    <a:pt x="17" y="18"/>
                    <a:pt x="23" y="14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7" y="8"/>
                    <a:pt x="7" y="0"/>
                    <a:pt x="0" y="0"/>
                  </a:cubicBezTo>
                  <a:cubicBezTo>
                    <a:pt x="1" y="8"/>
                    <a:pt x="8" y="21"/>
                    <a:pt x="7" y="27"/>
                  </a:cubicBezTo>
                  <a:cubicBezTo>
                    <a:pt x="7" y="27"/>
                    <a:pt x="8" y="26"/>
                    <a:pt x="8" y="2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1000">
              <a:extLst>
                <a:ext uri="{FF2B5EF4-FFF2-40B4-BE49-F238E27FC236}">
                  <a16:creationId xmlns:a16="http://schemas.microsoft.com/office/drawing/2014/main" id="{A4E531BD-30AB-4BDD-A53B-3CF98701A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514"/>
              <a:ext cx="42" cy="211"/>
            </a:xfrm>
            <a:custGeom>
              <a:avLst/>
              <a:gdLst>
                <a:gd name="T0" fmla="*/ 257 w 17"/>
                <a:gd name="T1" fmla="*/ 0 h 79"/>
                <a:gd name="T2" fmla="*/ 0 w 17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9">
                  <a:moveTo>
                    <a:pt x="17" y="0"/>
                  </a:moveTo>
                  <a:cubicBezTo>
                    <a:pt x="13" y="11"/>
                    <a:pt x="4" y="53"/>
                    <a:pt x="0" y="7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1001">
              <a:extLst>
                <a:ext uri="{FF2B5EF4-FFF2-40B4-BE49-F238E27FC236}">
                  <a16:creationId xmlns:a16="http://schemas.microsoft.com/office/drawing/2014/main" id="{5ECFF632-6B2E-4B26-8CE8-E9B4332A4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38"/>
              <a:ext cx="13" cy="211"/>
            </a:xfrm>
            <a:custGeom>
              <a:avLst/>
              <a:gdLst>
                <a:gd name="T0" fmla="*/ 0 w 5"/>
                <a:gd name="T1" fmla="*/ 0 h 79"/>
                <a:gd name="T2" fmla="*/ 88 w 5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9">
                  <a:moveTo>
                    <a:pt x="0" y="0"/>
                  </a:moveTo>
                  <a:cubicBezTo>
                    <a:pt x="1" y="16"/>
                    <a:pt x="3" y="52"/>
                    <a:pt x="5" y="7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1002">
              <a:extLst>
                <a:ext uri="{FF2B5EF4-FFF2-40B4-BE49-F238E27FC236}">
                  <a16:creationId xmlns:a16="http://schemas.microsoft.com/office/drawing/2014/main" id="{258F9419-65E8-4AAE-AD2F-3CA9E418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490"/>
              <a:ext cx="113" cy="235"/>
            </a:xfrm>
            <a:custGeom>
              <a:avLst/>
              <a:gdLst>
                <a:gd name="T0" fmla="*/ 442 w 45"/>
                <a:gd name="T1" fmla="*/ 136 h 88"/>
                <a:gd name="T2" fmla="*/ 442 w 45"/>
                <a:gd name="T3" fmla="*/ 171 h 88"/>
                <a:gd name="T4" fmla="*/ 158 w 45"/>
                <a:gd name="T5" fmla="*/ 227 h 88"/>
                <a:gd name="T6" fmla="*/ 0 w 45"/>
                <a:gd name="T7" fmla="*/ 0 h 88"/>
                <a:gd name="T8" fmla="*/ 284 w 45"/>
                <a:gd name="T9" fmla="*/ 1413 h 88"/>
                <a:gd name="T10" fmla="*/ 713 w 45"/>
                <a:gd name="T11" fmla="*/ 1677 h 88"/>
                <a:gd name="T12" fmla="*/ 442 w 45"/>
                <a:gd name="T13" fmla="*/ 13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8">
                  <a:moveTo>
                    <a:pt x="28" y="7"/>
                  </a:moveTo>
                  <a:cubicBezTo>
                    <a:pt x="28" y="7"/>
                    <a:pt x="28" y="8"/>
                    <a:pt x="28" y="9"/>
                  </a:cubicBezTo>
                  <a:cubicBezTo>
                    <a:pt x="21" y="9"/>
                    <a:pt x="16" y="6"/>
                    <a:pt x="10" y="12"/>
                  </a:cubicBezTo>
                  <a:cubicBezTo>
                    <a:pt x="8" y="7"/>
                    <a:pt x="2" y="5"/>
                    <a:pt x="0" y="0"/>
                  </a:cubicBezTo>
                  <a:cubicBezTo>
                    <a:pt x="5" y="15"/>
                    <a:pt x="13" y="52"/>
                    <a:pt x="18" y="74"/>
                  </a:cubicBezTo>
                  <a:cubicBezTo>
                    <a:pt x="25" y="79"/>
                    <a:pt x="34" y="84"/>
                    <a:pt x="45" y="88"/>
                  </a:cubicBezTo>
                  <a:cubicBezTo>
                    <a:pt x="43" y="61"/>
                    <a:pt x="35" y="21"/>
                    <a:pt x="28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1003">
              <a:extLst>
                <a:ext uri="{FF2B5EF4-FFF2-40B4-BE49-F238E27FC236}">
                  <a16:creationId xmlns:a16="http://schemas.microsoft.com/office/drawing/2014/main" id="{5C78CF67-2032-46D5-A427-6789972AB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522"/>
              <a:ext cx="40" cy="179"/>
            </a:xfrm>
            <a:custGeom>
              <a:avLst/>
              <a:gdLst>
                <a:gd name="T0" fmla="*/ 0 w 16"/>
                <a:gd name="T1" fmla="*/ 0 h 67"/>
                <a:gd name="T2" fmla="*/ 250 w 16"/>
                <a:gd name="T3" fmla="*/ 127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7">
                  <a:moveTo>
                    <a:pt x="0" y="0"/>
                  </a:moveTo>
                  <a:cubicBezTo>
                    <a:pt x="5" y="13"/>
                    <a:pt x="12" y="44"/>
                    <a:pt x="16" y="6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1004">
              <a:extLst>
                <a:ext uri="{FF2B5EF4-FFF2-40B4-BE49-F238E27FC236}">
                  <a16:creationId xmlns:a16="http://schemas.microsoft.com/office/drawing/2014/main" id="{70A56B71-1FC4-4C73-9BD0-75ABFD490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431"/>
              <a:ext cx="112" cy="312"/>
            </a:xfrm>
            <a:custGeom>
              <a:avLst/>
              <a:gdLst>
                <a:gd name="T0" fmla="*/ 433 w 45"/>
                <a:gd name="T1" fmla="*/ 0 h 117"/>
                <a:gd name="T2" fmla="*/ 279 w 45"/>
                <a:gd name="T3" fmla="*/ 77 h 117"/>
                <a:gd name="T4" fmla="*/ 137 w 45"/>
                <a:gd name="T5" fmla="*/ 171 h 117"/>
                <a:gd name="T6" fmla="*/ 0 w 45"/>
                <a:gd name="T7" fmla="*/ 77 h 117"/>
                <a:gd name="T8" fmla="*/ 309 w 45"/>
                <a:gd name="T9" fmla="*/ 2083 h 117"/>
                <a:gd name="T10" fmla="*/ 309 w 45"/>
                <a:gd name="T11" fmla="*/ 2104 h 117"/>
                <a:gd name="T12" fmla="*/ 694 w 45"/>
                <a:gd name="T13" fmla="*/ 2219 h 117"/>
                <a:gd name="T14" fmla="*/ 433 w 45"/>
                <a:gd name="T15" fmla="*/ 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117">
                  <a:moveTo>
                    <a:pt x="28" y="0"/>
                  </a:moveTo>
                  <a:cubicBezTo>
                    <a:pt x="24" y="1"/>
                    <a:pt x="21" y="2"/>
                    <a:pt x="18" y="4"/>
                  </a:cubicBezTo>
                  <a:cubicBezTo>
                    <a:pt x="15" y="5"/>
                    <a:pt x="12" y="9"/>
                    <a:pt x="9" y="9"/>
                  </a:cubicBezTo>
                  <a:cubicBezTo>
                    <a:pt x="6" y="11"/>
                    <a:pt x="2" y="8"/>
                    <a:pt x="0" y="4"/>
                  </a:cubicBezTo>
                  <a:cubicBezTo>
                    <a:pt x="8" y="23"/>
                    <a:pt x="19" y="78"/>
                    <a:pt x="20" y="110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7" y="114"/>
                    <a:pt x="36" y="116"/>
                    <a:pt x="45" y="117"/>
                  </a:cubicBezTo>
                  <a:cubicBezTo>
                    <a:pt x="45" y="104"/>
                    <a:pt x="45" y="37"/>
                    <a:pt x="2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1005">
              <a:extLst>
                <a:ext uri="{FF2B5EF4-FFF2-40B4-BE49-F238E27FC236}">
                  <a16:creationId xmlns:a16="http://schemas.microsoft.com/office/drawing/2014/main" id="{AB1459FD-1438-4A5B-B28E-2AC89334B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458"/>
              <a:ext cx="48" cy="275"/>
            </a:xfrm>
            <a:custGeom>
              <a:avLst/>
              <a:gdLst>
                <a:gd name="T0" fmla="*/ 0 w 19"/>
                <a:gd name="T1" fmla="*/ 0 h 103"/>
                <a:gd name="T2" fmla="*/ 306 w 19"/>
                <a:gd name="T3" fmla="*/ 196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3">
                  <a:moveTo>
                    <a:pt x="0" y="0"/>
                  </a:moveTo>
                  <a:cubicBezTo>
                    <a:pt x="4" y="8"/>
                    <a:pt x="15" y="63"/>
                    <a:pt x="19" y="10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1006">
              <a:extLst>
                <a:ext uri="{FF2B5EF4-FFF2-40B4-BE49-F238E27FC236}">
                  <a16:creationId xmlns:a16="http://schemas.microsoft.com/office/drawing/2014/main" id="{3D54649C-FC12-41EA-A93A-9F7725C3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1410"/>
              <a:ext cx="85" cy="136"/>
            </a:xfrm>
            <a:custGeom>
              <a:avLst/>
              <a:gdLst>
                <a:gd name="T0" fmla="*/ 250 w 34"/>
                <a:gd name="T1" fmla="*/ 627 h 51"/>
                <a:gd name="T2" fmla="*/ 408 w 34"/>
                <a:gd name="T3" fmla="*/ 717 h 51"/>
                <a:gd name="T4" fmla="*/ 458 w 34"/>
                <a:gd name="T5" fmla="*/ 819 h 51"/>
                <a:gd name="T6" fmla="*/ 458 w 34"/>
                <a:gd name="T7" fmla="*/ 819 h 51"/>
                <a:gd name="T8" fmla="*/ 458 w 34"/>
                <a:gd name="T9" fmla="*/ 819 h 51"/>
                <a:gd name="T10" fmla="*/ 470 w 34"/>
                <a:gd name="T11" fmla="*/ 968 h 51"/>
                <a:gd name="T12" fmla="*/ 520 w 34"/>
                <a:gd name="T13" fmla="*/ 77 h 51"/>
                <a:gd name="T14" fmla="*/ 500 w 34"/>
                <a:gd name="T15" fmla="*/ 77 h 51"/>
                <a:gd name="T16" fmla="*/ 250 w 34"/>
                <a:gd name="T17" fmla="*/ 248 h 51"/>
                <a:gd name="T18" fmla="*/ 0 w 34"/>
                <a:gd name="T19" fmla="*/ 0 h 51"/>
                <a:gd name="T20" fmla="*/ 33 w 34"/>
                <a:gd name="T21" fmla="*/ 683 h 51"/>
                <a:gd name="T22" fmla="*/ 250 w 34"/>
                <a:gd name="T23" fmla="*/ 627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51">
                  <a:moveTo>
                    <a:pt x="16" y="33"/>
                  </a:moveTo>
                  <a:cubicBezTo>
                    <a:pt x="21" y="33"/>
                    <a:pt x="22" y="34"/>
                    <a:pt x="26" y="38"/>
                  </a:cubicBezTo>
                  <a:cubicBezTo>
                    <a:pt x="28" y="40"/>
                    <a:pt x="29" y="41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44"/>
                    <a:pt x="30" y="47"/>
                    <a:pt x="30" y="51"/>
                  </a:cubicBezTo>
                  <a:cubicBezTo>
                    <a:pt x="32" y="36"/>
                    <a:pt x="34" y="11"/>
                    <a:pt x="33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6" y="5"/>
                    <a:pt x="18" y="6"/>
                    <a:pt x="16" y="13"/>
                  </a:cubicBezTo>
                  <a:cubicBezTo>
                    <a:pt x="9" y="9"/>
                    <a:pt x="8" y="3"/>
                    <a:pt x="0" y="0"/>
                  </a:cubicBezTo>
                  <a:cubicBezTo>
                    <a:pt x="1" y="7"/>
                    <a:pt x="2" y="24"/>
                    <a:pt x="2" y="36"/>
                  </a:cubicBezTo>
                  <a:cubicBezTo>
                    <a:pt x="7" y="34"/>
                    <a:pt x="12" y="33"/>
                    <a:pt x="16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1007">
              <a:extLst>
                <a:ext uri="{FF2B5EF4-FFF2-40B4-BE49-F238E27FC236}">
                  <a16:creationId xmlns:a16="http://schemas.microsoft.com/office/drawing/2014/main" id="{ED1570CF-009C-46B9-A262-DF5C2B92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445"/>
              <a:ext cx="5" cy="53"/>
            </a:xfrm>
            <a:custGeom>
              <a:avLst/>
              <a:gdLst>
                <a:gd name="T0" fmla="*/ 20 w 2"/>
                <a:gd name="T1" fmla="*/ 0 h 20"/>
                <a:gd name="T2" fmla="*/ 0 w 2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1" y="0"/>
                  </a:moveTo>
                  <a:cubicBezTo>
                    <a:pt x="2" y="6"/>
                    <a:pt x="0" y="20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1008">
              <a:extLst>
                <a:ext uri="{FF2B5EF4-FFF2-40B4-BE49-F238E27FC236}">
                  <a16:creationId xmlns:a16="http://schemas.microsoft.com/office/drawing/2014/main" id="{B0516B1D-A638-42FA-BB0C-DB56257D5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447"/>
              <a:ext cx="72" cy="206"/>
            </a:xfrm>
            <a:custGeom>
              <a:avLst/>
              <a:gdLst>
                <a:gd name="T0" fmla="*/ 278 w 29"/>
                <a:gd name="T1" fmla="*/ 615 h 77"/>
                <a:gd name="T2" fmla="*/ 320 w 29"/>
                <a:gd name="T3" fmla="*/ 902 h 77"/>
                <a:gd name="T4" fmla="*/ 370 w 29"/>
                <a:gd name="T5" fmla="*/ 1474 h 77"/>
                <a:gd name="T6" fmla="*/ 382 w 29"/>
                <a:gd name="T7" fmla="*/ 1359 h 77"/>
                <a:gd name="T8" fmla="*/ 444 w 29"/>
                <a:gd name="T9" fmla="*/ 35 h 77"/>
                <a:gd name="T10" fmla="*/ 62 w 29"/>
                <a:gd name="T11" fmla="*/ 321 h 77"/>
                <a:gd name="T12" fmla="*/ 12 w 29"/>
                <a:gd name="T13" fmla="*/ 0 h 77"/>
                <a:gd name="T14" fmla="*/ 12 w 29"/>
                <a:gd name="T15" fmla="*/ 730 h 77"/>
                <a:gd name="T16" fmla="*/ 278 w 29"/>
                <a:gd name="T17" fmla="*/ 615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77">
                  <a:moveTo>
                    <a:pt x="18" y="32"/>
                  </a:moveTo>
                  <a:cubicBezTo>
                    <a:pt x="19" y="37"/>
                    <a:pt x="21" y="42"/>
                    <a:pt x="21" y="47"/>
                  </a:cubicBezTo>
                  <a:cubicBezTo>
                    <a:pt x="22" y="52"/>
                    <a:pt x="23" y="64"/>
                    <a:pt x="24" y="77"/>
                  </a:cubicBezTo>
                  <a:cubicBezTo>
                    <a:pt x="25" y="75"/>
                    <a:pt x="25" y="73"/>
                    <a:pt x="25" y="71"/>
                  </a:cubicBezTo>
                  <a:cubicBezTo>
                    <a:pt x="26" y="46"/>
                    <a:pt x="29" y="8"/>
                    <a:pt x="29" y="2"/>
                  </a:cubicBezTo>
                  <a:cubicBezTo>
                    <a:pt x="19" y="5"/>
                    <a:pt x="8" y="8"/>
                    <a:pt x="4" y="17"/>
                  </a:cubicBezTo>
                  <a:cubicBezTo>
                    <a:pt x="2" y="11"/>
                    <a:pt x="2" y="6"/>
                    <a:pt x="1" y="0"/>
                  </a:cubicBezTo>
                  <a:cubicBezTo>
                    <a:pt x="0" y="7"/>
                    <a:pt x="0" y="24"/>
                    <a:pt x="1" y="38"/>
                  </a:cubicBezTo>
                  <a:cubicBezTo>
                    <a:pt x="7" y="36"/>
                    <a:pt x="13" y="34"/>
                    <a:pt x="18" y="3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1009">
              <a:extLst>
                <a:ext uri="{FF2B5EF4-FFF2-40B4-BE49-F238E27FC236}">
                  <a16:creationId xmlns:a16="http://schemas.microsoft.com/office/drawing/2014/main" id="{D5E0E4DF-BD0E-4CEF-9068-0EACBD17F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493"/>
              <a:ext cx="5" cy="53"/>
            </a:xfrm>
            <a:custGeom>
              <a:avLst/>
              <a:gdLst>
                <a:gd name="T0" fmla="*/ 20 w 2"/>
                <a:gd name="T1" fmla="*/ 0 h 20"/>
                <a:gd name="T2" fmla="*/ 0 w 2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1" y="0"/>
                  </a:moveTo>
                  <a:cubicBezTo>
                    <a:pt x="2" y="9"/>
                    <a:pt x="0" y="20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1010">
              <a:extLst>
                <a:ext uri="{FF2B5EF4-FFF2-40B4-BE49-F238E27FC236}">
                  <a16:creationId xmlns:a16="http://schemas.microsoft.com/office/drawing/2014/main" id="{25DCA7D6-A109-4D78-B5E7-F6BE95D2B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346"/>
              <a:ext cx="80" cy="109"/>
            </a:xfrm>
            <a:custGeom>
              <a:avLst/>
              <a:gdLst>
                <a:gd name="T0" fmla="*/ 113 w 32"/>
                <a:gd name="T1" fmla="*/ 635 h 41"/>
                <a:gd name="T2" fmla="*/ 125 w 32"/>
                <a:gd name="T3" fmla="*/ 657 h 41"/>
                <a:gd name="T4" fmla="*/ 125 w 32"/>
                <a:gd name="T5" fmla="*/ 657 h 41"/>
                <a:gd name="T6" fmla="*/ 333 w 32"/>
                <a:gd name="T7" fmla="*/ 566 h 41"/>
                <a:gd name="T8" fmla="*/ 408 w 32"/>
                <a:gd name="T9" fmla="*/ 771 h 41"/>
                <a:gd name="T10" fmla="*/ 500 w 32"/>
                <a:gd name="T11" fmla="*/ 282 h 41"/>
                <a:gd name="T12" fmla="*/ 158 w 32"/>
                <a:gd name="T13" fmla="*/ 282 h 41"/>
                <a:gd name="T14" fmla="*/ 20 w 32"/>
                <a:gd name="T15" fmla="*/ 0 h 41"/>
                <a:gd name="T16" fmla="*/ 0 w 32"/>
                <a:gd name="T17" fmla="*/ 524 h 41"/>
                <a:gd name="T18" fmla="*/ 113 w 32"/>
                <a:gd name="T19" fmla="*/ 63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41">
                  <a:moveTo>
                    <a:pt x="7" y="34"/>
                  </a:move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3" y="31"/>
                    <a:pt x="18" y="29"/>
                    <a:pt x="21" y="30"/>
                  </a:cubicBezTo>
                  <a:cubicBezTo>
                    <a:pt x="24" y="32"/>
                    <a:pt x="25" y="37"/>
                    <a:pt x="26" y="41"/>
                  </a:cubicBezTo>
                  <a:cubicBezTo>
                    <a:pt x="27" y="37"/>
                    <a:pt x="31" y="20"/>
                    <a:pt x="32" y="15"/>
                  </a:cubicBezTo>
                  <a:cubicBezTo>
                    <a:pt x="26" y="13"/>
                    <a:pt x="16" y="13"/>
                    <a:pt x="10" y="15"/>
                  </a:cubicBezTo>
                  <a:cubicBezTo>
                    <a:pt x="8" y="9"/>
                    <a:pt x="3" y="5"/>
                    <a:pt x="1" y="0"/>
                  </a:cubicBezTo>
                  <a:cubicBezTo>
                    <a:pt x="0" y="4"/>
                    <a:pt x="0" y="17"/>
                    <a:pt x="0" y="28"/>
                  </a:cubicBezTo>
                  <a:cubicBezTo>
                    <a:pt x="3" y="30"/>
                    <a:pt x="5" y="32"/>
                    <a:pt x="7" y="3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1011">
              <a:extLst>
                <a:ext uri="{FF2B5EF4-FFF2-40B4-BE49-F238E27FC236}">
                  <a16:creationId xmlns:a16="http://schemas.microsoft.com/office/drawing/2014/main" id="{041D1521-C64B-4E27-9FE6-40FF69553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231"/>
              <a:ext cx="98" cy="147"/>
            </a:xfrm>
            <a:custGeom>
              <a:avLst/>
              <a:gdLst>
                <a:gd name="T0" fmla="*/ 618 w 39"/>
                <a:gd name="T1" fmla="*/ 0 h 55"/>
                <a:gd name="T2" fmla="*/ 0 w 39"/>
                <a:gd name="T3" fmla="*/ 105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5">
                  <a:moveTo>
                    <a:pt x="39" y="0"/>
                  </a:moveTo>
                  <a:cubicBezTo>
                    <a:pt x="28" y="13"/>
                    <a:pt x="10" y="34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1012">
              <a:extLst>
                <a:ext uri="{FF2B5EF4-FFF2-40B4-BE49-F238E27FC236}">
                  <a16:creationId xmlns:a16="http://schemas.microsoft.com/office/drawing/2014/main" id="{43CAFD07-1F15-4D81-B23F-64445CFC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327"/>
              <a:ext cx="147" cy="366"/>
            </a:xfrm>
            <a:custGeom>
              <a:avLst/>
              <a:gdLst>
                <a:gd name="T0" fmla="*/ 541 w 59"/>
                <a:gd name="T1" fmla="*/ 2006 h 137"/>
                <a:gd name="T2" fmla="*/ 571 w 59"/>
                <a:gd name="T3" fmla="*/ 1849 h 137"/>
                <a:gd name="T4" fmla="*/ 683 w 59"/>
                <a:gd name="T5" fmla="*/ 1242 h 137"/>
                <a:gd name="T6" fmla="*/ 715 w 59"/>
                <a:gd name="T7" fmla="*/ 1106 h 137"/>
                <a:gd name="T8" fmla="*/ 912 w 59"/>
                <a:gd name="T9" fmla="*/ 422 h 137"/>
                <a:gd name="T10" fmla="*/ 912 w 59"/>
                <a:gd name="T11" fmla="*/ 422 h 137"/>
                <a:gd name="T12" fmla="*/ 683 w 59"/>
                <a:gd name="T13" fmla="*/ 401 h 137"/>
                <a:gd name="T14" fmla="*/ 466 w 59"/>
                <a:gd name="T15" fmla="*/ 0 h 137"/>
                <a:gd name="T16" fmla="*/ 0 w 59"/>
                <a:gd name="T17" fmla="*/ 2498 h 137"/>
                <a:gd name="T18" fmla="*/ 0 w 59"/>
                <a:gd name="T19" fmla="*/ 2613 h 137"/>
                <a:gd name="T20" fmla="*/ 541 w 59"/>
                <a:gd name="T21" fmla="*/ 2006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137">
                  <a:moveTo>
                    <a:pt x="35" y="105"/>
                  </a:moveTo>
                  <a:cubicBezTo>
                    <a:pt x="37" y="97"/>
                    <a:pt x="37" y="97"/>
                    <a:pt x="37" y="97"/>
                  </a:cubicBezTo>
                  <a:cubicBezTo>
                    <a:pt x="38" y="87"/>
                    <a:pt x="41" y="75"/>
                    <a:pt x="44" y="65"/>
                  </a:cubicBezTo>
                  <a:cubicBezTo>
                    <a:pt x="46" y="58"/>
                    <a:pt x="46" y="58"/>
                    <a:pt x="46" y="58"/>
                  </a:cubicBezTo>
                  <a:cubicBezTo>
                    <a:pt x="50" y="43"/>
                    <a:pt x="55" y="30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5" y="21"/>
                    <a:pt x="50" y="20"/>
                    <a:pt x="44" y="21"/>
                  </a:cubicBezTo>
                  <a:cubicBezTo>
                    <a:pt x="42" y="17"/>
                    <a:pt x="33" y="2"/>
                    <a:pt x="30" y="0"/>
                  </a:cubicBezTo>
                  <a:cubicBezTo>
                    <a:pt x="24" y="14"/>
                    <a:pt x="3" y="99"/>
                    <a:pt x="0" y="131"/>
                  </a:cubicBezTo>
                  <a:cubicBezTo>
                    <a:pt x="0" y="133"/>
                    <a:pt x="0" y="135"/>
                    <a:pt x="0" y="137"/>
                  </a:cubicBezTo>
                  <a:cubicBezTo>
                    <a:pt x="20" y="125"/>
                    <a:pt x="31" y="111"/>
                    <a:pt x="35" y="10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1013">
              <a:extLst>
                <a:ext uri="{FF2B5EF4-FFF2-40B4-BE49-F238E27FC236}">
                  <a16:creationId xmlns:a16="http://schemas.microsoft.com/office/drawing/2014/main" id="{5DAC3F00-F7B4-495D-B36A-42289A8F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383"/>
              <a:ext cx="65" cy="272"/>
            </a:xfrm>
            <a:custGeom>
              <a:avLst/>
              <a:gdLst>
                <a:gd name="T0" fmla="*/ 408 w 26"/>
                <a:gd name="T1" fmla="*/ 0 h 102"/>
                <a:gd name="T2" fmla="*/ 33 w 26"/>
                <a:gd name="T3" fmla="*/ 1763 h 102"/>
                <a:gd name="T4" fmla="*/ 0 w 26"/>
                <a:gd name="T5" fmla="*/ 1933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2">
                  <a:moveTo>
                    <a:pt x="26" y="0"/>
                  </a:moveTo>
                  <a:cubicBezTo>
                    <a:pt x="20" y="21"/>
                    <a:pt x="9" y="57"/>
                    <a:pt x="2" y="93"/>
                  </a:cubicBezTo>
                  <a:cubicBezTo>
                    <a:pt x="1" y="100"/>
                    <a:pt x="0" y="102"/>
                    <a:pt x="0" y="10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1014">
              <a:extLst>
                <a:ext uri="{FF2B5EF4-FFF2-40B4-BE49-F238E27FC236}">
                  <a16:creationId xmlns:a16="http://schemas.microsoft.com/office/drawing/2014/main" id="{C5E2BAFF-15CC-4856-A54C-A14EFEEEF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231"/>
              <a:ext cx="18" cy="94"/>
            </a:xfrm>
            <a:custGeom>
              <a:avLst/>
              <a:gdLst>
                <a:gd name="T0" fmla="*/ 118 w 7"/>
                <a:gd name="T1" fmla="*/ 0 h 35"/>
                <a:gd name="T2" fmla="*/ 0 w 7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5">
                  <a:moveTo>
                    <a:pt x="7" y="0"/>
                  </a:moveTo>
                  <a:cubicBezTo>
                    <a:pt x="5" y="6"/>
                    <a:pt x="2" y="21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1015">
              <a:extLst>
                <a:ext uri="{FF2B5EF4-FFF2-40B4-BE49-F238E27FC236}">
                  <a16:creationId xmlns:a16="http://schemas.microsoft.com/office/drawing/2014/main" id="{8C90B0F4-202B-46A3-BE52-0C1C37E46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266"/>
              <a:ext cx="77" cy="205"/>
            </a:xfrm>
            <a:custGeom>
              <a:avLst/>
              <a:gdLst>
                <a:gd name="T0" fmla="*/ 124 w 31"/>
                <a:gd name="T1" fmla="*/ 56 h 77"/>
                <a:gd name="T2" fmla="*/ 30 w 31"/>
                <a:gd name="T3" fmla="*/ 546 h 77"/>
                <a:gd name="T4" fmla="*/ 92 w 31"/>
                <a:gd name="T5" fmla="*/ 849 h 77"/>
                <a:gd name="T6" fmla="*/ 0 w 31"/>
                <a:gd name="T7" fmla="*/ 1339 h 77"/>
                <a:gd name="T8" fmla="*/ 12 w 31"/>
                <a:gd name="T9" fmla="*/ 1454 h 77"/>
                <a:gd name="T10" fmla="*/ 246 w 31"/>
                <a:gd name="T11" fmla="*/ 431 h 77"/>
                <a:gd name="T12" fmla="*/ 432 w 31"/>
                <a:gd name="T13" fmla="*/ 431 h 77"/>
                <a:gd name="T14" fmla="*/ 474 w 31"/>
                <a:gd name="T15" fmla="*/ 114 h 77"/>
                <a:gd name="T16" fmla="*/ 124 w 31"/>
                <a:gd name="T17" fmla="*/ 56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77">
                  <a:moveTo>
                    <a:pt x="8" y="3"/>
                  </a:moveTo>
                  <a:cubicBezTo>
                    <a:pt x="2" y="29"/>
                    <a:pt x="2" y="29"/>
                    <a:pt x="2" y="29"/>
                  </a:cubicBezTo>
                  <a:cubicBezTo>
                    <a:pt x="4" y="32"/>
                    <a:pt x="3" y="40"/>
                    <a:pt x="6" y="45"/>
                  </a:cubicBezTo>
                  <a:cubicBezTo>
                    <a:pt x="5" y="50"/>
                    <a:pt x="1" y="67"/>
                    <a:pt x="0" y="71"/>
                  </a:cubicBezTo>
                  <a:cubicBezTo>
                    <a:pt x="1" y="73"/>
                    <a:pt x="1" y="75"/>
                    <a:pt x="1" y="77"/>
                  </a:cubicBezTo>
                  <a:cubicBezTo>
                    <a:pt x="7" y="52"/>
                    <a:pt x="14" y="30"/>
                    <a:pt x="16" y="23"/>
                  </a:cubicBezTo>
                  <a:cubicBezTo>
                    <a:pt x="19" y="22"/>
                    <a:pt x="23" y="22"/>
                    <a:pt x="28" y="23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5" y="3"/>
                    <a:pt x="15" y="0"/>
                    <a:pt x="8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1016">
              <a:extLst>
                <a:ext uri="{FF2B5EF4-FFF2-40B4-BE49-F238E27FC236}">
                  <a16:creationId xmlns:a16="http://schemas.microsoft.com/office/drawing/2014/main" id="{D58F5338-314E-4C0A-AD01-33B31475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415"/>
              <a:ext cx="130" cy="280"/>
            </a:xfrm>
            <a:custGeom>
              <a:avLst/>
              <a:gdLst>
                <a:gd name="T0" fmla="*/ 738 w 52"/>
                <a:gd name="T1" fmla="*/ 1933 h 105"/>
                <a:gd name="T2" fmla="*/ 458 w 52"/>
                <a:gd name="T3" fmla="*/ 533 h 105"/>
                <a:gd name="T4" fmla="*/ 625 w 52"/>
                <a:gd name="T5" fmla="*/ 419 h 105"/>
                <a:gd name="T6" fmla="*/ 520 w 52"/>
                <a:gd name="T7" fmla="*/ 35 h 105"/>
                <a:gd name="T8" fmla="*/ 188 w 52"/>
                <a:gd name="T9" fmla="*/ 192 h 105"/>
                <a:gd name="T10" fmla="*/ 0 w 52"/>
                <a:gd name="T11" fmla="*/ 0 h 105"/>
                <a:gd name="T12" fmla="*/ 333 w 52"/>
                <a:gd name="T13" fmla="*/ 1443 h 105"/>
                <a:gd name="T14" fmla="*/ 333 w 52"/>
                <a:gd name="T15" fmla="*/ 1459 h 105"/>
                <a:gd name="T16" fmla="*/ 813 w 52"/>
                <a:gd name="T17" fmla="*/ 1992 h 105"/>
                <a:gd name="T18" fmla="*/ 813 w 52"/>
                <a:gd name="T19" fmla="*/ 1992 h 105"/>
                <a:gd name="T20" fmla="*/ 738 w 52"/>
                <a:gd name="T21" fmla="*/ 1933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05">
                  <a:moveTo>
                    <a:pt x="47" y="102"/>
                  </a:moveTo>
                  <a:cubicBezTo>
                    <a:pt x="42" y="80"/>
                    <a:pt x="34" y="43"/>
                    <a:pt x="29" y="28"/>
                  </a:cubicBezTo>
                  <a:cubicBezTo>
                    <a:pt x="32" y="26"/>
                    <a:pt x="36" y="23"/>
                    <a:pt x="40" y="22"/>
                  </a:cubicBezTo>
                  <a:cubicBezTo>
                    <a:pt x="37" y="13"/>
                    <a:pt x="35" y="5"/>
                    <a:pt x="33" y="2"/>
                  </a:cubicBezTo>
                  <a:cubicBezTo>
                    <a:pt x="25" y="2"/>
                    <a:pt x="19" y="3"/>
                    <a:pt x="12" y="10"/>
                  </a:cubicBezTo>
                  <a:cubicBezTo>
                    <a:pt x="9" y="8"/>
                    <a:pt x="2" y="3"/>
                    <a:pt x="0" y="0"/>
                  </a:cubicBezTo>
                  <a:cubicBezTo>
                    <a:pt x="3" y="6"/>
                    <a:pt x="9" y="52"/>
                    <a:pt x="21" y="76"/>
                  </a:cubicBezTo>
                  <a:cubicBezTo>
                    <a:pt x="21" y="76"/>
                    <a:pt x="21" y="76"/>
                    <a:pt x="21" y="77"/>
                  </a:cubicBezTo>
                  <a:cubicBezTo>
                    <a:pt x="26" y="84"/>
                    <a:pt x="36" y="95"/>
                    <a:pt x="52" y="105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50" y="104"/>
                    <a:pt x="48" y="103"/>
                    <a:pt x="47" y="10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1017">
              <a:extLst>
                <a:ext uri="{FF2B5EF4-FFF2-40B4-BE49-F238E27FC236}">
                  <a16:creationId xmlns:a16="http://schemas.microsoft.com/office/drawing/2014/main" id="{11B2C23B-8169-438B-AD2D-960BB836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1439"/>
              <a:ext cx="52" cy="216"/>
            </a:xfrm>
            <a:custGeom>
              <a:avLst/>
              <a:gdLst>
                <a:gd name="T0" fmla="*/ 0 w 21"/>
                <a:gd name="T1" fmla="*/ 0 h 81"/>
                <a:gd name="T2" fmla="*/ 319 w 21"/>
                <a:gd name="T3" fmla="*/ 15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1">
                  <a:moveTo>
                    <a:pt x="0" y="0"/>
                  </a:moveTo>
                  <a:cubicBezTo>
                    <a:pt x="4" y="8"/>
                    <a:pt x="19" y="71"/>
                    <a:pt x="21" y="8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1018">
              <a:extLst>
                <a:ext uri="{FF2B5EF4-FFF2-40B4-BE49-F238E27FC236}">
                  <a16:creationId xmlns:a16="http://schemas.microsoft.com/office/drawing/2014/main" id="{3EFB1D26-F9A5-4279-8BA2-4EAD02762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375"/>
              <a:ext cx="87" cy="374"/>
            </a:xfrm>
            <a:custGeom>
              <a:avLst/>
              <a:gdLst>
                <a:gd name="T0" fmla="*/ 167 w 35"/>
                <a:gd name="T1" fmla="*/ 550 h 140"/>
                <a:gd name="T2" fmla="*/ 167 w 35"/>
                <a:gd name="T3" fmla="*/ 550 h 140"/>
                <a:gd name="T4" fmla="*/ 104 w 35"/>
                <a:gd name="T5" fmla="*/ 1870 h 140"/>
                <a:gd name="T6" fmla="*/ 92 w 35"/>
                <a:gd name="T7" fmla="*/ 1985 h 140"/>
                <a:gd name="T8" fmla="*/ 92 w 35"/>
                <a:gd name="T9" fmla="*/ 1985 h 140"/>
                <a:gd name="T10" fmla="*/ 124 w 35"/>
                <a:gd name="T11" fmla="*/ 2647 h 140"/>
                <a:gd name="T12" fmla="*/ 0 w 35"/>
                <a:gd name="T13" fmla="*/ 2669 h 140"/>
                <a:gd name="T14" fmla="*/ 229 w 35"/>
                <a:gd name="T15" fmla="*/ 2613 h 140"/>
                <a:gd name="T16" fmla="*/ 537 w 35"/>
                <a:gd name="T17" fmla="*/ 379 h 140"/>
                <a:gd name="T18" fmla="*/ 216 w 35"/>
                <a:gd name="T19" fmla="*/ 457 h 140"/>
                <a:gd name="T20" fmla="*/ 137 w 35"/>
                <a:gd name="T21" fmla="*/ 0 h 140"/>
                <a:gd name="T22" fmla="*/ 92 w 35"/>
                <a:gd name="T23" fmla="*/ 251 h 140"/>
                <a:gd name="T24" fmla="*/ 124 w 35"/>
                <a:gd name="T25" fmla="*/ 264 h 140"/>
                <a:gd name="T26" fmla="*/ 167 w 35"/>
                <a:gd name="T27" fmla="*/ 550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140">
                  <a:moveTo>
                    <a:pt x="11" y="29"/>
                  </a:moveTo>
                  <a:cubicBezTo>
                    <a:pt x="11" y="29"/>
                    <a:pt x="11" y="29"/>
                    <a:pt x="11" y="29"/>
                  </a:cubicBezTo>
                  <a:cubicBezTo>
                    <a:pt x="11" y="35"/>
                    <a:pt x="8" y="73"/>
                    <a:pt x="7" y="98"/>
                  </a:cubicBezTo>
                  <a:cubicBezTo>
                    <a:pt x="7" y="100"/>
                    <a:pt x="7" y="102"/>
                    <a:pt x="6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7" y="116"/>
                    <a:pt x="8" y="130"/>
                    <a:pt x="8" y="139"/>
                  </a:cubicBezTo>
                  <a:cubicBezTo>
                    <a:pt x="6" y="139"/>
                    <a:pt x="3" y="139"/>
                    <a:pt x="0" y="140"/>
                  </a:cubicBezTo>
                  <a:cubicBezTo>
                    <a:pt x="5" y="139"/>
                    <a:pt x="10" y="138"/>
                    <a:pt x="15" y="137"/>
                  </a:cubicBezTo>
                  <a:cubicBezTo>
                    <a:pt x="15" y="110"/>
                    <a:pt x="32" y="25"/>
                    <a:pt x="35" y="20"/>
                  </a:cubicBezTo>
                  <a:cubicBezTo>
                    <a:pt x="28" y="22"/>
                    <a:pt x="18" y="25"/>
                    <a:pt x="14" y="24"/>
                  </a:cubicBezTo>
                  <a:cubicBezTo>
                    <a:pt x="11" y="15"/>
                    <a:pt x="13" y="9"/>
                    <a:pt x="9" y="0"/>
                  </a:cubicBezTo>
                  <a:cubicBezTo>
                    <a:pt x="8" y="1"/>
                    <a:pt x="7" y="6"/>
                    <a:pt x="6" y="13"/>
                  </a:cubicBezTo>
                  <a:cubicBezTo>
                    <a:pt x="7" y="13"/>
                    <a:pt x="7" y="14"/>
                    <a:pt x="8" y="14"/>
                  </a:cubicBezTo>
                  <a:cubicBezTo>
                    <a:pt x="8" y="19"/>
                    <a:pt x="9" y="24"/>
                    <a:pt x="11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1019">
              <a:extLst>
                <a:ext uri="{FF2B5EF4-FFF2-40B4-BE49-F238E27FC236}">
                  <a16:creationId xmlns:a16="http://schemas.microsoft.com/office/drawing/2014/main" id="{9AC083E3-4FB8-422D-BE50-4A987480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402"/>
              <a:ext cx="70" cy="339"/>
            </a:xfrm>
            <a:custGeom>
              <a:avLst/>
              <a:gdLst>
                <a:gd name="T0" fmla="*/ 313 w 28"/>
                <a:gd name="T1" fmla="*/ 0 h 127"/>
                <a:gd name="T2" fmla="*/ 313 w 28"/>
                <a:gd name="T3" fmla="*/ 35 h 127"/>
                <a:gd name="T4" fmla="*/ 313 w 28"/>
                <a:gd name="T5" fmla="*/ 192 h 127"/>
                <a:gd name="T6" fmla="*/ 0 w 28"/>
                <a:gd name="T7" fmla="*/ 2416 h 127"/>
                <a:gd name="T8" fmla="*/ 145 w 28"/>
                <a:gd name="T9" fmla="*/ 2381 h 127"/>
                <a:gd name="T10" fmla="*/ 425 w 28"/>
                <a:gd name="T11" fmla="*/ 513 h 127"/>
                <a:gd name="T12" fmla="*/ 425 w 28"/>
                <a:gd name="T13" fmla="*/ 513 h 127"/>
                <a:gd name="T14" fmla="*/ 313 w 28"/>
                <a:gd name="T15" fmla="*/ 0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7">
                  <a:moveTo>
                    <a:pt x="20" y="0"/>
                  </a:moveTo>
                  <a:cubicBezTo>
                    <a:pt x="20" y="1"/>
                    <a:pt x="20" y="1"/>
                    <a:pt x="20" y="2"/>
                  </a:cubicBezTo>
                  <a:cubicBezTo>
                    <a:pt x="20" y="5"/>
                    <a:pt x="20" y="9"/>
                    <a:pt x="20" y="10"/>
                  </a:cubicBezTo>
                  <a:cubicBezTo>
                    <a:pt x="17" y="15"/>
                    <a:pt x="0" y="100"/>
                    <a:pt x="0" y="127"/>
                  </a:cubicBezTo>
                  <a:cubicBezTo>
                    <a:pt x="3" y="127"/>
                    <a:pt x="6" y="126"/>
                    <a:pt x="9" y="125"/>
                  </a:cubicBezTo>
                  <a:cubicBezTo>
                    <a:pt x="13" y="90"/>
                    <a:pt x="23" y="40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1"/>
                    <a:pt x="21" y="8"/>
                    <a:pt x="2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1020">
              <a:extLst>
                <a:ext uri="{FF2B5EF4-FFF2-40B4-BE49-F238E27FC236}">
                  <a16:creationId xmlns:a16="http://schemas.microsoft.com/office/drawing/2014/main" id="{ED832403-AAE9-48E9-9ADD-36063B82E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439"/>
              <a:ext cx="8" cy="51"/>
            </a:xfrm>
            <a:custGeom>
              <a:avLst/>
              <a:gdLst>
                <a:gd name="T0" fmla="*/ 56 w 3"/>
                <a:gd name="T1" fmla="*/ 0 h 19"/>
                <a:gd name="T2" fmla="*/ 0 w 3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3" y="0"/>
                  </a:moveTo>
                  <a:cubicBezTo>
                    <a:pt x="2" y="3"/>
                    <a:pt x="0" y="16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1021">
              <a:extLst>
                <a:ext uri="{FF2B5EF4-FFF2-40B4-BE49-F238E27FC236}">
                  <a16:creationId xmlns:a16="http://schemas.microsoft.com/office/drawing/2014/main" id="{C3EEA240-D6DC-49DB-8B9C-34090F4C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386"/>
              <a:ext cx="5" cy="51"/>
            </a:xfrm>
            <a:custGeom>
              <a:avLst/>
              <a:gdLst>
                <a:gd name="T0" fmla="*/ 20 w 2"/>
                <a:gd name="T1" fmla="*/ 0 h 19"/>
                <a:gd name="T2" fmla="*/ 0 w 2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1" y="0"/>
                  </a:moveTo>
                  <a:cubicBezTo>
                    <a:pt x="2" y="3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1022">
              <a:extLst>
                <a:ext uri="{FF2B5EF4-FFF2-40B4-BE49-F238E27FC236}">
                  <a16:creationId xmlns:a16="http://schemas.microsoft.com/office/drawing/2014/main" id="{14245335-FD81-4D78-8697-90EE242ED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199"/>
              <a:ext cx="90" cy="144"/>
            </a:xfrm>
            <a:custGeom>
              <a:avLst/>
              <a:gdLst>
                <a:gd name="T0" fmla="*/ 375 w 36"/>
                <a:gd name="T1" fmla="*/ 227 h 54"/>
                <a:gd name="T2" fmla="*/ 113 w 36"/>
                <a:gd name="T3" fmla="*/ 77 h 54"/>
                <a:gd name="T4" fmla="*/ 113 w 36"/>
                <a:gd name="T5" fmla="*/ 77 h 54"/>
                <a:gd name="T6" fmla="*/ 0 w 36"/>
                <a:gd name="T7" fmla="*/ 1003 h 54"/>
                <a:gd name="T8" fmla="*/ 238 w 36"/>
                <a:gd name="T9" fmla="*/ 1003 h 54"/>
                <a:gd name="T10" fmla="*/ 250 w 36"/>
                <a:gd name="T11" fmla="*/ 1024 h 54"/>
                <a:gd name="T12" fmla="*/ 345 w 36"/>
                <a:gd name="T13" fmla="*/ 533 h 54"/>
                <a:gd name="T14" fmla="*/ 488 w 36"/>
                <a:gd name="T15" fmla="*/ 285 h 54"/>
                <a:gd name="T16" fmla="*/ 520 w 36"/>
                <a:gd name="T17" fmla="*/ 285 h 54"/>
                <a:gd name="T18" fmla="*/ 520 w 36"/>
                <a:gd name="T19" fmla="*/ 264 h 54"/>
                <a:gd name="T20" fmla="*/ 563 w 36"/>
                <a:gd name="T21" fmla="*/ 0 h 54"/>
                <a:gd name="T22" fmla="*/ 375 w 36"/>
                <a:gd name="T23" fmla="*/ 227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54">
                  <a:moveTo>
                    <a:pt x="24" y="12"/>
                  </a:moveTo>
                  <a:cubicBezTo>
                    <a:pt x="19" y="7"/>
                    <a:pt x="14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6" y="51"/>
                    <a:pt x="12" y="50"/>
                    <a:pt x="15" y="53"/>
                  </a:cubicBezTo>
                  <a:cubicBezTo>
                    <a:pt x="15" y="53"/>
                    <a:pt x="16" y="53"/>
                    <a:pt x="16" y="54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5" y="24"/>
                    <a:pt x="28" y="18"/>
                    <a:pt x="31" y="15"/>
                  </a:cubicBezTo>
                  <a:cubicBezTo>
                    <a:pt x="31" y="15"/>
                    <a:pt x="32" y="15"/>
                    <a:pt x="33" y="15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1" y="2"/>
                    <a:pt x="27" y="7"/>
                    <a:pt x="24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1023">
              <a:extLst>
                <a:ext uri="{FF2B5EF4-FFF2-40B4-BE49-F238E27FC236}">
                  <a16:creationId xmlns:a16="http://schemas.microsoft.com/office/drawing/2014/main" id="{C97C7F88-8051-4878-8368-DBA8E350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285"/>
              <a:ext cx="90" cy="136"/>
            </a:xfrm>
            <a:custGeom>
              <a:avLst/>
              <a:gdLst>
                <a:gd name="T0" fmla="*/ 470 w 36"/>
                <a:gd name="T1" fmla="*/ 264 h 51"/>
                <a:gd name="T2" fmla="*/ 438 w 36"/>
                <a:gd name="T3" fmla="*/ 341 h 51"/>
                <a:gd name="T4" fmla="*/ 375 w 36"/>
                <a:gd name="T5" fmla="*/ 307 h 51"/>
                <a:gd name="T6" fmla="*/ 113 w 36"/>
                <a:gd name="T7" fmla="*/ 248 h 51"/>
                <a:gd name="T8" fmla="*/ 83 w 36"/>
                <a:gd name="T9" fmla="*/ 0 h 51"/>
                <a:gd name="T10" fmla="*/ 0 w 36"/>
                <a:gd name="T11" fmla="*/ 661 h 51"/>
                <a:gd name="T12" fmla="*/ 158 w 36"/>
                <a:gd name="T13" fmla="*/ 739 h 51"/>
                <a:gd name="T14" fmla="*/ 188 w 36"/>
                <a:gd name="T15" fmla="*/ 875 h 51"/>
                <a:gd name="T16" fmla="*/ 188 w 36"/>
                <a:gd name="T17" fmla="*/ 832 h 51"/>
                <a:gd name="T18" fmla="*/ 425 w 36"/>
                <a:gd name="T19" fmla="*/ 968 h 51"/>
                <a:gd name="T20" fmla="*/ 425 w 36"/>
                <a:gd name="T21" fmla="*/ 968 h 51"/>
                <a:gd name="T22" fmla="*/ 438 w 36"/>
                <a:gd name="T23" fmla="*/ 435 h 51"/>
                <a:gd name="T24" fmla="*/ 550 w 36"/>
                <a:gd name="T25" fmla="*/ 419 h 51"/>
                <a:gd name="T26" fmla="*/ 563 w 36"/>
                <a:gd name="T27" fmla="*/ 0 h 51"/>
                <a:gd name="T28" fmla="*/ 470 w 36"/>
                <a:gd name="T29" fmla="*/ 264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51">
                  <a:moveTo>
                    <a:pt x="30" y="14"/>
                  </a:moveTo>
                  <a:cubicBezTo>
                    <a:pt x="29" y="15"/>
                    <a:pt x="29" y="16"/>
                    <a:pt x="28" y="18"/>
                  </a:cubicBezTo>
                  <a:cubicBezTo>
                    <a:pt x="27" y="17"/>
                    <a:pt x="26" y="17"/>
                    <a:pt x="24" y="16"/>
                  </a:cubicBezTo>
                  <a:cubicBezTo>
                    <a:pt x="20" y="14"/>
                    <a:pt x="8" y="13"/>
                    <a:pt x="7" y="13"/>
                  </a:cubicBezTo>
                  <a:cubicBezTo>
                    <a:pt x="5" y="8"/>
                    <a:pt x="4" y="4"/>
                    <a:pt x="5" y="0"/>
                  </a:cubicBezTo>
                  <a:cubicBezTo>
                    <a:pt x="5" y="0"/>
                    <a:pt x="1" y="16"/>
                    <a:pt x="0" y="35"/>
                  </a:cubicBezTo>
                  <a:cubicBezTo>
                    <a:pt x="4" y="36"/>
                    <a:pt x="9" y="37"/>
                    <a:pt x="10" y="39"/>
                  </a:cubicBezTo>
                  <a:cubicBezTo>
                    <a:pt x="11" y="40"/>
                    <a:pt x="11" y="43"/>
                    <a:pt x="12" y="46"/>
                  </a:cubicBezTo>
                  <a:cubicBezTo>
                    <a:pt x="12" y="45"/>
                    <a:pt x="12" y="45"/>
                    <a:pt x="12" y="44"/>
                  </a:cubicBezTo>
                  <a:cubicBezTo>
                    <a:pt x="17" y="44"/>
                    <a:pt x="22" y="47"/>
                    <a:pt x="27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40"/>
                    <a:pt x="27" y="27"/>
                    <a:pt x="28" y="23"/>
                  </a:cubicBezTo>
                  <a:cubicBezTo>
                    <a:pt x="30" y="23"/>
                    <a:pt x="32" y="23"/>
                    <a:pt x="35" y="22"/>
                  </a:cubicBezTo>
                  <a:cubicBezTo>
                    <a:pt x="35" y="15"/>
                    <a:pt x="35" y="6"/>
                    <a:pt x="36" y="0"/>
                  </a:cubicBezTo>
                  <a:cubicBezTo>
                    <a:pt x="34" y="4"/>
                    <a:pt x="32" y="9"/>
                    <a:pt x="30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1024">
              <a:extLst>
                <a:ext uri="{FF2B5EF4-FFF2-40B4-BE49-F238E27FC236}">
                  <a16:creationId xmlns:a16="http://schemas.microsoft.com/office/drawing/2014/main" id="{6CB4D8CB-6A50-47E6-8CBF-BDB2C8A6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1141"/>
              <a:ext cx="77" cy="205"/>
            </a:xfrm>
            <a:custGeom>
              <a:avLst/>
              <a:gdLst>
                <a:gd name="T0" fmla="*/ 278 w 31"/>
                <a:gd name="T1" fmla="*/ 1432 h 77"/>
                <a:gd name="T2" fmla="*/ 246 w 31"/>
                <a:gd name="T3" fmla="*/ 1454 h 77"/>
                <a:gd name="T4" fmla="*/ 340 w 31"/>
                <a:gd name="T5" fmla="*/ 1416 h 77"/>
                <a:gd name="T6" fmla="*/ 445 w 31"/>
                <a:gd name="T7" fmla="*/ 490 h 77"/>
                <a:gd name="T8" fmla="*/ 445 w 31"/>
                <a:gd name="T9" fmla="*/ 490 h 77"/>
                <a:gd name="T10" fmla="*/ 474 w 31"/>
                <a:gd name="T11" fmla="*/ 397 h 77"/>
                <a:gd name="T12" fmla="*/ 474 w 31"/>
                <a:gd name="T13" fmla="*/ 319 h 77"/>
                <a:gd name="T14" fmla="*/ 474 w 31"/>
                <a:gd name="T15" fmla="*/ 0 h 77"/>
                <a:gd name="T16" fmla="*/ 340 w 31"/>
                <a:gd name="T17" fmla="*/ 319 h 77"/>
                <a:gd name="T18" fmla="*/ 12 w 31"/>
                <a:gd name="T19" fmla="*/ 319 h 77"/>
                <a:gd name="T20" fmla="*/ 0 w 31"/>
                <a:gd name="T21" fmla="*/ 977 h 77"/>
                <a:gd name="T22" fmla="*/ 291 w 31"/>
                <a:gd name="T23" fmla="*/ 1020 h 77"/>
                <a:gd name="T24" fmla="*/ 278 w 31"/>
                <a:gd name="T25" fmla="*/ 1432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77">
                  <a:moveTo>
                    <a:pt x="18" y="76"/>
                  </a:moveTo>
                  <a:cubicBezTo>
                    <a:pt x="17" y="76"/>
                    <a:pt x="16" y="76"/>
                    <a:pt x="16" y="77"/>
                  </a:cubicBezTo>
                  <a:cubicBezTo>
                    <a:pt x="18" y="76"/>
                    <a:pt x="20" y="75"/>
                    <a:pt x="22" y="75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4"/>
                    <a:pt x="29" y="23"/>
                    <a:pt x="31" y="21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1"/>
                    <a:pt x="31" y="0"/>
                    <a:pt x="31" y="0"/>
                  </a:cubicBezTo>
                  <a:cubicBezTo>
                    <a:pt x="27" y="4"/>
                    <a:pt x="24" y="17"/>
                    <a:pt x="22" y="17"/>
                  </a:cubicBezTo>
                  <a:cubicBezTo>
                    <a:pt x="14" y="16"/>
                    <a:pt x="8" y="16"/>
                    <a:pt x="1" y="17"/>
                  </a:cubicBezTo>
                  <a:cubicBezTo>
                    <a:pt x="0" y="29"/>
                    <a:pt x="0" y="47"/>
                    <a:pt x="0" y="52"/>
                  </a:cubicBezTo>
                  <a:cubicBezTo>
                    <a:pt x="7" y="52"/>
                    <a:pt x="15" y="53"/>
                    <a:pt x="19" y="54"/>
                  </a:cubicBezTo>
                  <a:cubicBezTo>
                    <a:pt x="18" y="60"/>
                    <a:pt x="18" y="69"/>
                    <a:pt x="18" y="7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Line 1025">
              <a:extLst>
                <a:ext uri="{FF2B5EF4-FFF2-40B4-BE49-F238E27FC236}">
                  <a16:creationId xmlns:a16="http://schemas.microsoft.com/office/drawing/2014/main" id="{E2838378-6D39-455F-92AC-55EDFADBD8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3" y="1330"/>
              <a:ext cx="3" cy="16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026">
              <a:extLst>
                <a:ext uri="{FF2B5EF4-FFF2-40B4-BE49-F238E27FC236}">
                  <a16:creationId xmlns:a16="http://schemas.microsoft.com/office/drawing/2014/main" id="{95F1222F-4340-49BC-859A-B8FBFF890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319"/>
              <a:ext cx="5" cy="62"/>
            </a:xfrm>
            <a:custGeom>
              <a:avLst/>
              <a:gdLst>
                <a:gd name="T0" fmla="*/ 33 w 2"/>
                <a:gd name="T1" fmla="*/ 0 h 23"/>
                <a:gd name="T2" fmla="*/ 0 w 2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1" y="3"/>
                    <a:pt x="0" y="21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027">
              <a:extLst>
                <a:ext uri="{FF2B5EF4-FFF2-40B4-BE49-F238E27FC236}">
                  <a16:creationId xmlns:a16="http://schemas.microsoft.com/office/drawing/2014/main" id="{DC5F12CE-7C11-4D82-9C56-3C6BA312B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186"/>
              <a:ext cx="10" cy="152"/>
            </a:xfrm>
            <a:custGeom>
              <a:avLst/>
              <a:gdLst>
                <a:gd name="T0" fmla="*/ 33 w 4"/>
                <a:gd name="T1" fmla="*/ 0 h 57"/>
                <a:gd name="T2" fmla="*/ 0 w 4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7">
                  <a:moveTo>
                    <a:pt x="2" y="0"/>
                  </a:moveTo>
                  <a:cubicBezTo>
                    <a:pt x="4" y="8"/>
                    <a:pt x="1" y="44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028">
              <a:extLst>
                <a:ext uri="{FF2B5EF4-FFF2-40B4-BE49-F238E27FC236}">
                  <a16:creationId xmlns:a16="http://schemas.microsoft.com/office/drawing/2014/main" id="{761A3947-48AF-45D4-99EB-48D141FF2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202"/>
              <a:ext cx="75" cy="157"/>
            </a:xfrm>
            <a:custGeom>
              <a:avLst/>
              <a:gdLst>
                <a:gd name="T0" fmla="*/ 33 w 30"/>
                <a:gd name="T1" fmla="*/ 303 h 59"/>
                <a:gd name="T2" fmla="*/ 50 w 30"/>
                <a:gd name="T3" fmla="*/ 362 h 59"/>
                <a:gd name="T4" fmla="*/ 50 w 30"/>
                <a:gd name="T5" fmla="*/ 567 h 59"/>
                <a:gd name="T6" fmla="*/ 0 w 30"/>
                <a:gd name="T7" fmla="*/ 886 h 59"/>
                <a:gd name="T8" fmla="*/ 0 w 30"/>
                <a:gd name="T9" fmla="*/ 886 h 59"/>
                <a:gd name="T10" fmla="*/ 175 w 30"/>
                <a:gd name="T11" fmla="*/ 921 h 59"/>
                <a:gd name="T12" fmla="*/ 220 w 30"/>
                <a:gd name="T13" fmla="*/ 1112 h 59"/>
                <a:gd name="T14" fmla="*/ 470 w 30"/>
                <a:gd name="T15" fmla="*/ 114 h 59"/>
                <a:gd name="T16" fmla="*/ 395 w 30"/>
                <a:gd name="T17" fmla="*/ 247 h 59"/>
                <a:gd name="T18" fmla="*/ 145 w 30"/>
                <a:gd name="T19" fmla="*/ 114 h 59"/>
                <a:gd name="T20" fmla="*/ 83 w 30"/>
                <a:gd name="T21" fmla="*/ 0 h 59"/>
                <a:gd name="T22" fmla="*/ 0 w 30"/>
                <a:gd name="T23" fmla="*/ 282 h 59"/>
                <a:gd name="T24" fmla="*/ 0 w 30"/>
                <a:gd name="T25" fmla="*/ 303 h 59"/>
                <a:gd name="T26" fmla="*/ 33 w 30"/>
                <a:gd name="T27" fmla="*/ 303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59">
                  <a:moveTo>
                    <a:pt x="2" y="16"/>
                  </a:moveTo>
                  <a:cubicBezTo>
                    <a:pt x="2" y="16"/>
                    <a:pt x="4" y="18"/>
                    <a:pt x="3" y="19"/>
                  </a:cubicBezTo>
                  <a:cubicBezTo>
                    <a:pt x="3" y="23"/>
                    <a:pt x="5" y="27"/>
                    <a:pt x="3" y="3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5" y="47"/>
                    <a:pt x="10" y="48"/>
                    <a:pt x="11" y="49"/>
                  </a:cubicBezTo>
                  <a:cubicBezTo>
                    <a:pt x="12" y="50"/>
                    <a:pt x="13" y="54"/>
                    <a:pt x="14" y="59"/>
                  </a:cubicBezTo>
                  <a:cubicBezTo>
                    <a:pt x="16" y="52"/>
                    <a:pt x="26" y="18"/>
                    <a:pt x="30" y="6"/>
                  </a:cubicBezTo>
                  <a:cubicBezTo>
                    <a:pt x="29" y="9"/>
                    <a:pt x="26" y="12"/>
                    <a:pt x="25" y="13"/>
                  </a:cubicBezTo>
                  <a:cubicBezTo>
                    <a:pt x="21" y="15"/>
                    <a:pt x="12" y="8"/>
                    <a:pt x="9" y="6"/>
                  </a:cubicBezTo>
                  <a:cubicBezTo>
                    <a:pt x="5" y="4"/>
                    <a:pt x="5" y="2"/>
                    <a:pt x="5" y="0"/>
                  </a:cubicBezTo>
                  <a:cubicBezTo>
                    <a:pt x="3" y="6"/>
                    <a:pt x="0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6"/>
                    <a:pt x="2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029">
              <a:extLst>
                <a:ext uri="{FF2B5EF4-FFF2-40B4-BE49-F238E27FC236}">
                  <a16:creationId xmlns:a16="http://schemas.microsoft.com/office/drawing/2014/main" id="{C4DAB431-7A53-4FD7-A9EF-2CF35B4F8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237"/>
              <a:ext cx="30" cy="96"/>
            </a:xfrm>
            <a:custGeom>
              <a:avLst/>
              <a:gdLst>
                <a:gd name="T0" fmla="*/ 188 w 12"/>
                <a:gd name="T1" fmla="*/ 0 h 36"/>
                <a:gd name="T2" fmla="*/ 0 w 12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6">
                  <a:moveTo>
                    <a:pt x="12" y="0"/>
                  </a:moveTo>
                  <a:cubicBezTo>
                    <a:pt x="8" y="9"/>
                    <a:pt x="2" y="27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030">
              <a:extLst>
                <a:ext uri="{FF2B5EF4-FFF2-40B4-BE49-F238E27FC236}">
                  <a16:creationId xmlns:a16="http://schemas.microsoft.com/office/drawing/2014/main" id="{0224ECCC-0E19-49F2-8527-9DD3A319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167"/>
              <a:ext cx="170" cy="371"/>
            </a:xfrm>
            <a:custGeom>
              <a:avLst/>
              <a:gdLst>
                <a:gd name="T0" fmla="*/ 908 w 68"/>
                <a:gd name="T1" fmla="*/ 456 h 139"/>
                <a:gd name="T2" fmla="*/ 583 w 68"/>
                <a:gd name="T3" fmla="*/ 0 h 139"/>
                <a:gd name="T4" fmla="*/ 458 w 68"/>
                <a:gd name="T5" fmla="*/ 206 h 139"/>
                <a:gd name="T6" fmla="*/ 520 w 68"/>
                <a:gd name="T7" fmla="*/ 307 h 139"/>
                <a:gd name="T8" fmla="*/ 500 w 68"/>
                <a:gd name="T9" fmla="*/ 363 h 139"/>
                <a:gd name="T10" fmla="*/ 250 w 68"/>
                <a:gd name="T11" fmla="*/ 1367 h 139"/>
                <a:gd name="T12" fmla="*/ 300 w 68"/>
                <a:gd name="T13" fmla="*/ 1561 h 139"/>
                <a:gd name="T14" fmla="*/ 300 w 68"/>
                <a:gd name="T15" fmla="*/ 1561 h 139"/>
                <a:gd name="T16" fmla="*/ 300 w 68"/>
                <a:gd name="T17" fmla="*/ 1561 h 139"/>
                <a:gd name="T18" fmla="*/ 95 w 68"/>
                <a:gd name="T19" fmla="*/ 2245 h 139"/>
                <a:gd name="T20" fmla="*/ 63 w 68"/>
                <a:gd name="T21" fmla="*/ 2378 h 139"/>
                <a:gd name="T22" fmla="*/ 0 w 68"/>
                <a:gd name="T23" fmla="*/ 2642 h 139"/>
                <a:gd name="T24" fmla="*/ 0 w 68"/>
                <a:gd name="T25" fmla="*/ 2642 h 139"/>
                <a:gd name="T26" fmla="*/ 1063 w 68"/>
                <a:gd name="T27" fmla="*/ 435 h 139"/>
                <a:gd name="T28" fmla="*/ 908 w 68"/>
                <a:gd name="T29" fmla="*/ 456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139">
                  <a:moveTo>
                    <a:pt x="58" y="24"/>
                  </a:moveTo>
                  <a:cubicBezTo>
                    <a:pt x="54" y="12"/>
                    <a:pt x="48" y="4"/>
                    <a:pt x="37" y="0"/>
                  </a:cubicBezTo>
                  <a:cubicBezTo>
                    <a:pt x="35" y="1"/>
                    <a:pt x="32" y="5"/>
                    <a:pt x="29" y="11"/>
                  </a:cubicBezTo>
                  <a:cubicBezTo>
                    <a:pt x="31" y="13"/>
                    <a:pt x="32" y="14"/>
                    <a:pt x="33" y="16"/>
                  </a:cubicBezTo>
                  <a:cubicBezTo>
                    <a:pt x="33" y="17"/>
                    <a:pt x="33" y="18"/>
                    <a:pt x="32" y="19"/>
                  </a:cubicBezTo>
                  <a:cubicBezTo>
                    <a:pt x="28" y="31"/>
                    <a:pt x="18" y="65"/>
                    <a:pt x="16" y="72"/>
                  </a:cubicBezTo>
                  <a:cubicBezTo>
                    <a:pt x="17" y="75"/>
                    <a:pt x="18" y="79"/>
                    <a:pt x="19" y="82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5" y="90"/>
                    <a:pt x="10" y="103"/>
                    <a:pt x="6" y="118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3" y="129"/>
                    <a:pt x="2" y="13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3" y="85"/>
                    <a:pt x="60" y="33"/>
                    <a:pt x="68" y="23"/>
                  </a:cubicBezTo>
                  <a:cubicBezTo>
                    <a:pt x="65" y="22"/>
                    <a:pt x="60" y="22"/>
                    <a:pt x="58" y="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031">
              <a:extLst>
                <a:ext uri="{FF2B5EF4-FFF2-40B4-BE49-F238E27FC236}">
                  <a16:creationId xmlns:a16="http://schemas.microsoft.com/office/drawing/2014/main" id="{99FBC7A9-FCEF-4BCB-B66B-402A5897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1493"/>
              <a:ext cx="603" cy="829"/>
            </a:xfrm>
            <a:custGeom>
              <a:avLst/>
              <a:gdLst>
                <a:gd name="T0" fmla="*/ 3631 w 241"/>
                <a:gd name="T1" fmla="*/ 776 h 311"/>
                <a:gd name="T2" fmla="*/ 1771 w 241"/>
                <a:gd name="T3" fmla="*/ 1839 h 311"/>
                <a:gd name="T4" fmla="*/ 0 w 241"/>
                <a:gd name="T5" fmla="*/ 776 h 311"/>
                <a:gd name="T6" fmla="*/ 500 w 241"/>
                <a:gd name="T7" fmla="*/ 4753 h 311"/>
                <a:gd name="T8" fmla="*/ 3288 w 241"/>
                <a:gd name="T9" fmla="*/ 4833 h 311"/>
                <a:gd name="T10" fmla="*/ 3443 w 241"/>
                <a:gd name="T11" fmla="*/ 3878 h 311"/>
                <a:gd name="T12" fmla="*/ 3776 w 241"/>
                <a:gd name="T13" fmla="*/ 0 h 311"/>
                <a:gd name="T14" fmla="*/ 3726 w 241"/>
                <a:gd name="T15" fmla="*/ 115 h 311"/>
                <a:gd name="T16" fmla="*/ 3631 w 241"/>
                <a:gd name="T17" fmla="*/ 776 h 3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1" h="311">
                  <a:moveTo>
                    <a:pt x="232" y="41"/>
                  </a:moveTo>
                  <a:cubicBezTo>
                    <a:pt x="232" y="41"/>
                    <a:pt x="198" y="97"/>
                    <a:pt x="113" y="97"/>
                  </a:cubicBezTo>
                  <a:cubicBezTo>
                    <a:pt x="28" y="97"/>
                    <a:pt x="0" y="41"/>
                    <a:pt x="0" y="41"/>
                  </a:cubicBezTo>
                  <a:cubicBezTo>
                    <a:pt x="32" y="251"/>
                    <a:pt x="32" y="251"/>
                    <a:pt x="32" y="251"/>
                  </a:cubicBezTo>
                  <a:cubicBezTo>
                    <a:pt x="36" y="277"/>
                    <a:pt x="157" y="311"/>
                    <a:pt x="210" y="255"/>
                  </a:cubicBezTo>
                  <a:cubicBezTo>
                    <a:pt x="220" y="205"/>
                    <a:pt x="220" y="205"/>
                    <a:pt x="220" y="205"/>
                  </a:cubicBezTo>
                  <a:cubicBezTo>
                    <a:pt x="241" y="0"/>
                    <a:pt x="241" y="0"/>
                    <a:pt x="241" y="0"/>
                  </a:cubicBezTo>
                  <a:cubicBezTo>
                    <a:pt x="240" y="2"/>
                    <a:pt x="239" y="4"/>
                    <a:pt x="238" y="6"/>
                  </a:cubicBezTo>
                  <a:lnTo>
                    <a:pt x="232" y="4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032">
              <a:extLst>
                <a:ext uri="{FF2B5EF4-FFF2-40B4-BE49-F238E27FC236}">
                  <a16:creationId xmlns:a16="http://schemas.microsoft.com/office/drawing/2014/main" id="{ED0E7C3B-3F2B-4353-8C84-14886CE3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285"/>
              <a:ext cx="2" cy="48"/>
            </a:xfrm>
            <a:custGeom>
              <a:avLst/>
              <a:gdLst>
                <a:gd name="T0" fmla="*/ 0 w 1"/>
                <a:gd name="T1" fmla="*/ 0 h 18"/>
                <a:gd name="T2" fmla="*/ 8 w 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cubicBezTo>
                    <a:pt x="1" y="3"/>
                    <a:pt x="1" y="10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033">
              <a:extLst>
                <a:ext uri="{FF2B5EF4-FFF2-40B4-BE49-F238E27FC236}">
                  <a16:creationId xmlns:a16="http://schemas.microsoft.com/office/drawing/2014/main" id="{E0C6131E-C72E-49FE-8139-5DDC19C18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311"/>
              <a:ext cx="73" cy="112"/>
            </a:xfrm>
            <a:custGeom>
              <a:avLst/>
              <a:gdLst>
                <a:gd name="T0" fmla="*/ 430 w 29"/>
                <a:gd name="T1" fmla="*/ 0 h 42"/>
                <a:gd name="T2" fmla="*/ 430 w 29"/>
                <a:gd name="T3" fmla="*/ 264 h 42"/>
                <a:gd name="T4" fmla="*/ 159 w 29"/>
                <a:gd name="T5" fmla="*/ 307 h 42"/>
                <a:gd name="T6" fmla="*/ 50 w 29"/>
                <a:gd name="T7" fmla="*/ 285 h 42"/>
                <a:gd name="T8" fmla="*/ 50 w 29"/>
                <a:gd name="T9" fmla="*/ 264 h 42"/>
                <a:gd name="T10" fmla="*/ 33 w 29"/>
                <a:gd name="T11" fmla="*/ 264 h 42"/>
                <a:gd name="T12" fmla="*/ 0 w 29"/>
                <a:gd name="T13" fmla="*/ 797 h 42"/>
                <a:gd name="T14" fmla="*/ 176 w 29"/>
                <a:gd name="T15" fmla="*/ 704 h 42"/>
                <a:gd name="T16" fmla="*/ 222 w 29"/>
                <a:gd name="T17" fmla="*/ 456 h 42"/>
                <a:gd name="T18" fmla="*/ 443 w 29"/>
                <a:gd name="T19" fmla="*/ 477 h 42"/>
                <a:gd name="T20" fmla="*/ 463 w 29"/>
                <a:gd name="T21" fmla="*/ 285 h 42"/>
                <a:gd name="T22" fmla="*/ 430 w 29"/>
                <a:gd name="T23" fmla="*/ 0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2">
                  <a:moveTo>
                    <a:pt x="27" y="0"/>
                  </a:moveTo>
                  <a:cubicBezTo>
                    <a:pt x="28" y="5"/>
                    <a:pt x="26" y="10"/>
                    <a:pt x="27" y="14"/>
                  </a:cubicBezTo>
                  <a:cubicBezTo>
                    <a:pt x="21" y="14"/>
                    <a:pt x="16" y="16"/>
                    <a:pt x="10" y="16"/>
                  </a:cubicBezTo>
                  <a:cubicBezTo>
                    <a:pt x="6" y="17"/>
                    <a:pt x="5" y="18"/>
                    <a:pt x="3" y="15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18"/>
                    <a:pt x="1" y="34"/>
                    <a:pt x="0" y="42"/>
                  </a:cubicBezTo>
                  <a:cubicBezTo>
                    <a:pt x="4" y="39"/>
                    <a:pt x="8" y="37"/>
                    <a:pt x="11" y="37"/>
                  </a:cubicBezTo>
                  <a:cubicBezTo>
                    <a:pt x="12" y="30"/>
                    <a:pt x="13" y="25"/>
                    <a:pt x="14" y="24"/>
                  </a:cubicBezTo>
                  <a:cubicBezTo>
                    <a:pt x="14" y="22"/>
                    <a:pt x="22" y="23"/>
                    <a:pt x="28" y="25"/>
                  </a:cubicBezTo>
                  <a:cubicBezTo>
                    <a:pt x="28" y="21"/>
                    <a:pt x="28" y="18"/>
                    <a:pt x="29" y="15"/>
                  </a:cubicBezTo>
                  <a:lnTo>
                    <a:pt x="27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034">
              <a:extLst>
                <a:ext uri="{FF2B5EF4-FFF2-40B4-BE49-F238E27FC236}">
                  <a16:creationId xmlns:a16="http://schemas.microsoft.com/office/drawing/2014/main" id="{347C7934-B499-46D5-A307-DD90B2953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242"/>
              <a:ext cx="80" cy="352"/>
            </a:xfrm>
            <a:custGeom>
              <a:avLst/>
              <a:gdLst>
                <a:gd name="T0" fmla="*/ 145 w 32"/>
                <a:gd name="T1" fmla="*/ 2467 h 132"/>
                <a:gd name="T2" fmla="*/ 158 w 32"/>
                <a:gd name="T3" fmla="*/ 2184 h 132"/>
                <a:gd name="T4" fmla="*/ 188 w 32"/>
                <a:gd name="T5" fmla="*/ 2184 h 132"/>
                <a:gd name="T6" fmla="*/ 188 w 32"/>
                <a:gd name="T7" fmla="*/ 1459 h 132"/>
                <a:gd name="T8" fmla="*/ 425 w 32"/>
                <a:gd name="T9" fmla="*/ 1251 h 132"/>
                <a:gd name="T10" fmla="*/ 375 w 32"/>
                <a:gd name="T11" fmla="*/ 1288 h 132"/>
                <a:gd name="T12" fmla="*/ 408 w 32"/>
                <a:gd name="T13" fmla="*/ 760 h 132"/>
                <a:gd name="T14" fmla="*/ 425 w 32"/>
                <a:gd name="T15" fmla="*/ 760 h 132"/>
                <a:gd name="T16" fmla="*/ 425 w 32"/>
                <a:gd name="T17" fmla="*/ 760 h 132"/>
                <a:gd name="T18" fmla="*/ 458 w 32"/>
                <a:gd name="T19" fmla="*/ 605 h 132"/>
                <a:gd name="T20" fmla="*/ 470 w 32"/>
                <a:gd name="T21" fmla="*/ 533 h 132"/>
                <a:gd name="T22" fmla="*/ 500 w 32"/>
                <a:gd name="T23" fmla="*/ 533 h 132"/>
                <a:gd name="T24" fmla="*/ 470 w 32"/>
                <a:gd name="T25" fmla="*/ 0 h 132"/>
                <a:gd name="T26" fmla="*/ 425 w 32"/>
                <a:gd name="T27" fmla="*/ 307 h 132"/>
                <a:gd name="T28" fmla="*/ 0 w 32"/>
                <a:gd name="T29" fmla="*/ 264 h 132"/>
                <a:gd name="T30" fmla="*/ 33 w 32"/>
                <a:gd name="T31" fmla="*/ 1003 h 132"/>
                <a:gd name="T32" fmla="*/ 63 w 32"/>
                <a:gd name="T33" fmla="*/ 1003 h 132"/>
                <a:gd name="T34" fmla="*/ 145 w 32"/>
                <a:gd name="T35" fmla="*/ 1272 h 132"/>
                <a:gd name="T36" fmla="*/ 125 w 32"/>
                <a:gd name="T37" fmla="*/ 1272 h 132"/>
                <a:gd name="T38" fmla="*/ 145 w 32"/>
                <a:gd name="T39" fmla="*/ 1272 h 132"/>
                <a:gd name="T40" fmla="*/ 95 w 32"/>
                <a:gd name="T41" fmla="*/ 2163 h 132"/>
                <a:gd name="T42" fmla="*/ 95 w 32"/>
                <a:gd name="T43" fmla="*/ 2163 h 132"/>
                <a:gd name="T44" fmla="*/ 125 w 32"/>
                <a:gd name="T45" fmla="*/ 2504 h 132"/>
                <a:gd name="T46" fmla="*/ 145 w 32"/>
                <a:gd name="T47" fmla="*/ 2504 h 132"/>
                <a:gd name="T48" fmla="*/ 145 w 32"/>
                <a:gd name="T49" fmla="*/ 246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" h="132">
                  <a:moveTo>
                    <a:pt x="9" y="130"/>
                  </a:moveTo>
                  <a:cubicBezTo>
                    <a:pt x="8" y="126"/>
                    <a:pt x="7" y="118"/>
                    <a:pt x="10" y="115"/>
                  </a:cubicBezTo>
                  <a:cubicBezTo>
                    <a:pt x="10" y="115"/>
                    <a:pt x="11" y="115"/>
                    <a:pt x="12" y="115"/>
                  </a:cubicBezTo>
                  <a:cubicBezTo>
                    <a:pt x="11" y="101"/>
                    <a:pt x="11" y="84"/>
                    <a:pt x="12" y="77"/>
                  </a:cubicBezTo>
                  <a:cubicBezTo>
                    <a:pt x="15" y="75"/>
                    <a:pt x="21" y="69"/>
                    <a:pt x="27" y="66"/>
                  </a:cubicBezTo>
                  <a:cubicBezTo>
                    <a:pt x="26" y="66"/>
                    <a:pt x="25" y="67"/>
                    <a:pt x="24" y="68"/>
                  </a:cubicBezTo>
                  <a:cubicBezTo>
                    <a:pt x="25" y="60"/>
                    <a:pt x="27" y="44"/>
                    <a:pt x="26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37"/>
                    <a:pt x="29" y="33"/>
                    <a:pt x="29" y="32"/>
                  </a:cubicBezTo>
                  <a:cubicBezTo>
                    <a:pt x="30" y="29"/>
                    <a:pt x="30" y="28"/>
                    <a:pt x="30" y="28"/>
                  </a:cubicBezTo>
                  <a:cubicBezTo>
                    <a:pt x="31" y="28"/>
                    <a:pt x="31" y="28"/>
                    <a:pt x="32" y="28"/>
                  </a:cubicBezTo>
                  <a:cubicBezTo>
                    <a:pt x="32" y="16"/>
                    <a:pt x="31" y="6"/>
                    <a:pt x="30" y="0"/>
                  </a:cubicBezTo>
                  <a:cubicBezTo>
                    <a:pt x="28" y="4"/>
                    <a:pt x="26" y="11"/>
                    <a:pt x="27" y="16"/>
                  </a:cubicBezTo>
                  <a:cubicBezTo>
                    <a:pt x="18" y="12"/>
                    <a:pt x="9" y="14"/>
                    <a:pt x="0" y="14"/>
                  </a:cubicBezTo>
                  <a:cubicBezTo>
                    <a:pt x="2" y="19"/>
                    <a:pt x="2" y="40"/>
                    <a:pt x="2" y="53"/>
                  </a:cubicBezTo>
                  <a:cubicBezTo>
                    <a:pt x="3" y="53"/>
                    <a:pt x="3" y="53"/>
                    <a:pt x="4" y="53"/>
                  </a:cubicBezTo>
                  <a:cubicBezTo>
                    <a:pt x="6" y="56"/>
                    <a:pt x="6" y="65"/>
                    <a:pt x="9" y="67"/>
                  </a:cubicBezTo>
                  <a:cubicBezTo>
                    <a:pt x="9" y="67"/>
                    <a:pt x="9" y="67"/>
                    <a:pt x="8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0" y="74"/>
                    <a:pt x="8" y="99"/>
                    <a:pt x="6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7" y="119"/>
                    <a:pt x="7" y="125"/>
                    <a:pt x="8" y="132"/>
                  </a:cubicBezTo>
                  <a:cubicBezTo>
                    <a:pt x="8" y="132"/>
                    <a:pt x="8" y="132"/>
                    <a:pt x="9" y="132"/>
                  </a:cubicBezTo>
                  <a:cubicBezTo>
                    <a:pt x="9" y="131"/>
                    <a:pt x="9" y="130"/>
                    <a:pt x="9" y="13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Line 1035">
              <a:extLst>
                <a:ext uri="{FF2B5EF4-FFF2-40B4-BE49-F238E27FC236}">
                  <a16:creationId xmlns:a16="http://schemas.microsoft.com/office/drawing/2014/main" id="{7D71F70E-CE00-4B57-8A29-25852C2A43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1" y="1349"/>
              <a:ext cx="2" cy="29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036">
              <a:extLst>
                <a:ext uri="{FF2B5EF4-FFF2-40B4-BE49-F238E27FC236}">
                  <a16:creationId xmlns:a16="http://schemas.microsoft.com/office/drawing/2014/main" id="{16BC5000-188B-4D41-B53A-E10CE3E4D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226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27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1037">
              <a:extLst>
                <a:ext uri="{FF2B5EF4-FFF2-40B4-BE49-F238E27FC236}">
                  <a16:creationId xmlns:a16="http://schemas.microsoft.com/office/drawing/2014/main" id="{ED9A3C86-1F61-45C5-BA92-D0AC87EE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210"/>
              <a:ext cx="115" cy="205"/>
            </a:xfrm>
            <a:custGeom>
              <a:avLst/>
              <a:gdLst>
                <a:gd name="T0" fmla="*/ 720 w 46"/>
                <a:gd name="T1" fmla="*/ 1454 h 77"/>
                <a:gd name="T2" fmla="*/ 720 w 46"/>
                <a:gd name="T3" fmla="*/ 1454 h 77"/>
                <a:gd name="T4" fmla="*/ 470 w 46"/>
                <a:gd name="T5" fmla="*/ 0 h 77"/>
                <a:gd name="T6" fmla="*/ 208 w 46"/>
                <a:gd name="T7" fmla="*/ 375 h 77"/>
                <a:gd name="T8" fmla="*/ 0 w 46"/>
                <a:gd name="T9" fmla="*/ 136 h 77"/>
                <a:gd name="T10" fmla="*/ 313 w 46"/>
                <a:gd name="T11" fmla="*/ 1395 h 77"/>
                <a:gd name="T12" fmla="*/ 720 w 46"/>
                <a:gd name="T13" fmla="*/ 1454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77">
                  <a:moveTo>
                    <a:pt x="46" y="77"/>
                  </a:moveTo>
                  <a:cubicBezTo>
                    <a:pt x="46" y="77"/>
                    <a:pt x="46" y="77"/>
                    <a:pt x="46" y="77"/>
                  </a:cubicBezTo>
                  <a:cubicBezTo>
                    <a:pt x="46" y="77"/>
                    <a:pt x="40" y="18"/>
                    <a:pt x="30" y="0"/>
                  </a:cubicBezTo>
                  <a:cubicBezTo>
                    <a:pt x="23" y="5"/>
                    <a:pt x="12" y="11"/>
                    <a:pt x="13" y="20"/>
                  </a:cubicBezTo>
                  <a:cubicBezTo>
                    <a:pt x="8" y="17"/>
                    <a:pt x="5" y="10"/>
                    <a:pt x="0" y="7"/>
                  </a:cubicBezTo>
                  <a:cubicBezTo>
                    <a:pt x="4" y="17"/>
                    <a:pt x="15" y="56"/>
                    <a:pt x="20" y="74"/>
                  </a:cubicBezTo>
                  <a:cubicBezTo>
                    <a:pt x="30" y="69"/>
                    <a:pt x="39" y="67"/>
                    <a:pt x="46" y="7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1038">
              <a:extLst>
                <a:ext uri="{FF2B5EF4-FFF2-40B4-BE49-F238E27FC236}">
                  <a16:creationId xmlns:a16="http://schemas.microsoft.com/office/drawing/2014/main" id="{143489CC-B1ED-42A0-80C3-E2E0FFD8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63"/>
              <a:ext cx="33" cy="139"/>
            </a:xfrm>
            <a:custGeom>
              <a:avLst/>
              <a:gdLst>
                <a:gd name="T0" fmla="*/ 0 w 13"/>
                <a:gd name="T1" fmla="*/ 0 h 52"/>
                <a:gd name="T2" fmla="*/ 213 w 13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0" y="0"/>
                  </a:moveTo>
                  <a:cubicBezTo>
                    <a:pt x="3" y="7"/>
                    <a:pt x="11" y="45"/>
                    <a:pt x="13" y="5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1039">
              <a:extLst>
                <a:ext uri="{FF2B5EF4-FFF2-40B4-BE49-F238E27FC236}">
                  <a16:creationId xmlns:a16="http://schemas.microsoft.com/office/drawing/2014/main" id="{99B65680-CE1B-4BA6-AEC4-FED5AFAD4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306"/>
              <a:ext cx="13" cy="136"/>
            </a:xfrm>
            <a:custGeom>
              <a:avLst/>
              <a:gdLst>
                <a:gd name="T0" fmla="*/ 0 w 5"/>
                <a:gd name="T1" fmla="*/ 0 h 51"/>
                <a:gd name="T2" fmla="*/ 68 w 5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1">
                  <a:moveTo>
                    <a:pt x="0" y="0"/>
                  </a:moveTo>
                  <a:cubicBezTo>
                    <a:pt x="0" y="5"/>
                    <a:pt x="5" y="40"/>
                    <a:pt x="4" y="5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1040">
              <a:extLst>
                <a:ext uri="{FF2B5EF4-FFF2-40B4-BE49-F238E27FC236}">
                  <a16:creationId xmlns:a16="http://schemas.microsoft.com/office/drawing/2014/main" id="{140AB0C0-22DF-4FC8-B62A-5BA8398A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327"/>
              <a:ext cx="88" cy="395"/>
            </a:xfrm>
            <a:custGeom>
              <a:avLst/>
              <a:gdLst>
                <a:gd name="T0" fmla="*/ 556 w 35"/>
                <a:gd name="T1" fmla="*/ 2813 h 148"/>
                <a:gd name="T2" fmla="*/ 241 w 35"/>
                <a:gd name="T3" fmla="*/ 819 h 148"/>
                <a:gd name="T4" fmla="*/ 241 w 35"/>
                <a:gd name="T5" fmla="*/ 819 h 148"/>
                <a:gd name="T6" fmla="*/ 221 w 35"/>
                <a:gd name="T7" fmla="*/ 763 h 148"/>
                <a:gd name="T8" fmla="*/ 221 w 35"/>
                <a:gd name="T9" fmla="*/ 593 h 148"/>
                <a:gd name="T10" fmla="*/ 475 w 35"/>
                <a:gd name="T11" fmla="*/ 491 h 148"/>
                <a:gd name="T12" fmla="*/ 380 w 35"/>
                <a:gd name="T13" fmla="*/ 0 h 148"/>
                <a:gd name="T14" fmla="*/ 334 w 35"/>
                <a:gd name="T15" fmla="*/ 227 h 148"/>
                <a:gd name="T16" fmla="*/ 241 w 35"/>
                <a:gd name="T17" fmla="*/ 307 h 148"/>
                <a:gd name="T18" fmla="*/ 0 w 35"/>
                <a:gd name="T19" fmla="*/ 376 h 148"/>
                <a:gd name="T20" fmla="*/ 96 w 35"/>
                <a:gd name="T21" fmla="*/ 1046 h 148"/>
                <a:gd name="T22" fmla="*/ 146 w 35"/>
                <a:gd name="T23" fmla="*/ 1046 h 148"/>
                <a:gd name="T24" fmla="*/ 254 w 35"/>
                <a:gd name="T25" fmla="*/ 1289 h 148"/>
                <a:gd name="T26" fmla="*/ 254 w 35"/>
                <a:gd name="T27" fmla="*/ 1289 h 148"/>
                <a:gd name="T28" fmla="*/ 525 w 35"/>
                <a:gd name="T29" fmla="*/ 2792 h 148"/>
                <a:gd name="T30" fmla="*/ 556 w 35"/>
                <a:gd name="T31" fmla="*/ 2813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" h="148">
                  <a:moveTo>
                    <a:pt x="35" y="148"/>
                  </a:moveTo>
                  <a:cubicBezTo>
                    <a:pt x="33" y="115"/>
                    <a:pt x="23" y="62"/>
                    <a:pt x="15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2"/>
                    <a:pt x="14" y="41"/>
                    <a:pt x="14" y="40"/>
                  </a:cubicBezTo>
                  <a:cubicBezTo>
                    <a:pt x="12" y="37"/>
                    <a:pt x="12" y="31"/>
                    <a:pt x="14" y="31"/>
                  </a:cubicBezTo>
                  <a:cubicBezTo>
                    <a:pt x="19" y="30"/>
                    <a:pt x="25" y="27"/>
                    <a:pt x="30" y="26"/>
                  </a:cubicBezTo>
                  <a:cubicBezTo>
                    <a:pt x="27" y="13"/>
                    <a:pt x="25" y="3"/>
                    <a:pt x="24" y="0"/>
                  </a:cubicBezTo>
                  <a:cubicBezTo>
                    <a:pt x="23" y="4"/>
                    <a:pt x="23" y="9"/>
                    <a:pt x="21" y="12"/>
                  </a:cubicBezTo>
                  <a:cubicBezTo>
                    <a:pt x="20" y="15"/>
                    <a:pt x="19" y="14"/>
                    <a:pt x="15" y="16"/>
                  </a:cubicBezTo>
                  <a:cubicBezTo>
                    <a:pt x="13" y="16"/>
                    <a:pt x="3" y="21"/>
                    <a:pt x="0" y="20"/>
                  </a:cubicBezTo>
                  <a:cubicBezTo>
                    <a:pt x="3" y="25"/>
                    <a:pt x="4" y="44"/>
                    <a:pt x="6" y="55"/>
                  </a:cubicBezTo>
                  <a:cubicBezTo>
                    <a:pt x="7" y="55"/>
                    <a:pt x="8" y="55"/>
                    <a:pt x="9" y="55"/>
                  </a:cubicBezTo>
                  <a:cubicBezTo>
                    <a:pt x="11" y="56"/>
                    <a:pt x="15" y="63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23" y="82"/>
                    <a:pt x="30" y="120"/>
                    <a:pt x="33" y="147"/>
                  </a:cubicBezTo>
                  <a:lnTo>
                    <a:pt x="35" y="148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1041">
              <a:extLst>
                <a:ext uri="{FF2B5EF4-FFF2-40B4-BE49-F238E27FC236}">
                  <a16:creationId xmlns:a16="http://schemas.microsoft.com/office/drawing/2014/main" id="{F95678A2-9324-44A4-93FD-231E2C20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271"/>
              <a:ext cx="75" cy="203"/>
            </a:xfrm>
            <a:custGeom>
              <a:avLst/>
              <a:gdLst>
                <a:gd name="T0" fmla="*/ 458 w 30"/>
                <a:gd name="T1" fmla="*/ 0 h 76"/>
                <a:gd name="T2" fmla="*/ 83 w 30"/>
                <a:gd name="T3" fmla="*/ 248 h 76"/>
                <a:gd name="T4" fmla="*/ 20 w 30"/>
                <a:gd name="T5" fmla="*/ 0 h 76"/>
                <a:gd name="T6" fmla="*/ 0 w 30"/>
                <a:gd name="T7" fmla="*/ 0 h 76"/>
                <a:gd name="T8" fmla="*/ 83 w 30"/>
                <a:gd name="T9" fmla="*/ 1071 h 76"/>
                <a:gd name="T10" fmla="*/ 188 w 30"/>
                <a:gd name="T11" fmla="*/ 1448 h 76"/>
                <a:gd name="T12" fmla="*/ 300 w 30"/>
                <a:gd name="T13" fmla="*/ 1448 h 76"/>
                <a:gd name="T14" fmla="*/ 208 w 30"/>
                <a:gd name="T15" fmla="*/ 785 h 76"/>
                <a:gd name="T16" fmla="*/ 250 w 30"/>
                <a:gd name="T17" fmla="*/ 513 h 76"/>
                <a:gd name="T18" fmla="*/ 333 w 30"/>
                <a:gd name="T19" fmla="*/ 422 h 76"/>
                <a:gd name="T20" fmla="*/ 470 w 30"/>
                <a:gd name="T21" fmla="*/ 422 h 76"/>
                <a:gd name="T22" fmla="*/ 458 w 30"/>
                <a:gd name="T23" fmla="*/ 0 h 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76">
                  <a:moveTo>
                    <a:pt x="29" y="0"/>
                  </a:moveTo>
                  <a:cubicBezTo>
                    <a:pt x="19" y="3"/>
                    <a:pt x="12" y="7"/>
                    <a:pt x="5" y="13"/>
                  </a:cubicBezTo>
                  <a:cubicBezTo>
                    <a:pt x="4" y="9"/>
                    <a:pt x="0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5" y="43"/>
                    <a:pt x="5" y="56"/>
                  </a:cubicBezTo>
                  <a:cubicBezTo>
                    <a:pt x="7" y="59"/>
                    <a:pt x="9" y="67"/>
                    <a:pt x="12" y="76"/>
                  </a:cubicBezTo>
                  <a:cubicBezTo>
                    <a:pt x="14" y="76"/>
                    <a:pt x="17" y="75"/>
                    <a:pt x="19" y="76"/>
                  </a:cubicBezTo>
                  <a:cubicBezTo>
                    <a:pt x="17" y="65"/>
                    <a:pt x="16" y="46"/>
                    <a:pt x="13" y="41"/>
                  </a:cubicBezTo>
                  <a:cubicBezTo>
                    <a:pt x="11" y="39"/>
                    <a:pt x="15" y="29"/>
                    <a:pt x="16" y="27"/>
                  </a:cubicBezTo>
                  <a:cubicBezTo>
                    <a:pt x="17" y="20"/>
                    <a:pt x="21" y="22"/>
                    <a:pt x="21" y="22"/>
                  </a:cubicBezTo>
                  <a:cubicBezTo>
                    <a:pt x="23" y="22"/>
                    <a:pt x="27" y="22"/>
                    <a:pt x="30" y="22"/>
                  </a:cubicBezTo>
                  <a:cubicBezTo>
                    <a:pt x="30" y="12"/>
                    <a:pt x="29" y="4"/>
                    <a:pt x="29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1042">
              <a:extLst>
                <a:ext uri="{FF2B5EF4-FFF2-40B4-BE49-F238E27FC236}">
                  <a16:creationId xmlns:a16="http://schemas.microsoft.com/office/drawing/2014/main" id="{E89DA03D-6361-4DD6-8E33-9F0E63A4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365"/>
              <a:ext cx="8" cy="37"/>
            </a:xfrm>
            <a:custGeom>
              <a:avLst/>
              <a:gdLst>
                <a:gd name="T0" fmla="*/ 0 w 3"/>
                <a:gd name="T1" fmla="*/ 0 h 14"/>
                <a:gd name="T2" fmla="*/ 56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3"/>
                    <a:pt x="3" y="14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043">
              <a:extLst>
                <a:ext uri="{FF2B5EF4-FFF2-40B4-BE49-F238E27FC236}">
                  <a16:creationId xmlns:a16="http://schemas.microsoft.com/office/drawing/2014/main" id="{A29C4553-4E0D-4684-9E47-D73F3B81A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303"/>
              <a:ext cx="83" cy="262"/>
            </a:xfrm>
            <a:custGeom>
              <a:avLst/>
              <a:gdLst>
                <a:gd name="T0" fmla="*/ 33 w 33"/>
                <a:gd name="T1" fmla="*/ 500 h 98"/>
                <a:gd name="T2" fmla="*/ 63 w 33"/>
                <a:gd name="T3" fmla="*/ 671 h 98"/>
                <a:gd name="T4" fmla="*/ 146 w 33"/>
                <a:gd name="T5" fmla="*/ 650 h 98"/>
                <a:gd name="T6" fmla="*/ 272 w 33"/>
                <a:gd name="T7" fmla="*/ 914 h 98"/>
                <a:gd name="T8" fmla="*/ 475 w 33"/>
                <a:gd name="T9" fmla="*/ 1871 h 98"/>
                <a:gd name="T10" fmla="*/ 443 w 33"/>
                <a:gd name="T11" fmla="*/ 1494 h 98"/>
                <a:gd name="T12" fmla="*/ 526 w 33"/>
                <a:gd name="T13" fmla="*/ 1452 h 98"/>
                <a:gd name="T14" fmla="*/ 380 w 33"/>
                <a:gd name="T15" fmla="*/ 56 h 98"/>
                <a:gd name="T16" fmla="*/ 113 w 33"/>
                <a:gd name="T17" fmla="*/ 209 h 98"/>
                <a:gd name="T18" fmla="*/ 0 w 33"/>
                <a:gd name="T19" fmla="*/ 0 h 98"/>
                <a:gd name="T20" fmla="*/ 33 w 33"/>
                <a:gd name="T21" fmla="*/ 457 h 98"/>
                <a:gd name="T22" fmla="*/ 33 w 33"/>
                <a:gd name="T23" fmla="*/ 500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98">
                  <a:moveTo>
                    <a:pt x="2" y="26"/>
                  </a:moveTo>
                  <a:cubicBezTo>
                    <a:pt x="3" y="29"/>
                    <a:pt x="3" y="32"/>
                    <a:pt x="4" y="35"/>
                  </a:cubicBezTo>
                  <a:cubicBezTo>
                    <a:pt x="6" y="34"/>
                    <a:pt x="8" y="33"/>
                    <a:pt x="9" y="34"/>
                  </a:cubicBezTo>
                  <a:cubicBezTo>
                    <a:pt x="11" y="34"/>
                    <a:pt x="12" y="43"/>
                    <a:pt x="17" y="48"/>
                  </a:cubicBezTo>
                  <a:cubicBezTo>
                    <a:pt x="23" y="62"/>
                    <a:pt x="27" y="80"/>
                    <a:pt x="30" y="98"/>
                  </a:cubicBezTo>
                  <a:cubicBezTo>
                    <a:pt x="29" y="86"/>
                    <a:pt x="28" y="78"/>
                    <a:pt x="28" y="78"/>
                  </a:cubicBezTo>
                  <a:cubicBezTo>
                    <a:pt x="29" y="77"/>
                    <a:pt x="31" y="76"/>
                    <a:pt x="33" y="76"/>
                  </a:cubicBezTo>
                  <a:cubicBezTo>
                    <a:pt x="29" y="54"/>
                    <a:pt x="24" y="20"/>
                    <a:pt x="24" y="3"/>
                  </a:cubicBezTo>
                  <a:cubicBezTo>
                    <a:pt x="19" y="6"/>
                    <a:pt x="10" y="6"/>
                    <a:pt x="7" y="11"/>
                  </a:cubicBezTo>
                  <a:cubicBezTo>
                    <a:pt x="5" y="8"/>
                    <a:pt x="3" y="1"/>
                    <a:pt x="0" y="0"/>
                  </a:cubicBezTo>
                  <a:cubicBezTo>
                    <a:pt x="2" y="8"/>
                    <a:pt x="2" y="16"/>
                    <a:pt x="2" y="24"/>
                  </a:cubicBezTo>
                  <a:cubicBezTo>
                    <a:pt x="2" y="25"/>
                    <a:pt x="2" y="25"/>
                    <a:pt x="2" y="2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044">
              <a:extLst>
                <a:ext uri="{FF2B5EF4-FFF2-40B4-BE49-F238E27FC236}">
                  <a16:creationId xmlns:a16="http://schemas.microsoft.com/office/drawing/2014/main" id="{DC208018-C260-45CE-AF16-9E54AD08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333"/>
              <a:ext cx="1" cy="5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6"/>
                    <a:pt x="0" y="2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045">
              <a:extLst>
                <a:ext uri="{FF2B5EF4-FFF2-40B4-BE49-F238E27FC236}">
                  <a16:creationId xmlns:a16="http://schemas.microsoft.com/office/drawing/2014/main" id="{87B86D7F-1B28-4B6D-AF64-720B39AE9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178"/>
              <a:ext cx="93" cy="176"/>
            </a:xfrm>
            <a:custGeom>
              <a:avLst/>
              <a:gdLst>
                <a:gd name="T0" fmla="*/ 347 w 37"/>
                <a:gd name="T1" fmla="*/ 435 h 66"/>
                <a:gd name="T2" fmla="*/ 410 w 37"/>
                <a:gd name="T3" fmla="*/ 661 h 66"/>
                <a:gd name="T4" fmla="*/ 430 w 37"/>
                <a:gd name="T5" fmla="*/ 1080 h 66"/>
                <a:gd name="T6" fmla="*/ 410 w 37"/>
                <a:gd name="T7" fmla="*/ 1080 h 66"/>
                <a:gd name="T8" fmla="*/ 410 w 37"/>
                <a:gd name="T9" fmla="*/ 1080 h 66"/>
                <a:gd name="T10" fmla="*/ 538 w 37"/>
                <a:gd name="T11" fmla="*/ 1059 h 66"/>
                <a:gd name="T12" fmla="*/ 588 w 37"/>
                <a:gd name="T13" fmla="*/ 1251 h 66"/>
                <a:gd name="T14" fmla="*/ 525 w 37"/>
                <a:gd name="T15" fmla="*/ 0 h 66"/>
                <a:gd name="T16" fmla="*/ 334 w 37"/>
                <a:gd name="T17" fmla="*/ 227 h 66"/>
                <a:gd name="T18" fmla="*/ 0 w 37"/>
                <a:gd name="T19" fmla="*/ 93 h 66"/>
                <a:gd name="T20" fmla="*/ 50 w 37"/>
                <a:gd name="T21" fmla="*/ 547 h 66"/>
                <a:gd name="T22" fmla="*/ 347 w 37"/>
                <a:gd name="T23" fmla="*/ 435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66">
                  <a:moveTo>
                    <a:pt x="22" y="23"/>
                  </a:moveTo>
                  <a:cubicBezTo>
                    <a:pt x="22" y="27"/>
                    <a:pt x="23" y="32"/>
                    <a:pt x="26" y="35"/>
                  </a:cubicBezTo>
                  <a:cubicBezTo>
                    <a:pt x="26" y="39"/>
                    <a:pt x="27" y="47"/>
                    <a:pt x="27" y="57"/>
                  </a:cubicBezTo>
                  <a:cubicBezTo>
                    <a:pt x="27" y="57"/>
                    <a:pt x="27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9" y="57"/>
                    <a:pt x="32" y="56"/>
                    <a:pt x="34" y="56"/>
                  </a:cubicBezTo>
                  <a:cubicBezTo>
                    <a:pt x="35" y="58"/>
                    <a:pt x="35" y="61"/>
                    <a:pt x="37" y="66"/>
                  </a:cubicBezTo>
                  <a:cubicBezTo>
                    <a:pt x="36" y="52"/>
                    <a:pt x="34" y="7"/>
                    <a:pt x="33" y="0"/>
                  </a:cubicBezTo>
                  <a:cubicBezTo>
                    <a:pt x="27" y="1"/>
                    <a:pt x="22" y="6"/>
                    <a:pt x="21" y="12"/>
                  </a:cubicBezTo>
                  <a:cubicBezTo>
                    <a:pt x="14" y="9"/>
                    <a:pt x="8" y="4"/>
                    <a:pt x="0" y="5"/>
                  </a:cubicBezTo>
                  <a:cubicBezTo>
                    <a:pt x="0" y="9"/>
                    <a:pt x="2" y="22"/>
                    <a:pt x="3" y="29"/>
                  </a:cubicBezTo>
                  <a:cubicBezTo>
                    <a:pt x="9" y="26"/>
                    <a:pt x="17" y="23"/>
                    <a:pt x="22" y="2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046">
              <a:extLst>
                <a:ext uri="{FF2B5EF4-FFF2-40B4-BE49-F238E27FC236}">
                  <a16:creationId xmlns:a16="http://schemas.microsoft.com/office/drawing/2014/main" id="{59E6A2FE-BA91-474C-9802-F75008103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210"/>
              <a:ext cx="2" cy="29"/>
            </a:xfrm>
            <a:custGeom>
              <a:avLst/>
              <a:gdLst>
                <a:gd name="T0" fmla="*/ 0 w 1"/>
                <a:gd name="T1" fmla="*/ 0 h 11"/>
                <a:gd name="T2" fmla="*/ 8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2"/>
                    <a:pt x="1" y="11"/>
                    <a:pt x="1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047">
              <a:extLst>
                <a:ext uri="{FF2B5EF4-FFF2-40B4-BE49-F238E27FC236}">
                  <a16:creationId xmlns:a16="http://schemas.microsoft.com/office/drawing/2014/main" id="{37F5FF65-3DE0-47A8-9C65-209160C4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234"/>
              <a:ext cx="82" cy="264"/>
            </a:xfrm>
            <a:custGeom>
              <a:avLst/>
              <a:gdLst>
                <a:gd name="T0" fmla="*/ 199 w 33"/>
                <a:gd name="T1" fmla="*/ 341 h 99"/>
                <a:gd name="T2" fmla="*/ 258 w 33"/>
                <a:gd name="T3" fmla="*/ 547 h 99"/>
                <a:gd name="T4" fmla="*/ 383 w 33"/>
                <a:gd name="T5" fmla="*/ 1877 h 99"/>
                <a:gd name="T6" fmla="*/ 383 w 33"/>
                <a:gd name="T7" fmla="*/ 1877 h 99"/>
                <a:gd name="T8" fmla="*/ 353 w 33"/>
                <a:gd name="T9" fmla="*/ 1251 h 99"/>
                <a:gd name="T10" fmla="*/ 507 w 33"/>
                <a:gd name="T11" fmla="*/ 1173 h 99"/>
                <a:gd name="T12" fmla="*/ 432 w 33"/>
                <a:gd name="T13" fmla="*/ 0 h 99"/>
                <a:gd name="T14" fmla="*/ 166 w 33"/>
                <a:gd name="T15" fmla="*/ 171 h 99"/>
                <a:gd name="T16" fmla="*/ 0 w 33"/>
                <a:gd name="T17" fmla="*/ 21 h 99"/>
                <a:gd name="T18" fmla="*/ 42 w 33"/>
                <a:gd name="T19" fmla="*/ 397 h 99"/>
                <a:gd name="T20" fmla="*/ 199 w 33"/>
                <a:gd name="T21" fmla="*/ 341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99">
                  <a:moveTo>
                    <a:pt x="13" y="18"/>
                  </a:moveTo>
                  <a:cubicBezTo>
                    <a:pt x="14" y="21"/>
                    <a:pt x="15" y="25"/>
                    <a:pt x="17" y="29"/>
                  </a:cubicBezTo>
                  <a:cubicBezTo>
                    <a:pt x="17" y="46"/>
                    <a:pt x="21" y="77"/>
                    <a:pt x="25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88"/>
                    <a:pt x="24" y="72"/>
                    <a:pt x="23" y="66"/>
                  </a:cubicBezTo>
                  <a:cubicBezTo>
                    <a:pt x="26" y="66"/>
                    <a:pt x="29" y="64"/>
                    <a:pt x="33" y="62"/>
                  </a:cubicBezTo>
                  <a:cubicBezTo>
                    <a:pt x="32" y="53"/>
                    <a:pt x="28" y="0"/>
                    <a:pt x="28" y="0"/>
                  </a:cubicBezTo>
                  <a:cubicBezTo>
                    <a:pt x="22" y="1"/>
                    <a:pt x="14" y="4"/>
                    <a:pt x="11" y="9"/>
                  </a:cubicBezTo>
                  <a:cubicBezTo>
                    <a:pt x="10" y="7"/>
                    <a:pt x="2" y="3"/>
                    <a:pt x="0" y="1"/>
                  </a:cubicBezTo>
                  <a:cubicBezTo>
                    <a:pt x="1" y="4"/>
                    <a:pt x="2" y="14"/>
                    <a:pt x="3" y="21"/>
                  </a:cubicBezTo>
                  <a:cubicBezTo>
                    <a:pt x="6" y="19"/>
                    <a:pt x="10" y="18"/>
                    <a:pt x="13" y="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048">
              <a:extLst>
                <a:ext uri="{FF2B5EF4-FFF2-40B4-BE49-F238E27FC236}">
                  <a16:creationId xmlns:a16="http://schemas.microsoft.com/office/drawing/2014/main" id="{E7456230-FC73-4ED5-A264-E57A647B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127"/>
              <a:ext cx="55" cy="171"/>
            </a:xfrm>
            <a:custGeom>
              <a:avLst/>
              <a:gdLst>
                <a:gd name="T0" fmla="*/ 188 w 22"/>
                <a:gd name="T1" fmla="*/ 1165 h 64"/>
                <a:gd name="T2" fmla="*/ 145 w 22"/>
                <a:gd name="T3" fmla="*/ 786 h 64"/>
                <a:gd name="T4" fmla="*/ 345 w 22"/>
                <a:gd name="T5" fmla="*/ 615 h 64"/>
                <a:gd name="T6" fmla="*/ 313 w 22"/>
                <a:gd name="T7" fmla="*/ 0 h 64"/>
                <a:gd name="T8" fmla="*/ 158 w 22"/>
                <a:gd name="T9" fmla="*/ 192 h 64"/>
                <a:gd name="T10" fmla="*/ 0 w 22"/>
                <a:gd name="T11" fmla="*/ 251 h 64"/>
                <a:gd name="T12" fmla="*/ 95 w 22"/>
                <a:gd name="T13" fmla="*/ 1221 h 64"/>
                <a:gd name="T14" fmla="*/ 188 w 22"/>
                <a:gd name="T15" fmla="*/ 116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64">
                  <a:moveTo>
                    <a:pt x="12" y="61"/>
                  </a:moveTo>
                  <a:cubicBezTo>
                    <a:pt x="11" y="54"/>
                    <a:pt x="10" y="44"/>
                    <a:pt x="9" y="41"/>
                  </a:cubicBezTo>
                  <a:cubicBezTo>
                    <a:pt x="13" y="38"/>
                    <a:pt x="17" y="34"/>
                    <a:pt x="22" y="32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5"/>
                    <a:pt x="14" y="9"/>
                    <a:pt x="10" y="10"/>
                  </a:cubicBezTo>
                  <a:cubicBezTo>
                    <a:pt x="6" y="13"/>
                    <a:pt x="0" y="13"/>
                    <a:pt x="0" y="13"/>
                  </a:cubicBezTo>
                  <a:cubicBezTo>
                    <a:pt x="1" y="19"/>
                    <a:pt x="3" y="50"/>
                    <a:pt x="6" y="64"/>
                  </a:cubicBezTo>
                  <a:cubicBezTo>
                    <a:pt x="8" y="63"/>
                    <a:pt x="10" y="62"/>
                    <a:pt x="12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Line 1049">
              <a:extLst>
                <a:ext uri="{FF2B5EF4-FFF2-40B4-BE49-F238E27FC236}">
                  <a16:creationId xmlns:a16="http://schemas.microsoft.com/office/drawing/2014/main" id="{77364E4F-C39F-4634-A57E-F1BCCE0133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" y="1258"/>
              <a:ext cx="1" cy="2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050">
              <a:extLst>
                <a:ext uri="{FF2B5EF4-FFF2-40B4-BE49-F238E27FC236}">
                  <a16:creationId xmlns:a16="http://schemas.microsoft.com/office/drawing/2014/main" id="{168580AD-A5DC-4D49-9724-3190B6FB1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129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051">
              <a:extLst>
                <a:ext uri="{FF2B5EF4-FFF2-40B4-BE49-F238E27FC236}">
                  <a16:creationId xmlns:a16="http://schemas.microsoft.com/office/drawing/2014/main" id="{40644F54-EB9E-4B78-93BD-AAE8BCDB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117"/>
              <a:ext cx="90" cy="304"/>
            </a:xfrm>
            <a:custGeom>
              <a:avLst/>
              <a:gdLst>
                <a:gd name="T0" fmla="*/ 458 w 36"/>
                <a:gd name="T1" fmla="*/ 1101 h 114"/>
                <a:gd name="T2" fmla="*/ 470 w 36"/>
                <a:gd name="T3" fmla="*/ 1101 h 114"/>
                <a:gd name="T4" fmla="*/ 500 w 36"/>
                <a:gd name="T5" fmla="*/ 1024 h 114"/>
                <a:gd name="T6" fmla="*/ 550 w 36"/>
                <a:gd name="T7" fmla="*/ 989 h 114"/>
                <a:gd name="T8" fmla="*/ 550 w 36"/>
                <a:gd name="T9" fmla="*/ 989 h 114"/>
                <a:gd name="T10" fmla="*/ 500 w 36"/>
                <a:gd name="T11" fmla="*/ 533 h 114"/>
                <a:gd name="T12" fmla="*/ 563 w 36"/>
                <a:gd name="T13" fmla="*/ 435 h 114"/>
                <a:gd name="T14" fmla="*/ 563 w 36"/>
                <a:gd name="T15" fmla="*/ 419 h 114"/>
                <a:gd name="T16" fmla="*/ 500 w 36"/>
                <a:gd name="T17" fmla="*/ 0 h 114"/>
                <a:gd name="T18" fmla="*/ 283 w 36"/>
                <a:gd name="T19" fmla="*/ 248 h 114"/>
                <a:gd name="T20" fmla="*/ 0 w 36"/>
                <a:gd name="T21" fmla="*/ 35 h 114"/>
                <a:gd name="T22" fmla="*/ 63 w 36"/>
                <a:gd name="T23" fmla="*/ 477 h 114"/>
                <a:gd name="T24" fmla="*/ 270 w 36"/>
                <a:gd name="T25" fmla="*/ 661 h 114"/>
                <a:gd name="T26" fmla="*/ 520 w 36"/>
                <a:gd name="T27" fmla="*/ 2125 h 114"/>
                <a:gd name="T28" fmla="*/ 520 w 36"/>
                <a:gd name="T29" fmla="*/ 2125 h 114"/>
                <a:gd name="T30" fmla="*/ 533 w 36"/>
                <a:gd name="T31" fmla="*/ 2163 h 114"/>
                <a:gd name="T32" fmla="*/ 458 w 36"/>
                <a:gd name="T33" fmla="*/ 1101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114">
                  <a:moveTo>
                    <a:pt x="29" y="58"/>
                  </a:moveTo>
                  <a:cubicBezTo>
                    <a:pt x="30" y="58"/>
                    <a:pt x="30" y="58"/>
                    <a:pt x="30" y="58"/>
                  </a:cubicBezTo>
                  <a:cubicBezTo>
                    <a:pt x="30" y="57"/>
                    <a:pt x="30" y="56"/>
                    <a:pt x="32" y="54"/>
                  </a:cubicBezTo>
                  <a:cubicBezTo>
                    <a:pt x="33" y="54"/>
                    <a:pt x="34" y="53"/>
                    <a:pt x="35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4" y="45"/>
                    <a:pt x="32" y="32"/>
                    <a:pt x="32" y="28"/>
                  </a:cubicBezTo>
                  <a:cubicBezTo>
                    <a:pt x="32" y="27"/>
                    <a:pt x="33" y="25"/>
                    <a:pt x="36" y="23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4" y="17"/>
                    <a:pt x="32" y="0"/>
                    <a:pt x="32" y="0"/>
                  </a:cubicBezTo>
                  <a:cubicBezTo>
                    <a:pt x="24" y="1"/>
                    <a:pt x="23" y="9"/>
                    <a:pt x="18" y="13"/>
                  </a:cubicBezTo>
                  <a:cubicBezTo>
                    <a:pt x="13" y="8"/>
                    <a:pt x="4" y="7"/>
                    <a:pt x="0" y="2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10" y="27"/>
                    <a:pt x="16" y="30"/>
                    <a:pt x="17" y="35"/>
                  </a:cubicBezTo>
                  <a:cubicBezTo>
                    <a:pt x="27" y="53"/>
                    <a:pt x="33" y="112"/>
                    <a:pt x="33" y="112"/>
                  </a:cubicBezTo>
                  <a:cubicBezTo>
                    <a:pt x="33" y="112"/>
                    <a:pt x="33" y="112"/>
                    <a:pt x="33" y="112"/>
                  </a:cubicBezTo>
                  <a:cubicBezTo>
                    <a:pt x="33" y="113"/>
                    <a:pt x="34" y="113"/>
                    <a:pt x="34" y="114"/>
                  </a:cubicBezTo>
                  <a:cubicBezTo>
                    <a:pt x="34" y="101"/>
                    <a:pt x="29" y="64"/>
                    <a:pt x="29" y="5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052">
              <a:extLst>
                <a:ext uri="{FF2B5EF4-FFF2-40B4-BE49-F238E27FC236}">
                  <a16:creationId xmlns:a16="http://schemas.microsoft.com/office/drawing/2014/main" id="{14F24D54-D8C6-4C15-B3CA-49BDE33BD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1301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053">
              <a:extLst>
                <a:ext uri="{FF2B5EF4-FFF2-40B4-BE49-F238E27FC236}">
                  <a16:creationId xmlns:a16="http://schemas.microsoft.com/office/drawing/2014/main" id="{8B2D1717-EA1A-4D8C-A276-B5528EA5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2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054">
              <a:extLst>
                <a:ext uri="{FF2B5EF4-FFF2-40B4-BE49-F238E27FC236}">
                  <a16:creationId xmlns:a16="http://schemas.microsoft.com/office/drawing/2014/main" id="{25D33244-A143-49E6-B314-BBD5A645F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27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055">
              <a:extLst>
                <a:ext uri="{FF2B5EF4-FFF2-40B4-BE49-F238E27FC236}">
                  <a16:creationId xmlns:a16="http://schemas.microsoft.com/office/drawing/2014/main" id="{F573A123-BD00-44DA-8404-96710219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1151"/>
              <a:ext cx="10" cy="86"/>
            </a:xfrm>
            <a:custGeom>
              <a:avLst/>
              <a:gdLst>
                <a:gd name="T0" fmla="*/ 0 w 4"/>
                <a:gd name="T1" fmla="*/ 0 h 32"/>
                <a:gd name="T2" fmla="*/ 63 w 4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0" y="0"/>
                    <a:pt x="3" y="27"/>
                    <a:pt x="4" y="3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1056">
              <a:extLst>
                <a:ext uri="{FF2B5EF4-FFF2-40B4-BE49-F238E27FC236}">
                  <a16:creationId xmlns:a16="http://schemas.microsoft.com/office/drawing/2014/main" id="{75DD2961-C99F-40BD-B8CD-857FB9CFB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117"/>
              <a:ext cx="67" cy="282"/>
            </a:xfrm>
            <a:custGeom>
              <a:avLst/>
              <a:gdLst>
                <a:gd name="T0" fmla="*/ 62 w 27"/>
                <a:gd name="T1" fmla="*/ 657 h 106"/>
                <a:gd name="T2" fmla="*/ 216 w 27"/>
                <a:gd name="T3" fmla="*/ 827 h 106"/>
                <a:gd name="T4" fmla="*/ 290 w 27"/>
                <a:gd name="T5" fmla="*/ 1995 h 106"/>
                <a:gd name="T6" fmla="*/ 290 w 27"/>
                <a:gd name="T7" fmla="*/ 1995 h 106"/>
                <a:gd name="T8" fmla="*/ 400 w 27"/>
                <a:gd name="T9" fmla="*/ 1918 h 106"/>
                <a:gd name="T10" fmla="*/ 382 w 27"/>
                <a:gd name="T11" fmla="*/ 56 h 106"/>
                <a:gd name="T12" fmla="*/ 92 w 27"/>
                <a:gd name="T13" fmla="*/ 170 h 106"/>
                <a:gd name="T14" fmla="*/ 12 w 27"/>
                <a:gd name="T15" fmla="*/ 0 h 106"/>
                <a:gd name="T16" fmla="*/ 12 w 27"/>
                <a:gd name="T17" fmla="*/ 0 h 106"/>
                <a:gd name="T18" fmla="*/ 0 w 27"/>
                <a:gd name="T19" fmla="*/ 657 h 106"/>
                <a:gd name="T20" fmla="*/ 62 w 27"/>
                <a:gd name="T21" fmla="*/ 657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06">
                  <a:moveTo>
                    <a:pt x="4" y="35"/>
                  </a:moveTo>
                  <a:cubicBezTo>
                    <a:pt x="7" y="35"/>
                    <a:pt x="11" y="39"/>
                    <a:pt x="14" y="44"/>
                  </a:cubicBezTo>
                  <a:cubicBezTo>
                    <a:pt x="14" y="44"/>
                    <a:pt x="18" y="97"/>
                    <a:pt x="19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21" y="104"/>
                    <a:pt x="24" y="103"/>
                    <a:pt x="26" y="102"/>
                  </a:cubicBezTo>
                  <a:cubicBezTo>
                    <a:pt x="26" y="91"/>
                    <a:pt x="27" y="13"/>
                    <a:pt x="25" y="3"/>
                  </a:cubicBezTo>
                  <a:cubicBezTo>
                    <a:pt x="25" y="6"/>
                    <a:pt x="8" y="9"/>
                    <a:pt x="6" y="9"/>
                  </a:cubicBezTo>
                  <a:cubicBezTo>
                    <a:pt x="5" y="9"/>
                    <a:pt x="1" y="3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0" y="22"/>
                    <a:pt x="0" y="35"/>
                  </a:cubicBezTo>
                  <a:cubicBezTo>
                    <a:pt x="1" y="35"/>
                    <a:pt x="3" y="34"/>
                    <a:pt x="4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1057">
              <a:extLst>
                <a:ext uri="{FF2B5EF4-FFF2-40B4-BE49-F238E27FC236}">
                  <a16:creationId xmlns:a16="http://schemas.microsoft.com/office/drawing/2014/main" id="{A0544CA9-80AF-4454-9AB6-F0840E614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1141"/>
              <a:ext cx="2" cy="66"/>
            </a:xfrm>
            <a:custGeom>
              <a:avLst/>
              <a:gdLst>
                <a:gd name="T0" fmla="*/ 8 w 1"/>
                <a:gd name="T1" fmla="*/ 0 h 25"/>
                <a:gd name="T2" fmla="*/ 0 w 1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5">
                  <a:moveTo>
                    <a:pt x="1" y="0"/>
                  </a:moveTo>
                  <a:cubicBezTo>
                    <a:pt x="0" y="5"/>
                    <a:pt x="0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1058">
              <a:extLst>
                <a:ext uri="{FF2B5EF4-FFF2-40B4-BE49-F238E27FC236}">
                  <a16:creationId xmlns:a16="http://schemas.microsoft.com/office/drawing/2014/main" id="{76D98F27-2AAE-4A92-8187-86776C019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42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1059">
              <a:extLst>
                <a:ext uri="{FF2B5EF4-FFF2-40B4-BE49-F238E27FC236}">
                  <a16:creationId xmlns:a16="http://schemas.microsoft.com/office/drawing/2014/main" id="{B56B83AD-6CCB-48D0-80B0-CD0F381B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43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1060">
              <a:extLst>
                <a:ext uri="{FF2B5EF4-FFF2-40B4-BE49-F238E27FC236}">
                  <a16:creationId xmlns:a16="http://schemas.microsoft.com/office/drawing/2014/main" id="{6293DADE-B432-4FEF-8832-A67F9A96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42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1061">
              <a:extLst>
                <a:ext uri="{FF2B5EF4-FFF2-40B4-BE49-F238E27FC236}">
                  <a16:creationId xmlns:a16="http://schemas.microsoft.com/office/drawing/2014/main" id="{31E623BB-15E7-4767-A5C8-E81959AF7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43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1062">
              <a:extLst>
                <a:ext uri="{FF2B5EF4-FFF2-40B4-BE49-F238E27FC236}">
                  <a16:creationId xmlns:a16="http://schemas.microsoft.com/office/drawing/2014/main" id="{281A6BD5-067C-4003-9F16-10037B13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42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1063">
              <a:extLst>
                <a:ext uri="{FF2B5EF4-FFF2-40B4-BE49-F238E27FC236}">
                  <a16:creationId xmlns:a16="http://schemas.microsoft.com/office/drawing/2014/main" id="{7AF17807-3EDE-48F3-9E4D-92E5BB28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42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1064">
              <a:extLst>
                <a:ext uri="{FF2B5EF4-FFF2-40B4-BE49-F238E27FC236}">
                  <a16:creationId xmlns:a16="http://schemas.microsoft.com/office/drawing/2014/main" id="{52E8FDA0-5705-437B-9F10-4FB6B1B3A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058"/>
              <a:ext cx="72" cy="331"/>
            </a:xfrm>
            <a:custGeom>
              <a:avLst/>
              <a:gdLst>
                <a:gd name="T0" fmla="*/ 0 w 29"/>
                <a:gd name="T1" fmla="*/ 2360 h 124"/>
                <a:gd name="T2" fmla="*/ 0 w 29"/>
                <a:gd name="T3" fmla="*/ 2360 h 124"/>
                <a:gd name="T4" fmla="*/ 166 w 29"/>
                <a:gd name="T5" fmla="*/ 2322 h 124"/>
                <a:gd name="T6" fmla="*/ 137 w 29"/>
                <a:gd name="T7" fmla="*/ 2322 h 124"/>
                <a:gd name="T8" fmla="*/ 104 w 29"/>
                <a:gd name="T9" fmla="*/ 1583 h 124"/>
                <a:gd name="T10" fmla="*/ 412 w 29"/>
                <a:gd name="T11" fmla="*/ 1311 h 124"/>
                <a:gd name="T12" fmla="*/ 432 w 29"/>
                <a:gd name="T13" fmla="*/ 0 h 124"/>
                <a:gd name="T14" fmla="*/ 353 w 29"/>
                <a:gd name="T15" fmla="*/ 307 h 124"/>
                <a:gd name="T16" fmla="*/ 124 w 29"/>
                <a:gd name="T17" fmla="*/ 376 h 124"/>
                <a:gd name="T18" fmla="*/ 30 w 29"/>
                <a:gd name="T19" fmla="*/ 115 h 124"/>
                <a:gd name="T20" fmla="*/ 0 w 29"/>
                <a:gd name="T21" fmla="*/ 550 h 124"/>
                <a:gd name="T22" fmla="*/ 0 w 29"/>
                <a:gd name="T23" fmla="*/ 2360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24">
                  <a:moveTo>
                    <a:pt x="0" y="124"/>
                  </a:moveTo>
                  <a:cubicBezTo>
                    <a:pt x="0" y="124"/>
                    <a:pt x="0" y="124"/>
                    <a:pt x="0" y="124"/>
                  </a:cubicBezTo>
                  <a:cubicBezTo>
                    <a:pt x="3" y="123"/>
                    <a:pt x="7" y="122"/>
                    <a:pt x="11" y="122"/>
                  </a:cubicBezTo>
                  <a:cubicBezTo>
                    <a:pt x="10" y="122"/>
                    <a:pt x="10" y="122"/>
                    <a:pt x="9" y="122"/>
                  </a:cubicBezTo>
                  <a:cubicBezTo>
                    <a:pt x="9" y="109"/>
                    <a:pt x="9" y="88"/>
                    <a:pt x="7" y="83"/>
                  </a:cubicBezTo>
                  <a:cubicBezTo>
                    <a:pt x="13" y="78"/>
                    <a:pt x="20" y="71"/>
                    <a:pt x="27" y="69"/>
                  </a:cubicBezTo>
                  <a:cubicBezTo>
                    <a:pt x="28" y="50"/>
                    <a:pt x="29" y="9"/>
                    <a:pt x="28" y="0"/>
                  </a:cubicBezTo>
                  <a:cubicBezTo>
                    <a:pt x="26" y="4"/>
                    <a:pt x="26" y="13"/>
                    <a:pt x="23" y="16"/>
                  </a:cubicBezTo>
                  <a:cubicBezTo>
                    <a:pt x="20" y="18"/>
                    <a:pt x="12" y="19"/>
                    <a:pt x="8" y="20"/>
                  </a:cubicBezTo>
                  <a:cubicBezTo>
                    <a:pt x="4" y="17"/>
                    <a:pt x="2" y="11"/>
                    <a:pt x="2" y="6"/>
                  </a:cubicBezTo>
                  <a:cubicBezTo>
                    <a:pt x="1" y="9"/>
                    <a:pt x="0" y="18"/>
                    <a:pt x="0" y="29"/>
                  </a:cubicBezTo>
                  <a:cubicBezTo>
                    <a:pt x="0" y="48"/>
                    <a:pt x="0" y="114"/>
                    <a:pt x="0" y="1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1065">
              <a:extLst>
                <a:ext uri="{FF2B5EF4-FFF2-40B4-BE49-F238E27FC236}">
                  <a16:creationId xmlns:a16="http://schemas.microsoft.com/office/drawing/2014/main" id="{2899348A-4946-42F3-93F7-FC36535E2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423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1066">
              <a:extLst>
                <a:ext uri="{FF2B5EF4-FFF2-40B4-BE49-F238E27FC236}">
                  <a16:creationId xmlns:a16="http://schemas.microsoft.com/office/drawing/2014/main" id="{3B5BBAE6-CEE7-488F-8C00-5EB085962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423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1067">
              <a:extLst>
                <a:ext uri="{FF2B5EF4-FFF2-40B4-BE49-F238E27FC236}">
                  <a16:creationId xmlns:a16="http://schemas.microsoft.com/office/drawing/2014/main" id="{FB30CB73-0284-42F5-BB62-D3A1C1F70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109"/>
              <a:ext cx="10" cy="277"/>
            </a:xfrm>
            <a:custGeom>
              <a:avLst/>
              <a:gdLst>
                <a:gd name="T0" fmla="*/ 63 w 4"/>
                <a:gd name="T1" fmla="*/ 0 h 104"/>
                <a:gd name="T2" fmla="*/ 0 w 4"/>
                <a:gd name="T3" fmla="*/ 196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4">
                  <a:moveTo>
                    <a:pt x="4" y="0"/>
                  </a:moveTo>
                  <a:cubicBezTo>
                    <a:pt x="4" y="7"/>
                    <a:pt x="2" y="78"/>
                    <a:pt x="0" y="10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1068">
              <a:extLst>
                <a:ext uri="{FF2B5EF4-FFF2-40B4-BE49-F238E27FC236}">
                  <a16:creationId xmlns:a16="http://schemas.microsoft.com/office/drawing/2014/main" id="{91C7746E-DBDD-4F77-AB19-5BD6D0332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101"/>
              <a:ext cx="2" cy="149"/>
            </a:xfrm>
            <a:custGeom>
              <a:avLst/>
              <a:gdLst>
                <a:gd name="T0" fmla="*/ 8 w 1"/>
                <a:gd name="T1" fmla="*/ 0 h 56"/>
                <a:gd name="T2" fmla="*/ 0 w 1"/>
                <a:gd name="T3" fmla="*/ 105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6">
                  <a:moveTo>
                    <a:pt x="1" y="0"/>
                  </a:moveTo>
                  <a:cubicBezTo>
                    <a:pt x="1" y="7"/>
                    <a:pt x="0" y="51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1069">
              <a:extLst>
                <a:ext uri="{FF2B5EF4-FFF2-40B4-BE49-F238E27FC236}">
                  <a16:creationId xmlns:a16="http://schemas.microsoft.com/office/drawing/2014/main" id="{10E4631A-38D7-4977-AC38-770B3885D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191"/>
              <a:ext cx="93" cy="160"/>
            </a:xfrm>
            <a:custGeom>
              <a:avLst/>
              <a:gdLst>
                <a:gd name="T0" fmla="*/ 555 w 37"/>
                <a:gd name="T1" fmla="*/ 35 h 60"/>
                <a:gd name="T2" fmla="*/ 209 w 37"/>
                <a:gd name="T3" fmla="*/ 363 h 60"/>
                <a:gd name="T4" fmla="*/ 83 w 37"/>
                <a:gd name="T5" fmla="*/ 192 h 60"/>
                <a:gd name="T6" fmla="*/ 20 w 37"/>
                <a:gd name="T7" fmla="*/ 0 h 60"/>
                <a:gd name="T8" fmla="*/ 0 w 37"/>
                <a:gd name="T9" fmla="*/ 363 h 60"/>
                <a:gd name="T10" fmla="*/ 33 w 37"/>
                <a:gd name="T11" fmla="*/ 363 h 60"/>
                <a:gd name="T12" fmla="*/ 63 w 37"/>
                <a:gd name="T13" fmla="*/ 888 h 60"/>
                <a:gd name="T14" fmla="*/ 367 w 37"/>
                <a:gd name="T15" fmla="*/ 853 h 60"/>
                <a:gd name="T16" fmla="*/ 397 w 37"/>
                <a:gd name="T17" fmla="*/ 1139 h 60"/>
                <a:gd name="T18" fmla="*/ 460 w 37"/>
                <a:gd name="T19" fmla="*/ 661 h 60"/>
                <a:gd name="T20" fmla="*/ 588 w 37"/>
                <a:gd name="T21" fmla="*/ 627 h 60"/>
                <a:gd name="T22" fmla="*/ 555 w 37"/>
                <a:gd name="T23" fmla="*/ 35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60">
                  <a:moveTo>
                    <a:pt x="35" y="2"/>
                  </a:moveTo>
                  <a:cubicBezTo>
                    <a:pt x="27" y="2"/>
                    <a:pt x="16" y="12"/>
                    <a:pt x="13" y="19"/>
                  </a:cubicBezTo>
                  <a:cubicBezTo>
                    <a:pt x="10" y="17"/>
                    <a:pt x="7" y="13"/>
                    <a:pt x="5" y="10"/>
                  </a:cubicBezTo>
                  <a:cubicBezTo>
                    <a:pt x="5" y="9"/>
                    <a:pt x="1" y="1"/>
                    <a:pt x="1" y="0"/>
                  </a:cubicBezTo>
                  <a:cubicBezTo>
                    <a:pt x="0" y="2"/>
                    <a:pt x="0" y="12"/>
                    <a:pt x="0" y="19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3" y="25"/>
                    <a:pt x="4" y="35"/>
                    <a:pt x="4" y="47"/>
                  </a:cubicBezTo>
                  <a:cubicBezTo>
                    <a:pt x="10" y="46"/>
                    <a:pt x="17" y="44"/>
                    <a:pt x="23" y="45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6" y="46"/>
                    <a:pt x="29" y="35"/>
                    <a:pt x="29" y="35"/>
                  </a:cubicBezTo>
                  <a:cubicBezTo>
                    <a:pt x="31" y="34"/>
                    <a:pt x="34" y="33"/>
                    <a:pt x="37" y="33"/>
                  </a:cubicBezTo>
                  <a:cubicBezTo>
                    <a:pt x="36" y="25"/>
                    <a:pt x="35" y="11"/>
                    <a:pt x="35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1070">
              <a:extLst>
                <a:ext uri="{FF2B5EF4-FFF2-40B4-BE49-F238E27FC236}">
                  <a16:creationId xmlns:a16="http://schemas.microsoft.com/office/drawing/2014/main" id="{BFB345E1-8191-42F7-9412-3BDE1DD2D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242"/>
              <a:ext cx="2" cy="69"/>
            </a:xfrm>
            <a:custGeom>
              <a:avLst/>
              <a:gdLst>
                <a:gd name="T0" fmla="*/ 0 w 1"/>
                <a:gd name="T1" fmla="*/ 0 h 26"/>
                <a:gd name="T2" fmla="*/ 8 w 1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6">
                  <a:moveTo>
                    <a:pt x="0" y="0"/>
                  </a:moveTo>
                  <a:cubicBezTo>
                    <a:pt x="0" y="5"/>
                    <a:pt x="1" y="23"/>
                    <a:pt x="1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1071">
              <a:extLst>
                <a:ext uri="{FF2B5EF4-FFF2-40B4-BE49-F238E27FC236}">
                  <a16:creationId xmlns:a16="http://schemas.microsoft.com/office/drawing/2014/main" id="{194526D9-2B6F-4A5F-9697-A11BEED14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079"/>
              <a:ext cx="83" cy="163"/>
            </a:xfrm>
            <a:custGeom>
              <a:avLst/>
              <a:gdLst>
                <a:gd name="T0" fmla="*/ 0 w 33"/>
                <a:gd name="T1" fmla="*/ 1165 h 61"/>
                <a:gd name="T2" fmla="*/ 0 w 33"/>
                <a:gd name="T3" fmla="*/ 1165 h 61"/>
                <a:gd name="T4" fmla="*/ 126 w 33"/>
                <a:gd name="T5" fmla="*/ 1165 h 61"/>
                <a:gd name="T6" fmla="*/ 146 w 33"/>
                <a:gd name="T7" fmla="*/ 799 h 61"/>
                <a:gd name="T8" fmla="*/ 475 w 33"/>
                <a:gd name="T9" fmla="*/ 534 h 61"/>
                <a:gd name="T10" fmla="*/ 526 w 33"/>
                <a:gd name="T11" fmla="*/ 0 h 61"/>
                <a:gd name="T12" fmla="*/ 526 w 33"/>
                <a:gd name="T13" fmla="*/ 0 h 61"/>
                <a:gd name="T14" fmla="*/ 430 w 33"/>
                <a:gd name="T15" fmla="*/ 206 h 61"/>
                <a:gd name="T16" fmla="*/ 83 w 33"/>
                <a:gd name="T17" fmla="*/ 192 h 61"/>
                <a:gd name="T18" fmla="*/ 20 w 33"/>
                <a:gd name="T19" fmla="*/ 1050 h 61"/>
                <a:gd name="T20" fmla="*/ 0 w 33"/>
                <a:gd name="T21" fmla="*/ 1165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3" y="60"/>
                    <a:pt x="6" y="60"/>
                    <a:pt x="8" y="61"/>
                  </a:cubicBezTo>
                  <a:cubicBezTo>
                    <a:pt x="8" y="54"/>
                    <a:pt x="8" y="44"/>
                    <a:pt x="9" y="42"/>
                  </a:cubicBezTo>
                  <a:cubicBezTo>
                    <a:pt x="10" y="33"/>
                    <a:pt x="25" y="29"/>
                    <a:pt x="30" y="28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2"/>
                    <a:pt x="30" y="5"/>
                    <a:pt x="27" y="11"/>
                  </a:cubicBezTo>
                  <a:cubicBezTo>
                    <a:pt x="20" y="8"/>
                    <a:pt x="12" y="10"/>
                    <a:pt x="5" y="10"/>
                  </a:cubicBezTo>
                  <a:cubicBezTo>
                    <a:pt x="4" y="15"/>
                    <a:pt x="4" y="40"/>
                    <a:pt x="1" y="55"/>
                  </a:cubicBezTo>
                  <a:cubicBezTo>
                    <a:pt x="0" y="57"/>
                    <a:pt x="0" y="59"/>
                    <a:pt x="0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1072">
              <a:extLst>
                <a:ext uri="{FF2B5EF4-FFF2-40B4-BE49-F238E27FC236}">
                  <a16:creationId xmlns:a16="http://schemas.microsoft.com/office/drawing/2014/main" id="{BC9538D5-F40E-45E2-83EB-6CCC712B8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109"/>
              <a:ext cx="5" cy="48"/>
            </a:xfrm>
            <a:custGeom>
              <a:avLst/>
              <a:gdLst>
                <a:gd name="T0" fmla="*/ 33 w 2"/>
                <a:gd name="T1" fmla="*/ 0 h 18"/>
                <a:gd name="T2" fmla="*/ 0 w 2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0"/>
                  </a:moveTo>
                  <a:cubicBezTo>
                    <a:pt x="2" y="4"/>
                    <a:pt x="0" y="1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1073">
              <a:extLst>
                <a:ext uri="{FF2B5EF4-FFF2-40B4-BE49-F238E27FC236}">
                  <a16:creationId xmlns:a16="http://schemas.microsoft.com/office/drawing/2014/main" id="{C0644EC7-FF3C-4A37-A408-EF9358E85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042"/>
              <a:ext cx="78" cy="237"/>
            </a:xfrm>
            <a:custGeom>
              <a:avLst/>
              <a:gdLst>
                <a:gd name="T0" fmla="*/ 242 w 31"/>
                <a:gd name="T1" fmla="*/ 1680 h 89"/>
                <a:gd name="T2" fmla="*/ 242 w 31"/>
                <a:gd name="T3" fmla="*/ 1680 h 89"/>
                <a:gd name="T4" fmla="*/ 304 w 31"/>
                <a:gd name="T5" fmla="*/ 1680 h 89"/>
                <a:gd name="T6" fmla="*/ 317 w 31"/>
                <a:gd name="T7" fmla="*/ 1020 h 89"/>
                <a:gd name="T8" fmla="*/ 463 w 31"/>
                <a:gd name="T9" fmla="*/ 703 h 89"/>
                <a:gd name="T10" fmla="*/ 493 w 31"/>
                <a:gd name="T11" fmla="*/ 0 h 89"/>
                <a:gd name="T12" fmla="*/ 476 w 31"/>
                <a:gd name="T13" fmla="*/ 21 h 89"/>
                <a:gd name="T14" fmla="*/ 380 w 31"/>
                <a:gd name="T15" fmla="*/ 248 h 89"/>
                <a:gd name="T16" fmla="*/ 20 w 31"/>
                <a:gd name="T17" fmla="*/ 136 h 89"/>
                <a:gd name="T18" fmla="*/ 0 w 31"/>
                <a:gd name="T19" fmla="*/ 205 h 89"/>
                <a:gd name="T20" fmla="*/ 33 w 31"/>
                <a:gd name="T21" fmla="*/ 248 h 89"/>
                <a:gd name="T22" fmla="*/ 50 w 31"/>
                <a:gd name="T23" fmla="*/ 264 h 89"/>
                <a:gd name="T24" fmla="*/ 50 w 31"/>
                <a:gd name="T25" fmla="*/ 264 h 89"/>
                <a:gd name="T26" fmla="*/ 0 w 31"/>
                <a:gd name="T27" fmla="*/ 794 h 89"/>
                <a:gd name="T28" fmla="*/ 33 w 31"/>
                <a:gd name="T29" fmla="*/ 772 h 89"/>
                <a:gd name="T30" fmla="*/ 209 w 31"/>
                <a:gd name="T31" fmla="*/ 1092 h 89"/>
                <a:gd name="T32" fmla="*/ 242 w 31"/>
                <a:gd name="T33" fmla="*/ 1680 h 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89">
                  <a:moveTo>
                    <a:pt x="15" y="89"/>
                  </a:moveTo>
                  <a:cubicBezTo>
                    <a:pt x="15" y="89"/>
                    <a:pt x="15" y="89"/>
                    <a:pt x="15" y="89"/>
                  </a:cubicBezTo>
                  <a:cubicBezTo>
                    <a:pt x="16" y="89"/>
                    <a:pt x="18" y="89"/>
                    <a:pt x="19" y="89"/>
                  </a:cubicBezTo>
                  <a:cubicBezTo>
                    <a:pt x="19" y="84"/>
                    <a:pt x="19" y="66"/>
                    <a:pt x="20" y="54"/>
                  </a:cubicBezTo>
                  <a:cubicBezTo>
                    <a:pt x="21" y="49"/>
                    <a:pt x="26" y="38"/>
                    <a:pt x="29" y="37"/>
                  </a:cubicBezTo>
                  <a:cubicBezTo>
                    <a:pt x="29" y="25"/>
                    <a:pt x="30" y="7"/>
                    <a:pt x="31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5"/>
                    <a:pt x="24" y="9"/>
                    <a:pt x="24" y="13"/>
                  </a:cubicBezTo>
                  <a:cubicBezTo>
                    <a:pt x="16" y="9"/>
                    <a:pt x="9" y="9"/>
                    <a:pt x="1" y="7"/>
                  </a:cubicBezTo>
                  <a:cubicBezTo>
                    <a:pt x="0" y="7"/>
                    <a:pt x="0" y="9"/>
                    <a:pt x="0" y="11"/>
                  </a:cubicBezTo>
                  <a:cubicBezTo>
                    <a:pt x="1" y="12"/>
                    <a:pt x="2" y="13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9" y="54"/>
                    <a:pt x="13" y="58"/>
                  </a:cubicBezTo>
                  <a:cubicBezTo>
                    <a:pt x="13" y="67"/>
                    <a:pt x="14" y="81"/>
                    <a:pt x="15" y="8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1074">
              <a:extLst>
                <a:ext uri="{FF2B5EF4-FFF2-40B4-BE49-F238E27FC236}">
                  <a16:creationId xmlns:a16="http://schemas.microsoft.com/office/drawing/2014/main" id="{C27973A7-55D9-483C-B0BA-E79F04E27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074"/>
              <a:ext cx="5" cy="85"/>
            </a:xfrm>
            <a:custGeom>
              <a:avLst/>
              <a:gdLst>
                <a:gd name="T0" fmla="*/ 33 w 2"/>
                <a:gd name="T1" fmla="*/ 0 h 32"/>
                <a:gd name="T2" fmla="*/ 33 w 2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2">
                  <a:moveTo>
                    <a:pt x="2" y="0"/>
                  </a:moveTo>
                  <a:cubicBezTo>
                    <a:pt x="2" y="7"/>
                    <a:pt x="0" y="25"/>
                    <a:pt x="2" y="3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1075">
              <a:extLst>
                <a:ext uri="{FF2B5EF4-FFF2-40B4-BE49-F238E27FC236}">
                  <a16:creationId xmlns:a16="http://schemas.microsoft.com/office/drawing/2014/main" id="{0A7E4022-BBAD-42FA-833F-F6C9054D0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095"/>
              <a:ext cx="70" cy="102"/>
            </a:xfrm>
            <a:custGeom>
              <a:avLst/>
              <a:gdLst>
                <a:gd name="T0" fmla="*/ 0 w 28"/>
                <a:gd name="T1" fmla="*/ 309 h 38"/>
                <a:gd name="T2" fmla="*/ 188 w 28"/>
                <a:gd name="T3" fmla="*/ 330 h 38"/>
                <a:gd name="T4" fmla="*/ 188 w 28"/>
                <a:gd name="T5" fmla="*/ 655 h 38"/>
                <a:gd name="T6" fmla="*/ 188 w 28"/>
                <a:gd name="T7" fmla="*/ 735 h 38"/>
                <a:gd name="T8" fmla="*/ 188 w 28"/>
                <a:gd name="T9" fmla="*/ 735 h 38"/>
                <a:gd name="T10" fmla="*/ 375 w 28"/>
                <a:gd name="T11" fmla="*/ 540 h 38"/>
                <a:gd name="T12" fmla="*/ 408 w 28"/>
                <a:gd name="T13" fmla="*/ 561 h 38"/>
                <a:gd name="T14" fmla="*/ 408 w 28"/>
                <a:gd name="T15" fmla="*/ 0 h 38"/>
                <a:gd name="T16" fmla="*/ 408 w 28"/>
                <a:gd name="T17" fmla="*/ 0 h 38"/>
                <a:gd name="T18" fmla="*/ 363 w 28"/>
                <a:gd name="T19" fmla="*/ 217 h 38"/>
                <a:gd name="T20" fmla="*/ 0 w 28"/>
                <a:gd name="T21" fmla="*/ 150 h 38"/>
                <a:gd name="T22" fmla="*/ 0 w 28"/>
                <a:gd name="T23" fmla="*/ 309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38">
                  <a:moveTo>
                    <a:pt x="0" y="16"/>
                  </a:moveTo>
                  <a:cubicBezTo>
                    <a:pt x="4" y="16"/>
                    <a:pt x="9" y="17"/>
                    <a:pt x="12" y="17"/>
                  </a:cubicBezTo>
                  <a:cubicBezTo>
                    <a:pt x="12" y="17"/>
                    <a:pt x="12" y="28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5" y="34"/>
                    <a:pt x="21" y="30"/>
                    <a:pt x="24" y="28"/>
                  </a:cubicBezTo>
                  <a:cubicBezTo>
                    <a:pt x="25" y="28"/>
                    <a:pt x="26" y="28"/>
                    <a:pt x="26" y="29"/>
                  </a:cubicBezTo>
                  <a:cubicBezTo>
                    <a:pt x="27" y="20"/>
                    <a:pt x="28" y="8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3"/>
                    <a:pt x="25" y="8"/>
                    <a:pt x="23" y="11"/>
                  </a:cubicBezTo>
                  <a:cubicBezTo>
                    <a:pt x="16" y="9"/>
                    <a:pt x="7" y="11"/>
                    <a:pt x="0" y="8"/>
                  </a:cubicBezTo>
                  <a:cubicBezTo>
                    <a:pt x="1" y="11"/>
                    <a:pt x="0" y="14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1076">
              <a:extLst>
                <a:ext uri="{FF2B5EF4-FFF2-40B4-BE49-F238E27FC236}">
                  <a16:creationId xmlns:a16="http://schemas.microsoft.com/office/drawing/2014/main" id="{CA883212-4709-4C38-A9E1-CC819A5A1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125"/>
              <a:ext cx="2" cy="48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cubicBezTo>
                    <a:pt x="1" y="2"/>
                    <a:pt x="0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1077">
              <a:extLst>
                <a:ext uri="{FF2B5EF4-FFF2-40B4-BE49-F238E27FC236}">
                  <a16:creationId xmlns:a16="http://schemas.microsoft.com/office/drawing/2014/main" id="{795005DA-6FAB-4222-92DC-38A5D35D0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109"/>
              <a:ext cx="82" cy="136"/>
            </a:xfrm>
            <a:custGeom>
              <a:avLst/>
              <a:gdLst>
                <a:gd name="T0" fmla="*/ 154 w 33"/>
                <a:gd name="T1" fmla="*/ 648 h 51"/>
                <a:gd name="T2" fmla="*/ 104 w 33"/>
                <a:gd name="T3" fmla="*/ 909 h 51"/>
                <a:gd name="T4" fmla="*/ 104 w 33"/>
                <a:gd name="T5" fmla="*/ 931 h 51"/>
                <a:gd name="T6" fmla="*/ 75 w 33"/>
                <a:gd name="T7" fmla="*/ 931 h 51"/>
                <a:gd name="T8" fmla="*/ 278 w 33"/>
                <a:gd name="T9" fmla="*/ 968 h 51"/>
                <a:gd name="T10" fmla="*/ 246 w 33"/>
                <a:gd name="T11" fmla="*/ 968 h 51"/>
                <a:gd name="T12" fmla="*/ 246 w 33"/>
                <a:gd name="T13" fmla="*/ 947 h 51"/>
                <a:gd name="T14" fmla="*/ 321 w 33"/>
                <a:gd name="T15" fmla="*/ 661 h 51"/>
                <a:gd name="T16" fmla="*/ 383 w 33"/>
                <a:gd name="T17" fmla="*/ 533 h 51"/>
                <a:gd name="T18" fmla="*/ 475 w 33"/>
                <a:gd name="T19" fmla="*/ 512 h 51"/>
                <a:gd name="T20" fmla="*/ 507 w 33"/>
                <a:gd name="T21" fmla="*/ 248 h 51"/>
                <a:gd name="T22" fmla="*/ 462 w 33"/>
                <a:gd name="T23" fmla="*/ 376 h 51"/>
                <a:gd name="T24" fmla="*/ 104 w 33"/>
                <a:gd name="T25" fmla="*/ 248 h 51"/>
                <a:gd name="T26" fmla="*/ 62 w 33"/>
                <a:gd name="T27" fmla="*/ 0 h 51"/>
                <a:gd name="T28" fmla="*/ 62 w 33"/>
                <a:gd name="T29" fmla="*/ 0 h 51"/>
                <a:gd name="T30" fmla="*/ 0 w 33"/>
                <a:gd name="T31" fmla="*/ 477 h 51"/>
                <a:gd name="T32" fmla="*/ 154 w 33"/>
                <a:gd name="T33" fmla="*/ 648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" h="51">
                  <a:moveTo>
                    <a:pt x="10" y="34"/>
                  </a:moveTo>
                  <a:cubicBezTo>
                    <a:pt x="7" y="48"/>
                    <a:pt x="7" y="48"/>
                    <a:pt x="7" y="48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6" y="49"/>
                    <a:pt x="5" y="49"/>
                    <a:pt x="5" y="49"/>
                  </a:cubicBezTo>
                  <a:cubicBezTo>
                    <a:pt x="9" y="50"/>
                    <a:pt x="13" y="51"/>
                    <a:pt x="18" y="51"/>
                  </a:cubicBezTo>
                  <a:cubicBezTo>
                    <a:pt x="17" y="51"/>
                    <a:pt x="17" y="51"/>
                    <a:pt x="16" y="51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50"/>
                    <a:pt x="19" y="41"/>
                    <a:pt x="21" y="35"/>
                  </a:cubicBezTo>
                  <a:cubicBezTo>
                    <a:pt x="21" y="33"/>
                    <a:pt x="23" y="30"/>
                    <a:pt x="25" y="28"/>
                  </a:cubicBezTo>
                  <a:cubicBezTo>
                    <a:pt x="26" y="27"/>
                    <a:pt x="28" y="27"/>
                    <a:pt x="31" y="27"/>
                  </a:cubicBezTo>
                  <a:cubicBezTo>
                    <a:pt x="31" y="22"/>
                    <a:pt x="32" y="17"/>
                    <a:pt x="33" y="13"/>
                  </a:cubicBezTo>
                  <a:cubicBezTo>
                    <a:pt x="32" y="15"/>
                    <a:pt x="30" y="18"/>
                    <a:pt x="30" y="20"/>
                  </a:cubicBezTo>
                  <a:cubicBezTo>
                    <a:pt x="22" y="17"/>
                    <a:pt x="15" y="12"/>
                    <a:pt x="7" y="13"/>
                  </a:cubicBezTo>
                  <a:cubicBezTo>
                    <a:pt x="5" y="10"/>
                    <a:pt x="3" y="4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1" y="15"/>
                    <a:pt x="0" y="25"/>
                  </a:cubicBezTo>
                  <a:cubicBezTo>
                    <a:pt x="4" y="27"/>
                    <a:pt x="8" y="30"/>
                    <a:pt x="10" y="3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Line 1078">
              <a:extLst>
                <a:ext uri="{FF2B5EF4-FFF2-40B4-BE49-F238E27FC236}">
                  <a16:creationId xmlns:a16="http://schemas.microsoft.com/office/drawing/2014/main" id="{5E29F0E9-10C8-44BC-B8E9-99B09416AC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6" y="1159"/>
              <a:ext cx="2" cy="22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1079">
              <a:extLst>
                <a:ext uri="{FF2B5EF4-FFF2-40B4-BE49-F238E27FC236}">
                  <a16:creationId xmlns:a16="http://schemas.microsoft.com/office/drawing/2014/main" id="{1BABF70E-D798-47A7-9FD8-A74AC18B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143"/>
              <a:ext cx="7" cy="38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2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1080">
              <a:extLst>
                <a:ext uri="{FF2B5EF4-FFF2-40B4-BE49-F238E27FC236}">
                  <a16:creationId xmlns:a16="http://schemas.microsoft.com/office/drawing/2014/main" id="{264BDD8C-3175-4133-A7F0-A9557FD51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005"/>
              <a:ext cx="77" cy="72"/>
            </a:xfrm>
            <a:custGeom>
              <a:avLst/>
              <a:gdLst>
                <a:gd name="T0" fmla="*/ 62 w 31"/>
                <a:gd name="T1" fmla="*/ 171 h 27"/>
                <a:gd name="T2" fmla="*/ 432 w 31"/>
                <a:gd name="T3" fmla="*/ 21 h 27"/>
                <a:gd name="T4" fmla="*/ 445 w 31"/>
                <a:gd name="T5" fmla="*/ 285 h 27"/>
                <a:gd name="T6" fmla="*/ 229 w 31"/>
                <a:gd name="T7" fmla="*/ 491 h 27"/>
                <a:gd name="T8" fmla="*/ 62 w 31"/>
                <a:gd name="T9" fmla="*/ 17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4" y="9"/>
                  </a:moveTo>
                  <a:cubicBezTo>
                    <a:pt x="12" y="2"/>
                    <a:pt x="23" y="0"/>
                    <a:pt x="28" y="1"/>
                  </a:cubicBezTo>
                  <a:cubicBezTo>
                    <a:pt x="31" y="2"/>
                    <a:pt x="29" y="15"/>
                    <a:pt x="29" y="15"/>
                  </a:cubicBezTo>
                  <a:cubicBezTo>
                    <a:pt x="29" y="15"/>
                    <a:pt x="18" y="26"/>
                    <a:pt x="15" y="26"/>
                  </a:cubicBezTo>
                  <a:cubicBezTo>
                    <a:pt x="11" y="27"/>
                    <a:pt x="0" y="16"/>
                    <a:pt x="4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1081">
              <a:extLst>
                <a:ext uri="{FF2B5EF4-FFF2-40B4-BE49-F238E27FC236}">
                  <a16:creationId xmlns:a16="http://schemas.microsoft.com/office/drawing/2014/main" id="{3F716AAD-153E-4E96-8916-E9829689D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02"/>
              <a:ext cx="65" cy="45"/>
            </a:xfrm>
            <a:custGeom>
              <a:avLst/>
              <a:gdLst>
                <a:gd name="T0" fmla="*/ 0 w 26"/>
                <a:gd name="T1" fmla="*/ 77 h 17"/>
                <a:gd name="T2" fmla="*/ 408 w 26"/>
                <a:gd name="T3" fmla="*/ 34 h 17"/>
                <a:gd name="T4" fmla="*/ 345 w 26"/>
                <a:gd name="T5" fmla="*/ 315 h 17"/>
                <a:gd name="T6" fmla="*/ 0 w 26"/>
                <a:gd name="T7" fmla="*/ 7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7">
                  <a:moveTo>
                    <a:pt x="0" y="4"/>
                  </a:moveTo>
                  <a:cubicBezTo>
                    <a:pt x="10" y="0"/>
                    <a:pt x="20" y="3"/>
                    <a:pt x="26" y="2"/>
                  </a:cubicBezTo>
                  <a:cubicBezTo>
                    <a:pt x="26" y="6"/>
                    <a:pt x="22" y="17"/>
                    <a:pt x="22" y="17"/>
                  </a:cubicBezTo>
                  <a:cubicBezTo>
                    <a:pt x="22" y="17"/>
                    <a:pt x="2" y="12"/>
                    <a:pt x="0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1082">
              <a:extLst>
                <a:ext uri="{FF2B5EF4-FFF2-40B4-BE49-F238E27FC236}">
                  <a16:creationId xmlns:a16="http://schemas.microsoft.com/office/drawing/2014/main" id="{5411E8EB-624C-4C60-A10B-C6E2EC02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042"/>
              <a:ext cx="75" cy="91"/>
            </a:xfrm>
            <a:custGeom>
              <a:avLst/>
              <a:gdLst>
                <a:gd name="T0" fmla="*/ 33 w 30"/>
                <a:gd name="T1" fmla="*/ 209 h 34"/>
                <a:gd name="T2" fmla="*/ 395 w 30"/>
                <a:gd name="T3" fmla="*/ 0 h 34"/>
                <a:gd name="T4" fmla="*/ 470 w 30"/>
                <a:gd name="T5" fmla="*/ 308 h 34"/>
                <a:gd name="T6" fmla="*/ 113 w 30"/>
                <a:gd name="T7" fmla="*/ 517 h 34"/>
                <a:gd name="T8" fmla="*/ 33 w 30"/>
                <a:gd name="T9" fmla="*/ 20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" y="11"/>
                  </a:moveTo>
                  <a:cubicBezTo>
                    <a:pt x="14" y="1"/>
                    <a:pt x="23" y="0"/>
                    <a:pt x="25" y="0"/>
                  </a:cubicBezTo>
                  <a:cubicBezTo>
                    <a:pt x="26" y="5"/>
                    <a:pt x="29" y="14"/>
                    <a:pt x="30" y="16"/>
                  </a:cubicBezTo>
                  <a:cubicBezTo>
                    <a:pt x="30" y="18"/>
                    <a:pt x="12" y="21"/>
                    <a:pt x="7" y="27"/>
                  </a:cubicBezTo>
                  <a:cubicBezTo>
                    <a:pt x="1" y="34"/>
                    <a:pt x="0" y="16"/>
                    <a:pt x="2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1083">
              <a:extLst>
                <a:ext uri="{FF2B5EF4-FFF2-40B4-BE49-F238E27FC236}">
                  <a16:creationId xmlns:a16="http://schemas.microsoft.com/office/drawing/2014/main" id="{10F5912C-F697-4F60-8E63-243159260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042"/>
              <a:ext cx="83" cy="157"/>
            </a:xfrm>
            <a:custGeom>
              <a:avLst/>
              <a:gdLst>
                <a:gd name="T0" fmla="*/ 63 w 33"/>
                <a:gd name="T1" fmla="*/ 511 h 59"/>
                <a:gd name="T2" fmla="*/ 0 w 33"/>
                <a:gd name="T3" fmla="*/ 511 h 59"/>
                <a:gd name="T4" fmla="*/ 50 w 33"/>
                <a:gd name="T5" fmla="*/ 772 h 59"/>
                <a:gd name="T6" fmla="*/ 126 w 33"/>
                <a:gd name="T7" fmla="*/ 737 h 59"/>
                <a:gd name="T8" fmla="*/ 272 w 33"/>
                <a:gd name="T9" fmla="*/ 963 h 59"/>
                <a:gd name="T10" fmla="*/ 284 w 33"/>
                <a:gd name="T11" fmla="*/ 1112 h 59"/>
                <a:gd name="T12" fmla="*/ 304 w 33"/>
                <a:gd name="T13" fmla="*/ 1112 h 59"/>
                <a:gd name="T14" fmla="*/ 284 w 33"/>
                <a:gd name="T15" fmla="*/ 849 h 59"/>
                <a:gd name="T16" fmla="*/ 284 w 33"/>
                <a:gd name="T17" fmla="*/ 750 h 59"/>
                <a:gd name="T18" fmla="*/ 304 w 33"/>
                <a:gd name="T19" fmla="*/ 580 h 59"/>
                <a:gd name="T20" fmla="*/ 526 w 33"/>
                <a:gd name="T21" fmla="*/ 396 h 59"/>
                <a:gd name="T22" fmla="*/ 347 w 33"/>
                <a:gd name="T23" fmla="*/ 0 h 59"/>
                <a:gd name="T24" fmla="*/ 430 w 33"/>
                <a:gd name="T25" fmla="*/ 303 h 59"/>
                <a:gd name="T26" fmla="*/ 63 w 33"/>
                <a:gd name="T27" fmla="*/ 511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59">
                  <a:moveTo>
                    <a:pt x="4" y="27"/>
                  </a:moveTo>
                  <a:cubicBezTo>
                    <a:pt x="2" y="29"/>
                    <a:pt x="1" y="29"/>
                    <a:pt x="0" y="27"/>
                  </a:cubicBezTo>
                  <a:cubicBezTo>
                    <a:pt x="0" y="32"/>
                    <a:pt x="2" y="37"/>
                    <a:pt x="3" y="41"/>
                  </a:cubicBezTo>
                  <a:cubicBezTo>
                    <a:pt x="5" y="40"/>
                    <a:pt x="7" y="39"/>
                    <a:pt x="8" y="39"/>
                  </a:cubicBezTo>
                  <a:cubicBezTo>
                    <a:pt x="13" y="40"/>
                    <a:pt x="14" y="47"/>
                    <a:pt x="17" y="51"/>
                  </a:cubicBezTo>
                  <a:cubicBezTo>
                    <a:pt x="17" y="53"/>
                    <a:pt x="17" y="55"/>
                    <a:pt x="18" y="59"/>
                  </a:cubicBezTo>
                  <a:cubicBezTo>
                    <a:pt x="18" y="59"/>
                    <a:pt x="19" y="59"/>
                    <a:pt x="19" y="59"/>
                  </a:cubicBezTo>
                  <a:cubicBezTo>
                    <a:pt x="19" y="53"/>
                    <a:pt x="18" y="47"/>
                    <a:pt x="18" y="45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37"/>
                    <a:pt x="17" y="33"/>
                    <a:pt x="19" y="31"/>
                  </a:cubicBezTo>
                  <a:cubicBezTo>
                    <a:pt x="20" y="30"/>
                    <a:pt x="30" y="22"/>
                    <a:pt x="33" y="21"/>
                  </a:cubicBezTo>
                  <a:cubicBezTo>
                    <a:pt x="31" y="16"/>
                    <a:pt x="24" y="3"/>
                    <a:pt x="22" y="0"/>
                  </a:cubicBezTo>
                  <a:cubicBezTo>
                    <a:pt x="23" y="5"/>
                    <a:pt x="26" y="14"/>
                    <a:pt x="27" y="16"/>
                  </a:cubicBezTo>
                  <a:cubicBezTo>
                    <a:pt x="27" y="18"/>
                    <a:pt x="9" y="21"/>
                    <a:pt x="4" y="2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1084">
              <a:extLst>
                <a:ext uri="{FF2B5EF4-FFF2-40B4-BE49-F238E27FC236}">
                  <a16:creationId xmlns:a16="http://schemas.microsoft.com/office/drawing/2014/main" id="{FEEA3A98-9049-4033-93CE-9C751703F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085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3" y="6"/>
                    <a:pt x="3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1085">
              <a:extLst>
                <a:ext uri="{FF2B5EF4-FFF2-40B4-BE49-F238E27FC236}">
                  <a16:creationId xmlns:a16="http://schemas.microsoft.com/office/drawing/2014/main" id="{0EBDE145-FB14-492D-AFE8-1D44D2737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021"/>
              <a:ext cx="72" cy="192"/>
            </a:xfrm>
            <a:custGeom>
              <a:avLst/>
              <a:gdLst>
                <a:gd name="T0" fmla="*/ 412 w 29"/>
                <a:gd name="T1" fmla="*/ 0 h 72"/>
                <a:gd name="T2" fmla="*/ 412 w 29"/>
                <a:gd name="T3" fmla="*/ 0 h 72"/>
                <a:gd name="T4" fmla="*/ 412 w 29"/>
                <a:gd name="T5" fmla="*/ 171 h 72"/>
                <a:gd name="T6" fmla="*/ 196 w 29"/>
                <a:gd name="T7" fmla="*/ 376 h 72"/>
                <a:gd name="T8" fmla="*/ 30 w 29"/>
                <a:gd name="T9" fmla="*/ 93 h 72"/>
                <a:gd name="T10" fmla="*/ 12 w 29"/>
                <a:gd name="T11" fmla="*/ 93 h 72"/>
                <a:gd name="T12" fmla="*/ 30 w 29"/>
                <a:gd name="T13" fmla="*/ 605 h 72"/>
                <a:gd name="T14" fmla="*/ 42 w 29"/>
                <a:gd name="T15" fmla="*/ 760 h 72"/>
                <a:gd name="T16" fmla="*/ 74 w 29"/>
                <a:gd name="T17" fmla="*/ 1365 h 72"/>
                <a:gd name="T18" fmla="*/ 92 w 29"/>
                <a:gd name="T19" fmla="*/ 1344 h 72"/>
                <a:gd name="T20" fmla="*/ 104 w 29"/>
                <a:gd name="T21" fmla="*/ 683 h 72"/>
                <a:gd name="T22" fmla="*/ 104 w 29"/>
                <a:gd name="T23" fmla="*/ 683 h 72"/>
                <a:gd name="T24" fmla="*/ 104 w 29"/>
                <a:gd name="T25" fmla="*/ 661 h 72"/>
                <a:gd name="T26" fmla="*/ 353 w 29"/>
                <a:gd name="T27" fmla="*/ 568 h 72"/>
                <a:gd name="T28" fmla="*/ 444 w 29"/>
                <a:gd name="T29" fmla="*/ 661 h 72"/>
                <a:gd name="T30" fmla="*/ 412 w 29"/>
                <a:gd name="T31" fmla="*/ 0 h 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2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8" y="4"/>
                    <a:pt x="27" y="9"/>
                    <a:pt x="27" y="9"/>
                  </a:cubicBezTo>
                  <a:cubicBezTo>
                    <a:pt x="27" y="9"/>
                    <a:pt x="16" y="20"/>
                    <a:pt x="13" y="20"/>
                  </a:cubicBezTo>
                  <a:cubicBezTo>
                    <a:pt x="9" y="21"/>
                    <a:pt x="0" y="12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8"/>
                    <a:pt x="1" y="19"/>
                    <a:pt x="2" y="32"/>
                  </a:cubicBezTo>
                  <a:cubicBezTo>
                    <a:pt x="2" y="35"/>
                    <a:pt x="3" y="38"/>
                    <a:pt x="3" y="4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2"/>
                    <a:pt x="6" y="71"/>
                    <a:pt x="6" y="71"/>
                  </a:cubicBezTo>
                  <a:cubicBezTo>
                    <a:pt x="6" y="58"/>
                    <a:pt x="7" y="40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0" y="31"/>
                    <a:pt x="20" y="30"/>
                    <a:pt x="23" y="30"/>
                  </a:cubicBezTo>
                  <a:cubicBezTo>
                    <a:pt x="24" y="30"/>
                    <a:pt x="27" y="33"/>
                    <a:pt x="29" y="35"/>
                  </a:cubicBezTo>
                  <a:cubicBezTo>
                    <a:pt x="29" y="23"/>
                    <a:pt x="29" y="7"/>
                    <a:pt x="27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Line 1086">
              <a:extLst>
                <a:ext uri="{FF2B5EF4-FFF2-40B4-BE49-F238E27FC236}">
                  <a16:creationId xmlns:a16="http://schemas.microsoft.com/office/drawing/2014/main" id="{3E387F1E-59F9-401F-A3D1-F1B774F644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" y="1074"/>
              <a:ext cx="1" cy="32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1087">
              <a:extLst>
                <a:ext uri="{FF2B5EF4-FFF2-40B4-BE49-F238E27FC236}">
                  <a16:creationId xmlns:a16="http://schemas.microsoft.com/office/drawing/2014/main" id="{3D4760C4-2CF8-4C34-B823-2595000BA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007"/>
              <a:ext cx="72" cy="222"/>
            </a:xfrm>
            <a:custGeom>
              <a:avLst/>
              <a:gdLst>
                <a:gd name="T0" fmla="*/ 92 w 29"/>
                <a:gd name="T1" fmla="*/ 364 h 83"/>
                <a:gd name="T2" fmla="*/ 74 w 29"/>
                <a:gd name="T3" fmla="*/ 1589 h 83"/>
                <a:gd name="T4" fmla="*/ 92 w 29"/>
                <a:gd name="T5" fmla="*/ 1567 h 83"/>
                <a:gd name="T6" fmla="*/ 154 w 29"/>
                <a:gd name="T7" fmla="*/ 709 h 83"/>
                <a:gd name="T8" fmla="*/ 228 w 29"/>
                <a:gd name="T9" fmla="*/ 423 h 83"/>
                <a:gd name="T10" fmla="*/ 432 w 29"/>
                <a:gd name="T11" fmla="*/ 423 h 83"/>
                <a:gd name="T12" fmla="*/ 444 w 29"/>
                <a:gd name="T13" fmla="*/ 0 h 83"/>
                <a:gd name="T14" fmla="*/ 382 w 29"/>
                <a:gd name="T15" fmla="*/ 286 h 83"/>
                <a:gd name="T16" fmla="*/ 42 w 29"/>
                <a:gd name="T17" fmla="*/ 35 h 83"/>
                <a:gd name="T18" fmla="*/ 0 w 29"/>
                <a:gd name="T19" fmla="*/ 364 h 83"/>
                <a:gd name="T20" fmla="*/ 92 w 29"/>
                <a:gd name="T21" fmla="*/ 364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83">
                  <a:moveTo>
                    <a:pt x="6" y="19"/>
                  </a:moveTo>
                  <a:cubicBezTo>
                    <a:pt x="7" y="28"/>
                    <a:pt x="6" y="62"/>
                    <a:pt x="5" y="83"/>
                  </a:cubicBezTo>
                  <a:cubicBezTo>
                    <a:pt x="5" y="82"/>
                    <a:pt x="6" y="82"/>
                    <a:pt x="6" y="82"/>
                  </a:cubicBezTo>
                  <a:cubicBezTo>
                    <a:pt x="9" y="67"/>
                    <a:pt x="9" y="42"/>
                    <a:pt x="10" y="37"/>
                  </a:cubicBezTo>
                  <a:cubicBezTo>
                    <a:pt x="11" y="31"/>
                    <a:pt x="13" y="28"/>
                    <a:pt x="15" y="22"/>
                  </a:cubicBezTo>
                  <a:cubicBezTo>
                    <a:pt x="19" y="21"/>
                    <a:pt x="24" y="21"/>
                    <a:pt x="28" y="22"/>
                  </a:cubicBezTo>
                  <a:cubicBezTo>
                    <a:pt x="29" y="16"/>
                    <a:pt x="29" y="3"/>
                    <a:pt x="29" y="0"/>
                  </a:cubicBezTo>
                  <a:cubicBezTo>
                    <a:pt x="29" y="4"/>
                    <a:pt x="25" y="15"/>
                    <a:pt x="25" y="15"/>
                  </a:cubicBezTo>
                  <a:cubicBezTo>
                    <a:pt x="25" y="15"/>
                    <a:pt x="5" y="10"/>
                    <a:pt x="3" y="2"/>
                  </a:cubicBezTo>
                  <a:cubicBezTo>
                    <a:pt x="2" y="5"/>
                    <a:pt x="1" y="12"/>
                    <a:pt x="0" y="19"/>
                  </a:cubicBezTo>
                  <a:cubicBezTo>
                    <a:pt x="3" y="19"/>
                    <a:pt x="5" y="19"/>
                    <a:pt x="6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Line 1088">
              <a:extLst>
                <a:ext uri="{FF2B5EF4-FFF2-40B4-BE49-F238E27FC236}">
                  <a16:creationId xmlns:a16="http://schemas.microsoft.com/office/drawing/2014/main" id="{22FBAD06-DC20-424D-9746-B9C95D7ECF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3" y="1047"/>
              <a:ext cx="1" cy="16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F99995B7-6891-4F20-BE49-67626F1D43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Fat food (2)</a:t>
            </a:r>
          </a:p>
        </p:txBody>
      </p:sp>
      <p:grpSp>
        <p:nvGrpSpPr>
          <p:cNvPr id="34818" name="pile-of-shelled-peanuts-illustration">
            <a:extLst>
              <a:ext uri="{FF2B5EF4-FFF2-40B4-BE49-F238E27FC236}">
                <a16:creationId xmlns:a16="http://schemas.microsoft.com/office/drawing/2014/main" id="{F5DE02B1-949A-4941-B512-19F56CD5CE50}"/>
              </a:ext>
            </a:extLst>
          </p:cNvPr>
          <p:cNvGrpSpPr>
            <a:grpSpLocks/>
          </p:cNvGrpSpPr>
          <p:nvPr/>
        </p:nvGrpSpPr>
        <p:grpSpPr bwMode="auto">
          <a:xfrm>
            <a:off x="4916488" y="3941763"/>
            <a:ext cx="1084262" cy="782637"/>
            <a:chOff x="2397" y="2920"/>
            <a:chExt cx="683" cy="493"/>
          </a:xfrm>
        </p:grpSpPr>
        <p:grpSp>
          <p:nvGrpSpPr>
            <p:cNvPr id="35509" name="Group 4">
              <a:extLst>
                <a:ext uri="{FF2B5EF4-FFF2-40B4-BE49-F238E27FC236}">
                  <a16:creationId xmlns:a16="http://schemas.microsoft.com/office/drawing/2014/main" id="{64908E15-3340-4CC5-88B9-F75F756887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7" y="2920"/>
              <a:ext cx="683" cy="493"/>
              <a:chOff x="2397" y="2920"/>
              <a:chExt cx="683" cy="493"/>
            </a:xfrm>
          </p:grpSpPr>
          <p:sp>
            <p:nvSpPr>
              <p:cNvPr id="35512" name="Freeform 5">
                <a:extLst>
                  <a:ext uri="{FF2B5EF4-FFF2-40B4-BE49-F238E27FC236}">
                    <a16:creationId xmlns:a16="http://schemas.microsoft.com/office/drawing/2014/main" id="{2D195184-5776-4D54-9974-8C693DD5C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003"/>
                <a:ext cx="573" cy="386"/>
              </a:xfrm>
              <a:custGeom>
                <a:avLst/>
                <a:gdLst>
                  <a:gd name="T0" fmla="*/ 771 w 229"/>
                  <a:gd name="T1" fmla="*/ 793 h 145"/>
                  <a:gd name="T2" fmla="*/ 813 w 229"/>
                  <a:gd name="T3" fmla="*/ 681 h 145"/>
                  <a:gd name="T4" fmla="*/ 958 w 229"/>
                  <a:gd name="T5" fmla="*/ 303 h 145"/>
                  <a:gd name="T6" fmla="*/ 1346 w 229"/>
                  <a:gd name="T7" fmla="*/ 192 h 145"/>
                  <a:gd name="T8" fmla="*/ 1491 w 229"/>
                  <a:gd name="T9" fmla="*/ 149 h 145"/>
                  <a:gd name="T10" fmla="*/ 1847 w 229"/>
                  <a:gd name="T11" fmla="*/ 0 h 145"/>
                  <a:gd name="T12" fmla="*/ 2159 w 229"/>
                  <a:gd name="T13" fmla="*/ 149 h 145"/>
                  <a:gd name="T14" fmla="*/ 2317 w 229"/>
                  <a:gd name="T15" fmla="*/ 319 h 145"/>
                  <a:gd name="T16" fmla="*/ 2742 w 229"/>
                  <a:gd name="T17" fmla="*/ 136 h 145"/>
                  <a:gd name="T18" fmla="*/ 3163 w 229"/>
                  <a:gd name="T19" fmla="*/ 248 h 145"/>
                  <a:gd name="T20" fmla="*/ 3338 w 229"/>
                  <a:gd name="T21" fmla="*/ 567 h 145"/>
                  <a:gd name="T22" fmla="*/ 3288 w 229"/>
                  <a:gd name="T23" fmla="*/ 921 h 145"/>
                  <a:gd name="T24" fmla="*/ 3213 w 229"/>
                  <a:gd name="T25" fmla="*/ 1318 h 145"/>
                  <a:gd name="T26" fmla="*/ 3463 w 229"/>
                  <a:gd name="T27" fmla="*/ 1475 h 145"/>
                  <a:gd name="T28" fmla="*/ 3588 w 229"/>
                  <a:gd name="T29" fmla="*/ 1829 h 145"/>
                  <a:gd name="T30" fmla="*/ 3463 w 229"/>
                  <a:gd name="T31" fmla="*/ 2111 h 145"/>
                  <a:gd name="T32" fmla="*/ 3088 w 229"/>
                  <a:gd name="T33" fmla="*/ 2204 h 145"/>
                  <a:gd name="T34" fmla="*/ 2772 w 229"/>
                  <a:gd name="T35" fmla="*/ 2452 h 145"/>
                  <a:gd name="T36" fmla="*/ 2680 w 229"/>
                  <a:gd name="T37" fmla="*/ 2657 h 145"/>
                  <a:gd name="T38" fmla="*/ 2442 w 229"/>
                  <a:gd name="T39" fmla="*/ 2737 h 145"/>
                  <a:gd name="T40" fmla="*/ 2004 w 229"/>
                  <a:gd name="T41" fmla="*/ 2486 h 145"/>
                  <a:gd name="T42" fmla="*/ 1804 w 229"/>
                  <a:gd name="T43" fmla="*/ 2452 h 145"/>
                  <a:gd name="T44" fmla="*/ 1441 w 229"/>
                  <a:gd name="T45" fmla="*/ 2529 h 145"/>
                  <a:gd name="T46" fmla="*/ 1346 w 229"/>
                  <a:gd name="T47" fmla="*/ 2601 h 145"/>
                  <a:gd name="T48" fmla="*/ 1033 w 229"/>
                  <a:gd name="T49" fmla="*/ 2588 h 145"/>
                  <a:gd name="T50" fmla="*/ 721 w 229"/>
                  <a:gd name="T51" fmla="*/ 2417 h 145"/>
                  <a:gd name="T52" fmla="*/ 438 w 229"/>
                  <a:gd name="T53" fmla="*/ 2359 h 145"/>
                  <a:gd name="T54" fmla="*/ 0 w 229"/>
                  <a:gd name="T55" fmla="*/ 2021 h 145"/>
                  <a:gd name="T56" fmla="*/ 83 w 229"/>
                  <a:gd name="T57" fmla="*/ 1701 h 145"/>
                  <a:gd name="T58" fmla="*/ 283 w 229"/>
                  <a:gd name="T59" fmla="*/ 1565 h 145"/>
                  <a:gd name="T60" fmla="*/ 395 w 229"/>
                  <a:gd name="T61" fmla="*/ 1206 h 145"/>
                  <a:gd name="T62" fmla="*/ 533 w 229"/>
                  <a:gd name="T63" fmla="*/ 977 h 145"/>
                  <a:gd name="T64" fmla="*/ 751 w 229"/>
                  <a:gd name="T65" fmla="*/ 793 h 14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29" h="145">
                    <a:moveTo>
                      <a:pt x="49" y="42"/>
                    </a:moveTo>
                    <a:cubicBezTo>
                      <a:pt x="49" y="39"/>
                      <a:pt x="51" y="38"/>
                      <a:pt x="52" y="3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8" y="8"/>
                      <a:pt x="92" y="7"/>
                      <a:pt x="95" y="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38" y="8"/>
                      <a:pt x="138" y="8"/>
                      <a:pt x="138" y="8"/>
                    </a:cubicBezTo>
                    <a:cubicBezTo>
                      <a:pt x="148" y="17"/>
                      <a:pt x="148" y="17"/>
                      <a:pt x="148" y="17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202" y="13"/>
                      <a:pt x="214" y="28"/>
                      <a:pt x="213" y="30"/>
                    </a:cubicBezTo>
                    <a:cubicBezTo>
                      <a:pt x="213" y="31"/>
                      <a:pt x="210" y="49"/>
                      <a:pt x="210" y="49"/>
                    </a:cubicBezTo>
                    <a:cubicBezTo>
                      <a:pt x="205" y="70"/>
                      <a:pt x="205" y="70"/>
                      <a:pt x="205" y="70"/>
                    </a:cubicBezTo>
                    <a:cubicBezTo>
                      <a:pt x="221" y="78"/>
                      <a:pt x="221" y="78"/>
                      <a:pt x="221" y="78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1" y="112"/>
                      <a:pt x="221" y="112"/>
                      <a:pt x="221" y="112"/>
                    </a:cubicBezTo>
                    <a:cubicBezTo>
                      <a:pt x="197" y="117"/>
                      <a:pt x="197" y="117"/>
                      <a:pt x="197" y="117"/>
                    </a:cubicBezTo>
                    <a:cubicBezTo>
                      <a:pt x="177" y="130"/>
                      <a:pt x="177" y="130"/>
                      <a:pt x="177" y="130"/>
                    </a:cubicBezTo>
                    <a:cubicBezTo>
                      <a:pt x="171" y="141"/>
                      <a:pt x="171" y="141"/>
                      <a:pt x="171" y="141"/>
                    </a:cubicBezTo>
                    <a:cubicBezTo>
                      <a:pt x="156" y="145"/>
                      <a:pt x="156" y="145"/>
                      <a:pt x="156" y="145"/>
                    </a:cubicBezTo>
                    <a:cubicBezTo>
                      <a:pt x="128" y="132"/>
                      <a:pt x="128" y="132"/>
                      <a:pt x="128" y="132"/>
                    </a:cubicBezTo>
                    <a:cubicBezTo>
                      <a:pt x="115" y="130"/>
                      <a:pt x="115" y="130"/>
                      <a:pt x="115" y="130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86" y="138"/>
                      <a:pt x="86" y="138"/>
                      <a:pt x="86" y="138"/>
                    </a:cubicBezTo>
                    <a:cubicBezTo>
                      <a:pt x="80" y="143"/>
                      <a:pt x="72" y="141"/>
                      <a:pt x="66" y="137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28" y="125"/>
                      <a:pt x="28" y="125"/>
                      <a:pt x="28" y="125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48" y="42"/>
                      <a:pt x="48" y="42"/>
                      <a:pt x="48" y="42"/>
                    </a:cubicBezTo>
                  </a:path>
                </a:pathLst>
              </a:custGeom>
              <a:solidFill>
                <a:srgbClr val="CFA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3" name="Freeform 6">
                <a:extLst>
                  <a:ext uri="{FF2B5EF4-FFF2-40B4-BE49-F238E27FC236}">
                    <a16:creationId xmlns:a16="http://schemas.microsoft.com/office/drawing/2014/main" id="{CF03B705-2A89-4756-BC38-7CD857C33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3304"/>
                <a:ext cx="125" cy="104"/>
              </a:xfrm>
              <a:custGeom>
                <a:avLst/>
                <a:gdLst>
                  <a:gd name="T0" fmla="*/ 500 w 50"/>
                  <a:gd name="T1" fmla="*/ 21 h 39"/>
                  <a:gd name="T2" fmla="*/ 95 w 50"/>
                  <a:gd name="T3" fmla="*/ 456 h 39"/>
                  <a:gd name="T4" fmla="*/ 563 w 50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9">
                    <a:moveTo>
                      <a:pt x="32" y="1"/>
                    </a:moveTo>
                    <a:cubicBezTo>
                      <a:pt x="21" y="1"/>
                      <a:pt x="0" y="10"/>
                      <a:pt x="6" y="24"/>
                    </a:cubicBezTo>
                    <a:cubicBezTo>
                      <a:pt x="13" y="39"/>
                      <a:pt x="50" y="19"/>
                      <a:pt x="36" y="0"/>
                    </a:cubicBezTo>
                  </a:path>
                </a:pathLst>
              </a:custGeom>
              <a:solidFill>
                <a:srgbClr val="E6C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4" name="Freeform 7">
                <a:extLst>
                  <a:ext uri="{FF2B5EF4-FFF2-40B4-BE49-F238E27FC236}">
                    <a16:creationId xmlns:a16="http://schemas.microsoft.com/office/drawing/2014/main" id="{43B6CD56-AF5F-4EA3-8E61-B59404060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3181"/>
                <a:ext cx="93" cy="131"/>
              </a:xfrm>
              <a:custGeom>
                <a:avLst/>
                <a:gdLst>
                  <a:gd name="T0" fmla="*/ 334 w 37"/>
                  <a:gd name="T1" fmla="*/ 136 h 49"/>
                  <a:gd name="T2" fmla="*/ 304 w 37"/>
                  <a:gd name="T3" fmla="*/ 914 h 49"/>
                  <a:gd name="T4" fmla="*/ 475 w 37"/>
                  <a:gd name="T5" fmla="*/ 671 h 49"/>
                  <a:gd name="T6" fmla="*/ 410 w 37"/>
                  <a:gd name="T7" fmla="*/ 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9">
                    <a:moveTo>
                      <a:pt x="21" y="7"/>
                    </a:moveTo>
                    <a:cubicBezTo>
                      <a:pt x="6" y="11"/>
                      <a:pt x="0" y="46"/>
                      <a:pt x="19" y="48"/>
                    </a:cubicBezTo>
                    <a:cubicBezTo>
                      <a:pt x="27" y="49"/>
                      <a:pt x="29" y="41"/>
                      <a:pt x="30" y="35"/>
                    </a:cubicBezTo>
                    <a:cubicBezTo>
                      <a:pt x="31" y="28"/>
                      <a:pt x="37" y="0"/>
                      <a:pt x="26" y="2"/>
                    </a:cubicBezTo>
                  </a:path>
                </a:pathLst>
              </a:custGeom>
              <a:solidFill>
                <a:srgbClr val="E6C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5" name="Freeform 8">
                <a:extLst>
                  <a:ext uri="{FF2B5EF4-FFF2-40B4-BE49-F238E27FC236}">
                    <a16:creationId xmlns:a16="http://schemas.microsoft.com/office/drawing/2014/main" id="{B8010308-A613-4192-B41B-4EDE0FFBE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083"/>
                <a:ext cx="72" cy="152"/>
              </a:xfrm>
              <a:custGeom>
                <a:avLst/>
                <a:gdLst>
                  <a:gd name="T0" fmla="*/ 42 w 29"/>
                  <a:gd name="T1" fmla="*/ 136 h 57"/>
                  <a:gd name="T2" fmla="*/ 0 w 29"/>
                  <a:gd name="T3" fmla="*/ 285 h 57"/>
                  <a:gd name="T4" fmla="*/ 12 w 29"/>
                  <a:gd name="T5" fmla="*/ 661 h 57"/>
                  <a:gd name="T6" fmla="*/ 154 w 29"/>
                  <a:gd name="T7" fmla="*/ 1024 h 57"/>
                  <a:gd name="T8" fmla="*/ 412 w 29"/>
                  <a:gd name="T9" fmla="*/ 547 h 57"/>
                  <a:gd name="T10" fmla="*/ 412 w 29"/>
                  <a:gd name="T11" fmla="*/ 248 h 57"/>
                  <a:gd name="T12" fmla="*/ 340 w 29"/>
                  <a:gd name="T13" fmla="*/ 77 h 57"/>
                  <a:gd name="T14" fmla="*/ 166 w 29"/>
                  <a:gd name="T15" fmla="*/ 56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57">
                    <a:moveTo>
                      <a:pt x="3" y="7"/>
                    </a:moveTo>
                    <a:cubicBezTo>
                      <a:pt x="0" y="9"/>
                      <a:pt x="0" y="11"/>
                      <a:pt x="0" y="15"/>
                    </a:cubicBezTo>
                    <a:cubicBezTo>
                      <a:pt x="1" y="22"/>
                      <a:pt x="2" y="28"/>
                      <a:pt x="1" y="35"/>
                    </a:cubicBezTo>
                    <a:cubicBezTo>
                      <a:pt x="0" y="44"/>
                      <a:pt x="1" y="51"/>
                      <a:pt x="10" y="54"/>
                    </a:cubicBezTo>
                    <a:cubicBezTo>
                      <a:pt x="20" y="57"/>
                      <a:pt x="26" y="36"/>
                      <a:pt x="27" y="29"/>
                    </a:cubicBezTo>
                    <a:cubicBezTo>
                      <a:pt x="29" y="23"/>
                      <a:pt x="28" y="18"/>
                      <a:pt x="27" y="13"/>
                    </a:cubicBezTo>
                    <a:cubicBezTo>
                      <a:pt x="26" y="9"/>
                      <a:pt x="25" y="6"/>
                      <a:pt x="22" y="4"/>
                    </a:cubicBezTo>
                    <a:cubicBezTo>
                      <a:pt x="19" y="2"/>
                      <a:pt x="14" y="0"/>
                      <a:pt x="11" y="3"/>
                    </a:cubicBezTo>
                  </a:path>
                </a:pathLst>
              </a:custGeom>
              <a:solidFill>
                <a:srgbClr val="E6C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6" name="Freeform 9">
                <a:extLst>
                  <a:ext uri="{FF2B5EF4-FFF2-40B4-BE49-F238E27FC236}">
                    <a16:creationId xmlns:a16="http://schemas.microsoft.com/office/drawing/2014/main" id="{36C6CF81-E1E3-4B02-B48B-A4093985E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3029"/>
                <a:ext cx="42" cy="56"/>
              </a:xfrm>
              <a:custGeom>
                <a:avLst/>
                <a:gdLst>
                  <a:gd name="T0" fmla="*/ 133 w 17"/>
                  <a:gd name="T1" fmla="*/ 0 h 21"/>
                  <a:gd name="T2" fmla="*/ 42 w 17"/>
                  <a:gd name="T3" fmla="*/ 341 h 21"/>
                  <a:gd name="T4" fmla="*/ 245 w 17"/>
                  <a:gd name="T5" fmla="*/ 248 h 21"/>
                  <a:gd name="T6" fmla="*/ 212 w 1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9" y="0"/>
                    </a:moveTo>
                    <a:cubicBezTo>
                      <a:pt x="8" y="4"/>
                      <a:pt x="0" y="15"/>
                      <a:pt x="3" y="18"/>
                    </a:cubicBezTo>
                    <a:cubicBezTo>
                      <a:pt x="8" y="21"/>
                      <a:pt x="14" y="16"/>
                      <a:pt x="16" y="13"/>
                    </a:cubicBezTo>
                    <a:cubicBezTo>
                      <a:pt x="17" y="8"/>
                      <a:pt x="17" y="3"/>
                      <a:pt x="14" y="0"/>
                    </a:cubicBezTo>
                  </a:path>
                </a:pathLst>
              </a:custGeom>
              <a:solidFill>
                <a:srgbClr val="E6C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7" name="Freeform 10">
                <a:extLst>
                  <a:ext uri="{FF2B5EF4-FFF2-40B4-BE49-F238E27FC236}">
                    <a16:creationId xmlns:a16="http://schemas.microsoft.com/office/drawing/2014/main" id="{BA8B5265-1672-4539-A6FB-FA635BE5A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227"/>
                <a:ext cx="128" cy="85"/>
              </a:xfrm>
              <a:custGeom>
                <a:avLst/>
                <a:gdLst>
                  <a:gd name="T0" fmla="*/ 346 w 51"/>
                  <a:gd name="T1" fmla="*/ 0 h 32"/>
                  <a:gd name="T2" fmla="*/ 83 w 51"/>
                  <a:gd name="T3" fmla="*/ 303 h 32"/>
                  <a:gd name="T4" fmla="*/ 585 w 51"/>
                  <a:gd name="T5" fmla="*/ 9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2">
                    <a:moveTo>
                      <a:pt x="22" y="0"/>
                    </a:moveTo>
                    <a:cubicBezTo>
                      <a:pt x="19" y="9"/>
                      <a:pt x="0" y="2"/>
                      <a:pt x="5" y="16"/>
                    </a:cubicBezTo>
                    <a:cubicBezTo>
                      <a:pt x="11" y="32"/>
                      <a:pt x="51" y="20"/>
                      <a:pt x="37" y="5"/>
                    </a:cubicBezTo>
                  </a:path>
                </a:pathLst>
              </a:custGeom>
              <a:solidFill>
                <a:srgbClr val="E6C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8" name="Freeform 11">
                <a:extLst>
                  <a:ext uri="{FF2B5EF4-FFF2-40B4-BE49-F238E27FC236}">
                    <a16:creationId xmlns:a16="http://schemas.microsoft.com/office/drawing/2014/main" id="{AB52AAF0-6DC0-4E31-9FDA-51250F5D7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3173"/>
                <a:ext cx="77" cy="118"/>
              </a:xfrm>
              <a:custGeom>
                <a:avLst/>
                <a:gdLst>
                  <a:gd name="T0" fmla="*/ 62 w 31"/>
                  <a:gd name="T1" fmla="*/ 461 h 44"/>
                  <a:gd name="T2" fmla="*/ 62 w 31"/>
                  <a:gd name="T3" fmla="*/ 274 h 44"/>
                  <a:gd name="T4" fmla="*/ 137 w 31"/>
                  <a:gd name="T5" fmla="*/ 0 h 44"/>
                  <a:gd name="T6" fmla="*/ 340 w 31"/>
                  <a:gd name="T7" fmla="*/ 35 h 44"/>
                  <a:gd name="T8" fmla="*/ 474 w 31"/>
                  <a:gd name="T9" fmla="*/ 424 h 44"/>
                  <a:gd name="T10" fmla="*/ 432 w 31"/>
                  <a:gd name="T11" fmla="*/ 791 h 44"/>
                  <a:gd name="T12" fmla="*/ 196 w 31"/>
                  <a:gd name="T13" fmla="*/ 847 h 44"/>
                  <a:gd name="T14" fmla="*/ 0 w 31"/>
                  <a:gd name="T15" fmla="*/ 73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4">
                    <a:moveTo>
                      <a:pt x="4" y="24"/>
                    </a:moveTo>
                    <a:cubicBezTo>
                      <a:pt x="2" y="21"/>
                      <a:pt x="2" y="17"/>
                      <a:pt x="4" y="1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30" y="21"/>
                      <a:pt x="31" y="22"/>
                    </a:cubicBezTo>
                    <a:cubicBezTo>
                      <a:pt x="31" y="23"/>
                      <a:pt x="28" y="41"/>
                      <a:pt x="28" y="41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0" y="38"/>
                      <a:pt x="0" y="38"/>
                      <a:pt x="0" y="38"/>
                    </a:cubicBezTo>
                  </a:path>
                </a:pathLst>
              </a:custGeom>
              <a:solidFill>
                <a:srgbClr val="EFD4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9" name="Freeform 12">
                <a:extLst>
                  <a:ext uri="{FF2B5EF4-FFF2-40B4-BE49-F238E27FC236}">
                    <a16:creationId xmlns:a16="http://schemas.microsoft.com/office/drawing/2014/main" id="{E0FB7D99-1249-4AAE-8F72-F300F388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232"/>
                <a:ext cx="73" cy="88"/>
              </a:xfrm>
              <a:custGeom>
                <a:avLst/>
                <a:gdLst>
                  <a:gd name="T0" fmla="*/ 463 w 29"/>
                  <a:gd name="T1" fmla="*/ 341 h 33"/>
                  <a:gd name="T2" fmla="*/ 430 w 29"/>
                  <a:gd name="T3" fmla="*/ 227 h 33"/>
                  <a:gd name="T4" fmla="*/ 305 w 29"/>
                  <a:gd name="T5" fmla="*/ 77 h 33"/>
                  <a:gd name="T6" fmla="*/ 83 w 29"/>
                  <a:gd name="T7" fmla="*/ 21 h 33"/>
                  <a:gd name="T8" fmla="*/ 0 w 29"/>
                  <a:gd name="T9" fmla="*/ 397 h 33"/>
                  <a:gd name="T10" fmla="*/ 159 w 29"/>
                  <a:gd name="T11" fmla="*/ 589 h 33"/>
                  <a:gd name="T12" fmla="*/ 380 w 29"/>
                  <a:gd name="T13" fmla="*/ 62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3">
                    <a:moveTo>
                      <a:pt x="29" y="18"/>
                    </a:moveTo>
                    <a:cubicBezTo>
                      <a:pt x="29" y="16"/>
                      <a:pt x="29" y="13"/>
                      <a:pt x="27" y="12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6" y="0"/>
                      <a:pt x="5" y="1"/>
                    </a:cubicBezTo>
                    <a:cubicBezTo>
                      <a:pt x="5" y="3"/>
                      <a:pt x="0" y="21"/>
                      <a:pt x="0" y="21"/>
                    </a:cubicBezTo>
                    <a:cubicBezTo>
                      <a:pt x="0" y="21"/>
                      <a:pt x="8" y="31"/>
                      <a:pt x="10" y="31"/>
                    </a:cubicBezTo>
                    <a:cubicBezTo>
                      <a:pt x="12" y="32"/>
                      <a:pt x="24" y="33"/>
                      <a:pt x="24" y="33"/>
                    </a:cubicBezTo>
                  </a:path>
                </a:pathLst>
              </a:custGeom>
              <a:solidFill>
                <a:srgbClr val="E6C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0" name="Freeform 13">
                <a:extLst>
                  <a:ext uri="{FF2B5EF4-FFF2-40B4-BE49-F238E27FC236}">
                    <a16:creationId xmlns:a16="http://schemas.microsoft.com/office/drawing/2014/main" id="{50B51170-311A-4874-A22E-FFD50BD8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200"/>
                <a:ext cx="63" cy="64"/>
              </a:xfrm>
              <a:custGeom>
                <a:avLst/>
                <a:gdLst>
                  <a:gd name="T0" fmla="*/ 350 w 25"/>
                  <a:gd name="T1" fmla="*/ 0 h 24"/>
                  <a:gd name="T2" fmla="*/ 222 w 25"/>
                  <a:gd name="T3" fmla="*/ 285 h 24"/>
                  <a:gd name="T4" fmla="*/ 0 w 25"/>
                  <a:gd name="T5" fmla="*/ 341 h 24"/>
                  <a:gd name="T6" fmla="*/ 272 w 25"/>
                  <a:gd name="T7" fmla="*/ 363 h 24"/>
                  <a:gd name="T8" fmla="*/ 350 w 2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0"/>
                    </a:moveTo>
                    <a:cubicBezTo>
                      <a:pt x="24" y="5"/>
                      <a:pt x="22" y="11"/>
                      <a:pt x="14" y="15"/>
                    </a:cubicBezTo>
                    <a:cubicBezTo>
                      <a:pt x="7" y="19"/>
                      <a:pt x="2" y="20"/>
                      <a:pt x="0" y="18"/>
                    </a:cubicBezTo>
                    <a:cubicBezTo>
                      <a:pt x="2" y="22"/>
                      <a:pt x="11" y="24"/>
                      <a:pt x="17" y="19"/>
                    </a:cubicBezTo>
                    <a:cubicBezTo>
                      <a:pt x="23" y="15"/>
                      <a:pt x="25" y="7"/>
                      <a:pt x="22" y="0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1" name="Freeform 14">
                <a:extLst>
                  <a:ext uri="{FF2B5EF4-FFF2-40B4-BE49-F238E27FC236}">
                    <a16:creationId xmlns:a16="http://schemas.microsoft.com/office/drawing/2014/main" id="{512AFA49-0012-4F79-8A22-831CAB968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3291"/>
                <a:ext cx="115" cy="109"/>
              </a:xfrm>
              <a:custGeom>
                <a:avLst/>
                <a:gdLst>
                  <a:gd name="T0" fmla="*/ 708 w 46"/>
                  <a:gd name="T1" fmla="*/ 319 h 41"/>
                  <a:gd name="T2" fmla="*/ 488 w 46"/>
                  <a:gd name="T3" fmla="*/ 35 h 41"/>
                  <a:gd name="T4" fmla="*/ 95 w 46"/>
                  <a:gd name="T5" fmla="*/ 303 h 41"/>
                  <a:gd name="T6" fmla="*/ 363 w 46"/>
                  <a:gd name="T7" fmla="*/ 771 h 41"/>
                  <a:gd name="T8" fmla="*/ 625 w 46"/>
                  <a:gd name="T9" fmla="*/ 601 h 41"/>
                  <a:gd name="T10" fmla="*/ 708 w 46"/>
                  <a:gd name="T11" fmla="*/ 319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1">
                    <a:moveTo>
                      <a:pt x="45" y="17"/>
                    </a:moveTo>
                    <a:cubicBezTo>
                      <a:pt x="46" y="9"/>
                      <a:pt x="38" y="4"/>
                      <a:pt x="31" y="2"/>
                    </a:cubicBezTo>
                    <a:cubicBezTo>
                      <a:pt x="23" y="0"/>
                      <a:pt x="10" y="10"/>
                      <a:pt x="6" y="16"/>
                    </a:cubicBezTo>
                    <a:cubicBezTo>
                      <a:pt x="0" y="27"/>
                      <a:pt x="12" y="41"/>
                      <a:pt x="23" y="41"/>
                    </a:cubicBezTo>
                    <a:cubicBezTo>
                      <a:pt x="28" y="40"/>
                      <a:pt x="37" y="36"/>
                      <a:pt x="40" y="32"/>
                    </a:cubicBezTo>
                    <a:cubicBezTo>
                      <a:pt x="43" y="28"/>
                      <a:pt x="45" y="23"/>
                      <a:pt x="45" y="17"/>
                    </a:cubicBezTo>
                    <a:close/>
                  </a:path>
                </a:pathLst>
              </a:custGeom>
              <a:solidFill>
                <a:srgbClr val="FBE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2" name="Freeform 15">
                <a:extLst>
                  <a:ext uri="{FF2B5EF4-FFF2-40B4-BE49-F238E27FC236}">
                    <a16:creationId xmlns:a16="http://schemas.microsoft.com/office/drawing/2014/main" id="{8FE97309-4D06-43EB-A0E0-966106999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307"/>
                <a:ext cx="120" cy="106"/>
              </a:xfrm>
              <a:custGeom>
                <a:avLst/>
                <a:gdLst>
                  <a:gd name="T0" fmla="*/ 738 w 48"/>
                  <a:gd name="T1" fmla="*/ 612 h 40"/>
                  <a:gd name="T2" fmla="*/ 563 w 48"/>
                  <a:gd name="T3" fmla="*/ 239 h 40"/>
                  <a:gd name="T4" fmla="*/ 83 w 48"/>
                  <a:gd name="T5" fmla="*/ 111 h 40"/>
                  <a:gd name="T6" fmla="*/ 83 w 48"/>
                  <a:gd name="T7" fmla="*/ 133 h 40"/>
                  <a:gd name="T8" fmla="*/ 83 w 48"/>
                  <a:gd name="T9" fmla="*/ 204 h 40"/>
                  <a:gd name="T10" fmla="*/ 0 w 48"/>
                  <a:gd name="T11" fmla="*/ 464 h 40"/>
                  <a:gd name="T12" fmla="*/ 158 w 48"/>
                  <a:gd name="T13" fmla="*/ 652 h 40"/>
                  <a:gd name="T14" fmla="*/ 408 w 48"/>
                  <a:gd name="T15" fmla="*/ 745 h 40"/>
                  <a:gd name="T16" fmla="*/ 738 w 48"/>
                  <a:gd name="T17" fmla="*/ 612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0">
                    <a:moveTo>
                      <a:pt x="47" y="33"/>
                    </a:moveTo>
                    <a:cubicBezTo>
                      <a:pt x="48" y="26"/>
                      <a:pt x="40" y="17"/>
                      <a:pt x="36" y="13"/>
                    </a:cubicBezTo>
                    <a:cubicBezTo>
                      <a:pt x="27" y="4"/>
                      <a:pt x="17" y="0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8"/>
                      <a:pt x="5" y="9"/>
                      <a:pt x="5" y="11"/>
                    </a:cubicBezTo>
                    <a:cubicBezTo>
                      <a:pt x="5" y="17"/>
                      <a:pt x="4" y="21"/>
                      <a:pt x="0" y="25"/>
                    </a:cubicBezTo>
                    <a:cubicBezTo>
                      <a:pt x="2" y="29"/>
                      <a:pt x="8" y="33"/>
                      <a:pt x="10" y="35"/>
                    </a:cubicBezTo>
                    <a:cubicBezTo>
                      <a:pt x="15" y="39"/>
                      <a:pt x="20" y="40"/>
                      <a:pt x="26" y="40"/>
                    </a:cubicBezTo>
                    <a:cubicBezTo>
                      <a:pt x="32" y="40"/>
                      <a:pt x="45" y="39"/>
                      <a:pt x="47" y="33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3" name="Freeform 16">
                <a:extLst>
                  <a:ext uri="{FF2B5EF4-FFF2-40B4-BE49-F238E27FC236}">
                    <a16:creationId xmlns:a16="http://schemas.microsoft.com/office/drawing/2014/main" id="{9829B32D-18E6-4DA1-9051-2B0A82BE9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032"/>
                <a:ext cx="138" cy="72"/>
              </a:xfrm>
              <a:custGeom>
                <a:avLst/>
                <a:gdLst>
                  <a:gd name="T0" fmla="*/ 838 w 55"/>
                  <a:gd name="T1" fmla="*/ 0 h 27"/>
                  <a:gd name="T2" fmla="*/ 788 w 55"/>
                  <a:gd name="T3" fmla="*/ 205 h 27"/>
                  <a:gd name="T4" fmla="*/ 555 w 55"/>
                  <a:gd name="T5" fmla="*/ 363 h 27"/>
                  <a:gd name="T6" fmla="*/ 176 w 55"/>
                  <a:gd name="T7" fmla="*/ 376 h 27"/>
                  <a:gd name="T8" fmla="*/ 0 w 55"/>
                  <a:gd name="T9" fmla="*/ 376 h 27"/>
                  <a:gd name="T10" fmla="*/ 334 w 55"/>
                  <a:gd name="T11" fmla="*/ 512 h 27"/>
                  <a:gd name="T12" fmla="*/ 555 w 55"/>
                  <a:gd name="T13" fmla="*/ 456 h 27"/>
                  <a:gd name="T14" fmla="*/ 818 w 55"/>
                  <a:gd name="T15" fmla="*/ 248 h 27"/>
                  <a:gd name="T16" fmla="*/ 838 w 55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7">
                    <a:moveTo>
                      <a:pt x="53" y="0"/>
                    </a:moveTo>
                    <a:cubicBezTo>
                      <a:pt x="54" y="4"/>
                      <a:pt x="52" y="8"/>
                      <a:pt x="50" y="11"/>
                    </a:cubicBezTo>
                    <a:cubicBezTo>
                      <a:pt x="46" y="15"/>
                      <a:pt x="40" y="18"/>
                      <a:pt x="35" y="19"/>
                    </a:cubicBezTo>
                    <a:cubicBezTo>
                      <a:pt x="27" y="21"/>
                      <a:pt x="19" y="20"/>
                      <a:pt x="11" y="20"/>
                    </a:cubicBezTo>
                    <a:cubicBezTo>
                      <a:pt x="9" y="20"/>
                      <a:pt x="2" y="22"/>
                      <a:pt x="0" y="20"/>
                    </a:cubicBezTo>
                    <a:cubicBezTo>
                      <a:pt x="4" y="25"/>
                      <a:pt x="13" y="26"/>
                      <a:pt x="21" y="27"/>
                    </a:cubicBezTo>
                    <a:cubicBezTo>
                      <a:pt x="26" y="27"/>
                      <a:pt x="30" y="25"/>
                      <a:pt x="35" y="24"/>
                    </a:cubicBezTo>
                    <a:cubicBezTo>
                      <a:pt x="40" y="23"/>
                      <a:pt x="49" y="19"/>
                      <a:pt x="52" y="13"/>
                    </a:cubicBezTo>
                    <a:cubicBezTo>
                      <a:pt x="55" y="8"/>
                      <a:pt x="54" y="6"/>
                      <a:pt x="53" y="0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4" name="Freeform 17">
                <a:extLst>
                  <a:ext uri="{FF2B5EF4-FFF2-40B4-BE49-F238E27FC236}">
                    <a16:creationId xmlns:a16="http://schemas.microsoft.com/office/drawing/2014/main" id="{98CBDA2A-BA0E-447B-8C6F-DE522BDF5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125"/>
                <a:ext cx="145" cy="96"/>
              </a:xfrm>
              <a:custGeom>
                <a:avLst/>
                <a:gdLst>
                  <a:gd name="T0" fmla="*/ 175 w 58"/>
                  <a:gd name="T1" fmla="*/ 171 h 36"/>
                  <a:gd name="T2" fmla="*/ 20 w 58"/>
                  <a:gd name="T3" fmla="*/ 435 h 36"/>
                  <a:gd name="T4" fmla="*/ 270 w 58"/>
                  <a:gd name="T5" fmla="*/ 661 h 36"/>
                  <a:gd name="T6" fmla="*/ 550 w 58"/>
                  <a:gd name="T7" fmla="*/ 491 h 36"/>
                  <a:gd name="T8" fmla="*/ 770 w 58"/>
                  <a:gd name="T9" fmla="*/ 285 h 36"/>
                  <a:gd name="T10" fmla="*/ 863 w 58"/>
                  <a:gd name="T11" fmla="*/ 77 h 36"/>
                  <a:gd name="T12" fmla="*/ 625 w 58"/>
                  <a:gd name="T13" fmla="*/ 0 h 36"/>
                  <a:gd name="T14" fmla="*/ 375 w 58"/>
                  <a:gd name="T15" fmla="*/ 115 h 36"/>
                  <a:gd name="T16" fmla="*/ 175 w 58"/>
                  <a:gd name="T17" fmla="*/ 17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6">
                    <a:moveTo>
                      <a:pt x="11" y="9"/>
                    </a:moveTo>
                    <a:cubicBezTo>
                      <a:pt x="5" y="12"/>
                      <a:pt x="0" y="16"/>
                      <a:pt x="1" y="23"/>
                    </a:cubicBezTo>
                    <a:cubicBezTo>
                      <a:pt x="3" y="31"/>
                      <a:pt x="9" y="35"/>
                      <a:pt x="17" y="35"/>
                    </a:cubicBezTo>
                    <a:cubicBezTo>
                      <a:pt x="25" y="36"/>
                      <a:pt x="29" y="31"/>
                      <a:pt x="35" y="26"/>
                    </a:cubicBezTo>
                    <a:cubicBezTo>
                      <a:pt x="39" y="21"/>
                      <a:pt x="43" y="18"/>
                      <a:pt x="49" y="15"/>
                    </a:cubicBezTo>
                    <a:cubicBezTo>
                      <a:pt x="52" y="13"/>
                      <a:pt x="58" y="9"/>
                      <a:pt x="55" y="4"/>
                    </a:cubicBezTo>
                    <a:cubicBezTo>
                      <a:pt x="53" y="1"/>
                      <a:pt x="44" y="0"/>
                      <a:pt x="40" y="0"/>
                    </a:cubicBezTo>
                    <a:cubicBezTo>
                      <a:pt x="34" y="0"/>
                      <a:pt x="30" y="4"/>
                      <a:pt x="24" y="6"/>
                    </a:cubicBezTo>
                    <a:cubicBezTo>
                      <a:pt x="21" y="8"/>
                      <a:pt x="16" y="7"/>
                      <a:pt x="11" y="9"/>
                    </a:cubicBezTo>
                    <a:close/>
                  </a:path>
                </a:pathLst>
              </a:custGeom>
              <a:solidFill>
                <a:srgbClr val="FCE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5" name="Freeform 18">
                <a:extLst>
                  <a:ext uri="{FF2B5EF4-FFF2-40B4-BE49-F238E27FC236}">
                    <a16:creationId xmlns:a16="http://schemas.microsoft.com/office/drawing/2014/main" id="{87B7A2F5-3B90-4FDE-896F-3B3F5118F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072"/>
                <a:ext cx="100" cy="99"/>
              </a:xfrm>
              <a:custGeom>
                <a:avLst/>
                <a:gdLst>
                  <a:gd name="T0" fmla="*/ 583 w 40"/>
                  <a:gd name="T1" fmla="*/ 94 h 37"/>
                  <a:gd name="T2" fmla="*/ 408 w 40"/>
                  <a:gd name="T3" fmla="*/ 21 h 37"/>
                  <a:gd name="T4" fmla="*/ 125 w 40"/>
                  <a:gd name="T5" fmla="*/ 150 h 37"/>
                  <a:gd name="T6" fmla="*/ 0 w 40"/>
                  <a:gd name="T7" fmla="*/ 401 h 37"/>
                  <a:gd name="T8" fmla="*/ 113 w 40"/>
                  <a:gd name="T9" fmla="*/ 458 h 37"/>
                  <a:gd name="T10" fmla="*/ 63 w 40"/>
                  <a:gd name="T11" fmla="*/ 629 h 37"/>
                  <a:gd name="T12" fmla="*/ 175 w 40"/>
                  <a:gd name="T13" fmla="*/ 688 h 37"/>
                  <a:gd name="T14" fmla="*/ 500 w 40"/>
                  <a:gd name="T15" fmla="*/ 458 h 37"/>
                  <a:gd name="T16" fmla="*/ 583 w 40"/>
                  <a:gd name="T17" fmla="*/ 94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7">
                    <a:moveTo>
                      <a:pt x="37" y="5"/>
                    </a:moveTo>
                    <a:cubicBezTo>
                      <a:pt x="36" y="2"/>
                      <a:pt x="29" y="1"/>
                      <a:pt x="26" y="1"/>
                    </a:cubicBezTo>
                    <a:cubicBezTo>
                      <a:pt x="21" y="0"/>
                      <a:pt x="13" y="0"/>
                      <a:pt x="8" y="8"/>
                    </a:cubicBezTo>
                    <a:cubicBezTo>
                      <a:pt x="4" y="14"/>
                      <a:pt x="1" y="17"/>
                      <a:pt x="0" y="21"/>
                    </a:cubicBezTo>
                    <a:cubicBezTo>
                      <a:pt x="3" y="22"/>
                      <a:pt x="6" y="23"/>
                      <a:pt x="7" y="24"/>
                    </a:cubicBezTo>
                    <a:cubicBezTo>
                      <a:pt x="9" y="28"/>
                      <a:pt x="7" y="31"/>
                      <a:pt x="4" y="33"/>
                    </a:cubicBezTo>
                    <a:cubicBezTo>
                      <a:pt x="6" y="35"/>
                      <a:pt x="9" y="37"/>
                      <a:pt x="11" y="36"/>
                    </a:cubicBezTo>
                    <a:cubicBezTo>
                      <a:pt x="19" y="34"/>
                      <a:pt x="27" y="31"/>
                      <a:pt x="32" y="24"/>
                    </a:cubicBezTo>
                    <a:cubicBezTo>
                      <a:pt x="34" y="21"/>
                      <a:pt x="40" y="9"/>
                      <a:pt x="37" y="5"/>
                    </a:cubicBezTo>
                    <a:close/>
                  </a:path>
                </a:pathLst>
              </a:custGeom>
              <a:solidFill>
                <a:srgbClr val="F6DB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6" name="Freeform 19">
                <a:extLst>
                  <a:ext uri="{FF2B5EF4-FFF2-40B4-BE49-F238E27FC236}">
                    <a16:creationId xmlns:a16="http://schemas.microsoft.com/office/drawing/2014/main" id="{7601BC7A-0EA6-4902-B01E-E60238F46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157"/>
                <a:ext cx="90" cy="99"/>
              </a:xfrm>
              <a:custGeom>
                <a:avLst/>
                <a:gdLst>
                  <a:gd name="T0" fmla="*/ 488 w 36"/>
                  <a:gd name="T1" fmla="*/ 209 h 37"/>
                  <a:gd name="T2" fmla="*/ 375 w 36"/>
                  <a:gd name="T3" fmla="*/ 78 h 37"/>
                  <a:gd name="T4" fmla="*/ 363 w 36"/>
                  <a:gd name="T5" fmla="*/ 78 h 37"/>
                  <a:gd name="T6" fmla="*/ 250 w 36"/>
                  <a:gd name="T7" fmla="*/ 21 h 37"/>
                  <a:gd name="T8" fmla="*/ 270 w 36"/>
                  <a:gd name="T9" fmla="*/ 0 h 37"/>
                  <a:gd name="T10" fmla="*/ 208 w 36"/>
                  <a:gd name="T11" fmla="*/ 56 h 37"/>
                  <a:gd name="T12" fmla="*/ 0 w 36"/>
                  <a:gd name="T13" fmla="*/ 252 h 37"/>
                  <a:gd name="T14" fmla="*/ 33 w 36"/>
                  <a:gd name="T15" fmla="*/ 308 h 37"/>
                  <a:gd name="T16" fmla="*/ 125 w 36"/>
                  <a:gd name="T17" fmla="*/ 573 h 37"/>
                  <a:gd name="T18" fmla="*/ 395 w 36"/>
                  <a:gd name="T19" fmla="*/ 594 h 37"/>
                  <a:gd name="T20" fmla="*/ 488 w 36"/>
                  <a:gd name="T21" fmla="*/ 209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37">
                    <a:moveTo>
                      <a:pt x="31" y="11"/>
                    </a:moveTo>
                    <a:cubicBezTo>
                      <a:pt x="29" y="8"/>
                      <a:pt x="26" y="6"/>
                      <a:pt x="24" y="4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1" y="5"/>
                      <a:pt x="18" y="3"/>
                      <a:pt x="16" y="1"/>
                    </a:cubicBezTo>
                    <a:cubicBezTo>
                      <a:pt x="16" y="1"/>
                      <a:pt x="16" y="0"/>
                      <a:pt x="17" y="0"/>
                    </a:cubicBezTo>
                    <a:cubicBezTo>
                      <a:pt x="15" y="1"/>
                      <a:pt x="14" y="2"/>
                      <a:pt x="13" y="3"/>
                    </a:cubicBezTo>
                    <a:cubicBezTo>
                      <a:pt x="7" y="6"/>
                      <a:pt x="4" y="9"/>
                      <a:pt x="0" y="13"/>
                    </a:cubicBezTo>
                    <a:cubicBezTo>
                      <a:pt x="1" y="13"/>
                      <a:pt x="1" y="14"/>
                      <a:pt x="2" y="16"/>
                    </a:cubicBezTo>
                    <a:cubicBezTo>
                      <a:pt x="4" y="22"/>
                      <a:pt x="6" y="25"/>
                      <a:pt x="8" y="30"/>
                    </a:cubicBezTo>
                    <a:cubicBezTo>
                      <a:pt x="10" y="36"/>
                      <a:pt x="15" y="37"/>
                      <a:pt x="25" y="31"/>
                    </a:cubicBezTo>
                    <a:cubicBezTo>
                      <a:pt x="35" y="26"/>
                      <a:pt x="36" y="18"/>
                      <a:pt x="31" y="11"/>
                    </a:cubicBezTo>
                    <a:close/>
                  </a:path>
                </a:pathLst>
              </a:custGeom>
              <a:solidFill>
                <a:srgbClr val="F6DB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7" name="Freeform 20">
                <a:extLst>
                  <a:ext uri="{FF2B5EF4-FFF2-40B4-BE49-F238E27FC236}">
                    <a16:creationId xmlns:a16="http://schemas.microsoft.com/office/drawing/2014/main" id="{BEC184E0-AFCC-43AA-8033-FCAE11EED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920"/>
                <a:ext cx="103" cy="139"/>
              </a:xfrm>
              <a:custGeom>
                <a:avLst/>
                <a:gdLst>
                  <a:gd name="T0" fmla="*/ 176 w 41"/>
                  <a:gd name="T1" fmla="*/ 0 h 52"/>
                  <a:gd name="T2" fmla="*/ 63 w 41"/>
                  <a:gd name="T3" fmla="*/ 192 h 52"/>
                  <a:gd name="T4" fmla="*/ 0 w 41"/>
                  <a:gd name="T5" fmla="*/ 535 h 52"/>
                  <a:gd name="T6" fmla="*/ 379 w 41"/>
                  <a:gd name="T7" fmla="*/ 957 h 52"/>
                  <a:gd name="T8" fmla="*/ 555 w 41"/>
                  <a:gd name="T9" fmla="*/ 342 h 52"/>
                  <a:gd name="T10" fmla="*/ 367 w 41"/>
                  <a:gd name="T11" fmla="*/ 136 h 52"/>
                  <a:gd name="T12" fmla="*/ 251 w 41"/>
                  <a:gd name="T13" fmla="*/ 56 h 52"/>
                  <a:gd name="T14" fmla="*/ 176 w 41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52">
                    <a:moveTo>
                      <a:pt x="11" y="0"/>
                    </a:moveTo>
                    <a:cubicBezTo>
                      <a:pt x="8" y="0"/>
                      <a:pt x="6" y="8"/>
                      <a:pt x="4" y="10"/>
                    </a:cubicBezTo>
                    <a:cubicBezTo>
                      <a:pt x="1" y="15"/>
                      <a:pt x="0" y="22"/>
                      <a:pt x="0" y="28"/>
                    </a:cubicBezTo>
                    <a:cubicBezTo>
                      <a:pt x="2" y="41"/>
                      <a:pt x="10" y="52"/>
                      <a:pt x="24" y="50"/>
                    </a:cubicBezTo>
                    <a:cubicBezTo>
                      <a:pt x="39" y="47"/>
                      <a:pt x="41" y="29"/>
                      <a:pt x="35" y="18"/>
                    </a:cubicBezTo>
                    <a:cubicBezTo>
                      <a:pt x="33" y="13"/>
                      <a:pt x="29" y="9"/>
                      <a:pt x="23" y="7"/>
                    </a:cubicBezTo>
                    <a:cubicBezTo>
                      <a:pt x="20" y="6"/>
                      <a:pt x="19" y="5"/>
                      <a:pt x="16" y="3"/>
                    </a:cubicBezTo>
                    <a:cubicBezTo>
                      <a:pt x="15" y="1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8" name="Freeform 21">
                <a:extLst>
                  <a:ext uri="{FF2B5EF4-FFF2-40B4-BE49-F238E27FC236}">
                    <a16:creationId xmlns:a16="http://schemas.microsoft.com/office/drawing/2014/main" id="{6C854959-0756-4206-8456-74C190A80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005"/>
                <a:ext cx="148" cy="94"/>
              </a:xfrm>
              <a:custGeom>
                <a:avLst/>
                <a:gdLst>
                  <a:gd name="T0" fmla="*/ 314 w 59"/>
                  <a:gd name="T1" fmla="*/ 35 h 35"/>
                  <a:gd name="T2" fmla="*/ 83 w 59"/>
                  <a:gd name="T3" fmla="*/ 218 h 35"/>
                  <a:gd name="T4" fmla="*/ 33 w 59"/>
                  <a:gd name="T5" fmla="*/ 505 h 35"/>
                  <a:gd name="T6" fmla="*/ 472 w 59"/>
                  <a:gd name="T7" fmla="*/ 642 h 35"/>
                  <a:gd name="T8" fmla="*/ 788 w 59"/>
                  <a:gd name="T9" fmla="*/ 462 h 35"/>
                  <a:gd name="T10" fmla="*/ 868 w 59"/>
                  <a:gd name="T11" fmla="*/ 115 h 35"/>
                  <a:gd name="T12" fmla="*/ 647 w 59"/>
                  <a:gd name="T13" fmla="*/ 56 h 35"/>
                  <a:gd name="T14" fmla="*/ 314 w 59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35">
                    <a:moveTo>
                      <a:pt x="20" y="2"/>
                    </a:moveTo>
                    <a:cubicBezTo>
                      <a:pt x="13" y="3"/>
                      <a:pt x="9" y="5"/>
                      <a:pt x="5" y="11"/>
                    </a:cubicBezTo>
                    <a:cubicBezTo>
                      <a:pt x="3" y="14"/>
                      <a:pt x="0" y="22"/>
                      <a:pt x="2" y="26"/>
                    </a:cubicBezTo>
                    <a:cubicBezTo>
                      <a:pt x="5" y="33"/>
                      <a:pt x="23" y="35"/>
                      <a:pt x="30" y="33"/>
                    </a:cubicBezTo>
                    <a:cubicBezTo>
                      <a:pt x="37" y="32"/>
                      <a:pt x="44" y="27"/>
                      <a:pt x="50" y="24"/>
                    </a:cubicBezTo>
                    <a:cubicBezTo>
                      <a:pt x="56" y="21"/>
                      <a:pt x="59" y="13"/>
                      <a:pt x="55" y="6"/>
                    </a:cubicBezTo>
                    <a:cubicBezTo>
                      <a:pt x="52" y="1"/>
                      <a:pt x="46" y="3"/>
                      <a:pt x="41" y="3"/>
                    </a:cubicBezTo>
                    <a:cubicBezTo>
                      <a:pt x="35" y="3"/>
                      <a:pt x="25" y="0"/>
                      <a:pt x="20" y="2"/>
                    </a:cubicBezTo>
                    <a:close/>
                  </a:path>
                </a:pathLst>
              </a:custGeom>
              <a:solidFill>
                <a:srgbClr val="FDE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9" name="Freeform 22">
                <a:extLst>
                  <a:ext uri="{FF2B5EF4-FFF2-40B4-BE49-F238E27FC236}">
                    <a16:creationId xmlns:a16="http://schemas.microsoft.com/office/drawing/2014/main" id="{572A9E89-FC42-4D6E-9FCD-DB7AC91BB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963"/>
                <a:ext cx="125" cy="85"/>
              </a:xfrm>
              <a:custGeom>
                <a:avLst/>
                <a:gdLst>
                  <a:gd name="T0" fmla="*/ 750 w 50"/>
                  <a:gd name="T1" fmla="*/ 545 h 32"/>
                  <a:gd name="T2" fmla="*/ 738 w 50"/>
                  <a:gd name="T3" fmla="*/ 260 h 32"/>
                  <a:gd name="T4" fmla="*/ 520 w 50"/>
                  <a:gd name="T5" fmla="*/ 77 h 32"/>
                  <a:gd name="T6" fmla="*/ 125 w 50"/>
                  <a:gd name="T7" fmla="*/ 0 h 32"/>
                  <a:gd name="T8" fmla="*/ 158 w 50"/>
                  <a:gd name="T9" fmla="*/ 282 h 32"/>
                  <a:gd name="T10" fmla="*/ 345 w 50"/>
                  <a:gd name="T11" fmla="*/ 375 h 32"/>
                  <a:gd name="T12" fmla="*/ 595 w 50"/>
                  <a:gd name="T13" fmla="*/ 486 h 32"/>
                  <a:gd name="T14" fmla="*/ 750 w 50"/>
                  <a:gd name="T15" fmla="*/ 54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2">
                    <a:moveTo>
                      <a:pt x="48" y="29"/>
                    </a:moveTo>
                    <a:cubicBezTo>
                      <a:pt x="50" y="26"/>
                      <a:pt x="47" y="15"/>
                      <a:pt x="47" y="14"/>
                    </a:cubicBezTo>
                    <a:cubicBezTo>
                      <a:pt x="45" y="7"/>
                      <a:pt x="40" y="6"/>
                      <a:pt x="33" y="4"/>
                    </a:cubicBezTo>
                    <a:cubicBezTo>
                      <a:pt x="26" y="3"/>
                      <a:pt x="15" y="0"/>
                      <a:pt x="8" y="0"/>
                    </a:cubicBezTo>
                    <a:cubicBezTo>
                      <a:pt x="0" y="2"/>
                      <a:pt x="6" y="12"/>
                      <a:pt x="10" y="15"/>
                    </a:cubicBezTo>
                    <a:cubicBezTo>
                      <a:pt x="14" y="18"/>
                      <a:pt x="18" y="19"/>
                      <a:pt x="22" y="20"/>
                    </a:cubicBezTo>
                    <a:cubicBezTo>
                      <a:pt x="26" y="21"/>
                      <a:pt x="36" y="24"/>
                      <a:pt x="38" y="26"/>
                    </a:cubicBezTo>
                    <a:cubicBezTo>
                      <a:pt x="40" y="29"/>
                      <a:pt x="46" y="32"/>
                      <a:pt x="48" y="29"/>
                    </a:cubicBezTo>
                    <a:close/>
                  </a:path>
                </a:pathLst>
              </a:custGeom>
              <a:solidFill>
                <a:srgbClr val="F5D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0" name="Freeform 23">
                <a:extLst>
                  <a:ext uri="{FF2B5EF4-FFF2-40B4-BE49-F238E27FC236}">
                    <a16:creationId xmlns:a16="http://schemas.microsoft.com/office/drawing/2014/main" id="{1A8802CA-1F60-4B7D-A168-8278A2F9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947"/>
                <a:ext cx="117" cy="80"/>
              </a:xfrm>
              <a:custGeom>
                <a:avLst/>
                <a:gdLst>
                  <a:gd name="T0" fmla="*/ 466 w 47"/>
                  <a:gd name="T1" fmla="*/ 93 h 30"/>
                  <a:gd name="T2" fmla="*/ 217 w 47"/>
                  <a:gd name="T3" fmla="*/ 0 h 30"/>
                  <a:gd name="T4" fmla="*/ 0 w 47"/>
                  <a:gd name="T5" fmla="*/ 149 h 30"/>
                  <a:gd name="T6" fmla="*/ 0 w 47"/>
                  <a:gd name="T7" fmla="*/ 149 h 30"/>
                  <a:gd name="T8" fmla="*/ 42 w 47"/>
                  <a:gd name="T9" fmla="*/ 115 h 30"/>
                  <a:gd name="T10" fmla="*/ 433 w 47"/>
                  <a:gd name="T11" fmla="*/ 192 h 30"/>
                  <a:gd name="T12" fmla="*/ 650 w 47"/>
                  <a:gd name="T13" fmla="*/ 376 h 30"/>
                  <a:gd name="T14" fmla="*/ 682 w 47"/>
                  <a:gd name="T15" fmla="*/ 568 h 30"/>
                  <a:gd name="T16" fmla="*/ 682 w 47"/>
                  <a:gd name="T17" fmla="*/ 568 h 30"/>
                  <a:gd name="T18" fmla="*/ 466 w 47"/>
                  <a:gd name="T19" fmla="*/ 93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30">
                    <a:moveTo>
                      <a:pt x="30" y="5"/>
                    </a:moveTo>
                    <a:cubicBezTo>
                      <a:pt x="25" y="2"/>
                      <a:pt x="19" y="0"/>
                      <a:pt x="14" y="0"/>
                    </a:cubicBezTo>
                    <a:cubicBezTo>
                      <a:pt x="6" y="0"/>
                      <a:pt x="2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2" y="7"/>
                      <a:pt x="3" y="6"/>
                    </a:cubicBezTo>
                    <a:cubicBezTo>
                      <a:pt x="10" y="6"/>
                      <a:pt x="21" y="9"/>
                      <a:pt x="28" y="10"/>
                    </a:cubicBezTo>
                    <a:cubicBezTo>
                      <a:pt x="35" y="12"/>
                      <a:pt x="40" y="13"/>
                      <a:pt x="42" y="20"/>
                    </a:cubicBezTo>
                    <a:cubicBezTo>
                      <a:pt x="42" y="21"/>
                      <a:pt x="43" y="26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7" y="14"/>
                      <a:pt x="38" y="8"/>
                      <a:pt x="30" y="5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1" name="Freeform 24">
                <a:extLst>
                  <a:ext uri="{FF2B5EF4-FFF2-40B4-BE49-F238E27FC236}">
                    <a16:creationId xmlns:a16="http://schemas.microsoft.com/office/drawing/2014/main" id="{D891EC66-A5A2-4FED-BB82-74BA2886E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3120"/>
                <a:ext cx="110" cy="147"/>
              </a:xfrm>
              <a:custGeom>
                <a:avLst/>
                <a:gdLst>
                  <a:gd name="T0" fmla="*/ 625 w 44"/>
                  <a:gd name="T1" fmla="*/ 35 h 55"/>
                  <a:gd name="T2" fmla="*/ 675 w 44"/>
                  <a:gd name="T3" fmla="*/ 230 h 55"/>
                  <a:gd name="T4" fmla="*/ 595 w 44"/>
                  <a:gd name="T5" fmla="*/ 593 h 55"/>
                  <a:gd name="T6" fmla="*/ 220 w 44"/>
                  <a:gd name="T7" fmla="*/ 1016 h 55"/>
                  <a:gd name="T8" fmla="*/ 125 w 44"/>
                  <a:gd name="T9" fmla="*/ 422 h 55"/>
                  <a:gd name="T10" fmla="*/ 283 w 44"/>
                  <a:gd name="T11" fmla="*/ 56 h 55"/>
                  <a:gd name="T12" fmla="*/ 550 w 44"/>
                  <a:gd name="T13" fmla="*/ 0 h 55"/>
                  <a:gd name="T14" fmla="*/ 625 w 44"/>
                  <a:gd name="T15" fmla="*/ 35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5">
                    <a:moveTo>
                      <a:pt x="40" y="2"/>
                    </a:moveTo>
                    <a:cubicBezTo>
                      <a:pt x="43" y="5"/>
                      <a:pt x="44" y="6"/>
                      <a:pt x="43" y="12"/>
                    </a:cubicBezTo>
                    <a:cubicBezTo>
                      <a:pt x="42" y="19"/>
                      <a:pt x="41" y="25"/>
                      <a:pt x="38" y="31"/>
                    </a:cubicBezTo>
                    <a:cubicBezTo>
                      <a:pt x="34" y="41"/>
                      <a:pt x="27" y="55"/>
                      <a:pt x="14" y="53"/>
                    </a:cubicBezTo>
                    <a:cubicBezTo>
                      <a:pt x="0" y="51"/>
                      <a:pt x="5" y="31"/>
                      <a:pt x="8" y="22"/>
                    </a:cubicBezTo>
                    <a:cubicBezTo>
                      <a:pt x="9" y="15"/>
                      <a:pt x="12" y="7"/>
                      <a:pt x="18" y="3"/>
                    </a:cubicBezTo>
                    <a:cubicBezTo>
                      <a:pt x="24" y="0"/>
                      <a:pt x="29" y="0"/>
                      <a:pt x="35" y="0"/>
                    </a:cubicBezTo>
                    <a:cubicBezTo>
                      <a:pt x="36" y="0"/>
                      <a:pt x="39" y="1"/>
                      <a:pt x="40" y="2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2" name="Freeform 25">
                <a:extLst>
                  <a:ext uri="{FF2B5EF4-FFF2-40B4-BE49-F238E27FC236}">
                    <a16:creationId xmlns:a16="http://schemas.microsoft.com/office/drawing/2014/main" id="{1483DF70-E612-48CB-94F5-8DEA7DD43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3200"/>
                <a:ext cx="110" cy="152"/>
              </a:xfrm>
              <a:custGeom>
                <a:avLst/>
                <a:gdLst>
                  <a:gd name="T0" fmla="*/ 188 w 44"/>
                  <a:gd name="T1" fmla="*/ 21 h 57"/>
                  <a:gd name="T2" fmla="*/ 20 w 44"/>
                  <a:gd name="T3" fmla="*/ 205 h 57"/>
                  <a:gd name="T4" fmla="*/ 63 w 44"/>
                  <a:gd name="T5" fmla="*/ 627 h 57"/>
                  <a:gd name="T6" fmla="*/ 488 w 44"/>
                  <a:gd name="T7" fmla="*/ 947 h 57"/>
                  <a:gd name="T8" fmla="*/ 645 w 44"/>
                  <a:gd name="T9" fmla="*/ 760 h 57"/>
                  <a:gd name="T10" fmla="*/ 613 w 44"/>
                  <a:gd name="T11" fmla="*/ 456 h 57"/>
                  <a:gd name="T12" fmla="*/ 188 w 44"/>
                  <a:gd name="T13" fmla="*/ 2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7">
                    <a:moveTo>
                      <a:pt x="12" y="1"/>
                    </a:moveTo>
                    <a:cubicBezTo>
                      <a:pt x="7" y="0"/>
                      <a:pt x="3" y="4"/>
                      <a:pt x="1" y="11"/>
                    </a:cubicBezTo>
                    <a:cubicBezTo>
                      <a:pt x="0" y="17"/>
                      <a:pt x="2" y="27"/>
                      <a:pt x="4" y="33"/>
                    </a:cubicBezTo>
                    <a:cubicBezTo>
                      <a:pt x="8" y="44"/>
                      <a:pt x="18" y="57"/>
                      <a:pt x="31" y="50"/>
                    </a:cubicBezTo>
                    <a:cubicBezTo>
                      <a:pt x="34" y="48"/>
                      <a:pt x="39" y="43"/>
                      <a:pt x="41" y="40"/>
                    </a:cubicBezTo>
                    <a:cubicBezTo>
                      <a:pt x="44" y="36"/>
                      <a:pt x="41" y="28"/>
                      <a:pt x="39" y="24"/>
                    </a:cubicBezTo>
                    <a:cubicBezTo>
                      <a:pt x="34" y="10"/>
                      <a:pt x="26" y="5"/>
                      <a:pt x="12" y="1"/>
                    </a:cubicBezTo>
                    <a:close/>
                  </a:path>
                </a:pathLst>
              </a:custGeom>
              <a:solidFill>
                <a:srgbClr val="FCE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3" name="Freeform 26">
                <a:extLst>
                  <a:ext uri="{FF2B5EF4-FFF2-40B4-BE49-F238E27FC236}">
                    <a16:creationId xmlns:a16="http://schemas.microsoft.com/office/drawing/2014/main" id="{70B1A4AB-A100-4BC6-BE7E-FC7FC6BD4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288"/>
                <a:ext cx="160" cy="109"/>
              </a:xfrm>
              <a:custGeom>
                <a:avLst/>
                <a:gdLst>
                  <a:gd name="T0" fmla="*/ 0 w 64"/>
                  <a:gd name="T1" fmla="*/ 409 h 41"/>
                  <a:gd name="T2" fmla="*/ 145 w 64"/>
                  <a:gd name="T3" fmla="*/ 635 h 41"/>
                  <a:gd name="T4" fmla="*/ 500 w 64"/>
                  <a:gd name="T5" fmla="*/ 771 h 41"/>
                  <a:gd name="T6" fmla="*/ 958 w 64"/>
                  <a:gd name="T7" fmla="*/ 452 h 41"/>
                  <a:gd name="T8" fmla="*/ 688 w 64"/>
                  <a:gd name="T9" fmla="*/ 35 h 41"/>
                  <a:gd name="T10" fmla="*/ 333 w 64"/>
                  <a:gd name="T11" fmla="*/ 35 h 41"/>
                  <a:gd name="T12" fmla="*/ 145 w 64"/>
                  <a:gd name="T13" fmla="*/ 149 h 41"/>
                  <a:gd name="T14" fmla="*/ 33 w 64"/>
                  <a:gd name="T15" fmla="*/ 362 h 41"/>
                  <a:gd name="T16" fmla="*/ 0 w 64"/>
                  <a:gd name="T17" fmla="*/ 409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41">
                    <a:moveTo>
                      <a:pt x="0" y="22"/>
                    </a:moveTo>
                    <a:cubicBezTo>
                      <a:pt x="0" y="25"/>
                      <a:pt x="7" y="32"/>
                      <a:pt x="9" y="34"/>
                    </a:cubicBezTo>
                    <a:cubicBezTo>
                      <a:pt x="14" y="41"/>
                      <a:pt x="24" y="41"/>
                      <a:pt x="32" y="41"/>
                    </a:cubicBezTo>
                    <a:cubicBezTo>
                      <a:pt x="45" y="40"/>
                      <a:pt x="56" y="36"/>
                      <a:pt x="61" y="24"/>
                    </a:cubicBezTo>
                    <a:cubicBezTo>
                      <a:pt x="64" y="15"/>
                      <a:pt x="52" y="5"/>
                      <a:pt x="44" y="2"/>
                    </a:cubicBezTo>
                    <a:cubicBezTo>
                      <a:pt x="37" y="0"/>
                      <a:pt x="28" y="1"/>
                      <a:pt x="21" y="2"/>
                    </a:cubicBezTo>
                    <a:cubicBezTo>
                      <a:pt x="17" y="3"/>
                      <a:pt x="13" y="5"/>
                      <a:pt x="9" y="8"/>
                    </a:cubicBezTo>
                    <a:cubicBezTo>
                      <a:pt x="6" y="11"/>
                      <a:pt x="5" y="16"/>
                      <a:pt x="2" y="19"/>
                    </a:cubicBezTo>
                    <a:cubicBezTo>
                      <a:pt x="1" y="19"/>
                      <a:pt x="1" y="21"/>
                      <a:pt x="0" y="22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" name="Freeform 27">
                <a:extLst>
                  <a:ext uri="{FF2B5EF4-FFF2-40B4-BE49-F238E27FC236}">
                    <a16:creationId xmlns:a16="http://schemas.microsoft.com/office/drawing/2014/main" id="{4E782CD4-9BC2-4CAF-9909-113BD43D1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216"/>
                <a:ext cx="150" cy="101"/>
              </a:xfrm>
              <a:custGeom>
                <a:avLst/>
                <a:gdLst>
                  <a:gd name="T0" fmla="*/ 33 w 60"/>
                  <a:gd name="T1" fmla="*/ 465 h 38"/>
                  <a:gd name="T2" fmla="*/ 395 w 60"/>
                  <a:gd name="T3" fmla="*/ 56 h 38"/>
                  <a:gd name="T4" fmla="*/ 720 w 60"/>
                  <a:gd name="T5" fmla="*/ 77 h 38"/>
                  <a:gd name="T6" fmla="*/ 938 w 60"/>
                  <a:gd name="T7" fmla="*/ 282 h 38"/>
                  <a:gd name="T8" fmla="*/ 625 w 60"/>
                  <a:gd name="T9" fmla="*/ 375 h 38"/>
                  <a:gd name="T10" fmla="*/ 333 w 60"/>
                  <a:gd name="T11" fmla="*/ 524 h 38"/>
                  <a:gd name="T12" fmla="*/ 83 w 60"/>
                  <a:gd name="T13" fmla="*/ 657 h 38"/>
                  <a:gd name="T14" fmla="*/ 33 w 60"/>
                  <a:gd name="T15" fmla="*/ 46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38">
                    <a:moveTo>
                      <a:pt x="2" y="25"/>
                    </a:moveTo>
                    <a:cubicBezTo>
                      <a:pt x="8" y="13"/>
                      <a:pt x="12" y="8"/>
                      <a:pt x="25" y="3"/>
                    </a:cubicBezTo>
                    <a:cubicBezTo>
                      <a:pt x="33" y="1"/>
                      <a:pt x="38" y="0"/>
                      <a:pt x="46" y="4"/>
                    </a:cubicBezTo>
                    <a:cubicBezTo>
                      <a:pt x="48" y="5"/>
                      <a:pt x="60" y="11"/>
                      <a:pt x="60" y="15"/>
                    </a:cubicBezTo>
                    <a:cubicBezTo>
                      <a:pt x="60" y="22"/>
                      <a:pt x="45" y="19"/>
                      <a:pt x="40" y="20"/>
                    </a:cubicBezTo>
                    <a:cubicBezTo>
                      <a:pt x="33" y="21"/>
                      <a:pt x="26" y="24"/>
                      <a:pt x="21" y="28"/>
                    </a:cubicBezTo>
                    <a:cubicBezTo>
                      <a:pt x="15" y="32"/>
                      <a:pt x="13" y="38"/>
                      <a:pt x="5" y="35"/>
                    </a:cubicBezTo>
                    <a:cubicBezTo>
                      <a:pt x="1" y="33"/>
                      <a:pt x="0" y="29"/>
                      <a:pt x="2" y="25"/>
                    </a:cubicBezTo>
                    <a:close/>
                  </a:path>
                </a:pathLst>
              </a:custGeom>
              <a:solidFill>
                <a:srgbClr val="FDE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5" name="Freeform 28">
                <a:extLst>
                  <a:ext uri="{FF2B5EF4-FFF2-40B4-BE49-F238E27FC236}">
                    <a16:creationId xmlns:a16="http://schemas.microsoft.com/office/drawing/2014/main" id="{385B43B9-64D7-4A90-8B20-6148CBA49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157"/>
                <a:ext cx="100" cy="139"/>
              </a:xfrm>
              <a:custGeom>
                <a:avLst/>
                <a:gdLst>
                  <a:gd name="T0" fmla="*/ 363 w 40"/>
                  <a:gd name="T1" fmla="*/ 94 h 52"/>
                  <a:gd name="T2" fmla="*/ 625 w 40"/>
                  <a:gd name="T3" fmla="*/ 535 h 52"/>
                  <a:gd name="T4" fmla="*/ 425 w 40"/>
                  <a:gd name="T5" fmla="*/ 936 h 52"/>
                  <a:gd name="T6" fmla="*/ 250 w 40"/>
                  <a:gd name="T7" fmla="*/ 765 h 52"/>
                  <a:gd name="T8" fmla="*/ 83 w 40"/>
                  <a:gd name="T9" fmla="*/ 593 h 52"/>
                  <a:gd name="T10" fmla="*/ 250 w 40"/>
                  <a:gd name="T11" fmla="*/ 35 h 52"/>
                  <a:gd name="T12" fmla="*/ 363 w 40"/>
                  <a:gd name="T13" fmla="*/ 9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52">
                    <a:moveTo>
                      <a:pt x="23" y="5"/>
                    </a:moveTo>
                    <a:cubicBezTo>
                      <a:pt x="33" y="8"/>
                      <a:pt x="40" y="18"/>
                      <a:pt x="40" y="28"/>
                    </a:cubicBezTo>
                    <a:cubicBezTo>
                      <a:pt x="40" y="35"/>
                      <a:pt x="37" y="52"/>
                      <a:pt x="27" y="49"/>
                    </a:cubicBezTo>
                    <a:cubicBezTo>
                      <a:pt x="23" y="48"/>
                      <a:pt x="20" y="43"/>
                      <a:pt x="16" y="40"/>
                    </a:cubicBezTo>
                    <a:cubicBezTo>
                      <a:pt x="12" y="37"/>
                      <a:pt x="8" y="35"/>
                      <a:pt x="5" y="31"/>
                    </a:cubicBezTo>
                    <a:cubicBezTo>
                      <a:pt x="0" y="23"/>
                      <a:pt x="2" y="0"/>
                      <a:pt x="16" y="2"/>
                    </a:cubicBezTo>
                    <a:cubicBezTo>
                      <a:pt x="19" y="3"/>
                      <a:pt x="20" y="3"/>
                      <a:pt x="23" y="5"/>
                    </a:cubicBezTo>
                    <a:close/>
                  </a:path>
                </a:pathLst>
              </a:custGeom>
              <a:solidFill>
                <a:srgbClr val="FAE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6" name="Freeform 29">
                <a:extLst>
                  <a:ext uri="{FF2B5EF4-FFF2-40B4-BE49-F238E27FC236}">
                    <a16:creationId xmlns:a16="http://schemas.microsoft.com/office/drawing/2014/main" id="{C6BF8122-3892-4D20-A878-3E9EDD251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029"/>
                <a:ext cx="95" cy="163"/>
              </a:xfrm>
              <a:custGeom>
                <a:avLst/>
                <a:gdLst>
                  <a:gd name="T0" fmla="*/ 470 w 38"/>
                  <a:gd name="T1" fmla="*/ 150 h 61"/>
                  <a:gd name="T2" fmla="*/ 95 w 38"/>
                  <a:gd name="T3" fmla="*/ 342 h 61"/>
                  <a:gd name="T4" fmla="*/ 33 w 38"/>
                  <a:gd name="T5" fmla="*/ 671 h 61"/>
                  <a:gd name="T6" fmla="*/ 20 w 38"/>
                  <a:gd name="T7" fmla="*/ 935 h 61"/>
                  <a:gd name="T8" fmla="*/ 438 w 38"/>
                  <a:gd name="T9" fmla="*/ 820 h 61"/>
                  <a:gd name="T10" fmla="*/ 470 w 38"/>
                  <a:gd name="T11" fmla="*/ 15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1">
                    <a:moveTo>
                      <a:pt x="30" y="8"/>
                    </a:moveTo>
                    <a:cubicBezTo>
                      <a:pt x="23" y="0"/>
                      <a:pt x="8" y="12"/>
                      <a:pt x="6" y="18"/>
                    </a:cubicBezTo>
                    <a:cubicBezTo>
                      <a:pt x="4" y="23"/>
                      <a:pt x="3" y="29"/>
                      <a:pt x="2" y="35"/>
                    </a:cubicBezTo>
                    <a:cubicBezTo>
                      <a:pt x="1" y="39"/>
                      <a:pt x="0" y="45"/>
                      <a:pt x="1" y="49"/>
                    </a:cubicBezTo>
                    <a:cubicBezTo>
                      <a:pt x="7" y="61"/>
                      <a:pt x="22" y="48"/>
                      <a:pt x="28" y="43"/>
                    </a:cubicBezTo>
                    <a:cubicBezTo>
                      <a:pt x="36" y="34"/>
                      <a:pt x="38" y="18"/>
                      <a:pt x="30" y="8"/>
                    </a:cubicBezTo>
                    <a:close/>
                  </a:path>
                </a:pathLst>
              </a:custGeom>
              <a:solidFill>
                <a:srgbClr val="F8E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7" name="Freeform 30">
                <a:extLst>
                  <a:ext uri="{FF2B5EF4-FFF2-40B4-BE49-F238E27FC236}">
                    <a16:creationId xmlns:a16="http://schemas.microsoft.com/office/drawing/2014/main" id="{F12A82F6-FB8E-4509-84A8-D46BA2F97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096"/>
                <a:ext cx="152" cy="80"/>
              </a:xfrm>
              <a:custGeom>
                <a:avLst/>
                <a:gdLst>
                  <a:gd name="T0" fmla="*/ 758 w 61"/>
                  <a:gd name="T1" fmla="*/ 568 h 30"/>
                  <a:gd name="T2" fmla="*/ 932 w 61"/>
                  <a:gd name="T3" fmla="*/ 376 h 30"/>
                  <a:gd name="T4" fmla="*/ 775 w 61"/>
                  <a:gd name="T5" fmla="*/ 227 h 30"/>
                  <a:gd name="T6" fmla="*/ 496 w 61"/>
                  <a:gd name="T7" fmla="*/ 35 h 30"/>
                  <a:gd name="T8" fmla="*/ 137 w 61"/>
                  <a:gd name="T9" fmla="*/ 56 h 30"/>
                  <a:gd name="T10" fmla="*/ 217 w 61"/>
                  <a:gd name="T11" fmla="*/ 341 h 30"/>
                  <a:gd name="T12" fmla="*/ 758 w 61"/>
                  <a:gd name="T13" fmla="*/ 56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0">
                    <a:moveTo>
                      <a:pt x="49" y="30"/>
                    </a:moveTo>
                    <a:cubicBezTo>
                      <a:pt x="54" y="30"/>
                      <a:pt x="61" y="26"/>
                      <a:pt x="60" y="20"/>
                    </a:cubicBezTo>
                    <a:cubicBezTo>
                      <a:pt x="59" y="15"/>
                      <a:pt x="53" y="14"/>
                      <a:pt x="50" y="12"/>
                    </a:cubicBezTo>
                    <a:cubicBezTo>
                      <a:pt x="44" y="9"/>
                      <a:pt x="39" y="4"/>
                      <a:pt x="32" y="2"/>
                    </a:cubicBezTo>
                    <a:cubicBezTo>
                      <a:pt x="26" y="0"/>
                      <a:pt x="16" y="0"/>
                      <a:pt x="9" y="3"/>
                    </a:cubicBezTo>
                    <a:cubicBezTo>
                      <a:pt x="3" y="4"/>
                      <a:pt x="0" y="12"/>
                      <a:pt x="14" y="18"/>
                    </a:cubicBezTo>
                    <a:cubicBezTo>
                      <a:pt x="28" y="25"/>
                      <a:pt x="49" y="30"/>
                      <a:pt x="49" y="30"/>
                    </a:cubicBezTo>
                    <a:close/>
                  </a:path>
                </a:pathLst>
              </a:custGeom>
              <a:solidFill>
                <a:srgbClr val="F6DB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8" name="Freeform 31">
                <a:extLst>
                  <a:ext uri="{FF2B5EF4-FFF2-40B4-BE49-F238E27FC236}">
                    <a16:creationId xmlns:a16="http://schemas.microsoft.com/office/drawing/2014/main" id="{4A806EFD-CE23-4B5A-AA7E-BA3AA7945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077"/>
                <a:ext cx="150" cy="96"/>
              </a:xfrm>
              <a:custGeom>
                <a:avLst/>
                <a:gdLst>
                  <a:gd name="T0" fmla="*/ 833 w 60"/>
                  <a:gd name="T1" fmla="*/ 227 h 36"/>
                  <a:gd name="T2" fmla="*/ 188 w 60"/>
                  <a:gd name="T3" fmla="*/ 21 h 36"/>
                  <a:gd name="T4" fmla="*/ 0 w 60"/>
                  <a:gd name="T5" fmla="*/ 248 h 36"/>
                  <a:gd name="T6" fmla="*/ 63 w 60"/>
                  <a:gd name="T7" fmla="*/ 192 h 36"/>
                  <a:gd name="T8" fmla="*/ 425 w 60"/>
                  <a:gd name="T9" fmla="*/ 171 h 36"/>
                  <a:gd name="T10" fmla="*/ 708 w 60"/>
                  <a:gd name="T11" fmla="*/ 363 h 36"/>
                  <a:gd name="T12" fmla="*/ 863 w 60"/>
                  <a:gd name="T13" fmla="*/ 512 h 36"/>
                  <a:gd name="T14" fmla="*/ 770 w 60"/>
                  <a:gd name="T15" fmla="*/ 683 h 36"/>
                  <a:gd name="T16" fmla="*/ 770 w 60"/>
                  <a:gd name="T17" fmla="*/ 683 h 36"/>
                  <a:gd name="T18" fmla="*/ 925 w 60"/>
                  <a:gd name="T19" fmla="*/ 456 h 36"/>
                  <a:gd name="T20" fmla="*/ 833 w 60"/>
                  <a:gd name="T21" fmla="*/ 227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36">
                    <a:moveTo>
                      <a:pt x="53" y="12"/>
                    </a:moveTo>
                    <a:cubicBezTo>
                      <a:pt x="40" y="1"/>
                      <a:pt x="28" y="0"/>
                      <a:pt x="12" y="1"/>
                    </a:cubicBezTo>
                    <a:cubicBezTo>
                      <a:pt x="6" y="2"/>
                      <a:pt x="0" y="8"/>
                      <a:pt x="0" y="13"/>
                    </a:cubicBezTo>
                    <a:cubicBezTo>
                      <a:pt x="0" y="12"/>
                      <a:pt x="2" y="10"/>
                      <a:pt x="4" y="10"/>
                    </a:cubicBezTo>
                    <a:cubicBezTo>
                      <a:pt x="11" y="7"/>
                      <a:pt x="21" y="7"/>
                      <a:pt x="27" y="9"/>
                    </a:cubicBezTo>
                    <a:cubicBezTo>
                      <a:pt x="34" y="11"/>
                      <a:pt x="39" y="16"/>
                      <a:pt x="45" y="19"/>
                    </a:cubicBezTo>
                    <a:cubicBezTo>
                      <a:pt x="48" y="21"/>
                      <a:pt x="54" y="22"/>
                      <a:pt x="55" y="27"/>
                    </a:cubicBezTo>
                    <a:cubicBezTo>
                      <a:pt x="56" y="31"/>
                      <a:pt x="53" y="34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3" y="35"/>
                      <a:pt x="59" y="28"/>
                      <a:pt x="59" y="24"/>
                    </a:cubicBezTo>
                    <a:cubicBezTo>
                      <a:pt x="60" y="19"/>
                      <a:pt x="56" y="15"/>
                      <a:pt x="53" y="12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9" name="Freeform 32">
                <a:extLst>
                  <a:ext uri="{FF2B5EF4-FFF2-40B4-BE49-F238E27FC236}">
                    <a16:creationId xmlns:a16="http://schemas.microsoft.com/office/drawing/2014/main" id="{9872B508-059E-428A-9903-696AC3D338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69" y="3109"/>
                <a:ext cx="133" cy="96"/>
              </a:xfrm>
              <a:custGeom>
                <a:avLst/>
                <a:gdLst>
                  <a:gd name="T0" fmla="*/ 63 w 53"/>
                  <a:gd name="T1" fmla="*/ 435 h 36"/>
                  <a:gd name="T2" fmla="*/ 63 w 53"/>
                  <a:gd name="T3" fmla="*/ 435 h 36"/>
                  <a:gd name="T4" fmla="*/ 63 w 53"/>
                  <a:gd name="T5" fmla="*/ 435 h 36"/>
                  <a:gd name="T6" fmla="*/ 63 w 53"/>
                  <a:gd name="T7" fmla="*/ 435 h 36"/>
                  <a:gd name="T8" fmla="*/ 83 w 53"/>
                  <a:gd name="T9" fmla="*/ 419 h 36"/>
                  <a:gd name="T10" fmla="*/ 63 w 53"/>
                  <a:gd name="T11" fmla="*/ 435 h 36"/>
                  <a:gd name="T12" fmla="*/ 680 w 53"/>
                  <a:gd name="T13" fmla="*/ 363 h 36"/>
                  <a:gd name="T14" fmla="*/ 693 w 53"/>
                  <a:gd name="T15" fmla="*/ 93 h 36"/>
                  <a:gd name="T16" fmla="*/ 693 w 53"/>
                  <a:gd name="T17" fmla="*/ 77 h 36"/>
                  <a:gd name="T18" fmla="*/ 660 w 53"/>
                  <a:gd name="T19" fmla="*/ 56 h 36"/>
                  <a:gd name="T20" fmla="*/ 284 w 53"/>
                  <a:gd name="T21" fmla="*/ 56 h 36"/>
                  <a:gd name="T22" fmla="*/ 208 w 53"/>
                  <a:gd name="T23" fmla="*/ 149 h 36"/>
                  <a:gd name="T24" fmla="*/ 208 w 53"/>
                  <a:gd name="T25" fmla="*/ 227 h 36"/>
                  <a:gd name="T26" fmla="*/ 50 w 53"/>
                  <a:gd name="T27" fmla="*/ 456 h 36"/>
                  <a:gd name="T28" fmla="*/ 50 w 53"/>
                  <a:gd name="T29" fmla="*/ 456 h 36"/>
                  <a:gd name="T30" fmla="*/ 63 w 53"/>
                  <a:gd name="T31" fmla="*/ 435 h 36"/>
                  <a:gd name="T32" fmla="*/ 20 w 53"/>
                  <a:gd name="T33" fmla="*/ 456 h 36"/>
                  <a:gd name="T34" fmla="*/ 0 w 53"/>
                  <a:gd name="T35" fmla="*/ 533 h 36"/>
                  <a:gd name="T36" fmla="*/ 271 w 53"/>
                  <a:gd name="T37" fmla="*/ 661 h 36"/>
                  <a:gd name="T38" fmla="*/ 567 w 53"/>
                  <a:gd name="T39" fmla="*/ 648 h 36"/>
                  <a:gd name="T40" fmla="*/ 838 w 53"/>
                  <a:gd name="T41" fmla="*/ 456 h 36"/>
                  <a:gd name="T42" fmla="*/ 680 w 53"/>
                  <a:gd name="T43" fmla="*/ 363 h 36"/>
                  <a:gd name="T44" fmla="*/ 83 w 53"/>
                  <a:gd name="T45" fmla="*/ 419 h 36"/>
                  <a:gd name="T46" fmla="*/ 113 w 53"/>
                  <a:gd name="T47" fmla="*/ 397 h 36"/>
                  <a:gd name="T48" fmla="*/ 83 w 53"/>
                  <a:gd name="T49" fmla="*/ 419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36">
                    <a:moveTo>
                      <a:pt x="4" y="23"/>
                    </a:move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lose/>
                    <a:moveTo>
                      <a:pt x="4" y="23"/>
                    </a:moveTo>
                    <a:cubicBezTo>
                      <a:pt x="5" y="23"/>
                      <a:pt x="5" y="23"/>
                      <a:pt x="5" y="22"/>
                    </a:cubicBezTo>
                    <a:cubicBezTo>
                      <a:pt x="5" y="23"/>
                      <a:pt x="5" y="23"/>
                      <a:pt x="4" y="23"/>
                    </a:cubicBezTo>
                    <a:close/>
                    <a:moveTo>
                      <a:pt x="43" y="19"/>
                    </a:moveTo>
                    <a:cubicBezTo>
                      <a:pt x="42" y="15"/>
                      <a:pt x="43" y="9"/>
                      <a:pt x="44" y="5"/>
                    </a:cubicBezTo>
                    <a:cubicBezTo>
                      <a:pt x="44" y="5"/>
                      <a:pt x="44" y="5"/>
                      <a:pt x="44" y="4"/>
                    </a:cubicBezTo>
                    <a:cubicBezTo>
                      <a:pt x="43" y="4"/>
                      <a:pt x="42" y="4"/>
                      <a:pt x="42" y="3"/>
                    </a:cubicBezTo>
                    <a:cubicBezTo>
                      <a:pt x="34" y="0"/>
                      <a:pt x="25" y="0"/>
                      <a:pt x="18" y="3"/>
                    </a:cubicBezTo>
                    <a:cubicBezTo>
                      <a:pt x="17" y="4"/>
                      <a:pt x="15" y="5"/>
                      <a:pt x="13" y="8"/>
                    </a:cubicBezTo>
                    <a:cubicBezTo>
                      <a:pt x="13" y="9"/>
                      <a:pt x="13" y="10"/>
                      <a:pt x="13" y="12"/>
                    </a:cubicBezTo>
                    <a:cubicBezTo>
                      <a:pt x="13" y="16"/>
                      <a:pt x="7" y="23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3"/>
                      <a:pt x="4" y="23"/>
                    </a:cubicBezTo>
                    <a:cubicBezTo>
                      <a:pt x="3" y="24"/>
                      <a:pt x="2" y="24"/>
                      <a:pt x="1" y="24"/>
                    </a:cubicBezTo>
                    <a:cubicBezTo>
                      <a:pt x="0" y="26"/>
                      <a:pt x="0" y="28"/>
                      <a:pt x="0" y="28"/>
                    </a:cubicBezTo>
                    <a:cubicBezTo>
                      <a:pt x="3" y="36"/>
                      <a:pt x="10" y="36"/>
                      <a:pt x="17" y="35"/>
                    </a:cubicBezTo>
                    <a:cubicBezTo>
                      <a:pt x="24" y="35"/>
                      <a:pt x="30" y="35"/>
                      <a:pt x="36" y="34"/>
                    </a:cubicBezTo>
                    <a:cubicBezTo>
                      <a:pt x="41" y="33"/>
                      <a:pt x="49" y="29"/>
                      <a:pt x="53" y="24"/>
                    </a:cubicBezTo>
                    <a:cubicBezTo>
                      <a:pt x="49" y="25"/>
                      <a:pt x="46" y="24"/>
                      <a:pt x="43" y="19"/>
                    </a:cubicBezTo>
                    <a:close/>
                    <a:moveTo>
                      <a:pt x="5" y="22"/>
                    </a:moveTo>
                    <a:cubicBezTo>
                      <a:pt x="6" y="22"/>
                      <a:pt x="6" y="22"/>
                      <a:pt x="7" y="21"/>
                    </a:cubicBezTo>
                    <a:cubicBezTo>
                      <a:pt x="6" y="22"/>
                      <a:pt x="6" y="22"/>
                      <a:pt x="5" y="22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0" name="Freeform 33">
                <a:extLst>
                  <a:ext uri="{FF2B5EF4-FFF2-40B4-BE49-F238E27FC236}">
                    <a16:creationId xmlns:a16="http://schemas.microsoft.com/office/drawing/2014/main" id="{3BBF3C39-A5FC-4009-A06C-EAF464599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251"/>
                <a:ext cx="95" cy="144"/>
              </a:xfrm>
              <a:custGeom>
                <a:avLst/>
                <a:gdLst>
                  <a:gd name="T0" fmla="*/ 395 w 38"/>
                  <a:gd name="T1" fmla="*/ 853 h 54"/>
                  <a:gd name="T2" fmla="*/ 113 w 38"/>
                  <a:gd name="T3" fmla="*/ 989 h 54"/>
                  <a:gd name="T4" fmla="*/ 33 w 38"/>
                  <a:gd name="T5" fmla="*/ 776 h 54"/>
                  <a:gd name="T6" fmla="*/ 238 w 38"/>
                  <a:gd name="T7" fmla="*/ 171 h 54"/>
                  <a:gd name="T8" fmla="*/ 595 w 38"/>
                  <a:gd name="T9" fmla="*/ 285 h 54"/>
                  <a:gd name="T10" fmla="*/ 425 w 38"/>
                  <a:gd name="T11" fmla="*/ 819 h 54"/>
                  <a:gd name="T12" fmla="*/ 395 w 38"/>
                  <a:gd name="T13" fmla="*/ 853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4">
                    <a:moveTo>
                      <a:pt x="25" y="45"/>
                    </a:moveTo>
                    <a:cubicBezTo>
                      <a:pt x="20" y="50"/>
                      <a:pt x="15" y="54"/>
                      <a:pt x="7" y="52"/>
                    </a:cubicBezTo>
                    <a:cubicBezTo>
                      <a:pt x="0" y="50"/>
                      <a:pt x="1" y="46"/>
                      <a:pt x="2" y="41"/>
                    </a:cubicBezTo>
                    <a:cubicBezTo>
                      <a:pt x="2" y="28"/>
                      <a:pt x="5" y="17"/>
                      <a:pt x="15" y="9"/>
                    </a:cubicBezTo>
                    <a:cubicBezTo>
                      <a:pt x="24" y="0"/>
                      <a:pt x="38" y="0"/>
                      <a:pt x="38" y="15"/>
                    </a:cubicBezTo>
                    <a:cubicBezTo>
                      <a:pt x="38" y="24"/>
                      <a:pt x="32" y="35"/>
                      <a:pt x="27" y="43"/>
                    </a:cubicBezTo>
                    <a:cubicBezTo>
                      <a:pt x="25" y="44"/>
                      <a:pt x="25" y="45"/>
                      <a:pt x="25" y="45"/>
                    </a:cubicBezTo>
                    <a:close/>
                  </a:path>
                </a:pathLst>
              </a:custGeom>
              <a:solidFill>
                <a:srgbClr val="FDE3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1" name="Freeform 34">
                <a:extLst>
                  <a:ext uri="{FF2B5EF4-FFF2-40B4-BE49-F238E27FC236}">
                    <a16:creationId xmlns:a16="http://schemas.microsoft.com/office/drawing/2014/main" id="{0694A8E5-4DA7-4570-8DBC-0057C0F5D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952"/>
                <a:ext cx="133" cy="115"/>
              </a:xfrm>
              <a:custGeom>
                <a:avLst/>
                <a:gdLst>
                  <a:gd name="T0" fmla="*/ 95 w 53"/>
                  <a:gd name="T1" fmla="*/ 516 h 43"/>
                  <a:gd name="T2" fmla="*/ 346 w 53"/>
                  <a:gd name="T3" fmla="*/ 765 h 43"/>
                  <a:gd name="T4" fmla="*/ 585 w 53"/>
                  <a:gd name="T5" fmla="*/ 765 h 43"/>
                  <a:gd name="T6" fmla="*/ 838 w 53"/>
                  <a:gd name="T7" fmla="*/ 457 h 43"/>
                  <a:gd name="T8" fmla="*/ 630 w 53"/>
                  <a:gd name="T9" fmla="*/ 94 h 43"/>
                  <a:gd name="T10" fmla="*/ 146 w 53"/>
                  <a:gd name="T11" fmla="*/ 150 h 43"/>
                  <a:gd name="T12" fmla="*/ 20 w 53"/>
                  <a:gd name="T13" fmla="*/ 308 h 43"/>
                  <a:gd name="T14" fmla="*/ 95 w 53"/>
                  <a:gd name="T15" fmla="*/ 516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43">
                    <a:moveTo>
                      <a:pt x="6" y="27"/>
                    </a:moveTo>
                    <a:cubicBezTo>
                      <a:pt x="11" y="31"/>
                      <a:pt x="16" y="37"/>
                      <a:pt x="22" y="40"/>
                    </a:cubicBezTo>
                    <a:cubicBezTo>
                      <a:pt x="28" y="43"/>
                      <a:pt x="31" y="42"/>
                      <a:pt x="37" y="40"/>
                    </a:cubicBezTo>
                    <a:cubicBezTo>
                      <a:pt x="46" y="36"/>
                      <a:pt x="53" y="34"/>
                      <a:pt x="53" y="24"/>
                    </a:cubicBezTo>
                    <a:cubicBezTo>
                      <a:pt x="52" y="16"/>
                      <a:pt x="47" y="9"/>
                      <a:pt x="40" y="5"/>
                    </a:cubicBezTo>
                    <a:cubicBezTo>
                      <a:pt x="30" y="0"/>
                      <a:pt x="19" y="6"/>
                      <a:pt x="9" y="8"/>
                    </a:cubicBezTo>
                    <a:cubicBezTo>
                      <a:pt x="4" y="9"/>
                      <a:pt x="2" y="13"/>
                      <a:pt x="1" y="16"/>
                    </a:cubicBezTo>
                    <a:cubicBezTo>
                      <a:pt x="0" y="18"/>
                      <a:pt x="0" y="23"/>
                      <a:pt x="6" y="27"/>
                    </a:cubicBezTo>
                    <a:close/>
                  </a:path>
                </a:pathLst>
              </a:custGeom>
              <a:solidFill>
                <a:srgbClr val="FAE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2" name="Freeform 35">
                <a:extLst>
                  <a:ext uri="{FF2B5EF4-FFF2-40B4-BE49-F238E27FC236}">
                    <a16:creationId xmlns:a16="http://schemas.microsoft.com/office/drawing/2014/main" id="{2216EB1B-DE78-4124-956D-996A0BAD2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3053"/>
                <a:ext cx="107" cy="83"/>
              </a:xfrm>
              <a:custGeom>
                <a:avLst/>
                <a:gdLst>
                  <a:gd name="T0" fmla="*/ 478 w 43"/>
                  <a:gd name="T1" fmla="*/ 56 h 31"/>
                  <a:gd name="T2" fmla="*/ 528 w 43"/>
                  <a:gd name="T3" fmla="*/ 35 h 31"/>
                  <a:gd name="T4" fmla="*/ 478 w 43"/>
                  <a:gd name="T5" fmla="*/ 517 h 31"/>
                  <a:gd name="T6" fmla="*/ 199 w 43"/>
                  <a:gd name="T7" fmla="*/ 573 h 31"/>
                  <a:gd name="T8" fmla="*/ 12 w 43"/>
                  <a:gd name="T9" fmla="*/ 388 h 31"/>
                  <a:gd name="T10" fmla="*/ 187 w 43"/>
                  <a:gd name="T11" fmla="*/ 308 h 31"/>
                  <a:gd name="T12" fmla="*/ 478 w 43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1">
                    <a:moveTo>
                      <a:pt x="31" y="3"/>
                    </a:moveTo>
                    <a:cubicBezTo>
                      <a:pt x="32" y="2"/>
                      <a:pt x="33" y="0"/>
                      <a:pt x="34" y="2"/>
                    </a:cubicBezTo>
                    <a:cubicBezTo>
                      <a:pt x="43" y="8"/>
                      <a:pt x="39" y="22"/>
                      <a:pt x="31" y="27"/>
                    </a:cubicBezTo>
                    <a:cubicBezTo>
                      <a:pt x="26" y="31"/>
                      <a:pt x="19" y="31"/>
                      <a:pt x="13" y="30"/>
                    </a:cubicBezTo>
                    <a:cubicBezTo>
                      <a:pt x="9" y="29"/>
                      <a:pt x="0" y="26"/>
                      <a:pt x="1" y="20"/>
                    </a:cubicBezTo>
                    <a:cubicBezTo>
                      <a:pt x="4" y="18"/>
                      <a:pt x="8" y="18"/>
                      <a:pt x="12" y="16"/>
                    </a:cubicBezTo>
                    <a:cubicBezTo>
                      <a:pt x="14" y="15"/>
                      <a:pt x="26" y="9"/>
                      <a:pt x="31" y="3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3" name="Freeform 36">
                <a:extLst>
                  <a:ext uri="{FF2B5EF4-FFF2-40B4-BE49-F238E27FC236}">
                    <a16:creationId xmlns:a16="http://schemas.microsoft.com/office/drawing/2014/main" id="{9E558D43-59CD-458F-A381-9C1280FA6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219"/>
                <a:ext cx="105" cy="141"/>
              </a:xfrm>
              <a:custGeom>
                <a:avLst/>
                <a:gdLst>
                  <a:gd name="T0" fmla="*/ 458 w 42"/>
                  <a:gd name="T1" fmla="*/ 21 h 53"/>
                  <a:gd name="T2" fmla="*/ 33 w 42"/>
                  <a:gd name="T3" fmla="*/ 490 h 53"/>
                  <a:gd name="T4" fmla="*/ 63 w 42"/>
                  <a:gd name="T5" fmla="*/ 806 h 53"/>
                  <a:gd name="T6" fmla="*/ 113 w 42"/>
                  <a:gd name="T7" fmla="*/ 976 h 53"/>
                  <a:gd name="T8" fmla="*/ 300 w 42"/>
                  <a:gd name="T9" fmla="*/ 865 h 53"/>
                  <a:gd name="T10" fmla="*/ 563 w 42"/>
                  <a:gd name="T11" fmla="*/ 623 h 53"/>
                  <a:gd name="T12" fmla="*/ 458 w 42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3">
                    <a:moveTo>
                      <a:pt x="29" y="1"/>
                    </a:moveTo>
                    <a:cubicBezTo>
                      <a:pt x="16" y="0"/>
                      <a:pt x="4" y="15"/>
                      <a:pt x="2" y="26"/>
                    </a:cubicBezTo>
                    <a:cubicBezTo>
                      <a:pt x="0" y="33"/>
                      <a:pt x="4" y="37"/>
                      <a:pt x="4" y="43"/>
                    </a:cubicBezTo>
                    <a:cubicBezTo>
                      <a:pt x="4" y="47"/>
                      <a:pt x="1" y="52"/>
                      <a:pt x="7" y="52"/>
                    </a:cubicBezTo>
                    <a:cubicBezTo>
                      <a:pt x="10" y="53"/>
                      <a:pt x="16" y="48"/>
                      <a:pt x="19" y="46"/>
                    </a:cubicBezTo>
                    <a:cubicBezTo>
                      <a:pt x="25" y="42"/>
                      <a:pt x="32" y="39"/>
                      <a:pt x="36" y="33"/>
                    </a:cubicBezTo>
                    <a:cubicBezTo>
                      <a:pt x="41" y="26"/>
                      <a:pt x="42" y="2"/>
                      <a:pt x="29" y="1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4" name="Freeform 37">
                <a:extLst>
                  <a:ext uri="{FF2B5EF4-FFF2-40B4-BE49-F238E27FC236}">
                    <a16:creationId xmlns:a16="http://schemas.microsoft.com/office/drawing/2014/main" id="{5FE475EB-C442-4535-8C4D-F18B368C8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3011"/>
                <a:ext cx="128" cy="74"/>
              </a:xfrm>
              <a:custGeom>
                <a:avLst/>
                <a:gdLst>
                  <a:gd name="T0" fmla="*/ 555 w 51"/>
                  <a:gd name="T1" fmla="*/ 336 h 28"/>
                  <a:gd name="T2" fmla="*/ 314 w 51"/>
                  <a:gd name="T3" fmla="*/ 336 h 28"/>
                  <a:gd name="T4" fmla="*/ 63 w 51"/>
                  <a:gd name="T5" fmla="*/ 90 h 28"/>
                  <a:gd name="T6" fmla="*/ 0 w 51"/>
                  <a:gd name="T7" fmla="*/ 0 h 28"/>
                  <a:gd name="T8" fmla="*/ 208 w 51"/>
                  <a:gd name="T9" fmla="*/ 349 h 28"/>
                  <a:gd name="T10" fmla="*/ 492 w 51"/>
                  <a:gd name="T11" fmla="*/ 481 h 28"/>
                  <a:gd name="T12" fmla="*/ 788 w 51"/>
                  <a:gd name="T13" fmla="*/ 132 h 28"/>
                  <a:gd name="T14" fmla="*/ 788 w 51"/>
                  <a:gd name="T15" fmla="*/ 90 h 28"/>
                  <a:gd name="T16" fmla="*/ 555 w 51"/>
                  <a:gd name="T17" fmla="*/ 33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8">
                    <a:moveTo>
                      <a:pt x="35" y="18"/>
                    </a:moveTo>
                    <a:cubicBezTo>
                      <a:pt x="29" y="20"/>
                      <a:pt x="26" y="21"/>
                      <a:pt x="20" y="18"/>
                    </a:cubicBezTo>
                    <a:cubicBezTo>
                      <a:pt x="14" y="15"/>
                      <a:pt x="9" y="9"/>
                      <a:pt x="4" y="5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1" y="6"/>
                      <a:pt x="8" y="12"/>
                      <a:pt x="13" y="19"/>
                    </a:cubicBezTo>
                    <a:cubicBezTo>
                      <a:pt x="19" y="26"/>
                      <a:pt x="21" y="28"/>
                      <a:pt x="31" y="26"/>
                    </a:cubicBezTo>
                    <a:cubicBezTo>
                      <a:pt x="40" y="24"/>
                      <a:pt x="49" y="14"/>
                      <a:pt x="50" y="7"/>
                    </a:cubicBezTo>
                    <a:cubicBezTo>
                      <a:pt x="51" y="7"/>
                      <a:pt x="51" y="6"/>
                      <a:pt x="50" y="5"/>
                    </a:cubicBezTo>
                    <a:cubicBezTo>
                      <a:pt x="49" y="13"/>
                      <a:pt x="43" y="15"/>
                      <a:pt x="35" y="18"/>
                    </a:cubicBezTo>
                    <a:close/>
                  </a:path>
                </a:pathLst>
              </a:custGeom>
              <a:solidFill>
                <a:srgbClr val="ECC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5" name="Freeform 38">
                <a:extLst>
                  <a:ext uri="{FF2B5EF4-FFF2-40B4-BE49-F238E27FC236}">
                    <a16:creationId xmlns:a16="http://schemas.microsoft.com/office/drawing/2014/main" id="{70BF7020-2722-4091-BBA1-513EECBD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165"/>
                <a:ext cx="60" cy="123"/>
              </a:xfrm>
              <a:custGeom>
                <a:avLst/>
                <a:gdLst>
                  <a:gd name="T0" fmla="*/ 313 w 24"/>
                  <a:gd name="T1" fmla="*/ 35 h 46"/>
                  <a:gd name="T2" fmla="*/ 270 w 24"/>
                  <a:gd name="T3" fmla="*/ 21 h 46"/>
                  <a:gd name="T4" fmla="*/ 0 w 24"/>
                  <a:gd name="T5" fmla="*/ 422 h 46"/>
                  <a:gd name="T6" fmla="*/ 175 w 24"/>
                  <a:gd name="T7" fmla="*/ 709 h 46"/>
                  <a:gd name="T8" fmla="*/ 220 w 24"/>
                  <a:gd name="T9" fmla="*/ 880 h 46"/>
                  <a:gd name="T10" fmla="*/ 313 w 24"/>
                  <a:gd name="T11" fmla="*/ 858 h 46"/>
                  <a:gd name="T12" fmla="*/ 375 w 24"/>
                  <a:gd name="T13" fmla="*/ 824 h 46"/>
                  <a:gd name="T14" fmla="*/ 313 w 24"/>
                  <a:gd name="T15" fmla="*/ 3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46">
                    <a:moveTo>
                      <a:pt x="20" y="2"/>
                    </a:moveTo>
                    <a:cubicBezTo>
                      <a:pt x="20" y="0"/>
                      <a:pt x="18" y="1"/>
                      <a:pt x="17" y="1"/>
                    </a:cubicBezTo>
                    <a:cubicBezTo>
                      <a:pt x="9" y="4"/>
                      <a:pt x="1" y="12"/>
                      <a:pt x="0" y="22"/>
                    </a:cubicBezTo>
                    <a:cubicBezTo>
                      <a:pt x="5" y="25"/>
                      <a:pt x="8" y="30"/>
                      <a:pt x="11" y="37"/>
                    </a:cubicBezTo>
                    <a:cubicBezTo>
                      <a:pt x="12" y="39"/>
                      <a:pt x="13" y="43"/>
                      <a:pt x="14" y="46"/>
                    </a:cubicBezTo>
                    <a:cubicBezTo>
                      <a:pt x="16" y="46"/>
                      <a:pt x="18" y="46"/>
                      <a:pt x="20" y="45"/>
                    </a:cubicBezTo>
                    <a:cubicBezTo>
                      <a:pt x="21" y="45"/>
                      <a:pt x="23" y="44"/>
                      <a:pt x="24" y="43"/>
                    </a:cubicBezTo>
                    <a:cubicBezTo>
                      <a:pt x="13" y="39"/>
                      <a:pt x="18" y="13"/>
                      <a:pt x="20" y="2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6" name="Freeform 39">
                <a:extLst>
                  <a:ext uri="{FF2B5EF4-FFF2-40B4-BE49-F238E27FC236}">
                    <a16:creationId xmlns:a16="http://schemas.microsoft.com/office/drawing/2014/main" id="{BD25A1CD-454B-449A-93D0-9CD16034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168"/>
                <a:ext cx="28" cy="112"/>
              </a:xfrm>
              <a:custGeom>
                <a:avLst/>
                <a:gdLst>
                  <a:gd name="T0" fmla="*/ 117 w 11"/>
                  <a:gd name="T1" fmla="*/ 21 h 42"/>
                  <a:gd name="T2" fmla="*/ 181 w 11"/>
                  <a:gd name="T3" fmla="*/ 797 h 42"/>
                  <a:gd name="T4" fmla="*/ 130 w 11"/>
                  <a:gd name="T5" fmla="*/ 547 h 42"/>
                  <a:gd name="T6" fmla="*/ 130 w 11"/>
                  <a:gd name="T7" fmla="*/ 149 h 42"/>
                  <a:gd name="T8" fmla="*/ 117 w 11"/>
                  <a:gd name="T9" fmla="*/ 0 h 42"/>
                  <a:gd name="T10" fmla="*/ 117 w 11"/>
                  <a:gd name="T11" fmla="*/ 21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2">
                    <a:moveTo>
                      <a:pt x="7" y="1"/>
                    </a:moveTo>
                    <a:cubicBezTo>
                      <a:pt x="5" y="12"/>
                      <a:pt x="0" y="38"/>
                      <a:pt x="11" y="42"/>
                    </a:cubicBezTo>
                    <a:cubicBezTo>
                      <a:pt x="11" y="37"/>
                      <a:pt x="9" y="34"/>
                      <a:pt x="8" y="29"/>
                    </a:cubicBezTo>
                    <a:cubicBezTo>
                      <a:pt x="8" y="22"/>
                      <a:pt x="9" y="14"/>
                      <a:pt x="8" y="8"/>
                    </a:cubicBezTo>
                    <a:cubicBezTo>
                      <a:pt x="8" y="4"/>
                      <a:pt x="8" y="1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ECC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7" name="Freeform 40">
                <a:extLst>
                  <a:ext uri="{FF2B5EF4-FFF2-40B4-BE49-F238E27FC236}">
                    <a16:creationId xmlns:a16="http://schemas.microsoft.com/office/drawing/2014/main" id="{16F04688-3BE5-4AF7-9666-9485BD1D9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61"/>
                <a:ext cx="130" cy="56"/>
              </a:xfrm>
              <a:custGeom>
                <a:avLst/>
                <a:gdLst>
                  <a:gd name="T0" fmla="*/ 500 w 52"/>
                  <a:gd name="T1" fmla="*/ 56 h 21"/>
                  <a:gd name="T2" fmla="*/ 208 w 52"/>
                  <a:gd name="T3" fmla="*/ 205 h 21"/>
                  <a:gd name="T4" fmla="*/ 0 w 52"/>
                  <a:gd name="T5" fmla="*/ 363 h 21"/>
                  <a:gd name="T6" fmla="*/ 188 w 52"/>
                  <a:gd name="T7" fmla="*/ 320 h 21"/>
                  <a:gd name="T8" fmla="*/ 520 w 52"/>
                  <a:gd name="T9" fmla="*/ 171 h 21"/>
                  <a:gd name="T10" fmla="*/ 813 w 52"/>
                  <a:gd name="T11" fmla="*/ 0 h 21"/>
                  <a:gd name="T12" fmla="*/ 500 w 52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1">
                    <a:moveTo>
                      <a:pt x="32" y="3"/>
                    </a:moveTo>
                    <a:cubicBezTo>
                      <a:pt x="25" y="4"/>
                      <a:pt x="18" y="7"/>
                      <a:pt x="13" y="11"/>
                    </a:cubicBezTo>
                    <a:cubicBezTo>
                      <a:pt x="8" y="15"/>
                      <a:pt x="5" y="20"/>
                      <a:pt x="0" y="19"/>
                    </a:cubicBezTo>
                    <a:cubicBezTo>
                      <a:pt x="4" y="21"/>
                      <a:pt x="6" y="20"/>
                      <a:pt x="12" y="17"/>
                    </a:cubicBezTo>
                    <a:cubicBezTo>
                      <a:pt x="17" y="14"/>
                      <a:pt x="25" y="9"/>
                      <a:pt x="33" y="9"/>
                    </a:cubicBezTo>
                    <a:cubicBezTo>
                      <a:pt x="41" y="9"/>
                      <a:pt x="51" y="5"/>
                      <a:pt x="52" y="0"/>
                    </a:cubicBezTo>
                    <a:cubicBezTo>
                      <a:pt x="50" y="4"/>
                      <a:pt x="36" y="2"/>
                      <a:pt x="32" y="3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8" name="Freeform 41">
                <a:extLst>
                  <a:ext uri="{FF2B5EF4-FFF2-40B4-BE49-F238E27FC236}">
                    <a16:creationId xmlns:a16="http://schemas.microsoft.com/office/drawing/2014/main" id="{1B832A10-E634-4694-AB5F-C1A8ED898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013"/>
                <a:ext cx="143" cy="80"/>
              </a:xfrm>
              <a:custGeom>
                <a:avLst/>
                <a:gdLst>
                  <a:gd name="T0" fmla="*/ 492 w 57"/>
                  <a:gd name="T1" fmla="*/ 149 h 30"/>
                  <a:gd name="T2" fmla="*/ 379 w 57"/>
                  <a:gd name="T3" fmla="*/ 248 h 30"/>
                  <a:gd name="T4" fmla="*/ 251 w 57"/>
                  <a:gd name="T5" fmla="*/ 307 h 30"/>
                  <a:gd name="T6" fmla="*/ 20 w 57"/>
                  <a:gd name="T7" fmla="*/ 456 h 30"/>
                  <a:gd name="T8" fmla="*/ 208 w 57"/>
                  <a:gd name="T9" fmla="*/ 512 h 30"/>
                  <a:gd name="T10" fmla="*/ 585 w 57"/>
                  <a:gd name="T11" fmla="*/ 491 h 30"/>
                  <a:gd name="T12" fmla="*/ 818 w 57"/>
                  <a:gd name="T13" fmla="*/ 341 h 30"/>
                  <a:gd name="T14" fmla="*/ 838 w 57"/>
                  <a:gd name="T15" fmla="*/ 56 h 30"/>
                  <a:gd name="T16" fmla="*/ 630 w 57"/>
                  <a:gd name="T17" fmla="*/ 56 h 30"/>
                  <a:gd name="T18" fmla="*/ 492 w 57"/>
                  <a:gd name="T19" fmla="*/ 14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0">
                    <a:moveTo>
                      <a:pt x="31" y="8"/>
                    </a:moveTo>
                    <a:cubicBezTo>
                      <a:pt x="28" y="10"/>
                      <a:pt x="26" y="12"/>
                      <a:pt x="24" y="13"/>
                    </a:cubicBezTo>
                    <a:cubicBezTo>
                      <a:pt x="22" y="15"/>
                      <a:pt x="19" y="15"/>
                      <a:pt x="16" y="16"/>
                    </a:cubicBezTo>
                    <a:cubicBezTo>
                      <a:pt x="13" y="17"/>
                      <a:pt x="0" y="20"/>
                      <a:pt x="1" y="24"/>
                    </a:cubicBezTo>
                    <a:cubicBezTo>
                      <a:pt x="1" y="30"/>
                      <a:pt x="10" y="27"/>
                      <a:pt x="13" y="27"/>
                    </a:cubicBezTo>
                    <a:cubicBezTo>
                      <a:pt x="21" y="27"/>
                      <a:pt x="29" y="28"/>
                      <a:pt x="37" y="26"/>
                    </a:cubicBezTo>
                    <a:cubicBezTo>
                      <a:pt x="42" y="25"/>
                      <a:pt x="48" y="22"/>
                      <a:pt x="52" y="18"/>
                    </a:cubicBezTo>
                    <a:cubicBezTo>
                      <a:pt x="55" y="14"/>
                      <a:pt x="57" y="7"/>
                      <a:pt x="53" y="3"/>
                    </a:cubicBezTo>
                    <a:cubicBezTo>
                      <a:pt x="50" y="0"/>
                      <a:pt x="44" y="2"/>
                      <a:pt x="40" y="3"/>
                    </a:cubicBezTo>
                    <a:cubicBezTo>
                      <a:pt x="36" y="5"/>
                      <a:pt x="34" y="6"/>
                      <a:pt x="31" y="8"/>
                    </a:cubicBezTo>
                    <a:close/>
                  </a:path>
                </a:pathLst>
              </a:custGeom>
              <a:solidFill>
                <a:srgbClr val="FFF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9" name="Freeform 42">
                <a:extLst>
                  <a:ext uri="{FF2B5EF4-FFF2-40B4-BE49-F238E27FC236}">
                    <a16:creationId xmlns:a16="http://schemas.microsoft.com/office/drawing/2014/main" id="{DB1B5DB0-B95C-4EA7-B256-41A56015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3163"/>
                <a:ext cx="83" cy="104"/>
              </a:xfrm>
              <a:custGeom>
                <a:avLst/>
                <a:gdLst>
                  <a:gd name="T0" fmla="*/ 430 w 33"/>
                  <a:gd name="T1" fmla="*/ 149 h 39"/>
                  <a:gd name="T2" fmla="*/ 189 w 33"/>
                  <a:gd name="T3" fmla="*/ 21 h 39"/>
                  <a:gd name="T4" fmla="*/ 0 w 33"/>
                  <a:gd name="T5" fmla="*/ 192 h 39"/>
                  <a:gd name="T6" fmla="*/ 33 w 33"/>
                  <a:gd name="T7" fmla="*/ 264 h 39"/>
                  <a:gd name="T8" fmla="*/ 50 w 33"/>
                  <a:gd name="T9" fmla="*/ 435 h 39"/>
                  <a:gd name="T10" fmla="*/ 146 w 33"/>
                  <a:gd name="T11" fmla="*/ 568 h 39"/>
                  <a:gd name="T12" fmla="*/ 254 w 33"/>
                  <a:gd name="T13" fmla="*/ 683 h 39"/>
                  <a:gd name="T14" fmla="*/ 430 w 33"/>
                  <a:gd name="T15" fmla="*/ 661 h 39"/>
                  <a:gd name="T16" fmla="*/ 430 w 33"/>
                  <a:gd name="T17" fmla="*/ 149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9">
                    <a:moveTo>
                      <a:pt x="27" y="8"/>
                    </a:moveTo>
                    <a:cubicBezTo>
                      <a:pt x="23" y="4"/>
                      <a:pt x="18" y="2"/>
                      <a:pt x="12" y="1"/>
                    </a:cubicBezTo>
                    <a:cubicBezTo>
                      <a:pt x="5" y="0"/>
                      <a:pt x="2" y="4"/>
                      <a:pt x="0" y="10"/>
                    </a:cubicBezTo>
                    <a:cubicBezTo>
                      <a:pt x="1" y="11"/>
                      <a:pt x="1" y="13"/>
                      <a:pt x="2" y="14"/>
                    </a:cubicBezTo>
                    <a:cubicBezTo>
                      <a:pt x="3" y="17"/>
                      <a:pt x="3" y="20"/>
                      <a:pt x="3" y="23"/>
                    </a:cubicBezTo>
                    <a:cubicBezTo>
                      <a:pt x="4" y="25"/>
                      <a:pt x="7" y="28"/>
                      <a:pt x="9" y="30"/>
                    </a:cubicBezTo>
                    <a:cubicBezTo>
                      <a:pt x="11" y="33"/>
                      <a:pt x="13" y="35"/>
                      <a:pt x="16" y="36"/>
                    </a:cubicBezTo>
                    <a:cubicBezTo>
                      <a:pt x="20" y="39"/>
                      <a:pt x="24" y="38"/>
                      <a:pt x="27" y="35"/>
                    </a:cubicBezTo>
                    <a:cubicBezTo>
                      <a:pt x="33" y="28"/>
                      <a:pt x="33" y="15"/>
                      <a:pt x="27" y="8"/>
                    </a:cubicBezTo>
                    <a:close/>
                  </a:path>
                </a:pathLst>
              </a:custGeom>
              <a:solidFill>
                <a:srgbClr val="FDE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0" name="Freeform 43">
                <a:extLst>
                  <a:ext uri="{FF2B5EF4-FFF2-40B4-BE49-F238E27FC236}">
                    <a16:creationId xmlns:a16="http://schemas.microsoft.com/office/drawing/2014/main" id="{1E2EB0CD-C7B4-487C-8685-E547BC911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277"/>
                <a:ext cx="125" cy="136"/>
              </a:xfrm>
              <a:custGeom>
                <a:avLst/>
                <a:gdLst>
                  <a:gd name="T0" fmla="*/ 658 w 50"/>
                  <a:gd name="T1" fmla="*/ 717 h 51"/>
                  <a:gd name="T2" fmla="*/ 520 w 50"/>
                  <a:gd name="T3" fmla="*/ 491 h 51"/>
                  <a:gd name="T4" fmla="*/ 550 w 50"/>
                  <a:gd name="T5" fmla="*/ 435 h 51"/>
                  <a:gd name="T6" fmla="*/ 658 w 50"/>
                  <a:gd name="T7" fmla="*/ 227 h 51"/>
                  <a:gd name="T8" fmla="*/ 783 w 50"/>
                  <a:gd name="T9" fmla="*/ 136 h 51"/>
                  <a:gd name="T10" fmla="*/ 563 w 50"/>
                  <a:gd name="T11" fmla="*/ 0 h 51"/>
                  <a:gd name="T12" fmla="*/ 520 w 50"/>
                  <a:gd name="T13" fmla="*/ 205 h 51"/>
                  <a:gd name="T14" fmla="*/ 250 w 50"/>
                  <a:gd name="T15" fmla="*/ 456 h 51"/>
                  <a:gd name="T16" fmla="*/ 63 w 50"/>
                  <a:gd name="T17" fmla="*/ 568 h 51"/>
                  <a:gd name="T18" fmla="*/ 50 w 50"/>
                  <a:gd name="T19" fmla="*/ 568 h 51"/>
                  <a:gd name="T20" fmla="*/ 50 w 50"/>
                  <a:gd name="T21" fmla="*/ 589 h 51"/>
                  <a:gd name="T22" fmla="*/ 313 w 50"/>
                  <a:gd name="T23" fmla="*/ 947 h 51"/>
                  <a:gd name="T24" fmla="*/ 488 w 50"/>
                  <a:gd name="T25" fmla="*/ 832 h 51"/>
                  <a:gd name="T26" fmla="*/ 645 w 50"/>
                  <a:gd name="T27" fmla="*/ 760 h 51"/>
                  <a:gd name="T28" fmla="*/ 675 w 50"/>
                  <a:gd name="T29" fmla="*/ 739 h 51"/>
                  <a:gd name="T30" fmla="*/ 658 w 50"/>
                  <a:gd name="T31" fmla="*/ 717 h 5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51">
                    <a:moveTo>
                      <a:pt x="42" y="38"/>
                    </a:moveTo>
                    <a:cubicBezTo>
                      <a:pt x="40" y="36"/>
                      <a:pt x="33" y="29"/>
                      <a:pt x="33" y="26"/>
                    </a:cubicBezTo>
                    <a:cubicBezTo>
                      <a:pt x="34" y="25"/>
                      <a:pt x="34" y="23"/>
                      <a:pt x="35" y="23"/>
                    </a:cubicBezTo>
                    <a:cubicBezTo>
                      <a:pt x="38" y="20"/>
                      <a:pt x="39" y="15"/>
                      <a:pt x="42" y="12"/>
                    </a:cubicBezTo>
                    <a:cubicBezTo>
                      <a:pt x="45" y="10"/>
                      <a:pt x="47" y="8"/>
                      <a:pt x="50" y="7"/>
                    </a:cubicBezTo>
                    <a:cubicBezTo>
                      <a:pt x="47" y="2"/>
                      <a:pt x="42" y="0"/>
                      <a:pt x="36" y="0"/>
                    </a:cubicBezTo>
                    <a:cubicBezTo>
                      <a:pt x="36" y="5"/>
                      <a:pt x="34" y="9"/>
                      <a:pt x="33" y="11"/>
                    </a:cubicBezTo>
                    <a:cubicBezTo>
                      <a:pt x="29" y="17"/>
                      <a:pt x="22" y="20"/>
                      <a:pt x="16" y="24"/>
                    </a:cubicBezTo>
                    <a:cubicBezTo>
                      <a:pt x="13" y="26"/>
                      <a:pt x="7" y="31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0"/>
                      <a:pt x="10" y="51"/>
                      <a:pt x="20" y="50"/>
                    </a:cubicBezTo>
                    <a:cubicBezTo>
                      <a:pt x="24" y="49"/>
                      <a:pt x="27" y="46"/>
                      <a:pt x="31" y="44"/>
                    </a:cubicBezTo>
                    <a:cubicBezTo>
                      <a:pt x="34" y="42"/>
                      <a:pt x="38" y="42"/>
                      <a:pt x="41" y="40"/>
                    </a:cubicBezTo>
                    <a:cubicBezTo>
                      <a:pt x="42" y="40"/>
                      <a:pt x="42" y="40"/>
                      <a:pt x="43" y="39"/>
                    </a:cubicBezTo>
                    <a:cubicBezTo>
                      <a:pt x="43" y="39"/>
                      <a:pt x="42" y="39"/>
                      <a:pt x="42" y="38"/>
                    </a:cubicBezTo>
                    <a:close/>
                  </a:path>
                </a:pathLst>
              </a:custGeom>
              <a:solidFill>
                <a:srgbClr val="FDE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1" name="Freeform 44">
                <a:extLst>
                  <a:ext uri="{FF2B5EF4-FFF2-40B4-BE49-F238E27FC236}">
                    <a16:creationId xmlns:a16="http://schemas.microsoft.com/office/drawing/2014/main" id="{1EAFA567-3B41-486F-B6EC-1E0785531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3203"/>
                <a:ext cx="13" cy="18"/>
              </a:xfrm>
              <a:custGeom>
                <a:avLst/>
                <a:gdLst>
                  <a:gd name="T0" fmla="*/ 0 w 5"/>
                  <a:gd name="T1" fmla="*/ 118 h 7"/>
                  <a:gd name="T2" fmla="*/ 8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2" name="Freeform 45">
                <a:extLst>
                  <a:ext uri="{FF2B5EF4-FFF2-40B4-BE49-F238E27FC236}">
                    <a16:creationId xmlns:a16="http://schemas.microsoft.com/office/drawing/2014/main" id="{3C1F8992-7541-40B4-9E05-EE16A943A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3293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3" name="Freeform 46">
                <a:extLst>
                  <a:ext uri="{FF2B5EF4-FFF2-40B4-BE49-F238E27FC236}">
                    <a16:creationId xmlns:a16="http://schemas.microsoft.com/office/drawing/2014/main" id="{2AE1B976-262C-4EFE-90D9-161D6BEC0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3131"/>
                <a:ext cx="3" cy="16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5"/>
                      <a:pt x="0" y="6"/>
                    </a:cubicBezTo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4" name="Freeform 47">
                <a:extLst>
                  <a:ext uri="{FF2B5EF4-FFF2-40B4-BE49-F238E27FC236}">
                    <a16:creationId xmlns:a16="http://schemas.microsoft.com/office/drawing/2014/main" id="{4AEF604C-1CC7-4E1D-9B7D-7846FB82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048"/>
                <a:ext cx="1" cy="1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5" name="Freeform 48">
                <a:extLst>
                  <a:ext uri="{FF2B5EF4-FFF2-40B4-BE49-F238E27FC236}">
                    <a16:creationId xmlns:a16="http://schemas.microsoft.com/office/drawing/2014/main" id="{3B20D41C-CF19-4D84-AF4A-EAD9A02F3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280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6" name="Freeform 49">
                <a:extLst>
                  <a:ext uri="{FF2B5EF4-FFF2-40B4-BE49-F238E27FC236}">
                    <a16:creationId xmlns:a16="http://schemas.microsoft.com/office/drawing/2014/main" id="{DF2261C2-E76D-47DB-97EF-44F7F1DDA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3259"/>
                <a:ext cx="98" cy="96"/>
              </a:xfrm>
              <a:custGeom>
                <a:avLst/>
                <a:gdLst>
                  <a:gd name="T0" fmla="*/ 334 w 39"/>
                  <a:gd name="T1" fmla="*/ 35 h 36"/>
                  <a:gd name="T2" fmla="*/ 83 w 39"/>
                  <a:gd name="T3" fmla="*/ 171 h 36"/>
                  <a:gd name="T4" fmla="*/ 83 w 39"/>
                  <a:gd name="T5" fmla="*/ 227 h 36"/>
                  <a:gd name="T6" fmla="*/ 0 w 39"/>
                  <a:gd name="T7" fmla="*/ 547 h 36"/>
                  <a:gd name="T8" fmla="*/ 33 w 39"/>
                  <a:gd name="T9" fmla="*/ 568 h 36"/>
                  <a:gd name="T10" fmla="*/ 304 w 39"/>
                  <a:gd name="T11" fmla="*/ 605 h 36"/>
                  <a:gd name="T12" fmla="*/ 588 w 39"/>
                  <a:gd name="T13" fmla="*/ 285 h 36"/>
                  <a:gd name="T14" fmla="*/ 334 w 39"/>
                  <a:gd name="T15" fmla="*/ 35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6">
                    <a:moveTo>
                      <a:pt x="21" y="2"/>
                    </a:moveTo>
                    <a:cubicBezTo>
                      <a:pt x="16" y="4"/>
                      <a:pt x="9" y="5"/>
                      <a:pt x="5" y="9"/>
                    </a:cubicBezTo>
                    <a:cubicBezTo>
                      <a:pt x="5" y="10"/>
                      <a:pt x="5" y="11"/>
                      <a:pt x="5" y="12"/>
                    </a:cubicBezTo>
                    <a:cubicBezTo>
                      <a:pt x="5" y="17"/>
                      <a:pt x="3" y="23"/>
                      <a:pt x="0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7" y="36"/>
                      <a:pt x="13" y="34"/>
                      <a:pt x="19" y="32"/>
                    </a:cubicBezTo>
                    <a:cubicBezTo>
                      <a:pt x="28" y="29"/>
                      <a:pt x="36" y="25"/>
                      <a:pt x="37" y="15"/>
                    </a:cubicBezTo>
                    <a:cubicBezTo>
                      <a:pt x="39" y="3"/>
                      <a:pt x="30" y="0"/>
                      <a:pt x="21" y="2"/>
                    </a:cubicBezTo>
                    <a:close/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7" name="Freeform 50">
                <a:extLst>
                  <a:ext uri="{FF2B5EF4-FFF2-40B4-BE49-F238E27FC236}">
                    <a16:creationId xmlns:a16="http://schemas.microsoft.com/office/drawing/2014/main" id="{3A425338-B9A5-4627-AD90-C8BDBB58D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067"/>
                <a:ext cx="57" cy="53"/>
              </a:xfrm>
              <a:custGeom>
                <a:avLst/>
                <a:gdLst>
                  <a:gd name="T0" fmla="*/ 258 w 23"/>
                  <a:gd name="T1" fmla="*/ 352 h 20"/>
                  <a:gd name="T2" fmla="*/ 287 w 23"/>
                  <a:gd name="T3" fmla="*/ 371 h 20"/>
                  <a:gd name="T4" fmla="*/ 349 w 23"/>
                  <a:gd name="T5" fmla="*/ 77 h 20"/>
                  <a:gd name="T6" fmla="*/ 349 w 23"/>
                  <a:gd name="T7" fmla="*/ 56 h 20"/>
                  <a:gd name="T8" fmla="*/ 349 w 23"/>
                  <a:gd name="T9" fmla="*/ 21 h 20"/>
                  <a:gd name="T10" fmla="*/ 0 w 23"/>
                  <a:gd name="T11" fmla="*/ 294 h 20"/>
                  <a:gd name="T12" fmla="*/ 30 w 23"/>
                  <a:gd name="T13" fmla="*/ 315 h 20"/>
                  <a:gd name="T14" fmla="*/ 258 w 23"/>
                  <a:gd name="T15" fmla="*/ 352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17" y="19"/>
                    </a:moveTo>
                    <a:cubicBezTo>
                      <a:pt x="17" y="20"/>
                      <a:pt x="18" y="20"/>
                      <a:pt x="19" y="20"/>
                    </a:cubicBezTo>
                    <a:cubicBezTo>
                      <a:pt x="20" y="15"/>
                      <a:pt x="21" y="9"/>
                      <a:pt x="23" y="4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13" y="0"/>
                      <a:pt x="3" y="6"/>
                      <a:pt x="0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7" y="17"/>
                      <a:pt x="12" y="17"/>
                      <a:pt x="17" y="19"/>
                    </a:cubicBezTo>
                    <a:close/>
                  </a:path>
                </a:pathLst>
              </a:custGeom>
              <a:solidFill>
                <a:srgbClr val="E6C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8" name="Freeform 51">
                <a:extLst>
                  <a:ext uri="{FF2B5EF4-FFF2-40B4-BE49-F238E27FC236}">
                    <a16:creationId xmlns:a16="http://schemas.microsoft.com/office/drawing/2014/main" id="{1A58952A-A77B-43FB-9CBB-33859306D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061"/>
                <a:ext cx="53" cy="96"/>
              </a:xfrm>
              <a:custGeom>
                <a:avLst/>
                <a:gdLst>
                  <a:gd name="T0" fmla="*/ 338 w 21"/>
                  <a:gd name="T1" fmla="*/ 0 h 36"/>
                  <a:gd name="T2" fmla="*/ 305 w 21"/>
                  <a:gd name="T3" fmla="*/ 192 h 36"/>
                  <a:gd name="T4" fmla="*/ 255 w 21"/>
                  <a:gd name="T5" fmla="*/ 397 h 36"/>
                  <a:gd name="T6" fmla="*/ 96 w 21"/>
                  <a:gd name="T7" fmla="*/ 648 h 36"/>
                  <a:gd name="T8" fmla="*/ 50 w 21"/>
                  <a:gd name="T9" fmla="*/ 661 h 36"/>
                  <a:gd name="T10" fmla="*/ 96 w 21"/>
                  <a:gd name="T11" fmla="*/ 512 h 36"/>
                  <a:gd name="T12" fmla="*/ 222 w 21"/>
                  <a:gd name="T13" fmla="*/ 227 h 36"/>
                  <a:gd name="T14" fmla="*/ 318 w 21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36">
                    <a:moveTo>
                      <a:pt x="21" y="0"/>
                    </a:moveTo>
                    <a:cubicBezTo>
                      <a:pt x="21" y="3"/>
                      <a:pt x="19" y="7"/>
                      <a:pt x="19" y="10"/>
                    </a:cubicBezTo>
                    <a:cubicBezTo>
                      <a:pt x="18" y="13"/>
                      <a:pt x="17" y="18"/>
                      <a:pt x="16" y="21"/>
                    </a:cubicBezTo>
                    <a:cubicBezTo>
                      <a:pt x="15" y="25"/>
                      <a:pt x="10" y="32"/>
                      <a:pt x="6" y="34"/>
                    </a:cubicBezTo>
                    <a:cubicBezTo>
                      <a:pt x="4" y="36"/>
                      <a:pt x="4" y="36"/>
                      <a:pt x="3" y="35"/>
                    </a:cubicBezTo>
                    <a:cubicBezTo>
                      <a:pt x="0" y="31"/>
                      <a:pt x="4" y="29"/>
                      <a:pt x="6" y="27"/>
                    </a:cubicBezTo>
                    <a:cubicBezTo>
                      <a:pt x="10" y="23"/>
                      <a:pt x="11" y="17"/>
                      <a:pt x="14" y="12"/>
                    </a:cubicBezTo>
                    <a:cubicBezTo>
                      <a:pt x="16" y="8"/>
                      <a:pt x="19" y="5"/>
                      <a:pt x="20" y="0"/>
                    </a:cubicBezTo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9" name="Freeform 52">
                <a:extLst>
                  <a:ext uri="{FF2B5EF4-FFF2-40B4-BE49-F238E27FC236}">
                    <a16:creationId xmlns:a16="http://schemas.microsoft.com/office/drawing/2014/main" id="{69BED8C2-F6FF-40F0-94AB-1E195491E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173"/>
                <a:ext cx="35" cy="51"/>
              </a:xfrm>
              <a:custGeom>
                <a:avLst/>
                <a:gdLst>
                  <a:gd name="T0" fmla="*/ 0 w 14"/>
                  <a:gd name="T1" fmla="*/ 330 h 19"/>
                  <a:gd name="T2" fmla="*/ 220 w 14"/>
                  <a:gd name="T3" fmla="*/ 0 h 19"/>
                  <a:gd name="T4" fmla="*/ 175 w 14"/>
                  <a:gd name="T5" fmla="*/ 368 h 19"/>
                  <a:gd name="T6" fmla="*/ 0 w 14"/>
                  <a:gd name="T7" fmla="*/ 30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17"/>
                    </a:moveTo>
                    <a:cubicBezTo>
                      <a:pt x="0" y="11"/>
                      <a:pt x="7" y="0"/>
                      <a:pt x="14" y="0"/>
                    </a:cubicBezTo>
                    <a:cubicBezTo>
                      <a:pt x="11" y="4"/>
                      <a:pt x="10" y="13"/>
                      <a:pt x="11" y="19"/>
                    </a:cubicBezTo>
                    <a:cubicBezTo>
                      <a:pt x="11" y="15"/>
                      <a:pt x="3" y="13"/>
                      <a:pt x="0" y="16"/>
                    </a:cubicBezTo>
                  </a:path>
                </a:pathLst>
              </a:custGeom>
              <a:solidFill>
                <a:srgbClr val="F7EA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0" name="Freeform 53">
                <a:extLst>
                  <a:ext uri="{FF2B5EF4-FFF2-40B4-BE49-F238E27FC236}">
                    <a16:creationId xmlns:a16="http://schemas.microsoft.com/office/drawing/2014/main" id="{B1C0AC2B-5B70-4FE2-ADD7-AF36D10CA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123"/>
                <a:ext cx="68" cy="93"/>
              </a:xfrm>
              <a:custGeom>
                <a:avLst/>
                <a:gdLst>
                  <a:gd name="T0" fmla="*/ 0 w 27"/>
                  <a:gd name="T1" fmla="*/ 656 h 35"/>
                  <a:gd name="T2" fmla="*/ 96 w 27"/>
                  <a:gd name="T3" fmla="*/ 205 h 35"/>
                  <a:gd name="T4" fmla="*/ 431 w 27"/>
                  <a:gd name="T5" fmla="*/ 35 h 35"/>
                  <a:gd name="T6" fmla="*/ 272 w 27"/>
                  <a:gd name="T7" fmla="*/ 114 h 35"/>
                  <a:gd name="T8" fmla="*/ 222 w 27"/>
                  <a:gd name="T9" fmla="*/ 205 h 35"/>
                  <a:gd name="T10" fmla="*/ 159 w 27"/>
                  <a:gd name="T11" fmla="*/ 303 h 35"/>
                  <a:gd name="T12" fmla="*/ 63 w 27"/>
                  <a:gd name="T13" fmla="*/ 523 h 35"/>
                  <a:gd name="T14" fmla="*/ 20 w 27"/>
                  <a:gd name="T15" fmla="*/ 635 h 35"/>
                  <a:gd name="T16" fmla="*/ 0 w 27"/>
                  <a:gd name="T17" fmla="*/ 65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1" y="27"/>
                      <a:pt x="4" y="19"/>
                      <a:pt x="6" y="11"/>
                    </a:cubicBezTo>
                    <a:cubicBezTo>
                      <a:pt x="10" y="3"/>
                      <a:pt x="19" y="0"/>
                      <a:pt x="27" y="2"/>
                    </a:cubicBezTo>
                    <a:cubicBezTo>
                      <a:pt x="24" y="2"/>
                      <a:pt x="19" y="3"/>
                      <a:pt x="17" y="6"/>
                    </a:cubicBezTo>
                    <a:cubicBezTo>
                      <a:pt x="16" y="8"/>
                      <a:pt x="16" y="10"/>
                      <a:pt x="14" y="11"/>
                    </a:cubicBezTo>
                    <a:cubicBezTo>
                      <a:pt x="12" y="13"/>
                      <a:pt x="11" y="14"/>
                      <a:pt x="10" y="16"/>
                    </a:cubicBezTo>
                    <a:cubicBezTo>
                      <a:pt x="8" y="20"/>
                      <a:pt x="6" y="24"/>
                      <a:pt x="4" y="28"/>
                    </a:cubicBezTo>
                    <a:cubicBezTo>
                      <a:pt x="3" y="30"/>
                      <a:pt x="2" y="32"/>
                      <a:pt x="1" y="34"/>
                    </a:cubicBezTo>
                    <a:cubicBezTo>
                      <a:pt x="1" y="34"/>
                      <a:pt x="0" y="34"/>
                      <a:pt x="0" y="35"/>
                    </a:cubicBezTo>
                  </a:path>
                </a:pathLst>
              </a:custGeom>
              <a:solidFill>
                <a:srgbClr val="F6E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1" name="Freeform 54">
                <a:extLst>
                  <a:ext uri="{FF2B5EF4-FFF2-40B4-BE49-F238E27FC236}">
                    <a16:creationId xmlns:a16="http://schemas.microsoft.com/office/drawing/2014/main" id="{0B95CFB7-7009-4B86-82E8-0E8DDFA3A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152"/>
                <a:ext cx="35" cy="80"/>
              </a:xfrm>
              <a:custGeom>
                <a:avLst/>
                <a:gdLst>
                  <a:gd name="T0" fmla="*/ 208 w 14"/>
                  <a:gd name="T1" fmla="*/ 0 h 30"/>
                  <a:gd name="T2" fmla="*/ 113 w 14"/>
                  <a:gd name="T3" fmla="*/ 285 h 30"/>
                  <a:gd name="T4" fmla="*/ 0 w 14"/>
                  <a:gd name="T5" fmla="*/ 568 h 30"/>
                  <a:gd name="T6" fmla="*/ 158 w 14"/>
                  <a:gd name="T7" fmla="*/ 320 h 30"/>
                  <a:gd name="T8" fmla="*/ 208 w 14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13" y="0"/>
                    </a:moveTo>
                    <a:cubicBezTo>
                      <a:pt x="14" y="5"/>
                      <a:pt x="9" y="11"/>
                      <a:pt x="7" y="15"/>
                    </a:cubicBezTo>
                    <a:cubicBezTo>
                      <a:pt x="5" y="20"/>
                      <a:pt x="4" y="27"/>
                      <a:pt x="0" y="30"/>
                    </a:cubicBezTo>
                    <a:cubicBezTo>
                      <a:pt x="4" y="28"/>
                      <a:pt x="9" y="22"/>
                      <a:pt x="10" y="17"/>
                    </a:cubicBezTo>
                    <a:cubicBezTo>
                      <a:pt x="10" y="13"/>
                      <a:pt x="14" y="4"/>
                      <a:pt x="13" y="1"/>
                    </a:cubicBezTo>
                  </a:path>
                </a:pathLst>
              </a:custGeom>
              <a:solidFill>
                <a:srgbClr val="F6E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2" name="Freeform 55">
                <a:extLst>
                  <a:ext uri="{FF2B5EF4-FFF2-40B4-BE49-F238E27FC236}">
                    <a16:creationId xmlns:a16="http://schemas.microsoft.com/office/drawing/2014/main" id="{7F7174F0-0656-4A3B-891A-A08855C94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20"/>
                <a:ext cx="60" cy="21"/>
              </a:xfrm>
              <a:custGeom>
                <a:avLst/>
                <a:gdLst>
                  <a:gd name="T0" fmla="*/ 0 w 24"/>
                  <a:gd name="T1" fmla="*/ 55 h 8"/>
                  <a:gd name="T2" fmla="*/ 188 w 24"/>
                  <a:gd name="T3" fmla="*/ 0 h 8"/>
                  <a:gd name="T4" fmla="*/ 375 w 24"/>
                  <a:gd name="T5" fmla="*/ 76 h 8"/>
                  <a:gd name="T6" fmla="*/ 208 w 24"/>
                  <a:gd name="T7" fmla="*/ 55 h 8"/>
                  <a:gd name="T8" fmla="*/ 0 w 24"/>
                  <a:gd name="T9" fmla="*/ 144 h 8"/>
                  <a:gd name="T10" fmla="*/ 0 w 24"/>
                  <a:gd name="T11" fmla="*/ 7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0" y="3"/>
                    </a:moveTo>
                    <a:cubicBezTo>
                      <a:pt x="4" y="1"/>
                      <a:pt x="8" y="0"/>
                      <a:pt x="12" y="0"/>
                    </a:cubicBezTo>
                    <a:cubicBezTo>
                      <a:pt x="17" y="0"/>
                      <a:pt x="20" y="1"/>
                      <a:pt x="24" y="4"/>
                    </a:cubicBezTo>
                    <a:cubicBezTo>
                      <a:pt x="20" y="3"/>
                      <a:pt x="17" y="2"/>
                      <a:pt x="13" y="3"/>
                    </a:cubicBezTo>
                    <a:cubicBezTo>
                      <a:pt x="8" y="3"/>
                      <a:pt x="4" y="6"/>
                      <a:pt x="0" y="8"/>
                    </a:cubicBezTo>
                    <a:cubicBezTo>
                      <a:pt x="0" y="7"/>
                      <a:pt x="0" y="5"/>
                      <a:pt x="0" y="4"/>
                    </a:cubicBezTo>
                  </a:path>
                </a:pathLst>
              </a:custGeom>
              <a:solidFill>
                <a:srgbClr val="F6E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3" name="Freeform 56">
                <a:extLst>
                  <a:ext uri="{FF2B5EF4-FFF2-40B4-BE49-F238E27FC236}">
                    <a16:creationId xmlns:a16="http://schemas.microsoft.com/office/drawing/2014/main" id="{41B5000B-F803-4BA9-BCEC-149F5239E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3037"/>
                <a:ext cx="90" cy="43"/>
              </a:xfrm>
              <a:custGeom>
                <a:avLst/>
                <a:gdLst>
                  <a:gd name="T0" fmla="*/ 0 w 36"/>
                  <a:gd name="T1" fmla="*/ 231 h 16"/>
                  <a:gd name="T2" fmla="*/ 300 w 36"/>
                  <a:gd name="T3" fmla="*/ 159 h 16"/>
                  <a:gd name="T4" fmla="*/ 488 w 36"/>
                  <a:gd name="T5" fmla="*/ 116 h 16"/>
                  <a:gd name="T6" fmla="*/ 563 w 36"/>
                  <a:gd name="T7" fmla="*/ 0 h 16"/>
                  <a:gd name="T8" fmla="*/ 458 w 36"/>
                  <a:gd name="T9" fmla="*/ 35 h 16"/>
                  <a:gd name="T10" fmla="*/ 313 w 36"/>
                  <a:gd name="T11" fmla="*/ 59 h 16"/>
                  <a:gd name="T12" fmla="*/ 63 w 36"/>
                  <a:gd name="T13" fmla="*/ 21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6">
                    <a:moveTo>
                      <a:pt x="0" y="12"/>
                    </a:moveTo>
                    <a:cubicBezTo>
                      <a:pt x="6" y="16"/>
                      <a:pt x="12" y="9"/>
                      <a:pt x="19" y="8"/>
                    </a:cubicBezTo>
                    <a:cubicBezTo>
                      <a:pt x="23" y="7"/>
                      <a:pt x="27" y="8"/>
                      <a:pt x="31" y="6"/>
                    </a:cubicBezTo>
                    <a:cubicBezTo>
                      <a:pt x="33" y="4"/>
                      <a:pt x="35" y="2"/>
                      <a:pt x="36" y="0"/>
                    </a:cubicBezTo>
                    <a:cubicBezTo>
                      <a:pt x="34" y="0"/>
                      <a:pt x="32" y="1"/>
                      <a:pt x="29" y="2"/>
                    </a:cubicBezTo>
                    <a:cubicBezTo>
                      <a:pt x="26" y="3"/>
                      <a:pt x="23" y="3"/>
                      <a:pt x="20" y="3"/>
                    </a:cubicBezTo>
                    <a:cubicBezTo>
                      <a:pt x="14" y="4"/>
                      <a:pt x="9" y="6"/>
                      <a:pt x="4" y="11"/>
                    </a:cubicBezTo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4" name="Freeform 57">
                <a:extLst>
                  <a:ext uri="{FF2B5EF4-FFF2-40B4-BE49-F238E27FC236}">
                    <a16:creationId xmlns:a16="http://schemas.microsoft.com/office/drawing/2014/main" id="{37C35D5B-F7FC-4F29-9AF2-170FE00A2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027"/>
                <a:ext cx="90" cy="64"/>
              </a:xfrm>
              <a:custGeom>
                <a:avLst/>
                <a:gdLst>
                  <a:gd name="T0" fmla="*/ 0 w 36"/>
                  <a:gd name="T1" fmla="*/ 419 h 24"/>
                  <a:gd name="T2" fmla="*/ 300 w 36"/>
                  <a:gd name="T3" fmla="*/ 341 h 24"/>
                  <a:gd name="T4" fmla="*/ 488 w 36"/>
                  <a:gd name="T5" fmla="*/ 227 h 24"/>
                  <a:gd name="T6" fmla="*/ 500 w 36"/>
                  <a:gd name="T7" fmla="*/ 0 h 24"/>
                  <a:gd name="T8" fmla="*/ 333 w 36"/>
                  <a:gd name="T9" fmla="*/ 248 h 24"/>
                  <a:gd name="T10" fmla="*/ 50 w 36"/>
                  <a:gd name="T11" fmla="*/ 41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4">
                    <a:moveTo>
                      <a:pt x="0" y="22"/>
                    </a:moveTo>
                    <a:cubicBezTo>
                      <a:pt x="8" y="24"/>
                      <a:pt x="12" y="21"/>
                      <a:pt x="19" y="18"/>
                    </a:cubicBezTo>
                    <a:cubicBezTo>
                      <a:pt x="23" y="16"/>
                      <a:pt x="28" y="15"/>
                      <a:pt x="31" y="12"/>
                    </a:cubicBezTo>
                    <a:cubicBezTo>
                      <a:pt x="34" y="10"/>
                      <a:pt x="36" y="2"/>
                      <a:pt x="32" y="0"/>
                    </a:cubicBezTo>
                    <a:cubicBezTo>
                      <a:pt x="35" y="7"/>
                      <a:pt x="25" y="11"/>
                      <a:pt x="21" y="13"/>
                    </a:cubicBezTo>
                    <a:cubicBezTo>
                      <a:pt x="15" y="17"/>
                      <a:pt x="9" y="22"/>
                      <a:pt x="3" y="22"/>
                    </a:cubicBezTo>
                  </a:path>
                </a:pathLst>
              </a:custGeom>
              <a:solidFill>
                <a:srgbClr val="FC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5" name="Freeform 58">
                <a:extLst>
                  <a:ext uri="{FF2B5EF4-FFF2-40B4-BE49-F238E27FC236}">
                    <a16:creationId xmlns:a16="http://schemas.microsoft.com/office/drawing/2014/main" id="{193275D5-DEC9-41B2-BF93-099FBD6AB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928"/>
                <a:ext cx="38" cy="91"/>
              </a:xfrm>
              <a:custGeom>
                <a:avLst/>
                <a:gdLst>
                  <a:gd name="T0" fmla="*/ 129 w 15"/>
                  <a:gd name="T1" fmla="*/ 0 h 34"/>
                  <a:gd name="T2" fmla="*/ 33 w 15"/>
                  <a:gd name="T3" fmla="*/ 252 h 34"/>
                  <a:gd name="T4" fmla="*/ 96 w 15"/>
                  <a:gd name="T5" fmla="*/ 653 h 34"/>
                  <a:gd name="T6" fmla="*/ 147 w 15"/>
                  <a:gd name="T7" fmla="*/ 171 h 34"/>
                  <a:gd name="T8" fmla="*/ 225 w 15"/>
                  <a:gd name="T9" fmla="*/ 94 h 34"/>
                  <a:gd name="T10" fmla="*/ 147 w 15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4">
                    <a:moveTo>
                      <a:pt x="8" y="0"/>
                    </a:moveTo>
                    <a:cubicBezTo>
                      <a:pt x="8" y="5"/>
                      <a:pt x="3" y="8"/>
                      <a:pt x="2" y="13"/>
                    </a:cubicBezTo>
                    <a:cubicBezTo>
                      <a:pt x="0" y="20"/>
                      <a:pt x="1" y="28"/>
                      <a:pt x="6" y="34"/>
                    </a:cubicBezTo>
                    <a:cubicBezTo>
                      <a:pt x="3" y="27"/>
                      <a:pt x="3" y="14"/>
                      <a:pt x="9" y="9"/>
                    </a:cubicBezTo>
                    <a:cubicBezTo>
                      <a:pt x="11" y="8"/>
                      <a:pt x="15" y="8"/>
                      <a:pt x="14" y="5"/>
                    </a:cubicBezTo>
                    <a:cubicBezTo>
                      <a:pt x="14" y="2"/>
                      <a:pt x="11" y="2"/>
                      <a:pt x="9" y="0"/>
                    </a:cubicBezTo>
                  </a:path>
                </a:pathLst>
              </a:custGeom>
              <a:solidFill>
                <a:srgbClr val="FC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6" name="Freeform 59">
                <a:extLst>
                  <a:ext uri="{FF2B5EF4-FFF2-40B4-BE49-F238E27FC236}">
                    <a16:creationId xmlns:a16="http://schemas.microsoft.com/office/drawing/2014/main" id="{0939EB81-4DE6-49E3-89BA-0FB9C745E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971"/>
                <a:ext cx="110" cy="37"/>
              </a:xfrm>
              <a:custGeom>
                <a:avLst/>
                <a:gdLst>
                  <a:gd name="T0" fmla="*/ 63 w 44"/>
                  <a:gd name="T1" fmla="*/ 259 h 14"/>
                  <a:gd name="T2" fmla="*/ 113 w 44"/>
                  <a:gd name="T3" fmla="*/ 77 h 14"/>
                  <a:gd name="T4" fmla="*/ 270 w 44"/>
                  <a:gd name="T5" fmla="*/ 56 h 14"/>
                  <a:gd name="T6" fmla="*/ 470 w 44"/>
                  <a:gd name="T7" fmla="*/ 0 h 14"/>
                  <a:gd name="T8" fmla="*/ 688 w 44"/>
                  <a:gd name="T9" fmla="*/ 182 h 14"/>
                  <a:gd name="T10" fmla="*/ 488 w 44"/>
                  <a:gd name="T11" fmla="*/ 77 h 14"/>
                  <a:gd name="T12" fmla="*/ 313 w 44"/>
                  <a:gd name="T13" fmla="*/ 111 h 14"/>
                  <a:gd name="T14" fmla="*/ 83 w 44"/>
                  <a:gd name="T15" fmla="*/ 259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4">
                    <a:moveTo>
                      <a:pt x="4" y="14"/>
                    </a:moveTo>
                    <a:cubicBezTo>
                      <a:pt x="1" y="11"/>
                      <a:pt x="3" y="6"/>
                      <a:pt x="7" y="4"/>
                    </a:cubicBezTo>
                    <a:cubicBezTo>
                      <a:pt x="10" y="3"/>
                      <a:pt x="14" y="3"/>
                      <a:pt x="17" y="3"/>
                    </a:cubicBezTo>
                    <a:cubicBezTo>
                      <a:pt x="21" y="2"/>
                      <a:pt x="26" y="0"/>
                      <a:pt x="30" y="0"/>
                    </a:cubicBezTo>
                    <a:cubicBezTo>
                      <a:pt x="37" y="1"/>
                      <a:pt x="40" y="5"/>
                      <a:pt x="44" y="10"/>
                    </a:cubicBezTo>
                    <a:cubicBezTo>
                      <a:pt x="41" y="7"/>
                      <a:pt x="36" y="3"/>
                      <a:pt x="31" y="4"/>
                    </a:cubicBezTo>
                    <a:cubicBezTo>
                      <a:pt x="27" y="4"/>
                      <a:pt x="24" y="5"/>
                      <a:pt x="20" y="6"/>
                    </a:cubicBezTo>
                    <a:cubicBezTo>
                      <a:pt x="17" y="7"/>
                      <a:pt x="0" y="8"/>
                      <a:pt x="5" y="14"/>
                    </a:cubicBezTo>
                  </a:path>
                </a:pathLst>
              </a:custGeom>
              <a:solidFill>
                <a:srgbClr val="FD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7" name="Freeform 60">
                <a:extLst>
                  <a:ext uri="{FF2B5EF4-FFF2-40B4-BE49-F238E27FC236}">
                    <a16:creationId xmlns:a16="http://schemas.microsoft.com/office/drawing/2014/main" id="{36584660-BBA2-4FDA-8B90-A9B9062EB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3075"/>
                <a:ext cx="37" cy="48"/>
              </a:xfrm>
              <a:custGeom>
                <a:avLst/>
                <a:gdLst>
                  <a:gd name="T0" fmla="*/ 0 w 15"/>
                  <a:gd name="T1" fmla="*/ 341 h 18"/>
                  <a:gd name="T2" fmla="*/ 224 w 15"/>
                  <a:gd name="T3" fmla="*/ 93 h 18"/>
                  <a:gd name="T4" fmla="*/ 133 w 15"/>
                  <a:gd name="T5" fmla="*/ 192 h 18"/>
                  <a:gd name="T6" fmla="*/ 91 w 15"/>
                  <a:gd name="T7" fmla="*/ 285 h 18"/>
                  <a:gd name="T8" fmla="*/ 30 w 15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0" y="18"/>
                    </a:moveTo>
                    <a:cubicBezTo>
                      <a:pt x="2" y="15"/>
                      <a:pt x="10" y="0"/>
                      <a:pt x="15" y="5"/>
                    </a:cubicBezTo>
                    <a:cubicBezTo>
                      <a:pt x="12" y="4"/>
                      <a:pt x="10" y="8"/>
                      <a:pt x="9" y="10"/>
                    </a:cubicBezTo>
                    <a:cubicBezTo>
                      <a:pt x="8" y="12"/>
                      <a:pt x="8" y="13"/>
                      <a:pt x="6" y="15"/>
                    </a:cubicBezTo>
                    <a:cubicBezTo>
                      <a:pt x="5" y="15"/>
                      <a:pt x="2" y="16"/>
                      <a:pt x="2" y="17"/>
                    </a:cubicBezTo>
                  </a:path>
                </a:pathLst>
              </a:custGeom>
              <a:solidFill>
                <a:srgbClr val="FAE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8" name="Freeform 61">
                <a:extLst>
                  <a:ext uri="{FF2B5EF4-FFF2-40B4-BE49-F238E27FC236}">
                    <a16:creationId xmlns:a16="http://schemas.microsoft.com/office/drawing/2014/main" id="{332BCB64-0642-447B-96FE-B648FBAD9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3091"/>
                <a:ext cx="56" cy="50"/>
              </a:xfrm>
              <a:custGeom>
                <a:avLst/>
                <a:gdLst>
                  <a:gd name="T0" fmla="*/ 0 w 22"/>
                  <a:gd name="T1" fmla="*/ 311 h 19"/>
                  <a:gd name="T2" fmla="*/ 163 w 22"/>
                  <a:gd name="T3" fmla="*/ 166 h 19"/>
                  <a:gd name="T4" fmla="*/ 311 w 22"/>
                  <a:gd name="T5" fmla="*/ 21 h 19"/>
                  <a:gd name="T6" fmla="*/ 331 w 22"/>
                  <a:gd name="T7" fmla="*/ 111 h 19"/>
                  <a:gd name="T8" fmla="*/ 265 w 22"/>
                  <a:gd name="T9" fmla="*/ 200 h 19"/>
                  <a:gd name="T10" fmla="*/ 163 w 22"/>
                  <a:gd name="T11" fmla="*/ 311 h 19"/>
                  <a:gd name="T12" fmla="*/ 20 w 22"/>
                  <a:gd name="T13" fmla="*/ 34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0" y="17"/>
                    </a:moveTo>
                    <a:cubicBezTo>
                      <a:pt x="2" y="13"/>
                      <a:pt x="8" y="13"/>
                      <a:pt x="10" y="9"/>
                    </a:cubicBezTo>
                    <a:cubicBezTo>
                      <a:pt x="13" y="6"/>
                      <a:pt x="14" y="0"/>
                      <a:pt x="19" y="1"/>
                    </a:cubicBezTo>
                    <a:cubicBezTo>
                      <a:pt x="22" y="2"/>
                      <a:pt x="21" y="4"/>
                      <a:pt x="20" y="6"/>
                    </a:cubicBezTo>
                    <a:cubicBezTo>
                      <a:pt x="19" y="9"/>
                      <a:pt x="18" y="9"/>
                      <a:pt x="16" y="11"/>
                    </a:cubicBezTo>
                    <a:cubicBezTo>
                      <a:pt x="14" y="13"/>
                      <a:pt x="13" y="15"/>
                      <a:pt x="10" y="17"/>
                    </a:cubicBezTo>
                    <a:cubicBezTo>
                      <a:pt x="8" y="18"/>
                      <a:pt x="4" y="17"/>
                      <a:pt x="1" y="19"/>
                    </a:cubicBezTo>
                  </a:path>
                </a:pathLst>
              </a:custGeom>
              <a:solidFill>
                <a:srgbClr val="E6C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9" name="Freeform 62">
                <a:extLst>
                  <a:ext uri="{FF2B5EF4-FFF2-40B4-BE49-F238E27FC236}">
                    <a16:creationId xmlns:a16="http://schemas.microsoft.com/office/drawing/2014/main" id="{702D52AD-5B9F-49FD-B988-4EB8CD2E8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3296"/>
                <a:ext cx="110" cy="40"/>
              </a:xfrm>
              <a:custGeom>
                <a:avLst/>
                <a:gdLst>
                  <a:gd name="T0" fmla="*/ 0 w 44"/>
                  <a:gd name="T1" fmla="*/ 285 h 15"/>
                  <a:gd name="T2" fmla="*/ 113 w 44"/>
                  <a:gd name="T3" fmla="*/ 93 h 15"/>
                  <a:gd name="T4" fmla="*/ 313 w 44"/>
                  <a:gd name="T5" fmla="*/ 21 h 15"/>
                  <a:gd name="T6" fmla="*/ 688 w 44"/>
                  <a:gd name="T7" fmla="*/ 149 h 15"/>
                  <a:gd name="T8" fmla="*/ 333 w 44"/>
                  <a:gd name="T9" fmla="*/ 77 h 15"/>
                  <a:gd name="T10" fmla="*/ 220 w 44"/>
                  <a:gd name="T11" fmla="*/ 115 h 15"/>
                  <a:gd name="T12" fmla="*/ 83 w 44"/>
                  <a:gd name="T13" fmla="*/ 19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5">
                    <a:moveTo>
                      <a:pt x="0" y="15"/>
                    </a:moveTo>
                    <a:cubicBezTo>
                      <a:pt x="2" y="11"/>
                      <a:pt x="3" y="8"/>
                      <a:pt x="7" y="5"/>
                    </a:cubicBezTo>
                    <a:cubicBezTo>
                      <a:pt x="11" y="3"/>
                      <a:pt x="15" y="2"/>
                      <a:pt x="20" y="1"/>
                    </a:cubicBezTo>
                    <a:cubicBezTo>
                      <a:pt x="27" y="0"/>
                      <a:pt x="40" y="1"/>
                      <a:pt x="44" y="8"/>
                    </a:cubicBezTo>
                    <a:cubicBezTo>
                      <a:pt x="37" y="4"/>
                      <a:pt x="29" y="0"/>
                      <a:pt x="21" y="4"/>
                    </a:cubicBezTo>
                    <a:cubicBezTo>
                      <a:pt x="19" y="6"/>
                      <a:pt x="18" y="6"/>
                      <a:pt x="14" y="6"/>
                    </a:cubicBezTo>
                    <a:cubicBezTo>
                      <a:pt x="11" y="7"/>
                      <a:pt x="8" y="9"/>
                      <a:pt x="5" y="10"/>
                    </a:cubicBezTo>
                  </a:path>
                </a:pathLst>
              </a:custGeom>
              <a:solidFill>
                <a:srgbClr val="F6E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0" name="Freeform 63">
                <a:extLst>
                  <a:ext uri="{FF2B5EF4-FFF2-40B4-BE49-F238E27FC236}">
                    <a16:creationId xmlns:a16="http://schemas.microsoft.com/office/drawing/2014/main" id="{976BE94D-CD25-47A6-BE31-128DDBEA8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232"/>
                <a:ext cx="68" cy="104"/>
              </a:xfrm>
              <a:custGeom>
                <a:avLst/>
                <a:gdLst>
                  <a:gd name="T0" fmla="*/ 0 w 27"/>
                  <a:gd name="T1" fmla="*/ 739 h 39"/>
                  <a:gd name="T2" fmla="*/ 50 w 27"/>
                  <a:gd name="T3" fmla="*/ 456 h 39"/>
                  <a:gd name="T4" fmla="*/ 159 w 27"/>
                  <a:gd name="T5" fmla="*/ 205 h 39"/>
                  <a:gd name="T6" fmla="*/ 335 w 27"/>
                  <a:gd name="T7" fmla="*/ 21 h 39"/>
                  <a:gd name="T8" fmla="*/ 400 w 27"/>
                  <a:gd name="T9" fmla="*/ 341 h 39"/>
                  <a:gd name="T10" fmla="*/ 305 w 27"/>
                  <a:gd name="T11" fmla="*/ 149 h 39"/>
                  <a:gd name="T12" fmla="*/ 126 w 27"/>
                  <a:gd name="T13" fmla="*/ 341 h 39"/>
                  <a:gd name="T14" fmla="*/ 83 w 27"/>
                  <a:gd name="T15" fmla="*/ 456 h 39"/>
                  <a:gd name="T16" fmla="*/ 0 w 27"/>
                  <a:gd name="T17" fmla="*/ 739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9">
                    <a:moveTo>
                      <a:pt x="0" y="39"/>
                    </a:moveTo>
                    <a:cubicBezTo>
                      <a:pt x="3" y="35"/>
                      <a:pt x="3" y="29"/>
                      <a:pt x="3" y="24"/>
                    </a:cubicBezTo>
                    <a:cubicBezTo>
                      <a:pt x="3" y="18"/>
                      <a:pt x="8" y="15"/>
                      <a:pt x="10" y="11"/>
                    </a:cubicBezTo>
                    <a:cubicBezTo>
                      <a:pt x="12" y="8"/>
                      <a:pt x="16" y="0"/>
                      <a:pt x="21" y="1"/>
                    </a:cubicBezTo>
                    <a:cubicBezTo>
                      <a:pt x="27" y="2"/>
                      <a:pt x="26" y="14"/>
                      <a:pt x="25" y="18"/>
                    </a:cubicBezTo>
                    <a:cubicBezTo>
                      <a:pt x="25" y="14"/>
                      <a:pt x="25" y="5"/>
                      <a:pt x="19" y="8"/>
                    </a:cubicBezTo>
                    <a:cubicBezTo>
                      <a:pt x="15" y="10"/>
                      <a:pt x="13" y="17"/>
                      <a:pt x="8" y="18"/>
                    </a:cubicBezTo>
                    <a:cubicBezTo>
                      <a:pt x="6" y="19"/>
                      <a:pt x="5" y="21"/>
                      <a:pt x="5" y="24"/>
                    </a:cubicBezTo>
                    <a:cubicBezTo>
                      <a:pt x="5" y="27"/>
                      <a:pt x="2" y="38"/>
                      <a:pt x="0" y="39"/>
                    </a:cubicBezTo>
                    <a:close/>
                  </a:path>
                </a:pathLst>
              </a:custGeom>
              <a:solidFill>
                <a:srgbClr val="F6E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1" name="Freeform 64">
                <a:extLst>
                  <a:ext uri="{FF2B5EF4-FFF2-40B4-BE49-F238E27FC236}">
                    <a16:creationId xmlns:a16="http://schemas.microsoft.com/office/drawing/2014/main" id="{20F171BD-11BC-4BD4-A60D-7828FF7DB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320"/>
                <a:ext cx="77" cy="56"/>
              </a:xfrm>
              <a:custGeom>
                <a:avLst/>
                <a:gdLst>
                  <a:gd name="T0" fmla="*/ 12 w 31"/>
                  <a:gd name="T1" fmla="*/ 93 h 21"/>
                  <a:gd name="T2" fmla="*/ 12 w 31"/>
                  <a:gd name="T3" fmla="*/ 248 h 21"/>
                  <a:gd name="T4" fmla="*/ 0 w 31"/>
                  <a:gd name="T5" fmla="*/ 341 h 21"/>
                  <a:gd name="T6" fmla="*/ 75 w 31"/>
                  <a:gd name="T7" fmla="*/ 227 h 21"/>
                  <a:gd name="T8" fmla="*/ 196 w 31"/>
                  <a:gd name="T9" fmla="*/ 171 h 21"/>
                  <a:gd name="T10" fmla="*/ 474 w 31"/>
                  <a:gd name="T11" fmla="*/ 397 h 21"/>
                  <a:gd name="T12" fmla="*/ 62 w 31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1">
                    <a:moveTo>
                      <a:pt x="1" y="5"/>
                    </a:moveTo>
                    <a:cubicBezTo>
                      <a:pt x="2" y="7"/>
                      <a:pt x="2" y="10"/>
                      <a:pt x="1" y="13"/>
                    </a:cubicBezTo>
                    <a:cubicBezTo>
                      <a:pt x="1" y="14"/>
                      <a:pt x="0" y="16"/>
                      <a:pt x="0" y="18"/>
                    </a:cubicBezTo>
                    <a:cubicBezTo>
                      <a:pt x="2" y="17"/>
                      <a:pt x="3" y="14"/>
                      <a:pt x="5" y="12"/>
                    </a:cubicBezTo>
                    <a:cubicBezTo>
                      <a:pt x="7" y="9"/>
                      <a:pt x="10" y="9"/>
                      <a:pt x="13" y="9"/>
                    </a:cubicBezTo>
                    <a:cubicBezTo>
                      <a:pt x="21" y="10"/>
                      <a:pt x="26" y="15"/>
                      <a:pt x="31" y="21"/>
                    </a:cubicBezTo>
                    <a:cubicBezTo>
                      <a:pt x="29" y="9"/>
                      <a:pt x="15" y="0"/>
                      <a:pt x="4" y="3"/>
                    </a:cubicBezTo>
                  </a:path>
                </a:pathLst>
              </a:custGeom>
              <a:solidFill>
                <a:srgbClr val="F6E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2" name="Freeform 65">
                <a:extLst>
                  <a:ext uri="{FF2B5EF4-FFF2-40B4-BE49-F238E27FC236}">
                    <a16:creationId xmlns:a16="http://schemas.microsoft.com/office/drawing/2014/main" id="{2BBB7E4F-3269-4903-9F8D-92C4C6549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152"/>
                <a:ext cx="107" cy="59"/>
              </a:xfrm>
              <a:custGeom>
                <a:avLst/>
                <a:gdLst>
                  <a:gd name="T0" fmla="*/ 0 w 43"/>
                  <a:gd name="T1" fmla="*/ 193 h 22"/>
                  <a:gd name="T2" fmla="*/ 662 w 43"/>
                  <a:gd name="T3" fmla="*/ 215 h 22"/>
                  <a:gd name="T4" fmla="*/ 600 w 43"/>
                  <a:gd name="T5" fmla="*/ 115 h 22"/>
                  <a:gd name="T6" fmla="*/ 570 w 43"/>
                  <a:gd name="T7" fmla="*/ 0 h 22"/>
                  <a:gd name="T8" fmla="*/ 403 w 43"/>
                  <a:gd name="T9" fmla="*/ 172 h 22"/>
                  <a:gd name="T10" fmla="*/ 229 w 43"/>
                  <a:gd name="T11" fmla="*/ 231 h 22"/>
                  <a:gd name="T12" fmla="*/ 30 w 43"/>
                  <a:gd name="T13" fmla="*/ 21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2">
                    <a:moveTo>
                      <a:pt x="0" y="10"/>
                    </a:moveTo>
                    <a:cubicBezTo>
                      <a:pt x="1" y="22"/>
                      <a:pt x="37" y="14"/>
                      <a:pt x="43" y="11"/>
                    </a:cubicBezTo>
                    <a:cubicBezTo>
                      <a:pt x="42" y="8"/>
                      <a:pt x="40" y="8"/>
                      <a:pt x="39" y="6"/>
                    </a:cubicBezTo>
                    <a:cubicBezTo>
                      <a:pt x="37" y="4"/>
                      <a:pt x="37" y="2"/>
                      <a:pt x="37" y="0"/>
                    </a:cubicBezTo>
                    <a:cubicBezTo>
                      <a:pt x="35" y="5"/>
                      <a:pt x="31" y="8"/>
                      <a:pt x="26" y="9"/>
                    </a:cubicBezTo>
                    <a:cubicBezTo>
                      <a:pt x="22" y="10"/>
                      <a:pt x="18" y="12"/>
                      <a:pt x="15" y="12"/>
                    </a:cubicBezTo>
                    <a:cubicBezTo>
                      <a:pt x="12" y="12"/>
                      <a:pt x="3" y="12"/>
                      <a:pt x="2" y="11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3" name="Freeform 66">
                <a:extLst>
                  <a:ext uri="{FF2B5EF4-FFF2-40B4-BE49-F238E27FC236}">
                    <a16:creationId xmlns:a16="http://schemas.microsoft.com/office/drawing/2014/main" id="{3DCBB1F9-083B-44E2-9FA6-25EE5951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3331"/>
                <a:ext cx="130" cy="58"/>
              </a:xfrm>
              <a:custGeom>
                <a:avLst/>
                <a:gdLst>
                  <a:gd name="T0" fmla="*/ 0 w 52"/>
                  <a:gd name="T1" fmla="*/ 182 h 22"/>
                  <a:gd name="T2" fmla="*/ 270 w 52"/>
                  <a:gd name="T3" fmla="*/ 403 h 22"/>
                  <a:gd name="T4" fmla="*/ 625 w 52"/>
                  <a:gd name="T5" fmla="*/ 327 h 22"/>
                  <a:gd name="T6" fmla="*/ 750 w 52"/>
                  <a:gd name="T7" fmla="*/ 55 h 22"/>
                  <a:gd name="T8" fmla="*/ 613 w 52"/>
                  <a:gd name="T9" fmla="*/ 21 h 22"/>
                  <a:gd name="T10" fmla="*/ 438 w 52"/>
                  <a:gd name="T11" fmla="*/ 0 h 22"/>
                  <a:gd name="T12" fmla="*/ 563 w 52"/>
                  <a:gd name="T13" fmla="*/ 90 h 22"/>
                  <a:gd name="T14" fmla="*/ 520 w 52"/>
                  <a:gd name="T15" fmla="*/ 221 h 22"/>
                  <a:gd name="T16" fmla="*/ 345 w 52"/>
                  <a:gd name="T17" fmla="*/ 293 h 22"/>
                  <a:gd name="T18" fmla="*/ 63 w 52"/>
                  <a:gd name="T19" fmla="*/ 20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2">
                    <a:moveTo>
                      <a:pt x="0" y="10"/>
                    </a:moveTo>
                    <a:cubicBezTo>
                      <a:pt x="5" y="14"/>
                      <a:pt x="10" y="21"/>
                      <a:pt x="17" y="22"/>
                    </a:cubicBezTo>
                    <a:cubicBezTo>
                      <a:pt x="24" y="22"/>
                      <a:pt x="34" y="21"/>
                      <a:pt x="40" y="18"/>
                    </a:cubicBezTo>
                    <a:cubicBezTo>
                      <a:pt x="43" y="16"/>
                      <a:pt x="52" y="7"/>
                      <a:pt x="48" y="3"/>
                    </a:cubicBezTo>
                    <a:cubicBezTo>
                      <a:pt x="46" y="1"/>
                      <a:pt x="42" y="2"/>
                      <a:pt x="39" y="1"/>
                    </a:cubicBezTo>
                    <a:cubicBezTo>
                      <a:pt x="35" y="1"/>
                      <a:pt x="32" y="0"/>
                      <a:pt x="28" y="0"/>
                    </a:cubicBezTo>
                    <a:cubicBezTo>
                      <a:pt x="32" y="0"/>
                      <a:pt x="36" y="0"/>
                      <a:pt x="36" y="5"/>
                    </a:cubicBezTo>
                    <a:cubicBezTo>
                      <a:pt x="36" y="8"/>
                      <a:pt x="35" y="10"/>
                      <a:pt x="33" y="12"/>
                    </a:cubicBezTo>
                    <a:cubicBezTo>
                      <a:pt x="30" y="15"/>
                      <a:pt x="26" y="16"/>
                      <a:pt x="22" y="16"/>
                    </a:cubicBezTo>
                    <a:cubicBezTo>
                      <a:pt x="16" y="15"/>
                      <a:pt x="9" y="14"/>
                      <a:pt x="4" y="11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4" name="Freeform 67">
                <a:extLst>
                  <a:ext uri="{FF2B5EF4-FFF2-40B4-BE49-F238E27FC236}">
                    <a16:creationId xmlns:a16="http://schemas.microsoft.com/office/drawing/2014/main" id="{C182671D-1D1F-4E32-90C6-5E6E6503C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317"/>
                <a:ext cx="92" cy="19"/>
              </a:xfrm>
              <a:custGeom>
                <a:avLst/>
                <a:gdLst>
                  <a:gd name="T0" fmla="*/ 30 w 37"/>
                  <a:gd name="T1" fmla="*/ 141 h 7"/>
                  <a:gd name="T2" fmla="*/ 154 w 37"/>
                  <a:gd name="T3" fmla="*/ 103 h 7"/>
                  <a:gd name="T4" fmla="*/ 341 w 37"/>
                  <a:gd name="T5" fmla="*/ 81 h 7"/>
                  <a:gd name="T6" fmla="*/ 569 w 37"/>
                  <a:gd name="T7" fmla="*/ 117 h 7"/>
                  <a:gd name="T8" fmla="*/ 433 w 37"/>
                  <a:gd name="T9" fmla="*/ 22 h 7"/>
                  <a:gd name="T10" fmla="*/ 278 w 37"/>
                  <a:gd name="T11" fmla="*/ 22 h 7"/>
                  <a:gd name="T12" fmla="*/ 0 w 37"/>
                  <a:gd name="T13" fmla="*/ 11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7">
                    <a:moveTo>
                      <a:pt x="2" y="7"/>
                    </a:moveTo>
                    <a:cubicBezTo>
                      <a:pt x="4" y="6"/>
                      <a:pt x="7" y="6"/>
                      <a:pt x="10" y="5"/>
                    </a:cubicBezTo>
                    <a:cubicBezTo>
                      <a:pt x="14" y="5"/>
                      <a:pt x="18" y="4"/>
                      <a:pt x="22" y="4"/>
                    </a:cubicBezTo>
                    <a:cubicBezTo>
                      <a:pt x="26" y="4"/>
                      <a:pt x="34" y="3"/>
                      <a:pt x="37" y="6"/>
                    </a:cubicBezTo>
                    <a:cubicBezTo>
                      <a:pt x="35" y="4"/>
                      <a:pt x="32" y="2"/>
                      <a:pt x="28" y="1"/>
                    </a:cubicBezTo>
                    <a:cubicBezTo>
                      <a:pt x="25" y="0"/>
                      <a:pt x="21" y="1"/>
                      <a:pt x="18" y="1"/>
                    </a:cubicBezTo>
                    <a:cubicBezTo>
                      <a:pt x="11" y="1"/>
                      <a:pt x="7" y="5"/>
                      <a:pt x="0" y="6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5" name="Freeform 68">
                <a:extLst>
                  <a:ext uri="{FF2B5EF4-FFF2-40B4-BE49-F238E27FC236}">
                    <a16:creationId xmlns:a16="http://schemas.microsoft.com/office/drawing/2014/main" id="{137C50E4-81F9-4068-BFAF-84622CE90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376"/>
                <a:ext cx="85" cy="35"/>
              </a:xfrm>
              <a:custGeom>
                <a:avLst/>
                <a:gdLst>
                  <a:gd name="T0" fmla="*/ 0 w 34"/>
                  <a:gd name="T1" fmla="*/ 22 h 13"/>
                  <a:gd name="T2" fmla="*/ 533 w 34"/>
                  <a:gd name="T3" fmla="*/ 137 h 13"/>
                  <a:gd name="T4" fmla="*/ 488 w 34"/>
                  <a:gd name="T5" fmla="*/ 159 h 13"/>
                  <a:gd name="T6" fmla="*/ 345 w 34"/>
                  <a:gd name="T7" fmla="*/ 137 h 13"/>
                  <a:gd name="T8" fmla="*/ 208 w 34"/>
                  <a:gd name="T9" fmla="*/ 81 h 13"/>
                  <a:gd name="T10" fmla="*/ 20 w 34"/>
                  <a:gd name="T11" fmla="*/ 0 h 13"/>
                  <a:gd name="T12" fmla="*/ 20 w 34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3">
                    <a:moveTo>
                      <a:pt x="0" y="1"/>
                    </a:moveTo>
                    <a:cubicBezTo>
                      <a:pt x="8" y="13"/>
                      <a:pt x="23" y="12"/>
                      <a:pt x="34" y="7"/>
                    </a:cubicBezTo>
                    <a:cubicBezTo>
                      <a:pt x="33" y="6"/>
                      <a:pt x="33" y="7"/>
                      <a:pt x="31" y="8"/>
                    </a:cubicBezTo>
                    <a:cubicBezTo>
                      <a:pt x="29" y="8"/>
                      <a:pt x="25" y="8"/>
                      <a:pt x="22" y="7"/>
                    </a:cubicBezTo>
                    <a:cubicBezTo>
                      <a:pt x="19" y="6"/>
                      <a:pt x="16" y="4"/>
                      <a:pt x="13" y="4"/>
                    </a:cubicBezTo>
                    <a:cubicBezTo>
                      <a:pt x="8" y="3"/>
                      <a:pt x="5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6" name="Freeform 69">
                <a:extLst>
                  <a:ext uri="{FF2B5EF4-FFF2-40B4-BE49-F238E27FC236}">
                    <a16:creationId xmlns:a16="http://schemas.microsoft.com/office/drawing/2014/main" id="{136F49B3-A5AF-456E-8C2E-C5FA8B10D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264"/>
                <a:ext cx="81" cy="80"/>
              </a:xfrm>
              <a:custGeom>
                <a:avLst/>
                <a:gdLst>
                  <a:gd name="T0" fmla="*/ 51 w 32"/>
                  <a:gd name="T1" fmla="*/ 192 h 30"/>
                  <a:gd name="T2" fmla="*/ 20 w 32"/>
                  <a:gd name="T3" fmla="*/ 456 h 30"/>
                  <a:gd name="T4" fmla="*/ 84 w 32"/>
                  <a:gd name="T5" fmla="*/ 568 h 30"/>
                  <a:gd name="T6" fmla="*/ 390 w 32"/>
                  <a:gd name="T7" fmla="*/ 419 h 30"/>
                  <a:gd name="T8" fmla="*/ 468 w 32"/>
                  <a:gd name="T9" fmla="*/ 115 h 30"/>
                  <a:gd name="T10" fmla="*/ 213 w 32"/>
                  <a:gd name="T11" fmla="*/ 115 h 30"/>
                  <a:gd name="T12" fmla="*/ 372 w 32"/>
                  <a:gd name="T13" fmla="*/ 115 h 30"/>
                  <a:gd name="T14" fmla="*/ 372 w 32"/>
                  <a:gd name="T15" fmla="*/ 285 h 30"/>
                  <a:gd name="T16" fmla="*/ 180 w 32"/>
                  <a:gd name="T17" fmla="*/ 435 h 30"/>
                  <a:gd name="T18" fmla="*/ 116 w 32"/>
                  <a:gd name="T19" fmla="*/ 285 h 30"/>
                  <a:gd name="T20" fmla="*/ 51 w 32"/>
                  <a:gd name="T21" fmla="*/ 205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0">
                    <a:moveTo>
                      <a:pt x="3" y="10"/>
                    </a:moveTo>
                    <a:cubicBezTo>
                      <a:pt x="4" y="14"/>
                      <a:pt x="2" y="19"/>
                      <a:pt x="1" y="24"/>
                    </a:cubicBezTo>
                    <a:cubicBezTo>
                      <a:pt x="0" y="27"/>
                      <a:pt x="1" y="29"/>
                      <a:pt x="5" y="30"/>
                    </a:cubicBezTo>
                    <a:cubicBezTo>
                      <a:pt x="10" y="30"/>
                      <a:pt x="19" y="25"/>
                      <a:pt x="24" y="22"/>
                    </a:cubicBezTo>
                    <a:cubicBezTo>
                      <a:pt x="28" y="19"/>
                      <a:pt x="32" y="12"/>
                      <a:pt x="29" y="6"/>
                    </a:cubicBezTo>
                    <a:cubicBezTo>
                      <a:pt x="26" y="1"/>
                      <a:pt x="14" y="0"/>
                      <a:pt x="13" y="6"/>
                    </a:cubicBezTo>
                    <a:cubicBezTo>
                      <a:pt x="15" y="5"/>
                      <a:pt x="20" y="4"/>
                      <a:pt x="23" y="6"/>
                    </a:cubicBezTo>
                    <a:cubicBezTo>
                      <a:pt x="26" y="8"/>
                      <a:pt x="24" y="12"/>
                      <a:pt x="23" y="15"/>
                    </a:cubicBezTo>
                    <a:cubicBezTo>
                      <a:pt x="21" y="18"/>
                      <a:pt x="15" y="23"/>
                      <a:pt x="11" y="23"/>
                    </a:cubicBezTo>
                    <a:cubicBezTo>
                      <a:pt x="7" y="23"/>
                      <a:pt x="8" y="18"/>
                      <a:pt x="7" y="15"/>
                    </a:cubicBezTo>
                    <a:cubicBezTo>
                      <a:pt x="6" y="13"/>
                      <a:pt x="5" y="12"/>
                      <a:pt x="3" y="11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7" name="Freeform 70">
                <a:extLst>
                  <a:ext uri="{FF2B5EF4-FFF2-40B4-BE49-F238E27FC236}">
                    <a16:creationId xmlns:a16="http://schemas.microsoft.com/office/drawing/2014/main" id="{45BF6945-267F-4DCD-B594-521E31153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3237"/>
                <a:ext cx="30" cy="48"/>
              </a:xfrm>
              <a:custGeom>
                <a:avLst/>
                <a:gdLst>
                  <a:gd name="T0" fmla="*/ 0 w 12"/>
                  <a:gd name="T1" fmla="*/ 0 h 18"/>
                  <a:gd name="T2" fmla="*/ 83 w 12"/>
                  <a:gd name="T3" fmla="*/ 264 h 18"/>
                  <a:gd name="T4" fmla="*/ 113 w 12"/>
                  <a:gd name="T5" fmla="*/ 341 h 18"/>
                  <a:gd name="T6" fmla="*/ 188 w 12"/>
                  <a:gd name="T7" fmla="*/ 307 h 18"/>
                  <a:gd name="T8" fmla="*/ 95 w 12"/>
                  <a:gd name="T9" fmla="*/ 56 h 18"/>
                  <a:gd name="T10" fmla="*/ 95 w 12"/>
                  <a:gd name="T11" fmla="*/ 77 h 18"/>
                  <a:gd name="T12" fmla="*/ 20 w 12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1" y="5"/>
                      <a:pt x="3" y="9"/>
                      <a:pt x="5" y="14"/>
                    </a:cubicBezTo>
                    <a:cubicBezTo>
                      <a:pt x="5" y="15"/>
                      <a:pt x="6" y="17"/>
                      <a:pt x="7" y="18"/>
                    </a:cubicBezTo>
                    <a:cubicBezTo>
                      <a:pt x="8" y="18"/>
                      <a:pt x="12" y="16"/>
                      <a:pt x="12" y="16"/>
                    </a:cubicBezTo>
                    <a:cubicBezTo>
                      <a:pt x="8" y="14"/>
                      <a:pt x="7" y="7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4" y="4"/>
                      <a:pt x="2" y="2"/>
                      <a:pt x="1" y="1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8" name="Freeform 71">
                <a:extLst>
                  <a:ext uri="{FF2B5EF4-FFF2-40B4-BE49-F238E27FC236}">
                    <a16:creationId xmlns:a16="http://schemas.microsoft.com/office/drawing/2014/main" id="{9BA5EC0D-E9FA-4FAC-912A-BF5D2A349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3147"/>
                <a:ext cx="42" cy="90"/>
              </a:xfrm>
              <a:custGeom>
                <a:avLst/>
                <a:gdLst>
                  <a:gd name="T0" fmla="*/ 245 w 17"/>
                  <a:gd name="T1" fmla="*/ 34 h 34"/>
                  <a:gd name="T2" fmla="*/ 195 w 17"/>
                  <a:gd name="T3" fmla="*/ 34 h 34"/>
                  <a:gd name="T4" fmla="*/ 183 w 17"/>
                  <a:gd name="T5" fmla="*/ 111 h 34"/>
                  <a:gd name="T6" fmla="*/ 153 w 17"/>
                  <a:gd name="T7" fmla="*/ 238 h 34"/>
                  <a:gd name="T8" fmla="*/ 62 w 17"/>
                  <a:gd name="T9" fmla="*/ 408 h 34"/>
                  <a:gd name="T10" fmla="*/ 12 w 17"/>
                  <a:gd name="T11" fmla="*/ 553 h 34"/>
                  <a:gd name="T12" fmla="*/ 104 w 17"/>
                  <a:gd name="T13" fmla="*/ 540 h 34"/>
                  <a:gd name="T14" fmla="*/ 166 w 17"/>
                  <a:gd name="T15" fmla="*/ 315 h 34"/>
                  <a:gd name="T16" fmla="*/ 257 w 17"/>
                  <a:gd name="T17" fmla="*/ 111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4">
                    <a:moveTo>
                      <a:pt x="16" y="2"/>
                    </a:moveTo>
                    <a:cubicBezTo>
                      <a:pt x="16" y="0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6"/>
                    </a:cubicBezTo>
                    <a:cubicBezTo>
                      <a:pt x="11" y="9"/>
                      <a:pt x="11" y="11"/>
                      <a:pt x="10" y="13"/>
                    </a:cubicBezTo>
                    <a:cubicBezTo>
                      <a:pt x="8" y="16"/>
                      <a:pt x="5" y="18"/>
                      <a:pt x="4" y="22"/>
                    </a:cubicBezTo>
                    <a:cubicBezTo>
                      <a:pt x="3" y="23"/>
                      <a:pt x="0" y="28"/>
                      <a:pt x="1" y="30"/>
                    </a:cubicBezTo>
                    <a:cubicBezTo>
                      <a:pt x="1" y="34"/>
                      <a:pt x="5" y="30"/>
                      <a:pt x="7" y="29"/>
                    </a:cubicBezTo>
                    <a:cubicBezTo>
                      <a:pt x="9" y="26"/>
                      <a:pt x="10" y="21"/>
                      <a:pt x="11" y="17"/>
                    </a:cubicBezTo>
                    <a:cubicBezTo>
                      <a:pt x="12" y="13"/>
                      <a:pt x="15" y="9"/>
                      <a:pt x="17" y="6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9" name="Freeform 72">
                <a:extLst>
                  <a:ext uri="{FF2B5EF4-FFF2-40B4-BE49-F238E27FC236}">
                    <a16:creationId xmlns:a16="http://schemas.microsoft.com/office/drawing/2014/main" id="{04A9FE09-0D97-43C8-9729-70F47B01D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3069"/>
                <a:ext cx="47" cy="51"/>
              </a:xfrm>
              <a:custGeom>
                <a:avLst/>
                <a:gdLst>
                  <a:gd name="T0" fmla="*/ 257 w 19"/>
                  <a:gd name="T1" fmla="*/ 0 h 19"/>
                  <a:gd name="T2" fmla="*/ 215 w 19"/>
                  <a:gd name="T3" fmla="*/ 287 h 19"/>
                  <a:gd name="T4" fmla="*/ 0 w 19"/>
                  <a:gd name="T5" fmla="*/ 330 h 19"/>
                  <a:gd name="T6" fmla="*/ 62 w 19"/>
                  <a:gd name="T7" fmla="*/ 193 h 19"/>
                  <a:gd name="T8" fmla="*/ 245 w 1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0"/>
                    </a:moveTo>
                    <a:cubicBezTo>
                      <a:pt x="19" y="4"/>
                      <a:pt x="17" y="12"/>
                      <a:pt x="14" y="15"/>
                    </a:cubicBezTo>
                    <a:cubicBezTo>
                      <a:pt x="11" y="19"/>
                      <a:pt x="5" y="18"/>
                      <a:pt x="0" y="17"/>
                    </a:cubicBezTo>
                    <a:cubicBezTo>
                      <a:pt x="4" y="19"/>
                      <a:pt x="15" y="10"/>
                      <a:pt x="4" y="10"/>
                    </a:cubicBezTo>
                    <a:cubicBezTo>
                      <a:pt x="8" y="7"/>
                      <a:pt x="14" y="4"/>
                      <a:pt x="16" y="0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0" name="Freeform 73">
                <a:extLst>
                  <a:ext uri="{FF2B5EF4-FFF2-40B4-BE49-F238E27FC236}">
                    <a16:creationId xmlns:a16="http://schemas.microsoft.com/office/drawing/2014/main" id="{24FDE86C-2F8F-4BF3-8EB0-3339819EB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115"/>
                <a:ext cx="78" cy="45"/>
              </a:xfrm>
              <a:custGeom>
                <a:avLst/>
                <a:gdLst>
                  <a:gd name="T0" fmla="*/ 0 w 31"/>
                  <a:gd name="T1" fmla="*/ 21 h 17"/>
                  <a:gd name="T2" fmla="*/ 96 w 31"/>
                  <a:gd name="T3" fmla="*/ 56 h 17"/>
                  <a:gd name="T4" fmla="*/ 242 w 31"/>
                  <a:gd name="T5" fmla="*/ 132 h 17"/>
                  <a:gd name="T6" fmla="*/ 493 w 31"/>
                  <a:gd name="T7" fmla="*/ 238 h 17"/>
                  <a:gd name="T8" fmla="*/ 317 w 31"/>
                  <a:gd name="T9" fmla="*/ 77 h 17"/>
                  <a:gd name="T10" fmla="*/ 126 w 31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7">
                    <a:moveTo>
                      <a:pt x="0" y="1"/>
                    </a:moveTo>
                    <a:cubicBezTo>
                      <a:pt x="4" y="1"/>
                      <a:pt x="4" y="3"/>
                      <a:pt x="6" y="3"/>
                    </a:cubicBezTo>
                    <a:cubicBezTo>
                      <a:pt x="10" y="4"/>
                      <a:pt x="11" y="5"/>
                      <a:pt x="15" y="7"/>
                    </a:cubicBezTo>
                    <a:cubicBezTo>
                      <a:pt x="20" y="11"/>
                      <a:pt x="25" y="17"/>
                      <a:pt x="31" y="13"/>
                    </a:cubicBezTo>
                    <a:cubicBezTo>
                      <a:pt x="26" y="12"/>
                      <a:pt x="24" y="8"/>
                      <a:pt x="20" y="4"/>
                    </a:cubicBezTo>
                    <a:cubicBezTo>
                      <a:pt x="17" y="1"/>
                      <a:pt x="12" y="0"/>
                      <a:pt x="8" y="1"/>
                    </a:cubicBezTo>
                  </a:path>
                </a:pathLst>
              </a:custGeom>
              <a:solidFill>
                <a:srgbClr val="E6C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1" name="Freeform 74">
                <a:extLst>
                  <a:ext uri="{FF2B5EF4-FFF2-40B4-BE49-F238E27FC236}">
                    <a16:creationId xmlns:a16="http://schemas.microsoft.com/office/drawing/2014/main" id="{F8C337CC-A541-4E53-8022-37394D544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3101"/>
                <a:ext cx="45" cy="38"/>
              </a:xfrm>
              <a:custGeom>
                <a:avLst/>
                <a:gdLst>
                  <a:gd name="T0" fmla="*/ 0 w 18"/>
                  <a:gd name="T1" fmla="*/ 22 h 14"/>
                  <a:gd name="T2" fmla="*/ 63 w 18"/>
                  <a:gd name="T3" fmla="*/ 103 h 14"/>
                  <a:gd name="T4" fmla="*/ 145 w 18"/>
                  <a:gd name="T5" fmla="*/ 163 h 14"/>
                  <a:gd name="T6" fmla="*/ 283 w 18"/>
                  <a:gd name="T7" fmla="*/ 280 h 14"/>
                  <a:gd name="T8" fmla="*/ 125 w 18"/>
                  <a:gd name="T9" fmla="*/ 0 h 14"/>
                  <a:gd name="T10" fmla="*/ 158 w 18"/>
                  <a:gd name="T11" fmla="*/ 103 h 14"/>
                  <a:gd name="T12" fmla="*/ 83 w 18"/>
                  <a:gd name="T13" fmla="*/ 8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0" y="1"/>
                    </a:moveTo>
                    <a:cubicBezTo>
                      <a:pt x="1" y="2"/>
                      <a:pt x="2" y="4"/>
                      <a:pt x="4" y="5"/>
                    </a:cubicBezTo>
                    <a:cubicBezTo>
                      <a:pt x="5" y="7"/>
                      <a:pt x="7" y="7"/>
                      <a:pt x="9" y="8"/>
                    </a:cubicBezTo>
                    <a:cubicBezTo>
                      <a:pt x="13" y="9"/>
                      <a:pt x="15" y="11"/>
                      <a:pt x="18" y="14"/>
                    </a:cubicBezTo>
                    <a:cubicBezTo>
                      <a:pt x="18" y="8"/>
                      <a:pt x="14" y="3"/>
                      <a:pt x="8" y="0"/>
                    </a:cubicBezTo>
                    <a:cubicBezTo>
                      <a:pt x="9" y="2"/>
                      <a:pt x="11" y="3"/>
                      <a:pt x="10" y="5"/>
                    </a:cubicBezTo>
                    <a:cubicBezTo>
                      <a:pt x="9" y="6"/>
                      <a:pt x="6" y="5"/>
                      <a:pt x="5" y="4"/>
                    </a:cubicBezTo>
                  </a:path>
                </a:pathLst>
              </a:custGeom>
              <a:solidFill>
                <a:srgbClr val="F8E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2" name="Freeform 75">
                <a:extLst>
                  <a:ext uri="{FF2B5EF4-FFF2-40B4-BE49-F238E27FC236}">
                    <a16:creationId xmlns:a16="http://schemas.microsoft.com/office/drawing/2014/main" id="{81CAE4F8-DC52-4388-9EEC-0C56FDE76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949"/>
                <a:ext cx="32" cy="11"/>
              </a:xfrm>
              <a:custGeom>
                <a:avLst/>
                <a:gdLst>
                  <a:gd name="T0" fmla="*/ 0 w 13"/>
                  <a:gd name="T1" fmla="*/ 61 h 4"/>
                  <a:gd name="T2" fmla="*/ 194 w 13"/>
                  <a:gd name="T3" fmla="*/ 83 h 4"/>
                  <a:gd name="T4" fmla="*/ 12 w 13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">
                    <a:moveTo>
                      <a:pt x="0" y="3"/>
                    </a:moveTo>
                    <a:cubicBezTo>
                      <a:pt x="5" y="0"/>
                      <a:pt x="9" y="1"/>
                      <a:pt x="13" y="4"/>
                    </a:cubicBezTo>
                    <a:cubicBezTo>
                      <a:pt x="10" y="3"/>
                      <a:pt x="4" y="3"/>
                      <a:pt x="1" y="3"/>
                    </a:cubicBezTo>
                  </a:path>
                </a:pathLst>
              </a:custGeom>
              <a:solidFill>
                <a:srgbClr val="F8E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3" name="Freeform 76">
                <a:extLst>
                  <a:ext uri="{FF2B5EF4-FFF2-40B4-BE49-F238E27FC236}">
                    <a16:creationId xmlns:a16="http://schemas.microsoft.com/office/drawing/2014/main" id="{D32151CD-F20E-44F8-982E-CCB895F21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997"/>
                <a:ext cx="83" cy="43"/>
              </a:xfrm>
              <a:custGeom>
                <a:avLst/>
                <a:gdLst>
                  <a:gd name="T0" fmla="*/ 0 w 33"/>
                  <a:gd name="T1" fmla="*/ 0 h 16"/>
                  <a:gd name="T2" fmla="*/ 317 w 33"/>
                  <a:gd name="T3" fmla="*/ 137 h 16"/>
                  <a:gd name="T4" fmla="*/ 430 w 33"/>
                  <a:gd name="T5" fmla="*/ 253 h 16"/>
                  <a:gd name="T6" fmla="*/ 526 w 33"/>
                  <a:gd name="T7" fmla="*/ 196 h 16"/>
                  <a:gd name="T8" fmla="*/ 347 w 33"/>
                  <a:gd name="T9" fmla="*/ 94 h 16"/>
                  <a:gd name="T10" fmla="*/ 0 w 3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5"/>
                      <a:pt x="13" y="5"/>
                      <a:pt x="20" y="7"/>
                    </a:cubicBezTo>
                    <a:cubicBezTo>
                      <a:pt x="24" y="8"/>
                      <a:pt x="25" y="10"/>
                      <a:pt x="27" y="13"/>
                    </a:cubicBezTo>
                    <a:cubicBezTo>
                      <a:pt x="31" y="16"/>
                      <a:pt x="33" y="15"/>
                      <a:pt x="33" y="10"/>
                    </a:cubicBezTo>
                    <a:cubicBezTo>
                      <a:pt x="32" y="14"/>
                      <a:pt x="24" y="6"/>
                      <a:pt x="22" y="5"/>
                    </a:cubicBezTo>
                    <a:cubicBezTo>
                      <a:pt x="16" y="2"/>
                      <a:pt x="5" y="5"/>
                      <a:pt x="0" y="0"/>
                    </a:cubicBezTo>
                  </a:path>
                </a:pathLst>
              </a:custGeom>
              <a:solidFill>
                <a:srgbClr val="FBF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4" name="Freeform 77">
                <a:extLst>
                  <a:ext uri="{FF2B5EF4-FFF2-40B4-BE49-F238E27FC236}">
                    <a16:creationId xmlns:a16="http://schemas.microsoft.com/office/drawing/2014/main" id="{5329DB23-CDF7-40A2-BA1B-77D02EF4D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987"/>
                <a:ext cx="65" cy="29"/>
              </a:xfrm>
              <a:custGeom>
                <a:avLst/>
                <a:gdLst>
                  <a:gd name="T0" fmla="*/ 63 w 26"/>
                  <a:gd name="T1" fmla="*/ 0 h 11"/>
                  <a:gd name="T2" fmla="*/ 95 w 26"/>
                  <a:gd name="T3" fmla="*/ 55 h 11"/>
                  <a:gd name="T4" fmla="*/ 208 w 26"/>
                  <a:gd name="T5" fmla="*/ 90 h 11"/>
                  <a:gd name="T6" fmla="*/ 313 w 26"/>
                  <a:gd name="T7" fmla="*/ 124 h 11"/>
                  <a:gd name="T8" fmla="*/ 408 w 26"/>
                  <a:gd name="T9" fmla="*/ 166 h 11"/>
                  <a:gd name="T10" fmla="*/ 270 w 26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1">
                    <a:moveTo>
                      <a:pt x="4" y="0"/>
                    </a:moveTo>
                    <a:cubicBezTo>
                      <a:pt x="0" y="0"/>
                      <a:pt x="5" y="2"/>
                      <a:pt x="6" y="3"/>
                    </a:cubicBezTo>
                    <a:cubicBezTo>
                      <a:pt x="8" y="4"/>
                      <a:pt x="10" y="4"/>
                      <a:pt x="13" y="5"/>
                    </a:cubicBezTo>
                    <a:cubicBezTo>
                      <a:pt x="15" y="5"/>
                      <a:pt x="18" y="5"/>
                      <a:pt x="20" y="7"/>
                    </a:cubicBezTo>
                    <a:cubicBezTo>
                      <a:pt x="22" y="8"/>
                      <a:pt x="25" y="11"/>
                      <a:pt x="26" y="9"/>
                    </a:cubicBezTo>
                    <a:cubicBezTo>
                      <a:pt x="24" y="7"/>
                      <a:pt x="21" y="2"/>
                      <a:pt x="17" y="2"/>
                    </a:cubicBezTo>
                  </a:path>
                </a:pathLst>
              </a:custGeom>
              <a:solidFill>
                <a:srgbClr val="EECA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5" name="Freeform 78">
                <a:extLst>
                  <a:ext uri="{FF2B5EF4-FFF2-40B4-BE49-F238E27FC236}">
                    <a16:creationId xmlns:a16="http://schemas.microsoft.com/office/drawing/2014/main" id="{E702A1B3-1269-4887-BA54-16F28926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955"/>
                <a:ext cx="62" cy="93"/>
              </a:xfrm>
              <a:custGeom>
                <a:avLst/>
                <a:gdLst>
                  <a:gd name="T0" fmla="*/ 258 w 25"/>
                  <a:gd name="T1" fmla="*/ 0 h 35"/>
                  <a:gd name="T2" fmla="*/ 337 w 25"/>
                  <a:gd name="T3" fmla="*/ 133 h 35"/>
                  <a:gd name="T4" fmla="*/ 370 w 25"/>
                  <a:gd name="T5" fmla="*/ 260 h 35"/>
                  <a:gd name="T6" fmla="*/ 350 w 25"/>
                  <a:gd name="T7" fmla="*/ 508 h 35"/>
                  <a:gd name="T8" fmla="*/ 216 w 25"/>
                  <a:gd name="T9" fmla="*/ 622 h 35"/>
                  <a:gd name="T10" fmla="*/ 0 w 25"/>
                  <a:gd name="T11" fmla="*/ 566 h 35"/>
                  <a:gd name="T12" fmla="*/ 92 w 25"/>
                  <a:gd name="T13" fmla="*/ 353 h 35"/>
                  <a:gd name="T14" fmla="*/ 62 w 25"/>
                  <a:gd name="T15" fmla="*/ 170 h 35"/>
                  <a:gd name="T16" fmla="*/ 92 w 25"/>
                  <a:gd name="T17" fmla="*/ 21 h 35"/>
                  <a:gd name="T18" fmla="*/ 184 w 25"/>
                  <a:gd name="T19" fmla="*/ 319 h 35"/>
                  <a:gd name="T20" fmla="*/ 166 w 25"/>
                  <a:gd name="T21" fmla="*/ 545 h 35"/>
                  <a:gd name="T22" fmla="*/ 320 w 25"/>
                  <a:gd name="T23" fmla="*/ 303 h 35"/>
                  <a:gd name="T24" fmla="*/ 278 w 25"/>
                  <a:gd name="T25" fmla="*/ 93 h 35"/>
                  <a:gd name="T26" fmla="*/ 246 w 25"/>
                  <a:gd name="T27" fmla="*/ 0 h 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35">
                    <a:moveTo>
                      <a:pt x="17" y="0"/>
                    </a:moveTo>
                    <a:cubicBezTo>
                      <a:pt x="19" y="2"/>
                      <a:pt x="21" y="4"/>
                      <a:pt x="22" y="7"/>
                    </a:cubicBezTo>
                    <a:cubicBezTo>
                      <a:pt x="23" y="9"/>
                      <a:pt x="23" y="11"/>
                      <a:pt x="24" y="14"/>
                    </a:cubicBezTo>
                    <a:cubicBezTo>
                      <a:pt x="25" y="18"/>
                      <a:pt x="25" y="23"/>
                      <a:pt x="23" y="27"/>
                    </a:cubicBezTo>
                    <a:cubicBezTo>
                      <a:pt x="21" y="30"/>
                      <a:pt x="17" y="32"/>
                      <a:pt x="14" y="33"/>
                    </a:cubicBezTo>
                    <a:cubicBezTo>
                      <a:pt x="11" y="35"/>
                      <a:pt x="1" y="35"/>
                      <a:pt x="0" y="30"/>
                    </a:cubicBezTo>
                    <a:cubicBezTo>
                      <a:pt x="8" y="33"/>
                      <a:pt x="8" y="24"/>
                      <a:pt x="6" y="19"/>
                    </a:cubicBezTo>
                    <a:cubicBezTo>
                      <a:pt x="5" y="16"/>
                      <a:pt x="6" y="12"/>
                      <a:pt x="4" y="9"/>
                    </a:cubicBezTo>
                    <a:cubicBezTo>
                      <a:pt x="3" y="6"/>
                      <a:pt x="3" y="4"/>
                      <a:pt x="6" y="1"/>
                    </a:cubicBezTo>
                    <a:cubicBezTo>
                      <a:pt x="4" y="7"/>
                      <a:pt x="10" y="12"/>
                      <a:pt x="12" y="17"/>
                    </a:cubicBezTo>
                    <a:cubicBezTo>
                      <a:pt x="13" y="20"/>
                      <a:pt x="13" y="26"/>
                      <a:pt x="11" y="29"/>
                    </a:cubicBezTo>
                    <a:cubicBezTo>
                      <a:pt x="15" y="34"/>
                      <a:pt x="21" y="19"/>
                      <a:pt x="21" y="16"/>
                    </a:cubicBezTo>
                    <a:cubicBezTo>
                      <a:pt x="22" y="12"/>
                      <a:pt x="19" y="8"/>
                      <a:pt x="18" y="5"/>
                    </a:cubicBezTo>
                    <a:cubicBezTo>
                      <a:pt x="17" y="3"/>
                      <a:pt x="17" y="1"/>
                      <a:pt x="16" y="0"/>
                    </a:cubicBezTo>
                  </a:path>
                </a:pathLst>
              </a:custGeom>
              <a:solidFill>
                <a:srgbClr val="E4C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6" name="Freeform 79">
                <a:extLst>
                  <a:ext uri="{FF2B5EF4-FFF2-40B4-BE49-F238E27FC236}">
                    <a16:creationId xmlns:a16="http://schemas.microsoft.com/office/drawing/2014/main" id="{23FB2F8D-E57D-43E7-8E27-8C6CE035F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3024"/>
                <a:ext cx="60" cy="48"/>
              </a:xfrm>
              <a:custGeom>
                <a:avLst/>
                <a:gdLst>
                  <a:gd name="T0" fmla="*/ 0 w 24"/>
                  <a:gd name="T1" fmla="*/ 341 h 18"/>
                  <a:gd name="T2" fmla="*/ 208 w 24"/>
                  <a:gd name="T3" fmla="*/ 205 h 18"/>
                  <a:gd name="T4" fmla="*/ 250 w 24"/>
                  <a:gd name="T5" fmla="*/ 136 h 18"/>
                  <a:gd name="T6" fmla="*/ 313 w 24"/>
                  <a:gd name="T7" fmla="*/ 77 h 18"/>
                  <a:gd name="T8" fmla="*/ 313 w 24"/>
                  <a:gd name="T9" fmla="*/ 0 h 18"/>
                  <a:gd name="T10" fmla="*/ 300 w 24"/>
                  <a:gd name="T11" fmla="*/ 171 h 18"/>
                  <a:gd name="T12" fmla="*/ 220 w 24"/>
                  <a:gd name="T13" fmla="*/ 264 h 18"/>
                  <a:gd name="T14" fmla="*/ 113 w 24"/>
                  <a:gd name="T15" fmla="*/ 32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8">
                    <a:moveTo>
                      <a:pt x="0" y="18"/>
                    </a:moveTo>
                    <a:cubicBezTo>
                      <a:pt x="5" y="18"/>
                      <a:pt x="10" y="14"/>
                      <a:pt x="13" y="11"/>
                    </a:cubicBezTo>
                    <a:cubicBezTo>
                      <a:pt x="14" y="10"/>
                      <a:pt x="15" y="8"/>
                      <a:pt x="16" y="7"/>
                    </a:cubicBezTo>
                    <a:cubicBezTo>
                      <a:pt x="17" y="6"/>
                      <a:pt x="19" y="5"/>
                      <a:pt x="20" y="4"/>
                    </a:cubicBezTo>
                    <a:cubicBezTo>
                      <a:pt x="21" y="3"/>
                      <a:pt x="22" y="1"/>
                      <a:pt x="20" y="0"/>
                    </a:cubicBezTo>
                    <a:cubicBezTo>
                      <a:pt x="24" y="1"/>
                      <a:pt x="21" y="7"/>
                      <a:pt x="19" y="9"/>
                    </a:cubicBezTo>
                    <a:cubicBezTo>
                      <a:pt x="17" y="11"/>
                      <a:pt x="15" y="12"/>
                      <a:pt x="14" y="14"/>
                    </a:cubicBezTo>
                    <a:cubicBezTo>
                      <a:pt x="11" y="16"/>
                      <a:pt x="9" y="16"/>
                      <a:pt x="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7" name="Freeform 80">
                <a:extLst>
                  <a:ext uri="{FF2B5EF4-FFF2-40B4-BE49-F238E27FC236}">
                    <a16:creationId xmlns:a16="http://schemas.microsoft.com/office/drawing/2014/main" id="{452EC26A-617D-4003-A87C-D92E5FF3A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027"/>
                <a:ext cx="62" cy="40"/>
              </a:xfrm>
              <a:custGeom>
                <a:avLst/>
                <a:gdLst>
                  <a:gd name="T0" fmla="*/ 42 w 25"/>
                  <a:gd name="T1" fmla="*/ 285 h 15"/>
                  <a:gd name="T2" fmla="*/ 0 w 25"/>
                  <a:gd name="T3" fmla="*/ 285 h 15"/>
                  <a:gd name="T4" fmla="*/ 216 w 25"/>
                  <a:gd name="T5" fmla="*/ 171 h 15"/>
                  <a:gd name="T6" fmla="*/ 382 w 25"/>
                  <a:gd name="T7" fmla="*/ 56 h 15"/>
                  <a:gd name="T8" fmla="*/ 166 w 25"/>
                  <a:gd name="T9" fmla="*/ 24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5">
                    <a:moveTo>
                      <a:pt x="3" y="15"/>
                    </a:moveTo>
                    <a:cubicBezTo>
                      <a:pt x="2" y="15"/>
                      <a:pt x="1" y="15"/>
                      <a:pt x="0" y="15"/>
                    </a:cubicBezTo>
                    <a:cubicBezTo>
                      <a:pt x="2" y="11"/>
                      <a:pt x="10" y="11"/>
                      <a:pt x="14" y="9"/>
                    </a:cubicBezTo>
                    <a:cubicBezTo>
                      <a:pt x="16" y="7"/>
                      <a:pt x="22" y="0"/>
                      <a:pt x="25" y="3"/>
                    </a:cubicBezTo>
                    <a:cubicBezTo>
                      <a:pt x="21" y="6"/>
                      <a:pt x="16" y="12"/>
                      <a:pt x="11" y="13"/>
                    </a:cubicBezTo>
                  </a:path>
                </a:pathLst>
              </a:custGeom>
              <a:solidFill>
                <a:srgbClr val="FDE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8" name="Freeform 81">
                <a:extLst>
                  <a:ext uri="{FF2B5EF4-FFF2-40B4-BE49-F238E27FC236}">
                    <a16:creationId xmlns:a16="http://schemas.microsoft.com/office/drawing/2014/main" id="{971EFC11-9181-4A79-8FA1-B4540518C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240"/>
                <a:ext cx="100" cy="48"/>
              </a:xfrm>
              <a:custGeom>
                <a:avLst/>
                <a:gdLst>
                  <a:gd name="T0" fmla="*/ 0 w 40"/>
                  <a:gd name="T1" fmla="*/ 341 h 18"/>
                  <a:gd name="T2" fmla="*/ 270 w 40"/>
                  <a:gd name="T3" fmla="*/ 93 h 18"/>
                  <a:gd name="T4" fmla="*/ 550 w 40"/>
                  <a:gd name="T5" fmla="*/ 77 h 18"/>
                  <a:gd name="T6" fmla="*/ 533 w 40"/>
                  <a:gd name="T7" fmla="*/ 77 h 18"/>
                  <a:gd name="T8" fmla="*/ 550 w 40"/>
                  <a:gd name="T9" fmla="*/ 0 h 18"/>
                  <a:gd name="T10" fmla="*/ 595 w 40"/>
                  <a:gd name="T11" fmla="*/ 115 h 18"/>
                  <a:gd name="T12" fmla="*/ 488 w 40"/>
                  <a:gd name="T13" fmla="*/ 115 h 18"/>
                  <a:gd name="T14" fmla="*/ 375 w 40"/>
                  <a:gd name="T15" fmla="*/ 136 h 18"/>
                  <a:gd name="T16" fmla="*/ 220 w 40"/>
                  <a:gd name="T17" fmla="*/ 192 h 18"/>
                  <a:gd name="T18" fmla="*/ 63 w 40"/>
                  <a:gd name="T19" fmla="*/ 307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18">
                    <a:moveTo>
                      <a:pt x="0" y="18"/>
                    </a:moveTo>
                    <a:cubicBezTo>
                      <a:pt x="3" y="13"/>
                      <a:pt x="11" y="8"/>
                      <a:pt x="17" y="5"/>
                    </a:cubicBezTo>
                    <a:cubicBezTo>
                      <a:pt x="23" y="3"/>
                      <a:pt x="29" y="4"/>
                      <a:pt x="35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7" y="5"/>
                      <a:pt x="37" y="1"/>
                      <a:pt x="35" y="0"/>
                    </a:cubicBezTo>
                    <a:cubicBezTo>
                      <a:pt x="37" y="1"/>
                      <a:pt x="40" y="4"/>
                      <a:pt x="38" y="6"/>
                    </a:cubicBezTo>
                    <a:cubicBezTo>
                      <a:pt x="37" y="7"/>
                      <a:pt x="33" y="7"/>
                      <a:pt x="31" y="6"/>
                    </a:cubicBezTo>
                    <a:cubicBezTo>
                      <a:pt x="29" y="6"/>
                      <a:pt x="27" y="7"/>
                      <a:pt x="24" y="7"/>
                    </a:cubicBezTo>
                    <a:cubicBezTo>
                      <a:pt x="21" y="8"/>
                      <a:pt x="18" y="9"/>
                      <a:pt x="14" y="10"/>
                    </a:cubicBezTo>
                    <a:cubicBezTo>
                      <a:pt x="10" y="11"/>
                      <a:pt x="6" y="12"/>
                      <a:pt x="4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9" name="Freeform 82">
                <a:extLst>
                  <a:ext uri="{FF2B5EF4-FFF2-40B4-BE49-F238E27FC236}">
                    <a16:creationId xmlns:a16="http://schemas.microsoft.com/office/drawing/2014/main" id="{FD722CAE-2CE1-4AEF-AAB4-983A22CA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229"/>
                <a:ext cx="50" cy="38"/>
              </a:xfrm>
              <a:custGeom>
                <a:avLst/>
                <a:gdLst>
                  <a:gd name="T0" fmla="*/ 0 w 20"/>
                  <a:gd name="T1" fmla="*/ 258 h 14"/>
                  <a:gd name="T2" fmla="*/ 313 w 20"/>
                  <a:gd name="T3" fmla="*/ 0 h 14"/>
                  <a:gd name="T4" fmla="*/ 20 w 20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0" y="13"/>
                    </a:moveTo>
                    <a:cubicBezTo>
                      <a:pt x="2" y="4"/>
                      <a:pt x="13" y="2"/>
                      <a:pt x="20" y="0"/>
                    </a:cubicBezTo>
                    <a:cubicBezTo>
                      <a:pt x="14" y="4"/>
                      <a:pt x="4" y="7"/>
                      <a:pt x="1" y="14"/>
                    </a:cubicBezTo>
                  </a:path>
                </a:pathLst>
              </a:custGeom>
              <a:solidFill>
                <a:srgbClr val="FCDB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0" name="Freeform 83">
                <a:extLst>
                  <a:ext uri="{FF2B5EF4-FFF2-40B4-BE49-F238E27FC236}">
                    <a16:creationId xmlns:a16="http://schemas.microsoft.com/office/drawing/2014/main" id="{E52EABDF-6D05-4047-A5C5-D410383A3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3315"/>
                <a:ext cx="85" cy="74"/>
              </a:xfrm>
              <a:custGeom>
                <a:avLst/>
                <a:gdLst>
                  <a:gd name="T0" fmla="*/ 0 w 34"/>
                  <a:gd name="T1" fmla="*/ 370 h 28"/>
                  <a:gd name="T2" fmla="*/ 95 w 34"/>
                  <a:gd name="T3" fmla="*/ 481 h 28"/>
                  <a:gd name="T4" fmla="*/ 220 w 34"/>
                  <a:gd name="T5" fmla="*/ 518 h 28"/>
                  <a:gd name="T6" fmla="*/ 458 w 34"/>
                  <a:gd name="T7" fmla="*/ 370 h 28"/>
                  <a:gd name="T8" fmla="*/ 500 w 34"/>
                  <a:gd name="T9" fmla="*/ 77 h 28"/>
                  <a:gd name="T10" fmla="*/ 300 w 34"/>
                  <a:gd name="T11" fmla="*/ 34 h 28"/>
                  <a:gd name="T12" fmla="*/ 395 w 34"/>
                  <a:gd name="T13" fmla="*/ 132 h 28"/>
                  <a:gd name="T14" fmla="*/ 313 w 34"/>
                  <a:gd name="T15" fmla="*/ 336 h 28"/>
                  <a:gd name="T16" fmla="*/ 125 w 34"/>
                  <a:gd name="T17" fmla="*/ 404 h 28"/>
                  <a:gd name="T18" fmla="*/ 0 w 34"/>
                  <a:gd name="T19" fmla="*/ 37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8">
                    <a:moveTo>
                      <a:pt x="0" y="20"/>
                    </a:moveTo>
                    <a:cubicBezTo>
                      <a:pt x="2" y="22"/>
                      <a:pt x="4" y="25"/>
                      <a:pt x="6" y="26"/>
                    </a:cubicBezTo>
                    <a:cubicBezTo>
                      <a:pt x="9" y="27"/>
                      <a:pt x="11" y="28"/>
                      <a:pt x="14" y="28"/>
                    </a:cubicBezTo>
                    <a:cubicBezTo>
                      <a:pt x="20" y="28"/>
                      <a:pt x="25" y="24"/>
                      <a:pt x="29" y="20"/>
                    </a:cubicBezTo>
                    <a:cubicBezTo>
                      <a:pt x="32" y="17"/>
                      <a:pt x="34" y="7"/>
                      <a:pt x="32" y="4"/>
                    </a:cubicBezTo>
                    <a:cubicBezTo>
                      <a:pt x="30" y="0"/>
                      <a:pt x="22" y="0"/>
                      <a:pt x="19" y="2"/>
                    </a:cubicBezTo>
                    <a:cubicBezTo>
                      <a:pt x="23" y="1"/>
                      <a:pt x="25" y="4"/>
                      <a:pt x="25" y="7"/>
                    </a:cubicBezTo>
                    <a:cubicBezTo>
                      <a:pt x="25" y="12"/>
                      <a:pt x="24" y="15"/>
                      <a:pt x="20" y="18"/>
                    </a:cubicBezTo>
                    <a:cubicBezTo>
                      <a:pt x="16" y="22"/>
                      <a:pt x="14" y="23"/>
                      <a:pt x="8" y="22"/>
                    </a:cubicBezTo>
                    <a:cubicBezTo>
                      <a:pt x="5" y="21"/>
                      <a:pt x="2" y="22"/>
                      <a:pt x="0" y="20"/>
                    </a:cubicBezTo>
                  </a:path>
                </a:pathLst>
              </a:custGeom>
              <a:solidFill>
                <a:srgbClr val="F0D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1" name="Freeform 84">
                <a:extLst>
                  <a:ext uri="{FF2B5EF4-FFF2-40B4-BE49-F238E27FC236}">
                    <a16:creationId xmlns:a16="http://schemas.microsoft.com/office/drawing/2014/main" id="{B390F7A4-9EBE-417A-9617-02CFBAB62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299"/>
                <a:ext cx="67" cy="61"/>
              </a:xfrm>
              <a:custGeom>
                <a:avLst/>
                <a:gdLst>
                  <a:gd name="T0" fmla="*/ 12 w 27"/>
                  <a:gd name="T1" fmla="*/ 408 h 23"/>
                  <a:gd name="T2" fmla="*/ 412 w 27"/>
                  <a:gd name="T3" fmla="*/ 170 h 23"/>
                  <a:gd name="T4" fmla="*/ 337 w 27"/>
                  <a:gd name="T5" fmla="*/ 77 h 23"/>
                  <a:gd name="T6" fmla="*/ 196 w 27"/>
                  <a:gd name="T7" fmla="*/ 77 h 23"/>
                  <a:gd name="T8" fmla="*/ 0 w 27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1" y="22"/>
                    </a:moveTo>
                    <a:cubicBezTo>
                      <a:pt x="4" y="13"/>
                      <a:pt x="17" y="0"/>
                      <a:pt x="27" y="9"/>
                    </a:cubicBezTo>
                    <a:cubicBezTo>
                      <a:pt x="25" y="7"/>
                      <a:pt x="24" y="5"/>
                      <a:pt x="22" y="4"/>
                    </a:cubicBezTo>
                    <a:cubicBezTo>
                      <a:pt x="19" y="2"/>
                      <a:pt x="16" y="3"/>
                      <a:pt x="13" y="4"/>
                    </a:cubicBezTo>
                    <a:cubicBezTo>
                      <a:pt x="4" y="7"/>
                      <a:pt x="1" y="14"/>
                      <a:pt x="0" y="23"/>
                    </a:cubicBezTo>
                  </a:path>
                </a:pathLst>
              </a:custGeom>
              <a:solidFill>
                <a:srgbClr val="F0D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2" name="Freeform 85">
                <a:extLst>
                  <a:ext uri="{FF2B5EF4-FFF2-40B4-BE49-F238E27FC236}">
                    <a16:creationId xmlns:a16="http://schemas.microsoft.com/office/drawing/2014/main" id="{1D5E9133-CB27-49AD-8178-8289297BE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328"/>
                <a:ext cx="35" cy="35"/>
              </a:xfrm>
              <a:custGeom>
                <a:avLst/>
                <a:gdLst>
                  <a:gd name="T0" fmla="*/ 20 w 14"/>
                  <a:gd name="T1" fmla="*/ 218 h 13"/>
                  <a:gd name="T2" fmla="*/ 220 w 14"/>
                  <a:gd name="T3" fmla="*/ 0 h 13"/>
                  <a:gd name="T4" fmla="*/ 175 w 14"/>
                  <a:gd name="T5" fmla="*/ 35 h 13"/>
                  <a:gd name="T6" fmla="*/ 125 w 14"/>
                  <a:gd name="T7" fmla="*/ 116 h 13"/>
                  <a:gd name="T8" fmla="*/ 0 w 14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11"/>
                    </a:moveTo>
                    <a:cubicBezTo>
                      <a:pt x="1" y="6"/>
                      <a:pt x="9" y="0"/>
                      <a:pt x="14" y="0"/>
                    </a:cubicBezTo>
                    <a:cubicBezTo>
                      <a:pt x="13" y="1"/>
                      <a:pt x="12" y="1"/>
                      <a:pt x="11" y="2"/>
                    </a:cubicBezTo>
                    <a:cubicBezTo>
                      <a:pt x="9" y="3"/>
                      <a:pt x="9" y="5"/>
                      <a:pt x="8" y="6"/>
                    </a:cubicBezTo>
                    <a:cubicBezTo>
                      <a:pt x="6" y="9"/>
                      <a:pt x="1" y="10"/>
                      <a:pt x="0" y="13"/>
                    </a:cubicBezTo>
                  </a:path>
                </a:pathLst>
              </a:custGeom>
              <a:solidFill>
                <a:srgbClr val="FDF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3" name="Freeform 86">
                <a:extLst>
                  <a:ext uri="{FF2B5EF4-FFF2-40B4-BE49-F238E27FC236}">
                    <a16:creationId xmlns:a16="http://schemas.microsoft.com/office/drawing/2014/main" id="{6329162E-4CD4-408C-8B1D-160AF6497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333"/>
                <a:ext cx="60" cy="19"/>
              </a:xfrm>
              <a:custGeom>
                <a:avLst/>
                <a:gdLst>
                  <a:gd name="T0" fmla="*/ 20 w 24"/>
                  <a:gd name="T1" fmla="*/ 117 h 7"/>
                  <a:gd name="T2" fmla="*/ 238 w 24"/>
                  <a:gd name="T3" fmla="*/ 103 h 7"/>
                  <a:gd name="T4" fmla="*/ 375 w 24"/>
                  <a:gd name="T5" fmla="*/ 60 h 7"/>
                  <a:gd name="T6" fmla="*/ 220 w 24"/>
                  <a:gd name="T7" fmla="*/ 60 h 7"/>
                  <a:gd name="T8" fmla="*/ 0 w 24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7">
                    <a:moveTo>
                      <a:pt x="1" y="6"/>
                    </a:moveTo>
                    <a:cubicBezTo>
                      <a:pt x="6" y="6"/>
                      <a:pt x="10" y="7"/>
                      <a:pt x="15" y="5"/>
                    </a:cubicBezTo>
                    <a:cubicBezTo>
                      <a:pt x="18" y="4"/>
                      <a:pt x="21" y="3"/>
                      <a:pt x="24" y="3"/>
                    </a:cubicBezTo>
                    <a:cubicBezTo>
                      <a:pt x="21" y="0"/>
                      <a:pt x="17" y="2"/>
                      <a:pt x="14" y="3"/>
                    </a:cubicBezTo>
                    <a:cubicBezTo>
                      <a:pt x="9" y="4"/>
                      <a:pt x="5" y="5"/>
                      <a:pt x="0" y="5"/>
                    </a:cubicBezTo>
                  </a:path>
                </a:pathLst>
              </a:custGeom>
              <a:solidFill>
                <a:srgbClr val="F6E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4" name="Freeform 87">
                <a:extLst>
                  <a:ext uri="{FF2B5EF4-FFF2-40B4-BE49-F238E27FC236}">
                    <a16:creationId xmlns:a16="http://schemas.microsoft.com/office/drawing/2014/main" id="{42A5E447-4697-4ED1-8AD8-07381E81E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285"/>
                <a:ext cx="68" cy="67"/>
              </a:xfrm>
              <a:custGeom>
                <a:avLst/>
                <a:gdLst>
                  <a:gd name="T0" fmla="*/ 0 w 27"/>
                  <a:gd name="T1" fmla="*/ 461 h 25"/>
                  <a:gd name="T2" fmla="*/ 126 w 27"/>
                  <a:gd name="T3" fmla="*/ 367 h 25"/>
                  <a:gd name="T4" fmla="*/ 272 w 27"/>
                  <a:gd name="T5" fmla="*/ 252 h 25"/>
                  <a:gd name="T6" fmla="*/ 431 w 27"/>
                  <a:gd name="T7" fmla="*/ 0 h 25"/>
                  <a:gd name="T8" fmla="*/ 272 w 27"/>
                  <a:gd name="T9" fmla="*/ 150 h 25"/>
                  <a:gd name="T10" fmla="*/ 83 w 27"/>
                  <a:gd name="T11" fmla="*/ 38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5">
                    <a:moveTo>
                      <a:pt x="0" y="24"/>
                    </a:moveTo>
                    <a:cubicBezTo>
                      <a:pt x="3" y="25"/>
                      <a:pt x="6" y="20"/>
                      <a:pt x="8" y="19"/>
                    </a:cubicBezTo>
                    <a:cubicBezTo>
                      <a:pt x="11" y="17"/>
                      <a:pt x="14" y="15"/>
                      <a:pt x="17" y="13"/>
                    </a:cubicBezTo>
                    <a:cubicBezTo>
                      <a:pt x="22" y="11"/>
                      <a:pt x="27" y="6"/>
                      <a:pt x="27" y="0"/>
                    </a:cubicBezTo>
                    <a:cubicBezTo>
                      <a:pt x="25" y="6"/>
                      <a:pt x="21" y="5"/>
                      <a:pt x="17" y="8"/>
                    </a:cubicBezTo>
                    <a:cubicBezTo>
                      <a:pt x="12" y="10"/>
                      <a:pt x="9" y="16"/>
                      <a:pt x="5" y="20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5" name="Freeform 88">
                <a:extLst>
                  <a:ext uri="{FF2B5EF4-FFF2-40B4-BE49-F238E27FC236}">
                    <a16:creationId xmlns:a16="http://schemas.microsoft.com/office/drawing/2014/main" id="{0AC2C912-3556-4B41-8565-33EF5D4AC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3227"/>
                <a:ext cx="45" cy="104"/>
              </a:xfrm>
              <a:custGeom>
                <a:avLst/>
                <a:gdLst>
                  <a:gd name="T0" fmla="*/ 145 w 18"/>
                  <a:gd name="T1" fmla="*/ 136 h 39"/>
                  <a:gd name="T2" fmla="*/ 0 w 18"/>
                  <a:gd name="T3" fmla="*/ 456 h 39"/>
                  <a:gd name="T4" fmla="*/ 63 w 18"/>
                  <a:gd name="T5" fmla="*/ 739 h 39"/>
                  <a:gd name="T6" fmla="*/ 95 w 18"/>
                  <a:gd name="T7" fmla="*/ 547 h 39"/>
                  <a:gd name="T8" fmla="*/ 158 w 18"/>
                  <a:gd name="T9" fmla="*/ 341 h 39"/>
                  <a:gd name="T10" fmla="*/ 208 w 18"/>
                  <a:gd name="T11" fmla="*/ 192 h 39"/>
                  <a:gd name="T12" fmla="*/ 283 w 18"/>
                  <a:gd name="T13" fmla="*/ 0 h 39"/>
                  <a:gd name="T14" fmla="*/ 238 w 18"/>
                  <a:gd name="T15" fmla="*/ 3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9">
                    <a:moveTo>
                      <a:pt x="9" y="7"/>
                    </a:moveTo>
                    <a:cubicBezTo>
                      <a:pt x="5" y="12"/>
                      <a:pt x="0" y="17"/>
                      <a:pt x="0" y="24"/>
                    </a:cubicBezTo>
                    <a:cubicBezTo>
                      <a:pt x="0" y="29"/>
                      <a:pt x="2" y="35"/>
                      <a:pt x="4" y="39"/>
                    </a:cubicBezTo>
                    <a:cubicBezTo>
                      <a:pt x="6" y="36"/>
                      <a:pt x="5" y="32"/>
                      <a:pt x="6" y="29"/>
                    </a:cubicBezTo>
                    <a:cubicBezTo>
                      <a:pt x="6" y="25"/>
                      <a:pt x="8" y="22"/>
                      <a:pt x="10" y="18"/>
                    </a:cubicBezTo>
                    <a:cubicBezTo>
                      <a:pt x="12" y="15"/>
                      <a:pt x="12" y="13"/>
                      <a:pt x="13" y="10"/>
                    </a:cubicBezTo>
                    <a:cubicBezTo>
                      <a:pt x="13" y="7"/>
                      <a:pt x="18" y="3"/>
                      <a:pt x="18" y="0"/>
                    </a:cubicBezTo>
                    <a:cubicBezTo>
                      <a:pt x="17" y="0"/>
                      <a:pt x="16" y="1"/>
                      <a:pt x="15" y="2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6" name="Freeform 89">
                <a:extLst>
                  <a:ext uri="{FF2B5EF4-FFF2-40B4-BE49-F238E27FC236}">
                    <a16:creationId xmlns:a16="http://schemas.microsoft.com/office/drawing/2014/main" id="{726EED61-82E6-4778-8F6B-C51945465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3355"/>
                <a:ext cx="80" cy="53"/>
              </a:xfrm>
              <a:custGeom>
                <a:avLst/>
                <a:gdLst>
                  <a:gd name="T0" fmla="*/ 20 w 32"/>
                  <a:gd name="T1" fmla="*/ 204 h 20"/>
                  <a:gd name="T2" fmla="*/ 270 w 32"/>
                  <a:gd name="T3" fmla="*/ 315 h 20"/>
                  <a:gd name="T4" fmla="*/ 425 w 32"/>
                  <a:gd name="T5" fmla="*/ 204 h 20"/>
                  <a:gd name="T6" fmla="*/ 500 w 32"/>
                  <a:gd name="T7" fmla="*/ 133 h 20"/>
                  <a:gd name="T8" fmla="*/ 425 w 32"/>
                  <a:gd name="T9" fmla="*/ 0 h 20"/>
                  <a:gd name="T10" fmla="*/ 270 w 32"/>
                  <a:gd name="T11" fmla="*/ 170 h 20"/>
                  <a:gd name="T12" fmla="*/ 145 w 32"/>
                  <a:gd name="T13" fmla="*/ 225 h 20"/>
                  <a:gd name="T14" fmla="*/ 20 w 32"/>
                  <a:gd name="T15" fmla="*/ 17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1" y="11"/>
                    </a:moveTo>
                    <a:cubicBezTo>
                      <a:pt x="3" y="18"/>
                      <a:pt x="11" y="20"/>
                      <a:pt x="17" y="17"/>
                    </a:cubicBezTo>
                    <a:cubicBezTo>
                      <a:pt x="20" y="15"/>
                      <a:pt x="23" y="13"/>
                      <a:pt x="27" y="11"/>
                    </a:cubicBezTo>
                    <a:cubicBezTo>
                      <a:pt x="28" y="10"/>
                      <a:pt x="32" y="9"/>
                      <a:pt x="32" y="7"/>
                    </a:cubicBezTo>
                    <a:cubicBezTo>
                      <a:pt x="30" y="6"/>
                      <a:pt x="29" y="3"/>
                      <a:pt x="27" y="0"/>
                    </a:cubicBezTo>
                    <a:cubicBezTo>
                      <a:pt x="30" y="8"/>
                      <a:pt x="21" y="7"/>
                      <a:pt x="17" y="9"/>
                    </a:cubicBezTo>
                    <a:cubicBezTo>
                      <a:pt x="14" y="10"/>
                      <a:pt x="12" y="12"/>
                      <a:pt x="9" y="12"/>
                    </a:cubicBezTo>
                    <a:cubicBezTo>
                      <a:pt x="7" y="13"/>
                      <a:pt x="0" y="13"/>
                      <a:pt x="1" y="9"/>
                    </a:cubicBezTo>
                  </a:path>
                </a:pathLst>
              </a:custGeom>
              <a:solidFill>
                <a:srgbClr val="F3D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7" name="Freeform 90">
                <a:extLst>
                  <a:ext uri="{FF2B5EF4-FFF2-40B4-BE49-F238E27FC236}">
                    <a16:creationId xmlns:a16="http://schemas.microsoft.com/office/drawing/2014/main" id="{3A3A3378-219D-41EB-B085-1DC4DAEE3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341"/>
                <a:ext cx="58" cy="38"/>
              </a:xfrm>
              <a:custGeom>
                <a:avLst/>
                <a:gdLst>
                  <a:gd name="T0" fmla="*/ 50 w 23"/>
                  <a:gd name="T1" fmla="*/ 141 h 14"/>
                  <a:gd name="T2" fmla="*/ 33 w 23"/>
                  <a:gd name="T3" fmla="*/ 258 h 14"/>
                  <a:gd name="T4" fmla="*/ 159 w 23"/>
                  <a:gd name="T5" fmla="*/ 176 h 14"/>
                  <a:gd name="T6" fmla="*/ 368 w 23"/>
                  <a:gd name="T7" fmla="*/ 103 h 14"/>
                  <a:gd name="T8" fmla="*/ 368 w 23"/>
                  <a:gd name="T9" fmla="*/ 0 h 14"/>
                  <a:gd name="T10" fmla="*/ 255 w 23"/>
                  <a:gd name="T11" fmla="*/ 81 h 14"/>
                  <a:gd name="T12" fmla="*/ 83 w 23"/>
                  <a:gd name="T13" fmla="*/ 16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3" y="7"/>
                    </a:moveTo>
                    <a:cubicBezTo>
                      <a:pt x="1" y="8"/>
                      <a:pt x="0" y="12"/>
                      <a:pt x="2" y="13"/>
                    </a:cubicBezTo>
                    <a:cubicBezTo>
                      <a:pt x="3" y="14"/>
                      <a:pt x="8" y="9"/>
                      <a:pt x="10" y="9"/>
                    </a:cubicBezTo>
                    <a:cubicBezTo>
                      <a:pt x="14" y="7"/>
                      <a:pt x="20" y="8"/>
                      <a:pt x="23" y="5"/>
                    </a:cubicBezTo>
                    <a:cubicBezTo>
                      <a:pt x="20" y="4"/>
                      <a:pt x="21" y="1"/>
                      <a:pt x="23" y="0"/>
                    </a:cubicBezTo>
                    <a:cubicBezTo>
                      <a:pt x="20" y="1"/>
                      <a:pt x="18" y="3"/>
                      <a:pt x="16" y="4"/>
                    </a:cubicBezTo>
                    <a:cubicBezTo>
                      <a:pt x="13" y="6"/>
                      <a:pt x="8" y="5"/>
                      <a:pt x="5" y="8"/>
                    </a:cubicBezTo>
                  </a:path>
                </a:pathLst>
              </a:custGeom>
              <a:solidFill>
                <a:srgbClr val="F3D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8" name="Freeform 91">
                <a:extLst>
                  <a:ext uri="{FF2B5EF4-FFF2-40B4-BE49-F238E27FC236}">
                    <a16:creationId xmlns:a16="http://schemas.microsoft.com/office/drawing/2014/main" id="{7B40EA3C-90CD-4907-8FCB-2D0141503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275"/>
                <a:ext cx="78" cy="82"/>
              </a:xfrm>
              <a:custGeom>
                <a:avLst/>
                <a:gdLst>
                  <a:gd name="T0" fmla="*/ 0 w 31"/>
                  <a:gd name="T1" fmla="*/ 574 h 31"/>
                  <a:gd name="T2" fmla="*/ 242 w 31"/>
                  <a:gd name="T3" fmla="*/ 442 h 31"/>
                  <a:gd name="T4" fmla="*/ 413 w 31"/>
                  <a:gd name="T5" fmla="*/ 336 h 31"/>
                  <a:gd name="T6" fmla="*/ 493 w 31"/>
                  <a:gd name="T7" fmla="*/ 132 h 31"/>
                  <a:gd name="T8" fmla="*/ 443 w 31"/>
                  <a:gd name="T9" fmla="*/ 34 h 31"/>
                  <a:gd name="T10" fmla="*/ 380 w 31"/>
                  <a:gd name="T11" fmla="*/ 238 h 31"/>
                  <a:gd name="T12" fmla="*/ 209 w 31"/>
                  <a:gd name="T13" fmla="*/ 40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31"/>
                    </a:moveTo>
                    <a:cubicBezTo>
                      <a:pt x="5" y="29"/>
                      <a:pt x="10" y="26"/>
                      <a:pt x="15" y="24"/>
                    </a:cubicBezTo>
                    <a:cubicBezTo>
                      <a:pt x="19" y="22"/>
                      <a:pt x="22" y="21"/>
                      <a:pt x="26" y="18"/>
                    </a:cubicBezTo>
                    <a:cubicBezTo>
                      <a:pt x="28" y="14"/>
                      <a:pt x="30" y="11"/>
                      <a:pt x="31" y="7"/>
                    </a:cubicBezTo>
                    <a:cubicBezTo>
                      <a:pt x="31" y="5"/>
                      <a:pt x="31" y="0"/>
                      <a:pt x="28" y="2"/>
                    </a:cubicBezTo>
                    <a:cubicBezTo>
                      <a:pt x="29" y="6"/>
                      <a:pt x="25" y="10"/>
                      <a:pt x="24" y="13"/>
                    </a:cubicBezTo>
                    <a:cubicBezTo>
                      <a:pt x="21" y="18"/>
                      <a:pt x="17" y="19"/>
                      <a:pt x="13" y="22"/>
                    </a:cubicBezTo>
                  </a:path>
                </a:pathLst>
              </a:custGeom>
              <a:solidFill>
                <a:srgbClr val="F3D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9" name="Freeform 92">
                <a:extLst>
                  <a:ext uri="{FF2B5EF4-FFF2-40B4-BE49-F238E27FC236}">
                    <a16:creationId xmlns:a16="http://schemas.microsoft.com/office/drawing/2014/main" id="{648907C9-CDB7-4073-BE0A-5515A0F8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229"/>
                <a:ext cx="57" cy="78"/>
              </a:xfrm>
              <a:custGeom>
                <a:avLst/>
                <a:gdLst>
                  <a:gd name="T0" fmla="*/ 12 w 23"/>
                  <a:gd name="T1" fmla="*/ 35 h 29"/>
                  <a:gd name="T2" fmla="*/ 124 w 23"/>
                  <a:gd name="T3" fmla="*/ 159 h 29"/>
                  <a:gd name="T4" fmla="*/ 183 w 23"/>
                  <a:gd name="T5" fmla="*/ 334 h 29"/>
                  <a:gd name="T6" fmla="*/ 287 w 23"/>
                  <a:gd name="T7" fmla="*/ 565 h 29"/>
                  <a:gd name="T8" fmla="*/ 337 w 23"/>
                  <a:gd name="T9" fmla="*/ 565 h 29"/>
                  <a:gd name="T10" fmla="*/ 337 w 23"/>
                  <a:gd name="T11" fmla="*/ 506 h 29"/>
                  <a:gd name="T12" fmla="*/ 258 w 23"/>
                  <a:gd name="T13" fmla="*/ 312 h 29"/>
                  <a:gd name="T14" fmla="*/ 166 w 23"/>
                  <a:gd name="T15" fmla="*/ 81 h 29"/>
                  <a:gd name="T16" fmla="*/ 0 w 23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9">
                    <a:moveTo>
                      <a:pt x="1" y="2"/>
                    </a:moveTo>
                    <a:cubicBezTo>
                      <a:pt x="4" y="4"/>
                      <a:pt x="6" y="5"/>
                      <a:pt x="8" y="8"/>
                    </a:cubicBezTo>
                    <a:cubicBezTo>
                      <a:pt x="9" y="11"/>
                      <a:pt x="11" y="14"/>
                      <a:pt x="12" y="17"/>
                    </a:cubicBezTo>
                    <a:cubicBezTo>
                      <a:pt x="13" y="21"/>
                      <a:pt x="15" y="27"/>
                      <a:pt x="19" y="29"/>
                    </a:cubicBezTo>
                    <a:cubicBezTo>
                      <a:pt x="20" y="29"/>
                      <a:pt x="20" y="29"/>
                      <a:pt x="22" y="29"/>
                    </a:cubicBezTo>
                    <a:cubicBezTo>
                      <a:pt x="23" y="27"/>
                      <a:pt x="22" y="27"/>
                      <a:pt x="22" y="26"/>
                    </a:cubicBezTo>
                    <a:cubicBezTo>
                      <a:pt x="19" y="23"/>
                      <a:pt x="18" y="20"/>
                      <a:pt x="17" y="16"/>
                    </a:cubicBezTo>
                    <a:cubicBezTo>
                      <a:pt x="16" y="13"/>
                      <a:pt x="14" y="7"/>
                      <a:pt x="11" y="4"/>
                    </a:cubicBezTo>
                    <a:cubicBezTo>
                      <a:pt x="9" y="2"/>
                      <a:pt x="1" y="3"/>
                      <a:pt x="0" y="0"/>
                    </a:cubicBezTo>
                  </a:path>
                </a:pathLst>
              </a:custGeom>
              <a:solidFill>
                <a:srgbClr val="F0D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0" name="Freeform 93">
                <a:extLst>
                  <a:ext uri="{FF2B5EF4-FFF2-40B4-BE49-F238E27FC236}">
                    <a16:creationId xmlns:a16="http://schemas.microsoft.com/office/drawing/2014/main" id="{AE6A23E5-4D69-49B7-855D-2666F0D04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213"/>
                <a:ext cx="43" cy="104"/>
              </a:xfrm>
              <a:custGeom>
                <a:avLst/>
                <a:gdLst>
                  <a:gd name="T0" fmla="*/ 83 w 17"/>
                  <a:gd name="T1" fmla="*/ 0 h 39"/>
                  <a:gd name="T2" fmla="*/ 51 w 17"/>
                  <a:gd name="T3" fmla="*/ 419 h 39"/>
                  <a:gd name="T4" fmla="*/ 116 w 17"/>
                  <a:gd name="T5" fmla="*/ 627 h 39"/>
                  <a:gd name="T6" fmla="*/ 225 w 17"/>
                  <a:gd name="T7" fmla="*/ 739 h 39"/>
                  <a:gd name="T8" fmla="*/ 116 w 17"/>
                  <a:gd name="T9" fmla="*/ 419 h 39"/>
                  <a:gd name="T10" fmla="*/ 129 w 17"/>
                  <a:gd name="T11" fmla="*/ 341 h 39"/>
                  <a:gd name="T12" fmla="*/ 116 w 17"/>
                  <a:gd name="T13" fmla="*/ 285 h 39"/>
                  <a:gd name="T14" fmla="*/ 276 w 17"/>
                  <a:gd name="T15" fmla="*/ 477 h 39"/>
                  <a:gd name="T16" fmla="*/ 159 w 17"/>
                  <a:gd name="T17" fmla="*/ 205 h 39"/>
                  <a:gd name="T18" fmla="*/ 96 w 17"/>
                  <a:gd name="T19" fmla="*/ 149 h 39"/>
                  <a:gd name="T20" fmla="*/ 83 w 17"/>
                  <a:gd name="T21" fmla="*/ 35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39">
                    <a:moveTo>
                      <a:pt x="5" y="0"/>
                    </a:moveTo>
                    <a:cubicBezTo>
                      <a:pt x="0" y="7"/>
                      <a:pt x="0" y="15"/>
                      <a:pt x="3" y="22"/>
                    </a:cubicBezTo>
                    <a:cubicBezTo>
                      <a:pt x="3" y="26"/>
                      <a:pt x="5" y="30"/>
                      <a:pt x="7" y="33"/>
                    </a:cubicBezTo>
                    <a:cubicBezTo>
                      <a:pt x="9" y="35"/>
                      <a:pt x="12" y="37"/>
                      <a:pt x="14" y="39"/>
                    </a:cubicBezTo>
                    <a:cubicBezTo>
                      <a:pt x="11" y="34"/>
                      <a:pt x="8" y="28"/>
                      <a:pt x="7" y="22"/>
                    </a:cubicBezTo>
                    <a:cubicBezTo>
                      <a:pt x="7" y="20"/>
                      <a:pt x="8" y="19"/>
                      <a:pt x="8" y="18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12" y="12"/>
                      <a:pt x="14" y="24"/>
                      <a:pt x="17" y="25"/>
                    </a:cubicBezTo>
                    <a:cubicBezTo>
                      <a:pt x="17" y="21"/>
                      <a:pt x="14" y="14"/>
                      <a:pt x="10" y="11"/>
                    </a:cubicBezTo>
                    <a:cubicBezTo>
                      <a:pt x="8" y="10"/>
                      <a:pt x="7" y="10"/>
                      <a:pt x="6" y="8"/>
                    </a:cubicBezTo>
                    <a:cubicBezTo>
                      <a:pt x="5" y="6"/>
                      <a:pt x="4" y="4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1" name="Freeform 94">
                <a:extLst>
                  <a:ext uri="{FF2B5EF4-FFF2-40B4-BE49-F238E27FC236}">
                    <a16:creationId xmlns:a16="http://schemas.microsoft.com/office/drawing/2014/main" id="{343DA4F0-6D3B-49C6-9D28-519745E3B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3205"/>
                <a:ext cx="30" cy="64"/>
              </a:xfrm>
              <a:custGeom>
                <a:avLst/>
                <a:gdLst>
                  <a:gd name="T0" fmla="*/ 0 w 12"/>
                  <a:gd name="T1" fmla="*/ 21 h 24"/>
                  <a:gd name="T2" fmla="*/ 63 w 12"/>
                  <a:gd name="T3" fmla="*/ 307 h 24"/>
                  <a:gd name="T4" fmla="*/ 158 w 12"/>
                  <a:gd name="T5" fmla="*/ 456 h 24"/>
                  <a:gd name="T6" fmla="*/ 145 w 12"/>
                  <a:gd name="T7" fmla="*/ 363 h 24"/>
                  <a:gd name="T8" fmla="*/ 95 w 12"/>
                  <a:gd name="T9" fmla="*/ 205 h 24"/>
                  <a:gd name="T10" fmla="*/ 20 w 12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4">
                    <a:moveTo>
                      <a:pt x="0" y="1"/>
                    </a:moveTo>
                    <a:cubicBezTo>
                      <a:pt x="1" y="6"/>
                      <a:pt x="2" y="12"/>
                      <a:pt x="4" y="16"/>
                    </a:cubicBezTo>
                    <a:cubicBezTo>
                      <a:pt x="5" y="19"/>
                      <a:pt x="6" y="24"/>
                      <a:pt x="10" y="24"/>
                    </a:cubicBezTo>
                    <a:cubicBezTo>
                      <a:pt x="12" y="22"/>
                      <a:pt x="10" y="21"/>
                      <a:pt x="9" y="19"/>
                    </a:cubicBezTo>
                    <a:cubicBezTo>
                      <a:pt x="8" y="16"/>
                      <a:pt x="7" y="13"/>
                      <a:pt x="6" y="11"/>
                    </a:cubicBezTo>
                    <a:cubicBezTo>
                      <a:pt x="5" y="6"/>
                      <a:pt x="4" y="3"/>
                      <a:pt x="1" y="0"/>
                    </a:cubicBezTo>
                  </a:path>
                </a:pathLst>
              </a:custGeom>
              <a:solidFill>
                <a:srgbClr val="E9C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2" name="Freeform 95">
                <a:extLst>
                  <a:ext uri="{FF2B5EF4-FFF2-40B4-BE49-F238E27FC236}">
                    <a16:creationId xmlns:a16="http://schemas.microsoft.com/office/drawing/2014/main" id="{2B75F4E8-5F3E-4FB4-AED5-2997ABDC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3173"/>
                <a:ext cx="27" cy="78"/>
              </a:xfrm>
              <a:custGeom>
                <a:avLst/>
                <a:gdLst>
                  <a:gd name="T0" fmla="*/ 71 w 11"/>
                  <a:gd name="T1" fmla="*/ 0 h 29"/>
                  <a:gd name="T2" fmla="*/ 0 w 11"/>
                  <a:gd name="T3" fmla="*/ 253 h 29"/>
                  <a:gd name="T4" fmla="*/ 12 w 11"/>
                  <a:gd name="T5" fmla="*/ 390 h 29"/>
                  <a:gd name="T6" fmla="*/ 61 w 11"/>
                  <a:gd name="T7" fmla="*/ 484 h 29"/>
                  <a:gd name="T8" fmla="*/ 162 w 11"/>
                  <a:gd name="T9" fmla="*/ 565 h 29"/>
                  <a:gd name="T10" fmla="*/ 42 w 11"/>
                  <a:gd name="T11" fmla="*/ 253 h 29"/>
                  <a:gd name="T12" fmla="*/ 71 w 11"/>
                  <a:gd name="T13" fmla="*/ 2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9">
                    <a:moveTo>
                      <a:pt x="5" y="0"/>
                    </a:moveTo>
                    <a:cubicBezTo>
                      <a:pt x="1" y="3"/>
                      <a:pt x="0" y="9"/>
                      <a:pt x="0" y="13"/>
                    </a:cubicBezTo>
                    <a:cubicBezTo>
                      <a:pt x="0" y="15"/>
                      <a:pt x="0" y="18"/>
                      <a:pt x="1" y="20"/>
                    </a:cubicBezTo>
                    <a:cubicBezTo>
                      <a:pt x="2" y="22"/>
                      <a:pt x="3" y="23"/>
                      <a:pt x="4" y="25"/>
                    </a:cubicBezTo>
                    <a:cubicBezTo>
                      <a:pt x="6" y="27"/>
                      <a:pt x="9" y="27"/>
                      <a:pt x="11" y="29"/>
                    </a:cubicBezTo>
                    <a:cubicBezTo>
                      <a:pt x="6" y="25"/>
                      <a:pt x="3" y="19"/>
                      <a:pt x="3" y="13"/>
                    </a:cubicBezTo>
                    <a:cubicBezTo>
                      <a:pt x="3" y="9"/>
                      <a:pt x="5" y="5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3" name="Freeform 96">
                <a:extLst>
                  <a:ext uri="{FF2B5EF4-FFF2-40B4-BE49-F238E27FC236}">
                    <a16:creationId xmlns:a16="http://schemas.microsoft.com/office/drawing/2014/main" id="{D36F416A-9440-4A3F-B9BB-FE9FA515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3184"/>
                <a:ext cx="30" cy="85"/>
              </a:xfrm>
              <a:custGeom>
                <a:avLst/>
                <a:gdLst>
                  <a:gd name="T0" fmla="*/ 113 w 12"/>
                  <a:gd name="T1" fmla="*/ 56 h 32"/>
                  <a:gd name="T2" fmla="*/ 175 w 12"/>
                  <a:gd name="T3" fmla="*/ 191 h 32"/>
                  <a:gd name="T4" fmla="*/ 188 w 12"/>
                  <a:gd name="T5" fmla="*/ 353 h 32"/>
                  <a:gd name="T6" fmla="*/ 125 w 12"/>
                  <a:gd name="T7" fmla="*/ 600 h 32"/>
                  <a:gd name="T8" fmla="*/ 113 w 12"/>
                  <a:gd name="T9" fmla="*/ 226 h 32"/>
                  <a:gd name="T10" fmla="*/ 0 w 12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2">
                    <a:moveTo>
                      <a:pt x="7" y="3"/>
                    </a:moveTo>
                    <a:cubicBezTo>
                      <a:pt x="8" y="6"/>
                      <a:pt x="10" y="7"/>
                      <a:pt x="11" y="10"/>
                    </a:cubicBezTo>
                    <a:cubicBezTo>
                      <a:pt x="12" y="13"/>
                      <a:pt x="12" y="16"/>
                      <a:pt x="12" y="19"/>
                    </a:cubicBezTo>
                    <a:cubicBezTo>
                      <a:pt x="12" y="22"/>
                      <a:pt x="11" y="30"/>
                      <a:pt x="8" y="32"/>
                    </a:cubicBezTo>
                    <a:cubicBezTo>
                      <a:pt x="11" y="25"/>
                      <a:pt x="8" y="19"/>
                      <a:pt x="7" y="12"/>
                    </a:cubicBezTo>
                    <a:cubicBezTo>
                      <a:pt x="6" y="8"/>
                      <a:pt x="4" y="2"/>
                      <a:pt x="0" y="0"/>
                    </a:cubicBezTo>
                  </a:path>
                </a:pathLst>
              </a:custGeom>
              <a:solidFill>
                <a:srgbClr val="F4DA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4" name="Freeform 97">
                <a:extLst>
                  <a:ext uri="{FF2B5EF4-FFF2-40B4-BE49-F238E27FC236}">
                    <a16:creationId xmlns:a16="http://schemas.microsoft.com/office/drawing/2014/main" id="{DF801A07-0471-419E-BF8E-964C362AB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3077"/>
                <a:ext cx="32" cy="72"/>
              </a:xfrm>
              <a:custGeom>
                <a:avLst/>
                <a:gdLst>
                  <a:gd name="T0" fmla="*/ 182 w 13"/>
                  <a:gd name="T1" fmla="*/ 0 h 27"/>
                  <a:gd name="T2" fmla="*/ 162 w 13"/>
                  <a:gd name="T3" fmla="*/ 264 h 27"/>
                  <a:gd name="T4" fmla="*/ 0 w 13"/>
                  <a:gd name="T5" fmla="*/ 512 h 27"/>
                  <a:gd name="T6" fmla="*/ 182 w 13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7">
                    <a:moveTo>
                      <a:pt x="12" y="0"/>
                    </a:moveTo>
                    <a:cubicBezTo>
                      <a:pt x="13" y="4"/>
                      <a:pt x="13" y="9"/>
                      <a:pt x="11" y="14"/>
                    </a:cubicBezTo>
                    <a:cubicBezTo>
                      <a:pt x="9" y="20"/>
                      <a:pt x="5" y="24"/>
                      <a:pt x="0" y="27"/>
                    </a:cubicBezTo>
                    <a:cubicBezTo>
                      <a:pt x="5" y="21"/>
                      <a:pt x="12" y="8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5" name="Freeform 98">
                <a:extLst>
                  <a:ext uri="{FF2B5EF4-FFF2-40B4-BE49-F238E27FC236}">
                    <a16:creationId xmlns:a16="http://schemas.microsoft.com/office/drawing/2014/main" id="{DB6F397E-FF53-4228-AA31-A750A6B39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056"/>
                <a:ext cx="35" cy="69"/>
              </a:xfrm>
              <a:custGeom>
                <a:avLst/>
                <a:gdLst>
                  <a:gd name="T0" fmla="*/ 0 w 14"/>
                  <a:gd name="T1" fmla="*/ 486 h 26"/>
                  <a:gd name="T2" fmla="*/ 50 w 14"/>
                  <a:gd name="T3" fmla="*/ 191 h 26"/>
                  <a:gd name="T4" fmla="*/ 220 w 14"/>
                  <a:gd name="T5" fmla="*/ 35 h 26"/>
                  <a:gd name="T6" fmla="*/ 113 w 14"/>
                  <a:gd name="T7" fmla="*/ 133 h 26"/>
                  <a:gd name="T8" fmla="*/ 50 w 14"/>
                  <a:gd name="T9" fmla="*/ 31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0" y="26"/>
                    </a:moveTo>
                    <a:cubicBezTo>
                      <a:pt x="0" y="21"/>
                      <a:pt x="1" y="15"/>
                      <a:pt x="3" y="10"/>
                    </a:cubicBezTo>
                    <a:cubicBezTo>
                      <a:pt x="4" y="7"/>
                      <a:pt x="10" y="0"/>
                      <a:pt x="14" y="2"/>
                    </a:cubicBezTo>
                    <a:cubicBezTo>
                      <a:pt x="11" y="3"/>
                      <a:pt x="9" y="5"/>
                      <a:pt x="7" y="7"/>
                    </a:cubicBezTo>
                    <a:cubicBezTo>
                      <a:pt x="5" y="11"/>
                      <a:pt x="4" y="14"/>
                      <a:pt x="3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6" name="Freeform 99">
                <a:extLst>
                  <a:ext uri="{FF2B5EF4-FFF2-40B4-BE49-F238E27FC236}">
                    <a16:creationId xmlns:a16="http://schemas.microsoft.com/office/drawing/2014/main" id="{AAA3C425-4CE1-47AD-8B27-0617D36F0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163"/>
                <a:ext cx="70" cy="29"/>
              </a:xfrm>
              <a:custGeom>
                <a:avLst/>
                <a:gdLst>
                  <a:gd name="T0" fmla="*/ 0 w 28"/>
                  <a:gd name="T1" fmla="*/ 200 h 11"/>
                  <a:gd name="T2" fmla="*/ 188 w 28"/>
                  <a:gd name="T3" fmla="*/ 124 h 11"/>
                  <a:gd name="T4" fmla="*/ 438 w 28"/>
                  <a:gd name="T5" fmla="*/ 0 h 11"/>
                  <a:gd name="T6" fmla="*/ 270 w 28"/>
                  <a:gd name="T7" fmla="*/ 166 h 11"/>
                  <a:gd name="T8" fmla="*/ 158 w 28"/>
                  <a:gd name="T9" fmla="*/ 166 h 11"/>
                  <a:gd name="T10" fmla="*/ 63 w 28"/>
                  <a:gd name="T11" fmla="*/ 18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0" y="11"/>
                    </a:moveTo>
                    <a:cubicBezTo>
                      <a:pt x="4" y="8"/>
                      <a:pt x="7" y="7"/>
                      <a:pt x="12" y="7"/>
                    </a:cubicBezTo>
                    <a:cubicBezTo>
                      <a:pt x="17" y="6"/>
                      <a:pt x="25" y="5"/>
                      <a:pt x="28" y="0"/>
                    </a:cubicBezTo>
                    <a:cubicBezTo>
                      <a:pt x="24" y="4"/>
                      <a:pt x="22" y="7"/>
                      <a:pt x="17" y="9"/>
                    </a:cubicBezTo>
                    <a:cubicBezTo>
                      <a:pt x="14" y="10"/>
                      <a:pt x="13" y="9"/>
                      <a:pt x="10" y="9"/>
                    </a:cubicBezTo>
                    <a:cubicBezTo>
                      <a:pt x="8" y="9"/>
                      <a:pt x="6" y="10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7" name="Freeform 100">
                <a:extLst>
                  <a:ext uri="{FF2B5EF4-FFF2-40B4-BE49-F238E27FC236}">
                    <a16:creationId xmlns:a16="http://schemas.microsoft.com/office/drawing/2014/main" id="{42AD902E-5616-467C-A3AB-4F047709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3139"/>
                <a:ext cx="88" cy="48"/>
              </a:xfrm>
              <a:custGeom>
                <a:avLst/>
                <a:gdLst>
                  <a:gd name="T0" fmla="*/ 33 w 35"/>
                  <a:gd name="T1" fmla="*/ 320 h 18"/>
                  <a:gd name="T2" fmla="*/ 20 w 35"/>
                  <a:gd name="T3" fmla="*/ 285 h 18"/>
                  <a:gd name="T4" fmla="*/ 63 w 35"/>
                  <a:gd name="T5" fmla="*/ 205 h 18"/>
                  <a:gd name="T6" fmla="*/ 221 w 35"/>
                  <a:gd name="T7" fmla="*/ 171 h 18"/>
                  <a:gd name="T8" fmla="*/ 380 w 35"/>
                  <a:gd name="T9" fmla="*/ 115 h 18"/>
                  <a:gd name="T10" fmla="*/ 538 w 35"/>
                  <a:gd name="T11" fmla="*/ 56 h 18"/>
                  <a:gd name="T12" fmla="*/ 334 w 35"/>
                  <a:gd name="T13" fmla="*/ 205 h 18"/>
                  <a:gd name="T14" fmla="*/ 83 w 35"/>
                  <a:gd name="T15" fmla="*/ 264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8">
                    <a:moveTo>
                      <a:pt x="2" y="17"/>
                    </a:moveTo>
                    <a:cubicBezTo>
                      <a:pt x="0" y="18"/>
                      <a:pt x="0" y="17"/>
                      <a:pt x="1" y="15"/>
                    </a:cubicBezTo>
                    <a:cubicBezTo>
                      <a:pt x="2" y="13"/>
                      <a:pt x="3" y="12"/>
                      <a:pt x="4" y="11"/>
                    </a:cubicBezTo>
                    <a:cubicBezTo>
                      <a:pt x="8" y="10"/>
                      <a:pt x="10" y="9"/>
                      <a:pt x="14" y="9"/>
                    </a:cubicBezTo>
                    <a:cubicBezTo>
                      <a:pt x="18" y="8"/>
                      <a:pt x="20" y="8"/>
                      <a:pt x="24" y="6"/>
                    </a:cubicBezTo>
                    <a:cubicBezTo>
                      <a:pt x="25" y="5"/>
                      <a:pt x="33" y="0"/>
                      <a:pt x="34" y="3"/>
                    </a:cubicBezTo>
                    <a:cubicBezTo>
                      <a:pt x="35" y="4"/>
                      <a:pt x="23" y="10"/>
                      <a:pt x="21" y="11"/>
                    </a:cubicBezTo>
                    <a:cubicBezTo>
                      <a:pt x="16" y="13"/>
                      <a:pt x="10" y="11"/>
                      <a:pt x="5" y="14"/>
                    </a:cubicBezTo>
                  </a:path>
                </a:pathLst>
              </a:custGeom>
              <a:solidFill>
                <a:srgbClr val="F3D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8" name="Freeform 101">
                <a:extLst>
                  <a:ext uri="{FF2B5EF4-FFF2-40B4-BE49-F238E27FC236}">
                    <a16:creationId xmlns:a16="http://schemas.microsoft.com/office/drawing/2014/main" id="{0E38EFEB-8F86-4AEB-BAA9-ED0C349B5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3016"/>
                <a:ext cx="95" cy="40"/>
              </a:xfrm>
              <a:custGeom>
                <a:avLst/>
                <a:gdLst>
                  <a:gd name="T0" fmla="*/ 0 w 38"/>
                  <a:gd name="T1" fmla="*/ 0 h 15"/>
                  <a:gd name="T2" fmla="*/ 145 w 38"/>
                  <a:gd name="T3" fmla="*/ 136 h 15"/>
                  <a:gd name="T4" fmla="*/ 250 w 38"/>
                  <a:gd name="T5" fmla="*/ 248 h 15"/>
                  <a:gd name="T6" fmla="*/ 438 w 38"/>
                  <a:gd name="T7" fmla="*/ 227 h 15"/>
                  <a:gd name="T8" fmla="*/ 595 w 38"/>
                  <a:gd name="T9" fmla="*/ 115 h 15"/>
                  <a:gd name="T10" fmla="*/ 345 w 38"/>
                  <a:gd name="T11" fmla="*/ 171 h 15"/>
                  <a:gd name="T12" fmla="*/ 175 w 38"/>
                  <a:gd name="T13" fmla="*/ 77 h 15"/>
                  <a:gd name="T14" fmla="*/ 50 w 38"/>
                  <a:gd name="T15" fmla="*/ 21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5">
                    <a:moveTo>
                      <a:pt x="0" y="0"/>
                    </a:moveTo>
                    <a:cubicBezTo>
                      <a:pt x="3" y="3"/>
                      <a:pt x="6" y="5"/>
                      <a:pt x="9" y="7"/>
                    </a:cubicBezTo>
                    <a:cubicBezTo>
                      <a:pt x="11" y="9"/>
                      <a:pt x="13" y="11"/>
                      <a:pt x="16" y="13"/>
                    </a:cubicBezTo>
                    <a:cubicBezTo>
                      <a:pt x="20" y="15"/>
                      <a:pt x="24" y="14"/>
                      <a:pt x="28" y="12"/>
                    </a:cubicBezTo>
                    <a:cubicBezTo>
                      <a:pt x="30" y="11"/>
                      <a:pt x="37" y="9"/>
                      <a:pt x="38" y="6"/>
                    </a:cubicBezTo>
                    <a:cubicBezTo>
                      <a:pt x="34" y="8"/>
                      <a:pt x="27" y="11"/>
                      <a:pt x="22" y="9"/>
                    </a:cubicBezTo>
                    <a:cubicBezTo>
                      <a:pt x="18" y="8"/>
                      <a:pt x="15" y="5"/>
                      <a:pt x="11" y="4"/>
                    </a:cubicBezTo>
                    <a:cubicBezTo>
                      <a:pt x="7" y="3"/>
                      <a:pt x="5" y="2"/>
                      <a:pt x="3" y="1"/>
                    </a:cubicBezTo>
                  </a:path>
                </a:pathLst>
              </a:custGeom>
              <a:solidFill>
                <a:srgbClr val="F1D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9" name="Freeform 102">
                <a:extLst>
                  <a:ext uri="{FF2B5EF4-FFF2-40B4-BE49-F238E27FC236}">
                    <a16:creationId xmlns:a16="http://schemas.microsoft.com/office/drawing/2014/main" id="{2BDE1632-E733-45D1-9B98-0A337F4DE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003"/>
                <a:ext cx="68" cy="21"/>
              </a:xfrm>
              <a:custGeom>
                <a:avLst/>
                <a:gdLst>
                  <a:gd name="T0" fmla="*/ 0 w 27"/>
                  <a:gd name="T1" fmla="*/ 0 h 8"/>
                  <a:gd name="T2" fmla="*/ 83 w 27"/>
                  <a:gd name="T3" fmla="*/ 0 h 8"/>
                  <a:gd name="T4" fmla="*/ 146 w 27"/>
                  <a:gd name="T5" fmla="*/ 21 h 8"/>
                  <a:gd name="T6" fmla="*/ 254 w 27"/>
                  <a:gd name="T7" fmla="*/ 34 h 8"/>
                  <a:gd name="T8" fmla="*/ 431 w 27"/>
                  <a:gd name="T9" fmla="*/ 144 h 8"/>
                  <a:gd name="T10" fmla="*/ 317 w 27"/>
                  <a:gd name="T11" fmla="*/ 110 h 8"/>
                  <a:gd name="T12" fmla="*/ 222 w 27"/>
                  <a:gd name="T13" fmla="*/ 110 h 8"/>
                  <a:gd name="T14" fmla="*/ 83 w 27"/>
                  <a:gd name="T15" fmla="*/ 34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8">
                    <a:moveTo>
                      <a:pt x="0" y="0"/>
                    </a:moveTo>
                    <a:cubicBezTo>
                      <a:pt x="2" y="1"/>
                      <a:pt x="4" y="0"/>
                      <a:pt x="5" y="0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12" y="2"/>
                      <a:pt x="14" y="2"/>
                      <a:pt x="16" y="2"/>
                    </a:cubicBezTo>
                    <a:cubicBezTo>
                      <a:pt x="22" y="2"/>
                      <a:pt x="26" y="1"/>
                      <a:pt x="27" y="8"/>
                    </a:cubicBezTo>
                    <a:cubicBezTo>
                      <a:pt x="26" y="5"/>
                      <a:pt x="22" y="5"/>
                      <a:pt x="20" y="6"/>
                    </a:cubicBezTo>
                    <a:cubicBezTo>
                      <a:pt x="18" y="6"/>
                      <a:pt x="17" y="6"/>
                      <a:pt x="14" y="6"/>
                    </a:cubicBezTo>
                    <a:cubicBezTo>
                      <a:pt x="11" y="4"/>
                      <a:pt x="9" y="2"/>
                      <a:pt x="5" y="2"/>
                    </a:cubicBezTo>
                  </a:path>
                </a:pathLst>
              </a:custGeom>
              <a:solidFill>
                <a:srgbClr val="F1D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0" name="Freeform 103">
                <a:extLst>
                  <a:ext uri="{FF2B5EF4-FFF2-40B4-BE49-F238E27FC236}">
                    <a16:creationId xmlns:a16="http://schemas.microsoft.com/office/drawing/2014/main" id="{ED7D51F2-9859-4784-BCD6-935E800AF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3173"/>
                <a:ext cx="50" cy="80"/>
              </a:xfrm>
              <a:custGeom>
                <a:avLst/>
                <a:gdLst>
                  <a:gd name="T0" fmla="*/ 63 w 20"/>
                  <a:gd name="T1" fmla="*/ 363 h 30"/>
                  <a:gd name="T2" fmla="*/ 220 w 20"/>
                  <a:gd name="T3" fmla="*/ 512 h 30"/>
                  <a:gd name="T4" fmla="*/ 313 w 20"/>
                  <a:gd name="T5" fmla="*/ 533 h 30"/>
                  <a:gd name="T6" fmla="*/ 238 w 20"/>
                  <a:gd name="T7" fmla="*/ 456 h 30"/>
                  <a:gd name="T8" fmla="*/ 125 w 20"/>
                  <a:gd name="T9" fmla="*/ 320 h 30"/>
                  <a:gd name="T10" fmla="*/ 50 w 20"/>
                  <a:gd name="T11" fmla="*/ 205 h 30"/>
                  <a:gd name="T12" fmla="*/ 83 w 20"/>
                  <a:gd name="T13" fmla="*/ 0 h 30"/>
                  <a:gd name="T14" fmla="*/ 20 w 20"/>
                  <a:gd name="T15" fmla="*/ 9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0">
                    <a:moveTo>
                      <a:pt x="4" y="19"/>
                    </a:moveTo>
                    <a:cubicBezTo>
                      <a:pt x="7" y="22"/>
                      <a:pt x="11" y="24"/>
                      <a:pt x="14" y="27"/>
                    </a:cubicBezTo>
                    <a:cubicBezTo>
                      <a:pt x="16" y="29"/>
                      <a:pt x="17" y="30"/>
                      <a:pt x="20" y="28"/>
                    </a:cubicBezTo>
                    <a:cubicBezTo>
                      <a:pt x="17" y="28"/>
                      <a:pt x="16" y="26"/>
                      <a:pt x="15" y="24"/>
                    </a:cubicBezTo>
                    <a:cubicBezTo>
                      <a:pt x="13" y="22"/>
                      <a:pt x="11" y="20"/>
                      <a:pt x="8" y="17"/>
                    </a:cubicBezTo>
                    <a:cubicBezTo>
                      <a:pt x="6" y="16"/>
                      <a:pt x="4" y="13"/>
                      <a:pt x="3" y="11"/>
                    </a:cubicBezTo>
                    <a:cubicBezTo>
                      <a:pt x="1" y="7"/>
                      <a:pt x="4" y="3"/>
                      <a:pt x="5" y="0"/>
                    </a:cubicBezTo>
                    <a:cubicBezTo>
                      <a:pt x="3" y="0"/>
                      <a:pt x="0" y="3"/>
                      <a:pt x="1" y="5"/>
                    </a:cubicBezTo>
                  </a:path>
                </a:pathLst>
              </a:custGeom>
              <a:solidFill>
                <a:srgbClr val="FFF6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1" name="Freeform 104">
                <a:extLst>
                  <a:ext uri="{FF2B5EF4-FFF2-40B4-BE49-F238E27FC236}">
                    <a16:creationId xmlns:a16="http://schemas.microsoft.com/office/drawing/2014/main" id="{50D84B2B-EF53-4F36-B034-24126DFF8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264"/>
                <a:ext cx="73" cy="85"/>
              </a:xfrm>
              <a:custGeom>
                <a:avLst/>
                <a:gdLst>
                  <a:gd name="T0" fmla="*/ 0 w 29"/>
                  <a:gd name="T1" fmla="*/ 600 h 32"/>
                  <a:gd name="T2" fmla="*/ 20 w 29"/>
                  <a:gd name="T3" fmla="*/ 486 h 32"/>
                  <a:gd name="T4" fmla="*/ 50 w 29"/>
                  <a:gd name="T5" fmla="*/ 353 h 32"/>
                  <a:gd name="T6" fmla="*/ 159 w 29"/>
                  <a:gd name="T7" fmla="*/ 149 h 32"/>
                  <a:gd name="T8" fmla="*/ 335 w 29"/>
                  <a:gd name="T9" fmla="*/ 21 h 32"/>
                  <a:gd name="T10" fmla="*/ 463 w 29"/>
                  <a:gd name="T11" fmla="*/ 93 h 32"/>
                  <a:gd name="T12" fmla="*/ 191 w 29"/>
                  <a:gd name="T13" fmla="*/ 191 h 32"/>
                  <a:gd name="T14" fmla="*/ 96 w 29"/>
                  <a:gd name="T15" fmla="*/ 353 h 32"/>
                  <a:gd name="T16" fmla="*/ 63 w 29"/>
                  <a:gd name="T17" fmla="*/ 465 h 32"/>
                  <a:gd name="T18" fmla="*/ 20 w 29"/>
                  <a:gd name="T19" fmla="*/ 60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2">
                    <a:moveTo>
                      <a:pt x="0" y="32"/>
                    </a:moveTo>
                    <a:cubicBezTo>
                      <a:pt x="0" y="30"/>
                      <a:pt x="0" y="28"/>
                      <a:pt x="1" y="26"/>
                    </a:cubicBezTo>
                    <a:cubicBezTo>
                      <a:pt x="1" y="23"/>
                      <a:pt x="3" y="21"/>
                      <a:pt x="3" y="19"/>
                    </a:cubicBezTo>
                    <a:cubicBezTo>
                      <a:pt x="5" y="15"/>
                      <a:pt x="7" y="11"/>
                      <a:pt x="10" y="8"/>
                    </a:cubicBezTo>
                    <a:cubicBezTo>
                      <a:pt x="13" y="5"/>
                      <a:pt x="16" y="2"/>
                      <a:pt x="21" y="1"/>
                    </a:cubicBezTo>
                    <a:cubicBezTo>
                      <a:pt x="23" y="1"/>
                      <a:pt x="28" y="1"/>
                      <a:pt x="29" y="5"/>
                    </a:cubicBezTo>
                    <a:cubicBezTo>
                      <a:pt x="25" y="0"/>
                      <a:pt x="15" y="7"/>
                      <a:pt x="12" y="10"/>
                    </a:cubicBezTo>
                    <a:cubicBezTo>
                      <a:pt x="10" y="12"/>
                      <a:pt x="8" y="16"/>
                      <a:pt x="6" y="19"/>
                    </a:cubicBezTo>
                    <a:cubicBezTo>
                      <a:pt x="5" y="21"/>
                      <a:pt x="5" y="23"/>
                      <a:pt x="4" y="25"/>
                    </a:cubicBezTo>
                    <a:cubicBezTo>
                      <a:pt x="2" y="27"/>
                      <a:pt x="0" y="30"/>
                      <a:pt x="1" y="32"/>
                    </a:cubicBezTo>
                  </a:path>
                </a:pathLst>
              </a:custGeom>
              <a:solidFill>
                <a:srgbClr val="FFF2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2" name="Freeform 105">
                <a:extLst>
                  <a:ext uri="{FF2B5EF4-FFF2-40B4-BE49-F238E27FC236}">
                    <a16:creationId xmlns:a16="http://schemas.microsoft.com/office/drawing/2014/main" id="{C045A7DB-C99F-476C-A8F0-02D5682CC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288"/>
                <a:ext cx="78" cy="96"/>
              </a:xfrm>
              <a:custGeom>
                <a:avLst/>
                <a:gdLst>
                  <a:gd name="T0" fmla="*/ 476 w 31"/>
                  <a:gd name="T1" fmla="*/ 21 h 36"/>
                  <a:gd name="T2" fmla="*/ 430 w 31"/>
                  <a:gd name="T3" fmla="*/ 248 h 36"/>
                  <a:gd name="T4" fmla="*/ 367 w 31"/>
                  <a:gd name="T5" fmla="*/ 376 h 36"/>
                  <a:gd name="T6" fmla="*/ 242 w 31"/>
                  <a:gd name="T7" fmla="*/ 605 h 36"/>
                  <a:gd name="T8" fmla="*/ 50 w 31"/>
                  <a:gd name="T9" fmla="*/ 661 h 36"/>
                  <a:gd name="T10" fmla="*/ 33 w 31"/>
                  <a:gd name="T11" fmla="*/ 589 h 36"/>
                  <a:gd name="T12" fmla="*/ 146 w 31"/>
                  <a:gd name="T13" fmla="*/ 456 h 36"/>
                  <a:gd name="T14" fmla="*/ 159 w 31"/>
                  <a:gd name="T15" fmla="*/ 547 h 36"/>
                  <a:gd name="T16" fmla="*/ 272 w 31"/>
                  <a:gd name="T17" fmla="*/ 376 h 36"/>
                  <a:gd name="T18" fmla="*/ 335 w 31"/>
                  <a:gd name="T19" fmla="*/ 285 h 36"/>
                  <a:gd name="T20" fmla="*/ 400 w 31"/>
                  <a:gd name="T21" fmla="*/ 192 h 36"/>
                  <a:gd name="T22" fmla="*/ 476 w 31"/>
                  <a:gd name="T23" fmla="*/ 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36">
                    <a:moveTo>
                      <a:pt x="30" y="1"/>
                    </a:moveTo>
                    <a:cubicBezTo>
                      <a:pt x="29" y="5"/>
                      <a:pt x="29" y="9"/>
                      <a:pt x="27" y="13"/>
                    </a:cubicBezTo>
                    <a:cubicBezTo>
                      <a:pt x="26" y="16"/>
                      <a:pt x="25" y="18"/>
                      <a:pt x="23" y="20"/>
                    </a:cubicBezTo>
                    <a:cubicBezTo>
                      <a:pt x="21" y="24"/>
                      <a:pt x="18" y="29"/>
                      <a:pt x="15" y="32"/>
                    </a:cubicBezTo>
                    <a:cubicBezTo>
                      <a:pt x="11" y="35"/>
                      <a:pt x="8" y="36"/>
                      <a:pt x="3" y="35"/>
                    </a:cubicBezTo>
                    <a:cubicBezTo>
                      <a:pt x="0" y="34"/>
                      <a:pt x="0" y="33"/>
                      <a:pt x="2" y="31"/>
                    </a:cubicBezTo>
                    <a:cubicBezTo>
                      <a:pt x="4" y="29"/>
                      <a:pt x="7" y="27"/>
                      <a:pt x="9" y="24"/>
                    </a:cubicBezTo>
                    <a:cubicBezTo>
                      <a:pt x="8" y="26"/>
                      <a:pt x="7" y="29"/>
                      <a:pt x="10" y="29"/>
                    </a:cubicBezTo>
                    <a:cubicBezTo>
                      <a:pt x="13" y="29"/>
                      <a:pt x="16" y="23"/>
                      <a:pt x="17" y="20"/>
                    </a:cubicBezTo>
                    <a:cubicBezTo>
                      <a:pt x="18" y="18"/>
                      <a:pt x="19" y="16"/>
                      <a:pt x="21" y="15"/>
                    </a:cubicBezTo>
                    <a:cubicBezTo>
                      <a:pt x="22" y="13"/>
                      <a:pt x="24" y="12"/>
                      <a:pt x="25" y="10"/>
                    </a:cubicBezTo>
                    <a:cubicBezTo>
                      <a:pt x="26" y="8"/>
                      <a:pt x="31" y="2"/>
                      <a:pt x="30" y="0"/>
                    </a:cubicBezTo>
                  </a:path>
                </a:pathLst>
              </a:custGeom>
              <a:solidFill>
                <a:srgbClr val="F3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3" name="Freeform 106">
                <a:extLst>
                  <a:ext uri="{FF2B5EF4-FFF2-40B4-BE49-F238E27FC236}">
                    <a16:creationId xmlns:a16="http://schemas.microsoft.com/office/drawing/2014/main" id="{C2396742-FB44-4B76-A58E-DE6FB750B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189"/>
                <a:ext cx="30" cy="56"/>
              </a:xfrm>
              <a:custGeom>
                <a:avLst/>
                <a:gdLst>
                  <a:gd name="T0" fmla="*/ 0 w 12"/>
                  <a:gd name="T1" fmla="*/ 21 h 21"/>
                  <a:gd name="T2" fmla="*/ 83 w 12"/>
                  <a:gd name="T3" fmla="*/ 285 h 21"/>
                  <a:gd name="T4" fmla="*/ 188 w 12"/>
                  <a:gd name="T5" fmla="*/ 363 h 21"/>
                  <a:gd name="T6" fmla="*/ 83 w 12"/>
                  <a:gd name="T7" fmla="*/ 149 h 21"/>
                  <a:gd name="T8" fmla="*/ 0 w 12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1">
                    <a:moveTo>
                      <a:pt x="0" y="1"/>
                    </a:moveTo>
                    <a:cubicBezTo>
                      <a:pt x="1" y="6"/>
                      <a:pt x="3" y="11"/>
                      <a:pt x="5" y="15"/>
                    </a:cubicBezTo>
                    <a:cubicBezTo>
                      <a:pt x="6" y="19"/>
                      <a:pt x="8" y="21"/>
                      <a:pt x="12" y="19"/>
                    </a:cubicBezTo>
                    <a:cubicBezTo>
                      <a:pt x="7" y="18"/>
                      <a:pt x="7" y="11"/>
                      <a:pt x="5" y="8"/>
                    </a:cubicBezTo>
                    <a:cubicBezTo>
                      <a:pt x="4" y="5"/>
                      <a:pt x="2" y="2"/>
                      <a:pt x="0" y="0"/>
                    </a:cubicBezTo>
                  </a:path>
                </a:pathLst>
              </a:custGeom>
              <a:solidFill>
                <a:srgbClr val="FBED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4" name="Freeform 107">
                <a:extLst>
                  <a:ext uri="{FF2B5EF4-FFF2-40B4-BE49-F238E27FC236}">
                    <a16:creationId xmlns:a16="http://schemas.microsoft.com/office/drawing/2014/main" id="{190D3323-06CC-4746-918E-04D096AD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3165"/>
                <a:ext cx="28" cy="78"/>
              </a:xfrm>
              <a:custGeom>
                <a:avLst/>
                <a:gdLst>
                  <a:gd name="T0" fmla="*/ 33 w 11"/>
                  <a:gd name="T1" fmla="*/ 35 h 29"/>
                  <a:gd name="T2" fmla="*/ 97 w 11"/>
                  <a:gd name="T3" fmla="*/ 290 h 29"/>
                  <a:gd name="T4" fmla="*/ 117 w 11"/>
                  <a:gd name="T5" fmla="*/ 406 h 29"/>
                  <a:gd name="T6" fmla="*/ 117 w 11"/>
                  <a:gd name="T7" fmla="*/ 527 h 29"/>
                  <a:gd name="T8" fmla="*/ 163 w 11"/>
                  <a:gd name="T9" fmla="*/ 428 h 29"/>
                  <a:gd name="T10" fmla="*/ 163 w 11"/>
                  <a:gd name="T11" fmla="*/ 231 h 29"/>
                  <a:gd name="T12" fmla="*/ 84 w 11"/>
                  <a:gd name="T13" fmla="*/ 81 h 29"/>
                  <a:gd name="T14" fmla="*/ 33 w 11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9">
                    <a:moveTo>
                      <a:pt x="2" y="2"/>
                    </a:moveTo>
                    <a:cubicBezTo>
                      <a:pt x="0" y="6"/>
                      <a:pt x="4" y="11"/>
                      <a:pt x="6" y="15"/>
                    </a:cubicBezTo>
                    <a:cubicBezTo>
                      <a:pt x="6" y="17"/>
                      <a:pt x="7" y="19"/>
                      <a:pt x="7" y="21"/>
                    </a:cubicBezTo>
                    <a:cubicBezTo>
                      <a:pt x="7" y="22"/>
                      <a:pt x="6" y="26"/>
                      <a:pt x="7" y="27"/>
                    </a:cubicBezTo>
                    <a:cubicBezTo>
                      <a:pt x="9" y="29"/>
                      <a:pt x="10" y="24"/>
                      <a:pt x="10" y="22"/>
                    </a:cubicBezTo>
                    <a:cubicBezTo>
                      <a:pt x="11" y="19"/>
                      <a:pt x="11" y="15"/>
                      <a:pt x="10" y="12"/>
                    </a:cubicBezTo>
                    <a:cubicBezTo>
                      <a:pt x="8" y="9"/>
                      <a:pt x="6" y="7"/>
                      <a:pt x="5" y="4"/>
                    </a:cubicBezTo>
                    <a:cubicBezTo>
                      <a:pt x="4" y="2"/>
                      <a:pt x="4" y="0"/>
                      <a:pt x="2" y="0"/>
                    </a:cubicBezTo>
                  </a:path>
                </a:pathLst>
              </a:custGeom>
              <a:solidFill>
                <a:srgbClr val="E6C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5" name="Freeform 108">
                <a:extLst>
                  <a:ext uri="{FF2B5EF4-FFF2-40B4-BE49-F238E27FC236}">
                    <a16:creationId xmlns:a16="http://schemas.microsoft.com/office/drawing/2014/main" id="{46ADD691-B703-4A6D-8A9D-5D0EB3EF2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184"/>
                <a:ext cx="38" cy="53"/>
              </a:xfrm>
              <a:custGeom>
                <a:avLst/>
                <a:gdLst>
                  <a:gd name="T0" fmla="*/ 33 w 15"/>
                  <a:gd name="T1" fmla="*/ 56 h 20"/>
                  <a:gd name="T2" fmla="*/ 63 w 15"/>
                  <a:gd name="T3" fmla="*/ 21 h 20"/>
                  <a:gd name="T4" fmla="*/ 96 w 15"/>
                  <a:gd name="T5" fmla="*/ 77 h 20"/>
                  <a:gd name="T6" fmla="*/ 147 w 15"/>
                  <a:gd name="T7" fmla="*/ 111 h 20"/>
                  <a:gd name="T8" fmla="*/ 243 w 15"/>
                  <a:gd name="T9" fmla="*/ 239 h 20"/>
                  <a:gd name="T10" fmla="*/ 225 w 15"/>
                  <a:gd name="T11" fmla="*/ 371 h 20"/>
                  <a:gd name="T12" fmla="*/ 160 w 15"/>
                  <a:gd name="T13" fmla="*/ 204 h 20"/>
                  <a:gd name="T14" fmla="*/ 51 w 15"/>
                  <a:gd name="T15" fmla="*/ 7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0">
                    <a:moveTo>
                      <a:pt x="2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4" y="1"/>
                      <a:pt x="6" y="3"/>
                      <a:pt x="6" y="4"/>
                    </a:cubicBezTo>
                    <a:cubicBezTo>
                      <a:pt x="7" y="5"/>
                      <a:pt x="8" y="5"/>
                      <a:pt x="9" y="6"/>
                    </a:cubicBezTo>
                    <a:cubicBezTo>
                      <a:pt x="12" y="8"/>
                      <a:pt x="14" y="10"/>
                      <a:pt x="15" y="13"/>
                    </a:cubicBezTo>
                    <a:cubicBezTo>
                      <a:pt x="15" y="15"/>
                      <a:pt x="15" y="18"/>
                      <a:pt x="14" y="20"/>
                    </a:cubicBezTo>
                    <a:cubicBezTo>
                      <a:pt x="12" y="17"/>
                      <a:pt x="12" y="14"/>
                      <a:pt x="10" y="11"/>
                    </a:cubicBezTo>
                    <a:cubicBezTo>
                      <a:pt x="8" y="8"/>
                      <a:pt x="6" y="6"/>
                      <a:pt x="3" y="4"/>
                    </a:cubicBezTo>
                  </a:path>
                </a:pathLst>
              </a:custGeom>
              <a:solidFill>
                <a:srgbClr val="F8D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6" name="Freeform 109">
                <a:extLst>
                  <a:ext uri="{FF2B5EF4-FFF2-40B4-BE49-F238E27FC236}">
                    <a16:creationId xmlns:a16="http://schemas.microsoft.com/office/drawing/2014/main" id="{D91CAD55-6805-44F6-9E8C-EFC42CB2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013"/>
                <a:ext cx="100" cy="46"/>
              </a:xfrm>
              <a:custGeom>
                <a:avLst/>
                <a:gdLst>
                  <a:gd name="T0" fmla="*/ 0 w 40"/>
                  <a:gd name="T1" fmla="*/ 336 h 17"/>
                  <a:gd name="T2" fmla="*/ 83 w 40"/>
                  <a:gd name="T3" fmla="*/ 138 h 17"/>
                  <a:gd name="T4" fmla="*/ 220 w 40"/>
                  <a:gd name="T5" fmla="*/ 60 h 17"/>
                  <a:gd name="T6" fmla="*/ 625 w 40"/>
                  <a:gd name="T7" fmla="*/ 81 h 17"/>
                  <a:gd name="T8" fmla="*/ 458 w 40"/>
                  <a:gd name="T9" fmla="*/ 103 h 17"/>
                  <a:gd name="T10" fmla="*/ 270 w 40"/>
                  <a:gd name="T11" fmla="*/ 103 h 17"/>
                  <a:gd name="T12" fmla="*/ 20 w 40"/>
                  <a:gd name="T13" fmla="*/ 30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7">
                    <a:moveTo>
                      <a:pt x="0" y="17"/>
                    </a:moveTo>
                    <a:cubicBezTo>
                      <a:pt x="1" y="13"/>
                      <a:pt x="2" y="9"/>
                      <a:pt x="5" y="7"/>
                    </a:cubicBezTo>
                    <a:cubicBezTo>
                      <a:pt x="7" y="4"/>
                      <a:pt x="10" y="3"/>
                      <a:pt x="14" y="3"/>
                    </a:cubicBezTo>
                    <a:cubicBezTo>
                      <a:pt x="22" y="0"/>
                      <a:pt x="31" y="4"/>
                      <a:pt x="40" y="4"/>
                    </a:cubicBezTo>
                    <a:cubicBezTo>
                      <a:pt x="37" y="5"/>
                      <a:pt x="32" y="5"/>
                      <a:pt x="29" y="5"/>
                    </a:cubicBezTo>
                    <a:cubicBezTo>
                      <a:pt x="25" y="4"/>
                      <a:pt x="21" y="4"/>
                      <a:pt x="17" y="5"/>
                    </a:cubicBezTo>
                    <a:cubicBezTo>
                      <a:pt x="11" y="7"/>
                      <a:pt x="5" y="9"/>
                      <a:pt x="1" y="15"/>
                    </a:cubicBezTo>
                  </a:path>
                </a:pathLst>
              </a:custGeom>
              <a:solidFill>
                <a:srgbClr val="FCDE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7" name="Freeform 110">
                <a:extLst>
                  <a:ext uri="{FF2B5EF4-FFF2-40B4-BE49-F238E27FC236}">
                    <a16:creationId xmlns:a16="http://schemas.microsoft.com/office/drawing/2014/main" id="{1FA9CF36-D311-47ED-8722-096BD1610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176"/>
                <a:ext cx="15" cy="64"/>
              </a:xfrm>
              <a:custGeom>
                <a:avLst/>
                <a:gdLst>
                  <a:gd name="T0" fmla="*/ 0 w 6"/>
                  <a:gd name="T1" fmla="*/ 0 h 24"/>
                  <a:gd name="T2" fmla="*/ 83 w 6"/>
                  <a:gd name="T3" fmla="*/ 205 h 24"/>
                  <a:gd name="T4" fmla="*/ 63 w 6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0" y="0"/>
                    </a:moveTo>
                    <a:cubicBezTo>
                      <a:pt x="0" y="5"/>
                      <a:pt x="4" y="7"/>
                      <a:pt x="5" y="11"/>
                    </a:cubicBezTo>
                    <a:cubicBezTo>
                      <a:pt x="6" y="15"/>
                      <a:pt x="4" y="20"/>
                      <a:pt x="4" y="24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8" name="Freeform 111">
                <a:extLst>
                  <a:ext uri="{FF2B5EF4-FFF2-40B4-BE49-F238E27FC236}">
                    <a16:creationId xmlns:a16="http://schemas.microsoft.com/office/drawing/2014/main" id="{8F220A81-91E5-4C80-832C-D7D43D5CF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200"/>
                <a:ext cx="63" cy="64"/>
              </a:xfrm>
              <a:custGeom>
                <a:avLst/>
                <a:gdLst>
                  <a:gd name="T0" fmla="*/ 350 w 25"/>
                  <a:gd name="T1" fmla="*/ 0 h 24"/>
                  <a:gd name="T2" fmla="*/ 222 w 25"/>
                  <a:gd name="T3" fmla="*/ 285 h 24"/>
                  <a:gd name="T4" fmla="*/ 0 w 25"/>
                  <a:gd name="T5" fmla="*/ 341 h 24"/>
                  <a:gd name="T6" fmla="*/ 272 w 25"/>
                  <a:gd name="T7" fmla="*/ 363 h 24"/>
                  <a:gd name="T8" fmla="*/ 350 w 2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0"/>
                    </a:moveTo>
                    <a:cubicBezTo>
                      <a:pt x="24" y="5"/>
                      <a:pt x="22" y="11"/>
                      <a:pt x="14" y="15"/>
                    </a:cubicBezTo>
                    <a:cubicBezTo>
                      <a:pt x="7" y="19"/>
                      <a:pt x="2" y="20"/>
                      <a:pt x="0" y="18"/>
                    </a:cubicBezTo>
                    <a:cubicBezTo>
                      <a:pt x="2" y="22"/>
                      <a:pt x="11" y="24"/>
                      <a:pt x="17" y="19"/>
                    </a:cubicBezTo>
                    <a:cubicBezTo>
                      <a:pt x="23" y="15"/>
                      <a:pt x="25" y="7"/>
                      <a:pt x="2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9" name="Freeform 112">
                <a:extLst>
                  <a:ext uri="{FF2B5EF4-FFF2-40B4-BE49-F238E27FC236}">
                    <a16:creationId xmlns:a16="http://schemas.microsoft.com/office/drawing/2014/main" id="{0E41CE12-04F3-4F94-98A8-3D3324792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3291"/>
                <a:ext cx="115" cy="109"/>
              </a:xfrm>
              <a:custGeom>
                <a:avLst/>
                <a:gdLst>
                  <a:gd name="T0" fmla="*/ 708 w 46"/>
                  <a:gd name="T1" fmla="*/ 319 h 41"/>
                  <a:gd name="T2" fmla="*/ 488 w 46"/>
                  <a:gd name="T3" fmla="*/ 35 h 41"/>
                  <a:gd name="T4" fmla="*/ 95 w 46"/>
                  <a:gd name="T5" fmla="*/ 303 h 41"/>
                  <a:gd name="T6" fmla="*/ 363 w 46"/>
                  <a:gd name="T7" fmla="*/ 771 h 41"/>
                  <a:gd name="T8" fmla="*/ 625 w 46"/>
                  <a:gd name="T9" fmla="*/ 601 h 41"/>
                  <a:gd name="T10" fmla="*/ 708 w 46"/>
                  <a:gd name="T11" fmla="*/ 319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1">
                    <a:moveTo>
                      <a:pt x="45" y="17"/>
                    </a:moveTo>
                    <a:cubicBezTo>
                      <a:pt x="46" y="9"/>
                      <a:pt x="38" y="4"/>
                      <a:pt x="31" y="2"/>
                    </a:cubicBezTo>
                    <a:cubicBezTo>
                      <a:pt x="23" y="0"/>
                      <a:pt x="10" y="10"/>
                      <a:pt x="6" y="16"/>
                    </a:cubicBezTo>
                    <a:cubicBezTo>
                      <a:pt x="0" y="27"/>
                      <a:pt x="12" y="41"/>
                      <a:pt x="23" y="41"/>
                    </a:cubicBezTo>
                    <a:cubicBezTo>
                      <a:pt x="28" y="40"/>
                      <a:pt x="37" y="36"/>
                      <a:pt x="40" y="32"/>
                    </a:cubicBezTo>
                    <a:cubicBezTo>
                      <a:pt x="43" y="28"/>
                      <a:pt x="45" y="23"/>
                      <a:pt x="45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0" name="Freeform 113">
                <a:extLst>
                  <a:ext uri="{FF2B5EF4-FFF2-40B4-BE49-F238E27FC236}">
                    <a16:creationId xmlns:a16="http://schemas.microsoft.com/office/drawing/2014/main" id="{5FE9CFA1-B2F9-457E-8AB5-4F44490BA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307"/>
                <a:ext cx="120" cy="106"/>
              </a:xfrm>
              <a:custGeom>
                <a:avLst/>
                <a:gdLst>
                  <a:gd name="T0" fmla="*/ 738 w 48"/>
                  <a:gd name="T1" fmla="*/ 612 h 40"/>
                  <a:gd name="T2" fmla="*/ 563 w 48"/>
                  <a:gd name="T3" fmla="*/ 239 h 40"/>
                  <a:gd name="T4" fmla="*/ 83 w 48"/>
                  <a:gd name="T5" fmla="*/ 111 h 40"/>
                  <a:gd name="T6" fmla="*/ 83 w 48"/>
                  <a:gd name="T7" fmla="*/ 133 h 40"/>
                  <a:gd name="T8" fmla="*/ 83 w 48"/>
                  <a:gd name="T9" fmla="*/ 204 h 40"/>
                  <a:gd name="T10" fmla="*/ 0 w 48"/>
                  <a:gd name="T11" fmla="*/ 464 h 40"/>
                  <a:gd name="T12" fmla="*/ 158 w 48"/>
                  <a:gd name="T13" fmla="*/ 652 h 40"/>
                  <a:gd name="T14" fmla="*/ 408 w 48"/>
                  <a:gd name="T15" fmla="*/ 745 h 40"/>
                  <a:gd name="T16" fmla="*/ 738 w 48"/>
                  <a:gd name="T17" fmla="*/ 612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0">
                    <a:moveTo>
                      <a:pt x="47" y="33"/>
                    </a:moveTo>
                    <a:cubicBezTo>
                      <a:pt x="48" y="26"/>
                      <a:pt x="40" y="17"/>
                      <a:pt x="36" y="13"/>
                    </a:cubicBezTo>
                    <a:cubicBezTo>
                      <a:pt x="27" y="4"/>
                      <a:pt x="17" y="0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8"/>
                      <a:pt x="5" y="9"/>
                      <a:pt x="5" y="11"/>
                    </a:cubicBezTo>
                    <a:cubicBezTo>
                      <a:pt x="5" y="17"/>
                      <a:pt x="4" y="21"/>
                      <a:pt x="0" y="25"/>
                    </a:cubicBezTo>
                    <a:cubicBezTo>
                      <a:pt x="2" y="29"/>
                      <a:pt x="8" y="33"/>
                      <a:pt x="10" y="35"/>
                    </a:cubicBezTo>
                    <a:cubicBezTo>
                      <a:pt x="15" y="39"/>
                      <a:pt x="20" y="40"/>
                      <a:pt x="26" y="40"/>
                    </a:cubicBezTo>
                    <a:cubicBezTo>
                      <a:pt x="32" y="40"/>
                      <a:pt x="45" y="39"/>
                      <a:pt x="47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1" name="Freeform 114">
                <a:extLst>
                  <a:ext uri="{FF2B5EF4-FFF2-40B4-BE49-F238E27FC236}">
                    <a16:creationId xmlns:a16="http://schemas.microsoft.com/office/drawing/2014/main" id="{782CE199-011E-4534-8106-5004BA6F5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3037"/>
                <a:ext cx="55" cy="32"/>
              </a:xfrm>
              <a:custGeom>
                <a:avLst/>
                <a:gdLst>
                  <a:gd name="T0" fmla="*/ 0 w 22"/>
                  <a:gd name="T1" fmla="*/ 227 h 12"/>
                  <a:gd name="T2" fmla="*/ 188 w 22"/>
                  <a:gd name="T3" fmla="*/ 171 h 12"/>
                  <a:gd name="T4" fmla="*/ 345 w 2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4" y="11"/>
                      <a:pt x="8" y="10"/>
                      <a:pt x="12" y="9"/>
                    </a:cubicBezTo>
                    <a:cubicBezTo>
                      <a:pt x="16" y="7"/>
                      <a:pt x="19" y="1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2" name="Freeform 115">
                <a:extLst>
                  <a:ext uri="{FF2B5EF4-FFF2-40B4-BE49-F238E27FC236}">
                    <a16:creationId xmlns:a16="http://schemas.microsoft.com/office/drawing/2014/main" id="{D0874BE9-6303-42CA-8627-E01404D27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032"/>
                <a:ext cx="138" cy="72"/>
              </a:xfrm>
              <a:custGeom>
                <a:avLst/>
                <a:gdLst>
                  <a:gd name="T0" fmla="*/ 838 w 55"/>
                  <a:gd name="T1" fmla="*/ 0 h 27"/>
                  <a:gd name="T2" fmla="*/ 788 w 55"/>
                  <a:gd name="T3" fmla="*/ 205 h 27"/>
                  <a:gd name="T4" fmla="*/ 555 w 55"/>
                  <a:gd name="T5" fmla="*/ 363 h 27"/>
                  <a:gd name="T6" fmla="*/ 176 w 55"/>
                  <a:gd name="T7" fmla="*/ 376 h 27"/>
                  <a:gd name="T8" fmla="*/ 0 w 55"/>
                  <a:gd name="T9" fmla="*/ 376 h 27"/>
                  <a:gd name="T10" fmla="*/ 334 w 55"/>
                  <a:gd name="T11" fmla="*/ 512 h 27"/>
                  <a:gd name="T12" fmla="*/ 555 w 55"/>
                  <a:gd name="T13" fmla="*/ 456 h 27"/>
                  <a:gd name="T14" fmla="*/ 818 w 55"/>
                  <a:gd name="T15" fmla="*/ 248 h 27"/>
                  <a:gd name="T16" fmla="*/ 838 w 55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7">
                    <a:moveTo>
                      <a:pt x="53" y="0"/>
                    </a:moveTo>
                    <a:cubicBezTo>
                      <a:pt x="54" y="4"/>
                      <a:pt x="52" y="8"/>
                      <a:pt x="50" y="11"/>
                    </a:cubicBezTo>
                    <a:cubicBezTo>
                      <a:pt x="46" y="15"/>
                      <a:pt x="40" y="18"/>
                      <a:pt x="35" y="19"/>
                    </a:cubicBezTo>
                    <a:cubicBezTo>
                      <a:pt x="27" y="21"/>
                      <a:pt x="19" y="20"/>
                      <a:pt x="11" y="20"/>
                    </a:cubicBezTo>
                    <a:cubicBezTo>
                      <a:pt x="9" y="20"/>
                      <a:pt x="2" y="22"/>
                      <a:pt x="0" y="20"/>
                    </a:cubicBezTo>
                    <a:cubicBezTo>
                      <a:pt x="4" y="25"/>
                      <a:pt x="13" y="26"/>
                      <a:pt x="21" y="27"/>
                    </a:cubicBezTo>
                    <a:cubicBezTo>
                      <a:pt x="26" y="27"/>
                      <a:pt x="30" y="25"/>
                      <a:pt x="35" y="24"/>
                    </a:cubicBezTo>
                    <a:cubicBezTo>
                      <a:pt x="40" y="23"/>
                      <a:pt x="49" y="19"/>
                      <a:pt x="52" y="13"/>
                    </a:cubicBezTo>
                    <a:cubicBezTo>
                      <a:pt x="55" y="8"/>
                      <a:pt x="54" y="6"/>
                      <a:pt x="5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3" name="Freeform 116">
                <a:extLst>
                  <a:ext uri="{FF2B5EF4-FFF2-40B4-BE49-F238E27FC236}">
                    <a16:creationId xmlns:a16="http://schemas.microsoft.com/office/drawing/2014/main" id="{189A40C2-FC76-40C8-A45A-0E4799EBB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3125"/>
                <a:ext cx="145" cy="96"/>
              </a:xfrm>
              <a:custGeom>
                <a:avLst/>
                <a:gdLst>
                  <a:gd name="T0" fmla="*/ 175 w 58"/>
                  <a:gd name="T1" fmla="*/ 171 h 36"/>
                  <a:gd name="T2" fmla="*/ 20 w 58"/>
                  <a:gd name="T3" fmla="*/ 435 h 36"/>
                  <a:gd name="T4" fmla="*/ 270 w 58"/>
                  <a:gd name="T5" fmla="*/ 661 h 36"/>
                  <a:gd name="T6" fmla="*/ 550 w 58"/>
                  <a:gd name="T7" fmla="*/ 491 h 36"/>
                  <a:gd name="T8" fmla="*/ 770 w 58"/>
                  <a:gd name="T9" fmla="*/ 285 h 36"/>
                  <a:gd name="T10" fmla="*/ 863 w 58"/>
                  <a:gd name="T11" fmla="*/ 77 h 36"/>
                  <a:gd name="T12" fmla="*/ 625 w 58"/>
                  <a:gd name="T13" fmla="*/ 0 h 36"/>
                  <a:gd name="T14" fmla="*/ 375 w 58"/>
                  <a:gd name="T15" fmla="*/ 115 h 36"/>
                  <a:gd name="T16" fmla="*/ 175 w 58"/>
                  <a:gd name="T17" fmla="*/ 17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6">
                    <a:moveTo>
                      <a:pt x="11" y="9"/>
                    </a:moveTo>
                    <a:cubicBezTo>
                      <a:pt x="5" y="12"/>
                      <a:pt x="0" y="16"/>
                      <a:pt x="1" y="23"/>
                    </a:cubicBezTo>
                    <a:cubicBezTo>
                      <a:pt x="3" y="31"/>
                      <a:pt x="9" y="35"/>
                      <a:pt x="17" y="35"/>
                    </a:cubicBezTo>
                    <a:cubicBezTo>
                      <a:pt x="25" y="36"/>
                      <a:pt x="29" y="31"/>
                      <a:pt x="35" y="26"/>
                    </a:cubicBezTo>
                    <a:cubicBezTo>
                      <a:pt x="39" y="21"/>
                      <a:pt x="43" y="18"/>
                      <a:pt x="49" y="15"/>
                    </a:cubicBezTo>
                    <a:cubicBezTo>
                      <a:pt x="52" y="13"/>
                      <a:pt x="58" y="9"/>
                      <a:pt x="55" y="4"/>
                    </a:cubicBezTo>
                    <a:cubicBezTo>
                      <a:pt x="53" y="1"/>
                      <a:pt x="44" y="0"/>
                      <a:pt x="40" y="0"/>
                    </a:cubicBezTo>
                    <a:cubicBezTo>
                      <a:pt x="34" y="0"/>
                      <a:pt x="30" y="4"/>
                      <a:pt x="24" y="6"/>
                    </a:cubicBezTo>
                    <a:cubicBezTo>
                      <a:pt x="21" y="8"/>
                      <a:pt x="16" y="7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4" name="Freeform 117">
                <a:extLst>
                  <a:ext uri="{FF2B5EF4-FFF2-40B4-BE49-F238E27FC236}">
                    <a16:creationId xmlns:a16="http://schemas.microsoft.com/office/drawing/2014/main" id="{F79D3743-FA1E-446F-9122-AABDA420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152"/>
                <a:ext cx="80" cy="32"/>
              </a:xfrm>
              <a:custGeom>
                <a:avLst/>
                <a:gdLst>
                  <a:gd name="T0" fmla="*/ 0 w 32"/>
                  <a:gd name="T1" fmla="*/ 227 h 12"/>
                  <a:gd name="T2" fmla="*/ 270 w 32"/>
                  <a:gd name="T3" fmla="*/ 136 h 12"/>
                  <a:gd name="T4" fmla="*/ 500 w 3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0" y="12"/>
                    </a:moveTo>
                    <a:cubicBezTo>
                      <a:pt x="2" y="8"/>
                      <a:pt x="13" y="8"/>
                      <a:pt x="17" y="7"/>
                    </a:cubicBezTo>
                    <a:cubicBezTo>
                      <a:pt x="23" y="6"/>
                      <a:pt x="26" y="0"/>
                      <a:pt x="32" y="0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5" name="Freeform 118">
                <a:extLst>
                  <a:ext uri="{FF2B5EF4-FFF2-40B4-BE49-F238E27FC236}">
                    <a16:creationId xmlns:a16="http://schemas.microsoft.com/office/drawing/2014/main" id="{924A0207-9D0F-4409-BF71-4D24B0D59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072"/>
                <a:ext cx="100" cy="99"/>
              </a:xfrm>
              <a:custGeom>
                <a:avLst/>
                <a:gdLst>
                  <a:gd name="T0" fmla="*/ 583 w 40"/>
                  <a:gd name="T1" fmla="*/ 94 h 37"/>
                  <a:gd name="T2" fmla="*/ 408 w 40"/>
                  <a:gd name="T3" fmla="*/ 21 h 37"/>
                  <a:gd name="T4" fmla="*/ 125 w 40"/>
                  <a:gd name="T5" fmla="*/ 150 h 37"/>
                  <a:gd name="T6" fmla="*/ 0 w 40"/>
                  <a:gd name="T7" fmla="*/ 401 h 37"/>
                  <a:gd name="T8" fmla="*/ 113 w 40"/>
                  <a:gd name="T9" fmla="*/ 458 h 37"/>
                  <a:gd name="T10" fmla="*/ 63 w 40"/>
                  <a:gd name="T11" fmla="*/ 629 h 37"/>
                  <a:gd name="T12" fmla="*/ 175 w 40"/>
                  <a:gd name="T13" fmla="*/ 688 h 37"/>
                  <a:gd name="T14" fmla="*/ 500 w 40"/>
                  <a:gd name="T15" fmla="*/ 458 h 37"/>
                  <a:gd name="T16" fmla="*/ 583 w 40"/>
                  <a:gd name="T17" fmla="*/ 94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7">
                    <a:moveTo>
                      <a:pt x="37" y="5"/>
                    </a:moveTo>
                    <a:cubicBezTo>
                      <a:pt x="36" y="2"/>
                      <a:pt x="29" y="1"/>
                      <a:pt x="26" y="1"/>
                    </a:cubicBezTo>
                    <a:cubicBezTo>
                      <a:pt x="21" y="0"/>
                      <a:pt x="13" y="0"/>
                      <a:pt x="8" y="8"/>
                    </a:cubicBezTo>
                    <a:cubicBezTo>
                      <a:pt x="4" y="14"/>
                      <a:pt x="1" y="17"/>
                      <a:pt x="0" y="21"/>
                    </a:cubicBezTo>
                    <a:cubicBezTo>
                      <a:pt x="3" y="22"/>
                      <a:pt x="6" y="23"/>
                      <a:pt x="7" y="24"/>
                    </a:cubicBezTo>
                    <a:cubicBezTo>
                      <a:pt x="9" y="28"/>
                      <a:pt x="7" y="31"/>
                      <a:pt x="4" y="33"/>
                    </a:cubicBezTo>
                    <a:cubicBezTo>
                      <a:pt x="6" y="35"/>
                      <a:pt x="9" y="37"/>
                      <a:pt x="11" y="36"/>
                    </a:cubicBezTo>
                    <a:cubicBezTo>
                      <a:pt x="19" y="34"/>
                      <a:pt x="27" y="31"/>
                      <a:pt x="32" y="24"/>
                    </a:cubicBezTo>
                    <a:cubicBezTo>
                      <a:pt x="34" y="21"/>
                      <a:pt x="40" y="9"/>
                      <a:pt x="37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6" name="Freeform 119">
                <a:extLst>
                  <a:ext uri="{FF2B5EF4-FFF2-40B4-BE49-F238E27FC236}">
                    <a16:creationId xmlns:a16="http://schemas.microsoft.com/office/drawing/2014/main" id="{BB991F81-8E84-434D-ADBB-3915A4B19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157"/>
                <a:ext cx="90" cy="99"/>
              </a:xfrm>
              <a:custGeom>
                <a:avLst/>
                <a:gdLst>
                  <a:gd name="T0" fmla="*/ 488 w 36"/>
                  <a:gd name="T1" fmla="*/ 209 h 37"/>
                  <a:gd name="T2" fmla="*/ 375 w 36"/>
                  <a:gd name="T3" fmla="*/ 78 h 37"/>
                  <a:gd name="T4" fmla="*/ 363 w 36"/>
                  <a:gd name="T5" fmla="*/ 78 h 37"/>
                  <a:gd name="T6" fmla="*/ 250 w 36"/>
                  <a:gd name="T7" fmla="*/ 21 h 37"/>
                  <a:gd name="T8" fmla="*/ 270 w 36"/>
                  <a:gd name="T9" fmla="*/ 0 h 37"/>
                  <a:gd name="T10" fmla="*/ 208 w 36"/>
                  <a:gd name="T11" fmla="*/ 56 h 37"/>
                  <a:gd name="T12" fmla="*/ 0 w 36"/>
                  <a:gd name="T13" fmla="*/ 252 h 37"/>
                  <a:gd name="T14" fmla="*/ 33 w 36"/>
                  <a:gd name="T15" fmla="*/ 308 h 37"/>
                  <a:gd name="T16" fmla="*/ 125 w 36"/>
                  <a:gd name="T17" fmla="*/ 573 h 37"/>
                  <a:gd name="T18" fmla="*/ 395 w 36"/>
                  <a:gd name="T19" fmla="*/ 594 h 37"/>
                  <a:gd name="T20" fmla="*/ 488 w 36"/>
                  <a:gd name="T21" fmla="*/ 209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37">
                    <a:moveTo>
                      <a:pt x="31" y="11"/>
                    </a:moveTo>
                    <a:cubicBezTo>
                      <a:pt x="29" y="8"/>
                      <a:pt x="26" y="6"/>
                      <a:pt x="24" y="4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1" y="5"/>
                      <a:pt x="18" y="3"/>
                      <a:pt x="16" y="1"/>
                    </a:cubicBezTo>
                    <a:cubicBezTo>
                      <a:pt x="16" y="1"/>
                      <a:pt x="16" y="0"/>
                      <a:pt x="17" y="0"/>
                    </a:cubicBezTo>
                    <a:cubicBezTo>
                      <a:pt x="15" y="1"/>
                      <a:pt x="14" y="2"/>
                      <a:pt x="13" y="3"/>
                    </a:cubicBezTo>
                    <a:cubicBezTo>
                      <a:pt x="7" y="6"/>
                      <a:pt x="4" y="9"/>
                      <a:pt x="0" y="13"/>
                    </a:cubicBezTo>
                    <a:cubicBezTo>
                      <a:pt x="1" y="13"/>
                      <a:pt x="1" y="14"/>
                      <a:pt x="2" y="16"/>
                    </a:cubicBezTo>
                    <a:cubicBezTo>
                      <a:pt x="4" y="22"/>
                      <a:pt x="6" y="25"/>
                      <a:pt x="8" y="30"/>
                    </a:cubicBezTo>
                    <a:cubicBezTo>
                      <a:pt x="10" y="36"/>
                      <a:pt x="15" y="37"/>
                      <a:pt x="25" y="31"/>
                    </a:cubicBezTo>
                    <a:cubicBezTo>
                      <a:pt x="35" y="26"/>
                      <a:pt x="36" y="18"/>
                      <a:pt x="31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7" name="Freeform 120">
                <a:extLst>
                  <a:ext uri="{FF2B5EF4-FFF2-40B4-BE49-F238E27FC236}">
                    <a16:creationId xmlns:a16="http://schemas.microsoft.com/office/drawing/2014/main" id="{1B0A7C46-BACA-474A-9455-D65AFD7C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920"/>
                <a:ext cx="103" cy="139"/>
              </a:xfrm>
              <a:custGeom>
                <a:avLst/>
                <a:gdLst>
                  <a:gd name="T0" fmla="*/ 176 w 41"/>
                  <a:gd name="T1" fmla="*/ 0 h 52"/>
                  <a:gd name="T2" fmla="*/ 63 w 41"/>
                  <a:gd name="T3" fmla="*/ 192 h 52"/>
                  <a:gd name="T4" fmla="*/ 0 w 41"/>
                  <a:gd name="T5" fmla="*/ 535 h 52"/>
                  <a:gd name="T6" fmla="*/ 379 w 41"/>
                  <a:gd name="T7" fmla="*/ 957 h 52"/>
                  <a:gd name="T8" fmla="*/ 555 w 41"/>
                  <a:gd name="T9" fmla="*/ 342 h 52"/>
                  <a:gd name="T10" fmla="*/ 367 w 41"/>
                  <a:gd name="T11" fmla="*/ 136 h 52"/>
                  <a:gd name="T12" fmla="*/ 251 w 41"/>
                  <a:gd name="T13" fmla="*/ 56 h 52"/>
                  <a:gd name="T14" fmla="*/ 176 w 41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52">
                    <a:moveTo>
                      <a:pt x="11" y="0"/>
                    </a:moveTo>
                    <a:cubicBezTo>
                      <a:pt x="8" y="0"/>
                      <a:pt x="6" y="8"/>
                      <a:pt x="4" y="10"/>
                    </a:cubicBezTo>
                    <a:cubicBezTo>
                      <a:pt x="1" y="15"/>
                      <a:pt x="0" y="22"/>
                      <a:pt x="0" y="28"/>
                    </a:cubicBezTo>
                    <a:cubicBezTo>
                      <a:pt x="2" y="41"/>
                      <a:pt x="10" y="52"/>
                      <a:pt x="24" y="50"/>
                    </a:cubicBezTo>
                    <a:cubicBezTo>
                      <a:pt x="39" y="47"/>
                      <a:pt x="41" y="29"/>
                      <a:pt x="35" y="18"/>
                    </a:cubicBezTo>
                    <a:cubicBezTo>
                      <a:pt x="33" y="13"/>
                      <a:pt x="29" y="9"/>
                      <a:pt x="23" y="7"/>
                    </a:cubicBezTo>
                    <a:cubicBezTo>
                      <a:pt x="20" y="6"/>
                      <a:pt x="19" y="5"/>
                      <a:pt x="16" y="3"/>
                    </a:cubicBezTo>
                    <a:cubicBezTo>
                      <a:pt x="15" y="1"/>
                      <a:pt x="12" y="0"/>
                      <a:pt x="1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8" name="Freeform 121">
                <a:extLst>
                  <a:ext uri="{FF2B5EF4-FFF2-40B4-BE49-F238E27FC236}">
                    <a16:creationId xmlns:a16="http://schemas.microsoft.com/office/drawing/2014/main" id="{E8D67D83-0AAC-4F77-AF82-A22247CFB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3005"/>
                <a:ext cx="148" cy="94"/>
              </a:xfrm>
              <a:custGeom>
                <a:avLst/>
                <a:gdLst>
                  <a:gd name="T0" fmla="*/ 314 w 59"/>
                  <a:gd name="T1" fmla="*/ 35 h 35"/>
                  <a:gd name="T2" fmla="*/ 83 w 59"/>
                  <a:gd name="T3" fmla="*/ 218 h 35"/>
                  <a:gd name="T4" fmla="*/ 33 w 59"/>
                  <a:gd name="T5" fmla="*/ 505 h 35"/>
                  <a:gd name="T6" fmla="*/ 472 w 59"/>
                  <a:gd name="T7" fmla="*/ 642 h 35"/>
                  <a:gd name="T8" fmla="*/ 788 w 59"/>
                  <a:gd name="T9" fmla="*/ 462 h 35"/>
                  <a:gd name="T10" fmla="*/ 868 w 59"/>
                  <a:gd name="T11" fmla="*/ 115 h 35"/>
                  <a:gd name="T12" fmla="*/ 647 w 59"/>
                  <a:gd name="T13" fmla="*/ 56 h 35"/>
                  <a:gd name="T14" fmla="*/ 314 w 59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35">
                    <a:moveTo>
                      <a:pt x="20" y="2"/>
                    </a:moveTo>
                    <a:cubicBezTo>
                      <a:pt x="13" y="3"/>
                      <a:pt x="9" y="5"/>
                      <a:pt x="5" y="11"/>
                    </a:cubicBezTo>
                    <a:cubicBezTo>
                      <a:pt x="3" y="14"/>
                      <a:pt x="0" y="22"/>
                      <a:pt x="2" y="26"/>
                    </a:cubicBezTo>
                    <a:cubicBezTo>
                      <a:pt x="5" y="33"/>
                      <a:pt x="23" y="35"/>
                      <a:pt x="30" y="33"/>
                    </a:cubicBezTo>
                    <a:cubicBezTo>
                      <a:pt x="37" y="32"/>
                      <a:pt x="44" y="27"/>
                      <a:pt x="50" y="24"/>
                    </a:cubicBezTo>
                    <a:cubicBezTo>
                      <a:pt x="56" y="21"/>
                      <a:pt x="59" y="13"/>
                      <a:pt x="55" y="6"/>
                    </a:cubicBezTo>
                    <a:cubicBezTo>
                      <a:pt x="52" y="1"/>
                      <a:pt x="46" y="3"/>
                      <a:pt x="41" y="3"/>
                    </a:cubicBezTo>
                    <a:cubicBezTo>
                      <a:pt x="35" y="3"/>
                      <a:pt x="25" y="0"/>
                      <a:pt x="2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9" name="Freeform 122">
                <a:extLst>
                  <a:ext uri="{FF2B5EF4-FFF2-40B4-BE49-F238E27FC236}">
                    <a16:creationId xmlns:a16="http://schemas.microsoft.com/office/drawing/2014/main" id="{41DF5988-7EB1-41B5-A124-6D9B1FCBE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037"/>
                <a:ext cx="93" cy="35"/>
              </a:xfrm>
              <a:custGeom>
                <a:avLst/>
                <a:gdLst>
                  <a:gd name="T0" fmla="*/ 0 w 37"/>
                  <a:gd name="T1" fmla="*/ 218 h 13"/>
                  <a:gd name="T2" fmla="*/ 221 w 37"/>
                  <a:gd name="T3" fmla="*/ 94 h 13"/>
                  <a:gd name="T4" fmla="*/ 588 w 3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3">
                    <a:moveTo>
                      <a:pt x="0" y="11"/>
                    </a:moveTo>
                    <a:cubicBezTo>
                      <a:pt x="5" y="13"/>
                      <a:pt x="9" y="6"/>
                      <a:pt x="14" y="5"/>
                    </a:cubicBezTo>
                    <a:cubicBezTo>
                      <a:pt x="22" y="2"/>
                      <a:pt x="29" y="5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0" name="Freeform 123">
                <a:extLst>
                  <a:ext uri="{FF2B5EF4-FFF2-40B4-BE49-F238E27FC236}">
                    <a16:creationId xmlns:a16="http://schemas.microsoft.com/office/drawing/2014/main" id="{F2E6607F-4B14-4C7D-8318-7D7EAF833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963"/>
                <a:ext cx="125" cy="85"/>
              </a:xfrm>
              <a:custGeom>
                <a:avLst/>
                <a:gdLst>
                  <a:gd name="T0" fmla="*/ 750 w 50"/>
                  <a:gd name="T1" fmla="*/ 545 h 32"/>
                  <a:gd name="T2" fmla="*/ 738 w 50"/>
                  <a:gd name="T3" fmla="*/ 260 h 32"/>
                  <a:gd name="T4" fmla="*/ 520 w 50"/>
                  <a:gd name="T5" fmla="*/ 77 h 32"/>
                  <a:gd name="T6" fmla="*/ 125 w 50"/>
                  <a:gd name="T7" fmla="*/ 0 h 32"/>
                  <a:gd name="T8" fmla="*/ 158 w 50"/>
                  <a:gd name="T9" fmla="*/ 282 h 32"/>
                  <a:gd name="T10" fmla="*/ 345 w 50"/>
                  <a:gd name="T11" fmla="*/ 375 h 32"/>
                  <a:gd name="T12" fmla="*/ 595 w 50"/>
                  <a:gd name="T13" fmla="*/ 486 h 32"/>
                  <a:gd name="T14" fmla="*/ 750 w 50"/>
                  <a:gd name="T15" fmla="*/ 54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2">
                    <a:moveTo>
                      <a:pt x="48" y="29"/>
                    </a:moveTo>
                    <a:cubicBezTo>
                      <a:pt x="50" y="26"/>
                      <a:pt x="47" y="15"/>
                      <a:pt x="47" y="14"/>
                    </a:cubicBezTo>
                    <a:cubicBezTo>
                      <a:pt x="45" y="7"/>
                      <a:pt x="40" y="6"/>
                      <a:pt x="33" y="4"/>
                    </a:cubicBezTo>
                    <a:cubicBezTo>
                      <a:pt x="26" y="3"/>
                      <a:pt x="15" y="0"/>
                      <a:pt x="8" y="0"/>
                    </a:cubicBezTo>
                    <a:cubicBezTo>
                      <a:pt x="0" y="2"/>
                      <a:pt x="6" y="12"/>
                      <a:pt x="10" y="15"/>
                    </a:cubicBezTo>
                    <a:cubicBezTo>
                      <a:pt x="14" y="18"/>
                      <a:pt x="18" y="19"/>
                      <a:pt x="22" y="20"/>
                    </a:cubicBezTo>
                    <a:cubicBezTo>
                      <a:pt x="26" y="21"/>
                      <a:pt x="36" y="24"/>
                      <a:pt x="38" y="26"/>
                    </a:cubicBezTo>
                    <a:cubicBezTo>
                      <a:pt x="40" y="29"/>
                      <a:pt x="46" y="32"/>
                      <a:pt x="48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1" name="Freeform 124">
                <a:extLst>
                  <a:ext uri="{FF2B5EF4-FFF2-40B4-BE49-F238E27FC236}">
                    <a16:creationId xmlns:a16="http://schemas.microsoft.com/office/drawing/2014/main" id="{18B16CBB-A845-4969-9F60-161C071E1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947"/>
                <a:ext cx="117" cy="80"/>
              </a:xfrm>
              <a:custGeom>
                <a:avLst/>
                <a:gdLst>
                  <a:gd name="T0" fmla="*/ 466 w 47"/>
                  <a:gd name="T1" fmla="*/ 93 h 30"/>
                  <a:gd name="T2" fmla="*/ 217 w 47"/>
                  <a:gd name="T3" fmla="*/ 0 h 30"/>
                  <a:gd name="T4" fmla="*/ 0 w 47"/>
                  <a:gd name="T5" fmla="*/ 149 h 30"/>
                  <a:gd name="T6" fmla="*/ 0 w 47"/>
                  <a:gd name="T7" fmla="*/ 149 h 30"/>
                  <a:gd name="T8" fmla="*/ 42 w 47"/>
                  <a:gd name="T9" fmla="*/ 115 h 30"/>
                  <a:gd name="T10" fmla="*/ 433 w 47"/>
                  <a:gd name="T11" fmla="*/ 192 h 30"/>
                  <a:gd name="T12" fmla="*/ 650 w 47"/>
                  <a:gd name="T13" fmla="*/ 376 h 30"/>
                  <a:gd name="T14" fmla="*/ 682 w 47"/>
                  <a:gd name="T15" fmla="*/ 568 h 30"/>
                  <a:gd name="T16" fmla="*/ 682 w 47"/>
                  <a:gd name="T17" fmla="*/ 568 h 30"/>
                  <a:gd name="T18" fmla="*/ 466 w 47"/>
                  <a:gd name="T19" fmla="*/ 93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30">
                    <a:moveTo>
                      <a:pt x="30" y="5"/>
                    </a:moveTo>
                    <a:cubicBezTo>
                      <a:pt x="25" y="2"/>
                      <a:pt x="19" y="0"/>
                      <a:pt x="14" y="0"/>
                    </a:cubicBezTo>
                    <a:cubicBezTo>
                      <a:pt x="6" y="0"/>
                      <a:pt x="2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2" y="7"/>
                      <a:pt x="3" y="6"/>
                    </a:cubicBezTo>
                    <a:cubicBezTo>
                      <a:pt x="10" y="6"/>
                      <a:pt x="21" y="9"/>
                      <a:pt x="28" y="10"/>
                    </a:cubicBezTo>
                    <a:cubicBezTo>
                      <a:pt x="35" y="12"/>
                      <a:pt x="40" y="13"/>
                      <a:pt x="42" y="20"/>
                    </a:cubicBezTo>
                    <a:cubicBezTo>
                      <a:pt x="42" y="21"/>
                      <a:pt x="43" y="26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7" y="14"/>
                      <a:pt x="38" y="8"/>
                      <a:pt x="30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2" name="Freeform 125">
                <a:extLst>
                  <a:ext uri="{FF2B5EF4-FFF2-40B4-BE49-F238E27FC236}">
                    <a16:creationId xmlns:a16="http://schemas.microsoft.com/office/drawing/2014/main" id="{0C0F09B3-86BB-4B6A-BC83-C66EC57E4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984"/>
                <a:ext cx="60" cy="29"/>
              </a:xfrm>
              <a:custGeom>
                <a:avLst/>
                <a:gdLst>
                  <a:gd name="T0" fmla="*/ 0 w 24"/>
                  <a:gd name="T1" fmla="*/ 0 h 11"/>
                  <a:gd name="T2" fmla="*/ 238 w 24"/>
                  <a:gd name="T3" fmla="*/ 55 h 11"/>
                  <a:gd name="T4" fmla="*/ 375 w 24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0" y="0"/>
                    </a:moveTo>
                    <a:cubicBezTo>
                      <a:pt x="5" y="3"/>
                      <a:pt x="10" y="2"/>
                      <a:pt x="15" y="3"/>
                    </a:cubicBezTo>
                    <a:cubicBezTo>
                      <a:pt x="19" y="5"/>
                      <a:pt x="21" y="8"/>
                      <a:pt x="24" y="11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3" name="Freeform 126">
                <a:extLst>
                  <a:ext uri="{FF2B5EF4-FFF2-40B4-BE49-F238E27FC236}">
                    <a16:creationId xmlns:a16="http://schemas.microsoft.com/office/drawing/2014/main" id="{B49ACA5C-9B56-449A-86B2-A03E50D70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3120"/>
                <a:ext cx="110" cy="147"/>
              </a:xfrm>
              <a:custGeom>
                <a:avLst/>
                <a:gdLst>
                  <a:gd name="T0" fmla="*/ 625 w 44"/>
                  <a:gd name="T1" fmla="*/ 35 h 55"/>
                  <a:gd name="T2" fmla="*/ 675 w 44"/>
                  <a:gd name="T3" fmla="*/ 230 h 55"/>
                  <a:gd name="T4" fmla="*/ 595 w 44"/>
                  <a:gd name="T5" fmla="*/ 593 h 55"/>
                  <a:gd name="T6" fmla="*/ 220 w 44"/>
                  <a:gd name="T7" fmla="*/ 1016 h 55"/>
                  <a:gd name="T8" fmla="*/ 125 w 44"/>
                  <a:gd name="T9" fmla="*/ 422 h 55"/>
                  <a:gd name="T10" fmla="*/ 283 w 44"/>
                  <a:gd name="T11" fmla="*/ 56 h 55"/>
                  <a:gd name="T12" fmla="*/ 550 w 44"/>
                  <a:gd name="T13" fmla="*/ 0 h 55"/>
                  <a:gd name="T14" fmla="*/ 625 w 44"/>
                  <a:gd name="T15" fmla="*/ 35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5">
                    <a:moveTo>
                      <a:pt x="40" y="2"/>
                    </a:moveTo>
                    <a:cubicBezTo>
                      <a:pt x="43" y="5"/>
                      <a:pt x="44" y="6"/>
                      <a:pt x="43" y="12"/>
                    </a:cubicBezTo>
                    <a:cubicBezTo>
                      <a:pt x="42" y="19"/>
                      <a:pt x="41" y="25"/>
                      <a:pt x="38" y="31"/>
                    </a:cubicBezTo>
                    <a:cubicBezTo>
                      <a:pt x="34" y="41"/>
                      <a:pt x="27" y="55"/>
                      <a:pt x="14" y="53"/>
                    </a:cubicBezTo>
                    <a:cubicBezTo>
                      <a:pt x="0" y="51"/>
                      <a:pt x="5" y="31"/>
                      <a:pt x="8" y="22"/>
                    </a:cubicBezTo>
                    <a:cubicBezTo>
                      <a:pt x="9" y="15"/>
                      <a:pt x="12" y="7"/>
                      <a:pt x="18" y="3"/>
                    </a:cubicBezTo>
                    <a:cubicBezTo>
                      <a:pt x="24" y="0"/>
                      <a:pt x="29" y="0"/>
                      <a:pt x="35" y="0"/>
                    </a:cubicBezTo>
                    <a:cubicBezTo>
                      <a:pt x="36" y="0"/>
                      <a:pt x="39" y="1"/>
                      <a:pt x="4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4" name="Freeform 127">
                <a:extLst>
                  <a:ext uri="{FF2B5EF4-FFF2-40B4-BE49-F238E27FC236}">
                    <a16:creationId xmlns:a16="http://schemas.microsoft.com/office/drawing/2014/main" id="{2722C4C6-B0D7-431B-8BE7-7BB915421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152"/>
                <a:ext cx="35" cy="80"/>
              </a:xfrm>
              <a:custGeom>
                <a:avLst/>
                <a:gdLst>
                  <a:gd name="T0" fmla="*/ 220 w 14"/>
                  <a:gd name="T1" fmla="*/ 0 h 30"/>
                  <a:gd name="T2" fmla="*/ 125 w 14"/>
                  <a:gd name="T3" fmla="*/ 285 h 30"/>
                  <a:gd name="T4" fmla="*/ 0 w 14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0">
                    <a:moveTo>
                      <a:pt x="14" y="0"/>
                    </a:moveTo>
                    <a:cubicBezTo>
                      <a:pt x="13" y="5"/>
                      <a:pt x="10" y="10"/>
                      <a:pt x="8" y="15"/>
                    </a:cubicBezTo>
                    <a:cubicBezTo>
                      <a:pt x="6" y="21"/>
                      <a:pt x="4" y="25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5" name="Freeform 128">
                <a:extLst>
                  <a:ext uri="{FF2B5EF4-FFF2-40B4-BE49-F238E27FC236}">
                    <a16:creationId xmlns:a16="http://schemas.microsoft.com/office/drawing/2014/main" id="{850FFA1B-4837-474B-8101-1DC148986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3200"/>
                <a:ext cx="110" cy="152"/>
              </a:xfrm>
              <a:custGeom>
                <a:avLst/>
                <a:gdLst>
                  <a:gd name="T0" fmla="*/ 188 w 44"/>
                  <a:gd name="T1" fmla="*/ 21 h 57"/>
                  <a:gd name="T2" fmla="*/ 20 w 44"/>
                  <a:gd name="T3" fmla="*/ 205 h 57"/>
                  <a:gd name="T4" fmla="*/ 63 w 44"/>
                  <a:gd name="T5" fmla="*/ 627 h 57"/>
                  <a:gd name="T6" fmla="*/ 488 w 44"/>
                  <a:gd name="T7" fmla="*/ 947 h 57"/>
                  <a:gd name="T8" fmla="*/ 645 w 44"/>
                  <a:gd name="T9" fmla="*/ 760 h 57"/>
                  <a:gd name="T10" fmla="*/ 613 w 44"/>
                  <a:gd name="T11" fmla="*/ 456 h 57"/>
                  <a:gd name="T12" fmla="*/ 188 w 44"/>
                  <a:gd name="T13" fmla="*/ 2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7">
                    <a:moveTo>
                      <a:pt x="12" y="1"/>
                    </a:moveTo>
                    <a:cubicBezTo>
                      <a:pt x="7" y="0"/>
                      <a:pt x="3" y="4"/>
                      <a:pt x="1" y="11"/>
                    </a:cubicBezTo>
                    <a:cubicBezTo>
                      <a:pt x="0" y="17"/>
                      <a:pt x="2" y="27"/>
                      <a:pt x="4" y="33"/>
                    </a:cubicBezTo>
                    <a:cubicBezTo>
                      <a:pt x="8" y="44"/>
                      <a:pt x="18" y="57"/>
                      <a:pt x="31" y="50"/>
                    </a:cubicBezTo>
                    <a:cubicBezTo>
                      <a:pt x="34" y="48"/>
                      <a:pt x="39" y="43"/>
                      <a:pt x="41" y="40"/>
                    </a:cubicBezTo>
                    <a:cubicBezTo>
                      <a:pt x="44" y="36"/>
                      <a:pt x="41" y="28"/>
                      <a:pt x="39" y="24"/>
                    </a:cubicBezTo>
                    <a:cubicBezTo>
                      <a:pt x="34" y="10"/>
                      <a:pt x="26" y="5"/>
                      <a:pt x="1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6" name="Freeform 129">
                <a:extLst>
                  <a:ext uri="{FF2B5EF4-FFF2-40B4-BE49-F238E27FC236}">
                    <a16:creationId xmlns:a16="http://schemas.microsoft.com/office/drawing/2014/main" id="{CA26E0F8-B424-4D8A-83BF-48115DF22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235"/>
                <a:ext cx="50" cy="74"/>
              </a:xfrm>
              <a:custGeom>
                <a:avLst/>
                <a:gdLst>
                  <a:gd name="T0" fmla="*/ 0 w 20"/>
                  <a:gd name="T1" fmla="*/ 0 h 28"/>
                  <a:gd name="T2" fmla="*/ 158 w 20"/>
                  <a:gd name="T3" fmla="*/ 225 h 28"/>
                  <a:gd name="T4" fmla="*/ 313 w 20"/>
                  <a:gd name="T5" fmla="*/ 49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0" y="0"/>
                    </a:moveTo>
                    <a:cubicBezTo>
                      <a:pt x="5" y="3"/>
                      <a:pt x="8" y="7"/>
                      <a:pt x="10" y="12"/>
                    </a:cubicBezTo>
                    <a:cubicBezTo>
                      <a:pt x="11" y="16"/>
                      <a:pt x="14" y="28"/>
                      <a:pt x="20" y="27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7" name="Freeform 130">
                <a:extLst>
                  <a:ext uri="{FF2B5EF4-FFF2-40B4-BE49-F238E27FC236}">
                    <a16:creationId xmlns:a16="http://schemas.microsoft.com/office/drawing/2014/main" id="{4E1EDA26-08F4-4936-A7E9-565F66832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288"/>
                <a:ext cx="160" cy="109"/>
              </a:xfrm>
              <a:custGeom>
                <a:avLst/>
                <a:gdLst>
                  <a:gd name="T0" fmla="*/ 0 w 64"/>
                  <a:gd name="T1" fmla="*/ 409 h 41"/>
                  <a:gd name="T2" fmla="*/ 145 w 64"/>
                  <a:gd name="T3" fmla="*/ 635 h 41"/>
                  <a:gd name="T4" fmla="*/ 500 w 64"/>
                  <a:gd name="T5" fmla="*/ 771 h 41"/>
                  <a:gd name="T6" fmla="*/ 958 w 64"/>
                  <a:gd name="T7" fmla="*/ 452 h 41"/>
                  <a:gd name="T8" fmla="*/ 688 w 64"/>
                  <a:gd name="T9" fmla="*/ 35 h 41"/>
                  <a:gd name="T10" fmla="*/ 333 w 64"/>
                  <a:gd name="T11" fmla="*/ 35 h 41"/>
                  <a:gd name="T12" fmla="*/ 145 w 64"/>
                  <a:gd name="T13" fmla="*/ 149 h 41"/>
                  <a:gd name="T14" fmla="*/ 33 w 64"/>
                  <a:gd name="T15" fmla="*/ 362 h 41"/>
                  <a:gd name="T16" fmla="*/ 0 w 64"/>
                  <a:gd name="T17" fmla="*/ 409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41">
                    <a:moveTo>
                      <a:pt x="0" y="22"/>
                    </a:moveTo>
                    <a:cubicBezTo>
                      <a:pt x="0" y="25"/>
                      <a:pt x="7" y="32"/>
                      <a:pt x="9" y="34"/>
                    </a:cubicBezTo>
                    <a:cubicBezTo>
                      <a:pt x="14" y="41"/>
                      <a:pt x="24" y="41"/>
                      <a:pt x="32" y="41"/>
                    </a:cubicBezTo>
                    <a:cubicBezTo>
                      <a:pt x="45" y="40"/>
                      <a:pt x="56" y="36"/>
                      <a:pt x="61" y="24"/>
                    </a:cubicBezTo>
                    <a:cubicBezTo>
                      <a:pt x="64" y="15"/>
                      <a:pt x="52" y="5"/>
                      <a:pt x="44" y="2"/>
                    </a:cubicBezTo>
                    <a:cubicBezTo>
                      <a:pt x="37" y="0"/>
                      <a:pt x="28" y="1"/>
                      <a:pt x="21" y="2"/>
                    </a:cubicBezTo>
                    <a:cubicBezTo>
                      <a:pt x="17" y="3"/>
                      <a:pt x="13" y="5"/>
                      <a:pt x="9" y="8"/>
                    </a:cubicBezTo>
                    <a:cubicBezTo>
                      <a:pt x="6" y="11"/>
                      <a:pt x="5" y="16"/>
                      <a:pt x="2" y="19"/>
                    </a:cubicBezTo>
                    <a:cubicBezTo>
                      <a:pt x="1" y="19"/>
                      <a:pt x="1" y="21"/>
                      <a:pt x="0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8" name="Freeform 131">
                <a:extLst>
                  <a:ext uri="{FF2B5EF4-FFF2-40B4-BE49-F238E27FC236}">
                    <a16:creationId xmlns:a16="http://schemas.microsoft.com/office/drawing/2014/main" id="{31731E47-2605-4CB5-A6B1-3C5ED071C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317"/>
                <a:ext cx="100" cy="22"/>
              </a:xfrm>
              <a:custGeom>
                <a:avLst/>
                <a:gdLst>
                  <a:gd name="T0" fmla="*/ 0 w 40"/>
                  <a:gd name="T1" fmla="*/ 168 h 8"/>
                  <a:gd name="T2" fmla="*/ 625 w 40"/>
                  <a:gd name="T3" fmla="*/ 1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8">
                    <a:moveTo>
                      <a:pt x="0" y="8"/>
                    </a:moveTo>
                    <a:cubicBezTo>
                      <a:pt x="13" y="6"/>
                      <a:pt x="27" y="0"/>
                      <a:pt x="40" y="7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9" name="Freeform 132">
                <a:extLst>
                  <a:ext uri="{FF2B5EF4-FFF2-40B4-BE49-F238E27FC236}">
                    <a16:creationId xmlns:a16="http://schemas.microsoft.com/office/drawing/2014/main" id="{DE111201-F09F-4858-8251-E27EEDD30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216"/>
                <a:ext cx="150" cy="101"/>
              </a:xfrm>
              <a:custGeom>
                <a:avLst/>
                <a:gdLst>
                  <a:gd name="T0" fmla="*/ 33 w 60"/>
                  <a:gd name="T1" fmla="*/ 465 h 38"/>
                  <a:gd name="T2" fmla="*/ 395 w 60"/>
                  <a:gd name="T3" fmla="*/ 56 h 38"/>
                  <a:gd name="T4" fmla="*/ 720 w 60"/>
                  <a:gd name="T5" fmla="*/ 77 h 38"/>
                  <a:gd name="T6" fmla="*/ 938 w 60"/>
                  <a:gd name="T7" fmla="*/ 282 h 38"/>
                  <a:gd name="T8" fmla="*/ 625 w 60"/>
                  <a:gd name="T9" fmla="*/ 375 h 38"/>
                  <a:gd name="T10" fmla="*/ 333 w 60"/>
                  <a:gd name="T11" fmla="*/ 524 h 38"/>
                  <a:gd name="T12" fmla="*/ 83 w 60"/>
                  <a:gd name="T13" fmla="*/ 657 h 38"/>
                  <a:gd name="T14" fmla="*/ 33 w 60"/>
                  <a:gd name="T15" fmla="*/ 46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38">
                    <a:moveTo>
                      <a:pt x="2" y="25"/>
                    </a:moveTo>
                    <a:cubicBezTo>
                      <a:pt x="8" y="13"/>
                      <a:pt x="12" y="8"/>
                      <a:pt x="25" y="3"/>
                    </a:cubicBezTo>
                    <a:cubicBezTo>
                      <a:pt x="33" y="1"/>
                      <a:pt x="38" y="0"/>
                      <a:pt x="46" y="4"/>
                    </a:cubicBezTo>
                    <a:cubicBezTo>
                      <a:pt x="48" y="5"/>
                      <a:pt x="60" y="11"/>
                      <a:pt x="60" y="15"/>
                    </a:cubicBezTo>
                    <a:cubicBezTo>
                      <a:pt x="60" y="22"/>
                      <a:pt x="45" y="19"/>
                      <a:pt x="40" y="20"/>
                    </a:cubicBezTo>
                    <a:cubicBezTo>
                      <a:pt x="33" y="21"/>
                      <a:pt x="26" y="24"/>
                      <a:pt x="21" y="28"/>
                    </a:cubicBezTo>
                    <a:cubicBezTo>
                      <a:pt x="15" y="32"/>
                      <a:pt x="13" y="38"/>
                      <a:pt x="5" y="35"/>
                    </a:cubicBezTo>
                    <a:cubicBezTo>
                      <a:pt x="1" y="33"/>
                      <a:pt x="0" y="29"/>
                      <a:pt x="2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0" name="Freeform 133">
                <a:extLst>
                  <a:ext uri="{FF2B5EF4-FFF2-40B4-BE49-F238E27FC236}">
                    <a16:creationId xmlns:a16="http://schemas.microsoft.com/office/drawing/2014/main" id="{BAFA2802-2D10-4395-9648-2C8C06199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157"/>
                <a:ext cx="100" cy="139"/>
              </a:xfrm>
              <a:custGeom>
                <a:avLst/>
                <a:gdLst>
                  <a:gd name="T0" fmla="*/ 363 w 40"/>
                  <a:gd name="T1" fmla="*/ 94 h 52"/>
                  <a:gd name="T2" fmla="*/ 625 w 40"/>
                  <a:gd name="T3" fmla="*/ 535 h 52"/>
                  <a:gd name="T4" fmla="*/ 425 w 40"/>
                  <a:gd name="T5" fmla="*/ 936 h 52"/>
                  <a:gd name="T6" fmla="*/ 250 w 40"/>
                  <a:gd name="T7" fmla="*/ 765 h 52"/>
                  <a:gd name="T8" fmla="*/ 83 w 40"/>
                  <a:gd name="T9" fmla="*/ 593 h 52"/>
                  <a:gd name="T10" fmla="*/ 250 w 40"/>
                  <a:gd name="T11" fmla="*/ 35 h 52"/>
                  <a:gd name="T12" fmla="*/ 363 w 40"/>
                  <a:gd name="T13" fmla="*/ 9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52">
                    <a:moveTo>
                      <a:pt x="23" y="5"/>
                    </a:moveTo>
                    <a:cubicBezTo>
                      <a:pt x="33" y="8"/>
                      <a:pt x="40" y="18"/>
                      <a:pt x="40" y="28"/>
                    </a:cubicBezTo>
                    <a:cubicBezTo>
                      <a:pt x="40" y="35"/>
                      <a:pt x="37" y="52"/>
                      <a:pt x="27" y="49"/>
                    </a:cubicBezTo>
                    <a:cubicBezTo>
                      <a:pt x="23" y="48"/>
                      <a:pt x="20" y="43"/>
                      <a:pt x="16" y="40"/>
                    </a:cubicBezTo>
                    <a:cubicBezTo>
                      <a:pt x="12" y="37"/>
                      <a:pt x="8" y="35"/>
                      <a:pt x="5" y="31"/>
                    </a:cubicBezTo>
                    <a:cubicBezTo>
                      <a:pt x="0" y="23"/>
                      <a:pt x="2" y="0"/>
                      <a:pt x="16" y="2"/>
                    </a:cubicBezTo>
                    <a:cubicBezTo>
                      <a:pt x="19" y="3"/>
                      <a:pt x="20" y="3"/>
                      <a:pt x="23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1" name="Freeform 134">
                <a:extLst>
                  <a:ext uri="{FF2B5EF4-FFF2-40B4-BE49-F238E27FC236}">
                    <a16:creationId xmlns:a16="http://schemas.microsoft.com/office/drawing/2014/main" id="{7EBE3E65-30EA-4B56-B147-24B59E97A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187"/>
                <a:ext cx="40" cy="88"/>
              </a:xfrm>
              <a:custGeom>
                <a:avLst/>
                <a:gdLst>
                  <a:gd name="T0" fmla="*/ 0 w 16"/>
                  <a:gd name="T1" fmla="*/ 0 h 33"/>
                  <a:gd name="T2" fmla="*/ 95 w 16"/>
                  <a:gd name="T3" fmla="*/ 341 h 33"/>
                  <a:gd name="T4" fmla="*/ 220 w 16"/>
                  <a:gd name="T5" fmla="*/ 627 h 33"/>
                  <a:gd name="T6" fmla="*/ 175 w 16"/>
                  <a:gd name="T7" fmla="*/ 435 h 33"/>
                  <a:gd name="T8" fmla="*/ 50 w 16"/>
                  <a:gd name="T9" fmla="*/ 13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3">
                    <a:moveTo>
                      <a:pt x="0" y="0"/>
                    </a:moveTo>
                    <a:cubicBezTo>
                      <a:pt x="1" y="6"/>
                      <a:pt x="5" y="11"/>
                      <a:pt x="6" y="18"/>
                    </a:cubicBezTo>
                    <a:cubicBezTo>
                      <a:pt x="7" y="23"/>
                      <a:pt x="8" y="30"/>
                      <a:pt x="14" y="33"/>
                    </a:cubicBezTo>
                    <a:cubicBezTo>
                      <a:pt x="16" y="28"/>
                      <a:pt x="13" y="27"/>
                      <a:pt x="11" y="23"/>
                    </a:cubicBezTo>
                    <a:cubicBezTo>
                      <a:pt x="8" y="17"/>
                      <a:pt x="10" y="10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2" name="Freeform 135">
                <a:extLst>
                  <a:ext uri="{FF2B5EF4-FFF2-40B4-BE49-F238E27FC236}">
                    <a16:creationId xmlns:a16="http://schemas.microsoft.com/office/drawing/2014/main" id="{F4B9CB2D-4589-4566-8759-2B2E026E8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029"/>
                <a:ext cx="95" cy="163"/>
              </a:xfrm>
              <a:custGeom>
                <a:avLst/>
                <a:gdLst>
                  <a:gd name="T0" fmla="*/ 470 w 38"/>
                  <a:gd name="T1" fmla="*/ 150 h 61"/>
                  <a:gd name="T2" fmla="*/ 95 w 38"/>
                  <a:gd name="T3" fmla="*/ 342 h 61"/>
                  <a:gd name="T4" fmla="*/ 33 w 38"/>
                  <a:gd name="T5" fmla="*/ 671 h 61"/>
                  <a:gd name="T6" fmla="*/ 20 w 38"/>
                  <a:gd name="T7" fmla="*/ 935 h 61"/>
                  <a:gd name="T8" fmla="*/ 438 w 38"/>
                  <a:gd name="T9" fmla="*/ 820 h 61"/>
                  <a:gd name="T10" fmla="*/ 470 w 38"/>
                  <a:gd name="T11" fmla="*/ 15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1">
                    <a:moveTo>
                      <a:pt x="30" y="8"/>
                    </a:moveTo>
                    <a:cubicBezTo>
                      <a:pt x="23" y="0"/>
                      <a:pt x="8" y="12"/>
                      <a:pt x="6" y="18"/>
                    </a:cubicBezTo>
                    <a:cubicBezTo>
                      <a:pt x="4" y="23"/>
                      <a:pt x="3" y="29"/>
                      <a:pt x="2" y="35"/>
                    </a:cubicBezTo>
                    <a:cubicBezTo>
                      <a:pt x="1" y="39"/>
                      <a:pt x="0" y="45"/>
                      <a:pt x="1" y="49"/>
                    </a:cubicBezTo>
                    <a:cubicBezTo>
                      <a:pt x="7" y="61"/>
                      <a:pt x="22" y="48"/>
                      <a:pt x="28" y="43"/>
                    </a:cubicBezTo>
                    <a:cubicBezTo>
                      <a:pt x="36" y="34"/>
                      <a:pt x="38" y="18"/>
                      <a:pt x="30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3" name="Freeform 136">
                <a:extLst>
                  <a:ext uri="{FF2B5EF4-FFF2-40B4-BE49-F238E27FC236}">
                    <a16:creationId xmlns:a16="http://schemas.microsoft.com/office/drawing/2014/main" id="{4F898D90-65BC-4A01-8678-9CBB103FE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096"/>
                <a:ext cx="152" cy="80"/>
              </a:xfrm>
              <a:custGeom>
                <a:avLst/>
                <a:gdLst>
                  <a:gd name="T0" fmla="*/ 758 w 61"/>
                  <a:gd name="T1" fmla="*/ 568 h 30"/>
                  <a:gd name="T2" fmla="*/ 932 w 61"/>
                  <a:gd name="T3" fmla="*/ 376 h 30"/>
                  <a:gd name="T4" fmla="*/ 775 w 61"/>
                  <a:gd name="T5" fmla="*/ 227 h 30"/>
                  <a:gd name="T6" fmla="*/ 496 w 61"/>
                  <a:gd name="T7" fmla="*/ 35 h 30"/>
                  <a:gd name="T8" fmla="*/ 137 w 61"/>
                  <a:gd name="T9" fmla="*/ 56 h 30"/>
                  <a:gd name="T10" fmla="*/ 217 w 61"/>
                  <a:gd name="T11" fmla="*/ 341 h 30"/>
                  <a:gd name="T12" fmla="*/ 758 w 61"/>
                  <a:gd name="T13" fmla="*/ 56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0">
                    <a:moveTo>
                      <a:pt x="49" y="30"/>
                    </a:moveTo>
                    <a:cubicBezTo>
                      <a:pt x="54" y="30"/>
                      <a:pt x="61" y="26"/>
                      <a:pt x="60" y="20"/>
                    </a:cubicBezTo>
                    <a:cubicBezTo>
                      <a:pt x="59" y="15"/>
                      <a:pt x="53" y="14"/>
                      <a:pt x="50" y="12"/>
                    </a:cubicBezTo>
                    <a:cubicBezTo>
                      <a:pt x="44" y="9"/>
                      <a:pt x="39" y="4"/>
                      <a:pt x="32" y="2"/>
                    </a:cubicBezTo>
                    <a:cubicBezTo>
                      <a:pt x="26" y="0"/>
                      <a:pt x="16" y="0"/>
                      <a:pt x="9" y="3"/>
                    </a:cubicBezTo>
                    <a:cubicBezTo>
                      <a:pt x="3" y="4"/>
                      <a:pt x="0" y="12"/>
                      <a:pt x="14" y="18"/>
                    </a:cubicBezTo>
                    <a:cubicBezTo>
                      <a:pt x="28" y="25"/>
                      <a:pt x="49" y="30"/>
                      <a:pt x="49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4" name="Freeform 137">
                <a:extLst>
                  <a:ext uri="{FF2B5EF4-FFF2-40B4-BE49-F238E27FC236}">
                    <a16:creationId xmlns:a16="http://schemas.microsoft.com/office/drawing/2014/main" id="{729260E3-6041-4164-A915-9FF43FB21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077"/>
                <a:ext cx="150" cy="96"/>
              </a:xfrm>
              <a:custGeom>
                <a:avLst/>
                <a:gdLst>
                  <a:gd name="T0" fmla="*/ 833 w 60"/>
                  <a:gd name="T1" fmla="*/ 227 h 36"/>
                  <a:gd name="T2" fmla="*/ 188 w 60"/>
                  <a:gd name="T3" fmla="*/ 21 h 36"/>
                  <a:gd name="T4" fmla="*/ 0 w 60"/>
                  <a:gd name="T5" fmla="*/ 248 h 36"/>
                  <a:gd name="T6" fmla="*/ 63 w 60"/>
                  <a:gd name="T7" fmla="*/ 192 h 36"/>
                  <a:gd name="T8" fmla="*/ 425 w 60"/>
                  <a:gd name="T9" fmla="*/ 171 h 36"/>
                  <a:gd name="T10" fmla="*/ 708 w 60"/>
                  <a:gd name="T11" fmla="*/ 363 h 36"/>
                  <a:gd name="T12" fmla="*/ 863 w 60"/>
                  <a:gd name="T13" fmla="*/ 512 h 36"/>
                  <a:gd name="T14" fmla="*/ 770 w 60"/>
                  <a:gd name="T15" fmla="*/ 683 h 36"/>
                  <a:gd name="T16" fmla="*/ 770 w 60"/>
                  <a:gd name="T17" fmla="*/ 683 h 36"/>
                  <a:gd name="T18" fmla="*/ 925 w 60"/>
                  <a:gd name="T19" fmla="*/ 456 h 36"/>
                  <a:gd name="T20" fmla="*/ 833 w 60"/>
                  <a:gd name="T21" fmla="*/ 227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36">
                    <a:moveTo>
                      <a:pt x="53" y="12"/>
                    </a:moveTo>
                    <a:cubicBezTo>
                      <a:pt x="40" y="1"/>
                      <a:pt x="28" y="0"/>
                      <a:pt x="12" y="1"/>
                    </a:cubicBezTo>
                    <a:cubicBezTo>
                      <a:pt x="6" y="2"/>
                      <a:pt x="0" y="8"/>
                      <a:pt x="0" y="13"/>
                    </a:cubicBezTo>
                    <a:cubicBezTo>
                      <a:pt x="0" y="12"/>
                      <a:pt x="2" y="10"/>
                      <a:pt x="4" y="10"/>
                    </a:cubicBezTo>
                    <a:cubicBezTo>
                      <a:pt x="11" y="7"/>
                      <a:pt x="21" y="7"/>
                      <a:pt x="27" y="9"/>
                    </a:cubicBezTo>
                    <a:cubicBezTo>
                      <a:pt x="34" y="11"/>
                      <a:pt x="39" y="16"/>
                      <a:pt x="45" y="19"/>
                    </a:cubicBezTo>
                    <a:cubicBezTo>
                      <a:pt x="48" y="21"/>
                      <a:pt x="54" y="22"/>
                      <a:pt x="55" y="27"/>
                    </a:cubicBezTo>
                    <a:cubicBezTo>
                      <a:pt x="56" y="31"/>
                      <a:pt x="53" y="34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3" y="35"/>
                      <a:pt x="59" y="28"/>
                      <a:pt x="59" y="24"/>
                    </a:cubicBezTo>
                    <a:cubicBezTo>
                      <a:pt x="60" y="19"/>
                      <a:pt x="56" y="15"/>
                      <a:pt x="53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5" name="Freeform 138">
                <a:extLst>
                  <a:ext uri="{FF2B5EF4-FFF2-40B4-BE49-F238E27FC236}">
                    <a16:creationId xmlns:a16="http://schemas.microsoft.com/office/drawing/2014/main" id="{E60F690E-F1DB-4B6F-96E1-60D322E26C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69" y="3109"/>
                <a:ext cx="133" cy="96"/>
              </a:xfrm>
              <a:custGeom>
                <a:avLst/>
                <a:gdLst>
                  <a:gd name="T0" fmla="*/ 63 w 53"/>
                  <a:gd name="T1" fmla="*/ 435 h 36"/>
                  <a:gd name="T2" fmla="*/ 63 w 53"/>
                  <a:gd name="T3" fmla="*/ 435 h 36"/>
                  <a:gd name="T4" fmla="*/ 63 w 53"/>
                  <a:gd name="T5" fmla="*/ 435 h 36"/>
                  <a:gd name="T6" fmla="*/ 63 w 53"/>
                  <a:gd name="T7" fmla="*/ 435 h 36"/>
                  <a:gd name="T8" fmla="*/ 83 w 53"/>
                  <a:gd name="T9" fmla="*/ 419 h 36"/>
                  <a:gd name="T10" fmla="*/ 63 w 53"/>
                  <a:gd name="T11" fmla="*/ 435 h 36"/>
                  <a:gd name="T12" fmla="*/ 680 w 53"/>
                  <a:gd name="T13" fmla="*/ 363 h 36"/>
                  <a:gd name="T14" fmla="*/ 693 w 53"/>
                  <a:gd name="T15" fmla="*/ 93 h 36"/>
                  <a:gd name="T16" fmla="*/ 693 w 53"/>
                  <a:gd name="T17" fmla="*/ 77 h 36"/>
                  <a:gd name="T18" fmla="*/ 660 w 53"/>
                  <a:gd name="T19" fmla="*/ 56 h 36"/>
                  <a:gd name="T20" fmla="*/ 284 w 53"/>
                  <a:gd name="T21" fmla="*/ 56 h 36"/>
                  <a:gd name="T22" fmla="*/ 208 w 53"/>
                  <a:gd name="T23" fmla="*/ 149 h 36"/>
                  <a:gd name="T24" fmla="*/ 208 w 53"/>
                  <a:gd name="T25" fmla="*/ 227 h 36"/>
                  <a:gd name="T26" fmla="*/ 50 w 53"/>
                  <a:gd name="T27" fmla="*/ 456 h 36"/>
                  <a:gd name="T28" fmla="*/ 50 w 53"/>
                  <a:gd name="T29" fmla="*/ 456 h 36"/>
                  <a:gd name="T30" fmla="*/ 63 w 53"/>
                  <a:gd name="T31" fmla="*/ 435 h 36"/>
                  <a:gd name="T32" fmla="*/ 20 w 53"/>
                  <a:gd name="T33" fmla="*/ 456 h 36"/>
                  <a:gd name="T34" fmla="*/ 0 w 53"/>
                  <a:gd name="T35" fmla="*/ 533 h 36"/>
                  <a:gd name="T36" fmla="*/ 271 w 53"/>
                  <a:gd name="T37" fmla="*/ 661 h 36"/>
                  <a:gd name="T38" fmla="*/ 567 w 53"/>
                  <a:gd name="T39" fmla="*/ 648 h 36"/>
                  <a:gd name="T40" fmla="*/ 838 w 53"/>
                  <a:gd name="T41" fmla="*/ 456 h 36"/>
                  <a:gd name="T42" fmla="*/ 680 w 53"/>
                  <a:gd name="T43" fmla="*/ 363 h 36"/>
                  <a:gd name="T44" fmla="*/ 83 w 53"/>
                  <a:gd name="T45" fmla="*/ 419 h 36"/>
                  <a:gd name="T46" fmla="*/ 113 w 53"/>
                  <a:gd name="T47" fmla="*/ 397 h 36"/>
                  <a:gd name="T48" fmla="*/ 83 w 53"/>
                  <a:gd name="T49" fmla="*/ 419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36">
                    <a:moveTo>
                      <a:pt x="4" y="23"/>
                    </a:move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lose/>
                    <a:moveTo>
                      <a:pt x="4" y="23"/>
                    </a:moveTo>
                    <a:cubicBezTo>
                      <a:pt x="5" y="23"/>
                      <a:pt x="5" y="23"/>
                      <a:pt x="5" y="22"/>
                    </a:cubicBezTo>
                    <a:cubicBezTo>
                      <a:pt x="5" y="23"/>
                      <a:pt x="5" y="23"/>
                      <a:pt x="4" y="23"/>
                    </a:cubicBezTo>
                    <a:close/>
                    <a:moveTo>
                      <a:pt x="43" y="19"/>
                    </a:moveTo>
                    <a:cubicBezTo>
                      <a:pt x="42" y="15"/>
                      <a:pt x="43" y="9"/>
                      <a:pt x="44" y="5"/>
                    </a:cubicBezTo>
                    <a:cubicBezTo>
                      <a:pt x="44" y="5"/>
                      <a:pt x="44" y="5"/>
                      <a:pt x="44" y="4"/>
                    </a:cubicBezTo>
                    <a:cubicBezTo>
                      <a:pt x="43" y="4"/>
                      <a:pt x="42" y="4"/>
                      <a:pt x="42" y="3"/>
                    </a:cubicBezTo>
                    <a:cubicBezTo>
                      <a:pt x="34" y="0"/>
                      <a:pt x="25" y="0"/>
                      <a:pt x="18" y="3"/>
                    </a:cubicBezTo>
                    <a:cubicBezTo>
                      <a:pt x="17" y="4"/>
                      <a:pt x="15" y="5"/>
                      <a:pt x="13" y="8"/>
                    </a:cubicBezTo>
                    <a:cubicBezTo>
                      <a:pt x="13" y="9"/>
                      <a:pt x="13" y="10"/>
                      <a:pt x="13" y="12"/>
                    </a:cubicBezTo>
                    <a:cubicBezTo>
                      <a:pt x="13" y="16"/>
                      <a:pt x="7" y="23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3"/>
                      <a:pt x="4" y="23"/>
                    </a:cubicBezTo>
                    <a:cubicBezTo>
                      <a:pt x="3" y="24"/>
                      <a:pt x="2" y="24"/>
                      <a:pt x="1" y="24"/>
                    </a:cubicBezTo>
                    <a:cubicBezTo>
                      <a:pt x="0" y="26"/>
                      <a:pt x="0" y="28"/>
                      <a:pt x="0" y="28"/>
                    </a:cubicBezTo>
                    <a:cubicBezTo>
                      <a:pt x="3" y="36"/>
                      <a:pt x="10" y="36"/>
                      <a:pt x="17" y="35"/>
                    </a:cubicBezTo>
                    <a:cubicBezTo>
                      <a:pt x="24" y="35"/>
                      <a:pt x="30" y="35"/>
                      <a:pt x="36" y="34"/>
                    </a:cubicBezTo>
                    <a:cubicBezTo>
                      <a:pt x="41" y="33"/>
                      <a:pt x="49" y="29"/>
                      <a:pt x="53" y="24"/>
                    </a:cubicBezTo>
                    <a:cubicBezTo>
                      <a:pt x="49" y="25"/>
                      <a:pt x="46" y="24"/>
                      <a:pt x="43" y="19"/>
                    </a:cubicBezTo>
                    <a:close/>
                    <a:moveTo>
                      <a:pt x="5" y="22"/>
                    </a:moveTo>
                    <a:cubicBezTo>
                      <a:pt x="6" y="22"/>
                      <a:pt x="6" y="22"/>
                      <a:pt x="7" y="21"/>
                    </a:cubicBezTo>
                    <a:cubicBezTo>
                      <a:pt x="6" y="22"/>
                      <a:pt x="6" y="22"/>
                      <a:pt x="5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6" name="Freeform 139">
                <a:extLst>
                  <a:ext uri="{FF2B5EF4-FFF2-40B4-BE49-F238E27FC236}">
                    <a16:creationId xmlns:a16="http://schemas.microsoft.com/office/drawing/2014/main" id="{87540EF7-7664-4DF1-99FA-F2C40CBDE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251"/>
                <a:ext cx="95" cy="144"/>
              </a:xfrm>
              <a:custGeom>
                <a:avLst/>
                <a:gdLst>
                  <a:gd name="T0" fmla="*/ 395 w 38"/>
                  <a:gd name="T1" fmla="*/ 853 h 54"/>
                  <a:gd name="T2" fmla="*/ 113 w 38"/>
                  <a:gd name="T3" fmla="*/ 989 h 54"/>
                  <a:gd name="T4" fmla="*/ 33 w 38"/>
                  <a:gd name="T5" fmla="*/ 776 h 54"/>
                  <a:gd name="T6" fmla="*/ 238 w 38"/>
                  <a:gd name="T7" fmla="*/ 171 h 54"/>
                  <a:gd name="T8" fmla="*/ 595 w 38"/>
                  <a:gd name="T9" fmla="*/ 285 h 54"/>
                  <a:gd name="T10" fmla="*/ 425 w 38"/>
                  <a:gd name="T11" fmla="*/ 819 h 54"/>
                  <a:gd name="T12" fmla="*/ 395 w 38"/>
                  <a:gd name="T13" fmla="*/ 853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4">
                    <a:moveTo>
                      <a:pt x="25" y="45"/>
                    </a:moveTo>
                    <a:cubicBezTo>
                      <a:pt x="20" y="50"/>
                      <a:pt x="15" y="54"/>
                      <a:pt x="7" y="52"/>
                    </a:cubicBezTo>
                    <a:cubicBezTo>
                      <a:pt x="0" y="50"/>
                      <a:pt x="1" y="46"/>
                      <a:pt x="2" y="41"/>
                    </a:cubicBezTo>
                    <a:cubicBezTo>
                      <a:pt x="2" y="28"/>
                      <a:pt x="5" y="17"/>
                      <a:pt x="15" y="9"/>
                    </a:cubicBezTo>
                    <a:cubicBezTo>
                      <a:pt x="24" y="0"/>
                      <a:pt x="38" y="0"/>
                      <a:pt x="38" y="15"/>
                    </a:cubicBezTo>
                    <a:cubicBezTo>
                      <a:pt x="38" y="24"/>
                      <a:pt x="32" y="35"/>
                      <a:pt x="27" y="43"/>
                    </a:cubicBezTo>
                    <a:cubicBezTo>
                      <a:pt x="25" y="44"/>
                      <a:pt x="25" y="45"/>
                      <a:pt x="25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7" name="Freeform 140">
                <a:extLst>
                  <a:ext uri="{FF2B5EF4-FFF2-40B4-BE49-F238E27FC236}">
                    <a16:creationId xmlns:a16="http://schemas.microsoft.com/office/drawing/2014/main" id="{33A249E6-5D66-4A48-85AD-E171FE560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3307"/>
                <a:ext cx="53" cy="18"/>
              </a:xfrm>
              <a:custGeom>
                <a:avLst/>
                <a:gdLst>
                  <a:gd name="T0" fmla="*/ 338 w 21"/>
                  <a:gd name="T1" fmla="*/ 0 h 7"/>
                  <a:gd name="T2" fmla="*/ 0 w 2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">
                    <a:moveTo>
                      <a:pt x="21" y="0"/>
                    </a:moveTo>
                    <a:cubicBezTo>
                      <a:pt x="15" y="0"/>
                      <a:pt x="6" y="2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8" name="Freeform 141">
                <a:extLst>
                  <a:ext uri="{FF2B5EF4-FFF2-40B4-BE49-F238E27FC236}">
                    <a16:creationId xmlns:a16="http://schemas.microsoft.com/office/drawing/2014/main" id="{64FAC598-B36F-4AD5-B597-C5CF4FBE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952"/>
                <a:ext cx="133" cy="115"/>
              </a:xfrm>
              <a:custGeom>
                <a:avLst/>
                <a:gdLst>
                  <a:gd name="T0" fmla="*/ 95 w 53"/>
                  <a:gd name="T1" fmla="*/ 516 h 43"/>
                  <a:gd name="T2" fmla="*/ 346 w 53"/>
                  <a:gd name="T3" fmla="*/ 765 h 43"/>
                  <a:gd name="T4" fmla="*/ 585 w 53"/>
                  <a:gd name="T5" fmla="*/ 765 h 43"/>
                  <a:gd name="T6" fmla="*/ 838 w 53"/>
                  <a:gd name="T7" fmla="*/ 457 h 43"/>
                  <a:gd name="T8" fmla="*/ 630 w 53"/>
                  <a:gd name="T9" fmla="*/ 94 h 43"/>
                  <a:gd name="T10" fmla="*/ 146 w 53"/>
                  <a:gd name="T11" fmla="*/ 150 h 43"/>
                  <a:gd name="T12" fmla="*/ 20 w 53"/>
                  <a:gd name="T13" fmla="*/ 308 h 43"/>
                  <a:gd name="T14" fmla="*/ 95 w 53"/>
                  <a:gd name="T15" fmla="*/ 516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43">
                    <a:moveTo>
                      <a:pt x="6" y="27"/>
                    </a:moveTo>
                    <a:cubicBezTo>
                      <a:pt x="11" y="31"/>
                      <a:pt x="16" y="37"/>
                      <a:pt x="22" y="40"/>
                    </a:cubicBezTo>
                    <a:cubicBezTo>
                      <a:pt x="28" y="43"/>
                      <a:pt x="31" y="42"/>
                      <a:pt x="37" y="40"/>
                    </a:cubicBezTo>
                    <a:cubicBezTo>
                      <a:pt x="46" y="36"/>
                      <a:pt x="53" y="34"/>
                      <a:pt x="53" y="24"/>
                    </a:cubicBezTo>
                    <a:cubicBezTo>
                      <a:pt x="52" y="16"/>
                      <a:pt x="47" y="9"/>
                      <a:pt x="40" y="5"/>
                    </a:cubicBezTo>
                    <a:cubicBezTo>
                      <a:pt x="30" y="0"/>
                      <a:pt x="19" y="6"/>
                      <a:pt x="9" y="8"/>
                    </a:cubicBezTo>
                    <a:cubicBezTo>
                      <a:pt x="4" y="9"/>
                      <a:pt x="2" y="13"/>
                      <a:pt x="1" y="16"/>
                    </a:cubicBezTo>
                    <a:cubicBezTo>
                      <a:pt x="0" y="18"/>
                      <a:pt x="0" y="23"/>
                      <a:pt x="6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9" name="Freeform 142">
                <a:extLst>
                  <a:ext uri="{FF2B5EF4-FFF2-40B4-BE49-F238E27FC236}">
                    <a16:creationId xmlns:a16="http://schemas.microsoft.com/office/drawing/2014/main" id="{DBDC06BF-51E5-482C-992A-9134564CE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03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250 w 26"/>
                  <a:gd name="T3" fmla="*/ 136 h 9"/>
                  <a:gd name="T4" fmla="*/ 408 w 2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2"/>
                      <a:pt x="11" y="6"/>
                      <a:pt x="16" y="7"/>
                    </a:cubicBezTo>
                    <a:cubicBezTo>
                      <a:pt x="20" y="8"/>
                      <a:pt x="24" y="4"/>
                      <a:pt x="26" y="9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0" name="Freeform 143">
                <a:extLst>
                  <a:ext uri="{FF2B5EF4-FFF2-40B4-BE49-F238E27FC236}">
                    <a16:creationId xmlns:a16="http://schemas.microsoft.com/office/drawing/2014/main" id="{17887583-4A0F-47EE-B590-0B397BCBE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3053"/>
                <a:ext cx="107" cy="83"/>
              </a:xfrm>
              <a:custGeom>
                <a:avLst/>
                <a:gdLst>
                  <a:gd name="T0" fmla="*/ 478 w 43"/>
                  <a:gd name="T1" fmla="*/ 56 h 31"/>
                  <a:gd name="T2" fmla="*/ 528 w 43"/>
                  <a:gd name="T3" fmla="*/ 35 h 31"/>
                  <a:gd name="T4" fmla="*/ 478 w 43"/>
                  <a:gd name="T5" fmla="*/ 517 h 31"/>
                  <a:gd name="T6" fmla="*/ 199 w 43"/>
                  <a:gd name="T7" fmla="*/ 573 h 31"/>
                  <a:gd name="T8" fmla="*/ 12 w 43"/>
                  <a:gd name="T9" fmla="*/ 388 h 31"/>
                  <a:gd name="T10" fmla="*/ 187 w 43"/>
                  <a:gd name="T11" fmla="*/ 308 h 31"/>
                  <a:gd name="T12" fmla="*/ 478 w 43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1">
                    <a:moveTo>
                      <a:pt x="31" y="3"/>
                    </a:moveTo>
                    <a:cubicBezTo>
                      <a:pt x="32" y="2"/>
                      <a:pt x="33" y="0"/>
                      <a:pt x="34" y="2"/>
                    </a:cubicBezTo>
                    <a:cubicBezTo>
                      <a:pt x="43" y="8"/>
                      <a:pt x="39" y="22"/>
                      <a:pt x="31" y="27"/>
                    </a:cubicBezTo>
                    <a:cubicBezTo>
                      <a:pt x="26" y="31"/>
                      <a:pt x="19" y="31"/>
                      <a:pt x="13" y="30"/>
                    </a:cubicBezTo>
                    <a:cubicBezTo>
                      <a:pt x="9" y="29"/>
                      <a:pt x="0" y="26"/>
                      <a:pt x="1" y="20"/>
                    </a:cubicBezTo>
                    <a:cubicBezTo>
                      <a:pt x="4" y="18"/>
                      <a:pt x="8" y="18"/>
                      <a:pt x="12" y="16"/>
                    </a:cubicBezTo>
                    <a:cubicBezTo>
                      <a:pt x="14" y="15"/>
                      <a:pt x="26" y="9"/>
                      <a:pt x="3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1" name="Freeform 144">
                <a:extLst>
                  <a:ext uri="{FF2B5EF4-FFF2-40B4-BE49-F238E27FC236}">
                    <a16:creationId xmlns:a16="http://schemas.microsoft.com/office/drawing/2014/main" id="{B3A20CD4-5E89-4DF2-B8CF-BC8FB419E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219"/>
                <a:ext cx="105" cy="141"/>
              </a:xfrm>
              <a:custGeom>
                <a:avLst/>
                <a:gdLst>
                  <a:gd name="T0" fmla="*/ 458 w 42"/>
                  <a:gd name="T1" fmla="*/ 21 h 53"/>
                  <a:gd name="T2" fmla="*/ 33 w 42"/>
                  <a:gd name="T3" fmla="*/ 490 h 53"/>
                  <a:gd name="T4" fmla="*/ 63 w 42"/>
                  <a:gd name="T5" fmla="*/ 806 h 53"/>
                  <a:gd name="T6" fmla="*/ 113 w 42"/>
                  <a:gd name="T7" fmla="*/ 976 h 53"/>
                  <a:gd name="T8" fmla="*/ 300 w 42"/>
                  <a:gd name="T9" fmla="*/ 865 h 53"/>
                  <a:gd name="T10" fmla="*/ 563 w 42"/>
                  <a:gd name="T11" fmla="*/ 623 h 53"/>
                  <a:gd name="T12" fmla="*/ 458 w 42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3">
                    <a:moveTo>
                      <a:pt x="29" y="1"/>
                    </a:moveTo>
                    <a:cubicBezTo>
                      <a:pt x="16" y="0"/>
                      <a:pt x="4" y="15"/>
                      <a:pt x="2" y="26"/>
                    </a:cubicBezTo>
                    <a:cubicBezTo>
                      <a:pt x="0" y="33"/>
                      <a:pt x="4" y="37"/>
                      <a:pt x="4" y="43"/>
                    </a:cubicBezTo>
                    <a:cubicBezTo>
                      <a:pt x="4" y="47"/>
                      <a:pt x="1" y="52"/>
                      <a:pt x="7" y="52"/>
                    </a:cubicBezTo>
                    <a:cubicBezTo>
                      <a:pt x="10" y="53"/>
                      <a:pt x="16" y="48"/>
                      <a:pt x="19" y="46"/>
                    </a:cubicBezTo>
                    <a:cubicBezTo>
                      <a:pt x="25" y="42"/>
                      <a:pt x="32" y="39"/>
                      <a:pt x="36" y="33"/>
                    </a:cubicBezTo>
                    <a:cubicBezTo>
                      <a:pt x="41" y="26"/>
                      <a:pt x="42" y="2"/>
                      <a:pt x="29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2" name="Freeform 145">
                <a:extLst>
                  <a:ext uri="{FF2B5EF4-FFF2-40B4-BE49-F238E27FC236}">
                    <a16:creationId xmlns:a16="http://schemas.microsoft.com/office/drawing/2014/main" id="{9864FC5D-9230-4E13-A9C9-43063FAD7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064"/>
                <a:ext cx="55" cy="99"/>
              </a:xfrm>
              <a:custGeom>
                <a:avLst/>
                <a:gdLst>
                  <a:gd name="T0" fmla="*/ 345 w 22"/>
                  <a:gd name="T1" fmla="*/ 0 h 37"/>
                  <a:gd name="T2" fmla="*/ 175 w 22"/>
                  <a:gd name="T3" fmla="*/ 538 h 37"/>
                  <a:gd name="T4" fmla="*/ 50 w 22"/>
                  <a:gd name="T5" fmla="*/ 629 h 37"/>
                  <a:gd name="T6" fmla="*/ 145 w 22"/>
                  <a:gd name="T7" fmla="*/ 47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0"/>
                    </a:moveTo>
                    <a:cubicBezTo>
                      <a:pt x="20" y="10"/>
                      <a:pt x="17" y="20"/>
                      <a:pt x="11" y="28"/>
                    </a:cubicBezTo>
                    <a:cubicBezTo>
                      <a:pt x="9" y="31"/>
                      <a:pt x="6" y="37"/>
                      <a:pt x="3" y="33"/>
                    </a:cubicBezTo>
                    <a:cubicBezTo>
                      <a:pt x="0" y="29"/>
                      <a:pt x="8" y="28"/>
                      <a:pt x="9" y="25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3" name="Freeform 146">
                <a:extLst>
                  <a:ext uri="{FF2B5EF4-FFF2-40B4-BE49-F238E27FC236}">
                    <a16:creationId xmlns:a16="http://schemas.microsoft.com/office/drawing/2014/main" id="{BCA27176-B2A0-4AE1-9DEB-95B30B359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3333"/>
                <a:ext cx="30" cy="48"/>
              </a:xfrm>
              <a:custGeom>
                <a:avLst/>
                <a:gdLst>
                  <a:gd name="T0" fmla="*/ 188 w 12"/>
                  <a:gd name="T1" fmla="*/ 0 h 18"/>
                  <a:gd name="T2" fmla="*/ 125 w 12"/>
                  <a:gd name="T3" fmla="*/ 136 h 18"/>
                  <a:gd name="T4" fmla="*/ 33 w 12"/>
                  <a:gd name="T5" fmla="*/ 248 h 18"/>
                  <a:gd name="T6" fmla="*/ 0 w 1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1" y="3"/>
                      <a:pt x="10" y="5"/>
                      <a:pt x="8" y="7"/>
                    </a:cubicBezTo>
                    <a:cubicBezTo>
                      <a:pt x="6" y="9"/>
                      <a:pt x="4" y="11"/>
                      <a:pt x="2" y="13"/>
                    </a:cubicBezTo>
                    <a:cubicBezTo>
                      <a:pt x="1" y="14"/>
                      <a:pt x="0" y="16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4" name="Freeform 147">
                <a:extLst>
                  <a:ext uri="{FF2B5EF4-FFF2-40B4-BE49-F238E27FC236}">
                    <a16:creationId xmlns:a16="http://schemas.microsoft.com/office/drawing/2014/main" id="{794D7ECB-B9AD-47F1-9281-8FA377360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3011"/>
                <a:ext cx="128" cy="74"/>
              </a:xfrm>
              <a:custGeom>
                <a:avLst/>
                <a:gdLst>
                  <a:gd name="T0" fmla="*/ 555 w 51"/>
                  <a:gd name="T1" fmla="*/ 336 h 28"/>
                  <a:gd name="T2" fmla="*/ 314 w 51"/>
                  <a:gd name="T3" fmla="*/ 336 h 28"/>
                  <a:gd name="T4" fmla="*/ 63 w 51"/>
                  <a:gd name="T5" fmla="*/ 90 h 28"/>
                  <a:gd name="T6" fmla="*/ 0 w 51"/>
                  <a:gd name="T7" fmla="*/ 0 h 28"/>
                  <a:gd name="T8" fmla="*/ 208 w 51"/>
                  <a:gd name="T9" fmla="*/ 349 h 28"/>
                  <a:gd name="T10" fmla="*/ 492 w 51"/>
                  <a:gd name="T11" fmla="*/ 481 h 28"/>
                  <a:gd name="T12" fmla="*/ 788 w 51"/>
                  <a:gd name="T13" fmla="*/ 132 h 28"/>
                  <a:gd name="T14" fmla="*/ 788 w 51"/>
                  <a:gd name="T15" fmla="*/ 90 h 28"/>
                  <a:gd name="T16" fmla="*/ 555 w 51"/>
                  <a:gd name="T17" fmla="*/ 33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8">
                    <a:moveTo>
                      <a:pt x="35" y="18"/>
                    </a:moveTo>
                    <a:cubicBezTo>
                      <a:pt x="29" y="20"/>
                      <a:pt x="26" y="21"/>
                      <a:pt x="20" y="18"/>
                    </a:cubicBezTo>
                    <a:cubicBezTo>
                      <a:pt x="14" y="15"/>
                      <a:pt x="9" y="9"/>
                      <a:pt x="4" y="5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1" y="6"/>
                      <a:pt x="8" y="12"/>
                      <a:pt x="13" y="19"/>
                    </a:cubicBezTo>
                    <a:cubicBezTo>
                      <a:pt x="19" y="26"/>
                      <a:pt x="21" y="28"/>
                      <a:pt x="31" y="26"/>
                    </a:cubicBezTo>
                    <a:cubicBezTo>
                      <a:pt x="40" y="24"/>
                      <a:pt x="49" y="14"/>
                      <a:pt x="50" y="7"/>
                    </a:cubicBezTo>
                    <a:cubicBezTo>
                      <a:pt x="51" y="7"/>
                      <a:pt x="51" y="6"/>
                      <a:pt x="50" y="5"/>
                    </a:cubicBezTo>
                    <a:cubicBezTo>
                      <a:pt x="49" y="13"/>
                      <a:pt x="43" y="15"/>
                      <a:pt x="35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5" name="Freeform 148">
                <a:extLst>
                  <a:ext uri="{FF2B5EF4-FFF2-40B4-BE49-F238E27FC236}">
                    <a16:creationId xmlns:a16="http://schemas.microsoft.com/office/drawing/2014/main" id="{21BCDBCE-F17C-4164-9F40-7543FBE4C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165"/>
                <a:ext cx="60" cy="123"/>
              </a:xfrm>
              <a:custGeom>
                <a:avLst/>
                <a:gdLst>
                  <a:gd name="T0" fmla="*/ 313 w 24"/>
                  <a:gd name="T1" fmla="*/ 35 h 46"/>
                  <a:gd name="T2" fmla="*/ 270 w 24"/>
                  <a:gd name="T3" fmla="*/ 21 h 46"/>
                  <a:gd name="T4" fmla="*/ 0 w 24"/>
                  <a:gd name="T5" fmla="*/ 422 h 46"/>
                  <a:gd name="T6" fmla="*/ 175 w 24"/>
                  <a:gd name="T7" fmla="*/ 709 h 46"/>
                  <a:gd name="T8" fmla="*/ 220 w 24"/>
                  <a:gd name="T9" fmla="*/ 880 h 46"/>
                  <a:gd name="T10" fmla="*/ 313 w 24"/>
                  <a:gd name="T11" fmla="*/ 858 h 46"/>
                  <a:gd name="T12" fmla="*/ 375 w 24"/>
                  <a:gd name="T13" fmla="*/ 824 h 46"/>
                  <a:gd name="T14" fmla="*/ 313 w 24"/>
                  <a:gd name="T15" fmla="*/ 3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46">
                    <a:moveTo>
                      <a:pt x="20" y="2"/>
                    </a:moveTo>
                    <a:cubicBezTo>
                      <a:pt x="20" y="0"/>
                      <a:pt x="18" y="1"/>
                      <a:pt x="17" y="1"/>
                    </a:cubicBezTo>
                    <a:cubicBezTo>
                      <a:pt x="9" y="4"/>
                      <a:pt x="1" y="12"/>
                      <a:pt x="0" y="22"/>
                    </a:cubicBezTo>
                    <a:cubicBezTo>
                      <a:pt x="5" y="25"/>
                      <a:pt x="8" y="30"/>
                      <a:pt x="11" y="37"/>
                    </a:cubicBezTo>
                    <a:cubicBezTo>
                      <a:pt x="12" y="39"/>
                      <a:pt x="13" y="43"/>
                      <a:pt x="14" y="46"/>
                    </a:cubicBezTo>
                    <a:cubicBezTo>
                      <a:pt x="16" y="46"/>
                      <a:pt x="18" y="46"/>
                      <a:pt x="20" y="45"/>
                    </a:cubicBezTo>
                    <a:cubicBezTo>
                      <a:pt x="21" y="45"/>
                      <a:pt x="23" y="44"/>
                      <a:pt x="24" y="43"/>
                    </a:cubicBezTo>
                    <a:cubicBezTo>
                      <a:pt x="13" y="39"/>
                      <a:pt x="18" y="13"/>
                      <a:pt x="2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6" name="Freeform 149">
                <a:extLst>
                  <a:ext uri="{FF2B5EF4-FFF2-40B4-BE49-F238E27FC236}">
                    <a16:creationId xmlns:a16="http://schemas.microsoft.com/office/drawing/2014/main" id="{257C3F89-FBCD-4B75-803B-D6C229E0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168"/>
                <a:ext cx="28" cy="112"/>
              </a:xfrm>
              <a:custGeom>
                <a:avLst/>
                <a:gdLst>
                  <a:gd name="T0" fmla="*/ 117 w 11"/>
                  <a:gd name="T1" fmla="*/ 21 h 42"/>
                  <a:gd name="T2" fmla="*/ 181 w 11"/>
                  <a:gd name="T3" fmla="*/ 797 h 42"/>
                  <a:gd name="T4" fmla="*/ 130 w 11"/>
                  <a:gd name="T5" fmla="*/ 547 h 42"/>
                  <a:gd name="T6" fmla="*/ 130 w 11"/>
                  <a:gd name="T7" fmla="*/ 149 h 42"/>
                  <a:gd name="T8" fmla="*/ 117 w 11"/>
                  <a:gd name="T9" fmla="*/ 0 h 42"/>
                  <a:gd name="T10" fmla="*/ 117 w 11"/>
                  <a:gd name="T11" fmla="*/ 21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2">
                    <a:moveTo>
                      <a:pt x="7" y="1"/>
                    </a:moveTo>
                    <a:cubicBezTo>
                      <a:pt x="5" y="12"/>
                      <a:pt x="0" y="38"/>
                      <a:pt x="11" y="42"/>
                    </a:cubicBezTo>
                    <a:cubicBezTo>
                      <a:pt x="11" y="37"/>
                      <a:pt x="9" y="34"/>
                      <a:pt x="8" y="29"/>
                    </a:cubicBezTo>
                    <a:cubicBezTo>
                      <a:pt x="8" y="22"/>
                      <a:pt x="9" y="14"/>
                      <a:pt x="8" y="8"/>
                    </a:cubicBezTo>
                    <a:cubicBezTo>
                      <a:pt x="8" y="4"/>
                      <a:pt x="8" y="1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7" name="Freeform 150">
                <a:extLst>
                  <a:ext uri="{FF2B5EF4-FFF2-40B4-BE49-F238E27FC236}">
                    <a16:creationId xmlns:a16="http://schemas.microsoft.com/office/drawing/2014/main" id="{94E6C5A9-917B-4982-B701-CBF0728D5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240"/>
                <a:ext cx="85" cy="48"/>
              </a:xfrm>
              <a:custGeom>
                <a:avLst/>
                <a:gdLst>
                  <a:gd name="T0" fmla="*/ 0 w 34"/>
                  <a:gd name="T1" fmla="*/ 341 h 18"/>
                  <a:gd name="T2" fmla="*/ 238 w 34"/>
                  <a:gd name="T3" fmla="*/ 93 h 18"/>
                  <a:gd name="T4" fmla="*/ 533 w 34"/>
                  <a:gd name="T5" fmla="*/ 3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8">
                    <a:moveTo>
                      <a:pt x="0" y="18"/>
                    </a:moveTo>
                    <a:cubicBezTo>
                      <a:pt x="6" y="12"/>
                      <a:pt x="8" y="9"/>
                      <a:pt x="15" y="5"/>
                    </a:cubicBezTo>
                    <a:cubicBezTo>
                      <a:pt x="22" y="1"/>
                      <a:pt x="29" y="0"/>
                      <a:pt x="34" y="2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8" name="Freeform 151">
                <a:extLst>
                  <a:ext uri="{FF2B5EF4-FFF2-40B4-BE49-F238E27FC236}">
                    <a16:creationId xmlns:a16="http://schemas.microsoft.com/office/drawing/2014/main" id="{B23B9E59-89D1-4BE4-8DDA-68C11F5CE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61"/>
                <a:ext cx="130" cy="56"/>
              </a:xfrm>
              <a:custGeom>
                <a:avLst/>
                <a:gdLst>
                  <a:gd name="T0" fmla="*/ 500 w 52"/>
                  <a:gd name="T1" fmla="*/ 56 h 21"/>
                  <a:gd name="T2" fmla="*/ 208 w 52"/>
                  <a:gd name="T3" fmla="*/ 205 h 21"/>
                  <a:gd name="T4" fmla="*/ 0 w 52"/>
                  <a:gd name="T5" fmla="*/ 363 h 21"/>
                  <a:gd name="T6" fmla="*/ 188 w 52"/>
                  <a:gd name="T7" fmla="*/ 320 h 21"/>
                  <a:gd name="T8" fmla="*/ 520 w 52"/>
                  <a:gd name="T9" fmla="*/ 171 h 21"/>
                  <a:gd name="T10" fmla="*/ 813 w 52"/>
                  <a:gd name="T11" fmla="*/ 0 h 21"/>
                  <a:gd name="T12" fmla="*/ 500 w 52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1">
                    <a:moveTo>
                      <a:pt x="32" y="3"/>
                    </a:moveTo>
                    <a:cubicBezTo>
                      <a:pt x="25" y="4"/>
                      <a:pt x="18" y="7"/>
                      <a:pt x="13" y="11"/>
                    </a:cubicBezTo>
                    <a:cubicBezTo>
                      <a:pt x="8" y="15"/>
                      <a:pt x="5" y="20"/>
                      <a:pt x="0" y="19"/>
                    </a:cubicBezTo>
                    <a:cubicBezTo>
                      <a:pt x="4" y="21"/>
                      <a:pt x="6" y="20"/>
                      <a:pt x="12" y="17"/>
                    </a:cubicBezTo>
                    <a:cubicBezTo>
                      <a:pt x="17" y="14"/>
                      <a:pt x="25" y="9"/>
                      <a:pt x="33" y="9"/>
                    </a:cubicBezTo>
                    <a:cubicBezTo>
                      <a:pt x="41" y="9"/>
                      <a:pt x="51" y="5"/>
                      <a:pt x="52" y="0"/>
                    </a:cubicBezTo>
                    <a:cubicBezTo>
                      <a:pt x="50" y="4"/>
                      <a:pt x="36" y="2"/>
                      <a:pt x="3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9" name="Freeform 152">
                <a:extLst>
                  <a:ext uri="{FF2B5EF4-FFF2-40B4-BE49-F238E27FC236}">
                    <a16:creationId xmlns:a16="http://schemas.microsoft.com/office/drawing/2014/main" id="{DCD3D4BA-BEEB-4D93-A5FA-89A152FB7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013"/>
                <a:ext cx="143" cy="80"/>
              </a:xfrm>
              <a:custGeom>
                <a:avLst/>
                <a:gdLst>
                  <a:gd name="T0" fmla="*/ 492 w 57"/>
                  <a:gd name="T1" fmla="*/ 149 h 30"/>
                  <a:gd name="T2" fmla="*/ 379 w 57"/>
                  <a:gd name="T3" fmla="*/ 248 h 30"/>
                  <a:gd name="T4" fmla="*/ 251 w 57"/>
                  <a:gd name="T5" fmla="*/ 307 h 30"/>
                  <a:gd name="T6" fmla="*/ 20 w 57"/>
                  <a:gd name="T7" fmla="*/ 456 h 30"/>
                  <a:gd name="T8" fmla="*/ 208 w 57"/>
                  <a:gd name="T9" fmla="*/ 512 h 30"/>
                  <a:gd name="T10" fmla="*/ 585 w 57"/>
                  <a:gd name="T11" fmla="*/ 491 h 30"/>
                  <a:gd name="T12" fmla="*/ 818 w 57"/>
                  <a:gd name="T13" fmla="*/ 341 h 30"/>
                  <a:gd name="T14" fmla="*/ 838 w 57"/>
                  <a:gd name="T15" fmla="*/ 56 h 30"/>
                  <a:gd name="T16" fmla="*/ 630 w 57"/>
                  <a:gd name="T17" fmla="*/ 56 h 30"/>
                  <a:gd name="T18" fmla="*/ 492 w 57"/>
                  <a:gd name="T19" fmla="*/ 14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0">
                    <a:moveTo>
                      <a:pt x="31" y="8"/>
                    </a:moveTo>
                    <a:cubicBezTo>
                      <a:pt x="28" y="10"/>
                      <a:pt x="26" y="12"/>
                      <a:pt x="24" y="13"/>
                    </a:cubicBezTo>
                    <a:cubicBezTo>
                      <a:pt x="22" y="15"/>
                      <a:pt x="19" y="15"/>
                      <a:pt x="16" y="16"/>
                    </a:cubicBezTo>
                    <a:cubicBezTo>
                      <a:pt x="13" y="17"/>
                      <a:pt x="0" y="20"/>
                      <a:pt x="1" y="24"/>
                    </a:cubicBezTo>
                    <a:cubicBezTo>
                      <a:pt x="1" y="30"/>
                      <a:pt x="10" y="27"/>
                      <a:pt x="13" y="27"/>
                    </a:cubicBezTo>
                    <a:cubicBezTo>
                      <a:pt x="21" y="27"/>
                      <a:pt x="29" y="28"/>
                      <a:pt x="37" y="26"/>
                    </a:cubicBezTo>
                    <a:cubicBezTo>
                      <a:pt x="42" y="25"/>
                      <a:pt x="48" y="22"/>
                      <a:pt x="52" y="18"/>
                    </a:cubicBezTo>
                    <a:cubicBezTo>
                      <a:pt x="55" y="14"/>
                      <a:pt x="57" y="7"/>
                      <a:pt x="53" y="3"/>
                    </a:cubicBezTo>
                    <a:cubicBezTo>
                      <a:pt x="50" y="0"/>
                      <a:pt x="44" y="2"/>
                      <a:pt x="40" y="3"/>
                    </a:cubicBezTo>
                    <a:cubicBezTo>
                      <a:pt x="36" y="5"/>
                      <a:pt x="34" y="6"/>
                      <a:pt x="31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0" name="Freeform 153">
                <a:extLst>
                  <a:ext uri="{FF2B5EF4-FFF2-40B4-BE49-F238E27FC236}">
                    <a16:creationId xmlns:a16="http://schemas.microsoft.com/office/drawing/2014/main" id="{F4E4FA62-7CF0-494C-8CA4-1EED6B3B9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3163"/>
                <a:ext cx="83" cy="104"/>
              </a:xfrm>
              <a:custGeom>
                <a:avLst/>
                <a:gdLst>
                  <a:gd name="T0" fmla="*/ 430 w 33"/>
                  <a:gd name="T1" fmla="*/ 149 h 39"/>
                  <a:gd name="T2" fmla="*/ 189 w 33"/>
                  <a:gd name="T3" fmla="*/ 21 h 39"/>
                  <a:gd name="T4" fmla="*/ 0 w 33"/>
                  <a:gd name="T5" fmla="*/ 192 h 39"/>
                  <a:gd name="T6" fmla="*/ 33 w 33"/>
                  <a:gd name="T7" fmla="*/ 264 h 39"/>
                  <a:gd name="T8" fmla="*/ 50 w 33"/>
                  <a:gd name="T9" fmla="*/ 435 h 39"/>
                  <a:gd name="T10" fmla="*/ 146 w 33"/>
                  <a:gd name="T11" fmla="*/ 568 h 39"/>
                  <a:gd name="T12" fmla="*/ 254 w 33"/>
                  <a:gd name="T13" fmla="*/ 683 h 39"/>
                  <a:gd name="T14" fmla="*/ 430 w 33"/>
                  <a:gd name="T15" fmla="*/ 661 h 39"/>
                  <a:gd name="T16" fmla="*/ 430 w 33"/>
                  <a:gd name="T17" fmla="*/ 149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9">
                    <a:moveTo>
                      <a:pt x="27" y="8"/>
                    </a:moveTo>
                    <a:cubicBezTo>
                      <a:pt x="23" y="4"/>
                      <a:pt x="18" y="2"/>
                      <a:pt x="12" y="1"/>
                    </a:cubicBezTo>
                    <a:cubicBezTo>
                      <a:pt x="5" y="0"/>
                      <a:pt x="2" y="4"/>
                      <a:pt x="0" y="10"/>
                    </a:cubicBezTo>
                    <a:cubicBezTo>
                      <a:pt x="1" y="11"/>
                      <a:pt x="1" y="13"/>
                      <a:pt x="2" y="14"/>
                    </a:cubicBezTo>
                    <a:cubicBezTo>
                      <a:pt x="3" y="17"/>
                      <a:pt x="3" y="20"/>
                      <a:pt x="3" y="23"/>
                    </a:cubicBezTo>
                    <a:cubicBezTo>
                      <a:pt x="4" y="25"/>
                      <a:pt x="7" y="28"/>
                      <a:pt x="9" y="30"/>
                    </a:cubicBezTo>
                    <a:cubicBezTo>
                      <a:pt x="11" y="33"/>
                      <a:pt x="13" y="35"/>
                      <a:pt x="16" y="36"/>
                    </a:cubicBezTo>
                    <a:cubicBezTo>
                      <a:pt x="20" y="39"/>
                      <a:pt x="24" y="38"/>
                      <a:pt x="27" y="35"/>
                    </a:cubicBezTo>
                    <a:cubicBezTo>
                      <a:pt x="33" y="28"/>
                      <a:pt x="33" y="15"/>
                      <a:pt x="27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1" name="Freeform 154">
                <a:extLst>
                  <a:ext uri="{FF2B5EF4-FFF2-40B4-BE49-F238E27FC236}">
                    <a16:creationId xmlns:a16="http://schemas.microsoft.com/office/drawing/2014/main" id="{B0A7C790-29FE-44DB-8025-BB7B53970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3192"/>
                <a:ext cx="32" cy="51"/>
              </a:xfrm>
              <a:custGeom>
                <a:avLst/>
                <a:gdLst>
                  <a:gd name="T0" fmla="*/ 0 w 13"/>
                  <a:gd name="T1" fmla="*/ 0 h 19"/>
                  <a:gd name="T2" fmla="*/ 182 w 1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0"/>
                    </a:moveTo>
                    <a:cubicBezTo>
                      <a:pt x="5" y="4"/>
                      <a:pt x="13" y="11"/>
                      <a:pt x="12" y="19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2" name="Freeform 155">
                <a:extLst>
                  <a:ext uri="{FF2B5EF4-FFF2-40B4-BE49-F238E27FC236}">
                    <a16:creationId xmlns:a16="http://schemas.microsoft.com/office/drawing/2014/main" id="{5E4E467B-8A2D-4C82-87EC-CDBF4D109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3115"/>
                <a:ext cx="80" cy="34"/>
              </a:xfrm>
              <a:custGeom>
                <a:avLst/>
                <a:gdLst>
                  <a:gd name="T0" fmla="*/ 0 w 32"/>
                  <a:gd name="T1" fmla="*/ 0 h 13"/>
                  <a:gd name="T2" fmla="*/ 283 w 32"/>
                  <a:gd name="T3" fmla="*/ 55 h 13"/>
                  <a:gd name="T4" fmla="*/ 500 w 32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0" y="0"/>
                    </a:moveTo>
                    <a:cubicBezTo>
                      <a:pt x="6" y="1"/>
                      <a:pt x="12" y="0"/>
                      <a:pt x="18" y="3"/>
                    </a:cubicBezTo>
                    <a:cubicBezTo>
                      <a:pt x="23" y="6"/>
                      <a:pt x="26" y="13"/>
                      <a:pt x="32" y="13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3" name="Freeform 156">
                <a:extLst>
                  <a:ext uri="{FF2B5EF4-FFF2-40B4-BE49-F238E27FC236}">
                    <a16:creationId xmlns:a16="http://schemas.microsoft.com/office/drawing/2014/main" id="{8405D863-9236-40C9-81FC-9A0196752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3133"/>
                <a:ext cx="45" cy="14"/>
              </a:xfrm>
              <a:custGeom>
                <a:avLst/>
                <a:gdLst>
                  <a:gd name="T0" fmla="*/ 0 w 18"/>
                  <a:gd name="T1" fmla="*/ 109 h 5"/>
                  <a:gd name="T2" fmla="*/ 283 w 18"/>
                  <a:gd name="T3" fmla="*/ 4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4" y="1"/>
                      <a:pt x="13" y="0"/>
                      <a:pt x="18" y="2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4" name="Freeform 157">
                <a:extLst>
                  <a:ext uri="{FF2B5EF4-FFF2-40B4-BE49-F238E27FC236}">
                    <a16:creationId xmlns:a16="http://schemas.microsoft.com/office/drawing/2014/main" id="{E1A283D0-BE16-4C9E-A87B-78A75A7D9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128"/>
                <a:ext cx="13" cy="19"/>
              </a:xfrm>
              <a:custGeom>
                <a:avLst/>
                <a:gdLst>
                  <a:gd name="T0" fmla="*/ 55 w 5"/>
                  <a:gd name="T1" fmla="*/ 141 h 7"/>
                  <a:gd name="T2" fmla="*/ 88 w 5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3" y="7"/>
                    </a:moveTo>
                    <a:cubicBezTo>
                      <a:pt x="0" y="4"/>
                      <a:pt x="5" y="0"/>
                      <a:pt x="5" y="6"/>
                    </a:cubicBezTo>
                  </a:path>
                </a:pathLst>
              </a:custGeom>
              <a:noFill/>
              <a:ln w="7938" cap="flat">
                <a:solidFill>
                  <a:srgbClr val="F0D8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5" name="Freeform 158">
                <a:extLst>
                  <a:ext uri="{FF2B5EF4-FFF2-40B4-BE49-F238E27FC236}">
                    <a16:creationId xmlns:a16="http://schemas.microsoft.com/office/drawing/2014/main" id="{6E924674-0299-4DB2-BCF9-F1015D9A4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3315"/>
                <a:ext cx="50" cy="42"/>
              </a:xfrm>
              <a:custGeom>
                <a:avLst/>
                <a:gdLst>
                  <a:gd name="T0" fmla="*/ 313 w 20"/>
                  <a:gd name="T1" fmla="*/ 0 h 16"/>
                  <a:gd name="T2" fmla="*/ 0 w 20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11" y="0"/>
                      <a:pt x="2" y="7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6" name="Freeform 159">
                <a:extLst>
                  <a:ext uri="{FF2B5EF4-FFF2-40B4-BE49-F238E27FC236}">
                    <a16:creationId xmlns:a16="http://schemas.microsoft.com/office/drawing/2014/main" id="{AADF8786-6870-4021-9E1A-3DA8871BD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277"/>
                <a:ext cx="125" cy="136"/>
              </a:xfrm>
              <a:custGeom>
                <a:avLst/>
                <a:gdLst>
                  <a:gd name="T0" fmla="*/ 658 w 50"/>
                  <a:gd name="T1" fmla="*/ 717 h 51"/>
                  <a:gd name="T2" fmla="*/ 520 w 50"/>
                  <a:gd name="T3" fmla="*/ 491 h 51"/>
                  <a:gd name="T4" fmla="*/ 550 w 50"/>
                  <a:gd name="T5" fmla="*/ 435 h 51"/>
                  <a:gd name="T6" fmla="*/ 658 w 50"/>
                  <a:gd name="T7" fmla="*/ 227 h 51"/>
                  <a:gd name="T8" fmla="*/ 783 w 50"/>
                  <a:gd name="T9" fmla="*/ 136 h 51"/>
                  <a:gd name="T10" fmla="*/ 563 w 50"/>
                  <a:gd name="T11" fmla="*/ 0 h 51"/>
                  <a:gd name="T12" fmla="*/ 520 w 50"/>
                  <a:gd name="T13" fmla="*/ 205 h 51"/>
                  <a:gd name="T14" fmla="*/ 250 w 50"/>
                  <a:gd name="T15" fmla="*/ 456 h 51"/>
                  <a:gd name="T16" fmla="*/ 63 w 50"/>
                  <a:gd name="T17" fmla="*/ 568 h 51"/>
                  <a:gd name="T18" fmla="*/ 50 w 50"/>
                  <a:gd name="T19" fmla="*/ 568 h 51"/>
                  <a:gd name="T20" fmla="*/ 50 w 50"/>
                  <a:gd name="T21" fmla="*/ 589 h 51"/>
                  <a:gd name="T22" fmla="*/ 313 w 50"/>
                  <a:gd name="T23" fmla="*/ 947 h 51"/>
                  <a:gd name="T24" fmla="*/ 488 w 50"/>
                  <a:gd name="T25" fmla="*/ 832 h 51"/>
                  <a:gd name="T26" fmla="*/ 645 w 50"/>
                  <a:gd name="T27" fmla="*/ 760 h 51"/>
                  <a:gd name="T28" fmla="*/ 675 w 50"/>
                  <a:gd name="T29" fmla="*/ 739 h 51"/>
                  <a:gd name="T30" fmla="*/ 658 w 50"/>
                  <a:gd name="T31" fmla="*/ 717 h 5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51">
                    <a:moveTo>
                      <a:pt x="42" y="38"/>
                    </a:moveTo>
                    <a:cubicBezTo>
                      <a:pt x="40" y="36"/>
                      <a:pt x="33" y="29"/>
                      <a:pt x="33" y="26"/>
                    </a:cubicBezTo>
                    <a:cubicBezTo>
                      <a:pt x="34" y="25"/>
                      <a:pt x="34" y="23"/>
                      <a:pt x="35" y="23"/>
                    </a:cubicBezTo>
                    <a:cubicBezTo>
                      <a:pt x="38" y="20"/>
                      <a:pt x="39" y="15"/>
                      <a:pt x="42" y="12"/>
                    </a:cubicBezTo>
                    <a:cubicBezTo>
                      <a:pt x="45" y="10"/>
                      <a:pt x="47" y="8"/>
                      <a:pt x="50" y="7"/>
                    </a:cubicBezTo>
                    <a:cubicBezTo>
                      <a:pt x="47" y="2"/>
                      <a:pt x="42" y="0"/>
                      <a:pt x="36" y="0"/>
                    </a:cubicBezTo>
                    <a:cubicBezTo>
                      <a:pt x="36" y="5"/>
                      <a:pt x="34" y="9"/>
                      <a:pt x="33" y="11"/>
                    </a:cubicBezTo>
                    <a:cubicBezTo>
                      <a:pt x="29" y="17"/>
                      <a:pt x="22" y="20"/>
                      <a:pt x="16" y="24"/>
                    </a:cubicBezTo>
                    <a:cubicBezTo>
                      <a:pt x="13" y="26"/>
                      <a:pt x="7" y="31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0"/>
                      <a:pt x="10" y="51"/>
                      <a:pt x="20" y="50"/>
                    </a:cubicBezTo>
                    <a:cubicBezTo>
                      <a:pt x="24" y="49"/>
                      <a:pt x="27" y="46"/>
                      <a:pt x="31" y="44"/>
                    </a:cubicBezTo>
                    <a:cubicBezTo>
                      <a:pt x="34" y="42"/>
                      <a:pt x="38" y="42"/>
                      <a:pt x="41" y="40"/>
                    </a:cubicBezTo>
                    <a:cubicBezTo>
                      <a:pt x="42" y="40"/>
                      <a:pt x="42" y="40"/>
                      <a:pt x="43" y="39"/>
                    </a:cubicBezTo>
                    <a:cubicBezTo>
                      <a:pt x="43" y="39"/>
                      <a:pt x="42" y="39"/>
                      <a:pt x="42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7" name="Freeform 160">
                <a:extLst>
                  <a:ext uri="{FF2B5EF4-FFF2-40B4-BE49-F238E27FC236}">
                    <a16:creationId xmlns:a16="http://schemas.microsoft.com/office/drawing/2014/main" id="{3064CA7E-53E8-42C2-A8C7-243819BC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363"/>
                <a:ext cx="47" cy="21"/>
              </a:xfrm>
              <a:custGeom>
                <a:avLst/>
                <a:gdLst>
                  <a:gd name="T0" fmla="*/ 0 w 19"/>
                  <a:gd name="T1" fmla="*/ 76 h 8"/>
                  <a:gd name="T2" fmla="*/ 134 w 19"/>
                  <a:gd name="T3" fmla="*/ 34 h 8"/>
                  <a:gd name="T4" fmla="*/ 287 w 1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cubicBezTo>
                      <a:pt x="3" y="8"/>
                      <a:pt x="6" y="3"/>
                      <a:pt x="9" y="2"/>
                    </a:cubicBezTo>
                    <a:cubicBezTo>
                      <a:pt x="12" y="0"/>
                      <a:pt x="16" y="1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8" name="Freeform 161">
                <a:extLst>
                  <a:ext uri="{FF2B5EF4-FFF2-40B4-BE49-F238E27FC236}">
                    <a16:creationId xmlns:a16="http://schemas.microsoft.com/office/drawing/2014/main" id="{89A6554C-E8D5-4A55-9F0D-2AE5BA60E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360"/>
                <a:ext cx="15" cy="13"/>
              </a:xfrm>
              <a:custGeom>
                <a:avLst/>
                <a:gdLst>
                  <a:gd name="T0" fmla="*/ 63 w 6"/>
                  <a:gd name="T1" fmla="*/ 0 h 5"/>
                  <a:gd name="T2" fmla="*/ 63 w 6"/>
                  <a:gd name="T3" fmla="*/ 68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4" y="2"/>
                      <a:pt x="6" y="3"/>
                      <a:pt x="4" y="4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DE1A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9" name="Freeform 162">
                <a:extLst>
                  <a:ext uri="{FF2B5EF4-FFF2-40B4-BE49-F238E27FC236}">
                    <a16:creationId xmlns:a16="http://schemas.microsoft.com/office/drawing/2014/main" id="{FE1D0A41-F02D-482B-BAB7-918ED3BF0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952"/>
                <a:ext cx="55" cy="83"/>
              </a:xfrm>
              <a:custGeom>
                <a:avLst/>
                <a:gdLst>
                  <a:gd name="T0" fmla="*/ 113 w 22"/>
                  <a:gd name="T1" fmla="*/ 0 h 31"/>
                  <a:gd name="T2" fmla="*/ 158 w 2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1">
                    <a:moveTo>
                      <a:pt x="7" y="0"/>
                    </a:moveTo>
                    <a:cubicBezTo>
                      <a:pt x="0" y="6"/>
                      <a:pt x="22" y="25"/>
                      <a:pt x="10" y="31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0" name="Freeform 163">
                <a:extLst>
                  <a:ext uri="{FF2B5EF4-FFF2-40B4-BE49-F238E27FC236}">
                    <a16:creationId xmlns:a16="http://schemas.microsoft.com/office/drawing/2014/main" id="{2D85C846-37AE-4A18-B712-D97F06006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067"/>
                <a:ext cx="57" cy="42"/>
              </a:xfrm>
              <a:custGeom>
                <a:avLst/>
                <a:gdLst>
                  <a:gd name="T0" fmla="*/ 0 w 23"/>
                  <a:gd name="T1" fmla="*/ 289 h 16"/>
                  <a:gd name="T2" fmla="*/ 349 w 23"/>
                  <a:gd name="T3" fmla="*/ 2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cubicBezTo>
                      <a:pt x="3" y="6"/>
                      <a:pt x="13" y="0"/>
                      <a:pt x="23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1" name="Freeform 164">
                <a:extLst>
                  <a:ext uri="{FF2B5EF4-FFF2-40B4-BE49-F238E27FC236}">
                    <a16:creationId xmlns:a16="http://schemas.microsoft.com/office/drawing/2014/main" id="{1B9A67DF-C22B-4DF1-825B-2B680B868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269"/>
                <a:ext cx="18" cy="56"/>
              </a:xfrm>
              <a:custGeom>
                <a:avLst/>
                <a:gdLst>
                  <a:gd name="T0" fmla="*/ 0 w 7"/>
                  <a:gd name="T1" fmla="*/ 397 h 21"/>
                  <a:gd name="T2" fmla="*/ 21 w 7"/>
                  <a:gd name="T3" fmla="*/ 192 h 21"/>
                  <a:gd name="T4" fmla="*/ 118 w 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0" y="21"/>
                    </a:moveTo>
                    <a:cubicBezTo>
                      <a:pt x="2" y="18"/>
                      <a:pt x="1" y="14"/>
                      <a:pt x="1" y="10"/>
                    </a:cubicBezTo>
                    <a:cubicBezTo>
                      <a:pt x="1" y="5"/>
                      <a:pt x="3" y="3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2" name="Freeform 165">
                <a:extLst>
                  <a:ext uri="{FF2B5EF4-FFF2-40B4-BE49-F238E27FC236}">
                    <a16:creationId xmlns:a16="http://schemas.microsoft.com/office/drawing/2014/main" id="{2A15D3AC-4029-43CF-8696-FAFA34779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3203"/>
                <a:ext cx="13" cy="18"/>
              </a:xfrm>
              <a:custGeom>
                <a:avLst/>
                <a:gdLst>
                  <a:gd name="T0" fmla="*/ 0 w 5"/>
                  <a:gd name="T1" fmla="*/ 118 h 7"/>
                  <a:gd name="T2" fmla="*/ 8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3" name="Freeform 166">
                <a:extLst>
                  <a:ext uri="{FF2B5EF4-FFF2-40B4-BE49-F238E27FC236}">
                    <a16:creationId xmlns:a16="http://schemas.microsoft.com/office/drawing/2014/main" id="{7A302BB3-3297-4ED4-8F8D-41B912853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3293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4" name="Freeform 167">
                <a:extLst>
                  <a:ext uri="{FF2B5EF4-FFF2-40B4-BE49-F238E27FC236}">
                    <a16:creationId xmlns:a16="http://schemas.microsoft.com/office/drawing/2014/main" id="{A17E1248-DE0C-49D7-993A-411CC5E6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264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1"/>
                      <a:pt x="2" y="4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5" name="Freeform 168">
                <a:extLst>
                  <a:ext uri="{FF2B5EF4-FFF2-40B4-BE49-F238E27FC236}">
                    <a16:creationId xmlns:a16="http://schemas.microsoft.com/office/drawing/2014/main" id="{8F398C48-B7C5-44B4-ACA5-5068C7206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368"/>
                <a:ext cx="50" cy="16"/>
              </a:xfrm>
              <a:custGeom>
                <a:avLst/>
                <a:gdLst>
                  <a:gd name="T0" fmla="*/ 0 w 20"/>
                  <a:gd name="T1" fmla="*/ 0 h 6"/>
                  <a:gd name="T2" fmla="*/ 313 w 20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0"/>
                    </a:moveTo>
                    <a:cubicBezTo>
                      <a:pt x="6" y="4"/>
                      <a:pt x="14" y="6"/>
                      <a:pt x="20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6" name="Freeform 169">
                <a:extLst>
                  <a:ext uri="{FF2B5EF4-FFF2-40B4-BE49-F238E27FC236}">
                    <a16:creationId xmlns:a16="http://schemas.microsoft.com/office/drawing/2014/main" id="{70A628F1-280E-4F3C-BD6B-1F6E5FBDB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3131"/>
                <a:ext cx="3" cy="16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7" name="Freeform 170">
                <a:extLst>
                  <a:ext uri="{FF2B5EF4-FFF2-40B4-BE49-F238E27FC236}">
                    <a16:creationId xmlns:a16="http://schemas.microsoft.com/office/drawing/2014/main" id="{A3267F9A-B5D0-4EE5-9A20-09A5E1066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104"/>
                <a:ext cx="5" cy="13"/>
              </a:xfrm>
              <a:custGeom>
                <a:avLst/>
                <a:gdLst>
                  <a:gd name="T0" fmla="*/ 20 w 2"/>
                  <a:gd name="T1" fmla="*/ 88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8" name="Freeform 171">
                <a:extLst>
                  <a:ext uri="{FF2B5EF4-FFF2-40B4-BE49-F238E27FC236}">
                    <a16:creationId xmlns:a16="http://schemas.microsoft.com/office/drawing/2014/main" id="{84B684ED-27E1-4F26-B1D1-E0DB2054E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021"/>
                <a:ext cx="22" cy="8"/>
              </a:xfrm>
              <a:custGeom>
                <a:avLst/>
                <a:gdLst>
                  <a:gd name="T0" fmla="*/ 0 w 9"/>
                  <a:gd name="T1" fmla="*/ 56 h 3"/>
                  <a:gd name="T2" fmla="*/ 132 w 9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2" y="1"/>
                      <a:pt x="6" y="0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9" name="Freeform 172">
                <a:extLst>
                  <a:ext uri="{FF2B5EF4-FFF2-40B4-BE49-F238E27FC236}">
                    <a16:creationId xmlns:a16="http://schemas.microsoft.com/office/drawing/2014/main" id="{88A23D20-82F9-479D-8ED3-A4DBD88DF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048"/>
                <a:ext cx="1" cy="1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0" name="Freeform 173">
                <a:extLst>
                  <a:ext uri="{FF2B5EF4-FFF2-40B4-BE49-F238E27FC236}">
                    <a16:creationId xmlns:a16="http://schemas.microsoft.com/office/drawing/2014/main" id="{98DF17A5-2C4D-492A-A21E-665DDC731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099"/>
                <a:ext cx="8" cy="16"/>
              </a:xfrm>
              <a:custGeom>
                <a:avLst/>
                <a:gdLst>
                  <a:gd name="T0" fmla="*/ 56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3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1" name="Freeform 174">
                <a:extLst>
                  <a:ext uri="{FF2B5EF4-FFF2-40B4-BE49-F238E27FC236}">
                    <a16:creationId xmlns:a16="http://schemas.microsoft.com/office/drawing/2014/main" id="{3AA71AF2-3F0B-4A1A-812B-78D586408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280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2" name="Freeform 175">
                <a:extLst>
                  <a:ext uri="{FF2B5EF4-FFF2-40B4-BE49-F238E27FC236}">
                    <a16:creationId xmlns:a16="http://schemas.microsoft.com/office/drawing/2014/main" id="{7B10792D-E7CE-43B0-81BA-99C4C3ED9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3211"/>
                <a:ext cx="5" cy="26"/>
              </a:xfrm>
              <a:custGeom>
                <a:avLst/>
                <a:gdLst>
                  <a:gd name="T0" fmla="*/ 33 w 2"/>
                  <a:gd name="T1" fmla="*/ 0 h 10"/>
                  <a:gd name="T2" fmla="*/ 33 w 2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0" y="3"/>
                      <a:pt x="0" y="7"/>
                      <a:pt x="2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3" name="Freeform 176">
                <a:extLst>
                  <a:ext uri="{FF2B5EF4-FFF2-40B4-BE49-F238E27FC236}">
                    <a16:creationId xmlns:a16="http://schemas.microsoft.com/office/drawing/2014/main" id="{0CFB71D1-5EE3-4E4D-AF7E-AB2836CC7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3259"/>
                <a:ext cx="98" cy="96"/>
              </a:xfrm>
              <a:custGeom>
                <a:avLst/>
                <a:gdLst>
                  <a:gd name="T0" fmla="*/ 334 w 39"/>
                  <a:gd name="T1" fmla="*/ 35 h 36"/>
                  <a:gd name="T2" fmla="*/ 83 w 39"/>
                  <a:gd name="T3" fmla="*/ 171 h 36"/>
                  <a:gd name="T4" fmla="*/ 83 w 39"/>
                  <a:gd name="T5" fmla="*/ 227 h 36"/>
                  <a:gd name="T6" fmla="*/ 0 w 39"/>
                  <a:gd name="T7" fmla="*/ 547 h 36"/>
                  <a:gd name="T8" fmla="*/ 33 w 39"/>
                  <a:gd name="T9" fmla="*/ 568 h 36"/>
                  <a:gd name="T10" fmla="*/ 304 w 39"/>
                  <a:gd name="T11" fmla="*/ 605 h 36"/>
                  <a:gd name="T12" fmla="*/ 588 w 39"/>
                  <a:gd name="T13" fmla="*/ 285 h 36"/>
                  <a:gd name="T14" fmla="*/ 334 w 39"/>
                  <a:gd name="T15" fmla="*/ 35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6">
                    <a:moveTo>
                      <a:pt x="21" y="2"/>
                    </a:moveTo>
                    <a:cubicBezTo>
                      <a:pt x="16" y="4"/>
                      <a:pt x="9" y="5"/>
                      <a:pt x="5" y="9"/>
                    </a:cubicBezTo>
                    <a:cubicBezTo>
                      <a:pt x="5" y="10"/>
                      <a:pt x="5" y="11"/>
                      <a:pt x="5" y="12"/>
                    </a:cubicBezTo>
                    <a:cubicBezTo>
                      <a:pt x="5" y="17"/>
                      <a:pt x="3" y="23"/>
                      <a:pt x="0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7" y="36"/>
                      <a:pt x="13" y="34"/>
                      <a:pt x="19" y="32"/>
                    </a:cubicBezTo>
                    <a:cubicBezTo>
                      <a:pt x="28" y="29"/>
                      <a:pt x="36" y="25"/>
                      <a:pt x="37" y="15"/>
                    </a:cubicBezTo>
                    <a:cubicBezTo>
                      <a:pt x="39" y="3"/>
                      <a:pt x="30" y="0"/>
                      <a:pt x="2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4" name="Freeform 177">
                <a:extLst>
                  <a:ext uri="{FF2B5EF4-FFF2-40B4-BE49-F238E27FC236}">
                    <a16:creationId xmlns:a16="http://schemas.microsoft.com/office/drawing/2014/main" id="{190B0D5B-BD1F-4FCB-A573-AE701FB37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3275"/>
                <a:ext cx="40" cy="13"/>
              </a:xfrm>
              <a:custGeom>
                <a:avLst/>
                <a:gdLst>
                  <a:gd name="T0" fmla="*/ 0 w 16"/>
                  <a:gd name="T1" fmla="*/ 88 h 5"/>
                  <a:gd name="T2" fmla="*/ 250 w 16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4" y="2"/>
                      <a:pt x="12" y="0"/>
                      <a:pt x="16" y="1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5" name="Freeform 178">
                <a:extLst>
                  <a:ext uri="{FF2B5EF4-FFF2-40B4-BE49-F238E27FC236}">
                    <a16:creationId xmlns:a16="http://schemas.microsoft.com/office/drawing/2014/main" id="{DFF1C55C-A263-4E9D-9883-107FEC082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083"/>
                <a:ext cx="50" cy="42"/>
              </a:xfrm>
              <a:custGeom>
                <a:avLst/>
                <a:gdLst>
                  <a:gd name="T0" fmla="*/ 0 w 20"/>
                  <a:gd name="T1" fmla="*/ 289 h 16"/>
                  <a:gd name="T2" fmla="*/ 145 w 20"/>
                  <a:gd name="T3" fmla="*/ 89 h 16"/>
                  <a:gd name="T4" fmla="*/ 238 w 20"/>
                  <a:gd name="T5" fmla="*/ 17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5" y="15"/>
                      <a:pt x="5" y="8"/>
                      <a:pt x="9" y="5"/>
                    </a:cubicBezTo>
                    <a:cubicBezTo>
                      <a:pt x="14" y="0"/>
                      <a:pt x="20" y="5"/>
                      <a:pt x="15" y="10"/>
                    </a:cubicBezTo>
                  </a:path>
                </a:pathLst>
              </a:custGeom>
              <a:noFill/>
              <a:ln w="4763" cap="rnd">
                <a:solidFill>
                  <a:srgbClr val="95969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6" name="Freeform 179">
                <a:extLst>
                  <a:ext uri="{FF2B5EF4-FFF2-40B4-BE49-F238E27FC236}">
                    <a16:creationId xmlns:a16="http://schemas.microsoft.com/office/drawing/2014/main" id="{E4991C6D-4B53-4C9C-B567-AEC2FCE7D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032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0 w 3"/>
                  <a:gd name="T3" fmla="*/ 22 h 4"/>
                  <a:gd name="T4" fmla="*/ 21 w 3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2"/>
                      <a:pt x="1" y="0"/>
                      <a:pt x="0" y="1"/>
                    </a:cubicBezTo>
                    <a:cubicBezTo>
                      <a:pt x="0" y="2"/>
                      <a:pt x="1" y="4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FDE9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7" name="Freeform 180">
                <a:extLst>
                  <a:ext uri="{FF2B5EF4-FFF2-40B4-BE49-F238E27FC236}">
                    <a16:creationId xmlns:a16="http://schemas.microsoft.com/office/drawing/2014/main" id="{0CE0B810-7617-4B5F-B94F-131BEEC90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3061"/>
                <a:ext cx="1" cy="11"/>
              </a:xfrm>
              <a:custGeom>
                <a:avLst/>
                <a:gdLst>
                  <a:gd name="T0" fmla="*/ 0 w 1"/>
                  <a:gd name="T1" fmla="*/ 8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DE9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8" name="Freeform 181">
                <a:extLst>
                  <a:ext uri="{FF2B5EF4-FFF2-40B4-BE49-F238E27FC236}">
                    <a16:creationId xmlns:a16="http://schemas.microsoft.com/office/drawing/2014/main" id="{C1004967-892C-4339-9FDB-29661EFA9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109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6DB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9" name="Freeform 182">
                <a:extLst>
                  <a:ext uri="{FF2B5EF4-FFF2-40B4-BE49-F238E27FC236}">
                    <a16:creationId xmlns:a16="http://schemas.microsoft.com/office/drawing/2014/main" id="{FAC70ABC-2B6E-44CB-9C81-C9DAEAF70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133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0D8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0" name="Freeform 183">
                <a:extLst>
                  <a:ext uri="{FF2B5EF4-FFF2-40B4-BE49-F238E27FC236}">
                    <a16:creationId xmlns:a16="http://schemas.microsoft.com/office/drawing/2014/main" id="{7EFB9546-4CFC-4239-BD35-79DCC4CE5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3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noFill/>
              <a:ln w="7938" cap="flat">
                <a:solidFill>
                  <a:srgbClr val="F0D8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1" name="Freeform 184">
                <a:extLst>
                  <a:ext uri="{FF2B5EF4-FFF2-40B4-BE49-F238E27FC236}">
                    <a16:creationId xmlns:a16="http://schemas.microsoft.com/office/drawing/2014/main" id="{18FEC27E-DFA5-4395-82D7-1E6FB349D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33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0D8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2" name="Freeform 185">
                <a:extLst>
                  <a:ext uri="{FF2B5EF4-FFF2-40B4-BE49-F238E27FC236}">
                    <a16:creationId xmlns:a16="http://schemas.microsoft.com/office/drawing/2014/main" id="{5843C1DE-024A-4A13-BFEB-FE398943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328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27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7938" cap="flat">
                <a:solidFill>
                  <a:srgbClr val="F0D8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3" name="Freeform 186">
                <a:extLst>
                  <a:ext uri="{FF2B5EF4-FFF2-40B4-BE49-F238E27FC236}">
                    <a16:creationId xmlns:a16="http://schemas.microsoft.com/office/drawing/2014/main" id="{83A128C7-AD36-4A6A-9AD5-F887F9409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315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7938" cap="flat">
                <a:solidFill>
                  <a:srgbClr val="F0D8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4" name="Freeform 187">
                <a:extLst>
                  <a:ext uri="{FF2B5EF4-FFF2-40B4-BE49-F238E27FC236}">
                    <a16:creationId xmlns:a16="http://schemas.microsoft.com/office/drawing/2014/main" id="{B8441635-81FF-4E1E-9DF3-59ED9187D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227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7938" cap="flat">
                <a:solidFill>
                  <a:srgbClr val="F0D8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5" name="Freeform 188">
                <a:extLst>
                  <a:ext uri="{FF2B5EF4-FFF2-40B4-BE49-F238E27FC236}">
                    <a16:creationId xmlns:a16="http://schemas.microsoft.com/office/drawing/2014/main" id="{53A9445E-82A9-4A89-9056-883C57CC4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3067"/>
                <a:ext cx="10" cy="2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7938" cap="flat">
                <a:solidFill>
                  <a:srgbClr val="F8EBD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6" name="Freeform 189">
                <a:extLst>
                  <a:ext uri="{FF2B5EF4-FFF2-40B4-BE49-F238E27FC236}">
                    <a16:creationId xmlns:a16="http://schemas.microsoft.com/office/drawing/2014/main" id="{4B491339-6137-488B-8C39-6D21AD3E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981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F5DF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7" name="Freeform 190">
                <a:extLst>
                  <a:ext uri="{FF2B5EF4-FFF2-40B4-BE49-F238E27FC236}">
                    <a16:creationId xmlns:a16="http://schemas.microsoft.com/office/drawing/2014/main" id="{7E640E15-2918-4D5D-8236-1198EC3E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952"/>
                <a:ext cx="17" cy="13"/>
              </a:xfrm>
              <a:custGeom>
                <a:avLst/>
                <a:gdLst>
                  <a:gd name="T0" fmla="*/ 87 w 7"/>
                  <a:gd name="T1" fmla="*/ 21 h 5"/>
                  <a:gd name="T2" fmla="*/ 12 w 7"/>
                  <a:gd name="T3" fmla="*/ 34 h 5"/>
                  <a:gd name="T4" fmla="*/ 100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5" y="1"/>
                      <a:pt x="2" y="0"/>
                      <a:pt x="1" y="2"/>
                    </a:cubicBezTo>
                    <a:cubicBezTo>
                      <a:pt x="0" y="3"/>
                      <a:pt x="6" y="4"/>
                      <a:pt x="7" y="5"/>
                    </a:cubicBezTo>
                  </a:path>
                </a:pathLst>
              </a:custGeom>
              <a:noFill/>
              <a:ln w="7938" cap="flat">
                <a:solidFill>
                  <a:srgbClr val="F0D8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8" name="Freeform 191">
                <a:extLst>
                  <a:ext uri="{FF2B5EF4-FFF2-40B4-BE49-F238E27FC236}">
                    <a16:creationId xmlns:a16="http://schemas.microsoft.com/office/drawing/2014/main" id="{29C46A1B-9E3C-4F37-BF9A-9C9C32E82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000"/>
                <a:ext cx="3" cy="11"/>
              </a:xfrm>
              <a:custGeom>
                <a:avLst/>
                <a:gdLst>
                  <a:gd name="T0" fmla="*/ 27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AE6C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9" name="Freeform 192">
                <a:extLst>
                  <a:ext uri="{FF2B5EF4-FFF2-40B4-BE49-F238E27FC236}">
                    <a16:creationId xmlns:a16="http://schemas.microsoft.com/office/drawing/2014/main" id="{254CB016-8914-4EFD-A618-3745809AB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06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FF1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0" name="Freeform 193">
                <a:extLst>
                  <a:ext uri="{FF2B5EF4-FFF2-40B4-BE49-F238E27FC236}">
                    <a16:creationId xmlns:a16="http://schemas.microsoft.com/office/drawing/2014/main" id="{B665A0C1-A9EE-4A99-9E06-D63B1DDAE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149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CEFD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1" name="Freeform 194">
                <a:extLst>
                  <a:ext uri="{FF2B5EF4-FFF2-40B4-BE49-F238E27FC236}">
                    <a16:creationId xmlns:a16="http://schemas.microsoft.com/office/drawing/2014/main" id="{64D18467-8D1B-44D8-84ED-A1C781136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181"/>
                <a:ext cx="8" cy="1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CEFD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2" name="Freeform 195">
                <a:extLst>
                  <a:ext uri="{FF2B5EF4-FFF2-40B4-BE49-F238E27FC236}">
                    <a16:creationId xmlns:a16="http://schemas.microsoft.com/office/drawing/2014/main" id="{AEDE1C61-05BA-4F3F-BCA7-C81ADCE39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3237"/>
                <a:ext cx="5" cy="1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6DB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3" name="Freeform 196">
                <a:extLst>
                  <a:ext uri="{FF2B5EF4-FFF2-40B4-BE49-F238E27FC236}">
                    <a16:creationId xmlns:a16="http://schemas.microsoft.com/office/drawing/2014/main" id="{DE29B494-3C8A-4B4F-9CB8-AB874ED2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319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FDE9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4" name="Freeform 197">
                <a:extLst>
                  <a:ext uri="{FF2B5EF4-FFF2-40B4-BE49-F238E27FC236}">
                    <a16:creationId xmlns:a16="http://schemas.microsoft.com/office/drawing/2014/main" id="{6D78F49A-1875-4A5A-A6D1-3DCA87B7A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3237"/>
                <a:ext cx="8" cy="1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DE9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5" name="Freeform 198">
                <a:extLst>
                  <a:ext uri="{FF2B5EF4-FFF2-40B4-BE49-F238E27FC236}">
                    <a16:creationId xmlns:a16="http://schemas.microsoft.com/office/drawing/2014/main" id="{20C6616E-5F21-48A7-8368-E98378030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333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0 w 7"/>
                  <a:gd name="T3" fmla="*/ 6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7" y="0"/>
                      <a:pt x="6" y="7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DE3B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6" name="Freeform 199">
                <a:extLst>
                  <a:ext uri="{FF2B5EF4-FFF2-40B4-BE49-F238E27FC236}">
                    <a16:creationId xmlns:a16="http://schemas.microsoft.com/office/drawing/2014/main" id="{2A569B8B-04BA-4061-9D77-EB2B9CC41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3277"/>
                <a:ext cx="18" cy="19"/>
              </a:xfrm>
              <a:custGeom>
                <a:avLst/>
                <a:gdLst>
                  <a:gd name="T0" fmla="*/ 0 w 7"/>
                  <a:gd name="T1" fmla="*/ 22 h 7"/>
                  <a:gd name="T2" fmla="*/ 54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1"/>
                    </a:moveTo>
                    <a:cubicBezTo>
                      <a:pt x="1" y="7"/>
                      <a:pt x="7" y="4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F0D8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7" name="Freeform 200">
                <a:extLst>
                  <a:ext uri="{FF2B5EF4-FFF2-40B4-BE49-F238E27FC236}">
                    <a16:creationId xmlns:a16="http://schemas.microsoft.com/office/drawing/2014/main" id="{829CA089-15D6-45A6-952A-E793A173D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3341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33 w 6"/>
                  <a:gd name="T3" fmla="*/ 2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2" y="7"/>
                      <a:pt x="6" y="0"/>
                      <a:pt x="2" y="1"/>
                    </a:cubicBezTo>
                  </a:path>
                </a:pathLst>
              </a:custGeom>
              <a:noFill/>
              <a:ln w="7938" cap="flat">
                <a:solidFill>
                  <a:srgbClr val="FBE1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8" name="Freeform 201">
                <a:extLst>
                  <a:ext uri="{FF2B5EF4-FFF2-40B4-BE49-F238E27FC236}">
                    <a16:creationId xmlns:a16="http://schemas.microsoft.com/office/drawing/2014/main" id="{F20DB7AD-C414-4F84-9E62-1066BC172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235"/>
                <a:ext cx="15" cy="13"/>
              </a:xfrm>
              <a:custGeom>
                <a:avLst/>
                <a:gdLst>
                  <a:gd name="T0" fmla="*/ 50 w 6"/>
                  <a:gd name="T1" fmla="*/ 0 h 5"/>
                  <a:gd name="T2" fmla="*/ 95 w 6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2"/>
                      <a:pt x="5" y="5"/>
                      <a:pt x="6" y="1"/>
                    </a:cubicBezTo>
                  </a:path>
                </a:pathLst>
              </a:custGeom>
              <a:noFill/>
              <a:ln w="7938" cap="flat">
                <a:solidFill>
                  <a:srgbClr val="FCEF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9" name="Freeform 202">
                <a:extLst>
                  <a:ext uri="{FF2B5EF4-FFF2-40B4-BE49-F238E27FC236}">
                    <a16:creationId xmlns:a16="http://schemas.microsoft.com/office/drawing/2014/main" id="{A7CFC254-8C62-405B-B2EF-EA4E6A353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141"/>
                <a:ext cx="2" cy="14"/>
              </a:xfrm>
              <a:custGeom>
                <a:avLst/>
                <a:gdLst>
                  <a:gd name="T0" fmla="*/ 0 w 1"/>
                  <a:gd name="T1" fmla="*/ 109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F6DB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0" name="Freeform 203">
                <a:extLst>
                  <a:ext uri="{FF2B5EF4-FFF2-40B4-BE49-F238E27FC236}">
                    <a16:creationId xmlns:a16="http://schemas.microsoft.com/office/drawing/2014/main" id="{19101755-2A88-4B48-8E5D-A23B5B928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304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CEF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1" name="Freeform 204">
                <a:extLst>
                  <a:ext uri="{FF2B5EF4-FFF2-40B4-BE49-F238E27FC236}">
                    <a16:creationId xmlns:a16="http://schemas.microsoft.com/office/drawing/2014/main" id="{364B4661-3B2C-4F63-B3FB-01BE03AD5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104"/>
                <a:ext cx="7" cy="3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7938" cap="flat">
                <a:solidFill>
                  <a:srgbClr val="F6DBA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510" name="Freeform 205">
              <a:extLst>
                <a:ext uri="{FF2B5EF4-FFF2-40B4-BE49-F238E27FC236}">
                  <a16:creationId xmlns:a16="http://schemas.microsoft.com/office/drawing/2014/main" id="{1059321B-60AF-4D5C-BB4F-892FED179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021"/>
              <a:ext cx="5" cy="6"/>
            </a:xfrm>
            <a:custGeom>
              <a:avLst/>
              <a:gdLst>
                <a:gd name="T0" fmla="*/ 0 w 2"/>
                <a:gd name="T1" fmla="*/ 54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AE6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1" name="Freeform 206">
              <a:extLst>
                <a:ext uri="{FF2B5EF4-FFF2-40B4-BE49-F238E27FC236}">
                  <a16:creationId xmlns:a16="http://schemas.microsoft.com/office/drawing/2014/main" id="{A0C9DB7A-A258-4DF3-902B-297DB989F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005"/>
              <a:ext cx="5" cy="6"/>
            </a:xfrm>
            <a:custGeom>
              <a:avLst/>
              <a:gdLst>
                <a:gd name="T0" fmla="*/ 0 w 2"/>
                <a:gd name="T1" fmla="*/ 54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5DF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cooking-oil-bottle-illustration">
            <a:extLst>
              <a:ext uri="{FF2B5EF4-FFF2-40B4-BE49-F238E27FC236}">
                <a16:creationId xmlns:a16="http://schemas.microsoft.com/office/drawing/2014/main" id="{9773C3B9-8FED-4D3C-9A5B-9F23F3CF16FA}"/>
              </a:ext>
            </a:extLst>
          </p:cNvPr>
          <p:cNvGrpSpPr>
            <a:grpSpLocks/>
          </p:cNvGrpSpPr>
          <p:nvPr/>
        </p:nvGrpSpPr>
        <p:grpSpPr bwMode="auto">
          <a:xfrm>
            <a:off x="2243138" y="1978025"/>
            <a:ext cx="977900" cy="3625850"/>
            <a:chOff x="719138" y="1978025"/>
            <a:chExt cx="977900" cy="3625850"/>
          </a:xfrm>
        </p:grpSpPr>
        <p:sp>
          <p:nvSpPr>
            <p:cNvPr id="35437" name="Freeform 208">
              <a:extLst>
                <a:ext uri="{FF2B5EF4-FFF2-40B4-BE49-F238E27FC236}">
                  <a16:creationId xmlns:a16="http://schemas.microsoft.com/office/drawing/2014/main" id="{107F2D27-18FE-494E-B6F2-5A5BB0808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138" y="3150778"/>
              <a:ext cx="974311" cy="2453097"/>
            </a:xfrm>
            <a:custGeom>
              <a:avLst/>
              <a:gdLst>
                <a:gd name="T0" fmla="*/ 2147483646 w 217"/>
                <a:gd name="T1" fmla="*/ 2147483646 h 513"/>
                <a:gd name="T2" fmla="*/ 2147483646 w 217"/>
                <a:gd name="T3" fmla="*/ 0 h 513"/>
                <a:gd name="T4" fmla="*/ 2147483646 w 217"/>
                <a:gd name="T5" fmla="*/ 2147483646 h 513"/>
                <a:gd name="T6" fmla="*/ 2147483646 w 217"/>
                <a:gd name="T7" fmla="*/ 2147483646 h 513"/>
                <a:gd name="T8" fmla="*/ 0 w 217"/>
                <a:gd name="T9" fmla="*/ 2147483646 h 513"/>
                <a:gd name="T10" fmla="*/ 0 w 217"/>
                <a:gd name="T11" fmla="*/ 2147483646 h 513"/>
                <a:gd name="T12" fmla="*/ 0 w 217"/>
                <a:gd name="T13" fmla="*/ 2147483646 h 513"/>
                <a:gd name="T14" fmla="*/ 0 w 217"/>
                <a:gd name="T15" fmla="*/ 2147483646 h 513"/>
                <a:gd name="T16" fmla="*/ 0 w 217"/>
                <a:gd name="T17" fmla="*/ 2147483646 h 513"/>
                <a:gd name="T18" fmla="*/ 2147483646 w 217"/>
                <a:gd name="T19" fmla="*/ 2147483646 h 513"/>
                <a:gd name="T20" fmla="*/ 2147483646 w 217"/>
                <a:gd name="T21" fmla="*/ 2147483646 h 513"/>
                <a:gd name="T22" fmla="*/ 2147483646 w 217"/>
                <a:gd name="T23" fmla="*/ 2147483646 h 513"/>
                <a:gd name="T24" fmla="*/ 2147483646 w 217"/>
                <a:gd name="T25" fmla="*/ 2147483646 h 513"/>
                <a:gd name="T26" fmla="*/ 2147483646 w 217"/>
                <a:gd name="T27" fmla="*/ 2147483646 h 513"/>
                <a:gd name="T28" fmla="*/ 2147483646 w 217"/>
                <a:gd name="T29" fmla="*/ 2147483646 h 513"/>
                <a:gd name="T30" fmla="*/ 2147483646 w 217"/>
                <a:gd name="T31" fmla="*/ 2147483646 h 5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7" h="513">
                  <a:moveTo>
                    <a:pt x="217" y="1"/>
                  </a:moveTo>
                  <a:cubicBezTo>
                    <a:pt x="217" y="1"/>
                    <a:pt x="217" y="1"/>
                    <a:pt x="217" y="0"/>
                  </a:cubicBezTo>
                  <a:cubicBezTo>
                    <a:pt x="206" y="50"/>
                    <a:pt x="173" y="75"/>
                    <a:pt x="100" y="75"/>
                  </a:cubicBezTo>
                  <a:cubicBezTo>
                    <a:pt x="66" y="75"/>
                    <a:pt x="34" y="69"/>
                    <a:pt x="16" y="47"/>
                  </a:cubicBezTo>
                  <a:cubicBezTo>
                    <a:pt x="8" y="37"/>
                    <a:pt x="2" y="2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8"/>
                    <a:pt x="0" y="151"/>
                    <a:pt x="0" y="151"/>
                  </a:cubicBezTo>
                  <a:cubicBezTo>
                    <a:pt x="0" y="430"/>
                    <a:pt x="0" y="430"/>
                    <a:pt x="0" y="430"/>
                  </a:cubicBezTo>
                  <a:cubicBezTo>
                    <a:pt x="0" y="446"/>
                    <a:pt x="8" y="465"/>
                    <a:pt x="19" y="478"/>
                  </a:cubicBezTo>
                  <a:cubicBezTo>
                    <a:pt x="37" y="499"/>
                    <a:pt x="68" y="513"/>
                    <a:pt x="101" y="513"/>
                  </a:cubicBezTo>
                  <a:cubicBezTo>
                    <a:pt x="174" y="513"/>
                    <a:pt x="206" y="481"/>
                    <a:pt x="216" y="434"/>
                  </a:cubicBezTo>
                  <a:cubicBezTo>
                    <a:pt x="217" y="429"/>
                    <a:pt x="217" y="421"/>
                    <a:pt x="217" y="416"/>
                  </a:cubicBezTo>
                  <a:cubicBezTo>
                    <a:pt x="217" y="139"/>
                    <a:pt x="217" y="139"/>
                    <a:pt x="217" y="139"/>
                  </a:cubicBezTo>
                  <a:cubicBezTo>
                    <a:pt x="217" y="139"/>
                    <a:pt x="217" y="122"/>
                    <a:pt x="217" y="119"/>
                  </a:cubicBezTo>
                  <a:lnTo>
                    <a:pt x="217" y="1"/>
                  </a:lnTo>
                  <a:close/>
                </a:path>
              </a:pathLst>
            </a:custGeom>
            <a:solidFill>
              <a:srgbClr val="FF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8" name="Freeform 209">
              <a:extLst>
                <a:ext uri="{FF2B5EF4-FFF2-40B4-BE49-F238E27FC236}">
                  <a16:creationId xmlns:a16="http://schemas.microsoft.com/office/drawing/2014/main" id="{32C39E23-AC71-4EDE-8946-78B85685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4407811"/>
              <a:ext cx="968928" cy="401677"/>
            </a:xfrm>
            <a:custGeom>
              <a:avLst/>
              <a:gdLst>
                <a:gd name="T0" fmla="*/ 2147483646 w 216"/>
                <a:gd name="T1" fmla="*/ 2147483646 h 84"/>
                <a:gd name="T2" fmla="*/ 2147483646 w 216"/>
                <a:gd name="T3" fmla="*/ 2147483646 h 84"/>
                <a:gd name="T4" fmla="*/ 0 w 216"/>
                <a:gd name="T5" fmla="*/ 2147483646 h 84"/>
                <a:gd name="T6" fmla="*/ 0 w 216"/>
                <a:gd name="T7" fmla="*/ 2147483646 h 84"/>
                <a:gd name="T8" fmla="*/ 2147483646 w 216"/>
                <a:gd name="T9" fmla="*/ 2147483646 h 84"/>
                <a:gd name="T10" fmla="*/ 2147483646 w 216"/>
                <a:gd name="T11" fmla="*/ 2147483646 h 84"/>
                <a:gd name="T12" fmla="*/ 2147483646 w 216"/>
                <a:gd name="T13" fmla="*/ 0 h 84"/>
                <a:gd name="T14" fmla="*/ 2147483646 w 216"/>
                <a:gd name="T15" fmla="*/ 0 h 84"/>
                <a:gd name="T16" fmla="*/ 2147483646 w 216"/>
                <a:gd name="T17" fmla="*/ 2147483646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84">
                  <a:moveTo>
                    <a:pt x="99" y="76"/>
                  </a:moveTo>
                  <a:cubicBezTo>
                    <a:pt x="64" y="76"/>
                    <a:pt x="34" y="67"/>
                    <a:pt x="17" y="47"/>
                  </a:cubicBezTo>
                  <a:cubicBezTo>
                    <a:pt x="10" y="38"/>
                    <a:pt x="1" y="2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21"/>
                    <a:pt x="5" y="40"/>
                    <a:pt x="14" y="50"/>
                  </a:cubicBezTo>
                  <a:cubicBezTo>
                    <a:pt x="32" y="72"/>
                    <a:pt x="61" y="84"/>
                    <a:pt x="99" y="84"/>
                  </a:cubicBezTo>
                  <a:cubicBezTo>
                    <a:pt x="171" y="84"/>
                    <a:pt x="205" y="57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06" y="53"/>
                    <a:pt x="167" y="76"/>
                    <a:pt x="99" y="76"/>
                  </a:cubicBezTo>
                  <a:close/>
                </a:path>
              </a:pathLst>
            </a:custGeom>
            <a:solidFill>
              <a:srgbClr val="FFF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9" name="Freeform 210">
              <a:extLst>
                <a:ext uri="{FF2B5EF4-FFF2-40B4-BE49-F238E27FC236}">
                  <a16:creationId xmlns:a16="http://schemas.microsoft.com/office/drawing/2014/main" id="{A94D77B1-67D5-4F43-B758-13E11A547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4628374"/>
              <a:ext cx="950985" cy="347881"/>
            </a:xfrm>
            <a:custGeom>
              <a:avLst/>
              <a:gdLst>
                <a:gd name="T0" fmla="*/ 2147483646 w 212"/>
                <a:gd name="T1" fmla="*/ 2147483646 h 73"/>
                <a:gd name="T2" fmla="*/ 2147483646 w 212"/>
                <a:gd name="T3" fmla="*/ 2147483646 h 73"/>
                <a:gd name="T4" fmla="*/ 2147483646 w 212"/>
                <a:gd name="T5" fmla="*/ 2147483646 h 73"/>
                <a:gd name="T6" fmla="*/ 0 w 212"/>
                <a:gd name="T7" fmla="*/ 0 h 73"/>
                <a:gd name="T8" fmla="*/ 0 w 212"/>
                <a:gd name="T9" fmla="*/ 0 h 73"/>
                <a:gd name="T10" fmla="*/ 2147483646 w 212"/>
                <a:gd name="T11" fmla="*/ 2147483646 h 73"/>
                <a:gd name="T12" fmla="*/ 2147483646 w 212"/>
                <a:gd name="T13" fmla="*/ 2147483646 h 73"/>
                <a:gd name="T14" fmla="*/ 2147483646 w 212"/>
                <a:gd name="T15" fmla="*/ 2147483646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73">
                  <a:moveTo>
                    <a:pt x="212" y="4"/>
                  </a:moveTo>
                  <a:cubicBezTo>
                    <a:pt x="199" y="47"/>
                    <a:pt x="161" y="65"/>
                    <a:pt x="99" y="65"/>
                  </a:cubicBezTo>
                  <a:cubicBezTo>
                    <a:pt x="64" y="65"/>
                    <a:pt x="35" y="58"/>
                    <a:pt x="18" y="38"/>
                  </a:cubicBezTo>
                  <a:cubicBezTo>
                    <a:pt x="10" y="28"/>
                    <a:pt x="1" y="1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3"/>
                    <a:pt x="5" y="29"/>
                    <a:pt x="14" y="39"/>
                  </a:cubicBezTo>
                  <a:cubicBezTo>
                    <a:pt x="32" y="62"/>
                    <a:pt x="62" y="73"/>
                    <a:pt x="99" y="73"/>
                  </a:cubicBezTo>
                  <a:cubicBezTo>
                    <a:pt x="164" y="73"/>
                    <a:pt x="198" y="50"/>
                    <a:pt x="212" y="4"/>
                  </a:cubicBezTo>
                </a:path>
              </a:pathLst>
            </a:custGeom>
            <a:solidFill>
              <a:srgbClr val="FFF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0" name="Freeform 211">
              <a:extLst>
                <a:ext uri="{FF2B5EF4-FFF2-40B4-BE49-F238E27FC236}">
                  <a16:creationId xmlns:a16="http://schemas.microsoft.com/office/drawing/2014/main" id="{C5458AED-0E2B-4C1D-A25B-DD7FA168E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4789762"/>
              <a:ext cx="950985" cy="358640"/>
            </a:xfrm>
            <a:custGeom>
              <a:avLst/>
              <a:gdLst>
                <a:gd name="T0" fmla="*/ 2147483646 w 212"/>
                <a:gd name="T1" fmla="*/ 2147483646 h 75"/>
                <a:gd name="T2" fmla="*/ 2147483646 w 212"/>
                <a:gd name="T3" fmla="*/ 2147483646 h 75"/>
                <a:gd name="T4" fmla="*/ 2147483646 w 212"/>
                <a:gd name="T5" fmla="*/ 2147483646 h 75"/>
                <a:gd name="T6" fmla="*/ 0 w 212"/>
                <a:gd name="T7" fmla="*/ 0 h 75"/>
                <a:gd name="T8" fmla="*/ 0 w 212"/>
                <a:gd name="T9" fmla="*/ 0 h 75"/>
                <a:gd name="T10" fmla="*/ 2147483646 w 212"/>
                <a:gd name="T11" fmla="*/ 2147483646 h 75"/>
                <a:gd name="T12" fmla="*/ 2147483646 w 212"/>
                <a:gd name="T13" fmla="*/ 2147483646 h 75"/>
                <a:gd name="T14" fmla="*/ 2147483646 w 212"/>
                <a:gd name="T15" fmla="*/ 2147483646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75">
                  <a:moveTo>
                    <a:pt x="212" y="4"/>
                  </a:moveTo>
                  <a:cubicBezTo>
                    <a:pt x="199" y="47"/>
                    <a:pt x="165" y="67"/>
                    <a:pt x="103" y="67"/>
                  </a:cubicBezTo>
                  <a:cubicBezTo>
                    <a:pt x="68" y="67"/>
                    <a:pt x="34" y="56"/>
                    <a:pt x="17" y="36"/>
                  </a:cubicBezTo>
                  <a:cubicBezTo>
                    <a:pt x="9" y="26"/>
                    <a:pt x="1" y="1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3"/>
                    <a:pt x="7" y="30"/>
                    <a:pt x="16" y="41"/>
                  </a:cubicBezTo>
                  <a:cubicBezTo>
                    <a:pt x="34" y="63"/>
                    <a:pt x="66" y="75"/>
                    <a:pt x="103" y="75"/>
                  </a:cubicBezTo>
                  <a:cubicBezTo>
                    <a:pt x="168" y="75"/>
                    <a:pt x="198" y="50"/>
                    <a:pt x="212" y="4"/>
                  </a:cubicBezTo>
                </a:path>
              </a:pathLst>
            </a:custGeom>
            <a:solidFill>
              <a:srgbClr val="FFF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1" name="Freeform 212">
              <a:extLst>
                <a:ext uri="{FF2B5EF4-FFF2-40B4-BE49-F238E27FC236}">
                  <a16:creationId xmlns:a16="http://schemas.microsoft.com/office/drawing/2014/main" id="{4401B51A-6DDB-4F6E-8726-DECA57E1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4929632"/>
              <a:ext cx="954574" cy="390918"/>
            </a:xfrm>
            <a:custGeom>
              <a:avLst/>
              <a:gdLst>
                <a:gd name="T0" fmla="*/ 2147483646 w 213"/>
                <a:gd name="T1" fmla="*/ 2147483646 h 82"/>
                <a:gd name="T2" fmla="*/ 2147483646 w 213"/>
                <a:gd name="T3" fmla="*/ 2147483646 h 82"/>
                <a:gd name="T4" fmla="*/ 2147483646 w 213"/>
                <a:gd name="T5" fmla="*/ 2147483646 h 82"/>
                <a:gd name="T6" fmla="*/ 0 w 213"/>
                <a:gd name="T7" fmla="*/ 0 h 82"/>
                <a:gd name="T8" fmla="*/ 0 w 213"/>
                <a:gd name="T9" fmla="*/ 0 h 82"/>
                <a:gd name="T10" fmla="*/ 2147483646 w 213"/>
                <a:gd name="T11" fmla="*/ 2147483646 h 82"/>
                <a:gd name="T12" fmla="*/ 2147483646 w 213"/>
                <a:gd name="T13" fmla="*/ 2147483646 h 82"/>
                <a:gd name="T14" fmla="*/ 2147483646 w 213"/>
                <a:gd name="T15" fmla="*/ 2147483646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82">
                  <a:moveTo>
                    <a:pt x="213" y="6"/>
                  </a:moveTo>
                  <a:cubicBezTo>
                    <a:pt x="202" y="52"/>
                    <a:pt x="162" y="74"/>
                    <a:pt x="100" y="74"/>
                  </a:cubicBezTo>
                  <a:cubicBezTo>
                    <a:pt x="66" y="74"/>
                    <a:pt x="35" y="64"/>
                    <a:pt x="18" y="43"/>
                  </a:cubicBezTo>
                  <a:cubicBezTo>
                    <a:pt x="9" y="32"/>
                    <a:pt x="0" y="1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4" y="34"/>
                    <a:pt x="14" y="47"/>
                  </a:cubicBezTo>
                  <a:cubicBezTo>
                    <a:pt x="33" y="69"/>
                    <a:pt x="64" y="82"/>
                    <a:pt x="100" y="82"/>
                  </a:cubicBezTo>
                  <a:cubicBezTo>
                    <a:pt x="166" y="82"/>
                    <a:pt x="201" y="56"/>
                    <a:pt x="213" y="6"/>
                  </a:cubicBezTo>
                </a:path>
              </a:pathLst>
            </a:custGeom>
            <a:solidFill>
              <a:srgbClr val="FFF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2" name="Freeform 213">
              <a:extLst>
                <a:ext uri="{FF2B5EF4-FFF2-40B4-BE49-F238E27FC236}">
                  <a16:creationId xmlns:a16="http://schemas.microsoft.com/office/drawing/2014/main" id="{1EEF7B0C-6BA7-47F3-880B-318B68D1F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138" y="5087433"/>
              <a:ext cx="965340" cy="401677"/>
            </a:xfrm>
            <a:custGeom>
              <a:avLst/>
              <a:gdLst>
                <a:gd name="T0" fmla="*/ 2147483646 w 215"/>
                <a:gd name="T1" fmla="*/ 2147483646 h 84"/>
                <a:gd name="T2" fmla="*/ 2147483646 w 215"/>
                <a:gd name="T3" fmla="*/ 2147483646 h 84"/>
                <a:gd name="T4" fmla="*/ 2147483646 w 215"/>
                <a:gd name="T5" fmla="*/ 2147483646 h 84"/>
                <a:gd name="T6" fmla="*/ 0 w 215"/>
                <a:gd name="T7" fmla="*/ 0 h 84"/>
                <a:gd name="T8" fmla="*/ 0 w 215"/>
                <a:gd name="T9" fmla="*/ 0 h 84"/>
                <a:gd name="T10" fmla="*/ 2147483646 w 215"/>
                <a:gd name="T11" fmla="*/ 2147483646 h 84"/>
                <a:gd name="T12" fmla="*/ 2147483646 w 215"/>
                <a:gd name="T13" fmla="*/ 2147483646 h 84"/>
                <a:gd name="T14" fmla="*/ 2147483646 w 215"/>
                <a:gd name="T15" fmla="*/ 2147483646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5" h="84">
                  <a:moveTo>
                    <a:pt x="215" y="5"/>
                  </a:moveTo>
                  <a:cubicBezTo>
                    <a:pt x="204" y="54"/>
                    <a:pt x="164" y="76"/>
                    <a:pt x="101" y="76"/>
                  </a:cubicBezTo>
                  <a:cubicBezTo>
                    <a:pt x="68" y="76"/>
                    <a:pt x="36" y="66"/>
                    <a:pt x="19" y="45"/>
                  </a:cubicBezTo>
                  <a:cubicBezTo>
                    <a:pt x="9" y="33"/>
                    <a:pt x="1" y="1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6"/>
                    <a:pt x="4" y="35"/>
                    <a:pt x="15" y="49"/>
                  </a:cubicBezTo>
                  <a:cubicBezTo>
                    <a:pt x="34" y="71"/>
                    <a:pt x="66" y="84"/>
                    <a:pt x="101" y="84"/>
                  </a:cubicBezTo>
                  <a:cubicBezTo>
                    <a:pt x="169" y="84"/>
                    <a:pt x="203" y="58"/>
                    <a:pt x="215" y="5"/>
                  </a:cubicBezTo>
                </a:path>
              </a:pathLst>
            </a:custGeom>
            <a:solidFill>
              <a:srgbClr val="FFF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3" name="Freeform 214">
              <a:extLst>
                <a:ext uri="{FF2B5EF4-FFF2-40B4-BE49-F238E27FC236}">
                  <a16:creationId xmlns:a16="http://schemas.microsoft.com/office/drawing/2014/main" id="{9A636A83-5F96-42E3-835D-77CB6CF34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138" y="2476535"/>
              <a:ext cx="974311" cy="1036469"/>
            </a:xfrm>
            <a:custGeom>
              <a:avLst/>
              <a:gdLst>
                <a:gd name="T0" fmla="*/ 2147483646 w 217"/>
                <a:gd name="T1" fmla="*/ 2147483646 h 217"/>
                <a:gd name="T2" fmla="*/ 2147483646 w 217"/>
                <a:gd name="T3" fmla="*/ 0 h 217"/>
                <a:gd name="T4" fmla="*/ 2147483646 w 217"/>
                <a:gd name="T5" fmla="*/ 2147483646 h 217"/>
                <a:gd name="T6" fmla="*/ 2147483646 w 217"/>
                <a:gd name="T7" fmla="*/ 2147483646 h 217"/>
                <a:gd name="T8" fmla="*/ 2147483646 w 217"/>
                <a:gd name="T9" fmla="*/ 2147483646 h 217"/>
                <a:gd name="T10" fmla="*/ 2147483646 w 217"/>
                <a:gd name="T11" fmla="*/ 2147483646 h 217"/>
                <a:gd name="T12" fmla="*/ 2147483646 w 217"/>
                <a:gd name="T13" fmla="*/ 2147483646 h 217"/>
                <a:gd name="T14" fmla="*/ 0 w 217"/>
                <a:gd name="T15" fmla="*/ 2147483646 h 217"/>
                <a:gd name="T16" fmla="*/ 2147483646 w 217"/>
                <a:gd name="T17" fmla="*/ 2147483646 h 217"/>
                <a:gd name="T18" fmla="*/ 2147483646 w 217"/>
                <a:gd name="T19" fmla="*/ 2147483646 h 217"/>
                <a:gd name="T20" fmla="*/ 2147483646 w 217"/>
                <a:gd name="T21" fmla="*/ 2147483646 h 217"/>
                <a:gd name="T22" fmla="*/ 2147483646 w 217"/>
                <a:gd name="T23" fmla="*/ 2147483646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7" h="217">
                  <a:moveTo>
                    <a:pt x="202" y="42"/>
                  </a:moveTo>
                  <a:cubicBezTo>
                    <a:pt x="190" y="25"/>
                    <a:pt x="163" y="8"/>
                    <a:pt x="150" y="0"/>
                  </a:cubicBezTo>
                  <a:cubicBezTo>
                    <a:pt x="140" y="12"/>
                    <a:pt x="124" y="20"/>
                    <a:pt x="105" y="20"/>
                  </a:cubicBezTo>
                  <a:cubicBezTo>
                    <a:pt x="90" y="20"/>
                    <a:pt x="76" y="1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57" y="10"/>
                    <a:pt x="41" y="16"/>
                    <a:pt x="30" y="29"/>
                  </a:cubicBezTo>
                  <a:cubicBezTo>
                    <a:pt x="14" y="49"/>
                    <a:pt x="1" y="78"/>
                    <a:pt x="1" y="126"/>
                  </a:cubicBezTo>
                  <a:cubicBezTo>
                    <a:pt x="1" y="132"/>
                    <a:pt x="0" y="150"/>
                    <a:pt x="0" y="153"/>
                  </a:cubicBezTo>
                  <a:cubicBezTo>
                    <a:pt x="2" y="166"/>
                    <a:pt x="8" y="178"/>
                    <a:pt x="16" y="188"/>
                  </a:cubicBezTo>
                  <a:cubicBezTo>
                    <a:pt x="34" y="211"/>
                    <a:pt x="66" y="217"/>
                    <a:pt x="100" y="217"/>
                  </a:cubicBezTo>
                  <a:cubicBezTo>
                    <a:pt x="170" y="217"/>
                    <a:pt x="206" y="191"/>
                    <a:pt x="217" y="142"/>
                  </a:cubicBezTo>
                  <a:cubicBezTo>
                    <a:pt x="217" y="98"/>
                    <a:pt x="215" y="60"/>
                    <a:pt x="202" y="42"/>
                  </a:cubicBezTo>
                  <a:close/>
                </a:path>
              </a:pathLst>
            </a:custGeom>
            <a:solidFill>
              <a:srgbClr val="FF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4" name="Freeform 215">
              <a:extLst>
                <a:ext uri="{FF2B5EF4-FFF2-40B4-BE49-F238E27FC236}">
                  <a16:creationId xmlns:a16="http://schemas.microsoft.com/office/drawing/2014/main" id="{A5FF9108-EEBA-4EF7-86DE-A9BA3464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138" y="3007322"/>
              <a:ext cx="974311" cy="505682"/>
            </a:xfrm>
            <a:custGeom>
              <a:avLst/>
              <a:gdLst>
                <a:gd name="T0" fmla="*/ 2147483646 w 217"/>
                <a:gd name="T1" fmla="*/ 2147483646 h 106"/>
                <a:gd name="T2" fmla="*/ 2147483646 w 217"/>
                <a:gd name="T3" fmla="*/ 0 h 106"/>
                <a:gd name="T4" fmla="*/ 2147483646 w 217"/>
                <a:gd name="T5" fmla="*/ 0 h 106"/>
                <a:gd name="T6" fmla="*/ 2147483646 w 217"/>
                <a:gd name="T7" fmla="*/ 2147483646 h 106"/>
                <a:gd name="T8" fmla="*/ 2147483646 w 217"/>
                <a:gd name="T9" fmla="*/ 2147483646 h 106"/>
                <a:gd name="T10" fmla="*/ 2147483646 w 217"/>
                <a:gd name="T11" fmla="*/ 2147483646 h 106"/>
                <a:gd name="T12" fmla="*/ 2147483646 w 217"/>
                <a:gd name="T13" fmla="*/ 2147483646 h 106"/>
                <a:gd name="T14" fmla="*/ 2147483646 w 217"/>
                <a:gd name="T15" fmla="*/ 2147483646 h 106"/>
                <a:gd name="T16" fmla="*/ 0 w 217"/>
                <a:gd name="T17" fmla="*/ 2147483646 h 106"/>
                <a:gd name="T18" fmla="*/ 2147483646 w 217"/>
                <a:gd name="T19" fmla="*/ 2147483646 h 106"/>
                <a:gd name="T20" fmla="*/ 2147483646 w 217"/>
                <a:gd name="T21" fmla="*/ 2147483646 h 106"/>
                <a:gd name="T22" fmla="*/ 2147483646 w 217"/>
                <a:gd name="T23" fmla="*/ 2147483646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7" h="106">
                  <a:moveTo>
                    <a:pt x="217" y="31"/>
                  </a:moveTo>
                  <a:cubicBezTo>
                    <a:pt x="217" y="20"/>
                    <a:pt x="217" y="9"/>
                    <a:pt x="216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05" y="54"/>
                    <a:pt x="171" y="84"/>
                    <a:pt x="100" y="84"/>
                  </a:cubicBezTo>
                  <a:cubicBezTo>
                    <a:pt x="66" y="84"/>
                    <a:pt x="36" y="74"/>
                    <a:pt x="18" y="52"/>
                  </a:cubicBezTo>
                  <a:cubicBezTo>
                    <a:pt x="10" y="42"/>
                    <a:pt x="2" y="25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1" y="21"/>
                    <a:pt x="0" y="39"/>
                    <a:pt x="0" y="42"/>
                  </a:cubicBezTo>
                  <a:cubicBezTo>
                    <a:pt x="2" y="55"/>
                    <a:pt x="8" y="67"/>
                    <a:pt x="16" y="77"/>
                  </a:cubicBezTo>
                  <a:cubicBezTo>
                    <a:pt x="34" y="100"/>
                    <a:pt x="66" y="106"/>
                    <a:pt x="100" y="106"/>
                  </a:cubicBezTo>
                  <a:cubicBezTo>
                    <a:pt x="170" y="106"/>
                    <a:pt x="206" y="80"/>
                    <a:pt x="217" y="31"/>
                  </a:cubicBezTo>
                  <a:close/>
                </a:path>
              </a:pathLst>
            </a:custGeom>
            <a:solidFill>
              <a:srgbClr val="FFD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5" name="Freeform 216">
              <a:extLst>
                <a:ext uri="{FF2B5EF4-FFF2-40B4-BE49-F238E27FC236}">
                  <a16:creationId xmlns:a16="http://schemas.microsoft.com/office/drawing/2014/main" id="{8185D75D-C7A7-4AB2-9051-115A0AFBC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696" y="1978025"/>
              <a:ext cx="448578" cy="383745"/>
            </a:xfrm>
            <a:custGeom>
              <a:avLst/>
              <a:gdLst>
                <a:gd name="T0" fmla="*/ 2147483646 w 100"/>
                <a:gd name="T1" fmla="*/ 2147483646 h 80"/>
                <a:gd name="T2" fmla="*/ 2147483646 w 100"/>
                <a:gd name="T3" fmla="*/ 2147483646 h 80"/>
                <a:gd name="T4" fmla="*/ 2147483646 w 100"/>
                <a:gd name="T5" fmla="*/ 2147483646 h 80"/>
                <a:gd name="T6" fmla="*/ 2147483646 w 100"/>
                <a:gd name="T7" fmla="*/ 2147483646 h 80"/>
                <a:gd name="T8" fmla="*/ 2147483646 w 100"/>
                <a:gd name="T9" fmla="*/ 2147483646 h 80"/>
                <a:gd name="T10" fmla="*/ 2147483646 w 100"/>
                <a:gd name="T11" fmla="*/ 0 h 80"/>
                <a:gd name="T12" fmla="*/ 2147483646 w 100"/>
                <a:gd name="T13" fmla="*/ 214748364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80">
                  <a:moveTo>
                    <a:pt x="2" y="36"/>
                  </a:moveTo>
                  <a:cubicBezTo>
                    <a:pt x="0" y="46"/>
                    <a:pt x="3" y="57"/>
                    <a:pt x="8" y="64"/>
                  </a:cubicBezTo>
                  <a:cubicBezTo>
                    <a:pt x="17" y="74"/>
                    <a:pt x="31" y="80"/>
                    <a:pt x="46" y="80"/>
                  </a:cubicBezTo>
                  <a:cubicBezTo>
                    <a:pt x="72" y="80"/>
                    <a:pt x="93" y="65"/>
                    <a:pt x="98" y="43"/>
                  </a:cubicBezTo>
                  <a:cubicBezTo>
                    <a:pt x="100" y="34"/>
                    <a:pt x="97" y="24"/>
                    <a:pt x="91" y="17"/>
                  </a:cubicBezTo>
                  <a:cubicBezTo>
                    <a:pt x="83" y="6"/>
                    <a:pt x="69" y="0"/>
                    <a:pt x="54" y="0"/>
                  </a:cubicBezTo>
                  <a:cubicBezTo>
                    <a:pt x="28" y="0"/>
                    <a:pt x="6" y="13"/>
                    <a:pt x="2" y="36"/>
                  </a:cubicBezTo>
                  <a:close/>
                </a:path>
              </a:pathLst>
            </a:custGeom>
            <a:solidFill>
              <a:srgbClr val="FFF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6" name="Freeform 217">
              <a:extLst>
                <a:ext uri="{FF2B5EF4-FFF2-40B4-BE49-F238E27FC236}">
                  <a16:creationId xmlns:a16="http://schemas.microsoft.com/office/drawing/2014/main" id="{D0E2F297-0D89-4A26-8123-6F304FEC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228" y="2003130"/>
              <a:ext cx="310416" cy="319190"/>
            </a:xfrm>
            <a:custGeom>
              <a:avLst/>
              <a:gdLst>
                <a:gd name="T0" fmla="*/ 2147483646 w 69"/>
                <a:gd name="T1" fmla="*/ 2147483646 h 67"/>
                <a:gd name="T2" fmla="*/ 2147483646 w 69"/>
                <a:gd name="T3" fmla="*/ 2147483646 h 67"/>
                <a:gd name="T4" fmla="*/ 2147483646 w 69"/>
                <a:gd name="T5" fmla="*/ 2147483646 h 67"/>
                <a:gd name="T6" fmla="*/ 2147483646 w 69"/>
                <a:gd name="T7" fmla="*/ 2147483646 h 67"/>
                <a:gd name="T8" fmla="*/ 2147483646 w 69"/>
                <a:gd name="T9" fmla="*/ 0 h 67"/>
                <a:gd name="T10" fmla="*/ 2147483646 w 69"/>
                <a:gd name="T11" fmla="*/ 2147483646 h 67"/>
                <a:gd name="T12" fmla="*/ 2147483646 w 69"/>
                <a:gd name="T13" fmla="*/ 2147483646 h 67"/>
                <a:gd name="T14" fmla="*/ 2147483646 w 69"/>
                <a:gd name="T15" fmla="*/ 2147483646 h 67"/>
                <a:gd name="T16" fmla="*/ 2147483646 w 69"/>
                <a:gd name="T17" fmla="*/ 2147483646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67">
                  <a:moveTo>
                    <a:pt x="17" y="59"/>
                  </a:moveTo>
                  <a:cubicBezTo>
                    <a:pt x="12" y="53"/>
                    <a:pt x="9" y="44"/>
                    <a:pt x="11" y="35"/>
                  </a:cubicBezTo>
                  <a:cubicBezTo>
                    <a:pt x="15" y="15"/>
                    <a:pt x="33" y="4"/>
                    <a:pt x="56" y="4"/>
                  </a:cubicBezTo>
                  <a:cubicBezTo>
                    <a:pt x="61" y="4"/>
                    <a:pt x="65" y="5"/>
                    <a:pt x="69" y="6"/>
                  </a:cubicBezTo>
                  <a:cubicBezTo>
                    <a:pt x="63" y="2"/>
                    <a:pt x="55" y="0"/>
                    <a:pt x="47" y="0"/>
                  </a:cubicBezTo>
                  <a:cubicBezTo>
                    <a:pt x="24" y="0"/>
                    <a:pt x="6" y="11"/>
                    <a:pt x="2" y="31"/>
                  </a:cubicBezTo>
                  <a:cubicBezTo>
                    <a:pt x="0" y="40"/>
                    <a:pt x="3" y="49"/>
                    <a:pt x="8" y="55"/>
                  </a:cubicBezTo>
                  <a:cubicBezTo>
                    <a:pt x="12" y="61"/>
                    <a:pt x="19" y="65"/>
                    <a:pt x="26" y="67"/>
                  </a:cubicBezTo>
                  <a:cubicBezTo>
                    <a:pt x="23" y="65"/>
                    <a:pt x="19" y="62"/>
                    <a:pt x="17" y="59"/>
                  </a:cubicBezTo>
                  <a:close/>
                </a:path>
              </a:pathLst>
            </a:custGeom>
            <a:solidFill>
              <a:srgbClr val="FFF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7" name="Freeform 218">
              <a:extLst>
                <a:ext uri="{FF2B5EF4-FFF2-40B4-BE49-F238E27FC236}">
                  <a16:creationId xmlns:a16="http://schemas.microsoft.com/office/drawing/2014/main" id="{1CC503FE-CADE-4E38-9F72-7F29356E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285" y="2164518"/>
              <a:ext cx="436018" cy="315603"/>
            </a:xfrm>
            <a:custGeom>
              <a:avLst/>
              <a:gdLst>
                <a:gd name="T0" fmla="*/ 2147483646 w 97"/>
                <a:gd name="T1" fmla="*/ 2147483646 h 66"/>
                <a:gd name="T2" fmla="*/ 2147483646 w 97"/>
                <a:gd name="T3" fmla="*/ 2147483646 h 66"/>
                <a:gd name="T4" fmla="*/ 2147483646 w 97"/>
                <a:gd name="T5" fmla="*/ 0 h 66"/>
                <a:gd name="T6" fmla="*/ 2147483646 w 97"/>
                <a:gd name="T7" fmla="*/ 0 h 66"/>
                <a:gd name="T8" fmla="*/ 2147483646 w 97"/>
                <a:gd name="T9" fmla="*/ 2147483646 h 66"/>
                <a:gd name="T10" fmla="*/ 2147483646 w 97"/>
                <a:gd name="T11" fmla="*/ 2147483646 h 66"/>
                <a:gd name="T12" fmla="*/ 2147483646 w 97"/>
                <a:gd name="T13" fmla="*/ 2147483646 h 66"/>
                <a:gd name="T14" fmla="*/ 0 w 97"/>
                <a:gd name="T15" fmla="*/ 2147483646 h 66"/>
                <a:gd name="T16" fmla="*/ 0 w 97"/>
                <a:gd name="T17" fmla="*/ 2147483646 h 66"/>
                <a:gd name="T18" fmla="*/ 0 w 97"/>
                <a:gd name="T19" fmla="*/ 2147483646 h 66"/>
                <a:gd name="T20" fmla="*/ 0 w 97"/>
                <a:gd name="T21" fmla="*/ 2147483646 h 66"/>
                <a:gd name="T22" fmla="*/ 2147483646 w 97"/>
                <a:gd name="T23" fmla="*/ 2147483646 h 66"/>
                <a:gd name="T24" fmla="*/ 2147483646 w 97"/>
                <a:gd name="T25" fmla="*/ 2147483646 h 66"/>
                <a:gd name="T26" fmla="*/ 2147483646 w 97"/>
                <a:gd name="T27" fmla="*/ 2147483646 h 66"/>
                <a:gd name="T28" fmla="*/ 2147483646 w 97"/>
                <a:gd name="T29" fmla="*/ 2147483646 h 66"/>
                <a:gd name="T30" fmla="*/ 2147483646 w 97"/>
                <a:gd name="T31" fmla="*/ 2147483646 h 66"/>
                <a:gd name="T32" fmla="*/ 2147483646 w 97"/>
                <a:gd name="T33" fmla="*/ 2147483646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66">
                  <a:moveTo>
                    <a:pt x="97" y="25"/>
                  </a:moveTo>
                  <a:cubicBezTo>
                    <a:pt x="97" y="24"/>
                    <a:pt x="97" y="23"/>
                    <a:pt x="97" y="2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2"/>
                    <a:pt x="97" y="3"/>
                    <a:pt x="97" y="4"/>
                  </a:cubicBezTo>
                  <a:cubicBezTo>
                    <a:pt x="92" y="26"/>
                    <a:pt x="71" y="41"/>
                    <a:pt x="45" y="41"/>
                  </a:cubicBezTo>
                  <a:cubicBezTo>
                    <a:pt x="30" y="41"/>
                    <a:pt x="16" y="35"/>
                    <a:pt x="7" y="25"/>
                  </a:cubicBezTo>
                  <a:cubicBezTo>
                    <a:pt x="3" y="19"/>
                    <a:pt x="0" y="1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8"/>
                    <a:pt x="3" y="45"/>
                    <a:pt x="7" y="50"/>
                  </a:cubicBezTo>
                  <a:cubicBezTo>
                    <a:pt x="16" y="60"/>
                    <a:pt x="30" y="66"/>
                    <a:pt x="45" y="66"/>
                  </a:cubicBezTo>
                  <a:cubicBezTo>
                    <a:pt x="71" y="66"/>
                    <a:pt x="92" y="51"/>
                    <a:pt x="97" y="30"/>
                  </a:cubicBezTo>
                  <a:cubicBezTo>
                    <a:pt x="97" y="29"/>
                    <a:pt x="97" y="28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lnTo>
                    <a:pt x="97" y="25"/>
                  </a:ln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8" name="Freeform 219">
              <a:extLst>
                <a:ext uri="{FF2B5EF4-FFF2-40B4-BE49-F238E27FC236}">
                  <a16:creationId xmlns:a16="http://schemas.microsoft.com/office/drawing/2014/main" id="{4C6F8A90-F67A-4B61-B310-1D4E40190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285" y="2293628"/>
              <a:ext cx="436018" cy="225943"/>
            </a:xfrm>
            <a:custGeom>
              <a:avLst/>
              <a:gdLst>
                <a:gd name="T0" fmla="*/ 2147483646 w 97"/>
                <a:gd name="T1" fmla="*/ 2147483646 h 47"/>
                <a:gd name="T2" fmla="*/ 2147483646 w 97"/>
                <a:gd name="T3" fmla="*/ 2147483646 h 47"/>
                <a:gd name="T4" fmla="*/ 2147483646 w 97"/>
                <a:gd name="T5" fmla="*/ 0 h 47"/>
                <a:gd name="T6" fmla="*/ 2147483646 w 97"/>
                <a:gd name="T7" fmla="*/ 2147483646 h 47"/>
                <a:gd name="T8" fmla="*/ 2147483646 w 97"/>
                <a:gd name="T9" fmla="*/ 2147483646 h 47"/>
                <a:gd name="T10" fmla="*/ 2147483646 w 97"/>
                <a:gd name="T11" fmla="*/ 2147483646 h 47"/>
                <a:gd name="T12" fmla="*/ 0 w 97"/>
                <a:gd name="T13" fmla="*/ 2147483646 h 47"/>
                <a:gd name="T14" fmla="*/ 0 w 97"/>
                <a:gd name="T15" fmla="*/ 2147483646 h 47"/>
                <a:gd name="T16" fmla="*/ 0 w 97"/>
                <a:gd name="T17" fmla="*/ 2147483646 h 47"/>
                <a:gd name="T18" fmla="*/ 0 w 97"/>
                <a:gd name="T19" fmla="*/ 2147483646 h 47"/>
                <a:gd name="T20" fmla="*/ 2147483646 w 97"/>
                <a:gd name="T21" fmla="*/ 2147483646 h 47"/>
                <a:gd name="T22" fmla="*/ 2147483646 w 97"/>
                <a:gd name="T23" fmla="*/ 2147483646 h 47"/>
                <a:gd name="T24" fmla="*/ 2147483646 w 97"/>
                <a:gd name="T25" fmla="*/ 2147483646 h 47"/>
                <a:gd name="T26" fmla="*/ 2147483646 w 97"/>
                <a:gd name="T27" fmla="*/ 2147483646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47">
                  <a:moveTo>
                    <a:pt x="97" y="10"/>
                  </a:moveTo>
                  <a:cubicBezTo>
                    <a:pt x="97" y="9"/>
                    <a:pt x="97" y="8"/>
                    <a:pt x="97" y="8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1"/>
                    <a:pt x="97" y="2"/>
                    <a:pt x="97" y="3"/>
                  </a:cubicBezTo>
                  <a:cubicBezTo>
                    <a:pt x="92" y="24"/>
                    <a:pt x="71" y="39"/>
                    <a:pt x="45" y="39"/>
                  </a:cubicBezTo>
                  <a:cubicBezTo>
                    <a:pt x="30" y="39"/>
                    <a:pt x="16" y="33"/>
                    <a:pt x="7" y="23"/>
                  </a:cubicBezTo>
                  <a:cubicBezTo>
                    <a:pt x="3" y="18"/>
                    <a:pt x="0" y="1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20"/>
                    <a:pt x="3" y="26"/>
                    <a:pt x="7" y="31"/>
                  </a:cubicBezTo>
                  <a:cubicBezTo>
                    <a:pt x="16" y="41"/>
                    <a:pt x="30" y="47"/>
                    <a:pt x="45" y="47"/>
                  </a:cubicBezTo>
                  <a:cubicBezTo>
                    <a:pt x="71" y="47"/>
                    <a:pt x="92" y="34"/>
                    <a:pt x="97" y="12"/>
                  </a:cubicBezTo>
                  <a:cubicBezTo>
                    <a:pt x="97" y="11"/>
                    <a:pt x="97" y="10"/>
                    <a:pt x="97" y="10"/>
                  </a:cubicBezTo>
                  <a:close/>
                </a:path>
              </a:pathLst>
            </a:custGeom>
            <a:solidFill>
              <a:srgbClr val="EB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9" name="Freeform 220">
              <a:extLst>
                <a:ext uri="{FF2B5EF4-FFF2-40B4-BE49-F238E27FC236}">
                  <a16:creationId xmlns:a16="http://schemas.microsoft.com/office/drawing/2014/main" id="{FBA1C62E-0EDF-40C4-9D06-D1FE1470A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285" y="2164518"/>
              <a:ext cx="436018" cy="315603"/>
            </a:xfrm>
            <a:custGeom>
              <a:avLst/>
              <a:gdLst>
                <a:gd name="T0" fmla="*/ 2147483646 w 97"/>
                <a:gd name="T1" fmla="*/ 2147483646 h 66"/>
                <a:gd name="T2" fmla="*/ 2147483646 w 97"/>
                <a:gd name="T3" fmla="*/ 2147483646 h 66"/>
                <a:gd name="T4" fmla="*/ 2147483646 w 97"/>
                <a:gd name="T5" fmla="*/ 0 h 66"/>
                <a:gd name="T6" fmla="*/ 2147483646 w 97"/>
                <a:gd name="T7" fmla="*/ 0 h 66"/>
                <a:gd name="T8" fmla="*/ 2147483646 w 97"/>
                <a:gd name="T9" fmla="*/ 2147483646 h 66"/>
                <a:gd name="T10" fmla="*/ 2147483646 w 97"/>
                <a:gd name="T11" fmla="*/ 2147483646 h 66"/>
                <a:gd name="T12" fmla="*/ 2147483646 w 97"/>
                <a:gd name="T13" fmla="*/ 2147483646 h 66"/>
                <a:gd name="T14" fmla="*/ 0 w 97"/>
                <a:gd name="T15" fmla="*/ 2147483646 h 66"/>
                <a:gd name="T16" fmla="*/ 0 w 97"/>
                <a:gd name="T17" fmla="*/ 2147483646 h 66"/>
                <a:gd name="T18" fmla="*/ 0 w 97"/>
                <a:gd name="T19" fmla="*/ 2147483646 h 66"/>
                <a:gd name="T20" fmla="*/ 0 w 97"/>
                <a:gd name="T21" fmla="*/ 2147483646 h 66"/>
                <a:gd name="T22" fmla="*/ 2147483646 w 97"/>
                <a:gd name="T23" fmla="*/ 2147483646 h 66"/>
                <a:gd name="T24" fmla="*/ 2147483646 w 97"/>
                <a:gd name="T25" fmla="*/ 2147483646 h 66"/>
                <a:gd name="T26" fmla="*/ 2147483646 w 97"/>
                <a:gd name="T27" fmla="*/ 2147483646 h 66"/>
                <a:gd name="T28" fmla="*/ 2147483646 w 97"/>
                <a:gd name="T29" fmla="*/ 2147483646 h 66"/>
                <a:gd name="T30" fmla="*/ 2147483646 w 97"/>
                <a:gd name="T31" fmla="*/ 2147483646 h 66"/>
                <a:gd name="T32" fmla="*/ 2147483646 w 97"/>
                <a:gd name="T33" fmla="*/ 2147483646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66">
                  <a:moveTo>
                    <a:pt x="97" y="25"/>
                  </a:moveTo>
                  <a:cubicBezTo>
                    <a:pt x="97" y="24"/>
                    <a:pt x="97" y="23"/>
                    <a:pt x="97" y="2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2"/>
                    <a:pt x="97" y="3"/>
                    <a:pt x="97" y="4"/>
                  </a:cubicBezTo>
                  <a:cubicBezTo>
                    <a:pt x="92" y="26"/>
                    <a:pt x="71" y="41"/>
                    <a:pt x="45" y="41"/>
                  </a:cubicBezTo>
                  <a:cubicBezTo>
                    <a:pt x="30" y="41"/>
                    <a:pt x="16" y="35"/>
                    <a:pt x="7" y="25"/>
                  </a:cubicBezTo>
                  <a:cubicBezTo>
                    <a:pt x="3" y="19"/>
                    <a:pt x="0" y="1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8"/>
                    <a:pt x="3" y="45"/>
                    <a:pt x="7" y="50"/>
                  </a:cubicBezTo>
                  <a:cubicBezTo>
                    <a:pt x="16" y="60"/>
                    <a:pt x="30" y="66"/>
                    <a:pt x="45" y="66"/>
                  </a:cubicBezTo>
                  <a:cubicBezTo>
                    <a:pt x="71" y="66"/>
                    <a:pt x="92" y="51"/>
                    <a:pt x="97" y="30"/>
                  </a:cubicBezTo>
                  <a:cubicBezTo>
                    <a:pt x="97" y="29"/>
                    <a:pt x="97" y="28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lnTo>
                    <a:pt x="97" y="25"/>
                  </a:lnTo>
                  <a:close/>
                </a:path>
              </a:pathLst>
            </a:custGeom>
            <a:solidFill>
              <a:srgbClr val="FFD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0" name="Freeform 221">
              <a:extLst>
                <a:ext uri="{FF2B5EF4-FFF2-40B4-BE49-F238E27FC236}">
                  <a16:creationId xmlns:a16="http://schemas.microsoft.com/office/drawing/2014/main" id="{BCF621B1-9874-4062-9CBE-820E5EF98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285" y="2293628"/>
              <a:ext cx="436018" cy="225943"/>
            </a:xfrm>
            <a:custGeom>
              <a:avLst/>
              <a:gdLst>
                <a:gd name="T0" fmla="*/ 2147483646 w 97"/>
                <a:gd name="T1" fmla="*/ 2147483646 h 47"/>
                <a:gd name="T2" fmla="*/ 2147483646 w 97"/>
                <a:gd name="T3" fmla="*/ 2147483646 h 47"/>
                <a:gd name="T4" fmla="*/ 2147483646 w 97"/>
                <a:gd name="T5" fmla="*/ 0 h 47"/>
                <a:gd name="T6" fmla="*/ 2147483646 w 97"/>
                <a:gd name="T7" fmla="*/ 2147483646 h 47"/>
                <a:gd name="T8" fmla="*/ 2147483646 w 97"/>
                <a:gd name="T9" fmla="*/ 2147483646 h 47"/>
                <a:gd name="T10" fmla="*/ 2147483646 w 97"/>
                <a:gd name="T11" fmla="*/ 2147483646 h 47"/>
                <a:gd name="T12" fmla="*/ 0 w 97"/>
                <a:gd name="T13" fmla="*/ 2147483646 h 47"/>
                <a:gd name="T14" fmla="*/ 0 w 97"/>
                <a:gd name="T15" fmla="*/ 2147483646 h 47"/>
                <a:gd name="T16" fmla="*/ 0 w 97"/>
                <a:gd name="T17" fmla="*/ 2147483646 h 47"/>
                <a:gd name="T18" fmla="*/ 0 w 97"/>
                <a:gd name="T19" fmla="*/ 2147483646 h 47"/>
                <a:gd name="T20" fmla="*/ 2147483646 w 97"/>
                <a:gd name="T21" fmla="*/ 2147483646 h 47"/>
                <a:gd name="T22" fmla="*/ 2147483646 w 97"/>
                <a:gd name="T23" fmla="*/ 2147483646 h 47"/>
                <a:gd name="T24" fmla="*/ 2147483646 w 97"/>
                <a:gd name="T25" fmla="*/ 2147483646 h 47"/>
                <a:gd name="T26" fmla="*/ 2147483646 w 97"/>
                <a:gd name="T27" fmla="*/ 2147483646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47">
                  <a:moveTo>
                    <a:pt x="97" y="10"/>
                  </a:moveTo>
                  <a:cubicBezTo>
                    <a:pt x="97" y="9"/>
                    <a:pt x="97" y="8"/>
                    <a:pt x="97" y="8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1"/>
                    <a:pt x="97" y="2"/>
                    <a:pt x="97" y="3"/>
                  </a:cubicBezTo>
                  <a:cubicBezTo>
                    <a:pt x="92" y="24"/>
                    <a:pt x="71" y="39"/>
                    <a:pt x="45" y="39"/>
                  </a:cubicBezTo>
                  <a:cubicBezTo>
                    <a:pt x="30" y="39"/>
                    <a:pt x="16" y="33"/>
                    <a:pt x="7" y="23"/>
                  </a:cubicBezTo>
                  <a:cubicBezTo>
                    <a:pt x="3" y="18"/>
                    <a:pt x="0" y="1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20"/>
                    <a:pt x="3" y="26"/>
                    <a:pt x="7" y="31"/>
                  </a:cubicBezTo>
                  <a:cubicBezTo>
                    <a:pt x="16" y="41"/>
                    <a:pt x="30" y="47"/>
                    <a:pt x="45" y="47"/>
                  </a:cubicBezTo>
                  <a:cubicBezTo>
                    <a:pt x="71" y="47"/>
                    <a:pt x="92" y="34"/>
                    <a:pt x="97" y="12"/>
                  </a:cubicBezTo>
                  <a:cubicBezTo>
                    <a:pt x="97" y="11"/>
                    <a:pt x="97" y="10"/>
                    <a:pt x="9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1" name="Freeform 222">
              <a:extLst>
                <a:ext uri="{FF2B5EF4-FFF2-40B4-BE49-F238E27FC236}">
                  <a16:creationId xmlns:a16="http://schemas.microsoft.com/office/drawing/2014/main" id="{070DF79C-C1C5-4FF0-B105-3E275F052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582" y="2422739"/>
              <a:ext cx="371423" cy="148836"/>
            </a:xfrm>
            <a:custGeom>
              <a:avLst/>
              <a:gdLst>
                <a:gd name="T0" fmla="*/ 2147483646 w 83"/>
                <a:gd name="T1" fmla="*/ 0 h 31"/>
                <a:gd name="T2" fmla="*/ 2147483646 w 83"/>
                <a:gd name="T3" fmla="*/ 2147483646 h 31"/>
                <a:gd name="T4" fmla="*/ 2147483646 w 83"/>
                <a:gd name="T5" fmla="*/ 2147483646 h 31"/>
                <a:gd name="T6" fmla="*/ 2147483646 w 83"/>
                <a:gd name="T7" fmla="*/ 2147483646 h 31"/>
                <a:gd name="T8" fmla="*/ 2147483646 w 83"/>
                <a:gd name="T9" fmla="*/ 2147483646 h 31"/>
                <a:gd name="T10" fmla="*/ 2147483646 w 83"/>
                <a:gd name="T11" fmla="*/ 2147483646 h 31"/>
                <a:gd name="T12" fmla="*/ 2147483646 w 83"/>
                <a:gd name="T13" fmla="*/ 2147483646 h 31"/>
                <a:gd name="T14" fmla="*/ 2147483646 w 83"/>
                <a:gd name="T15" fmla="*/ 2147483646 h 31"/>
                <a:gd name="T16" fmla="*/ 2147483646 w 83"/>
                <a:gd name="T17" fmla="*/ 2147483646 h 31"/>
                <a:gd name="T18" fmla="*/ 2147483646 w 83"/>
                <a:gd name="T19" fmla="*/ 2147483646 h 31"/>
                <a:gd name="T20" fmla="*/ 2147483646 w 83"/>
                <a:gd name="T21" fmla="*/ 2147483646 h 31"/>
                <a:gd name="T22" fmla="*/ 2147483646 w 83"/>
                <a:gd name="T23" fmla="*/ 2147483646 h 31"/>
                <a:gd name="T24" fmla="*/ 0 w 83"/>
                <a:gd name="T25" fmla="*/ 2147483646 h 31"/>
                <a:gd name="T26" fmla="*/ 0 w 83"/>
                <a:gd name="T27" fmla="*/ 2147483646 h 31"/>
                <a:gd name="T28" fmla="*/ 2147483646 w 83"/>
                <a:gd name="T29" fmla="*/ 2147483646 h 31"/>
                <a:gd name="T30" fmla="*/ 2147483646 w 83"/>
                <a:gd name="T31" fmla="*/ 2147483646 h 31"/>
                <a:gd name="T32" fmla="*/ 2147483646 w 83"/>
                <a:gd name="T33" fmla="*/ 2147483646 h 31"/>
                <a:gd name="T34" fmla="*/ 2147483646 w 83"/>
                <a:gd name="T35" fmla="*/ 0 h 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31">
                  <a:moveTo>
                    <a:pt x="83" y="0"/>
                  </a:moveTo>
                  <a:cubicBezTo>
                    <a:pt x="75" y="11"/>
                    <a:pt x="61" y="18"/>
                    <a:pt x="45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3" y="20"/>
                    <a:pt x="40" y="20"/>
                    <a:pt x="38" y="20"/>
                  </a:cubicBezTo>
                  <a:cubicBezTo>
                    <a:pt x="36" y="20"/>
                    <a:pt x="34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0" y="20"/>
                    <a:pt x="28" y="20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0" y="18"/>
                    <a:pt x="13" y="15"/>
                    <a:pt x="8" y="11"/>
                  </a:cubicBezTo>
                  <a:cubicBezTo>
                    <a:pt x="8" y="11"/>
                    <a:pt x="8" y="11"/>
                    <a:pt x="7" y="11"/>
                  </a:cubicBezTo>
                  <a:cubicBezTo>
                    <a:pt x="6" y="10"/>
                    <a:pt x="5" y="9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9" y="25"/>
                    <a:pt x="23" y="31"/>
                    <a:pt x="38" y="31"/>
                  </a:cubicBezTo>
                  <a:cubicBezTo>
                    <a:pt x="57" y="31"/>
                    <a:pt x="74" y="23"/>
                    <a:pt x="83" y="10"/>
                  </a:cubicBezTo>
                  <a:cubicBezTo>
                    <a:pt x="83" y="10"/>
                    <a:pt x="83" y="10"/>
                    <a:pt x="83" y="10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D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2" name="Freeform 223">
              <a:extLst>
                <a:ext uri="{FF2B5EF4-FFF2-40B4-BE49-F238E27FC236}">
                  <a16:creationId xmlns:a16="http://schemas.microsoft.com/office/drawing/2014/main" id="{C31089C2-077F-4806-8B38-212ED651E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138" y="3150778"/>
              <a:ext cx="974311" cy="961155"/>
            </a:xfrm>
            <a:custGeom>
              <a:avLst/>
              <a:gdLst>
                <a:gd name="T0" fmla="*/ 2147483646 w 217"/>
                <a:gd name="T1" fmla="*/ 0 h 201"/>
                <a:gd name="T2" fmla="*/ 2147483646 w 217"/>
                <a:gd name="T3" fmla="*/ 2147483646 h 201"/>
                <a:gd name="T4" fmla="*/ 2147483646 w 217"/>
                <a:gd name="T5" fmla="*/ 2147483646 h 201"/>
                <a:gd name="T6" fmla="*/ 0 w 217"/>
                <a:gd name="T7" fmla="*/ 2147483646 h 201"/>
                <a:gd name="T8" fmla="*/ 0 w 217"/>
                <a:gd name="T9" fmla="*/ 2147483646 h 201"/>
                <a:gd name="T10" fmla="*/ 0 w 217"/>
                <a:gd name="T11" fmla="*/ 2147483646 h 201"/>
                <a:gd name="T12" fmla="*/ 2147483646 w 217"/>
                <a:gd name="T13" fmla="*/ 2147483646 h 201"/>
                <a:gd name="T14" fmla="*/ 2147483646 w 217"/>
                <a:gd name="T15" fmla="*/ 2147483646 h 201"/>
                <a:gd name="T16" fmla="*/ 2147483646 w 217"/>
                <a:gd name="T17" fmla="*/ 2147483646 h 201"/>
                <a:gd name="T18" fmla="*/ 2147483646 w 217"/>
                <a:gd name="T19" fmla="*/ 2147483646 h 201"/>
                <a:gd name="T20" fmla="*/ 2147483646 w 217"/>
                <a:gd name="T21" fmla="*/ 2147483646 h 201"/>
                <a:gd name="T22" fmla="*/ 2147483646 w 217"/>
                <a:gd name="T23" fmla="*/ 2147483646 h 201"/>
                <a:gd name="T24" fmla="*/ 2147483646 w 217"/>
                <a:gd name="T25" fmla="*/ 2147483646 h 201"/>
                <a:gd name="T26" fmla="*/ 2147483646 w 217"/>
                <a:gd name="T27" fmla="*/ 0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7" h="201">
                  <a:moveTo>
                    <a:pt x="217" y="0"/>
                  </a:moveTo>
                  <a:cubicBezTo>
                    <a:pt x="206" y="50"/>
                    <a:pt x="173" y="75"/>
                    <a:pt x="100" y="75"/>
                  </a:cubicBezTo>
                  <a:cubicBezTo>
                    <a:pt x="66" y="75"/>
                    <a:pt x="34" y="69"/>
                    <a:pt x="16" y="47"/>
                  </a:cubicBezTo>
                  <a:cubicBezTo>
                    <a:pt x="8" y="37"/>
                    <a:pt x="2" y="2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2" y="147"/>
                    <a:pt x="8" y="162"/>
                    <a:pt x="17" y="173"/>
                  </a:cubicBezTo>
                  <a:cubicBezTo>
                    <a:pt x="35" y="195"/>
                    <a:pt x="66" y="201"/>
                    <a:pt x="100" y="201"/>
                  </a:cubicBezTo>
                  <a:cubicBezTo>
                    <a:pt x="158" y="201"/>
                    <a:pt x="205" y="175"/>
                    <a:pt x="215" y="127"/>
                  </a:cubicBezTo>
                  <a:cubicBezTo>
                    <a:pt x="216" y="121"/>
                    <a:pt x="217" y="116"/>
                    <a:pt x="217" y="111"/>
                  </a:cubicBezTo>
                  <a:cubicBezTo>
                    <a:pt x="217" y="110"/>
                    <a:pt x="217" y="110"/>
                    <a:pt x="217" y="110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7" y="1"/>
                    <a:pt x="217" y="1"/>
                    <a:pt x="217" y="0"/>
                  </a:cubicBezTo>
                  <a:close/>
                </a:path>
              </a:pathLst>
            </a:custGeom>
            <a:solidFill>
              <a:srgbClr val="FFF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224">
              <a:extLst>
                <a:ext uri="{FF2B5EF4-FFF2-40B4-BE49-F238E27FC236}">
                  <a16:creationId xmlns:a16="http://schemas.microsoft.com/office/drawing/2014/main" id="{BEF2D101-6E14-4A6B-AD99-B3A003A99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042" y="2218314"/>
              <a:ext cx="224289" cy="258221"/>
            </a:xfrm>
            <a:custGeom>
              <a:avLst/>
              <a:gdLst>
                <a:gd name="T0" fmla="*/ 0 w 50"/>
                <a:gd name="T1" fmla="*/ 2147483646 h 54"/>
                <a:gd name="T2" fmla="*/ 2147483646 w 50"/>
                <a:gd name="T3" fmla="*/ 2147483646 h 54"/>
                <a:gd name="T4" fmla="*/ 2147483646 w 50"/>
                <a:gd name="T5" fmla="*/ 0 h 54"/>
                <a:gd name="T6" fmla="*/ 2147483646 w 50"/>
                <a:gd name="T7" fmla="*/ 2147483646 h 54"/>
                <a:gd name="T8" fmla="*/ 2147483646 w 50"/>
                <a:gd name="T9" fmla="*/ 2147483646 h 54"/>
                <a:gd name="T10" fmla="*/ 0 w 50"/>
                <a:gd name="T11" fmla="*/ 2147483646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2" y="54"/>
                    <a:pt x="37" y="48"/>
                    <a:pt x="50" y="2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11"/>
                    <a:pt x="31" y="29"/>
                    <a:pt x="10" y="32"/>
                  </a:cubicBezTo>
                  <a:cubicBezTo>
                    <a:pt x="18" y="31"/>
                    <a:pt x="27" y="32"/>
                    <a:pt x="27" y="37"/>
                  </a:cubicBezTo>
                  <a:cubicBezTo>
                    <a:pt x="27" y="43"/>
                    <a:pt x="11" y="54"/>
                    <a:pt x="0" y="54"/>
                  </a:cubicBezTo>
                  <a:close/>
                </a:path>
              </a:pathLst>
            </a:custGeom>
            <a:solidFill>
              <a:srgbClr val="F1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Rectangle 225">
              <a:extLst>
                <a:ext uri="{FF2B5EF4-FFF2-40B4-BE49-F238E27FC236}">
                  <a16:creationId xmlns:a16="http://schemas.microsoft.com/office/drawing/2014/main" id="{AAB2A8E8-512F-4FDE-ACB2-AB075A1A5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526" y="2304387"/>
              <a:ext cx="8972" cy="1183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55" name="Rectangle 226">
              <a:extLst>
                <a:ext uri="{FF2B5EF4-FFF2-40B4-BE49-F238E27FC236}">
                  <a16:creationId xmlns:a16="http://schemas.microsoft.com/office/drawing/2014/main" id="{74AA2E8D-0D7F-4C1B-875E-79500AE55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611" y="2275696"/>
              <a:ext cx="8972" cy="1183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56" name="Rectangle 227">
              <a:extLst>
                <a:ext uri="{FF2B5EF4-FFF2-40B4-BE49-F238E27FC236}">
                  <a16:creationId xmlns:a16="http://schemas.microsoft.com/office/drawing/2014/main" id="{CE8D97AC-FD9F-424B-9B61-EE89F313D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285" y="2236246"/>
              <a:ext cx="8972" cy="120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57" name="Rectangle 228">
              <a:extLst>
                <a:ext uri="{FF2B5EF4-FFF2-40B4-BE49-F238E27FC236}">
                  <a16:creationId xmlns:a16="http://schemas.microsoft.com/office/drawing/2014/main" id="{8606A8DA-5697-4BD5-838C-860963CB0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355" y="2342045"/>
              <a:ext cx="8972" cy="120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58" name="Rectangle 229">
              <a:extLst>
                <a:ext uri="{FF2B5EF4-FFF2-40B4-BE49-F238E27FC236}">
                  <a16:creationId xmlns:a16="http://schemas.microsoft.com/office/drawing/2014/main" id="{2CE860DE-0048-4EED-BFD7-2E6461876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270" y="2351011"/>
              <a:ext cx="8972" cy="120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59" name="Rectangle 230">
              <a:extLst>
                <a:ext uri="{FF2B5EF4-FFF2-40B4-BE49-F238E27FC236}">
                  <a16:creationId xmlns:a16="http://schemas.microsoft.com/office/drawing/2014/main" id="{DB23408B-AEB8-4A7B-B66F-CB167ACCC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773" y="2356390"/>
              <a:ext cx="8972" cy="120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0" name="Rectangle 231">
              <a:extLst>
                <a:ext uri="{FF2B5EF4-FFF2-40B4-BE49-F238E27FC236}">
                  <a16:creationId xmlns:a16="http://schemas.microsoft.com/office/drawing/2014/main" id="{1702A856-D086-4F53-A4A0-30F215304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070" y="2356390"/>
              <a:ext cx="8972" cy="120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1" name="Rectangle 232">
              <a:extLst>
                <a:ext uri="{FF2B5EF4-FFF2-40B4-BE49-F238E27FC236}">
                  <a16:creationId xmlns:a16="http://schemas.microsoft.com/office/drawing/2014/main" id="{54902CC3-66B6-4EA7-A1E3-CD5F74600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8985" y="2361770"/>
              <a:ext cx="8972" cy="1183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2" name="Rectangle 233">
              <a:extLst>
                <a:ext uri="{FF2B5EF4-FFF2-40B4-BE49-F238E27FC236}">
                  <a16:creationId xmlns:a16="http://schemas.microsoft.com/office/drawing/2014/main" id="{6819BC3F-68B4-4CBF-81DB-AA9C52EE0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488" y="2356390"/>
              <a:ext cx="8972" cy="120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3" name="Rectangle 234">
              <a:extLst>
                <a:ext uri="{FF2B5EF4-FFF2-40B4-BE49-F238E27FC236}">
                  <a16:creationId xmlns:a16="http://schemas.microsoft.com/office/drawing/2014/main" id="{BBD87125-E9E1-45D7-ABF2-C25416CF2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403" y="2347424"/>
              <a:ext cx="8972" cy="1183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4" name="Rectangle 235">
              <a:extLst>
                <a:ext uri="{FF2B5EF4-FFF2-40B4-BE49-F238E27FC236}">
                  <a16:creationId xmlns:a16="http://schemas.microsoft.com/office/drawing/2014/main" id="{AAB4F4B1-01B8-4403-98D7-A161D7F49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701" y="2333079"/>
              <a:ext cx="8972" cy="1183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5" name="Rectangle 236">
              <a:extLst>
                <a:ext uri="{FF2B5EF4-FFF2-40B4-BE49-F238E27FC236}">
                  <a16:creationId xmlns:a16="http://schemas.microsoft.com/office/drawing/2014/main" id="{C5C56EDE-962B-4383-9980-F67B61381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204" y="2318733"/>
              <a:ext cx="8972" cy="1183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6" name="Rectangle 237">
              <a:extLst>
                <a:ext uri="{FF2B5EF4-FFF2-40B4-BE49-F238E27FC236}">
                  <a16:creationId xmlns:a16="http://schemas.microsoft.com/office/drawing/2014/main" id="{931057A4-AF3A-4B59-B1DC-5229FE441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119" y="2299008"/>
              <a:ext cx="8972" cy="120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7" name="Rectangle 238">
              <a:extLst>
                <a:ext uri="{FF2B5EF4-FFF2-40B4-BE49-F238E27FC236}">
                  <a16:creationId xmlns:a16="http://schemas.microsoft.com/office/drawing/2014/main" id="{484498DD-9E9E-4C39-BBEF-9C6158107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416" y="2261351"/>
              <a:ext cx="8972" cy="1183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8" name="Rectangle 239">
              <a:extLst>
                <a:ext uri="{FF2B5EF4-FFF2-40B4-BE49-F238E27FC236}">
                  <a16:creationId xmlns:a16="http://schemas.microsoft.com/office/drawing/2014/main" id="{3EE1F075-6820-42E6-8588-DD1DA14DF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057" y="2327699"/>
              <a:ext cx="8972" cy="120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9" name="Freeform 240">
              <a:extLst>
                <a:ext uri="{FF2B5EF4-FFF2-40B4-BE49-F238E27FC236}">
                  <a16:creationId xmlns:a16="http://schemas.microsoft.com/office/drawing/2014/main" id="{3FE7442F-74E1-4B37-A398-602D0E7F0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464" y="2523158"/>
              <a:ext cx="628009" cy="756730"/>
            </a:xfrm>
            <a:custGeom>
              <a:avLst/>
              <a:gdLst>
                <a:gd name="T0" fmla="*/ 2147483646 w 140"/>
                <a:gd name="T1" fmla="*/ 2147483646 h 158"/>
                <a:gd name="T2" fmla="*/ 2147483646 w 140"/>
                <a:gd name="T3" fmla="*/ 2147483646 h 158"/>
                <a:gd name="T4" fmla="*/ 2147483646 w 140"/>
                <a:gd name="T5" fmla="*/ 2147483646 h 158"/>
                <a:gd name="T6" fmla="*/ 2147483646 w 140"/>
                <a:gd name="T7" fmla="*/ 2147483646 h 158"/>
                <a:gd name="T8" fmla="*/ 2147483646 w 140"/>
                <a:gd name="T9" fmla="*/ 2147483646 h 158"/>
                <a:gd name="T10" fmla="*/ 2147483646 w 140"/>
                <a:gd name="T11" fmla="*/ 2147483646 h 158"/>
                <a:gd name="T12" fmla="*/ 2147483646 w 140"/>
                <a:gd name="T13" fmla="*/ 2147483646 h 158"/>
                <a:gd name="T14" fmla="*/ 2147483646 w 140"/>
                <a:gd name="T15" fmla="*/ 0 h 158"/>
                <a:gd name="T16" fmla="*/ 2147483646 w 140"/>
                <a:gd name="T17" fmla="*/ 2147483646 h 158"/>
                <a:gd name="T18" fmla="*/ 2147483646 w 140"/>
                <a:gd name="T19" fmla="*/ 2147483646 h 158"/>
                <a:gd name="T20" fmla="*/ 2147483646 w 140"/>
                <a:gd name="T21" fmla="*/ 2147483646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158">
                  <a:moveTo>
                    <a:pt x="60" y="3"/>
                  </a:moveTo>
                  <a:cubicBezTo>
                    <a:pt x="53" y="3"/>
                    <a:pt x="40" y="10"/>
                    <a:pt x="30" y="21"/>
                  </a:cubicBezTo>
                  <a:cubicBezTo>
                    <a:pt x="17" y="36"/>
                    <a:pt x="7" y="58"/>
                    <a:pt x="3" y="85"/>
                  </a:cubicBezTo>
                  <a:cubicBezTo>
                    <a:pt x="2" y="102"/>
                    <a:pt x="0" y="114"/>
                    <a:pt x="4" y="123"/>
                  </a:cubicBezTo>
                  <a:cubicBezTo>
                    <a:pt x="7" y="133"/>
                    <a:pt x="16" y="150"/>
                    <a:pt x="27" y="158"/>
                  </a:cubicBezTo>
                  <a:cubicBezTo>
                    <a:pt x="18" y="148"/>
                    <a:pt x="11" y="119"/>
                    <a:pt x="14" y="94"/>
                  </a:cubicBezTo>
                  <a:cubicBezTo>
                    <a:pt x="17" y="68"/>
                    <a:pt x="38" y="32"/>
                    <a:pt x="65" y="28"/>
                  </a:cubicBezTo>
                  <a:cubicBezTo>
                    <a:pt x="88" y="25"/>
                    <a:pt x="128" y="31"/>
                    <a:pt x="140" y="0"/>
                  </a:cubicBezTo>
                  <a:cubicBezTo>
                    <a:pt x="136" y="8"/>
                    <a:pt x="112" y="17"/>
                    <a:pt x="96" y="16"/>
                  </a:cubicBezTo>
                  <a:cubicBezTo>
                    <a:pt x="85" y="14"/>
                    <a:pt x="79" y="12"/>
                    <a:pt x="72" y="9"/>
                  </a:cubicBezTo>
                  <a:cubicBezTo>
                    <a:pt x="65" y="6"/>
                    <a:pt x="66" y="3"/>
                    <a:pt x="60" y="3"/>
                  </a:cubicBezTo>
                  <a:close/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241">
              <a:extLst>
                <a:ext uri="{FF2B5EF4-FFF2-40B4-BE49-F238E27FC236}">
                  <a16:creationId xmlns:a16="http://schemas.microsoft.com/office/drawing/2014/main" id="{4789F07F-7ECB-414E-9B7B-F45FA4AB5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895" y="2523158"/>
              <a:ext cx="748228" cy="889427"/>
            </a:xfrm>
            <a:custGeom>
              <a:avLst/>
              <a:gdLst>
                <a:gd name="T0" fmla="*/ 2147483646 w 167"/>
                <a:gd name="T1" fmla="*/ 2147483646 h 186"/>
                <a:gd name="T2" fmla="*/ 2147483646 w 167"/>
                <a:gd name="T3" fmla="*/ 2147483646 h 186"/>
                <a:gd name="T4" fmla="*/ 0 w 167"/>
                <a:gd name="T5" fmla="*/ 2147483646 h 186"/>
                <a:gd name="T6" fmla="*/ 2147483646 w 167"/>
                <a:gd name="T7" fmla="*/ 2147483646 h 186"/>
                <a:gd name="T8" fmla="*/ 2147483646 w 167"/>
                <a:gd name="T9" fmla="*/ 2147483646 h 186"/>
                <a:gd name="T10" fmla="*/ 2147483646 w 167"/>
                <a:gd name="T11" fmla="*/ 2147483646 h 186"/>
                <a:gd name="T12" fmla="*/ 2147483646 w 167"/>
                <a:gd name="T13" fmla="*/ 0 h 186"/>
                <a:gd name="T14" fmla="*/ 2147483646 w 167"/>
                <a:gd name="T15" fmla="*/ 2147483646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186">
                  <a:moveTo>
                    <a:pt x="150" y="53"/>
                  </a:moveTo>
                  <a:cubicBezTo>
                    <a:pt x="154" y="73"/>
                    <a:pt x="156" y="128"/>
                    <a:pt x="120" y="152"/>
                  </a:cubicBezTo>
                  <a:cubicBezTo>
                    <a:pt x="84" y="176"/>
                    <a:pt x="20" y="172"/>
                    <a:pt x="0" y="168"/>
                  </a:cubicBezTo>
                  <a:cubicBezTo>
                    <a:pt x="32" y="186"/>
                    <a:pt x="91" y="182"/>
                    <a:pt x="121" y="167"/>
                  </a:cubicBezTo>
                  <a:cubicBezTo>
                    <a:pt x="153" y="150"/>
                    <a:pt x="167" y="105"/>
                    <a:pt x="167" y="96"/>
                  </a:cubicBezTo>
                  <a:cubicBezTo>
                    <a:pt x="167" y="86"/>
                    <a:pt x="163" y="48"/>
                    <a:pt x="157" y="37"/>
                  </a:cubicBezTo>
                  <a:cubicBezTo>
                    <a:pt x="150" y="25"/>
                    <a:pt x="126" y="8"/>
                    <a:pt x="112" y="0"/>
                  </a:cubicBezTo>
                  <a:cubicBezTo>
                    <a:pt x="125" y="10"/>
                    <a:pt x="146" y="30"/>
                    <a:pt x="150" y="53"/>
                  </a:cubicBezTo>
                  <a:close/>
                </a:path>
              </a:pathLst>
            </a:custGeom>
            <a:solidFill>
              <a:srgbClr val="FFD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242">
              <a:extLst>
                <a:ext uri="{FF2B5EF4-FFF2-40B4-BE49-F238E27FC236}">
                  <a16:creationId xmlns:a16="http://schemas.microsoft.com/office/drawing/2014/main" id="{65909E68-7920-42FF-9809-28E3112C0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895" y="2700685"/>
              <a:ext cx="748228" cy="711900"/>
            </a:xfrm>
            <a:custGeom>
              <a:avLst/>
              <a:gdLst>
                <a:gd name="T0" fmla="*/ 0 w 167"/>
                <a:gd name="T1" fmla="*/ 2147483646 h 149"/>
                <a:gd name="T2" fmla="*/ 2147483646 w 167"/>
                <a:gd name="T3" fmla="*/ 2147483646 h 149"/>
                <a:gd name="T4" fmla="*/ 2147483646 w 167"/>
                <a:gd name="T5" fmla="*/ 2147483646 h 149"/>
                <a:gd name="T6" fmla="*/ 2147483646 w 167"/>
                <a:gd name="T7" fmla="*/ 0 h 149"/>
                <a:gd name="T8" fmla="*/ 2147483646 w 167"/>
                <a:gd name="T9" fmla="*/ 2147483646 h 149"/>
                <a:gd name="T10" fmla="*/ 2147483646 w 167"/>
                <a:gd name="T11" fmla="*/ 2147483646 h 149"/>
                <a:gd name="T12" fmla="*/ 0 w 167"/>
                <a:gd name="T13" fmla="*/ 214748364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49">
                  <a:moveTo>
                    <a:pt x="0" y="131"/>
                  </a:moveTo>
                  <a:cubicBezTo>
                    <a:pt x="32" y="149"/>
                    <a:pt x="91" y="145"/>
                    <a:pt x="121" y="130"/>
                  </a:cubicBezTo>
                  <a:cubicBezTo>
                    <a:pt x="153" y="113"/>
                    <a:pt x="167" y="68"/>
                    <a:pt x="167" y="59"/>
                  </a:cubicBezTo>
                  <a:cubicBezTo>
                    <a:pt x="167" y="49"/>
                    <a:pt x="163" y="11"/>
                    <a:pt x="157" y="0"/>
                  </a:cubicBezTo>
                  <a:cubicBezTo>
                    <a:pt x="161" y="25"/>
                    <a:pt x="167" y="48"/>
                    <a:pt x="162" y="66"/>
                  </a:cubicBezTo>
                  <a:cubicBezTo>
                    <a:pt x="157" y="83"/>
                    <a:pt x="139" y="118"/>
                    <a:pt x="104" y="132"/>
                  </a:cubicBezTo>
                  <a:cubicBezTo>
                    <a:pt x="68" y="145"/>
                    <a:pt x="10" y="136"/>
                    <a:pt x="0" y="131"/>
                  </a:cubicBezTo>
                  <a:close/>
                </a:path>
              </a:pathLst>
            </a:custGeom>
            <a:solidFill>
              <a:srgbClr val="F9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243">
              <a:extLst>
                <a:ext uri="{FF2B5EF4-FFF2-40B4-BE49-F238E27FC236}">
                  <a16:creationId xmlns:a16="http://schemas.microsoft.com/office/drawing/2014/main" id="{073D926B-E95C-489C-8F8B-2C63B9307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541" y="3260163"/>
              <a:ext cx="767966" cy="855356"/>
            </a:xfrm>
            <a:custGeom>
              <a:avLst/>
              <a:gdLst>
                <a:gd name="T0" fmla="*/ 0 w 171"/>
                <a:gd name="T1" fmla="*/ 2147483646 h 179"/>
                <a:gd name="T2" fmla="*/ 2147483646 w 171"/>
                <a:gd name="T3" fmla="*/ 2147483646 h 179"/>
                <a:gd name="T4" fmla="*/ 2147483646 w 171"/>
                <a:gd name="T5" fmla="*/ 2147483646 h 179"/>
                <a:gd name="T6" fmla="*/ 2147483646 w 171"/>
                <a:gd name="T7" fmla="*/ 0 h 179"/>
                <a:gd name="T8" fmla="*/ 2147483646 w 171"/>
                <a:gd name="T9" fmla="*/ 2147483646 h 179"/>
                <a:gd name="T10" fmla="*/ 2147483646 w 171"/>
                <a:gd name="T11" fmla="*/ 2147483646 h 179"/>
                <a:gd name="T12" fmla="*/ 0 w 171"/>
                <a:gd name="T13" fmla="*/ 2147483646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179">
                  <a:moveTo>
                    <a:pt x="0" y="161"/>
                  </a:moveTo>
                  <a:cubicBezTo>
                    <a:pt x="33" y="179"/>
                    <a:pt x="94" y="173"/>
                    <a:pt x="124" y="158"/>
                  </a:cubicBezTo>
                  <a:cubicBezTo>
                    <a:pt x="156" y="141"/>
                    <a:pt x="170" y="101"/>
                    <a:pt x="170" y="91"/>
                  </a:cubicBezTo>
                  <a:cubicBezTo>
                    <a:pt x="170" y="81"/>
                    <a:pt x="171" y="18"/>
                    <a:pt x="171" y="0"/>
                  </a:cubicBezTo>
                  <a:cubicBezTo>
                    <a:pt x="171" y="27"/>
                    <a:pt x="167" y="78"/>
                    <a:pt x="162" y="96"/>
                  </a:cubicBezTo>
                  <a:cubicBezTo>
                    <a:pt x="157" y="113"/>
                    <a:pt x="142" y="146"/>
                    <a:pt x="107" y="159"/>
                  </a:cubicBezTo>
                  <a:cubicBezTo>
                    <a:pt x="71" y="173"/>
                    <a:pt x="11" y="166"/>
                    <a:pt x="0" y="161"/>
                  </a:cubicBezTo>
                  <a:close/>
                </a:path>
              </a:pathLst>
            </a:custGeom>
            <a:solidFill>
              <a:srgbClr val="FFF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244">
              <a:extLst>
                <a:ext uri="{FF2B5EF4-FFF2-40B4-BE49-F238E27FC236}">
                  <a16:creationId xmlns:a16="http://schemas.microsoft.com/office/drawing/2014/main" id="{5D52B7DD-0133-4ED9-A927-6A90AB65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189" y="2571574"/>
              <a:ext cx="161488" cy="679623"/>
            </a:xfrm>
            <a:custGeom>
              <a:avLst/>
              <a:gdLst>
                <a:gd name="T0" fmla="*/ 0 w 36"/>
                <a:gd name="T1" fmla="*/ 2147483646 h 142"/>
                <a:gd name="T2" fmla="*/ 2147483646 w 36"/>
                <a:gd name="T3" fmla="*/ 2147483646 h 142"/>
                <a:gd name="T4" fmla="*/ 2147483646 w 36"/>
                <a:gd name="T5" fmla="*/ 0 h 142"/>
                <a:gd name="T6" fmla="*/ 2147483646 w 36"/>
                <a:gd name="T7" fmla="*/ 2147483646 h 142"/>
                <a:gd name="T8" fmla="*/ 0 w 36"/>
                <a:gd name="T9" fmla="*/ 2147483646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42">
                  <a:moveTo>
                    <a:pt x="0" y="142"/>
                  </a:moveTo>
                  <a:cubicBezTo>
                    <a:pt x="36" y="118"/>
                    <a:pt x="34" y="63"/>
                    <a:pt x="30" y="43"/>
                  </a:cubicBezTo>
                  <a:cubicBezTo>
                    <a:pt x="27" y="26"/>
                    <a:pt x="15" y="11"/>
                    <a:pt x="4" y="0"/>
                  </a:cubicBezTo>
                  <a:cubicBezTo>
                    <a:pt x="18" y="16"/>
                    <a:pt x="26" y="33"/>
                    <a:pt x="27" y="53"/>
                  </a:cubicBezTo>
                  <a:cubicBezTo>
                    <a:pt x="29" y="72"/>
                    <a:pt x="25" y="120"/>
                    <a:pt x="0" y="142"/>
                  </a:cubicBezTo>
                  <a:close/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245">
              <a:extLst>
                <a:ext uri="{FF2B5EF4-FFF2-40B4-BE49-F238E27FC236}">
                  <a16:creationId xmlns:a16="http://schemas.microsoft.com/office/drawing/2014/main" id="{4A10F725-08D5-4A1D-B570-FB0E1510C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773" y="3088016"/>
              <a:ext cx="529322" cy="407056"/>
            </a:xfrm>
            <a:custGeom>
              <a:avLst/>
              <a:gdLst>
                <a:gd name="T0" fmla="*/ 0 w 118"/>
                <a:gd name="T1" fmla="*/ 2147483646 h 85"/>
                <a:gd name="T2" fmla="*/ 2147483646 w 118"/>
                <a:gd name="T3" fmla="*/ 2147483646 h 85"/>
                <a:gd name="T4" fmla="*/ 2147483646 w 118"/>
                <a:gd name="T5" fmla="*/ 2147483646 h 85"/>
                <a:gd name="T6" fmla="*/ 2147483646 w 118"/>
                <a:gd name="T7" fmla="*/ 0 h 85"/>
                <a:gd name="T8" fmla="*/ 2147483646 w 118"/>
                <a:gd name="T9" fmla="*/ 2147483646 h 85"/>
                <a:gd name="T10" fmla="*/ 2147483646 w 118"/>
                <a:gd name="T11" fmla="*/ 2147483646 h 85"/>
                <a:gd name="T12" fmla="*/ 0 w 118"/>
                <a:gd name="T13" fmla="*/ 2147483646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85">
                  <a:moveTo>
                    <a:pt x="0" y="84"/>
                  </a:moveTo>
                  <a:cubicBezTo>
                    <a:pt x="19" y="85"/>
                    <a:pt x="67" y="80"/>
                    <a:pt x="88" y="62"/>
                  </a:cubicBezTo>
                  <a:cubicBezTo>
                    <a:pt x="109" y="44"/>
                    <a:pt x="115" y="23"/>
                    <a:pt x="117" y="15"/>
                  </a:cubicBezTo>
                  <a:cubicBezTo>
                    <a:pt x="118" y="11"/>
                    <a:pt x="118" y="0"/>
                    <a:pt x="118" y="0"/>
                  </a:cubicBezTo>
                  <a:cubicBezTo>
                    <a:pt x="116" y="10"/>
                    <a:pt x="109" y="36"/>
                    <a:pt x="84" y="51"/>
                  </a:cubicBezTo>
                  <a:cubicBezTo>
                    <a:pt x="90" y="49"/>
                    <a:pt x="83" y="60"/>
                    <a:pt x="75" y="65"/>
                  </a:cubicBezTo>
                  <a:cubicBezTo>
                    <a:pt x="67" y="70"/>
                    <a:pt x="36" y="85"/>
                    <a:pt x="0" y="84"/>
                  </a:cubicBezTo>
                  <a:close/>
                </a:path>
              </a:pathLst>
            </a:custGeom>
            <a:solidFill>
              <a:srgbClr val="F9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246">
              <a:extLst>
                <a:ext uri="{FF2B5EF4-FFF2-40B4-BE49-F238E27FC236}">
                  <a16:creationId xmlns:a16="http://schemas.microsoft.com/office/drawing/2014/main" id="{E697EDD1-0B90-46CE-BD9B-8990ECC3B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492" y="3340857"/>
              <a:ext cx="645952" cy="426782"/>
            </a:xfrm>
            <a:custGeom>
              <a:avLst/>
              <a:gdLst>
                <a:gd name="T0" fmla="*/ 2147483646 w 144"/>
                <a:gd name="T1" fmla="*/ 2147483646 h 89"/>
                <a:gd name="T2" fmla="*/ 2147483646 w 144"/>
                <a:gd name="T3" fmla="*/ 2147483646 h 89"/>
                <a:gd name="T4" fmla="*/ 2147483646 w 144"/>
                <a:gd name="T5" fmla="*/ 2147483646 h 89"/>
                <a:gd name="T6" fmla="*/ 2147483646 w 144"/>
                <a:gd name="T7" fmla="*/ 2147483646 h 89"/>
                <a:gd name="T8" fmla="*/ 2147483646 w 144"/>
                <a:gd name="T9" fmla="*/ 2147483646 h 89"/>
                <a:gd name="T10" fmla="*/ 2147483646 w 144"/>
                <a:gd name="T11" fmla="*/ 2147483646 h 89"/>
                <a:gd name="T12" fmla="*/ 2147483646 w 144"/>
                <a:gd name="T13" fmla="*/ 2147483646 h 89"/>
                <a:gd name="T14" fmla="*/ 2147483646 w 144"/>
                <a:gd name="T15" fmla="*/ 2147483646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89">
                  <a:moveTo>
                    <a:pt x="57" y="46"/>
                  </a:moveTo>
                  <a:cubicBezTo>
                    <a:pt x="84" y="48"/>
                    <a:pt x="106" y="48"/>
                    <a:pt x="144" y="38"/>
                  </a:cubicBezTo>
                  <a:cubicBezTo>
                    <a:pt x="134" y="41"/>
                    <a:pt x="103" y="43"/>
                    <a:pt x="72" y="41"/>
                  </a:cubicBezTo>
                  <a:cubicBezTo>
                    <a:pt x="41" y="40"/>
                    <a:pt x="14" y="25"/>
                    <a:pt x="3" y="4"/>
                  </a:cubicBezTo>
                  <a:cubicBezTo>
                    <a:pt x="0" y="0"/>
                    <a:pt x="2" y="12"/>
                    <a:pt x="2" y="28"/>
                  </a:cubicBezTo>
                  <a:cubicBezTo>
                    <a:pt x="2" y="43"/>
                    <a:pt x="2" y="74"/>
                    <a:pt x="2" y="81"/>
                  </a:cubicBezTo>
                  <a:cubicBezTo>
                    <a:pt x="2" y="89"/>
                    <a:pt x="6" y="43"/>
                    <a:pt x="15" y="38"/>
                  </a:cubicBezTo>
                  <a:cubicBezTo>
                    <a:pt x="19" y="36"/>
                    <a:pt x="32" y="42"/>
                    <a:pt x="57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247">
              <a:extLst>
                <a:ext uri="{FF2B5EF4-FFF2-40B4-BE49-F238E27FC236}">
                  <a16:creationId xmlns:a16="http://schemas.microsoft.com/office/drawing/2014/main" id="{D0B4A929-B432-4A61-9ED7-14ADB521F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492" y="3939786"/>
              <a:ext cx="645952" cy="424988"/>
            </a:xfrm>
            <a:custGeom>
              <a:avLst/>
              <a:gdLst>
                <a:gd name="T0" fmla="*/ 2147483646 w 144"/>
                <a:gd name="T1" fmla="*/ 2147483646 h 89"/>
                <a:gd name="T2" fmla="*/ 2147483646 w 144"/>
                <a:gd name="T3" fmla="*/ 2147483646 h 89"/>
                <a:gd name="T4" fmla="*/ 2147483646 w 144"/>
                <a:gd name="T5" fmla="*/ 2147483646 h 89"/>
                <a:gd name="T6" fmla="*/ 2147483646 w 144"/>
                <a:gd name="T7" fmla="*/ 2147483646 h 89"/>
                <a:gd name="T8" fmla="*/ 2147483646 w 144"/>
                <a:gd name="T9" fmla="*/ 2147483646 h 89"/>
                <a:gd name="T10" fmla="*/ 2147483646 w 144"/>
                <a:gd name="T11" fmla="*/ 2147483646 h 89"/>
                <a:gd name="T12" fmla="*/ 2147483646 w 144"/>
                <a:gd name="T13" fmla="*/ 2147483646 h 89"/>
                <a:gd name="T14" fmla="*/ 2147483646 w 144"/>
                <a:gd name="T15" fmla="*/ 2147483646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89">
                  <a:moveTo>
                    <a:pt x="57" y="46"/>
                  </a:moveTo>
                  <a:cubicBezTo>
                    <a:pt x="84" y="48"/>
                    <a:pt x="106" y="48"/>
                    <a:pt x="144" y="38"/>
                  </a:cubicBezTo>
                  <a:cubicBezTo>
                    <a:pt x="134" y="41"/>
                    <a:pt x="103" y="43"/>
                    <a:pt x="72" y="41"/>
                  </a:cubicBezTo>
                  <a:cubicBezTo>
                    <a:pt x="41" y="40"/>
                    <a:pt x="14" y="25"/>
                    <a:pt x="3" y="4"/>
                  </a:cubicBezTo>
                  <a:cubicBezTo>
                    <a:pt x="0" y="0"/>
                    <a:pt x="2" y="12"/>
                    <a:pt x="2" y="28"/>
                  </a:cubicBezTo>
                  <a:cubicBezTo>
                    <a:pt x="2" y="43"/>
                    <a:pt x="2" y="74"/>
                    <a:pt x="2" y="81"/>
                  </a:cubicBezTo>
                  <a:cubicBezTo>
                    <a:pt x="2" y="89"/>
                    <a:pt x="6" y="43"/>
                    <a:pt x="15" y="38"/>
                  </a:cubicBezTo>
                  <a:cubicBezTo>
                    <a:pt x="19" y="36"/>
                    <a:pt x="32" y="42"/>
                    <a:pt x="57" y="46"/>
                  </a:cubicBezTo>
                  <a:close/>
                </a:path>
              </a:pathLst>
            </a:custGeom>
            <a:solidFill>
              <a:srgbClr val="FFF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248">
              <a:extLst>
                <a:ext uri="{FF2B5EF4-FFF2-40B4-BE49-F238E27FC236}">
                  <a16:creationId xmlns:a16="http://schemas.microsoft.com/office/drawing/2014/main" id="{D4EF195A-0CD4-4B98-B233-4C5EB6DDC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322" y="4345049"/>
              <a:ext cx="909716" cy="1086679"/>
            </a:xfrm>
            <a:custGeom>
              <a:avLst/>
              <a:gdLst>
                <a:gd name="T0" fmla="*/ 2147483646 w 203"/>
                <a:gd name="T1" fmla="*/ 2147483646 h 227"/>
                <a:gd name="T2" fmla="*/ 2147483646 w 203"/>
                <a:gd name="T3" fmla="*/ 2147483646 h 227"/>
                <a:gd name="T4" fmla="*/ 2147483646 w 203"/>
                <a:gd name="T5" fmla="*/ 2147483646 h 227"/>
                <a:gd name="T6" fmla="*/ 2147483646 w 203"/>
                <a:gd name="T7" fmla="*/ 2147483646 h 227"/>
                <a:gd name="T8" fmla="*/ 2147483646 w 203"/>
                <a:gd name="T9" fmla="*/ 2147483646 h 227"/>
                <a:gd name="T10" fmla="*/ 2147483646 w 203"/>
                <a:gd name="T11" fmla="*/ 2147483646 h 227"/>
                <a:gd name="T12" fmla="*/ 2147483646 w 203"/>
                <a:gd name="T13" fmla="*/ 2147483646 h 227"/>
                <a:gd name="T14" fmla="*/ 2147483646 w 203"/>
                <a:gd name="T15" fmla="*/ 2147483646 h 227"/>
                <a:gd name="T16" fmla="*/ 2147483646 w 203"/>
                <a:gd name="T17" fmla="*/ 2147483646 h 227"/>
                <a:gd name="T18" fmla="*/ 2147483646 w 203"/>
                <a:gd name="T19" fmla="*/ 2147483646 h 227"/>
                <a:gd name="T20" fmla="*/ 2147483646 w 203"/>
                <a:gd name="T21" fmla="*/ 2147483646 h 227"/>
                <a:gd name="T22" fmla="*/ 2147483646 w 203"/>
                <a:gd name="T23" fmla="*/ 0 h 227"/>
                <a:gd name="T24" fmla="*/ 2147483646 w 203"/>
                <a:gd name="T25" fmla="*/ 2147483646 h 227"/>
                <a:gd name="T26" fmla="*/ 2147483646 w 203"/>
                <a:gd name="T27" fmla="*/ 2147483646 h 227"/>
                <a:gd name="T28" fmla="*/ 0 w 203"/>
                <a:gd name="T29" fmla="*/ 2147483646 h 227"/>
                <a:gd name="T30" fmla="*/ 2147483646 w 203"/>
                <a:gd name="T31" fmla="*/ 2147483646 h 227"/>
                <a:gd name="T32" fmla="*/ 2147483646 w 203"/>
                <a:gd name="T33" fmla="*/ 2147483646 h 227"/>
                <a:gd name="T34" fmla="*/ 2147483646 w 203"/>
                <a:gd name="T35" fmla="*/ 2147483646 h 227"/>
                <a:gd name="T36" fmla="*/ 2147483646 w 203"/>
                <a:gd name="T37" fmla="*/ 2147483646 h 227"/>
                <a:gd name="T38" fmla="*/ 2147483646 w 203"/>
                <a:gd name="T39" fmla="*/ 2147483646 h 227"/>
                <a:gd name="T40" fmla="*/ 2147483646 w 203"/>
                <a:gd name="T41" fmla="*/ 2147483646 h 227"/>
                <a:gd name="T42" fmla="*/ 2147483646 w 203"/>
                <a:gd name="T43" fmla="*/ 2147483646 h 227"/>
                <a:gd name="T44" fmla="*/ 0 w 203"/>
                <a:gd name="T45" fmla="*/ 2147483646 h 227"/>
                <a:gd name="T46" fmla="*/ 2147483646 w 203"/>
                <a:gd name="T47" fmla="*/ 2147483646 h 227"/>
                <a:gd name="T48" fmla="*/ 2147483646 w 203"/>
                <a:gd name="T49" fmla="*/ 2147483646 h 227"/>
                <a:gd name="T50" fmla="*/ 2147483646 w 203"/>
                <a:gd name="T51" fmla="*/ 2147483646 h 227"/>
                <a:gd name="T52" fmla="*/ 2147483646 w 203"/>
                <a:gd name="T53" fmla="*/ 2147483646 h 227"/>
                <a:gd name="T54" fmla="*/ 2147483646 w 203"/>
                <a:gd name="T55" fmla="*/ 2147483646 h 227"/>
                <a:gd name="T56" fmla="*/ 2147483646 w 203"/>
                <a:gd name="T57" fmla="*/ 2147483646 h 227"/>
                <a:gd name="T58" fmla="*/ 2147483646 w 203"/>
                <a:gd name="T59" fmla="*/ 2147483646 h 227"/>
                <a:gd name="T60" fmla="*/ 0 w 203"/>
                <a:gd name="T61" fmla="*/ 2147483646 h 227"/>
                <a:gd name="T62" fmla="*/ 2147483646 w 203"/>
                <a:gd name="T63" fmla="*/ 2147483646 h 227"/>
                <a:gd name="T64" fmla="*/ 2147483646 w 203"/>
                <a:gd name="T65" fmla="*/ 2147483646 h 227"/>
                <a:gd name="T66" fmla="*/ 2147483646 w 203"/>
                <a:gd name="T67" fmla="*/ 2147483646 h 227"/>
                <a:gd name="T68" fmla="*/ 2147483646 w 203"/>
                <a:gd name="T69" fmla="*/ 2147483646 h 227"/>
                <a:gd name="T70" fmla="*/ 2147483646 w 203"/>
                <a:gd name="T71" fmla="*/ 2147483646 h 227"/>
                <a:gd name="T72" fmla="*/ 2147483646 w 203"/>
                <a:gd name="T73" fmla="*/ 2147483646 h 227"/>
                <a:gd name="T74" fmla="*/ 0 w 203"/>
                <a:gd name="T75" fmla="*/ 2147483646 h 227"/>
                <a:gd name="T76" fmla="*/ 0 w 203"/>
                <a:gd name="T77" fmla="*/ 2147483646 h 227"/>
                <a:gd name="T78" fmla="*/ 2147483646 w 203"/>
                <a:gd name="T79" fmla="*/ 2147483646 h 227"/>
                <a:gd name="T80" fmla="*/ 2147483646 w 203"/>
                <a:gd name="T81" fmla="*/ 2147483646 h 227"/>
                <a:gd name="T82" fmla="*/ 2147483646 w 203"/>
                <a:gd name="T83" fmla="*/ 2147483646 h 227"/>
                <a:gd name="T84" fmla="*/ 2147483646 w 203"/>
                <a:gd name="T85" fmla="*/ 2147483646 h 227"/>
                <a:gd name="T86" fmla="*/ 2147483646 w 203"/>
                <a:gd name="T87" fmla="*/ 2147483646 h 227"/>
                <a:gd name="T88" fmla="*/ 2147483646 w 203"/>
                <a:gd name="T89" fmla="*/ 2147483646 h 227"/>
                <a:gd name="T90" fmla="*/ 2147483646 w 203"/>
                <a:gd name="T91" fmla="*/ 2147483646 h 227"/>
                <a:gd name="T92" fmla="*/ 0 w 203"/>
                <a:gd name="T93" fmla="*/ 2147483646 h 227"/>
                <a:gd name="T94" fmla="*/ 2147483646 w 203"/>
                <a:gd name="T95" fmla="*/ 2147483646 h 227"/>
                <a:gd name="T96" fmla="*/ 2147483646 w 203"/>
                <a:gd name="T97" fmla="*/ 2147483646 h 227"/>
                <a:gd name="T98" fmla="*/ 2147483646 w 203"/>
                <a:gd name="T99" fmla="*/ 2147483646 h 227"/>
                <a:gd name="T100" fmla="*/ 2147483646 w 203"/>
                <a:gd name="T101" fmla="*/ 2147483646 h 227"/>
                <a:gd name="T102" fmla="*/ 2147483646 w 203"/>
                <a:gd name="T103" fmla="*/ 2147483646 h 227"/>
                <a:gd name="T104" fmla="*/ 2147483646 w 203"/>
                <a:gd name="T105" fmla="*/ 2147483646 h 227"/>
                <a:gd name="T106" fmla="*/ 2147483646 w 203"/>
                <a:gd name="T107" fmla="*/ 2147483646 h 227"/>
                <a:gd name="T108" fmla="*/ 2147483646 w 203"/>
                <a:gd name="T109" fmla="*/ 2147483646 h 227"/>
                <a:gd name="T110" fmla="*/ 2147483646 w 203"/>
                <a:gd name="T111" fmla="*/ 2147483646 h 227"/>
                <a:gd name="T112" fmla="*/ 2147483646 w 203"/>
                <a:gd name="T113" fmla="*/ 2147483646 h 2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3" h="227">
                  <a:moveTo>
                    <a:pt x="202" y="87"/>
                  </a:moveTo>
                  <a:cubicBezTo>
                    <a:pt x="202" y="83"/>
                    <a:pt x="202" y="79"/>
                    <a:pt x="202" y="75"/>
                  </a:cubicBezTo>
                  <a:cubicBezTo>
                    <a:pt x="200" y="79"/>
                    <a:pt x="200" y="79"/>
                    <a:pt x="200" y="79"/>
                  </a:cubicBezTo>
                  <a:cubicBezTo>
                    <a:pt x="201" y="72"/>
                    <a:pt x="201" y="60"/>
                    <a:pt x="202" y="56"/>
                  </a:cubicBezTo>
                  <a:cubicBezTo>
                    <a:pt x="200" y="59"/>
                    <a:pt x="200" y="59"/>
                    <a:pt x="200" y="59"/>
                  </a:cubicBezTo>
                  <a:cubicBezTo>
                    <a:pt x="200" y="58"/>
                    <a:pt x="200" y="57"/>
                    <a:pt x="200" y="56"/>
                  </a:cubicBezTo>
                  <a:cubicBezTo>
                    <a:pt x="201" y="54"/>
                    <a:pt x="201" y="53"/>
                    <a:pt x="202" y="51"/>
                  </a:cubicBezTo>
                  <a:cubicBezTo>
                    <a:pt x="203" y="47"/>
                    <a:pt x="202" y="42"/>
                    <a:pt x="202" y="36"/>
                  </a:cubicBezTo>
                  <a:cubicBezTo>
                    <a:pt x="203" y="29"/>
                    <a:pt x="202" y="20"/>
                    <a:pt x="202" y="13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200" y="15"/>
                    <a:pt x="201" y="9"/>
                    <a:pt x="202" y="3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192" y="53"/>
                    <a:pt x="153" y="76"/>
                    <a:pt x="85" y="76"/>
                  </a:cubicBezTo>
                  <a:cubicBezTo>
                    <a:pt x="50" y="76"/>
                    <a:pt x="18" y="68"/>
                    <a:pt x="1" y="48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8" y="72"/>
                    <a:pt x="47" y="84"/>
                    <a:pt x="85" y="84"/>
                  </a:cubicBezTo>
                  <a:cubicBezTo>
                    <a:pt x="147" y="84"/>
                    <a:pt x="181" y="66"/>
                    <a:pt x="196" y="25"/>
                  </a:cubicBezTo>
                  <a:cubicBezTo>
                    <a:pt x="196" y="28"/>
                    <a:pt x="196" y="30"/>
                    <a:pt x="196" y="33"/>
                  </a:cubicBezTo>
                  <a:cubicBezTo>
                    <a:pt x="196" y="35"/>
                    <a:pt x="196" y="38"/>
                    <a:pt x="196" y="41"/>
                  </a:cubicBezTo>
                  <a:cubicBezTo>
                    <a:pt x="196" y="44"/>
                    <a:pt x="195" y="46"/>
                    <a:pt x="194" y="49"/>
                  </a:cubicBezTo>
                  <a:cubicBezTo>
                    <a:pt x="181" y="92"/>
                    <a:pt x="147" y="111"/>
                    <a:pt x="85" y="111"/>
                  </a:cubicBezTo>
                  <a:cubicBezTo>
                    <a:pt x="50" y="111"/>
                    <a:pt x="19" y="104"/>
                    <a:pt x="2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8" y="108"/>
                    <a:pt x="48" y="119"/>
                    <a:pt x="85" y="119"/>
                  </a:cubicBezTo>
                  <a:cubicBezTo>
                    <a:pt x="142" y="119"/>
                    <a:pt x="178" y="102"/>
                    <a:pt x="196" y="67"/>
                  </a:cubicBezTo>
                  <a:cubicBezTo>
                    <a:pt x="196" y="69"/>
                    <a:pt x="196" y="73"/>
                    <a:pt x="196" y="75"/>
                  </a:cubicBezTo>
                  <a:cubicBezTo>
                    <a:pt x="196" y="75"/>
                    <a:pt x="196" y="75"/>
                    <a:pt x="196" y="75"/>
                  </a:cubicBezTo>
                  <a:cubicBezTo>
                    <a:pt x="196" y="77"/>
                    <a:pt x="195" y="79"/>
                    <a:pt x="195" y="81"/>
                  </a:cubicBezTo>
                  <a:cubicBezTo>
                    <a:pt x="183" y="126"/>
                    <a:pt x="148" y="147"/>
                    <a:pt x="86" y="147"/>
                  </a:cubicBezTo>
                  <a:cubicBezTo>
                    <a:pt x="51" y="147"/>
                    <a:pt x="19" y="139"/>
                    <a:pt x="2" y="11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8" y="143"/>
                    <a:pt x="49" y="155"/>
                    <a:pt x="86" y="155"/>
                  </a:cubicBezTo>
                  <a:cubicBezTo>
                    <a:pt x="147" y="155"/>
                    <a:pt x="182" y="136"/>
                    <a:pt x="197" y="94"/>
                  </a:cubicBezTo>
                  <a:cubicBezTo>
                    <a:pt x="197" y="95"/>
                    <a:pt x="197" y="97"/>
                    <a:pt x="197" y="98"/>
                  </a:cubicBezTo>
                  <a:cubicBezTo>
                    <a:pt x="197" y="100"/>
                    <a:pt x="197" y="101"/>
                    <a:pt x="197" y="102"/>
                  </a:cubicBezTo>
                  <a:cubicBezTo>
                    <a:pt x="197" y="106"/>
                    <a:pt x="196" y="111"/>
                    <a:pt x="195" y="114"/>
                  </a:cubicBezTo>
                  <a:cubicBezTo>
                    <a:pt x="184" y="160"/>
                    <a:pt x="148" y="183"/>
                    <a:pt x="86" y="183"/>
                  </a:cubicBezTo>
                  <a:cubicBezTo>
                    <a:pt x="52" y="183"/>
                    <a:pt x="17" y="174"/>
                    <a:pt x="0" y="154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9" y="178"/>
                    <a:pt x="50" y="191"/>
                    <a:pt x="86" y="191"/>
                  </a:cubicBezTo>
                  <a:cubicBezTo>
                    <a:pt x="147" y="191"/>
                    <a:pt x="183" y="170"/>
                    <a:pt x="198" y="128"/>
                  </a:cubicBezTo>
                  <a:cubicBezTo>
                    <a:pt x="198" y="128"/>
                    <a:pt x="198" y="129"/>
                    <a:pt x="198" y="129"/>
                  </a:cubicBezTo>
                  <a:cubicBezTo>
                    <a:pt x="198" y="131"/>
                    <a:pt x="198" y="133"/>
                    <a:pt x="198" y="134"/>
                  </a:cubicBezTo>
                  <a:cubicBezTo>
                    <a:pt x="197" y="138"/>
                    <a:pt x="197" y="143"/>
                    <a:pt x="196" y="147"/>
                  </a:cubicBezTo>
                  <a:cubicBezTo>
                    <a:pt x="185" y="195"/>
                    <a:pt x="149" y="219"/>
                    <a:pt x="86" y="219"/>
                  </a:cubicBezTo>
                  <a:cubicBezTo>
                    <a:pt x="53" y="219"/>
                    <a:pt x="19" y="210"/>
                    <a:pt x="2" y="189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19" y="213"/>
                    <a:pt x="51" y="227"/>
                    <a:pt x="86" y="227"/>
                  </a:cubicBezTo>
                  <a:cubicBezTo>
                    <a:pt x="154" y="227"/>
                    <a:pt x="189" y="202"/>
                    <a:pt x="201" y="149"/>
                  </a:cubicBezTo>
                  <a:cubicBezTo>
                    <a:pt x="202" y="143"/>
                    <a:pt x="202" y="135"/>
                    <a:pt x="202" y="129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201" y="128"/>
                    <a:pt x="201" y="128"/>
                    <a:pt x="201" y="127"/>
                  </a:cubicBezTo>
                  <a:cubicBezTo>
                    <a:pt x="201" y="123"/>
                    <a:pt x="201" y="119"/>
                    <a:pt x="201" y="115"/>
                  </a:cubicBezTo>
                  <a:cubicBezTo>
                    <a:pt x="202" y="112"/>
                    <a:pt x="202" y="110"/>
                    <a:pt x="202" y="107"/>
                  </a:cubicBezTo>
                  <a:cubicBezTo>
                    <a:pt x="202" y="106"/>
                    <a:pt x="202" y="105"/>
                    <a:pt x="202" y="105"/>
                  </a:cubicBezTo>
                  <a:cubicBezTo>
                    <a:pt x="203" y="102"/>
                    <a:pt x="202" y="100"/>
                    <a:pt x="202" y="98"/>
                  </a:cubicBezTo>
                  <a:cubicBezTo>
                    <a:pt x="202" y="94"/>
                    <a:pt x="202" y="91"/>
                    <a:pt x="202" y="87"/>
                  </a:cubicBezTo>
                  <a:close/>
                </a:path>
              </a:pathLst>
            </a:custGeom>
            <a:solidFill>
              <a:srgbClr val="FFD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249">
              <a:extLst>
                <a:ext uri="{FF2B5EF4-FFF2-40B4-BE49-F238E27FC236}">
                  <a16:creationId xmlns:a16="http://schemas.microsoft.com/office/drawing/2014/main" id="{514FFD7B-7128-402F-A223-1EC5FDCB2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009" y="5125091"/>
              <a:ext cx="798469" cy="478784"/>
            </a:xfrm>
            <a:custGeom>
              <a:avLst/>
              <a:gdLst>
                <a:gd name="T0" fmla="*/ 0 w 178"/>
                <a:gd name="T1" fmla="*/ 2147483646 h 100"/>
                <a:gd name="T2" fmla="*/ 2147483646 w 178"/>
                <a:gd name="T3" fmla="*/ 2147483646 h 100"/>
                <a:gd name="T4" fmla="*/ 2147483646 w 178"/>
                <a:gd name="T5" fmla="*/ 2147483646 h 100"/>
                <a:gd name="T6" fmla="*/ 2147483646 w 178"/>
                <a:gd name="T7" fmla="*/ 0 h 100"/>
                <a:gd name="T8" fmla="*/ 2147483646 w 178"/>
                <a:gd name="T9" fmla="*/ 2147483646 h 100"/>
                <a:gd name="T10" fmla="*/ 0 w 178"/>
                <a:gd name="T11" fmla="*/ 2147483646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100">
                  <a:moveTo>
                    <a:pt x="0" y="76"/>
                  </a:moveTo>
                  <a:cubicBezTo>
                    <a:pt x="20" y="89"/>
                    <a:pt x="38" y="100"/>
                    <a:pt x="80" y="96"/>
                  </a:cubicBezTo>
                  <a:cubicBezTo>
                    <a:pt x="122" y="92"/>
                    <a:pt x="156" y="79"/>
                    <a:pt x="174" y="29"/>
                  </a:cubicBezTo>
                  <a:cubicBezTo>
                    <a:pt x="178" y="17"/>
                    <a:pt x="177" y="0"/>
                    <a:pt x="177" y="0"/>
                  </a:cubicBezTo>
                  <a:cubicBezTo>
                    <a:pt x="174" y="18"/>
                    <a:pt x="173" y="46"/>
                    <a:pt x="135" y="70"/>
                  </a:cubicBezTo>
                  <a:cubicBezTo>
                    <a:pt x="97" y="95"/>
                    <a:pt x="40" y="96"/>
                    <a:pt x="0" y="76"/>
                  </a:cubicBezTo>
                  <a:close/>
                </a:path>
              </a:pathLst>
            </a:custGeom>
            <a:solidFill>
              <a:srgbClr val="FFD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250">
              <a:extLst>
                <a:ext uri="{FF2B5EF4-FFF2-40B4-BE49-F238E27FC236}">
                  <a16:creationId xmlns:a16="http://schemas.microsoft.com/office/drawing/2014/main" id="{27A3767E-A65F-4628-8CDE-604C3F9D1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355" y="3857298"/>
              <a:ext cx="583151" cy="866116"/>
            </a:xfrm>
            <a:custGeom>
              <a:avLst/>
              <a:gdLst>
                <a:gd name="T0" fmla="*/ 2147483646 w 130"/>
                <a:gd name="T1" fmla="*/ 2147483646 h 181"/>
                <a:gd name="T2" fmla="*/ 0 w 130"/>
                <a:gd name="T3" fmla="*/ 2147483646 h 181"/>
                <a:gd name="T4" fmla="*/ 2147483646 w 130"/>
                <a:gd name="T5" fmla="*/ 2147483646 h 181"/>
                <a:gd name="T6" fmla="*/ 2147483646 w 130"/>
                <a:gd name="T7" fmla="*/ 2147483646 h 181"/>
                <a:gd name="T8" fmla="*/ 2147483646 w 130"/>
                <a:gd name="T9" fmla="*/ 2147483646 h 181"/>
                <a:gd name="T10" fmla="*/ 2147483646 w 130"/>
                <a:gd name="T11" fmla="*/ 0 h 181"/>
                <a:gd name="T12" fmla="*/ 2147483646 w 130"/>
                <a:gd name="T13" fmla="*/ 2147483646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181">
                  <a:moveTo>
                    <a:pt x="121" y="101"/>
                  </a:moveTo>
                  <a:cubicBezTo>
                    <a:pt x="104" y="168"/>
                    <a:pt x="30" y="179"/>
                    <a:pt x="0" y="178"/>
                  </a:cubicBezTo>
                  <a:cubicBezTo>
                    <a:pt x="9" y="181"/>
                    <a:pt x="9" y="181"/>
                    <a:pt x="9" y="181"/>
                  </a:cubicBezTo>
                  <a:cubicBezTo>
                    <a:pt x="9" y="181"/>
                    <a:pt x="80" y="177"/>
                    <a:pt x="100" y="163"/>
                  </a:cubicBezTo>
                  <a:cubicBezTo>
                    <a:pt x="119" y="149"/>
                    <a:pt x="130" y="115"/>
                    <a:pt x="130" y="104"/>
                  </a:cubicBezTo>
                  <a:cubicBezTo>
                    <a:pt x="130" y="93"/>
                    <a:pt x="130" y="0"/>
                    <a:pt x="130" y="0"/>
                  </a:cubicBezTo>
                  <a:cubicBezTo>
                    <a:pt x="129" y="12"/>
                    <a:pt x="128" y="71"/>
                    <a:pt x="121" y="101"/>
                  </a:cubicBezTo>
                  <a:close/>
                </a:path>
              </a:pathLst>
            </a:custGeom>
            <a:solidFill>
              <a:srgbClr val="FFD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251">
              <a:extLst>
                <a:ext uri="{FF2B5EF4-FFF2-40B4-BE49-F238E27FC236}">
                  <a16:creationId xmlns:a16="http://schemas.microsoft.com/office/drawing/2014/main" id="{EEEB69A2-0EBA-4158-B7B8-DF114D9A0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696" y="1978025"/>
              <a:ext cx="448578" cy="383745"/>
            </a:xfrm>
            <a:custGeom>
              <a:avLst/>
              <a:gdLst>
                <a:gd name="T0" fmla="*/ 2147483646 w 100"/>
                <a:gd name="T1" fmla="*/ 2147483646 h 80"/>
                <a:gd name="T2" fmla="*/ 2147483646 w 100"/>
                <a:gd name="T3" fmla="*/ 2147483646 h 80"/>
                <a:gd name="T4" fmla="*/ 2147483646 w 100"/>
                <a:gd name="T5" fmla="*/ 2147483646 h 80"/>
                <a:gd name="T6" fmla="*/ 2147483646 w 100"/>
                <a:gd name="T7" fmla="*/ 2147483646 h 80"/>
                <a:gd name="T8" fmla="*/ 2147483646 w 100"/>
                <a:gd name="T9" fmla="*/ 2147483646 h 80"/>
                <a:gd name="T10" fmla="*/ 2147483646 w 100"/>
                <a:gd name="T11" fmla="*/ 0 h 80"/>
                <a:gd name="T12" fmla="*/ 2147483646 w 100"/>
                <a:gd name="T13" fmla="*/ 214748364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80">
                  <a:moveTo>
                    <a:pt x="2" y="36"/>
                  </a:moveTo>
                  <a:cubicBezTo>
                    <a:pt x="0" y="46"/>
                    <a:pt x="3" y="57"/>
                    <a:pt x="8" y="64"/>
                  </a:cubicBezTo>
                  <a:cubicBezTo>
                    <a:pt x="17" y="74"/>
                    <a:pt x="31" y="80"/>
                    <a:pt x="46" y="80"/>
                  </a:cubicBezTo>
                  <a:cubicBezTo>
                    <a:pt x="72" y="80"/>
                    <a:pt x="93" y="65"/>
                    <a:pt x="98" y="43"/>
                  </a:cubicBezTo>
                  <a:cubicBezTo>
                    <a:pt x="100" y="34"/>
                    <a:pt x="97" y="24"/>
                    <a:pt x="91" y="17"/>
                  </a:cubicBezTo>
                  <a:cubicBezTo>
                    <a:pt x="83" y="6"/>
                    <a:pt x="69" y="0"/>
                    <a:pt x="54" y="0"/>
                  </a:cubicBezTo>
                  <a:cubicBezTo>
                    <a:pt x="28" y="0"/>
                    <a:pt x="6" y="13"/>
                    <a:pt x="2" y="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252">
              <a:extLst>
                <a:ext uri="{FF2B5EF4-FFF2-40B4-BE49-F238E27FC236}">
                  <a16:creationId xmlns:a16="http://schemas.microsoft.com/office/drawing/2014/main" id="{E07889F2-294A-496E-BCA3-C748B9889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138" y="3150778"/>
              <a:ext cx="974311" cy="2453097"/>
            </a:xfrm>
            <a:custGeom>
              <a:avLst/>
              <a:gdLst>
                <a:gd name="T0" fmla="*/ 2147483646 w 217"/>
                <a:gd name="T1" fmla="*/ 2147483646 h 513"/>
                <a:gd name="T2" fmla="*/ 2147483646 w 217"/>
                <a:gd name="T3" fmla="*/ 0 h 513"/>
                <a:gd name="T4" fmla="*/ 2147483646 w 217"/>
                <a:gd name="T5" fmla="*/ 2147483646 h 513"/>
                <a:gd name="T6" fmla="*/ 2147483646 w 217"/>
                <a:gd name="T7" fmla="*/ 2147483646 h 513"/>
                <a:gd name="T8" fmla="*/ 0 w 217"/>
                <a:gd name="T9" fmla="*/ 2147483646 h 513"/>
                <a:gd name="T10" fmla="*/ 0 w 217"/>
                <a:gd name="T11" fmla="*/ 2147483646 h 513"/>
                <a:gd name="T12" fmla="*/ 0 w 217"/>
                <a:gd name="T13" fmla="*/ 2147483646 h 513"/>
                <a:gd name="T14" fmla="*/ 0 w 217"/>
                <a:gd name="T15" fmla="*/ 2147483646 h 513"/>
                <a:gd name="T16" fmla="*/ 0 w 217"/>
                <a:gd name="T17" fmla="*/ 2147483646 h 513"/>
                <a:gd name="T18" fmla="*/ 2147483646 w 217"/>
                <a:gd name="T19" fmla="*/ 2147483646 h 513"/>
                <a:gd name="T20" fmla="*/ 2147483646 w 217"/>
                <a:gd name="T21" fmla="*/ 2147483646 h 513"/>
                <a:gd name="T22" fmla="*/ 2147483646 w 217"/>
                <a:gd name="T23" fmla="*/ 2147483646 h 513"/>
                <a:gd name="T24" fmla="*/ 2147483646 w 217"/>
                <a:gd name="T25" fmla="*/ 2147483646 h 513"/>
                <a:gd name="T26" fmla="*/ 2147483646 w 217"/>
                <a:gd name="T27" fmla="*/ 2147483646 h 513"/>
                <a:gd name="T28" fmla="*/ 2147483646 w 217"/>
                <a:gd name="T29" fmla="*/ 2147483646 h 513"/>
                <a:gd name="T30" fmla="*/ 2147483646 w 217"/>
                <a:gd name="T31" fmla="*/ 2147483646 h 5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7" h="513">
                  <a:moveTo>
                    <a:pt x="217" y="1"/>
                  </a:moveTo>
                  <a:cubicBezTo>
                    <a:pt x="217" y="1"/>
                    <a:pt x="217" y="1"/>
                    <a:pt x="217" y="0"/>
                  </a:cubicBezTo>
                  <a:cubicBezTo>
                    <a:pt x="206" y="50"/>
                    <a:pt x="173" y="75"/>
                    <a:pt x="100" y="75"/>
                  </a:cubicBezTo>
                  <a:cubicBezTo>
                    <a:pt x="66" y="75"/>
                    <a:pt x="34" y="69"/>
                    <a:pt x="16" y="47"/>
                  </a:cubicBezTo>
                  <a:cubicBezTo>
                    <a:pt x="8" y="37"/>
                    <a:pt x="2" y="2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8"/>
                    <a:pt x="0" y="151"/>
                    <a:pt x="0" y="151"/>
                  </a:cubicBezTo>
                  <a:cubicBezTo>
                    <a:pt x="0" y="430"/>
                    <a:pt x="0" y="430"/>
                    <a:pt x="0" y="430"/>
                  </a:cubicBezTo>
                  <a:cubicBezTo>
                    <a:pt x="0" y="446"/>
                    <a:pt x="8" y="465"/>
                    <a:pt x="19" y="478"/>
                  </a:cubicBezTo>
                  <a:cubicBezTo>
                    <a:pt x="37" y="499"/>
                    <a:pt x="68" y="513"/>
                    <a:pt x="101" y="513"/>
                  </a:cubicBezTo>
                  <a:cubicBezTo>
                    <a:pt x="174" y="513"/>
                    <a:pt x="206" y="481"/>
                    <a:pt x="216" y="434"/>
                  </a:cubicBezTo>
                  <a:cubicBezTo>
                    <a:pt x="217" y="429"/>
                    <a:pt x="217" y="421"/>
                    <a:pt x="217" y="416"/>
                  </a:cubicBezTo>
                  <a:cubicBezTo>
                    <a:pt x="217" y="139"/>
                    <a:pt x="217" y="139"/>
                    <a:pt x="217" y="139"/>
                  </a:cubicBezTo>
                  <a:cubicBezTo>
                    <a:pt x="217" y="139"/>
                    <a:pt x="217" y="122"/>
                    <a:pt x="217" y="119"/>
                  </a:cubicBezTo>
                  <a:lnTo>
                    <a:pt x="217" y="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253">
              <a:extLst>
                <a:ext uri="{FF2B5EF4-FFF2-40B4-BE49-F238E27FC236}">
                  <a16:creationId xmlns:a16="http://schemas.microsoft.com/office/drawing/2014/main" id="{1557E6D4-61F4-42E5-8715-7CAF8CAD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285" y="2164518"/>
              <a:ext cx="436018" cy="315603"/>
            </a:xfrm>
            <a:custGeom>
              <a:avLst/>
              <a:gdLst>
                <a:gd name="T0" fmla="*/ 2147483646 w 97"/>
                <a:gd name="T1" fmla="*/ 2147483646 h 66"/>
                <a:gd name="T2" fmla="*/ 2147483646 w 97"/>
                <a:gd name="T3" fmla="*/ 2147483646 h 66"/>
                <a:gd name="T4" fmla="*/ 2147483646 w 97"/>
                <a:gd name="T5" fmla="*/ 0 h 66"/>
                <a:gd name="T6" fmla="*/ 2147483646 w 97"/>
                <a:gd name="T7" fmla="*/ 0 h 66"/>
                <a:gd name="T8" fmla="*/ 2147483646 w 97"/>
                <a:gd name="T9" fmla="*/ 2147483646 h 66"/>
                <a:gd name="T10" fmla="*/ 2147483646 w 97"/>
                <a:gd name="T11" fmla="*/ 2147483646 h 66"/>
                <a:gd name="T12" fmla="*/ 2147483646 w 97"/>
                <a:gd name="T13" fmla="*/ 2147483646 h 66"/>
                <a:gd name="T14" fmla="*/ 0 w 97"/>
                <a:gd name="T15" fmla="*/ 2147483646 h 66"/>
                <a:gd name="T16" fmla="*/ 0 w 97"/>
                <a:gd name="T17" fmla="*/ 2147483646 h 66"/>
                <a:gd name="T18" fmla="*/ 0 w 97"/>
                <a:gd name="T19" fmla="*/ 2147483646 h 66"/>
                <a:gd name="T20" fmla="*/ 0 w 97"/>
                <a:gd name="T21" fmla="*/ 2147483646 h 66"/>
                <a:gd name="T22" fmla="*/ 2147483646 w 97"/>
                <a:gd name="T23" fmla="*/ 2147483646 h 66"/>
                <a:gd name="T24" fmla="*/ 2147483646 w 97"/>
                <a:gd name="T25" fmla="*/ 2147483646 h 66"/>
                <a:gd name="T26" fmla="*/ 2147483646 w 97"/>
                <a:gd name="T27" fmla="*/ 2147483646 h 66"/>
                <a:gd name="T28" fmla="*/ 2147483646 w 97"/>
                <a:gd name="T29" fmla="*/ 2147483646 h 66"/>
                <a:gd name="T30" fmla="*/ 2147483646 w 97"/>
                <a:gd name="T31" fmla="*/ 2147483646 h 66"/>
                <a:gd name="T32" fmla="*/ 2147483646 w 97"/>
                <a:gd name="T33" fmla="*/ 2147483646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66">
                  <a:moveTo>
                    <a:pt x="97" y="25"/>
                  </a:moveTo>
                  <a:cubicBezTo>
                    <a:pt x="97" y="24"/>
                    <a:pt x="97" y="23"/>
                    <a:pt x="97" y="2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2"/>
                    <a:pt x="97" y="3"/>
                    <a:pt x="97" y="4"/>
                  </a:cubicBezTo>
                  <a:cubicBezTo>
                    <a:pt x="92" y="26"/>
                    <a:pt x="71" y="41"/>
                    <a:pt x="45" y="41"/>
                  </a:cubicBezTo>
                  <a:cubicBezTo>
                    <a:pt x="30" y="41"/>
                    <a:pt x="16" y="35"/>
                    <a:pt x="7" y="25"/>
                  </a:cubicBezTo>
                  <a:cubicBezTo>
                    <a:pt x="3" y="19"/>
                    <a:pt x="0" y="1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8"/>
                    <a:pt x="3" y="45"/>
                    <a:pt x="7" y="50"/>
                  </a:cubicBezTo>
                  <a:cubicBezTo>
                    <a:pt x="16" y="60"/>
                    <a:pt x="30" y="66"/>
                    <a:pt x="45" y="66"/>
                  </a:cubicBezTo>
                  <a:cubicBezTo>
                    <a:pt x="71" y="66"/>
                    <a:pt x="92" y="51"/>
                    <a:pt x="97" y="30"/>
                  </a:cubicBezTo>
                  <a:cubicBezTo>
                    <a:pt x="97" y="29"/>
                    <a:pt x="97" y="28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lnTo>
                    <a:pt x="97" y="25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254">
              <a:extLst>
                <a:ext uri="{FF2B5EF4-FFF2-40B4-BE49-F238E27FC236}">
                  <a16:creationId xmlns:a16="http://schemas.microsoft.com/office/drawing/2014/main" id="{712F30BF-0276-4BAF-8758-F46AAB79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285" y="2293628"/>
              <a:ext cx="436018" cy="225943"/>
            </a:xfrm>
            <a:custGeom>
              <a:avLst/>
              <a:gdLst>
                <a:gd name="T0" fmla="*/ 2147483646 w 97"/>
                <a:gd name="T1" fmla="*/ 2147483646 h 47"/>
                <a:gd name="T2" fmla="*/ 2147483646 w 97"/>
                <a:gd name="T3" fmla="*/ 2147483646 h 47"/>
                <a:gd name="T4" fmla="*/ 2147483646 w 97"/>
                <a:gd name="T5" fmla="*/ 0 h 47"/>
                <a:gd name="T6" fmla="*/ 2147483646 w 97"/>
                <a:gd name="T7" fmla="*/ 2147483646 h 47"/>
                <a:gd name="T8" fmla="*/ 2147483646 w 97"/>
                <a:gd name="T9" fmla="*/ 2147483646 h 47"/>
                <a:gd name="T10" fmla="*/ 2147483646 w 97"/>
                <a:gd name="T11" fmla="*/ 2147483646 h 47"/>
                <a:gd name="T12" fmla="*/ 0 w 97"/>
                <a:gd name="T13" fmla="*/ 2147483646 h 47"/>
                <a:gd name="T14" fmla="*/ 0 w 97"/>
                <a:gd name="T15" fmla="*/ 2147483646 h 47"/>
                <a:gd name="T16" fmla="*/ 0 w 97"/>
                <a:gd name="T17" fmla="*/ 2147483646 h 47"/>
                <a:gd name="T18" fmla="*/ 0 w 97"/>
                <a:gd name="T19" fmla="*/ 2147483646 h 47"/>
                <a:gd name="T20" fmla="*/ 2147483646 w 97"/>
                <a:gd name="T21" fmla="*/ 2147483646 h 47"/>
                <a:gd name="T22" fmla="*/ 2147483646 w 97"/>
                <a:gd name="T23" fmla="*/ 2147483646 h 47"/>
                <a:gd name="T24" fmla="*/ 2147483646 w 97"/>
                <a:gd name="T25" fmla="*/ 2147483646 h 47"/>
                <a:gd name="T26" fmla="*/ 2147483646 w 97"/>
                <a:gd name="T27" fmla="*/ 2147483646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47">
                  <a:moveTo>
                    <a:pt x="97" y="10"/>
                  </a:moveTo>
                  <a:cubicBezTo>
                    <a:pt x="97" y="9"/>
                    <a:pt x="97" y="8"/>
                    <a:pt x="97" y="8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1"/>
                    <a:pt x="97" y="2"/>
                    <a:pt x="97" y="3"/>
                  </a:cubicBezTo>
                  <a:cubicBezTo>
                    <a:pt x="92" y="24"/>
                    <a:pt x="71" y="39"/>
                    <a:pt x="45" y="39"/>
                  </a:cubicBezTo>
                  <a:cubicBezTo>
                    <a:pt x="30" y="39"/>
                    <a:pt x="16" y="33"/>
                    <a:pt x="7" y="23"/>
                  </a:cubicBezTo>
                  <a:cubicBezTo>
                    <a:pt x="3" y="18"/>
                    <a:pt x="0" y="1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20"/>
                    <a:pt x="3" y="26"/>
                    <a:pt x="7" y="31"/>
                  </a:cubicBezTo>
                  <a:cubicBezTo>
                    <a:pt x="16" y="41"/>
                    <a:pt x="30" y="47"/>
                    <a:pt x="45" y="47"/>
                  </a:cubicBezTo>
                  <a:cubicBezTo>
                    <a:pt x="71" y="47"/>
                    <a:pt x="92" y="34"/>
                    <a:pt x="97" y="12"/>
                  </a:cubicBezTo>
                  <a:cubicBezTo>
                    <a:pt x="97" y="11"/>
                    <a:pt x="97" y="10"/>
                    <a:pt x="97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Line 255">
              <a:extLst>
                <a:ext uri="{FF2B5EF4-FFF2-40B4-BE49-F238E27FC236}">
                  <a16:creationId xmlns:a16="http://schemas.microsoft.com/office/drawing/2014/main" id="{B140DA17-9021-41C9-9B10-5B785C094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6228" y="2264937"/>
              <a:ext cx="1794" cy="12014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Line 256">
              <a:extLst>
                <a:ext uri="{FF2B5EF4-FFF2-40B4-BE49-F238E27FC236}">
                  <a16:creationId xmlns:a16="http://schemas.microsoft.com/office/drawing/2014/main" id="{8AD69242-5B85-406B-830B-9128345BF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9554" y="2299008"/>
              <a:ext cx="1794" cy="12014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Line 257">
              <a:extLst>
                <a:ext uri="{FF2B5EF4-FFF2-40B4-BE49-F238E27FC236}">
                  <a16:creationId xmlns:a16="http://schemas.microsoft.com/office/drawing/2014/main" id="{1A1B92FE-2656-49B7-A72E-C8BF3A865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469" y="2322319"/>
              <a:ext cx="1794" cy="12014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Line 258">
              <a:extLst>
                <a:ext uri="{FF2B5EF4-FFF2-40B4-BE49-F238E27FC236}">
                  <a16:creationId xmlns:a16="http://schemas.microsoft.com/office/drawing/2014/main" id="{51C07569-CDF8-4017-BEDF-72BB00F84F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6972" y="2336665"/>
              <a:ext cx="1794" cy="12014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Line 259">
              <a:extLst>
                <a:ext uri="{FF2B5EF4-FFF2-40B4-BE49-F238E27FC236}">
                  <a16:creationId xmlns:a16="http://schemas.microsoft.com/office/drawing/2014/main" id="{570DD85F-1A78-4CFA-80EF-F36B14BD6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9270" y="2347424"/>
              <a:ext cx="1794" cy="11835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Line 260">
              <a:extLst>
                <a:ext uri="{FF2B5EF4-FFF2-40B4-BE49-F238E27FC236}">
                  <a16:creationId xmlns:a16="http://schemas.microsoft.com/office/drawing/2014/main" id="{EAE9D263-23E5-4FCB-BBFB-C85F13E41B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184" y="2356390"/>
              <a:ext cx="1794" cy="12373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Line 261">
              <a:extLst>
                <a:ext uri="{FF2B5EF4-FFF2-40B4-BE49-F238E27FC236}">
                  <a16:creationId xmlns:a16="http://schemas.microsoft.com/office/drawing/2014/main" id="{A231DA07-E435-40BF-820F-16BE2F7BD7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6688" y="2361770"/>
              <a:ext cx="1794" cy="11835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Line 262">
              <a:extLst>
                <a:ext uri="{FF2B5EF4-FFF2-40B4-BE49-F238E27FC236}">
                  <a16:creationId xmlns:a16="http://schemas.microsoft.com/office/drawing/2014/main" id="{763B0C9A-75DC-49F4-A6FA-351C9F603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8985" y="2361770"/>
              <a:ext cx="1794" cy="11835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Line 263">
              <a:extLst>
                <a:ext uri="{FF2B5EF4-FFF2-40B4-BE49-F238E27FC236}">
                  <a16:creationId xmlns:a16="http://schemas.microsoft.com/office/drawing/2014/main" id="{516A8A8C-8C15-4182-9CD4-D289A464F7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9948" y="2232659"/>
              <a:ext cx="1794" cy="11835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Line 264">
              <a:extLst>
                <a:ext uri="{FF2B5EF4-FFF2-40B4-BE49-F238E27FC236}">
                  <a16:creationId xmlns:a16="http://schemas.microsoft.com/office/drawing/2014/main" id="{E739AA3C-385D-4569-B5CB-813C655B9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416" y="2270317"/>
              <a:ext cx="1794" cy="12014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4" name="Line 265">
              <a:extLst>
                <a:ext uri="{FF2B5EF4-FFF2-40B4-BE49-F238E27FC236}">
                  <a16:creationId xmlns:a16="http://schemas.microsoft.com/office/drawing/2014/main" id="{8A9C9DEF-BCF3-4BBA-8656-584B510668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6119" y="2304387"/>
              <a:ext cx="1794" cy="11835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5" name="Line 266">
              <a:extLst>
                <a:ext uri="{FF2B5EF4-FFF2-40B4-BE49-F238E27FC236}">
                  <a16:creationId xmlns:a16="http://schemas.microsoft.com/office/drawing/2014/main" id="{DB26F65F-C302-4792-961E-3A1BAF404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5615" y="2322319"/>
              <a:ext cx="1794" cy="12014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6" name="Line 267">
              <a:extLst>
                <a:ext uri="{FF2B5EF4-FFF2-40B4-BE49-F238E27FC236}">
                  <a16:creationId xmlns:a16="http://schemas.microsoft.com/office/drawing/2014/main" id="{222CBA62-7E5B-4C96-9E08-DEEE37B602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8701" y="2342045"/>
              <a:ext cx="1794" cy="12014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7" name="Line 268">
              <a:extLst>
                <a:ext uri="{FF2B5EF4-FFF2-40B4-BE49-F238E27FC236}">
                  <a16:creationId xmlns:a16="http://schemas.microsoft.com/office/drawing/2014/main" id="{51DC570A-EC90-43AE-91A9-C9D0FDA032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6403" y="2351011"/>
              <a:ext cx="1794" cy="12014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8" name="Line 269">
              <a:extLst>
                <a:ext uri="{FF2B5EF4-FFF2-40B4-BE49-F238E27FC236}">
                  <a16:creationId xmlns:a16="http://schemas.microsoft.com/office/drawing/2014/main" id="{C8211C03-82FC-4E2C-9EBD-95A730CC43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5900" y="2356390"/>
              <a:ext cx="1794" cy="12014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9" name="Freeform 270">
              <a:extLst>
                <a:ext uri="{FF2B5EF4-FFF2-40B4-BE49-F238E27FC236}">
                  <a16:creationId xmlns:a16="http://schemas.microsoft.com/office/drawing/2014/main" id="{58536AB0-5EA7-42FD-A1F7-D9A0FD7E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582" y="2422739"/>
              <a:ext cx="371423" cy="148836"/>
            </a:xfrm>
            <a:custGeom>
              <a:avLst/>
              <a:gdLst>
                <a:gd name="T0" fmla="*/ 2147483646 w 83"/>
                <a:gd name="T1" fmla="*/ 0 h 31"/>
                <a:gd name="T2" fmla="*/ 2147483646 w 83"/>
                <a:gd name="T3" fmla="*/ 2147483646 h 31"/>
                <a:gd name="T4" fmla="*/ 2147483646 w 83"/>
                <a:gd name="T5" fmla="*/ 2147483646 h 31"/>
                <a:gd name="T6" fmla="*/ 2147483646 w 83"/>
                <a:gd name="T7" fmla="*/ 2147483646 h 31"/>
                <a:gd name="T8" fmla="*/ 2147483646 w 83"/>
                <a:gd name="T9" fmla="*/ 2147483646 h 31"/>
                <a:gd name="T10" fmla="*/ 2147483646 w 83"/>
                <a:gd name="T11" fmla="*/ 2147483646 h 31"/>
                <a:gd name="T12" fmla="*/ 2147483646 w 83"/>
                <a:gd name="T13" fmla="*/ 2147483646 h 31"/>
                <a:gd name="T14" fmla="*/ 2147483646 w 83"/>
                <a:gd name="T15" fmla="*/ 2147483646 h 31"/>
                <a:gd name="T16" fmla="*/ 2147483646 w 83"/>
                <a:gd name="T17" fmla="*/ 2147483646 h 31"/>
                <a:gd name="T18" fmla="*/ 2147483646 w 83"/>
                <a:gd name="T19" fmla="*/ 2147483646 h 31"/>
                <a:gd name="T20" fmla="*/ 2147483646 w 83"/>
                <a:gd name="T21" fmla="*/ 2147483646 h 31"/>
                <a:gd name="T22" fmla="*/ 2147483646 w 83"/>
                <a:gd name="T23" fmla="*/ 2147483646 h 31"/>
                <a:gd name="T24" fmla="*/ 0 w 83"/>
                <a:gd name="T25" fmla="*/ 2147483646 h 31"/>
                <a:gd name="T26" fmla="*/ 0 w 83"/>
                <a:gd name="T27" fmla="*/ 2147483646 h 31"/>
                <a:gd name="T28" fmla="*/ 2147483646 w 83"/>
                <a:gd name="T29" fmla="*/ 2147483646 h 31"/>
                <a:gd name="T30" fmla="*/ 2147483646 w 83"/>
                <a:gd name="T31" fmla="*/ 2147483646 h 31"/>
                <a:gd name="T32" fmla="*/ 2147483646 w 83"/>
                <a:gd name="T33" fmla="*/ 2147483646 h 31"/>
                <a:gd name="T34" fmla="*/ 2147483646 w 83"/>
                <a:gd name="T35" fmla="*/ 0 h 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31">
                  <a:moveTo>
                    <a:pt x="83" y="0"/>
                  </a:moveTo>
                  <a:cubicBezTo>
                    <a:pt x="75" y="11"/>
                    <a:pt x="61" y="18"/>
                    <a:pt x="45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3" y="20"/>
                    <a:pt x="40" y="20"/>
                    <a:pt x="38" y="20"/>
                  </a:cubicBezTo>
                  <a:cubicBezTo>
                    <a:pt x="36" y="20"/>
                    <a:pt x="34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0" y="20"/>
                    <a:pt x="28" y="20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0" y="18"/>
                    <a:pt x="13" y="15"/>
                    <a:pt x="8" y="11"/>
                  </a:cubicBezTo>
                  <a:cubicBezTo>
                    <a:pt x="8" y="11"/>
                    <a:pt x="8" y="11"/>
                    <a:pt x="7" y="11"/>
                  </a:cubicBezTo>
                  <a:cubicBezTo>
                    <a:pt x="6" y="10"/>
                    <a:pt x="5" y="9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9" y="25"/>
                    <a:pt x="23" y="31"/>
                    <a:pt x="38" y="31"/>
                  </a:cubicBezTo>
                  <a:cubicBezTo>
                    <a:pt x="57" y="31"/>
                    <a:pt x="74" y="23"/>
                    <a:pt x="83" y="10"/>
                  </a:cubicBezTo>
                  <a:cubicBezTo>
                    <a:pt x="83" y="10"/>
                    <a:pt x="83" y="10"/>
                    <a:pt x="83" y="10"/>
                  </a:cubicBezTo>
                  <a:lnTo>
                    <a:pt x="83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0" name="Freeform 271">
              <a:extLst>
                <a:ext uri="{FF2B5EF4-FFF2-40B4-BE49-F238E27FC236}">
                  <a16:creationId xmlns:a16="http://schemas.microsoft.com/office/drawing/2014/main" id="{8AAB1448-B9C7-47DB-8C04-A62A13603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582" y="2494467"/>
              <a:ext cx="1794" cy="5380"/>
            </a:xfrm>
            <a:custGeom>
              <a:avLst/>
              <a:gdLst>
                <a:gd name="T0" fmla="*/ 0 w 1794"/>
                <a:gd name="T1" fmla="*/ 2147483646 h 1"/>
                <a:gd name="T2" fmla="*/ 0 w 1794"/>
                <a:gd name="T3" fmla="*/ 0 h 1"/>
                <a:gd name="T4" fmla="*/ 0 w 1794"/>
                <a:gd name="T5" fmla="*/ 0 h 1"/>
                <a:gd name="T6" fmla="*/ 0 w 1794"/>
                <a:gd name="T7" fmla="*/ 2147483646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4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1" name="Freeform 272">
              <a:extLst>
                <a:ext uri="{FF2B5EF4-FFF2-40B4-BE49-F238E27FC236}">
                  <a16:creationId xmlns:a16="http://schemas.microsoft.com/office/drawing/2014/main" id="{FAA37549-3A83-4C9C-8056-EEEDAD484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138" y="2476535"/>
              <a:ext cx="974311" cy="1036469"/>
            </a:xfrm>
            <a:custGeom>
              <a:avLst/>
              <a:gdLst>
                <a:gd name="T0" fmla="*/ 2147483646 w 217"/>
                <a:gd name="T1" fmla="*/ 2147483646 h 217"/>
                <a:gd name="T2" fmla="*/ 2147483646 w 217"/>
                <a:gd name="T3" fmla="*/ 0 h 217"/>
                <a:gd name="T4" fmla="*/ 2147483646 w 217"/>
                <a:gd name="T5" fmla="*/ 2147483646 h 217"/>
                <a:gd name="T6" fmla="*/ 2147483646 w 217"/>
                <a:gd name="T7" fmla="*/ 2147483646 h 217"/>
                <a:gd name="T8" fmla="*/ 2147483646 w 217"/>
                <a:gd name="T9" fmla="*/ 2147483646 h 217"/>
                <a:gd name="T10" fmla="*/ 2147483646 w 217"/>
                <a:gd name="T11" fmla="*/ 2147483646 h 217"/>
                <a:gd name="T12" fmla="*/ 2147483646 w 217"/>
                <a:gd name="T13" fmla="*/ 2147483646 h 217"/>
                <a:gd name="T14" fmla="*/ 0 w 217"/>
                <a:gd name="T15" fmla="*/ 2147483646 h 217"/>
                <a:gd name="T16" fmla="*/ 2147483646 w 217"/>
                <a:gd name="T17" fmla="*/ 2147483646 h 217"/>
                <a:gd name="T18" fmla="*/ 2147483646 w 217"/>
                <a:gd name="T19" fmla="*/ 2147483646 h 217"/>
                <a:gd name="T20" fmla="*/ 2147483646 w 217"/>
                <a:gd name="T21" fmla="*/ 2147483646 h 217"/>
                <a:gd name="T22" fmla="*/ 2147483646 w 217"/>
                <a:gd name="T23" fmla="*/ 2147483646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7" h="217">
                  <a:moveTo>
                    <a:pt x="202" y="42"/>
                  </a:moveTo>
                  <a:cubicBezTo>
                    <a:pt x="190" y="25"/>
                    <a:pt x="163" y="8"/>
                    <a:pt x="150" y="0"/>
                  </a:cubicBezTo>
                  <a:cubicBezTo>
                    <a:pt x="140" y="12"/>
                    <a:pt x="124" y="20"/>
                    <a:pt x="105" y="20"/>
                  </a:cubicBezTo>
                  <a:cubicBezTo>
                    <a:pt x="90" y="20"/>
                    <a:pt x="76" y="1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57" y="10"/>
                    <a:pt x="41" y="16"/>
                    <a:pt x="30" y="29"/>
                  </a:cubicBezTo>
                  <a:cubicBezTo>
                    <a:pt x="14" y="49"/>
                    <a:pt x="1" y="78"/>
                    <a:pt x="1" y="126"/>
                  </a:cubicBezTo>
                  <a:cubicBezTo>
                    <a:pt x="1" y="132"/>
                    <a:pt x="0" y="150"/>
                    <a:pt x="0" y="153"/>
                  </a:cubicBezTo>
                  <a:cubicBezTo>
                    <a:pt x="2" y="166"/>
                    <a:pt x="8" y="178"/>
                    <a:pt x="16" y="188"/>
                  </a:cubicBezTo>
                  <a:cubicBezTo>
                    <a:pt x="34" y="211"/>
                    <a:pt x="66" y="217"/>
                    <a:pt x="100" y="217"/>
                  </a:cubicBezTo>
                  <a:cubicBezTo>
                    <a:pt x="170" y="217"/>
                    <a:pt x="206" y="191"/>
                    <a:pt x="217" y="142"/>
                  </a:cubicBezTo>
                  <a:cubicBezTo>
                    <a:pt x="217" y="98"/>
                    <a:pt x="215" y="60"/>
                    <a:pt x="202" y="4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2" name="Freeform 273">
              <a:extLst>
                <a:ext uri="{FF2B5EF4-FFF2-40B4-BE49-F238E27FC236}">
                  <a16:creationId xmlns:a16="http://schemas.microsoft.com/office/drawing/2014/main" id="{BF95D21E-53D1-4789-825F-93FA7DFB8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3007322"/>
              <a:ext cx="959957" cy="401677"/>
            </a:xfrm>
            <a:custGeom>
              <a:avLst/>
              <a:gdLst>
                <a:gd name="T0" fmla="*/ 0 w 214"/>
                <a:gd name="T1" fmla="*/ 2147483646 h 84"/>
                <a:gd name="T2" fmla="*/ 2147483646 w 214"/>
                <a:gd name="T3" fmla="*/ 2147483646 h 84"/>
                <a:gd name="T4" fmla="*/ 2147483646 w 214"/>
                <a:gd name="T5" fmla="*/ 2147483646 h 84"/>
                <a:gd name="T6" fmla="*/ 2147483646 w 214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84">
                  <a:moveTo>
                    <a:pt x="0" y="12"/>
                  </a:moveTo>
                  <a:cubicBezTo>
                    <a:pt x="1" y="25"/>
                    <a:pt x="9" y="42"/>
                    <a:pt x="17" y="52"/>
                  </a:cubicBezTo>
                  <a:cubicBezTo>
                    <a:pt x="35" y="74"/>
                    <a:pt x="65" y="84"/>
                    <a:pt x="99" y="84"/>
                  </a:cubicBezTo>
                  <a:cubicBezTo>
                    <a:pt x="170" y="84"/>
                    <a:pt x="204" y="54"/>
                    <a:pt x="21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3" name="Freeform 274">
              <a:extLst>
                <a:ext uri="{FF2B5EF4-FFF2-40B4-BE49-F238E27FC236}">
                  <a16:creationId xmlns:a16="http://schemas.microsoft.com/office/drawing/2014/main" id="{8594E293-42F3-46D3-9F52-8AD2A2B87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3681565"/>
              <a:ext cx="968928" cy="430368"/>
            </a:xfrm>
            <a:custGeom>
              <a:avLst/>
              <a:gdLst>
                <a:gd name="T0" fmla="*/ 0 w 216"/>
                <a:gd name="T1" fmla="*/ 2147483646 h 90"/>
                <a:gd name="T2" fmla="*/ 2147483646 w 216"/>
                <a:gd name="T3" fmla="*/ 2147483646 h 90"/>
                <a:gd name="T4" fmla="*/ 2147483646 w 216"/>
                <a:gd name="T5" fmla="*/ 2147483646 h 90"/>
                <a:gd name="T6" fmla="*/ 2147483646 w 216"/>
                <a:gd name="T7" fmla="*/ 2147483646 h 90"/>
                <a:gd name="T8" fmla="*/ 2147483646 w 216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90">
                  <a:moveTo>
                    <a:pt x="0" y="20"/>
                  </a:moveTo>
                  <a:cubicBezTo>
                    <a:pt x="1" y="36"/>
                    <a:pt x="7" y="51"/>
                    <a:pt x="16" y="62"/>
                  </a:cubicBezTo>
                  <a:cubicBezTo>
                    <a:pt x="34" y="84"/>
                    <a:pt x="65" y="90"/>
                    <a:pt x="99" y="90"/>
                  </a:cubicBezTo>
                  <a:cubicBezTo>
                    <a:pt x="157" y="90"/>
                    <a:pt x="204" y="64"/>
                    <a:pt x="214" y="16"/>
                  </a:cubicBezTo>
                  <a:cubicBezTo>
                    <a:pt x="215" y="10"/>
                    <a:pt x="216" y="5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4" name="Freeform 275">
              <a:extLst>
                <a:ext uri="{FF2B5EF4-FFF2-40B4-BE49-F238E27FC236}">
                  <a16:creationId xmlns:a16="http://schemas.microsoft.com/office/drawing/2014/main" id="{555BA53B-DB7E-4059-8DB9-EFD6D41C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4370154"/>
              <a:ext cx="968928" cy="376572"/>
            </a:xfrm>
            <a:custGeom>
              <a:avLst/>
              <a:gdLst>
                <a:gd name="T0" fmla="*/ 0 w 216"/>
                <a:gd name="T1" fmla="*/ 2147483646 h 79"/>
                <a:gd name="T2" fmla="*/ 2147483646 w 216"/>
                <a:gd name="T3" fmla="*/ 2147483646 h 79"/>
                <a:gd name="T4" fmla="*/ 2147483646 w 216"/>
                <a:gd name="T5" fmla="*/ 2147483646 h 79"/>
                <a:gd name="T6" fmla="*/ 2147483646 w 216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79">
                  <a:moveTo>
                    <a:pt x="0" y="7"/>
                  </a:moveTo>
                  <a:cubicBezTo>
                    <a:pt x="1" y="20"/>
                    <a:pt x="9" y="38"/>
                    <a:pt x="17" y="47"/>
                  </a:cubicBezTo>
                  <a:cubicBezTo>
                    <a:pt x="35" y="69"/>
                    <a:pt x="65" y="79"/>
                    <a:pt x="99" y="79"/>
                  </a:cubicBezTo>
                  <a:cubicBezTo>
                    <a:pt x="170" y="79"/>
                    <a:pt x="206" y="54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5" name="Freeform 276">
              <a:extLst>
                <a:ext uri="{FF2B5EF4-FFF2-40B4-BE49-F238E27FC236}">
                  <a16:creationId xmlns:a16="http://schemas.microsoft.com/office/drawing/2014/main" id="{D3456546-D46E-46C7-867C-8D84A7E8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4522576"/>
              <a:ext cx="968928" cy="396297"/>
            </a:xfrm>
            <a:custGeom>
              <a:avLst/>
              <a:gdLst>
                <a:gd name="T0" fmla="*/ 0 w 216"/>
                <a:gd name="T1" fmla="*/ 2147483646 h 83"/>
                <a:gd name="T2" fmla="*/ 2147483646 w 216"/>
                <a:gd name="T3" fmla="*/ 2147483646 h 83"/>
                <a:gd name="T4" fmla="*/ 2147483646 w 216"/>
                <a:gd name="T5" fmla="*/ 2147483646 h 83"/>
                <a:gd name="T6" fmla="*/ 2147483646 w 216"/>
                <a:gd name="T7" fmla="*/ 2147483646 h 83"/>
                <a:gd name="T8" fmla="*/ 2147483646 w 216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83">
                  <a:moveTo>
                    <a:pt x="0" y="9"/>
                  </a:moveTo>
                  <a:cubicBezTo>
                    <a:pt x="1" y="22"/>
                    <a:pt x="9" y="40"/>
                    <a:pt x="17" y="50"/>
                  </a:cubicBezTo>
                  <a:cubicBezTo>
                    <a:pt x="35" y="72"/>
                    <a:pt x="65" y="83"/>
                    <a:pt x="99" y="83"/>
                  </a:cubicBezTo>
                  <a:cubicBezTo>
                    <a:pt x="164" y="83"/>
                    <a:pt x="199" y="60"/>
                    <a:pt x="212" y="17"/>
                  </a:cubicBezTo>
                  <a:cubicBezTo>
                    <a:pt x="214" y="12"/>
                    <a:pt x="215" y="6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6" name="Freeform 277">
              <a:extLst>
                <a:ext uri="{FF2B5EF4-FFF2-40B4-BE49-F238E27FC236}">
                  <a16:creationId xmlns:a16="http://schemas.microsoft.com/office/drawing/2014/main" id="{DF5218E7-BC05-44AA-86AE-21846319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4674998"/>
              <a:ext cx="968928" cy="412436"/>
            </a:xfrm>
            <a:custGeom>
              <a:avLst/>
              <a:gdLst>
                <a:gd name="T0" fmla="*/ 0 w 216"/>
                <a:gd name="T1" fmla="*/ 2147483646 h 86"/>
                <a:gd name="T2" fmla="*/ 2147483646 w 216"/>
                <a:gd name="T3" fmla="*/ 2147483646 h 86"/>
                <a:gd name="T4" fmla="*/ 2147483646 w 216"/>
                <a:gd name="T5" fmla="*/ 2147483646 h 86"/>
                <a:gd name="T6" fmla="*/ 2147483646 w 216"/>
                <a:gd name="T7" fmla="*/ 2147483646 h 86"/>
                <a:gd name="T8" fmla="*/ 2147483646 w 216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86">
                  <a:moveTo>
                    <a:pt x="0" y="10"/>
                  </a:moveTo>
                  <a:cubicBezTo>
                    <a:pt x="1" y="25"/>
                    <a:pt x="8" y="43"/>
                    <a:pt x="17" y="53"/>
                  </a:cubicBezTo>
                  <a:cubicBezTo>
                    <a:pt x="35" y="75"/>
                    <a:pt x="66" y="86"/>
                    <a:pt x="100" y="86"/>
                  </a:cubicBezTo>
                  <a:cubicBezTo>
                    <a:pt x="166" y="86"/>
                    <a:pt x="201" y="62"/>
                    <a:pt x="213" y="18"/>
                  </a:cubicBezTo>
                  <a:cubicBezTo>
                    <a:pt x="214" y="12"/>
                    <a:pt x="215" y="6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7" name="Freeform 278">
              <a:extLst>
                <a:ext uri="{FF2B5EF4-FFF2-40B4-BE49-F238E27FC236}">
                  <a16:creationId xmlns:a16="http://schemas.microsoft.com/office/drawing/2014/main" id="{1C0B6B67-F8AF-46B3-B515-E52B55E69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21" y="4829213"/>
              <a:ext cx="968928" cy="430368"/>
            </a:xfrm>
            <a:custGeom>
              <a:avLst/>
              <a:gdLst>
                <a:gd name="T0" fmla="*/ 0 w 216"/>
                <a:gd name="T1" fmla="*/ 2147483646 h 90"/>
                <a:gd name="T2" fmla="*/ 2147483646 w 216"/>
                <a:gd name="T3" fmla="*/ 2147483646 h 90"/>
                <a:gd name="T4" fmla="*/ 2147483646 w 216"/>
                <a:gd name="T5" fmla="*/ 2147483646 h 90"/>
                <a:gd name="T6" fmla="*/ 2147483646 w 216"/>
                <a:gd name="T7" fmla="*/ 2147483646 h 90"/>
                <a:gd name="T8" fmla="*/ 2147483646 w 216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90">
                  <a:moveTo>
                    <a:pt x="0" y="12"/>
                  </a:moveTo>
                  <a:cubicBezTo>
                    <a:pt x="0" y="27"/>
                    <a:pt x="8" y="45"/>
                    <a:pt x="17" y="56"/>
                  </a:cubicBezTo>
                  <a:cubicBezTo>
                    <a:pt x="36" y="78"/>
                    <a:pt x="66" y="90"/>
                    <a:pt x="100" y="90"/>
                  </a:cubicBezTo>
                  <a:cubicBezTo>
                    <a:pt x="169" y="90"/>
                    <a:pt x="202" y="63"/>
                    <a:pt x="213" y="18"/>
                  </a:cubicBezTo>
                  <a:cubicBezTo>
                    <a:pt x="215" y="13"/>
                    <a:pt x="216" y="6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8" name="Freeform 279">
              <a:extLst>
                <a:ext uri="{FF2B5EF4-FFF2-40B4-BE49-F238E27FC236}">
                  <a16:creationId xmlns:a16="http://schemas.microsoft.com/office/drawing/2014/main" id="{697B991F-9374-4932-A16B-0B1355345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138" y="4981635"/>
              <a:ext cx="974311" cy="450093"/>
            </a:xfrm>
            <a:custGeom>
              <a:avLst/>
              <a:gdLst>
                <a:gd name="T0" fmla="*/ 0 w 217"/>
                <a:gd name="T1" fmla="*/ 2147483646 h 94"/>
                <a:gd name="T2" fmla="*/ 2147483646 w 217"/>
                <a:gd name="T3" fmla="*/ 2147483646 h 94"/>
                <a:gd name="T4" fmla="*/ 2147483646 w 217"/>
                <a:gd name="T5" fmla="*/ 2147483646 h 94"/>
                <a:gd name="T6" fmla="*/ 2147483646 w 217"/>
                <a:gd name="T7" fmla="*/ 2147483646 h 94"/>
                <a:gd name="T8" fmla="*/ 2147483646 w 217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94">
                  <a:moveTo>
                    <a:pt x="0" y="13"/>
                  </a:moveTo>
                  <a:cubicBezTo>
                    <a:pt x="1" y="29"/>
                    <a:pt x="9" y="48"/>
                    <a:pt x="18" y="59"/>
                  </a:cubicBezTo>
                  <a:cubicBezTo>
                    <a:pt x="37" y="81"/>
                    <a:pt x="67" y="94"/>
                    <a:pt x="101" y="94"/>
                  </a:cubicBezTo>
                  <a:cubicBezTo>
                    <a:pt x="172" y="94"/>
                    <a:pt x="205" y="65"/>
                    <a:pt x="215" y="19"/>
                  </a:cubicBezTo>
                  <a:cubicBezTo>
                    <a:pt x="216" y="13"/>
                    <a:pt x="217" y="6"/>
                    <a:pt x="21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jar-of-mayonnaise-illustration">
            <a:extLst>
              <a:ext uri="{FF2B5EF4-FFF2-40B4-BE49-F238E27FC236}">
                <a16:creationId xmlns:a16="http://schemas.microsoft.com/office/drawing/2014/main" id="{CF08E640-278F-4FC3-A47F-A9B4CC6C51D8}"/>
              </a:ext>
            </a:extLst>
          </p:cNvPr>
          <p:cNvGrpSpPr>
            <a:grpSpLocks/>
          </p:cNvGrpSpPr>
          <p:nvPr/>
        </p:nvGrpSpPr>
        <p:grpSpPr bwMode="auto">
          <a:xfrm>
            <a:off x="5076825" y="1465263"/>
            <a:ext cx="1109663" cy="1819275"/>
            <a:chOff x="3552825" y="1465263"/>
            <a:chExt cx="1109663" cy="1819275"/>
          </a:xfrm>
        </p:grpSpPr>
        <p:sp>
          <p:nvSpPr>
            <p:cNvPr id="35390" name="Freeform 286">
              <a:extLst>
                <a:ext uri="{FF2B5EF4-FFF2-40B4-BE49-F238E27FC236}">
                  <a16:creationId xmlns:a16="http://schemas.microsoft.com/office/drawing/2014/main" id="{714EB718-2EEB-4839-B70A-D99465827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786" y="1883316"/>
              <a:ext cx="782221" cy="1396265"/>
            </a:xfrm>
            <a:custGeom>
              <a:avLst/>
              <a:gdLst>
                <a:gd name="T0" fmla="*/ 2147483646 w 189"/>
                <a:gd name="T1" fmla="*/ 2147483646 h 317"/>
                <a:gd name="T2" fmla="*/ 2147483646 w 189"/>
                <a:gd name="T3" fmla="*/ 2147483646 h 317"/>
                <a:gd name="T4" fmla="*/ 2147483646 w 189"/>
                <a:gd name="T5" fmla="*/ 2147483646 h 317"/>
                <a:gd name="T6" fmla="*/ 2147483646 w 189"/>
                <a:gd name="T7" fmla="*/ 2147483646 h 317"/>
                <a:gd name="T8" fmla="*/ 2147483646 w 189"/>
                <a:gd name="T9" fmla="*/ 2147483646 h 317"/>
                <a:gd name="T10" fmla="*/ 0 w 189"/>
                <a:gd name="T11" fmla="*/ 2147483646 h 317"/>
                <a:gd name="T12" fmla="*/ 0 w 189"/>
                <a:gd name="T13" fmla="*/ 2147483646 h 317"/>
                <a:gd name="T14" fmla="*/ 0 w 189"/>
                <a:gd name="T15" fmla="*/ 2147483646 h 317"/>
                <a:gd name="T16" fmla="*/ 2147483646 w 189"/>
                <a:gd name="T17" fmla="*/ 2147483646 h 317"/>
                <a:gd name="T18" fmla="*/ 2147483646 w 189"/>
                <a:gd name="T19" fmla="*/ 2147483646 h 317"/>
                <a:gd name="T20" fmla="*/ 2147483646 w 189"/>
                <a:gd name="T21" fmla="*/ 2147483646 h 317"/>
                <a:gd name="T22" fmla="*/ 2147483646 w 189"/>
                <a:gd name="T23" fmla="*/ 2147483646 h 317"/>
                <a:gd name="T24" fmla="*/ 2147483646 w 189"/>
                <a:gd name="T25" fmla="*/ 2147483646 h 317"/>
                <a:gd name="T26" fmla="*/ 2147483646 w 189"/>
                <a:gd name="T27" fmla="*/ 2147483646 h 317"/>
                <a:gd name="T28" fmla="*/ 2147483646 w 189"/>
                <a:gd name="T29" fmla="*/ 2147483646 h 317"/>
                <a:gd name="T30" fmla="*/ 2147483646 w 189"/>
                <a:gd name="T31" fmla="*/ 2147483646 h 317"/>
                <a:gd name="T32" fmla="*/ 2147483646 w 189"/>
                <a:gd name="T33" fmla="*/ 0 h 3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9" h="317">
                  <a:moveTo>
                    <a:pt x="183" y="5"/>
                  </a:moveTo>
                  <a:cubicBezTo>
                    <a:pt x="167" y="38"/>
                    <a:pt x="127" y="59"/>
                    <a:pt x="84" y="56"/>
                  </a:cubicBezTo>
                  <a:cubicBezTo>
                    <a:pt x="56" y="55"/>
                    <a:pt x="31" y="45"/>
                    <a:pt x="16" y="26"/>
                  </a:cubicBezTo>
                  <a:cubicBezTo>
                    <a:pt x="12" y="22"/>
                    <a:pt x="9" y="17"/>
                    <a:pt x="7" y="12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0" y="81"/>
                    <a:pt x="0" y="106"/>
                  </a:cubicBezTo>
                  <a:cubicBezTo>
                    <a:pt x="0" y="138"/>
                    <a:pt x="0" y="245"/>
                    <a:pt x="0" y="245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60"/>
                    <a:pt x="7" y="276"/>
                    <a:pt x="16" y="287"/>
                  </a:cubicBezTo>
                  <a:cubicBezTo>
                    <a:pt x="32" y="306"/>
                    <a:pt x="59" y="317"/>
                    <a:pt x="88" y="317"/>
                  </a:cubicBezTo>
                  <a:cubicBezTo>
                    <a:pt x="139" y="317"/>
                    <a:pt x="179" y="289"/>
                    <a:pt x="188" y="247"/>
                  </a:cubicBezTo>
                  <a:cubicBezTo>
                    <a:pt x="189" y="242"/>
                    <a:pt x="189" y="237"/>
                    <a:pt x="189" y="233"/>
                  </a:cubicBezTo>
                  <a:cubicBezTo>
                    <a:pt x="189" y="233"/>
                    <a:pt x="189" y="233"/>
                    <a:pt x="189" y="233"/>
                  </a:cubicBezTo>
                  <a:cubicBezTo>
                    <a:pt x="189" y="233"/>
                    <a:pt x="189" y="125"/>
                    <a:pt x="189" y="94"/>
                  </a:cubicBezTo>
                  <a:cubicBezTo>
                    <a:pt x="189" y="77"/>
                    <a:pt x="183" y="45"/>
                    <a:pt x="181" y="25"/>
                  </a:cubicBezTo>
                  <a:cubicBezTo>
                    <a:pt x="180" y="14"/>
                    <a:pt x="182" y="6"/>
                    <a:pt x="182" y="6"/>
                  </a:cubicBezTo>
                  <a:cubicBezTo>
                    <a:pt x="184" y="0"/>
                    <a:pt x="184" y="0"/>
                    <a:pt x="184" y="0"/>
                  </a:cubicBezTo>
                </a:path>
              </a:pathLst>
            </a:custGeom>
            <a:solidFill>
              <a:srgbClr val="FF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287">
              <a:extLst>
                <a:ext uri="{FF2B5EF4-FFF2-40B4-BE49-F238E27FC236}">
                  <a16:creationId xmlns:a16="http://schemas.microsoft.com/office/drawing/2014/main" id="{E494BB3A-0369-42E3-A5A2-A56248904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021" y="2940842"/>
              <a:ext cx="102532" cy="193329"/>
            </a:xfrm>
            <a:custGeom>
              <a:avLst/>
              <a:gdLst>
                <a:gd name="T0" fmla="*/ 0 w 25"/>
                <a:gd name="T1" fmla="*/ 0 h 44"/>
                <a:gd name="T2" fmla="*/ 2147483646 w 25"/>
                <a:gd name="T3" fmla="*/ 2147483646 h 44"/>
                <a:gd name="T4" fmla="*/ 2147483646 w 25"/>
                <a:gd name="T5" fmla="*/ 2147483646 h 44"/>
                <a:gd name="T6" fmla="*/ 2147483646 w 25"/>
                <a:gd name="T7" fmla="*/ 2147483646 h 44"/>
                <a:gd name="T8" fmla="*/ 2147483646 w 25"/>
                <a:gd name="T9" fmla="*/ 214748364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4">
                  <a:moveTo>
                    <a:pt x="0" y="0"/>
                  </a:moveTo>
                  <a:cubicBezTo>
                    <a:pt x="0" y="13"/>
                    <a:pt x="13" y="37"/>
                    <a:pt x="23" y="44"/>
                  </a:cubicBezTo>
                  <a:cubicBezTo>
                    <a:pt x="25" y="38"/>
                    <a:pt x="25" y="33"/>
                    <a:pt x="24" y="27"/>
                  </a:cubicBezTo>
                  <a:cubicBezTo>
                    <a:pt x="22" y="20"/>
                    <a:pt x="18" y="13"/>
                    <a:pt x="18" y="6"/>
                  </a:cubicBezTo>
                  <a:cubicBezTo>
                    <a:pt x="13" y="6"/>
                    <a:pt x="9" y="11"/>
                    <a:pt x="4" y="12"/>
                  </a:cubicBezTo>
                </a:path>
              </a:pathLst>
            </a:custGeom>
            <a:solidFill>
              <a:srgbClr val="FFD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288">
              <a:extLst>
                <a:ext uri="{FF2B5EF4-FFF2-40B4-BE49-F238E27FC236}">
                  <a16:creationId xmlns:a16="http://schemas.microsoft.com/office/drawing/2014/main" id="{9F8D191B-7E9E-4769-84E6-444F121FA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055" y="2359203"/>
              <a:ext cx="931059" cy="391615"/>
            </a:xfrm>
            <a:custGeom>
              <a:avLst/>
              <a:gdLst>
                <a:gd name="T0" fmla="*/ 0 w 225"/>
                <a:gd name="T1" fmla="*/ 2147483646 h 89"/>
                <a:gd name="T2" fmla="*/ 2147483646 w 225"/>
                <a:gd name="T3" fmla="*/ 2147483646 h 89"/>
                <a:gd name="T4" fmla="*/ 2147483646 w 225"/>
                <a:gd name="T5" fmla="*/ 2147483646 h 89"/>
                <a:gd name="T6" fmla="*/ 2147483646 w 225"/>
                <a:gd name="T7" fmla="*/ 2147483646 h 89"/>
                <a:gd name="T8" fmla="*/ 0 w 225"/>
                <a:gd name="T9" fmla="*/ 2147483646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89">
                  <a:moveTo>
                    <a:pt x="0" y="4"/>
                  </a:moveTo>
                  <a:cubicBezTo>
                    <a:pt x="11" y="25"/>
                    <a:pt x="50" y="89"/>
                    <a:pt x="138" y="45"/>
                  </a:cubicBezTo>
                  <a:cubicBezTo>
                    <a:pt x="225" y="0"/>
                    <a:pt x="157" y="5"/>
                    <a:pt x="157" y="5"/>
                  </a:cubicBezTo>
                  <a:cubicBezTo>
                    <a:pt x="141" y="22"/>
                    <a:pt x="136" y="49"/>
                    <a:pt x="73" y="43"/>
                  </a:cubicBezTo>
                  <a:cubicBezTo>
                    <a:pt x="27" y="38"/>
                    <a:pt x="12" y="25"/>
                    <a:pt x="0" y="4"/>
                  </a:cubicBezTo>
                </a:path>
              </a:pathLst>
            </a:custGeom>
            <a:solidFill>
              <a:srgbClr val="FFD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289">
              <a:extLst>
                <a:ext uri="{FF2B5EF4-FFF2-40B4-BE49-F238E27FC236}">
                  <a16:creationId xmlns:a16="http://schemas.microsoft.com/office/drawing/2014/main" id="{77EA2DA0-5191-4B44-9235-90A8F0B49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786" y="2327808"/>
              <a:ext cx="782221" cy="727049"/>
            </a:xfrm>
            <a:custGeom>
              <a:avLst/>
              <a:gdLst>
                <a:gd name="T0" fmla="*/ 2147483646 w 189"/>
                <a:gd name="T1" fmla="*/ 2147483646 h 165"/>
                <a:gd name="T2" fmla="*/ 2147483646 w 189"/>
                <a:gd name="T3" fmla="*/ 2147483646 h 165"/>
                <a:gd name="T4" fmla="*/ 2147483646 w 189"/>
                <a:gd name="T5" fmla="*/ 2147483646 h 165"/>
                <a:gd name="T6" fmla="*/ 2147483646 w 189"/>
                <a:gd name="T7" fmla="*/ 2147483646 h 165"/>
                <a:gd name="T8" fmla="*/ 0 w 189"/>
                <a:gd name="T9" fmla="*/ 2147483646 h 165"/>
                <a:gd name="T10" fmla="*/ 0 w 189"/>
                <a:gd name="T11" fmla="*/ 2147483646 h 165"/>
                <a:gd name="T12" fmla="*/ 0 w 189"/>
                <a:gd name="T13" fmla="*/ 2147483646 h 165"/>
                <a:gd name="T14" fmla="*/ 2147483646 w 189"/>
                <a:gd name="T15" fmla="*/ 2147483646 h 165"/>
                <a:gd name="T16" fmla="*/ 2147483646 w 189"/>
                <a:gd name="T17" fmla="*/ 2147483646 h 165"/>
                <a:gd name="T18" fmla="*/ 2147483646 w 189"/>
                <a:gd name="T19" fmla="*/ 2147483646 h 165"/>
                <a:gd name="T20" fmla="*/ 2147483646 w 189"/>
                <a:gd name="T21" fmla="*/ 2147483646 h 165"/>
                <a:gd name="T22" fmla="*/ 2147483646 w 189"/>
                <a:gd name="T23" fmla="*/ 2147483646 h 165"/>
                <a:gd name="T24" fmla="*/ 2147483646 w 189"/>
                <a:gd name="T25" fmla="*/ 2147483646 h 165"/>
                <a:gd name="T26" fmla="*/ 2147483646 w 189"/>
                <a:gd name="T27" fmla="*/ 0 h 165"/>
                <a:gd name="T28" fmla="*/ 2147483646 w 189"/>
                <a:gd name="T29" fmla="*/ 2147483646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9" h="165">
                  <a:moveTo>
                    <a:pt x="92" y="61"/>
                  </a:moveTo>
                  <a:cubicBezTo>
                    <a:pt x="88" y="61"/>
                    <a:pt x="84" y="61"/>
                    <a:pt x="80" y="61"/>
                  </a:cubicBezTo>
                  <a:cubicBezTo>
                    <a:pt x="57" y="59"/>
                    <a:pt x="37" y="51"/>
                    <a:pt x="22" y="38"/>
                  </a:cubicBezTo>
                  <a:cubicBezTo>
                    <a:pt x="16" y="33"/>
                    <a:pt x="11" y="27"/>
                    <a:pt x="7" y="20"/>
                  </a:cubicBezTo>
                  <a:cubicBezTo>
                    <a:pt x="4" y="14"/>
                    <a:pt x="1" y="9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4"/>
                    <a:pt x="2" y="110"/>
                    <a:pt x="4" y="115"/>
                  </a:cubicBezTo>
                  <a:cubicBezTo>
                    <a:pt x="8" y="123"/>
                    <a:pt x="13" y="131"/>
                    <a:pt x="18" y="136"/>
                  </a:cubicBezTo>
                  <a:cubicBezTo>
                    <a:pt x="32" y="152"/>
                    <a:pt x="53" y="161"/>
                    <a:pt x="77" y="164"/>
                  </a:cubicBezTo>
                  <a:cubicBezTo>
                    <a:pt x="81" y="164"/>
                    <a:pt x="85" y="165"/>
                    <a:pt x="89" y="165"/>
                  </a:cubicBezTo>
                  <a:cubicBezTo>
                    <a:pt x="138" y="164"/>
                    <a:pt x="179" y="137"/>
                    <a:pt x="189" y="97"/>
                  </a:cubicBezTo>
                  <a:cubicBezTo>
                    <a:pt x="189" y="97"/>
                    <a:pt x="189" y="97"/>
                    <a:pt x="189" y="97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76" y="36"/>
                    <a:pt x="137" y="60"/>
                    <a:pt x="92" y="61"/>
                  </a:cubicBezTo>
                  <a:close/>
                </a:path>
              </a:pathLst>
            </a:custGeom>
            <a:solidFill>
              <a:srgbClr val="FFF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290">
              <a:extLst>
                <a:ext uri="{FF2B5EF4-FFF2-40B4-BE49-F238E27FC236}">
                  <a16:creationId xmlns:a16="http://schemas.microsoft.com/office/drawing/2014/main" id="{0D592702-1DD7-4F29-9968-853657C1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900" y="1878359"/>
              <a:ext cx="729302" cy="290820"/>
            </a:xfrm>
            <a:custGeom>
              <a:avLst/>
              <a:gdLst>
                <a:gd name="T0" fmla="*/ 2147483646 w 176"/>
                <a:gd name="T1" fmla="*/ 2147483646 h 66"/>
                <a:gd name="T2" fmla="*/ 2147483646 w 176"/>
                <a:gd name="T3" fmla="*/ 2147483646 h 66"/>
                <a:gd name="T4" fmla="*/ 0 w 176"/>
                <a:gd name="T5" fmla="*/ 2147483646 h 66"/>
                <a:gd name="T6" fmla="*/ 2147483646 w 176"/>
                <a:gd name="T7" fmla="*/ 2147483646 h 66"/>
                <a:gd name="T8" fmla="*/ 2147483646 w 176"/>
                <a:gd name="T9" fmla="*/ 2147483646 h 66"/>
                <a:gd name="T10" fmla="*/ 2147483646 w 176"/>
                <a:gd name="T11" fmla="*/ 2147483646 h 66"/>
                <a:gd name="T12" fmla="*/ 2147483646 w 176"/>
                <a:gd name="T13" fmla="*/ 2147483646 h 66"/>
                <a:gd name="T14" fmla="*/ 2147483646 w 176"/>
                <a:gd name="T15" fmla="*/ 2147483646 h 66"/>
                <a:gd name="T16" fmla="*/ 2147483646 w 176"/>
                <a:gd name="T17" fmla="*/ 2147483646 h 66"/>
                <a:gd name="T18" fmla="*/ 2147483646 w 176"/>
                <a:gd name="T19" fmla="*/ 2147483646 h 66"/>
                <a:gd name="T20" fmla="*/ 2147483646 w 176"/>
                <a:gd name="T21" fmla="*/ 2147483646 h 66"/>
                <a:gd name="T22" fmla="*/ 2147483646 w 176"/>
                <a:gd name="T23" fmla="*/ 0 h 66"/>
                <a:gd name="T24" fmla="*/ 2147483646 w 176"/>
                <a:gd name="T25" fmla="*/ 2147483646 h 66"/>
                <a:gd name="T26" fmla="*/ 2147483646 w 176"/>
                <a:gd name="T27" fmla="*/ 2147483646 h 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6" h="66">
                  <a:moveTo>
                    <a:pt x="77" y="57"/>
                  </a:moveTo>
                  <a:cubicBezTo>
                    <a:pt x="49" y="56"/>
                    <a:pt x="24" y="46"/>
                    <a:pt x="9" y="27"/>
                  </a:cubicBezTo>
                  <a:cubicBezTo>
                    <a:pt x="5" y="23"/>
                    <a:pt x="2" y="18"/>
                    <a:pt x="0" y="13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4" y="24"/>
                    <a:pt x="4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30"/>
                    <a:pt x="8" y="31"/>
                    <a:pt x="9" y="33"/>
                  </a:cubicBezTo>
                  <a:cubicBezTo>
                    <a:pt x="24" y="52"/>
                    <a:pt x="49" y="62"/>
                    <a:pt x="77" y="63"/>
                  </a:cubicBezTo>
                  <a:cubicBezTo>
                    <a:pt x="117" y="66"/>
                    <a:pt x="155" y="47"/>
                    <a:pt x="172" y="19"/>
                  </a:cubicBezTo>
                  <a:cubicBezTo>
                    <a:pt x="173" y="18"/>
                    <a:pt x="173" y="18"/>
                    <a:pt x="173" y="18"/>
                  </a:cubicBezTo>
                  <a:cubicBezTo>
                    <a:pt x="174" y="13"/>
                    <a:pt x="175" y="7"/>
                    <a:pt x="175" y="7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6" y="6"/>
                    <a:pt x="176" y="6"/>
                    <a:pt x="176" y="6"/>
                  </a:cubicBezTo>
                  <a:cubicBezTo>
                    <a:pt x="160" y="39"/>
                    <a:pt x="120" y="60"/>
                    <a:pt x="77" y="57"/>
                  </a:cubicBezTo>
                  <a:close/>
                </a:path>
              </a:pathLst>
            </a:custGeom>
            <a:solidFill>
              <a:srgbClr val="E1B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291">
              <a:extLst>
                <a:ext uri="{FF2B5EF4-FFF2-40B4-BE49-F238E27FC236}">
                  <a16:creationId xmlns:a16="http://schemas.microsoft.com/office/drawing/2014/main" id="{F5642FBF-695D-4D53-8844-3BDF5A001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706" y="1997331"/>
              <a:ext cx="721033" cy="1265726"/>
            </a:xfrm>
            <a:custGeom>
              <a:avLst/>
              <a:gdLst>
                <a:gd name="T0" fmla="*/ 2147483646 w 174"/>
                <a:gd name="T1" fmla="*/ 0 h 287"/>
                <a:gd name="T2" fmla="*/ 2147483646 w 174"/>
                <a:gd name="T3" fmla="*/ 2147483646 h 287"/>
                <a:gd name="T4" fmla="*/ 2147483646 w 174"/>
                <a:gd name="T5" fmla="*/ 2147483646 h 287"/>
                <a:gd name="T6" fmla="*/ 2147483646 w 174"/>
                <a:gd name="T7" fmla="*/ 2147483646 h 287"/>
                <a:gd name="T8" fmla="*/ 0 w 174"/>
                <a:gd name="T9" fmla="*/ 2147483646 h 287"/>
                <a:gd name="T10" fmla="*/ 2147483646 w 174"/>
                <a:gd name="T11" fmla="*/ 2147483646 h 287"/>
                <a:gd name="T12" fmla="*/ 2147483646 w 174"/>
                <a:gd name="T13" fmla="*/ 2147483646 h 287"/>
                <a:gd name="T14" fmla="*/ 2147483646 w 174"/>
                <a:gd name="T15" fmla="*/ 2147483646 h 287"/>
                <a:gd name="T16" fmla="*/ 2147483646 w 174"/>
                <a:gd name="T17" fmla="*/ 2147483646 h 287"/>
                <a:gd name="T18" fmla="*/ 2147483646 w 174"/>
                <a:gd name="T19" fmla="*/ 2147483646 h 287"/>
                <a:gd name="T20" fmla="*/ 2147483646 w 174"/>
                <a:gd name="T21" fmla="*/ 2147483646 h 287"/>
                <a:gd name="T22" fmla="*/ 2147483646 w 174"/>
                <a:gd name="T23" fmla="*/ 2147483646 h 287"/>
                <a:gd name="T24" fmla="*/ 2147483646 w 174"/>
                <a:gd name="T25" fmla="*/ 0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4" h="287">
                  <a:moveTo>
                    <a:pt x="165" y="0"/>
                  </a:moveTo>
                  <a:cubicBezTo>
                    <a:pt x="168" y="13"/>
                    <a:pt x="174" y="58"/>
                    <a:pt x="171" y="91"/>
                  </a:cubicBezTo>
                  <a:cubicBezTo>
                    <a:pt x="167" y="123"/>
                    <a:pt x="166" y="233"/>
                    <a:pt x="159" y="248"/>
                  </a:cubicBezTo>
                  <a:cubicBezTo>
                    <a:pt x="151" y="263"/>
                    <a:pt x="115" y="287"/>
                    <a:pt x="76" y="287"/>
                  </a:cubicBezTo>
                  <a:cubicBezTo>
                    <a:pt x="44" y="287"/>
                    <a:pt x="13" y="271"/>
                    <a:pt x="0" y="249"/>
                  </a:cubicBezTo>
                  <a:cubicBezTo>
                    <a:pt x="21" y="267"/>
                    <a:pt x="40" y="280"/>
                    <a:pt x="76" y="278"/>
                  </a:cubicBezTo>
                  <a:cubicBezTo>
                    <a:pt x="114" y="275"/>
                    <a:pt x="136" y="259"/>
                    <a:pt x="138" y="235"/>
                  </a:cubicBezTo>
                  <a:cubicBezTo>
                    <a:pt x="139" y="211"/>
                    <a:pt x="149" y="102"/>
                    <a:pt x="147" y="92"/>
                  </a:cubicBezTo>
                  <a:cubicBezTo>
                    <a:pt x="145" y="82"/>
                    <a:pt x="165" y="51"/>
                    <a:pt x="157" y="34"/>
                  </a:cubicBezTo>
                  <a:cubicBezTo>
                    <a:pt x="152" y="22"/>
                    <a:pt x="135" y="46"/>
                    <a:pt x="99" y="48"/>
                  </a:cubicBezTo>
                  <a:cubicBezTo>
                    <a:pt x="86" y="49"/>
                    <a:pt x="69" y="45"/>
                    <a:pt x="51" y="38"/>
                  </a:cubicBezTo>
                  <a:cubicBezTo>
                    <a:pt x="67" y="42"/>
                    <a:pt x="107" y="45"/>
                    <a:pt x="134" y="27"/>
                  </a:cubicBezTo>
                  <a:cubicBezTo>
                    <a:pt x="162" y="10"/>
                    <a:pt x="161" y="4"/>
                    <a:pt x="165" y="0"/>
                  </a:cubicBezTo>
                  <a:close/>
                </a:path>
              </a:pathLst>
            </a:custGeom>
            <a:solidFill>
              <a:srgbClr val="FFD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292">
              <a:extLst>
                <a:ext uri="{FF2B5EF4-FFF2-40B4-BE49-F238E27FC236}">
                  <a16:creationId xmlns:a16="http://schemas.microsoft.com/office/drawing/2014/main" id="{356DB7C7-BC8E-4159-A015-790F5B2E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179" y="2288150"/>
              <a:ext cx="231524" cy="264381"/>
            </a:xfrm>
            <a:custGeom>
              <a:avLst/>
              <a:gdLst>
                <a:gd name="T0" fmla="*/ 2147483646 w 56"/>
                <a:gd name="T1" fmla="*/ 0 h 60"/>
                <a:gd name="T2" fmla="*/ 2147483646 w 56"/>
                <a:gd name="T3" fmla="*/ 2147483646 h 60"/>
                <a:gd name="T4" fmla="*/ 2147483646 w 56"/>
                <a:gd name="T5" fmla="*/ 2147483646 h 60"/>
                <a:gd name="T6" fmla="*/ 0 w 56"/>
                <a:gd name="T7" fmla="*/ 2147483646 h 60"/>
                <a:gd name="T8" fmla="*/ 2147483646 w 56"/>
                <a:gd name="T9" fmla="*/ 2147483646 h 60"/>
                <a:gd name="T10" fmla="*/ 2147483646 w 56"/>
                <a:gd name="T11" fmla="*/ 2147483646 h 60"/>
                <a:gd name="T12" fmla="*/ 2147483646 w 56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0">
                  <a:moveTo>
                    <a:pt x="53" y="0"/>
                  </a:moveTo>
                  <a:cubicBezTo>
                    <a:pt x="42" y="2"/>
                    <a:pt x="29" y="3"/>
                    <a:pt x="19" y="9"/>
                  </a:cubicBezTo>
                  <a:cubicBezTo>
                    <a:pt x="14" y="12"/>
                    <a:pt x="11" y="20"/>
                    <a:pt x="9" y="26"/>
                  </a:cubicBezTo>
                  <a:cubicBezTo>
                    <a:pt x="6" y="37"/>
                    <a:pt x="0" y="48"/>
                    <a:pt x="0" y="60"/>
                  </a:cubicBezTo>
                  <a:cubicBezTo>
                    <a:pt x="3" y="60"/>
                    <a:pt x="6" y="59"/>
                    <a:pt x="9" y="58"/>
                  </a:cubicBezTo>
                  <a:cubicBezTo>
                    <a:pt x="18" y="55"/>
                    <a:pt x="27" y="53"/>
                    <a:pt x="35" y="47"/>
                  </a:cubicBezTo>
                  <a:cubicBezTo>
                    <a:pt x="47" y="36"/>
                    <a:pt x="56" y="17"/>
                    <a:pt x="55" y="0"/>
                  </a:cubicBezTo>
                </a:path>
              </a:pathLst>
            </a:custGeom>
            <a:solidFill>
              <a:srgbClr val="FFD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293">
              <a:extLst>
                <a:ext uri="{FF2B5EF4-FFF2-40B4-BE49-F238E27FC236}">
                  <a16:creationId xmlns:a16="http://schemas.microsoft.com/office/drawing/2014/main" id="{2E1C8AAF-F4FD-4A7D-9925-E2767D118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324" y="2036988"/>
              <a:ext cx="148837" cy="462668"/>
            </a:xfrm>
            <a:custGeom>
              <a:avLst/>
              <a:gdLst>
                <a:gd name="T0" fmla="*/ 2147483646 w 36"/>
                <a:gd name="T1" fmla="*/ 0 h 105"/>
                <a:gd name="T2" fmla="*/ 2147483646 w 36"/>
                <a:gd name="T3" fmla="*/ 2147483646 h 105"/>
                <a:gd name="T4" fmla="*/ 2147483646 w 36"/>
                <a:gd name="T5" fmla="*/ 2147483646 h 105"/>
                <a:gd name="T6" fmla="*/ 2147483646 w 36"/>
                <a:gd name="T7" fmla="*/ 2147483646 h 105"/>
                <a:gd name="T8" fmla="*/ 2147483646 w 3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05">
                  <a:moveTo>
                    <a:pt x="9" y="0"/>
                  </a:moveTo>
                  <a:cubicBezTo>
                    <a:pt x="4" y="10"/>
                    <a:pt x="1" y="46"/>
                    <a:pt x="1" y="62"/>
                  </a:cubicBezTo>
                  <a:cubicBezTo>
                    <a:pt x="0" y="76"/>
                    <a:pt x="10" y="95"/>
                    <a:pt x="36" y="105"/>
                  </a:cubicBezTo>
                  <a:cubicBezTo>
                    <a:pt x="12" y="92"/>
                    <a:pt x="6" y="74"/>
                    <a:pt x="6" y="48"/>
                  </a:cubicBezTo>
                  <a:cubicBezTo>
                    <a:pt x="6" y="23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294">
              <a:extLst>
                <a:ext uri="{FF2B5EF4-FFF2-40B4-BE49-F238E27FC236}">
                  <a16:creationId xmlns:a16="http://schemas.microsoft.com/office/drawing/2014/main" id="{13FA5951-A2E4-4AD4-963E-199BD9313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362" y="2909447"/>
              <a:ext cx="310904" cy="208200"/>
            </a:xfrm>
            <a:custGeom>
              <a:avLst/>
              <a:gdLst>
                <a:gd name="T0" fmla="*/ 0 w 75"/>
                <a:gd name="T1" fmla="*/ 2147483646 h 47"/>
                <a:gd name="T2" fmla="*/ 0 w 75"/>
                <a:gd name="T3" fmla="*/ 2147483646 h 47"/>
                <a:gd name="T4" fmla="*/ 2147483646 w 75"/>
                <a:gd name="T5" fmla="*/ 2147483646 h 47"/>
                <a:gd name="T6" fmla="*/ 2147483646 w 75"/>
                <a:gd name="T7" fmla="*/ 2147483646 h 47"/>
                <a:gd name="T8" fmla="*/ 2147483646 w 75"/>
                <a:gd name="T9" fmla="*/ 2147483646 h 47"/>
                <a:gd name="T10" fmla="*/ 0 w 75"/>
                <a:gd name="T11" fmla="*/ 214748364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47">
                  <a:moveTo>
                    <a:pt x="0" y="17"/>
                  </a:moveTo>
                  <a:cubicBezTo>
                    <a:pt x="0" y="13"/>
                    <a:pt x="0" y="8"/>
                    <a:pt x="0" y="5"/>
                  </a:cubicBezTo>
                  <a:cubicBezTo>
                    <a:pt x="0" y="0"/>
                    <a:pt x="1" y="0"/>
                    <a:pt x="4" y="5"/>
                  </a:cubicBezTo>
                  <a:cubicBezTo>
                    <a:pt x="11" y="17"/>
                    <a:pt x="31" y="40"/>
                    <a:pt x="75" y="42"/>
                  </a:cubicBezTo>
                  <a:cubicBezTo>
                    <a:pt x="55" y="47"/>
                    <a:pt x="23" y="34"/>
                    <a:pt x="10" y="18"/>
                  </a:cubicBezTo>
                  <a:cubicBezTo>
                    <a:pt x="4" y="12"/>
                    <a:pt x="1" y="12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295">
              <a:extLst>
                <a:ext uri="{FF2B5EF4-FFF2-40B4-BE49-F238E27FC236}">
                  <a16:creationId xmlns:a16="http://schemas.microsoft.com/office/drawing/2014/main" id="{A095B203-01F1-4061-81D2-BBB05C13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804" y="2142741"/>
              <a:ext cx="330749" cy="115667"/>
            </a:xfrm>
            <a:custGeom>
              <a:avLst/>
              <a:gdLst>
                <a:gd name="T0" fmla="*/ 0 w 80"/>
                <a:gd name="T1" fmla="*/ 2147483646 h 26"/>
                <a:gd name="T2" fmla="*/ 2147483646 w 80"/>
                <a:gd name="T3" fmla="*/ 0 h 26"/>
                <a:gd name="T4" fmla="*/ 0 w 80"/>
                <a:gd name="T5" fmla="*/ 214748364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6">
                  <a:moveTo>
                    <a:pt x="0" y="16"/>
                  </a:moveTo>
                  <a:cubicBezTo>
                    <a:pt x="16" y="20"/>
                    <a:pt x="47" y="23"/>
                    <a:pt x="80" y="0"/>
                  </a:cubicBezTo>
                  <a:cubicBezTo>
                    <a:pt x="51" y="24"/>
                    <a:pt x="33" y="2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296">
              <a:extLst>
                <a:ext uri="{FF2B5EF4-FFF2-40B4-BE49-F238E27FC236}">
                  <a16:creationId xmlns:a16="http://schemas.microsoft.com/office/drawing/2014/main" id="{71975E34-5A51-4A24-80DE-D6BDB516B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975" y="2504613"/>
              <a:ext cx="456434" cy="203243"/>
            </a:xfrm>
            <a:custGeom>
              <a:avLst/>
              <a:gdLst>
                <a:gd name="T0" fmla="*/ 0 w 110"/>
                <a:gd name="T1" fmla="*/ 0 h 46"/>
                <a:gd name="T2" fmla="*/ 2147483646 w 110"/>
                <a:gd name="T3" fmla="*/ 2147483646 h 46"/>
                <a:gd name="T4" fmla="*/ 0 w 1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46">
                  <a:moveTo>
                    <a:pt x="0" y="0"/>
                  </a:moveTo>
                  <a:cubicBezTo>
                    <a:pt x="13" y="16"/>
                    <a:pt x="59" y="41"/>
                    <a:pt x="110" y="21"/>
                  </a:cubicBezTo>
                  <a:cubicBezTo>
                    <a:pt x="84" y="37"/>
                    <a:pt x="35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297">
              <a:extLst>
                <a:ext uri="{FF2B5EF4-FFF2-40B4-BE49-F238E27FC236}">
                  <a16:creationId xmlns:a16="http://schemas.microsoft.com/office/drawing/2014/main" id="{C17453D2-2C1A-40FA-A937-7DD190377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641" y="2536008"/>
              <a:ext cx="195142" cy="465972"/>
            </a:xfrm>
            <a:custGeom>
              <a:avLst/>
              <a:gdLst>
                <a:gd name="T0" fmla="*/ 2147483646 w 47"/>
                <a:gd name="T1" fmla="*/ 2147483646 h 106"/>
                <a:gd name="T2" fmla="*/ 2147483646 w 47"/>
                <a:gd name="T3" fmla="*/ 2147483646 h 106"/>
                <a:gd name="T4" fmla="*/ 2147483646 w 47"/>
                <a:gd name="T5" fmla="*/ 2147483646 h 106"/>
                <a:gd name="T6" fmla="*/ 2147483646 w 47"/>
                <a:gd name="T7" fmla="*/ 0 h 106"/>
                <a:gd name="T8" fmla="*/ 2147483646 w 47"/>
                <a:gd name="T9" fmla="*/ 2147483646 h 106"/>
                <a:gd name="T10" fmla="*/ 2147483646 w 47"/>
                <a:gd name="T11" fmla="*/ 214748364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06">
                  <a:moveTo>
                    <a:pt x="22" y="106"/>
                  </a:moveTo>
                  <a:cubicBezTo>
                    <a:pt x="33" y="101"/>
                    <a:pt x="39" y="97"/>
                    <a:pt x="47" y="90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9"/>
                    <a:pt x="29" y="0"/>
                  </a:cubicBezTo>
                  <a:cubicBezTo>
                    <a:pt x="21" y="5"/>
                    <a:pt x="12" y="8"/>
                    <a:pt x="3" y="10"/>
                  </a:cubicBezTo>
                  <a:cubicBezTo>
                    <a:pt x="0" y="33"/>
                    <a:pt x="9" y="86"/>
                    <a:pt x="22" y="106"/>
                  </a:cubicBezTo>
                  <a:close/>
                </a:path>
              </a:pathLst>
            </a:custGeom>
            <a:solidFill>
              <a:srgbClr val="FFE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298">
              <a:extLst>
                <a:ext uri="{FF2B5EF4-FFF2-40B4-BE49-F238E27FC236}">
                  <a16:creationId xmlns:a16="http://schemas.microsoft.com/office/drawing/2014/main" id="{EC0EAC15-45CB-4A60-98F2-B6969C24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786" y="1904797"/>
              <a:ext cx="782221" cy="1374784"/>
            </a:xfrm>
            <a:custGeom>
              <a:avLst/>
              <a:gdLst>
                <a:gd name="T0" fmla="*/ 2147483646 w 189"/>
                <a:gd name="T1" fmla="*/ 0 h 312"/>
                <a:gd name="T2" fmla="*/ 2147483646 w 189"/>
                <a:gd name="T3" fmla="*/ 2147483646 h 312"/>
                <a:gd name="T4" fmla="*/ 2147483646 w 189"/>
                <a:gd name="T5" fmla="*/ 2147483646 h 312"/>
                <a:gd name="T6" fmla="*/ 2147483646 w 189"/>
                <a:gd name="T7" fmla="*/ 2147483646 h 312"/>
                <a:gd name="T8" fmla="*/ 2147483646 w 189"/>
                <a:gd name="T9" fmla="*/ 2147483646 h 312"/>
                <a:gd name="T10" fmla="*/ 0 w 189"/>
                <a:gd name="T11" fmla="*/ 2147483646 h 312"/>
                <a:gd name="T12" fmla="*/ 0 w 189"/>
                <a:gd name="T13" fmla="*/ 2147483646 h 312"/>
                <a:gd name="T14" fmla="*/ 0 w 189"/>
                <a:gd name="T15" fmla="*/ 2147483646 h 312"/>
                <a:gd name="T16" fmla="*/ 2147483646 w 189"/>
                <a:gd name="T17" fmla="*/ 2147483646 h 312"/>
                <a:gd name="T18" fmla="*/ 2147483646 w 189"/>
                <a:gd name="T19" fmla="*/ 2147483646 h 312"/>
                <a:gd name="T20" fmla="*/ 2147483646 w 189"/>
                <a:gd name="T21" fmla="*/ 2147483646 h 312"/>
                <a:gd name="T22" fmla="*/ 2147483646 w 189"/>
                <a:gd name="T23" fmla="*/ 2147483646 h 312"/>
                <a:gd name="T24" fmla="*/ 2147483646 w 189"/>
                <a:gd name="T25" fmla="*/ 2147483646 h 312"/>
                <a:gd name="T26" fmla="*/ 2147483646 w 189"/>
                <a:gd name="T27" fmla="*/ 2147483646 h 312"/>
                <a:gd name="T28" fmla="*/ 2147483646 w 189"/>
                <a:gd name="T29" fmla="*/ 2147483646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9" h="312">
                  <a:moveTo>
                    <a:pt x="183" y="0"/>
                  </a:moveTo>
                  <a:cubicBezTo>
                    <a:pt x="167" y="33"/>
                    <a:pt x="127" y="54"/>
                    <a:pt x="84" y="51"/>
                  </a:cubicBezTo>
                  <a:cubicBezTo>
                    <a:pt x="56" y="50"/>
                    <a:pt x="31" y="40"/>
                    <a:pt x="16" y="21"/>
                  </a:cubicBezTo>
                  <a:cubicBezTo>
                    <a:pt x="12" y="17"/>
                    <a:pt x="9" y="12"/>
                    <a:pt x="7" y="7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0" y="76"/>
                    <a:pt x="0" y="101"/>
                  </a:cubicBezTo>
                  <a:cubicBezTo>
                    <a:pt x="0" y="133"/>
                    <a:pt x="0" y="240"/>
                    <a:pt x="0" y="240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0" y="255"/>
                    <a:pt x="7" y="271"/>
                    <a:pt x="16" y="282"/>
                  </a:cubicBezTo>
                  <a:cubicBezTo>
                    <a:pt x="32" y="301"/>
                    <a:pt x="59" y="312"/>
                    <a:pt x="88" y="312"/>
                  </a:cubicBezTo>
                  <a:cubicBezTo>
                    <a:pt x="139" y="312"/>
                    <a:pt x="179" y="284"/>
                    <a:pt x="188" y="242"/>
                  </a:cubicBezTo>
                  <a:cubicBezTo>
                    <a:pt x="189" y="237"/>
                    <a:pt x="189" y="232"/>
                    <a:pt x="189" y="228"/>
                  </a:cubicBezTo>
                  <a:cubicBezTo>
                    <a:pt x="189" y="228"/>
                    <a:pt x="189" y="228"/>
                    <a:pt x="189" y="228"/>
                  </a:cubicBezTo>
                  <a:cubicBezTo>
                    <a:pt x="189" y="228"/>
                    <a:pt x="189" y="120"/>
                    <a:pt x="189" y="89"/>
                  </a:cubicBezTo>
                  <a:cubicBezTo>
                    <a:pt x="189" y="64"/>
                    <a:pt x="180" y="12"/>
                    <a:pt x="181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299">
              <a:extLst>
                <a:ext uri="{FF2B5EF4-FFF2-40B4-BE49-F238E27FC236}">
                  <a16:creationId xmlns:a16="http://schemas.microsoft.com/office/drawing/2014/main" id="{B01C4746-BC7D-476D-9CF6-100ABC85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786" y="2327808"/>
              <a:ext cx="782221" cy="727049"/>
            </a:xfrm>
            <a:custGeom>
              <a:avLst/>
              <a:gdLst>
                <a:gd name="T0" fmla="*/ 2147483646 w 189"/>
                <a:gd name="T1" fmla="*/ 2147483646 h 165"/>
                <a:gd name="T2" fmla="*/ 2147483646 w 189"/>
                <a:gd name="T3" fmla="*/ 2147483646 h 165"/>
                <a:gd name="T4" fmla="*/ 2147483646 w 189"/>
                <a:gd name="T5" fmla="*/ 2147483646 h 165"/>
                <a:gd name="T6" fmla="*/ 2147483646 w 189"/>
                <a:gd name="T7" fmla="*/ 2147483646 h 165"/>
                <a:gd name="T8" fmla="*/ 0 w 189"/>
                <a:gd name="T9" fmla="*/ 2147483646 h 165"/>
                <a:gd name="T10" fmla="*/ 0 w 189"/>
                <a:gd name="T11" fmla="*/ 2147483646 h 165"/>
                <a:gd name="T12" fmla="*/ 0 w 189"/>
                <a:gd name="T13" fmla="*/ 2147483646 h 165"/>
                <a:gd name="T14" fmla="*/ 2147483646 w 189"/>
                <a:gd name="T15" fmla="*/ 2147483646 h 165"/>
                <a:gd name="T16" fmla="*/ 2147483646 w 189"/>
                <a:gd name="T17" fmla="*/ 2147483646 h 165"/>
                <a:gd name="T18" fmla="*/ 2147483646 w 189"/>
                <a:gd name="T19" fmla="*/ 2147483646 h 165"/>
                <a:gd name="T20" fmla="*/ 2147483646 w 189"/>
                <a:gd name="T21" fmla="*/ 2147483646 h 165"/>
                <a:gd name="T22" fmla="*/ 2147483646 w 189"/>
                <a:gd name="T23" fmla="*/ 2147483646 h 165"/>
                <a:gd name="T24" fmla="*/ 2147483646 w 189"/>
                <a:gd name="T25" fmla="*/ 2147483646 h 165"/>
                <a:gd name="T26" fmla="*/ 2147483646 w 189"/>
                <a:gd name="T27" fmla="*/ 0 h 165"/>
                <a:gd name="T28" fmla="*/ 2147483646 w 189"/>
                <a:gd name="T29" fmla="*/ 2147483646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9" h="165">
                  <a:moveTo>
                    <a:pt x="92" y="61"/>
                  </a:moveTo>
                  <a:cubicBezTo>
                    <a:pt x="88" y="61"/>
                    <a:pt x="84" y="61"/>
                    <a:pt x="80" y="61"/>
                  </a:cubicBezTo>
                  <a:cubicBezTo>
                    <a:pt x="57" y="59"/>
                    <a:pt x="37" y="51"/>
                    <a:pt x="22" y="38"/>
                  </a:cubicBezTo>
                  <a:cubicBezTo>
                    <a:pt x="16" y="33"/>
                    <a:pt x="11" y="27"/>
                    <a:pt x="7" y="20"/>
                  </a:cubicBezTo>
                  <a:cubicBezTo>
                    <a:pt x="4" y="14"/>
                    <a:pt x="1" y="9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4"/>
                    <a:pt x="2" y="110"/>
                    <a:pt x="4" y="115"/>
                  </a:cubicBezTo>
                  <a:cubicBezTo>
                    <a:pt x="8" y="123"/>
                    <a:pt x="13" y="131"/>
                    <a:pt x="18" y="136"/>
                  </a:cubicBezTo>
                  <a:cubicBezTo>
                    <a:pt x="32" y="152"/>
                    <a:pt x="53" y="161"/>
                    <a:pt x="77" y="164"/>
                  </a:cubicBezTo>
                  <a:cubicBezTo>
                    <a:pt x="81" y="164"/>
                    <a:pt x="85" y="165"/>
                    <a:pt x="89" y="165"/>
                  </a:cubicBezTo>
                  <a:cubicBezTo>
                    <a:pt x="138" y="164"/>
                    <a:pt x="179" y="137"/>
                    <a:pt x="189" y="97"/>
                  </a:cubicBezTo>
                  <a:cubicBezTo>
                    <a:pt x="189" y="97"/>
                    <a:pt x="189" y="97"/>
                    <a:pt x="189" y="97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76" y="36"/>
                    <a:pt x="137" y="60"/>
                    <a:pt x="92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300">
              <a:extLst>
                <a:ext uri="{FF2B5EF4-FFF2-40B4-BE49-F238E27FC236}">
                  <a16:creationId xmlns:a16="http://schemas.microsoft.com/office/drawing/2014/main" id="{703AC8B3-F43C-4A5E-9AE1-7FD9AF166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825" y="2803694"/>
              <a:ext cx="787183" cy="277601"/>
            </a:xfrm>
            <a:custGeom>
              <a:avLst/>
              <a:gdLst>
                <a:gd name="T0" fmla="*/ 0 w 190"/>
                <a:gd name="T1" fmla="*/ 2147483646 h 63"/>
                <a:gd name="T2" fmla="*/ 2147483646 w 190"/>
                <a:gd name="T3" fmla="*/ 2147483646 h 63"/>
                <a:gd name="T4" fmla="*/ 2147483646 w 190"/>
                <a:gd name="T5" fmla="*/ 2147483646 h 63"/>
                <a:gd name="T6" fmla="*/ 2147483646 w 190"/>
                <a:gd name="T7" fmla="*/ 2147483646 h 63"/>
                <a:gd name="T8" fmla="*/ 2147483646 w 190"/>
                <a:gd name="T9" fmla="*/ 2147483646 h 63"/>
                <a:gd name="T10" fmla="*/ 2147483646 w 19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0" h="63">
                  <a:moveTo>
                    <a:pt x="0" y="5"/>
                  </a:moveTo>
                  <a:cubicBezTo>
                    <a:pt x="1" y="7"/>
                    <a:pt x="2" y="9"/>
                    <a:pt x="3" y="13"/>
                  </a:cubicBezTo>
                  <a:cubicBezTo>
                    <a:pt x="7" y="21"/>
                    <a:pt x="12" y="30"/>
                    <a:pt x="18" y="35"/>
                  </a:cubicBezTo>
                  <a:cubicBezTo>
                    <a:pt x="32" y="51"/>
                    <a:pt x="53" y="60"/>
                    <a:pt x="77" y="63"/>
                  </a:cubicBezTo>
                  <a:cubicBezTo>
                    <a:pt x="81" y="63"/>
                    <a:pt x="85" y="63"/>
                    <a:pt x="90" y="63"/>
                  </a:cubicBezTo>
                  <a:cubicBezTo>
                    <a:pt x="138" y="63"/>
                    <a:pt x="178" y="39"/>
                    <a:pt x="190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301">
              <a:extLst>
                <a:ext uri="{FF2B5EF4-FFF2-40B4-BE49-F238E27FC236}">
                  <a16:creationId xmlns:a16="http://schemas.microsoft.com/office/drawing/2014/main" id="{7E162E0C-F46A-42F0-B6D2-3539E1712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362" y="1465263"/>
              <a:ext cx="762377" cy="682435"/>
            </a:xfrm>
            <a:custGeom>
              <a:avLst/>
              <a:gdLst>
                <a:gd name="T0" fmla="*/ 2147483646 w 184"/>
                <a:gd name="T1" fmla="*/ 2147483646 h 155"/>
                <a:gd name="T2" fmla="*/ 2147483646 w 184"/>
                <a:gd name="T3" fmla="*/ 2147483646 h 155"/>
                <a:gd name="T4" fmla="*/ 2147483646 w 184"/>
                <a:gd name="T5" fmla="*/ 2147483646 h 155"/>
                <a:gd name="T6" fmla="*/ 2147483646 w 184"/>
                <a:gd name="T7" fmla="*/ 2147483646 h 155"/>
                <a:gd name="T8" fmla="*/ 2147483646 w 184"/>
                <a:gd name="T9" fmla="*/ 2147483646 h 155"/>
                <a:gd name="T10" fmla="*/ 2147483646 w 184"/>
                <a:gd name="T11" fmla="*/ 2147483646 h 155"/>
                <a:gd name="T12" fmla="*/ 2147483646 w 184"/>
                <a:gd name="T13" fmla="*/ 2147483646 h 155"/>
                <a:gd name="T14" fmla="*/ 2147483646 w 184"/>
                <a:gd name="T15" fmla="*/ 2147483646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155">
                  <a:moveTo>
                    <a:pt x="82" y="153"/>
                  </a:moveTo>
                  <a:cubicBezTo>
                    <a:pt x="56" y="151"/>
                    <a:pt x="32" y="140"/>
                    <a:pt x="17" y="123"/>
                  </a:cubicBezTo>
                  <a:cubicBezTo>
                    <a:pt x="6" y="108"/>
                    <a:pt x="0" y="91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8" y="31"/>
                    <a:pt x="53" y="0"/>
                    <a:pt x="102" y="2"/>
                  </a:cubicBezTo>
                  <a:cubicBezTo>
                    <a:pt x="128" y="4"/>
                    <a:pt x="152" y="15"/>
                    <a:pt x="167" y="32"/>
                  </a:cubicBezTo>
                  <a:cubicBezTo>
                    <a:pt x="178" y="47"/>
                    <a:pt x="184" y="64"/>
                    <a:pt x="181" y="82"/>
                  </a:cubicBezTo>
                  <a:cubicBezTo>
                    <a:pt x="176" y="124"/>
                    <a:pt x="131" y="155"/>
                    <a:pt x="82" y="153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302">
              <a:extLst>
                <a:ext uri="{FF2B5EF4-FFF2-40B4-BE49-F238E27FC236}">
                  <a16:creationId xmlns:a16="http://schemas.microsoft.com/office/drawing/2014/main" id="{D045789E-C8E9-4BC3-A897-26E8D5876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861" y="1486744"/>
              <a:ext cx="719379" cy="639473"/>
            </a:xfrm>
            <a:custGeom>
              <a:avLst/>
              <a:gdLst>
                <a:gd name="T0" fmla="*/ 2147483646 w 174"/>
                <a:gd name="T1" fmla="*/ 2147483646 h 145"/>
                <a:gd name="T2" fmla="*/ 2147483646 w 174"/>
                <a:gd name="T3" fmla="*/ 2147483646 h 145"/>
                <a:gd name="T4" fmla="*/ 2147483646 w 174"/>
                <a:gd name="T5" fmla="*/ 2147483646 h 145"/>
                <a:gd name="T6" fmla="*/ 2147483646 w 174"/>
                <a:gd name="T7" fmla="*/ 2147483646 h 145"/>
                <a:gd name="T8" fmla="*/ 2147483646 w 174"/>
                <a:gd name="T9" fmla="*/ 2147483646 h 145"/>
                <a:gd name="T10" fmla="*/ 2147483646 w 174"/>
                <a:gd name="T11" fmla="*/ 2147483646 h 145"/>
                <a:gd name="T12" fmla="*/ 2147483646 w 174"/>
                <a:gd name="T13" fmla="*/ 2147483646 h 145"/>
                <a:gd name="T14" fmla="*/ 2147483646 w 174"/>
                <a:gd name="T15" fmla="*/ 2147483646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145">
                  <a:moveTo>
                    <a:pt x="77" y="143"/>
                  </a:moveTo>
                  <a:cubicBezTo>
                    <a:pt x="77" y="143"/>
                    <a:pt x="77" y="143"/>
                    <a:pt x="77" y="143"/>
                  </a:cubicBezTo>
                  <a:cubicBezTo>
                    <a:pt x="52" y="142"/>
                    <a:pt x="30" y="131"/>
                    <a:pt x="16" y="115"/>
                  </a:cubicBezTo>
                  <a:cubicBezTo>
                    <a:pt x="5" y="101"/>
                    <a:pt x="0" y="85"/>
                    <a:pt x="3" y="69"/>
                  </a:cubicBezTo>
                  <a:cubicBezTo>
                    <a:pt x="8" y="30"/>
                    <a:pt x="50" y="0"/>
                    <a:pt x="97" y="2"/>
                  </a:cubicBezTo>
                  <a:cubicBezTo>
                    <a:pt x="122" y="4"/>
                    <a:pt x="144" y="14"/>
                    <a:pt x="158" y="31"/>
                  </a:cubicBezTo>
                  <a:cubicBezTo>
                    <a:pt x="169" y="44"/>
                    <a:pt x="174" y="60"/>
                    <a:pt x="171" y="76"/>
                  </a:cubicBezTo>
                  <a:cubicBezTo>
                    <a:pt x="166" y="116"/>
                    <a:pt x="124" y="145"/>
                    <a:pt x="77" y="143"/>
                  </a:cubicBezTo>
                  <a:close/>
                </a:path>
              </a:pathLst>
            </a:custGeom>
            <a:solidFill>
              <a:srgbClr val="E1EE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303">
              <a:extLst>
                <a:ext uri="{FF2B5EF4-FFF2-40B4-BE49-F238E27FC236}">
                  <a16:creationId xmlns:a16="http://schemas.microsoft.com/office/drawing/2014/main" id="{A209FDB8-EA2D-4468-A7F1-92326993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244" y="1592497"/>
              <a:ext cx="654883" cy="533720"/>
            </a:xfrm>
            <a:custGeom>
              <a:avLst/>
              <a:gdLst>
                <a:gd name="T0" fmla="*/ 2147483646 w 158"/>
                <a:gd name="T1" fmla="*/ 2147483646 h 121"/>
                <a:gd name="T2" fmla="*/ 0 w 158"/>
                <a:gd name="T3" fmla="*/ 2147483646 h 121"/>
                <a:gd name="T4" fmla="*/ 2147483646 w 158"/>
                <a:gd name="T5" fmla="*/ 2147483646 h 121"/>
                <a:gd name="T6" fmla="*/ 2147483646 w 158"/>
                <a:gd name="T7" fmla="*/ 2147483646 h 121"/>
                <a:gd name="T8" fmla="*/ 2147483646 w 158"/>
                <a:gd name="T9" fmla="*/ 2147483646 h 121"/>
                <a:gd name="T10" fmla="*/ 2147483646 w 158"/>
                <a:gd name="T11" fmla="*/ 2147483646 h 121"/>
                <a:gd name="T12" fmla="*/ 2147483646 w 158"/>
                <a:gd name="T13" fmla="*/ 2147483646 h 121"/>
                <a:gd name="T14" fmla="*/ 2147483646 w 158"/>
                <a:gd name="T15" fmla="*/ 2147483646 h 121"/>
                <a:gd name="T16" fmla="*/ 2147483646 w 158"/>
                <a:gd name="T17" fmla="*/ 2147483646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121">
                  <a:moveTo>
                    <a:pt x="87" y="2"/>
                  </a:moveTo>
                  <a:cubicBezTo>
                    <a:pt x="44" y="0"/>
                    <a:pt x="5" y="27"/>
                    <a:pt x="0" y="63"/>
                  </a:cubicBezTo>
                  <a:cubicBezTo>
                    <a:pt x="0" y="70"/>
                    <a:pt x="0" y="76"/>
                    <a:pt x="1" y="82"/>
                  </a:cubicBezTo>
                  <a:cubicBezTo>
                    <a:pt x="3" y="85"/>
                    <a:pt x="5" y="88"/>
                    <a:pt x="7" y="91"/>
                  </a:cubicBezTo>
                  <a:cubicBezTo>
                    <a:pt x="21" y="107"/>
                    <a:pt x="43" y="118"/>
                    <a:pt x="68" y="119"/>
                  </a:cubicBezTo>
                  <a:cubicBezTo>
                    <a:pt x="105" y="121"/>
                    <a:pt x="139" y="103"/>
                    <a:pt x="155" y="75"/>
                  </a:cubicBezTo>
                  <a:cubicBezTo>
                    <a:pt x="155" y="74"/>
                    <a:pt x="155" y="72"/>
                    <a:pt x="156" y="70"/>
                  </a:cubicBezTo>
                  <a:cubicBezTo>
                    <a:pt x="158" y="55"/>
                    <a:pt x="153" y="40"/>
                    <a:pt x="143" y="28"/>
                  </a:cubicBezTo>
                  <a:cubicBezTo>
                    <a:pt x="130" y="13"/>
                    <a:pt x="110" y="3"/>
                    <a:pt x="87" y="2"/>
                  </a:cubicBezTo>
                  <a:close/>
                </a:path>
              </a:pathLst>
            </a:custGeom>
            <a:solidFill>
              <a:srgbClr val="C3D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304">
              <a:extLst>
                <a:ext uri="{FF2B5EF4-FFF2-40B4-BE49-F238E27FC236}">
                  <a16:creationId xmlns:a16="http://schemas.microsoft.com/office/drawing/2014/main" id="{30D81E71-626E-45A0-BD77-DEA66F33D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631" y="1825483"/>
              <a:ext cx="740878" cy="361872"/>
            </a:xfrm>
            <a:custGeom>
              <a:avLst/>
              <a:gdLst>
                <a:gd name="T0" fmla="*/ 2147483646 w 179"/>
                <a:gd name="T1" fmla="*/ 2147483646 h 82"/>
                <a:gd name="T2" fmla="*/ 2147483646 w 179"/>
                <a:gd name="T3" fmla="*/ 2147483646 h 82"/>
                <a:gd name="T4" fmla="*/ 0 w 179"/>
                <a:gd name="T5" fmla="*/ 2147483646 h 82"/>
                <a:gd name="T6" fmla="*/ 0 w 179"/>
                <a:gd name="T7" fmla="*/ 2147483646 h 82"/>
                <a:gd name="T8" fmla="*/ 2147483646 w 179"/>
                <a:gd name="T9" fmla="*/ 2147483646 h 82"/>
                <a:gd name="T10" fmla="*/ 2147483646 w 179"/>
                <a:gd name="T11" fmla="*/ 2147483646 h 82"/>
                <a:gd name="T12" fmla="*/ 2147483646 w 179"/>
                <a:gd name="T13" fmla="*/ 2147483646 h 82"/>
                <a:gd name="T14" fmla="*/ 2147483646 w 179"/>
                <a:gd name="T15" fmla="*/ 0 h 82"/>
                <a:gd name="T16" fmla="*/ 2147483646 w 179"/>
                <a:gd name="T17" fmla="*/ 2147483646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82">
                  <a:moveTo>
                    <a:pt x="80" y="71"/>
                  </a:moveTo>
                  <a:cubicBezTo>
                    <a:pt x="54" y="69"/>
                    <a:pt x="30" y="58"/>
                    <a:pt x="15" y="41"/>
                  </a:cubicBezTo>
                  <a:cubicBezTo>
                    <a:pt x="6" y="29"/>
                    <a:pt x="1" y="15"/>
                    <a:pt x="0" y="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27"/>
                    <a:pt x="6" y="40"/>
                    <a:pt x="15" y="51"/>
                  </a:cubicBezTo>
                  <a:cubicBezTo>
                    <a:pt x="30" y="68"/>
                    <a:pt x="54" y="78"/>
                    <a:pt x="80" y="80"/>
                  </a:cubicBezTo>
                  <a:cubicBezTo>
                    <a:pt x="129" y="82"/>
                    <a:pt x="174" y="52"/>
                    <a:pt x="179" y="11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4" y="42"/>
                    <a:pt x="129" y="73"/>
                    <a:pt x="80" y="71"/>
                  </a:cubicBezTo>
                  <a:close/>
                </a:path>
              </a:pathLst>
            </a:custGeom>
            <a:solidFill>
              <a:srgbClr val="E1EE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305">
              <a:extLst>
                <a:ext uri="{FF2B5EF4-FFF2-40B4-BE49-F238E27FC236}">
                  <a16:creationId xmlns:a16="http://schemas.microsoft.com/office/drawing/2014/main" id="{D3DA0171-B9EB-42C4-B704-963001E75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781" y="1632154"/>
              <a:ext cx="630077" cy="494063"/>
            </a:xfrm>
            <a:custGeom>
              <a:avLst/>
              <a:gdLst>
                <a:gd name="T0" fmla="*/ 2147483646 w 152"/>
                <a:gd name="T1" fmla="*/ 2147483646 h 112"/>
                <a:gd name="T2" fmla="*/ 2147483646 w 152"/>
                <a:gd name="T3" fmla="*/ 2147483646 h 112"/>
                <a:gd name="T4" fmla="*/ 2147483646 w 152"/>
                <a:gd name="T5" fmla="*/ 2147483646 h 112"/>
                <a:gd name="T6" fmla="*/ 2147483646 w 152"/>
                <a:gd name="T7" fmla="*/ 2147483646 h 112"/>
                <a:gd name="T8" fmla="*/ 2147483646 w 152"/>
                <a:gd name="T9" fmla="*/ 2147483646 h 112"/>
                <a:gd name="T10" fmla="*/ 2147483646 w 152"/>
                <a:gd name="T11" fmla="*/ 2147483646 h 112"/>
                <a:gd name="T12" fmla="*/ 2147483646 w 152"/>
                <a:gd name="T13" fmla="*/ 2147483646 h 112"/>
                <a:gd name="T14" fmla="*/ 2147483646 w 152"/>
                <a:gd name="T15" fmla="*/ 2147483646 h 112"/>
                <a:gd name="T16" fmla="*/ 0 w 152"/>
                <a:gd name="T17" fmla="*/ 2147483646 h 112"/>
                <a:gd name="T18" fmla="*/ 0 w 152"/>
                <a:gd name="T19" fmla="*/ 2147483646 h 112"/>
                <a:gd name="T20" fmla="*/ 2147483646 w 152"/>
                <a:gd name="T21" fmla="*/ 2147483646 h 112"/>
                <a:gd name="T22" fmla="*/ 2147483646 w 152"/>
                <a:gd name="T23" fmla="*/ 2147483646 h 112"/>
                <a:gd name="T24" fmla="*/ 2147483646 w 152"/>
                <a:gd name="T25" fmla="*/ 2147483646 h 112"/>
                <a:gd name="T26" fmla="*/ 2147483646 w 152"/>
                <a:gd name="T27" fmla="*/ 2147483646 h 112"/>
                <a:gd name="T28" fmla="*/ 2147483646 w 152"/>
                <a:gd name="T29" fmla="*/ 2147483646 h 112"/>
                <a:gd name="T30" fmla="*/ 2147483646 w 152"/>
                <a:gd name="T31" fmla="*/ 2147483646 h 112"/>
                <a:gd name="T32" fmla="*/ 2147483646 w 152"/>
                <a:gd name="T33" fmla="*/ 2147483646 h 1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2" h="112">
                  <a:moveTo>
                    <a:pt x="128" y="20"/>
                  </a:moveTo>
                  <a:cubicBezTo>
                    <a:pt x="123" y="16"/>
                    <a:pt x="117" y="12"/>
                    <a:pt x="111" y="9"/>
                  </a:cubicBezTo>
                  <a:cubicBezTo>
                    <a:pt x="105" y="6"/>
                    <a:pt x="94" y="2"/>
                    <a:pt x="86" y="2"/>
                  </a:cubicBezTo>
                  <a:cubicBezTo>
                    <a:pt x="79" y="2"/>
                    <a:pt x="75" y="0"/>
                    <a:pt x="68" y="1"/>
                  </a:cubicBezTo>
                  <a:cubicBezTo>
                    <a:pt x="63" y="1"/>
                    <a:pt x="55" y="6"/>
                    <a:pt x="50" y="8"/>
                  </a:cubicBezTo>
                  <a:cubicBezTo>
                    <a:pt x="38" y="11"/>
                    <a:pt x="31" y="17"/>
                    <a:pt x="22" y="24"/>
                  </a:cubicBezTo>
                  <a:cubicBezTo>
                    <a:pt x="18" y="27"/>
                    <a:pt x="13" y="33"/>
                    <a:pt x="10" y="38"/>
                  </a:cubicBezTo>
                  <a:cubicBezTo>
                    <a:pt x="8" y="42"/>
                    <a:pt x="6" y="47"/>
                    <a:pt x="4" y="52"/>
                  </a:cubicBezTo>
                  <a:cubicBezTo>
                    <a:pt x="1" y="59"/>
                    <a:pt x="0" y="68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9"/>
                    <a:pt x="2" y="80"/>
                    <a:pt x="3" y="82"/>
                  </a:cubicBezTo>
                  <a:cubicBezTo>
                    <a:pt x="17" y="98"/>
                    <a:pt x="39" y="109"/>
                    <a:pt x="64" y="110"/>
                  </a:cubicBezTo>
                  <a:cubicBezTo>
                    <a:pt x="101" y="112"/>
                    <a:pt x="135" y="94"/>
                    <a:pt x="151" y="66"/>
                  </a:cubicBezTo>
                  <a:cubicBezTo>
                    <a:pt x="151" y="65"/>
                    <a:pt x="151" y="63"/>
                    <a:pt x="152" y="61"/>
                  </a:cubicBezTo>
                  <a:cubicBezTo>
                    <a:pt x="152" y="59"/>
                    <a:pt x="152" y="56"/>
                    <a:pt x="152" y="54"/>
                  </a:cubicBezTo>
                  <a:cubicBezTo>
                    <a:pt x="150" y="49"/>
                    <a:pt x="147" y="44"/>
                    <a:pt x="144" y="38"/>
                  </a:cubicBezTo>
                  <a:cubicBezTo>
                    <a:pt x="140" y="29"/>
                    <a:pt x="137" y="27"/>
                    <a:pt x="128" y="20"/>
                  </a:cubicBezTo>
                  <a:close/>
                </a:path>
              </a:pathLst>
            </a:custGeom>
            <a:solidFill>
              <a:srgbClr val="FFE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0" name="Freeform 306">
              <a:extLst>
                <a:ext uri="{FF2B5EF4-FFF2-40B4-BE49-F238E27FC236}">
                  <a16:creationId xmlns:a16="http://schemas.microsoft.com/office/drawing/2014/main" id="{565A9A2B-5539-4726-A45B-1AC186D1A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817" y="1663549"/>
              <a:ext cx="434935" cy="246205"/>
            </a:xfrm>
            <a:custGeom>
              <a:avLst/>
              <a:gdLst>
                <a:gd name="T0" fmla="*/ 0 w 105"/>
                <a:gd name="T1" fmla="*/ 2147483646 h 56"/>
                <a:gd name="T2" fmla="*/ 2147483646 w 105"/>
                <a:gd name="T3" fmla="*/ 2147483646 h 56"/>
                <a:gd name="T4" fmla="*/ 2147483646 w 105"/>
                <a:gd name="T5" fmla="*/ 2147483646 h 56"/>
                <a:gd name="T6" fmla="*/ 2147483646 w 105"/>
                <a:gd name="T7" fmla="*/ 0 h 56"/>
                <a:gd name="T8" fmla="*/ 2147483646 w 105"/>
                <a:gd name="T9" fmla="*/ 2147483646 h 56"/>
                <a:gd name="T10" fmla="*/ 2147483646 w 105"/>
                <a:gd name="T11" fmla="*/ 2147483646 h 56"/>
                <a:gd name="T12" fmla="*/ 2147483646 w 105"/>
                <a:gd name="T13" fmla="*/ 2147483646 h 56"/>
                <a:gd name="T14" fmla="*/ 2147483646 w 105"/>
                <a:gd name="T15" fmla="*/ 2147483646 h 56"/>
                <a:gd name="T16" fmla="*/ 2147483646 w 105"/>
                <a:gd name="T17" fmla="*/ 2147483646 h 56"/>
                <a:gd name="T18" fmla="*/ 2147483646 w 105"/>
                <a:gd name="T19" fmla="*/ 214748364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56">
                  <a:moveTo>
                    <a:pt x="0" y="56"/>
                  </a:moveTo>
                  <a:cubicBezTo>
                    <a:pt x="3" y="45"/>
                    <a:pt x="5" y="32"/>
                    <a:pt x="13" y="23"/>
                  </a:cubicBezTo>
                  <a:cubicBezTo>
                    <a:pt x="18" y="17"/>
                    <a:pt x="28" y="13"/>
                    <a:pt x="36" y="9"/>
                  </a:cubicBezTo>
                  <a:cubicBezTo>
                    <a:pt x="44" y="5"/>
                    <a:pt x="53" y="2"/>
                    <a:pt x="62" y="0"/>
                  </a:cubicBezTo>
                  <a:cubicBezTo>
                    <a:pt x="68" y="0"/>
                    <a:pt x="79" y="1"/>
                    <a:pt x="85" y="2"/>
                  </a:cubicBezTo>
                  <a:cubicBezTo>
                    <a:pt x="93" y="3"/>
                    <a:pt x="99" y="10"/>
                    <a:pt x="105" y="16"/>
                  </a:cubicBezTo>
                  <a:cubicBezTo>
                    <a:pt x="94" y="8"/>
                    <a:pt x="78" y="2"/>
                    <a:pt x="65" y="5"/>
                  </a:cubicBezTo>
                  <a:cubicBezTo>
                    <a:pt x="55" y="8"/>
                    <a:pt x="52" y="9"/>
                    <a:pt x="42" y="12"/>
                  </a:cubicBezTo>
                  <a:cubicBezTo>
                    <a:pt x="35" y="14"/>
                    <a:pt x="28" y="20"/>
                    <a:pt x="22" y="23"/>
                  </a:cubicBezTo>
                  <a:cubicBezTo>
                    <a:pt x="16" y="27"/>
                    <a:pt x="11" y="33"/>
                    <a:pt x="7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1" name="Freeform 307">
              <a:extLst>
                <a:ext uri="{FF2B5EF4-FFF2-40B4-BE49-F238E27FC236}">
                  <a16:creationId xmlns:a16="http://schemas.microsoft.com/office/drawing/2014/main" id="{BF18874B-6E75-4F19-96DE-B5C5BC8B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161" y="1732949"/>
              <a:ext cx="537467" cy="419706"/>
            </a:xfrm>
            <a:custGeom>
              <a:avLst/>
              <a:gdLst>
                <a:gd name="T0" fmla="*/ 0 w 130"/>
                <a:gd name="T1" fmla="*/ 2147483646 h 95"/>
                <a:gd name="T2" fmla="*/ 2147483646 w 130"/>
                <a:gd name="T3" fmla="*/ 2147483646 h 95"/>
                <a:gd name="T4" fmla="*/ 2147483646 w 130"/>
                <a:gd name="T5" fmla="*/ 2147483646 h 95"/>
                <a:gd name="T6" fmla="*/ 2147483646 w 130"/>
                <a:gd name="T7" fmla="*/ 2147483646 h 95"/>
                <a:gd name="T8" fmla="*/ 2147483646 w 130"/>
                <a:gd name="T9" fmla="*/ 0 h 95"/>
                <a:gd name="T10" fmla="*/ 2147483646 w 130"/>
                <a:gd name="T11" fmla="*/ 2147483646 h 95"/>
                <a:gd name="T12" fmla="*/ 2147483646 w 130"/>
                <a:gd name="T13" fmla="*/ 2147483646 h 95"/>
                <a:gd name="T14" fmla="*/ 2147483646 w 130"/>
                <a:gd name="T15" fmla="*/ 2147483646 h 95"/>
                <a:gd name="T16" fmla="*/ 0 w 130"/>
                <a:gd name="T17" fmla="*/ 2147483646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5">
                  <a:moveTo>
                    <a:pt x="0" y="67"/>
                  </a:moveTo>
                  <a:cubicBezTo>
                    <a:pt x="16" y="76"/>
                    <a:pt x="60" y="95"/>
                    <a:pt x="112" y="59"/>
                  </a:cubicBezTo>
                  <a:cubicBezTo>
                    <a:pt x="125" y="50"/>
                    <a:pt x="130" y="38"/>
                    <a:pt x="127" y="31"/>
                  </a:cubicBezTo>
                  <a:cubicBezTo>
                    <a:pt x="123" y="24"/>
                    <a:pt x="121" y="16"/>
                    <a:pt x="115" y="10"/>
                  </a:cubicBezTo>
                  <a:cubicBezTo>
                    <a:pt x="108" y="3"/>
                    <a:pt x="102" y="0"/>
                    <a:pt x="102" y="0"/>
                  </a:cubicBezTo>
                  <a:cubicBezTo>
                    <a:pt x="107" y="6"/>
                    <a:pt x="110" y="8"/>
                    <a:pt x="113" y="17"/>
                  </a:cubicBezTo>
                  <a:cubicBezTo>
                    <a:pt x="116" y="25"/>
                    <a:pt x="118" y="36"/>
                    <a:pt x="109" y="45"/>
                  </a:cubicBezTo>
                  <a:cubicBezTo>
                    <a:pt x="99" y="54"/>
                    <a:pt x="86" y="70"/>
                    <a:pt x="63" y="72"/>
                  </a:cubicBezTo>
                  <a:cubicBezTo>
                    <a:pt x="39" y="75"/>
                    <a:pt x="10" y="76"/>
                    <a:pt x="0" y="67"/>
                  </a:cubicBezTo>
                  <a:close/>
                </a:path>
              </a:pathLst>
            </a:custGeom>
            <a:solidFill>
              <a:srgbClr val="FF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2" name="Freeform 308">
              <a:extLst>
                <a:ext uri="{FF2B5EF4-FFF2-40B4-BE49-F238E27FC236}">
                  <a16:creationId xmlns:a16="http://schemas.microsoft.com/office/drawing/2014/main" id="{7AD3F75C-F0EE-441D-8A1B-926EFF649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685" y="1795740"/>
              <a:ext cx="302635" cy="294124"/>
            </a:xfrm>
            <a:custGeom>
              <a:avLst/>
              <a:gdLst>
                <a:gd name="T0" fmla="*/ 2147483646 w 73"/>
                <a:gd name="T1" fmla="*/ 0 h 67"/>
                <a:gd name="T2" fmla="*/ 2147483646 w 73"/>
                <a:gd name="T3" fmla="*/ 2147483646 h 67"/>
                <a:gd name="T4" fmla="*/ 2147483646 w 73"/>
                <a:gd name="T5" fmla="*/ 2147483646 h 67"/>
                <a:gd name="T6" fmla="*/ 0 w 73"/>
                <a:gd name="T7" fmla="*/ 2147483646 h 67"/>
                <a:gd name="T8" fmla="*/ 2147483646 w 73"/>
                <a:gd name="T9" fmla="*/ 2147483646 h 67"/>
                <a:gd name="T10" fmla="*/ 2147483646 w 73"/>
                <a:gd name="T11" fmla="*/ 2147483646 h 67"/>
                <a:gd name="T12" fmla="*/ 2147483646 w 73"/>
                <a:gd name="T13" fmla="*/ 2147483646 h 67"/>
                <a:gd name="T14" fmla="*/ 2147483646 w 73"/>
                <a:gd name="T15" fmla="*/ 2147483646 h 67"/>
                <a:gd name="T16" fmla="*/ 2147483646 w 73"/>
                <a:gd name="T17" fmla="*/ 2147483646 h 67"/>
                <a:gd name="T18" fmla="*/ 2147483646 w 73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67">
                  <a:moveTo>
                    <a:pt x="62" y="0"/>
                  </a:moveTo>
                  <a:cubicBezTo>
                    <a:pt x="67" y="4"/>
                    <a:pt x="72" y="16"/>
                    <a:pt x="73" y="22"/>
                  </a:cubicBezTo>
                  <a:cubicBezTo>
                    <a:pt x="73" y="31"/>
                    <a:pt x="65" y="39"/>
                    <a:pt x="59" y="44"/>
                  </a:cubicBezTo>
                  <a:cubicBezTo>
                    <a:pt x="42" y="57"/>
                    <a:pt x="22" y="67"/>
                    <a:pt x="0" y="65"/>
                  </a:cubicBezTo>
                  <a:cubicBezTo>
                    <a:pt x="10" y="64"/>
                    <a:pt x="21" y="62"/>
                    <a:pt x="30" y="57"/>
                  </a:cubicBezTo>
                  <a:cubicBezTo>
                    <a:pt x="35" y="55"/>
                    <a:pt x="38" y="52"/>
                    <a:pt x="42" y="49"/>
                  </a:cubicBezTo>
                  <a:cubicBezTo>
                    <a:pt x="46" y="47"/>
                    <a:pt x="48" y="44"/>
                    <a:pt x="51" y="41"/>
                  </a:cubicBezTo>
                  <a:cubicBezTo>
                    <a:pt x="54" y="39"/>
                    <a:pt x="58" y="39"/>
                    <a:pt x="61" y="36"/>
                  </a:cubicBezTo>
                  <a:cubicBezTo>
                    <a:pt x="64" y="33"/>
                    <a:pt x="65" y="29"/>
                    <a:pt x="66" y="25"/>
                  </a:cubicBezTo>
                  <a:cubicBezTo>
                    <a:pt x="70" y="16"/>
                    <a:pt x="66" y="8"/>
                    <a:pt x="62" y="0"/>
                  </a:cubicBezTo>
                </a:path>
              </a:pathLst>
            </a:custGeom>
            <a:solidFill>
              <a:srgbClr val="FFD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3" name="Freeform 309">
              <a:extLst>
                <a:ext uri="{FF2B5EF4-FFF2-40B4-BE49-F238E27FC236}">
                  <a16:creationId xmlns:a16="http://schemas.microsoft.com/office/drawing/2014/main" id="{594C38AA-2C20-4846-B143-E0B286AD7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408" y="1719730"/>
              <a:ext cx="135607" cy="327172"/>
            </a:xfrm>
            <a:custGeom>
              <a:avLst/>
              <a:gdLst>
                <a:gd name="T0" fmla="*/ 2147483646 w 33"/>
                <a:gd name="T1" fmla="*/ 2147483646 h 74"/>
                <a:gd name="T2" fmla="*/ 2147483646 w 33"/>
                <a:gd name="T3" fmla="*/ 2147483646 h 74"/>
                <a:gd name="T4" fmla="*/ 2147483646 w 33"/>
                <a:gd name="T5" fmla="*/ 2147483646 h 74"/>
                <a:gd name="T6" fmla="*/ 2147483646 w 33"/>
                <a:gd name="T7" fmla="*/ 2147483646 h 74"/>
                <a:gd name="T8" fmla="*/ 2147483646 w 33"/>
                <a:gd name="T9" fmla="*/ 2147483646 h 74"/>
                <a:gd name="T10" fmla="*/ 2147483646 w 33"/>
                <a:gd name="T11" fmla="*/ 2147483646 h 74"/>
                <a:gd name="T12" fmla="*/ 2147483646 w 33"/>
                <a:gd name="T13" fmla="*/ 2147483646 h 74"/>
                <a:gd name="T14" fmla="*/ 0 w 33"/>
                <a:gd name="T15" fmla="*/ 2147483646 h 74"/>
                <a:gd name="T16" fmla="*/ 2147483646 w 33"/>
                <a:gd name="T17" fmla="*/ 2147483646 h 74"/>
                <a:gd name="T18" fmla="*/ 2147483646 w 33"/>
                <a:gd name="T19" fmla="*/ 2147483646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74">
                  <a:moveTo>
                    <a:pt x="25" y="10"/>
                  </a:moveTo>
                  <a:cubicBezTo>
                    <a:pt x="23" y="9"/>
                    <a:pt x="16" y="0"/>
                    <a:pt x="14" y="3"/>
                  </a:cubicBezTo>
                  <a:cubicBezTo>
                    <a:pt x="11" y="5"/>
                    <a:pt x="16" y="13"/>
                    <a:pt x="18" y="15"/>
                  </a:cubicBezTo>
                  <a:cubicBezTo>
                    <a:pt x="19" y="18"/>
                    <a:pt x="22" y="24"/>
                    <a:pt x="22" y="28"/>
                  </a:cubicBezTo>
                  <a:cubicBezTo>
                    <a:pt x="22" y="34"/>
                    <a:pt x="16" y="35"/>
                    <a:pt x="11" y="36"/>
                  </a:cubicBezTo>
                  <a:cubicBezTo>
                    <a:pt x="8" y="37"/>
                    <a:pt x="2" y="37"/>
                    <a:pt x="3" y="42"/>
                  </a:cubicBezTo>
                  <a:cubicBezTo>
                    <a:pt x="5" y="46"/>
                    <a:pt x="10" y="43"/>
                    <a:pt x="12" y="48"/>
                  </a:cubicBezTo>
                  <a:cubicBezTo>
                    <a:pt x="15" y="58"/>
                    <a:pt x="4" y="63"/>
                    <a:pt x="0" y="69"/>
                  </a:cubicBezTo>
                  <a:cubicBezTo>
                    <a:pt x="4" y="74"/>
                    <a:pt x="21" y="55"/>
                    <a:pt x="25" y="52"/>
                  </a:cubicBezTo>
                  <a:cubicBezTo>
                    <a:pt x="33" y="43"/>
                    <a:pt x="33" y="33"/>
                    <a:pt x="32" y="21"/>
                  </a:cubicBezTo>
                </a:path>
              </a:pathLst>
            </a:custGeom>
            <a:solidFill>
              <a:srgbClr val="FF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4" name="Freeform 310">
              <a:extLst>
                <a:ext uri="{FF2B5EF4-FFF2-40B4-BE49-F238E27FC236}">
                  <a16:creationId xmlns:a16="http://schemas.microsoft.com/office/drawing/2014/main" id="{4B0231BC-A99A-4B75-9134-330262E0F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393" y="1729644"/>
              <a:ext cx="183566" cy="254467"/>
            </a:xfrm>
            <a:custGeom>
              <a:avLst/>
              <a:gdLst>
                <a:gd name="T0" fmla="*/ 2147483646 w 44"/>
                <a:gd name="T1" fmla="*/ 2147483646 h 58"/>
                <a:gd name="T2" fmla="*/ 0 w 44"/>
                <a:gd name="T3" fmla="*/ 2147483646 h 58"/>
                <a:gd name="T4" fmla="*/ 2147483646 w 44"/>
                <a:gd name="T5" fmla="*/ 2147483646 h 58"/>
                <a:gd name="T6" fmla="*/ 2147483646 w 44"/>
                <a:gd name="T7" fmla="*/ 2147483646 h 58"/>
                <a:gd name="T8" fmla="*/ 2147483646 w 44"/>
                <a:gd name="T9" fmla="*/ 2147483646 h 58"/>
                <a:gd name="T10" fmla="*/ 2147483646 w 44"/>
                <a:gd name="T11" fmla="*/ 2147483646 h 58"/>
                <a:gd name="T12" fmla="*/ 2147483646 w 44"/>
                <a:gd name="T13" fmla="*/ 2147483646 h 58"/>
                <a:gd name="T14" fmla="*/ 2147483646 w 44"/>
                <a:gd name="T15" fmla="*/ 2147483646 h 58"/>
                <a:gd name="T16" fmla="*/ 2147483646 w 44"/>
                <a:gd name="T17" fmla="*/ 2147483646 h 58"/>
                <a:gd name="T18" fmla="*/ 2147483646 w 44"/>
                <a:gd name="T19" fmla="*/ 2147483646 h 58"/>
                <a:gd name="T20" fmla="*/ 2147483646 w 44"/>
                <a:gd name="T21" fmla="*/ 2147483646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58">
                  <a:moveTo>
                    <a:pt x="6" y="29"/>
                  </a:moveTo>
                  <a:cubicBezTo>
                    <a:pt x="4" y="33"/>
                    <a:pt x="0" y="40"/>
                    <a:pt x="0" y="45"/>
                  </a:cubicBezTo>
                  <a:cubicBezTo>
                    <a:pt x="1" y="48"/>
                    <a:pt x="2" y="58"/>
                    <a:pt x="7" y="57"/>
                  </a:cubicBezTo>
                  <a:cubicBezTo>
                    <a:pt x="0" y="55"/>
                    <a:pt x="8" y="35"/>
                    <a:pt x="10" y="30"/>
                  </a:cubicBezTo>
                  <a:cubicBezTo>
                    <a:pt x="13" y="21"/>
                    <a:pt x="19" y="23"/>
                    <a:pt x="26" y="20"/>
                  </a:cubicBezTo>
                  <a:cubicBezTo>
                    <a:pt x="25" y="18"/>
                    <a:pt x="23" y="17"/>
                    <a:pt x="23" y="15"/>
                  </a:cubicBezTo>
                  <a:cubicBezTo>
                    <a:pt x="23" y="13"/>
                    <a:pt x="25" y="10"/>
                    <a:pt x="27" y="9"/>
                  </a:cubicBezTo>
                  <a:cubicBezTo>
                    <a:pt x="29" y="6"/>
                    <a:pt x="40" y="2"/>
                    <a:pt x="44" y="1"/>
                  </a:cubicBezTo>
                  <a:cubicBezTo>
                    <a:pt x="35" y="0"/>
                    <a:pt x="23" y="6"/>
                    <a:pt x="18" y="13"/>
                  </a:cubicBezTo>
                  <a:cubicBezTo>
                    <a:pt x="16" y="15"/>
                    <a:pt x="15" y="18"/>
                    <a:pt x="12" y="20"/>
                  </a:cubicBezTo>
                  <a:cubicBezTo>
                    <a:pt x="11" y="22"/>
                    <a:pt x="7" y="24"/>
                    <a:pt x="7" y="26"/>
                  </a:cubicBezTo>
                </a:path>
              </a:pathLst>
            </a:custGeom>
            <a:solidFill>
              <a:srgbClr val="FF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5" name="Freeform 311">
              <a:extLst>
                <a:ext uri="{FF2B5EF4-FFF2-40B4-BE49-F238E27FC236}">
                  <a16:creationId xmlns:a16="http://schemas.microsoft.com/office/drawing/2014/main" id="{000AEB8C-E91B-4AB7-9E1B-9983638FC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303" y="1901492"/>
              <a:ext cx="152145" cy="114015"/>
            </a:xfrm>
            <a:custGeom>
              <a:avLst/>
              <a:gdLst>
                <a:gd name="T0" fmla="*/ 2147483646 w 37"/>
                <a:gd name="T1" fmla="*/ 2147483646 h 26"/>
                <a:gd name="T2" fmla="*/ 2147483646 w 37"/>
                <a:gd name="T3" fmla="*/ 2147483646 h 26"/>
                <a:gd name="T4" fmla="*/ 2147483646 w 37"/>
                <a:gd name="T5" fmla="*/ 2147483646 h 26"/>
                <a:gd name="T6" fmla="*/ 0 w 37"/>
                <a:gd name="T7" fmla="*/ 2147483646 h 26"/>
                <a:gd name="T8" fmla="*/ 2147483646 w 37"/>
                <a:gd name="T9" fmla="*/ 2147483646 h 26"/>
                <a:gd name="T10" fmla="*/ 2147483646 w 37"/>
                <a:gd name="T11" fmla="*/ 2147483646 h 26"/>
                <a:gd name="T12" fmla="*/ 2147483646 w 37"/>
                <a:gd name="T13" fmla="*/ 2147483646 h 26"/>
                <a:gd name="T14" fmla="*/ 2147483646 w 37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6">
                  <a:moveTo>
                    <a:pt x="26" y="1"/>
                  </a:moveTo>
                  <a:cubicBezTo>
                    <a:pt x="31" y="3"/>
                    <a:pt x="34" y="4"/>
                    <a:pt x="35" y="10"/>
                  </a:cubicBezTo>
                  <a:cubicBezTo>
                    <a:pt x="37" y="17"/>
                    <a:pt x="35" y="17"/>
                    <a:pt x="29" y="17"/>
                  </a:cubicBezTo>
                  <a:cubicBezTo>
                    <a:pt x="19" y="17"/>
                    <a:pt x="9" y="26"/>
                    <a:pt x="0" y="20"/>
                  </a:cubicBezTo>
                  <a:cubicBezTo>
                    <a:pt x="3" y="23"/>
                    <a:pt x="10" y="19"/>
                    <a:pt x="13" y="18"/>
                  </a:cubicBezTo>
                  <a:cubicBezTo>
                    <a:pt x="17" y="18"/>
                    <a:pt x="25" y="17"/>
                    <a:pt x="27" y="13"/>
                  </a:cubicBezTo>
                  <a:cubicBezTo>
                    <a:pt x="28" y="12"/>
                    <a:pt x="28" y="8"/>
                    <a:pt x="28" y="7"/>
                  </a:cubicBezTo>
                  <a:cubicBezTo>
                    <a:pt x="28" y="5"/>
                    <a:pt x="26" y="2"/>
                    <a:pt x="26" y="0"/>
                  </a:cubicBezTo>
                </a:path>
              </a:pathLst>
            </a:custGeom>
            <a:solidFill>
              <a:srgbClr val="FF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6" name="Freeform 312">
              <a:extLst>
                <a:ext uri="{FF2B5EF4-FFF2-40B4-BE49-F238E27FC236}">
                  <a16:creationId xmlns:a16="http://schemas.microsoft.com/office/drawing/2014/main" id="{6804C05D-9D8C-4F1B-B79E-0B9ED19E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646" y="1931235"/>
              <a:ext cx="140568" cy="84272"/>
            </a:xfrm>
            <a:custGeom>
              <a:avLst/>
              <a:gdLst>
                <a:gd name="T0" fmla="*/ 2147483646 w 34"/>
                <a:gd name="T1" fmla="*/ 2147483646 h 19"/>
                <a:gd name="T2" fmla="*/ 2147483646 w 34"/>
                <a:gd name="T3" fmla="*/ 2147483646 h 19"/>
                <a:gd name="T4" fmla="*/ 2147483646 w 34"/>
                <a:gd name="T5" fmla="*/ 2147483646 h 19"/>
                <a:gd name="T6" fmla="*/ 0 w 34"/>
                <a:gd name="T7" fmla="*/ 2147483646 h 19"/>
                <a:gd name="T8" fmla="*/ 2147483646 w 34"/>
                <a:gd name="T9" fmla="*/ 2147483646 h 19"/>
                <a:gd name="T10" fmla="*/ 2147483646 w 34"/>
                <a:gd name="T11" fmla="*/ 2147483646 h 19"/>
                <a:gd name="T12" fmla="*/ 2147483646 w 34"/>
                <a:gd name="T13" fmla="*/ 2147483646 h 19"/>
                <a:gd name="T14" fmla="*/ 2147483646 w 34"/>
                <a:gd name="T15" fmla="*/ 2147483646 h 19"/>
                <a:gd name="T16" fmla="*/ 2147483646 w 34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9">
                  <a:moveTo>
                    <a:pt x="27" y="1"/>
                  </a:moveTo>
                  <a:cubicBezTo>
                    <a:pt x="29" y="8"/>
                    <a:pt x="29" y="13"/>
                    <a:pt x="21" y="13"/>
                  </a:cubicBezTo>
                  <a:cubicBezTo>
                    <a:pt x="16" y="13"/>
                    <a:pt x="14" y="13"/>
                    <a:pt x="11" y="16"/>
                  </a:cubicBezTo>
                  <a:cubicBezTo>
                    <a:pt x="8" y="17"/>
                    <a:pt x="3" y="17"/>
                    <a:pt x="0" y="19"/>
                  </a:cubicBezTo>
                  <a:cubicBezTo>
                    <a:pt x="4" y="19"/>
                    <a:pt x="9" y="17"/>
                    <a:pt x="13" y="17"/>
                  </a:cubicBezTo>
                  <a:cubicBezTo>
                    <a:pt x="15" y="16"/>
                    <a:pt x="16" y="16"/>
                    <a:pt x="18" y="15"/>
                  </a:cubicBezTo>
                  <a:cubicBezTo>
                    <a:pt x="20" y="15"/>
                    <a:pt x="21" y="16"/>
                    <a:pt x="23" y="16"/>
                  </a:cubicBezTo>
                  <a:cubicBezTo>
                    <a:pt x="26" y="16"/>
                    <a:pt x="31" y="14"/>
                    <a:pt x="32" y="11"/>
                  </a:cubicBezTo>
                  <a:cubicBezTo>
                    <a:pt x="34" y="6"/>
                    <a:pt x="28" y="3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7" name="Freeform 313">
              <a:extLst>
                <a:ext uri="{FF2B5EF4-FFF2-40B4-BE49-F238E27FC236}">
                  <a16:creationId xmlns:a16="http://schemas.microsoft.com/office/drawing/2014/main" id="{4B8FBE70-339B-4262-A364-76A07551A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504" y="1769302"/>
              <a:ext cx="71111" cy="82619"/>
            </a:xfrm>
            <a:custGeom>
              <a:avLst/>
              <a:gdLst>
                <a:gd name="T0" fmla="*/ 2147483646 w 17"/>
                <a:gd name="T1" fmla="*/ 0 h 19"/>
                <a:gd name="T2" fmla="*/ 2147483646 w 17"/>
                <a:gd name="T3" fmla="*/ 2147483646 h 19"/>
                <a:gd name="T4" fmla="*/ 2147483646 w 17"/>
                <a:gd name="T5" fmla="*/ 2147483646 h 19"/>
                <a:gd name="T6" fmla="*/ 0 w 17"/>
                <a:gd name="T7" fmla="*/ 2147483646 h 19"/>
                <a:gd name="T8" fmla="*/ 2147483646 w 17"/>
                <a:gd name="T9" fmla="*/ 2147483646 h 19"/>
                <a:gd name="T10" fmla="*/ 2147483646 w 17"/>
                <a:gd name="T11" fmla="*/ 2147483646 h 19"/>
                <a:gd name="T12" fmla="*/ 2147483646 w 17"/>
                <a:gd name="T13" fmla="*/ 214748364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9">
                  <a:moveTo>
                    <a:pt x="15" y="0"/>
                  </a:moveTo>
                  <a:cubicBezTo>
                    <a:pt x="14" y="1"/>
                    <a:pt x="11" y="2"/>
                    <a:pt x="10" y="4"/>
                  </a:cubicBezTo>
                  <a:cubicBezTo>
                    <a:pt x="9" y="7"/>
                    <a:pt x="14" y="10"/>
                    <a:pt x="12" y="12"/>
                  </a:cubicBezTo>
                  <a:cubicBezTo>
                    <a:pt x="9" y="17"/>
                    <a:pt x="1" y="13"/>
                    <a:pt x="0" y="19"/>
                  </a:cubicBezTo>
                  <a:cubicBezTo>
                    <a:pt x="2" y="18"/>
                    <a:pt x="4" y="16"/>
                    <a:pt x="7" y="16"/>
                  </a:cubicBezTo>
                  <a:cubicBezTo>
                    <a:pt x="10" y="15"/>
                    <a:pt x="15" y="16"/>
                    <a:pt x="16" y="12"/>
                  </a:cubicBezTo>
                  <a:cubicBezTo>
                    <a:pt x="17" y="8"/>
                    <a:pt x="9" y="6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8" name="Freeform 314">
              <a:extLst>
                <a:ext uri="{FF2B5EF4-FFF2-40B4-BE49-F238E27FC236}">
                  <a16:creationId xmlns:a16="http://schemas.microsoft.com/office/drawing/2014/main" id="{B93B9577-1EA3-4C0D-8EA8-F87EA05D8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403" y="1861835"/>
              <a:ext cx="82687" cy="127234"/>
            </a:xfrm>
            <a:custGeom>
              <a:avLst/>
              <a:gdLst>
                <a:gd name="T0" fmla="*/ 0 w 20"/>
                <a:gd name="T1" fmla="*/ 2147483646 h 29"/>
                <a:gd name="T2" fmla="*/ 2147483646 w 20"/>
                <a:gd name="T3" fmla="*/ 2147483646 h 29"/>
                <a:gd name="T4" fmla="*/ 2147483646 w 20"/>
                <a:gd name="T5" fmla="*/ 2147483646 h 29"/>
                <a:gd name="T6" fmla="*/ 2147483646 w 20"/>
                <a:gd name="T7" fmla="*/ 2147483646 h 29"/>
                <a:gd name="T8" fmla="*/ 2147483646 w 20"/>
                <a:gd name="T9" fmla="*/ 2147483646 h 29"/>
                <a:gd name="T10" fmla="*/ 2147483646 w 20"/>
                <a:gd name="T11" fmla="*/ 0 h 29"/>
                <a:gd name="T12" fmla="*/ 2147483646 w 20"/>
                <a:gd name="T13" fmla="*/ 2147483646 h 29"/>
                <a:gd name="T14" fmla="*/ 2147483646 w 20"/>
                <a:gd name="T15" fmla="*/ 214748364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9">
                  <a:moveTo>
                    <a:pt x="0" y="29"/>
                  </a:moveTo>
                  <a:cubicBezTo>
                    <a:pt x="3" y="26"/>
                    <a:pt x="0" y="22"/>
                    <a:pt x="3" y="20"/>
                  </a:cubicBezTo>
                  <a:cubicBezTo>
                    <a:pt x="5" y="19"/>
                    <a:pt x="7" y="21"/>
                    <a:pt x="10" y="20"/>
                  </a:cubicBezTo>
                  <a:cubicBezTo>
                    <a:pt x="13" y="18"/>
                    <a:pt x="11" y="17"/>
                    <a:pt x="11" y="15"/>
                  </a:cubicBezTo>
                  <a:cubicBezTo>
                    <a:pt x="10" y="12"/>
                    <a:pt x="10" y="12"/>
                    <a:pt x="11" y="9"/>
                  </a:cubicBezTo>
                  <a:cubicBezTo>
                    <a:pt x="18" y="7"/>
                    <a:pt x="17" y="6"/>
                    <a:pt x="18" y="0"/>
                  </a:cubicBezTo>
                  <a:cubicBezTo>
                    <a:pt x="20" y="3"/>
                    <a:pt x="19" y="7"/>
                    <a:pt x="19" y="10"/>
                  </a:cubicBezTo>
                  <a:cubicBezTo>
                    <a:pt x="18" y="16"/>
                    <a:pt x="15" y="18"/>
                    <a:pt x="10" y="21"/>
                  </a:cubicBezTo>
                </a:path>
              </a:pathLst>
            </a:custGeom>
            <a:solidFill>
              <a:srgbClr val="FFD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9" name="Freeform 315">
              <a:extLst>
                <a:ext uri="{FF2B5EF4-FFF2-40B4-BE49-F238E27FC236}">
                  <a16:creationId xmlns:a16="http://schemas.microsoft.com/office/drawing/2014/main" id="{06059F78-E581-4638-863A-79D12A273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659" y="1785826"/>
              <a:ext cx="44651" cy="44614"/>
            </a:xfrm>
            <a:custGeom>
              <a:avLst/>
              <a:gdLst>
                <a:gd name="T0" fmla="*/ 0 w 11"/>
                <a:gd name="T1" fmla="*/ 2147483646 h 10"/>
                <a:gd name="T2" fmla="*/ 2147483646 w 11"/>
                <a:gd name="T3" fmla="*/ 2147483646 h 10"/>
                <a:gd name="T4" fmla="*/ 2147483646 w 11"/>
                <a:gd name="T5" fmla="*/ 0 h 10"/>
                <a:gd name="T6" fmla="*/ 2147483646 w 11"/>
                <a:gd name="T7" fmla="*/ 2147483646 h 10"/>
                <a:gd name="T8" fmla="*/ 2147483646 w 11"/>
                <a:gd name="T9" fmla="*/ 214748364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3" y="7"/>
                    <a:pt x="7" y="7"/>
                    <a:pt x="11" y="6"/>
                  </a:cubicBezTo>
                  <a:cubicBezTo>
                    <a:pt x="9" y="4"/>
                    <a:pt x="9" y="2"/>
                    <a:pt x="10" y="0"/>
                  </a:cubicBezTo>
                  <a:cubicBezTo>
                    <a:pt x="9" y="1"/>
                    <a:pt x="9" y="3"/>
                    <a:pt x="7" y="4"/>
                  </a:cubicBezTo>
                  <a:cubicBezTo>
                    <a:pt x="6" y="6"/>
                    <a:pt x="2" y="6"/>
                    <a:pt x="1" y="9"/>
                  </a:cubicBezTo>
                </a:path>
              </a:pathLst>
            </a:custGeom>
            <a:solidFill>
              <a:srgbClr val="FFD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0" name="Freeform 316">
              <a:extLst>
                <a:ext uri="{FF2B5EF4-FFF2-40B4-BE49-F238E27FC236}">
                  <a16:creationId xmlns:a16="http://schemas.microsoft.com/office/drawing/2014/main" id="{DA18CB10-FEEB-4D40-8E61-6D7B2BE04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840" y="1486744"/>
              <a:ext cx="413436" cy="388310"/>
            </a:xfrm>
            <a:custGeom>
              <a:avLst/>
              <a:gdLst>
                <a:gd name="T0" fmla="*/ 2147483646 w 100"/>
                <a:gd name="T1" fmla="*/ 2147483646 h 88"/>
                <a:gd name="T2" fmla="*/ 0 w 100"/>
                <a:gd name="T3" fmla="*/ 2147483646 h 88"/>
                <a:gd name="T4" fmla="*/ 2147483646 w 100"/>
                <a:gd name="T5" fmla="*/ 2147483646 h 88"/>
                <a:gd name="T6" fmla="*/ 2147483646 w 100"/>
                <a:gd name="T7" fmla="*/ 2147483646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88">
                  <a:moveTo>
                    <a:pt x="84" y="88"/>
                  </a:moveTo>
                  <a:cubicBezTo>
                    <a:pt x="100" y="24"/>
                    <a:pt x="26" y="0"/>
                    <a:pt x="0" y="6"/>
                  </a:cubicBezTo>
                  <a:cubicBezTo>
                    <a:pt x="12" y="8"/>
                    <a:pt x="22" y="15"/>
                    <a:pt x="19" y="23"/>
                  </a:cubicBezTo>
                  <a:cubicBezTo>
                    <a:pt x="39" y="23"/>
                    <a:pt x="86" y="42"/>
                    <a:pt x="84" y="88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1" name="Freeform 317">
              <a:extLst>
                <a:ext uri="{FF2B5EF4-FFF2-40B4-BE49-F238E27FC236}">
                  <a16:creationId xmlns:a16="http://schemas.microsoft.com/office/drawing/2014/main" id="{F9484529-4B8E-4E7A-9837-502CCD035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055" y="1571016"/>
              <a:ext cx="281137" cy="338739"/>
            </a:xfrm>
            <a:custGeom>
              <a:avLst/>
              <a:gdLst>
                <a:gd name="T0" fmla="*/ 2147483646 w 68"/>
                <a:gd name="T1" fmla="*/ 0 h 77"/>
                <a:gd name="T2" fmla="*/ 2147483646 w 68"/>
                <a:gd name="T3" fmla="*/ 2147483646 h 77"/>
                <a:gd name="T4" fmla="*/ 2147483646 w 68"/>
                <a:gd name="T5" fmla="*/ 2147483646 h 77"/>
                <a:gd name="T6" fmla="*/ 2147483646 w 68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77">
                  <a:moveTo>
                    <a:pt x="47" y="0"/>
                  </a:moveTo>
                  <a:cubicBezTo>
                    <a:pt x="36" y="5"/>
                    <a:pt x="0" y="36"/>
                    <a:pt x="13" y="77"/>
                  </a:cubicBezTo>
                  <a:cubicBezTo>
                    <a:pt x="13" y="66"/>
                    <a:pt x="16" y="24"/>
                    <a:pt x="68" y="9"/>
                  </a:cubicBezTo>
                  <a:cubicBezTo>
                    <a:pt x="60" y="12"/>
                    <a:pt x="38" y="14"/>
                    <a:pt x="47" y="0"/>
                  </a:cubicBezTo>
                  <a:close/>
                </a:path>
              </a:pathLst>
            </a:custGeom>
            <a:solidFill>
              <a:srgbClr val="D6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2" name="Freeform 318">
              <a:extLst>
                <a:ext uri="{FF2B5EF4-FFF2-40B4-BE49-F238E27FC236}">
                  <a16:creationId xmlns:a16="http://schemas.microsoft.com/office/drawing/2014/main" id="{F897218C-73A2-4F8A-9F85-CB44746DF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5" y="1676768"/>
              <a:ext cx="178604" cy="294124"/>
            </a:xfrm>
            <a:custGeom>
              <a:avLst/>
              <a:gdLst>
                <a:gd name="T0" fmla="*/ 2147483646 w 43"/>
                <a:gd name="T1" fmla="*/ 2147483646 h 67"/>
                <a:gd name="T2" fmla="*/ 2147483646 w 43"/>
                <a:gd name="T3" fmla="*/ 2147483646 h 67"/>
                <a:gd name="T4" fmla="*/ 2147483646 w 43"/>
                <a:gd name="T5" fmla="*/ 2147483646 h 67"/>
                <a:gd name="T6" fmla="*/ 2147483646 w 43"/>
                <a:gd name="T7" fmla="*/ 2147483646 h 67"/>
                <a:gd name="T8" fmla="*/ 2147483646 w 43"/>
                <a:gd name="T9" fmla="*/ 2147483646 h 67"/>
                <a:gd name="T10" fmla="*/ 2147483646 w 43"/>
                <a:gd name="T11" fmla="*/ 2147483646 h 67"/>
                <a:gd name="T12" fmla="*/ 2147483646 w 43"/>
                <a:gd name="T13" fmla="*/ 2147483646 h 67"/>
                <a:gd name="T14" fmla="*/ 2147483646 w 43"/>
                <a:gd name="T15" fmla="*/ 2147483646 h 67"/>
                <a:gd name="T16" fmla="*/ 2147483646 w 43"/>
                <a:gd name="T17" fmla="*/ 0 h 67"/>
                <a:gd name="T18" fmla="*/ 2147483646 w 43"/>
                <a:gd name="T19" fmla="*/ 214748364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67">
                  <a:moveTo>
                    <a:pt x="22" y="6"/>
                  </a:moveTo>
                  <a:cubicBezTo>
                    <a:pt x="14" y="13"/>
                    <a:pt x="7" y="22"/>
                    <a:pt x="4" y="32"/>
                  </a:cubicBezTo>
                  <a:cubicBezTo>
                    <a:pt x="3" y="37"/>
                    <a:pt x="1" y="42"/>
                    <a:pt x="1" y="48"/>
                  </a:cubicBezTo>
                  <a:cubicBezTo>
                    <a:pt x="0" y="54"/>
                    <a:pt x="0" y="61"/>
                    <a:pt x="2" y="67"/>
                  </a:cubicBezTo>
                  <a:cubicBezTo>
                    <a:pt x="3" y="63"/>
                    <a:pt x="3" y="58"/>
                    <a:pt x="4" y="54"/>
                  </a:cubicBezTo>
                  <a:cubicBezTo>
                    <a:pt x="5" y="49"/>
                    <a:pt x="6" y="43"/>
                    <a:pt x="8" y="38"/>
                  </a:cubicBezTo>
                  <a:cubicBezTo>
                    <a:pt x="11" y="32"/>
                    <a:pt x="15" y="26"/>
                    <a:pt x="19" y="20"/>
                  </a:cubicBezTo>
                  <a:cubicBezTo>
                    <a:pt x="26" y="12"/>
                    <a:pt x="34" y="5"/>
                    <a:pt x="43" y="1"/>
                  </a:cubicBezTo>
                  <a:cubicBezTo>
                    <a:pt x="40" y="2"/>
                    <a:pt x="29" y="9"/>
                    <a:pt x="32" y="0"/>
                  </a:cubicBezTo>
                  <a:cubicBezTo>
                    <a:pt x="29" y="0"/>
                    <a:pt x="27" y="3"/>
                    <a:pt x="25" y="4"/>
                  </a:cubicBezTo>
                </a:path>
              </a:pathLst>
            </a:custGeom>
            <a:solidFill>
              <a:srgbClr val="ABD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3" name="Freeform 319">
              <a:extLst>
                <a:ext uri="{FF2B5EF4-FFF2-40B4-BE49-F238E27FC236}">
                  <a16:creationId xmlns:a16="http://schemas.microsoft.com/office/drawing/2014/main" id="{B09E4E7B-7690-4094-B4BC-729589307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364" y="1711468"/>
              <a:ext cx="107493" cy="137148"/>
            </a:xfrm>
            <a:custGeom>
              <a:avLst/>
              <a:gdLst>
                <a:gd name="T0" fmla="*/ 0 w 26"/>
                <a:gd name="T1" fmla="*/ 0 h 31"/>
                <a:gd name="T2" fmla="*/ 2147483646 w 26"/>
                <a:gd name="T3" fmla="*/ 2147483646 h 31"/>
                <a:gd name="T4" fmla="*/ 2147483646 w 26"/>
                <a:gd name="T5" fmla="*/ 2147483646 h 31"/>
                <a:gd name="T6" fmla="*/ 2147483646 w 26"/>
                <a:gd name="T7" fmla="*/ 2147483646 h 31"/>
                <a:gd name="T8" fmla="*/ 2147483646 w 26"/>
                <a:gd name="T9" fmla="*/ 2147483646 h 31"/>
                <a:gd name="T10" fmla="*/ 2147483646 w 26"/>
                <a:gd name="T11" fmla="*/ 2147483646 h 31"/>
                <a:gd name="T12" fmla="*/ 2147483646 w 26"/>
                <a:gd name="T13" fmla="*/ 2147483646 h 31"/>
                <a:gd name="T14" fmla="*/ 2147483646 w 26"/>
                <a:gd name="T15" fmla="*/ 2147483646 h 31"/>
                <a:gd name="T16" fmla="*/ 2147483646 w 26"/>
                <a:gd name="T17" fmla="*/ 2147483646 h 31"/>
                <a:gd name="T18" fmla="*/ 2147483646 w 26"/>
                <a:gd name="T19" fmla="*/ 2147483646 h 31"/>
                <a:gd name="T20" fmla="*/ 2147483646 w 26"/>
                <a:gd name="T21" fmla="*/ 2147483646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31">
                  <a:moveTo>
                    <a:pt x="0" y="0"/>
                  </a:moveTo>
                  <a:cubicBezTo>
                    <a:pt x="3" y="2"/>
                    <a:pt x="6" y="4"/>
                    <a:pt x="9" y="7"/>
                  </a:cubicBezTo>
                  <a:cubicBezTo>
                    <a:pt x="11" y="9"/>
                    <a:pt x="14" y="10"/>
                    <a:pt x="16" y="14"/>
                  </a:cubicBezTo>
                  <a:cubicBezTo>
                    <a:pt x="17" y="16"/>
                    <a:pt x="19" y="19"/>
                    <a:pt x="20" y="22"/>
                  </a:cubicBezTo>
                  <a:cubicBezTo>
                    <a:pt x="21" y="24"/>
                    <a:pt x="22" y="25"/>
                    <a:pt x="23" y="27"/>
                  </a:cubicBezTo>
                  <a:cubicBezTo>
                    <a:pt x="24" y="29"/>
                    <a:pt x="24" y="31"/>
                    <a:pt x="26" y="31"/>
                  </a:cubicBezTo>
                  <a:cubicBezTo>
                    <a:pt x="26" y="29"/>
                    <a:pt x="25" y="26"/>
                    <a:pt x="24" y="24"/>
                  </a:cubicBezTo>
                  <a:cubicBezTo>
                    <a:pt x="24" y="21"/>
                    <a:pt x="23" y="19"/>
                    <a:pt x="22" y="16"/>
                  </a:cubicBezTo>
                  <a:cubicBezTo>
                    <a:pt x="19" y="11"/>
                    <a:pt x="18" y="7"/>
                    <a:pt x="14" y="3"/>
                  </a:cubicBezTo>
                  <a:cubicBezTo>
                    <a:pt x="15" y="4"/>
                    <a:pt x="14" y="5"/>
                    <a:pt x="12" y="6"/>
                  </a:cubicBezTo>
                  <a:cubicBezTo>
                    <a:pt x="11" y="6"/>
                    <a:pt x="8" y="5"/>
                    <a:pt x="7" y="4"/>
                  </a:cubicBezTo>
                </a:path>
              </a:pathLst>
            </a:custGeom>
            <a:solidFill>
              <a:srgbClr val="ABD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4" name="Freeform 320">
              <a:extLst>
                <a:ext uri="{FF2B5EF4-FFF2-40B4-BE49-F238E27FC236}">
                  <a16:creationId xmlns:a16="http://schemas.microsoft.com/office/drawing/2014/main" id="{CFD339B7-2406-4969-88C1-3538683D9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861" y="1486744"/>
              <a:ext cx="719379" cy="639473"/>
            </a:xfrm>
            <a:custGeom>
              <a:avLst/>
              <a:gdLst>
                <a:gd name="T0" fmla="*/ 2147483646 w 174"/>
                <a:gd name="T1" fmla="*/ 2147483646 h 145"/>
                <a:gd name="T2" fmla="*/ 2147483646 w 174"/>
                <a:gd name="T3" fmla="*/ 2147483646 h 145"/>
                <a:gd name="T4" fmla="*/ 2147483646 w 174"/>
                <a:gd name="T5" fmla="*/ 2147483646 h 145"/>
                <a:gd name="T6" fmla="*/ 2147483646 w 174"/>
                <a:gd name="T7" fmla="*/ 2147483646 h 145"/>
                <a:gd name="T8" fmla="*/ 2147483646 w 174"/>
                <a:gd name="T9" fmla="*/ 2147483646 h 145"/>
                <a:gd name="T10" fmla="*/ 2147483646 w 174"/>
                <a:gd name="T11" fmla="*/ 2147483646 h 145"/>
                <a:gd name="T12" fmla="*/ 2147483646 w 174"/>
                <a:gd name="T13" fmla="*/ 2147483646 h 145"/>
                <a:gd name="T14" fmla="*/ 2147483646 w 174"/>
                <a:gd name="T15" fmla="*/ 2147483646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145">
                  <a:moveTo>
                    <a:pt x="77" y="143"/>
                  </a:moveTo>
                  <a:cubicBezTo>
                    <a:pt x="77" y="143"/>
                    <a:pt x="77" y="143"/>
                    <a:pt x="77" y="143"/>
                  </a:cubicBezTo>
                  <a:cubicBezTo>
                    <a:pt x="52" y="142"/>
                    <a:pt x="30" y="131"/>
                    <a:pt x="16" y="115"/>
                  </a:cubicBezTo>
                  <a:cubicBezTo>
                    <a:pt x="5" y="101"/>
                    <a:pt x="0" y="85"/>
                    <a:pt x="3" y="69"/>
                  </a:cubicBezTo>
                  <a:cubicBezTo>
                    <a:pt x="8" y="30"/>
                    <a:pt x="50" y="0"/>
                    <a:pt x="97" y="2"/>
                  </a:cubicBezTo>
                  <a:cubicBezTo>
                    <a:pt x="122" y="4"/>
                    <a:pt x="144" y="14"/>
                    <a:pt x="158" y="31"/>
                  </a:cubicBezTo>
                  <a:cubicBezTo>
                    <a:pt x="169" y="44"/>
                    <a:pt x="174" y="60"/>
                    <a:pt x="171" y="76"/>
                  </a:cubicBezTo>
                  <a:cubicBezTo>
                    <a:pt x="166" y="116"/>
                    <a:pt x="124" y="145"/>
                    <a:pt x="77" y="14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5" name="Freeform 321">
              <a:extLst>
                <a:ext uri="{FF2B5EF4-FFF2-40B4-BE49-F238E27FC236}">
                  <a16:creationId xmlns:a16="http://schemas.microsoft.com/office/drawing/2014/main" id="{7B5AEEC3-516F-4D70-B4E4-923B6839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244" y="1592497"/>
              <a:ext cx="654883" cy="533720"/>
            </a:xfrm>
            <a:custGeom>
              <a:avLst/>
              <a:gdLst>
                <a:gd name="T0" fmla="*/ 2147483646 w 158"/>
                <a:gd name="T1" fmla="*/ 2147483646 h 121"/>
                <a:gd name="T2" fmla="*/ 0 w 158"/>
                <a:gd name="T3" fmla="*/ 2147483646 h 121"/>
                <a:gd name="T4" fmla="*/ 2147483646 w 158"/>
                <a:gd name="T5" fmla="*/ 2147483646 h 121"/>
                <a:gd name="T6" fmla="*/ 2147483646 w 158"/>
                <a:gd name="T7" fmla="*/ 2147483646 h 121"/>
                <a:gd name="T8" fmla="*/ 2147483646 w 158"/>
                <a:gd name="T9" fmla="*/ 2147483646 h 121"/>
                <a:gd name="T10" fmla="*/ 2147483646 w 158"/>
                <a:gd name="T11" fmla="*/ 2147483646 h 121"/>
                <a:gd name="T12" fmla="*/ 2147483646 w 158"/>
                <a:gd name="T13" fmla="*/ 2147483646 h 121"/>
                <a:gd name="T14" fmla="*/ 2147483646 w 158"/>
                <a:gd name="T15" fmla="*/ 2147483646 h 121"/>
                <a:gd name="T16" fmla="*/ 2147483646 w 158"/>
                <a:gd name="T17" fmla="*/ 2147483646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121">
                  <a:moveTo>
                    <a:pt x="87" y="2"/>
                  </a:moveTo>
                  <a:cubicBezTo>
                    <a:pt x="44" y="0"/>
                    <a:pt x="5" y="27"/>
                    <a:pt x="0" y="63"/>
                  </a:cubicBezTo>
                  <a:cubicBezTo>
                    <a:pt x="0" y="70"/>
                    <a:pt x="0" y="76"/>
                    <a:pt x="1" y="82"/>
                  </a:cubicBezTo>
                  <a:cubicBezTo>
                    <a:pt x="3" y="85"/>
                    <a:pt x="5" y="88"/>
                    <a:pt x="7" y="91"/>
                  </a:cubicBezTo>
                  <a:cubicBezTo>
                    <a:pt x="21" y="107"/>
                    <a:pt x="43" y="118"/>
                    <a:pt x="68" y="119"/>
                  </a:cubicBezTo>
                  <a:cubicBezTo>
                    <a:pt x="105" y="121"/>
                    <a:pt x="139" y="103"/>
                    <a:pt x="155" y="75"/>
                  </a:cubicBezTo>
                  <a:cubicBezTo>
                    <a:pt x="155" y="74"/>
                    <a:pt x="155" y="72"/>
                    <a:pt x="156" y="70"/>
                  </a:cubicBezTo>
                  <a:cubicBezTo>
                    <a:pt x="158" y="55"/>
                    <a:pt x="153" y="40"/>
                    <a:pt x="143" y="28"/>
                  </a:cubicBezTo>
                  <a:cubicBezTo>
                    <a:pt x="130" y="13"/>
                    <a:pt x="110" y="3"/>
                    <a:pt x="87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6" name="Freeform 322">
              <a:extLst>
                <a:ext uri="{FF2B5EF4-FFF2-40B4-BE49-F238E27FC236}">
                  <a16:creationId xmlns:a16="http://schemas.microsoft.com/office/drawing/2014/main" id="{912E310E-C565-48D9-85C7-0C378660C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631" y="1825483"/>
              <a:ext cx="740878" cy="361872"/>
            </a:xfrm>
            <a:custGeom>
              <a:avLst/>
              <a:gdLst>
                <a:gd name="T0" fmla="*/ 2147483646 w 179"/>
                <a:gd name="T1" fmla="*/ 2147483646 h 82"/>
                <a:gd name="T2" fmla="*/ 2147483646 w 179"/>
                <a:gd name="T3" fmla="*/ 2147483646 h 82"/>
                <a:gd name="T4" fmla="*/ 0 w 179"/>
                <a:gd name="T5" fmla="*/ 2147483646 h 82"/>
                <a:gd name="T6" fmla="*/ 0 w 179"/>
                <a:gd name="T7" fmla="*/ 2147483646 h 82"/>
                <a:gd name="T8" fmla="*/ 2147483646 w 179"/>
                <a:gd name="T9" fmla="*/ 2147483646 h 82"/>
                <a:gd name="T10" fmla="*/ 2147483646 w 179"/>
                <a:gd name="T11" fmla="*/ 2147483646 h 82"/>
                <a:gd name="T12" fmla="*/ 2147483646 w 179"/>
                <a:gd name="T13" fmla="*/ 2147483646 h 82"/>
                <a:gd name="T14" fmla="*/ 2147483646 w 179"/>
                <a:gd name="T15" fmla="*/ 0 h 82"/>
                <a:gd name="T16" fmla="*/ 2147483646 w 179"/>
                <a:gd name="T17" fmla="*/ 2147483646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82">
                  <a:moveTo>
                    <a:pt x="80" y="71"/>
                  </a:moveTo>
                  <a:cubicBezTo>
                    <a:pt x="54" y="69"/>
                    <a:pt x="30" y="58"/>
                    <a:pt x="15" y="41"/>
                  </a:cubicBezTo>
                  <a:cubicBezTo>
                    <a:pt x="6" y="29"/>
                    <a:pt x="1" y="15"/>
                    <a:pt x="0" y="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27"/>
                    <a:pt x="6" y="40"/>
                    <a:pt x="15" y="51"/>
                  </a:cubicBezTo>
                  <a:cubicBezTo>
                    <a:pt x="30" y="68"/>
                    <a:pt x="54" y="78"/>
                    <a:pt x="80" y="80"/>
                  </a:cubicBezTo>
                  <a:cubicBezTo>
                    <a:pt x="129" y="82"/>
                    <a:pt x="174" y="52"/>
                    <a:pt x="179" y="11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4" y="42"/>
                    <a:pt x="129" y="73"/>
                    <a:pt x="80" y="7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7" name="Freeform 323">
              <a:extLst>
                <a:ext uri="{FF2B5EF4-FFF2-40B4-BE49-F238E27FC236}">
                  <a16:creationId xmlns:a16="http://schemas.microsoft.com/office/drawing/2014/main" id="{2A070E64-007F-4E5D-BFA4-7CB8F853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362" y="1465263"/>
              <a:ext cx="762377" cy="682435"/>
            </a:xfrm>
            <a:custGeom>
              <a:avLst/>
              <a:gdLst>
                <a:gd name="T0" fmla="*/ 2147483646 w 184"/>
                <a:gd name="T1" fmla="*/ 2147483646 h 155"/>
                <a:gd name="T2" fmla="*/ 2147483646 w 184"/>
                <a:gd name="T3" fmla="*/ 2147483646 h 155"/>
                <a:gd name="T4" fmla="*/ 2147483646 w 184"/>
                <a:gd name="T5" fmla="*/ 2147483646 h 155"/>
                <a:gd name="T6" fmla="*/ 2147483646 w 184"/>
                <a:gd name="T7" fmla="*/ 2147483646 h 155"/>
                <a:gd name="T8" fmla="*/ 2147483646 w 184"/>
                <a:gd name="T9" fmla="*/ 2147483646 h 155"/>
                <a:gd name="T10" fmla="*/ 2147483646 w 184"/>
                <a:gd name="T11" fmla="*/ 2147483646 h 155"/>
                <a:gd name="T12" fmla="*/ 2147483646 w 184"/>
                <a:gd name="T13" fmla="*/ 2147483646 h 155"/>
                <a:gd name="T14" fmla="*/ 2147483646 w 184"/>
                <a:gd name="T15" fmla="*/ 2147483646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155">
                  <a:moveTo>
                    <a:pt x="82" y="153"/>
                  </a:moveTo>
                  <a:cubicBezTo>
                    <a:pt x="56" y="151"/>
                    <a:pt x="32" y="140"/>
                    <a:pt x="17" y="123"/>
                  </a:cubicBezTo>
                  <a:cubicBezTo>
                    <a:pt x="6" y="108"/>
                    <a:pt x="0" y="91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8" y="31"/>
                    <a:pt x="53" y="0"/>
                    <a:pt x="102" y="2"/>
                  </a:cubicBezTo>
                  <a:cubicBezTo>
                    <a:pt x="128" y="4"/>
                    <a:pt x="152" y="15"/>
                    <a:pt x="167" y="32"/>
                  </a:cubicBezTo>
                  <a:cubicBezTo>
                    <a:pt x="178" y="47"/>
                    <a:pt x="184" y="64"/>
                    <a:pt x="181" y="82"/>
                  </a:cubicBezTo>
                  <a:cubicBezTo>
                    <a:pt x="176" y="124"/>
                    <a:pt x="131" y="155"/>
                    <a:pt x="82" y="15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8" name="Freeform 324">
              <a:extLst>
                <a:ext uri="{FF2B5EF4-FFF2-40B4-BE49-F238E27FC236}">
                  <a16:creationId xmlns:a16="http://schemas.microsoft.com/office/drawing/2014/main" id="{45BDD4DB-89CE-4640-A5C6-F83211D9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631" y="1848616"/>
              <a:ext cx="740878" cy="320563"/>
            </a:xfrm>
            <a:custGeom>
              <a:avLst/>
              <a:gdLst>
                <a:gd name="T0" fmla="*/ 2147483646 w 179"/>
                <a:gd name="T1" fmla="*/ 0 h 73"/>
                <a:gd name="T2" fmla="*/ 2147483646 w 179"/>
                <a:gd name="T3" fmla="*/ 2147483646 h 73"/>
                <a:gd name="T4" fmla="*/ 2147483646 w 179"/>
                <a:gd name="T5" fmla="*/ 2147483646 h 73"/>
                <a:gd name="T6" fmla="*/ 2147483646 w 179"/>
                <a:gd name="T7" fmla="*/ 2147483646 h 73"/>
                <a:gd name="T8" fmla="*/ 0 w 179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73">
                  <a:moveTo>
                    <a:pt x="179" y="0"/>
                  </a:moveTo>
                  <a:cubicBezTo>
                    <a:pt x="174" y="42"/>
                    <a:pt x="129" y="73"/>
                    <a:pt x="80" y="70"/>
                  </a:cubicBezTo>
                  <a:cubicBezTo>
                    <a:pt x="54" y="69"/>
                    <a:pt x="30" y="59"/>
                    <a:pt x="16" y="41"/>
                  </a:cubicBezTo>
                  <a:cubicBezTo>
                    <a:pt x="16" y="41"/>
                    <a:pt x="15" y="41"/>
                    <a:pt x="15" y="40"/>
                  </a:cubicBezTo>
                  <a:cubicBezTo>
                    <a:pt x="6" y="29"/>
                    <a:pt x="1" y="16"/>
                    <a:pt x="0" y="2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9" name="Freeform 325">
              <a:extLst>
                <a:ext uri="{FF2B5EF4-FFF2-40B4-BE49-F238E27FC236}">
                  <a16:creationId xmlns:a16="http://schemas.microsoft.com/office/drawing/2014/main" id="{92597AFA-8804-4B99-9084-5652A2FC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781" y="1632154"/>
              <a:ext cx="630077" cy="494063"/>
            </a:xfrm>
            <a:custGeom>
              <a:avLst/>
              <a:gdLst>
                <a:gd name="T0" fmla="*/ 2147483646 w 152"/>
                <a:gd name="T1" fmla="*/ 2147483646 h 112"/>
                <a:gd name="T2" fmla="*/ 2147483646 w 152"/>
                <a:gd name="T3" fmla="*/ 2147483646 h 112"/>
                <a:gd name="T4" fmla="*/ 2147483646 w 152"/>
                <a:gd name="T5" fmla="*/ 2147483646 h 112"/>
                <a:gd name="T6" fmla="*/ 2147483646 w 152"/>
                <a:gd name="T7" fmla="*/ 2147483646 h 112"/>
                <a:gd name="T8" fmla="*/ 2147483646 w 152"/>
                <a:gd name="T9" fmla="*/ 2147483646 h 112"/>
                <a:gd name="T10" fmla="*/ 2147483646 w 152"/>
                <a:gd name="T11" fmla="*/ 2147483646 h 112"/>
                <a:gd name="T12" fmla="*/ 2147483646 w 152"/>
                <a:gd name="T13" fmla="*/ 2147483646 h 112"/>
                <a:gd name="T14" fmla="*/ 2147483646 w 152"/>
                <a:gd name="T15" fmla="*/ 2147483646 h 112"/>
                <a:gd name="T16" fmla="*/ 0 w 152"/>
                <a:gd name="T17" fmla="*/ 2147483646 h 112"/>
                <a:gd name="T18" fmla="*/ 0 w 152"/>
                <a:gd name="T19" fmla="*/ 2147483646 h 112"/>
                <a:gd name="T20" fmla="*/ 2147483646 w 152"/>
                <a:gd name="T21" fmla="*/ 2147483646 h 112"/>
                <a:gd name="T22" fmla="*/ 2147483646 w 152"/>
                <a:gd name="T23" fmla="*/ 2147483646 h 112"/>
                <a:gd name="T24" fmla="*/ 2147483646 w 152"/>
                <a:gd name="T25" fmla="*/ 2147483646 h 112"/>
                <a:gd name="T26" fmla="*/ 2147483646 w 152"/>
                <a:gd name="T27" fmla="*/ 2147483646 h 112"/>
                <a:gd name="T28" fmla="*/ 2147483646 w 152"/>
                <a:gd name="T29" fmla="*/ 2147483646 h 112"/>
                <a:gd name="T30" fmla="*/ 2147483646 w 152"/>
                <a:gd name="T31" fmla="*/ 2147483646 h 112"/>
                <a:gd name="T32" fmla="*/ 2147483646 w 152"/>
                <a:gd name="T33" fmla="*/ 2147483646 h 1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2" h="112">
                  <a:moveTo>
                    <a:pt x="128" y="20"/>
                  </a:moveTo>
                  <a:cubicBezTo>
                    <a:pt x="123" y="16"/>
                    <a:pt x="117" y="12"/>
                    <a:pt x="111" y="9"/>
                  </a:cubicBezTo>
                  <a:cubicBezTo>
                    <a:pt x="105" y="6"/>
                    <a:pt x="94" y="2"/>
                    <a:pt x="86" y="2"/>
                  </a:cubicBezTo>
                  <a:cubicBezTo>
                    <a:pt x="79" y="2"/>
                    <a:pt x="75" y="0"/>
                    <a:pt x="68" y="1"/>
                  </a:cubicBezTo>
                  <a:cubicBezTo>
                    <a:pt x="63" y="1"/>
                    <a:pt x="55" y="6"/>
                    <a:pt x="50" y="8"/>
                  </a:cubicBezTo>
                  <a:cubicBezTo>
                    <a:pt x="38" y="11"/>
                    <a:pt x="31" y="17"/>
                    <a:pt x="22" y="24"/>
                  </a:cubicBezTo>
                  <a:cubicBezTo>
                    <a:pt x="18" y="27"/>
                    <a:pt x="13" y="33"/>
                    <a:pt x="10" y="38"/>
                  </a:cubicBezTo>
                  <a:cubicBezTo>
                    <a:pt x="8" y="42"/>
                    <a:pt x="6" y="47"/>
                    <a:pt x="4" y="52"/>
                  </a:cubicBezTo>
                  <a:cubicBezTo>
                    <a:pt x="1" y="59"/>
                    <a:pt x="0" y="68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9"/>
                    <a:pt x="2" y="80"/>
                    <a:pt x="3" y="82"/>
                  </a:cubicBezTo>
                  <a:cubicBezTo>
                    <a:pt x="17" y="98"/>
                    <a:pt x="39" y="109"/>
                    <a:pt x="64" y="110"/>
                  </a:cubicBezTo>
                  <a:cubicBezTo>
                    <a:pt x="101" y="112"/>
                    <a:pt x="135" y="94"/>
                    <a:pt x="151" y="66"/>
                  </a:cubicBezTo>
                  <a:cubicBezTo>
                    <a:pt x="151" y="65"/>
                    <a:pt x="151" y="63"/>
                    <a:pt x="152" y="61"/>
                  </a:cubicBezTo>
                  <a:cubicBezTo>
                    <a:pt x="152" y="59"/>
                    <a:pt x="152" y="56"/>
                    <a:pt x="152" y="54"/>
                  </a:cubicBezTo>
                  <a:cubicBezTo>
                    <a:pt x="150" y="49"/>
                    <a:pt x="147" y="44"/>
                    <a:pt x="144" y="38"/>
                  </a:cubicBezTo>
                  <a:cubicBezTo>
                    <a:pt x="140" y="29"/>
                    <a:pt x="137" y="27"/>
                    <a:pt x="128" y="2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0" name="Freeform 326">
              <a:extLst>
                <a:ext uri="{FF2B5EF4-FFF2-40B4-BE49-F238E27FC236}">
                  <a16:creationId xmlns:a16="http://schemas.microsoft.com/office/drawing/2014/main" id="{893B3C8E-0BD3-4389-BF41-A4177002A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677" y="2345984"/>
              <a:ext cx="578811" cy="933597"/>
            </a:xfrm>
            <a:custGeom>
              <a:avLst/>
              <a:gdLst>
                <a:gd name="T0" fmla="*/ 2147483646 w 140"/>
                <a:gd name="T1" fmla="*/ 2147483646 h 212"/>
                <a:gd name="T2" fmla="*/ 2147483646 w 140"/>
                <a:gd name="T3" fmla="*/ 2147483646 h 212"/>
                <a:gd name="T4" fmla="*/ 2147483646 w 140"/>
                <a:gd name="T5" fmla="*/ 2147483646 h 212"/>
                <a:gd name="T6" fmla="*/ 2147483646 w 140"/>
                <a:gd name="T7" fmla="*/ 2147483646 h 212"/>
                <a:gd name="T8" fmla="*/ 2147483646 w 140"/>
                <a:gd name="T9" fmla="*/ 2147483646 h 212"/>
                <a:gd name="T10" fmla="*/ 2147483646 w 140"/>
                <a:gd name="T11" fmla="*/ 2147483646 h 212"/>
                <a:gd name="T12" fmla="*/ 2147483646 w 140"/>
                <a:gd name="T13" fmla="*/ 2147483646 h 212"/>
                <a:gd name="T14" fmla="*/ 2147483646 w 140"/>
                <a:gd name="T15" fmla="*/ 2147483646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212">
                  <a:moveTo>
                    <a:pt x="17" y="120"/>
                  </a:moveTo>
                  <a:cubicBezTo>
                    <a:pt x="11" y="99"/>
                    <a:pt x="0" y="48"/>
                    <a:pt x="20" y="12"/>
                  </a:cubicBezTo>
                  <a:cubicBezTo>
                    <a:pt x="22" y="8"/>
                    <a:pt x="42" y="0"/>
                    <a:pt x="48" y="1"/>
                  </a:cubicBezTo>
                  <a:cubicBezTo>
                    <a:pt x="54" y="1"/>
                    <a:pt x="91" y="5"/>
                    <a:pt x="115" y="92"/>
                  </a:cubicBezTo>
                  <a:cubicBezTo>
                    <a:pt x="116" y="92"/>
                    <a:pt x="116" y="92"/>
                    <a:pt x="116" y="92"/>
                  </a:cubicBezTo>
                  <a:cubicBezTo>
                    <a:pt x="140" y="179"/>
                    <a:pt x="111" y="201"/>
                    <a:pt x="107" y="205"/>
                  </a:cubicBezTo>
                  <a:cubicBezTo>
                    <a:pt x="102" y="208"/>
                    <a:pt x="81" y="212"/>
                    <a:pt x="77" y="210"/>
                  </a:cubicBezTo>
                  <a:cubicBezTo>
                    <a:pt x="41" y="190"/>
                    <a:pt x="23" y="141"/>
                    <a:pt x="17" y="120"/>
                  </a:cubicBezTo>
                  <a:close/>
                </a:path>
              </a:pathLst>
            </a:custGeom>
            <a:solidFill>
              <a:srgbClr val="008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1" name="Freeform 327">
              <a:extLst>
                <a:ext uri="{FF2B5EF4-FFF2-40B4-BE49-F238E27FC236}">
                  <a16:creationId xmlns:a16="http://schemas.microsoft.com/office/drawing/2014/main" id="{574767D7-9E37-40D7-AA42-D143AE5F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677" y="2345984"/>
              <a:ext cx="441550" cy="938554"/>
            </a:xfrm>
            <a:custGeom>
              <a:avLst/>
              <a:gdLst>
                <a:gd name="T0" fmla="*/ 2147483646 w 107"/>
                <a:gd name="T1" fmla="*/ 2147483646 h 213"/>
                <a:gd name="T2" fmla="*/ 2147483646 w 107"/>
                <a:gd name="T3" fmla="*/ 2147483646 h 213"/>
                <a:gd name="T4" fmla="*/ 2147483646 w 107"/>
                <a:gd name="T5" fmla="*/ 2147483646 h 213"/>
                <a:gd name="T6" fmla="*/ 2147483646 w 107"/>
                <a:gd name="T7" fmla="*/ 2147483646 h 213"/>
                <a:gd name="T8" fmla="*/ 2147483646 w 107"/>
                <a:gd name="T9" fmla="*/ 2147483646 h 213"/>
                <a:gd name="T10" fmla="*/ 2147483646 w 107"/>
                <a:gd name="T11" fmla="*/ 2147483646 h 213"/>
                <a:gd name="T12" fmla="*/ 2147483646 w 107"/>
                <a:gd name="T13" fmla="*/ 2147483646 h 213"/>
                <a:gd name="T14" fmla="*/ 2147483646 w 107"/>
                <a:gd name="T15" fmla="*/ 2147483646 h 213"/>
                <a:gd name="T16" fmla="*/ 2147483646 w 107"/>
                <a:gd name="T17" fmla="*/ 2147483646 h 2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213">
                  <a:moveTo>
                    <a:pt x="20" y="12"/>
                  </a:moveTo>
                  <a:cubicBezTo>
                    <a:pt x="0" y="48"/>
                    <a:pt x="11" y="99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23" y="141"/>
                    <a:pt x="41" y="190"/>
                    <a:pt x="77" y="210"/>
                  </a:cubicBezTo>
                  <a:cubicBezTo>
                    <a:pt x="81" y="212"/>
                    <a:pt x="102" y="208"/>
                    <a:pt x="107" y="205"/>
                  </a:cubicBezTo>
                  <a:cubicBezTo>
                    <a:pt x="78" y="213"/>
                    <a:pt x="44" y="139"/>
                    <a:pt x="37" y="115"/>
                  </a:cubicBezTo>
                  <a:cubicBezTo>
                    <a:pt x="37" y="114"/>
                    <a:pt x="37" y="114"/>
                    <a:pt x="37" y="114"/>
                  </a:cubicBezTo>
                  <a:cubicBezTo>
                    <a:pt x="30" y="90"/>
                    <a:pt x="19" y="9"/>
                    <a:pt x="48" y="1"/>
                  </a:cubicBezTo>
                  <a:cubicBezTo>
                    <a:pt x="42" y="0"/>
                    <a:pt x="22" y="8"/>
                    <a:pt x="20" y="12"/>
                  </a:cubicBezTo>
                  <a:close/>
                </a:path>
              </a:pathLst>
            </a:custGeom>
            <a:solidFill>
              <a:srgbClr val="2E9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2" name="Freeform 328">
              <a:extLst>
                <a:ext uri="{FF2B5EF4-FFF2-40B4-BE49-F238E27FC236}">
                  <a16:creationId xmlns:a16="http://schemas.microsoft.com/office/drawing/2014/main" id="{A503C6FD-08CF-466E-AA0C-55E2F314C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253" y="2377379"/>
              <a:ext cx="289405" cy="867502"/>
            </a:xfrm>
            <a:custGeom>
              <a:avLst/>
              <a:gdLst>
                <a:gd name="T0" fmla="*/ 2147483646 w 70"/>
                <a:gd name="T1" fmla="*/ 2147483646 h 197"/>
                <a:gd name="T2" fmla="*/ 2147483646 w 70"/>
                <a:gd name="T3" fmla="*/ 2147483646 h 197"/>
                <a:gd name="T4" fmla="*/ 2147483646 w 70"/>
                <a:gd name="T5" fmla="*/ 2147483646 h 197"/>
                <a:gd name="T6" fmla="*/ 2147483646 w 70"/>
                <a:gd name="T7" fmla="*/ 2147483646 h 197"/>
                <a:gd name="T8" fmla="*/ 2147483646 w 70"/>
                <a:gd name="T9" fmla="*/ 0 h 197"/>
                <a:gd name="T10" fmla="*/ 2147483646 w 70"/>
                <a:gd name="T11" fmla="*/ 2147483646 h 197"/>
                <a:gd name="T12" fmla="*/ 2147483646 w 70"/>
                <a:gd name="T13" fmla="*/ 2147483646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97">
                  <a:moveTo>
                    <a:pt x="70" y="197"/>
                  </a:moveTo>
                  <a:cubicBezTo>
                    <a:pt x="40" y="175"/>
                    <a:pt x="23" y="133"/>
                    <a:pt x="17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1" y="93"/>
                    <a:pt x="0" y="42"/>
                    <a:pt x="20" y="6"/>
                  </a:cubicBezTo>
                  <a:cubicBezTo>
                    <a:pt x="21" y="4"/>
                    <a:pt x="26" y="2"/>
                    <a:pt x="32" y="0"/>
                  </a:cubicBezTo>
                  <a:cubicBezTo>
                    <a:pt x="27" y="2"/>
                    <a:pt x="22" y="8"/>
                    <a:pt x="17" y="26"/>
                  </a:cubicBezTo>
                  <a:cubicBezTo>
                    <a:pt x="11" y="54"/>
                    <a:pt x="9" y="144"/>
                    <a:pt x="70" y="197"/>
                  </a:cubicBezTo>
                  <a:close/>
                </a:path>
              </a:pathLst>
            </a:custGeom>
            <a:solidFill>
              <a:srgbClr val="DAE7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3" name="Freeform 329">
              <a:extLst>
                <a:ext uri="{FF2B5EF4-FFF2-40B4-BE49-F238E27FC236}">
                  <a16:creationId xmlns:a16="http://schemas.microsoft.com/office/drawing/2014/main" id="{B6655C08-61BC-44BF-9D12-2264DBE1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747" y="2367465"/>
              <a:ext cx="277829" cy="824540"/>
            </a:xfrm>
            <a:custGeom>
              <a:avLst/>
              <a:gdLst>
                <a:gd name="T0" fmla="*/ 2147483646 w 67"/>
                <a:gd name="T1" fmla="*/ 2147483646 h 187"/>
                <a:gd name="T2" fmla="*/ 2147483646 w 67"/>
                <a:gd name="T3" fmla="*/ 2147483646 h 187"/>
                <a:gd name="T4" fmla="*/ 2147483646 w 67"/>
                <a:gd name="T5" fmla="*/ 0 h 187"/>
                <a:gd name="T6" fmla="*/ 2147483646 w 67"/>
                <a:gd name="T7" fmla="*/ 2147483646 h 187"/>
                <a:gd name="T8" fmla="*/ 2147483646 w 67"/>
                <a:gd name="T9" fmla="*/ 2147483646 h 187"/>
                <a:gd name="T10" fmla="*/ 2147483646 w 67"/>
                <a:gd name="T11" fmla="*/ 2147483646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87">
                  <a:moveTo>
                    <a:pt x="57" y="187"/>
                  </a:moveTo>
                  <a:cubicBezTo>
                    <a:pt x="31" y="161"/>
                    <a:pt x="9" y="115"/>
                    <a:pt x="5" y="70"/>
                  </a:cubicBezTo>
                  <a:cubicBezTo>
                    <a:pt x="0" y="25"/>
                    <a:pt x="13" y="2"/>
                    <a:pt x="21" y="0"/>
                  </a:cubicBezTo>
                  <a:cubicBezTo>
                    <a:pt x="28" y="0"/>
                    <a:pt x="46" y="6"/>
                    <a:pt x="67" y="44"/>
                  </a:cubicBezTo>
                  <a:cubicBezTo>
                    <a:pt x="53" y="27"/>
                    <a:pt x="35" y="14"/>
                    <a:pt x="23" y="28"/>
                  </a:cubicBezTo>
                  <a:cubicBezTo>
                    <a:pt x="11" y="41"/>
                    <a:pt x="16" y="145"/>
                    <a:pt x="57" y="187"/>
                  </a:cubicBezTo>
                  <a:close/>
                </a:path>
              </a:pathLst>
            </a:custGeom>
            <a:solidFill>
              <a:srgbClr val="007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4" name="Freeform 330">
              <a:extLst>
                <a:ext uri="{FF2B5EF4-FFF2-40B4-BE49-F238E27FC236}">
                  <a16:creationId xmlns:a16="http://schemas.microsoft.com/office/drawing/2014/main" id="{B1748E3F-8300-4533-BF8F-8D268BA73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615" y="2658284"/>
              <a:ext cx="153798" cy="578334"/>
            </a:xfrm>
            <a:custGeom>
              <a:avLst/>
              <a:gdLst>
                <a:gd name="T0" fmla="*/ 0 w 37"/>
                <a:gd name="T1" fmla="*/ 2147483646 h 131"/>
                <a:gd name="T2" fmla="*/ 2147483646 w 37"/>
                <a:gd name="T3" fmla="*/ 2147483646 h 131"/>
                <a:gd name="T4" fmla="*/ 2147483646 w 37"/>
                <a:gd name="T5" fmla="*/ 2147483646 h 131"/>
                <a:gd name="T6" fmla="*/ 2147483646 w 37"/>
                <a:gd name="T7" fmla="*/ 0 h 131"/>
                <a:gd name="T8" fmla="*/ 2147483646 w 37"/>
                <a:gd name="T9" fmla="*/ 2147483646 h 131"/>
                <a:gd name="T10" fmla="*/ 0 w 37"/>
                <a:gd name="T11" fmla="*/ 2147483646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31">
                  <a:moveTo>
                    <a:pt x="0" y="128"/>
                  </a:moveTo>
                  <a:cubicBezTo>
                    <a:pt x="2" y="130"/>
                    <a:pt x="6" y="131"/>
                    <a:pt x="9" y="130"/>
                  </a:cubicBezTo>
                  <a:cubicBezTo>
                    <a:pt x="15" y="129"/>
                    <a:pt x="18" y="122"/>
                    <a:pt x="20" y="118"/>
                  </a:cubicBezTo>
                  <a:cubicBezTo>
                    <a:pt x="37" y="86"/>
                    <a:pt x="18" y="21"/>
                    <a:pt x="11" y="0"/>
                  </a:cubicBezTo>
                  <a:cubicBezTo>
                    <a:pt x="16" y="18"/>
                    <a:pt x="30" y="89"/>
                    <a:pt x="18" y="113"/>
                  </a:cubicBezTo>
                  <a:cubicBezTo>
                    <a:pt x="9" y="128"/>
                    <a:pt x="2" y="129"/>
                    <a:pt x="0" y="128"/>
                  </a:cubicBezTo>
                  <a:close/>
                </a:path>
              </a:pathLst>
            </a:custGeom>
            <a:solidFill>
              <a:srgbClr val="007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5" name="Freeform 331">
              <a:extLst>
                <a:ext uri="{FF2B5EF4-FFF2-40B4-BE49-F238E27FC236}">
                  <a16:creationId xmlns:a16="http://schemas.microsoft.com/office/drawing/2014/main" id="{EAFE7A76-BEDB-49B9-A567-47C5D7631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677" y="2345984"/>
              <a:ext cx="578811" cy="933597"/>
            </a:xfrm>
            <a:custGeom>
              <a:avLst/>
              <a:gdLst>
                <a:gd name="T0" fmla="*/ 2147483646 w 140"/>
                <a:gd name="T1" fmla="*/ 2147483646 h 212"/>
                <a:gd name="T2" fmla="*/ 2147483646 w 140"/>
                <a:gd name="T3" fmla="*/ 2147483646 h 212"/>
                <a:gd name="T4" fmla="*/ 2147483646 w 140"/>
                <a:gd name="T5" fmla="*/ 2147483646 h 212"/>
                <a:gd name="T6" fmla="*/ 2147483646 w 140"/>
                <a:gd name="T7" fmla="*/ 2147483646 h 212"/>
                <a:gd name="T8" fmla="*/ 2147483646 w 140"/>
                <a:gd name="T9" fmla="*/ 2147483646 h 212"/>
                <a:gd name="T10" fmla="*/ 2147483646 w 140"/>
                <a:gd name="T11" fmla="*/ 2147483646 h 212"/>
                <a:gd name="T12" fmla="*/ 2147483646 w 140"/>
                <a:gd name="T13" fmla="*/ 2147483646 h 212"/>
                <a:gd name="T14" fmla="*/ 2147483646 w 140"/>
                <a:gd name="T15" fmla="*/ 2147483646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212">
                  <a:moveTo>
                    <a:pt x="17" y="120"/>
                  </a:moveTo>
                  <a:cubicBezTo>
                    <a:pt x="11" y="99"/>
                    <a:pt x="0" y="48"/>
                    <a:pt x="20" y="12"/>
                  </a:cubicBezTo>
                  <a:cubicBezTo>
                    <a:pt x="22" y="8"/>
                    <a:pt x="42" y="0"/>
                    <a:pt x="48" y="1"/>
                  </a:cubicBezTo>
                  <a:cubicBezTo>
                    <a:pt x="54" y="1"/>
                    <a:pt x="91" y="5"/>
                    <a:pt x="115" y="92"/>
                  </a:cubicBezTo>
                  <a:cubicBezTo>
                    <a:pt x="116" y="92"/>
                    <a:pt x="116" y="92"/>
                    <a:pt x="116" y="92"/>
                  </a:cubicBezTo>
                  <a:cubicBezTo>
                    <a:pt x="140" y="179"/>
                    <a:pt x="111" y="201"/>
                    <a:pt x="107" y="205"/>
                  </a:cubicBezTo>
                  <a:cubicBezTo>
                    <a:pt x="102" y="208"/>
                    <a:pt x="81" y="212"/>
                    <a:pt x="77" y="210"/>
                  </a:cubicBezTo>
                  <a:cubicBezTo>
                    <a:pt x="41" y="190"/>
                    <a:pt x="23" y="141"/>
                    <a:pt x="17" y="12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6" name="Freeform 332">
              <a:extLst>
                <a:ext uri="{FF2B5EF4-FFF2-40B4-BE49-F238E27FC236}">
                  <a16:creationId xmlns:a16="http://schemas.microsoft.com/office/drawing/2014/main" id="{93AC38BE-03DD-499F-AEA3-60C341C13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677" y="2345984"/>
              <a:ext cx="441550" cy="938554"/>
            </a:xfrm>
            <a:custGeom>
              <a:avLst/>
              <a:gdLst>
                <a:gd name="T0" fmla="*/ 2147483646 w 107"/>
                <a:gd name="T1" fmla="*/ 2147483646 h 213"/>
                <a:gd name="T2" fmla="*/ 2147483646 w 107"/>
                <a:gd name="T3" fmla="*/ 2147483646 h 213"/>
                <a:gd name="T4" fmla="*/ 2147483646 w 107"/>
                <a:gd name="T5" fmla="*/ 2147483646 h 213"/>
                <a:gd name="T6" fmla="*/ 2147483646 w 107"/>
                <a:gd name="T7" fmla="*/ 2147483646 h 213"/>
                <a:gd name="T8" fmla="*/ 2147483646 w 107"/>
                <a:gd name="T9" fmla="*/ 2147483646 h 213"/>
                <a:gd name="T10" fmla="*/ 2147483646 w 107"/>
                <a:gd name="T11" fmla="*/ 2147483646 h 213"/>
                <a:gd name="T12" fmla="*/ 2147483646 w 107"/>
                <a:gd name="T13" fmla="*/ 2147483646 h 213"/>
                <a:gd name="T14" fmla="*/ 2147483646 w 107"/>
                <a:gd name="T15" fmla="*/ 2147483646 h 213"/>
                <a:gd name="T16" fmla="*/ 2147483646 w 107"/>
                <a:gd name="T17" fmla="*/ 2147483646 h 2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213">
                  <a:moveTo>
                    <a:pt x="20" y="12"/>
                  </a:moveTo>
                  <a:cubicBezTo>
                    <a:pt x="0" y="48"/>
                    <a:pt x="11" y="99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23" y="141"/>
                    <a:pt x="41" y="190"/>
                    <a:pt x="77" y="210"/>
                  </a:cubicBezTo>
                  <a:cubicBezTo>
                    <a:pt x="81" y="212"/>
                    <a:pt x="102" y="208"/>
                    <a:pt x="107" y="205"/>
                  </a:cubicBezTo>
                  <a:cubicBezTo>
                    <a:pt x="78" y="213"/>
                    <a:pt x="44" y="139"/>
                    <a:pt x="37" y="115"/>
                  </a:cubicBezTo>
                  <a:cubicBezTo>
                    <a:pt x="37" y="114"/>
                    <a:pt x="37" y="114"/>
                    <a:pt x="37" y="114"/>
                  </a:cubicBezTo>
                  <a:cubicBezTo>
                    <a:pt x="30" y="90"/>
                    <a:pt x="19" y="9"/>
                    <a:pt x="48" y="1"/>
                  </a:cubicBezTo>
                  <a:cubicBezTo>
                    <a:pt x="42" y="0"/>
                    <a:pt x="22" y="8"/>
                    <a:pt x="20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butter-dish-with-butter-curl">
            <a:extLst>
              <a:ext uri="{FF2B5EF4-FFF2-40B4-BE49-F238E27FC236}">
                <a16:creationId xmlns:a16="http://schemas.microsoft.com/office/drawing/2014/main" id="{BD8C493E-6DEE-49DE-9FC0-173521C73EBE}"/>
              </a:ext>
            </a:extLst>
          </p:cNvPr>
          <p:cNvGrpSpPr>
            <a:grpSpLocks/>
          </p:cNvGrpSpPr>
          <p:nvPr/>
        </p:nvGrpSpPr>
        <p:grpSpPr bwMode="auto">
          <a:xfrm>
            <a:off x="6861175" y="1576388"/>
            <a:ext cx="3143250" cy="2493962"/>
            <a:chOff x="978" y="1982"/>
            <a:chExt cx="1472" cy="1168"/>
          </a:xfrm>
        </p:grpSpPr>
        <p:sp>
          <p:nvSpPr>
            <p:cNvPr id="35337" name="Freeform 342">
              <a:extLst>
                <a:ext uri="{FF2B5EF4-FFF2-40B4-BE49-F238E27FC236}">
                  <a16:creationId xmlns:a16="http://schemas.microsoft.com/office/drawing/2014/main" id="{73CAA0A1-1A0D-46D8-8F86-AF692590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281"/>
              <a:ext cx="795" cy="869"/>
            </a:xfrm>
            <a:custGeom>
              <a:avLst/>
              <a:gdLst>
                <a:gd name="T0" fmla="*/ 4925 w 318"/>
                <a:gd name="T1" fmla="*/ 546 h 326"/>
                <a:gd name="T2" fmla="*/ 4095 w 318"/>
                <a:gd name="T3" fmla="*/ 5585 h 326"/>
                <a:gd name="T4" fmla="*/ 3470 w 318"/>
                <a:gd name="T5" fmla="*/ 6174 h 326"/>
                <a:gd name="T6" fmla="*/ 2270 w 318"/>
                <a:gd name="T7" fmla="*/ 6174 h 326"/>
                <a:gd name="T8" fmla="*/ 520 w 318"/>
                <a:gd name="T9" fmla="*/ 6174 h 326"/>
                <a:gd name="T10" fmla="*/ 175 w 318"/>
                <a:gd name="T11" fmla="*/ 5187 h 326"/>
                <a:gd name="T12" fmla="*/ 1050 w 318"/>
                <a:gd name="T13" fmla="*/ 546 h 326"/>
                <a:gd name="T14" fmla="*/ 1675 w 318"/>
                <a:gd name="T15" fmla="*/ 0 h 326"/>
                <a:gd name="T16" fmla="*/ 4363 w 318"/>
                <a:gd name="T17" fmla="*/ 0 h 326"/>
                <a:gd name="T18" fmla="*/ 4925 w 318"/>
                <a:gd name="T19" fmla="*/ 546 h 3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326">
                  <a:moveTo>
                    <a:pt x="315" y="29"/>
                  </a:moveTo>
                  <a:cubicBezTo>
                    <a:pt x="305" y="88"/>
                    <a:pt x="265" y="283"/>
                    <a:pt x="262" y="295"/>
                  </a:cubicBezTo>
                  <a:cubicBezTo>
                    <a:pt x="255" y="322"/>
                    <a:pt x="251" y="326"/>
                    <a:pt x="222" y="326"/>
                  </a:cubicBezTo>
                  <a:cubicBezTo>
                    <a:pt x="181" y="326"/>
                    <a:pt x="176" y="326"/>
                    <a:pt x="145" y="326"/>
                  </a:cubicBezTo>
                  <a:cubicBezTo>
                    <a:pt x="114" y="326"/>
                    <a:pt x="65" y="326"/>
                    <a:pt x="33" y="326"/>
                  </a:cubicBezTo>
                  <a:cubicBezTo>
                    <a:pt x="0" y="326"/>
                    <a:pt x="4" y="304"/>
                    <a:pt x="11" y="274"/>
                  </a:cubicBezTo>
                  <a:cubicBezTo>
                    <a:pt x="18" y="241"/>
                    <a:pt x="67" y="29"/>
                    <a:pt x="67" y="29"/>
                  </a:cubicBezTo>
                  <a:cubicBezTo>
                    <a:pt x="71" y="11"/>
                    <a:pt x="82" y="0"/>
                    <a:pt x="107" y="0"/>
                  </a:cubicBezTo>
                  <a:cubicBezTo>
                    <a:pt x="131" y="0"/>
                    <a:pt x="252" y="0"/>
                    <a:pt x="279" y="0"/>
                  </a:cubicBezTo>
                  <a:cubicBezTo>
                    <a:pt x="306" y="0"/>
                    <a:pt x="318" y="8"/>
                    <a:pt x="315" y="29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343">
              <a:extLst>
                <a:ext uri="{FF2B5EF4-FFF2-40B4-BE49-F238E27FC236}">
                  <a16:creationId xmlns:a16="http://schemas.microsoft.com/office/drawing/2014/main" id="{DE2CFD59-39B2-48F5-B7D7-FCEDC23CE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313"/>
              <a:ext cx="720" cy="805"/>
            </a:xfrm>
            <a:custGeom>
              <a:avLst/>
              <a:gdLst>
                <a:gd name="T0" fmla="*/ 63 w 288"/>
                <a:gd name="T1" fmla="*/ 5662 h 302"/>
                <a:gd name="T2" fmla="*/ 113 w 288"/>
                <a:gd name="T3" fmla="*/ 5017 h 302"/>
                <a:gd name="T4" fmla="*/ 988 w 288"/>
                <a:gd name="T5" fmla="*/ 376 h 302"/>
                <a:gd name="T6" fmla="*/ 988 w 288"/>
                <a:gd name="T7" fmla="*/ 376 h 302"/>
                <a:gd name="T8" fmla="*/ 988 w 288"/>
                <a:gd name="T9" fmla="*/ 363 h 302"/>
                <a:gd name="T10" fmla="*/ 1425 w 288"/>
                <a:gd name="T11" fmla="*/ 0 h 302"/>
                <a:gd name="T12" fmla="*/ 4113 w 288"/>
                <a:gd name="T13" fmla="*/ 0 h 302"/>
                <a:gd name="T14" fmla="*/ 4458 w 288"/>
                <a:gd name="T15" fmla="*/ 77 h 302"/>
                <a:gd name="T16" fmla="*/ 4488 w 288"/>
                <a:gd name="T17" fmla="*/ 285 h 302"/>
                <a:gd name="T18" fmla="*/ 4488 w 288"/>
                <a:gd name="T19" fmla="*/ 285 h 302"/>
                <a:gd name="T20" fmla="*/ 3675 w 288"/>
                <a:gd name="T21" fmla="*/ 5302 h 302"/>
                <a:gd name="T22" fmla="*/ 3550 w 288"/>
                <a:gd name="T23" fmla="*/ 5662 h 302"/>
                <a:gd name="T24" fmla="*/ 3220 w 288"/>
                <a:gd name="T25" fmla="*/ 5720 h 302"/>
                <a:gd name="T26" fmla="*/ 270 w 288"/>
                <a:gd name="T27" fmla="*/ 5720 h 302"/>
                <a:gd name="T28" fmla="*/ 63 w 288"/>
                <a:gd name="T29" fmla="*/ 5662 h 3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8" h="302">
                  <a:moveTo>
                    <a:pt x="4" y="299"/>
                  </a:moveTo>
                  <a:cubicBezTo>
                    <a:pt x="0" y="294"/>
                    <a:pt x="4" y="276"/>
                    <a:pt x="7" y="265"/>
                  </a:cubicBezTo>
                  <a:cubicBezTo>
                    <a:pt x="14" y="232"/>
                    <a:pt x="62" y="22"/>
                    <a:pt x="63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6" y="5"/>
                    <a:pt x="74" y="0"/>
                    <a:pt x="91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80" y="0"/>
                    <a:pt x="283" y="3"/>
                    <a:pt x="285" y="4"/>
                  </a:cubicBezTo>
                  <a:cubicBezTo>
                    <a:pt x="288" y="7"/>
                    <a:pt x="287" y="12"/>
                    <a:pt x="287" y="15"/>
                  </a:cubicBezTo>
                  <a:cubicBezTo>
                    <a:pt x="287" y="15"/>
                    <a:pt x="287" y="15"/>
                    <a:pt x="287" y="15"/>
                  </a:cubicBezTo>
                  <a:cubicBezTo>
                    <a:pt x="276" y="75"/>
                    <a:pt x="237" y="270"/>
                    <a:pt x="235" y="280"/>
                  </a:cubicBezTo>
                  <a:cubicBezTo>
                    <a:pt x="232" y="288"/>
                    <a:pt x="230" y="297"/>
                    <a:pt x="227" y="299"/>
                  </a:cubicBezTo>
                  <a:cubicBezTo>
                    <a:pt x="224" y="301"/>
                    <a:pt x="215" y="302"/>
                    <a:pt x="206" y="302"/>
                  </a:cubicBezTo>
                  <a:cubicBezTo>
                    <a:pt x="17" y="302"/>
                    <a:pt x="17" y="302"/>
                    <a:pt x="17" y="302"/>
                  </a:cubicBezTo>
                  <a:cubicBezTo>
                    <a:pt x="10" y="302"/>
                    <a:pt x="5" y="301"/>
                    <a:pt x="4" y="299"/>
                  </a:cubicBezTo>
                  <a:close/>
                </a:path>
              </a:pathLst>
            </a:custGeom>
            <a:solidFill>
              <a:srgbClr val="F1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344">
              <a:extLst>
                <a:ext uri="{FF2B5EF4-FFF2-40B4-BE49-F238E27FC236}">
                  <a16:creationId xmlns:a16="http://schemas.microsoft.com/office/drawing/2014/main" id="{023012AA-08BC-4964-AF93-6B4D80A68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598"/>
              <a:ext cx="487" cy="421"/>
            </a:xfrm>
            <a:custGeom>
              <a:avLst/>
              <a:gdLst>
                <a:gd name="T0" fmla="*/ 0 w 195"/>
                <a:gd name="T1" fmla="*/ 2705 h 158"/>
                <a:gd name="T2" fmla="*/ 687 w 195"/>
                <a:gd name="T3" fmla="*/ 2931 h 158"/>
                <a:gd name="T4" fmla="*/ 2557 w 195"/>
                <a:gd name="T5" fmla="*/ 2931 h 158"/>
                <a:gd name="T6" fmla="*/ 2807 w 195"/>
                <a:gd name="T7" fmla="*/ 2401 h 158"/>
                <a:gd name="T8" fmla="*/ 3037 w 195"/>
                <a:gd name="T9" fmla="*/ 930 h 158"/>
                <a:gd name="T10" fmla="*/ 2870 w 195"/>
                <a:gd name="T11" fmla="*/ 376 h 158"/>
                <a:gd name="T12" fmla="*/ 2695 w 195"/>
                <a:gd name="T13" fmla="*/ 21 h 158"/>
                <a:gd name="T14" fmla="*/ 2320 w 195"/>
                <a:gd name="T15" fmla="*/ 397 h 158"/>
                <a:gd name="T16" fmla="*/ 1384 w 195"/>
                <a:gd name="T17" fmla="*/ 1343 h 1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58">
                  <a:moveTo>
                    <a:pt x="0" y="143"/>
                  </a:moveTo>
                  <a:cubicBezTo>
                    <a:pt x="6" y="155"/>
                    <a:pt x="32" y="154"/>
                    <a:pt x="44" y="155"/>
                  </a:cubicBezTo>
                  <a:cubicBezTo>
                    <a:pt x="73" y="156"/>
                    <a:pt x="155" y="158"/>
                    <a:pt x="164" y="155"/>
                  </a:cubicBezTo>
                  <a:cubicBezTo>
                    <a:pt x="176" y="151"/>
                    <a:pt x="177" y="138"/>
                    <a:pt x="180" y="127"/>
                  </a:cubicBezTo>
                  <a:cubicBezTo>
                    <a:pt x="187" y="102"/>
                    <a:pt x="195" y="75"/>
                    <a:pt x="195" y="49"/>
                  </a:cubicBezTo>
                  <a:cubicBezTo>
                    <a:pt x="195" y="34"/>
                    <a:pt x="190" y="32"/>
                    <a:pt x="184" y="20"/>
                  </a:cubicBezTo>
                  <a:cubicBezTo>
                    <a:pt x="182" y="15"/>
                    <a:pt x="179" y="1"/>
                    <a:pt x="173" y="1"/>
                  </a:cubicBezTo>
                  <a:cubicBezTo>
                    <a:pt x="169" y="0"/>
                    <a:pt x="151" y="19"/>
                    <a:pt x="149" y="21"/>
                  </a:cubicBezTo>
                  <a:cubicBezTo>
                    <a:pt x="129" y="38"/>
                    <a:pt x="114" y="61"/>
                    <a:pt x="89" y="71"/>
                  </a:cubicBezTo>
                </a:path>
              </a:pathLst>
            </a:custGeom>
            <a:solidFill>
              <a:srgbClr val="E8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Freeform 345">
              <a:extLst>
                <a:ext uri="{FF2B5EF4-FFF2-40B4-BE49-F238E27FC236}">
                  <a16:creationId xmlns:a16="http://schemas.microsoft.com/office/drawing/2014/main" id="{DA400FB9-8CBA-4CF2-94EF-06F3A6291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707"/>
              <a:ext cx="413" cy="283"/>
            </a:xfrm>
            <a:custGeom>
              <a:avLst/>
              <a:gdLst>
                <a:gd name="T0" fmla="*/ 0 w 165"/>
                <a:gd name="T1" fmla="*/ 1810 h 106"/>
                <a:gd name="T2" fmla="*/ 0 w 165"/>
                <a:gd name="T3" fmla="*/ 342 h 106"/>
                <a:gd name="T4" fmla="*/ 270 w 165"/>
                <a:gd name="T5" fmla="*/ 0 h 106"/>
                <a:gd name="T6" fmla="*/ 2368 w 165"/>
                <a:gd name="T7" fmla="*/ 0 h 106"/>
                <a:gd name="T8" fmla="*/ 2588 w 165"/>
                <a:gd name="T9" fmla="*/ 286 h 106"/>
                <a:gd name="T10" fmla="*/ 2588 w 165"/>
                <a:gd name="T11" fmla="*/ 1767 h 106"/>
                <a:gd name="T12" fmla="*/ 2400 w 165"/>
                <a:gd name="T13" fmla="*/ 2018 h 106"/>
                <a:gd name="T14" fmla="*/ 188 w 165"/>
                <a:gd name="T15" fmla="*/ 2018 h 106"/>
                <a:gd name="T16" fmla="*/ 0 w 165"/>
                <a:gd name="T17" fmla="*/ 1810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106">
                  <a:moveTo>
                    <a:pt x="0" y="95"/>
                  </a:moveTo>
                  <a:cubicBezTo>
                    <a:pt x="0" y="95"/>
                    <a:pt x="0" y="37"/>
                    <a:pt x="0" y="18"/>
                  </a:cubicBezTo>
                  <a:cubicBezTo>
                    <a:pt x="0" y="0"/>
                    <a:pt x="7" y="0"/>
                    <a:pt x="17" y="0"/>
                  </a:cubicBezTo>
                  <a:cubicBezTo>
                    <a:pt x="28" y="0"/>
                    <a:pt x="127" y="0"/>
                    <a:pt x="151" y="0"/>
                  </a:cubicBezTo>
                  <a:cubicBezTo>
                    <a:pt x="163" y="0"/>
                    <a:pt x="165" y="7"/>
                    <a:pt x="165" y="15"/>
                  </a:cubicBezTo>
                  <a:cubicBezTo>
                    <a:pt x="165" y="22"/>
                    <a:pt x="165" y="82"/>
                    <a:pt x="165" y="93"/>
                  </a:cubicBezTo>
                  <a:cubicBezTo>
                    <a:pt x="165" y="103"/>
                    <a:pt x="161" y="106"/>
                    <a:pt x="153" y="106"/>
                  </a:cubicBezTo>
                  <a:cubicBezTo>
                    <a:pt x="145" y="106"/>
                    <a:pt x="21" y="106"/>
                    <a:pt x="12" y="106"/>
                  </a:cubicBezTo>
                  <a:cubicBezTo>
                    <a:pt x="3" y="106"/>
                    <a:pt x="0" y="104"/>
                    <a:pt x="0" y="95"/>
                  </a:cubicBezTo>
                  <a:close/>
                </a:path>
              </a:pathLst>
            </a:custGeom>
            <a:solidFill>
              <a:srgbClr val="FF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1" name="Freeform 346">
              <a:extLst>
                <a:ext uri="{FF2B5EF4-FFF2-40B4-BE49-F238E27FC236}">
                  <a16:creationId xmlns:a16="http://schemas.microsoft.com/office/drawing/2014/main" id="{5BC74294-1960-47BF-9C9A-84EA40E71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518"/>
              <a:ext cx="455" cy="451"/>
            </a:xfrm>
            <a:custGeom>
              <a:avLst/>
              <a:gdLst>
                <a:gd name="T0" fmla="*/ 2458 w 182"/>
                <a:gd name="T1" fmla="*/ 21 h 169"/>
                <a:gd name="T2" fmla="*/ 645 w 182"/>
                <a:gd name="T3" fmla="*/ 0 h 169"/>
                <a:gd name="T4" fmla="*/ 300 w 182"/>
                <a:gd name="T5" fmla="*/ 192 h 169"/>
                <a:gd name="T6" fmla="*/ 0 w 182"/>
                <a:gd name="T7" fmla="*/ 1481 h 169"/>
                <a:gd name="T8" fmla="*/ 20 w 182"/>
                <a:gd name="T9" fmla="*/ 1481 h 169"/>
                <a:gd name="T10" fmla="*/ 250 w 182"/>
                <a:gd name="T11" fmla="*/ 1345 h 169"/>
                <a:gd name="T12" fmla="*/ 2345 w 182"/>
                <a:gd name="T13" fmla="*/ 1345 h 169"/>
                <a:gd name="T14" fmla="*/ 2563 w 182"/>
                <a:gd name="T15" fmla="*/ 1639 h 169"/>
                <a:gd name="T16" fmla="*/ 2563 w 182"/>
                <a:gd name="T17" fmla="*/ 3120 h 169"/>
                <a:gd name="T18" fmla="*/ 2563 w 182"/>
                <a:gd name="T19" fmla="*/ 3213 h 169"/>
                <a:gd name="T20" fmla="*/ 2738 w 182"/>
                <a:gd name="T21" fmla="*/ 2266 h 169"/>
                <a:gd name="T22" fmla="*/ 2845 w 182"/>
                <a:gd name="T23" fmla="*/ 1537 h 169"/>
                <a:gd name="T24" fmla="*/ 2845 w 182"/>
                <a:gd name="T25" fmla="*/ 320 h 169"/>
                <a:gd name="T26" fmla="*/ 2458 w 182"/>
                <a:gd name="T27" fmla="*/ 21 h 1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2" h="169">
                  <a:moveTo>
                    <a:pt x="157" y="1"/>
                  </a:moveTo>
                  <a:cubicBezTo>
                    <a:pt x="143" y="1"/>
                    <a:pt x="56" y="0"/>
                    <a:pt x="41" y="0"/>
                  </a:cubicBezTo>
                  <a:cubicBezTo>
                    <a:pt x="25" y="0"/>
                    <a:pt x="21" y="4"/>
                    <a:pt x="19" y="10"/>
                  </a:cubicBezTo>
                  <a:cubicBezTo>
                    <a:pt x="18" y="15"/>
                    <a:pt x="3" y="62"/>
                    <a:pt x="0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3" y="71"/>
                    <a:pt x="9" y="71"/>
                    <a:pt x="16" y="71"/>
                  </a:cubicBezTo>
                  <a:cubicBezTo>
                    <a:pt x="27" y="71"/>
                    <a:pt x="126" y="71"/>
                    <a:pt x="150" y="71"/>
                  </a:cubicBezTo>
                  <a:cubicBezTo>
                    <a:pt x="162" y="71"/>
                    <a:pt x="164" y="78"/>
                    <a:pt x="164" y="86"/>
                  </a:cubicBezTo>
                  <a:cubicBezTo>
                    <a:pt x="164" y="93"/>
                    <a:pt x="164" y="153"/>
                    <a:pt x="164" y="164"/>
                  </a:cubicBezTo>
                  <a:cubicBezTo>
                    <a:pt x="164" y="166"/>
                    <a:pt x="164" y="167"/>
                    <a:pt x="164" y="169"/>
                  </a:cubicBezTo>
                  <a:cubicBezTo>
                    <a:pt x="167" y="159"/>
                    <a:pt x="171" y="139"/>
                    <a:pt x="175" y="119"/>
                  </a:cubicBezTo>
                  <a:cubicBezTo>
                    <a:pt x="178" y="104"/>
                    <a:pt x="182" y="86"/>
                    <a:pt x="182" y="81"/>
                  </a:cubicBezTo>
                  <a:cubicBezTo>
                    <a:pt x="182" y="62"/>
                    <a:pt x="182" y="43"/>
                    <a:pt x="182" y="17"/>
                  </a:cubicBezTo>
                  <a:cubicBezTo>
                    <a:pt x="182" y="1"/>
                    <a:pt x="170" y="1"/>
                    <a:pt x="157" y="1"/>
                  </a:cubicBezTo>
                  <a:close/>
                </a:path>
              </a:pathLst>
            </a:custGeom>
            <a:solidFill>
              <a:srgbClr val="FFF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2" name="Freeform 347">
              <a:extLst>
                <a:ext uri="{FF2B5EF4-FFF2-40B4-BE49-F238E27FC236}">
                  <a16:creationId xmlns:a16="http://schemas.microsoft.com/office/drawing/2014/main" id="{3C561E7A-C678-49CA-9140-179FBE21D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526"/>
              <a:ext cx="235" cy="176"/>
            </a:xfrm>
            <a:custGeom>
              <a:avLst/>
              <a:gdLst>
                <a:gd name="T0" fmla="*/ 0 w 94"/>
                <a:gd name="T1" fmla="*/ 661 h 66"/>
                <a:gd name="T2" fmla="*/ 238 w 94"/>
                <a:gd name="T3" fmla="*/ 1024 h 66"/>
                <a:gd name="T4" fmla="*/ 533 w 94"/>
                <a:gd name="T5" fmla="*/ 1195 h 66"/>
                <a:gd name="T6" fmla="*/ 1175 w 94"/>
                <a:gd name="T7" fmla="*/ 1101 h 66"/>
                <a:gd name="T8" fmla="*/ 1425 w 94"/>
                <a:gd name="T9" fmla="*/ 512 h 66"/>
                <a:gd name="T10" fmla="*/ 1270 w 94"/>
                <a:gd name="T11" fmla="*/ 376 h 66"/>
                <a:gd name="T12" fmla="*/ 1063 w 94"/>
                <a:gd name="T13" fmla="*/ 227 h 66"/>
                <a:gd name="T14" fmla="*/ 520 w 94"/>
                <a:gd name="T15" fmla="*/ 77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66">
                  <a:moveTo>
                    <a:pt x="0" y="35"/>
                  </a:moveTo>
                  <a:cubicBezTo>
                    <a:pt x="1" y="42"/>
                    <a:pt x="10" y="50"/>
                    <a:pt x="15" y="54"/>
                  </a:cubicBezTo>
                  <a:cubicBezTo>
                    <a:pt x="18" y="57"/>
                    <a:pt x="29" y="61"/>
                    <a:pt x="34" y="63"/>
                  </a:cubicBezTo>
                  <a:cubicBezTo>
                    <a:pt x="46" y="66"/>
                    <a:pt x="64" y="65"/>
                    <a:pt x="75" y="58"/>
                  </a:cubicBezTo>
                  <a:cubicBezTo>
                    <a:pt x="85" y="52"/>
                    <a:pt x="94" y="40"/>
                    <a:pt x="91" y="27"/>
                  </a:cubicBezTo>
                  <a:cubicBezTo>
                    <a:pt x="89" y="20"/>
                    <a:pt x="86" y="20"/>
                    <a:pt x="81" y="20"/>
                  </a:cubicBezTo>
                  <a:cubicBezTo>
                    <a:pt x="76" y="19"/>
                    <a:pt x="71" y="15"/>
                    <a:pt x="68" y="12"/>
                  </a:cubicBezTo>
                  <a:cubicBezTo>
                    <a:pt x="57" y="5"/>
                    <a:pt x="47" y="0"/>
                    <a:pt x="33" y="4"/>
                  </a:cubicBezTo>
                </a:path>
              </a:pathLst>
            </a:custGeom>
            <a:solidFill>
              <a:srgbClr val="FF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3" name="Freeform 348">
              <a:extLst>
                <a:ext uri="{FF2B5EF4-FFF2-40B4-BE49-F238E27FC236}">
                  <a16:creationId xmlns:a16="http://schemas.microsoft.com/office/drawing/2014/main" id="{46B086EB-609A-4490-A6C0-E3168BAC4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526"/>
              <a:ext cx="110" cy="173"/>
            </a:xfrm>
            <a:custGeom>
              <a:avLst/>
              <a:gdLst>
                <a:gd name="T0" fmla="*/ 458 w 44"/>
                <a:gd name="T1" fmla="*/ 0 h 65"/>
                <a:gd name="T2" fmla="*/ 250 w 44"/>
                <a:gd name="T3" fmla="*/ 136 h 65"/>
                <a:gd name="T4" fmla="*/ 20 w 44"/>
                <a:gd name="T5" fmla="*/ 1168 h 65"/>
                <a:gd name="T6" fmla="*/ 125 w 44"/>
                <a:gd name="T7" fmla="*/ 1203 h 65"/>
                <a:gd name="T8" fmla="*/ 688 w 44"/>
                <a:gd name="T9" fmla="*/ 1203 h 65"/>
                <a:gd name="T10" fmla="*/ 145 w 44"/>
                <a:gd name="T11" fmla="*/ 1078 h 65"/>
                <a:gd name="T12" fmla="*/ 283 w 44"/>
                <a:gd name="T13" fmla="*/ 248 h 65"/>
                <a:gd name="T14" fmla="*/ 458 w 44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65">
                  <a:moveTo>
                    <a:pt x="29" y="0"/>
                  </a:moveTo>
                  <a:cubicBezTo>
                    <a:pt x="21" y="0"/>
                    <a:pt x="18" y="2"/>
                    <a:pt x="16" y="7"/>
                  </a:cubicBezTo>
                  <a:cubicBezTo>
                    <a:pt x="14" y="12"/>
                    <a:pt x="1" y="62"/>
                    <a:pt x="1" y="62"/>
                  </a:cubicBezTo>
                  <a:cubicBezTo>
                    <a:pt x="0" y="65"/>
                    <a:pt x="1" y="65"/>
                    <a:pt x="8" y="64"/>
                  </a:cubicBezTo>
                  <a:cubicBezTo>
                    <a:pt x="14" y="64"/>
                    <a:pt x="34" y="64"/>
                    <a:pt x="44" y="64"/>
                  </a:cubicBezTo>
                  <a:cubicBezTo>
                    <a:pt x="38" y="63"/>
                    <a:pt x="11" y="61"/>
                    <a:pt x="9" y="57"/>
                  </a:cubicBezTo>
                  <a:cubicBezTo>
                    <a:pt x="8" y="53"/>
                    <a:pt x="16" y="19"/>
                    <a:pt x="18" y="13"/>
                  </a:cubicBezTo>
                  <a:cubicBezTo>
                    <a:pt x="21" y="2"/>
                    <a:pt x="24" y="2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4" name="Freeform 349">
              <a:extLst>
                <a:ext uri="{FF2B5EF4-FFF2-40B4-BE49-F238E27FC236}">
                  <a16:creationId xmlns:a16="http://schemas.microsoft.com/office/drawing/2014/main" id="{2D7EA89B-A6C1-4AF9-96B1-36D6D20D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715"/>
              <a:ext cx="217" cy="254"/>
            </a:xfrm>
            <a:custGeom>
              <a:avLst/>
              <a:gdLst>
                <a:gd name="T0" fmla="*/ 0 w 87"/>
                <a:gd name="T1" fmla="*/ 1815 h 95"/>
                <a:gd name="T2" fmla="*/ 0 w 87"/>
                <a:gd name="T3" fmla="*/ 286 h 95"/>
                <a:gd name="T4" fmla="*/ 187 w 87"/>
                <a:gd name="T5" fmla="*/ 0 h 95"/>
                <a:gd name="T6" fmla="*/ 1349 w 87"/>
                <a:gd name="T7" fmla="*/ 0 h 95"/>
                <a:gd name="T8" fmla="*/ 292 w 87"/>
                <a:gd name="T9" fmla="*/ 136 h 95"/>
                <a:gd name="T10" fmla="*/ 75 w 87"/>
                <a:gd name="T11" fmla="*/ 516 h 95"/>
                <a:gd name="T12" fmla="*/ 0 w 87"/>
                <a:gd name="T13" fmla="*/ 1815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95">
                  <a:moveTo>
                    <a:pt x="0" y="95"/>
                  </a:moveTo>
                  <a:cubicBezTo>
                    <a:pt x="0" y="81"/>
                    <a:pt x="0" y="23"/>
                    <a:pt x="0" y="15"/>
                  </a:cubicBezTo>
                  <a:cubicBezTo>
                    <a:pt x="0" y="7"/>
                    <a:pt x="1" y="0"/>
                    <a:pt x="12" y="0"/>
                  </a:cubicBezTo>
                  <a:cubicBezTo>
                    <a:pt x="23" y="0"/>
                    <a:pt x="87" y="0"/>
                    <a:pt x="87" y="0"/>
                  </a:cubicBezTo>
                  <a:cubicBezTo>
                    <a:pt x="62" y="3"/>
                    <a:pt x="28" y="5"/>
                    <a:pt x="19" y="7"/>
                  </a:cubicBezTo>
                  <a:cubicBezTo>
                    <a:pt x="11" y="9"/>
                    <a:pt x="6" y="12"/>
                    <a:pt x="5" y="27"/>
                  </a:cubicBezTo>
                  <a:cubicBezTo>
                    <a:pt x="5" y="42"/>
                    <a:pt x="0" y="9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5" name="Freeform 350">
              <a:extLst>
                <a:ext uri="{FF2B5EF4-FFF2-40B4-BE49-F238E27FC236}">
                  <a16:creationId xmlns:a16="http://schemas.microsoft.com/office/drawing/2014/main" id="{1A40BDDA-FF92-4A71-BCE2-2B90293C8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731"/>
              <a:ext cx="218" cy="254"/>
            </a:xfrm>
            <a:custGeom>
              <a:avLst/>
              <a:gdLst>
                <a:gd name="T0" fmla="*/ 1368 w 87"/>
                <a:gd name="T1" fmla="*/ 0 h 95"/>
                <a:gd name="T2" fmla="*/ 1368 w 87"/>
                <a:gd name="T3" fmla="*/ 1529 h 95"/>
                <a:gd name="T4" fmla="*/ 1180 w 87"/>
                <a:gd name="T5" fmla="*/ 1815 h 95"/>
                <a:gd name="T6" fmla="*/ 0 w 87"/>
                <a:gd name="T7" fmla="*/ 1815 h 95"/>
                <a:gd name="T8" fmla="*/ 1067 w 87"/>
                <a:gd name="T9" fmla="*/ 1679 h 95"/>
                <a:gd name="T10" fmla="*/ 1288 w 87"/>
                <a:gd name="T11" fmla="*/ 1302 h 95"/>
                <a:gd name="T12" fmla="*/ 1368 w 8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95">
                  <a:moveTo>
                    <a:pt x="87" y="0"/>
                  </a:moveTo>
                  <a:cubicBezTo>
                    <a:pt x="87" y="14"/>
                    <a:pt x="87" y="72"/>
                    <a:pt x="87" y="80"/>
                  </a:cubicBezTo>
                  <a:cubicBezTo>
                    <a:pt x="87" y="88"/>
                    <a:pt x="86" y="95"/>
                    <a:pt x="75" y="95"/>
                  </a:cubicBezTo>
                  <a:cubicBezTo>
                    <a:pt x="64" y="95"/>
                    <a:pt x="0" y="95"/>
                    <a:pt x="0" y="95"/>
                  </a:cubicBezTo>
                  <a:cubicBezTo>
                    <a:pt x="25" y="92"/>
                    <a:pt x="59" y="90"/>
                    <a:pt x="68" y="88"/>
                  </a:cubicBezTo>
                  <a:cubicBezTo>
                    <a:pt x="76" y="86"/>
                    <a:pt x="81" y="83"/>
                    <a:pt x="82" y="68"/>
                  </a:cubicBezTo>
                  <a:cubicBezTo>
                    <a:pt x="82" y="53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FFE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6" name="Freeform 351">
              <a:extLst>
                <a:ext uri="{FF2B5EF4-FFF2-40B4-BE49-F238E27FC236}">
                  <a16:creationId xmlns:a16="http://schemas.microsoft.com/office/drawing/2014/main" id="{0BA459B8-D53C-4873-AEEB-EE950BEB2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529"/>
              <a:ext cx="53" cy="440"/>
            </a:xfrm>
            <a:custGeom>
              <a:avLst/>
              <a:gdLst>
                <a:gd name="T0" fmla="*/ 50 w 21"/>
                <a:gd name="T1" fmla="*/ 3128 h 165"/>
                <a:gd name="T2" fmla="*/ 222 w 21"/>
                <a:gd name="T3" fmla="*/ 2184 h 165"/>
                <a:gd name="T4" fmla="*/ 338 w 21"/>
                <a:gd name="T5" fmla="*/ 1459 h 165"/>
                <a:gd name="T6" fmla="*/ 338 w 21"/>
                <a:gd name="T7" fmla="*/ 248 h 165"/>
                <a:gd name="T8" fmla="*/ 242 w 21"/>
                <a:gd name="T9" fmla="*/ 0 h 165"/>
                <a:gd name="T10" fmla="*/ 146 w 21"/>
                <a:gd name="T11" fmla="*/ 776 h 165"/>
                <a:gd name="T12" fmla="*/ 0 w 21"/>
                <a:gd name="T13" fmla="*/ 1331 h 165"/>
                <a:gd name="T14" fmla="*/ 50 w 21"/>
                <a:gd name="T15" fmla="*/ 1557 h 165"/>
                <a:gd name="T16" fmla="*/ 50 w 21"/>
                <a:gd name="T17" fmla="*/ 3037 h 165"/>
                <a:gd name="T18" fmla="*/ 50 w 21"/>
                <a:gd name="T19" fmla="*/ 3128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165">
                  <a:moveTo>
                    <a:pt x="3" y="165"/>
                  </a:moveTo>
                  <a:cubicBezTo>
                    <a:pt x="6" y="155"/>
                    <a:pt x="10" y="135"/>
                    <a:pt x="14" y="115"/>
                  </a:cubicBezTo>
                  <a:cubicBezTo>
                    <a:pt x="17" y="100"/>
                    <a:pt x="21" y="82"/>
                    <a:pt x="21" y="77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6"/>
                    <a:pt x="19" y="2"/>
                    <a:pt x="15" y="0"/>
                  </a:cubicBezTo>
                  <a:cubicBezTo>
                    <a:pt x="16" y="10"/>
                    <a:pt x="12" y="22"/>
                    <a:pt x="9" y="41"/>
                  </a:cubicBezTo>
                  <a:cubicBezTo>
                    <a:pt x="7" y="52"/>
                    <a:pt x="3" y="62"/>
                    <a:pt x="0" y="70"/>
                  </a:cubicBezTo>
                  <a:cubicBezTo>
                    <a:pt x="3" y="73"/>
                    <a:pt x="3" y="77"/>
                    <a:pt x="3" y="82"/>
                  </a:cubicBezTo>
                  <a:cubicBezTo>
                    <a:pt x="3" y="160"/>
                    <a:pt x="3" y="160"/>
                    <a:pt x="3" y="160"/>
                  </a:cubicBezTo>
                  <a:cubicBezTo>
                    <a:pt x="3" y="162"/>
                    <a:pt x="3" y="163"/>
                    <a:pt x="3" y="165"/>
                  </a:cubicBezTo>
                  <a:close/>
                </a:path>
              </a:pathLst>
            </a:custGeom>
            <a:solidFill>
              <a:srgbClr val="FFE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7" name="Freeform 352">
              <a:extLst>
                <a:ext uri="{FF2B5EF4-FFF2-40B4-BE49-F238E27FC236}">
                  <a16:creationId xmlns:a16="http://schemas.microsoft.com/office/drawing/2014/main" id="{1EFB34DB-5268-480A-85BE-DDFD9B9D1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95"/>
              <a:ext cx="173" cy="91"/>
            </a:xfrm>
            <a:custGeom>
              <a:avLst/>
              <a:gdLst>
                <a:gd name="T0" fmla="*/ 0 w 69"/>
                <a:gd name="T1" fmla="*/ 423 h 34"/>
                <a:gd name="T2" fmla="*/ 113 w 69"/>
                <a:gd name="T3" fmla="*/ 538 h 34"/>
                <a:gd name="T4" fmla="*/ 271 w 69"/>
                <a:gd name="T5" fmla="*/ 616 h 34"/>
                <a:gd name="T6" fmla="*/ 629 w 69"/>
                <a:gd name="T7" fmla="*/ 616 h 34"/>
                <a:gd name="T8" fmla="*/ 930 w 69"/>
                <a:gd name="T9" fmla="*/ 388 h 34"/>
                <a:gd name="T10" fmla="*/ 1088 w 69"/>
                <a:gd name="T11" fmla="*/ 0 h 34"/>
                <a:gd name="T12" fmla="*/ 900 w 69"/>
                <a:gd name="T13" fmla="*/ 171 h 34"/>
                <a:gd name="T14" fmla="*/ 647 w 69"/>
                <a:gd name="T15" fmla="*/ 367 h 34"/>
                <a:gd name="T16" fmla="*/ 376 w 69"/>
                <a:gd name="T17" fmla="*/ 423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4">
                  <a:moveTo>
                    <a:pt x="0" y="22"/>
                  </a:moveTo>
                  <a:cubicBezTo>
                    <a:pt x="1" y="24"/>
                    <a:pt x="5" y="26"/>
                    <a:pt x="7" y="28"/>
                  </a:cubicBezTo>
                  <a:cubicBezTo>
                    <a:pt x="10" y="30"/>
                    <a:pt x="13" y="31"/>
                    <a:pt x="17" y="32"/>
                  </a:cubicBezTo>
                  <a:cubicBezTo>
                    <a:pt x="24" y="34"/>
                    <a:pt x="33" y="34"/>
                    <a:pt x="40" y="32"/>
                  </a:cubicBezTo>
                  <a:cubicBezTo>
                    <a:pt x="47" y="30"/>
                    <a:pt x="54" y="25"/>
                    <a:pt x="59" y="20"/>
                  </a:cubicBezTo>
                  <a:cubicBezTo>
                    <a:pt x="64" y="16"/>
                    <a:pt x="69" y="7"/>
                    <a:pt x="69" y="0"/>
                  </a:cubicBezTo>
                  <a:cubicBezTo>
                    <a:pt x="65" y="3"/>
                    <a:pt x="61" y="6"/>
                    <a:pt x="57" y="9"/>
                  </a:cubicBezTo>
                  <a:cubicBezTo>
                    <a:pt x="52" y="13"/>
                    <a:pt x="47" y="18"/>
                    <a:pt x="41" y="19"/>
                  </a:cubicBezTo>
                  <a:cubicBezTo>
                    <a:pt x="35" y="20"/>
                    <a:pt x="30" y="21"/>
                    <a:pt x="24" y="22"/>
                  </a:cubicBezTo>
                </a:path>
              </a:pathLst>
            </a:custGeom>
            <a:solidFill>
              <a:srgbClr val="FFE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353">
              <a:extLst>
                <a:ext uri="{FF2B5EF4-FFF2-40B4-BE49-F238E27FC236}">
                  <a16:creationId xmlns:a16="http://schemas.microsoft.com/office/drawing/2014/main" id="{B2112004-1E22-4E35-A076-A4D3F9ED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281"/>
              <a:ext cx="795" cy="869"/>
            </a:xfrm>
            <a:custGeom>
              <a:avLst/>
              <a:gdLst>
                <a:gd name="T0" fmla="*/ 4925 w 318"/>
                <a:gd name="T1" fmla="*/ 546 h 326"/>
                <a:gd name="T2" fmla="*/ 4095 w 318"/>
                <a:gd name="T3" fmla="*/ 5585 h 326"/>
                <a:gd name="T4" fmla="*/ 3470 w 318"/>
                <a:gd name="T5" fmla="*/ 6174 h 326"/>
                <a:gd name="T6" fmla="*/ 2270 w 318"/>
                <a:gd name="T7" fmla="*/ 6174 h 326"/>
                <a:gd name="T8" fmla="*/ 520 w 318"/>
                <a:gd name="T9" fmla="*/ 6174 h 326"/>
                <a:gd name="T10" fmla="*/ 175 w 318"/>
                <a:gd name="T11" fmla="*/ 5187 h 326"/>
                <a:gd name="T12" fmla="*/ 1050 w 318"/>
                <a:gd name="T13" fmla="*/ 546 h 326"/>
                <a:gd name="T14" fmla="*/ 1675 w 318"/>
                <a:gd name="T15" fmla="*/ 0 h 326"/>
                <a:gd name="T16" fmla="*/ 4363 w 318"/>
                <a:gd name="T17" fmla="*/ 0 h 326"/>
                <a:gd name="T18" fmla="*/ 4925 w 318"/>
                <a:gd name="T19" fmla="*/ 546 h 3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326">
                  <a:moveTo>
                    <a:pt x="315" y="29"/>
                  </a:moveTo>
                  <a:cubicBezTo>
                    <a:pt x="305" y="88"/>
                    <a:pt x="265" y="283"/>
                    <a:pt x="262" y="295"/>
                  </a:cubicBezTo>
                  <a:cubicBezTo>
                    <a:pt x="255" y="322"/>
                    <a:pt x="251" y="326"/>
                    <a:pt x="222" y="326"/>
                  </a:cubicBezTo>
                  <a:cubicBezTo>
                    <a:pt x="181" y="326"/>
                    <a:pt x="176" y="326"/>
                    <a:pt x="145" y="326"/>
                  </a:cubicBezTo>
                  <a:cubicBezTo>
                    <a:pt x="114" y="326"/>
                    <a:pt x="65" y="326"/>
                    <a:pt x="33" y="326"/>
                  </a:cubicBezTo>
                  <a:cubicBezTo>
                    <a:pt x="0" y="326"/>
                    <a:pt x="4" y="304"/>
                    <a:pt x="11" y="274"/>
                  </a:cubicBezTo>
                  <a:cubicBezTo>
                    <a:pt x="18" y="241"/>
                    <a:pt x="67" y="29"/>
                    <a:pt x="67" y="29"/>
                  </a:cubicBezTo>
                  <a:cubicBezTo>
                    <a:pt x="71" y="11"/>
                    <a:pt x="82" y="0"/>
                    <a:pt x="107" y="0"/>
                  </a:cubicBezTo>
                  <a:cubicBezTo>
                    <a:pt x="131" y="0"/>
                    <a:pt x="252" y="0"/>
                    <a:pt x="279" y="0"/>
                  </a:cubicBezTo>
                  <a:cubicBezTo>
                    <a:pt x="306" y="0"/>
                    <a:pt x="318" y="8"/>
                    <a:pt x="315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354">
              <a:extLst>
                <a:ext uri="{FF2B5EF4-FFF2-40B4-BE49-F238E27FC236}">
                  <a16:creationId xmlns:a16="http://schemas.microsoft.com/office/drawing/2014/main" id="{94E98B84-6E04-4FA7-962A-409B80530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313"/>
              <a:ext cx="720" cy="805"/>
            </a:xfrm>
            <a:custGeom>
              <a:avLst/>
              <a:gdLst>
                <a:gd name="T0" fmla="*/ 63 w 288"/>
                <a:gd name="T1" fmla="*/ 5662 h 302"/>
                <a:gd name="T2" fmla="*/ 113 w 288"/>
                <a:gd name="T3" fmla="*/ 5017 h 302"/>
                <a:gd name="T4" fmla="*/ 988 w 288"/>
                <a:gd name="T5" fmla="*/ 376 h 302"/>
                <a:gd name="T6" fmla="*/ 988 w 288"/>
                <a:gd name="T7" fmla="*/ 376 h 302"/>
                <a:gd name="T8" fmla="*/ 988 w 288"/>
                <a:gd name="T9" fmla="*/ 363 h 302"/>
                <a:gd name="T10" fmla="*/ 1425 w 288"/>
                <a:gd name="T11" fmla="*/ 0 h 302"/>
                <a:gd name="T12" fmla="*/ 4113 w 288"/>
                <a:gd name="T13" fmla="*/ 0 h 302"/>
                <a:gd name="T14" fmla="*/ 4458 w 288"/>
                <a:gd name="T15" fmla="*/ 77 h 302"/>
                <a:gd name="T16" fmla="*/ 4488 w 288"/>
                <a:gd name="T17" fmla="*/ 285 h 302"/>
                <a:gd name="T18" fmla="*/ 4488 w 288"/>
                <a:gd name="T19" fmla="*/ 285 h 302"/>
                <a:gd name="T20" fmla="*/ 3675 w 288"/>
                <a:gd name="T21" fmla="*/ 5302 h 302"/>
                <a:gd name="T22" fmla="*/ 3550 w 288"/>
                <a:gd name="T23" fmla="*/ 5662 h 302"/>
                <a:gd name="T24" fmla="*/ 3220 w 288"/>
                <a:gd name="T25" fmla="*/ 5720 h 302"/>
                <a:gd name="T26" fmla="*/ 270 w 288"/>
                <a:gd name="T27" fmla="*/ 5720 h 302"/>
                <a:gd name="T28" fmla="*/ 63 w 288"/>
                <a:gd name="T29" fmla="*/ 5662 h 3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8" h="302">
                  <a:moveTo>
                    <a:pt x="4" y="299"/>
                  </a:moveTo>
                  <a:cubicBezTo>
                    <a:pt x="0" y="294"/>
                    <a:pt x="4" y="276"/>
                    <a:pt x="7" y="265"/>
                  </a:cubicBezTo>
                  <a:cubicBezTo>
                    <a:pt x="14" y="232"/>
                    <a:pt x="62" y="22"/>
                    <a:pt x="63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6" y="5"/>
                    <a:pt x="74" y="0"/>
                    <a:pt x="91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80" y="0"/>
                    <a:pt x="283" y="3"/>
                    <a:pt x="285" y="4"/>
                  </a:cubicBezTo>
                  <a:cubicBezTo>
                    <a:pt x="288" y="7"/>
                    <a:pt x="287" y="12"/>
                    <a:pt x="287" y="15"/>
                  </a:cubicBezTo>
                  <a:cubicBezTo>
                    <a:pt x="287" y="15"/>
                    <a:pt x="287" y="15"/>
                    <a:pt x="287" y="15"/>
                  </a:cubicBezTo>
                  <a:cubicBezTo>
                    <a:pt x="276" y="75"/>
                    <a:pt x="237" y="270"/>
                    <a:pt x="235" y="280"/>
                  </a:cubicBezTo>
                  <a:cubicBezTo>
                    <a:pt x="232" y="288"/>
                    <a:pt x="230" y="297"/>
                    <a:pt x="227" y="299"/>
                  </a:cubicBezTo>
                  <a:cubicBezTo>
                    <a:pt x="224" y="301"/>
                    <a:pt x="215" y="302"/>
                    <a:pt x="206" y="302"/>
                  </a:cubicBezTo>
                  <a:cubicBezTo>
                    <a:pt x="17" y="302"/>
                    <a:pt x="17" y="302"/>
                    <a:pt x="17" y="302"/>
                  </a:cubicBezTo>
                  <a:cubicBezTo>
                    <a:pt x="10" y="302"/>
                    <a:pt x="5" y="301"/>
                    <a:pt x="4" y="29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355">
              <a:extLst>
                <a:ext uri="{FF2B5EF4-FFF2-40B4-BE49-F238E27FC236}">
                  <a16:creationId xmlns:a16="http://schemas.microsoft.com/office/drawing/2014/main" id="{6C69C5BD-B4AA-449C-92DC-704964C98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539"/>
              <a:ext cx="33" cy="166"/>
            </a:xfrm>
            <a:custGeom>
              <a:avLst/>
              <a:gdLst>
                <a:gd name="T0" fmla="*/ 213 w 13"/>
                <a:gd name="T1" fmla="*/ 0 h 62"/>
                <a:gd name="T2" fmla="*/ 0 w 13"/>
                <a:gd name="T3" fmla="*/ 118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2">
                  <a:moveTo>
                    <a:pt x="13" y="0"/>
                  </a:moveTo>
                  <a:cubicBezTo>
                    <a:pt x="13" y="10"/>
                    <a:pt x="4" y="54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356">
              <a:extLst>
                <a:ext uri="{FF2B5EF4-FFF2-40B4-BE49-F238E27FC236}">
                  <a16:creationId xmlns:a16="http://schemas.microsoft.com/office/drawing/2014/main" id="{9C916912-9DED-4728-BD87-21129C06B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707"/>
              <a:ext cx="413" cy="283"/>
            </a:xfrm>
            <a:custGeom>
              <a:avLst/>
              <a:gdLst>
                <a:gd name="T0" fmla="*/ 0 w 165"/>
                <a:gd name="T1" fmla="*/ 1810 h 106"/>
                <a:gd name="T2" fmla="*/ 0 w 165"/>
                <a:gd name="T3" fmla="*/ 342 h 106"/>
                <a:gd name="T4" fmla="*/ 270 w 165"/>
                <a:gd name="T5" fmla="*/ 0 h 106"/>
                <a:gd name="T6" fmla="*/ 2368 w 165"/>
                <a:gd name="T7" fmla="*/ 0 h 106"/>
                <a:gd name="T8" fmla="*/ 2588 w 165"/>
                <a:gd name="T9" fmla="*/ 286 h 106"/>
                <a:gd name="T10" fmla="*/ 2588 w 165"/>
                <a:gd name="T11" fmla="*/ 1767 h 106"/>
                <a:gd name="T12" fmla="*/ 2400 w 165"/>
                <a:gd name="T13" fmla="*/ 2018 h 106"/>
                <a:gd name="T14" fmla="*/ 188 w 165"/>
                <a:gd name="T15" fmla="*/ 2018 h 106"/>
                <a:gd name="T16" fmla="*/ 0 w 165"/>
                <a:gd name="T17" fmla="*/ 1810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106">
                  <a:moveTo>
                    <a:pt x="0" y="95"/>
                  </a:moveTo>
                  <a:cubicBezTo>
                    <a:pt x="0" y="95"/>
                    <a:pt x="0" y="37"/>
                    <a:pt x="0" y="18"/>
                  </a:cubicBezTo>
                  <a:cubicBezTo>
                    <a:pt x="0" y="0"/>
                    <a:pt x="7" y="0"/>
                    <a:pt x="17" y="0"/>
                  </a:cubicBezTo>
                  <a:cubicBezTo>
                    <a:pt x="28" y="0"/>
                    <a:pt x="127" y="0"/>
                    <a:pt x="151" y="0"/>
                  </a:cubicBezTo>
                  <a:cubicBezTo>
                    <a:pt x="163" y="0"/>
                    <a:pt x="165" y="7"/>
                    <a:pt x="165" y="15"/>
                  </a:cubicBezTo>
                  <a:cubicBezTo>
                    <a:pt x="165" y="22"/>
                    <a:pt x="165" y="82"/>
                    <a:pt x="165" y="93"/>
                  </a:cubicBezTo>
                  <a:cubicBezTo>
                    <a:pt x="165" y="103"/>
                    <a:pt x="161" y="106"/>
                    <a:pt x="153" y="106"/>
                  </a:cubicBezTo>
                  <a:cubicBezTo>
                    <a:pt x="145" y="106"/>
                    <a:pt x="21" y="106"/>
                    <a:pt x="12" y="106"/>
                  </a:cubicBezTo>
                  <a:cubicBezTo>
                    <a:pt x="3" y="106"/>
                    <a:pt x="0" y="104"/>
                    <a:pt x="0" y="9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357">
              <a:extLst>
                <a:ext uri="{FF2B5EF4-FFF2-40B4-BE49-F238E27FC236}">
                  <a16:creationId xmlns:a16="http://schemas.microsoft.com/office/drawing/2014/main" id="{1D42FD52-B6C4-4393-AB0F-5C82E56E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518"/>
              <a:ext cx="455" cy="451"/>
            </a:xfrm>
            <a:custGeom>
              <a:avLst/>
              <a:gdLst>
                <a:gd name="T0" fmla="*/ 2458 w 182"/>
                <a:gd name="T1" fmla="*/ 21 h 169"/>
                <a:gd name="T2" fmla="*/ 645 w 182"/>
                <a:gd name="T3" fmla="*/ 0 h 169"/>
                <a:gd name="T4" fmla="*/ 300 w 182"/>
                <a:gd name="T5" fmla="*/ 192 h 169"/>
                <a:gd name="T6" fmla="*/ 0 w 182"/>
                <a:gd name="T7" fmla="*/ 1481 h 169"/>
                <a:gd name="T8" fmla="*/ 20 w 182"/>
                <a:gd name="T9" fmla="*/ 1481 h 169"/>
                <a:gd name="T10" fmla="*/ 250 w 182"/>
                <a:gd name="T11" fmla="*/ 1345 h 169"/>
                <a:gd name="T12" fmla="*/ 2345 w 182"/>
                <a:gd name="T13" fmla="*/ 1345 h 169"/>
                <a:gd name="T14" fmla="*/ 2563 w 182"/>
                <a:gd name="T15" fmla="*/ 1639 h 169"/>
                <a:gd name="T16" fmla="*/ 2563 w 182"/>
                <a:gd name="T17" fmla="*/ 3120 h 169"/>
                <a:gd name="T18" fmla="*/ 2563 w 182"/>
                <a:gd name="T19" fmla="*/ 3213 h 169"/>
                <a:gd name="T20" fmla="*/ 2738 w 182"/>
                <a:gd name="T21" fmla="*/ 2266 h 169"/>
                <a:gd name="T22" fmla="*/ 2845 w 182"/>
                <a:gd name="T23" fmla="*/ 1537 h 169"/>
                <a:gd name="T24" fmla="*/ 2845 w 182"/>
                <a:gd name="T25" fmla="*/ 320 h 169"/>
                <a:gd name="T26" fmla="*/ 2458 w 182"/>
                <a:gd name="T27" fmla="*/ 21 h 1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2" h="169">
                  <a:moveTo>
                    <a:pt x="157" y="1"/>
                  </a:moveTo>
                  <a:cubicBezTo>
                    <a:pt x="143" y="1"/>
                    <a:pt x="56" y="0"/>
                    <a:pt x="41" y="0"/>
                  </a:cubicBezTo>
                  <a:cubicBezTo>
                    <a:pt x="25" y="0"/>
                    <a:pt x="21" y="4"/>
                    <a:pt x="19" y="10"/>
                  </a:cubicBezTo>
                  <a:cubicBezTo>
                    <a:pt x="18" y="15"/>
                    <a:pt x="3" y="62"/>
                    <a:pt x="0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3" y="71"/>
                    <a:pt x="9" y="71"/>
                    <a:pt x="16" y="71"/>
                  </a:cubicBezTo>
                  <a:cubicBezTo>
                    <a:pt x="27" y="71"/>
                    <a:pt x="126" y="71"/>
                    <a:pt x="150" y="71"/>
                  </a:cubicBezTo>
                  <a:cubicBezTo>
                    <a:pt x="162" y="71"/>
                    <a:pt x="164" y="78"/>
                    <a:pt x="164" y="86"/>
                  </a:cubicBezTo>
                  <a:cubicBezTo>
                    <a:pt x="164" y="93"/>
                    <a:pt x="164" y="153"/>
                    <a:pt x="164" y="164"/>
                  </a:cubicBezTo>
                  <a:cubicBezTo>
                    <a:pt x="164" y="166"/>
                    <a:pt x="164" y="167"/>
                    <a:pt x="164" y="169"/>
                  </a:cubicBezTo>
                  <a:cubicBezTo>
                    <a:pt x="167" y="159"/>
                    <a:pt x="171" y="139"/>
                    <a:pt x="175" y="119"/>
                  </a:cubicBezTo>
                  <a:cubicBezTo>
                    <a:pt x="178" y="104"/>
                    <a:pt x="182" y="86"/>
                    <a:pt x="182" y="81"/>
                  </a:cubicBezTo>
                  <a:cubicBezTo>
                    <a:pt x="182" y="62"/>
                    <a:pt x="182" y="43"/>
                    <a:pt x="182" y="17"/>
                  </a:cubicBezTo>
                  <a:cubicBezTo>
                    <a:pt x="182" y="1"/>
                    <a:pt x="170" y="1"/>
                    <a:pt x="15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358">
              <a:extLst>
                <a:ext uri="{FF2B5EF4-FFF2-40B4-BE49-F238E27FC236}">
                  <a16:creationId xmlns:a16="http://schemas.microsoft.com/office/drawing/2014/main" id="{DD75B335-C07A-43F6-980D-4FE93601B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539"/>
              <a:ext cx="10" cy="3"/>
            </a:xfrm>
            <a:custGeom>
              <a:avLst/>
              <a:gdLst>
                <a:gd name="T0" fmla="*/ 63 w 4"/>
                <a:gd name="T1" fmla="*/ 2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2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359">
              <a:extLst>
                <a:ext uri="{FF2B5EF4-FFF2-40B4-BE49-F238E27FC236}">
                  <a16:creationId xmlns:a16="http://schemas.microsoft.com/office/drawing/2014/main" id="{5B39738E-9FA8-4A9C-9242-4304E8682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697"/>
              <a:ext cx="7" cy="5"/>
            </a:xfrm>
            <a:custGeom>
              <a:avLst/>
              <a:gdLst>
                <a:gd name="T0" fmla="*/ 37 w 3"/>
                <a:gd name="T1" fmla="*/ 33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2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360">
              <a:extLst>
                <a:ext uri="{FF2B5EF4-FFF2-40B4-BE49-F238E27FC236}">
                  <a16:creationId xmlns:a16="http://schemas.microsoft.com/office/drawing/2014/main" id="{08105D1C-533E-42A9-B641-6A3D26E1F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94"/>
              <a:ext cx="190" cy="181"/>
            </a:xfrm>
            <a:custGeom>
              <a:avLst/>
              <a:gdLst>
                <a:gd name="T0" fmla="*/ 1158 w 76"/>
                <a:gd name="T1" fmla="*/ 114 h 68"/>
                <a:gd name="T2" fmla="*/ 1145 w 76"/>
                <a:gd name="T3" fmla="*/ 21 h 68"/>
                <a:gd name="T4" fmla="*/ 1095 w 76"/>
                <a:gd name="T5" fmla="*/ 21 h 68"/>
                <a:gd name="T6" fmla="*/ 1083 w 76"/>
                <a:gd name="T7" fmla="*/ 93 h 68"/>
                <a:gd name="T8" fmla="*/ 613 w 76"/>
                <a:gd name="T9" fmla="*/ 623 h 68"/>
                <a:gd name="T10" fmla="*/ 613 w 76"/>
                <a:gd name="T11" fmla="*/ 623 h 68"/>
                <a:gd name="T12" fmla="*/ 645 w 76"/>
                <a:gd name="T13" fmla="*/ 660 h 68"/>
                <a:gd name="T14" fmla="*/ 645 w 76"/>
                <a:gd name="T15" fmla="*/ 849 h 68"/>
                <a:gd name="T16" fmla="*/ 375 w 76"/>
                <a:gd name="T17" fmla="*/ 1206 h 68"/>
                <a:gd name="T18" fmla="*/ 0 w 76"/>
                <a:gd name="T19" fmla="*/ 1113 h 68"/>
                <a:gd name="T20" fmla="*/ 550 w 76"/>
                <a:gd name="T21" fmla="*/ 1224 h 68"/>
                <a:gd name="T22" fmla="*/ 1063 w 76"/>
                <a:gd name="T23" fmla="*/ 793 h 68"/>
                <a:gd name="T24" fmla="*/ 1158 w 76"/>
                <a:gd name="T25" fmla="*/ 114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68">
                  <a:moveTo>
                    <a:pt x="74" y="6"/>
                  </a:moveTo>
                  <a:cubicBezTo>
                    <a:pt x="74" y="4"/>
                    <a:pt x="74" y="2"/>
                    <a:pt x="73" y="1"/>
                  </a:cubicBezTo>
                  <a:cubicBezTo>
                    <a:pt x="72" y="0"/>
                    <a:pt x="71" y="0"/>
                    <a:pt x="70" y="1"/>
                  </a:cubicBezTo>
                  <a:cubicBezTo>
                    <a:pt x="70" y="1"/>
                    <a:pt x="69" y="4"/>
                    <a:pt x="69" y="5"/>
                  </a:cubicBezTo>
                  <a:cubicBezTo>
                    <a:pt x="62" y="20"/>
                    <a:pt x="42" y="32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40" y="34"/>
                    <a:pt x="41" y="34"/>
                    <a:pt x="41" y="35"/>
                  </a:cubicBezTo>
                  <a:cubicBezTo>
                    <a:pt x="42" y="37"/>
                    <a:pt x="42" y="41"/>
                    <a:pt x="41" y="45"/>
                  </a:cubicBezTo>
                  <a:cubicBezTo>
                    <a:pt x="40" y="55"/>
                    <a:pt x="34" y="62"/>
                    <a:pt x="24" y="64"/>
                  </a:cubicBezTo>
                  <a:cubicBezTo>
                    <a:pt x="17" y="65"/>
                    <a:pt x="8" y="63"/>
                    <a:pt x="0" y="59"/>
                  </a:cubicBezTo>
                  <a:cubicBezTo>
                    <a:pt x="14" y="68"/>
                    <a:pt x="27" y="67"/>
                    <a:pt x="35" y="65"/>
                  </a:cubicBezTo>
                  <a:cubicBezTo>
                    <a:pt x="43" y="64"/>
                    <a:pt x="61" y="57"/>
                    <a:pt x="68" y="42"/>
                  </a:cubicBezTo>
                  <a:cubicBezTo>
                    <a:pt x="76" y="28"/>
                    <a:pt x="75" y="10"/>
                    <a:pt x="74" y="6"/>
                  </a:cubicBezTo>
                  <a:close/>
                </a:path>
              </a:pathLst>
            </a:custGeom>
            <a:solidFill>
              <a:srgbClr val="FFE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361">
              <a:extLst>
                <a:ext uri="{FF2B5EF4-FFF2-40B4-BE49-F238E27FC236}">
                  <a16:creationId xmlns:a16="http://schemas.microsoft.com/office/drawing/2014/main" id="{E86FDAC7-DAC5-4CF3-A7E6-BFEF9443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982"/>
              <a:ext cx="1049" cy="931"/>
            </a:xfrm>
            <a:custGeom>
              <a:avLst/>
              <a:gdLst>
                <a:gd name="T0" fmla="*/ 2837 w 420"/>
                <a:gd name="T1" fmla="*/ 4916 h 349"/>
                <a:gd name="T2" fmla="*/ 529 w 420"/>
                <a:gd name="T3" fmla="*/ 3457 h 349"/>
                <a:gd name="T4" fmla="*/ 749 w 420"/>
                <a:gd name="T5" fmla="*/ 1481 h 349"/>
                <a:gd name="T6" fmla="*/ 1946 w 420"/>
                <a:gd name="T7" fmla="*/ 264 h 349"/>
                <a:gd name="T8" fmla="*/ 3087 w 420"/>
                <a:gd name="T9" fmla="*/ 397 h 349"/>
                <a:gd name="T10" fmla="*/ 4391 w 420"/>
                <a:gd name="T11" fmla="*/ 1195 h 349"/>
                <a:gd name="T12" fmla="*/ 4391 w 420"/>
                <a:gd name="T13" fmla="*/ 1195 h 349"/>
                <a:gd name="T14" fmla="*/ 5702 w 420"/>
                <a:gd name="T15" fmla="*/ 2014 h 349"/>
                <a:gd name="T16" fmla="*/ 6451 w 420"/>
                <a:gd name="T17" fmla="*/ 3052 h 349"/>
                <a:gd name="T18" fmla="*/ 6356 w 420"/>
                <a:gd name="T19" fmla="*/ 4954 h 349"/>
                <a:gd name="T20" fmla="*/ 5173 w 420"/>
                <a:gd name="T21" fmla="*/ 6320 h 349"/>
                <a:gd name="T22" fmla="*/ 2837 w 420"/>
                <a:gd name="T23" fmla="*/ 4916 h 3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0" h="349">
                  <a:moveTo>
                    <a:pt x="182" y="259"/>
                  </a:moveTo>
                  <a:cubicBezTo>
                    <a:pt x="138" y="237"/>
                    <a:pt x="68" y="202"/>
                    <a:pt x="34" y="182"/>
                  </a:cubicBezTo>
                  <a:cubicBezTo>
                    <a:pt x="0" y="162"/>
                    <a:pt x="29" y="106"/>
                    <a:pt x="48" y="78"/>
                  </a:cubicBezTo>
                  <a:cubicBezTo>
                    <a:pt x="63" y="51"/>
                    <a:pt x="109" y="23"/>
                    <a:pt x="125" y="14"/>
                  </a:cubicBezTo>
                  <a:cubicBezTo>
                    <a:pt x="142" y="5"/>
                    <a:pt x="157" y="0"/>
                    <a:pt x="198" y="21"/>
                  </a:cubicBezTo>
                  <a:cubicBezTo>
                    <a:pt x="238" y="41"/>
                    <a:pt x="282" y="63"/>
                    <a:pt x="282" y="63"/>
                  </a:cubicBezTo>
                  <a:cubicBezTo>
                    <a:pt x="282" y="63"/>
                    <a:pt x="282" y="63"/>
                    <a:pt x="282" y="63"/>
                  </a:cubicBezTo>
                  <a:cubicBezTo>
                    <a:pt x="282" y="63"/>
                    <a:pt x="325" y="85"/>
                    <a:pt x="366" y="106"/>
                  </a:cubicBezTo>
                  <a:cubicBezTo>
                    <a:pt x="407" y="127"/>
                    <a:pt x="412" y="142"/>
                    <a:pt x="414" y="161"/>
                  </a:cubicBezTo>
                  <a:cubicBezTo>
                    <a:pt x="416" y="179"/>
                    <a:pt x="420" y="233"/>
                    <a:pt x="408" y="261"/>
                  </a:cubicBezTo>
                  <a:cubicBezTo>
                    <a:pt x="396" y="293"/>
                    <a:pt x="368" y="349"/>
                    <a:pt x="332" y="333"/>
                  </a:cubicBezTo>
                  <a:cubicBezTo>
                    <a:pt x="296" y="317"/>
                    <a:pt x="226" y="282"/>
                    <a:pt x="182" y="259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362">
              <a:extLst>
                <a:ext uri="{FF2B5EF4-FFF2-40B4-BE49-F238E27FC236}">
                  <a16:creationId xmlns:a16="http://schemas.microsoft.com/office/drawing/2014/main" id="{AF329098-8B58-4547-98B6-0DF56730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251"/>
              <a:ext cx="869" cy="622"/>
            </a:xfrm>
            <a:custGeom>
              <a:avLst/>
              <a:gdLst>
                <a:gd name="T0" fmla="*/ 5202 w 348"/>
                <a:gd name="T1" fmla="*/ 4319 h 233"/>
                <a:gd name="T2" fmla="*/ 5107 w 348"/>
                <a:gd name="T3" fmla="*/ 2210 h 233"/>
                <a:gd name="T4" fmla="*/ 3391 w 348"/>
                <a:gd name="T5" fmla="*/ 1004 h 233"/>
                <a:gd name="T6" fmla="*/ 3379 w 348"/>
                <a:gd name="T7" fmla="*/ 1004 h 233"/>
                <a:gd name="T8" fmla="*/ 1571 w 348"/>
                <a:gd name="T9" fmla="*/ 21 h 233"/>
                <a:gd name="T10" fmla="*/ 137 w 348"/>
                <a:gd name="T11" fmla="*/ 1183 h 233"/>
                <a:gd name="T12" fmla="*/ 1216 w 348"/>
                <a:gd name="T13" fmla="*/ 1994 h 233"/>
                <a:gd name="T14" fmla="*/ 4720 w 348"/>
                <a:gd name="T15" fmla="*/ 4183 h 233"/>
                <a:gd name="T16" fmla="*/ 5202 w 348"/>
                <a:gd name="T17" fmla="*/ 4319 h 2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8" h="233">
                  <a:moveTo>
                    <a:pt x="334" y="227"/>
                  </a:moveTo>
                  <a:cubicBezTo>
                    <a:pt x="348" y="172"/>
                    <a:pt x="340" y="132"/>
                    <a:pt x="328" y="116"/>
                  </a:cubicBezTo>
                  <a:cubicBezTo>
                    <a:pt x="316" y="101"/>
                    <a:pt x="254" y="71"/>
                    <a:pt x="218" y="53"/>
                  </a:cubicBezTo>
                  <a:cubicBezTo>
                    <a:pt x="217" y="53"/>
                    <a:pt x="217" y="53"/>
                    <a:pt x="217" y="53"/>
                  </a:cubicBezTo>
                  <a:cubicBezTo>
                    <a:pt x="181" y="35"/>
                    <a:pt x="121" y="1"/>
                    <a:pt x="101" y="1"/>
                  </a:cubicBezTo>
                  <a:cubicBezTo>
                    <a:pt x="82" y="0"/>
                    <a:pt x="45" y="17"/>
                    <a:pt x="9" y="62"/>
                  </a:cubicBezTo>
                  <a:cubicBezTo>
                    <a:pt x="0" y="71"/>
                    <a:pt x="40" y="84"/>
                    <a:pt x="78" y="105"/>
                  </a:cubicBezTo>
                  <a:cubicBezTo>
                    <a:pt x="116" y="127"/>
                    <a:pt x="283" y="209"/>
                    <a:pt x="303" y="220"/>
                  </a:cubicBezTo>
                  <a:cubicBezTo>
                    <a:pt x="323" y="230"/>
                    <a:pt x="333" y="233"/>
                    <a:pt x="334" y="227"/>
                  </a:cubicBezTo>
                  <a:close/>
                </a:path>
              </a:pathLst>
            </a:custGeom>
            <a:solidFill>
              <a:srgbClr val="DFE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363">
              <a:extLst>
                <a:ext uri="{FF2B5EF4-FFF2-40B4-BE49-F238E27FC236}">
                  <a16:creationId xmlns:a16="http://schemas.microsoft.com/office/drawing/2014/main" id="{482D6A7B-6BB8-4C8A-B618-1C4CBEB0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009"/>
              <a:ext cx="710" cy="517"/>
            </a:xfrm>
            <a:custGeom>
              <a:avLst/>
              <a:gdLst>
                <a:gd name="T0" fmla="*/ 3845 w 284"/>
                <a:gd name="T1" fmla="*/ 3651 h 194"/>
                <a:gd name="T2" fmla="*/ 4395 w 284"/>
                <a:gd name="T3" fmla="*/ 2593 h 194"/>
                <a:gd name="T4" fmla="*/ 4238 w 284"/>
                <a:gd name="T5" fmla="*/ 2159 h 194"/>
                <a:gd name="T6" fmla="*/ 2783 w 284"/>
                <a:gd name="T7" fmla="*/ 1215 h 194"/>
                <a:gd name="T8" fmla="*/ 1113 w 284"/>
                <a:gd name="T9" fmla="*/ 205 h 194"/>
                <a:gd name="T10" fmla="*/ 500 w 284"/>
                <a:gd name="T11" fmla="*/ 192 h 194"/>
                <a:gd name="T12" fmla="*/ 50 w 284"/>
                <a:gd name="T13" fmla="*/ 1455 h 194"/>
                <a:gd name="T14" fmla="*/ 250 w 284"/>
                <a:gd name="T15" fmla="*/ 1570 h 194"/>
                <a:gd name="T16" fmla="*/ 1958 w 284"/>
                <a:gd name="T17" fmla="*/ 2513 h 194"/>
                <a:gd name="T18" fmla="*/ 3520 w 284"/>
                <a:gd name="T19" fmla="*/ 3502 h 194"/>
                <a:gd name="T20" fmla="*/ 3875 w 284"/>
                <a:gd name="T21" fmla="*/ 3558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4" h="194">
                  <a:moveTo>
                    <a:pt x="246" y="193"/>
                  </a:moveTo>
                  <a:cubicBezTo>
                    <a:pt x="256" y="182"/>
                    <a:pt x="275" y="157"/>
                    <a:pt x="281" y="137"/>
                  </a:cubicBezTo>
                  <a:cubicBezTo>
                    <a:pt x="284" y="129"/>
                    <a:pt x="282" y="120"/>
                    <a:pt x="271" y="114"/>
                  </a:cubicBezTo>
                  <a:cubicBezTo>
                    <a:pt x="255" y="104"/>
                    <a:pt x="199" y="75"/>
                    <a:pt x="178" y="64"/>
                  </a:cubicBezTo>
                  <a:cubicBezTo>
                    <a:pt x="156" y="53"/>
                    <a:pt x="87" y="18"/>
                    <a:pt x="71" y="11"/>
                  </a:cubicBezTo>
                  <a:cubicBezTo>
                    <a:pt x="47" y="0"/>
                    <a:pt x="38" y="1"/>
                    <a:pt x="32" y="10"/>
                  </a:cubicBezTo>
                  <a:cubicBezTo>
                    <a:pt x="19" y="27"/>
                    <a:pt x="5" y="62"/>
                    <a:pt x="3" y="77"/>
                  </a:cubicBezTo>
                  <a:cubicBezTo>
                    <a:pt x="1" y="82"/>
                    <a:pt x="0" y="82"/>
                    <a:pt x="16" y="83"/>
                  </a:cubicBezTo>
                  <a:cubicBezTo>
                    <a:pt x="24" y="84"/>
                    <a:pt x="80" y="111"/>
                    <a:pt x="125" y="133"/>
                  </a:cubicBezTo>
                  <a:cubicBezTo>
                    <a:pt x="170" y="155"/>
                    <a:pt x="215" y="180"/>
                    <a:pt x="225" y="185"/>
                  </a:cubicBezTo>
                  <a:cubicBezTo>
                    <a:pt x="242" y="194"/>
                    <a:pt x="242" y="191"/>
                    <a:pt x="248" y="188"/>
                  </a:cubicBezTo>
                </a:path>
              </a:pathLst>
            </a:custGeom>
            <a:solidFill>
              <a:srgbClr val="F1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364">
              <a:extLst>
                <a:ext uri="{FF2B5EF4-FFF2-40B4-BE49-F238E27FC236}">
                  <a16:creationId xmlns:a16="http://schemas.microsoft.com/office/drawing/2014/main" id="{805C066E-31B6-48FD-9C66-41A0B6FF7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545"/>
              <a:ext cx="160" cy="128"/>
            </a:xfrm>
            <a:custGeom>
              <a:avLst/>
              <a:gdLst>
                <a:gd name="T0" fmla="*/ 988 w 64"/>
                <a:gd name="T1" fmla="*/ 307 h 48"/>
                <a:gd name="T2" fmla="*/ 988 w 64"/>
                <a:gd name="T3" fmla="*/ 491 h 48"/>
                <a:gd name="T4" fmla="*/ 720 w 64"/>
                <a:gd name="T5" fmla="*/ 853 h 48"/>
                <a:gd name="T6" fmla="*/ 63 w 64"/>
                <a:gd name="T7" fmla="*/ 435 h 48"/>
                <a:gd name="T8" fmla="*/ 50 w 64"/>
                <a:gd name="T9" fmla="*/ 115 h 48"/>
                <a:gd name="T10" fmla="*/ 238 w 64"/>
                <a:gd name="T11" fmla="*/ 21 h 48"/>
                <a:gd name="T12" fmla="*/ 550 w 64"/>
                <a:gd name="T13" fmla="*/ 363 h 48"/>
                <a:gd name="T14" fmla="*/ 520 w 64"/>
                <a:gd name="T15" fmla="*/ 547 h 48"/>
                <a:gd name="T16" fmla="*/ 363 w 64"/>
                <a:gd name="T17" fmla="*/ 547 h 48"/>
                <a:gd name="T18" fmla="*/ 238 w 64"/>
                <a:gd name="T19" fmla="*/ 264 h 48"/>
                <a:gd name="T20" fmla="*/ 250 w 64"/>
                <a:gd name="T21" fmla="*/ 248 h 48"/>
                <a:gd name="T22" fmla="*/ 270 w 64"/>
                <a:gd name="T23" fmla="*/ 264 h 48"/>
                <a:gd name="T24" fmla="*/ 375 w 64"/>
                <a:gd name="T25" fmla="*/ 512 h 48"/>
                <a:gd name="T26" fmla="*/ 500 w 64"/>
                <a:gd name="T27" fmla="*/ 512 h 48"/>
                <a:gd name="T28" fmla="*/ 520 w 64"/>
                <a:gd name="T29" fmla="*/ 376 h 48"/>
                <a:gd name="T30" fmla="*/ 220 w 64"/>
                <a:gd name="T31" fmla="*/ 77 h 48"/>
                <a:gd name="T32" fmla="*/ 83 w 64"/>
                <a:gd name="T33" fmla="*/ 149 h 48"/>
                <a:gd name="T34" fmla="*/ 113 w 64"/>
                <a:gd name="T35" fmla="*/ 419 h 48"/>
                <a:gd name="T36" fmla="*/ 688 w 64"/>
                <a:gd name="T37" fmla="*/ 776 h 48"/>
                <a:gd name="T38" fmla="*/ 938 w 64"/>
                <a:gd name="T39" fmla="*/ 491 h 48"/>
                <a:gd name="T40" fmla="*/ 958 w 64"/>
                <a:gd name="T41" fmla="*/ 320 h 48"/>
                <a:gd name="T42" fmla="*/ 958 w 64"/>
                <a:gd name="T43" fmla="*/ 264 h 48"/>
                <a:gd name="T44" fmla="*/ 988 w 64"/>
                <a:gd name="T45" fmla="*/ 307 h 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4" h="48">
                  <a:moveTo>
                    <a:pt x="63" y="16"/>
                  </a:moveTo>
                  <a:cubicBezTo>
                    <a:pt x="64" y="18"/>
                    <a:pt x="64" y="22"/>
                    <a:pt x="63" y="26"/>
                  </a:cubicBezTo>
                  <a:cubicBezTo>
                    <a:pt x="62" y="36"/>
                    <a:pt x="56" y="43"/>
                    <a:pt x="46" y="45"/>
                  </a:cubicBezTo>
                  <a:cubicBezTo>
                    <a:pt x="32" y="48"/>
                    <a:pt x="12" y="37"/>
                    <a:pt x="4" y="23"/>
                  </a:cubicBezTo>
                  <a:cubicBezTo>
                    <a:pt x="1" y="16"/>
                    <a:pt x="0" y="10"/>
                    <a:pt x="3" y="6"/>
                  </a:cubicBezTo>
                  <a:cubicBezTo>
                    <a:pt x="5" y="3"/>
                    <a:pt x="9" y="0"/>
                    <a:pt x="15" y="1"/>
                  </a:cubicBezTo>
                  <a:cubicBezTo>
                    <a:pt x="25" y="2"/>
                    <a:pt x="33" y="11"/>
                    <a:pt x="35" y="19"/>
                  </a:cubicBezTo>
                  <a:cubicBezTo>
                    <a:pt x="37" y="23"/>
                    <a:pt x="36" y="27"/>
                    <a:pt x="33" y="29"/>
                  </a:cubicBezTo>
                  <a:cubicBezTo>
                    <a:pt x="30" y="31"/>
                    <a:pt x="27" y="31"/>
                    <a:pt x="23" y="29"/>
                  </a:cubicBezTo>
                  <a:cubicBezTo>
                    <a:pt x="18" y="27"/>
                    <a:pt x="14" y="21"/>
                    <a:pt x="15" y="14"/>
                  </a:cubicBezTo>
                  <a:cubicBezTo>
                    <a:pt x="15" y="14"/>
                    <a:pt x="15" y="13"/>
                    <a:pt x="16" y="13"/>
                  </a:cubicBezTo>
                  <a:cubicBezTo>
                    <a:pt x="16" y="13"/>
                    <a:pt x="17" y="14"/>
                    <a:pt x="17" y="14"/>
                  </a:cubicBezTo>
                  <a:cubicBezTo>
                    <a:pt x="16" y="20"/>
                    <a:pt x="20" y="25"/>
                    <a:pt x="24" y="27"/>
                  </a:cubicBezTo>
                  <a:cubicBezTo>
                    <a:pt x="26" y="28"/>
                    <a:pt x="29" y="29"/>
                    <a:pt x="32" y="27"/>
                  </a:cubicBezTo>
                  <a:cubicBezTo>
                    <a:pt x="34" y="25"/>
                    <a:pt x="33" y="22"/>
                    <a:pt x="33" y="20"/>
                  </a:cubicBezTo>
                  <a:cubicBezTo>
                    <a:pt x="31" y="13"/>
                    <a:pt x="23" y="5"/>
                    <a:pt x="14" y="4"/>
                  </a:cubicBezTo>
                  <a:cubicBezTo>
                    <a:pt x="10" y="4"/>
                    <a:pt x="7" y="5"/>
                    <a:pt x="5" y="8"/>
                  </a:cubicBezTo>
                  <a:cubicBezTo>
                    <a:pt x="3" y="11"/>
                    <a:pt x="3" y="15"/>
                    <a:pt x="7" y="22"/>
                  </a:cubicBezTo>
                  <a:cubicBezTo>
                    <a:pt x="14" y="35"/>
                    <a:pt x="30" y="43"/>
                    <a:pt x="44" y="41"/>
                  </a:cubicBezTo>
                  <a:cubicBezTo>
                    <a:pt x="50" y="40"/>
                    <a:pt x="59" y="38"/>
                    <a:pt x="60" y="26"/>
                  </a:cubicBezTo>
                  <a:cubicBezTo>
                    <a:pt x="61" y="21"/>
                    <a:pt x="61" y="17"/>
                    <a:pt x="61" y="17"/>
                  </a:cubicBezTo>
                  <a:cubicBezTo>
                    <a:pt x="61" y="15"/>
                    <a:pt x="61" y="15"/>
                    <a:pt x="61" y="14"/>
                  </a:cubicBezTo>
                  <a:cubicBezTo>
                    <a:pt x="62" y="15"/>
                    <a:pt x="63" y="15"/>
                    <a:pt x="63" y="16"/>
                  </a:cubicBezTo>
                  <a:close/>
                </a:path>
              </a:pathLst>
            </a:custGeom>
            <a:solidFill>
              <a:srgbClr val="FFF4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365">
              <a:extLst>
                <a:ext uri="{FF2B5EF4-FFF2-40B4-BE49-F238E27FC236}">
                  <a16:creationId xmlns:a16="http://schemas.microsoft.com/office/drawing/2014/main" id="{FED11C83-9057-4646-BACC-41C3D20B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494"/>
              <a:ext cx="83" cy="91"/>
            </a:xfrm>
            <a:custGeom>
              <a:avLst/>
              <a:gdLst>
                <a:gd name="T0" fmla="*/ 526 w 33"/>
                <a:gd name="T1" fmla="*/ 0 h 34"/>
                <a:gd name="T2" fmla="*/ 493 w 33"/>
                <a:gd name="T3" fmla="*/ 21 h 34"/>
                <a:gd name="T4" fmla="*/ 475 w 33"/>
                <a:gd name="T5" fmla="*/ 94 h 34"/>
                <a:gd name="T6" fmla="*/ 0 w 33"/>
                <a:gd name="T7" fmla="*/ 632 h 34"/>
                <a:gd name="T8" fmla="*/ 0 w 33"/>
                <a:gd name="T9" fmla="*/ 632 h 34"/>
                <a:gd name="T10" fmla="*/ 33 w 33"/>
                <a:gd name="T11" fmla="*/ 653 h 34"/>
                <a:gd name="T12" fmla="*/ 50 w 33"/>
                <a:gd name="T13" fmla="*/ 653 h 34"/>
                <a:gd name="T14" fmla="*/ 526 w 33"/>
                <a:gd name="T15" fmla="*/ 35 h 34"/>
                <a:gd name="T16" fmla="*/ 526 w 33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3" y="0"/>
                  </a:moveTo>
                  <a:cubicBezTo>
                    <a:pt x="33" y="0"/>
                    <a:pt x="32" y="0"/>
                    <a:pt x="31" y="1"/>
                  </a:cubicBezTo>
                  <a:cubicBezTo>
                    <a:pt x="31" y="1"/>
                    <a:pt x="30" y="4"/>
                    <a:pt x="30" y="5"/>
                  </a:cubicBezTo>
                  <a:cubicBezTo>
                    <a:pt x="23" y="20"/>
                    <a:pt x="3" y="32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4"/>
                    <a:pt x="1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8" y="33"/>
                    <a:pt x="27" y="19"/>
                    <a:pt x="33" y="2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rgbClr val="FFF4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366">
              <a:extLst>
                <a:ext uri="{FF2B5EF4-FFF2-40B4-BE49-F238E27FC236}">
                  <a16:creationId xmlns:a16="http://schemas.microsoft.com/office/drawing/2014/main" id="{F2B92E5A-1D12-47CF-BC2C-B52E65C96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9"/>
              <a:ext cx="45" cy="53"/>
            </a:xfrm>
            <a:custGeom>
              <a:avLst/>
              <a:gdLst>
                <a:gd name="T0" fmla="*/ 0 w 18"/>
                <a:gd name="T1" fmla="*/ 77 h 20"/>
                <a:gd name="T2" fmla="*/ 20 w 18"/>
                <a:gd name="T3" fmla="*/ 90 h 20"/>
                <a:gd name="T4" fmla="*/ 125 w 18"/>
                <a:gd name="T5" fmla="*/ 337 h 20"/>
                <a:gd name="T6" fmla="*/ 250 w 18"/>
                <a:gd name="T7" fmla="*/ 337 h 20"/>
                <a:gd name="T8" fmla="*/ 270 w 18"/>
                <a:gd name="T9" fmla="*/ 204 h 20"/>
                <a:gd name="T10" fmla="*/ 145 w 18"/>
                <a:gd name="T11" fmla="*/ 0 h 20"/>
                <a:gd name="T12" fmla="*/ 0 w 18"/>
                <a:gd name="T13" fmla="*/ 7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0" y="4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0" y="11"/>
                    <a:pt x="4" y="16"/>
                    <a:pt x="8" y="18"/>
                  </a:cubicBezTo>
                  <a:cubicBezTo>
                    <a:pt x="10" y="19"/>
                    <a:pt x="13" y="20"/>
                    <a:pt x="16" y="18"/>
                  </a:cubicBezTo>
                  <a:cubicBezTo>
                    <a:pt x="18" y="16"/>
                    <a:pt x="17" y="13"/>
                    <a:pt x="17" y="11"/>
                  </a:cubicBezTo>
                  <a:cubicBezTo>
                    <a:pt x="16" y="7"/>
                    <a:pt x="13" y="3"/>
                    <a:pt x="9" y="0"/>
                  </a:cubicBezTo>
                  <a:cubicBezTo>
                    <a:pt x="7" y="5"/>
                    <a:pt x="3" y="5"/>
                    <a:pt x="0" y="4"/>
                  </a:cubicBezTo>
                  <a:close/>
                </a:path>
              </a:pathLst>
            </a:custGeom>
            <a:solidFill>
              <a:srgbClr val="FFD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367">
              <a:extLst>
                <a:ext uri="{FF2B5EF4-FFF2-40B4-BE49-F238E27FC236}">
                  <a16:creationId xmlns:a16="http://schemas.microsoft.com/office/drawing/2014/main" id="{A91BAF0E-B19F-48E5-AD46-12124836C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441"/>
              <a:ext cx="205" cy="192"/>
            </a:xfrm>
            <a:custGeom>
              <a:avLst/>
              <a:gdLst>
                <a:gd name="T0" fmla="*/ 958 w 82"/>
                <a:gd name="T1" fmla="*/ 35 h 72"/>
                <a:gd name="T2" fmla="*/ 395 w 82"/>
                <a:gd name="T3" fmla="*/ 227 h 72"/>
                <a:gd name="T4" fmla="*/ 0 w 82"/>
                <a:gd name="T5" fmla="*/ 989 h 72"/>
                <a:gd name="T6" fmla="*/ 0 w 82"/>
                <a:gd name="T7" fmla="*/ 989 h 72"/>
                <a:gd name="T8" fmla="*/ 33 w 82"/>
                <a:gd name="T9" fmla="*/ 853 h 72"/>
                <a:gd name="T10" fmla="*/ 220 w 82"/>
                <a:gd name="T11" fmla="*/ 760 h 72"/>
                <a:gd name="T12" fmla="*/ 533 w 82"/>
                <a:gd name="T13" fmla="*/ 1101 h 72"/>
                <a:gd name="T14" fmla="*/ 500 w 82"/>
                <a:gd name="T15" fmla="*/ 1288 h 72"/>
                <a:gd name="T16" fmla="*/ 345 w 82"/>
                <a:gd name="T17" fmla="*/ 1288 h 72"/>
                <a:gd name="T18" fmla="*/ 363 w 82"/>
                <a:gd name="T19" fmla="*/ 1309 h 72"/>
                <a:gd name="T20" fmla="*/ 688 w 82"/>
                <a:gd name="T21" fmla="*/ 1331 h 72"/>
                <a:gd name="T22" fmla="*/ 938 w 82"/>
                <a:gd name="T23" fmla="*/ 1117 h 72"/>
                <a:gd name="T24" fmla="*/ 938 w 82"/>
                <a:gd name="T25" fmla="*/ 1059 h 72"/>
                <a:gd name="T26" fmla="*/ 938 w 82"/>
                <a:gd name="T27" fmla="*/ 1003 h 72"/>
                <a:gd name="T28" fmla="*/ 938 w 82"/>
                <a:gd name="T29" fmla="*/ 1003 h 72"/>
                <a:gd name="T30" fmla="*/ 938 w 82"/>
                <a:gd name="T31" fmla="*/ 1003 h 72"/>
                <a:gd name="T32" fmla="*/ 1270 w 82"/>
                <a:gd name="T33" fmla="*/ 704 h 72"/>
                <a:gd name="T34" fmla="*/ 958 w 82"/>
                <a:gd name="T35" fmla="*/ 35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2" h="72">
                  <a:moveTo>
                    <a:pt x="61" y="2"/>
                  </a:moveTo>
                  <a:cubicBezTo>
                    <a:pt x="53" y="0"/>
                    <a:pt x="45" y="0"/>
                    <a:pt x="25" y="12"/>
                  </a:cubicBezTo>
                  <a:cubicBezTo>
                    <a:pt x="3" y="26"/>
                    <a:pt x="0" y="4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49"/>
                    <a:pt x="0" y="47"/>
                    <a:pt x="2" y="45"/>
                  </a:cubicBezTo>
                  <a:cubicBezTo>
                    <a:pt x="4" y="42"/>
                    <a:pt x="8" y="39"/>
                    <a:pt x="14" y="40"/>
                  </a:cubicBezTo>
                  <a:cubicBezTo>
                    <a:pt x="24" y="41"/>
                    <a:pt x="32" y="50"/>
                    <a:pt x="34" y="58"/>
                  </a:cubicBezTo>
                  <a:cubicBezTo>
                    <a:pt x="36" y="62"/>
                    <a:pt x="35" y="66"/>
                    <a:pt x="32" y="68"/>
                  </a:cubicBezTo>
                  <a:cubicBezTo>
                    <a:pt x="30" y="70"/>
                    <a:pt x="26" y="70"/>
                    <a:pt x="22" y="68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8" y="72"/>
                    <a:pt x="36" y="72"/>
                    <a:pt x="44" y="70"/>
                  </a:cubicBezTo>
                  <a:cubicBezTo>
                    <a:pt x="50" y="68"/>
                    <a:pt x="57" y="62"/>
                    <a:pt x="60" y="59"/>
                  </a:cubicBezTo>
                  <a:cubicBezTo>
                    <a:pt x="60" y="57"/>
                    <a:pt x="60" y="56"/>
                    <a:pt x="60" y="56"/>
                  </a:cubicBezTo>
                  <a:cubicBezTo>
                    <a:pt x="60" y="54"/>
                    <a:pt x="60" y="54"/>
                    <a:pt x="60" y="53"/>
                  </a:cubicBezTo>
                  <a:cubicBezTo>
                    <a:pt x="61" y="54"/>
                    <a:pt x="61" y="54"/>
                    <a:pt x="60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3" y="53"/>
                    <a:pt x="73" y="46"/>
                    <a:pt x="81" y="37"/>
                  </a:cubicBezTo>
                  <a:cubicBezTo>
                    <a:pt x="82" y="17"/>
                    <a:pt x="70" y="4"/>
                    <a:pt x="61" y="2"/>
                  </a:cubicBezTo>
                  <a:close/>
                </a:path>
              </a:pathLst>
            </a:custGeom>
            <a:solidFill>
              <a:srgbClr val="FFE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368">
              <a:extLst>
                <a:ext uri="{FF2B5EF4-FFF2-40B4-BE49-F238E27FC236}">
                  <a16:creationId xmlns:a16="http://schemas.microsoft.com/office/drawing/2014/main" id="{AD1158C0-0B6D-4159-B0DF-FDF59D75B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555"/>
              <a:ext cx="145" cy="104"/>
            </a:xfrm>
            <a:custGeom>
              <a:avLst/>
              <a:gdLst>
                <a:gd name="T0" fmla="*/ 658 w 58"/>
                <a:gd name="T1" fmla="*/ 512 h 39"/>
                <a:gd name="T2" fmla="*/ 333 w 58"/>
                <a:gd name="T3" fmla="*/ 491 h 39"/>
                <a:gd name="T4" fmla="*/ 313 w 58"/>
                <a:gd name="T5" fmla="*/ 477 h 39"/>
                <a:gd name="T6" fmla="*/ 313 w 58"/>
                <a:gd name="T7" fmla="*/ 477 h 39"/>
                <a:gd name="T8" fmla="*/ 188 w 58"/>
                <a:gd name="T9" fmla="*/ 192 h 39"/>
                <a:gd name="T10" fmla="*/ 208 w 58"/>
                <a:gd name="T11" fmla="*/ 171 h 39"/>
                <a:gd name="T12" fmla="*/ 208 w 58"/>
                <a:gd name="T13" fmla="*/ 171 h 39"/>
                <a:gd name="T14" fmla="*/ 345 w 58"/>
                <a:gd name="T15" fmla="*/ 93 h 39"/>
                <a:gd name="T16" fmla="*/ 175 w 58"/>
                <a:gd name="T17" fmla="*/ 0 h 39"/>
                <a:gd name="T18" fmla="*/ 33 w 58"/>
                <a:gd name="T19" fmla="*/ 77 h 39"/>
                <a:gd name="T20" fmla="*/ 63 w 58"/>
                <a:gd name="T21" fmla="*/ 341 h 39"/>
                <a:gd name="T22" fmla="*/ 645 w 58"/>
                <a:gd name="T23" fmla="*/ 704 h 39"/>
                <a:gd name="T24" fmla="*/ 895 w 58"/>
                <a:gd name="T25" fmla="*/ 419 h 39"/>
                <a:gd name="T26" fmla="*/ 908 w 58"/>
                <a:gd name="T27" fmla="*/ 307 h 39"/>
                <a:gd name="T28" fmla="*/ 658 w 58"/>
                <a:gd name="T29" fmla="*/ 512 h 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39">
                  <a:moveTo>
                    <a:pt x="42" y="27"/>
                  </a:moveTo>
                  <a:cubicBezTo>
                    <a:pt x="34" y="29"/>
                    <a:pt x="26" y="29"/>
                    <a:pt x="21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5" y="23"/>
                    <a:pt x="11" y="17"/>
                    <a:pt x="12" y="10"/>
                  </a:cubicBezTo>
                  <a:cubicBezTo>
                    <a:pt x="12" y="10"/>
                    <a:pt x="12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6" y="10"/>
                    <a:pt x="20" y="10"/>
                    <a:pt x="22" y="5"/>
                  </a:cubicBezTo>
                  <a:cubicBezTo>
                    <a:pt x="19" y="2"/>
                    <a:pt x="15" y="1"/>
                    <a:pt x="11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1"/>
                    <a:pt x="4" y="18"/>
                  </a:cubicBezTo>
                  <a:cubicBezTo>
                    <a:pt x="11" y="31"/>
                    <a:pt x="27" y="39"/>
                    <a:pt x="41" y="37"/>
                  </a:cubicBezTo>
                  <a:cubicBezTo>
                    <a:pt x="47" y="36"/>
                    <a:pt x="56" y="34"/>
                    <a:pt x="57" y="22"/>
                  </a:cubicBezTo>
                  <a:cubicBezTo>
                    <a:pt x="58" y="20"/>
                    <a:pt x="58" y="18"/>
                    <a:pt x="58" y="16"/>
                  </a:cubicBezTo>
                  <a:cubicBezTo>
                    <a:pt x="55" y="19"/>
                    <a:pt x="48" y="25"/>
                    <a:pt x="42" y="27"/>
                  </a:cubicBezTo>
                  <a:close/>
                </a:path>
              </a:pathLst>
            </a:custGeom>
            <a:solidFill>
              <a:srgbClr val="FFE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369">
              <a:extLst>
                <a:ext uri="{FF2B5EF4-FFF2-40B4-BE49-F238E27FC236}">
                  <a16:creationId xmlns:a16="http://schemas.microsoft.com/office/drawing/2014/main" id="{EA943712-FA4C-4429-9F9D-7F2CCF7BE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355"/>
              <a:ext cx="152" cy="499"/>
            </a:xfrm>
            <a:custGeom>
              <a:avLst/>
              <a:gdLst>
                <a:gd name="T0" fmla="*/ 900 w 61"/>
                <a:gd name="T1" fmla="*/ 969 h 187"/>
                <a:gd name="T2" fmla="*/ 787 w 61"/>
                <a:gd name="T3" fmla="*/ 136 h 187"/>
                <a:gd name="T4" fmla="*/ 125 w 61"/>
                <a:gd name="T5" fmla="*/ 1460 h 187"/>
                <a:gd name="T6" fmla="*/ 167 w 61"/>
                <a:gd name="T7" fmla="*/ 2607 h 187"/>
                <a:gd name="T8" fmla="*/ 62 w 61"/>
                <a:gd name="T9" fmla="*/ 3554 h 187"/>
                <a:gd name="T10" fmla="*/ 850 w 61"/>
                <a:gd name="T11" fmla="*/ 2015 h 187"/>
                <a:gd name="T12" fmla="*/ 900 w 61"/>
                <a:gd name="T13" fmla="*/ 969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87">
                  <a:moveTo>
                    <a:pt x="58" y="51"/>
                  </a:moveTo>
                  <a:cubicBezTo>
                    <a:pt x="57" y="21"/>
                    <a:pt x="53" y="0"/>
                    <a:pt x="51" y="7"/>
                  </a:cubicBezTo>
                  <a:cubicBezTo>
                    <a:pt x="46" y="24"/>
                    <a:pt x="18" y="67"/>
                    <a:pt x="8" y="77"/>
                  </a:cubicBezTo>
                  <a:cubicBezTo>
                    <a:pt x="0" y="86"/>
                    <a:pt x="14" y="105"/>
                    <a:pt x="11" y="137"/>
                  </a:cubicBezTo>
                  <a:cubicBezTo>
                    <a:pt x="9" y="158"/>
                    <a:pt x="6" y="180"/>
                    <a:pt x="4" y="187"/>
                  </a:cubicBezTo>
                  <a:cubicBezTo>
                    <a:pt x="16" y="179"/>
                    <a:pt x="40" y="161"/>
                    <a:pt x="55" y="106"/>
                  </a:cubicBezTo>
                  <a:cubicBezTo>
                    <a:pt x="61" y="86"/>
                    <a:pt x="59" y="68"/>
                    <a:pt x="58" y="51"/>
                  </a:cubicBezTo>
                  <a:close/>
                </a:path>
              </a:pathLst>
            </a:custGeom>
            <a:solidFill>
              <a:srgbClr val="D2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370">
              <a:extLst>
                <a:ext uri="{FF2B5EF4-FFF2-40B4-BE49-F238E27FC236}">
                  <a16:creationId xmlns:a16="http://schemas.microsoft.com/office/drawing/2014/main" id="{9993D0B4-F041-4403-9285-E67554D9D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049"/>
              <a:ext cx="239" cy="325"/>
            </a:xfrm>
            <a:custGeom>
              <a:avLst/>
              <a:gdLst>
                <a:gd name="T0" fmla="*/ 0 w 96"/>
                <a:gd name="T1" fmla="*/ 2307 h 122"/>
                <a:gd name="T2" fmla="*/ 495 w 96"/>
                <a:gd name="T3" fmla="*/ 964 h 122"/>
                <a:gd name="T4" fmla="*/ 1481 w 96"/>
                <a:gd name="T5" fmla="*/ 0 h 122"/>
                <a:gd name="T6" fmla="*/ 0 w 96"/>
                <a:gd name="T7" fmla="*/ 2307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22">
                  <a:moveTo>
                    <a:pt x="0" y="122"/>
                  </a:moveTo>
                  <a:cubicBezTo>
                    <a:pt x="2" y="106"/>
                    <a:pt x="18" y="68"/>
                    <a:pt x="32" y="51"/>
                  </a:cubicBezTo>
                  <a:cubicBezTo>
                    <a:pt x="46" y="34"/>
                    <a:pt x="78" y="8"/>
                    <a:pt x="96" y="0"/>
                  </a:cubicBezTo>
                  <a:cubicBezTo>
                    <a:pt x="79" y="10"/>
                    <a:pt x="29" y="46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371">
              <a:extLst>
                <a:ext uri="{FF2B5EF4-FFF2-40B4-BE49-F238E27FC236}">
                  <a16:creationId xmlns:a16="http://schemas.microsoft.com/office/drawing/2014/main" id="{DD96EE97-DE03-43B5-86F8-A2EAAF73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326"/>
              <a:ext cx="465" cy="216"/>
            </a:xfrm>
            <a:custGeom>
              <a:avLst/>
              <a:gdLst>
                <a:gd name="T0" fmla="*/ 0 w 186"/>
                <a:gd name="T1" fmla="*/ 0 h 81"/>
                <a:gd name="T2" fmla="*/ 1738 w 186"/>
                <a:gd name="T3" fmla="*/ 1059 h 81"/>
                <a:gd name="T4" fmla="*/ 2270 w 186"/>
                <a:gd name="T5" fmla="*/ 1480 h 81"/>
                <a:gd name="T6" fmla="*/ 2720 w 186"/>
                <a:gd name="T7" fmla="*/ 819 h 81"/>
                <a:gd name="T8" fmla="*/ 2875 w 186"/>
                <a:gd name="T9" fmla="*/ 192 h 81"/>
                <a:gd name="T10" fmla="*/ 2520 w 186"/>
                <a:gd name="T11" fmla="*/ 989 h 81"/>
                <a:gd name="T12" fmla="*/ 1658 w 186"/>
                <a:gd name="T13" fmla="*/ 832 h 81"/>
                <a:gd name="T14" fmla="*/ 0 w 186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81">
                  <a:moveTo>
                    <a:pt x="0" y="0"/>
                  </a:moveTo>
                  <a:cubicBezTo>
                    <a:pt x="28" y="13"/>
                    <a:pt x="91" y="46"/>
                    <a:pt x="111" y="56"/>
                  </a:cubicBezTo>
                  <a:cubicBezTo>
                    <a:pt x="130" y="67"/>
                    <a:pt x="142" y="76"/>
                    <a:pt x="145" y="78"/>
                  </a:cubicBezTo>
                  <a:cubicBezTo>
                    <a:pt x="149" y="81"/>
                    <a:pt x="162" y="66"/>
                    <a:pt x="174" y="43"/>
                  </a:cubicBezTo>
                  <a:cubicBezTo>
                    <a:pt x="186" y="20"/>
                    <a:pt x="185" y="15"/>
                    <a:pt x="184" y="10"/>
                  </a:cubicBezTo>
                  <a:cubicBezTo>
                    <a:pt x="184" y="22"/>
                    <a:pt x="173" y="36"/>
                    <a:pt x="161" y="52"/>
                  </a:cubicBezTo>
                  <a:cubicBezTo>
                    <a:pt x="149" y="67"/>
                    <a:pt x="124" y="53"/>
                    <a:pt x="106" y="44"/>
                  </a:cubicBezTo>
                  <a:cubicBezTo>
                    <a:pt x="88" y="36"/>
                    <a:pt x="15" y="3"/>
                    <a:pt x="0" y="0"/>
                  </a:cubicBezTo>
                  <a:close/>
                </a:path>
              </a:pathLst>
            </a:custGeom>
            <a:solidFill>
              <a:srgbClr val="DFE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372">
              <a:extLst>
                <a:ext uri="{FF2B5EF4-FFF2-40B4-BE49-F238E27FC236}">
                  <a16:creationId xmlns:a16="http://schemas.microsoft.com/office/drawing/2014/main" id="{3626A584-2CFC-4161-ADFE-0914F3F7D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259"/>
              <a:ext cx="544" cy="174"/>
            </a:xfrm>
            <a:custGeom>
              <a:avLst/>
              <a:gdLst>
                <a:gd name="T0" fmla="*/ 0 w 218"/>
                <a:gd name="T1" fmla="*/ 1055 h 65"/>
                <a:gd name="T2" fmla="*/ 1028 w 218"/>
                <a:gd name="T3" fmla="*/ 115 h 65"/>
                <a:gd name="T4" fmla="*/ 1769 w 218"/>
                <a:gd name="T5" fmla="*/ 230 h 65"/>
                <a:gd name="T6" fmla="*/ 3389 w 218"/>
                <a:gd name="T7" fmla="*/ 1247 h 65"/>
                <a:gd name="T8" fmla="*/ 1475 w 218"/>
                <a:gd name="T9" fmla="*/ 308 h 65"/>
                <a:gd name="T10" fmla="*/ 0 w 218"/>
                <a:gd name="T11" fmla="*/ 1055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65">
                  <a:moveTo>
                    <a:pt x="0" y="55"/>
                  </a:moveTo>
                  <a:cubicBezTo>
                    <a:pt x="14" y="39"/>
                    <a:pt x="46" y="12"/>
                    <a:pt x="66" y="6"/>
                  </a:cubicBezTo>
                  <a:cubicBezTo>
                    <a:pt x="87" y="0"/>
                    <a:pt x="95" y="4"/>
                    <a:pt x="114" y="12"/>
                  </a:cubicBezTo>
                  <a:cubicBezTo>
                    <a:pt x="133" y="21"/>
                    <a:pt x="201" y="57"/>
                    <a:pt x="218" y="65"/>
                  </a:cubicBezTo>
                  <a:cubicBezTo>
                    <a:pt x="186" y="53"/>
                    <a:pt x="119" y="21"/>
                    <a:pt x="95" y="16"/>
                  </a:cubicBezTo>
                  <a:cubicBezTo>
                    <a:pt x="72" y="10"/>
                    <a:pt x="37" y="21"/>
                    <a:pt x="0" y="55"/>
                  </a:cubicBezTo>
                  <a:close/>
                </a:path>
              </a:pathLst>
            </a:custGeom>
            <a:solidFill>
              <a:srgbClr val="D0D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373">
              <a:extLst>
                <a:ext uri="{FF2B5EF4-FFF2-40B4-BE49-F238E27FC236}">
                  <a16:creationId xmlns:a16="http://schemas.microsoft.com/office/drawing/2014/main" id="{536D7B7C-8832-4BA1-A983-E6897890E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587"/>
              <a:ext cx="347" cy="283"/>
            </a:xfrm>
            <a:custGeom>
              <a:avLst/>
              <a:gdLst>
                <a:gd name="T0" fmla="*/ 0 w 139"/>
                <a:gd name="T1" fmla="*/ 777 h 106"/>
                <a:gd name="T2" fmla="*/ 1837 w 139"/>
                <a:gd name="T3" fmla="*/ 1904 h 106"/>
                <a:gd name="T4" fmla="*/ 1962 w 139"/>
                <a:gd name="T5" fmla="*/ 0 h 106"/>
                <a:gd name="T6" fmla="*/ 1837 w 139"/>
                <a:gd name="T7" fmla="*/ 1540 h 106"/>
                <a:gd name="T8" fmla="*/ 0 w 139"/>
                <a:gd name="T9" fmla="*/ 777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06">
                  <a:moveTo>
                    <a:pt x="0" y="41"/>
                  </a:moveTo>
                  <a:cubicBezTo>
                    <a:pt x="31" y="57"/>
                    <a:pt x="106" y="95"/>
                    <a:pt x="118" y="100"/>
                  </a:cubicBezTo>
                  <a:cubicBezTo>
                    <a:pt x="131" y="106"/>
                    <a:pt x="139" y="22"/>
                    <a:pt x="126" y="0"/>
                  </a:cubicBezTo>
                  <a:cubicBezTo>
                    <a:pt x="132" y="20"/>
                    <a:pt x="125" y="66"/>
                    <a:pt x="118" y="81"/>
                  </a:cubicBezTo>
                  <a:cubicBezTo>
                    <a:pt x="111" y="96"/>
                    <a:pt x="26" y="52"/>
                    <a:pt x="0" y="4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374">
              <a:extLst>
                <a:ext uri="{FF2B5EF4-FFF2-40B4-BE49-F238E27FC236}">
                  <a16:creationId xmlns:a16="http://schemas.microsoft.com/office/drawing/2014/main" id="{A6C70DC5-70EA-428D-9148-7097BF60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451"/>
              <a:ext cx="153" cy="86"/>
            </a:xfrm>
            <a:custGeom>
              <a:avLst/>
              <a:gdLst>
                <a:gd name="T0" fmla="*/ 0 w 61"/>
                <a:gd name="T1" fmla="*/ 621 h 32"/>
                <a:gd name="T2" fmla="*/ 271 w 61"/>
                <a:gd name="T3" fmla="*/ 253 h 32"/>
                <a:gd name="T4" fmla="*/ 647 w 61"/>
                <a:gd name="T5" fmla="*/ 22 h 32"/>
                <a:gd name="T6" fmla="*/ 963 w 61"/>
                <a:gd name="T7" fmla="*/ 159 h 32"/>
                <a:gd name="T8" fmla="*/ 567 w 61"/>
                <a:gd name="T9" fmla="*/ 137 h 32"/>
                <a:gd name="T10" fmla="*/ 0 w 61"/>
                <a:gd name="T11" fmla="*/ 62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2">
                  <a:moveTo>
                    <a:pt x="0" y="32"/>
                  </a:moveTo>
                  <a:cubicBezTo>
                    <a:pt x="3" y="24"/>
                    <a:pt x="11" y="17"/>
                    <a:pt x="17" y="13"/>
                  </a:cubicBezTo>
                  <a:cubicBezTo>
                    <a:pt x="24" y="8"/>
                    <a:pt x="37" y="2"/>
                    <a:pt x="41" y="1"/>
                  </a:cubicBezTo>
                  <a:cubicBezTo>
                    <a:pt x="46" y="0"/>
                    <a:pt x="56" y="2"/>
                    <a:pt x="61" y="8"/>
                  </a:cubicBezTo>
                  <a:cubicBezTo>
                    <a:pt x="56" y="4"/>
                    <a:pt x="44" y="4"/>
                    <a:pt x="36" y="7"/>
                  </a:cubicBezTo>
                  <a:cubicBezTo>
                    <a:pt x="29" y="10"/>
                    <a:pt x="10" y="17"/>
                    <a:pt x="0" y="32"/>
                  </a:cubicBezTo>
                  <a:close/>
                </a:path>
              </a:pathLst>
            </a:custGeom>
            <a:solidFill>
              <a:srgbClr val="FFF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375">
              <a:extLst>
                <a:ext uri="{FF2B5EF4-FFF2-40B4-BE49-F238E27FC236}">
                  <a16:creationId xmlns:a16="http://schemas.microsoft.com/office/drawing/2014/main" id="{47BEC39F-B555-4E39-B487-1E0DCBBC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521"/>
              <a:ext cx="105" cy="144"/>
            </a:xfrm>
            <a:custGeom>
              <a:avLst/>
              <a:gdLst>
                <a:gd name="T0" fmla="*/ 613 w 42"/>
                <a:gd name="T1" fmla="*/ 0 h 54"/>
                <a:gd name="T2" fmla="*/ 0 w 42"/>
                <a:gd name="T3" fmla="*/ 1024 h 54"/>
                <a:gd name="T4" fmla="*/ 500 w 42"/>
                <a:gd name="T5" fmla="*/ 491 h 54"/>
                <a:gd name="T6" fmla="*/ 425 w 42"/>
                <a:gd name="T7" fmla="*/ 285 h 54"/>
                <a:gd name="T8" fmla="*/ 613 w 4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4">
                  <a:moveTo>
                    <a:pt x="39" y="0"/>
                  </a:moveTo>
                  <a:cubicBezTo>
                    <a:pt x="40" y="6"/>
                    <a:pt x="42" y="44"/>
                    <a:pt x="0" y="54"/>
                  </a:cubicBezTo>
                  <a:cubicBezTo>
                    <a:pt x="11" y="50"/>
                    <a:pt x="29" y="39"/>
                    <a:pt x="32" y="26"/>
                  </a:cubicBezTo>
                  <a:cubicBezTo>
                    <a:pt x="34" y="13"/>
                    <a:pt x="27" y="15"/>
                    <a:pt x="27" y="15"/>
                  </a:cubicBezTo>
                  <a:cubicBezTo>
                    <a:pt x="30" y="12"/>
                    <a:pt x="38" y="3"/>
                    <a:pt x="39" y="0"/>
                  </a:cubicBezTo>
                  <a:close/>
                </a:path>
              </a:pathLst>
            </a:custGeom>
            <a:solidFill>
              <a:srgbClr val="FFD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376">
              <a:extLst>
                <a:ext uri="{FF2B5EF4-FFF2-40B4-BE49-F238E27FC236}">
                  <a16:creationId xmlns:a16="http://schemas.microsoft.com/office/drawing/2014/main" id="{D462C7A4-5080-42EA-ACD7-C76E1983D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625"/>
              <a:ext cx="57" cy="66"/>
            </a:xfrm>
            <a:custGeom>
              <a:avLst/>
              <a:gdLst>
                <a:gd name="T0" fmla="*/ 349 w 23"/>
                <a:gd name="T1" fmla="*/ 0 h 25"/>
                <a:gd name="T2" fmla="*/ 0 w 23"/>
                <a:gd name="T3" fmla="*/ 459 h 25"/>
                <a:gd name="T4" fmla="*/ 349 w 2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23" y="0"/>
                  </a:moveTo>
                  <a:cubicBezTo>
                    <a:pt x="21" y="8"/>
                    <a:pt x="10" y="22"/>
                    <a:pt x="0" y="25"/>
                  </a:cubicBezTo>
                  <a:cubicBezTo>
                    <a:pt x="16" y="22"/>
                    <a:pt x="23" y="10"/>
                    <a:pt x="23" y="0"/>
                  </a:cubicBezTo>
                  <a:close/>
                </a:path>
              </a:pathLst>
            </a:custGeom>
            <a:solidFill>
              <a:srgbClr val="FFF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377">
              <a:extLst>
                <a:ext uri="{FF2B5EF4-FFF2-40B4-BE49-F238E27FC236}">
                  <a16:creationId xmlns:a16="http://schemas.microsoft.com/office/drawing/2014/main" id="{31213368-A56A-4582-A936-EBD5455F8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539"/>
              <a:ext cx="123" cy="166"/>
            </a:xfrm>
            <a:custGeom>
              <a:avLst/>
              <a:gdLst>
                <a:gd name="T0" fmla="*/ 776 w 49"/>
                <a:gd name="T1" fmla="*/ 0 h 62"/>
                <a:gd name="T2" fmla="*/ 567 w 49"/>
                <a:gd name="T3" fmla="*/ 1133 h 62"/>
                <a:gd name="T4" fmla="*/ 0 w 49"/>
                <a:gd name="T5" fmla="*/ 1154 h 62"/>
                <a:gd name="T6" fmla="*/ 442 w 49"/>
                <a:gd name="T7" fmla="*/ 1111 h 62"/>
                <a:gd name="T8" fmla="*/ 597 w 49"/>
                <a:gd name="T9" fmla="*/ 940 h 62"/>
                <a:gd name="T10" fmla="*/ 776 w 49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62">
                  <a:moveTo>
                    <a:pt x="49" y="0"/>
                  </a:moveTo>
                  <a:cubicBezTo>
                    <a:pt x="49" y="8"/>
                    <a:pt x="41" y="51"/>
                    <a:pt x="36" y="59"/>
                  </a:cubicBezTo>
                  <a:cubicBezTo>
                    <a:pt x="34" y="62"/>
                    <a:pt x="24" y="58"/>
                    <a:pt x="0" y="60"/>
                  </a:cubicBezTo>
                  <a:cubicBezTo>
                    <a:pt x="8" y="59"/>
                    <a:pt x="24" y="58"/>
                    <a:pt x="28" y="58"/>
                  </a:cubicBezTo>
                  <a:cubicBezTo>
                    <a:pt x="33" y="57"/>
                    <a:pt x="36" y="54"/>
                    <a:pt x="38" y="49"/>
                  </a:cubicBezTo>
                  <a:cubicBezTo>
                    <a:pt x="39" y="44"/>
                    <a:pt x="49" y="0"/>
                    <a:pt x="49" y="0"/>
                  </a:cubicBezTo>
                  <a:close/>
                </a:path>
              </a:pathLst>
            </a:custGeom>
            <a:solidFill>
              <a:srgbClr val="FFF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378">
              <a:extLst>
                <a:ext uri="{FF2B5EF4-FFF2-40B4-BE49-F238E27FC236}">
                  <a16:creationId xmlns:a16="http://schemas.microsoft.com/office/drawing/2014/main" id="{E3DA4E2B-ABEE-41AC-80BB-88D818771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393"/>
              <a:ext cx="325" cy="464"/>
            </a:xfrm>
            <a:custGeom>
              <a:avLst/>
              <a:gdLst>
                <a:gd name="T0" fmla="*/ 1813 w 130"/>
                <a:gd name="T1" fmla="*/ 3299 h 174"/>
                <a:gd name="T2" fmla="*/ 1720 w 130"/>
                <a:gd name="T3" fmla="*/ 1195 h 174"/>
                <a:gd name="T4" fmla="*/ 0 w 130"/>
                <a:gd name="T5" fmla="*/ 0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174">
                  <a:moveTo>
                    <a:pt x="116" y="174"/>
                  </a:moveTo>
                  <a:cubicBezTo>
                    <a:pt x="130" y="119"/>
                    <a:pt x="122" y="79"/>
                    <a:pt x="110" y="63"/>
                  </a:cubicBezTo>
                  <a:cubicBezTo>
                    <a:pt x="98" y="48"/>
                    <a:pt x="36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379">
              <a:extLst>
                <a:ext uri="{FF2B5EF4-FFF2-40B4-BE49-F238E27FC236}">
                  <a16:creationId xmlns:a16="http://schemas.microsoft.com/office/drawing/2014/main" id="{5F230E7E-B254-4767-AF21-BCF5143F1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382"/>
              <a:ext cx="93" cy="168"/>
            </a:xfrm>
            <a:custGeom>
              <a:avLst/>
              <a:gdLst>
                <a:gd name="T0" fmla="*/ 588 w 37"/>
                <a:gd name="T1" fmla="*/ 0 h 63"/>
                <a:gd name="T2" fmla="*/ 0 w 37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3">
                  <a:moveTo>
                    <a:pt x="37" y="0"/>
                  </a:moveTo>
                  <a:cubicBezTo>
                    <a:pt x="31" y="21"/>
                    <a:pt x="10" y="52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380">
              <a:extLst>
                <a:ext uri="{FF2B5EF4-FFF2-40B4-BE49-F238E27FC236}">
                  <a16:creationId xmlns:a16="http://schemas.microsoft.com/office/drawing/2014/main" id="{9ED88B11-C6B4-41FB-8E44-D98EA11F3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982"/>
              <a:ext cx="1049" cy="931"/>
            </a:xfrm>
            <a:custGeom>
              <a:avLst/>
              <a:gdLst>
                <a:gd name="T0" fmla="*/ 2837 w 420"/>
                <a:gd name="T1" fmla="*/ 4916 h 349"/>
                <a:gd name="T2" fmla="*/ 529 w 420"/>
                <a:gd name="T3" fmla="*/ 3457 h 349"/>
                <a:gd name="T4" fmla="*/ 749 w 420"/>
                <a:gd name="T5" fmla="*/ 1481 h 349"/>
                <a:gd name="T6" fmla="*/ 1946 w 420"/>
                <a:gd name="T7" fmla="*/ 264 h 349"/>
                <a:gd name="T8" fmla="*/ 3087 w 420"/>
                <a:gd name="T9" fmla="*/ 397 h 349"/>
                <a:gd name="T10" fmla="*/ 4391 w 420"/>
                <a:gd name="T11" fmla="*/ 1195 h 349"/>
                <a:gd name="T12" fmla="*/ 4391 w 420"/>
                <a:gd name="T13" fmla="*/ 1195 h 349"/>
                <a:gd name="T14" fmla="*/ 5702 w 420"/>
                <a:gd name="T15" fmla="*/ 2014 h 349"/>
                <a:gd name="T16" fmla="*/ 6451 w 420"/>
                <a:gd name="T17" fmla="*/ 3052 h 349"/>
                <a:gd name="T18" fmla="*/ 6356 w 420"/>
                <a:gd name="T19" fmla="*/ 4954 h 349"/>
                <a:gd name="T20" fmla="*/ 5173 w 420"/>
                <a:gd name="T21" fmla="*/ 6320 h 349"/>
                <a:gd name="T22" fmla="*/ 2837 w 420"/>
                <a:gd name="T23" fmla="*/ 4916 h 3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0" h="349">
                  <a:moveTo>
                    <a:pt x="182" y="259"/>
                  </a:moveTo>
                  <a:cubicBezTo>
                    <a:pt x="138" y="237"/>
                    <a:pt x="68" y="202"/>
                    <a:pt x="34" y="182"/>
                  </a:cubicBezTo>
                  <a:cubicBezTo>
                    <a:pt x="0" y="162"/>
                    <a:pt x="29" y="106"/>
                    <a:pt x="48" y="78"/>
                  </a:cubicBezTo>
                  <a:cubicBezTo>
                    <a:pt x="63" y="51"/>
                    <a:pt x="109" y="23"/>
                    <a:pt x="125" y="14"/>
                  </a:cubicBezTo>
                  <a:cubicBezTo>
                    <a:pt x="142" y="5"/>
                    <a:pt x="157" y="0"/>
                    <a:pt x="198" y="21"/>
                  </a:cubicBezTo>
                  <a:cubicBezTo>
                    <a:pt x="238" y="41"/>
                    <a:pt x="282" y="63"/>
                    <a:pt x="282" y="63"/>
                  </a:cubicBezTo>
                  <a:cubicBezTo>
                    <a:pt x="282" y="63"/>
                    <a:pt x="282" y="63"/>
                    <a:pt x="282" y="63"/>
                  </a:cubicBezTo>
                  <a:cubicBezTo>
                    <a:pt x="282" y="63"/>
                    <a:pt x="325" y="85"/>
                    <a:pt x="366" y="106"/>
                  </a:cubicBezTo>
                  <a:cubicBezTo>
                    <a:pt x="407" y="127"/>
                    <a:pt x="412" y="142"/>
                    <a:pt x="414" y="161"/>
                  </a:cubicBezTo>
                  <a:cubicBezTo>
                    <a:pt x="416" y="179"/>
                    <a:pt x="420" y="233"/>
                    <a:pt x="408" y="261"/>
                  </a:cubicBezTo>
                  <a:cubicBezTo>
                    <a:pt x="396" y="293"/>
                    <a:pt x="368" y="349"/>
                    <a:pt x="332" y="333"/>
                  </a:cubicBezTo>
                  <a:cubicBezTo>
                    <a:pt x="296" y="317"/>
                    <a:pt x="226" y="282"/>
                    <a:pt x="182" y="25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381">
              <a:extLst>
                <a:ext uri="{FF2B5EF4-FFF2-40B4-BE49-F238E27FC236}">
                  <a16:creationId xmlns:a16="http://schemas.microsoft.com/office/drawing/2014/main" id="{C5807336-CB7B-4E8C-BF41-D6846B7FD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51"/>
              <a:ext cx="520" cy="166"/>
            </a:xfrm>
            <a:custGeom>
              <a:avLst/>
              <a:gdLst>
                <a:gd name="T0" fmla="*/ 0 w 208"/>
                <a:gd name="T1" fmla="*/ 1189 h 62"/>
                <a:gd name="T2" fmla="*/ 1438 w 208"/>
                <a:gd name="T3" fmla="*/ 21 h 62"/>
                <a:gd name="T4" fmla="*/ 3250 w 208"/>
                <a:gd name="T5" fmla="*/ 101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62">
                  <a:moveTo>
                    <a:pt x="0" y="62"/>
                  </a:moveTo>
                  <a:cubicBezTo>
                    <a:pt x="36" y="17"/>
                    <a:pt x="73" y="0"/>
                    <a:pt x="92" y="1"/>
                  </a:cubicBezTo>
                  <a:cubicBezTo>
                    <a:pt x="112" y="1"/>
                    <a:pt x="172" y="35"/>
                    <a:pt x="208" y="5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382">
              <a:extLst>
                <a:ext uri="{FF2B5EF4-FFF2-40B4-BE49-F238E27FC236}">
                  <a16:creationId xmlns:a16="http://schemas.microsoft.com/office/drawing/2014/main" id="{F3D28BD6-2FDC-4D16-A4FD-32F537835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035"/>
              <a:ext cx="73" cy="179"/>
            </a:xfrm>
            <a:custGeom>
              <a:avLst/>
              <a:gdLst>
                <a:gd name="T0" fmla="*/ 463 w 29"/>
                <a:gd name="T1" fmla="*/ 0 h 67"/>
                <a:gd name="T2" fmla="*/ 0 w 29"/>
                <a:gd name="T3" fmla="*/ 127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7">
                  <a:moveTo>
                    <a:pt x="29" y="0"/>
                  </a:moveTo>
                  <a:cubicBezTo>
                    <a:pt x="16" y="17"/>
                    <a:pt x="2" y="52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383">
              <a:extLst>
                <a:ext uri="{FF2B5EF4-FFF2-40B4-BE49-F238E27FC236}">
                  <a16:creationId xmlns:a16="http://schemas.microsoft.com/office/drawing/2014/main" id="{DFE89491-9638-4CA9-BF55-E33EBC8D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545"/>
              <a:ext cx="160" cy="128"/>
            </a:xfrm>
            <a:custGeom>
              <a:avLst/>
              <a:gdLst>
                <a:gd name="T0" fmla="*/ 988 w 64"/>
                <a:gd name="T1" fmla="*/ 307 h 48"/>
                <a:gd name="T2" fmla="*/ 988 w 64"/>
                <a:gd name="T3" fmla="*/ 491 h 48"/>
                <a:gd name="T4" fmla="*/ 720 w 64"/>
                <a:gd name="T5" fmla="*/ 853 h 48"/>
                <a:gd name="T6" fmla="*/ 63 w 64"/>
                <a:gd name="T7" fmla="*/ 435 h 48"/>
                <a:gd name="T8" fmla="*/ 50 w 64"/>
                <a:gd name="T9" fmla="*/ 115 h 48"/>
                <a:gd name="T10" fmla="*/ 238 w 64"/>
                <a:gd name="T11" fmla="*/ 21 h 48"/>
                <a:gd name="T12" fmla="*/ 550 w 64"/>
                <a:gd name="T13" fmla="*/ 363 h 48"/>
                <a:gd name="T14" fmla="*/ 520 w 64"/>
                <a:gd name="T15" fmla="*/ 547 h 48"/>
                <a:gd name="T16" fmla="*/ 363 w 64"/>
                <a:gd name="T17" fmla="*/ 547 h 48"/>
                <a:gd name="T18" fmla="*/ 238 w 64"/>
                <a:gd name="T19" fmla="*/ 264 h 48"/>
                <a:gd name="T20" fmla="*/ 250 w 64"/>
                <a:gd name="T21" fmla="*/ 248 h 48"/>
                <a:gd name="T22" fmla="*/ 270 w 64"/>
                <a:gd name="T23" fmla="*/ 264 h 48"/>
                <a:gd name="T24" fmla="*/ 375 w 64"/>
                <a:gd name="T25" fmla="*/ 512 h 48"/>
                <a:gd name="T26" fmla="*/ 500 w 64"/>
                <a:gd name="T27" fmla="*/ 512 h 48"/>
                <a:gd name="T28" fmla="*/ 520 w 64"/>
                <a:gd name="T29" fmla="*/ 376 h 48"/>
                <a:gd name="T30" fmla="*/ 220 w 64"/>
                <a:gd name="T31" fmla="*/ 77 h 48"/>
                <a:gd name="T32" fmla="*/ 83 w 64"/>
                <a:gd name="T33" fmla="*/ 149 h 48"/>
                <a:gd name="T34" fmla="*/ 113 w 64"/>
                <a:gd name="T35" fmla="*/ 419 h 48"/>
                <a:gd name="T36" fmla="*/ 688 w 64"/>
                <a:gd name="T37" fmla="*/ 776 h 48"/>
                <a:gd name="T38" fmla="*/ 938 w 64"/>
                <a:gd name="T39" fmla="*/ 491 h 48"/>
                <a:gd name="T40" fmla="*/ 958 w 64"/>
                <a:gd name="T41" fmla="*/ 320 h 48"/>
                <a:gd name="T42" fmla="*/ 958 w 64"/>
                <a:gd name="T43" fmla="*/ 264 h 48"/>
                <a:gd name="T44" fmla="*/ 988 w 64"/>
                <a:gd name="T45" fmla="*/ 307 h 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4" h="48">
                  <a:moveTo>
                    <a:pt x="63" y="16"/>
                  </a:moveTo>
                  <a:cubicBezTo>
                    <a:pt x="64" y="18"/>
                    <a:pt x="64" y="22"/>
                    <a:pt x="63" y="26"/>
                  </a:cubicBezTo>
                  <a:cubicBezTo>
                    <a:pt x="62" y="36"/>
                    <a:pt x="56" y="43"/>
                    <a:pt x="46" y="45"/>
                  </a:cubicBezTo>
                  <a:cubicBezTo>
                    <a:pt x="32" y="48"/>
                    <a:pt x="12" y="37"/>
                    <a:pt x="4" y="23"/>
                  </a:cubicBezTo>
                  <a:cubicBezTo>
                    <a:pt x="1" y="16"/>
                    <a:pt x="0" y="10"/>
                    <a:pt x="3" y="6"/>
                  </a:cubicBezTo>
                  <a:cubicBezTo>
                    <a:pt x="5" y="3"/>
                    <a:pt x="9" y="0"/>
                    <a:pt x="15" y="1"/>
                  </a:cubicBezTo>
                  <a:cubicBezTo>
                    <a:pt x="25" y="2"/>
                    <a:pt x="33" y="11"/>
                    <a:pt x="35" y="19"/>
                  </a:cubicBezTo>
                  <a:cubicBezTo>
                    <a:pt x="37" y="23"/>
                    <a:pt x="36" y="27"/>
                    <a:pt x="33" y="29"/>
                  </a:cubicBezTo>
                  <a:cubicBezTo>
                    <a:pt x="30" y="31"/>
                    <a:pt x="27" y="31"/>
                    <a:pt x="23" y="29"/>
                  </a:cubicBezTo>
                  <a:cubicBezTo>
                    <a:pt x="18" y="27"/>
                    <a:pt x="14" y="21"/>
                    <a:pt x="15" y="14"/>
                  </a:cubicBezTo>
                  <a:cubicBezTo>
                    <a:pt x="15" y="14"/>
                    <a:pt x="15" y="13"/>
                    <a:pt x="16" y="13"/>
                  </a:cubicBezTo>
                  <a:cubicBezTo>
                    <a:pt x="16" y="13"/>
                    <a:pt x="17" y="14"/>
                    <a:pt x="17" y="14"/>
                  </a:cubicBezTo>
                  <a:cubicBezTo>
                    <a:pt x="16" y="20"/>
                    <a:pt x="20" y="25"/>
                    <a:pt x="24" y="27"/>
                  </a:cubicBezTo>
                  <a:cubicBezTo>
                    <a:pt x="26" y="28"/>
                    <a:pt x="29" y="29"/>
                    <a:pt x="32" y="27"/>
                  </a:cubicBezTo>
                  <a:cubicBezTo>
                    <a:pt x="34" y="25"/>
                    <a:pt x="33" y="22"/>
                    <a:pt x="33" y="20"/>
                  </a:cubicBezTo>
                  <a:cubicBezTo>
                    <a:pt x="31" y="13"/>
                    <a:pt x="23" y="5"/>
                    <a:pt x="14" y="4"/>
                  </a:cubicBezTo>
                  <a:cubicBezTo>
                    <a:pt x="10" y="4"/>
                    <a:pt x="7" y="5"/>
                    <a:pt x="5" y="8"/>
                  </a:cubicBezTo>
                  <a:cubicBezTo>
                    <a:pt x="3" y="11"/>
                    <a:pt x="3" y="15"/>
                    <a:pt x="7" y="22"/>
                  </a:cubicBezTo>
                  <a:cubicBezTo>
                    <a:pt x="14" y="35"/>
                    <a:pt x="30" y="43"/>
                    <a:pt x="44" y="41"/>
                  </a:cubicBezTo>
                  <a:cubicBezTo>
                    <a:pt x="50" y="40"/>
                    <a:pt x="59" y="38"/>
                    <a:pt x="60" y="26"/>
                  </a:cubicBezTo>
                  <a:cubicBezTo>
                    <a:pt x="61" y="21"/>
                    <a:pt x="61" y="17"/>
                    <a:pt x="61" y="17"/>
                  </a:cubicBezTo>
                  <a:cubicBezTo>
                    <a:pt x="61" y="15"/>
                    <a:pt x="61" y="15"/>
                    <a:pt x="61" y="14"/>
                  </a:cubicBezTo>
                  <a:cubicBezTo>
                    <a:pt x="62" y="15"/>
                    <a:pt x="63" y="15"/>
                    <a:pt x="63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384">
              <a:extLst>
                <a:ext uri="{FF2B5EF4-FFF2-40B4-BE49-F238E27FC236}">
                  <a16:creationId xmlns:a16="http://schemas.microsoft.com/office/drawing/2014/main" id="{D0586328-BA14-4EB0-9E2E-EA45C0812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499"/>
              <a:ext cx="75" cy="86"/>
            </a:xfrm>
            <a:custGeom>
              <a:avLst/>
              <a:gdLst>
                <a:gd name="T0" fmla="*/ 0 w 30"/>
                <a:gd name="T1" fmla="*/ 621 h 32"/>
                <a:gd name="T2" fmla="*/ 470 w 3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2">
                  <a:moveTo>
                    <a:pt x="0" y="32"/>
                  </a:moveTo>
                  <a:cubicBezTo>
                    <a:pt x="5" y="31"/>
                    <a:pt x="24" y="17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385">
              <a:extLst>
                <a:ext uri="{FF2B5EF4-FFF2-40B4-BE49-F238E27FC236}">
                  <a16:creationId xmlns:a16="http://schemas.microsoft.com/office/drawing/2014/main" id="{14633E3E-C0C5-4D93-B526-AC94F3BA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69"/>
              <a:ext cx="45" cy="53"/>
            </a:xfrm>
            <a:custGeom>
              <a:avLst/>
              <a:gdLst>
                <a:gd name="T0" fmla="*/ 0 w 18"/>
                <a:gd name="T1" fmla="*/ 77 h 20"/>
                <a:gd name="T2" fmla="*/ 20 w 18"/>
                <a:gd name="T3" fmla="*/ 90 h 20"/>
                <a:gd name="T4" fmla="*/ 125 w 18"/>
                <a:gd name="T5" fmla="*/ 337 h 20"/>
                <a:gd name="T6" fmla="*/ 250 w 18"/>
                <a:gd name="T7" fmla="*/ 337 h 20"/>
                <a:gd name="T8" fmla="*/ 270 w 18"/>
                <a:gd name="T9" fmla="*/ 204 h 20"/>
                <a:gd name="T10" fmla="*/ 145 w 18"/>
                <a:gd name="T11" fmla="*/ 0 h 20"/>
                <a:gd name="T12" fmla="*/ 0 w 18"/>
                <a:gd name="T13" fmla="*/ 7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0" y="4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0" y="11"/>
                    <a:pt x="4" y="16"/>
                    <a:pt x="8" y="18"/>
                  </a:cubicBezTo>
                  <a:cubicBezTo>
                    <a:pt x="10" y="19"/>
                    <a:pt x="13" y="20"/>
                    <a:pt x="16" y="18"/>
                  </a:cubicBezTo>
                  <a:cubicBezTo>
                    <a:pt x="18" y="16"/>
                    <a:pt x="17" y="13"/>
                    <a:pt x="17" y="11"/>
                  </a:cubicBezTo>
                  <a:cubicBezTo>
                    <a:pt x="16" y="7"/>
                    <a:pt x="13" y="3"/>
                    <a:pt x="9" y="0"/>
                  </a:cubicBezTo>
                  <a:cubicBezTo>
                    <a:pt x="7" y="5"/>
                    <a:pt x="3" y="5"/>
                    <a:pt x="0" y="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386">
              <a:extLst>
                <a:ext uri="{FF2B5EF4-FFF2-40B4-BE49-F238E27FC236}">
                  <a16:creationId xmlns:a16="http://schemas.microsoft.com/office/drawing/2014/main" id="{B315E588-8D03-4F94-9209-1156F8BEC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94"/>
              <a:ext cx="190" cy="181"/>
            </a:xfrm>
            <a:custGeom>
              <a:avLst/>
              <a:gdLst>
                <a:gd name="T0" fmla="*/ 1158 w 76"/>
                <a:gd name="T1" fmla="*/ 114 h 68"/>
                <a:gd name="T2" fmla="*/ 1145 w 76"/>
                <a:gd name="T3" fmla="*/ 21 h 68"/>
                <a:gd name="T4" fmla="*/ 1095 w 76"/>
                <a:gd name="T5" fmla="*/ 21 h 68"/>
                <a:gd name="T6" fmla="*/ 1083 w 76"/>
                <a:gd name="T7" fmla="*/ 93 h 68"/>
                <a:gd name="T8" fmla="*/ 613 w 76"/>
                <a:gd name="T9" fmla="*/ 623 h 68"/>
                <a:gd name="T10" fmla="*/ 613 w 76"/>
                <a:gd name="T11" fmla="*/ 623 h 68"/>
                <a:gd name="T12" fmla="*/ 645 w 76"/>
                <a:gd name="T13" fmla="*/ 660 h 68"/>
                <a:gd name="T14" fmla="*/ 645 w 76"/>
                <a:gd name="T15" fmla="*/ 849 h 68"/>
                <a:gd name="T16" fmla="*/ 375 w 76"/>
                <a:gd name="T17" fmla="*/ 1206 h 68"/>
                <a:gd name="T18" fmla="*/ 0 w 76"/>
                <a:gd name="T19" fmla="*/ 1113 h 68"/>
                <a:gd name="T20" fmla="*/ 550 w 76"/>
                <a:gd name="T21" fmla="*/ 1224 h 68"/>
                <a:gd name="T22" fmla="*/ 1063 w 76"/>
                <a:gd name="T23" fmla="*/ 793 h 68"/>
                <a:gd name="T24" fmla="*/ 1158 w 76"/>
                <a:gd name="T25" fmla="*/ 114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68">
                  <a:moveTo>
                    <a:pt x="74" y="6"/>
                  </a:moveTo>
                  <a:cubicBezTo>
                    <a:pt x="74" y="4"/>
                    <a:pt x="74" y="2"/>
                    <a:pt x="73" y="1"/>
                  </a:cubicBezTo>
                  <a:cubicBezTo>
                    <a:pt x="72" y="0"/>
                    <a:pt x="71" y="0"/>
                    <a:pt x="70" y="1"/>
                  </a:cubicBezTo>
                  <a:cubicBezTo>
                    <a:pt x="70" y="1"/>
                    <a:pt x="69" y="4"/>
                    <a:pt x="69" y="5"/>
                  </a:cubicBezTo>
                  <a:cubicBezTo>
                    <a:pt x="62" y="20"/>
                    <a:pt x="42" y="32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40" y="34"/>
                    <a:pt x="41" y="34"/>
                    <a:pt x="41" y="35"/>
                  </a:cubicBezTo>
                  <a:cubicBezTo>
                    <a:pt x="42" y="37"/>
                    <a:pt x="42" y="41"/>
                    <a:pt x="41" y="45"/>
                  </a:cubicBezTo>
                  <a:cubicBezTo>
                    <a:pt x="40" y="55"/>
                    <a:pt x="34" y="62"/>
                    <a:pt x="24" y="64"/>
                  </a:cubicBezTo>
                  <a:cubicBezTo>
                    <a:pt x="17" y="65"/>
                    <a:pt x="8" y="63"/>
                    <a:pt x="0" y="59"/>
                  </a:cubicBezTo>
                  <a:cubicBezTo>
                    <a:pt x="14" y="68"/>
                    <a:pt x="27" y="67"/>
                    <a:pt x="35" y="65"/>
                  </a:cubicBezTo>
                  <a:cubicBezTo>
                    <a:pt x="43" y="64"/>
                    <a:pt x="61" y="57"/>
                    <a:pt x="68" y="42"/>
                  </a:cubicBezTo>
                  <a:cubicBezTo>
                    <a:pt x="76" y="28"/>
                    <a:pt x="75" y="10"/>
                    <a:pt x="74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387">
              <a:extLst>
                <a:ext uri="{FF2B5EF4-FFF2-40B4-BE49-F238E27FC236}">
                  <a16:creationId xmlns:a16="http://schemas.microsoft.com/office/drawing/2014/main" id="{C7A4EF7C-1687-4052-B22F-BC5426F7E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441"/>
              <a:ext cx="205" cy="192"/>
            </a:xfrm>
            <a:custGeom>
              <a:avLst/>
              <a:gdLst>
                <a:gd name="T0" fmla="*/ 958 w 82"/>
                <a:gd name="T1" fmla="*/ 35 h 72"/>
                <a:gd name="T2" fmla="*/ 395 w 82"/>
                <a:gd name="T3" fmla="*/ 227 h 72"/>
                <a:gd name="T4" fmla="*/ 0 w 82"/>
                <a:gd name="T5" fmla="*/ 989 h 72"/>
                <a:gd name="T6" fmla="*/ 0 w 82"/>
                <a:gd name="T7" fmla="*/ 989 h 72"/>
                <a:gd name="T8" fmla="*/ 33 w 82"/>
                <a:gd name="T9" fmla="*/ 853 h 72"/>
                <a:gd name="T10" fmla="*/ 220 w 82"/>
                <a:gd name="T11" fmla="*/ 760 h 72"/>
                <a:gd name="T12" fmla="*/ 533 w 82"/>
                <a:gd name="T13" fmla="*/ 1101 h 72"/>
                <a:gd name="T14" fmla="*/ 500 w 82"/>
                <a:gd name="T15" fmla="*/ 1288 h 72"/>
                <a:gd name="T16" fmla="*/ 345 w 82"/>
                <a:gd name="T17" fmla="*/ 1288 h 72"/>
                <a:gd name="T18" fmla="*/ 363 w 82"/>
                <a:gd name="T19" fmla="*/ 1309 h 72"/>
                <a:gd name="T20" fmla="*/ 688 w 82"/>
                <a:gd name="T21" fmla="*/ 1331 h 72"/>
                <a:gd name="T22" fmla="*/ 938 w 82"/>
                <a:gd name="T23" fmla="*/ 1117 h 72"/>
                <a:gd name="T24" fmla="*/ 938 w 82"/>
                <a:gd name="T25" fmla="*/ 1059 h 72"/>
                <a:gd name="T26" fmla="*/ 938 w 82"/>
                <a:gd name="T27" fmla="*/ 1003 h 72"/>
                <a:gd name="T28" fmla="*/ 938 w 82"/>
                <a:gd name="T29" fmla="*/ 1003 h 72"/>
                <a:gd name="T30" fmla="*/ 938 w 82"/>
                <a:gd name="T31" fmla="*/ 1003 h 72"/>
                <a:gd name="T32" fmla="*/ 1270 w 82"/>
                <a:gd name="T33" fmla="*/ 704 h 72"/>
                <a:gd name="T34" fmla="*/ 958 w 82"/>
                <a:gd name="T35" fmla="*/ 35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2" h="72">
                  <a:moveTo>
                    <a:pt x="61" y="2"/>
                  </a:moveTo>
                  <a:cubicBezTo>
                    <a:pt x="53" y="0"/>
                    <a:pt x="45" y="0"/>
                    <a:pt x="25" y="12"/>
                  </a:cubicBezTo>
                  <a:cubicBezTo>
                    <a:pt x="3" y="26"/>
                    <a:pt x="0" y="4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49"/>
                    <a:pt x="0" y="47"/>
                    <a:pt x="2" y="45"/>
                  </a:cubicBezTo>
                  <a:cubicBezTo>
                    <a:pt x="4" y="42"/>
                    <a:pt x="8" y="39"/>
                    <a:pt x="14" y="40"/>
                  </a:cubicBezTo>
                  <a:cubicBezTo>
                    <a:pt x="24" y="41"/>
                    <a:pt x="32" y="50"/>
                    <a:pt x="34" y="58"/>
                  </a:cubicBezTo>
                  <a:cubicBezTo>
                    <a:pt x="36" y="62"/>
                    <a:pt x="35" y="66"/>
                    <a:pt x="32" y="68"/>
                  </a:cubicBezTo>
                  <a:cubicBezTo>
                    <a:pt x="30" y="70"/>
                    <a:pt x="26" y="70"/>
                    <a:pt x="22" y="68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8" y="72"/>
                    <a:pt x="36" y="72"/>
                    <a:pt x="44" y="70"/>
                  </a:cubicBezTo>
                  <a:cubicBezTo>
                    <a:pt x="50" y="68"/>
                    <a:pt x="57" y="62"/>
                    <a:pt x="60" y="59"/>
                  </a:cubicBezTo>
                  <a:cubicBezTo>
                    <a:pt x="60" y="57"/>
                    <a:pt x="60" y="56"/>
                    <a:pt x="60" y="56"/>
                  </a:cubicBezTo>
                  <a:cubicBezTo>
                    <a:pt x="60" y="54"/>
                    <a:pt x="60" y="54"/>
                    <a:pt x="60" y="53"/>
                  </a:cubicBezTo>
                  <a:cubicBezTo>
                    <a:pt x="61" y="54"/>
                    <a:pt x="61" y="54"/>
                    <a:pt x="60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3" y="53"/>
                    <a:pt x="73" y="46"/>
                    <a:pt x="81" y="37"/>
                  </a:cubicBezTo>
                  <a:cubicBezTo>
                    <a:pt x="82" y="17"/>
                    <a:pt x="70" y="4"/>
                    <a:pt x="61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388">
              <a:extLst>
                <a:ext uri="{FF2B5EF4-FFF2-40B4-BE49-F238E27FC236}">
                  <a16:creationId xmlns:a16="http://schemas.microsoft.com/office/drawing/2014/main" id="{E815E99A-0086-4F4F-9A89-83DEEA0EF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555"/>
              <a:ext cx="145" cy="104"/>
            </a:xfrm>
            <a:custGeom>
              <a:avLst/>
              <a:gdLst>
                <a:gd name="T0" fmla="*/ 658 w 58"/>
                <a:gd name="T1" fmla="*/ 512 h 39"/>
                <a:gd name="T2" fmla="*/ 333 w 58"/>
                <a:gd name="T3" fmla="*/ 491 h 39"/>
                <a:gd name="T4" fmla="*/ 313 w 58"/>
                <a:gd name="T5" fmla="*/ 477 h 39"/>
                <a:gd name="T6" fmla="*/ 313 w 58"/>
                <a:gd name="T7" fmla="*/ 477 h 39"/>
                <a:gd name="T8" fmla="*/ 188 w 58"/>
                <a:gd name="T9" fmla="*/ 192 h 39"/>
                <a:gd name="T10" fmla="*/ 208 w 58"/>
                <a:gd name="T11" fmla="*/ 171 h 39"/>
                <a:gd name="T12" fmla="*/ 208 w 58"/>
                <a:gd name="T13" fmla="*/ 171 h 39"/>
                <a:gd name="T14" fmla="*/ 345 w 58"/>
                <a:gd name="T15" fmla="*/ 93 h 39"/>
                <a:gd name="T16" fmla="*/ 175 w 58"/>
                <a:gd name="T17" fmla="*/ 0 h 39"/>
                <a:gd name="T18" fmla="*/ 33 w 58"/>
                <a:gd name="T19" fmla="*/ 77 h 39"/>
                <a:gd name="T20" fmla="*/ 63 w 58"/>
                <a:gd name="T21" fmla="*/ 341 h 39"/>
                <a:gd name="T22" fmla="*/ 645 w 58"/>
                <a:gd name="T23" fmla="*/ 704 h 39"/>
                <a:gd name="T24" fmla="*/ 895 w 58"/>
                <a:gd name="T25" fmla="*/ 419 h 39"/>
                <a:gd name="T26" fmla="*/ 908 w 58"/>
                <a:gd name="T27" fmla="*/ 307 h 39"/>
                <a:gd name="T28" fmla="*/ 658 w 58"/>
                <a:gd name="T29" fmla="*/ 512 h 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39">
                  <a:moveTo>
                    <a:pt x="42" y="27"/>
                  </a:moveTo>
                  <a:cubicBezTo>
                    <a:pt x="34" y="29"/>
                    <a:pt x="26" y="29"/>
                    <a:pt x="21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5" y="23"/>
                    <a:pt x="11" y="17"/>
                    <a:pt x="12" y="10"/>
                  </a:cubicBezTo>
                  <a:cubicBezTo>
                    <a:pt x="12" y="10"/>
                    <a:pt x="12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6" y="10"/>
                    <a:pt x="20" y="10"/>
                    <a:pt x="22" y="5"/>
                  </a:cubicBezTo>
                  <a:cubicBezTo>
                    <a:pt x="19" y="2"/>
                    <a:pt x="15" y="1"/>
                    <a:pt x="11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1"/>
                    <a:pt x="4" y="18"/>
                  </a:cubicBezTo>
                  <a:cubicBezTo>
                    <a:pt x="11" y="31"/>
                    <a:pt x="27" y="39"/>
                    <a:pt x="41" y="37"/>
                  </a:cubicBezTo>
                  <a:cubicBezTo>
                    <a:pt x="47" y="36"/>
                    <a:pt x="56" y="34"/>
                    <a:pt x="57" y="22"/>
                  </a:cubicBezTo>
                  <a:cubicBezTo>
                    <a:pt x="58" y="20"/>
                    <a:pt x="58" y="18"/>
                    <a:pt x="58" y="16"/>
                  </a:cubicBezTo>
                  <a:cubicBezTo>
                    <a:pt x="55" y="19"/>
                    <a:pt x="48" y="25"/>
                    <a:pt x="42" y="2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389">
              <a:extLst>
                <a:ext uri="{FF2B5EF4-FFF2-40B4-BE49-F238E27FC236}">
                  <a16:creationId xmlns:a16="http://schemas.microsoft.com/office/drawing/2014/main" id="{F9D1A074-C0CF-4C62-BBBB-DC559D83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382"/>
              <a:ext cx="20" cy="27"/>
            </a:xfrm>
            <a:custGeom>
              <a:avLst/>
              <a:gdLst>
                <a:gd name="T0" fmla="*/ 125 w 8"/>
                <a:gd name="T1" fmla="*/ 59 h 10"/>
                <a:gd name="T2" fmla="*/ 50 w 8"/>
                <a:gd name="T3" fmla="*/ 38 h 10"/>
                <a:gd name="T4" fmla="*/ 63 w 8"/>
                <a:gd name="T5" fmla="*/ 103 h 10"/>
                <a:gd name="T6" fmla="*/ 83 w 8"/>
                <a:gd name="T7" fmla="*/ 176 h 10"/>
                <a:gd name="T8" fmla="*/ 0 w 8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8" y="3"/>
                  </a:moveTo>
                  <a:cubicBezTo>
                    <a:pt x="6" y="2"/>
                    <a:pt x="4" y="0"/>
                    <a:pt x="3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5" y="7"/>
                    <a:pt x="7" y="8"/>
                    <a:pt x="5" y="9"/>
                  </a:cubicBezTo>
                  <a:cubicBezTo>
                    <a:pt x="3" y="10"/>
                    <a:pt x="1" y="8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8EE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390">
              <a:extLst>
                <a:ext uri="{FF2B5EF4-FFF2-40B4-BE49-F238E27FC236}">
                  <a16:creationId xmlns:a16="http://schemas.microsoft.com/office/drawing/2014/main" id="{2F94B37D-AECF-45E7-A4B0-020D06ADB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526"/>
              <a:ext cx="20" cy="24"/>
            </a:xfrm>
            <a:custGeom>
              <a:avLst/>
              <a:gdLst>
                <a:gd name="T0" fmla="*/ 83 w 8"/>
                <a:gd name="T1" fmla="*/ 171 h 9"/>
                <a:gd name="T2" fmla="*/ 125 w 8"/>
                <a:gd name="T3" fmla="*/ 11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5" y="9"/>
                  </a:moveTo>
                  <a:cubicBezTo>
                    <a:pt x="0" y="3"/>
                    <a:pt x="7" y="0"/>
                    <a:pt x="8" y="6"/>
                  </a:cubicBezTo>
                </a:path>
              </a:pathLst>
            </a:custGeom>
            <a:noFill/>
            <a:ln w="7938" cap="flat">
              <a:solidFill>
                <a:srgbClr val="E8EE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391">
              <a:extLst>
                <a:ext uri="{FF2B5EF4-FFF2-40B4-BE49-F238E27FC236}">
                  <a16:creationId xmlns:a16="http://schemas.microsoft.com/office/drawing/2014/main" id="{5A6A1100-589F-42A3-A67B-79C0B84F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035"/>
              <a:ext cx="20" cy="16"/>
            </a:xfrm>
            <a:custGeom>
              <a:avLst/>
              <a:gdLst>
                <a:gd name="T0" fmla="*/ 125 w 8"/>
                <a:gd name="T1" fmla="*/ 35 h 6"/>
                <a:gd name="T2" fmla="*/ 20 w 8"/>
                <a:gd name="T3" fmla="*/ 56 h 6"/>
                <a:gd name="T4" fmla="*/ 83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2"/>
                  </a:moveTo>
                  <a:cubicBezTo>
                    <a:pt x="6" y="1"/>
                    <a:pt x="2" y="0"/>
                    <a:pt x="1" y="3"/>
                  </a:cubicBezTo>
                  <a:cubicBezTo>
                    <a:pt x="0" y="6"/>
                    <a:pt x="4" y="5"/>
                    <a:pt x="5" y="6"/>
                  </a:cubicBezTo>
                </a:path>
              </a:pathLst>
            </a:custGeom>
            <a:noFill/>
            <a:ln w="7938" cap="flat">
              <a:solidFill>
                <a:srgbClr val="E8EE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392">
              <a:extLst>
                <a:ext uri="{FF2B5EF4-FFF2-40B4-BE49-F238E27FC236}">
                  <a16:creationId xmlns:a16="http://schemas.microsoft.com/office/drawing/2014/main" id="{6C88BB50-B8DE-4FED-B1D4-7A21120D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187"/>
              <a:ext cx="20" cy="19"/>
            </a:xfrm>
            <a:custGeom>
              <a:avLst/>
              <a:gdLst>
                <a:gd name="T0" fmla="*/ 113 w 8"/>
                <a:gd name="T1" fmla="*/ 141 h 7"/>
                <a:gd name="T2" fmla="*/ 0 w 8"/>
                <a:gd name="T3" fmla="*/ 60 h 7"/>
                <a:gd name="T4" fmla="*/ 125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5" y="7"/>
                    <a:pt x="0" y="6"/>
                    <a:pt x="0" y="3"/>
                  </a:cubicBezTo>
                  <a:cubicBezTo>
                    <a:pt x="1" y="1"/>
                    <a:pt x="7" y="0"/>
                    <a:pt x="8" y="1"/>
                  </a:cubicBezTo>
                </a:path>
              </a:pathLst>
            </a:custGeom>
            <a:noFill/>
            <a:ln w="7938" cap="flat">
              <a:solidFill>
                <a:srgbClr val="E8EE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393">
              <a:extLst>
                <a:ext uri="{FF2B5EF4-FFF2-40B4-BE49-F238E27FC236}">
                  <a16:creationId xmlns:a16="http://schemas.microsoft.com/office/drawing/2014/main" id="{6749C08B-0809-46E7-8B94-5039E0F2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398"/>
              <a:ext cx="13" cy="16"/>
            </a:xfrm>
            <a:custGeom>
              <a:avLst/>
              <a:gdLst>
                <a:gd name="T0" fmla="*/ 55 w 5"/>
                <a:gd name="T1" fmla="*/ 115 h 6"/>
                <a:gd name="T2" fmla="*/ 34 w 5"/>
                <a:gd name="T3" fmla="*/ 21 h 6"/>
                <a:gd name="T4" fmla="*/ 88 w 5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6"/>
                  </a:moveTo>
                  <a:cubicBezTo>
                    <a:pt x="2" y="5"/>
                    <a:pt x="0" y="2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</a:path>
              </a:pathLst>
            </a:custGeom>
            <a:noFill/>
            <a:ln w="7938" cap="rnd">
              <a:solidFill>
                <a:srgbClr val="E8EE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394">
              <a:extLst>
                <a:ext uri="{FF2B5EF4-FFF2-40B4-BE49-F238E27FC236}">
                  <a16:creationId xmlns:a16="http://schemas.microsoft.com/office/drawing/2014/main" id="{6C493C8D-4465-45ED-AEF0-B1BABB03C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846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50 w 4"/>
                <a:gd name="T3" fmla="*/ 35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4" y="3"/>
                    <a:pt x="3" y="2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8EE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packaged-butter-box-illustration">
            <a:extLst>
              <a:ext uri="{FF2B5EF4-FFF2-40B4-BE49-F238E27FC236}">
                <a16:creationId xmlns:a16="http://schemas.microsoft.com/office/drawing/2014/main" id="{D6DE2547-E865-4F7E-9629-47620802D82C}"/>
              </a:ext>
            </a:extLst>
          </p:cNvPr>
          <p:cNvGrpSpPr>
            <a:grpSpLocks/>
          </p:cNvGrpSpPr>
          <p:nvPr/>
        </p:nvGrpSpPr>
        <p:grpSpPr bwMode="auto">
          <a:xfrm>
            <a:off x="6094413" y="4895850"/>
            <a:ext cx="1250950" cy="976313"/>
            <a:chOff x="4065" y="2905"/>
            <a:chExt cx="788" cy="615"/>
          </a:xfrm>
        </p:grpSpPr>
        <p:sp>
          <p:nvSpPr>
            <p:cNvPr id="35279" name="Freeform 396">
              <a:extLst>
                <a:ext uri="{FF2B5EF4-FFF2-40B4-BE49-F238E27FC236}">
                  <a16:creationId xmlns:a16="http://schemas.microsoft.com/office/drawing/2014/main" id="{CADC79A1-7F7D-4E24-95DC-70EAAD1F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905"/>
              <a:ext cx="776" cy="528"/>
            </a:xfrm>
            <a:custGeom>
              <a:avLst/>
              <a:gdLst>
                <a:gd name="T0" fmla="*/ 0 w 776"/>
                <a:gd name="T1" fmla="*/ 132 h 528"/>
                <a:gd name="T2" fmla="*/ 123 w 776"/>
                <a:gd name="T3" fmla="*/ 528 h 528"/>
                <a:gd name="T4" fmla="*/ 776 w 776"/>
                <a:gd name="T5" fmla="*/ 361 h 528"/>
                <a:gd name="T6" fmla="*/ 635 w 776"/>
                <a:gd name="T7" fmla="*/ 0 h 528"/>
                <a:gd name="T8" fmla="*/ 0 w 776"/>
                <a:gd name="T9" fmla="*/ 132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6" h="528">
                  <a:moveTo>
                    <a:pt x="0" y="132"/>
                  </a:moveTo>
                  <a:lnTo>
                    <a:pt x="123" y="528"/>
                  </a:lnTo>
                  <a:lnTo>
                    <a:pt x="776" y="361"/>
                  </a:lnTo>
                  <a:lnTo>
                    <a:pt x="635" y="0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F9F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Freeform 397">
              <a:extLst>
                <a:ext uri="{FF2B5EF4-FFF2-40B4-BE49-F238E27FC236}">
                  <a16:creationId xmlns:a16="http://schemas.microsoft.com/office/drawing/2014/main" id="{EC1B4109-16CD-4962-B2B3-013DE345D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906"/>
              <a:ext cx="671" cy="224"/>
            </a:xfrm>
            <a:custGeom>
              <a:avLst/>
              <a:gdLst>
                <a:gd name="T0" fmla="*/ 839 w 600"/>
                <a:gd name="T1" fmla="*/ 125 h 188"/>
                <a:gd name="T2" fmla="*/ 795 w 600"/>
                <a:gd name="T3" fmla="*/ 0 h 188"/>
                <a:gd name="T4" fmla="*/ 0 w 600"/>
                <a:gd name="T5" fmla="*/ 187 h 188"/>
                <a:gd name="T6" fmla="*/ 36 w 600"/>
                <a:gd name="T7" fmla="*/ 318 h 188"/>
                <a:gd name="T8" fmla="*/ 144 w 600"/>
                <a:gd name="T9" fmla="*/ 294 h 188"/>
                <a:gd name="T10" fmla="*/ 395 w 600"/>
                <a:gd name="T11" fmla="*/ 108 h 188"/>
                <a:gd name="T12" fmla="*/ 760 w 600"/>
                <a:gd name="T13" fmla="*/ 142 h 188"/>
                <a:gd name="T14" fmla="*/ 839 w 600"/>
                <a:gd name="T15" fmla="*/ 125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0" h="188">
                  <a:moveTo>
                    <a:pt x="600" y="74"/>
                  </a:moveTo>
                  <a:cubicBezTo>
                    <a:pt x="569" y="0"/>
                    <a:pt x="569" y="0"/>
                    <a:pt x="569" y="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26" y="188"/>
                    <a:pt x="26" y="188"/>
                    <a:pt x="26" y="188"/>
                  </a:cubicBezTo>
                  <a:cubicBezTo>
                    <a:pt x="103" y="174"/>
                    <a:pt x="103" y="174"/>
                    <a:pt x="103" y="174"/>
                  </a:cubicBezTo>
                  <a:cubicBezTo>
                    <a:pt x="103" y="174"/>
                    <a:pt x="133" y="95"/>
                    <a:pt x="283" y="64"/>
                  </a:cubicBezTo>
                  <a:cubicBezTo>
                    <a:pt x="432" y="34"/>
                    <a:pt x="544" y="84"/>
                    <a:pt x="544" y="84"/>
                  </a:cubicBezTo>
                  <a:lnTo>
                    <a:pt x="600" y="74"/>
                  </a:lnTo>
                  <a:close/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1" name="Freeform 398">
              <a:extLst>
                <a:ext uri="{FF2B5EF4-FFF2-40B4-BE49-F238E27FC236}">
                  <a16:creationId xmlns:a16="http://schemas.microsoft.com/office/drawing/2014/main" id="{8F8B944B-E4B6-465D-B84A-E1D28A39B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3037"/>
              <a:ext cx="134" cy="482"/>
            </a:xfrm>
            <a:custGeom>
              <a:avLst/>
              <a:gdLst>
                <a:gd name="T0" fmla="*/ 115 w 134"/>
                <a:gd name="T1" fmla="*/ 482 h 482"/>
                <a:gd name="T2" fmla="*/ 134 w 134"/>
                <a:gd name="T3" fmla="*/ 396 h 482"/>
                <a:gd name="T4" fmla="*/ 11 w 134"/>
                <a:gd name="T5" fmla="*/ 0 h 482"/>
                <a:gd name="T6" fmla="*/ 0 w 134"/>
                <a:gd name="T7" fmla="*/ 106 h 482"/>
                <a:gd name="T8" fmla="*/ 115 w 134"/>
                <a:gd name="T9" fmla="*/ 482 h 4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482">
                  <a:moveTo>
                    <a:pt x="115" y="482"/>
                  </a:moveTo>
                  <a:lnTo>
                    <a:pt x="134" y="396"/>
                  </a:lnTo>
                  <a:lnTo>
                    <a:pt x="11" y="0"/>
                  </a:lnTo>
                  <a:lnTo>
                    <a:pt x="0" y="106"/>
                  </a:lnTo>
                  <a:lnTo>
                    <a:pt x="115" y="482"/>
                  </a:lnTo>
                  <a:close/>
                </a:path>
              </a:pathLst>
            </a:custGeom>
            <a:solidFill>
              <a:srgbClr val="EDD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Freeform 399">
              <a:extLst>
                <a:ext uri="{FF2B5EF4-FFF2-40B4-BE49-F238E27FC236}">
                  <a16:creationId xmlns:a16="http://schemas.microsoft.com/office/drawing/2014/main" id="{3FD9162F-9658-4BAC-99AC-D28B5FF86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266"/>
              <a:ext cx="672" cy="253"/>
            </a:xfrm>
            <a:custGeom>
              <a:avLst/>
              <a:gdLst>
                <a:gd name="T0" fmla="*/ 672 w 672"/>
                <a:gd name="T1" fmla="*/ 0 h 253"/>
                <a:gd name="T2" fmla="*/ 646 w 672"/>
                <a:gd name="T3" fmla="*/ 80 h 253"/>
                <a:gd name="T4" fmla="*/ 0 w 672"/>
                <a:gd name="T5" fmla="*/ 253 h 253"/>
                <a:gd name="T6" fmla="*/ 19 w 672"/>
                <a:gd name="T7" fmla="*/ 167 h 253"/>
                <a:gd name="T8" fmla="*/ 672 w 672"/>
                <a:gd name="T9" fmla="*/ 0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53">
                  <a:moveTo>
                    <a:pt x="672" y="0"/>
                  </a:moveTo>
                  <a:lnTo>
                    <a:pt x="646" y="80"/>
                  </a:lnTo>
                  <a:lnTo>
                    <a:pt x="0" y="253"/>
                  </a:lnTo>
                  <a:lnTo>
                    <a:pt x="19" y="167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F4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3" name="Freeform 400">
              <a:extLst>
                <a:ext uri="{FF2B5EF4-FFF2-40B4-BE49-F238E27FC236}">
                  <a16:creationId xmlns:a16="http://schemas.microsoft.com/office/drawing/2014/main" id="{AE7DEF57-3CE2-4681-9129-37294BA67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3038"/>
              <a:ext cx="28" cy="128"/>
            </a:xfrm>
            <a:custGeom>
              <a:avLst/>
              <a:gdLst>
                <a:gd name="T0" fmla="*/ 11 w 28"/>
                <a:gd name="T1" fmla="*/ 0 h 128"/>
                <a:gd name="T2" fmla="*/ 28 w 28"/>
                <a:gd name="T3" fmla="*/ 128 h 128"/>
                <a:gd name="T4" fmla="*/ 0 w 28"/>
                <a:gd name="T5" fmla="*/ 105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28">
                  <a:moveTo>
                    <a:pt x="11" y="0"/>
                  </a:moveTo>
                  <a:lnTo>
                    <a:pt x="28" y="128"/>
                  </a:lnTo>
                  <a:lnTo>
                    <a:pt x="0" y="105"/>
                  </a:ln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4" name="Freeform 401">
              <a:extLst>
                <a:ext uri="{FF2B5EF4-FFF2-40B4-BE49-F238E27FC236}">
                  <a16:creationId xmlns:a16="http://schemas.microsoft.com/office/drawing/2014/main" id="{09950C91-E180-48D5-BEB0-FF4A95C0C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404"/>
              <a:ext cx="30" cy="115"/>
            </a:xfrm>
            <a:custGeom>
              <a:avLst/>
              <a:gdLst>
                <a:gd name="T0" fmla="*/ 11 w 30"/>
                <a:gd name="T1" fmla="*/ 115 h 115"/>
                <a:gd name="T2" fmla="*/ 0 w 30"/>
                <a:gd name="T3" fmla="*/ 0 h 115"/>
                <a:gd name="T4" fmla="*/ 30 w 30"/>
                <a:gd name="T5" fmla="*/ 29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15">
                  <a:moveTo>
                    <a:pt x="11" y="115"/>
                  </a:moveTo>
                  <a:lnTo>
                    <a:pt x="0" y="0"/>
                  </a:lnTo>
                  <a:lnTo>
                    <a:pt x="30" y="29"/>
                  </a:ln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5" name="Line 402">
              <a:extLst>
                <a:ext uri="{FF2B5EF4-FFF2-40B4-BE49-F238E27FC236}">
                  <a16:creationId xmlns:a16="http://schemas.microsoft.com/office/drawing/2014/main" id="{86ACC70C-BFC8-4A3E-B505-347BF7A608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3" y="3166"/>
              <a:ext cx="76" cy="238"/>
            </a:xfrm>
            <a:prstGeom prst="line">
              <a:avLst/>
            </a:prstGeom>
            <a:noFill/>
            <a:ln w="158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403">
              <a:extLst>
                <a:ext uri="{FF2B5EF4-FFF2-40B4-BE49-F238E27FC236}">
                  <a16:creationId xmlns:a16="http://schemas.microsoft.com/office/drawing/2014/main" id="{BB357F91-4CB9-4EE0-ACBD-5F88F5283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3413"/>
              <a:ext cx="14" cy="89"/>
            </a:xfrm>
            <a:custGeom>
              <a:avLst/>
              <a:gdLst>
                <a:gd name="T0" fmla="*/ 0 w 14"/>
                <a:gd name="T1" fmla="*/ 0 h 89"/>
                <a:gd name="T2" fmla="*/ 8 w 14"/>
                <a:gd name="T3" fmla="*/ 89 h 89"/>
                <a:gd name="T4" fmla="*/ 14 w 14"/>
                <a:gd name="T5" fmla="*/ 64 h 89"/>
                <a:gd name="T6" fmla="*/ 0 w 14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9">
                  <a:moveTo>
                    <a:pt x="0" y="0"/>
                  </a:moveTo>
                  <a:lnTo>
                    <a:pt x="8" y="89"/>
                  </a:lnTo>
                  <a:lnTo>
                    <a:pt x="14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B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404">
              <a:extLst>
                <a:ext uri="{FF2B5EF4-FFF2-40B4-BE49-F238E27FC236}">
                  <a16:creationId xmlns:a16="http://schemas.microsoft.com/office/drawing/2014/main" id="{D82780C4-0E41-48C2-A9CA-465FFE49D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991"/>
              <a:ext cx="64" cy="64"/>
            </a:xfrm>
            <a:custGeom>
              <a:avLst/>
              <a:gdLst>
                <a:gd name="T0" fmla="*/ 0 w 64"/>
                <a:gd name="T1" fmla="*/ 26 h 64"/>
                <a:gd name="T2" fmla="*/ 41 w 64"/>
                <a:gd name="T3" fmla="*/ 0 h 64"/>
                <a:gd name="T4" fmla="*/ 64 w 64"/>
                <a:gd name="T5" fmla="*/ 64 h 64"/>
                <a:gd name="T6" fmla="*/ 0 w 64"/>
                <a:gd name="T7" fmla="*/ 26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4">
                  <a:moveTo>
                    <a:pt x="0" y="26"/>
                  </a:moveTo>
                  <a:lnTo>
                    <a:pt x="41" y="0"/>
                  </a:lnTo>
                  <a:lnTo>
                    <a:pt x="64" y="64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9E341"/>
            </a:solidFill>
            <a:ln w="1588" cap="flat">
              <a:solidFill>
                <a:srgbClr val="D3CFC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405">
              <a:extLst>
                <a:ext uri="{FF2B5EF4-FFF2-40B4-BE49-F238E27FC236}">
                  <a16:creationId xmlns:a16="http://schemas.microsoft.com/office/drawing/2014/main" id="{798224E1-0916-4566-95B4-995E8EA10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980"/>
              <a:ext cx="70" cy="58"/>
            </a:xfrm>
            <a:custGeom>
              <a:avLst/>
              <a:gdLst>
                <a:gd name="T0" fmla="*/ 0 w 70"/>
                <a:gd name="T1" fmla="*/ 33 h 58"/>
                <a:gd name="T2" fmla="*/ 44 w 70"/>
                <a:gd name="T3" fmla="*/ 0 h 58"/>
                <a:gd name="T4" fmla="*/ 70 w 70"/>
                <a:gd name="T5" fmla="*/ 58 h 58"/>
                <a:gd name="T6" fmla="*/ 0 w 70"/>
                <a:gd name="T7" fmla="*/ 33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58">
                  <a:moveTo>
                    <a:pt x="0" y="33"/>
                  </a:moveTo>
                  <a:lnTo>
                    <a:pt x="44" y="0"/>
                  </a:lnTo>
                  <a:lnTo>
                    <a:pt x="70" y="58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C3030"/>
            </a:solidFill>
            <a:ln w="1588" cap="flat">
              <a:solidFill>
                <a:srgbClr val="D3CFC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406">
              <a:extLst>
                <a:ext uri="{FF2B5EF4-FFF2-40B4-BE49-F238E27FC236}">
                  <a16:creationId xmlns:a16="http://schemas.microsoft.com/office/drawing/2014/main" id="{54978439-51D1-450D-BE39-CEEE57F6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977"/>
              <a:ext cx="66" cy="83"/>
            </a:xfrm>
            <a:custGeom>
              <a:avLst/>
              <a:gdLst>
                <a:gd name="T0" fmla="*/ 8 w 66"/>
                <a:gd name="T1" fmla="*/ 0 h 83"/>
                <a:gd name="T2" fmla="*/ 0 w 66"/>
                <a:gd name="T3" fmla="*/ 83 h 83"/>
                <a:gd name="T4" fmla="*/ 66 w 66"/>
                <a:gd name="T5" fmla="*/ 32 h 83"/>
                <a:gd name="T6" fmla="*/ 8 w 66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3">
                  <a:moveTo>
                    <a:pt x="8" y="0"/>
                  </a:moveTo>
                  <a:lnTo>
                    <a:pt x="0" y="83"/>
                  </a:lnTo>
                  <a:lnTo>
                    <a:pt x="66" y="3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EE5E1"/>
            </a:solidFill>
            <a:ln w="1588" cap="flat">
              <a:solidFill>
                <a:srgbClr val="D3CFC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407">
              <a:extLst>
                <a:ext uri="{FF2B5EF4-FFF2-40B4-BE49-F238E27FC236}">
                  <a16:creationId xmlns:a16="http://schemas.microsoft.com/office/drawing/2014/main" id="{B0365799-7BEB-4489-A499-2B924095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019"/>
              <a:ext cx="55" cy="71"/>
            </a:xfrm>
            <a:custGeom>
              <a:avLst/>
              <a:gdLst>
                <a:gd name="T0" fmla="*/ 0 w 49"/>
                <a:gd name="T1" fmla="*/ 102 h 59"/>
                <a:gd name="T2" fmla="*/ 37 w 49"/>
                <a:gd name="T3" fmla="*/ 45 h 59"/>
                <a:gd name="T4" fmla="*/ 70 w 49"/>
                <a:gd name="T5" fmla="*/ 0 h 59"/>
                <a:gd name="T6" fmla="*/ 43 w 49"/>
                <a:gd name="T7" fmla="*/ 69 h 59"/>
                <a:gd name="T8" fmla="*/ 0 w 49"/>
                <a:gd name="T9" fmla="*/ 10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9">
                  <a:moveTo>
                    <a:pt x="0" y="59"/>
                  </a:moveTo>
                  <a:cubicBezTo>
                    <a:pt x="5" y="44"/>
                    <a:pt x="12" y="34"/>
                    <a:pt x="26" y="26"/>
                  </a:cubicBezTo>
                  <a:cubicBezTo>
                    <a:pt x="35" y="20"/>
                    <a:pt x="49" y="11"/>
                    <a:pt x="49" y="0"/>
                  </a:cubicBezTo>
                  <a:cubicBezTo>
                    <a:pt x="47" y="15"/>
                    <a:pt x="42" y="30"/>
                    <a:pt x="30" y="39"/>
                  </a:cubicBezTo>
                  <a:cubicBezTo>
                    <a:pt x="22" y="46"/>
                    <a:pt x="6" y="49"/>
                    <a:pt x="0" y="59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408">
              <a:extLst>
                <a:ext uri="{FF2B5EF4-FFF2-40B4-BE49-F238E27FC236}">
                  <a16:creationId xmlns:a16="http://schemas.microsoft.com/office/drawing/2014/main" id="{56E4D920-BCF8-4AEB-B6CA-E343C6E1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050"/>
              <a:ext cx="27" cy="72"/>
            </a:xfrm>
            <a:custGeom>
              <a:avLst/>
              <a:gdLst>
                <a:gd name="T0" fmla="*/ 1 w 25"/>
                <a:gd name="T1" fmla="*/ 101 h 60"/>
                <a:gd name="T2" fmla="*/ 31 w 25"/>
                <a:gd name="T3" fmla="*/ 0 h 60"/>
                <a:gd name="T4" fmla="*/ 0 w 25"/>
                <a:gd name="T5" fmla="*/ 10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0">
                  <a:moveTo>
                    <a:pt x="1" y="58"/>
                  </a:moveTo>
                  <a:cubicBezTo>
                    <a:pt x="1" y="32"/>
                    <a:pt x="13" y="20"/>
                    <a:pt x="25" y="0"/>
                  </a:cubicBezTo>
                  <a:cubicBezTo>
                    <a:pt x="21" y="18"/>
                    <a:pt x="18" y="49"/>
                    <a:pt x="0" y="60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409">
              <a:extLst>
                <a:ext uri="{FF2B5EF4-FFF2-40B4-BE49-F238E27FC236}">
                  <a16:creationId xmlns:a16="http://schemas.microsoft.com/office/drawing/2014/main" id="{DEB03A46-8295-47C8-B589-E2870DE3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3090"/>
              <a:ext cx="55" cy="39"/>
            </a:xfrm>
            <a:custGeom>
              <a:avLst/>
              <a:gdLst>
                <a:gd name="T0" fmla="*/ 0 w 49"/>
                <a:gd name="T1" fmla="*/ 54 h 33"/>
                <a:gd name="T2" fmla="*/ 70 w 49"/>
                <a:gd name="T3" fmla="*/ 0 h 33"/>
                <a:gd name="T4" fmla="*/ 42 w 49"/>
                <a:gd name="T5" fmla="*/ 39 h 33"/>
                <a:gd name="T6" fmla="*/ 0 w 49"/>
                <a:gd name="T7" fmla="*/ 5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3">
                  <a:moveTo>
                    <a:pt x="0" y="33"/>
                  </a:moveTo>
                  <a:cubicBezTo>
                    <a:pt x="11" y="11"/>
                    <a:pt x="32" y="13"/>
                    <a:pt x="49" y="0"/>
                  </a:cubicBezTo>
                  <a:cubicBezTo>
                    <a:pt x="41" y="6"/>
                    <a:pt x="36" y="18"/>
                    <a:pt x="29" y="24"/>
                  </a:cubicBezTo>
                  <a:cubicBezTo>
                    <a:pt x="22" y="29"/>
                    <a:pt x="9" y="31"/>
                    <a:pt x="0" y="33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410">
              <a:extLst>
                <a:ext uri="{FF2B5EF4-FFF2-40B4-BE49-F238E27FC236}">
                  <a16:creationId xmlns:a16="http://schemas.microsoft.com/office/drawing/2014/main" id="{0E6AB2DF-7479-4425-911E-38E903EB0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3016"/>
              <a:ext cx="55" cy="70"/>
            </a:xfrm>
            <a:custGeom>
              <a:avLst/>
              <a:gdLst>
                <a:gd name="T0" fmla="*/ 0 w 49"/>
                <a:gd name="T1" fmla="*/ 98 h 59"/>
                <a:gd name="T2" fmla="*/ 35 w 49"/>
                <a:gd name="T3" fmla="*/ 44 h 59"/>
                <a:gd name="T4" fmla="*/ 70 w 49"/>
                <a:gd name="T5" fmla="*/ 0 h 59"/>
                <a:gd name="T6" fmla="*/ 43 w 49"/>
                <a:gd name="T7" fmla="*/ 65 h 59"/>
                <a:gd name="T8" fmla="*/ 0 w 49"/>
                <a:gd name="T9" fmla="*/ 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9">
                  <a:moveTo>
                    <a:pt x="0" y="59"/>
                  </a:moveTo>
                  <a:cubicBezTo>
                    <a:pt x="5" y="45"/>
                    <a:pt x="12" y="35"/>
                    <a:pt x="25" y="26"/>
                  </a:cubicBezTo>
                  <a:cubicBezTo>
                    <a:pt x="35" y="20"/>
                    <a:pt x="49" y="11"/>
                    <a:pt x="49" y="0"/>
                  </a:cubicBezTo>
                  <a:cubicBezTo>
                    <a:pt x="47" y="15"/>
                    <a:pt x="42" y="30"/>
                    <a:pt x="30" y="39"/>
                  </a:cubicBezTo>
                  <a:cubicBezTo>
                    <a:pt x="22" y="46"/>
                    <a:pt x="6" y="50"/>
                    <a:pt x="0" y="59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411">
              <a:extLst>
                <a:ext uri="{FF2B5EF4-FFF2-40B4-BE49-F238E27FC236}">
                  <a16:creationId xmlns:a16="http://schemas.microsoft.com/office/drawing/2014/main" id="{F5297F4F-36A8-4B27-A2CD-B75194899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047"/>
              <a:ext cx="28" cy="71"/>
            </a:xfrm>
            <a:custGeom>
              <a:avLst/>
              <a:gdLst>
                <a:gd name="T0" fmla="*/ 1 w 25"/>
                <a:gd name="T1" fmla="*/ 98 h 60"/>
                <a:gd name="T2" fmla="*/ 35 w 25"/>
                <a:gd name="T3" fmla="*/ 0 h 60"/>
                <a:gd name="T4" fmla="*/ 0 w 25"/>
                <a:gd name="T5" fmla="*/ 9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0">
                  <a:moveTo>
                    <a:pt x="1" y="59"/>
                  </a:moveTo>
                  <a:cubicBezTo>
                    <a:pt x="1" y="32"/>
                    <a:pt x="13" y="20"/>
                    <a:pt x="25" y="0"/>
                  </a:cubicBezTo>
                  <a:cubicBezTo>
                    <a:pt x="21" y="19"/>
                    <a:pt x="18" y="49"/>
                    <a:pt x="0" y="60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412">
              <a:extLst>
                <a:ext uri="{FF2B5EF4-FFF2-40B4-BE49-F238E27FC236}">
                  <a16:creationId xmlns:a16="http://schemas.microsoft.com/office/drawing/2014/main" id="{737E9DC7-F6E0-4F47-AC1A-8A9AED68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086"/>
              <a:ext cx="55" cy="41"/>
            </a:xfrm>
            <a:custGeom>
              <a:avLst/>
              <a:gdLst>
                <a:gd name="T0" fmla="*/ 0 w 49"/>
                <a:gd name="T1" fmla="*/ 59 h 34"/>
                <a:gd name="T2" fmla="*/ 70 w 49"/>
                <a:gd name="T3" fmla="*/ 0 h 34"/>
                <a:gd name="T4" fmla="*/ 42 w 49"/>
                <a:gd name="T5" fmla="*/ 42 h 34"/>
                <a:gd name="T6" fmla="*/ 0 w 49"/>
                <a:gd name="T7" fmla="*/ 5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4">
                  <a:moveTo>
                    <a:pt x="0" y="34"/>
                  </a:moveTo>
                  <a:cubicBezTo>
                    <a:pt x="11" y="12"/>
                    <a:pt x="32" y="13"/>
                    <a:pt x="49" y="0"/>
                  </a:cubicBezTo>
                  <a:cubicBezTo>
                    <a:pt x="41" y="7"/>
                    <a:pt x="36" y="19"/>
                    <a:pt x="29" y="24"/>
                  </a:cubicBezTo>
                  <a:cubicBezTo>
                    <a:pt x="22" y="30"/>
                    <a:pt x="9" y="31"/>
                    <a:pt x="0" y="34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413">
              <a:extLst>
                <a:ext uri="{FF2B5EF4-FFF2-40B4-BE49-F238E27FC236}">
                  <a16:creationId xmlns:a16="http://schemas.microsoft.com/office/drawing/2014/main" id="{2333CF74-58AB-40AA-ABA2-0DB1AB99D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986"/>
              <a:ext cx="68" cy="29"/>
            </a:xfrm>
            <a:custGeom>
              <a:avLst/>
              <a:gdLst>
                <a:gd name="T0" fmla="*/ 85 w 61"/>
                <a:gd name="T1" fmla="*/ 41 h 24"/>
                <a:gd name="T2" fmla="*/ 37 w 61"/>
                <a:gd name="T3" fmla="*/ 34 h 24"/>
                <a:gd name="T4" fmla="*/ 0 w 61"/>
                <a:gd name="T5" fmla="*/ 0 h 24"/>
                <a:gd name="T6" fmla="*/ 51 w 61"/>
                <a:gd name="T7" fmla="*/ 8 h 24"/>
                <a:gd name="T8" fmla="*/ 76 w 61"/>
                <a:gd name="T9" fmla="*/ 4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4">
                  <a:moveTo>
                    <a:pt x="61" y="23"/>
                  </a:moveTo>
                  <a:cubicBezTo>
                    <a:pt x="49" y="23"/>
                    <a:pt x="38" y="24"/>
                    <a:pt x="27" y="19"/>
                  </a:cubicBezTo>
                  <a:cubicBezTo>
                    <a:pt x="17" y="13"/>
                    <a:pt x="11" y="4"/>
                    <a:pt x="0" y="0"/>
                  </a:cubicBezTo>
                  <a:cubicBezTo>
                    <a:pt x="11" y="1"/>
                    <a:pt x="26" y="0"/>
                    <a:pt x="37" y="5"/>
                  </a:cubicBezTo>
                  <a:cubicBezTo>
                    <a:pt x="47" y="9"/>
                    <a:pt x="50" y="19"/>
                    <a:pt x="55" y="24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414">
              <a:extLst>
                <a:ext uri="{FF2B5EF4-FFF2-40B4-BE49-F238E27FC236}">
                  <a16:creationId xmlns:a16="http://schemas.microsoft.com/office/drawing/2014/main" id="{A5943451-C7DC-41E7-B4E8-4F4DFBD0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017"/>
              <a:ext cx="63" cy="29"/>
            </a:xfrm>
            <a:custGeom>
              <a:avLst/>
              <a:gdLst>
                <a:gd name="T0" fmla="*/ 77 w 57"/>
                <a:gd name="T1" fmla="*/ 15 h 24"/>
                <a:gd name="T2" fmla="*/ 0 w 57"/>
                <a:gd name="T3" fmla="*/ 23 h 24"/>
                <a:gd name="T4" fmla="*/ 74 w 57"/>
                <a:gd name="T5" fmla="*/ 1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4">
                  <a:moveTo>
                    <a:pt x="57" y="8"/>
                  </a:moveTo>
                  <a:cubicBezTo>
                    <a:pt x="39" y="0"/>
                    <a:pt x="19" y="21"/>
                    <a:pt x="0" y="13"/>
                  </a:cubicBezTo>
                  <a:cubicBezTo>
                    <a:pt x="14" y="16"/>
                    <a:pt x="47" y="24"/>
                    <a:pt x="55" y="9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415">
              <a:extLst>
                <a:ext uri="{FF2B5EF4-FFF2-40B4-BE49-F238E27FC236}">
                  <a16:creationId xmlns:a16="http://schemas.microsoft.com/office/drawing/2014/main" id="{EC613698-59F1-482D-8067-7C8030C7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993"/>
              <a:ext cx="46" cy="43"/>
            </a:xfrm>
            <a:custGeom>
              <a:avLst/>
              <a:gdLst>
                <a:gd name="T0" fmla="*/ 56 w 41"/>
                <a:gd name="T1" fmla="*/ 56 h 36"/>
                <a:gd name="T2" fmla="*/ 0 w 41"/>
                <a:gd name="T3" fmla="*/ 0 h 36"/>
                <a:gd name="T4" fmla="*/ 37 w 41"/>
                <a:gd name="T5" fmla="*/ 26 h 36"/>
                <a:gd name="T6" fmla="*/ 58 w 41"/>
                <a:gd name="T7" fmla="*/ 6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6">
                  <a:moveTo>
                    <a:pt x="40" y="33"/>
                  </a:moveTo>
                  <a:cubicBezTo>
                    <a:pt x="21" y="35"/>
                    <a:pt x="13" y="8"/>
                    <a:pt x="0" y="0"/>
                  </a:cubicBezTo>
                  <a:cubicBezTo>
                    <a:pt x="9" y="3"/>
                    <a:pt x="19" y="8"/>
                    <a:pt x="26" y="15"/>
                  </a:cubicBezTo>
                  <a:cubicBezTo>
                    <a:pt x="32" y="20"/>
                    <a:pt x="38" y="34"/>
                    <a:pt x="41" y="36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416">
              <a:extLst>
                <a:ext uri="{FF2B5EF4-FFF2-40B4-BE49-F238E27FC236}">
                  <a16:creationId xmlns:a16="http://schemas.microsoft.com/office/drawing/2014/main" id="{483994C3-F844-4274-9C28-F214C3232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982"/>
              <a:ext cx="68" cy="29"/>
            </a:xfrm>
            <a:custGeom>
              <a:avLst/>
              <a:gdLst>
                <a:gd name="T0" fmla="*/ 85 w 61"/>
                <a:gd name="T1" fmla="*/ 41 h 24"/>
                <a:gd name="T2" fmla="*/ 37 w 61"/>
                <a:gd name="T3" fmla="*/ 33 h 24"/>
                <a:gd name="T4" fmla="*/ 0 w 61"/>
                <a:gd name="T5" fmla="*/ 0 h 24"/>
                <a:gd name="T6" fmla="*/ 51 w 61"/>
                <a:gd name="T7" fmla="*/ 7 h 24"/>
                <a:gd name="T8" fmla="*/ 76 w 61"/>
                <a:gd name="T9" fmla="*/ 4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4">
                  <a:moveTo>
                    <a:pt x="61" y="23"/>
                  </a:moveTo>
                  <a:cubicBezTo>
                    <a:pt x="49" y="23"/>
                    <a:pt x="38" y="24"/>
                    <a:pt x="27" y="18"/>
                  </a:cubicBezTo>
                  <a:cubicBezTo>
                    <a:pt x="17" y="13"/>
                    <a:pt x="11" y="4"/>
                    <a:pt x="0" y="0"/>
                  </a:cubicBezTo>
                  <a:cubicBezTo>
                    <a:pt x="11" y="1"/>
                    <a:pt x="26" y="0"/>
                    <a:pt x="37" y="4"/>
                  </a:cubicBezTo>
                  <a:cubicBezTo>
                    <a:pt x="47" y="9"/>
                    <a:pt x="50" y="18"/>
                    <a:pt x="55" y="24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417">
              <a:extLst>
                <a:ext uri="{FF2B5EF4-FFF2-40B4-BE49-F238E27FC236}">
                  <a16:creationId xmlns:a16="http://schemas.microsoft.com/office/drawing/2014/main" id="{33BED59A-FCE5-42D4-BFD9-3DC089809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013"/>
              <a:ext cx="63" cy="29"/>
            </a:xfrm>
            <a:custGeom>
              <a:avLst/>
              <a:gdLst>
                <a:gd name="T0" fmla="*/ 77 w 57"/>
                <a:gd name="T1" fmla="*/ 12 h 24"/>
                <a:gd name="T2" fmla="*/ 0 w 57"/>
                <a:gd name="T3" fmla="*/ 23 h 24"/>
                <a:gd name="T4" fmla="*/ 74 w 57"/>
                <a:gd name="T5" fmla="*/ 1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4">
                  <a:moveTo>
                    <a:pt x="57" y="7"/>
                  </a:moveTo>
                  <a:cubicBezTo>
                    <a:pt x="39" y="0"/>
                    <a:pt x="19" y="21"/>
                    <a:pt x="0" y="13"/>
                  </a:cubicBezTo>
                  <a:cubicBezTo>
                    <a:pt x="14" y="16"/>
                    <a:pt x="47" y="24"/>
                    <a:pt x="55" y="9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418">
              <a:extLst>
                <a:ext uri="{FF2B5EF4-FFF2-40B4-BE49-F238E27FC236}">
                  <a16:creationId xmlns:a16="http://schemas.microsoft.com/office/drawing/2014/main" id="{E769143E-9310-4A53-80CE-E481B06FD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988"/>
              <a:ext cx="46" cy="43"/>
            </a:xfrm>
            <a:custGeom>
              <a:avLst/>
              <a:gdLst>
                <a:gd name="T0" fmla="*/ 56 w 41"/>
                <a:gd name="T1" fmla="*/ 59 h 36"/>
                <a:gd name="T2" fmla="*/ 0 w 41"/>
                <a:gd name="T3" fmla="*/ 0 h 36"/>
                <a:gd name="T4" fmla="*/ 37 w 41"/>
                <a:gd name="T5" fmla="*/ 26 h 36"/>
                <a:gd name="T6" fmla="*/ 58 w 41"/>
                <a:gd name="T7" fmla="*/ 6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6">
                  <a:moveTo>
                    <a:pt x="40" y="34"/>
                  </a:moveTo>
                  <a:cubicBezTo>
                    <a:pt x="21" y="36"/>
                    <a:pt x="13" y="9"/>
                    <a:pt x="0" y="0"/>
                  </a:cubicBezTo>
                  <a:cubicBezTo>
                    <a:pt x="9" y="4"/>
                    <a:pt x="19" y="9"/>
                    <a:pt x="26" y="15"/>
                  </a:cubicBezTo>
                  <a:cubicBezTo>
                    <a:pt x="32" y="21"/>
                    <a:pt x="38" y="35"/>
                    <a:pt x="41" y="36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419">
              <a:extLst>
                <a:ext uri="{FF2B5EF4-FFF2-40B4-BE49-F238E27FC236}">
                  <a16:creationId xmlns:a16="http://schemas.microsoft.com/office/drawing/2014/main" id="{F6AA9474-51E5-4B5A-B1D6-96865ECE1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3279"/>
              <a:ext cx="65" cy="30"/>
            </a:xfrm>
            <a:custGeom>
              <a:avLst/>
              <a:gdLst>
                <a:gd name="T0" fmla="*/ 82 w 58"/>
                <a:gd name="T1" fmla="*/ 43 h 25"/>
                <a:gd name="T2" fmla="*/ 0 w 58"/>
                <a:gd name="T3" fmla="*/ 0 h 25"/>
                <a:gd name="T4" fmla="*/ 52 w 58"/>
                <a:gd name="T5" fmla="*/ 20 h 25"/>
                <a:gd name="T6" fmla="*/ 82 w 58"/>
                <a:gd name="T7" fmla="*/ 4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58" y="25"/>
                  </a:moveTo>
                  <a:cubicBezTo>
                    <a:pt x="35" y="25"/>
                    <a:pt x="15" y="19"/>
                    <a:pt x="0" y="0"/>
                  </a:cubicBezTo>
                  <a:cubicBezTo>
                    <a:pt x="12" y="5"/>
                    <a:pt x="24" y="9"/>
                    <a:pt x="37" y="12"/>
                  </a:cubicBezTo>
                  <a:cubicBezTo>
                    <a:pt x="45" y="14"/>
                    <a:pt x="57" y="15"/>
                    <a:pt x="58" y="25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420">
              <a:extLst>
                <a:ext uri="{FF2B5EF4-FFF2-40B4-BE49-F238E27FC236}">
                  <a16:creationId xmlns:a16="http://schemas.microsoft.com/office/drawing/2014/main" id="{E5EB57A6-9F28-478A-A526-92F63F9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3269"/>
              <a:ext cx="33" cy="48"/>
            </a:xfrm>
            <a:custGeom>
              <a:avLst/>
              <a:gdLst>
                <a:gd name="T0" fmla="*/ 37 w 30"/>
                <a:gd name="T1" fmla="*/ 66 h 41"/>
                <a:gd name="T2" fmla="*/ 0 w 30"/>
                <a:gd name="T3" fmla="*/ 0 h 41"/>
                <a:gd name="T4" fmla="*/ 39 w 30"/>
                <a:gd name="T5" fmla="*/ 6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1">
                  <a:moveTo>
                    <a:pt x="28" y="41"/>
                  </a:moveTo>
                  <a:cubicBezTo>
                    <a:pt x="9" y="32"/>
                    <a:pt x="5" y="17"/>
                    <a:pt x="0" y="0"/>
                  </a:cubicBezTo>
                  <a:cubicBezTo>
                    <a:pt x="10" y="15"/>
                    <a:pt x="30" y="20"/>
                    <a:pt x="29" y="41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Freeform 421">
              <a:extLst>
                <a:ext uri="{FF2B5EF4-FFF2-40B4-BE49-F238E27FC236}">
                  <a16:creationId xmlns:a16="http://schemas.microsoft.com/office/drawing/2014/main" id="{E1FCC60F-D9EC-4674-91E4-096B3504A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317"/>
              <a:ext cx="68" cy="31"/>
            </a:xfrm>
            <a:custGeom>
              <a:avLst/>
              <a:gdLst>
                <a:gd name="T0" fmla="*/ 85 w 61"/>
                <a:gd name="T1" fmla="*/ 27 h 26"/>
                <a:gd name="T2" fmla="*/ 0 w 61"/>
                <a:gd name="T3" fmla="*/ 8 h 26"/>
                <a:gd name="T4" fmla="*/ 85 w 61"/>
                <a:gd name="T5" fmla="*/ 2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6">
                  <a:moveTo>
                    <a:pt x="61" y="16"/>
                  </a:moveTo>
                  <a:cubicBezTo>
                    <a:pt x="44" y="0"/>
                    <a:pt x="21" y="5"/>
                    <a:pt x="0" y="5"/>
                  </a:cubicBezTo>
                  <a:cubicBezTo>
                    <a:pt x="20" y="18"/>
                    <a:pt x="39" y="26"/>
                    <a:pt x="61" y="15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422">
              <a:extLst>
                <a:ext uri="{FF2B5EF4-FFF2-40B4-BE49-F238E27FC236}">
                  <a16:creationId xmlns:a16="http://schemas.microsoft.com/office/drawing/2014/main" id="{D1BE77AC-D9D4-46A2-AA99-C1B257FF5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19"/>
              <a:ext cx="55" cy="35"/>
            </a:xfrm>
            <a:custGeom>
              <a:avLst/>
              <a:gdLst>
                <a:gd name="T0" fmla="*/ 70 w 49"/>
                <a:gd name="T1" fmla="*/ 19 h 30"/>
                <a:gd name="T2" fmla="*/ 0 w 49"/>
                <a:gd name="T3" fmla="*/ 39 h 30"/>
                <a:gd name="T4" fmla="*/ 70 w 49"/>
                <a:gd name="T5" fmla="*/ 1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49" y="12"/>
                  </a:moveTo>
                  <a:cubicBezTo>
                    <a:pt x="38" y="30"/>
                    <a:pt x="20" y="30"/>
                    <a:pt x="0" y="24"/>
                  </a:cubicBezTo>
                  <a:cubicBezTo>
                    <a:pt x="17" y="23"/>
                    <a:pt x="33" y="0"/>
                    <a:pt x="49" y="11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423">
              <a:extLst>
                <a:ext uri="{FF2B5EF4-FFF2-40B4-BE49-F238E27FC236}">
                  <a16:creationId xmlns:a16="http://schemas.microsoft.com/office/drawing/2014/main" id="{E2491031-457D-44CB-A1B9-9890082C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190"/>
              <a:ext cx="42" cy="52"/>
            </a:xfrm>
            <a:custGeom>
              <a:avLst/>
              <a:gdLst>
                <a:gd name="T0" fmla="*/ 0 w 38"/>
                <a:gd name="T1" fmla="*/ 72 h 44"/>
                <a:gd name="T2" fmla="*/ 51 w 38"/>
                <a:gd name="T3" fmla="*/ 0 h 44"/>
                <a:gd name="T4" fmla="*/ 35 w 38"/>
                <a:gd name="T5" fmla="*/ 41 h 44"/>
                <a:gd name="T6" fmla="*/ 4 w 38"/>
                <a:gd name="T7" fmla="*/ 7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4">
                  <a:moveTo>
                    <a:pt x="0" y="44"/>
                  </a:moveTo>
                  <a:cubicBezTo>
                    <a:pt x="7" y="21"/>
                    <a:pt x="25" y="17"/>
                    <a:pt x="38" y="0"/>
                  </a:cubicBezTo>
                  <a:cubicBezTo>
                    <a:pt x="37" y="7"/>
                    <a:pt x="30" y="20"/>
                    <a:pt x="26" y="25"/>
                  </a:cubicBezTo>
                  <a:cubicBezTo>
                    <a:pt x="20" y="33"/>
                    <a:pt x="10" y="35"/>
                    <a:pt x="4" y="42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424">
              <a:extLst>
                <a:ext uri="{FF2B5EF4-FFF2-40B4-BE49-F238E27FC236}">
                  <a16:creationId xmlns:a16="http://schemas.microsoft.com/office/drawing/2014/main" id="{76095C50-C3CB-4ACB-A24F-5F659241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3279"/>
              <a:ext cx="49" cy="38"/>
            </a:xfrm>
            <a:custGeom>
              <a:avLst/>
              <a:gdLst>
                <a:gd name="T0" fmla="*/ 59 w 44"/>
                <a:gd name="T1" fmla="*/ 53 h 32"/>
                <a:gd name="T2" fmla="*/ 0 w 44"/>
                <a:gd name="T3" fmla="*/ 0 h 32"/>
                <a:gd name="T4" fmla="*/ 46 w 44"/>
                <a:gd name="T5" fmla="*/ 21 h 32"/>
                <a:gd name="T6" fmla="*/ 61 w 44"/>
                <a:gd name="T7" fmla="*/ 5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43" y="32"/>
                  </a:moveTo>
                  <a:cubicBezTo>
                    <a:pt x="22" y="28"/>
                    <a:pt x="11" y="17"/>
                    <a:pt x="0" y="0"/>
                  </a:cubicBezTo>
                  <a:cubicBezTo>
                    <a:pt x="7" y="8"/>
                    <a:pt x="22" y="12"/>
                    <a:pt x="33" y="13"/>
                  </a:cubicBezTo>
                  <a:cubicBezTo>
                    <a:pt x="38" y="17"/>
                    <a:pt x="43" y="22"/>
                    <a:pt x="44" y="30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425">
              <a:extLst>
                <a:ext uri="{FF2B5EF4-FFF2-40B4-BE49-F238E27FC236}">
                  <a16:creationId xmlns:a16="http://schemas.microsoft.com/office/drawing/2014/main" id="{4C2E2399-030E-4E0B-B632-C5E5F5B6D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3205"/>
              <a:ext cx="29" cy="68"/>
            </a:xfrm>
            <a:custGeom>
              <a:avLst/>
              <a:gdLst>
                <a:gd name="T0" fmla="*/ 0 w 26"/>
                <a:gd name="T1" fmla="*/ 97 h 57"/>
                <a:gd name="T2" fmla="*/ 10 w 26"/>
                <a:gd name="T3" fmla="*/ 50 h 57"/>
                <a:gd name="T4" fmla="*/ 31 w 26"/>
                <a:gd name="T5" fmla="*/ 0 h 57"/>
                <a:gd name="T6" fmla="*/ 0 w 26"/>
                <a:gd name="T7" fmla="*/ 97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7">
                  <a:moveTo>
                    <a:pt x="0" y="57"/>
                  </a:moveTo>
                  <a:cubicBezTo>
                    <a:pt x="1" y="47"/>
                    <a:pt x="5" y="39"/>
                    <a:pt x="7" y="29"/>
                  </a:cubicBezTo>
                  <a:cubicBezTo>
                    <a:pt x="10" y="16"/>
                    <a:pt x="16" y="11"/>
                    <a:pt x="22" y="0"/>
                  </a:cubicBezTo>
                  <a:cubicBezTo>
                    <a:pt x="14" y="21"/>
                    <a:pt x="26" y="45"/>
                    <a:pt x="0" y="57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426">
              <a:extLst>
                <a:ext uri="{FF2B5EF4-FFF2-40B4-BE49-F238E27FC236}">
                  <a16:creationId xmlns:a16="http://schemas.microsoft.com/office/drawing/2014/main" id="{A7708BE2-0750-4C18-94A4-1F2E66084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308"/>
              <a:ext cx="55" cy="38"/>
            </a:xfrm>
            <a:custGeom>
              <a:avLst/>
              <a:gdLst>
                <a:gd name="T0" fmla="*/ 70 w 49"/>
                <a:gd name="T1" fmla="*/ 0 h 32"/>
                <a:gd name="T2" fmla="*/ 34 w 49"/>
                <a:gd name="T3" fmla="*/ 18 h 32"/>
                <a:gd name="T4" fmla="*/ 0 w 49"/>
                <a:gd name="T5" fmla="*/ 53 h 32"/>
                <a:gd name="T6" fmla="*/ 64 w 49"/>
                <a:gd name="T7" fmla="*/ 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0" y="3"/>
                    <a:pt x="31" y="4"/>
                    <a:pt x="24" y="11"/>
                  </a:cubicBezTo>
                  <a:cubicBezTo>
                    <a:pt x="16" y="18"/>
                    <a:pt x="11" y="27"/>
                    <a:pt x="0" y="32"/>
                  </a:cubicBezTo>
                  <a:cubicBezTo>
                    <a:pt x="22" y="28"/>
                    <a:pt x="39" y="26"/>
                    <a:pt x="45" y="4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427">
              <a:extLst>
                <a:ext uri="{FF2B5EF4-FFF2-40B4-BE49-F238E27FC236}">
                  <a16:creationId xmlns:a16="http://schemas.microsoft.com/office/drawing/2014/main" id="{0A00BB45-062F-45EE-9CAB-4263AC3B6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3266"/>
              <a:ext cx="54" cy="22"/>
            </a:xfrm>
            <a:custGeom>
              <a:avLst/>
              <a:gdLst>
                <a:gd name="T0" fmla="*/ 2 w 48"/>
                <a:gd name="T1" fmla="*/ 32 h 18"/>
                <a:gd name="T2" fmla="*/ 69 w 48"/>
                <a:gd name="T3" fmla="*/ 0 h 18"/>
                <a:gd name="T4" fmla="*/ 0 w 48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2" y="17"/>
                  </a:moveTo>
                  <a:cubicBezTo>
                    <a:pt x="16" y="6"/>
                    <a:pt x="32" y="3"/>
                    <a:pt x="48" y="0"/>
                  </a:cubicBezTo>
                  <a:cubicBezTo>
                    <a:pt x="33" y="9"/>
                    <a:pt x="18" y="18"/>
                    <a:pt x="0" y="18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428">
              <a:extLst>
                <a:ext uri="{FF2B5EF4-FFF2-40B4-BE49-F238E27FC236}">
                  <a16:creationId xmlns:a16="http://schemas.microsoft.com/office/drawing/2014/main" id="{66E00720-EBD6-41D0-B45D-30C5C0FBD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286"/>
              <a:ext cx="44" cy="29"/>
            </a:xfrm>
            <a:custGeom>
              <a:avLst/>
              <a:gdLst>
                <a:gd name="T0" fmla="*/ 53 w 40"/>
                <a:gd name="T1" fmla="*/ 41 h 24"/>
                <a:gd name="T2" fmla="*/ 0 w 40"/>
                <a:gd name="T3" fmla="*/ 0 h 24"/>
                <a:gd name="T4" fmla="*/ 53 w 40"/>
                <a:gd name="T5" fmla="*/ 4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40" y="23"/>
                  </a:moveTo>
                  <a:cubicBezTo>
                    <a:pt x="21" y="24"/>
                    <a:pt x="10" y="16"/>
                    <a:pt x="0" y="0"/>
                  </a:cubicBezTo>
                  <a:cubicBezTo>
                    <a:pt x="13" y="7"/>
                    <a:pt x="33" y="7"/>
                    <a:pt x="40" y="23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429">
              <a:extLst>
                <a:ext uri="{FF2B5EF4-FFF2-40B4-BE49-F238E27FC236}">
                  <a16:creationId xmlns:a16="http://schemas.microsoft.com/office/drawing/2014/main" id="{B023E9B5-F14C-4052-9038-6D4D35DE1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3274"/>
              <a:ext cx="65" cy="30"/>
            </a:xfrm>
            <a:custGeom>
              <a:avLst/>
              <a:gdLst>
                <a:gd name="T0" fmla="*/ 82 w 58"/>
                <a:gd name="T1" fmla="*/ 43 h 25"/>
                <a:gd name="T2" fmla="*/ 0 w 58"/>
                <a:gd name="T3" fmla="*/ 0 h 25"/>
                <a:gd name="T4" fmla="*/ 52 w 58"/>
                <a:gd name="T5" fmla="*/ 20 h 25"/>
                <a:gd name="T6" fmla="*/ 82 w 58"/>
                <a:gd name="T7" fmla="*/ 4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58" y="25"/>
                  </a:moveTo>
                  <a:cubicBezTo>
                    <a:pt x="35" y="25"/>
                    <a:pt x="15" y="19"/>
                    <a:pt x="0" y="0"/>
                  </a:cubicBezTo>
                  <a:cubicBezTo>
                    <a:pt x="12" y="5"/>
                    <a:pt x="24" y="9"/>
                    <a:pt x="37" y="12"/>
                  </a:cubicBezTo>
                  <a:cubicBezTo>
                    <a:pt x="45" y="14"/>
                    <a:pt x="57" y="15"/>
                    <a:pt x="58" y="25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430">
              <a:extLst>
                <a:ext uri="{FF2B5EF4-FFF2-40B4-BE49-F238E27FC236}">
                  <a16:creationId xmlns:a16="http://schemas.microsoft.com/office/drawing/2014/main" id="{9C529F34-3A1F-4208-8A03-50A2400E7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3264"/>
              <a:ext cx="33" cy="49"/>
            </a:xfrm>
            <a:custGeom>
              <a:avLst/>
              <a:gdLst>
                <a:gd name="T0" fmla="*/ 37 w 30"/>
                <a:gd name="T1" fmla="*/ 71 h 41"/>
                <a:gd name="T2" fmla="*/ 0 w 30"/>
                <a:gd name="T3" fmla="*/ 0 h 41"/>
                <a:gd name="T4" fmla="*/ 39 w 30"/>
                <a:gd name="T5" fmla="*/ 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1">
                  <a:moveTo>
                    <a:pt x="28" y="41"/>
                  </a:moveTo>
                  <a:cubicBezTo>
                    <a:pt x="9" y="32"/>
                    <a:pt x="5" y="17"/>
                    <a:pt x="0" y="0"/>
                  </a:cubicBezTo>
                  <a:cubicBezTo>
                    <a:pt x="10" y="15"/>
                    <a:pt x="30" y="20"/>
                    <a:pt x="29" y="41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431">
              <a:extLst>
                <a:ext uri="{FF2B5EF4-FFF2-40B4-BE49-F238E27FC236}">
                  <a16:creationId xmlns:a16="http://schemas.microsoft.com/office/drawing/2014/main" id="{7B8DA2A1-0BCD-449F-942B-91FD2E8D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313"/>
              <a:ext cx="68" cy="31"/>
            </a:xfrm>
            <a:custGeom>
              <a:avLst/>
              <a:gdLst>
                <a:gd name="T0" fmla="*/ 85 w 61"/>
                <a:gd name="T1" fmla="*/ 27 h 26"/>
                <a:gd name="T2" fmla="*/ 0 w 61"/>
                <a:gd name="T3" fmla="*/ 8 h 26"/>
                <a:gd name="T4" fmla="*/ 85 w 61"/>
                <a:gd name="T5" fmla="*/ 2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6">
                  <a:moveTo>
                    <a:pt x="61" y="16"/>
                  </a:moveTo>
                  <a:cubicBezTo>
                    <a:pt x="44" y="0"/>
                    <a:pt x="21" y="5"/>
                    <a:pt x="0" y="5"/>
                  </a:cubicBezTo>
                  <a:cubicBezTo>
                    <a:pt x="20" y="18"/>
                    <a:pt x="39" y="26"/>
                    <a:pt x="61" y="15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432">
              <a:extLst>
                <a:ext uri="{FF2B5EF4-FFF2-40B4-BE49-F238E27FC236}">
                  <a16:creationId xmlns:a16="http://schemas.microsoft.com/office/drawing/2014/main" id="{E72AD225-A935-48F8-9C84-0859A2216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14"/>
              <a:ext cx="55" cy="36"/>
            </a:xfrm>
            <a:custGeom>
              <a:avLst/>
              <a:gdLst>
                <a:gd name="T0" fmla="*/ 70 w 49"/>
                <a:gd name="T1" fmla="*/ 20 h 30"/>
                <a:gd name="T2" fmla="*/ 0 w 49"/>
                <a:gd name="T3" fmla="*/ 42 h 30"/>
                <a:gd name="T4" fmla="*/ 70 w 49"/>
                <a:gd name="T5" fmla="*/ 1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49" y="12"/>
                  </a:moveTo>
                  <a:cubicBezTo>
                    <a:pt x="38" y="30"/>
                    <a:pt x="20" y="30"/>
                    <a:pt x="0" y="24"/>
                  </a:cubicBezTo>
                  <a:cubicBezTo>
                    <a:pt x="17" y="23"/>
                    <a:pt x="33" y="0"/>
                    <a:pt x="49" y="11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433">
              <a:extLst>
                <a:ext uri="{FF2B5EF4-FFF2-40B4-BE49-F238E27FC236}">
                  <a16:creationId xmlns:a16="http://schemas.microsoft.com/office/drawing/2014/main" id="{46DC46C1-8378-4074-A4A3-90D550A25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3274"/>
              <a:ext cx="49" cy="39"/>
            </a:xfrm>
            <a:custGeom>
              <a:avLst/>
              <a:gdLst>
                <a:gd name="T0" fmla="*/ 59 w 44"/>
                <a:gd name="T1" fmla="*/ 59 h 32"/>
                <a:gd name="T2" fmla="*/ 0 w 44"/>
                <a:gd name="T3" fmla="*/ 0 h 32"/>
                <a:gd name="T4" fmla="*/ 46 w 44"/>
                <a:gd name="T5" fmla="*/ 24 h 32"/>
                <a:gd name="T6" fmla="*/ 61 w 44"/>
                <a:gd name="T7" fmla="*/ 5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43" y="32"/>
                  </a:moveTo>
                  <a:cubicBezTo>
                    <a:pt x="22" y="28"/>
                    <a:pt x="11" y="17"/>
                    <a:pt x="0" y="0"/>
                  </a:cubicBezTo>
                  <a:cubicBezTo>
                    <a:pt x="7" y="8"/>
                    <a:pt x="22" y="12"/>
                    <a:pt x="33" y="13"/>
                  </a:cubicBezTo>
                  <a:cubicBezTo>
                    <a:pt x="38" y="17"/>
                    <a:pt x="43" y="22"/>
                    <a:pt x="44" y="30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434">
              <a:extLst>
                <a:ext uri="{FF2B5EF4-FFF2-40B4-BE49-F238E27FC236}">
                  <a16:creationId xmlns:a16="http://schemas.microsoft.com/office/drawing/2014/main" id="{C8847E72-0681-4075-9F4C-8952C4998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303"/>
              <a:ext cx="55" cy="38"/>
            </a:xfrm>
            <a:custGeom>
              <a:avLst/>
              <a:gdLst>
                <a:gd name="T0" fmla="*/ 70 w 49"/>
                <a:gd name="T1" fmla="*/ 0 h 32"/>
                <a:gd name="T2" fmla="*/ 34 w 49"/>
                <a:gd name="T3" fmla="*/ 18 h 32"/>
                <a:gd name="T4" fmla="*/ 0 w 49"/>
                <a:gd name="T5" fmla="*/ 53 h 32"/>
                <a:gd name="T6" fmla="*/ 64 w 49"/>
                <a:gd name="T7" fmla="*/ 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0" y="3"/>
                    <a:pt x="31" y="4"/>
                    <a:pt x="24" y="11"/>
                  </a:cubicBezTo>
                  <a:cubicBezTo>
                    <a:pt x="16" y="18"/>
                    <a:pt x="11" y="27"/>
                    <a:pt x="0" y="32"/>
                  </a:cubicBezTo>
                  <a:cubicBezTo>
                    <a:pt x="22" y="28"/>
                    <a:pt x="39" y="26"/>
                    <a:pt x="45" y="4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435">
              <a:extLst>
                <a:ext uri="{FF2B5EF4-FFF2-40B4-BE49-F238E27FC236}">
                  <a16:creationId xmlns:a16="http://schemas.microsoft.com/office/drawing/2014/main" id="{3E533BDE-D62F-41AB-8FBC-8AC0D661C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282"/>
              <a:ext cx="44" cy="28"/>
            </a:xfrm>
            <a:custGeom>
              <a:avLst/>
              <a:gdLst>
                <a:gd name="T0" fmla="*/ 53 w 40"/>
                <a:gd name="T1" fmla="*/ 37 h 24"/>
                <a:gd name="T2" fmla="*/ 0 w 40"/>
                <a:gd name="T3" fmla="*/ 0 h 24"/>
                <a:gd name="T4" fmla="*/ 53 w 40"/>
                <a:gd name="T5" fmla="*/ 3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40" y="23"/>
                  </a:moveTo>
                  <a:cubicBezTo>
                    <a:pt x="21" y="24"/>
                    <a:pt x="10" y="16"/>
                    <a:pt x="0" y="0"/>
                  </a:cubicBezTo>
                  <a:cubicBezTo>
                    <a:pt x="13" y="7"/>
                    <a:pt x="33" y="7"/>
                    <a:pt x="40" y="23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436">
              <a:extLst>
                <a:ext uri="{FF2B5EF4-FFF2-40B4-BE49-F238E27FC236}">
                  <a16:creationId xmlns:a16="http://schemas.microsoft.com/office/drawing/2014/main" id="{406C91DC-A8EB-46BF-8805-D6C7FA756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243"/>
              <a:ext cx="26" cy="54"/>
            </a:xfrm>
            <a:custGeom>
              <a:avLst/>
              <a:gdLst>
                <a:gd name="T0" fmla="*/ 11 w 23"/>
                <a:gd name="T1" fmla="*/ 78 h 45"/>
                <a:gd name="T2" fmla="*/ 33 w 23"/>
                <a:gd name="T3" fmla="*/ 0 h 45"/>
                <a:gd name="T4" fmla="*/ 11 w 23"/>
                <a:gd name="T5" fmla="*/ 78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8" y="45"/>
                  </a:moveTo>
                  <a:cubicBezTo>
                    <a:pt x="0" y="33"/>
                    <a:pt x="18" y="11"/>
                    <a:pt x="23" y="0"/>
                  </a:cubicBezTo>
                  <a:cubicBezTo>
                    <a:pt x="22" y="20"/>
                    <a:pt x="23" y="30"/>
                    <a:pt x="8" y="45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437">
              <a:extLst>
                <a:ext uri="{FF2B5EF4-FFF2-40B4-BE49-F238E27FC236}">
                  <a16:creationId xmlns:a16="http://schemas.microsoft.com/office/drawing/2014/main" id="{B7ACC442-C450-43FB-898A-01BE7C85F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186"/>
              <a:ext cx="42" cy="54"/>
            </a:xfrm>
            <a:custGeom>
              <a:avLst/>
              <a:gdLst>
                <a:gd name="T0" fmla="*/ 0 w 38"/>
                <a:gd name="T1" fmla="*/ 78 h 45"/>
                <a:gd name="T2" fmla="*/ 51 w 38"/>
                <a:gd name="T3" fmla="*/ 0 h 45"/>
                <a:gd name="T4" fmla="*/ 35 w 38"/>
                <a:gd name="T5" fmla="*/ 44 h 45"/>
                <a:gd name="T6" fmla="*/ 4 w 38"/>
                <a:gd name="T7" fmla="*/ 7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5">
                  <a:moveTo>
                    <a:pt x="0" y="45"/>
                  </a:moveTo>
                  <a:cubicBezTo>
                    <a:pt x="7" y="21"/>
                    <a:pt x="25" y="17"/>
                    <a:pt x="38" y="0"/>
                  </a:cubicBezTo>
                  <a:cubicBezTo>
                    <a:pt x="37" y="7"/>
                    <a:pt x="30" y="20"/>
                    <a:pt x="26" y="26"/>
                  </a:cubicBezTo>
                  <a:cubicBezTo>
                    <a:pt x="20" y="34"/>
                    <a:pt x="10" y="35"/>
                    <a:pt x="4" y="42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438">
              <a:extLst>
                <a:ext uri="{FF2B5EF4-FFF2-40B4-BE49-F238E27FC236}">
                  <a16:creationId xmlns:a16="http://schemas.microsoft.com/office/drawing/2014/main" id="{2473434E-B0FE-4FFC-95AC-72F80E404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203"/>
              <a:ext cx="29" cy="67"/>
            </a:xfrm>
            <a:custGeom>
              <a:avLst/>
              <a:gdLst>
                <a:gd name="T0" fmla="*/ 0 w 26"/>
                <a:gd name="T1" fmla="*/ 96 h 56"/>
                <a:gd name="T2" fmla="*/ 10 w 26"/>
                <a:gd name="T3" fmla="*/ 49 h 56"/>
                <a:gd name="T4" fmla="*/ 31 w 26"/>
                <a:gd name="T5" fmla="*/ 0 h 56"/>
                <a:gd name="T6" fmla="*/ 0 w 26"/>
                <a:gd name="T7" fmla="*/ 9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6">
                  <a:moveTo>
                    <a:pt x="0" y="56"/>
                  </a:moveTo>
                  <a:cubicBezTo>
                    <a:pt x="1" y="46"/>
                    <a:pt x="5" y="38"/>
                    <a:pt x="7" y="28"/>
                  </a:cubicBezTo>
                  <a:cubicBezTo>
                    <a:pt x="9" y="15"/>
                    <a:pt x="15" y="11"/>
                    <a:pt x="22" y="0"/>
                  </a:cubicBezTo>
                  <a:cubicBezTo>
                    <a:pt x="14" y="20"/>
                    <a:pt x="26" y="45"/>
                    <a:pt x="0" y="56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439">
              <a:extLst>
                <a:ext uri="{FF2B5EF4-FFF2-40B4-BE49-F238E27FC236}">
                  <a16:creationId xmlns:a16="http://schemas.microsoft.com/office/drawing/2014/main" id="{87E8AE8D-7E14-404E-9DE8-B4076235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264"/>
              <a:ext cx="53" cy="21"/>
            </a:xfrm>
            <a:custGeom>
              <a:avLst/>
              <a:gdLst>
                <a:gd name="T0" fmla="*/ 2 w 48"/>
                <a:gd name="T1" fmla="*/ 26 h 18"/>
                <a:gd name="T2" fmla="*/ 65 w 48"/>
                <a:gd name="T3" fmla="*/ 0 h 18"/>
                <a:gd name="T4" fmla="*/ 0 w 48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2" y="16"/>
                  </a:moveTo>
                  <a:cubicBezTo>
                    <a:pt x="16" y="6"/>
                    <a:pt x="31" y="3"/>
                    <a:pt x="48" y="0"/>
                  </a:cubicBezTo>
                  <a:cubicBezTo>
                    <a:pt x="32" y="9"/>
                    <a:pt x="18" y="18"/>
                    <a:pt x="0" y="17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Freeform 440">
              <a:extLst>
                <a:ext uri="{FF2B5EF4-FFF2-40B4-BE49-F238E27FC236}">
                  <a16:creationId xmlns:a16="http://schemas.microsoft.com/office/drawing/2014/main" id="{6C65704E-9BD9-44FB-8229-378C9752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240"/>
              <a:ext cx="25" cy="54"/>
            </a:xfrm>
            <a:custGeom>
              <a:avLst/>
              <a:gdLst>
                <a:gd name="T0" fmla="*/ 11 w 23"/>
                <a:gd name="T1" fmla="*/ 78 h 45"/>
                <a:gd name="T2" fmla="*/ 29 w 23"/>
                <a:gd name="T3" fmla="*/ 0 h 45"/>
                <a:gd name="T4" fmla="*/ 11 w 23"/>
                <a:gd name="T5" fmla="*/ 78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8" y="45"/>
                  </a:moveTo>
                  <a:cubicBezTo>
                    <a:pt x="0" y="33"/>
                    <a:pt x="17" y="11"/>
                    <a:pt x="23" y="0"/>
                  </a:cubicBezTo>
                  <a:cubicBezTo>
                    <a:pt x="22" y="20"/>
                    <a:pt x="22" y="30"/>
                    <a:pt x="8" y="45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441">
              <a:extLst>
                <a:ext uri="{FF2B5EF4-FFF2-40B4-BE49-F238E27FC236}">
                  <a16:creationId xmlns:a16="http://schemas.microsoft.com/office/drawing/2014/main" id="{6D392661-CC33-47BC-936E-E9B73F172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309"/>
              <a:ext cx="17" cy="35"/>
            </a:xfrm>
            <a:custGeom>
              <a:avLst/>
              <a:gdLst>
                <a:gd name="T0" fmla="*/ 19 w 15"/>
                <a:gd name="T1" fmla="*/ 0 h 29"/>
                <a:gd name="T2" fmla="*/ 0 w 15"/>
                <a:gd name="T3" fmla="*/ 51 h 29"/>
                <a:gd name="T4" fmla="*/ 19 w 1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3" y="0"/>
                  </a:moveTo>
                  <a:cubicBezTo>
                    <a:pt x="1" y="2"/>
                    <a:pt x="0" y="17"/>
                    <a:pt x="0" y="29"/>
                  </a:cubicBezTo>
                  <a:cubicBezTo>
                    <a:pt x="4" y="18"/>
                    <a:pt x="15" y="15"/>
                    <a:pt x="13" y="0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442">
              <a:extLst>
                <a:ext uri="{FF2B5EF4-FFF2-40B4-BE49-F238E27FC236}">
                  <a16:creationId xmlns:a16="http://schemas.microsoft.com/office/drawing/2014/main" id="{C5CA55BE-96FD-4658-B136-7FCE1895A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3304"/>
              <a:ext cx="37" cy="15"/>
            </a:xfrm>
            <a:custGeom>
              <a:avLst/>
              <a:gdLst>
                <a:gd name="T0" fmla="*/ 4 w 33"/>
                <a:gd name="T1" fmla="*/ 1 h 12"/>
                <a:gd name="T2" fmla="*/ 46 w 33"/>
                <a:gd name="T3" fmla="*/ 14 h 12"/>
                <a:gd name="T4" fmla="*/ 27 w 33"/>
                <a:gd name="T5" fmla="*/ 1 h 12"/>
                <a:gd name="T6" fmla="*/ 4 w 33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2">
                  <a:moveTo>
                    <a:pt x="4" y="1"/>
                  </a:moveTo>
                  <a:cubicBezTo>
                    <a:pt x="12" y="6"/>
                    <a:pt x="24" y="12"/>
                    <a:pt x="33" y="7"/>
                  </a:cubicBezTo>
                  <a:cubicBezTo>
                    <a:pt x="30" y="1"/>
                    <a:pt x="24" y="2"/>
                    <a:pt x="19" y="1"/>
                  </a:cubicBezTo>
                  <a:cubicBezTo>
                    <a:pt x="14" y="0"/>
                    <a:pt x="0" y="1"/>
                    <a:pt x="4" y="1"/>
                  </a:cubicBezTo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443">
              <a:extLst>
                <a:ext uri="{FF2B5EF4-FFF2-40B4-BE49-F238E27FC236}">
                  <a16:creationId xmlns:a16="http://schemas.microsoft.com/office/drawing/2014/main" id="{E1531696-77E1-4D18-BDEE-811E4B45B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3305"/>
              <a:ext cx="17" cy="35"/>
            </a:xfrm>
            <a:custGeom>
              <a:avLst/>
              <a:gdLst>
                <a:gd name="T0" fmla="*/ 19 w 15"/>
                <a:gd name="T1" fmla="*/ 0 h 29"/>
                <a:gd name="T2" fmla="*/ 0 w 15"/>
                <a:gd name="T3" fmla="*/ 51 h 29"/>
                <a:gd name="T4" fmla="*/ 19 w 1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3" y="0"/>
                  </a:moveTo>
                  <a:cubicBezTo>
                    <a:pt x="1" y="2"/>
                    <a:pt x="0" y="17"/>
                    <a:pt x="0" y="29"/>
                  </a:cubicBezTo>
                  <a:cubicBezTo>
                    <a:pt x="4" y="18"/>
                    <a:pt x="15" y="15"/>
                    <a:pt x="13" y="0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444">
              <a:extLst>
                <a:ext uri="{FF2B5EF4-FFF2-40B4-BE49-F238E27FC236}">
                  <a16:creationId xmlns:a16="http://schemas.microsoft.com/office/drawing/2014/main" id="{6BA622A9-CB08-4289-AE6A-DFA8F48C4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301"/>
              <a:ext cx="37" cy="14"/>
            </a:xfrm>
            <a:custGeom>
              <a:avLst/>
              <a:gdLst>
                <a:gd name="T0" fmla="*/ 4 w 33"/>
                <a:gd name="T1" fmla="*/ 1 h 12"/>
                <a:gd name="T2" fmla="*/ 46 w 33"/>
                <a:gd name="T3" fmla="*/ 11 h 12"/>
                <a:gd name="T4" fmla="*/ 27 w 33"/>
                <a:gd name="T5" fmla="*/ 1 h 12"/>
                <a:gd name="T6" fmla="*/ 4 w 33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2">
                  <a:moveTo>
                    <a:pt x="4" y="1"/>
                  </a:moveTo>
                  <a:cubicBezTo>
                    <a:pt x="12" y="6"/>
                    <a:pt x="24" y="12"/>
                    <a:pt x="33" y="7"/>
                  </a:cubicBezTo>
                  <a:cubicBezTo>
                    <a:pt x="31" y="1"/>
                    <a:pt x="24" y="2"/>
                    <a:pt x="19" y="1"/>
                  </a:cubicBezTo>
                  <a:cubicBezTo>
                    <a:pt x="15" y="0"/>
                    <a:pt x="0" y="1"/>
                    <a:pt x="4" y="1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445">
              <a:extLst>
                <a:ext uri="{FF2B5EF4-FFF2-40B4-BE49-F238E27FC236}">
                  <a16:creationId xmlns:a16="http://schemas.microsoft.com/office/drawing/2014/main" id="{D25811BD-E4F5-404A-B8DD-FEDDA3475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3130"/>
              <a:ext cx="24" cy="32"/>
            </a:xfrm>
            <a:custGeom>
              <a:avLst/>
              <a:gdLst>
                <a:gd name="T0" fmla="*/ 0 w 24"/>
                <a:gd name="T1" fmla="*/ 11 h 32"/>
                <a:gd name="T2" fmla="*/ 24 w 24"/>
                <a:gd name="T3" fmla="*/ 32 h 32"/>
                <a:gd name="T4" fmla="*/ 0 w 24"/>
                <a:gd name="T5" fmla="*/ 0 h 32"/>
                <a:gd name="T6" fmla="*/ 0 w 24"/>
                <a:gd name="T7" fmla="*/ 1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2">
                  <a:moveTo>
                    <a:pt x="0" y="11"/>
                  </a:moveTo>
                  <a:lnTo>
                    <a:pt x="24" y="32"/>
                  </a:ln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2B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446">
              <a:extLst>
                <a:ext uri="{FF2B5EF4-FFF2-40B4-BE49-F238E27FC236}">
                  <a16:creationId xmlns:a16="http://schemas.microsoft.com/office/drawing/2014/main" id="{EFCF1355-1B2B-4490-ADC5-85E7268ED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3110"/>
              <a:ext cx="67" cy="244"/>
            </a:xfrm>
            <a:custGeom>
              <a:avLst/>
              <a:gdLst>
                <a:gd name="T0" fmla="*/ 0 w 67"/>
                <a:gd name="T1" fmla="*/ 0 h 244"/>
                <a:gd name="T2" fmla="*/ 6 w 67"/>
                <a:gd name="T3" fmla="*/ 54 h 244"/>
                <a:gd name="T4" fmla="*/ 67 w 67"/>
                <a:gd name="T5" fmla="*/ 244 h 244"/>
                <a:gd name="T6" fmla="*/ 9 w 67"/>
                <a:gd name="T7" fmla="*/ 52 h 244"/>
                <a:gd name="T8" fmla="*/ 0 w 67"/>
                <a:gd name="T9" fmla="*/ 0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44">
                  <a:moveTo>
                    <a:pt x="0" y="0"/>
                  </a:moveTo>
                  <a:lnTo>
                    <a:pt x="6" y="54"/>
                  </a:lnTo>
                  <a:lnTo>
                    <a:pt x="67" y="244"/>
                  </a:lnTo>
                  <a:lnTo>
                    <a:pt x="9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447">
              <a:extLst>
                <a:ext uri="{FF2B5EF4-FFF2-40B4-BE49-F238E27FC236}">
                  <a16:creationId xmlns:a16="http://schemas.microsoft.com/office/drawing/2014/main" id="{A0338D16-9B30-47C5-8527-4DF7AD43A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3267"/>
              <a:ext cx="659" cy="195"/>
            </a:xfrm>
            <a:custGeom>
              <a:avLst/>
              <a:gdLst>
                <a:gd name="T0" fmla="*/ 813 w 590"/>
                <a:gd name="T1" fmla="*/ 33 h 163"/>
                <a:gd name="T2" fmla="*/ 822 w 590"/>
                <a:gd name="T3" fmla="*/ 0 h 163"/>
                <a:gd name="T4" fmla="*/ 8 w 590"/>
                <a:gd name="T5" fmla="*/ 242 h 163"/>
                <a:gd name="T6" fmla="*/ 0 w 590"/>
                <a:gd name="T7" fmla="*/ 279 h 163"/>
                <a:gd name="T8" fmla="*/ 95 w 590"/>
                <a:gd name="T9" fmla="*/ 250 h 163"/>
                <a:gd name="T10" fmla="*/ 397 w 590"/>
                <a:gd name="T11" fmla="*/ 139 h 163"/>
                <a:gd name="T12" fmla="*/ 747 w 590"/>
                <a:gd name="T13" fmla="*/ 50 h 163"/>
                <a:gd name="T14" fmla="*/ 813 w 590"/>
                <a:gd name="T15" fmla="*/ 33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0" h="163">
                  <a:moveTo>
                    <a:pt x="584" y="19"/>
                  </a:moveTo>
                  <a:cubicBezTo>
                    <a:pt x="590" y="0"/>
                    <a:pt x="590" y="0"/>
                    <a:pt x="590" y="0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68" y="146"/>
                    <a:pt x="68" y="146"/>
                    <a:pt x="68" y="146"/>
                  </a:cubicBezTo>
                  <a:cubicBezTo>
                    <a:pt x="68" y="146"/>
                    <a:pt x="209" y="96"/>
                    <a:pt x="285" y="81"/>
                  </a:cubicBezTo>
                  <a:cubicBezTo>
                    <a:pt x="361" y="66"/>
                    <a:pt x="536" y="29"/>
                    <a:pt x="536" y="29"/>
                  </a:cubicBezTo>
                  <a:lnTo>
                    <a:pt x="584" y="19"/>
                  </a:lnTo>
                  <a:close/>
                </a:path>
              </a:pathLst>
            </a:custGeom>
            <a:solidFill>
              <a:srgbClr val="EAA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448">
              <a:extLst>
                <a:ext uri="{FF2B5EF4-FFF2-40B4-BE49-F238E27FC236}">
                  <a16:creationId xmlns:a16="http://schemas.microsoft.com/office/drawing/2014/main" id="{D4FC2224-FA34-4F2E-A304-BA7B3E422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009"/>
              <a:ext cx="116" cy="214"/>
            </a:xfrm>
            <a:custGeom>
              <a:avLst/>
              <a:gdLst>
                <a:gd name="T0" fmla="*/ 71 w 103"/>
                <a:gd name="T1" fmla="*/ 17 h 180"/>
                <a:gd name="T2" fmla="*/ 148 w 103"/>
                <a:gd name="T3" fmla="*/ 0 h 180"/>
                <a:gd name="T4" fmla="*/ 34 w 103"/>
                <a:gd name="T5" fmla="*/ 302 h 180"/>
                <a:gd name="T6" fmla="*/ 2 w 103"/>
                <a:gd name="T7" fmla="*/ 184 h 180"/>
                <a:gd name="T8" fmla="*/ 71 w 103"/>
                <a:gd name="T9" fmla="*/ 17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80">
                  <a:moveTo>
                    <a:pt x="50" y="10"/>
                  </a:move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11" y="55"/>
                    <a:pt x="24" y="180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9"/>
                    <a:pt x="0" y="45"/>
                    <a:pt x="50" y="10"/>
                  </a:cubicBezTo>
                  <a:close/>
                </a:path>
              </a:pathLst>
            </a:custGeom>
            <a:solidFill>
              <a:srgbClr val="E50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" name="Freeform 449">
              <a:extLst>
                <a:ext uri="{FF2B5EF4-FFF2-40B4-BE49-F238E27FC236}">
                  <a16:creationId xmlns:a16="http://schemas.microsoft.com/office/drawing/2014/main" id="{7B7F34F2-A15D-479A-B789-9E55892E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905"/>
              <a:ext cx="776" cy="528"/>
            </a:xfrm>
            <a:custGeom>
              <a:avLst/>
              <a:gdLst>
                <a:gd name="T0" fmla="*/ 0 w 776"/>
                <a:gd name="T1" fmla="*/ 132 h 528"/>
                <a:gd name="T2" fmla="*/ 123 w 776"/>
                <a:gd name="T3" fmla="*/ 528 h 528"/>
                <a:gd name="T4" fmla="*/ 776 w 776"/>
                <a:gd name="T5" fmla="*/ 361 h 528"/>
                <a:gd name="T6" fmla="*/ 635 w 776"/>
                <a:gd name="T7" fmla="*/ 0 h 528"/>
                <a:gd name="T8" fmla="*/ 0 w 776"/>
                <a:gd name="T9" fmla="*/ 132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6" h="528">
                  <a:moveTo>
                    <a:pt x="0" y="132"/>
                  </a:moveTo>
                  <a:lnTo>
                    <a:pt x="123" y="528"/>
                  </a:lnTo>
                  <a:lnTo>
                    <a:pt x="776" y="361"/>
                  </a:lnTo>
                  <a:lnTo>
                    <a:pt x="635" y="0"/>
                  </a:lnTo>
                  <a:lnTo>
                    <a:pt x="0" y="13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450">
              <a:extLst>
                <a:ext uri="{FF2B5EF4-FFF2-40B4-BE49-F238E27FC236}">
                  <a16:creationId xmlns:a16="http://schemas.microsoft.com/office/drawing/2014/main" id="{4505F66D-6E3A-4510-AB13-C63AB486E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266"/>
              <a:ext cx="672" cy="254"/>
            </a:xfrm>
            <a:custGeom>
              <a:avLst/>
              <a:gdLst>
                <a:gd name="T0" fmla="*/ 672 w 672"/>
                <a:gd name="T1" fmla="*/ 0 h 254"/>
                <a:gd name="T2" fmla="*/ 646 w 672"/>
                <a:gd name="T3" fmla="*/ 80 h 254"/>
                <a:gd name="T4" fmla="*/ 0 w 672"/>
                <a:gd name="T5" fmla="*/ 254 h 254"/>
                <a:gd name="T6" fmla="*/ 18 w 672"/>
                <a:gd name="T7" fmla="*/ 168 h 254"/>
                <a:gd name="T8" fmla="*/ 672 w 672"/>
                <a:gd name="T9" fmla="*/ 0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54">
                  <a:moveTo>
                    <a:pt x="672" y="0"/>
                  </a:moveTo>
                  <a:lnTo>
                    <a:pt x="646" y="80"/>
                  </a:lnTo>
                  <a:lnTo>
                    <a:pt x="0" y="254"/>
                  </a:lnTo>
                  <a:lnTo>
                    <a:pt x="18" y="168"/>
                  </a:lnTo>
                  <a:lnTo>
                    <a:pt x="672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451">
              <a:extLst>
                <a:ext uri="{FF2B5EF4-FFF2-40B4-BE49-F238E27FC236}">
                  <a16:creationId xmlns:a16="http://schemas.microsoft.com/office/drawing/2014/main" id="{0FBCFAF0-FEC4-4678-93F1-CCC25F3C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3038"/>
              <a:ext cx="134" cy="482"/>
            </a:xfrm>
            <a:custGeom>
              <a:avLst/>
              <a:gdLst>
                <a:gd name="T0" fmla="*/ 115 w 134"/>
                <a:gd name="T1" fmla="*/ 482 h 482"/>
                <a:gd name="T2" fmla="*/ 134 w 134"/>
                <a:gd name="T3" fmla="*/ 396 h 482"/>
                <a:gd name="T4" fmla="*/ 11 w 134"/>
                <a:gd name="T5" fmla="*/ 0 h 482"/>
                <a:gd name="T6" fmla="*/ 0 w 134"/>
                <a:gd name="T7" fmla="*/ 105 h 482"/>
                <a:gd name="T8" fmla="*/ 115 w 134"/>
                <a:gd name="T9" fmla="*/ 482 h 4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482">
                  <a:moveTo>
                    <a:pt x="115" y="482"/>
                  </a:moveTo>
                  <a:lnTo>
                    <a:pt x="134" y="396"/>
                  </a:lnTo>
                  <a:lnTo>
                    <a:pt x="11" y="0"/>
                  </a:lnTo>
                  <a:lnTo>
                    <a:pt x="0" y="105"/>
                  </a:lnTo>
                  <a:lnTo>
                    <a:pt x="115" y="482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452">
              <a:extLst>
                <a:ext uri="{FF2B5EF4-FFF2-40B4-BE49-F238E27FC236}">
                  <a16:creationId xmlns:a16="http://schemas.microsoft.com/office/drawing/2014/main" id="{572C1BC1-C762-481C-8767-4C7BE0611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3196"/>
              <a:ext cx="99" cy="70"/>
            </a:xfrm>
            <a:custGeom>
              <a:avLst/>
              <a:gdLst>
                <a:gd name="T0" fmla="*/ 122 w 89"/>
                <a:gd name="T1" fmla="*/ 51 h 59"/>
                <a:gd name="T2" fmla="*/ 62 w 89"/>
                <a:gd name="T3" fmla="*/ 98 h 59"/>
                <a:gd name="T4" fmla="*/ 0 w 89"/>
                <a:gd name="T5" fmla="*/ 51 h 59"/>
                <a:gd name="T6" fmla="*/ 62 w 89"/>
                <a:gd name="T7" fmla="*/ 0 h 59"/>
                <a:gd name="T8" fmla="*/ 122 w 89"/>
                <a:gd name="T9" fmla="*/ 5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9">
                  <a:moveTo>
                    <a:pt x="89" y="30"/>
                  </a:moveTo>
                  <a:cubicBezTo>
                    <a:pt x="89" y="46"/>
                    <a:pt x="69" y="59"/>
                    <a:pt x="45" y="59"/>
                  </a:cubicBezTo>
                  <a:cubicBezTo>
                    <a:pt x="20" y="59"/>
                    <a:pt x="0" y="46"/>
                    <a:pt x="0" y="30"/>
                  </a:cubicBezTo>
                  <a:cubicBezTo>
                    <a:pt x="0" y="14"/>
                    <a:pt x="20" y="1"/>
                    <a:pt x="45" y="0"/>
                  </a:cubicBezTo>
                  <a:cubicBezTo>
                    <a:pt x="69" y="0"/>
                    <a:pt x="89" y="14"/>
                    <a:pt x="89" y="30"/>
                  </a:cubicBezTo>
                  <a:close/>
                </a:path>
              </a:pathLst>
            </a:custGeom>
            <a:noFill/>
            <a:ln w="1588" cap="rnd">
              <a:solidFill>
                <a:srgbClr val="91020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Freeform 453">
              <a:extLst>
                <a:ext uri="{FF2B5EF4-FFF2-40B4-BE49-F238E27FC236}">
                  <a16:creationId xmlns:a16="http://schemas.microsoft.com/office/drawing/2014/main" id="{EFB7046E-9972-4D22-B3F8-EE09AD9DF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208"/>
              <a:ext cx="73" cy="43"/>
            </a:xfrm>
            <a:custGeom>
              <a:avLst/>
              <a:gdLst>
                <a:gd name="T0" fmla="*/ 80 w 66"/>
                <a:gd name="T1" fmla="*/ 14 h 36"/>
                <a:gd name="T2" fmla="*/ 23 w 66"/>
                <a:gd name="T3" fmla="*/ 20 h 36"/>
                <a:gd name="T4" fmla="*/ 21 w 66"/>
                <a:gd name="T5" fmla="*/ 50 h 36"/>
                <a:gd name="T6" fmla="*/ 66 w 66"/>
                <a:gd name="T7" fmla="*/ 45 h 36"/>
                <a:gd name="T8" fmla="*/ 77 w 66"/>
                <a:gd name="T9" fmla="*/ 26 h 36"/>
                <a:gd name="T10" fmla="*/ 61 w 66"/>
                <a:gd name="T11" fmla="*/ 23 h 36"/>
                <a:gd name="T12" fmla="*/ 54 w 66"/>
                <a:gd name="T13" fmla="*/ 32 h 36"/>
                <a:gd name="T14" fmla="*/ 65 w 66"/>
                <a:gd name="T15" fmla="*/ 29 h 36"/>
                <a:gd name="T16" fmla="*/ 49 w 66"/>
                <a:gd name="T17" fmla="*/ 37 h 36"/>
                <a:gd name="T18" fmla="*/ 45 w 66"/>
                <a:gd name="T19" fmla="*/ 26 h 36"/>
                <a:gd name="T20" fmla="*/ 65 w 66"/>
                <a:gd name="T21" fmla="*/ 17 h 36"/>
                <a:gd name="T22" fmla="*/ 88 w 66"/>
                <a:gd name="T23" fmla="*/ 38 h 36"/>
                <a:gd name="T24" fmla="*/ 59 w 66"/>
                <a:gd name="T25" fmla="*/ 60 h 36"/>
                <a:gd name="T26" fmla="*/ 14 w 66"/>
                <a:gd name="T27" fmla="*/ 24 h 36"/>
                <a:gd name="T28" fmla="*/ 79 w 66"/>
                <a:gd name="T29" fmla="*/ 8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36">
                  <a:moveTo>
                    <a:pt x="59" y="8"/>
                  </a:moveTo>
                  <a:cubicBezTo>
                    <a:pt x="46" y="1"/>
                    <a:pt x="29" y="1"/>
                    <a:pt x="17" y="12"/>
                  </a:cubicBezTo>
                  <a:cubicBezTo>
                    <a:pt x="12" y="17"/>
                    <a:pt x="6" y="24"/>
                    <a:pt x="15" y="29"/>
                  </a:cubicBezTo>
                  <a:cubicBezTo>
                    <a:pt x="25" y="35"/>
                    <a:pt x="38" y="32"/>
                    <a:pt x="49" y="27"/>
                  </a:cubicBezTo>
                  <a:cubicBezTo>
                    <a:pt x="54" y="26"/>
                    <a:pt x="62" y="21"/>
                    <a:pt x="57" y="15"/>
                  </a:cubicBezTo>
                  <a:cubicBezTo>
                    <a:pt x="54" y="11"/>
                    <a:pt x="49" y="11"/>
                    <a:pt x="45" y="13"/>
                  </a:cubicBezTo>
                  <a:cubicBezTo>
                    <a:pt x="44" y="14"/>
                    <a:pt x="39" y="17"/>
                    <a:pt x="40" y="19"/>
                  </a:cubicBezTo>
                  <a:cubicBezTo>
                    <a:pt x="41" y="22"/>
                    <a:pt x="47" y="18"/>
                    <a:pt x="48" y="17"/>
                  </a:cubicBezTo>
                  <a:cubicBezTo>
                    <a:pt x="45" y="20"/>
                    <a:pt x="41" y="23"/>
                    <a:pt x="36" y="22"/>
                  </a:cubicBezTo>
                  <a:cubicBezTo>
                    <a:pt x="32" y="21"/>
                    <a:pt x="31" y="18"/>
                    <a:pt x="33" y="15"/>
                  </a:cubicBezTo>
                  <a:cubicBezTo>
                    <a:pt x="36" y="11"/>
                    <a:pt x="43" y="10"/>
                    <a:pt x="48" y="10"/>
                  </a:cubicBezTo>
                  <a:cubicBezTo>
                    <a:pt x="56" y="9"/>
                    <a:pt x="66" y="12"/>
                    <a:pt x="65" y="23"/>
                  </a:cubicBezTo>
                  <a:cubicBezTo>
                    <a:pt x="64" y="33"/>
                    <a:pt x="51" y="35"/>
                    <a:pt x="43" y="35"/>
                  </a:cubicBezTo>
                  <a:cubicBezTo>
                    <a:pt x="33" y="36"/>
                    <a:pt x="0" y="30"/>
                    <a:pt x="11" y="14"/>
                  </a:cubicBezTo>
                  <a:cubicBezTo>
                    <a:pt x="21" y="0"/>
                    <a:pt x="45" y="0"/>
                    <a:pt x="58" y="5"/>
                  </a:cubicBezTo>
                </a:path>
              </a:pathLst>
            </a:custGeom>
            <a:solidFill>
              <a:srgbClr val="F7B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3" name="Butter-spread-on-bread">
            <a:extLst>
              <a:ext uri="{FF2B5EF4-FFF2-40B4-BE49-F238E27FC236}">
                <a16:creationId xmlns:a16="http://schemas.microsoft.com/office/drawing/2014/main" id="{DC7B76E7-E480-4F57-9ED7-CB1DE8F795CD}"/>
              </a:ext>
            </a:extLst>
          </p:cNvPr>
          <p:cNvGrpSpPr>
            <a:grpSpLocks/>
          </p:cNvGrpSpPr>
          <p:nvPr/>
        </p:nvGrpSpPr>
        <p:grpSpPr bwMode="auto">
          <a:xfrm>
            <a:off x="8275638" y="4346575"/>
            <a:ext cx="1643062" cy="1652588"/>
            <a:chOff x="3822" y="820"/>
            <a:chExt cx="1134" cy="1141"/>
          </a:xfrm>
        </p:grpSpPr>
        <p:grpSp>
          <p:nvGrpSpPr>
            <p:cNvPr id="35003" name="Group 455">
              <a:extLst>
                <a:ext uri="{FF2B5EF4-FFF2-40B4-BE49-F238E27FC236}">
                  <a16:creationId xmlns:a16="http://schemas.microsoft.com/office/drawing/2014/main" id="{AFC88AE7-CB82-4055-ABE6-BED05B124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2" y="820"/>
              <a:ext cx="1134" cy="1141"/>
              <a:chOff x="3822" y="820"/>
              <a:chExt cx="1134" cy="1141"/>
            </a:xfrm>
          </p:grpSpPr>
          <p:sp>
            <p:nvSpPr>
              <p:cNvPr id="35079" name="Freeform 456">
                <a:extLst>
                  <a:ext uri="{FF2B5EF4-FFF2-40B4-BE49-F238E27FC236}">
                    <a16:creationId xmlns:a16="http://schemas.microsoft.com/office/drawing/2014/main" id="{F650AA76-0F10-49E6-A89D-781E83DE2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895"/>
                <a:ext cx="1127" cy="1057"/>
              </a:xfrm>
              <a:custGeom>
                <a:avLst/>
                <a:gdLst>
                  <a:gd name="T0" fmla="*/ 1064 w 1160"/>
                  <a:gd name="T1" fmla="*/ 588 h 1020"/>
                  <a:gd name="T2" fmla="*/ 529 w 1160"/>
                  <a:gd name="T3" fmla="*/ 1135 h 1020"/>
                  <a:gd name="T4" fmla="*/ 0 w 1160"/>
                  <a:gd name="T5" fmla="*/ 596 h 1020"/>
                  <a:gd name="T6" fmla="*/ 572 w 1160"/>
                  <a:gd name="T7" fmla="*/ 0 h 1020"/>
                  <a:gd name="T8" fmla="*/ 1064 w 1160"/>
                  <a:gd name="T9" fmla="*/ 588 h 10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0" h="1020">
                    <a:moveTo>
                      <a:pt x="1160" y="528"/>
                    </a:moveTo>
                    <a:cubicBezTo>
                      <a:pt x="1160" y="806"/>
                      <a:pt x="920" y="1020"/>
                      <a:pt x="576" y="1020"/>
                    </a:cubicBezTo>
                    <a:cubicBezTo>
                      <a:pt x="232" y="1020"/>
                      <a:pt x="0" y="814"/>
                      <a:pt x="0" y="536"/>
                    </a:cubicBezTo>
                    <a:cubicBezTo>
                      <a:pt x="0" y="258"/>
                      <a:pt x="280" y="0"/>
                      <a:pt x="624" y="0"/>
                    </a:cubicBezTo>
                    <a:cubicBezTo>
                      <a:pt x="968" y="0"/>
                      <a:pt x="1160" y="250"/>
                      <a:pt x="1160" y="528"/>
                    </a:cubicBezTo>
                    <a:close/>
                  </a:path>
                </a:pathLst>
              </a:custGeom>
              <a:solidFill>
                <a:srgbClr val="A555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457">
                <a:extLst>
                  <a:ext uri="{FF2B5EF4-FFF2-40B4-BE49-F238E27FC236}">
                    <a16:creationId xmlns:a16="http://schemas.microsoft.com/office/drawing/2014/main" id="{DAF4E97A-06E0-45D1-A1F1-613A3F199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820"/>
                <a:ext cx="1127" cy="1057"/>
              </a:xfrm>
              <a:custGeom>
                <a:avLst/>
                <a:gdLst>
                  <a:gd name="T0" fmla="*/ 1064 w 1160"/>
                  <a:gd name="T1" fmla="*/ 588 h 1020"/>
                  <a:gd name="T2" fmla="*/ 529 w 1160"/>
                  <a:gd name="T3" fmla="*/ 1135 h 1020"/>
                  <a:gd name="T4" fmla="*/ 0 w 1160"/>
                  <a:gd name="T5" fmla="*/ 596 h 1020"/>
                  <a:gd name="T6" fmla="*/ 572 w 1160"/>
                  <a:gd name="T7" fmla="*/ 0 h 1020"/>
                  <a:gd name="T8" fmla="*/ 1064 w 1160"/>
                  <a:gd name="T9" fmla="*/ 588 h 10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0" h="1020">
                    <a:moveTo>
                      <a:pt x="1160" y="528"/>
                    </a:moveTo>
                    <a:cubicBezTo>
                      <a:pt x="1160" y="806"/>
                      <a:pt x="920" y="1020"/>
                      <a:pt x="576" y="1020"/>
                    </a:cubicBezTo>
                    <a:cubicBezTo>
                      <a:pt x="232" y="1020"/>
                      <a:pt x="0" y="814"/>
                      <a:pt x="0" y="536"/>
                    </a:cubicBezTo>
                    <a:cubicBezTo>
                      <a:pt x="0" y="258"/>
                      <a:pt x="280" y="0"/>
                      <a:pt x="624" y="0"/>
                    </a:cubicBezTo>
                    <a:cubicBezTo>
                      <a:pt x="968" y="0"/>
                      <a:pt x="1160" y="250"/>
                      <a:pt x="1160" y="528"/>
                    </a:cubicBezTo>
                    <a:close/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458">
                <a:extLst>
                  <a:ext uri="{FF2B5EF4-FFF2-40B4-BE49-F238E27FC236}">
                    <a16:creationId xmlns:a16="http://schemas.microsoft.com/office/drawing/2014/main" id="{AFC92613-F13E-493B-A435-3B73E7E1B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832"/>
                <a:ext cx="1089" cy="1021"/>
              </a:xfrm>
              <a:custGeom>
                <a:avLst/>
                <a:gdLst>
                  <a:gd name="T0" fmla="*/ 1030 w 1120"/>
                  <a:gd name="T1" fmla="*/ 568 h 985"/>
                  <a:gd name="T2" fmla="*/ 511 w 1120"/>
                  <a:gd name="T3" fmla="*/ 1097 h 985"/>
                  <a:gd name="T4" fmla="*/ 0 w 1120"/>
                  <a:gd name="T5" fmla="*/ 577 h 985"/>
                  <a:gd name="T6" fmla="*/ 553 w 1120"/>
                  <a:gd name="T7" fmla="*/ 0 h 985"/>
                  <a:gd name="T8" fmla="*/ 1030 w 1120"/>
                  <a:gd name="T9" fmla="*/ 568 h 9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0" h="985">
                    <a:moveTo>
                      <a:pt x="1120" y="510"/>
                    </a:moveTo>
                    <a:cubicBezTo>
                      <a:pt x="1120" y="779"/>
                      <a:pt x="888" y="985"/>
                      <a:pt x="556" y="985"/>
                    </a:cubicBezTo>
                    <a:cubicBezTo>
                      <a:pt x="224" y="985"/>
                      <a:pt x="0" y="786"/>
                      <a:pt x="0" y="518"/>
                    </a:cubicBezTo>
                    <a:cubicBezTo>
                      <a:pt x="0" y="249"/>
                      <a:pt x="271" y="0"/>
                      <a:pt x="602" y="0"/>
                    </a:cubicBezTo>
                    <a:cubicBezTo>
                      <a:pt x="934" y="0"/>
                      <a:pt x="1120" y="241"/>
                      <a:pt x="1120" y="510"/>
                    </a:cubicBezTo>
                    <a:close/>
                  </a:path>
                </a:pathLst>
              </a:custGeom>
              <a:solidFill>
                <a:srgbClr val="EDB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459">
                <a:extLst>
                  <a:ext uri="{FF2B5EF4-FFF2-40B4-BE49-F238E27FC236}">
                    <a16:creationId xmlns:a16="http://schemas.microsoft.com/office/drawing/2014/main" id="{D95A988B-A847-4701-B075-4E9E08B7C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034"/>
                <a:ext cx="43" cy="62"/>
              </a:xfrm>
              <a:custGeom>
                <a:avLst/>
                <a:gdLst>
                  <a:gd name="T0" fmla="*/ 13 w 45"/>
                  <a:gd name="T1" fmla="*/ 22 h 60"/>
                  <a:gd name="T2" fmla="*/ 7 w 45"/>
                  <a:gd name="T3" fmla="*/ 60 h 60"/>
                  <a:gd name="T4" fmla="*/ 30 w 45"/>
                  <a:gd name="T5" fmla="*/ 47 h 60"/>
                  <a:gd name="T6" fmla="*/ 10 w 45"/>
                  <a:gd name="T7" fmla="*/ 27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0">
                    <a:moveTo>
                      <a:pt x="16" y="19"/>
                    </a:moveTo>
                    <a:cubicBezTo>
                      <a:pt x="7" y="21"/>
                      <a:pt x="0" y="46"/>
                      <a:pt x="7" y="54"/>
                    </a:cubicBezTo>
                    <a:cubicBezTo>
                      <a:pt x="13" y="60"/>
                      <a:pt x="30" y="49"/>
                      <a:pt x="34" y="43"/>
                    </a:cubicBezTo>
                    <a:cubicBezTo>
                      <a:pt x="45" y="26"/>
                      <a:pt x="19" y="0"/>
                      <a:pt x="10" y="2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460">
                <a:extLst>
                  <a:ext uri="{FF2B5EF4-FFF2-40B4-BE49-F238E27FC236}">
                    <a16:creationId xmlns:a16="http://schemas.microsoft.com/office/drawing/2014/main" id="{3822A517-E525-4152-B95C-81D1CD514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083"/>
                <a:ext cx="37" cy="28"/>
              </a:xfrm>
              <a:custGeom>
                <a:avLst/>
                <a:gdLst>
                  <a:gd name="T0" fmla="*/ 27 w 38"/>
                  <a:gd name="T1" fmla="*/ 0 h 27"/>
                  <a:gd name="T2" fmla="*/ 19 w 38"/>
                  <a:gd name="T3" fmla="*/ 29 h 27"/>
                  <a:gd name="T4" fmla="*/ 26 w 38"/>
                  <a:gd name="T5" fmla="*/ 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7">
                    <a:moveTo>
                      <a:pt x="30" y="0"/>
                    </a:moveTo>
                    <a:cubicBezTo>
                      <a:pt x="24" y="3"/>
                      <a:pt x="0" y="24"/>
                      <a:pt x="20" y="26"/>
                    </a:cubicBezTo>
                    <a:cubicBezTo>
                      <a:pt x="31" y="27"/>
                      <a:pt x="38" y="9"/>
                      <a:pt x="29" y="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461">
                <a:extLst>
                  <a:ext uri="{FF2B5EF4-FFF2-40B4-BE49-F238E27FC236}">
                    <a16:creationId xmlns:a16="http://schemas.microsoft.com/office/drawing/2014/main" id="{A8C328BF-5D15-48B7-A5B1-7B3A92411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109"/>
                <a:ext cx="48" cy="42"/>
              </a:xfrm>
              <a:custGeom>
                <a:avLst/>
                <a:gdLst>
                  <a:gd name="T0" fmla="*/ 29 w 49"/>
                  <a:gd name="T1" fmla="*/ 6 h 40"/>
                  <a:gd name="T2" fmla="*/ 16 w 49"/>
                  <a:gd name="T3" fmla="*/ 42 h 40"/>
                  <a:gd name="T4" fmla="*/ 43 w 49"/>
                  <a:gd name="T5" fmla="*/ 9 h 40"/>
                  <a:gd name="T6" fmla="*/ 24 w 49"/>
                  <a:gd name="T7" fmla="*/ 6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0">
                    <a:moveTo>
                      <a:pt x="32" y="6"/>
                    </a:moveTo>
                    <a:cubicBezTo>
                      <a:pt x="14" y="0"/>
                      <a:pt x="0" y="29"/>
                      <a:pt x="16" y="36"/>
                    </a:cubicBezTo>
                    <a:cubicBezTo>
                      <a:pt x="27" y="40"/>
                      <a:pt x="49" y="21"/>
                      <a:pt x="46" y="9"/>
                    </a:cubicBezTo>
                    <a:cubicBezTo>
                      <a:pt x="40" y="7"/>
                      <a:pt x="34" y="3"/>
                      <a:pt x="27" y="6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462">
                <a:extLst>
                  <a:ext uri="{FF2B5EF4-FFF2-40B4-BE49-F238E27FC236}">
                    <a16:creationId xmlns:a16="http://schemas.microsoft.com/office/drawing/2014/main" id="{51E82FED-F0EA-40FD-998F-28A230314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017"/>
                <a:ext cx="31" cy="45"/>
              </a:xfrm>
              <a:custGeom>
                <a:avLst/>
                <a:gdLst>
                  <a:gd name="T0" fmla="*/ 12 w 32"/>
                  <a:gd name="T1" fmla="*/ 9 h 43"/>
                  <a:gd name="T2" fmla="*/ 27 w 32"/>
                  <a:gd name="T3" fmla="*/ 24 h 43"/>
                  <a:gd name="T4" fmla="*/ 10 w 32"/>
                  <a:gd name="T5" fmla="*/ 1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3">
                    <a:moveTo>
                      <a:pt x="12" y="9"/>
                    </a:moveTo>
                    <a:cubicBezTo>
                      <a:pt x="0" y="26"/>
                      <a:pt x="25" y="43"/>
                      <a:pt x="30" y="21"/>
                    </a:cubicBezTo>
                    <a:cubicBezTo>
                      <a:pt x="32" y="9"/>
                      <a:pt x="20" y="0"/>
                      <a:pt x="10" y="10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463">
                <a:extLst>
                  <a:ext uri="{FF2B5EF4-FFF2-40B4-BE49-F238E27FC236}">
                    <a16:creationId xmlns:a16="http://schemas.microsoft.com/office/drawing/2014/main" id="{54788BD1-45EC-4FD9-B085-A74455D67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058"/>
                <a:ext cx="29" cy="59"/>
              </a:xfrm>
              <a:custGeom>
                <a:avLst/>
                <a:gdLst>
                  <a:gd name="T0" fmla="*/ 13 w 30"/>
                  <a:gd name="T1" fmla="*/ 21 h 57"/>
                  <a:gd name="T2" fmla="*/ 9 w 30"/>
                  <a:gd name="T3" fmla="*/ 21 h 57"/>
                  <a:gd name="T4" fmla="*/ 20 w 30"/>
                  <a:gd name="T5" fmla="*/ 32 h 57"/>
                  <a:gd name="T6" fmla="*/ 9 w 30"/>
                  <a:gd name="T7" fmla="*/ 13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7">
                    <a:moveTo>
                      <a:pt x="13" y="18"/>
                    </a:moveTo>
                    <a:cubicBezTo>
                      <a:pt x="12" y="17"/>
                      <a:pt x="10" y="17"/>
                      <a:pt x="9" y="18"/>
                    </a:cubicBezTo>
                    <a:cubicBezTo>
                      <a:pt x="0" y="39"/>
                      <a:pt x="10" y="57"/>
                      <a:pt x="23" y="29"/>
                    </a:cubicBezTo>
                    <a:cubicBezTo>
                      <a:pt x="30" y="16"/>
                      <a:pt x="24" y="0"/>
                      <a:pt x="9" y="1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464">
                <a:extLst>
                  <a:ext uri="{FF2B5EF4-FFF2-40B4-BE49-F238E27FC236}">
                    <a16:creationId xmlns:a16="http://schemas.microsoft.com/office/drawing/2014/main" id="{FA6DFF82-FE4B-4921-8B7C-A70B41D66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132"/>
                <a:ext cx="28" cy="25"/>
              </a:xfrm>
              <a:custGeom>
                <a:avLst/>
                <a:gdLst>
                  <a:gd name="T0" fmla="*/ 14 w 28"/>
                  <a:gd name="T1" fmla="*/ 3 h 24"/>
                  <a:gd name="T2" fmla="*/ 11 w 28"/>
                  <a:gd name="T3" fmla="*/ 25 h 24"/>
                  <a:gd name="T4" fmla="*/ 27 w 28"/>
                  <a:gd name="T5" fmla="*/ 2 h 24"/>
                  <a:gd name="T6" fmla="*/ 8 w 28"/>
                  <a:gd name="T7" fmla="*/ 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14" y="3"/>
                    </a:moveTo>
                    <a:cubicBezTo>
                      <a:pt x="5" y="4"/>
                      <a:pt x="0" y="20"/>
                      <a:pt x="11" y="22"/>
                    </a:cubicBezTo>
                    <a:cubicBezTo>
                      <a:pt x="19" y="24"/>
                      <a:pt x="28" y="8"/>
                      <a:pt x="27" y="2"/>
                    </a:cubicBezTo>
                    <a:cubicBezTo>
                      <a:pt x="20" y="0"/>
                      <a:pt x="13" y="4"/>
                      <a:pt x="8" y="9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465">
                <a:extLst>
                  <a:ext uri="{FF2B5EF4-FFF2-40B4-BE49-F238E27FC236}">
                    <a16:creationId xmlns:a16="http://schemas.microsoft.com/office/drawing/2014/main" id="{936B8EF3-57BA-4792-A5F6-6FB226B97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159"/>
                <a:ext cx="67" cy="38"/>
              </a:xfrm>
              <a:custGeom>
                <a:avLst/>
                <a:gdLst>
                  <a:gd name="T0" fmla="*/ 48 w 69"/>
                  <a:gd name="T1" fmla="*/ 8 h 37"/>
                  <a:gd name="T2" fmla="*/ 3 w 69"/>
                  <a:gd name="T3" fmla="*/ 18 h 37"/>
                  <a:gd name="T4" fmla="*/ 39 w 69"/>
                  <a:gd name="T5" fmla="*/ 39 h 37"/>
                  <a:gd name="T6" fmla="*/ 60 w 69"/>
                  <a:gd name="T7" fmla="*/ 17 h 37"/>
                  <a:gd name="T8" fmla="*/ 41 w 69"/>
                  <a:gd name="T9" fmla="*/ 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37">
                    <a:moveTo>
                      <a:pt x="52" y="8"/>
                    </a:moveTo>
                    <a:cubicBezTo>
                      <a:pt x="42" y="0"/>
                      <a:pt x="8" y="1"/>
                      <a:pt x="3" y="18"/>
                    </a:cubicBezTo>
                    <a:cubicBezTo>
                      <a:pt x="0" y="31"/>
                      <a:pt x="32" y="36"/>
                      <a:pt x="42" y="36"/>
                    </a:cubicBezTo>
                    <a:cubicBezTo>
                      <a:pt x="53" y="37"/>
                      <a:pt x="69" y="32"/>
                      <a:pt x="66" y="17"/>
                    </a:cubicBezTo>
                    <a:cubicBezTo>
                      <a:pt x="64" y="6"/>
                      <a:pt x="53" y="11"/>
                      <a:pt x="44" y="5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466">
                <a:extLst>
                  <a:ext uri="{FF2B5EF4-FFF2-40B4-BE49-F238E27FC236}">
                    <a16:creationId xmlns:a16="http://schemas.microsoft.com/office/drawing/2014/main" id="{A0C2F8A5-718A-45A9-A8F0-32F276493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188"/>
                <a:ext cx="8" cy="11"/>
              </a:xfrm>
              <a:custGeom>
                <a:avLst/>
                <a:gdLst>
                  <a:gd name="T0" fmla="*/ 1 w 8"/>
                  <a:gd name="T1" fmla="*/ 4 h 11"/>
                  <a:gd name="T2" fmla="*/ 6 w 8"/>
                  <a:gd name="T3" fmla="*/ 11 h 11"/>
                  <a:gd name="T4" fmla="*/ 5 w 8"/>
                  <a:gd name="T5" fmla="*/ 0 h 11"/>
                  <a:gd name="T6" fmla="*/ 1 w 8"/>
                  <a:gd name="T7" fmla="*/ 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1" y="4"/>
                    </a:moveTo>
                    <a:cubicBezTo>
                      <a:pt x="0" y="8"/>
                      <a:pt x="0" y="11"/>
                      <a:pt x="6" y="11"/>
                    </a:cubicBezTo>
                    <a:cubicBezTo>
                      <a:pt x="8" y="5"/>
                      <a:pt x="8" y="4"/>
                      <a:pt x="5" y="0"/>
                    </a:cubicBezTo>
                    <a:cubicBezTo>
                      <a:pt x="3" y="1"/>
                      <a:pt x="2" y="3"/>
                      <a:pt x="1" y="5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467">
                <a:extLst>
                  <a:ext uri="{FF2B5EF4-FFF2-40B4-BE49-F238E27FC236}">
                    <a16:creationId xmlns:a16="http://schemas.microsoft.com/office/drawing/2014/main" id="{FD71D4E3-8A5C-48B3-8624-303D4CA3A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202"/>
                <a:ext cx="17" cy="14"/>
              </a:xfrm>
              <a:custGeom>
                <a:avLst/>
                <a:gdLst>
                  <a:gd name="T0" fmla="*/ 8 w 17"/>
                  <a:gd name="T1" fmla="*/ 16 h 13"/>
                  <a:gd name="T2" fmla="*/ 0 w 17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8" y="13"/>
                    </a:moveTo>
                    <a:cubicBezTo>
                      <a:pt x="17" y="11"/>
                      <a:pt x="7" y="0"/>
                      <a:pt x="0" y="9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468">
                <a:extLst>
                  <a:ext uri="{FF2B5EF4-FFF2-40B4-BE49-F238E27FC236}">
                    <a16:creationId xmlns:a16="http://schemas.microsoft.com/office/drawing/2014/main" id="{3A404FD4-4CED-45C2-98D9-8BE61B215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10"/>
                <a:ext cx="24" cy="25"/>
              </a:xfrm>
              <a:custGeom>
                <a:avLst/>
                <a:gdLst>
                  <a:gd name="T0" fmla="*/ 12 w 24"/>
                  <a:gd name="T1" fmla="*/ 18 h 24"/>
                  <a:gd name="T2" fmla="*/ 10 w 24"/>
                  <a:gd name="T3" fmla="*/ 23 h 24"/>
                  <a:gd name="T4" fmla="*/ 1 w 24"/>
                  <a:gd name="T5" fmla="*/ 2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4">
                    <a:moveTo>
                      <a:pt x="12" y="15"/>
                    </a:moveTo>
                    <a:cubicBezTo>
                      <a:pt x="11" y="17"/>
                      <a:pt x="10" y="18"/>
                      <a:pt x="10" y="20"/>
                    </a:cubicBezTo>
                    <a:cubicBezTo>
                      <a:pt x="24" y="17"/>
                      <a:pt x="0" y="0"/>
                      <a:pt x="1" y="2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469">
                <a:extLst>
                  <a:ext uri="{FF2B5EF4-FFF2-40B4-BE49-F238E27FC236}">
                    <a16:creationId xmlns:a16="http://schemas.microsoft.com/office/drawing/2014/main" id="{D9DF9812-B106-4E9F-922B-B8CFB84F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244"/>
                <a:ext cx="8" cy="13"/>
              </a:xfrm>
              <a:custGeom>
                <a:avLst/>
                <a:gdLst>
                  <a:gd name="T0" fmla="*/ 2 w 9"/>
                  <a:gd name="T1" fmla="*/ 10 h 13"/>
                  <a:gd name="T2" fmla="*/ 5 w 9"/>
                  <a:gd name="T3" fmla="*/ 12 h 13"/>
                  <a:gd name="T4" fmla="*/ 2 w 9"/>
                  <a:gd name="T5" fmla="*/ 0 h 13"/>
                  <a:gd name="T6" fmla="*/ 2 w 9"/>
                  <a:gd name="T7" fmla="*/ 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2" y="10"/>
                    </a:moveTo>
                    <a:cubicBezTo>
                      <a:pt x="4" y="11"/>
                      <a:pt x="5" y="13"/>
                      <a:pt x="8" y="12"/>
                    </a:cubicBezTo>
                    <a:cubicBezTo>
                      <a:pt x="9" y="6"/>
                      <a:pt x="8" y="1"/>
                      <a:pt x="2" y="0"/>
                    </a:cubicBezTo>
                    <a:cubicBezTo>
                      <a:pt x="0" y="3"/>
                      <a:pt x="2" y="5"/>
                      <a:pt x="2" y="7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470">
                <a:extLst>
                  <a:ext uri="{FF2B5EF4-FFF2-40B4-BE49-F238E27FC236}">
                    <a16:creationId xmlns:a16="http://schemas.microsoft.com/office/drawing/2014/main" id="{E389C2E0-7435-4F84-8AD0-F8CCC7EC8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219"/>
                <a:ext cx="10" cy="15"/>
              </a:xfrm>
              <a:custGeom>
                <a:avLst/>
                <a:gdLst>
                  <a:gd name="T0" fmla="*/ 3 w 11"/>
                  <a:gd name="T1" fmla="*/ 17 h 14"/>
                  <a:gd name="T2" fmla="*/ 5 w 11"/>
                  <a:gd name="T3" fmla="*/ 0 h 14"/>
                  <a:gd name="T4" fmla="*/ 0 w 11"/>
                  <a:gd name="T5" fmla="*/ 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3" y="14"/>
                    </a:moveTo>
                    <a:cubicBezTo>
                      <a:pt x="9" y="13"/>
                      <a:pt x="11" y="7"/>
                      <a:pt x="7" y="0"/>
                    </a:cubicBezTo>
                    <a:cubicBezTo>
                      <a:pt x="3" y="0"/>
                      <a:pt x="2" y="3"/>
                      <a:pt x="0" y="6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471">
                <a:extLst>
                  <a:ext uri="{FF2B5EF4-FFF2-40B4-BE49-F238E27FC236}">
                    <a16:creationId xmlns:a16="http://schemas.microsoft.com/office/drawing/2014/main" id="{21E9566F-BCB4-4035-A43D-ADE7941E9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260"/>
                <a:ext cx="4" cy="8"/>
              </a:xfrm>
              <a:custGeom>
                <a:avLst/>
                <a:gdLst>
                  <a:gd name="T0" fmla="*/ 2 w 5"/>
                  <a:gd name="T1" fmla="*/ 9 h 7"/>
                  <a:gd name="T2" fmla="*/ 2 w 5"/>
                  <a:gd name="T3" fmla="*/ 8 h 7"/>
                  <a:gd name="T4" fmla="*/ 0 w 5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2" y="6"/>
                    </a:moveTo>
                    <a:cubicBezTo>
                      <a:pt x="4" y="5"/>
                      <a:pt x="4" y="7"/>
                      <a:pt x="5" y="5"/>
                    </a:cubicBezTo>
                    <a:cubicBezTo>
                      <a:pt x="4" y="0"/>
                      <a:pt x="3" y="3"/>
                      <a:pt x="0" y="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472">
                <a:extLst>
                  <a:ext uri="{FF2B5EF4-FFF2-40B4-BE49-F238E27FC236}">
                    <a16:creationId xmlns:a16="http://schemas.microsoft.com/office/drawing/2014/main" id="{D92EF9C5-64FE-42D0-B9B1-7C5EBEEFB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286"/>
                <a:ext cx="7" cy="7"/>
              </a:xfrm>
              <a:custGeom>
                <a:avLst/>
                <a:gdLst>
                  <a:gd name="T0" fmla="*/ 7 w 7"/>
                  <a:gd name="T1" fmla="*/ 6 h 6"/>
                  <a:gd name="T2" fmla="*/ 3 w 7"/>
                  <a:gd name="T3" fmla="*/ 1 h 6"/>
                  <a:gd name="T4" fmla="*/ 1 w 7"/>
                  <a:gd name="T5" fmla="*/ 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5" y="3"/>
                      <a:pt x="4" y="6"/>
                      <a:pt x="3" y="1"/>
                    </a:cubicBezTo>
                    <a:cubicBezTo>
                      <a:pt x="0" y="0"/>
                      <a:pt x="2" y="2"/>
                      <a:pt x="1" y="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473">
                <a:extLst>
                  <a:ext uri="{FF2B5EF4-FFF2-40B4-BE49-F238E27FC236}">
                    <a16:creationId xmlns:a16="http://schemas.microsoft.com/office/drawing/2014/main" id="{C1B37B58-5F79-4FB0-A81D-05F1C6C93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099"/>
                <a:ext cx="20" cy="12"/>
              </a:xfrm>
              <a:custGeom>
                <a:avLst/>
                <a:gdLst>
                  <a:gd name="T0" fmla="*/ 0 w 20"/>
                  <a:gd name="T1" fmla="*/ 10 h 12"/>
                  <a:gd name="T2" fmla="*/ 17 w 20"/>
                  <a:gd name="T3" fmla="*/ 7 h 12"/>
                  <a:gd name="T4" fmla="*/ 3 w 20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0" y="10"/>
                    </a:moveTo>
                    <a:cubicBezTo>
                      <a:pt x="5" y="9"/>
                      <a:pt x="14" y="12"/>
                      <a:pt x="17" y="7"/>
                    </a:cubicBezTo>
                    <a:cubicBezTo>
                      <a:pt x="20" y="0"/>
                      <a:pt x="6" y="2"/>
                      <a:pt x="3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474">
                <a:extLst>
                  <a:ext uri="{FF2B5EF4-FFF2-40B4-BE49-F238E27FC236}">
                    <a16:creationId xmlns:a16="http://schemas.microsoft.com/office/drawing/2014/main" id="{242DF0BD-B62C-43EA-9C5B-21728510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149"/>
                <a:ext cx="14" cy="7"/>
              </a:xfrm>
              <a:custGeom>
                <a:avLst/>
                <a:gdLst>
                  <a:gd name="T0" fmla="*/ 0 w 14"/>
                  <a:gd name="T1" fmla="*/ 6 h 7"/>
                  <a:gd name="T2" fmla="*/ 14 w 14"/>
                  <a:gd name="T3" fmla="*/ 5 h 7"/>
                  <a:gd name="T4" fmla="*/ 3 w 14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0" y="6"/>
                    </a:moveTo>
                    <a:cubicBezTo>
                      <a:pt x="5" y="7"/>
                      <a:pt x="10" y="6"/>
                      <a:pt x="14" y="5"/>
                    </a:cubicBezTo>
                    <a:cubicBezTo>
                      <a:pt x="10" y="0"/>
                      <a:pt x="7" y="1"/>
                      <a:pt x="3" y="5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475">
                <a:extLst>
                  <a:ext uri="{FF2B5EF4-FFF2-40B4-BE49-F238E27FC236}">
                    <a16:creationId xmlns:a16="http://schemas.microsoft.com/office/drawing/2014/main" id="{E7177A20-C7C0-4055-B671-F6A08C050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145"/>
                <a:ext cx="7" cy="5"/>
              </a:xfrm>
              <a:custGeom>
                <a:avLst/>
                <a:gdLst>
                  <a:gd name="T0" fmla="*/ 4 w 7"/>
                  <a:gd name="T1" fmla="*/ 5 h 4"/>
                  <a:gd name="T2" fmla="*/ 5 w 7"/>
                  <a:gd name="T3" fmla="*/ 8 h 4"/>
                  <a:gd name="T4" fmla="*/ 0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5" y="3"/>
                      <a:pt x="7" y="2"/>
                      <a:pt x="5" y="4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476">
                <a:extLst>
                  <a:ext uri="{FF2B5EF4-FFF2-40B4-BE49-F238E27FC236}">
                    <a16:creationId xmlns:a16="http://schemas.microsoft.com/office/drawing/2014/main" id="{6B99686A-7277-4017-BFA7-E5688A2CD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182"/>
                <a:ext cx="6" cy="11"/>
              </a:xfrm>
              <a:custGeom>
                <a:avLst/>
                <a:gdLst>
                  <a:gd name="T0" fmla="*/ 2 w 6"/>
                  <a:gd name="T1" fmla="*/ 11 h 11"/>
                  <a:gd name="T2" fmla="*/ 6 w 6"/>
                  <a:gd name="T3" fmla="*/ 1 h 11"/>
                  <a:gd name="T4" fmla="*/ 4 w 6"/>
                  <a:gd name="T5" fmla="*/ 0 h 11"/>
                  <a:gd name="T6" fmla="*/ 4 w 6"/>
                  <a:gd name="T7" fmla="*/ 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2" y="11"/>
                    </a:moveTo>
                    <a:cubicBezTo>
                      <a:pt x="4" y="8"/>
                      <a:pt x="6" y="4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0" y="2"/>
                      <a:pt x="4" y="2"/>
                      <a:pt x="4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477">
                <a:extLst>
                  <a:ext uri="{FF2B5EF4-FFF2-40B4-BE49-F238E27FC236}">
                    <a16:creationId xmlns:a16="http://schemas.microsoft.com/office/drawing/2014/main" id="{51C4D533-3E90-48A5-98E4-A65748234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136"/>
                <a:ext cx="10" cy="12"/>
              </a:xfrm>
              <a:custGeom>
                <a:avLst/>
                <a:gdLst>
                  <a:gd name="T0" fmla="*/ 0 w 10"/>
                  <a:gd name="T1" fmla="*/ 12 h 11"/>
                  <a:gd name="T2" fmla="*/ 8 w 10"/>
                  <a:gd name="T3" fmla="*/ 14 h 11"/>
                  <a:gd name="T4" fmla="*/ 5 w 10"/>
                  <a:gd name="T5" fmla="*/ 0 h 11"/>
                  <a:gd name="T6" fmla="*/ 2 w 10"/>
                  <a:gd name="T7" fmla="*/ 9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2" y="10"/>
                      <a:pt x="6" y="11"/>
                      <a:pt x="8" y="11"/>
                    </a:cubicBezTo>
                    <a:cubicBezTo>
                      <a:pt x="10" y="5"/>
                      <a:pt x="10" y="3"/>
                      <a:pt x="5" y="0"/>
                    </a:cubicBezTo>
                    <a:cubicBezTo>
                      <a:pt x="2" y="2"/>
                      <a:pt x="3" y="4"/>
                      <a:pt x="2" y="6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478">
                <a:extLst>
                  <a:ext uri="{FF2B5EF4-FFF2-40B4-BE49-F238E27FC236}">
                    <a16:creationId xmlns:a16="http://schemas.microsoft.com/office/drawing/2014/main" id="{934DB562-FA2D-42C3-AAF2-A3A92645A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123"/>
                <a:ext cx="4" cy="6"/>
              </a:xfrm>
              <a:custGeom>
                <a:avLst/>
                <a:gdLst>
                  <a:gd name="T0" fmla="*/ 0 w 5"/>
                  <a:gd name="T1" fmla="*/ 4 h 6"/>
                  <a:gd name="T2" fmla="*/ 2 w 5"/>
                  <a:gd name="T3" fmla="*/ 2 h 6"/>
                  <a:gd name="T4" fmla="*/ 1 w 5"/>
                  <a:gd name="T5" fmla="*/ 0 h 6"/>
                  <a:gd name="T6" fmla="*/ 1 w 5"/>
                  <a:gd name="T7" fmla="*/ 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2" y="3"/>
                      <a:pt x="4" y="6"/>
                      <a:pt x="5" y="2"/>
                    </a:cubicBezTo>
                    <a:cubicBezTo>
                      <a:pt x="4" y="1"/>
                      <a:pt x="3" y="1"/>
                      <a:pt x="1" y="0"/>
                    </a:cubicBezTo>
                    <a:cubicBezTo>
                      <a:pt x="1" y="1"/>
                      <a:pt x="1" y="4"/>
                      <a:pt x="1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479">
                <a:extLst>
                  <a:ext uri="{FF2B5EF4-FFF2-40B4-BE49-F238E27FC236}">
                    <a16:creationId xmlns:a16="http://schemas.microsoft.com/office/drawing/2014/main" id="{691DCD66-1A93-4598-BE5F-ACCECF1BC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029"/>
                <a:ext cx="7" cy="8"/>
              </a:xfrm>
              <a:custGeom>
                <a:avLst/>
                <a:gdLst>
                  <a:gd name="T0" fmla="*/ 1 w 8"/>
                  <a:gd name="T1" fmla="*/ 0 h 7"/>
                  <a:gd name="T2" fmla="*/ 4 w 8"/>
                  <a:gd name="T3" fmla="*/ 10 h 7"/>
                  <a:gd name="T4" fmla="*/ 1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0" y="3"/>
                      <a:pt x="0" y="6"/>
                      <a:pt x="6" y="7"/>
                    </a:cubicBezTo>
                    <a:cubicBezTo>
                      <a:pt x="8" y="1"/>
                      <a:pt x="5" y="1"/>
                      <a:pt x="1" y="0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480">
                <a:extLst>
                  <a:ext uri="{FF2B5EF4-FFF2-40B4-BE49-F238E27FC236}">
                    <a16:creationId xmlns:a16="http://schemas.microsoft.com/office/drawing/2014/main" id="{03E561A7-B3FE-4178-A0B1-76216C46E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996"/>
                <a:ext cx="10" cy="7"/>
              </a:xfrm>
              <a:custGeom>
                <a:avLst/>
                <a:gdLst>
                  <a:gd name="T0" fmla="*/ 0 w 10"/>
                  <a:gd name="T1" fmla="*/ 7 h 7"/>
                  <a:gd name="T2" fmla="*/ 10 w 10"/>
                  <a:gd name="T3" fmla="*/ 1 h 7"/>
                  <a:gd name="T4" fmla="*/ 4 w 10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5" y="7"/>
                      <a:pt x="9" y="6"/>
                      <a:pt x="10" y="1"/>
                    </a:cubicBezTo>
                    <a:cubicBezTo>
                      <a:pt x="5" y="0"/>
                      <a:pt x="6" y="3"/>
                      <a:pt x="4" y="5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481">
                <a:extLst>
                  <a:ext uri="{FF2B5EF4-FFF2-40B4-BE49-F238E27FC236}">
                    <a16:creationId xmlns:a16="http://schemas.microsoft.com/office/drawing/2014/main" id="{FF47EDDF-E919-43DE-BFE6-9CF9EE2C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982"/>
                <a:ext cx="12" cy="9"/>
              </a:xfrm>
              <a:custGeom>
                <a:avLst/>
                <a:gdLst>
                  <a:gd name="T0" fmla="*/ 0 w 12"/>
                  <a:gd name="T1" fmla="*/ 6 h 9"/>
                  <a:gd name="T2" fmla="*/ 12 w 12"/>
                  <a:gd name="T3" fmla="*/ 0 h 9"/>
                  <a:gd name="T4" fmla="*/ 6 w 12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6"/>
                    </a:moveTo>
                    <a:cubicBezTo>
                      <a:pt x="6" y="7"/>
                      <a:pt x="10" y="6"/>
                      <a:pt x="12" y="0"/>
                    </a:cubicBezTo>
                    <a:cubicBezTo>
                      <a:pt x="10" y="3"/>
                      <a:pt x="8" y="6"/>
                      <a:pt x="6" y="9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482">
                <a:extLst>
                  <a:ext uri="{FF2B5EF4-FFF2-40B4-BE49-F238E27FC236}">
                    <a16:creationId xmlns:a16="http://schemas.microsoft.com/office/drawing/2014/main" id="{62C7207C-63A0-47D3-BBAF-5D3EB718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018"/>
                <a:ext cx="9" cy="9"/>
              </a:xfrm>
              <a:custGeom>
                <a:avLst/>
                <a:gdLst>
                  <a:gd name="T0" fmla="*/ 0 w 9"/>
                  <a:gd name="T1" fmla="*/ 9 h 9"/>
                  <a:gd name="T2" fmla="*/ 6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7" y="9"/>
                      <a:pt x="9" y="5"/>
                      <a:pt x="6" y="0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483">
                <a:extLst>
                  <a:ext uri="{FF2B5EF4-FFF2-40B4-BE49-F238E27FC236}">
                    <a16:creationId xmlns:a16="http://schemas.microsoft.com/office/drawing/2014/main" id="{59802388-8F87-48AC-8D02-364A887DE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984"/>
                <a:ext cx="15" cy="5"/>
              </a:xfrm>
              <a:custGeom>
                <a:avLst/>
                <a:gdLst>
                  <a:gd name="T0" fmla="*/ 0 w 16"/>
                  <a:gd name="T1" fmla="*/ 5 h 5"/>
                  <a:gd name="T2" fmla="*/ 8 w 16"/>
                  <a:gd name="T3" fmla="*/ 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2" y="5"/>
                      <a:pt x="16" y="0"/>
                      <a:pt x="9" y="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484">
                <a:extLst>
                  <a:ext uri="{FF2B5EF4-FFF2-40B4-BE49-F238E27FC236}">
                    <a16:creationId xmlns:a16="http://schemas.microsoft.com/office/drawing/2014/main" id="{770A5A9C-8F12-448B-AA0C-9939B1708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18"/>
                <a:ext cx="68" cy="21"/>
              </a:xfrm>
              <a:custGeom>
                <a:avLst/>
                <a:gdLst>
                  <a:gd name="T0" fmla="*/ 2 w 70"/>
                  <a:gd name="T1" fmla="*/ 15 h 20"/>
                  <a:gd name="T2" fmla="*/ 45 w 70"/>
                  <a:gd name="T3" fmla="*/ 6 h 20"/>
                  <a:gd name="T4" fmla="*/ 0 w 70"/>
                  <a:gd name="T5" fmla="*/ 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0">
                    <a:moveTo>
                      <a:pt x="2" y="12"/>
                    </a:moveTo>
                    <a:cubicBezTo>
                      <a:pt x="14" y="20"/>
                      <a:pt x="70" y="20"/>
                      <a:pt x="48" y="6"/>
                    </a:cubicBezTo>
                    <a:cubicBezTo>
                      <a:pt x="38" y="0"/>
                      <a:pt x="10" y="1"/>
                      <a:pt x="0" y="7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485">
                <a:extLst>
                  <a:ext uri="{FF2B5EF4-FFF2-40B4-BE49-F238E27FC236}">
                    <a16:creationId xmlns:a16="http://schemas.microsoft.com/office/drawing/2014/main" id="{258294ED-755B-4FFC-9CD6-ABBE2C577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824"/>
                <a:ext cx="17" cy="13"/>
              </a:xfrm>
              <a:custGeom>
                <a:avLst/>
                <a:gdLst>
                  <a:gd name="T0" fmla="*/ 4 w 17"/>
                  <a:gd name="T1" fmla="*/ 3 h 12"/>
                  <a:gd name="T2" fmla="*/ 17 w 17"/>
                  <a:gd name="T3" fmla="*/ 13 h 12"/>
                  <a:gd name="T4" fmla="*/ 0 w 17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4" y="3"/>
                    </a:moveTo>
                    <a:cubicBezTo>
                      <a:pt x="10" y="0"/>
                      <a:pt x="17" y="3"/>
                      <a:pt x="17" y="10"/>
                    </a:cubicBezTo>
                    <a:cubicBezTo>
                      <a:pt x="10" y="12"/>
                      <a:pt x="4" y="8"/>
                      <a:pt x="0" y="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486">
                <a:extLst>
                  <a:ext uri="{FF2B5EF4-FFF2-40B4-BE49-F238E27FC236}">
                    <a16:creationId xmlns:a16="http://schemas.microsoft.com/office/drawing/2014/main" id="{8D232139-ACA7-46A0-A568-02C87F8F2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14"/>
                <a:ext cx="12" cy="9"/>
              </a:xfrm>
              <a:custGeom>
                <a:avLst/>
                <a:gdLst>
                  <a:gd name="T0" fmla="*/ 6 w 12"/>
                  <a:gd name="T1" fmla="*/ 7 h 9"/>
                  <a:gd name="T2" fmla="*/ 12 w 12"/>
                  <a:gd name="T3" fmla="*/ 8 h 9"/>
                  <a:gd name="T4" fmla="*/ 0 w 12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6" y="7"/>
                    </a:moveTo>
                    <a:cubicBezTo>
                      <a:pt x="8" y="7"/>
                      <a:pt x="9" y="9"/>
                      <a:pt x="12" y="8"/>
                    </a:cubicBezTo>
                    <a:cubicBezTo>
                      <a:pt x="10" y="1"/>
                      <a:pt x="2" y="0"/>
                      <a:pt x="0" y="8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0" name="Freeform 487">
                <a:extLst>
                  <a:ext uri="{FF2B5EF4-FFF2-40B4-BE49-F238E27FC236}">
                    <a16:creationId xmlns:a16="http://schemas.microsoft.com/office/drawing/2014/main" id="{37089BCF-9A2A-4DEE-8BC5-467054B7F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786"/>
                <a:ext cx="12" cy="9"/>
              </a:xfrm>
              <a:custGeom>
                <a:avLst/>
                <a:gdLst>
                  <a:gd name="T0" fmla="*/ 0 w 12"/>
                  <a:gd name="T1" fmla="*/ 6 h 9"/>
                  <a:gd name="T2" fmla="*/ 12 w 12"/>
                  <a:gd name="T3" fmla="*/ 1 h 9"/>
                  <a:gd name="T4" fmla="*/ 0 w 12"/>
                  <a:gd name="T5" fmla="*/ 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6"/>
                    </a:moveTo>
                    <a:cubicBezTo>
                      <a:pt x="6" y="9"/>
                      <a:pt x="11" y="8"/>
                      <a:pt x="12" y="1"/>
                    </a:cubicBezTo>
                    <a:cubicBezTo>
                      <a:pt x="8" y="0"/>
                      <a:pt x="4" y="1"/>
                      <a:pt x="0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488">
                <a:extLst>
                  <a:ext uri="{FF2B5EF4-FFF2-40B4-BE49-F238E27FC236}">
                    <a16:creationId xmlns:a16="http://schemas.microsoft.com/office/drawing/2014/main" id="{54FC3AFE-AD45-41DD-9852-76D58D656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782"/>
                <a:ext cx="53" cy="29"/>
              </a:xfrm>
              <a:custGeom>
                <a:avLst/>
                <a:gdLst>
                  <a:gd name="T0" fmla="*/ 0 w 54"/>
                  <a:gd name="T1" fmla="*/ 13 h 28"/>
                  <a:gd name="T2" fmla="*/ 45 w 54"/>
                  <a:gd name="T3" fmla="*/ 28 h 28"/>
                  <a:gd name="T4" fmla="*/ 6 w 54"/>
                  <a:gd name="T5" fmla="*/ 1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8">
                    <a:moveTo>
                      <a:pt x="0" y="13"/>
                    </a:moveTo>
                    <a:cubicBezTo>
                      <a:pt x="14" y="22"/>
                      <a:pt x="32" y="28"/>
                      <a:pt x="48" y="25"/>
                    </a:cubicBezTo>
                    <a:cubicBezTo>
                      <a:pt x="54" y="1"/>
                      <a:pt x="6" y="0"/>
                      <a:pt x="6" y="11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489">
                <a:extLst>
                  <a:ext uri="{FF2B5EF4-FFF2-40B4-BE49-F238E27FC236}">
                    <a16:creationId xmlns:a16="http://schemas.microsoft.com/office/drawing/2014/main" id="{EE25B937-C397-4974-B336-A85C21F25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795"/>
                <a:ext cx="63" cy="59"/>
              </a:xfrm>
              <a:custGeom>
                <a:avLst/>
                <a:gdLst>
                  <a:gd name="T0" fmla="*/ 6 w 65"/>
                  <a:gd name="T1" fmla="*/ 32 h 57"/>
                  <a:gd name="T2" fmla="*/ 36 w 65"/>
                  <a:gd name="T3" fmla="*/ 7 h 57"/>
                  <a:gd name="T4" fmla="*/ 14 w 65"/>
                  <a:gd name="T5" fmla="*/ 35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7">
                    <a:moveTo>
                      <a:pt x="6" y="29"/>
                    </a:moveTo>
                    <a:cubicBezTo>
                      <a:pt x="27" y="57"/>
                      <a:pt x="65" y="18"/>
                      <a:pt x="39" y="7"/>
                    </a:cubicBezTo>
                    <a:cubicBezTo>
                      <a:pt x="21" y="0"/>
                      <a:pt x="0" y="16"/>
                      <a:pt x="14" y="3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490">
                <a:extLst>
                  <a:ext uri="{FF2B5EF4-FFF2-40B4-BE49-F238E27FC236}">
                    <a16:creationId xmlns:a16="http://schemas.microsoft.com/office/drawing/2014/main" id="{0DC6CA90-F4FA-43B5-A26A-8EFBE855F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762"/>
                <a:ext cx="57" cy="66"/>
              </a:xfrm>
              <a:custGeom>
                <a:avLst/>
                <a:gdLst>
                  <a:gd name="T0" fmla="*/ 1 w 59"/>
                  <a:gd name="T1" fmla="*/ 50 h 64"/>
                  <a:gd name="T2" fmla="*/ 32 w 59"/>
                  <a:gd name="T3" fmla="*/ 63 h 64"/>
                  <a:gd name="T4" fmla="*/ 36 w 59"/>
                  <a:gd name="T5" fmla="*/ 39 h 64"/>
                  <a:gd name="T6" fmla="*/ 29 w 59"/>
                  <a:gd name="T7" fmla="*/ 2 h 64"/>
                  <a:gd name="T8" fmla="*/ 3 w 59"/>
                  <a:gd name="T9" fmla="*/ 26 h 64"/>
                  <a:gd name="T10" fmla="*/ 8 w 59"/>
                  <a:gd name="T11" fmla="*/ 58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64">
                    <a:moveTo>
                      <a:pt x="1" y="46"/>
                    </a:moveTo>
                    <a:cubicBezTo>
                      <a:pt x="8" y="52"/>
                      <a:pt x="26" y="64"/>
                      <a:pt x="35" y="57"/>
                    </a:cubicBezTo>
                    <a:cubicBezTo>
                      <a:pt x="40" y="53"/>
                      <a:pt x="38" y="41"/>
                      <a:pt x="39" y="36"/>
                    </a:cubicBezTo>
                    <a:cubicBezTo>
                      <a:pt x="44" y="18"/>
                      <a:pt x="59" y="5"/>
                      <a:pt x="32" y="2"/>
                    </a:cubicBezTo>
                    <a:cubicBezTo>
                      <a:pt x="16" y="0"/>
                      <a:pt x="7" y="5"/>
                      <a:pt x="3" y="23"/>
                    </a:cubicBezTo>
                    <a:cubicBezTo>
                      <a:pt x="1" y="32"/>
                      <a:pt x="0" y="48"/>
                      <a:pt x="8" y="5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491">
                <a:extLst>
                  <a:ext uri="{FF2B5EF4-FFF2-40B4-BE49-F238E27FC236}">
                    <a16:creationId xmlns:a16="http://schemas.microsoft.com/office/drawing/2014/main" id="{983EE96F-A071-4CB7-96B1-966F72B72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444"/>
                <a:ext cx="51" cy="86"/>
              </a:xfrm>
              <a:custGeom>
                <a:avLst/>
                <a:gdLst>
                  <a:gd name="T0" fmla="*/ 21 w 53"/>
                  <a:gd name="T1" fmla="*/ 88 h 83"/>
                  <a:gd name="T2" fmla="*/ 18 w 53"/>
                  <a:gd name="T3" fmla="*/ 22 h 83"/>
                  <a:gd name="T4" fmla="*/ 18 w 53"/>
                  <a:gd name="T5" fmla="*/ 92 h 83"/>
                  <a:gd name="T6" fmla="*/ 21 w 53"/>
                  <a:gd name="T7" fmla="*/ 88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83">
                    <a:moveTo>
                      <a:pt x="24" y="79"/>
                    </a:moveTo>
                    <a:cubicBezTo>
                      <a:pt x="36" y="70"/>
                      <a:pt x="53" y="0"/>
                      <a:pt x="21" y="19"/>
                    </a:cubicBezTo>
                    <a:cubicBezTo>
                      <a:pt x="1" y="30"/>
                      <a:pt x="0" y="72"/>
                      <a:pt x="21" y="83"/>
                    </a:cubicBezTo>
                    <a:cubicBezTo>
                      <a:pt x="22" y="82"/>
                      <a:pt x="22" y="81"/>
                      <a:pt x="24" y="79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492">
                <a:extLst>
                  <a:ext uri="{FF2B5EF4-FFF2-40B4-BE49-F238E27FC236}">
                    <a16:creationId xmlns:a16="http://schemas.microsoft.com/office/drawing/2014/main" id="{5FE12403-4773-47B9-A9AF-31240BB68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392"/>
                <a:ext cx="31" cy="48"/>
              </a:xfrm>
              <a:custGeom>
                <a:avLst/>
                <a:gdLst>
                  <a:gd name="T0" fmla="*/ 16 w 32"/>
                  <a:gd name="T1" fmla="*/ 52 h 46"/>
                  <a:gd name="T2" fmla="*/ 16 w 32"/>
                  <a:gd name="T3" fmla="*/ 3 h 46"/>
                  <a:gd name="T4" fmla="*/ 13 w 32"/>
                  <a:gd name="T5" fmla="*/ 5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6">
                    <a:moveTo>
                      <a:pt x="18" y="46"/>
                    </a:moveTo>
                    <a:cubicBezTo>
                      <a:pt x="27" y="40"/>
                      <a:pt x="32" y="6"/>
                      <a:pt x="17" y="3"/>
                    </a:cubicBezTo>
                    <a:cubicBezTo>
                      <a:pt x="0" y="0"/>
                      <a:pt x="6" y="37"/>
                      <a:pt x="13" y="4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493">
                <a:extLst>
                  <a:ext uri="{FF2B5EF4-FFF2-40B4-BE49-F238E27FC236}">
                    <a16:creationId xmlns:a16="http://schemas.microsoft.com/office/drawing/2014/main" id="{0C2A01CE-9B71-4B41-BDE2-CB5364B8F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495"/>
                <a:ext cx="31" cy="69"/>
              </a:xfrm>
              <a:custGeom>
                <a:avLst/>
                <a:gdLst>
                  <a:gd name="T0" fmla="*/ 29 w 32"/>
                  <a:gd name="T1" fmla="*/ 44 h 67"/>
                  <a:gd name="T2" fmla="*/ 2 w 32"/>
                  <a:gd name="T3" fmla="*/ 36 h 67"/>
                  <a:gd name="T4" fmla="*/ 26 w 32"/>
                  <a:gd name="T5" fmla="*/ 42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7">
                    <a:moveTo>
                      <a:pt x="32" y="41"/>
                    </a:moveTo>
                    <a:cubicBezTo>
                      <a:pt x="31" y="20"/>
                      <a:pt x="0" y="0"/>
                      <a:pt x="2" y="33"/>
                    </a:cubicBezTo>
                    <a:cubicBezTo>
                      <a:pt x="4" y="53"/>
                      <a:pt x="30" y="67"/>
                      <a:pt x="29" y="39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494">
                <a:extLst>
                  <a:ext uri="{FF2B5EF4-FFF2-40B4-BE49-F238E27FC236}">
                    <a16:creationId xmlns:a16="http://schemas.microsoft.com/office/drawing/2014/main" id="{A8EFCEF7-4678-408A-AA5D-8A1933BCC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831"/>
                <a:ext cx="21" cy="16"/>
              </a:xfrm>
              <a:custGeom>
                <a:avLst/>
                <a:gdLst>
                  <a:gd name="T0" fmla="*/ 0 w 21"/>
                  <a:gd name="T1" fmla="*/ 2 h 15"/>
                  <a:gd name="T2" fmla="*/ 21 w 21"/>
                  <a:gd name="T3" fmla="*/ 4 h 15"/>
                  <a:gd name="T4" fmla="*/ 2 w 21"/>
                  <a:gd name="T5" fmla="*/ 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0" y="2"/>
                    </a:moveTo>
                    <a:cubicBezTo>
                      <a:pt x="4" y="9"/>
                      <a:pt x="17" y="15"/>
                      <a:pt x="21" y="4"/>
                    </a:cubicBezTo>
                    <a:cubicBezTo>
                      <a:pt x="15" y="0"/>
                      <a:pt x="7" y="0"/>
                      <a:pt x="2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8" name="Freeform 495">
                <a:extLst>
                  <a:ext uri="{FF2B5EF4-FFF2-40B4-BE49-F238E27FC236}">
                    <a16:creationId xmlns:a16="http://schemas.microsoft.com/office/drawing/2014/main" id="{C288BBD1-859A-4939-95F5-32079F68A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797"/>
                <a:ext cx="19" cy="41"/>
              </a:xfrm>
              <a:custGeom>
                <a:avLst/>
                <a:gdLst>
                  <a:gd name="T0" fmla="*/ 0 w 19"/>
                  <a:gd name="T1" fmla="*/ 27 h 39"/>
                  <a:gd name="T2" fmla="*/ 0 w 19"/>
                  <a:gd name="T3" fmla="*/ 2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9">
                    <a:moveTo>
                      <a:pt x="0" y="24"/>
                    </a:moveTo>
                    <a:cubicBezTo>
                      <a:pt x="19" y="39"/>
                      <a:pt x="19" y="0"/>
                      <a:pt x="0" y="2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496">
                <a:extLst>
                  <a:ext uri="{FF2B5EF4-FFF2-40B4-BE49-F238E27FC236}">
                    <a16:creationId xmlns:a16="http://schemas.microsoft.com/office/drawing/2014/main" id="{12B9F2D1-A0EA-48B5-8A69-7C2345172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783"/>
                <a:ext cx="11" cy="13"/>
              </a:xfrm>
              <a:custGeom>
                <a:avLst/>
                <a:gdLst>
                  <a:gd name="T0" fmla="*/ 2 w 11"/>
                  <a:gd name="T1" fmla="*/ 12 h 13"/>
                  <a:gd name="T2" fmla="*/ 8 w 11"/>
                  <a:gd name="T3" fmla="*/ 13 h 13"/>
                  <a:gd name="T4" fmla="*/ 5 w 11"/>
                  <a:gd name="T5" fmla="*/ 0 h 13"/>
                  <a:gd name="T6" fmla="*/ 1 w 11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2" y="12"/>
                    </a:moveTo>
                    <a:cubicBezTo>
                      <a:pt x="4" y="12"/>
                      <a:pt x="5" y="13"/>
                      <a:pt x="8" y="13"/>
                    </a:cubicBezTo>
                    <a:cubicBezTo>
                      <a:pt x="11" y="7"/>
                      <a:pt x="11" y="2"/>
                      <a:pt x="5" y="0"/>
                    </a:cubicBezTo>
                    <a:cubicBezTo>
                      <a:pt x="2" y="3"/>
                      <a:pt x="0" y="8"/>
                      <a:pt x="1" y="1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497">
                <a:extLst>
                  <a:ext uri="{FF2B5EF4-FFF2-40B4-BE49-F238E27FC236}">
                    <a16:creationId xmlns:a16="http://schemas.microsoft.com/office/drawing/2014/main" id="{FE3D9B88-501C-473F-B5FF-7300CB329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806"/>
                <a:ext cx="16" cy="14"/>
              </a:xfrm>
              <a:custGeom>
                <a:avLst/>
                <a:gdLst>
                  <a:gd name="T0" fmla="*/ 3 w 17"/>
                  <a:gd name="T1" fmla="*/ 7 h 14"/>
                  <a:gd name="T2" fmla="*/ 14 w 17"/>
                  <a:gd name="T3" fmla="*/ 9 h 14"/>
                  <a:gd name="T4" fmla="*/ 0 w 17"/>
                  <a:gd name="T5" fmla="*/ 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3" y="7"/>
                    </a:moveTo>
                    <a:cubicBezTo>
                      <a:pt x="7" y="13"/>
                      <a:pt x="13" y="14"/>
                      <a:pt x="17" y="9"/>
                    </a:cubicBezTo>
                    <a:cubicBezTo>
                      <a:pt x="14" y="0"/>
                      <a:pt x="5" y="2"/>
                      <a:pt x="0" y="9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498">
                <a:extLst>
                  <a:ext uri="{FF2B5EF4-FFF2-40B4-BE49-F238E27FC236}">
                    <a16:creationId xmlns:a16="http://schemas.microsoft.com/office/drawing/2014/main" id="{43072721-41AE-4D98-9C66-258C1FE29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801"/>
                <a:ext cx="16" cy="14"/>
              </a:xfrm>
              <a:custGeom>
                <a:avLst/>
                <a:gdLst>
                  <a:gd name="T0" fmla="*/ 1 w 17"/>
                  <a:gd name="T1" fmla="*/ 13 h 13"/>
                  <a:gd name="T2" fmla="*/ 13 w 17"/>
                  <a:gd name="T3" fmla="*/ 1 h 13"/>
                  <a:gd name="T4" fmla="*/ 0 w 17"/>
                  <a:gd name="T5" fmla="*/ 1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" y="10"/>
                    </a:moveTo>
                    <a:cubicBezTo>
                      <a:pt x="9" y="13"/>
                      <a:pt x="17" y="10"/>
                      <a:pt x="16" y="1"/>
                    </a:cubicBezTo>
                    <a:cubicBezTo>
                      <a:pt x="10" y="0"/>
                      <a:pt x="4" y="3"/>
                      <a:pt x="0" y="7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499">
                <a:extLst>
                  <a:ext uri="{FF2B5EF4-FFF2-40B4-BE49-F238E27FC236}">
                    <a16:creationId xmlns:a16="http://schemas.microsoft.com/office/drawing/2014/main" id="{062870BE-1094-465E-B633-A35D58975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790"/>
                <a:ext cx="27" cy="31"/>
              </a:xfrm>
              <a:custGeom>
                <a:avLst/>
                <a:gdLst>
                  <a:gd name="T0" fmla="*/ 3 w 28"/>
                  <a:gd name="T1" fmla="*/ 27 h 30"/>
                  <a:gd name="T2" fmla="*/ 14 w 28"/>
                  <a:gd name="T3" fmla="*/ 3 h 30"/>
                  <a:gd name="T4" fmla="*/ 0 w 28"/>
                  <a:gd name="T5" fmla="*/ 2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3" y="24"/>
                    </a:moveTo>
                    <a:cubicBezTo>
                      <a:pt x="13" y="30"/>
                      <a:pt x="28" y="7"/>
                      <a:pt x="16" y="3"/>
                    </a:cubicBezTo>
                    <a:cubicBezTo>
                      <a:pt x="8" y="0"/>
                      <a:pt x="1" y="18"/>
                      <a:pt x="0" y="2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500">
                <a:extLst>
                  <a:ext uri="{FF2B5EF4-FFF2-40B4-BE49-F238E27FC236}">
                    <a16:creationId xmlns:a16="http://schemas.microsoft.com/office/drawing/2014/main" id="{3EA4F5FE-D682-415F-AEA5-D93510A5E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772"/>
                <a:ext cx="19" cy="21"/>
              </a:xfrm>
              <a:custGeom>
                <a:avLst/>
                <a:gdLst>
                  <a:gd name="T0" fmla="*/ 0 w 20"/>
                  <a:gd name="T1" fmla="*/ 2 h 20"/>
                  <a:gd name="T2" fmla="*/ 3 w 20"/>
                  <a:gd name="T3" fmla="*/ 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0">
                    <a:moveTo>
                      <a:pt x="0" y="2"/>
                    </a:moveTo>
                    <a:cubicBezTo>
                      <a:pt x="9" y="20"/>
                      <a:pt x="20" y="0"/>
                      <a:pt x="3" y="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501">
                <a:extLst>
                  <a:ext uri="{FF2B5EF4-FFF2-40B4-BE49-F238E27FC236}">
                    <a16:creationId xmlns:a16="http://schemas.microsoft.com/office/drawing/2014/main" id="{C905FC42-D8A5-4646-BEC9-A2D3263D1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768"/>
                <a:ext cx="26" cy="58"/>
              </a:xfrm>
              <a:custGeom>
                <a:avLst/>
                <a:gdLst>
                  <a:gd name="T0" fmla="*/ 5 w 27"/>
                  <a:gd name="T1" fmla="*/ 29 h 56"/>
                  <a:gd name="T2" fmla="*/ 23 w 27"/>
                  <a:gd name="T3" fmla="*/ 39 h 56"/>
                  <a:gd name="T4" fmla="*/ 15 w 27"/>
                  <a:gd name="T5" fmla="*/ 20 h 56"/>
                  <a:gd name="T6" fmla="*/ 14 w 27"/>
                  <a:gd name="T7" fmla="*/ 0 h 56"/>
                  <a:gd name="T8" fmla="*/ 5 w 27"/>
                  <a:gd name="T9" fmla="*/ 3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56">
                    <a:moveTo>
                      <a:pt x="5" y="26"/>
                    </a:moveTo>
                    <a:cubicBezTo>
                      <a:pt x="4" y="35"/>
                      <a:pt x="24" y="56"/>
                      <a:pt x="26" y="36"/>
                    </a:cubicBezTo>
                    <a:cubicBezTo>
                      <a:pt x="27" y="28"/>
                      <a:pt x="20" y="23"/>
                      <a:pt x="18" y="17"/>
                    </a:cubicBezTo>
                    <a:cubicBezTo>
                      <a:pt x="17" y="11"/>
                      <a:pt x="17" y="5"/>
                      <a:pt x="17" y="0"/>
                    </a:cubicBezTo>
                    <a:cubicBezTo>
                      <a:pt x="7" y="5"/>
                      <a:pt x="0" y="20"/>
                      <a:pt x="5" y="30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502">
                <a:extLst>
                  <a:ext uri="{FF2B5EF4-FFF2-40B4-BE49-F238E27FC236}">
                    <a16:creationId xmlns:a16="http://schemas.microsoft.com/office/drawing/2014/main" id="{DE9292E4-DBCD-4B99-996C-219096D05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785"/>
                <a:ext cx="11" cy="14"/>
              </a:xfrm>
              <a:custGeom>
                <a:avLst/>
                <a:gdLst>
                  <a:gd name="T0" fmla="*/ 4 w 11"/>
                  <a:gd name="T1" fmla="*/ 14 h 14"/>
                  <a:gd name="T2" fmla="*/ 4 w 11"/>
                  <a:gd name="T3" fmla="*/ 0 h 14"/>
                  <a:gd name="T4" fmla="*/ 1 w 11"/>
                  <a:gd name="T5" fmla="*/ 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4" y="14"/>
                    </a:moveTo>
                    <a:cubicBezTo>
                      <a:pt x="10" y="10"/>
                      <a:pt x="11" y="3"/>
                      <a:pt x="4" y="0"/>
                    </a:cubicBezTo>
                    <a:cubicBezTo>
                      <a:pt x="1" y="4"/>
                      <a:pt x="0" y="9"/>
                      <a:pt x="1" y="1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" name="Freeform 503">
                <a:extLst>
                  <a:ext uri="{FF2B5EF4-FFF2-40B4-BE49-F238E27FC236}">
                    <a16:creationId xmlns:a16="http://schemas.microsoft.com/office/drawing/2014/main" id="{7EDE6974-D040-4A3E-8C06-3A466CE0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748"/>
                <a:ext cx="20" cy="29"/>
              </a:xfrm>
              <a:custGeom>
                <a:avLst/>
                <a:gdLst>
                  <a:gd name="T0" fmla="*/ 3 w 21"/>
                  <a:gd name="T1" fmla="*/ 26 h 28"/>
                  <a:gd name="T2" fmla="*/ 10 w 21"/>
                  <a:gd name="T3" fmla="*/ 6 h 28"/>
                  <a:gd name="T4" fmla="*/ 2 w 21"/>
                  <a:gd name="T5" fmla="*/ 3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8">
                    <a:moveTo>
                      <a:pt x="3" y="23"/>
                    </a:moveTo>
                    <a:cubicBezTo>
                      <a:pt x="13" y="25"/>
                      <a:pt x="21" y="10"/>
                      <a:pt x="12" y="6"/>
                    </a:cubicBezTo>
                    <a:cubicBezTo>
                      <a:pt x="1" y="0"/>
                      <a:pt x="0" y="22"/>
                      <a:pt x="2" y="28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504">
                <a:extLst>
                  <a:ext uri="{FF2B5EF4-FFF2-40B4-BE49-F238E27FC236}">
                    <a16:creationId xmlns:a16="http://schemas.microsoft.com/office/drawing/2014/main" id="{7F467833-664A-4DE0-9E41-AAEAD923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761"/>
                <a:ext cx="11" cy="10"/>
              </a:xfrm>
              <a:custGeom>
                <a:avLst/>
                <a:gdLst>
                  <a:gd name="T0" fmla="*/ 0 w 11"/>
                  <a:gd name="T1" fmla="*/ 10 h 10"/>
                  <a:gd name="T2" fmla="*/ 2 w 11"/>
                  <a:gd name="T3" fmla="*/ 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11" y="10"/>
                      <a:pt x="11" y="0"/>
                      <a:pt x="2" y="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505">
                <a:extLst>
                  <a:ext uri="{FF2B5EF4-FFF2-40B4-BE49-F238E27FC236}">
                    <a16:creationId xmlns:a16="http://schemas.microsoft.com/office/drawing/2014/main" id="{136CD608-12D2-4B50-BDDF-86EC06D58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740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1 w 4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1" y="0"/>
                      <a:pt x="0" y="1"/>
                      <a:pt x="1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506">
                <a:extLst>
                  <a:ext uri="{FF2B5EF4-FFF2-40B4-BE49-F238E27FC236}">
                    <a16:creationId xmlns:a16="http://schemas.microsoft.com/office/drawing/2014/main" id="{31B5855C-7B5D-446D-B739-4A7889A3D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5"/>
                <a:ext cx="4" cy="7"/>
              </a:xfrm>
              <a:custGeom>
                <a:avLst/>
                <a:gdLst>
                  <a:gd name="T0" fmla="*/ 1 w 4"/>
                  <a:gd name="T1" fmla="*/ 9 h 6"/>
                  <a:gd name="T2" fmla="*/ 0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4" y="2"/>
                      <a:pt x="3" y="0"/>
                      <a:pt x="0" y="0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507">
                <a:extLst>
                  <a:ext uri="{FF2B5EF4-FFF2-40B4-BE49-F238E27FC236}">
                    <a16:creationId xmlns:a16="http://schemas.microsoft.com/office/drawing/2014/main" id="{C19DD19D-DCA3-4CC3-A080-F0970C579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739"/>
                <a:ext cx="8" cy="6"/>
              </a:xfrm>
              <a:custGeom>
                <a:avLst/>
                <a:gdLst>
                  <a:gd name="T0" fmla="*/ 5 w 8"/>
                  <a:gd name="T1" fmla="*/ 2 h 6"/>
                  <a:gd name="T2" fmla="*/ 8 w 8"/>
                  <a:gd name="T3" fmla="*/ 6 h 6"/>
                  <a:gd name="T4" fmla="*/ 1 w 8"/>
                  <a:gd name="T5" fmla="*/ 1 h 6"/>
                  <a:gd name="T6" fmla="*/ 2 w 8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5" y="2"/>
                    </a:moveTo>
                    <a:cubicBezTo>
                      <a:pt x="6" y="3"/>
                      <a:pt x="3" y="6"/>
                      <a:pt x="8" y="6"/>
                    </a:cubicBezTo>
                    <a:cubicBezTo>
                      <a:pt x="6" y="0"/>
                      <a:pt x="6" y="2"/>
                      <a:pt x="1" y="1"/>
                    </a:cubicBezTo>
                    <a:cubicBezTo>
                      <a:pt x="0" y="4"/>
                      <a:pt x="2" y="4"/>
                      <a:pt x="2" y="6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508">
                <a:extLst>
                  <a:ext uri="{FF2B5EF4-FFF2-40B4-BE49-F238E27FC236}">
                    <a16:creationId xmlns:a16="http://schemas.microsoft.com/office/drawing/2014/main" id="{C0946FE3-D900-4CD4-8111-A69885503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770"/>
                <a:ext cx="6" cy="4"/>
              </a:xfrm>
              <a:custGeom>
                <a:avLst/>
                <a:gdLst>
                  <a:gd name="T0" fmla="*/ 6 w 6"/>
                  <a:gd name="T1" fmla="*/ 1 h 4"/>
                  <a:gd name="T2" fmla="*/ 2 w 6"/>
                  <a:gd name="T3" fmla="*/ 0 h 4"/>
                  <a:gd name="T4" fmla="*/ 0 w 6"/>
                  <a:gd name="T5" fmla="*/ 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4" y="1"/>
                      <a:pt x="3" y="1"/>
                      <a:pt x="2" y="0"/>
                    </a:cubicBez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509">
                <a:extLst>
                  <a:ext uri="{FF2B5EF4-FFF2-40B4-BE49-F238E27FC236}">
                    <a16:creationId xmlns:a16="http://schemas.microsoft.com/office/drawing/2014/main" id="{B35EBEB0-94D4-4BBB-8817-16DD8C78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781"/>
                <a:ext cx="6" cy="8"/>
              </a:xfrm>
              <a:custGeom>
                <a:avLst/>
                <a:gdLst>
                  <a:gd name="T0" fmla="*/ 0 w 7"/>
                  <a:gd name="T1" fmla="*/ 5 h 8"/>
                  <a:gd name="T2" fmla="*/ 4 w 7"/>
                  <a:gd name="T3" fmla="*/ 7 h 8"/>
                  <a:gd name="T4" fmla="*/ 3 w 7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3" y="6"/>
                      <a:pt x="4" y="8"/>
                      <a:pt x="7" y="7"/>
                    </a:cubicBezTo>
                    <a:cubicBezTo>
                      <a:pt x="7" y="0"/>
                      <a:pt x="5" y="1"/>
                      <a:pt x="3" y="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510">
                <a:extLst>
                  <a:ext uri="{FF2B5EF4-FFF2-40B4-BE49-F238E27FC236}">
                    <a16:creationId xmlns:a16="http://schemas.microsoft.com/office/drawing/2014/main" id="{99055DE6-7C44-4EF0-A2A1-91DBEC77E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1770"/>
                <a:ext cx="9" cy="8"/>
              </a:xfrm>
              <a:custGeom>
                <a:avLst/>
                <a:gdLst>
                  <a:gd name="T0" fmla="*/ 0 w 10"/>
                  <a:gd name="T1" fmla="*/ 10 h 7"/>
                  <a:gd name="T2" fmla="*/ 7 w 10"/>
                  <a:gd name="T3" fmla="*/ 3 h 7"/>
                  <a:gd name="T4" fmla="*/ 5 w 10"/>
                  <a:gd name="T5" fmla="*/ 0 h 7"/>
                  <a:gd name="T6" fmla="*/ 3 w 10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5" y="7"/>
                      <a:pt x="8" y="7"/>
                      <a:pt x="10" y="3"/>
                    </a:cubicBezTo>
                    <a:cubicBezTo>
                      <a:pt x="9" y="1"/>
                      <a:pt x="7" y="1"/>
                      <a:pt x="6" y="0"/>
                    </a:cubicBezTo>
                    <a:cubicBezTo>
                      <a:pt x="4" y="1"/>
                      <a:pt x="5" y="2"/>
                      <a:pt x="3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4" name="Freeform 511">
                <a:extLst>
                  <a:ext uri="{FF2B5EF4-FFF2-40B4-BE49-F238E27FC236}">
                    <a16:creationId xmlns:a16="http://schemas.microsoft.com/office/drawing/2014/main" id="{266A2488-0CD4-4F35-90AB-290BC34C4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810"/>
                <a:ext cx="6" cy="8"/>
              </a:xfrm>
              <a:custGeom>
                <a:avLst/>
                <a:gdLst>
                  <a:gd name="T0" fmla="*/ 1 w 6"/>
                  <a:gd name="T1" fmla="*/ 6 h 8"/>
                  <a:gd name="T2" fmla="*/ 6 w 6"/>
                  <a:gd name="T3" fmla="*/ 8 h 8"/>
                  <a:gd name="T4" fmla="*/ 2 w 6"/>
                  <a:gd name="T5" fmla="*/ 0 h 8"/>
                  <a:gd name="T6" fmla="*/ 1 w 6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6"/>
                    </a:moveTo>
                    <a:cubicBezTo>
                      <a:pt x="3" y="7"/>
                      <a:pt x="4" y="7"/>
                      <a:pt x="6" y="8"/>
                    </a:cubicBezTo>
                    <a:cubicBezTo>
                      <a:pt x="5" y="3"/>
                      <a:pt x="5" y="3"/>
                      <a:pt x="2" y="0"/>
                    </a:cubicBezTo>
                    <a:cubicBezTo>
                      <a:pt x="0" y="2"/>
                      <a:pt x="0" y="5"/>
                      <a:pt x="1" y="8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512">
                <a:extLst>
                  <a:ext uri="{FF2B5EF4-FFF2-40B4-BE49-F238E27FC236}">
                    <a16:creationId xmlns:a16="http://schemas.microsoft.com/office/drawing/2014/main" id="{6DCF7A13-D98D-4578-A1EB-E752D5D26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778"/>
                <a:ext cx="11" cy="8"/>
              </a:xfrm>
              <a:custGeom>
                <a:avLst/>
                <a:gdLst>
                  <a:gd name="T0" fmla="*/ 2 w 11"/>
                  <a:gd name="T1" fmla="*/ 3 h 8"/>
                  <a:gd name="T2" fmla="*/ 11 w 11"/>
                  <a:gd name="T3" fmla="*/ 6 h 8"/>
                  <a:gd name="T4" fmla="*/ 0 w 11"/>
                  <a:gd name="T5" fmla="*/ 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2" y="3"/>
                    </a:moveTo>
                    <a:cubicBezTo>
                      <a:pt x="5" y="6"/>
                      <a:pt x="7" y="8"/>
                      <a:pt x="11" y="6"/>
                    </a:cubicBezTo>
                    <a:cubicBezTo>
                      <a:pt x="9" y="0"/>
                      <a:pt x="6" y="1"/>
                      <a:pt x="0" y="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513">
                <a:extLst>
                  <a:ext uri="{FF2B5EF4-FFF2-40B4-BE49-F238E27FC236}">
                    <a16:creationId xmlns:a16="http://schemas.microsoft.com/office/drawing/2014/main" id="{2FA51865-9899-4BE3-8311-9ECAD272F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742"/>
                <a:ext cx="6" cy="6"/>
              </a:xfrm>
              <a:custGeom>
                <a:avLst/>
                <a:gdLst>
                  <a:gd name="T0" fmla="*/ 3 w 6"/>
                  <a:gd name="T1" fmla="*/ 8 h 5"/>
                  <a:gd name="T2" fmla="*/ 3 w 6"/>
                  <a:gd name="T3" fmla="*/ 0 h 5"/>
                  <a:gd name="T4" fmla="*/ 1 w 6"/>
                  <a:gd name="T5" fmla="*/ 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3" y="2"/>
                      <a:pt x="6" y="2"/>
                      <a:pt x="3" y="0"/>
                    </a:cubicBezTo>
                    <a:cubicBezTo>
                      <a:pt x="0" y="0"/>
                      <a:pt x="2" y="2"/>
                      <a:pt x="1" y="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514">
                <a:extLst>
                  <a:ext uri="{FF2B5EF4-FFF2-40B4-BE49-F238E27FC236}">
                    <a16:creationId xmlns:a16="http://schemas.microsoft.com/office/drawing/2014/main" id="{4D3A6623-D755-4936-9D92-A8F3341D1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802"/>
                <a:ext cx="4" cy="5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3"/>
                      <a:pt x="4" y="4"/>
                      <a:pt x="2" y="0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515">
                <a:extLst>
                  <a:ext uri="{FF2B5EF4-FFF2-40B4-BE49-F238E27FC236}">
                    <a16:creationId xmlns:a16="http://schemas.microsoft.com/office/drawing/2014/main" id="{5C9166FD-D203-4C9A-B744-3070F5011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550"/>
                <a:ext cx="9" cy="9"/>
              </a:xfrm>
              <a:custGeom>
                <a:avLst/>
                <a:gdLst>
                  <a:gd name="T0" fmla="*/ 9 w 9"/>
                  <a:gd name="T1" fmla="*/ 6 h 9"/>
                  <a:gd name="T2" fmla="*/ 5 w 9"/>
                  <a:gd name="T3" fmla="*/ 9 h 9"/>
                  <a:gd name="T4" fmla="*/ 7 w 9"/>
                  <a:gd name="T5" fmla="*/ 9 h 9"/>
                  <a:gd name="T6" fmla="*/ 0 w 9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7"/>
                      <a:pt x="6" y="8"/>
                      <a:pt x="5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9" y="3"/>
                      <a:pt x="5" y="0"/>
                      <a:pt x="0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516">
                <a:extLst>
                  <a:ext uri="{FF2B5EF4-FFF2-40B4-BE49-F238E27FC236}">
                    <a16:creationId xmlns:a16="http://schemas.microsoft.com/office/drawing/2014/main" id="{9BC75709-3EEF-477D-BEE4-01982A329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552"/>
                <a:ext cx="8" cy="10"/>
              </a:xfrm>
              <a:custGeom>
                <a:avLst/>
                <a:gdLst>
                  <a:gd name="T0" fmla="*/ 0 w 9"/>
                  <a:gd name="T1" fmla="*/ 7 h 10"/>
                  <a:gd name="T2" fmla="*/ 4 w 9"/>
                  <a:gd name="T3" fmla="*/ 0 h 10"/>
                  <a:gd name="T4" fmla="*/ 0 w 9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7"/>
                    </a:moveTo>
                    <a:cubicBezTo>
                      <a:pt x="7" y="10"/>
                      <a:pt x="9" y="7"/>
                      <a:pt x="7" y="0"/>
                    </a:cubicBezTo>
                    <a:cubicBezTo>
                      <a:pt x="4" y="2"/>
                      <a:pt x="1" y="6"/>
                      <a:pt x="0" y="9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517">
                <a:extLst>
                  <a:ext uri="{FF2B5EF4-FFF2-40B4-BE49-F238E27FC236}">
                    <a16:creationId xmlns:a16="http://schemas.microsoft.com/office/drawing/2014/main" id="{16DC6303-C3F8-4E1C-ADB9-020DDAD65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598"/>
                <a:ext cx="8" cy="7"/>
              </a:xfrm>
              <a:custGeom>
                <a:avLst/>
                <a:gdLst>
                  <a:gd name="T0" fmla="*/ 5 w 9"/>
                  <a:gd name="T1" fmla="*/ 6 h 6"/>
                  <a:gd name="T2" fmla="*/ 5 w 9"/>
                  <a:gd name="T3" fmla="*/ 9 h 6"/>
                  <a:gd name="T4" fmla="*/ 0 w 9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8" y="3"/>
                    </a:moveTo>
                    <a:cubicBezTo>
                      <a:pt x="9" y="4"/>
                      <a:pt x="5" y="5"/>
                      <a:pt x="8" y="6"/>
                    </a:cubicBezTo>
                    <a:cubicBezTo>
                      <a:pt x="7" y="0"/>
                      <a:pt x="4" y="3"/>
                      <a:pt x="0" y="1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518">
                <a:extLst>
                  <a:ext uri="{FF2B5EF4-FFF2-40B4-BE49-F238E27FC236}">
                    <a16:creationId xmlns:a16="http://schemas.microsoft.com/office/drawing/2014/main" id="{88CBC49D-18CB-4E4E-A571-86219D54E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599"/>
                <a:ext cx="5" cy="10"/>
              </a:xfrm>
              <a:custGeom>
                <a:avLst/>
                <a:gdLst>
                  <a:gd name="T0" fmla="*/ 4 w 5"/>
                  <a:gd name="T1" fmla="*/ 12 h 9"/>
                  <a:gd name="T2" fmla="*/ 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4" y="9"/>
                    </a:moveTo>
                    <a:cubicBezTo>
                      <a:pt x="5" y="5"/>
                      <a:pt x="4" y="1"/>
                      <a:pt x="0" y="0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2" name="Freeform 519">
                <a:extLst>
                  <a:ext uri="{FF2B5EF4-FFF2-40B4-BE49-F238E27FC236}">
                    <a16:creationId xmlns:a16="http://schemas.microsoft.com/office/drawing/2014/main" id="{6733B1D0-5972-4B1C-96DC-E1F66FF5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665"/>
                <a:ext cx="11" cy="10"/>
              </a:xfrm>
              <a:custGeom>
                <a:avLst/>
                <a:gdLst>
                  <a:gd name="T0" fmla="*/ 11 w 11"/>
                  <a:gd name="T1" fmla="*/ 6 h 10"/>
                  <a:gd name="T2" fmla="*/ 8 w 11"/>
                  <a:gd name="T3" fmla="*/ 10 h 10"/>
                  <a:gd name="T4" fmla="*/ 3 w 11"/>
                  <a:gd name="T5" fmla="*/ 0 h 10"/>
                  <a:gd name="T6" fmla="*/ 2 w 11"/>
                  <a:gd name="T7" fmla="*/ 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1" y="6"/>
                    </a:moveTo>
                    <a:cubicBezTo>
                      <a:pt x="11" y="8"/>
                      <a:pt x="10" y="10"/>
                      <a:pt x="8" y="10"/>
                    </a:cubicBezTo>
                    <a:cubicBezTo>
                      <a:pt x="8" y="5"/>
                      <a:pt x="4" y="2"/>
                      <a:pt x="3" y="0"/>
                    </a:cubicBezTo>
                    <a:cubicBezTo>
                      <a:pt x="0" y="3"/>
                      <a:pt x="2" y="4"/>
                      <a:pt x="2" y="7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3" name="Freeform 520">
                <a:extLst>
                  <a:ext uri="{FF2B5EF4-FFF2-40B4-BE49-F238E27FC236}">
                    <a16:creationId xmlns:a16="http://schemas.microsoft.com/office/drawing/2014/main" id="{3F87BFC7-C4E4-477E-8EA9-C1A5BF54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630"/>
                <a:ext cx="12" cy="15"/>
              </a:xfrm>
              <a:custGeom>
                <a:avLst/>
                <a:gdLst>
                  <a:gd name="T0" fmla="*/ 0 w 12"/>
                  <a:gd name="T1" fmla="*/ 13 h 14"/>
                  <a:gd name="T2" fmla="*/ 4 w 12"/>
                  <a:gd name="T3" fmla="*/ 0 h 14"/>
                  <a:gd name="T4" fmla="*/ 0 w 12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10"/>
                    </a:moveTo>
                    <a:cubicBezTo>
                      <a:pt x="9" y="14"/>
                      <a:pt x="12" y="4"/>
                      <a:pt x="4" y="0"/>
                    </a:cubicBez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4" name="Freeform 521">
                <a:extLst>
                  <a:ext uri="{FF2B5EF4-FFF2-40B4-BE49-F238E27FC236}">
                    <a16:creationId xmlns:a16="http://schemas.microsoft.com/office/drawing/2014/main" id="{977A447F-8F0C-482F-AAEC-C37F61E0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459"/>
                <a:ext cx="26" cy="91"/>
              </a:xfrm>
              <a:custGeom>
                <a:avLst/>
                <a:gdLst>
                  <a:gd name="T0" fmla="*/ 1 w 26"/>
                  <a:gd name="T1" fmla="*/ 42 h 87"/>
                  <a:gd name="T2" fmla="*/ 0 w 26"/>
                  <a:gd name="T3" fmla="*/ 41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7">
                    <a:moveTo>
                      <a:pt x="1" y="36"/>
                    </a:moveTo>
                    <a:cubicBezTo>
                      <a:pt x="26" y="87"/>
                      <a:pt x="20" y="0"/>
                      <a:pt x="0" y="35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5" name="Freeform 522">
                <a:extLst>
                  <a:ext uri="{FF2B5EF4-FFF2-40B4-BE49-F238E27FC236}">
                    <a16:creationId xmlns:a16="http://schemas.microsoft.com/office/drawing/2014/main" id="{F5AE0958-F95C-4646-BB10-D95CD191B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552"/>
                <a:ext cx="17" cy="27"/>
              </a:xfrm>
              <a:custGeom>
                <a:avLst/>
                <a:gdLst>
                  <a:gd name="T0" fmla="*/ 9 w 18"/>
                  <a:gd name="T1" fmla="*/ 29 h 26"/>
                  <a:gd name="T2" fmla="*/ 0 w 18"/>
                  <a:gd name="T3" fmla="*/ 4 h 26"/>
                  <a:gd name="T4" fmla="*/ 9 w 18"/>
                  <a:gd name="T5" fmla="*/ 2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9" y="26"/>
                    </a:moveTo>
                    <a:cubicBezTo>
                      <a:pt x="18" y="17"/>
                      <a:pt x="15" y="0"/>
                      <a:pt x="0" y="4"/>
                    </a:cubicBezTo>
                    <a:cubicBezTo>
                      <a:pt x="0" y="11"/>
                      <a:pt x="4" y="23"/>
                      <a:pt x="10" y="26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6" name="Freeform 523">
                <a:extLst>
                  <a:ext uri="{FF2B5EF4-FFF2-40B4-BE49-F238E27FC236}">
                    <a16:creationId xmlns:a16="http://schemas.microsoft.com/office/drawing/2014/main" id="{0180850C-019B-450C-8180-F2C18F10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572"/>
                <a:ext cx="25" cy="27"/>
              </a:xfrm>
              <a:custGeom>
                <a:avLst/>
                <a:gdLst>
                  <a:gd name="T0" fmla="*/ 12 w 25"/>
                  <a:gd name="T1" fmla="*/ 28 h 26"/>
                  <a:gd name="T2" fmla="*/ 24 w 25"/>
                  <a:gd name="T3" fmla="*/ 0 h 26"/>
                  <a:gd name="T4" fmla="*/ 15 w 25"/>
                  <a:gd name="T5" fmla="*/ 2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12" y="25"/>
                    </a:moveTo>
                    <a:cubicBezTo>
                      <a:pt x="20" y="21"/>
                      <a:pt x="25" y="9"/>
                      <a:pt x="24" y="0"/>
                    </a:cubicBezTo>
                    <a:cubicBezTo>
                      <a:pt x="15" y="2"/>
                      <a:pt x="0" y="23"/>
                      <a:pt x="15" y="26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7" name="Freeform 524">
                <a:extLst>
                  <a:ext uri="{FF2B5EF4-FFF2-40B4-BE49-F238E27FC236}">
                    <a16:creationId xmlns:a16="http://schemas.microsoft.com/office/drawing/2014/main" id="{E01771A6-6C89-4AFC-A2C3-C70DD69AC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449"/>
                <a:ext cx="18" cy="25"/>
              </a:xfrm>
              <a:custGeom>
                <a:avLst/>
                <a:gdLst>
                  <a:gd name="T0" fmla="*/ 14 w 18"/>
                  <a:gd name="T1" fmla="*/ 27 h 24"/>
                  <a:gd name="T2" fmla="*/ 5 w 18"/>
                  <a:gd name="T3" fmla="*/ 0 h 24"/>
                  <a:gd name="T4" fmla="*/ 8 w 18"/>
                  <a:gd name="T5" fmla="*/ 2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4" y="24"/>
                    </a:moveTo>
                    <a:cubicBezTo>
                      <a:pt x="18" y="16"/>
                      <a:pt x="13" y="5"/>
                      <a:pt x="5" y="0"/>
                    </a:cubicBezTo>
                    <a:cubicBezTo>
                      <a:pt x="2" y="8"/>
                      <a:pt x="0" y="18"/>
                      <a:pt x="8" y="2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8" name="Freeform 525">
                <a:extLst>
                  <a:ext uri="{FF2B5EF4-FFF2-40B4-BE49-F238E27FC236}">
                    <a16:creationId xmlns:a16="http://schemas.microsoft.com/office/drawing/2014/main" id="{ED1CCB3C-0AA1-4420-B719-2A121B176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465"/>
                <a:ext cx="16" cy="29"/>
              </a:xfrm>
              <a:custGeom>
                <a:avLst/>
                <a:gdLst>
                  <a:gd name="T0" fmla="*/ 2 w 16"/>
                  <a:gd name="T1" fmla="*/ 21 h 28"/>
                  <a:gd name="T2" fmla="*/ 5 w 16"/>
                  <a:gd name="T3" fmla="*/ 0 h 28"/>
                  <a:gd name="T4" fmla="*/ 1 w 16"/>
                  <a:gd name="T5" fmla="*/ 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2" y="18"/>
                    </a:moveTo>
                    <a:cubicBezTo>
                      <a:pt x="15" y="28"/>
                      <a:pt x="16" y="4"/>
                      <a:pt x="5" y="0"/>
                    </a:cubicBezTo>
                    <a:cubicBezTo>
                      <a:pt x="1" y="4"/>
                      <a:pt x="0" y="9"/>
                      <a:pt x="1" y="15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9" name="Freeform 526">
                <a:extLst>
                  <a:ext uri="{FF2B5EF4-FFF2-40B4-BE49-F238E27FC236}">
                    <a16:creationId xmlns:a16="http://schemas.microsoft.com/office/drawing/2014/main" id="{98DC5D3C-35F6-4F2A-8F9F-22B19B1A6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434"/>
                <a:ext cx="17" cy="17"/>
              </a:xfrm>
              <a:custGeom>
                <a:avLst/>
                <a:gdLst>
                  <a:gd name="T0" fmla="*/ 3 w 17"/>
                  <a:gd name="T1" fmla="*/ 11 h 17"/>
                  <a:gd name="T2" fmla="*/ 13 w 17"/>
                  <a:gd name="T3" fmla="*/ 8 h 17"/>
                  <a:gd name="T4" fmla="*/ 0 w 17"/>
                  <a:gd name="T5" fmla="*/ 1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3" y="11"/>
                    </a:moveTo>
                    <a:cubicBezTo>
                      <a:pt x="7" y="17"/>
                      <a:pt x="17" y="15"/>
                      <a:pt x="13" y="8"/>
                    </a:cubicBezTo>
                    <a:cubicBezTo>
                      <a:pt x="9" y="0"/>
                      <a:pt x="1" y="7"/>
                      <a:pt x="0" y="1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0" name="Freeform 527">
                <a:extLst>
                  <a:ext uri="{FF2B5EF4-FFF2-40B4-BE49-F238E27FC236}">
                    <a16:creationId xmlns:a16="http://schemas.microsoft.com/office/drawing/2014/main" id="{13651FB7-A141-401F-8DEC-CB513EFCA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353"/>
                <a:ext cx="42" cy="32"/>
              </a:xfrm>
              <a:custGeom>
                <a:avLst/>
                <a:gdLst>
                  <a:gd name="T0" fmla="*/ 19 w 43"/>
                  <a:gd name="T1" fmla="*/ 34 h 31"/>
                  <a:gd name="T2" fmla="*/ 14 w 43"/>
                  <a:gd name="T3" fmla="*/ 3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1">
                    <a:moveTo>
                      <a:pt x="19" y="31"/>
                    </a:moveTo>
                    <a:cubicBezTo>
                      <a:pt x="43" y="16"/>
                      <a:pt x="0" y="0"/>
                      <a:pt x="14" y="28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1" name="Freeform 528">
                <a:extLst>
                  <a:ext uri="{FF2B5EF4-FFF2-40B4-BE49-F238E27FC236}">
                    <a16:creationId xmlns:a16="http://schemas.microsoft.com/office/drawing/2014/main" id="{1785104D-208E-4934-8185-5D693D82F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309"/>
                <a:ext cx="11" cy="13"/>
              </a:xfrm>
              <a:custGeom>
                <a:avLst/>
                <a:gdLst>
                  <a:gd name="T0" fmla="*/ 0 w 12"/>
                  <a:gd name="T1" fmla="*/ 13 h 12"/>
                  <a:gd name="T2" fmla="*/ 3 w 12"/>
                  <a:gd name="T3" fmla="*/ 0 h 12"/>
                  <a:gd name="T4" fmla="*/ 9 w 12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0" y="7"/>
                      <a:pt x="2" y="3"/>
                      <a:pt x="3" y="0"/>
                    </a:cubicBezTo>
                    <a:cubicBezTo>
                      <a:pt x="9" y="2"/>
                      <a:pt x="11" y="8"/>
                      <a:pt x="12" y="1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2" name="Freeform 529">
                <a:extLst>
                  <a:ext uri="{FF2B5EF4-FFF2-40B4-BE49-F238E27FC236}">
                    <a16:creationId xmlns:a16="http://schemas.microsoft.com/office/drawing/2014/main" id="{27B007DC-ADA1-4C2E-BF4C-3C0779658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349"/>
                <a:ext cx="10" cy="12"/>
              </a:xfrm>
              <a:custGeom>
                <a:avLst/>
                <a:gdLst>
                  <a:gd name="T0" fmla="*/ 8 w 11"/>
                  <a:gd name="T1" fmla="*/ 0 h 12"/>
                  <a:gd name="T2" fmla="*/ 6 w 11"/>
                  <a:gd name="T3" fmla="*/ 5 h 12"/>
                  <a:gd name="T4" fmla="*/ 5 w 11"/>
                  <a:gd name="T5" fmla="*/ 0 h 12"/>
                  <a:gd name="T6" fmla="*/ 0 w 11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10" y="2"/>
                      <a:pt x="9" y="3"/>
                      <a:pt x="9" y="5"/>
                    </a:cubicBezTo>
                    <a:cubicBezTo>
                      <a:pt x="8" y="3"/>
                      <a:pt x="7" y="2"/>
                      <a:pt x="6" y="0"/>
                    </a:cubicBezTo>
                    <a:cubicBezTo>
                      <a:pt x="3" y="2"/>
                      <a:pt x="1" y="7"/>
                      <a:pt x="0" y="12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3" name="Freeform 530">
                <a:extLst>
                  <a:ext uri="{FF2B5EF4-FFF2-40B4-BE49-F238E27FC236}">
                    <a16:creationId xmlns:a16="http://schemas.microsoft.com/office/drawing/2014/main" id="{D3256AF4-20F9-4BD2-8485-30F4C9A2D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292"/>
                <a:ext cx="7" cy="4"/>
              </a:xfrm>
              <a:custGeom>
                <a:avLst/>
                <a:gdLst>
                  <a:gd name="T0" fmla="*/ 4 w 8"/>
                  <a:gd name="T1" fmla="*/ 3 h 4"/>
                  <a:gd name="T2" fmla="*/ 4 w 8"/>
                  <a:gd name="T3" fmla="*/ 0 h 4"/>
                  <a:gd name="T4" fmla="*/ 0 w 8"/>
                  <a:gd name="T5" fmla="*/ 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8" y="2"/>
                      <a:pt x="8" y="0"/>
                      <a:pt x="7" y="0"/>
                    </a:cubicBezTo>
                    <a:cubicBezTo>
                      <a:pt x="3" y="0"/>
                      <a:pt x="2" y="2"/>
                      <a:pt x="0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4" name="Freeform 531">
                <a:extLst>
                  <a:ext uri="{FF2B5EF4-FFF2-40B4-BE49-F238E27FC236}">
                    <a16:creationId xmlns:a16="http://schemas.microsoft.com/office/drawing/2014/main" id="{612F4D98-A51F-4DC9-899D-773F2806C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442"/>
                <a:ext cx="7" cy="9"/>
              </a:xfrm>
              <a:custGeom>
                <a:avLst/>
                <a:gdLst>
                  <a:gd name="T0" fmla="*/ 0 w 7"/>
                  <a:gd name="T1" fmla="*/ 3 h 9"/>
                  <a:gd name="T2" fmla="*/ 5 w 7"/>
                  <a:gd name="T3" fmla="*/ 9 h 9"/>
                  <a:gd name="T4" fmla="*/ 6 w 7"/>
                  <a:gd name="T5" fmla="*/ 0 h 9"/>
                  <a:gd name="T6" fmla="*/ 0 w 7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3"/>
                    </a:moveTo>
                    <a:cubicBezTo>
                      <a:pt x="1" y="6"/>
                      <a:pt x="1" y="8"/>
                      <a:pt x="5" y="9"/>
                    </a:cubicBezTo>
                    <a:cubicBezTo>
                      <a:pt x="6" y="5"/>
                      <a:pt x="7" y="4"/>
                      <a:pt x="6" y="0"/>
                    </a:cubicBezTo>
                    <a:cubicBezTo>
                      <a:pt x="3" y="1"/>
                      <a:pt x="2" y="2"/>
                      <a:pt x="0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5" name="Freeform 532">
                <a:extLst>
                  <a:ext uri="{FF2B5EF4-FFF2-40B4-BE49-F238E27FC236}">
                    <a16:creationId xmlns:a16="http://schemas.microsoft.com/office/drawing/2014/main" id="{881B98F8-9F61-403D-8335-182DFE92A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405"/>
                <a:ext cx="9" cy="11"/>
              </a:xfrm>
              <a:custGeom>
                <a:avLst/>
                <a:gdLst>
                  <a:gd name="T0" fmla="*/ 2 w 9"/>
                  <a:gd name="T1" fmla="*/ 5 h 11"/>
                  <a:gd name="T2" fmla="*/ 6 w 9"/>
                  <a:gd name="T3" fmla="*/ 11 h 11"/>
                  <a:gd name="T4" fmla="*/ 0 w 9"/>
                  <a:gd name="T5" fmla="*/ 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2" y="5"/>
                    </a:moveTo>
                    <a:cubicBezTo>
                      <a:pt x="2" y="6"/>
                      <a:pt x="0" y="7"/>
                      <a:pt x="6" y="11"/>
                    </a:cubicBezTo>
                    <a:cubicBezTo>
                      <a:pt x="9" y="4"/>
                      <a:pt x="6" y="0"/>
                      <a:pt x="0" y="3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6" name="Freeform 533">
                <a:extLst>
                  <a:ext uri="{FF2B5EF4-FFF2-40B4-BE49-F238E27FC236}">
                    <a16:creationId xmlns:a16="http://schemas.microsoft.com/office/drawing/2014/main" id="{83EE5E69-CEFC-43D7-8FF7-37DF0C55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622"/>
                <a:ext cx="11" cy="13"/>
              </a:xfrm>
              <a:custGeom>
                <a:avLst/>
                <a:gdLst>
                  <a:gd name="T0" fmla="*/ 0 w 11"/>
                  <a:gd name="T1" fmla="*/ 14 h 12"/>
                  <a:gd name="T2" fmla="*/ 11 w 11"/>
                  <a:gd name="T3" fmla="*/ 5 h 12"/>
                  <a:gd name="T4" fmla="*/ 2 w 11"/>
                  <a:gd name="T5" fmla="*/ 1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11"/>
                    </a:moveTo>
                    <a:cubicBezTo>
                      <a:pt x="5" y="12"/>
                      <a:pt x="9" y="10"/>
                      <a:pt x="11" y="5"/>
                    </a:cubicBezTo>
                    <a:cubicBezTo>
                      <a:pt x="6" y="0"/>
                      <a:pt x="5" y="3"/>
                      <a:pt x="2" y="7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7" name="Freeform 534">
                <a:extLst>
                  <a:ext uri="{FF2B5EF4-FFF2-40B4-BE49-F238E27FC236}">
                    <a16:creationId xmlns:a16="http://schemas.microsoft.com/office/drawing/2014/main" id="{880F0F2A-BA71-4CA8-B9A4-FD7301B26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675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1 w 6"/>
                  <a:gd name="T3" fmla="*/ 8 h 8"/>
                  <a:gd name="T4" fmla="*/ 0 w 6"/>
                  <a:gd name="T5" fmla="*/ 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3"/>
                      <a:pt x="2" y="5"/>
                      <a:pt x="1" y="8"/>
                    </a:cubicBezTo>
                    <a:cubicBezTo>
                      <a:pt x="2" y="6"/>
                      <a:pt x="0" y="6"/>
                      <a:pt x="0" y="4"/>
                    </a:cubicBezTo>
                  </a:path>
                </a:pathLst>
              </a:custGeom>
              <a:solidFill>
                <a:srgbClr val="F7C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8" name="Freeform 535">
                <a:extLst>
                  <a:ext uri="{FF2B5EF4-FFF2-40B4-BE49-F238E27FC236}">
                    <a16:creationId xmlns:a16="http://schemas.microsoft.com/office/drawing/2014/main" id="{9E8447C0-3433-4350-B62B-1998719CE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166"/>
                <a:ext cx="37" cy="24"/>
              </a:xfrm>
              <a:custGeom>
                <a:avLst/>
                <a:gdLst>
                  <a:gd name="T0" fmla="*/ 28 w 38"/>
                  <a:gd name="T1" fmla="*/ 0 h 23"/>
                  <a:gd name="T2" fmla="*/ 7 w 38"/>
                  <a:gd name="T3" fmla="*/ 7 h 23"/>
                  <a:gd name="T4" fmla="*/ 19 w 38"/>
                  <a:gd name="T5" fmla="*/ 24 h 23"/>
                  <a:gd name="T6" fmla="*/ 29 w 38"/>
                  <a:gd name="T7" fmla="*/ 25 h 23"/>
                  <a:gd name="T8" fmla="*/ 35 w 38"/>
                  <a:gd name="T9" fmla="*/ 11 h 23"/>
                  <a:gd name="T10" fmla="*/ 23 w 38"/>
                  <a:gd name="T11" fmla="*/ 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3">
                    <a:moveTo>
                      <a:pt x="31" y="0"/>
                    </a:moveTo>
                    <a:cubicBezTo>
                      <a:pt x="25" y="1"/>
                      <a:pt x="12" y="3"/>
                      <a:pt x="7" y="7"/>
                    </a:cubicBezTo>
                    <a:cubicBezTo>
                      <a:pt x="0" y="12"/>
                      <a:pt x="14" y="19"/>
                      <a:pt x="19" y="21"/>
                    </a:cubicBezTo>
                    <a:cubicBezTo>
                      <a:pt x="22" y="22"/>
                      <a:pt x="28" y="23"/>
                      <a:pt x="32" y="22"/>
                    </a:cubicBezTo>
                    <a:cubicBezTo>
                      <a:pt x="37" y="21"/>
                      <a:pt x="38" y="17"/>
                      <a:pt x="38" y="11"/>
                    </a:cubicBezTo>
                    <a:cubicBezTo>
                      <a:pt x="37" y="2"/>
                      <a:pt x="33" y="4"/>
                      <a:pt x="26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9" name="Freeform 536">
                <a:extLst>
                  <a:ext uri="{FF2B5EF4-FFF2-40B4-BE49-F238E27FC236}">
                    <a16:creationId xmlns:a16="http://schemas.microsoft.com/office/drawing/2014/main" id="{4D5477A1-A3EE-4D56-A513-597D8E9BC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116"/>
                <a:ext cx="20" cy="34"/>
              </a:xfrm>
              <a:custGeom>
                <a:avLst/>
                <a:gdLst>
                  <a:gd name="T0" fmla="*/ 9 w 20"/>
                  <a:gd name="T1" fmla="*/ 30 h 32"/>
                  <a:gd name="T2" fmla="*/ 15 w 20"/>
                  <a:gd name="T3" fmla="*/ 14 h 32"/>
                  <a:gd name="T4" fmla="*/ 6 w 20"/>
                  <a:gd name="T5" fmla="*/ 3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9" y="24"/>
                    </a:moveTo>
                    <a:cubicBezTo>
                      <a:pt x="0" y="25"/>
                      <a:pt x="8" y="0"/>
                      <a:pt x="15" y="11"/>
                    </a:cubicBezTo>
                    <a:cubicBezTo>
                      <a:pt x="20" y="17"/>
                      <a:pt x="11" y="32"/>
                      <a:pt x="6" y="25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0" name="Freeform 537">
                <a:extLst>
                  <a:ext uri="{FF2B5EF4-FFF2-40B4-BE49-F238E27FC236}">
                    <a16:creationId xmlns:a16="http://schemas.microsoft.com/office/drawing/2014/main" id="{4FD6D9C5-B11E-4494-926D-0E48B504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093"/>
                <a:ext cx="20" cy="14"/>
              </a:xfrm>
              <a:custGeom>
                <a:avLst/>
                <a:gdLst>
                  <a:gd name="T0" fmla="*/ 12 w 21"/>
                  <a:gd name="T1" fmla="*/ 0 h 14"/>
                  <a:gd name="T2" fmla="*/ 10 w 21"/>
                  <a:gd name="T3" fmla="*/ 13 h 14"/>
                  <a:gd name="T4" fmla="*/ 11 w 21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15" y="0"/>
                    </a:moveTo>
                    <a:cubicBezTo>
                      <a:pt x="13" y="3"/>
                      <a:pt x="0" y="13"/>
                      <a:pt x="11" y="13"/>
                    </a:cubicBezTo>
                    <a:cubicBezTo>
                      <a:pt x="16" y="14"/>
                      <a:pt x="21" y="1"/>
                      <a:pt x="14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1" name="Freeform 538">
                <a:extLst>
                  <a:ext uri="{FF2B5EF4-FFF2-40B4-BE49-F238E27FC236}">
                    <a16:creationId xmlns:a16="http://schemas.microsoft.com/office/drawing/2014/main" id="{324A2205-E12B-4191-A23D-47D01CD64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064"/>
                <a:ext cx="18" cy="22"/>
              </a:xfrm>
              <a:custGeom>
                <a:avLst/>
                <a:gdLst>
                  <a:gd name="T0" fmla="*/ 5 w 18"/>
                  <a:gd name="T1" fmla="*/ 5 h 22"/>
                  <a:gd name="T2" fmla="*/ 3 w 18"/>
                  <a:gd name="T3" fmla="*/ 19 h 22"/>
                  <a:gd name="T4" fmla="*/ 13 w 18"/>
                  <a:gd name="T5" fmla="*/ 17 h 22"/>
                  <a:gd name="T6" fmla="*/ 3 w 18"/>
                  <a:gd name="T7" fmla="*/ 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5" y="5"/>
                    </a:moveTo>
                    <a:cubicBezTo>
                      <a:pt x="2" y="9"/>
                      <a:pt x="0" y="15"/>
                      <a:pt x="3" y="19"/>
                    </a:cubicBezTo>
                    <a:cubicBezTo>
                      <a:pt x="5" y="22"/>
                      <a:pt x="11" y="21"/>
                      <a:pt x="13" y="17"/>
                    </a:cubicBezTo>
                    <a:cubicBezTo>
                      <a:pt x="18" y="9"/>
                      <a:pt x="5" y="0"/>
                      <a:pt x="3" y="8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2" name="Freeform 539">
                <a:extLst>
                  <a:ext uri="{FF2B5EF4-FFF2-40B4-BE49-F238E27FC236}">
                    <a16:creationId xmlns:a16="http://schemas.microsoft.com/office/drawing/2014/main" id="{41EFF068-6DC7-4B4C-9FD4-F4819BC5B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076"/>
                <a:ext cx="14" cy="22"/>
              </a:xfrm>
              <a:custGeom>
                <a:avLst/>
                <a:gdLst>
                  <a:gd name="T0" fmla="*/ 11 w 14"/>
                  <a:gd name="T1" fmla="*/ 0 h 21"/>
                  <a:gd name="T2" fmla="*/ 6 w 14"/>
                  <a:gd name="T3" fmla="*/ 22 h 21"/>
                  <a:gd name="T4" fmla="*/ 10 w 14"/>
                  <a:gd name="T5" fmla="*/ 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1" y="0"/>
                    </a:moveTo>
                    <a:cubicBezTo>
                      <a:pt x="9" y="3"/>
                      <a:pt x="0" y="16"/>
                      <a:pt x="6" y="19"/>
                    </a:cubicBezTo>
                    <a:cubicBezTo>
                      <a:pt x="10" y="21"/>
                      <a:pt x="14" y="3"/>
                      <a:pt x="10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3" name="Freeform 540">
                <a:extLst>
                  <a:ext uri="{FF2B5EF4-FFF2-40B4-BE49-F238E27FC236}">
                    <a16:creationId xmlns:a16="http://schemas.microsoft.com/office/drawing/2014/main" id="{603888B6-6484-461B-9098-D82286F15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102"/>
                <a:ext cx="8" cy="5"/>
              </a:xfrm>
              <a:custGeom>
                <a:avLst/>
                <a:gdLst>
                  <a:gd name="T0" fmla="*/ 0 w 8"/>
                  <a:gd name="T1" fmla="*/ 3 h 5"/>
                  <a:gd name="T2" fmla="*/ 6 w 8"/>
                  <a:gd name="T3" fmla="*/ 5 h 5"/>
                  <a:gd name="T4" fmla="*/ 0 w 8"/>
                  <a:gd name="T5" fmla="*/ 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2" y="4"/>
                      <a:pt x="4" y="5"/>
                      <a:pt x="6" y="5"/>
                    </a:cubicBezTo>
                    <a:cubicBezTo>
                      <a:pt x="8" y="1"/>
                      <a:pt x="3" y="0"/>
                      <a:pt x="0" y="3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4" name="Freeform 541">
                <a:extLst>
                  <a:ext uri="{FF2B5EF4-FFF2-40B4-BE49-F238E27FC236}">
                    <a16:creationId xmlns:a16="http://schemas.microsoft.com/office/drawing/2014/main" id="{4598CA49-9BA6-424A-8D3C-5D2661B35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35"/>
                <a:ext cx="17" cy="22"/>
              </a:xfrm>
              <a:custGeom>
                <a:avLst/>
                <a:gdLst>
                  <a:gd name="T0" fmla="*/ 11 w 17"/>
                  <a:gd name="T1" fmla="*/ 4 h 21"/>
                  <a:gd name="T2" fmla="*/ 6 w 17"/>
                  <a:gd name="T3" fmla="*/ 19 h 21"/>
                  <a:gd name="T4" fmla="*/ 7 w 17"/>
                  <a:gd name="T5" fmla="*/ 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11" y="4"/>
                    </a:moveTo>
                    <a:cubicBezTo>
                      <a:pt x="7" y="5"/>
                      <a:pt x="0" y="13"/>
                      <a:pt x="6" y="16"/>
                    </a:cubicBezTo>
                    <a:cubicBezTo>
                      <a:pt x="14" y="21"/>
                      <a:pt x="17" y="0"/>
                      <a:pt x="7" y="7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5" name="Freeform 542">
                <a:extLst>
                  <a:ext uri="{FF2B5EF4-FFF2-40B4-BE49-F238E27FC236}">
                    <a16:creationId xmlns:a16="http://schemas.microsoft.com/office/drawing/2014/main" id="{29C66CC4-970D-4FCE-A826-5F7A0963E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19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  <a:gd name="T6" fmla="*/ 0 w 2"/>
                  <a:gd name="T7" fmla="*/ 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2"/>
                      <a:pt x="0" y="3"/>
                      <a:pt x="1" y="3"/>
                    </a:cubicBezTo>
                    <a:cubicBezTo>
                      <a:pt x="2" y="2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6" name="Freeform 543">
                <a:extLst>
                  <a:ext uri="{FF2B5EF4-FFF2-40B4-BE49-F238E27FC236}">
                    <a16:creationId xmlns:a16="http://schemas.microsoft.com/office/drawing/2014/main" id="{9645E548-D857-4DA6-9BAE-D60A2BE4B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211"/>
                <a:ext cx="6" cy="3"/>
              </a:xfrm>
              <a:custGeom>
                <a:avLst/>
                <a:gdLst>
                  <a:gd name="T0" fmla="*/ 0 w 6"/>
                  <a:gd name="T1" fmla="*/ 1 h 3"/>
                  <a:gd name="T2" fmla="*/ 5 w 6"/>
                  <a:gd name="T3" fmla="*/ 3 h 3"/>
                  <a:gd name="T4" fmla="*/ 1 w 6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2"/>
                      <a:pt x="3" y="3"/>
                      <a:pt x="5" y="3"/>
                    </a:cubicBezTo>
                    <a:cubicBezTo>
                      <a:pt x="6" y="1"/>
                      <a:pt x="4" y="0"/>
                      <a:pt x="1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7" name="Freeform 544">
                <a:extLst>
                  <a:ext uri="{FF2B5EF4-FFF2-40B4-BE49-F238E27FC236}">
                    <a16:creationId xmlns:a16="http://schemas.microsoft.com/office/drawing/2014/main" id="{183ACF4C-D1DF-4ED9-9657-8EDE8B43D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223"/>
                <a:ext cx="10" cy="7"/>
              </a:xfrm>
              <a:custGeom>
                <a:avLst/>
                <a:gdLst>
                  <a:gd name="T0" fmla="*/ 5 w 11"/>
                  <a:gd name="T1" fmla="*/ 0 h 7"/>
                  <a:gd name="T2" fmla="*/ 5 w 11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0" y="7"/>
                      <a:pt x="11" y="6"/>
                      <a:pt x="5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8" name="Freeform 545">
                <a:extLst>
                  <a:ext uri="{FF2B5EF4-FFF2-40B4-BE49-F238E27FC236}">
                    <a16:creationId xmlns:a16="http://schemas.microsoft.com/office/drawing/2014/main" id="{A79452D3-5E6C-4644-8260-6A15CCCAE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762"/>
                <a:ext cx="29" cy="55"/>
              </a:xfrm>
              <a:custGeom>
                <a:avLst/>
                <a:gdLst>
                  <a:gd name="T0" fmla="*/ 27 w 30"/>
                  <a:gd name="T1" fmla="*/ 7 h 53"/>
                  <a:gd name="T2" fmla="*/ 10 w 30"/>
                  <a:gd name="T3" fmla="*/ 49 h 53"/>
                  <a:gd name="T4" fmla="*/ 15 w 30"/>
                  <a:gd name="T5" fmla="*/ 55 h 53"/>
                  <a:gd name="T6" fmla="*/ 13 w 30"/>
                  <a:gd name="T7" fmla="*/ 36 h 53"/>
                  <a:gd name="T8" fmla="*/ 24 w 30"/>
                  <a:gd name="T9" fmla="*/ 6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3">
                    <a:moveTo>
                      <a:pt x="30" y="7"/>
                    </a:moveTo>
                    <a:cubicBezTo>
                      <a:pt x="5" y="0"/>
                      <a:pt x="0" y="26"/>
                      <a:pt x="10" y="43"/>
                    </a:cubicBezTo>
                    <a:cubicBezTo>
                      <a:pt x="12" y="45"/>
                      <a:pt x="14" y="53"/>
                      <a:pt x="18" y="49"/>
                    </a:cubicBezTo>
                    <a:cubicBezTo>
                      <a:pt x="21" y="46"/>
                      <a:pt x="14" y="37"/>
                      <a:pt x="13" y="33"/>
                    </a:cubicBezTo>
                    <a:cubicBezTo>
                      <a:pt x="11" y="19"/>
                      <a:pt x="22" y="16"/>
                      <a:pt x="27" y="6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9" name="Freeform 546">
                <a:extLst>
                  <a:ext uri="{FF2B5EF4-FFF2-40B4-BE49-F238E27FC236}">
                    <a16:creationId xmlns:a16="http://schemas.microsoft.com/office/drawing/2014/main" id="{4DB8F64E-2EB4-48B9-85F7-3C1626790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808"/>
                <a:ext cx="11" cy="28"/>
              </a:xfrm>
              <a:custGeom>
                <a:avLst/>
                <a:gdLst>
                  <a:gd name="T0" fmla="*/ 9 w 11"/>
                  <a:gd name="T1" fmla="*/ 0 h 27"/>
                  <a:gd name="T2" fmla="*/ 0 w 11"/>
                  <a:gd name="T3" fmla="*/ 11 h 27"/>
                  <a:gd name="T4" fmla="*/ 10 w 11"/>
                  <a:gd name="T5" fmla="*/ 28 h 27"/>
                  <a:gd name="T6" fmla="*/ 7 w 11"/>
                  <a:gd name="T7" fmla="*/ 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7">
                    <a:moveTo>
                      <a:pt x="9" y="0"/>
                    </a:moveTo>
                    <a:cubicBezTo>
                      <a:pt x="3" y="4"/>
                      <a:pt x="0" y="2"/>
                      <a:pt x="0" y="11"/>
                    </a:cubicBezTo>
                    <a:cubicBezTo>
                      <a:pt x="0" y="17"/>
                      <a:pt x="2" y="27"/>
                      <a:pt x="10" y="25"/>
                    </a:cubicBezTo>
                    <a:cubicBezTo>
                      <a:pt x="11" y="19"/>
                      <a:pt x="9" y="9"/>
                      <a:pt x="7" y="4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0" name="Freeform 547">
                <a:extLst>
                  <a:ext uri="{FF2B5EF4-FFF2-40B4-BE49-F238E27FC236}">
                    <a16:creationId xmlns:a16="http://schemas.microsoft.com/office/drawing/2014/main" id="{26633238-A41E-47FD-A188-21AE6AB2A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800"/>
                <a:ext cx="7" cy="13"/>
              </a:xfrm>
              <a:custGeom>
                <a:avLst/>
                <a:gdLst>
                  <a:gd name="T0" fmla="*/ 5 w 7"/>
                  <a:gd name="T1" fmla="*/ 2 h 12"/>
                  <a:gd name="T2" fmla="*/ 2 w 7"/>
                  <a:gd name="T3" fmla="*/ 15 h 12"/>
                  <a:gd name="T4" fmla="*/ 7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2"/>
                    </a:moveTo>
                    <a:cubicBezTo>
                      <a:pt x="2" y="4"/>
                      <a:pt x="0" y="8"/>
                      <a:pt x="2" y="12"/>
                    </a:cubicBezTo>
                    <a:cubicBezTo>
                      <a:pt x="5" y="9"/>
                      <a:pt x="7" y="5"/>
                      <a:pt x="7" y="0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1" name="Freeform 548">
                <a:extLst>
                  <a:ext uri="{FF2B5EF4-FFF2-40B4-BE49-F238E27FC236}">
                    <a16:creationId xmlns:a16="http://schemas.microsoft.com/office/drawing/2014/main" id="{ED7AAD5B-4F19-470C-8D1B-D32469458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758"/>
                <a:ext cx="6" cy="11"/>
              </a:xfrm>
              <a:custGeom>
                <a:avLst/>
                <a:gdLst>
                  <a:gd name="T0" fmla="*/ 6 w 6"/>
                  <a:gd name="T1" fmla="*/ 3 h 11"/>
                  <a:gd name="T2" fmla="*/ 3 w 6"/>
                  <a:gd name="T3" fmla="*/ 11 h 11"/>
                  <a:gd name="T4" fmla="*/ 5 w 6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6" y="3"/>
                    </a:moveTo>
                    <a:cubicBezTo>
                      <a:pt x="2" y="0"/>
                      <a:pt x="0" y="8"/>
                      <a:pt x="3" y="11"/>
                    </a:cubicBezTo>
                    <a:cubicBezTo>
                      <a:pt x="5" y="8"/>
                      <a:pt x="6" y="4"/>
                      <a:pt x="5" y="0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2" name="Freeform 549">
                <a:extLst>
                  <a:ext uri="{FF2B5EF4-FFF2-40B4-BE49-F238E27FC236}">
                    <a16:creationId xmlns:a16="http://schemas.microsoft.com/office/drawing/2014/main" id="{5EAD95FF-788C-438D-8EC0-83B8BCD1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783"/>
                <a:ext cx="14" cy="22"/>
              </a:xfrm>
              <a:custGeom>
                <a:avLst/>
                <a:gdLst>
                  <a:gd name="T0" fmla="*/ 1 w 14"/>
                  <a:gd name="T1" fmla="*/ 3 h 21"/>
                  <a:gd name="T2" fmla="*/ 13 w 14"/>
                  <a:gd name="T3" fmla="*/ 24 h 21"/>
                  <a:gd name="T4" fmla="*/ 5 w 14"/>
                  <a:gd name="T5" fmla="*/ 14 h 21"/>
                  <a:gd name="T6" fmla="*/ 4 w 14"/>
                  <a:gd name="T7" fmla="*/ 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1" y="3"/>
                    </a:moveTo>
                    <a:cubicBezTo>
                      <a:pt x="0" y="8"/>
                      <a:pt x="5" y="21"/>
                      <a:pt x="13" y="21"/>
                    </a:cubicBezTo>
                    <a:cubicBezTo>
                      <a:pt x="14" y="15"/>
                      <a:pt x="8" y="15"/>
                      <a:pt x="5" y="11"/>
                    </a:cubicBezTo>
                    <a:cubicBezTo>
                      <a:pt x="4" y="9"/>
                      <a:pt x="4" y="0"/>
                      <a:pt x="4" y="2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3" name="Freeform 550">
                <a:extLst>
                  <a:ext uri="{FF2B5EF4-FFF2-40B4-BE49-F238E27FC236}">
                    <a16:creationId xmlns:a16="http://schemas.microsoft.com/office/drawing/2014/main" id="{4AE289DF-603E-491D-9594-4A135FC1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1824"/>
                <a:ext cx="23" cy="11"/>
              </a:xfrm>
              <a:custGeom>
                <a:avLst/>
                <a:gdLst>
                  <a:gd name="T0" fmla="*/ 2 w 24"/>
                  <a:gd name="T1" fmla="*/ 2 h 10"/>
                  <a:gd name="T2" fmla="*/ 21 w 24"/>
                  <a:gd name="T3" fmla="*/ 8 h 10"/>
                  <a:gd name="T4" fmla="*/ 0 w 24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2" y="2"/>
                    </a:moveTo>
                    <a:cubicBezTo>
                      <a:pt x="4" y="6"/>
                      <a:pt x="19" y="10"/>
                      <a:pt x="24" y="5"/>
                    </a:cubicBezTo>
                    <a:cubicBezTo>
                      <a:pt x="17" y="0"/>
                      <a:pt x="7" y="4"/>
                      <a:pt x="0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4" name="Freeform 551">
                <a:extLst>
                  <a:ext uri="{FF2B5EF4-FFF2-40B4-BE49-F238E27FC236}">
                    <a16:creationId xmlns:a16="http://schemas.microsoft.com/office/drawing/2014/main" id="{E4734877-BDB3-45C4-BBB5-9FC650026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1793"/>
                <a:ext cx="31" cy="17"/>
              </a:xfrm>
              <a:custGeom>
                <a:avLst/>
                <a:gdLst>
                  <a:gd name="T0" fmla="*/ 0 w 32"/>
                  <a:gd name="T1" fmla="*/ 4 h 16"/>
                  <a:gd name="T2" fmla="*/ 29 w 32"/>
                  <a:gd name="T3" fmla="*/ 16 h 16"/>
                  <a:gd name="T4" fmla="*/ 6 w 32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0" y="4"/>
                    </a:moveTo>
                    <a:cubicBezTo>
                      <a:pt x="10" y="5"/>
                      <a:pt x="22" y="16"/>
                      <a:pt x="32" y="13"/>
                    </a:cubicBezTo>
                    <a:cubicBezTo>
                      <a:pt x="32" y="0"/>
                      <a:pt x="8" y="9"/>
                      <a:pt x="6" y="5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5" name="Freeform 552">
                <a:extLst>
                  <a:ext uri="{FF2B5EF4-FFF2-40B4-BE49-F238E27FC236}">
                    <a16:creationId xmlns:a16="http://schemas.microsoft.com/office/drawing/2014/main" id="{D7DAB9AA-E12F-4711-9284-BA2B21BC8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521"/>
                <a:ext cx="13" cy="33"/>
              </a:xfrm>
              <a:custGeom>
                <a:avLst/>
                <a:gdLst>
                  <a:gd name="T0" fmla="*/ 2 w 14"/>
                  <a:gd name="T1" fmla="*/ 0 h 32"/>
                  <a:gd name="T2" fmla="*/ 8 w 14"/>
                  <a:gd name="T3" fmla="*/ 30 h 32"/>
                  <a:gd name="T4" fmla="*/ 3 w 14"/>
                  <a:gd name="T5" fmla="*/ 1 h 32"/>
                  <a:gd name="T6" fmla="*/ 0 w 14"/>
                  <a:gd name="T7" fmla="*/ 9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2">
                    <a:moveTo>
                      <a:pt x="2" y="0"/>
                    </a:moveTo>
                    <a:cubicBezTo>
                      <a:pt x="1" y="4"/>
                      <a:pt x="5" y="32"/>
                      <a:pt x="11" y="27"/>
                    </a:cubicBezTo>
                    <a:cubicBezTo>
                      <a:pt x="14" y="24"/>
                      <a:pt x="6" y="3"/>
                      <a:pt x="3" y="1"/>
                    </a:cubicBez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6" name="Freeform 553">
                <a:extLst>
                  <a:ext uri="{FF2B5EF4-FFF2-40B4-BE49-F238E27FC236}">
                    <a16:creationId xmlns:a16="http://schemas.microsoft.com/office/drawing/2014/main" id="{2B87CC1B-F8B1-4BA2-BBFE-882B6E9C2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470"/>
                <a:ext cx="20" cy="49"/>
              </a:xfrm>
              <a:custGeom>
                <a:avLst/>
                <a:gdLst>
                  <a:gd name="T0" fmla="*/ 20 w 20"/>
                  <a:gd name="T1" fmla="*/ 0 h 47"/>
                  <a:gd name="T2" fmla="*/ 17 w 20"/>
                  <a:gd name="T3" fmla="*/ 53 h 47"/>
                  <a:gd name="T4" fmla="*/ 17 w 20"/>
                  <a:gd name="T5" fmla="*/ 21 h 47"/>
                  <a:gd name="T6" fmla="*/ 18 w 20"/>
                  <a:gd name="T7" fmla="*/ 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7">
                    <a:moveTo>
                      <a:pt x="20" y="0"/>
                    </a:moveTo>
                    <a:cubicBezTo>
                      <a:pt x="0" y="8"/>
                      <a:pt x="7" y="35"/>
                      <a:pt x="17" y="47"/>
                    </a:cubicBezTo>
                    <a:cubicBezTo>
                      <a:pt x="16" y="37"/>
                      <a:pt x="15" y="27"/>
                      <a:pt x="17" y="18"/>
                    </a:cubicBezTo>
                    <a:cubicBezTo>
                      <a:pt x="17" y="13"/>
                      <a:pt x="20" y="7"/>
                      <a:pt x="18" y="3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7" name="Freeform 554">
                <a:extLst>
                  <a:ext uri="{FF2B5EF4-FFF2-40B4-BE49-F238E27FC236}">
                    <a16:creationId xmlns:a16="http://schemas.microsoft.com/office/drawing/2014/main" id="{19DEC046-1723-4562-850E-0249322A5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402"/>
                <a:ext cx="9" cy="39"/>
              </a:xfrm>
              <a:custGeom>
                <a:avLst/>
                <a:gdLst>
                  <a:gd name="T0" fmla="*/ 3 w 10"/>
                  <a:gd name="T1" fmla="*/ 0 h 37"/>
                  <a:gd name="T2" fmla="*/ 5 w 10"/>
                  <a:gd name="T3" fmla="*/ 38 h 37"/>
                  <a:gd name="T4" fmla="*/ 4 w 10"/>
                  <a:gd name="T5" fmla="*/ 1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7">
                    <a:moveTo>
                      <a:pt x="3" y="0"/>
                    </a:moveTo>
                    <a:cubicBezTo>
                      <a:pt x="0" y="5"/>
                      <a:pt x="0" y="37"/>
                      <a:pt x="7" y="32"/>
                    </a:cubicBezTo>
                    <a:cubicBezTo>
                      <a:pt x="10" y="30"/>
                      <a:pt x="5" y="3"/>
                      <a:pt x="4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8" name="Freeform 555">
                <a:extLst>
                  <a:ext uri="{FF2B5EF4-FFF2-40B4-BE49-F238E27FC236}">
                    <a16:creationId xmlns:a16="http://schemas.microsoft.com/office/drawing/2014/main" id="{194F4834-F973-4CFF-A00D-E23F3E364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458"/>
                <a:ext cx="7" cy="13"/>
              </a:xfrm>
              <a:custGeom>
                <a:avLst/>
                <a:gdLst>
                  <a:gd name="T0" fmla="*/ 4 w 7"/>
                  <a:gd name="T1" fmla="*/ 0 h 12"/>
                  <a:gd name="T2" fmla="*/ 6 w 7"/>
                  <a:gd name="T3" fmla="*/ 15 h 12"/>
                  <a:gd name="T4" fmla="*/ 3 w 7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4" y="0"/>
                    </a:moveTo>
                    <a:cubicBezTo>
                      <a:pt x="2" y="1"/>
                      <a:pt x="0" y="12"/>
                      <a:pt x="6" y="12"/>
                    </a:cubicBezTo>
                    <a:cubicBezTo>
                      <a:pt x="7" y="7"/>
                      <a:pt x="2" y="5"/>
                      <a:pt x="3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9" name="Freeform 556">
                <a:extLst>
                  <a:ext uri="{FF2B5EF4-FFF2-40B4-BE49-F238E27FC236}">
                    <a16:creationId xmlns:a16="http://schemas.microsoft.com/office/drawing/2014/main" id="{21CC2E5C-FD42-4287-90FA-774DBDBB2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369"/>
                <a:ext cx="6" cy="11"/>
              </a:xfrm>
              <a:custGeom>
                <a:avLst/>
                <a:gdLst>
                  <a:gd name="T0" fmla="*/ 3 w 6"/>
                  <a:gd name="T1" fmla="*/ 0 h 10"/>
                  <a:gd name="T2" fmla="*/ 5 w 6"/>
                  <a:gd name="T3" fmla="*/ 13 h 10"/>
                  <a:gd name="T4" fmla="*/ 2 w 6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0" y="3"/>
                      <a:pt x="1" y="8"/>
                      <a:pt x="5" y="10"/>
                    </a:cubicBezTo>
                    <a:cubicBezTo>
                      <a:pt x="6" y="7"/>
                      <a:pt x="4" y="4"/>
                      <a:pt x="2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0" name="Freeform 557">
                <a:extLst>
                  <a:ext uri="{FF2B5EF4-FFF2-40B4-BE49-F238E27FC236}">
                    <a16:creationId xmlns:a16="http://schemas.microsoft.com/office/drawing/2014/main" id="{1EF4FA04-EC49-4DC2-9457-AC1166878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1334"/>
                <a:ext cx="7" cy="6"/>
              </a:xfrm>
              <a:custGeom>
                <a:avLst/>
                <a:gdLst>
                  <a:gd name="T0" fmla="*/ 3 w 8"/>
                  <a:gd name="T1" fmla="*/ 2 h 6"/>
                  <a:gd name="T2" fmla="*/ 4 w 8"/>
                  <a:gd name="T3" fmla="*/ 6 h 6"/>
                  <a:gd name="T4" fmla="*/ 0 w 8"/>
                  <a:gd name="T5" fmla="*/ 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3" y="2"/>
                    </a:moveTo>
                    <a:cubicBezTo>
                      <a:pt x="4" y="4"/>
                      <a:pt x="4" y="6"/>
                      <a:pt x="6" y="6"/>
                    </a:cubicBezTo>
                    <a:cubicBezTo>
                      <a:pt x="8" y="2"/>
                      <a:pt x="4" y="0"/>
                      <a:pt x="0" y="3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1" name="Freeform 558">
                <a:extLst>
                  <a:ext uri="{FF2B5EF4-FFF2-40B4-BE49-F238E27FC236}">
                    <a16:creationId xmlns:a16="http://schemas.microsoft.com/office/drawing/2014/main" id="{12317553-3C22-414A-A77A-7DE6FF557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33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2" name="Freeform 559">
                <a:extLst>
                  <a:ext uri="{FF2B5EF4-FFF2-40B4-BE49-F238E27FC236}">
                    <a16:creationId xmlns:a16="http://schemas.microsoft.com/office/drawing/2014/main" id="{8B48F350-BC64-44E0-BF34-469FD95DC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37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1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2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3" name="Freeform 560">
                <a:extLst>
                  <a:ext uri="{FF2B5EF4-FFF2-40B4-BE49-F238E27FC236}">
                    <a16:creationId xmlns:a16="http://schemas.microsoft.com/office/drawing/2014/main" id="{3B3706F9-1F54-4280-94C8-34AA7CC6C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759"/>
                <a:ext cx="11" cy="25"/>
              </a:xfrm>
              <a:custGeom>
                <a:avLst/>
                <a:gdLst>
                  <a:gd name="T0" fmla="*/ 3 w 12"/>
                  <a:gd name="T1" fmla="*/ 0 h 24"/>
                  <a:gd name="T2" fmla="*/ 6 w 12"/>
                  <a:gd name="T3" fmla="*/ 27 h 24"/>
                  <a:gd name="T4" fmla="*/ 3 w 12"/>
                  <a:gd name="T5" fmla="*/ 2 h 24"/>
                  <a:gd name="T6" fmla="*/ 0 w 12"/>
                  <a:gd name="T7" fmla="*/ 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3" y="0"/>
                    </a:moveTo>
                    <a:cubicBezTo>
                      <a:pt x="3" y="6"/>
                      <a:pt x="1" y="24"/>
                      <a:pt x="9" y="24"/>
                    </a:cubicBezTo>
                    <a:cubicBezTo>
                      <a:pt x="12" y="17"/>
                      <a:pt x="12" y="3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4" name="Freeform 561">
                <a:extLst>
                  <a:ext uri="{FF2B5EF4-FFF2-40B4-BE49-F238E27FC236}">
                    <a16:creationId xmlns:a16="http://schemas.microsoft.com/office/drawing/2014/main" id="{0AC9FC45-A516-4991-B387-D93A4DF3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723"/>
                <a:ext cx="12" cy="11"/>
              </a:xfrm>
              <a:custGeom>
                <a:avLst/>
                <a:gdLst>
                  <a:gd name="T0" fmla="*/ 6 w 13"/>
                  <a:gd name="T1" fmla="*/ 7 h 11"/>
                  <a:gd name="T2" fmla="*/ 10 w 13"/>
                  <a:gd name="T3" fmla="*/ 11 h 11"/>
                  <a:gd name="T4" fmla="*/ 0 w 13"/>
                  <a:gd name="T5" fmla="*/ 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8" y="7"/>
                    </a:moveTo>
                    <a:cubicBezTo>
                      <a:pt x="9" y="9"/>
                      <a:pt x="10" y="11"/>
                      <a:pt x="13" y="11"/>
                    </a:cubicBezTo>
                    <a:cubicBezTo>
                      <a:pt x="13" y="3"/>
                      <a:pt x="1" y="0"/>
                      <a:pt x="0" y="9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5" name="Freeform 562">
                <a:extLst>
                  <a:ext uri="{FF2B5EF4-FFF2-40B4-BE49-F238E27FC236}">
                    <a16:creationId xmlns:a16="http://schemas.microsoft.com/office/drawing/2014/main" id="{459E452A-7AB6-4977-836D-3F57F53C5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725"/>
                <a:ext cx="5" cy="9"/>
              </a:xfrm>
              <a:custGeom>
                <a:avLst/>
                <a:gdLst>
                  <a:gd name="T0" fmla="*/ 3 w 6"/>
                  <a:gd name="T1" fmla="*/ 7 h 9"/>
                  <a:gd name="T2" fmla="*/ 3 w 6"/>
                  <a:gd name="T3" fmla="*/ 7 h 9"/>
                  <a:gd name="T4" fmla="*/ 0 w 6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7"/>
                    </a:moveTo>
                    <a:cubicBezTo>
                      <a:pt x="6" y="7"/>
                      <a:pt x="6" y="9"/>
                      <a:pt x="6" y="7"/>
                    </a:cubicBezTo>
                    <a:cubicBezTo>
                      <a:pt x="6" y="0"/>
                      <a:pt x="2" y="0"/>
                      <a:pt x="0" y="7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6" name="Freeform 563">
                <a:extLst>
                  <a:ext uri="{FF2B5EF4-FFF2-40B4-BE49-F238E27FC236}">
                    <a16:creationId xmlns:a16="http://schemas.microsoft.com/office/drawing/2014/main" id="{2F3DCB5A-C358-4AE1-8A24-DB9A90751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750"/>
                <a:ext cx="10" cy="10"/>
              </a:xfrm>
              <a:custGeom>
                <a:avLst/>
                <a:gdLst>
                  <a:gd name="T0" fmla="*/ 5 w 10"/>
                  <a:gd name="T1" fmla="*/ 10 h 10"/>
                  <a:gd name="T2" fmla="*/ 0 w 10"/>
                  <a:gd name="T3" fmla="*/ 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5" y="10"/>
                    </a:moveTo>
                    <a:cubicBezTo>
                      <a:pt x="10" y="5"/>
                      <a:pt x="6" y="0"/>
                      <a:pt x="0" y="2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7" name="Freeform 564">
                <a:extLst>
                  <a:ext uri="{FF2B5EF4-FFF2-40B4-BE49-F238E27FC236}">
                    <a16:creationId xmlns:a16="http://schemas.microsoft.com/office/drawing/2014/main" id="{AB878D1D-AC51-4011-9590-7DEB1676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693"/>
                <a:ext cx="5" cy="7"/>
              </a:xfrm>
              <a:custGeom>
                <a:avLst/>
                <a:gdLst>
                  <a:gd name="T0" fmla="*/ 1 w 6"/>
                  <a:gd name="T1" fmla="*/ 2 h 7"/>
                  <a:gd name="T2" fmla="*/ 3 w 6"/>
                  <a:gd name="T3" fmla="*/ 4 h 7"/>
                  <a:gd name="T4" fmla="*/ 0 w 6"/>
                  <a:gd name="T5" fmla="*/ 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3" y="4"/>
                      <a:pt x="2" y="7"/>
                      <a:pt x="6" y="4"/>
                    </a:cubicBezTo>
                    <a:cubicBezTo>
                      <a:pt x="3" y="0"/>
                      <a:pt x="0" y="0"/>
                      <a:pt x="0" y="6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8" name="Freeform 565">
                <a:extLst>
                  <a:ext uri="{FF2B5EF4-FFF2-40B4-BE49-F238E27FC236}">
                    <a16:creationId xmlns:a16="http://schemas.microsoft.com/office/drawing/2014/main" id="{A4979A54-6FD0-45B5-976E-E82370739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719"/>
                <a:ext cx="8" cy="9"/>
              </a:xfrm>
              <a:custGeom>
                <a:avLst/>
                <a:gdLst>
                  <a:gd name="T0" fmla="*/ 8 w 8"/>
                  <a:gd name="T1" fmla="*/ 9 h 9"/>
                  <a:gd name="T2" fmla="*/ 3 w 8"/>
                  <a:gd name="T3" fmla="*/ 7 h 9"/>
                  <a:gd name="T4" fmla="*/ 5 w 8"/>
                  <a:gd name="T5" fmla="*/ 7 h 9"/>
                  <a:gd name="T6" fmla="*/ 2 w 8"/>
                  <a:gd name="T7" fmla="*/ 0 h 9"/>
                  <a:gd name="T8" fmla="*/ 0 w 8"/>
                  <a:gd name="T9" fmla="*/ 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6" y="8"/>
                      <a:pt x="5" y="7"/>
                      <a:pt x="3" y="7"/>
                    </a:cubicBezTo>
                    <a:cubicBezTo>
                      <a:pt x="3" y="7"/>
                      <a:pt x="5" y="7"/>
                      <a:pt x="5" y="7"/>
                    </a:cubicBezTo>
                    <a:cubicBezTo>
                      <a:pt x="5" y="4"/>
                      <a:pt x="4" y="1"/>
                      <a:pt x="2" y="0"/>
                    </a:cubicBezTo>
                    <a:cubicBezTo>
                      <a:pt x="0" y="0"/>
                      <a:pt x="1" y="1"/>
                      <a:pt x="0" y="3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9" name="Freeform 566">
                <a:extLst>
                  <a:ext uri="{FF2B5EF4-FFF2-40B4-BE49-F238E27FC236}">
                    <a16:creationId xmlns:a16="http://schemas.microsoft.com/office/drawing/2014/main" id="{7B33AB4E-4209-48E8-BAEB-7F562B54C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687"/>
                <a:ext cx="12" cy="13"/>
              </a:xfrm>
              <a:custGeom>
                <a:avLst/>
                <a:gdLst>
                  <a:gd name="T0" fmla="*/ 12 w 12"/>
                  <a:gd name="T1" fmla="*/ 14 h 12"/>
                  <a:gd name="T2" fmla="*/ 8 w 12"/>
                  <a:gd name="T3" fmla="*/ 14 h 12"/>
                  <a:gd name="T4" fmla="*/ 0 w 12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2"/>
                      <a:pt x="9" y="12"/>
                      <a:pt x="8" y="11"/>
                    </a:cubicBezTo>
                    <a:cubicBezTo>
                      <a:pt x="9" y="6"/>
                      <a:pt x="4" y="0"/>
                      <a:pt x="0" y="4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0" name="Freeform 567">
                <a:extLst>
                  <a:ext uri="{FF2B5EF4-FFF2-40B4-BE49-F238E27FC236}">
                    <a16:creationId xmlns:a16="http://schemas.microsoft.com/office/drawing/2014/main" id="{E05BD372-3F92-48ED-96FE-8FCBF1AE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657"/>
                <a:ext cx="6" cy="9"/>
              </a:xfrm>
              <a:custGeom>
                <a:avLst/>
                <a:gdLst>
                  <a:gd name="T0" fmla="*/ 4 w 6"/>
                  <a:gd name="T1" fmla="*/ 11 h 8"/>
                  <a:gd name="T2" fmla="*/ 0 w 6"/>
                  <a:gd name="T3" fmla="*/ 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6" y="3"/>
                      <a:pt x="4" y="0"/>
                      <a:pt x="0" y="4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1" name="Freeform 568">
                <a:extLst>
                  <a:ext uri="{FF2B5EF4-FFF2-40B4-BE49-F238E27FC236}">
                    <a16:creationId xmlns:a16="http://schemas.microsoft.com/office/drawing/2014/main" id="{508B74F0-8AF2-42AF-8203-F44EBE73E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701"/>
                <a:ext cx="8" cy="7"/>
              </a:xfrm>
              <a:custGeom>
                <a:avLst/>
                <a:gdLst>
                  <a:gd name="T0" fmla="*/ 4 w 9"/>
                  <a:gd name="T1" fmla="*/ 7 h 7"/>
                  <a:gd name="T2" fmla="*/ 1 w 9"/>
                  <a:gd name="T3" fmla="*/ 0 h 7"/>
                  <a:gd name="T4" fmla="*/ 0 w 9"/>
                  <a:gd name="T5" fmla="*/ 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7" y="7"/>
                    </a:moveTo>
                    <a:cubicBezTo>
                      <a:pt x="9" y="4"/>
                      <a:pt x="5" y="2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2" name="Freeform 569">
                <a:extLst>
                  <a:ext uri="{FF2B5EF4-FFF2-40B4-BE49-F238E27FC236}">
                    <a16:creationId xmlns:a16="http://schemas.microsoft.com/office/drawing/2014/main" id="{FDE56407-68B7-43CC-9DA9-FFC1DE2C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718"/>
                <a:ext cx="16" cy="15"/>
              </a:xfrm>
              <a:custGeom>
                <a:avLst/>
                <a:gdLst>
                  <a:gd name="T0" fmla="*/ 0 w 16"/>
                  <a:gd name="T1" fmla="*/ 6 h 15"/>
                  <a:gd name="T2" fmla="*/ 6 w 16"/>
                  <a:gd name="T3" fmla="*/ 0 h 15"/>
                  <a:gd name="T4" fmla="*/ 3 w 16"/>
                  <a:gd name="T5" fmla="*/ 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0" y="6"/>
                    </a:moveTo>
                    <a:cubicBezTo>
                      <a:pt x="5" y="15"/>
                      <a:pt x="16" y="3"/>
                      <a:pt x="6" y="0"/>
                    </a:cubicBezTo>
                    <a:cubicBezTo>
                      <a:pt x="5" y="1"/>
                      <a:pt x="4" y="2"/>
                      <a:pt x="3" y="4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3" name="Freeform 570">
                <a:extLst>
                  <a:ext uri="{FF2B5EF4-FFF2-40B4-BE49-F238E27FC236}">
                    <a16:creationId xmlns:a16="http://schemas.microsoft.com/office/drawing/2014/main" id="{8AAB233C-522C-4B3E-9B1E-7B181452F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673"/>
                <a:ext cx="9" cy="3"/>
              </a:xfrm>
              <a:custGeom>
                <a:avLst/>
                <a:gdLst>
                  <a:gd name="T0" fmla="*/ 9 w 9"/>
                  <a:gd name="T1" fmla="*/ 3 h 3"/>
                  <a:gd name="T2" fmla="*/ 0 w 9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4" name="Freeform 571">
                <a:extLst>
                  <a:ext uri="{FF2B5EF4-FFF2-40B4-BE49-F238E27FC236}">
                    <a16:creationId xmlns:a16="http://schemas.microsoft.com/office/drawing/2014/main" id="{B3F13DA4-604C-411D-B470-A30EDA789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149"/>
                <a:ext cx="17" cy="15"/>
              </a:xfrm>
              <a:custGeom>
                <a:avLst/>
                <a:gdLst>
                  <a:gd name="T0" fmla="*/ 0 w 17"/>
                  <a:gd name="T1" fmla="*/ 12 h 15"/>
                  <a:gd name="T2" fmla="*/ 16 w 17"/>
                  <a:gd name="T3" fmla="*/ 15 h 15"/>
                  <a:gd name="T4" fmla="*/ 16 w 17"/>
                  <a:gd name="T5" fmla="*/ 2 h 15"/>
                  <a:gd name="T6" fmla="*/ 8 w 17"/>
                  <a:gd name="T7" fmla="*/ 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5" y="14"/>
                      <a:pt x="11" y="15"/>
                      <a:pt x="16" y="15"/>
                    </a:cubicBezTo>
                    <a:cubicBezTo>
                      <a:pt x="17" y="10"/>
                      <a:pt x="17" y="6"/>
                      <a:pt x="16" y="2"/>
                    </a:cubicBezTo>
                    <a:cubicBezTo>
                      <a:pt x="11" y="0"/>
                      <a:pt x="10" y="4"/>
                      <a:pt x="8" y="4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5" name="Freeform 572">
                <a:extLst>
                  <a:ext uri="{FF2B5EF4-FFF2-40B4-BE49-F238E27FC236}">
                    <a16:creationId xmlns:a16="http://schemas.microsoft.com/office/drawing/2014/main" id="{71DEA4E4-1802-4631-B605-C3C609220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216"/>
                <a:ext cx="11" cy="17"/>
              </a:xfrm>
              <a:custGeom>
                <a:avLst/>
                <a:gdLst>
                  <a:gd name="T0" fmla="*/ 8 w 11"/>
                  <a:gd name="T1" fmla="*/ 12 h 16"/>
                  <a:gd name="T2" fmla="*/ 11 w 11"/>
                  <a:gd name="T3" fmla="*/ 15 h 16"/>
                  <a:gd name="T4" fmla="*/ 0 w 11"/>
                  <a:gd name="T5" fmla="*/ 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8" y="9"/>
                    </a:moveTo>
                    <a:cubicBezTo>
                      <a:pt x="10" y="8"/>
                      <a:pt x="9" y="16"/>
                      <a:pt x="11" y="12"/>
                    </a:cubicBezTo>
                    <a:cubicBezTo>
                      <a:pt x="9" y="0"/>
                      <a:pt x="5" y="5"/>
                      <a:pt x="0" y="3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6" name="Freeform 573">
                <a:extLst>
                  <a:ext uri="{FF2B5EF4-FFF2-40B4-BE49-F238E27FC236}">
                    <a16:creationId xmlns:a16="http://schemas.microsoft.com/office/drawing/2014/main" id="{FB473692-B1DF-4F58-B7A9-DF7383BF0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222"/>
                <a:ext cx="11" cy="14"/>
              </a:xfrm>
              <a:custGeom>
                <a:avLst/>
                <a:gdLst>
                  <a:gd name="T0" fmla="*/ 11 w 11"/>
                  <a:gd name="T1" fmla="*/ 16 h 13"/>
                  <a:gd name="T2" fmla="*/ 1 w 11"/>
                  <a:gd name="T3" fmla="*/ 0 h 13"/>
                  <a:gd name="T4" fmla="*/ 0 w 11"/>
                  <a:gd name="T5" fmla="*/ 1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1" y="13"/>
                    </a:moveTo>
                    <a:cubicBezTo>
                      <a:pt x="9" y="6"/>
                      <a:pt x="8" y="1"/>
                      <a:pt x="1" y="0"/>
                    </a:cubicBezTo>
                    <a:cubicBezTo>
                      <a:pt x="0" y="3"/>
                      <a:pt x="1" y="6"/>
                      <a:pt x="0" y="8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7" name="Freeform 574">
                <a:extLst>
                  <a:ext uri="{FF2B5EF4-FFF2-40B4-BE49-F238E27FC236}">
                    <a16:creationId xmlns:a16="http://schemas.microsoft.com/office/drawing/2014/main" id="{C7701B22-6A7D-4B1E-87FA-4D837D596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283"/>
                <a:ext cx="20" cy="17"/>
              </a:xfrm>
              <a:custGeom>
                <a:avLst/>
                <a:gdLst>
                  <a:gd name="T0" fmla="*/ 18 w 21"/>
                  <a:gd name="T1" fmla="*/ 2 h 16"/>
                  <a:gd name="T2" fmla="*/ 0 w 21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2"/>
                    </a:moveTo>
                    <a:cubicBezTo>
                      <a:pt x="13" y="3"/>
                      <a:pt x="0" y="0"/>
                      <a:pt x="0" y="16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8" name="Freeform 575">
                <a:extLst>
                  <a:ext uri="{FF2B5EF4-FFF2-40B4-BE49-F238E27FC236}">
                    <a16:creationId xmlns:a16="http://schemas.microsoft.com/office/drawing/2014/main" id="{2D14B2F6-C7DD-49C4-AE88-B72C964B9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252"/>
                <a:ext cx="14" cy="17"/>
              </a:xfrm>
              <a:custGeom>
                <a:avLst/>
                <a:gdLst>
                  <a:gd name="T0" fmla="*/ 0 w 14"/>
                  <a:gd name="T1" fmla="*/ 19 h 16"/>
                  <a:gd name="T2" fmla="*/ 14 w 14"/>
                  <a:gd name="T3" fmla="*/ 13 h 16"/>
                  <a:gd name="T4" fmla="*/ 3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6"/>
                    </a:moveTo>
                    <a:cubicBezTo>
                      <a:pt x="5" y="14"/>
                      <a:pt x="9" y="12"/>
                      <a:pt x="14" y="10"/>
                    </a:cubicBezTo>
                    <a:cubicBezTo>
                      <a:pt x="13" y="5"/>
                      <a:pt x="8" y="3"/>
                      <a:pt x="3" y="0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9" name="Freeform 576">
                <a:extLst>
                  <a:ext uri="{FF2B5EF4-FFF2-40B4-BE49-F238E27FC236}">
                    <a16:creationId xmlns:a16="http://schemas.microsoft.com/office/drawing/2014/main" id="{9F78B91C-24FF-4061-BD12-D56D70F08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186"/>
                <a:ext cx="10" cy="7"/>
              </a:xfrm>
              <a:custGeom>
                <a:avLst/>
                <a:gdLst>
                  <a:gd name="T0" fmla="*/ 0 w 11"/>
                  <a:gd name="T1" fmla="*/ 6 h 7"/>
                  <a:gd name="T2" fmla="*/ 5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7" y="7"/>
                      <a:pt x="11" y="6"/>
                      <a:pt x="8" y="0"/>
                    </a:cubicBezTo>
                  </a:path>
                </a:pathLst>
              </a:custGeom>
              <a:solidFill>
                <a:srgbClr val="DD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0" name="Freeform 577">
                <a:extLst>
                  <a:ext uri="{FF2B5EF4-FFF2-40B4-BE49-F238E27FC236}">
                    <a16:creationId xmlns:a16="http://schemas.microsoft.com/office/drawing/2014/main" id="{03D1B3BA-42C3-49B7-8906-47F579A21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864"/>
                <a:ext cx="949" cy="938"/>
              </a:xfrm>
              <a:custGeom>
                <a:avLst/>
                <a:gdLst>
                  <a:gd name="T0" fmla="*/ 478 w 976"/>
                  <a:gd name="T1" fmla="*/ 24 h 906"/>
                  <a:gd name="T2" fmla="*/ 404 w 976"/>
                  <a:gd name="T3" fmla="*/ 22 h 906"/>
                  <a:gd name="T4" fmla="*/ 325 w 976"/>
                  <a:gd name="T5" fmla="*/ 29 h 906"/>
                  <a:gd name="T6" fmla="*/ 260 w 976"/>
                  <a:gd name="T7" fmla="*/ 97 h 906"/>
                  <a:gd name="T8" fmla="*/ 182 w 976"/>
                  <a:gd name="T9" fmla="*/ 145 h 906"/>
                  <a:gd name="T10" fmla="*/ 127 w 976"/>
                  <a:gd name="T11" fmla="*/ 210 h 906"/>
                  <a:gd name="T12" fmla="*/ 103 w 976"/>
                  <a:gd name="T13" fmla="*/ 280 h 906"/>
                  <a:gd name="T14" fmla="*/ 0 w 976"/>
                  <a:gd name="T15" fmla="*/ 459 h 906"/>
                  <a:gd name="T16" fmla="*/ 30 w 976"/>
                  <a:gd name="T17" fmla="*/ 552 h 906"/>
                  <a:gd name="T18" fmla="*/ 53 w 976"/>
                  <a:gd name="T19" fmla="*/ 682 h 906"/>
                  <a:gd name="T20" fmla="*/ 150 w 976"/>
                  <a:gd name="T21" fmla="*/ 849 h 906"/>
                  <a:gd name="T22" fmla="*/ 233 w 976"/>
                  <a:gd name="T23" fmla="*/ 965 h 906"/>
                  <a:gd name="T24" fmla="*/ 409 w 976"/>
                  <a:gd name="T25" fmla="*/ 970 h 906"/>
                  <a:gd name="T26" fmla="*/ 662 w 976"/>
                  <a:gd name="T27" fmla="*/ 859 h 906"/>
                  <a:gd name="T28" fmla="*/ 809 w 976"/>
                  <a:gd name="T29" fmla="*/ 715 h 906"/>
                  <a:gd name="T30" fmla="*/ 895 w 976"/>
                  <a:gd name="T31" fmla="*/ 540 h 906"/>
                  <a:gd name="T32" fmla="*/ 878 w 976"/>
                  <a:gd name="T33" fmla="*/ 375 h 906"/>
                  <a:gd name="T34" fmla="*/ 816 w 976"/>
                  <a:gd name="T35" fmla="*/ 227 h 906"/>
                  <a:gd name="T36" fmla="*/ 682 w 976"/>
                  <a:gd name="T37" fmla="*/ 105 h 906"/>
                  <a:gd name="T38" fmla="*/ 551 w 976"/>
                  <a:gd name="T39" fmla="*/ 7 h 906"/>
                  <a:gd name="T40" fmla="*/ 474 w 976"/>
                  <a:gd name="T41" fmla="*/ 26 h 9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6" h="906">
                    <a:moveTo>
                      <a:pt x="520" y="21"/>
                    </a:moveTo>
                    <a:cubicBezTo>
                      <a:pt x="494" y="21"/>
                      <a:pt x="466" y="23"/>
                      <a:pt x="440" y="19"/>
                    </a:cubicBezTo>
                    <a:cubicBezTo>
                      <a:pt x="405" y="13"/>
                      <a:pt x="383" y="0"/>
                      <a:pt x="353" y="26"/>
                    </a:cubicBezTo>
                    <a:cubicBezTo>
                      <a:pt x="328" y="47"/>
                      <a:pt x="310" y="70"/>
                      <a:pt x="283" y="88"/>
                    </a:cubicBezTo>
                    <a:cubicBezTo>
                      <a:pt x="254" y="106"/>
                      <a:pt x="227" y="116"/>
                      <a:pt x="197" y="130"/>
                    </a:cubicBezTo>
                    <a:cubicBezTo>
                      <a:pt x="173" y="141"/>
                      <a:pt x="150" y="165"/>
                      <a:pt x="139" y="189"/>
                    </a:cubicBezTo>
                    <a:cubicBezTo>
                      <a:pt x="127" y="212"/>
                      <a:pt x="131" y="232"/>
                      <a:pt x="112" y="252"/>
                    </a:cubicBezTo>
                    <a:cubicBezTo>
                      <a:pt x="61" y="305"/>
                      <a:pt x="1" y="330"/>
                      <a:pt x="0" y="413"/>
                    </a:cubicBezTo>
                    <a:cubicBezTo>
                      <a:pt x="0" y="451"/>
                      <a:pt x="14" y="468"/>
                      <a:pt x="33" y="497"/>
                    </a:cubicBezTo>
                    <a:cubicBezTo>
                      <a:pt x="56" y="534"/>
                      <a:pt x="54" y="573"/>
                      <a:pt x="59" y="615"/>
                    </a:cubicBezTo>
                    <a:cubicBezTo>
                      <a:pt x="67" y="685"/>
                      <a:pt x="126" y="710"/>
                      <a:pt x="162" y="765"/>
                    </a:cubicBezTo>
                    <a:cubicBezTo>
                      <a:pt x="189" y="804"/>
                      <a:pt x="213" y="841"/>
                      <a:pt x="254" y="869"/>
                    </a:cubicBezTo>
                    <a:cubicBezTo>
                      <a:pt x="308" y="906"/>
                      <a:pt x="387" y="886"/>
                      <a:pt x="445" y="874"/>
                    </a:cubicBezTo>
                    <a:cubicBezTo>
                      <a:pt x="540" y="854"/>
                      <a:pt x="629" y="810"/>
                      <a:pt x="720" y="775"/>
                    </a:cubicBezTo>
                    <a:cubicBezTo>
                      <a:pt x="789" y="749"/>
                      <a:pt x="837" y="702"/>
                      <a:pt x="880" y="644"/>
                    </a:cubicBezTo>
                    <a:cubicBezTo>
                      <a:pt x="915" y="597"/>
                      <a:pt x="970" y="549"/>
                      <a:pt x="973" y="487"/>
                    </a:cubicBezTo>
                    <a:cubicBezTo>
                      <a:pt x="976" y="434"/>
                      <a:pt x="969" y="388"/>
                      <a:pt x="955" y="338"/>
                    </a:cubicBezTo>
                    <a:cubicBezTo>
                      <a:pt x="939" y="285"/>
                      <a:pt x="924" y="246"/>
                      <a:pt x="888" y="205"/>
                    </a:cubicBezTo>
                    <a:cubicBezTo>
                      <a:pt x="848" y="160"/>
                      <a:pt x="784" y="139"/>
                      <a:pt x="742" y="95"/>
                    </a:cubicBezTo>
                    <a:cubicBezTo>
                      <a:pt x="700" y="52"/>
                      <a:pt x="662" y="16"/>
                      <a:pt x="600" y="7"/>
                    </a:cubicBezTo>
                    <a:cubicBezTo>
                      <a:pt x="578" y="4"/>
                      <a:pt x="525" y="5"/>
                      <a:pt x="515" y="23"/>
                    </a:cubicBezTo>
                  </a:path>
                </a:pathLst>
              </a:custGeom>
              <a:solidFill>
                <a:srgbClr val="F4E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1" name="Freeform 578">
                <a:extLst>
                  <a:ext uri="{FF2B5EF4-FFF2-40B4-BE49-F238E27FC236}">
                    <a16:creationId xmlns:a16="http://schemas.microsoft.com/office/drawing/2014/main" id="{4CB191E1-DCFE-40E0-A88B-083BD17A3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859"/>
                <a:ext cx="917" cy="907"/>
              </a:xfrm>
              <a:custGeom>
                <a:avLst/>
                <a:gdLst>
                  <a:gd name="T0" fmla="*/ 461 w 944"/>
                  <a:gd name="T1" fmla="*/ 23 h 875"/>
                  <a:gd name="T2" fmla="*/ 391 w 944"/>
                  <a:gd name="T3" fmla="*/ 21 h 875"/>
                  <a:gd name="T4" fmla="*/ 313 w 944"/>
                  <a:gd name="T5" fmla="*/ 28 h 875"/>
                  <a:gd name="T6" fmla="*/ 251 w 944"/>
                  <a:gd name="T7" fmla="*/ 94 h 875"/>
                  <a:gd name="T8" fmla="*/ 176 w 944"/>
                  <a:gd name="T9" fmla="*/ 140 h 875"/>
                  <a:gd name="T10" fmla="*/ 122 w 944"/>
                  <a:gd name="T11" fmla="*/ 203 h 875"/>
                  <a:gd name="T12" fmla="*/ 100 w 944"/>
                  <a:gd name="T13" fmla="*/ 271 h 875"/>
                  <a:gd name="T14" fmla="*/ 0 w 944"/>
                  <a:gd name="T15" fmla="*/ 445 h 875"/>
                  <a:gd name="T16" fmla="*/ 29 w 944"/>
                  <a:gd name="T17" fmla="*/ 535 h 875"/>
                  <a:gd name="T18" fmla="*/ 51 w 944"/>
                  <a:gd name="T19" fmla="*/ 662 h 875"/>
                  <a:gd name="T20" fmla="*/ 145 w 944"/>
                  <a:gd name="T21" fmla="*/ 823 h 875"/>
                  <a:gd name="T22" fmla="*/ 225 w 944"/>
                  <a:gd name="T23" fmla="*/ 936 h 875"/>
                  <a:gd name="T24" fmla="*/ 394 w 944"/>
                  <a:gd name="T25" fmla="*/ 941 h 875"/>
                  <a:gd name="T26" fmla="*/ 639 w 944"/>
                  <a:gd name="T27" fmla="*/ 834 h 875"/>
                  <a:gd name="T28" fmla="*/ 781 w 944"/>
                  <a:gd name="T29" fmla="*/ 693 h 875"/>
                  <a:gd name="T30" fmla="*/ 864 w 944"/>
                  <a:gd name="T31" fmla="*/ 525 h 875"/>
                  <a:gd name="T32" fmla="*/ 847 w 944"/>
                  <a:gd name="T33" fmla="*/ 364 h 875"/>
                  <a:gd name="T34" fmla="*/ 787 w 944"/>
                  <a:gd name="T35" fmla="*/ 219 h 875"/>
                  <a:gd name="T36" fmla="*/ 658 w 944"/>
                  <a:gd name="T37" fmla="*/ 102 h 875"/>
                  <a:gd name="T38" fmla="*/ 532 w 944"/>
                  <a:gd name="T39" fmla="*/ 7 h 875"/>
                  <a:gd name="T40" fmla="*/ 457 w 944"/>
                  <a:gd name="T41" fmla="*/ 25 h 8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4" h="875">
                    <a:moveTo>
                      <a:pt x="503" y="20"/>
                    </a:moveTo>
                    <a:cubicBezTo>
                      <a:pt x="478" y="20"/>
                      <a:pt x="451" y="22"/>
                      <a:pt x="426" y="18"/>
                    </a:cubicBezTo>
                    <a:cubicBezTo>
                      <a:pt x="392" y="12"/>
                      <a:pt x="371" y="0"/>
                      <a:pt x="341" y="25"/>
                    </a:cubicBezTo>
                    <a:cubicBezTo>
                      <a:pt x="318" y="45"/>
                      <a:pt x="301" y="67"/>
                      <a:pt x="274" y="85"/>
                    </a:cubicBezTo>
                    <a:cubicBezTo>
                      <a:pt x="246" y="102"/>
                      <a:pt x="220" y="112"/>
                      <a:pt x="191" y="125"/>
                    </a:cubicBezTo>
                    <a:cubicBezTo>
                      <a:pt x="168" y="136"/>
                      <a:pt x="145" y="159"/>
                      <a:pt x="134" y="182"/>
                    </a:cubicBezTo>
                    <a:cubicBezTo>
                      <a:pt x="123" y="205"/>
                      <a:pt x="127" y="224"/>
                      <a:pt x="109" y="243"/>
                    </a:cubicBezTo>
                    <a:cubicBezTo>
                      <a:pt x="60" y="294"/>
                      <a:pt x="1" y="319"/>
                      <a:pt x="0" y="399"/>
                    </a:cubicBezTo>
                    <a:cubicBezTo>
                      <a:pt x="0" y="435"/>
                      <a:pt x="13" y="452"/>
                      <a:pt x="32" y="480"/>
                    </a:cubicBezTo>
                    <a:cubicBezTo>
                      <a:pt x="55" y="516"/>
                      <a:pt x="52" y="554"/>
                      <a:pt x="57" y="594"/>
                    </a:cubicBezTo>
                    <a:cubicBezTo>
                      <a:pt x="65" y="662"/>
                      <a:pt x="122" y="686"/>
                      <a:pt x="157" y="739"/>
                    </a:cubicBezTo>
                    <a:cubicBezTo>
                      <a:pt x="183" y="777"/>
                      <a:pt x="207" y="813"/>
                      <a:pt x="246" y="840"/>
                    </a:cubicBezTo>
                    <a:cubicBezTo>
                      <a:pt x="298" y="875"/>
                      <a:pt x="375" y="857"/>
                      <a:pt x="430" y="845"/>
                    </a:cubicBezTo>
                    <a:cubicBezTo>
                      <a:pt x="523" y="825"/>
                      <a:pt x="609" y="783"/>
                      <a:pt x="697" y="750"/>
                    </a:cubicBezTo>
                    <a:cubicBezTo>
                      <a:pt x="763" y="724"/>
                      <a:pt x="810" y="678"/>
                      <a:pt x="852" y="622"/>
                    </a:cubicBezTo>
                    <a:cubicBezTo>
                      <a:pt x="886" y="577"/>
                      <a:pt x="939" y="531"/>
                      <a:pt x="942" y="471"/>
                    </a:cubicBezTo>
                    <a:cubicBezTo>
                      <a:pt x="944" y="420"/>
                      <a:pt x="938" y="375"/>
                      <a:pt x="924" y="327"/>
                    </a:cubicBezTo>
                    <a:cubicBezTo>
                      <a:pt x="909" y="275"/>
                      <a:pt x="894" y="237"/>
                      <a:pt x="859" y="197"/>
                    </a:cubicBezTo>
                    <a:cubicBezTo>
                      <a:pt x="821" y="154"/>
                      <a:pt x="758" y="134"/>
                      <a:pt x="718" y="92"/>
                    </a:cubicBezTo>
                    <a:cubicBezTo>
                      <a:pt x="678" y="50"/>
                      <a:pt x="640" y="15"/>
                      <a:pt x="581" y="7"/>
                    </a:cubicBezTo>
                    <a:cubicBezTo>
                      <a:pt x="559" y="4"/>
                      <a:pt x="508" y="5"/>
                      <a:pt x="498" y="22"/>
                    </a:cubicBezTo>
                  </a:path>
                </a:pathLst>
              </a:custGeom>
              <a:solidFill>
                <a:srgbClr val="F7E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2" name="Freeform 579">
                <a:extLst>
                  <a:ext uri="{FF2B5EF4-FFF2-40B4-BE49-F238E27FC236}">
                    <a16:creationId xmlns:a16="http://schemas.microsoft.com/office/drawing/2014/main" id="{41AF5112-70C6-4CBA-94F2-23B6E9DD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120"/>
                <a:ext cx="107" cy="304"/>
              </a:xfrm>
              <a:custGeom>
                <a:avLst/>
                <a:gdLst>
                  <a:gd name="T0" fmla="*/ 101 w 110"/>
                  <a:gd name="T1" fmla="*/ 0 h 294"/>
                  <a:gd name="T2" fmla="*/ 6 w 110"/>
                  <a:gd name="T3" fmla="*/ 127 h 294"/>
                  <a:gd name="T4" fmla="*/ 40 w 110"/>
                  <a:gd name="T5" fmla="*/ 278 h 294"/>
                  <a:gd name="T6" fmla="*/ 21 w 110"/>
                  <a:gd name="T7" fmla="*/ 129 h 294"/>
                  <a:gd name="T8" fmla="*/ 101 w 110"/>
                  <a:gd name="T9" fmla="*/ 0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294">
                    <a:moveTo>
                      <a:pt x="110" y="0"/>
                    </a:moveTo>
                    <a:cubicBezTo>
                      <a:pt x="110" y="0"/>
                      <a:pt x="12" y="69"/>
                      <a:pt x="6" y="115"/>
                    </a:cubicBezTo>
                    <a:cubicBezTo>
                      <a:pt x="0" y="161"/>
                      <a:pt x="20" y="207"/>
                      <a:pt x="43" y="251"/>
                    </a:cubicBezTo>
                    <a:cubicBezTo>
                      <a:pt x="65" y="294"/>
                      <a:pt x="10" y="156"/>
                      <a:pt x="24" y="117"/>
                    </a:cubicBezTo>
                    <a:cubicBezTo>
                      <a:pt x="38" y="78"/>
                      <a:pt x="110" y="0"/>
                      <a:pt x="1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3" name="Freeform 580">
                <a:extLst>
                  <a:ext uri="{FF2B5EF4-FFF2-40B4-BE49-F238E27FC236}">
                    <a16:creationId xmlns:a16="http://schemas.microsoft.com/office/drawing/2014/main" id="{44CF2D74-1716-4504-99CA-D173EA459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887"/>
                <a:ext cx="249" cy="96"/>
              </a:xfrm>
              <a:custGeom>
                <a:avLst/>
                <a:gdLst>
                  <a:gd name="T0" fmla="*/ 0 w 256"/>
                  <a:gd name="T1" fmla="*/ 104 h 92"/>
                  <a:gd name="T2" fmla="*/ 66 w 256"/>
                  <a:gd name="T3" fmla="*/ 55 h 92"/>
                  <a:gd name="T4" fmla="*/ 104 w 256"/>
                  <a:gd name="T5" fmla="*/ 9 h 92"/>
                  <a:gd name="T6" fmla="*/ 157 w 256"/>
                  <a:gd name="T7" fmla="*/ 6 h 92"/>
                  <a:gd name="T8" fmla="*/ 190 w 256"/>
                  <a:gd name="T9" fmla="*/ 11 h 92"/>
                  <a:gd name="T10" fmla="*/ 235 w 256"/>
                  <a:gd name="T11" fmla="*/ 15 h 92"/>
                  <a:gd name="T12" fmla="*/ 201 w 256"/>
                  <a:gd name="T13" fmla="*/ 18 h 92"/>
                  <a:gd name="T14" fmla="*/ 162 w 256"/>
                  <a:gd name="T15" fmla="*/ 17 h 92"/>
                  <a:gd name="T16" fmla="*/ 96 w 256"/>
                  <a:gd name="T17" fmla="*/ 21 h 92"/>
                  <a:gd name="T18" fmla="*/ 55 w 256"/>
                  <a:gd name="T19" fmla="*/ 68 h 92"/>
                  <a:gd name="T20" fmla="*/ 3 w 256"/>
                  <a:gd name="T21" fmla="*/ 100 h 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6" h="92">
                    <a:moveTo>
                      <a:pt x="0" y="92"/>
                    </a:moveTo>
                    <a:cubicBezTo>
                      <a:pt x="22" y="76"/>
                      <a:pt x="51" y="68"/>
                      <a:pt x="72" y="49"/>
                    </a:cubicBezTo>
                    <a:cubicBezTo>
                      <a:pt x="86" y="36"/>
                      <a:pt x="96" y="18"/>
                      <a:pt x="113" y="9"/>
                    </a:cubicBezTo>
                    <a:cubicBezTo>
                      <a:pt x="131" y="0"/>
                      <a:pt x="152" y="4"/>
                      <a:pt x="171" y="6"/>
                    </a:cubicBezTo>
                    <a:cubicBezTo>
                      <a:pt x="183" y="7"/>
                      <a:pt x="194" y="10"/>
                      <a:pt x="206" y="11"/>
                    </a:cubicBezTo>
                    <a:cubicBezTo>
                      <a:pt x="223" y="13"/>
                      <a:pt x="239" y="10"/>
                      <a:pt x="256" y="12"/>
                    </a:cubicBezTo>
                    <a:cubicBezTo>
                      <a:pt x="245" y="19"/>
                      <a:pt x="232" y="15"/>
                      <a:pt x="219" y="15"/>
                    </a:cubicBezTo>
                    <a:cubicBezTo>
                      <a:pt x="205" y="14"/>
                      <a:pt x="191" y="14"/>
                      <a:pt x="177" y="14"/>
                    </a:cubicBezTo>
                    <a:cubicBezTo>
                      <a:pt x="153" y="14"/>
                      <a:pt x="126" y="5"/>
                      <a:pt x="105" y="18"/>
                    </a:cubicBezTo>
                    <a:cubicBezTo>
                      <a:pt x="88" y="29"/>
                      <a:pt x="77" y="47"/>
                      <a:pt x="61" y="59"/>
                    </a:cubicBezTo>
                    <a:cubicBezTo>
                      <a:pt x="43" y="71"/>
                      <a:pt x="22" y="78"/>
                      <a:pt x="3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4" name="Freeform 581">
                <a:extLst>
                  <a:ext uri="{FF2B5EF4-FFF2-40B4-BE49-F238E27FC236}">
                    <a16:creationId xmlns:a16="http://schemas.microsoft.com/office/drawing/2014/main" id="{3680C6C2-DB84-4710-AEAA-CF342FAB6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249"/>
                <a:ext cx="74" cy="249"/>
              </a:xfrm>
              <a:custGeom>
                <a:avLst/>
                <a:gdLst>
                  <a:gd name="T0" fmla="*/ 62 w 76"/>
                  <a:gd name="T1" fmla="*/ 0 h 240"/>
                  <a:gd name="T2" fmla="*/ 68 w 76"/>
                  <a:gd name="T3" fmla="*/ 46 h 240"/>
                  <a:gd name="T4" fmla="*/ 68 w 76"/>
                  <a:gd name="T5" fmla="*/ 78 h 240"/>
                  <a:gd name="T6" fmla="*/ 68 w 76"/>
                  <a:gd name="T7" fmla="*/ 138 h 240"/>
                  <a:gd name="T8" fmla="*/ 0 w 76"/>
                  <a:gd name="T9" fmla="*/ 268 h 240"/>
                  <a:gd name="T10" fmla="*/ 41 w 76"/>
                  <a:gd name="T11" fmla="*/ 192 h 240"/>
                  <a:gd name="T12" fmla="*/ 60 w 76"/>
                  <a:gd name="T13" fmla="*/ 117 h 240"/>
                  <a:gd name="T14" fmla="*/ 61 w 76"/>
                  <a:gd name="T15" fmla="*/ 5 h 2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240">
                    <a:moveTo>
                      <a:pt x="68" y="0"/>
                    </a:moveTo>
                    <a:cubicBezTo>
                      <a:pt x="67" y="13"/>
                      <a:pt x="73" y="27"/>
                      <a:pt x="74" y="40"/>
                    </a:cubicBezTo>
                    <a:cubicBezTo>
                      <a:pt x="74" y="50"/>
                      <a:pt x="74" y="59"/>
                      <a:pt x="74" y="69"/>
                    </a:cubicBezTo>
                    <a:cubicBezTo>
                      <a:pt x="74" y="87"/>
                      <a:pt x="76" y="105"/>
                      <a:pt x="74" y="123"/>
                    </a:cubicBezTo>
                    <a:cubicBezTo>
                      <a:pt x="67" y="172"/>
                      <a:pt x="23" y="198"/>
                      <a:pt x="0" y="240"/>
                    </a:cubicBezTo>
                    <a:cubicBezTo>
                      <a:pt x="6" y="213"/>
                      <a:pt x="29" y="194"/>
                      <a:pt x="44" y="172"/>
                    </a:cubicBezTo>
                    <a:cubicBezTo>
                      <a:pt x="57" y="152"/>
                      <a:pt x="63" y="129"/>
                      <a:pt x="66" y="105"/>
                    </a:cubicBezTo>
                    <a:cubicBezTo>
                      <a:pt x="69" y="72"/>
                      <a:pt x="69" y="39"/>
                      <a:pt x="67" y="5"/>
                    </a:cubicBezTo>
                  </a:path>
                </a:pathLst>
              </a:custGeom>
              <a:solidFill>
                <a:srgbClr val="F9E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5" name="Freeform 582">
                <a:extLst>
                  <a:ext uri="{FF2B5EF4-FFF2-40B4-BE49-F238E27FC236}">
                    <a16:creationId xmlns:a16="http://schemas.microsoft.com/office/drawing/2014/main" id="{3CA1CE41-DF68-4B32-BD88-7677E75AC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733"/>
                <a:ext cx="160" cy="44"/>
              </a:xfrm>
              <a:custGeom>
                <a:avLst/>
                <a:gdLst>
                  <a:gd name="T0" fmla="*/ 0 w 165"/>
                  <a:gd name="T1" fmla="*/ 0 h 42"/>
                  <a:gd name="T2" fmla="*/ 77 w 165"/>
                  <a:gd name="T3" fmla="*/ 43 h 42"/>
                  <a:gd name="T4" fmla="*/ 150 w 165"/>
                  <a:gd name="T5" fmla="*/ 28 h 42"/>
                  <a:gd name="T6" fmla="*/ 98 w 165"/>
                  <a:gd name="T7" fmla="*/ 32 h 42"/>
                  <a:gd name="T8" fmla="*/ 58 w 165"/>
                  <a:gd name="T9" fmla="*/ 26 h 42"/>
                  <a:gd name="T10" fmla="*/ 4 w 165"/>
                  <a:gd name="T11" fmla="*/ 5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42">
                    <a:moveTo>
                      <a:pt x="0" y="0"/>
                    </a:moveTo>
                    <a:cubicBezTo>
                      <a:pt x="20" y="24"/>
                      <a:pt x="55" y="32"/>
                      <a:pt x="84" y="37"/>
                    </a:cubicBezTo>
                    <a:cubicBezTo>
                      <a:pt x="111" y="42"/>
                      <a:pt x="140" y="33"/>
                      <a:pt x="165" y="25"/>
                    </a:cubicBezTo>
                    <a:cubicBezTo>
                      <a:pt x="147" y="24"/>
                      <a:pt x="126" y="29"/>
                      <a:pt x="107" y="29"/>
                    </a:cubicBezTo>
                    <a:cubicBezTo>
                      <a:pt x="92" y="29"/>
                      <a:pt x="78" y="26"/>
                      <a:pt x="64" y="23"/>
                    </a:cubicBezTo>
                    <a:cubicBezTo>
                      <a:pt x="51" y="21"/>
                      <a:pt x="8" y="19"/>
                      <a:pt x="4" y="5"/>
                    </a:cubicBezTo>
                  </a:path>
                </a:pathLst>
              </a:custGeom>
              <a:solidFill>
                <a:srgbClr val="F9E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6" name="Freeform 583">
                <a:extLst>
                  <a:ext uri="{FF2B5EF4-FFF2-40B4-BE49-F238E27FC236}">
                    <a16:creationId xmlns:a16="http://schemas.microsoft.com/office/drawing/2014/main" id="{40F2D3C5-C55F-4DD7-A293-59855B5F2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951"/>
                <a:ext cx="271" cy="552"/>
              </a:xfrm>
              <a:custGeom>
                <a:avLst/>
                <a:gdLst>
                  <a:gd name="T0" fmla="*/ 257 w 278"/>
                  <a:gd name="T1" fmla="*/ 0 h 533"/>
                  <a:gd name="T2" fmla="*/ 109 w 278"/>
                  <a:gd name="T3" fmla="*/ 262 h 533"/>
                  <a:gd name="T4" fmla="*/ 33 w 278"/>
                  <a:gd name="T5" fmla="*/ 447 h 533"/>
                  <a:gd name="T6" fmla="*/ 0 w 278"/>
                  <a:gd name="T7" fmla="*/ 592 h 533"/>
                  <a:gd name="T8" fmla="*/ 39 w 278"/>
                  <a:gd name="T9" fmla="*/ 469 h 533"/>
                  <a:gd name="T10" fmla="*/ 68 w 278"/>
                  <a:gd name="T11" fmla="*/ 384 h 533"/>
                  <a:gd name="T12" fmla="*/ 140 w 278"/>
                  <a:gd name="T13" fmla="*/ 209 h 533"/>
                  <a:gd name="T14" fmla="*/ 191 w 278"/>
                  <a:gd name="T15" fmla="*/ 69 h 533"/>
                  <a:gd name="T16" fmla="*/ 255 w 278"/>
                  <a:gd name="T17" fmla="*/ 0 h 5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533">
                    <a:moveTo>
                      <a:pt x="278" y="0"/>
                    </a:moveTo>
                    <a:cubicBezTo>
                      <a:pt x="182" y="42"/>
                      <a:pt x="166" y="151"/>
                      <a:pt x="118" y="236"/>
                    </a:cubicBezTo>
                    <a:cubicBezTo>
                      <a:pt x="87" y="290"/>
                      <a:pt x="59" y="345"/>
                      <a:pt x="36" y="403"/>
                    </a:cubicBezTo>
                    <a:cubicBezTo>
                      <a:pt x="21" y="446"/>
                      <a:pt x="13" y="491"/>
                      <a:pt x="0" y="533"/>
                    </a:cubicBezTo>
                    <a:cubicBezTo>
                      <a:pt x="4" y="498"/>
                      <a:pt x="28" y="455"/>
                      <a:pt x="42" y="422"/>
                    </a:cubicBezTo>
                    <a:cubicBezTo>
                      <a:pt x="52" y="397"/>
                      <a:pt x="63" y="371"/>
                      <a:pt x="74" y="346"/>
                    </a:cubicBezTo>
                    <a:cubicBezTo>
                      <a:pt x="98" y="292"/>
                      <a:pt x="133" y="244"/>
                      <a:pt x="152" y="188"/>
                    </a:cubicBezTo>
                    <a:cubicBezTo>
                      <a:pt x="166" y="148"/>
                      <a:pt x="181" y="97"/>
                      <a:pt x="206" y="63"/>
                    </a:cubicBezTo>
                    <a:cubicBezTo>
                      <a:pt x="220" y="44"/>
                      <a:pt x="253" y="5"/>
                      <a:pt x="276" y="0"/>
                    </a:cubicBezTo>
                  </a:path>
                </a:pathLst>
              </a:custGeom>
              <a:solidFill>
                <a:srgbClr val="EDC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7" name="Freeform 584">
                <a:extLst>
                  <a:ext uri="{FF2B5EF4-FFF2-40B4-BE49-F238E27FC236}">
                    <a16:creationId xmlns:a16="http://schemas.microsoft.com/office/drawing/2014/main" id="{621336CC-7B6C-4E78-9C4A-0AE0A1166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934"/>
                <a:ext cx="237" cy="469"/>
              </a:xfrm>
              <a:custGeom>
                <a:avLst/>
                <a:gdLst>
                  <a:gd name="T0" fmla="*/ 223 w 244"/>
                  <a:gd name="T1" fmla="*/ 0 h 453"/>
                  <a:gd name="T2" fmla="*/ 153 w 244"/>
                  <a:gd name="T3" fmla="*/ 128 h 453"/>
                  <a:gd name="T4" fmla="*/ 76 w 244"/>
                  <a:gd name="T5" fmla="*/ 289 h 453"/>
                  <a:gd name="T6" fmla="*/ 19 w 244"/>
                  <a:gd name="T7" fmla="*/ 431 h 453"/>
                  <a:gd name="T8" fmla="*/ 0 w 244"/>
                  <a:gd name="T9" fmla="*/ 503 h 453"/>
                  <a:gd name="T10" fmla="*/ 75 w 244"/>
                  <a:gd name="T11" fmla="*/ 326 h 453"/>
                  <a:gd name="T12" fmla="*/ 125 w 244"/>
                  <a:gd name="T13" fmla="*/ 184 h 453"/>
                  <a:gd name="T14" fmla="*/ 176 w 244"/>
                  <a:gd name="T15" fmla="*/ 87 h 453"/>
                  <a:gd name="T16" fmla="*/ 214 w 244"/>
                  <a:gd name="T17" fmla="*/ 12 h 4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4" h="453">
                    <a:moveTo>
                      <a:pt x="244" y="0"/>
                    </a:moveTo>
                    <a:cubicBezTo>
                      <a:pt x="215" y="34"/>
                      <a:pt x="196" y="79"/>
                      <a:pt x="168" y="116"/>
                    </a:cubicBezTo>
                    <a:cubicBezTo>
                      <a:pt x="133" y="162"/>
                      <a:pt x="105" y="206"/>
                      <a:pt x="82" y="260"/>
                    </a:cubicBezTo>
                    <a:cubicBezTo>
                      <a:pt x="64" y="303"/>
                      <a:pt x="37" y="344"/>
                      <a:pt x="22" y="388"/>
                    </a:cubicBezTo>
                    <a:cubicBezTo>
                      <a:pt x="16" y="409"/>
                      <a:pt x="3" y="433"/>
                      <a:pt x="0" y="453"/>
                    </a:cubicBezTo>
                    <a:cubicBezTo>
                      <a:pt x="32" y="404"/>
                      <a:pt x="51" y="346"/>
                      <a:pt x="81" y="294"/>
                    </a:cubicBezTo>
                    <a:cubicBezTo>
                      <a:pt x="105" y="254"/>
                      <a:pt x="121" y="211"/>
                      <a:pt x="137" y="166"/>
                    </a:cubicBezTo>
                    <a:cubicBezTo>
                      <a:pt x="148" y="133"/>
                      <a:pt x="168" y="104"/>
                      <a:pt x="192" y="78"/>
                    </a:cubicBezTo>
                    <a:cubicBezTo>
                      <a:pt x="212" y="56"/>
                      <a:pt x="218" y="35"/>
                      <a:pt x="234" y="12"/>
                    </a:cubicBezTo>
                  </a:path>
                </a:pathLst>
              </a:custGeom>
              <a:solidFill>
                <a:srgbClr val="EDC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8" name="Freeform 585">
                <a:extLst>
                  <a:ext uri="{FF2B5EF4-FFF2-40B4-BE49-F238E27FC236}">
                    <a16:creationId xmlns:a16="http://schemas.microsoft.com/office/drawing/2014/main" id="{F66FCA5D-3ABE-441E-93B6-3309E387E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169"/>
                <a:ext cx="248" cy="407"/>
              </a:xfrm>
              <a:custGeom>
                <a:avLst/>
                <a:gdLst>
                  <a:gd name="T0" fmla="*/ 5 w 256"/>
                  <a:gd name="T1" fmla="*/ 1 h 392"/>
                  <a:gd name="T2" fmla="*/ 94 w 256"/>
                  <a:gd name="T3" fmla="*/ 63 h 392"/>
                  <a:gd name="T4" fmla="*/ 182 w 256"/>
                  <a:gd name="T5" fmla="*/ 209 h 392"/>
                  <a:gd name="T6" fmla="*/ 220 w 256"/>
                  <a:gd name="T7" fmla="*/ 349 h 392"/>
                  <a:gd name="T8" fmla="*/ 232 w 256"/>
                  <a:gd name="T9" fmla="*/ 439 h 392"/>
                  <a:gd name="T10" fmla="*/ 206 w 256"/>
                  <a:gd name="T11" fmla="*/ 251 h 392"/>
                  <a:gd name="T12" fmla="*/ 154 w 256"/>
                  <a:gd name="T13" fmla="*/ 121 h 392"/>
                  <a:gd name="T14" fmla="*/ 86 w 256"/>
                  <a:gd name="T15" fmla="*/ 38 h 392"/>
                  <a:gd name="T16" fmla="*/ 5 w 256"/>
                  <a:gd name="T17" fmla="*/ 3 h 392"/>
                  <a:gd name="T18" fmla="*/ 1 w 256"/>
                  <a:gd name="T19" fmla="*/ 1 h 3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6" h="392">
                    <a:moveTo>
                      <a:pt x="5" y="1"/>
                    </a:moveTo>
                    <a:cubicBezTo>
                      <a:pt x="20" y="27"/>
                      <a:pt x="77" y="38"/>
                      <a:pt x="103" y="57"/>
                    </a:cubicBezTo>
                    <a:cubicBezTo>
                      <a:pt x="150" y="93"/>
                      <a:pt x="174" y="137"/>
                      <a:pt x="200" y="187"/>
                    </a:cubicBezTo>
                    <a:cubicBezTo>
                      <a:pt x="220" y="229"/>
                      <a:pt x="231" y="268"/>
                      <a:pt x="242" y="312"/>
                    </a:cubicBezTo>
                    <a:cubicBezTo>
                      <a:pt x="248" y="337"/>
                      <a:pt x="256" y="367"/>
                      <a:pt x="255" y="392"/>
                    </a:cubicBezTo>
                    <a:cubicBezTo>
                      <a:pt x="255" y="332"/>
                      <a:pt x="242" y="279"/>
                      <a:pt x="227" y="224"/>
                    </a:cubicBezTo>
                    <a:cubicBezTo>
                      <a:pt x="216" y="185"/>
                      <a:pt x="196" y="140"/>
                      <a:pt x="169" y="109"/>
                    </a:cubicBezTo>
                    <a:cubicBezTo>
                      <a:pt x="147" y="83"/>
                      <a:pt x="121" y="57"/>
                      <a:pt x="95" y="35"/>
                    </a:cubicBezTo>
                    <a:cubicBezTo>
                      <a:pt x="69" y="13"/>
                      <a:pt x="38" y="9"/>
                      <a:pt x="5" y="3"/>
                    </a:cubicBezTo>
                    <a:cubicBezTo>
                      <a:pt x="2" y="2"/>
                      <a:pt x="0" y="0"/>
                      <a:pt x="1" y="1"/>
                    </a:cubicBezTo>
                  </a:path>
                </a:pathLst>
              </a:custGeom>
              <a:solidFill>
                <a:srgbClr val="EDC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9" name="Freeform 586">
                <a:extLst>
                  <a:ext uri="{FF2B5EF4-FFF2-40B4-BE49-F238E27FC236}">
                    <a16:creationId xmlns:a16="http://schemas.microsoft.com/office/drawing/2014/main" id="{6923BBA7-C6C8-4DAE-9AFA-DD499C41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978"/>
                <a:ext cx="273" cy="436"/>
              </a:xfrm>
              <a:custGeom>
                <a:avLst/>
                <a:gdLst>
                  <a:gd name="T0" fmla="*/ 0 w 280"/>
                  <a:gd name="T1" fmla="*/ 0 h 421"/>
                  <a:gd name="T2" fmla="*/ 205 w 280"/>
                  <a:gd name="T3" fmla="*/ 238 h 421"/>
                  <a:gd name="T4" fmla="*/ 243 w 280"/>
                  <a:gd name="T5" fmla="*/ 355 h 421"/>
                  <a:gd name="T6" fmla="*/ 259 w 280"/>
                  <a:gd name="T7" fmla="*/ 468 h 421"/>
                  <a:gd name="T8" fmla="*/ 248 w 280"/>
                  <a:gd name="T9" fmla="*/ 437 h 421"/>
                  <a:gd name="T10" fmla="*/ 230 w 280"/>
                  <a:gd name="T11" fmla="*/ 371 h 421"/>
                  <a:gd name="T12" fmla="*/ 191 w 280"/>
                  <a:gd name="T13" fmla="*/ 244 h 421"/>
                  <a:gd name="T14" fmla="*/ 166 w 280"/>
                  <a:gd name="T15" fmla="*/ 174 h 421"/>
                  <a:gd name="T16" fmla="*/ 131 w 280"/>
                  <a:gd name="T17" fmla="*/ 101 h 421"/>
                  <a:gd name="T18" fmla="*/ 60 w 280"/>
                  <a:gd name="T19" fmla="*/ 31 h 421"/>
                  <a:gd name="T20" fmla="*/ 4 w 280"/>
                  <a:gd name="T21" fmla="*/ 0 h 4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0" h="421">
                    <a:moveTo>
                      <a:pt x="0" y="0"/>
                    </a:moveTo>
                    <a:cubicBezTo>
                      <a:pt x="102" y="26"/>
                      <a:pt x="176" y="125"/>
                      <a:pt x="221" y="214"/>
                    </a:cubicBezTo>
                    <a:cubicBezTo>
                      <a:pt x="239" y="249"/>
                      <a:pt x="251" y="283"/>
                      <a:pt x="262" y="320"/>
                    </a:cubicBezTo>
                    <a:cubicBezTo>
                      <a:pt x="271" y="353"/>
                      <a:pt x="271" y="389"/>
                      <a:pt x="280" y="421"/>
                    </a:cubicBezTo>
                    <a:cubicBezTo>
                      <a:pt x="279" y="410"/>
                      <a:pt x="273" y="402"/>
                      <a:pt x="268" y="393"/>
                    </a:cubicBezTo>
                    <a:cubicBezTo>
                      <a:pt x="259" y="374"/>
                      <a:pt x="255" y="354"/>
                      <a:pt x="248" y="334"/>
                    </a:cubicBezTo>
                    <a:cubicBezTo>
                      <a:pt x="235" y="296"/>
                      <a:pt x="220" y="258"/>
                      <a:pt x="206" y="220"/>
                    </a:cubicBezTo>
                    <a:cubicBezTo>
                      <a:pt x="198" y="198"/>
                      <a:pt x="187" y="177"/>
                      <a:pt x="178" y="156"/>
                    </a:cubicBezTo>
                    <a:cubicBezTo>
                      <a:pt x="169" y="135"/>
                      <a:pt x="157" y="108"/>
                      <a:pt x="140" y="92"/>
                    </a:cubicBezTo>
                    <a:cubicBezTo>
                      <a:pt x="117" y="71"/>
                      <a:pt x="93" y="43"/>
                      <a:pt x="66" y="28"/>
                    </a:cubicBezTo>
                    <a:cubicBezTo>
                      <a:pt x="55" y="22"/>
                      <a:pt x="0" y="9"/>
                      <a:pt x="4" y="0"/>
                    </a:cubicBezTo>
                  </a:path>
                </a:pathLst>
              </a:custGeom>
              <a:solidFill>
                <a:srgbClr val="EDC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0" name="Freeform 587">
                <a:extLst>
                  <a:ext uri="{FF2B5EF4-FFF2-40B4-BE49-F238E27FC236}">
                    <a16:creationId xmlns:a16="http://schemas.microsoft.com/office/drawing/2014/main" id="{317DBF05-300B-467A-AAA1-9E6E7823F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297"/>
                <a:ext cx="180" cy="326"/>
              </a:xfrm>
              <a:custGeom>
                <a:avLst/>
                <a:gdLst>
                  <a:gd name="T0" fmla="*/ 152 w 185"/>
                  <a:gd name="T1" fmla="*/ 0 h 315"/>
                  <a:gd name="T2" fmla="*/ 76 w 185"/>
                  <a:gd name="T3" fmla="*/ 145 h 315"/>
                  <a:gd name="T4" fmla="*/ 27 w 185"/>
                  <a:gd name="T5" fmla="*/ 229 h 315"/>
                  <a:gd name="T6" fmla="*/ 0 w 185"/>
                  <a:gd name="T7" fmla="*/ 349 h 315"/>
                  <a:gd name="T8" fmla="*/ 37 w 185"/>
                  <a:gd name="T9" fmla="*/ 227 h 315"/>
                  <a:gd name="T10" fmla="*/ 88 w 185"/>
                  <a:gd name="T11" fmla="*/ 152 h 315"/>
                  <a:gd name="T12" fmla="*/ 146 w 185"/>
                  <a:gd name="T13" fmla="*/ 21 h 3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5" h="315">
                    <a:moveTo>
                      <a:pt x="164" y="0"/>
                    </a:moveTo>
                    <a:cubicBezTo>
                      <a:pt x="164" y="63"/>
                      <a:pt x="130" y="94"/>
                      <a:pt x="82" y="130"/>
                    </a:cubicBezTo>
                    <a:cubicBezTo>
                      <a:pt x="55" y="151"/>
                      <a:pt x="42" y="177"/>
                      <a:pt x="30" y="207"/>
                    </a:cubicBezTo>
                    <a:cubicBezTo>
                      <a:pt x="17" y="241"/>
                      <a:pt x="17" y="284"/>
                      <a:pt x="0" y="315"/>
                    </a:cubicBezTo>
                    <a:cubicBezTo>
                      <a:pt x="16" y="280"/>
                      <a:pt x="22" y="239"/>
                      <a:pt x="40" y="205"/>
                    </a:cubicBezTo>
                    <a:cubicBezTo>
                      <a:pt x="54" y="181"/>
                      <a:pt x="78" y="158"/>
                      <a:pt x="96" y="137"/>
                    </a:cubicBezTo>
                    <a:cubicBezTo>
                      <a:pt x="130" y="99"/>
                      <a:pt x="185" y="80"/>
                      <a:pt x="158" y="18"/>
                    </a:cubicBezTo>
                  </a:path>
                </a:pathLst>
              </a:custGeom>
              <a:solidFill>
                <a:srgbClr val="EDC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1" name="Freeform 588">
                <a:extLst>
                  <a:ext uri="{FF2B5EF4-FFF2-40B4-BE49-F238E27FC236}">
                    <a16:creationId xmlns:a16="http://schemas.microsoft.com/office/drawing/2014/main" id="{3C1689EA-6AD0-431A-BD44-0F3B34751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1402"/>
                <a:ext cx="86" cy="35"/>
              </a:xfrm>
              <a:custGeom>
                <a:avLst/>
                <a:gdLst>
                  <a:gd name="T0" fmla="*/ 4 w 88"/>
                  <a:gd name="T1" fmla="*/ 4 h 33"/>
                  <a:gd name="T2" fmla="*/ 82 w 88"/>
                  <a:gd name="T3" fmla="*/ 0 h 33"/>
                  <a:gd name="T4" fmla="*/ 43 w 88"/>
                  <a:gd name="T5" fmla="*/ 21 h 33"/>
                  <a:gd name="T6" fmla="*/ 0 w 88"/>
                  <a:gd name="T7" fmla="*/ 1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3">
                    <a:moveTo>
                      <a:pt x="4" y="4"/>
                    </a:moveTo>
                    <a:cubicBezTo>
                      <a:pt x="15" y="33"/>
                      <a:pt x="74" y="21"/>
                      <a:pt x="88" y="0"/>
                    </a:cubicBezTo>
                    <a:cubicBezTo>
                      <a:pt x="73" y="4"/>
                      <a:pt x="62" y="15"/>
                      <a:pt x="46" y="18"/>
                    </a:cubicBezTo>
                    <a:cubicBezTo>
                      <a:pt x="31" y="21"/>
                      <a:pt x="14" y="20"/>
                      <a:pt x="0" y="14"/>
                    </a:cubicBezTo>
                  </a:path>
                </a:pathLst>
              </a:custGeom>
              <a:solidFill>
                <a:srgbClr val="EDC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2" name="Freeform 589">
                <a:extLst>
                  <a:ext uri="{FF2B5EF4-FFF2-40B4-BE49-F238E27FC236}">
                    <a16:creationId xmlns:a16="http://schemas.microsoft.com/office/drawing/2014/main" id="{34CB6333-AE5F-4C46-A845-C99467FAB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99"/>
                <a:ext cx="72" cy="67"/>
              </a:xfrm>
              <a:custGeom>
                <a:avLst/>
                <a:gdLst>
                  <a:gd name="T0" fmla="*/ 12 w 75"/>
                  <a:gd name="T1" fmla="*/ 0 h 64"/>
                  <a:gd name="T2" fmla="*/ 66 w 75"/>
                  <a:gd name="T3" fmla="*/ 46 h 64"/>
                  <a:gd name="T4" fmla="*/ 11 w 75"/>
                  <a:gd name="T5" fmla="*/ 1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64">
                    <a:moveTo>
                      <a:pt x="13" y="0"/>
                    </a:moveTo>
                    <a:cubicBezTo>
                      <a:pt x="0" y="31"/>
                      <a:pt x="53" y="64"/>
                      <a:pt x="75" y="40"/>
                    </a:cubicBezTo>
                    <a:cubicBezTo>
                      <a:pt x="46" y="38"/>
                      <a:pt x="24" y="38"/>
                      <a:pt x="11" y="10"/>
                    </a:cubicBezTo>
                  </a:path>
                </a:pathLst>
              </a:custGeom>
              <a:solidFill>
                <a:srgbClr val="EDC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3" name="Freeform 590">
                <a:extLst>
                  <a:ext uri="{FF2B5EF4-FFF2-40B4-BE49-F238E27FC236}">
                    <a16:creationId xmlns:a16="http://schemas.microsoft.com/office/drawing/2014/main" id="{05789930-B2D3-43CE-99A9-788562921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064"/>
                <a:ext cx="98" cy="157"/>
              </a:xfrm>
              <a:custGeom>
                <a:avLst/>
                <a:gdLst>
                  <a:gd name="T0" fmla="*/ 25 w 101"/>
                  <a:gd name="T1" fmla="*/ 0 h 152"/>
                  <a:gd name="T2" fmla="*/ 11 w 101"/>
                  <a:gd name="T3" fmla="*/ 104 h 152"/>
                  <a:gd name="T4" fmla="*/ 92 w 101"/>
                  <a:gd name="T5" fmla="*/ 167 h 152"/>
                  <a:gd name="T6" fmla="*/ 16 w 101"/>
                  <a:gd name="T7" fmla="*/ 112 h 152"/>
                  <a:gd name="T8" fmla="*/ 21 w 101"/>
                  <a:gd name="T9" fmla="*/ 13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52">
                    <a:moveTo>
                      <a:pt x="28" y="0"/>
                    </a:moveTo>
                    <a:cubicBezTo>
                      <a:pt x="24" y="28"/>
                      <a:pt x="0" y="68"/>
                      <a:pt x="11" y="95"/>
                    </a:cubicBezTo>
                    <a:cubicBezTo>
                      <a:pt x="24" y="129"/>
                      <a:pt x="79" y="124"/>
                      <a:pt x="101" y="152"/>
                    </a:cubicBezTo>
                    <a:cubicBezTo>
                      <a:pt x="79" y="136"/>
                      <a:pt x="34" y="125"/>
                      <a:pt x="19" y="102"/>
                    </a:cubicBezTo>
                    <a:cubicBezTo>
                      <a:pt x="5" y="79"/>
                      <a:pt x="24" y="38"/>
                      <a:pt x="24" y="13"/>
                    </a:cubicBezTo>
                  </a:path>
                </a:pathLst>
              </a:custGeom>
              <a:solidFill>
                <a:srgbClr val="F9F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4" name="Freeform 591">
                <a:extLst>
                  <a:ext uri="{FF2B5EF4-FFF2-40B4-BE49-F238E27FC236}">
                    <a16:creationId xmlns:a16="http://schemas.microsoft.com/office/drawing/2014/main" id="{4E235350-A2DA-4AB9-A30B-73C2CA87B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173"/>
                <a:ext cx="125" cy="248"/>
              </a:xfrm>
              <a:custGeom>
                <a:avLst/>
                <a:gdLst>
                  <a:gd name="T0" fmla="*/ 10 w 128"/>
                  <a:gd name="T1" fmla="*/ 241 h 239"/>
                  <a:gd name="T2" fmla="*/ 62 w 128"/>
                  <a:gd name="T3" fmla="*/ 117 h 239"/>
                  <a:gd name="T4" fmla="*/ 110 w 128"/>
                  <a:gd name="T5" fmla="*/ 0 h 239"/>
                  <a:gd name="T6" fmla="*/ 86 w 128"/>
                  <a:gd name="T7" fmla="*/ 93 h 239"/>
                  <a:gd name="T8" fmla="*/ 54 w 128"/>
                  <a:gd name="T9" fmla="*/ 166 h 239"/>
                  <a:gd name="T10" fmla="*/ 0 w 128"/>
                  <a:gd name="T11" fmla="*/ 267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239">
                    <a:moveTo>
                      <a:pt x="10" y="216"/>
                    </a:moveTo>
                    <a:cubicBezTo>
                      <a:pt x="31" y="178"/>
                      <a:pt x="48" y="141"/>
                      <a:pt x="66" y="105"/>
                    </a:cubicBezTo>
                    <a:cubicBezTo>
                      <a:pt x="84" y="71"/>
                      <a:pt x="110" y="38"/>
                      <a:pt x="119" y="0"/>
                    </a:cubicBezTo>
                    <a:cubicBezTo>
                      <a:pt x="128" y="20"/>
                      <a:pt x="102" y="65"/>
                      <a:pt x="92" y="84"/>
                    </a:cubicBezTo>
                    <a:cubicBezTo>
                      <a:pt x="81" y="106"/>
                      <a:pt x="72" y="128"/>
                      <a:pt x="57" y="148"/>
                    </a:cubicBezTo>
                    <a:cubicBezTo>
                      <a:pt x="36" y="177"/>
                      <a:pt x="20" y="215"/>
                      <a:pt x="0" y="239"/>
                    </a:cubicBezTo>
                  </a:path>
                </a:pathLst>
              </a:custGeom>
              <a:solidFill>
                <a:srgbClr val="F9F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5" name="Freeform 592">
                <a:extLst>
                  <a:ext uri="{FF2B5EF4-FFF2-40B4-BE49-F238E27FC236}">
                    <a16:creationId xmlns:a16="http://schemas.microsoft.com/office/drawing/2014/main" id="{70AD1D80-F5FB-4D4B-B28F-704ED84E4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557"/>
                <a:ext cx="28" cy="84"/>
              </a:xfrm>
              <a:custGeom>
                <a:avLst/>
                <a:gdLst>
                  <a:gd name="T0" fmla="*/ 26 w 29"/>
                  <a:gd name="T1" fmla="*/ 77 h 81"/>
                  <a:gd name="T2" fmla="*/ 14 w 29"/>
                  <a:gd name="T3" fmla="*/ 0 h 81"/>
                  <a:gd name="T4" fmla="*/ 18 w 29"/>
                  <a:gd name="T5" fmla="*/ 74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1">
                    <a:moveTo>
                      <a:pt x="29" y="68"/>
                    </a:moveTo>
                    <a:cubicBezTo>
                      <a:pt x="1" y="81"/>
                      <a:pt x="4" y="14"/>
                      <a:pt x="14" y="0"/>
                    </a:cubicBezTo>
                    <a:cubicBezTo>
                      <a:pt x="8" y="18"/>
                      <a:pt x="0" y="54"/>
                      <a:pt x="21" y="66"/>
                    </a:cubicBezTo>
                  </a:path>
                </a:pathLst>
              </a:custGeom>
              <a:solidFill>
                <a:srgbClr val="F9E7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6" name="Freeform 593">
                <a:extLst>
                  <a:ext uri="{FF2B5EF4-FFF2-40B4-BE49-F238E27FC236}">
                    <a16:creationId xmlns:a16="http://schemas.microsoft.com/office/drawing/2014/main" id="{9C9B924F-FF1D-45DC-9DE2-A0500F59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475"/>
                <a:ext cx="125" cy="192"/>
              </a:xfrm>
              <a:custGeom>
                <a:avLst/>
                <a:gdLst>
                  <a:gd name="T0" fmla="*/ 14 w 128"/>
                  <a:gd name="T1" fmla="*/ 0 h 185"/>
                  <a:gd name="T2" fmla="*/ 53 w 128"/>
                  <a:gd name="T3" fmla="*/ 87 h 185"/>
                  <a:gd name="T4" fmla="*/ 119 w 128"/>
                  <a:gd name="T5" fmla="*/ 207 h 185"/>
                  <a:gd name="T6" fmla="*/ 64 w 128"/>
                  <a:gd name="T7" fmla="*/ 83 h 185"/>
                  <a:gd name="T8" fmla="*/ 30 w 128"/>
                  <a:gd name="T9" fmla="*/ 51 h 185"/>
                  <a:gd name="T10" fmla="*/ 12 w 128"/>
                  <a:gd name="T11" fmla="*/ 4 h 1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85">
                    <a:moveTo>
                      <a:pt x="14" y="0"/>
                    </a:moveTo>
                    <a:cubicBezTo>
                      <a:pt x="0" y="34"/>
                      <a:pt x="36" y="59"/>
                      <a:pt x="56" y="78"/>
                    </a:cubicBezTo>
                    <a:cubicBezTo>
                      <a:pt x="88" y="109"/>
                      <a:pt x="107" y="145"/>
                      <a:pt x="128" y="185"/>
                    </a:cubicBezTo>
                    <a:cubicBezTo>
                      <a:pt x="97" y="153"/>
                      <a:pt x="97" y="105"/>
                      <a:pt x="70" y="74"/>
                    </a:cubicBezTo>
                    <a:cubicBezTo>
                      <a:pt x="60" y="62"/>
                      <a:pt x="44" y="56"/>
                      <a:pt x="33" y="45"/>
                    </a:cubicBezTo>
                    <a:cubicBezTo>
                      <a:pt x="23" y="35"/>
                      <a:pt x="18" y="18"/>
                      <a:pt x="12" y="4"/>
                    </a:cubicBezTo>
                  </a:path>
                </a:pathLst>
              </a:custGeom>
              <a:solidFill>
                <a:srgbClr val="F9F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7" name="Freeform 594">
                <a:extLst>
                  <a:ext uri="{FF2B5EF4-FFF2-40B4-BE49-F238E27FC236}">
                    <a16:creationId xmlns:a16="http://schemas.microsoft.com/office/drawing/2014/main" id="{10151C95-4BA4-4C41-B68D-34176A26D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903"/>
                <a:ext cx="161" cy="144"/>
              </a:xfrm>
              <a:custGeom>
                <a:avLst/>
                <a:gdLst>
                  <a:gd name="T0" fmla="*/ 0 w 166"/>
                  <a:gd name="T1" fmla="*/ 0 h 139"/>
                  <a:gd name="T2" fmla="*/ 72 w 166"/>
                  <a:gd name="T3" fmla="*/ 77 h 139"/>
                  <a:gd name="T4" fmla="*/ 151 w 166"/>
                  <a:gd name="T5" fmla="*/ 149 h 139"/>
                  <a:gd name="T6" fmla="*/ 57 w 166"/>
                  <a:gd name="T7" fmla="*/ 82 h 139"/>
                  <a:gd name="T8" fmla="*/ 7 w 166"/>
                  <a:gd name="T9" fmla="*/ 2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139">
                    <a:moveTo>
                      <a:pt x="0" y="0"/>
                    </a:moveTo>
                    <a:cubicBezTo>
                      <a:pt x="33" y="7"/>
                      <a:pt x="57" y="45"/>
                      <a:pt x="78" y="69"/>
                    </a:cubicBezTo>
                    <a:cubicBezTo>
                      <a:pt x="101" y="96"/>
                      <a:pt x="135" y="114"/>
                      <a:pt x="166" y="134"/>
                    </a:cubicBezTo>
                    <a:cubicBezTo>
                      <a:pt x="132" y="139"/>
                      <a:pt x="83" y="98"/>
                      <a:pt x="63" y="73"/>
                    </a:cubicBezTo>
                    <a:cubicBezTo>
                      <a:pt x="44" y="50"/>
                      <a:pt x="22" y="21"/>
                      <a:pt x="7" y="2"/>
                    </a:cubicBezTo>
                  </a:path>
                </a:pathLst>
              </a:custGeom>
              <a:solidFill>
                <a:srgbClr val="F9F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8" name="Freeform 595">
                <a:extLst>
                  <a:ext uri="{FF2B5EF4-FFF2-40B4-BE49-F238E27FC236}">
                    <a16:creationId xmlns:a16="http://schemas.microsoft.com/office/drawing/2014/main" id="{0ADAD2E3-E927-49AF-B2A0-DD1ACED7C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630"/>
                <a:ext cx="56" cy="103"/>
              </a:xfrm>
              <a:custGeom>
                <a:avLst/>
                <a:gdLst>
                  <a:gd name="T0" fmla="*/ 2 w 57"/>
                  <a:gd name="T1" fmla="*/ 28 h 99"/>
                  <a:gd name="T2" fmla="*/ 53 w 57"/>
                  <a:gd name="T3" fmla="*/ 111 h 99"/>
                  <a:gd name="T4" fmla="*/ 34 w 57"/>
                  <a:gd name="T5" fmla="*/ 57 h 99"/>
                  <a:gd name="T6" fmla="*/ 4 w 57"/>
                  <a:gd name="T7" fmla="*/ 31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99">
                    <a:moveTo>
                      <a:pt x="2" y="25"/>
                    </a:moveTo>
                    <a:cubicBezTo>
                      <a:pt x="12" y="44"/>
                      <a:pt x="34" y="95"/>
                      <a:pt x="56" y="99"/>
                    </a:cubicBezTo>
                    <a:cubicBezTo>
                      <a:pt x="57" y="82"/>
                      <a:pt x="46" y="64"/>
                      <a:pt x="37" y="51"/>
                    </a:cubicBezTo>
                    <a:cubicBezTo>
                      <a:pt x="33" y="45"/>
                      <a:pt x="0" y="0"/>
                      <a:pt x="4" y="28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9" name="Freeform 596">
                <a:extLst>
                  <a:ext uri="{FF2B5EF4-FFF2-40B4-BE49-F238E27FC236}">
                    <a16:creationId xmlns:a16="http://schemas.microsoft.com/office/drawing/2014/main" id="{810FCFBF-C145-4502-97A3-704377EF7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29"/>
                <a:ext cx="51" cy="94"/>
              </a:xfrm>
              <a:custGeom>
                <a:avLst/>
                <a:gdLst>
                  <a:gd name="T0" fmla="*/ 0 w 52"/>
                  <a:gd name="T1" fmla="*/ 0 h 91"/>
                  <a:gd name="T2" fmla="*/ 13 w 52"/>
                  <a:gd name="T3" fmla="*/ 57 h 91"/>
                  <a:gd name="T4" fmla="*/ 45 w 52"/>
                  <a:gd name="T5" fmla="*/ 100 h 91"/>
                  <a:gd name="T6" fmla="*/ 44 w 52"/>
                  <a:gd name="T7" fmla="*/ 61 h 91"/>
                  <a:gd name="T8" fmla="*/ 41 w 52"/>
                  <a:gd name="T9" fmla="*/ 29 h 91"/>
                  <a:gd name="T10" fmla="*/ 1 w 52"/>
                  <a:gd name="T11" fmla="*/ 2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91">
                    <a:moveTo>
                      <a:pt x="0" y="0"/>
                    </a:moveTo>
                    <a:cubicBezTo>
                      <a:pt x="17" y="15"/>
                      <a:pt x="2" y="37"/>
                      <a:pt x="13" y="51"/>
                    </a:cubicBezTo>
                    <a:cubicBezTo>
                      <a:pt x="22" y="63"/>
                      <a:pt x="34" y="85"/>
                      <a:pt x="48" y="91"/>
                    </a:cubicBezTo>
                    <a:cubicBezTo>
                      <a:pt x="46" y="80"/>
                      <a:pt x="47" y="67"/>
                      <a:pt x="47" y="55"/>
                    </a:cubicBezTo>
                    <a:cubicBezTo>
                      <a:pt x="47" y="45"/>
                      <a:pt x="52" y="34"/>
                      <a:pt x="44" y="26"/>
                    </a:cubicBezTo>
                    <a:cubicBezTo>
                      <a:pt x="32" y="15"/>
                      <a:pt x="13" y="13"/>
                      <a:pt x="1" y="2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0" name="Freeform 597">
                <a:extLst>
                  <a:ext uri="{FF2B5EF4-FFF2-40B4-BE49-F238E27FC236}">
                    <a16:creationId xmlns:a16="http://schemas.microsoft.com/office/drawing/2014/main" id="{9CF2F471-33D5-439D-9E75-F2D4C2BF3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772"/>
                <a:ext cx="81" cy="74"/>
              </a:xfrm>
              <a:custGeom>
                <a:avLst/>
                <a:gdLst>
                  <a:gd name="T0" fmla="*/ 3 w 84"/>
                  <a:gd name="T1" fmla="*/ 0 h 71"/>
                  <a:gd name="T2" fmla="*/ 2 w 84"/>
                  <a:gd name="T3" fmla="*/ 27 h 71"/>
                  <a:gd name="T4" fmla="*/ 22 w 84"/>
                  <a:gd name="T5" fmla="*/ 45 h 71"/>
                  <a:gd name="T6" fmla="*/ 75 w 84"/>
                  <a:gd name="T7" fmla="*/ 80 h 71"/>
                  <a:gd name="T8" fmla="*/ 57 w 84"/>
                  <a:gd name="T9" fmla="*/ 45 h 71"/>
                  <a:gd name="T10" fmla="*/ 38 w 84"/>
                  <a:gd name="T11" fmla="*/ 25 h 71"/>
                  <a:gd name="T12" fmla="*/ 5 w 84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71">
                    <a:moveTo>
                      <a:pt x="3" y="0"/>
                    </a:moveTo>
                    <a:cubicBezTo>
                      <a:pt x="3" y="6"/>
                      <a:pt x="0" y="20"/>
                      <a:pt x="2" y="24"/>
                    </a:cubicBezTo>
                    <a:cubicBezTo>
                      <a:pt x="5" y="31"/>
                      <a:pt x="20" y="36"/>
                      <a:pt x="25" y="39"/>
                    </a:cubicBezTo>
                    <a:cubicBezTo>
                      <a:pt x="44" y="50"/>
                      <a:pt x="63" y="65"/>
                      <a:pt x="84" y="71"/>
                    </a:cubicBezTo>
                    <a:cubicBezTo>
                      <a:pt x="75" y="61"/>
                      <a:pt x="70" y="50"/>
                      <a:pt x="63" y="39"/>
                    </a:cubicBezTo>
                    <a:cubicBezTo>
                      <a:pt x="59" y="31"/>
                      <a:pt x="49" y="26"/>
                      <a:pt x="41" y="22"/>
                    </a:cubicBezTo>
                    <a:cubicBezTo>
                      <a:pt x="30" y="17"/>
                      <a:pt x="10" y="9"/>
                      <a:pt x="5" y="0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1" name="Freeform 598">
                <a:extLst>
                  <a:ext uri="{FF2B5EF4-FFF2-40B4-BE49-F238E27FC236}">
                    <a16:creationId xmlns:a16="http://schemas.microsoft.com/office/drawing/2014/main" id="{30154FA1-5350-4DFE-8170-72AE734B4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707"/>
                <a:ext cx="10" cy="23"/>
              </a:xfrm>
              <a:custGeom>
                <a:avLst/>
                <a:gdLst>
                  <a:gd name="T0" fmla="*/ 0 w 11"/>
                  <a:gd name="T1" fmla="*/ 4 h 22"/>
                  <a:gd name="T2" fmla="*/ 5 w 11"/>
                  <a:gd name="T3" fmla="*/ 25 h 22"/>
                  <a:gd name="T4" fmla="*/ 5 w 11"/>
                  <a:gd name="T5" fmla="*/ 6 h 22"/>
                  <a:gd name="T6" fmla="*/ 0 w 11"/>
                  <a:gd name="T7" fmla="*/ 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0" y="4"/>
                    </a:moveTo>
                    <a:cubicBezTo>
                      <a:pt x="1" y="8"/>
                      <a:pt x="1" y="21"/>
                      <a:pt x="5" y="22"/>
                    </a:cubicBezTo>
                    <a:cubicBezTo>
                      <a:pt x="7" y="18"/>
                      <a:pt x="11" y="11"/>
                      <a:pt x="8" y="6"/>
                    </a:cubicBezTo>
                    <a:cubicBezTo>
                      <a:pt x="6" y="2"/>
                      <a:pt x="0" y="0"/>
                      <a:pt x="0" y="6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2" name="Freeform 599">
                <a:extLst>
                  <a:ext uri="{FF2B5EF4-FFF2-40B4-BE49-F238E27FC236}">
                    <a16:creationId xmlns:a16="http://schemas.microsoft.com/office/drawing/2014/main" id="{34F9CA15-46FB-4C81-A7D5-EB6233280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738"/>
                <a:ext cx="21" cy="20"/>
              </a:xfrm>
              <a:custGeom>
                <a:avLst/>
                <a:gdLst>
                  <a:gd name="T0" fmla="*/ 14 w 22"/>
                  <a:gd name="T1" fmla="*/ 2 h 19"/>
                  <a:gd name="T2" fmla="*/ 0 w 22"/>
                  <a:gd name="T3" fmla="*/ 0 h 19"/>
                  <a:gd name="T4" fmla="*/ 18 w 22"/>
                  <a:gd name="T5" fmla="*/ 22 h 19"/>
                  <a:gd name="T6" fmla="*/ 12 w 22"/>
                  <a:gd name="T7" fmla="*/ 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17" y="2"/>
                    </a:moveTo>
                    <a:cubicBezTo>
                      <a:pt x="11" y="2"/>
                      <a:pt x="5" y="2"/>
                      <a:pt x="0" y="0"/>
                    </a:cubicBezTo>
                    <a:cubicBezTo>
                      <a:pt x="3" y="7"/>
                      <a:pt x="14" y="15"/>
                      <a:pt x="21" y="19"/>
                    </a:cubicBezTo>
                    <a:cubicBezTo>
                      <a:pt x="22" y="13"/>
                      <a:pt x="21" y="6"/>
                      <a:pt x="15" y="3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3" name="Freeform 600">
                <a:extLst>
                  <a:ext uri="{FF2B5EF4-FFF2-40B4-BE49-F238E27FC236}">
                    <a16:creationId xmlns:a16="http://schemas.microsoft.com/office/drawing/2014/main" id="{0D38DFB2-44EA-414F-9AD2-238929771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833"/>
                <a:ext cx="78" cy="95"/>
              </a:xfrm>
              <a:custGeom>
                <a:avLst/>
                <a:gdLst>
                  <a:gd name="T0" fmla="*/ 0 w 80"/>
                  <a:gd name="T1" fmla="*/ 64 h 92"/>
                  <a:gd name="T2" fmla="*/ 71 w 80"/>
                  <a:gd name="T3" fmla="*/ 90 h 92"/>
                  <a:gd name="T4" fmla="*/ 57 w 80"/>
                  <a:gd name="T5" fmla="*/ 48 h 92"/>
                  <a:gd name="T6" fmla="*/ 36 w 80"/>
                  <a:gd name="T7" fmla="*/ 15 h 92"/>
                  <a:gd name="T8" fmla="*/ 24 w 80"/>
                  <a:gd name="T9" fmla="*/ 8 h 92"/>
                  <a:gd name="T10" fmla="*/ 15 w 80"/>
                  <a:gd name="T11" fmla="*/ 2 h 92"/>
                  <a:gd name="T12" fmla="*/ 8 w 80"/>
                  <a:gd name="T13" fmla="*/ 23 h 92"/>
                  <a:gd name="T14" fmla="*/ 0 w 80"/>
                  <a:gd name="T15" fmla="*/ 64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92">
                    <a:moveTo>
                      <a:pt x="0" y="58"/>
                    </a:moveTo>
                    <a:cubicBezTo>
                      <a:pt x="9" y="63"/>
                      <a:pt x="70" y="92"/>
                      <a:pt x="77" y="81"/>
                    </a:cubicBezTo>
                    <a:cubicBezTo>
                      <a:pt x="80" y="76"/>
                      <a:pt x="64" y="48"/>
                      <a:pt x="61" y="44"/>
                    </a:cubicBezTo>
                    <a:cubicBezTo>
                      <a:pt x="54" y="34"/>
                      <a:pt x="47" y="23"/>
                      <a:pt x="39" y="15"/>
                    </a:cubicBezTo>
                    <a:cubicBezTo>
                      <a:pt x="35" y="10"/>
                      <a:pt x="32" y="10"/>
                      <a:pt x="27" y="8"/>
                    </a:cubicBezTo>
                    <a:cubicBezTo>
                      <a:pt x="24" y="6"/>
                      <a:pt x="18" y="3"/>
                      <a:pt x="15" y="2"/>
                    </a:cubicBezTo>
                    <a:cubicBezTo>
                      <a:pt x="4" y="0"/>
                      <a:pt x="8" y="12"/>
                      <a:pt x="8" y="20"/>
                    </a:cubicBezTo>
                    <a:cubicBezTo>
                      <a:pt x="8" y="34"/>
                      <a:pt x="2" y="45"/>
                      <a:pt x="0" y="58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4" name="Freeform 601">
                <a:extLst>
                  <a:ext uri="{FF2B5EF4-FFF2-40B4-BE49-F238E27FC236}">
                    <a16:creationId xmlns:a16="http://schemas.microsoft.com/office/drawing/2014/main" id="{69A58AF5-3479-42CD-A074-B6BFF3BD8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866"/>
                <a:ext cx="197" cy="95"/>
              </a:xfrm>
              <a:custGeom>
                <a:avLst/>
                <a:gdLst>
                  <a:gd name="T0" fmla="*/ 23 w 202"/>
                  <a:gd name="T1" fmla="*/ 66 h 92"/>
                  <a:gd name="T2" fmla="*/ 11 w 202"/>
                  <a:gd name="T3" fmla="*/ 28 h 92"/>
                  <a:gd name="T4" fmla="*/ 1 w 202"/>
                  <a:gd name="T5" fmla="*/ 1 h 92"/>
                  <a:gd name="T6" fmla="*/ 15 w 202"/>
                  <a:gd name="T7" fmla="*/ 8 h 92"/>
                  <a:gd name="T8" fmla="*/ 32 w 202"/>
                  <a:gd name="T9" fmla="*/ 15 h 92"/>
                  <a:gd name="T10" fmla="*/ 79 w 202"/>
                  <a:gd name="T11" fmla="*/ 37 h 92"/>
                  <a:gd name="T12" fmla="*/ 112 w 202"/>
                  <a:gd name="T13" fmla="*/ 52 h 92"/>
                  <a:gd name="T14" fmla="*/ 161 w 202"/>
                  <a:gd name="T15" fmla="*/ 65 h 92"/>
                  <a:gd name="T16" fmla="*/ 186 w 202"/>
                  <a:gd name="T17" fmla="*/ 72 h 92"/>
                  <a:gd name="T18" fmla="*/ 184 w 202"/>
                  <a:gd name="T19" fmla="*/ 89 h 92"/>
                  <a:gd name="T20" fmla="*/ 184 w 202"/>
                  <a:gd name="T21" fmla="*/ 98 h 92"/>
                  <a:gd name="T22" fmla="*/ 167 w 202"/>
                  <a:gd name="T23" fmla="*/ 96 h 92"/>
                  <a:gd name="T24" fmla="*/ 117 w 202"/>
                  <a:gd name="T25" fmla="*/ 87 h 92"/>
                  <a:gd name="T26" fmla="*/ 32 w 202"/>
                  <a:gd name="T27" fmla="*/ 68 h 92"/>
                  <a:gd name="T28" fmla="*/ 23 w 202"/>
                  <a:gd name="T29" fmla="*/ 66 h 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2" h="92">
                    <a:moveTo>
                      <a:pt x="26" y="60"/>
                    </a:moveTo>
                    <a:cubicBezTo>
                      <a:pt x="19" y="50"/>
                      <a:pt x="16" y="36"/>
                      <a:pt x="11" y="25"/>
                    </a:cubicBezTo>
                    <a:cubicBezTo>
                      <a:pt x="8" y="17"/>
                      <a:pt x="0" y="9"/>
                      <a:pt x="1" y="1"/>
                    </a:cubicBezTo>
                    <a:cubicBezTo>
                      <a:pt x="6" y="0"/>
                      <a:pt x="10" y="5"/>
                      <a:pt x="15" y="8"/>
                    </a:cubicBezTo>
                    <a:cubicBezTo>
                      <a:pt x="21" y="11"/>
                      <a:pt x="28" y="13"/>
                      <a:pt x="35" y="15"/>
                    </a:cubicBezTo>
                    <a:cubicBezTo>
                      <a:pt x="53" y="20"/>
                      <a:pt x="69" y="24"/>
                      <a:pt x="85" y="34"/>
                    </a:cubicBezTo>
                    <a:cubicBezTo>
                      <a:pt x="96" y="40"/>
                      <a:pt x="109" y="43"/>
                      <a:pt x="121" y="46"/>
                    </a:cubicBezTo>
                    <a:cubicBezTo>
                      <a:pt x="138" y="51"/>
                      <a:pt x="156" y="57"/>
                      <a:pt x="173" y="59"/>
                    </a:cubicBezTo>
                    <a:cubicBezTo>
                      <a:pt x="180" y="60"/>
                      <a:pt x="199" y="59"/>
                      <a:pt x="201" y="66"/>
                    </a:cubicBezTo>
                    <a:cubicBezTo>
                      <a:pt x="202" y="68"/>
                      <a:pt x="199" y="78"/>
                      <a:pt x="199" y="80"/>
                    </a:cubicBezTo>
                    <a:cubicBezTo>
                      <a:pt x="199" y="84"/>
                      <a:pt x="202" y="87"/>
                      <a:pt x="199" y="89"/>
                    </a:cubicBezTo>
                    <a:cubicBezTo>
                      <a:pt x="196" y="92"/>
                      <a:pt x="183" y="88"/>
                      <a:pt x="179" y="87"/>
                    </a:cubicBezTo>
                    <a:cubicBezTo>
                      <a:pt x="162" y="85"/>
                      <a:pt x="144" y="78"/>
                      <a:pt x="126" y="78"/>
                    </a:cubicBezTo>
                    <a:cubicBezTo>
                      <a:pt x="95" y="77"/>
                      <a:pt x="64" y="72"/>
                      <a:pt x="35" y="62"/>
                    </a:cubicBezTo>
                    <a:cubicBezTo>
                      <a:pt x="30" y="61"/>
                      <a:pt x="30" y="61"/>
                      <a:pt x="26" y="60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5" name="Freeform 602">
                <a:extLst>
                  <a:ext uri="{FF2B5EF4-FFF2-40B4-BE49-F238E27FC236}">
                    <a16:creationId xmlns:a16="http://schemas.microsoft.com/office/drawing/2014/main" id="{AE4C75CA-CCB8-4092-8451-68DEAEAFE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506"/>
                <a:ext cx="20" cy="116"/>
              </a:xfrm>
              <a:custGeom>
                <a:avLst/>
                <a:gdLst>
                  <a:gd name="T0" fmla="*/ 13 w 20"/>
                  <a:gd name="T1" fmla="*/ 102 h 112"/>
                  <a:gd name="T2" fmla="*/ 20 w 20"/>
                  <a:gd name="T3" fmla="*/ 0 h 112"/>
                  <a:gd name="T4" fmla="*/ 3 w 20"/>
                  <a:gd name="T5" fmla="*/ 71 h 112"/>
                  <a:gd name="T6" fmla="*/ 4 w 20"/>
                  <a:gd name="T7" fmla="*/ 124 h 112"/>
                  <a:gd name="T8" fmla="*/ 11 w 20"/>
                  <a:gd name="T9" fmla="*/ 97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2">
                    <a:moveTo>
                      <a:pt x="13" y="92"/>
                    </a:moveTo>
                    <a:cubicBezTo>
                      <a:pt x="20" y="62"/>
                      <a:pt x="20" y="31"/>
                      <a:pt x="20" y="0"/>
                    </a:cubicBezTo>
                    <a:cubicBezTo>
                      <a:pt x="20" y="21"/>
                      <a:pt x="6" y="45"/>
                      <a:pt x="3" y="65"/>
                    </a:cubicBezTo>
                    <a:cubicBezTo>
                      <a:pt x="0" y="80"/>
                      <a:pt x="0" y="99"/>
                      <a:pt x="4" y="112"/>
                    </a:cubicBezTo>
                    <a:cubicBezTo>
                      <a:pt x="7" y="107"/>
                      <a:pt x="10" y="95"/>
                      <a:pt x="11" y="88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6" name="Freeform 603">
                <a:extLst>
                  <a:ext uri="{FF2B5EF4-FFF2-40B4-BE49-F238E27FC236}">
                    <a16:creationId xmlns:a16="http://schemas.microsoft.com/office/drawing/2014/main" id="{C55C2D5C-294C-4F6C-86E6-B8D25DD9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611"/>
                <a:ext cx="25" cy="76"/>
              </a:xfrm>
              <a:custGeom>
                <a:avLst/>
                <a:gdLst>
                  <a:gd name="T0" fmla="*/ 16 w 26"/>
                  <a:gd name="T1" fmla="*/ 0 h 74"/>
                  <a:gd name="T2" fmla="*/ 20 w 26"/>
                  <a:gd name="T3" fmla="*/ 47 h 74"/>
                  <a:gd name="T4" fmla="*/ 9 w 26"/>
                  <a:gd name="T5" fmla="*/ 78 h 74"/>
                  <a:gd name="T6" fmla="*/ 4 w 26"/>
                  <a:gd name="T7" fmla="*/ 47 h 74"/>
                  <a:gd name="T8" fmla="*/ 13 w 26"/>
                  <a:gd name="T9" fmla="*/ 9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74">
                    <a:moveTo>
                      <a:pt x="19" y="0"/>
                    </a:moveTo>
                    <a:cubicBezTo>
                      <a:pt x="18" y="14"/>
                      <a:pt x="26" y="29"/>
                      <a:pt x="23" y="44"/>
                    </a:cubicBezTo>
                    <a:cubicBezTo>
                      <a:pt x="22" y="48"/>
                      <a:pt x="14" y="72"/>
                      <a:pt x="9" y="72"/>
                    </a:cubicBezTo>
                    <a:cubicBezTo>
                      <a:pt x="0" y="74"/>
                      <a:pt x="4" y="50"/>
                      <a:pt x="4" y="44"/>
                    </a:cubicBezTo>
                    <a:cubicBezTo>
                      <a:pt x="4" y="27"/>
                      <a:pt x="8" y="23"/>
                      <a:pt x="15" y="9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7" name="Freeform 604">
                <a:extLst>
                  <a:ext uri="{FF2B5EF4-FFF2-40B4-BE49-F238E27FC236}">
                    <a16:creationId xmlns:a16="http://schemas.microsoft.com/office/drawing/2014/main" id="{B4EC07C6-2305-4B1A-BF10-8C410665D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578"/>
                <a:ext cx="14" cy="26"/>
              </a:xfrm>
              <a:custGeom>
                <a:avLst/>
                <a:gdLst>
                  <a:gd name="T0" fmla="*/ 10 w 15"/>
                  <a:gd name="T1" fmla="*/ 0 h 25"/>
                  <a:gd name="T2" fmla="*/ 7 w 15"/>
                  <a:gd name="T3" fmla="*/ 28 h 25"/>
                  <a:gd name="T4" fmla="*/ 12 w 15"/>
                  <a:gd name="T5" fmla="*/ 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3" y="0"/>
                    </a:moveTo>
                    <a:cubicBezTo>
                      <a:pt x="13" y="8"/>
                      <a:pt x="0" y="19"/>
                      <a:pt x="8" y="25"/>
                    </a:cubicBezTo>
                    <a:cubicBezTo>
                      <a:pt x="13" y="20"/>
                      <a:pt x="15" y="9"/>
                      <a:pt x="15" y="1"/>
                    </a:cubicBezTo>
                  </a:path>
                </a:pathLst>
              </a:custGeom>
              <a:solidFill>
                <a:srgbClr val="BC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" name="Freeform 605">
                <a:extLst>
                  <a:ext uri="{FF2B5EF4-FFF2-40B4-BE49-F238E27FC236}">
                    <a16:creationId xmlns:a16="http://schemas.microsoft.com/office/drawing/2014/main" id="{6B5B42B9-B274-469E-BE51-F960D098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858"/>
                <a:ext cx="949" cy="943"/>
              </a:xfrm>
              <a:custGeom>
                <a:avLst/>
                <a:gdLst>
                  <a:gd name="T0" fmla="*/ 878 w 976"/>
                  <a:gd name="T1" fmla="*/ 381 h 910"/>
                  <a:gd name="T2" fmla="*/ 816 w 976"/>
                  <a:gd name="T3" fmla="*/ 233 h 910"/>
                  <a:gd name="T4" fmla="*/ 682 w 976"/>
                  <a:gd name="T5" fmla="*/ 112 h 910"/>
                  <a:gd name="T6" fmla="*/ 561 w 976"/>
                  <a:gd name="T7" fmla="*/ 13 h 910"/>
                  <a:gd name="T8" fmla="*/ 535 w 976"/>
                  <a:gd name="T9" fmla="*/ 7 h 910"/>
                  <a:gd name="T10" fmla="*/ 461 w 976"/>
                  <a:gd name="T11" fmla="*/ 23 h 910"/>
                  <a:gd name="T12" fmla="*/ 393 w 976"/>
                  <a:gd name="T13" fmla="*/ 21 h 910"/>
                  <a:gd name="T14" fmla="*/ 316 w 976"/>
                  <a:gd name="T15" fmla="*/ 29 h 910"/>
                  <a:gd name="T16" fmla="*/ 253 w 976"/>
                  <a:gd name="T17" fmla="*/ 94 h 910"/>
                  <a:gd name="T18" fmla="*/ 177 w 976"/>
                  <a:gd name="T19" fmla="*/ 141 h 910"/>
                  <a:gd name="T20" fmla="*/ 124 w 976"/>
                  <a:gd name="T21" fmla="*/ 204 h 910"/>
                  <a:gd name="T22" fmla="*/ 101 w 976"/>
                  <a:gd name="T23" fmla="*/ 272 h 910"/>
                  <a:gd name="T24" fmla="*/ 2 w 976"/>
                  <a:gd name="T25" fmla="*/ 444 h 910"/>
                  <a:gd name="T26" fmla="*/ 0 w 976"/>
                  <a:gd name="T27" fmla="*/ 465 h 910"/>
                  <a:gd name="T28" fmla="*/ 30 w 976"/>
                  <a:gd name="T29" fmla="*/ 559 h 910"/>
                  <a:gd name="T30" fmla="*/ 53 w 976"/>
                  <a:gd name="T31" fmla="*/ 688 h 910"/>
                  <a:gd name="T32" fmla="*/ 150 w 976"/>
                  <a:gd name="T33" fmla="*/ 856 h 910"/>
                  <a:gd name="T34" fmla="*/ 233 w 976"/>
                  <a:gd name="T35" fmla="*/ 972 h 910"/>
                  <a:gd name="T36" fmla="*/ 409 w 976"/>
                  <a:gd name="T37" fmla="*/ 978 h 910"/>
                  <a:gd name="T38" fmla="*/ 662 w 976"/>
                  <a:gd name="T39" fmla="*/ 867 h 910"/>
                  <a:gd name="T40" fmla="*/ 809 w 976"/>
                  <a:gd name="T41" fmla="*/ 722 h 910"/>
                  <a:gd name="T42" fmla="*/ 896 w 976"/>
                  <a:gd name="T43" fmla="*/ 547 h 910"/>
                  <a:gd name="T44" fmla="*/ 878 w 976"/>
                  <a:gd name="T45" fmla="*/ 381 h 91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76" h="910">
                    <a:moveTo>
                      <a:pt x="955" y="343"/>
                    </a:moveTo>
                    <a:cubicBezTo>
                      <a:pt x="940" y="290"/>
                      <a:pt x="924" y="250"/>
                      <a:pt x="888" y="209"/>
                    </a:cubicBezTo>
                    <a:cubicBezTo>
                      <a:pt x="849" y="165"/>
                      <a:pt x="784" y="143"/>
                      <a:pt x="742" y="100"/>
                    </a:cubicBezTo>
                    <a:cubicBezTo>
                      <a:pt x="703" y="59"/>
                      <a:pt x="666" y="24"/>
                      <a:pt x="610" y="13"/>
                    </a:cubicBezTo>
                    <a:cubicBezTo>
                      <a:pt x="601" y="11"/>
                      <a:pt x="592" y="9"/>
                      <a:pt x="582" y="7"/>
                    </a:cubicBezTo>
                    <a:cubicBezTo>
                      <a:pt x="562" y="4"/>
                      <a:pt x="514" y="5"/>
                      <a:pt x="501" y="20"/>
                    </a:cubicBezTo>
                    <a:cubicBezTo>
                      <a:pt x="477" y="20"/>
                      <a:pt x="451" y="23"/>
                      <a:pt x="427" y="18"/>
                    </a:cubicBezTo>
                    <a:cubicBezTo>
                      <a:pt x="393" y="12"/>
                      <a:pt x="372" y="0"/>
                      <a:pt x="343" y="26"/>
                    </a:cubicBezTo>
                    <a:cubicBezTo>
                      <a:pt x="319" y="46"/>
                      <a:pt x="302" y="68"/>
                      <a:pt x="275" y="85"/>
                    </a:cubicBezTo>
                    <a:cubicBezTo>
                      <a:pt x="248" y="103"/>
                      <a:pt x="221" y="112"/>
                      <a:pt x="192" y="126"/>
                    </a:cubicBezTo>
                    <a:cubicBezTo>
                      <a:pt x="169" y="137"/>
                      <a:pt x="147" y="160"/>
                      <a:pt x="136" y="183"/>
                    </a:cubicBezTo>
                    <a:cubicBezTo>
                      <a:pt x="125" y="205"/>
                      <a:pt x="129" y="225"/>
                      <a:pt x="110" y="244"/>
                    </a:cubicBezTo>
                    <a:cubicBezTo>
                      <a:pt x="61" y="294"/>
                      <a:pt x="3" y="319"/>
                      <a:pt x="2" y="399"/>
                    </a:cubicBezTo>
                    <a:cubicBezTo>
                      <a:pt x="1" y="405"/>
                      <a:pt x="0" y="411"/>
                      <a:pt x="0" y="418"/>
                    </a:cubicBezTo>
                    <a:cubicBezTo>
                      <a:pt x="0" y="455"/>
                      <a:pt x="14" y="472"/>
                      <a:pt x="33" y="502"/>
                    </a:cubicBezTo>
                    <a:cubicBezTo>
                      <a:pt x="56" y="538"/>
                      <a:pt x="54" y="577"/>
                      <a:pt x="59" y="619"/>
                    </a:cubicBezTo>
                    <a:cubicBezTo>
                      <a:pt x="67" y="689"/>
                      <a:pt x="126" y="715"/>
                      <a:pt x="162" y="769"/>
                    </a:cubicBezTo>
                    <a:cubicBezTo>
                      <a:pt x="189" y="808"/>
                      <a:pt x="214" y="846"/>
                      <a:pt x="254" y="873"/>
                    </a:cubicBezTo>
                    <a:cubicBezTo>
                      <a:pt x="308" y="910"/>
                      <a:pt x="388" y="891"/>
                      <a:pt x="445" y="879"/>
                    </a:cubicBezTo>
                    <a:cubicBezTo>
                      <a:pt x="540" y="858"/>
                      <a:pt x="630" y="815"/>
                      <a:pt x="720" y="780"/>
                    </a:cubicBezTo>
                    <a:cubicBezTo>
                      <a:pt x="789" y="754"/>
                      <a:pt x="837" y="706"/>
                      <a:pt x="880" y="649"/>
                    </a:cubicBezTo>
                    <a:cubicBezTo>
                      <a:pt x="916" y="601"/>
                      <a:pt x="971" y="554"/>
                      <a:pt x="974" y="492"/>
                    </a:cubicBezTo>
                    <a:cubicBezTo>
                      <a:pt x="976" y="439"/>
                      <a:pt x="969" y="393"/>
                      <a:pt x="955" y="34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9" name="Freeform 606">
                <a:extLst>
                  <a:ext uri="{FF2B5EF4-FFF2-40B4-BE49-F238E27FC236}">
                    <a16:creationId xmlns:a16="http://schemas.microsoft.com/office/drawing/2014/main" id="{DFED3B27-FD2C-4A16-A185-E4903369D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821"/>
                <a:ext cx="1131" cy="1140"/>
              </a:xfrm>
              <a:custGeom>
                <a:avLst/>
                <a:gdLst>
                  <a:gd name="T0" fmla="*/ 1064 w 1164"/>
                  <a:gd name="T1" fmla="*/ 590 h 1100"/>
                  <a:gd name="T2" fmla="*/ 1064 w 1164"/>
                  <a:gd name="T3" fmla="*/ 588 h 1100"/>
                  <a:gd name="T4" fmla="*/ 572 w 1164"/>
                  <a:gd name="T5" fmla="*/ 0 h 1100"/>
                  <a:gd name="T6" fmla="*/ 0 w 1164"/>
                  <a:gd name="T7" fmla="*/ 596 h 1100"/>
                  <a:gd name="T8" fmla="*/ 4 w 1164"/>
                  <a:gd name="T9" fmla="*/ 667 h 1100"/>
                  <a:gd name="T10" fmla="*/ 4 w 1164"/>
                  <a:gd name="T11" fmla="*/ 677 h 1100"/>
                  <a:gd name="T12" fmla="*/ 255 w 1164"/>
                  <a:gd name="T13" fmla="*/ 1144 h 1100"/>
                  <a:gd name="T14" fmla="*/ 254 w 1164"/>
                  <a:gd name="T15" fmla="*/ 1150 h 1100"/>
                  <a:gd name="T16" fmla="*/ 325 w 1164"/>
                  <a:gd name="T17" fmla="*/ 1177 h 1100"/>
                  <a:gd name="T18" fmla="*/ 330 w 1164"/>
                  <a:gd name="T19" fmla="*/ 1180 h 1100"/>
                  <a:gd name="T20" fmla="*/ 334 w 1164"/>
                  <a:gd name="T21" fmla="*/ 1189 h 1100"/>
                  <a:gd name="T22" fmla="*/ 343 w 1164"/>
                  <a:gd name="T23" fmla="*/ 1192 h 1100"/>
                  <a:gd name="T24" fmla="*/ 427 w 1164"/>
                  <a:gd name="T25" fmla="*/ 1208 h 1100"/>
                  <a:gd name="T26" fmla="*/ 475 w 1164"/>
                  <a:gd name="T27" fmla="*/ 1220 h 1100"/>
                  <a:gd name="T28" fmla="*/ 494 w 1164"/>
                  <a:gd name="T29" fmla="*/ 1222 h 1100"/>
                  <a:gd name="T30" fmla="*/ 494 w 1164"/>
                  <a:gd name="T31" fmla="*/ 1214 h 1100"/>
                  <a:gd name="T32" fmla="*/ 532 w 1164"/>
                  <a:gd name="T33" fmla="*/ 1216 h 1100"/>
                  <a:gd name="T34" fmla="*/ 1010 w 1164"/>
                  <a:gd name="T35" fmla="*/ 927 h 1100"/>
                  <a:gd name="T36" fmla="*/ 1013 w 1164"/>
                  <a:gd name="T37" fmla="*/ 929 h 1100"/>
                  <a:gd name="T38" fmla="*/ 1025 w 1164"/>
                  <a:gd name="T39" fmla="*/ 896 h 1100"/>
                  <a:gd name="T40" fmla="*/ 1026 w 1164"/>
                  <a:gd name="T41" fmla="*/ 889 h 1100"/>
                  <a:gd name="T42" fmla="*/ 1037 w 1164"/>
                  <a:gd name="T43" fmla="*/ 861 h 1100"/>
                  <a:gd name="T44" fmla="*/ 1037 w 1164"/>
                  <a:gd name="T45" fmla="*/ 861 h 1100"/>
                  <a:gd name="T46" fmla="*/ 1041 w 1164"/>
                  <a:gd name="T47" fmla="*/ 850 h 1100"/>
                  <a:gd name="T48" fmla="*/ 1045 w 1164"/>
                  <a:gd name="T49" fmla="*/ 836 h 1100"/>
                  <a:gd name="T50" fmla="*/ 1045 w 1164"/>
                  <a:gd name="T51" fmla="*/ 837 h 1100"/>
                  <a:gd name="T52" fmla="*/ 1048 w 1164"/>
                  <a:gd name="T53" fmla="*/ 826 h 1100"/>
                  <a:gd name="T54" fmla="*/ 1068 w 1164"/>
                  <a:gd name="T55" fmla="*/ 668 h 1100"/>
                  <a:gd name="T56" fmla="*/ 1064 w 1164"/>
                  <a:gd name="T57" fmla="*/ 590 h 110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64" h="1100">
                    <a:moveTo>
                      <a:pt x="1160" y="530"/>
                    </a:moveTo>
                    <a:cubicBezTo>
                      <a:pt x="1160" y="530"/>
                      <a:pt x="1160" y="529"/>
                      <a:pt x="1160" y="528"/>
                    </a:cubicBezTo>
                    <a:cubicBezTo>
                      <a:pt x="1160" y="249"/>
                      <a:pt x="967" y="0"/>
                      <a:pt x="624" y="0"/>
                    </a:cubicBezTo>
                    <a:cubicBezTo>
                      <a:pt x="280" y="0"/>
                      <a:pt x="0" y="257"/>
                      <a:pt x="0" y="536"/>
                    </a:cubicBezTo>
                    <a:cubicBezTo>
                      <a:pt x="0" y="557"/>
                      <a:pt x="1" y="578"/>
                      <a:pt x="4" y="599"/>
                    </a:cubicBezTo>
                    <a:cubicBezTo>
                      <a:pt x="4" y="602"/>
                      <a:pt x="4" y="605"/>
                      <a:pt x="4" y="608"/>
                    </a:cubicBezTo>
                    <a:cubicBezTo>
                      <a:pt x="4" y="793"/>
                      <a:pt x="107" y="946"/>
                      <a:pt x="278" y="1028"/>
                    </a:cubicBezTo>
                    <a:cubicBezTo>
                      <a:pt x="278" y="1030"/>
                      <a:pt x="277" y="1031"/>
                      <a:pt x="277" y="1033"/>
                    </a:cubicBezTo>
                    <a:cubicBezTo>
                      <a:pt x="292" y="1041"/>
                      <a:pt x="346" y="1067"/>
                      <a:pt x="354" y="1058"/>
                    </a:cubicBezTo>
                    <a:cubicBezTo>
                      <a:pt x="356" y="1059"/>
                      <a:pt x="358" y="1059"/>
                      <a:pt x="360" y="1060"/>
                    </a:cubicBezTo>
                    <a:cubicBezTo>
                      <a:pt x="361" y="1063"/>
                      <a:pt x="363" y="1066"/>
                      <a:pt x="364" y="1068"/>
                    </a:cubicBezTo>
                    <a:cubicBezTo>
                      <a:pt x="367" y="1069"/>
                      <a:pt x="370" y="1070"/>
                      <a:pt x="374" y="1071"/>
                    </a:cubicBezTo>
                    <a:cubicBezTo>
                      <a:pt x="403" y="1080"/>
                      <a:pt x="434" y="1085"/>
                      <a:pt x="465" y="1086"/>
                    </a:cubicBezTo>
                    <a:cubicBezTo>
                      <a:pt x="483" y="1087"/>
                      <a:pt x="500" y="1093"/>
                      <a:pt x="518" y="1096"/>
                    </a:cubicBezTo>
                    <a:cubicBezTo>
                      <a:pt x="522" y="1096"/>
                      <a:pt x="534" y="1100"/>
                      <a:pt x="538" y="1098"/>
                    </a:cubicBezTo>
                    <a:cubicBezTo>
                      <a:pt x="540" y="1096"/>
                      <a:pt x="539" y="1093"/>
                      <a:pt x="538" y="1090"/>
                    </a:cubicBezTo>
                    <a:cubicBezTo>
                      <a:pt x="552" y="1091"/>
                      <a:pt x="566" y="1092"/>
                      <a:pt x="580" y="1092"/>
                    </a:cubicBezTo>
                    <a:cubicBezTo>
                      <a:pt x="818" y="1092"/>
                      <a:pt x="1007" y="989"/>
                      <a:pt x="1100" y="833"/>
                    </a:cubicBezTo>
                    <a:cubicBezTo>
                      <a:pt x="1101" y="834"/>
                      <a:pt x="1102" y="835"/>
                      <a:pt x="1104" y="835"/>
                    </a:cubicBezTo>
                    <a:cubicBezTo>
                      <a:pt x="1109" y="834"/>
                      <a:pt x="1117" y="811"/>
                      <a:pt x="1118" y="806"/>
                    </a:cubicBezTo>
                    <a:cubicBezTo>
                      <a:pt x="1118" y="804"/>
                      <a:pt x="1119" y="801"/>
                      <a:pt x="1119" y="799"/>
                    </a:cubicBezTo>
                    <a:cubicBezTo>
                      <a:pt x="1123" y="791"/>
                      <a:pt x="1126" y="782"/>
                      <a:pt x="1130" y="774"/>
                    </a:cubicBezTo>
                    <a:cubicBezTo>
                      <a:pt x="1130" y="774"/>
                      <a:pt x="1130" y="774"/>
                      <a:pt x="1130" y="774"/>
                    </a:cubicBezTo>
                    <a:cubicBezTo>
                      <a:pt x="1131" y="772"/>
                      <a:pt x="1133" y="768"/>
                      <a:pt x="1134" y="763"/>
                    </a:cubicBezTo>
                    <a:cubicBezTo>
                      <a:pt x="1135" y="759"/>
                      <a:pt x="1137" y="756"/>
                      <a:pt x="1138" y="752"/>
                    </a:cubicBezTo>
                    <a:cubicBezTo>
                      <a:pt x="1139" y="753"/>
                      <a:pt x="1139" y="753"/>
                      <a:pt x="1139" y="753"/>
                    </a:cubicBezTo>
                    <a:cubicBezTo>
                      <a:pt x="1140" y="750"/>
                      <a:pt x="1141" y="746"/>
                      <a:pt x="1142" y="742"/>
                    </a:cubicBezTo>
                    <a:cubicBezTo>
                      <a:pt x="1156" y="697"/>
                      <a:pt x="1164" y="649"/>
                      <a:pt x="1164" y="600"/>
                    </a:cubicBezTo>
                    <a:cubicBezTo>
                      <a:pt x="1164" y="576"/>
                      <a:pt x="1163" y="553"/>
                      <a:pt x="1160" y="53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" name="Freeform 607">
                <a:extLst>
                  <a:ext uri="{FF2B5EF4-FFF2-40B4-BE49-F238E27FC236}">
                    <a16:creationId xmlns:a16="http://schemas.microsoft.com/office/drawing/2014/main" id="{DCED9346-47B6-43FC-A504-E7E306692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613"/>
                <a:ext cx="5" cy="36"/>
              </a:xfrm>
              <a:custGeom>
                <a:avLst/>
                <a:gdLst>
                  <a:gd name="T0" fmla="*/ 5 w 5"/>
                  <a:gd name="T1" fmla="*/ 38 h 35"/>
                  <a:gd name="T2" fmla="*/ 5 w 5"/>
                  <a:gd name="T3" fmla="*/ 30 h 35"/>
                  <a:gd name="T4" fmla="*/ 3 w 5"/>
                  <a:gd name="T5" fmla="*/ 17 h 35"/>
                  <a:gd name="T6" fmla="*/ 0 w 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cubicBezTo>
                      <a:pt x="4" y="33"/>
                      <a:pt x="5" y="29"/>
                      <a:pt x="5" y="27"/>
                    </a:cubicBezTo>
                    <a:cubicBezTo>
                      <a:pt x="4" y="23"/>
                      <a:pt x="4" y="20"/>
                      <a:pt x="3" y="17"/>
                    </a:cubicBezTo>
                    <a:cubicBezTo>
                      <a:pt x="2" y="11"/>
                      <a:pt x="2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" name="Freeform 608">
                <a:extLst>
                  <a:ext uri="{FF2B5EF4-FFF2-40B4-BE49-F238E27FC236}">
                    <a16:creationId xmlns:a16="http://schemas.microsoft.com/office/drawing/2014/main" id="{B760EA01-A4A2-4D81-A020-3D586893F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658"/>
                <a:ext cx="3" cy="27"/>
              </a:xfrm>
              <a:custGeom>
                <a:avLst/>
                <a:gdLst>
                  <a:gd name="T0" fmla="*/ 2 w 3"/>
                  <a:gd name="T1" fmla="*/ 29 h 26"/>
                  <a:gd name="T2" fmla="*/ 1 w 3"/>
                  <a:gd name="T3" fmla="*/ 24 h 26"/>
                  <a:gd name="T4" fmla="*/ 0 w 3"/>
                  <a:gd name="T5" fmla="*/ 17 h 26"/>
                  <a:gd name="T6" fmla="*/ 1 w 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2" y="26"/>
                    </a:moveTo>
                    <a:cubicBezTo>
                      <a:pt x="3" y="25"/>
                      <a:pt x="2" y="23"/>
                      <a:pt x="1" y="21"/>
                    </a:cubicBezTo>
                    <a:cubicBezTo>
                      <a:pt x="1" y="19"/>
                      <a:pt x="1" y="17"/>
                      <a:pt x="0" y="14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2" name="Freeform 609">
                <a:extLst>
                  <a:ext uri="{FF2B5EF4-FFF2-40B4-BE49-F238E27FC236}">
                    <a16:creationId xmlns:a16="http://schemas.microsoft.com/office/drawing/2014/main" id="{6C1DB543-0092-49E5-A353-20192BA07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643"/>
                <a:ext cx="2" cy="9"/>
              </a:xfrm>
              <a:custGeom>
                <a:avLst/>
                <a:gdLst>
                  <a:gd name="T0" fmla="*/ 0 w 2"/>
                  <a:gd name="T1" fmla="*/ 9 h 9"/>
                  <a:gd name="T2" fmla="*/ 2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0" y="6"/>
                      <a:pt x="1" y="3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3" name="Freeform 610">
                <a:extLst>
                  <a:ext uri="{FF2B5EF4-FFF2-40B4-BE49-F238E27FC236}">
                    <a16:creationId xmlns:a16="http://schemas.microsoft.com/office/drawing/2014/main" id="{AF2F2473-3A38-4EDC-AE75-9EA41C784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572"/>
                <a:ext cx="3" cy="48"/>
              </a:xfrm>
              <a:custGeom>
                <a:avLst/>
                <a:gdLst>
                  <a:gd name="T0" fmla="*/ 3 w 3"/>
                  <a:gd name="T1" fmla="*/ 52 h 46"/>
                  <a:gd name="T2" fmla="*/ 1 w 3"/>
                  <a:gd name="T3" fmla="*/ 39 h 46"/>
                  <a:gd name="T4" fmla="*/ 1 w 3"/>
                  <a:gd name="T5" fmla="*/ 23 h 46"/>
                  <a:gd name="T6" fmla="*/ 2 w 3"/>
                  <a:gd name="T7" fmla="*/ 10 h 46"/>
                  <a:gd name="T8" fmla="*/ 3 w 3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6">
                    <a:moveTo>
                      <a:pt x="3" y="46"/>
                    </a:moveTo>
                    <a:cubicBezTo>
                      <a:pt x="2" y="43"/>
                      <a:pt x="1" y="38"/>
                      <a:pt x="1" y="34"/>
                    </a:cubicBezTo>
                    <a:cubicBezTo>
                      <a:pt x="1" y="30"/>
                      <a:pt x="0" y="25"/>
                      <a:pt x="1" y="20"/>
                    </a:cubicBezTo>
                    <a:cubicBezTo>
                      <a:pt x="1" y="17"/>
                      <a:pt x="1" y="14"/>
                      <a:pt x="2" y="10"/>
                    </a:cubicBezTo>
                    <a:cubicBezTo>
                      <a:pt x="2" y="7"/>
                      <a:pt x="3" y="4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4" name="Freeform 611">
                <a:extLst>
                  <a:ext uri="{FF2B5EF4-FFF2-40B4-BE49-F238E27FC236}">
                    <a16:creationId xmlns:a16="http://schemas.microsoft.com/office/drawing/2014/main" id="{0BFA4712-6214-4728-94A0-C4129E411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541"/>
                <a:ext cx="2" cy="38"/>
              </a:xfrm>
              <a:custGeom>
                <a:avLst/>
                <a:gdLst>
                  <a:gd name="T0" fmla="*/ 0 w 2"/>
                  <a:gd name="T1" fmla="*/ 42 h 36"/>
                  <a:gd name="T2" fmla="*/ 2 w 2"/>
                  <a:gd name="T3" fmla="*/ 17 h 36"/>
                  <a:gd name="T4" fmla="*/ 2 w 2"/>
                  <a:gd name="T5" fmla="*/ 4 h 36"/>
                  <a:gd name="T6" fmla="*/ 1 w 2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6">
                    <a:moveTo>
                      <a:pt x="0" y="36"/>
                    </a:moveTo>
                    <a:cubicBezTo>
                      <a:pt x="2" y="29"/>
                      <a:pt x="2" y="21"/>
                      <a:pt x="2" y="14"/>
                    </a:cubicBezTo>
                    <a:cubicBezTo>
                      <a:pt x="2" y="10"/>
                      <a:pt x="2" y="7"/>
                      <a:pt x="2" y="4"/>
                    </a:cubicBez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5" name="Freeform 612">
                <a:extLst>
                  <a:ext uri="{FF2B5EF4-FFF2-40B4-BE49-F238E27FC236}">
                    <a16:creationId xmlns:a16="http://schemas.microsoft.com/office/drawing/2014/main" id="{D4EC3573-A7A5-40AC-A9BE-7DAEDD58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852"/>
                <a:ext cx="33" cy="66"/>
              </a:xfrm>
              <a:custGeom>
                <a:avLst/>
                <a:gdLst>
                  <a:gd name="T0" fmla="*/ 31 w 34"/>
                  <a:gd name="T1" fmla="*/ 72 h 63"/>
                  <a:gd name="T2" fmla="*/ 25 w 34"/>
                  <a:gd name="T3" fmla="*/ 51 h 63"/>
                  <a:gd name="T4" fmla="*/ 17 w 34"/>
                  <a:gd name="T5" fmla="*/ 31 h 63"/>
                  <a:gd name="T6" fmla="*/ 0 w 34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3">
                    <a:moveTo>
                      <a:pt x="34" y="63"/>
                    </a:moveTo>
                    <a:cubicBezTo>
                      <a:pt x="30" y="58"/>
                      <a:pt x="30" y="50"/>
                      <a:pt x="28" y="45"/>
                    </a:cubicBezTo>
                    <a:cubicBezTo>
                      <a:pt x="26" y="39"/>
                      <a:pt x="23" y="33"/>
                      <a:pt x="20" y="28"/>
                    </a:cubicBezTo>
                    <a:cubicBezTo>
                      <a:pt x="13" y="18"/>
                      <a:pt x="6" y="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6" name="Freeform 613">
                <a:extLst>
                  <a:ext uri="{FF2B5EF4-FFF2-40B4-BE49-F238E27FC236}">
                    <a16:creationId xmlns:a16="http://schemas.microsoft.com/office/drawing/2014/main" id="{3CF3ACD0-B39F-40F0-9053-00E9AF01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43"/>
                <a:ext cx="8" cy="45"/>
              </a:xfrm>
              <a:custGeom>
                <a:avLst/>
                <a:gdLst>
                  <a:gd name="T0" fmla="*/ 0 w 8"/>
                  <a:gd name="T1" fmla="*/ 47 h 44"/>
                  <a:gd name="T2" fmla="*/ 6 w 8"/>
                  <a:gd name="T3" fmla="*/ 25 h 44"/>
                  <a:gd name="T4" fmla="*/ 7 w 8"/>
                  <a:gd name="T5" fmla="*/ 10 h 44"/>
                  <a:gd name="T6" fmla="*/ 6 w 8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4">
                    <a:moveTo>
                      <a:pt x="0" y="44"/>
                    </a:moveTo>
                    <a:cubicBezTo>
                      <a:pt x="2" y="37"/>
                      <a:pt x="5" y="28"/>
                      <a:pt x="6" y="22"/>
                    </a:cubicBezTo>
                    <a:cubicBezTo>
                      <a:pt x="7" y="18"/>
                      <a:pt x="8" y="14"/>
                      <a:pt x="7" y="10"/>
                    </a:cubicBezTo>
                    <a:cubicBezTo>
                      <a:pt x="7" y="7"/>
                      <a:pt x="5" y="3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7" name="Freeform 614">
                <a:extLst>
                  <a:ext uri="{FF2B5EF4-FFF2-40B4-BE49-F238E27FC236}">
                    <a16:creationId xmlns:a16="http://schemas.microsoft.com/office/drawing/2014/main" id="{2F592BD3-3F99-4B45-BB3B-116C72A34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833"/>
                <a:ext cx="13" cy="5"/>
              </a:xfrm>
              <a:custGeom>
                <a:avLst/>
                <a:gdLst>
                  <a:gd name="T0" fmla="*/ 0 w 14"/>
                  <a:gd name="T1" fmla="*/ 5 h 5"/>
                  <a:gd name="T2" fmla="*/ 11 w 14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5"/>
                    </a:moveTo>
                    <a:cubicBezTo>
                      <a:pt x="2" y="0"/>
                      <a:pt x="11" y="2"/>
                      <a:pt x="14" y="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8" name="Freeform 615">
                <a:extLst>
                  <a:ext uri="{FF2B5EF4-FFF2-40B4-BE49-F238E27FC236}">
                    <a16:creationId xmlns:a16="http://schemas.microsoft.com/office/drawing/2014/main" id="{FC52200C-6632-4310-8DAA-4F1BE3C2F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875"/>
                <a:ext cx="20" cy="47"/>
              </a:xfrm>
              <a:custGeom>
                <a:avLst/>
                <a:gdLst>
                  <a:gd name="T0" fmla="*/ 20 w 20"/>
                  <a:gd name="T1" fmla="*/ 51 h 45"/>
                  <a:gd name="T2" fmla="*/ 10 w 20"/>
                  <a:gd name="T3" fmla="*/ 26 h 45"/>
                  <a:gd name="T4" fmla="*/ 7 w 20"/>
                  <a:gd name="T5" fmla="*/ 11 h 45"/>
                  <a:gd name="T6" fmla="*/ 0 w 20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5">
                    <a:moveTo>
                      <a:pt x="20" y="45"/>
                    </a:moveTo>
                    <a:cubicBezTo>
                      <a:pt x="17" y="38"/>
                      <a:pt x="12" y="30"/>
                      <a:pt x="10" y="23"/>
                    </a:cubicBezTo>
                    <a:cubicBezTo>
                      <a:pt x="9" y="19"/>
                      <a:pt x="9" y="14"/>
                      <a:pt x="7" y="11"/>
                    </a:cubicBezTo>
                    <a:cubicBezTo>
                      <a:pt x="5" y="7"/>
                      <a:pt x="0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9" name="Freeform 616">
                <a:extLst>
                  <a:ext uri="{FF2B5EF4-FFF2-40B4-BE49-F238E27FC236}">
                    <a16:creationId xmlns:a16="http://schemas.microsoft.com/office/drawing/2014/main" id="{CD3D5766-0F30-46B9-8DD5-8CC771B8B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927"/>
                <a:ext cx="23" cy="24"/>
              </a:xfrm>
              <a:custGeom>
                <a:avLst/>
                <a:gdLst>
                  <a:gd name="T0" fmla="*/ 18 w 23"/>
                  <a:gd name="T1" fmla="*/ 26 h 23"/>
                  <a:gd name="T2" fmla="*/ 20 w 23"/>
                  <a:gd name="T3" fmla="*/ 5 h 23"/>
                  <a:gd name="T4" fmla="*/ 19 w 23"/>
                  <a:gd name="T5" fmla="*/ 4 h 23"/>
                  <a:gd name="T6" fmla="*/ 0 w 2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18" y="23"/>
                    </a:moveTo>
                    <a:cubicBezTo>
                      <a:pt x="16" y="18"/>
                      <a:pt x="23" y="11"/>
                      <a:pt x="20" y="5"/>
                    </a:cubicBezTo>
                    <a:cubicBezTo>
                      <a:pt x="20" y="4"/>
                      <a:pt x="20" y="4"/>
                      <a:pt x="19" y="4"/>
                    </a:cubicBezTo>
                    <a:cubicBezTo>
                      <a:pt x="14" y="2"/>
                      <a:pt x="7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0" name="Freeform 617">
                <a:extLst>
                  <a:ext uri="{FF2B5EF4-FFF2-40B4-BE49-F238E27FC236}">
                    <a16:creationId xmlns:a16="http://schemas.microsoft.com/office/drawing/2014/main" id="{F2D306C1-C8B0-4642-8624-AF4E8F6AC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866"/>
                <a:ext cx="22" cy="10"/>
              </a:xfrm>
              <a:custGeom>
                <a:avLst/>
                <a:gdLst>
                  <a:gd name="T0" fmla="*/ 0 w 22"/>
                  <a:gd name="T1" fmla="*/ 0 h 10"/>
                  <a:gd name="T2" fmla="*/ 11 w 22"/>
                  <a:gd name="T3" fmla="*/ 6 h 10"/>
                  <a:gd name="T4" fmla="*/ 22 w 22"/>
                  <a:gd name="T5" fmla="*/ 1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6" y="0"/>
                      <a:pt x="7" y="3"/>
                      <a:pt x="11" y="6"/>
                    </a:cubicBezTo>
                    <a:cubicBezTo>
                      <a:pt x="14" y="8"/>
                      <a:pt x="19" y="9"/>
                      <a:pt x="22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1" name="Freeform 618">
                <a:extLst>
                  <a:ext uri="{FF2B5EF4-FFF2-40B4-BE49-F238E27FC236}">
                    <a16:creationId xmlns:a16="http://schemas.microsoft.com/office/drawing/2014/main" id="{3CD6E879-BFA5-41AC-A6CB-22D185BE7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923"/>
                <a:ext cx="11" cy="4"/>
              </a:xfrm>
              <a:custGeom>
                <a:avLst/>
                <a:gdLst>
                  <a:gd name="T0" fmla="*/ 11 w 11"/>
                  <a:gd name="T1" fmla="*/ 4 h 4"/>
                  <a:gd name="T2" fmla="*/ 0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2" name="Freeform 619">
                <a:extLst>
                  <a:ext uri="{FF2B5EF4-FFF2-40B4-BE49-F238E27FC236}">
                    <a16:creationId xmlns:a16="http://schemas.microsoft.com/office/drawing/2014/main" id="{1A0698B3-FF11-4202-973B-C802CAEE9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756"/>
                <a:ext cx="28" cy="61"/>
              </a:xfrm>
              <a:custGeom>
                <a:avLst/>
                <a:gdLst>
                  <a:gd name="T0" fmla="*/ 26 w 29"/>
                  <a:gd name="T1" fmla="*/ 65 h 59"/>
                  <a:gd name="T2" fmla="*/ 11 w 29"/>
                  <a:gd name="T3" fmla="*/ 35 h 59"/>
                  <a:gd name="T4" fmla="*/ 2 w 29"/>
                  <a:gd name="T5" fmla="*/ 22 h 59"/>
                  <a:gd name="T6" fmla="*/ 1 w 2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9">
                    <a:moveTo>
                      <a:pt x="29" y="59"/>
                    </a:moveTo>
                    <a:cubicBezTo>
                      <a:pt x="29" y="50"/>
                      <a:pt x="16" y="38"/>
                      <a:pt x="11" y="32"/>
                    </a:cubicBezTo>
                    <a:cubicBezTo>
                      <a:pt x="8" y="28"/>
                      <a:pt x="4" y="24"/>
                      <a:pt x="2" y="19"/>
                    </a:cubicBezTo>
                    <a:cubicBezTo>
                      <a:pt x="0" y="14"/>
                      <a:pt x="0" y="5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3" name="Freeform 620">
                <a:extLst>
                  <a:ext uri="{FF2B5EF4-FFF2-40B4-BE49-F238E27FC236}">
                    <a16:creationId xmlns:a16="http://schemas.microsoft.com/office/drawing/2014/main" id="{86DD1758-FAC9-4D32-AB75-57D00CC62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72"/>
                <a:ext cx="5" cy="54"/>
              </a:xfrm>
              <a:custGeom>
                <a:avLst/>
                <a:gdLst>
                  <a:gd name="T0" fmla="*/ 5 w 5"/>
                  <a:gd name="T1" fmla="*/ 58 h 52"/>
                  <a:gd name="T2" fmla="*/ 4 w 5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2">
                    <a:moveTo>
                      <a:pt x="5" y="52"/>
                    </a:moveTo>
                    <a:cubicBezTo>
                      <a:pt x="0" y="35"/>
                      <a:pt x="4" y="17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4" name="Freeform 621">
                <a:extLst>
                  <a:ext uri="{FF2B5EF4-FFF2-40B4-BE49-F238E27FC236}">
                    <a16:creationId xmlns:a16="http://schemas.microsoft.com/office/drawing/2014/main" id="{F691C7DD-6CD2-4945-A17F-918725D18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782"/>
                <a:ext cx="33" cy="37"/>
              </a:xfrm>
              <a:custGeom>
                <a:avLst/>
                <a:gdLst>
                  <a:gd name="T0" fmla="*/ 0 w 34"/>
                  <a:gd name="T1" fmla="*/ 0 h 36"/>
                  <a:gd name="T2" fmla="*/ 10 w 34"/>
                  <a:gd name="T3" fmla="*/ 25 h 36"/>
                  <a:gd name="T4" fmla="*/ 31 w 34"/>
                  <a:gd name="T5" fmla="*/ 3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0" y="0"/>
                    </a:moveTo>
                    <a:cubicBezTo>
                      <a:pt x="0" y="10"/>
                      <a:pt x="0" y="17"/>
                      <a:pt x="10" y="22"/>
                    </a:cubicBezTo>
                    <a:cubicBezTo>
                      <a:pt x="17" y="25"/>
                      <a:pt x="30" y="29"/>
                      <a:pt x="34" y="3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5" name="Freeform 622">
                <a:extLst>
                  <a:ext uri="{FF2B5EF4-FFF2-40B4-BE49-F238E27FC236}">
                    <a16:creationId xmlns:a16="http://schemas.microsoft.com/office/drawing/2014/main" id="{C2CEDC6D-1A42-4620-902A-04E8D231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648"/>
                <a:ext cx="40" cy="55"/>
              </a:xfrm>
              <a:custGeom>
                <a:avLst/>
                <a:gdLst>
                  <a:gd name="T0" fmla="*/ 0 w 41"/>
                  <a:gd name="T1" fmla="*/ 4 h 53"/>
                  <a:gd name="T2" fmla="*/ 20 w 41"/>
                  <a:gd name="T3" fmla="*/ 26 h 53"/>
                  <a:gd name="T4" fmla="*/ 38 w 41"/>
                  <a:gd name="T5" fmla="*/ 5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3">
                    <a:moveTo>
                      <a:pt x="0" y="4"/>
                    </a:moveTo>
                    <a:cubicBezTo>
                      <a:pt x="8" y="0"/>
                      <a:pt x="19" y="17"/>
                      <a:pt x="22" y="23"/>
                    </a:cubicBezTo>
                    <a:cubicBezTo>
                      <a:pt x="28" y="33"/>
                      <a:pt x="35" y="43"/>
                      <a:pt x="41" y="5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6" name="Freeform 623">
                <a:extLst>
                  <a:ext uri="{FF2B5EF4-FFF2-40B4-BE49-F238E27FC236}">
                    <a16:creationId xmlns:a16="http://schemas.microsoft.com/office/drawing/2014/main" id="{C9DDF2CD-ABBD-44C4-A05D-D8073FB64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709"/>
                <a:ext cx="4" cy="15"/>
              </a:xfrm>
              <a:custGeom>
                <a:avLst/>
                <a:gdLst>
                  <a:gd name="T0" fmla="*/ 4 w 4"/>
                  <a:gd name="T1" fmla="*/ 0 h 14"/>
                  <a:gd name="T2" fmla="*/ 2 w 4"/>
                  <a:gd name="T3" fmla="*/ 0 h 14"/>
                  <a:gd name="T4" fmla="*/ 4 w 4"/>
                  <a:gd name="T5" fmla="*/ 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5"/>
                      <a:pt x="2" y="9"/>
                      <a:pt x="4" y="1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7" name="Freeform 624">
                <a:extLst>
                  <a:ext uri="{FF2B5EF4-FFF2-40B4-BE49-F238E27FC236}">
                    <a16:creationId xmlns:a16="http://schemas.microsoft.com/office/drawing/2014/main" id="{A35C21A6-4048-40D9-9803-03B026BE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741"/>
                <a:ext cx="9" cy="20"/>
              </a:xfrm>
              <a:custGeom>
                <a:avLst/>
                <a:gdLst>
                  <a:gd name="T0" fmla="*/ 0 w 10"/>
                  <a:gd name="T1" fmla="*/ 0 h 19"/>
                  <a:gd name="T2" fmla="*/ 7 w 10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10" y="0"/>
                      <a:pt x="10" y="12"/>
                      <a:pt x="10" y="19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8" name="Freeform 625">
                <a:extLst>
                  <a:ext uri="{FF2B5EF4-FFF2-40B4-BE49-F238E27FC236}">
                    <a16:creationId xmlns:a16="http://schemas.microsoft.com/office/drawing/2014/main" id="{1D701906-5855-447F-AACD-0E4B25754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374"/>
                <a:ext cx="131" cy="336"/>
              </a:xfrm>
              <a:custGeom>
                <a:avLst/>
                <a:gdLst>
                  <a:gd name="T0" fmla="*/ 123 w 135"/>
                  <a:gd name="T1" fmla="*/ 361 h 324"/>
                  <a:gd name="T2" fmla="*/ 0 w 135"/>
                  <a:gd name="T3" fmla="*/ 0 h 3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5" h="324">
                    <a:moveTo>
                      <a:pt x="135" y="324"/>
                    </a:moveTo>
                    <a:cubicBezTo>
                      <a:pt x="49" y="240"/>
                      <a:pt x="0" y="127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9" name="Freeform 626">
                <a:extLst>
                  <a:ext uri="{FF2B5EF4-FFF2-40B4-BE49-F238E27FC236}">
                    <a16:creationId xmlns:a16="http://schemas.microsoft.com/office/drawing/2014/main" id="{19BEC220-3C5D-4B64-A7B9-AD91B03AD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722"/>
                <a:ext cx="13" cy="12"/>
              </a:xfrm>
              <a:custGeom>
                <a:avLst/>
                <a:gdLst>
                  <a:gd name="T0" fmla="*/ 11 w 14"/>
                  <a:gd name="T1" fmla="*/ 12 h 12"/>
                  <a:gd name="T2" fmla="*/ 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cubicBezTo>
                      <a:pt x="9" y="8"/>
                      <a:pt x="4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Freeform 627">
                <a:extLst>
                  <a:ext uri="{FF2B5EF4-FFF2-40B4-BE49-F238E27FC236}">
                    <a16:creationId xmlns:a16="http://schemas.microsoft.com/office/drawing/2014/main" id="{6BDD1239-DDC4-4AF7-ACAA-1B14A5D2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743"/>
                <a:ext cx="7" cy="7"/>
              </a:xfrm>
              <a:custGeom>
                <a:avLst/>
                <a:gdLst>
                  <a:gd name="T0" fmla="*/ 7 w 7"/>
                  <a:gd name="T1" fmla="*/ 9 h 6"/>
                  <a:gd name="T2" fmla="*/ 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1" name="Freeform 628">
                <a:extLst>
                  <a:ext uri="{FF2B5EF4-FFF2-40B4-BE49-F238E27FC236}">
                    <a16:creationId xmlns:a16="http://schemas.microsoft.com/office/drawing/2014/main" id="{A8DA6DDE-7B73-4EB9-AAD0-72AB479AF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709"/>
                <a:ext cx="808" cy="167"/>
              </a:xfrm>
              <a:custGeom>
                <a:avLst/>
                <a:gdLst>
                  <a:gd name="T0" fmla="*/ 762 w 832"/>
                  <a:gd name="T1" fmla="*/ 0 h 161"/>
                  <a:gd name="T2" fmla="*/ 357 w 832"/>
                  <a:gd name="T3" fmla="*/ 179 h 161"/>
                  <a:gd name="T4" fmla="*/ 0 w 832"/>
                  <a:gd name="T5" fmla="*/ 50 h 1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2" h="161">
                    <a:moveTo>
                      <a:pt x="832" y="0"/>
                    </a:moveTo>
                    <a:cubicBezTo>
                      <a:pt x="728" y="100"/>
                      <a:pt x="574" y="161"/>
                      <a:pt x="390" y="161"/>
                    </a:cubicBezTo>
                    <a:cubicBezTo>
                      <a:pt x="233" y="161"/>
                      <a:pt x="99" y="118"/>
                      <a:pt x="0" y="4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2" name="Freeform 629">
                <a:extLst>
                  <a:ext uri="{FF2B5EF4-FFF2-40B4-BE49-F238E27FC236}">
                    <a16:creationId xmlns:a16="http://schemas.microsoft.com/office/drawing/2014/main" id="{495E2DA3-6453-42F2-868A-C488723D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684"/>
                <a:ext cx="14" cy="17"/>
              </a:xfrm>
              <a:custGeom>
                <a:avLst/>
                <a:gdLst>
                  <a:gd name="T0" fmla="*/ 14 w 14"/>
                  <a:gd name="T1" fmla="*/ 0 h 16"/>
                  <a:gd name="T2" fmla="*/ 0 w 14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9" y="6"/>
                      <a:pt x="5" y="11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3" name="Freeform 630">
                <a:extLst>
                  <a:ext uri="{FF2B5EF4-FFF2-40B4-BE49-F238E27FC236}">
                    <a16:creationId xmlns:a16="http://schemas.microsoft.com/office/drawing/2014/main" id="{4EF2540F-CE20-44AE-AC4B-3637D0DD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366"/>
                <a:ext cx="104" cy="305"/>
              </a:xfrm>
              <a:custGeom>
                <a:avLst/>
                <a:gdLst>
                  <a:gd name="T0" fmla="*/ 98 w 107"/>
                  <a:gd name="T1" fmla="*/ 0 h 294"/>
                  <a:gd name="T2" fmla="*/ 0 w 107"/>
                  <a:gd name="T3" fmla="*/ 328 h 2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294">
                    <a:moveTo>
                      <a:pt x="107" y="0"/>
                    </a:moveTo>
                    <a:cubicBezTo>
                      <a:pt x="107" y="111"/>
                      <a:pt x="69" y="213"/>
                      <a:pt x="0" y="29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4" name="Freeform 631">
                <a:extLst>
                  <a:ext uri="{FF2B5EF4-FFF2-40B4-BE49-F238E27FC236}">
                    <a16:creationId xmlns:a16="http://schemas.microsoft.com/office/drawing/2014/main" id="{A6245112-9DEE-49FB-9A7C-6530F1401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838"/>
                <a:ext cx="19" cy="3"/>
              </a:xfrm>
              <a:custGeom>
                <a:avLst/>
                <a:gdLst>
                  <a:gd name="T0" fmla="*/ 17 w 20"/>
                  <a:gd name="T1" fmla="*/ 0 h 3"/>
                  <a:gd name="T2" fmla="*/ 0 w 20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20" y="0"/>
                    </a:moveTo>
                    <a:cubicBezTo>
                      <a:pt x="13" y="1"/>
                      <a:pt x="7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5" name="Freeform 632">
                <a:extLst>
                  <a:ext uri="{FF2B5EF4-FFF2-40B4-BE49-F238E27FC236}">
                    <a16:creationId xmlns:a16="http://schemas.microsoft.com/office/drawing/2014/main" id="{793B95C5-A07A-4E6B-BA2A-9A908675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808"/>
                <a:ext cx="73" cy="25"/>
              </a:xfrm>
              <a:custGeom>
                <a:avLst/>
                <a:gdLst>
                  <a:gd name="T0" fmla="*/ 69 w 75"/>
                  <a:gd name="T1" fmla="*/ 0 h 24"/>
                  <a:gd name="T2" fmla="*/ 0 w 75"/>
                  <a:gd name="T3" fmla="*/ 2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4">
                    <a:moveTo>
                      <a:pt x="75" y="0"/>
                    </a:moveTo>
                    <a:cubicBezTo>
                      <a:pt x="51" y="9"/>
                      <a:pt x="26" y="17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6" name="Freeform 633">
                <a:extLst>
                  <a:ext uri="{FF2B5EF4-FFF2-40B4-BE49-F238E27FC236}">
                    <a16:creationId xmlns:a16="http://schemas.microsoft.com/office/drawing/2014/main" id="{72744C95-7FF6-4E8F-ABA6-DC910827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832"/>
                <a:ext cx="1089" cy="1021"/>
              </a:xfrm>
              <a:custGeom>
                <a:avLst/>
                <a:gdLst>
                  <a:gd name="T0" fmla="*/ 606 w 1120"/>
                  <a:gd name="T1" fmla="*/ 1089 h 985"/>
                  <a:gd name="T2" fmla="*/ 511 w 1120"/>
                  <a:gd name="T3" fmla="*/ 1097 h 985"/>
                  <a:gd name="T4" fmla="*/ 0 w 1120"/>
                  <a:gd name="T5" fmla="*/ 577 h 985"/>
                  <a:gd name="T6" fmla="*/ 553 w 1120"/>
                  <a:gd name="T7" fmla="*/ 0 h 985"/>
                  <a:gd name="T8" fmla="*/ 1030 w 1120"/>
                  <a:gd name="T9" fmla="*/ 568 h 985"/>
                  <a:gd name="T10" fmla="*/ 760 w 1120"/>
                  <a:gd name="T11" fmla="*/ 1038 h 9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0" h="985">
                    <a:moveTo>
                      <a:pt x="659" y="978"/>
                    </a:moveTo>
                    <a:cubicBezTo>
                      <a:pt x="626" y="982"/>
                      <a:pt x="591" y="985"/>
                      <a:pt x="556" y="985"/>
                    </a:cubicBezTo>
                    <a:cubicBezTo>
                      <a:pt x="224" y="985"/>
                      <a:pt x="0" y="786"/>
                      <a:pt x="0" y="518"/>
                    </a:cubicBezTo>
                    <a:cubicBezTo>
                      <a:pt x="0" y="249"/>
                      <a:pt x="270" y="0"/>
                      <a:pt x="602" y="0"/>
                    </a:cubicBezTo>
                    <a:cubicBezTo>
                      <a:pt x="934" y="0"/>
                      <a:pt x="1120" y="241"/>
                      <a:pt x="1120" y="510"/>
                    </a:cubicBezTo>
                    <a:cubicBezTo>
                      <a:pt x="1120" y="697"/>
                      <a:pt x="1007" y="854"/>
                      <a:pt x="827" y="9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7" name="Freeform 634">
                <a:extLst>
                  <a:ext uri="{FF2B5EF4-FFF2-40B4-BE49-F238E27FC236}">
                    <a16:creationId xmlns:a16="http://schemas.microsoft.com/office/drawing/2014/main" id="{8BFDBF63-E488-44EF-A1C3-BAD2D2830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770"/>
                <a:ext cx="22" cy="53"/>
              </a:xfrm>
              <a:custGeom>
                <a:avLst/>
                <a:gdLst>
                  <a:gd name="T0" fmla="*/ 11 w 23"/>
                  <a:gd name="T1" fmla="*/ 0 h 51"/>
                  <a:gd name="T2" fmla="*/ 5 w 23"/>
                  <a:gd name="T3" fmla="*/ 32 h 51"/>
                  <a:gd name="T4" fmla="*/ 20 w 23"/>
                  <a:gd name="T5" fmla="*/ 3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1">
                    <a:moveTo>
                      <a:pt x="14" y="0"/>
                    </a:moveTo>
                    <a:cubicBezTo>
                      <a:pt x="3" y="7"/>
                      <a:pt x="0" y="17"/>
                      <a:pt x="5" y="29"/>
                    </a:cubicBezTo>
                    <a:cubicBezTo>
                      <a:pt x="8" y="36"/>
                      <a:pt x="19" y="51"/>
                      <a:pt x="23" y="3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Freeform 635">
                <a:extLst>
                  <a:ext uri="{FF2B5EF4-FFF2-40B4-BE49-F238E27FC236}">
                    <a16:creationId xmlns:a16="http://schemas.microsoft.com/office/drawing/2014/main" id="{31D2FB64-BDF1-47F1-B3E2-C86D4D0AA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802"/>
                <a:ext cx="42" cy="40"/>
              </a:xfrm>
              <a:custGeom>
                <a:avLst/>
                <a:gdLst>
                  <a:gd name="T0" fmla="*/ 20 w 44"/>
                  <a:gd name="T1" fmla="*/ 0 h 38"/>
                  <a:gd name="T2" fmla="*/ 11 w 44"/>
                  <a:gd name="T3" fmla="*/ 35 h 38"/>
                  <a:gd name="T4" fmla="*/ 38 w 44"/>
                  <a:gd name="T5" fmla="*/ 1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8">
                    <a:moveTo>
                      <a:pt x="23" y="0"/>
                    </a:moveTo>
                    <a:cubicBezTo>
                      <a:pt x="9" y="1"/>
                      <a:pt x="0" y="19"/>
                      <a:pt x="14" y="29"/>
                    </a:cubicBezTo>
                    <a:cubicBezTo>
                      <a:pt x="25" y="38"/>
                      <a:pt x="39" y="27"/>
                      <a:pt x="44" y="1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9" name="Freeform 636">
                <a:extLst>
                  <a:ext uri="{FF2B5EF4-FFF2-40B4-BE49-F238E27FC236}">
                    <a16:creationId xmlns:a16="http://schemas.microsoft.com/office/drawing/2014/main" id="{2068A14E-4976-43E3-BF66-6B8D571EF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794"/>
                <a:ext cx="14" cy="27"/>
              </a:xfrm>
              <a:custGeom>
                <a:avLst/>
                <a:gdLst>
                  <a:gd name="T0" fmla="*/ 7 w 15"/>
                  <a:gd name="T1" fmla="*/ 0 h 26"/>
                  <a:gd name="T2" fmla="*/ 1 w 15"/>
                  <a:gd name="T3" fmla="*/ 19 h 26"/>
                  <a:gd name="T4" fmla="*/ 12 w 15"/>
                  <a:gd name="T5" fmla="*/ 1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10" y="0"/>
                    </a:moveTo>
                    <a:cubicBezTo>
                      <a:pt x="5" y="4"/>
                      <a:pt x="0" y="9"/>
                      <a:pt x="1" y="16"/>
                    </a:cubicBezTo>
                    <a:cubicBezTo>
                      <a:pt x="1" y="26"/>
                      <a:pt x="12" y="17"/>
                      <a:pt x="15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0" name="Freeform 637">
                <a:extLst>
                  <a:ext uri="{FF2B5EF4-FFF2-40B4-BE49-F238E27FC236}">
                    <a16:creationId xmlns:a16="http://schemas.microsoft.com/office/drawing/2014/main" id="{D880B4F1-8B29-4792-9CFD-E8038A1AC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815"/>
                <a:ext cx="9" cy="11"/>
              </a:xfrm>
              <a:custGeom>
                <a:avLst/>
                <a:gdLst>
                  <a:gd name="T0" fmla="*/ 9 w 9"/>
                  <a:gd name="T1" fmla="*/ 0 h 11"/>
                  <a:gd name="T2" fmla="*/ 2 w 9"/>
                  <a:gd name="T3" fmla="*/ 4 h 11"/>
                  <a:gd name="T4" fmla="*/ 8 w 9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7" y="0"/>
                      <a:pt x="2" y="3"/>
                      <a:pt x="2" y="4"/>
                    </a:cubicBezTo>
                    <a:cubicBezTo>
                      <a:pt x="0" y="8"/>
                      <a:pt x="4" y="11"/>
                      <a:pt x="8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638">
                <a:extLst>
                  <a:ext uri="{FF2B5EF4-FFF2-40B4-BE49-F238E27FC236}">
                    <a16:creationId xmlns:a16="http://schemas.microsoft.com/office/drawing/2014/main" id="{ABE3BB32-099D-4C1A-B05F-B1F9E7E7F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776"/>
                <a:ext cx="21" cy="47"/>
              </a:xfrm>
              <a:custGeom>
                <a:avLst/>
                <a:gdLst>
                  <a:gd name="T0" fmla="*/ 5 w 22"/>
                  <a:gd name="T1" fmla="*/ 0 h 46"/>
                  <a:gd name="T2" fmla="*/ 2 w 22"/>
                  <a:gd name="T3" fmla="*/ 30 h 46"/>
                  <a:gd name="T4" fmla="*/ 19 w 22"/>
                  <a:gd name="T5" fmla="*/ 4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6">
                    <a:moveTo>
                      <a:pt x="5" y="0"/>
                    </a:moveTo>
                    <a:cubicBezTo>
                      <a:pt x="0" y="4"/>
                      <a:pt x="1" y="20"/>
                      <a:pt x="2" y="27"/>
                    </a:cubicBezTo>
                    <a:cubicBezTo>
                      <a:pt x="3" y="36"/>
                      <a:pt x="11" y="46"/>
                      <a:pt x="22" y="45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639">
                <a:extLst>
                  <a:ext uri="{FF2B5EF4-FFF2-40B4-BE49-F238E27FC236}">
                    <a16:creationId xmlns:a16="http://schemas.microsoft.com/office/drawing/2014/main" id="{80C4FAD3-8818-4332-8A84-DBF77CA1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761"/>
                <a:ext cx="12" cy="27"/>
              </a:xfrm>
              <a:custGeom>
                <a:avLst/>
                <a:gdLst>
                  <a:gd name="T0" fmla="*/ 8 w 12"/>
                  <a:gd name="T1" fmla="*/ 0 h 26"/>
                  <a:gd name="T2" fmla="*/ 12 w 12"/>
                  <a:gd name="T3" fmla="*/ 2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6">
                    <a:moveTo>
                      <a:pt x="8" y="0"/>
                    </a:moveTo>
                    <a:cubicBezTo>
                      <a:pt x="0" y="1"/>
                      <a:pt x="8" y="26"/>
                      <a:pt x="12" y="2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640">
                <a:extLst>
                  <a:ext uri="{FF2B5EF4-FFF2-40B4-BE49-F238E27FC236}">
                    <a16:creationId xmlns:a16="http://schemas.microsoft.com/office/drawing/2014/main" id="{D80F6A49-7044-432F-974F-3556D38CE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751"/>
                <a:ext cx="6" cy="10"/>
              </a:xfrm>
              <a:custGeom>
                <a:avLst/>
                <a:gdLst>
                  <a:gd name="T0" fmla="*/ 3 w 7"/>
                  <a:gd name="T1" fmla="*/ 0 h 10"/>
                  <a:gd name="T2" fmla="*/ 4 w 7"/>
                  <a:gd name="T3" fmla="*/ 1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6" y="0"/>
                    </a:moveTo>
                    <a:cubicBezTo>
                      <a:pt x="0" y="0"/>
                      <a:pt x="3" y="10"/>
                      <a:pt x="7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641">
                <a:extLst>
                  <a:ext uri="{FF2B5EF4-FFF2-40B4-BE49-F238E27FC236}">
                    <a16:creationId xmlns:a16="http://schemas.microsoft.com/office/drawing/2014/main" id="{690ACFAE-3AE3-48D3-AD32-2DCDFC756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765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0" y="0"/>
                      <a:pt x="0" y="7"/>
                      <a:pt x="5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642">
                <a:extLst>
                  <a:ext uri="{FF2B5EF4-FFF2-40B4-BE49-F238E27FC236}">
                    <a16:creationId xmlns:a16="http://schemas.microsoft.com/office/drawing/2014/main" id="{DBA948C1-5CD3-4DB8-BC80-FC5DFB500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25"/>
                <a:ext cx="12" cy="11"/>
              </a:xfrm>
              <a:custGeom>
                <a:avLst/>
                <a:gdLst>
                  <a:gd name="T0" fmla="*/ 10 w 13"/>
                  <a:gd name="T1" fmla="*/ 1 h 11"/>
                  <a:gd name="T2" fmla="*/ 8 w 13"/>
                  <a:gd name="T3" fmla="*/ 1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13" y="1"/>
                    </a:moveTo>
                    <a:cubicBezTo>
                      <a:pt x="7" y="0"/>
                      <a:pt x="0" y="11"/>
                      <a:pt x="11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Freeform 643">
                <a:extLst>
                  <a:ext uri="{FF2B5EF4-FFF2-40B4-BE49-F238E27FC236}">
                    <a16:creationId xmlns:a16="http://schemas.microsoft.com/office/drawing/2014/main" id="{A70C4589-4865-4FF4-9A8E-564E248B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722"/>
                <a:ext cx="8" cy="13"/>
              </a:xfrm>
              <a:custGeom>
                <a:avLst/>
                <a:gdLst>
                  <a:gd name="T0" fmla="*/ 6 w 9"/>
                  <a:gd name="T1" fmla="*/ 0 h 13"/>
                  <a:gd name="T2" fmla="*/ 6 w 9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1" y="2"/>
                      <a:pt x="0" y="13"/>
                      <a:pt x="9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7" name="Freeform 644">
                <a:extLst>
                  <a:ext uri="{FF2B5EF4-FFF2-40B4-BE49-F238E27FC236}">
                    <a16:creationId xmlns:a16="http://schemas.microsoft.com/office/drawing/2014/main" id="{FCF74E6E-686F-4C03-BC92-15C46179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742"/>
                <a:ext cx="7" cy="13"/>
              </a:xfrm>
              <a:custGeom>
                <a:avLst/>
                <a:gdLst>
                  <a:gd name="T0" fmla="*/ 7 w 7"/>
                  <a:gd name="T1" fmla="*/ 4 h 12"/>
                  <a:gd name="T2" fmla="*/ 2 w 7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4"/>
                    </a:moveTo>
                    <a:cubicBezTo>
                      <a:pt x="2" y="0"/>
                      <a:pt x="0" y="9"/>
                      <a:pt x="2" y="12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8" name="Freeform 645">
                <a:extLst>
                  <a:ext uri="{FF2B5EF4-FFF2-40B4-BE49-F238E27FC236}">
                    <a16:creationId xmlns:a16="http://schemas.microsoft.com/office/drawing/2014/main" id="{828CE6D1-1AE3-4BE3-9B22-DF6C89B4C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767"/>
                <a:ext cx="4" cy="10"/>
              </a:xfrm>
              <a:custGeom>
                <a:avLst/>
                <a:gdLst>
                  <a:gd name="T0" fmla="*/ 2 w 5"/>
                  <a:gd name="T1" fmla="*/ 2 h 9"/>
                  <a:gd name="T2" fmla="*/ 2 w 5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2"/>
                    </a:moveTo>
                    <a:cubicBezTo>
                      <a:pt x="0" y="0"/>
                      <a:pt x="0" y="8"/>
                      <a:pt x="5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9" name="Freeform 646">
                <a:extLst>
                  <a:ext uri="{FF2B5EF4-FFF2-40B4-BE49-F238E27FC236}">
                    <a16:creationId xmlns:a16="http://schemas.microsoft.com/office/drawing/2014/main" id="{28532A35-3DA3-4E3D-AE31-DAD353F37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18"/>
                <a:ext cx="47" cy="20"/>
              </a:xfrm>
              <a:custGeom>
                <a:avLst/>
                <a:gdLst>
                  <a:gd name="T0" fmla="*/ 7 w 48"/>
                  <a:gd name="T1" fmla="*/ 0 h 19"/>
                  <a:gd name="T2" fmla="*/ 0 w 48"/>
                  <a:gd name="T3" fmla="*/ 7 h 19"/>
                  <a:gd name="T4" fmla="*/ 12 w 48"/>
                  <a:gd name="T5" fmla="*/ 18 h 19"/>
                  <a:gd name="T6" fmla="*/ 45 w 48"/>
                  <a:gd name="T7" fmla="*/ 1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9">
                    <a:moveTo>
                      <a:pt x="7" y="0"/>
                    </a:moveTo>
                    <a:cubicBezTo>
                      <a:pt x="3" y="0"/>
                      <a:pt x="1" y="4"/>
                      <a:pt x="0" y="7"/>
                    </a:cubicBezTo>
                    <a:cubicBezTo>
                      <a:pt x="0" y="13"/>
                      <a:pt x="8" y="14"/>
                      <a:pt x="12" y="15"/>
                    </a:cubicBezTo>
                    <a:cubicBezTo>
                      <a:pt x="23" y="18"/>
                      <a:pt x="39" y="19"/>
                      <a:pt x="48" y="13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0" name="Freeform 647">
                <a:extLst>
                  <a:ext uri="{FF2B5EF4-FFF2-40B4-BE49-F238E27FC236}">
                    <a16:creationId xmlns:a16="http://schemas.microsoft.com/office/drawing/2014/main" id="{946EDC62-BE35-4D40-B07C-27DC9A2F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789"/>
                <a:ext cx="44" cy="20"/>
              </a:xfrm>
              <a:custGeom>
                <a:avLst/>
                <a:gdLst>
                  <a:gd name="T0" fmla="*/ 11 w 45"/>
                  <a:gd name="T1" fmla="*/ 0 h 19"/>
                  <a:gd name="T2" fmla="*/ 22 w 45"/>
                  <a:gd name="T3" fmla="*/ 16 h 19"/>
                  <a:gd name="T4" fmla="*/ 42 w 45"/>
                  <a:gd name="T5" fmla="*/ 2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9">
                    <a:moveTo>
                      <a:pt x="11" y="0"/>
                    </a:moveTo>
                    <a:cubicBezTo>
                      <a:pt x="0" y="3"/>
                      <a:pt x="19" y="12"/>
                      <a:pt x="22" y="13"/>
                    </a:cubicBezTo>
                    <a:cubicBezTo>
                      <a:pt x="29" y="16"/>
                      <a:pt x="37" y="19"/>
                      <a:pt x="45" y="18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1" name="Freeform 648">
                <a:extLst>
                  <a:ext uri="{FF2B5EF4-FFF2-40B4-BE49-F238E27FC236}">
                    <a16:creationId xmlns:a16="http://schemas.microsoft.com/office/drawing/2014/main" id="{42D7EA1C-2BC9-4B19-B6F9-C5C43D20D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804"/>
                <a:ext cx="14" cy="7"/>
              </a:xfrm>
              <a:custGeom>
                <a:avLst/>
                <a:gdLst>
                  <a:gd name="T0" fmla="*/ 1 w 14"/>
                  <a:gd name="T1" fmla="*/ 6 h 7"/>
                  <a:gd name="T2" fmla="*/ 0 w 14"/>
                  <a:gd name="T3" fmla="*/ 6 h 7"/>
                  <a:gd name="T4" fmla="*/ 14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" y="6"/>
                    </a:moveTo>
                    <a:cubicBezTo>
                      <a:pt x="1" y="7"/>
                      <a:pt x="1" y="7"/>
                      <a:pt x="0" y="6"/>
                    </a:cubicBezTo>
                    <a:cubicBezTo>
                      <a:pt x="2" y="0"/>
                      <a:pt x="9" y="0"/>
                      <a:pt x="14" y="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2" name="Freeform 649">
                <a:extLst>
                  <a:ext uri="{FF2B5EF4-FFF2-40B4-BE49-F238E27FC236}">
                    <a16:creationId xmlns:a16="http://schemas.microsoft.com/office/drawing/2014/main" id="{5202EE84-C2BE-4E63-B096-BE67E9F1D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823"/>
                <a:ext cx="13" cy="14"/>
              </a:xfrm>
              <a:custGeom>
                <a:avLst/>
                <a:gdLst>
                  <a:gd name="T0" fmla="*/ 6 w 13"/>
                  <a:gd name="T1" fmla="*/ 2 h 13"/>
                  <a:gd name="T2" fmla="*/ 0 w 13"/>
                  <a:gd name="T3" fmla="*/ 6 h 13"/>
                  <a:gd name="T4" fmla="*/ 13 w 1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6" y="2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12"/>
                      <a:pt x="10" y="13"/>
                      <a:pt x="13" y="10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3" name="Freeform 650">
                <a:extLst>
                  <a:ext uri="{FF2B5EF4-FFF2-40B4-BE49-F238E27FC236}">
                    <a16:creationId xmlns:a16="http://schemas.microsoft.com/office/drawing/2014/main" id="{DA741263-F690-4799-AE82-E715408F1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816"/>
                <a:ext cx="11" cy="12"/>
              </a:xfrm>
              <a:custGeom>
                <a:avLst/>
                <a:gdLst>
                  <a:gd name="T0" fmla="*/ 7 w 11"/>
                  <a:gd name="T1" fmla="*/ 1 h 12"/>
                  <a:gd name="T2" fmla="*/ 11 w 11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7" y="1"/>
                    </a:moveTo>
                    <a:cubicBezTo>
                      <a:pt x="0" y="0"/>
                      <a:pt x="6" y="12"/>
                      <a:pt x="11" y="7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4" name="Freeform 651">
                <a:extLst>
                  <a:ext uri="{FF2B5EF4-FFF2-40B4-BE49-F238E27FC236}">
                    <a16:creationId xmlns:a16="http://schemas.microsoft.com/office/drawing/2014/main" id="{47BA7FC2-997E-4B53-8261-AACD4E6E3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783"/>
                <a:ext cx="13" cy="12"/>
              </a:xfrm>
              <a:custGeom>
                <a:avLst/>
                <a:gdLst>
                  <a:gd name="T0" fmla="*/ 13 w 13"/>
                  <a:gd name="T1" fmla="*/ 5 h 12"/>
                  <a:gd name="T2" fmla="*/ 12 w 13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5"/>
                    </a:moveTo>
                    <a:cubicBezTo>
                      <a:pt x="10" y="0"/>
                      <a:pt x="0" y="12"/>
                      <a:pt x="12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5" name="Freeform 652">
                <a:extLst>
                  <a:ext uri="{FF2B5EF4-FFF2-40B4-BE49-F238E27FC236}">
                    <a16:creationId xmlns:a16="http://schemas.microsoft.com/office/drawing/2014/main" id="{2265B2BF-C3D4-43E4-B17C-233D67AA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807"/>
                <a:ext cx="12" cy="10"/>
              </a:xfrm>
              <a:custGeom>
                <a:avLst/>
                <a:gdLst>
                  <a:gd name="T0" fmla="*/ 7 w 12"/>
                  <a:gd name="T1" fmla="*/ 2 h 10"/>
                  <a:gd name="T2" fmla="*/ 12 w 12"/>
                  <a:gd name="T3" fmla="*/ 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7" y="2"/>
                    </a:moveTo>
                    <a:cubicBezTo>
                      <a:pt x="0" y="0"/>
                      <a:pt x="6" y="10"/>
                      <a:pt x="12" y="9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6" name="Freeform 653">
                <a:extLst>
                  <a:ext uri="{FF2B5EF4-FFF2-40B4-BE49-F238E27FC236}">
                    <a16:creationId xmlns:a16="http://schemas.microsoft.com/office/drawing/2014/main" id="{D9D72F3E-7BE9-49F1-AB3A-9395D32C9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834"/>
                <a:ext cx="17" cy="13"/>
              </a:xfrm>
              <a:custGeom>
                <a:avLst/>
                <a:gdLst>
                  <a:gd name="T0" fmla="*/ 9 w 17"/>
                  <a:gd name="T1" fmla="*/ 0 h 13"/>
                  <a:gd name="T2" fmla="*/ 17 w 17"/>
                  <a:gd name="T3" fmla="*/ 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0" y="0"/>
                      <a:pt x="8" y="13"/>
                      <a:pt x="17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7" name="Freeform 654">
                <a:extLst>
                  <a:ext uri="{FF2B5EF4-FFF2-40B4-BE49-F238E27FC236}">
                    <a16:creationId xmlns:a16="http://schemas.microsoft.com/office/drawing/2014/main" id="{6533185A-398E-4B4B-B752-672F34EA0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781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2 w 5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1" y="0"/>
                      <a:pt x="0" y="5"/>
                      <a:pt x="2" y="6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8" name="Freeform 655">
                <a:extLst>
                  <a:ext uri="{FF2B5EF4-FFF2-40B4-BE49-F238E27FC236}">
                    <a16:creationId xmlns:a16="http://schemas.microsoft.com/office/drawing/2014/main" id="{78018EC0-C54F-4463-B458-85FAC17AC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797"/>
                <a:ext cx="12" cy="14"/>
              </a:xfrm>
              <a:custGeom>
                <a:avLst/>
                <a:gdLst>
                  <a:gd name="T0" fmla="*/ 10 w 13"/>
                  <a:gd name="T1" fmla="*/ 10 h 13"/>
                  <a:gd name="T2" fmla="*/ 9 w 13"/>
                  <a:gd name="T3" fmla="*/ 1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2" y="0"/>
                      <a:pt x="0" y="13"/>
                      <a:pt x="12" y="11"/>
                    </a:cubicBezTo>
                  </a:path>
                </a:pathLst>
              </a:custGeom>
              <a:noFill/>
              <a:ln w="158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004" name="Freeform 656">
              <a:extLst>
                <a:ext uri="{FF2B5EF4-FFF2-40B4-BE49-F238E27FC236}">
                  <a16:creationId xmlns:a16="http://schemas.microsoft.com/office/drawing/2014/main" id="{205076AB-AC10-4AAD-96F6-D493DA51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750"/>
              <a:ext cx="8" cy="13"/>
            </a:xfrm>
            <a:custGeom>
              <a:avLst/>
              <a:gdLst>
                <a:gd name="T0" fmla="*/ 8 w 8"/>
                <a:gd name="T1" fmla="*/ 3 h 13"/>
                <a:gd name="T2" fmla="*/ 7 w 8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8" y="3"/>
                  </a:moveTo>
                  <a:cubicBezTo>
                    <a:pt x="2" y="0"/>
                    <a:pt x="0" y="13"/>
                    <a:pt x="7" y="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657">
              <a:extLst>
                <a:ext uri="{FF2B5EF4-FFF2-40B4-BE49-F238E27FC236}">
                  <a16:creationId xmlns:a16="http://schemas.microsoft.com/office/drawing/2014/main" id="{93667ECB-19A6-4572-AF2B-0B5A7B8A8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760"/>
              <a:ext cx="10" cy="5"/>
            </a:xfrm>
            <a:custGeom>
              <a:avLst/>
              <a:gdLst>
                <a:gd name="T0" fmla="*/ 8 w 11"/>
                <a:gd name="T1" fmla="*/ 0 h 5"/>
                <a:gd name="T2" fmla="*/ 5 w 11"/>
                <a:gd name="T3" fmla="*/ 0 h 5"/>
                <a:gd name="T4" fmla="*/ 5 w 11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11" y="0"/>
                  </a:moveTo>
                  <a:cubicBezTo>
                    <a:pt x="10" y="0"/>
                    <a:pt x="7" y="0"/>
                    <a:pt x="6" y="0"/>
                  </a:cubicBezTo>
                  <a:cubicBezTo>
                    <a:pt x="3" y="1"/>
                    <a:pt x="0" y="5"/>
                    <a:pt x="5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658">
              <a:extLst>
                <a:ext uri="{FF2B5EF4-FFF2-40B4-BE49-F238E27FC236}">
                  <a16:creationId xmlns:a16="http://schemas.microsoft.com/office/drawing/2014/main" id="{8B230C72-540E-422F-9DEA-62198F7AA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759"/>
              <a:ext cx="8" cy="12"/>
            </a:xfrm>
            <a:custGeom>
              <a:avLst/>
              <a:gdLst>
                <a:gd name="T0" fmla="*/ 3 w 8"/>
                <a:gd name="T1" fmla="*/ 7 h 12"/>
                <a:gd name="T2" fmla="*/ 2 w 8"/>
                <a:gd name="T3" fmla="*/ 11 h 12"/>
                <a:gd name="T4" fmla="*/ 2 w 8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3" y="7"/>
                  </a:moveTo>
                  <a:cubicBezTo>
                    <a:pt x="0" y="6"/>
                    <a:pt x="0" y="10"/>
                    <a:pt x="2" y="11"/>
                  </a:cubicBezTo>
                  <a:cubicBezTo>
                    <a:pt x="8" y="12"/>
                    <a:pt x="7" y="0"/>
                    <a:pt x="2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659">
              <a:extLst>
                <a:ext uri="{FF2B5EF4-FFF2-40B4-BE49-F238E27FC236}">
                  <a16:creationId xmlns:a16="http://schemas.microsoft.com/office/drawing/2014/main" id="{87D490F0-BAAC-4132-9A86-CC7589917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743"/>
              <a:ext cx="6" cy="8"/>
            </a:xfrm>
            <a:custGeom>
              <a:avLst/>
              <a:gdLst>
                <a:gd name="T0" fmla="*/ 0 w 6"/>
                <a:gd name="T1" fmla="*/ 8 h 7"/>
                <a:gd name="T2" fmla="*/ 4 w 6"/>
                <a:gd name="T3" fmla="*/ 8 h 7"/>
                <a:gd name="T4" fmla="*/ 0 w 6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7"/>
                    <a:pt x="3" y="7"/>
                    <a:pt x="4" y="5"/>
                  </a:cubicBezTo>
                  <a:cubicBezTo>
                    <a:pt x="6" y="0"/>
                    <a:pt x="1" y="0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660">
              <a:extLst>
                <a:ext uri="{FF2B5EF4-FFF2-40B4-BE49-F238E27FC236}">
                  <a16:creationId xmlns:a16="http://schemas.microsoft.com/office/drawing/2014/main" id="{773E3CB2-0675-491A-A5CC-B3FE7CDCA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732"/>
              <a:ext cx="4" cy="3"/>
            </a:xfrm>
            <a:custGeom>
              <a:avLst/>
              <a:gdLst>
                <a:gd name="T0" fmla="*/ 2 w 4"/>
                <a:gd name="T1" fmla="*/ 3 h 3"/>
                <a:gd name="T2" fmla="*/ 3 w 4"/>
                <a:gd name="T3" fmla="*/ 3 h 3"/>
                <a:gd name="T4" fmla="*/ 0 w 4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4" y="0"/>
                    <a:pt x="1" y="0"/>
                    <a:pt x="0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661">
              <a:extLst>
                <a:ext uri="{FF2B5EF4-FFF2-40B4-BE49-F238E27FC236}">
                  <a16:creationId xmlns:a16="http://schemas.microsoft.com/office/drawing/2014/main" id="{EB9E1F77-F0A7-4AC3-91B5-92C39C211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7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662">
              <a:extLst>
                <a:ext uri="{FF2B5EF4-FFF2-40B4-BE49-F238E27FC236}">
                  <a16:creationId xmlns:a16="http://schemas.microsoft.com/office/drawing/2014/main" id="{735D7475-7180-4A85-9A59-12A231439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1457"/>
              <a:ext cx="35" cy="78"/>
            </a:xfrm>
            <a:custGeom>
              <a:avLst/>
              <a:gdLst>
                <a:gd name="T0" fmla="*/ 29 w 36"/>
                <a:gd name="T1" fmla="*/ 5 h 75"/>
                <a:gd name="T2" fmla="*/ 21 w 36"/>
                <a:gd name="T3" fmla="*/ 1 h 75"/>
                <a:gd name="T4" fmla="*/ 9 w 36"/>
                <a:gd name="T5" fmla="*/ 11 h 75"/>
                <a:gd name="T6" fmla="*/ 1 w 36"/>
                <a:gd name="T7" fmla="*/ 49 h 75"/>
                <a:gd name="T8" fmla="*/ 14 w 36"/>
                <a:gd name="T9" fmla="*/ 80 h 75"/>
                <a:gd name="T10" fmla="*/ 33 w 36"/>
                <a:gd name="T11" fmla="*/ 35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5">
                  <a:moveTo>
                    <a:pt x="32" y="5"/>
                  </a:moveTo>
                  <a:cubicBezTo>
                    <a:pt x="30" y="5"/>
                    <a:pt x="27" y="2"/>
                    <a:pt x="24" y="1"/>
                  </a:cubicBezTo>
                  <a:cubicBezTo>
                    <a:pt x="17" y="0"/>
                    <a:pt x="12" y="6"/>
                    <a:pt x="9" y="11"/>
                  </a:cubicBezTo>
                  <a:cubicBezTo>
                    <a:pt x="2" y="20"/>
                    <a:pt x="0" y="31"/>
                    <a:pt x="1" y="43"/>
                  </a:cubicBezTo>
                  <a:cubicBezTo>
                    <a:pt x="2" y="51"/>
                    <a:pt x="6" y="67"/>
                    <a:pt x="14" y="71"/>
                  </a:cubicBezTo>
                  <a:cubicBezTo>
                    <a:pt x="27" y="75"/>
                    <a:pt x="36" y="41"/>
                    <a:pt x="36" y="3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663">
              <a:extLst>
                <a:ext uri="{FF2B5EF4-FFF2-40B4-BE49-F238E27FC236}">
                  <a16:creationId xmlns:a16="http://schemas.microsoft.com/office/drawing/2014/main" id="{C0504C01-F88B-4942-91A8-2405FE3F7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394"/>
              <a:ext cx="20" cy="49"/>
            </a:xfrm>
            <a:custGeom>
              <a:avLst/>
              <a:gdLst>
                <a:gd name="T0" fmla="*/ 2 w 21"/>
                <a:gd name="T1" fmla="*/ 4 h 47"/>
                <a:gd name="T2" fmla="*/ 12 w 21"/>
                <a:gd name="T3" fmla="*/ 4 h 47"/>
                <a:gd name="T4" fmla="*/ 17 w 21"/>
                <a:gd name="T5" fmla="*/ 22 h 47"/>
                <a:gd name="T6" fmla="*/ 14 w 21"/>
                <a:gd name="T7" fmla="*/ 44 h 47"/>
                <a:gd name="T8" fmla="*/ 0 w 21"/>
                <a:gd name="T9" fmla="*/ 4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7">
                  <a:moveTo>
                    <a:pt x="2" y="4"/>
                  </a:moveTo>
                  <a:cubicBezTo>
                    <a:pt x="7" y="4"/>
                    <a:pt x="10" y="0"/>
                    <a:pt x="15" y="4"/>
                  </a:cubicBezTo>
                  <a:cubicBezTo>
                    <a:pt x="19" y="7"/>
                    <a:pt x="20" y="15"/>
                    <a:pt x="20" y="19"/>
                  </a:cubicBezTo>
                  <a:cubicBezTo>
                    <a:pt x="21" y="26"/>
                    <a:pt x="21" y="33"/>
                    <a:pt x="17" y="38"/>
                  </a:cubicBezTo>
                  <a:cubicBezTo>
                    <a:pt x="13" y="43"/>
                    <a:pt x="1" y="47"/>
                    <a:pt x="0" y="3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664">
              <a:extLst>
                <a:ext uri="{FF2B5EF4-FFF2-40B4-BE49-F238E27FC236}">
                  <a16:creationId xmlns:a16="http://schemas.microsoft.com/office/drawing/2014/main" id="{EE829D9E-B2F5-4A0E-93BF-5F3A446D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367"/>
              <a:ext cx="11" cy="18"/>
            </a:xfrm>
            <a:custGeom>
              <a:avLst/>
              <a:gdLst>
                <a:gd name="T0" fmla="*/ 3 w 12"/>
                <a:gd name="T1" fmla="*/ 0 h 17"/>
                <a:gd name="T2" fmla="*/ 7 w 12"/>
                <a:gd name="T3" fmla="*/ 7 h 17"/>
                <a:gd name="T4" fmla="*/ 0 w 12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3" y="0"/>
                  </a:moveTo>
                  <a:cubicBezTo>
                    <a:pt x="7" y="1"/>
                    <a:pt x="9" y="3"/>
                    <a:pt x="10" y="7"/>
                  </a:cubicBezTo>
                  <a:cubicBezTo>
                    <a:pt x="12" y="16"/>
                    <a:pt x="6" y="16"/>
                    <a:pt x="0" y="1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665">
              <a:extLst>
                <a:ext uri="{FF2B5EF4-FFF2-40B4-BE49-F238E27FC236}">
                  <a16:creationId xmlns:a16="http://schemas.microsoft.com/office/drawing/2014/main" id="{AD306B80-565C-410B-9480-1512F3027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553"/>
              <a:ext cx="20" cy="45"/>
            </a:xfrm>
            <a:custGeom>
              <a:avLst/>
              <a:gdLst>
                <a:gd name="T0" fmla="*/ 10 w 21"/>
                <a:gd name="T1" fmla="*/ 6 h 44"/>
                <a:gd name="T2" fmla="*/ 18 w 21"/>
                <a:gd name="T3" fmla="*/ 2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4">
                  <a:moveTo>
                    <a:pt x="11" y="6"/>
                  </a:moveTo>
                  <a:cubicBezTo>
                    <a:pt x="0" y="0"/>
                    <a:pt x="6" y="44"/>
                    <a:pt x="21" y="2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666">
              <a:extLst>
                <a:ext uri="{FF2B5EF4-FFF2-40B4-BE49-F238E27FC236}">
                  <a16:creationId xmlns:a16="http://schemas.microsoft.com/office/drawing/2014/main" id="{2D65B161-2D7E-4504-8EDE-70D934C5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1548"/>
              <a:ext cx="8" cy="13"/>
            </a:xfrm>
            <a:custGeom>
              <a:avLst/>
              <a:gdLst>
                <a:gd name="T0" fmla="*/ 6 w 9"/>
                <a:gd name="T1" fmla="*/ 4 h 13"/>
                <a:gd name="T2" fmla="*/ 1 w 9"/>
                <a:gd name="T3" fmla="*/ 13 h 13"/>
                <a:gd name="T4" fmla="*/ 4 w 9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4"/>
                  </a:moveTo>
                  <a:cubicBezTo>
                    <a:pt x="4" y="0"/>
                    <a:pt x="0" y="8"/>
                    <a:pt x="1" y="13"/>
                  </a:cubicBezTo>
                  <a:cubicBezTo>
                    <a:pt x="2" y="13"/>
                    <a:pt x="4" y="13"/>
                    <a:pt x="5" y="1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667">
              <a:extLst>
                <a:ext uri="{FF2B5EF4-FFF2-40B4-BE49-F238E27FC236}">
                  <a16:creationId xmlns:a16="http://schemas.microsoft.com/office/drawing/2014/main" id="{4A011D04-C830-4DE0-8728-6E15F8DB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566"/>
              <a:ext cx="19" cy="46"/>
            </a:xfrm>
            <a:custGeom>
              <a:avLst/>
              <a:gdLst>
                <a:gd name="T0" fmla="*/ 18 w 19"/>
                <a:gd name="T1" fmla="*/ 15 h 44"/>
                <a:gd name="T2" fmla="*/ 19 w 19"/>
                <a:gd name="T3" fmla="*/ 2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18" y="12"/>
                  </a:moveTo>
                  <a:cubicBezTo>
                    <a:pt x="11" y="0"/>
                    <a:pt x="0" y="44"/>
                    <a:pt x="19" y="2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668">
              <a:extLst>
                <a:ext uri="{FF2B5EF4-FFF2-40B4-BE49-F238E27FC236}">
                  <a16:creationId xmlns:a16="http://schemas.microsoft.com/office/drawing/2014/main" id="{6CED028D-A981-4A2D-92B9-1999F261B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594"/>
              <a:ext cx="15" cy="14"/>
            </a:xfrm>
            <a:custGeom>
              <a:avLst/>
              <a:gdLst>
                <a:gd name="T0" fmla="*/ 4 w 15"/>
                <a:gd name="T1" fmla="*/ 3 h 13"/>
                <a:gd name="T2" fmla="*/ 2 w 15"/>
                <a:gd name="T3" fmla="*/ 2 h 13"/>
                <a:gd name="T4" fmla="*/ 4 w 15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4" y="3"/>
                  </a:moveTo>
                  <a:cubicBezTo>
                    <a:pt x="4" y="3"/>
                    <a:pt x="4" y="2"/>
                    <a:pt x="2" y="2"/>
                  </a:cubicBezTo>
                  <a:cubicBezTo>
                    <a:pt x="0" y="13"/>
                    <a:pt x="15" y="0"/>
                    <a:pt x="4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669">
              <a:extLst>
                <a:ext uri="{FF2B5EF4-FFF2-40B4-BE49-F238E27FC236}">
                  <a16:creationId xmlns:a16="http://schemas.microsoft.com/office/drawing/2014/main" id="{B8C169F4-2BD5-4AE7-80A8-2AC600CE8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571"/>
              <a:ext cx="5" cy="7"/>
            </a:xfrm>
            <a:custGeom>
              <a:avLst/>
              <a:gdLst>
                <a:gd name="T0" fmla="*/ 5 w 5"/>
                <a:gd name="T1" fmla="*/ 8 h 6"/>
                <a:gd name="T2" fmla="*/ 1 w 5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5" y="0"/>
                    <a:pt x="0" y="1"/>
                    <a:pt x="1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8" name="Freeform 670">
              <a:extLst>
                <a:ext uri="{FF2B5EF4-FFF2-40B4-BE49-F238E27FC236}">
                  <a16:creationId xmlns:a16="http://schemas.microsoft.com/office/drawing/2014/main" id="{47877CFB-217E-4F98-BBD7-6A73045F1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600"/>
              <a:ext cx="8" cy="8"/>
            </a:xfrm>
            <a:custGeom>
              <a:avLst/>
              <a:gdLst>
                <a:gd name="T0" fmla="*/ 4 w 8"/>
                <a:gd name="T1" fmla="*/ 10 h 7"/>
                <a:gd name="T2" fmla="*/ 6 w 8"/>
                <a:gd name="T3" fmla="*/ 10 h 7"/>
                <a:gd name="T4" fmla="*/ 0 w 8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7"/>
                  </a:moveTo>
                  <a:cubicBezTo>
                    <a:pt x="5" y="7"/>
                    <a:pt x="6" y="7"/>
                    <a:pt x="6" y="7"/>
                  </a:cubicBezTo>
                  <a:cubicBezTo>
                    <a:pt x="8" y="2"/>
                    <a:pt x="3" y="0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671">
              <a:extLst>
                <a:ext uri="{FF2B5EF4-FFF2-40B4-BE49-F238E27FC236}">
                  <a16:creationId xmlns:a16="http://schemas.microsoft.com/office/drawing/2014/main" id="{04319DB7-ECC1-4EF0-8BEB-8AF3E90DD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619"/>
              <a:ext cx="6" cy="6"/>
            </a:xfrm>
            <a:custGeom>
              <a:avLst/>
              <a:gdLst>
                <a:gd name="T0" fmla="*/ 1 w 6"/>
                <a:gd name="T1" fmla="*/ 3 h 6"/>
                <a:gd name="T2" fmla="*/ 1 w 6"/>
                <a:gd name="T3" fmla="*/ 5 h 6"/>
                <a:gd name="T4" fmla="*/ 5 w 6"/>
                <a:gd name="T5" fmla="*/ 0 h 6"/>
                <a:gd name="T6" fmla="*/ 2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4" y="6"/>
                    <a:pt x="6" y="4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672">
              <a:extLst>
                <a:ext uri="{FF2B5EF4-FFF2-40B4-BE49-F238E27FC236}">
                  <a16:creationId xmlns:a16="http://schemas.microsoft.com/office/drawing/2014/main" id="{99F933DB-51D8-4F47-A2F6-1599CD3CC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585"/>
              <a:ext cx="7" cy="4"/>
            </a:xfrm>
            <a:custGeom>
              <a:avLst/>
              <a:gdLst>
                <a:gd name="T0" fmla="*/ 3 w 7"/>
                <a:gd name="T1" fmla="*/ 4 h 4"/>
                <a:gd name="T2" fmla="*/ 5 w 7"/>
                <a:gd name="T3" fmla="*/ 4 h 4"/>
                <a:gd name="T4" fmla="*/ 0 w 7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4"/>
                  </a:moveTo>
                  <a:cubicBezTo>
                    <a:pt x="2" y="3"/>
                    <a:pt x="4" y="4"/>
                    <a:pt x="5" y="4"/>
                  </a:cubicBezTo>
                  <a:cubicBezTo>
                    <a:pt x="7" y="0"/>
                    <a:pt x="3" y="0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673">
              <a:extLst>
                <a:ext uri="{FF2B5EF4-FFF2-40B4-BE49-F238E27FC236}">
                  <a16:creationId xmlns:a16="http://schemas.microsoft.com/office/drawing/2014/main" id="{4924F05F-0FC4-4D1C-BF4A-48BDAFFE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589"/>
              <a:ext cx="13" cy="18"/>
            </a:xfrm>
            <a:custGeom>
              <a:avLst/>
              <a:gdLst>
                <a:gd name="T0" fmla="*/ 2 w 13"/>
                <a:gd name="T1" fmla="*/ 18 h 17"/>
                <a:gd name="T2" fmla="*/ 0 w 13"/>
                <a:gd name="T3" fmla="*/ 1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2" y="15"/>
                  </a:moveTo>
                  <a:cubicBezTo>
                    <a:pt x="13" y="17"/>
                    <a:pt x="3" y="0"/>
                    <a:pt x="0" y="1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674">
              <a:extLst>
                <a:ext uri="{FF2B5EF4-FFF2-40B4-BE49-F238E27FC236}">
                  <a16:creationId xmlns:a16="http://schemas.microsoft.com/office/drawing/2014/main" id="{F5F949A1-8F22-4594-B6B0-5A2D7F7E7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611"/>
              <a:ext cx="13" cy="13"/>
            </a:xfrm>
            <a:custGeom>
              <a:avLst/>
              <a:gdLst>
                <a:gd name="T0" fmla="*/ 6 w 14"/>
                <a:gd name="T1" fmla="*/ 12 h 13"/>
                <a:gd name="T2" fmla="*/ 7 w 14"/>
                <a:gd name="T3" fmla="*/ 13 h 13"/>
                <a:gd name="T4" fmla="*/ 0 w 14"/>
                <a:gd name="T5" fmla="*/ 1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6" y="12"/>
                  </a:moveTo>
                  <a:cubicBezTo>
                    <a:pt x="6" y="12"/>
                    <a:pt x="6" y="13"/>
                    <a:pt x="7" y="13"/>
                  </a:cubicBezTo>
                  <a:cubicBezTo>
                    <a:pt x="14" y="11"/>
                    <a:pt x="3" y="0"/>
                    <a:pt x="0" y="1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675">
              <a:extLst>
                <a:ext uri="{FF2B5EF4-FFF2-40B4-BE49-F238E27FC236}">
                  <a16:creationId xmlns:a16="http://schemas.microsoft.com/office/drawing/2014/main" id="{D801B8EF-EE9B-4D40-B0A4-273A87B91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620"/>
              <a:ext cx="6" cy="5"/>
            </a:xfrm>
            <a:custGeom>
              <a:avLst/>
              <a:gdLst>
                <a:gd name="T0" fmla="*/ 6 w 6"/>
                <a:gd name="T1" fmla="*/ 0 h 5"/>
                <a:gd name="T2" fmla="*/ 4 w 6"/>
                <a:gd name="T3" fmla="*/ 5 h 5"/>
                <a:gd name="T4" fmla="*/ 1 w 6"/>
                <a:gd name="T5" fmla="*/ 3 h 5"/>
                <a:gd name="T6" fmla="*/ 0 w 6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2"/>
                    <a:pt x="4" y="3"/>
                    <a:pt x="4" y="5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5"/>
                    <a:pt x="0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676">
              <a:extLst>
                <a:ext uri="{FF2B5EF4-FFF2-40B4-BE49-F238E27FC236}">
                  <a16:creationId xmlns:a16="http://schemas.microsoft.com/office/drawing/2014/main" id="{5FB359E2-6600-4716-BECE-BAE4AE80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58"/>
              <a:ext cx="10" cy="7"/>
            </a:xfrm>
            <a:custGeom>
              <a:avLst/>
              <a:gdLst>
                <a:gd name="T0" fmla="*/ 0 w 10"/>
                <a:gd name="T1" fmla="*/ 2 h 6"/>
                <a:gd name="T2" fmla="*/ 8 w 10"/>
                <a:gd name="T3" fmla="*/ 2 h 6"/>
                <a:gd name="T4" fmla="*/ 1 w 10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2" y="5"/>
                    <a:pt x="10" y="6"/>
                    <a:pt x="8" y="2"/>
                  </a:cubicBezTo>
                  <a:cubicBezTo>
                    <a:pt x="6" y="0"/>
                    <a:pt x="2" y="0"/>
                    <a:pt x="1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677">
              <a:extLst>
                <a:ext uri="{FF2B5EF4-FFF2-40B4-BE49-F238E27FC236}">
                  <a16:creationId xmlns:a16="http://schemas.microsoft.com/office/drawing/2014/main" id="{87C7CC2F-C309-4F77-B681-BC700621E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648"/>
              <a:ext cx="3" cy="1"/>
            </a:xfrm>
            <a:custGeom>
              <a:avLst/>
              <a:gdLst>
                <a:gd name="T0" fmla="*/ 0 w 4"/>
                <a:gd name="T1" fmla="*/ 0 h 1"/>
                <a:gd name="T2" fmla="*/ 2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678">
              <a:extLst>
                <a:ext uri="{FF2B5EF4-FFF2-40B4-BE49-F238E27FC236}">
                  <a16:creationId xmlns:a16="http://schemas.microsoft.com/office/drawing/2014/main" id="{D13E7543-44E9-45F8-BFCC-C26DBFAB6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545"/>
              <a:ext cx="3" cy="4"/>
            </a:xfrm>
            <a:custGeom>
              <a:avLst/>
              <a:gdLst>
                <a:gd name="T0" fmla="*/ 2 w 3"/>
                <a:gd name="T1" fmla="*/ 1 h 3"/>
                <a:gd name="T2" fmla="*/ 0 w 3"/>
                <a:gd name="T3" fmla="*/ 7 h 3"/>
                <a:gd name="T4" fmla="*/ 3 w 3"/>
                <a:gd name="T5" fmla="*/ 0 h 3"/>
                <a:gd name="T6" fmla="*/ 1 w 3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2"/>
                    <a:pt x="0" y="1"/>
                    <a:pt x="0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1" y="0"/>
                    <a:pt x="2" y="1"/>
                    <a:pt x="1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679">
              <a:extLst>
                <a:ext uri="{FF2B5EF4-FFF2-40B4-BE49-F238E27FC236}">
                  <a16:creationId xmlns:a16="http://schemas.microsoft.com/office/drawing/2014/main" id="{03CDE30D-F896-47C5-8593-F7FE17B91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626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1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2" y="0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680">
              <a:extLst>
                <a:ext uri="{FF2B5EF4-FFF2-40B4-BE49-F238E27FC236}">
                  <a16:creationId xmlns:a16="http://schemas.microsoft.com/office/drawing/2014/main" id="{D5E2A4A6-55F5-49E7-953D-BDC64A718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663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681">
              <a:extLst>
                <a:ext uri="{FF2B5EF4-FFF2-40B4-BE49-F238E27FC236}">
                  <a16:creationId xmlns:a16="http://schemas.microsoft.com/office/drawing/2014/main" id="{242F9F6B-AC5C-446D-B74C-8A25DF2E1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506"/>
              <a:ext cx="27" cy="59"/>
            </a:xfrm>
            <a:custGeom>
              <a:avLst/>
              <a:gdLst>
                <a:gd name="T0" fmla="*/ 14 w 28"/>
                <a:gd name="T1" fmla="*/ 5 h 57"/>
                <a:gd name="T2" fmla="*/ 3 w 28"/>
                <a:gd name="T3" fmla="*/ 30 h 57"/>
                <a:gd name="T4" fmla="*/ 25 w 28"/>
                <a:gd name="T5" fmla="*/ 41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7">
                  <a:moveTo>
                    <a:pt x="15" y="5"/>
                  </a:moveTo>
                  <a:cubicBezTo>
                    <a:pt x="3" y="0"/>
                    <a:pt x="0" y="18"/>
                    <a:pt x="3" y="27"/>
                  </a:cubicBezTo>
                  <a:cubicBezTo>
                    <a:pt x="5" y="35"/>
                    <a:pt x="24" y="57"/>
                    <a:pt x="28" y="3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682">
              <a:extLst>
                <a:ext uri="{FF2B5EF4-FFF2-40B4-BE49-F238E27FC236}">
                  <a16:creationId xmlns:a16="http://schemas.microsoft.com/office/drawing/2014/main" id="{AD596911-6558-42EE-874E-5E682BCA2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1482"/>
              <a:ext cx="20" cy="40"/>
            </a:xfrm>
            <a:custGeom>
              <a:avLst/>
              <a:gdLst>
                <a:gd name="T0" fmla="*/ 10 w 20"/>
                <a:gd name="T1" fmla="*/ 5 h 38"/>
                <a:gd name="T2" fmla="*/ 20 w 20"/>
                <a:gd name="T3" fmla="*/ 2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10" y="5"/>
                  </a:moveTo>
                  <a:cubicBezTo>
                    <a:pt x="0" y="0"/>
                    <a:pt x="8" y="38"/>
                    <a:pt x="20" y="2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683">
              <a:extLst>
                <a:ext uri="{FF2B5EF4-FFF2-40B4-BE49-F238E27FC236}">
                  <a16:creationId xmlns:a16="http://schemas.microsoft.com/office/drawing/2014/main" id="{4E5A4A2A-160A-412D-8DE4-336484F2B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338"/>
              <a:ext cx="6" cy="7"/>
            </a:xfrm>
            <a:custGeom>
              <a:avLst/>
              <a:gdLst>
                <a:gd name="T0" fmla="*/ 1 w 6"/>
                <a:gd name="T1" fmla="*/ 1 h 7"/>
                <a:gd name="T2" fmla="*/ 6 w 6"/>
                <a:gd name="T3" fmla="*/ 1 h 7"/>
                <a:gd name="T4" fmla="*/ 2 w 6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6"/>
                    <a:pt x="6" y="7"/>
                    <a:pt x="6" y="1"/>
                  </a:cubicBezTo>
                  <a:cubicBezTo>
                    <a:pt x="3" y="0"/>
                    <a:pt x="3" y="2"/>
                    <a:pt x="2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684">
              <a:extLst>
                <a:ext uri="{FF2B5EF4-FFF2-40B4-BE49-F238E27FC236}">
                  <a16:creationId xmlns:a16="http://schemas.microsoft.com/office/drawing/2014/main" id="{AE0C5A1F-E035-4B69-A544-7840768B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370"/>
              <a:ext cx="5" cy="4"/>
            </a:xfrm>
            <a:custGeom>
              <a:avLst/>
              <a:gdLst>
                <a:gd name="T0" fmla="*/ 2 w 5"/>
                <a:gd name="T1" fmla="*/ 0 h 4"/>
                <a:gd name="T2" fmla="*/ 3 w 5"/>
                <a:gd name="T3" fmla="*/ 4 h 4"/>
                <a:gd name="T4" fmla="*/ 5 w 5"/>
                <a:gd name="T5" fmla="*/ 0 h 4"/>
                <a:gd name="T6" fmla="*/ 0 w 5"/>
                <a:gd name="T7" fmla="*/ 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2"/>
                    <a:pt x="1" y="3"/>
                    <a:pt x="3" y="4"/>
                  </a:cubicBezTo>
                  <a:cubicBezTo>
                    <a:pt x="5" y="3"/>
                    <a:pt x="5" y="3"/>
                    <a:pt x="5" y="0"/>
                  </a:cubicBezTo>
                  <a:cubicBezTo>
                    <a:pt x="3" y="0"/>
                    <a:pt x="1" y="0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685">
              <a:extLst>
                <a:ext uri="{FF2B5EF4-FFF2-40B4-BE49-F238E27FC236}">
                  <a16:creationId xmlns:a16="http://schemas.microsoft.com/office/drawing/2014/main" id="{7C799282-E50A-41BF-BF2B-76F77E5E0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306"/>
              <a:ext cx="2" cy="5"/>
            </a:xfrm>
            <a:custGeom>
              <a:avLst/>
              <a:gdLst>
                <a:gd name="T0" fmla="*/ 1 w 2"/>
                <a:gd name="T1" fmla="*/ 0 h 5"/>
                <a:gd name="T2" fmla="*/ 2 w 2"/>
                <a:gd name="T3" fmla="*/ 5 h 5"/>
                <a:gd name="T4" fmla="*/ 2 w 2"/>
                <a:gd name="T5" fmla="*/ 3 h 5"/>
                <a:gd name="T6" fmla="*/ 0 w 2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0" y="2"/>
                    <a:pt x="1" y="4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686">
              <a:extLst>
                <a:ext uri="{FF2B5EF4-FFF2-40B4-BE49-F238E27FC236}">
                  <a16:creationId xmlns:a16="http://schemas.microsoft.com/office/drawing/2014/main" id="{25EBB8CC-A784-4999-AB62-C0E74EEC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274"/>
              <a:ext cx="5" cy="5"/>
            </a:xfrm>
            <a:custGeom>
              <a:avLst/>
              <a:gdLst>
                <a:gd name="T0" fmla="*/ 1 w 5"/>
                <a:gd name="T1" fmla="*/ 4 h 5"/>
                <a:gd name="T2" fmla="*/ 4 w 5"/>
                <a:gd name="T3" fmla="*/ 1 h 5"/>
                <a:gd name="T4" fmla="*/ 0 w 5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3" y="4"/>
                    <a:pt x="5" y="5"/>
                    <a:pt x="4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Freeform 687">
              <a:extLst>
                <a:ext uri="{FF2B5EF4-FFF2-40B4-BE49-F238E27FC236}">
                  <a16:creationId xmlns:a16="http://schemas.microsoft.com/office/drawing/2014/main" id="{5A2FDD27-12EC-4CD1-90B2-2C3514D1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257"/>
              <a:ext cx="3" cy="5"/>
            </a:xfrm>
            <a:custGeom>
              <a:avLst/>
              <a:gdLst>
                <a:gd name="T0" fmla="*/ 2 w 4"/>
                <a:gd name="T1" fmla="*/ 6 h 4"/>
                <a:gd name="T2" fmla="*/ 2 w 4"/>
                <a:gd name="T3" fmla="*/ 8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0" y="2"/>
                    <a:pt x="2" y="4"/>
                    <a:pt x="3" y="4"/>
                  </a:cubicBezTo>
                  <a:cubicBezTo>
                    <a:pt x="4" y="2"/>
                    <a:pt x="3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6" name="Freeform 688">
              <a:extLst>
                <a:ext uri="{FF2B5EF4-FFF2-40B4-BE49-F238E27FC236}">
                  <a16:creationId xmlns:a16="http://schemas.microsoft.com/office/drawing/2014/main" id="{E85CE372-EF30-4073-84F5-45806353D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125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7" name="Freeform 689">
              <a:extLst>
                <a:ext uri="{FF2B5EF4-FFF2-40B4-BE49-F238E27FC236}">
                  <a16:creationId xmlns:a16="http://schemas.microsoft.com/office/drawing/2014/main" id="{F8463172-0834-4C57-8A4F-8B380F182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120"/>
              <a:ext cx="31" cy="52"/>
            </a:xfrm>
            <a:custGeom>
              <a:avLst/>
              <a:gdLst>
                <a:gd name="T0" fmla="*/ 29 w 32"/>
                <a:gd name="T1" fmla="*/ 13 h 51"/>
                <a:gd name="T2" fmla="*/ 29 w 32"/>
                <a:gd name="T3" fmla="*/ 34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1">
                  <a:moveTo>
                    <a:pt x="32" y="13"/>
                  </a:moveTo>
                  <a:cubicBezTo>
                    <a:pt x="0" y="0"/>
                    <a:pt x="9" y="51"/>
                    <a:pt x="32" y="3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8" name="Freeform 690">
              <a:extLst>
                <a:ext uri="{FF2B5EF4-FFF2-40B4-BE49-F238E27FC236}">
                  <a16:creationId xmlns:a16="http://schemas.microsoft.com/office/drawing/2014/main" id="{917CF053-744D-4EBA-BB53-37ED45EF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084"/>
              <a:ext cx="17" cy="33"/>
            </a:xfrm>
            <a:custGeom>
              <a:avLst/>
              <a:gdLst>
                <a:gd name="T0" fmla="*/ 15 w 18"/>
                <a:gd name="T1" fmla="*/ 1 h 32"/>
                <a:gd name="T2" fmla="*/ 15 w 18"/>
                <a:gd name="T3" fmla="*/ 2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18" y="1"/>
                  </a:moveTo>
                  <a:cubicBezTo>
                    <a:pt x="0" y="0"/>
                    <a:pt x="8" y="32"/>
                    <a:pt x="18" y="2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9" name="Freeform 691">
              <a:extLst>
                <a:ext uri="{FF2B5EF4-FFF2-40B4-BE49-F238E27FC236}">
                  <a16:creationId xmlns:a16="http://schemas.microsoft.com/office/drawing/2014/main" id="{2954D676-C0E7-4FBD-ACCD-2A341D2E7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041"/>
              <a:ext cx="48" cy="74"/>
            </a:xfrm>
            <a:custGeom>
              <a:avLst/>
              <a:gdLst>
                <a:gd name="T0" fmla="*/ 37 w 49"/>
                <a:gd name="T1" fmla="*/ 6 h 72"/>
                <a:gd name="T2" fmla="*/ 46 w 49"/>
                <a:gd name="T3" fmla="*/ 32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72">
                  <a:moveTo>
                    <a:pt x="40" y="6"/>
                  </a:moveTo>
                  <a:cubicBezTo>
                    <a:pt x="0" y="0"/>
                    <a:pt x="27" y="72"/>
                    <a:pt x="49" y="2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0" name="Freeform 692">
              <a:extLst>
                <a:ext uri="{FF2B5EF4-FFF2-40B4-BE49-F238E27FC236}">
                  <a16:creationId xmlns:a16="http://schemas.microsoft.com/office/drawing/2014/main" id="{B901A59E-E4EF-4354-BF68-06DF0893B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012"/>
              <a:ext cx="20" cy="38"/>
            </a:xfrm>
            <a:custGeom>
              <a:avLst/>
              <a:gdLst>
                <a:gd name="T0" fmla="*/ 16 w 21"/>
                <a:gd name="T1" fmla="*/ 13 h 37"/>
                <a:gd name="T2" fmla="*/ 18 w 21"/>
                <a:gd name="T3" fmla="*/ 38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19" y="13"/>
                  </a:moveTo>
                  <a:cubicBezTo>
                    <a:pt x="5" y="0"/>
                    <a:pt x="0" y="37"/>
                    <a:pt x="21" y="3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1" name="Freeform 693">
              <a:extLst>
                <a:ext uri="{FF2B5EF4-FFF2-40B4-BE49-F238E27FC236}">
                  <a16:creationId xmlns:a16="http://schemas.microsoft.com/office/drawing/2014/main" id="{E6EFC493-4733-4659-AA50-3912DD557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105"/>
              <a:ext cx="32" cy="55"/>
            </a:xfrm>
            <a:custGeom>
              <a:avLst/>
              <a:gdLst>
                <a:gd name="T0" fmla="*/ 29 w 33"/>
                <a:gd name="T1" fmla="*/ 7 h 53"/>
                <a:gd name="T2" fmla="*/ 8 w 33"/>
                <a:gd name="T3" fmla="*/ 20 h 53"/>
                <a:gd name="T4" fmla="*/ 30 w 33"/>
                <a:gd name="T5" fmla="*/ 3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3">
                  <a:moveTo>
                    <a:pt x="32" y="7"/>
                  </a:moveTo>
                  <a:cubicBezTo>
                    <a:pt x="23" y="0"/>
                    <a:pt x="13" y="8"/>
                    <a:pt x="8" y="17"/>
                  </a:cubicBezTo>
                  <a:cubicBezTo>
                    <a:pt x="0" y="35"/>
                    <a:pt x="21" y="53"/>
                    <a:pt x="33" y="3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694">
              <a:extLst>
                <a:ext uri="{FF2B5EF4-FFF2-40B4-BE49-F238E27FC236}">
                  <a16:creationId xmlns:a16="http://schemas.microsoft.com/office/drawing/2014/main" id="{C5C57B37-F0B4-44E8-A983-0415707E3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057"/>
              <a:ext cx="24" cy="57"/>
            </a:xfrm>
            <a:custGeom>
              <a:avLst/>
              <a:gdLst>
                <a:gd name="T0" fmla="*/ 22 w 25"/>
                <a:gd name="T1" fmla="*/ 12 h 55"/>
                <a:gd name="T2" fmla="*/ 19 w 25"/>
                <a:gd name="T3" fmla="*/ 38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5">
                  <a:moveTo>
                    <a:pt x="25" y="12"/>
                  </a:moveTo>
                  <a:cubicBezTo>
                    <a:pt x="0" y="0"/>
                    <a:pt x="8" y="55"/>
                    <a:pt x="22" y="3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695">
              <a:extLst>
                <a:ext uri="{FF2B5EF4-FFF2-40B4-BE49-F238E27FC236}">
                  <a16:creationId xmlns:a16="http://schemas.microsoft.com/office/drawing/2014/main" id="{E2C19307-A599-4A3E-8241-1A55FF78B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021"/>
              <a:ext cx="9" cy="16"/>
            </a:xfrm>
            <a:custGeom>
              <a:avLst/>
              <a:gdLst>
                <a:gd name="T0" fmla="*/ 7 w 10"/>
                <a:gd name="T1" fmla="*/ 7 h 15"/>
                <a:gd name="T2" fmla="*/ 5 w 10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10" y="7"/>
                  </a:moveTo>
                  <a:cubicBezTo>
                    <a:pt x="5" y="0"/>
                    <a:pt x="0" y="10"/>
                    <a:pt x="5" y="1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Freeform 696">
              <a:extLst>
                <a:ext uri="{FF2B5EF4-FFF2-40B4-BE49-F238E27FC236}">
                  <a16:creationId xmlns:a16="http://schemas.microsoft.com/office/drawing/2014/main" id="{A0B5C759-E3C7-48A6-A8F6-E2786685B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051"/>
              <a:ext cx="15" cy="23"/>
            </a:xfrm>
            <a:custGeom>
              <a:avLst/>
              <a:gdLst>
                <a:gd name="T0" fmla="*/ 1 w 15"/>
                <a:gd name="T1" fmla="*/ 16 h 22"/>
                <a:gd name="T2" fmla="*/ 9 w 15"/>
                <a:gd name="T3" fmla="*/ 20 h 22"/>
                <a:gd name="T4" fmla="*/ 2 w 1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" y="13"/>
                  </a:moveTo>
                  <a:cubicBezTo>
                    <a:pt x="0" y="15"/>
                    <a:pt x="3" y="22"/>
                    <a:pt x="9" y="17"/>
                  </a:cubicBezTo>
                  <a:cubicBezTo>
                    <a:pt x="15" y="13"/>
                    <a:pt x="10" y="0"/>
                    <a:pt x="2" y="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5" name="Freeform 697">
              <a:extLst>
                <a:ext uri="{FF2B5EF4-FFF2-40B4-BE49-F238E27FC236}">
                  <a16:creationId xmlns:a16="http://schemas.microsoft.com/office/drawing/2014/main" id="{56BFCAC4-17A2-449A-A1B4-99FE89DBD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144"/>
              <a:ext cx="21" cy="44"/>
            </a:xfrm>
            <a:custGeom>
              <a:avLst/>
              <a:gdLst>
                <a:gd name="T0" fmla="*/ 7 w 21"/>
                <a:gd name="T1" fmla="*/ 27 h 42"/>
                <a:gd name="T2" fmla="*/ 0 w 21"/>
                <a:gd name="T3" fmla="*/ 2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2">
                  <a:moveTo>
                    <a:pt x="7" y="24"/>
                  </a:moveTo>
                  <a:cubicBezTo>
                    <a:pt x="21" y="42"/>
                    <a:pt x="11" y="0"/>
                    <a:pt x="0" y="2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6" name="Freeform 698">
              <a:extLst>
                <a:ext uri="{FF2B5EF4-FFF2-40B4-BE49-F238E27FC236}">
                  <a16:creationId xmlns:a16="http://schemas.microsoft.com/office/drawing/2014/main" id="{BBD2C499-EF9D-451D-B370-995DC3A32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190"/>
              <a:ext cx="8" cy="11"/>
            </a:xfrm>
            <a:custGeom>
              <a:avLst/>
              <a:gdLst>
                <a:gd name="T0" fmla="*/ 6 w 8"/>
                <a:gd name="T1" fmla="*/ 9 h 11"/>
                <a:gd name="T2" fmla="*/ 1 w 8"/>
                <a:gd name="T3" fmla="*/ 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6" y="9"/>
                  </a:moveTo>
                  <a:cubicBezTo>
                    <a:pt x="8" y="0"/>
                    <a:pt x="0" y="3"/>
                    <a:pt x="1" y="1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7" name="Freeform 699">
              <a:extLst>
                <a:ext uri="{FF2B5EF4-FFF2-40B4-BE49-F238E27FC236}">
                  <a16:creationId xmlns:a16="http://schemas.microsoft.com/office/drawing/2014/main" id="{70BB45D5-9819-4B37-B296-C877DF551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205"/>
              <a:ext cx="12" cy="15"/>
            </a:xfrm>
            <a:custGeom>
              <a:avLst/>
              <a:gdLst>
                <a:gd name="T0" fmla="*/ 5 w 12"/>
                <a:gd name="T1" fmla="*/ 15 h 15"/>
                <a:gd name="T2" fmla="*/ 0 w 12"/>
                <a:gd name="T3" fmla="*/ 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12" y="10"/>
                    <a:pt x="7" y="0"/>
                    <a:pt x="0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8" name="Freeform 700">
              <a:extLst>
                <a:ext uri="{FF2B5EF4-FFF2-40B4-BE49-F238E27FC236}">
                  <a16:creationId xmlns:a16="http://schemas.microsoft.com/office/drawing/2014/main" id="{381FC673-6507-4E24-AD0A-67E4F28D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243"/>
              <a:ext cx="5" cy="8"/>
            </a:xfrm>
            <a:custGeom>
              <a:avLst/>
              <a:gdLst>
                <a:gd name="T0" fmla="*/ 2 w 5"/>
                <a:gd name="T1" fmla="*/ 1 h 8"/>
                <a:gd name="T2" fmla="*/ 0 w 5"/>
                <a:gd name="T3" fmla="*/ 8 h 8"/>
                <a:gd name="T4" fmla="*/ 5 w 5"/>
                <a:gd name="T5" fmla="*/ 1 h 8"/>
                <a:gd name="T6" fmla="*/ 1 w 5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2" y="1"/>
                  </a:moveTo>
                  <a:cubicBezTo>
                    <a:pt x="1" y="3"/>
                    <a:pt x="1" y="6"/>
                    <a:pt x="0" y="8"/>
                  </a:cubicBezTo>
                  <a:cubicBezTo>
                    <a:pt x="4" y="7"/>
                    <a:pt x="4" y="5"/>
                    <a:pt x="5" y="1"/>
                  </a:cubicBezTo>
                  <a:cubicBezTo>
                    <a:pt x="1" y="0"/>
                    <a:pt x="3" y="3"/>
                    <a:pt x="1" y="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9" name="Freeform 701">
              <a:extLst>
                <a:ext uri="{FF2B5EF4-FFF2-40B4-BE49-F238E27FC236}">
                  <a16:creationId xmlns:a16="http://schemas.microsoft.com/office/drawing/2014/main" id="{1620DCDB-E5E6-4195-BC32-C28873BA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270"/>
              <a:ext cx="4" cy="7"/>
            </a:xfrm>
            <a:custGeom>
              <a:avLst/>
              <a:gdLst>
                <a:gd name="T0" fmla="*/ 0 w 4"/>
                <a:gd name="T1" fmla="*/ 0 h 7"/>
                <a:gd name="T2" fmla="*/ 4 w 4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4"/>
                    <a:pt x="1" y="6"/>
                    <a:pt x="4" y="7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0" name="Freeform 702">
              <a:extLst>
                <a:ext uri="{FF2B5EF4-FFF2-40B4-BE49-F238E27FC236}">
                  <a16:creationId xmlns:a16="http://schemas.microsoft.com/office/drawing/2014/main" id="{BFF25845-D798-4B49-84F8-BC91DC793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262"/>
              <a:ext cx="7" cy="8"/>
            </a:xfrm>
            <a:custGeom>
              <a:avLst/>
              <a:gdLst>
                <a:gd name="T0" fmla="*/ 3 w 7"/>
                <a:gd name="T1" fmla="*/ 8 h 8"/>
                <a:gd name="T2" fmla="*/ 6 w 7"/>
                <a:gd name="T3" fmla="*/ 3 h 8"/>
                <a:gd name="T4" fmla="*/ 0 w 7"/>
                <a:gd name="T5" fmla="*/ 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8"/>
                  </a:moveTo>
                  <a:cubicBezTo>
                    <a:pt x="5" y="7"/>
                    <a:pt x="7" y="6"/>
                    <a:pt x="6" y="3"/>
                  </a:cubicBezTo>
                  <a:cubicBezTo>
                    <a:pt x="3" y="0"/>
                    <a:pt x="2" y="2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1" name="Freeform 703">
              <a:extLst>
                <a:ext uri="{FF2B5EF4-FFF2-40B4-BE49-F238E27FC236}">
                  <a16:creationId xmlns:a16="http://schemas.microsoft.com/office/drawing/2014/main" id="{3279BDDA-24E6-4C8D-B4C1-07E520D55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320"/>
              <a:ext cx="9" cy="15"/>
            </a:xfrm>
            <a:custGeom>
              <a:avLst/>
              <a:gdLst>
                <a:gd name="T0" fmla="*/ 0 w 10"/>
                <a:gd name="T1" fmla="*/ 9 h 15"/>
                <a:gd name="T2" fmla="*/ 4 w 10"/>
                <a:gd name="T3" fmla="*/ 15 h 15"/>
                <a:gd name="T4" fmla="*/ 5 w 10"/>
                <a:gd name="T5" fmla="*/ 0 h 15"/>
                <a:gd name="T6" fmla="*/ 4 w 10"/>
                <a:gd name="T7" fmla="*/ 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9"/>
                  </a:moveTo>
                  <a:cubicBezTo>
                    <a:pt x="1" y="12"/>
                    <a:pt x="2" y="14"/>
                    <a:pt x="4" y="15"/>
                  </a:cubicBezTo>
                  <a:cubicBezTo>
                    <a:pt x="8" y="11"/>
                    <a:pt x="10" y="5"/>
                    <a:pt x="8" y="0"/>
                  </a:cubicBezTo>
                  <a:cubicBezTo>
                    <a:pt x="6" y="0"/>
                    <a:pt x="5" y="1"/>
                    <a:pt x="4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2" name="Freeform 704">
              <a:extLst>
                <a:ext uri="{FF2B5EF4-FFF2-40B4-BE49-F238E27FC236}">
                  <a16:creationId xmlns:a16="http://schemas.microsoft.com/office/drawing/2014/main" id="{0959472D-D898-4132-9404-AE0C9C6A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228"/>
              <a:ext cx="3" cy="5"/>
            </a:xfrm>
            <a:custGeom>
              <a:avLst/>
              <a:gdLst>
                <a:gd name="T0" fmla="*/ 1 w 3"/>
                <a:gd name="T1" fmla="*/ 8 h 4"/>
                <a:gd name="T2" fmla="*/ 0 w 3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3" y="2"/>
                    <a:pt x="3" y="0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3" name="Freeform 705">
              <a:extLst>
                <a:ext uri="{FF2B5EF4-FFF2-40B4-BE49-F238E27FC236}">
                  <a16:creationId xmlns:a16="http://schemas.microsoft.com/office/drawing/2014/main" id="{5F773A18-89B1-4659-A39C-1FAF3E3B5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324"/>
              <a:ext cx="6" cy="9"/>
            </a:xfrm>
            <a:custGeom>
              <a:avLst/>
              <a:gdLst>
                <a:gd name="T0" fmla="*/ 3 w 7"/>
                <a:gd name="T1" fmla="*/ 7 h 9"/>
                <a:gd name="T2" fmla="*/ 4 w 7"/>
                <a:gd name="T3" fmla="*/ 1 h 9"/>
                <a:gd name="T4" fmla="*/ 3 w 7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7"/>
                  </a:moveTo>
                  <a:cubicBezTo>
                    <a:pt x="6" y="7"/>
                    <a:pt x="7" y="6"/>
                    <a:pt x="7" y="1"/>
                  </a:cubicBezTo>
                  <a:cubicBezTo>
                    <a:pt x="1" y="0"/>
                    <a:pt x="0" y="4"/>
                    <a:pt x="3" y="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4" name="Freeform 706">
              <a:extLst>
                <a:ext uri="{FF2B5EF4-FFF2-40B4-BE49-F238E27FC236}">
                  <a16:creationId xmlns:a16="http://schemas.microsoft.com/office/drawing/2014/main" id="{6296FB7F-C1CD-4912-B872-E4592D173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350"/>
              <a:ext cx="11" cy="14"/>
            </a:xfrm>
            <a:custGeom>
              <a:avLst/>
              <a:gdLst>
                <a:gd name="T0" fmla="*/ 0 w 12"/>
                <a:gd name="T1" fmla="*/ 9 h 14"/>
                <a:gd name="T2" fmla="*/ 5 w 12"/>
                <a:gd name="T3" fmla="*/ 14 h 14"/>
                <a:gd name="T4" fmla="*/ 6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9"/>
                  </a:moveTo>
                  <a:cubicBezTo>
                    <a:pt x="1" y="11"/>
                    <a:pt x="3" y="12"/>
                    <a:pt x="5" y="14"/>
                  </a:cubicBezTo>
                  <a:cubicBezTo>
                    <a:pt x="10" y="11"/>
                    <a:pt x="12" y="5"/>
                    <a:pt x="9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5" name="Freeform 707">
              <a:extLst>
                <a:ext uri="{FF2B5EF4-FFF2-40B4-BE49-F238E27FC236}">
                  <a16:creationId xmlns:a16="http://schemas.microsoft.com/office/drawing/2014/main" id="{3B073484-C557-49FC-B3B8-5D418D73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217"/>
              <a:ext cx="17" cy="16"/>
            </a:xfrm>
            <a:custGeom>
              <a:avLst/>
              <a:gdLst>
                <a:gd name="T0" fmla="*/ 17 w 17"/>
                <a:gd name="T1" fmla="*/ 1 h 15"/>
                <a:gd name="T2" fmla="*/ 12 w 17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17" y="1"/>
                  </a:moveTo>
                  <a:cubicBezTo>
                    <a:pt x="8" y="0"/>
                    <a:pt x="0" y="14"/>
                    <a:pt x="12" y="1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6" name="Freeform 708">
              <a:extLst>
                <a:ext uri="{FF2B5EF4-FFF2-40B4-BE49-F238E27FC236}">
                  <a16:creationId xmlns:a16="http://schemas.microsoft.com/office/drawing/2014/main" id="{8729AE58-EC59-4A64-9C45-EDB714CD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185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7" name="Freeform 709">
              <a:extLst>
                <a:ext uri="{FF2B5EF4-FFF2-40B4-BE49-F238E27FC236}">
                  <a16:creationId xmlns:a16="http://schemas.microsoft.com/office/drawing/2014/main" id="{5BA94AF6-48CA-4269-957D-6DE33F762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202"/>
              <a:ext cx="3" cy="4"/>
            </a:xfrm>
            <a:custGeom>
              <a:avLst/>
              <a:gdLst>
                <a:gd name="T0" fmla="*/ 2 w 3"/>
                <a:gd name="T1" fmla="*/ 0 h 3"/>
                <a:gd name="T2" fmla="*/ 0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2"/>
                    <a:pt x="2" y="3"/>
                    <a:pt x="0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8" name="Freeform 710">
              <a:extLst>
                <a:ext uri="{FF2B5EF4-FFF2-40B4-BE49-F238E27FC236}">
                  <a16:creationId xmlns:a16="http://schemas.microsoft.com/office/drawing/2014/main" id="{07DB549E-EC1B-45FA-8A48-C8C765BE9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055"/>
              <a:ext cx="7" cy="10"/>
            </a:xfrm>
            <a:custGeom>
              <a:avLst/>
              <a:gdLst>
                <a:gd name="T0" fmla="*/ 3 w 7"/>
                <a:gd name="T1" fmla="*/ 9 h 9"/>
                <a:gd name="T2" fmla="*/ 2 w 7"/>
                <a:gd name="T3" fmla="*/ 11 h 9"/>
                <a:gd name="T4" fmla="*/ 4 w 7"/>
                <a:gd name="T5" fmla="*/ 12 h 9"/>
                <a:gd name="T6" fmla="*/ 0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6"/>
                  </a:moveTo>
                  <a:cubicBezTo>
                    <a:pt x="3" y="6"/>
                    <a:pt x="1" y="6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7" y="5"/>
                    <a:pt x="7" y="0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9" name="Freeform 711">
              <a:extLst>
                <a:ext uri="{FF2B5EF4-FFF2-40B4-BE49-F238E27FC236}">
                  <a16:creationId xmlns:a16="http://schemas.microsoft.com/office/drawing/2014/main" id="{3AD83EBC-65E5-49FF-B6E2-4B9C9A9AF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995"/>
              <a:ext cx="4" cy="5"/>
            </a:xfrm>
            <a:custGeom>
              <a:avLst/>
              <a:gdLst>
                <a:gd name="T0" fmla="*/ 4 w 4"/>
                <a:gd name="T1" fmla="*/ 0 h 5"/>
                <a:gd name="T2" fmla="*/ 1 w 4"/>
                <a:gd name="T3" fmla="*/ 5 h 5"/>
                <a:gd name="T4" fmla="*/ 1 w 4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0"/>
                    <a:pt x="0" y="1"/>
                    <a:pt x="1" y="5"/>
                  </a:cubicBezTo>
                  <a:cubicBezTo>
                    <a:pt x="1" y="4"/>
                    <a:pt x="1" y="2"/>
                    <a:pt x="1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0" name="Freeform 712">
              <a:extLst>
                <a:ext uri="{FF2B5EF4-FFF2-40B4-BE49-F238E27FC236}">
                  <a16:creationId xmlns:a16="http://schemas.microsoft.com/office/drawing/2014/main" id="{3E4C5D20-7E42-44CE-94A1-5CF22F13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97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1" name="Freeform 713">
              <a:extLst>
                <a:ext uri="{FF2B5EF4-FFF2-40B4-BE49-F238E27FC236}">
                  <a16:creationId xmlns:a16="http://schemas.microsoft.com/office/drawing/2014/main" id="{845E9045-F070-46BF-8595-2260ED5B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316"/>
              <a:ext cx="7" cy="9"/>
            </a:xfrm>
            <a:custGeom>
              <a:avLst/>
              <a:gdLst>
                <a:gd name="T0" fmla="*/ 1 w 7"/>
                <a:gd name="T1" fmla="*/ 3 h 8"/>
                <a:gd name="T2" fmla="*/ 1 w 7"/>
                <a:gd name="T3" fmla="*/ 11 h 8"/>
                <a:gd name="T4" fmla="*/ 6 w 7"/>
                <a:gd name="T5" fmla="*/ 1 h 8"/>
                <a:gd name="T6" fmla="*/ 1 w 7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6" y="8"/>
                    <a:pt x="7" y="6"/>
                    <a:pt x="6" y="1"/>
                  </a:cubicBezTo>
                  <a:cubicBezTo>
                    <a:pt x="3" y="0"/>
                    <a:pt x="3" y="2"/>
                    <a:pt x="1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2" name="Freeform 714">
              <a:extLst>
                <a:ext uri="{FF2B5EF4-FFF2-40B4-BE49-F238E27FC236}">
                  <a16:creationId xmlns:a16="http://schemas.microsoft.com/office/drawing/2014/main" id="{D25828AB-F271-4E8D-9D0A-45CDEB5E1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917"/>
              <a:ext cx="10" cy="20"/>
            </a:xfrm>
            <a:custGeom>
              <a:avLst/>
              <a:gdLst>
                <a:gd name="T0" fmla="*/ 5 w 10"/>
                <a:gd name="T1" fmla="*/ 14 h 19"/>
                <a:gd name="T2" fmla="*/ 8 w 10"/>
                <a:gd name="T3" fmla="*/ 22 h 19"/>
                <a:gd name="T4" fmla="*/ 0 w 10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5" y="11"/>
                  </a:moveTo>
                  <a:cubicBezTo>
                    <a:pt x="7" y="13"/>
                    <a:pt x="4" y="17"/>
                    <a:pt x="8" y="19"/>
                  </a:cubicBezTo>
                  <a:cubicBezTo>
                    <a:pt x="10" y="5"/>
                    <a:pt x="8" y="0"/>
                    <a:pt x="0" y="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3" name="Freeform 715">
              <a:extLst>
                <a:ext uri="{FF2B5EF4-FFF2-40B4-BE49-F238E27FC236}">
                  <a16:creationId xmlns:a16="http://schemas.microsoft.com/office/drawing/2014/main" id="{D82EFC3D-B269-44D6-8CF3-BE58AE15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962"/>
              <a:ext cx="5" cy="4"/>
            </a:xfrm>
            <a:custGeom>
              <a:avLst/>
              <a:gdLst>
                <a:gd name="T0" fmla="*/ 0 w 6"/>
                <a:gd name="T1" fmla="*/ 0 h 4"/>
                <a:gd name="T2" fmla="*/ 3 w 6"/>
                <a:gd name="T3" fmla="*/ 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3" y="4"/>
                    <a:pt x="6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4" name="Freeform 716">
              <a:extLst>
                <a:ext uri="{FF2B5EF4-FFF2-40B4-BE49-F238E27FC236}">
                  <a16:creationId xmlns:a16="http://schemas.microsoft.com/office/drawing/2014/main" id="{9A970724-32EB-400C-962E-CF6899F85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967"/>
              <a:ext cx="4" cy="19"/>
            </a:xfrm>
            <a:custGeom>
              <a:avLst/>
              <a:gdLst>
                <a:gd name="T0" fmla="*/ 0 w 5"/>
                <a:gd name="T1" fmla="*/ 14 h 18"/>
                <a:gd name="T2" fmla="*/ 2 w 5"/>
                <a:gd name="T3" fmla="*/ 15 h 18"/>
                <a:gd name="T4" fmla="*/ 2 w 5"/>
                <a:gd name="T5" fmla="*/ 6 h 18"/>
                <a:gd name="T6" fmla="*/ 0 w 5"/>
                <a:gd name="T7" fmla="*/ 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8">
                  <a:moveTo>
                    <a:pt x="0" y="11"/>
                  </a:moveTo>
                  <a:cubicBezTo>
                    <a:pt x="3" y="11"/>
                    <a:pt x="3" y="18"/>
                    <a:pt x="5" y="12"/>
                  </a:cubicBezTo>
                  <a:cubicBezTo>
                    <a:pt x="5" y="10"/>
                    <a:pt x="5" y="8"/>
                    <a:pt x="5" y="6"/>
                  </a:cubicBezTo>
                  <a:cubicBezTo>
                    <a:pt x="0" y="0"/>
                    <a:pt x="1" y="6"/>
                    <a:pt x="0" y="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5" name="Freeform 717">
              <a:extLst>
                <a:ext uri="{FF2B5EF4-FFF2-40B4-BE49-F238E27FC236}">
                  <a16:creationId xmlns:a16="http://schemas.microsoft.com/office/drawing/2014/main" id="{3C279241-3DA8-4E81-AF93-2CBB8DC98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012"/>
              <a:ext cx="3" cy="6"/>
            </a:xfrm>
            <a:custGeom>
              <a:avLst/>
              <a:gdLst>
                <a:gd name="T0" fmla="*/ 0 w 3"/>
                <a:gd name="T1" fmla="*/ 3 h 6"/>
                <a:gd name="T2" fmla="*/ 2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3" y="6"/>
                    <a:pt x="3" y="4"/>
                    <a:pt x="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6" name="Freeform 718">
              <a:extLst>
                <a:ext uri="{FF2B5EF4-FFF2-40B4-BE49-F238E27FC236}">
                  <a16:creationId xmlns:a16="http://schemas.microsoft.com/office/drawing/2014/main" id="{C321D133-5E13-462E-9EEE-AA70BD64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902"/>
              <a:ext cx="8" cy="7"/>
            </a:xfrm>
            <a:custGeom>
              <a:avLst/>
              <a:gdLst>
                <a:gd name="T0" fmla="*/ 6 w 8"/>
                <a:gd name="T1" fmla="*/ 2 h 7"/>
                <a:gd name="T2" fmla="*/ 5 w 8"/>
                <a:gd name="T3" fmla="*/ 7 h 7"/>
                <a:gd name="T4" fmla="*/ 1 w 8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2"/>
                  </a:moveTo>
                  <a:cubicBezTo>
                    <a:pt x="6" y="5"/>
                    <a:pt x="0" y="6"/>
                    <a:pt x="5" y="7"/>
                  </a:cubicBezTo>
                  <a:cubicBezTo>
                    <a:pt x="8" y="0"/>
                    <a:pt x="3" y="5"/>
                    <a:pt x="1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7" name="Freeform 719">
              <a:extLst>
                <a:ext uri="{FF2B5EF4-FFF2-40B4-BE49-F238E27FC236}">
                  <a16:creationId xmlns:a16="http://schemas.microsoft.com/office/drawing/2014/main" id="{BC227445-79F4-46D2-93F1-2E7BDB95B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949"/>
              <a:ext cx="5" cy="5"/>
            </a:xfrm>
            <a:custGeom>
              <a:avLst/>
              <a:gdLst>
                <a:gd name="T0" fmla="*/ 0 w 6"/>
                <a:gd name="T1" fmla="*/ 0 h 5"/>
                <a:gd name="T2" fmla="*/ 3 w 6"/>
                <a:gd name="T3" fmla="*/ 5 h 5"/>
                <a:gd name="T4" fmla="*/ 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3"/>
                    <a:pt x="3" y="5"/>
                    <a:pt x="5" y="5"/>
                  </a:cubicBezTo>
                  <a:cubicBezTo>
                    <a:pt x="6" y="0"/>
                    <a:pt x="3" y="2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8" name="Freeform 720">
              <a:extLst>
                <a:ext uri="{FF2B5EF4-FFF2-40B4-BE49-F238E27FC236}">
                  <a16:creationId xmlns:a16="http://schemas.microsoft.com/office/drawing/2014/main" id="{CE882101-33C1-4E57-B532-155C7504A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43"/>
              <a:ext cx="7" cy="11"/>
            </a:xfrm>
            <a:custGeom>
              <a:avLst/>
              <a:gdLst>
                <a:gd name="T0" fmla="*/ 0 w 7"/>
                <a:gd name="T1" fmla="*/ 3 h 11"/>
                <a:gd name="T2" fmla="*/ 1 w 7"/>
                <a:gd name="T3" fmla="*/ 11 h 11"/>
                <a:gd name="T4" fmla="*/ 6 w 7"/>
                <a:gd name="T5" fmla="*/ 0 h 11"/>
                <a:gd name="T6" fmla="*/ 3 w 7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1" y="4"/>
                    <a:pt x="0" y="9"/>
                    <a:pt x="1" y="11"/>
                  </a:cubicBezTo>
                  <a:cubicBezTo>
                    <a:pt x="6" y="4"/>
                    <a:pt x="7" y="10"/>
                    <a:pt x="6" y="0"/>
                  </a:cubicBezTo>
                  <a:cubicBezTo>
                    <a:pt x="0" y="2"/>
                    <a:pt x="6" y="5"/>
                    <a:pt x="3" y="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9" name="Freeform 721">
              <a:extLst>
                <a:ext uri="{FF2B5EF4-FFF2-40B4-BE49-F238E27FC236}">
                  <a16:creationId xmlns:a16="http://schemas.microsoft.com/office/drawing/2014/main" id="{48BB5F8D-229C-4673-847C-D06F1575F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484"/>
              <a:ext cx="5" cy="10"/>
            </a:xfrm>
            <a:custGeom>
              <a:avLst/>
              <a:gdLst>
                <a:gd name="T0" fmla="*/ 3 w 5"/>
                <a:gd name="T1" fmla="*/ 0 h 9"/>
                <a:gd name="T2" fmla="*/ 0 w 5"/>
                <a:gd name="T3" fmla="*/ 1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5" y="7"/>
                    <a:pt x="4" y="9"/>
                    <a:pt x="0" y="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0" name="Freeform 722">
              <a:extLst>
                <a:ext uri="{FF2B5EF4-FFF2-40B4-BE49-F238E27FC236}">
                  <a16:creationId xmlns:a16="http://schemas.microsoft.com/office/drawing/2014/main" id="{1E9594BE-A259-48CD-A101-C60847AA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526"/>
              <a:ext cx="8" cy="8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6" y="4"/>
                    <a:pt x="4" y="7"/>
                    <a:pt x="0" y="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1" name="Oval 723">
              <a:extLst>
                <a:ext uri="{FF2B5EF4-FFF2-40B4-BE49-F238E27FC236}">
                  <a16:creationId xmlns:a16="http://schemas.microsoft.com/office/drawing/2014/main" id="{1E6888B2-2C3D-47E7-B58B-7D06523EA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1495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2" name="Oval 724">
              <a:extLst>
                <a:ext uri="{FF2B5EF4-FFF2-40B4-BE49-F238E27FC236}">
                  <a16:creationId xmlns:a16="http://schemas.microsoft.com/office/drawing/2014/main" id="{D190E9BB-E216-45EB-B81F-E2902C901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8" y="1526"/>
              <a:ext cx="19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3" name="Oval 725">
              <a:extLst>
                <a:ext uri="{FF2B5EF4-FFF2-40B4-BE49-F238E27FC236}">
                  <a16:creationId xmlns:a16="http://schemas.microsoft.com/office/drawing/2014/main" id="{2024BDF1-92E4-4E51-A516-26EC8339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5" y="1143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4" name="Oval 726">
              <a:extLst>
                <a:ext uri="{FF2B5EF4-FFF2-40B4-BE49-F238E27FC236}">
                  <a16:creationId xmlns:a16="http://schemas.microsoft.com/office/drawing/2014/main" id="{09D927C1-15B8-4660-88A4-EF1C5DF8C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132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5" name="Oval 727">
              <a:extLst>
                <a:ext uri="{FF2B5EF4-FFF2-40B4-BE49-F238E27FC236}">
                  <a16:creationId xmlns:a16="http://schemas.microsoft.com/office/drawing/2014/main" id="{1E3C41E8-A624-492F-8FBF-CE21E6A49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1479"/>
              <a:ext cx="21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6" name="Oval 728">
              <a:extLst>
                <a:ext uri="{FF2B5EF4-FFF2-40B4-BE49-F238E27FC236}">
                  <a16:creationId xmlns:a16="http://schemas.microsoft.com/office/drawing/2014/main" id="{F87C3BAA-2876-4805-B7B3-FC404850E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4" y="1466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7" name="Oval 729">
              <a:extLst>
                <a:ext uri="{FF2B5EF4-FFF2-40B4-BE49-F238E27FC236}">
                  <a16:creationId xmlns:a16="http://schemas.microsoft.com/office/drawing/2014/main" id="{628E1622-28CC-44CA-92D1-E438C2CAA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98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8" name="Oval 730">
              <a:extLst>
                <a:ext uri="{FF2B5EF4-FFF2-40B4-BE49-F238E27FC236}">
                  <a16:creationId xmlns:a16="http://schemas.microsoft.com/office/drawing/2014/main" id="{F905965C-D7E2-4B1B-83B1-D9F3FD24A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" y="1002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4824" name="Olive-oil-glass-bottle">
            <a:extLst>
              <a:ext uri="{FF2B5EF4-FFF2-40B4-BE49-F238E27FC236}">
                <a16:creationId xmlns:a16="http://schemas.microsoft.com/office/drawing/2014/main" id="{40120ACC-E945-4C65-97B7-9B337DC872B6}"/>
              </a:ext>
            </a:extLst>
          </p:cNvPr>
          <p:cNvGrpSpPr>
            <a:grpSpLocks/>
          </p:cNvGrpSpPr>
          <p:nvPr/>
        </p:nvGrpSpPr>
        <p:grpSpPr bwMode="auto">
          <a:xfrm>
            <a:off x="3524250" y="1517650"/>
            <a:ext cx="719138" cy="4051300"/>
            <a:chOff x="1260" y="956"/>
            <a:chExt cx="453" cy="2552"/>
          </a:xfrm>
        </p:grpSpPr>
        <p:sp>
          <p:nvSpPr>
            <p:cNvPr id="34825" name="Freeform 732">
              <a:extLst>
                <a:ext uri="{FF2B5EF4-FFF2-40B4-BE49-F238E27FC236}">
                  <a16:creationId xmlns:a16="http://schemas.microsoft.com/office/drawing/2014/main" id="{5E7AC24D-E84F-481D-BD04-58A8E5FB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258"/>
              <a:ext cx="153" cy="188"/>
            </a:xfrm>
            <a:custGeom>
              <a:avLst/>
              <a:gdLst>
                <a:gd name="T0" fmla="*/ 170 w 145"/>
                <a:gd name="T1" fmla="*/ 1 h 179"/>
                <a:gd name="T2" fmla="*/ 165 w 145"/>
                <a:gd name="T3" fmla="*/ 177 h 179"/>
                <a:gd name="T4" fmla="*/ 5 w 145"/>
                <a:gd name="T5" fmla="*/ 177 h 179"/>
                <a:gd name="T6" fmla="*/ 0 w 145"/>
                <a:gd name="T7" fmla="*/ 0 h 179"/>
                <a:gd name="T8" fmla="*/ 170 w 145"/>
                <a:gd name="T9" fmla="*/ 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79">
                  <a:moveTo>
                    <a:pt x="145" y="1"/>
                  </a:moveTo>
                  <a:cubicBezTo>
                    <a:pt x="140" y="153"/>
                    <a:pt x="140" y="153"/>
                    <a:pt x="140" y="153"/>
                  </a:cubicBezTo>
                  <a:cubicBezTo>
                    <a:pt x="140" y="153"/>
                    <a:pt x="72" y="179"/>
                    <a:pt x="5" y="15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5" y="1"/>
                    <a:pt x="145" y="1"/>
                    <a:pt x="145" y="1"/>
                  </a:cubicBezTo>
                </a:path>
              </a:pathLst>
            </a:custGeom>
            <a:solidFill>
              <a:srgbClr val="F9E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733">
              <a:extLst>
                <a:ext uri="{FF2B5EF4-FFF2-40B4-BE49-F238E27FC236}">
                  <a16:creationId xmlns:a16="http://schemas.microsoft.com/office/drawing/2014/main" id="{9690AA54-3223-489E-BCBF-37A0D22B9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258"/>
              <a:ext cx="153" cy="177"/>
            </a:xfrm>
            <a:custGeom>
              <a:avLst/>
              <a:gdLst>
                <a:gd name="T0" fmla="*/ 126 w 145"/>
                <a:gd name="T1" fmla="*/ 179 h 168"/>
                <a:gd name="T2" fmla="*/ 132 w 145"/>
                <a:gd name="T3" fmla="*/ 1 h 168"/>
                <a:gd name="T4" fmla="*/ 0 w 145"/>
                <a:gd name="T5" fmla="*/ 0 h 168"/>
                <a:gd name="T6" fmla="*/ 0 w 145"/>
                <a:gd name="T7" fmla="*/ 0 h 168"/>
                <a:gd name="T8" fmla="*/ 170 w 145"/>
                <a:gd name="T9" fmla="*/ 1 h 168"/>
                <a:gd name="T10" fmla="*/ 165 w 145"/>
                <a:gd name="T11" fmla="*/ 179 h 168"/>
                <a:gd name="T12" fmla="*/ 63 w 145"/>
                <a:gd name="T13" fmla="*/ 192 h 168"/>
                <a:gd name="T14" fmla="*/ 126 w 145"/>
                <a:gd name="T15" fmla="*/ 179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168">
                  <a:moveTo>
                    <a:pt x="107" y="153"/>
                  </a:moveTo>
                  <a:cubicBezTo>
                    <a:pt x="112" y="1"/>
                    <a:pt x="112" y="1"/>
                    <a:pt x="11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0" y="153"/>
                    <a:pt x="101" y="168"/>
                    <a:pt x="54" y="164"/>
                  </a:cubicBezTo>
                  <a:cubicBezTo>
                    <a:pt x="85" y="162"/>
                    <a:pt x="107" y="153"/>
                    <a:pt x="107" y="153"/>
                  </a:cubicBezTo>
                </a:path>
              </a:pathLst>
            </a:cu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734">
              <a:extLst>
                <a:ext uri="{FF2B5EF4-FFF2-40B4-BE49-F238E27FC236}">
                  <a16:creationId xmlns:a16="http://schemas.microsoft.com/office/drawing/2014/main" id="{DD316078-8703-4113-A830-A70A9A3FD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256"/>
              <a:ext cx="158" cy="178"/>
            </a:xfrm>
            <a:custGeom>
              <a:avLst/>
              <a:gdLst>
                <a:gd name="T0" fmla="*/ 175 w 149"/>
                <a:gd name="T1" fmla="*/ 3 h 169"/>
                <a:gd name="T2" fmla="*/ 173 w 149"/>
                <a:gd name="T3" fmla="*/ 3 h 169"/>
                <a:gd name="T4" fmla="*/ 166 w 149"/>
                <a:gd name="T5" fmla="*/ 181 h 169"/>
                <a:gd name="T6" fmla="*/ 170 w 149"/>
                <a:gd name="T7" fmla="*/ 181 h 169"/>
                <a:gd name="T8" fmla="*/ 169 w 149"/>
                <a:gd name="T9" fmla="*/ 179 h 169"/>
                <a:gd name="T10" fmla="*/ 166 w 149"/>
                <a:gd name="T11" fmla="*/ 180 h 169"/>
                <a:gd name="T12" fmla="*/ 86 w 149"/>
                <a:gd name="T13" fmla="*/ 193 h 169"/>
                <a:gd name="T14" fmla="*/ 8 w 149"/>
                <a:gd name="T15" fmla="*/ 179 h 169"/>
                <a:gd name="T16" fmla="*/ 7 w 149"/>
                <a:gd name="T17" fmla="*/ 181 h 169"/>
                <a:gd name="T18" fmla="*/ 12 w 149"/>
                <a:gd name="T19" fmla="*/ 181 h 169"/>
                <a:gd name="T20" fmla="*/ 5 w 149"/>
                <a:gd name="T21" fmla="*/ 4 h 169"/>
                <a:gd name="T22" fmla="*/ 175 w 149"/>
                <a:gd name="T23" fmla="*/ 5 h 169"/>
                <a:gd name="T24" fmla="*/ 175 w 149"/>
                <a:gd name="T25" fmla="*/ 3 h 169"/>
                <a:gd name="T26" fmla="*/ 173 w 149"/>
                <a:gd name="T27" fmla="*/ 3 h 169"/>
                <a:gd name="T28" fmla="*/ 175 w 149"/>
                <a:gd name="T29" fmla="*/ 3 h 169"/>
                <a:gd name="T30" fmla="*/ 175 w 149"/>
                <a:gd name="T31" fmla="*/ 1 h 169"/>
                <a:gd name="T32" fmla="*/ 0 w 149"/>
                <a:gd name="T33" fmla="*/ 0 h 169"/>
                <a:gd name="T34" fmla="*/ 5 w 149"/>
                <a:gd name="T35" fmla="*/ 183 h 169"/>
                <a:gd name="T36" fmla="*/ 6 w 149"/>
                <a:gd name="T37" fmla="*/ 183 h 169"/>
                <a:gd name="T38" fmla="*/ 86 w 149"/>
                <a:gd name="T39" fmla="*/ 197 h 169"/>
                <a:gd name="T40" fmla="*/ 170 w 149"/>
                <a:gd name="T41" fmla="*/ 183 h 169"/>
                <a:gd name="T42" fmla="*/ 172 w 149"/>
                <a:gd name="T43" fmla="*/ 183 h 169"/>
                <a:gd name="T44" fmla="*/ 178 w 149"/>
                <a:gd name="T45" fmla="*/ 1 h 169"/>
                <a:gd name="T46" fmla="*/ 175 w 149"/>
                <a:gd name="T47" fmla="*/ 1 h 169"/>
                <a:gd name="T48" fmla="*/ 175 w 149"/>
                <a:gd name="T49" fmla="*/ 3 h 16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9" h="169">
                  <a:moveTo>
                    <a:pt x="147" y="3"/>
                  </a:moveTo>
                  <a:cubicBezTo>
                    <a:pt x="145" y="3"/>
                    <a:pt x="145" y="3"/>
                    <a:pt x="145" y="3"/>
                  </a:cubicBezTo>
                  <a:cubicBezTo>
                    <a:pt x="140" y="155"/>
                    <a:pt x="140" y="155"/>
                    <a:pt x="140" y="155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41" y="153"/>
                    <a:pt x="141" y="153"/>
                    <a:pt x="141" y="153"/>
                  </a:cubicBezTo>
                  <a:cubicBezTo>
                    <a:pt x="141" y="153"/>
                    <a:pt x="140" y="154"/>
                    <a:pt x="140" y="154"/>
                  </a:cubicBezTo>
                  <a:cubicBezTo>
                    <a:pt x="133" y="156"/>
                    <a:pt x="106" y="165"/>
                    <a:pt x="72" y="165"/>
                  </a:cubicBezTo>
                  <a:cubicBezTo>
                    <a:pt x="52" y="165"/>
                    <a:pt x="30" y="162"/>
                    <a:pt x="8" y="153"/>
                  </a:cubicBezTo>
                  <a:cubicBezTo>
                    <a:pt x="7" y="155"/>
                    <a:pt x="7" y="155"/>
                    <a:pt x="7" y="155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47" y="5"/>
                    <a:pt x="147" y="5"/>
                    <a:pt x="147" y="5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57"/>
                    <a:pt x="5" y="157"/>
                    <a:pt x="5" y="157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29" y="166"/>
                    <a:pt x="52" y="169"/>
                    <a:pt x="72" y="169"/>
                  </a:cubicBezTo>
                  <a:cubicBezTo>
                    <a:pt x="112" y="169"/>
                    <a:pt x="142" y="157"/>
                    <a:pt x="142" y="157"/>
                  </a:cubicBezTo>
                  <a:cubicBezTo>
                    <a:pt x="144" y="157"/>
                    <a:pt x="144" y="157"/>
                    <a:pt x="144" y="157"/>
                  </a:cubicBezTo>
                  <a:cubicBezTo>
                    <a:pt x="149" y="1"/>
                    <a:pt x="149" y="1"/>
                    <a:pt x="149" y="1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7" y="3"/>
                    <a:pt x="147" y="3"/>
                    <a:pt x="147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735">
              <a:extLst>
                <a:ext uri="{FF2B5EF4-FFF2-40B4-BE49-F238E27FC236}">
                  <a16:creationId xmlns:a16="http://schemas.microsoft.com/office/drawing/2014/main" id="{7DEF8D7E-CDF7-4A9C-9F21-93E7A341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958"/>
              <a:ext cx="117" cy="275"/>
            </a:xfrm>
            <a:custGeom>
              <a:avLst/>
              <a:gdLst>
                <a:gd name="T0" fmla="*/ 32 w 111"/>
                <a:gd name="T1" fmla="*/ 0 h 261"/>
                <a:gd name="T2" fmla="*/ 0 w 111"/>
                <a:gd name="T3" fmla="*/ 21 h 261"/>
                <a:gd name="T4" fmla="*/ 58 w 111"/>
                <a:gd name="T5" fmla="*/ 306 h 261"/>
                <a:gd name="T6" fmla="*/ 130 w 111"/>
                <a:gd name="T7" fmla="*/ 306 h 261"/>
                <a:gd name="T8" fmla="*/ 32 w 111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61">
                  <a:moveTo>
                    <a:pt x="27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47" y="100"/>
                    <a:pt x="49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61"/>
                    <a:pt x="106" y="84"/>
                    <a:pt x="27" y="0"/>
                  </a:cubicBezTo>
                  <a:close/>
                </a:path>
              </a:pathLst>
            </a:custGeom>
            <a:solidFill>
              <a:srgbClr val="CC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736">
              <a:extLst>
                <a:ext uri="{FF2B5EF4-FFF2-40B4-BE49-F238E27FC236}">
                  <a16:creationId xmlns:a16="http://schemas.microsoft.com/office/drawing/2014/main" id="{9D8586DB-648E-4BBE-9CAE-01395B7E8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958"/>
              <a:ext cx="103" cy="275"/>
            </a:xfrm>
            <a:custGeom>
              <a:avLst/>
              <a:gdLst>
                <a:gd name="T0" fmla="*/ 16 w 97"/>
                <a:gd name="T1" fmla="*/ 0 h 261"/>
                <a:gd name="T2" fmla="*/ 116 w 97"/>
                <a:gd name="T3" fmla="*/ 306 h 261"/>
                <a:gd name="T4" fmla="*/ 91 w 97"/>
                <a:gd name="T5" fmla="*/ 306 h 261"/>
                <a:gd name="T6" fmla="*/ 0 w 97"/>
                <a:gd name="T7" fmla="*/ 9 h 261"/>
                <a:gd name="T8" fmla="*/ 16 w 97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61">
                  <a:moveTo>
                    <a:pt x="13" y="0"/>
                  </a:moveTo>
                  <a:cubicBezTo>
                    <a:pt x="92" y="84"/>
                    <a:pt x="97" y="261"/>
                    <a:pt x="97" y="261"/>
                  </a:cubicBezTo>
                  <a:cubicBezTo>
                    <a:pt x="76" y="261"/>
                    <a:pt x="76" y="261"/>
                    <a:pt x="76" y="261"/>
                  </a:cubicBezTo>
                  <a:cubicBezTo>
                    <a:pt x="76" y="261"/>
                    <a:pt x="71" y="96"/>
                    <a:pt x="0" y="9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ED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737">
              <a:extLst>
                <a:ext uri="{FF2B5EF4-FFF2-40B4-BE49-F238E27FC236}">
                  <a16:creationId xmlns:a16="http://schemas.microsoft.com/office/drawing/2014/main" id="{DE5820B6-7170-405D-A9DE-60907A4DD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956"/>
              <a:ext cx="123" cy="279"/>
            </a:xfrm>
            <a:custGeom>
              <a:avLst/>
              <a:gdLst>
                <a:gd name="T0" fmla="*/ 36 w 116"/>
                <a:gd name="T1" fmla="*/ 2 h 265"/>
                <a:gd name="T2" fmla="*/ 35 w 116"/>
                <a:gd name="T3" fmla="*/ 1 h 265"/>
                <a:gd name="T4" fmla="*/ 0 w 116"/>
                <a:gd name="T5" fmla="*/ 22 h 265"/>
                <a:gd name="T6" fmla="*/ 1 w 116"/>
                <a:gd name="T7" fmla="*/ 24 h 265"/>
                <a:gd name="T8" fmla="*/ 2 w 116"/>
                <a:gd name="T9" fmla="*/ 25 h 265"/>
                <a:gd name="T10" fmla="*/ 59 w 116"/>
                <a:gd name="T11" fmla="*/ 307 h 265"/>
                <a:gd name="T12" fmla="*/ 59 w 116"/>
                <a:gd name="T13" fmla="*/ 310 h 265"/>
                <a:gd name="T14" fmla="*/ 138 w 116"/>
                <a:gd name="T15" fmla="*/ 310 h 265"/>
                <a:gd name="T16" fmla="*/ 138 w 116"/>
                <a:gd name="T17" fmla="*/ 307 h 265"/>
                <a:gd name="T18" fmla="*/ 124 w 116"/>
                <a:gd name="T19" fmla="*/ 192 h 265"/>
                <a:gd name="T20" fmla="*/ 37 w 116"/>
                <a:gd name="T21" fmla="*/ 1 h 265"/>
                <a:gd name="T22" fmla="*/ 36 w 116"/>
                <a:gd name="T23" fmla="*/ 0 h 265"/>
                <a:gd name="T24" fmla="*/ 35 w 116"/>
                <a:gd name="T25" fmla="*/ 1 h 265"/>
                <a:gd name="T26" fmla="*/ 36 w 116"/>
                <a:gd name="T27" fmla="*/ 2 h 265"/>
                <a:gd name="T28" fmla="*/ 35 w 116"/>
                <a:gd name="T29" fmla="*/ 4 h 265"/>
                <a:gd name="T30" fmla="*/ 119 w 116"/>
                <a:gd name="T31" fmla="*/ 193 h 265"/>
                <a:gd name="T32" fmla="*/ 131 w 116"/>
                <a:gd name="T33" fmla="*/ 273 h 265"/>
                <a:gd name="T34" fmla="*/ 134 w 116"/>
                <a:gd name="T35" fmla="*/ 299 h 265"/>
                <a:gd name="T36" fmla="*/ 134 w 116"/>
                <a:gd name="T37" fmla="*/ 305 h 265"/>
                <a:gd name="T38" fmla="*/ 134 w 116"/>
                <a:gd name="T39" fmla="*/ 307 h 265"/>
                <a:gd name="T40" fmla="*/ 136 w 116"/>
                <a:gd name="T41" fmla="*/ 307 h 265"/>
                <a:gd name="T42" fmla="*/ 136 w 116"/>
                <a:gd name="T43" fmla="*/ 305 h 265"/>
                <a:gd name="T44" fmla="*/ 62 w 116"/>
                <a:gd name="T45" fmla="*/ 305 h 265"/>
                <a:gd name="T46" fmla="*/ 62 w 116"/>
                <a:gd name="T47" fmla="*/ 307 h 265"/>
                <a:gd name="T48" fmla="*/ 64 w 116"/>
                <a:gd name="T49" fmla="*/ 307 h 265"/>
                <a:gd name="T50" fmla="*/ 5 w 116"/>
                <a:gd name="T51" fmla="*/ 22 h 265"/>
                <a:gd name="T52" fmla="*/ 3 w 116"/>
                <a:gd name="T53" fmla="*/ 23 h 265"/>
                <a:gd name="T54" fmla="*/ 4 w 116"/>
                <a:gd name="T55" fmla="*/ 24 h 265"/>
                <a:gd name="T56" fmla="*/ 37 w 116"/>
                <a:gd name="T57" fmla="*/ 4 h 265"/>
                <a:gd name="T58" fmla="*/ 36 w 116"/>
                <a:gd name="T59" fmla="*/ 2 h 265"/>
                <a:gd name="T60" fmla="*/ 35 w 116"/>
                <a:gd name="T61" fmla="*/ 4 h 265"/>
                <a:gd name="T62" fmla="*/ 36 w 116"/>
                <a:gd name="T63" fmla="*/ 2 h 26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6" h="265">
                  <a:moveTo>
                    <a:pt x="30" y="2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2" y="21"/>
                    <a:pt x="2" y="22"/>
                  </a:cubicBezTo>
                  <a:cubicBezTo>
                    <a:pt x="7" y="31"/>
                    <a:pt x="48" y="113"/>
                    <a:pt x="50" y="263"/>
                  </a:cubicBezTo>
                  <a:cubicBezTo>
                    <a:pt x="50" y="265"/>
                    <a:pt x="50" y="265"/>
                    <a:pt x="50" y="265"/>
                  </a:cubicBezTo>
                  <a:cubicBezTo>
                    <a:pt x="116" y="265"/>
                    <a:pt x="116" y="265"/>
                    <a:pt x="116" y="265"/>
                  </a:cubicBezTo>
                  <a:cubicBezTo>
                    <a:pt x="116" y="263"/>
                    <a:pt x="116" y="263"/>
                    <a:pt x="116" y="263"/>
                  </a:cubicBezTo>
                  <a:cubicBezTo>
                    <a:pt x="116" y="263"/>
                    <a:pt x="115" y="219"/>
                    <a:pt x="104" y="164"/>
                  </a:cubicBezTo>
                  <a:cubicBezTo>
                    <a:pt x="93" y="109"/>
                    <a:pt x="72" y="43"/>
                    <a:pt x="31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68" y="45"/>
                    <a:pt x="89" y="110"/>
                    <a:pt x="100" y="165"/>
                  </a:cubicBezTo>
                  <a:cubicBezTo>
                    <a:pt x="106" y="192"/>
                    <a:pt x="109" y="217"/>
                    <a:pt x="110" y="234"/>
                  </a:cubicBezTo>
                  <a:cubicBezTo>
                    <a:pt x="111" y="243"/>
                    <a:pt x="112" y="251"/>
                    <a:pt x="112" y="256"/>
                  </a:cubicBezTo>
                  <a:cubicBezTo>
                    <a:pt x="112" y="258"/>
                    <a:pt x="112" y="260"/>
                    <a:pt x="112" y="261"/>
                  </a:cubicBezTo>
                  <a:cubicBezTo>
                    <a:pt x="112" y="263"/>
                    <a:pt x="112" y="263"/>
                    <a:pt x="112" y="263"/>
                  </a:cubicBezTo>
                  <a:cubicBezTo>
                    <a:pt x="114" y="263"/>
                    <a:pt x="114" y="263"/>
                    <a:pt x="114" y="263"/>
                  </a:cubicBezTo>
                  <a:cubicBezTo>
                    <a:pt x="114" y="261"/>
                    <a:pt x="114" y="261"/>
                    <a:pt x="114" y="261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52" y="263"/>
                    <a:pt x="52" y="263"/>
                    <a:pt x="52" y="263"/>
                  </a:cubicBezTo>
                  <a:cubicBezTo>
                    <a:pt x="54" y="263"/>
                    <a:pt x="54" y="263"/>
                    <a:pt x="54" y="263"/>
                  </a:cubicBezTo>
                  <a:cubicBezTo>
                    <a:pt x="52" y="102"/>
                    <a:pt x="5" y="19"/>
                    <a:pt x="5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4"/>
                    <a:pt x="29" y="4"/>
                    <a:pt x="29" y="4"/>
                  </a:cubicBezTo>
                  <a:lnTo>
                    <a:pt x="30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738">
              <a:extLst>
                <a:ext uri="{FF2B5EF4-FFF2-40B4-BE49-F238E27FC236}">
                  <a16:creationId xmlns:a16="http://schemas.microsoft.com/office/drawing/2014/main" id="{684CC88F-2628-4F63-88DE-60F76EFB5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231"/>
              <a:ext cx="176" cy="33"/>
            </a:xfrm>
            <a:custGeom>
              <a:avLst/>
              <a:gdLst>
                <a:gd name="T0" fmla="*/ 0 w 166"/>
                <a:gd name="T1" fmla="*/ 19 h 32"/>
                <a:gd name="T2" fmla="*/ 19 w 166"/>
                <a:gd name="T3" fmla="*/ 35 h 32"/>
                <a:gd name="T4" fmla="*/ 179 w 166"/>
                <a:gd name="T5" fmla="*/ 35 h 32"/>
                <a:gd name="T6" fmla="*/ 198 w 166"/>
                <a:gd name="T7" fmla="*/ 19 h 32"/>
                <a:gd name="T8" fmla="*/ 179 w 166"/>
                <a:gd name="T9" fmla="*/ 0 h 32"/>
                <a:gd name="T10" fmla="*/ 19 w 166"/>
                <a:gd name="T11" fmla="*/ 0 h 32"/>
                <a:gd name="T12" fmla="*/ 0 w 166"/>
                <a:gd name="T13" fmla="*/ 1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32">
                  <a:moveTo>
                    <a:pt x="0" y="16"/>
                  </a:moveTo>
                  <a:cubicBezTo>
                    <a:pt x="0" y="25"/>
                    <a:pt x="7" y="32"/>
                    <a:pt x="16" y="32"/>
                  </a:cubicBezTo>
                  <a:cubicBezTo>
                    <a:pt x="150" y="32"/>
                    <a:pt x="150" y="32"/>
                    <a:pt x="150" y="32"/>
                  </a:cubicBezTo>
                  <a:cubicBezTo>
                    <a:pt x="159" y="32"/>
                    <a:pt x="166" y="25"/>
                    <a:pt x="166" y="16"/>
                  </a:cubicBezTo>
                  <a:cubicBezTo>
                    <a:pt x="166" y="7"/>
                    <a:pt x="159" y="0"/>
                    <a:pt x="15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lose/>
                </a:path>
              </a:pathLst>
            </a:custGeom>
            <a:solidFill>
              <a:srgbClr val="CC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739">
              <a:extLst>
                <a:ext uri="{FF2B5EF4-FFF2-40B4-BE49-F238E27FC236}">
                  <a16:creationId xmlns:a16="http://schemas.microsoft.com/office/drawing/2014/main" id="{8D815E16-3109-42F8-93DC-6C166AB51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231"/>
              <a:ext cx="32" cy="33"/>
            </a:xfrm>
            <a:custGeom>
              <a:avLst/>
              <a:gdLst>
                <a:gd name="T0" fmla="*/ 19 w 30"/>
                <a:gd name="T1" fmla="*/ 0 h 32"/>
                <a:gd name="T2" fmla="*/ 36 w 30"/>
                <a:gd name="T3" fmla="*/ 0 h 32"/>
                <a:gd name="T4" fmla="*/ 17 w 30"/>
                <a:gd name="T5" fmla="*/ 19 h 32"/>
                <a:gd name="T6" fmla="*/ 36 w 30"/>
                <a:gd name="T7" fmla="*/ 35 h 32"/>
                <a:gd name="T8" fmla="*/ 19 w 30"/>
                <a:gd name="T9" fmla="*/ 35 h 32"/>
                <a:gd name="T10" fmla="*/ 0 w 30"/>
                <a:gd name="T11" fmla="*/ 19 h 32"/>
                <a:gd name="T12" fmla="*/ 19 w 30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2">
                  <a:moveTo>
                    <a:pt x="16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21" y="0"/>
                    <a:pt x="14" y="7"/>
                    <a:pt x="14" y="16"/>
                  </a:cubicBezTo>
                  <a:cubicBezTo>
                    <a:pt x="14" y="25"/>
                    <a:pt x="21" y="32"/>
                    <a:pt x="30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lose/>
                </a:path>
              </a:pathLst>
            </a:custGeom>
            <a:solidFill>
              <a:srgbClr val="AD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740">
              <a:extLst>
                <a:ext uri="{FF2B5EF4-FFF2-40B4-BE49-F238E27FC236}">
                  <a16:creationId xmlns:a16="http://schemas.microsoft.com/office/drawing/2014/main" id="{6ED1D2FE-CAC7-4FB9-B3D7-6F5F1180A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231"/>
              <a:ext cx="47" cy="33"/>
            </a:xfrm>
            <a:custGeom>
              <a:avLst/>
              <a:gdLst>
                <a:gd name="T0" fmla="*/ 19 w 44"/>
                <a:gd name="T1" fmla="*/ 19 h 32"/>
                <a:gd name="T2" fmla="*/ 0 w 44"/>
                <a:gd name="T3" fmla="*/ 0 h 32"/>
                <a:gd name="T4" fmla="*/ 34 w 44"/>
                <a:gd name="T5" fmla="*/ 0 h 32"/>
                <a:gd name="T6" fmla="*/ 53 w 44"/>
                <a:gd name="T7" fmla="*/ 19 h 32"/>
                <a:gd name="T8" fmla="*/ 34 w 44"/>
                <a:gd name="T9" fmla="*/ 35 h 32"/>
                <a:gd name="T10" fmla="*/ 0 w 44"/>
                <a:gd name="T11" fmla="*/ 35 h 32"/>
                <a:gd name="T12" fmla="*/ 19 w 44"/>
                <a:gd name="T13" fmla="*/ 1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2">
                  <a:moveTo>
                    <a:pt x="16" y="16"/>
                  </a:moveTo>
                  <a:cubicBezTo>
                    <a:pt x="16" y="7"/>
                    <a:pt x="9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7" y="0"/>
                    <a:pt x="44" y="7"/>
                    <a:pt x="44" y="16"/>
                  </a:cubicBezTo>
                  <a:cubicBezTo>
                    <a:pt x="44" y="25"/>
                    <a:pt x="37" y="32"/>
                    <a:pt x="28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9" y="32"/>
                    <a:pt x="16" y="25"/>
                    <a:pt x="16" y="16"/>
                  </a:cubicBezTo>
                  <a:close/>
                </a:path>
              </a:pathLst>
            </a:custGeom>
            <a:solidFill>
              <a:srgbClr val="ED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741">
              <a:extLst>
                <a:ext uri="{FF2B5EF4-FFF2-40B4-BE49-F238E27FC236}">
                  <a16:creationId xmlns:a16="http://schemas.microsoft.com/office/drawing/2014/main" id="{EB2EB081-CDBA-44A2-84FB-B4B148EA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228"/>
              <a:ext cx="180" cy="38"/>
            </a:xfrm>
            <a:custGeom>
              <a:avLst/>
              <a:gdLst>
                <a:gd name="T0" fmla="*/ 2 w 170"/>
                <a:gd name="T1" fmla="*/ 21 h 36"/>
                <a:gd name="T2" fmla="*/ 0 w 170"/>
                <a:gd name="T3" fmla="*/ 21 h 36"/>
                <a:gd name="T4" fmla="*/ 21 w 170"/>
                <a:gd name="T5" fmla="*/ 42 h 36"/>
                <a:gd name="T6" fmla="*/ 180 w 170"/>
                <a:gd name="T7" fmla="*/ 42 h 36"/>
                <a:gd name="T8" fmla="*/ 202 w 170"/>
                <a:gd name="T9" fmla="*/ 21 h 36"/>
                <a:gd name="T10" fmla="*/ 180 w 170"/>
                <a:gd name="T11" fmla="*/ 0 h 36"/>
                <a:gd name="T12" fmla="*/ 21 w 170"/>
                <a:gd name="T13" fmla="*/ 0 h 36"/>
                <a:gd name="T14" fmla="*/ 0 w 170"/>
                <a:gd name="T15" fmla="*/ 21 h 36"/>
                <a:gd name="T16" fmla="*/ 2 w 170"/>
                <a:gd name="T17" fmla="*/ 21 h 36"/>
                <a:gd name="T18" fmla="*/ 4 w 170"/>
                <a:gd name="T19" fmla="*/ 21 h 36"/>
                <a:gd name="T20" fmla="*/ 21 w 170"/>
                <a:gd name="T21" fmla="*/ 4 h 36"/>
                <a:gd name="T22" fmla="*/ 180 w 170"/>
                <a:gd name="T23" fmla="*/ 4 h 36"/>
                <a:gd name="T24" fmla="*/ 197 w 170"/>
                <a:gd name="T25" fmla="*/ 21 h 36"/>
                <a:gd name="T26" fmla="*/ 180 w 170"/>
                <a:gd name="T27" fmla="*/ 38 h 36"/>
                <a:gd name="T28" fmla="*/ 21 w 170"/>
                <a:gd name="T29" fmla="*/ 38 h 36"/>
                <a:gd name="T30" fmla="*/ 4 w 170"/>
                <a:gd name="T31" fmla="*/ 21 h 36"/>
                <a:gd name="T32" fmla="*/ 2 w 170"/>
                <a:gd name="T33" fmla="*/ 21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0" h="36">
                  <a:moveTo>
                    <a:pt x="2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8"/>
                    <a:pt x="8" y="36"/>
                    <a:pt x="18" y="36"/>
                  </a:cubicBezTo>
                  <a:cubicBezTo>
                    <a:pt x="152" y="36"/>
                    <a:pt x="152" y="36"/>
                    <a:pt x="152" y="36"/>
                  </a:cubicBezTo>
                  <a:cubicBezTo>
                    <a:pt x="162" y="36"/>
                    <a:pt x="170" y="28"/>
                    <a:pt x="170" y="18"/>
                  </a:cubicBezTo>
                  <a:cubicBezTo>
                    <a:pt x="170" y="8"/>
                    <a:pt x="162" y="0"/>
                    <a:pt x="152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0"/>
                    <a:pt x="10" y="4"/>
                    <a:pt x="18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60" y="4"/>
                    <a:pt x="166" y="10"/>
                    <a:pt x="166" y="18"/>
                  </a:cubicBezTo>
                  <a:cubicBezTo>
                    <a:pt x="166" y="25"/>
                    <a:pt x="160" y="32"/>
                    <a:pt x="152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0" y="32"/>
                    <a:pt x="4" y="25"/>
                    <a:pt x="4" y="18"/>
                  </a:cubicBezTo>
                  <a:lnTo>
                    <a:pt x="2" y="1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742">
              <a:extLst>
                <a:ext uri="{FF2B5EF4-FFF2-40B4-BE49-F238E27FC236}">
                  <a16:creationId xmlns:a16="http://schemas.microsoft.com/office/drawing/2014/main" id="{A7471187-605A-4725-B36C-7F0CA94B5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268"/>
              <a:ext cx="32" cy="153"/>
            </a:xfrm>
            <a:custGeom>
              <a:avLst/>
              <a:gdLst>
                <a:gd name="T0" fmla="*/ 36 w 30"/>
                <a:gd name="T1" fmla="*/ 0 h 145"/>
                <a:gd name="T2" fmla="*/ 0 w 30"/>
                <a:gd name="T3" fmla="*/ 0 h 145"/>
                <a:gd name="T4" fmla="*/ 4 w 30"/>
                <a:gd name="T5" fmla="*/ 166 h 145"/>
                <a:gd name="T6" fmla="*/ 18 w 30"/>
                <a:gd name="T7" fmla="*/ 170 h 145"/>
                <a:gd name="T8" fmla="*/ 36 w 30"/>
                <a:gd name="T9" fmla="*/ 0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45">
                  <a:moveTo>
                    <a:pt x="3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1"/>
                    <a:pt x="13" y="145"/>
                    <a:pt x="15" y="145"/>
                  </a:cubicBezTo>
                  <a:cubicBezTo>
                    <a:pt x="15" y="145"/>
                    <a:pt x="6" y="21"/>
                    <a:pt x="30" y="0"/>
                  </a:cubicBezTo>
                </a:path>
              </a:pathLst>
            </a:cu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Oval 743">
              <a:extLst>
                <a:ext uri="{FF2B5EF4-FFF2-40B4-BE49-F238E27FC236}">
                  <a16:creationId xmlns:a16="http://schemas.microsoft.com/office/drawing/2014/main" id="{C83D3A73-CF6A-4094-AAAE-F06FD950E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1274"/>
              <a:ext cx="6" cy="6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7" name="Oval 744">
              <a:extLst>
                <a:ext uri="{FF2B5EF4-FFF2-40B4-BE49-F238E27FC236}">
                  <a16:creationId xmlns:a16="http://schemas.microsoft.com/office/drawing/2014/main" id="{AA3D6D1E-3985-46D1-A1BA-8B080109F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284"/>
              <a:ext cx="8" cy="9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8" name="Oval 745">
              <a:extLst>
                <a:ext uri="{FF2B5EF4-FFF2-40B4-BE49-F238E27FC236}">
                  <a16:creationId xmlns:a16="http://schemas.microsoft.com/office/drawing/2014/main" id="{BD43ED4D-CFC1-4B53-BD03-EE3E38091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" y="1297"/>
              <a:ext cx="10" cy="9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9" name="Oval 746">
              <a:extLst>
                <a:ext uri="{FF2B5EF4-FFF2-40B4-BE49-F238E27FC236}">
                  <a16:creationId xmlns:a16="http://schemas.microsoft.com/office/drawing/2014/main" id="{72C457C2-B5FC-4204-848C-C07A559D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1307"/>
              <a:ext cx="8" cy="9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0" name="Oval 747">
              <a:extLst>
                <a:ext uri="{FF2B5EF4-FFF2-40B4-BE49-F238E27FC236}">
                  <a16:creationId xmlns:a16="http://schemas.microsoft.com/office/drawing/2014/main" id="{E4E9B06E-4636-4A82-A56D-1DC36E361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" y="1274"/>
              <a:ext cx="11" cy="10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1" name="Oval 748">
              <a:extLst>
                <a:ext uri="{FF2B5EF4-FFF2-40B4-BE49-F238E27FC236}">
                  <a16:creationId xmlns:a16="http://schemas.microsoft.com/office/drawing/2014/main" id="{656CEE12-5E3E-40EA-9909-BBBA931AD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2" y="1273"/>
              <a:ext cx="6" cy="5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2" name="Oval 749">
              <a:extLst>
                <a:ext uri="{FF2B5EF4-FFF2-40B4-BE49-F238E27FC236}">
                  <a16:creationId xmlns:a16="http://schemas.microsoft.com/office/drawing/2014/main" id="{32275603-28F0-4FB7-91A3-E9F72C258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1289"/>
              <a:ext cx="4" cy="5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3" name="Oval 750">
              <a:extLst>
                <a:ext uri="{FF2B5EF4-FFF2-40B4-BE49-F238E27FC236}">
                  <a16:creationId xmlns:a16="http://schemas.microsoft.com/office/drawing/2014/main" id="{93A59865-501A-4FBB-A7EC-8EE8C2DD2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277"/>
              <a:ext cx="3" cy="3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4" name="Oval 751">
              <a:extLst>
                <a:ext uri="{FF2B5EF4-FFF2-40B4-BE49-F238E27FC236}">
                  <a16:creationId xmlns:a16="http://schemas.microsoft.com/office/drawing/2014/main" id="{A6CD8FBB-B317-44DF-8B19-E0C93D138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327"/>
              <a:ext cx="8" cy="8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5" name="Oval 752">
              <a:extLst>
                <a:ext uri="{FF2B5EF4-FFF2-40B4-BE49-F238E27FC236}">
                  <a16:creationId xmlns:a16="http://schemas.microsoft.com/office/drawing/2014/main" id="{EF13583A-E449-426D-A03A-3878A5DCE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1340"/>
              <a:ext cx="6" cy="6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6" name="Oval 753">
              <a:extLst>
                <a:ext uri="{FF2B5EF4-FFF2-40B4-BE49-F238E27FC236}">
                  <a16:creationId xmlns:a16="http://schemas.microsoft.com/office/drawing/2014/main" id="{5CD1488E-3DAD-4D0B-9F4D-F41473AC6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1356"/>
              <a:ext cx="6" cy="6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7" name="Oval 754">
              <a:extLst>
                <a:ext uri="{FF2B5EF4-FFF2-40B4-BE49-F238E27FC236}">
                  <a16:creationId xmlns:a16="http://schemas.microsoft.com/office/drawing/2014/main" id="{668DB9D0-7997-47AA-BE1D-C33F1213A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8" y="1373"/>
              <a:ext cx="5" cy="5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8" name="Oval 755">
              <a:extLst>
                <a:ext uri="{FF2B5EF4-FFF2-40B4-BE49-F238E27FC236}">
                  <a16:creationId xmlns:a16="http://schemas.microsoft.com/office/drawing/2014/main" id="{429471A4-8464-4C33-B86C-48F81ACF5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1319"/>
              <a:ext cx="3" cy="2"/>
            </a:xfrm>
            <a:prstGeom prst="ellipse">
              <a:avLst/>
            </a:prstGeom>
            <a:solidFill>
              <a:srgbClr val="D3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9" name="Oval 756">
              <a:extLst>
                <a:ext uri="{FF2B5EF4-FFF2-40B4-BE49-F238E27FC236}">
                  <a16:creationId xmlns:a16="http://schemas.microsoft.com/office/drawing/2014/main" id="{7D1BB511-73E3-43A5-A196-2EAC5A4F6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279"/>
              <a:ext cx="9" cy="9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0" name="Oval 757">
              <a:extLst>
                <a:ext uri="{FF2B5EF4-FFF2-40B4-BE49-F238E27FC236}">
                  <a16:creationId xmlns:a16="http://schemas.microsoft.com/office/drawing/2014/main" id="{68D37A4A-83C0-4CEB-902B-282926006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5" y="1298"/>
              <a:ext cx="6" cy="6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1" name="Oval 758">
              <a:extLst>
                <a:ext uri="{FF2B5EF4-FFF2-40B4-BE49-F238E27FC236}">
                  <a16:creationId xmlns:a16="http://schemas.microsoft.com/office/drawing/2014/main" id="{2630C989-D31F-4F72-BB24-62F375E79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295"/>
              <a:ext cx="3" cy="3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2" name="Oval 759">
              <a:extLst>
                <a:ext uri="{FF2B5EF4-FFF2-40B4-BE49-F238E27FC236}">
                  <a16:creationId xmlns:a16="http://schemas.microsoft.com/office/drawing/2014/main" id="{7EE0123A-6DB5-47DF-909B-C7C23F024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275"/>
              <a:ext cx="2" cy="2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3" name="Oval 760">
              <a:extLst>
                <a:ext uri="{FF2B5EF4-FFF2-40B4-BE49-F238E27FC236}">
                  <a16:creationId xmlns:a16="http://schemas.microsoft.com/office/drawing/2014/main" id="{0AFABDD6-B96C-48D6-8C39-DE28B3A0A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1323"/>
              <a:ext cx="10" cy="11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4" name="Oval 761">
              <a:extLst>
                <a:ext uri="{FF2B5EF4-FFF2-40B4-BE49-F238E27FC236}">
                  <a16:creationId xmlns:a16="http://schemas.microsoft.com/office/drawing/2014/main" id="{8D0F4070-3278-4FF3-B71A-DE855EF61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327"/>
              <a:ext cx="3" cy="5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5" name="Oval 762">
              <a:extLst>
                <a:ext uri="{FF2B5EF4-FFF2-40B4-BE49-F238E27FC236}">
                  <a16:creationId xmlns:a16="http://schemas.microsoft.com/office/drawing/2014/main" id="{450622A6-E34C-48C3-AA43-70984E2ED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1350"/>
              <a:ext cx="9" cy="9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6" name="Oval 763">
              <a:extLst>
                <a:ext uri="{FF2B5EF4-FFF2-40B4-BE49-F238E27FC236}">
                  <a16:creationId xmlns:a16="http://schemas.microsoft.com/office/drawing/2014/main" id="{564AB5B7-A10E-4007-B796-DD44E041A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" y="1383"/>
              <a:ext cx="8" cy="7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7" name="Oval 764">
              <a:extLst>
                <a:ext uri="{FF2B5EF4-FFF2-40B4-BE49-F238E27FC236}">
                  <a16:creationId xmlns:a16="http://schemas.microsoft.com/office/drawing/2014/main" id="{DD36C4FE-9D74-4D7D-9369-2C42057AB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1284"/>
              <a:ext cx="5" cy="4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8" name="Oval 765">
              <a:extLst>
                <a:ext uri="{FF2B5EF4-FFF2-40B4-BE49-F238E27FC236}">
                  <a16:creationId xmlns:a16="http://schemas.microsoft.com/office/drawing/2014/main" id="{092C703F-7C29-43AE-8435-8822FD448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1" y="1307"/>
              <a:ext cx="5" cy="6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9" name="Oval 766">
              <a:extLst>
                <a:ext uri="{FF2B5EF4-FFF2-40B4-BE49-F238E27FC236}">
                  <a16:creationId xmlns:a16="http://schemas.microsoft.com/office/drawing/2014/main" id="{E2932377-EE7B-42B5-B818-B5C905EE3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1295"/>
              <a:ext cx="5" cy="6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0" name="Oval 767">
              <a:extLst>
                <a:ext uri="{FF2B5EF4-FFF2-40B4-BE49-F238E27FC236}">
                  <a16:creationId xmlns:a16="http://schemas.microsoft.com/office/drawing/2014/main" id="{6000F36C-8A16-40DE-9964-3058A0EB3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338"/>
              <a:ext cx="6" cy="5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1" name="Oval 768">
              <a:extLst>
                <a:ext uri="{FF2B5EF4-FFF2-40B4-BE49-F238E27FC236}">
                  <a16:creationId xmlns:a16="http://schemas.microsoft.com/office/drawing/2014/main" id="{B59043AE-2719-44DD-9926-53AA9F637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346"/>
              <a:ext cx="6" cy="6"/>
            </a:xfrm>
            <a:prstGeom prst="ellipse">
              <a:avLst/>
            </a:prstGeom>
            <a:solidFill>
              <a:srgbClr val="FCF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2" name="Freeform 769">
              <a:extLst>
                <a:ext uri="{FF2B5EF4-FFF2-40B4-BE49-F238E27FC236}">
                  <a16:creationId xmlns:a16="http://schemas.microsoft.com/office/drawing/2014/main" id="{81389F58-B6AF-433B-A7AC-6D5DCDEEE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982"/>
              <a:ext cx="72" cy="244"/>
            </a:xfrm>
            <a:custGeom>
              <a:avLst/>
              <a:gdLst>
                <a:gd name="T0" fmla="*/ 0 w 68"/>
                <a:gd name="T1" fmla="*/ 0 h 232"/>
                <a:gd name="T2" fmla="*/ 55 w 68"/>
                <a:gd name="T3" fmla="*/ 270 h 232"/>
                <a:gd name="T4" fmla="*/ 0 w 68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32">
                  <a:moveTo>
                    <a:pt x="0" y="0"/>
                  </a:moveTo>
                  <a:cubicBezTo>
                    <a:pt x="0" y="0"/>
                    <a:pt x="45" y="96"/>
                    <a:pt x="46" y="232"/>
                  </a:cubicBezTo>
                  <a:cubicBezTo>
                    <a:pt x="46" y="232"/>
                    <a:pt x="68" y="111"/>
                    <a:pt x="0" y="0"/>
                  </a:cubicBezTo>
                  <a:close/>
                </a:path>
              </a:pathLst>
            </a:custGeom>
            <a:solidFill>
              <a:srgbClr val="AD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770">
              <a:extLst>
                <a:ext uri="{FF2B5EF4-FFF2-40B4-BE49-F238E27FC236}">
                  <a16:creationId xmlns:a16="http://schemas.microsoft.com/office/drawing/2014/main" id="{E6344410-AF85-4AF2-B947-04211F53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973"/>
              <a:ext cx="75" cy="241"/>
            </a:xfrm>
            <a:custGeom>
              <a:avLst/>
              <a:gdLst>
                <a:gd name="T0" fmla="*/ 0 w 71"/>
                <a:gd name="T1" fmla="*/ 0 h 229"/>
                <a:gd name="T2" fmla="*/ 80 w 71"/>
                <a:gd name="T3" fmla="*/ 267 h 229"/>
                <a:gd name="T4" fmla="*/ 0 w 71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229">
                  <a:moveTo>
                    <a:pt x="0" y="0"/>
                  </a:moveTo>
                  <a:cubicBezTo>
                    <a:pt x="0" y="0"/>
                    <a:pt x="54" y="83"/>
                    <a:pt x="68" y="229"/>
                  </a:cubicBezTo>
                  <a:cubicBezTo>
                    <a:pt x="68" y="229"/>
                    <a:pt x="71" y="8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Oval 771">
              <a:extLst>
                <a:ext uri="{FF2B5EF4-FFF2-40B4-BE49-F238E27FC236}">
                  <a16:creationId xmlns:a16="http://schemas.microsoft.com/office/drawing/2014/main" id="{E7E20E0C-28D9-4811-A349-A6F8C0225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122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5" name="Oval 772">
              <a:extLst>
                <a:ext uri="{FF2B5EF4-FFF2-40B4-BE49-F238E27FC236}">
                  <a16:creationId xmlns:a16="http://schemas.microsoft.com/office/drawing/2014/main" id="{BE496E57-9F6A-4CB5-BDEF-856942573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21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6" name="Oval 773">
              <a:extLst>
                <a:ext uri="{FF2B5EF4-FFF2-40B4-BE49-F238E27FC236}">
                  <a16:creationId xmlns:a16="http://schemas.microsoft.com/office/drawing/2014/main" id="{DB251320-E537-4B87-9E15-3C1D13CED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24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7" name="Oval 774">
              <a:extLst>
                <a:ext uri="{FF2B5EF4-FFF2-40B4-BE49-F238E27FC236}">
                  <a16:creationId xmlns:a16="http://schemas.microsoft.com/office/drawing/2014/main" id="{CA5F2C31-500A-42D2-B9C8-8545CF450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124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8" name="Oval 775">
              <a:extLst>
                <a:ext uri="{FF2B5EF4-FFF2-40B4-BE49-F238E27FC236}">
                  <a16:creationId xmlns:a16="http://schemas.microsoft.com/office/drawing/2014/main" id="{F34C84A8-851A-47B2-96A0-C23C36BD3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2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9" name="Freeform 776">
              <a:extLst>
                <a:ext uri="{FF2B5EF4-FFF2-40B4-BE49-F238E27FC236}">
                  <a16:creationId xmlns:a16="http://schemas.microsoft.com/office/drawing/2014/main" id="{E07DDDE4-764D-4345-BDAE-B19F6F0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343"/>
              <a:ext cx="445" cy="2161"/>
            </a:xfrm>
            <a:custGeom>
              <a:avLst/>
              <a:gdLst>
                <a:gd name="T0" fmla="*/ 171 w 420"/>
                <a:gd name="T1" fmla="*/ 0 h 2054"/>
                <a:gd name="T2" fmla="*/ 166 w 420"/>
                <a:gd name="T3" fmla="*/ 0 h 2054"/>
                <a:gd name="T4" fmla="*/ 148 w 420"/>
                <a:gd name="T5" fmla="*/ 6 h 2054"/>
                <a:gd name="T6" fmla="*/ 142 w 420"/>
                <a:gd name="T7" fmla="*/ 24 h 2054"/>
                <a:gd name="T8" fmla="*/ 142 w 420"/>
                <a:gd name="T9" fmla="*/ 655 h 2054"/>
                <a:gd name="T10" fmla="*/ 140 w 420"/>
                <a:gd name="T11" fmla="*/ 655 h 2054"/>
                <a:gd name="T12" fmla="*/ 111 w 420"/>
                <a:gd name="T13" fmla="*/ 678 h 2054"/>
                <a:gd name="T14" fmla="*/ 71 w 420"/>
                <a:gd name="T15" fmla="*/ 719 h 2054"/>
                <a:gd name="T16" fmla="*/ 3 w 420"/>
                <a:gd name="T17" fmla="*/ 805 h 2054"/>
                <a:gd name="T18" fmla="*/ 0 w 420"/>
                <a:gd name="T19" fmla="*/ 821 h 2054"/>
                <a:gd name="T20" fmla="*/ 0 w 420"/>
                <a:gd name="T21" fmla="*/ 2328 h 2054"/>
                <a:gd name="T22" fmla="*/ 19 w 420"/>
                <a:gd name="T23" fmla="*/ 2374 h 2054"/>
                <a:gd name="T24" fmla="*/ 64 w 420"/>
                <a:gd name="T25" fmla="*/ 2392 h 2054"/>
                <a:gd name="T26" fmla="*/ 434 w 420"/>
                <a:gd name="T27" fmla="*/ 2392 h 2054"/>
                <a:gd name="T28" fmla="*/ 480 w 420"/>
                <a:gd name="T29" fmla="*/ 2374 h 2054"/>
                <a:gd name="T30" fmla="*/ 499 w 420"/>
                <a:gd name="T31" fmla="*/ 2328 h 2054"/>
                <a:gd name="T32" fmla="*/ 499 w 420"/>
                <a:gd name="T33" fmla="*/ 821 h 2054"/>
                <a:gd name="T34" fmla="*/ 488 w 420"/>
                <a:gd name="T35" fmla="*/ 794 h 2054"/>
                <a:gd name="T36" fmla="*/ 463 w 420"/>
                <a:gd name="T37" fmla="*/ 759 h 2054"/>
                <a:gd name="T38" fmla="*/ 393 w 420"/>
                <a:gd name="T39" fmla="*/ 684 h 2054"/>
                <a:gd name="T40" fmla="*/ 358 w 420"/>
                <a:gd name="T41" fmla="*/ 655 h 2054"/>
                <a:gd name="T42" fmla="*/ 359 w 420"/>
                <a:gd name="T43" fmla="*/ 653 h 2054"/>
                <a:gd name="T44" fmla="*/ 358 w 420"/>
                <a:gd name="T45" fmla="*/ 655 h 2054"/>
                <a:gd name="T46" fmla="*/ 357 w 420"/>
                <a:gd name="T47" fmla="*/ 655 h 2054"/>
                <a:gd name="T48" fmla="*/ 357 w 420"/>
                <a:gd name="T49" fmla="*/ 24 h 2054"/>
                <a:gd name="T50" fmla="*/ 351 w 420"/>
                <a:gd name="T51" fmla="*/ 6 h 2054"/>
                <a:gd name="T52" fmla="*/ 340 w 420"/>
                <a:gd name="T53" fmla="*/ 2 h 2054"/>
                <a:gd name="T54" fmla="*/ 338 w 420"/>
                <a:gd name="T55" fmla="*/ 54 h 2054"/>
                <a:gd name="T56" fmla="*/ 343 w 420"/>
                <a:gd name="T57" fmla="*/ 59 h 2054"/>
                <a:gd name="T58" fmla="*/ 352 w 420"/>
                <a:gd name="T59" fmla="*/ 77 h 2054"/>
                <a:gd name="T60" fmla="*/ 352 w 420"/>
                <a:gd name="T61" fmla="*/ 673 h 2054"/>
                <a:gd name="T62" fmla="*/ 378 w 420"/>
                <a:gd name="T63" fmla="*/ 694 h 2054"/>
                <a:gd name="T64" fmla="*/ 415 w 420"/>
                <a:gd name="T65" fmla="*/ 732 h 2054"/>
                <a:gd name="T66" fmla="*/ 476 w 420"/>
                <a:gd name="T67" fmla="*/ 817 h 2054"/>
                <a:gd name="T68" fmla="*/ 480 w 420"/>
                <a:gd name="T69" fmla="*/ 833 h 2054"/>
                <a:gd name="T70" fmla="*/ 480 w 420"/>
                <a:gd name="T71" fmla="*/ 2296 h 2054"/>
                <a:gd name="T72" fmla="*/ 461 w 420"/>
                <a:gd name="T73" fmla="*/ 2342 h 2054"/>
                <a:gd name="T74" fmla="*/ 416 w 420"/>
                <a:gd name="T75" fmla="*/ 2362 h 2054"/>
                <a:gd name="T76" fmla="*/ 82 w 420"/>
                <a:gd name="T77" fmla="*/ 2362 h 2054"/>
                <a:gd name="T78" fmla="*/ 37 w 420"/>
                <a:gd name="T79" fmla="*/ 2342 h 2054"/>
                <a:gd name="T80" fmla="*/ 18 w 420"/>
                <a:gd name="T81" fmla="*/ 2296 h 2054"/>
                <a:gd name="T82" fmla="*/ 18 w 420"/>
                <a:gd name="T83" fmla="*/ 833 h 2054"/>
                <a:gd name="T84" fmla="*/ 28 w 420"/>
                <a:gd name="T85" fmla="*/ 807 h 2054"/>
                <a:gd name="T86" fmla="*/ 53 w 420"/>
                <a:gd name="T87" fmla="*/ 770 h 2054"/>
                <a:gd name="T88" fmla="*/ 115 w 420"/>
                <a:gd name="T89" fmla="*/ 699 h 2054"/>
                <a:gd name="T90" fmla="*/ 147 w 420"/>
                <a:gd name="T91" fmla="*/ 673 h 2054"/>
                <a:gd name="T92" fmla="*/ 147 w 420"/>
                <a:gd name="T93" fmla="*/ 77 h 2054"/>
                <a:gd name="T94" fmla="*/ 156 w 420"/>
                <a:gd name="T95" fmla="*/ 59 h 2054"/>
                <a:gd name="T96" fmla="*/ 172 w 420"/>
                <a:gd name="T97" fmla="*/ 49 h 2054"/>
                <a:gd name="T98" fmla="*/ 171 w 420"/>
                <a:gd name="T99" fmla="*/ 0 h 20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20" h="2054">
                  <a:moveTo>
                    <a:pt x="143" y="0"/>
                  </a:moveTo>
                  <a:cubicBezTo>
                    <a:pt x="140" y="0"/>
                    <a:pt x="140" y="0"/>
                    <a:pt x="140" y="0"/>
                  </a:cubicBezTo>
                  <a:cubicBezTo>
                    <a:pt x="134" y="0"/>
                    <a:pt x="129" y="3"/>
                    <a:pt x="125" y="6"/>
                  </a:cubicBezTo>
                  <a:cubicBezTo>
                    <a:pt x="122" y="10"/>
                    <a:pt x="119" y="15"/>
                    <a:pt x="119" y="21"/>
                  </a:cubicBezTo>
                  <a:cubicBezTo>
                    <a:pt x="119" y="563"/>
                    <a:pt x="119" y="563"/>
                    <a:pt x="119" y="563"/>
                  </a:cubicBezTo>
                  <a:cubicBezTo>
                    <a:pt x="118" y="563"/>
                    <a:pt x="118" y="563"/>
                    <a:pt x="118" y="563"/>
                  </a:cubicBezTo>
                  <a:cubicBezTo>
                    <a:pt x="113" y="566"/>
                    <a:pt x="104" y="573"/>
                    <a:pt x="93" y="582"/>
                  </a:cubicBezTo>
                  <a:cubicBezTo>
                    <a:pt x="83" y="592"/>
                    <a:pt x="71" y="604"/>
                    <a:pt x="59" y="617"/>
                  </a:cubicBezTo>
                  <a:cubicBezTo>
                    <a:pt x="35" y="643"/>
                    <a:pt x="12" y="672"/>
                    <a:pt x="3" y="691"/>
                  </a:cubicBezTo>
                  <a:cubicBezTo>
                    <a:pt x="1" y="696"/>
                    <a:pt x="0" y="701"/>
                    <a:pt x="0" y="704"/>
                  </a:cubicBezTo>
                  <a:cubicBezTo>
                    <a:pt x="0" y="1999"/>
                    <a:pt x="0" y="1999"/>
                    <a:pt x="0" y="1999"/>
                  </a:cubicBezTo>
                  <a:cubicBezTo>
                    <a:pt x="0" y="2014"/>
                    <a:pt x="6" y="2028"/>
                    <a:pt x="16" y="2038"/>
                  </a:cubicBezTo>
                  <a:cubicBezTo>
                    <a:pt x="25" y="2048"/>
                    <a:pt x="39" y="2054"/>
                    <a:pt x="54" y="2054"/>
                  </a:cubicBezTo>
                  <a:cubicBezTo>
                    <a:pt x="365" y="2054"/>
                    <a:pt x="365" y="2054"/>
                    <a:pt x="365" y="2054"/>
                  </a:cubicBezTo>
                  <a:cubicBezTo>
                    <a:pt x="380" y="2054"/>
                    <a:pt x="394" y="2048"/>
                    <a:pt x="404" y="2038"/>
                  </a:cubicBezTo>
                  <a:cubicBezTo>
                    <a:pt x="413" y="2028"/>
                    <a:pt x="420" y="2014"/>
                    <a:pt x="420" y="1999"/>
                  </a:cubicBezTo>
                  <a:cubicBezTo>
                    <a:pt x="420" y="704"/>
                    <a:pt x="420" y="704"/>
                    <a:pt x="420" y="704"/>
                  </a:cubicBezTo>
                  <a:cubicBezTo>
                    <a:pt x="420" y="699"/>
                    <a:pt x="417" y="691"/>
                    <a:pt x="411" y="682"/>
                  </a:cubicBezTo>
                  <a:cubicBezTo>
                    <a:pt x="406" y="673"/>
                    <a:pt x="398" y="662"/>
                    <a:pt x="389" y="651"/>
                  </a:cubicBezTo>
                  <a:cubicBezTo>
                    <a:pt x="371" y="628"/>
                    <a:pt x="349" y="604"/>
                    <a:pt x="330" y="587"/>
                  </a:cubicBezTo>
                  <a:cubicBezTo>
                    <a:pt x="318" y="575"/>
                    <a:pt x="307" y="566"/>
                    <a:pt x="301" y="563"/>
                  </a:cubicBezTo>
                  <a:cubicBezTo>
                    <a:pt x="302" y="561"/>
                    <a:pt x="302" y="561"/>
                    <a:pt x="302" y="561"/>
                  </a:cubicBezTo>
                  <a:cubicBezTo>
                    <a:pt x="301" y="563"/>
                    <a:pt x="301" y="563"/>
                    <a:pt x="301" y="563"/>
                  </a:cubicBezTo>
                  <a:cubicBezTo>
                    <a:pt x="300" y="563"/>
                    <a:pt x="300" y="563"/>
                    <a:pt x="300" y="563"/>
                  </a:cubicBezTo>
                  <a:cubicBezTo>
                    <a:pt x="300" y="21"/>
                    <a:pt x="300" y="21"/>
                    <a:pt x="300" y="21"/>
                  </a:cubicBezTo>
                  <a:cubicBezTo>
                    <a:pt x="300" y="15"/>
                    <a:pt x="297" y="10"/>
                    <a:pt x="294" y="6"/>
                  </a:cubicBezTo>
                  <a:cubicBezTo>
                    <a:pt x="292" y="4"/>
                    <a:pt x="289" y="3"/>
                    <a:pt x="286" y="2"/>
                  </a:cubicBezTo>
                  <a:cubicBezTo>
                    <a:pt x="284" y="46"/>
                    <a:pt x="284" y="46"/>
                    <a:pt x="284" y="46"/>
                  </a:cubicBezTo>
                  <a:cubicBezTo>
                    <a:pt x="286" y="47"/>
                    <a:pt x="287" y="48"/>
                    <a:pt x="289" y="50"/>
                  </a:cubicBezTo>
                  <a:cubicBezTo>
                    <a:pt x="293" y="54"/>
                    <a:pt x="295" y="60"/>
                    <a:pt x="295" y="66"/>
                  </a:cubicBezTo>
                  <a:cubicBezTo>
                    <a:pt x="295" y="578"/>
                    <a:pt x="295" y="578"/>
                    <a:pt x="295" y="578"/>
                  </a:cubicBezTo>
                  <a:cubicBezTo>
                    <a:pt x="301" y="581"/>
                    <a:pt x="308" y="587"/>
                    <a:pt x="318" y="596"/>
                  </a:cubicBezTo>
                  <a:cubicBezTo>
                    <a:pt x="327" y="605"/>
                    <a:pt x="338" y="617"/>
                    <a:pt x="349" y="629"/>
                  </a:cubicBezTo>
                  <a:cubicBezTo>
                    <a:pt x="370" y="654"/>
                    <a:pt x="391" y="683"/>
                    <a:pt x="400" y="702"/>
                  </a:cubicBezTo>
                  <a:cubicBezTo>
                    <a:pt x="402" y="707"/>
                    <a:pt x="404" y="712"/>
                    <a:pt x="404" y="716"/>
                  </a:cubicBezTo>
                  <a:cubicBezTo>
                    <a:pt x="404" y="1971"/>
                    <a:pt x="404" y="1971"/>
                    <a:pt x="404" y="1971"/>
                  </a:cubicBezTo>
                  <a:cubicBezTo>
                    <a:pt x="404" y="1987"/>
                    <a:pt x="398" y="2001"/>
                    <a:pt x="388" y="2011"/>
                  </a:cubicBezTo>
                  <a:cubicBezTo>
                    <a:pt x="378" y="2021"/>
                    <a:pt x="365" y="2028"/>
                    <a:pt x="350" y="2028"/>
                  </a:cubicBezTo>
                  <a:cubicBezTo>
                    <a:pt x="69" y="2028"/>
                    <a:pt x="69" y="2028"/>
                    <a:pt x="69" y="2028"/>
                  </a:cubicBezTo>
                  <a:cubicBezTo>
                    <a:pt x="54" y="2028"/>
                    <a:pt x="41" y="2021"/>
                    <a:pt x="31" y="2011"/>
                  </a:cubicBezTo>
                  <a:cubicBezTo>
                    <a:pt x="21" y="2001"/>
                    <a:pt x="15" y="1987"/>
                    <a:pt x="15" y="1971"/>
                  </a:cubicBezTo>
                  <a:cubicBezTo>
                    <a:pt x="15" y="716"/>
                    <a:pt x="15" y="716"/>
                    <a:pt x="15" y="716"/>
                  </a:cubicBezTo>
                  <a:cubicBezTo>
                    <a:pt x="16" y="710"/>
                    <a:pt x="19" y="702"/>
                    <a:pt x="24" y="693"/>
                  </a:cubicBezTo>
                  <a:cubicBezTo>
                    <a:pt x="29" y="684"/>
                    <a:pt x="36" y="673"/>
                    <a:pt x="44" y="662"/>
                  </a:cubicBezTo>
                  <a:cubicBezTo>
                    <a:pt x="60" y="641"/>
                    <a:pt x="80" y="617"/>
                    <a:pt x="97" y="600"/>
                  </a:cubicBezTo>
                  <a:cubicBezTo>
                    <a:pt x="108" y="589"/>
                    <a:pt x="118" y="581"/>
                    <a:pt x="124" y="578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0"/>
                    <a:pt x="127" y="54"/>
                    <a:pt x="131" y="50"/>
                  </a:cubicBezTo>
                  <a:cubicBezTo>
                    <a:pt x="134" y="46"/>
                    <a:pt x="139" y="43"/>
                    <a:pt x="144" y="43"/>
                  </a:cubicBezTo>
                  <a:cubicBezTo>
                    <a:pt x="143" y="0"/>
                    <a:pt x="143" y="0"/>
                    <a:pt x="143" y="0"/>
                  </a:cubicBezTo>
                </a:path>
              </a:pathLst>
            </a:custGeom>
            <a:solidFill>
              <a:srgbClr val="C7D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777">
              <a:extLst>
                <a:ext uri="{FF2B5EF4-FFF2-40B4-BE49-F238E27FC236}">
                  <a16:creationId xmlns:a16="http://schemas.microsoft.com/office/drawing/2014/main" id="{1B0DB9E6-EB04-490A-8D47-04AF274552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0" y="1343"/>
              <a:ext cx="111" cy="45"/>
            </a:xfrm>
            <a:custGeom>
              <a:avLst/>
              <a:gdLst>
                <a:gd name="T0" fmla="*/ 3 w 105"/>
                <a:gd name="T1" fmla="*/ 0 h 43"/>
                <a:gd name="T2" fmla="*/ 0 w 105"/>
                <a:gd name="T3" fmla="*/ 0 h 43"/>
                <a:gd name="T4" fmla="*/ 1 w 105"/>
                <a:gd name="T5" fmla="*/ 49 h 43"/>
                <a:gd name="T6" fmla="*/ 4 w 105"/>
                <a:gd name="T7" fmla="*/ 49 h 43"/>
                <a:gd name="T8" fmla="*/ 3 w 105"/>
                <a:gd name="T9" fmla="*/ 0 h 43"/>
                <a:gd name="T10" fmla="*/ 23 w 105"/>
                <a:gd name="T11" fmla="*/ 39 h 43"/>
                <a:gd name="T12" fmla="*/ 20 w 105"/>
                <a:gd name="T13" fmla="*/ 33 h 43"/>
                <a:gd name="T14" fmla="*/ 23 w 105"/>
                <a:gd name="T15" fmla="*/ 31 h 43"/>
                <a:gd name="T16" fmla="*/ 25 w 105"/>
                <a:gd name="T17" fmla="*/ 33 h 43"/>
                <a:gd name="T18" fmla="*/ 23 w 105"/>
                <a:gd name="T19" fmla="*/ 39 h 43"/>
                <a:gd name="T20" fmla="*/ 22 w 105"/>
                <a:gd name="T21" fmla="*/ 21 h 43"/>
                <a:gd name="T22" fmla="*/ 19 w 105"/>
                <a:gd name="T23" fmla="*/ 18 h 43"/>
                <a:gd name="T24" fmla="*/ 22 w 105"/>
                <a:gd name="T25" fmla="*/ 15 h 43"/>
                <a:gd name="T26" fmla="*/ 25 w 105"/>
                <a:gd name="T27" fmla="*/ 18 h 43"/>
                <a:gd name="T28" fmla="*/ 22 w 105"/>
                <a:gd name="T29" fmla="*/ 21 h 43"/>
                <a:gd name="T30" fmla="*/ 106 w 105"/>
                <a:gd name="T31" fmla="*/ 18 h 43"/>
                <a:gd name="T32" fmla="*/ 100 w 105"/>
                <a:gd name="T33" fmla="*/ 14 h 43"/>
                <a:gd name="T34" fmla="*/ 106 w 105"/>
                <a:gd name="T35" fmla="*/ 7 h 43"/>
                <a:gd name="T36" fmla="*/ 111 w 105"/>
                <a:gd name="T37" fmla="*/ 14 h 43"/>
                <a:gd name="T38" fmla="*/ 106 w 105"/>
                <a:gd name="T39" fmla="*/ 18 h 43"/>
                <a:gd name="T40" fmla="*/ 35 w 105"/>
                <a:gd name="T41" fmla="*/ 8 h 43"/>
                <a:gd name="T42" fmla="*/ 33 w 105"/>
                <a:gd name="T43" fmla="*/ 5 h 43"/>
                <a:gd name="T44" fmla="*/ 35 w 105"/>
                <a:gd name="T45" fmla="*/ 3 h 43"/>
                <a:gd name="T46" fmla="*/ 38 w 105"/>
                <a:gd name="T47" fmla="*/ 5 h 43"/>
                <a:gd name="T48" fmla="*/ 35 w 105"/>
                <a:gd name="T49" fmla="*/ 8 h 43"/>
                <a:gd name="T50" fmla="*/ 124 w 105"/>
                <a:gd name="T51" fmla="*/ 0 h 43"/>
                <a:gd name="T52" fmla="*/ 22 w 105"/>
                <a:gd name="T53" fmla="*/ 0 h 43"/>
                <a:gd name="T54" fmla="*/ 19 w 105"/>
                <a:gd name="T55" fmla="*/ 3 h 43"/>
                <a:gd name="T56" fmla="*/ 18 w 105"/>
                <a:gd name="T57" fmla="*/ 3 h 43"/>
                <a:gd name="T58" fmla="*/ 18 w 105"/>
                <a:gd name="T59" fmla="*/ 49 h 43"/>
                <a:gd name="T60" fmla="*/ 86 w 105"/>
                <a:gd name="T61" fmla="*/ 49 h 43"/>
                <a:gd name="T62" fmla="*/ 105 w 105"/>
                <a:gd name="T63" fmla="*/ 25 h 43"/>
                <a:gd name="T64" fmla="*/ 123 w 105"/>
                <a:gd name="T65" fmla="*/ 41 h 43"/>
                <a:gd name="T66" fmla="*/ 124 w 105"/>
                <a:gd name="T67" fmla="*/ 0 h 4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5" h="43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20" y="33"/>
                  </a:moveTo>
                  <a:cubicBezTo>
                    <a:pt x="18" y="33"/>
                    <a:pt x="17" y="32"/>
                    <a:pt x="17" y="30"/>
                  </a:cubicBezTo>
                  <a:cubicBezTo>
                    <a:pt x="17" y="29"/>
                    <a:pt x="18" y="28"/>
                    <a:pt x="20" y="28"/>
                  </a:cubicBezTo>
                  <a:cubicBezTo>
                    <a:pt x="21" y="28"/>
                    <a:pt x="22" y="29"/>
                    <a:pt x="22" y="30"/>
                  </a:cubicBezTo>
                  <a:cubicBezTo>
                    <a:pt x="22" y="32"/>
                    <a:pt x="21" y="33"/>
                    <a:pt x="20" y="33"/>
                  </a:cubicBezTo>
                  <a:moveTo>
                    <a:pt x="19" y="18"/>
                  </a:moveTo>
                  <a:cubicBezTo>
                    <a:pt x="17" y="18"/>
                    <a:pt x="16" y="17"/>
                    <a:pt x="16" y="15"/>
                  </a:cubicBezTo>
                  <a:cubicBezTo>
                    <a:pt x="16" y="14"/>
                    <a:pt x="17" y="12"/>
                    <a:pt x="19" y="12"/>
                  </a:cubicBezTo>
                  <a:cubicBezTo>
                    <a:pt x="20" y="12"/>
                    <a:pt x="22" y="14"/>
                    <a:pt x="22" y="15"/>
                  </a:cubicBezTo>
                  <a:cubicBezTo>
                    <a:pt x="22" y="17"/>
                    <a:pt x="20" y="18"/>
                    <a:pt x="19" y="18"/>
                  </a:cubicBezTo>
                  <a:moveTo>
                    <a:pt x="90" y="15"/>
                  </a:moveTo>
                  <a:cubicBezTo>
                    <a:pt x="87" y="15"/>
                    <a:pt x="85" y="14"/>
                    <a:pt x="85" y="11"/>
                  </a:cubicBezTo>
                  <a:cubicBezTo>
                    <a:pt x="85" y="9"/>
                    <a:pt x="87" y="7"/>
                    <a:pt x="90" y="7"/>
                  </a:cubicBezTo>
                  <a:cubicBezTo>
                    <a:pt x="92" y="7"/>
                    <a:pt x="94" y="9"/>
                    <a:pt x="94" y="11"/>
                  </a:cubicBezTo>
                  <a:cubicBezTo>
                    <a:pt x="94" y="14"/>
                    <a:pt x="92" y="15"/>
                    <a:pt x="90" y="15"/>
                  </a:cubicBezTo>
                  <a:moveTo>
                    <a:pt x="29" y="8"/>
                  </a:moveTo>
                  <a:cubicBezTo>
                    <a:pt x="28" y="8"/>
                    <a:pt x="27" y="7"/>
                    <a:pt x="27" y="5"/>
                  </a:cubicBezTo>
                  <a:cubicBezTo>
                    <a:pt x="27" y="4"/>
                    <a:pt x="28" y="3"/>
                    <a:pt x="29" y="3"/>
                  </a:cubicBezTo>
                  <a:cubicBezTo>
                    <a:pt x="31" y="3"/>
                    <a:pt x="32" y="4"/>
                    <a:pt x="32" y="5"/>
                  </a:cubicBezTo>
                  <a:cubicBezTo>
                    <a:pt x="32" y="7"/>
                    <a:pt x="31" y="8"/>
                    <a:pt x="29" y="8"/>
                  </a:cubicBezTo>
                  <a:moveTo>
                    <a:pt x="105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8" y="3"/>
                    <a:pt x="16" y="3"/>
                  </a:cubicBezTo>
                  <a:cubicBezTo>
                    <a:pt x="16" y="3"/>
                    <a:pt x="15" y="3"/>
                    <a:pt x="15" y="3"/>
                  </a:cubicBezTo>
                  <a:cubicBezTo>
                    <a:pt x="14" y="17"/>
                    <a:pt x="15" y="31"/>
                    <a:pt x="15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4" y="31"/>
                    <a:pt x="81" y="22"/>
                    <a:pt x="89" y="22"/>
                  </a:cubicBezTo>
                  <a:cubicBezTo>
                    <a:pt x="96" y="22"/>
                    <a:pt x="101" y="28"/>
                    <a:pt x="104" y="35"/>
                  </a:cubicBezTo>
                  <a:cubicBezTo>
                    <a:pt x="105" y="0"/>
                    <a:pt x="105" y="0"/>
                    <a:pt x="105" y="0"/>
                  </a:cubicBezTo>
                </a:path>
              </a:pathLst>
            </a:custGeom>
            <a:solidFill>
              <a:srgbClr val="C4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778">
              <a:extLst>
                <a:ext uri="{FF2B5EF4-FFF2-40B4-BE49-F238E27FC236}">
                  <a16:creationId xmlns:a16="http://schemas.microsoft.com/office/drawing/2014/main" id="{80CD782A-FFAC-4CC6-A2ED-960D587C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343"/>
              <a:ext cx="33" cy="46"/>
            </a:xfrm>
            <a:custGeom>
              <a:avLst/>
              <a:gdLst>
                <a:gd name="T0" fmla="*/ 34 w 31"/>
                <a:gd name="T1" fmla="*/ 0 h 44"/>
                <a:gd name="T2" fmla="*/ 1 w 31"/>
                <a:gd name="T3" fmla="*/ 0 h 44"/>
                <a:gd name="T4" fmla="*/ 0 w 31"/>
                <a:gd name="T5" fmla="*/ 41 h 44"/>
                <a:gd name="T6" fmla="*/ 1 w 31"/>
                <a:gd name="T7" fmla="*/ 49 h 44"/>
                <a:gd name="T8" fmla="*/ 26 w 31"/>
                <a:gd name="T9" fmla="*/ 49 h 44"/>
                <a:gd name="T10" fmla="*/ 35 w 31"/>
                <a:gd name="T11" fmla="*/ 50 h 44"/>
                <a:gd name="T12" fmla="*/ 37 w 31"/>
                <a:gd name="T13" fmla="*/ 1 h 44"/>
                <a:gd name="T14" fmla="*/ 34 w 31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4">
                  <a:moveTo>
                    <a:pt x="28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1" y="40"/>
                    <a:pt x="1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7" y="43"/>
                    <a:pt x="29" y="44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rgbClr val="C6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779">
              <a:extLst>
                <a:ext uri="{FF2B5EF4-FFF2-40B4-BE49-F238E27FC236}">
                  <a16:creationId xmlns:a16="http://schemas.microsoft.com/office/drawing/2014/main" id="{0B4636A9-4436-4AEE-9303-4E895C5CEC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6" y="1343"/>
              <a:ext cx="151" cy="48"/>
            </a:xfrm>
            <a:custGeom>
              <a:avLst/>
              <a:gdLst>
                <a:gd name="T0" fmla="*/ 164 w 143"/>
                <a:gd name="T1" fmla="*/ 1 h 46"/>
                <a:gd name="T2" fmla="*/ 162 w 143"/>
                <a:gd name="T3" fmla="*/ 50 h 46"/>
                <a:gd name="T4" fmla="*/ 166 w 143"/>
                <a:gd name="T5" fmla="*/ 52 h 46"/>
                <a:gd name="T6" fmla="*/ 168 w 143"/>
                <a:gd name="T7" fmla="*/ 2 h 46"/>
                <a:gd name="T8" fmla="*/ 164 w 143"/>
                <a:gd name="T9" fmla="*/ 1 h 46"/>
                <a:gd name="T10" fmla="*/ 4 w 143"/>
                <a:gd name="T11" fmla="*/ 0 h 46"/>
                <a:gd name="T12" fmla="*/ 0 w 143"/>
                <a:gd name="T13" fmla="*/ 0 h 46"/>
                <a:gd name="T14" fmla="*/ 1 w 143"/>
                <a:gd name="T15" fmla="*/ 49 h 46"/>
                <a:gd name="T16" fmla="*/ 4 w 143"/>
                <a:gd name="T17" fmla="*/ 49 h 46"/>
                <a:gd name="T18" fmla="*/ 5 w 143"/>
                <a:gd name="T19" fmla="*/ 49 h 46"/>
                <a:gd name="T20" fmla="*/ 4 w 143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46">
                  <a:moveTo>
                    <a:pt x="139" y="1"/>
                  </a:moveTo>
                  <a:cubicBezTo>
                    <a:pt x="137" y="44"/>
                    <a:pt x="137" y="44"/>
                    <a:pt x="137" y="44"/>
                  </a:cubicBezTo>
                  <a:cubicBezTo>
                    <a:pt x="139" y="45"/>
                    <a:pt x="140" y="45"/>
                    <a:pt x="141" y="46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2" y="1"/>
                    <a:pt x="140" y="1"/>
                    <a:pt x="139" y="1"/>
                  </a:cubicBezTo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2" y="43"/>
                    <a:pt x="3" y="43"/>
                    <a:pt x="4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5A6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780">
              <a:extLst>
                <a:ext uri="{FF2B5EF4-FFF2-40B4-BE49-F238E27FC236}">
                  <a16:creationId xmlns:a16="http://schemas.microsoft.com/office/drawing/2014/main" id="{81E2420E-4807-42EE-AA0F-15B8014F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343"/>
              <a:ext cx="13" cy="45"/>
            </a:xfrm>
            <a:custGeom>
              <a:avLst/>
              <a:gdLst>
                <a:gd name="T0" fmla="*/ 13 w 12"/>
                <a:gd name="T1" fmla="*/ 0 h 43"/>
                <a:gd name="T2" fmla="*/ 0 w 12"/>
                <a:gd name="T3" fmla="*/ 0 h 43"/>
                <a:gd name="T4" fmla="*/ 1 w 12"/>
                <a:gd name="T5" fmla="*/ 49 h 43"/>
                <a:gd name="T6" fmla="*/ 15 w 12"/>
                <a:gd name="T7" fmla="*/ 49 h 43"/>
                <a:gd name="T8" fmla="*/ 15 w 12"/>
                <a:gd name="T9" fmla="*/ 3 h 43"/>
                <a:gd name="T10" fmla="*/ 13 w 12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3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31"/>
                    <a:pt x="11" y="17"/>
                    <a:pt x="12" y="3"/>
                  </a:cubicBezTo>
                  <a:cubicBezTo>
                    <a:pt x="11" y="3"/>
                    <a:pt x="10" y="2"/>
                    <a:pt x="10" y="0"/>
                  </a:cubicBezTo>
                </a:path>
              </a:pathLst>
            </a:custGeom>
            <a:solidFill>
              <a:srgbClr val="B1B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781">
              <a:extLst>
                <a:ext uri="{FF2B5EF4-FFF2-40B4-BE49-F238E27FC236}">
                  <a16:creationId xmlns:a16="http://schemas.microsoft.com/office/drawing/2014/main" id="{CC1A6CBF-6C07-4AC1-956B-28C3F8B8B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343"/>
              <a:ext cx="6" cy="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0 h 3"/>
                <a:gd name="T4" fmla="*/ 2 w 6"/>
                <a:gd name="T5" fmla="*/ 3 h 3"/>
                <a:gd name="T6" fmla="*/ 3 w 6"/>
                <a:gd name="T7" fmla="*/ 3 h 3"/>
                <a:gd name="T8" fmla="*/ 6 w 6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5" y="3"/>
                    <a:pt x="6" y="2"/>
                    <a:pt x="6" y="0"/>
                  </a:cubicBezTo>
                </a:path>
              </a:pathLst>
            </a:custGeom>
            <a:solidFill>
              <a:srgbClr val="B1B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Oval 782">
              <a:extLst>
                <a:ext uri="{FF2B5EF4-FFF2-40B4-BE49-F238E27FC236}">
                  <a16:creationId xmlns:a16="http://schemas.microsoft.com/office/drawing/2014/main" id="{9C8A887C-734E-4F35-B093-1D6A1550F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1356"/>
              <a:ext cx="6" cy="6"/>
            </a:xfrm>
            <a:prstGeom prst="ellipse">
              <a:avLst/>
            </a:prstGeom>
            <a:solidFill>
              <a:srgbClr val="B1B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6" name="Oval 783">
              <a:extLst>
                <a:ext uri="{FF2B5EF4-FFF2-40B4-BE49-F238E27FC236}">
                  <a16:creationId xmlns:a16="http://schemas.microsoft.com/office/drawing/2014/main" id="{52C85EDE-1985-4690-B5C8-05813C0E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8" y="1373"/>
              <a:ext cx="5" cy="5"/>
            </a:xfrm>
            <a:prstGeom prst="ellipse">
              <a:avLst/>
            </a:prstGeom>
            <a:solidFill>
              <a:srgbClr val="B1B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7" name="Oval 784">
              <a:extLst>
                <a:ext uri="{FF2B5EF4-FFF2-40B4-BE49-F238E27FC236}">
                  <a16:creationId xmlns:a16="http://schemas.microsoft.com/office/drawing/2014/main" id="{8EF75644-E862-48A4-896B-EA2DABA40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1350"/>
              <a:ext cx="9" cy="9"/>
            </a:xfrm>
            <a:prstGeom prst="ellipse">
              <a:avLst/>
            </a:prstGeom>
            <a:solidFill>
              <a:srgbClr val="C6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8" name="Oval 785">
              <a:extLst>
                <a:ext uri="{FF2B5EF4-FFF2-40B4-BE49-F238E27FC236}">
                  <a16:creationId xmlns:a16="http://schemas.microsoft.com/office/drawing/2014/main" id="{3C1C059E-42F1-4DF0-99B0-43760B90B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346"/>
              <a:ext cx="6" cy="6"/>
            </a:xfrm>
            <a:prstGeom prst="ellipse">
              <a:avLst/>
            </a:prstGeom>
            <a:solidFill>
              <a:srgbClr val="C6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9" name="Freeform 786">
              <a:extLst>
                <a:ext uri="{FF2B5EF4-FFF2-40B4-BE49-F238E27FC236}">
                  <a16:creationId xmlns:a16="http://schemas.microsoft.com/office/drawing/2014/main" id="{A8DDFBFB-88B1-4EF7-9CC1-10EA6EED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39"/>
              <a:ext cx="453" cy="2169"/>
            </a:xfrm>
            <a:custGeom>
              <a:avLst/>
              <a:gdLst>
                <a:gd name="T0" fmla="*/ 363 w 428"/>
                <a:gd name="T1" fmla="*/ 657 h 2062"/>
                <a:gd name="T2" fmla="*/ 365 w 428"/>
                <a:gd name="T3" fmla="*/ 657 h 2062"/>
                <a:gd name="T4" fmla="*/ 365 w 428"/>
                <a:gd name="T5" fmla="*/ 28 h 2062"/>
                <a:gd name="T6" fmla="*/ 337 w 428"/>
                <a:gd name="T7" fmla="*/ 0 h 2062"/>
                <a:gd name="T8" fmla="*/ 170 w 428"/>
                <a:gd name="T9" fmla="*/ 0 h 2062"/>
                <a:gd name="T10" fmla="*/ 141 w 428"/>
                <a:gd name="T11" fmla="*/ 28 h 2062"/>
                <a:gd name="T12" fmla="*/ 141 w 428"/>
                <a:gd name="T13" fmla="*/ 657 h 2062"/>
                <a:gd name="T14" fmla="*/ 143 w 428"/>
                <a:gd name="T15" fmla="*/ 657 h 2062"/>
                <a:gd name="T16" fmla="*/ 142 w 428"/>
                <a:gd name="T17" fmla="*/ 656 h 2062"/>
                <a:gd name="T18" fmla="*/ 107 w 428"/>
                <a:gd name="T19" fmla="*/ 685 h 2062"/>
                <a:gd name="T20" fmla="*/ 37 w 428"/>
                <a:gd name="T21" fmla="*/ 759 h 2062"/>
                <a:gd name="T22" fmla="*/ 12 w 428"/>
                <a:gd name="T23" fmla="*/ 795 h 2062"/>
                <a:gd name="T24" fmla="*/ 0 w 428"/>
                <a:gd name="T25" fmla="*/ 825 h 2062"/>
                <a:gd name="T26" fmla="*/ 0 w 428"/>
                <a:gd name="T27" fmla="*/ 2331 h 2062"/>
                <a:gd name="T28" fmla="*/ 69 w 428"/>
                <a:gd name="T29" fmla="*/ 2400 h 2062"/>
                <a:gd name="T30" fmla="*/ 438 w 428"/>
                <a:gd name="T31" fmla="*/ 2400 h 2062"/>
                <a:gd name="T32" fmla="*/ 507 w 428"/>
                <a:gd name="T33" fmla="*/ 2331 h 2062"/>
                <a:gd name="T34" fmla="*/ 507 w 428"/>
                <a:gd name="T35" fmla="*/ 825 h 2062"/>
                <a:gd name="T36" fmla="*/ 502 w 428"/>
                <a:gd name="T37" fmla="*/ 807 h 2062"/>
                <a:gd name="T38" fmla="*/ 435 w 428"/>
                <a:gd name="T39" fmla="*/ 719 h 2062"/>
                <a:gd name="T40" fmla="*/ 395 w 428"/>
                <a:gd name="T41" fmla="*/ 678 h 2062"/>
                <a:gd name="T42" fmla="*/ 364 w 428"/>
                <a:gd name="T43" fmla="*/ 656 h 2062"/>
                <a:gd name="T44" fmla="*/ 363 w 428"/>
                <a:gd name="T45" fmla="*/ 657 h 2062"/>
                <a:gd name="T46" fmla="*/ 365 w 428"/>
                <a:gd name="T47" fmla="*/ 657 h 2062"/>
                <a:gd name="T48" fmla="*/ 363 w 428"/>
                <a:gd name="T49" fmla="*/ 657 h 2062"/>
                <a:gd name="T50" fmla="*/ 362 w 428"/>
                <a:gd name="T51" fmla="*/ 660 h 2062"/>
                <a:gd name="T52" fmla="*/ 397 w 428"/>
                <a:gd name="T53" fmla="*/ 688 h 2062"/>
                <a:gd name="T54" fmla="*/ 466 w 428"/>
                <a:gd name="T55" fmla="*/ 763 h 2062"/>
                <a:gd name="T56" fmla="*/ 492 w 428"/>
                <a:gd name="T57" fmla="*/ 798 h 2062"/>
                <a:gd name="T58" fmla="*/ 503 w 428"/>
                <a:gd name="T59" fmla="*/ 825 h 2062"/>
                <a:gd name="T60" fmla="*/ 503 w 428"/>
                <a:gd name="T61" fmla="*/ 2331 h 2062"/>
                <a:gd name="T62" fmla="*/ 484 w 428"/>
                <a:gd name="T63" fmla="*/ 2376 h 2062"/>
                <a:gd name="T64" fmla="*/ 438 w 428"/>
                <a:gd name="T65" fmla="*/ 2395 h 2062"/>
                <a:gd name="T66" fmla="*/ 69 w 428"/>
                <a:gd name="T67" fmla="*/ 2395 h 2062"/>
                <a:gd name="T68" fmla="*/ 23 w 428"/>
                <a:gd name="T69" fmla="*/ 2376 h 2062"/>
                <a:gd name="T70" fmla="*/ 4 w 428"/>
                <a:gd name="T71" fmla="*/ 2331 h 2062"/>
                <a:gd name="T72" fmla="*/ 4 w 428"/>
                <a:gd name="T73" fmla="*/ 825 h 2062"/>
                <a:gd name="T74" fmla="*/ 7 w 428"/>
                <a:gd name="T75" fmla="*/ 809 h 2062"/>
                <a:gd name="T76" fmla="*/ 75 w 428"/>
                <a:gd name="T77" fmla="*/ 723 h 2062"/>
                <a:gd name="T78" fmla="*/ 115 w 428"/>
                <a:gd name="T79" fmla="*/ 682 h 2062"/>
                <a:gd name="T80" fmla="*/ 145 w 428"/>
                <a:gd name="T81" fmla="*/ 660 h 2062"/>
                <a:gd name="T82" fmla="*/ 146 w 428"/>
                <a:gd name="T83" fmla="*/ 660 h 2062"/>
                <a:gd name="T84" fmla="*/ 146 w 428"/>
                <a:gd name="T85" fmla="*/ 28 h 2062"/>
                <a:gd name="T86" fmla="*/ 153 w 428"/>
                <a:gd name="T87" fmla="*/ 13 h 2062"/>
                <a:gd name="T88" fmla="*/ 170 w 428"/>
                <a:gd name="T89" fmla="*/ 4 h 2062"/>
                <a:gd name="T90" fmla="*/ 337 w 428"/>
                <a:gd name="T91" fmla="*/ 4 h 2062"/>
                <a:gd name="T92" fmla="*/ 352 w 428"/>
                <a:gd name="T93" fmla="*/ 13 h 2062"/>
                <a:gd name="T94" fmla="*/ 361 w 428"/>
                <a:gd name="T95" fmla="*/ 28 h 2062"/>
                <a:gd name="T96" fmla="*/ 361 w 428"/>
                <a:gd name="T97" fmla="*/ 660 h 2062"/>
                <a:gd name="T98" fmla="*/ 362 w 428"/>
                <a:gd name="T99" fmla="*/ 660 h 2062"/>
                <a:gd name="T100" fmla="*/ 363 w 428"/>
                <a:gd name="T101" fmla="*/ 657 h 20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28" h="2062">
                  <a:moveTo>
                    <a:pt x="306" y="565"/>
                  </a:moveTo>
                  <a:cubicBezTo>
                    <a:pt x="308" y="565"/>
                    <a:pt x="308" y="565"/>
                    <a:pt x="308" y="565"/>
                  </a:cubicBezTo>
                  <a:cubicBezTo>
                    <a:pt x="308" y="25"/>
                    <a:pt x="308" y="25"/>
                    <a:pt x="308" y="25"/>
                  </a:cubicBezTo>
                  <a:cubicBezTo>
                    <a:pt x="308" y="11"/>
                    <a:pt x="297" y="0"/>
                    <a:pt x="283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30" y="0"/>
                    <a:pt x="119" y="11"/>
                    <a:pt x="119" y="25"/>
                  </a:cubicBezTo>
                  <a:cubicBezTo>
                    <a:pt x="119" y="565"/>
                    <a:pt x="119" y="565"/>
                    <a:pt x="119" y="565"/>
                  </a:cubicBezTo>
                  <a:cubicBezTo>
                    <a:pt x="121" y="565"/>
                    <a:pt x="121" y="565"/>
                    <a:pt x="121" y="565"/>
                  </a:cubicBezTo>
                  <a:cubicBezTo>
                    <a:pt x="120" y="564"/>
                    <a:pt x="120" y="564"/>
                    <a:pt x="120" y="564"/>
                  </a:cubicBezTo>
                  <a:cubicBezTo>
                    <a:pt x="113" y="567"/>
                    <a:pt x="103" y="576"/>
                    <a:pt x="90" y="588"/>
                  </a:cubicBezTo>
                  <a:cubicBezTo>
                    <a:pt x="71" y="605"/>
                    <a:pt x="49" y="630"/>
                    <a:pt x="31" y="652"/>
                  </a:cubicBezTo>
                  <a:cubicBezTo>
                    <a:pt x="22" y="664"/>
                    <a:pt x="14" y="675"/>
                    <a:pt x="9" y="684"/>
                  </a:cubicBezTo>
                  <a:cubicBezTo>
                    <a:pt x="3" y="694"/>
                    <a:pt x="0" y="702"/>
                    <a:pt x="0" y="708"/>
                  </a:cubicBezTo>
                  <a:cubicBezTo>
                    <a:pt x="0" y="2003"/>
                    <a:pt x="0" y="2003"/>
                    <a:pt x="0" y="2003"/>
                  </a:cubicBezTo>
                  <a:cubicBezTo>
                    <a:pt x="0" y="2036"/>
                    <a:pt x="26" y="2062"/>
                    <a:pt x="58" y="2062"/>
                  </a:cubicBezTo>
                  <a:cubicBezTo>
                    <a:pt x="369" y="2062"/>
                    <a:pt x="369" y="2062"/>
                    <a:pt x="369" y="2062"/>
                  </a:cubicBezTo>
                  <a:cubicBezTo>
                    <a:pt x="401" y="2062"/>
                    <a:pt x="428" y="2036"/>
                    <a:pt x="428" y="2003"/>
                  </a:cubicBezTo>
                  <a:cubicBezTo>
                    <a:pt x="428" y="708"/>
                    <a:pt x="428" y="708"/>
                    <a:pt x="428" y="708"/>
                  </a:cubicBezTo>
                  <a:cubicBezTo>
                    <a:pt x="428" y="704"/>
                    <a:pt x="426" y="699"/>
                    <a:pt x="423" y="693"/>
                  </a:cubicBezTo>
                  <a:cubicBezTo>
                    <a:pt x="414" y="673"/>
                    <a:pt x="391" y="644"/>
                    <a:pt x="367" y="618"/>
                  </a:cubicBezTo>
                  <a:cubicBezTo>
                    <a:pt x="355" y="605"/>
                    <a:pt x="343" y="593"/>
                    <a:pt x="333" y="583"/>
                  </a:cubicBezTo>
                  <a:cubicBezTo>
                    <a:pt x="322" y="574"/>
                    <a:pt x="313" y="567"/>
                    <a:pt x="307" y="564"/>
                  </a:cubicBezTo>
                  <a:cubicBezTo>
                    <a:pt x="306" y="565"/>
                    <a:pt x="306" y="565"/>
                    <a:pt x="306" y="565"/>
                  </a:cubicBezTo>
                  <a:cubicBezTo>
                    <a:pt x="308" y="565"/>
                    <a:pt x="308" y="565"/>
                    <a:pt x="308" y="565"/>
                  </a:cubicBezTo>
                  <a:cubicBezTo>
                    <a:pt x="306" y="565"/>
                    <a:pt x="306" y="565"/>
                    <a:pt x="306" y="565"/>
                  </a:cubicBezTo>
                  <a:cubicBezTo>
                    <a:pt x="305" y="567"/>
                    <a:pt x="305" y="567"/>
                    <a:pt x="305" y="567"/>
                  </a:cubicBezTo>
                  <a:cubicBezTo>
                    <a:pt x="311" y="570"/>
                    <a:pt x="322" y="579"/>
                    <a:pt x="334" y="591"/>
                  </a:cubicBezTo>
                  <a:cubicBezTo>
                    <a:pt x="353" y="608"/>
                    <a:pt x="375" y="632"/>
                    <a:pt x="393" y="655"/>
                  </a:cubicBezTo>
                  <a:cubicBezTo>
                    <a:pt x="402" y="666"/>
                    <a:pt x="410" y="677"/>
                    <a:pt x="415" y="686"/>
                  </a:cubicBezTo>
                  <a:cubicBezTo>
                    <a:pt x="421" y="695"/>
                    <a:pt x="424" y="703"/>
                    <a:pt x="424" y="708"/>
                  </a:cubicBezTo>
                  <a:cubicBezTo>
                    <a:pt x="424" y="2003"/>
                    <a:pt x="424" y="2003"/>
                    <a:pt x="424" y="2003"/>
                  </a:cubicBezTo>
                  <a:cubicBezTo>
                    <a:pt x="424" y="2018"/>
                    <a:pt x="417" y="2032"/>
                    <a:pt x="408" y="2042"/>
                  </a:cubicBezTo>
                  <a:cubicBezTo>
                    <a:pt x="398" y="2052"/>
                    <a:pt x="384" y="2058"/>
                    <a:pt x="369" y="2058"/>
                  </a:cubicBezTo>
                  <a:cubicBezTo>
                    <a:pt x="58" y="2058"/>
                    <a:pt x="58" y="2058"/>
                    <a:pt x="58" y="2058"/>
                  </a:cubicBezTo>
                  <a:cubicBezTo>
                    <a:pt x="43" y="2058"/>
                    <a:pt x="29" y="2052"/>
                    <a:pt x="20" y="2042"/>
                  </a:cubicBezTo>
                  <a:cubicBezTo>
                    <a:pt x="10" y="2032"/>
                    <a:pt x="4" y="2018"/>
                    <a:pt x="4" y="2003"/>
                  </a:cubicBezTo>
                  <a:cubicBezTo>
                    <a:pt x="4" y="708"/>
                    <a:pt x="4" y="708"/>
                    <a:pt x="4" y="708"/>
                  </a:cubicBezTo>
                  <a:cubicBezTo>
                    <a:pt x="4" y="705"/>
                    <a:pt x="5" y="700"/>
                    <a:pt x="7" y="695"/>
                  </a:cubicBezTo>
                  <a:cubicBezTo>
                    <a:pt x="16" y="676"/>
                    <a:pt x="39" y="647"/>
                    <a:pt x="63" y="621"/>
                  </a:cubicBezTo>
                  <a:cubicBezTo>
                    <a:pt x="75" y="608"/>
                    <a:pt x="87" y="596"/>
                    <a:pt x="97" y="586"/>
                  </a:cubicBezTo>
                  <a:cubicBezTo>
                    <a:pt x="108" y="577"/>
                    <a:pt x="117" y="570"/>
                    <a:pt x="122" y="567"/>
                  </a:cubicBezTo>
                  <a:cubicBezTo>
                    <a:pt x="123" y="567"/>
                    <a:pt x="123" y="567"/>
                    <a:pt x="123" y="567"/>
                  </a:cubicBezTo>
                  <a:cubicBezTo>
                    <a:pt x="123" y="25"/>
                    <a:pt x="123" y="25"/>
                    <a:pt x="123" y="25"/>
                  </a:cubicBezTo>
                  <a:cubicBezTo>
                    <a:pt x="123" y="19"/>
                    <a:pt x="126" y="14"/>
                    <a:pt x="129" y="10"/>
                  </a:cubicBezTo>
                  <a:cubicBezTo>
                    <a:pt x="133" y="7"/>
                    <a:pt x="138" y="4"/>
                    <a:pt x="144" y="4"/>
                  </a:cubicBezTo>
                  <a:cubicBezTo>
                    <a:pt x="283" y="4"/>
                    <a:pt x="283" y="4"/>
                    <a:pt x="283" y="4"/>
                  </a:cubicBezTo>
                  <a:cubicBezTo>
                    <a:pt x="289" y="4"/>
                    <a:pt x="294" y="7"/>
                    <a:pt x="298" y="10"/>
                  </a:cubicBezTo>
                  <a:cubicBezTo>
                    <a:pt x="301" y="14"/>
                    <a:pt x="304" y="19"/>
                    <a:pt x="304" y="25"/>
                  </a:cubicBezTo>
                  <a:cubicBezTo>
                    <a:pt x="304" y="567"/>
                    <a:pt x="304" y="567"/>
                    <a:pt x="304" y="567"/>
                  </a:cubicBezTo>
                  <a:cubicBezTo>
                    <a:pt x="305" y="567"/>
                    <a:pt x="305" y="567"/>
                    <a:pt x="305" y="567"/>
                  </a:cubicBezTo>
                  <a:cubicBezTo>
                    <a:pt x="306" y="565"/>
                    <a:pt x="306" y="565"/>
                    <a:pt x="306" y="56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787">
              <a:extLst>
                <a:ext uri="{FF2B5EF4-FFF2-40B4-BE49-F238E27FC236}">
                  <a16:creationId xmlns:a16="http://schemas.microsoft.com/office/drawing/2014/main" id="{039F24BA-CE6D-4E17-BECA-985FF4B3A2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00" y="1393"/>
              <a:ext cx="172" cy="365"/>
            </a:xfrm>
            <a:custGeom>
              <a:avLst/>
              <a:gdLst>
                <a:gd name="T0" fmla="*/ 184 w 163"/>
                <a:gd name="T1" fmla="*/ 4 h 347"/>
                <a:gd name="T2" fmla="*/ 184 w 163"/>
                <a:gd name="T3" fmla="*/ 31 h 347"/>
                <a:gd name="T4" fmla="*/ 181 w 163"/>
                <a:gd name="T5" fmla="*/ 31 h 347"/>
                <a:gd name="T6" fmla="*/ 146 w 163"/>
                <a:gd name="T7" fmla="*/ 41 h 347"/>
                <a:gd name="T8" fmla="*/ 146 w 163"/>
                <a:gd name="T9" fmla="*/ 404 h 347"/>
                <a:gd name="T10" fmla="*/ 186 w 163"/>
                <a:gd name="T11" fmla="*/ 402 h 347"/>
                <a:gd name="T12" fmla="*/ 187 w 163"/>
                <a:gd name="T13" fmla="*/ 402 h 347"/>
                <a:gd name="T14" fmla="*/ 190 w 163"/>
                <a:gd name="T15" fmla="*/ 402 h 347"/>
                <a:gd name="T16" fmla="*/ 191 w 163"/>
                <a:gd name="T17" fmla="*/ 402 h 347"/>
                <a:gd name="T18" fmla="*/ 191 w 163"/>
                <a:gd name="T19" fmla="*/ 22 h 347"/>
                <a:gd name="T20" fmla="*/ 186 w 163"/>
                <a:gd name="T21" fmla="*/ 5 h 347"/>
                <a:gd name="T22" fmla="*/ 184 w 163"/>
                <a:gd name="T23" fmla="*/ 4 h 347"/>
                <a:gd name="T24" fmla="*/ 19 w 163"/>
                <a:gd name="T25" fmla="*/ 0 h 347"/>
                <a:gd name="T26" fmla="*/ 6 w 163"/>
                <a:gd name="T27" fmla="*/ 5 h 347"/>
                <a:gd name="T28" fmla="*/ 0 w 163"/>
                <a:gd name="T29" fmla="*/ 22 h 347"/>
                <a:gd name="T30" fmla="*/ 0 w 163"/>
                <a:gd name="T31" fmla="*/ 402 h 347"/>
                <a:gd name="T32" fmla="*/ 2 w 163"/>
                <a:gd name="T33" fmla="*/ 402 h 347"/>
                <a:gd name="T34" fmla="*/ 98 w 163"/>
                <a:gd name="T35" fmla="*/ 404 h 347"/>
                <a:gd name="T36" fmla="*/ 108 w 163"/>
                <a:gd name="T37" fmla="*/ 404 h 347"/>
                <a:gd name="T38" fmla="*/ 108 w 163"/>
                <a:gd name="T39" fmla="*/ 44 h 347"/>
                <a:gd name="T40" fmla="*/ 99 w 163"/>
                <a:gd name="T41" fmla="*/ 45 h 347"/>
                <a:gd name="T42" fmla="*/ 21 w 163"/>
                <a:gd name="T43" fmla="*/ 31 h 347"/>
                <a:gd name="T44" fmla="*/ 20 w 163"/>
                <a:gd name="T45" fmla="*/ 31 h 347"/>
                <a:gd name="T46" fmla="*/ 19 w 163"/>
                <a:gd name="T47" fmla="*/ 0 h 3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3" h="347">
                  <a:moveTo>
                    <a:pt x="156" y="4"/>
                  </a:moveTo>
                  <a:cubicBezTo>
                    <a:pt x="156" y="27"/>
                    <a:pt x="156" y="27"/>
                    <a:pt x="156" y="27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4" y="27"/>
                    <a:pt x="142" y="32"/>
                    <a:pt x="124" y="35"/>
                  </a:cubicBezTo>
                  <a:cubicBezTo>
                    <a:pt x="124" y="347"/>
                    <a:pt x="124" y="347"/>
                    <a:pt x="124" y="347"/>
                  </a:cubicBezTo>
                  <a:cubicBezTo>
                    <a:pt x="141" y="346"/>
                    <a:pt x="153" y="346"/>
                    <a:pt x="158" y="345"/>
                  </a:cubicBezTo>
                  <a:cubicBezTo>
                    <a:pt x="159" y="345"/>
                    <a:pt x="159" y="345"/>
                    <a:pt x="159" y="345"/>
                  </a:cubicBezTo>
                  <a:cubicBezTo>
                    <a:pt x="162" y="345"/>
                    <a:pt x="162" y="345"/>
                    <a:pt x="162" y="345"/>
                  </a:cubicBezTo>
                  <a:cubicBezTo>
                    <a:pt x="163" y="345"/>
                    <a:pt x="163" y="345"/>
                    <a:pt x="163" y="345"/>
                  </a:cubicBezTo>
                  <a:cubicBezTo>
                    <a:pt x="163" y="19"/>
                    <a:pt x="163" y="19"/>
                    <a:pt x="163" y="19"/>
                  </a:cubicBezTo>
                  <a:cubicBezTo>
                    <a:pt x="163" y="14"/>
                    <a:pt x="161" y="9"/>
                    <a:pt x="158" y="5"/>
                  </a:cubicBezTo>
                  <a:cubicBezTo>
                    <a:pt x="157" y="5"/>
                    <a:pt x="157" y="4"/>
                    <a:pt x="156" y="4"/>
                  </a:cubicBezTo>
                  <a:moveTo>
                    <a:pt x="16" y="0"/>
                  </a:moveTo>
                  <a:cubicBezTo>
                    <a:pt x="12" y="0"/>
                    <a:pt x="8" y="2"/>
                    <a:pt x="6" y="5"/>
                  </a:cubicBezTo>
                  <a:cubicBezTo>
                    <a:pt x="2" y="9"/>
                    <a:pt x="0" y="14"/>
                    <a:pt x="0" y="19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2" y="345"/>
                    <a:pt x="2" y="345"/>
                    <a:pt x="2" y="345"/>
                  </a:cubicBezTo>
                  <a:cubicBezTo>
                    <a:pt x="32" y="346"/>
                    <a:pt x="60" y="347"/>
                    <a:pt x="83" y="347"/>
                  </a:cubicBezTo>
                  <a:cubicBezTo>
                    <a:pt x="86" y="347"/>
                    <a:pt x="89" y="347"/>
                    <a:pt x="92" y="347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89" y="38"/>
                    <a:pt x="87" y="39"/>
                    <a:pt x="84" y="39"/>
                  </a:cubicBezTo>
                  <a:cubicBezTo>
                    <a:pt x="64" y="39"/>
                    <a:pt x="41" y="36"/>
                    <a:pt x="18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E4EA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788">
              <a:extLst>
                <a:ext uri="{FF2B5EF4-FFF2-40B4-BE49-F238E27FC236}">
                  <a16:creationId xmlns:a16="http://schemas.microsoft.com/office/drawing/2014/main" id="{4A374D06-6FA9-4147-97C4-45D63B8E8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393"/>
              <a:ext cx="76" cy="36"/>
            </a:xfrm>
            <a:custGeom>
              <a:avLst/>
              <a:gdLst>
                <a:gd name="T0" fmla="*/ 84 w 72"/>
                <a:gd name="T1" fmla="*/ 0 h 35"/>
                <a:gd name="T2" fmla="*/ 17 w 72"/>
                <a:gd name="T3" fmla="*/ 0 h 35"/>
                <a:gd name="T4" fmla="*/ 18 w 72"/>
                <a:gd name="T5" fmla="*/ 30 h 35"/>
                <a:gd name="T6" fmla="*/ 4 w 72"/>
                <a:gd name="T7" fmla="*/ 26 h 35"/>
                <a:gd name="T8" fmla="*/ 3 w 72"/>
                <a:gd name="T9" fmla="*/ 0 h 35"/>
                <a:gd name="T10" fmla="*/ 0 w 72"/>
                <a:gd name="T11" fmla="*/ 0 h 35"/>
                <a:gd name="T12" fmla="*/ 1 w 72"/>
                <a:gd name="T13" fmla="*/ 27 h 35"/>
                <a:gd name="T14" fmla="*/ 72 w 72"/>
                <a:gd name="T15" fmla="*/ 38 h 35"/>
                <a:gd name="T16" fmla="*/ 84 w 72"/>
                <a:gd name="T17" fmla="*/ 36 h 35"/>
                <a:gd name="T18" fmla="*/ 84 w 72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35">
                  <a:moveTo>
                    <a:pt x="72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16"/>
                    <a:pt x="15" y="27"/>
                    <a:pt x="15" y="27"/>
                  </a:cubicBezTo>
                  <a:cubicBezTo>
                    <a:pt x="13" y="27"/>
                    <a:pt x="4" y="23"/>
                    <a:pt x="4" y="2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2" y="31"/>
                    <a:pt x="42" y="34"/>
                    <a:pt x="61" y="35"/>
                  </a:cubicBezTo>
                  <a:cubicBezTo>
                    <a:pt x="65" y="34"/>
                    <a:pt x="69" y="33"/>
                    <a:pt x="72" y="33"/>
                  </a:cubicBezTo>
                  <a:cubicBezTo>
                    <a:pt x="72" y="0"/>
                    <a:pt x="72" y="0"/>
                    <a:pt x="72" y="0"/>
                  </a:cubicBezTo>
                </a:path>
              </a:pathLst>
            </a:custGeom>
            <a:solidFill>
              <a:srgbClr val="E3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789">
              <a:extLst>
                <a:ext uri="{FF2B5EF4-FFF2-40B4-BE49-F238E27FC236}">
                  <a16:creationId xmlns:a16="http://schemas.microsoft.com/office/drawing/2014/main" id="{704E730D-B9F7-43FD-99A7-1CCC7B31AB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5" y="1393"/>
              <a:ext cx="76" cy="36"/>
            </a:xfrm>
            <a:custGeom>
              <a:avLst/>
              <a:gdLst>
                <a:gd name="T0" fmla="*/ 14 w 71"/>
                <a:gd name="T1" fmla="*/ 36 h 35"/>
                <a:gd name="T2" fmla="*/ 0 w 71"/>
                <a:gd name="T3" fmla="*/ 38 h 35"/>
                <a:gd name="T4" fmla="*/ 3 w 71"/>
                <a:gd name="T5" fmla="*/ 38 h 35"/>
                <a:gd name="T6" fmla="*/ 14 w 71"/>
                <a:gd name="T7" fmla="*/ 37 h 35"/>
                <a:gd name="T8" fmla="*/ 14 w 71"/>
                <a:gd name="T9" fmla="*/ 36 h 35"/>
                <a:gd name="T10" fmla="*/ 79 w 71"/>
                <a:gd name="T11" fmla="*/ 0 h 35"/>
                <a:gd name="T12" fmla="*/ 52 w 71"/>
                <a:gd name="T13" fmla="*/ 0 h 35"/>
                <a:gd name="T14" fmla="*/ 52 w 71"/>
                <a:gd name="T15" fmla="*/ 34 h 35"/>
                <a:gd name="T16" fmla="*/ 87 w 71"/>
                <a:gd name="T17" fmla="*/ 27 h 35"/>
                <a:gd name="T18" fmla="*/ 87 w 71"/>
                <a:gd name="T19" fmla="*/ 27 h 35"/>
                <a:gd name="T20" fmla="*/ 87 w 71"/>
                <a:gd name="T21" fmla="*/ 1 h 35"/>
                <a:gd name="T22" fmla="*/ 79 w 71"/>
                <a:gd name="T23" fmla="*/ 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35">
                  <a:moveTo>
                    <a:pt x="11" y="33"/>
                  </a:moveTo>
                  <a:cubicBezTo>
                    <a:pt x="8" y="33"/>
                    <a:pt x="4" y="34"/>
                    <a:pt x="0" y="35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6" y="35"/>
                    <a:pt x="8" y="34"/>
                    <a:pt x="11" y="34"/>
                  </a:cubicBezTo>
                  <a:cubicBezTo>
                    <a:pt x="11" y="33"/>
                    <a:pt x="11" y="33"/>
                    <a:pt x="11" y="33"/>
                  </a:cubicBezTo>
                  <a:moveTo>
                    <a:pt x="6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57" y="28"/>
                    <a:pt x="67" y="25"/>
                    <a:pt x="71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9" y="0"/>
                    <a:pt x="66" y="0"/>
                    <a:pt x="64" y="0"/>
                  </a:cubicBezTo>
                </a:path>
              </a:pathLst>
            </a:custGeom>
            <a:solidFill>
              <a:srgbClr val="E3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790">
              <a:extLst>
                <a:ext uri="{FF2B5EF4-FFF2-40B4-BE49-F238E27FC236}">
                  <a16:creationId xmlns:a16="http://schemas.microsoft.com/office/drawing/2014/main" id="{EC9BDAE8-450C-4FE3-B08A-335732F589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7" y="1393"/>
              <a:ext cx="148" cy="41"/>
            </a:xfrm>
            <a:custGeom>
              <a:avLst/>
              <a:gdLst>
                <a:gd name="T0" fmla="*/ 161 w 140"/>
                <a:gd name="T1" fmla="*/ 1 h 39"/>
                <a:gd name="T2" fmla="*/ 161 w 140"/>
                <a:gd name="T3" fmla="*/ 27 h 39"/>
                <a:gd name="T4" fmla="*/ 161 w 140"/>
                <a:gd name="T5" fmla="*/ 27 h 39"/>
                <a:gd name="T6" fmla="*/ 128 w 140"/>
                <a:gd name="T7" fmla="*/ 37 h 39"/>
                <a:gd name="T8" fmla="*/ 128 w 140"/>
                <a:gd name="T9" fmla="*/ 41 h 39"/>
                <a:gd name="T10" fmla="*/ 163 w 140"/>
                <a:gd name="T11" fmla="*/ 30 h 39"/>
                <a:gd name="T12" fmla="*/ 165 w 140"/>
                <a:gd name="T13" fmla="*/ 30 h 39"/>
                <a:gd name="T14" fmla="*/ 165 w 140"/>
                <a:gd name="T15" fmla="*/ 4 h 39"/>
                <a:gd name="T16" fmla="*/ 161 w 140"/>
                <a:gd name="T17" fmla="*/ 1 h 39"/>
                <a:gd name="T18" fmla="*/ 4 w 140"/>
                <a:gd name="T19" fmla="*/ 0 h 39"/>
                <a:gd name="T20" fmla="*/ 3 w 140"/>
                <a:gd name="T21" fmla="*/ 0 h 39"/>
                <a:gd name="T22" fmla="*/ 0 w 140"/>
                <a:gd name="T23" fmla="*/ 0 h 39"/>
                <a:gd name="T24" fmla="*/ 1 w 140"/>
                <a:gd name="T25" fmla="*/ 30 h 39"/>
                <a:gd name="T26" fmla="*/ 2 w 140"/>
                <a:gd name="T27" fmla="*/ 30 h 39"/>
                <a:gd name="T28" fmla="*/ 80 w 140"/>
                <a:gd name="T29" fmla="*/ 45 h 39"/>
                <a:gd name="T30" fmla="*/ 90 w 140"/>
                <a:gd name="T31" fmla="*/ 44 h 39"/>
                <a:gd name="T32" fmla="*/ 90 w 140"/>
                <a:gd name="T33" fmla="*/ 40 h 39"/>
                <a:gd name="T34" fmla="*/ 80 w 140"/>
                <a:gd name="T35" fmla="*/ 41 h 39"/>
                <a:gd name="T36" fmla="*/ 77 w 140"/>
                <a:gd name="T37" fmla="*/ 41 h 39"/>
                <a:gd name="T38" fmla="*/ 5 w 140"/>
                <a:gd name="T39" fmla="*/ 27 h 39"/>
                <a:gd name="T40" fmla="*/ 4 w 140"/>
                <a:gd name="T41" fmla="*/ 0 h 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" h="39">
                  <a:moveTo>
                    <a:pt x="136" y="1"/>
                  </a:moveTo>
                  <a:cubicBezTo>
                    <a:pt x="136" y="24"/>
                    <a:pt x="136" y="24"/>
                    <a:pt x="136" y="24"/>
                  </a:cubicBezTo>
                  <a:cubicBezTo>
                    <a:pt x="136" y="24"/>
                    <a:pt x="136" y="24"/>
                    <a:pt x="136" y="24"/>
                  </a:cubicBezTo>
                  <a:cubicBezTo>
                    <a:pt x="132" y="25"/>
                    <a:pt x="122" y="28"/>
                    <a:pt x="108" y="31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26" y="32"/>
                    <a:pt x="138" y="27"/>
                    <a:pt x="138" y="27"/>
                  </a:cubicBezTo>
                  <a:cubicBezTo>
                    <a:pt x="140" y="27"/>
                    <a:pt x="140" y="27"/>
                    <a:pt x="140" y="27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39" y="3"/>
                    <a:pt x="138" y="2"/>
                    <a:pt x="136" y="1"/>
                  </a:cubicBezTo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5" y="36"/>
                    <a:pt x="48" y="39"/>
                    <a:pt x="68" y="39"/>
                  </a:cubicBezTo>
                  <a:cubicBezTo>
                    <a:pt x="71" y="39"/>
                    <a:pt x="73" y="38"/>
                    <a:pt x="76" y="38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3" y="34"/>
                    <a:pt x="71" y="35"/>
                    <a:pt x="68" y="35"/>
                  </a:cubicBezTo>
                  <a:cubicBezTo>
                    <a:pt x="67" y="35"/>
                    <a:pt x="66" y="35"/>
                    <a:pt x="65" y="35"/>
                  </a:cubicBezTo>
                  <a:cubicBezTo>
                    <a:pt x="46" y="34"/>
                    <a:pt x="26" y="31"/>
                    <a:pt x="5" y="2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A9A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791">
              <a:extLst>
                <a:ext uri="{FF2B5EF4-FFF2-40B4-BE49-F238E27FC236}">
                  <a16:creationId xmlns:a16="http://schemas.microsoft.com/office/drawing/2014/main" id="{0AD3F9A1-AA17-4CA0-B0CA-F959B92C5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393"/>
              <a:ext cx="13" cy="28"/>
            </a:xfrm>
            <a:custGeom>
              <a:avLst/>
              <a:gdLst>
                <a:gd name="T0" fmla="*/ 14 w 12"/>
                <a:gd name="T1" fmla="*/ 0 h 27"/>
                <a:gd name="T2" fmla="*/ 0 w 12"/>
                <a:gd name="T3" fmla="*/ 0 h 27"/>
                <a:gd name="T4" fmla="*/ 1 w 12"/>
                <a:gd name="T5" fmla="*/ 26 h 27"/>
                <a:gd name="T6" fmla="*/ 15 w 12"/>
                <a:gd name="T7" fmla="*/ 30 h 27"/>
                <a:gd name="T8" fmla="*/ 14 w 12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7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0" y="27"/>
                    <a:pt x="12" y="27"/>
                  </a:cubicBezTo>
                  <a:cubicBezTo>
                    <a:pt x="12" y="27"/>
                    <a:pt x="11" y="16"/>
                    <a:pt x="11" y="0"/>
                  </a:cubicBezTo>
                </a:path>
              </a:pathLst>
            </a:custGeom>
            <a:solidFill>
              <a:srgbClr val="D9D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792">
              <a:extLst>
                <a:ext uri="{FF2B5EF4-FFF2-40B4-BE49-F238E27FC236}">
                  <a16:creationId xmlns:a16="http://schemas.microsoft.com/office/drawing/2014/main" id="{07C1273C-7B1E-40E4-B892-D8878E08E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3322"/>
              <a:ext cx="404" cy="150"/>
            </a:xfrm>
            <a:custGeom>
              <a:avLst/>
              <a:gdLst>
                <a:gd name="T0" fmla="*/ 0 w 381"/>
                <a:gd name="T1" fmla="*/ 0 h 143"/>
                <a:gd name="T2" fmla="*/ 0 w 381"/>
                <a:gd name="T3" fmla="*/ 104 h 143"/>
                <a:gd name="T4" fmla="*/ 18 w 381"/>
                <a:gd name="T5" fmla="*/ 147 h 143"/>
                <a:gd name="T6" fmla="*/ 59 w 381"/>
                <a:gd name="T7" fmla="*/ 165 h 143"/>
                <a:gd name="T8" fmla="*/ 394 w 381"/>
                <a:gd name="T9" fmla="*/ 165 h 143"/>
                <a:gd name="T10" fmla="*/ 436 w 381"/>
                <a:gd name="T11" fmla="*/ 147 h 143"/>
                <a:gd name="T12" fmla="*/ 454 w 381"/>
                <a:gd name="T13" fmla="*/ 104 h 143"/>
                <a:gd name="T14" fmla="*/ 454 w 381"/>
                <a:gd name="T15" fmla="*/ 2 h 143"/>
                <a:gd name="T16" fmla="*/ 393 w 381"/>
                <a:gd name="T17" fmla="*/ 22 h 143"/>
                <a:gd name="T18" fmla="*/ 393 w 381"/>
                <a:gd name="T19" fmla="*/ 110 h 143"/>
                <a:gd name="T20" fmla="*/ 368 w 381"/>
                <a:gd name="T21" fmla="*/ 136 h 143"/>
                <a:gd name="T22" fmla="*/ 310 w 381"/>
                <a:gd name="T23" fmla="*/ 136 h 143"/>
                <a:gd name="T24" fmla="*/ 282 w 381"/>
                <a:gd name="T25" fmla="*/ 110 h 143"/>
                <a:gd name="T26" fmla="*/ 282 w 381"/>
                <a:gd name="T27" fmla="*/ 41 h 143"/>
                <a:gd name="T28" fmla="*/ 235 w 381"/>
                <a:gd name="T29" fmla="*/ 42 h 143"/>
                <a:gd name="T30" fmla="*/ 225 w 381"/>
                <a:gd name="T31" fmla="*/ 42 h 143"/>
                <a:gd name="T32" fmla="*/ 212 w 381"/>
                <a:gd name="T33" fmla="*/ 42 h 143"/>
                <a:gd name="T34" fmla="*/ 213 w 381"/>
                <a:gd name="T35" fmla="*/ 42 h 143"/>
                <a:gd name="T36" fmla="*/ 0 w 381"/>
                <a:gd name="T37" fmla="*/ 0 h 1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1" h="143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0" y="105"/>
                    <a:pt x="6" y="118"/>
                    <a:pt x="15" y="127"/>
                  </a:cubicBezTo>
                  <a:cubicBezTo>
                    <a:pt x="24" y="137"/>
                    <a:pt x="36" y="143"/>
                    <a:pt x="50" y="143"/>
                  </a:cubicBezTo>
                  <a:cubicBezTo>
                    <a:pt x="331" y="143"/>
                    <a:pt x="331" y="143"/>
                    <a:pt x="331" y="143"/>
                  </a:cubicBezTo>
                  <a:cubicBezTo>
                    <a:pt x="345" y="143"/>
                    <a:pt x="357" y="137"/>
                    <a:pt x="366" y="127"/>
                  </a:cubicBezTo>
                  <a:cubicBezTo>
                    <a:pt x="375" y="118"/>
                    <a:pt x="381" y="105"/>
                    <a:pt x="381" y="90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64" y="9"/>
                    <a:pt x="348" y="15"/>
                    <a:pt x="330" y="19"/>
                  </a:cubicBezTo>
                  <a:cubicBezTo>
                    <a:pt x="330" y="95"/>
                    <a:pt x="330" y="95"/>
                    <a:pt x="330" y="95"/>
                  </a:cubicBezTo>
                  <a:cubicBezTo>
                    <a:pt x="330" y="108"/>
                    <a:pt x="320" y="118"/>
                    <a:pt x="308" y="118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47" y="118"/>
                    <a:pt x="237" y="108"/>
                    <a:pt x="237" y="95"/>
                  </a:cubicBezTo>
                  <a:cubicBezTo>
                    <a:pt x="237" y="35"/>
                    <a:pt x="237" y="35"/>
                    <a:pt x="237" y="35"/>
                  </a:cubicBezTo>
                  <a:cubicBezTo>
                    <a:pt x="223" y="36"/>
                    <a:pt x="210" y="36"/>
                    <a:pt x="197" y="36"/>
                  </a:cubicBezTo>
                  <a:cubicBezTo>
                    <a:pt x="194" y="36"/>
                    <a:pt x="192" y="36"/>
                    <a:pt x="189" y="36"/>
                  </a:cubicBezTo>
                  <a:cubicBezTo>
                    <a:pt x="185" y="36"/>
                    <a:pt x="182" y="36"/>
                    <a:pt x="178" y="36"/>
                  </a:cubicBezTo>
                  <a:cubicBezTo>
                    <a:pt x="179" y="36"/>
                    <a:pt x="179" y="36"/>
                    <a:pt x="179" y="36"/>
                  </a:cubicBezTo>
                  <a:cubicBezTo>
                    <a:pt x="102" y="33"/>
                    <a:pt x="34" y="17"/>
                    <a:pt x="0" y="0"/>
                  </a:cubicBezTo>
                </a:path>
              </a:pathLst>
            </a:custGeom>
            <a:solidFill>
              <a:srgbClr val="E4EA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793">
              <a:extLst>
                <a:ext uri="{FF2B5EF4-FFF2-40B4-BE49-F238E27FC236}">
                  <a16:creationId xmlns:a16="http://schemas.microsoft.com/office/drawing/2014/main" id="{F45798EB-D5CB-46FF-9B99-D6434F140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755"/>
              <a:ext cx="408" cy="1633"/>
            </a:xfrm>
            <a:custGeom>
              <a:avLst/>
              <a:gdLst>
                <a:gd name="T0" fmla="*/ 324 w 385"/>
                <a:gd name="T1" fmla="*/ 0 h 1552"/>
                <a:gd name="T2" fmla="*/ 135 w 385"/>
                <a:gd name="T3" fmla="*/ 0 h 1552"/>
                <a:gd name="T4" fmla="*/ 130 w 385"/>
                <a:gd name="T5" fmla="*/ 0 h 1552"/>
                <a:gd name="T6" fmla="*/ 130 w 385"/>
                <a:gd name="T7" fmla="*/ 218 h 1552"/>
                <a:gd name="T8" fmla="*/ 0 w 385"/>
                <a:gd name="T9" fmla="*/ 378 h 1552"/>
                <a:gd name="T10" fmla="*/ 0 w 385"/>
                <a:gd name="T11" fmla="*/ 1734 h 1552"/>
                <a:gd name="T12" fmla="*/ 458 w 385"/>
                <a:gd name="T13" fmla="*/ 1736 h 1552"/>
                <a:gd name="T14" fmla="*/ 458 w 385"/>
                <a:gd name="T15" fmla="*/ 378 h 1552"/>
                <a:gd name="T16" fmla="*/ 327 w 385"/>
                <a:gd name="T17" fmla="*/ 218 h 1552"/>
                <a:gd name="T18" fmla="*/ 327 w 385"/>
                <a:gd name="T19" fmla="*/ 0 h 1552"/>
                <a:gd name="T20" fmla="*/ 324 w 385"/>
                <a:gd name="T21" fmla="*/ 0 h 15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5" h="1552">
                  <a:moveTo>
                    <a:pt x="273" y="0"/>
                  </a:moveTo>
                  <a:cubicBezTo>
                    <a:pt x="273" y="0"/>
                    <a:pt x="203" y="5"/>
                    <a:pt x="11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187"/>
                    <a:pt x="109" y="187"/>
                    <a:pt x="109" y="187"/>
                  </a:cubicBezTo>
                  <a:cubicBezTo>
                    <a:pt x="85" y="199"/>
                    <a:pt x="0" y="296"/>
                    <a:pt x="0" y="324"/>
                  </a:cubicBezTo>
                  <a:cubicBezTo>
                    <a:pt x="0" y="1488"/>
                    <a:pt x="0" y="1488"/>
                    <a:pt x="0" y="1488"/>
                  </a:cubicBezTo>
                  <a:cubicBezTo>
                    <a:pt x="60" y="1519"/>
                    <a:pt x="244" y="1552"/>
                    <a:pt x="385" y="1490"/>
                  </a:cubicBezTo>
                  <a:cubicBezTo>
                    <a:pt x="385" y="324"/>
                    <a:pt x="385" y="324"/>
                    <a:pt x="385" y="324"/>
                  </a:cubicBezTo>
                  <a:cubicBezTo>
                    <a:pt x="385" y="296"/>
                    <a:pt x="300" y="199"/>
                    <a:pt x="276" y="187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73" y="0"/>
                    <a:pt x="273" y="0"/>
                    <a:pt x="273" y="0"/>
                  </a:cubicBezTo>
                </a:path>
              </a:pathLst>
            </a:custGeom>
            <a:solidFill>
              <a:srgbClr val="C3A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794">
              <a:extLst>
                <a:ext uri="{FF2B5EF4-FFF2-40B4-BE49-F238E27FC236}">
                  <a16:creationId xmlns:a16="http://schemas.microsoft.com/office/drawing/2014/main" id="{21AFEEF0-639D-43C0-B7BA-B5898F3F1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755"/>
              <a:ext cx="213" cy="1606"/>
            </a:xfrm>
            <a:custGeom>
              <a:avLst/>
              <a:gdLst>
                <a:gd name="T0" fmla="*/ 109 w 202"/>
                <a:gd name="T1" fmla="*/ 218 h 1526"/>
                <a:gd name="T2" fmla="*/ 109 w 202"/>
                <a:gd name="T3" fmla="*/ 0 h 1526"/>
                <a:gd name="T4" fmla="*/ 105 w 202"/>
                <a:gd name="T5" fmla="*/ 0 h 1526"/>
                <a:gd name="T6" fmla="*/ 71 w 202"/>
                <a:gd name="T7" fmla="*/ 8 h 1526"/>
                <a:gd name="T8" fmla="*/ 71 w 202"/>
                <a:gd name="T9" fmla="*/ 218 h 1526"/>
                <a:gd name="T10" fmla="*/ 199 w 202"/>
                <a:gd name="T11" fmla="*/ 378 h 1526"/>
                <a:gd name="T12" fmla="*/ 199 w 202"/>
                <a:gd name="T13" fmla="*/ 1737 h 1526"/>
                <a:gd name="T14" fmla="*/ 0 w 202"/>
                <a:gd name="T15" fmla="*/ 1778 h 1526"/>
                <a:gd name="T16" fmla="*/ 237 w 202"/>
                <a:gd name="T17" fmla="*/ 1737 h 1526"/>
                <a:gd name="T18" fmla="*/ 237 w 202"/>
                <a:gd name="T19" fmla="*/ 378 h 1526"/>
                <a:gd name="T20" fmla="*/ 109 w 202"/>
                <a:gd name="T21" fmla="*/ 218 h 15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1526">
                  <a:moveTo>
                    <a:pt x="93" y="187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0" y="0"/>
                    <a:pt x="80" y="4"/>
                    <a:pt x="61" y="8"/>
                  </a:cubicBezTo>
                  <a:cubicBezTo>
                    <a:pt x="61" y="187"/>
                    <a:pt x="61" y="187"/>
                    <a:pt x="61" y="187"/>
                  </a:cubicBezTo>
                  <a:cubicBezTo>
                    <a:pt x="85" y="199"/>
                    <a:pt x="170" y="296"/>
                    <a:pt x="170" y="324"/>
                  </a:cubicBezTo>
                  <a:cubicBezTo>
                    <a:pt x="170" y="1490"/>
                    <a:pt x="170" y="1490"/>
                    <a:pt x="170" y="1490"/>
                  </a:cubicBezTo>
                  <a:cubicBezTo>
                    <a:pt x="116" y="1513"/>
                    <a:pt x="57" y="1523"/>
                    <a:pt x="0" y="1525"/>
                  </a:cubicBezTo>
                  <a:cubicBezTo>
                    <a:pt x="66" y="1526"/>
                    <a:pt x="138" y="1518"/>
                    <a:pt x="202" y="1490"/>
                  </a:cubicBezTo>
                  <a:cubicBezTo>
                    <a:pt x="202" y="324"/>
                    <a:pt x="202" y="324"/>
                    <a:pt x="202" y="324"/>
                  </a:cubicBezTo>
                  <a:cubicBezTo>
                    <a:pt x="202" y="296"/>
                    <a:pt x="117" y="199"/>
                    <a:pt x="93" y="187"/>
                  </a:cubicBezTo>
                </a:path>
              </a:pathLst>
            </a:custGeom>
            <a:solidFill>
              <a:srgbClr val="C19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795">
              <a:extLst>
                <a:ext uri="{FF2B5EF4-FFF2-40B4-BE49-F238E27FC236}">
                  <a16:creationId xmlns:a16="http://schemas.microsoft.com/office/drawing/2014/main" id="{490FDFB9-4CA9-416C-A339-BE7AD091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348"/>
              <a:ext cx="155" cy="13"/>
            </a:xfrm>
            <a:custGeom>
              <a:avLst/>
              <a:gdLst>
                <a:gd name="T0" fmla="*/ 0 w 146"/>
                <a:gd name="T1" fmla="*/ 0 h 12"/>
                <a:gd name="T2" fmla="*/ 175 w 146"/>
                <a:gd name="T3" fmla="*/ 1 h 12"/>
                <a:gd name="T4" fmla="*/ 0 w 14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2">
                  <a:moveTo>
                    <a:pt x="0" y="0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46" y="1"/>
                    <a:pt x="63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796">
              <a:extLst>
                <a:ext uri="{FF2B5EF4-FFF2-40B4-BE49-F238E27FC236}">
                  <a16:creationId xmlns:a16="http://schemas.microsoft.com/office/drawing/2014/main" id="{602A9506-BFCF-406F-B377-ABAD53FFE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388"/>
              <a:ext cx="412" cy="2089"/>
            </a:xfrm>
            <a:custGeom>
              <a:avLst/>
              <a:gdLst>
                <a:gd name="T0" fmla="*/ 329 w 389"/>
                <a:gd name="T1" fmla="*/ 625 h 1985"/>
                <a:gd name="T2" fmla="*/ 334 w 389"/>
                <a:gd name="T3" fmla="*/ 625 h 1985"/>
                <a:gd name="T4" fmla="*/ 334 w 389"/>
                <a:gd name="T5" fmla="*/ 26 h 1985"/>
                <a:gd name="T6" fmla="*/ 325 w 389"/>
                <a:gd name="T7" fmla="*/ 7 h 1985"/>
                <a:gd name="T8" fmla="*/ 306 w 389"/>
                <a:gd name="T9" fmla="*/ 0 h 1985"/>
                <a:gd name="T10" fmla="*/ 157 w 389"/>
                <a:gd name="T11" fmla="*/ 0 h 1985"/>
                <a:gd name="T12" fmla="*/ 138 w 389"/>
                <a:gd name="T13" fmla="*/ 7 h 1985"/>
                <a:gd name="T14" fmla="*/ 129 w 389"/>
                <a:gd name="T15" fmla="*/ 26 h 1985"/>
                <a:gd name="T16" fmla="*/ 129 w 389"/>
                <a:gd name="T17" fmla="*/ 625 h 1985"/>
                <a:gd name="T18" fmla="*/ 132 w 389"/>
                <a:gd name="T19" fmla="*/ 625 h 1985"/>
                <a:gd name="T20" fmla="*/ 131 w 389"/>
                <a:gd name="T21" fmla="*/ 622 h 1985"/>
                <a:gd name="T22" fmla="*/ 97 w 389"/>
                <a:gd name="T23" fmla="*/ 649 h 1985"/>
                <a:gd name="T24" fmla="*/ 35 w 389"/>
                <a:gd name="T25" fmla="*/ 721 h 1985"/>
                <a:gd name="T26" fmla="*/ 12 w 389"/>
                <a:gd name="T27" fmla="*/ 758 h 1985"/>
                <a:gd name="T28" fmla="*/ 0 w 389"/>
                <a:gd name="T29" fmla="*/ 784 h 1985"/>
                <a:gd name="T30" fmla="*/ 0 w 389"/>
                <a:gd name="T31" fmla="*/ 2247 h 1985"/>
                <a:gd name="T32" fmla="*/ 19 w 389"/>
                <a:gd name="T33" fmla="*/ 2294 h 1985"/>
                <a:gd name="T34" fmla="*/ 64 w 389"/>
                <a:gd name="T35" fmla="*/ 2313 h 1985"/>
                <a:gd name="T36" fmla="*/ 398 w 389"/>
                <a:gd name="T37" fmla="*/ 2313 h 1985"/>
                <a:gd name="T38" fmla="*/ 443 w 389"/>
                <a:gd name="T39" fmla="*/ 2294 h 1985"/>
                <a:gd name="T40" fmla="*/ 462 w 389"/>
                <a:gd name="T41" fmla="*/ 2247 h 1985"/>
                <a:gd name="T42" fmla="*/ 462 w 389"/>
                <a:gd name="T43" fmla="*/ 784 h 1985"/>
                <a:gd name="T44" fmla="*/ 458 w 389"/>
                <a:gd name="T45" fmla="*/ 768 h 1985"/>
                <a:gd name="T46" fmla="*/ 397 w 389"/>
                <a:gd name="T47" fmla="*/ 683 h 1985"/>
                <a:gd name="T48" fmla="*/ 360 w 389"/>
                <a:gd name="T49" fmla="*/ 644 h 1985"/>
                <a:gd name="T50" fmla="*/ 330 w 389"/>
                <a:gd name="T51" fmla="*/ 622 h 1985"/>
                <a:gd name="T52" fmla="*/ 329 w 389"/>
                <a:gd name="T53" fmla="*/ 625 h 1985"/>
                <a:gd name="T54" fmla="*/ 334 w 389"/>
                <a:gd name="T55" fmla="*/ 625 h 1985"/>
                <a:gd name="T56" fmla="*/ 329 w 389"/>
                <a:gd name="T57" fmla="*/ 625 h 1985"/>
                <a:gd name="T58" fmla="*/ 328 w 389"/>
                <a:gd name="T59" fmla="*/ 627 h 1985"/>
                <a:gd name="T60" fmla="*/ 361 w 389"/>
                <a:gd name="T61" fmla="*/ 652 h 1985"/>
                <a:gd name="T62" fmla="*/ 424 w 389"/>
                <a:gd name="T63" fmla="*/ 725 h 1985"/>
                <a:gd name="T64" fmla="*/ 448 w 389"/>
                <a:gd name="T65" fmla="*/ 760 h 1985"/>
                <a:gd name="T66" fmla="*/ 458 w 389"/>
                <a:gd name="T67" fmla="*/ 784 h 1985"/>
                <a:gd name="T68" fmla="*/ 458 w 389"/>
                <a:gd name="T69" fmla="*/ 2247 h 1985"/>
                <a:gd name="T70" fmla="*/ 440 w 389"/>
                <a:gd name="T71" fmla="*/ 2290 h 1985"/>
                <a:gd name="T72" fmla="*/ 398 w 389"/>
                <a:gd name="T73" fmla="*/ 2309 h 1985"/>
                <a:gd name="T74" fmla="*/ 64 w 389"/>
                <a:gd name="T75" fmla="*/ 2309 h 1985"/>
                <a:gd name="T76" fmla="*/ 22 w 389"/>
                <a:gd name="T77" fmla="*/ 2290 h 1985"/>
                <a:gd name="T78" fmla="*/ 4 w 389"/>
                <a:gd name="T79" fmla="*/ 2247 h 1985"/>
                <a:gd name="T80" fmla="*/ 4 w 389"/>
                <a:gd name="T81" fmla="*/ 784 h 1985"/>
                <a:gd name="T82" fmla="*/ 8 w 389"/>
                <a:gd name="T83" fmla="*/ 769 h 1985"/>
                <a:gd name="T84" fmla="*/ 69 w 389"/>
                <a:gd name="T85" fmla="*/ 686 h 1985"/>
                <a:gd name="T86" fmla="*/ 106 w 389"/>
                <a:gd name="T87" fmla="*/ 648 h 1985"/>
                <a:gd name="T88" fmla="*/ 133 w 389"/>
                <a:gd name="T89" fmla="*/ 627 h 1985"/>
                <a:gd name="T90" fmla="*/ 135 w 389"/>
                <a:gd name="T91" fmla="*/ 626 h 1985"/>
                <a:gd name="T92" fmla="*/ 135 w 389"/>
                <a:gd name="T93" fmla="*/ 26 h 1985"/>
                <a:gd name="T94" fmla="*/ 141 w 389"/>
                <a:gd name="T95" fmla="*/ 9 h 1985"/>
                <a:gd name="T96" fmla="*/ 157 w 389"/>
                <a:gd name="T97" fmla="*/ 4 h 1985"/>
                <a:gd name="T98" fmla="*/ 306 w 389"/>
                <a:gd name="T99" fmla="*/ 4 h 1985"/>
                <a:gd name="T100" fmla="*/ 322 w 389"/>
                <a:gd name="T101" fmla="*/ 9 h 1985"/>
                <a:gd name="T102" fmla="*/ 327 w 389"/>
                <a:gd name="T103" fmla="*/ 26 h 1985"/>
                <a:gd name="T104" fmla="*/ 327 w 389"/>
                <a:gd name="T105" fmla="*/ 626 h 1985"/>
                <a:gd name="T106" fmla="*/ 328 w 389"/>
                <a:gd name="T107" fmla="*/ 627 h 1985"/>
                <a:gd name="T108" fmla="*/ 329 w 389"/>
                <a:gd name="T109" fmla="*/ 625 h 19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89" h="1985">
                  <a:moveTo>
                    <a:pt x="278" y="536"/>
                  </a:moveTo>
                  <a:cubicBezTo>
                    <a:pt x="280" y="536"/>
                    <a:pt x="280" y="536"/>
                    <a:pt x="280" y="536"/>
                  </a:cubicBezTo>
                  <a:cubicBezTo>
                    <a:pt x="280" y="23"/>
                    <a:pt x="280" y="23"/>
                    <a:pt x="280" y="23"/>
                  </a:cubicBezTo>
                  <a:cubicBezTo>
                    <a:pt x="280" y="17"/>
                    <a:pt x="278" y="11"/>
                    <a:pt x="274" y="7"/>
                  </a:cubicBezTo>
                  <a:cubicBezTo>
                    <a:pt x="269" y="2"/>
                    <a:pt x="264" y="0"/>
                    <a:pt x="258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5" y="0"/>
                    <a:pt x="120" y="2"/>
                    <a:pt x="116" y="7"/>
                  </a:cubicBezTo>
                  <a:cubicBezTo>
                    <a:pt x="112" y="11"/>
                    <a:pt x="109" y="17"/>
                    <a:pt x="109" y="23"/>
                  </a:cubicBezTo>
                  <a:cubicBezTo>
                    <a:pt x="109" y="536"/>
                    <a:pt x="109" y="536"/>
                    <a:pt x="109" y="536"/>
                  </a:cubicBezTo>
                  <a:cubicBezTo>
                    <a:pt x="111" y="536"/>
                    <a:pt x="111" y="536"/>
                    <a:pt x="111" y="536"/>
                  </a:cubicBezTo>
                  <a:cubicBezTo>
                    <a:pt x="110" y="534"/>
                    <a:pt x="110" y="534"/>
                    <a:pt x="110" y="534"/>
                  </a:cubicBezTo>
                  <a:cubicBezTo>
                    <a:pt x="104" y="537"/>
                    <a:pt x="94" y="546"/>
                    <a:pt x="82" y="557"/>
                  </a:cubicBezTo>
                  <a:cubicBezTo>
                    <a:pt x="65" y="574"/>
                    <a:pt x="45" y="598"/>
                    <a:pt x="29" y="619"/>
                  </a:cubicBezTo>
                  <a:cubicBezTo>
                    <a:pt x="21" y="630"/>
                    <a:pt x="14" y="641"/>
                    <a:pt x="9" y="650"/>
                  </a:cubicBezTo>
                  <a:cubicBezTo>
                    <a:pt x="4" y="659"/>
                    <a:pt x="1" y="667"/>
                    <a:pt x="0" y="673"/>
                  </a:cubicBezTo>
                  <a:cubicBezTo>
                    <a:pt x="0" y="1928"/>
                    <a:pt x="0" y="1928"/>
                    <a:pt x="0" y="1928"/>
                  </a:cubicBezTo>
                  <a:cubicBezTo>
                    <a:pt x="0" y="1944"/>
                    <a:pt x="6" y="1958"/>
                    <a:pt x="16" y="1968"/>
                  </a:cubicBezTo>
                  <a:cubicBezTo>
                    <a:pt x="26" y="1978"/>
                    <a:pt x="39" y="1985"/>
                    <a:pt x="54" y="1985"/>
                  </a:cubicBezTo>
                  <a:cubicBezTo>
                    <a:pt x="335" y="1985"/>
                    <a:pt x="335" y="1985"/>
                    <a:pt x="335" y="1985"/>
                  </a:cubicBezTo>
                  <a:cubicBezTo>
                    <a:pt x="350" y="1985"/>
                    <a:pt x="363" y="1978"/>
                    <a:pt x="373" y="1968"/>
                  </a:cubicBezTo>
                  <a:cubicBezTo>
                    <a:pt x="383" y="1958"/>
                    <a:pt x="389" y="1944"/>
                    <a:pt x="389" y="1928"/>
                  </a:cubicBezTo>
                  <a:cubicBezTo>
                    <a:pt x="389" y="673"/>
                    <a:pt x="389" y="673"/>
                    <a:pt x="389" y="673"/>
                  </a:cubicBezTo>
                  <a:cubicBezTo>
                    <a:pt x="389" y="669"/>
                    <a:pt x="387" y="664"/>
                    <a:pt x="385" y="659"/>
                  </a:cubicBezTo>
                  <a:cubicBezTo>
                    <a:pt x="376" y="640"/>
                    <a:pt x="355" y="611"/>
                    <a:pt x="334" y="586"/>
                  </a:cubicBezTo>
                  <a:cubicBezTo>
                    <a:pt x="323" y="574"/>
                    <a:pt x="312" y="562"/>
                    <a:pt x="303" y="553"/>
                  </a:cubicBezTo>
                  <a:cubicBezTo>
                    <a:pt x="293" y="544"/>
                    <a:pt x="285" y="537"/>
                    <a:pt x="279" y="534"/>
                  </a:cubicBezTo>
                  <a:cubicBezTo>
                    <a:pt x="278" y="536"/>
                    <a:pt x="278" y="536"/>
                    <a:pt x="278" y="536"/>
                  </a:cubicBezTo>
                  <a:cubicBezTo>
                    <a:pt x="280" y="536"/>
                    <a:pt x="280" y="536"/>
                    <a:pt x="280" y="536"/>
                  </a:cubicBezTo>
                  <a:cubicBezTo>
                    <a:pt x="278" y="536"/>
                    <a:pt x="278" y="536"/>
                    <a:pt x="278" y="536"/>
                  </a:cubicBezTo>
                  <a:cubicBezTo>
                    <a:pt x="277" y="538"/>
                    <a:pt x="277" y="538"/>
                    <a:pt x="277" y="538"/>
                  </a:cubicBezTo>
                  <a:cubicBezTo>
                    <a:pt x="283" y="540"/>
                    <a:pt x="293" y="549"/>
                    <a:pt x="304" y="560"/>
                  </a:cubicBezTo>
                  <a:cubicBezTo>
                    <a:pt x="321" y="577"/>
                    <a:pt x="341" y="600"/>
                    <a:pt x="357" y="622"/>
                  </a:cubicBezTo>
                  <a:cubicBezTo>
                    <a:pt x="365" y="633"/>
                    <a:pt x="372" y="643"/>
                    <a:pt x="377" y="652"/>
                  </a:cubicBezTo>
                  <a:cubicBezTo>
                    <a:pt x="382" y="661"/>
                    <a:pt x="385" y="668"/>
                    <a:pt x="385" y="673"/>
                  </a:cubicBezTo>
                  <a:cubicBezTo>
                    <a:pt x="385" y="1928"/>
                    <a:pt x="385" y="1928"/>
                    <a:pt x="385" y="1928"/>
                  </a:cubicBezTo>
                  <a:cubicBezTo>
                    <a:pt x="385" y="1943"/>
                    <a:pt x="379" y="1956"/>
                    <a:pt x="370" y="1965"/>
                  </a:cubicBezTo>
                  <a:cubicBezTo>
                    <a:pt x="361" y="1975"/>
                    <a:pt x="349" y="1981"/>
                    <a:pt x="335" y="1981"/>
                  </a:cubicBezTo>
                  <a:cubicBezTo>
                    <a:pt x="54" y="1981"/>
                    <a:pt x="54" y="1981"/>
                    <a:pt x="54" y="1981"/>
                  </a:cubicBezTo>
                  <a:cubicBezTo>
                    <a:pt x="40" y="1981"/>
                    <a:pt x="28" y="1975"/>
                    <a:pt x="19" y="1965"/>
                  </a:cubicBezTo>
                  <a:cubicBezTo>
                    <a:pt x="10" y="1956"/>
                    <a:pt x="4" y="1943"/>
                    <a:pt x="4" y="1928"/>
                  </a:cubicBezTo>
                  <a:cubicBezTo>
                    <a:pt x="4" y="673"/>
                    <a:pt x="4" y="673"/>
                    <a:pt x="4" y="673"/>
                  </a:cubicBezTo>
                  <a:cubicBezTo>
                    <a:pt x="4" y="670"/>
                    <a:pt x="6" y="666"/>
                    <a:pt x="8" y="660"/>
                  </a:cubicBezTo>
                  <a:cubicBezTo>
                    <a:pt x="16" y="642"/>
                    <a:pt x="37" y="614"/>
                    <a:pt x="58" y="589"/>
                  </a:cubicBezTo>
                  <a:cubicBezTo>
                    <a:pt x="69" y="577"/>
                    <a:pt x="80" y="565"/>
                    <a:pt x="89" y="556"/>
                  </a:cubicBezTo>
                  <a:cubicBezTo>
                    <a:pt x="99" y="547"/>
                    <a:pt x="107" y="540"/>
                    <a:pt x="112" y="538"/>
                  </a:cubicBezTo>
                  <a:cubicBezTo>
                    <a:pt x="113" y="537"/>
                    <a:pt x="113" y="537"/>
                    <a:pt x="113" y="53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18"/>
                    <a:pt x="115" y="13"/>
                    <a:pt x="119" y="9"/>
                  </a:cubicBezTo>
                  <a:cubicBezTo>
                    <a:pt x="122" y="6"/>
                    <a:pt x="126" y="4"/>
                    <a:pt x="132" y="4"/>
                  </a:cubicBezTo>
                  <a:cubicBezTo>
                    <a:pt x="258" y="4"/>
                    <a:pt x="258" y="4"/>
                    <a:pt x="258" y="4"/>
                  </a:cubicBezTo>
                  <a:cubicBezTo>
                    <a:pt x="263" y="4"/>
                    <a:pt x="267" y="6"/>
                    <a:pt x="271" y="9"/>
                  </a:cubicBezTo>
                  <a:cubicBezTo>
                    <a:pt x="274" y="13"/>
                    <a:pt x="276" y="18"/>
                    <a:pt x="276" y="23"/>
                  </a:cubicBezTo>
                  <a:cubicBezTo>
                    <a:pt x="276" y="537"/>
                    <a:pt x="276" y="537"/>
                    <a:pt x="276" y="537"/>
                  </a:cubicBezTo>
                  <a:cubicBezTo>
                    <a:pt x="277" y="538"/>
                    <a:pt x="277" y="538"/>
                    <a:pt x="277" y="538"/>
                  </a:cubicBezTo>
                  <a:cubicBezTo>
                    <a:pt x="278" y="536"/>
                    <a:pt x="278" y="536"/>
                    <a:pt x="278" y="5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797">
              <a:extLst>
                <a:ext uri="{FF2B5EF4-FFF2-40B4-BE49-F238E27FC236}">
                  <a16:creationId xmlns:a16="http://schemas.microsoft.com/office/drawing/2014/main" id="{907DC520-A68C-4554-BC00-9B350488C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091"/>
              <a:ext cx="99" cy="1263"/>
            </a:xfrm>
            <a:custGeom>
              <a:avLst/>
              <a:gdLst>
                <a:gd name="T0" fmla="*/ 12 w 93"/>
                <a:gd name="T1" fmla="*/ 0 h 1201"/>
                <a:gd name="T2" fmla="*/ 0 w 93"/>
                <a:gd name="T3" fmla="*/ 21 h 1201"/>
                <a:gd name="T4" fmla="*/ 0 w 93"/>
                <a:gd name="T5" fmla="*/ 1397 h 1201"/>
                <a:gd name="T6" fmla="*/ 112 w 93"/>
                <a:gd name="T7" fmla="*/ 1370 h 1201"/>
                <a:gd name="T8" fmla="*/ 112 w 93"/>
                <a:gd name="T9" fmla="*/ 21 h 1201"/>
                <a:gd name="T10" fmla="*/ 104 w 93"/>
                <a:gd name="T11" fmla="*/ 1 h 1201"/>
                <a:gd name="T12" fmla="*/ 100 w 93"/>
                <a:gd name="T13" fmla="*/ 42 h 1201"/>
                <a:gd name="T14" fmla="*/ 53 w 93"/>
                <a:gd name="T15" fmla="*/ 50 h 1201"/>
                <a:gd name="T16" fmla="*/ 31 w 93"/>
                <a:gd name="T17" fmla="*/ 60 h 1201"/>
                <a:gd name="T18" fmla="*/ 19 w 93"/>
                <a:gd name="T19" fmla="*/ 48 h 1201"/>
                <a:gd name="T20" fmla="*/ 16 w 93"/>
                <a:gd name="T21" fmla="*/ 13 h 1201"/>
                <a:gd name="T22" fmla="*/ 12 w 93"/>
                <a:gd name="T23" fmla="*/ 0 h 1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" h="1201">
                  <a:moveTo>
                    <a:pt x="9" y="0"/>
                  </a:moveTo>
                  <a:cubicBezTo>
                    <a:pt x="3" y="4"/>
                    <a:pt x="0" y="10"/>
                    <a:pt x="0" y="18"/>
                  </a:cubicBezTo>
                  <a:cubicBezTo>
                    <a:pt x="0" y="1201"/>
                    <a:pt x="0" y="1201"/>
                    <a:pt x="0" y="1201"/>
                  </a:cubicBezTo>
                  <a:cubicBezTo>
                    <a:pt x="31" y="1197"/>
                    <a:pt x="63" y="1189"/>
                    <a:pt x="93" y="1178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3" y="11"/>
                    <a:pt x="90" y="5"/>
                    <a:pt x="86" y="1"/>
                  </a:cubicBezTo>
                  <a:cubicBezTo>
                    <a:pt x="90" y="14"/>
                    <a:pt x="90" y="28"/>
                    <a:pt x="83" y="36"/>
                  </a:cubicBezTo>
                  <a:cubicBezTo>
                    <a:pt x="76" y="45"/>
                    <a:pt x="55" y="40"/>
                    <a:pt x="44" y="44"/>
                  </a:cubicBezTo>
                  <a:cubicBezTo>
                    <a:pt x="37" y="47"/>
                    <a:pt x="30" y="51"/>
                    <a:pt x="25" y="51"/>
                  </a:cubicBezTo>
                  <a:cubicBezTo>
                    <a:pt x="21" y="51"/>
                    <a:pt x="18" y="49"/>
                    <a:pt x="16" y="42"/>
                  </a:cubicBezTo>
                  <a:cubicBezTo>
                    <a:pt x="12" y="32"/>
                    <a:pt x="16" y="20"/>
                    <a:pt x="13" y="10"/>
                  </a:cubicBezTo>
                  <a:cubicBezTo>
                    <a:pt x="12" y="6"/>
                    <a:pt x="11" y="3"/>
                    <a:pt x="9" y="0"/>
                  </a:cubicBezTo>
                </a:path>
              </a:pathLst>
            </a:custGeom>
            <a:solidFill>
              <a:srgbClr val="D3C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798">
              <a:extLst>
                <a:ext uri="{FF2B5EF4-FFF2-40B4-BE49-F238E27FC236}">
                  <a16:creationId xmlns:a16="http://schemas.microsoft.com/office/drawing/2014/main" id="{BB24EC9B-B899-4E70-B2C0-697658CE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342"/>
              <a:ext cx="99" cy="104"/>
            </a:xfrm>
            <a:custGeom>
              <a:avLst/>
              <a:gdLst>
                <a:gd name="T0" fmla="*/ 112 w 93"/>
                <a:gd name="T1" fmla="*/ 0 h 99"/>
                <a:gd name="T2" fmla="*/ 0 w 93"/>
                <a:gd name="T3" fmla="*/ 19 h 99"/>
                <a:gd name="T4" fmla="*/ 0 w 93"/>
                <a:gd name="T5" fmla="*/ 88 h 99"/>
                <a:gd name="T6" fmla="*/ 26 w 93"/>
                <a:gd name="T7" fmla="*/ 115 h 99"/>
                <a:gd name="T8" fmla="*/ 86 w 93"/>
                <a:gd name="T9" fmla="*/ 115 h 99"/>
                <a:gd name="T10" fmla="*/ 112 w 93"/>
                <a:gd name="T11" fmla="*/ 88 h 99"/>
                <a:gd name="T12" fmla="*/ 112 w 93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9">
                  <a:moveTo>
                    <a:pt x="93" y="0"/>
                  </a:moveTo>
                  <a:cubicBezTo>
                    <a:pt x="63" y="9"/>
                    <a:pt x="31" y="13"/>
                    <a:pt x="0" y="1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9"/>
                    <a:pt x="10" y="99"/>
                    <a:pt x="22" y="99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83" y="99"/>
                    <a:pt x="93" y="89"/>
                    <a:pt x="93" y="76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solidFill>
              <a:srgbClr val="EB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799">
              <a:extLst>
                <a:ext uri="{FF2B5EF4-FFF2-40B4-BE49-F238E27FC236}">
                  <a16:creationId xmlns:a16="http://schemas.microsoft.com/office/drawing/2014/main" id="{B7015AA1-D860-4D41-9B89-7C7F08EC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341"/>
              <a:ext cx="99" cy="18"/>
            </a:xfrm>
            <a:custGeom>
              <a:avLst/>
              <a:gdLst>
                <a:gd name="T0" fmla="*/ 112 w 93"/>
                <a:gd name="T1" fmla="*/ 0 h 17"/>
                <a:gd name="T2" fmla="*/ 0 w 93"/>
                <a:gd name="T3" fmla="*/ 19 h 17"/>
                <a:gd name="T4" fmla="*/ 0 w 93"/>
                <a:gd name="T5" fmla="*/ 20 h 17"/>
                <a:gd name="T6" fmla="*/ 112 w 93"/>
                <a:gd name="T7" fmla="*/ 1 h 17"/>
                <a:gd name="T8" fmla="*/ 112 w 93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7">
                  <a:moveTo>
                    <a:pt x="93" y="0"/>
                  </a:moveTo>
                  <a:cubicBezTo>
                    <a:pt x="63" y="9"/>
                    <a:pt x="31" y="14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1" y="14"/>
                    <a:pt x="63" y="10"/>
                    <a:pt x="93" y="1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solidFill>
              <a:srgbClr val="D3C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800">
              <a:extLst>
                <a:ext uri="{FF2B5EF4-FFF2-40B4-BE49-F238E27FC236}">
                  <a16:creationId xmlns:a16="http://schemas.microsoft.com/office/drawing/2014/main" id="{36EA7AD4-D3FD-4B49-BA58-12D92103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330"/>
              <a:ext cx="99" cy="28"/>
            </a:xfrm>
            <a:custGeom>
              <a:avLst/>
              <a:gdLst>
                <a:gd name="T0" fmla="*/ 112 w 93"/>
                <a:gd name="T1" fmla="*/ 0 h 26"/>
                <a:gd name="T2" fmla="*/ 0 w 93"/>
                <a:gd name="T3" fmla="*/ 29 h 26"/>
                <a:gd name="T4" fmla="*/ 0 w 93"/>
                <a:gd name="T5" fmla="*/ 32 h 26"/>
                <a:gd name="T6" fmla="*/ 112 w 93"/>
                <a:gd name="T7" fmla="*/ 13 h 26"/>
                <a:gd name="T8" fmla="*/ 112 w 9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26">
                  <a:moveTo>
                    <a:pt x="93" y="0"/>
                  </a:moveTo>
                  <a:cubicBezTo>
                    <a:pt x="63" y="11"/>
                    <a:pt x="31" y="19"/>
                    <a:pt x="0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1" y="24"/>
                    <a:pt x="63" y="19"/>
                    <a:pt x="93" y="10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solidFill>
              <a:srgbClr val="D1B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801">
              <a:extLst>
                <a:ext uri="{FF2B5EF4-FFF2-40B4-BE49-F238E27FC236}">
                  <a16:creationId xmlns:a16="http://schemas.microsoft.com/office/drawing/2014/main" id="{78B515F3-3363-4AAE-BAE7-12F6AA602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366"/>
              <a:ext cx="33" cy="22"/>
            </a:xfrm>
            <a:custGeom>
              <a:avLst/>
              <a:gdLst>
                <a:gd name="T0" fmla="*/ 19 w 31"/>
                <a:gd name="T1" fmla="*/ 0 h 21"/>
                <a:gd name="T2" fmla="*/ 0 w 31"/>
                <a:gd name="T3" fmla="*/ 24 h 21"/>
                <a:gd name="T4" fmla="*/ 7 w 31"/>
                <a:gd name="T5" fmla="*/ 24 h 21"/>
                <a:gd name="T6" fmla="*/ 16 w 31"/>
                <a:gd name="T7" fmla="*/ 6 h 21"/>
                <a:gd name="T8" fmla="*/ 21 w 31"/>
                <a:gd name="T9" fmla="*/ 8 h 21"/>
                <a:gd name="T10" fmla="*/ 24 w 31"/>
                <a:gd name="T11" fmla="*/ 9 h 21"/>
                <a:gd name="T12" fmla="*/ 30 w 31"/>
                <a:gd name="T13" fmla="*/ 24 h 21"/>
                <a:gd name="T14" fmla="*/ 36 w 31"/>
                <a:gd name="T15" fmla="*/ 24 h 21"/>
                <a:gd name="T16" fmla="*/ 37 w 31"/>
                <a:gd name="T17" fmla="*/ 16 h 21"/>
                <a:gd name="T18" fmla="*/ 19 w 31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1">
                  <a:moveTo>
                    <a:pt x="16" y="0"/>
                  </a:moveTo>
                  <a:cubicBezTo>
                    <a:pt x="8" y="0"/>
                    <a:pt x="1" y="9"/>
                    <a:pt x="0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13"/>
                    <a:pt x="8" y="6"/>
                    <a:pt x="13" y="6"/>
                  </a:cubicBezTo>
                  <a:cubicBezTo>
                    <a:pt x="14" y="6"/>
                    <a:pt x="16" y="7"/>
                    <a:pt x="18" y="8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3" y="12"/>
                    <a:pt x="24" y="16"/>
                    <a:pt x="24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8" y="6"/>
                    <a:pt x="23" y="0"/>
                    <a:pt x="16" y="0"/>
                  </a:cubicBezTo>
                </a:path>
              </a:pathLst>
            </a:custGeom>
            <a:solidFill>
              <a:srgbClr val="D2D9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802">
              <a:extLst>
                <a:ext uri="{FF2B5EF4-FFF2-40B4-BE49-F238E27FC236}">
                  <a16:creationId xmlns:a16="http://schemas.microsoft.com/office/drawing/2014/main" id="{31E3E461-5FDD-4763-A426-7C2BC70E9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380"/>
              <a:ext cx="2" cy="8"/>
            </a:xfrm>
            <a:custGeom>
              <a:avLst/>
              <a:gdLst>
                <a:gd name="T0" fmla="*/ 1 w 2"/>
                <a:gd name="T1" fmla="*/ 0 h 8"/>
                <a:gd name="T2" fmla="*/ 0 w 2"/>
                <a:gd name="T3" fmla="*/ 8 h 8"/>
                <a:gd name="T4" fmla="*/ 2 w 2"/>
                <a:gd name="T5" fmla="*/ 8 h 8"/>
                <a:gd name="T6" fmla="*/ 1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5"/>
                    <a:pt x="1" y="2"/>
                    <a:pt x="1" y="0"/>
                  </a:cubicBezTo>
                </a:path>
              </a:pathLst>
            </a:custGeom>
            <a:solidFill>
              <a:srgbClr val="D3D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803">
              <a:extLst>
                <a:ext uri="{FF2B5EF4-FFF2-40B4-BE49-F238E27FC236}">
                  <a16:creationId xmlns:a16="http://schemas.microsoft.com/office/drawing/2014/main" id="{69DA69D2-A735-4206-86B4-F80413F3A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429"/>
              <a:ext cx="34" cy="329"/>
            </a:xfrm>
            <a:custGeom>
              <a:avLst/>
              <a:gdLst>
                <a:gd name="T0" fmla="*/ 38 w 32"/>
                <a:gd name="T1" fmla="*/ 0 h 312"/>
                <a:gd name="T2" fmla="*/ 28 w 32"/>
                <a:gd name="T3" fmla="*/ 1 h 312"/>
                <a:gd name="T4" fmla="*/ 19 w 32"/>
                <a:gd name="T5" fmla="*/ 32 h 312"/>
                <a:gd name="T6" fmla="*/ 14 w 32"/>
                <a:gd name="T7" fmla="*/ 26 h 312"/>
                <a:gd name="T8" fmla="*/ 6 w 32"/>
                <a:gd name="T9" fmla="*/ 3 h 312"/>
                <a:gd name="T10" fmla="*/ 0 w 32"/>
                <a:gd name="T11" fmla="*/ 3 h 312"/>
                <a:gd name="T12" fmla="*/ 0 w 32"/>
                <a:gd name="T13" fmla="*/ 366 h 312"/>
                <a:gd name="T14" fmla="*/ 11 w 32"/>
                <a:gd name="T15" fmla="*/ 366 h 312"/>
                <a:gd name="T16" fmla="*/ 12 w 32"/>
                <a:gd name="T17" fmla="*/ 353 h 312"/>
                <a:gd name="T18" fmla="*/ 14 w 32"/>
                <a:gd name="T19" fmla="*/ 349 h 312"/>
                <a:gd name="T20" fmla="*/ 18 w 32"/>
                <a:gd name="T21" fmla="*/ 342 h 312"/>
                <a:gd name="T22" fmla="*/ 28 w 32"/>
                <a:gd name="T23" fmla="*/ 366 h 312"/>
                <a:gd name="T24" fmla="*/ 38 w 32"/>
                <a:gd name="T25" fmla="*/ 366 h 312"/>
                <a:gd name="T26" fmla="*/ 38 w 32"/>
                <a:gd name="T27" fmla="*/ 0 h 3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312">
                  <a:moveTo>
                    <a:pt x="32" y="0"/>
                  </a:moveTo>
                  <a:cubicBezTo>
                    <a:pt x="29" y="0"/>
                    <a:pt x="26" y="1"/>
                    <a:pt x="23" y="1"/>
                  </a:cubicBezTo>
                  <a:cubicBezTo>
                    <a:pt x="23" y="13"/>
                    <a:pt x="22" y="27"/>
                    <a:pt x="16" y="27"/>
                  </a:cubicBezTo>
                  <a:cubicBezTo>
                    <a:pt x="15" y="27"/>
                    <a:pt x="13" y="26"/>
                    <a:pt x="11" y="23"/>
                  </a:cubicBezTo>
                  <a:cubicBezTo>
                    <a:pt x="7" y="19"/>
                    <a:pt x="6" y="11"/>
                    <a:pt x="6" y="3"/>
                  </a:cubicBezTo>
                  <a:cubicBezTo>
                    <a:pt x="4" y="3"/>
                    <a:pt x="2" y="3"/>
                    <a:pt x="0" y="3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3" y="312"/>
                    <a:pt x="6" y="312"/>
                    <a:pt x="8" y="312"/>
                  </a:cubicBezTo>
                  <a:cubicBezTo>
                    <a:pt x="8" y="308"/>
                    <a:pt x="9" y="305"/>
                    <a:pt x="9" y="302"/>
                  </a:cubicBezTo>
                  <a:cubicBezTo>
                    <a:pt x="11" y="298"/>
                    <a:pt x="11" y="298"/>
                    <a:pt x="11" y="298"/>
                  </a:cubicBezTo>
                  <a:cubicBezTo>
                    <a:pt x="11" y="295"/>
                    <a:pt x="13" y="293"/>
                    <a:pt x="15" y="291"/>
                  </a:cubicBezTo>
                  <a:cubicBezTo>
                    <a:pt x="19" y="295"/>
                    <a:pt x="22" y="303"/>
                    <a:pt x="23" y="312"/>
                  </a:cubicBezTo>
                  <a:cubicBezTo>
                    <a:pt x="26" y="312"/>
                    <a:pt x="29" y="312"/>
                    <a:pt x="32" y="312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EAE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804">
              <a:extLst>
                <a:ext uri="{FF2B5EF4-FFF2-40B4-BE49-F238E27FC236}">
                  <a16:creationId xmlns:a16="http://schemas.microsoft.com/office/drawing/2014/main" id="{5CFA0C7D-7A6E-4244-B573-9ED2B1D9A3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7" y="1393"/>
              <a:ext cx="32" cy="34"/>
            </a:xfrm>
            <a:custGeom>
              <a:avLst/>
              <a:gdLst>
                <a:gd name="T0" fmla="*/ 7 w 30"/>
                <a:gd name="T1" fmla="*/ 0 h 33"/>
                <a:gd name="T2" fmla="*/ 0 w 30"/>
                <a:gd name="T3" fmla="*/ 0 h 33"/>
                <a:gd name="T4" fmla="*/ 0 w 30"/>
                <a:gd name="T5" fmla="*/ 36 h 33"/>
                <a:gd name="T6" fmla="*/ 6 w 30"/>
                <a:gd name="T7" fmla="*/ 35 h 33"/>
                <a:gd name="T8" fmla="*/ 7 w 30"/>
                <a:gd name="T9" fmla="*/ 11 h 33"/>
                <a:gd name="T10" fmla="*/ 7 w 30"/>
                <a:gd name="T11" fmla="*/ 0 h 33"/>
                <a:gd name="T12" fmla="*/ 36 w 30"/>
                <a:gd name="T13" fmla="*/ 0 h 33"/>
                <a:gd name="T14" fmla="*/ 30 w 30"/>
                <a:gd name="T15" fmla="*/ 0 h 33"/>
                <a:gd name="T16" fmla="*/ 27 w 30"/>
                <a:gd name="T17" fmla="*/ 27 h 33"/>
                <a:gd name="T18" fmla="*/ 29 w 30"/>
                <a:gd name="T19" fmla="*/ 30 h 33"/>
                <a:gd name="T20" fmla="*/ 35 w 30"/>
                <a:gd name="T21" fmla="*/ 28 h 33"/>
                <a:gd name="T22" fmla="*/ 36 w 30"/>
                <a:gd name="T23" fmla="*/ 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33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" y="32"/>
                    <a:pt x="4" y="32"/>
                    <a:pt x="6" y="32"/>
                  </a:cubicBezTo>
                  <a:cubicBezTo>
                    <a:pt x="7" y="24"/>
                    <a:pt x="7" y="16"/>
                    <a:pt x="7" y="11"/>
                  </a:cubicBezTo>
                  <a:cubicBezTo>
                    <a:pt x="7" y="9"/>
                    <a:pt x="7" y="4"/>
                    <a:pt x="7" y="0"/>
                  </a:cubicBezTo>
                  <a:moveTo>
                    <a:pt x="3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8"/>
                    <a:pt x="22" y="17"/>
                    <a:pt x="22" y="24"/>
                  </a:cubicBezTo>
                  <a:cubicBezTo>
                    <a:pt x="22" y="24"/>
                    <a:pt x="22" y="26"/>
                    <a:pt x="23" y="27"/>
                  </a:cubicBezTo>
                  <a:cubicBezTo>
                    <a:pt x="27" y="26"/>
                    <a:pt x="29" y="25"/>
                    <a:pt x="29" y="25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solidFill>
              <a:srgbClr val="E9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805">
              <a:extLst>
                <a:ext uri="{FF2B5EF4-FFF2-40B4-BE49-F238E27FC236}">
                  <a16:creationId xmlns:a16="http://schemas.microsoft.com/office/drawing/2014/main" id="{6456ECDB-F998-4311-9062-7C85E7FF98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7" y="1393"/>
              <a:ext cx="34" cy="35"/>
            </a:xfrm>
            <a:custGeom>
              <a:avLst/>
              <a:gdLst>
                <a:gd name="T0" fmla="*/ 6 w 32"/>
                <a:gd name="T1" fmla="*/ 35 h 34"/>
                <a:gd name="T2" fmla="*/ 0 w 32"/>
                <a:gd name="T3" fmla="*/ 36 h 34"/>
                <a:gd name="T4" fmla="*/ 0 w 32"/>
                <a:gd name="T5" fmla="*/ 37 h 34"/>
                <a:gd name="T6" fmla="*/ 6 w 32"/>
                <a:gd name="T7" fmla="*/ 37 h 34"/>
                <a:gd name="T8" fmla="*/ 6 w 32"/>
                <a:gd name="T9" fmla="*/ 35 h 34"/>
                <a:gd name="T10" fmla="*/ 38 w 32"/>
                <a:gd name="T11" fmla="*/ 0 h 34"/>
                <a:gd name="T12" fmla="*/ 36 w 32"/>
                <a:gd name="T13" fmla="*/ 0 h 34"/>
                <a:gd name="T14" fmla="*/ 35 w 32"/>
                <a:gd name="T15" fmla="*/ 28 h 34"/>
                <a:gd name="T16" fmla="*/ 28 w 32"/>
                <a:gd name="T17" fmla="*/ 30 h 34"/>
                <a:gd name="T18" fmla="*/ 28 w 32"/>
                <a:gd name="T19" fmla="*/ 35 h 34"/>
                <a:gd name="T20" fmla="*/ 38 w 32"/>
                <a:gd name="T21" fmla="*/ 34 h 34"/>
                <a:gd name="T22" fmla="*/ 38 w 32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34">
                  <a:moveTo>
                    <a:pt x="6" y="32"/>
                  </a:moveTo>
                  <a:cubicBezTo>
                    <a:pt x="4" y="32"/>
                    <a:pt x="2" y="32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2" y="34"/>
                    <a:pt x="4" y="34"/>
                    <a:pt x="6" y="34"/>
                  </a:cubicBezTo>
                  <a:cubicBezTo>
                    <a:pt x="6" y="33"/>
                    <a:pt x="6" y="32"/>
                    <a:pt x="6" y="32"/>
                  </a:cubicBezTo>
                  <a:moveTo>
                    <a:pt x="32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7" y="26"/>
                    <a:pt x="23" y="27"/>
                  </a:cubicBezTo>
                  <a:cubicBezTo>
                    <a:pt x="23" y="29"/>
                    <a:pt x="23" y="30"/>
                    <a:pt x="23" y="32"/>
                  </a:cubicBezTo>
                  <a:cubicBezTo>
                    <a:pt x="26" y="32"/>
                    <a:pt x="29" y="31"/>
                    <a:pt x="32" y="31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E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806">
              <a:extLst>
                <a:ext uri="{FF2B5EF4-FFF2-40B4-BE49-F238E27FC236}">
                  <a16:creationId xmlns:a16="http://schemas.microsoft.com/office/drawing/2014/main" id="{914D1F06-4CE9-4090-95DC-D30C002C75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7" y="1425"/>
              <a:ext cx="34" cy="8"/>
            </a:xfrm>
            <a:custGeom>
              <a:avLst/>
              <a:gdLst>
                <a:gd name="T0" fmla="*/ 6 w 32"/>
                <a:gd name="T1" fmla="*/ 3 h 7"/>
                <a:gd name="T2" fmla="*/ 0 w 32"/>
                <a:gd name="T3" fmla="*/ 3 h 7"/>
                <a:gd name="T4" fmla="*/ 0 w 32"/>
                <a:gd name="T5" fmla="*/ 10 h 7"/>
                <a:gd name="T6" fmla="*/ 6 w 32"/>
                <a:gd name="T7" fmla="*/ 10 h 7"/>
                <a:gd name="T8" fmla="*/ 6 w 32"/>
                <a:gd name="T9" fmla="*/ 3 h 7"/>
                <a:gd name="T10" fmla="*/ 38 w 32"/>
                <a:gd name="T11" fmla="*/ 0 h 7"/>
                <a:gd name="T12" fmla="*/ 28 w 32"/>
                <a:gd name="T13" fmla="*/ 1 h 7"/>
                <a:gd name="T14" fmla="*/ 28 w 32"/>
                <a:gd name="T15" fmla="*/ 8 h 7"/>
                <a:gd name="T16" fmla="*/ 38 w 32"/>
                <a:gd name="T17" fmla="*/ 7 h 7"/>
                <a:gd name="T18" fmla="*/ 38 w 32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7">
                  <a:moveTo>
                    <a:pt x="6" y="3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4" y="7"/>
                    <a:pt x="6" y="7"/>
                  </a:cubicBezTo>
                  <a:cubicBezTo>
                    <a:pt x="6" y="6"/>
                    <a:pt x="6" y="4"/>
                    <a:pt x="6" y="3"/>
                  </a:cubicBezTo>
                  <a:moveTo>
                    <a:pt x="32" y="0"/>
                  </a:moveTo>
                  <a:cubicBezTo>
                    <a:pt x="29" y="0"/>
                    <a:pt x="26" y="1"/>
                    <a:pt x="23" y="1"/>
                  </a:cubicBezTo>
                  <a:cubicBezTo>
                    <a:pt x="23" y="3"/>
                    <a:pt x="23" y="4"/>
                    <a:pt x="23" y="5"/>
                  </a:cubicBezTo>
                  <a:cubicBezTo>
                    <a:pt x="26" y="5"/>
                    <a:pt x="29" y="4"/>
                    <a:pt x="32" y="4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BBB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807">
              <a:extLst>
                <a:ext uri="{FF2B5EF4-FFF2-40B4-BE49-F238E27FC236}">
                  <a16:creationId xmlns:a16="http://schemas.microsoft.com/office/drawing/2014/main" id="{67ECC3F6-13AE-4A34-98CB-A9354DF3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758"/>
              <a:ext cx="34" cy="195"/>
            </a:xfrm>
            <a:custGeom>
              <a:avLst/>
              <a:gdLst>
                <a:gd name="T0" fmla="*/ 38 w 32"/>
                <a:gd name="T1" fmla="*/ 0 h 186"/>
                <a:gd name="T2" fmla="*/ 28 w 32"/>
                <a:gd name="T3" fmla="*/ 0 h 186"/>
                <a:gd name="T4" fmla="*/ 21 w 32"/>
                <a:gd name="T5" fmla="*/ 45 h 186"/>
                <a:gd name="T6" fmla="*/ 11 w 32"/>
                <a:gd name="T7" fmla="*/ 0 h 186"/>
                <a:gd name="T8" fmla="*/ 0 w 32"/>
                <a:gd name="T9" fmla="*/ 0 h 186"/>
                <a:gd name="T10" fmla="*/ 0 w 32"/>
                <a:gd name="T11" fmla="*/ 189 h 186"/>
                <a:gd name="T12" fmla="*/ 19 w 32"/>
                <a:gd name="T13" fmla="*/ 214 h 186"/>
                <a:gd name="T14" fmla="*/ 38 w 32"/>
                <a:gd name="T15" fmla="*/ 189 h 186"/>
                <a:gd name="T16" fmla="*/ 38 w 32"/>
                <a:gd name="T17" fmla="*/ 0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6">
                  <a:moveTo>
                    <a:pt x="32" y="0"/>
                  </a:moveTo>
                  <a:cubicBezTo>
                    <a:pt x="29" y="0"/>
                    <a:pt x="26" y="0"/>
                    <a:pt x="23" y="0"/>
                  </a:cubicBezTo>
                  <a:cubicBezTo>
                    <a:pt x="25" y="14"/>
                    <a:pt x="23" y="31"/>
                    <a:pt x="18" y="39"/>
                  </a:cubicBezTo>
                  <a:cubicBezTo>
                    <a:pt x="8" y="30"/>
                    <a:pt x="8" y="14"/>
                    <a:pt x="8" y="0"/>
                  </a:cubicBezTo>
                  <a:cubicBezTo>
                    <a:pt x="6" y="0"/>
                    <a:pt x="3" y="0"/>
                    <a:pt x="0" y="0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76"/>
                    <a:pt x="7" y="186"/>
                    <a:pt x="16" y="186"/>
                  </a:cubicBezTo>
                  <a:cubicBezTo>
                    <a:pt x="25" y="186"/>
                    <a:pt x="32" y="176"/>
                    <a:pt x="32" y="164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D0B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808">
              <a:extLst>
                <a:ext uri="{FF2B5EF4-FFF2-40B4-BE49-F238E27FC236}">
                  <a16:creationId xmlns:a16="http://schemas.microsoft.com/office/drawing/2014/main" id="{2BDE5288-5244-4D28-B929-715B27F87E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7" y="1388"/>
              <a:ext cx="34" cy="5"/>
            </a:xfrm>
            <a:custGeom>
              <a:avLst/>
              <a:gdLst>
                <a:gd name="T0" fmla="*/ 7 w 32"/>
                <a:gd name="T1" fmla="*/ 0 h 4"/>
                <a:gd name="T2" fmla="*/ 0 w 32"/>
                <a:gd name="T3" fmla="*/ 0 h 4"/>
                <a:gd name="T4" fmla="*/ 0 w 32"/>
                <a:gd name="T5" fmla="*/ 1 h 4"/>
                <a:gd name="T6" fmla="*/ 0 w 32"/>
                <a:gd name="T7" fmla="*/ 8 h 4"/>
                <a:gd name="T8" fmla="*/ 7 w 32"/>
                <a:gd name="T9" fmla="*/ 8 h 4"/>
                <a:gd name="T10" fmla="*/ 7 w 32"/>
                <a:gd name="T11" fmla="*/ 0 h 4"/>
                <a:gd name="T12" fmla="*/ 38 w 32"/>
                <a:gd name="T13" fmla="*/ 0 h 4"/>
                <a:gd name="T14" fmla="*/ 36 w 32"/>
                <a:gd name="T15" fmla="*/ 0 h 4"/>
                <a:gd name="T16" fmla="*/ 30 w 32"/>
                <a:gd name="T17" fmla="*/ 0 h 4"/>
                <a:gd name="T18" fmla="*/ 30 w 32"/>
                <a:gd name="T19" fmla="*/ 8 h 4"/>
                <a:gd name="T20" fmla="*/ 36 w 32"/>
                <a:gd name="T21" fmla="*/ 8 h 4"/>
                <a:gd name="T22" fmla="*/ 38 w 32"/>
                <a:gd name="T23" fmla="*/ 8 h 4"/>
                <a:gd name="T24" fmla="*/ 38 w 32"/>
                <a:gd name="T25" fmla="*/ 1 h 4"/>
                <a:gd name="T26" fmla="*/ 38 w 32"/>
                <a:gd name="T27" fmla="*/ 0 h 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4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  <a:moveTo>
                    <a:pt x="32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"/>
                    <a:pt x="24" y="2"/>
                    <a:pt x="24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809">
              <a:extLst>
                <a:ext uri="{FF2B5EF4-FFF2-40B4-BE49-F238E27FC236}">
                  <a16:creationId xmlns:a16="http://schemas.microsoft.com/office/drawing/2014/main" id="{481E22D9-90AD-424A-B1FD-1919B03CF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958"/>
              <a:ext cx="125" cy="196"/>
            </a:xfrm>
            <a:custGeom>
              <a:avLst/>
              <a:gdLst>
                <a:gd name="T0" fmla="*/ 140 w 118"/>
                <a:gd name="T1" fmla="*/ 0 h 186"/>
                <a:gd name="T2" fmla="*/ 4 w 118"/>
                <a:gd name="T3" fmla="*/ 218 h 186"/>
                <a:gd name="T4" fmla="*/ 140 w 118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86">
                  <a:moveTo>
                    <a:pt x="118" y="0"/>
                  </a:moveTo>
                  <a:cubicBezTo>
                    <a:pt x="118" y="0"/>
                    <a:pt x="0" y="89"/>
                    <a:pt x="4" y="186"/>
                  </a:cubicBezTo>
                  <a:cubicBezTo>
                    <a:pt x="4" y="186"/>
                    <a:pt x="13" y="102"/>
                    <a:pt x="118" y="0"/>
                  </a:cubicBezTo>
                </a:path>
              </a:pathLst>
            </a:custGeom>
            <a:solidFill>
              <a:srgbClr val="D0B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810">
              <a:extLst>
                <a:ext uri="{FF2B5EF4-FFF2-40B4-BE49-F238E27FC236}">
                  <a16:creationId xmlns:a16="http://schemas.microsoft.com/office/drawing/2014/main" id="{8CDD8AB0-55C6-4287-84FA-8A1975241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154"/>
              <a:ext cx="193" cy="1149"/>
            </a:xfrm>
            <a:custGeom>
              <a:avLst/>
              <a:gdLst>
                <a:gd name="T0" fmla="*/ 0 w 182"/>
                <a:gd name="T1" fmla="*/ 0 h 1092"/>
                <a:gd name="T2" fmla="*/ 0 w 182"/>
                <a:gd name="T3" fmla="*/ 1272 h 1092"/>
                <a:gd name="T4" fmla="*/ 0 w 182"/>
                <a:gd name="T5" fmla="*/ 0 h 10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1092">
                  <a:moveTo>
                    <a:pt x="0" y="0"/>
                  </a:moveTo>
                  <a:cubicBezTo>
                    <a:pt x="0" y="1092"/>
                    <a:pt x="0" y="1092"/>
                    <a:pt x="0" y="1092"/>
                  </a:cubicBezTo>
                  <a:cubicBezTo>
                    <a:pt x="0" y="1092"/>
                    <a:pt x="182" y="480"/>
                    <a:pt x="0" y="0"/>
                  </a:cubicBezTo>
                  <a:close/>
                </a:path>
              </a:pathLst>
            </a:custGeom>
            <a:solidFill>
              <a:srgbClr val="B19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811">
              <a:extLst>
                <a:ext uri="{FF2B5EF4-FFF2-40B4-BE49-F238E27FC236}">
                  <a16:creationId xmlns:a16="http://schemas.microsoft.com/office/drawing/2014/main" id="{C4B2CDCA-B0BF-42B3-9DC2-F1224B4D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373"/>
              <a:ext cx="19" cy="15"/>
            </a:xfrm>
            <a:custGeom>
              <a:avLst/>
              <a:gdLst>
                <a:gd name="T0" fmla="*/ 7 w 18"/>
                <a:gd name="T1" fmla="*/ 0 h 15"/>
                <a:gd name="T2" fmla="*/ 1 w 18"/>
                <a:gd name="T3" fmla="*/ 15 h 15"/>
                <a:gd name="T4" fmla="*/ 5 w 18"/>
                <a:gd name="T5" fmla="*/ 15 h 15"/>
                <a:gd name="T6" fmla="*/ 4 w 18"/>
                <a:gd name="T7" fmla="*/ 14 h 15"/>
                <a:gd name="T8" fmla="*/ 8 w 18"/>
                <a:gd name="T9" fmla="*/ 10 h 15"/>
                <a:gd name="T10" fmla="*/ 15 w 18"/>
                <a:gd name="T11" fmla="*/ 14 h 15"/>
                <a:gd name="T12" fmla="*/ 14 w 18"/>
                <a:gd name="T13" fmla="*/ 15 h 15"/>
                <a:gd name="T14" fmla="*/ 21 w 18"/>
                <a:gd name="T15" fmla="*/ 15 h 15"/>
                <a:gd name="T16" fmla="*/ 18 w 18"/>
                <a:gd name="T17" fmla="*/ 3 h 15"/>
                <a:gd name="T18" fmla="*/ 15 w 18"/>
                <a:gd name="T19" fmla="*/ 2 h 15"/>
                <a:gd name="T20" fmla="*/ 7 w 18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5">
                  <a:moveTo>
                    <a:pt x="7" y="0"/>
                  </a:moveTo>
                  <a:cubicBezTo>
                    <a:pt x="2" y="0"/>
                    <a:pt x="0" y="7"/>
                    <a:pt x="1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2"/>
                    <a:pt x="6" y="10"/>
                    <a:pt x="8" y="10"/>
                  </a:cubicBezTo>
                  <a:cubicBezTo>
                    <a:pt x="10" y="10"/>
                    <a:pt x="12" y="12"/>
                    <a:pt x="12" y="14"/>
                  </a:cubicBezTo>
                  <a:cubicBezTo>
                    <a:pt x="12" y="14"/>
                    <a:pt x="12" y="14"/>
                    <a:pt x="11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0"/>
                    <a:pt x="17" y="6"/>
                    <a:pt x="15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0" y="1"/>
                    <a:pt x="8" y="0"/>
                    <a:pt x="7" y="0"/>
                  </a:cubicBezTo>
                </a:path>
              </a:pathLst>
            </a:custGeom>
            <a:solidFill>
              <a:srgbClr val="E3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812">
              <a:extLst>
                <a:ext uri="{FF2B5EF4-FFF2-40B4-BE49-F238E27FC236}">
                  <a16:creationId xmlns:a16="http://schemas.microsoft.com/office/drawing/2014/main" id="{5AC87C89-A9FF-4DD7-8056-76C3DFF7C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383"/>
              <a:ext cx="8" cy="5"/>
            </a:xfrm>
            <a:custGeom>
              <a:avLst/>
              <a:gdLst>
                <a:gd name="T0" fmla="*/ 4 w 8"/>
                <a:gd name="T1" fmla="*/ 0 h 5"/>
                <a:gd name="T2" fmla="*/ 0 w 8"/>
                <a:gd name="T3" fmla="*/ 4 h 5"/>
                <a:gd name="T4" fmla="*/ 1 w 8"/>
                <a:gd name="T5" fmla="*/ 5 h 5"/>
                <a:gd name="T6" fmla="*/ 7 w 8"/>
                <a:gd name="T7" fmla="*/ 5 h 5"/>
                <a:gd name="T8" fmla="*/ 8 w 8"/>
                <a:gd name="T9" fmla="*/ 4 h 5"/>
                <a:gd name="T10" fmla="*/ 4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</a:path>
              </a:pathLst>
            </a:custGeom>
            <a:solidFill>
              <a:srgbClr val="E3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813">
              <a:extLst>
                <a:ext uri="{FF2B5EF4-FFF2-40B4-BE49-F238E27FC236}">
                  <a16:creationId xmlns:a16="http://schemas.microsoft.com/office/drawing/2014/main" id="{BDEA6F87-5105-427F-B0AD-107741DC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430"/>
              <a:ext cx="18" cy="28"/>
            </a:xfrm>
            <a:custGeom>
              <a:avLst/>
              <a:gdLst>
                <a:gd name="T0" fmla="*/ 20 w 17"/>
                <a:gd name="T1" fmla="*/ 0 h 26"/>
                <a:gd name="T2" fmla="*/ 0 w 17"/>
                <a:gd name="T3" fmla="*/ 2 h 26"/>
                <a:gd name="T4" fmla="*/ 5 w 17"/>
                <a:gd name="T5" fmla="*/ 28 h 26"/>
                <a:gd name="T6" fmla="*/ 13 w 17"/>
                <a:gd name="T7" fmla="*/ 32 h 26"/>
                <a:gd name="T8" fmla="*/ 20 w 17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1" y="1"/>
                    <a:pt x="6" y="2"/>
                    <a:pt x="0" y="2"/>
                  </a:cubicBezTo>
                  <a:cubicBezTo>
                    <a:pt x="0" y="10"/>
                    <a:pt x="1" y="18"/>
                    <a:pt x="5" y="22"/>
                  </a:cubicBezTo>
                  <a:cubicBezTo>
                    <a:pt x="7" y="25"/>
                    <a:pt x="9" y="26"/>
                    <a:pt x="10" y="26"/>
                  </a:cubicBezTo>
                  <a:cubicBezTo>
                    <a:pt x="16" y="26"/>
                    <a:pt x="17" y="12"/>
                    <a:pt x="17" y="0"/>
                  </a:cubicBezTo>
                </a:path>
              </a:pathLst>
            </a:custGeom>
            <a:solidFill>
              <a:srgbClr val="F1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814">
              <a:extLst>
                <a:ext uri="{FF2B5EF4-FFF2-40B4-BE49-F238E27FC236}">
                  <a16:creationId xmlns:a16="http://schemas.microsoft.com/office/drawing/2014/main" id="{CDDA4887-4BF8-4C81-80AB-A5DB99D6B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393"/>
              <a:ext cx="19" cy="33"/>
            </a:xfrm>
            <a:custGeom>
              <a:avLst/>
              <a:gdLst>
                <a:gd name="T0" fmla="*/ 21 w 18"/>
                <a:gd name="T1" fmla="*/ 0 h 32"/>
                <a:gd name="T2" fmla="*/ 1 w 18"/>
                <a:gd name="T3" fmla="*/ 0 h 32"/>
                <a:gd name="T4" fmla="*/ 1 w 18"/>
                <a:gd name="T5" fmla="*/ 11 h 32"/>
                <a:gd name="T6" fmla="*/ 0 w 18"/>
                <a:gd name="T7" fmla="*/ 35 h 32"/>
                <a:gd name="T8" fmla="*/ 20 w 18"/>
                <a:gd name="T9" fmla="*/ 30 h 32"/>
                <a:gd name="T10" fmla="*/ 19 w 18"/>
                <a:gd name="T11" fmla="*/ 27 h 32"/>
                <a:gd name="T12" fmla="*/ 21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1" y="9"/>
                    <a:pt x="1" y="11"/>
                  </a:cubicBezTo>
                  <a:cubicBezTo>
                    <a:pt x="1" y="16"/>
                    <a:pt x="1" y="24"/>
                    <a:pt x="0" y="32"/>
                  </a:cubicBezTo>
                  <a:cubicBezTo>
                    <a:pt x="7" y="30"/>
                    <a:pt x="13" y="29"/>
                    <a:pt x="17" y="27"/>
                  </a:cubicBezTo>
                  <a:cubicBezTo>
                    <a:pt x="16" y="26"/>
                    <a:pt x="16" y="24"/>
                    <a:pt x="16" y="24"/>
                  </a:cubicBezTo>
                  <a:cubicBezTo>
                    <a:pt x="16" y="17"/>
                    <a:pt x="18" y="8"/>
                    <a:pt x="18" y="0"/>
                  </a:cubicBezTo>
                </a:path>
              </a:pathLst>
            </a:custGeom>
            <a:solidFill>
              <a:srgbClr val="F1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815">
              <a:extLst>
                <a:ext uri="{FF2B5EF4-FFF2-40B4-BE49-F238E27FC236}">
                  <a16:creationId xmlns:a16="http://schemas.microsoft.com/office/drawing/2014/main" id="{CBFB212E-D064-4902-9096-5D3DD25F2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421"/>
              <a:ext cx="18" cy="7"/>
            </a:xfrm>
            <a:custGeom>
              <a:avLst/>
              <a:gdLst>
                <a:gd name="T0" fmla="*/ 20 w 17"/>
                <a:gd name="T1" fmla="*/ 0 h 7"/>
                <a:gd name="T2" fmla="*/ 0 w 17"/>
                <a:gd name="T3" fmla="*/ 5 h 7"/>
                <a:gd name="T4" fmla="*/ 0 w 17"/>
                <a:gd name="T5" fmla="*/ 7 h 7"/>
                <a:gd name="T6" fmla="*/ 20 w 17"/>
                <a:gd name="T7" fmla="*/ 5 h 7"/>
                <a:gd name="T8" fmla="*/ 20 w 1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3" y="2"/>
                    <a:pt x="7" y="3"/>
                    <a:pt x="0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6" y="7"/>
                    <a:pt x="12" y="6"/>
                    <a:pt x="17" y="5"/>
                  </a:cubicBezTo>
                  <a:cubicBezTo>
                    <a:pt x="17" y="3"/>
                    <a:pt x="17" y="2"/>
                    <a:pt x="17" y="0"/>
                  </a:cubicBezTo>
                </a:path>
              </a:pathLst>
            </a:custGeom>
            <a:solidFill>
              <a:srgbClr val="F1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816">
              <a:extLst>
                <a:ext uri="{FF2B5EF4-FFF2-40B4-BE49-F238E27FC236}">
                  <a16:creationId xmlns:a16="http://schemas.microsoft.com/office/drawing/2014/main" id="{C36E45F9-CF0C-4804-BF94-3E222D566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426"/>
              <a:ext cx="18" cy="7"/>
            </a:xfrm>
            <a:custGeom>
              <a:avLst/>
              <a:gdLst>
                <a:gd name="T0" fmla="*/ 20 w 17"/>
                <a:gd name="T1" fmla="*/ 0 h 6"/>
                <a:gd name="T2" fmla="*/ 0 w 17"/>
                <a:gd name="T3" fmla="*/ 2 h 6"/>
                <a:gd name="T4" fmla="*/ 0 w 17"/>
                <a:gd name="T5" fmla="*/ 9 h 6"/>
                <a:gd name="T6" fmla="*/ 20 w 17"/>
                <a:gd name="T7" fmla="*/ 7 h 6"/>
                <a:gd name="T8" fmla="*/ 20 w 1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2" y="1"/>
                    <a:pt x="6" y="2"/>
                    <a:pt x="0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6" y="6"/>
                    <a:pt x="11" y="5"/>
                    <a:pt x="17" y="4"/>
                  </a:cubicBezTo>
                  <a:cubicBezTo>
                    <a:pt x="17" y="3"/>
                    <a:pt x="17" y="2"/>
                    <a:pt x="17" y="0"/>
                  </a:cubicBezTo>
                </a:path>
              </a:pathLst>
            </a:custGeom>
            <a:solidFill>
              <a:srgbClr val="D2D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817">
              <a:extLst>
                <a:ext uri="{FF2B5EF4-FFF2-40B4-BE49-F238E27FC236}">
                  <a16:creationId xmlns:a16="http://schemas.microsoft.com/office/drawing/2014/main" id="{678FFB3E-A779-4BBC-AD24-4CF224D3A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388"/>
              <a:ext cx="18" cy="5"/>
            </a:xfrm>
            <a:custGeom>
              <a:avLst/>
              <a:gdLst>
                <a:gd name="T0" fmla="*/ 20 w 17"/>
                <a:gd name="T1" fmla="*/ 0 h 4"/>
                <a:gd name="T2" fmla="*/ 13 w 17"/>
                <a:gd name="T3" fmla="*/ 0 h 4"/>
                <a:gd name="T4" fmla="*/ 4 w 17"/>
                <a:gd name="T5" fmla="*/ 0 h 4"/>
                <a:gd name="T6" fmla="*/ 0 w 17"/>
                <a:gd name="T7" fmla="*/ 0 h 4"/>
                <a:gd name="T8" fmla="*/ 0 w 17"/>
                <a:gd name="T9" fmla="*/ 8 h 4"/>
                <a:gd name="T10" fmla="*/ 20 w 17"/>
                <a:gd name="T11" fmla="*/ 8 h 4"/>
                <a:gd name="T12" fmla="*/ 20 w 17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">
                  <a:moveTo>
                    <a:pt x="1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2"/>
                    <a:pt x="17" y="1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818">
              <a:extLst>
                <a:ext uri="{FF2B5EF4-FFF2-40B4-BE49-F238E27FC236}">
                  <a16:creationId xmlns:a16="http://schemas.microsoft.com/office/drawing/2014/main" id="{CE6BC893-1899-4854-BE85-6C8170687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735"/>
              <a:ext cx="15" cy="23"/>
            </a:xfrm>
            <a:custGeom>
              <a:avLst/>
              <a:gdLst>
                <a:gd name="T0" fmla="*/ 7 w 15"/>
                <a:gd name="T1" fmla="*/ 0 h 21"/>
                <a:gd name="T2" fmla="*/ 3 w 15"/>
                <a:gd name="T3" fmla="*/ 10 h 21"/>
                <a:gd name="T4" fmla="*/ 1 w 15"/>
                <a:gd name="T5" fmla="*/ 14 h 21"/>
                <a:gd name="T6" fmla="*/ 0 w 15"/>
                <a:gd name="T7" fmla="*/ 27 h 21"/>
                <a:gd name="T8" fmla="*/ 15 w 15"/>
                <a:gd name="T9" fmla="*/ 27 h 21"/>
                <a:gd name="T10" fmla="*/ 7 w 15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1">
                  <a:moveTo>
                    <a:pt x="7" y="0"/>
                  </a:moveTo>
                  <a:cubicBezTo>
                    <a:pt x="5" y="2"/>
                    <a:pt x="3" y="4"/>
                    <a:pt x="3" y="7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4"/>
                    <a:pt x="0" y="17"/>
                    <a:pt x="0" y="21"/>
                  </a:cubicBezTo>
                  <a:cubicBezTo>
                    <a:pt x="5" y="21"/>
                    <a:pt x="10" y="21"/>
                    <a:pt x="15" y="21"/>
                  </a:cubicBezTo>
                  <a:cubicBezTo>
                    <a:pt x="14" y="12"/>
                    <a:pt x="11" y="4"/>
                    <a:pt x="7" y="0"/>
                  </a:cubicBezTo>
                </a:path>
              </a:pathLst>
            </a:custGeom>
            <a:solidFill>
              <a:srgbClr val="EF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819">
              <a:extLst>
                <a:ext uri="{FF2B5EF4-FFF2-40B4-BE49-F238E27FC236}">
                  <a16:creationId xmlns:a16="http://schemas.microsoft.com/office/drawing/2014/main" id="{101CE4D0-26A3-4984-B78F-D405584A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758"/>
              <a:ext cx="18" cy="41"/>
            </a:xfrm>
            <a:custGeom>
              <a:avLst/>
              <a:gdLst>
                <a:gd name="T0" fmla="*/ 18 w 17"/>
                <a:gd name="T1" fmla="*/ 0 h 39"/>
                <a:gd name="T2" fmla="*/ 0 w 17"/>
                <a:gd name="T3" fmla="*/ 0 h 39"/>
                <a:gd name="T4" fmla="*/ 13 w 17"/>
                <a:gd name="T5" fmla="*/ 45 h 39"/>
                <a:gd name="T6" fmla="*/ 18 w 17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9">
                  <a:moveTo>
                    <a:pt x="15" y="0"/>
                  </a:moveTo>
                  <a:cubicBezTo>
                    <a:pt x="10" y="0"/>
                    <a:pt x="5" y="0"/>
                    <a:pt x="0" y="0"/>
                  </a:cubicBezTo>
                  <a:cubicBezTo>
                    <a:pt x="0" y="14"/>
                    <a:pt x="0" y="30"/>
                    <a:pt x="10" y="39"/>
                  </a:cubicBezTo>
                  <a:cubicBezTo>
                    <a:pt x="15" y="31"/>
                    <a:pt x="17" y="14"/>
                    <a:pt x="15" y="0"/>
                  </a:cubicBezTo>
                </a:path>
              </a:pathLst>
            </a:custGeom>
            <a:solidFill>
              <a:srgbClr val="DA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820">
              <a:extLst>
                <a:ext uri="{FF2B5EF4-FFF2-40B4-BE49-F238E27FC236}">
                  <a16:creationId xmlns:a16="http://schemas.microsoft.com/office/drawing/2014/main" id="{05C6ECBB-1C9B-406B-8D23-4A5B53A3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037"/>
              <a:ext cx="95" cy="55"/>
            </a:xfrm>
            <a:custGeom>
              <a:avLst/>
              <a:gdLst>
                <a:gd name="T0" fmla="*/ 39 w 90"/>
                <a:gd name="T1" fmla="*/ 0 h 52"/>
                <a:gd name="T2" fmla="*/ 4 w 90"/>
                <a:gd name="T3" fmla="*/ 7 h 52"/>
                <a:gd name="T4" fmla="*/ 0 w 90"/>
                <a:gd name="T5" fmla="*/ 35 h 52"/>
                <a:gd name="T6" fmla="*/ 16 w 90"/>
                <a:gd name="T7" fmla="*/ 60 h 52"/>
                <a:gd name="T8" fmla="*/ 31 w 90"/>
                <a:gd name="T9" fmla="*/ 55 h 52"/>
                <a:gd name="T10" fmla="*/ 88 w 90"/>
                <a:gd name="T11" fmla="*/ 55 h 52"/>
                <a:gd name="T12" fmla="*/ 106 w 90"/>
                <a:gd name="T13" fmla="*/ 61 h 52"/>
                <a:gd name="T14" fmla="*/ 84 w 90"/>
                <a:gd name="T15" fmla="*/ 25 h 52"/>
                <a:gd name="T16" fmla="*/ 45 w 90"/>
                <a:gd name="T17" fmla="*/ 0 h 52"/>
                <a:gd name="T18" fmla="*/ 39 w 90"/>
                <a:gd name="T19" fmla="*/ 0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52">
                  <a:moveTo>
                    <a:pt x="33" y="0"/>
                  </a:moveTo>
                  <a:cubicBezTo>
                    <a:pt x="23" y="0"/>
                    <a:pt x="14" y="5"/>
                    <a:pt x="4" y="7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37"/>
                    <a:pt x="9" y="43"/>
                    <a:pt x="13" y="51"/>
                  </a:cubicBezTo>
                  <a:cubicBezTo>
                    <a:pt x="17" y="48"/>
                    <a:pt x="21" y="46"/>
                    <a:pt x="26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80" y="46"/>
                    <a:pt x="86" y="49"/>
                    <a:pt x="90" y="52"/>
                  </a:cubicBezTo>
                  <a:cubicBezTo>
                    <a:pt x="86" y="39"/>
                    <a:pt x="78" y="28"/>
                    <a:pt x="72" y="22"/>
                  </a:cubicBezTo>
                  <a:cubicBezTo>
                    <a:pt x="63" y="14"/>
                    <a:pt x="51" y="3"/>
                    <a:pt x="39" y="0"/>
                  </a:cubicBezTo>
                  <a:cubicBezTo>
                    <a:pt x="37" y="0"/>
                    <a:pt x="35" y="0"/>
                    <a:pt x="33" y="0"/>
                  </a:cubicBezTo>
                </a:path>
              </a:pathLst>
            </a:custGeom>
            <a:solidFill>
              <a:srgbClr val="D0B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821">
              <a:extLst>
                <a:ext uri="{FF2B5EF4-FFF2-40B4-BE49-F238E27FC236}">
                  <a16:creationId xmlns:a16="http://schemas.microsoft.com/office/drawing/2014/main" id="{016F1C73-E82A-46C3-96C7-146C5ED17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86"/>
              <a:ext cx="85" cy="59"/>
            </a:xfrm>
            <a:custGeom>
              <a:avLst/>
              <a:gdLst>
                <a:gd name="T0" fmla="*/ 71 w 81"/>
                <a:gd name="T1" fmla="*/ 0 h 56"/>
                <a:gd name="T2" fmla="*/ 16 w 81"/>
                <a:gd name="T3" fmla="*/ 0 h 56"/>
                <a:gd name="T4" fmla="*/ 0 w 81"/>
                <a:gd name="T5" fmla="*/ 5 h 56"/>
                <a:gd name="T6" fmla="*/ 4 w 81"/>
                <a:gd name="T7" fmla="*/ 18 h 56"/>
                <a:gd name="T8" fmla="*/ 7 w 81"/>
                <a:gd name="T9" fmla="*/ 56 h 56"/>
                <a:gd name="T10" fmla="*/ 19 w 81"/>
                <a:gd name="T11" fmla="*/ 65 h 56"/>
                <a:gd name="T12" fmla="*/ 41 w 81"/>
                <a:gd name="T13" fmla="*/ 58 h 56"/>
                <a:gd name="T14" fmla="*/ 86 w 81"/>
                <a:gd name="T15" fmla="*/ 47 h 56"/>
                <a:gd name="T16" fmla="*/ 89 w 81"/>
                <a:gd name="T17" fmla="*/ 6 h 56"/>
                <a:gd name="T18" fmla="*/ 71 w 81"/>
                <a:gd name="T19" fmla="*/ 0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56">
                  <a:moveTo>
                    <a:pt x="62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8" y="0"/>
                    <a:pt x="4" y="2"/>
                    <a:pt x="0" y="5"/>
                  </a:cubicBezTo>
                  <a:cubicBezTo>
                    <a:pt x="2" y="8"/>
                    <a:pt x="3" y="11"/>
                    <a:pt x="4" y="15"/>
                  </a:cubicBezTo>
                  <a:cubicBezTo>
                    <a:pt x="7" y="25"/>
                    <a:pt x="3" y="37"/>
                    <a:pt x="7" y="47"/>
                  </a:cubicBezTo>
                  <a:cubicBezTo>
                    <a:pt x="9" y="54"/>
                    <a:pt x="12" y="56"/>
                    <a:pt x="16" y="56"/>
                  </a:cubicBezTo>
                  <a:cubicBezTo>
                    <a:pt x="21" y="56"/>
                    <a:pt x="28" y="52"/>
                    <a:pt x="35" y="49"/>
                  </a:cubicBezTo>
                  <a:cubicBezTo>
                    <a:pt x="46" y="45"/>
                    <a:pt x="67" y="50"/>
                    <a:pt x="74" y="41"/>
                  </a:cubicBezTo>
                  <a:cubicBezTo>
                    <a:pt x="81" y="33"/>
                    <a:pt x="81" y="19"/>
                    <a:pt x="77" y="6"/>
                  </a:cubicBezTo>
                  <a:cubicBezTo>
                    <a:pt x="73" y="3"/>
                    <a:pt x="67" y="0"/>
                    <a:pt x="62" y="0"/>
                  </a:cubicBezTo>
                </a:path>
              </a:pathLst>
            </a:custGeom>
            <a:solidFill>
              <a:srgbClr val="DCC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822">
              <a:extLst>
                <a:ext uri="{FF2B5EF4-FFF2-40B4-BE49-F238E27FC236}">
                  <a16:creationId xmlns:a16="http://schemas.microsoft.com/office/drawing/2014/main" id="{75418AA5-5325-47D9-AD8E-53E27B2D4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006"/>
              <a:ext cx="38" cy="23"/>
            </a:xfrm>
            <a:custGeom>
              <a:avLst/>
              <a:gdLst>
                <a:gd name="T0" fmla="*/ 27 w 36"/>
                <a:gd name="T1" fmla="*/ 0 h 22"/>
                <a:gd name="T2" fmla="*/ 3 w 36"/>
                <a:gd name="T3" fmla="*/ 16 h 22"/>
                <a:gd name="T4" fmla="*/ 0 w 36"/>
                <a:gd name="T5" fmla="*/ 21 h 22"/>
                <a:gd name="T6" fmla="*/ 13 w 36"/>
                <a:gd name="T7" fmla="*/ 25 h 22"/>
                <a:gd name="T8" fmla="*/ 39 w 36"/>
                <a:gd name="T9" fmla="*/ 7 h 22"/>
                <a:gd name="T10" fmla="*/ 27 w 3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24" y="0"/>
                  </a:moveTo>
                  <a:cubicBezTo>
                    <a:pt x="15" y="0"/>
                    <a:pt x="4" y="7"/>
                    <a:pt x="3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21"/>
                    <a:pt x="6" y="22"/>
                    <a:pt x="10" y="22"/>
                  </a:cubicBezTo>
                  <a:cubicBezTo>
                    <a:pt x="21" y="22"/>
                    <a:pt x="36" y="15"/>
                    <a:pt x="33" y="7"/>
                  </a:cubicBezTo>
                  <a:cubicBezTo>
                    <a:pt x="32" y="2"/>
                    <a:pt x="28" y="0"/>
                    <a:pt x="24" y="0"/>
                  </a:cubicBezTo>
                </a:path>
              </a:pathLst>
            </a:custGeom>
            <a:solidFill>
              <a:srgbClr val="D0B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823">
              <a:extLst>
                <a:ext uri="{FF2B5EF4-FFF2-40B4-BE49-F238E27FC236}">
                  <a16:creationId xmlns:a16="http://schemas.microsoft.com/office/drawing/2014/main" id="{18F097FA-839D-43D0-8260-54D985E7C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75"/>
              <a:ext cx="15" cy="532"/>
            </a:xfrm>
            <a:custGeom>
              <a:avLst/>
              <a:gdLst>
                <a:gd name="T0" fmla="*/ 0 w 14"/>
                <a:gd name="T1" fmla="*/ 0 h 506"/>
                <a:gd name="T2" fmla="*/ 0 w 14"/>
                <a:gd name="T3" fmla="*/ 588 h 506"/>
                <a:gd name="T4" fmla="*/ 0 w 14"/>
                <a:gd name="T5" fmla="*/ 0 h 5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06">
                  <a:moveTo>
                    <a:pt x="0" y="0"/>
                  </a:moveTo>
                  <a:cubicBezTo>
                    <a:pt x="0" y="506"/>
                    <a:pt x="0" y="506"/>
                    <a:pt x="0" y="506"/>
                  </a:cubicBezTo>
                  <a:cubicBezTo>
                    <a:pt x="0" y="506"/>
                    <a:pt x="14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824">
              <a:extLst>
                <a:ext uri="{FF2B5EF4-FFF2-40B4-BE49-F238E27FC236}">
                  <a16:creationId xmlns:a16="http://schemas.microsoft.com/office/drawing/2014/main" id="{99FCDEC1-C022-4BC8-8D59-22B52B536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062"/>
              <a:ext cx="39" cy="1090"/>
            </a:xfrm>
            <a:custGeom>
              <a:avLst/>
              <a:gdLst>
                <a:gd name="T0" fmla="*/ 0 w 37"/>
                <a:gd name="T1" fmla="*/ 0 h 1037"/>
                <a:gd name="T2" fmla="*/ 43 w 37"/>
                <a:gd name="T3" fmla="*/ 185 h 1037"/>
                <a:gd name="T4" fmla="*/ 43 w 37"/>
                <a:gd name="T5" fmla="*/ 1205 h 1037"/>
                <a:gd name="T6" fmla="*/ 27 w 37"/>
                <a:gd name="T7" fmla="*/ 185 h 1037"/>
                <a:gd name="T8" fmla="*/ 0 w 37"/>
                <a:gd name="T9" fmla="*/ 0 h 10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37">
                  <a:moveTo>
                    <a:pt x="0" y="0"/>
                  </a:moveTo>
                  <a:cubicBezTo>
                    <a:pt x="0" y="0"/>
                    <a:pt x="37" y="22"/>
                    <a:pt x="37" y="159"/>
                  </a:cubicBezTo>
                  <a:cubicBezTo>
                    <a:pt x="37" y="296"/>
                    <a:pt x="37" y="1037"/>
                    <a:pt x="37" y="1037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4" y="159"/>
                    <a:pt x="28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825">
              <a:extLst>
                <a:ext uri="{FF2B5EF4-FFF2-40B4-BE49-F238E27FC236}">
                  <a16:creationId xmlns:a16="http://schemas.microsoft.com/office/drawing/2014/main" id="{40AF06E4-B453-4D13-83BF-5DBB9367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782"/>
              <a:ext cx="50" cy="260"/>
            </a:xfrm>
            <a:custGeom>
              <a:avLst/>
              <a:gdLst>
                <a:gd name="T0" fmla="*/ 56 w 47"/>
                <a:gd name="T1" fmla="*/ 288 h 247"/>
                <a:gd name="T2" fmla="*/ 14 w 47"/>
                <a:gd name="T3" fmla="*/ 0 h 247"/>
                <a:gd name="T4" fmla="*/ 56 w 47"/>
                <a:gd name="T5" fmla="*/ 288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7">
                  <a:moveTo>
                    <a:pt x="47" y="247"/>
                  </a:moveTo>
                  <a:cubicBezTo>
                    <a:pt x="47" y="247"/>
                    <a:pt x="10" y="233"/>
                    <a:pt x="11" y="0"/>
                  </a:cubicBezTo>
                  <a:cubicBezTo>
                    <a:pt x="11" y="0"/>
                    <a:pt x="0" y="223"/>
                    <a:pt x="47" y="2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Oval 826">
              <a:extLst>
                <a:ext uri="{FF2B5EF4-FFF2-40B4-BE49-F238E27FC236}">
                  <a16:creationId xmlns:a16="http://schemas.microsoft.com/office/drawing/2014/main" id="{59C0272A-D6DA-420F-8463-3972F2D7F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205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0" name="Oval 827">
              <a:extLst>
                <a:ext uri="{FF2B5EF4-FFF2-40B4-BE49-F238E27FC236}">
                  <a16:creationId xmlns:a16="http://schemas.microsoft.com/office/drawing/2014/main" id="{0B5C77A9-7B96-4DFC-987D-E8F7D1BDD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037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1" name="Freeform 828">
              <a:extLst>
                <a:ext uri="{FF2B5EF4-FFF2-40B4-BE49-F238E27FC236}">
                  <a16:creationId xmlns:a16="http://schemas.microsoft.com/office/drawing/2014/main" id="{783E6443-D73E-434A-8869-4052B3BE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939"/>
              <a:ext cx="78" cy="526"/>
            </a:xfrm>
            <a:custGeom>
              <a:avLst/>
              <a:gdLst>
                <a:gd name="T0" fmla="*/ 0 w 74"/>
                <a:gd name="T1" fmla="*/ 0 h 500"/>
                <a:gd name="T2" fmla="*/ 0 w 74"/>
                <a:gd name="T3" fmla="*/ 481 h 500"/>
                <a:gd name="T4" fmla="*/ 86 w 74"/>
                <a:gd name="T5" fmla="*/ 582 h 500"/>
                <a:gd name="T6" fmla="*/ 14 w 74"/>
                <a:gd name="T7" fmla="*/ 484 h 500"/>
                <a:gd name="T8" fmla="*/ 0 w 74"/>
                <a:gd name="T9" fmla="*/ 0 h 5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00">
                  <a:moveTo>
                    <a:pt x="0" y="0"/>
                  </a:moveTo>
                  <a:cubicBezTo>
                    <a:pt x="0" y="413"/>
                    <a:pt x="0" y="413"/>
                    <a:pt x="0" y="413"/>
                  </a:cubicBezTo>
                  <a:cubicBezTo>
                    <a:pt x="0" y="413"/>
                    <a:pt x="11" y="500"/>
                    <a:pt x="74" y="500"/>
                  </a:cubicBezTo>
                  <a:cubicBezTo>
                    <a:pt x="74" y="500"/>
                    <a:pt x="11" y="485"/>
                    <a:pt x="11" y="415"/>
                  </a:cubicBezTo>
                  <a:cubicBezTo>
                    <a:pt x="11" y="34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Oval 829">
              <a:extLst>
                <a:ext uri="{FF2B5EF4-FFF2-40B4-BE49-F238E27FC236}">
                  <a16:creationId xmlns:a16="http://schemas.microsoft.com/office/drawing/2014/main" id="{6C626E0C-B0A8-4495-9EF8-9D438C456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1945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3" name="Oval 830">
              <a:extLst>
                <a:ext uri="{FF2B5EF4-FFF2-40B4-BE49-F238E27FC236}">
                  <a16:creationId xmlns:a16="http://schemas.microsoft.com/office/drawing/2014/main" id="{5AFA6CFC-68C1-4E1D-AE1B-E0A48E067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195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4" name="Oval 831">
              <a:extLst>
                <a:ext uri="{FF2B5EF4-FFF2-40B4-BE49-F238E27FC236}">
                  <a16:creationId xmlns:a16="http://schemas.microsoft.com/office/drawing/2014/main" id="{CB607C85-B1EB-45CD-9E62-DD8FD9E51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192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5" name="Oval 832">
              <a:extLst>
                <a:ext uri="{FF2B5EF4-FFF2-40B4-BE49-F238E27FC236}">
                  <a16:creationId xmlns:a16="http://schemas.microsoft.com/office/drawing/2014/main" id="{B01108DC-0CAF-43F8-8705-97DBAD424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332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6" name="Oval 833">
              <a:extLst>
                <a:ext uri="{FF2B5EF4-FFF2-40B4-BE49-F238E27FC236}">
                  <a16:creationId xmlns:a16="http://schemas.microsoft.com/office/drawing/2014/main" id="{1DADC884-7A8E-4AD1-92CA-B7DA18C5A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3337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7" name="Oval 834">
              <a:extLst>
                <a:ext uri="{FF2B5EF4-FFF2-40B4-BE49-F238E27FC236}">
                  <a16:creationId xmlns:a16="http://schemas.microsoft.com/office/drawing/2014/main" id="{EEE0DB8F-34DC-4950-A040-427CD6490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3470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8" name="Oval 835">
              <a:extLst>
                <a:ext uri="{FF2B5EF4-FFF2-40B4-BE49-F238E27FC236}">
                  <a16:creationId xmlns:a16="http://schemas.microsoft.com/office/drawing/2014/main" id="{787C06F0-13B4-4AEE-9905-436F4980C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138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9" name="Oval 836">
              <a:extLst>
                <a:ext uri="{FF2B5EF4-FFF2-40B4-BE49-F238E27FC236}">
                  <a16:creationId xmlns:a16="http://schemas.microsoft.com/office/drawing/2014/main" id="{295E452A-D381-46DA-9DAA-CEBF1FEC0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384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0" name="Rectangle 837">
              <a:extLst>
                <a:ext uri="{FF2B5EF4-FFF2-40B4-BE49-F238E27FC236}">
                  <a16:creationId xmlns:a16="http://schemas.microsoft.com/office/drawing/2014/main" id="{3A23D96E-B600-4D5E-8ECA-1A18484A9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191"/>
              <a:ext cx="375" cy="769"/>
            </a:xfrm>
            <a:prstGeom prst="rect">
              <a:avLst/>
            </a:prstGeom>
            <a:solidFill>
              <a:srgbClr val="CAA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1" name="Rectangle 838">
              <a:extLst>
                <a:ext uri="{FF2B5EF4-FFF2-40B4-BE49-F238E27FC236}">
                  <a16:creationId xmlns:a16="http://schemas.microsoft.com/office/drawing/2014/main" id="{1FE488C4-A575-412F-A6F1-4532FC1B8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2191"/>
              <a:ext cx="48" cy="769"/>
            </a:xfrm>
            <a:prstGeom prst="rect">
              <a:avLst/>
            </a:prstGeom>
            <a:solidFill>
              <a:srgbClr val="BC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2" name="Rectangle 839">
              <a:extLst>
                <a:ext uri="{FF2B5EF4-FFF2-40B4-BE49-F238E27FC236}">
                  <a16:creationId xmlns:a16="http://schemas.microsoft.com/office/drawing/2014/main" id="{DEDF0BFF-1E51-4DCA-A490-AE88DF59B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191"/>
              <a:ext cx="74" cy="769"/>
            </a:xfrm>
            <a:prstGeom prst="rect">
              <a:avLst/>
            </a:prstGeom>
            <a:solidFill>
              <a:srgbClr val="BC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3" name="Freeform 840">
              <a:extLst>
                <a:ext uri="{FF2B5EF4-FFF2-40B4-BE49-F238E27FC236}">
                  <a16:creationId xmlns:a16="http://schemas.microsoft.com/office/drawing/2014/main" id="{C2B31820-9B33-46BD-946B-119F0BA67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189"/>
              <a:ext cx="379" cy="772"/>
            </a:xfrm>
            <a:custGeom>
              <a:avLst/>
              <a:gdLst>
                <a:gd name="T0" fmla="*/ 377 w 379"/>
                <a:gd name="T1" fmla="*/ 770 h 772"/>
                <a:gd name="T2" fmla="*/ 377 w 379"/>
                <a:gd name="T3" fmla="*/ 768 h 772"/>
                <a:gd name="T4" fmla="*/ 4 w 379"/>
                <a:gd name="T5" fmla="*/ 768 h 772"/>
                <a:gd name="T6" fmla="*/ 4 w 379"/>
                <a:gd name="T7" fmla="*/ 4 h 772"/>
                <a:gd name="T8" fmla="*/ 375 w 379"/>
                <a:gd name="T9" fmla="*/ 4 h 772"/>
                <a:gd name="T10" fmla="*/ 375 w 379"/>
                <a:gd name="T11" fmla="*/ 770 h 772"/>
                <a:gd name="T12" fmla="*/ 377 w 379"/>
                <a:gd name="T13" fmla="*/ 770 h 772"/>
                <a:gd name="T14" fmla="*/ 377 w 379"/>
                <a:gd name="T15" fmla="*/ 768 h 772"/>
                <a:gd name="T16" fmla="*/ 377 w 379"/>
                <a:gd name="T17" fmla="*/ 770 h 772"/>
                <a:gd name="T18" fmla="*/ 379 w 379"/>
                <a:gd name="T19" fmla="*/ 770 h 772"/>
                <a:gd name="T20" fmla="*/ 379 w 379"/>
                <a:gd name="T21" fmla="*/ 0 h 772"/>
                <a:gd name="T22" fmla="*/ 0 w 379"/>
                <a:gd name="T23" fmla="*/ 0 h 772"/>
                <a:gd name="T24" fmla="*/ 0 w 379"/>
                <a:gd name="T25" fmla="*/ 772 h 772"/>
                <a:gd name="T26" fmla="*/ 379 w 379"/>
                <a:gd name="T27" fmla="*/ 772 h 772"/>
                <a:gd name="T28" fmla="*/ 379 w 379"/>
                <a:gd name="T29" fmla="*/ 770 h 772"/>
                <a:gd name="T30" fmla="*/ 377 w 379"/>
                <a:gd name="T31" fmla="*/ 770 h 7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9" h="772">
                  <a:moveTo>
                    <a:pt x="377" y="770"/>
                  </a:moveTo>
                  <a:lnTo>
                    <a:pt x="377" y="768"/>
                  </a:lnTo>
                  <a:lnTo>
                    <a:pt x="4" y="768"/>
                  </a:lnTo>
                  <a:lnTo>
                    <a:pt x="4" y="4"/>
                  </a:lnTo>
                  <a:lnTo>
                    <a:pt x="375" y="4"/>
                  </a:lnTo>
                  <a:lnTo>
                    <a:pt x="375" y="770"/>
                  </a:lnTo>
                  <a:lnTo>
                    <a:pt x="377" y="770"/>
                  </a:lnTo>
                  <a:lnTo>
                    <a:pt x="377" y="768"/>
                  </a:lnTo>
                  <a:lnTo>
                    <a:pt x="377" y="770"/>
                  </a:lnTo>
                  <a:lnTo>
                    <a:pt x="379" y="770"/>
                  </a:lnTo>
                  <a:lnTo>
                    <a:pt x="379" y="0"/>
                  </a:lnTo>
                  <a:lnTo>
                    <a:pt x="0" y="0"/>
                  </a:lnTo>
                  <a:lnTo>
                    <a:pt x="0" y="772"/>
                  </a:lnTo>
                  <a:lnTo>
                    <a:pt x="379" y="772"/>
                  </a:lnTo>
                  <a:lnTo>
                    <a:pt x="379" y="770"/>
                  </a:lnTo>
                  <a:lnTo>
                    <a:pt x="377" y="77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841">
              <a:extLst>
                <a:ext uri="{FF2B5EF4-FFF2-40B4-BE49-F238E27FC236}">
                  <a16:creationId xmlns:a16="http://schemas.microsoft.com/office/drawing/2014/main" id="{6CA6EBD5-1D3A-4359-8C59-386351B24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688"/>
              <a:ext cx="47" cy="195"/>
            </a:xfrm>
            <a:custGeom>
              <a:avLst/>
              <a:gdLst>
                <a:gd name="T0" fmla="*/ 25 w 45"/>
                <a:gd name="T1" fmla="*/ 4 h 186"/>
                <a:gd name="T2" fmla="*/ 33 w 45"/>
                <a:gd name="T3" fmla="*/ 116 h 186"/>
                <a:gd name="T4" fmla="*/ 0 w 45"/>
                <a:gd name="T5" fmla="*/ 214 h 186"/>
                <a:gd name="T6" fmla="*/ 9 w 45"/>
                <a:gd name="T7" fmla="*/ 99 h 186"/>
                <a:gd name="T8" fmla="*/ 21 w 45"/>
                <a:gd name="T9" fmla="*/ 14 h 186"/>
                <a:gd name="T10" fmla="*/ 25 w 45"/>
                <a:gd name="T11" fmla="*/ 4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6">
                  <a:moveTo>
                    <a:pt x="22" y="4"/>
                  </a:moveTo>
                  <a:cubicBezTo>
                    <a:pt x="22" y="4"/>
                    <a:pt x="45" y="36"/>
                    <a:pt x="30" y="101"/>
                  </a:cubicBezTo>
                  <a:cubicBezTo>
                    <a:pt x="15" y="166"/>
                    <a:pt x="0" y="186"/>
                    <a:pt x="0" y="186"/>
                  </a:cubicBezTo>
                  <a:cubicBezTo>
                    <a:pt x="0" y="186"/>
                    <a:pt x="3" y="113"/>
                    <a:pt x="9" y="86"/>
                  </a:cubicBezTo>
                  <a:cubicBezTo>
                    <a:pt x="15" y="59"/>
                    <a:pt x="24" y="22"/>
                    <a:pt x="18" y="11"/>
                  </a:cubicBezTo>
                  <a:cubicBezTo>
                    <a:pt x="13" y="0"/>
                    <a:pt x="22" y="4"/>
                    <a:pt x="22" y="4"/>
                  </a:cubicBezTo>
                  <a:close/>
                </a:path>
              </a:pathLst>
            </a:custGeom>
            <a:solidFill>
              <a:srgbClr val="636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842">
              <a:extLst>
                <a:ext uri="{FF2B5EF4-FFF2-40B4-BE49-F238E27FC236}">
                  <a16:creationId xmlns:a16="http://schemas.microsoft.com/office/drawing/2014/main" id="{C4E4EC40-CD1A-4B3B-B559-9CA350155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691"/>
              <a:ext cx="38" cy="192"/>
            </a:xfrm>
            <a:custGeom>
              <a:avLst/>
              <a:gdLst>
                <a:gd name="T0" fmla="*/ 25 w 36"/>
                <a:gd name="T1" fmla="*/ 1 h 183"/>
                <a:gd name="T2" fmla="*/ 24 w 36"/>
                <a:gd name="T3" fmla="*/ 2 h 183"/>
                <a:gd name="T4" fmla="*/ 25 w 36"/>
                <a:gd name="T5" fmla="*/ 3 h 183"/>
                <a:gd name="T6" fmla="*/ 41 w 36"/>
                <a:gd name="T7" fmla="*/ 66 h 183"/>
                <a:gd name="T8" fmla="*/ 36 w 36"/>
                <a:gd name="T9" fmla="*/ 113 h 183"/>
                <a:gd name="T10" fmla="*/ 12 w 36"/>
                <a:gd name="T11" fmla="*/ 191 h 183"/>
                <a:gd name="T12" fmla="*/ 3 w 36"/>
                <a:gd name="T13" fmla="*/ 206 h 183"/>
                <a:gd name="T14" fmla="*/ 1 w 36"/>
                <a:gd name="T15" fmla="*/ 209 h 183"/>
                <a:gd name="T16" fmla="*/ 0 w 36"/>
                <a:gd name="T17" fmla="*/ 210 h 183"/>
                <a:gd name="T18" fmla="*/ 0 w 36"/>
                <a:gd name="T19" fmla="*/ 211 h 183"/>
                <a:gd name="T20" fmla="*/ 1 w 36"/>
                <a:gd name="T21" fmla="*/ 211 h 183"/>
                <a:gd name="T22" fmla="*/ 1 w 36"/>
                <a:gd name="T23" fmla="*/ 197 h 183"/>
                <a:gd name="T24" fmla="*/ 12 w 36"/>
                <a:gd name="T25" fmla="*/ 95 h 183"/>
                <a:gd name="T26" fmla="*/ 24 w 36"/>
                <a:gd name="T27" fmla="*/ 21 h 183"/>
                <a:gd name="T28" fmla="*/ 22 w 36"/>
                <a:gd name="T29" fmla="*/ 8 h 183"/>
                <a:gd name="T30" fmla="*/ 20 w 36"/>
                <a:gd name="T31" fmla="*/ 3 h 183"/>
                <a:gd name="T32" fmla="*/ 20 w 36"/>
                <a:gd name="T33" fmla="*/ 1 h 183"/>
                <a:gd name="T34" fmla="*/ 21 w 36"/>
                <a:gd name="T35" fmla="*/ 1 h 183"/>
                <a:gd name="T36" fmla="*/ 23 w 36"/>
                <a:gd name="T37" fmla="*/ 2 h 183"/>
                <a:gd name="T38" fmla="*/ 24 w 36"/>
                <a:gd name="T39" fmla="*/ 2 h 183"/>
                <a:gd name="T40" fmla="*/ 25 w 36"/>
                <a:gd name="T41" fmla="*/ 1 h 183"/>
                <a:gd name="T42" fmla="*/ 24 w 36"/>
                <a:gd name="T43" fmla="*/ 2 h 183"/>
                <a:gd name="T44" fmla="*/ 25 w 36"/>
                <a:gd name="T45" fmla="*/ 1 h 183"/>
                <a:gd name="T46" fmla="*/ 25 w 36"/>
                <a:gd name="T47" fmla="*/ 1 h 183"/>
                <a:gd name="T48" fmla="*/ 21 w 36"/>
                <a:gd name="T49" fmla="*/ 0 h 183"/>
                <a:gd name="T50" fmla="*/ 20 w 36"/>
                <a:gd name="T51" fmla="*/ 1 h 183"/>
                <a:gd name="T52" fmla="*/ 19 w 36"/>
                <a:gd name="T53" fmla="*/ 3 h 183"/>
                <a:gd name="T54" fmla="*/ 21 w 36"/>
                <a:gd name="T55" fmla="*/ 8 h 183"/>
                <a:gd name="T56" fmla="*/ 23 w 36"/>
                <a:gd name="T57" fmla="*/ 21 h 183"/>
                <a:gd name="T58" fmla="*/ 8 w 36"/>
                <a:gd name="T59" fmla="*/ 95 h 183"/>
                <a:gd name="T60" fmla="*/ 0 w 36"/>
                <a:gd name="T61" fmla="*/ 211 h 183"/>
                <a:gd name="T62" fmla="*/ 0 w 36"/>
                <a:gd name="T63" fmla="*/ 211 h 183"/>
                <a:gd name="T64" fmla="*/ 1 w 36"/>
                <a:gd name="T65" fmla="*/ 211 h 183"/>
                <a:gd name="T66" fmla="*/ 37 w 36"/>
                <a:gd name="T67" fmla="*/ 113 h 183"/>
                <a:gd name="T68" fmla="*/ 42 w 36"/>
                <a:gd name="T69" fmla="*/ 66 h 183"/>
                <a:gd name="T70" fmla="*/ 25 w 36"/>
                <a:gd name="T71" fmla="*/ 1 h 183"/>
                <a:gd name="T72" fmla="*/ 25 w 36"/>
                <a:gd name="T73" fmla="*/ 1 h 18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6" h="183">
                  <a:moveTo>
                    <a:pt x="22" y="1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2" y="3"/>
                  </a:cubicBezTo>
                  <a:cubicBezTo>
                    <a:pt x="24" y="7"/>
                    <a:pt x="35" y="25"/>
                    <a:pt x="35" y="57"/>
                  </a:cubicBezTo>
                  <a:cubicBezTo>
                    <a:pt x="35" y="69"/>
                    <a:pt x="33" y="83"/>
                    <a:pt x="30" y="98"/>
                  </a:cubicBezTo>
                  <a:cubicBezTo>
                    <a:pt x="22" y="131"/>
                    <a:pt x="15" y="152"/>
                    <a:pt x="9" y="165"/>
                  </a:cubicBezTo>
                  <a:cubicBezTo>
                    <a:pt x="7" y="171"/>
                    <a:pt x="4" y="176"/>
                    <a:pt x="3" y="178"/>
                  </a:cubicBezTo>
                  <a:cubicBezTo>
                    <a:pt x="2" y="180"/>
                    <a:pt x="1" y="181"/>
                    <a:pt x="1" y="18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1" y="183"/>
                    <a:pt x="1" y="183"/>
                    <a:pt x="1" y="183"/>
                  </a:cubicBezTo>
                  <a:cubicBezTo>
                    <a:pt x="1" y="183"/>
                    <a:pt x="1" y="178"/>
                    <a:pt x="1" y="171"/>
                  </a:cubicBezTo>
                  <a:cubicBezTo>
                    <a:pt x="2" y="149"/>
                    <a:pt x="5" y="103"/>
                    <a:pt x="9" y="83"/>
                  </a:cubicBezTo>
                  <a:cubicBezTo>
                    <a:pt x="14" y="62"/>
                    <a:pt x="21" y="35"/>
                    <a:pt x="21" y="18"/>
                  </a:cubicBezTo>
                  <a:cubicBezTo>
                    <a:pt x="21" y="14"/>
                    <a:pt x="20" y="10"/>
                    <a:pt x="19" y="8"/>
                  </a:cubicBezTo>
                  <a:cubicBezTo>
                    <a:pt x="18" y="5"/>
                    <a:pt x="17" y="3"/>
                    <a:pt x="17" y="3"/>
                  </a:cubicBezTo>
                  <a:cubicBezTo>
                    <a:pt x="17" y="2"/>
                    <a:pt x="17" y="2"/>
                    <a:pt x="17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0" y="0"/>
                    <a:pt x="18" y="0"/>
                  </a:cubicBezTo>
                  <a:cubicBezTo>
                    <a:pt x="18" y="0"/>
                    <a:pt x="17" y="0"/>
                    <a:pt x="17" y="1"/>
                  </a:cubicBezTo>
                  <a:cubicBezTo>
                    <a:pt x="16" y="1"/>
                    <a:pt x="16" y="2"/>
                    <a:pt x="16" y="3"/>
                  </a:cubicBezTo>
                  <a:cubicBezTo>
                    <a:pt x="16" y="4"/>
                    <a:pt x="17" y="6"/>
                    <a:pt x="18" y="8"/>
                  </a:cubicBezTo>
                  <a:cubicBezTo>
                    <a:pt x="19" y="10"/>
                    <a:pt x="20" y="14"/>
                    <a:pt x="20" y="18"/>
                  </a:cubicBezTo>
                  <a:cubicBezTo>
                    <a:pt x="20" y="34"/>
                    <a:pt x="13" y="62"/>
                    <a:pt x="8" y="83"/>
                  </a:cubicBezTo>
                  <a:cubicBezTo>
                    <a:pt x="2" y="110"/>
                    <a:pt x="0" y="183"/>
                    <a:pt x="0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1" y="183"/>
                    <a:pt x="1" y="183"/>
                    <a:pt x="1" y="183"/>
                  </a:cubicBezTo>
                  <a:cubicBezTo>
                    <a:pt x="1" y="183"/>
                    <a:pt x="16" y="163"/>
                    <a:pt x="31" y="98"/>
                  </a:cubicBezTo>
                  <a:cubicBezTo>
                    <a:pt x="34" y="83"/>
                    <a:pt x="36" y="69"/>
                    <a:pt x="36" y="57"/>
                  </a:cubicBezTo>
                  <a:cubicBezTo>
                    <a:pt x="36" y="20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843">
              <a:extLst>
                <a:ext uri="{FF2B5EF4-FFF2-40B4-BE49-F238E27FC236}">
                  <a16:creationId xmlns:a16="http://schemas.microsoft.com/office/drawing/2014/main" id="{FAD20295-4204-4AD9-BF8E-E192B0C1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796"/>
              <a:ext cx="110" cy="86"/>
            </a:xfrm>
            <a:custGeom>
              <a:avLst/>
              <a:gdLst>
                <a:gd name="T0" fmla="*/ 4 w 104"/>
                <a:gd name="T1" fmla="*/ 0 h 82"/>
                <a:gd name="T2" fmla="*/ 80 w 104"/>
                <a:gd name="T3" fmla="*/ 33 h 82"/>
                <a:gd name="T4" fmla="*/ 118 w 104"/>
                <a:gd name="T5" fmla="*/ 94 h 82"/>
                <a:gd name="T6" fmla="*/ 81 w 104"/>
                <a:gd name="T7" fmla="*/ 56 h 82"/>
                <a:gd name="T8" fmla="*/ 25 w 104"/>
                <a:gd name="T9" fmla="*/ 16 h 82"/>
                <a:gd name="T10" fmla="*/ 0 w 104"/>
                <a:gd name="T11" fmla="*/ 3 h 82"/>
                <a:gd name="T12" fmla="*/ 4 w 104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2">
                  <a:moveTo>
                    <a:pt x="4" y="0"/>
                  </a:moveTo>
                  <a:cubicBezTo>
                    <a:pt x="4" y="0"/>
                    <a:pt x="36" y="7"/>
                    <a:pt x="68" y="29"/>
                  </a:cubicBezTo>
                  <a:cubicBezTo>
                    <a:pt x="100" y="51"/>
                    <a:pt x="104" y="68"/>
                    <a:pt x="100" y="82"/>
                  </a:cubicBezTo>
                  <a:cubicBezTo>
                    <a:pt x="100" y="82"/>
                    <a:pt x="96" y="66"/>
                    <a:pt x="69" y="49"/>
                  </a:cubicBezTo>
                  <a:cubicBezTo>
                    <a:pt x="42" y="32"/>
                    <a:pt x="30" y="19"/>
                    <a:pt x="22" y="13"/>
                  </a:cubicBezTo>
                  <a:cubicBezTo>
                    <a:pt x="14" y="7"/>
                    <a:pt x="7" y="0"/>
                    <a:pt x="0" y="3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716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844">
              <a:extLst>
                <a:ext uri="{FF2B5EF4-FFF2-40B4-BE49-F238E27FC236}">
                  <a16:creationId xmlns:a16="http://schemas.microsoft.com/office/drawing/2014/main" id="{3D1754D8-3D1F-40CA-B743-D0870BB11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795"/>
              <a:ext cx="108" cy="88"/>
            </a:xfrm>
            <a:custGeom>
              <a:avLst/>
              <a:gdLst>
                <a:gd name="T0" fmla="*/ 4 w 102"/>
                <a:gd name="T1" fmla="*/ 1 h 84"/>
                <a:gd name="T2" fmla="*/ 4 w 102"/>
                <a:gd name="T3" fmla="*/ 1 h 84"/>
                <a:gd name="T4" fmla="*/ 12 w 102"/>
                <a:gd name="T5" fmla="*/ 3 h 84"/>
                <a:gd name="T6" fmla="*/ 80 w 102"/>
                <a:gd name="T7" fmla="*/ 34 h 84"/>
                <a:gd name="T8" fmla="*/ 120 w 102"/>
                <a:gd name="T9" fmla="*/ 86 h 84"/>
                <a:gd name="T10" fmla="*/ 118 w 102"/>
                <a:gd name="T11" fmla="*/ 95 h 84"/>
                <a:gd name="T12" fmla="*/ 119 w 102"/>
                <a:gd name="T13" fmla="*/ 95 h 84"/>
                <a:gd name="T14" fmla="*/ 119 w 102"/>
                <a:gd name="T15" fmla="*/ 95 h 84"/>
                <a:gd name="T16" fmla="*/ 82 w 102"/>
                <a:gd name="T17" fmla="*/ 57 h 84"/>
                <a:gd name="T18" fmla="*/ 25 w 102"/>
                <a:gd name="T19" fmla="*/ 16 h 84"/>
                <a:gd name="T20" fmla="*/ 3 w 102"/>
                <a:gd name="T21" fmla="*/ 3 h 84"/>
                <a:gd name="T22" fmla="*/ 0 w 102"/>
                <a:gd name="T23" fmla="*/ 3 h 84"/>
                <a:gd name="T24" fmla="*/ 0 w 102"/>
                <a:gd name="T25" fmla="*/ 4 h 84"/>
                <a:gd name="T26" fmla="*/ 1 w 102"/>
                <a:gd name="T27" fmla="*/ 4 h 84"/>
                <a:gd name="T28" fmla="*/ 4 w 102"/>
                <a:gd name="T29" fmla="*/ 1 h 84"/>
                <a:gd name="T30" fmla="*/ 4 w 102"/>
                <a:gd name="T31" fmla="*/ 1 h 84"/>
                <a:gd name="T32" fmla="*/ 4 w 102"/>
                <a:gd name="T33" fmla="*/ 1 h 84"/>
                <a:gd name="T34" fmla="*/ 4 w 102"/>
                <a:gd name="T35" fmla="*/ 1 h 84"/>
                <a:gd name="T36" fmla="*/ 3 w 102"/>
                <a:gd name="T37" fmla="*/ 0 h 84"/>
                <a:gd name="T38" fmla="*/ 0 w 102"/>
                <a:gd name="T39" fmla="*/ 3 h 84"/>
                <a:gd name="T40" fmla="*/ 0 w 102"/>
                <a:gd name="T41" fmla="*/ 4 h 84"/>
                <a:gd name="T42" fmla="*/ 1 w 102"/>
                <a:gd name="T43" fmla="*/ 4 h 84"/>
                <a:gd name="T44" fmla="*/ 3 w 102"/>
                <a:gd name="T45" fmla="*/ 4 h 84"/>
                <a:gd name="T46" fmla="*/ 25 w 102"/>
                <a:gd name="T47" fmla="*/ 17 h 84"/>
                <a:gd name="T48" fmla="*/ 82 w 102"/>
                <a:gd name="T49" fmla="*/ 59 h 84"/>
                <a:gd name="T50" fmla="*/ 112 w 102"/>
                <a:gd name="T51" fmla="*/ 84 h 84"/>
                <a:gd name="T52" fmla="*/ 116 w 102"/>
                <a:gd name="T53" fmla="*/ 93 h 84"/>
                <a:gd name="T54" fmla="*/ 118 w 102"/>
                <a:gd name="T55" fmla="*/ 95 h 84"/>
                <a:gd name="T56" fmla="*/ 118 w 102"/>
                <a:gd name="T57" fmla="*/ 95 h 84"/>
                <a:gd name="T58" fmla="*/ 119 w 102"/>
                <a:gd name="T59" fmla="*/ 96 h 84"/>
                <a:gd name="T60" fmla="*/ 119 w 102"/>
                <a:gd name="T61" fmla="*/ 95 h 84"/>
                <a:gd name="T62" fmla="*/ 121 w 102"/>
                <a:gd name="T63" fmla="*/ 86 h 84"/>
                <a:gd name="T64" fmla="*/ 80 w 102"/>
                <a:gd name="T65" fmla="*/ 32 h 84"/>
                <a:gd name="T66" fmla="*/ 4 w 102"/>
                <a:gd name="T67" fmla="*/ 0 h 84"/>
                <a:gd name="T68" fmla="*/ 3 w 102"/>
                <a:gd name="T69" fmla="*/ 0 h 84"/>
                <a:gd name="T70" fmla="*/ 4 w 102"/>
                <a:gd name="T71" fmla="*/ 1 h 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2" h="8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6" y="2"/>
                    <a:pt x="9" y="3"/>
                  </a:cubicBezTo>
                  <a:cubicBezTo>
                    <a:pt x="20" y="6"/>
                    <a:pt x="44" y="14"/>
                    <a:pt x="68" y="30"/>
                  </a:cubicBezTo>
                  <a:cubicBezTo>
                    <a:pt x="93" y="48"/>
                    <a:pt x="101" y="62"/>
                    <a:pt x="101" y="74"/>
                  </a:cubicBezTo>
                  <a:cubicBezTo>
                    <a:pt x="101" y="77"/>
                    <a:pt x="100" y="80"/>
                    <a:pt x="99" y="83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0" y="83"/>
                    <a:pt x="96" y="67"/>
                    <a:pt x="69" y="50"/>
                  </a:cubicBezTo>
                  <a:cubicBezTo>
                    <a:pt x="42" y="33"/>
                    <a:pt x="31" y="19"/>
                    <a:pt x="22" y="13"/>
                  </a:cubicBezTo>
                  <a:cubicBezTo>
                    <a:pt x="15" y="8"/>
                    <a:pt x="9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9" y="4"/>
                    <a:pt x="15" y="9"/>
                    <a:pt x="22" y="14"/>
                  </a:cubicBezTo>
                  <a:cubicBezTo>
                    <a:pt x="30" y="20"/>
                    <a:pt x="42" y="33"/>
                    <a:pt x="69" y="51"/>
                  </a:cubicBezTo>
                  <a:cubicBezTo>
                    <a:pt x="82" y="59"/>
                    <a:pt x="90" y="67"/>
                    <a:pt x="94" y="73"/>
                  </a:cubicBezTo>
                  <a:cubicBezTo>
                    <a:pt x="96" y="76"/>
                    <a:pt x="98" y="79"/>
                    <a:pt x="98" y="81"/>
                  </a:cubicBezTo>
                  <a:cubicBezTo>
                    <a:pt x="99" y="82"/>
                    <a:pt x="99" y="82"/>
                    <a:pt x="99" y="83"/>
                  </a:cubicBezTo>
                  <a:cubicBezTo>
                    <a:pt x="99" y="83"/>
                    <a:pt x="99" y="83"/>
                    <a:pt x="99" y="83"/>
                  </a:cubicBezTo>
                  <a:cubicBezTo>
                    <a:pt x="100" y="84"/>
                    <a:pt x="100" y="84"/>
                    <a:pt x="100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1" y="81"/>
                    <a:pt x="102" y="78"/>
                    <a:pt x="102" y="74"/>
                  </a:cubicBezTo>
                  <a:cubicBezTo>
                    <a:pt x="102" y="62"/>
                    <a:pt x="94" y="47"/>
                    <a:pt x="68" y="29"/>
                  </a:cubicBezTo>
                  <a:cubicBezTo>
                    <a:pt x="37" y="7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845">
              <a:extLst>
                <a:ext uri="{FF2B5EF4-FFF2-40B4-BE49-F238E27FC236}">
                  <a16:creationId xmlns:a16="http://schemas.microsoft.com/office/drawing/2014/main" id="{4368D0B6-0358-4BF4-B6EB-6AFB43EF5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652"/>
              <a:ext cx="102" cy="176"/>
            </a:xfrm>
            <a:custGeom>
              <a:avLst/>
              <a:gdLst>
                <a:gd name="T0" fmla="*/ 0 w 96"/>
                <a:gd name="T1" fmla="*/ 0 h 168"/>
                <a:gd name="T2" fmla="*/ 66 w 96"/>
                <a:gd name="T3" fmla="*/ 107 h 168"/>
                <a:gd name="T4" fmla="*/ 115 w 96"/>
                <a:gd name="T5" fmla="*/ 193 h 168"/>
                <a:gd name="T6" fmla="*/ 4 w 96"/>
                <a:gd name="T7" fmla="*/ 21 h 168"/>
                <a:gd name="T8" fmla="*/ 0 w 96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68">
                  <a:moveTo>
                    <a:pt x="0" y="0"/>
                  </a:moveTo>
                  <a:cubicBezTo>
                    <a:pt x="0" y="0"/>
                    <a:pt x="34" y="70"/>
                    <a:pt x="55" y="93"/>
                  </a:cubicBezTo>
                  <a:cubicBezTo>
                    <a:pt x="76" y="116"/>
                    <a:pt x="96" y="168"/>
                    <a:pt x="96" y="168"/>
                  </a:cubicBezTo>
                  <a:cubicBezTo>
                    <a:pt x="96" y="168"/>
                    <a:pt x="7" y="95"/>
                    <a:pt x="4" y="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E8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846">
              <a:extLst>
                <a:ext uri="{FF2B5EF4-FFF2-40B4-BE49-F238E27FC236}">
                  <a16:creationId xmlns:a16="http://schemas.microsoft.com/office/drawing/2014/main" id="{7CD993EC-3A12-4196-A8B3-957E68D31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651"/>
              <a:ext cx="103" cy="179"/>
            </a:xfrm>
            <a:custGeom>
              <a:avLst/>
              <a:gdLst>
                <a:gd name="T0" fmla="*/ 0 w 97"/>
                <a:gd name="T1" fmla="*/ 1 h 170"/>
                <a:gd name="T2" fmla="*/ 0 w 97"/>
                <a:gd name="T3" fmla="*/ 1 h 170"/>
                <a:gd name="T4" fmla="*/ 65 w 97"/>
                <a:gd name="T5" fmla="*/ 111 h 170"/>
                <a:gd name="T6" fmla="*/ 99 w 97"/>
                <a:gd name="T7" fmla="*/ 164 h 170"/>
                <a:gd name="T8" fmla="*/ 110 w 97"/>
                <a:gd name="T9" fmla="*/ 188 h 170"/>
                <a:gd name="T10" fmla="*/ 115 w 97"/>
                <a:gd name="T11" fmla="*/ 197 h 170"/>
                <a:gd name="T12" fmla="*/ 115 w 97"/>
                <a:gd name="T13" fmla="*/ 197 h 170"/>
                <a:gd name="T14" fmla="*/ 116 w 97"/>
                <a:gd name="T15" fmla="*/ 197 h 170"/>
                <a:gd name="T16" fmla="*/ 111 w 97"/>
                <a:gd name="T17" fmla="*/ 194 h 170"/>
                <a:gd name="T18" fmla="*/ 4 w 97"/>
                <a:gd name="T19" fmla="*/ 22 h 170"/>
                <a:gd name="T20" fmla="*/ 4 w 97"/>
                <a:gd name="T21" fmla="*/ 21 h 170"/>
                <a:gd name="T22" fmla="*/ 1 w 97"/>
                <a:gd name="T23" fmla="*/ 0 h 170"/>
                <a:gd name="T24" fmla="*/ 0 w 97"/>
                <a:gd name="T25" fmla="*/ 1 h 170"/>
                <a:gd name="T26" fmla="*/ 0 w 97"/>
                <a:gd name="T27" fmla="*/ 1 h 170"/>
                <a:gd name="T28" fmla="*/ 0 w 97"/>
                <a:gd name="T29" fmla="*/ 1 h 170"/>
                <a:gd name="T30" fmla="*/ 0 w 97"/>
                <a:gd name="T31" fmla="*/ 1 h 170"/>
                <a:gd name="T32" fmla="*/ 3 w 97"/>
                <a:gd name="T33" fmla="*/ 22 h 170"/>
                <a:gd name="T34" fmla="*/ 4 w 97"/>
                <a:gd name="T35" fmla="*/ 22 h 170"/>
                <a:gd name="T36" fmla="*/ 3 w 97"/>
                <a:gd name="T37" fmla="*/ 22 h 170"/>
                <a:gd name="T38" fmla="*/ 115 w 97"/>
                <a:gd name="T39" fmla="*/ 198 h 170"/>
                <a:gd name="T40" fmla="*/ 116 w 97"/>
                <a:gd name="T41" fmla="*/ 198 h 170"/>
                <a:gd name="T42" fmla="*/ 116 w 97"/>
                <a:gd name="T43" fmla="*/ 197 h 170"/>
                <a:gd name="T44" fmla="*/ 66 w 97"/>
                <a:gd name="T45" fmla="*/ 110 h 170"/>
                <a:gd name="T46" fmla="*/ 23 w 97"/>
                <a:gd name="T47" fmla="*/ 45 h 170"/>
                <a:gd name="T48" fmla="*/ 6 w 97"/>
                <a:gd name="T49" fmla="*/ 15 h 170"/>
                <a:gd name="T50" fmla="*/ 1 w 97"/>
                <a:gd name="T51" fmla="*/ 0 h 170"/>
                <a:gd name="T52" fmla="*/ 0 w 97"/>
                <a:gd name="T53" fmla="*/ 0 h 170"/>
                <a:gd name="T54" fmla="*/ 0 w 97"/>
                <a:gd name="T55" fmla="*/ 1 h 17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7" h="17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3" y="72"/>
                    <a:pt x="54" y="95"/>
                  </a:cubicBezTo>
                  <a:cubicBezTo>
                    <a:pt x="65" y="106"/>
                    <a:pt x="75" y="125"/>
                    <a:pt x="83" y="141"/>
                  </a:cubicBezTo>
                  <a:cubicBezTo>
                    <a:pt x="87" y="149"/>
                    <a:pt x="90" y="156"/>
                    <a:pt x="92" y="161"/>
                  </a:cubicBezTo>
                  <a:cubicBezTo>
                    <a:pt x="95" y="166"/>
                    <a:pt x="96" y="169"/>
                    <a:pt x="96" y="169"/>
                  </a:cubicBezTo>
                  <a:cubicBezTo>
                    <a:pt x="96" y="169"/>
                    <a:pt x="96" y="169"/>
                    <a:pt x="96" y="169"/>
                  </a:cubicBezTo>
                  <a:cubicBezTo>
                    <a:pt x="97" y="169"/>
                    <a:pt x="97" y="169"/>
                    <a:pt x="97" y="169"/>
                  </a:cubicBezTo>
                  <a:cubicBezTo>
                    <a:pt x="97" y="169"/>
                    <a:pt x="95" y="168"/>
                    <a:pt x="93" y="166"/>
                  </a:cubicBezTo>
                  <a:cubicBezTo>
                    <a:pt x="76" y="150"/>
                    <a:pt x="7" y="86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7" y="96"/>
                    <a:pt x="96" y="170"/>
                    <a:pt x="96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97" y="169"/>
                    <a:pt x="97" y="169"/>
                    <a:pt x="97" y="169"/>
                  </a:cubicBezTo>
                  <a:cubicBezTo>
                    <a:pt x="97" y="169"/>
                    <a:pt x="76" y="117"/>
                    <a:pt x="55" y="94"/>
                  </a:cubicBezTo>
                  <a:cubicBezTo>
                    <a:pt x="45" y="83"/>
                    <a:pt x="31" y="59"/>
                    <a:pt x="20" y="39"/>
                  </a:cubicBezTo>
                  <a:cubicBezTo>
                    <a:pt x="14" y="28"/>
                    <a:pt x="10" y="19"/>
                    <a:pt x="6" y="12"/>
                  </a:cubicBezTo>
                  <a:cubicBezTo>
                    <a:pt x="3" y="5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847">
              <a:extLst>
                <a:ext uri="{FF2B5EF4-FFF2-40B4-BE49-F238E27FC236}">
                  <a16:creationId xmlns:a16="http://schemas.microsoft.com/office/drawing/2014/main" id="{E575C51F-FA81-4259-B810-59E4FFE5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48"/>
              <a:ext cx="168" cy="181"/>
            </a:xfrm>
            <a:custGeom>
              <a:avLst/>
              <a:gdLst>
                <a:gd name="T0" fmla="*/ 2 w 159"/>
                <a:gd name="T1" fmla="*/ 0 h 172"/>
                <a:gd name="T2" fmla="*/ 35 w 159"/>
                <a:gd name="T3" fmla="*/ 25 h 172"/>
                <a:gd name="T4" fmla="*/ 118 w 159"/>
                <a:gd name="T5" fmla="*/ 87 h 172"/>
                <a:gd name="T6" fmla="*/ 188 w 159"/>
                <a:gd name="T7" fmla="*/ 200 h 172"/>
                <a:gd name="T8" fmla="*/ 95 w 159"/>
                <a:gd name="T9" fmla="*/ 121 h 172"/>
                <a:gd name="T10" fmla="*/ 8 w 159"/>
                <a:gd name="T11" fmla="*/ 17 h 172"/>
                <a:gd name="T12" fmla="*/ 0 w 159"/>
                <a:gd name="T13" fmla="*/ 3 h 172"/>
                <a:gd name="T14" fmla="*/ 2 w 1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172">
                  <a:moveTo>
                    <a:pt x="2" y="0"/>
                  </a:moveTo>
                  <a:cubicBezTo>
                    <a:pt x="2" y="0"/>
                    <a:pt x="14" y="17"/>
                    <a:pt x="29" y="22"/>
                  </a:cubicBezTo>
                  <a:cubicBezTo>
                    <a:pt x="44" y="26"/>
                    <a:pt x="80" y="55"/>
                    <a:pt x="100" y="75"/>
                  </a:cubicBezTo>
                  <a:cubicBezTo>
                    <a:pt x="120" y="96"/>
                    <a:pt x="154" y="166"/>
                    <a:pt x="159" y="172"/>
                  </a:cubicBezTo>
                  <a:cubicBezTo>
                    <a:pt x="159" y="172"/>
                    <a:pt x="113" y="143"/>
                    <a:pt x="80" y="104"/>
                  </a:cubicBezTo>
                  <a:cubicBezTo>
                    <a:pt x="47" y="65"/>
                    <a:pt x="13" y="21"/>
                    <a:pt x="8" y="14"/>
                  </a:cubicBezTo>
                  <a:cubicBezTo>
                    <a:pt x="3" y="8"/>
                    <a:pt x="0" y="3"/>
                    <a:pt x="0" y="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636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848">
              <a:extLst>
                <a:ext uri="{FF2B5EF4-FFF2-40B4-BE49-F238E27FC236}">
                  <a16:creationId xmlns:a16="http://schemas.microsoft.com/office/drawing/2014/main" id="{82B9C55E-A87C-49E8-8D5D-5AC973E43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47"/>
              <a:ext cx="168" cy="183"/>
            </a:xfrm>
            <a:custGeom>
              <a:avLst/>
              <a:gdLst>
                <a:gd name="T0" fmla="*/ 2 w 159"/>
                <a:gd name="T1" fmla="*/ 1 h 174"/>
                <a:gd name="T2" fmla="*/ 1 w 159"/>
                <a:gd name="T3" fmla="*/ 1 h 174"/>
                <a:gd name="T4" fmla="*/ 34 w 159"/>
                <a:gd name="T5" fmla="*/ 26 h 174"/>
                <a:gd name="T6" fmla="*/ 118 w 159"/>
                <a:gd name="T7" fmla="*/ 89 h 174"/>
                <a:gd name="T8" fmla="*/ 160 w 159"/>
                <a:gd name="T9" fmla="*/ 151 h 174"/>
                <a:gd name="T10" fmla="*/ 176 w 159"/>
                <a:gd name="T11" fmla="*/ 185 h 174"/>
                <a:gd name="T12" fmla="*/ 188 w 159"/>
                <a:gd name="T13" fmla="*/ 202 h 174"/>
                <a:gd name="T14" fmla="*/ 188 w 159"/>
                <a:gd name="T15" fmla="*/ 201 h 174"/>
                <a:gd name="T16" fmla="*/ 188 w 159"/>
                <a:gd name="T17" fmla="*/ 201 h 174"/>
                <a:gd name="T18" fmla="*/ 179 w 159"/>
                <a:gd name="T19" fmla="*/ 196 h 174"/>
                <a:gd name="T20" fmla="*/ 95 w 159"/>
                <a:gd name="T21" fmla="*/ 122 h 174"/>
                <a:gd name="T22" fmla="*/ 12 w 159"/>
                <a:gd name="T23" fmla="*/ 18 h 174"/>
                <a:gd name="T24" fmla="*/ 0 w 159"/>
                <a:gd name="T25" fmla="*/ 4 h 174"/>
                <a:gd name="T26" fmla="*/ 0 w 159"/>
                <a:gd name="T27" fmla="*/ 4 h 174"/>
                <a:gd name="T28" fmla="*/ 0 w 159"/>
                <a:gd name="T29" fmla="*/ 4 h 174"/>
                <a:gd name="T30" fmla="*/ 2 w 159"/>
                <a:gd name="T31" fmla="*/ 1 h 174"/>
                <a:gd name="T32" fmla="*/ 2 w 159"/>
                <a:gd name="T33" fmla="*/ 1 h 174"/>
                <a:gd name="T34" fmla="*/ 1 w 159"/>
                <a:gd name="T35" fmla="*/ 1 h 174"/>
                <a:gd name="T36" fmla="*/ 2 w 159"/>
                <a:gd name="T37" fmla="*/ 1 h 174"/>
                <a:gd name="T38" fmla="*/ 1 w 159"/>
                <a:gd name="T39" fmla="*/ 0 h 174"/>
                <a:gd name="T40" fmla="*/ 0 w 159"/>
                <a:gd name="T41" fmla="*/ 4 h 174"/>
                <a:gd name="T42" fmla="*/ 0 w 159"/>
                <a:gd name="T43" fmla="*/ 4 h 174"/>
                <a:gd name="T44" fmla="*/ 8 w 159"/>
                <a:gd name="T45" fmla="*/ 18 h 174"/>
                <a:gd name="T46" fmla="*/ 95 w 159"/>
                <a:gd name="T47" fmla="*/ 122 h 174"/>
                <a:gd name="T48" fmla="*/ 188 w 159"/>
                <a:gd name="T49" fmla="*/ 202 h 174"/>
                <a:gd name="T50" fmla="*/ 188 w 159"/>
                <a:gd name="T51" fmla="*/ 202 h 174"/>
                <a:gd name="T52" fmla="*/ 188 w 159"/>
                <a:gd name="T53" fmla="*/ 201 h 174"/>
                <a:gd name="T54" fmla="*/ 179 w 159"/>
                <a:gd name="T55" fmla="*/ 184 h 174"/>
                <a:gd name="T56" fmla="*/ 119 w 159"/>
                <a:gd name="T57" fmla="*/ 88 h 174"/>
                <a:gd name="T58" fmla="*/ 35 w 159"/>
                <a:gd name="T59" fmla="*/ 25 h 174"/>
                <a:gd name="T60" fmla="*/ 13 w 159"/>
                <a:gd name="T61" fmla="*/ 13 h 174"/>
                <a:gd name="T62" fmla="*/ 4 w 159"/>
                <a:gd name="T63" fmla="*/ 3 h 174"/>
                <a:gd name="T64" fmla="*/ 2 w 159"/>
                <a:gd name="T65" fmla="*/ 0 h 174"/>
                <a:gd name="T66" fmla="*/ 2 w 159"/>
                <a:gd name="T67" fmla="*/ 0 h 174"/>
                <a:gd name="T68" fmla="*/ 1 w 159"/>
                <a:gd name="T69" fmla="*/ 0 h 174"/>
                <a:gd name="T70" fmla="*/ 2 w 159"/>
                <a:gd name="T71" fmla="*/ 1 h 1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9" h="174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3" y="19"/>
                    <a:pt x="28" y="23"/>
                  </a:cubicBezTo>
                  <a:cubicBezTo>
                    <a:pt x="43" y="28"/>
                    <a:pt x="80" y="57"/>
                    <a:pt x="100" y="77"/>
                  </a:cubicBezTo>
                  <a:cubicBezTo>
                    <a:pt x="110" y="87"/>
                    <a:pt x="123" y="110"/>
                    <a:pt x="135" y="130"/>
                  </a:cubicBezTo>
                  <a:cubicBezTo>
                    <a:pt x="141" y="141"/>
                    <a:pt x="146" y="151"/>
                    <a:pt x="150" y="159"/>
                  </a:cubicBezTo>
                  <a:cubicBezTo>
                    <a:pt x="154" y="166"/>
                    <a:pt x="157" y="172"/>
                    <a:pt x="159" y="174"/>
                  </a:cubicBezTo>
                  <a:cubicBezTo>
                    <a:pt x="159" y="173"/>
                    <a:pt x="159" y="173"/>
                    <a:pt x="159" y="173"/>
                  </a:cubicBezTo>
                  <a:cubicBezTo>
                    <a:pt x="159" y="173"/>
                    <a:pt x="159" y="173"/>
                    <a:pt x="159" y="173"/>
                  </a:cubicBezTo>
                  <a:cubicBezTo>
                    <a:pt x="159" y="173"/>
                    <a:pt x="156" y="171"/>
                    <a:pt x="151" y="168"/>
                  </a:cubicBezTo>
                  <a:cubicBezTo>
                    <a:pt x="137" y="158"/>
                    <a:pt x="105" y="134"/>
                    <a:pt x="80" y="105"/>
                  </a:cubicBezTo>
                  <a:cubicBezTo>
                    <a:pt x="47" y="66"/>
                    <a:pt x="14" y="21"/>
                    <a:pt x="9" y="15"/>
                  </a:cubicBezTo>
                  <a:cubicBezTo>
                    <a:pt x="4" y="8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3" y="9"/>
                    <a:pt x="8" y="15"/>
                  </a:cubicBezTo>
                  <a:cubicBezTo>
                    <a:pt x="13" y="22"/>
                    <a:pt x="46" y="66"/>
                    <a:pt x="80" y="105"/>
                  </a:cubicBezTo>
                  <a:cubicBezTo>
                    <a:pt x="113" y="144"/>
                    <a:pt x="159" y="174"/>
                    <a:pt x="159" y="174"/>
                  </a:cubicBezTo>
                  <a:cubicBezTo>
                    <a:pt x="159" y="174"/>
                    <a:pt x="159" y="174"/>
                    <a:pt x="159" y="174"/>
                  </a:cubicBezTo>
                  <a:cubicBezTo>
                    <a:pt x="159" y="173"/>
                    <a:pt x="159" y="173"/>
                    <a:pt x="159" y="173"/>
                  </a:cubicBezTo>
                  <a:cubicBezTo>
                    <a:pt x="158" y="172"/>
                    <a:pt x="155" y="166"/>
                    <a:pt x="151" y="158"/>
                  </a:cubicBezTo>
                  <a:cubicBezTo>
                    <a:pt x="138" y="135"/>
                    <a:pt x="116" y="91"/>
                    <a:pt x="101" y="76"/>
                  </a:cubicBezTo>
                  <a:cubicBezTo>
                    <a:pt x="81" y="56"/>
                    <a:pt x="44" y="27"/>
                    <a:pt x="29" y="22"/>
                  </a:cubicBezTo>
                  <a:cubicBezTo>
                    <a:pt x="21" y="20"/>
                    <a:pt x="15" y="15"/>
                    <a:pt x="10" y="10"/>
                  </a:cubicBezTo>
                  <a:cubicBezTo>
                    <a:pt x="8" y="7"/>
                    <a:pt x="6" y="5"/>
                    <a:pt x="4" y="3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849">
              <a:extLst>
                <a:ext uri="{FF2B5EF4-FFF2-40B4-BE49-F238E27FC236}">
                  <a16:creationId xmlns:a16="http://schemas.microsoft.com/office/drawing/2014/main" id="{451F51DD-BE98-4C98-A4BF-772A672BB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196"/>
              <a:ext cx="194" cy="644"/>
            </a:xfrm>
            <a:custGeom>
              <a:avLst/>
              <a:gdLst>
                <a:gd name="T0" fmla="*/ 144 w 184"/>
                <a:gd name="T1" fmla="*/ 698 h 612"/>
                <a:gd name="T2" fmla="*/ 216 w 184"/>
                <a:gd name="T3" fmla="*/ 3 h 612"/>
                <a:gd name="T4" fmla="*/ 202 w 184"/>
                <a:gd name="T5" fmla="*/ 0 h 612"/>
                <a:gd name="T6" fmla="*/ 103 w 184"/>
                <a:gd name="T7" fmla="*/ 541 h 612"/>
                <a:gd name="T8" fmla="*/ 86 w 184"/>
                <a:gd name="T9" fmla="*/ 572 h 612"/>
                <a:gd name="T10" fmla="*/ 52 w 184"/>
                <a:gd name="T11" fmla="*/ 603 h 612"/>
                <a:gd name="T12" fmla="*/ 50 w 184"/>
                <a:gd name="T13" fmla="*/ 610 h 612"/>
                <a:gd name="T14" fmla="*/ 59 w 184"/>
                <a:gd name="T15" fmla="*/ 608 h 612"/>
                <a:gd name="T16" fmla="*/ 104 w 184"/>
                <a:gd name="T17" fmla="*/ 556 h 612"/>
                <a:gd name="T18" fmla="*/ 116 w 184"/>
                <a:gd name="T19" fmla="*/ 617 h 612"/>
                <a:gd name="T20" fmla="*/ 102 w 184"/>
                <a:gd name="T21" fmla="*/ 638 h 612"/>
                <a:gd name="T22" fmla="*/ 61 w 184"/>
                <a:gd name="T23" fmla="*/ 711 h 612"/>
                <a:gd name="T24" fmla="*/ 67 w 184"/>
                <a:gd name="T25" fmla="*/ 707 h 612"/>
                <a:gd name="T26" fmla="*/ 85 w 184"/>
                <a:gd name="T27" fmla="*/ 662 h 612"/>
                <a:gd name="T28" fmla="*/ 118 w 184"/>
                <a:gd name="T29" fmla="*/ 631 h 612"/>
                <a:gd name="T30" fmla="*/ 136 w 184"/>
                <a:gd name="T31" fmla="*/ 704 h 612"/>
                <a:gd name="T32" fmla="*/ 144 w 184"/>
                <a:gd name="T33" fmla="*/ 698 h 6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4" h="612">
                  <a:moveTo>
                    <a:pt x="123" y="599"/>
                  </a:moveTo>
                  <a:cubicBezTo>
                    <a:pt x="123" y="599"/>
                    <a:pt x="0" y="234"/>
                    <a:pt x="184" y="3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3" y="0"/>
                    <a:pt x="39" y="127"/>
                    <a:pt x="88" y="464"/>
                  </a:cubicBezTo>
                  <a:cubicBezTo>
                    <a:pt x="87" y="470"/>
                    <a:pt x="84" y="482"/>
                    <a:pt x="74" y="491"/>
                  </a:cubicBezTo>
                  <a:cubicBezTo>
                    <a:pt x="62" y="503"/>
                    <a:pt x="46" y="517"/>
                    <a:pt x="44" y="518"/>
                  </a:cubicBezTo>
                  <a:cubicBezTo>
                    <a:pt x="44" y="518"/>
                    <a:pt x="40" y="520"/>
                    <a:pt x="43" y="524"/>
                  </a:cubicBezTo>
                  <a:cubicBezTo>
                    <a:pt x="46" y="527"/>
                    <a:pt x="50" y="522"/>
                    <a:pt x="50" y="522"/>
                  </a:cubicBezTo>
                  <a:cubicBezTo>
                    <a:pt x="50" y="522"/>
                    <a:pt x="82" y="499"/>
                    <a:pt x="89" y="477"/>
                  </a:cubicBezTo>
                  <a:cubicBezTo>
                    <a:pt x="92" y="494"/>
                    <a:pt x="95" y="511"/>
                    <a:pt x="99" y="529"/>
                  </a:cubicBezTo>
                  <a:cubicBezTo>
                    <a:pt x="97" y="534"/>
                    <a:pt x="94" y="540"/>
                    <a:pt x="87" y="547"/>
                  </a:cubicBezTo>
                  <a:cubicBezTo>
                    <a:pt x="75" y="557"/>
                    <a:pt x="42" y="582"/>
                    <a:pt x="52" y="610"/>
                  </a:cubicBezTo>
                  <a:cubicBezTo>
                    <a:pt x="52" y="610"/>
                    <a:pt x="58" y="612"/>
                    <a:pt x="58" y="607"/>
                  </a:cubicBezTo>
                  <a:cubicBezTo>
                    <a:pt x="58" y="607"/>
                    <a:pt x="50" y="591"/>
                    <a:pt x="73" y="568"/>
                  </a:cubicBezTo>
                  <a:cubicBezTo>
                    <a:pt x="90" y="551"/>
                    <a:pt x="98" y="543"/>
                    <a:pt x="101" y="542"/>
                  </a:cubicBezTo>
                  <a:cubicBezTo>
                    <a:pt x="106" y="562"/>
                    <a:pt x="110" y="583"/>
                    <a:pt x="116" y="604"/>
                  </a:cubicBezTo>
                  <a:cubicBezTo>
                    <a:pt x="116" y="604"/>
                    <a:pt x="124" y="604"/>
                    <a:pt x="123" y="599"/>
                  </a:cubicBezTo>
                  <a:close/>
                </a:path>
              </a:pathLst>
            </a:custGeom>
            <a:solidFill>
              <a:srgbClr val="E2E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850">
              <a:extLst>
                <a:ext uri="{FF2B5EF4-FFF2-40B4-BE49-F238E27FC236}">
                  <a16:creationId xmlns:a16="http://schemas.microsoft.com/office/drawing/2014/main" id="{E8718D05-FD1A-4808-8C3B-DFF2A103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195"/>
              <a:ext cx="152" cy="644"/>
            </a:xfrm>
            <a:custGeom>
              <a:avLst/>
              <a:gdLst>
                <a:gd name="T0" fmla="*/ 98 w 144"/>
                <a:gd name="T1" fmla="*/ 699 h 612"/>
                <a:gd name="T2" fmla="*/ 49 w 144"/>
                <a:gd name="T3" fmla="*/ 390 h 612"/>
                <a:gd name="T4" fmla="*/ 169 w 144"/>
                <a:gd name="T5" fmla="*/ 4 h 612"/>
                <a:gd name="T6" fmla="*/ 154 w 144"/>
                <a:gd name="T7" fmla="*/ 1 h 612"/>
                <a:gd name="T8" fmla="*/ 55 w 144"/>
                <a:gd name="T9" fmla="*/ 542 h 612"/>
                <a:gd name="T10" fmla="*/ 55 w 144"/>
                <a:gd name="T11" fmla="*/ 542 h 612"/>
                <a:gd name="T12" fmla="*/ 17 w 144"/>
                <a:gd name="T13" fmla="*/ 595 h 612"/>
                <a:gd name="T14" fmla="*/ 3 w 144"/>
                <a:gd name="T15" fmla="*/ 605 h 612"/>
                <a:gd name="T16" fmla="*/ 3 w 144"/>
                <a:gd name="T17" fmla="*/ 605 h 612"/>
                <a:gd name="T18" fmla="*/ 2 w 144"/>
                <a:gd name="T19" fmla="*/ 611 h 612"/>
                <a:gd name="T20" fmla="*/ 12 w 144"/>
                <a:gd name="T21" fmla="*/ 609 h 612"/>
                <a:gd name="T22" fmla="*/ 12 w 144"/>
                <a:gd name="T23" fmla="*/ 610 h 612"/>
                <a:gd name="T24" fmla="*/ 57 w 144"/>
                <a:gd name="T25" fmla="*/ 557 h 612"/>
                <a:gd name="T26" fmla="*/ 67 w 144"/>
                <a:gd name="T27" fmla="*/ 619 h 612"/>
                <a:gd name="T28" fmla="*/ 67 w 144"/>
                <a:gd name="T29" fmla="*/ 618 h 612"/>
                <a:gd name="T30" fmla="*/ 12 w 144"/>
                <a:gd name="T31" fmla="*/ 699 h 612"/>
                <a:gd name="T32" fmla="*/ 14 w 144"/>
                <a:gd name="T33" fmla="*/ 713 h 612"/>
                <a:gd name="T34" fmla="*/ 17 w 144"/>
                <a:gd name="T35" fmla="*/ 713 h 612"/>
                <a:gd name="T36" fmla="*/ 21 w 144"/>
                <a:gd name="T37" fmla="*/ 708 h 612"/>
                <a:gd name="T38" fmla="*/ 21 w 144"/>
                <a:gd name="T39" fmla="*/ 708 h 612"/>
                <a:gd name="T40" fmla="*/ 21 w 144"/>
                <a:gd name="T41" fmla="*/ 707 h 612"/>
                <a:gd name="T42" fmla="*/ 38 w 144"/>
                <a:gd name="T43" fmla="*/ 663 h 612"/>
                <a:gd name="T44" fmla="*/ 72 w 144"/>
                <a:gd name="T45" fmla="*/ 633 h 612"/>
                <a:gd name="T46" fmla="*/ 71 w 144"/>
                <a:gd name="T47" fmla="*/ 632 h 612"/>
                <a:gd name="T48" fmla="*/ 87 w 144"/>
                <a:gd name="T49" fmla="*/ 705 h 612"/>
                <a:gd name="T50" fmla="*/ 89 w 144"/>
                <a:gd name="T51" fmla="*/ 705 h 612"/>
                <a:gd name="T52" fmla="*/ 98 w 144"/>
                <a:gd name="T53" fmla="*/ 700 h 612"/>
                <a:gd name="T54" fmla="*/ 98 w 144"/>
                <a:gd name="T55" fmla="*/ 699 h 612"/>
                <a:gd name="T56" fmla="*/ 97 w 144"/>
                <a:gd name="T57" fmla="*/ 699 h 612"/>
                <a:gd name="T58" fmla="*/ 97 w 144"/>
                <a:gd name="T59" fmla="*/ 700 h 612"/>
                <a:gd name="T60" fmla="*/ 89 w 144"/>
                <a:gd name="T61" fmla="*/ 704 h 612"/>
                <a:gd name="T62" fmla="*/ 88 w 144"/>
                <a:gd name="T63" fmla="*/ 705 h 612"/>
                <a:gd name="T64" fmla="*/ 72 w 144"/>
                <a:gd name="T65" fmla="*/ 632 h 612"/>
                <a:gd name="T66" fmla="*/ 71 w 144"/>
                <a:gd name="T67" fmla="*/ 632 h 612"/>
                <a:gd name="T68" fmla="*/ 37 w 144"/>
                <a:gd name="T69" fmla="*/ 663 h 612"/>
                <a:gd name="T70" fmla="*/ 20 w 144"/>
                <a:gd name="T71" fmla="*/ 708 h 612"/>
                <a:gd name="T72" fmla="*/ 20 w 144"/>
                <a:gd name="T73" fmla="*/ 708 h 612"/>
                <a:gd name="T74" fmla="*/ 19 w 144"/>
                <a:gd name="T75" fmla="*/ 712 h 612"/>
                <a:gd name="T76" fmla="*/ 15 w 144"/>
                <a:gd name="T77" fmla="*/ 712 h 612"/>
                <a:gd name="T78" fmla="*/ 14 w 144"/>
                <a:gd name="T79" fmla="*/ 712 h 612"/>
                <a:gd name="T80" fmla="*/ 13 w 144"/>
                <a:gd name="T81" fmla="*/ 699 h 612"/>
                <a:gd name="T82" fmla="*/ 68 w 144"/>
                <a:gd name="T83" fmla="*/ 619 h 612"/>
                <a:gd name="T84" fmla="*/ 68 w 144"/>
                <a:gd name="T85" fmla="*/ 618 h 612"/>
                <a:gd name="T86" fmla="*/ 57 w 144"/>
                <a:gd name="T87" fmla="*/ 557 h 612"/>
                <a:gd name="T88" fmla="*/ 17 w 144"/>
                <a:gd name="T89" fmla="*/ 605 h 612"/>
                <a:gd name="T90" fmla="*/ 12 w 144"/>
                <a:gd name="T91" fmla="*/ 609 h 612"/>
                <a:gd name="T92" fmla="*/ 8 w 144"/>
                <a:gd name="T93" fmla="*/ 609 h 612"/>
                <a:gd name="T94" fmla="*/ 2 w 144"/>
                <a:gd name="T95" fmla="*/ 610 h 612"/>
                <a:gd name="T96" fmla="*/ 2 w 144"/>
                <a:gd name="T97" fmla="*/ 606 h 612"/>
                <a:gd name="T98" fmla="*/ 3 w 144"/>
                <a:gd name="T99" fmla="*/ 605 h 612"/>
                <a:gd name="T100" fmla="*/ 3 w 144"/>
                <a:gd name="T101" fmla="*/ 606 h 612"/>
                <a:gd name="T102" fmla="*/ 40 w 144"/>
                <a:gd name="T103" fmla="*/ 573 h 612"/>
                <a:gd name="T104" fmla="*/ 56 w 144"/>
                <a:gd name="T105" fmla="*/ 542 h 612"/>
                <a:gd name="T106" fmla="*/ 42 w 144"/>
                <a:gd name="T107" fmla="*/ 378 h 612"/>
                <a:gd name="T108" fmla="*/ 138 w 144"/>
                <a:gd name="T109" fmla="*/ 22 h 612"/>
                <a:gd name="T110" fmla="*/ 155 w 144"/>
                <a:gd name="T111" fmla="*/ 1 h 612"/>
                <a:gd name="T112" fmla="*/ 155 w 144"/>
                <a:gd name="T113" fmla="*/ 1 h 612"/>
                <a:gd name="T114" fmla="*/ 168 w 144"/>
                <a:gd name="T115" fmla="*/ 4 h 612"/>
                <a:gd name="T116" fmla="*/ 48 w 144"/>
                <a:gd name="T117" fmla="*/ 390 h 612"/>
                <a:gd name="T118" fmla="*/ 97 w 144"/>
                <a:gd name="T119" fmla="*/ 699 h 6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4" h="612">
                  <a:moveTo>
                    <a:pt x="82" y="600"/>
                  </a:moveTo>
                  <a:cubicBezTo>
                    <a:pt x="83" y="600"/>
                    <a:pt x="83" y="600"/>
                    <a:pt x="83" y="600"/>
                  </a:cubicBezTo>
                  <a:cubicBezTo>
                    <a:pt x="83" y="600"/>
                    <a:pt x="82" y="598"/>
                    <a:pt x="81" y="595"/>
                  </a:cubicBezTo>
                  <a:cubicBezTo>
                    <a:pt x="73" y="570"/>
                    <a:pt x="42" y="462"/>
                    <a:pt x="42" y="335"/>
                  </a:cubicBezTo>
                  <a:cubicBezTo>
                    <a:pt x="42" y="226"/>
                    <a:pt x="65" y="103"/>
                    <a:pt x="144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1" y="1"/>
                    <a:pt x="35" y="92"/>
                    <a:pt x="35" y="324"/>
                  </a:cubicBezTo>
                  <a:cubicBezTo>
                    <a:pt x="35" y="366"/>
                    <a:pt x="39" y="413"/>
                    <a:pt x="46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6" y="465"/>
                    <a:pt x="46" y="465"/>
                    <a:pt x="46" y="465"/>
                  </a:cubicBezTo>
                  <a:cubicBezTo>
                    <a:pt x="45" y="470"/>
                    <a:pt x="42" y="482"/>
                    <a:pt x="33" y="492"/>
                  </a:cubicBezTo>
                  <a:cubicBezTo>
                    <a:pt x="27" y="498"/>
                    <a:pt x="20" y="504"/>
                    <a:pt x="14" y="510"/>
                  </a:cubicBezTo>
                  <a:cubicBezTo>
                    <a:pt x="11" y="512"/>
                    <a:pt x="9" y="514"/>
                    <a:pt x="7" y="516"/>
                  </a:cubicBezTo>
                  <a:cubicBezTo>
                    <a:pt x="5" y="518"/>
                    <a:pt x="3" y="519"/>
                    <a:pt x="3" y="519"/>
                  </a:cubicBezTo>
                  <a:cubicBezTo>
                    <a:pt x="3" y="519"/>
                    <a:pt x="3" y="519"/>
                    <a:pt x="3" y="519"/>
                  </a:cubicBezTo>
                  <a:cubicBezTo>
                    <a:pt x="3" y="519"/>
                    <a:pt x="3" y="519"/>
                    <a:pt x="3" y="519"/>
                  </a:cubicBezTo>
                  <a:cubicBezTo>
                    <a:pt x="3" y="519"/>
                    <a:pt x="0" y="520"/>
                    <a:pt x="0" y="522"/>
                  </a:cubicBezTo>
                  <a:cubicBezTo>
                    <a:pt x="0" y="523"/>
                    <a:pt x="1" y="524"/>
                    <a:pt x="2" y="525"/>
                  </a:cubicBezTo>
                  <a:cubicBezTo>
                    <a:pt x="3" y="526"/>
                    <a:pt x="4" y="526"/>
                    <a:pt x="5" y="526"/>
                  </a:cubicBezTo>
                  <a:cubicBezTo>
                    <a:pt x="7" y="526"/>
                    <a:pt x="9" y="524"/>
                    <a:pt x="9" y="523"/>
                  </a:cubicBezTo>
                  <a:cubicBezTo>
                    <a:pt x="9" y="523"/>
                    <a:pt x="9" y="523"/>
                    <a:pt x="9" y="523"/>
                  </a:cubicBezTo>
                  <a:cubicBezTo>
                    <a:pt x="9" y="524"/>
                    <a:pt x="9" y="524"/>
                    <a:pt x="9" y="524"/>
                  </a:cubicBezTo>
                  <a:cubicBezTo>
                    <a:pt x="9" y="524"/>
                    <a:pt x="41" y="500"/>
                    <a:pt x="49" y="478"/>
                  </a:cubicBezTo>
                  <a:cubicBezTo>
                    <a:pt x="48" y="478"/>
                    <a:pt x="48" y="478"/>
                    <a:pt x="48" y="478"/>
                  </a:cubicBezTo>
                  <a:cubicBezTo>
                    <a:pt x="48" y="478"/>
                    <a:pt x="48" y="478"/>
                    <a:pt x="48" y="478"/>
                  </a:cubicBezTo>
                  <a:cubicBezTo>
                    <a:pt x="51" y="495"/>
                    <a:pt x="54" y="512"/>
                    <a:pt x="57" y="531"/>
                  </a:cubicBezTo>
                  <a:cubicBezTo>
                    <a:pt x="58" y="530"/>
                    <a:pt x="58" y="530"/>
                    <a:pt x="58" y="530"/>
                  </a:cubicBezTo>
                  <a:cubicBezTo>
                    <a:pt x="57" y="530"/>
                    <a:pt x="57" y="530"/>
                    <a:pt x="57" y="530"/>
                  </a:cubicBezTo>
                  <a:cubicBezTo>
                    <a:pt x="56" y="534"/>
                    <a:pt x="53" y="541"/>
                    <a:pt x="46" y="548"/>
                  </a:cubicBezTo>
                  <a:cubicBezTo>
                    <a:pt x="36" y="557"/>
                    <a:pt x="9" y="576"/>
                    <a:pt x="9" y="600"/>
                  </a:cubicBezTo>
                  <a:cubicBezTo>
                    <a:pt x="9" y="604"/>
                    <a:pt x="10" y="608"/>
                    <a:pt x="11" y="612"/>
                  </a:cubicBezTo>
                  <a:cubicBezTo>
                    <a:pt x="11" y="612"/>
                    <a:pt x="11" y="612"/>
                    <a:pt x="11" y="612"/>
                  </a:cubicBezTo>
                  <a:cubicBezTo>
                    <a:pt x="11" y="612"/>
                    <a:pt x="11" y="612"/>
                    <a:pt x="11" y="612"/>
                  </a:cubicBezTo>
                  <a:cubicBezTo>
                    <a:pt x="11" y="612"/>
                    <a:pt x="12" y="612"/>
                    <a:pt x="14" y="612"/>
                  </a:cubicBezTo>
                  <a:cubicBezTo>
                    <a:pt x="14" y="612"/>
                    <a:pt x="16" y="612"/>
                    <a:pt x="16" y="611"/>
                  </a:cubicBezTo>
                  <a:cubicBezTo>
                    <a:pt x="17" y="611"/>
                    <a:pt x="18" y="610"/>
                    <a:pt x="18" y="608"/>
                  </a:cubicBezTo>
                  <a:cubicBezTo>
                    <a:pt x="18" y="608"/>
                    <a:pt x="18" y="608"/>
                    <a:pt x="18" y="608"/>
                  </a:cubicBezTo>
                  <a:cubicBezTo>
                    <a:pt x="18" y="608"/>
                    <a:pt x="18" y="608"/>
                    <a:pt x="18" y="608"/>
                  </a:cubicBezTo>
                  <a:cubicBezTo>
                    <a:pt x="18" y="608"/>
                    <a:pt x="18" y="608"/>
                    <a:pt x="18" y="608"/>
                  </a:cubicBezTo>
                  <a:cubicBezTo>
                    <a:pt x="18" y="607"/>
                    <a:pt x="18" y="607"/>
                    <a:pt x="18" y="607"/>
                  </a:cubicBezTo>
                  <a:cubicBezTo>
                    <a:pt x="17" y="606"/>
                    <a:pt x="16" y="603"/>
                    <a:pt x="16" y="600"/>
                  </a:cubicBezTo>
                  <a:cubicBezTo>
                    <a:pt x="16" y="593"/>
                    <a:pt x="19" y="582"/>
                    <a:pt x="32" y="569"/>
                  </a:cubicBezTo>
                  <a:cubicBezTo>
                    <a:pt x="41" y="561"/>
                    <a:pt x="47" y="554"/>
                    <a:pt x="52" y="550"/>
                  </a:cubicBezTo>
                  <a:cubicBezTo>
                    <a:pt x="56" y="546"/>
                    <a:pt x="59" y="544"/>
                    <a:pt x="61" y="544"/>
                  </a:cubicBezTo>
                  <a:cubicBezTo>
                    <a:pt x="60" y="543"/>
                    <a:pt x="60" y="543"/>
                    <a:pt x="60" y="543"/>
                  </a:cubicBezTo>
                  <a:cubicBezTo>
                    <a:pt x="60" y="543"/>
                    <a:pt x="60" y="543"/>
                    <a:pt x="60" y="543"/>
                  </a:cubicBezTo>
                  <a:cubicBezTo>
                    <a:pt x="64" y="563"/>
                    <a:pt x="69" y="584"/>
                    <a:pt x="74" y="605"/>
                  </a:cubicBezTo>
                  <a:cubicBezTo>
                    <a:pt x="74" y="605"/>
                    <a:pt x="74" y="605"/>
                    <a:pt x="74" y="605"/>
                  </a:cubicBezTo>
                  <a:cubicBezTo>
                    <a:pt x="75" y="605"/>
                    <a:pt x="75" y="605"/>
                    <a:pt x="75" y="605"/>
                  </a:cubicBezTo>
                  <a:cubicBezTo>
                    <a:pt x="75" y="605"/>
                    <a:pt x="75" y="605"/>
                    <a:pt x="76" y="605"/>
                  </a:cubicBezTo>
                  <a:cubicBezTo>
                    <a:pt x="77" y="605"/>
                    <a:pt x="78" y="605"/>
                    <a:pt x="80" y="604"/>
                  </a:cubicBezTo>
                  <a:cubicBezTo>
                    <a:pt x="81" y="604"/>
                    <a:pt x="83" y="603"/>
                    <a:pt x="83" y="601"/>
                  </a:cubicBezTo>
                  <a:cubicBezTo>
                    <a:pt x="83" y="600"/>
                    <a:pt x="83" y="600"/>
                    <a:pt x="83" y="600"/>
                  </a:cubicBezTo>
                  <a:cubicBezTo>
                    <a:pt x="83" y="600"/>
                    <a:pt x="83" y="600"/>
                    <a:pt x="83" y="600"/>
                  </a:cubicBezTo>
                  <a:cubicBezTo>
                    <a:pt x="83" y="600"/>
                    <a:pt x="83" y="600"/>
                    <a:pt x="83" y="600"/>
                  </a:cubicBezTo>
                  <a:cubicBezTo>
                    <a:pt x="82" y="600"/>
                    <a:pt x="82" y="600"/>
                    <a:pt x="82" y="600"/>
                  </a:cubicBezTo>
                  <a:cubicBezTo>
                    <a:pt x="82" y="600"/>
                    <a:pt x="82" y="600"/>
                    <a:pt x="82" y="600"/>
                  </a:cubicBezTo>
                  <a:cubicBezTo>
                    <a:pt x="82" y="601"/>
                    <a:pt x="82" y="601"/>
                    <a:pt x="82" y="601"/>
                  </a:cubicBezTo>
                  <a:cubicBezTo>
                    <a:pt x="82" y="602"/>
                    <a:pt x="81" y="603"/>
                    <a:pt x="80" y="604"/>
                  </a:cubicBezTo>
                  <a:cubicBezTo>
                    <a:pt x="78" y="604"/>
                    <a:pt x="77" y="604"/>
                    <a:pt x="76" y="604"/>
                  </a:cubicBezTo>
                  <a:cubicBezTo>
                    <a:pt x="75" y="604"/>
                    <a:pt x="75" y="604"/>
                    <a:pt x="75" y="604"/>
                  </a:cubicBezTo>
                  <a:cubicBezTo>
                    <a:pt x="75" y="605"/>
                    <a:pt x="75" y="605"/>
                    <a:pt x="75" y="605"/>
                  </a:cubicBezTo>
                  <a:cubicBezTo>
                    <a:pt x="75" y="604"/>
                    <a:pt x="75" y="604"/>
                    <a:pt x="75" y="604"/>
                  </a:cubicBezTo>
                  <a:cubicBezTo>
                    <a:pt x="70" y="583"/>
                    <a:pt x="65" y="563"/>
                    <a:pt x="61" y="543"/>
                  </a:cubicBezTo>
                  <a:cubicBezTo>
                    <a:pt x="61" y="543"/>
                    <a:pt x="61" y="543"/>
                    <a:pt x="61" y="543"/>
                  </a:cubicBezTo>
                  <a:cubicBezTo>
                    <a:pt x="60" y="543"/>
                    <a:pt x="60" y="543"/>
                    <a:pt x="60" y="543"/>
                  </a:cubicBezTo>
                  <a:cubicBezTo>
                    <a:pt x="58" y="543"/>
                    <a:pt x="56" y="545"/>
                    <a:pt x="51" y="549"/>
                  </a:cubicBezTo>
                  <a:cubicBezTo>
                    <a:pt x="46" y="554"/>
                    <a:pt x="40" y="560"/>
                    <a:pt x="31" y="569"/>
                  </a:cubicBezTo>
                  <a:cubicBezTo>
                    <a:pt x="18" y="582"/>
                    <a:pt x="15" y="593"/>
                    <a:pt x="15" y="600"/>
                  </a:cubicBezTo>
                  <a:cubicBezTo>
                    <a:pt x="15" y="605"/>
                    <a:pt x="17" y="608"/>
                    <a:pt x="17" y="608"/>
                  </a:cubicBezTo>
                  <a:cubicBezTo>
                    <a:pt x="17" y="608"/>
                    <a:pt x="17" y="608"/>
                    <a:pt x="17" y="608"/>
                  </a:cubicBezTo>
                  <a:cubicBezTo>
                    <a:pt x="17" y="608"/>
                    <a:pt x="17" y="608"/>
                    <a:pt x="17" y="608"/>
                  </a:cubicBezTo>
                  <a:cubicBezTo>
                    <a:pt x="17" y="608"/>
                    <a:pt x="17" y="608"/>
                    <a:pt x="17" y="608"/>
                  </a:cubicBezTo>
                  <a:cubicBezTo>
                    <a:pt x="17" y="609"/>
                    <a:pt x="16" y="610"/>
                    <a:pt x="16" y="611"/>
                  </a:cubicBezTo>
                  <a:cubicBezTo>
                    <a:pt x="15" y="611"/>
                    <a:pt x="14" y="611"/>
                    <a:pt x="14" y="611"/>
                  </a:cubicBezTo>
                  <a:cubicBezTo>
                    <a:pt x="13" y="611"/>
                    <a:pt x="13" y="611"/>
                    <a:pt x="12" y="611"/>
                  </a:cubicBezTo>
                  <a:cubicBezTo>
                    <a:pt x="12" y="611"/>
                    <a:pt x="12" y="611"/>
                    <a:pt x="12" y="611"/>
                  </a:cubicBezTo>
                  <a:cubicBezTo>
                    <a:pt x="11" y="611"/>
                    <a:pt x="11" y="611"/>
                    <a:pt x="11" y="611"/>
                  </a:cubicBezTo>
                  <a:cubicBezTo>
                    <a:pt x="12" y="611"/>
                    <a:pt x="12" y="611"/>
                    <a:pt x="12" y="611"/>
                  </a:cubicBezTo>
                  <a:cubicBezTo>
                    <a:pt x="10" y="608"/>
                    <a:pt x="10" y="604"/>
                    <a:pt x="10" y="600"/>
                  </a:cubicBezTo>
                  <a:cubicBezTo>
                    <a:pt x="10" y="577"/>
                    <a:pt x="36" y="557"/>
                    <a:pt x="46" y="548"/>
                  </a:cubicBezTo>
                  <a:cubicBezTo>
                    <a:pt x="54" y="542"/>
                    <a:pt x="57" y="535"/>
                    <a:pt x="58" y="531"/>
                  </a:cubicBezTo>
                  <a:cubicBezTo>
                    <a:pt x="58" y="531"/>
                    <a:pt x="58" y="531"/>
                    <a:pt x="58" y="531"/>
                  </a:cubicBezTo>
                  <a:cubicBezTo>
                    <a:pt x="58" y="530"/>
                    <a:pt x="58" y="530"/>
                    <a:pt x="58" y="530"/>
                  </a:cubicBezTo>
                  <a:cubicBezTo>
                    <a:pt x="55" y="512"/>
                    <a:pt x="52" y="495"/>
                    <a:pt x="49" y="478"/>
                  </a:cubicBezTo>
                  <a:cubicBezTo>
                    <a:pt x="48" y="478"/>
                    <a:pt x="48" y="478"/>
                    <a:pt x="48" y="478"/>
                  </a:cubicBezTo>
                  <a:cubicBezTo>
                    <a:pt x="44" y="489"/>
                    <a:pt x="34" y="500"/>
                    <a:pt x="25" y="508"/>
                  </a:cubicBezTo>
                  <a:cubicBezTo>
                    <a:pt x="21" y="513"/>
                    <a:pt x="17" y="516"/>
                    <a:pt x="14" y="519"/>
                  </a:cubicBezTo>
                  <a:cubicBezTo>
                    <a:pt x="11" y="521"/>
                    <a:pt x="9" y="523"/>
                    <a:pt x="9" y="523"/>
                  </a:cubicBezTo>
                  <a:cubicBezTo>
                    <a:pt x="9" y="523"/>
                    <a:pt x="9" y="523"/>
                    <a:pt x="9" y="523"/>
                  </a:cubicBezTo>
                  <a:cubicBezTo>
                    <a:pt x="9" y="523"/>
                    <a:pt x="9" y="523"/>
                    <a:pt x="9" y="523"/>
                  </a:cubicBezTo>
                  <a:cubicBezTo>
                    <a:pt x="8" y="523"/>
                    <a:pt x="8" y="523"/>
                    <a:pt x="8" y="523"/>
                  </a:cubicBezTo>
                  <a:cubicBezTo>
                    <a:pt x="8" y="524"/>
                    <a:pt x="6" y="525"/>
                    <a:pt x="5" y="525"/>
                  </a:cubicBezTo>
                  <a:cubicBezTo>
                    <a:pt x="4" y="525"/>
                    <a:pt x="3" y="525"/>
                    <a:pt x="2" y="524"/>
                  </a:cubicBezTo>
                  <a:cubicBezTo>
                    <a:pt x="2" y="524"/>
                    <a:pt x="1" y="523"/>
                    <a:pt x="1" y="522"/>
                  </a:cubicBezTo>
                  <a:cubicBezTo>
                    <a:pt x="1" y="521"/>
                    <a:pt x="2" y="521"/>
                    <a:pt x="2" y="520"/>
                  </a:cubicBezTo>
                  <a:cubicBezTo>
                    <a:pt x="3" y="520"/>
                    <a:pt x="3" y="520"/>
                    <a:pt x="3" y="520"/>
                  </a:cubicBezTo>
                  <a:cubicBezTo>
                    <a:pt x="3" y="519"/>
                    <a:pt x="3" y="519"/>
                    <a:pt x="3" y="519"/>
                  </a:cubicBezTo>
                  <a:cubicBezTo>
                    <a:pt x="3" y="519"/>
                    <a:pt x="3" y="519"/>
                    <a:pt x="3" y="519"/>
                  </a:cubicBezTo>
                  <a:cubicBezTo>
                    <a:pt x="3" y="520"/>
                    <a:pt x="3" y="520"/>
                    <a:pt x="3" y="520"/>
                  </a:cubicBezTo>
                  <a:cubicBezTo>
                    <a:pt x="4" y="519"/>
                    <a:pt x="5" y="518"/>
                    <a:pt x="7" y="517"/>
                  </a:cubicBezTo>
                  <a:cubicBezTo>
                    <a:pt x="13" y="512"/>
                    <a:pt x="24" y="502"/>
                    <a:pt x="34" y="492"/>
                  </a:cubicBezTo>
                  <a:cubicBezTo>
                    <a:pt x="43" y="483"/>
                    <a:pt x="46" y="471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0" y="413"/>
                    <a:pt x="36" y="366"/>
                    <a:pt x="36" y="324"/>
                  </a:cubicBezTo>
                  <a:cubicBezTo>
                    <a:pt x="36" y="208"/>
                    <a:pt x="60" y="127"/>
                    <a:pt x="84" y="76"/>
                  </a:cubicBezTo>
                  <a:cubicBezTo>
                    <a:pt x="96" y="50"/>
                    <a:pt x="108" y="31"/>
                    <a:pt x="117" y="19"/>
                  </a:cubicBezTo>
                  <a:cubicBezTo>
                    <a:pt x="122" y="13"/>
                    <a:pt x="125" y="8"/>
                    <a:pt x="128" y="6"/>
                  </a:cubicBezTo>
                  <a:cubicBezTo>
                    <a:pt x="131" y="3"/>
                    <a:pt x="132" y="1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64" y="102"/>
                    <a:pt x="41" y="226"/>
                    <a:pt x="41" y="335"/>
                  </a:cubicBezTo>
                  <a:cubicBezTo>
                    <a:pt x="41" y="481"/>
                    <a:pt x="82" y="600"/>
                    <a:pt x="82" y="601"/>
                  </a:cubicBezTo>
                  <a:cubicBezTo>
                    <a:pt x="82" y="600"/>
                    <a:pt x="82" y="600"/>
                    <a:pt x="82" y="600"/>
                  </a:cubicBezTo>
                  <a:cubicBezTo>
                    <a:pt x="82" y="600"/>
                    <a:pt x="82" y="600"/>
                    <a:pt x="82" y="60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851">
              <a:extLst>
                <a:ext uri="{FF2B5EF4-FFF2-40B4-BE49-F238E27FC236}">
                  <a16:creationId xmlns:a16="http://schemas.microsoft.com/office/drawing/2014/main" id="{F541C222-4200-4925-9342-A2446F16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64"/>
              <a:ext cx="191" cy="34"/>
            </a:xfrm>
            <a:custGeom>
              <a:avLst/>
              <a:gdLst>
                <a:gd name="T0" fmla="*/ 6 w 180"/>
                <a:gd name="T1" fmla="*/ 16 h 32"/>
                <a:gd name="T2" fmla="*/ 15 w 180"/>
                <a:gd name="T3" fmla="*/ 24 h 32"/>
                <a:gd name="T4" fmla="*/ 215 w 180"/>
                <a:gd name="T5" fmla="*/ 21 h 32"/>
                <a:gd name="T6" fmla="*/ 137 w 180"/>
                <a:gd name="T7" fmla="*/ 38 h 32"/>
                <a:gd name="T8" fmla="*/ 18 w 180"/>
                <a:gd name="T9" fmla="*/ 31 h 32"/>
                <a:gd name="T10" fmla="*/ 1 w 180"/>
                <a:gd name="T11" fmla="*/ 21 h 32"/>
                <a:gd name="T12" fmla="*/ 6 w 180"/>
                <a:gd name="T13" fmla="*/ 1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32">
                  <a:moveTo>
                    <a:pt x="6" y="13"/>
                  </a:moveTo>
                  <a:cubicBezTo>
                    <a:pt x="6" y="13"/>
                    <a:pt x="5" y="21"/>
                    <a:pt x="12" y="21"/>
                  </a:cubicBezTo>
                  <a:cubicBezTo>
                    <a:pt x="18" y="20"/>
                    <a:pt x="154" y="0"/>
                    <a:pt x="180" y="18"/>
                  </a:cubicBezTo>
                  <a:cubicBezTo>
                    <a:pt x="180" y="18"/>
                    <a:pt x="148" y="32"/>
                    <a:pt x="115" y="32"/>
                  </a:cubicBezTo>
                  <a:cubicBezTo>
                    <a:pt x="81" y="32"/>
                    <a:pt x="25" y="24"/>
                    <a:pt x="15" y="25"/>
                  </a:cubicBezTo>
                  <a:cubicBezTo>
                    <a:pt x="6" y="25"/>
                    <a:pt x="0" y="25"/>
                    <a:pt x="1" y="18"/>
                  </a:cubicBezTo>
                  <a:lnTo>
                    <a:pt x="6" y="13"/>
                  </a:lnTo>
                  <a:close/>
                </a:path>
              </a:pathLst>
            </a:custGeom>
            <a:solidFill>
              <a:srgbClr val="636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852">
              <a:extLst>
                <a:ext uri="{FF2B5EF4-FFF2-40B4-BE49-F238E27FC236}">
                  <a16:creationId xmlns:a16="http://schemas.microsoft.com/office/drawing/2014/main" id="{EC11ED23-E43F-4366-88DA-7E9D2DE73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75"/>
              <a:ext cx="192" cy="23"/>
            </a:xfrm>
            <a:custGeom>
              <a:avLst/>
              <a:gdLst>
                <a:gd name="T0" fmla="*/ 6 w 181"/>
                <a:gd name="T1" fmla="*/ 3 h 22"/>
                <a:gd name="T2" fmla="*/ 6 w 181"/>
                <a:gd name="T3" fmla="*/ 4 h 22"/>
                <a:gd name="T4" fmla="*/ 7 w 181"/>
                <a:gd name="T5" fmla="*/ 8 h 22"/>
                <a:gd name="T6" fmla="*/ 14 w 181"/>
                <a:gd name="T7" fmla="*/ 14 h 22"/>
                <a:gd name="T8" fmla="*/ 15 w 181"/>
                <a:gd name="T9" fmla="*/ 14 h 22"/>
                <a:gd name="T10" fmla="*/ 158 w 181"/>
                <a:gd name="T11" fmla="*/ 1 h 22"/>
                <a:gd name="T12" fmla="*/ 215 w 181"/>
                <a:gd name="T13" fmla="*/ 9 h 22"/>
                <a:gd name="T14" fmla="*/ 215 w 181"/>
                <a:gd name="T15" fmla="*/ 8 h 22"/>
                <a:gd name="T16" fmla="*/ 215 w 181"/>
                <a:gd name="T17" fmla="*/ 8 h 22"/>
                <a:gd name="T18" fmla="*/ 209 w 181"/>
                <a:gd name="T19" fmla="*/ 10 h 22"/>
                <a:gd name="T20" fmla="*/ 137 w 181"/>
                <a:gd name="T21" fmla="*/ 24 h 22"/>
                <a:gd name="T22" fmla="*/ 137 w 181"/>
                <a:gd name="T23" fmla="*/ 24 h 22"/>
                <a:gd name="T24" fmla="*/ 19 w 181"/>
                <a:gd name="T25" fmla="*/ 17 h 22"/>
                <a:gd name="T26" fmla="*/ 18 w 181"/>
                <a:gd name="T27" fmla="*/ 17 h 22"/>
                <a:gd name="T28" fmla="*/ 13 w 181"/>
                <a:gd name="T29" fmla="*/ 17 h 22"/>
                <a:gd name="T30" fmla="*/ 3 w 181"/>
                <a:gd name="T31" fmla="*/ 16 h 22"/>
                <a:gd name="T32" fmla="*/ 1 w 181"/>
                <a:gd name="T33" fmla="*/ 10 h 22"/>
                <a:gd name="T34" fmla="*/ 1 w 181"/>
                <a:gd name="T35" fmla="*/ 8 h 22"/>
                <a:gd name="T36" fmla="*/ 1 w 181"/>
                <a:gd name="T37" fmla="*/ 8 h 22"/>
                <a:gd name="T38" fmla="*/ 0 w 181"/>
                <a:gd name="T39" fmla="*/ 8 h 22"/>
                <a:gd name="T40" fmla="*/ 0 w 181"/>
                <a:gd name="T41" fmla="*/ 10 h 22"/>
                <a:gd name="T42" fmla="*/ 3 w 181"/>
                <a:gd name="T43" fmla="*/ 17 h 22"/>
                <a:gd name="T44" fmla="*/ 13 w 181"/>
                <a:gd name="T45" fmla="*/ 18 h 22"/>
                <a:gd name="T46" fmla="*/ 18 w 181"/>
                <a:gd name="T47" fmla="*/ 18 h 22"/>
                <a:gd name="T48" fmla="*/ 19 w 181"/>
                <a:gd name="T49" fmla="*/ 18 h 22"/>
                <a:gd name="T50" fmla="*/ 137 w 181"/>
                <a:gd name="T51" fmla="*/ 25 h 22"/>
                <a:gd name="T52" fmla="*/ 137 w 181"/>
                <a:gd name="T53" fmla="*/ 25 h 22"/>
                <a:gd name="T54" fmla="*/ 216 w 181"/>
                <a:gd name="T55" fmla="*/ 9 h 22"/>
                <a:gd name="T56" fmla="*/ 216 w 181"/>
                <a:gd name="T57" fmla="*/ 8 h 22"/>
                <a:gd name="T58" fmla="*/ 216 w 181"/>
                <a:gd name="T59" fmla="*/ 8 h 22"/>
                <a:gd name="T60" fmla="*/ 158 w 181"/>
                <a:gd name="T61" fmla="*/ 0 h 22"/>
                <a:gd name="T62" fmla="*/ 15 w 181"/>
                <a:gd name="T63" fmla="*/ 10 h 22"/>
                <a:gd name="T64" fmla="*/ 14 w 181"/>
                <a:gd name="T65" fmla="*/ 10 h 22"/>
                <a:gd name="T66" fmla="*/ 7 w 181"/>
                <a:gd name="T67" fmla="*/ 8 h 22"/>
                <a:gd name="T68" fmla="*/ 7 w 181"/>
                <a:gd name="T69" fmla="*/ 4 h 22"/>
                <a:gd name="T70" fmla="*/ 7 w 181"/>
                <a:gd name="T71" fmla="*/ 3 h 22"/>
                <a:gd name="T72" fmla="*/ 6 w 181"/>
                <a:gd name="T73" fmla="*/ 3 h 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1" h="22">
                  <a:moveTo>
                    <a:pt x="6" y="3"/>
                  </a:moveTo>
                  <a:cubicBezTo>
                    <a:pt x="6" y="3"/>
                    <a:pt x="6" y="3"/>
                    <a:pt x="6" y="4"/>
                  </a:cubicBezTo>
                  <a:cubicBezTo>
                    <a:pt x="6" y="5"/>
                    <a:pt x="6" y="7"/>
                    <a:pt x="7" y="8"/>
                  </a:cubicBezTo>
                  <a:cubicBezTo>
                    <a:pt x="7" y="10"/>
                    <a:pt x="9" y="11"/>
                    <a:pt x="11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6" y="11"/>
                    <a:pt x="83" y="1"/>
                    <a:pt x="132" y="1"/>
                  </a:cubicBezTo>
                  <a:cubicBezTo>
                    <a:pt x="154" y="1"/>
                    <a:pt x="172" y="3"/>
                    <a:pt x="180" y="9"/>
                  </a:cubicBezTo>
                  <a:cubicBezTo>
                    <a:pt x="180" y="8"/>
                    <a:pt x="180" y="8"/>
                    <a:pt x="180" y="8"/>
                  </a:cubicBezTo>
                  <a:cubicBezTo>
                    <a:pt x="180" y="8"/>
                    <a:pt x="180" y="8"/>
                    <a:pt x="180" y="8"/>
                  </a:cubicBezTo>
                  <a:cubicBezTo>
                    <a:pt x="180" y="8"/>
                    <a:pt x="178" y="9"/>
                    <a:pt x="175" y="10"/>
                  </a:cubicBezTo>
                  <a:cubicBezTo>
                    <a:pt x="164" y="14"/>
                    <a:pt x="140" y="21"/>
                    <a:pt x="115" y="21"/>
                  </a:cubicBezTo>
                  <a:cubicBezTo>
                    <a:pt x="115" y="21"/>
                    <a:pt x="115" y="21"/>
                    <a:pt x="115" y="21"/>
                  </a:cubicBezTo>
                  <a:cubicBezTo>
                    <a:pt x="82" y="21"/>
                    <a:pt x="27" y="14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3" y="14"/>
                    <a:pt x="11" y="14"/>
                    <a:pt x="10" y="14"/>
                  </a:cubicBezTo>
                  <a:cubicBezTo>
                    <a:pt x="7" y="14"/>
                    <a:pt x="5" y="14"/>
                    <a:pt x="3" y="13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2"/>
                    <a:pt x="1" y="14"/>
                    <a:pt x="3" y="14"/>
                  </a:cubicBezTo>
                  <a:cubicBezTo>
                    <a:pt x="5" y="15"/>
                    <a:pt x="7" y="15"/>
                    <a:pt x="10" y="15"/>
                  </a:cubicBezTo>
                  <a:cubicBezTo>
                    <a:pt x="11" y="15"/>
                    <a:pt x="13" y="15"/>
                    <a:pt x="15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27" y="15"/>
                    <a:pt x="82" y="22"/>
                    <a:pt x="115" y="22"/>
                  </a:cubicBezTo>
                  <a:cubicBezTo>
                    <a:pt x="115" y="22"/>
                    <a:pt x="115" y="22"/>
                    <a:pt x="115" y="22"/>
                  </a:cubicBezTo>
                  <a:cubicBezTo>
                    <a:pt x="149" y="22"/>
                    <a:pt x="181" y="9"/>
                    <a:pt x="181" y="9"/>
                  </a:cubicBezTo>
                  <a:cubicBezTo>
                    <a:pt x="181" y="8"/>
                    <a:pt x="181" y="8"/>
                    <a:pt x="181" y="8"/>
                  </a:cubicBezTo>
                  <a:cubicBezTo>
                    <a:pt x="181" y="8"/>
                    <a:pt x="181" y="8"/>
                    <a:pt x="181" y="8"/>
                  </a:cubicBezTo>
                  <a:cubicBezTo>
                    <a:pt x="172" y="2"/>
                    <a:pt x="154" y="0"/>
                    <a:pt x="132" y="0"/>
                  </a:cubicBezTo>
                  <a:cubicBezTo>
                    <a:pt x="83" y="0"/>
                    <a:pt x="16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8" y="9"/>
                    <a:pt x="7" y="8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853">
              <a:extLst>
                <a:ext uri="{FF2B5EF4-FFF2-40B4-BE49-F238E27FC236}">
                  <a16:creationId xmlns:a16="http://schemas.microsoft.com/office/drawing/2014/main" id="{850B237D-75EA-4C6B-893B-5AA9EA905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709"/>
              <a:ext cx="111" cy="96"/>
            </a:xfrm>
            <a:custGeom>
              <a:avLst/>
              <a:gdLst>
                <a:gd name="T0" fmla="*/ 103 w 105"/>
                <a:gd name="T1" fmla="*/ 28 h 92"/>
                <a:gd name="T2" fmla="*/ 36 w 105"/>
                <a:gd name="T3" fmla="*/ 25 h 92"/>
                <a:gd name="T4" fmla="*/ 60 w 105"/>
                <a:gd name="T5" fmla="*/ 97 h 92"/>
                <a:gd name="T6" fmla="*/ 103 w 105"/>
                <a:gd name="T7" fmla="*/ 28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92">
                  <a:moveTo>
                    <a:pt x="87" y="25"/>
                  </a:moveTo>
                  <a:cubicBezTo>
                    <a:pt x="78" y="13"/>
                    <a:pt x="54" y="0"/>
                    <a:pt x="30" y="22"/>
                  </a:cubicBezTo>
                  <a:cubicBezTo>
                    <a:pt x="0" y="49"/>
                    <a:pt x="21" y="92"/>
                    <a:pt x="51" y="85"/>
                  </a:cubicBezTo>
                  <a:cubicBezTo>
                    <a:pt x="85" y="78"/>
                    <a:pt x="105" y="48"/>
                    <a:pt x="87" y="25"/>
                  </a:cubicBezTo>
                  <a:close/>
                </a:path>
              </a:pathLst>
            </a:custGeom>
            <a:solidFill>
              <a:srgbClr val="A3A2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854">
              <a:extLst>
                <a:ext uri="{FF2B5EF4-FFF2-40B4-BE49-F238E27FC236}">
                  <a16:creationId xmlns:a16="http://schemas.microsoft.com/office/drawing/2014/main" id="{90490223-4AD4-447C-9F01-FE58AC115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719"/>
              <a:ext cx="83" cy="80"/>
            </a:xfrm>
            <a:custGeom>
              <a:avLst/>
              <a:gdLst>
                <a:gd name="T0" fmla="*/ 84 w 79"/>
                <a:gd name="T1" fmla="*/ 18 h 76"/>
                <a:gd name="T2" fmla="*/ 84 w 79"/>
                <a:gd name="T3" fmla="*/ 18 h 76"/>
                <a:gd name="T4" fmla="*/ 48 w 79"/>
                <a:gd name="T5" fmla="*/ 0 h 76"/>
                <a:gd name="T6" fmla="*/ 18 w 79"/>
                <a:gd name="T7" fmla="*/ 14 h 76"/>
                <a:gd name="T8" fmla="*/ 0 w 79"/>
                <a:gd name="T9" fmla="*/ 48 h 76"/>
                <a:gd name="T10" fmla="*/ 9 w 79"/>
                <a:gd name="T11" fmla="*/ 77 h 76"/>
                <a:gd name="T12" fmla="*/ 36 w 79"/>
                <a:gd name="T13" fmla="*/ 88 h 76"/>
                <a:gd name="T14" fmla="*/ 42 w 79"/>
                <a:gd name="T15" fmla="*/ 87 h 76"/>
                <a:gd name="T16" fmla="*/ 91 w 79"/>
                <a:gd name="T17" fmla="*/ 40 h 76"/>
                <a:gd name="T18" fmla="*/ 84 w 79"/>
                <a:gd name="T19" fmla="*/ 18 h 76"/>
                <a:gd name="T20" fmla="*/ 84 w 79"/>
                <a:gd name="T21" fmla="*/ 18 h 76"/>
                <a:gd name="T22" fmla="*/ 84 w 79"/>
                <a:gd name="T23" fmla="*/ 18 h 76"/>
                <a:gd name="T24" fmla="*/ 90 w 79"/>
                <a:gd name="T25" fmla="*/ 40 h 76"/>
                <a:gd name="T26" fmla="*/ 42 w 79"/>
                <a:gd name="T27" fmla="*/ 87 h 76"/>
                <a:gd name="T28" fmla="*/ 36 w 79"/>
                <a:gd name="T29" fmla="*/ 87 h 76"/>
                <a:gd name="T30" fmla="*/ 9 w 79"/>
                <a:gd name="T31" fmla="*/ 76 h 76"/>
                <a:gd name="T32" fmla="*/ 1 w 79"/>
                <a:gd name="T33" fmla="*/ 48 h 76"/>
                <a:gd name="T34" fmla="*/ 18 w 79"/>
                <a:gd name="T35" fmla="*/ 15 h 76"/>
                <a:gd name="T36" fmla="*/ 48 w 79"/>
                <a:gd name="T37" fmla="*/ 1 h 76"/>
                <a:gd name="T38" fmla="*/ 84 w 79"/>
                <a:gd name="T39" fmla="*/ 18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" h="76">
                  <a:moveTo>
                    <a:pt x="72" y="15"/>
                  </a:moveTo>
                  <a:cubicBezTo>
                    <a:pt x="72" y="15"/>
                    <a:pt x="72" y="15"/>
                    <a:pt x="72" y="15"/>
                  </a:cubicBezTo>
                  <a:cubicBezTo>
                    <a:pt x="67" y="8"/>
                    <a:pt x="55" y="0"/>
                    <a:pt x="42" y="0"/>
                  </a:cubicBezTo>
                  <a:cubicBezTo>
                    <a:pt x="33" y="0"/>
                    <a:pt x="24" y="3"/>
                    <a:pt x="15" y="11"/>
                  </a:cubicBezTo>
                  <a:cubicBezTo>
                    <a:pt x="4" y="21"/>
                    <a:pt x="0" y="32"/>
                    <a:pt x="0" y="42"/>
                  </a:cubicBezTo>
                  <a:cubicBezTo>
                    <a:pt x="0" y="51"/>
                    <a:pt x="3" y="60"/>
                    <a:pt x="9" y="66"/>
                  </a:cubicBezTo>
                  <a:cubicBezTo>
                    <a:pt x="14" y="72"/>
                    <a:pt x="21" y="76"/>
                    <a:pt x="30" y="76"/>
                  </a:cubicBezTo>
                  <a:cubicBezTo>
                    <a:pt x="32" y="76"/>
                    <a:pt x="34" y="76"/>
                    <a:pt x="36" y="75"/>
                  </a:cubicBezTo>
                  <a:cubicBezTo>
                    <a:pt x="61" y="70"/>
                    <a:pt x="79" y="52"/>
                    <a:pt x="79" y="34"/>
                  </a:cubicBezTo>
                  <a:cubicBezTo>
                    <a:pt x="79" y="27"/>
                    <a:pt x="77" y="21"/>
                    <a:pt x="72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6" y="21"/>
                    <a:pt x="78" y="27"/>
                    <a:pt x="78" y="34"/>
                  </a:cubicBezTo>
                  <a:cubicBezTo>
                    <a:pt x="78" y="51"/>
                    <a:pt x="61" y="69"/>
                    <a:pt x="36" y="75"/>
                  </a:cubicBezTo>
                  <a:cubicBezTo>
                    <a:pt x="34" y="75"/>
                    <a:pt x="32" y="75"/>
                    <a:pt x="30" y="75"/>
                  </a:cubicBezTo>
                  <a:cubicBezTo>
                    <a:pt x="22" y="75"/>
                    <a:pt x="15" y="71"/>
                    <a:pt x="9" y="65"/>
                  </a:cubicBezTo>
                  <a:cubicBezTo>
                    <a:pt x="4" y="59"/>
                    <a:pt x="1" y="51"/>
                    <a:pt x="1" y="42"/>
                  </a:cubicBezTo>
                  <a:cubicBezTo>
                    <a:pt x="1" y="32"/>
                    <a:pt x="5" y="21"/>
                    <a:pt x="15" y="12"/>
                  </a:cubicBezTo>
                  <a:cubicBezTo>
                    <a:pt x="24" y="4"/>
                    <a:pt x="34" y="1"/>
                    <a:pt x="42" y="1"/>
                  </a:cubicBezTo>
                  <a:cubicBezTo>
                    <a:pt x="55" y="1"/>
                    <a:pt x="66" y="8"/>
                    <a:pt x="72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855">
              <a:extLst>
                <a:ext uri="{FF2B5EF4-FFF2-40B4-BE49-F238E27FC236}">
                  <a16:creationId xmlns:a16="http://schemas.microsoft.com/office/drawing/2014/main" id="{680EBE96-FEB8-4E68-A05A-7A11043A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838"/>
              <a:ext cx="100" cy="109"/>
            </a:xfrm>
            <a:custGeom>
              <a:avLst/>
              <a:gdLst>
                <a:gd name="T0" fmla="*/ 0 w 95"/>
                <a:gd name="T1" fmla="*/ 1 h 104"/>
                <a:gd name="T2" fmla="*/ 111 w 95"/>
                <a:gd name="T3" fmla="*/ 119 h 104"/>
                <a:gd name="T4" fmla="*/ 14 w 95"/>
                <a:gd name="T5" fmla="*/ 27 h 104"/>
                <a:gd name="T6" fmla="*/ 3 w 95"/>
                <a:gd name="T7" fmla="*/ 0 h 104"/>
                <a:gd name="T8" fmla="*/ 0 w 95"/>
                <a:gd name="T9" fmla="*/ 1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04">
                  <a:moveTo>
                    <a:pt x="0" y="1"/>
                  </a:moveTo>
                  <a:cubicBezTo>
                    <a:pt x="0" y="1"/>
                    <a:pt x="5" y="73"/>
                    <a:pt x="95" y="104"/>
                  </a:cubicBezTo>
                  <a:cubicBezTo>
                    <a:pt x="95" y="104"/>
                    <a:pt x="37" y="60"/>
                    <a:pt x="11" y="24"/>
                  </a:cubicBezTo>
                  <a:cubicBezTo>
                    <a:pt x="11" y="24"/>
                    <a:pt x="2" y="1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1A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856">
              <a:extLst>
                <a:ext uri="{FF2B5EF4-FFF2-40B4-BE49-F238E27FC236}">
                  <a16:creationId xmlns:a16="http://schemas.microsoft.com/office/drawing/2014/main" id="{3C6559F7-F263-4376-88EB-C200A785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03"/>
              <a:ext cx="176" cy="68"/>
            </a:xfrm>
            <a:custGeom>
              <a:avLst/>
              <a:gdLst>
                <a:gd name="T0" fmla="*/ 2 w 166"/>
                <a:gd name="T1" fmla="*/ 7 h 64"/>
                <a:gd name="T2" fmla="*/ 14 w 166"/>
                <a:gd name="T3" fmla="*/ 23 h 64"/>
                <a:gd name="T4" fmla="*/ 94 w 166"/>
                <a:gd name="T5" fmla="*/ 49 h 64"/>
                <a:gd name="T6" fmla="*/ 198 w 166"/>
                <a:gd name="T7" fmla="*/ 77 h 64"/>
                <a:gd name="T8" fmla="*/ 119 w 166"/>
                <a:gd name="T9" fmla="*/ 41 h 64"/>
                <a:gd name="T10" fmla="*/ 19 w 166"/>
                <a:gd name="T11" fmla="*/ 20 h 64"/>
                <a:gd name="T12" fmla="*/ 7 w 166"/>
                <a:gd name="T13" fmla="*/ 0 h 64"/>
                <a:gd name="T14" fmla="*/ 2 w 166"/>
                <a:gd name="T15" fmla="*/ 7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4">
                  <a:moveTo>
                    <a:pt x="2" y="7"/>
                  </a:moveTo>
                  <a:cubicBezTo>
                    <a:pt x="2" y="7"/>
                    <a:pt x="0" y="18"/>
                    <a:pt x="11" y="20"/>
                  </a:cubicBezTo>
                  <a:cubicBezTo>
                    <a:pt x="22" y="21"/>
                    <a:pt x="54" y="35"/>
                    <a:pt x="79" y="40"/>
                  </a:cubicBezTo>
                  <a:cubicBezTo>
                    <a:pt x="105" y="46"/>
                    <a:pt x="157" y="56"/>
                    <a:pt x="166" y="64"/>
                  </a:cubicBezTo>
                  <a:cubicBezTo>
                    <a:pt x="166" y="64"/>
                    <a:pt x="159" y="50"/>
                    <a:pt x="100" y="35"/>
                  </a:cubicBezTo>
                  <a:cubicBezTo>
                    <a:pt x="41" y="20"/>
                    <a:pt x="23" y="21"/>
                    <a:pt x="16" y="17"/>
                  </a:cubicBezTo>
                  <a:cubicBezTo>
                    <a:pt x="8" y="13"/>
                    <a:pt x="2" y="9"/>
                    <a:pt x="7" y="0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91A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857">
              <a:extLst>
                <a:ext uri="{FF2B5EF4-FFF2-40B4-BE49-F238E27FC236}">
                  <a16:creationId xmlns:a16="http://schemas.microsoft.com/office/drawing/2014/main" id="{81610CD4-990D-4388-8C06-DC818387D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803"/>
              <a:ext cx="175" cy="68"/>
            </a:xfrm>
            <a:custGeom>
              <a:avLst/>
              <a:gdLst>
                <a:gd name="T0" fmla="*/ 0 w 165"/>
                <a:gd name="T1" fmla="*/ 7 h 64"/>
                <a:gd name="T2" fmla="*/ 0 w 165"/>
                <a:gd name="T3" fmla="*/ 7 h 64"/>
                <a:gd name="T4" fmla="*/ 0 w 165"/>
                <a:gd name="T5" fmla="*/ 12 h 64"/>
                <a:gd name="T6" fmla="*/ 1 w 165"/>
                <a:gd name="T7" fmla="*/ 19 h 64"/>
                <a:gd name="T8" fmla="*/ 12 w 165"/>
                <a:gd name="T9" fmla="*/ 23 h 64"/>
                <a:gd name="T10" fmla="*/ 92 w 165"/>
                <a:gd name="T11" fmla="*/ 50 h 64"/>
                <a:gd name="T12" fmla="*/ 152 w 165"/>
                <a:gd name="T13" fmla="*/ 62 h 64"/>
                <a:gd name="T14" fmla="*/ 179 w 165"/>
                <a:gd name="T15" fmla="*/ 70 h 64"/>
                <a:gd name="T16" fmla="*/ 196 w 165"/>
                <a:gd name="T17" fmla="*/ 77 h 64"/>
                <a:gd name="T18" fmla="*/ 196 w 165"/>
                <a:gd name="T19" fmla="*/ 77 h 64"/>
                <a:gd name="T20" fmla="*/ 197 w 165"/>
                <a:gd name="T21" fmla="*/ 75 h 64"/>
                <a:gd name="T22" fmla="*/ 117 w 165"/>
                <a:gd name="T23" fmla="*/ 40 h 64"/>
                <a:gd name="T24" fmla="*/ 43 w 165"/>
                <a:gd name="T25" fmla="*/ 24 h 64"/>
                <a:gd name="T26" fmla="*/ 17 w 165"/>
                <a:gd name="T27" fmla="*/ 20 h 64"/>
                <a:gd name="T28" fmla="*/ 6 w 165"/>
                <a:gd name="T29" fmla="*/ 15 h 64"/>
                <a:gd name="T30" fmla="*/ 3 w 165"/>
                <a:gd name="T31" fmla="*/ 6 h 64"/>
                <a:gd name="T32" fmla="*/ 5 w 165"/>
                <a:gd name="T33" fmla="*/ 0 h 64"/>
                <a:gd name="T34" fmla="*/ 5 w 165"/>
                <a:gd name="T35" fmla="*/ 0 h 64"/>
                <a:gd name="T36" fmla="*/ 4 w 165"/>
                <a:gd name="T37" fmla="*/ 0 h 64"/>
                <a:gd name="T38" fmla="*/ 0 w 165"/>
                <a:gd name="T39" fmla="*/ 6 h 64"/>
                <a:gd name="T40" fmla="*/ 0 w 165"/>
                <a:gd name="T41" fmla="*/ 7 h 64"/>
                <a:gd name="T42" fmla="*/ 0 w 165"/>
                <a:gd name="T43" fmla="*/ 7 h 64"/>
                <a:gd name="T44" fmla="*/ 1 w 165"/>
                <a:gd name="T45" fmla="*/ 7 h 64"/>
                <a:gd name="T46" fmla="*/ 5 w 165"/>
                <a:gd name="T47" fmla="*/ 0 h 64"/>
                <a:gd name="T48" fmla="*/ 5 w 165"/>
                <a:gd name="T49" fmla="*/ 0 h 64"/>
                <a:gd name="T50" fmla="*/ 4 w 165"/>
                <a:gd name="T51" fmla="*/ 0 h 64"/>
                <a:gd name="T52" fmla="*/ 2 w 165"/>
                <a:gd name="T53" fmla="*/ 6 h 64"/>
                <a:gd name="T54" fmla="*/ 6 w 165"/>
                <a:gd name="T55" fmla="*/ 16 h 64"/>
                <a:gd name="T56" fmla="*/ 16 w 165"/>
                <a:gd name="T57" fmla="*/ 21 h 64"/>
                <a:gd name="T58" fmla="*/ 42 w 165"/>
                <a:gd name="T59" fmla="*/ 26 h 64"/>
                <a:gd name="T60" fmla="*/ 117 w 165"/>
                <a:gd name="T61" fmla="*/ 41 h 64"/>
                <a:gd name="T62" fmla="*/ 182 w 165"/>
                <a:gd name="T63" fmla="*/ 66 h 64"/>
                <a:gd name="T64" fmla="*/ 193 w 165"/>
                <a:gd name="T65" fmla="*/ 74 h 64"/>
                <a:gd name="T66" fmla="*/ 194 w 165"/>
                <a:gd name="T67" fmla="*/ 75 h 64"/>
                <a:gd name="T68" fmla="*/ 196 w 165"/>
                <a:gd name="T69" fmla="*/ 77 h 64"/>
                <a:gd name="T70" fmla="*/ 196 w 165"/>
                <a:gd name="T71" fmla="*/ 77 h 64"/>
                <a:gd name="T72" fmla="*/ 196 w 165"/>
                <a:gd name="T73" fmla="*/ 77 h 64"/>
                <a:gd name="T74" fmla="*/ 196 w 165"/>
                <a:gd name="T75" fmla="*/ 75 h 64"/>
                <a:gd name="T76" fmla="*/ 179 w 165"/>
                <a:gd name="T77" fmla="*/ 69 h 64"/>
                <a:gd name="T78" fmla="*/ 92 w 165"/>
                <a:gd name="T79" fmla="*/ 49 h 64"/>
                <a:gd name="T80" fmla="*/ 12 w 165"/>
                <a:gd name="T81" fmla="*/ 22 h 64"/>
                <a:gd name="T82" fmla="*/ 2 w 165"/>
                <a:gd name="T83" fmla="*/ 18 h 64"/>
                <a:gd name="T84" fmla="*/ 1 w 165"/>
                <a:gd name="T85" fmla="*/ 12 h 64"/>
                <a:gd name="T86" fmla="*/ 1 w 165"/>
                <a:gd name="T87" fmla="*/ 7 h 64"/>
                <a:gd name="T88" fmla="*/ 0 w 165"/>
                <a:gd name="T89" fmla="*/ 7 h 64"/>
                <a:gd name="T90" fmla="*/ 1 w 165"/>
                <a:gd name="T91" fmla="*/ 7 h 64"/>
                <a:gd name="T92" fmla="*/ 0 w 165"/>
                <a:gd name="T93" fmla="*/ 7 h 6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65" h="64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1"/>
                    <a:pt x="0" y="13"/>
                    <a:pt x="1" y="16"/>
                  </a:cubicBezTo>
                  <a:cubicBezTo>
                    <a:pt x="3" y="18"/>
                    <a:pt x="5" y="20"/>
                    <a:pt x="9" y="20"/>
                  </a:cubicBezTo>
                  <a:cubicBezTo>
                    <a:pt x="19" y="22"/>
                    <a:pt x="52" y="35"/>
                    <a:pt x="77" y="41"/>
                  </a:cubicBezTo>
                  <a:cubicBezTo>
                    <a:pt x="90" y="43"/>
                    <a:pt x="109" y="47"/>
                    <a:pt x="127" y="52"/>
                  </a:cubicBezTo>
                  <a:cubicBezTo>
                    <a:pt x="135" y="54"/>
                    <a:pt x="144" y="56"/>
                    <a:pt x="150" y="58"/>
                  </a:cubicBezTo>
                  <a:cubicBezTo>
                    <a:pt x="157" y="60"/>
                    <a:pt x="162" y="62"/>
                    <a:pt x="164" y="64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4" y="63"/>
                    <a:pt x="158" y="49"/>
                    <a:pt x="98" y="34"/>
                  </a:cubicBezTo>
                  <a:cubicBezTo>
                    <a:pt x="69" y="27"/>
                    <a:pt x="50" y="23"/>
                    <a:pt x="37" y="21"/>
                  </a:cubicBezTo>
                  <a:cubicBezTo>
                    <a:pt x="24" y="19"/>
                    <a:pt x="17" y="19"/>
                    <a:pt x="14" y="17"/>
                  </a:cubicBezTo>
                  <a:cubicBezTo>
                    <a:pt x="11" y="15"/>
                    <a:pt x="8" y="14"/>
                    <a:pt x="6" y="12"/>
                  </a:cubicBezTo>
                  <a:cubicBezTo>
                    <a:pt x="5" y="10"/>
                    <a:pt x="3" y="8"/>
                    <a:pt x="3" y="6"/>
                  </a:cubicBezTo>
                  <a:cubicBezTo>
                    <a:pt x="3" y="4"/>
                    <a:pt x="4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2" y="4"/>
                    <a:pt x="2" y="6"/>
                  </a:cubicBezTo>
                  <a:cubicBezTo>
                    <a:pt x="2" y="9"/>
                    <a:pt x="4" y="11"/>
                    <a:pt x="6" y="13"/>
                  </a:cubicBezTo>
                  <a:cubicBezTo>
                    <a:pt x="8" y="15"/>
                    <a:pt x="11" y="16"/>
                    <a:pt x="13" y="18"/>
                  </a:cubicBezTo>
                  <a:cubicBezTo>
                    <a:pt x="17" y="20"/>
                    <a:pt x="24" y="20"/>
                    <a:pt x="36" y="22"/>
                  </a:cubicBezTo>
                  <a:cubicBezTo>
                    <a:pt x="49" y="24"/>
                    <a:pt x="69" y="28"/>
                    <a:pt x="98" y="35"/>
                  </a:cubicBezTo>
                  <a:cubicBezTo>
                    <a:pt x="128" y="43"/>
                    <a:pt x="144" y="50"/>
                    <a:pt x="153" y="55"/>
                  </a:cubicBezTo>
                  <a:cubicBezTo>
                    <a:pt x="158" y="58"/>
                    <a:pt x="160" y="60"/>
                    <a:pt x="162" y="62"/>
                  </a:cubicBezTo>
                  <a:cubicBezTo>
                    <a:pt x="163" y="62"/>
                    <a:pt x="163" y="63"/>
                    <a:pt x="163" y="63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2" y="61"/>
                    <a:pt x="157" y="59"/>
                    <a:pt x="150" y="57"/>
                  </a:cubicBezTo>
                  <a:cubicBezTo>
                    <a:pt x="131" y="51"/>
                    <a:pt x="96" y="44"/>
                    <a:pt x="77" y="40"/>
                  </a:cubicBezTo>
                  <a:cubicBezTo>
                    <a:pt x="52" y="35"/>
                    <a:pt x="20" y="21"/>
                    <a:pt x="9" y="19"/>
                  </a:cubicBezTo>
                  <a:cubicBezTo>
                    <a:pt x="5" y="19"/>
                    <a:pt x="3" y="17"/>
                    <a:pt x="2" y="15"/>
                  </a:cubicBezTo>
                  <a:cubicBezTo>
                    <a:pt x="1" y="13"/>
                    <a:pt x="1" y="11"/>
                    <a:pt x="1" y="9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858">
              <a:extLst>
                <a:ext uri="{FF2B5EF4-FFF2-40B4-BE49-F238E27FC236}">
                  <a16:creationId xmlns:a16="http://schemas.microsoft.com/office/drawing/2014/main" id="{DFE723C0-77A4-4C3B-9A04-390D57C80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793"/>
              <a:ext cx="164" cy="124"/>
            </a:xfrm>
            <a:custGeom>
              <a:avLst/>
              <a:gdLst>
                <a:gd name="T0" fmla="*/ 15 w 155"/>
                <a:gd name="T1" fmla="*/ 3 h 118"/>
                <a:gd name="T2" fmla="*/ 7 w 155"/>
                <a:gd name="T3" fmla="*/ 13 h 118"/>
                <a:gd name="T4" fmla="*/ 33 w 155"/>
                <a:gd name="T5" fmla="*/ 46 h 118"/>
                <a:gd name="T6" fmla="*/ 184 w 155"/>
                <a:gd name="T7" fmla="*/ 107 h 118"/>
                <a:gd name="T8" fmla="*/ 53 w 155"/>
                <a:gd name="T9" fmla="*/ 51 h 118"/>
                <a:gd name="T10" fmla="*/ 12 w 155"/>
                <a:gd name="T11" fmla="*/ 18 h 118"/>
                <a:gd name="T12" fmla="*/ 19 w 155"/>
                <a:gd name="T13" fmla="*/ 0 h 118"/>
                <a:gd name="T14" fmla="*/ 15 w 155"/>
                <a:gd name="T15" fmla="*/ 3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18">
                  <a:moveTo>
                    <a:pt x="12" y="3"/>
                  </a:moveTo>
                  <a:cubicBezTo>
                    <a:pt x="12" y="3"/>
                    <a:pt x="9" y="7"/>
                    <a:pt x="7" y="10"/>
                  </a:cubicBezTo>
                  <a:cubicBezTo>
                    <a:pt x="7" y="10"/>
                    <a:pt x="0" y="14"/>
                    <a:pt x="27" y="40"/>
                  </a:cubicBezTo>
                  <a:cubicBezTo>
                    <a:pt x="53" y="65"/>
                    <a:pt x="94" y="118"/>
                    <a:pt x="155" y="92"/>
                  </a:cubicBezTo>
                  <a:cubicBezTo>
                    <a:pt x="155" y="92"/>
                    <a:pt x="82" y="81"/>
                    <a:pt x="44" y="45"/>
                  </a:cubicBezTo>
                  <a:cubicBezTo>
                    <a:pt x="25" y="27"/>
                    <a:pt x="12" y="23"/>
                    <a:pt x="9" y="15"/>
                  </a:cubicBezTo>
                  <a:cubicBezTo>
                    <a:pt x="7" y="8"/>
                    <a:pt x="11" y="7"/>
                    <a:pt x="16" y="0"/>
                  </a:cubicBezTo>
                  <a:lnTo>
                    <a:pt x="12" y="3"/>
                  </a:lnTo>
                  <a:close/>
                </a:path>
              </a:pathLst>
            </a:custGeom>
            <a:solidFill>
              <a:srgbClr val="5A66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859">
              <a:extLst>
                <a:ext uri="{FF2B5EF4-FFF2-40B4-BE49-F238E27FC236}">
                  <a16:creationId xmlns:a16="http://schemas.microsoft.com/office/drawing/2014/main" id="{CE02F856-D3FC-43C8-A9D3-64409577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838"/>
              <a:ext cx="100" cy="110"/>
            </a:xfrm>
            <a:custGeom>
              <a:avLst/>
              <a:gdLst>
                <a:gd name="T0" fmla="*/ 0 w 95"/>
                <a:gd name="T1" fmla="*/ 1 h 105"/>
                <a:gd name="T2" fmla="*/ 0 w 95"/>
                <a:gd name="T3" fmla="*/ 1 h 105"/>
                <a:gd name="T4" fmla="*/ 111 w 95"/>
                <a:gd name="T5" fmla="*/ 120 h 105"/>
                <a:gd name="T6" fmla="*/ 111 w 95"/>
                <a:gd name="T7" fmla="*/ 119 h 105"/>
                <a:gd name="T8" fmla="*/ 111 w 95"/>
                <a:gd name="T9" fmla="*/ 119 h 105"/>
                <a:gd name="T10" fmla="*/ 101 w 95"/>
                <a:gd name="T11" fmla="*/ 111 h 105"/>
                <a:gd name="T12" fmla="*/ 14 w 95"/>
                <a:gd name="T13" fmla="*/ 27 h 105"/>
                <a:gd name="T14" fmla="*/ 14 w 95"/>
                <a:gd name="T15" fmla="*/ 27 h 105"/>
                <a:gd name="T16" fmla="*/ 14 w 95"/>
                <a:gd name="T17" fmla="*/ 27 h 105"/>
                <a:gd name="T18" fmla="*/ 13 w 95"/>
                <a:gd name="T19" fmla="*/ 25 h 105"/>
                <a:gd name="T20" fmla="*/ 3 w 95"/>
                <a:gd name="T21" fmla="*/ 2 h 105"/>
                <a:gd name="T22" fmla="*/ 3 w 95"/>
                <a:gd name="T23" fmla="*/ 0 h 105"/>
                <a:gd name="T24" fmla="*/ 3 w 95"/>
                <a:gd name="T25" fmla="*/ 0 h 105"/>
                <a:gd name="T26" fmla="*/ 3 w 95"/>
                <a:gd name="T27" fmla="*/ 0 h 105"/>
                <a:gd name="T28" fmla="*/ 0 w 95"/>
                <a:gd name="T29" fmla="*/ 1 h 105"/>
                <a:gd name="T30" fmla="*/ 0 w 95"/>
                <a:gd name="T31" fmla="*/ 1 h 105"/>
                <a:gd name="T32" fmla="*/ 0 w 95"/>
                <a:gd name="T33" fmla="*/ 1 h 105"/>
                <a:gd name="T34" fmla="*/ 0 w 95"/>
                <a:gd name="T35" fmla="*/ 2 h 105"/>
                <a:gd name="T36" fmla="*/ 3 w 95"/>
                <a:gd name="T37" fmla="*/ 1 h 105"/>
                <a:gd name="T38" fmla="*/ 3 w 95"/>
                <a:gd name="T39" fmla="*/ 0 h 105"/>
                <a:gd name="T40" fmla="*/ 2 w 95"/>
                <a:gd name="T41" fmla="*/ 0 h 105"/>
                <a:gd name="T42" fmla="*/ 2 w 95"/>
                <a:gd name="T43" fmla="*/ 2 h 105"/>
                <a:gd name="T44" fmla="*/ 14 w 95"/>
                <a:gd name="T45" fmla="*/ 28 h 105"/>
                <a:gd name="T46" fmla="*/ 14 w 95"/>
                <a:gd name="T47" fmla="*/ 28 h 105"/>
                <a:gd name="T48" fmla="*/ 109 w 95"/>
                <a:gd name="T49" fmla="*/ 120 h 105"/>
                <a:gd name="T50" fmla="*/ 111 w 95"/>
                <a:gd name="T51" fmla="*/ 119 h 105"/>
                <a:gd name="T52" fmla="*/ 111 w 95"/>
                <a:gd name="T53" fmla="*/ 119 h 105"/>
                <a:gd name="T54" fmla="*/ 17 w 95"/>
                <a:gd name="T55" fmla="*/ 47 h 105"/>
                <a:gd name="T56" fmla="*/ 3 w 95"/>
                <a:gd name="T57" fmla="*/ 16 h 105"/>
                <a:gd name="T58" fmla="*/ 1 w 95"/>
                <a:gd name="T59" fmla="*/ 4 h 105"/>
                <a:gd name="T60" fmla="*/ 1 w 95"/>
                <a:gd name="T61" fmla="*/ 1 h 105"/>
                <a:gd name="T62" fmla="*/ 0 w 95"/>
                <a:gd name="T63" fmla="*/ 1 h 105"/>
                <a:gd name="T64" fmla="*/ 0 w 95"/>
                <a:gd name="T65" fmla="*/ 2 h 105"/>
                <a:gd name="T66" fmla="*/ 0 w 95"/>
                <a:gd name="T67" fmla="*/ 1 h 10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5" h="10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4" y="73"/>
                    <a:pt x="95" y="105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1" y="101"/>
                    <a:pt x="86" y="96"/>
                  </a:cubicBezTo>
                  <a:cubicBezTo>
                    <a:pt x="68" y="82"/>
                    <a:pt x="31" y="50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3"/>
                    <a:pt x="10" y="22"/>
                  </a:cubicBezTo>
                  <a:cubicBezTo>
                    <a:pt x="8" y="18"/>
                    <a:pt x="3" y="9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11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37" y="60"/>
                    <a:pt x="94" y="105"/>
                    <a:pt x="94" y="105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50" y="88"/>
                    <a:pt x="26" y="63"/>
                    <a:pt x="14" y="41"/>
                  </a:cubicBezTo>
                  <a:cubicBezTo>
                    <a:pt x="8" y="30"/>
                    <a:pt x="4" y="20"/>
                    <a:pt x="3" y="13"/>
                  </a:cubicBezTo>
                  <a:cubicBezTo>
                    <a:pt x="2" y="9"/>
                    <a:pt x="1" y="7"/>
                    <a:pt x="1" y="4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860">
              <a:extLst>
                <a:ext uri="{FF2B5EF4-FFF2-40B4-BE49-F238E27FC236}">
                  <a16:creationId xmlns:a16="http://schemas.microsoft.com/office/drawing/2014/main" id="{F33363ED-9874-4161-B65A-668A56D99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792"/>
              <a:ext cx="159" cy="106"/>
            </a:xfrm>
            <a:custGeom>
              <a:avLst/>
              <a:gdLst>
                <a:gd name="T0" fmla="*/ 7 w 150"/>
                <a:gd name="T1" fmla="*/ 4 h 101"/>
                <a:gd name="T2" fmla="*/ 7 w 150"/>
                <a:gd name="T3" fmla="*/ 4 h 101"/>
                <a:gd name="T4" fmla="*/ 1 w 150"/>
                <a:gd name="T5" fmla="*/ 14 h 101"/>
                <a:gd name="T6" fmla="*/ 2 w 150"/>
                <a:gd name="T7" fmla="*/ 14 h 101"/>
                <a:gd name="T8" fmla="*/ 1 w 150"/>
                <a:gd name="T9" fmla="*/ 14 h 101"/>
                <a:gd name="T10" fmla="*/ 0 w 150"/>
                <a:gd name="T11" fmla="*/ 16 h 101"/>
                <a:gd name="T12" fmla="*/ 24 w 150"/>
                <a:gd name="T13" fmla="*/ 47 h 101"/>
                <a:gd name="T14" fmla="*/ 139 w 150"/>
                <a:gd name="T15" fmla="*/ 116 h 101"/>
                <a:gd name="T16" fmla="*/ 179 w 150"/>
                <a:gd name="T17" fmla="*/ 108 h 101"/>
                <a:gd name="T18" fmla="*/ 179 w 150"/>
                <a:gd name="T19" fmla="*/ 108 h 101"/>
                <a:gd name="T20" fmla="*/ 179 w 150"/>
                <a:gd name="T21" fmla="*/ 108 h 101"/>
                <a:gd name="T22" fmla="*/ 164 w 150"/>
                <a:gd name="T23" fmla="*/ 104 h 101"/>
                <a:gd name="T24" fmla="*/ 46 w 150"/>
                <a:gd name="T25" fmla="*/ 52 h 101"/>
                <a:gd name="T26" fmla="*/ 19 w 150"/>
                <a:gd name="T27" fmla="*/ 30 h 101"/>
                <a:gd name="T28" fmla="*/ 5 w 150"/>
                <a:gd name="T29" fmla="*/ 19 h 101"/>
                <a:gd name="T30" fmla="*/ 4 w 150"/>
                <a:gd name="T31" fmla="*/ 16 h 101"/>
                <a:gd name="T32" fmla="*/ 6 w 150"/>
                <a:gd name="T33" fmla="*/ 7 h 101"/>
                <a:gd name="T34" fmla="*/ 14 w 150"/>
                <a:gd name="T35" fmla="*/ 1 h 101"/>
                <a:gd name="T36" fmla="*/ 14 w 150"/>
                <a:gd name="T37" fmla="*/ 0 h 101"/>
                <a:gd name="T38" fmla="*/ 13 w 150"/>
                <a:gd name="T39" fmla="*/ 0 h 101"/>
                <a:gd name="T40" fmla="*/ 7 w 150"/>
                <a:gd name="T41" fmla="*/ 4 h 101"/>
                <a:gd name="T42" fmla="*/ 7 w 150"/>
                <a:gd name="T43" fmla="*/ 4 h 101"/>
                <a:gd name="T44" fmla="*/ 7 w 150"/>
                <a:gd name="T45" fmla="*/ 5 h 101"/>
                <a:gd name="T46" fmla="*/ 14 w 150"/>
                <a:gd name="T47" fmla="*/ 1 h 101"/>
                <a:gd name="T48" fmla="*/ 14 w 150"/>
                <a:gd name="T49" fmla="*/ 1 h 101"/>
                <a:gd name="T50" fmla="*/ 13 w 150"/>
                <a:gd name="T51" fmla="*/ 0 h 101"/>
                <a:gd name="T52" fmla="*/ 5 w 150"/>
                <a:gd name="T53" fmla="*/ 7 h 101"/>
                <a:gd name="T54" fmla="*/ 3 w 150"/>
                <a:gd name="T55" fmla="*/ 16 h 101"/>
                <a:gd name="T56" fmla="*/ 4 w 150"/>
                <a:gd name="T57" fmla="*/ 20 h 101"/>
                <a:gd name="T58" fmla="*/ 18 w 150"/>
                <a:gd name="T59" fmla="*/ 31 h 101"/>
                <a:gd name="T60" fmla="*/ 46 w 150"/>
                <a:gd name="T61" fmla="*/ 52 h 101"/>
                <a:gd name="T62" fmla="*/ 179 w 150"/>
                <a:gd name="T63" fmla="*/ 108 h 101"/>
                <a:gd name="T64" fmla="*/ 179 w 150"/>
                <a:gd name="T65" fmla="*/ 108 h 101"/>
                <a:gd name="T66" fmla="*/ 179 w 150"/>
                <a:gd name="T67" fmla="*/ 108 h 101"/>
                <a:gd name="T68" fmla="*/ 139 w 150"/>
                <a:gd name="T69" fmla="*/ 115 h 101"/>
                <a:gd name="T70" fmla="*/ 25 w 150"/>
                <a:gd name="T71" fmla="*/ 46 h 101"/>
                <a:gd name="T72" fmla="*/ 1 w 150"/>
                <a:gd name="T73" fmla="*/ 16 h 101"/>
                <a:gd name="T74" fmla="*/ 2 w 150"/>
                <a:gd name="T75" fmla="*/ 15 h 101"/>
                <a:gd name="T76" fmla="*/ 2 w 150"/>
                <a:gd name="T77" fmla="*/ 15 h 101"/>
                <a:gd name="T78" fmla="*/ 2 w 150"/>
                <a:gd name="T79" fmla="*/ 15 h 101"/>
                <a:gd name="T80" fmla="*/ 2 w 150"/>
                <a:gd name="T81" fmla="*/ 15 h 101"/>
                <a:gd name="T82" fmla="*/ 2 w 150"/>
                <a:gd name="T83" fmla="*/ 15 h 101"/>
                <a:gd name="T84" fmla="*/ 2 w 150"/>
                <a:gd name="T85" fmla="*/ 15 h 101"/>
                <a:gd name="T86" fmla="*/ 2 w 150"/>
                <a:gd name="T87" fmla="*/ 15 h 101"/>
                <a:gd name="T88" fmla="*/ 2 w 150"/>
                <a:gd name="T89" fmla="*/ 15 h 101"/>
                <a:gd name="T90" fmla="*/ 2 w 150"/>
                <a:gd name="T91" fmla="*/ 14 h 101"/>
                <a:gd name="T92" fmla="*/ 5 w 150"/>
                <a:gd name="T93" fmla="*/ 7 h 101"/>
                <a:gd name="T94" fmla="*/ 7 w 150"/>
                <a:gd name="T95" fmla="*/ 5 h 101"/>
                <a:gd name="T96" fmla="*/ 7 w 150"/>
                <a:gd name="T97" fmla="*/ 4 h 10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0" h="101"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3" y="8"/>
                    <a:pt x="1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0" y="11"/>
                    <a:pt x="0" y="13"/>
                  </a:cubicBezTo>
                  <a:cubicBezTo>
                    <a:pt x="0" y="16"/>
                    <a:pt x="3" y="24"/>
                    <a:pt x="21" y="41"/>
                  </a:cubicBezTo>
                  <a:cubicBezTo>
                    <a:pt x="43" y="62"/>
                    <a:pt x="73" y="101"/>
                    <a:pt x="117" y="101"/>
                  </a:cubicBezTo>
                  <a:cubicBezTo>
                    <a:pt x="127" y="101"/>
                    <a:pt x="138" y="98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45" y="92"/>
                    <a:pt x="138" y="90"/>
                  </a:cubicBezTo>
                  <a:cubicBezTo>
                    <a:pt x="116" y="85"/>
                    <a:pt x="68" y="73"/>
                    <a:pt x="39" y="46"/>
                  </a:cubicBezTo>
                  <a:cubicBezTo>
                    <a:pt x="30" y="37"/>
                    <a:pt x="22" y="31"/>
                    <a:pt x="16" y="27"/>
                  </a:cubicBezTo>
                  <a:cubicBezTo>
                    <a:pt x="10" y="23"/>
                    <a:pt x="6" y="20"/>
                    <a:pt x="5" y="16"/>
                  </a:cubicBezTo>
                  <a:cubicBezTo>
                    <a:pt x="4" y="15"/>
                    <a:pt x="4" y="14"/>
                    <a:pt x="4" y="13"/>
                  </a:cubicBezTo>
                  <a:cubicBezTo>
                    <a:pt x="4" y="11"/>
                    <a:pt x="5" y="9"/>
                    <a:pt x="6" y="7"/>
                  </a:cubicBezTo>
                  <a:cubicBezTo>
                    <a:pt x="8" y="6"/>
                    <a:pt x="9" y="4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3"/>
                    <a:pt x="7" y="5"/>
                    <a:pt x="5" y="7"/>
                  </a:cubicBezTo>
                  <a:cubicBezTo>
                    <a:pt x="4" y="9"/>
                    <a:pt x="3" y="10"/>
                    <a:pt x="3" y="13"/>
                  </a:cubicBezTo>
                  <a:cubicBezTo>
                    <a:pt x="3" y="14"/>
                    <a:pt x="3" y="15"/>
                    <a:pt x="4" y="17"/>
                  </a:cubicBezTo>
                  <a:cubicBezTo>
                    <a:pt x="5" y="20"/>
                    <a:pt x="9" y="23"/>
                    <a:pt x="15" y="28"/>
                  </a:cubicBezTo>
                  <a:cubicBezTo>
                    <a:pt x="21" y="32"/>
                    <a:pt x="29" y="38"/>
                    <a:pt x="39" y="46"/>
                  </a:cubicBezTo>
                  <a:cubicBezTo>
                    <a:pt x="77" y="82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38" y="98"/>
                    <a:pt x="127" y="100"/>
                    <a:pt x="117" y="100"/>
                  </a:cubicBezTo>
                  <a:cubicBezTo>
                    <a:pt x="74" y="100"/>
                    <a:pt x="43" y="61"/>
                    <a:pt x="22" y="40"/>
                  </a:cubicBezTo>
                  <a:cubicBezTo>
                    <a:pt x="4" y="23"/>
                    <a:pt x="1" y="16"/>
                    <a:pt x="1" y="13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0"/>
                    <a:pt x="4" y="8"/>
                    <a:pt x="5" y="7"/>
                  </a:cubicBezTo>
                  <a:cubicBezTo>
                    <a:pt x="7" y="6"/>
                    <a:pt x="7" y="5"/>
                    <a:pt x="7" y="5"/>
                  </a:cubicBezTo>
                  <a:lnTo>
                    <a:pt x="7" y="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861">
              <a:extLst>
                <a:ext uri="{FF2B5EF4-FFF2-40B4-BE49-F238E27FC236}">
                  <a16:creationId xmlns:a16="http://schemas.microsoft.com/office/drawing/2014/main" id="{C62261E8-3577-4363-80D4-D7C511AB0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531"/>
              <a:ext cx="41" cy="111"/>
            </a:xfrm>
            <a:custGeom>
              <a:avLst/>
              <a:gdLst>
                <a:gd name="T0" fmla="*/ 23 w 39"/>
                <a:gd name="T1" fmla="*/ 0 h 106"/>
                <a:gd name="T2" fmla="*/ 23 w 39"/>
                <a:gd name="T3" fmla="*/ 9 h 106"/>
                <a:gd name="T4" fmla="*/ 28 w 39"/>
                <a:gd name="T5" fmla="*/ 51 h 106"/>
                <a:gd name="T6" fmla="*/ 1 w 39"/>
                <a:gd name="T7" fmla="*/ 67 h 106"/>
                <a:gd name="T8" fmla="*/ 0 w 39"/>
                <a:gd name="T9" fmla="*/ 73 h 106"/>
                <a:gd name="T10" fmla="*/ 18 w 39"/>
                <a:gd name="T11" fmla="*/ 74 h 106"/>
                <a:gd name="T12" fmla="*/ 13 w 39"/>
                <a:gd name="T13" fmla="*/ 98 h 106"/>
                <a:gd name="T14" fmla="*/ 2 w 39"/>
                <a:gd name="T15" fmla="*/ 115 h 106"/>
                <a:gd name="T16" fmla="*/ 15 w 39"/>
                <a:gd name="T17" fmla="*/ 121 h 106"/>
                <a:gd name="T18" fmla="*/ 17 w 39"/>
                <a:gd name="T19" fmla="*/ 95 h 106"/>
                <a:gd name="T20" fmla="*/ 41 w 39"/>
                <a:gd name="T21" fmla="*/ 40 h 106"/>
                <a:gd name="T22" fmla="*/ 23 w 39"/>
                <a:gd name="T23" fmla="*/ 0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06">
                  <a:moveTo>
                    <a:pt x="20" y="0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38" y="21"/>
                    <a:pt x="25" y="45"/>
                  </a:cubicBezTo>
                  <a:cubicBezTo>
                    <a:pt x="13" y="70"/>
                    <a:pt x="7" y="61"/>
                    <a:pt x="1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10" y="68"/>
                    <a:pt x="15" y="65"/>
                  </a:cubicBezTo>
                  <a:cubicBezTo>
                    <a:pt x="15" y="65"/>
                    <a:pt x="11" y="79"/>
                    <a:pt x="10" y="86"/>
                  </a:cubicBezTo>
                  <a:cubicBezTo>
                    <a:pt x="9" y="93"/>
                    <a:pt x="5" y="100"/>
                    <a:pt x="2" y="100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12" y="106"/>
                    <a:pt x="11" y="96"/>
                    <a:pt x="14" y="83"/>
                  </a:cubicBezTo>
                  <a:cubicBezTo>
                    <a:pt x="17" y="70"/>
                    <a:pt x="32" y="48"/>
                    <a:pt x="35" y="34"/>
                  </a:cubicBezTo>
                  <a:cubicBezTo>
                    <a:pt x="39" y="13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E2E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862">
              <a:extLst>
                <a:ext uri="{FF2B5EF4-FFF2-40B4-BE49-F238E27FC236}">
                  <a16:creationId xmlns:a16="http://schemas.microsoft.com/office/drawing/2014/main" id="{AC45CCAD-F191-4E0A-AC40-0F16DFE01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530"/>
              <a:ext cx="38" cy="113"/>
            </a:xfrm>
            <a:custGeom>
              <a:avLst/>
              <a:gdLst>
                <a:gd name="T0" fmla="*/ 23 w 36"/>
                <a:gd name="T1" fmla="*/ 14 h 108"/>
                <a:gd name="T2" fmla="*/ 29 w 36"/>
                <a:gd name="T3" fmla="*/ 52 h 108"/>
                <a:gd name="T4" fmla="*/ 13 w 36"/>
                <a:gd name="T5" fmla="*/ 71 h 108"/>
                <a:gd name="T6" fmla="*/ 0 w 36"/>
                <a:gd name="T7" fmla="*/ 67 h 108"/>
                <a:gd name="T8" fmla="*/ 0 w 36"/>
                <a:gd name="T9" fmla="*/ 74 h 108"/>
                <a:gd name="T10" fmla="*/ 13 w 36"/>
                <a:gd name="T11" fmla="*/ 77 h 108"/>
                <a:gd name="T12" fmla="*/ 18 w 36"/>
                <a:gd name="T13" fmla="*/ 75 h 108"/>
                <a:gd name="T14" fmla="*/ 12 w 36"/>
                <a:gd name="T15" fmla="*/ 99 h 108"/>
                <a:gd name="T16" fmla="*/ 4 w 36"/>
                <a:gd name="T17" fmla="*/ 115 h 108"/>
                <a:gd name="T18" fmla="*/ 2 w 36"/>
                <a:gd name="T19" fmla="*/ 116 h 108"/>
                <a:gd name="T20" fmla="*/ 2 w 36"/>
                <a:gd name="T21" fmla="*/ 117 h 108"/>
                <a:gd name="T22" fmla="*/ 16 w 36"/>
                <a:gd name="T23" fmla="*/ 123 h 108"/>
                <a:gd name="T24" fmla="*/ 16 w 36"/>
                <a:gd name="T25" fmla="*/ 117 h 108"/>
                <a:gd name="T26" fmla="*/ 41 w 36"/>
                <a:gd name="T27" fmla="*/ 41 h 108"/>
                <a:gd name="T28" fmla="*/ 23 w 36"/>
                <a:gd name="T29" fmla="*/ 0 h 108"/>
                <a:gd name="T30" fmla="*/ 23 w 36"/>
                <a:gd name="T31" fmla="*/ 1 h 108"/>
                <a:gd name="T32" fmla="*/ 41 w 36"/>
                <a:gd name="T33" fmla="*/ 32 h 108"/>
                <a:gd name="T34" fmla="*/ 17 w 36"/>
                <a:gd name="T35" fmla="*/ 96 h 108"/>
                <a:gd name="T36" fmla="*/ 15 w 36"/>
                <a:gd name="T37" fmla="*/ 122 h 108"/>
                <a:gd name="T38" fmla="*/ 16 w 36"/>
                <a:gd name="T39" fmla="*/ 122 h 108"/>
                <a:gd name="T40" fmla="*/ 2 w 36"/>
                <a:gd name="T41" fmla="*/ 116 h 108"/>
                <a:gd name="T42" fmla="*/ 2 w 36"/>
                <a:gd name="T43" fmla="*/ 117 h 108"/>
                <a:gd name="T44" fmla="*/ 13 w 36"/>
                <a:gd name="T45" fmla="*/ 100 h 108"/>
                <a:gd name="T46" fmla="*/ 18 w 36"/>
                <a:gd name="T47" fmla="*/ 75 h 108"/>
                <a:gd name="T48" fmla="*/ 18 w 36"/>
                <a:gd name="T49" fmla="*/ 75 h 108"/>
                <a:gd name="T50" fmla="*/ 3 w 36"/>
                <a:gd name="T51" fmla="*/ 75 h 108"/>
                <a:gd name="T52" fmla="*/ 0 w 36"/>
                <a:gd name="T53" fmla="*/ 74 h 108"/>
                <a:gd name="T54" fmla="*/ 1 w 36"/>
                <a:gd name="T55" fmla="*/ 68 h 108"/>
                <a:gd name="T56" fmla="*/ 0 w 36"/>
                <a:gd name="T57" fmla="*/ 68 h 108"/>
                <a:gd name="T58" fmla="*/ 20 w 36"/>
                <a:gd name="T59" fmla="*/ 69 h 108"/>
                <a:gd name="T60" fmla="*/ 36 w 36"/>
                <a:gd name="T61" fmla="*/ 33 h 108"/>
                <a:gd name="T62" fmla="*/ 23 w 36"/>
                <a:gd name="T63" fmla="*/ 10 h 1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" h="108"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2" y="13"/>
                    <a:pt x="29" y="19"/>
                    <a:pt x="29" y="30"/>
                  </a:cubicBezTo>
                  <a:cubicBezTo>
                    <a:pt x="29" y="35"/>
                    <a:pt x="28" y="40"/>
                    <a:pt x="25" y="46"/>
                  </a:cubicBezTo>
                  <a:cubicBezTo>
                    <a:pt x="22" y="53"/>
                    <a:pt x="19" y="57"/>
                    <a:pt x="16" y="59"/>
                  </a:cubicBezTo>
                  <a:cubicBezTo>
                    <a:pt x="14" y="62"/>
                    <a:pt x="12" y="62"/>
                    <a:pt x="10" y="62"/>
                  </a:cubicBezTo>
                  <a:cubicBezTo>
                    <a:pt x="7" y="62"/>
                    <a:pt x="4" y="60"/>
                    <a:pt x="1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5" y="68"/>
                    <a:pt x="10" y="68"/>
                  </a:cubicBezTo>
                  <a:cubicBezTo>
                    <a:pt x="12" y="68"/>
                    <a:pt x="14" y="67"/>
                    <a:pt x="15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66"/>
                    <a:pt x="10" y="80"/>
                    <a:pt x="9" y="87"/>
                  </a:cubicBezTo>
                  <a:cubicBezTo>
                    <a:pt x="9" y="91"/>
                    <a:pt x="7" y="94"/>
                    <a:pt x="6" y="97"/>
                  </a:cubicBezTo>
                  <a:cubicBezTo>
                    <a:pt x="5" y="98"/>
                    <a:pt x="5" y="99"/>
                    <a:pt x="4" y="100"/>
                  </a:cubicBezTo>
                  <a:cubicBezTo>
                    <a:pt x="3" y="100"/>
                    <a:pt x="3" y="101"/>
                    <a:pt x="2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3" y="107"/>
                    <a:pt x="13" y="105"/>
                    <a:pt x="13" y="102"/>
                  </a:cubicBezTo>
                  <a:cubicBezTo>
                    <a:pt x="13" y="97"/>
                    <a:pt x="13" y="91"/>
                    <a:pt x="14" y="84"/>
                  </a:cubicBezTo>
                  <a:cubicBezTo>
                    <a:pt x="17" y="72"/>
                    <a:pt x="33" y="49"/>
                    <a:pt x="35" y="35"/>
                  </a:cubicBezTo>
                  <a:cubicBezTo>
                    <a:pt x="36" y="33"/>
                    <a:pt x="36" y="31"/>
                    <a:pt x="36" y="29"/>
                  </a:cubicBezTo>
                  <a:cubicBezTo>
                    <a:pt x="36" y="11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1" y="2"/>
                    <a:pt x="22" y="3"/>
                  </a:cubicBezTo>
                  <a:cubicBezTo>
                    <a:pt x="26" y="7"/>
                    <a:pt x="35" y="16"/>
                    <a:pt x="35" y="29"/>
                  </a:cubicBezTo>
                  <a:cubicBezTo>
                    <a:pt x="35" y="31"/>
                    <a:pt x="35" y="32"/>
                    <a:pt x="34" y="34"/>
                  </a:cubicBezTo>
                  <a:cubicBezTo>
                    <a:pt x="32" y="49"/>
                    <a:pt x="16" y="71"/>
                    <a:pt x="14" y="84"/>
                  </a:cubicBezTo>
                  <a:cubicBezTo>
                    <a:pt x="12" y="91"/>
                    <a:pt x="12" y="97"/>
                    <a:pt x="12" y="102"/>
                  </a:cubicBezTo>
                  <a:cubicBezTo>
                    <a:pt x="12" y="105"/>
                    <a:pt x="12" y="107"/>
                    <a:pt x="12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3" y="102"/>
                    <a:pt x="4" y="101"/>
                    <a:pt x="5" y="100"/>
                  </a:cubicBezTo>
                  <a:cubicBezTo>
                    <a:pt x="7" y="98"/>
                    <a:pt x="9" y="93"/>
                    <a:pt x="10" y="88"/>
                  </a:cubicBezTo>
                  <a:cubicBezTo>
                    <a:pt x="11" y="84"/>
                    <a:pt x="12" y="79"/>
                    <a:pt x="13" y="74"/>
                  </a:cubicBezTo>
                  <a:cubicBezTo>
                    <a:pt x="14" y="70"/>
                    <a:pt x="15" y="66"/>
                    <a:pt x="15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3" y="66"/>
                    <a:pt x="12" y="67"/>
                    <a:pt x="10" y="67"/>
                  </a:cubicBezTo>
                  <a:cubicBezTo>
                    <a:pt x="8" y="67"/>
                    <a:pt x="5" y="66"/>
                    <a:pt x="3" y="66"/>
                  </a:cubicBezTo>
                  <a:cubicBezTo>
                    <a:pt x="2" y="65"/>
                    <a:pt x="0" y="65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" y="60"/>
                    <a:pt x="6" y="63"/>
                    <a:pt x="10" y="63"/>
                  </a:cubicBezTo>
                  <a:cubicBezTo>
                    <a:pt x="12" y="63"/>
                    <a:pt x="14" y="62"/>
                    <a:pt x="17" y="60"/>
                  </a:cubicBezTo>
                  <a:cubicBezTo>
                    <a:pt x="20" y="57"/>
                    <a:pt x="23" y="53"/>
                    <a:pt x="26" y="47"/>
                  </a:cubicBezTo>
                  <a:cubicBezTo>
                    <a:pt x="29" y="40"/>
                    <a:pt x="30" y="35"/>
                    <a:pt x="30" y="30"/>
                  </a:cubicBezTo>
                  <a:cubicBezTo>
                    <a:pt x="30" y="17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lnTo>
                    <a:pt x="20" y="1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863">
              <a:extLst>
                <a:ext uri="{FF2B5EF4-FFF2-40B4-BE49-F238E27FC236}">
                  <a16:creationId xmlns:a16="http://schemas.microsoft.com/office/drawing/2014/main" id="{41727505-C1E4-48ED-8713-B09A110C8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531"/>
              <a:ext cx="115" cy="117"/>
            </a:xfrm>
            <a:custGeom>
              <a:avLst/>
              <a:gdLst>
                <a:gd name="T0" fmla="*/ 128 w 108"/>
                <a:gd name="T1" fmla="*/ 59 h 111"/>
                <a:gd name="T2" fmla="*/ 109 w 108"/>
                <a:gd name="T3" fmla="*/ 26 h 111"/>
                <a:gd name="T4" fmla="*/ 3 w 108"/>
                <a:gd name="T5" fmla="*/ 61 h 111"/>
                <a:gd name="T6" fmla="*/ 126 w 108"/>
                <a:gd name="T7" fmla="*/ 85 h 111"/>
                <a:gd name="T8" fmla="*/ 128 w 108"/>
                <a:gd name="T9" fmla="*/ 59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11">
                  <a:moveTo>
                    <a:pt x="106" y="50"/>
                  </a:moveTo>
                  <a:cubicBezTo>
                    <a:pt x="108" y="43"/>
                    <a:pt x="104" y="29"/>
                    <a:pt x="90" y="23"/>
                  </a:cubicBezTo>
                  <a:cubicBezTo>
                    <a:pt x="77" y="16"/>
                    <a:pt x="7" y="0"/>
                    <a:pt x="3" y="52"/>
                  </a:cubicBezTo>
                  <a:cubicBezTo>
                    <a:pt x="0" y="96"/>
                    <a:pt x="91" y="111"/>
                    <a:pt x="104" y="73"/>
                  </a:cubicBezTo>
                  <a:cubicBezTo>
                    <a:pt x="108" y="64"/>
                    <a:pt x="104" y="56"/>
                    <a:pt x="106" y="50"/>
                  </a:cubicBezTo>
                  <a:close/>
                </a:path>
              </a:pathLst>
            </a:custGeom>
            <a:solidFill>
              <a:srgbClr val="7BB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864">
              <a:extLst>
                <a:ext uri="{FF2B5EF4-FFF2-40B4-BE49-F238E27FC236}">
                  <a16:creationId xmlns:a16="http://schemas.microsoft.com/office/drawing/2014/main" id="{93B4AB7F-44C8-4E0D-83B3-18C1DA83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622"/>
              <a:ext cx="112" cy="119"/>
            </a:xfrm>
            <a:custGeom>
              <a:avLst/>
              <a:gdLst>
                <a:gd name="T0" fmla="*/ 90 w 106"/>
                <a:gd name="T1" fmla="*/ 9 h 113"/>
                <a:gd name="T2" fmla="*/ 20 w 106"/>
                <a:gd name="T3" fmla="*/ 40 h 113"/>
                <a:gd name="T4" fmla="*/ 38 w 106"/>
                <a:gd name="T5" fmla="*/ 120 h 113"/>
                <a:gd name="T6" fmla="*/ 107 w 106"/>
                <a:gd name="T7" fmla="*/ 86 h 113"/>
                <a:gd name="T8" fmla="*/ 90 w 106"/>
                <a:gd name="T9" fmla="*/ 9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13">
                  <a:moveTo>
                    <a:pt x="76" y="9"/>
                  </a:moveTo>
                  <a:cubicBezTo>
                    <a:pt x="67" y="4"/>
                    <a:pt x="33" y="0"/>
                    <a:pt x="17" y="34"/>
                  </a:cubicBezTo>
                  <a:cubicBezTo>
                    <a:pt x="0" y="68"/>
                    <a:pt x="15" y="93"/>
                    <a:pt x="32" y="103"/>
                  </a:cubicBezTo>
                  <a:cubicBezTo>
                    <a:pt x="49" y="113"/>
                    <a:pt x="76" y="105"/>
                    <a:pt x="91" y="74"/>
                  </a:cubicBezTo>
                  <a:cubicBezTo>
                    <a:pt x="106" y="43"/>
                    <a:pt x="98" y="23"/>
                    <a:pt x="76" y="9"/>
                  </a:cubicBezTo>
                  <a:close/>
                </a:path>
              </a:pathLst>
            </a:custGeom>
            <a:solidFill>
              <a:srgbClr val="78A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865">
              <a:extLst>
                <a:ext uri="{FF2B5EF4-FFF2-40B4-BE49-F238E27FC236}">
                  <a16:creationId xmlns:a16="http://schemas.microsoft.com/office/drawing/2014/main" id="{EF33ED9C-3002-4F3A-B75C-2A29026D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547"/>
              <a:ext cx="111" cy="84"/>
            </a:xfrm>
            <a:custGeom>
              <a:avLst/>
              <a:gdLst>
                <a:gd name="T0" fmla="*/ 123 w 105"/>
                <a:gd name="T1" fmla="*/ 41 h 80"/>
                <a:gd name="T2" fmla="*/ 124 w 105"/>
                <a:gd name="T3" fmla="*/ 42 h 80"/>
                <a:gd name="T4" fmla="*/ 124 w 105"/>
                <a:gd name="T5" fmla="*/ 38 h 80"/>
                <a:gd name="T6" fmla="*/ 105 w 105"/>
                <a:gd name="T7" fmla="*/ 7 h 80"/>
                <a:gd name="T8" fmla="*/ 58 w 105"/>
                <a:gd name="T9" fmla="*/ 0 h 80"/>
                <a:gd name="T10" fmla="*/ 20 w 105"/>
                <a:gd name="T11" fmla="*/ 7 h 80"/>
                <a:gd name="T12" fmla="*/ 0 w 105"/>
                <a:gd name="T13" fmla="*/ 43 h 80"/>
                <a:gd name="T14" fmla="*/ 0 w 105"/>
                <a:gd name="T15" fmla="*/ 46 h 80"/>
                <a:gd name="T16" fmla="*/ 23 w 105"/>
                <a:gd name="T17" fmla="*/ 82 h 80"/>
                <a:gd name="T18" fmla="*/ 72 w 105"/>
                <a:gd name="T19" fmla="*/ 92 h 80"/>
                <a:gd name="T20" fmla="*/ 122 w 105"/>
                <a:gd name="T21" fmla="*/ 67 h 80"/>
                <a:gd name="T22" fmla="*/ 123 w 105"/>
                <a:gd name="T23" fmla="*/ 57 h 80"/>
                <a:gd name="T24" fmla="*/ 123 w 105"/>
                <a:gd name="T25" fmla="*/ 46 h 80"/>
                <a:gd name="T26" fmla="*/ 124 w 105"/>
                <a:gd name="T27" fmla="*/ 42 h 80"/>
                <a:gd name="T28" fmla="*/ 123 w 105"/>
                <a:gd name="T29" fmla="*/ 41 h 80"/>
                <a:gd name="T30" fmla="*/ 123 w 105"/>
                <a:gd name="T31" fmla="*/ 41 h 80"/>
                <a:gd name="T32" fmla="*/ 122 w 105"/>
                <a:gd name="T33" fmla="*/ 46 h 80"/>
                <a:gd name="T34" fmla="*/ 122 w 105"/>
                <a:gd name="T35" fmla="*/ 57 h 80"/>
                <a:gd name="T36" fmla="*/ 121 w 105"/>
                <a:gd name="T37" fmla="*/ 67 h 80"/>
                <a:gd name="T38" fmla="*/ 72 w 105"/>
                <a:gd name="T39" fmla="*/ 91 h 80"/>
                <a:gd name="T40" fmla="*/ 23 w 105"/>
                <a:gd name="T41" fmla="*/ 80 h 80"/>
                <a:gd name="T42" fmla="*/ 1 w 105"/>
                <a:gd name="T43" fmla="*/ 46 h 80"/>
                <a:gd name="T44" fmla="*/ 1 w 105"/>
                <a:gd name="T45" fmla="*/ 44 h 80"/>
                <a:gd name="T46" fmla="*/ 21 w 105"/>
                <a:gd name="T47" fmla="*/ 8 h 80"/>
                <a:gd name="T48" fmla="*/ 58 w 105"/>
                <a:gd name="T49" fmla="*/ 1 h 80"/>
                <a:gd name="T50" fmla="*/ 104 w 105"/>
                <a:gd name="T51" fmla="*/ 8 h 80"/>
                <a:gd name="T52" fmla="*/ 123 w 105"/>
                <a:gd name="T53" fmla="*/ 38 h 80"/>
                <a:gd name="T54" fmla="*/ 123 w 105"/>
                <a:gd name="T55" fmla="*/ 41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5" h="80">
                  <a:moveTo>
                    <a:pt x="104" y="35"/>
                  </a:moveTo>
                  <a:cubicBezTo>
                    <a:pt x="105" y="36"/>
                    <a:pt x="105" y="36"/>
                    <a:pt x="105" y="36"/>
                  </a:cubicBezTo>
                  <a:cubicBezTo>
                    <a:pt x="105" y="34"/>
                    <a:pt x="105" y="33"/>
                    <a:pt x="105" y="32"/>
                  </a:cubicBezTo>
                  <a:cubicBezTo>
                    <a:pt x="105" y="24"/>
                    <a:pt x="100" y="13"/>
                    <a:pt x="89" y="7"/>
                  </a:cubicBezTo>
                  <a:cubicBezTo>
                    <a:pt x="83" y="4"/>
                    <a:pt x="66" y="0"/>
                    <a:pt x="49" y="0"/>
                  </a:cubicBezTo>
                  <a:cubicBezTo>
                    <a:pt x="38" y="0"/>
                    <a:pt x="26" y="2"/>
                    <a:pt x="17" y="7"/>
                  </a:cubicBezTo>
                  <a:cubicBezTo>
                    <a:pt x="8" y="13"/>
                    <a:pt x="2" y="23"/>
                    <a:pt x="0" y="37"/>
                  </a:cubicBezTo>
                  <a:cubicBezTo>
                    <a:pt x="0" y="38"/>
                    <a:pt x="0" y="39"/>
                    <a:pt x="0" y="40"/>
                  </a:cubicBezTo>
                  <a:cubicBezTo>
                    <a:pt x="0" y="52"/>
                    <a:pt x="8" y="63"/>
                    <a:pt x="20" y="70"/>
                  </a:cubicBezTo>
                  <a:cubicBezTo>
                    <a:pt x="32" y="76"/>
                    <a:pt x="47" y="80"/>
                    <a:pt x="61" y="80"/>
                  </a:cubicBezTo>
                  <a:cubicBezTo>
                    <a:pt x="80" y="80"/>
                    <a:pt x="98" y="73"/>
                    <a:pt x="103" y="58"/>
                  </a:cubicBezTo>
                  <a:cubicBezTo>
                    <a:pt x="104" y="55"/>
                    <a:pt x="104" y="52"/>
                    <a:pt x="104" y="49"/>
                  </a:cubicBezTo>
                  <a:cubicBezTo>
                    <a:pt x="104" y="45"/>
                    <a:pt x="104" y="43"/>
                    <a:pt x="104" y="40"/>
                  </a:cubicBezTo>
                  <a:cubicBezTo>
                    <a:pt x="104" y="38"/>
                    <a:pt x="104" y="37"/>
                    <a:pt x="105" y="36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3" y="37"/>
                    <a:pt x="103" y="38"/>
                    <a:pt x="103" y="40"/>
                  </a:cubicBezTo>
                  <a:cubicBezTo>
                    <a:pt x="103" y="43"/>
                    <a:pt x="103" y="46"/>
                    <a:pt x="103" y="49"/>
                  </a:cubicBezTo>
                  <a:cubicBezTo>
                    <a:pt x="103" y="52"/>
                    <a:pt x="103" y="55"/>
                    <a:pt x="102" y="58"/>
                  </a:cubicBezTo>
                  <a:cubicBezTo>
                    <a:pt x="97" y="73"/>
                    <a:pt x="80" y="79"/>
                    <a:pt x="61" y="79"/>
                  </a:cubicBezTo>
                  <a:cubicBezTo>
                    <a:pt x="47" y="79"/>
                    <a:pt x="32" y="76"/>
                    <a:pt x="20" y="69"/>
                  </a:cubicBezTo>
                  <a:cubicBezTo>
                    <a:pt x="9" y="62"/>
                    <a:pt x="1" y="52"/>
                    <a:pt x="1" y="40"/>
                  </a:cubicBezTo>
                  <a:cubicBezTo>
                    <a:pt x="1" y="39"/>
                    <a:pt x="1" y="38"/>
                    <a:pt x="1" y="38"/>
                  </a:cubicBezTo>
                  <a:cubicBezTo>
                    <a:pt x="2" y="23"/>
                    <a:pt x="9" y="14"/>
                    <a:pt x="18" y="8"/>
                  </a:cubicBezTo>
                  <a:cubicBezTo>
                    <a:pt x="26" y="2"/>
                    <a:pt x="38" y="1"/>
                    <a:pt x="49" y="1"/>
                  </a:cubicBezTo>
                  <a:cubicBezTo>
                    <a:pt x="66" y="0"/>
                    <a:pt x="83" y="5"/>
                    <a:pt x="88" y="8"/>
                  </a:cubicBezTo>
                  <a:cubicBezTo>
                    <a:pt x="99" y="14"/>
                    <a:pt x="104" y="24"/>
                    <a:pt x="104" y="32"/>
                  </a:cubicBezTo>
                  <a:cubicBezTo>
                    <a:pt x="104" y="33"/>
                    <a:pt x="104" y="34"/>
                    <a:pt x="104" y="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866">
              <a:extLst>
                <a:ext uri="{FF2B5EF4-FFF2-40B4-BE49-F238E27FC236}">
                  <a16:creationId xmlns:a16="http://schemas.microsoft.com/office/drawing/2014/main" id="{DEEE483D-25EE-4D7E-9105-62ECEC07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628"/>
              <a:ext cx="96" cy="107"/>
            </a:xfrm>
            <a:custGeom>
              <a:avLst/>
              <a:gdLst>
                <a:gd name="T0" fmla="*/ 81 w 90"/>
                <a:gd name="T1" fmla="*/ 4 h 102"/>
                <a:gd name="T2" fmla="*/ 81 w 90"/>
                <a:gd name="T3" fmla="*/ 4 h 102"/>
                <a:gd name="T4" fmla="*/ 61 w 90"/>
                <a:gd name="T5" fmla="*/ 0 h 102"/>
                <a:gd name="T6" fmla="*/ 7 w 90"/>
                <a:gd name="T7" fmla="*/ 33 h 102"/>
                <a:gd name="T8" fmla="*/ 0 w 90"/>
                <a:gd name="T9" fmla="*/ 67 h 102"/>
                <a:gd name="T10" fmla="*/ 29 w 90"/>
                <a:gd name="T11" fmla="*/ 113 h 102"/>
                <a:gd name="T12" fmla="*/ 48 w 90"/>
                <a:gd name="T13" fmla="*/ 117 h 102"/>
                <a:gd name="T14" fmla="*/ 99 w 90"/>
                <a:gd name="T15" fmla="*/ 80 h 102"/>
                <a:gd name="T16" fmla="*/ 109 w 90"/>
                <a:gd name="T17" fmla="*/ 46 h 102"/>
                <a:gd name="T18" fmla="*/ 81 w 90"/>
                <a:gd name="T19" fmla="*/ 4 h 102"/>
                <a:gd name="T20" fmla="*/ 81 w 90"/>
                <a:gd name="T21" fmla="*/ 4 h 102"/>
                <a:gd name="T22" fmla="*/ 81 w 90"/>
                <a:gd name="T23" fmla="*/ 5 h 102"/>
                <a:gd name="T24" fmla="*/ 108 w 90"/>
                <a:gd name="T25" fmla="*/ 46 h 102"/>
                <a:gd name="T26" fmla="*/ 98 w 90"/>
                <a:gd name="T27" fmla="*/ 80 h 102"/>
                <a:gd name="T28" fmla="*/ 48 w 90"/>
                <a:gd name="T29" fmla="*/ 116 h 102"/>
                <a:gd name="T30" fmla="*/ 29 w 90"/>
                <a:gd name="T31" fmla="*/ 112 h 102"/>
                <a:gd name="T32" fmla="*/ 1 w 90"/>
                <a:gd name="T33" fmla="*/ 67 h 102"/>
                <a:gd name="T34" fmla="*/ 11 w 90"/>
                <a:gd name="T35" fmla="*/ 33 h 102"/>
                <a:gd name="T36" fmla="*/ 61 w 90"/>
                <a:gd name="T37" fmla="*/ 1 h 102"/>
                <a:gd name="T38" fmla="*/ 81 w 90"/>
                <a:gd name="T39" fmla="*/ 5 h 102"/>
                <a:gd name="T40" fmla="*/ 81 w 90"/>
                <a:gd name="T41" fmla="*/ 4 h 1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02">
                  <a:moveTo>
                    <a:pt x="67" y="4"/>
                  </a:moveTo>
                  <a:cubicBezTo>
                    <a:pt x="67" y="4"/>
                    <a:pt x="67" y="4"/>
                    <a:pt x="67" y="4"/>
                  </a:cubicBezTo>
                  <a:cubicBezTo>
                    <a:pt x="64" y="2"/>
                    <a:pt x="58" y="0"/>
                    <a:pt x="50" y="0"/>
                  </a:cubicBezTo>
                  <a:cubicBezTo>
                    <a:pt x="36" y="0"/>
                    <a:pt x="18" y="6"/>
                    <a:pt x="7" y="29"/>
                  </a:cubicBezTo>
                  <a:cubicBezTo>
                    <a:pt x="2" y="39"/>
                    <a:pt x="0" y="49"/>
                    <a:pt x="0" y="58"/>
                  </a:cubicBezTo>
                  <a:cubicBezTo>
                    <a:pt x="0" y="77"/>
                    <a:pt x="11" y="91"/>
                    <a:pt x="23" y="98"/>
                  </a:cubicBezTo>
                  <a:cubicBezTo>
                    <a:pt x="28" y="101"/>
                    <a:pt x="33" y="102"/>
                    <a:pt x="39" y="102"/>
                  </a:cubicBezTo>
                  <a:cubicBezTo>
                    <a:pt x="54" y="102"/>
                    <a:pt x="71" y="92"/>
                    <a:pt x="82" y="69"/>
                  </a:cubicBezTo>
                  <a:cubicBezTo>
                    <a:pt x="88" y="58"/>
                    <a:pt x="90" y="49"/>
                    <a:pt x="90" y="40"/>
                  </a:cubicBezTo>
                  <a:cubicBezTo>
                    <a:pt x="90" y="24"/>
                    <a:pt x="82" y="12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81" y="13"/>
                    <a:pt x="89" y="25"/>
                    <a:pt x="89" y="40"/>
                  </a:cubicBezTo>
                  <a:cubicBezTo>
                    <a:pt x="89" y="49"/>
                    <a:pt x="87" y="58"/>
                    <a:pt x="81" y="69"/>
                  </a:cubicBezTo>
                  <a:cubicBezTo>
                    <a:pt x="70" y="91"/>
                    <a:pt x="54" y="101"/>
                    <a:pt x="39" y="101"/>
                  </a:cubicBezTo>
                  <a:cubicBezTo>
                    <a:pt x="33" y="101"/>
                    <a:pt x="28" y="100"/>
                    <a:pt x="23" y="97"/>
                  </a:cubicBezTo>
                  <a:cubicBezTo>
                    <a:pt x="12" y="90"/>
                    <a:pt x="1" y="77"/>
                    <a:pt x="1" y="58"/>
                  </a:cubicBezTo>
                  <a:cubicBezTo>
                    <a:pt x="1" y="49"/>
                    <a:pt x="3" y="40"/>
                    <a:pt x="8" y="29"/>
                  </a:cubicBezTo>
                  <a:cubicBezTo>
                    <a:pt x="19" y="7"/>
                    <a:pt x="37" y="1"/>
                    <a:pt x="50" y="1"/>
                  </a:cubicBezTo>
                  <a:cubicBezTo>
                    <a:pt x="57" y="1"/>
                    <a:pt x="64" y="3"/>
                    <a:pt x="67" y="5"/>
                  </a:cubicBezTo>
                  <a:lnTo>
                    <a:pt x="6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867">
              <a:extLst>
                <a:ext uri="{FF2B5EF4-FFF2-40B4-BE49-F238E27FC236}">
                  <a16:creationId xmlns:a16="http://schemas.microsoft.com/office/drawing/2014/main" id="{2C8A0918-9A27-47EB-903B-B6A6D8008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573"/>
              <a:ext cx="132" cy="145"/>
            </a:xfrm>
            <a:custGeom>
              <a:avLst/>
              <a:gdLst>
                <a:gd name="T0" fmla="*/ 0 w 125"/>
                <a:gd name="T1" fmla="*/ 0 h 138"/>
                <a:gd name="T2" fmla="*/ 4 w 125"/>
                <a:gd name="T3" fmla="*/ 4 h 138"/>
                <a:gd name="T4" fmla="*/ 146 w 125"/>
                <a:gd name="T5" fmla="*/ 159 h 138"/>
                <a:gd name="T6" fmla="*/ 147 w 125"/>
                <a:gd name="T7" fmla="*/ 160 h 138"/>
                <a:gd name="T8" fmla="*/ 147 w 125"/>
                <a:gd name="T9" fmla="*/ 159 h 138"/>
                <a:gd name="T10" fmla="*/ 1 w 125"/>
                <a:gd name="T11" fmla="*/ 0 h 138"/>
                <a:gd name="T12" fmla="*/ 0 w 125"/>
                <a:gd name="T13" fmla="*/ 0 h 138"/>
                <a:gd name="T14" fmla="*/ 0 w 125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138">
                  <a:moveTo>
                    <a:pt x="0" y="0"/>
                  </a:moveTo>
                  <a:cubicBezTo>
                    <a:pt x="0" y="0"/>
                    <a:pt x="1" y="2"/>
                    <a:pt x="4" y="4"/>
                  </a:cubicBezTo>
                  <a:cubicBezTo>
                    <a:pt x="20" y="18"/>
                    <a:pt x="87" y="81"/>
                    <a:pt x="124" y="137"/>
                  </a:cubicBezTo>
                  <a:cubicBezTo>
                    <a:pt x="125" y="138"/>
                    <a:pt x="125" y="138"/>
                    <a:pt x="125" y="138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83" y="72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868">
              <a:extLst>
                <a:ext uri="{FF2B5EF4-FFF2-40B4-BE49-F238E27FC236}">
                  <a16:creationId xmlns:a16="http://schemas.microsoft.com/office/drawing/2014/main" id="{171245B6-DBE7-4510-B441-BD803F7C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82"/>
              <a:ext cx="176" cy="7"/>
            </a:xfrm>
            <a:custGeom>
              <a:avLst/>
              <a:gdLst>
                <a:gd name="T0" fmla="*/ 197 w 166"/>
                <a:gd name="T1" fmla="*/ 1 h 6"/>
                <a:gd name="T2" fmla="*/ 127 w 166"/>
                <a:gd name="T3" fmla="*/ 0 h 6"/>
                <a:gd name="T4" fmla="*/ 1 w 166"/>
                <a:gd name="T5" fmla="*/ 8 h 6"/>
                <a:gd name="T6" fmla="*/ 0 w 166"/>
                <a:gd name="T7" fmla="*/ 9 h 6"/>
                <a:gd name="T8" fmla="*/ 1 w 166"/>
                <a:gd name="T9" fmla="*/ 9 h 6"/>
                <a:gd name="T10" fmla="*/ 127 w 166"/>
                <a:gd name="T11" fmla="*/ 1 h 6"/>
                <a:gd name="T12" fmla="*/ 176 w 166"/>
                <a:gd name="T13" fmla="*/ 1 h 6"/>
                <a:gd name="T14" fmla="*/ 197 w 166"/>
                <a:gd name="T15" fmla="*/ 2 h 6"/>
                <a:gd name="T16" fmla="*/ 198 w 166"/>
                <a:gd name="T17" fmla="*/ 1 h 6"/>
                <a:gd name="T18" fmla="*/ 197 w 166"/>
                <a:gd name="T19" fmla="*/ 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6">
                  <a:moveTo>
                    <a:pt x="165" y="1"/>
                  </a:moveTo>
                  <a:cubicBezTo>
                    <a:pt x="165" y="1"/>
                    <a:pt x="139" y="0"/>
                    <a:pt x="107" y="0"/>
                  </a:cubicBezTo>
                  <a:cubicBezTo>
                    <a:pt x="66" y="0"/>
                    <a:pt x="17" y="1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7" y="2"/>
                    <a:pt x="66" y="1"/>
                    <a:pt x="107" y="1"/>
                  </a:cubicBezTo>
                  <a:cubicBezTo>
                    <a:pt x="123" y="1"/>
                    <a:pt x="137" y="1"/>
                    <a:pt x="148" y="1"/>
                  </a:cubicBezTo>
                  <a:cubicBezTo>
                    <a:pt x="159" y="1"/>
                    <a:pt x="165" y="2"/>
                    <a:pt x="165" y="2"/>
                  </a:cubicBezTo>
                  <a:cubicBezTo>
                    <a:pt x="166" y="1"/>
                    <a:pt x="166" y="1"/>
                    <a:pt x="166" y="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869">
              <a:extLst>
                <a:ext uri="{FF2B5EF4-FFF2-40B4-BE49-F238E27FC236}">
                  <a16:creationId xmlns:a16="http://schemas.microsoft.com/office/drawing/2014/main" id="{7128EE50-9FB7-4CA8-BA29-254D7EA5E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860"/>
              <a:ext cx="101" cy="32"/>
            </a:xfrm>
            <a:custGeom>
              <a:avLst/>
              <a:gdLst>
                <a:gd name="T0" fmla="*/ 114 w 95"/>
                <a:gd name="T1" fmla="*/ 34 h 30"/>
                <a:gd name="T2" fmla="*/ 110 w 95"/>
                <a:gd name="T3" fmla="*/ 34 h 30"/>
                <a:gd name="T4" fmla="*/ 95 w 95"/>
                <a:gd name="T5" fmla="*/ 35 h 30"/>
                <a:gd name="T6" fmla="*/ 1 w 95"/>
                <a:gd name="T7" fmla="*/ 0 h 30"/>
                <a:gd name="T8" fmla="*/ 0 w 95"/>
                <a:gd name="T9" fmla="*/ 0 h 30"/>
                <a:gd name="T10" fmla="*/ 0 w 95"/>
                <a:gd name="T11" fmla="*/ 1 h 30"/>
                <a:gd name="T12" fmla="*/ 95 w 95"/>
                <a:gd name="T13" fmla="*/ 36 h 30"/>
                <a:gd name="T14" fmla="*/ 114 w 95"/>
                <a:gd name="T15" fmla="*/ 34 h 30"/>
                <a:gd name="T16" fmla="*/ 114 w 95"/>
                <a:gd name="T17" fmla="*/ 34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30">
                  <a:moveTo>
                    <a:pt x="95" y="28"/>
                  </a:moveTo>
                  <a:cubicBezTo>
                    <a:pt x="95" y="28"/>
                    <a:pt x="93" y="28"/>
                    <a:pt x="91" y="28"/>
                  </a:cubicBezTo>
                  <a:cubicBezTo>
                    <a:pt x="88" y="28"/>
                    <a:pt x="84" y="29"/>
                    <a:pt x="79" y="29"/>
                  </a:cubicBezTo>
                  <a:cubicBezTo>
                    <a:pt x="61" y="29"/>
                    <a:pt x="30" y="25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9" y="25"/>
                    <a:pt x="61" y="30"/>
                    <a:pt x="79" y="30"/>
                  </a:cubicBezTo>
                  <a:cubicBezTo>
                    <a:pt x="89" y="30"/>
                    <a:pt x="95" y="28"/>
                    <a:pt x="95" y="28"/>
                  </a:cubicBezTo>
                  <a:cubicBezTo>
                    <a:pt x="95" y="28"/>
                    <a:pt x="95" y="28"/>
                    <a:pt x="95" y="2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870">
              <a:extLst>
                <a:ext uri="{FF2B5EF4-FFF2-40B4-BE49-F238E27FC236}">
                  <a16:creationId xmlns:a16="http://schemas.microsoft.com/office/drawing/2014/main" id="{FC7D22E6-61C7-49AD-AD6E-9DF1EE85F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89"/>
              <a:ext cx="51" cy="86"/>
            </a:xfrm>
            <a:custGeom>
              <a:avLst/>
              <a:gdLst>
                <a:gd name="T0" fmla="*/ 57 w 48"/>
                <a:gd name="T1" fmla="*/ 93 h 82"/>
                <a:gd name="T2" fmla="*/ 51 w 48"/>
                <a:gd name="T3" fmla="*/ 86 h 82"/>
                <a:gd name="T4" fmla="*/ 1 w 48"/>
                <a:gd name="T5" fmla="*/ 1 h 82"/>
                <a:gd name="T6" fmla="*/ 0 w 48"/>
                <a:gd name="T7" fmla="*/ 0 h 82"/>
                <a:gd name="T8" fmla="*/ 0 w 48"/>
                <a:gd name="T9" fmla="*/ 1 h 82"/>
                <a:gd name="T10" fmla="*/ 57 w 48"/>
                <a:gd name="T11" fmla="*/ 94 h 82"/>
                <a:gd name="T12" fmla="*/ 57 w 48"/>
                <a:gd name="T13" fmla="*/ 94 h 82"/>
                <a:gd name="T14" fmla="*/ 57 w 48"/>
                <a:gd name="T15" fmla="*/ 93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2">
                  <a:moveTo>
                    <a:pt x="48" y="81"/>
                  </a:moveTo>
                  <a:cubicBezTo>
                    <a:pt x="48" y="81"/>
                    <a:pt x="46" y="79"/>
                    <a:pt x="42" y="74"/>
                  </a:cubicBezTo>
                  <a:cubicBezTo>
                    <a:pt x="31" y="60"/>
                    <a:pt x="8" y="28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0" y="38"/>
                    <a:pt x="48" y="82"/>
                    <a:pt x="48" y="82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1"/>
                    <a:pt x="48" y="81"/>
                    <a:pt x="48" y="8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871">
              <a:extLst>
                <a:ext uri="{FF2B5EF4-FFF2-40B4-BE49-F238E27FC236}">
                  <a16:creationId xmlns:a16="http://schemas.microsoft.com/office/drawing/2014/main" id="{EEE73407-D3B9-4A1F-AAF7-E1046AC46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721"/>
              <a:ext cx="6" cy="58"/>
            </a:xfrm>
            <a:custGeom>
              <a:avLst/>
              <a:gdLst>
                <a:gd name="T0" fmla="*/ 5 w 6"/>
                <a:gd name="T1" fmla="*/ 0 h 55"/>
                <a:gd name="T2" fmla="*/ 5 w 6"/>
                <a:gd name="T3" fmla="*/ 13 h 55"/>
                <a:gd name="T4" fmla="*/ 0 w 6"/>
                <a:gd name="T5" fmla="*/ 63 h 55"/>
                <a:gd name="T6" fmla="*/ 0 w 6"/>
                <a:gd name="T7" fmla="*/ 64 h 55"/>
                <a:gd name="T8" fmla="*/ 1 w 6"/>
                <a:gd name="T9" fmla="*/ 63 h 55"/>
                <a:gd name="T10" fmla="*/ 6 w 6"/>
                <a:gd name="T11" fmla="*/ 13 h 55"/>
                <a:gd name="T12" fmla="*/ 6 w 6"/>
                <a:gd name="T13" fmla="*/ 0 h 55"/>
                <a:gd name="T14" fmla="*/ 6 w 6"/>
                <a:gd name="T15" fmla="*/ 0 h 55"/>
                <a:gd name="T16" fmla="*/ 5 w 6"/>
                <a:gd name="T17" fmla="*/ 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5">
                  <a:moveTo>
                    <a:pt x="5" y="0"/>
                  </a:moveTo>
                  <a:cubicBezTo>
                    <a:pt x="5" y="0"/>
                    <a:pt x="5" y="4"/>
                    <a:pt x="5" y="10"/>
                  </a:cubicBezTo>
                  <a:cubicBezTo>
                    <a:pt x="5" y="22"/>
                    <a:pt x="5" y="43"/>
                    <a:pt x="0" y="5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6" y="43"/>
                    <a:pt x="6" y="23"/>
                    <a:pt x="6" y="10"/>
                  </a:cubicBezTo>
                  <a:cubicBezTo>
                    <a:pt x="6" y="4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872">
              <a:extLst>
                <a:ext uri="{FF2B5EF4-FFF2-40B4-BE49-F238E27FC236}">
                  <a16:creationId xmlns:a16="http://schemas.microsoft.com/office/drawing/2014/main" id="{75A1D6AC-4CD7-42A4-8FC7-66FE7AD67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549"/>
              <a:ext cx="88" cy="59"/>
            </a:xfrm>
            <a:custGeom>
              <a:avLst/>
              <a:gdLst>
                <a:gd name="T0" fmla="*/ 96 w 83"/>
                <a:gd name="T1" fmla="*/ 36 h 56"/>
                <a:gd name="T2" fmla="*/ 91 w 83"/>
                <a:gd name="T3" fmla="*/ 17 h 56"/>
                <a:gd name="T4" fmla="*/ 68 w 83"/>
                <a:gd name="T5" fmla="*/ 6 h 56"/>
                <a:gd name="T6" fmla="*/ 29 w 83"/>
                <a:gd name="T7" fmla="*/ 5 h 56"/>
                <a:gd name="T8" fmla="*/ 21 w 83"/>
                <a:gd name="T9" fmla="*/ 56 h 56"/>
                <a:gd name="T10" fmla="*/ 54 w 83"/>
                <a:gd name="T11" fmla="*/ 64 h 56"/>
                <a:gd name="T12" fmla="*/ 80 w 83"/>
                <a:gd name="T13" fmla="*/ 57 h 56"/>
                <a:gd name="T14" fmla="*/ 96 w 83"/>
                <a:gd name="T15" fmla="*/ 37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56">
                  <a:moveTo>
                    <a:pt x="81" y="30"/>
                  </a:moveTo>
                  <a:cubicBezTo>
                    <a:pt x="83" y="26"/>
                    <a:pt x="80" y="18"/>
                    <a:pt x="76" y="14"/>
                  </a:cubicBezTo>
                  <a:cubicBezTo>
                    <a:pt x="71" y="9"/>
                    <a:pt x="64" y="8"/>
                    <a:pt x="57" y="6"/>
                  </a:cubicBezTo>
                  <a:cubicBezTo>
                    <a:pt x="46" y="4"/>
                    <a:pt x="36" y="0"/>
                    <a:pt x="24" y="5"/>
                  </a:cubicBezTo>
                  <a:cubicBezTo>
                    <a:pt x="6" y="12"/>
                    <a:pt x="0" y="35"/>
                    <a:pt x="18" y="47"/>
                  </a:cubicBezTo>
                  <a:cubicBezTo>
                    <a:pt x="26" y="51"/>
                    <a:pt x="36" y="56"/>
                    <a:pt x="45" y="55"/>
                  </a:cubicBezTo>
                  <a:cubicBezTo>
                    <a:pt x="52" y="55"/>
                    <a:pt x="60" y="51"/>
                    <a:pt x="67" y="48"/>
                  </a:cubicBezTo>
                  <a:cubicBezTo>
                    <a:pt x="74" y="44"/>
                    <a:pt x="83" y="40"/>
                    <a:pt x="81" y="31"/>
                  </a:cubicBezTo>
                </a:path>
              </a:pathLst>
            </a:custGeom>
            <a:solidFill>
              <a:srgbClr val="8AB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873">
              <a:extLst>
                <a:ext uri="{FF2B5EF4-FFF2-40B4-BE49-F238E27FC236}">
                  <a16:creationId xmlns:a16="http://schemas.microsoft.com/office/drawing/2014/main" id="{DEB44FDC-D5AA-425A-98B1-DD5ED415C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558"/>
              <a:ext cx="59" cy="27"/>
            </a:xfrm>
            <a:custGeom>
              <a:avLst/>
              <a:gdLst>
                <a:gd name="T0" fmla="*/ 64 w 56"/>
                <a:gd name="T1" fmla="*/ 12 h 26"/>
                <a:gd name="T2" fmla="*/ 39 w 56"/>
                <a:gd name="T3" fmla="*/ 1 h 26"/>
                <a:gd name="T4" fmla="*/ 16 w 56"/>
                <a:gd name="T5" fmla="*/ 3 h 26"/>
                <a:gd name="T6" fmla="*/ 5 w 56"/>
                <a:gd name="T7" fmla="*/ 23 h 26"/>
                <a:gd name="T8" fmla="*/ 30 w 56"/>
                <a:gd name="T9" fmla="*/ 29 h 26"/>
                <a:gd name="T10" fmla="*/ 53 w 56"/>
                <a:gd name="T11" fmla="*/ 27 h 26"/>
                <a:gd name="T12" fmla="*/ 65 w 56"/>
                <a:gd name="T13" fmla="*/ 1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6">
                  <a:moveTo>
                    <a:pt x="55" y="12"/>
                  </a:moveTo>
                  <a:cubicBezTo>
                    <a:pt x="54" y="2"/>
                    <a:pt x="40" y="3"/>
                    <a:pt x="33" y="1"/>
                  </a:cubicBezTo>
                  <a:cubicBezTo>
                    <a:pt x="26" y="0"/>
                    <a:pt x="20" y="1"/>
                    <a:pt x="13" y="3"/>
                  </a:cubicBezTo>
                  <a:cubicBezTo>
                    <a:pt x="6" y="5"/>
                    <a:pt x="0" y="13"/>
                    <a:pt x="5" y="20"/>
                  </a:cubicBezTo>
                  <a:cubicBezTo>
                    <a:pt x="8" y="26"/>
                    <a:pt x="21" y="26"/>
                    <a:pt x="26" y="26"/>
                  </a:cubicBezTo>
                  <a:cubicBezTo>
                    <a:pt x="33" y="26"/>
                    <a:pt x="40" y="26"/>
                    <a:pt x="45" y="24"/>
                  </a:cubicBezTo>
                  <a:cubicBezTo>
                    <a:pt x="51" y="22"/>
                    <a:pt x="54" y="17"/>
                    <a:pt x="56" y="12"/>
                  </a:cubicBezTo>
                </a:path>
              </a:pathLst>
            </a:custGeom>
            <a:solidFill>
              <a:srgbClr val="96C4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874">
              <a:extLst>
                <a:ext uri="{FF2B5EF4-FFF2-40B4-BE49-F238E27FC236}">
                  <a16:creationId xmlns:a16="http://schemas.microsoft.com/office/drawing/2014/main" id="{EC9046B5-50EB-46EF-AE17-38A71169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562"/>
              <a:ext cx="25" cy="16"/>
            </a:xfrm>
            <a:custGeom>
              <a:avLst/>
              <a:gdLst>
                <a:gd name="T0" fmla="*/ 25 w 23"/>
                <a:gd name="T1" fmla="*/ 7 h 15"/>
                <a:gd name="T2" fmla="*/ 11 w 23"/>
                <a:gd name="T3" fmla="*/ 0 h 15"/>
                <a:gd name="T4" fmla="*/ 3 w 23"/>
                <a:gd name="T5" fmla="*/ 12 h 15"/>
                <a:gd name="T6" fmla="*/ 17 w 23"/>
                <a:gd name="T7" fmla="*/ 17 h 15"/>
                <a:gd name="T8" fmla="*/ 25 w 23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19" y="7"/>
                  </a:moveTo>
                  <a:cubicBezTo>
                    <a:pt x="16" y="3"/>
                    <a:pt x="14" y="0"/>
                    <a:pt x="8" y="0"/>
                  </a:cubicBezTo>
                  <a:cubicBezTo>
                    <a:pt x="3" y="0"/>
                    <a:pt x="0" y="4"/>
                    <a:pt x="3" y="9"/>
                  </a:cubicBezTo>
                  <a:cubicBezTo>
                    <a:pt x="6" y="12"/>
                    <a:pt x="10" y="15"/>
                    <a:pt x="14" y="14"/>
                  </a:cubicBezTo>
                  <a:cubicBezTo>
                    <a:pt x="18" y="13"/>
                    <a:pt x="23" y="10"/>
                    <a:pt x="19" y="7"/>
                  </a:cubicBezTo>
                </a:path>
              </a:pathLst>
            </a:custGeom>
            <a:solidFill>
              <a:srgbClr val="A5C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875">
              <a:extLst>
                <a:ext uri="{FF2B5EF4-FFF2-40B4-BE49-F238E27FC236}">
                  <a16:creationId xmlns:a16="http://schemas.microsoft.com/office/drawing/2014/main" id="{18B341FB-E9D9-41B9-AA6C-E3BAD7827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542"/>
              <a:ext cx="52" cy="19"/>
            </a:xfrm>
            <a:custGeom>
              <a:avLst/>
              <a:gdLst>
                <a:gd name="T0" fmla="*/ 58 w 49"/>
                <a:gd name="T1" fmla="*/ 6 h 18"/>
                <a:gd name="T2" fmla="*/ 0 w 49"/>
                <a:gd name="T3" fmla="*/ 21 h 18"/>
                <a:gd name="T4" fmla="*/ 58 w 49"/>
                <a:gd name="T5" fmla="*/ 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8">
                  <a:moveTo>
                    <a:pt x="49" y="6"/>
                  </a:moveTo>
                  <a:cubicBezTo>
                    <a:pt x="49" y="6"/>
                    <a:pt x="16" y="0"/>
                    <a:pt x="0" y="18"/>
                  </a:cubicBezTo>
                  <a:cubicBezTo>
                    <a:pt x="0" y="18"/>
                    <a:pt x="14" y="3"/>
                    <a:pt x="49" y="6"/>
                  </a:cubicBezTo>
                  <a:close/>
                </a:path>
              </a:pathLst>
            </a:custGeom>
            <a:solidFill>
              <a:srgbClr val="CAD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876">
              <a:extLst>
                <a:ext uri="{FF2B5EF4-FFF2-40B4-BE49-F238E27FC236}">
                  <a16:creationId xmlns:a16="http://schemas.microsoft.com/office/drawing/2014/main" id="{90D18810-42BF-458C-A281-5DE6604B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563"/>
              <a:ext cx="35" cy="14"/>
            </a:xfrm>
            <a:custGeom>
              <a:avLst/>
              <a:gdLst>
                <a:gd name="T0" fmla="*/ 37 w 33"/>
                <a:gd name="T1" fmla="*/ 6 h 13"/>
                <a:gd name="T2" fmla="*/ 32 w 33"/>
                <a:gd name="T3" fmla="*/ 2 h 13"/>
                <a:gd name="T4" fmla="*/ 22 w 33"/>
                <a:gd name="T5" fmla="*/ 1 h 13"/>
                <a:gd name="T6" fmla="*/ 7 w 33"/>
                <a:gd name="T7" fmla="*/ 3 h 13"/>
                <a:gd name="T8" fmla="*/ 4 w 33"/>
                <a:gd name="T9" fmla="*/ 14 h 13"/>
                <a:gd name="T10" fmla="*/ 17 w 33"/>
                <a:gd name="T11" fmla="*/ 13 h 13"/>
                <a:gd name="T12" fmla="*/ 31 w 33"/>
                <a:gd name="T13" fmla="*/ 14 h 13"/>
                <a:gd name="T14" fmla="*/ 38 w 33"/>
                <a:gd name="T15" fmla="*/ 10 h 13"/>
                <a:gd name="T16" fmla="*/ 37 w 33"/>
                <a:gd name="T17" fmla="*/ 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3">
                  <a:moveTo>
                    <a:pt x="31" y="6"/>
                  </a:moveTo>
                  <a:cubicBezTo>
                    <a:pt x="30" y="3"/>
                    <a:pt x="28" y="2"/>
                    <a:pt x="26" y="2"/>
                  </a:cubicBezTo>
                  <a:cubicBezTo>
                    <a:pt x="23" y="2"/>
                    <a:pt x="21" y="2"/>
                    <a:pt x="19" y="1"/>
                  </a:cubicBezTo>
                  <a:cubicBezTo>
                    <a:pt x="14" y="0"/>
                    <a:pt x="11" y="0"/>
                    <a:pt x="7" y="3"/>
                  </a:cubicBezTo>
                  <a:cubicBezTo>
                    <a:pt x="4" y="4"/>
                    <a:pt x="0" y="9"/>
                    <a:pt x="4" y="11"/>
                  </a:cubicBezTo>
                  <a:cubicBezTo>
                    <a:pt x="7" y="13"/>
                    <a:pt x="11" y="10"/>
                    <a:pt x="14" y="10"/>
                  </a:cubicBezTo>
                  <a:cubicBezTo>
                    <a:pt x="18" y="9"/>
                    <a:pt x="21" y="10"/>
                    <a:pt x="25" y="11"/>
                  </a:cubicBezTo>
                  <a:cubicBezTo>
                    <a:pt x="27" y="11"/>
                    <a:pt x="33" y="11"/>
                    <a:pt x="32" y="7"/>
                  </a:cubicBezTo>
                  <a:cubicBezTo>
                    <a:pt x="32" y="7"/>
                    <a:pt x="31" y="6"/>
                    <a:pt x="31" y="5"/>
                  </a:cubicBezTo>
                </a:path>
              </a:pathLst>
            </a:custGeom>
            <a:solidFill>
              <a:srgbClr val="A5C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877">
              <a:extLst>
                <a:ext uri="{FF2B5EF4-FFF2-40B4-BE49-F238E27FC236}">
                  <a16:creationId xmlns:a16="http://schemas.microsoft.com/office/drawing/2014/main" id="{0AD90131-68A3-4959-94F1-9F982CF1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554"/>
              <a:ext cx="47" cy="71"/>
            </a:xfrm>
            <a:custGeom>
              <a:avLst/>
              <a:gdLst>
                <a:gd name="T0" fmla="*/ 51 w 45"/>
                <a:gd name="T1" fmla="*/ 77 h 68"/>
                <a:gd name="T2" fmla="*/ 17 w 45"/>
                <a:gd name="T3" fmla="*/ 48 h 68"/>
                <a:gd name="T4" fmla="*/ 42 w 45"/>
                <a:gd name="T5" fmla="*/ 0 h 68"/>
                <a:gd name="T6" fmla="*/ 51 w 45"/>
                <a:gd name="T7" fmla="*/ 77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68">
                  <a:moveTo>
                    <a:pt x="45" y="68"/>
                  </a:moveTo>
                  <a:cubicBezTo>
                    <a:pt x="45" y="68"/>
                    <a:pt x="20" y="61"/>
                    <a:pt x="14" y="42"/>
                  </a:cubicBezTo>
                  <a:cubicBezTo>
                    <a:pt x="9" y="23"/>
                    <a:pt x="17" y="5"/>
                    <a:pt x="36" y="0"/>
                  </a:cubicBezTo>
                  <a:cubicBezTo>
                    <a:pt x="36" y="0"/>
                    <a:pt x="0" y="33"/>
                    <a:pt x="45" y="68"/>
                  </a:cubicBezTo>
                  <a:close/>
                </a:path>
              </a:pathLst>
            </a:custGeom>
            <a:solidFill>
              <a:srgbClr val="69A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878">
              <a:extLst>
                <a:ext uri="{FF2B5EF4-FFF2-40B4-BE49-F238E27FC236}">
                  <a16:creationId xmlns:a16="http://schemas.microsoft.com/office/drawing/2014/main" id="{7879652B-6966-4178-BF1B-73023E18A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567"/>
              <a:ext cx="14" cy="7"/>
            </a:xfrm>
            <a:custGeom>
              <a:avLst/>
              <a:gdLst>
                <a:gd name="T0" fmla="*/ 14 w 13"/>
                <a:gd name="T1" fmla="*/ 3 h 7"/>
                <a:gd name="T2" fmla="*/ 6 w 13"/>
                <a:gd name="T3" fmla="*/ 0 h 7"/>
                <a:gd name="T4" fmla="*/ 2 w 13"/>
                <a:gd name="T5" fmla="*/ 0 h 7"/>
                <a:gd name="T6" fmla="*/ 2 w 13"/>
                <a:gd name="T7" fmla="*/ 3 h 7"/>
                <a:gd name="T8" fmla="*/ 5 w 13"/>
                <a:gd name="T9" fmla="*/ 6 h 7"/>
                <a:gd name="T10" fmla="*/ 12 w 13"/>
                <a:gd name="T11" fmla="*/ 7 h 7"/>
                <a:gd name="T12" fmla="*/ 14 w 13"/>
                <a:gd name="T13" fmla="*/ 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">
                  <a:moveTo>
                    <a:pt x="11" y="3"/>
                  </a:moveTo>
                  <a:cubicBezTo>
                    <a:pt x="10" y="0"/>
                    <a:pt x="8" y="1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3" y="5"/>
                    <a:pt x="3" y="5"/>
                    <a:pt x="5" y="6"/>
                  </a:cubicBezTo>
                  <a:cubicBezTo>
                    <a:pt x="6" y="6"/>
                    <a:pt x="7" y="7"/>
                    <a:pt x="9" y="7"/>
                  </a:cubicBezTo>
                  <a:cubicBezTo>
                    <a:pt x="11" y="7"/>
                    <a:pt x="13" y="5"/>
                    <a:pt x="11" y="3"/>
                  </a:cubicBezTo>
                </a:path>
              </a:pathLst>
            </a:custGeom>
            <a:solidFill>
              <a:srgbClr val="BC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879">
              <a:extLst>
                <a:ext uri="{FF2B5EF4-FFF2-40B4-BE49-F238E27FC236}">
                  <a16:creationId xmlns:a16="http://schemas.microsoft.com/office/drawing/2014/main" id="{6333C8FA-7B2B-42AE-971D-D9FC5F067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64"/>
              <a:ext cx="12" cy="8"/>
            </a:xfrm>
            <a:custGeom>
              <a:avLst/>
              <a:gdLst>
                <a:gd name="T0" fmla="*/ 9 w 12"/>
                <a:gd name="T1" fmla="*/ 2 h 7"/>
                <a:gd name="T2" fmla="*/ 1 w 12"/>
                <a:gd name="T3" fmla="*/ 3 h 7"/>
                <a:gd name="T4" fmla="*/ 0 w 12"/>
                <a:gd name="T5" fmla="*/ 9 h 7"/>
                <a:gd name="T6" fmla="*/ 3 w 12"/>
                <a:gd name="T7" fmla="*/ 9 h 7"/>
                <a:gd name="T8" fmla="*/ 9 w 12"/>
                <a:gd name="T9" fmla="*/ 8 h 7"/>
                <a:gd name="T10" fmla="*/ 10 w 12"/>
                <a:gd name="T11" fmla="*/ 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">
                  <a:moveTo>
                    <a:pt x="9" y="2"/>
                  </a:moveTo>
                  <a:cubicBezTo>
                    <a:pt x="7" y="0"/>
                    <a:pt x="3" y="1"/>
                    <a:pt x="1" y="3"/>
                  </a:cubicBezTo>
                  <a:cubicBezTo>
                    <a:pt x="1" y="3"/>
                    <a:pt x="0" y="5"/>
                    <a:pt x="0" y="6"/>
                  </a:cubicBezTo>
                  <a:cubicBezTo>
                    <a:pt x="0" y="7"/>
                    <a:pt x="1" y="6"/>
                    <a:pt x="3" y="6"/>
                  </a:cubicBezTo>
                  <a:cubicBezTo>
                    <a:pt x="5" y="6"/>
                    <a:pt x="7" y="6"/>
                    <a:pt x="9" y="5"/>
                  </a:cubicBezTo>
                  <a:cubicBezTo>
                    <a:pt x="11" y="5"/>
                    <a:pt x="12" y="3"/>
                    <a:pt x="10" y="2"/>
                  </a:cubicBezTo>
                </a:path>
              </a:pathLst>
            </a:custGeom>
            <a:solidFill>
              <a:srgbClr val="BC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880">
              <a:extLst>
                <a:ext uri="{FF2B5EF4-FFF2-40B4-BE49-F238E27FC236}">
                  <a16:creationId xmlns:a16="http://schemas.microsoft.com/office/drawing/2014/main" id="{A68223E4-6116-47DA-ABC9-34F399BD0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565"/>
              <a:ext cx="23" cy="9"/>
            </a:xfrm>
            <a:custGeom>
              <a:avLst/>
              <a:gdLst>
                <a:gd name="T0" fmla="*/ 24 w 22"/>
                <a:gd name="T1" fmla="*/ 8 h 8"/>
                <a:gd name="T2" fmla="*/ 21 w 22"/>
                <a:gd name="T3" fmla="*/ 3 h 8"/>
                <a:gd name="T4" fmla="*/ 17 w 22"/>
                <a:gd name="T5" fmla="*/ 2 h 8"/>
                <a:gd name="T6" fmla="*/ 15 w 22"/>
                <a:gd name="T7" fmla="*/ 2 h 8"/>
                <a:gd name="T8" fmla="*/ 8 w 22"/>
                <a:gd name="T9" fmla="*/ 1 h 8"/>
                <a:gd name="T10" fmla="*/ 1 w 22"/>
                <a:gd name="T11" fmla="*/ 2 h 8"/>
                <a:gd name="T12" fmla="*/ 1 w 22"/>
                <a:gd name="T13" fmla="*/ 7 h 8"/>
                <a:gd name="T14" fmla="*/ 6 w 22"/>
                <a:gd name="T15" fmla="*/ 3 h 8"/>
                <a:gd name="T16" fmla="*/ 10 w 22"/>
                <a:gd name="T17" fmla="*/ 3 h 8"/>
                <a:gd name="T18" fmla="*/ 15 w 22"/>
                <a:gd name="T19" fmla="*/ 3 h 8"/>
                <a:gd name="T20" fmla="*/ 17 w 22"/>
                <a:gd name="T21" fmla="*/ 7 h 8"/>
                <a:gd name="T22" fmla="*/ 19 w 22"/>
                <a:gd name="T23" fmla="*/ 9 h 8"/>
                <a:gd name="T24" fmla="*/ 24 w 22"/>
                <a:gd name="T25" fmla="*/ 9 h 8"/>
                <a:gd name="T26" fmla="*/ 24 w 22"/>
                <a:gd name="T27" fmla="*/ 8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8">
                  <a:moveTo>
                    <a:pt x="21" y="5"/>
                  </a:moveTo>
                  <a:cubicBezTo>
                    <a:pt x="22" y="3"/>
                    <a:pt x="19" y="3"/>
                    <a:pt x="18" y="3"/>
                  </a:cubicBezTo>
                  <a:cubicBezTo>
                    <a:pt x="17" y="2"/>
                    <a:pt x="15" y="2"/>
                    <a:pt x="14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11" y="2"/>
                    <a:pt x="9" y="2"/>
                    <a:pt x="8" y="1"/>
                  </a:cubicBezTo>
                  <a:cubicBezTo>
                    <a:pt x="6" y="0"/>
                    <a:pt x="3" y="0"/>
                    <a:pt x="1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5" y="4"/>
                    <a:pt x="6" y="3"/>
                  </a:cubicBezTo>
                  <a:cubicBezTo>
                    <a:pt x="7" y="3"/>
                    <a:pt x="8" y="3"/>
                    <a:pt x="10" y="3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2" y="3"/>
                    <a:pt x="13" y="3"/>
                    <a:pt x="14" y="4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7" y="6"/>
                    <a:pt x="20" y="8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</a:path>
              </a:pathLst>
            </a:custGeom>
            <a:solidFill>
              <a:srgbClr val="CAD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881">
              <a:extLst>
                <a:ext uri="{FF2B5EF4-FFF2-40B4-BE49-F238E27FC236}">
                  <a16:creationId xmlns:a16="http://schemas.microsoft.com/office/drawing/2014/main" id="{C2C7A081-326E-4BA6-B1F8-52D380E51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602"/>
              <a:ext cx="39" cy="27"/>
            </a:xfrm>
            <a:custGeom>
              <a:avLst/>
              <a:gdLst>
                <a:gd name="T0" fmla="*/ 43 w 37"/>
                <a:gd name="T1" fmla="*/ 0 h 25"/>
                <a:gd name="T2" fmla="*/ 0 w 37"/>
                <a:gd name="T3" fmla="*/ 31 h 25"/>
                <a:gd name="T4" fmla="*/ 43 w 3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37" y="0"/>
                  </a:moveTo>
                  <a:cubicBezTo>
                    <a:pt x="37" y="0"/>
                    <a:pt x="36" y="25"/>
                    <a:pt x="0" y="25"/>
                  </a:cubicBezTo>
                  <a:cubicBezTo>
                    <a:pt x="0" y="25"/>
                    <a:pt x="33" y="19"/>
                    <a:pt x="37" y="0"/>
                  </a:cubicBezTo>
                  <a:close/>
                </a:path>
              </a:pathLst>
            </a:custGeom>
            <a:solidFill>
              <a:srgbClr val="96C4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882">
              <a:extLst>
                <a:ext uri="{FF2B5EF4-FFF2-40B4-BE49-F238E27FC236}">
                  <a16:creationId xmlns:a16="http://schemas.microsoft.com/office/drawing/2014/main" id="{9CEF2A87-6121-45CE-ABFC-4D6951AC5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633"/>
              <a:ext cx="49" cy="84"/>
            </a:xfrm>
            <a:custGeom>
              <a:avLst/>
              <a:gdLst>
                <a:gd name="T0" fmla="*/ 23 w 47"/>
                <a:gd name="T1" fmla="*/ 0 h 80"/>
                <a:gd name="T2" fmla="*/ 32 w 47"/>
                <a:gd name="T3" fmla="*/ 5 h 80"/>
                <a:gd name="T4" fmla="*/ 44 w 47"/>
                <a:gd name="T5" fmla="*/ 14 h 80"/>
                <a:gd name="T6" fmla="*/ 52 w 47"/>
                <a:gd name="T7" fmla="*/ 40 h 80"/>
                <a:gd name="T8" fmla="*/ 46 w 47"/>
                <a:gd name="T9" fmla="*/ 69 h 80"/>
                <a:gd name="T10" fmla="*/ 27 w 47"/>
                <a:gd name="T11" fmla="*/ 88 h 80"/>
                <a:gd name="T12" fmla="*/ 23 w 47"/>
                <a:gd name="T13" fmla="*/ 51 h 80"/>
                <a:gd name="T14" fmla="*/ 3 w 47"/>
                <a:gd name="T15" fmla="*/ 27 h 80"/>
                <a:gd name="T16" fmla="*/ 5 w 47"/>
                <a:gd name="T17" fmla="*/ 6 h 80"/>
                <a:gd name="T18" fmla="*/ 23 w 47"/>
                <a:gd name="T19" fmla="*/ 0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80">
                  <a:moveTo>
                    <a:pt x="20" y="0"/>
                  </a:moveTo>
                  <a:cubicBezTo>
                    <a:pt x="22" y="2"/>
                    <a:pt x="26" y="3"/>
                    <a:pt x="29" y="5"/>
                  </a:cubicBezTo>
                  <a:cubicBezTo>
                    <a:pt x="32" y="7"/>
                    <a:pt x="35" y="9"/>
                    <a:pt x="38" y="11"/>
                  </a:cubicBezTo>
                  <a:cubicBezTo>
                    <a:pt x="44" y="16"/>
                    <a:pt x="46" y="26"/>
                    <a:pt x="46" y="34"/>
                  </a:cubicBezTo>
                  <a:cubicBezTo>
                    <a:pt x="47" y="43"/>
                    <a:pt x="45" y="52"/>
                    <a:pt x="40" y="60"/>
                  </a:cubicBezTo>
                  <a:cubicBezTo>
                    <a:pt x="38" y="64"/>
                    <a:pt x="29" y="80"/>
                    <a:pt x="24" y="76"/>
                  </a:cubicBezTo>
                  <a:cubicBezTo>
                    <a:pt x="17" y="71"/>
                    <a:pt x="22" y="52"/>
                    <a:pt x="20" y="45"/>
                  </a:cubicBezTo>
                  <a:cubicBezTo>
                    <a:pt x="17" y="35"/>
                    <a:pt x="9" y="32"/>
                    <a:pt x="3" y="24"/>
                  </a:cubicBezTo>
                  <a:cubicBezTo>
                    <a:pt x="0" y="19"/>
                    <a:pt x="2" y="10"/>
                    <a:pt x="5" y="6"/>
                  </a:cubicBezTo>
                  <a:cubicBezTo>
                    <a:pt x="9" y="2"/>
                    <a:pt x="16" y="3"/>
                    <a:pt x="20" y="0"/>
                  </a:cubicBezTo>
                </a:path>
              </a:pathLst>
            </a:custGeom>
            <a:solidFill>
              <a:srgbClr val="88B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883">
              <a:extLst>
                <a:ext uri="{FF2B5EF4-FFF2-40B4-BE49-F238E27FC236}">
                  <a16:creationId xmlns:a16="http://schemas.microsoft.com/office/drawing/2014/main" id="{2D2CB14B-253E-4C87-9E54-2B0EF260E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637"/>
              <a:ext cx="41" cy="48"/>
            </a:xfrm>
            <a:custGeom>
              <a:avLst/>
              <a:gdLst>
                <a:gd name="T0" fmla="*/ 25 w 39"/>
                <a:gd name="T1" fmla="*/ 2 h 46"/>
                <a:gd name="T2" fmla="*/ 7 w 39"/>
                <a:gd name="T3" fmla="*/ 2 h 46"/>
                <a:gd name="T4" fmla="*/ 4 w 39"/>
                <a:gd name="T5" fmla="*/ 24 h 46"/>
                <a:gd name="T6" fmla="*/ 15 w 39"/>
                <a:gd name="T7" fmla="*/ 32 h 46"/>
                <a:gd name="T8" fmla="*/ 20 w 39"/>
                <a:gd name="T9" fmla="*/ 44 h 46"/>
                <a:gd name="T10" fmla="*/ 29 w 39"/>
                <a:gd name="T11" fmla="*/ 51 h 46"/>
                <a:gd name="T12" fmla="*/ 42 w 39"/>
                <a:gd name="T13" fmla="*/ 46 h 46"/>
                <a:gd name="T14" fmla="*/ 43 w 39"/>
                <a:gd name="T15" fmla="*/ 29 h 46"/>
                <a:gd name="T16" fmla="*/ 39 w 39"/>
                <a:gd name="T17" fmla="*/ 18 h 46"/>
                <a:gd name="T18" fmla="*/ 30 w 39"/>
                <a:gd name="T19" fmla="*/ 8 h 46"/>
                <a:gd name="T20" fmla="*/ 25 w 39"/>
                <a:gd name="T21" fmla="*/ 2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46">
                  <a:moveTo>
                    <a:pt x="22" y="2"/>
                  </a:moveTo>
                  <a:cubicBezTo>
                    <a:pt x="18" y="0"/>
                    <a:pt x="11" y="0"/>
                    <a:pt x="7" y="2"/>
                  </a:cubicBezTo>
                  <a:cubicBezTo>
                    <a:pt x="0" y="6"/>
                    <a:pt x="0" y="15"/>
                    <a:pt x="4" y="21"/>
                  </a:cubicBezTo>
                  <a:cubicBezTo>
                    <a:pt x="6" y="24"/>
                    <a:pt x="9" y="26"/>
                    <a:pt x="12" y="29"/>
                  </a:cubicBezTo>
                  <a:cubicBezTo>
                    <a:pt x="14" y="32"/>
                    <a:pt x="15" y="36"/>
                    <a:pt x="17" y="38"/>
                  </a:cubicBezTo>
                  <a:cubicBezTo>
                    <a:pt x="19" y="42"/>
                    <a:pt x="22" y="44"/>
                    <a:pt x="26" y="45"/>
                  </a:cubicBezTo>
                  <a:cubicBezTo>
                    <a:pt x="31" y="46"/>
                    <a:pt x="34" y="44"/>
                    <a:pt x="36" y="40"/>
                  </a:cubicBezTo>
                  <a:cubicBezTo>
                    <a:pt x="39" y="35"/>
                    <a:pt x="38" y="30"/>
                    <a:pt x="37" y="26"/>
                  </a:cubicBezTo>
                  <a:cubicBezTo>
                    <a:pt x="37" y="22"/>
                    <a:pt x="35" y="19"/>
                    <a:pt x="33" y="15"/>
                  </a:cubicBezTo>
                  <a:cubicBezTo>
                    <a:pt x="32" y="12"/>
                    <a:pt x="29" y="10"/>
                    <a:pt x="27" y="8"/>
                  </a:cubicBezTo>
                  <a:cubicBezTo>
                    <a:pt x="26" y="6"/>
                    <a:pt x="24" y="3"/>
                    <a:pt x="22" y="2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884">
              <a:extLst>
                <a:ext uri="{FF2B5EF4-FFF2-40B4-BE49-F238E27FC236}">
                  <a16:creationId xmlns:a16="http://schemas.microsoft.com/office/drawing/2014/main" id="{A52383AC-67E7-46CD-9B35-75F6282D5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641"/>
              <a:ext cx="28" cy="25"/>
            </a:xfrm>
            <a:custGeom>
              <a:avLst/>
              <a:gdLst>
                <a:gd name="T0" fmla="*/ 19 w 26"/>
                <a:gd name="T1" fmla="*/ 2 h 24"/>
                <a:gd name="T2" fmla="*/ 6 w 26"/>
                <a:gd name="T3" fmla="*/ 1 h 24"/>
                <a:gd name="T4" fmla="*/ 0 w 26"/>
                <a:gd name="T5" fmla="*/ 10 h 24"/>
                <a:gd name="T6" fmla="*/ 11 w 26"/>
                <a:gd name="T7" fmla="*/ 22 h 24"/>
                <a:gd name="T8" fmla="*/ 20 w 26"/>
                <a:gd name="T9" fmla="*/ 25 h 24"/>
                <a:gd name="T10" fmla="*/ 28 w 26"/>
                <a:gd name="T11" fmla="*/ 9 h 24"/>
                <a:gd name="T12" fmla="*/ 19 w 2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16" y="2"/>
                  </a:moveTo>
                  <a:cubicBezTo>
                    <a:pt x="13" y="0"/>
                    <a:pt x="9" y="0"/>
                    <a:pt x="6" y="1"/>
                  </a:cubicBezTo>
                  <a:cubicBezTo>
                    <a:pt x="3" y="3"/>
                    <a:pt x="0" y="6"/>
                    <a:pt x="0" y="10"/>
                  </a:cubicBezTo>
                  <a:cubicBezTo>
                    <a:pt x="0" y="14"/>
                    <a:pt x="5" y="16"/>
                    <a:pt x="8" y="19"/>
                  </a:cubicBezTo>
                  <a:cubicBezTo>
                    <a:pt x="11" y="21"/>
                    <a:pt x="13" y="24"/>
                    <a:pt x="17" y="22"/>
                  </a:cubicBezTo>
                  <a:cubicBezTo>
                    <a:pt x="23" y="20"/>
                    <a:pt x="26" y="14"/>
                    <a:pt x="22" y="9"/>
                  </a:cubicBezTo>
                  <a:cubicBezTo>
                    <a:pt x="21" y="7"/>
                    <a:pt x="18" y="3"/>
                    <a:pt x="16" y="2"/>
                  </a:cubicBezTo>
                </a:path>
              </a:pathLst>
            </a:custGeom>
            <a:solidFill>
              <a:srgbClr val="A8C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885">
              <a:extLst>
                <a:ext uri="{FF2B5EF4-FFF2-40B4-BE49-F238E27FC236}">
                  <a16:creationId xmlns:a16="http://schemas.microsoft.com/office/drawing/2014/main" id="{04B2A23D-5A14-4040-BC64-7A5AD34AC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672"/>
              <a:ext cx="83" cy="72"/>
            </a:xfrm>
            <a:custGeom>
              <a:avLst/>
              <a:gdLst>
                <a:gd name="T0" fmla="*/ 17 w 79"/>
                <a:gd name="T1" fmla="*/ 0 h 69"/>
                <a:gd name="T2" fmla="*/ 38 w 79"/>
                <a:gd name="T3" fmla="*/ 59 h 69"/>
                <a:gd name="T4" fmla="*/ 91 w 79"/>
                <a:gd name="T5" fmla="*/ 50 h 69"/>
                <a:gd name="T6" fmla="*/ 45 w 79"/>
                <a:gd name="T7" fmla="*/ 50 h 69"/>
                <a:gd name="T8" fmla="*/ 17 w 7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9">
                  <a:moveTo>
                    <a:pt x="14" y="0"/>
                  </a:moveTo>
                  <a:cubicBezTo>
                    <a:pt x="14" y="0"/>
                    <a:pt x="0" y="34"/>
                    <a:pt x="32" y="53"/>
                  </a:cubicBezTo>
                  <a:cubicBezTo>
                    <a:pt x="58" y="69"/>
                    <a:pt x="79" y="44"/>
                    <a:pt x="79" y="44"/>
                  </a:cubicBezTo>
                  <a:cubicBezTo>
                    <a:pt x="79" y="44"/>
                    <a:pt x="59" y="59"/>
                    <a:pt x="39" y="44"/>
                  </a:cubicBezTo>
                  <a:cubicBezTo>
                    <a:pt x="19" y="29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6C9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886">
              <a:extLst>
                <a:ext uri="{FF2B5EF4-FFF2-40B4-BE49-F238E27FC236}">
                  <a16:creationId xmlns:a16="http://schemas.microsoft.com/office/drawing/2014/main" id="{3630942F-35B8-4AEB-816B-6D40D2503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617"/>
              <a:ext cx="57" cy="27"/>
            </a:xfrm>
            <a:custGeom>
              <a:avLst/>
              <a:gdLst>
                <a:gd name="T0" fmla="*/ 66 w 53"/>
                <a:gd name="T1" fmla="*/ 21 h 26"/>
                <a:gd name="T2" fmla="*/ 0 w 53"/>
                <a:gd name="T3" fmla="*/ 29 h 26"/>
                <a:gd name="T4" fmla="*/ 66 w 53"/>
                <a:gd name="T5" fmla="*/ 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6">
                  <a:moveTo>
                    <a:pt x="53" y="18"/>
                  </a:moveTo>
                  <a:cubicBezTo>
                    <a:pt x="53" y="18"/>
                    <a:pt x="26" y="0"/>
                    <a:pt x="0" y="26"/>
                  </a:cubicBezTo>
                  <a:cubicBezTo>
                    <a:pt x="0" y="26"/>
                    <a:pt x="26" y="3"/>
                    <a:pt x="53" y="18"/>
                  </a:cubicBezTo>
                  <a:close/>
                </a:path>
              </a:pathLst>
            </a:custGeom>
            <a:solidFill>
              <a:srgbClr val="A8C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887">
              <a:extLst>
                <a:ext uri="{FF2B5EF4-FFF2-40B4-BE49-F238E27FC236}">
                  <a16:creationId xmlns:a16="http://schemas.microsoft.com/office/drawing/2014/main" id="{AF776463-0F1C-4C04-8845-70BFE12B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568"/>
              <a:ext cx="2" cy="2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2 h 2"/>
                <a:gd name="T4" fmla="*/ 0 w 2"/>
                <a:gd name="T5" fmla="*/ 1 h 2"/>
                <a:gd name="T6" fmla="*/ 1 w 2"/>
                <a:gd name="T7" fmla="*/ 1 h 2"/>
                <a:gd name="T8" fmla="*/ 1 w 2"/>
                <a:gd name="T9" fmla="*/ 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Rectangle 888">
              <a:extLst>
                <a:ext uri="{FF2B5EF4-FFF2-40B4-BE49-F238E27FC236}">
                  <a16:creationId xmlns:a16="http://schemas.microsoft.com/office/drawing/2014/main" id="{1B04B52C-5F4D-497B-9E79-B072D1A49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570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2" name="Freeform 889">
              <a:extLst>
                <a:ext uri="{FF2B5EF4-FFF2-40B4-BE49-F238E27FC236}">
                  <a16:creationId xmlns:a16="http://schemas.microsoft.com/office/drawing/2014/main" id="{E7C35BD4-4A3D-43E1-BDF1-714F59C5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570"/>
              <a:ext cx="2" cy="2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0 w 2"/>
                <a:gd name="T5" fmla="*/ 0 h 2"/>
                <a:gd name="T6" fmla="*/ 2 w 2"/>
                <a:gd name="T7" fmla="*/ 0 h 2"/>
                <a:gd name="T8" fmla="*/ 2 w 2"/>
                <a:gd name="T9" fmla="*/ 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Rectangle 890">
              <a:extLst>
                <a:ext uri="{FF2B5EF4-FFF2-40B4-BE49-F238E27FC236}">
                  <a16:creationId xmlns:a16="http://schemas.microsoft.com/office/drawing/2014/main" id="{4B691CD0-2A55-4EAA-90CC-8CC23224A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2571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4" name="Rectangle 891">
              <a:extLst>
                <a:ext uri="{FF2B5EF4-FFF2-40B4-BE49-F238E27FC236}">
                  <a16:creationId xmlns:a16="http://schemas.microsoft.com/office/drawing/2014/main" id="{EF162480-7E78-4700-87B4-4AD807066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5" y="2569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5" name="Freeform 892">
              <a:extLst>
                <a:ext uri="{FF2B5EF4-FFF2-40B4-BE49-F238E27FC236}">
                  <a16:creationId xmlns:a16="http://schemas.microsoft.com/office/drawing/2014/main" id="{521778C1-25F5-46D2-9B1F-E2C8DEA95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645"/>
              <a:ext cx="17" cy="16"/>
            </a:xfrm>
            <a:custGeom>
              <a:avLst/>
              <a:gdLst>
                <a:gd name="T0" fmla="*/ 5 w 16"/>
                <a:gd name="T1" fmla="*/ 1 h 15"/>
                <a:gd name="T2" fmla="*/ 17 w 16"/>
                <a:gd name="T3" fmla="*/ 12 h 15"/>
                <a:gd name="T4" fmla="*/ 17 w 16"/>
                <a:gd name="T5" fmla="*/ 17 h 15"/>
                <a:gd name="T6" fmla="*/ 13 w 16"/>
                <a:gd name="T7" fmla="*/ 15 h 15"/>
                <a:gd name="T8" fmla="*/ 11 w 16"/>
                <a:gd name="T9" fmla="*/ 11 h 15"/>
                <a:gd name="T10" fmla="*/ 3 w 16"/>
                <a:gd name="T11" fmla="*/ 6 h 15"/>
                <a:gd name="T12" fmla="*/ 5 w 16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5">
                  <a:moveTo>
                    <a:pt x="5" y="1"/>
                  </a:moveTo>
                  <a:cubicBezTo>
                    <a:pt x="8" y="0"/>
                    <a:pt x="13" y="7"/>
                    <a:pt x="14" y="9"/>
                  </a:cubicBezTo>
                  <a:cubicBezTo>
                    <a:pt x="15" y="10"/>
                    <a:pt x="16" y="12"/>
                    <a:pt x="14" y="14"/>
                  </a:cubicBezTo>
                  <a:cubicBezTo>
                    <a:pt x="13" y="15"/>
                    <a:pt x="11" y="13"/>
                    <a:pt x="10" y="12"/>
                  </a:cubicBezTo>
                  <a:cubicBezTo>
                    <a:pt x="10" y="11"/>
                    <a:pt x="9" y="9"/>
                    <a:pt x="8" y="8"/>
                  </a:cubicBezTo>
                  <a:cubicBezTo>
                    <a:pt x="6" y="7"/>
                    <a:pt x="4" y="7"/>
                    <a:pt x="3" y="6"/>
                  </a:cubicBezTo>
                  <a:cubicBezTo>
                    <a:pt x="0" y="4"/>
                    <a:pt x="2" y="1"/>
                    <a:pt x="5" y="0"/>
                  </a:cubicBezTo>
                </a:path>
              </a:pathLst>
            </a:custGeom>
            <a:solidFill>
              <a:srgbClr val="BCD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893">
              <a:extLst>
                <a:ext uri="{FF2B5EF4-FFF2-40B4-BE49-F238E27FC236}">
                  <a16:creationId xmlns:a16="http://schemas.microsoft.com/office/drawing/2014/main" id="{4C8A9425-390F-422F-A026-13158E3DE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645"/>
              <a:ext cx="3" cy="4"/>
            </a:xfrm>
            <a:custGeom>
              <a:avLst/>
              <a:gdLst>
                <a:gd name="T0" fmla="*/ 3 w 3"/>
                <a:gd name="T1" fmla="*/ 7 h 3"/>
                <a:gd name="T2" fmla="*/ 0 w 3"/>
                <a:gd name="T3" fmla="*/ 7 h 3"/>
                <a:gd name="T4" fmla="*/ 0 w 3"/>
                <a:gd name="T5" fmla="*/ 0 h 3"/>
                <a:gd name="T6" fmla="*/ 3 w 3"/>
                <a:gd name="T7" fmla="*/ 0 h 3"/>
                <a:gd name="T8" fmla="*/ 3 w 3"/>
                <a:gd name="T9" fmla="*/ 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Rectangle 894">
              <a:extLst>
                <a:ext uri="{FF2B5EF4-FFF2-40B4-BE49-F238E27FC236}">
                  <a16:creationId xmlns:a16="http://schemas.microsoft.com/office/drawing/2014/main" id="{6E25168E-639B-4F34-A955-214BCDF73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2650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8" name="Freeform 895">
              <a:extLst>
                <a:ext uri="{FF2B5EF4-FFF2-40B4-BE49-F238E27FC236}">
                  <a16:creationId xmlns:a16="http://schemas.microsoft.com/office/drawing/2014/main" id="{2BC53C69-99E6-4364-B16C-0A1F331D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734"/>
              <a:ext cx="45" cy="59"/>
            </a:xfrm>
            <a:custGeom>
              <a:avLst/>
              <a:gdLst>
                <a:gd name="T0" fmla="*/ 40 w 43"/>
                <a:gd name="T1" fmla="*/ 0 h 56"/>
                <a:gd name="T2" fmla="*/ 47 w 43"/>
                <a:gd name="T3" fmla="*/ 18 h 56"/>
                <a:gd name="T4" fmla="*/ 45 w 43"/>
                <a:gd name="T5" fmla="*/ 38 h 56"/>
                <a:gd name="T6" fmla="*/ 16 w 43"/>
                <a:gd name="T7" fmla="*/ 64 h 56"/>
                <a:gd name="T8" fmla="*/ 4 w 43"/>
                <a:gd name="T9" fmla="*/ 62 h 56"/>
                <a:gd name="T10" fmla="*/ 7 w 43"/>
                <a:gd name="T11" fmla="*/ 45 h 56"/>
                <a:gd name="T12" fmla="*/ 9 w 43"/>
                <a:gd name="T13" fmla="*/ 25 h 56"/>
                <a:gd name="T14" fmla="*/ 10 w 43"/>
                <a:gd name="T15" fmla="*/ 15 h 56"/>
                <a:gd name="T16" fmla="*/ 27 w 43"/>
                <a:gd name="T17" fmla="*/ 2 h 56"/>
                <a:gd name="T18" fmla="*/ 40 w 43"/>
                <a:gd name="T19" fmla="*/ 1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56">
                  <a:moveTo>
                    <a:pt x="34" y="0"/>
                  </a:moveTo>
                  <a:cubicBezTo>
                    <a:pt x="38" y="5"/>
                    <a:pt x="39" y="9"/>
                    <a:pt x="41" y="15"/>
                  </a:cubicBezTo>
                  <a:cubicBezTo>
                    <a:pt x="43" y="21"/>
                    <a:pt x="42" y="26"/>
                    <a:pt x="39" y="32"/>
                  </a:cubicBezTo>
                  <a:cubicBezTo>
                    <a:pt x="35" y="42"/>
                    <a:pt x="24" y="51"/>
                    <a:pt x="13" y="55"/>
                  </a:cubicBezTo>
                  <a:cubicBezTo>
                    <a:pt x="10" y="55"/>
                    <a:pt x="6" y="56"/>
                    <a:pt x="4" y="53"/>
                  </a:cubicBezTo>
                  <a:cubicBezTo>
                    <a:pt x="0" y="49"/>
                    <a:pt x="5" y="43"/>
                    <a:pt x="7" y="39"/>
                  </a:cubicBezTo>
                  <a:cubicBezTo>
                    <a:pt x="10" y="33"/>
                    <a:pt x="10" y="28"/>
                    <a:pt x="9" y="22"/>
                  </a:cubicBezTo>
                  <a:cubicBezTo>
                    <a:pt x="8" y="18"/>
                    <a:pt x="8" y="15"/>
                    <a:pt x="10" y="12"/>
                  </a:cubicBezTo>
                  <a:cubicBezTo>
                    <a:pt x="14" y="7"/>
                    <a:pt x="19" y="4"/>
                    <a:pt x="24" y="2"/>
                  </a:cubicBezTo>
                  <a:cubicBezTo>
                    <a:pt x="28" y="0"/>
                    <a:pt x="32" y="1"/>
                    <a:pt x="34" y="1"/>
                  </a:cubicBezTo>
                </a:path>
              </a:pathLst>
            </a:custGeom>
            <a:solidFill>
              <a:srgbClr val="AFA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Freeform 896">
              <a:extLst>
                <a:ext uri="{FF2B5EF4-FFF2-40B4-BE49-F238E27FC236}">
                  <a16:creationId xmlns:a16="http://schemas.microsoft.com/office/drawing/2014/main" id="{8A846BEA-51B2-4A67-827D-8B28357EF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738"/>
              <a:ext cx="30" cy="43"/>
            </a:xfrm>
            <a:custGeom>
              <a:avLst/>
              <a:gdLst>
                <a:gd name="T0" fmla="*/ 21 w 29"/>
                <a:gd name="T1" fmla="*/ 0 h 41"/>
                <a:gd name="T2" fmla="*/ 10 w 29"/>
                <a:gd name="T3" fmla="*/ 46 h 41"/>
                <a:gd name="T4" fmla="*/ 2 w 29"/>
                <a:gd name="T5" fmla="*/ 38 h 41"/>
                <a:gd name="T6" fmla="*/ 2 w 29"/>
                <a:gd name="T7" fmla="*/ 28 h 41"/>
                <a:gd name="T8" fmla="*/ 1 w 29"/>
                <a:gd name="T9" fmla="*/ 23 h 41"/>
                <a:gd name="T10" fmla="*/ 14 w 29"/>
                <a:gd name="T11" fmla="*/ 1 h 41"/>
                <a:gd name="T12" fmla="*/ 21 w 29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8" y="0"/>
                  </a:moveTo>
                  <a:cubicBezTo>
                    <a:pt x="29" y="10"/>
                    <a:pt x="26" y="37"/>
                    <a:pt x="10" y="40"/>
                  </a:cubicBezTo>
                  <a:cubicBezTo>
                    <a:pt x="5" y="41"/>
                    <a:pt x="3" y="36"/>
                    <a:pt x="2" y="32"/>
                  </a:cubicBezTo>
                  <a:cubicBezTo>
                    <a:pt x="2" y="30"/>
                    <a:pt x="3" y="27"/>
                    <a:pt x="2" y="25"/>
                  </a:cubicBezTo>
                  <a:cubicBezTo>
                    <a:pt x="2" y="23"/>
                    <a:pt x="1" y="22"/>
                    <a:pt x="1" y="20"/>
                  </a:cubicBezTo>
                  <a:cubicBezTo>
                    <a:pt x="0" y="13"/>
                    <a:pt x="8" y="4"/>
                    <a:pt x="14" y="1"/>
                  </a:cubicBezTo>
                  <a:cubicBezTo>
                    <a:pt x="15" y="0"/>
                    <a:pt x="17" y="0"/>
                    <a:pt x="18" y="0"/>
                  </a:cubicBezTo>
                </a:path>
              </a:pathLst>
            </a:custGeom>
            <a:solidFill>
              <a:srgbClr val="C2B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897">
              <a:extLst>
                <a:ext uri="{FF2B5EF4-FFF2-40B4-BE49-F238E27FC236}">
                  <a16:creationId xmlns:a16="http://schemas.microsoft.com/office/drawing/2014/main" id="{6180C29E-FFE4-4B28-95B3-59B6F1C14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738"/>
              <a:ext cx="19" cy="27"/>
            </a:xfrm>
            <a:custGeom>
              <a:avLst/>
              <a:gdLst>
                <a:gd name="T0" fmla="*/ 19 w 18"/>
                <a:gd name="T1" fmla="*/ 8 h 26"/>
                <a:gd name="T2" fmla="*/ 13 w 18"/>
                <a:gd name="T3" fmla="*/ 27 h 26"/>
                <a:gd name="T4" fmla="*/ 21 w 18"/>
                <a:gd name="T5" fmla="*/ 21 h 26"/>
                <a:gd name="T6" fmla="*/ 18 w 18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6" y="8"/>
                  </a:moveTo>
                  <a:cubicBezTo>
                    <a:pt x="8" y="0"/>
                    <a:pt x="0" y="19"/>
                    <a:pt x="10" y="24"/>
                  </a:cubicBezTo>
                  <a:cubicBezTo>
                    <a:pt x="15" y="26"/>
                    <a:pt x="18" y="21"/>
                    <a:pt x="18" y="18"/>
                  </a:cubicBezTo>
                  <a:cubicBezTo>
                    <a:pt x="18" y="14"/>
                    <a:pt x="16" y="11"/>
                    <a:pt x="15" y="7"/>
                  </a:cubicBezTo>
                </a:path>
              </a:pathLst>
            </a:custGeom>
            <a:solidFill>
              <a:srgbClr val="D3C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898">
              <a:extLst>
                <a:ext uri="{FF2B5EF4-FFF2-40B4-BE49-F238E27FC236}">
                  <a16:creationId xmlns:a16="http://schemas.microsoft.com/office/drawing/2014/main" id="{3A514D4C-ADFB-4C01-A169-43019C4CD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731"/>
              <a:ext cx="38" cy="66"/>
            </a:xfrm>
            <a:custGeom>
              <a:avLst/>
              <a:gdLst>
                <a:gd name="T0" fmla="*/ 42 w 36"/>
                <a:gd name="T1" fmla="*/ 72 h 63"/>
                <a:gd name="T2" fmla="*/ 14 w 36"/>
                <a:gd name="T3" fmla="*/ 49 h 63"/>
                <a:gd name="T4" fmla="*/ 29 w 36"/>
                <a:gd name="T5" fmla="*/ 0 h 63"/>
                <a:gd name="T6" fmla="*/ 42 w 36"/>
                <a:gd name="T7" fmla="*/ 72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3">
                  <a:moveTo>
                    <a:pt x="36" y="63"/>
                  </a:moveTo>
                  <a:cubicBezTo>
                    <a:pt x="36" y="63"/>
                    <a:pt x="16" y="63"/>
                    <a:pt x="11" y="43"/>
                  </a:cubicBezTo>
                  <a:cubicBezTo>
                    <a:pt x="7" y="22"/>
                    <a:pt x="12" y="13"/>
                    <a:pt x="25" y="0"/>
                  </a:cubicBezTo>
                  <a:cubicBezTo>
                    <a:pt x="25" y="0"/>
                    <a:pt x="0" y="42"/>
                    <a:pt x="36" y="63"/>
                  </a:cubicBezTo>
                  <a:close/>
                </a:path>
              </a:pathLst>
            </a:custGeom>
            <a:solidFill>
              <a:srgbClr val="8F8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2" name="Freeform 899">
              <a:extLst>
                <a:ext uri="{FF2B5EF4-FFF2-40B4-BE49-F238E27FC236}">
                  <a16:creationId xmlns:a16="http://schemas.microsoft.com/office/drawing/2014/main" id="{ED8DE440-2AEC-413E-9CC5-100346E0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24"/>
              <a:ext cx="32" cy="16"/>
            </a:xfrm>
            <a:custGeom>
              <a:avLst/>
              <a:gdLst>
                <a:gd name="T0" fmla="*/ 36 w 30"/>
                <a:gd name="T1" fmla="*/ 14 h 15"/>
                <a:gd name="T2" fmla="*/ 4 w 30"/>
                <a:gd name="T3" fmla="*/ 0 h 15"/>
                <a:gd name="T4" fmla="*/ 0 w 30"/>
                <a:gd name="T5" fmla="*/ 2 h 15"/>
                <a:gd name="T6" fmla="*/ 36 w 30"/>
                <a:gd name="T7" fmla="*/ 1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5">
                  <a:moveTo>
                    <a:pt x="30" y="11"/>
                  </a:moveTo>
                  <a:cubicBezTo>
                    <a:pt x="30" y="11"/>
                    <a:pt x="18" y="12"/>
                    <a:pt x="4" y="0"/>
                  </a:cubicBezTo>
                  <a:cubicBezTo>
                    <a:pt x="4" y="0"/>
                    <a:pt x="1" y="1"/>
                    <a:pt x="0" y="2"/>
                  </a:cubicBezTo>
                  <a:cubicBezTo>
                    <a:pt x="0" y="2"/>
                    <a:pt x="15" y="15"/>
                    <a:pt x="30" y="11"/>
                  </a:cubicBezTo>
                  <a:close/>
                </a:path>
              </a:pathLst>
            </a:custGeom>
            <a:solidFill>
              <a:srgbClr val="8F8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900">
              <a:extLst>
                <a:ext uri="{FF2B5EF4-FFF2-40B4-BE49-F238E27FC236}">
                  <a16:creationId xmlns:a16="http://schemas.microsoft.com/office/drawing/2014/main" id="{6E6D35DB-7DFB-4237-B5D7-FA1A72BC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746"/>
              <a:ext cx="10" cy="13"/>
            </a:xfrm>
            <a:custGeom>
              <a:avLst/>
              <a:gdLst>
                <a:gd name="T0" fmla="*/ 4 w 9"/>
                <a:gd name="T1" fmla="*/ 1 h 12"/>
                <a:gd name="T2" fmla="*/ 1 w 9"/>
                <a:gd name="T3" fmla="*/ 2 h 12"/>
                <a:gd name="T4" fmla="*/ 3 w 9"/>
                <a:gd name="T5" fmla="*/ 5 h 12"/>
                <a:gd name="T6" fmla="*/ 8 w 9"/>
                <a:gd name="T7" fmla="*/ 12 h 12"/>
                <a:gd name="T8" fmla="*/ 10 w 9"/>
                <a:gd name="T9" fmla="*/ 15 h 12"/>
                <a:gd name="T10" fmla="*/ 10 w 9"/>
                <a:gd name="T11" fmla="*/ 5 h 12"/>
                <a:gd name="T12" fmla="*/ 4 w 9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4" y="1"/>
                  </a:move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4" y="6"/>
                    <a:pt x="5" y="7"/>
                    <a:pt x="5" y="9"/>
                  </a:cubicBezTo>
                  <a:cubicBezTo>
                    <a:pt x="5" y="10"/>
                    <a:pt x="5" y="12"/>
                    <a:pt x="7" y="12"/>
                  </a:cubicBezTo>
                  <a:cubicBezTo>
                    <a:pt x="9" y="11"/>
                    <a:pt x="8" y="6"/>
                    <a:pt x="7" y="5"/>
                  </a:cubicBezTo>
                  <a:cubicBezTo>
                    <a:pt x="7" y="3"/>
                    <a:pt x="6" y="2"/>
                    <a:pt x="4" y="1"/>
                  </a:cubicBezTo>
                </a:path>
              </a:pathLst>
            </a:custGeom>
            <a:solidFill>
              <a:srgbClr val="E2D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901">
              <a:extLst>
                <a:ext uri="{FF2B5EF4-FFF2-40B4-BE49-F238E27FC236}">
                  <a16:creationId xmlns:a16="http://schemas.microsoft.com/office/drawing/2014/main" id="{38EE1BF7-8D67-4C34-A3C1-9DD79A02F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746"/>
              <a:ext cx="2" cy="4"/>
            </a:xfrm>
            <a:custGeom>
              <a:avLst/>
              <a:gdLst>
                <a:gd name="T0" fmla="*/ 2 w 2"/>
                <a:gd name="T1" fmla="*/ 5 h 3"/>
                <a:gd name="T2" fmla="*/ 0 w 2"/>
                <a:gd name="T3" fmla="*/ 5 h 3"/>
                <a:gd name="T4" fmla="*/ 0 w 2"/>
                <a:gd name="T5" fmla="*/ 0 h 3"/>
                <a:gd name="T6" fmla="*/ 2 w 2"/>
                <a:gd name="T7" fmla="*/ 0 h 3"/>
                <a:gd name="T8" fmla="*/ 2 w 2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Rectangle 902">
              <a:extLst>
                <a:ext uri="{FF2B5EF4-FFF2-40B4-BE49-F238E27FC236}">
                  <a16:creationId xmlns:a16="http://schemas.microsoft.com/office/drawing/2014/main" id="{58BAB7DB-0D2E-4C4A-9B01-79B02B26C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2750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6" name="Freeform 903">
              <a:extLst>
                <a:ext uri="{FF2B5EF4-FFF2-40B4-BE49-F238E27FC236}">
                  <a16:creationId xmlns:a16="http://schemas.microsoft.com/office/drawing/2014/main" id="{33245829-DCB8-4967-B33C-91C6E629B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74"/>
              <a:ext cx="124" cy="134"/>
            </a:xfrm>
            <a:custGeom>
              <a:avLst/>
              <a:gdLst>
                <a:gd name="T0" fmla="*/ 139 w 117"/>
                <a:gd name="T1" fmla="*/ 149 h 127"/>
                <a:gd name="T2" fmla="*/ 0 w 117"/>
                <a:gd name="T3" fmla="*/ 0 h 127"/>
                <a:gd name="T4" fmla="*/ 139 w 117"/>
                <a:gd name="T5" fmla="*/ 149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27">
                  <a:moveTo>
                    <a:pt x="117" y="127"/>
                  </a:moveTo>
                  <a:cubicBezTo>
                    <a:pt x="117" y="127"/>
                    <a:pt x="33" y="25"/>
                    <a:pt x="0" y="0"/>
                  </a:cubicBezTo>
                  <a:cubicBezTo>
                    <a:pt x="0" y="0"/>
                    <a:pt x="74" y="105"/>
                    <a:pt x="117" y="127"/>
                  </a:cubicBezTo>
                  <a:close/>
                </a:path>
              </a:pathLst>
            </a:custGeom>
            <a:solidFill>
              <a:srgbClr val="727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904">
              <a:extLst>
                <a:ext uri="{FF2B5EF4-FFF2-40B4-BE49-F238E27FC236}">
                  <a16:creationId xmlns:a16="http://schemas.microsoft.com/office/drawing/2014/main" id="{FFD54D83-0D5D-47EC-9BD3-CC56D14D6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572"/>
              <a:ext cx="128" cy="142"/>
            </a:xfrm>
            <a:custGeom>
              <a:avLst/>
              <a:gdLst>
                <a:gd name="T0" fmla="*/ 0 w 121"/>
                <a:gd name="T1" fmla="*/ 0 h 135"/>
                <a:gd name="T2" fmla="*/ 85 w 121"/>
                <a:gd name="T3" fmla="*/ 65 h 135"/>
                <a:gd name="T4" fmla="*/ 143 w 121"/>
                <a:gd name="T5" fmla="*/ 157 h 135"/>
                <a:gd name="T6" fmla="*/ 0 w 121"/>
                <a:gd name="T7" fmla="*/ 0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35">
                  <a:moveTo>
                    <a:pt x="0" y="0"/>
                  </a:moveTo>
                  <a:cubicBezTo>
                    <a:pt x="0" y="0"/>
                    <a:pt x="49" y="29"/>
                    <a:pt x="72" y="56"/>
                  </a:cubicBezTo>
                  <a:cubicBezTo>
                    <a:pt x="96" y="84"/>
                    <a:pt x="121" y="135"/>
                    <a:pt x="121" y="135"/>
                  </a:cubicBezTo>
                  <a:cubicBezTo>
                    <a:pt x="121" y="135"/>
                    <a:pt x="63" y="56"/>
                    <a:pt x="0" y="0"/>
                  </a:cubicBezTo>
                  <a:close/>
                </a:path>
              </a:pathLst>
            </a:custGeom>
            <a:solidFill>
              <a:srgbClr val="727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905">
              <a:extLst>
                <a:ext uri="{FF2B5EF4-FFF2-40B4-BE49-F238E27FC236}">
                  <a16:creationId xmlns:a16="http://schemas.microsoft.com/office/drawing/2014/main" id="{A4CC6EA7-C19B-41DE-80BC-E924F256F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784"/>
              <a:ext cx="135" cy="19"/>
            </a:xfrm>
            <a:custGeom>
              <a:avLst/>
              <a:gdLst>
                <a:gd name="T0" fmla="*/ 150 w 128"/>
                <a:gd name="T1" fmla="*/ 2 h 18"/>
                <a:gd name="T2" fmla="*/ 0 w 128"/>
                <a:gd name="T3" fmla="*/ 3 h 18"/>
                <a:gd name="T4" fmla="*/ 150 w 128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8">
                  <a:moveTo>
                    <a:pt x="128" y="2"/>
                  </a:moveTo>
                  <a:cubicBezTo>
                    <a:pt x="128" y="2"/>
                    <a:pt x="23" y="0"/>
                    <a:pt x="0" y="3"/>
                  </a:cubicBezTo>
                  <a:cubicBezTo>
                    <a:pt x="0" y="3"/>
                    <a:pt x="80" y="18"/>
                    <a:pt x="128" y="2"/>
                  </a:cubicBezTo>
                  <a:close/>
                </a:path>
              </a:pathLst>
            </a:custGeom>
            <a:solidFill>
              <a:srgbClr val="757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906">
              <a:extLst>
                <a:ext uri="{FF2B5EF4-FFF2-40B4-BE49-F238E27FC236}">
                  <a16:creationId xmlns:a16="http://schemas.microsoft.com/office/drawing/2014/main" id="{84C7078D-18A5-4CA5-9175-F15B8B214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874"/>
              <a:ext cx="74" cy="67"/>
            </a:xfrm>
            <a:custGeom>
              <a:avLst/>
              <a:gdLst>
                <a:gd name="T0" fmla="*/ 82 w 70"/>
                <a:gd name="T1" fmla="*/ 73 h 64"/>
                <a:gd name="T2" fmla="*/ 0 w 70"/>
                <a:gd name="T3" fmla="*/ 0 h 64"/>
                <a:gd name="T4" fmla="*/ 82 w 70"/>
                <a:gd name="T5" fmla="*/ 73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70" y="64"/>
                  </a:moveTo>
                  <a:cubicBezTo>
                    <a:pt x="70" y="64"/>
                    <a:pt x="19" y="42"/>
                    <a:pt x="0" y="0"/>
                  </a:cubicBezTo>
                  <a:cubicBezTo>
                    <a:pt x="0" y="0"/>
                    <a:pt x="42" y="50"/>
                    <a:pt x="70" y="64"/>
                  </a:cubicBezTo>
                  <a:close/>
                </a:path>
              </a:pathLst>
            </a:custGeom>
            <a:solidFill>
              <a:srgbClr val="AEB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907">
              <a:extLst>
                <a:ext uri="{FF2B5EF4-FFF2-40B4-BE49-F238E27FC236}">
                  <a16:creationId xmlns:a16="http://schemas.microsoft.com/office/drawing/2014/main" id="{B9D01A05-E5D4-4E76-8A60-3A546A2CD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684"/>
              <a:ext cx="59" cy="94"/>
            </a:xfrm>
            <a:custGeom>
              <a:avLst/>
              <a:gdLst>
                <a:gd name="T0" fmla="*/ 0 w 55"/>
                <a:gd name="T1" fmla="*/ 0 h 89"/>
                <a:gd name="T2" fmla="*/ 30 w 55"/>
                <a:gd name="T3" fmla="*/ 51 h 89"/>
                <a:gd name="T4" fmla="*/ 48 w 55"/>
                <a:gd name="T5" fmla="*/ 76 h 89"/>
                <a:gd name="T6" fmla="*/ 68 w 55"/>
                <a:gd name="T7" fmla="*/ 104 h 89"/>
                <a:gd name="T8" fmla="*/ 44 w 55"/>
                <a:gd name="T9" fmla="*/ 79 h 89"/>
                <a:gd name="T10" fmla="*/ 0 w 55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89">
                  <a:moveTo>
                    <a:pt x="0" y="0"/>
                  </a:moveTo>
                  <a:cubicBezTo>
                    <a:pt x="0" y="0"/>
                    <a:pt x="16" y="34"/>
                    <a:pt x="24" y="43"/>
                  </a:cubicBezTo>
                  <a:cubicBezTo>
                    <a:pt x="32" y="52"/>
                    <a:pt x="29" y="53"/>
                    <a:pt x="39" y="64"/>
                  </a:cubicBezTo>
                  <a:cubicBezTo>
                    <a:pt x="50" y="74"/>
                    <a:pt x="53" y="84"/>
                    <a:pt x="55" y="88"/>
                  </a:cubicBezTo>
                  <a:cubicBezTo>
                    <a:pt x="55" y="88"/>
                    <a:pt x="49" y="89"/>
                    <a:pt x="35" y="67"/>
                  </a:cubicBezTo>
                  <a:cubicBezTo>
                    <a:pt x="21" y="46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B29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908">
              <a:extLst>
                <a:ext uri="{FF2B5EF4-FFF2-40B4-BE49-F238E27FC236}">
                  <a16:creationId xmlns:a16="http://schemas.microsoft.com/office/drawing/2014/main" id="{B6EF07D0-46B2-4701-A43F-5B955FAD3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195"/>
              <a:ext cx="13" cy="5"/>
            </a:xfrm>
            <a:custGeom>
              <a:avLst/>
              <a:gdLst>
                <a:gd name="T0" fmla="*/ 13 w 13"/>
                <a:gd name="T1" fmla="*/ 4 h 5"/>
                <a:gd name="T2" fmla="*/ 6 w 13"/>
                <a:gd name="T3" fmla="*/ 4 h 5"/>
                <a:gd name="T4" fmla="*/ 1 w 13"/>
                <a:gd name="T5" fmla="*/ 1 h 5"/>
                <a:gd name="T6" fmla="*/ 7 w 13"/>
                <a:gd name="T7" fmla="*/ 1 h 5"/>
                <a:gd name="T8" fmla="*/ 13 w 13"/>
                <a:gd name="T9" fmla="*/ 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4"/>
                  </a:moveTo>
                  <a:cubicBezTo>
                    <a:pt x="12" y="5"/>
                    <a:pt x="9" y="5"/>
                    <a:pt x="6" y="4"/>
                  </a:cubicBezTo>
                  <a:cubicBezTo>
                    <a:pt x="3" y="3"/>
                    <a:pt x="0" y="2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2"/>
                    <a:pt x="13" y="3"/>
                    <a:pt x="13" y="4"/>
                  </a:cubicBezTo>
                  <a:close/>
                </a:path>
              </a:pathLst>
            </a:custGeom>
            <a:solidFill>
              <a:srgbClr val="E2E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909">
              <a:extLst>
                <a:ext uri="{FF2B5EF4-FFF2-40B4-BE49-F238E27FC236}">
                  <a16:creationId xmlns:a16="http://schemas.microsoft.com/office/drawing/2014/main" id="{8CA1DB6B-794D-4103-B2DB-C40192585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195"/>
              <a:ext cx="13" cy="5"/>
            </a:xfrm>
            <a:custGeom>
              <a:avLst/>
              <a:gdLst>
                <a:gd name="T0" fmla="*/ 12 w 13"/>
                <a:gd name="T1" fmla="*/ 4 h 5"/>
                <a:gd name="T2" fmla="*/ 12 w 13"/>
                <a:gd name="T3" fmla="*/ 4 h 5"/>
                <a:gd name="T4" fmla="*/ 12 w 13"/>
                <a:gd name="T5" fmla="*/ 4 h 5"/>
                <a:gd name="T6" fmla="*/ 10 w 13"/>
                <a:gd name="T7" fmla="*/ 4 h 5"/>
                <a:gd name="T8" fmla="*/ 6 w 13"/>
                <a:gd name="T9" fmla="*/ 4 h 5"/>
                <a:gd name="T10" fmla="*/ 2 w 13"/>
                <a:gd name="T11" fmla="*/ 2 h 5"/>
                <a:gd name="T12" fmla="*/ 1 w 13"/>
                <a:gd name="T13" fmla="*/ 1 h 5"/>
                <a:gd name="T14" fmla="*/ 1 w 13"/>
                <a:gd name="T15" fmla="*/ 1 h 5"/>
                <a:gd name="T16" fmla="*/ 1 w 13"/>
                <a:gd name="T17" fmla="*/ 1 h 5"/>
                <a:gd name="T18" fmla="*/ 3 w 13"/>
                <a:gd name="T19" fmla="*/ 1 h 5"/>
                <a:gd name="T20" fmla="*/ 7 w 13"/>
                <a:gd name="T21" fmla="*/ 1 h 5"/>
                <a:gd name="T22" fmla="*/ 11 w 13"/>
                <a:gd name="T23" fmla="*/ 3 h 5"/>
                <a:gd name="T24" fmla="*/ 12 w 13"/>
                <a:gd name="T25" fmla="*/ 4 h 5"/>
                <a:gd name="T26" fmla="*/ 12 w 13"/>
                <a:gd name="T27" fmla="*/ 4 h 5"/>
                <a:gd name="T28" fmla="*/ 12 w 13"/>
                <a:gd name="T29" fmla="*/ 4 h 5"/>
                <a:gd name="T30" fmla="*/ 13 w 13"/>
                <a:gd name="T31" fmla="*/ 4 h 5"/>
                <a:gd name="T32" fmla="*/ 13 w 13"/>
                <a:gd name="T33" fmla="*/ 4 h 5"/>
                <a:gd name="T34" fmla="*/ 11 w 13"/>
                <a:gd name="T35" fmla="*/ 2 h 5"/>
                <a:gd name="T36" fmla="*/ 7 w 13"/>
                <a:gd name="T37" fmla="*/ 0 h 5"/>
                <a:gd name="T38" fmla="*/ 3 w 13"/>
                <a:gd name="T39" fmla="*/ 0 h 5"/>
                <a:gd name="T40" fmla="*/ 1 w 13"/>
                <a:gd name="T41" fmla="*/ 0 h 5"/>
                <a:gd name="T42" fmla="*/ 0 w 13"/>
                <a:gd name="T43" fmla="*/ 1 h 5"/>
                <a:gd name="T44" fmla="*/ 0 w 13"/>
                <a:gd name="T45" fmla="*/ 1 h 5"/>
                <a:gd name="T46" fmla="*/ 2 w 13"/>
                <a:gd name="T47" fmla="*/ 3 h 5"/>
                <a:gd name="T48" fmla="*/ 6 w 13"/>
                <a:gd name="T49" fmla="*/ 5 h 5"/>
                <a:gd name="T50" fmla="*/ 10 w 13"/>
                <a:gd name="T51" fmla="*/ 5 h 5"/>
                <a:gd name="T52" fmla="*/ 12 w 13"/>
                <a:gd name="T53" fmla="*/ 5 h 5"/>
                <a:gd name="T54" fmla="*/ 13 w 13"/>
                <a:gd name="T55" fmla="*/ 4 h 5"/>
                <a:gd name="T56" fmla="*/ 12 w 13"/>
                <a:gd name="T57" fmla="*/ 4 h 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" h="5"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9" y="4"/>
                    <a:pt x="8" y="4"/>
                    <a:pt x="6" y="4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4" y="1"/>
                    <a:pt x="5" y="1"/>
                    <a:pt x="7" y="1"/>
                  </a:cubicBezTo>
                  <a:cubicBezTo>
                    <a:pt x="8" y="1"/>
                    <a:pt x="10" y="2"/>
                    <a:pt x="11" y="3"/>
                  </a:cubicBezTo>
                  <a:cubicBezTo>
                    <a:pt x="12" y="3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1" y="2"/>
                  </a:cubicBezTo>
                  <a:cubicBezTo>
                    <a:pt x="10" y="1"/>
                    <a:pt x="9" y="1"/>
                    <a:pt x="7" y="0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3" y="4"/>
                    <a:pt x="4" y="4"/>
                    <a:pt x="6" y="5"/>
                  </a:cubicBezTo>
                  <a:cubicBezTo>
                    <a:pt x="7" y="5"/>
                    <a:pt x="9" y="5"/>
                    <a:pt x="10" y="5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3" y="5"/>
                    <a:pt x="13" y="4"/>
                  </a:cubicBezTo>
                  <a:lnTo>
                    <a:pt x="12" y="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36131DE2-EA94-4D84-BFC6-18B7837AA2F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Canned and frozen food</a:t>
            </a:r>
          </a:p>
        </p:txBody>
      </p:sp>
      <p:grpSp>
        <p:nvGrpSpPr>
          <p:cNvPr id="35842" name="canned-green-beans-food-illustration">
            <a:extLst>
              <a:ext uri="{FF2B5EF4-FFF2-40B4-BE49-F238E27FC236}">
                <a16:creationId xmlns:a16="http://schemas.microsoft.com/office/drawing/2014/main" id="{74763339-AE36-417C-B460-3D7336EFEDC0}"/>
              </a:ext>
            </a:extLst>
          </p:cNvPr>
          <p:cNvGrpSpPr>
            <a:grpSpLocks/>
          </p:cNvGrpSpPr>
          <p:nvPr/>
        </p:nvGrpSpPr>
        <p:grpSpPr bwMode="auto">
          <a:xfrm>
            <a:off x="7451725" y="1420813"/>
            <a:ext cx="2208213" cy="2824162"/>
            <a:chOff x="3734" y="895"/>
            <a:chExt cx="1391" cy="1779"/>
          </a:xfrm>
        </p:grpSpPr>
        <p:sp>
          <p:nvSpPr>
            <p:cNvPr id="36192" name="Freeform 4">
              <a:extLst>
                <a:ext uri="{FF2B5EF4-FFF2-40B4-BE49-F238E27FC236}">
                  <a16:creationId xmlns:a16="http://schemas.microsoft.com/office/drawing/2014/main" id="{C8FED0C0-25B4-43BB-9840-ADFA0395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029"/>
              <a:ext cx="1317" cy="1587"/>
            </a:xfrm>
            <a:custGeom>
              <a:avLst/>
              <a:gdLst>
                <a:gd name="T0" fmla="*/ 1305 w 1323"/>
                <a:gd name="T1" fmla="*/ 1419 h 1598"/>
                <a:gd name="T2" fmla="*/ 653 w 1323"/>
                <a:gd name="T3" fmla="*/ 1565 h 1598"/>
                <a:gd name="T4" fmla="*/ 0 w 1323"/>
                <a:gd name="T5" fmla="*/ 1419 h 1598"/>
                <a:gd name="T6" fmla="*/ 0 w 1323"/>
                <a:gd name="T7" fmla="*/ 0 h 1598"/>
                <a:gd name="T8" fmla="*/ 1305 w 1323"/>
                <a:gd name="T9" fmla="*/ 0 h 1598"/>
                <a:gd name="T10" fmla="*/ 1305 w 1323"/>
                <a:gd name="T11" fmla="*/ 1419 h 15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3" h="1598">
                  <a:moveTo>
                    <a:pt x="1323" y="1449"/>
                  </a:moveTo>
                  <a:cubicBezTo>
                    <a:pt x="1323" y="1531"/>
                    <a:pt x="1027" y="1598"/>
                    <a:pt x="662" y="1598"/>
                  </a:cubicBezTo>
                  <a:cubicBezTo>
                    <a:pt x="296" y="1598"/>
                    <a:pt x="0" y="1531"/>
                    <a:pt x="0" y="144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23" y="0"/>
                    <a:pt x="1323" y="0"/>
                    <a:pt x="1323" y="0"/>
                  </a:cubicBezTo>
                  <a:lnTo>
                    <a:pt x="1323" y="1449"/>
                  </a:lnTo>
                  <a:close/>
                </a:path>
              </a:pathLst>
            </a:custGeom>
            <a:solidFill>
              <a:srgbClr val="76B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3" name="Freeform 5">
              <a:extLst>
                <a:ext uri="{FF2B5EF4-FFF2-40B4-BE49-F238E27FC236}">
                  <a16:creationId xmlns:a16="http://schemas.microsoft.com/office/drawing/2014/main" id="{9626C7EC-6003-48A4-A72F-35AE237E3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1030"/>
              <a:ext cx="126" cy="1526"/>
            </a:xfrm>
            <a:custGeom>
              <a:avLst/>
              <a:gdLst>
                <a:gd name="T0" fmla="*/ 124 w 127"/>
                <a:gd name="T1" fmla="*/ 0 h 1537"/>
                <a:gd name="T2" fmla="*/ 0 w 127"/>
                <a:gd name="T3" fmla="*/ 0 h 1537"/>
                <a:gd name="T4" fmla="*/ 0 w 127"/>
                <a:gd name="T5" fmla="*/ 1504 h 1537"/>
                <a:gd name="T6" fmla="*/ 124 w 127"/>
                <a:gd name="T7" fmla="*/ 1419 h 1537"/>
                <a:gd name="T8" fmla="*/ 124 w 127"/>
                <a:gd name="T9" fmla="*/ 0 h 1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537">
                  <a:moveTo>
                    <a:pt x="12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537"/>
                    <a:pt x="0" y="1537"/>
                    <a:pt x="0" y="1537"/>
                  </a:cubicBezTo>
                  <a:cubicBezTo>
                    <a:pt x="80" y="1512"/>
                    <a:pt x="127" y="1482"/>
                    <a:pt x="127" y="1449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65A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4" name="Freeform 6">
              <a:extLst>
                <a:ext uri="{FF2B5EF4-FFF2-40B4-BE49-F238E27FC236}">
                  <a16:creationId xmlns:a16="http://schemas.microsoft.com/office/drawing/2014/main" id="{3961A173-6DF6-45B7-878B-FB5D5AD74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024"/>
              <a:ext cx="401" cy="1575"/>
            </a:xfrm>
            <a:custGeom>
              <a:avLst/>
              <a:gdLst>
                <a:gd name="T0" fmla="*/ 397 w 403"/>
                <a:gd name="T1" fmla="*/ 0 h 1586"/>
                <a:gd name="T2" fmla="*/ 0 w 403"/>
                <a:gd name="T3" fmla="*/ 0 h 1586"/>
                <a:gd name="T4" fmla="*/ 0 w 403"/>
                <a:gd name="T5" fmla="*/ 1419 h 1586"/>
                <a:gd name="T6" fmla="*/ 397 w 403"/>
                <a:gd name="T7" fmla="*/ 1553 h 1586"/>
                <a:gd name="T8" fmla="*/ 397 w 403"/>
                <a:gd name="T9" fmla="*/ 0 h 1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3" h="1586">
                  <a:moveTo>
                    <a:pt x="40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49"/>
                    <a:pt x="0" y="1449"/>
                    <a:pt x="0" y="1449"/>
                  </a:cubicBezTo>
                  <a:cubicBezTo>
                    <a:pt x="0" y="1511"/>
                    <a:pt x="166" y="1564"/>
                    <a:pt x="403" y="1586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8BC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5" name="Freeform 7">
              <a:extLst>
                <a:ext uri="{FF2B5EF4-FFF2-40B4-BE49-F238E27FC236}">
                  <a16:creationId xmlns:a16="http://schemas.microsoft.com/office/drawing/2014/main" id="{DC4B9E97-7A74-466C-8B5D-53403743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113"/>
              <a:ext cx="41" cy="1371"/>
            </a:xfrm>
            <a:custGeom>
              <a:avLst/>
              <a:gdLst>
                <a:gd name="T0" fmla="*/ 0 w 41"/>
                <a:gd name="T1" fmla="*/ 0 h 1380"/>
                <a:gd name="T2" fmla="*/ 0 w 41"/>
                <a:gd name="T3" fmla="*/ 1297 h 1380"/>
                <a:gd name="T4" fmla="*/ 41 w 41"/>
                <a:gd name="T5" fmla="*/ 1353 h 1380"/>
                <a:gd name="T6" fmla="*/ 41 w 41"/>
                <a:gd name="T7" fmla="*/ 25 h 1380"/>
                <a:gd name="T8" fmla="*/ 0 w 41"/>
                <a:gd name="T9" fmla="*/ 0 h 1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380">
                  <a:moveTo>
                    <a:pt x="0" y="0"/>
                  </a:moveTo>
                  <a:cubicBezTo>
                    <a:pt x="0" y="1324"/>
                    <a:pt x="0" y="1324"/>
                    <a:pt x="0" y="1324"/>
                  </a:cubicBezTo>
                  <a:cubicBezTo>
                    <a:pt x="0" y="1324"/>
                    <a:pt x="7" y="1356"/>
                    <a:pt x="41" y="1380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21" y="23"/>
                    <a:pt x="0" y="0"/>
                  </a:cubicBezTo>
                  <a:close/>
                </a:path>
              </a:pathLst>
            </a:custGeom>
            <a:solidFill>
              <a:srgbClr val="9ECC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6" name="Freeform 8">
              <a:extLst>
                <a:ext uri="{FF2B5EF4-FFF2-40B4-BE49-F238E27FC236}">
                  <a16:creationId xmlns:a16="http://schemas.microsoft.com/office/drawing/2014/main" id="{AFB028B7-FC68-438E-A327-CAD77BC8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1114"/>
              <a:ext cx="28" cy="1363"/>
            </a:xfrm>
            <a:custGeom>
              <a:avLst/>
              <a:gdLst>
                <a:gd name="T0" fmla="*/ 28 w 28"/>
                <a:gd name="T1" fmla="*/ 0 h 1372"/>
                <a:gd name="T2" fmla="*/ 28 w 28"/>
                <a:gd name="T3" fmla="*/ 1313 h 1372"/>
                <a:gd name="T4" fmla="*/ 0 w 28"/>
                <a:gd name="T5" fmla="*/ 1345 h 1372"/>
                <a:gd name="T6" fmla="*/ 0 w 28"/>
                <a:gd name="T7" fmla="*/ 12 h 1372"/>
                <a:gd name="T8" fmla="*/ 28 w 28"/>
                <a:gd name="T9" fmla="*/ 0 h 1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72">
                  <a:moveTo>
                    <a:pt x="28" y="0"/>
                  </a:moveTo>
                  <a:cubicBezTo>
                    <a:pt x="28" y="1340"/>
                    <a:pt x="28" y="1340"/>
                    <a:pt x="28" y="1340"/>
                  </a:cubicBezTo>
                  <a:cubicBezTo>
                    <a:pt x="28" y="1340"/>
                    <a:pt x="14" y="1364"/>
                    <a:pt x="0" y="137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24" y="3"/>
                    <a:pt x="28" y="0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7" name="Freeform 9">
              <a:extLst>
                <a:ext uri="{FF2B5EF4-FFF2-40B4-BE49-F238E27FC236}">
                  <a16:creationId xmlns:a16="http://schemas.microsoft.com/office/drawing/2014/main" id="{CB55B8F0-A636-42C6-AD43-1870D0032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029"/>
              <a:ext cx="1317" cy="1587"/>
            </a:xfrm>
            <a:custGeom>
              <a:avLst/>
              <a:gdLst>
                <a:gd name="T0" fmla="*/ 1305 w 1323"/>
                <a:gd name="T1" fmla="*/ 1419 h 1598"/>
                <a:gd name="T2" fmla="*/ 653 w 1323"/>
                <a:gd name="T3" fmla="*/ 1565 h 1598"/>
                <a:gd name="T4" fmla="*/ 0 w 1323"/>
                <a:gd name="T5" fmla="*/ 1419 h 1598"/>
                <a:gd name="T6" fmla="*/ 0 w 1323"/>
                <a:gd name="T7" fmla="*/ 0 h 1598"/>
                <a:gd name="T8" fmla="*/ 1305 w 1323"/>
                <a:gd name="T9" fmla="*/ 0 h 1598"/>
                <a:gd name="T10" fmla="*/ 1305 w 1323"/>
                <a:gd name="T11" fmla="*/ 1419 h 15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3" h="1598">
                  <a:moveTo>
                    <a:pt x="1323" y="1449"/>
                  </a:moveTo>
                  <a:cubicBezTo>
                    <a:pt x="1323" y="1531"/>
                    <a:pt x="1027" y="1598"/>
                    <a:pt x="662" y="1598"/>
                  </a:cubicBezTo>
                  <a:cubicBezTo>
                    <a:pt x="296" y="1598"/>
                    <a:pt x="0" y="1531"/>
                    <a:pt x="0" y="144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23" y="0"/>
                    <a:pt x="1323" y="0"/>
                    <a:pt x="1323" y="0"/>
                  </a:cubicBezTo>
                  <a:lnTo>
                    <a:pt x="1323" y="1449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8" name="Freeform 10">
              <a:extLst>
                <a:ext uri="{FF2B5EF4-FFF2-40B4-BE49-F238E27FC236}">
                  <a16:creationId xmlns:a16="http://schemas.microsoft.com/office/drawing/2014/main" id="{95DB5EB0-8E81-4756-9357-46C96A808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33"/>
              <a:ext cx="1317" cy="183"/>
            </a:xfrm>
            <a:custGeom>
              <a:avLst/>
              <a:gdLst>
                <a:gd name="T0" fmla="*/ 653 w 1323"/>
                <a:gd name="T1" fmla="*/ 146 h 184"/>
                <a:gd name="T2" fmla="*/ 0 w 1323"/>
                <a:gd name="T3" fmla="*/ 0 h 184"/>
                <a:gd name="T4" fmla="*/ 0 w 1323"/>
                <a:gd name="T5" fmla="*/ 35 h 184"/>
                <a:gd name="T6" fmla="*/ 653 w 1323"/>
                <a:gd name="T7" fmla="*/ 181 h 184"/>
                <a:gd name="T8" fmla="*/ 1305 w 1323"/>
                <a:gd name="T9" fmla="*/ 35 h 184"/>
                <a:gd name="T10" fmla="*/ 1305 w 1323"/>
                <a:gd name="T11" fmla="*/ 0 h 184"/>
                <a:gd name="T12" fmla="*/ 653 w 1323"/>
                <a:gd name="T13" fmla="*/ 146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3" h="184">
                  <a:moveTo>
                    <a:pt x="662" y="149"/>
                  </a:moveTo>
                  <a:cubicBezTo>
                    <a:pt x="296" y="149"/>
                    <a:pt x="0" y="82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117"/>
                    <a:pt x="296" y="184"/>
                    <a:pt x="662" y="184"/>
                  </a:cubicBezTo>
                  <a:cubicBezTo>
                    <a:pt x="1027" y="184"/>
                    <a:pt x="1323" y="117"/>
                    <a:pt x="1323" y="35"/>
                  </a:cubicBezTo>
                  <a:cubicBezTo>
                    <a:pt x="1323" y="0"/>
                    <a:pt x="1323" y="0"/>
                    <a:pt x="1323" y="0"/>
                  </a:cubicBezTo>
                  <a:cubicBezTo>
                    <a:pt x="1322" y="82"/>
                    <a:pt x="1027" y="149"/>
                    <a:pt x="662" y="149"/>
                  </a:cubicBezTo>
                  <a:close/>
                </a:path>
              </a:pathLst>
            </a:custGeom>
            <a:solidFill>
              <a:srgbClr val="A9AAAA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99" name="Freeform 11">
              <a:extLst>
                <a:ext uri="{FF2B5EF4-FFF2-40B4-BE49-F238E27FC236}">
                  <a16:creationId xmlns:a16="http://schemas.microsoft.com/office/drawing/2014/main" id="{4DDF414B-3820-452B-BAAF-5C2A906C8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899"/>
              <a:ext cx="1391" cy="300"/>
            </a:xfrm>
            <a:custGeom>
              <a:avLst/>
              <a:gdLst>
                <a:gd name="T0" fmla="*/ 1379 w 1397"/>
                <a:gd name="T1" fmla="*/ 148 h 302"/>
                <a:gd name="T2" fmla="*/ 692 w 1397"/>
                <a:gd name="T3" fmla="*/ 296 h 302"/>
                <a:gd name="T4" fmla="*/ 5 w 1397"/>
                <a:gd name="T5" fmla="*/ 148 h 302"/>
                <a:gd name="T6" fmla="*/ 692 w 1397"/>
                <a:gd name="T7" fmla="*/ 0 h 302"/>
                <a:gd name="T8" fmla="*/ 1379 w 1397"/>
                <a:gd name="T9" fmla="*/ 148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7" h="302">
                  <a:moveTo>
                    <a:pt x="1397" y="151"/>
                  </a:moveTo>
                  <a:cubicBezTo>
                    <a:pt x="1397" y="234"/>
                    <a:pt x="1085" y="302"/>
                    <a:pt x="701" y="302"/>
                  </a:cubicBezTo>
                  <a:cubicBezTo>
                    <a:pt x="316" y="302"/>
                    <a:pt x="9" y="234"/>
                    <a:pt x="5" y="151"/>
                  </a:cubicBezTo>
                  <a:cubicBezTo>
                    <a:pt x="0" y="63"/>
                    <a:pt x="316" y="0"/>
                    <a:pt x="701" y="0"/>
                  </a:cubicBezTo>
                  <a:cubicBezTo>
                    <a:pt x="1085" y="0"/>
                    <a:pt x="1397" y="56"/>
                    <a:pt x="1397" y="151"/>
                  </a:cubicBezTo>
                  <a:close/>
                </a:path>
              </a:pathLst>
            </a:custGeom>
            <a:solidFill>
              <a:srgbClr val="A9AAAA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00" name="Oval 12">
              <a:extLst>
                <a:ext uri="{FF2B5EF4-FFF2-40B4-BE49-F238E27FC236}">
                  <a16:creationId xmlns:a16="http://schemas.microsoft.com/office/drawing/2014/main" id="{20C0131E-FBCB-4B72-A6D1-714EBDBD2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898"/>
              <a:ext cx="1386" cy="274"/>
            </a:xfrm>
            <a:prstGeom prst="ellipse">
              <a:avLst/>
            </a:pr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1" name="Freeform 13">
              <a:extLst>
                <a:ext uri="{FF2B5EF4-FFF2-40B4-BE49-F238E27FC236}">
                  <a16:creationId xmlns:a16="http://schemas.microsoft.com/office/drawing/2014/main" id="{7EECC3E6-5CE3-48A4-AF59-AC3257AA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906"/>
              <a:ext cx="1370" cy="143"/>
            </a:xfrm>
            <a:custGeom>
              <a:avLst/>
              <a:gdLst>
                <a:gd name="T0" fmla="*/ 677 w 1376"/>
                <a:gd name="T1" fmla="*/ 11 h 144"/>
                <a:gd name="T2" fmla="*/ 1355 w 1376"/>
                <a:gd name="T3" fmla="*/ 140 h 144"/>
                <a:gd name="T4" fmla="*/ 1357 w 1376"/>
                <a:gd name="T5" fmla="*/ 129 h 144"/>
                <a:gd name="T6" fmla="*/ 677 w 1376"/>
                <a:gd name="T7" fmla="*/ 0 h 144"/>
                <a:gd name="T8" fmla="*/ 1 w 1376"/>
                <a:gd name="T9" fmla="*/ 131 h 144"/>
                <a:gd name="T10" fmla="*/ 0 w 1376"/>
                <a:gd name="T11" fmla="*/ 141 h 144"/>
                <a:gd name="T12" fmla="*/ 677 w 1376"/>
                <a:gd name="T13" fmla="*/ 11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6" h="144">
                  <a:moveTo>
                    <a:pt x="686" y="11"/>
                  </a:moveTo>
                  <a:cubicBezTo>
                    <a:pt x="1057" y="11"/>
                    <a:pt x="1352" y="71"/>
                    <a:pt x="1373" y="143"/>
                  </a:cubicBezTo>
                  <a:cubicBezTo>
                    <a:pt x="1374" y="141"/>
                    <a:pt x="1376" y="134"/>
                    <a:pt x="1375" y="132"/>
                  </a:cubicBezTo>
                  <a:cubicBezTo>
                    <a:pt x="1336" y="64"/>
                    <a:pt x="1070" y="0"/>
                    <a:pt x="686" y="0"/>
                  </a:cubicBezTo>
                  <a:cubicBezTo>
                    <a:pt x="301" y="0"/>
                    <a:pt x="28" y="60"/>
                    <a:pt x="1" y="134"/>
                  </a:cubicBezTo>
                  <a:cubicBezTo>
                    <a:pt x="0" y="136"/>
                    <a:pt x="0" y="141"/>
                    <a:pt x="0" y="144"/>
                  </a:cubicBezTo>
                  <a:cubicBezTo>
                    <a:pt x="21" y="71"/>
                    <a:pt x="315" y="11"/>
                    <a:pt x="686" y="11"/>
                  </a:cubicBezTo>
                  <a:close/>
                </a:path>
              </a:pathLst>
            </a:custGeom>
            <a:solidFill>
              <a:srgbClr val="C7C8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2" name="Freeform 14">
              <a:extLst>
                <a:ext uri="{FF2B5EF4-FFF2-40B4-BE49-F238E27FC236}">
                  <a16:creationId xmlns:a16="http://schemas.microsoft.com/office/drawing/2014/main" id="{38F9913C-1631-467A-8751-66291FD42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898"/>
              <a:ext cx="1386" cy="301"/>
            </a:xfrm>
            <a:custGeom>
              <a:avLst/>
              <a:gdLst>
                <a:gd name="T0" fmla="*/ 1374 w 1392"/>
                <a:gd name="T1" fmla="*/ 135 h 303"/>
                <a:gd name="T2" fmla="*/ 687 w 1392"/>
                <a:gd name="T3" fmla="*/ 0 h 303"/>
                <a:gd name="T4" fmla="*/ 0 w 1392"/>
                <a:gd name="T5" fmla="*/ 135 h 303"/>
                <a:gd name="T6" fmla="*/ 0 w 1392"/>
                <a:gd name="T7" fmla="*/ 140 h 303"/>
                <a:gd name="T8" fmla="*/ 0 w 1392"/>
                <a:gd name="T9" fmla="*/ 149 h 303"/>
                <a:gd name="T10" fmla="*/ 687 w 1392"/>
                <a:gd name="T11" fmla="*/ 297 h 303"/>
                <a:gd name="T12" fmla="*/ 1374 w 1392"/>
                <a:gd name="T13" fmla="*/ 149 h 303"/>
                <a:gd name="T14" fmla="*/ 1373 w 1392"/>
                <a:gd name="T15" fmla="*/ 141 h 303"/>
                <a:gd name="T16" fmla="*/ 1374 w 1392"/>
                <a:gd name="T17" fmla="*/ 135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2" h="303">
                  <a:moveTo>
                    <a:pt x="1392" y="138"/>
                  </a:moveTo>
                  <a:cubicBezTo>
                    <a:pt x="1392" y="62"/>
                    <a:pt x="1080" y="0"/>
                    <a:pt x="696" y="0"/>
                  </a:cubicBezTo>
                  <a:cubicBezTo>
                    <a:pt x="311" y="0"/>
                    <a:pt x="0" y="62"/>
                    <a:pt x="0" y="138"/>
                  </a:cubicBezTo>
                  <a:cubicBezTo>
                    <a:pt x="0" y="140"/>
                    <a:pt x="0" y="142"/>
                    <a:pt x="0" y="143"/>
                  </a:cubicBezTo>
                  <a:cubicBezTo>
                    <a:pt x="0" y="146"/>
                    <a:pt x="0" y="149"/>
                    <a:pt x="0" y="152"/>
                  </a:cubicBezTo>
                  <a:cubicBezTo>
                    <a:pt x="4" y="235"/>
                    <a:pt x="311" y="303"/>
                    <a:pt x="696" y="303"/>
                  </a:cubicBezTo>
                  <a:cubicBezTo>
                    <a:pt x="1080" y="303"/>
                    <a:pt x="1392" y="235"/>
                    <a:pt x="1392" y="152"/>
                  </a:cubicBezTo>
                  <a:cubicBezTo>
                    <a:pt x="1392" y="149"/>
                    <a:pt x="1391" y="147"/>
                    <a:pt x="1391" y="144"/>
                  </a:cubicBezTo>
                  <a:cubicBezTo>
                    <a:pt x="1391" y="142"/>
                    <a:pt x="1392" y="140"/>
                    <a:pt x="1392" y="13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3" name="Freeform 15">
              <a:extLst>
                <a:ext uri="{FF2B5EF4-FFF2-40B4-BE49-F238E27FC236}">
                  <a16:creationId xmlns:a16="http://schemas.microsoft.com/office/drawing/2014/main" id="{EDD803E6-F472-48B9-A0F4-7EB4FC0E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923"/>
              <a:ext cx="1015" cy="246"/>
            </a:xfrm>
            <a:custGeom>
              <a:avLst/>
              <a:gdLst>
                <a:gd name="T0" fmla="*/ 314 w 1020"/>
                <a:gd name="T1" fmla="*/ 141 h 248"/>
                <a:gd name="T2" fmla="*/ 964 w 1020"/>
                <a:gd name="T3" fmla="*/ 20 h 248"/>
                <a:gd name="T4" fmla="*/ 1005 w 1020"/>
                <a:gd name="T5" fmla="*/ 20 h 248"/>
                <a:gd name="T6" fmla="*/ 650 w 1020"/>
                <a:gd name="T7" fmla="*/ 0 h 248"/>
                <a:gd name="T8" fmla="*/ 0 w 1020"/>
                <a:gd name="T9" fmla="*/ 121 h 248"/>
                <a:gd name="T10" fmla="*/ 609 w 1020"/>
                <a:gd name="T11" fmla="*/ 242 h 248"/>
                <a:gd name="T12" fmla="*/ 314 w 1020"/>
                <a:gd name="T13" fmla="*/ 141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0" h="248">
                  <a:moveTo>
                    <a:pt x="320" y="144"/>
                  </a:moveTo>
                  <a:cubicBezTo>
                    <a:pt x="320" y="76"/>
                    <a:pt x="615" y="20"/>
                    <a:pt x="979" y="20"/>
                  </a:cubicBezTo>
                  <a:cubicBezTo>
                    <a:pt x="992" y="20"/>
                    <a:pt x="1006" y="20"/>
                    <a:pt x="1020" y="20"/>
                  </a:cubicBezTo>
                  <a:cubicBezTo>
                    <a:pt x="916" y="8"/>
                    <a:pt x="792" y="0"/>
                    <a:pt x="659" y="0"/>
                  </a:cubicBezTo>
                  <a:cubicBezTo>
                    <a:pt x="295" y="0"/>
                    <a:pt x="0" y="56"/>
                    <a:pt x="0" y="124"/>
                  </a:cubicBezTo>
                  <a:cubicBezTo>
                    <a:pt x="0" y="190"/>
                    <a:pt x="273" y="244"/>
                    <a:pt x="618" y="248"/>
                  </a:cubicBezTo>
                  <a:cubicBezTo>
                    <a:pt x="438" y="226"/>
                    <a:pt x="320" y="188"/>
                    <a:pt x="320" y="144"/>
                  </a:cubicBezTo>
                  <a:close/>
                </a:path>
              </a:pathLst>
            </a:custGeom>
            <a:solidFill>
              <a:srgbClr val="CA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4" name="Oval 16">
              <a:extLst>
                <a:ext uri="{FF2B5EF4-FFF2-40B4-BE49-F238E27FC236}">
                  <a16:creationId xmlns:a16="http://schemas.microsoft.com/office/drawing/2014/main" id="{CA7AE12F-21D5-4F27-8411-C62B15DFB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990"/>
              <a:ext cx="401" cy="120"/>
            </a:xfrm>
            <a:prstGeom prst="ellipse">
              <a:avLst/>
            </a:pr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5" name="Freeform 17">
              <a:extLst>
                <a:ext uri="{FF2B5EF4-FFF2-40B4-BE49-F238E27FC236}">
                  <a16:creationId xmlns:a16="http://schemas.microsoft.com/office/drawing/2014/main" id="{779EA58F-02E4-4B1A-87A6-CCD4430B9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928"/>
              <a:ext cx="1277" cy="116"/>
            </a:xfrm>
            <a:custGeom>
              <a:avLst/>
              <a:gdLst>
                <a:gd name="T0" fmla="*/ 0 w 1283"/>
                <a:gd name="T1" fmla="*/ 108 h 117"/>
                <a:gd name="T2" fmla="*/ 614 w 1283"/>
                <a:gd name="T3" fmla="*/ 4 h 117"/>
                <a:gd name="T4" fmla="*/ 1265 w 1283"/>
                <a:gd name="T5" fmla="*/ 114 h 117"/>
                <a:gd name="T6" fmla="*/ 616 w 1283"/>
                <a:gd name="T7" fmla="*/ 16 h 117"/>
                <a:gd name="T8" fmla="*/ 0 w 1283"/>
                <a:gd name="T9" fmla="*/ 108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3" h="117">
                  <a:moveTo>
                    <a:pt x="0" y="111"/>
                  </a:moveTo>
                  <a:cubicBezTo>
                    <a:pt x="0" y="111"/>
                    <a:pt x="90" y="8"/>
                    <a:pt x="623" y="4"/>
                  </a:cubicBezTo>
                  <a:cubicBezTo>
                    <a:pt x="1155" y="0"/>
                    <a:pt x="1278" y="96"/>
                    <a:pt x="1283" y="117"/>
                  </a:cubicBezTo>
                  <a:cubicBezTo>
                    <a:pt x="1283" y="117"/>
                    <a:pt x="1077" y="10"/>
                    <a:pt x="625" y="16"/>
                  </a:cubicBezTo>
                  <a:cubicBezTo>
                    <a:pt x="172" y="22"/>
                    <a:pt x="0" y="111"/>
                    <a:pt x="0" y="111"/>
                  </a:cubicBezTo>
                  <a:close/>
                </a:path>
              </a:pathLst>
            </a:custGeom>
            <a:solidFill>
              <a:srgbClr val="80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6" name="Freeform 18">
              <a:extLst>
                <a:ext uri="{FF2B5EF4-FFF2-40B4-BE49-F238E27FC236}">
                  <a16:creationId xmlns:a16="http://schemas.microsoft.com/office/drawing/2014/main" id="{A551869E-3194-4D0E-BCB8-FD8F4A2C2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158"/>
              <a:ext cx="814" cy="66"/>
            </a:xfrm>
            <a:custGeom>
              <a:avLst/>
              <a:gdLst>
                <a:gd name="T0" fmla="*/ 0 w 818"/>
                <a:gd name="T1" fmla="*/ 0 h 66"/>
                <a:gd name="T2" fmla="*/ 806 w 818"/>
                <a:gd name="T3" fmla="*/ 2 h 66"/>
                <a:gd name="T4" fmla="*/ 0 w 818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8" h="66">
                  <a:moveTo>
                    <a:pt x="0" y="0"/>
                  </a:moveTo>
                  <a:cubicBezTo>
                    <a:pt x="0" y="0"/>
                    <a:pt x="382" y="66"/>
                    <a:pt x="818" y="2"/>
                  </a:cubicBezTo>
                  <a:cubicBezTo>
                    <a:pt x="818" y="2"/>
                    <a:pt x="406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7" name="Freeform 19">
              <a:extLst>
                <a:ext uri="{FF2B5EF4-FFF2-40B4-BE49-F238E27FC236}">
                  <a16:creationId xmlns:a16="http://schemas.microsoft.com/office/drawing/2014/main" id="{D1435442-AA77-47D1-98D2-A36C477D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895"/>
              <a:ext cx="569" cy="30"/>
            </a:xfrm>
            <a:custGeom>
              <a:avLst/>
              <a:gdLst>
                <a:gd name="T0" fmla="*/ 0 w 571"/>
                <a:gd name="T1" fmla="*/ 27 h 30"/>
                <a:gd name="T2" fmla="*/ 565 w 571"/>
                <a:gd name="T3" fmla="*/ 30 h 30"/>
                <a:gd name="T4" fmla="*/ 0 w 571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1" h="30">
                  <a:moveTo>
                    <a:pt x="0" y="27"/>
                  </a:moveTo>
                  <a:cubicBezTo>
                    <a:pt x="0" y="27"/>
                    <a:pt x="310" y="0"/>
                    <a:pt x="571" y="30"/>
                  </a:cubicBezTo>
                  <a:cubicBezTo>
                    <a:pt x="571" y="30"/>
                    <a:pt x="128" y="8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8" name="Oval 20">
              <a:extLst>
                <a:ext uri="{FF2B5EF4-FFF2-40B4-BE49-F238E27FC236}">
                  <a16:creationId xmlns:a16="http://schemas.microsoft.com/office/drawing/2014/main" id="{0A11BD66-D945-4662-A779-C54692C02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924"/>
              <a:ext cx="1312" cy="246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9" name="Oval 21">
              <a:extLst>
                <a:ext uri="{FF2B5EF4-FFF2-40B4-BE49-F238E27FC236}">
                  <a16:creationId xmlns:a16="http://schemas.microsoft.com/office/drawing/2014/main" id="{122FE034-BBA1-4E64-990F-0B5167699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9" y="951"/>
              <a:ext cx="1125" cy="219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0" name="Oval 22">
              <a:extLst>
                <a:ext uri="{FF2B5EF4-FFF2-40B4-BE49-F238E27FC236}">
                  <a16:creationId xmlns:a16="http://schemas.microsoft.com/office/drawing/2014/main" id="{6D9A4895-3867-428D-B738-FA4D70B97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982"/>
              <a:ext cx="1020" cy="170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1" name="Freeform 23">
              <a:extLst>
                <a:ext uri="{FF2B5EF4-FFF2-40B4-BE49-F238E27FC236}">
                  <a16:creationId xmlns:a16="http://schemas.microsoft.com/office/drawing/2014/main" id="{1CC55729-5D24-4205-88CE-512BA200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551"/>
              <a:ext cx="988" cy="123"/>
            </a:xfrm>
            <a:custGeom>
              <a:avLst/>
              <a:gdLst>
                <a:gd name="T0" fmla="*/ 0 w 992"/>
                <a:gd name="T1" fmla="*/ 0 h 123"/>
                <a:gd name="T2" fmla="*/ 980 w 992"/>
                <a:gd name="T3" fmla="*/ 8 h 123"/>
                <a:gd name="T4" fmla="*/ 0 w 992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2" h="123">
                  <a:moveTo>
                    <a:pt x="0" y="0"/>
                  </a:moveTo>
                  <a:cubicBezTo>
                    <a:pt x="0" y="0"/>
                    <a:pt x="445" y="123"/>
                    <a:pt x="992" y="8"/>
                  </a:cubicBezTo>
                  <a:cubicBezTo>
                    <a:pt x="992" y="8"/>
                    <a:pt x="496" y="9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2" name="Freeform 24">
              <a:extLst>
                <a:ext uri="{FF2B5EF4-FFF2-40B4-BE49-F238E27FC236}">
                  <a16:creationId xmlns:a16="http://schemas.microsoft.com/office/drawing/2014/main" id="{7DFAE68D-A7BA-4FBE-BB17-912689E18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309"/>
              <a:ext cx="1147" cy="1138"/>
            </a:xfrm>
            <a:custGeom>
              <a:avLst/>
              <a:gdLst>
                <a:gd name="T0" fmla="*/ 573 w 1152"/>
                <a:gd name="T1" fmla="*/ 75 h 1146"/>
                <a:gd name="T2" fmla="*/ 0 w 1152"/>
                <a:gd name="T3" fmla="*/ 0 h 1146"/>
                <a:gd name="T4" fmla="*/ 0 w 1152"/>
                <a:gd name="T5" fmla="*/ 1047 h 1146"/>
                <a:gd name="T6" fmla="*/ 573 w 1152"/>
                <a:gd name="T7" fmla="*/ 1122 h 1146"/>
                <a:gd name="T8" fmla="*/ 1137 w 1152"/>
                <a:gd name="T9" fmla="*/ 1051 h 1146"/>
                <a:gd name="T10" fmla="*/ 1137 w 1152"/>
                <a:gd name="T11" fmla="*/ 4 h 1146"/>
                <a:gd name="T12" fmla="*/ 573 w 1152"/>
                <a:gd name="T13" fmla="*/ 75 h 1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2" h="1146">
                  <a:moveTo>
                    <a:pt x="581" y="78"/>
                  </a:moveTo>
                  <a:cubicBezTo>
                    <a:pt x="330" y="78"/>
                    <a:pt x="112" y="47"/>
                    <a:pt x="0" y="0"/>
                  </a:cubicBezTo>
                  <a:cubicBezTo>
                    <a:pt x="0" y="1068"/>
                    <a:pt x="0" y="1068"/>
                    <a:pt x="0" y="1068"/>
                  </a:cubicBezTo>
                  <a:cubicBezTo>
                    <a:pt x="112" y="1115"/>
                    <a:pt x="330" y="1146"/>
                    <a:pt x="581" y="1146"/>
                  </a:cubicBezTo>
                  <a:cubicBezTo>
                    <a:pt x="824" y="1146"/>
                    <a:pt x="1037" y="1116"/>
                    <a:pt x="1152" y="1072"/>
                  </a:cubicBezTo>
                  <a:cubicBezTo>
                    <a:pt x="1152" y="4"/>
                    <a:pt x="1152" y="4"/>
                    <a:pt x="1152" y="4"/>
                  </a:cubicBezTo>
                  <a:cubicBezTo>
                    <a:pt x="1037" y="48"/>
                    <a:pt x="824" y="78"/>
                    <a:pt x="581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3" name="Freeform 25">
              <a:extLst>
                <a:ext uri="{FF2B5EF4-FFF2-40B4-BE49-F238E27FC236}">
                  <a16:creationId xmlns:a16="http://schemas.microsoft.com/office/drawing/2014/main" id="{4F8F4561-3436-40B4-8C99-99E1744E1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382"/>
              <a:ext cx="1024" cy="1015"/>
            </a:xfrm>
            <a:custGeom>
              <a:avLst/>
              <a:gdLst>
                <a:gd name="T0" fmla="*/ 512 w 1028"/>
                <a:gd name="T1" fmla="*/ 69 h 1022"/>
                <a:gd name="T2" fmla="*/ 0 w 1028"/>
                <a:gd name="T3" fmla="*/ 0 h 1022"/>
                <a:gd name="T4" fmla="*/ 0 w 1028"/>
                <a:gd name="T5" fmla="*/ 933 h 1022"/>
                <a:gd name="T6" fmla="*/ 512 w 1028"/>
                <a:gd name="T7" fmla="*/ 1001 h 1022"/>
                <a:gd name="T8" fmla="*/ 1016 w 1028"/>
                <a:gd name="T9" fmla="*/ 937 h 1022"/>
                <a:gd name="T10" fmla="*/ 1016 w 1028"/>
                <a:gd name="T11" fmla="*/ 3 h 1022"/>
                <a:gd name="T12" fmla="*/ 512 w 1028"/>
                <a:gd name="T13" fmla="*/ 69 h 10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8" h="1022">
                  <a:moveTo>
                    <a:pt x="518" y="69"/>
                  </a:moveTo>
                  <a:cubicBezTo>
                    <a:pt x="295" y="69"/>
                    <a:pt x="101" y="41"/>
                    <a:pt x="0" y="0"/>
                  </a:cubicBezTo>
                  <a:cubicBezTo>
                    <a:pt x="0" y="952"/>
                    <a:pt x="0" y="952"/>
                    <a:pt x="0" y="952"/>
                  </a:cubicBezTo>
                  <a:cubicBezTo>
                    <a:pt x="101" y="994"/>
                    <a:pt x="295" y="1022"/>
                    <a:pt x="518" y="1022"/>
                  </a:cubicBezTo>
                  <a:cubicBezTo>
                    <a:pt x="736" y="1022"/>
                    <a:pt x="925" y="995"/>
                    <a:pt x="1028" y="956"/>
                  </a:cubicBezTo>
                  <a:cubicBezTo>
                    <a:pt x="1028" y="3"/>
                    <a:pt x="1028" y="3"/>
                    <a:pt x="1028" y="3"/>
                  </a:cubicBezTo>
                  <a:cubicBezTo>
                    <a:pt x="925" y="43"/>
                    <a:pt x="736" y="69"/>
                    <a:pt x="518" y="69"/>
                  </a:cubicBezTo>
                  <a:close/>
                </a:path>
              </a:pathLst>
            </a:custGeom>
            <a:solidFill>
              <a:srgbClr val="D0E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Freeform 26">
              <a:extLst>
                <a:ext uri="{FF2B5EF4-FFF2-40B4-BE49-F238E27FC236}">
                  <a16:creationId xmlns:a16="http://schemas.microsoft.com/office/drawing/2014/main" id="{4CDA7F85-215D-4D6F-A100-E8D597641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698"/>
              <a:ext cx="334" cy="671"/>
            </a:xfrm>
            <a:custGeom>
              <a:avLst/>
              <a:gdLst>
                <a:gd name="T0" fmla="*/ 323 w 336"/>
                <a:gd name="T1" fmla="*/ 613 h 675"/>
                <a:gd name="T2" fmla="*/ 306 w 336"/>
                <a:gd name="T3" fmla="*/ 656 h 675"/>
                <a:gd name="T4" fmla="*/ 306 w 336"/>
                <a:gd name="T5" fmla="*/ 656 h 675"/>
                <a:gd name="T6" fmla="*/ 264 w 336"/>
                <a:gd name="T7" fmla="*/ 639 h 675"/>
                <a:gd name="T8" fmla="*/ 8 w 336"/>
                <a:gd name="T9" fmla="*/ 49 h 675"/>
                <a:gd name="T10" fmla="*/ 24 w 336"/>
                <a:gd name="T11" fmla="*/ 7 h 675"/>
                <a:gd name="T12" fmla="*/ 24 w 336"/>
                <a:gd name="T13" fmla="*/ 7 h 675"/>
                <a:gd name="T14" fmla="*/ 67 w 336"/>
                <a:gd name="T15" fmla="*/ 23 h 675"/>
                <a:gd name="T16" fmla="*/ 323 w 336"/>
                <a:gd name="T17" fmla="*/ 613 h 6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6" h="675">
                  <a:moveTo>
                    <a:pt x="329" y="625"/>
                  </a:moveTo>
                  <a:cubicBezTo>
                    <a:pt x="336" y="642"/>
                    <a:pt x="328" y="661"/>
                    <a:pt x="312" y="668"/>
                  </a:cubicBezTo>
                  <a:cubicBezTo>
                    <a:pt x="312" y="668"/>
                    <a:pt x="312" y="668"/>
                    <a:pt x="312" y="668"/>
                  </a:cubicBezTo>
                  <a:cubicBezTo>
                    <a:pt x="296" y="675"/>
                    <a:pt x="277" y="667"/>
                    <a:pt x="270" y="651"/>
                  </a:cubicBezTo>
                  <a:cubicBezTo>
                    <a:pt x="270" y="651"/>
                    <a:pt x="0" y="236"/>
                    <a:pt x="8" y="49"/>
                  </a:cubicBezTo>
                  <a:cubicBezTo>
                    <a:pt x="8" y="49"/>
                    <a:pt x="8" y="14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41" y="0"/>
                    <a:pt x="68" y="3"/>
                    <a:pt x="67" y="23"/>
                  </a:cubicBezTo>
                  <a:cubicBezTo>
                    <a:pt x="53" y="239"/>
                    <a:pt x="329" y="625"/>
                    <a:pt x="329" y="625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Freeform 27">
              <a:extLst>
                <a:ext uri="{FF2B5EF4-FFF2-40B4-BE49-F238E27FC236}">
                  <a16:creationId xmlns:a16="http://schemas.microsoft.com/office/drawing/2014/main" id="{599AA279-270B-4C5C-ABB2-BE7423382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702"/>
              <a:ext cx="314" cy="667"/>
            </a:xfrm>
            <a:custGeom>
              <a:avLst/>
              <a:gdLst>
                <a:gd name="T0" fmla="*/ 279 w 316"/>
                <a:gd name="T1" fmla="*/ 631 h 671"/>
                <a:gd name="T2" fmla="*/ 23 w 316"/>
                <a:gd name="T3" fmla="*/ 41 h 671"/>
                <a:gd name="T4" fmla="*/ 37 w 316"/>
                <a:gd name="T5" fmla="*/ 0 h 671"/>
                <a:gd name="T6" fmla="*/ 24 w 316"/>
                <a:gd name="T7" fmla="*/ 3 h 671"/>
                <a:gd name="T8" fmla="*/ 8 w 316"/>
                <a:gd name="T9" fmla="*/ 45 h 671"/>
                <a:gd name="T10" fmla="*/ 264 w 316"/>
                <a:gd name="T11" fmla="*/ 635 h 671"/>
                <a:gd name="T12" fmla="*/ 306 w 316"/>
                <a:gd name="T13" fmla="*/ 652 h 671"/>
                <a:gd name="T14" fmla="*/ 310 w 316"/>
                <a:gd name="T15" fmla="*/ 650 h 671"/>
                <a:gd name="T16" fmla="*/ 279 w 316"/>
                <a:gd name="T17" fmla="*/ 631 h 6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6" h="671">
                  <a:moveTo>
                    <a:pt x="285" y="643"/>
                  </a:moveTo>
                  <a:cubicBezTo>
                    <a:pt x="285" y="643"/>
                    <a:pt x="14" y="227"/>
                    <a:pt x="23" y="41"/>
                  </a:cubicBezTo>
                  <a:cubicBezTo>
                    <a:pt x="23" y="41"/>
                    <a:pt x="23" y="9"/>
                    <a:pt x="37" y="0"/>
                  </a:cubicBezTo>
                  <a:cubicBezTo>
                    <a:pt x="33" y="0"/>
                    <a:pt x="28" y="1"/>
                    <a:pt x="24" y="3"/>
                  </a:cubicBezTo>
                  <a:cubicBezTo>
                    <a:pt x="8" y="10"/>
                    <a:pt x="8" y="45"/>
                    <a:pt x="8" y="45"/>
                  </a:cubicBezTo>
                  <a:cubicBezTo>
                    <a:pt x="0" y="232"/>
                    <a:pt x="270" y="647"/>
                    <a:pt x="270" y="647"/>
                  </a:cubicBezTo>
                  <a:cubicBezTo>
                    <a:pt x="277" y="663"/>
                    <a:pt x="296" y="671"/>
                    <a:pt x="312" y="664"/>
                  </a:cubicBezTo>
                  <a:cubicBezTo>
                    <a:pt x="313" y="663"/>
                    <a:pt x="314" y="663"/>
                    <a:pt x="316" y="662"/>
                  </a:cubicBezTo>
                  <a:cubicBezTo>
                    <a:pt x="303" y="662"/>
                    <a:pt x="290" y="655"/>
                    <a:pt x="285" y="643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6" name="Freeform 28">
              <a:extLst>
                <a:ext uri="{FF2B5EF4-FFF2-40B4-BE49-F238E27FC236}">
                  <a16:creationId xmlns:a16="http://schemas.microsoft.com/office/drawing/2014/main" id="{C2B7D72B-B415-4D4F-8C8A-1A4C5D488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822"/>
              <a:ext cx="213" cy="445"/>
            </a:xfrm>
            <a:custGeom>
              <a:avLst/>
              <a:gdLst>
                <a:gd name="T0" fmla="*/ 0 w 214"/>
                <a:gd name="T1" fmla="*/ 0 h 449"/>
                <a:gd name="T2" fmla="*/ 211 w 214"/>
                <a:gd name="T3" fmla="*/ 437 h 449"/>
                <a:gd name="T4" fmla="*/ 0 w 214"/>
                <a:gd name="T5" fmla="*/ 0 h 4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449">
                  <a:moveTo>
                    <a:pt x="0" y="0"/>
                  </a:moveTo>
                  <a:cubicBezTo>
                    <a:pt x="0" y="0"/>
                    <a:pt x="42" y="176"/>
                    <a:pt x="214" y="449"/>
                  </a:cubicBezTo>
                  <a:cubicBezTo>
                    <a:pt x="214" y="449"/>
                    <a:pt x="57" y="243"/>
                    <a:pt x="0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7" name="Freeform 29">
              <a:extLst>
                <a:ext uri="{FF2B5EF4-FFF2-40B4-BE49-F238E27FC236}">
                  <a16:creationId xmlns:a16="http://schemas.microsoft.com/office/drawing/2014/main" id="{959618E5-B695-4B0A-B80A-3C19758B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685"/>
              <a:ext cx="266" cy="703"/>
            </a:xfrm>
            <a:custGeom>
              <a:avLst/>
              <a:gdLst>
                <a:gd name="T0" fmla="*/ 259 w 267"/>
                <a:gd name="T1" fmla="*/ 649 h 708"/>
                <a:gd name="T2" fmla="*/ 236 w 267"/>
                <a:gd name="T3" fmla="*/ 688 h 708"/>
                <a:gd name="T4" fmla="*/ 236 w 267"/>
                <a:gd name="T5" fmla="*/ 688 h 708"/>
                <a:gd name="T6" fmla="*/ 197 w 267"/>
                <a:gd name="T7" fmla="*/ 665 h 708"/>
                <a:gd name="T8" fmla="*/ 39 w 267"/>
                <a:gd name="T9" fmla="*/ 43 h 708"/>
                <a:gd name="T10" fmla="*/ 62 w 267"/>
                <a:gd name="T11" fmla="*/ 4 h 708"/>
                <a:gd name="T12" fmla="*/ 62 w 267"/>
                <a:gd name="T13" fmla="*/ 4 h 708"/>
                <a:gd name="T14" fmla="*/ 101 w 267"/>
                <a:gd name="T15" fmla="*/ 28 h 708"/>
                <a:gd name="T16" fmla="*/ 259 w 267"/>
                <a:gd name="T17" fmla="*/ 649 h 7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708">
                  <a:moveTo>
                    <a:pt x="262" y="664"/>
                  </a:moveTo>
                  <a:cubicBezTo>
                    <a:pt x="267" y="681"/>
                    <a:pt x="256" y="699"/>
                    <a:pt x="239" y="703"/>
                  </a:cubicBezTo>
                  <a:cubicBezTo>
                    <a:pt x="239" y="703"/>
                    <a:pt x="239" y="703"/>
                    <a:pt x="239" y="703"/>
                  </a:cubicBezTo>
                  <a:cubicBezTo>
                    <a:pt x="222" y="708"/>
                    <a:pt x="204" y="697"/>
                    <a:pt x="200" y="680"/>
                  </a:cubicBezTo>
                  <a:cubicBezTo>
                    <a:pt x="200" y="680"/>
                    <a:pt x="0" y="226"/>
                    <a:pt x="39" y="43"/>
                  </a:cubicBezTo>
                  <a:cubicBezTo>
                    <a:pt x="39" y="43"/>
                    <a:pt x="45" y="9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79" y="0"/>
                    <a:pt x="105" y="8"/>
                    <a:pt x="101" y="28"/>
                  </a:cubicBezTo>
                  <a:cubicBezTo>
                    <a:pt x="52" y="238"/>
                    <a:pt x="262" y="664"/>
                    <a:pt x="262" y="664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Freeform 30">
              <a:extLst>
                <a:ext uri="{FF2B5EF4-FFF2-40B4-BE49-F238E27FC236}">
                  <a16:creationId xmlns:a16="http://schemas.microsoft.com/office/drawing/2014/main" id="{1A7A0510-80CC-4367-80F1-BE5C4CF9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687"/>
              <a:ext cx="242" cy="701"/>
            </a:xfrm>
            <a:custGeom>
              <a:avLst/>
              <a:gdLst>
                <a:gd name="T0" fmla="*/ 212 w 243"/>
                <a:gd name="T1" fmla="*/ 663 h 705"/>
                <a:gd name="T2" fmla="*/ 54 w 243"/>
                <a:gd name="T3" fmla="*/ 39 h 705"/>
                <a:gd name="T4" fmla="*/ 75 w 243"/>
                <a:gd name="T5" fmla="*/ 0 h 705"/>
                <a:gd name="T6" fmla="*/ 62 w 243"/>
                <a:gd name="T7" fmla="*/ 1 h 705"/>
                <a:gd name="T8" fmla="*/ 39 w 243"/>
                <a:gd name="T9" fmla="*/ 40 h 705"/>
                <a:gd name="T10" fmla="*/ 197 w 243"/>
                <a:gd name="T11" fmla="*/ 665 h 705"/>
                <a:gd name="T12" fmla="*/ 236 w 243"/>
                <a:gd name="T13" fmla="*/ 688 h 705"/>
                <a:gd name="T14" fmla="*/ 240 w 243"/>
                <a:gd name="T15" fmla="*/ 687 h 705"/>
                <a:gd name="T16" fmla="*/ 212 w 243"/>
                <a:gd name="T17" fmla="*/ 663 h 7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705">
                  <a:moveTo>
                    <a:pt x="215" y="675"/>
                  </a:moveTo>
                  <a:cubicBezTo>
                    <a:pt x="215" y="675"/>
                    <a:pt x="16" y="222"/>
                    <a:pt x="54" y="39"/>
                  </a:cubicBezTo>
                  <a:cubicBezTo>
                    <a:pt x="54" y="39"/>
                    <a:pt x="59" y="7"/>
                    <a:pt x="75" y="0"/>
                  </a:cubicBezTo>
                  <a:cubicBezTo>
                    <a:pt x="70" y="0"/>
                    <a:pt x="66" y="0"/>
                    <a:pt x="62" y="1"/>
                  </a:cubicBezTo>
                  <a:cubicBezTo>
                    <a:pt x="45" y="6"/>
                    <a:pt x="39" y="40"/>
                    <a:pt x="39" y="40"/>
                  </a:cubicBezTo>
                  <a:cubicBezTo>
                    <a:pt x="0" y="223"/>
                    <a:pt x="200" y="677"/>
                    <a:pt x="200" y="677"/>
                  </a:cubicBezTo>
                  <a:cubicBezTo>
                    <a:pt x="204" y="694"/>
                    <a:pt x="222" y="705"/>
                    <a:pt x="239" y="700"/>
                  </a:cubicBezTo>
                  <a:cubicBezTo>
                    <a:pt x="240" y="700"/>
                    <a:pt x="242" y="699"/>
                    <a:pt x="243" y="699"/>
                  </a:cubicBezTo>
                  <a:cubicBezTo>
                    <a:pt x="230" y="697"/>
                    <a:pt x="219" y="688"/>
                    <a:pt x="215" y="675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Freeform 31">
              <a:extLst>
                <a:ext uri="{FF2B5EF4-FFF2-40B4-BE49-F238E27FC236}">
                  <a16:creationId xmlns:a16="http://schemas.microsoft.com/office/drawing/2014/main" id="{BB6BF9E6-528E-40F3-B47C-2256C018D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811"/>
              <a:ext cx="138" cy="473"/>
            </a:xfrm>
            <a:custGeom>
              <a:avLst/>
              <a:gdLst>
                <a:gd name="T0" fmla="*/ 0 w 139"/>
                <a:gd name="T1" fmla="*/ 0 h 477"/>
                <a:gd name="T2" fmla="*/ 136 w 139"/>
                <a:gd name="T3" fmla="*/ 465 h 477"/>
                <a:gd name="T4" fmla="*/ 0 w 139"/>
                <a:gd name="T5" fmla="*/ 0 h 4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477">
                  <a:moveTo>
                    <a:pt x="0" y="0"/>
                  </a:moveTo>
                  <a:cubicBezTo>
                    <a:pt x="0" y="0"/>
                    <a:pt x="13" y="180"/>
                    <a:pt x="139" y="477"/>
                  </a:cubicBezTo>
                  <a:cubicBezTo>
                    <a:pt x="139" y="477"/>
                    <a:pt x="17" y="249"/>
                    <a:pt x="0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0" name="Freeform 32">
              <a:extLst>
                <a:ext uri="{FF2B5EF4-FFF2-40B4-BE49-F238E27FC236}">
                  <a16:creationId xmlns:a16="http://schemas.microsoft.com/office/drawing/2014/main" id="{2EC4B7BD-C339-4881-9E16-1FFEB5ECE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698"/>
              <a:ext cx="164" cy="717"/>
            </a:xfrm>
            <a:custGeom>
              <a:avLst/>
              <a:gdLst>
                <a:gd name="T0" fmla="*/ 116 w 165"/>
                <a:gd name="T1" fmla="*/ 676 h 722"/>
                <a:gd name="T2" fmla="*/ 82 w 165"/>
                <a:gd name="T3" fmla="*/ 706 h 722"/>
                <a:gd name="T4" fmla="*/ 82 w 165"/>
                <a:gd name="T5" fmla="*/ 706 h 722"/>
                <a:gd name="T6" fmla="*/ 55 w 165"/>
                <a:gd name="T7" fmla="*/ 672 h 722"/>
                <a:gd name="T8" fmla="*/ 88 w 165"/>
                <a:gd name="T9" fmla="*/ 32 h 722"/>
                <a:gd name="T10" fmla="*/ 122 w 165"/>
                <a:gd name="T11" fmla="*/ 1 h 722"/>
                <a:gd name="T12" fmla="*/ 122 w 165"/>
                <a:gd name="T13" fmla="*/ 1 h 722"/>
                <a:gd name="T14" fmla="*/ 152 w 165"/>
                <a:gd name="T15" fmla="*/ 35 h 722"/>
                <a:gd name="T16" fmla="*/ 116 w 165"/>
                <a:gd name="T17" fmla="*/ 676 h 7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722">
                  <a:moveTo>
                    <a:pt x="119" y="691"/>
                  </a:moveTo>
                  <a:cubicBezTo>
                    <a:pt x="118" y="709"/>
                    <a:pt x="103" y="722"/>
                    <a:pt x="85" y="721"/>
                  </a:cubicBezTo>
                  <a:cubicBezTo>
                    <a:pt x="85" y="721"/>
                    <a:pt x="85" y="721"/>
                    <a:pt x="85" y="721"/>
                  </a:cubicBezTo>
                  <a:cubicBezTo>
                    <a:pt x="67" y="720"/>
                    <a:pt x="54" y="705"/>
                    <a:pt x="55" y="687"/>
                  </a:cubicBezTo>
                  <a:cubicBezTo>
                    <a:pt x="55" y="687"/>
                    <a:pt x="0" y="195"/>
                    <a:pt x="91" y="32"/>
                  </a:cubicBezTo>
                  <a:cubicBezTo>
                    <a:pt x="91" y="32"/>
                    <a:pt x="107" y="0"/>
                    <a:pt x="125" y="1"/>
                  </a:cubicBezTo>
                  <a:cubicBezTo>
                    <a:pt x="125" y="1"/>
                    <a:pt x="125" y="1"/>
                    <a:pt x="125" y="1"/>
                  </a:cubicBezTo>
                  <a:cubicBezTo>
                    <a:pt x="143" y="2"/>
                    <a:pt x="165" y="18"/>
                    <a:pt x="155" y="35"/>
                  </a:cubicBezTo>
                  <a:cubicBezTo>
                    <a:pt x="46" y="222"/>
                    <a:pt x="119" y="691"/>
                    <a:pt x="119" y="691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1" name="Freeform 33">
              <a:extLst>
                <a:ext uri="{FF2B5EF4-FFF2-40B4-BE49-F238E27FC236}">
                  <a16:creationId xmlns:a16="http://schemas.microsoft.com/office/drawing/2014/main" id="{81DB52FF-34CC-4477-AD88-9CB5A28AC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698"/>
              <a:ext cx="137" cy="716"/>
            </a:xfrm>
            <a:custGeom>
              <a:avLst/>
              <a:gdLst>
                <a:gd name="T0" fmla="*/ 69 w 138"/>
                <a:gd name="T1" fmla="*/ 675 h 721"/>
                <a:gd name="T2" fmla="*/ 103 w 138"/>
                <a:gd name="T3" fmla="*/ 34 h 721"/>
                <a:gd name="T4" fmla="*/ 135 w 138"/>
                <a:gd name="T5" fmla="*/ 4 h 721"/>
                <a:gd name="T6" fmla="*/ 122 w 138"/>
                <a:gd name="T7" fmla="*/ 1 h 721"/>
                <a:gd name="T8" fmla="*/ 88 w 138"/>
                <a:gd name="T9" fmla="*/ 32 h 721"/>
                <a:gd name="T10" fmla="*/ 55 w 138"/>
                <a:gd name="T11" fmla="*/ 672 h 721"/>
                <a:gd name="T12" fmla="*/ 82 w 138"/>
                <a:gd name="T13" fmla="*/ 706 h 721"/>
                <a:gd name="T14" fmla="*/ 86 w 138"/>
                <a:gd name="T15" fmla="*/ 706 h 721"/>
                <a:gd name="T16" fmla="*/ 69 w 138"/>
                <a:gd name="T17" fmla="*/ 675 h 7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721">
                  <a:moveTo>
                    <a:pt x="70" y="690"/>
                  </a:moveTo>
                  <a:cubicBezTo>
                    <a:pt x="70" y="690"/>
                    <a:pt x="15" y="198"/>
                    <a:pt x="106" y="34"/>
                  </a:cubicBezTo>
                  <a:cubicBezTo>
                    <a:pt x="106" y="34"/>
                    <a:pt x="121" y="6"/>
                    <a:pt x="138" y="4"/>
                  </a:cubicBezTo>
                  <a:cubicBezTo>
                    <a:pt x="133" y="3"/>
                    <a:pt x="129" y="2"/>
                    <a:pt x="125" y="1"/>
                  </a:cubicBezTo>
                  <a:cubicBezTo>
                    <a:pt x="107" y="0"/>
                    <a:pt x="91" y="32"/>
                    <a:pt x="91" y="32"/>
                  </a:cubicBezTo>
                  <a:cubicBezTo>
                    <a:pt x="0" y="195"/>
                    <a:pt x="55" y="687"/>
                    <a:pt x="55" y="687"/>
                  </a:cubicBezTo>
                  <a:cubicBezTo>
                    <a:pt x="54" y="705"/>
                    <a:pt x="67" y="720"/>
                    <a:pt x="85" y="721"/>
                  </a:cubicBezTo>
                  <a:cubicBezTo>
                    <a:pt x="86" y="721"/>
                    <a:pt x="88" y="721"/>
                    <a:pt x="89" y="721"/>
                  </a:cubicBezTo>
                  <a:cubicBezTo>
                    <a:pt x="77" y="716"/>
                    <a:pt x="69" y="704"/>
                    <a:pt x="70" y="690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2" name="Freeform 34">
              <a:extLst>
                <a:ext uri="{FF2B5EF4-FFF2-40B4-BE49-F238E27FC236}">
                  <a16:creationId xmlns:a16="http://schemas.microsoft.com/office/drawing/2014/main" id="{7C92BA0E-3DDC-4245-A9C3-8E3F7080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823"/>
              <a:ext cx="59" cy="493"/>
            </a:xfrm>
            <a:custGeom>
              <a:avLst/>
              <a:gdLst>
                <a:gd name="T0" fmla="*/ 59 w 59"/>
                <a:gd name="T1" fmla="*/ 0 h 497"/>
                <a:gd name="T2" fmla="*/ 48 w 59"/>
                <a:gd name="T3" fmla="*/ 485 h 497"/>
                <a:gd name="T4" fmla="*/ 59 w 59"/>
                <a:gd name="T5" fmla="*/ 0 h 4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97">
                  <a:moveTo>
                    <a:pt x="59" y="0"/>
                  </a:moveTo>
                  <a:cubicBezTo>
                    <a:pt x="59" y="0"/>
                    <a:pt x="17" y="176"/>
                    <a:pt x="48" y="497"/>
                  </a:cubicBezTo>
                  <a:cubicBezTo>
                    <a:pt x="48" y="497"/>
                    <a:pt x="0" y="242"/>
                    <a:pt x="59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3" name="Freeform 35">
              <a:extLst>
                <a:ext uri="{FF2B5EF4-FFF2-40B4-BE49-F238E27FC236}">
                  <a16:creationId xmlns:a16="http://schemas.microsoft.com/office/drawing/2014/main" id="{7A69F713-5669-4EFF-89B3-4251AA5DD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34"/>
              <a:ext cx="717" cy="175"/>
            </a:xfrm>
            <a:custGeom>
              <a:avLst/>
              <a:gdLst>
                <a:gd name="T0" fmla="*/ 681 w 720"/>
                <a:gd name="T1" fmla="*/ 86 h 176"/>
                <a:gd name="T2" fmla="*/ 709 w 720"/>
                <a:gd name="T3" fmla="*/ 119 h 176"/>
                <a:gd name="T4" fmla="*/ 709 w 720"/>
                <a:gd name="T5" fmla="*/ 119 h 176"/>
                <a:gd name="T6" fmla="*/ 674 w 720"/>
                <a:gd name="T7" fmla="*/ 147 h 176"/>
                <a:gd name="T8" fmla="*/ 30 w 720"/>
                <a:gd name="T9" fmla="*/ 75 h 176"/>
                <a:gd name="T10" fmla="*/ 2 w 720"/>
                <a:gd name="T11" fmla="*/ 40 h 176"/>
                <a:gd name="T12" fmla="*/ 2 w 720"/>
                <a:gd name="T13" fmla="*/ 40 h 176"/>
                <a:gd name="T14" fmla="*/ 38 w 720"/>
                <a:gd name="T15" fmla="*/ 12 h 176"/>
                <a:gd name="T16" fmla="*/ 681 w 720"/>
                <a:gd name="T17" fmla="*/ 86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0" h="176">
                  <a:moveTo>
                    <a:pt x="690" y="86"/>
                  </a:moveTo>
                  <a:cubicBezTo>
                    <a:pt x="708" y="88"/>
                    <a:pt x="720" y="104"/>
                    <a:pt x="718" y="122"/>
                  </a:cubicBezTo>
                  <a:cubicBezTo>
                    <a:pt x="718" y="122"/>
                    <a:pt x="718" y="122"/>
                    <a:pt x="718" y="122"/>
                  </a:cubicBezTo>
                  <a:cubicBezTo>
                    <a:pt x="716" y="139"/>
                    <a:pt x="701" y="152"/>
                    <a:pt x="683" y="150"/>
                  </a:cubicBezTo>
                  <a:cubicBezTo>
                    <a:pt x="683" y="150"/>
                    <a:pt x="188" y="176"/>
                    <a:pt x="30" y="75"/>
                  </a:cubicBezTo>
                  <a:cubicBezTo>
                    <a:pt x="30" y="75"/>
                    <a:pt x="0" y="57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4" y="22"/>
                    <a:pt x="21" y="0"/>
                    <a:pt x="38" y="12"/>
                  </a:cubicBezTo>
                  <a:cubicBezTo>
                    <a:pt x="217" y="131"/>
                    <a:pt x="690" y="86"/>
                    <a:pt x="690" y="86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4" name="Freeform 36">
              <a:extLst>
                <a:ext uri="{FF2B5EF4-FFF2-40B4-BE49-F238E27FC236}">
                  <a16:creationId xmlns:a16="http://schemas.microsoft.com/office/drawing/2014/main" id="{6C902DDC-D8EB-4754-9F59-7665C96A2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61"/>
              <a:ext cx="716" cy="148"/>
            </a:xfrm>
            <a:custGeom>
              <a:avLst/>
              <a:gdLst>
                <a:gd name="T0" fmla="*/ 678 w 719"/>
                <a:gd name="T1" fmla="*/ 105 h 149"/>
                <a:gd name="T2" fmla="*/ 34 w 719"/>
                <a:gd name="T3" fmla="*/ 33 h 149"/>
                <a:gd name="T4" fmla="*/ 6 w 719"/>
                <a:gd name="T5" fmla="*/ 0 h 149"/>
                <a:gd name="T6" fmla="*/ 2 w 719"/>
                <a:gd name="T7" fmla="*/ 13 h 149"/>
                <a:gd name="T8" fmla="*/ 30 w 719"/>
                <a:gd name="T9" fmla="*/ 48 h 149"/>
                <a:gd name="T10" fmla="*/ 674 w 719"/>
                <a:gd name="T11" fmla="*/ 120 h 149"/>
                <a:gd name="T12" fmla="*/ 709 w 719"/>
                <a:gd name="T13" fmla="*/ 92 h 149"/>
                <a:gd name="T14" fmla="*/ 710 w 719"/>
                <a:gd name="T15" fmla="*/ 88 h 149"/>
                <a:gd name="T16" fmla="*/ 678 w 719"/>
                <a:gd name="T17" fmla="*/ 105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9" h="149">
                  <a:moveTo>
                    <a:pt x="687" y="108"/>
                  </a:moveTo>
                  <a:cubicBezTo>
                    <a:pt x="687" y="108"/>
                    <a:pt x="192" y="134"/>
                    <a:pt x="34" y="33"/>
                  </a:cubicBezTo>
                  <a:cubicBezTo>
                    <a:pt x="34" y="33"/>
                    <a:pt x="7" y="17"/>
                    <a:pt x="6" y="0"/>
                  </a:cubicBezTo>
                  <a:cubicBezTo>
                    <a:pt x="4" y="4"/>
                    <a:pt x="3" y="9"/>
                    <a:pt x="2" y="13"/>
                  </a:cubicBezTo>
                  <a:cubicBezTo>
                    <a:pt x="0" y="30"/>
                    <a:pt x="30" y="48"/>
                    <a:pt x="30" y="48"/>
                  </a:cubicBezTo>
                  <a:cubicBezTo>
                    <a:pt x="188" y="149"/>
                    <a:pt x="683" y="123"/>
                    <a:pt x="683" y="123"/>
                  </a:cubicBezTo>
                  <a:cubicBezTo>
                    <a:pt x="701" y="125"/>
                    <a:pt x="716" y="112"/>
                    <a:pt x="718" y="95"/>
                  </a:cubicBezTo>
                  <a:cubicBezTo>
                    <a:pt x="719" y="93"/>
                    <a:pt x="719" y="92"/>
                    <a:pt x="719" y="91"/>
                  </a:cubicBezTo>
                  <a:cubicBezTo>
                    <a:pt x="713" y="102"/>
                    <a:pt x="700" y="109"/>
                    <a:pt x="687" y="108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5" name="Freeform 37">
              <a:extLst>
                <a:ext uri="{FF2B5EF4-FFF2-40B4-BE49-F238E27FC236}">
                  <a16:creationId xmlns:a16="http://schemas.microsoft.com/office/drawing/2014/main" id="{F8A68C27-2A08-41B5-96E7-5D9EA0FD0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196"/>
              <a:ext cx="493" cy="72"/>
            </a:xfrm>
            <a:custGeom>
              <a:avLst/>
              <a:gdLst>
                <a:gd name="T0" fmla="*/ 0 w 495"/>
                <a:gd name="T1" fmla="*/ 0 h 73"/>
                <a:gd name="T2" fmla="*/ 489 w 495"/>
                <a:gd name="T3" fmla="*/ 37 h 73"/>
                <a:gd name="T4" fmla="*/ 0 w 495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5" h="73">
                  <a:moveTo>
                    <a:pt x="0" y="0"/>
                  </a:moveTo>
                  <a:cubicBezTo>
                    <a:pt x="0" y="0"/>
                    <a:pt x="173" y="52"/>
                    <a:pt x="495" y="40"/>
                  </a:cubicBezTo>
                  <a:cubicBezTo>
                    <a:pt x="495" y="40"/>
                    <a:pt x="238" y="73"/>
                    <a:pt x="0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6" name="Freeform 38">
              <a:extLst>
                <a:ext uri="{FF2B5EF4-FFF2-40B4-BE49-F238E27FC236}">
                  <a16:creationId xmlns:a16="http://schemas.microsoft.com/office/drawing/2014/main" id="{DA89CD2E-ACC5-42C4-ACD0-3C26E7A25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829"/>
              <a:ext cx="609" cy="452"/>
            </a:xfrm>
            <a:custGeom>
              <a:avLst/>
              <a:gdLst>
                <a:gd name="T0" fmla="*/ 585 w 612"/>
                <a:gd name="T1" fmla="*/ 383 h 455"/>
                <a:gd name="T2" fmla="*/ 593 w 612"/>
                <a:gd name="T3" fmla="*/ 428 h 455"/>
                <a:gd name="T4" fmla="*/ 593 w 612"/>
                <a:gd name="T5" fmla="*/ 428 h 455"/>
                <a:gd name="T6" fmla="*/ 548 w 612"/>
                <a:gd name="T7" fmla="*/ 436 h 455"/>
                <a:gd name="T8" fmla="*/ 18 w 612"/>
                <a:gd name="T9" fmla="*/ 70 h 455"/>
                <a:gd name="T10" fmla="*/ 10 w 612"/>
                <a:gd name="T11" fmla="*/ 26 h 455"/>
                <a:gd name="T12" fmla="*/ 10 w 612"/>
                <a:gd name="T13" fmla="*/ 26 h 455"/>
                <a:gd name="T14" fmla="*/ 55 w 612"/>
                <a:gd name="T15" fmla="*/ 18 h 455"/>
                <a:gd name="T16" fmla="*/ 585 w 612"/>
                <a:gd name="T17" fmla="*/ 383 h 4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2" h="455">
                  <a:moveTo>
                    <a:pt x="594" y="392"/>
                  </a:moveTo>
                  <a:cubicBezTo>
                    <a:pt x="609" y="402"/>
                    <a:pt x="612" y="422"/>
                    <a:pt x="602" y="437"/>
                  </a:cubicBezTo>
                  <a:cubicBezTo>
                    <a:pt x="602" y="437"/>
                    <a:pt x="602" y="437"/>
                    <a:pt x="602" y="437"/>
                  </a:cubicBezTo>
                  <a:cubicBezTo>
                    <a:pt x="592" y="452"/>
                    <a:pt x="572" y="455"/>
                    <a:pt x="557" y="445"/>
                  </a:cubicBezTo>
                  <a:cubicBezTo>
                    <a:pt x="557" y="445"/>
                    <a:pt x="109" y="234"/>
                    <a:pt x="18" y="70"/>
                  </a:cubicBezTo>
                  <a:cubicBezTo>
                    <a:pt x="18" y="70"/>
                    <a:pt x="0" y="40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20" y="11"/>
                    <a:pt x="45" y="0"/>
                    <a:pt x="55" y="18"/>
                  </a:cubicBezTo>
                  <a:cubicBezTo>
                    <a:pt x="156" y="208"/>
                    <a:pt x="594" y="392"/>
                    <a:pt x="594" y="392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7" name="Freeform 39">
              <a:extLst>
                <a:ext uri="{FF2B5EF4-FFF2-40B4-BE49-F238E27FC236}">
                  <a16:creationId xmlns:a16="http://schemas.microsoft.com/office/drawing/2014/main" id="{3427FF04-53FF-4893-B855-D5C800C2B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845"/>
              <a:ext cx="601" cy="436"/>
            </a:xfrm>
            <a:custGeom>
              <a:avLst/>
              <a:gdLst>
                <a:gd name="T0" fmla="*/ 559 w 604"/>
                <a:gd name="T1" fmla="*/ 408 h 439"/>
                <a:gd name="T2" fmla="*/ 28 w 604"/>
                <a:gd name="T3" fmla="*/ 43 h 439"/>
                <a:gd name="T4" fmla="*/ 19 w 604"/>
                <a:gd name="T5" fmla="*/ 0 h 439"/>
                <a:gd name="T6" fmla="*/ 10 w 604"/>
                <a:gd name="T7" fmla="*/ 10 h 439"/>
                <a:gd name="T8" fmla="*/ 18 w 604"/>
                <a:gd name="T9" fmla="*/ 54 h 439"/>
                <a:gd name="T10" fmla="*/ 548 w 604"/>
                <a:gd name="T11" fmla="*/ 420 h 439"/>
                <a:gd name="T12" fmla="*/ 593 w 604"/>
                <a:gd name="T13" fmla="*/ 412 h 439"/>
                <a:gd name="T14" fmla="*/ 595 w 604"/>
                <a:gd name="T15" fmla="*/ 409 h 439"/>
                <a:gd name="T16" fmla="*/ 559 w 604"/>
                <a:gd name="T17" fmla="*/ 408 h 4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4" h="439">
                  <a:moveTo>
                    <a:pt x="568" y="417"/>
                  </a:moveTo>
                  <a:cubicBezTo>
                    <a:pt x="568" y="417"/>
                    <a:pt x="120" y="206"/>
                    <a:pt x="28" y="43"/>
                  </a:cubicBezTo>
                  <a:cubicBezTo>
                    <a:pt x="28" y="43"/>
                    <a:pt x="12" y="15"/>
                    <a:pt x="19" y="0"/>
                  </a:cubicBezTo>
                  <a:cubicBezTo>
                    <a:pt x="16" y="3"/>
                    <a:pt x="12" y="6"/>
                    <a:pt x="10" y="10"/>
                  </a:cubicBezTo>
                  <a:cubicBezTo>
                    <a:pt x="0" y="24"/>
                    <a:pt x="18" y="54"/>
                    <a:pt x="18" y="54"/>
                  </a:cubicBezTo>
                  <a:cubicBezTo>
                    <a:pt x="109" y="218"/>
                    <a:pt x="557" y="429"/>
                    <a:pt x="557" y="429"/>
                  </a:cubicBezTo>
                  <a:cubicBezTo>
                    <a:pt x="572" y="439"/>
                    <a:pt x="592" y="436"/>
                    <a:pt x="602" y="421"/>
                  </a:cubicBezTo>
                  <a:cubicBezTo>
                    <a:pt x="603" y="420"/>
                    <a:pt x="603" y="419"/>
                    <a:pt x="604" y="418"/>
                  </a:cubicBezTo>
                  <a:cubicBezTo>
                    <a:pt x="593" y="425"/>
                    <a:pt x="579" y="425"/>
                    <a:pt x="568" y="417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8" name="Freeform 40">
              <a:extLst>
                <a:ext uri="{FF2B5EF4-FFF2-40B4-BE49-F238E27FC236}">
                  <a16:creationId xmlns:a16="http://schemas.microsoft.com/office/drawing/2014/main" id="{3F850D27-494D-4012-8A06-84DA81381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932"/>
              <a:ext cx="416" cy="268"/>
            </a:xfrm>
            <a:custGeom>
              <a:avLst/>
              <a:gdLst>
                <a:gd name="T0" fmla="*/ 0 w 418"/>
                <a:gd name="T1" fmla="*/ 0 h 270"/>
                <a:gd name="T2" fmla="*/ 412 w 418"/>
                <a:gd name="T3" fmla="*/ 264 h 270"/>
                <a:gd name="T4" fmla="*/ 0 w 418"/>
                <a:gd name="T5" fmla="*/ 0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270">
                  <a:moveTo>
                    <a:pt x="0" y="0"/>
                  </a:moveTo>
                  <a:cubicBezTo>
                    <a:pt x="0" y="0"/>
                    <a:pt x="128" y="128"/>
                    <a:pt x="418" y="270"/>
                  </a:cubicBezTo>
                  <a:cubicBezTo>
                    <a:pt x="418" y="270"/>
                    <a:pt x="176" y="177"/>
                    <a:pt x="0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9" name="Freeform 41">
              <a:extLst>
                <a:ext uri="{FF2B5EF4-FFF2-40B4-BE49-F238E27FC236}">
                  <a16:creationId xmlns:a16="http://schemas.microsoft.com/office/drawing/2014/main" id="{A44EE80E-D906-4C06-8AFC-B324E510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980"/>
              <a:ext cx="635" cy="418"/>
            </a:xfrm>
            <a:custGeom>
              <a:avLst/>
              <a:gdLst>
                <a:gd name="T0" fmla="*/ 611 w 637"/>
                <a:gd name="T1" fmla="*/ 350 h 420"/>
                <a:gd name="T2" fmla="*/ 622 w 637"/>
                <a:gd name="T3" fmla="*/ 394 h 420"/>
                <a:gd name="T4" fmla="*/ 622 w 637"/>
                <a:gd name="T5" fmla="*/ 394 h 420"/>
                <a:gd name="T6" fmla="*/ 578 w 637"/>
                <a:gd name="T7" fmla="*/ 405 h 420"/>
                <a:gd name="T8" fmla="*/ 21 w 637"/>
                <a:gd name="T9" fmla="*/ 73 h 420"/>
                <a:gd name="T10" fmla="*/ 10 w 637"/>
                <a:gd name="T11" fmla="*/ 29 h 420"/>
                <a:gd name="T12" fmla="*/ 10 w 637"/>
                <a:gd name="T13" fmla="*/ 29 h 420"/>
                <a:gd name="T14" fmla="*/ 54 w 637"/>
                <a:gd name="T15" fmla="*/ 18 h 420"/>
                <a:gd name="T16" fmla="*/ 611 w 637"/>
                <a:gd name="T17" fmla="*/ 350 h 4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7" h="420">
                  <a:moveTo>
                    <a:pt x="617" y="356"/>
                  </a:moveTo>
                  <a:cubicBezTo>
                    <a:pt x="632" y="365"/>
                    <a:pt x="637" y="384"/>
                    <a:pt x="628" y="400"/>
                  </a:cubicBezTo>
                  <a:cubicBezTo>
                    <a:pt x="628" y="400"/>
                    <a:pt x="628" y="400"/>
                    <a:pt x="628" y="400"/>
                  </a:cubicBezTo>
                  <a:cubicBezTo>
                    <a:pt x="619" y="415"/>
                    <a:pt x="599" y="420"/>
                    <a:pt x="584" y="411"/>
                  </a:cubicBezTo>
                  <a:cubicBezTo>
                    <a:pt x="584" y="411"/>
                    <a:pt x="122" y="229"/>
                    <a:pt x="21" y="73"/>
                  </a:cubicBezTo>
                  <a:cubicBezTo>
                    <a:pt x="21" y="73"/>
                    <a:pt x="0" y="44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9" y="13"/>
                    <a:pt x="43" y="0"/>
                    <a:pt x="54" y="18"/>
                  </a:cubicBezTo>
                  <a:cubicBezTo>
                    <a:pt x="168" y="201"/>
                    <a:pt x="617" y="356"/>
                    <a:pt x="617" y="356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0" name="Freeform 42">
              <a:extLst>
                <a:ext uri="{FF2B5EF4-FFF2-40B4-BE49-F238E27FC236}">
                  <a16:creationId xmlns:a16="http://schemas.microsoft.com/office/drawing/2014/main" id="{8128A62B-7B63-464F-9F8A-0F35E58B8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999"/>
              <a:ext cx="627" cy="399"/>
            </a:xfrm>
            <a:custGeom>
              <a:avLst/>
              <a:gdLst>
                <a:gd name="T0" fmla="*/ 587 w 629"/>
                <a:gd name="T1" fmla="*/ 373 h 401"/>
                <a:gd name="T2" fmla="*/ 30 w 629"/>
                <a:gd name="T3" fmla="*/ 41 h 401"/>
                <a:gd name="T4" fmla="*/ 18 w 629"/>
                <a:gd name="T5" fmla="*/ 0 h 401"/>
                <a:gd name="T6" fmla="*/ 10 w 629"/>
                <a:gd name="T7" fmla="*/ 10 h 401"/>
                <a:gd name="T8" fmla="*/ 21 w 629"/>
                <a:gd name="T9" fmla="*/ 54 h 401"/>
                <a:gd name="T10" fmla="*/ 578 w 629"/>
                <a:gd name="T11" fmla="*/ 386 h 401"/>
                <a:gd name="T12" fmla="*/ 622 w 629"/>
                <a:gd name="T13" fmla="*/ 375 h 401"/>
                <a:gd name="T14" fmla="*/ 623 w 629"/>
                <a:gd name="T15" fmla="*/ 371 h 401"/>
                <a:gd name="T16" fmla="*/ 587 w 629"/>
                <a:gd name="T17" fmla="*/ 373 h 4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9" h="401">
                  <a:moveTo>
                    <a:pt x="593" y="379"/>
                  </a:moveTo>
                  <a:cubicBezTo>
                    <a:pt x="593" y="379"/>
                    <a:pt x="132" y="198"/>
                    <a:pt x="30" y="41"/>
                  </a:cubicBezTo>
                  <a:cubicBezTo>
                    <a:pt x="30" y="41"/>
                    <a:pt x="12" y="15"/>
                    <a:pt x="18" y="0"/>
                  </a:cubicBezTo>
                  <a:cubicBezTo>
                    <a:pt x="15" y="3"/>
                    <a:pt x="12" y="6"/>
                    <a:pt x="10" y="10"/>
                  </a:cubicBezTo>
                  <a:cubicBezTo>
                    <a:pt x="0" y="25"/>
                    <a:pt x="21" y="54"/>
                    <a:pt x="21" y="54"/>
                  </a:cubicBezTo>
                  <a:cubicBezTo>
                    <a:pt x="122" y="210"/>
                    <a:pt x="584" y="392"/>
                    <a:pt x="584" y="392"/>
                  </a:cubicBezTo>
                  <a:cubicBezTo>
                    <a:pt x="599" y="401"/>
                    <a:pt x="619" y="396"/>
                    <a:pt x="628" y="381"/>
                  </a:cubicBezTo>
                  <a:cubicBezTo>
                    <a:pt x="628" y="379"/>
                    <a:pt x="629" y="378"/>
                    <a:pt x="629" y="377"/>
                  </a:cubicBezTo>
                  <a:cubicBezTo>
                    <a:pt x="619" y="385"/>
                    <a:pt x="605" y="386"/>
                    <a:pt x="593" y="379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1" name="Freeform 43">
              <a:extLst>
                <a:ext uri="{FF2B5EF4-FFF2-40B4-BE49-F238E27FC236}">
                  <a16:creationId xmlns:a16="http://schemas.microsoft.com/office/drawing/2014/main" id="{F5DEFC05-904D-45A3-8205-B4A57ADE8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080"/>
              <a:ext cx="432" cy="239"/>
            </a:xfrm>
            <a:custGeom>
              <a:avLst/>
              <a:gdLst>
                <a:gd name="T0" fmla="*/ 0 w 434"/>
                <a:gd name="T1" fmla="*/ 0 h 241"/>
                <a:gd name="T2" fmla="*/ 428 w 434"/>
                <a:gd name="T3" fmla="*/ 235 h 241"/>
                <a:gd name="T4" fmla="*/ 0 w 434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4" h="241">
                  <a:moveTo>
                    <a:pt x="0" y="0"/>
                  </a:moveTo>
                  <a:cubicBezTo>
                    <a:pt x="0" y="0"/>
                    <a:pt x="136" y="119"/>
                    <a:pt x="434" y="241"/>
                  </a:cubicBezTo>
                  <a:cubicBezTo>
                    <a:pt x="434" y="241"/>
                    <a:pt x="187" y="164"/>
                    <a:pt x="0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2" name="Freeform 44">
              <a:extLst>
                <a:ext uri="{FF2B5EF4-FFF2-40B4-BE49-F238E27FC236}">
                  <a16:creationId xmlns:a16="http://schemas.microsoft.com/office/drawing/2014/main" id="{80479530-B9B2-48D7-80AA-7937741F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560"/>
              <a:ext cx="385" cy="651"/>
            </a:xfrm>
            <a:custGeom>
              <a:avLst/>
              <a:gdLst>
                <a:gd name="T0" fmla="*/ 318 w 386"/>
                <a:gd name="T1" fmla="*/ 22 h 655"/>
                <a:gd name="T2" fmla="*/ 361 w 386"/>
                <a:gd name="T3" fmla="*/ 8 h 655"/>
                <a:gd name="T4" fmla="*/ 361 w 386"/>
                <a:gd name="T5" fmla="*/ 8 h 655"/>
                <a:gd name="T6" fmla="*/ 374 w 386"/>
                <a:gd name="T7" fmla="*/ 52 h 655"/>
                <a:gd name="T8" fmla="*/ 73 w 386"/>
                <a:gd name="T9" fmla="*/ 622 h 655"/>
                <a:gd name="T10" fmla="*/ 30 w 386"/>
                <a:gd name="T11" fmla="*/ 635 h 655"/>
                <a:gd name="T12" fmla="*/ 30 w 386"/>
                <a:gd name="T13" fmla="*/ 635 h 655"/>
                <a:gd name="T14" fmla="*/ 16 w 386"/>
                <a:gd name="T15" fmla="*/ 592 h 655"/>
                <a:gd name="T16" fmla="*/ 318 w 386"/>
                <a:gd name="T17" fmla="*/ 22 h 6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6" h="655">
                  <a:moveTo>
                    <a:pt x="321" y="22"/>
                  </a:moveTo>
                  <a:cubicBezTo>
                    <a:pt x="329" y="6"/>
                    <a:pt x="348" y="0"/>
                    <a:pt x="364" y="8"/>
                  </a:cubicBezTo>
                  <a:cubicBezTo>
                    <a:pt x="364" y="8"/>
                    <a:pt x="364" y="8"/>
                    <a:pt x="364" y="8"/>
                  </a:cubicBezTo>
                  <a:cubicBezTo>
                    <a:pt x="380" y="17"/>
                    <a:pt x="386" y="36"/>
                    <a:pt x="377" y="52"/>
                  </a:cubicBezTo>
                  <a:cubicBezTo>
                    <a:pt x="377" y="52"/>
                    <a:pt x="224" y="523"/>
                    <a:pt x="73" y="634"/>
                  </a:cubicBezTo>
                  <a:cubicBezTo>
                    <a:pt x="73" y="634"/>
                    <a:pt x="46" y="655"/>
                    <a:pt x="30" y="647"/>
                  </a:cubicBezTo>
                  <a:cubicBezTo>
                    <a:pt x="30" y="647"/>
                    <a:pt x="30" y="647"/>
                    <a:pt x="30" y="647"/>
                  </a:cubicBezTo>
                  <a:cubicBezTo>
                    <a:pt x="14" y="639"/>
                    <a:pt x="0" y="616"/>
                    <a:pt x="16" y="604"/>
                  </a:cubicBezTo>
                  <a:cubicBezTo>
                    <a:pt x="193" y="479"/>
                    <a:pt x="321" y="22"/>
                    <a:pt x="321" y="22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3" name="Freeform 45">
              <a:extLst>
                <a:ext uri="{FF2B5EF4-FFF2-40B4-BE49-F238E27FC236}">
                  <a16:creationId xmlns:a16="http://schemas.microsoft.com/office/drawing/2014/main" id="{5D6CEF92-E363-4616-A204-54625CF69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67"/>
              <a:ext cx="365" cy="644"/>
            </a:xfrm>
            <a:custGeom>
              <a:avLst/>
              <a:gdLst>
                <a:gd name="T0" fmla="*/ 342 w 366"/>
                <a:gd name="T1" fmla="*/ 36 h 648"/>
                <a:gd name="T2" fmla="*/ 41 w 366"/>
                <a:gd name="T3" fmla="*/ 606 h 648"/>
                <a:gd name="T4" fmla="*/ 0 w 366"/>
                <a:gd name="T5" fmla="*/ 620 h 648"/>
                <a:gd name="T6" fmla="*/ 10 w 366"/>
                <a:gd name="T7" fmla="*/ 628 h 648"/>
                <a:gd name="T8" fmla="*/ 53 w 366"/>
                <a:gd name="T9" fmla="*/ 615 h 648"/>
                <a:gd name="T10" fmla="*/ 354 w 366"/>
                <a:gd name="T11" fmla="*/ 45 h 648"/>
                <a:gd name="T12" fmla="*/ 341 w 366"/>
                <a:gd name="T13" fmla="*/ 1 h 648"/>
                <a:gd name="T14" fmla="*/ 337 w 366"/>
                <a:gd name="T15" fmla="*/ 0 h 648"/>
                <a:gd name="T16" fmla="*/ 342 w 366"/>
                <a:gd name="T17" fmla="*/ 36 h 6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6" h="648">
                  <a:moveTo>
                    <a:pt x="345" y="36"/>
                  </a:moveTo>
                  <a:cubicBezTo>
                    <a:pt x="345" y="36"/>
                    <a:pt x="191" y="507"/>
                    <a:pt x="41" y="618"/>
                  </a:cubicBezTo>
                  <a:cubicBezTo>
                    <a:pt x="41" y="618"/>
                    <a:pt x="15" y="638"/>
                    <a:pt x="0" y="632"/>
                  </a:cubicBezTo>
                  <a:cubicBezTo>
                    <a:pt x="3" y="636"/>
                    <a:pt x="6" y="638"/>
                    <a:pt x="10" y="640"/>
                  </a:cubicBezTo>
                  <a:cubicBezTo>
                    <a:pt x="26" y="648"/>
                    <a:pt x="53" y="627"/>
                    <a:pt x="53" y="627"/>
                  </a:cubicBezTo>
                  <a:cubicBezTo>
                    <a:pt x="204" y="516"/>
                    <a:pt x="357" y="45"/>
                    <a:pt x="357" y="45"/>
                  </a:cubicBezTo>
                  <a:cubicBezTo>
                    <a:pt x="366" y="29"/>
                    <a:pt x="360" y="10"/>
                    <a:pt x="344" y="1"/>
                  </a:cubicBezTo>
                  <a:cubicBezTo>
                    <a:pt x="343" y="1"/>
                    <a:pt x="342" y="0"/>
                    <a:pt x="340" y="0"/>
                  </a:cubicBezTo>
                  <a:cubicBezTo>
                    <a:pt x="349" y="9"/>
                    <a:pt x="351" y="24"/>
                    <a:pt x="345" y="36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4" name="Freeform 46">
              <a:extLst>
                <a:ext uri="{FF2B5EF4-FFF2-40B4-BE49-F238E27FC236}">
                  <a16:creationId xmlns:a16="http://schemas.microsoft.com/office/drawing/2014/main" id="{FACB1B35-7F8E-4543-9D6E-5438266CE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653"/>
              <a:ext cx="214" cy="445"/>
            </a:xfrm>
            <a:custGeom>
              <a:avLst/>
              <a:gdLst>
                <a:gd name="T0" fmla="*/ 0 w 215"/>
                <a:gd name="T1" fmla="*/ 439 h 448"/>
                <a:gd name="T2" fmla="*/ 212 w 215"/>
                <a:gd name="T3" fmla="*/ 0 h 448"/>
                <a:gd name="T4" fmla="*/ 0 w 215"/>
                <a:gd name="T5" fmla="*/ 439 h 4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448">
                  <a:moveTo>
                    <a:pt x="0" y="448"/>
                  </a:moveTo>
                  <a:cubicBezTo>
                    <a:pt x="0" y="448"/>
                    <a:pt x="111" y="305"/>
                    <a:pt x="215" y="0"/>
                  </a:cubicBezTo>
                  <a:cubicBezTo>
                    <a:pt x="215" y="0"/>
                    <a:pt x="153" y="252"/>
                    <a:pt x="0" y="448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5" name="Freeform 47">
              <a:extLst>
                <a:ext uri="{FF2B5EF4-FFF2-40B4-BE49-F238E27FC236}">
                  <a16:creationId xmlns:a16="http://schemas.microsoft.com/office/drawing/2014/main" id="{11368A4F-70B2-4E32-B440-A1E89FB9A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578"/>
              <a:ext cx="156" cy="716"/>
            </a:xfrm>
            <a:custGeom>
              <a:avLst/>
              <a:gdLst>
                <a:gd name="T0" fmla="*/ 10 w 156"/>
                <a:gd name="T1" fmla="*/ 32 h 721"/>
                <a:gd name="T2" fmla="*/ 42 w 156"/>
                <a:gd name="T3" fmla="*/ 0 h 721"/>
                <a:gd name="T4" fmla="*/ 42 w 156"/>
                <a:gd name="T5" fmla="*/ 0 h 721"/>
                <a:gd name="T6" fmla="*/ 74 w 156"/>
                <a:gd name="T7" fmla="*/ 32 h 721"/>
                <a:gd name="T8" fmla="*/ 73 w 156"/>
                <a:gd name="T9" fmla="*/ 674 h 721"/>
                <a:gd name="T10" fmla="*/ 41 w 156"/>
                <a:gd name="T11" fmla="*/ 706 h 721"/>
                <a:gd name="T12" fmla="*/ 41 w 156"/>
                <a:gd name="T13" fmla="*/ 706 h 721"/>
                <a:gd name="T14" fmla="*/ 9 w 156"/>
                <a:gd name="T15" fmla="*/ 673 h 721"/>
                <a:gd name="T16" fmla="*/ 10 w 156"/>
                <a:gd name="T17" fmla="*/ 32 h 7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721">
                  <a:moveTo>
                    <a:pt x="10" y="32"/>
                  </a:moveTo>
                  <a:cubicBezTo>
                    <a:pt x="10" y="14"/>
                    <a:pt x="24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9" y="0"/>
                    <a:pt x="74" y="14"/>
                    <a:pt x="74" y="32"/>
                  </a:cubicBezTo>
                  <a:cubicBezTo>
                    <a:pt x="74" y="32"/>
                    <a:pt x="156" y="521"/>
                    <a:pt x="73" y="689"/>
                  </a:cubicBezTo>
                  <a:cubicBezTo>
                    <a:pt x="73" y="689"/>
                    <a:pt x="59" y="721"/>
                    <a:pt x="41" y="721"/>
                  </a:cubicBezTo>
                  <a:cubicBezTo>
                    <a:pt x="41" y="721"/>
                    <a:pt x="41" y="721"/>
                    <a:pt x="41" y="721"/>
                  </a:cubicBezTo>
                  <a:cubicBezTo>
                    <a:pt x="24" y="721"/>
                    <a:pt x="0" y="707"/>
                    <a:pt x="9" y="688"/>
                  </a:cubicBezTo>
                  <a:cubicBezTo>
                    <a:pt x="108" y="496"/>
                    <a:pt x="10" y="32"/>
                    <a:pt x="10" y="32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6" name="Freeform 48">
              <a:extLst>
                <a:ext uri="{FF2B5EF4-FFF2-40B4-BE49-F238E27FC236}">
                  <a16:creationId xmlns:a16="http://schemas.microsoft.com/office/drawing/2014/main" id="{3E2668D7-4D2B-4609-BC37-CFC50079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578"/>
              <a:ext cx="128" cy="716"/>
            </a:xfrm>
            <a:custGeom>
              <a:avLst/>
              <a:gdLst>
                <a:gd name="T0" fmla="*/ 30 w 128"/>
                <a:gd name="T1" fmla="*/ 30 h 721"/>
                <a:gd name="T2" fmla="*/ 30 w 128"/>
                <a:gd name="T3" fmla="*/ 672 h 721"/>
                <a:gd name="T4" fmla="*/ 0 w 128"/>
                <a:gd name="T5" fmla="*/ 703 h 721"/>
                <a:gd name="T6" fmla="*/ 13 w 128"/>
                <a:gd name="T7" fmla="*/ 706 h 721"/>
                <a:gd name="T8" fmla="*/ 45 w 128"/>
                <a:gd name="T9" fmla="*/ 674 h 721"/>
                <a:gd name="T10" fmla="*/ 46 w 128"/>
                <a:gd name="T11" fmla="*/ 32 h 721"/>
                <a:gd name="T12" fmla="*/ 14 w 128"/>
                <a:gd name="T13" fmla="*/ 0 h 721"/>
                <a:gd name="T14" fmla="*/ 10 w 128"/>
                <a:gd name="T15" fmla="*/ 0 h 721"/>
                <a:gd name="T16" fmla="*/ 30 w 128"/>
                <a:gd name="T17" fmla="*/ 30 h 7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" h="721">
                  <a:moveTo>
                    <a:pt x="30" y="30"/>
                  </a:moveTo>
                  <a:cubicBezTo>
                    <a:pt x="30" y="30"/>
                    <a:pt x="112" y="519"/>
                    <a:pt x="30" y="687"/>
                  </a:cubicBezTo>
                  <a:cubicBezTo>
                    <a:pt x="30" y="687"/>
                    <a:pt x="17" y="716"/>
                    <a:pt x="0" y="718"/>
                  </a:cubicBezTo>
                  <a:cubicBezTo>
                    <a:pt x="5" y="720"/>
                    <a:pt x="9" y="721"/>
                    <a:pt x="13" y="721"/>
                  </a:cubicBezTo>
                  <a:cubicBezTo>
                    <a:pt x="31" y="721"/>
                    <a:pt x="45" y="689"/>
                    <a:pt x="45" y="689"/>
                  </a:cubicBezTo>
                  <a:cubicBezTo>
                    <a:pt x="128" y="521"/>
                    <a:pt x="46" y="32"/>
                    <a:pt x="46" y="32"/>
                  </a:cubicBezTo>
                  <a:cubicBezTo>
                    <a:pt x="46" y="14"/>
                    <a:pt x="31" y="0"/>
                    <a:pt x="14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22" y="5"/>
                    <a:pt x="30" y="16"/>
                    <a:pt x="30" y="30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7" name="Freeform 49">
              <a:extLst>
                <a:ext uri="{FF2B5EF4-FFF2-40B4-BE49-F238E27FC236}">
                  <a16:creationId xmlns:a16="http://schemas.microsoft.com/office/drawing/2014/main" id="{CF004F4B-C56E-46F9-A25F-398EE2A06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678"/>
              <a:ext cx="62" cy="492"/>
            </a:xfrm>
            <a:custGeom>
              <a:avLst/>
              <a:gdLst>
                <a:gd name="T0" fmla="*/ 17 w 62"/>
                <a:gd name="T1" fmla="*/ 484 h 496"/>
                <a:gd name="T2" fmla="*/ 0 w 62"/>
                <a:gd name="T3" fmla="*/ 0 h 496"/>
                <a:gd name="T4" fmla="*/ 17 w 62"/>
                <a:gd name="T5" fmla="*/ 484 h 4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96">
                  <a:moveTo>
                    <a:pt x="17" y="496"/>
                  </a:moveTo>
                  <a:cubicBezTo>
                    <a:pt x="17" y="496"/>
                    <a:pt x="49" y="319"/>
                    <a:pt x="0" y="0"/>
                  </a:cubicBezTo>
                  <a:cubicBezTo>
                    <a:pt x="0" y="0"/>
                    <a:pt x="62" y="251"/>
                    <a:pt x="17" y="496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8" name="Freeform 50">
              <a:extLst>
                <a:ext uri="{FF2B5EF4-FFF2-40B4-BE49-F238E27FC236}">
                  <a16:creationId xmlns:a16="http://schemas.microsoft.com/office/drawing/2014/main" id="{829E8FB8-18F3-4276-B272-477D4D6F8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668"/>
              <a:ext cx="327" cy="675"/>
            </a:xfrm>
            <a:custGeom>
              <a:avLst/>
              <a:gdLst>
                <a:gd name="T0" fmla="*/ 7 w 328"/>
                <a:gd name="T1" fmla="*/ 48 h 680"/>
                <a:gd name="T2" fmla="*/ 25 w 328"/>
                <a:gd name="T3" fmla="*/ 7 h 680"/>
                <a:gd name="T4" fmla="*/ 25 w 328"/>
                <a:gd name="T5" fmla="*/ 7 h 680"/>
                <a:gd name="T6" fmla="*/ 66 w 328"/>
                <a:gd name="T7" fmla="*/ 24 h 680"/>
                <a:gd name="T8" fmla="*/ 312 w 328"/>
                <a:gd name="T9" fmla="*/ 617 h 680"/>
                <a:gd name="T10" fmla="*/ 295 w 328"/>
                <a:gd name="T11" fmla="*/ 659 h 680"/>
                <a:gd name="T12" fmla="*/ 295 w 328"/>
                <a:gd name="T13" fmla="*/ 659 h 680"/>
                <a:gd name="T14" fmla="*/ 253 w 328"/>
                <a:gd name="T15" fmla="*/ 641 h 680"/>
                <a:gd name="T16" fmla="*/ 7 w 328"/>
                <a:gd name="T17" fmla="*/ 48 h 6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8" h="680">
                  <a:moveTo>
                    <a:pt x="7" y="48"/>
                  </a:moveTo>
                  <a:cubicBezTo>
                    <a:pt x="0" y="32"/>
                    <a:pt x="8" y="13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41" y="0"/>
                    <a:pt x="60" y="8"/>
                    <a:pt x="66" y="24"/>
                  </a:cubicBezTo>
                  <a:cubicBezTo>
                    <a:pt x="66" y="24"/>
                    <a:pt x="328" y="445"/>
                    <a:pt x="315" y="632"/>
                  </a:cubicBezTo>
                  <a:cubicBezTo>
                    <a:pt x="315" y="632"/>
                    <a:pt x="314" y="667"/>
                    <a:pt x="298" y="674"/>
                  </a:cubicBezTo>
                  <a:cubicBezTo>
                    <a:pt x="298" y="674"/>
                    <a:pt x="298" y="674"/>
                    <a:pt x="298" y="674"/>
                  </a:cubicBezTo>
                  <a:cubicBezTo>
                    <a:pt x="282" y="680"/>
                    <a:pt x="254" y="677"/>
                    <a:pt x="256" y="656"/>
                  </a:cubicBezTo>
                  <a:cubicBezTo>
                    <a:pt x="274" y="441"/>
                    <a:pt x="7" y="48"/>
                    <a:pt x="7" y="48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9" name="Freeform 51">
              <a:extLst>
                <a:ext uri="{FF2B5EF4-FFF2-40B4-BE49-F238E27FC236}">
                  <a16:creationId xmlns:a16="http://schemas.microsoft.com/office/drawing/2014/main" id="{082519BB-B1F8-45A1-90F8-951E06AB8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668"/>
              <a:ext cx="306" cy="672"/>
            </a:xfrm>
            <a:custGeom>
              <a:avLst/>
              <a:gdLst>
                <a:gd name="T0" fmla="*/ 31 w 307"/>
                <a:gd name="T1" fmla="*/ 28 h 677"/>
                <a:gd name="T2" fmla="*/ 276 w 307"/>
                <a:gd name="T3" fmla="*/ 621 h 677"/>
                <a:gd name="T4" fmla="*/ 261 w 307"/>
                <a:gd name="T5" fmla="*/ 662 h 677"/>
                <a:gd name="T6" fmla="*/ 274 w 307"/>
                <a:gd name="T7" fmla="*/ 659 h 677"/>
                <a:gd name="T8" fmla="*/ 291 w 307"/>
                <a:gd name="T9" fmla="*/ 617 h 677"/>
                <a:gd name="T10" fmla="*/ 45 w 307"/>
                <a:gd name="T11" fmla="*/ 24 h 677"/>
                <a:gd name="T12" fmla="*/ 4 w 307"/>
                <a:gd name="T13" fmla="*/ 7 h 677"/>
                <a:gd name="T14" fmla="*/ 0 w 307"/>
                <a:gd name="T15" fmla="*/ 8 h 677"/>
                <a:gd name="T16" fmla="*/ 31 w 307"/>
                <a:gd name="T17" fmla="*/ 28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7" h="677">
                  <a:moveTo>
                    <a:pt x="31" y="28"/>
                  </a:moveTo>
                  <a:cubicBezTo>
                    <a:pt x="31" y="28"/>
                    <a:pt x="292" y="449"/>
                    <a:pt x="279" y="636"/>
                  </a:cubicBezTo>
                  <a:cubicBezTo>
                    <a:pt x="279" y="636"/>
                    <a:pt x="278" y="668"/>
                    <a:pt x="264" y="677"/>
                  </a:cubicBezTo>
                  <a:cubicBezTo>
                    <a:pt x="269" y="676"/>
                    <a:pt x="273" y="675"/>
                    <a:pt x="277" y="674"/>
                  </a:cubicBezTo>
                  <a:cubicBezTo>
                    <a:pt x="293" y="667"/>
                    <a:pt x="294" y="632"/>
                    <a:pt x="294" y="632"/>
                  </a:cubicBezTo>
                  <a:cubicBezTo>
                    <a:pt x="307" y="445"/>
                    <a:pt x="45" y="24"/>
                    <a:pt x="45" y="24"/>
                  </a:cubicBezTo>
                  <a:cubicBezTo>
                    <a:pt x="39" y="8"/>
                    <a:pt x="20" y="0"/>
                    <a:pt x="4" y="7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13" y="8"/>
                    <a:pt x="25" y="16"/>
                    <a:pt x="31" y="28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0" name="Freeform 52">
              <a:extLst>
                <a:ext uri="{FF2B5EF4-FFF2-40B4-BE49-F238E27FC236}">
                  <a16:creationId xmlns:a16="http://schemas.microsoft.com/office/drawing/2014/main" id="{25147FF1-8275-428E-94B1-8B0E5116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769"/>
              <a:ext cx="203" cy="451"/>
            </a:xfrm>
            <a:custGeom>
              <a:avLst/>
              <a:gdLst>
                <a:gd name="T0" fmla="*/ 201 w 204"/>
                <a:gd name="T1" fmla="*/ 445 h 454"/>
                <a:gd name="T2" fmla="*/ 0 w 204"/>
                <a:gd name="T3" fmla="*/ 0 h 454"/>
                <a:gd name="T4" fmla="*/ 201 w 204"/>
                <a:gd name="T5" fmla="*/ 445 h 4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454">
                  <a:moveTo>
                    <a:pt x="204" y="454"/>
                  </a:moveTo>
                  <a:cubicBezTo>
                    <a:pt x="204" y="454"/>
                    <a:pt x="166" y="277"/>
                    <a:pt x="0" y="0"/>
                  </a:cubicBezTo>
                  <a:cubicBezTo>
                    <a:pt x="0" y="0"/>
                    <a:pt x="152" y="210"/>
                    <a:pt x="204" y="454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1" name="Freeform 53">
              <a:extLst>
                <a:ext uri="{FF2B5EF4-FFF2-40B4-BE49-F238E27FC236}">
                  <a16:creationId xmlns:a16="http://schemas.microsoft.com/office/drawing/2014/main" id="{58F12056-8B27-42BB-9B33-F2D6A471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693"/>
              <a:ext cx="172" cy="716"/>
            </a:xfrm>
            <a:custGeom>
              <a:avLst/>
              <a:gdLst>
                <a:gd name="T0" fmla="*/ 74 w 173"/>
                <a:gd name="T1" fmla="*/ 30 h 721"/>
                <a:gd name="T2" fmla="*/ 106 w 173"/>
                <a:gd name="T3" fmla="*/ 1 h 721"/>
                <a:gd name="T4" fmla="*/ 106 w 173"/>
                <a:gd name="T5" fmla="*/ 1 h 721"/>
                <a:gd name="T6" fmla="*/ 135 w 173"/>
                <a:gd name="T7" fmla="*/ 36 h 721"/>
                <a:gd name="T8" fmla="*/ 75 w 173"/>
                <a:gd name="T9" fmla="*/ 675 h 721"/>
                <a:gd name="T10" fmla="*/ 40 w 173"/>
                <a:gd name="T11" fmla="*/ 704 h 721"/>
                <a:gd name="T12" fmla="*/ 40 w 173"/>
                <a:gd name="T13" fmla="*/ 704 h 721"/>
                <a:gd name="T14" fmla="*/ 11 w 173"/>
                <a:gd name="T15" fmla="*/ 669 h 721"/>
                <a:gd name="T16" fmla="*/ 74 w 173"/>
                <a:gd name="T17" fmla="*/ 30 h 7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721">
                  <a:moveTo>
                    <a:pt x="74" y="30"/>
                  </a:moveTo>
                  <a:cubicBezTo>
                    <a:pt x="76" y="13"/>
                    <a:pt x="91" y="0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27" y="3"/>
                    <a:pt x="140" y="19"/>
                    <a:pt x="138" y="36"/>
                  </a:cubicBezTo>
                  <a:cubicBezTo>
                    <a:pt x="138" y="36"/>
                    <a:pt x="173" y="531"/>
                    <a:pt x="75" y="690"/>
                  </a:cubicBezTo>
                  <a:cubicBezTo>
                    <a:pt x="75" y="690"/>
                    <a:pt x="58" y="721"/>
                    <a:pt x="40" y="719"/>
                  </a:cubicBezTo>
                  <a:cubicBezTo>
                    <a:pt x="40" y="719"/>
                    <a:pt x="40" y="719"/>
                    <a:pt x="40" y="719"/>
                  </a:cubicBezTo>
                  <a:cubicBezTo>
                    <a:pt x="23" y="717"/>
                    <a:pt x="0" y="701"/>
                    <a:pt x="11" y="684"/>
                  </a:cubicBezTo>
                  <a:cubicBezTo>
                    <a:pt x="128" y="502"/>
                    <a:pt x="74" y="30"/>
                    <a:pt x="74" y="30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2" name="Freeform 54">
              <a:extLst>
                <a:ext uri="{FF2B5EF4-FFF2-40B4-BE49-F238E27FC236}">
                  <a16:creationId xmlns:a16="http://schemas.microsoft.com/office/drawing/2014/main" id="{6EDB9BB6-7F25-4F5B-B41A-E0D2F581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94"/>
              <a:ext cx="145" cy="715"/>
            </a:xfrm>
            <a:custGeom>
              <a:avLst/>
              <a:gdLst>
                <a:gd name="T0" fmla="*/ 95 w 145"/>
                <a:gd name="T1" fmla="*/ 32 h 720"/>
                <a:gd name="T2" fmla="*/ 32 w 145"/>
                <a:gd name="T3" fmla="*/ 671 h 720"/>
                <a:gd name="T4" fmla="*/ 0 w 145"/>
                <a:gd name="T5" fmla="*/ 700 h 720"/>
                <a:gd name="T6" fmla="*/ 12 w 145"/>
                <a:gd name="T7" fmla="*/ 703 h 720"/>
                <a:gd name="T8" fmla="*/ 47 w 145"/>
                <a:gd name="T9" fmla="*/ 674 h 720"/>
                <a:gd name="T10" fmla="*/ 110 w 145"/>
                <a:gd name="T11" fmla="*/ 35 h 720"/>
                <a:gd name="T12" fmla="*/ 81 w 145"/>
                <a:gd name="T13" fmla="*/ 0 h 720"/>
                <a:gd name="T14" fmla="*/ 77 w 145"/>
                <a:gd name="T15" fmla="*/ 0 h 720"/>
                <a:gd name="T16" fmla="*/ 95 w 145"/>
                <a:gd name="T17" fmla="*/ 32 h 7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720">
                  <a:moveTo>
                    <a:pt x="95" y="32"/>
                  </a:moveTo>
                  <a:cubicBezTo>
                    <a:pt x="95" y="32"/>
                    <a:pt x="130" y="526"/>
                    <a:pt x="32" y="686"/>
                  </a:cubicBezTo>
                  <a:cubicBezTo>
                    <a:pt x="32" y="686"/>
                    <a:pt x="16" y="713"/>
                    <a:pt x="0" y="715"/>
                  </a:cubicBezTo>
                  <a:cubicBezTo>
                    <a:pt x="4" y="716"/>
                    <a:pt x="8" y="718"/>
                    <a:pt x="12" y="718"/>
                  </a:cubicBezTo>
                  <a:cubicBezTo>
                    <a:pt x="30" y="720"/>
                    <a:pt x="47" y="689"/>
                    <a:pt x="47" y="689"/>
                  </a:cubicBezTo>
                  <a:cubicBezTo>
                    <a:pt x="145" y="530"/>
                    <a:pt x="110" y="35"/>
                    <a:pt x="110" y="35"/>
                  </a:cubicBezTo>
                  <a:cubicBezTo>
                    <a:pt x="112" y="18"/>
                    <a:pt x="99" y="2"/>
                    <a:pt x="81" y="0"/>
                  </a:cubicBezTo>
                  <a:cubicBezTo>
                    <a:pt x="80" y="0"/>
                    <a:pt x="78" y="0"/>
                    <a:pt x="77" y="0"/>
                  </a:cubicBezTo>
                  <a:cubicBezTo>
                    <a:pt x="89" y="6"/>
                    <a:pt x="96" y="18"/>
                    <a:pt x="95" y="32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3" name="Freeform 55">
              <a:extLst>
                <a:ext uri="{FF2B5EF4-FFF2-40B4-BE49-F238E27FC236}">
                  <a16:creationId xmlns:a16="http://schemas.microsoft.com/office/drawing/2014/main" id="{8C36F0C6-1AD3-4FF2-96ED-8F13B5D47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793"/>
              <a:ext cx="69" cy="492"/>
            </a:xfrm>
            <a:custGeom>
              <a:avLst/>
              <a:gdLst>
                <a:gd name="T0" fmla="*/ 0 w 69"/>
                <a:gd name="T1" fmla="*/ 484 h 496"/>
                <a:gd name="T2" fmla="*/ 31 w 69"/>
                <a:gd name="T3" fmla="*/ 0 h 496"/>
                <a:gd name="T4" fmla="*/ 0 w 69"/>
                <a:gd name="T5" fmla="*/ 484 h 4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96">
                  <a:moveTo>
                    <a:pt x="0" y="496"/>
                  </a:moveTo>
                  <a:cubicBezTo>
                    <a:pt x="0" y="496"/>
                    <a:pt x="49" y="322"/>
                    <a:pt x="31" y="0"/>
                  </a:cubicBezTo>
                  <a:cubicBezTo>
                    <a:pt x="31" y="0"/>
                    <a:pt x="69" y="256"/>
                    <a:pt x="0" y="496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4" name="Freeform 56">
              <a:extLst>
                <a:ext uri="{FF2B5EF4-FFF2-40B4-BE49-F238E27FC236}">
                  <a16:creationId xmlns:a16="http://schemas.microsoft.com/office/drawing/2014/main" id="{E646F692-45FB-479E-BEBE-E4211BA3F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725"/>
              <a:ext cx="279" cy="698"/>
            </a:xfrm>
            <a:custGeom>
              <a:avLst/>
              <a:gdLst>
                <a:gd name="T0" fmla="*/ 270 w 281"/>
                <a:gd name="T1" fmla="*/ 643 h 703"/>
                <a:gd name="T2" fmla="*/ 248 w 281"/>
                <a:gd name="T3" fmla="*/ 683 h 703"/>
                <a:gd name="T4" fmla="*/ 248 w 281"/>
                <a:gd name="T5" fmla="*/ 683 h 703"/>
                <a:gd name="T6" fmla="*/ 209 w 281"/>
                <a:gd name="T7" fmla="*/ 661 h 703"/>
                <a:gd name="T8" fmla="*/ 33 w 281"/>
                <a:gd name="T9" fmla="*/ 45 h 703"/>
                <a:gd name="T10" fmla="*/ 55 w 281"/>
                <a:gd name="T11" fmla="*/ 5 h 703"/>
                <a:gd name="T12" fmla="*/ 55 w 281"/>
                <a:gd name="T13" fmla="*/ 5 h 703"/>
                <a:gd name="T14" fmla="*/ 91 w 281"/>
                <a:gd name="T15" fmla="*/ 27 h 703"/>
                <a:gd name="T16" fmla="*/ 270 w 281"/>
                <a:gd name="T17" fmla="*/ 643 h 7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1" h="703">
                  <a:moveTo>
                    <a:pt x="276" y="658"/>
                  </a:moveTo>
                  <a:cubicBezTo>
                    <a:pt x="281" y="675"/>
                    <a:pt x="271" y="693"/>
                    <a:pt x="254" y="698"/>
                  </a:cubicBezTo>
                  <a:cubicBezTo>
                    <a:pt x="254" y="698"/>
                    <a:pt x="254" y="698"/>
                    <a:pt x="254" y="698"/>
                  </a:cubicBezTo>
                  <a:cubicBezTo>
                    <a:pt x="237" y="703"/>
                    <a:pt x="219" y="693"/>
                    <a:pt x="214" y="676"/>
                  </a:cubicBezTo>
                  <a:cubicBezTo>
                    <a:pt x="214" y="676"/>
                    <a:pt x="0" y="229"/>
                    <a:pt x="33" y="45"/>
                  </a:cubicBezTo>
                  <a:cubicBezTo>
                    <a:pt x="33" y="45"/>
                    <a:pt x="38" y="10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72" y="0"/>
                    <a:pt x="98" y="7"/>
                    <a:pt x="94" y="27"/>
                  </a:cubicBezTo>
                  <a:cubicBezTo>
                    <a:pt x="53" y="239"/>
                    <a:pt x="276" y="658"/>
                    <a:pt x="276" y="658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Freeform 57">
              <a:extLst>
                <a:ext uri="{FF2B5EF4-FFF2-40B4-BE49-F238E27FC236}">
                  <a16:creationId xmlns:a16="http://schemas.microsoft.com/office/drawing/2014/main" id="{86229B52-120E-4A12-8771-420E01C6A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728"/>
              <a:ext cx="256" cy="695"/>
            </a:xfrm>
            <a:custGeom>
              <a:avLst/>
              <a:gdLst>
                <a:gd name="T0" fmla="*/ 224 w 258"/>
                <a:gd name="T1" fmla="*/ 655 h 700"/>
                <a:gd name="T2" fmla="*/ 48 w 258"/>
                <a:gd name="T3" fmla="*/ 39 h 700"/>
                <a:gd name="T4" fmla="*/ 65 w 258"/>
                <a:gd name="T5" fmla="*/ 1 h 700"/>
                <a:gd name="T6" fmla="*/ 55 w 258"/>
                <a:gd name="T7" fmla="*/ 2 h 700"/>
                <a:gd name="T8" fmla="*/ 33 w 258"/>
                <a:gd name="T9" fmla="*/ 42 h 700"/>
                <a:gd name="T10" fmla="*/ 208 w 258"/>
                <a:gd name="T11" fmla="*/ 658 h 700"/>
                <a:gd name="T12" fmla="*/ 248 w 258"/>
                <a:gd name="T13" fmla="*/ 680 h 700"/>
                <a:gd name="T14" fmla="*/ 252 w 258"/>
                <a:gd name="T15" fmla="*/ 679 h 700"/>
                <a:gd name="T16" fmla="*/ 224 w 258"/>
                <a:gd name="T17" fmla="*/ 655 h 7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8" h="700">
                  <a:moveTo>
                    <a:pt x="230" y="670"/>
                  </a:moveTo>
                  <a:cubicBezTo>
                    <a:pt x="230" y="670"/>
                    <a:pt x="16" y="224"/>
                    <a:pt x="48" y="39"/>
                  </a:cubicBezTo>
                  <a:cubicBezTo>
                    <a:pt x="48" y="39"/>
                    <a:pt x="52" y="8"/>
                    <a:pt x="68" y="1"/>
                  </a:cubicBezTo>
                  <a:cubicBezTo>
                    <a:pt x="63" y="0"/>
                    <a:pt x="59" y="1"/>
                    <a:pt x="55" y="2"/>
                  </a:cubicBezTo>
                  <a:cubicBezTo>
                    <a:pt x="38" y="7"/>
                    <a:pt x="33" y="42"/>
                    <a:pt x="33" y="42"/>
                  </a:cubicBezTo>
                  <a:cubicBezTo>
                    <a:pt x="0" y="226"/>
                    <a:pt x="214" y="673"/>
                    <a:pt x="214" y="673"/>
                  </a:cubicBezTo>
                  <a:cubicBezTo>
                    <a:pt x="219" y="690"/>
                    <a:pt x="237" y="700"/>
                    <a:pt x="254" y="695"/>
                  </a:cubicBezTo>
                  <a:cubicBezTo>
                    <a:pt x="255" y="694"/>
                    <a:pt x="256" y="694"/>
                    <a:pt x="258" y="694"/>
                  </a:cubicBezTo>
                  <a:cubicBezTo>
                    <a:pt x="245" y="692"/>
                    <a:pt x="233" y="684"/>
                    <a:pt x="230" y="670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6" name="Freeform 58">
              <a:extLst>
                <a:ext uri="{FF2B5EF4-FFF2-40B4-BE49-F238E27FC236}">
                  <a16:creationId xmlns:a16="http://schemas.microsoft.com/office/drawing/2014/main" id="{278BB345-542D-40F0-9D1C-30AC7D39B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851"/>
              <a:ext cx="153" cy="470"/>
            </a:xfrm>
            <a:custGeom>
              <a:avLst/>
              <a:gdLst>
                <a:gd name="T0" fmla="*/ 0 w 153"/>
                <a:gd name="T1" fmla="*/ 0 h 473"/>
                <a:gd name="T2" fmla="*/ 153 w 153"/>
                <a:gd name="T3" fmla="*/ 464 h 473"/>
                <a:gd name="T4" fmla="*/ 0 w 153"/>
                <a:gd name="T5" fmla="*/ 0 h 4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473">
                  <a:moveTo>
                    <a:pt x="0" y="0"/>
                  </a:moveTo>
                  <a:cubicBezTo>
                    <a:pt x="0" y="0"/>
                    <a:pt x="18" y="179"/>
                    <a:pt x="153" y="473"/>
                  </a:cubicBezTo>
                  <a:cubicBezTo>
                    <a:pt x="153" y="473"/>
                    <a:pt x="24" y="248"/>
                    <a:pt x="0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7" name="Freeform 59">
              <a:extLst>
                <a:ext uri="{FF2B5EF4-FFF2-40B4-BE49-F238E27FC236}">
                  <a16:creationId xmlns:a16="http://schemas.microsoft.com/office/drawing/2014/main" id="{76E11B2C-9390-4DB2-8319-9D080461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814"/>
              <a:ext cx="543" cy="527"/>
            </a:xfrm>
            <a:custGeom>
              <a:avLst/>
              <a:gdLst>
                <a:gd name="T0" fmla="*/ 524 w 546"/>
                <a:gd name="T1" fmla="*/ 461 h 531"/>
                <a:gd name="T2" fmla="*/ 525 w 546"/>
                <a:gd name="T3" fmla="*/ 506 h 531"/>
                <a:gd name="T4" fmla="*/ 525 w 546"/>
                <a:gd name="T5" fmla="*/ 506 h 531"/>
                <a:gd name="T6" fmla="*/ 479 w 546"/>
                <a:gd name="T7" fmla="*/ 507 h 531"/>
                <a:gd name="T8" fmla="*/ 13 w 546"/>
                <a:gd name="T9" fmla="*/ 66 h 531"/>
                <a:gd name="T10" fmla="*/ 12 w 546"/>
                <a:gd name="T11" fmla="*/ 21 h 531"/>
                <a:gd name="T12" fmla="*/ 12 w 546"/>
                <a:gd name="T13" fmla="*/ 21 h 531"/>
                <a:gd name="T14" fmla="*/ 57 w 546"/>
                <a:gd name="T15" fmla="*/ 19 h 531"/>
                <a:gd name="T16" fmla="*/ 524 w 546"/>
                <a:gd name="T17" fmla="*/ 461 h 5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6" h="531">
                  <a:moveTo>
                    <a:pt x="533" y="473"/>
                  </a:moveTo>
                  <a:cubicBezTo>
                    <a:pt x="545" y="485"/>
                    <a:pt x="546" y="505"/>
                    <a:pt x="534" y="518"/>
                  </a:cubicBezTo>
                  <a:cubicBezTo>
                    <a:pt x="534" y="518"/>
                    <a:pt x="534" y="518"/>
                    <a:pt x="534" y="518"/>
                  </a:cubicBezTo>
                  <a:cubicBezTo>
                    <a:pt x="522" y="531"/>
                    <a:pt x="501" y="531"/>
                    <a:pt x="488" y="519"/>
                  </a:cubicBezTo>
                  <a:cubicBezTo>
                    <a:pt x="488" y="519"/>
                    <a:pt x="78" y="241"/>
                    <a:pt x="13" y="66"/>
                  </a:cubicBezTo>
                  <a:cubicBezTo>
                    <a:pt x="13" y="66"/>
                    <a:pt x="0" y="33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24" y="8"/>
                    <a:pt x="50" y="0"/>
                    <a:pt x="57" y="19"/>
                  </a:cubicBezTo>
                  <a:cubicBezTo>
                    <a:pt x="128" y="223"/>
                    <a:pt x="533" y="473"/>
                    <a:pt x="533" y="473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8" name="Freeform 60">
              <a:extLst>
                <a:ext uri="{FF2B5EF4-FFF2-40B4-BE49-F238E27FC236}">
                  <a16:creationId xmlns:a16="http://schemas.microsoft.com/office/drawing/2014/main" id="{2FE17506-D6DC-475D-BCB0-190D12FC2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827"/>
              <a:ext cx="533" cy="514"/>
            </a:xfrm>
            <a:custGeom>
              <a:avLst/>
              <a:gdLst>
                <a:gd name="T0" fmla="*/ 491 w 536"/>
                <a:gd name="T1" fmla="*/ 484 h 518"/>
                <a:gd name="T2" fmla="*/ 25 w 536"/>
                <a:gd name="T3" fmla="*/ 43 h 518"/>
                <a:gd name="T4" fmla="*/ 22 w 536"/>
                <a:gd name="T5" fmla="*/ 0 h 518"/>
                <a:gd name="T6" fmla="*/ 12 w 536"/>
                <a:gd name="T7" fmla="*/ 8 h 518"/>
                <a:gd name="T8" fmla="*/ 13 w 536"/>
                <a:gd name="T9" fmla="*/ 53 h 518"/>
                <a:gd name="T10" fmla="*/ 479 w 536"/>
                <a:gd name="T11" fmla="*/ 494 h 518"/>
                <a:gd name="T12" fmla="*/ 525 w 536"/>
                <a:gd name="T13" fmla="*/ 493 h 518"/>
                <a:gd name="T14" fmla="*/ 527 w 536"/>
                <a:gd name="T15" fmla="*/ 490 h 518"/>
                <a:gd name="T16" fmla="*/ 491 w 536"/>
                <a:gd name="T17" fmla="*/ 484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6" h="518">
                  <a:moveTo>
                    <a:pt x="500" y="496"/>
                  </a:moveTo>
                  <a:cubicBezTo>
                    <a:pt x="500" y="496"/>
                    <a:pt x="90" y="218"/>
                    <a:pt x="25" y="43"/>
                  </a:cubicBezTo>
                  <a:cubicBezTo>
                    <a:pt x="25" y="43"/>
                    <a:pt x="13" y="14"/>
                    <a:pt x="22" y="0"/>
                  </a:cubicBezTo>
                  <a:cubicBezTo>
                    <a:pt x="18" y="2"/>
                    <a:pt x="15" y="5"/>
                    <a:pt x="12" y="8"/>
                  </a:cubicBezTo>
                  <a:cubicBezTo>
                    <a:pt x="0" y="20"/>
                    <a:pt x="13" y="53"/>
                    <a:pt x="13" y="53"/>
                  </a:cubicBezTo>
                  <a:cubicBezTo>
                    <a:pt x="78" y="228"/>
                    <a:pt x="488" y="506"/>
                    <a:pt x="488" y="506"/>
                  </a:cubicBezTo>
                  <a:cubicBezTo>
                    <a:pt x="501" y="518"/>
                    <a:pt x="522" y="518"/>
                    <a:pt x="534" y="505"/>
                  </a:cubicBezTo>
                  <a:cubicBezTo>
                    <a:pt x="535" y="504"/>
                    <a:pt x="535" y="503"/>
                    <a:pt x="536" y="502"/>
                  </a:cubicBezTo>
                  <a:cubicBezTo>
                    <a:pt x="525" y="507"/>
                    <a:pt x="510" y="506"/>
                    <a:pt x="500" y="496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9" name="Freeform 61">
              <a:extLst>
                <a:ext uri="{FF2B5EF4-FFF2-40B4-BE49-F238E27FC236}">
                  <a16:creationId xmlns:a16="http://schemas.microsoft.com/office/drawing/2014/main" id="{11D101EE-7DA3-496C-B453-F64B000A3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925"/>
              <a:ext cx="370" cy="329"/>
            </a:xfrm>
            <a:custGeom>
              <a:avLst/>
              <a:gdLst>
                <a:gd name="T0" fmla="*/ 0 w 371"/>
                <a:gd name="T1" fmla="*/ 0 h 331"/>
                <a:gd name="T2" fmla="*/ 368 w 371"/>
                <a:gd name="T3" fmla="*/ 325 h 331"/>
                <a:gd name="T4" fmla="*/ 0 w 371"/>
                <a:gd name="T5" fmla="*/ 0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331">
                  <a:moveTo>
                    <a:pt x="0" y="0"/>
                  </a:moveTo>
                  <a:cubicBezTo>
                    <a:pt x="0" y="0"/>
                    <a:pt x="107" y="146"/>
                    <a:pt x="371" y="331"/>
                  </a:cubicBezTo>
                  <a:cubicBezTo>
                    <a:pt x="371" y="331"/>
                    <a:pt x="146" y="202"/>
                    <a:pt x="0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0" name="Freeform 62">
              <a:extLst>
                <a:ext uri="{FF2B5EF4-FFF2-40B4-BE49-F238E27FC236}">
                  <a16:creationId xmlns:a16="http://schemas.microsoft.com/office/drawing/2014/main" id="{1AA58BBE-F5CE-4253-9FA6-945D8C6BF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640"/>
              <a:ext cx="208" cy="714"/>
            </a:xfrm>
            <a:custGeom>
              <a:avLst/>
              <a:gdLst>
                <a:gd name="T0" fmla="*/ 203 w 209"/>
                <a:gd name="T1" fmla="*/ 666 h 719"/>
                <a:gd name="T2" fmla="*/ 176 w 209"/>
                <a:gd name="T3" fmla="*/ 702 h 719"/>
                <a:gd name="T4" fmla="*/ 176 w 209"/>
                <a:gd name="T5" fmla="*/ 702 h 719"/>
                <a:gd name="T6" fmla="*/ 140 w 209"/>
                <a:gd name="T7" fmla="*/ 674 h 719"/>
                <a:gd name="T8" fmla="*/ 60 w 209"/>
                <a:gd name="T9" fmla="*/ 38 h 719"/>
                <a:gd name="T10" fmla="*/ 88 w 209"/>
                <a:gd name="T11" fmla="*/ 2 h 719"/>
                <a:gd name="T12" fmla="*/ 88 w 209"/>
                <a:gd name="T13" fmla="*/ 2 h 719"/>
                <a:gd name="T14" fmla="*/ 120 w 209"/>
                <a:gd name="T15" fmla="*/ 30 h 719"/>
                <a:gd name="T16" fmla="*/ 203 w 209"/>
                <a:gd name="T17" fmla="*/ 666 h 7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9" h="719">
                  <a:moveTo>
                    <a:pt x="206" y="681"/>
                  </a:moveTo>
                  <a:cubicBezTo>
                    <a:pt x="209" y="699"/>
                    <a:pt x="196" y="715"/>
                    <a:pt x="179" y="717"/>
                  </a:cubicBezTo>
                  <a:cubicBezTo>
                    <a:pt x="179" y="717"/>
                    <a:pt x="179" y="717"/>
                    <a:pt x="179" y="717"/>
                  </a:cubicBezTo>
                  <a:cubicBezTo>
                    <a:pt x="161" y="719"/>
                    <a:pt x="145" y="707"/>
                    <a:pt x="143" y="689"/>
                  </a:cubicBezTo>
                  <a:cubicBezTo>
                    <a:pt x="143" y="689"/>
                    <a:pt x="0" y="215"/>
                    <a:pt x="60" y="38"/>
                  </a:cubicBezTo>
                  <a:cubicBezTo>
                    <a:pt x="60" y="38"/>
                    <a:pt x="70" y="4"/>
                    <a:pt x="88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105" y="0"/>
                    <a:pt x="130" y="11"/>
                    <a:pt x="123" y="30"/>
                  </a:cubicBezTo>
                  <a:cubicBezTo>
                    <a:pt x="50" y="233"/>
                    <a:pt x="206" y="681"/>
                    <a:pt x="206" y="681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" name="Freeform 63">
              <a:extLst>
                <a:ext uri="{FF2B5EF4-FFF2-40B4-BE49-F238E27FC236}">
                  <a16:creationId xmlns:a16="http://schemas.microsoft.com/office/drawing/2014/main" id="{1087622E-5172-4AD7-B0AE-E293C8FCC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642"/>
              <a:ext cx="182" cy="712"/>
            </a:xfrm>
            <a:custGeom>
              <a:avLst/>
              <a:gdLst>
                <a:gd name="T0" fmla="*/ 158 w 182"/>
                <a:gd name="T1" fmla="*/ 672 h 717"/>
                <a:gd name="T2" fmla="*/ 75 w 182"/>
                <a:gd name="T3" fmla="*/ 36 h 717"/>
                <a:gd name="T4" fmla="*/ 101 w 182"/>
                <a:gd name="T5" fmla="*/ 1 h 717"/>
                <a:gd name="T6" fmla="*/ 88 w 182"/>
                <a:gd name="T7" fmla="*/ 0 h 717"/>
                <a:gd name="T8" fmla="*/ 60 w 182"/>
                <a:gd name="T9" fmla="*/ 36 h 717"/>
                <a:gd name="T10" fmla="*/ 143 w 182"/>
                <a:gd name="T11" fmla="*/ 672 h 717"/>
                <a:gd name="T12" fmla="*/ 179 w 182"/>
                <a:gd name="T13" fmla="*/ 700 h 717"/>
                <a:gd name="T14" fmla="*/ 182 w 182"/>
                <a:gd name="T15" fmla="*/ 699 h 717"/>
                <a:gd name="T16" fmla="*/ 158 w 182"/>
                <a:gd name="T17" fmla="*/ 672 h 7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717">
                  <a:moveTo>
                    <a:pt x="158" y="687"/>
                  </a:moveTo>
                  <a:cubicBezTo>
                    <a:pt x="158" y="687"/>
                    <a:pt x="15" y="213"/>
                    <a:pt x="75" y="36"/>
                  </a:cubicBezTo>
                  <a:cubicBezTo>
                    <a:pt x="75" y="36"/>
                    <a:pt x="85" y="5"/>
                    <a:pt x="101" y="1"/>
                  </a:cubicBezTo>
                  <a:cubicBezTo>
                    <a:pt x="96" y="0"/>
                    <a:pt x="92" y="0"/>
                    <a:pt x="88" y="0"/>
                  </a:cubicBezTo>
                  <a:cubicBezTo>
                    <a:pt x="70" y="2"/>
                    <a:pt x="60" y="36"/>
                    <a:pt x="60" y="36"/>
                  </a:cubicBezTo>
                  <a:cubicBezTo>
                    <a:pt x="0" y="213"/>
                    <a:pt x="143" y="687"/>
                    <a:pt x="143" y="687"/>
                  </a:cubicBezTo>
                  <a:cubicBezTo>
                    <a:pt x="145" y="705"/>
                    <a:pt x="161" y="717"/>
                    <a:pt x="179" y="715"/>
                  </a:cubicBezTo>
                  <a:cubicBezTo>
                    <a:pt x="180" y="715"/>
                    <a:pt x="181" y="715"/>
                    <a:pt x="182" y="714"/>
                  </a:cubicBezTo>
                  <a:cubicBezTo>
                    <a:pt x="170" y="711"/>
                    <a:pt x="160" y="701"/>
                    <a:pt x="158" y="687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2" name="Freeform 64">
              <a:extLst>
                <a:ext uri="{FF2B5EF4-FFF2-40B4-BE49-F238E27FC236}">
                  <a16:creationId xmlns:a16="http://schemas.microsoft.com/office/drawing/2014/main" id="{6F476056-3B41-45CE-848D-A578FC5A3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765"/>
              <a:ext cx="93" cy="488"/>
            </a:xfrm>
            <a:custGeom>
              <a:avLst/>
              <a:gdLst>
                <a:gd name="T0" fmla="*/ 14 w 93"/>
                <a:gd name="T1" fmla="*/ 0 h 491"/>
                <a:gd name="T2" fmla="*/ 93 w 93"/>
                <a:gd name="T3" fmla="*/ 482 h 491"/>
                <a:gd name="T4" fmla="*/ 14 w 93"/>
                <a:gd name="T5" fmla="*/ 0 h 4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491">
                  <a:moveTo>
                    <a:pt x="14" y="0"/>
                  </a:moveTo>
                  <a:cubicBezTo>
                    <a:pt x="14" y="0"/>
                    <a:pt x="5" y="181"/>
                    <a:pt x="93" y="491"/>
                  </a:cubicBezTo>
                  <a:cubicBezTo>
                    <a:pt x="93" y="491"/>
                    <a:pt x="0" y="249"/>
                    <a:pt x="14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blue-metal-food-can">
            <a:extLst>
              <a:ext uri="{FF2B5EF4-FFF2-40B4-BE49-F238E27FC236}">
                <a16:creationId xmlns:a16="http://schemas.microsoft.com/office/drawing/2014/main" id="{FDBB3EB0-DDAA-4174-8A63-10153164F0A0}"/>
              </a:ext>
            </a:extLst>
          </p:cNvPr>
          <p:cNvGrpSpPr>
            <a:grpSpLocks/>
          </p:cNvGrpSpPr>
          <p:nvPr/>
        </p:nvGrpSpPr>
        <p:grpSpPr bwMode="auto">
          <a:xfrm>
            <a:off x="2309813" y="1508125"/>
            <a:ext cx="2708275" cy="1571625"/>
            <a:chOff x="495" y="950"/>
            <a:chExt cx="1706" cy="990"/>
          </a:xfrm>
        </p:grpSpPr>
        <p:sp>
          <p:nvSpPr>
            <p:cNvPr id="36167" name="Freeform 66">
              <a:extLst>
                <a:ext uri="{FF2B5EF4-FFF2-40B4-BE49-F238E27FC236}">
                  <a16:creationId xmlns:a16="http://schemas.microsoft.com/office/drawing/2014/main" id="{060165F6-C998-4ECF-8300-DB47E84D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126"/>
              <a:ext cx="1615" cy="739"/>
            </a:xfrm>
            <a:custGeom>
              <a:avLst/>
              <a:gdLst>
                <a:gd name="T0" fmla="*/ 2406 w 1323"/>
                <a:gd name="T1" fmla="*/ 922 h 568"/>
                <a:gd name="T2" fmla="*/ 1204 w 1323"/>
                <a:gd name="T3" fmla="*/ 1250 h 568"/>
                <a:gd name="T4" fmla="*/ 0 w 1323"/>
                <a:gd name="T5" fmla="*/ 922 h 568"/>
                <a:gd name="T6" fmla="*/ 0 w 1323"/>
                <a:gd name="T7" fmla="*/ 0 h 568"/>
                <a:gd name="T8" fmla="*/ 2406 w 1323"/>
                <a:gd name="T9" fmla="*/ 0 h 568"/>
                <a:gd name="T10" fmla="*/ 2406 w 1323"/>
                <a:gd name="T11" fmla="*/ 922 h 5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3" h="568">
                  <a:moveTo>
                    <a:pt x="1323" y="419"/>
                  </a:moveTo>
                  <a:cubicBezTo>
                    <a:pt x="1323" y="501"/>
                    <a:pt x="1027" y="568"/>
                    <a:pt x="662" y="568"/>
                  </a:cubicBezTo>
                  <a:cubicBezTo>
                    <a:pt x="296" y="568"/>
                    <a:pt x="0" y="501"/>
                    <a:pt x="0" y="41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23" y="0"/>
                    <a:pt x="1323" y="0"/>
                    <a:pt x="1323" y="0"/>
                  </a:cubicBezTo>
                  <a:lnTo>
                    <a:pt x="1323" y="419"/>
                  </a:lnTo>
                  <a:close/>
                </a:path>
              </a:pathLst>
            </a:custGeom>
            <a:solidFill>
              <a:srgbClr val="6EA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Freeform 67">
              <a:extLst>
                <a:ext uri="{FF2B5EF4-FFF2-40B4-BE49-F238E27FC236}">
                  <a16:creationId xmlns:a16="http://schemas.microsoft.com/office/drawing/2014/main" id="{BB5EE537-3917-42AC-B479-76BD4AF1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127"/>
              <a:ext cx="155" cy="660"/>
            </a:xfrm>
            <a:custGeom>
              <a:avLst/>
              <a:gdLst>
                <a:gd name="T0" fmla="*/ 231 w 127"/>
                <a:gd name="T1" fmla="*/ 0 h 507"/>
                <a:gd name="T2" fmla="*/ 0 w 127"/>
                <a:gd name="T3" fmla="*/ 0 h 507"/>
                <a:gd name="T4" fmla="*/ 0 w 127"/>
                <a:gd name="T5" fmla="*/ 1118 h 507"/>
                <a:gd name="T6" fmla="*/ 231 w 127"/>
                <a:gd name="T7" fmla="*/ 922 h 507"/>
                <a:gd name="T8" fmla="*/ 231 w 127"/>
                <a:gd name="T9" fmla="*/ 0 h 5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507">
                  <a:moveTo>
                    <a:pt x="12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80" y="482"/>
                    <a:pt x="127" y="451"/>
                    <a:pt x="127" y="418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3A92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Freeform 68">
              <a:extLst>
                <a:ext uri="{FF2B5EF4-FFF2-40B4-BE49-F238E27FC236}">
                  <a16:creationId xmlns:a16="http://schemas.microsoft.com/office/drawing/2014/main" id="{B3675B91-C0C1-4259-90AD-D0D3CAA6E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119"/>
              <a:ext cx="492" cy="724"/>
            </a:xfrm>
            <a:custGeom>
              <a:avLst/>
              <a:gdLst>
                <a:gd name="T0" fmla="*/ 734 w 403"/>
                <a:gd name="T1" fmla="*/ 0 h 556"/>
                <a:gd name="T2" fmla="*/ 0 w 403"/>
                <a:gd name="T3" fmla="*/ 0 h 556"/>
                <a:gd name="T4" fmla="*/ 0 w 403"/>
                <a:gd name="T5" fmla="*/ 926 h 556"/>
                <a:gd name="T6" fmla="*/ 734 w 403"/>
                <a:gd name="T7" fmla="*/ 1228 h 556"/>
                <a:gd name="T8" fmla="*/ 734 w 403"/>
                <a:gd name="T9" fmla="*/ 0 h 5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3" h="556">
                  <a:moveTo>
                    <a:pt x="40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19"/>
                    <a:pt x="0" y="419"/>
                    <a:pt x="0" y="419"/>
                  </a:cubicBezTo>
                  <a:cubicBezTo>
                    <a:pt x="0" y="480"/>
                    <a:pt x="166" y="533"/>
                    <a:pt x="403" y="556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97C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Freeform 69">
              <a:extLst>
                <a:ext uri="{FF2B5EF4-FFF2-40B4-BE49-F238E27FC236}">
                  <a16:creationId xmlns:a16="http://schemas.microsoft.com/office/drawing/2014/main" id="{684BC610-28AF-4C10-9712-8E10E089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236"/>
              <a:ext cx="73" cy="456"/>
            </a:xfrm>
            <a:custGeom>
              <a:avLst/>
              <a:gdLst>
                <a:gd name="T0" fmla="*/ 0 w 60"/>
                <a:gd name="T1" fmla="*/ 0 h 350"/>
                <a:gd name="T2" fmla="*/ 0 w 60"/>
                <a:gd name="T3" fmla="*/ 650 h 350"/>
                <a:gd name="T4" fmla="*/ 108 w 60"/>
                <a:gd name="T5" fmla="*/ 774 h 350"/>
                <a:gd name="T6" fmla="*/ 108 w 60"/>
                <a:gd name="T7" fmla="*/ 56 h 350"/>
                <a:gd name="T8" fmla="*/ 0 w 60"/>
                <a:gd name="T9" fmla="*/ 0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50">
                  <a:moveTo>
                    <a:pt x="0" y="0"/>
                  </a:moveTo>
                  <a:cubicBezTo>
                    <a:pt x="0" y="294"/>
                    <a:pt x="0" y="294"/>
                    <a:pt x="0" y="294"/>
                  </a:cubicBezTo>
                  <a:cubicBezTo>
                    <a:pt x="0" y="294"/>
                    <a:pt x="10" y="326"/>
                    <a:pt x="60" y="350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5"/>
                    <a:pt x="30" y="23"/>
                    <a:pt x="0" y="0"/>
                  </a:cubicBezTo>
                  <a:close/>
                </a:path>
              </a:pathLst>
            </a:custGeom>
            <a:solidFill>
              <a:srgbClr val="BD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Freeform 70">
              <a:extLst>
                <a:ext uri="{FF2B5EF4-FFF2-40B4-BE49-F238E27FC236}">
                  <a16:creationId xmlns:a16="http://schemas.microsoft.com/office/drawing/2014/main" id="{214643A7-9D3E-4281-B809-45DA880D5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238"/>
              <a:ext cx="34" cy="445"/>
            </a:xfrm>
            <a:custGeom>
              <a:avLst/>
              <a:gdLst>
                <a:gd name="T0" fmla="*/ 50 w 28"/>
                <a:gd name="T1" fmla="*/ 0 h 342"/>
                <a:gd name="T2" fmla="*/ 50 w 28"/>
                <a:gd name="T3" fmla="*/ 682 h 342"/>
                <a:gd name="T4" fmla="*/ 0 w 28"/>
                <a:gd name="T5" fmla="*/ 753 h 342"/>
                <a:gd name="T6" fmla="*/ 0 w 28"/>
                <a:gd name="T7" fmla="*/ 27 h 342"/>
                <a:gd name="T8" fmla="*/ 50 w 28"/>
                <a:gd name="T9" fmla="*/ 0 h 3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2">
                  <a:moveTo>
                    <a:pt x="28" y="0"/>
                  </a:moveTo>
                  <a:cubicBezTo>
                    <a:pt x="28" y="310"/>
                    <a:pt x="28" y="310"/>
                    <a:pt x="28" y="310"/>
                  </a:cubicBezTo>
                  <a:cubicBezTo>
                    <a:pt x="28" y="310"/>
                    <a:pt x="14" y="333"/>
                    <a:pt x="0" y="34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24" y="3"/>
                    <a:pt x="28" y="0"/>
                  </a:cubicBezTo>
                  <a:close/>
                </a:path>
              </a:pathLst>
            </a:custGeom>
            <a:solidFill>
              <a:srgbClr val="1E8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Freeform 71">
              <a:extLst>
                <a:ext uri="{FF2B5EF4-FFF2-40B4-BE49-F238E27FC236}">
                  <a16:creationId xmlns:a16="http://schemas.microsoft.com/office/drawing/2014/main" id="{1E88E51A-7B06-492D-944F-DA1BEAAC4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126"/>
              <a:ext cx="1615" cy="739"/>
            </a:xfrm>
            <a:custGeom>
              <a:avLst/>
              <a:gdLst>
                <a:gd name="T0" fmla="*/ 2406 w 1323"/>
                <a:gd name="T1" fmla="*/ 922 h 568"/>
                <a:gd name="T2" fmla="*/ 1204 w 1323"/>
                <a:gd name="T3" fmla="*/ 1250 h 568"/>
                <a:gd name="T4" fmla="*/ 0 w 1323"/>
                <a:gd name="T5" fmla="*/ 922 h 568"/>
                <a:gd name="T6" fmla="*/ 0 w 1323"/>
                <a:gd name="T7" fmla="*/ 0 h 568"/>
                <a:gd name="T8" fmla="*/ 2406 w 1323"/>
                <a:gd name="T9" fmla="*/ 0 h 568"/>
                <a:gd name="T10" fmla="*/ 2406 w 1323"/>
                <a:gd name="T11" fmla="*/ 922 h 5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3" h="568">
                  <a:moveTo>
                    <a:pt x="1323" y="419"/>
                  </a:moveTo>
                  <a:cubicBezTo>
                    <a:pt x="1323" y="501"/>
                    <a:pt x="1027" y="568"/>
                    <a:pt x="662" y="568"/>
                  </a:cubicBezTo>
                  <a:cubicBezTo>
                    <a:pt x="296" y="568"/>
                    <a:pt x="0" y="501"/>
                    <a:pt x="0" y="41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23" y="0"/>
                    <a:pt x="1323" y="0"/>
                    <a:pt x="1323" y="0"/>
                  </a:cubicBezTo>
                  <a:lnTo>
                    <a:pt x="1323" y="419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Freeform 72">
              <a:extLst>
                <a:ext uri="{FF2B5EF4-FFF2-40B4-BE49-F238E27FC236}">
                  <a16:creationId xmlns:a16="http://schemas.microsoft.com/office/drawing/2014/main" id="{084167CD-AA08-4BD9-AF15-0DC39C5F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625"/>
              <a:ext cx="1615" cy="240"/>
            </a:xfrm>
            <a:custGeom>
              <a:avLst/>
              <a:gdLst>
                <a:gd name="T0" fmla="*/ 1204 w 1323"/>
                <a:gd name="T1" fmla="*/ 328 h 185"/>
                <a:gd name="T2" fmla="*/ 0 w 1323"/>
                <a:gd name="T3" fmla="*/ 0 h 185"/>
                <a:gd name="T4" fmla="*/ 0 w 1323"/>
                <a:gd name="T5" fmla="*/ 79 h 185"/>
                <a:gd name="T6" fmla="*/ 1204 w 1323"/>
                <a:gd name="T7" fmla="*/ 403 h 185"/>
                <a:gd name="T8" fmla="*/ 2406 w 1323"/>
                <a:gd name="T9" fmla="*/ 79 h 185"/>
                <a:gd name="T10" fmla="*/ 2406 w 1323"/>
                <a:gd name="T11" fmla="*/ 1 h 185"/>
                <a:gd name="T12" fmla="*/ 1204 w 1323"/>
                <a:gd name="T13" fmla="*/ 328 h 1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3" h="185">
                  <a:moveTo>
                    <a:pt x="662" y="150"/>
                  </a:moveTo>
                  <a:cubicBezTo>
                    <a:pt x="296" y="150"/>
                    <a:pt x="0" y="83"/>
                    <a:pt x="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18"/>
                    <a:pt x="296" y="185"/>
                    <a:pt x="662" y="185"/>
                  </a:cubicBezTo>
                  <a:cubicBezTo>
                    <a:pt x="1027" y="185"/>
                    <a:pt x="1323" y="118"/>
                    <a:pt x="1323" y="36"/>
                  </a:cubicBezTo>
                  <a:cubicBezTo>
                    <a:pt x="1323" y="1"/>
                    <a:pt x="1323" y="1"/>
                    <a:pt x="1323" y="1"/>
                  </a:cubicBezTo>
                  <a:cubicBezTo>
                    <a:pt x="1322" y="83"/>
                    <a:pt x="1027" y="150"/>
                    <a:pt x="662" y="150"/>
                  </a:cubicBezTo>
                  <a:close/>
                </a:path>
              </a:pathLst>
            </a:custGeom>
            <a:solidFill>
              <a:srgbClr val="A9AAAA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Freeform 77">
              <a:extLst>
                <a:ext uri="{FF2B5EF4-FFF2-40B4-BE49-F238E27FC236}">
                  <a16:creationId xmlns:a16="http://schemas.microsoft.com/office/drawing/2014/main" id="{DA6C8F41-8C46-4EF9-97B4-86E54BD35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955"/>
              <a:ext cx="1706" cy="393"/>
            </a:xfrm>
            <a:custGeom>
              <a:avLst/>
              <a:gdLst>
                <a:gd name="T0" fmla="*/ 2544 w 1397"/>
                <a:gd name="T1" fmla="*/ 333 h 302"/>
                <a:gd name="T2" fmla="*/ 1276 w 1397"/>
                <a:gd name="T3" fmla="*/ 665 h 302"/>
                <a:gd name="T4" fmla="*/ 9 w 1397"/>
                <a:gd name="T5" fmla="*/ 333 h 302"/>
                <a:gd name="T6" fmla="*/ 1276 w 1397"/>
                <a:gd name="T7" fmla="*/ 0 h 302"/>
                <a:gd name="T8" fmla="*/ 2544 w 1397"/>
                <a:gd name="T9" fmla="*/ 333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7" h="302">
                  <a:moveTo>
                    <a:pt x="1397" y="151"/>
                  </a:moveTo>
                  <a:cubicBezTo>
                    <a:pt x="1397" y="234"/>
                    <a:pt x="1085" y="302"/>
                    <a:pt x="701" y="302"/>
                  </a:cubicBezTo>
                  <a:cubicBezTo>
                    <a:pt x="316" y="302"/>
                    <a:pt x="9" y="234"/>
                    <a:pt x="5" y="151"/>
                  </a:cubicBezTo>
                  <a:cubicBezTo>
                    <a:pt x="0" y="63"/>
                    <a:pt x="316" y="0"/>
                    <a:pt x="701" y="0"/>
                  </a:cubicBezTo>
                  <a:cubicBezTo>
                    <a:pt x="1085" y="0"/>
                    <a:pt x="1397" y="56"/>
                    <a:pt x="1397" y="151"/>
                  </a:cubicBezTo>
                  <a:close/>
                </a:path>
              </a:pathLst>
            </a:custGeom>
            <a:solidFill>
              <a:srgbClr val="A9AAAA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Oval 78">
              <a:extLst>
                <a:ext uri="{FF2B5EF4-FFF2-40B4-BE49-F238E27FC236}">
                  <a16:creationId xmlns:a16="http://schemas.microsoft.com/office/drawing/2014/main" id="{E4057991-091B-4FBA-87AF-EF10A7FFB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954"/>
              <a:ext cx="1700" cy="359"/>
            </a:xfrm>
            <a:prstGeom prst="ellipse">
              <a:avLst/>
            </a:pr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76" name="Freeform 79">
              <a:extLst>
                <a:ext uri="{FF2B5EF4-FFF2-40B4-BE49-F238E27FC236}">
                  <a16:creationId xmlns:a16="http://schemas.microsoft.com/office/drawing/2014/main" id="{2BE9CDE0-5D38-41BC-912E-AFA4BF00B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964"/>
              <a:ext cx="1680" cy="188"/>
            </a:xfrm>
            <a:custGeom>
              <a:avLst/>
              <a:gdLst>
                <a:gd name="T0" fmla="*/ 1249 w 1376"/>
                <a:gd name="T1" fmla="*/ 24 h 144"/>
                <a:gd name="T2" fmla="*/ 2498 w 1376"/>
                <a:gd name="T3" fmla="*/ 319 h 144"/>
                <a:gd name="T4" fmla="*/ 2503 w 1376"/>
                <a:gd name="T5" fmla="*/ 294 h 144"/>
                <a:gd name="T6" fmla="*/ 1249 w 1376"/>
                <a:gd name="T7" fmla="*/ 0 h 144"/>
                <a:gd name="T8" fmla="*/ 1 w 1376"/>
                <a:gd name="T9" fmla="*/ 298 h 144"/>
                <a:gd name="T10" fmla="*/ 0 w 1376"/>
                <a:gd name="T11" fmla="*/ 320 h 144"/>
                <a:gd name="T12" fmla="*/ 1249 w 1376"/>
                <a:gd name="T13" fmla="*/ 24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6" h="144">
                  <a:moveTo>
                    <a:pt x="686" y="11"/>
                  </a:moveTo>
                  <a:cubicBezTo>
                    <a:pt x="1057" y="11"/>
                    <a:pt x="1352" y="71"/>
                    <a:pt x="1373" y="143"/>
                  </a:cubicBezTo>
                  <a:cubicBezTo>
                    <a:pt x="1374" y="141"/>
                    <a:pt x="1376" y="134"/>
                    <a:pt x="1375" y="132"/>
                  </a:cubicBezTo>
                  <a:cubicBezTo>
                    <a:pt x="1336" y="64"/>
                    <a:pt x="1070" y="0"/>
                    <a:pt x="686" y="0"/>
                  </a:cubicBezTo>
                  <a:cubicBezTo>
                    <a:pt x="301" y="0"/>
                    <a:pt x="28" y="60"/>
                    <a:pt x="1" y="134"/>
                  </a:cubicBezTo>
                  <a:cubicBezTo>
                    <a:pt x="0" y="136"/>
                    <a:pt x="0" y="141"/>
                    <a:pt x="0" y="144"/>
                  </a:cubicBezTo>
                  <a:cubicBezTo>
                    <a:pt x="21" y="71"/>
                    <a:pt x="315" y="11"/>
                    <a:pt x="686" y="11"/>
                  </a:cubicBezTo>
                  <a:close/>
                </a:path>
              </a:pathLst>
            </a:custGeom>
            <a:solidFill>
              <a:srgbClr val="C7C8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Freeform 80">
              <a:extLst>
                <a:ext uri="{FF2B5EF4-FFF2-40B4-BE49-F238E27FC236}">
                  <a16:creationId xmlns:a16="http://schemas.microsoft.com/office/drawing/2014/main" id="{50E5D680-09CC-4469-8729-EF3361770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954"/>
              <a:ext cx="1700" cy="394"/>
            </a:xfrm>
            <a:custGeom>
              <a:avLst/>
              <a:gdLst>
                <a:gd name="T0" fmla="*/ 2535 w 1392"/>
                <a:gd name="T1" fmla="*/ 303 h 303"/>
                <a:gd name="T2" fmla="*/ 1268 w 1392"/>
                <a:gd name="T3" fmla="*/ 0 h 303"/>
                <a:gd name="T4" fmla="*/ 0 w 1392"/>
                <a:gd name="T5" fmla="*/ 303 h 303"/>
                <a:gd name="T6" fmla="*/ 0 w 1392"/>
                <a:gd name="T7" fmla="*/ 315 h 303"/>
                <a:gd name="T8" fmla="*/ 0 w 1392"/>
                <a:gd name="T9" fmla="*/ 334 h 303"/>
                <a:gd name="T10" fmla="*/ 1268 w 1392"/>
                <a:gd name="T11" fmla="*/ 666 h 303"/>
                <a:gd name="T12" fmla="*/ 2535 w 1392"/>
                <a:gd name="T13" fmla="*/ 334 h 303"/>
                <a:gd name="T14" fmla="*/ 2534 w 1392"/>
                <a:gd name="T15" fmla="*/ 316 h 303"/>
                <a:gd name="T16" fmla="*/ 2535 w 1392"/>
                <a:gd name="T17" fmla="*/ 303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2" h="303">
                  <a:moveTo>
                    <a:pt x="1392" y="138"/>
                  </a:moveTo>
                  <a:cubicBezTo>
                    <a:pt x="1392" y="62"/>
                    <a:pt x="1080" y="0"/>
                    <a:pt x="696" y="0"/>
                  </a:cubicBezTo>
                  <a:cubicBezTo>
                    <a:pt x="311" y="0"/>
                    <a:pt x="0" y="62"/>
                    <a:pt x="0" y="138"/>
                  </a:cubicBezTo>
                  <a:cubicBezTo>
                    <a:pt x="0" y="140"/>
                    <a:pt x="0" y="142"/>
                    <a:pt x="0" y="143"/>
                  </a:cubicBezTo>
                  <a:cubicBezTo>
                    <a:pt x="0" y="146"/>
                    <a:pt x="0" y="149"/>
                    <a:pt x="0" y="152"/>
                  </a:cubicBezTo>
                  <a:cubicBezTo>
                    <a:pt x="4" y="235"/>
                    <a:pt x="311" y="303"/>
                    <a:pt x="696" y="303"/>
                  </a:cubicBezTo>
                  <a:cubicBezTo>
                    <a:pt x="1080" y="303"/>
                    <a:pt x="1392" y="235"/>
                    <a:pt x="1392" y="152"/>
                  </a:cubicBezTo>
                  <a:cubicBezTo>
                    <a:pt x="1392" y="149"/>
                    <a:pt x="1391" y="147"/>
                    <a:pt x="1391" y="144"/>
                  </a:cubicBezTo>
                  <a:cubicBezTo>
                    <a:pt x="1391" y="142"/>
                    <a:pt x="1392" y="140"/>
                    <a:pt x="1392" y="138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Freeform 81">
              <a:extLst>
                <a:ext uri="{FF2B5EF4-FFF2-40B4-BE49-F238E27FC236}">
                  <a16:creationId xmlns:a16="http://schemas.microsoft.com/office/drawing/2014/main" id="{A864AFB3-25AE-499C-8B1E-D91BA6009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986"/>
              <a:ext cx="1245" cy="323"/>
            </a:xfrm>
            <a:custGeom>
              <a:avLst/>
              <a:gdLst>
                <a:gd name="T0" fmla="*/ 582 w 1020"/>
                <a:gd name="T1" fmla="*/ 319 h 248"/>
                <a:gd name="T2" fmla="*/ 1781 w 1020"/>
                <a:gd name="T3" fmla="*/ 44 h 248"/>
                <a:gd name="T4" fmla="*/ 1855 w 1020"/>
                <a:gd name="T5" fmla="*/ 44 h 248"/>
                <a:gd name="T6" fmla="*/ 1197 w 1020"/>
                <a:gd name="T7" fmla="*/ 0 h 248"/>
                <a:gd name="T8" fmla="*/ 0 w 1020"/>
                <a:gd name="T9" fmla="*/ 275 h 248"/>
                <a:gd name="T10" fmla="*/ 1123 w 1020"/>
                <a:gd name="T11" fmla="*/ 548 h 248"/>
                <a:gd name="T12" fmla="*/ 582 w 1020"/>
                <a:gd name="T13" fmla="*/ 319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0" h="248">
                  <a:moveTo>
                    <a:pt x="320" y="144"/>
                  </a:moveTo>
                  <a:cubicBezTo>
                    <a:pt x="320" y="76"/>
                    <a:pt x="615" y="20"/>
                    <a:pt x="979" y="20"/>
                  </a:cubicBezTo>
                  <a:cubicBezTo>
                    <a:pt x="992" y="20"/>
                    <a:pt x="1006" y="20"/>
                    <a:pt x="1020" y="20"/>
                  </a:cubicBezTo>
                  <a:cubicBezTo>
                    <a:pt x="916" y="8"/>
                    <a:pt x="792" y="0"/>
                    <a:pt x="659" y="0"/>
                  </a:cubicBezTo>
                  <a:cubicBezTo>
                    <a:pt x="295" y="0"/>
                    <a:pt x="0" y="56"/>
                    <a:pt x="0" y="124"/>
                  </a:cubicBezTo>
                  <a:cubicBezTo>
                    <a:pt x="0" y="190"/>
                    <a:pt x="273" y="244"/>
                    <a:pt x="618" y="248"/>
                  </a:cubicBezTo>
                  <a:cubicBezTo>
                    <a:pt x="438" y="226"/>
                    <a:pt x="320" y="188"/>
                    <a:pt x="320" y="144"/>
                  </a:cubicBezTo>
                  <a:close/>
                </a:path>
              </a:pathLst>
            </a:custGeom>
            <a:solidFill>
              <a:srgbClr val="CA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Oval 82">
              <a:extLst>
                <a:ext uri="{FF2B5EF4-FFF2-40B4-BE49-F238E27FC236}">
                  <a16:creationId xmlns:a16="http://schemas.microsoft.com/office/drawing/2014/main" id="{971EF79F-3C9C-4AE3-AE08-E9FDE1615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" y="1075"/>
              <a:ext cx="491" cy="158"/>
            </a:xfrm>
            <a:prstGeom prst="ellipse">
              <a:avLst/>
            </a:pr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0" name="Oval 83">
              <a:extLst>
                <a:ext uri="{FF2B5EF4-FFF2-40B4-BE49-F238E27FC236}">
                  <a16:creationId xmlns:a16="http://schemas.microsoft.com/office/drawing/2014/main" id="{F1C00CD5-1886-419E-BC88-749A8259E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" y="1075"/>
              <a:ext cx="491" cy="158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1" name="Freeform 84">
              <a:extLst>
                <a:ext uri="{FF2B5EF4-FFF2-40B4-BE49-F238E27FC236}">
                  <a16:creationId xmlns:a16="http://schemas.microsoft.com/office/drawing/2014/main" id="{3806B966-2E2C-4134-AFCB-52AC629B2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993"/>
              <a:ext cx="1566" cy="152"/>
            </a:xfrm>
            <a:custGeom>
              <a:avLst/>
              <a:gdLst>
                <a:gd name="T0" fmla="*/ 0 w 1283"/>
                <a:gd name="T1" fmla="*/ 243 h 117"/>
                <a:gd name="T2" fmla="*/ 1133 w 1283"/>
                <a:gd name="T3" fmla="*/ 8 h 117"/>
                <a:gd name="T4" fmla="*/ 2333 w 1283"/>
                <a:gd name="T5" fmla="*/ 256 h 117"/>
                <a:gd name="T6" fmla="*/ 1136 w 1283"/>
                <a:gd name="T7" fmla="*/ 35 h 117"/>
                <a:gd name="T8" fmla="*/ 0 w 1283"/>
                <a:gd name="T9" fmla="*/ 24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3" h="117">
                  <a:moveTo>
                    <a:pt x="0" y="111"/>
                  </a:moveTo>
                  <a:cubicBezTo>
                    <a:pt x="0" y="111"/>
                    <a:pt x="90" y="8"/>
                    <a:pt x="623" y="4"/>
                  </a:cubicBezTo>
                  <a:cubicBezTo>
                    <a:pt x="1155" y="0"/>
                    <a:pt x="1278" y="96"/>
                    <a:pt x="1283" y="117"/>
                  </a:cubicBezTo>
                  <a:cubicBezTo>
                    <a:pt x="1283" y="117"/>
                    <a:pt x="1077" y="10"/>
                    <a:pt x="625" y="16"/>
                  </a:cubicBezTo>
                  <a:cubicBezTo>
                    <a:pt x="172" y="22"/>
                    <a:pt x="0" y="111"/>
                    <a:pt x="0" y="111"/>
                  </a:cubicBezTo>
                  <a:close/>
                </a:path>
              </a:pathLst>
            </a:custGeom>
            <a:solidFill>
              <a:srgbClr val="80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2" name="Freeform 85">
              <a:extLst>
                <a:ext uri="{FF2B5EF4-FFF2-40B4-BE49-F238E27FC236}">
                  <a16:creationId xmlns:a16="http://schemas.microsoft.com/office/drawing/2014/main" id="{7D745D30-9E15-43CE-8934-CA255B3DB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295"/>
              <a:ext cx="999" cy="86"/>
            </a:xfrm>
            <a:custGeom>
              <a:avLst/>
              <a:gdLst>
                <a:gd name="T0" fmla="*/ 0 w 818"/>
                <a:gd name="T1" fmla="*/ 0 h 66"/>
                <a:gd name="T2" fmla="*/ 1490 w 818"/>
                <a:gd name="T3" fmla="*/ 5 h 66"/>
                <a:gd name="T4" fmla="*/ 0 w 818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8" h="66">
                  <a:moveTo>
                    <a:pt x="0" y="0"/>
                  </a:moveTo>
                  <a:cubicBezTo>
                    <a:pt x="0" y="0"/>
                    <a:pt x="382" y="66"/>
                    <a:pt x="818" y="2"/>
                  </a:cubicBezTo>
                  <a:cubicBezTo>
                    <a:pt x="818" y="2"/>
                    <a:pt x="406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86">
              <a:extLst>
                <a:ext uri="{FF2B5EF4-FFF2-40B4-BE49-F238E27FC236}">
                  <a16:creationId xmlns:a16="http://schemas.microsoft.com/office/drawing/2014/main" id="{FC6A5AEB-E085-4FD6-A68F-99ED2543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950"/>
              <a:ext cx="697" cy="39"/>
            </a:xfrm>
            <a:custGeom>
              <a:avLst/>
              <a:gdLst>
                <a:gd name="T0" fmla="*/ 0 w 571"/>
                <a:gd name="T1" fmla="*/ 60 h 30"/>
                <a:gd name="T2" fmla="*/ 1039 w 571"/>
                <a:gd name="T3" fmla="*/ 66 h 30"/>
                <a:gd name="T4" fmla="*/ 0 w 571"/>
                <a:gd name="T5" fmla="*/ 6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1" h="30">
                  <a:moveTo>
                    <a:pt x="0" y="27"/>
                  </a:moveTo>
                  <a:cubicBezTo>
                    <a:pt x="0" y="27"/>
                    <a:pt x="310" y="0"/>
                    <a:pt x="571" y="30"/>
                  </a:cubicBezTo>
                  <a:cubicBezTo>
                    <a:pt x="571" y="30"/>
                    <a:pt x="128" y="8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Oval 87">
              <a:extLst>
                <a:ext uri="{FF2B5EF4-FFF2-40B4-BE49-F238E27FC236}">
                  <a16:creationId xmlns:a16="http://schemas.microsoft.com/office/drawing/2014/main" id="{E3CA2843-4BA5-41EB-938F-2EB63B783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" y="988"/>
              <a:ext cx="1609" cy="323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5" name="Freeform 88">
              <a:extLst>
                <a:ext uri="{FF2B5EF4-FFF2-40B4-BE49-F238E27FC236}">
                  <a16:creationId xmlns:a16="http://schemas.microsoft.com/office/drawing/2014/main" id="{7D155C59-AD39-499E-94C9-621AD41A6E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6" y="1072"/>
              <a:ext cx="854" cy="202"/>
            </a:xfrm>
            <a:custGeom>
              <a:avLst/>
              <a:gdLst>
                <a:gd name="T0" fmla="*/ 1240 w 699"/>
                <a:gd name="T1" fmla="*/ 111 h 155"/>
                <a:gd name="T2" fmla="*/ 836 w 699"/>
                <a:gd name="T3" fmla="*/ 141 h 155"/>
                <a:gd name="T4" fmla="*/ 422 w 699"/>
                <a:gd name="T5" fmla="*/ 0 h 155"/>
                <a:gd name="T6" fmla="*/ 0 w 699"/>
                <a:gd name="T7" fmla="*/ 169 h 155"/>
                <a:gd name="T8" fmla="*/ 422 w 699"/>
                <a:gd name="T9" fmla="*/ 343 h 155"/>
                <a:gd name="T10" fmla="*/ 832 w 699"/>
                <a:gd name="T11" fmla="*/ 211 h 155"/>
                <a:gd name="T12" fmla="*/ 1232 w 699"/>
                <a:gd name="T13" fmla="*/ 190 h 155"/>
                <a:gd name="T14" fmla="*/ 1240 w 699"/>
                <a:gd name="T15" fmla="*/ 111 h 155"/>
                <a:gd name="T16" fmla="*/ 422 w 699"/>
                <a:gd name="T17" fmla="*/ 306 h 155"/>
                <a:gd name="T18" fmla="*/ 55 w 699"/>
                <a:gd name="T19" fmla="*/ 169 h 155"/>
                <a:gd name="T20" fmla="*/ 422 w 699"/>
                <a:gd name="T21" fmla="*/ 38 h 155"/>
                <a:gd name="T22" fmla="*/ 788 w 699"/>
                <a:gd name="T23" fmla="*/ 169 h 155"/>
                <a:gd name="T24" fmla="*/ 422 w 699"/>
                <a:gd name="T25" fmla="*/ 306 h 1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9" h="155">
                  <a:moveTo>
                    <a:pt x="680" y="50"/>
                  </a:moveTo>
                  <a:cubicBezTo>
                    <a:pt x="458" y="64"/>
                    <a:pt x="458" y="64"/>
                    <a:pt x="458" y="64"/>
                  </a:cubicBezTo>
                  <a:cubicBezTo>
                    <a:pt x="439" y="27"/>
                    <a:pt x="344" y="0"/>
                    <a:pt x="231" y="0"/>
                  </a:cubicBezTo>
                  <a:cubicBezTo>
                    <a:pt x="104" y="0"/>
                    <a:pt x="0" y="35"/>
                    <a:pt x="0" y="77"/>
                  </a:cubicBezTo>
                  <a:cubicBezTo>
                    <a:pt x="0" y="120"/>
                    <a:pt x="104" y="155"/>
                    <a:pt x="231" y="155"/>
                  </a:cubicBezTo>
                  <a:cubicBezTo>
                    <a:pt x="341" y="155"/>
                    <a:pt x="433" y="129"/>
                    <a:pt x="456" y="95"/>
                  </a:cubicBezTo>
                  <a:cubicBezTo>
                    <a:pt x="675" y="86"/>
                    <a:pt x="675" y="86"/>
                    <a:pt x="675" y="86"/>
                  </a:cubicBezTo>
                  <a:cubicBezTo>
                    <a:pt x="699" y="71"/>
                    <a:pt x="680" y="50"/>
                    <a:pt x="680" y="50"/>
                  </a:cubicBezTo>
                  <a:close/>
                  <a:moveTo>
                    <a:pt x="231" y="138"/>
                  </a:moveTo>
                  <a:cubicBezTo>
                    <a:pt x="120" y="138"/>
                    <a:pt x="30" y="111"/>
                    <a:pt x="30" y="77"/>
                  </a:cubicBezTo>
                  <a:cubicBezTo>
                    <a:pt x="30" y="44"/>
                    <a:pt x="120" y="17"/>
                    <a:pt x="231" y="17"/>
                  </a:cubicBezTo>
                  <a:cubicBezTo>
                    <a:pt x="342" y="17"/>
                    <a:pt x="432" y="44"/>
                    <a:pt x="432" y="77"/>
                  </a:cubicBezTo>
                  <a:cubicBezTo>
                    <a:pt x="432" y="111"/>
                    <a:pt x="342" y="138"/>
                    <a:pt x="231" y="138"/>
                  </a:cubicBezTo>
                  <a:close/>
                </a:path>
              </a:pathLst>
            </a:custGeom>
            <a:solidFill>
              <a:srgbClr val="68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Oval 89">
              <a:extLst>
                <a:ext uri="{FF2B5EF4-FFF2-40B4-BE49-F238E27FC236}">
                  <a16:creationId xmlns:a16="http://schemas.microsoft.com/office/drawing/2014/main" id="{E6791A19-5906-4293-B57E-81DABB4A9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" y="1023"/>
              <a:ext cx="1379" cy="288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7" name="Oval 90">
              <a:extLst>
                <a:ext uri="{FF2B5EF4-FFF2-40B4-BE49-F238E27FC236}">
                  <a16:creationId xmlns:a16="http://schemas.microsoft.com/office/drawing/2014/main" id="{2D49125D-9944-45CF-87EF-16EC1BC45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1065"/>
              <a:ext cx="1250" cy="222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8" name="Freeform 91">
              <a:extLst>
                <a:ext uri="{FF2B5EF4-FFF2-40B4-BE49-F238E27FC236}">
                  <a16:creationId xmlns:a16="http://schemas.microsoft.com/office/drawing/2014/main" id="{F13BE541-CBE5-4AA4-B089-0D9A90AC25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2" y="1053"/>
              <a:ext cx="857" cy="202"/>
            </a:xfrm>
            <a:custGeom>
              <a:avLst/>
              <a:gdLst>
                <a:gd name="T0" fmla="*/ 1243 w 702"/>
                <a:gd name="T1" fmla="*/ 141 h 155"/>
                <a:gd name="T2" fmla="*/ 833 w 702"/>
                <a:gd name="T3" fmla="*/ 141 h 155"/>
                <a:gd name="T4" fmla="*/ 420 w 702"/>
                <a:gd name="T5" fmla="*/ 0 h 155"/>
                <a:gd name="T6" fmla="*/ 0 w 702"/>
                <a:gd name="T7" fmla="*/ 173 h 155"/>
                <a:gd name="T8" fmla="*/ 420 w 702"/>
                <a:gd name="T9" fmla="*/ 343 h 155"/>
                <a:gd name="T10" fmla="*/ 830 w 702"/>
                <a:gd name="T11" fmla="*/ 211 h 155"/>
                <a:gd name="T12" fmla="*/ 1234 w 702"/>
                <a:gd name="T13" fmla="*/ 211 h 155"/>
                <a:gd name="T14" fmla="*/ 1243 w 702"/>
                <a:gd name="T15" fmla="*/ 141 h 155"/>
                <a:gd name="T16" fmla="*/ 420 w 702"/>
                <a:gd name="T17" fmla="*/ 306 h 155"/>
                <a:gd name="T18" fmla="*/ 55 w 702"/>
                <a:gd name="T19" fmla="*/ 173 h 155"/>
                <a:gd name="T20" fmla="*/ 420 w 702"/>
                <a:gd name="T21" fmla="*/ 38 h 155"/>
                <a:gd name="T22" fmla="*/ 785 w 702"/>
                <a:gd name="T23" fmla="*/ 173 h 155"/>
                <a:gd name="T24" fmla="*/ 420 w 702"/>
                <a:gd name="T25" fmla="*/ 306 h 1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2" h="155">
                  <a:moveTo>
                    <a:pt x="683" y="64"/>
                  </a:moveTo>
                  <a:cubicBezTo>
                    <a:pt x="458" y="64"/>
                    <a:pt x="458" y="64"/>
                    <a:pt x="458" y="64"/>
                  </a:cubicBezTo>
                  <a:cubicBezTo>
                    <a:pt x="439" y="28"/>
                    <a:pt x="345" y="0"/>
                    <a:pt x="231" y="0"/>
                  </a:cubicBezTo>
                  <a:cubicBezTo>
                    <a:pt x="104" y="0"/>
                    <a:pt x="0" y="35"/>
                    <a:pt x="0" y="78"/>
                  </a:cubicBezTo>
                  <a:cubicBezTo>
                    <a:pt x="0" y="120"/>
                    <a:pt x="104" y="155"/>
                    <a:pt x="231" y="155"/>
                  </a:cubicBezTo>
                  <a:cubicBezTo>
                    <a:pt x="341" y="155"/>
                    <a:pt x="433" y="129"/>
                    <a:pt x="456" y="95"/>
                  </a:cubicBezTo>
                  <a:cubicBezTo>
                    <a:pt x="678" y="95"/>
                    <a:pt x="678" y="95"/>
                    <a:pt x="678" y="95"/>
                  </a:cubicBezTo>
                  <a:cubicBezTo>
                    <a:pt x="702" y="80"/>
                    <a:pt x="683" y="64"/>
                    <a:pt x="683" y="64"/>
                  </a:cubicBezTo>
                  <a:close/>
                  <a:moveTo>
                    <a:pt x="231" y="138"/>
                  </a:moveTo>
                  <a:cubicBezTo>
                    <a:pt x="120" y="138"/>
                    <a:pt x="30" y="111"/>
                    <a:pt x="30" y="78"/>
                  </a:cubicBezTo>
                  <a:cubicBezTo>
                    <a:pt x="30" y="44"/>
                    <a:pt x="120" y="17"/>
                    <a:pt x="231" y="17"/>
                  </a:cubicBezTo>
                  <a:cubicBezTo>
                    <a:pt x="342" y="17"/>
                    <a:pt x="432" y="44"/>
                    <a:pt x="432" y="78"/>
                  </a:cubicBezTo>
                  <a:cubicBezTo>
                    <a:pt x="432" y="111"/>
                    <a:pt x="342" y="138"/>
                    <a:pt x="231" y="138"/>
                  </a:cubicBezTo>
                  <a:close/>
                </a:path>
              </a:pathLst>
            </a:custGeom>
            <a:solidFill>
              <a:srgbClr val="C2C3C4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92">
              <a:extLst>
                <a:ext uri="{FF2B5EF4-FFF2-40B4-BE49-F238E27FC236}">
                  <a16:creationId xmlns:a16="http://schemas.microsoft.com/office/drawing/2014/main" id="{FCEB6ECC-8B77-4DF5-9BD8-449EE83F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007"/>
              <a:ext cx="440" cy="102"/>
            </a:xfrm>
            <a:custGeom>
              <a:avLst/>
              <a:gdLst>
                <a:gd name="T0" fmla="*/ 0 w 360"/>
                <a:gd name="T1" fmla="*/ 150 h 78"/>
                <a:gd name="T2" fmla="*/ 658 w 360"/>
                <a:gd name="T3" fmla="*/ 174 h 78"/>
                <a:gd name="T4" fmla="*/ 0 w 360"/>
                <a:gd name="T5" fmla="*/ 15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78">
                  <a:moveTo>
                    <a:pt x="0" y="67"/>
                  </a:moveTo>
                  <a:cubicBezTo>
                    <a:pt x="0" y="67"/>
                    <a:pt x="204" y="0"/>
                    <a:pt x="360" y="78"/>
                  </a:cubicBezTo>
                  <a:cubicBezTo>
                    <a:pt x="360" y="78"/>
                    <a:pt x="209" y="17"/>
                    <a:pt x="0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Freeform 93">
              <a:extLst>
                <a:ext uri="{FF2B5EF4-FFF2-40B4-BE49-F238E27FC236}">
                  <a16:creationId xmlns:a16="http://schemas.microsoft.com/office/drawing/2014/main" id="{B845E2D9-1F5B-45D9-BB8A-B6C0FDC9C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157"/>
              <a:ext cx="266" cy="12"/>
            </a:xfrm>
            <a:custGeom>
              <a:avLst/>
              <a:gdLst>
                <a:gd name="T0" fmla="*/ 0 w 218"/>
                <a:gd name="T1" fmla="*/ 21 h 9"/>
                <a:gd name="T2" fmla="*/ 397 w 218"/>
                <a:gd name="T3" fmla="*/ 21 h 9"/>
                <a:gd name="T4" fmla="*/ 0 w 21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9">
                  <a:moveTo>
                    <a:pt x="0" y="9"/>
                  </a:moveTo>
                  <a:cubicBezTo>
                    <a:pt x="218" y="9"/>
                    <a:pt x="218" y="9"/>
                    <a:pt x="218" y="9"/>
                  </a:cubicBezTo>
                  <a:cubicBezTo>
                    <a:pt x="218" y="9"/>
                    <a:pt x="26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1" name="Freeform 94">
              <a:extLst>
                <a:ext uri="{FF2B5EF4-FFF2-40B4-BE49-F238E27FC236}">
                  <a16:creationId xmlns:a16="http://schemas.microsoft.com/office/drawing/2014/main" id="{D4B1116B-65A6-45AD-A04B-E1C36372A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781"/>
              <a:ext cx="1211" cy="159"/>
            </a:xfrm>
            <a:custGeom>
              <a:avLst/>
              <a:gdLst>
                <a:gd name="T0" fmla="*/ 0 w 992"/>
                <a:gd name="T1" fmla="*/ 0 h 122"/>
                <a:gd name="T2" fmla="*/ 1804 w 992"/>
                <a:gd name="T3" fmla="*/ 17 h 122"/>
                <a:gd name="T4" fmla="*/ 0 w 992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2" h="122">
                  <a:moveTo>
                    <a:pt x="0" y="0"/>
                  </a:moveTo>
                  <a:cubicBezTo>
                    <a:pt x="0" y="0"/>
                    <a:pt x="445" y="122"/>
                    <a:pt x="992" y="8"/>
                  </a:cubicBezTo>
                  <a:cubicBezTo>
                    <a:pt x="992" y="8"/>
                    <a:pt x="496" y="9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bag-of-frozen-vegetables">
            <a:extLst>
              <a:ext uri="{FF2B5EF4-FFF2-40B4-BE49-F238E27FC236}">
                <a16:creationId xmlns:a16="http://schemas.microsoft.com/office/drawing/2014/main" id="{D5C3DF1D-0DA5-4775-9A91-0BFA74A30B30}"/>
              </a:ext>
            </a:extLst>
          </p:cNvPr>
          <p:cNvGrpSpPr>
            <a:grpSpLocks/>
          </p:cNvGrpSpPr>
          <p:nvPr/>
        </p:nvGrpSpPr>
        <p:grpSpPr bwMode="auto">
          <a:xfrm>
            <a:off x="4006850" y="2938463"/>
            <a:ext cx="3203575" cy="3144837"/>
            <a:chOff x="1564" y="1851"/>
            <a:chExt cx="2018" cy="1981"/>
          </a:xfrm>
        </p:grpSpPr>
        <p:grpSp>
          <p:nvGrpSpPr>
            <p:cNvPr id="35845" name="Group 96">
              <a:extLst>
                <a:ext uri="{FF2B5EF4-FFF2-40B4-BE49-F238E27FC236}">
                  <a16:creationId xmlns:a16="http://schemas.microsoft.com/office/drawing/2014/main" id="{8FABEBBE-5269-410B-816C-CBABB609CD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4" y="1851"/>
              <a:ext cx="2018" cy="1981"/>
              <a:chOff x="1564" y="1851"/>
              <a:chExt cx="2018" cy="1981"/>
            </a:xfrm>
          </p:grpSpPr>
          <p:sp>
            <p:nvSpPr>
              <p:cNvPr id="35967" name="Freeform 97">
                <a:extLst>
                  <a:ext uri="{FF2B5EF4-FFF2-40B4-BE49-F238E27FC236}">
                    <a16:creationId xmlns:a16="http://schemas.microsoft.com/office/drawing/2014/main" id="{6F8FBF5F-CEE4-4B5B-B29D-DC8D245F2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851"/>
                <a:ext cx="2018" cy="1981"/>
              </a:xfrm>
              <a:custGeom>
                <a:avLst/>
                <a:gdLst>
                  <a:gd name="T0" fmla="*/ 19 w 2081"/>
                  <a:gd name="T1" fmla="*/ 355 h 2042"/>
                  <a:gd name="T2" fmla="*/ 102 w 2081"/>
                  <a:gd name="T3" fmla="*/ 365 h 2042"/>
                  <a:gd name="T4" fmla="*/ 1384 w 2081"/>
                  <a:gd name="T5" fmla="*/ 53 h 2042"/>
                  <a:gd name="T6" fmla="*/ 1538 w 2081"/>
                  <a:gd name="T7" fmla="*/ 2 h 2042"/>
                  <a:gd name="T8" fmla="*/ 1555 w 2081"/>
                  <a:gd name="T9" fmla="*/ 235 h 2042"/>
                  <a:gd name="T10" fmla="*/ 1794 w 2081"/>
                  <a:gd name="T11" fmla="*/ 1122 h 2042"/>
                  <a:gd name="T12" fmla="*/ 1898 w 2081"/>
                  <a:gd name="T13" fmla="*/ 1459 h 2042"/>
                  <a:gd name="T14" fmla="*/ 368 w 2081"/>
                  <a:gd name="T15" fmla="*/ 1808 h 2042"/>
                  <a:gd name="T16" fmla="*/ 382 w 2081"/>
                  <a:gd name="T17" fmla="*/ 1696 h 2042"/>
                  <a:gd name="T18" fmla="*/ 154 w 2081"/>
                  <a:gd name="T19" fmla="*/ 867 h 2042"/>
                  <a:gd name="T20" fmla="*/ 19 w 2081"/>
                  <a:gd name="T21" fmla="*/ 355 h 20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81" h="2042">
                    <a:moveTo>
                      <a:pt x="22" y="389"/>
                    </a:moveTo>
                    <a:cubicBezTo>
                      <a:pt x="22" y="389"/>
                      <a:pt x="39" y="410"/>
                      <a:pt x="111" y="400"/>
                    </a:cubicBezTo>
                    <a:cubicBezTo>
                      <a:pt x="183" y="391"/>
                      <a:pt x="1411" y="76"/>
                      <a:pt x="1518" y="59"/>
                    </a:cubicBezTo>
                    <a:cubicBezTo>
                      <a:pt x="1625" y="41"/>
                      <a:pt x="1627" y="0"/>
                      <a:pt x="1686" y="2"/>
                    </a:cubicBezTo>
                    <a:cubicBezTo>
                      <a:pt x="1686" y="2"/>
                      <a:pt x="1634" y="113"/>
                      <a:pt x="1706" y="257"/>
                    </a:cubicBezTo>
                    <a:cubicBezTo>
                      <a:pt x="1777" y="400"/>
                      <a:pt x="1926" y="936"/>
                      <a:pt x="1968" y="1230"/>
                    </a:cubicBezTo>
                    <a:cubicBezTo>
                      <a:pt x="2010" y="1525"/>
                      <a:pt x="2081" y="1598"/>
                      <a:pt x="2081" y="1598"/>
                    </a:cubicBezTo>
                    <a:cubicBezTo>
                      <a:pt x="2081" y="1598"/>
                      <a:pt x="575" y="2042"/>
                      <a:pt x="404" y="1980"/>
                    </a:cubicBezTo>
                    <a:cubicBezTo>
                      <a:pt x="404" y="1980"/>
                      <a:pt x="419" y="1923"/>
                      <a:pt x="419" y="1857"/>
                    </a:cubicBezTo>
                    <a:cubicBezTo>
                      <a:pt x="420" y="1791"/>
                      <a:pt x="182" y="1124"/>
                      <a:pt x="169" y="950"/>
                    </a:cubicBezTo>
                    <a:cubicBezTo>
                      <a:pt x="156" y="776"/>
                      <a:pt x="0" y="435"/>
                      <a:pt x="22" y="389"/>
                    </a:cubicBezTo>
                    <a:close/>
                  </a:path>
                </a:pathLst>
              </a:custGeom>
              <a:solidFill>
                <a:srgbClr val="376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8" name="Freeform 98">
                <a:extLst>
                  <a:ext uri="{FF2B5EF4-FFF2-40B4-BE49-F238E27FC236}">
                    <a16:creationId xmlns:a16="http://schemas.microsoft.com/office/drawing/2014/main" id="{0FF70F66-BC8C-4961-B649-D26227236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132"/>
                <a:ext cx="1664" cy="1268"/>
              </a:xfrm>
              <a:custGeom>
                <a:avLst/>
                <a:gdLst>
                  <a:gd name="T0" fmla="*/ 1565 w 1716"/>
                  <a:gd name="T1" fmla="*/ 884 h 1306"/>
                  <a:gd name="T2" fmla="*/ 1321 w 1716"/>
                  <a:gd name="T3" fmla="*/ 0 h 1306"/>
                  <a:gd name="T4" fmla="*/ 2 w 1716"/>
                  <a:gd name="T5" fmla="*/ 350 h 1306"/>
                  <a:gd name="T6" fmla="*/ 0 w 1716"/>
                  <a:gd name="T7" fmla="*/ 350 h 1306"/>
                  <a:gd name="T8" fmla="*/ 64 w 1716"/>
                  <a:gd name="T9" fmla="*/ 604 h 1306"/>
                  <a:gd name="T10" fmla="*/ 225 w 1716"/>
                  <a:gd name="T11" fmla="*/ 1191 h 1306"/>
                  <a:gd name="T12" fmla="*/ 228 w 1716"/>
                  <a:gd name="T13" fmla="*/ 1189 h 1306"/>
                  <a:gd name="T14" fmla="*/ 1565 w 1716"/>
                  <a:gd name="T15" fmla="*/ 884 h 13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16" h="1306">
                    <a:moveTo>
                      <a:pt x="1716" y="966"/>
                    </a:moveTo>
                    <a:cubicBezTo>
                      <a:pt x="1709" y="714"/>
                      <a:pt x="1449" y="0"/>
                      <a:pt x="1449" y="0"/>
                    </a:cubicBezTo>
                    <a:cubicBezTo>
                      <a:pt x="1222" y="86"/>
                      <a:pt x="2" y="382"/>
                      <a:pt x="2" y="382"/>
                    </a:cubicBezTo>
                    <a:cubicBezTo>
                      <a:pt x="0" y="382"/>
                      <a:pt x="0" y="382"/>
                      <a:pt x="0" y="382"/>
                    </a:cubicBezTo>
                    <a:cubicBezTo>
                      <a:pt x="33" y="482"/>
                      <a:pt x="64" y="586"/>
                      <a:pt x="70" y="660"/>
                    </a:cubicBezTo>
                    <a:cubicBezTo>
                      <a:pt x="78" y="770"/>
                      <a:pt x="175" y="1074"/>
                      <a:pt x="246" y="1302"/>
                    </a:cubicBezTo>
                    <a:cubicBezTo>
                      <a:pt x="250" y="1300"/>
                      <a:pt x="250" y="1300"/>
                      <a:pt x="250" y="1300"/>
                    </a:cubicBezTo>
                    <a:cubicBezTo>
                      <a:pt x="711" y="1306"/>
                      <a:pt x="1716" y="966"/>
                      <a:pt x="1716" y="966"/>
                    </a:cubicBezTo>
                    <a:close/>
                  </a:path>
                </a:pathLst>
              </a:custGeom>
              <a:solidFill>
                <a:srgbClr val="C2D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9" name="Freeform 99">
                <a:extLst>
                  <a:ext uri="{FF2B5EF4-FFF2-40B4-BE49-F238E27FC236}">
                    <a16:creationId xmlns:a16="http://schemas.microsoft.com/office/drawing/2014/main" id="{4A95C114-8693-4670-946D-BA0FC8641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492"/>
                <a:ext cx="1174" cy="659"/>
              </a:xfrm>
              <a:custGeom>
                <a:avLst/>
                <a:gdLst>
                  <a:gd name="T0" fmla="*/ 292 w 1210"/>
                  <a:gd name="T1" fmla="*/ 614 h 679"/>
                  <a:gd name="T2" fmla="*/ 126 w 1210"/>
                  <a:gd name="T3" fmla="*/ 588 h 679"/>
                  <a:gd name="T4" fmla="*/ 76 w 1210"/>
                  <a:gd name="T5" fmla="*/ 526 h 679"/>
                  <a:gd name="T6" fmla="*/ 105 w 1210"/>
                  <a:gd name="T7" fmla="*/ 493 h 679"/>
                  <a:gd name="T8" fmla="*/ 30 w 1210"/>
                  <a:gd name="T9" fmla="*/ 367 h 679"/>
                  <a:gd name="T10" fmla="*/ 71 w 1210"/>
                  <a:gd name="T11" fmla="*/ 324 h 679"/>
                  <a:gd name="T12" fmla="*/ 123 w 1210"/>
                  <a:gd name="T13" fmla="*/ 295 h 679"/>
                  <a:gd name="T14" fmla="*/ 198 w 1210"/>
                  <a:gd name="T15" fmla="*/ 280 h 679"/>
                  <a:gd name="T16" fmla="*/ 243 w 1210"/>
                  <a:gd name="T17" fmla="*/ 281 h 679"/>
                  <a:gd name="T18" fmla="*/ 229 w 1210"/>
                  <a:gd name="T19" fmla="*/ 233 h 679"/>
                  <a:gd name="T20" fmla="*/ 158 w 1210"/>
                  <a:gd name="T21" fmla="*/ 149 h 679"/>
                  <a:gd name="T22" fmla="*/ 250 w 1210"/>
                  <a:gd name="T23" fmla="*/ 119 h 679"/>
                  <a:gd name="T24" fmla="*/ 325 w 1210"/>
                  <a:gd name="T25" fmla="*/ 63 h 679"/>
                  <a:gd name="T26" fmla="*/ 423 w 1210"/>
                  <a:gd name="T27" fmla="*/ 66 h 679"/>
                  <a:gd name="T28" fmla="*/ 494 w 1210"/>
                  <a:gd name="T29" fmla="*/ 91 h 679"/>
                  <a:gd name="T30" fmla="*/ 542 w 1210"/>
                  <a:gd name="T31" fmla="*/ 29 h 679"/>
                  <a:gd name="T32" fmla="*/ 568 w 1210"/>
                  <a:gd name="T33" fmla="*/ 106 h 679"/>
                  <a:gd name="T34" fmla="*/ 620 w 1210"/>
                  <a:gd name="T35" fmla="*/ 73 h 679"/>
                  <a:gd name="T36" fmla="*/ 701 w 1210"/>
                  <a:gd name="T37" fmla="*/ 8 h 679"/>
                  <a:gd name="T38" fmla="*/ 764 w 1210"/>
                  <a:gd name="T39" fmla="*/ 83 h 679"/>
                  <a:gd name="T40" fmla="*/ 865 w 1210"/>
                  <a:gd name="T41" fmla="*/ 29 h 679"/>
                  <a:gd name="T42" fmla="*/ 920 w 1210"/>
                  <a:gd name="T43" fmla="*/ 77 h 679"/>
                  <a:gd name="T44" fmla="*/ 1000 w 1210"/>
                  <a:gd name="T45" fmla="*/ 67 h 679"/>
                  <a:gd name="T46" fmla="*/ 1053 w 1210"/>
                  <a:gd name="T47" fmla="*/ 180 h 679"/>
                  <a:gd name="T48" fmla="*/ 1081 w 1210"/>
                  <a:gd name="T49" fmla="*/ 307 h 679"/>
                  <a:gd name="T50" fmla="*/ 998 w 1210"/>
                  <a:gd name="T51" fmla="*/ 388 h 679"/>
                  <a:gd name="T52" fmla="*/ 858 w 1210"/>
                  <a:gd name="T53" fmla="*/ 486 h 679"/>
                  <a:gd name="T54" fmla="*/ 658 w 1210"/>
                  <a:gd name="T55" fmla="*/ 553 h 679"/>
                  <a:gd name="T56" fmla="*/ 561 w 1210"/>
                  <a:gd name="T57" fmla="*/ 574 h 679"/>
                  <a:gd name="T58" fmla="*/ 463 w 1210"/>
                  <a:gd name="T59" fmla="*/ 544 h 67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10" h="679">
                    <a:moveTo>
                      <a:pt x="320" y="672"/>
                    </a:moveTo>
                    <a:cubicBezTo>
                      <a:pt x="259" y="679"/>
                      <a:pt x="191" y="674"/>
                      <a:pt x="138" y="643"/>
                    </a:cubicBezTo>
                    <a:cubicBezTo>
                      <a:pt x="115" y="630"/>
                      <a:pt x="76" y="607"/>
                      <a:pt x="82" y="575"/>
                    </a:cubicBezTo>
                    <a:cubicBezTo>
                      <a:pt x="85" y="555"/>
                      <a:pt x="103" y="551"/>
                      <a:pt x="114" y="539"/>
                    </a:cubicBezTo>
                    <a:cubicBezTo>
                      <a:pt x="71" y="509"/>
                      <a:pt x="0" y="469"/>
                      <a:pt x="33" y="401"/>
                    </a:cubicBezTo>
                    <a:cubicBezTo>
                      <a:pt x="44" y="378"/>
                      <a:pt x="68" y="380"/>
                      <a:pt x="77" y="354"/>
                    </a:cubicBezTo>
                    <a:cubicBezTo>
                      <a:pt x="93" y="311"/>
                      <a:pt x="87" y="316"/>
                      <a:pt x="135" y="322"/>
                    </a:cubicBezTo>
                    <a:cubicBezTo>
                      <a:pt x="169" y="327"/>
                      <a:pt x="186" y="305"/>
                      <a:pt x="216" y="306"/>
                    </a:cubicBezTo>
                    <a:cubicBezTo>
                      <a:pt x="231" y="307"/>
                      <a:pt x="251" y="324"/>
                      <a:pt x="266" y="308"/>
                    </a:cubicBezTo>
                    <a:cubicBezTo>
                      <a:pt x="284" y="290"/>
                      <a:pt x="264" y="267"/>
                      <a:pt x="250" y="255"/>
                    </a:cubicBezTo>
                    <a:cubicBezTo>
                      <a:pt x="217" y="227"/>
                      <a:pt x="162" y="221"/>
                      <a:pt x="173" y="164"/>
                    </a:cubicBezTo>
                    <a:cubicBezTo>
                      <a:pt x="184" y="104"/>
                      <a:pt x="233" y="126"/>
                      <a:pt x="274" y="131"/>
                    </a:cubicBezTo>
                    <a:cubicBezTo>
                      <a:pt x="330" y="138"/>
                      <a:pt x="326" y="102"/>
                      <a:pt x="356" y="69"/>
                    </a:cubicBezTo>
                    <a:cubicBezTo>
                      <a:pt x="390" y="32"/>
                      <a:pt x="431" y="45"/>
                      <a:pt x="463" y="72"/>
                    </a:cubicBezTo>
                    <a:cubicBezTo>
                      <a:pt x="482" y="88"/>
                      <a:pt x="519" y="126"/>
                      <a:pt x="541" y="100"/>
                    </a:cubicBezTo>
                    <a:cubicBezTo>
                      <a:pt x="559" y="80"/>
                      <a:pt x="543" y="25"/>
                      <a:pt x="594" y="32"/>
                    </a:cubicBezTo>
                    <a:cubicBezTo>
                      <a:pt x="633" y="38"/>
                      <a:pt x="612" y="89"/>
                      <a:pt x="622" y="115"/>
                    </a:cubicBezTo>
                    <a:cubicBezTo>
                      <a:pt x="640" y="162"/>
                      <a:pt x="663" y="105"/>
                      <a:pt x="679" y="79"/>
                    </a:cubicBezTo>
                    <a:cubicBezTo>
                      <a:pt x="695" y="52"/>
                      <a:pt x="729" y="0"/>
                      <a:pt x="768" y="8"/>
                    </a:cubicBezTo>
                    <a:cubicBezTo>
                      <a:pt x="811" y="16"/>
                      <a:pt x="802" y="78"/>
                      <a:pt x="836" y="92"/>
                    </a:cubicBezTo>
                    <a:cubicBezTo>
                      <a:pt x="870" y="105"/>
                      <a:pt x="910" y="38"/>
                      <a:pt x="947" y="32"/>
                    </a:cubicBezTo>
                    <a:cubicBezTo>
                      <a:pt x="996" y="23"/>
                      <a:pt x="975" y="70"/>
                      <a:pt x="1007" y="83"/>
                    </a:cubicBezTo>
                    <a:cubicBezTo>
                      <a:pt x="1034" y="94"/>
                      <a:pt x="1063" y="57"/>
                      <a:pt x="1096" y="73"/>
                    </a:cubicBezTo>
                    <a:cubicBezTo>
                      <a:pt x="1141" y="95"/>
                      <a:pt x="1140" y="157"/>
                      <a:pt x="1152" y="197"/>
                    </a:cubicBezTo>
                    <a:cubicBezTo>
                      <a:pt x="1166" y="245"/>
                      <a:pt x="1210" y="284"/>
                      <a:pt x="1183" y="336"/>
                    </a:cubicBezTo>
                    <a:cubicBezTo>
                      <a:pt x="1164" y="371"/>
                      <a:pt x="1123" y="399"/>
                      <a:pt x="1094" y="425"/>
                    </a:cubicBezTo>
                    <a:cubicBezTo>
                      <a:pt x="1046" y="466"/>
                      <a:pt x="995" y="502"/>
                      <a:pt x="939" y="532"/>
                    </a:cubicBezTo>
                    <a:cubicBezTo>
                      <a:pt x="868" y="570"/>
                      <a:pt x="790" y="571"/>
                      <a:pt x="720" y="605"/>
                    </a:cubicBezTo>
                    <a:cubicBezTo>
                      <a:pt x="686" y="622"/>
                      <a:pt x="652" y="635"/>
                      <a:pt x="614" y="627"/>
                    </a:cubicBezTo>
                    <a:cubicBezTo>
                      <a:pt x="577" y="619"/>
                      <a:pt x="545" y="600"/>
                      <a:pt x="507" y="596"/>
                    </a:cubicBezTo>
                  </a:path>
                </a:pathLst>
              </a:custGeom>
              <a:solidFill>
                <a:srgbClr val="A4C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0" name="Freeform 100">
                <a:extLst>
                  <a:ext uri="{FF2B5EF4-FFF2-40B4-BE49-F238E27FC236}">
                    <a16:creationId xmlns:a16="http://schemas.microsoft.com/office/drawing/2014/main" id="{20C117B0-D0EA-41EB-8879-C8975C47F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132"/>
                <a:ext cx="1664" cy="1268"/>
              </a:xfrm>
              <a:custGeom>
                <a:avLst/>
                <a:gdLst>
                  <a:gd name="T0" fmla="*/ 1565 w 1716"/>
                  <a:gd name="T1" fmla="*/ 884 h 1306"/>
                  <a:gd name="T2" fmla="*/ 1321 w 1716"/>
                  <a:gd name="T3" fmla="*/ 0 h 1306"/>
                  <a:gd name="T4" fmla="*/ 2 w 1716"/>
                  <a:gd name="T5" fmla="*/ 350 h 1306"/>
                  <a:gd name="T6" fmla="*/ 0 w 1716"/>
                  <a:gd name="T7" fmla="*/ 350 h 1306"/>
                  <a:gd name="T8" fmla="*/ 64 w 1716"/>
                  <a:gd name="T9" fmla="*/ 604 h 1306"/>
                  <a:gd name="T10" fmla="*/ 225 w 1716"/>
                  <a:gd name="T11" fmla="*/ 1191 h 1306"/>
                  <a:gd name="T12" fmla="*/ 228 w 1716"/>
                  <a:gd name="T13" fmla="*/ 1189 h 1306"/>
                  <a:gd name="T14" fmla="*/ 1565 w 1716"/>
                  <a:gd name="T15" fmla="*/ 884 h 13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16" h="1306">
                    <a:moveTo>
                      <a:pt x="1716" y="966"/>
                    </a:moveTo>
                    <a:cubicBezTo>
                      <a:pt x="1709" y="714"/>
                      <a:pt x="1449" y="0"/>
                      <a:pt x="1449" y="0"/>
                    </a:cubicBezTo>
                    <a:cubicBezTo>
                      <a:pt x="1222" y="86"/>
                      <a:pt x="2" y="382"/>
                      <a:pt x="2" y="382"/>
                    </a:cubicBezTo>
                    <a:cubicBezTo>
                      <a:pt x="0" y="382"/>
                      <a:pt x="0" y="382"/>
                      <a:pt x="0" y="382"/>
                    </a:cubicBezTo>
                    <a:cubicBezTo>
                      <a:pt x="33" y="482"/>
                      <a:pt x="64" y="586"/>
                      <a:pt x="70" y="660"/>
                    </a:cubicBezTo>
                    <a:cubicBezTo>
                      <a:pt x="78" y="770"/>
                      <a:pt x="175" y="1074"/>
                      <a:pt x="246" y="1302"/>
                    </a:cubicBezTo>
                    <a:cubicBezTo>
                      <a:pt x="250" y="1300"/>
                      <a:pt x="250" y="1300"/>
                      <a:pt x="250" y="1300"/>
                    </a:cubicBezTo>
                    <a:cubicBezTo>
                      <a:pt x="711" y="1306"/>
                      <a:pt x="1716" y="966"/>
                      <a:pt x="1716" y="966"/>
                    </a:cubicBezTo>
                    <a:close/>
                  </a:path>
                </a:pathLst>
              </a:custGeom>
              <a:noFill/>
              <a:ln w="1270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1" name="Freeform 101">
                <a:extLst>
                  <a:ext uri="{FF2B5EF4-FFF2-40B4-BE49-F238E27FC236}">
                    <a16:creationId xmlns:a16="http://schemas.microsoft.com/office/drawing/2014/main" id="{5CE4DFCD-13C9-45FB-92DB-53E700D1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1950"/>
                <a:ext cx="1525" cy="353"/>
              </a:xfrm>
              <a:custGeom>
                <a:avLst/>
                <a:gdLst>
                  <a:gd name="T0" fmla="*/ 1435 w 1572"/>
                  <a:gd name="T1" fmla="*/ 0 h 364"/>
                  <a:gd name="T2" fmla="*/ 0 w 1572"/>
                  <a:gd name="T3" fmla="*/ 332 h 364"/>
                  <a:gd name="T4" fmla="*/ 1435 w 1572"/>
                  <a:gd name="T5" fmla="*/ 0 h 3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2" h="364">
                    <a:moveTo>
                      <a:pt x="1572" y="0"/>
                    </a:moveTo>
                    <a:cubicBezTo>
                      <a:pt x="1434" y="46"/>
                      <a:pt x="0" y="364"/>
                      <a:pt x="0" y="364"/>
                    </a:cubicBezTo>
                    <a:cubicBezTo>
                      <a:pt x="0" y="364"/>
                      <a:pt x="1391" y="114"/>
                      <a:pt x="1572" y="0"/>
                    </a:cubicBezTo>
                    <a:close/>
                  </a:path>
                </a:pathLst>
              </a:custGeom>
              <a:solidFill>
                <a:srgbClr val="254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2" name="Freeform 102">
                <a:extLst>
                  <a:ext uri="{FF2B5EF4-FFF2-40B4-BE49-F238E27FC236}">
                    <a16:creationId xmlns:a16="http://schemas.microsoft.com/office/drawing/2014/main" id="{009C6FF4-1DE5-404C-ABBA-6620B4921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346"/>
                <a:ext cx="1510" cy="425"/>
              </a:xfrm>
              <a:custGeom>
                <a:avLst/>
                <a:gdLst>
                  <a:gd name="T0" fmla="*/ 1420 w 1557"/>
                  <a:gd name="T1" fmla="*/ 0 h 438"/>
                  <a:gd name="T2" fmla="*/ 0 w 1557"/>
                  <a:gd name="T3" fmla="*/ 353 h 438"/>
                  <a:gd name="T4" fmla="*/ 1420 w 1557"/>
                  <a:gd name="T5" fmla="*/ 0 h 4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57" h="438">
                    <a:moveTo>
                      <a:pt x="1557" y="0"/>
                    </a:moveTo>
                    <a:cubicBezTo>
                      <a:pt x="1557" y="0"/>
                      <a:pt x="279" y="438"/>
                      <a:pt x="0" y="386"/>
                    </a:cubicBezTo>
                    <a:cubicBezTo>
                      <a:pt x="0" y="386"/>
                      <a:pt x="895" y="241"/>
                      <a:pt x="1557" y="0"/>
                    </a:cubicBezTo>
                    <a:close/>
                  </a:path>
                </a:pathLst>
              </a:custGeom>
              <a:solidFill>
                <a:srgbClr val="254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3" name="Freeform 103">
                <a:extLst>
                  <a:ext uri="{FF2B5EF4-FFF2-40B4-BE49-F238E27FC236}">
                    <a16:creationId xmlns:a16="http://schemas.microsoft.com/office/drawing/2014/main" id="{B138C5EE-A214-4487-B099-8BD7D2CC3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851"/>
                <a:ext cx="2018" cy="1981"/>
              </a:xfrm>
              <a:custGeom>
                <a:avLst/>
                <a:gdLst>
                  <a:gd name="T0" fmla="*/ 19 w 2081"/>
                  <a:gd name="T1" fmla="*/ 355 h 2042"/>
                  <a:gd name="T2" fmla="*/ 102 w 2081"/>
                  <a:gd name="T3" fmla="*/ 365 h 2042"/>
                  <a:gd name="T4" fmla="*/ 1384 w 2081"/>
                  <a:gd name="T5" fmla="*/ 53 h 2042"/>
                  <a:gd name="T6" fmla="*/ 1538 w 2081"/>
                  <a:gd name="T7" fmla="*/ 2 h 2042"/>
                  <a:gd name="T8" fmla="*/ 1555 w 2081"/>
                  <a:gd name="T9" fmla="*/ 235 h 2042"/>
                  <a:gd name="T10" fmla="*/ 1794 w 2081"/>
                  <a:gd name="T11" fmla="*/ 1122 h 2042"/>
                  <a:gd name="T12" fmla="*/ 1898 w 2081"/>
                  <a:gd name="T13" fmla="*/ 1459 h 2042"/>
                  <a:gd name="T14" fmla="*/ 368 w 2081"/>
                  <a:gd name="T15" fmla="*/ 1808 h 2042"/>
                  <a:gd name="T16" fmla="*/ 382 w 2081"/>
                  <a:gd name="T17" fmla="*/ 1696 h 2042"/>
                  <a:gd name="T18" fmla="*/ 154 w 2081"/>
                  <a:gd name="T19" fmla="*/ 867 h 2042"/>
                  <a:gd name="T20" fmla="*/ 19 w 2081"/>
                  <a:gd name="T21" fmla="*/ 355 h 20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81" h="2042">
                    <a:moveTo>
                      <a:pt x="22" y="389"/>
                    </a:moveTo>
                    <a:cubicBezTo>
                      <a:pt x="22" y="389"/>
                      <a:pt x="39" y="410"/>
                      <a:pt x="111" y="400"/>
                    </a:cubicBezTo>
                    <a:cubicBezTo>
                      <a:pt x="183" y="391"/>
                      <a:pt x="1411" y="76"/>
                      <a:pt x="1518" y="59"/>
                    </a:cubicBezTo>
                    <a:cubicBezTo>
                      <a:pt x="1625" y="41"/>
                      <a:pt x="1627" y="0"/>
                      <a:pt x="1686" y="2"/>
                    </a:cubicBezTo>
                    <a:cubicBezTo>
                      <a:pt x="1686" y="2"/>
                      <a:pt x="1634" y="113"/>
                      <a:pt x="1706" y="257"/>
                    </a:cubicBezTo>
                    <a:cubicBezTo>
                      <a:pt x="1777" y="400"/>
                      <a:pt x="1926" y="936"/>
                      <a:pt x="1968" y="1230"/>
                    </a:cubicBezTo>
                    <a:cubicBezTo>
                      <a:pt x="2010" y="1525"/>
                      <a:pt x="2081" y="1598"/>
                      <a:pt x="2081" y="1598"/>
                    </a:cubicBezTo>
                    <a:cubicBezTo>
                      <a:pt x="2081" y="1598"/>
                      <a:pt x="575" y="2042"/>
                      <a:pt x="404" y="1980"/>
                    </a:cubicBezTo>
                    <a:cubicBezTo>
                      <a:pt x="404" y="1980"/>
                      <a:pt x="419" y="1923"/>
                      <a:pt x="419" y="1857"/>
                    </a:cubicBezTo>
                    <a:cubicBezTo>
                      <a:pt x="420" y="1791"/>
                      <a:pt x="182" y="1124"/>
                      <a:pt x="169" y="950"/>
                    </a:cubicBezTo>
                    <a:cubicBezTo>
                      <a:pt x="156" y="776"/>
                      <a:pt x="0" y="435"/>
                      <a:pt x="22" y="389"/>
                    </a:cubicBezTo>
                    <a:close/>
                  </a:path>
                </a:pathLst>
              </a:custGeom>
              <a:noFill/>
              <a:ln w="1270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4" name="Freeform 104">
                <a:extLst>
                  <a:ext uri="{FF2B5EF4-FFF2-40B4-BE49-F238E27FC236}">
                    <a16:creationId xmlns:a16="http://schemas.microsoft.com/office/drawing/2014/main" id="{68810203-9CBF-4A77-84F7-F39816E32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078"/>
                <a:ext cx="274" cy="689"/>
              </a:xfrm>
              <a:custGeom>
                <a:avLst/>
                <a:gdLst>
                  <a:gd name="T0" fmla="*/ 0 w 283"/>
                  <a:gd name="T1" fmla="*/ 0 h 711"/>
                  <a:gd name="T2" fmla="*/ 107 w 283"/>
                  <a:gd name="T3" fmla="*/ 360 h 711"/>
                  <a:gd name="T4" fmla="*/ 137 w 283"/>
                  <a:gd name="T5" fmla="*/ 644 h 711"/>
                  <a:gd name="T6" fmla="*/ 257 w 283"/>
                  <a:gd name="T7" fmla="*/ 641 h 711"/>
                  <a:gd name="T8" fmla="*/ 180 w 283"/>
                  <a:gd name="T9" fmla="*/ 609 h 711"/>
                  <a:gd name="T10" fmla="*/ 158 w 283"/>
                  <a:gd name="T11" fmla="*/ 358 h 711"/>
                  <a:gd name="T12" fmla="*/ 0 w 283"/>
                  <a:gd name="T13" fmla="*/ 0 h 7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3" h="711">
                    <a:moveTo>
                      <a:pt x="0" y="0"/>
                    </a:moveTo>
                    <a:cubicBezTo>
                      <a:pt x="0" y="0"/>
                      <a:pt x="91" y="322"/>
                      <a:pt x="119" y="396"/>
                    </a:cubicBezTo>
                    <a:cubicBezTo>
                      <a:pt x="147" y="469"/>
                      <a:pt x="195" y="569"/>
                      <a:pt x="152" y="708"/>
                    </a:cubicBezTo>
                    <a:cubicBezTo>
                      <a:pt x="283" y="704"/>
                      <a:pt x="283" y="704"/>
                      <a:pt x="283" y="704"/>
                    </a:cubicBezTo>
                    <a:cubicBezTo>
                      <a:pt x="283" y="704"/>
                      <a:pt x="181" y="711"/>
                      <a:pt x="198" y="669"/>
                    </a:cubicBezTo>
                    <a:cubicBezTo>
                      <a:pt x="216" y="626"/>
                      <a:pt x="214" y="474"/>
                      <a:pt x="174" y="393"/>
                    </a:cubicBezTo>
                    <a:cubicBezTo>
                      <a:pt x="134" y="312"/>
                      <a:pt x="7" y="47"/>
                      <a:pt x="0" y="0"/>
                    </a:cubicBezTo>
                    <a:close/>
                  </a:path>
                </a:pathLst>
              </a:custGeom>
              <a:solidFill>
                <a:srgbClr val="E3E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5" name="Freeform 105">
                <a:extLst>
                  <a:ext uri="{FF2B5EF4-FFF2-40B4-BE49-F238E27FC236}">
                    <a16:creationId xmlns:a16="http://schemas.microsoft.com/office/drawing/2014/main" id="{AAD2CD9C-99B0-41B8-BB5E-C1C1FF7FD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703"/>
                <a:ext cx="1409" cy="618"/>
              </a:xfrm>
              <a:custGeom>
                <a:avLst/>
                <a:gdLst>
                  <a:gd name="T0" fmla="*/ 948 w 1452"/>
                  <a:gd name="T1" fmla="*/ 127 h 637"/>
                  <a:gd name="T2" fmla="*/ 873 w 1452"/>
                  <a:gd name="T3" fmla="*/ 77 h 637"/>
                  <a:gd name="T4" fmla="*/ 827 w 1452"/>
                  <a:gd name="T5" fmla="*/ 124 h 637"/>
                  <a:gd name="T6" fmla="*/ 800 w 1452"/>
                  <a:gd name="T7" fmla="*/ 118 h 637"/>
                  <a:gd name="T8" fmla="*/ 764 w 1452"/>
                  <a:gd name="T9" fmla="*/ 130 h 637"/>
                  <a:gd name="T10" fmla="*/ 638 w 1452"/>
                  <a:gd name="T11" fmla="*/ 132 h 637"/>
                  <a:gd name="T12" fmla="*/ 584 w 1452"/>
                  <a:gd name="T13" fmla="*/ 146 h 637"/>
                  <a:gd name="T14" fmla="*/ 517 w 1452"/>
                  <a:gd name="T15" fmla="*/ 161 h 637"/>
                  <a:gd name="T16" fmla="*/ 435 w 1452"/>
                  <a:gd name="T17" fmla="*/ 183 h 637"/>
                  <a:gd name="T18" fmla="*/ 354 w 1452"/>
                  <a:gd name="T19" fmla="*/ 163 h 637"/>
                  <a:gd name="T20" fmla="*/ 261 w 1452"/>
                  <a:gd name="T21" fmla="*/ 217 h 637"/>
                  <a:gd name="T22" fmla="*/ 199 w 1452"/>
                  <a:gd name="T23" fmla="*/ 246 h 637"/>
                  <a:gd name="T24" fmla="*/ 162 w 1452"/>
                  <a:gd name="T25" fmla="*/ 299 h 637"/>
                  <a:gd name="T26" fmla="*/ 40 w 1452"/>
                  <a:gd name="T27" fmla="*/ 330 h 637"/>
                  <a:gd name="T28" fmla="*/ 28 w 1452"/>
                  <a:gd name="T29" fmla="*/ 377 h 637"/>
                  <a:gd name="T30" fmla="*/ 4 w 1452"/>
                  <a:gd name="T31" fmla="*/ 431 h 637"/>
                  <a:gd name="T32" fmla="*/ 42 w 1452"/>
                  <a:gd name="T33" fmla="*/ 459 h 637"/>
                  <a:gd name="T34" fmla="*/ 47 w 1452"/>
                  <a:gd name="T35" fmla="*/ 522 h 637"/>
                  <a:gd name="T36" fmla="*/ 102 w 1452"/>
                  <a:gd name="T37" fmla="*/ 537 h 637"/>
                  <a:gd name="T38" fmla="*/ 143 w 1452"/>
                  <a:gd name="T39" fmla="*/ 568 h 637"/>
                  <a:gd name="T40" fmla="*/ 176 w 1452"/>
                  <a:gd name="T41" fmla="*/ 566 h 637"/>
                  <a:gd name="T42" fmla="*/ 209 w 1452"/>
                  <a:gd name="T43" fmla="*/ 580 h 637"/>
                  <a:gd name="T44" fmla="*/ 302 w 1452"/>
                  <a:gd name="T45" fmla="*/ 534 h 637"/>
                  <a:gd name="T46" fmla="*/ 340 w 1452"/>
                  <a:gd name="T47" fmla="*/ 533 h 637"/>
                  <a:gd name="T48" fmla="*/ 393 w 1452"/>
                  <a:gd name="T49" fmla="*/ 505 h 637"/>
                  <a:gd name="T50" fmla="*/ 508 w 1452"/>
                  <a:gd name="T51" fmla="*/ 529 h 637"/>
                  <a:gd name="T52" fmla="*/ 567 w 1452"/>
                  <a:gd name="T53" fmla="*/ 515 h 637"/>
                  <a:gd name="T54" fmla="*/ 620 w 1452"/>
                  <a:gd name="T55" fmla="*/ 513 h 637"/>
                  <a:gd name="T56" fmla="*/ 661 w 1452"/>
                  <a:gd name="T57" fmla="*/ 480 h 637"/>
                  <a:gd name="T58" fmla="*/ 709 w 1452"/>
                  <a:gd name="T59" fmla="*/ 464 h 637"/>
                  <a:gd name="T60" fmla="*/ 817 w 1452"/>
                  <a:gd name="T61" fmla="*/ 456 h 637"/>
                  <a:gd name="T62" fmla="*/ 903 w 1452"/>
                  <a:gd name="T63" fmla="*/ 422 h 637"/>
                  <a:gd name="T64" fmla="*/ 997 w 1452"/>
                  <a:gd name="T65" fmla="*/ 389 h 637"/>
                  <a:gd name="T66" fmla="*/ 1096 w 1452"/>
                  <a:gd name="T67" fmla="*/ 368 h 637"/>
                  <a:gd name="T68" fmla="*/ 1186 w 1452"/>
                  <a:gd name="T69" fmla="*/ 299 h 637"/>
                  <a:gd name="T70" fmla="*/ 1211 w 1452"/>
                  <a:gd name="T71" fmla="*/ 298 h 637"/>
                  <a:gd name="T72" fmla="*/ 1223 w 1452"/>
                  <a:gd name="T73" fmla="*/ 276 h 637"/>
                  <a:gd name="T74" fmla="*/ 1309 w 1452"/>
                  <a:gd name="T75" fmla="*/ 245 h 637"/>
                  <a:gd name="T76" fmla="*/ 1322 w 1452"/>
                  <a:gd name="T77" fmla="*/ 196 h 637"/>
                  <a:gd name="T78" fmla="*/ 1271 w 1452"/>
                  <a:gd name="T79" fmla="*/ 162 h 637"/>
                  <a:gd name="T80" fmla="*/ 1266 w 1452"/>
                  <a:gd name="T81" fmla="*/ 108 h 637"/>
                  <a:gd name="T82" fmla="*/ 1222 w 1452"/>
                  <a:gd name="T83" fmla="*/ 49 h 637"/>
                  <a:gd name="T84" fmla="*/ 1160 w 1452"/>
                  <a:gd name="T85" fmla="*/ 21 h 637"/>
                  <a:gd name="T86" fmla="*/ 1121 w 1452"/>
                  <a:gd name="T87" fmla="*/ 16 h 637"/>
                  <a:gd name="T88" fmla="*/ 1097 w 1452"/>
                  <a:gd name="T89" fmla="*/ 3 h 637"/>
                  <a:gd name="T90" fmla="*/ 1004 w 1452"/>
                  <a:gd name="T91" fmla="*/ 53 h 637"/>
                  <a:gd name="T92" fmla="*/ 951 w 1452"/>
                  <a:gd name="T93" fmla="*/ 101 h 637"/>
                  <a:gd name="T94" fmla="*/ 951 w 1452"/>
                  <a:gd name="T95" fmla="*/ 117 h 63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2" h="637">
                    <a:moveTo>
                      <a:pt x="1038" y="139"/>
                    </a:moveTo>
                    <a:cubicBezTo>
                      <a:pt x="1032" y="117"/>
                      <a:pt x="975" y="86"/>
                      <a:pt x="955" y="84"/>
                    </a:cubicBezTo>
                    <a:cubicBezTo>
                      <a:pt x="903" y="78"/>
                      <a:pt x="929" y="122"/>
                      <a:pt x="905" y="136"/>
                    </a:cubicBezTo>
                    <a:cubicBezTo>
                      <a:pt x="896" y="142"/>
                      <a:pt x="884" y="131"/>
                      <a:pt x="875" y="130"/>
                    </a:cubicBezTo>
                    <a:cubicBezTo>
                      <a:pt x="858" y="130"/>
                      <a:pt x="851" y="136"/>
                      <a:pt x="836" y="142"/>
                    </a:cubicBezTo>
                    <a:cubicBezTo>
                      <a:pt x="784" y="160"/>
                      <a:pt x="749" y="140"/>
                      <a:pt x="698" y="144"/>
                    </a:cubicBezTo>
                    <a:cubicBezTo>
                      <a:pt x="676" y="146"/>
                      <a:pt x="661" y="161"/>
                      <a:pt x="639" y="161"/>
                    </a:cubicBezTo>
                    <a:cubicBezTo>
                      <a:pt x="603" y="162"/>
                      <a:pt x="600" y="152"/>
                      <a:pt x="566" y="176"/>
                    </a:cubicBezTo>
                    <a:cubicBezTo>
                      <a:pt x="533" y="199"/>
                      <a:pt x="516" y="215"/>
                      <a:pt x="476" y="201"/>
                    </a:cubicBezTo>
                    <a:cubicBezTo>
                      <a:pt x="447" y="192"/>
                      <a:pt x="420" y="169"/>
                      <a:pt x="387" y="178"/>
                    </a:cubicBezTo>
                    <a:cubicBezTo>
                      <a:pt x="350" y="188"/>
                      <a:pt x="321" y="225"/>
                      <a:pt x="285" y="238"/>
                    </a:cubicBezTo>
                    <a:cubicBezTo>
                      <a:pt x="257" y="248"/>
                      <a:pt x="234" y="244"/>
                      <a:pt x="217" y="270"/>
                    </a:cubicBezTo>
                    <a:cubicBezTo>
                      <a:pt x="200" y="297"/>
                      <a:pt x="209" y="313"/>
                      <a:pt x="177" y="327"/>
                    </a:cubicBezTo>
                    <a:cubicBezTo>
                      <a:pt x="136" y="344"/>
                      <a:pt x="72" y="324"/>
                      <a:pt x="43" y="361"/>
                    </a:cubicBezTo>
                    <a:cubicBezTo>
                      <a:pt x="29" y="379"/>
                      <a:pt x="36" y="395"/>
                      <a:pt x="31" y="413"/>
                    </a:cubicBezTo>
                    <a:cubicBezTo>
                      <a:pt x="24" y="432"/>
                      <a:pt x="0" y="448"/>
                      <a:pt x="4" y="472"/>
                    </a:cubicBezTo>
                    <a:cubicBezTo>
                      <a:pt x="9" y="502"/>
                      <a:pt x="33" y="486"/>
                      <a:pt x="45" y="503"/>
                    </a:cubicBezTo>
                    <a:cubicBezTo>
                      <a:pt x="60" y="524"/>
                      <a:pt x="26" y="556"/>
                      <a:pt x="50" y="572"/>
                    </a:cubicBezTo>
                    <a:cubicBezTo>
                      <a:pt x="77" y="589"/>
                      <a:pt x="88" y="549"/>
                      <a:pt x="111" y="589"/>
                    </a:cubicBezTo>
                    <a:cubicBezTo>
                      <a:pt x="128" y="618"/>
                      <a:pt x="119" y="624"/>
                      <a:pt x="156" y="622"/>
                    </a:cubicBezTo>
                    <a:cubicBezTo>
                      <a:pt x="170" y="621"/>
                      <a:pt x="178" y="616"/>
                      <a:pt x="193" y="619"/>
                    </a:cubicBezTo>
                    <a:cubicBezTo>
                      <a:pt x="206" y="622"/>
                      <a:pt x="215" y="635"/>
                      <a:pt x="229" y="635"/>
                    </a:cubicBezTo>
                    <a:cubicBezTo>
                      <a:pt x="266" y="637"/>
                      <a:pt x="292" y="589"/>
                      <a:pt x="330" y="584"/>
                    </a:cubicBezTo>
                    <a:cubicBezTo>
                      <a:pt x="344" y="581"/>
                      <a:pt x="357" y="587"/>
                      <a:pt x="372" y="583"/>
                    </a:cubicBezTo>
                    <a:cubicBezTo>
                      <a:pt x="393" y="578"/>
                      <a:pt x="410" y="561"/>
                      <a:pt x="430" y="553"/>
                    </a:cubicBezTo>
                    <a:cubicBezTo>
                      <a:pt x="481" y="534"/>
                      <a:pt x="510" y="565"/>
                      <a:pt x="556" y="579"/>
                    </a:cubicBezTo>
                    <a:cubicBezTo>
                      <a:pt x="591" y="589"/>
                      <a:pt x="592" y="575"/>
                      <a:pt x="620" y="564"/>
                    </a:cubicBezTo>
                    <a:cubicBezTo>
                      <a:pt x="641" y="555"/>
                      <a:pt x="657" y="570"/>
                      <a:pt x="678" y="562"/>
                    </a:cubicBezTo>
                    <a:cubicBezTo>
                      <a:pt x="695" y="557"/>
                      <a:pt x="707" y="535"/>
                      <a:pt x="723" y="526"/>
                    </a:cubicBezTo>
                    <a:cubicBezTo>
                      <a:pt x="739" y="516"/>
                      <a:pt x="757" y="510"/>
                      <a:pt x="776" y="508"/>
                    </a:cubicBezTo>
                    <a:cubicBezTo>
                      <a:pt x="815" y="503"/>
                      <a:pt x="858" y="518"/>
                      <a:pt x="894" y="499"/>
                    </a:cubicBezTo>
                    <a:cubicBezTo>
                      <a:pt x="935" y="477"/>
                      <a:pt x="938" y="455"/>
                      <a:pt x="988" y="462"/>
                    </a:cubicBezTo>
                    <a:cubicBezTo>
                      <a:pt x="1037" y="470"/>
                      <a:pt x="1046" y="444"/>
                      <a:pt x="1090" y="426"/>
                    </a:cubicBezTo>
                    <a:cubicBezTo>
                      <a:pt x="1124" y="412"/>
                      <a:pt x="1167" y="418"/>
                      <a:pt x="1199" y="403"/>
                    </a:cubicBezTo>
                    <a:cubicBezTo>
                      <a:pt x="1241" y="382"/>
                      <a:pt x="1243" y="337"/>
                      <a:pt x="1297" y="327"/>
                    </a:cubicBezTo>
                    <a:cubicBezTo>
                      <a:pt x="1305" y="325"/>
                      <a:pt x="1319" y="329"/>
                      <a:pt x="1325" y="326"/>
                    </a:cubicBezTo>
                    <a:cubicBezTo>
                      <a:pt x="1332" y="322"/>
                      <a:pt x="1331" y="308"/>
                      <a:pt x="1338" y="303"/>
                    </a:cubicBezTo>
                    <a:cubicBezTo>
                      <a:pt x="1369" y="283"/>
                      <a:pt x="1407" y="298"/>
                      <a:pt x="1432" y="269"/>
                    </a:cubicBezTo>
                    <a:cubicBezTo>
                      <a:pt x="1446" y="254"/>
                      <a:pt x="1452" y="233"/>
                      <a:pt x="1447" y="214"/>
                    </a:cubicBezTo>
                    <a:cubicBezTo>
                      <a:pt x="1437" y="178"/>
                      <a:pt x="1412" y="195"/>
                      <a:pt x="1391" y="177"/>
                    </a:cubicBezTo>
                    <a:cubicBezTo>
                      <a:pt x="1369" y="157"/>
                      <a:pt x="1392" y="141"/>
                      <a:pt x="1386" y="118"/>
                    </a:cubicBezTo>
                    <a:cubicBezTo>
                      <a:pt x="1382" y="101"/>
                      <a:pt x="1348" y="69"/>
                      <a:pt x="1337" y="54"/>
                    </a:cubicBezTo>
                    <a:cubicBezTo>
                      <a:pt x="1312" y="24"/>
                      <a:pt x="1307" y="24"/>
                      <a:pt x="1269" y="24"/>
                    </a:cubicBezTo>
                    <a:cubicBezTo>
                      <a:pt x="1253" y="25"/>
                      <a:pt x="1241" y="24"/>
                      <a:pt x="1226" y="19"/>
                    </a:cubicBezTo>
                    <a:cubicBezTo>
                      <a:pt x="1218" y="15"/>
                      <a:pt x="1208" y="3"/>
                      <a:pt x="1200" y="3"/>
                    </a:cubicBezTo>
                    <a:cubicBezTo>
                      <a:pt x="1170" y="0"/>
                      <a:pt x="1129" y="84"/>
                      <a:pt x="1100" y="59"/>
                    </a:cubicBezTo>
                    <a:cubicBezTo>
                      <a:pt x="1081" y="76"/>
                      <a:pt x="1063" y="101"/>
                      <a:pt x="1041" y="110"/>
                    </a:cubicBezTo>
                    <a:cubicBezTo>
                      <a:pt x="1042" y="116"/>
                      <a:pt x="1040" y="123"/>
                      <a:pt x="1041" y="129"/>
                    </a:cubicBezTo>
                  </a:path>
                </a:pathLst>
              </a:custGeom>
              <a:solidFill>
                <a:srgbClr val="2B4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6" name="Freeform 106">
                <a:extLst>
                  <a:ext uri="{FF2B5EF4-FFF2-40B4-BE49-F238E27FC236}">
                    <a16:creationId xmlns:a16="http://schemas.microsoft.com/office/drawing/2014/main" id="{A5A7E6CA-CE29-4F7A-B923-07E3D738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769"/>
                <a:ext cx="1218" cy="394"/>
              </a:xfrm>
              <a:custGeom>
                <a:avLst/>
                <a:gdLst>
                  <a:gd name="T0" fmla="*/ 842 w 1255"/>
                  <a:gd name="T1" fmla="*/ 88 h 406"/>
                  <a:gd name="T2" fmla="*/ 785 w 1255"/>
                  <a:gd name="T3" fmla="*/ 35 h 406"/>
                  <a:gd name="T4" fmla="*/ 740 w 1255"/>
                  <a:gd name="T5" fmla="*/ 68 h 406"/>
                  <a:gd name="T6" fmla="*/ 718 w 1255"/>
                  <a:gd name="T7" fmla="*/ 58 h 406"/>
                  <a:gd name="T8" fmla="*/ 686 w 1255"/>
                  <a:gd name="T9" fmla="*/ 62 h 406"/>
                  <a:gd name="T10" fmla="*/ 579 w 1255"/>
                  <a:gd name="T11" fmla="*/ 46 h 406"/>
                  <a:gd name="T12" fmla="*/ 532 w 1255"/>
                  <a:gd name="T13" fmla="*/ 49 h 406"/>
                  <a:gd name="T14" fmla="*/ 474 w 1255"/>
                  <a:gd name="T15" fmla="*/ 49 h 406"/>
                  <a:gd name="T16" fmla="*/ 400 w 1255"/>
                  <a:gd name="T17" fmla="*/ 57 h 406"/>
                  <a:gd name="T18" fmla="*/ 336 w 1255"/>
                  <a:gd name="T19" fmla="*/ 26 h 406"/>
                  <a:gd name="T20" fmla="*/ 248 w 1255"/>
                  <a:gd name="T21" fmla="*/ 59 h 406"/>
                  <a:gd name="T22" fmla="*/ 192 w 1255"/>
                  <a:gd name="T23" fmla="*/ 75 h 406"/>
                  <a:gd name="T24" fmla="*/ 153 w 1255"/>
                  <a:gd name="T25" fmla="*/ 112 h 406"/>
                  <a:gd name="T26" fmla="*/ 47 w 1255"/>
                  <a:gd name="T27" fmla="*/ 118 h 406"/>
                  <a:gd name="T28" fmla="*/ 28 w 1255"/>
                  <a:gd name="T29" fmla="*/ 157 h 406"/>
                  <a:gd name="T30" fmla="*/ 0 w 1255"/>
                  <a:gd name="T31" fmla="*/ 200 h 406"/>
                  <a:gd name="T32" fmla="*/ 27 w 1255"/>
                  <a:gd name="T33" fmla="*/ 229 h 406"/>
                  <a:gd name="T34" fmla="*/ 21 w 1255"/>
                  <a:gd name="T35" fmla="*/ 282 h 406"/>
                  <a:gd name="T36" fmla="*/ 66 w 1255"/>
                  <a:gd name="T37" fmla="*/ 304 h 406"/>
                  <a:gd name="T38" fmla="*/ 96 w 1255"/>
                  <a:gd name="T39" fmla="*/ 335 h 406"/>
                  <a:gd name="T40" fmla="*/ 124 w 1255"/>
                  <a:gd name="T41" fmla="*/ 339 h 406"/>
                  <a:gd name="T42" fmla="*/ 149 w 1255"/>
                  <a:gd name="T43" fmla="*/ 356 h 406"/>
                  <a:gd name="T44" fmla="*/ 235 w 1255"/>
                  <a:gd name="T45" fmla="*/ 331 h 406"/>
                  <a:gd name="T46" fmla="*/ 267 w 1255"/>
                  <a:gd name="T47" fmla="*/ 336 h 406"/>
                  <a:gd name="T48" fmla="*/ 316 w 1255"/>
                  <a:gd name="T49" fmla="*/ 322 h 406"/>
                  <a:gd name="T50" fmla="*/ 410 w 1255"/>
                  <a:gd name="T51" fmla="*/ 359 h 406"/>
                  <a:gd name="T52" fmla="*/ 461 w 1255"/>
                  <a:gd name="T53" fmla="*/ 356 h 406"/>
                  <a:gd name="T54" fmla="*/ 506 w 1255"/>
                  <a:gd name="T55" fmla="*/ 364 h 406"/>
                  <a:gd name="T56" fmla="*/ 544 w 1255"/>
                  <a:gd name="T57" fmla="*/ 342 h 406"/>
                  <a:gd name="T58" fmla="*/ 589 w 1255"/>
                  <a:gd name="T59" fmla="*/ 335 h 406"/>
                  <a:gd name="T60" fmla="*/ 681 w 1255"/>
                  <a:gd name="T61" fmla="*/ 345 h 406"/>
                  <a:gd name="T62" fmla="*/ 758 w 1255"/>
                  <a:gd name="T63" fmla="*/ 330 h 406"/>
                  <a:gd name="T64" fmla="*/ 841 w 1255"/>
                  <a:gd name="T65" fmla="*/ 316 h 406"/>
                  <a:gd name="T66" fmla="*/ 928 w 1255"/>
                  <a:gd name="T67" fmla="*/ 313 h 406"/>
                  <a:gd name="T68" fmla="*/ 1014 w 1255"/>
                  <a:gd name="T69" fmla="*/ 269 h 406"/>
                  <a:gd name="T70" fmla="*/ 1037 w 1255"/>
                  <a:gd name="T71" fmla="*/ 272 h 406"/>
                  <a:gd name="T72" fmla="*/ 1049 w 1255"/>
                  <a:gd name="T73" fmla="*/ 257 h 406"/>
                  <a:gd name="T74" fmla="*/ 1128 w 1255"/>
                  <a:gd name="T75" fmla="*/ 244 h 406"/>
                  <a:gd name="T76" fmla="*/ 1145 w 1255"/>
                  <a:gd name="T77" fmla="*/ 204 h 406"/>
                  <a:gd name="T78" fmla="*/ 1107 w 1255"/>
                  <a:gd name="T79" fmla="*/ 168 h 406"/>
                  <a:gd name="T80" fmla="*/ 1112 w 1255"/>
                  <a:gd name="T81" fmla="*/ 121 h 406"/>
                  <a:gd name="T82" fmla="*/ 1083 w 1255"/>
                  <a:gd name="T83" fmla="*/ 65 h 406"/>
                  <a:gd name="T84" fmla="*/ 1037 w 1255"/>
                  <a:gd name="T85" fmla="*/ 33 h 406"/>
                  <a:gd name="T86" fmla="*/ 1004 w 1255"/>
                  <a:gd name="T87" fmla="*/ 21 h 406"/>
                  <a:gd name="T88" fmla="*/ 985 w 1255"/>
                  <a:gd name="T89" fmla="*/ 7 h 406"/>
                  <a:gd name="T90" fmla="*/ 901 w 1255"/>
                  <a:gd name="T91" fmla="*/ 36 h 406"/>
                  <a:gd name="T92" fmla="*/ 847 w 1255"/>
                  <a:gd name="T93" fmla="*/ 67 h 406"/>
                  <a:gd name="T94" fmla="*/ 846 w 1255"/>
                  <a:gd name="T95" fmla="*/ 80 h 40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255" h="406">
                    <a:moveTo>
                      <a:pt x="921" y="97"/>
                    </a:moveTo>
                    <a:cubicBezTo>
                      <a:pt x="919" y="77"/>
                      <a:pt x="876" y="43"/>
                      <a:pt x="859" y="38"/>
                    </a:cubicBezTo>
                    <a:cubicBezTo>
                      <a:pt x="817" y="25"/>
                      <a:pt x="832" y="66"/>
                      <a:pt x="809" y="74"/>
                    </a:cubicBezTo>
                    <a:cubicBezTo>
                      <a:pt x="801" y="77"/>
                      <a:pt x="792" y="66"/>
                      <a:pt x="785" y="64"/>
                    </a:cubicBezTo>
                    <a:cubicBezTo>
                      <a:pt x="771" y="62"/>
                      <a:pt x="764" y="66"/>
                      <a:pt x="750" y="68"/>
                    </a:cubicBezTo>
                    <a:cubicBezTo>
                      <a:pt x="704" y="76"/>
                      <a:pt x="677" y="53"/>
                      <a:pt x="634" y="49"/>
                    </a:cubicBezTo>
                    <a:cubicBezTo>
                      <a:pt x="615" y="47"/>
                      <a:pt x="601" y="57"/>
                      <a:pt x="582" y="54"/>
                    </a:cubicBezTo>
                    <a:cubicBezTo>
                      <a:pt x="552" y="49"/>
                      <a:pt x="550" y="40"/>
                      <a:pt x="518" y="55"/>
                    </a:cubicBezTo>
                    <a:cubicBezTo>
                      <a:pt x="487" y="69"/>
                      <a:pt x="470" y="81"/>
                      <a:pt x="438" y="63"/>
                    </a:cubicBezTo>
                    <a:cubicBezTo>
                      <a:pt x="416" y="50"/>
                      <a:pt x="396" y="27"/>
                      <a:pt x="367" y="29"/>
                    </a:cubicBezTo>
                    <a:cubicBezTo>
                      <a:pt x="334" y="32"/>
                      <a:pt x="305" y="59"/>
                      <a:pt x="272" y="65"/>
                    </a:cubicBezTo>
                    <a:cubicBezTo>
                      <a:pt x="247" y="69"/>
                      <a:pt x="228" y="62"/>
                      <a:pt x="210" y="81"/>
                    </a:cubicBezTo>
                    <a:cubicBezTo>
                      <a:pt x="192" y="101"/>
                      <a:pt x="196" y="116"/>
                      <a:pt x="168" y="122"/>
                    </a:cubicBezTo>
                    <a:cubicBezTo>
                      <a:pt x="131" y="130"/>
                      <a:pt x="80" y="104"/>
                      <a:pt x="50" y="130"/>
                    </a:cubicBezTo>
                    <a:cubicBezTo>
                      <a:pt x="35" y="143"/>
                      <a:pt x="39" y="158"/>
                      <a:pt x="31" y="172"/>
                    </a:cubicBezTo>
                    <a:cubicBezTo>
                      <a:pt x="23" y="188"/>
                      <a:pt x="0" y="197"/>
                      <a:pt x="0" y="218"/>
                    </a:cubicBezTo>
                    <a:cubicBezTo>
                      <a:pt x="0" y="244"/>
                      <a:pt x="22" y="234"/>
                      <a:pt x="30" y="250"/>
                    </a:cubicBezTo>
                    <a:cubicBezTo>
                      <a:pt x="39" y="270"/>
                      <a:pt x="6" y="292"/>
                      <a:pt x="24" y="309"/>
                    </a:cubicBezTo>
                    <a:cubicBezTo>
                      <a:pt x="43" y="328"/>
                      <a:pt x="59" y="296"/>
                      <a:pt x="72" y="333"/>
                    </a:cubicBezTo>
                    <a:cubicBezTo>
                      <a:pt x="81" y="360"/>
                      <a:pt x="74" y="363"/>
                      <a:pt x="105" y="367"/>
                    </a:cubicBezTo>
                    <a:cubicBezTo>
                      <a:pt x="117" y="369"/>
                      <a:pt x="124" y="366"/>
                      <a:pt x="136" y="371"/>
                    </a:cubicBezTo>
                    <a:cubicBezTo>
                      <a:pt x="147" y="375"/>
                      <a:pt x="152" y="387"/>
                      <a:pt x="164" y="390"/>
                    </a:cubicBezTo>
                    <a:cubicBezTo>
                      <a:pt x="195" y="397"/>
                      <a:pt x="224" y="361"/>
                      <a:pt x="257" y="362"/>
                    </a:cubicBezTo>
                    <a:cubicBezTo>
                      <a:pt x="269" y="362"/>
                      <a:pt x="279" y="368"/>
                      <a:pt x="292" y="368"/>
                    </a:cubicBezTo>
                    <a:cubicBezTo>
                      <a:pt x="311" y="366"/>
                      <a:pt x="328" y="355"/>
                      <a:pt x="346" y="352"/>
                    </a:cubicBezTo>
                    <a:cubicBezTo>
                      <a:pt x="391" y="344"/>
                      <a:pt x="411" y="374"/>
                      <a:pt x="448" y="393"/>
                    </a:cubicBezTo>
                    <a:cubicBezTo>
                      <a:pt x="476" y="406"/>
                      <a:pt x="479" y="395"/>
                      <a:pt x="504" y="390"/>
                    </a:cubicBezTo>
                    <a:cubicBezTo>
                      <a:pt x="523" y="386"/>
                      <a:pt x="534" y="400"/>
                      <a:pt x="553" y="398"/>
                    </a:cubicBezTo>
                    <a:cubicBezTo>
                      <a:pt x="568" y="395"/>
                      <a:pt x="582" y="379"/>
                      <a:pt x="596" y="374"/>
                    </a:cubicBezTo>
                    <a:cubicBezTo>
                      <a:pt x="611" y="368"/>
                      <a:pt x="627" y="366"/>
                      <a:pt x="644" y="366"/>
                    </a:cubicBezTo>
                    <a:cubicBezTo>
                      <a:pt x="677" y="368"/>
                      <a:pt x="711" y="388"/>
                      <a:pt x="745" y="377"/>
                    </a:cubicBezTo>
                    <a:cubicBezTo>
                      <a:pt x="782" y="365"/>
                      <a:pt x="788" y="347"/>
                      <a:pt x="829" y="361"/>
                    </a:cubicBezTo>
                    <a:cubicBezTo>
                      <a:pt x="869" y="375"/>
                      <a:pt x="881" y="354"/>
                      <a:pt x="920" y="346"/>
                    </a:cubicBezTo>
                    <a:cubicBezTo>
                      <a:pt x="951" y="340"/>
                      <a:pt x="987" y="351"/>
                      <a:pt x="1015" y="343"/>
                    </a:cubicBezTo>
                    <a:cubicBezTo>
                      <a:pt x="1055" y="332"/>
                      <a:pt x="1063" y="294"/>
                      <a:pt x="1110" y="294"/>
                    </a:cubicBezTo>
                    <a:cubicBezTo>
                      <a:pt x="1117" y="294"/>
                      <a:pt x="1128" y="300"/>
                      <a:pt x="1134" y="298"/>
                    </a:cubicBezTo>
                    <a:cubicBezTo>
                      <a:pt x="1140" y="296"/>
                      <a:pt x="1141" y="284"/>
                      <a:pt x="1148" y="281"/>
                    </a:cubicBezTo>
                    <a:cubicBezTo>
                      <a:pt x="1177" y="268"/>
                      <a:pt x="1207" y="287"/>
                      <a:pt x="1233" y="267"/>
                    </a:cubicBezTo>
                    <a:cubicBezTo>
                      <a:pt x="1246" y="256"/>
                      <a:pt x="1255" y="239"/>
                      <a:pt x="1253" y="223"/>
                    </a:cubicBezTo>
                    <a:cubicBezTo>
                      <a:pt x="1251" y="191"/>
                      <a:pt x="1227" y="202"/>
                      <a:pt x="1212" y="183"/>
                    </a:cubicBezTo>
                    <a:cubicBezTo>
                      <a:pt x="1196" y="163"/>
                      <a:pt x="1218" y="153"/>
                      <a:pt x="1217" y="133"/>
                    </a:cubicBezTo>
                    <a:cubicBezTo>
                      <a:pt x="1216" y="118"/>
                      <a:pt x="1193" y="85"/>
                      <a:pt x="1185" y="71"/>
                    </a:cubicBezTo>
                    <a:cubicBezTo>
                      <a:pt x="1169" y="42"/>
                      <a:pt x="1165" y="41"/>
                      <a:pt x="1133" y="36"/>
                    </a:cubicBezTo>
                    <a:cubicBezTo>
                      <a:pt x="1119" y="34"/>
                      <a:pt x="1109" y="32"/>
                      <a:pt x="1098" y="24"/>
                    </a:cubicBezTo>
                    <a:cubicBezTo>
                      <a:pt x="1091" y="20"/>
                      <a:pt x="1085" y="9"/>
                      <a:pt x="1078" y="7"/>
                    </a:cubicBezTo>
                    <a:cubicBezTo>
                      <a:pt x="1053" y="0"/>
                      <a:pt x="1006" y="64"/>
                      <a:pt x="985" y="39"/>
                    </a:cubicBezTo>
                    <a:cubicBezTo>
                      <a:pt x="966" y="51"/>
                      <a:pt x="948" y="69"/>
                      <a:pt x="927" y="73"/>
                    </a:cubicBezTo>
                    <a:cubicBezTo>
                      <a:pt x="928" y="78"/>
                      <a:pt x="925" y="83"/>
                      <a:pt x="925" y="88"/>
                    </a:cubicBezTo>
                  </a:path>
                </a:pathLst>
              </a:custGeom>
              <a:solidFill>
                <a:srgbClr val="2F6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7" name="Freeform 107">
                <a:extLst>
                  <a:ext uri="{FF2B5EF4-FFF2-40B4-BE49-F238E27FC236}">
                    <a16:creationId xmlns:a16="http://schemas.microsoft.com/office/drawing/2014/main" id="{17C1A2C7-D0BC-422C-9BB3-A8AC9C158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742"/>
                <a:ext cx="1252" cy="615"/>
              </a:xfrm>
              <a:custGeom>
                <a:avLst/>
                <a:gdLst>
                  <a:gd name="T0" fmla="*/ 831 w 1291"/>
                  <a:gd name="T1" fmla="*/ 121 h 634"/>
                  <a:gd name="T2" fmla="*/ 761 w 1291"/>
                  <a:gd name="T3" fmla="*/ 81 h 634"/>
                  <a:gd name="T4" fmla="*/ 722 w 1291"/>
                  <a:gd name="T5" fmla="*/ 128 h 634"/>
                  <a:gd name="T6" fmla="*/ 698 w 1291"/>
                  <a:gd name="T7" fmla="*/ 124 h 634"/>
                  <a:gd name="T8" fmla="*/ 666 w 1291"/>
                  <a:gd name="T9" fmla="*/ 137 h 634"/>
                  <a:gd name="T10" fmla="*/ 554 w 1291"/>
                  <a:gd name="T11" fmla="*/ 146 h 634"/>
                  <a:gd name="T12" fmla="*/ 506 w 1291"/>
                  <a:gd name="T13" fmla="*/ 165 h 634"/>
                  <a:gd name="T14" fmla="*/ 447 w 1291"/>
                  <a:gd name="T15" fmla="*/ 179 h 634"/>
                  <a:gd name="T16" fmla="*/ 375 w 1291"/>
                  <a:gd name="T17" fmla="*/ 206 h 634"/>
                  <a:gd name="T18" fmla="*/ 300 w 1291"/>
                  <a:gd name="T19" fmla="*/ 193 h 634"/>
                  <a:gd name="T20" fmla="*/ 220 w 1291"/>
                  <a:gd name="T21" fmla="*/ 249 h 634"/>
                  <a:gd name="T22" fmla="*/ 167 w 1291"/>
                  <a:gd name="T23" fmla="*/ 278 h 634"/>
                  <a:gd name="T24" fmla="*/ 137 w 1291"/>
                  <a:gd name="T25" fmla="*/ 328 h 634"/>
                  <a:gd name="T26" fmla="*/ 29 w 1291"/>
                  <a:gd name="T27" fmla="*/ 364 h 634"/>
                  <a:gd name="T28" fmla="*/ 22 w 1291"/>
                  <a:gd name="T29" fmla="*/ 407 h 634"/>
                  <a:gd name="T30" fmla="*/ 5 w 1291"/>
                  <a:gd name="T31" fmla="*/ 457 h 634"/>
                  <a:gd name="T32" fmla="*/ 41 w 1291"/>
                  <a:gd name="T33" fmla="*/ 480 h 634"/>
                  <a:gd name="T34" fmla="*/ 48 w 1291"/>
                  <a:gd name="T35" fmla="*/ 536 h 634"/>
                  <a:gd name="T36" fmla="*/ 100 w 1291"/>
                  <a:gd name="T37" fmla="*/ 547 h 634"/>
                  <a:gd name="T38" fmla="*/ 138 w 1291"/>
                  <a:gd name="T39" fmla="*/ 571 h 634"/>
                  <a:gd name="T40" fmla="*/ 168 w 1291"/>
                  <a:gd name="T41" fmla="*/ 566 h 634"/>
                  <a:gd name="T42" fmla="*/ 199 w 1291"/>
                  <a:gd name="T43" fmla="*/ 578 h 634"/>
                  <a:gd name="T44" fmla="*/ 278 w 1291"/>
                  <a:gd name="T45" fmla="*/ 530 h 634"/>
                  <a:gd name="T46" fmla="*/ 312 w 1291"/>
                  <a:gd name="T47" fmla="*/ 526 h 634"/>
                  <a:gd name="T48" fmla="*/ 358 w 1291"/>
                  <a:gd name="T49" fmla="*/ 499 h 634"/>
                  <a:gd name="T50" fmla="*/ 464 w 1291"/>
                  <a:gd name="T51" fmla="*/ 512 h 634"/>
                  <a:gd name="T52" fmla="*/ 514 w 1291"/>
                  <a:gd name="T53" fmla="*/ 496 h 634"/>
                  <a:gd name="T54" fmla="*/ 562 w 1291"/>
                  <a:gd name="T55" fmla="*/ 491 h 634"/>
                  <a:gd name="T56" fmla="*/ 596 w 1291"/>
                  <a:gd name="T57" fmla="*/ 458 h 634"/>
                  <a:gd name="T58" fmla="*/ 639 w 1291"/>
                  <a:gd name="T59" fmla="*/ 440 h 634"/>
                  <a:gd name="T60" fmla="*/ 736 w 1291"/>
                  <a:gd name="T61" fmla="*/ 425 h 634"/>
                  <a:gd name="T62" fmla="*/ 811 w 1291"/>
                  <a:gd name="T63" fmla="*/ 390 h 634"/>
                  <a:gd name="T64" fmla="*/ 891 w 1291"/>
                  <a:gd name="T65" fmla="*/ 354 h 634"/>
                  <a:gd name="T66" fmla="*/ 980 w 1291"/>
                  <a:gd name="T67" fmla="*/ 329 h 634"/>
                  <a:gd name="T68" fmla="*/ 1056 w 1291"/>
                  <a:gd name="T69" fmla="*/ 259 h 634"/>
                  <a:gd name="T70" fmla="*/ 1078 w 1291"/>
                  <a:gd name="T71" fmla="*/ 258 h 634"/>
                  <a:gd name="T72" fmla="*/ 1088 w 1291"/>
                  <a:gd name="T73" fmla="*/ 238 h 634"/>
                  <a:gd name="T74" fmla="*/ 1163 w 1291"/>
                  <a:gd name="T75" fmla="*/ 204 h 634"/>
                  <a:gd name="T76" fmla="*/ 1172 w 1291"/>
                  <a:gd name="T77" fmla="*/ 159 h 634"/>
                  <a:gd name="T78" fmla="*/ 1124 w 1291"/>
                  <a:gd name="T79" fmla="*/ 132 h 634"/>
                  <a:gd name="T80" fmla="*/ 1116 w 1291"/>
                  <a:gd name="T81" fmla="*/ 82 h 634"/>
                  <a:gd name="T82" fmla="*/ 1073 w 1291"/>
                  <a:gd name="T83" fmla="*/ 34 h 634"/>
                  <a:gd name="T84" fmla="*/ 1013 w 1291"/>
                  <a:gd name="T85" fmla="*/ 15 h 634"/>
                  <a:gd name="T86" fmla="*/ 979 w 1291"/>
                  <a:gd name="T87" fmla="*/ 12 h 634"/>
                  <a:gd name="T88" fmla="*/ 956 w 1291"/>
                  <a:gd name="T89" fmla="*/ 0 h 634"/>
                  <a:gd name="T90" fmla="*/ 878 w 1291"/>
                  <a:gd name="T91" fmla="*/ 51 h 634"/>
                  <a:gd name="T92" fmla="*/ 832 w 1291"/>
                  <a:gd name="T93" fmla="*/ 98 h 634"/>
                  <a:gd name="T94" fmla="*/ 833 w 1291"/>
                  <a:gd name="T95" fmla="*/ 113 h 6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291" h="634">
                    <a:moveTo>
                      <a:pt x="912" y="133"/>
                    </a:moveTo>
                    <a:cubicBezTo>
                      <a:pt x="905" y="114"/>
                      <a:pt x="852" y="90"/>
                      <a:pt x="834" y="89"/>
                    </a:cubicBezTo>
                    <a:cubicBezTo>
                      <a:pt x="787" y="88"/>
                      <a:pt x="813" y="125"/>
                      <a:pt x="792" y="140"/>
                    </a:cubicBezTo>
                    <a:cubicBezTo>
                      <a:pt x="784" y="145"/>
                      <a:pt x="773" y="136"/>
                      <a:pt x="765" y="136"/>
                    </a:cubicBezTo>
                    <a:cubicBezTo>
                      <a:pt x="750" y="137"/>
                      <a:pt x="744" y="143"/>
                      <a:pt x="730" y="149"/>
                    </a:cubicBezTo>
                    <a:cubicBezTo>
                      <a:pt x="685" y="169"/>
                      <a:pt x="652" y="153"/>
                      <a:pt x="607" y="161"/>
                    </a:cubicBezTo>
                    <a:cubicBezTo>
                      <a:pt x="587" y="164"/>
                      <a:pt x="575" y="178"/>
                      <a:pt x="555" y="180"/>
                    </a:cubicBezTo>
                    <a:cubicBezTo>
                      <a:pt x="523" y="183"/>
                      <a:pt x="519" y="174"/>
                      <a:pt x="490" y="197"/>
                    </a:cubicBezTo>
                    <a:cubicBezTo>
                      <a:pt x="462" y="220"/>
                      <a:pt x="448" y="236"/>
                      <a:pt x="411" y="226"/>
                    </a:cubicBezTo>
                    <a:cubicBezTo>
                      <a:pt x="384" y="220"/>
                      <a:pt x="358" y="201"/>
                      <a:pt x="329" y="211"/>
                    </a:cubicBezTo>
                    <a:cubicBezTo>
                      <a:pt x="297" y="223"/>
                      <a:pt x="274" y="258"/>
                      <a:pt x="241" y="273"/>
                    </a:cubicBezTo>
                    <a:cubicBezTo>
                      <a:pt x="217" y="283"/>
                      <a:pt x="196" y="281"/>
                      <a:pt x="183" y="305"/>
                    </a:cubicBezTo>
                    <a:cubicBezTo>
                      <a:pt x="169" y="331"/>
                      <a:pt x="178" y="345"/>
                      <a:pt x="150" y="359"/>
                    </a:cubicBezTo>
                    <a:cubicBezTo>
                      <a:pt x="115" y="377"/>
                      <a:pt x="56" y="363"/>
                      <a:pt x="32" y="399"/>
                    </a:cubicBezTo>
                    <a:cubicBezTo>
                      <a:pt x="21" y="416"/>
                      <a:pt x="28" y="430"/>
                      <a:pt x="25" y="446"/>
                    </a:cubicBezTo>
                    <a:cubicBezTo>
                      <a:pt x="20" y="464"/>
                      <a:pt x="0" y="480"/>
                      <a:pt x="5" y="501"/>
                    </a:cubicBezTo>
                    <a:cubicBezTo>
                      <a:pt x="11" y="528"/>
                      <a:pt x="32" y="512"/>
                      <a:pt x="44" y="526"/>
                    </a:cubicBezTo>
                    <a:cubicBezTo>
                      <a:pt x="59" y="544"/>
                      <a:pt x="30" y="575"/>
                      <a:pt x="53" y="588"/>
                    </a:cubicBezTo>
                    <a:cubicBezTo>
                      <a:pt x="78" y="602"/>
                      <a:pt x="85" y="565"/>
                      <a:pt x="109" y="599"/>
                    </a:cubicBezTo>
                    <a:cubicBezTo>
                      <a:pt x="125" y="624"/>
                      <a:pt x="118" y="630"/>
                      <a:pt x="151" y="626"/>
                    </a:cubicBezTo>
                    <a:cubicBezTo>
                      <a:pt x="164" y="624"/>
                      <a:pt x="171" y="619"/>
                      <a:pt x="184" y="621"/>
                    </a:cubicBezTo>
                    <a:cubicBezTo>
                      <a:pt x="197" y="623"/>
                      <a:pt x="205" y="634"/>
                      <a:pt x="218" y="633"/>
                    </a:cubicBezTo>
                    <a:cubicBezTo>
                      <a:pt x="251" y="632"/>
                      <a:pt x="271" y="588"/>
                      <a:pt x="305" y="580"/>
                    </a:cubicBezTo>
                    <a:cubicBezTo>
                      <a:pt x="318" y="577"/>
                      <a:pt x="329" y="581"/>
                      <a:pt x="342" y="576"/>
                    </a:cubicBezTo>
                    <a:cubicBezTo>
                      <a:pt x="361" y="570"/>
                      <a:pt x="375" y="554"/>
                      <a:pt x="393" y="546"/>
                    </a:cubicBezTo>
                    <a:cubicBezTo>
                      <a:pt x="438" y="526"/>
                      <a:pt x="466" y="552"/>
                      <a:pt x="508" y="561"/>
                    </a:cubicBezTo>
                    <a:cubicBezTo>
                      <a:pt x="540" y="567"/>
                      <a:pt x="540" y="555"/>
                      <a:pt x="564" y="543"/>
                    </a:cubicBezTo>
                    <a:cubicBezTo>
                      <a:pt x="583" y="534"/>
                      <a:pt x="598" y="546"/>
                      <a:pt x="617" y="538"/>
                    </a:cubicBezTo>
                    <a:cubicBezTo>
                      <a:pt x="631" y="532"/>
                      <a:pt x="641" y="511"/>
                      <a:pt x="654" y="502"/>
                    </a:cubicBezTo>
                    <a:cubicBezTo>
                      <a:pt x="668" y="492"/>
                      <a:pt x="684" y="485"/>
                      <a:pt x="701" y="482"/>
                    </a:cubicBezTo>
                    <a:cubicBezTo>
                      <a:pt x="736" y="475"/>
                      <a:pt x="775" y="486"/>
                      <a:pt x="807" y="466"/>
                    </a:cubicBezTo>
                    <a:cubicBezTo>
                      <a:pt x="842" y="444"/>
                      <a:pt x="843" y="423"/>
                      <a:pt x="889" y="427"/>
                    </a:cubicBezTo>
                    <a:cubicBezTo>
                      <a:pt x="933" y="431"/>
                      <a:pt x="940" y="406"/>
                      <a:pt x="978" y="388"/>
                    </a:cubicBezTo>
                    <a:cubicBezTo>
                      <a:pt x="1007" y="373"/>
                      <a:pt x="1047" y="375"/>
                      <a:pt x="1074" y="360"/>
                    </a:cubicBezTo>
                    <a:cubicBezTo>
                      <a:pt x="1111" y="338"/>
                      <a:pt x="1109" y="297"/>
                      <a:pt x="1158" y="284"/>
                    </a:cubicBezTo>
                    <a:cubicBezTo>
                      <a:pt x="1164" y="283"/>
                      <a:pt x="1177" y="286"/>
                      <a:pt x="1183" y="282"/>
                    </a:cubicBezTo>
                    <a:cubicBezTo>
                      <a:pt x="1189" y="278"/>
                      <a:pt x="1187" y="266"/>
                      <a:pt x="1193" y="261"/>
                    </a:cubicBezTo>
                    <a:cubicBezTo>
                      <a:pt x="1219" y="240"/>
                      <a:pt x="1255" y="251"/>
                      <a:pt x="1275" y="224"/>
                    </a:cubicBezTo>
                    <a:cubicBezTo>
                      <a:pt x="1286" y="210"/>
                      <a:pt x="1291" y="190"/>
                      <a:pt x="1285" y="174"/>
                    </a:cubicBezTo>
                    <a:cubicBezTo>
                      <a:pt x="1274" y="142"/>
                      <a:pt x="1252" y="159"/>
                      <a:pt x="1232" y="144"/>
                    </a:cubicBezTo>
                    <a:cubicBezTo>
                      <a:pt x="1211" y="128"/>
                      <a:pt x="1230" y="111"/>
                      <a:pt x="1224" y="91"/>
                    </a:cubicBezTo>
                    <a:cubicBezTo>
                      <a:pt x="1219" y="76"/>
                      <a:pt x="1187" y="49"/>
                      <a:pt x="1175" y="37"/>
                    </a:cubicBezTo>
                    <a:cubicBezTo>
                      <a:pt x="1151" y="12"/>
                      <a:pt x="1147" y="12"/>
                      <a:pt x="1112" y="15"/>
                    </a:cubicBezTo>
                    <a:cubicBezTo>
                      <a:pt x="1098" y="16"/>
                      <a:pt x="1087" y="17"/>
                      <a:pt x="1073" y="12"/>
                    </a:cubicBezTo>
                    <a:cubicBezTo>
                      <a:pt x="1066" y="10"/>
                      <a:pt x="1056" y="0"/>
                      <a:pt x="1049" y="0"/>
                    </a:cubicBezTo>
                    <a:cubicBezTo>
                      <a:pt x="1021" y="0"/>
                      <a:pt x="990" y="77"/>
                      <a:pt x="962" y="57"/>
                    </a:cubicBezTo>
                    <a:cubicBezTo>
                      <a:pt x="946" y="74"/>
                      <a:pt x="932" y="98"/>
                      <a:pt x="913" y="107"/>
                    </a:cubicBezTo>
                    <a:cubicBezTo>
                      <a:pt x="914" y="113"/>
                      <a:pt x="913" y="118"/>
                      <a:pt x="914" y="124"/>
                    </a:cubicBezTo>
                  </a:path>
                </a:pathLst>
              </a:custGeom>
              <a:solidFill>
                <a:srgbClr val="2039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8" name="Freeform 108">
                <a:extLst>
                  <a:ext uri="{FF2B5EF4-FFF2-40B4-BE49-F238E27FC236}">
                    <a16:creationId xmlns:a16="http://schemas.microsoft.com/office/drawing/2014/main" id="{BB1FC3BB-7790-44E5-A534-483F2123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913"/>
                <a:ext cx="145" cy="119"/>
              </a:xfrm>
              <a:custGeom>
                <a:avLst/>
                <a:gdLst>
                  <a:gd name="T0" fmla="*/ 88 w 149"/>
                  <a:gd name="T1" fmla="*/ 0 h 123"/>
                  <a:gd name="T2" fmla="*/ 43 w 149"/>
                  <a:gd name="T3" fmla="*/ 15 h 123"/>
                  <a:gd name="T4" fmla="*/ 0 w 149"/>
                  <a:gd name="T5" fmla="*/ 59 h 123"/>
                  <a:gd name="T6" fmla="*/ 13 w 149"/>
                  <a:gd name="T7" fmla="*/ 98 h 123"/>
                  <a:gd name="T8" fmla="*/ 56 w 149"/>
                  <a:gd name="T9" fmla="*/ 108 h 123"/>
                  <a:gd name="T10" fmla="*/ 103 w 149"/>
                  <a:gd name="T11" fmla="*/ 82 h 123"/>
                  <a:gd name="T12" fmla="*/ 137 w 149"/>
                  <a:gd name="T13" fmla="*/ 47 h 123"/>
                  <a:gd name="T14" fmla="*/ 88 w 149"/>
                  <a:gd name="T15" fmla="*/ 0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123">
                    <a:moveTo>
                      <a:pt x="95" y="0"/>
                    </a:moveTo>
                    <a:cubicBezTo>
                      <a:pt x="46" y="18"/>
                      <a:pt x="46" y="18"/>
                      <a:pt x="46" y="18"/>
                    </a:cubicBezTo>
                    <a:cubicBezTo>
                      <a:pt x="46" y="18"/>
                      <a:pt x="1" y="58"/>
                      <a:pt x="0" y="65"/>
                    </a:cubicBezTo>
                    <a:cubicBezTo>
                      <a:pt x="0" y="71"/>
                      <a:pt x="13" y="108"/>
                      <a:pt x="13" y="108"/>
                    </a:cubicBezTo>
                    <a:cubicBezTo>
                      <a:pt x="13" y="108"/>
                      <a:pt x="55" y="117"/>
                      <a:pt x="62" y="120"/>
                    </a:cubicBezTo>
                    <a:cubicBezTo>
                      <a:pt x="69" y="123"/>
                      <a:pt x="104" y="93"/>
                      <a:pt x="112" y="91"/>
                    </a:cubicBezTo>
                    <a:cubicBezTo>
                      <a:pt x="120" y="89"/>
                      <a:pt x="149" y="53"/>
                      <a:pt x="149" y="53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3D8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9" name="Freeform 109">
                <a:extLst>
                  <a:ext uri="{FF2B5EF4-FFF2-40B4-BE49-F238E27FC236}">
                    <a16:creationId xmlns:a16="http://schemas.microsoft.com/office/drawing/2014/main" id="{D7FBC107-C686-4348-B2FA-E2FB58B50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3172"/>
                <a:ext cx="145" cy="119"/>
              </a:xfrm>
              <a:custGeom>
                <a:avLst/>
                <a:gdLst>
                  <a:gd name="T0" fmla="*/ 88 w 149"/>
                  <a:gd name="T1" fmla="*/ 0 h 123"/>
                  <a:gd name="T2" fmla="*/ 43 w 149"/>
                  <a:gd name="T3" fmla="*/ 15 h 123"/>
                  <a:gd name="T4" fmla="*/ 0 w 149"/>
                  <a:gd name="T5" fmla="*/ 59 h 123"/>
                  <a:gd name="T6" fmla="*/ 13 w 149"/>
                  <a:gd name="T7" fmla="*/ 98 h 123"/>
                  <a:gd name="T8" fmla="*/ 56 w 149"/>
                  <a:gd name="T9" fmla="*/ 108 h 123"/>
                  <a:gd name="T10" fmla="*/ 103 w 149"/>
                  <a:gd name="T11" fmla="*/ 82 h 123"/>
                  <a:gd name="T12" fmla="*/ 137 w 149"/>
                  <a:gd name="T13" fmla="*/ 47 h 123"/>
                  <a:gd name="T14" fmla="*/ 88 w 149"/>
                  <a:gd name="T15" fmla="*/ 0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123">
                    <a:moveTo>
                      <a:pt x="95" y="0"/>
                    </a:moveTo>
                    <a:cubicBezTo>
                      <a:pt x="46" y="18"/>
                      <a:pt x="46" y="18"/>
                      <a:pt x="46" y="18"/>
                    </a:cubicBezTo>
                    <a:cubicBezTo>
                      <a:pt x="46" y="18"/>
                      <a:pt x="1" y="58"/>
                      <a:pt x="0" y="65"/>
                    </a:cubicBezTo>
                    <a:cubicBezTo>
                      <a:pt x="0" y="71"/>
                      <a:pt x="13" y="108"/>
                      <a:pt x="13" y="108"/>
                    </a:cubicBezTo>
                    <a:cubicBezTo>
                      <a:pt x="13" y="108"/>
                      <a:pt x="55" y="118"/>
                      <a:pt x="62" y="120"/>
                    </a:cubicBezTo>
                    <a:cubicBezTo>
                      <a:pt x="69" y="123"/>
                      <a:pt x="104" y="93"/>
                      <a:pt x="112" y="91"/>
                    </a:cubicBezTo>
                    <a:cubicBezTo>
                      <a:pt x="120" y="89"/>
                      <a:pt x="149" y="53"/>
                      <a:pt x="149" y="53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3D8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0" name="Freeform 110">
                <a:extLst>
                  <a:ext uri="{FF2B5EF4-FFF2-40B4-BE49-F238E27FC236}">
                    <a16:creationId xmlns:a16="http://schemas.microsoft.com/office/drawing/2014/main" id="{A640EBC9-B7BD-4CED-97A0-1AD4034AD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982"/>
                <a:ext cx="145" cy="120"/>
              </a:xfrm>
              <a:custGeom>
                <a:avLst/>
                <a:gdLst>
                  <a:gd name="T0" fmla="*/ 86 w 150"/>
                  <a:gd name="T1" fmla="*/ 0 h 123"/>
                  <a:gd name="T2" fmla="*/ 43 w 150"/>
                  <a:gd name="T3" fmla="*/ 19 h 123"/>
                  <a:gd name="T4" fmla="*/ 1 w 150"/>
                  <a:gd name="T5" fmla="*/ 60 h 123"/>
                  <a:gd name="T6" fmla="*/ 13 w 150"/>
                  <a:gd name="T7" fmla="*/ 100 h 123"/>
                  <a:gd name="T8" fmla="*/ 57 w 150"/>
                  <a:gd name="T9" fmla="*/ 111 h 123"/>
                  <a:gd name="T10" fmla="*/ 102 w 150"/>
                  <a:gd name="T11" fmla="*/ 85 h 123"/>
                  <a:gd name="T12" fmla="*/ 135 w 150"/>
                  <a:gd name="T13" fmla="*/ 50 h 123"/>
                  <a:gd name="T14" fmla="*/ 86 w 150"/>
                  <a:gd name="T15" fmla="*/ 0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23">
                    <a:moveTo>
                      <a:pt x="95" y="0"/>
                    </a:move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19"/>
                      <a:pt x="1" y="58"/>
                      <a:pt x="1" y="65"/>
                    </a:cubicBezTo>
                    <a:cubicBezTo>
                      <a:pt x="0" y="72"/>
                      <a:pt x="13" y="108"/>
                      <a:pt x="13" y="108"/>
                    </a:cubicBezTo>
                    <a:cubicBezTo>
                      <a:pt x="13" y="108"/>
                      <a:pt x="55" y="118"/>
                      <a:pt x="63" y="120"/>
                    </a:cubicBezTo>
                    <a:cubicBezTo>
                      <a:pt x="70" y="123"/>
                      <a:pt x="104" y="93"/>
                      <a:pt x="113" y="91"/>
                    </a:cubicBezTo>
                    <a:cubicBezTo>
                      <a:pt x="121" y="89"/>
                      <a:pt x="150" y="53"/>
                      <a:pt x="150" y="53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3D8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1" name="Freeform 111">
                <a:extLst>
                  <a:ext uri="{FF2B5EF4-FFF2-40B4-BE49-F238E27FC236}">
                    <a16:creationId xmlns:a16="http://schemas.microsoft.com/office/drawing/2014/main" id="{DC0822AD-9BA6-47D3-A554-E85638EBF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801"/>
                <a:ext cx="182" cy="140"/>
              </a:xfrm>
              <a:custGeom>
                <a:avLst/>
                <a:gdLst>
                  <a:gd name="T0" fmla="*/ 57 w 187"/>
                  <a:gd name="T1" fmla="*/ 14 h 144"/>
                  <a:gd name="T2" fmla="*/ 0 w 187"/>
                  <a:gd name="T3" fmla="*/ 52 h 144"/>
                  <a:gd name="T4" fmla="*/ 3 w 187"/>
                  <a:gd name="T5" fmla="*/ 103 h 144"/>
                  <a:gd name="T6" fmla="*/ 56 w 187"/>
                  <a:gd name="T7" fmla="*/ 128 h 144"/>
                  <a:gd name="T8" fmla="*/ 141 w 187"/>
                  <a:gd name="T9" fmla="*/ 107 h 144"/>
                  <a:gd name="T10" fmla="*/ 169 w 187"/>
                  <a:gd name="T11" fmla="*/ 65 h 144"/>
                  <a:gd name="T12" fmla="*/ 129 w 187"/>
                  <a:gd name="T13" fmla="*/ 0 h 144"/>
                  <a:gd name="T14" fmla="*/ 57 w 187"/>
                  <a:gd name="T15" fmla="*/ 14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7" h="144">
                    <a:moveTo>
                      <a:pt x="63" y="14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" y="106"/>
                      <a:pt x="3" y="112"/>
                    </a:cubicBezTo>
                    <a:cubicBezTo>
                      <a:pt x="4" y="119"/>
                      <a:pt x="50" y="136"/>
                      <a:pt x="62" y="140"/>
                    </a:cubicBezTo>
                    <a:cubicBezTo>
                      <a:pt x="74" y="144"/>
                      <a:pt x="144" y="118"/>
                      <a:pt x="153" y="116"/>
                    </a:cubicBezTo>
                    <a:cubicBezTo>
                      <a:pt x="162" y="113"/>
                      <a:pt x="182" y="78"/>
                      <a:pt x="184" y="71"/>
                    </a:cubicBezTo>
                    <a:cubicBezTo>
                      <a:pt x="187" y="64"/>
                      <a:pt x="141" y="0"/>
                      <a:pt x="141" y="0"/>
                    </a:cubicBezTo>
                    <a:lnTo>
                      <a:pt x="63" y="14"/>
                    </a:lnTo>
                    <a:close/>
                  </a:path>
                </a:pathLst>
              </a:custGeom>
              <a:solidFill>
                <a:srgbClr val="3D8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2" name="Freeform 112">
                <a:extLst>
                  <a:ext uri="{FF2B5EF4-FFF2-40B4-BE49-F238E27FC236}">
                    <a16:creationId xmlns:a16="http://schemas.microsoft.com/office/drawing/2014/main" id="{9935BF9D-2CE2-430B-97D8-87003A87A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882"/>
                <a:ext cx="115" cy="128"/>
              </a:xfrm>
              <a:custGeom>
                <a:avLst/>
                <a:gdLst>
                  <a:gd name="T0" fmla="*/ 20 w 118"/>
                  <a:gd name="T1" fmla="*/ 75 h 132"/>
                  <a:gd name="T2" fmla="*/ 0 w 118"/>
                  <a:gd name="T3" fmla="*/ 18 h 132"/>
                  <a:gd name="T4" fmla="*/ 41 w 118"/>
                  <a:gd name="T5" fmla="*/ 2 h 132"/>
                  <a:gd name="T6" fmla="*/ 83 w 118"/>
                  <a:gd name="T7" fmla="*/ 23 h 132"/>
                  <a:gd name="T8" fmla="*/ 109 w 118"/>
                  <a:gd name="T9" fmla="*/ 93 h 132"/>
                  <a:gd name="T10" fmla="*/ 64 w 118"/>
                  <a:gd name="T11" fmla="*/ 120 h 132"/>
                  <a:gd name="T12" fmla="*/ 20 w 118"/>
                  <a:gd name="T13" fmla="*/ 75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132">
                    <a:moveTo>
                      <a:pt x="23" y="8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37" y="3"/>
                      <a:pt x="44" y="2"/>
                    </a:cubicBezTo>
                    <a:cubicBezTo>
                      <a:pt x="50" y="0"/>
                      <a:pt x="89" y="26"/>
                      <a:pt x="89" y="26"/>
                    </a:cubicBezTo>
                    <a:cubicBezTo>
                      <a:pt x="118" y="102"/>
                      <a:pt x="118" y="102"/>
                      <a:pt x="118" y="102"/>
                    </a:cubicBezTo>
                    <a:cubicBezTo>
                      <a:pt x="70" y="132"/>
                      <a:pt x="70" y="132"/>
                      <a:pt x="70" y="132"/>
                    </a:cubicBezTo>
                    <a:lnTo>
                      <a:pt x="23" y="81"/>
                    </a:lnTo>
                    <a:close/>
                  </a:path>
                </a:pathLst>
              </a:custGeom>
              <a:solidFill>
                <a:srgbClr val="3D8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3" name="Freeform 113">
                <a:extLst>
                  <a:ext uri="{FF2B5EF4-FFF2-40B4-BE49-F238E27FC236}">
                    <a16:creationId xmlns:a16="http://schemas.microsoft.com/office/drawing/2014/main" id="{08313D20-64B0-477C-9CFA-2902D6271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865"/>
                <a:ext cx="116" cy="122"/>
              </a:xfrm>
              <a:custGeom>
                <a:avLst/>
                <a:gdLst>
                  <a:gd name="T0" fmla="*/ 45 w 119"/>
                  <a:gd name="T1" fmla="*/ 40 h 126"/>
                  <a:gd name="T2" fmla="*/ 67 w 119"/>
                  <a:gd name="T3" fmla="*/ 0 h 126"/>
                  <a:gd name="T4" fmla="*/ 101 w 119"/>
                  <a:gd name="T5" fmla="*/ 17 h 126"/>
                  <a:gd name="T6" fmla="*/ 107 w 119"/>
                  <a:gd name="T7" fmla="*/ 89 h 126"/>
                  <a:gd name="T8" fmla="*/ 38 w 119"/>
                  <a:gd name="T9" fmla="*/ 114 h 126"/>
                  <a:gd name="T10" fmla="*/ 0 w 119"/>
                  <a:gd name="T11" fmla="*/ 81 h 126"/>
                  <a:gd name="T12" fmla="*/ 45 w 119"/>
                  <a:gd name="T13" fmla="*/ 40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126">
                    <a:moveTo>
                      <a:pt x="48" y="43"/>
                    </a:moveTo>
                    <a:cubicBezTo>
                      <a:pt x="73" y="0"/>
                      <a:pt x="73" y="0"/>
                      <a:pt x="73" y="0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0"/>
                      <a:pt x="119" y="90"/>
                      <a:pt x="116" y="98"/>
                    </a:cubicBezTo>
                    <a:cubicBezTo>
                      <a:pt x="113" y="105"/>
                      <a:pt x="41" y="126"/>
                      <a:pt x="41" y="126"/>
                    </a:cubicBezTo>
                    <a:cubicBezTo>
                      <a:pt x="0" y="90"/>
                      <a:pt x="0" y="90"/>
                      <a:pt x="0" y="90"/>
                    </a:cubicBezTo>
                    <a:lnTo>
                      <a:pt x="48" y="43"/>
                    </a:lnTo>
                    <a:close/>
                  </a:path>
                </a:pathLst>
              </a:custGeom>
              <a:solidFill>
                <a:srgbClr val="3D8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4" name="Freeform 114">
                <a:extLst>
                  <a:ext uri="{FF2B5EF4-FFF2-40B4-BE49-F238E27FC236}">
                    <a16:creationId xmlns:a16="http://schemas.microsoft.com/office/drawing/2014/main" id="{6343DA6C-1670-487A-B022-DF59E265B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963"/>
                <a:ext cx="115" cy="123"/>
              </a:xfrm>
              <a:custGeom>
                <a:avLst/>
                <a:gdLst>
                  <a:gd name="T0" fmla="*/ 43 w 119"/>
                  <a:gd name="T1" fmla="*/ 41 h 127"/>
                  <a:gd name="T2" fmla="*/ 67 w 119"/>
                  <a:gd name="T3" fmla="*/ 0 h 127"/>
                  <a:gd name="T4" fmla="*/ 99 w 119"/>
                  <a:gd name="T5" fmla="*/ 17 h 127"/>
                  <a:gd name="T6" fmla="*/ 104 w 119"/>
                  <a:gd name="T7" fmla="*/ 89 h 127"/>
                  <a:gd name="T8" fmla="*/ 39 w 119"/>
                  <a:gd name="T9" fmla="*/ 115 h 127"/>
                  <a:gd name="T10" fmla="*/ 0 w 119"/>
                  <a:gd name="T11" fmla="*/ 81 h 127"/>
                  <a:gd name="T12" fmla="*/ 43 w 119"/>
                  <a:gd name="T13" fmla="*/ 41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127">
                    <a:moveTo>
                      <a:pt x="48" y="44"/>
                    </a:moveTo>
                    <a:cubicBezTo>
                      <a:pt x="73" y="0"/>
                      <a:pt x="73" y="0"/>
                      <a:pt x="73" y="0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0"/>
                      <a:pt x="119" y="90"/>
                      <a:pt x="116" y="98"/>
                    </a:cubicBezTo>
                    <a:cubicBezTo>
                      <a:pt x="113" y="105"/>
                      <a:pt x="42" y="127"/>
                      <a:pt x="42" y="127"/>
                    </a:cubicBezTo>
                    <a:cubicBezTo>
                      <a:pt x="0" y="90"/>
                      <a:pt x="0" y="90"/>
                      <a:pt x="0" y="90"/>
                    </a:cubicBezTo>
                    <a:lnTo>
                      <a:pt x="48" y="44"/>
                    </a:lnTo>
                    <a:close/>
                  </a:path>
                </a:pathLst>
              </a:custGeom>
              <a:solidFill>
                <a:srgbClr val="3D8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5" name="Freeform 115">
                <a:extLst>
                  <a:ext uri="{FF2B5EF4-FFF2-40B4-BE49-F238E27FC236}">
                    <a16:creationId xmlns:a16="http://schemas.microsoft.com/office/drawing/2014/main" id="{FCC89221-ABC1-44BB-882D-13F9A0F41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632"/>
                <a:ext cx="162" cy="313"/>
              </a:xfrm>
              <a:custGeom>
                <a:avLst/>
                <a:gdLst>
                  <a:gd name="T0" fmla="*/ 48 w 167"/>
                  <a:gd name="T1" fmla="*/ 8 h 322"/>
                  <a:gd name="T2" fmla="*/ 143 w 167"/>
                  <a:gd name="T3" fmla="*/ 142 h 322"/>
                  <a:gd name="T4" fmla="*/ 79 w 167"/>
                  <a:gd name="T5" fmla="*/ 292 h 322"/>
                  <a:gd name="T6" fmla="*/ 10 w 167"/>
                  <a:gd name="T7" fmla="*/ 157 h 322"/>
                  <a:gd name="T8" fmla="*/ 48 w 167"/>
                  <a:gd name="T9" fmla="*/ 8 h 3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322">
                    <a:moveTo>
                      <a:pt x="52" y="8"/>
                    </a:moveTo>
                    <a:cubicBezTo>
                      <a:pt x="119" y="0"/>
                      <a:pt x="148" y="68"/>
                      <a:pt x="157" y="154"/>
                    </a:cubicBezTo>
                    <a:cubicBezTo>
                      <a:pt x="167" y="240"/>
                      <a:pt x="157" y="310"/>
                      <a:pt x="87" y="318"/>
                    </a:cubicBezTo>
                    <a:cubicBezTo>
                      <a:pt x="55" y="322"/>
                      <a:pt x="20" y="257"/>
                      <a:pt x="10" y="171"/>
                    </a:cubicBezTo>
                    <a:cubicBezTo>
                      <a:pt x="0" y="85"/>
                      <a:pt x="21" y="12"/>
                      <a:pt x="52" y="8"/>
                    </a:cubicBezTo>
                    <a:close/>
                  </a:path>
                </a:pathLst>
              </a:custGeom>
              <a:solidFill>
                <a:srgbClr val="4B8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6" name="Freeform 116">
                <a:extLst>
                  <a:ext uri="{FF2B5EF4-FFF2-40B4-BE49-F238E27FC236}">
                    <a16:creationId xmlns:a16="http://schemas.microsoft.com/office/drawing/2014/main" id="{8F44B479-AA3F-4EAA-862F-0737CDE18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636"/>
                <a:ext cx="151" cy="309"/>
              </a:xfrm>
              <a:custGeom>
                <a:avLst/>
                <a:gdLst>
                  <a:gd name="T0" fmla="*/ 54 w 156"/>
                  <a:gd name="T1" fmla="*/ 4 h 318"/>
                  <a:gd name="T2" fmla="*/ 132 w 156"/>
                  <a:gd name="T3" fmla="*/ 139 h 318"/>
                  <a:gd name="T4" fmla="*/ 86 w 156"/>
                  <a:gd name="T5" fmla="*/ 288 h 318"/>
                  <a:gd name="T6" fmla="*/ 9 w 156"/>
                  <a:gd name="T7" fmla="*/ 153 h 318"/>
                  <a:gd name="T8" fmla="*/ 54 w 156"/>
                  <a:gd name="T9" fmla="*/ 4 h 3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318">
                    <a:moveTo>
                      <a:pt x="60" y="4"/>
                    </a:moveTo>
                    <a:cubicBezTo>
                      <a:pt x="98" y="0"/>
                      <a:pt x="136" y="66"/>
                      <a:pt x="146" y="151"/>
                    </a:cubicBezTo>
                    <a:cubicBezTo>
                      <a:pt x="156" y="237"/>
                      <a:pt x="133" y="310"/>
                      <a:pt x="95" y="314"/>
                    </a:cubicBezTo>
                    <a:cubicBezTo>
                      <a:pt x="58" y="318"/>
                      <a:pt x="19" y="253"/>
                      <a:pt x="9" y="167"/>
                    </a:cubicBezTo>
                    <a:cubicBezTo>
                      <a:pt x="0" y="81"/>
                      <a:pt x="22" y="8"/>
                      <a:pt x="60" y="4"/>
                    </a:cubicBezTo>
                    <a:close/>
                  </a:path>
                </a:pathLst>
              </a:custGeom>
              <a:solidFill>
                <a:srgbClr val="89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7" name="Freeform 117">
                <a:extLst>
                  <a:ext uri="{FF2B5EF4-FFF2-40B4-BE49-F238E27FC236}">
                    <a16:creationId xmlns:a16="http://schemas.microsoft.com/office/drawing/2014/main" id="{EEB03A33-E389-482B-A65E-4536CF8BE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830"/>
                <a:ext cx="7" cy="14"/>
              </a:xfrm>
              <a:custGeom>
                <a:avLst/>
                <a:gdLst>
                  <a:gd name="T0" fmla="*/ 6 w 7"/>
                  <a:gd name="T1" fmla="*/ 0 h 14"/>
                  <a:gd name="T2" fmla="*/ 2 w 7"/>
                  <a:gd name="T3" fmla="*/ 14 h 14"/>
                  <a:gd name="T4" fmla="*/ 5 w 7"/>
                  <a:gd name="T5" fmla="*/ 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6" y="0"/>
                    </a:moveTo>
                    <a:cubicBezTo>
                      <a:pt x="4" y="4"/>
                      <a:pt x="0" y="9"/>
                      <a:pt x="2" y="14"/>
                    </a:cubicBezTo>
                    <a:cubicBezTo>
                      <a:pt x="6" y="13"/>
                      <a:pt x="7" y="7"/>
                      <a:pt x="5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118">
                <a:extLst>
                  <a:ext uri="{FF2B5EF4-FFF2-40B4-BE49-F238E27FC236}">
                    <a16:creationId xmlns:a16="http://schemas.microsoft.com/office/drawing/2014/main" id="{4C24688D-C338-4C1F-94B7-131257EB9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848"/>
                <a:ext cx="7" cy="16"/>
              </a:xfrm>
              <a:custGeom>
                <a:avLst/>
                <a:gdLst>
                  <a:gd name="T0" fmla="*/ 4 w 8"/>
                  <a:gd name="T1" fmla="*/ 0 h 17"/>
                  <a:gd name="T2" fmla="*/ 4 w 8"/>
                  <a:gd name="T3" fmla="*/ 13 h 17"/>
                  <a:gd name="T4" fmla="*/ 3 w 8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4" y="3"/>
                      <a:pt x="0" y="15"/>
                      <a:pt x="5" y="16"/>
                    </a:cubicBezTo>
                    <a:cubicBezTo>
                      <a:pt x="8" y="17"/>
                      <a:pt x="3" y="6"/>
                      <a:pt x="3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9" name="Freeform 119">
                <a:extLst>
                  <a:ext uri="{FF2B5EF4-FFF2-40B4-BE49-F238E27FC236}">
                    <a16:creationId xmlns:a16="http://schemas.microsoft.com/office/drawing/2014/main" id="{226778D5-25DF-4DE7-A1BA-7F8BE9648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25"/>
                <a:ext cx="3" cy="14"/>
              </a:xfrm>
              <a:custGeom>
                <a:avLst/>
                <a:gdLst>
                  <a:gd name="T0" fmla="*/ 3 w 3"/>
                  <a:gd name="T1" fmla="*/ 0 h 14"/>
                  <a:gd name="T2" fmla="*/ 2 w 3"/>
                  <a:gd name="T3" fmla="*/ 14 h 14"/>
                  <a:gd name="T4" fmla="*/ 1 w 3"/>
                  <a:gd name="T5" fmla="*/ 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0" y="2"/>
                      <a:pt x="0" y="12"/>
                      <a:pt x="2" y="14"/>
                    </a:cubicBezTo>
                    <a:cubicBezTo>
                      <a:pt x="3" y="12"/>
                      <a:pt x="2" y="9"/>
                      <a:pt x="1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0" name="Freeform 120">
                <a:extLst>
                  <a:ext uri="{FF2B5EF4-FFF2-40B4-BE49-F238E27FC236}">
                    <a16:creationId xmlns:a16="http://schemas.microsoft.com/office/drawing/2014/main" id="{F36A4BE0-520B-44F0-9658-F375D80C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849"/>
                <a:ext cx="6" cy="12"/>
              </a:xfrm>
              <a:custGeom>
                <a:avLst/>
                <a:gdLst>
                  <a:gd name="T0" fmla="*/ 2 w 6"/>
                  <a:gd name="T1" fmla="*/ 5 h 13"/>
                  <a:gd name="T2" fmla="*/ 4 w 6"/>
                  <a:gd name="T3" fmla="*/ 8 h 13"/>
                  <a:gd name="T4" fmla="*/ 4 w 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2" y="5"/>
                    </a:moveTo>
                    <a:cubicBezTo>
                      <a:pt x="0" y="6"/>
                      <a:pt x="0" y="13"/>
                      <a:pt x="4" y="11"/>
                    </a:cubicBezTo>
                    <a:cubicBezTo>
                      <a:pt x="6" y="10"/>
                      <a:pt x="4" y="2"/>
                      <a:pt x="4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1" name="Freeform 121">
                <a:extLst>
                  <a:ext uri="{FF2B5EF4-FFF2-40B4-BE49-F238E27FC236}">
                    <a16:creationId xmlns:a16="http://schemas.microsoft.com/office/drawing/2014/main" id="{F3BDC9E1-B4A9-4316-9AE6-3F2600498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822"/>
                <a:ext cx="9" cy="8"/>
              </a:xfrm>
              <a:custGeom>
                <a:avLst/>
                <a:gdLst>
                  <a:gd name="T0" fmla="*/ 9 w 9"/>
                  <a:gd name="T1" fmla="*/ 2 h 8"/>
                  <a:gd name="T2" fmla="*/ 0 w 9"/>
                  <a:gd name="T3" fmla="*/ 8 h 8"/>
                  <a:gd name="T4" fmla="*/ 7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6" y="1"/>
                      <a:pt x="2" y="5"/>
                      <a:pt x="0" y="8"/>
                    </a:cubicBezTo>
                    <a:cubicBezTo>
                      <a:pt x="3" y="6"/>
                      <a:pt x="5" y="3"/>
                      <a:pt x="7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2" name="Freeform 122">
                <a:extLst>
                  <a:ext uri="{FF2B5EF4-FFF2-40B4-BE49-F238E27FC236}">
                    <a16:creationId xmlns:a16="http://schemas.microsoft.com/office/drawing/2014/main" id="{9E7292FB-9841-4DAF-B917-A9EFC09D6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864"/>
                <a:ext cx="4" cy="13"/>
              </a:xfrm>
              <a:custGeom>
                <a:avLst/>
                <a:gdLst>
                  <a:gd name="T0" fmla="*/ 3 w 4"/>
                  <a:gd name="T1" fmla="*/ 2 h 13"/>
                  <a:gd name="T2" fmla="*/ 4 w 4"/>
                  <a:gd name="T3" fmla="*/ 13 h 13"/>
                  <a:gd name="T4" fmla="*/ 0 w 4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3">
                    <a:moveTo>
                      <a:pt x="3" y="2"/>
                    </a:moveTo>
                    <a:cubicBezTo>
                      <a:pt x="1" y="5"/>
                      <a:pt x="2" y="10"/>
                      <a:pt x="4" y="13"/>
                    </a:cubicBezTo>
                    <a:cubicBezTo>
                      <a:pt x="4" y="8"/>
                      <a:pt x="1" y="4"/>
                      <a:pt x="0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3" name="Freeform 123">
                <a:extLst>
                  <a:ext uri="{FF2B5EF4-FFF2-40B4-BE49-F238E27FC236}">
                    <a16:creationId xmlns:a16="http://schemas.microsoft.com/office/drawing/2014/main" id="{54418008-5D6F-42FB-9451-AC022B0FC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47"/>
                <a:ext cx="5" cy="8"/>
              </a:xfrm>
              <a:custGeom>
                <a:avLst/>
                <a:gdLst>
                  <a:gd name="T0" fmla="*/ 2 w 5"/>
                  <a:gd name="T1" fmla="*/ 0 h 9"/>
                  <a:gd name="T2" fmla="*/ 3 w 5"/>
                  <a:gd name="T3" fmla="*/ 6 h 9"/>
                  <a:gd name="T4" fmla="*/ 1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2" y="0"/>
                    </a:moveTo>
                    <a:cubicBezTo>
                      <a:pt x="0" y="0"/>
                      <a:pt x="0" y="7"/>
                      <a:pt x="3" y="9"/>
                    </a:cubicBezTo>
                    <a:cubicBezTo>
                      <a:pt x="5" y="6"/>
                      <a:pt x="3" y="3"/>
                      <a:pt x="1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4" name="Freeform 124">
                <a:extLst>
                  <a:ext uri="{FF2B5EF4-FFF2-40B4-BE49-F238E27FC236}">
                    <a16:creationId xmlns:a16="http://schemas.microsoft.com/office/drawing/2014/main" id="{9A181AAC-7E7F-46AB-B0D9-AD633FB75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855"/>
                <a:ext cx="11" cy="11"/>
              </a:xfrm>
              <a:custGeom>
                <a:avLst/>
                <a:gdLst>
                  <a:gd name="T0" fmla="*/ 2 w 12"/>
                  <a:gd name="T1" fmla="*/ 0 h 11"/>
                  <a:gd name="T2" fmla="*/ 5 w 12"/>
                  <a:gd name="T3" fmla="*/ 10 h 11"/>
                  <a:gd name="T4" fmla="*/ 2 w 12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2" y="0"/>
                    </a:moveTo>
                    <a:cubicBezTo>
                      <a:pt x="1" y="3"/>
                      <a:pt x="0" y="9"/>
                      <a:pt x="5" y="10"/>
                    </a:cubicBezTo>
                    <a:cubicBezTo>
                      <a:pt x="12" y="11"/>
                      <a:pt x="5" y="2"/>
                      <a:pt x="2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5" name="Freeform 125">
                <a:extLst>
                  <a:ext uri="{FF2B5EF4-FFF2-40B4-BE49-F238E27FC236}">
                    <a16:creationId xmlns:a16="http://schemas.microsoft.com/office/drawing/2014/main" id="{8E4304AD-AABD-4C58-92CE-581A96236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828"/>
                <a:ext cx="8" cy="11"/>
              </a:xfrm>
              <a:custGeom>
                <a:avLst/>
                <a:gdLst>
                  <a:gd name="T0" fmla="*/ 5 w 8"/>
                  <a:gd name="T1" fmla="*/ 0 h 11"/>
                  <a:gd name="T2" fmla="*/ 3 w 8"/>
                  <a:gd name="T3" fmla="*/ 0 h 11"/>
                  <a:gd name="T4" fmla="*/ 8 w 8"/>
                  <a:gd name="T5" fmla="*/ 11 h 11"/>
                  <a:gd name="T6" fmla="*/ 0 w 8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4"/>
                      <a:pt x="5" y="9"/>
                      <a:pt x="8" y="11"/>
                    </a:cubicBezTo>
                    <a:cubicBezTo>
                      <a:pt x="7" y="7"/>
                      <a:pt x="3" y="3"/>
                      <a:pt x="0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6" name="Freeform 126">
                <a:extLst>
                  <a:ext uri="{FF2B5EF4-FFF2-40B4-BE49-F238E27FC236}">
                    <a16:creationId xmlns:a16="http://schemas.microsoft.com/office/drawing/2014/main" id="{D9D68DE2-6728-4FAE-9BDC-F497CB81A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822"/>
                <a:ext cx="8" cy="11"/>
              </a:xfrm>
              <a:custGeom>
                <a:avLst/>
                <a:gdLst>
                  <a:gd name="T0" fmla="*/ 4 w 8"/>
                  <a:gd name="T1" fmla="*/ 0 h 11"/>
                  <a:gd name="T2" fmla="*/ 8 w 8"/>
                  <a:gd name="T3" fmla="*/ 1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4" y="0"/>
                    </a:moveTo>
                    <a:cubicBezTo>
                      <a:pt x="0" y="2"/>
                      <a:pt x="7" y="11"/>
                      <a:pt x="8" y="1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7" name="Freeform 127">
                <a:extLst>
                  <a:ext uri="{FF2B5EF4-FFF2-40B4-BE49-F238E27FC236}">
                    <a16:creationId xmlns:a16="http://schemas.microsoft.com/office/drawing/2014/main" id="{D57B1F42-EE34-4B4D-A209-4C6215674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799"/>
                <a:ext cx="10" cy="6"/>
              </a:xfrm>
              <a:custGeom>
                <a:avLst/>
                <a:gdLst>
                  <a:gd name="T0" fmla="*/ 8 w 11"/>
                  <a:gd name="T1" fmla="*/ 4 h 6"/>
                  <a:gd name="T2" fmla="*/ 0 w 11"/>
                  <a:gd name="T3" fmla="*/ 4 h 6"/>
                  <a:gd name="T4" fmla="*/ 1 w 11"/>
                  <a:gd name="T5" fmla="*/ 5 h 6"/>
                  <a:gd name="T6" fmla="*/ 8 w 11"/>
                  <a:gd name="T7" fmla="*/ 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1" y="4"/>
                    </a:moveTo>
                    <a:cubicBezTo>
                      <a:pt x="10" y="0"/>
                      <a:pt x="3" y="2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4" y="6"/>
                      <a:pt x="8" y="5"/>
                      <a:pt x="11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8" name="Freeform 128">
                <a:extLst>
                  <a:ext uri="{FF2B5EF4-FFF2-40B4-BE49-F238E27FC236}">
                    <a16:creationId xmlns:a16="http://schemas.microsoft.com/office/drawing/2014/main" id="{C1B6A092-C82E-4131-89C1-9E67D940D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781"/>
                <a:ext cx="8" cy="3"/>
              </a:xfrm>
              <a:custGeom>
                <a:avLst/>
                <a:gdLst>
                  <a:gd name="T0" fmla="*/ 6 w 9"/>
                  <a:gd name="T1" fmla="*/ 2 h 4"/>
                  <a:gd name="T2" fmla="*/ 6 w 9"/>
                  <a:gd name="T3" fmla="*/ 2 h 4"/>
                  <a:gd name="T4" fmla="*/ 0 w 9"/>
                  <a:gd name="T5" fmla="*/ 1 h 4"/>
                  <a:gd name="T6" fmla="*/ 4 w 9"/>
                  <a:gd name="T7" fmla="*/ 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9" y="4"/>
                      <a:pt x="9" y="3"/>
                      <a:pt x="9" y="3"/>
                    </a:cubicBezTo>
                    <a:cubicBezTo>
                      <a:pt x="6" y="1"/>
                      <a:pt x="3" y="0"/>
                      <a:pt x="0" y="1"/>
                    </a:cubicBezTo>
                    <a:cubicBezTo>
                      <a:pt x="1" y="3"/>
                      <a:pt x="5" y="3"/>
                      <a:pt x="7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9" name="Freeform 129">
                <a:extLst>
                  <a:ext uri="{FF2B5EF4-FFF2-40B4-BE49-F238E27FC236}">
                    <a16:creationId xmlns:a16="http://schemas.microsoft.com/office/drawing/2014/main" id="{7EB1BEA4-7D18-4535-BB27-244B1936F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11"/>
                <a:ext cx="7" cy="4"/>
              </a:xfrm>
              <a:custGeom>
                <a:avLst/>
                <a:gdLst>
                  <a:gd name="T0" fmla="*/ 5 w 8"/>
                  <a:gd name="T1" fmla="*/ 0 h 4"/>
                  <a:gd name="T2" fmla="*/ 0 w 8"/>
                  <a:gd name="T3" fmla="*/ 4 h 4"/>
                  <a:gd name="T4" fmla="*/ 4 w 8"/>
                  <a:gd name="T5" fmla="*/ 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2" y="1"/>
                      <a:pt x="0" y="4"/>
                    </a:cubicBezTo>
                    <a:cubicBezTo>
                      <a:pt x="1" y="4"/>
                      <a:pt x="3" y="3"/>
                      <a:pt x="4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0" name="Freeform 130">
                <a:extLst>
                  <a:ext uri="{FF2B5EF4-FFF2-40B4-BE49-F238E27FC236}">
                    <a16:creationId xmlns:a16="http://schemas.microsoft.com/office/drawing/2014/main" id="{8BE41EAC-812D-414B-92D6-B00A7383F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847"/>
                <a:ext cx="5" cy="8"/>
              </a:xfrm>
              <a:custGeom>
                <a:avLst/>
                <a:gdLst>
                  <a:gd name="T0" fmla="*/ 3 w 5"/>
                  <a:gd name="T1" fmla="*/ 0 h 9"/>
                  <a:gd name="T2" fmla="*/ 0 w 5"/>
                  <a:gd name="T3" fmla="*/ 6 h 9"/>
                  <a:gd name="T4" fmla="*/ 5 w 5"/>
                  <a:gd name="T5" fmla="*/ 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2" y="1"/>
                      <a:pt x="1" y="6"/>
                      <a:pt x="0" y="9"/>
                    </a:cubicBezTo>
                    <a:cubicBezTo>
                      <a:pt x="2" y="7"/>
                      <a:pt x="3" y="6"/>
                      <a:pt x="5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1" name="Freeform 131">
                <a:extLst>
                  <a:ext uri="{FF2B5EF4-FFF2-40B4-BE49-F238E27FC236}">
                    <a16:creationId xmlns:a16="http://schemas.microsoft.com/office/drawing/2014/main" id="{13D9AE29-E807-4D52-A32A-4CC174AFF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871"/>
                <a:ext cx="6" cy="11"/>
              </a:xfrm>
              <a:custGeom>
                <a:avLst/>
                <a:gdLst>
                  <a:gd name="T0" fmla="*/ 3 w 6"/>
                  <a:gd name="T1" fmla="*/ 0 h 11"/>
                  <a:gd name="T2" fmla="*/ 1 w 6"/>
                  <a:gd name="T3" fmla="*/ 7 h 11"/>
                  <a:gd name="T4" fmla="*/ 4 w 6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2" y="1"/>
                      <a:pt x="0" y="5"/>
                      <a:pt x="1" y="7"/>
                    </a:cubicBezTo>
                    <a:cubicBezTo>
                      <a:pt x="4" y="11"/>
                      <a:pt x="6" y="4"/>
                      <a:pt x="4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2" name="Freeform 132">
                <a:extLst>
                  <a:ext uri="{FF2B5EF4-FFF2-40B4-BE49-F238E27FC236}">
                    <a16:creationId xmlns:a16="http://schemas.microsoft.com/office/drawing/2014/main" id="{A0066FC8-9F4B-44D8-97AD-95558DFA7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887"/>
                <a:ext cx="4" cy="9"/>
              </a:xfrm>
              <a:custGeom>
                <a:avLst/>
                <a:gdLst>
                  <a:gd name="T0" fmla="*/ 1 w 5"/>
                  <a:gd name="T1" fmla="*/ 1 h 9"/>
                  <a:gd name="T2" fmla="*/ 2 w 5"/>
                  <a:gd name="T3" fmla="*/ 9 h 9"/>
                  <a:gd name="T4" fmla="*/ 2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1"/>
                    </a:moveTo>
                    <a:cubicBezTo>
                      <a:pt x="0" y="4"/>
                      <a:pt x="1" y="7"/>
                      <a:pt x="3" y="9"/>
                    </a:cubicBezTo>
                    <a:cubicBezTo>
                      <a:pt x="5" y="7"/>
                      <a:pt x="5" y="3"/>
                      <a:pt x="5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3" name="Freeform 133">
                <a:extLst>
                  <a:ext uri="{FF2B5EF4-FFF2-40B4-BE49-F238E27FC236}">
                    <a16:creationId xmlns:a16="http://schemas.microsoft.com/office/drawing/2014/main" id="{D406BCDB-920B-4405-9266-FCAF39C58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888"/>
                <a:ext cx="5" cy="8"/>
              </a:xfrm>
              <a:custGeom>
                <a:avLst/>
                <a:gdLst>
                  <a:gd name="T0" fmla="*/ 1 w 5"/>
                  <a:gd name="T1" fmla="*/ 2 h 8"/>
                  <a:gd name="T2" fmla="*/ 1 w 5"/>
                  <a:gd name="T3" fmla="*/ 8 h 8"/>
                  <a:gd name="T4" fmla="*/ 0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2"/>
                    </a:moveTo>
                    <a:cubicBezTo>
                      <a:pt x="1" y="4"/>
                      <a:pt x="0" y="6"/>
                      <a:pt x="1" y="8"/>
                    </a:cubicBezTo>
                    <a:cubicBezTo>
                      <a:pt x="5" y="7"/>
                      <a:pt x="2" y="2"/>
                      <a:pt x="0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4" name="Freeform 134">
                <a:extLst>
                  <a:ext uri="{FF2B5EF4-FFF2-40B4-BE49-F238E27FC236}">
                    <a16:creationId xmlns:a16="http://schemas.microsoft.com/office/drawing/2014/main" id="{3538C12A-C40C-4D0C-8A47-B89ADA96E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76"/>
                <a:ext cx="2" cy="7"/>
              </a:xfrm>
              <a:custGeom>
                <a:avLst/>
                <a:gdLst>
                  <a:gd name="T0" fmla="*/ 0 w 3"/>
                  <a:gd name="T1" fmla="*/ 0 h 8"/>
                  <a:gd name="T2" fmla="*/ 1 w 3"/>
                  <a:gd name="T3" fmla="*/ 5 h 8"/>
                  <a:gd name="T4" fmla="*/ 1 w 3"/>
                  <a:gd name="T5" fmla="*/ 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1" y="7"/>
                      <a:pt x="3" y="8"/>
                    </a:cubicBezTo>
                    <a:cubicBezTo>
                      <a:pt x="3" y="6"/>
                      <a:pt x="2" y="4"/>
                      <a:pt x="1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5" name="Freeform 135">
                <a:extLst>
                  <a:ext uri="{FF2B5EF4-FFF2-40B4-BE49-F238E27FC236}">
                    <a16:creationId xmlns:a16="http://schemas.microsoft.com/office/drawing/2014/main" id="{5360F635-88B4-4F81-B9D3-1030D7EF8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864"/>
                <a:ext cx="3" cy="8"/>
              </a:xfrm>
              <a:custGeom>
                <a:avLst/>
                <a:gdLst>
                  <a:gd name="T0" fmla="*/ 2 w 3"/>
                  <a:gd name="T1" fmla="*/ 2 h 8"/>
                  <a:gd name="T2" fmla="*/ 0 w 3"/>
                  <a:gd name="T3" fmla="*/ 8 h 8"/>
                  <a:gd name="T4" fmla="*/ 2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2"/>
                    </a:moveTo>
                    <a:cubicBezTo>
                      <a:pt x="2" y="4"/>
                      <a:pt x="0" y="6"/>
                      <a:pt x="0" y="8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6" name="Freeform 136">
                <a:extLst>
                  <a:ext uri="{FF2B5EF4-FFF2-40B4-BE49-F238E27FC236}">
                    <a16:creationId xmlns:a16="http://schemas.microsoft.com/office/drawing/2014/main" id="{19CF3B3F-4BAD-4653-A8AB-4C8FA7510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847"/>
                <a:ext cx="5" cy="6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4 h 7"/>
                  <a:gd name="T4" fmla="*/ 2 w 5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0" y="3"/>
                      <a:pt x="0" y="7"/>
                    </a:cubicBezTo>
                    <a:cubicBezTo>
                      <a:pt x="1" y="6"/>
                      <a:pt x="2" y="5"/>
                      <a:pt x="2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7" name="Freeform 137">
                <a:extLst>
                  <a:ext uri="{FF2B5EF4-FFF2-40B4-BE49-F238E27FC236}">
                    <a16:creationId xmlns:a16="http://schemas.microsoft.com/office/drawing/2014/main" id="{F88044DB-B5D1-47B0-8B8C-674FDE87E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839"/>
                <a:ext cx="7" cy="10"/>
              </a:xfrm>
              <a:custGeom>
                <a:avLst/>
                <a:gdLst>
                  <a:gd name="T0" fmla="*/ 1 w 7"/>
                  <a:gd name="T1" fmla="*/ 0 h 10"/>
                  <a:gd name="T2" fmla="*/ 6 w 7"/>
                  <a:gd name="T3" fmla="*/ 10 h 10"/>
                  <a:gd name="T4" fmla="*/ 2 w 7"/>
                  <a:gd name="T5" fmla="*/ 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0" y="4"/>
                      <a:pt x="2" y="9"/>
                      <a:pt x="6" y="10"/>
                    </a:cubicBezTo>
                    <a:cubicBezTo>
                      <a:pt x="7" y="7"/>
                      <a:pt x="5" y="5"/>
                      <a:pt x="2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8" name="Freeform 138">
                <a:extLst>
                  <a:ext uri="{FF2B5EF4-FFF2-40B4-BE49-F238E27FC236}">
                    <a16:creationId xmlns:a16="http://schemas.microsoft.com/office/drawing/2014/main" id="{0DBADEC0-24D0-4D98-86DE-F974E064A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819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10 w 10"/>
                  <a:gd name="T3" fmla="*/ 7 h 8"/>
                  <a:gd name="T4" fmla="*/ 1 w 10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7" y="8"/>
                      <a:pt x="10" y="7"/>
                    </a:cubicBezTo>
                    <a:cubicBezTo>
                      <a:pt x="10" y="3"/>
                      <a:pt x="4" y="3"/>
                      <a:pt x="1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9" name="Freeform 139">
                <a:extLst>
                  <a:ext uri="{FF2B5EF4-FFF2-40B4-BE49-F238E27FC236}">
                    <a16:creationId xmlns:a16="http://schemas.microsoft.com/office/drawing/2014/main" id="{1B050BBF-A763-4AF7-A13C-DB7F05B06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785"/>
                <a:ext cx="11" cy="4"/>
              </a:xfrm>
              <a:custGeom>
                <a:avLst/>
                <a:gdLst>
                  <a:gd name="T0" fmla="*/ 0 w 11"/>
                  <a:gd name="T1" fmla="*/ 2 h 4"/>
                  <a:gd name="T2" fmla="*/ 11 w 11"/>
                  <a:gd name="T3" fmla="*/ 1 h 4"/>
                  <a:gd name="T4" fmla="*/ 2 w 11"/>
                  <a:gd name="T5" fmla="*/ 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2"/>
                    </a:moveTo>
                    <a:cubicBezTo>
                      <a:pt x="2" y="4"/>
                      <a:pt x="9" y="4"/>
                      <a:pt x="11" y="1"/>
                    </a:cubicBezTo>
                    <a:cubicBezTo>
                      <a:pt x="9" y="0"/>
                      <a:pt x="3" y="0"/>
                      <a:pt x="2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140">
                <a:extLst>
                  <a:ext uri="{FF2B5EF4-FFF2-40B4-BE49-F238E27FC236}">
                    <a16:creationId xmlns:a16="http://schemas.microsoft.com/office/drawing/2014/main" id="{BEBAAE56-39D8-4C11-BFCC-DA111C8F4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801"/>
                <a:ext cx="11" cy="3"/>
              </a:xfrm>
              <a:custGeom>
                <a:avLst/>
                <a:gdLst>
                  <a:gd name="T0" fmla="*/ 2 w 11"/>
                  <a:gd name="T1" fmla="*/ 1 h 3"/>
                  <a:gd name="T2" fmla="*/ 11 w 11"/>
                  <a:gd name="T3" fmla="*/ 2 h 3"/>
                  <a:gd name="T4" fmla="*/ 0 w 11"/>
                  <a:gd name="T5" fmla="*/ 1 h 3"/>
                  <a:gd name="T6" fmla="*/ 2 w 11"/>
                  <a:gd name="T7" fmla="*/ 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2" y="1"/>
                    </a:moveTo>
                    <a:cubicBezTo>
                      <a:pt x="0" y="2"/>
                      <a:pt x="9" y="3"/>
                      <a:pt x="11" y="2"/>
                    </a:cubicBezTo>
                    <a:cubicBezTo>
                      <a:pt x="8" y="1"/>
                      <a:pt x="4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1" name="Freeform 141">
                <a:extLst>
                  <a:ext uri="{FF2B5EF4-FFF2-40B4-BE49-F238E27FC236}">
                    <a16:creationId xmlns:a16="http://schemas.microsoft.com/office/drawing/2014/main" id="{00E41B41-4226-4450-A2BF-02642F941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759"/>
                <a:ext cx="8" cy="7"/>
              </a:xfrm>
              <a:custGeom>
                <a:avLst/>
                <a:gdLst>
                  <a:gd name="T0" fmla="*/ 0 w 9"/>
                  <a:gd name="T1" fmla="*/ 7 h 7"/>
                  <a:gd name="T2" fmla="*/ 6 w 9"/>
                  <a:gd name="T3" fmla="*/ 1 h 7"/>
                  <a:gd name="T4" fmla="*/ 0 w 9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3" y="7"/>
                      <a:pt x="9" y="4"/>
                      <a:pt x="9" y="1"/>
                    </a:cubicBezTo>
                    <a:cubicBezTo>
                      <a:pt x="6" y="0"/>
                      <a:pt x="2" y="2"/>
                      <a:pt x="0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142">
                <a:extLst>
                  <a:ext uri="{FF2B5EF4-FFF2-40B4-BE49-F238E27FC236}">
                    <a16:creationId xmlns:a16="http://schemas.microsoft.com/office/drawing/2014/main" id="{2D8BB46E-D0C4-4344-A3E9-B66FB55D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737"/>
                <a:ext cx="7" cy="9"/>
              </a:xfrm>
              <a:custGeom>
                <a:avLst/>
                <a:gdLst>
                  <a:gd name="T0" fmla="*/ 4 w 7"/>
                  <a:gd name="T1" fmla="*/ 9 h 9"/>
                  <a:gd name="T2" fmla="*/ 6 w 7"/>
                  <a:gd name="T3" fmla="*/ 0 h 9"/>
                  <a:gd name="T4" fmla="*/ 0 w 7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4" y="9"/>
                    </a:moveTo>
                    <a:cubicBezTo>
                      <a:pt x="2" y="8"/>
                      <a:pt x="7" y="4"/>
                      <a:pt x="6" y="0"/>
                    </a:cubicBezTo>
                    <a:cubicBezTo>
                      <a:pt x="3" y="1"/>
                      <a:pt x="1" y="4"/>
                      <a:pt x="0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3" name="Freeform 143">
                <a:extLst>
                  <a:ext uri="{FF2B5EF4-FFF2-40B4-BE49-F238E27FC236}">
                    <a16:creationId xmlns:a16="http://schemas.microsoft.com/office/drawing/2014/main" id="{302EBE11-1A66-4D1A-83CD-E282CAED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721"/>
                <a:ext cx="7" cy="8"/>
              </a:xfrm>
              <a:custGeom>
                <a:avLst/>
                <a:gdLst>
                  <a:gd name="T0" fmla="*/ 4 w 7"/>
                  <a:gd name="T1" fmla="*/ 8 h 8"/>
                  <a:gd name="T2" fmla="*/ 2 w 7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4" y="8"/>
                    </a:moveTo>
                    <a:cubicBezTo>
                      <a:pt x="7" y="1"/>
                      <a:pt x="0" y="0"/>
                      <a:pt x="2" y="8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4" name="Freeform 144">
                <a:extLst>
                  <a:ext uri="{FF2B5EF4-FFF2-40B4-BE49-F238E27FC236}">
                    <a16:creationId xmlns:a16="http://schemas.microsoft.com/office/drawing/2014/main" id="{6A92B030-1A2A-471A-A4EF-2007CD0FA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716"/>
                <a:ext cx="5" cy="14"/>
              </a:xfrm>
              <a:custGeom>
                <a:avLst/>
                <a:gdLst>
                  <a:gd name="T0" fmla="*/ 3 w 6"/>
                  <a:gd name="T1" fmla="*/ 12 h 15"/>
                  <a:gd name="T2" fmla="*/ 0 w 6"/>
                  <a:gd name="T3" fmla="*/ 0 h 15"/>
                  <a:gd name="T4" fmla="*/ 2 w 6"/>
                  <a:gd name="T5" fmla="*/ 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5" y="15"/>
                    </a:moveTo>
                    <a:cubicBezTo>
                      <a:pt x="5" y="10"/>
                      <a:pt x="6" y="2"/>
                      <a:pt x="0" y="0"/>
                    </a:cubicBezTo>
                    <a:cubicBezTo>
                      <a:pt x="0" y="4"/>
                      <a:pt x="0" y="7"/>
                      <a:pt x="2" y="1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5" name="Freeform 145">
                <a:extLst>
                  <a:ext uri="{FF2B5EF4-FFF2-40B4-BE49-F238E27FC236}">
                    <a16:creationId xmlns:a16="http://schemas.microsoft.com/office/drawing/2014/main" id="{09C35D16-0DD1-42F1-9680-DF6559EF0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733"/>
                <a:ext cx="4" cy="10"/>
              </a:xfrm>
              <a:custGeom>
                <a:avLst/>
                <a:gdLst>
                  <a:gd name="T0" fmla="*/ 2 w 4"/>
                  <a:gd name="T1" fmla="*/ 10 h 10"/>
                  <a:gd name="T2" fmla="*/ 0 w 4"/>
                  <a:gd name="T3" fmla="*/ 0 h 10"/>
                  <a:gd name="T4" fmla="*/ 2 w 4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2" y="10"/>
                    </a:moveTo>
                    <a:cubicBezTo>
                      <a:pt x="4" y="7"/>
                      <a:pt x="4" y="2"/>
                      <a:pt x="0" y="0"/>
                    </a:cubicBezTo>
                    <a:cubicBezTo>
                      <a:pt x="0" y="3"/>
                      <a:pt x="1" y="5"/>
                      <a:pt x="2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6" name="Freeform 146">
                <a:extLst>
                  <a:ext uri="{FF2B5EF4-FFF2-40B4-BE49-F238E27FC236}">
                    <a16:creationId xmlns:a16="http://schemas.microsoft.com/office/drawing/2014/main" id="{9921CD6B-32AD-401F-BF84-28F87B01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739"/>
                <a:ext cx="8" cy="7"/>
              </a:xfrm>
              <a:custGeom>
                <a:avLst/>
                <a:gdLst>
                  <a:gd name="T0" fmla="*/ 4 w 8"/>
                  <a:gd name="T1" fmla="*/ 6 h 7"/>
                  <a:gd name="T2" fmla="*/ 0 w 8"/>
                  <a:gd name="T3" fmla="*/ 0 h 7"/>
                  <a:gd name="T4" fmla="*/ 5 w 8"/>
                  <a:gd name="T5" fmla="*/ 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6"/>
                    </a:moveTo>
                    <a:cubicBezTo>
                      <a:pt x="8" y="4"/>
                      <a:pt x="2" y="1"/>
                      <a:pt x="0" y="0"/>
                    </a:cubicBezTo>
                    <a:cubicBezTo>
                      <a:pt x="1" y="3"/>
                      <a:pt x="3" y="5"/>
                      <a:pt x="5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7" name="Freeform 147">
                <a:extLst>
                  <a:ext uri="{FF2B5EF4-FFF2-40B4-BE49-F238E27FC236}">
                    <a16:creationId xmlns:a16="http://schemas.microsoft.com/office/drawing/2014/main" id="{C789147A-DFCF-4977-A894-12FBACC03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753"/>
                <a:ext cx="7" cy="7"/>
              </a:xfrm>
              <a:custGeom>
                <a:avLst/>
                <a:gdLst>
                  <a:gd name="T0" fmla="*/ 4 w 8"/>
                  <a:gd name="T1" fmla="*/ 7 h 7"/>
                  <a:gd name="T2" fmla="*/ 0 w 8"/>
                  <a:gd name="T3" fmla="*/ 0 h 7"/>
                  <a:gd name="T4" fmla="*/ 4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8" y="4"/>
                      <a:pt x="4" y="0"/>
                      <a:pt x="0" y="0"/>
                    </a:cubicBezTo>
                    <a:cubicBezTo>
                      <a:pt x="0" y="3"/>
                      <a:pt x="2" y="4"/>
                      <a:pt x="5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8" name="Freeform 148">
                <a:extLst>
                  <a:ext uri="{FF2B5EF4-FFF2-40B4-BE49-F238E27FC236}">
                    <a16:creationId xmlns:a16="http://schemas.microsoft.com/office/drawing/2014/main" id="{2F197355-6DC3-4305-A7C7-496C11C06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708"/>
                <a:ext cx="7" cy="8"/>
              </a:xfrm>
              <a:custGeom>
                <a:avLst/>
                <a:gdLst>
                  <a:gd name="T0" fmla="*/ 6 w 7"/>
                  <a:gd name="T1" fmla="*/ 6 h 8"/>
                  <a:gd name="T2" fmla="*/ 6 w 7"/>
                  <a:gd name="T3" fmla="*/ 7 h 8"/>
                  <a:gd name="T4" fmla="*/ 2 w 7"/>
                  <a:gd name="T5" fmla="*/ 0 h 8"/>
                  <a:gd name="T6" fmla="*/ 6 w 7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6" y="6"/>
                    </a:moveTo>
                    <a:cubicBezTo>
                      <a:pt x="6" y="7"/>
                      <a:pt x="5" y="8"/>
                      <a:pt x="6" y="7"/>
                    </a:cubicBezTo>
                    <a:cubicBezTo>
                      <a:pt x="7" y="4"/>
                      <a:pt x="6" y="0"/>
                      <a:pt x="2" y="0"/>
                    </a:cubicBezTo>
                    <a:cubicBezTo>
                      <a:pt x="0" y="3"/>
                      <a:pt x="3" y="6"/>
                      <a:pt x="6" y="8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9" name="Freeform 149">
                <a:extLst>
                  <a:ext uri="{FF2B5EF4-FFF2-40B4-BE49-F238E27FC236}">
                    <a16:creationId xmlns:a16="http://schemas.microsoft.com/office/drawing/2014/main" id="{35C35183-1D32-484E-A555-7A7D91AFF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714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3 w 3"/>
                  <a:gd name="T5" fmla="*/ 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1" y="4"/>
                      <a:pt x="2" y="3"/>
                      <a:pt x="3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0" name="Freeform 150">
                <a:extLst>
                  <a:ext uri="{FF2B5EF4-FFF2-40B4-BE49-F238E27FC236}">
                    <a16:creationId xmlns:a16="http://schemas.microsoft.com/office/drawing/2014/main" id="{2B897E4D-D7ED-43D8-B044-842963E62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681"/>
                <a:ext cx="2" cy="5"/>
              </a:xfrm>
              <a:custGeom>
                <a:avLst/>
                <a:gdLst>
                  <a:gd name="T0" fmla="*/ 2 w 2"/>
                  <a:gd name="T1" fmla="*/ 3 h 6"/>
                  <a:gd name="T2" fmla="*/ 0 w 2"/>
                  <a:gd name="T3" fmla="*/ 0 h 6"/>
                  <a:gd name="T4" fmla="*/ 2 w 2"/>
                  <a:gd name="T5" fmla="*/ 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3"/>
                      <a:pt x="2" y="1"/>
                      <a:pt x="0" y="0"/>
                    </a:cubicBezTo>
                    <a:cubicBezTo>
                      <a:pt x="0" y="2"/>
                      <a:pt x="1" y="4"/>
                      <a:pt x="2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1" name="Freeform 151">
                <a:extLst>
                  <a:ext uri="{FF2B5EF4-FFF2-40B4-BE49-F238E27FC236}">
                    <a16:creationId xmlns:a16="http://schemas.microsoft.com/office/drawing/2014/main" id="{1018D9CB-0F2C-4988-8098-DCF55DE94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691"/>
                <a:ext cx="3" cy="10"/>
              </a:xfrm>
              <a:custGeom>
                <a:avLst/>
                <a:gdLst>
                  <a:gd name="T0" fmla="*/ 0 w 3"/>
                  <a:gd name="T1" fmla="*/ 10 h 10"/>
                  <a:gd name="T2" fmla="*/ 1 w 3"/>
                  <a:gd name="T3" fmla="*/ 0 h 10"/>
                  <a:gd name="T4" fmla="*/ 1 w 3"/>
                  <a:gd name="T5" fmla="*/ 1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cubicBezTo>
                      <a:pt x="3" y="10"/>
                      <a:pt x="1" y="2"/>
                      <a:pt x="1" y="0"/>
                    </a:cubicBezTo>
                    <a:cubicBezTo>
                      <a:pt x="0" y="3"/>
                      <a:pt x="0" y="7"/>
                      <a:pt x="1" y="1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2" name="Freeform 152">
                <a:extLst>
                  <a:ext uri="{FF2B5EF4-FFF2-40B4-BE49-F238E27FC236}">
                    <a16:creationId xmlns:a16="http://schemas.microsoft.com/office/drawing/2014/main" id="{3421000D-F33B-4D23-8B3B-4E4496B3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714"/>
                <a:ext cx="5" cy="6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3 h 7"/>
                  <a:gd name="T4" fmla="*/ 5 w 5"/>
                  <a:gd name="T5" fmla="*/ 0 h 7"/>
                  <a:gd name="T6" fmla="*/ 0 w 5"/>
                  <a:gd name="T7" fmla="*/ 3 h 7"/>
                  <a:gd name="T8" fmla="*/ 1 w 5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4" y="4"/>
                      <a:pt x="5" y="2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6"/>
                      <a:pt x="1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3" name="Freeform 153">
                <a:extLst>
                  <a:ext uri="{FF2B5EF4-FFF2-40B4-BE49-F238E27FC236}">
                    <a16:creationId xmlns:a16="http://schemas.microsoft.com/office/drawing/2014/main" id="{22CB8D02-5132-4C33-9A0C-05E0D7FC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736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0 h 2"/>
                  <a:gd name="T4" fmla="*/ 0 w 3"/>
                  <a:gd name="T5" fmla="*/ 1 h 2"/>
                  <a:gd name="T6" fmla="*/ 1 w 3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1" y="1"/>
                      <a:pt x="0" y="1"/>
                    </a:cubicBezTo>
                    <a:cubicBezTo>
                      <a:pt x="0" y="2"/>
                      <a:pt x="0" y="1"/>
                      <a:pt x="1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4" name="Freeform 154">
                <a:extLst>
                  <a:ext uri="{FF2B5EF4-FFF2-40B4-BE49-F238E27FC236}">
                    <a16:creationId xmlns:a16="http://schemas.microsoft.com/office/drawing/2014/main" id="{C2F74AA7-BBFF-4498-8CD5-5BA0798B3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757"/>
                <a:ext cx="24" cy="65"/>
              </a:xfrm>
              <a:custGeom>
                <a:avLst/>
                <a:gdLst>
                  <a:gd name="T0" fmla="*/ 13 w 25"/>
                  <a:gd name="T1" fmla="*/ 60 h 67"/>
                  <a:gd name="T2" fmla="*/ 3 w 25"/>
                  <a:gd name="T3" fmla="*/ 31 h 67"/>
                  <a:gd name="T4" fmla="*/ 9 w 25"/>
                  <a:gd name="T5" fmla="*/ 0 h 67"/>
                  <a:gd name="T6" fmla="*/ 19 w 25"/>
                  <a:gd name="T7" fmla="*/ 29 h 67"/>
                  <a:gd name="T8" fmla="*/ 13 w 25"/>
                  <a:gd name="T9" fmla="*/ 6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7">
                    <a:moveTo>
                      <a:pt x="16" y="66"/>
                    </a:moveTo>
                    <a:cubicBezTo>
                      <a:pt x="11" y="67"/>
                      <a:pt x="5" y="52"/>
                      <a:pt x="3" y="34"/>
                    </a:cubicBezTo>
                    <a:cubicBezTo>
                      <a:pt x="0" y="16"/>
                      <a:pt x="3" y="1"/>
                      <a:pt x="9" y="0"/>
                    </a:cubicBezTo>
                    <a:cubicBezTo>
                      <a:pt x="14" y="0"/>
                      <a:pt x="20" y="14"/>
                      <a:pt x="22" y="32"/>
                    </a:cubicBezTo>
                    <a:cubicBezTo>
                      <a:pt x="25" y="50"/>
                      <a:pt x="22" y="65"/>
                      <a:pt x="16" y="66"/>
                    </a:cubicBezTo>
                    <a:close/>
                  </a:path>
                </a:pathLst>
              </a:custGeom>
              <a:solidFill>
                <a:srgbClr val="A8C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5" name="Freeform 155">
                <a:extLst>
                  <a:ext uri="{FF2B5EF4-FFF2-40B4-BE49-F238E27FC236}">
                    <a16:creationId xmlns:a16="http://schemas.microsoft.com/office/drawing/2014/main" id="{0C86B744-057F-42EA-800A-F45880DCB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587"/>
                <a:ext cx="199" cy="394"/>
              </a:xfrm>
              <a:custGeom>
                <a:avLst/>
                <a:gdLst>
                  <a:gd name="T0" fmla="*/ 102 w 206"/>
                  <a:gd name="T1" fmla="*/ 5 h 406"/>
                  <a:gd name="T2" fmla="*/ 173 w 206"/>
                  <a:gd name="T3" fmla="*/ 198 h 406"/>
                  <a:gd name="T4" fmla="*/ 54 w 206"/>
                  <a:gd name="T5" fmla="*/ 361 h 406"/>
                  <a:gd name="T6" fmla="*/ 14 w 206"/>
                  <a:gd name="T7" fmla="*/ 175 h 406"/>
                  <a:gd name="T8" fmla="*/ 102 w 206"/>
                  <a:gd name="T9" fmla="*/ 5 h 4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06">
                    <a:moveTo>
                      <a:pt x="114" y="5"/>
                    </a:moveTo>
                    <a:cubicBezTo>
                      <a:pt x="194" y="16"/>
                      <a:pt x="206" y="107"/>
                      <a:pt x="191" y="216"/>
                    </a:cubicBezTo>
                    <a:cubicBezTo>
                      <a:pt x="176" y="324"/>
                      <a:pt x="143" y="406"/>
                      <a:pt x="60" y="395"/>
                    </a:cubicBezTo>
                    <a:cubicBezTo>
                      <a:pt x="21" y="389"/>
                      <a:pt x="0" y="299"/>
                      <a:pt x="15" y="191"/>
                    </a:cubicBezTo>
                    <a:cubicBezTo>
                      <a:pt x="30" y="83"/>
                      <a:pt x="76" y="0"/>
                      <a:pt x="114" y="5"/>
                    </a:cubicBezTo>
                    <a:close/>
                  </a:path>
                </a:pathLst>
              </a:custGeom>
              <a:solidFill>
                <a:srgbClr val="4B8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6" name="Freeform 156">
                <a:extLst>
                  <a:ext uri="{FF2B5EF4-FFF2-40B4-BE49-F238E27FC236}">
                    <a16:creationId xmlns:a16="http://schemas.microsoft.com/office/drawing/2014/main" id="{16434E0B-33D6-4A1C-8145-14B15C61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586"/>
                <a:ext cx="187" cy="390"/>
              </a:xfrm>
              <a:custGeom>
                <a:avLst/>
                <a:gdLst>
                  <a:gd name="T0" fmla="*/ 112 w 193"/>
                  <a:gd name="T1" fmla="*/ 6 h 402"/>
                  <a:gd name="T2" fmla="*/ 162 w 193"/>
                  <a:gd name="T3" fmla="*/ 194 h 402"/>
                  <a:gd name="T4" fmla="*/ 64 w 193"/>
                  <a:gd name="T5" fmla="*/ 362 h 402"/>
                  <a:gd name="T6" fmla="*/ 15 w 193"/>
                  <a:gd name="T7" fmla="*/ 174 h 402"/>
                  <a:gd name="T8" fmla="*/ 112 w 193"/>
                  <a:gd name="T9" fmla="*/ 6 h 4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3" h="402">
                    <a:moveTo>
                      <a:pt x="124" y="6"/>
                    </a:moveTo>
                    <a:cubicBezTo>
                      <a:pt x="169" y="13"/>
                      <a:pt x="193" y="105"/>
                      <a:pt x="178" y="212"/>
                    </a:cubicBezTo>
                    <a:cubicBezTo>
                      <a:pt x="163" y="320"/>
                      <a:pt x="115" y="402"/>
                      <a:pt x="70" y="396"/>
                    </a:cubicBezTo>
                    <a:cubicBezTo>
                      <a:pt x="24" y="390"/>
                      <a:pt x="0" y="297"/>
                      <a:pt x="15" y="190"/>
                    </a:cubicBezTo>
                    <a:cubicBezTo>
                      <a:pt x="30" y="82"/>
                      <a:pt x="79" y="0"/>
                      <a:pt x="124" y="6"/>
                    </a:cubicBezTo>
                    <a:close/>
                  </a:path>
                </a:pathLst>
              </a:custGeom>
              <a:solidFill>
                <a:srgbClr val="93C4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7" name="Freeform 157">
                <a:extLst>
                  <a:ext uri="{FF2B5EF4-FFF2-40B4-BE49-F238E27FC236}">
                    <a16:creationId xmlns:a16="http://schemas.microsoft.com/office/drawing/2014/main" id="{14C5689A-58CF-4EDF-9A34-D3DA28443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823"/>
                <a:ext cx="10" cy="16"/>
              </a:xfrm>
              <a:custGeom>
                <a:avLst/>
                <a:gdLst>
                  <a:gd name="T0" fmla="*/ 10 w 10"/>
                  <a:gd name="T1" fmla="*/ 0 h 16"/>
                  <a:gd name="T2" fmla="*/ 1 w 10"/>
                  <a:gd name="T3" fmla="*/ 16 h 16"/>
                  <a:gd name="T4" fmla="*/ 8 w 10"/>
                  <a:gd name="T5" fmla="*/ 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6" y="4"/>
                      <a:pt x="0" y="9"/>
                      <a:pt x="1" y="16"/>
                    </a:cubicBezTo>
                    <a:cubicBezTo>
                      <a:pt x="6" y="15"/>
                      <a:pt x="9" y="8"/>
                      <a:pt x="8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8" name="Freeform 158">
                <a:extLst>
                  <a:ext uri="{FF2B5EF4-FFF2-40B4-BE49-F238E27FC236}">
                    <a16:creationId xmlns:a16="http://schemas.microsoft.com/office/drawing/2014/main" id="{EA57AD95-B7AA-4C66-A1C0-E500DB039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850"/>
                <a:ext cx="8" cy="21"/>
              </a:xfrm>
              <a:custGeom>
                <a:avLst/>
                <a:gdLst>
                  <a:gd name="T0" fmla="*/ 8 w 8"/>
                  <a:gd name="T1" fmla="*/ 0 h 22"/>
                  <a:gd name="T2" fmla="*/ 5 w 8"/>
                  <a:gd name="T3" fmla="*/ 17 h 22"/>
                  <a:gd name="T4" fmla="*/ 6 w 8"/>
                  <a:gd name="T5" fmla="*/ 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7" y="4"/>
                      <a:pt x="0" y="17"/>
                      <a:pt x="5" y="20"/>
                    </a:cubicBezTo>
                    <a:cubicBezTo>
                      <a:pt x="8" y="22"/>
                      <a:pt x="5" y="7"/>
                      <a:pt x="6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9" name="Freeform 159">
                <a:extLst>
                  <a:ext uri="{FF2B5EF4-FFF2-40B4-BE49-F238E27FC236}">
                    <a16:creationId xmlns:a16="http://schemas.microsoft.com/office/drawing/2014/main" id="{0F2B3BFC-6997-4426-BB93-8E516749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821"/>
                <a:ext cx="7" cy="17"/>
              </a:xfrm>
              <a:custGeom>
                <a:avLst/>
                <a:gdLst>
                  <a:gd name="T0" fmla="*/ 7 w 7"/>
                  <a:gd name="T1" fmla="*/ 0 h 17"/>
                  <a:gd name="T2" fmla="*/ 2 w 7"/>
                  <a:gd name="T3" fmla="*/ 17 h 17"/>
                  <a:gd name="T4" fmla="*/ 4 w 7"/>
                  <a:gd name="T5" fmla="*/ 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4" y="2"/>
                      <a:pt x="0" y="14"/>
                      <a:pt x="2" y="17"/>
                    </a:cubicBezTo>
                    <a:cubicBezTo>
                      <a:pt x="4" y="14"/>
                      <a:pt x="4" y="10"/>
                      <a:pt x="4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0" name="Freeform 160">
                <a:extLst>
                  <a:ext uri="{FF2B5EF4-FFF2-40B4-BE49-F238E27FC236}">
                    <a16:creationId xmlns:a16="http://schemas.microsoft.com/office/drawing/2014/main" id="{BC3112DE-6538-49B9-820F-F8D580757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848"/>
                <a:ext cx="8" cy="13"/>
              </a:xfrm>
              <a:custGeom>
                <a:avLst/>
                <a:gdLst>
                  <a:gd name="T0" fmla="*/ 5 w 8"/>
                  <a:gd name="T1" fmla="*/ 5 h 14"/>
                  <a:gd name="T2" fmla="*/ 4 w 8"/>
                  <a:gd name="T3" fmla="*/ 11 h 14"/>
                  <a:gd name="T4" fmla="*/ 8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5" y="5"/>
                    </a:moveTo>
                    <a:cubicBezTo>
                      <a:pt x="2" y="6"/>
                      <a:pt x="0" y="14"/>
                      <a:pt x="4" y="14"/>
                    </a:cubicBezTo>
                    <a:cubicBezTo>
                      <a:pt x="8" y="13"/>
                      <a:pt x="8" y="3"/>
                      <a:pt x="8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1" name="Freeform 161">
                <a:extLst>
                  <a:ext uri="{FF2B5EF4-FFF2-40B4-BE49-F238E27FC236}">
                    <a16:creationId xmlns:a16="http://schemas.microsoft.com/office/drawing/2014/main" id="{0F5A6175-2562-40F1-8C66-CCB93694C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812"/>
                <a:ext cx="11" cy="6"/>
              </a:xfrm>
              <a:custGeom>
                <a:avLst/>
                <a:gdLst>
                  <a:gd name="T0" fmla="*/ 9 w 12"/>
                  <a:gd name="T1" fmla="*/ 3 h 7"/>
                  <a:gd name="T2" fmla="*/ 0 w 12"/>
                  <a:gd name="T3" fmla="*/ 4 h 7"/>
                  <a:gd name="T4" fmla="*/ 8 w 1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2" y="3"/>
                    </a:moveTo>
                    <a:cubicBezTo>
                      <a:pt x="8" y="1"/>
                      <a:pt x="3" y="5"/>
                      <a:pt x="0" y="7"/>
                    </a:cubicBezTo>
                    <a:cubicBezTo>
                      <a:pt x="4" y="5"/>
                      <a:pt x="8" y="3"/>
                      <a:pt x="11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2" name="Freeform 162">
                <a:extLst>
                  <a:ext uri="{FF2B5EF4-FFF2-40B4-BE49-F238E27FC236}">
                    <a16:creationId xmlns:a16="http://schemas.microsoft.com/office/drawing/2014/main" id="{D08DC61C-46CC-4CB2-80DA-41857BAE4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874"/>
                <a:ext cx="4" cy="16"/>
              </a:xfrm>
              <a:custGeom>
                <a:avLst/>
                <a:gdLst>
                  <a:gd name="T0" fmla="*/ 4 w 4"/>
                  <a:gd name="T1" fmla="*/ 3 h 17"/>
                  <a:gd name="T2" fmla="*/ 2 w 4"/>
                  <a:gd name="T3" fmla="*/ 14 h 17"/>
                  <a:gd name="T4" fmla="*/ 1 w 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4" y="3"/>
                    </a:moveTo>
                    <a:cubicBezTo>
                      <a:pt x="0" y="6"/>
                      <a:pt x="0" y="12"/>
                      <a:pt x="2" y="17"/>
                    </a:cubicBezTo>
                    <a:cubicBezTo>
                      <a:pt x="3" y="11"/>
                      <a:pt x="2" y="5"/>
                      <a:pt x="1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3" name="Freeform 163">
                <a:extLst>
                  <a:ext uri="{FF2B5EF4-FFF2-40B4-BE49-F238E27FC236}">
                    <a16:creationId xmlns:a16="http://schemas.microsoft.com/office/drawing/2014/main" id="{A4FB7508-B038-42D7-A875-5BD89897D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851"/>
                <a:ext cx="7" cy="11"/>
              </a:xfrm>
              <a:custGeom>
                <a:avLst/>
                <a:gdLst>
                  <a:gd name="T0" fmla="*/ 5 w 7"/>
                  <a:gd name="T1" fmla="*/ 0 h 11"/>
                  <a:gd name="T2" fmla="*/ 3 w 7"/>
                  <a:gd name="T3" fmla="*/ 11 h 11"/>
                  <a:gd name="T4" fmla="*/ 3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2" y="0"/>
                      <a:pt x="0" y="9"/>
                      <a:pt x="3" y="11"/>
                    </a:cubicBezTo>
                    <a:cubicBezTo>
                      <a:pt x="7" y="9"/>
                      <a:pt x="4" y="4"/>
                      <a:pt x="3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4" name="Freeform 164">
                <a:extLst>
                  <a:ext uri="{FF2B5EF4-FFF2-40B4-BE49-F238E27FC236}">
                    <a16:creationId xmlns:a16="http://schemas.microsoft.com/office/drawing/2014/main" id="{68A04C3B-B632-4905-8144-29627D7E4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867"/>
                <a:ext cx="13" cy="16"/>
              </a:xfrm>
              <a:custGeom>
                <a:avLst/>
                <a:gdLst>
                  <a:gd name="T0" fmla="*/ 5 w 13"/>
                  <a:gd name="T1" fmla="*/ 0 h 17"/>
                  <a:gd name="T2" fmla="*/ 6 w 13"/>
                  <a:gd name="T3" fmla="*/ 11 h 17"/>
                  <a:gd name="T4" fmla="*/ 5 w 13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5" y="0"/>
                    </a:moveTo>
                    <a:cubicBezTo>
                      <a:pt x="3" y="3"/>
                      <a:pt x="0" y="11"/>
                      <a:pt x="6" y="14"/>
                    </a:cubicBezTo>
                    <a:cubicBezTo>
                      <a:pt x="13" y="17"/>
                      <a:pt x="8" y="4"/>
                      <a:pt x="5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5" name="Freeform 165">
                <a:extLst>
                  <a:ext uri="{FF2B5EF4-FFF2-40B4-BE49-F238E27FC236}">
                    <a16:creationId xmlns:a16="http://schemas.microsoft.com/office/drawing/2014/main" id="{399D4829-379F-4B1A-B820-ADF727809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832"/>
                <a:ext cx="6" cy="14"/>
              </a:xfrm>
              <a:custGeom>
                <a:avLst/>
                <a:gdLst>
                  <a:gd name="T0" fmla="*/ 6 w 6"/>
                  <a:gd name="T1" fmla="*/ 0 h 14"/>
                  <a:gd name="T2" fmla="*/ 3 w 6"/>
                  <a:gd name="T3" fmla="*/ 0 h 14"/>
                  <a:gd name="T4" fmla="*/ 6 w 6"/>
                  <a:gd name="T5" fmla="*/ 14 h 14"/>
                  <a:gd name="T6" fmla="*/ 0 w 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1" y="4"/>
                      <a:pt x="3" y="12"/>
                      <a:pt x="6" y="14"/>
                    </a:cubicBezTo>
                    <a:cubicBezTo>
                      <a:pt x="6" y="9"/>
                      <a:pt x="3" y="4"/>
                      <a:pt x="0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6" name="Freeform 166">
                <a:extLst>
                  <a:ext uri="{FF2B5EF4-FFF2-40B4-BE49-F238E27FC236}">
                    <a16:creationId xmlns:a16="http://schemas.microsoft.com/office/drawing/2014/main" id="{1F7953EC-E90A-44C1-A5E9-9A7CCC745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821"/>
                <a:ext cx="7" cy="14"/>
              </a:xfrm>
              <a:custGeom>
                <a:avLst/>
                <a:gdLst>
                  <a:gd name="T0" fmla="*/ 5 w 7"/>
                  <a:gd name="T1" fmla="*/ 0 h 14"/>
                  <a:gd name="T2" fmla="*/ 7 w 7"/>
                  <a:gd name="T3" fmla="*/ 1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0" y="2"/>
                      <a:pt x="5" y="14"/>
                      <a:pt x="7" y="1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7" name="Freeform 167">
                <a:extLst>
                  <a:ext uri="{FF2B5EF4-FFF2-40B4-BE49-F238E27FC236}">
                    <a16:creationId xmlns:a16="http://schemas.microsoft.com/office/drawing/2014/main" id="{AFBCC1B5-96DA-406C-A9D6-BD3DAB6B3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782"/>
                <a:ext cx="12" cy="4"/>
              </a:xfrm>
              <a:custGeom>
                <a:avLst/>
                <a:gdLst>
                  <a:gd name="T0" fmla="*/ 10 w 13"/>
                  <a:gd name="T1" fmla="*/ 2 h 5"/>
                  <a:gd name="T2" fmla="*/ 0 w 13"/>
                  <a:gd name="T3" fmla="*/ 1 h 5"/>
                  <a:gd name="T4" fmla="*/ 0 w 13"/>
                  <a:gd name="T5" fmla="*/ 2 h 5"/>
                  <a:gd name="T6" fmla="*/ 10 w 13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13" y="5"/>
                    </a:moveTo>
                    <a:cubicBezTo>
                      <a:pt x="13" y="0"/>
                      <a:pt x="4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4" y="5"/>
                      <a:pt x="9" y="5"/>
                      <a:pt x="13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8" name="Freeform 168">
                <a:extLst>
                  <a:ext uri="{FF2B5EF4-FFF2-40B4-BE49-F238E27FC236}">
                    <a16:creationId xmlns:a16="http://schemas.microsoft.com/office/drawing/2014/main" id="{CB82B542-30F7-4292-99AD-2B2336FEE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757"/>
                <a:ext cx="11" cy="7"/>
              </a:xfrm>
              <a:custGeom>
                <a:avLst/>
                <a:gdLst>
                  <a:gd name="T0" fmla="*/ 10 w 11"/>
                  <a:gd name="T1" fmla="*/ 7 h 7"/>
                  <a:gd name="T2" fmla="*/ 11 w 11"/>
                  <a:gd name="T3" fmla="*/ 5 h 7"/>
                  <a:gd name="T4" fmla="*/ 0 w 11"/>
                  <a:gd name="T5" fmla="*/ 1 h 7"/>
                  <a:gd name="T6" fmla="*/ 8 w 11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0" y="7"/>
                    </a:moveTo>
                    <a:cubicBezTo>
                      <a:pt x="11" y="6"/>
                      <a:pt x="11" y="6"/>
                      <a:pt x="11" y="5"/>
                    </a:cubicBezTo>
                    <a:cubicBezTo>
                      <a:pt x="8" y="2"/>
                      <a:pt x="5" y="0"/>
                      <a:pt x="0" y="1"/>
                    </a:cubicBezTo>
                    <a:cubicBezTo>
                      <a:pt x="2" y="3"/>
                      <a:pt x="5" y="5"/>
                      <a:pt x="8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9" name="Freeform 169">
                <a:extLst>
                  <a:ext uri="{FF2B5EF4-FFF2-40B4-BE49-F238E27FC236}">
                    <a16:creationId xmlns:a16="http://schemas.microsoft.com/office/drawing/2014/main" id="{99EF8406-CC5D-490C-AAD1-5A7160D7B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796"/>
                <a:ext cx="9" cy="3"/>
              </a:xfrm>
              <a:custGeom>
                <a:avLst/>
                <a:gdLst>
                  <a:gd name="T0" fmla="*/ 7 w 10"/>
                  <a:gd name="T1" fmla="*/ 0 h 3"/>
                  <a:gd name="T2" fmla="*/ 0 w 10"/>
                  <a:gd name="T3" fmla="*/ 3 h 3"/>
                  <a:gd name="T4" fmla="*/ 5 w 10"/>
                  <a:gd name="T5" fmla="*/ 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7" y="0"/>
                      <a:pt x="3" y="0"/>
                      <a:pt x="0" y="3"/>
                    </a:cubicBezTo>
                    <a:cubicBezTo>
                      <a:pt x="2" y="3"/>
                      <a:pt x="3" y="3"/>
                      <a:pt x="5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0" name="Freeform 170">
                <a:extLst>
                  <a:ext uri="{FF2B5EF4-FFF2-40B4-BE49-F238E27FC236}">
                    <a16:creationId xmlns:a16="http://schemas.microsoft.com/office/drawing/2014/main" id="{512ADE9F-F0D8-4C94-A0E9-CAB0CD6F5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843"/>
                <a:ext cx="6" cy="9"/>
              </a:xfrm>
              <a:custGeom>
                <a:avLst/>
                <a:gdLst>
                  <a:gd name="T0" fmla="*/ 4 w 7"/>
                  <a:gd name="T1" fmla="*/ 0 h 10"/>
                  <a:gd name="T2" fmla="*/ 0 w 7"/>
                  <a:gd name="T3" fmla="*/ 7 h 10"/>
                  <a:gd name="T4" fmla="*/ 4 w 7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4" y="1"/>
                      <a:pt x="2" y="6"/>
                      <a:pt x="0" y="10"/>
                    </a:cubicBezTo>
                    <a:cubicBezTo>
                      <a:pt x="3" y="8"/>
                      <a:pt x="5" y="7"/>
                      <a:pt x="7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1" name="Freeform 171">
                <a:extLst>
                  <a:ext uri="{FF2B5EF4-FFF2-40B4-BE49-F238E27FC236}">
                    <a16:creationId xmlns:a16="http://schemas.microsoft.com/office/drawing/2014/main" id="{8472B2B3-B9A4-4DEA-8664-5FCAEA903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877"/>
                <a:ext cx="7" cy="13"/>
              </a:xfrm>
              <a:custGeom>
                <a:avLst/>
                <a:gdLst>
                  <a:gd name="T0" fmla="*/ 6 w 7"/>
                  <a:gd name="T1" fmla="*/ 0 h 14"/>
                  <a:gd name="T2" fmla="*/ 1 w 7"/>
                  <a:gd name="T3" fmla="*/ 7 h 14"/>
                  <a:gd name="T4" fmla="*/ 6 w 7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6" y="0"/>
                    </a:moveTo>
                    <a:cubicBezTo>
                      <a:pt x="4" y="1"/>
                      <a:pt x="0" y="5"/>
                      <a:pt x="1" y="8"/>
                    </a:cubicBezTo>
                    <a:cubicBezTo>
                      <a:pt x="3" y="14"/>
                      <a:pt x="7" y="5"/>
                      <a:pt x="6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172">
                <a:extLst>
                  <a:ext uri="{FF2B5EF4-FFF2-40B4-BE49-F238E27FC236}">
                    <a16:creationId xmlns:a16="http://schemas.microsoft.com/office/drawing/2014/main" id="{EE05E025-D885-401C-8E78-49191BBA7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900"/>
                <a:ext cx="7" cy="10"/>
              </a:xfrm>
              <a:custGeom>
                <a:avLst/>
                <a:gdLst>
                  <a:gd name="T0" fmla="*/ 3 w 7"/>
                  <a:gd name="T1" fmla="*/ 0 h 10"/>
                  <a:gd name="T2" fmla="*/ 2 w 7"/>
                  <a:gd name="T3" fmla="*/ 10 h 10"/>
                  <a:gd name="T4" fmla="*/ 7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0" y="3"/>
                      <a:pt x="1" y="7"/>
                      <a:pt x="2" y="10"/>
                    </a:cubicBezTo>
                    <a:cubicBezTo>
                      <a:pt x="6" y="8"/>
                      <a:pt x="6" y="3"/>
                      <a:pt x="7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173">
                <a:extLst>
                  <a:ext uri="{FF2B5EF4-FFF2-40B4-BE49-F238E27FC236}">
                    <a16:creationId xmlns:a16="http://schemas.microsoft.com/office/drawing/2014/main" id="{01ABD8FF-61BC-4A4C-BEE2-ADDD8752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904"/>
                <a:ext cx="5" cy="11"/>
              </a:xfrm>
              <a:custGeom>
                <a:avLst/>
                <a:gdLst>
                  <a:gd name="T0" fmla="*/ 2 w 5"/>
                  <a:gd name="T1" fmla="*/ 3 h 11"/>
                  <a:gd name="T2" fmla="*/ 0 w 5"/>
                  <a:gd name="T3" fmla="*/ 11 h 11"/>
                  <a:gd name="T4" fmla="*/ 1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2" y="3"/>
                    </a:moveTo>
                    <a:cubicBezTo>
                      <a:pt x="1" y="5"/>
                      <a:pt x="0" y="8"/>
                      <a:pt x="0" y="11"/>
                    </a:cubicBezTo>
                    <a:cubicBezTo>
                      <a:pt x="5" y="11"/>
                      <a:pt x="3" y="4"/>
                      <a:pt x="1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174">
                <a:extLst>
                  <a:ext uri="{FF2B5EF4-FFF2-40B4-BE49-F238E27FC236}">
                    <a16:creationId xmlns:a16="http://schemas.microsoft.com/office/drawing/2014/main" id="{469C4C12-77E9-4A34-94AA-7CC9DC94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893"/>
                <a:ext cx="3" cy="10"/>
              </a:xfrm>
              <a:custGeom>
                <a:avLst/>
                <a:gdLst>
                  <a:gd name="T0" fmla="*/ 1 w 3"/>
                  <a:gd name="T1" fmla="*/ 0 h 10"/>
                  <a:gd name="T2" fmla="*/ 3 w 3"/>
                  <a:gd name="T3" fmla="*/ 10 h 10"/>
                  <a:gd name="T4" fmla="*/ 2 w 3"/>
                  <a:gd name="T5" fmla="*/ 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1" y="0"/>
                    </a:moveTo>
                    <a:cubicBezTo>
                      <a:pt x="0" y="4"/>
                      <a:pt x="0" y="8"/>
                      <a:pt x="3" y="10"/>
                    </a:cubicBezTo>
                    <a:cubicBezTo>
                      <a:pt x="3" y="8"/>
                      <a:pt x="3" y="6"/>
                      <a:pt x="2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175">
                <a:extLst>
                  <a:ext uri="{FF2B5EF4-FFF2-40B4-BE49-F238E27FC236}">
                    <a16:creationId xmlns:a16="http://schemas.microsoft.com/office/drawing/2014/main" id="{26BAFA21-8B2E-4197-99F2-E6F4337D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864"/>
                <a:ext cx="4" cy="9"/>
              </a:xfrm>
              <a:custGeom>
                <a:avLst/>
                <a:gdLst>
                  <a:gd name="T0" fmla="*/ 3 w 4"/>
                  <a:gd name="T1" fmla="*/ 2 h 9"/>
                  <a:gd name="T2" fmla="*/ 0 w 4"/>
                  <a:gd name="T3" fmla="*/ 9 h 9"/>
                  <a:gd name="T4" fmla="*/ 4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3" y="2"/>
                    </a:moveTo>
                    <a:cubicBezTo>
                      <a:pt x="3" y="5"/>
                      <a:pt x="0" y="6"/>
                      <a:pt x="0" y="9"/>
                    </a:cubicBezTo>
                    <a:cubicBezTo>
                      <a:pt x="3" y="8"/>
                      <a:pt x="4" y="4"/>
                      <a:pt x="4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176">
                <a:extLst>
                  <a:ext uri="{FF2B5EF4-FFF2-40B4-BE49-F238E27FC236}">
                    <a16:creationId xmlns:a16="http://schemas.microsoft.com/office/drawing/2014/main" id="{4CFF9143-A89C-463A-B5D2-0E6982020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84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7 h 7"/>
                  <a:gd name="T4" fmla="*/ 4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3"/>
                      <a:pt x="2" y="3"/>
                      <a:pt x="0" y="7"/>
                    </a:cubicBezTo>
                    <a:cubicBezTo>
                      <a:pt x="2" y="6"/>
                      <a:pt x="3" y="5"/>
                      <a:pt x="4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177">
                <a:extLst>
                  <a:ext uri="{FF2B5EF4-FFF2-40B4-BE49-F238E27FC236}">
                    <a16:creationId xmlns:a16="http://schemas.microsoft.com/office/drawing/2014/main" id="{2B63DBD6-7E20-4D27-AF93-4C516F785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850"/>
                <a:ext cx="6" cy="13"/>
              </a:xfrm>
              <a:custGeom>
                <a:avLst/>
                <a:gdLst>
                  <a:gd name="T0" fmla="*/ 2 w 6"/>
                  <a:gd name="T1" fmla="*/ 0 h 13"/>
                  <a:gd name="T2" fmla="*/ 5 w 6"/>
                  <a:gd name="T3" fmla="*/ 13 h 13"/>
                  <a:gd name="T4" fmla="*/ 2 w 6"/>
                  <a:gd name="T5" fmla="*/ 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2" y="0"/>
                    </a:moveTo>
                    <a:cubicBezTo>
                      <a:pt x="0" y="4"/>
                      <a:pt x="1" y="11"/>
                      <a:pt x="5" y="13"/>
                    </a:cubicBezTo>
                    <a:cubicBezTo>
                      <a:pt x="6" y="10"/>
                      <a:pt x="5" y="6"/>
                      <a:pt x="2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178">
                <a:extLst>
                  <a:ext uri="{FF2B5EF4-FFF2-40B4-BE49-F238E27FC236}">
                    <a16:creationId xmlns:a16="http://schemas.microsoft.com/office/drawing/2014/main" id="{583A3F21-72D5-4789-99FE-2151D1857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825"/>
                <a:ext cx="12" cy="12"/>
              </a:xfrm>
              <a:custGeom>
                <a:avLst/>
                <a:gdLst>
                  <a:gd name="T0" fmla="*/ 1 w 12"/>
                  <a:gd name="T1" fmla="*/ 0 h 12"/>
                  <a:gd name="T2" fmla="*/ 11 w 12"/>
                  <a:gd name="T3" fmla="*/ 12 h 12"/>
                  <a:gd name="T4" fmla="*/ 1 w 12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cubicBezTo>
                      <a:pt x="0" y="6"/>
                      <a:pt x="6" y="12"/>
                      <a:pt x="11" y="12"/>
                    </a:cubicBezTo>
                    <a:cubicBezTo>
                      <a:pt x="12" y="7"/>
                      <a:pt x="4" y="5"/>
                      <a:pt x="1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179">
                <a:extLst>
                  <a:ext uri="{FF2B5EF4-FFF2-40B4-BE49-F238E27FC236}">
                    <a16:creationId xmlns:a16="http://schemas.microsoft.com/office/drawing/2014/main" id="{75D10AD5-97F8-48E2-8FEE-D56D4B0E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784"/>
                <a:ext cx="13" cy="6"/>
              </a:xfrm>
              <a:custGeom>
                <a:avLst/>
                <a:gdLst>
                  <a:gd name="T0" fmla="*/ 0 w 13"/>
                  <a:gd name="T1" fmla="*/ 1 h 6"/>
                  <a:gd name="T2" fmla="*/ 13 w 13"/>
                  <a:gd name="T3" fmla="*/ 4 h 6"/>
                  <a:gd name="T4" fmla="*/ 2 w 13"/>
                  <a:gd name="T5" fmla="*/ 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0" y="1"/>
                    </a:moveTo>
                    <a:cubicBezTo>
                      <a:pt x="2" y="5"/>
                      <a:pt x="9" y="6"/>
                      <a:pt x="13" y="4"/>
                    </a:cubicBezTo>
                    <a:cubicBezTo>
                      <a:pt x="11" y="2"/>
                      <a:pt x="4" y="0"/>
                      <a:pt x="2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Freeform 180">
                <a:extLst>
                  <a:ext uri="{FF2B5EF4-FFF2-40B4-BE49-F238E27FC236}">
                    <a16:creationId xmlns:a16="http://schemas.microsoft.com/office/drawing/2014/main" id="{8E0AAEDA-07AC-4788-A40E-5EEF2471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806"/>
                <a:ext cx="13" cy="4"/>
              </a:xfrm>
              <a:custGeom>
                <a:avLst/>
                <a:gdLst>
                  <a:gd name="T0" fmla="*/ 2 w 13"/>
                  <a:gd name="T1" fmla="*/ 0 h 4"/>
                  <a:gd name="T2" fmla="*/ 13 w 13"/>
                  <a:gd name="T3" fmla="*/ 4 h 4"/>
                  <a:gd name="T4" fmla="*/ 0 w 13"/>
                  <a:gd name="T5" fmla="*/ 0 h 4"/>
                  <a:gd name="T6" fmla="*/ 2 w 13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0" y="1"/>
                      <a:pt x="10" y="4"/>
                      <a:pt x="13" y="4"/>
                    </a:cubicBezTo>
                    <a:cubicBezTo>
                      <a:pt x="9" y="2"/>
                      <a:pt x="4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1" name="Freeform 181">
                <a:extLst>
                  <a:ext uri="{FF2B5EF4-FFF2-40B4-BE49-F238E27FC236}">
                    <a16:creationId xmlns:a16="http://schemas.microsoft.com/office/drawing/2014/main" id="{6907EE3A-4B31-4D56-9E3C-62D629FF7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752"/>
                <a:ext cx="12" cy="8"/>
              </a:xfrm>
              <a:custGeom>
                <a:avLst/>
                <a:gdLst>
                  <a:gd name="T0" fmla="*/ 0 w 12"/>
                  <a:gd name="T1" fmla="*/ 6 h 8"/>
                  <a:gd name="T2" fmla="*/ 12 w 12"/>
                  <a:gd name="T3" fmla="*/ 2 h 8"/>
                  <a:gd name="T4" fmla="*/ 0 w 12"/>
                  <a:gd name="T5" fmla="*/ 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4" y="8"/>
                      <a:pt x="11" y="6"/>
                      <a:pt x="12" y="2"/>
                    </a:cubicBezTo>
                    <a:cubicBezTo>
                      <a:pt x="8" y="0"/>
                      <a:pt x="3" y="1"/>
                      <a:pt x="0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182">
                <a:extLst>
                  <a:ext uri="{FF2B5EF4-FFF2-40B4-BE49-F238E27FC236}">
                    <a16:creationId xmlns:a16="http://schemas.microsoft.com/office/drawing/2014/main" id="{3EF77851-3209-4CBE-A957-9A64891D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722"/>
                <a:ext cx="9" cy="10"/>
              </a:xfrm>
              <a:custGeom>
                <a:avLst/>
                <a:gdLst>
                  <a:gd name="T0" fmla="*/ 5 w 9"/>
                  <a:gd name="T1" fmla="*/ 10 h 10"/>
                  <a:gd name="T2" fmla="*/ 9 w 9"/>
                  <a:gd name="T3" fmla="*/ 1 h 10"/>
                  <a:gd name="T4" fmla="*/ 0 w 9"/>
                  <a:gd name="T5" fmla="*/ 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10"/>
                    </a:moveTo>
                    <a:cubicBezTo>
                      <a:pt x="3" y="9"/>
                      <a:pt x="9" y="5"/>
                      <a:pt x="9" y="1"/>
                    </a:cubicBezTo>
                    <a:cubicBezTo>
                      <a:pt x="6" y="0"/>
                      <a:pt x="3" y="4"/>
                      <a:pt x="0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183">
                <a:extLst>
                  <a:ext uri="{FF2B5EF4-FFF2-40B4-BE49-F238E27FC236}">
                    <a16:creationId xmlns:a16="http://schemas.microsoft.com/office/drawing/2014/main" id="{1E148ED1-C611-49F9-A13F-827DA2FF2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699"/>
                <a:ext cx="9" cy="12"/>
              </a:xfrm>
              <a:custGeom>
                <a:avLst/>
                <a:gdLst>
                  <a:gd name="T0" fmla="*/ 3 w 9"/>
                  <a:gd name="T1" fmla="*/ 12 h 12"/>
                  <a:gd name="T2" fmla="*/ 0 w 9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3" y="12"/>
                    </a:moveTo>
                    <a:cubicBezTo>
                      <a:pt x="9" y="4"/>
                      <a:pt x="0" y="0"/>
                      <a:pt x="0" y="1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184">
                <a:extLst>
                  <a:ext uri="{FF2B5EF4-FFF2-40B4-BE49-F238E27FC236}">
                    <a16:creationId xmlns:a16="http://schemas.microsoft.com/office/drawing/2014/main" id="{DFBA6332-82E7-4FE8-A78F-21582EF45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687"/>
                <a:ext cx="6" cy="19"/>
              </a:xfrm>
              <a:custGeom>
                <a:avLst/>
                <a:gdLst>
                  <a:gd name="T0" fmla="*/ 3 w 7"/>
                  <a:gd name="T1" fmla="*/ 19 h 19"/>
                  <a:gd name="T2" fmla="*/ 2 w 7"/>
                  <a:gd name="T3" fmla="*/ 0 h 19"/>
                  <a:gd name="T4" fmla="*/ 1 w 7"/>
                  <a:gd name="T5" fmla="*/ 1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3" y="19"/>
                    </a:moveTo>
                    <a:cubicBezTo>
                      <a:pt x="4" y="14"/>
                      <a:pt x="7" y="4"/>
                      <a:pt x="2" y="0"/>
                    </a:cubicBezTo>
                    <a:cubicBezTo>
                      <a:pt x="0" y="4"/>
                      <a:pt x="0" y="9"/>
                      <a:pt x="1" y="1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185">
                <a:extLst>
                  <a:ext uri="{FF2B5EF4-FFF2-40B4-BE49-F238E27FC236}">
                    <a16:creationId xmlns:a16="http://schemas.microsoft.com/office/drawing/2014/main" id="{E33E1D63-3D28-4104-A851-08B99AE6C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706"/>
                <a:ext cx="4" cy="12"/>
              </a:xfrm>
              <a:custGeom>
                <a:avLst/>
                <a:gdLst>
                  <a:gd name="T0" fmla="*/ 0 w 4"/>
                  <a:gd name="T1" fmla="*/ 12 h 12"/>
                  <a:gd name="T2" fmla="*/ 1 w 4"/>
                  <a:gd name="T3" fmla="*/ 0 h 12"/>
                  <a:gd name="T4" fmla="*/ 1 w 4"/>
                  <a:gd name="T5" fmla="*/ 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cubicBezTo>
                      <a:pt x="4" y="9"/>
                      <a:pt x="4" y="4"/>
                      <a:pt x="1" y="0"/>
                    </a:cubicBezTo>
                    <a:cubicBezTo>
                      <a:pt x="0" y="3"/>
                      <a:pt x="1" y="6"/>
                      <a:pt x="1" y="9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186">
                <a:extLst>
                  <a:ext uri="{FF2B5EF4-FFF2-40B4-BE49-F238E27FC236}">
                    <a16:creationId xmlns:a16="http://schemas.microsoft.com/office/drawing/2014/main" id="{CAF842C9-7698-41E7-B7C0-24CB6022C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708"/>
                <a:ext cx="8" cy="9"/>
              </a:xfrm>
              <a:custGeom>
                <a:avLst/>
                <a:gdLst>
                  <a:gd name="T0" fmla="*/ 3 w 8"/>
                  <a:gd name="T1" fmla="*/ 8 h 9"/>
                  <a:gd name="T2" fmla="*/ 0 w 8"/>
                  <a:gd name="T3" fmla="*/ 0 h 9"/>
                  <a:gd name="T4" fmla="*/ 2 w 8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8"/>
                    </a:moveTo>
                    <a:cubicBezTo>
                      <a:pt x="8" y="7"/>
                      <a:pt x="2" y="1"/>
                      <a:pt x="0" y="0"/>
                    </a:cubicBezTo>
                    <a:cubicBezTo>
                      <a:pt x="0" y="3"/>
                      <a:pt x="1" y="6"/>
                      <a:pt x="2" y="9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187">
                <a:extLst>
                  <a:ext uri="{FF2B5EF4-FFF2-40B4-BE49-F238E27FC236}">
                    <a16:creationId xmlns:a16="http://schemas.microsoft.com/office/drawing/2014/main" id="{DB0208C5-BB84-4672-8703-1F9ED030A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722"/>
                <a:ext cx="9" cy="10"/>
              </a:xfrm>
              <a:custGeom>
                <a:avLst/>
                <a:gdLst>
                  <a:gd name="T0" fmla="*/ 4 w 9"/>
                  <a:gd name="T1" fmla="*/ 10 h 10"/>
                  <a:gd name="T2" fmla="*/ 1 w 9"/>
                  <a:gd name="T3" fmla="*/ 0 h 10"/>
                  <a:gd name="T4" fmla="*/ 5 w 9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9" y="7"/>
                      <a:pt x="5" y="2"/>
                      <a:pt x="1" y="0"/>
                    </a:cubicBezTo>
                    <a:cubicBezTo>
                      <a:pt x="0" y="3"/>
                      <a:pt x="3" y="6"/>
                      <a:pt x="5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188">
                <a:extLst>
                  <a:ext uri="{FF2B5EF4-FFF2-40B4-BE49-F238E27FC236}">
                    <a16:creationId xmlns:a16="http://schemas.microsoft.com/office/drawing/2014/main" id="{007F1CD8-1F12-4623-923C-00A0C8FBE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671"/>
                <a:ext cx="8" cy="12"/>
              </a:xfrm>
              <a:custGeom>
                <a:avLst/>
                <a:gdLst>
                  <a:gd name="T0" fmla="*/ 5 w 8"/>
                  <a:gd name="T1" fmla="*/ 9 h 12"/>
                  <a:gd name="T2" fmla="*/ 6 w 8"/>
                  <a:gd name="T3" fmla="*/ 10 h 12"/>
                  <a:gd name="T4" fmla="*/ 3 w 8"/>
                  <a:gd name="T5" fmla="*/ 0 h 12"/>
                  <a:gd name="T6" fmla="*/ 6 w 8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5" y="9"/>
                    </a:moveTo>
                    <a:cubicBezTo>
                      <a:pt x="5" y="10"/>
                      <a:pt x="4" y="11"/>
                      <a:pt x="6" y="10"/>
                    </a:cubicBezTo>
                    <a:cubicBezTo>
                      <a:pt x="8" y="6"/>
                      <a:pt x="7" y="1"/>
                      <a:pt x="3" y="0"/>
                    </a:cubicBezTo>
                    <a:cubicBezTo>
                      <a:pt x="0" y="4"/>
                      <a:pt x="3" y="8"/>
                      <a:pt x="6" y="1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189">
                <a:extLst>
                  <a:ext uri="{FF2B5EF4-FFF2-40B4-BE49-F238E27FC236}">
                    <a16:creationId xmlns:a16="http://schemas.microsoft.com/office/drawing/2014/main" id="{AAD7CC43-6208-482A-BA42-54549809D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674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4 h 5"/>
                  <a:gd name="T4" fmla="*/ 3 w 5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1" y="2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190">
                <a:extLst>
                  <a:ext uri="{FF2B5EF4-FFF2-40B4-BE49-F238E27FC236}">
                    <a16:creationId xmlns:a16="http://schemas.microsoft.com/office/drawing/2014/main" id="{408CF085-E2EA-43BD-A66D-74F4FBA79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642"/>
                <a:ext cx="3" cy="8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0 h 8"/>
                  <a:gd name="T4" fmla="*/ 1 w 3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2" y="5"/>
                      <a:pt x="3" y="1"/>
                      <a:pt x="1" y="0"/>
                    </a:cubicBezTo>
                    <a:cubicBezTo>
                      <a:pt x="0" y="3"/>
                      <a:pt x="0" y="5"/>
                      <a:pt x="1" y="8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191">
                <a:extLst>
                  <a:ext uri="{FF2B5EF4-FFF2-40B4-BE49-F238E27FC236}">
                    <a16:creationId xmlns:a16="http://schemas.microsoft.com/office/drawing/2014/main" id="{4D05EC64-526F-447D-9FBE-811693456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661"/>
                <a:ext cx="4" cy="13"/>
              </a:xfrm>
              <a:custGeom>
                <a:avLst/>
                <a:gdLst>
                  <a:gd name="T0" fmla="*/ 0 w 4"/>
                  <a:gd name="T1" fmla="*/ 11 h 13"/>
                  <a:gd name="T2" fmla="*/ 4 w 4"/>
                  <a:gd name="T3" fmla="*/ 0 h 13"/>
                  <a:gd name="T4" fmla="*/ 0 w 4"/>
                  <a:gd name="T5" fmla="*/ 1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3">
                    <a:moveTo>
                      <a:pt x="0" y="11"/>
                    </a:moveTo>
                    <a:cubicBezTo>
                      <a:pt x="3" y="13"/>
                      <a:pt x="4" y="3"/>
                      <a:pt x="4" y="0"/>
                    </a:cubicBezTo>
                    <a:cubicBezTo>
                      <a:pt x="2" y="4"/>
                      <a:pt x="1" y="8"/>
                      <a:pt x="0" y="1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192">
                <a:extLst>
                  <a:ext uri="{FF2B5EF4-FFF2-40B4-BE49-F238E27FC236}">
                    <a16:creationId xmlns:a16="http://schemas.microsoft.com/office/drawing/2014/main" id="{19CF3A40-D07E-426B-AEF3-512EF9EA9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694"/>
                <a:ext cx="7" cy="7"/>
              </a:xfrm>
              <a:custGeom>
                <a:avLst/>
                <a:gdLst>
                  <a:gd name="T0" fmla="*/ 4 w 8"/>
                  <a:gd name="T1" fmla="*/ 3 h 7"/>
                  <a:gd name="T2" fmla="*/ 4 w 8"/>
                  <a:gd name="T3" fmla="*/ 5 h 7"/>
                  <a:gd name="T4" fmla="*/ 5 w 8"/>
                  <a:gd name="T5" fmla="*/ 1 h 7"/>
                  <a:gd name="T6" fmla="*/ 0 w 8"/>
                  <a:gd name="T7" fmla="*/ 6 h 7"/>
                  <a:gd name="T8" fmla="*/ 2 w 8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3"/>
                    </a:moveTo>
                    <a:cubicBezTo>
                      <a:pt x="4" y="4"/>
                      <a:pt x="4" y="5"/>
                      <a:pt x="4" y="5"/>
                    </a:cubicBezTo>
                    <a:cubicBezTo>
                      <a:pt x="6" y="5"/>
                      <a:pt x="8" y="4"/>
                      <a:pt x="8" y="1"/>
                    </a:cubicBezTo>
                    <a:cubicBezTo>
                      <a:pt x="5" y="0"/>
                      <a:pt x="2" y="3"/>
                      <a:pt x="0" y="6"/>
                    </a:cubicBezTo>
                    <a:cubicBezTo>
                      <a:pt x="0" y="7"/>
                      <a:pt x="1" y="6"/>
                      <a:pt x="2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193">
                <a:extLst>
                  <a:ext uri="{FF2B5EF4-FFF2-40B4-BE49-F238E27FC236}">
                    <a16:creationId xmlns:a16="http://schemas.microsoft.com/office/drawing/2014/main" id="{D679267B-A072-400C-9243-6AFBD2552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725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2 h 3"/>
                  <a:gd name="T4" fmla="*/ 0 w 5"/>
                  <a:gd name="T5" fmla="*/ 2 h 3"/>
                  <a:gd name="T6" fmla="*/ 1 w 5"/>
                  <a:gd name="T7" fmla="*/ 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3" y="1"/>
                      <a:pt x="4" y="1"/>
                      <a:pt x="5" y="2"/>
                    </a:cubicBezTo>
                    <a:cubicBezTo>
                      <a:pt x="4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194">
                <a:extLst>
                  <a:ext uri="{FF2B5EF4-FFF2-40B4-BE49-F238E27FC236}">
                    <a16:creationId xmlns:a16="http://schemas.microsoft.com/office/drawing/2014/main" id="{1E6C04EF-D2CE-4E96-A782-6E67BF96B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738"/>
                <a:ext cx="29" cy="81"/>
              </a:xfrm>
              <a:custGeom>
                <a:avLst/>
                <a:gdLst>
                  <a:gd name="T0" fmla="*/ 9 w 30"/>
                  <a:gd name="T1" fmla="*/ 74 h 84"/>
                  <a:gd name="T2" fmla="*/ 3 w 30"/>
                  <a:gd name="T3" fmla="*/ 37 h 84"/>
                  <a:gd name="T4" fmla="*/ 18 w 30"/>
                  <a:gd name="T5" fmla="*/ 1 h 84"/>
                  <a:gd name="T6" fmla="*/ 24 w 30"/>
                  <a:gd name="T7" fmla="*/ 39 h 84"/>
                  <a:gd name="T8" fmla="*/ 9 w 30"/>
                  <a:gd name="T9" fmla="*/ 7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4">
                    <a:moveTo>
                      <a:pt x="9" y="83"/>
                    </a:moveTo>
                    <a:cubicBezTo>
                      <a:pt x="3" y="82"/>
                      <a:pt x="0" y="63"/>
                      <a:pt x="3" y="40"/>
                    </a:cubicBezTo>
                    <a:cubicBezTo>
                      <a:pt x="6" y="17"/>
                      <a:pt x="14" y="0"/>
                      <a:pt x="21" y="1"/>
                    </a:cubicBezTo>
                    <a:cubicBezTo>
                      <a:pt x="27" y="1"/>
                      <a:pt x="30" y="21"/>
                      <a:pt x="27" y="43"/>
                    </a:cubicBezTo>
                    <a:cubicBezTo>
                      <a:pt x="24" y="66"/>
                      <a:pt x="16" y="84"/>
                      <a:pt x="9" y="83"/>
                    </a:cubicBezTo>
                    <a:close/>
                  </a:path>
                </a:pathLst>
              </a:custGeom>
              <a:solidFill>
                <a:srgbClr val="A8C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195">
                <a:extLst>
                  <a:ext uri="{FF2B5EF4-FFF2-40B4-BE49-F238E27FC236}">
                    <a16:creationId xmlns:a16="http://schemas.microsoft.com/office/drawing/2014/main" id="{556C5A70-FE7F-4402-9241-0DCD2975A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718"/>
                <a:ext cx="315" cy="273"/>
              </a:xfrm>
              <a:custGeom>
                <a:avLst/>
                <a:gdLst>
                  <a:gd name="T0" fmla="*/ 261 w 324"/>
                  <a:gd name="T1" fmla="*/ 22 h 282"/>
                  <a:gd name="T2" fmla="*/ 188 w 324"/>
                  <a:gd name="T3" fmla="*/ 177 h 282"/>
                  <a:gd name="T4" fmla="*/ 18 w 324"/>
                  <a:gd name="T5" fmla="*/ 207 h 282"/>
                  <a:gd name="T6" fmla="*/ 107 w 324"/>
                  <a:gd name="T7" fmla="*/ 73 h 282"/>
                  <a:gd name="T8" fmla="*/ 261 w 324"/>
                  <a:gd name="T9" fmla="*/ 22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4" h="282">
                    <a:moveTo>
                      <a:pt x="284" y="25"/>
                    </a:moveTo>
                    <a:cubicBezTo>
                      <a:pt x="324" y="77"/>
                      <a:pt x="277" y="138"/>
                      <a:pt x="204" y="195"/>
                    </a:cubicBezTo>
                    <a:cubicBezTo>
                      <a:pt x="131" y="251"/>
                      <a:pt x="62" y="282"/>
                      <a:pt x="20" y="228"/>
                    </a:cubicBezTo>
                    <a:cubicBezTo>
                      <a:pt x="0" y="203"/>
                      <a:pt x="42" y="137"/>
                      <a:pt x="116" y="80"/>
                    </a:cubicBezTo>
                    <a:cubicBezTo>
                      <a:pt x="189" y="24"/>
                      <a:pt x="265" y="0"/>
                      <a:pt x="284" y="25"/>
                    </a:cubicBezTo>
                    <a:close/>
                  </a:path>
                </a:pathLst>
              </a:custGeom>
              <a:solidFill>
                <a:srgbClr val="4B8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196">
                <a:extLst>
                  <a:ext uri="{FF2B5EF4-FFF2-40B4-BE49-F238E27FC236}">
                    <a16:creationId xmlns:a16="http://schemas.microsoft.com/office/drawing/2014/main" id="{5643B0C4-9FF3-4E9C-8F01-347B7B24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713"/>
                <a:ext cx="301" cy="254"/>
              </a:xfrm>
              <a:custGeom>
                <a:avLst/>
                <a:gdLst>
                  <a:gd name="T0" fmla="*/ 263 w 310"/>
                  <a:gd name="T1" fmla="*/ 27 h 262"/>
                  <a:gd name="T2" fmla="*/ 179 w 310"/>
                  <a:gd name="T3" fmla="*/ 168 h 262"/>
                  <a:gd name="T4" fmla="*/ 20 w 310"/>
                  <a:gd name="T5" fmla="*/ 212 h 262"/>
                  <a:gd name="T6" fmla="*/ 105 w 310"/>
                  <a:gd name="T7" fmla="*/ 72 h 262"/>
                  <a:gd name="T8" fmla="*/ 263 w 310"/>
                  <a:gd name="T9" fmla="*/ 27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0" h="262">
                    <a:moveTo>
                      <a:pt x="287" y="30"/>
                    </a:moveTo>
                    <a:cubicBezTo>
                      <a:pt x="310" y="59"/>
                      <a:pt x="269" y="128"/>
                      <a:pt x="196" y="184"/>
                    </a:cubicBezTo>
                    <a:cubicBezTo>
                      <a:pt x="123" y="241"/>
                      <a:pt x="46" y="262"/>
                      <a:pt x="23" y="233"/>
                    </a:cubicBezTo>
                    <a:cubicBezTo>
                      <a:pt x="0" y="204"/>
                      <a:pt x="41" y="134"/>
                      <a:pt x="114" y="78"/>
                    </a:cubicBezTo>
                    <a:cubicBezTo>
                      <a:pt x="187" y="22"/>
                      <a:pt x="265" y="0"/>
                      <a:pt x="287" y="30"/>
                    </a:cubicBezTo>
                    <a:close/>
                  </a:path>
                </a:pathLst>
              </a:custGeom>
              <a:solidFill>
                <a:srgbClr val="A4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197">
                <a:extLst>
                  <a:ext uri="{FF2B5EF4-FFF2-40B4-BE49-F238E27FC236}">
                    <a16:creationId xmlns:a16="http://schemas.microsoft.com/office/drawing/2014/main" id="{0C515702-7776-4101-B86B-4FDF50751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846"/>
                <a:ext cx="13" cy="5"/>
              </a:xfrm>
              <a:custGeom>
                <a:avLst/>
                <a:gdLst>
                  <a:gd name="T0" fmla="*/ 11 w 14"/>
                  <a:gd name="T1" fmla="*/ 0 h 6"/>
                  <a:gd name="T2" fmla="*/ 0 w 14"/>
                  <a:gd name="T3" fmla="*/ 3 h 6"/>
                  <a:gd name="T4" fmla="*/ 8 w 14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14" y="0"/>
                    </a:moveTo>
                    <a:cubicBezTo>
                      <a:pt x="10" y="0"/>
                      <a:pt x="3" y="0"/>
                      <a:pt x="0" y="4"/>
                    </a:cubicBezTo>
                    <a:cubicBezTo>
                      <a:pt x="3" y="6"/>
                      <a:pt x="9" y="4"/>
                      <a:pt x="11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198">
                <a:extLst>
                  <a:ext uri="{FF2B5EF4-FFF2-40B4-BE49-F238E27FC236}">
                    <a16:creationId xmlns:a16="http://schemas.microsoft.com/office/drawing/2014/main" id="{F1AB5677-F768-418F-A620-A1A5C3ED8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870"/>
                <a:ext cx="14" cy="12"/>
              </a:xfrm>
              <a:custGeom>
                <a:avLst/>
                <a:gdLst>
                  <a:gd name="T0" fmla="*/ 12 w 15"/>
                  <a:gd name="T1" fmla="*/ 0 h 13"/>
                  <a:gd name="T2" fmla="*/ 1 w 15"/>
                  <a:gd name="T3" fmla="*/ 7 h 13"/>
                  <a:gd name="T4" fmla="*/ 7 w 15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cubicBezTo>
                      <a:pt x="12" y="2"/>
                      <a:pt x="0" y="5"/>
                      <a:pt x="1" y="10"/>
                    </a:cubicBezTo>
                    <a:cubicBezTo>
                      <a:pt x="2" y="13"/>
                      <a:pt x="9" y="2"/>
                      <a:pt x="10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199">
                <a:extLst>
                  <a:ext uri="{FF2B5EF4-FFF2-40B4-BE49-F238E27FC236}">
                    <a16:creationId xmlns:a16="http://schemas.microsoft.com/office/drawing/2014/main" id="{AA7A9B83-5507-45E8-A31B-D8A9B61BC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852"/>
                <a:ext cx="13" cy="9"/>
              </a:xfrm>
              <a:custGeom>
                <a:avLst/>
                <a:gdLst>
                  <a:gd name="T0" fmla="*/ 13 w 13"/>
                  <a:gd name="T1" fmla="*/ 2 h 9"/>
                  <a:gd name="T2" fmla="*/ 0 w 13"/>
                  <a:gd name="T3" fmla="*/ 9 h 9"/>
                  <a:gd name="T4" fmla="*/ 7 w 13"/>
                  <a:gd name="T5" fmla="*/ 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3" y="2"/>
                    </a:moveTo>
                    <a:cubicBezTo>
                      <a:pt x="10" y="0"/>
                      <a:pt x="0" y="6"/>
                      <a:pt x="0" y="9"/>
                    </a:cubicBezTo>
                    <a:cubicBezTo>
                      <a:pt x="3" y="8"/>
                      <a:pt x="5" y="6"/>
                      <a:pt x="7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200">
                <a:extLst>
                  <a:ext uri="{FF2B5EF4-FFF2-40B4-BE49-F238E27FC236}">
                    <a16:creationId xmlns:a16="http://schemas.microsoft.com/office/drawing/2014/main" id="{29A6BDA9-3695-4F63-8A50-1DF1F20D2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61"/>
                <a:ext cx="13" cy="8"/>
              </a:xfrm>
              <a:custGeom>
                <a:avLst/>
                <a:gdLst>
                  <a:gd name="T0" fmla="*/ 7 w 14"/>
                  <a:gd name="T1" fmla="*/ 1 h 8"/>
                  <a:gd name="T2" fmla="*/ 3 w 14"/>
                  <a:gd name="T3" fmla="*/ 6 h 8"/>
                  <a:gd name="T4" fmla="*/ 11 w 1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9" y="1"/>
                    </a:moveTo>
                    <a:cubicBezTo>
                      <a:pt x="6" y="1"/>
                      <a:pt x="0" y="4"/>
                      <a:pt x="3" y="6"/>
                    </a:cubicBezTo>
                    <a:cubicBezTo>
                      <a:pt x="6" y="8"/>
                      <a:pt x="12" y="1"/>
                      <a:pt x="14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Freeform 201">
                <a:extLst>
                  <a:ext uri="{FF2B5EF4-FFF2-40B4-BE49-F238E27FC236}">
                    <a16:creationId xmlns:a16="http://schemas.microsoft.com/office/drawing/2014/main" id="{C3E6B290-0B42-43E0-9B85-2D6C8581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834"/>
                <a:ext cx="11" cy="4"/>
              </a:xfrm>
              <a:custGeom>
                <a:avLst/>
                <a:gdLst>
                  <a:gd name="T0" fmla="*/ 9 w 11"/>
                  <a:gd name="T1" fmla="*/ 4 h 4"/>
                  <a:gd name="T2" fmla="*/ 0 w 11"/>
                  <a:gd name="T3" fmla="*/ 0 h 4"/>
                  <a:gd name="T4" fmla="*/ 11 w 11"/>
                  <a:gd name="T5" fmla="*/ 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9" y="4"/>
                    </a:moveTo>
                    <a:cubicBezTo>
                      <a:pt x="9" y="1"/>
                      <a:pt x="3" y="0"/>
                      <a:pt x="0" y="0"/>
                    </a:cubicBezTo>
                    <a:cubicBezTo>
                      <a:pt x="3" y="1"/>
                      <a:pt x="7" y="2"/>
                      <a:pt x="11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2" name="Freeform 202">
                <a:extLst>
                  <a:ext uri="{FF2B5EF4-FFF2-40B4-BE49-F238E27FC236}">
                    <a16:creationId xmlns:a16="http://schemas.microsoft.com/office/drawing/2014/main" id="{B769F612-40CD-4AF7-9FF3-E4DBE446E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889"/>
                <a:ext cx="9" cy="11"/>
              </a:xfrm>
              <a:custGeom>
                <a:avLst/>
                <a:gdLst>
                  <a:gd name="T0" fmla="*/ 9 w 9"/>
                  <a:gd name="T1" fmla="*/ 4 h 11"/>
                  <a:gd name="T2" fmla="*/ 0 w 9"/>
                  <a:gd name="T3" fmla="*/ 11 h 11"/>
                  <a:gd name="T4" fmla="*/ 9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9" y="4"/>
                    </a:moveTo>
                    <a:cubicBezTo>
                      <a:pt x="5" y="4"/>
                      <a:pt x="1" y="7"/>
                      <a:pt x="0" y="11"/>
                    </a:cubicBezTo>
                    <a:cubicBezTo>
                      <a:pt x="4" y="8"/>
                      <a:pt x="6" y="4"/>
                      <a:pt x="9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203">
                <a:extLst>
                  <a:ext uri="{FF2B5EF4-FFF2-40B4-BE49-F238E27FC236}">
                    <a16:creationId xmlns:a16="http://schemas.microsoft.com/office/drawing/2014/main" id="{CE4FE051-BB03-4FC9-B78E-4C7FBDA88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878"/>
                <a:ext cx="8" cy="7"/>
              </a:xfrm>
              <a:custGeom>
                <a:avLst/>
                <a:gdLst>
                  <a:gd name="T0" fmla="*/ 8 w 8"/>
                  <a:gd name="T1" fmla="*/ 1 h 8"/>
                  <a:gd name="T2" fmla="*/ 1 w 8"/>
                  <a:gd name="T3" fmla="*/ 4 h 8"/>
                  <a:gd name="T4" fmla="*/ 8 w 8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1"/>
                    </a:moveTo>
                    <a:cubicBezTo>
                      <a:pt x="7" y="0"/>
                      <a:pt x="0" y="4"/>
                      <a:pt x="1" y="7"/>
                    </a:cubicBezTo>
                    <a:cubicBezTo>
                      <a:pt x="4" y="8"/>
                      <a:pt x="6" y="3"/>
                      <a:pt x="8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204">
                <a:extLst>
                  <a:ext uri="{FF2B5EF4-FFF2-40B4-BE49-F238E27FC236}">
                    <a16:creationId xmlns:a16="http://schemas.microsoft.com/office/drawing/2014/main" id="{580233AE-1250-4916-876F-0E28BFEC6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896"/>
                <a:ext cx="9" cy="15"/>
              </a:xfrm>
              <a:custGeom>
                <a:avLst/>
                <a:gdLst>
                  <a:gd name="T0" fmla="*/ 9 w 9"/>
                  <a:gd name="T1" fmla="*/ 0 h 15"/>
                  <a:gd name="T2" fmla="*/ 2 w 9"/>
                  <a:gd name="T3" fmla="*/ 8 h 15"/>
                  <a:gd name="T4" fmla="*/ 9 w 9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6" y="1"/>
                      <a:pt x="0" y="4"/>
                      <a:pt x="2" y="8"/>
                    </a:cubicBezTo>
                    <a:cubicBezTo>
                      <a:pt x="4" y="15"/>
                      <a:pt x="9" y="4"/>
                      <a:pt x="9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Freeform 205">
                <a:extLst>
                  <a:ext uri="{FF2B5EF4-FFF2-40B4-BE49-F238E27FC236}">
                    <a16:creationId xmlns:a16="http://schemas.microsoft.com/office/drawing/2014/main" id="{34451408-2C00-417F-8ECB-1059FB9EA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874"/>
                <a:ext cx="7" cy="10"/>
              </a:xfrm>
              <a:custGeom>
                <a:avLst/>
                <a:gdLst>
                  <a:gd name="T0" fmla="*/ 5 w 8"/>
                  <a:gd name="T1" fmla="*/ 3 h 11"/>
                  <a:gd name="T2" fmla="*/ 4 w 8"/>
                  <a:gd name="T3" fmla="*/ 1 h 11"/>
                  <a:gd name="T4" fmla="*/ 0 w 8"/>
                  <a:gd name="T5" fmla="*/ 8 h 11"/>
                  <a:gd name="T6" fmla="*/ 4 w 8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8" y="3"/>
                    </a:moveTo>
                    <a:cubicBezTo>
                      <a:pt x="8" y="2"/>
                      <a:pt x="7" y="2"/>
                      <a:pt x="7" y="1"/>
                    </a:cubicBezTo>
                    <a:cubicBezTo>
                      <a:pt x="3" y="2"/>
                      <a:pt x="0" y="8"/>
                      <a:pt x="0" y="11"/>
                    </a:cubicBezTo>
                    <a:cubicBezTo>
                      <a:pt x="3" y="9"/>
                      <a:pt x="5" y="3"/>
                      <a:pt x="5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6" name="Freeform 206">
                <a:extLst>
                  <a:ext uri="{FF2B5EF4-FFF2-40B4-BE49-F238E27FC236}">
                    <a16:creationId xmlns:a16="http://schemas.microsoft.com/office/drawing/2014/main" id="{1C3AD4C9-40D0-4D31-AD82-C3C63E51E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861"/>
                <a:ext cx="7" cy="11"/>
              </a:xfrm>
              <a:custGeom>
                <a:avLst/>
                <a:gdLst>
                  <a:gd name="T0" fmla="*/ 5 w 8"/>
                  <a:gd name="T1" fmla="*/ 2 h 11"/>
                  <a:gd name="T2" fmla="*/ 1 w 8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2"/>
                    </a:moveTo>
                    <a:cubicBezTo>
                      <a:pt x="4" y="0"/>
                      <a:pt x="0" y="10"/>
                      <a:pt x="1" y="1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207">
                <a:extLst>
                  <a:ext uri="{FF2B5EF4-FFF2-40B4-BE49-F238E27FC236}">
                    <a16:creationId xmlns:a16="http://schemas.microsoft.com/office/drawing/2014/main" id="{674DE94C-944F-4CDD-B220-98264ED3B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812"/>
                <a:ext cx="9" cy="8"/>
              </a:xfrm>
              <a:custGeom>
                <a:avLst/>
                <a:gdLst>
                  <a:gd name="T0" fmla="*/ 5 w 10"/>
                  <a:gd name="T1" fmla="*/ 6 h 9"/>
                  <a:gd name="T2" fmla="*/ 1 w 10"/>
                  <a:gd name="T3" fmla="*/ 0 h 9"/>
                  <a:gd name="T4" fmla="*/ 0 w 10"/>
                  <a:gd name="T5" fmla="*/ 1 h 9"/>
                  <a:gd name="T6" fmla="*/ 5 w 10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10" y="6"/>
                      <a:pt x="4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4" y="7"/>
                      <a:pt x="7" y="8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208">
                <a:extLst>
                  <a:ext uri="{FF2B5EF4-FFF2-40B4-BE49-F238E27FC236}">
                    <a16:creationId xmlns:a16="http://schemas.microsoft.com/office/drawing/2014/main" id="{AD581DAB-2813-4690-98E3-182553D3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01"/>
                <a:ext cx="4" cy="10"/>
              </a:xfrm>
              <a:custGeom>
                <a:avLst/>
                <a:gdLst>
                  <a:gd name="T0" fmla="*/ 3 w 4"/>
                  <a:gd name="T1" fmla="*/ 10 h 10"/>
                  <a:gd name="T2" fmla="*/ 4 w 4"/>
                  <a:gd name="T3" fmla="*/ 9 h 10"/>
                  <a:gd name="T4" fmla="*/ 1 w 4"/>
                  <a:gd name="T5" fmla="*/ 0 h 10"/>
                  <a:gd name="T6" fmla="*/ 2 w 4"/>
                  <a:gd name="T7" fmla="*/ 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3" y="10"/>
                    </a:moveTo>
                    <a:cubicBezTo>
                      <a:pt x="3" y="10"/>
                      <a:pt x="4" y="10"/>
                      <a:pt x="4" y="9"/>
                    </a:cubicBezTo>
                    <a:cubicBezTo>
                      <a:pt x="4" y="6"/>
                      <a:pt x="3" y="3"/>
                      <a:pt x="1" y="0"/>
                    </a:cubicBezTo>
                    <a:cubicBezTo>
                      <a:pt x="0" y="3"/>
                      <a:pt x="1" y="6"/>
                      <a:pt x="2" y="9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209">
                <a:extLst>
                  <a:ext uri="{FF2B5EF4-FFF2-40B4-BE49-F238E27FC236}">
                    <a16:creationId xmlns:a16="http://schemas.microsoft.com/office/drawing/2014/main" id="{2214C4FF-9B3D-47AC-BD5F-0BD37DA8C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22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0 h 4"/>
                  <a:gd name="T4" fmla="*/ 3 w 7"/>
                  <a:gd name="T5" fmla="*/ 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cubicBezTo>
                      <a:pt x="5" y="3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210">
                <a:extLst>
                  <a:ext uri="{FF2B5EF4-FFF2-40B4-BE49-F238E27FC236}">
                    <a16:creationId xmlns:a16="http://schemas.microsoft.com/office/drawing/2014/main" id="{B96DE31C-718F-433F-9A19-3C06500B8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852"/>
                <a:ext cx="9" cy="4"/>
              </a:xfrm>
              <a:custGeom>
                <a:avLst/>
                <a:gdLst>
                  <a:gd name="T0" fmla="*/ 9 w 9"/>
                  <a:gd name="T1" fmla="*/ 1 h 4"/>
                  <a:gd name="T2" fmla="*/ 0 w 9"/>
                  <a:gd name="T3" fmla="*/ 3 h 4"/>
                  <a:gd name="T4" fmla="*/ 6 w 9"/>
                  <a:gd name="T5" fmla="*/ 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1"/>
                    </a:moveTo>
                    <a:cubicBezTo>
                      <a:pt x="7" y="0"/>
                      <a:pt x="3" y="2"/>
                      <a:pt x="0" y="3"/>
                    </a:cubicBezTo>
                    <a:cubicBezTo>
                      <a:pt x="2" y="4"/>
                      <a:pt x="4" y="4"/>
                      <a:pt x="6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211">
                <a:extLst>
                  <a:ext uri="{FF2B5EF4-FFF2-40B4-BE49-F238E27FC236}">
                    <a16:creationId xmlns:a16="http://schemas.microsoft.com/office/drawing/2014/main" id="{8872B6EC-555D-424A-BFB9-27C85421E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879"/>
                <a:ext cx="10" cy="6"/>
              </a:xfrm>
              <a:custGeom>
                <a:avLst/>
                <a:gdLst>
                  <a:gd name="T0" fmla="*/ 10 w 10"/>
                  <a:gd name="T1" fmla="*/ 0 h 7"/>
                  <a:gd name="T2" fmla="*/ 2 w 10"/>
                  <a:gd name="T3" fmla="*/ 3 h 7"/>
                  <a:gd name="T4" fmla="*/ 9 w 10"/>
                  <a:gd name="T5" fmla="*/ 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9" y="0"/>
                      <a:pt x="4" y="0"/>
                      <a:pt x="2" y="3"/>
                    </a:cubicBezTo>
                    <a:cubicBezTo>
                      <a:pt x="0" y="7"/>
                      <a:pt x="8" y="4"/>
                      <a:pt x="9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212">
                <a:extLst>
                  <a:ext uri="{FF2B5EF4-FFF2-40B4-BE49-F238E27FC236}">
                    <a16:creationId xmlns:a16="http://schemas.microsoft.com/office/drawing/2014/main" id="{8CC4057A-9FCB-4B9D-8737-B67EFEBB2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892"/>
                <a:ext cx="8" cy="7"/>
              </a:xfrm>
              <a:custGeom>
                <a:avLst/>
                <a:gdLst>
                  <a:gd name="T0" fmla="*/ 4 w 9"/>
                  <a:gd name="T1" fmla="*/ 0 h 7"/>
                  <a:gd name="T2" fmla="*/ 0 w 9"/>
                  <a:gd name="T3" fmla="*/ 7 h 7"/>
                  <a:gd name="T4" fmla="*/ 6 w 9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3" y="1"/>
                      <a:pt x="1" y="4"/>
                      <a:pt x="0" y="7"/>
                    </a:cubicBezTo>
                    <a:cubicBezTo>
                      <a:pt x="3" y="7"/>
                      <a:pt x="6" y="5"/>
                      <a:pt x="9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213">
                <a:extLst>
                  <a:ext uri="{FF2B5EF4-FFF2-40B4-BE49-F238E27FC236}">
                    <a16:creationId xmlns:a16="http://schemas.microsoft.com/office/drawing/2014/main" id="{8B9E3FBF-312E-43AF-8883-F78D75DDE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907"/>
                <a:ext cx="7" cy="8"/>
              </a:xfrm>
              <a:custGeom>
                <a:avLst/>
                <a:gdLst>
                  <a:gd name="T0" fmla="*/ 6 w 7"/>
                  <a:gd name="T1" fmla="*/ 2 h 9"/>
                  <a:gd name="T2" fmla="*/ 0 w 7"/>
                  <a:gd name="T3" fmla="*/ 4 h 9"/>
                  <a:gd name="T4" fmla="*/ 7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4" y="3"/>
                      <a:pt x="2" y="4"/>
                      <a:pt x="0" y="6"/>
                    </a:cubicBezTo>
                    <a:cubicBezTo>
                      <a:pt x="3" y="9"/>
                      <a:pt x="6" y="3"/>
                      <a:pt x="7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214">
                <a:extLst>
                  <a:ext uri="{FF2B5EF4-FFF2-40B4-BE49-F238E27FC236}">
                    <a16:creationId xmlns:a16="http://schemas.microsoft.com/office/drawing/2014/main" id="{BDD052B6-911F-4D16-88EC-961213FA0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911"/>
                <a:ext cx="5" cy="6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4 h 7"/>
                  <a:gd name="T4" fmla="*/ 3 w 5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1" y="6"/>
                      <a:pt x="2" y="5"/>
                      <a:pt x="3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Freeform 215">
                <a:extLst>
                  <a:ext uri="{FF2B5EF4-FFF2-40B4-BE49-F238E27FC236}">
                    <a16:creationId xmlns:a16="http://schemas.microsoft.com/office/drawing/2014/main" id="{6D799DAD-7A10-431E-8F60-CF0B3DC4F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863"/>
                <a:ext cx="7" cy="4"/>
              </a:xfrm>
              <a:custGeom>
                <a:avLst/>
                <a:gdLst>
                  <a:gd name="T0" fmla="*/ 6 w 7"/>
                  <a:gd name="T1" fmla="*/ 1 h 4"/>
                  <a:gd name="T2" fmla="*/ 0 w 7"/>
                  <a:gd name="T3" fmla="*/ 3 h 4"/>
                  <a:gd name="T4" fmla="*/ 7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6" y="1"/>
                    </a:moveTo>
                    <a:cubicBezTo>
                      <a:pt x="4" y="2"/>
                      <a:pt x="2" y="1"/>
                      <a:pt x="0" y="3"/>
                    </a:cubicBez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6" name="Freeform 216">
                <a:extLst>
                  <a:ext uri="{FF2B5EF4-FFF2-40B4-BE49-F238E27FC236}">
                    <a16:creationId xmlns:a16="http://schemas.microsoft.com/office/drawing/2014/main" id="{72EC46D5-4145-4F86-BAAA-B9AB1189B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845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0 w 8"/>
                  <a:gd name="T3" fmla="*/ 1 h 2"/>
                  <a:gd name="T4" fmla="*/ 4 w 8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5" y="2"/>
                      <a:pt x="3" y="0"/>
                      <a:pt x="0" y="1"/>
                    </a:cubicBezTo>
                    <a:cubicBezTo>
                      <a:pt x="1" y="2"/>
                      <a:pt x="2" y="2"/>
                      <a:pt x="4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7" name="Freeform 217">
                <a:extLst>
                  <a:ext uri="{FF2B5EF4-FFF2-40B4-BE49-F238E27FC236}">
                    <a16:creationId xmlns:a16="http://schemas.microsoft.com/office/drawing/2014/main" id="{56E50681-09E7-43A6-BECA-66A8D3910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895"/>
                <a:ext cx="7" cy="10"/>
              </a:xfrm>
              <a:custGeom>
                <a:avLst/>
                <a:gdLst>
                  <a:gd name="T0" fmla="*/ 7 w 7"/>
                  <a:gd name="T1" fmla="*/ 0 h 10"/>
                  <a:gd name="T2" fmla="*/ 2 w 7"/>
                  <a:gd name="T3" fmla="*/ 10 h 10"/>
                  <a:gd name="T4" fmla="*/ 5 w 7"/>
                  <a:gd name="T5" fmla="*/ 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4" y="1"/>
                      <a:pt x="0" y="6"/>
                      <a:pt x="2" y="10"/>
                    </a:cubicBezTo>
                    <a:cubicBezTo>
                      <a:pt x="4" y="8"/>
                      <a:pt x="5" y="6"/>
                      <a:pt x="5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218">
                <a:extLst>
                  <a:ext uri="{FF2B5EF4-FFF2-40B4-BE49-F238E27FC236}">
                    <a16:creationId xmlns:a16="http://schemas.microsoft.com/office/drawing/2014/main" id="{2039DA97-5288-4CB2-AC25-CE73BC80B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882"/>
                <a:ext cx="6" cy="13"/>
              </a:xfrm>
              <a:custGeom>
                <a:avLst/>
                <a:gdLst>
                  <a:gd name="T0" fmla="*/ 4 w 6"/>
                  <a:gd name="T1" fmla="*/ 0 h 13"/>
                  <a:gd name="T2" fmla="*/ 3 w 6"/>
                  <a:gd name="T3" fmla="*/ 13 h 13"/>
                  <a:gd name="T4" fmla="*/ 3 w 6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0"/>
                    </a:moveTo>
                    <a:cubicBezTo>
                      <a:pt x="0" y="2"/>
                      <a:pt x="0" y="10"/>
                      <a:pt x="3" y="13"/>
                    </a:cubicBezTo>
                    <a:cubicBezTo>
                      <a:pt x="6" y="11"/>
                      <a:pt x="3" y="5"/>
                      <a:pt x="3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219">
                <a:extLst>
                  <a:ext uri="{FF2B5EF4-FFF2-40B4-BE49-F238E27FC236}">
                    <a16:creationId xmlns:a16="http://schemas.microsoft.com/office/drawing/2014/main" id="{C1A159E0-3673-4DD9-B4C8-194D84852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863"/>
                <a:ext cx="7" cy="10"/>
              </a:xfrm>
              <a:custGeom>
                <a:avLst/>
                <a:gdLst>
                  <a:gd name="T0" fmla="*/ 1 w 7"/>
                  <a:gd name="T1" fmla="*/ 0 h 10"/>
                  <a:gd name="T2" fmla="*/ 7 w 7"/>
                  <a:gd name="T3" fmla="*/ 10 h 10"/>
                  <a:gd name="T4" fmla="*/ 1 w 7"/>
                  <a:gd name="T5" fmla="*/ 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0" y="4"/>
                      <a:pt x="3" y="9"/>
                      <a:pt x="7" y="10"/>
                    </a:cubicBezTo>
                    <a:cubicBezTo>
                      <a:pt x="6" y="7"/>
                      <a:pt x="4" y="2"/>
                      <a:pt x="1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220">
                <a:extLst>
                  <a:ext uri="{FF2B5EF4-FFF2-40B4-BE49-F238E27FC236}">
                    <a16:creationId xmlns:a16="http://schemas.microsoft.com/office/drawing/2014/main" id="{898AD9D4-F021-4FA2-8883-75EF5FCB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876"/>
                <a:ext cx="6" cy="9"/>
              </a:xfrm>
              <a:custGeom>
                <a:avLst/>
                <a:gdLst>
                  <a:gd name="T0" fmla="*/ 3 w 6"/>
                  <a:gd name="T1" fmla="*/ 2 h 10"/>
                  <a:gd name="T2" fmla="*/ 6 w 6"/>
                  <a:gd name="T3" fmla="*/ 7 h 10"/>
                  <a:gd name="T4" fmla="*/ 1 w 6"/>
                  <a:gd name="T5" fmla="*/ 0 h 10"/>
                  <a:gd name="T6" fmla="*/ 2 w 6"/>
                  <a:gd name="T7" fmla="*/ 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3" y="2"/>
                    </a:moveTo>
                    <a:cubicBezTo>
                      <a:pt x="0" y="1"/>
                      <a:pt x="4" y="9"/>
                      <a:pt x="6" y="10"/>
                    </a:cubicBezTo>
                    <a:cubicBezTo>
                      <a:pt x="5" y="7"/>
                      <a:pt x="4" y="3"/>
                      <a:pt x="1" y="0"/>
                    </a:cubicBez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221">
                <a:extLst>
                  <a:ext uri="{FF2B5EF4-FFF2-40B4-BE49-F238E27FC236}">
                    <a16:creationId xmlns:a16="http://schemas.microsoft.com/office/drawing/2014/main" id="{F238FEDA-4688-4BF8-B2C7-B5B2E6C5F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848"/>
                <a:ext cx="9" cy="6"/>
              </a:xfrm>
              <a:custGeom>
                <a:avLst/>
                <a:gdLst>
                  <a:gd name="T0" fmla="*/ 0 w 10"/>
                  <a:gd name="T1" fmla="*/ 1 h 7"/>
                  <a:gd name="T2" fmla="*/ 7 w 10"/>
                  <a:gd name="T3" fmla="*/ 3 h 7"/>
                  <a:gd name="T4" fmla="*/ 1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1"/>
                    </a:moveTo>
                    <a:cubicBezTo>
                      <a:pt x="1" y="4"/>
                      <a:pt x="6" y="7"/>
                      <a:pt x="10" y="5"/>
                    </a:cubicBezTo>
                    <a:cubicBezTo>
                      <a:pt x="8" y="2"/>
                      <a:pt x="5" y="0"/>
                      <a:pt x="1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222">
                <a:extLst>
                  <a:ext uri="{FF2B5EF4-FFF2-40B4-BE49-F238E27FC236}">
                    <a16:creationId xmlns:a16="http://schemas.microsoft.com/office/drawing/2014/main" id="{0C57E563-773D-4FF3-A129-9A733FD0C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827"/>
                <a:ext cx="9" cy="6"/>
              </a:xfrm>
              <a:custGeom>
                <a:avLst/>
                <a:gdLst>
                  <a:gd name="T0" fmla="*/ 0 w 9"/>
                  <a:gd name="T1" fmla="*/ 6 h 6"/>
                  <a:gd name="T2" fmla="*/ 9 w 9"/>
                  <a:gd name="T3" fmla="*/ 3 h 6"/>
                  <a:gd name="T4" fmla="*/ 0 w 9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0" y="4"/>
                      <a:pt x="6" y="5"/>
                      <a:pt x="9" y="3"/>
                    </a:cubicBezTo>
                    <a:cubicBezTo>
                      <a:pt x="7" y="0"/>
                      <a:pt x="3" y="1"/>
                      <a:pt x="0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223">
                <a:extLst>
                  <a:ext uri="{FF2B5EF4-FFF2-40B4-BE49-F238E27FC236}">
                    <a16:creationId xmlns:a16="http://schemas.microsoft.com/office/drawing/2014/main" id="{F5576A12-A659-444F-B043-3119F357F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10"/>
                <a:ext cx="9" cy="7"/>
              </a:xfrm>
              <a:custGeom>
                <a:avLst/>
                <a:gdLst>
                  <a:gd name="T0" fmla="*/ 1 w 9"/>
                  <a:gd name="T1" fmla="*/ 5 h 8"/>
                  <a:gd name="T2" fmla="*/ 0 w 9"/>
                  <a:gd name="T3" fmla="*/ 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1" y="8"/>
                    </a:moveTo>
                    <a:cubicBezTo>
                      <a:pt x="9" y="7"/>
                      <a:pt x="7" y="0"/>
                      <a:pt x="0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224">
                <a:extLst>
                  <a:ext uri="{FF2B5EF4-FFF2-40B4-BE49-F238E27FC236}">
                    <a16:creationId xmlns:a16="http://schemas.microsoft.com/office/drawing/2014/main" id="{D3279135-544A-4F28-9DD2-D43E1B204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793"/>
                <a:ext cx="12" cy="12"/>
              </a:xfrm>
              <a:custGeom>
                <a:avLst/>
                <a:gdLst>
                  <a:gd name="T0" fmla="*/ 0 w 12"/>
                  <a:gd name="T1" fmla="*/ 12 h 12"/>
                  <a:gd name="T2" fmla="*/ 11 w 12"/>
                  <a:gd name="T3" fmla="*/ 0 h 12"/>
                  <a:gd name="T4" fmla="*/ 3 w 12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cubicBezTo>
                      <a:pt x="4" y="9"/>
                      <a:pt x="12" y="5"/>
                      <a:pt x="11" y="0"/>
                    </a:cubicBezTo>
                    <a:cubicBezTo>
                      <a:pt x="7" y="2"/>
                      <a:pt x="4" y="4"/>
                      <a:pt x="3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225">
                <a:extLst>
                  <a:ext uri="{FF2B5EF4-FFF2-40B4-BE49-F238E27FC236}">
                    <a16:creationId xmlns:a16="http://schemas.microsoft.com/office/drawing/2014/main" id="{CFE194CB-8B13-4D6B-A280-A4B38E2E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794"/>
                <a:ext cx="7" cy="6"/>
              </a:xfrm>
              <a:custGeom>
                <a:avLst/>
                <a:gdLst>
                  <a:gd name="T0" fmla="*/ 0 w 8"/>
                  <a:gd name="T1" fmla="*/ 6 h 6"/>
                  <a:gd name="T2" fmla="*/ 5 w 8"/>
                  <a:gd name="T3" fmla="*/ 0 h 6"/>
                  <a:gd name="T4" fmla="*/ 2 w 8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4" y="6"/>
                      <a:pt x="7" y="3"/>
                      <a:pt x="8" y="0"/>
                    </a:cubicBezTo>
                    <a:cubicBezTo>
                      <a:pt x="5" y="0"/>
                      <a:pt x="4" y="3"/>
                      <a:pt x="2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226">
                <a:extLst>
                  <a:ext uri="{FF2B5EF4-FFF2-40B4-BE49-F238E27FC236}">
                    <a16:creationId xmlns:a16="http://schemas.microsoft.com/office/drawing/2014/main" id="{87A496CE-9732-4693-90E2-B83F99BB3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783"/>
                <a:ext cx="5" cy="8"/>
              </a:xfrm>
              <a:custGeom>
                <a:avLst/>
                <a:gdLst>
                  <a:gd name="T0" fmla="*/ 2 w 5"/>
                  <a:gd name="T1" fmla="*/ 4 h 9"/>
                  <a:gd name="T2" fmla="*/ 5 w 5"/>
                  <a:gd name="T3" fmla="*/ 0 h 9"/>
                  <a:gd name="T4" fmla="*/ 0 w 5"/>
                  <a:gd name="T5" fmla="*/ 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2" y="6"/>
                    </a:moveTo>
                    <a:cubicBezTo>
                      <a:pt x="5" y="9"/>
                      <a:pt x="5" y="2"/>
                      <a:pt x="5" y="0"/>
                    </a:cubicBezTo>
                    <a:cubicBezTo>
                      <a:pt x="3" y="2"/>
                      <a:pt x="2" y="5"/>
                      <a:pt x="0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227">
                <a:extLst>
                  <a:ext uri="{FF2B5EF4-FFF2-40B4-BE49-F238E27FC236}">
                    <a16:creationId xmlns:a16="http://schemas.microsoft.com/office/drawing/2014/main" id="{47A969F7-1975-41C2-8995-93B9835B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783"/>
                <a:ext cx="6" cy="8"/>
              </a:xfrm>
              <a:custGeom>
                <a:avLst/>
                <a:gdLst>
                  <a:gd name="T0" fmla="*/ 0 w 6"/>
                  <a:gd name="T1" fmla="*/ 5 h 9"/>
                  <a:gd name="T2" fmla="*/ 4 w 6"/>
                  <a:gd name="T3" fmla="*/ 0 h 9"/>
                  <a:gd name="T4" fmla="*/ 3 w 6"/>
                  <a:gd name="T5" fmla="*/ 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8"/>
                    </a:moveTo>
                    <a:cubicBezTo>
                      <a:pt x="5" y="9"/>
                      <a:pt x="6" y="3"/>
                      <a:pt x="4" y="0"/>
                    </a:cubicBezTo>
                    <a:cubicBezTo>
                      <a:pt x="2" y="1"/>
                      <a:pt x="2" y="4"/>
                      <a:pt x="3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228">
                <a:extLst>
                  <a:ext uri="{FF2B5EF4-FFF2-40B4-BE49-F238E27FC236}">
                    <a16:creationId xmlns:a16="http://schemas.microsoft.com/office/drawing/2014/main" id="{555F09C8-8A36-4B4A-B1C7-A3DAB51D3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769"/>
                <a:ext cx="8" cy="9"/>
              </a:xfrm>
              <a:custGeom>
                <a:avLst/>
                <a:gdLst>
                  <a:gd name="T0" fmla="*/ 3 w 8"/>
                  <a:gd name="T1" fmla="*/ 7 h 9"/>
                  <a:gd name="T2" fmla="*/ 2 w 8"/>
                  <a:gd name="T3" fmla="*/ 8 h 9"/>
                  <a:gd name="T4" fmla="*/ 7 w 8"/>
                  <a:gd name="T5" fmla="*/ 0 h 9"/>
                  <a:gd name="T6" fmla="*/ 1 w 8"/>
                  <a:gd name="T7" fmla="*/ 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3" y="7"/>
                    </a:moveTo>
                    <a:cubicBezTo>
                      <a:pt x="2" y="8"/>
                      <a:pt x="0" y="8"/>
                      <a:pt x="2" y="8"/>
                    </a:cubicBezTo>
                    <a:cubicBezTo>
                      <a:pt x="6" y="7"/>
                      <a:pt x="8" y="3"/>
                      <a:pt x="7" y="0"/>
                    </a:cubicBezTo>
                    <a:cubicBezTo>
                      <a:pt x="2" y="1"/>
                      <a:pt x="1" y="5"/>
                      <a:pt x="1" y="9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229">
                <a:extLst>
                  <a:ext uri="{FF2B5EF4-FFF2-40B4-BE49-F238E27FC236}">
                    <a16:creationId xmlns:a16="http://schemas.microsoft.com/office/drawing/2014/main" id="{038C4BFC-8BB2-4418-AD0D-374DB7524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761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0 w 5"/>
                  <a:gd name="T3" fmla="*/ 1 h 4"/>
                  <a:gd name="T4" fmla="*/ 1 w 5"/>
                  <a:gd name="T5" fmla="*/ 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230">
                <a:extLst>
                  <a:ext uri="{FF2B5EF4-FFF2-40B4-BE49-F238E27FC236}">
                    <a16:creationId xmlns:a16="http://schemas.microsoft.com/office/drawing/2014/main" id="{A11B982D-47E1-49C7-917C-9704C68C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765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4 w 5"/>
                  <a:gd name="T3" fmla="*/ 0 h 5"/>
                  <a:gd name="T4" fmla="*/ 0 w 5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3" y="4"/>
                      <a:pt x="5" y="2"/>
                      <a:pt x="4" y="0"/>
                    </a:cubicBez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231">
                <a:extLst>
                  <a:ext uri="{FF2B5EF4-FFF2-40B4-BE49-F238E27FC236}">
                    <a16:creationId xmlns:a16="http://schemas.microsoft.com/office/drawing/2014/main" id="{55ED7487-47CD-47E5-B06E-DA7B4578C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88"/>
                <a:ext cx="10" cy="7"/>
              </a:xfrm>
              <a:custGeom>
                <a:avLst/>
                <a:gdLst>
                  <a:gd name="T0" fmla="*/ 1 w 10"/>
                  <a:gd name="T1" fmla="*/ 4 h 7"/>
                  <a:gd name="T2" fmla="*/ 10 w 10"/>
                  <a:gd name="T3" fmla="*/ 0 h 7"/>
                  <a:gd name="T4" fmla="*/ 0 w 10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" y="4"/>
                    </a:moveTo>
                    <a:cubicBezTo>
                      <a:pt x="2" y="7"/>
                      <a:pt x="8" y="1"/>
                      <a:pt x="10" y="0"/>
                    </a:cubicBezTo>
                    <a:cubicBezTo>
                      <a:pt x="7" y="1"/>
                      <a:pt x="3" y="3"/>
                      <a:pt x="0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232">
                <a:extLst>
                  <a:ext uri="{FF2B5EF4-FFF2-40B4-BE49-F238E27FC236}">
                    <a16:creationId xmlns:a16="http://schemas.microsoft.com/office/drawing/2014/main" id="{67BFA6E7-F6FD-4ACC-A6EE-3DCA07F7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817"/>
                <a:ext cx="8" cy="3"/>
              </a:xfrm>
              <a:custGeom>
                <a:avLst/>
                <a:gdLst>
                  <a:gd name="T0" fmla="*/ 5 w 8"/>
                  <a:gd name="T1" fmla="*/ 2 h 4"/>
                  <a:gd name="T2" fmla="*/ 3 w 8"/>
                  <a:gd name="T3" fmla="*/ 2 h 4"/>
                  <a:gd name="T4" fmla="*/ 8 w 8"/>
                  <a:gd name="T5" fmla="*/ 2 h 4"/>
                  <a:gd name="T6" fmla="*/ 1 w 8"/>
                  <a:gd name="T7" fmla="*/ 1 h 4"/>
                  <a:gd name="T8" fmla="*/ 1 w 8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5" y="2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4" y="4"/>
                      <a:pt x="6" y="4"/>
                      <a:pt x="8" y="3"/>
                    </a:cubicBezTo>
                    <a:cubicBezTo>
                      <a:pt x="7" y="1"/>
                      <a:pt x="3" y="0"/>
                      <a:pt x="1" y="1"/>
                    </a:cubicBezTo>
                    <a:cubicBezTo>
                      <a:pt x="0" y="2"/>
                      <a:pt x="1" y="2"/>
                      <a:pt x="1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233">
                <a:extLst>
                  <a:ext uri="{FF2B5EF4-FFF2-40B4-BE49-F238E27FC236}">
                    <a16:creationId xmlns:a16="http://schemas.microsoft.com/office/drawing/2014/main" id="{1806C739-3DE4-40E2-AA27-DAE076943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841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3 w 3"/>
                  <a:gd name="T3" fmla="*/ 3 h 3"/>
                  <a:gd name="T4" fmla="*/ 1 w 3"/>
                  <a:gd name="T5" fmla="*/ 0 h 3"/>
                  <a:gd name="T6" fmla="*/ 1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234">
                <a:extLst>
                  <a:ext uri="{FF2B5EF4-FFF2-40B4-BE49-F238E27FC236}">
                    <a16:creationId xmlns:a16="http://schemas.microsoft.com/office/drawing/2014/main" id="{BA9377C5-A143-497D-ABD5-44A6472D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811"/>
                <a:ext cx="60" cy="50"/>
              </a:xfrm>
              <a:custGeom>
                <a:avLst/>
                <a:gdLst>
                  <a:gd name="T0" fmla="*/ 3 w 62"/>
                  <a:gd name="T1" fmla="*/ 42 h 52"/>
                  <a:gd name="T2" fmla="*/ 22 w 62"/>
                  <a:gd name="T3" fmla="*/ 15 h 52"/>
                  <a:gd name="T4" fmla="*/ 53 w 62"/>
                  <a:gd name="T5" fmla="*/ 5 h 52"/>
                  <a:gd name="T6" fmla="*/ 34 w 62"/>
                  <a:gd name="T7" fmla="*/ 31 h 52"/>
                  <a:gd name="T8" fmla="*/ 3 w 62"/>
                  <a:gd name="T9" fmla="*/ 4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52">
                    <a:moveTo>
                      <a:pt x="3" y="48"/>
                    </a:moveTo>
                    <a:cubicBezTo>
                      <a:pt x="0" y="43"/>
                      <a:pt x="9" y="30"/>
                      <a:pt x="25" y="18"/>
                    </a:cubicBezTo>
                    <a:cubicBezTo>
                      <a:pt x="40" y="6"/>
                      <a:pt x="55" y="0"/>
                      <a:pt x="59" y="5"/>
                    </a:cubicBezTo>
                    <a:cubicBezTo>
                      <a:pt x="62" y="9"/>
                      <a:pt x="52" y="22"/>
                      <a:pt x="37" y="34"/>
                    </a:cubicBezTo>
                    <a:cubicBezTo>
                      <a:pt x="21" y="46"/>
                      <a:pt x="6" y="52"/>
                      <a:pt x="3" y="48"/>
                    </a:cubicBezTo>
                    <a:close/>
                  </a:path>
                </a:pathLst>
              </a:custGeom>
              <a:solidFill>
                <a:srgbClr val="A8C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235">
                <a:extLst>
                  <a:ext uri="{FF2B5EF4-FFF2-40B4-BE49-F238E27FC236}">
                    <a16:creationId xmlns:a16="http://schemas.microsoft.com/office/drawing/2014/main" id="{D4307E64-77D6-41D5-A1D1-8B3938D32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927"/>
                <a:ext cx="385" cy="199"/>
              </a:xfrm>
              <a:custGeom>
                <a:avLst/>
                <a:gdLst>
                  <a:gd name="T0" fmla="*/ 358 w 397"/>
                  <a:gd name="T1" fmla="*/ 97 h 205"/>
                  <a:gd name="T2" fmla="*/ 172 w 397"/>
                  <a:gd name="T3" fmla="*/ 177 h 205"/>
                  <a:gd name="T4" fmla="*/ 10 w 397"/>
                  <a:gd name="T5" fmla="*/ 59 h 205"/>
                  <a:gd name="T6" fmla="*/ 190 w 397"/>
                  <a:gd name="T7" fmla="*/ 12 h 205"/>
                  <a:gd name="T8" fmla="*/ 358 w 397"/>
                  <a:gd name="T9" fmla="*/ 97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7" h="205">
                    <a:moveTo>
                      <a:pt x="393" y="106"/>
                    </a:moveTo>
                    <a:cubicBezTo>
                      <a:pt x="384" y="189"/>
                      <a:pt x="295" y="205"/>
                      <a:pt x="189" y="194"/>
                    </a:cubicBezTo>
                    <a:cubicBezTo>
                      <a:pt x="82" y="182"/>
                      <a:pt x="0" y="151"/>
                      <a:pt x="10" y="65"/>
                    </a:cubicBezTo>
                    <a:cubicBezTo>
                      <a:pt x="14" y="25"/>
                      <a:pt x="102" y="0"/>
                      <a:pt x="208" y="12"/>
                    </a:cubicBezTo>
                    <a:cubicBezTo>
                      <a:pt x="315" y="23"/>
                      <a:pt x="397" y="68"/>
                      <a:pt x="393" y="106"/>
                    </a:cubicBezTo>
                    <a:close/>
                  </a:path>
                </a:pathLst>
              </a:custGeom>
              <a:solidFill>
                <a:srgbClr val="4B8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236">
                <a:extLst>
                  <a:ext uri="{FF2B5EF4-FFF2-40B4-BE49-F238E27FC236}">
                    <a16:creationId xmlns:a16="http://schemas.microsoft.com/office/drawing/2014/main" id="{29A3F8A5-1EA3-4603-9A7F-7C71E0FA6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917"/>
                <a:ext cx="381" cy="187"/>
              </a:xfrm>
              <a:custGeom>
                <a:avLst/>
                <a:gdLst>
                  <a:gd name="T0" fmla="*/ 354 w 393"/>
                  <a:gd name="T1" fmla="*/ 107 h 192"/>
                  <a:gd name="T2" fmla="*/ 170 w 393"/>
                  <a:gd name="T3" fmla="*/ 166 h 192"/>
                  <a:gd name="T4" fmla="*/ 5 w 393"/>
                  <a:gd name="T5" fmla="*/ 69 h 192"/>
                  <a:gd name="T6" fmla="*/ 187 w 393"/>
                  <a:gd name="T7" fmla="*/ 11 h 192"/>
                  <a:gd name="T8" fmla="*/ 354 w 393"/>
                  <a:gd name="T9" fmla="*/ 107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3" h="192">
                    <a:moveTo>
                      <a:pt x="388" y="116"/>
                    </a:moveTo>
                    <a:cubicBezTo>
                      <a:pt x="383" y="163"/>
                      <a:pt x="293" y="192"/>
                      <a:pt x="187" y="180"/>
                    </a:cubicBezTo>
                    <a:cubicBezTo>
                      <a:pt x="81" y="169"/>
                      <a:pt x="0" y="122"/>
                      <a:pt x="5" y="75"/>
                    </a:cubicBezTo>
                    <a:cubicBezTo>
                      <a:pt x="10" y="28"/>
                      <a:pt x="100" y="0"/>
                      <a:pt x="205" y="11"/>
                    </a:cubicBezTo>
                    <a:cubicBezTo>
                      <a:pt x="311" y="23"/>
                      <a:pt x="393" y="70"/>
                      <a:pt x="388" y="116"/>
                    </a:cubicBezTo>
                    <a:close/>
                  </a:path>
                </a:pathLst>
              </a:custGeom>
              <a:solidFill>
                <a:srgbClr val="89B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237">
                <a:extLst>
                  <a:ext uri="{FF2B5EF4-FFF2-40B4-BE49-F238E27FC236}">
                    <a16:creationId xmlns:a16="http://schemas.microsoft.com/office/drawing/2014/main" id="{D705DC38-1AC6-4892-B4EB-38E365B70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966"/>
                <a:ext cx="14" cy="10"/>
              </a:xfrm>
              <a:custGeom>
                <a:avLst/>
                <a:gdLst>
                  <a:gd name="T0" fmla="*/ 12 w 15"/>
                  <a:gd name="T1" fmla="*/ 10 h 10"/>
                  <a:gd name="T2" fmla="*/ 0 w 15"/>
                  <a:gd name="T3" fmla="*/ 1 h 10"/>
                  <a:gd name="T4" fmla="*/ 9 w 15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cubicBezTo>
                      <a:pt x="11" y="6"/>
                      <a:pt x="6" y="0"/>
                      <a:pt x="0" y="1"/>
                    </a:cubicBezTo>
                    <a:cubicBezTo>
                      <a:pt x="1" y="6"/>
                      <a:pt x="7" y="9"/>
                      <a:pt x="12" y="8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238">
                <a:extLst>
                  <a:ext uri="{FF2B5EF4-FFF2-40B4-BE49-F238E27FC236}">
                    <a16:creationId xmlns:a16="http://schemas.microsoft.com/office/drawing/2014/main" id="{4A6BE3B7-4D70-4016-8D98-05F36EFBE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983"/>
                <a:ext cx="20" cy="9"/>
              </a:xfrm>
              <a:custGeom>
                <a:avLst/>
                <a:gdLst>
                  <a:gd name="T0" fmla="*/ 18 w 21"/>
                  <a:gd name="T1" fmla="*/ 8 h 9"/>
                  <a:gd name="T2" fmla="*/ 1 w 21"/>
                  <a:gd name="T3" fmla="*/ 6 h 9"/>
                  <a:gd name="T4" fmla="*/ 12 w 21"/>
                  <a:gd name="T5" fmla="*/ 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21" y="8"/>
                    </a:moveTo>
                    <a:cubicBezTo>
                      <a:pt x="17" y="8"/>
                      <a:pt x="4" y="0"/>
                      <a:pt x="1" y="6"/>
                    </a:cubicBezTo>
                    <a:cubicBezTo>
                      <a:pt x="0" y="9"/>
                      <a:pt x="14" y="5"/>
                      <a:pt x="15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239">
                <a:extLst>
                  <a:ext uri="{FF2B5EF4-FFF2-40B4-BE49-F238E27FC236}">
                    <a16:creationId xmlns:a16="http://schemas.microsoft.com/office/drawing/2014/main" id="{FDD3C9C2-3C23-4992-900A-71A93A0BF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986"/>
                <a:ext cx="16" cy="6"/>
              </a:xfrm>
              <a:custGeom>
                <a:avLst/>
                <a:gdLst>
                  <a:gd name="T0" fmla="*/ 14 w 17"/>
                  <a:gd name="T1" fmla="*/ 6 h 6"/>
                  <a:gd name="T2" fmla="*/ 0 w 17"/>
                  <a:gd name="T3" fmla="*/ 2 h 6"/>
                  <a:gd name="T4" fmla="*/ 8 w 17"/>
                  <a:gd name="T5" fmla="*/ 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">
                    <a:moveTo>
                      <a:pt x="17" y="6"/>
                    </a:moveTo>
                    <a:cubicBezTo>
                      <a:pt x="15" y="3"/>
                      <a:pt x="3" y="0"/>
                      <a:pt x="0" y="2"/>
                    </a:cubicBezTo>
                    <a:cubicBezTo>
                      <a:pt x="3" y="3"/>
                      <a:pt x="6" y="4"/>
                      <a:pt x="10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240">
                <a:extLst>
                  <a:ext uri="{FF2B5EF4-FFF2-40B4-BE49-F238E27FC236}">
                    <a16:creationId xmlns:a16="http://schemas.microsoft.com/office/drawing/2014/main" id="{621A1F2C-2D51-42C5-AEBB-46C89488A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971"/>
                <a:ext cx="13" cy="8"/>
              </a:xfrm>
              <a:custGeom>
                <a:avLst/>
                <a:gdLst>
                  <a:gd name="T0" fmla="*/ 7 w 14"/>
                  <a:gd name="T1" fmla="*/ 4 h 8"/>
                  <a:gd name="T2" fmla="*/ 0 w 14"/>
                  <a:gd name="T3" fmla="*/ 4 h 8"/>
                  <a:gd name="T4" fmla="*/ 11 w 14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9" y="4"/>
                    </a:moveTo>
                    <a:cubicBezTo>
                      <a:pt x="7" y="2"/>
                      <a:pt x="0" y="0"/>
                      <a:pt x="0" y="4"/>
                    </a:cubicBezTo>
                    <a:cubicBezTo>
                      <a:pt x="1" y="8"/>
                      <a:pt x="11" y="7"/>
                      <a:pt x="14" y="8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241">
                <a:extLst>
                  <a:ext uri="{FF2B5EF4-FFF2-40B4-BE49-F238E27FC236}">
                    <a16:creationId xmlns:a16="http://schemas.microsoft.com/office/drawing/2014/main" id="{09CAE077-B1C4-4374-A788-F274A9E9A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959"/>
                <a:ext cx="8" cy="12"/>
              </a:xfrm>
              <a:custGeom>
                <a:avLst/>
                <a:gdLst>
                  <a:gd name="T0" fmla="*/ 5 w 8"/>
                  <a:gd name="T1" fmla="*/ 12 h 12"/>
                  <a:gd name="T2" fmla="*/ 0 w 8"/>
                  <a:gd name="T3" fmla="*/ 0 h 12"/>
                  <a:gd name="T4" fmla="*/ 8 w 8"/>
                  <a:gd name="T5" fmla="*/ 1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5" y="12"/>
                    </a:moveTo>
                    <a:cubicBezTo>
                      <a:pt x="7" y="8"/>
                      <a:pt x="3" y="3"/>
                      <a:pt x="0" y="0"/>
                    </a:cubicBezTo>
                    <a:cubicBezTo>
                      <a:pt x="2" y="4"/>
                      <a:pt x="5" y="8"/>
                      <a:pt x="8" y="1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242">
                <a:extLst>
                  <a:ext uri="{FF2B5EF4-FFF2-40B4-BE49-F238E27FC236}">
                    <a16:creationId xmlns:a16="http://schemas.microsoft.com/office/drawing/2014/main" id="{75260DCE-9642-41D2-8A1C-11A8AEA3A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002"/>
                <a:ext cx="16" cy="3"/>
              </a:xfrm>
              <a:custGeom>
                <a:avLst/>
                <a:gdLst>
                  <a:gd name="T0" fmla="*/ 13 w 16"/>
                  <a:gd name="T1" fmla="*/ 3 h 3"/>
                  <a:gd name="T2" fmla="*/ 0 w 16"/>
                  <a:gd name="T3" fmla="*/ 2 h 3"/>
                  <a:gd name="T4" fmla="*/ 16 w 1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3" y="3"/>
                    </a:moveTo>
                    <a:cubicBezTo>
                      <a:pt x="10" y="0"/>
                      <a:pt x="4" y="0"/>
                      <a:pt x="0" y="2"/>
                    </a:cubicBezTo>
                    <a:cubicBezTo>
                      <a:pt x="5" y="3"/>
                      <a:pt x="11" y="1"/>
                      <a:pt x="16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243">
                <a:extLst>
                  <a:ext uri="{FF2B5EF4-FFF2-40B4-BE49-F238E27FC236}">
                    <a16:creationId xmlns:a16="http://schemas.microsoft.com/office/drawing/2014/main" id="{B080A6C2-3123-4884-B590-31714294D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002"/>
                <a:ext cx="11" cy="7"/>
              </a:xfrm>
              <a:custGeom>
                <a:avLst/>
                <a:gdLst>
                  <a:gd name="T0" fmla="*/ 8 w 12"/>
                  <a:gd name="T1" fmla="*/ 4 h 7"/>
                  <a:gd name="T2" fmla="*/ 0 w 12"/>
                  <a:gd name="T3" fmla="*/ 3 h 7"/>
                  <a:gd name="T4" fmla="*/ 8 w 12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1" y="4"/>
                    </a:moveTo>
                    <a:cubicBezTo>
                      <a:pt x="12" y="2"/>
                      <a:pt x="3" y="0"/>
                      <a:pt x="0" y="3"/>
                    </a:cubicBezTo>
                    <a:cubicBezTo>
                      <a:pt x="2" y="7"/>
                      <a:pt x="8" y="4"/>
                      <a:pt x="11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244">
                <a:extLst>
                  <a:ext uri="{FF2B5EF4-FFF2-40B4-BE49-F238E27FC236}">
                    <a16:creationId xmlns:a16="http://schemas.microsoft.com/office/drawing/2014/main" id="{7ED8C40A-4B3D-469A-82DB-846353BEA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016"/>
                <a:ext cx="16" cy="13"/>
              </a:xfrm>
              <a:custGeom>
                <a:avLst/>
                <a:gdLst>
                  <a:gd name="T0" fmla="*/ 16 w 16"/>
                  <a:gd name="T1" fmla="*/ 5 h 13"/>
                  <a:gd name="T2" fmla="*/ 3 w 16"/>
                  <a:gd name="T3" fmla="*/ 6 h 13"/>
                  <a:gd name="T4" fmla="*/ 15 w 16"/>
                  <a:gd name="T5" fmla="*/ 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5"/>
                    </a:moveTo>
                    <a:cubicBezTo>
                      <a:pt x="13" y="2"/>
                      <a:pt x="5" y="0"/>
                      <a:pt x="3" y="6"/>
                    </a:cubicBezTo>
                    <a:cubicBezTo>
                      <a:pt x="0" y="13"/>
                      <a:pt x="12" y="8"/>
                      <a:pt x="15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245">
                <a:extLst>
                  <a:ext uri="{FF2B5EF4-FFF2-40B4-BE49-F238E27FC236}">
                    <a16:creationId xmlns:a16="http://schemas.microsoft.com/office/drawing/2014/main" id="{DC1CB6C6-E79A-45DE-9812-C901F18D9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3016"/>
                <a:ext cx="14" cy="7"/>
              </a:xfrm>
              <a:custGeom>
                <a:avLst/>
                <a:gdLst>
                  <a:gd name="T0" fmla="*/ 13 w 14"/>
                  <a:gd name="T1" fmla="*/ 6 h 7"/>
                  <a:gd name="T2" fmla="*/ 14 w 14"/>
                  <a:gd name="T3" fmla="*/ 3 h 7"/>
                  <a:gd name="T4" fmla="*/ 0 w 14"/>
                  <a:gd name="T5" fmla="*/ 7 h 7"/>
                  <a:gd name="T6" fmla="*/ 13 w 1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3" y="6"/>
                    </a:moveTo>
                    <a:cubicBezTo>
                      <a:pt x="14" y="5"/>
                      <a:pt x="14" y="4"/>
                      <a:pt x="14" y="3"/>
                    </a:cubicBezTo>
                    <a:cubicBezTo>
                      <a:pt x="10" y="1"/>
                      <a:pt x="2" y="3"/>
                      <a:pt x="0" y="7"/>
                    </a:cubicBezTo>
                    <a:cubicBezTo>
                      <a:pt x="4" y="7"/>
                      <a:pt x="10" y="3"/>
                      <a:pt x="13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246">
                <a:extLst>
                  <a:ext uri="{FF2B5EF4-FFF2-40B4-BE49-F238E27FC236}">
                    <a16:creationId xmlns:a16="http://schemas.microsoft.com/office/drawing/2014/main" id="{65773F4E-04D7-44C1-A495-504C96E01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3004"/>
                <a:ext cx="13" cy="8"/>
              </a:xfrm>
              <a:custGeom>
                <a:avLst/>
                <a:gdLst>
                  <a:gd name="T0" fmla="*/ 11 w 14"/>
                  <a:gd name="T1" fmla="*/ 5 h 8"/>
                  <a:gd name="T2" fmla="*/ 0 w 14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4" y="5"/>
                    </a:moveTo>
                    <a:cubicBezTo>
                      <a:pt x="12" y="0"/>
                      <a:pt x="0" y="6"/>
                      <a:pt x="0" y="8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247">
                <a:extLst>
                  <a:ext uri="{FF2B5EF4-FFF2-40B4-BE49-F238E27FC236}">
                    <a16:creationId xmlns:a16="http://schemas.microsoft.com/office/drawing/2014/main" id="{DC797060-D94C-4092-8AD1-C6E4BE979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956"/>
                <a:ext cx="6" cy="13"/>
              </a:xfrm>
              <a:custGeom>
                <a:avLst/>
                <a:gdLst>
                  <a:gd name="T0" fmla="*/ 0 w 6"/>
                  <a:gd name="T1" fmla="*/ 13 h 13"/>
                  <a:gd name="T2" fmla="*/ 4 w 6"/>
                  <a:gd name="T3" fmla="*/ 0 h 13"/>
                  <a:gd name="T4" fmla="*/ 2 w 6"/>
                  <a:gd name="T5" fmla="*/ 0 h 13"/>
                  <a:gd name="T6" fmla="*/ 2 w 6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6" y="13"/>
                      <a:pt x="5" y="3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4"/>
                      <a:pt x="1" y="9"/>
                      <a:pt x="2" y="1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248">
                <a:extLst>
                  <a:ext uri="{FF2B5EF4-FFF2-40B4-BE49-F238E27FC236}">
                    <a16:creationId xmlns:a16="http://schemas.microsoft.com/office/drawing/2014/main" id="{31846F10-A371-456C-BB0A-AA072E4B4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964"/>
                <a:ext cx="5" cy="11"/>
              </a:xfrm>
              <a:custGeom>
                <a:avLst/>
                <a:gdLst>
                  <a:gd name="T0" fmla="*/ 0 w 6"/>
                  <a:gd name="T1" fmla="*/ 10 h 11"/>
                  <a:gd name="T2" fmla="*/ 2 w 6"/>
                  <a:gd name="T3" fmla="*/ 11 h 11"/>
                  <a:gd name="T4" fmla="*/ 3 w 6"/>
                  <a:gd name="T5" fmla="*/ 0 h 11"/>
                  <a:gd name="T6" fmla="*/ 0 w 6"/>
                  <a:gd name="T7" fmla="*/ 9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1" y="11"/>
                      <a:pt x="1" y="11"/>
                      <a:pt x="2" y="11"/>
                    </a:cubicBezTo>
                    <a:cubicBezTo>
                      <a:pt x="5" y="8"/>
                      <a:pt x="6" y="5"/>
                      <a:pt x="6" y="0"/>
                    </a:cubicBezTo>
                    <a:cubicBezTo>
                      <a:pt x="4" y="2"/>
                      <a:pt x="2" y="6"/>
                      <a:pt x="0" y="9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249">
                <a:extLst>
                  <a:ext uri="{FF2B5EF4-FFF2-40B4-BE49-F238E27FC236}">
                    <a16:creationId xmlns:a16="http://schemas.microsoft.com/office/drawing/2014/main" id="{2B9962D8-D166-4352-92C6-58EE09C88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959"/>
                <a:ext cx="3" cy="11"/>
              </a:xfrm>
              <a:custGeom>
                <a:avLst/>
                <a:gdLst>
                  <a:gd name="T0" fmla="*/ 3 w 3"/>
                  <a:gd name="T1" fmla="*/ 11 h 11"/>
                  <a:gd name="T2" fmla="*/ 1 w 3"/>
                  <a:gd name="T3" fmla="*/ 0 h 11"/>
                  <a:gd name="T4" fmla="*/ 1 w 3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1">
                    <a:moveTo>
                      <a:pt x="3" y="11"/>
                    </a:moveTo>
                    <a:cubicBezTo>
                      <a:pt x="3" y="7"/>
                      <a:pt x="3" y="3"/>
                      <a:pt x="1" y="0"/>
                    </a:cubicBezTo>
                    <a:cubicBezTo>
                      <a:pt x="0" y="2"/>
                      <a:pt x="1" y="4"/>
                      <a:pt x="1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250">
                <a:extLst>
                  <a:ext uri="{FF2B5EF4-FFF2-40B4-BE49-F238E27FC236}">
                    <a16:creationId xmlns:a16="http://schemas.microsoft.com/office/drawing/2014/main" id="{F3AB7B33-4AFF-413F-A7F3-52782D92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963"/>
                <a:ext cx="10" cy="7"/>
              </a:xfrm>
              <a:custGeom>
                <a:avLst/>
                <a:gdLst>
                  <a:gd name="T0" fmla="*/ 10 w 10"/>
                  <a:gd name="T1" fmla="*/ 6 h 7"/>
                  <a:gd name="T2" fmla="*/ 0 w 10"/>
                  <a:gd name="T3" fmla="*/ 0 h 7"/>
                  <a:gd name="T4" fmla="*/ 4 w 10"/>
                  <a:gd name="T5" fmla="*/ 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6"/>
                    </a:moveTo>
                    <a:cubicBezTo>
                      <a:pt x="8" y="4"/>
                      <a:pt x="3" y="1"/>
                      <a:pt x="0" y="0"/>
                    </a:cubicBezTo>
                    <a:cubicBezTo>
                      <a:pt x="1" y="2"/>
                      <a:pt x="2" y="5"/>
                      <a:pt x="4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251">
                <a:extLst>
                  <a:ext uri="{FF2B5EF4-FFF2-40B4-BE49-F238E27FC236}">
                    <a16:creationId xmlns:a16="http://schemas.microsoft.com/office/drawing/2014/main" id="{3DBE811A-CBBD-48A1-AFB7-397BD7701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975"/>
                <a:ext cx="14" cy="6"/>
              </a:xfrm>
              <a:custGeom>
                <a:avLst/>
                <a:gdLst>
                  <a:gd name="T0" fmla="*/ 14 w 14"/>
                  <a:gd name="T1" fmla="*/ 3 h 7"/>
                  <a:gd name="T2" fmla="*/ 5 w 14"/>
                  <a:gd name="T3" fmla="*/ 1 h 7"/>
                  <a:gd name="T4" fmla="*/ 12 w 14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5"/>
                    </a:moveTo>
                    <a:cubicBezTo>
                      <a:pt x="13" y="4"/>
                      <a:pt x="8" y="0"/>
                      <a:pt x="5" y="1"/>
                    </a:cubicBezTo>
                    <a:cubicBezTo>
                      <a:pt x="0" y="3"/>
                      <a:pt x="8" y="7"/>
                      <a:pt x="12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252">
                <a:extLst>
                  <a:ext uri="{FF2B5EF4-FFF2-40B4-BE49-F238E27FC236}">
                    <a16:creationId xmlns:a16="http://schemas.microsoft.com/office/drawing/2014/main" id="{BEBB8706-A49E-4CB8-83FA-1E8BB84DA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979"/>
                <a:ext cx="10" cy="6"/>
              </a:xfrm>
              <a:custGeom>
                <a:avLst/>
                <a:gdLst>
                  <a:gd name="T0" fmla="*/ 10 w 10"/>
                  <a:gd name="T1" fmla="*/ 2 h 7"/>
                  <a:gd name="T2" fmla="*/ 0 w 10"/>
                  <a:gd name="T3" fmla="*/ 2 h 7"/>
                  <a:gd name="T4" fmla="*/ 10 w 10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7" y="0"/>
                      <a:pt x="3" y="0"/>
                      <a:pt x="0" y="2"/>
                    </a:cubicBezTo>
                    <a:cubicBezTo>
                      <a:pt x="2" y="5"/>
                      <a:pt x="7" y="6"/>
                      <a:pt x="10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253">
                <a:extLst>
                  <a:ext uri="{FF2B5EF4-FFF2-40B4-BE49-F238E27FC236}">
                    <a16:creationId xmlns:a16="http://schemas.microsoft.com/office/drawing/2014/main" id="{E4E78F64-8351-46E9-9159-7B0D9DD9B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000"/>
                <a:ext cx="11" cy="5"/>
              </a:xfrm>
              <a:custGeom>
                <a:avLst/>
                <a:gdLst>
                  <a:gd name="T0" fmla="*/ 8 w 11"/>
                  <a:gd name="T1" fmla="*/ 3 h 5"/>
                  <a:gd name="T2" fmla="*/ 1 w 11"/>
                  <a:gd name="T3" fmla="*/ 1 h 5"/>
                  <a:gd name="T4" fmla="*/ 11 w 11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8" y="3"/>
                    </a:moveTo>
                    <a:cubicBezTo>
                      <a:pt x="6" y="1"/>
                      <a:pt x="3" y="0"/>
                      <a:pt x="1" y="1"/>
                    </a:cubicBezTo>
                    <a:cubicBezTo>
                      <a:pt x="0" y="5"/>
                      <a:pt x="8" y="3"/>
                      <a:pt x="11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254">
                <a:extLst>
                  <a:ext uri="{FF2B5EF4-FFF2-40B4-BE49-F238E27FC236}">
                    <a16:creationId xmlns:a16="http://schemas.microsoft.com/office/drawing/2014/main" id="{1CE8FEE9-78B9-4863-BD02-98D9AE4F8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019"/>
                <a:ext cx="9" cy="3"/>
              </a:xfrm>
              <a:custGeom>
                <a:avLst/>
                <a:gdLst>
                  <a:gd name="T0" fmla="*/ 9 w 9"/>
                  <a:gd name="T1" fmla="*/ 1 h 3"/>
                  <a:gd name="T2" fmla="*/ 0 w 9"/>
                  <a:gd name="T3" fmla="*/ 3 h 3"/>
                  <a:gd name="T4" fmla="*/ 5 w 9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1"/>
                    </a:moveTo>
                    <a:cubicBezTo>
                      <a:pt x="6" y="0"/>
                      <a:pt x="2" y="0"/>
                      <a:pt x="0" y="3"/>
                    </a:cubicBezTo>
                    <a:cubicBezTo>
                      <a:pt x="2" y="3"/>
                      <a:pt x="4" y="2"/>
                      <a:pt x="5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255">
                <a:extLst>
                  <a:ext uri="{FF2B5EF4-FFF2-40B4-BE49-F238E27FC236}">
                    <a16:creationId xmlns:a16="http://schemas.microsoft.com/office/drawing/2014/main" id="{4B9D57C9-9D83-42E5-B6F8-4CFD1143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960"/>
                <a:ext cx="9" cy="4"/>
              </a:xfrm>
              <a:custGeom>
                <a:avLst/>
                <a:gdLst>
                  <a:gd name="T0" fmla="*/ 7 w 9"/>
                  <a:gd name="T1" fmla="*/ 3 h 4"/>
                  <a:gd name="T2" fmla="*/ 0 w 9"/>
                  <a:gd name="T3" fmla="*/ 0 h 4"/>
                  <a:gd name="T4" fmla="*/ 9 w 9"/>
                  <a:gd name="T5" fmla="*/ 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7" y="3"/>
                    </a:moveTo>
                    <a:cubicBezTo>
                      <a:pt x="4" y="3"/>
                      <a:pt x="2" y="0"/>
                      <a:pt x="0" y="0"/>
                    </a:cubicBezTo>
                    <a:cubicBezTo>
                      <a:pt x="1" y="3"/>
                      <a:pt x="5" y="4"/>
                      <a:pt x="9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256">
                <a:extLst>
                  <a:ext uri="{FF2B5EF4-FFF2-40B4-BE49-F238E27FC236}">
                    <a16:creationId xmlns:a16="http://schemas.microsoft.com/office/drawing/2014/main" id="{12AE0793-9038-4224-BE3D-951231DF6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951"/>
                <a:ext cx="7" cy="8"/>
              </a:xfrm>
              <a:custGeom>
                <a:avLst/>
                <a:gdLst>
                  <a:gd name="T0" fmla="*/ 7 w 7"/>
                  <a:gd name="T1" fmla="*/ 8 h 8"/>
                  <a:gd name="T2" fmla="*/ 0 w 7"/>
                  <a:gd name="T3" fmla="*/ 0 h 8"/>
                  <a:gd name="T4" fmla="*/ 4 w 7"/>
                  <a:gd name="T5" fmla="*/ 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5" y="5"/>
                      <a:pt x="4" y="2"/>
                      <a:pt x="0" y="0"/>
                    </a:cubicBezTo>
                    <a:cubicBezTo>
                      <a:pt x="1" y="2"/>
                      <a:pt x="2" y="3"/>
                      <a:pt x="4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257">
                <a:extLst>
                  <a:ext uri="{FF2B5EF4-FFF2-40B4-BE49-F238E27FC236}">
                    <a16:creationId xmlns:a16="http://schemas.microsoft.com/office/drawing/2014/main" id="{3A53E541-F2DA-4412-A2F3-F0D9D767B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035"/>
                <a:ext cx="11" cy="7"/>
              </a:xfrm>
              <a:custGeom>
                <a:avLst/>
                <a:gdLst>
                  <a:gd name="T0" fmla="*/ 9 w 12"/>
                  <a:gd name="T1" fmla="*/ 3 h 7"/>
                  <a:gd name="T2" fmla="*/ 0 w 12"/>
                  <a:gd name="T3" fmla="*/ 6 h 7"/>
                  <a:gd name="T4" fmla="*/ 6 w 12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2" y="3"/>
                    </a:moveTo>
                    <a:cubicBezTo>
                      <a:pt x="8" y="0"/>
                      <a:pt x="2" y="2"/>
                      <a:pt x="0" y="6"/>
                    </a:cubicBezTo>
                    <a:cubicBezTo>
                      <a:pt x="3" y="7"/>
                      <a:pt x="6" y="5"/>
                      <a:pt x="8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258">
                <a:extLst>
                  <a:ext uri="{FF2B5EF4-FFF2-40B4-BE49-F238E27FC236}">
                    <a16:creationId xmlns:a16="http://schemas.microsoft.com/office/drawing/2014/main" id="{7769FB89-0CF8-4083-81C8-250744499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039"/>
                <a:ext cx="11" cy="12"/>
              </a:xfrm>
              <a:custGeom>
                <a:avLst/>
                <a:gdLst>
                  <a:gd name="T0" fmla="*/ 9 w 12"/>
                  <a:gd name="T1" fmla="*/ 2 h 13"/>
                  <a:gd name="T2" fmla="*/ 0 w 12"/>
                  <a:gd name="T3" fmla="*/ 9 h 13"/>
                  <a:gd name="T4" fmla="*/ 6 w 12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2" y="2"/>
                    </a:moveTo>
                    <a:cubicBezTo>
                      <a:pt x="6" y="0"/>
                      <a:pt x="0" y="7"/>
                      <a:pt x="0" y="12"/>
                    </a:cubicBezTo>
                    <a:cubicBezTo>
                      <a:pt x="5" y="13"/>
                      <a:pt x="7" y="5"/>
                      <a:pt x="9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259">
                <a:extLst>
                  <a:ext uri="{FF2B5EF4-FFF2-40B4-BE49-F238E27FC236}">
                    <a16:creationId xmlns:a16="http://schemas.microsoft.com/office/drawing/2014/main" id="{E337FD21-BBFA-427D-AEBD-41DF62F13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047"/>
                <a:ext cx="6" cy="14"/>
              </a:xfrm>
              <a:custGeom>
                <a:avLst/>
                <a:gdLst>
                  <a:gd name="T0" fmla="*/ 5 w 6"/>
                  <a:gd name="T1" fmla="*/ 0 h 14"/>
                  <a:gd name="T2" fmla="*/ 2 w 6"/>
                  <a:gd name="T3" fmla="*/ 14 h 14"/>
                  <a:gd name="T4" fmla="*/ 3 w 6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1" y="2"/>
                      <a:pt x="0" y="10"/>
                      <a:pt x="2" y="14"/>
                    </a:cubicBezTo>
                    <a:cubicBezTo>
                      <a:pt x="4" y="11"/>
                      <a:pt x="6" y="5"/>
                      <a:pt x="3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260">
                <a:extLst>
                  <a:ext uri="{FF2B5EF4-FFF2-40B4-BE49-F238E27FC236}">
                    <a16:creationId xmlns:a16="http://schemas.microsoft.com/office/drawing/2014/main" id="{DD42F701-67E6-49C1-8B92-A76747A10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049"/>
                <a:ext cx="4" cy="13"/>
              </a:xfrm>
              <a:custGeom>
                <a:avLst/>
                <a:gdLst>
                  <a:gd name="T0" fmla="*/ 4 w 4"/>
                  <a:gd name="T1" fmla="*/ 3 h 13"/>
                  <a:gd name="T2" fmla="*/ 0 w 4"/>
                  <a:gd name="T3" fmla="*/ 13 h 13"/>
                  <a:gd name="T4" fmla="*/ 4 w 4"/>
                  <a:gd name="T5" fmla="*/ 0 h 13"/>
                  <a:gd name="T6" fmla="*/ 3 w 4"/>
                  <a:gd name="T7" fmla="*/ 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4" y="3"/>
                    </a:moveTo>
                    <a:cubicBezTo>
                      <a:pt x="3" y="0"/>
                      <a:pt x="0" y="11"/>
                      <a:pt x="0" y="13"/>
                    </a:cubicBezTo>
                    <a:cubicBezTo>
                      <a:pt x="2" y="9"/>
                      <a:pt x="4" y="5"/>
                      <a:pt x="4" y="0"/>
                    </a:cubicBezTo>
                    <a:cubicBezTo>
                      <a:pt x="3" y="1"/>
                      <a:pt x="3" y="2"/>
                      <a:pt x="3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261">
                <a:extLst>
                  <a:ext uri="{FF2B5EF4-FFF2-40B4-BE49-F238E27FC236}">
                    <a16:creationId xmlns:a16="http://schemas.microsoft.com/office/drawing/2014/main" id="{B5906C93-1071-438A-AA0B-A32EA12E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049"/>
                <a:ext cx="8" cy="12"/>
              </a:xfrm>
              <a:custGeom>
                <a:avLst/>
                <a:gdLst>
                  <a:gd name="T0" fmla="*/ 2 w 8"/>
                  <a:gd name="T1" fmla="*/ 0 h 12"/>
                  <a:gd name="T2" fmla="*/ 6 w 8"/>
                  <a:gd name="T3" fmla="*/ 12 h 12"/>
                  <a:gd name="T4" fmla="*/ 3 w 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2" y="0"/>
                    </a:moveTo>
                    <a:cubicBezTo>
                      <a:pt x="0" y="3"/>
                      <a:pt x="2" y="11"/>
                      <a:pt x="6" y="12"/>
                    </a:cubicBezTo>
                    <a:cubicBezTo>
                      <a:pt x="8" y="8"/>
                      <a:pt x="7" y="3"/>
                      <a:pt x="3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262">
                <a:extLst>
                  <a:ext uri="{FF2B5EF4-FFF2-40B4-BE49-F238E27FC236}">
                    <a16:creationId xmlns:a16="http://schemas.microsoft.com/office/drawing/2014/main" id="{135880CC-F754-4AD6-A71C-8B12536D3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3045"/>
                <a:ext cx="9" cy="7"/>
              </a:xfrm>
              <a:custGeom>
                <a:avLst/>
                <a:gdLst>
                  <a:gd name="T0" fmla="*/ 0 w 10"/>
                  <a:gd name="T1" fmla="*/ 4 h 8"/>
                  <a:gd name="T2" fmla="*/ 7 w 10"/>
                  <a:gd name="T3" fmla="*/ 5 h 8"/>
                  <a:gd name="T4" fmla="*/ 4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4"/>
                    </a:moveTo>
                    <a:cubicBezTo>
                      <a:pt x="1" y="2"/>
                      <a:pt x="5" y="8"/>
                      <a:pt x="10" y="8"/>
                    </a:cubicBezTo>
                    <a:cubicBezTo>
                      <a:pt x="10" y="5"/>
                      <a:pt x="6" y="2"/>
                      <a:pt x="4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263">
                <a:extLst>
                  <a:ext uri="{FF2B5EF4-FFF2-40B4-BE49-F238E27FC236}">
                    <a16:creationId xmlns:a16="http://schemas.microsoft.com/office/drawing/2014/main" id="{A76C5CF1-C1F8-4899-93CB-6E147BA71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041"/>
                <a:ext cx="11" cy="8"/>
              </a:xfrm>
              <a:custGeom>
                <a:avLst/>
                <a:gdLst>
                  <a:gd name="T0" fmla="*/ 0 w 11"/>
                  <a:gd name="T1" fmla="*/ 3 h 9"/>
                  <a:gd name="T2" fmla="*/ 0 w 1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3"/>
                    </a:moveTo>
                    <a:cubicBezTo>
                      <a:pt x="8" y="9"/>
                      <a:pt x="11" y="0"/>
                      <a:pt x="0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264">
                <a:extLst>
                  <a:ext uri="{FF2B5EF4-FFF2-40B4-BE49-F238E27FC236}">
                    <a16:creationId xmlns:a16="http://schemas.microsoft.com/office/drawing/2014/main" id="{FC256414-A0CC-48E7-98EF-FE1FB5AA8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021"/>
                <a:ext cx="17" cy="7"/>
              </a:xfrm>
              <a:custGeom>
                <a:avLst/>
                <a:gdLst>
                  <a:gd name="T0" fmla="*/ 0 w 18"/>
                  <a:gd name="T1" fmla="*/ 3 h 7"/>
                  <a:gd name="T2" fmla="*/ 15 w 18"/>
                  <a:gd name="T3" fmla="*/ 2 h 7"/>
                  <a:gd name="T4" fmla="*/ 6 w 18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0" y="3"/>
                    </a:moveTo>
                    <a:cubicBezTo>
                      <a:pt x="5" y="4"/>
                      <a:pt x="15" y="7"/>
                      <a:pt x="18" y="2"/>
                    </a:cubicBezTo>
                    <a:cubicBezTo>
                      <a:pt x="14" y="0"/>
                      <a:pt x="10" y="0"/>
                      <a:pt x="6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5" name="Freeform 265">
                <a:extLst>
                  <a:ext uri="{FF2B5EF4-FFF2-40B4-BE49-F238E27FC236}">
                    <a16:creationId xmlns:a16="http://schemas.microsoft.com/office/drawing/2014/main" id="{3C851780-3E1E-4BA5-83CB-353812EA3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3004"/>
                <a:ext cx="11" cy="5"/>
              </a:xfrm>
              <a:custGeom>
                <a:avLst/>
                <a:gdLst>
                  <a:gd name="T0" fmla="*/ 0 w 11"/>
                  <a:gd name="T1" fmla="*/ 1 h 5"/>
                  <a:gd name="T2" fmla="*/ 11 w 11"/>
                  <a:gd name="T3" fmla="*/ 2 h 5"/>
                  <a:gd name="T4" fmla="*/ 3 w 11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1"/>
                    </a:moveTo>
                    <a:cubicBezTo>
                      <a:pt x="3" y="4"/>
                      <a:pt x="8" y="5"/>
                      <a:pt x="11" y="2"/>
                    </a:cubicBezTo>
                    <a:cubicBezTo>
                      <a:pt x="9" y="0"/>
                      <a:pt x="6" y="1"/>
                      <a:pt x="3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266">
                <a:extLst>
                  <a:ext uri="{FF2B5EF4-FFF2-40B4-BE49-F238E27FC236}">
                    <a16:creationId xmlns:a16="http://schemas.microsoft.com/office/drawing/2014/main" id="{BB6733AD-9400-4F86-BCF5-9BC45AC97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982"/>
                <a:ext cx="9" cy="9"/>
              </a:xfrm>
              <a:custGeom>
                <a:avLst/>
                <a:gdLst>
                  <a:gd name="T0" fmla="*/ 2 w 9"/>
                  <a:gd name="T1" fmla="*/ 4 h 9"/>
                  <a:gd name="T2" fmla="*/ 9 w 9"/>
                  <a:gd name="T3" fmla="*/ 0 h 9"/>
                  <a:gd name="T4" fmla="*/ 0 w 9"/>
                  <a:gd name="T5" fmla="*/ 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4"/>
                    </a:moveTo>
                    <a:cubicBezTo>
                      <a:pt x="3" y="9"/>
                      <a:pt x="8" y="3"/>
                      <a:pt x="9" y="0"/>
                    </a:cubicBezTo>
                    <a:cubicBezTo>
                      <a:pt x="6" y="0"/>
                      <a:pt x="3" y="2"/>
                      <a:pt x="0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267">
                <a:extLst>
                  <a:ext uri="{FF2B5EF4-FFF2-40B4-BE49-F238E27FC236}">
                    <a16:creationId xmlns:a16="http://schemas.microsoft.com/office/drawing/2014/main" id="{8FE2834B-597A-4313-9413-D9E0FD3AB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967"/>
                <a:ext cx="8" cy="10"/>
              </a:xfrm>
              <a:custGeom>
                <a:avLst/>
                <a:gdLst>
                  <a:gd name="T0" fmla="*/ 0 w 9"/>
                  <a:gd name="T1" fmla="*/ 5 h 10"/>
                  <a:gd name="T2" fmla="*/ 6 w 9"/>
                  <a:gd name="T3" fmla="*/ 1 h 10"/>
                  <a:gd name="T4" fmla="*/ 3 w 9"/>
                  <a:gd name="T5" fmla="*/ 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3" y="10"/>
                      <a:pt x="8" y="5"/>
                      <a:pt x="9" y="1"/>
                    </a:cubicBezTo>
                    <a:cubicBezTo>
                      <a:pt x="6" y="0"/>
                      <a:pt x="3" y="3"/>
                      <a:pt x="3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268">
                <a:extLst>
                  <a:ext uri="{FF2B5EF4-FFF2-40B4-BE49-F238E27FC236}">
                    <a16:creationId xmlns:a16="http://schemas.microsoft.com/office/drawing/2014/main" id="{A90ACD69-1313-46EC-B549-BEED0AD1E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995"/>
                <a:ext cx="12" cy="8"/>
              </a:xfrm>
              <a:custGeom>
                <a:avLst/>
                <a:gdLst>
                  <a:gd name="T0" fmla="*/ 3 w 12"/>
                  <a:gd name="T1" fmla="*/ 5 h 8"/>
                  <a:gd name="T2" fmla="*/ 2 w 12"/>
                  <a:gd name="T3" fmla="*/ 6 h 8"/>
                  <a:gd name="T4" fmla="*/ 12 w 12"/>
                  <a:gd name="T5" fmla="*/ 3 h 8"/>
                  <a:gd name="T6" fmla="*/ 0 w 12"/>
                  <a:gd name="T7" fmla="*/ 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3" y="5"/>
                    </a:moveTo>
                    <a:cubicBezTo>
                      <a:pt x="2" y="6"/>
                      <a:pt x="1" y="4"/>
                      <a:pt x="2" y="6"/>
                    </a:cubicBezTo>
                    <a:cubicBezTo>
                      <a:pt x="6" y="8"/>
                      <a:pt x="11" y="7"/>
                      <a:pt x="12" y="3"/>
                    </a:cubicBezTo>
                    <a:cubicBezTo>
                      <a:pt x="8" y="0"/>
                      <a:pt x="4" y="3"/>
                      <a:pt x="0" y="6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269">
                <a:extLst>
                  <a:ext uri="{FF2B5EF4-FFF2-40B4-BE49-F238E27FC236}">
                    <a16:creationId xmlns:a16="http://schemas.microsoft.com/office/drawing/2014/main" id="{7854B654-538B-4595-BF41-B89AEAB1E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979"/>
                <a:ext cx="4" cy="3"/>
              </a:xfrm>
              <a:custGeom>
                <a:avLst/>
                <a:gdLst>
                  <a:gd name="T0" fmla="*/ 4 w 4"/>
                  <a:gd name="T1" fmla="*/ 2 h 4"/>
                  <a:gd name="T2" fmla="*/ 1 w 4"/>
                  <a:gd name="T3" fmla="*/ 0 h 4"/>
                  <a:gd name="T4" fmla="*/ 0 w 4"/>
                  <a:gd name="T5" fmla="*/ 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4" y="2"/>
                      <a:pt x="3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270">
                <a:extLst>
                  <a:ext uri="{FF2B5EF4-FFF2-40B4-BE49-F238E27FC236}">
                    <a16:creationId xmlns:a16="http://schemas.microsoft.com/office/drawing/2014/main" id="{75FFD49A-2301-4602-96DA-E86106E9A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019"/>
                <a:ext cx="8" cy="3"/>
              </a:xfrm>
              <a:custGeom>
                <a:avLst/>
                <a:gdLst>
                  <a:gd name="T0" fmla="*/ 1 w 8"/>
                  <a:gd name="T1" fmla="*/ 1 h 3"/>
                  <a:gd name="T2" fmla="*/ 8 w 8"/>
                  <a:gd name="T3" fmla="*/ 1 h 3"/>
                  <a:gd name="T4" fmla="*/ 0 w 8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1" y="1"/>
                    </a:moveTo>
                    <a:cubicBezTo>
                      <a:pt x="3" y="3"/>
                      <a:pt x="6" y="3"/>
                      <a:pt x="8" y="1"/>
                    </a:cubicBezTo>
                    <a:cubicBezTo>
                      <a:pt x="5" y="0"/>
                      <a:pt x="3" y="1"/>
                      <a:pt x="0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271">
                <a:extLst>
                  <a:ext uri="{FF2B5EF4-FFF2-40B4-BE49-F238E27FC236}">
                    <a16:creationId xmlns:a16="http://schemas.microsoft.com/office/drawing/2014/main" id="{052E53D5-7C72-4B2F-85B4-3C1D22B20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039"/>
                <a:ext cx="12" cy="4"/>
              </a:xfrm>
              <a:custGeom>
                <a:avLst/>
                <a:gdLst>
                  <a:gd name="T0" fmla="*/ 1 w 13"/>
                  <a:gd name="T1" fmla="*/ 0 h 4"/>
                  <a:gd name="T2" fmla="*/ 10 w 13"/>
                  <a:gd name="T3" fmla="*/ 3 h 4"/>
                  <a:gd name="T4" fmla="*/ 1 w 1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">
                    <a:moveTo>
                      <a:pt x="1" y="0"/>
                    </a:moveTo>
                    <a:cubicBezTo>
                      <a:pt x="0" y="4"/>
                      <a:pt x="10" y="3"/>
                      <a:pt x="13" y="3"/>
                    </a:cubicBezTo>
                    <a:cubicBezTo>
                      <a:pt x="9" y="2"/>
                      <a:pt x="5" y="1"/>
                      <a:pt x="1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272">
                <a:extLst>
                  <a:ext uri="{FF2B5EF4-FFF2-40B4-BE49-F238E27FC236}">
                    <a16:creationId xmlns:a16="http://schemas.microsoft.com/office/drawing/2014/main" id="{6AA6F815-2398-4D81-82E5-10B655D65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055"/>
                <a:ext cx="6" cy="8"/>
              </a:xfrm>
              <a:custGeom>
                <a:avLst/>
                <a:gdLst>
                  <a:gd name="T0" fmla="*/ 3 w 7"/>
                  <a:gd name="T1" fmla="*/ 4 h 8"/>
                  <a:gd name="T2" fmla="*/ 3 w 7"/>
                  <a:gd name="T3" fmla="*/ 3 h 8"/>
                  <a:gd name="T4" fmla="*/ 3 w 7"/>
                  <a:gd name="T5" fmla="*/ 8 h 8"/>
                  <a:gd name="T6" fmla="*/ 2 w 7"/>
                  <a:gd name="T7" fmla="*/ 0 h 8"/>
                  <a:gd name="T8" fmla="*/ 1 w 7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4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3" y="5"/>
                      <a:pt x="4" y="7"/>
                      <a:pt x="6" y="8"/>
                    </a:cubicBezTo>
                    <a:cubicBezTo>
                      <a:pt x="7" y="4"/>
                      <a:pt x="5" y="1"/>
                      <a:pt x="2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Freeform 273">
                <a:extLst>
                  <a:ext uri="{FF2B5EF4-FFF2-40B4-BE49-F238E27FC236}">
                    <a16:creationId xmlns:a16="http://schemas.microsoft.com/office/drawing/2014/main" id="{36F0FF63-79CF-452E-9D0E-C91D32CF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069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1 w 3"/>
                  <a:gd name="T3" fmla="*/ 5 h 5"/>
                  <a:gd name="T4" fmla="*/ 1 w 3"/>
                  <a:gd name="T5" fmla="*/ 0 h 5"/>
                  <a:gd name="T6" fmla="*/ 0 w 3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2" y="3"/>
                      <a:pt x="1" y="4"/>
                      <a:pt x="1" y="5"/>
                    </a:cubicBezTo>
                    <a:cubicBezTo>
                      <a:pt x="1" y="4"/>
                      <a:pt x="1" y="1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4" name="Freeform 274">
                <a:extLst>
                  <a:ext uri="{FF2B5EF4-FFF2-40B4-BE49-F238E27FC236}">
                    <a16:creationId xmlns:a16="http://schemas.microsoft.com/office/drawing/2014/main" id="{17BC2779-B5FA-4521-9E03-0A25243C8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991"/>
                <a:ext cx="81" cy="28"/>
              </a:xfrm>
              <a:custGeom>
                <a:avLst/>
                <a:gdLst>
                  <a:gd name="T0" fmla="*/ 1 w 83"/>
                  <a:gd name="T1" fmla="*/ 10 h 29"/>
                  <a:gd name="T2" fmla="*/ 40 w 83"/>
                  <a:gd name="T3" fmla="*/ 2 h 29"/>
                  <a:gd name="T4" fmla="*/ 76 w 83"/>
                  <a:gd name="T5" fmla="*/ 16 h 29"/>
                  <a:gd name="T6" fmla="*/ 37 w 83"/>
                  <a:gd name="T7" fmla="*/ 24 h 29"/>
                  <a:gd name="T8" fmla="*/ 1 w 83"/>
                  <a:gd name="T9" fmla="*/ 1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29">
                    <a:moveTo>
                      <a:pt x="1" y="10"/>
                    </a:moveTo>
                    <a:cubicBezTo>
                      <a:pt x="2" y="4"/>
                      <a:pt x="20" y="0"/>
                      <a:pt x="43" y="2"/>
                    </a:cubicBezTo>
                    <a:cubicBezTo>
                      <a:pt x="65" y="5"/>
                      <a:pt x="83" y="12"/>
                      <a:pt x="82" y="19"/>
                    </a:cubicBezTo>
                    <a:cubicBezTo>
                      <a:pt x="81" y="26"/>
                      <a:pt x="62" y="29"/>
                      <a:pt x="40" y="27"/>
                    </a:cubicBezTo>
                    <a:cubicBezTo>
                      <a:pt x="18" y="25"/>
                      <a:pt x="0" y="17"/>
                      <a:pt x="1" y="10"/>
                    </a:cubicBezTo>
                    <a:close/>
                  </a:path>
                </a:pathLst>
              </a:custGeom>
              <a:solidFill>
                <a:srgbClr val="A8C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5" name="Freeform 275">
                <a:extLst>
                  <a:ext uri="{FF2B5EF4-FFF2-40B4-BE49-F238E27FC236}">
                    <a16:creationId xmlns:a16="http://schemas.microsoft.com/office/drawing/2014/main" id="{23DF9411-1C5A-476D-B1CC-3091E016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000"/>
                <a:ext cx="393" cy="233"/>
              </a:xfrm>
              <a:custGeom>
                <a:avLst/>
                <a:gdLst>
                  <a:gd name="T0" fmla="*/ 348 w 405"/>
                  <a:gd name="T1" fmla="*/ 43 h 240"/>
                  <a:gd name="T2" fmla="*/ 207 w 405"/>
                  <a:gd name="T3" fmla="*/ 188 h 240"/>
                  <a:gd name="T4" fmla="*/ 12 w 405"/>
                  <a:gd name="T5" fmla="*/ 143 h 240"/>
                  <a:gd name="T6" fmla="*/ 159 w 405"/>
                  <a:gd name="T7" fmla="*/ 27 h 240"/>
                  <a:gd name="T8" fmla="*/ 348 w 405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5" h="240">
                    <a:moveTo>
                      <a:pt x="381" y="46"/>
                    </a:moveTo>
                    <a:cubicBezTo>
                      <a:pt x="405" y="126"/>
                      <a:pt x="329" y="175"/>
                      <a:pt x="227" y="206"/>
                    </a:cubicBezTo>
                    <a:cubicBezTo>
                      <a:pt x="124" y="236"/>
                      <a:pt x="37" y="240"/>
                      <a:pt x="12" y="156"/>
                    </a:cubicBezTo>
                    <a:cubicBezTo>
                      <a:pt x="0" y="118"/>
                      <a:pt x="72" y="61"/>
                      <a:pt x="174" y="30"/>
                    </a:cubicBezTo>
                    <a:cubicBezTo>
                      <a:pt x="277" y="0"/>
                      <a:pt x="370" y="9"/>
                      <a:pt x="381" y="46"/>
                    </a:cubicBezTo>
                    <a:close/>
                  </a:path>
                </a:pathLst>
              </a:custGeom>
              <a:solidFill>
                <a:srgbClr val="4B8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6" name="Freeform 276">
                <a:extLst>
                  <a:ext uri="{FF2B5EF4-FFF2-40B4-BE49-F238E27FC236}">
                    <a16:creationId xmlns:a16="http://schemas.microsoft.com/office/drawing/2014/main" id="{2E369316-545D-4829-A2C6-34B057A34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990"/>
                <a:ext cx="384" cy="217"/>
              </a:xfrm>
              <a:custGeom>
                <a:avLst/>
                <a:gdLst>
                  <a:gd name="T0" fmla="*/ 349 w 396"/>
                  <a:gd name="T1" fmla="*/ 52 h 223"/>
                  <a:gd name="T2" fmla="*/ 203 w 396"/>
                  <a:gd name="T3" fmla="*/ 178 h 223"/>
                  <a:gd name="T4" fmla="*/ 14 w 396"/>
                  <a:gd name="T5" fmla="*/ 154 h 223"/>
                  <a:gd name="T6" fmla="*/ 159 w 396"/>
                  <a:gd name="T7" fmla="*/ 27 h 223"/>
                  <a:gd name="T8" fmla="*/ 349 w 396"/>
                  <a:gd name="T9" fmla="*/ 52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6" h="223">
                    <a:moveTo>
                      <a:pt x="383" y="56"/>
                    </a:moveTo>
                    <a:cubicBezTo>
                      <a:pt x="396" y="101"/>
                      <a:pt x="325" y="162"/>
                      <a:pt x="223" y="193"/>
                    </a:cubicBezTo>
                    <a:cubicBezTo>
                      <a:pt x="121" y="223"/>
                      <a:pt x="27" y="211"/>
                      <a:pt x="14" y="166"/>
                    </a:cubicBezTo>
                    <a:cubicBezTo>
                      <a:pt x="0" y="121"/>
                      <a:pt x="72" y="60"/>
                      <a:pt x="174" y="30"/>
                    </a:cubicBezTo>
                    <a:cubicBezTo>
                      <a:pt x="276" y="0"/>
                      <a:pt x="370" y="11"/>
                      <a:pt x="383" y="56"/>
                    </a:cubicBezTo>
                    <a:close/>
                  </a:path>
                </a:pathLst>
              </a:custGeom>
              <a:solidFill>
                <a:srgbClr val="93C4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7" name="Freeform 277">
                <a:extLst>
                  <a:ext uri="{FF2B5EF4-FFF2-40B4-BE49-F238E27FC236}">
                    <a16:creationId xmlns:a16="http://schemas.microsoft.com/office/drawing/2014/main" id="{4C2A7881-28B2-43D0-B80E-D225BA44C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078"/>
                <a:ext cx="17" cy="6"/>
              </a:xfrm>
              <a:custGeom>
                <a:avLst/>
                <a:gdLst>
                  <a:gd name="T0" fmla="*/ 15 w 18"/>
                  <a:gd name="T1" fmla="*/ 3 h 7"/>
                  <a:gd name="T2" fmla="*/ 0 w 18"/>
                  <a:gd name="T3" fmla="*/ 3 h 7"/>
                  <a:gd name="T4" fmla="*/ 11 w 18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18" y="5"/>
                    </a:moveTo>
                    <a:cubicBezTo>
                      <a:pt x="13" y="3"/>
                      <a:pt x="5" y="0"/>
                      <a:pt x="0" y="4"/>
                    </a:cubicBezTo>
                    <a:cubicBezTo>
                      <a:pt x="3" y="7"/>
                      <a:pt x="10" y="7"/>
                      <a:pt x="14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8" name="Freeform 278">
                <a:extLst>
                  <a:ext uri="{FF2B5EF4-FFF2-40B4-BE49-F238E27FC236}">
                    <a16:creationId xmlns:a16="http://schemas.microsoft.com/office/drawing/2014/main" id="{411EA9CB-A5C1-4115-A77E-25B2295CF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106"/>
                <a:ext cx="19" cy="10"/>
              </a:xfrm>
              <a:custGeom>
                <a:avLst/>
                <a:gdLst>
                  <a:gd name="T0" fmla="*/ 17 w 20"/>
                  <a:gd name="T1" fmla="*/ 1 h 11"/>
                  <a:gd name="T2" fmla="*/ 0 w 20"/>
                  <a:gd name="T3" fmla="*/ 5 h 11"/>
                  <a:gd name="T4" fmla="*/ 10 w 20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">
                    <a:moveTo>
                      <a:pt x="20" y="1"/>
                    </a:moveTo>
                    <a:cubicBezTo>
                      <a:pt x="16" y="2"/>
                      <a:pt x="1" y="0"/>
                      <a:pt x="0" y="7"/>
                    </a:cubicBezTo>
                    <a:cubicBezTo>
                      <a:pt x="0" y="11"/>
                      <a:pt x="11" y="2"/>
                      <a:pt x="13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" name="Freeform 279">
                <a:extLst>
                  <a:ext uri="{FF2B5EF4-FFF2-40B4-BE49-F238E27FC236}">
                    <a16:creationId xmlns:a16="http://schemas.microsoft.com/office/drawing/2014/main" id="{DE0A1F8D-6FA0-4109-8AFC-AF9010540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095"/>
                <a:ext cx="16" cy="5"/>
              </a:xfrm>
              <a:custGeom>
                <a:avLst/>
                <a:gdLst>
                  <a:gd name="T0" fmla="*/ 14 w 17"/>
                  <a:gd name="T1" fmla="*/ 3 h 5"/>
                  <a:gd name="T2" fmla="*/ 0 w 17"/>
                  <a:gd name="T3" fmla="*/ 5 h 5"/>
                  <a:gd name="T4" fmla="*/ 8 w 17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17" y="3"/>
                    </a:moveTo>
                    <a:cubicBezTo>
                      <a:pt x="14" y="0"/>
                      <a:pt x="2" y="2"/>
                      <a:pt x="0" y="5"/>
                    </a:cubicBezTo>
                    <a:cubicBezTo>
                      <a:pt x="3" y="5"/>
                      <a:pt x="7" y="4"/>
                      <a:pt x="10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" name="Freeform 280">
                <a:extLst>
                  <a:ext uri="{FF2B5EF4-FFF2-40B4-BE49-F238E27FC236}">
                    <a16:creationId xmlns:a16="http://schemas.microsoft.com/office/drawing/2014/main" id="{A4F4BE4F-BDEC-4227-8A73-A73D92B63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3092"/>
                <a:ext cx="16" cy="8"/>
              </a:xfrm>
              <a:custGeom>
                <a:avLst/>
                <a:gdLst>
                  <a:gd name="T0" fmla="*/ 8 w 17"/>
                  <a:gd name="T1" fmla="*/ 1 h 8"/>
                  <a:gd name="T2" fmla="*/ 3 w 17"/>
                  <a:gd name="T3" fmla="*/ 4 h 8"/>
                  <a:gd name="T4" fmla="*/ 14 w 17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0" y="1"/>
                    </a:moveTo>
                    <a:cubicBezTo>
                      <a:pt x="8" y="0"/>
                      <a:pt x="0" y="0"/>
                      <a:pt x="3" y="4"/>
                    </a:cubicBezTo>
                    <a:cubicBezTo>
                      <a:pt x="5" y="8"/>
                      <a:pt x="14" y="3"/>
                      <a:pt x="17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1" name="Freeform 281">
                <a:extLst>
                  <a:ext uri="{FF2B5EF4-FFF2-40B4-BE49-F238E27FC236}">
                    <a16:creationId xmlns:a16="http://schemas.microsoft.com/office/drawing/2014/main" id="{AD8C880F-AF68-4065-8101-C02221B01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3066"/>
                <a:ext cx="11" cy="10"/>
              </a:xfrm>
              <a:custGeom>
                <a:avLst/>
                <a:gdLst>
                  <a:gd name="T0" fmla="*/ 6 w 12"/>
                  <a:gd name="T1" fmla="*/ 10 h 10"/>
                  <a:gd name="T2" fmla="*/ 0 w 12"/>
                  <a:gd name="T3" fmla="*/ 0 h 10"/>
                  <a:gd name="T4" fmla="*/ 9 w 12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9" y="10"/>
                    </a:moveTo>
                    <a:cubicBezTo>
                      <a:pt x="9" y="6"/>
                      <a:pt x="4" y="2"/>
                      <a:pt x="0" y="0"/>
                    </a:cubicBezTo>
                    <a:cubicBezTo>
                      <a:pt x="4" y="3"/>
                      <a:pt x="8" y="5"/>
                      <a:pt x="12" y="7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2" name="Freeform 282">
                <a:extLst>
                  <a:ext uri="{FF2B5EF4-FFF2-40B4-BE49-F238E27FC236}">
                    <a16:creationId xmlns:a16="http://schemas.microsoft.com/office/drawing/2014/main" id="{4B29F1F9-B72F-4113-AB53-4EEE509BA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3126"/>
                <a:ext cx="14" cy="8"/>
              </a:xfrm>
              <a:custGeom>
                <a:avLst/>
                <a:gdLst>
                  <a:gd name="T0" fmla="*/ 13 w 14"/>
                  <a:gd name="T1" fmla="*/ 4 h 8"/>
                  <a:gd name="T2" fmla="*/ 0 w 14"/>
                  <a:gd name="T3" fmla="*/ 8 h 8"/>
                  <a:gd name="T4" fmla="*/ 14 w 1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13" y="4"/>
                    </a:moveTo>
                    <a:cubicBezTo>
                      <a:pt x="8" y="2"/>
                      <a:pt x="3" y="5"/>
                      <a:pt x="0" y="8"/>
                    </a:cubicBezTo>
                    <a:cubicBezTo>
                      <a:pt x="5" y="7"/>
                      <a:pt x="10" y="3"/>
                      <a:pt x="14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3" name="Freeform 283">
                <a:extLst>
                  <a:ext uri="{FF2B5EF4-FFF2-40B4-BE49-F238E27FC236}">
                    <a16:creationId xmlns:a16="http://schemas.microsoft.com/office/drawing/2014/main" id="{DDF3A1AC-F1E2-4645-A6DC-FB3E1EC7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3119"/>
                <a:ext cx="10" cy="8"/>
              </a:xfrm>
              <a:custGeom>
                <a:avLst/>
                <a:gdLst>
                  <a:gd name="T0" fmla="*/ 10 w 10"/>
                  <a:gd name="T1" fmla="*/ 2 h 8"/>
                  <a:gd name="T2" fmla="*/ 0 w 10"/>
                  <a:gd name="T3" fmla="*/ 5 h 8"/>
                  <a:gd name="T4" fmla="*/ 10 w 10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10" y="0"/>
                      <a:pt x="1" y="1"/>
                      <a:pt x="0" y="5"/>
                    </a:cubicBezTo>
                    <a:cubicBezTo>
                      <a:pt x="3" y="8"/>
                      <a:pt x="7" y="3"/>
                      <a:pt x="10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4" name="Freeform 284">
                <a:extLst>
                  <a:ext uri="{FF2B5EF4-FFF2-40B4-BE49-F238E27FC236}">
                    <a16:creationId xmlns:a16="http://schemas.microsoft.com/office/drawing/2014/main" id="{B4EDBC3A-DFFF-481F-9E7B-D5FFA7553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3140"/>
                <a:ext cx="11" cy="15"/>
              </a:xfrm>
              <a:custGeom>
                <a:avLst/>
                <a:gdLst>
                  <a:gd name="T0" fmla="*/ 11 w 11"/>
                  <a:gd name="T1" fmla="*/ 1 h 16"/>
                  <a:gd name="T2" fmla="*/ 0 w 11"/>
                  <a:gd name="T3" fmla="*/ 7 h 16"/>
                  <a:gd name="T4" fmla="*/ 10 w 11"/>
                  <a:gd name="T5" fmla="*/ 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11" y="1"/>
                    </a:moveTo>
                    <a:cubicBezTo>
                      <a:pt x="7" y="0"/>
                      <a:pt x="0" y="1"/>
                      <a:pt x="0" y="7"/>
                    </a:cubicBezTo>
                    <a:cubicBezTo>
                      <a:pt x="0" y="16"/>
                      <a:pt x="9" y="5"/>
                      <a:pt x="10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5" name="Freeform 285">
                <a:extLst>
                  <a:ext uri="{FF2B5EF4-FFF2-40B4-BE49-F238E27FC236}">
                    <a16:creationId xmlns:a16="http://schemas.microsoft.com/office/drawing/2014/main" id="{30765409-C3F6-4C82-B361-54319E16C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123"/>
                <a:ext cx="11" cy="12"/>
              </a:xfrm>
              <a:custGeom>
                <a:avLst/>
                <a:gdLst>
                  <a:gd name="T0" fmla="*/ 9 w 12"/>
                  <a:gd name="T1" fmla="*/ 6 h 12"/>
                  <a:gd name="T2" fmla="*/ 9 w 12"/>
                  <a:gd name="T3" fmla="*/ 3 h 12"/>
                  <a:gd name="T4" fmla="*/ 0 w 12"/>
                  <a:gd name="T5" fmla="*/ 12 h 12"/>
                  <a:gd name="T6" fmla="*/ 7 w 1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cubicBezTo>
                      <a:pt x="12" y="5"/>
                      <a:pt x="12" y="4"/>
                      <a:pt x="12" y="3"/>
                    </a:cubicBezTo>
                    <a:cubicBezTo>
                      <a:pt x="7" y="3"/>
                      <a:pt x="1" y="8"/>
                      <a:pt x="0" y="12"/>
                    </a:cubicBezTo>
                    <a:cubicBezTo>
                      <a:pt x="4" y="10"/>
                      <a:pt x="8" y="5"/>
                      <a:pt x="10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6" name="Freeform 286">
                <a:extLst>
                  <a:ext uri="{FF2B5EF4-FFF2-40B4-BE49-F238E27FC236}">
                    <a16:creationId xmlns:a16="http://schemas.microsoft.com/office/drawing/2014/main" id="{F8FF8A9E-1821-45F8-B764-0BDA31ACD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109"/>
                <a:ext cx="12" cy="11"/>
              </a:xfrm>
              <a:custGeom>
                <a:avLst/>
                <a:gdLst>
                  <a:gd name="T0" fmla="*/ 12 w 12"/>
                  <a:gd name="T1" fmla="*/ 4 h 12"/>
                  <a:gd name="T2" fmla="*/ 0 w 12"/>
                  <a:gd name="T3" fmla="*/ 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4"/>
                    </a:moveTo>
                    <a:cubicBezTo>
                      <a:pt x="8" y="0"/>
                      <a:pt x="0" y="10"/>
                      <a:pt x="0" y="1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7" name="Freeform 287">
                <a:extLst>
                  <a:ext uri="{FF2B5EF4-FFF2-40B4-BE49-F238E27FC236}">
                    <a16:creationId xmlns:a16="http://schemas.microsoft.com/office/drawing/2014/main" id="{88E73BDE-615B-40F0-88C0-C127E5552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3049"/>
                <a:ext cx="8" cy="13"/>
              </a:xfrm>
              <a:custGeom>
                <a:avLst/>
                <a:gdLst>
                  <a:gd name="T0" fmla="*/ 4 w 9"/>
                  <a:gd name="T1" fmla="*/ 13 h 13"/>
                  <a:gd name="T2" fmla="*/ 2 w 9"/>
                  <a:gd name="T3" fmla="*/ 0 h 13"/>
                  <a:gd name="T4" fmla="*/ 0 w 9"/>
                  <a:gd name="T5" fmla="*/ 1 h 13"/>
                  <a:gd name="T6" fmla="*/ 4 w 9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4" y="13"/>
                    </a:moveTo>
                    <a:cubicBezTo>
                      <a:pt x="9" y="12"/>
                      <a:pt x="4" y="3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5"/>
                      <a:pt x="2" y="10"/>
                      <a:pt x="5" y="13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8" name="Freeform 288">
                <a:extLst>
                  <a:ext uri="{FF2B5EF4-FFF2-40B4-BE49-F238E27FC236}">
                    <a16:creationId xmlns:a16="http://schemas.microsoft.com/office/drawing/2014/main" id="{CB00AF8E-9E82-42DA-9EB4-1906C297C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047"/>
                <a:ext cx="4" cy="12"/>
              </a:xfrm>
              <a:custGeom>
                <a:avLst/>
                <a:gdLst>
                  <a:gd name="T0" fmla="*/ 1 w 4"/>
                  <a:gd name="T1" fmla="*/ 12 h 12"/>
                  <a:gd name="T2" fmla="*/ 3 w 4"/>
                  <a:gd name="T3" fmla="*/ 12 h 12"/>
                  <a:gd name="T4" fmla="*/ 2 w 4"/>
                  <a:gd name="T5" fmla="*/ 0 h 12"/>
                  <a:gd name="T6" fmla="*/ 0 w 4"/>
                  <a:gd name="T7" fmla="*/ 1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1" y="12"/>
                    </a:moveTo>
                    <a:cubicBezTo>
                      <a:pt x="1" y="12"/>
                      <a:pt x="2" y="12"/>
                      <a:pt x="3" y="12"/>
                    </a:cubicBezTo>
                    <a:cubicBezTo>
                      <a:pt x="4" y="8"/>
                      <a:pt x="4" y="4"/>
                      <a:pt x="2" y="0"/>
                    </a:cubicBezTo>
                    <a:cubicBezTo>
                      <a:pt x="1" y="3"/>
                      <a:pt x="1" y="7"/>
                      <a:pt x="0" y="1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9" name="Freeform 289">
                <a:extLst>
                  <a:ext uri="{FF2B5EF4-FFF2-40B4-BE49-F238E27FC236}">
                    <a16:creationId xmlns:a16="http://schemas.microsoft.com/office/drawing/2014/main" id="{A0225101-99BF-412B-889D-53940A6E9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3059"/>
                <a:ext cx="6" cy="8"/>
              </a:xfrm>
              <a:custGeom>
                <a:avLst/>
                <a:gdLst>
                  <a:gd name="T0" fmla="*/ 6 w 6"/>
                  <a:gd name="T1" fmla="*/ 8 h 8"/>
                  <a:gd name="T2" fmla="*/ 0 w 6"/>
                  <a:gd name="T3" fmla="*/ 0 h 8"/>
                  <a:gd name="T4" fmla="*/ 3 w 6"/>
                  <a:gd name="T5" fmla="*/ 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5" y="5"/>
                      <a:pt x="3" y="1"/>
                      <a:pt x="0" y="0"/>
                    </a:cubicBezTo>
                    <a:cubicBezTo>
                      <a:pt x="1" y="1"/>
                      <a:pt x="1" y="3"/>
                      <a:pt x="3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0" name="Freeform 290">
                <a:extLst>
                  <a:ext uri="{FF2B5EF4-FFF2-40B4-BE49-F238E27FC236}">
                    <a16:creationId xmlns:a16="http://schemas.microsoft.com/office/drawing/2014/main" id="{FFBA1F63-BB6B-4D8C-BBCC-4A05DDB48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081"/>
                <a:ext cx="11" cy="5"/>
              </a:xfrm>
              <a:custGeom>
                <a:avLst/>
                <a:gdLst>
                  <a:gd name="T0" fmla="*/ 11 w 11"/>
                  <a:gd name="T1" fmla="*/ 3 h 5"/>
                  <a:gd name="T2" fmla="*/ 0 w 11"/>
                  <a:gd name="T3" fmla="*/ 1 h 5"/>
                  <a:gd name="T4" fmla="*/ 6 w 11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cubicBezTo>
                      <a:pt x="9" y="1"/>
                      <a:pt x="3" y="0"/>
                      <a:pt x="0" y="1"/>
                    </a:cubicBezTo>
                    <a:cubicBezTo>
                      <a:pt x="2" y="2"/>
                      <a:pt x="4" y="4"/>
                      <a:pt x="6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1" name="Freeform 291">
                <a:extLst>
                  <a:ext uri="{FF2B5EF4-FFF2-40B4-BE49-F238E27FC236}">
                    <a16:creationId xmlns:a16="http://schemas.microsoft.com/office/drawing/2014/main" id="{B3EEC0A8-81EF-48DD-8106-A12D8C591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104"/>
                <a:ext cx="13" cy="7"/>
              </a:xfrm>
              <a:custGeom>
                <a:avLst/>
                <a:gdLst>
                  <a:gd name="T0" fmla="*/ 13 w 13"/>
                  <a:gd name="T1" fmla="*/ 3 h 7"/>
                  <a:gd name="T2" fmla="*/ 4 w 13"/>
                  <a:gd name="T3" fmla="*/ 2 h 7"/>
                  <a:gd name="T4" fmla="*/ 12 w 13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3"/>
                    </a:moveTo>
                    <a:cubicBezTo>
                      <a:pt x="12" y="2"/>
                      <a:pt x="6" y="0"/>
                      <a:pt x="4" y="2"/>
                    </a:cubicBezTo>
                    <a:cubicBezTo>
                      <a:pt x="0" y="6"/>
                      <a:pt x="9" y="7"/>
                      <a:pt x="12" y="4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2" name="Freeform 292">
                <a:extLst>
                  <a:ext uri="{FF2B5EF4-FFF2-40B4-BE49-F238E27FC236}">
                    <a16:creationId xmlns:a16="http://schemas.microsoft.com/office/drawing/2014/main" id="{E5308B81-E682-4D0C-922E-BEECE062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3115"/>
                <a:ext cx="10" cy="7"/>
              </a:xfrm>
              <a:custGeom>
                <a:avLst/>
                <a:gdLst>
                  <a:gd name="T0" fmla="*/ 6 w 11"/>
                  <a:gd name="T1" fmla="*/ 1 h 7"/>
                  <a:gd name="T2" fmla="*/ 0 w 11"/>
                  <a:gd name="T3" fmla="*/ 5 h 7"/>
                  <a:gd name="T4" fmla="*/ 8 w 11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5" y="0"/>
                      <a:pt x="2" y="2"/>
                      <a:pt x="0" y="5"/>
                    </a:cubicBezTo>
                    <a:cubicBezTo>
                      <a:pt x="3" y="7"/>
                      <a:pt x="8" y="6"/>
                      <a:pt x="11" y="5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3" name="Freeform 293">
                <a:extLst>
                  <a:ext uri="{FF2B5EF4-FFF2-40B4-BE49-F238E27FC236}">
                    <a16:creationId xmlns:a16="http://schemas.microsoft.com/office/drawing/2014/main" id="{19F9C2D7-6B3B-450A-B808-52682BAC7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137"/>
                <a:ext cx="9" cy="7"/>
              </a:xfrm>
              <a:custGeom>
                <a:avLst/>
                <a:gdLst>
                  <a:gd name="T0" fmla="*/ 5 w 10"/>
                  <a:gd name="T1" fmla="*/ 2 h 8"/>
                  <a:gd name="T2" fmla="*/ 0 w 10"/>
                  <a:gd name="T3" fmla="*/ 4 h 8"/>
                  <a:gd name="T4" fmla="*/ 7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8" y="2"/>
                    </a:moveTo>
                    <a:cubicBezTo>
                      <a:pt x="5" y="2"/>
                      <a:pt x="2" y="2"/>
                      <a:pt x="0" y="4"/>
                    </a:cubicBezTo>
                    <a:cubicBezTo>
                      <a:pt x="1" y="8"/>
                      <a:pt x="7" y="3"/>
                      <a:pt x="10" y="0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4" name="Freeform 294">
                <a:extLst>
                  <a:ext uri="{FF2B5EF4-FFF2-40B4-BE49-F238E27FC236}">
                    <a16:creationId xmlns:a16="http://schemas.microsoft.com/office/drawing/2014/main" id="{C90A100F-6D4F-4CA0-8C1D-D24E1C449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150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5 w 8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5" y="0"/>
                      <a:pt x="1" y="2"/>
                      <a:pt x="0" y="5"/>
                    </a:cubicBezTo>
                    <a:cubicBezTo>
                      <a:pt x="2" y="5"/>
                      <a:pt x="4" y="3"/>
                      <a:pt x="5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5" name="Freeform 295">
                <a:extLst>
                  <a:ext uri="{FF2B5EF4-FFF2-40B4-BE49-F238E27FC236}">
                    <a16:creationId xmlns:a16="http://schemas.microsoft.com/office/drawing/2014/main" id="{AB9D4073-5275-46A2-A9EB-804D7DE81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086"/>
                <a:ext cx="10" cy="4"/>
              </a:xfrm>
              <a:custGeom>
                <a:avLst/>
                <a:gdLst>
                  <a:gd name="T0" fmla="*/ 8 w 10"/>
                  <a:gd name="T1" fmla="*/ 2 h 4"/>
                  <a:gd name="T2" fmla="*/ 0 w 10"/>
                  <a:gd name="T3" fmla="*/ 1 h 4"/>
                  <a:gd name="T4" fmla="*/ 10 w 10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8" y="2"/>
                    </a:moveTo>
                    <a:cubicBezTo>
                      <a:pt x="5" y="2"/>
                      <a:pt x="3" y="0"/>
                      <a:pt x="0" y="1"/>
                    </a:cubicBezTo>
                    <a:cubicBezTo>
                      <a:pt x="3" y="4"/>
                      <a:pt x="7" y="2"/>
                      <a:pt x="10" y="1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6" name="Freeform 296">
                <a:extLst>
                  <a:ext uri="{FF2B5EF4-FFF2-40B4-BE49-F238E27FC236}">
                    <a16:creationId xmlns:a16="http://schemas.microsoft.com/office/drawing/2014/main" id="{CA39DC31-CB31-4242-8501-C5F15CA15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070"/>
                <a:ext cx="10" cy="5"/>
              </a:xfrm>
              <a:custGeom>
                <a:avLst/>
                <a:gdLst>
                  <a:gd name="T0" fmla="*/ 10 w 10"/>
                  <a:gd name="T1" fmla="*/ 5 h 5"/>
                  <a:gd name="T2" fmla="*/ 0 w 10"/>
                  <a:gd name="T3" fmla="*/ 0 h 5"/>
                  <a:gd name="T4" fmla="*/ 5 w 10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5"/>
                    </a:moveTo>
                    <a:cubicBezTo>
                      <a:pt x="6" y="3"/>
                      <a:pt x="4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</a:path>
                </a:pathLst>
              </a:custGeom>
              <a:solidFill>
                <a:srgbClr val="D4E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6" name="Freeform 297">
              <a:extLst>
                <a:ext uri="{FF2B5EF4-FFF2-40B4-BE49-F238E27FC236}">
                  <a16:creationId xmlns:a16="http://schemas.microsoft.com/office/drawing/2014/main" id="{05675F07-8AD4-45FD-A9D9-20755AEB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148"/>
              <a:ext cx="9" cy="9"/>
            </a:xfrm>
            <a:custGeom>
              <a:avLst/>
              <a:gdLst>
                <a:gd name="T0" fmla="*/ 7 w 10"/>
                <a:gd name="T1" fmla="*/ 1 h 9"/>
                <a:gd name="T2" fmla="*/ 0 w 10"/>
                <a:gd name="T3" fmla="*/ 9 h 9"/>
                <a:gd name="T4" fmla="*/ 5 w 10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1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3" y="9"/>
                    <a:pt x="5" y="6"/>
                    <a:pt x="6" y="3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298">
              <a:extLst>
                <a:ext uri="{FF2B5EF4-FFF2-40B4-BE49-F238E27FC236}">
                  <a16:creationId xmlns:a16="http://schemas.microsoft.com/office/drawing/2014/main" id="{A3D82726-6458-4173-94A3-10F67D5FE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43"/>
              <a:ext cx="9" cy="13"/>
            </a:xfrm>
            <a:custGeom>
              <a:avLst/>
              <a:gdLst>
                <a:gd name="T0" fmla="*/ 9 w 9"/>
                <a:gd name="T1" fmla="*/ 0 h 14"/>
                <a:gd name="T2" fmla="*/ 2 w 9"/>
                <a:gd name="T3" fmla="*/ 11 h 14"/>
                <a:gd name="T4" fmla="*/ 6 w 9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3" y="1"/>
                    <a:pt x="0" y="10"/>
                    <a:pt x="2" y="14"/>
                  </a:cubicBezTo>
                  <a:cubicBezTo>
                    <a:pt x="7" y="13"/>
                    <a:pt x="6" y="5"/>
                    <a:pt x="6" y="1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299">
              <a:extLst>
                <a:ext uri="{FF2B5EF4-FFF2-40B4-BE49-F238E27FC236}">
                  <a16:creationId xmlns:a16="http://schemas.microsoft.com/office/drawing/2014/main" id="{0397E365-8674-4206-BBBD-AA144EEAD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134"/>
              <a:ext cx="5" cy="13"/>
            </a:xfrm>
            <a:custGeom>
              <a:avLst/>
              <a:gdLst>
                <a:gd name="T0" fmla="*/ 2 w 6"/>
                <a:gd name="T1" fmla="*/ 0 h 14"/>
                <a:gd name="T2" fmla="*/ 3 w 6"/>
                <a:gd name="T3" fmla="*/ 11 h 14"/>
                <a:gd name="T4" fmla="*/ 2 w 6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2" y="0"/>
                  </a:moveTo>
                  <a:cubicBezTo>
                    <a:pt x="0" y="4"/>
                    <a:pt x="2" y="11"/>
                    <a:pt x="5" y="14"/>
                  </a:cubicBezTo>
                  <a:cubicBezTo>
                    <a:pt x="6" y="11"/>
                    <a:pt x="6" y="4"/>
                    <a:pt x="2" y="3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300">
              <a:extLst>
                <a:ext uri="{FF2B5EF4-FFF2-40B4-BE49-F238E27FC236}">
                  <a16:creationId xmlns:a16="http://schemas.microsoft.com/office/drawing/2014/main" id="{BD38420B-FCA0-437B-9D97-DBD687A7F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144"/>
              <a:ext cx="3" cy="13"/>
            </a:xfrm>
            <a:custGeom>
              <a:avLst/>
              <a:gdLst>
                <a:gd name="T0" fmla="*/ 3 w 3"/>
                <a:gd name="T1" fmla="*/ 2 h 14"/>
                <a:gd name="T2" fmla="*/ 3 w 3"/>
                <a:gd name="T3" fmla="*/ 11 h 14"/>
                <a:gd name="T4" fmla="*/ 2 w 3"/>
                <a:gd name="T5" fmla="*/ 0 h 14"/>
                <a:gd name="T6" fmla="*/ 1 w 3"/>
                <a:gd name="T7" fmla="*/ 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4">
                  <a:moveTo>
                    <a:pt x="3" y="2"/>
                  </a:moveTo>
                  <a:cubicBezTo>
                    <a:pt x="0" y="0"/>
                    <a:pt x="2" y="11"/>
                    <a:pt x="3" y="14"/>
                  </a:cubicBezTo>
                  <a:cubicBezTo>
                    <a:pt x="3" y="9"/>
                    <a:pt x="3" y="4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301">
              <a:extLst>
                <a:ext uri="{FF2B5EF4-FFF2-40B4-BE49-F238E27FC236}">
                  <a16:creationId xmlns:a16="http://schemas.microsoft.com/office/drawing/2014/main" id="{F5340669-9311-4522-B7C6-4E5C6EE3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124"/>
              <a:ext cx="9" cy="12"/>
            </a:xfrm>
            <a:custGeom>
              <a:avLst/>
              <a:gdLst>
                <a:gd name="T0" fmla="*/ 0 w 10"/>
                <a:gd name="T1" fmla="*/ 1 h 12"/>
                <a:gd name="T2" fmla="*/ 7 w 10"/>
                <a:gd name="T3" fmla="*/ 11 h 12"/>
                <a:gd name="T4" fmla="*/ 2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"/>
                  </a:moveTo>
                  <a:cubicBezTo>
                    <a:pt x="0" y="5"/>
                    <a:pt x="5" y="12"/>
                    <a:pt x="10" y="11"/>
                  </a:cubicBezTo>
                  <a:cubicBezTo>
                    <a:pt x="9" y="6"/>
                    <a:pt x="6" y="2"/>
                    <a:pt x="2" y="0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302">
              <a:extLst>
                <a:ext uri="{FF2B5EF4-FFF2-40B4-BE49-F238E27FC236}">
                  <a16:creationId xmlns:a16="http://schemas.microsoft.com/office/drawing/2014/main" id="{A55AB8E9-95BC-412B-907B-9A63D2B25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110"/>
              <a:ext cx="10" cy="6"/>
            </a:xfrm>
            <a:custGeom>
              <a:avLst/>
              <a:gdLst>
                <a:gd name="T0" fmla="*/ 0 w 10"/>
                <a:gd name="T1" fmla="*/ 3 h 7"/>
                <a:gd name="T2" fmla="*/ 10 w 10"/>
                <a:gd name="T3" fmla="*/ 3 h 7"/>
                <a:gd name="T4" fmla="*/ 1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5"/>
                  </a:moveTo>
                  <a:cubicBezTo>
                    <a:pt x="0" y="3"/>
                    <a:pt x="6" y="7"/>
                    <a:pt x="10" y="6"/>
                  </a:cubicBezTo>
                  <a:cubicBezTo>
                    <a:pt x="9" y="2"/>
                    <a:pt x="5" y="1"/>
                    <a:pt x="1" y="0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303">
              <a:extLst>
                <a:ext uri="{FF2B5EF4-FFF2-40B4-BE49-F238E27FC236}">
                  <a16:creationId xmlns:a16="http://schemas.microsoft.com/office/drawing/2014/main" id="{A533CC40-0BBB-4E11-A4F9-92CE7DB2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095"/>
              <a:ext cx="10" cy="10"/>
            </a:xfrm>
            <a:custGeom>
              <a:avLst/>
              <a:gdLst>
                <a:gd name="T0" fmla="*/ 1 w 10"/>
                <a:gd name="T1" fmla="*/ 7 h 10"/>
                <a:gd name="T2" fmla="*/ 0 w 10"/>
                <a:gd name="T3" fmla="*/ 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10" y="10"/>
                    <a:pt x="10" y="0"/>
                    <a:pt x="0" y="4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304">
              <a:extLst>
                <a:ext uri="{FF2B5EF4-FFF2-40B4-BE49-F238E27FC236}">
                  <a16:creationId xmlns:a16="http://schemas.microsoft.com/office/drawing/2014/main" id="{F52E1533-B45F-4140-96FF-6B26C005D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075"/>
              <a:ext cx="15" cy="7"/>
            </a:xfrm>
            <a:custGeom>
              <a:avLst/>
              <a:gdLst>
                <a:gd name="T0" fmla="*/ 0 w 16"/>
                <a:gd name="T1" fmla="*/ 5 h 8"/>
                <a:gd name="T2" fmla="*/ 13 w 16"/>
                <a:gd name="T3" fmla="*/ 0 h 8"/>
                <a:gd name="T4" fmla="*/ 5 w 16"/>
                <a:gd name="T5" fmla="*/ 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5" y="7"/>
                    <a:pt x="15" y="6"/>
                    <a:pt x="16" y="0"/>
                  </a:cubicBezTo>
                  <a:cubicBezTo>
                    <a:pt x="12" y="0"/>
                    <a:pt x="8" y="2"/>
                    <a:pt x="5" y="4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305">
              <a:extLst>
                <a:ext uri="{FF2B5EF4-FFF2-40B4-BE49-F238E27FC236}">
                  <a16:creationId xmlns:a16="http://schemas.microsoft.com/office/drawing/2014/main" id="{3271A870-6D15-43B8-8777-A944DCECF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065"/>
              <a:ext cx="11" cy="6"/>
            </a:xfrm>
            <a:custGeom>
              <a:avLst/>
              <a:gdLst>
                <a:gd name="T0" fmla="*/ 0 w 11"/>
                <a:gd name="T1" fmla="*/ 5 h 6"/>
                <a:gd name="T2" fmla="*/ 11 w 11"/>
                <a:gd name="T3" fmla="*/ 1 h 6"/>
                <a:gd name="T4" fmla="*/ 3 w 11"/>
                <a:gd name="T5" fmla="*/ 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0" y="5"/>
                  </a:moveTo>
                  <a:cubicBezTo>
                    <a:pt x="4" y="6"/>
                    <a:pt x="9" y="5"/>
                    <a:pt x="11" y="1"/>
                  </a:cubicBezTo>
                  <a:cubicBezTo>
                    <a:pt x="8" y="0"/>
                    <a:pt x="5" y="2"/>
                    <a:pt x="3" y="4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306">
              <a:extLst>
                <a:ext uri="{FF2B5EF4-FFF2-40B4-BE49-F238E27FC236}">
                  <a16:creationId xmlns:a16="http://schemas.microsoft.com/office/drawing/2014/main" id="{4AE31FA0-745A-4FDC-9E62-F69090D40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046"/>
              <a:ext cx="8" cy="9"/>
            </a:xfrm>
            <a:custGeom>
              <a:avLst/>
              <a:gdLst>
                <a:gd name="T0" fmla="*/ 2 w 8"/>
                <a:gd name="T1" fmla="*/ 5 h 10"/>
                <a:gd name="T2" fmla="*/ 8 w 8"/>
                <a:gd name="T3" fmla="*/ 0 h 10"/>
                <a:gd name="T4" fmla="*/ 0 w 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6"/>
                  </a:moveTo>
                  <a:cubicBezTo>
                    <a:pt x="5" y="10"/>
                    <a:pt x="7" y="3"/>
                    <a:pt x="8" y="0"/>
                  </a:cubicBezTo>
                  <a:cubicBezTo>
                    <a:pt x="5" y="1"/>
                    <a:pt x="3" y="4"/>
                    <a:pt x="0" y="7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307">
              <a:extLst>
                <a:ext uri="{FF2B5EF4-FFF2-40B4-BE49-F238E27FC236}">
                  <a16:creationId xmlns:a16="http://schemas.microsoft.com/office/drawing/2014/main" id="{E4C97C7C-873C-498A-8601-1F768371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3038"/>
              <a:ext cx="8" cy="9"/>
            </a:xfrm>
            <a:custGeom>
              <a:avLst/>
              <a:gdLst>
                <a:gd name="T0" fmla="*/ 0 w 8"/>
                <a:gd name="T1" fmla="*/ 5 h 10"/>
                <a:gd name="T2" fmla="*/ 8 w 8"/>
                <a:gd name="T3" fmla="*/ 0 h 10"/>
                <a:gd name="T4" fmla="*/ 4 w 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7"/>
                  </a:moveTo>
                  <a:cubicBezTo>
                    <a:pt x="5" y="10"/>
                    <a:pt x="8" y="4"/>
                    <a:pt x="8" y="0"/>
                  </a:cubicBezTo>
                  <a:cubicBezTo>
                    <a:pt x="4" y="0"/>
                    <a:pt x="3" y="3"/>
                    <a:pt x="4" y="6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308">
              <a:extLst>
                <a:ext uri="{FF2B5EF4-FFF2-40B4-BE49-F238E27FC236}">
                  <a16:creationId xmlns:a16="http://schemas.microsoft.com/office/drawing/2014/main" id="{8F324556-7DAD-41F4-B9D4-5E4CD88E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044"/>
              <a:ext cx="10" cy="8"/>
            </a:xfrm>
            <a:custGeom>
              <a:avLst/>
              <a:gdLst>
                <a:gd name="T0" fmla="*/ 2 w 10"/>
                <a:gd name="T1" fmla="*/ 4 h 9"/>
                <a:gd name="T2" fmla="*/ 2 w 10"/>
                <a:gd name="T3" fmla="*/ 5 h 9"/>
                <a:gd name="T4" fmla="*/ 10 w 10"/>
                <a:gd name="T5" fmla="*/ 2 h 9"/>
                <a:gd name="T6" fmla="*/ 0 w 10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2" y="7"/>
                  </a:moveTo>
                  <a:cubicBezTo>
                    <a:pt x="2" y="8"/>
                    <a:pt x="0" y="7"/>
                    <a:pt x="2" y="8"/>
                  </a:cubicBezTo>
                  <a:cubicBezTo>
                    <a:pt x="6" y="9"/>
                    <a:pt x="10" y="6"/>
                    <a:pt x="10" y="2"/>
                  </a:cubicBezTo>
                  <a:cubicBezTo>
                    <a:pt x="5" y="0"/>
                    <a:pt x="2" y="5"/>
                    <a:pt x="0" y="9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309">
              <a:extLst>
                <a:ext uri="{FF2B5EF4-FFF2-40B4-BE49-F238E27FC236}">
                  <a16:creationId xmlns:a16="http://schemas.microsoft.com/office/drawing/2014/main" id="{F66DE8BA-0AD3-4CC8-8A4C-7CDDE4BF3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030"/>
              <a:ext cx="5" cy="3"/>
            </a:xfrm>
            <a:custGeom>
              <a:avLst/>
              <a:gdLst>
                <a:gd name="T0" fmla="*/ 5 w 5"/>
                <a:gd name="T1" fmla="*/ 3 h 3"/>
                <a:gd name="T2" fmla="*/ 0 w 5"/>
                <a:gd name="T3" fmla="*/ 0 h 3"/>
                <a:gd name="T4" fmla="*/ 1 w 5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310">
              <a:extLst>
                <a:ext uri="{FF2B5EF4-FFF2-40B4-BE49-F238E27FC236}">
                  <a16:creationId xmlns:a16="http://schemas.microsoft.com/office/drawing/2014/main" id="{654B53F8-5A4F-4815-8F3A-A88843D6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055"/>
              <a:ext cx="7" cy="3"/>
            </a:xfrm>
            <a:custGeom>
              <a:avLst/>
              <a:gdLst>
                <a:gd name="T0" fmla="*/ 1 w 7"/>
                <a:gd name="T1" fmla="*/ 3 h 3"/>
                <a:gd name="T2" fmla="*/ 7 w 7"/>
                <a:gd name="T3" fmla="*/ 0 h 3"/>
                <a:gd name="T4" fmla="*/ 0 w 7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1" y="3"/>
                  </a:moveTo>
                  <a:cubicBezTo>
                    <a:pt x="4" y="3"/>
                    <a:pt x="7" y="2"/>
                    <a:pt x="7" y="0"/>
                  </a:cubicBezTo>
                  <a:cubicBezTo>
                    <a:pt x="4" y="0"/>
                    <a:pt x="2" y="1"/>
                    <a:pt x="0" y="3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311">
              <a:extLst>
                <a:ext uri="{FF2B5EF4-FFF2-40B4-BE49-F238E27FC236}">
                  <a16:creationId xmlns:a16="http://schemas.microsoft.com/office/drawing/2014/main" id="{7DAC2FA1-31A9-4A51-AA0C-BDEB55B6A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081"/>
              <a:ext cx="12" cy="6"/>
            </a:xfrm>
            <a:custGeom>
              <a:avLst/>
              <a:gdLst>
                <a:gd name="T0" fmla="*/ 0 w 12"/>
                <a:gd name="T1" fmla="*/ 1 h 6"/>
                <a:gd name="T2" fmla="*/ 12 w 12"/>
                <a:gd name="T3" fmla="*/ 0 h 6"/>
                <a:gd name="T4" fmla="*/ 0 w 12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0" y="6"/>
                    <a:pt x="9" y="1"/>
                    <a:pt x="12" y="0"/>
                  </a:cubicBezTo>
                  <a:cubicBezTo>
                    <a:pt x="8" y="0"/>
                    <a:pt x="4" y="1"/>
                    <a:pt x="0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312">
              <a:extLst>
                <a:ext uri="{FF2B5EF4-FFF2-40B4-BE49-F238E27FC236}">
                  <a16:creationId xmlns:a16="http://schemas.microsoft.com/office/drawing/2014/main" id="{B7A6C476-4DE2-4D31-95B7-7F1A2D721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109"/>
              <a:ext cx="9" cy="5"/>
            </a:xfrm>
            <a:custGeom>
              <a:avLst/>
              <a:gdLst>
                <a:gd name="T0" fmla="*/ 5 w 9"/>
                <a:gd name="T1" fmla="*/ 3 h 6"/>
                <a:gd name="T2" fmla="*/ 3 w 9"/>
                <a:gd name="T3" fmla="*/ 3 h 6"/>
                <a:gd name="T4" fmla="*/ 9 w 9"/>
                <a:gd name="T5" fmla="*/ 3 h 6"/>
                <a:gd name="T6" fmla="*/ 1 w 9"/>
                <a:gd name="T7" fmla="*/ 0 h 6"/>
                <a:gd name="T8" fmla="*/ 1 w 9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5" y="3"/>
                  </a:moveTo>
                  <a:cubicBezTo>
                    <a:pt x="5" y="2"/>
                    <a:pt x="4" y="2"/>
                    <a:pt x="3" y="3"/>
                  </a:cubicBezTo>
                  <a:cubicBezTo>
                    <a:pt x="5" y="5"/>
                    <a:pt x="7" y="6"/>
                    <a:pt x="9" y="6"/>
                  </a:cubicBezTo>
                  <a:cubicBezTo>
                    <a:pt x="8" y="2"/>
                    <a:pt x="5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313">
              <a:extLst>
                <a:ext uri="{FF2B5EF4-FFF2-40B4-BE49-F238E27FC236}">
                  <a16:creationId xmlns:a16="http://schemas.microsoft.com/office/drawing/2014/main" id="{5D2E9A03-9D67-4863-BC17-89D535350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131"/>
              <a:ext cx="4" cy="5"/>
            </a:xfrm>
            <a:custGeom>
              <a:avLst/>
              <a:gdLst>
                <a:gd name="T0" fmla="*/ 4 w 4"/>
                <a:gd name="T1" fmla="*/ 2 h 5"/>
                <a:gd name="T2" fmla="*/ 3 w 4"/>
                <a:gd name="T3" fmla="*/ 5 h 5"/>
                <a:gd name="T4" fmla="*/ 1 w 4"/>
                <a:gd name="T5" fmla="*/ 0 h 5"/>
                <a:gd name="T6" fmla="*/ 1 w 4"/>
                <a:gd name="T7" fmla="*/ 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3"/>
                    <a:pt x="3" y="3"/>
                    <a:pt x="3" y="5"/>
                  </a:cubicBezTo>
                  <a:cubicBezTo>
                    <a:pt x="3" y="4"/>
                    <a:pt x="2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314">
              <a:extLst>
                <a:ext uri="{FF2B5EF4-FFF2-40B4-BE49-F238E27FC236}">
                  <a16:creationId xmlns:a16="http://schemas.microsoft.com/office/drawing/2014/main" id="{CB2CC9DA-17DB-4B79-876F-EB2985F0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076"/>
              <a:ext cx="79" cy="35"/>
            </a:xfrm>
            <a:custGeom>
              <a:avLst/>
              <a:gdLst>
                <a:gd name="T0" fmla="*/ 2 w 81"/>
                <a:gd name="T1" fmla="*/ 26 h 36"/>
                <a:gd name="T2" fmla="*/ 34 w 81"/>
                <a:gd name="T3" fmla="*/ 6 h 36"/>
                <a:gd name="T4" fmla="*/ 73 w 81"/>
                <a:gd name="T5" fmla="*/ 6 h 36"/>
                <a:gd name="T6" fmla="*/ 41 w 81"/>
                <a:gd name="T7" fmla="*/ 27 h 36"/>
                <a:gd name="T8" fmla="*/ 2 w 81"/>
                <a:gd name="T9" fmla="*/ 2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36">
                  <a:moveTo>
                    <a:pt x="2" y="29"/>
                  </a:moveTo>
                  <a:cubicBezTo>
                    <a:pt x="0" y="23"/>
                    <a:pt x="15" y="12"/>
                    <a:pt x="37" y="6"/>
                  </a:cubicBezTo>
                  <a:cubicBezTo>
                    <a:pt x="59" y="0"/>
                    <a:pt x="78" y="0"/>
                    <a:pt x="79" y="6"/>
                  </a:cubicBezTo>
                  <a:cubicBezTo>
                    <a:pt x="81" y="13"/>
                    <a:pt x="66" y="23"/>
                    <a:pt x="44" y="30"/>
                  </a:cubicBezTo>
                  <a:cubicBezTo>
                    <a:pt x="23" y="36"/>
                    <a:pt x="4" y="36"/>
                    <a:pt x="2" y="29"/>
                  </a:cubicBezTo>
                  <a:close/>
                </a:path>
              </a:pathLst>
            </a:custGeom>
            <a:solidFill>
              <a:srgbClr val="A8C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315">
              <a:extLst>
                <a:ext uri="{FF2B5EF4-FFF2-40B4-BE49-F238E27FC236}">
                  <a16:creationId xmlns:a16="http://schemas.microsoft.com/office/drawing/2014/main" id="{642C194C-7CA9-4B2A-B467-7BFE7E384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783"/>
              <a:ext cx="257" cy="135"/>
            </a:xfrm>
            <a:custGeom>
              <a:avLst/>
              <a:gdLst>
                <a:gd name="T0" fmla="*/ 235 w 265"/>
                <a:gd name="T1" fmla="*/ 39 h 140"/>
                <a:gd name="T2" fmla="*/ 127 w 265"/>
                <a:gd name="T3" fmla="*/ 117 h 140"/>
                <a:gd name="T4" fmla="*/ 3 w 265"/>
                <a:gd name="T5" fmla="*/ 67 h 140"/>
                <a:gd name="T6" fmla="*/ 112 w 265"/>
                <a:gd name="T7" fmla="*/ 9 h 140"/>
                <a:gd name="T8" fmla="*/ 235 w 265"/>
                <a:gd name="T9" fmla="*/ 39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140">
                  <a:moveTo>
                    <a:pt x="258" y="42"/>
                  </a:moveTo>
                  <a:cubicBezTo>
                    <a:pt x="265" y="97"/>
                    <a:pt x="210" y="121"/>
                    <a:pt x="139" y="130"/>
                  </a:cubicBezTo>
                  <a:cubicBezTo>
                    <a:pt x="68" y="140"/>
                    <a:pt x="10" y="132"/>
                    <a:pt x="3" y="75"/>
                  </a:cubicBezTo>
                  <a:cubicBezTo>
                    <a:pt x="0" y="48"/>
                    <a:pt x="53" y="18"/>
                    <a:pt x="124" y="9"/>
                  </a:cubicBezTo>
                  <a:cubicBezTo>
                    <a:pt x="194" y="0"/>
                    <a:pt x="255" y="16"/>
                    <a:pt x="258" y="42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316">
              <a:extLst>
                <a:ext uri="{FF2B5EF4-FFF2-40B4-BE49-F238E27FC236}">
                  <a16:creationId xmlns:a16="http://schemas.microsoft.com/office/drawing/2014/main" id="{2C4E3419-A780-458D-883C-3282EA06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776"/>
              <a:ext cx="256" cy="127"/>
            </a:xfrm>
            <a:custGeom>
              <a:avLst/>
              <a:gdLst>
                <a:gd name="T0" fmla="*/ 238 w 263"/>
                <a:gd name="T1" fmla="*/ 46 h 131"/>
                <a:gd name="T2" fmla="*/ 128 w 263"/>
                <a:gd name="T3" fmla="*/ 111 h 131"/>
                <a:gd name="T4" fmla="*/ 4 w 263"/>
                <a:gd name="T5" fmla="*/ 75 h 131"/>
                <a:gd name="T6" fmla="*/ 115 w 263"/>
                <a:gd name="T7" fmla="*/ 9 h 131"/>
                <a:gd name="T8" fmla="*/ 238 w 263"/>
                <a:gd name="T9" fmla="*/ 4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31">
                  <a:moveTo>
                    <a:pt x="259" y="49"/>
                  </a:moveTo>
                  <a:cubicBezTo>
                    <a:pt x="263" y="80"/>
                    <a:pt x="209" y="113"/>
                    <a:pt x="139" y="122"/>
                  </a:cubicBezTo>
                  <a:cubicBezTo>
                    <a:pt x="68" y="131"/>
                    <a:pt x="8" y="113"/>
                    <a:pt x="4" y="82"/>
                  </a:cubicBezTo>
                  <a:cubicBezTo>
                    <a:pt x="0" y="51"/>
                    <a:pt x="54" y="18"/>
                    <a:pt x="124" y="9"/>
                  </a:cubicBezTo>
                  <a:cubicBezTo>
                    <a:pt x="195" y="0"/>
                    <a:pt x="255" y="18"/>
                    <a:pt x="259" y="49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317">
              <a:extLst>
                <a:ext uri="{FF2B5EF4-FFF2-40B4-BE49-F238E27FC236}">
                  <a16:creationId xmlns:a16="http://schemas.microsoft.com/office/drawing/2014/main" id="{E809F185-1F8B-488E-BE7C-CC7949C4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794"/>
              <a:ext cx="191" cy="89"/>
            </a:xfrm>
            <a:custGeom>
              <a:avLst/>
              <a:gdLst>
                <a:gd name="T0" fmla="*/ 178 w 196"/>
                <a:gd name="T1" fmla="*/ 31 h 92"/>
                <a:gd name="T2" fmla="*/ 95 w 196"/>
                <a:gd name="T3" fmla="*/ 76 h 92"/>
                <a:gd name="T4" fmla="*/ 2 w 196"/>
                <a:gd name="T5" fmla="*/ 52 h 92"/>
                <a:gd name="T6" fmla="*/ 87 w 196"/>
                <a:gd name="T7" fmla="*/ 7 h 92"/>
                <a:gd name="T8" fmla="*/ 178 w 196"/>
                <a:gd name="T9" fmla="*/ 31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92">
                  <a:moveTo>
                    <a:pt x="193" y="34"/>
                  </a:moveTo>
                  <a:cubicBezTo>
                    <a:pt x="196" y="55"/>
                    <a:pt x="156" y="79"/>
                    <a:pt x="103" y="85"/>
                  </a:cubicBezTo>
                  <a:cubicBezTo>
                    <a:pt x="50" y="92"/>
                    <a:pt x="5" y="80"/>
                    <a:pt x="2" y="58"/>
                  </a:cubicBezTo>
                  <a:cubicBezTo>
                    <a:pt x="0" y="37"/>
                    <a:pt x="40" y="13"/>
                    <a:pt x="93" y="7"/>
                  </a:cubicBezTo>
                  <a:cubicBezTo>
                    <a:pt x="145" y="0"/>
                    <a:pt x="190" y="12"/>
                    <a:pt x="193" y="34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318">
              <a:extLst>
                <a:ext uri="{FF2B5EF4-FFF2-40B4-BE49-F238E27FC236}">
                  <a16:creationId xmlns:a16="http://schemas.microsoft.com/office/drawing/2014/main" id="{FD200B69-D8C9-423E-9DE1-DE80E921B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803"/>
              <a:ext cx="145" cy="66"/>
            </a:xfrm>
            <a:custGeom>
              <a:avLst/>
              <a:gdLst>
                <a:gd name="T0" fmla="*/ 133 w 150"/>
                <a:gd name="T1" fmla="*/ 22 h 68"/>
                <a:gd name="T2" fmla="*/ 71 w 150"/>
                <a:gd name="T3" fmla="*/ 57 h 68"/>
                <a:gd name="T4" fmla="*/ 2 w 150"/>
                <a:gd name="T5" fmla="*/ 41 h 68"/>
                <a:gd name="T6" fmla="*/ 65 w 150"/>
                <a:gd name="T7" fmla="*/ 5 h 68"/>
                <a:gd name="T8" fmla="*/ 133 w 150"/>
                <a:gd name="T9" fmla="*/ 2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68">
                  <a:moveTo>
                    <a:pt x="148" y="25"/>
                  </a:moveTo>
                  <a:cubicBezTo>
                    <a:pt x="150" y="41"/>
                    <a:pt x="119" y="58"/>
                    <a:pt x="79" y="63"/>
                  </a:cubicBezTo>
                  <a:cubicBezTo>
                    <a:pt x="38" y="68"/>
                    <a:pt x="4" y="60"/>
                    <a:pt x="2" y="44"/>
                  </a:cubicBezTo>
                  <a:cubicBezTo>
                    <a:pt x="0" y="28"/>
                    <a:pt x="31" y="11"/>
                    <a:pt x="71" y="5"/>
                  </a:cubicBezTo>
                  <a:cubicBezTo>
                    <a:pt x="112" y="0"/>
                    <a:pt x="146" y="9"/>
                    <a:pt x="148" y="25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319">
              <a:extLst>
                <a:ext uri="{FF2B5EF4-FFF2-40B4-BE49-F238E27FC236}">
                  <a16:creationId xmlns:a16="http://schemas.microsoft.com/office/drawing/2014/main" id="{24752E84-0CA8-4CD2-BE30-8F06718E1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849"/>
              <a:ext cx="414" cy="328"/>
            </a:xfrm>
            <a:custGeom>
              <a:avLst/>
              <a:gdLst>
                <a:gd name="T0" fmla="*/ 12 w 427"/>
                <a:gd name="T1" fmla="*/ 41 h 339"/>
                <a:gd name="T2" fmla="*/ 8 w 427"/>
                <a:gd name="T3" fmla="*/ 12 h 339"/>
                <a:gd name="T4" fmla="*/ 8 w 427"/>
                <a:gd name="T5" fmla="*/ 12 h 339"/>
                <a:gd name="T6" fmla="*/ 37 w 427"/>
                <a:gd name="T7" fmla="*/ 7 h 339"/>
                <a:gd name="T8" fmla="*/ 378 w 427"/>
                <a:gd name="T9" fmla="*/ 262 h 339"/>
                <a:gd name="T10" fmla="*/ 382 w 427"/>
                <a:gd name="T11" fmla="*/ 291 h 339"/>
                <a:gd name="T12" fmla="*/ 382 w 427"/>
                <a:gd name="T13" fmla="*/ 291 h 339"/>
                <a:gd name="T14" fmla="*/ 353 w 427"/>
                <a:gd name="T15" fmla="*/ 295 h 339"/>
                <a:gd name="T16" fmla="*/ 12 w 427"/>
                <a:gd name="T17" fmla="*/ 41 h 3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7" h="339">
                  <a:moveTo>
                    <a:pt x="12" y="44"/>
                  </a:moveTo>
                  <a:cubicBezTo>
                    <a:pt x="2" y="36"/>
                    <a:pt x="0" y="2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5" y="2"/>
                    <a:pt x="30" y="0"/>
                    <a:pt x="40" y="7"/>
                  </a:cubicBezTo>
                  <a:cubicBezTo>
                    <a:pt x="40" y="7"/>
                    <a:pt x="354" y="170"/>
                    <a:pt x="415" y="289"/>
                  </a:cubicBezTo>
                  <a:cubicBezTo>
                    <a:pt x="415" y="289"/>
                    <a:pt x="427" y="311"/>
                    <a:pt x="419" y="321"/>
                  </a:cubicBezTo>
                  <a:cubicBezTo>
                    <a:pt x="419" y="321"/>
                    <a:pt x="419" y="321"/>
                    <a:pt x="419" y="321"/>
                  </a:cubicBezTo>
                  <a:cubicBezTo>
                    <a:pt x="412" y="332"/>
                    <a:pt x="394" y="339"/>
                    <a:pt x="387" y="326"/>
                  </a:cubicBezTo>
                  <a:cubicBezTo>
                    <a:pt x="320" y="187"/>
                    <a:pt x="12" y="44"/>
                    <a:pt x="12" y="44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20">
              <a:extLst>
                <a:ext uri="{FF2B5EF4-FFF2-40B4-BE49-F238E27FC236}">
                  <a16:creationId xmlns:a16="http://schemas.microsoft.com/office/drawing/2014/main" id="{9CB97619-B192-43AA-97DF-17AAD938C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849"/>
              <a:ext cx="408" cy="318"/>
            </a:xfrm>
            <a:custGeom>
              <a:avLst/>
              <a:gdLst>
                <a:gd name="T0" fmla="*/ 23 w 421"/>
                <a:gd name="T1" fmla="*/ 15 h 328"/>
                <a:gd name="T2" fmla="*/ 365 w 421"/>
                <a:gd name="T3" fmla="*/ 270 h 328"/>
                <a:gd name="T4" fmla="*/ 369 w 421"/>
                <a:gd name="T5" fmla="*/ 299 h 328"/>
                <a:gd name="T6" fmla="*/ 376 w 421"/>
                <a:gd name="T7" fmla="*/ 293 h 328"/>
                <a:gd name="T8" fmla="*/ 372 w 421"/>
                <a:gd name="T9" fmla="*/ 263 h 328"/>
                <a:gd name="T10" fmla="*/ 31 w 421"/>
                <a:gd name="T11" fmla="*/ 7 h 328"/>
                <a:gd name="T12" fmla="*/ 2 w 421"/>
                <a:gd name="T13" fmla="*/ 12 h 328"/>
                <a:gd name="T14" fmla="*/ 0 w 421"/>
                <a:gd name="T15" fmla="*/ 14 h 328"/>
                <a:gd name="T16" fmla="*/ 23 w 421"/>
                <a:gd name="T17" fmla="*/ 15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1" h="328">
                  <a:moveTo>
                    <a:pt x="26" y="15"/>
                  </a:moveTo>
                  <a:cubicBezTo>
                    <a:pt x="26" y="15"/>
                    <a:pt x="340" y="178"/>
                    <a:pt x="401" y="297"/>
                  </a:cubicBezTo>
                  <a:cubicBezTo>
                    <a:pt x="401" y="297"/>
                    <a:pt x="412" y="317"/>
                    <a:pt x="406" y="328"/>
                  </a:cubicBezTo>
                  <a:cubicBezTo>
                    <a:pt x="409" y="326"/>
                    <a:pt x="411" y="324"/>
                    <a:pt x="413" y="321"/>
                  </a:cubicBezTo>
                  <a:cubicBezTo>
                    <a:pt x="421" y="311"/>
                    <a:pt x="409" y="289"/>
                    <a:pt x="409" y="289"/>
                  </a:cubicBezTo>
                  <a:cubicBezTo>
                    <a:pt x="348" y="170"/>
                    <a:pt x="34" y="7"/>
                    <a:pt x="34" y="7"/>
                  </a:cubicBezTo>
                  <a:cubicBezTo>
                    <a:pt x="24" y="0"/>
                    <a:pt x="9" y="2"/>
                    <a:pt x="2" y="12"/>
                  </a:cubicBezTo>
                  <a:cubicBezTo>
                    <a:pt x="1" y="13"/>
                    <a:pt x="1" y="13"/>
                    <a:pt x="0" y="14"/>
                  </a:cubicBezTo>
                  <a:cubicBezTo>
                    <a:pt x="8" y="9"/>
                    <a:pt x="18" y="9"/>
                    <a:pt x="26" y="15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21">
              <a:extLst>
                <a:ext uri="{FF2B5EF4-FFF2-40B4-BE49-F238E27FC236}">
                  <a16:creationId xmlns:a16="http://schemas.microsoft.com/office/drawing/2014/main" id="{84F5D3AB-D9EA-42B3-AE2E-B61EA005E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906"/>
              <a:ext cx="282" cy="198"/>
            </a:xfrm>
            <a:custGeom>
              <a:avLst/>
              <a:gdLst>
                <a:gd name="T0" fmla="*/ 265 w 291"/>
                <a:gd name="T1" fmla="*/ 186 h 204"/>
                <a:gd name="T2" fmla="*/ 0 w 291"/>
                <a:gd name="T3" fmla="*/ 0 h 204"/>
                <a:gd name="T4" fmla="*/ 265 w 291"/>
                <a:gd name="T5" fmla="*/ 186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204">
                  <a:moveTo>
                    <a:pt x="291" y="204"/>
                  </a:moveTo>
                  <a:cubicBezTo>
                    <a:pt x="291" y="204"/>
                    <a:pt x="203" y="110"/>
                    <a:pt x="0" y="0"/>
                  </a:cubicBezTo>
                  <a:cubicBezTo>
                    <a:pt x="0" y="0"/>
                    <a:pt x="170" y="73"/>
                    <a:pt x="291" y="204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322">
              <a:extLst>
                <a:ext uri="{FF2B5EF4-FFF2-40B4-BE49-F238E27FC236}">
                  <a16:creationId xmlns:a16="http://schemas.microsoft.com/office/drawing/2014/main" id="{9E7FF05D-4DA6-4F5E-A79F-692385226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05"/>
              <a:ext cx="323" cy="416"/>
            </a:xfrm>
            <a:custGeom>
              <a:avLst/>
              <a:gdLst>
                <a:gd name="T0" fmla="*/ 8 w 333"/>
                <a:gd name="T1" fmla="*/ 37 h 429"/>
                <a:gd name="T2" fmla="*/ 13 w 333"/>
                <a:gd name="T3" fmla="*/ 8 h 429"/>
                <a:gd name="T4" fmla="*/ 13 w 333"/>
                <a:gd name="T5" fmla="*/ 8 h 429"/>
                <a:gd name="T6" fmla="*/ 42 w 333"/>
                <a:gd name="T7" fmla="*/ 13 h 429"/>
                <a:gd name="T8" fmla="*/ 299 w 333"/>
                <a:gd name="T9" fmla="*/ 353 h 429"/>
                <a:gd name="T10" fmla="*/ 295 w 333"/>
                <a:gd name="T11" fmla="*/ 382 h 429"/>
                <a:gd name="T12" fmla="*/ 295 w 333"/>
                <a:gd name="T13" fmla="*/ 382 h 429"/>
                <a:gd name="T14" fmla="*/ 266 w 333"/>
                <a:gd name="T15" fmla="*/ 378 h 429"/>
                <a:gd name="T16" fmla="*/ 8 w 333"/>
                <a:gd name="T17" fmla="*/ 37 h 4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429">
                  <a:moveTo>
                    <a:pt x="8" y="40"/>
                  </a:moveTo>
                  <a:cubicBezTo>
                    <a:pt x="0" y="30"/>
                    <a:pt x="2" y="16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23" y="0"/>
                    <a:pt x="37" y="2"/>
                    <a:pt x="45" y="13"/>
                  </a:cubicBezTo>
                  <a:cubicBezTo>
                    <a:pt x="45" y="13"/>
                    <a:pt x="302" y="256"/>
                    <a:pt x="328" y="387"/>
                  </a:cubicBezTo>
                  <a:cubicBezTo>
                    <a:pt x="328" y="387"/>
                    <a:pt x="333" y="411"/>
                    <a:pt x="323" y="419"/>
                  </a:cubicBezTo>
                  <a:cubicBezTo>
                    <a:pt x="323" y="419"/>
                    <a:pt x="323" y="419"/>
                    <a:pt x="323" y="419"/>
                  </a:cubicBezTo>
                  <a:cubicBezTo>
                    <a:pt x="313" y="427"/>
                    <a:pt x="293" y="429"/>
                    <a:pt x="291" y="415"/>
                  </a:cubicBezTo>
                  <a:cubicBezTo>
                    <a:pt x="264" y="262"/>
                    <a:pt x="8" y="40"/>
                    <a:pt x="8" y="40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323">
              <a:extLst>
                <a:ext uri="{FF2B5EF4-FFF2-40B4-BE49-F238E27FC236}">
                  <a16:creationId xmlns:a16="http://schemas.microsoft.com/office/drawing/2014/main" id="{C28B1E15-AB41-486A-AECF-A7A52B957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805"/>
              <a:ext cx="313" cy="410"/>
            </a:xfrm>
            <a:custGeom>
              <a:avLst/>
              <a:gdLst>
                <a:gd name="T0" fmla="*/ 22 w 323"/>
                <a:gd name="T1" fmla="*/ 16 h 423"/>
                <a:gd name="T2" fmla="*/ 280 w 323"/>
                <a:gd name="T3" fmla="*/ 357 h 423"/>
                <a:gd name="T4" fmla="*/ 278 w 323"/>
                <a:gd name="T5" fmla="*/ 385 h 423"/>
                <a:gd name="T6" fmla="*/ 285 w 323"/>
                <a:gd name="T7" fmla="*/ 382 h 423"/>
                <a:gd name="T8" fmla="*/ 289 w 323"/>
                <a:gd name="T9" fmla="*/ 352 h 423"/>
                <a:gd name="T10" fmla="*/ 32 w 323"/>
                <a:gd name="T11" fmla="*/ 13 h 423"/>
                <a:gd name="T12" fmla="*/ 3 w 323"/>
                <a:gd name="T13" fmla="*/ 8 h 423"/>
                <a:gd name="T14" fmla="*/ 0 w 323"/>
                <a:gd name="T15" fmla="*/ 10 h 423"/>
                <a:gd name="T16" fmla="*/ 22 w 323"/>
                <a:gd name="T17" fmla="*/ 16 h 4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3" h="423">
                  <a:moveTo>
                    <a:pt x="25" y="18"/>
                  </a:moveTo>
                  <a:cubicBezTo>
                    <a:pt x="25" y="18"/>
                    <a:pt x="282" y="261"/>
                    <a:pt x="308" y="392"/>
                  </a:cubicBezTo>
                  <a:cubicBezTo>
                    <a:pt x="308" y="392"/>
                    <a:pt x="313" y="415"/>
                    <a:pt x="305" y="423"/>
                  </a:cubicBezTo>
                  <a:cubicBezTo>
                    <a:pt x="308" y="422"/>
                    <a:pt x="311" y="421"/>
                    <a:pt x="313" y="419"/>
                  </a:cubicBezTo>
                  <a:cubicBezTo>
                    <a:pt x="323" y="411"/>
                    <a:pt x="318" y="387"/>
                    <a:pt x="318" y="387"/>
                  </a:cubicBezTo>
                  <a:cubicBezTo>
                    <a:pt x="292" y="256"/>
                    <a:pt x="35" y="13"/>
                    <a:pt x="35" y="13"/>
                  </a:cubicBezTo>
                  <a:cubicBezTo>
                    <a:pt x="27" y="2"/>
                    <a:pt x="13" y="0"/>
                    <a:pt x="3" y="8"/>
                  </a:cubicBezTo>
                  <a:cubicBezTo>
                    <a:pt x="2" y="9"/>
                    <a:pt x="1" y="9"/>
                    <a:pt x="0" y="10"/>
                  </a:cubicBezTo>
                  <a:cubicBezTo>
                    <a:pt x="9" y="7"/>
                    <a:pt x="19" y="10"/>
                    <a:pt x="25" y="18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324">
              <a:extLst>
                <a:ext uri="{FF2B5EF4-FFF2-40B4-BE49-F238E27FC236}">
                  <a16:creationId xmlns:a16="http://schemas.microsoft.com/office/drawing/2014/main" id="{EB689950-8D2C-4A55-90EF-DD37BB18C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872"/>
              <a:ext cx="216" cy="268"/>
            </a:xfrm>
            <a:custGeom>
              <a:avLst/>
              <a:gdLst>
                <a:gd name="T0" fmla="*/ 202 w 223"/>
                <a:gd name="T1" fmla="*/ 252 h 276"/>
                <a:gd name="T2" fmla="*/ 0 w 223"/>
                <a:gd name="T3" fmla="*/ 0 h 276"/>
                <a:gd name="T4" fmla="*/ 202 w 223"/>
                <a:gd name="T5" fmla="*/ 252 h 2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276">
                  <a:moveTo>
                    <a:pt x="223" y="276"/>
                  </a:moveTo>
                  <a:cubicBezTo>
                    <a:pt x="223" y="276"/>
                    <a:pt x="165" y="160"/>
                    <a:pt x="0" y="0"/>
                  </a:cubicBezTo>
                  <a:cubicBezTo>
                    <a:pt x="0" y="0"/>
                    <a:pt x="143" y="116"/>
                    <a:pt x="223" y="276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325">
              <a:extLst>
                <a:ext uri="{FF2B5EF4-FFF2-40B4-BE49-F238E27FC236}">
                  <a16:creationId xmlns:a16="http://schemas.microsoft.com/office/drawing/2014/main" id="{8042F1CE-274D-4E65-9D11-262357D3E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43"/>
              <a:ext cx="498" cy="125"/>
            </a:xfrm>
            <a:custGeom>
              <a:avLst/>
              <a:gdLst>
                <a:gd name="T0" fmla="*/ 450 w 513"/>
                <a:gd name="T1" fmla="*/ 72 h 129"/>
                <a:gd name="T2" fmla="*/ 467 w 513"/>
                <a:gd name="T3" fmla="*/ 95 h 129"/>
                <a:gd name="T4" fmla="*/ 467 w 513"/>
                <a:gd name="T5" fmla="*/ 95 h 129"/>
                <a:gd name="T6" fmla="*/ 444 w 513"/>
                <a:gd name="T7" fmla="*/ 111 h 129"/>
                <a:gd name="T8" fmla="*/ 18 w 513"/>
                <a:gd name="T9" fmla="*/ 47 h 129"/>
                <a:gd name="T10" fmla="*/ 1 w 513"/>
                <a:gd name="T11" fmla="*/ 24 h 129"/>
                <a:gd name="T12" fmla="*/ 1 w 513"/>
                <a:gd name="T13" fmla="*/ 24 h 129"/>
                <a:gd name="T14" fmla="*/ 25 w 513"/>
                <a:gd name="T15" fmla="*/ 8 h 129"/>
                <a:gd name="T16" fmla="*/ 450 w 513"/>
                <a:gd name="T17" fmla="*/ 72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3" h="129">
                  <a:moveTo>
                    <a:pt x="492" y="78"/>
                  </a:moveTo>
                  <a:cubicBezTo>
                    <a:pt x="504" y="80"/>
                    <a:pt x="513" y="91"/>
                    <a:pt x="511" y="104"/>
                  </a:cubicBezTo>
                  <a:cubicBezTo>
                    <a:pt x="511" y="104"/>
                    <a:pt x="511" y="104"/>
                    <a:pt x="511" y="104"/>
                  </a:cubicBezTo>
                  <a:cubicBezTo>
                    <a:pt x="509" y="116"/>
                    <a:pt x="497" y="125"/>
                    <a:pt x="485" y="123"/>
                  </a:cubicBezTo>
                  <a:cubicBezTo>
                    <a:pt x="485" y="123"/>
                    <a:pt x="131" y="129"/>
                    <a:pt x="21" y="53"/>
                  </a:cubicBezTo>
                  <a:cubicBezTo>
                    <a:pt x="21" y="53"/>
                    <a:pt x="0" y="40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3" y="15"/>
                    <a:pt x="16" y="0"/>
                    <a:pt x="28" y="8"/>
                  </a:cubicBezTo>
                  <a:cubicBezTo>
                    <a:pt x="153" y="98"/>
                    <a:pt x="492" y="78"/>
                    <a:pt x="492" y="78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26">
              <a:extLst>
                <a:ext uri="{FF2B5EF4-FFF2-40B4-BE49-F238E27FC236}">
                  <a16:creationId xmlns:a16="http://schemas.microsoft.com/office/drawing/2014/main" id="{1C33B5BA-5DA4-45BC-BAD8-C4B1504EB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61"/>
              <a:ext cx="496" cy="107"/>
            </a:xfrm>
            <a:custGeom>
              <a:avLst/>
              <a:gdLst>
                <a:gd name="T0" fmla="*/ 446 w 511"/>
                <a:gd name="T1" fmla="*/ 86 h 110"/>
                <a:gd name="T2" fmla="*/ 21 w 511"/>
                <a:gd name="T3" fmla="*/ 21 h 110"/>
                <a:gd name="T4" fmla="*/ 4 w 511"/>
                <a:gd name="T5" fmla="*/ 0 h 110"/>
                <a:gd name="T6" fmla="*/ 1 w 511"/>
                <a:gd name="T7" fmla="*/ 8 h 110"/>
                <a:gd name="T8" fmla="*/ 18 w 511"/>
                <a:gd name="T9" fmla="*/ 31 h 110"/>
                <a:gd name="T10" fmla="*/ 444 w 511"/>
                <a:gd name="T11" fmla="*/ 95 h 110"/>
                <a:gd name="T12" fmla="*/ 467 w 511"/>
                <a:gd name="T13" fmla="*/ 79 h 110"/>
                <a:gd name="T14" fmla="*/ 467 w 511"/>
                <a:gd name="T15" fmla="*/ 76 h 110"/>
                <a:gd name="T16" fmla="*/ 446 w 511"/>
                <a:gd name="T17" fmla="*/ 86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110">
                  <a:moveTo>
                    <a:pt x="488" y="93"/>
                  </a:moveTo>
                  <a:cubicBezTo>
                    <a:pt x="488" y="93"/>
                    <a:pt x="134" y="100"/>
                    <a:pt x="24" y="24"/>
                  </a:cubicBezTo>
                  <a:cubicBezTo>
                    <a:pt x="24" y="24"/>
                    <a:pt x="5" y="12"/>
                    <a:pt x="4" y="0"/>
                  </a:cubicBezTo>
                  <a:cubicBezTo>
                    <a:pt x="3" y="2"/>
                    <a:pt x="2" y="5"/>
                    <a:pt x="1" y="8"/>
                  </a:cubicBezTo>
                  <a:cubicBezTo>
                    <a:pt x="0" y="21"/>
                    <a:pt x="21" y="34"/>
                    <a:pt x="21" y="34"/>
                  </a:cubicBezTo>
                  <a:cubicBezTo>
                    <a:pt x="131" y="110"/>
                    <a:pt x="485" y="104"/>
                    <a:pt x="485" y="104"/>
                  </a:cubicBezTo>
                  <a:cubicBezTo>
                    <a:pt x="497" y="106"/>
                    <a:pt x="509" y="97"/>
                    <a:pt x="511" y="85"/>
                  </a:cubicBezTo>
                  <a:cubicBezTo>
                    <a:pt x="511" y="84"/>
                    <a:pt x="511" y="83"/>
                    <a:pt x="511" y="82"/>
                  </a:cubicBezTo>
                  <a:cubicBezTo>
                    <a:pt x="507" y="90"/>
                    <a:pt x="497" y="95"/>
                    <a:pt x="488" y="93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27">
              <a:extLst>
                <a:ext uri="{FF2B5EF4-FFF2-40B4-BE49-F238E27FC236}">
                  <a16:creationId xmlns:a16="http://schemas.microsoft.com/office/drawing/2014/main" id="{B8682D68-FFEC-4609-A516-0D7FBDEF4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087"/>
              <a:ext cx="343" cy="57"/>
            </a:xfrm>
            <a:custGeom>
              <a:avLst/>
              <a:gdLst>
                <a:gd name="T0" fmla="*/ 0 w 353"/>
                <a:gd name="T1" fmla="*/ 0 h 58"/>
                <a:gd name="T2" fmla="*/ 324 w 353"/>
                <a:gd name="T3" fmla="*/ 38 h 58"/>
                <a:gd name="T4" fmla="*/ 0 w 35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3" h="58">
                  <a:moveTo>
                    <a:pt x="0" y="0"/>
                  </a:moveTo>
                  <a:cubicBezTo>
                    <a:pt x="0" y="0"/>
                    <a:pt x="123" y="42"/>
                    <a:pt x="353" y="41"/>
                  </a:cubicBezTo>
                  <a:cubicBezTo>
                    <a:pt x="353" y="41"/>
                    <a:pt x="169" y="58"/>
                    <a:pt x="0" y="0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328">
              <a:extLst>
                <a:ext uri="{FF2B5EF4-FFF2-40B4-BE49-F238E27FC236}">
                  <a16:creationId xmlns:a16="http://schemas.microsoft.com/office/drawing/2014/main" id="{9D17C277-AA16-4022-BA84-7495FC69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099"/>
              <a:ext cx="499" cy="144"/>
            </a:xfrm>
            <a:custGeom>
              <a:avLst/>
              <a:gdLst>
                <a:gd name="T0" fmla="*/ 446 w 514"/>
                <a:gd name="T1" fmla="*/ 2 h 148"/>
                <a:gd name="T2" fmla="*/ 468 w 514"/>
                <a:gd name="T3" fmla="*/ 18 h 148"/>
                <a:gd name="T4" fmla="*/ 468 w 514"/>
                <a:gd name="T5" fmla="*/ 18 h 148"/>
                <a:gd name="T6" fmla="*/ 450 w 514"/>
                <a:gd name="T7" fmla="*/ 44 h 148"/>
                <a:gd name="T8" fmla="*/ 24 w 514"/>
                <a:gd name="T9" fmla="*/ 96 h 148"/>
                <a:gd name="T10" fmla="*/ 1 w 514"/>
                <a:gd name="T11" fmla="*/ 79 h 148"/>
                <a:gd name="T12" fmla="*/ 1 w 514"/>
                <a:gd name="T13" fmla="*/ 79 h 148"/>
                <a:gd name="T14" fmla="*/ 18 w 514"/>
                <a:gd name="T15" fmla="*/ 54 h 148"/>
                <a:gd name="T16" fmla="*/ 446 w 514"/>
                <a:gd name="T17" fmla="*/ 2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4" h="148">
                  <a:moveTo>
                    <a:pt x="487" y="2"/>
                  </a:moveTo>
                  <a:cubicBezTo>
                    <a:pt x="499" y="0"/>
                    <a:pt x="511" y="9"/>
                    <a:pt x="512" y="21"/>
                  </a:cubicBezTo>
                  <a:cubicBezTo>
                    <a:pt x="512" y="21"/>
                    <a:pt x="512" y="21"/>
                    <a:pt x="512" y="21"/>
                  </a:cubicBezTo>
                  <a:cubicBezTo>
                    <a:pt x="514" y="34"/>
                    <a:pt x="505" y="45"/>
                    <a:pt x="492" y="47"/>
                  </a:cubicBezTo>
                  <a:cubicBezTo>
                    <a:pt x="492" y="47"/>
                    <a:pt x="153" y="148"/>
                    <a:pt x="27" y="105"/>
                  </a:cubicBezTo>
                  <a:cubicBezTo>
                    <a:pt x="27" y="105"/>
                    <a:pt x="3" y="97"/>
                    <a:pt x="1" y="85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0" y="72"/>
                    <a:pt x="7" y="54"/>
                    <a:pt x="21" y="59"/>
                  </a:cubicBezTo>
                  <a:cubicBezTo>
                    <a:pt x="166" y="112"/>
                    <a:pt x="487" y="2"/>
                    <a:pt x="487" y="2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329">
              <a:extLst>
                <a:ext uri="{FF2B5EF4-FFF2-40B4-BE49-F238E27FC236}">
                  <a16:creationId xmlns:a16="http://schemas.microsoft.com/office/drawing/2014/main" id="{47B93EB8-07BC-4C39-89F8-113EB8CC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117"/>
              <a:ext cx="498" cy="126"/>
            </a:xfrm>
            <a:custGeom>
              <a:avLst/>
              <a:gdLst>
                <a:gd name="T0" fmla="*/ 449 w 513"/>
                <a:gd name="T1" fmla="*/ 17 h 129"/>
                <a:gd name="T2" fmla="*/ 23 w 513"/>
                <a:gd name="T3" fmla="*/ 69 h 129"/>
                <a:gd name="T4" fmla="*/ 1 w 513"/>
                <a:gd name="T5" fmla="*/ 54 h 129"/>
                <a:gd name="T6" fmla="*/ 0 w 513"/>
                <a:gd name="T7" fmla="*/ 62 h 129"/>
                <a:gd name="T8" fmla="*/ 23 w 513"/>
                <a:gd name="T9" fmla="*/ 80 h 129"/>
                <a:gd name="T10" fmla="*/ 449 w 513"/>
                <a:gd name="T11" fmla="*/ 25 h 129"/>
                <a:gd name="T12" fmla="*/ 467 w 513"/>
                <a:gd name="T13" fmla="*/ 2 h 129"/>
                <a:gd name="T14" fmla="*/ 467 w 513"/>
                <a:gd name="T15" fmla="*/ 0 h 129"/>
                <a:gd name="T16" fmla="*/ 449 w 513"/>
                <a:gd name="T17" fmla="*/ 17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3" h="129">
                  <a:moveTo>
                    <a:pt x="491" y="17"/>
                  </a:moveTo>
                  <a:cubicBezTo>
                    <a:pt x="491" y="17"/>
                    <a:pt x="152" y="118"/>
                    <a:pt x="26" y="75"/>
                  </a:cubicBezTo>
                  <a:cubicBezTo>
                    <a:pt x="26" y="75"/>
                    <a:pt x="4" y="68"/>
                    <a:pt x="1" y="57"/>
                  </a:cubicBezTo>
                  <a:cubicBezTo>
                    <a:pt x="0" y="60"/>
                    <a:pt x="0" y="63"/>
                    <a:pt x="0" y="66"/>
                  </a:cubicBezTo>
                  <a:cubicBezTo>
                    <a:pt x="2" y="78"/>
                    <a:pt x="26" y="86"/>
                    <a:pt x="26" y="86"/>
                  </a:cubicBezTo>
                  <a:cubicBezTo>
                    <a:pt x="152" y="129"/>
                    <a:pt x="491" y="28"/>
                    <a:pt x="491" y="28"/>
                  </a:cubicBezTo>
                  <a:cubicBezTo>
                    <a:pt x="504" y="26"/>
                    <a:pt x="513" y="15"/>
                    <a:pt x="511" y="2"/>
                  </a:cubicBezTo>
                  <a:cubicBezTo>
                    <a:pt x="511" y="1"/>
                    <a:pt x="511" y="1"/>
                    <a:pt x="511" y="0"/>
                  </a:cubicBezTo>
                  <a:cubicBezTo>
                    <a:pt x="509" y="9"/>
                    <a:pt x="501" y="16"/>
                    <a:pt x="491" y="17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330">
              <a:extLst>
                <a:ext uri="{FF2B5EF4-FFF2-40B4-BE49-F238E27FC236}">
                  <a16:creationId xmlns:a16="http://schemas.microsoft.com/office/drawing/2014/main" id="{B5288E87-8E66-4C0B-A362-E5B74FB7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122"/>
              <a:ext cx="341" cy="64"/>
            </a:xfrm>
            <a:custGeom>
              <a:avLst/>
              <a:gdLst>
                <a:gd name="T0" fmla="*/ 0 w 351"/>
                <a:gd name="T1" fmla="*/ 50 h 66"/>
                <a:gd name="T2" fmla="*/ 322 w 351"/>
                <a:gd name="T3" fmla="*/ 0 h 66"/>
                <a:gd name="T4" fmla="*/ 0 w 351"/>
                <a:gd name="T5" fmla="*/ 5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1" h="66">
                  <a:moveTo>
                    <a:pt x="0" y="56"/>
                  </a:moveTo>
                  <a:cubicBezTo>
                    <a:pt x="0" y="56"/>
                    <a:pt x="129" y="63"/>
                    <a:pt x="351" y="0"/>
                  </a:cubicBezTo>
                  <a:cubicBezTo>
                    <a:pt x="351" y="0"/>
                    <a:pt x="178" y="66"/>
                    <a:pt x="0" y="56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331">
              <a:extLst>
                <a:ext uri="{FF2B5EF4-FFF2-40B4-BE49-F238E27FC236}">
                  <a16:creationId xmlns:a16="http://schemas.microsoft.com/office/drawing/2014/main" id="{41A41DB8-4FD3-4D0D-96E3-6D759DFE7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832"/>
              <a:ext cx="300" cy="223"/>
            </a:xfrm>
            <a:custGeom>
              <a:avLst/>
              <a:gdLst>
                <a:gd name="T0" fmla="*/ 260 w 309"/>
                <a:gd name="T1" fmla="*/ 36 h 230"/>
                <a:gd name="T2" fmla="*/ 183 w 309"/>
                <a:gd name="T3" fmla="*/ 169 h 230"/>
                <a:gd name="T4" fmla="*/ 23 w 309"/>
                <a:gd name="T5" fmla="*/ 174 h 230"/>
                <a:gd name="T6" fmla="*/ 100 w 309"/>
                <a:gd name="T7" fmla="*/ 42 h 230"/>
                <a:gd name="T8" fmla="*/ 260 w 309"/>
                <a:gd name="T9" fmla="*/ 36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9" h="230">
                  <a:moveTo>
                    <a:pt x="284" y="39"/>
                  </a:moveTo>
                  <a:cubicBezTo>
                    <a:pt x="309" y="78"/>
                    <a:pt x="273" y="143"/>
                    <a:pt x="201" y="185"/>
                  </a:cubicBezTo>
                  <a:cubicBezTo>
                    <a:pt x="130" y="227"/>
                    <a:pt x="52" y="230"/>
                    <a:pt x="26" y="191"/>
                  </a:cubicBezTo>
                  <a:cubicBezTo>
                    <a:pt x="0" y="152"/>
                    <a:pt x="37" y="87"/>
                    <a:pt x="109" y="45"/>
                  </a:cubicBezTo>
                  <a:cubicBezTo>
                    <a:pt x="180" y="3"/>
                    <a:pt x="258" y="0"/>
                    <a:pt x="284" y="39"/>
                  </a:cubicBezTo>
                  <a:close/>
                </a:path>
              </a:pathLst>
            </a:custGeom>
            <a:solidFill>
              <a:srgbClr val="FAF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332">
              <a:extLst>
                <a:ext uri="{FF2B5EF4-FFF2-40B4-BE49-F238E27FC236}">
                  <a16:creationId xmlns:a16="http://schemas.microsoft.com/office/drawing/2014/main" id="{42671FF9-AE40-452C-BE96-BB829CC4A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62"/>
              <a:ext cx="164" cy="109"/>
            </a:xfrm>
            <a:custGeom>
              <a:avLst/>
              <a:gdLst>
                <a:gd name="T0" fmla="*/ 145 w 169"/>
                <a:gd name="T1" fmla="*/ 18 h 112"/>
                <a:gd name="T2" fmla="*/ 94 w 169"/>
                <a:gd name="T3" fmla="*/ 84 h 112"/>
                <a:gd name="T4" fmla="*/ 10 w 169"/>
                <a:gd name="T5" fmla="*/ 87 h 112"/>
                <a:gd name="T6" fmla="*/ 60 w 169"/>
                <a:gd name="T7" fmla="*/ 19 h 112"/>
                <a:gd name="T8" fmla="*/ 145 w 169"/>
                <a:gd name="T9" fmla="*/ 1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12">
                  <a:moveTo>
                    <a:pt x="159" y="19"/>
                  </a:moveTo>
                  <a:cubicBezTo>
                    <a:pt x="169" y="38"/>
                    <a:pt x="144" y="69"/>
                    <a:pt x="103" y="90"/>
                  </a:cubicBezTo>
                  <a:cubicBezTo>
                    <a:pt x="62" y="110"/>
                    <a:pt x="20" y="112"/>
                    <a:pt x="10" y="93"/>
                  </a:cubicBezTo>
                  <a:cubicBezTo>
                    <a:pt x="0" y="74"/>
                    <a:pt x="25" y="42"/>
                    <a:pt x="66" y="22"/>
                  </a:cubicBezTo>
                  <a:cubicBezTo>
                    <a:pt x="107" y="2"/>
                    <a:pt x="148" y="0"/>
                    <a:pt x="159" y="19"/>
                  </a:cubicBezTo>
                  <a:close/>
                </a:path>
              </a:pathLst>
            </a:custGeom>
            <a:solidFill>
              <a:srgbClr val="F9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333">
              <a:extLst>
                <a:ext uri="{FF2B5EF4-FFF2-40B4-BE49-F238E27FC236}">
                  <a16:creationId xmlns:a16="http://schemas.microsoft.com/office/drawing/2014/main" id="{D3419CDE-42CD-4AAD-9AFA-5A2616CE8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884"/>
              <a:ext cx="457" cy="253"/>
            </a:xfrm>
            <a:custGeom>
              <a:avLst/>
              <a:gdLst>
                <a:gd name="T0" fmla="*/ 396 w 471"/>
                <a:gd name="T1" fmla="*/ 6 h 260"/>
                <a:gd name="T2" fmla="*/ 425 w 471"/>
                <a:gd name="T3" fmla="*/ 16 h 260"/>
                <a:gd name="T4" fmla="*/ 425 w 471"/>
                <a:gd name="T5" fmla="*/ 16 h 260"/>
                <a:gd name="T6" fmla="*/ 415 w 471"/>
                <a:gd name="T7" fmla="*/ 44 h 260"/>
                <a:gd name="T8" fmla="*/ 33 w 471"/>
                <a:gd name="T9" fmla="*/ 238 h 260"/>
                <a:gd name="T10" fmla="*/ 5 w 471"/>
                <a:gd name="T11" fmla="*/ 229 h 260"/>
                <a:gd name="T12" fmla="*/ 5 w 471"/>
                <a:gd name="T13" fmla="*/ 229 h 260"/>
                <a:gd name="T14" fmla="*/ 16 w 471"/>
                <a:gd name="T15" fmla="*/ 200 h 260"/>
                <a:gd name="T16" fmla="*/ 396 w 471"/>
                <a:gd name="T17" fmla="*/ 6 h 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1" h="260">
                  <a:moveTo>
                    <a:pt x="434" y="6"/>
                  </a:moveTo>
                  <a:cubicBezTo>
                    <a:pt x="446" y="0"/>
                    <a:pt x="459" y="5"/>
                    <a:pt x="465" y="16"/>
                  </a:cubicBezTo>
                  <a:cubicBezTo>
                    <a:pt x="465" y="16"/>
                    <a:pt x="465" y="16"/>
                    <a:pt x="465" y="16"/>
                  </a:cubicBezTo>
                  <a:cubicBezTo>
                    <a:pt x="471" y="27"/>
                    <a:pt x="466" y="41"/>
                    <a:pt x="455" y="47"/>
                  </a:cubicBezTo>
                  <a:cubicBezTo>
                    <a:pt x="455" y="47"/>
                    <a:pt x="170" y="257"/>
                    <a:pt x="36" y="259"/>
                  </a:cubicBezTo>
                  <a:cubicBezTo>
                    <a:pt x="36" y="259"/>
                    <a:pt x="11" y="260"/>
                    <a:pt x="5" y="248"/>
                  </a:cubicBezTo>
                  <a:cubicBezTo>
                    <a:pt x="5" y="248"/>
                    <a:pt x="5" y="248"/>
                    <a:pt x="5" y="248"/>
                  </a:cubicBezTo>
                  <a:cubicBezTo>
                    <a:pt x="0" y="237"/>
                    <a:pt x="1" y="218"/>
                    <a:pt x="16" y="218"/>
                  </a:cubicBezTo>
                  <a:cubicBezTo>
                    <a:pt x="170" y="219"/>
                    <a:pt x="434" y="6"/>
                    <a:pt x="434" y="6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334">
              <a:extLst>
                <a:ext uri="{FF2B5EF4-FFF2-40B4-BE49-F238E27FC236}">
                  <a16:creationId xmlns:a16="http://schemas.microsoft.com/office/drawing/2014/main" id="{74DAB99B-85B1-4876-B656-70F904B9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898"/>
              <a:ext cx="454" cy="239"/>
            </a:xfrm>
            <a:custGeom>
              <a:avLst/>
              <a:gdLst>
                <a:gd name="T0" fmla="*/ 409 w 468"/>
                <a:gd name="T1" fmla="*/ 20 h 246"/>
                <a:gd name="T2" fmla="*/ 27 w 468"/>
                <a:gd name="T3" fmla="*/ 215 h 246"/>
                <a:gd name="T4" fmla="*/ 0 w 468"/>
                <a:gd name="T5" fmla="*/ 207 h 246"/>
                <a:gd name="T6" fmla="*/ 2 w 468"/>
                <a:gd name="T7" fmla="*/ 215 h 246"/>
                <a:gd name="T8" fmla="*/ 30 w 468"/>
                <a:gd name="T9" fmla="*/ 224 h 246"/>
                <a:gd name="T10" fmla="*/ 412 w 468"/>
                <a:gd name="T11" fmla="*/ 30 h 246"/>
                <a:gd name="T12" fmla="*/ 422 w 468"/>
                <a:gd name="T13" fmla="*/ 2 h 246"/>
                <a:gd name="T14" fmla="*/ 421 w 468"/>
                <a:gd name="T15" fmla="*/ 0 h 246"/>
                <a:gd name="T16" fmla="*/ 409 w 468"/>
                <a:gd name="T17" fmla="*/ 20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8" h="246">
                  <a:moveTo>
                    <a:pt x="448" y="23"/>
                  </a:moveTo>
                  <a:cubicBezTo>
                    <a:pt x="448" y="23"/>
                    <a:pt x="163" y="232"/>
                    <a:pt x="30" y="234"/>
                  </a:cubicBezTo>
                  <a:cubicBezTo>
                    <a:pt x="30" y="234"/>
                    <a:pt x="7" y="235"/>
                    <a:pt x="0" y="225"/>
                  </a:cubicBezTo>
                  <a:cubicBezTo>
                    <a:pt x="0" y="229"/>
                    <a:pt x="1" y="232"/>
                    <a:pt x="2" y="234"/>
                  </a:cubicBezTo>
                  <a:cubicBezTo>
                    <a:pt x="8" y="246"/>
                    <a:pt x="33" y="245"/>
                    <a:pt x="33" y="245"/>
                  </a:cubicBezTo>
                  <a:cubicBezTo>
                    <a:pt x="167" y="243"/>
                    <a:pt x="452" y="33"/>
                    <a:pt x="452" y="33"/>
                  </a:cubicBezTo>
                  <a:cubicBezTo>
                    <a:pt x="463" y="27"/>
                    <a:pt x="468" y="13"/>
                    <a:pt x="462" y="2"/>
                  </a:cubicBezTo>
                  <a:cubicBezTo>
                    <a:pt x="462" y="1"/>
                    <a:pt x="461" y="1"/>
                    <a:pt x="461" y="0"/>
                  </a:cubicBezTo>
                  <a:cubicBezTo>
                    <a:pt x="462" y="9"/>
                    <a:pt x="457" y="18"/>
                    <a:pt x="448" y="23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335">
              <a:extLst>
                <a:ext uri="{FF2B5EF4-FFF2-40B4-BE49-F238E27FC236}">
                  <a16:creationId xmlns:a16="http://schemas.microsoft.com/office/drawing/2014/main" id="{C2FC5913-8CA7-4939-946E-3C8DF207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926"/>
              <a:ext cx="303" cy="166"/>
            </a:xfrm>
            <a:custGeom>
              <a:avLst/>
              <a:gdLst>
                <a:gd name="T0" fmla="*/ 0 w 312"/>
                <a:gd name="T1" fmla="*/ 156 h 171"/>
                <a:gd name="T2" fmla="*/ 286 w 312"/>
                <a:gd name="T3" fmla="*/ 0 h 171"/>
                <a:gd name="T4" fmla="*/ 0 w 312"/>
                <a:gd name="T5" fmla="*/ 156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2" h="171">
                  <a:moveTo>
                    <a:pt x="0" y="171"/>
                  </a:moveTo>
                  <a:cubicBezTo>
                    <a:pt x="0" y="171"/>
                    <a:pt x="124" y="134"/>
                    <a:pt x="312" y="0"/>
                  </a:cubicBezTo>
                  <a:cubicBezTo>
                    <a:pt x="312" y="0"/>
                    <a:pt x="171" y="120"/>
                    <a:pt x="0" y="171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336">
              <a:extLst>
                <a:ext uri="{FF2B5EF4-FFF2-40B4-BE49-F238E27FC236}">
                  <a16:creationId xmlns:a16="http://schemas.microsoft.com/office/drawing/2014/main" id="{B8772135-38A8-49F3-877A-7751FC105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935"/>
              <a:ext cx="498" cy="153"/>
            </a:xfrm>
            <a:custGeom>
              <a:avLst/>
              <a:gdLst>
                <a:gd name="T0" fmla="*/ 444 w 513"/>
                <a:gd name="T1" fmla="*/ 2 h 158"/>
                <a:gd name="T2" fmla="*/ 467 w 513"/>
                <a:gd name="T3" fmla="*/ 19 h 158"/>
                <a:gd name="T4" fmla="*/ 467 w 513"/>
                <a:gd name="T5" fmla="*/ 19 h 158"/>
                <a:gd name="T6" fmla="*/ 450 w 513"/>
                <a:gd name="T7" fmla="*/ 44 h 158"/>
                <a:gd name="T8" fmla="*/ 25 w 513"/>
                <a:gd name="T9" fmla="*/ 107 h 158"/>
                <a:gd name="T10" fmla="*/ 2 w 513"/>
                <a:gd name="T11" fmla="*/ 90 h 158"/>
                <a:gd name="T12" fmla="*/ 2 w 513"/>
                <a:gd name="T13" fmla="*/ 90 h 158"/>
                <a:gd name="T14" fmla="*/ 18 w 513"/>
                <a:gd name="T15" fmla="*/ 67 h 158"/>
                <a:gd name="T16" fmla="*/ 444 w 513"/>
                <a:gd name="T17" fmla="*/ 2 h 1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3" h="158">
                  <a:moveTo>
                    <a:pt x="485" y="2"/>
                  </a:moveTo>
                  <a:cubicBezTo>
                    <a:pt x="498" y="0"/>
                    <a:pt x="509" y="9"/>
                    <a:pt x="511" y="22"/>
                  </a:cubicBezTo>
                  <a:cubicBezTo>
                    <a:pt x="511" y="22"/>
                    <a:pt x="511" y="22"/>
                    <a:pt x="511" y="22"/>
                  </a:cubicBezTo>
                  <a:cubicBezTo>
                    <a:pt x="513" y="34"/>
                    <a:pt x="505" y="46"/>
                    <a:pt x="492" y="48"/>
                  </a:cubicBezTo>
                  <a:cubicBezTo>
                    <a:pt x="492" y="48"/>
                    <a:pt x="156" y="158"/>
                    <a:pt x="28" y="118"/>
                  </a:cubicBezTo>
                  <a:cubicBezTo>
                    <a:pt x="28" y="118"/>
                    <a:pt x="4" y="111"/>
                    <a:pt x="2" y="99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0" y="86"/>
                    <a:pt x="7" y="68"/>
                    <a:pt x="21" y="73"/>
                  </a:cubicBezTo>
                  <a:cubicBezTo>
                    <a:pt x="168" y="122"/>
                    <a:pt x="485" y="2"/>
                    <a:pt x="485" y="2"/>
                  </a:cubicBezTo>
                  <a:close/>
                </a:path>
              </a:pathLst>
            </a:custGeom>
            <a:solidFill>
              <a:srgbClr val="4D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337">
              <a:extLst>
                <a:ext uri="{FF2B5EF4-FFF2-40B4-BE49-F238E27FC236}">
                  <a16:creationId xmlns:a16="http://schemas.microsoft.com/office/drawing/2014/main" id="{13E4CFE2-D918-439E-9980-655A1BFD2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953"/>
              <a:ext cx="496" cy="135"/>
            </a:xfrm>
            <a:custGeom>
              <a:avLst/>
              <a:gdLst>
                <a:gd name="T0" fmla="*/ 448 w 511"/>
                <a:gd name="T1" fmla="*/ 17 h 139"/>
                <a:gd name="T2" fmla="*/ 23 w 511"/>
                <a:gd name="T3" fmla="*/ 81 h 139"/>
                <a:gd name="T4" fmla="*/ 0 w 511"/>
                <a:gd name="T5" fmla="*/ 64 h 139"/>
                <a:gd name="T6" fmla="*/ 0 w 511"/>
                <a:gd name="T7" fmla="*/ 74 h 139"/>
                <a:gd name="T8" fmla="*/ 23 w 511"/>
                <a:gd name="T9" fmla="*/ 90 h 139"/>
                <a:gd name="T10" fmla="*/ 448 w 511"/>
                <a:gd name="T11" fmla="*/ 26 h 139"/>
                <a:gd name="T12" fmla="*/ 465 w 511"/>
                <a:gd name="T13" fmla="*/ 3 h 139"/>
                <a:gd name="T14" fmla="*/ 465 w 511"/>
                <a:gd name="T15" fmla="*/ 0 h 139"/>
                <a:gd name="T16" fmla="*/ 448 w 511"/>
                <a:gd name="T17" fmla="*/ 17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139">
                  <a:moveTo>
                    <a:pt x="490" y="18"/>
                  </a:moveTo>
                  <a:cubicBezTo>
                    <a:pt x="490" y="18"/>
                    <a:pt x="153" y="128"/>
                    <a:pt x="26" y="88"/>
                  </a:cubicBezTo>
                  <a:cubicBezTo>
                    <a:pt x="26" y="88"/>
                    <a:pt x="4" y="82"/>
                    <a:pt x="0" y="70"/>
                  </a:cubicBezTo>
                  <a:cubicBezTo>
                    <a:pt x="0" y="74"/>
                    <a:pt x="0" y="77"/>
                    <a:pt x="0" y="80"/>
                  </a:cubicBezTo>
                  <a:cubicBezTo>
                    <a:pt x="2" y="92"/>
                    <a:pt x="26" y="99"/>
                    <a:pt x="26" y="99"/>
                  </a:cubicBezTo>
                  <a:cubicBezTo>
                    <a:pt x="154" y="139"/>
                    <a:pt x="490" y="29"/>
                    <a:pt x="490" y="29"/>
                  </a:cubicBezTo>
                  <a:cubicBezTo>
                    <a:pt x="503" y="27"/>
                    <a:pt x="511" y="15"/>
                    <a:pt x="509" y="3"/>
                  </a:cubicBezTo>
                  <a:cubicBezTo>
                    <a:pt x="509" y="2"/>
                    <a:pt x="509" y="1"/>
                    <a:pt x="509" y="0"/>
                  </a:cubicBezTo>
                  <a:cubicBezTo>
                    <a:pt x="507" y="9"/>
                    <a:pt x="499" y="16"/>
                    <a:pt x="490" y="18"/>
                  </a:cubicBezTo>
                  <a:close/>
                </a:path>
              </a:pathLst>
            </a:custGeom>
            <a:solidFill>
              <a:srgbClr val="78B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338">
              <a:extLst>
                <a:ext uri="{FF2B5EF4-FFF2-40B4-BE49-F238E27FC236}">
                  <a16:creationId xmlns:a16="http://schemas.microsoft.com/office/drawing/2014/main" id="{774F0AA2-CA14-47E8-B07F-D02317C7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960"/>
              <a:ext cx="339" cy="69"/>
            </a:xfrm>
            <a:custGeom>
              <a:avLst/>
              <a:gdLst>
                <a:gd name="T0" fmla="*/ 0 w 349"/>
                <a:gd name="T1" fmla="*/ 59 h 71"/>
                <a:gd name="T2" fmla="*/ 320 w 349"/>
                <a:gd name="T3" fmla="*/ 0 h 71"/>
                <a:gd name="T4" fmla="*/ 0 w 349"/>
                <a:gd name="T5" fmla="*/ 59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9" h="71">
                  <a:moveTo>
                    <a:pt x="0" y="65"/>
                  </a:moveTo>
                  <a:cubicBezTo>
                    <a:pt x="0" y="65"/>
                    <a:pt x="129" y="69"/>
                    <a:pt x="349" y="0"/>
                  </a:cubicBezTo>
                  <a:cubicBezTo>
                    <a:pt x="349" y="0"/>
                    <a:pt x="178" y="71"/>
                    <a:pt x="0" y="65"/>
                  </a:cubicBezTo>
                  <a:close/>
                </a:path>
              </a:pathLst>
            </a:custGeom>
            <a:solidFill>
              <a:srgbClr val="3C7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339">
              <a:extLst>
                <a:ext uri="{FF2B5EF4-FFF2-40B4-BE49-F238E27FC236}">
                  <a16:creationId xmlns:a16="http://schemas.microsoft.com/office/drawing/2014/main" id="{628B4B15-E3F4-4A6C-A8D4-01FE3190B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15"/>
              <a:ext cx="248" cy="169"/>
            </a:xfrm>
            <a:custGeom>
              <a:avLst/>
              <a:gdLst>
                <a:gd name="T0" fmla="*/ 120 w 248"/>
                <a:gd name="T1" fmla="*/ 169 h 169"/>
                <a:gd name="T2" fmla="*/ 0 w 248"/>
                <a:gd name="T3" fmla="*/ 75 h 169"/>
                <a:gd name="T4" fmla="*/ 60 w 248"/>
                <a:gd name="T5" fmla="*/ 4 h 169"/>
                <a:gd name="T6" fmla="*/ 178 w 248"/>
                <a:gd name="T7" fmla="*/ 0 h 169"/>
                <a:gd name="T8" fmla="*/ 248 w 248"/>
                <a:gd name="T9" fmla="*/ 118 h 169"/>
                <a:gd name="T10" fmla="*/ 120 w 248"/>
                <a:gd name="T11" fmla="*/ 169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69">
                  <a:moveTo>
                    <a:pt x="120" y="169"/>
                  </a:moveTo>
                  <a:lnTo>
                    <a:pt x="0" y="75"/>
                  </a:lnTo>
                  <a:lnTo>
                    <a:pt x="60" y="4"/>
                  </a:lnTo>
                  <a:lnTo>
                    <a:pt x="178" y="0"/>
                  </a:lnTo>
                  <a:lnTo>
                    <a:pt x="248" y="118"/>
                  </a:lnTo>
                  <a:lnTo>
                    <a:pt x="120" y="169"/>
                  </a:lnTo>
                  <a:close/>
                </a:path>
              </a:pathLst>
            </a:custGeom>
            <a:solidFill>
              <a:srgbClr val="E85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340">
              <a:extLst>
                <a:ext uri="{FF2B5EF4-FFF2-40B4-BE49-F238E27FC236}">
                  <a16:creationId xmlns:a16="http://schemas.microsoft.com/office/drawing/2014/main" id="{2685D9D2-7E17-43ED-B4A2-A8C7BEC54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892"/>
              <a:ext cx="92" cy="96"/>
            </a:xfrm>
            <a:custGeom>
              <a:avLst/>
              <a:gdLst>
                <a:gd name="T0" fmla="*/ 0 w 92"/>
                <a:gd name="T1" fmla="*/ 0 h 96"/>
                <a:gd name="T2" fmla="*/ 70 w 92"/>
                <a:gd name="T3" fmla="*/ 10 h 96"/>
                <a:gd name="T4" fmla="*/ 92 w 92"/>
                <a:gd name="T5" fmla="*/ 57 h 96"/>
                <a:gd name="T6" fmla="*/ 70 w 92"/>
                <a:gd name="T7" fmla="*/ 96 h 96"/>
                <a:gd name="T8" fmla="*/ 50 w 92"/>
                <a:gd name="T9" fmla="*/ 61 h 96"/>
                <a:gd name="T10" fmla="*/ 8 w 92"/>
                <a:gd name="T11" fmla="*/ 49 h 96"/>
                <a:gd name="T12" fmla="*/ 0 w 92"/>
                <a:gd name="T13" fmla="*/ 0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6">
                  <a:moveTo>
                    <a:pt x="0" y="0"/>
                  </a:moveTo>
                  <a:lnTo>
                    <a:pt x="70" y="10"/>
                  </a:lnTo>
                  <a:lnTo>
                    <a:pt x="92" y="57"/>
                  </a:lnTo>
                  <a:lnTo>
                    <a:pt x="70" y="96"/>
                  </a:lnTo>
                  <a:lnTo>
                    <a:pt x="50" y="61"/>
                  </a:lnTo>
                  <a:lnTo>
                    <a:pt x="8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5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341">
              <a:extLst>
                <a:ext uri="{FF2B5EF4-FFF2-40B4-BE49-F238E27FC236}">
                  <a16:creationId xmlns:a16="http://schemas.microsoft.com/office/drawing/2014/main" id="{302A52BB-FF38-4BCD-85AB-13467863F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062"/>
              <a:ext cx="103" cy="60"/>
            </a:xfrm>
            <a:custGeom>
              <a:avLst/>
              <a:gdLst>
                <a:gd name="T0" fmla="*/ 74 w 103"/>
                <a:gd name="T1" fmla="*/ 3 h 60"/>
                <a:gd name="T2" fmla="*/ 0 w 103"/>
                <a:gd name="T3" fmla="*/ 0 h 60"/>
                <a:gd name="T4" fmla="*/ 3 w 103"/>
                <a:gd name="T5" fmla="*/ 44 h 60"/>
                <a:gd name="T6" fmla="*/ 54 w 103"/>
                <a:gd name="T7" fmla="*/ 60 h 60"/>
                <a:gd name="T8" fmla="*/ 103 w 103"/>
                <a:gd name="T9" fmla="*/ 38 h 60"/>
                <a:gd name="T10" fmla="*/ 74 w 103"/>
                <a:gd name="T11" fmla="*/ 3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60">
                  <a:moveTo>
                    <a:pt x="74" y="3"/>
                  </a:moveTo>
                  <a:lnTo>
                    <a:pt x="0" y="0"/>
                  </a:lnTo>
                  <a:lnTo>
                    <a:pt x="3" y="44"/>
                  </a:lnTo>
                  <a:lnTo>
                    <a:pt x="54" y="60"/>
                  </a:lnTo>
                  <a:lnTo>
                    <a:pt x="103" y="38"/>
                  </a:lnTo>
                  <a:lnTo>
                    <a:pt x="74" y="3"/>
                  </a:lnTo>
                  <a:close/>
                </a:path>
              </a:pathLst>
            </a:custGeom>
            <a:solidFill>
              <a:srgbClr val="E85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342">
              <a:extLst>
                <a:ext uri="{FF2B5EF4-FFF2-40B4-BE49-F238E27FC236}">
                  <a16:creationId xmlns:a16="http://schemas.microsoft.com/office/drawing/2014/main" id="{2EC78A6B-6E98-4C49-AE17-710B08A61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048"/>
              <a:ext cx="126" cy="105"/>
            </a:xfrm>
            <a:custGeom>
              <a:avLst/>
              <a:gdLst>
                <a:gd name="T0" fmla="*/ 7 w 126"/>
                <a:gd name="T1" fmla="*/ 55 h 105"/>
                <a:gd name="T2" fmla="*/ 0 w 126"/>
                <a:gd name="T3" fmla="*/ 2 h 105"/>
                <a:gd name="T4" fmla="*/ 72 w 126"/>
                <a:gd name="T5" fmla="*/ 0 h 105"/>
                <a:gd name="T6" fmla="*/ 126 w 126"/>
                <a:gd name="T7" fmla="*/ 37 h 105"/>
                <a:gd name="T8" fmla="*/ 111 w 126"/>
                <a:gd name="T9" fmla="*/ 105 h 105"/>
                <a:gd name="T10" fmla="*/ 7 w 126"/>
                <a:gd name="T11" fmla="*/ 5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05">
                  <a:moveTo>
                    <a:pt x="7" y="55"/>
                  </a:moveTo>
                  <a:lnTo>
                    <a:pt x="0" y="2"/>
                  </a:lnTo>
                  <a:lnTo>
                    <a:pt x="72" y="0"/>
                  </a:lnTo>
                  <a:lnTo>
                    <a:pt x="126" y="37"/>
                  </a:lnTo>
                  <a:lnTo>
                    <a:pt x="111" y="105"/>
                  </a:lnTo>
                  <a:lnTo>
                    <a:pt x="7" y="55"/>
                  </a:lnTo>
                  <a:close/>
                </a:path>
              </a:pathLst>
            </a:custGeom>
            <a:solidFill>
              <a:srgbClr val="E85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343">
              <a:extLst>
                <a:ext uri="{FF2B5EF4-FFF2-40B4-BE49-F238E27FC236}">
                  <a16:creationId xmlns:a16="http://schemas.microsoft.com/office/drawing/2014/main" id="{1BF8BE46-F1C2-4AAB-AB5C-E588E128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810"/>
              <a:ext cx="97" cy="110"/>
            </a:xfrm>
            <a:custGeom>
              <a:avLst/>
              <a:gdLst>
                <a:gd name="T0" fmla="*/ 0 w 97"/>
                <a:gd name="T1" fmla="*/ 72 h 110"/>
                <a:gd name="T2" fmla="*/ 10 w 97"/>
                <a:gd name="T3" fmla="*/ 2 h 110"/>
                <a:gd name="T4" fmla="*/ 81 w 97"/>
                <a:gd name="T5" fmla="*/ 0 h 110"/>
                <a:gd name="T6" fmla="*/ 97 w 97"/>
                <a:gd name="T7" fmla="*/ 62 h 110"/>
                <a:gd name="T8" fmla="*/ 45 w 97"/>
                <a:gd name="T9" fmla="*/ 110 h 110"/>
                <a:gd name="T10" fmla="*/ 0 w 97"/>
                <a:gd name="T11" fmla="*/ 72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10">
                  <a:moveTo>
                    <a:pt x="0" y="72"/>
                  </a:moveTo>
                  <a:lnTo>
                    <a:pt x="10" y="2"/>
                  </a:lnTo>
                  <a:lnTo>
                    <a:pt x="81" y="0"/>
                  </a:lnTo>
                  <a:lnTo>
                    <a:pt x="97" y="62"/>
                  </a:lnTo>
                  <a:lnTo>
                    <a:pt x="45" y="110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E85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344">
              <a:extLst>
                <a:ext uri="{FF2B5EF4-FFF2-40B4-BE49-F238E27FC236}">
                  <a16:creationId xmlns:a16="http://schemas.microsoft.com/office/drawing/2014/main" id="{6341B373-9522-476F-B350-BC5A65CAE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922"/>
              <a:ext cx="160" cy="103"/>
            </a:xfrm>
            <a:custGeom>
              <a:avLst/>
              <a:gdLst>
                <a:gd name="T0" fmla="*/ 45 w 165"/>
                <a:gd name="T1" fmla="*/ 82 h 106"/>
                <a:gd name="T2" fmla="*/ 0 w 165"/>
                <a:gd name="T3" fmla="*/ 41 h 106"/>
                <a:gd name="T4" fmla="*/ 32 w 165"/>
                <a:gd name="T5" fmla="*/ 0 h 106"/>
                <a:gd name="T6" fmla="*/ 87 w 165"/>
                <a:gd name="T7" fmla="*/ 10 h 106"/>
                <a:gd name="T8" fmla="*/ 145 w 165"/>
                <a:gd name="T9" fmla="*/ 48 h 106"/>
                <a:gd name="T10" fmla="*/ 132 w 165"/>
                <a:gd name="T11" fmla="*/ 97 h 106"/>
                <a:gd name="T12" fmla="*/ 45 w 165"/>
                <a:gd name="T13" fmla="*/ 82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106">
                  <a:moveTo>
                    <a:pt x="48" y="88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96" y="10"/>
                    <a:pt x="96" y="10"/>
                    <a:pt x="96" y="10"/>
                  </a:cubicBezTo>
                  <a:cubicBezTo>
                    <a:pt x="96" y="10"/>
                    <a:pt x="155" y="41"/>
                    <a:pt x="160" y="51"/>
                  </a:cubicBezTo>
                  <a:cubicBezTo>
                    <a:pt x="165" y="60"/>
                    <a:pt x="144" y="106"/>
                    <a:pt x="144" y="106"/>
                  </a:cubicBezTo>
                  <a:lnTo>
                    <a:pt x="48" y="88"/>
                  </a:lnTo>
                  <a:close/>
                </a:path>
              </a:pathLst>
            </a:custGeom>
            <a:solidFill>
              <a:srgbClr val="E85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345">
              <a:extLst>
                <a:ext uri="{FF2B5EF4-FFF2-40B4-BE49-F238E27FC236}">
                  <a16:creationId xmlns:a16="http://schemas.microsoft.com/office/drawing/2014/main" id="{F8A98BB4-1ADB-4F41-BE28-9EAC5B01F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04"/>
              <a:ext cx="348" cy="213"/>
            </a:xfrm>
            <a:custGeom>
              <a:avLst/>
              <a:gdLst>
                <a:gd name="T0" fmla="*/ 327 w 359"/>
                <a:gd name="T1" fmla="*/ 101 h 220"/>
                <a:gd name="T2" fmla="*/ 164 w 359"/>
                <a:gd name="T3" fmla="*/ 199 h 220"/>
                <a:gd name="T4" fmla="*/ 0 w 359"/>
                <a:gd name="T5" fmla="*/ 101 h 220"/>
                <a:gd name="T6" fmla="*/ 164 w 359"/>
                <a:gd name="T7" fmla="*/ 1 h 220"/>
                <a:gd name="T8" fmla="*/ 327 w 359"/>
                <a:gd name="T9" fmla="*/ 101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9" h="220">
                  <a:moveTo>
                    <a:pt x="359" y="110"/>
                  </a:moveTo>
                  <a:cubicBezTo>
                    <a:pt x="359" y="170"/>
                    <a:pt x="279" y="220"/>
                    <a:pt x="180" y="220"/>
                  </a:cubicBezTo>
                  <a:cubicBezTo>
                    <a:pt x="81" y="220"/>
                    <a:pt x="1" y="172"/>
                    <a:pt x="0" y="111"/>
                  </a:cubicBezTo>
                  <a:cubicBezTo>
                    <a:pt x="0" y="50"/>
                    <a:pt x="80" y="1"/>
                    <a:pt x="179" y="1"/>
                  </a:cubicBezTo>
                  <a:cubicBezTo>
                    <a:pt x="278" y="0"/>
                    <a:pt x="359" y="49"/>
                    <a:pt x="359" y="110"/>
                  </a:cubicBezTo>
                  <a:close/>
                </a:path>
              </a:pathLst>
            </a:custGeom>
            <a:solidFill>
              <a:srgbClr val="FAF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346">
              <a:extLst>
                <a:ext uri="{FF2B5EF4-FFF2-40B4-BE49-F238E27FC236}">
                  <a16:creationId xmlns:a16="http://schemas.microsoft.com/office/drawing/2014/main" id="{63EDC5E9-E86C-47CE-A3B2-1ECD70903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909"/>
              <a:ext cx="196" cy="105"/>
            </a:xfrm>
            <a:custGeom>
              <a:avLst/>
              <a:gdLst>
                <a:gd name="T0" fmla="*/ 181 w 202"/>
                <a:gd name="T1" fmla="*/ 56 h 109"/>
                <a:gd name="T2" fmla="*/ 88 w 202"/>
                <a:gd name="T3" fmla="*/ 93 h 109"/>
                <a:gd name="T4" fmla="*/ 2 w 202"/>
                <a:gd name="T5" fmla="*/ 41 h 109"/>
                <a:gd name="T6" fmla="*/ 95 w 202"/>
                <a:gd name="T7" fmla="*/ 4 h 109"/>
                <a:gd name="T8" fmla="*/ 181 w 202"/>
                <a:gd name="T9" fmla="*/ 5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109">
                  <a:moveTo>
                    <a:pt x="199" y="62"/>
                  </a:moveTo>
                  <a:cubicBezTo>
                    <a:pt x="197" y="89"/>
                    <a:pt x="151" y="109"/>
                    <a:pt x="97" y="105"/>
                  </a:cubicBezTo>
                  <a:cubicBezTo>
                    <a:pt x="42" y="101"/>
                    <a:pt x="0" y="75"/>
                    <a:pt x="2" y="47"/>
                  </a:cubicBezTo>
                  <a:cubicBezTo>
                    <a:pt x="4" y="19"/>
                    <a:pt x="50" y="0"/>
                    <a:pt x="104" y="4"/>
                  </a:cubicBezTo>
                  <a:cubicBezTo>
                    <a:pt x="159" y="8"/>
                    <a:pt x="202" y="34"/>
                    <a:pt x="199" y="62"/>
                  </a:cubicBezTo>
                  <a:close/>
                </a:path>
              </a:pathLst>
            </a:custGeom>
            <a:solidFill>
              <a:srgbClr val="F9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347">
              <a:extLst>
                <a:ext uri="{FF2B5EF4-FFF2-40B4-BE49-F238E27FC236}">
                  <a16:creationId xmlns:a16="http://schemas.microsoft.com/office/drawing/2014/main" id="{2A23DAAE-63D3-4685-A308-6E6879525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981"/>
              <a:ext cx="303" cy="214"/>
            </a:xfrm>
            <a:custGeom>
              <a:avLst/>
              <a:gdLst>
                <a:gd name="T0" fmla="*/ 264 w 312"/>
                <a:gd name="T1" fmla="*/ 38 h 221"/>
                <a:gd name="T2" fmla="*/ 182 w 312"/>
                <a:gd name="T3" fmla="*/ 166 h 221"/>
                <a:gd name="T4" fmla="*/ 21 w 312"/>
                <a:gd name="T5" fmla="*/ 164 h 221"/>
                <a:gd name="T6" fmla="*/ 104 w 312"/>
                <a:gd name="T7" fmla="*/ 36 h 221"/>
                <a:gd name="T8" fmla="*/ 264 w 312"/>
                <a:gd name="T9" fmla="*/ 3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21">
                  <a:moveTo>
                    <a:pt x="288" y="41"/>
                  </a:moveTo>
                  <a:cubicBezTo>
                    <a:pt x="312" y="80"/>
                    <a:pt x="272" y="144"/>
                    <a:pt x="199" y="183"/>
                  </a:cubicBezTo>
                  <a:cubicBezTo>
                    <a:pt x="126" y="221"/>
                    <a:pt x="48" y="220"/>
                    <a:pt x="24" y="181"/>
                  </a:cubicBezTo>
                  <a:cubicBezTo>
                    <a:pt x="0" y="141"/>
                    <a:pt x="40" y="77"/>
                    <a:pt x="113" y="39"/>
                  </a:cubicBezTo>
                  <a:cubicBezTo>
                    <a:pt x="186" y="0"/>
                    <a:pt x="264" y="1"/>
                    <a:pt x="288" y="41"/>
                  </a:cubicBezTo>
                  <a:close/>
                </a:path>
              </a:pathLst>
            </a:custGeom>
            <a:solidFill>
              <a:srgbClr val="FAF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348">
              <a:extLst>
                <a:ext uri="{FF2B5EF4-FFF2-40B4-BE49-F238E27FC236}">
                  <a16:creationId xmlns:a16="http://schemas.microsoft.com/office/drawing/2014/main" id="{FEF386C4-1C41-443C-9FA9-4D4F31FE2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008"/>
              <a:ext cx="166" cy="103"/>
            </a:xfrm>
            <a:custGeom>
              <a:avLst/>
              <a:gdLst>
                <a:gd name="T0" fmla="*/ 148 w 171"/>
                <a:gd name="T1" fmla="*/ 17 h 106"/>
                <a:gd name="T2" fmla="*/ 94 w 171"/>
                <a:gd name="T3" fmla="*/ 82 h 106"/>
                <a:gd name="T4" fmla="*/ 10 w 171"/>
                <a:gd name="T5" fmla="*/ 81 h 106"/>
                <a:gd name="T6" fmla="*/ 63 w 171"/>
                <a:gd name="T7" fmla="*/ 17 h 106"/>
                <a:gd name="T8" fmla="*/ 148 w 171"/>
                <a:gd name="T9" fmla="*/ 17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106">
                  <a:moveTo>
                    <a:pt x="162" y="20"/>
                  </a:moveTo>
                  <a:cubicBezTo>
                    <a:pt x="171" y="39"/>
                    <a:pt x="145" y="69"/>
                    <a:pt x="103" y="88"/>
                  </a:cubicBezTo>
                  <a:cubicBezTo>
                    <a:pt x="61" y="106"/>
                    <a:pt x="19" y="106"/>
                    <a:pt x="10" y="87"/>
                  </a:cubicBezTo>
                  <a:cubicBezTo>
                    <a:pt x="0" y="68"/>
                    <a:pt x="27" y="37"/>
                    <a:pt x="69" y="19"/>
                  </a:cubicBezTo>
                  <a:cubicBezTo>
                    <a:pt x="111" y="0"/>
                    <a:pt x="152" y="1"/>
                    <a:pt x="162" y="20"/>
                  </a:cubicBezTo>
                  <a:close/>
                </a:path>
              </a:pathLst>
            </a:custGeom>
            <a:solidFill>
              <a:srgbClr val="F9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349">
              <a:extLst>
                <a:ext uri="{FF2B5EF4-FFF2-40B4-BE49-F238E27FC236}">
                  <a16:creationId xmlns:a16="http://schemas.microsoft.com/office/drawing/2014/main" id="{FDBB323E-440C-410E-9098-03EA8843B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831"/>
              <a:ext cx="258" cy="132"/>
            </a:xfrm>
            <a:custGeom>
              <a:avLst/>
              <a:gdLst>
                <a:gd name="T0" fmla="*/ 241 w 265"/>
                <a:gd name="T1" fmla="*/ 64 h 136"/>
                <a:gd name="T2" fmla="*/ 117 w 265"/>
                <a:gd name="T3" fmla="*/ 117 h 136"/>
                <a:gd name="T4" fmla="*/ 6 w 265"/>
                <a:gd name="T5" fmla="*/ 40 h 136"/>
                <a:gd name="T6" fmla="*/ 128 w 265"/>
                <a:gd name="T7" fmla="*/ 7 h 136"/>
                <a:gd name="T8" fmla="*/ 241 w 265"/>
                <a:gd name="T9" fmla="*/ 64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136">
                  <a:moveTo>
                    <a:pt x="262" y="70"/>
                  </a:moveTo>
                  <a:cubicBezTo>
                    <a:pt x="256" y="125"/>
                    <a:pt x="197" y="136"/>
                    <a:pt x="126" y="129"/>
                  </a:cubicBezTo>
                  <a:cubicBezTo>
                    <a:pt x="55" y="121"/>
                    <a:pt x="0" y="101"/>
                    <a:pt x="6" y="43"/>
                  </a:cubicBezTo>
                  <a:cubicBezTo>
                    <a:pt x="9" y="16"/>
                    <a:pt x="68" y="0"/>
                    <a:pt x="139" y="7"/>
                  </a:cubicBezTo>
                  <a:cubicBezTo>
                    <a:pt x="210" y="15"/>
                    <a:pt x="265" y="44"/>
                    <a:pt x="262" y="70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350">
              <a:extLst>
                <a:ext uri="{FF2B5EF4-FFF2-40B4-BE49-F238E27FC236}">
                  <a16:creationId xmlns:a16="http://schemas.microsoft.com/office/drawing/2014/main" id="{73AE0BC9-3827-4F1E-9732-DB939557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24"/>
              <a:ext cx="255" cy="124"/>
            </a:xfrm>
            <a:custGeom>
              <a:avLst/>
              <a:gdLst>
                <a:gd name="T0" fmla="*/ 238 w 262"/>
                <a:gd name="T1" fmla="*/ 71 h 127"/>
                <a:gd name="T2" fmla="*/ 116 w 262"/>
                <a:gd name="T3" fmla="*/ 111 h 127"/>
                <a:gd name="T4" fmla="*/ 3 w 262"/>
                <a:gd name="T5" fmla="*/ 47 h 127"/>
                <a:gd name="T6" fmla="*/ 126 w 262"/>
                <a:gd name="T7" fmla="*/ 7 h 127"/>
                <a:gd name="T8" fmla="*/ 238 w 262"/>
                <a:gd name="T9" fmla="*/ 71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127">
                  <a:moveTo>
                    <a:pt x="259" y="77"/>
                  </a:moveTo>
                  <a:cubicBezTo>
                    <a:pt x="256" y="108"/>
                    <a:pt x="196" y="127"/>
                    <a:pt x="125" y="120"/>
                  </a:cubicBezTo>
                  <a:cubicBezTo>
                    <a:pt x="55" y="112"/>
                    <a:pt x="0" y="81"/>
                    <a:pt x="3" y="50"/>
                  </a:cubicBezTo>
                  <a:cubicBezTo>
                    <a:pt x="6" y="19"/>
                    <a:pt x="66" y="0"/>
                    <a:pt x="137" y="7"/>
                  </a:cubicBezTo>
                  <a:cubicBezTo>
                    <a:pt x="208" y="15"/>
                    <a:pt x="262" y="46"/>
                    <a:pt x="259" y="77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351">
              <a:extLst>
                <a:ext uri="{FF2B5EF4-FFF2-40B4-BE49-F238E27FC236}">
                  <a16:creationId xmlns:a16="http://schemas.microsoft.com/office/drawing/2014/main" id="{8E74D831-27C7-4F89-BBE3-80B279403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842"/>
              <a:ext cx="191" cy="87"/>
            </a:xfrm>
            <a:custGeom>
              <a:avLst/>
              <a:gdLst>
                <a:gd name="T0" fmla="*/ 178 w 196"/>
                <a:gd name="T1" fmla="*/ 49 h 90"/>
                <a:gd name="T2" fmla="*/ 87 w 196"/>
                <a:gd name="T3" fmla="*/ 76 h 90"/>
                <a:gd name="T4" fmla="*/ 2 w 196"/>
                <a:gd name="T5" fmla="*/ 32 h 90"/>
                <a:gd name="T6" fmla="*/ 94 w 196"/>
                <a:gd name="T7" fmla="*/ 6 h 90"/>
                <a:gd name="T8" fmla="*/ 178 w 196"/>
                <a:gd name="T9" fmla="*/ 49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90">
                  <a:moveTo>
                    <a:pt x="193" y="55"/>
                  </a:moveTo>
                  <a:cubicBezTo>
                    <a:pt x="191" y="77"/>
                    <a:pt x="146" y="90"/>
                    <a:pt x="93" y="85"/>
                  </a:cubicBezTo>
                  <a:cubicBezTo>
                    <a:pt x="41" y="79"/>
                    <a:pt x="0" y="57"/>
                    <a:pt x="2" y="35"/>
                  </a:cubicBezTo>
                  <a:cubicBezTo>
                    <a:pt x="4" y="13"/>
                    <a:pt x="49" y="0"/>
                    <a:pt x="102" y="6"/>
                  </a:cubicBezTo>
                  <a:cubicBezTo>
                    <a:pt x="155" y="11"/>
                    <a:pt x="196" y="33"/>
                    <a:pt x="193" y="55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352">
              <a:extLst>
                <a:ext uri="{FF2B5EF4-FFF2-40B4-BE49-F238E27FC236}">
                  <a16:creationId xmlns:a16="http://schemas.microsoft.com/office/drawing/2014/main" id="{E3CD0376-48D1-48BF-934D-A9D80A76F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850"/>
              <a:ext cx="145" cy="65"/>
            </a:xfrm>
            <a:custGeom>
              <a:avLst/>
              <a:gdLst>
                <a:gd name="T0" fmla="*/ 134 w 150"/>
                <a:gd name="T1" fmla="*/ 38 h 66"/>
                <a:gd name="T2" fmla="*/ 66 w 150"/>
                <a:gd name="T3" fmla="*/ 59 h 66"/>
                <a:gd name="T4" fmla="*/ 2 w 150"/>
                <a:gd name="T5" fmla="*/ 25 h 66"/>
                <a:gd name="T6" fmla="*/ 71 w 150"/>
                <a:gd name="T7" fmla="*/ 4 h 66"/>
                <a:gd name="T8" fmla="*/ 134 w 150"/>
                <a:gd name="T9" fmla="*/ 3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66">
                  <a:moveTo>
                    <a:pt x="149" y="41"/>
                  </a:moveTo>
                  <a:cubicBezTo>
                    <a:pt x="147" y="57"/>
                    <a:pt x="113" y="66"/>
                    <a:pt x="72" y="62"/>
                  </a:cubicBezTo>
                  <a:cubicBezTo>
                    <a:pt x="32" y="58"/>
                    <a:pt x="0" y="41"/>
                    <a:pt x="2" y="25"/>
                  </a:cubicBezTo>
                  <a:cubicBezTo>
                    <a:pt x="3" y="9"/>
                    <a:pt x="38" y="0"/>
                    <a:pt x="78" y="4"/>
                  </a:cubicBezTo>
                  <a:cubicBezTo>
                    <a:pt x="119" y="8"/>
                    <a:pt x="150" y="25"/>
                    <a:pt x="149" y="41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353">
              <a:extLst>
                <a:ext uri="{FF2B5EF4-FFF2-40B4-BE49-F238E27FC236}">
                  <a16:creationId xmlns:a16="http://schemas.microsoft.com/office/drawing/2014/main" id="{272C4E74-C079-47AC-A409-742A04E10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49"/>
              <a:ext cx="253" cy="201"/>
            </a:xfrm>
            <a:custGeom>
              <a:avLst/>
              <a:gdLst>
                <a:gd name="T0" fmla="*/ 211 w 261"/>
                <a:gd name="T1" fmla="*/ 19 h 208"/>
                <a:gd name="T2" fmla="*/ 146 w 261"/>
                <a:gd name="T3" fmla="*/ 137 h 208"/>
                <a:gd name="T4" fmla="*/ 14 w 261"/>
                <a:gd name="T5" fmla="*/ 144 h 208"/>
                <a:gd name="T6" fmla="*/ 87 w 261"/>
                <a:gd name="T7" fmla="*/ 43 h 208"/>
                <a:gd name="T8" fmla="*/ 211 w 261"/>
                <a:gd name="T9" fmla="*/ 19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208">
                  <a:moveTo>
                    <a:pt x="232" y="22"/>
                  </a:moveTo>
                  <a:cubicBezTo>
                    <a:pt x="261" y="69"/>
                    <a:pt x="222" y="114"/>
                    <a:pt x="161" y="152"/>
                  </a:cubicBezTo>
                  <a:cubicBezTo>
                    <a:pt x="101" y="190"/>
                    <a:pt x="45" y="208"/>
                    <a:pt x="14" y="159"/>
                  </a:cubicBezTo>
                  <a:cubicBezTo>
                    <a:pt x="0" y="136"/>
                    <a:pt x="36" y="86"/>
                    <a:pt x="96" y="48"/>
                  </a:cubicBezTo>
                  <a:cubicBezTo>
                    <a:pt x="156" y="10"/>
                    <a:pt x="218" y="0"/>
                    <a:pt x="232" y="22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354">
              <a:extLst>
                <a:ext uri="{FF2B5EF4-FFF2-40B4-BE49-F238E27FC236}">
                  <a16:creationId xmlns:a16="http://schemas.microsoft.com/office/drawing/2014/main" id="{EBECD5D3-4D78-4F1A-B873-7D83AE1A4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4"/>
              <a:ext cx="243" cy="184"/>
            </a:xfrm>
            <a:custGeom>
              <a:avLst/>
              <a:gdLst>
                <a:gd name="T0" fmla="*/ 213 w 251"/>
                <a:gd name="T1" fmla="*/ 24 h 190"/>
                <a:gd name="T2" fmla="*/ 140 w 251"/>
                <a:gd name="T3" fmla="*/ 130 h 190"/>
                <a:gd name="T4" fmla="*/ 15 w 251"/>
                <a:gd name="T5" fmla="*/ 149 h 190"/>
                <a:gd name="T6" fmla="*/ 86 w 251"/>
                <a:gd name="T7" fmla="*/ 44 h 190"/>
                <a:gd name="T8" fmla="*/ 213 w 251"/>
                <a:gd name="T9" fmla="*/ 2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90">
                  <a:moveTo>
                    <a:pt x="234" y="27"/>
                  </a:moveTo>
                  <a:cubicBezTo>
                    <a:pt x="251" y="53"/>
                    <a:pt x="215" y="105"/>
                    <a:pt x="155" y="143"/>
                  </a:cubicBezTo>
                  <a:cubicBezTo>
                    <a:pt x="95" y="181"/>
                    <a:pt x="33" y="190"/>
                    <a:pt x="16" y="164"/>
                  </a:cubicBezTo>
                  <a:cubicBezTo>
                    <a:pt x="0" y="137"/>
                    <a:pt x="35" y="85"/>
                    <a:pt x="95" y="47"/>
                  </a:cubicBezTo>
                  <a:cubicBezTo>
                    <a:pt x="155" y="9"/>
                    <a:pt x="217" y="0"/>
                    <a:pt x="234" y="27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355">
              <a:extLst>
                <a:ext uri="{FF2B5EF4-FFF2-40B4-BE49-F238E27FC236}">
                  <a16:creationId xmlns:a16="http://schemas.microsoft.com/office/drawing/2014/main" id="{5F3A2A15-8805-4579-B835-917EAFA1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68"/>
              <a:ext cx="180" cy="136"/>
            </a:xfrm>
            <a:custGeom>
              <a:avLst/>
              <a:gdLst>
                <a:gd name="T0" fmla="*/ 159 w 186"/>
                <a:gd name="T1" fmla="*/ 17 h 140"/>
                <a:gd name="T2" fmla="*/ 104 w 186"/>
                <a:gd name="T3" fmla="*/ 95 h 140"/>
                <a:gd name="T4" fmla="*/ 12 w 186"/>
                <a:gd name="T5" fmla="*/ 112 h 140"/>
                <a:gd name="T6" fmla="*/ 66 w 186"/>
                <a:gd name="T7" fmla="*/ 33 h 140"/>
                <a:gd name="T8" fmla="*/ 159 w 186"/>
                <a:gd name="T9" fmla="*/ 17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140">
                  <a:moveTo>
                    <a:pt x="175" y="19"/>
                  </a:moveTo>
                  <a:cubicBezTo>
                    <a:pt x="186" y="37"/>
                    <a:pt x="159" y="75"/>
                    <a:pt x="115" y="104"/>
                  </a:cubicBezTo>
                  <a:cubicBezTo>
                    <a:pt x="70" y="132"/>
                    <a:pt x="24" y="140"/>
                    <a:pt x="12" y="121"/>
                  </a:cubicBezTo>
                  <a:cubicBezTo>
                    <a:pt x="0" y="103"/>
                    <a:pt x="27" y="65"/>
                    <a:pt x="72" y="36"/>
                  </a:cubicBezTo>
                  <a:cubicBezTo>
                    <a:pt x="117" y="8"/>
                    <a:pt x="163" y="0"/>
                    <a:pt x="175" y="19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356">
              <a:extLst>
                <a:ext uri="{FF2B5EF4-FFF2-40B4-BE49-F238E27FC236}">
                  <a16:creationId xmlns:a16="http://schemas.microsoft.com/office/drawing/2014/main" id="{9EE7F049-2802-46E8-B736-F6B69087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882"/>
              <a:ext cx="138" cy="103"/>
            </a:xfrm>
            <a:custGeom>
              <a:avLst/>
              <a:gdLst>
                <a:gd name="T0" fmla="*/ 122 w 142"/>
                <a:gd name="T1" fmla="*/ 14 h 106"/>
                <a:gd name="T2" fmla="*/ 81 w 142"/>
                <a:gd name="T3" fmla="*/ 72 h 106"/>
                <a:gd name="T4" fmla="*/ 9 w 142"/>
                <a:gd name="T5" fmla="*/ 84 h 106"/>
                <a:gd name="T6" fmla="*/ 51 w 142"/>
                <a:gd name="T7" fmla="*/ 25 h 106"/>
                <a:gd name="T8" fmla="*/ 122 w 142"/>
                <a:gd name="T9" fmla="*/ 14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06">
                  <a:moveTo>
                    <a:pt x="134" y="14"/>
                  </a:moveTo>
                  <a:cubicBezTo>
                    <a:pt x="142" y="27"/>
                    <a:pt x="121" y="56"/>
                    <a:pt x="87" y="78"/>
                  </a:cubicBezTo>
                  <a:cubicBezTo>
                    <a:pt x="52" y="99"/>
                    <a:pt x="17" y="106"/>
                    <a:pt x="9" y="92"/>
                  </a:cubicBezTo>
                  <a:cubicBezTo>
                    <a:pt x="0" y="79"/>
                    <a:pt x="21" y="50"/>
                    <a:pt x="56" y="28"/>
                  </a:cubicBezTo>
                  <a:cubicBezTo>
                    <a:pt x="90" y="7"/>
                    <a:pt x="125" y="0"/>
                    <a:pt x="134" y="14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357">
              <a:extLst>
                <a:ext uri="{FF2B5EF4-FFF2-40B4-BE49-F238E27FC236}">
                  <a16:creationId xmlns:a16="http://schemas.microsoft.com/office/drawing/2014/main" id="{44210C50-3761-4114-83F6-7DBDAE57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158"/>
              <a:ext cx="253" cy="124"/>
            </a:xfrm>
            <a:custGeom>
              <a:avLst/>
              <a:gdLst>
                <a:gd name="T0" fmla="*/ 235 w 261"/>
                <a:gd name="T1" fmla="*/ 44 h 128"/>
                <a:gd name="T2" fmla="*/ 120 w 261"/>
                <a:gd name="T3" fmla="*/ 113 h 128"/>
                <a:gd name="T4" fmla="*/ 1 w 261"/>
                <a:gd name="T5" fmla="*/ 52 h 128"/>
                <a:gd name="T6" fmla="*/ 115 w 261"/>
                <a:gd name="T7" fmla="*/ 3 h 128"/>
                <a:gd name="T8" fmla="*/ 235 w 261"/>
                <a:gd name="T9" fmla="*/ 44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28">
                  <a:moveTo>
                    <a:pt x="258" y="47"/>
                  </a:moveTo>
                  <a:cubicBezTo>
                    <a:pt x="261" y="102"/>
                    <a:pt x="204" y="122"/>
                    <a:pt x="132" y="125"/>
                  </a:cubicBezTo>
                  <a:cubicBezTo>
                    <a:pt x="61" y="128"/>
                    <a:pt x="4" y="116"/>
                    <a:pt x="1" y="58"/>
                  </a:cubicBezTo>
                  <a:cubicBezTo>
                    <a:pt x="0" y="31"/>
                    <a:pt x="56" y="6"/>
                    <a:pt x="127" y="3"/>
                  </a:cubicBezTo>
                  <a:cubicBezTo>
                    <a:pt x="198" y="0"/>
                    <a:pt x="257" y="21"/>
                    <a:pt x="258" y="47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358">
              <a:extLst>
                <a:ext uri="{FF2B5EF4-FFF2-40B4-BE49-F238E27FC236}">
                  <a16:creationId xmlns:a16="http://schemas.microsoft.com/office/drawing/2014/main" id="{5EB5401C-7817-4E79-BBF2-DBD7D91E5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151"/>
              <a:ext cx="251" cy="116"/>
            </a:xfrm>
            <a:custGeom>
              <a:avLst/>
              <a:gdLst>
                <a:gd name="T0" fmla="*/ 235 w 259"/>
                <a:gd name="T1" fmla="*/ 51 h 119"/>
                <a:gd name="T2" fmla="*/ 120 w 259"/>
                <a:gd name="T3" fmla="*/ 107 h 119"/>
                <a:gd name="T4" fmla="*/ 1 w 259"/>
                <a:gd name="T5" fmla="*/ 59 h 119"/>
                <a:gd name="T6" fmla="*/ 115 w 259"/>
                <a:gd name="T7" fmla="*/ 3 h 119"/>
                <a:gd name="T8" fmla="*/ 235 w 259"/>
                <a:gd name="T9" fmla="*/ 51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119">
                  <a:moveTo>
                    <a:pt x="258" y="54"/>
                  </a:moveTo>
                  <a:cubicBezTo>
                    <a:pt x="259" y="85"/>
                    <a:pt x="203" y="113"/>
                    <a:pt x="132" y="116"/>
                  </a:cubicBezTo>
                  <a:cubicBezTo>
                    <a:pt x="61" y="119"/>
                    <a:pt x="3" y="97"/>
                    <a:pt x="1" y="65"/>
                  </a:cubicBezTo>
                  <a:cubicBezTo>
                    <a:pt x="0" y="34"/>
                    <a:pt x="56" y="6"/>
                    <a:pt x="127" y="3"/>
                  </a:cubicBezTo>
                  <a:cubicBezTo>
                    <a:pt x="198" y="0"/>
                    <a:pt x="257" y="23"/>
                    <a:pt x="258" y="54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359">
              <a:extLst>
                <a:ext uri="{FF2B5EF4-FFF2-40B4-BE49-F238E27FC236}">
                  <a16:creationId xmlns:a16="http://schemas.microsoft.com/office/drawing/2014/main" id="{B1385E36-9AC4-4AE6-B7B6-3993C79C8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168"/>
              <a:ext cx="188" cy="81"/>
            </a:xfrm>
            <a:custGeom>
              <a:avLst/>
              <a:gdLst>
                <a:gd name="T0" fmla="*/ 175 w 194"/>
                <a:gd name="T1" fmla="*/ 35 h 84"/>
                <a:gd name="T2" fmla="*/ 90 w 194"/>
                <a:gd name="T3" fmla="*/ 73 h 84"/>
                <a:gd name="T4" fmla="*/ 1 w 194"/>
                <a:gd name="T5" fmla="*/ 41 h 84"/>
                <a:gd name="T6" fmla="*/ 86 w 194"/>
                <a:gd name="T7" fmla="*/ 3 h 84"/>
                <a:gd name="T8" fmla="*/ 175 w 194"/>
                <a:gd name="T9" fmla="*/ 3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84">
                  <a:moveTo>
                    <a:pt x="193" y="38"/>
                  </a:moveTo>
                  <a:cubicBezTo>
                    <a:pt x="194" y="60"/>
                    <a:pt x="152" y="80"/>
                    <a:pt x="99" y="82"/>
                  </a:cubicBezTo>
                  <a:cubicBezTo>
                    <a:pt x="46" y="84"/>
                    <a:pt x="2" y="68"/>
                    <a:pt x="1" y="47"/>
                  </a:cubicBezTo>
                  <a:cubicBezTo>
                    <a:pt x="0" y="25"/>
                    <a:pt x="42" y="5"/>
                    <a:pt x="95" y="3"/>
                  </a:cubicBezTo>
                  <a:cubicBezTo>
                    <a:pt x="148" y="0"/>
                    <a:pt x="192" y="16"/>
                    <a:pt x="193" y="38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360">
              <a:extLst>
                <a:ext uri="{FF2B5EF4-FFF2-40B4-BE49-F238E27FC236}">
                  <a16:creationId xmlns:a16="http://schemas.microsoft.com/office/drawing/2014/main" id="{2C1ED378-60B1-4853-85C3-64B045631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176"/>
              <a:ext cx="145" cy="60"/>
            </a:xfrm>
            <a:custGeom>
              <a:avLst/>
              <a:gdLst>
                <a:gd name="T0" fmla="*/ 136 w 149"/>
                <a:gd name="T1" fmla="*/ 25 h 62"/>
                <a:gd name="T2" fmla="*/ 70 w 149"/>
                <a:gd name="T3" fmla="*/ 55 h 62"/>
                <a:gd name="T4" fmla="*/ 1 w 149"/>
                <a:gd name="T5" fmla="*/ 32 h 62"/>
                <a:gd name="T6" fmla="*/ 67 w 149"/>
                <a:gd name="T7" fmla="*/ 2 h 62"/>
                <a:gd name="T8" fmla="*/ 136 w 149"/>
                <a:gd name="T9" fmla="*/ 2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62">
                  <a:moveTo>
                    <a:pt x="148" y="28"/>
                  </a:moveTo>
                  <a:cubicBezTo>
                    <a:pt x="149" y="44"/>
                    <a:pt x="116" y="59"/>
                    <a:pt x="76" y="61"/>
                  </a:cubicBezTo>
                  <a:cubicBezTo>
                    <a:pt x="35" y="62"/>
                    <a:pt x="1" y="51"/>
                    <a:pt x="1" y="35"/>
                  </a:cubicBezTo>
                  <a:cubicBezTo>
                    <a:pt x="0" y="19"/>
                    <a:pt x="32" y="4"/>
                    <a:pt x="73" y="2"/>
                  </a:cubicBezTo>
                  <a:cubicBezTo>
                    <a:pt x="114" y="0"/>
                    <a:pt x="147" y="12"/>
                    <a:pt x="148" y="28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361">
              <a:extLst>
                <a:ext uri="{FF2B5EF4-FFF2-40B4-BE49-F238E27FC236}">
                  <a16:creationId xmlns:a16="http://schemas.microsoft.com/office/drawing/2014/main" id="{908C67A4-D010-45B4-9756-0E5C4B0D5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089"/>
              <a:ext cx="202" cy="128"/>
            </a:xfrm>
            <a:custGeom>
              <a:avLst/>
              <a:gdLst>
                <a:gd name="T0" fmla="*/ 177 w 208"/>
                <a:gd name="T1" fmla="*/ 17 h 132"/>
                <a:gd name="T2" fmla="*/ 110 w 208"/>
                <a:gd name="T3" fmla="*/ 99 h 132"/>
                <a:gd name="T4" fmla="*/ 7 w 208"/>
                <a:gd name="T5" fmla="*/ 81 h 132"/>
                <a:gd name="T6" fmla="*/ 80 w 208"/>
                <a:gd name="T7" fmla="*/ 16 h 132"/>
                <a:gd name="T8" fmla="*/ 177 w 208"/>
                <a:gd name="T9" fmla="*/ 17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132">
                  <a:moveTo>
                    <a:pt x="193" y="20"/>
                  </a:moveTo>
                  <a:cubicBezTo>
                    <a:pt x="208" y="61"/>
                    <a:pt x="171" y="89"/>
                    <a:pt x="119" y="108"/>
                  </a:cubicBezTo>
                  <a:cubicBezTo>
                    <a:pt x="68" y="127"/>
                    <a:pt x="23" y="132"/>
                    <a:pt x="7" y="90"/>
                  </a:cubicBezTo>
                  <a:cubicBezTo>
                    <a:pt x="0" y="70"/>
                    <a:pt x="35" y="39"/>
                    <a:pt x="86" y="19"/>
                  </a:cubicBezTo>
                  <a:cubicBezTo>
                    <a:pt x="138" y="0"/>
                    <a:pt x="186" y="2"/>
                    <a:pt x="193" y="20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362">
              <a:extLst>
                <a:ext uri="{FF2B5EF4-FFF2-40B4-BE49-F238E27FC236}">
                  <a16:creationId xmlns:a16="http://schemas.microsoft.com/office/drawing/2014/main" id="{5C31F623-C435-43C2-9CBE-40EB5A608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084"/>
              <a:ext cx="197" cy="117"/>
            </a:xfrm>
            <a:custGeom>
              <a:avLst/>
              <a:gdLst>
                <a:gd name="T0" fmla="*/ 177 w 203"/>
                <a:gd name="T1" fmla="*/ 22 h 120"/>
                <a:gd name="T2" fmla="*/ 108 w 203"/>
                <a:gd name="T3" fmla="*/ 94 h 120"/>
                <a:gd name="T4" fmla="*/ 8 w 203"/>
                <a:gd name="T5" fmla="*/ 89 h 120"/>
                <a:gd name="T6" fmla="*/ 79 w 203"/>
                <a:gd name="T7" fmla="*/ 19 h 120"/>
                <a:gd name="T8" fmla="*/ 177 w 203"/>
                <a:gd name="T9" fmla="*/ 22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120">
                  <a:moveTo>
                    <a:pt x="194" y="25"/>
                  </a:moveTo>
                  <a:cubicBezTo>
                    <a:pt x="203" y="48"/>
                    <a:pt x="168" y="82"/>
                    <a:pt x="117" y="101"/>
                  </a:cubicBezTo>
                  <a:cubicBezTo>
                    <a:pt x="65" y="120"/>
                    <a:pt x="17" y="117"/>
                    <a:pt x="8" y="95"/>
                  </a:cubicBezTo>
                  <a:cubicBezTo>
                    <a:pt x="0" y="72"/>
                    <a:pt x="35" y="38"/>
                    <a:pt x="86" y="19"/>
                  </a:cubicBezTo>
                  <a:cubicBezTo>
                    <a:pt x="137" y="0"/>
                    <a:pt x="186" y="3"/>
                    <a:pt x="194" y="25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363">
              <a:extLst>
                <a:ext uri="{FF2B5EF4-FFF2-40B4-BE49-F238E27FC236}">
                  <a16:creationId xmlns:a16="http://schemas.microsoft.com/office/drawing/2014/main" id="{34F5CCBB-FC74-47CA-B379-30EF7094C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3101"/>
              <a:ext cx="147" cy="83"/>
            </a:xfrm>
            <a:custGeom>
              <a:avLst/>
              <a:gdLst>
                <a:gd name="T0" fmla="*/ 133 w 151"/>
                <a:gd name="T1" fmla="*/ 14 h 86"/>
                <a:gd name="T2" fmla="*/ 81 w 151"/>
                <a:gd name="T3" fmla="*/ 65 h 86"/>
                <a:gd name="T4" fmla="*/ 6 w 151"/>
                <a:gd name="T5" fmla="*/ 63 h 86"/>
                <a:gd name="T6" fmla="*/ 59 w 151"/>
                <a:gd name="T7" fmla="*/ 14 h 86"/>
                <a:gd name="T8" fmla="*/ 133 w 151"/>
                <a:gd name="T9" fmla="*/ 1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86">
                  <a:moveTo>
                    <a:pt x="145" y="17"/>
                  </a:moveTo>
                  <a:cubicBezTo>
                    <a:pt x="151" y="33"/>
                    <a:pt x="125" y="57"/>
                    <a:pt x="87" y="72"/>
                  </a:cubicBezTo>
                  <a:cubicBezTo>
                    <a:pt x="48" y="86"/>
                    <a:pt x="12" y="85"/>
                    <a:pt x="6" y="69"/>
                  </a:cubicBezTo>
                  <a:cubicBezTo>
                    <a:pt x="0" y="53"/>
                    <a:pt x="27" y="28"/>
                    <a:pt x="65" y="14"/>
                  </a:cubicBezTo>
                  <a:cubicBezTo>
                    <a:pt x="104" y="0"/>
                    <a:pt x="139" y="1"/>
                    <a:pt x="145" y="17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364">
              <a:extLst>
                <a:ext uri="{FF2B5EF4-FFF2-40B4-BE49-F238E27FC236}">
                  <a16:creationId xmlns:a16="http://schemas.microsoft.com/office/drawing/2014/main" id="{52D463B1-2A87-442C-802B-843956406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110"/>
              <a:ext cx="111" cy="62"/>
            </a:xfrm>
            <a:custGeom>
              <a:avLst/>
              <a:gdLst>
                <a:gd name="T0" fmla="*/ 99 w 115"/>
                <a:gd name="T1" fmla="*/ 12 h 64"/>
                <a:gd name="T2" fmla="*/ 59 w 115"/>
                <a:gd name="T3" fmla="*/ 47 h 64"/>
                <a:gd name="T4" fmla="*/ 4 w 115"/>
                <a:gd name="T5" fmla="*/ 47 h 64"/>
                <a:gd name="T6" fmla="*/ 44 w 115"/>
                <a:gd name="T7" fmla="*/ 11 h 64"/>
                <a:gd name="T8" fmla="*/ 99 w 115"/>
                <a:gd name="T9" fmla="*/ 1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4">
                  <a:moveTo>
                    <a:pt x="111" y="12"/>
                  </a:moveTo>
                  <a:cubicBezTo>
                    <a:pt x="115" y="24"/>
                    <a:pt x="95" y="42"/>
                    <a:pt x="65" y="53"/>
                  </a:cubicBezTo>
                  <a:cubicBezTo>
                    <a:pt x="36" y="64"/>
                    <a:pt x="8" y="64"/>
                    <a:pt x="4" y="52"/>
                  </a:cubicBezTo>
                  <a:cubicBezTo>
                    <a:pt x="0" y="40"/>
                    <a:pt x="20" y="22"/>
                    <a:pt x="50" y="11"/>
                  </a:cubicBezTo>
                  <a:cubicBezTo>
                    <a:pt x="79" y="0"/>
                    <a:pt x="107" y="0"/>
                    <a:pt x="111" y="12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365">
              <a:extLst>
                <a:ext uri="{FF2B5EF4-FFF2-40B4-BE49-F238E27FC236}">
                  <a16:creationId xmlns:a16="http://schemas.microsoft.com/office/drawing/2014/main" id="{CC49CCEA-2938-4700-847D-D7B9CDFC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033"/>
              <a:ext cx="318" cy="188"/>
            </a:xfrm>
            <a:custGeom>
              <a:avLst/>
              <a:gdLst>
                <a:gd name="T0" fmla="*/ 281 w 328"/>
                <a:gd name="T1" fmla="*/ 34 h 194"/>
                <a:gd name="T2" fmla="*/ 167 w 328"/>
                <a:gd name="T3" fmla="*/ 152 h 194"/>
                <a:gd name="T4" fmla="*/ 9 w 328"/>
                <a:gd name="T5" fmla="*/ 115 h 194"/>
                <a:gd name="T6" fmla="*/ 129 w 328"/>
                <a:gd name="T7" fmla="*/ 21 h 194"/>
                <a:gd name="T8" fmla="*/ 281 w 328"/>
                <a:gd name="T9" fmla="*/ 34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194">
                  <a:moveTo>
                    <a:pt x="308" y="37"/>
                  </a:moveTo>
                  <a:cubicBezTo>
                    <a:pt x="328" y="102"/>
                    <a:pt x="266" y="142"/>
                    <a:pt x="183" y="167"/>
                  </a:cubicBezTo>
                  <a:cubicBezTo>
                    <a:pt x="100" y="191"/>
                    <a:pt x="29" y="194"/>
                    <a:pt x="9" y="127"/>
                  </a:cubicBezTo>
                  <a:cubicBezTo>
                    <a:pt x="0" y="95"/>
                    <a:pt x="58" y="49"/>
                    <a:pt x="141" y="24"/>
                  </a:cubicBezTo>
                  <a:cubicBezTo>
                    <a:pt x="224" y="0"/>
                    <a:pt x="299" y="7"/>
                    <a:pt x="308" y="37"/>
                  </a:cubicBezTo>
                  <a:close/>
                </a:path>
              </a:pathLst>
            </a:custGeom>
            <a:solidFill>
              <a:srgbClr val="4B8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366">
              <a:extLst>
                <a:ext uri="{FF2B5EF4-FFF2-40B4-BE49-F238E27FC236}">
                  <a16:creationId xmlns:a16="http://schemas.microsoft.com/office/drawing/2014/main" id="{D6518CAE-BDE6-473D-A6BC-5ADFF404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024"/>
              <a:ext cx="311" cy="176"/>
            </a:xfrm>
            <a:custGeom>
              <a:avLst/>
              <a:gdLst>
                <a:gd name="T0" fmla="*/ 282 w 321"/>
                <a:gd name="T1" fmla="*/ 43 h 181"/>
                <a:gd name="T2" fmla="*/ 165 w 321"/>
                <a:gd name="T3" fmla="*/ 145 h 181"/>
                <a:gd name="T4" fmla="*/ 11 w 321"/>
                <a:gd name="T5" fmla="*/ 124 h 181"/>
                <a:gd name="T6" fmla="*/ 129 w 321"/>
                <a:gd name="T7" fmla="*/ 22 h 181"/>
                <a:gd name="T8" fmla="*/ 282 w 321"/>
                <a:gd name="T9" fmla="*/ 43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1" h="181">
                  <a:moveTo>
                    <a:pt x="310" y="46"/>
                  </a:moveTo>
                  <a:cubicBezTo>
                    <a:pt x="321" y="83"/>
                    <a:pt x="263" y="132"/>
                    <a:pt x="181" y="157"/>
                  </a:cubicBezTo>
                  <a:cubicBezTo>
                    <a:pt x="98" y="181"/>
                    <a:pt x="22" y="172"/>
                    <a:pt x="11" y="136"/>
                  </a:cubicBezTo>
                  <a:cubicBezTo>
                    <a:pt x="0" y="99"/>
                    <a:pt x="59" y="50"/>
                    <a:pt x="141" y="25"/>
                  </a:cubicBezTo>
                  <a:cubicBezTo>
                    <a:pt x="224" y="0"/>
                    <a:pt x="300" y="10"/>
                    <a:pt x="310" y="46"/>
                  </a:cubicBezTo>
                  <a:close/>
                </a:path>
              </a:pathLst>
            </a:custGeom>
            <a:solidFill>
              <a:srgbClr val="93C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367">
              <a:extLst>
                <a:ext uri="{FF2B5EF4-FFF2-40B4-BE49-F238E27FC236}">
                  <a16:creationId xmlns:a16="http://schemas.microsoft.com/office/drawing/2014/main" id="{CB4E5686-AEE7-4350-962E-CCE1A208C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095"/>
              <a:ext cx="13" cy="7"/>
            </a:xfrm>
            <a:custGeom>
              <a:avLst/>
              <a:gdLst>
                <a:gd name="T0" fmla="*/ 11 w 14"/>
                <a:gd name="T1" fmla="*/ 5 h 7"/>
                <a:gd name="T2" fmla="*/ 0 w 14"/>
                <a:gd name="T3" fmla="*/ 4 h 7"/>
                <a:gd name="T4" fmla="*/ 7 w 14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4" y="5"/>
                  </a:moveTo>
                  <a:cubicBezTo>
                    <a:pt x="10" y="3"/>
                    <a:pt x="4" y="0"/>
                    <a:pt x="0" y="4"/>
                  </a:cubicBezTo>
                  <a:cubicBezTo>
                    <a:pt x="2" y="6"/>
                    <a:pt x="8" y="7"/>
                    <a:pt x="10" y="5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368">
              <a:extLst>
                <a:ext uri="{FF2B5EF4-FFF2-40B4-BE49-F238E27FC236}">
                  <a16:creationId xmlns:a16="http://schemas.microsoft.com/office/drawing/2014/main" id="{A32EBD03-1A48-41E8-BDE2-FC080F894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118"/>
              <a:ext cx="16" cy="9"/>
            </a:xfrm>
            <a:custGeom>
              <a:avLst/>
              <a:gdLst>
                <a:gd name="T0" fmla="*/ 16 w 16"/>
                <a:gd name="T1" fmla="*/ 1 h 9"/>
                <a:gd name="T2" fmla="*/ 0 w 16"/>
                <a:gd name="T3" fmla="*/ 5 h 9"/>
                <a:gd name="T4" fmla="*/ 10 w 16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1"/>
                  </a:moveTo>
                  <a:cubicBezTo>
                    <a:pt x="12" y="2"/>
                    <a:pt x="0" y="0"/>
                    <a:pt x="0" y="5"/>
                  </a:cubicBezTo>
                  <a:cubicBezTo>
                    <a:pt x="0" y="9"/>
                    <a:pt x="9" y="1"/>
                    <a:pt x="10" y="1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369">
              <a:extLst>
                <a:ext uri="{FF2B5EF4-FFF2-40B4-BE49-F238E27FC236}">
                  <a16:creationId xmlns:a16="http://schemas.microsoft.com/office/drawing/2014/main" id="{623DC278-1A09-400B-BBCD-8B54F7512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3110"/>
              <a:ext cx="14" cy="3"/>
            </a:xfrm>
            <a:custGeom>
              <a:avLst/>
              <a:gdLst>
                <a:gd name="T0" fmla="*/ 14 w 14"/>
                <a:gd name="T1" fmla="*/ 2 h 4"/>
                <a:gd name="T2" fmla="*/ 0 w 14"/>
                <a:gd name="T3" fmla="*/ 2 h 4"/>
                <a:gd name="T4" fmla="*/ 8 w 14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14" y="2"/>
                  </a:moveTo>
                  <a:cubicBezTo>
                    <a:pt x="12" y="0"/>
                    <a:pt x="2" y="2"/>
                    <a:pt x="0" y="4"/>
                  </a:cubicBezTo>
                  <a:cubicBezTo>
                    <a:pt x="3" y="4"/>
                    <a:pt x="6" y="3"/>
                    <a:pt x="8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370">
              <a:extLst>
                <a:ext uri="{FF2B5EF4-FFF2-40B4-BE49-F238E27FC236}">
                  <a16:creationId xmlns:a16="http://schemas.microsoft.com/office/drawing/2014/main" id="{2EB0751A-EB60-43A3-8AFF-A608592B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107"/>
              <a:ext cx="13" cy="6"/>
            </a:xfrm>
            <a:custGeom>
              <a:avLst/>
              <a:gdLst>
                <a:gd name="T0" fmla="*/ 8 w 13"/>
                <a:gd name="T1" fmla="*/ 2 h 7"/>
                <a:gd name="T2" fmla="*/ 2 w 13"/>
                <a:gd name="T3" fmla="*/ 3 h 7"/>
                <a:gd name="T4" fmla="*/ 13 w 13"/>
                <a:gd name="T5" fmla="*/ 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8" y="2"/>
                  </a:moveTo>
                  <a:cubicBezTo>
                    <a:pt x="7" y="0"/>
                    <a:pt x="0" y="1"/>
                    <a:pt x="2" y="4"/>
                  </a:cubicBezTo>
                  <a:cubicBezTo>
                    <a:pt x="4" y="7"/>
                    <a:pt x="11" y="3"/>
                    <a:pt x="13" y="3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371">
              <a:extLst>
                <a:ext uri="{FF2B5EF4-FFF2-40B4-BE49-F238E27FC236}">
                  <a16:creationId xmlns:a16="http://schemas.microsoft.com/office/drawing/2014/main" id="{D8516F3F-4D7B-4586-916D-8EEDCF53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86"/>
              <a:ext cx="9" cy="8"/>
            </a:xfrm>
            <a:custGeom>
              <a:avLst/>
              <a:gdLst>
                <a:gd name="T0" fmla="*/ 7 w 9"/>
                <a:gd name="T1" fmla="*/ 8 h 8"/>
                <a:gd name="T2" fmla="*/ 0 w 9"/>
                <a:gd name="T3" fmla="*/ 0 h 8"/>
                <a:gd name="T4" fmla="*/ 9 w 9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8"/>
                  </a:moveTo>
                  <a:cubicBezTo>
                    <a:pt x="7" y="4"/>
                    <a:pt x="3" y="2"/>
                    <a:pt x="0" y="0"/>
                  </a:cubicBezTo>
                  <a:cubicBezTo>
                    <a:pt x="2" y="2"/>
                    <a:pt x="6" y="4"/>
                    <a:pt x="9" y="6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372">
              <a:extLst>
                <a:ext uri="{FF2B5EF4-FFF2-40B4-BE49-F238E27FC236}">
                  <a16:creationId xmlns:a16="http://schemas.microsoft.com/office/drawing/2014/main" id="{7F532303-E847-4394-ADF8-46EDC9D6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135"/>
              <a:ext cx="12" cy="7"/>
            </a:xfrm>
            <a:custGeom>
              <a:avLst/>
              <a:gdLst>
                <a:gd name="T0" fmla="*/ 11 w 12"/>
                <a:gd name="T1" fmla="*/ 3 h 7"/>
                <a:gd name="T2" fmla="*/ 0 w 12"/>
                <a:gd name="T3" fmla="*/ 7 h 7"/>
                <a:gd name="T4" fmla="*/ 12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1" y="3"/>
                  </a:moveTo>
                  <a:cubicBezTo>
                    <a:pt x="7" y="2"/>
                    <a:pt x="3" y="4"/>
                    <a:pt x="0" y="7"/>
                  </a:cubicBezTo>
                  <a:cubicBezTo>
                    <a:pt x="4" y="6"/>
                    <a:pt x="8" y="2"/>
                    <a:pt x="12" y="0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373">
              <a:extLst>
                <a:ext uri="{FF2B5EF4-FFF2-40B4-BE49-F238E27FC236}">
                  <a16:creationId xmlns:a16="http://schemas.microsoft.com/office/drawing/2014/main" id="{D2751160-BF3E-41F5-B39A-3C02D195F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129"/>
              <a:ext cx="8" cy="7"/>
            </a:xfrm>
            <a:custGeom>
              <a:avLst/>
              <a:gdLst>
                <a:gd name="T0" fmla="*/ 6 w 9"/>
                <a:gd name="T1" fmla="*/ 2 h 7"/>
                <a:gd name="T2" fmla="*/ 0 w 9"/>
                <a:gd name="T3" fmla="*/ 4 h 7"/>
                <a:gd name="T4" fmla="*/ 5 w 9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2"/>
                  </a:moveTo>
                  <a:cubicBezTo>
                    <a:pt x="8" y="0"/>
                    <a:pt x="1" y="1"/>
                    <a:pt x="0" y="4"/>
                  </a:cubicBezTo>
                  <a:cubicBezTo>
                    <a:pt x="3" y="7"/>
                    <a:pt x="6" y="3"/>
                    <a:pt x="8" y="1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374">
              <a:extLst>
                <a:ext uri="{FF2B5EF4-FFF2-40B4-BE49-F238E27FC236}">
                  <a16:creationId xmlns:a16="http://schemas.microsoft.com/office/drawing/2014/main" id="{F4C3F102-9A4A-4DAF-9C24-C91FE033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146"/>
              <a:ext cx="9" cy="12"/>
            </a:xfrm>
            <a:custGeom>
              <a:avLst/>
              <a:gdLst>
                <a:gd name="T0" fmla="*/ 9 w 9"/>
                <a:gd name="T1" fmla="*/ 0 h 12"/>
                <a:gd name="T2" fmla="*/ 0 w 9"/>
                <a:gd name="T3" fmla="*/ 5 h 12"/>
                <a:gd name="T4" fmla="*/ 8 w 9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0"/>
                    <a:pt x="0" y="0"/>
                    <a:pt x="0" y="5"/>
                  </a:cubicBezTo>
                  <a:cubicBezTo>
                    <a:pt x="0" y="12"/>
                    <a:pt x="7" y="4"/>
                    <a:pt x="8" y="1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375">
              <a:extLst>
                <a:ext uri="{FF2B5EF4-FFF2-40B4-BE49-F238E27FC236}">
                  <a16:creationId xmlns:a16="http://schemas.microsoft.com/office/drawing/2014/main" id="{24A5F9C4-F066-4A70-95DD-13F81434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133"/>
              <a:ext cx="10" cy="9"/>
            </a:xfrm>
            <a:custGeom>
              <a:avLst/>
              <a:gdLst>
                <a:gd name="T0" fmla="*/ 10 w 10"/>
                <a:gd name="T1" fmla="*/ 4 h 9"/>
                <a:gd name="T2" fmla="*/ 9 w 10"/>
                <a:gd name="T3" fmla="*/ 2 h 9"/>
                <a:gd name="T4" fmla="*/ 0 w 10"/>
                <a:gd name="T5" fmla="*/ 9 h 9"/>
                <a:gd name="T6" fmla="*/ 8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0" y="4"/>
                  </a:moveTo>
                  <a:cubicBezTo>
                    <a:pt x="10" y="4"/>
                    <a:pt x="10" y="3"/>
                    <a:pt x="9" y="2"/>
                  </a:cubicBezTo>
                  <a:cubicBezTo>
                    <a:pt x="6" y="2"/>
                    <a:pt x="1" y="6"/>
                    <a:pt x="0" y="9"/>
                  </a:cubicBezTo>
                  <a:cubicBezTo>
                    <a:pt x="4" y="8"/>
                    <a:pt x="7" y="3"/>
                    <a:pt x="8" y="0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376">
              <a:extLst>
                <a:ext uri="{FF2B5EF4-FFF2-40B4-BE49-F238E27FC236}">
                  <a16:creationId xmlns:a16="http://schemas.microsoft.com/office/drawing/2014/main" id="{4EA06BE9-B97A-4570-BAE1-309353D7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121"/>
              <a:ext cx="9" cy="9"/>
            </a:xfrm>
            <a:custGeom>
              <a:avLst/>
              <a:gdLst>
                <a:gd name="T0" fmla="*/ 9 w 9"/>
                <a:gd name="T1" fmla="*/ 3 h 9"/>
                <a:gd name="T2" fmla="*/ 0 w 9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7" y="0"/>
                    <a:pt x="0" y="8"/>
                    <a:pt x="0" y="9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377">
              <a:extLst>
                <a:ext uri="{FF2B5EF4-FFF2-40B4-BE49-F238E27FC236}">
                  <a16:creationId xmlns:a16="http://schemas.microsoft.com/office/drawing/2014/main" id="{88317D8E-DAF3-44F0-B42D-17C499E11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073"/>
              <a:ext cx="6" cy="10"/>
            </a:xfrm>
            <a:custGeom>
              <a:avLst/>
              <a:gdLst>
                <a:gd name="T0" fmla="*/ 2 w 6"/>
                <a:gd name="T1" fmla="*/ 8 h 11"/>
                <a:gd name="T2" fmla="*/ 1 w 6"/>
                <a:gd name="T3" fmla="*/ 0 h 11"/>
                <a:gd name="T4" fmla="*/ 0 w 6"/>
                <a:gd name="T5" fmla="*/ 1 h 11"/>
                <a:gd name="T6" fmla="*/ 4 w 6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2" y="11"/>
                  </a:moveTo>
                  <a:cubicBezTo>
                    <a:pt x="6" y="10"/>
                    <a:pt x="3" y="2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4"/>
                    <a:pt x="1" y="8"/>
                    <a:pt x="4" y="11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378">
              <a:extLst>
                <a:ext uri="{FF2B5EF4-FFF2-40B4-BE49-F238E27FC236}">
                  <a16:creationId xmlns:a16="http://schemas.microsoft.com/office/drawing/2014/main" id="{755D0E69-A25F-4AF0-A850-42F26CC3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3" cy="8"/>
            </a:xfrm>
            <a:custGeom>
              <a:avLst/>
              <a:gdLst>
                <a:gd name="T0" fmla="*/ 0 w 3"/>
                <a:gd name="T1" fmla="*/ 6 h 9"/>
                <a:gd name="T2" fmla="*/ 2 w 3"/>
                <a:gd name="T3" fmla="*/ 6 h 9"/>
                <a:gd name="T4" fmla="*/ 1 w 3"/>
                <a:gd name="T5" fmla="*/ 0 h 9"/>
                <a:gd name="T6" fmla="*/ 0 w 3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9"/>
                    <a:pt x="1" y="9"/>
                    <a:pt x="2" y="9"/>
                  </a:cubicBezTo>
                  <a:cubicBezTo>
                    <a:pt x="3" y="6"/>
                    <a:pt x="3" y="3"/>
                    <a:pt x="1" y="0"/>
                  </a:cubicBezTo>
                  <a:cubicBezTo>
                    <a:pt x="0" y="2"/>
                    <a:pt x="0" y="5"/>
                    <a:pt x="0" y="8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379">
              <a:extLst>
                <a:ext uri="{FF2B5EF4-FFF2-40B4-BE49-F238E27FC236}">
                  <a16:creationId xmlns:a16="http://schemas.microsoft.com/office/drawing/2014/main" id="{12429F27-C91D-4F31-8F08-B3AB4403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080"/>
              <a:ext cx="5" cy="7"/>
            </a:xfrm>
            <a:custGeom>
              <a:avLst/>
              <a:gdLst>
                <a:gd name="T0" fmla="*/ 5 w 5"/>
                <a:gd name="T1" fmla="*/ 7 h 7"/>
                <a:gd name="T2" fmla="*/ 0 w 5"/>
                <a:gd name="T3" fmla="*/ 0 h 7"/>
                <a:gd name="T4" fmla="*/ 2 w 5"/>
                <a:gd name="T5" fmla="*/ 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4"/>
                    <a:pt x="3" y="1"/>
                    <a:pt x="0" y="0"/>
                  </a:cubicBez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380">
              <a:extLst>
                <a:ext uri="{FF2B5EF4-FFF2-40B4-BE49-F238E27FC236}">
                  <a16:creationId xmlns:a16="http://schemas.microsoft.com/office/drawing/2014/main" id="{64E81402-F63D-4D74-97C3-7890BE712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099"/>
              <a:ext cx="9" cy="4"/>
            </a:xfrm>
            <a:custGeom>
              <a:avLst/>
              <a:gdLst>
                <a:gd name="T0" fmla="*/ 9 w 9"/>
                <a:gd name="T1" fmla="*/ 2 h 4"/>
                <a:gd name="T2" fmla="*/ 0 w 9"/>
                <a:gd name="T3" fmla="*/ 0 h 4"/>
                <a:gd name="T4" fmla="*/ 5 w 9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2"/>
                  </a:moveTo>
                  <a:cubicBezTo>
                    <a:pt x="7" y="1"/>
                    <a:pt x="3" y="0"/>
                    <a:pt x="0" y="0"/>
                  </a:cubicBez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381">
              <a:extLst>
                <a:ext uri="{FF2B5EF4-FFF2-40B4-BE49-F238E27FC236}">
                  <a16:creationId xmlns:a16="http://schemas.microsoft.com/office/drawing/2014/main" id="{AA2DF2C0-28E6-49B9-8F3E-D91F56132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3117"/>
              <a:ext cx="10" cy="5"/>
            </a:xfrm>
            <a:custGeom>
              <a:avLst/>
              <a:gdLst>
                <a:gd name="T0" fmla="*/ 8 w 11"/>
                <a:gd name="T1" fmla="*/ 2 h 5"/>
                <a:gd name="T2" fmla="*/ 3 w 11"/>
                <a:gd name="T3" fmla="*/ 1 h 5"/>
                <a:gd name="T4" fmla="*/ 7 w 11"/>
                <a:gd name="T5" fmla="*/ 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11" y="2"/>
                  </a:moveTo>
                  <a:cubicBezTo>
                    <a:pt x="10" y="1"/>
                    <a:pt x="5" y="0"/>
                    <a:pt x="3" y="1"/>
                  </a:cubicBezTo>
                  <a:cubicBezTo>
                    <a:pt x="0" y="5"/>
                    <a:pt x="8" y="5"/>
                    <a:pt x="10" y="3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382">
              <a:extLst>
                <a:ext uri="{FF2B5EF4-FFF2-40B4-BE49-F238E27FC236}">
                  <a16:creationId xmlns:a16="http://schemas.microsoft.com/office/drawing/2014/main" id="{9636DC04-CEE8-4882-9214-1BC5347D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3126"/>
              <a:ext cx="9" cy="6"/>
            </a:xfrm>
            <a:custGeom>
              <a:avLst/>
              <a:gdLst>
                <a:gd name="T0" fmla="*/ 8 w 9"/>
                <a:gd name="T1" fmla="*/ 1 h 6"/>
                <a:gd name="T2" fmla="*/ 0 w 9"/>
                <a:gd name="T3" fmla="*/ 4 h 6"/>
                <a:gd name="T4" fmla="*/ 9 w 9"/>
                <a:gd name="T5" fmla="*/ 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8" y="1"/>
                  </a:moveTo>
                  <a:cubicBezTo>
                    <a:pt x="5" y="0"/>
                    <a:pt x="2" y="2"/>
                    <a:pt x="0" y="4"/>
                  </a:cubicBezTo>
                  <a:cubicBezTo>
                    <a:pt x="3" y="6"/>
                    <a:pt x="7" y="5"/>
                    <a:pt x="9" y="4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383">
              <a:extLst>
                <a:ext uri="{FF2B5EF4-FFF2-40B4-BE49-F238E27FC236}">
                  <a16:creationId xmlns:a16="http://schemas.microsoft.com/office/drawing/2014/main" id="{4F697B0A-5E47-47C4-ABF7-F15E4186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144"/>
              <a:ext cx="9" cy="6"/>
            </a:xfrm>
            <a:custGeom>
              <a:avLst/>
              <a:gdLst>
                <a:gd name="T0" fmla="*/ 7 w 9"/>
                <a:gd name="T1" fmla="*/ 2 h 7"/>
                <a:gd name="T2" fmla="*/ 0 w 9"/>
                <a:gd name="T3" fmla="*/ 3 h 7"/>
                <a:gd name="T4" fmla="*/ 9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7" y="2"/>
                  </a:moveTo>
                  <a:cubicBezTo>
                    <a:pt x="5" y="2"/>
                    <a:pt x="2" y="2"/>
                    <a:pt x="0" y="3"/>
                  </a:cubicBezTo>
                  <a:cubicBezTo>
                    <a:pt x="2" y="7"/>
                    <a:pt x="7" y="2"/>
                    <a:pt x="9" y="0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384">
              <a:extLst>
                <a:ext uri="{FF2B5EF4-FFF2-40B4-BE49-F238E27FC236}">
                  <a16:creationId xmlns:a16="http://schemas.microsoft.com/office/drawing/2014/main" id="{8F697DE7-6E01-4353-BAC1-1D5D976BB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3154"/>
              <a:ext cx="6" cy="5"/>
            </a:xfrm>
            <a:custGeom>
              <a:avLst/>
              <a:gdLst>
                <a:gd name="T0" fmla="*/ 4 w 7"/>
                <a:gd name="T1" fmla="*/ 0 h 5"/>
                <a:gd name="T2" fmla="*/ 0 w 7"/>
                <a:gd name="T3" fmla="*/ 5 h 5"/>
                <a:gd name="T4" fmla="*/ 3 w 7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1" y="2"/>
                    <a:pt x="0" y="5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385">
              <a:extLst>
                <a:ext uri="{FF2B5EF4-FFF2-40B4-BE49-F238E27FC236}">
                  <a16:creationId xmlns:a16="http://schemas.microsoft.com/office/drawing/2014/main" id="{24BFFEF2-947E-40DB-8C09-8B7D84AA3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103"/>
              <a:ext cx="8" cy="3"/>
            </a:xfrm>
            <a:custGeom>
              <a:avLst/>
              <a:gdLst>
                <a:gd name="T0" fmla="*/ 6 w 8"/>
                <a:gd name="T1" fmla="*/ 1 h 3"/>
                <a:gd name="T2" fmla="*/ 0 w 8"/>
                <a:gd name="T3" fmla="*/ 1 h 3"/>
                <a:gd name="T4" fmla="*/ 8 w 8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6" y="1"/>
                  </a:moveTo>
                  <a:cubicBezTo>
                    <a:pt x="4" y="2"/>
                    <a:pt x="2" y="0"/>
                    <a:pt x="0" y="1"/>
                  </a:cubicBezTo>
                  <a:cubicBezTo>
                    <a:pt x="2" y="3"/>
                    <a:pt x="5" y="2"/>
                    <a:pt x="8" y="1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386">
              <a:extLst>
                <a:ext uri="{FF2B5EF4-FFF2-40B4-BE49-F238E27FC236}">
                  <a16:creationId xmlns:a16="http://schemas.microsoft.com/office/drawing/2014/main" id="{2DD60B27-410A-496D-A9F7-33D0439AF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089"/>
              <a:ext cx="8" cy="4"/>
            </a:xfrm>
            <a:custGeom>
              <a:avLst/>
              <a:gdLst>
                <a:gd name="T0" fmla="*/ 8 w 8"/>
                <a:gd name="T1" fmla="*/ 4 h 4"/>
                <a:gd name="T2" fmla="*/ 0 w 8"/>
                <a:gd name="T3" fmla="*/ 0 h 4"/>
                <a:gd name="T4" fmla="*/ 4 w 8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5" y="3"/>
                    <a:pt x="3" y="0"/>
                    <a:pt x="0" y="0"/>
                  </a:cubicBezTo>
                  <a:cubicBezTo>
                    <a:pt x="1" y="1"/>
                    <a:pt x="2" y="1"/>
                    <a:pt x="4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387">
              <a:extLst>
                <a:ext uri="{FF2B5EF4-FFF2-40B4-BE49-F238E27FC236}">
                  <a16:creationId xmlns:a16="http://schemas.microsoft.com/office/drawing/2014/main" id="{52C04469-B5AD-462D-B27D-43C6D78C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153"/>
              <a:ext cx="8" cy="7"/>
            </a:xfrm>
            <a:custGeom>
              <a:avLst/>
              <a:gdLst>
                <a:gd name="T0" fmla="*/ 8 w 8"/>
                <a:gd name="T1" fmla="*/ 1 h 7"/>
                <a:gd name="T2" fmla="*/ 0 w 8"/>
                <a:gd name="T3" fmla="*/ 7 h 7"/>
                <a:gd name="T4" fmla="*/ 5 w 8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5" y="0"/>
                    <a:pt x="0" y="3"/>
                    <a:pt x="0" y="7"/>
                  </a:cubicBezTo>
                  <a:cubicBezTo>
                    <a:pt x="3" y="7"/>
                    <a:pt x="5" y="5"/>
                    <a:pt x="5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388">
              <a:extLst>
                <a:ext uri="{FF2B5EF4-FFF2-40B4-BE49-F238E27FC236}">
                  <a16:creationId xmlns:a16="http://schemas.microsoft.com/office/drawing/2014/main" id="{F72C53B0-F802-4DB8-BC6D-CFBDC73A7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148"/>
              <a:ext cx="7" cy="11"/>
            </a:xfrm>
            <a:custGeom>
              <a:avLst/>
              <a:gdLst>
                <a:gd name="T0" fmla="*/ 7 w 7"/>
                <a:gd name="T1" fmla="*/ 0 h 11"/>
                <a:gd name="T2" fmla="*/ 2 w 7"/>
                <a:gd name="T3" fmla="*/ 11 h 11"/>
                <a:gd name="T4" fmla="*/ 6 w 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3" y="1"/>
                    <a:pt x="0" y="8"/>
                    <a:pt x="2" y="11"/>
                  </a:cubicBezTo>
                  <a:cubicBezTo>
                    <a:pt x="6" y="11"/>
                    <a:pt x="5" y="4"/>
                    <a:pt x="6" y="1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389">
              <a:extLst>
                <a:ext uri="{FF2B5EF4-FFF2-40B4-BE49-F238E27FC236}">
                  <a16:creationId xmlns:a16="http://schemas.microsoft.com/office/drawing/2014/main" id="{C83A05D5-D1ED-4CBC-B1D2-65CFF1DA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142"/>
              <a:ext cx="4" cy="10"/>
            </a:xfrm>
            <a:custGeom>
              <a:avLst/>
              <a:gdLst>
                <a:gd name="T0" fmla="*/ 2 w 5"/>
                <a:gd name="T1" fmla="*/ 0 h 11"/>
                <a:gd name="T2" fmla="*/ 2 w 5"/>
                <a:gd name="T3" fmla="*/ 8 h 11"/>
                <a:gd name="T4" fmla="*/ 1 w 5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0" y="3"/>
                    <a:pt x="1" y="9"/>
                    <a:pt x="4" y="11"/>
                  </a:cubicBezTo>
                  <a:cubicBezTo>
                    <a:pt x="5" y="9"/>
                    <a:pt x="4" y="3"/>
                    <a:pt x="1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390">
              <a:extLst>
                <a:ext uri="{FF2B5EF4-FFF2-40B4-BE49-F238E27FC236}">
                  <a16:creationId xmlns:a16="http://schemas.microsoft.com/office/drawing/2014/main" id="{0A09CA0F-B270-4EB1-9801-5B99B185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149"/>
              <a:ext cx="3" cy="11"/>
            </a:xfrm>
            <a:custGeom>
              <a:avLst/>
              <a:gdLst>
                <a:gd name="T0" fmla="*/ 2 w 3"/>
                <a:gd name="T1" fmla="*/ 2 h 11"/>
                <a:gd name="T2" fmla="*/ 2 w 3"/>
                <a:gd name="T3" fmla="*/ 11 h 11"/>
                <a:gd name="T4" fmla="*/ 2 w 3"/>
                <a:gd name="T5" fmla="*/ 0 h 11"/>
                <a:gd name="T6" fmla="*/ 1 w 3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1">
                  <a:moveTo>
                    <a:pt x="2" y="2"/>
                  </a:moveTo>
                  <a:cubicBezTo>
                    <a:pt x="0" y="0"/>
                    <a:pt x="2" y="9"/>
                    <a:pt x="2" y="11"/>
                  </a:cubicBezTo>
                  <a:cubicBezTo>
                    <a:pt x="3" y="7"/>
                    <a:pt x="3" y="3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391">
              <a:extLst>
                <a:ext uri="{FF2B5EF4-FFF2-40B4-BE49-F238E27FC236}">
                  <a16:creationId xmlns:a16="http://schemas.microsoft.com/office/drawing/2014/main" id="{09AFC954-B67A-40DF-8F98-74916507D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134"/>
              <a:ext cx="7" cy="9"/>
            </a:xfrm>
            <a:custGeom>
              <a:avLst/>
              <a:gdLst>
                <a:gd name="T0" fmla="*/ 0 w 7"/>
                <a:gd name="T1" fmla="*/ 0 h 9"/>
                <a:gd name="T2" fmla="*/ 7 w 7"/>
                <a:gd name="T3" fmla="*/ 8 h 9"/>
                <a:gd name="T4" fmla="*/ 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4"/>
                    <a:pt x="4" y="9"/>
                    <a:pt x="7" y="8"/>
                  </a:cubicBezTo>
                  <a:cubicBezTo>
                    <a:pt x="7" y="4"/>
                    <a:pt x="5" y="1"/>
                    <a:pt x="1" y="0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392">
              <a:extLst>
                <a:ext uri="{FF2B5EF4-FFF2-40B4-BE49-F238E27FC236}">
                  <a16:creationId xmlns:a16="http://schemas.microsoft.com/office/drawing/2014/main" id="{ABA8D4C5-EAD4-4611-88F6-BFEA0426A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121"/>
              <a:ext cx="8" cy="6"/>
            </a:xfrm>
            <a:custGeom>
              <a:avLst/>
              <a:gdLst>
                <a:gd name="T0" fmla="*/ 0 w 8"/>
                <a:gd name="T1" fmla="*/ 5 h 6"/>
                <a:gd name="T2" fmla="*/ 8 w 8"/>
                <a:gd name="T3" fmla="*/ 5 h 6"/>
                <a:gd name="T4" fmla="*/ 1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3"/>
                    <a:pt x="5" y="6"/>
                    <a:pt x="8" y="5"/>
                  </a:cubicBezTo>
                  <a:cubicBezTo>
                    <a:pt x="7" y="2"/>
                    <a:pt x="4" y="1"/>
                    <a:pt x="1" y="0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393">
              <a:extLst>
                <a:ext uri="{FF2B5EF4-FFF2-40B4-BE49-F238E27FC236}">
                  <a16:creationId xmlns:a16="http://schemas.microsoft.com/office/drawing/2014/main" id="{096C2393-8B1A-486B-A161-ACDC13DC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110"/>
              <a:ext cx="8" cy="7"/>
            </a:xfrm>
            <a:custGeom>
              <a:avLst/>
              <a:gdLst>
                <a:gd name="T0" fmla="*/ 0 w 8"/>
                <a:gd name="T1" fmla="*/ 4 h 8"/>
                <a:gd name="T2" fmla="*/ 0 w 8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8" y="8"/>
                    <a:pt x="8" y="0"/>
                    <a:pt x="0" y="4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394">
              <a:extLst>
                <a:ext uri="{FF2B5EF4-FFF2-40B4-BE49-F238E27FC236}">
                  <a16:creationId xmlns:a16="http://schemas.microsoft.com/office/drawing/2014/main" id="{9BF07EF5-10C7-4674-BFFD-C0D096BC3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3093"/>
              <a:ext cx="13" cy="7"/>
            </a:xfrm>
            <a:custGeom>
              <a:avLst/>
              <a:gdLst>
                <a:gd name="T0" fmla="*/ 0 w 13"/>
                <a:gd name="T1" fmla="*/ 7 h 7"/>
                <a:gd name="T2" fmla="*/ 13 w 13"/>
                <a:gd name="T3" fmla="*/ 0 h 7"/>
                <a:gd name="T4" fmla="*/ 4 w 13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4" y="6"/>
                    <a:pt x="13" y="5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395">
              <a:extLst>
                <a:ext uri="{FF2B5EF4-FFF2-40B4-BE49-F238E27FC236}">
                  <a16:creationId xmlns:a16="http://schemas.microsoft.com/office/drawing/2014/main" id="{A78CEA4A-CD70-4A6C-B6CC-E72FD900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85"/>
              <a:ext cx="9" cy="5"/>
            </a:xfrm>
            <a:custGeom>
              <a:avLst/>
              <a:gdLst>
                <a:gd name="T0" fmla="*/ 0 w 9"/>
                <a:gd name="T1" fmla="*/ 4 h 5"/>
                <a:gd name="T2" fmla="*/ 9 w 9"/>
                <a:gd name="T3" fmla="*/ 1 h 5"/>
                <a:gd name="T4" fmla="*/ 2 w 9"/>
                <a:gd name="T5" fmla="*/ 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3" y="5"/>
                    <a:pt x="7" y="4"/>
                    <a:pt x="9" y="1"/>
                  </a:cubicBezTo>
                  <a:cubicBezTo>
                    <a:pt x="6" y="0"/>
                    <a:pt x="4" y="2"/>
                    <a:pt x="2" y="3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396">
              <a:extLst>
                <a:ext uri="{FF2B5EF4-FFF2-40B4-BE49-F238E27FC236}">
                  <a16:creationId xmlns:a16="http://schemas.microsoft.com/office/drawing/2014/main" id="{232308C8-DB8F-4CFC-B85E-76071E5A4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70"/>
              <a:ext cx="5" cy="8"/>
            </a:xfrm>
            <a:custGeom>
              <a:avLst/>
              <a:gdLst>
                <a:gd name="T0" fmla="*/ 1 w 6"/>
                <a:gd name="T1" fmla="*/ 5 h 8"/>
                <a:gd name="T2" fmla="*/ 3 w 6"/>
                <a:gd name="T3" fmla="*/ 0 h 8"/>
                <a:gd name="T4" fmla="*/ 0 w 6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5"/>
                  </a:moveTo>
                  <a:cubicBezTo>
                    <a:pt x="4" y="8"/>
                    <a:pt x="5" y="2"/>
                    <a:pt x="6" y="0"/>
                  </a:cubicBezTo>
                  <a:cubicBezTo>
                    <a:pt x="3" y="1"/>
                    <a:pt x="2" y="3"/>
                    <a:pt x="0" y="5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397">
              <a:extLst>
                <a:ext uri="{FF2B5EF4-FFF2-40B4-BE49-F238E27FC236}">
                  <a16:creationId xmlns:a16="http://schemas.microsoft.com/office/drawing/2014/main" id="{2027FF24-88EA-4491-A540-D90B3338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063"/>
              <a:ext cx="7" cy="8"/>
            </a:xfrm>
            <a:custGeom>
              <a:avLst/>
              <a:gdLst>
                <a:gd name="T0" fmla="*/ 0 w 7"/>
                <a:gd name="T1" fmla="*/ 6 h 8"/>
                <a:gd name="T2" fmla="*/ 6 w 7"/>
                <a:gd name="T3" fmla="*/ 0 h 8"/>
                <a:gd name="T4" fmla="*/ 3 w 7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4" y="8"/>
                    <a:pt x="7" y="4"/>
                    <a:pt x="6" y="0"/>
                  </a:cubicBezTo>
                  <a:cubicBezTo>
                    <a:pt x="4" y="0"/>
                    <a:pt x="3" y="3"/>
                    <a:pt x="3" y="6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398">
              <a:extLst>
                <a:ext uri="{FF2B5EF4-FFF2-40B4-BE49-F238E27FC236}">
                  <a16:creationId xmlns:a16="http://schemas.microsoft.com/office/drawing/2014/main" id="{EB48F234-88ED-4FF8-B9BA-9C626CC46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068"/>
              <a:ext cx="7" cy="7"/>
            </a:xfrm>
            <a:custGeom>
              <a:avLst/>
              <a:gdLst>
                <a:gd name="T0" fmla="*/ 2 w 8"/>
                <a:gd name="T1" fmla="*/ 6 h 7"/>
                <a:gd name="T2" fmla="*/ 1 w 8"/>
                <a:gd name="T3" fmla="*/ 7 h 7"/>
                <a:gd name="T4" fmla="*/ 5 w 8"/>
                <a:gd name="T5" fmla="*/ 2 h 7"/>
                <a:gd name="T6" fmla="*/ 0 w 8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1" y="7"/>
                    <a:pt x="0" y="6"/>
                    <a:pt x="1" y="7"/>
                  </a:cubicBezTo>
                  <a:cubicBezTo>
                    <a:pt x="5" y="7"/>
                    <a:pt x="8" y="5"/>
                    <a:pt x="8" y="2"/>
                  </a:cubicBezTo>
                  <a:cubicBezTo>
                    <a:pt x="4" y="0"/>
                    <a:pt x="1" y="4"/>
                    <a:pt x="0" y="7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399">
              <a:extLst>
                <a:ext uri="{FF2B5EF4-FFF2-40B4-BE49-F238E27FC236}">
                  <a16:creationId xmlns:a16="http://schemas.microsoft.com/office/drawing/2014/main" id="{DB138342-07C1-4CD9-ABBC-BBBF5D7D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057"/>
              <a:ext cx="5" cy="2"/>
            </a:xfrm>
            <a:custGeom>
              <a:avLst/>
              <a:gdLst>
                <a:gd name="T0" fmla="*/ 5 w 5"/>
                <a:gd name="T1" fmla="*/ 2 h 2"/>
                <a:gd name="T2" fmla="*/ 1 w 5"/>
                <a:gd name="T3" fmla="*/ 0 h 2"/>
                <a:gd name="T4" fmla="*/ 1 w 5"/>
                <a:gd name="T5" fmla="*/ 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0"/>
                    <a:pt x="3" y="0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400">
              <a:extLst>
                <a:ext uri="{FF2B5EF4-FFF2-40B4-BE49-F238E27FC236}">
                  <a16:creationId xmlns:a16="http://schemas.microsoft.com/office/drawing/2014/main" id="{FFD01111-A0CE-482F-9053-E46399A7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078"/>
              <a:ext cx="5" cy="1"/>
            </a:xfrm>
            <a:custGeom>
              <a:avLst/>
              <a:gdLst>
                <a:gd name="T0" fmla="*/ 0 w 5"/>
                <a:gd name="T1" fmla="*/ 1 h 2"/>
                <a:gd name="T2" fmla="*/ 5 w 5"/>
                <a:gd name="T3" fmla="*/ 0 h 2"/>
                <a:gd name="T4" fmla="*/ 0 w 5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5" y="2"/>
                    <a:pt x="5" y="0"/>
                  </a:cubicBez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401">
              <a:extLst>
                <a:ext uri="{FF2B5EF4-FFF2-40B4-BE49-F238E27FC236}">
                  <a16:creationId xmlns:a16="http://schemas.microsoft.com/office/drawing/2014/main" id="{EB364C1D-B5AE-49E5-8360-B250D780C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099"/>
              <a:ext cx="10" cy="4"/>
            </a:xfrm>
            <a:custGeom>
              <a:avLst/>
              <a:gdLst>
                <a:gd name="T0" fmla="*/ 0 w 10"/>
                <a:gd name="T1" fmla="*/ 1 h 4"/>
                <a:gd name="T2" fmla="*/ 10 w 10"/>
                <a:gd name="T3" fmla="*/ 0 h 4"/>
                <a:gd name="T4" fmla="*/ 0 w 10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4"/>
                    <a:pt x="8" y="1"/>
                    <a:pt x="10" y="0"/>
                  </a:cubicBez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402">
              <a:extLst>
                <a:ext uri="{FF2B5EF4-FFF2-40B4-BE49-F238E27FC236}">
                  <a16:creationId xmlns:a16="http://schemas.microsoft.com/office/drawing/2014/main" id="{CA30DE9F-39CC-4E85-A6D2-EAE1C502A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3120"/>
              <a:ext cx="6" cy="5"/>
            </a:xfrm>
            <a:custGeom>
              <a:avLst/>
              <a:gdLst>
                <a:gd name="T0" fmla="*/ 3 w 7"/>
                <a:gd name="T1" fmla="*/ 3 h 5"/>
                <a:gd name="T2" fmla="*/ 3 w 7"/>
                <a:gd name="T3" fmla="*/ 3 h 5"/>
                <a:gd name="T4" fmla="*/ 4 w 7"/>
                <a:gd name="T5" fmla="*/ 5 h 5"/>
                <a:gd name="T6" fmla="*/ 1 w 7"/>
                <a:gd name="T7" fmla="*/ 0 h 5"/>
                <a:gd name="T8" fmla="*/ 1 w 7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4" y="3"/>
                  </a:moveTo>
                  <a:cubicBezTo>
                    <a:pt x="4" y="3"/>
                    <a:pt x="3" y="3"/>
                    <a:pt x="3" y="3"/>
                  </a:cubicBezTo>
                  <a:cubicBezTo>
                    <a:pt x="4" y="4"/>
                    <a:pt x="5" y="5"/>
                    <a:pt x="7" y="5"/>
                  </a:cubicBezTo>
                  <a:cubicBezTo>
                    <a:pt x="7" y="2"/>
                    <a:pt x="4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403">
              <a:extLst>
                <a:ext uri="{FF2B5EF4-FFF2-40B4-BE49-F238E27FC236}">
                  <a16:creationId xmlns:a16="http://schemas.microsoft.com/office/drawing/2014/main" id="{4257184D-DBFD-4D31-9385-9E475E48C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140"/>
              <a:ext cx="2" cy="3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0 w 2"/>
                <a:gd name="T5" fmla="*/ 0 h 3"/>
                <a:gd name="T6" fmla="*/ 0 w 2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D4E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404">
              <a:extLst>
                <a:ext uri="{FF2B5EF4-FFF2-40B4-BE49-F238E27FC236}">
                  <a16:creationId xmlns:a16="http://schemas.microsoft.com/office/drawing/2014/main" id="{915B5CB4-212B-4191-9B6F-A754DA514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094"/>
              <a:ext cx="64" cy="28"/>
            </a:xfrm>
            <a:custGeom>
              <a:avLst/>
              <a:gdLst>
                <a:gd name="T0" fmla="*/ 1 w 66"/>
                <a:gd name="T1" fmla="*/ 21 h 29"/>
                <a:gd name="T2" fmla="*/ 27 w 66"/>
                <a:gd name="T3" fmla="*/ 5 h 29"/>
                <a:gd name="T4" fmla="*/ 59 w 66"/>
                <a:gd name="T5" fmla="*/ 5 h 29"/>
                <a:gd name="T6" fmla="*/ 33 w 66"/>
                <a:gd name="T7" fmla="*/ 21 h 29"/>
                <a:gd name="T8" fmla="*/ 1 w 66"/>
                <a:gd name="T9" fmla="*/ 2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29">
                  <a:moveTo>
                    <a:pt x="1" y="24"/>
                  </a:moveTo>
                  <a:cubicBezTo>
                    <a:pt x="0" y="19"/>
                    <a:pt x="13" y="10"/>
                    <a:pt x="30" y="5"/>
                  </a:cubicBezTo>
                  <a:cubicBezTo>
                    <a:pt x="48" y="0"/>
                    <a:pt x="63" y="0"/>
                    <a:pt x="65" y="5"/>
                  </a:cubicBezTo>
                  <a:cubicBezTo>
                    <a:pt x="66" y="10"/>
                    <a:pt x="53" y="19"/>
                    <a:pt x="36" y="24"/>
                  </a:cubicBezTo>
                  <a:cubicBezTo>
                    <a:pt x="18" y="29"/>
                    <a:pt x="3" y="29"/>
                    <a:pt x="1" y="24"/>
                  </a:cubicBezTo>
                  <a:close/>
                </a:path>
              </a:pathLst>
            </a:custGeom>
            <a:solidFill>
              <a:srgbClr val="A8C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405">
              <a:extLst>
                <a:ext uri="{FF2B5EF4-FFF2-40B4-BE49-F238E27FC236}">
                  <a16:creationId xmlns:a16="http://schemas.microsoft.com/office/drawing/2014/main" id="{282C7A67-E05F-47E8-BE97-2461563AB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857"/>
              <a:ext cx="1606" cy="441"/>
            </a:xfrm>
            <a:custGeom>
              <a:avLst/>
              <a:gdLst>
                <a:gd name="T0" fmla="*/ 16 w 1656"/>
                <a:gd name="T1" fmla="*/ 370 h 455"/>
                <a:gd name="T2" fmla="*/ 233 w 1656"/>
                <a:gd name="T3" fmla="*/ 342 h 455"/>
                <a:gd name="T4" fmla="*/ 1363 w 1656"/>
                <a:gd name="T5" fmla="*/ 65 h 455"/>
                <a:gd name="T6" fmla="*/ 1511 w 1656"/>
                <a:gd name="T7" fmla="*/ 0 h 455"/>
                <a:gd name="T8" fmla="*/ 1462 w 1656"/>
                <a:gd name="T9" fmla="*/ 77 h 455"/>
                <a:gd name="T10" fmla="*/ 111 w 1656"/>
                <a:gd name="T11" fmla="*/ 392 h 455"/>
                <a:gd name="T12" fmla="*/ 16 w 1656"/>
                <a:gd name="T13" fmla="*/ 370 h 4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6" h="455">
                  <a:moveTo>
                    <a:pt x="18" y="407"/>
                  </a:moveTo>
                  <a:cubicBezTo>
                    <a:pt x="18" y="407"/>
                    <a:pt x="59" y="427"/>
                    <a:pt x="255" y="376"/>
                  </a:cubicBezTo>
                  <a:cubicBezTo>
                    <a:pt x="451" y="326"/>
                    <a:pt x="1397" y="91"/>
                    <a:pt x="1494" y="71"/>
                  </a:cubicBezTo>
                  <a:cubicBezTo>
                    <a:pt x="1592" y="52"/>
                    <a:pt x="1656" y="0"/>
                    <a:pt x="1656" y="0"/>
                  </a:cubicBezTo>
                  <a:cubicBezTo>
                    <a:pt x="1656" y="0"/>
                    <a:pt x="1653" y="66"/>
                    <a:pt x="1603" y="85"/>
                  </a:cubicBezTo>
                  <a:cubicBezTo>
                    <a:pt x="1553" y="105"/>
                    <a:pt x="243" y="404"/>
                    <a:pt x="122" y="430"/>
                  </a:cubicBezTo>
                  <a:cubicBezTo>
                    <a:pt x="0" y="455"/>
                    <a:pt x="18" y="407"/>
                    <a:pt x="18" y="407"/>
                  </a:cubicBezTo>
                  <a:close/>
                </a:path>
              </a:pathLst>
            </a:custGeom>
            <a:solidFill>
              <a:srgbClr val="4B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406">
              <a:extLst>
                <a:ext uri="{FF2B5EF4-FFF2-40B4-BE49-F238E27FC236}">
                  <a16:creationId xmlns:a16="http://schemas.microsoft.com/office/drawing/2014/main" id="{869B93C8-F8EA-4596-813A-1602AB7BD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3346"/>
              <a:ext cx="1541" cy="459"/>
            </a:xfrm>
            <a:custGeom>
              <a:avLst/>
              <a:gdLst>
                <a:gd name="T0" fmla="*/ 0 w 1588"/>
                <a:gd name="T1" fmla="*/ 366 h 473"/>
                <a:gd name="T2" fmla="*/ 1421 w 1588"/>
                <a:gd name="T3" fmla="*/ 0 h 473"/>
                <a:gd name="T4" fmla="*/ 1451 w 1588"/>
                <a:gd name="T5" fmla="*/ 47 h 473"/>
                <a:gd name="T6" fmla="*/ 0 w 1588"/>
                <a:gd name="T7" fmla="*/ 366 h 4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8" h="473">
                  <a:moveTo>
                    <a:pt x="0" y="401"/>
                  </a:moveTo>
                  <a:cubicBezTo>
                    <a:pt x="0" y="401"/>
                    <a:pt x="547" y="363"/>
                    <a:pt x="1555" y="0"/>
                  </a:cubicBezTo>
                  <a:cubicBezTo>
                    <a:pt x="1588" y="50"/>
                    <a:pt x="1588" y="50"/>
                    <a:pt x="1588" y="50"/>
                  </a:cubicBezTo>
                  <a:cubicBezTo>
                    <a:pt x="1588" y="50"/>
                    <a:pt x="168" y="473"/>
                    <a:pt x="0" y="401"/>
                  </a:cubicBezTo>
                  <a:close/>
                </a:path>
              </a:pathLst>
            </a:custGeom>
            <a:solidFill>
              <a:srgbClr val="4B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407">
              <a:extLst>
                <a:ext uri="{FF2B5EF4-FFF2-40B4-BE49-F238E27FC236}">
                  <a16:creationId xmlns:a16="http://schemas.microsoft.com/office/drawing/2014/main" id="{E3887EFC-91FE-4A88-BAE8-DCBECE4CF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304"/>
              <a:ext cx="170" cy="619"/>
            </a:xfrm>
            <a:custGeom>
              <a:avLst/>
              <a:gdLst>
                <a:gd name="T0" fmla="*/ 6 w 175"/>
                <a:gd name="T1" fmla="*/ 1 h 638"/>
                <a:gd name="T2" fmla="*/ 54 w 175"/>
                <a:gd name="T3" fmla="*/ 155 h 638"/>
                <a:gd name="T4" fmla="*/ 85 w 175"/>
                <a:gd name="T5" fmla="*/ 285 h 638"/>
                <a:gd name="T6" fmla="*/ 128 w 175"/>
                <a:gd name="T7" fmla="*/ 417 h 638"/>
                <a:gd name="T8" fmla="*/ 132 w 175"/>
                <a:gd name="T9" fmla="*/ 486 h 638"/>
                <a:gd name="T10" fmla="*/ 150 w 175"/>
                <a:gd name="T11" fmla="*/ 581 h 638"/>
                <a:gd name="T12" fmla="*/ 150 w 175"/>
                <a:gd name="T13" fmla="*/ 583 h 638"/>
                <a:gd name="T14" fmla="*/ 152 w 175"/>
                <a:gd name="T15" fmla="*/ 395 h 638"/>
                <a:gd name="T16" fmla="*/ 110 w 175"/>
                <a:gd name="T17" fmla="*/ 249 h 638"/>
                <a:gd name="T18" fmla="*/ 98 w 175"/>
                <a:gd name="T19" fmla="*/ 171 h 638"/>
                <a:gd name="T20" fmla="*/ 60 w 175"/>
                <a:gd name="T21" fmla="*/ 111 h 638"/>
                <a:gd name="T22" fmla="*/ 0 w 175"/>
                <a:gd name="T23" fmla="*/ 0 h 6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5" h="638">
                  <a:moveTo>
                    <a:pt x="6" y="1"/>
                  </a:moveTo>
                  <a:cubicBezTo>
                    <a:pt x="0" y="63"/>
                    <a:pt x="43" y="114"/>
                    <a:pt x="60" y="170"/>
                  </a:cubicBezTo>
                  <a:cubicBezTo>
                    <a:pt x="74" y="216"/>
                    <a:pt x="78" y="266"/>
                    <a:pt x="94" y="312"/>
                  </a:cubicBezTo>
                  <a:cubicBezTo>
                    <a:pt x="110" y="359"/>
                    <a:pt x="131" y="407"/>
                    <a:pt x="140" y="457"/>
                  </a:cubicBezTo>
                  <a:cubicBezTo>
                    <a:pt x="145" y="483"/>
                    <a:pt x="143" y="507"/>
                    <a:pt x="144" y="532"/>
                  </a:cubicBezTo>
                  <a:cubicBezTo>
                    <a:pt x="145" y="548"/>
                    <a:pt x="147" y="630"/>
                    <a:pt x="164" y="636"/>
                  </a:cubicBezTo>
                  <a:cubicBezTo>
                    <a:pt x="164" y="637"/>
                    <a:pt x="164" y="637"/>
                    <a:pt x="164" y="638"/>
                  </a:cubicBezTo>
                  <a:cubicBezTo>
                    <a:pt x="147" y="572"/>
                    <a:pt x="175" y="500"/>
                    <a:pt x="166" y="433"/>
                  </a:cubicBezTo>
                  <a:cubicBezTo>
                    <a:pt x="158" y="377"/>
                    <a:pt x="132" y="328"/>
                    <a:pt x="119" y="273"/>
                  </a:cubicBezTo>
                  <a:cubicBezTo>
                    <a:pt x="113" y="244"/>
                    <a:pt x="114" y="214"/>
                    <a:pt x="107" y="187"/>
                  </a:cubicBezTo>
                  <a:cubicBezTo>
                    <a:pt x="101" y="162"/>
                    <a:pt x="81" y="141"/>
                    <a:pt x="66" y="121"/>
                  </a:cubicBezTo>
                  <a:cubicBezTo>
                    <a:pt x="38" y="82"/>
                    <a:pt x="11" y="46"/>
                    <a:pt x="0" y="0"/>
                  </a:cubicBezTo>
                </a:path>
              </a:pathLst>
            </a:custGeom>
            <a:solidFill>
              <a:srgbClr val="E3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408">
              <a:extLst>
                <a:ext uri="{FF2B5EF4-FFF2-40B4-BE49-F238E27FC236}">
                  <a16:creationId xmlns:a16="http://schemas.microsoft.com/office/drawing/2014/main" id="{C6154E23-3569-44F0-870D-2F4698077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135"/>
              <a:ext cx="1000" cy="212"/>
            </a:xfrm>
            <a:custGeom>
              <a:avLst/>
              <a:gdLst>
                <a:gd name="T0" fmla="*/ 0 w 1031"/>
                <a:gd name="T1" fmla="*/ 176 h 218"/>
                <a:gd name="T2" fmla="*/ 65 w 1031"/>
                <a:gd name="T3" fmla="*/ 172 h 218"/>
                <a:gd name="T4" fmla="*/ 190 w 1031"/>
                <a:gd name="T5" fmla="*/ 155 h 218"/>
                <a:gd name="T6" fmla="*/ 433 w 1031"/>
                <a:gd name="T7" fmla="*/ 110 h 218"/>
                <a:gd name="T8" fmla="*/ 557 w 1031"/>
                <a:gd name="T9" fmla="*/ 86 h 218"/>
                <a:gd name="T10" fmla="*/ 686 w 1031"/>
                <a:gd name="T11" fmla="*/ 33 h 218"/>
                <a:gd name="T12" fmla="*/ 941 w 1031"/>
                <a:gd name="T13" fmla="*/ 9 h 218"/>
                <a:gd name="T14" fmla="*/ 668 w 1031"/>
                <a:gd name="T15" fmla="*/ 88 h 218"/>
                <a:gd name="T16" fmla="*/ 371 w 1031"/>
                <a:gd name="T17" fmla="*/ 167 h 218"/>
                <a:gd name="T18" fmla="*/ 118 w 1031"/>
                <a:gd name="T19" fmla="*/ 192 h 218"/>
                <a:gd name="T20" fmla="*/ 12 w 1031"/>
                <a:gd name="T21" fmla="*/ 171 h 2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1" h="218">
                  <a:moveTo>
                    <a:pt x="0" y="191"/>
                  </a:moveTo>
                  <a:cubicBezTo>
                    <a:pt x="16" y="181"/>
                    <a:pt x="50" y="189"/>
                    <a:pt x="71" y="187"/>
                  </a:cubicBezTo>
                  <a:cubicBezTo>
                    <a:pt x="117" y="185"/>
                    <a:pt x="163" y="175"/>
                    <a:pt x="208" y="168"/>
                  </a:cubicBezTo>
                  <a:cubicBezTo>
                    <a:pt x="297" y="155"/>
                    <a:pt x="385" y="133"/>
                    <a:pt x="474" y="119"/>
                  </a:cubicBezTo>
                  <a:cubicBezTo>
                    <a:pt x="519" y="111"/>
                    <a:pt x="568" y="113"/>
                    <a:pt x="610" y="94"/>
                  </a:cubicBezTo>
                  <a:cubicBezTo>
                    <a:pt x="657" y="74"/>
                    <a:pt x="702" y="51"/>
                    <a:pt x="752" y="36"/>
                  </a:cubicBezTo>
                  <a:cubicBezTo>
                    <a:pt x="839" y="10"/>
                    <a:pt x="940" y="0"/>
                    <a:pt x="1031" y="9"/>
                  </a:cubicBezTo>
                  <a:cubicBezTo>
                    <a:pt x="924" y="22"/>
                    <a:pt x="830" y="54"/>
                    <a:pt x="732" y="97"/>
                  </a:cubicBezTo>
                  <a:cubicBezTo>
                    <a:pt x="630" y="142"/>
                    <a:pt x="517" y="168"/>
                    <a:pt x="407" y="182"/>
                  </a:cubicBezTo>
                  <a:cubicBezTo>
                    <a:pt x="318" y="194"/>
                    <a:pt x="220" y="218"/>
                    <a:pt x="130" y="209"/>
                  </a:cubicBezTo>
                  <a:cubicBezTo>
                    <a:pt x="92" y="205"/>
                    <a:pt x="49" y="181"/>
                    <a:pt x="12" y="186"/>
                  </a:cubicBezTo>
                </a:path>
              </a:pathLst>
            </a:custGeom>
            <a:solidFill>
              <a:srgbClr val="4B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409">
              <a:extLst>
                <a:ext uri="{FF2B5EF4-FFF2-40B4-BE49-F238E27FC236}">
                  <a16:creationId xmlns:a16="http://schemas.microsoft.com/office/drawing/2014/main" id="{996D4FD5-519E-42CD-970E-E4ED35C2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313"/>
              <a:ext cx="317" cy="56"/>
            </a:xfrm>
            <a:custGeom>
              <a:avLst/>
              <a:gdLst>
                <a:gd name="T0" fmla="*/ 6 w 327"/>
                <a:gd name="T1" fmla="*/ 13 h 58"/>
                <a:gd name="T2" fmla="*/ 132 w 327"/>
                <a:gd name="T3" fmla="*/ 35 h 58"/>
                <a:gd name="T4" fmla="*/ 237 w 327"/>
                <a:gd name="T5" fmla="*/ 27 h 58"/>
                <a:gd name="T6" fmla="*/ 298 w 327"/>
                <a:gd name="T7" fmla="*/ 33 h 58"/>
                <a:gd name="T8" fmla="*/ 231 w 327"/>
                <a:gd name="T9" fmla="*/ 39 h 58"/>
                <a:gd name="T10" fmla="*/ 134 w 327"/>
                <a:gd name="T11" fmla="*/ 48 h 58"/>
                <a:gd name="T12" fmla="*/ 48 w 327"/>
                <a:gd name="T13" fmla="*/ 26 h 58"/>
                <a:gd name="T14" fmla="*/ 0 w 327"/>
                <a:gd name="T15" fmla="*/ 13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7" h="58">
                  <a:moveTo>
                    <a:pt x="6" y="13"/>
                  </a:moveTo>
                  <a:cubicBezTo>
                    <a:pt x="42" y="0"/>
                    <a:pt x="99" y="35"/>
                    <a:pt x="144" y="38"/>
                  </a:cubicBezTo>
                  <a:cubicBezTo>
                    <a:pt x="183" y="41"/>
                    <a:pt x="221" y="37"/>
                    <a:pt x="260" y="30"/>
                  </a:cubicBezTo>
                  <a:cubicBezTo>
                    <a:pt x="281" y="27"/>
                    <a:pt x="307" y="28"/>
                    <a:pt x="327" y="36"/>
                  </a:cubicBezTo>
                  <a:cubicBezTo>
                    <a:pt x="303" y="39"/>
                    <a:pt x="278" y="39"/>
                    <a:pt x="254" y="42"/>
                  </a:cubicBezTo>
                  <a:cubicBezTo>
                    <a:pt x="217" y="48"/>
                    <a:pt x="184" y="58"/>
                    <a:pt x="146" y="54"/>
                  </a:cubicBezTo>
                  <a:cubicBezTo>
                    <a:pt x="112" y="51"/>
                    <a:pt x="82" y="45"/>
                    <a:pt x="53" y="29"/>
                  </a:cubicBezTo>
                  <a:cubicBezTo>
                    <a:pt x="38" y="21"/>
                    <a:pt x="11" y="22"/>
                    <a:pt x="0" y="13"/>
                  </a:cubicBezTo>
                </a:path>
              </a:pathLst>
            </a:custGeom>
            <a:solidFill>
              <a:srgbClr val="E3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410">
              <a:extLst>
                <a:ext uri="{FF2B5EF4-FFF2-40B4-BE49-F238E27FC236}">
                  <a16:creationId xmlns:a16="http://schemas.microsoft.com/office/drawing/2014/main" id="{D6DE2C12-1E9A-46EC-BE56-7A8439511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345"/>
              <a:ext cx="233" cy="220"/>
            </a:xfrm>
            <a:custGeom>
              <a:avLst/>
              <a:gdLst>
                <a:gd name="T0" fmla="*/ 51 w 240"/>
                <a:gd name="T1" fmla="*/ 11 h 227"/>
                <a:gd name="T2" fmla="*/ 12 w 240"/>
                <a:gd name="T3" fmla="*/ 12 h 227"/>
                <a:gd name="T4" fmla="*/ 21 w 240"/>
                <a:gd name="T5" fmla="*/ 59 h 227"/>
                <a:gd name="T6" fmla="*/ 51 w 240"/>
                <a:gd name="T7" fmla="*/ 86 h 227"/>
                <a:gd name="T8" fmla="*/ 78 w 240"/>
                <a:gd name="T9" fmla="*/ 121 h 227"/>
                <a:gd name="T10" fmla="*/ 146 w 240"/>
                <a:gd name="T11" fmla="*/ 188 h 227"/>
                <a:gd name="T12" fmla="*/ 219 w 240"/>
                <a:gd name="T13" fmla="*/ 206 h 227"/>
                <a:gd name="T14" fmla="*/ 146 w 240"/>
                <a:gd name="T15" fmla="*/ 173 h 227"/>
                <a:gd name="T16" fmla="*/ 100 w 240"/>
                <a:gd name="T17" fmla="*/ 111 h 227"/>
                <a:gd name="T18" fmla="*/ 74 w 240"/>
                <a:gd name="T19" fmla="*/ 77 h 227"/>
                <a:gd name="T20" fmla="*/ 43 w 240"/>
                <a:gd name="T21" fmla="*/ 60 h 227"/>
                <a:gd name="T22" fmla="*/ 22 w 240"/>
                <a:gd name="T23" fmla="*/ 23 h 227"/>
                <a:gd name="T24" fmla="*/ 48 w 240"/>
                <a:gd name="T25" fmla="*/ 13 h 227"/>
                <a:gd name="T26" fmla="*/ 50 w 240"/>
                <a:gd name="T27" fmla="*/ 13 h 2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0" h="227">
                  <a:moveTo>
                    <a:pt x="57" y="11"/>
                  </a:moveTo>
                  <a:cubicBezTo>
                    <a:pt x="45" y="6"/>
                    <a:pt x="22" y="0"/>
                    <a:pt x="12" y="12"/>
                  </a:cubicBezTo>
                  <a:cubicBezTo>
                    <a:pt x="0" y="27"/>
                    <a:pt x="16" y="52"/>
                    <a:pt x="24" y="65"/>
                  </a:cubicBezTo>
                  <a:cubicBezTo>
                    <a:pt x="32" y="78"/>
                    <a:pt x="44" y="85"/>
                    <a:pt x="57" y="95"/>
                  </a:cubicBezTo>
                  <a:cubicBezTo>
                    <a:pt x="70" y="106"/>
                    <a:pt x="75" y="120"/>
                    <a:pt x="84" y="133"/>
                  </a:cubicBezTo>
                  <a:cubicBezTo>
                    <a:pt x="104" y="161"/>
                    <a:pt x="128" y="191"/>
                    <a:pt x="160" y="206"/>
                  </a:cubicBezTo>
                  <a:cubicBezTo>
                    <a:pt x="187" y="218"/>
                    <a:pt x="214" y="214"/>
                    <a:pt x="240" y="227"/>
                  </a:cubicBezTo>
                  <a:cubicBezTo>
                    <a:pt x="214" y="212"/>
                    <a:pt x="185" y="206"/>
                    <a:pt x="160" y="191"/>
                  </a:cubicBezTo>
                  <a:cubicBezTo>
                    <a:pt x="132" y="175"/>
                    <a:pt x="125" y="149"/>
                    <a:pt x="109" y="123"/>
                  </a:cubicBezTo>
                  <a:cubicBezTo>
                    <a:pt x="102" y="110"/>
                    <a:pt x="92" y="93"/>
                    <a:pt x="80" y="84"/>
                  </a:cubicBezTo>
                  <a:cubicBezTo>
                    <a:pt x="70" y="76"/>
                    <a:pt x="56" y="75"/>
                    <a:pt x="46" y="66"/>
                  </a:cubicBezTo>
                  <a:cubicBezTo>
                    <a:pt x="39" y="58"/>
                    <a:pt x="23" y="38"/>
                    <a:pt x="25" y="26"/>
                  </a:cubicBezTo>
                  <a:cubicBezTo>
                    <a:pt x="27" y="13"/>
                    <a:pt x="40" y="14"/>
                    <a:pt x="51" y="13"/>
                  </a:cubicBezTo>
                  <a:cubicBezTo>
                    <a:pt x="53" y="13"/>
                    <a:pt x="54" y="13"/>
                    <a:pt x="55" y="13"/>
                  </a:cubicBezTo>
                </a:path>
              </a:pathLst>
            </a:custGeom>
            <a:solidFill>
              <a:srgbClr val="E3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411">
              <a:extLst>
                <a:ext uri="{FF2B5EF4-FFF2-40B4-BE49-F238E27FC236}">
                  <a16:creationId xmlns:a16="http://schemas.microsoft.com/office/drawing/2014/main" id="{2734679F-C65D-464B-B222-1A4A8D90B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285"/>
              <a:ext cx="766" cy="189"/>
            </a:xfrm>
            <a:custGeom>
              <a:avLst/>
              <a:gdLst>
                <a:gd name="T0" fmla="*/ 0 w 789"/>
                <a:gd name="T1" fmla="*/ 31 h 195"/>
                <a:gd name="T2" fmla="*/ 224 w 789"/>
                <a:gd name="T3" fmla="*/ 28 h 195"/>
                <a:gd name="T4" fmla="*/ 396 w 789"/>
                <a:gd name="T5" fmla="*/ 100 h 195"/>
                <a:gd name="T6" fmla="*/ 593 w 789"/>
                <a:gd name="T7" fmla="*/ 127 h 195"/>
                <a:gd name="T8" fmla="*/ 722 w 789"/>
                <a:gd name="T9" fmla="*/ 177 h 195"/>
                <a:gd name="T10" fmla="*/ 612 w 789"/>
                <a:gd name="T11" fmla="*/ 121 h 195"/>
                <a:gd name="T12" fmla="*/ 508 w 789"/>
                <a:gd name="T13" fmla="*/ 106 h 195"/>
                <a:gd name="T14" fmla="*/ 391 w 789"/>
                <a:gd name="T15" fmla="*/ 76 h 195"/>
                <a:gd name="T16" fmla="*/ 293 w 789"/>
                <a:gd name="T17" fmla="*/ 47 h 195"/>
                <a:gd name="T18" fmla="*/ 135 w 789"/>
                <a:gd name="T19" fmla="*/ 1 h 195"/>
                <a:gd name="T20" fmla="*/ 61 w 789"/>
                <a:gd name="T21" fmla="*/ 14 h 195"/>
                <a:gd name="T22" fmla="*/ 1 w 789"/>
                <a:gd name="T23" fmla="*/ 33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9" h="195">
                  <a:moveTo>
                    <a:pt x="0" y="34"/>
                  </a:moveTo>
                  <a:cubicBezTo>
                    <a:pt x="69" y="5"/>
                    <a:pt x="175" y="5"/>
                    <a:pt x="245" y="31"/>
                  </a:cubicBezTo>
                  <a:cubicBezTo>
                    <a:pt x="311" y="55"/>
                    <a:pt x="364" y="93"/>
                    <a:pt x="433" y="109"/>
                  </a:cubicBezTo>
                  <a:cubicBezTo>
                    <a:pt x="504" y="126"/>
                    <a:pt x="578" y="120"/>
                    <a:pt x="648" y="139"/>
                  </a:cubicBezTo>
                  <a:cubicBezTo>
                    <a:pt x="697" y="153"/>
                    <a:pt x="744" y="173"/>
                    <a:pt x="789" y="195"/>
                  </a:cubicBezTo>
                  <a:cubicBezTo>
                    <a:pt x="748" y="178"/>
                    <a:pt x="712" y="145"/>
                    <a:pt x="669" y="133"/>
                  </a:cubicBezTo>
                  <a:cubicBezTo>
                    <a:pt x="631" y="122"/>
                    <a:pt x="593" y="123"/>
                    <a:pt x="555" y="116"/>
                  </a:cubicBezTo>
                  <a:cubicBezTo>
                    <a:pt x="512" y="108"/>
                    <a:pt x="470" y="90"/>
                    <a:pt x="427" y="83"/>
                  </a:cubicBezTo>
                  <a:cubicBezTo>
                    <a:pt x="390" y="76"/>
                    <a:pt x="355" y="69"/>
                    <a:pt x="320" y="53"/>
                  </a:cubicBezTo>
                  <a:cubicBezTo>
                    <a:pt x="261" y="25"/>
                    <a:pt x="214" y="0"/>
                    <a:pt x="147" y="1"/>
                  </a:cubicBezTo>
                  <a:cubicBezTo>
                    <a:pt x="119" y="1"/>
                    <a:pt x="92" y="5"/>
                    <a:pt x="67" y="14"/>
                  </a:cubicBezTo>
                  <a:cubicBezTo>
                    <a:pt x="45" y="22"/>
                    <a:pt x="26" y="35"/>
                    <a:pt x="1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412">
              <a:extLst>
                <a:ext uri="{FF2B5EF4-FFF2-40B4-BE49-F238E27FC236}">
                  <a16:creationId xmlns:a16="http://schemas.microsoft.com/office/drawing/2014/main" id="{98E6972E-E0E2-4DA8-9F61-FA34F6EF8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700"/>
              <a:ext cx="918" cy="602"/>
            </a:xfrm>
            <a:custGeom>
              <a:avLst/>
              <a:gdLst>
                <a:gd name="T0" fmla="*/ 0 w 946"/>
                <a:gd name="T1" fmla="*/ 0 h 620"/>
                <a:gd name="T2" fmla="*/ 115 w 946"/>
                <a:gd name="T3" fmla="*/ 87 h 620"/>
                <a:gd name="T4" fmla="*/ 270 w 946"/>
                <a:gd name="T5" fmla="*/ 168 h 620"/>
                <a:gd name="T6" fmla="*/ 420 w 946"/>
                <a:gd name="T7" fmla="*/ 218 h 620"/>
                <a:gd name="T8" fmla="*/ 534 w 946"/>
                <a:gd name="T9" fmla="*/ 301 h 620"/>
                <a:gd name="T10" fmla="*/ 744 w 946"/>
                <a:gd name="T11" fmla="*/ 447 h 620"/>
                <a:gd name="T12" fmla="*/ 865 w 946"/>
                <a:gd name="T13" fmla="*/ 568 h 620"/>
                <a:gd name="T14" fmla="*/ 756 w 946"/>
                <a:gd name="T15" fmla="*/ 483 h 620"/>
                <a:gd name="T16" fmla="*/ 590 w 946"/>
                <a:gd name="T17" fmla="*/ 379 h 620"/>
                <a:gd name="T18" fmla="*/ 443 w 946"/>
                <a:gd name="T19" fmla="*/ 254 h 620"/>
                <a:gd name="T20" fmla="*/ 249 w 946"/>
                <a:gd name="T21" fmla="*/ 190 h 620"/>
                <a:gd name="T22" fmla="*/ 94 w 946"/>
                <a:gd name="T23" fmla="*/ 84 h 620"/>
                <a:gd name="T24" fmla="*/ 8 w 946"/>
                <a:gd name="T25" fmla="*/ 1 h 6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6" h="620">
                  <a:moveTo>
                    <a:pt x="0" y="0"/>
                  </a:moveTo>
                  <a:cubicBezTo>
                    <a:pt x="46" y="28"/>
                    <a:pt x="84" y="64"/>
                    <a:pt x="127" y="96"/>
                  </a:cubicBezTo>
                  <a:cubicBezTo>
                    <a:pt x="180" y="136"/>
                    <a:pt x="234" y="158"/>
                    <a:pt x="295" y="183"/>
                  </a:cubicBezTo>
                  <a:cubicBezTo>
                    <a:pt x="349" y="205"/>
                    <a:pt x="407" y="216"/>
                    <a:pt x="460" y="239"/>
                  </a:cubicBezTo>
                  <a:cubicBezTo>
                    <a:pt x="510" y="260"/>
                    <a:pt x="545" y="292"/>
                    <a:pt x="584" y="329"/>
                  </a:cubicBezTo>
                  <a:cubicBezTo>
                    <a:pt x="653" y="394"/>
                    <a:pt x="731" y="442"/>
                    <a:pt x="814" y="488"/>
                  </a:cubicBezTo>
                  <a:cubicBezTo>
                    <a:pt x="876" y="523"/>
                    <a:pt x="900" y="573"/>
                    <a:pt x="946" y="620"/>
                  </a:cubicBezTo>
                  <a:cubicBezTo>
                    <a:pt x="905" y="590"/>
                    <a:pt x="863" y="557"/>
                    <a:pt x="827" y="527"/>
                  </a:cubicBezTo>
                  <a:cubicBezTo>
                    <a:pt x="762" y="525"/>
                    <a:pt x="693" y="452"/>
                    <a:pt x="646" y="414"/>
                  </a:cubicBezTo>
                  <a:cubicBezTo>
                    <a:pt x="592" y="372"/>
                    <a:pt x="542" y="312"/>
                    <a:pt x="484" y="278"/>
                  </a:cubicBezTo>
                  <a:cubicBezTo>
                    <a:pt x="419" y="241"/>
                    <a:pt x="343" y="235"/>
                    <a:pt x="273" y="208"/>
                  </a:cubicBezTo>
                  <a:cubicBezTo>
                    <a:pt x="206" y="182"/>
                    <a:pt x="154" y="146"/>
                    <a:pt x="103" y="93"/>
                  </a:cubicBezTo>
                  <a:cubicBezTo>
                    <a:pt x="73" y="64"/>
                    <a:pt x="47" y="23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413">
              <a:extLst>
                <a:ext uri="{FF2B5EF4-FFF2-40B4-BE49-F238E27FC236}">
                  <a16:creationId xmlns:a16="http://schemas.microsoft.com/office/drawing/2014/main" id="{BD762819-504B-42BA-AA84-8D3948B06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029"/>
              <a:ext cx="692" cy="274"/>
            </a:xfrm>
            <a:custGeom>
              <a:avLst/>
              <a:gdLst>
                <a:gd name="T0" fmla="*/ 5 w 714"/>
                <a:gd name="T1" fmla="*/ 3 h 282"/>
                <a:gd name="T2" fmla="*/ 203 w 714"/>
                <a:gd name="T3" fmla="*/ 105 h 282"/>
                <a:gd name="T4" fmla="*/ 407 w 714"/>
                <a:gd name="T5" fmla="*/ 154 h 282"/>
                <a:gd name="T6" fmla="*/ 650 w 714"/>
                <a:gd name="T7" fmla="*/ 252 h 282"/>
                <a:gd name="T8" fmla="*/ 500 w 714"/>
                <a:gd name="T9" fmla="*/ 180 h 282"/>
                <a:gd name="T10" fmla="*/ 346 w 714"/>
                <a:gd name="T11" fmla="*/ 115 h 282"/>
                <a:gd name="T12" fmla="*/ 186 w 714"/>
                <a:gd name="T13" fmla="*/ 94 h 282"/>
                <a:gd name="T14" fmla="*/ 32 w 714"/>
                <a:gd name="T15" fmla="*/ 16 h 282"/>
                <a:gd name="T16" fmla="*/ 0 w 714"/>
                <a:gd name="T17" fmla="*/ 0 h 2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4" h="282">
                  <a:moveTo>
                    <a:pt x="5" y="3"/>
                  </a:moveTo>
                  <a:cubicBezTo>
                    <a:pt x="71" y="45"/>
                    <a:pt x="148" y="91"/>
                    <a:pt x="223" y="114"/>
                  </a:cubicBezTo>
                  <a:cubicBezTo>
                    <a:pt x="298" y="137"/>
                    <a:pt x="374" y="147"/>
                    <a:pt x="447" y="168"/>
                  </a:cubicBezTo>
                  <a:cubicBezTo>
                    <a:pt x="540" y="194"/>
                    <a:pt x="617" y="270"/>
                    <a:pt x="714" y="275"/>
                  </a:cubicBezTo>
                  <a:cubicBezTo>
                    <a:pt x="665" y="282"/>
                    <a:pt x="594" y="216"/>
                    <a:pt x="549" y="196"/>
                  </a:cubicBezTo>
                  <a:cubicBezTo>
                    <a:pt x="492" y="172"/>
                    <a:pt x="441" y="137"/>
                    <a:pt x="380" y="125"/>
                  </a:cubicBezTo>
                  <a:cubicBezTo>
                    <a:pt x="325" y="115"/>
                    <a:pt x="255" y="122"/>
                    <a:pt x="204" y="103"/>
                  </a:cubicBezTo>
                  <a:cubicBezTo>
                    <a:pt x="150" y="82"/>
                    <a:pt x="90" y="44"/>
                    <a:pt x="35" y="16"/>
                  </a:cubicBezTo>
                  <a:cubicBezTo>
                    <a:pt x="21" y="9"/>
                    <a:pt x="11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414">
              <a:extLst>
                <a:ext uri="{FF2B5EF4-FFF2-40B4-BE49-F238E27FC236}">
                  <a16:creationId xmlns:a16="http://schemas.microsoft.com/office/drawing/2014/main" id="{00FA9C0C-6ABC-4671-8F74-35B22386C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220"/>
              <a:ext cx="547" cy="141"/>
            </a:xfrm>
            <a:custGeom>
              <a:avLst/>
              <a:gdLst>
                <a:gd name="T0" fmla="*/ 94 w 563"/>
                <a:gd name="T1" fmla="*/ 2 h 145"/>
                <a:gd name="T2" fmla="*/ 208 w 563"/>
                <a:gd name="T3" fmla="*/ 63 h 145"/>
                <a:gd name="T4" fmla="*/ 319 w 563"/>
                <a:gd name="T5" fmla="*/ 101 h 145"/>
                <a:gd name="T6" fmla="*/ 516 w 563"/>
                <a:gd name="T7" fmla="*/ 133 h 145"/>
                <a:gd name="T8" fmla="*/ 258 w 563"/>
                <a:gd name="T9" fmla="*/ 105 h 145"/>
                <a:gd name="T10" fmla="*/ 135 w 563"/>
                <a:gd name="T11" fmla="*/ 65 h 145"/>
                <a:gd name="T12" fmla="*/ 0 w 563"/>
                <a:gd name="T13" fmla="*/ 60 h 145"/>
                <a:gd name="T14" fmla="*/ 102 w 563"/>
                <a:gd name="T15" fmla="*/ 0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3" h="145">
                  <a:moveTo>
                    <a:pt x="103" y="2"/>
                  </a:moveTo>
                  <a:cubicBezTo>
                    <a:pt x="149" y="9"/>
                    <a:pt x="184" y="49"/>
                    <a:pt x="226" y="69"/>
                  </a:cubicBezTo>
                  <a:cubicBezTo>
                    <a:pt x="264" y="86"/>
                    <a:pt x="308" y="97"/>
                    <a:pt x="348" y="110"/>
                  </a:cubicBezTo>
                  <a:cubicBezTo>
                    <a:pt x="397" y="126"/>
                    <a:pt x="533" y="98"/>
                    <a:pt x="563" y="145"/>
                  </a:cubicBezTo>
                  <a:cubicBezTo>
                    <a:pt x="467" y="134"/>
                    <a:pt x="373" y="134"/>
                    <a:pt x="282" y="114"/>
                  </a:cubicBezTo>
                  <a:cubicBezTo>
                    <a:pt x="236" y="103"/>
                    <a:pt x="193" y="83"/>
                    <a:pt x="147" y="71"/>
                  </a:cubicBezTo>
                  <a:cubicBezTo>
                    <a:pt x="102" y="59"/>
                    <a:pt x="38" y="85"/>
                    <a:pt x="0" y="66"/>
                  </a:cubicBezTo>
                  <a:cubicBezTo>
                    <a:pt x="40" y="40"/>
                    <a:pt x="75" y="34"/>
                    <a:pt x="111" y="0"/>
                  </a:cubicBezTo>
                </a:path>
              </a:pathLst>
            </a:custGeom>
            <a:solidFill>
              <a:srgbClr val="2B4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415">
              <a:extLst>
                <a:ext uri="{FF2B5EF4-FFF2-40B4-BE49-F238E27FC236}">
                  <a16:creationId xmlns:a16="http://schemas.microsoft.com/office/drawing/2014/main" id="{28CBA18A-BEBA-47BC-8315-5D267D6EA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336"/>
              <a:ext cx="259" cy="183"/>
            </a:xfrm>
            <a:custGeom>
              <a:avLst/>
              <a:gdLst>
                <a:gd name="T0" fmla="*/ 243 w 267"/>
                <a:gd name="T1" fmla="*/ 23 h 189"/>
                <a:gd name="T2" fmla="*/ 93 w 267"/>
                <a:gd name="T3" fmla="*/ 66 h 189"/>
                <a:gd name="T4" fmla="*/ 0 w 267"/>
                <a:gd name="T5" fmla="*/ 171 h 189"/>
                <a:gd name="T6" fmla="*/ 83 w 267"/>
                <a:gd name="T7" fmla="*/ 28 h 189"/>
                <a:gd name="T8" fmla="*/ 159 w 267"/>
                <a:gd name="T9" fmla="*/ 5 h 189"/>
                <a:gd name="T10" fmla="*/ 242 w 267"/>
                <a:gd name="T11" fmla="*/ 15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7" h="189">
                  <a:moveTo>
                    <a:pt x="267" y="26"/>
                  </a:moveTo>
                  <a:cubicBezTo>
                    <a:pt x="229" y="0"/>
                    <a:pt x="136" y="45"/>
                    <a:pt x="102" y="72"/>
                  </a:cubicBezTo>
                  <a:cubicBezTo>
                    <a:pt x="62" y="104"/>
                    <a:pt x="36" y="164"/>
                    <a:pt x="0" y="189"/>
                  </a:cubicBezTo>
                  <a:cubicBezTo>
                    <a:pt x="1" y="136"/>
                    <a:pt x="51" y="63"/>
                    <a:pt x="92" y="31"/>
                  </a:cubicBezTo>
                  <a:cubicBezTo>
                    <a:pt x="115" y="13"/>
                    <a:pt x="145" y="4"/>
                    <a:pt x="174" y="5"/>
                  </a:cubicBezTo>
                  <a:cubicBezTo>
                    <a:pt x="205" y="6"/>
                    <a:pt x="235" y="26"/>
                    <a:pt x="265" y="18"/>
                  </a:cubicBezTo>
                </a:path>
              </a:pathLst>
            </a:custGeom>
            <a:solidFill>
              <a:srgbClr val="2B4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416">
              <a:extLst>
                <a:ext uri="{FF2B5EF4-FFF2-40B4-BE49-F238E27FC236}">
                  <a16:creationId xmlns:a16="http://schemas.microsoft.com/office/drawing/2014/main" id="{ACA267CC-5FF4-4661-9C02-B048C3116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3529"/>
              <a:ext cx="637" cy="141"/>
            </a:xfrm>
            <a:custGeom>
              <a:avLst/>
              <a:gdLst>
                <a:gd name="T0" fmla="*/ 0 w 657"/>
                <a:gd name="T1" fmla="*/ 29 h 146"/>
                <a:gd name="T2" fmla="*/ 33 w 657"/>
                <a:gd name="T3" fmla="*/ 65 h 146"/>
                <a:gd name="T4" fmla="*/ 110 w 657"/>
                <a:gd name="T5" fmla="*/ 93 h 146"/>
                <a:gd name="T6" fmla="*/ 307 w 657"/>
                <a:gd name="T7" fmla="*/ 33 h 146"/>
                <a:gd name="T8" fmla="*/ 404 w 657"/>
                <a:gd name="T9" fmla="*/ 20 h 146"/>
                <a:gd name="T10" fmla="*/ 500 w 657"/>
                <a:gd name="T11" fmla="*/ 4 h 146"/>
                <a:gd name="T12" fmla="*/ 599 w 657"/>
                <a:gd name="T13" fmla="*/ 24 h 146"/>
                <a:gd name="T14" fmla="*/ 520 w 657"/>
                <a:gd name="T15" fmla="*/ 20 h 146"/>
                <a:gd name="T16" fmla="*/ 463 w 657"/>
                <a:gd name="T17" fmla="*/ 23 h 146"/>
                <a:gd name="T18" fmla="*/ 404 w 657"/>
                <a:gd name="T19" fmla="*/ 39 h 146"/>
                <a:gd name="T20" fmla="*/ 279 w 657"/>
                <a:gd name="T21" fmla="*/ 87 h 146"/>
                <a:gd name="T22" fmla="*/ 198 w 657"/>
                <a:gd name="T23" fmla="*/ 116 h 146"/>
                <a:gd name="T24" fmla="*/ 128 w 657"/>
                <a:gd name="T25" fmla="*/ 127 h 146"/>
                <a:gd name="T26" fmla="*/ 69 w 657"/>
                <a:gd name="T27" fmla="*/ 103 h 146"/>
                <a:gd name="T28" fmla="*/ 8 w 657"/>
                <a:gd name="T29" fmla="*/ 39 h 1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7" h="146">
                  <a:moveTo>
                    <a:pt x="0" y="32"/>
                  </a:moveTo>
                  <a:cubicBezTo>
                    <a:pt x="13" y="44"/>
                    <a:pt x="22" y="60"/>
                    <a:pt x="36" y="71"/>
                  </a:cubicBezTo>
                  <a:cubicBezTo>
                    <a:pt x="61" y="91"/>
                    <a:pt x="90" y="100"/>
                    <a:pt x="121" y="103"/>
                  </a:cubicBezTo>
                  <a:cubicBezTo>
                    <a:pt x="200" y="109"/>
                    <a:pt x="262" y="54"/>
                    <a:pt x="337" y="36"/>
                  </a:cubicBezTo>
                  <a:cubicBezTo>
                    <a:pt x="372" y="27"/>
                    <a:pt x="409" y="30"/>
                    <a:pt x="444" y="23"/>
                  </a:cubicBezTo>
                  <a:cubicBezTo>
                    <a:pt x="479" y="16"/>
                    <a:pt x="514" y="7"/>
                    <a:pt x="549" y="4"/>
                  </a:cubicBezTo>
                  <a:cubicBezTo>
                    <a:pt x="586" y="0"/>
                    <a:pt x="626" y="8"/>
                    <a:pt x="657" y="27"/>
                  </a:cubicBezTo>
                  <a:cubicBezTo>
                    <a:pt x="630" y="10"/>
                    <a:pt x="599" y="20"/>
                    <a:pt x="570" y="23"/>
                  </a:cubicBezTo>
                  <a:cubicBezTo>
                    <a:pt x="549" y="25"/>
                    <a:pt x="529" y="22"/>
                    <a:pt x="508" y="26"/>
                  </a:cubicBezTo>
                  <a:cubicBezTo>
                    <a:pt x="486" y="30"/>
                    <a:pt x="465" y="37"/>
                    <a:pt x="443" y="42"/>
                  </a:cubicBezTo>
                  <a:cubicBezTo>
                    <a:pt x="395" y="54"/>
                    <a:pt x="352" y="79"/>
                    <a:pt x="306" y="96"/>
                  </a:cubicBezTo>
                  <a:cubicBezTo>
                    <a:pt x="277" y="108"/>
                    <a:pt x="247" y="118"/>
                    <a:pt x="217" y="128"/>
                  </a:cubicBezTo>
                  <a:cubicBezTo>
                    <a:pt x="191" y="136"/>
                    <a:pt x="168" y="146"/>
                    <a:pt x="140" y="142"/>
                  </a:cubicBezTo>
                  <a:cubicBezTo>
                    <a:pt x="116" y="138"/>
                    <a:pt x="94" y="129"/>
                    <a:pt x="75" y="115"/>
                  </a:cubicBezTo>
                  <a:cubicBezTo>
                    <a:pt x="50" y="98"/>
                    <a:pt x="20" y="69"/>
                    <a:pt x="8" y="42"/>
                  </a:cubicBezTo>
                </a:path>
              </a:pathLst>
            </a:custGeom>
            <a:solidFill>
              <a:srgbClr val="2B4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417">
              <a:extLst>
                <a:ext uri="{FF2B5EF4-FFF2-40B4-BE49-F238E27FC236}">
                  <a16:creationId xmlns:a16="http://schemas.microsoft.com/office/drawing/2014/main" id="{67BDAAC8-56F2-4DD7-A528-CA487D2C5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196"/>
              <a:ext cx="398" cy="86"/>
            </a:xfrm>
            <a:custGeom>
              <a:avLst/>
              <a:gdLst>
                <a:gd name="T0" fmla="*/ 4 w 411"/>
                <a:gd name="T1" fmla="*/ 70 h 88"/>
                <a:gd name="T2" fmla="*/ 114 w 411"/>
                <a:gd name="T3" fmla="*/ 61 h 88"/>
                <a:gd name="T4" fmla="*/ 373 w 411"/>
                <a:gd name="T5" fmla="*/ 0 h 88"/>
                <a:gd name="T6" fmla="*/ 113 w 411"/>
                <a:gd name="T7" fmla="*/ 53 h 88"/>
                <a:gd name="T8" fmla="*/ 0 w 411"/>
                <a:gd name="T9" fmla="*/ 7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88">
                  <a:moveTo>
                    <a:pt x="4" y="76"/>
                  </a:moveTo>
                  <a:cubicBezTo>
                    <a:pt x="4" y="76"/>
                    <a:pt x="46" y="88"/>
                    <a:pt x="126" y="64"/>
                  </a:cubicBezTo>
                  <a:cubicBezTo>
                    <a:pt x="206" y="39"/>
                    <a:pt x="374" y="9"/>
                    <a:pt x="411" y="0"/>
                  </a:cubicBezTo>
                  <a:cubicBezTo>
                    <a:pt x="411" y="0"/>
                    <a:pt x="199" y="35"/>
                    <a:pt x="125" y="56"/>
                  </a:cubicBezTo>
                  <a:cubicBezTo>
                    <a:pt x="52" y="77"/>
                    <a:pt x="0" y="76"/>
                    <a:pt x="0" y="76"/>
                  </a:cubicBezTo>
                </a:path>
              </a:pathLst>
            </a:custGeom>
            <a:solidFill>
              <a:srgbClr val="6DA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extLst>
              <a:ext uri="{FF2B5EF4-FFF2-40B4-BE49-F238E27FC236}">
                <a16:creationId xmlns:a16="http://schemas.microsoft.com/office/drawing/2014/main" id="{DE107E4E-C3BE-4781-B236-6D0B7EAF89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Salt and pepper</a:t>
            </a:r>
          </a:p>
        </p:txBody>
      </p:sp>
      <p:grpSp>
        <p:nvGrpSpPr>
          <p:cNvPr id="36866" name="glass-salt-shaker-illustration">
            <a:extLst>
              <a:ext uri="{FF2B5EF4-FFF2-40B4-BE49-F238E27FC236}">
                <a16:creationId xmlns:a16="http://schemas.microsoft.com/office/drawing/2014/main" id="{8A425CFB-97B9-4303-AE86-6B9565BEC4BB}"/>
              </a:ext>
            </a:extLst>
          </p:cNvPr>
          <p:cNvGrpSpPr>
            <a:grpSpLocks/>
          </p:cNvGrpSpPr>
          <p:nvPr/>
        </p:nvGrpSpPr>
        <p:grpSpPr bwMode="auto">
          <a:xfrm>
            <a:off x="3786188" y="1920875"/>
            <a:ext cx="1773237" cy="3652838"/>
            <a:chOff x="1425" y="1210"/>
            <a:chExt cx="1117" cy="2301"/>
          </a:xfrm>
        </p:grpSpPr>
        <p:sp>
          <p:nvSpPr>
            <p:cNvPr id="36999" name="Freeform 4">
              <a:extLst>
                <a:ext uri="{FF2B5EF4-FFF2-40B4-BE49-F238E27FC236}">
                  <a16:creationId xmlns:a16="http://schemas.microsoft.com/office/drawing/2014/main" id="{11DB3C4B-2056-438C-B7ED-C7E148B0E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06"/>
              <a:ext cx="1117" cy="1848"/>
            </a:xfrm>
            <a:custGeom>
              <a:avLst/>
              <a:gdLst>
                <a:gd name="T0" fmla="*/ 2162 w 775"/>
                <a:gd name="T1" fmla="*/ 643 h 1202"/>
                <a:gd name="T2" fmla="*/ 1901 w 775"/>
                <a:gd name="T3" fmla="*/ 331 h 1202"/>
                <a:gd name="T4" fmla="*/ 1859 w 775"/>
                <a:gd name="T5" fmla="*/ 331 h 1202"/>
                <a:gd name="T6" fmla="*/ 1921 w 775"/>
                <a:gd name="T7" fmla="*/ 181 h 1202"/>
                <a:gd name="T8" fmla="*/ 1770 w 775"/>
                <a:gd name="T9" fmla="*/ 0 h 1202"/>
                <a:gd name="T10" fmla="*/ 551 w 775"/>
                <a:gd name="T11" fmla="*/ 0 h 1202"/>
                <a:gd name="T12" fmla="*/ 399 w 775"/>
                <a:gd name="T13" fmla="*/ 181 h 1202"/>
                <a:gd name="T14" fmla="*/ 461 w 775"/>
                <a:gd name="T15" fmla="*/ 331 h 1202"/>
                <a:gd name="T16" fmla="*/ 415 w 775"/>
                <a:gd name="T17" fmla="*/ 331 h 1202"/>
                <a:gd name="T18" fmla="*/ 159 w 775"/>
                <a:gd name="T19" fmla="*/ 643 h 1202"/>
                <a:gd name="T20" fmla="*/ 0 w 775"/>
                <a:gd name="T21" fmla="*/ 3845 h 1202"/>
                <a:gd name="T22" fmla="*/ 300 w 775"/>
                <a:gd name="T23" fmla="*/ 4208 h 1202"/>
                <a:gd name="T24" fmla="*/ 1159 w 775"/>
                <a:gd name="T25" fmla="*/ 4356 h 1202"/>
                <a:gd name="T26" fmla="*/ 2021 w 775"/>
                <a:gd name="T27" fmla="*/ 4208 h 1202"/>
                <a:gd name="T28" fmla="*/ 2320 w 775"/>
                <a:gd name="T29" fmla="*/ 3845 h 1202"/>
                <a:gd name="T30" fmla="*/ 2162 w 775"/>
                <a:gd name="T31" fmla="*/ 643 h 1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5" h="1202">
                  <a:moveTo>
                    <a:pt x="722" y="177"/>
                  </a:moveTo>
                  <a:cubicBezTo>
                    <a:pt x="722" y="130"/>
                    <a:pt x="683" y="91"/>
                    <a:pt x="635" y="91"/>
                  </a:cubicBezTo>
                  <a:cubicBezTo>
                    <a:pt x="621" y="91"/>
                    <a:pt x="621" y="91"/>
                    <a:pt x="621" y="91"/>
                  </a:cubicBezTo>
                  <a:cubicBezTo>
                    <a:pt x="633" y="82"/>
                    <a:pt x="642" y="67"/>
                    <a:pt x="642" y="50"/>
                  </a:cubicBezTo>
                  <a:cubicBezTo>
                    <a:pt x="642" y="23"/>
                    <a:pt x="619" y="0"/>
                    <a:pt x="591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56" y="0"/>
                    <a:pt x="133" y="23"/>
                    <a:pt x="133" y="50"/>
                  </a:cubicBezTo>
                  <a:cubicBezTo>
                    <a:pt x="133" y="67"/>
                    <a:pt x="142" y="82"/>
                    <a:pt x="154" y="91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92" y="91"/>
                    <a:pt x="53" y="130"/>
                    <a:pt x="53" y="177"/>
                  </a:cubicBezTo>
                  <a:cubicBezTo>
                    <a:pt x="0" y="1058"/>
                    <a:pt x="0" y="1058"/>
                    <a:pt x="0" y="1058"/>
                  </a:cubicBezTo>
                  <a:cubicBezTo>
                    <a:pt x="0" y="1113"/>
                    <a:pt x="38" y="1140"/>
                    <a:pt x="100" y="1158"/>
                  </a:cubicBezTo>
                  <a:cubicBezTo>
                    <a:pt x="100" y="1158"/>
                    <a:pt x="231" y="1202"/>
                    <a:pt x="387" y="1199"/>
                  </a:cubicBezTo>
                  <a:cubicBezTo>
                    <a:pt x="543" y="1196"/>
                    <a:pt x="675" y="1158"/>
                    <a:pt x="675" y="1158"/>
                  </a:cubicBezTo>
                  <a:cubicBezTo>
                    <a:pt x="729" y="1143"/>
                    <a:pt x="775" y="1113"/>
                    <a:pt x="775" y="1058"/>
                  </a:cubicBezTo>
                  <a:lnTo>
                    <a:pt x="722" y="177"/>
                  </a:lnTo>
                  <a:close/>
                </a:path>
              </a:pathLst>
            </a:custGeom>
            <a:solidFill>
              <a:srgbClr val="BDB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5">
              <a:extLst>
                <a:ext uri="{FF2B5EF4-FFF2-40B4-BE49-F238E27FC236}">
                  <a16:creationId xmlns:a16="http://schemas.microsoft.com/office/drawing/2014/main" id="{73BB3078-AA8C-4203-85C1-FE0C8A97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2250"/>
              <a:ext cx="1030" cy="1075"/>
            </a:xfrm>
            <a:custGeom>
              <a:avLst/>
              <a:gdLst>
                <a:gd name="T0" fmla="*/ 147 w 714"/>
                <a:gd name="T1" fmla="*/ 123 h 699"/>
                <a:gd name="T2" fmla="*/ 1092 w 714"/>
                <a:gd name="T3" fmla="*/ 88 h 699"/>
                <a:gd name="T4" fmla="*/ 1689 w 714"/>
                <a:gd name="T5" fmla="*/ 286 h 699"/>
                <a:gd name="T6" fmla="*/ 1920 w 714"/>
                <a:gd name="T7" fmla="*/ 360 h 699"/>
                <a:gd name="T8" fmla="*/ 2033 w 714"/>
                <a:gd name="T9" fmla="*/ 412 h 699"/>
                <a:gd name="T10" fmla="*/ 2077 w 714"/>
                <a:gd name="T11" fmla="*/ 760 h 699"/>
                <a:gd name="T12" fmla="*/ 2108 w 714"/>
                <a:gd name="T13" fmla="*/ 1270 h 699"/>
                <a:gd name="T14" fmla="*/ 2138 w 714"/>
                <a:gd name="T15" fmla="*/ 1838 h 699"/>
                <a:gd name="T16" fmla="*/ 2064 w 714"/>
                <a:gd name="T17" fmla="*/ 2193 h 699"/>
                <a:gd name="T18" fmla="*/ 1960 w 714"/>
                <a:gd name="T19" fmla="*/ 2238 h 699"/>
                <a:gd name="T20" fmla="*/ 1846 w 714"/>
                <a:gd name="T21" fmla="*/ 2342 h 699"/>
                <a:gd name="T22" fmla="*/ 1725 w 714"/>
                <a:gd name="T23" fmla="*/ 2401 h 699"/>
                <a:gd name="T24" fmla="*/ 1574 w 714"/>
                <a:gd name="T25" fmla="*/ 2427 h 699"/>
                <a:gd name="T26" fmla="*/ 1222 w 714"/>
                <a:gd name="T27" fmla="*/ 2470 h 699"/>
                <a:gd name="T28" fmla="*/ 1091 w 714"/>
                <a:gd name="T29" fmla="*/ 2494 h 699"/>
                <a:gd name="T30" fmla="*/ 936 w 714"/>
                <a:gd name="T31" fmla="*/ 2538 h 699"/>
                <a:gd name="T32" fmla="*/ 630 w 714"/>
                <a:gd name="T33" fmla="*/ 2388 h 699"/>
                <a:gd name="T34" fmla="*/ 325 w 714"/>
                <a:gd name="T35" fmla="*/ 2339 h 699"/>
                <a:gd name="T36" fmla="*/ 102 w 714"/>
                <a:gd name="T37" fmla="*/ 2224 h 699"/>
                <a:gd name="T38" fmla="*/ 36 w 714"/>
                <a:gd name="T39" fmla="*/ 1729 h 699"/>
                <a:gd name="T40" fmla="*/ 48 w 714"/>
                <a:gd name="T41" fmla="*/ 1190 h 699"/>
                <a:gd name="T42" fmla="*/ 110 w 714"/>
                <a:gd name="T43" fmla="*/ 766 h 699"/>
                <a:gd name="T44" fmla="*/ 110 w 714"/>
                <a:gd name="T45" fmla="*/ 400 h 699"/>
                <a:gd name="T46" fmla="*/ 131 w 714"/>
                <a:gd name="T47" fmla="*/ 149 h 6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14" h="699">
                  <a:moveTo>
                    <a:pt x="49" y="34"/>
                  </a:moveTo>
                  <a:cubicBezTo>
                    <a:pt x="145" y="2"/>
                    <a:pt x="263" y="0"/>
                    <a:pt x="364" y="24"/>
                  </a:cubicBezTo>
                  <a:cubicBezTo>
                    <a:pt x="431" y="40"/>
                    <a:pt x="496" y="66"/>
                    <a:pt x="563" y="79"/>
                  </a:cubicBezTo>
                  <a:cubicBezTo>
                    <a:pt x="591" y="84"/>
                    <a:pt x="615" y="88"/>
                    <a:pt x="640" y="99"/>
                  </a:cubicBezTo>
                  <a:cubicBezTo>
                    <a:pt x="651" y="104"/>
                    <a:pt x="668" y="106"/>
                    <a:pt x="677" y="113"/>
                  </a:cubicBezTo>
                  <a:cubicBezTo>
                    <a:pt x="699" y="128"/>
                    <a:pt x="689" y="186"/>
                    <a:pt x="692" y="209"/>
                  </a:cubicBezTo>
                  <a:cubicBezTo>
                    <a:pt x="697" y="256"/>
                    <a:pt x="698" y="302"/>
                    <a:pt x="702" y="349"/>
                  </a:cubicBezTo>
                  <a:cubicBezTo>
                    <a:pt x="707" y="401"/>
                    <a:pt x="710" y="453"/>
                    <a:pt x="712" y="505"/>
                  </a:cubicBezTo>
                  <a:cubicBezTo>
                    <a:pt x="714" y="541"/>
                    <a:pt x="712" y="576"/>
                    <a:pt x="688" y="603"/>
                  </a:cubicBezTo>
                  <a:cubicBezTo>
                    <a:pt x="677" y="616"/>
                    <a:pt x="667" y="608"/>
                    <a:pt x="653" y="615"/>
                  </a:cubicBezTo>
                  <a:cubicBezTo>
                    <a:pt x="639" y="623"/>
                    <a:pt x="630" y="638"/>
                    <a:pt x="615" y="644"/>
                  </a:cubicBezTo>
                  <a:cubicBezTo>
                    <a:pt x="603" y="650"/>
                    <a:pt x="588" y="655"/>
                    <a:pt x="575" y="660"/>
                  </a:cubicBezTo>
                  <a:cubicBezTo>
                    <a:pt x="556" y="667"/>
                    <a:pt x="543" y="666"/>
                    <a:pt x="524" y="667"/>
                  </a:cubicBezTo>
                  <a:cubicBezTo>
                    <a:pt x="485" y="669"/>
                    <a:pt x="445" y="674"/>
                    <a:pt x="407" y="679"/>
                  </a:cubicBezTo>
                  <a:cubicBezTo>
                    <a:pt x="392" y="681"/>
                    <a:pt x="377" y="682"/>
                    <a:pt x="363" y="686"/>
                  </a:cubicBezTo>
                  <a:cubicBezTo>
                    <a:pt x="346" y="692"/>
                    <a:pt x="331" y="699"/>
                    <a:pt x="312" y="698"/>
                  </a:cubicBezTo>
                  <a:cubicBezTo>
                    <a:pt x="275" y="695"/>
                    <a:pt x="247" y="662"/>
                    <a:pt x="210" y="657"/>
                  </a:cubicBezTo>
                  <a:cubicBezTo>
                    <a:pt x="176" y="652"/>
                    <a:pt x="142" y="647"/>
                    <a:pt x="108" y="643"/>
                  </a:cubicBezTo>
                  <a:cubicBezTo>
                    <a:pt x="79" y="638"/>
                    <a:pt x="56" y="631"/>
                    <a:pt x="34" y="611"/>
                  </a:cubicBezTo>
                  <a:cubicBezTo>
                    <a:pt x="0" y="579"/>
                    <a:pt x="12" y="518"/>
                    <a:pt x="12" y="475"/>
                  </a:cubicBezTo>
                  <a:cubicBezTo>
                    <a:pt x="12" y="426"/>
                    <a:pt x="7" y="374"/>
                    <a:pt x="16" y="327"/>
                  </a:cubicBezTo>
                  <a:cubicBezTo>
                    <a:pt x="23" y="288"/>
                    <a:pt x="32" y="250"/>
                    <a:pt x="37" y="211"/>
                  </a:cubicBezTo>
                  <a:cubicBezTo>
                    <a:pt x="42" y="179"/>
                    <a:pt x="39" y="142"/>
                    <a:pt x="37" y="110"/>
                  </a:cubicBezTo>
                  <a:cubicBezTo>
                    <a:pt x="36" y="97"/>
                    <a:pt x="32" y="43"/>
                    <a:pt x="44" y="41"/>
                  </a:cubicBezTo>
                </a:path>
              </a:pathLst>
            </a:custGeom>
            <a:solidFill>
              <a:srgbClr val="D1D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6">
              <a:extLst>
                <a:ext uri="{FF2B5EF4-FFF2-40B4-BE49-F238E27FC236}">
                  <a16:creationId xmlns:a16="http://schemas.microsoft.com/office/drawing/2014/main" id="{FB5B992B-8886-4A0E-BCEA-2F3255831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266"/>
              <a:ext cx="804" cy="426"/>
            </a:xfrm>
            <a:custGeom>
              <a:avLst/>
              <a:gdLst>
                <a:gd name="T0" fmla="*/ 1615 w 558"/>
                <a:gd name="T1" fmla="*/ 444 h 277"/>
                <a:gd name="T2" fmla="*/ 1607 w 558"/>
                <a:gd name="T3" fmla="*/ 309 h 277"/>
                <a:gd name="T4" fmla="*/ 1592 w 558"/>
                <a:gd name="T5" fmla="*/ 34 h 277"/>
                <a:gd name="T6" fmla="*/ 1588 w 558"/>
                <a:gd name="T7" fmla="*/ 0 h 277"/>
                <a:gd name="T8" fmla="*/ 99 w 558"/>
                <a:gd name="T9" fmla="*/ 0 h 277"/>
                <a:gd name="T10" fmla="*/ 99 w 558"/>
                <a:gd name="T11" fmla="*/ 26 h 277"/>
                <a:gd name="T12" fmla="*/ 84 w 558"/>
                <a:gd name="T13" fmla="*/ 303 h 277"/>
                <a:gd name="T14" fmla="*/ 72 w 558"/>
                <a:gd name="T15" fmla="*/ 535 h 277"/>
                <a:gd name="T16" fmla="*/ 53 w 558"/>
                <a:gd name="T17" fmla="*/ 858 h 277"/>
                <a:gd name="T18" fmla="*/ 53 w 558"/>
                <a:gd name="T19" fmla="*/ 861 h 277"/>
                <a:gd name="T20" fmla="*/ 847 w 558"/>
                <a:gd name="T21" fmla="*/ 1007 h 277"/>
                <a:gd name="T22" fmla="*/ 1640 w 558"/>
                <a:gd name="T23" fmla="*/ 861 h 277"/>
                <a:gd name="T24" fmla="*/ 1630 w 558"/>
                <a:gd name="T25" fmla="*/ 691 h 277"/>
                <a:gd name="T26" fmla="*/ 1615 w 558"/>
                <a:gd name="T27" fmla="*/ 444 h 2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8" h="277">
                  <a:moveTo>
                    <a:pt x="540" y="122"/>
                  </a:moveTo>
                  <a:cubicBezTo>
                    <a:pt x="537" y="85"/>
                    <a:pt x="537" y="85"/>
                    <a:pt x="537" y="85"/>
                  </a:cubicBezTo>
                  <a:cubicBezTo>
                    <a:pt x="555" y="37"/>
                    <a:pt x="538" y="15"/>
                    <a:pt x="532" y="9"/>
                  </a:cubicBezTo>
                  <a:cubicBezTo>
                    <a:pt x="531" y="0"/>
                    <a:pt x="531" y="0"/>
                    <a:pt x="53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29" y="15"/>
                    <a:pt x="8" y="62"/>
                    <a:pt x="28" y="83"/>
                  </a:cubicBezTo>
                  <a:cubicBezTo>
                    <a:pt x="24" y="147"/>
                    <a:pt x="24" y="147"/>
                    <a:pt x="24" y="147"/>
                  </a:cubicBezTo>
                  <a:cubicBezTo>
                    <a:pt x="16" y="166"/>
                    <a:pt x="0" y="214"/>
                    <a:pt x="18" y="236"/>
                  </a:cubicBezTo>
                  <a:cubicBezTo>
                    <a:pt x="18" y="237"/>
                    <a:pt x="18" y="237"/>
                    <a:pt x="18" y="237"/>
                  </a:cubicBezTo>
                  <a:cubicBezTo>
                    <a:pt x="18" y="259"/>
                    <a:pt x="137" y="277"/>
                    <a:pt x="283" y="277"/>
                  </a:cubicBezTo>
                  <a:cubicBezTo>
                    <a:pt x="430" y="277"/>
                    <a:pt x="548" y="259"/>
                    <a:pt x="548" y="237"/>
                  </a:cubicBezTo>
                  <a:cubicBezTo>
                    <a:pt x="545" y="190"/>
                    <a:pt x="545" y="190"/>
                    <a:pt x="545" y="190"/>
                  </a:cubicBezTo>
                  <a:cubicBezTo>
                    <a:pt x="558" y="148"/>
                    <a:pt x="545" y="128"/>
                    <a:pt x="540" y="122"/>
                  </a:cubicBezTo>
                  <a:close/>
                </a:path>
              </a:pathLst>
            </a:custGeom>
            <a:solidFill>
              <a:srgbClr val="A6A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Oval 7">
              <a:extLst>
                <a:ext uri="{FF2B5EF4-FFF2-40B4-BE49-F238E27FC236}">
                  <a16:creationId xmlns:a16="http://schemas.microsoft.com/office/drawing/2014/main" id="{C79DAAB3-2420-44CA-87CC-DD7A45493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211"/>
              <a:ext cx="721" cy="112"/>
            </a:xfrm>
            <a:prstGeom prst="ellipse">
              <a:avLst/>
            </a:pr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3" name="Freeform 8">
              <a:extLst>
                <a:ext uri="{FF2B5EF4-FFF2-40B4-BE49-F238E27FC236}">
                  <a16:creationId xmlns:a16="http://schemas.microsoft.com/office/drawing/2014/main" id="{69EE27E0-A483-4175-91A8-969D168CC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844"/>
              <a:ext cx="173" cy="1370"/>
            </a:xfrm>
            <a:custGeom>
              <a:avLst/>
              <a:gdLst>
                <a:gd name="T0" fmla="*/ 210 w 120"/>
                <a:gd name="T1" fmla="*/ 95 h 891"/>
                <a:gd name="T2" fmla="*/ 19 w 120"/>
                <a:gd name="T3" fmla="*/ 203 h 891"/>
                <a:gd name="T4" fmla="*/ 75 w 120"/>
                <a:gd name="T5" fmla="*/ 3240 h 891"/>
                <a:gd name="T6" fmla="*/ 326 w 120"/>
                <a:gd name="T7" fmla="*/ 2906 h 891"/>
                <a:gd name="T8" fmla="*/ 210 w 120"/>
                <a:gd name="T9" fmla="*/ 95 h 8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891">
                  <a:moveTo>
                    <a:pt x="70" y="26"/>
                  </a:moveTo>
                  <a:cubicBezTo>
                    <a:pt x="70" y="26"/>
                    <a:pt x="12" y="0"/>
                    <a:pt x="6" y="56"/>
                  </a:cubicBezTo>
                  <a:cubicBezTo>
                    <a:pt x="0" y="112"/>
                    <a:pt x="25" y="891"/>
                    <a:pt x="25" y="891"/>
                  </a:cubicBezTo>
                  <a:cubicBezTo>
                    <a:pt x="25" y="891"/>
                    <a:pt x="120" y="863"/>
                    <a:pt x="109" y="799"/>
                  </a:cubicBezTo>
                  <a:cubicBezTo>
                    <a:pt x="98" y="735"/>
                    <a:pt x="70" y="26"/>
                    <a:pt x="70" y="26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9">
              <a:extLst>
                <a:ext uri="{FF2B5EF4-FFF2-40B4-BE49-F238E27FC236}">
                  <a16:creationId xmlns:a16="http://schemas.microsoft.com/office/drawing/2014/main" id="{E93481F2-86C4-4C8C-AE37-ED52BFE2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243"/>
              <a:ext cx="665" cy="261"/>
            </a:xfrm>
            <a:custGeom>
              <a:avLst/>
              <a:gdLst>
                <a:gd name="T0" fmla="*/ 27 w 461"/>
                <a:gd name="T1" fmla="*/ 332 h 170"/>
                <a:gd name="T2" fmla="*/ 1382 w 461"/>
                <a:gd name="T3" fmla="*/ 565 h 170"/>
                <a:gd name="T4" fmla="*/ 1363 w 461"/>
                <a:gd name="T5" fmla="*/ 184 h 170"/>
                <a:gd name="T6" fmla="*/ 547 w 461"/>
                <a:gd name="T7" fmla="*/ 12 h 170"/>
                <a:gd name="T8" fmla="*/ 163 w 461"/>
                <a:gd name="T9" fmla="*/ 12 h 170"/>
                <a:gd name="T10" fmla="*/ 33 w 461"/>
                <a:gd name="T11" fmla="*/ 21 h 170"/>
                <a:gd name="T12" fmla="*/ 0 w 461"/>
                <a:gd name="T13" fmla="*/ 332 h 170"/>
                <a:gd name="T14" fmla="*/ 27 w 461"/>
                <a:gd name="T15" fmla="*/ 332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1" h="170">
                  <a:moveTo>
                    <a:pt x="9" y="92"/>
                  </a:moveTo>
                  <a:cubicBezTo>
                    <a:pt x="155" y="125"/>
                    <a:pt x="312" y="170"/>
                    <a:pt x="460" y="156"/>
                  </a:cubicBezTo>
                  <a:cubicBezTo>
                    <a:pt x="461" y="119"/>
                    <a:pt x="456" y="86"/>
                    <a:pt x="454" y="51"/>
                  </a:cubicBezTo>
                  <a:cubicBezTo>
                    <a:pt x="368" y="27"/>
                    <a:pt x="272" y="7"/>
                    <a:pt x="182" y="3"/>
                  </a:cubicBezTo>
                  <a:cubicBezTo>
                    <a:pt x="140" y="0"/>
                    <a:pt x="98" y="6"/>
                    <a:pt x="54" y="3"/>
                  </a:cubicBezTo>
                  <a:cubicBezTo>
                    <a:pt x="25" y="2"/>
                    <a:pt x="13" y="0"/>
                    <a:pt x="11" y="6"/>
                  </a:cubicBezTo>
                  <a:cubicBezTo>
                    <a:pt x="6" y="27"/>
                    <a:pt x="9" y="72"/>
                    <a:pt x="0" y="92"/>
                  </a:cubicBezTo>
                  <a:cubicBezTo>
                    <a:pt x="5" y="92"/>
                    <a:pt x="6" y="91"/>
                    <a:pt x="9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0">
              <a:extLst>
                <a:ext uri="{FF2B5EF4-FFF2-40B4-BE49-F238E27FC236}">
                  <a16:creationId xmlns:a16="http://schemas.microsoft.com/office/drawing/2014/main" id="{69601C87-8EFC-45A7-AFB9-4DD9C5F5D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46"/>
              <a:ext cx="114" cy="123"/>
            </a:xfrm>
            <a:custGeom>
              <a:avLst/>
              <a:gdLst>
                <a:gd name="T0" fmla="*/ 6 w 79"/>
                <a:gd name="T1" fmla="*/ 0 h 80"/>
                <a:gd name="T2" fmla="*/ 212 w 79"/>
                <a:gd name="T3" fmla="*/ 181 h 80"/>
                <a:gd name="T4" fmla="*/ 123 w 79"/>
                <a:gd name="T5" fmla="*/ 248 h 80"/>
                <a:gd name="T6" fmla="*/ 6 w 79"/>
                <a:gd name="T7" fmla="*/ 291 h 80"/>
                <a:gd name="T8" fmla="*/ 1 w 79"/>
                <a:gd name="T9" fmla="*/ 146 h 80"/>
                <a:gd name="T10" fmla="*/ 6 w 79"/>
                <a:gd name="T11" fmla="*/ 18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0">
                  <a:moveTo>
                    <a:pt x="2" y="0"/>
                  </a:moveTo>
                  <a:cubicBezTo>
                    <a:pt x="24" y="15"/>
                    <a:pt x="58" y="24"/>
                    <a:pt x="71" y="50"/>
                  </a:cubicBezTo>
                  <a:cubicBezTo>
                    <a:pt x="79" y="68"/>
                    <a:pt x="52" y="66"/>
                    <a:pt x="41" y="68"/>
                  </a:cubicBezTo>
                  <a:cubicBezTo>
                    <a:pt x="28" y="70"/>
                    <a:pt x="13" y="74"/>
                    <a:pt x="2" y="80"/>
                  </a:cubicBezTo>
                  <a:cubicBezTo>
                    <a:pt x="1" y="67"/>
                    <a:pt x="0" y="53"/>
                    <a:pt x="1" y="40"/>
                  </a:cubicBezTo>
                  <a:cubicBezTo>
                    <a:pt x="1" y="31"/>
                    <a:pt x="7" y="1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1">
              <a:extLst>
                <a:ext uri="{FF2B5EF4-FFF2-40B4-BE49-F238E27FC236}">
                  <a16:creationId xmlns:a16="http://schemas.microsoft.com/office/drawing/2014/main" id="{62CECBE1-E99A-43C0-B767-932893C4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390"/>
              <a:ext cx="400" cy="915"/>
            </a:xfrm>
            <a:custGeom>
              <a:avLst/>
              <a:gdLst>
                <a:gd name="T0" fmla="*/ 81 w 277"/>
                <a:gd name="T1" fmla="*/ 0 h 595"/>
                <a:gd name="T2" fmla="*/ 347 w 277"/>
                <a:gd name="T3" fmla="*/ 80 h 595"/>
                <a:gd name="T4" fmla="*/ 625 w 277"/>
                <a:gd name="T5" fmla="*/ 146 h 595"/>
                <a:gd name="T6" fmla="*/ 719 w 277"/>
                <a:gd name="T7" fmla="*/ 201 h 595"/>
                <a:gd name="T8" fmla="*/ 801 w 277"/>
                <a:gd name="T9" fmla="*/ 326 h 595"/>
                <a:gd name="T10" fmla="*/ 788 w 277"/>
                <a:gd name="T11" fmla="*/ 1081 h 595"/>
                <a:gd name="T12" fmla="*/ 755 w 277"/>
                <a:gd name="T13" fmla="*/ 1821 h 595"/>
                <a:gd name="T14" fmla="*/ 728 w 277"/>
                <a:gd name="T15" fmla="*/ 2151 h 595"/>
                <a:gd name="T16" fmla="*/ 647 w 277"/>
                <a:gd name="T17" fmla="*/ 2121 h 595"/>
                <a:gd name="T18" fmla="*/ 527 w 277"/>
                <a:gd name="T19" fmla="*/ 2062 h 595"/>
                <a:gd name="T20" fmla="*/ 264 w 277"/>
                <a:gd name="T21" fmla="*/ 2010 h 595"/>
                <a:gd name="T22" fmla="*/ 108 w 277"/>
                <a:gd name="T23" fmla="*/ 1948 h 595"/>
                <a:gd name="T24" fmla="*/ 19 w 277"/>
                <a:gd name="T25" fmla="*/ 1895 h 595"/>
                <a:gd name="T26" fmla="*/ 13 w 277"/>
                <a:gd name="T27" fmla="*/ 1742 h 595"/>
                <a:gd name="T28" fmla="*/ 13 w 277"/>
                <a:gd name="T29" fmla="*/ 1578 h 595"/>
                <a:gd name="T30" fmla="*/ 1 w 277"/>
                <a:gd name="T31" fmla="*/ 1319 h 595"/>
                <a:gd name="T32" fmla="*/ 25 w 277"/>
                <a:gd name="T33" fmla="*/ 757 h 595"/>
                <a:gd name="T34" fmla="*/ 75 w 277"/>
                <a:gd name="T35" fmla="*/ 265 h 595"/>
                <a:gd name="T36" fmla="*/ 79 w 277"/>
                <a:gd name="T37" fmla="*/ 22 h 5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7" h="595">
                  <a:moveTo>
                    <a:pt x="27" y="0"/>
                  </a:moveTo>
                  <a:cubicBezTo>
                    <a:pt x="48" y="19"/>
                    <a:pt x="88" y="19"/>
                    <a:pt x="115" y="22"/>
                  </a:cubicBezTo>
                  <a:cubicBezTo>
                    <a:pt x="145" y="26"/>
                    <a:pt x="179" y="30"/>
                    <a:pt x="208" y="40"/>
                  </a:cubicBezTo>
                  <a:cubicBezTo>
                    <a:pt x="219" y="44"/>
                    <a:pt x="229" y="50"/>
                    <a:pt x="239" y="55"/>
                  </a:cubicBezTo>
                  <a:cubicBezTo>
                    <a:pt x="257" y="64"/>
                    <a:pt x="263" y="68"/>
                    <a:pt x="266" y="90"/>
                  </a:cubicBezTo>
                  <a:cubicBezTo>
                    <a:pt x="277" y="156"/>
                    <a:pt x="268" y="230"/>
                    <a:pt x="262" y="297"/>
                  </a:cubicBezTo>
                  <a:cubicBezTo>
                    <a:pt x="256" y="364"/>
                    <a:pt x="251" y="433"/>
                    <a:pt x="251" y="501"/>
                  </a:cubicBezTo>
                  <a:cubicBezTo>
                    <a:pt x="251" y="520"/>
                    <a:pt x="266" y="585"/>
                    <a:pt x="242" y="592"/>
                  </a:cubicBezTo>
                  <a:cubicBezTo>
                    <a:pt x="232" y="595"/>
                    <a:pt x="223" y="588"/>
                    <a:pt x="215" y="583"/>
                  </a:cubicBezTo>
                  <a:cubicBezTo>
                    <a:pt x="201" y="575"/>
                    <a:pt x="190" y="570"/>
                    <a:pt x="175" y="567"/>
                  </a:cubicBezTo>
                  <a:cubicBezTo>
                    <a:pt x="146" y="561"/>
                    <a:pt x="117" y="559"/>
                    <a:pt x="88" y="553"/>
                  </a:cubicBezTo>
                  <a:cubicBezTo>
                    <a:pt x="71" y="549"/>
                    <a:pt x="54" y="540"/>
                    <a:pt x="36" y="536"/>
                  </a:cubicBezTo>
                  <a:cubicBezTo>
                    <a:pt x="24" y="533"/>
                    <a:pt x="11" y="536"/>
                    <a:pt x="6" y="521"/>
                  </a:cubicBezTo>
                  <a:cubicBezTo>
                    <a:pt x="2" y="510"/>
                    <a:pt x="5" y="491"/>
                    <a:pt x="4" y="479"/>
                  </a:cubicBezTo>
                  <a:cubicBezTo>
                    <a:pt x="4" y="464"/>
                    <a:pt x="4" y="449"/>
                    <a:pt x="4" y="434"/>
                  </a:cubicBezTo>
                  <a:cubicBezTo>
                    <a:pt x="2" y="410"/>
                    <a:pt x="0" y="387"/>
                    <a:pt x="1" y="363"/>
                  </a:cubicBezTo>
                  <a:cubicBezTo>
                    <a:pt x="3" y="312"/>
                    <a:pt x="4" y="259"/>
                    <a:pt x="8" y="208"/>
                  </a:cubicBezTo>
                  <a:cubicBezTo>
                    <a:pt x="12" y="163"/>
                    <a:pt x="19" y="118"/>
                    <a:pt x="25" y="73"/>
                  </a:cubicBezTo>
                  <a:cubicBezTo>
                    <a:pt x="27" y="51"/>
                    <a:pt x="26" y="29"/>
                    <a:pt x="26" y="6"/>
                  </a:cubicBezTo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2">
              <a:extLst>
                <a:ext uri="{FF2B5EF4-FFF2-40B4-BE49-F238E27FC236}">
                  <a16:creationId xmlns:a16="http://schemas.microsoft.com/office/drawing/2014/main" id="{843C9926-7858-4652-A989-BC4614F0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270"/>
              <a:ext cx="67" cy="97"/>
            </a:xfrm>
            <a:custGeom>
              <a:avLst/>
              <a:gdLst>
                <a:gd name="T0" fmla="*/ 137 w 47"/>
                <a:gd name="T1" fmla="*/ 8 h 63"/>
                <a:gd name="T2" fmla="*/ 48 w 47"/>
                <a:gd name="T3" fmla="*/ 43 h 63"/>
                <a:gd name="T4" fmla="*/ 9 w 47"/>
                <a:gd name="T5" fmla="*/ 91 h 63"/>
                <a:gd name="T6" fmla="*/ 115 w 47"/>
                <a:gd name="T7" fmla="*/ 229 h 63"/>
                <a:gd name="T8" fmla="*/ 123 w 47"/>
                <a:gd name="T9" fmla="*/ 1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3">
                  <a:moveTo>
                    <a:pt x="47" y="2"/>
                  </a:moveTo>
                  <a:cubicBezTo>
                    <a:pt x="35" y="0"/>
                    <a:pt x="27" y="8"/>
                    <a:pt x="17" y="12"/>
                  </a:cubicBezTo>
                  <a:cubicBezTo>
                    <a:pt x="7" y="15"/>
                    <a:pt x="0" y="14"/>
                    <a:pt x="3" y="25"/>
                  </a:cubicBezTo>
                  <a:cubicBezTo>
                    <a:pt x="6" y="37"/>
                    <a:pt x="32" y="54"/>
                    <a:pt x="40" y="63"/>
                  </a:cubicBezTo>
                  <a:cubicBezTo>
                    <a:pt x="43" y="44"/>
                    <a:pt x="31" y="20"/>
                    <a:pt x="4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13">
              <a:extLst>
                <a:ext uri="{FF2B5EF4-FFF2-40B4-BE49-F238E27FC236}">
                  <a16:creationId xmlns:a16="http://schemas.microsoft.com/office/drawing/2014/main" id="{89924B56-9593-4DE3-A332-D38ACFC2E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697"/>
              <a:ext cx="470" cy="115"/>
            </a:xfrm>
            <a:custGeom>
              <a:avLst/>
              <a:gdLst>
                <a:gd name="T0" fmla="*/ 61 w 326"/>
                <a:gd name="T1" fmla="*/ 103 h 75"/>
                <a:gd name="T2" fmla="*/ 433 w 326"/>
                <a:gd name="T3" fmla="*/ 202 h 75"/>
                <a:gd name="T4" fmla="*/ 781 w 326"/>
                <a:gd name="T5" fmla="*/ 238 h 75"/>
                <a:gd name="T6" fmla="*/ 659 w 326"/>
                <a:gd name="T7" fmla="*/ 54 h 75"/>
                <a:gd name="T8" fmla="*/ 258 w 326"/>
                <a:gd name="T9" fmla="*/ 32 h 75"/>
                <a:gd name="T10" fmla="*/ 76 w 326"/>
                <a:gd name="T11" fmla="*/ 8 h 75"/>
                <a:gd name="T12" fmla="*/ 72 w 326"/>
                <a:gd name="T13" fmla="*/ 103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75">
                  <a:moveTo>
                    <a:pt x="20" y="29"/>
                  </a:moveTo>
                  <a:cubicBezTo>
                    <a:pt x="61" y="38"/>
                    <a:pt x="102" y="48"/>
                    <a:pt x="144" y="56"/>
                  </a:cubicBezTo>
                  <a:cubicBezTo>
                    <a:pt x="180" y="64"/>
                    <a:pt x="224" y="75"/>
                    <a:pt x="261" y="66"/>
                  </a:cubicBezTo>
                  <a:cubicBezTo>
                    <a:pt x="326" y="50"/>
                    <a:pt x="248" y="19"/>
                    <a:pt x="220" y="15"/>
                  </a:cubicBezTo>
                  <a:cubicBezTo>
                    <a:pt x="177" y="9"/>
                    <a:pt x="131" y="11"/>
                    <a:pt x="86" y="9"/>
                  </a:cubicBezTo>
                  <a:cubicBezTo>
                    <a:pt x="66" y="7"/>
                    <a:pt x="46" y="3"/>
                    <a:pt x="26" y="2"/>
                  </a:cubicBezTo>
                  <a:cubicBezTo>
                    <a:pt x="0" y="0"/>
                    <a:pt x="2" y="16"/>
                    <a:pt x="24" y="29"/>
                  </a:cubicBezTo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14">
              <a:extLst>
                <a:ext uri="{FF2B5EF4-FFF2-40B4-BE49-F238E27FC236}">
                  <a16:creationId xmlns:a16="http://schemas.microsoft.com/office/drawing/2014/main" id="{0B0477DB-BCE1-4062-B1CE-82233CEA1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868"/>
              <a:ext cx="187" cy="1365"/>
            </a:xfrm>
            <a:custGeom>
              <a:avLst/>
              <a:gdLst>
                <a:gd name="T0" fmla="*/ 293 w 130"/>
                <a:gd name="T1" fmla="*/ 8 h 888"/>
                <a:gd name="T2" fmla="*/ 378 w 130"/>
                <a:gd name="T3" fmla="*/ 12 h 888"/>
                <a:gd name="T4" fmla="*/ 331 w 130"/>
                <a:gd name="T5" fmla="*/ 766 h 888"/>
                <a:gd name="T6" fmla="*/ 279 w 130"/>
                <a:gd name="T7" fmla="*/ 1540 h 888"/>
                <a:gd name="T8" fmla="*/ 209 w 130"/>
                <a:gd name="T9" fmla="*/ 2406 h 888"/>
                <a:gd name="T10" fmla="*/ 168 w 130"/>
                <a:gd name="T11" fmla="*/ 3190 h 888"/>
                <a:gd name="T12" fmla="*/ 131 w 130"/>
                <a:gd name="T13" fmla="*/ 3225 h 888"/>
                <a:gd name="T14" fmla="*/ 145 w 130"/>
                <a:gd name="T15" fmla="*/ 2284 h 888"/>
                <a:gd name="T16" fmla="*/ 183 w 130"/>
                <a:gd name="T17" fmla="*/ 1399 h 888"/>
                <a:gd name="T18" fmla="*/ 209 w 130"/>
                <a:gd name="T19" fmla="*/ 643 h 888"/>
                <a:gd name="T20" fmla="*/ 293 w 130"/>
                <a:gd name="T21" fmla="*/ 40 h 8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888">
                  <a:moveTo>
                    <a:pt x="99" y="2"/>
                  </a:moveTo>
                  <a:cubicBezTo>
                    <a:pt x="107" y="0"/>
                    <a:pt x="119" y="2"/>
                    <a:pt x="127" y="3"/>
                  </a:cubicBezTo>
                  <a:cubicBezTo>
                    <a:pt x="130" y="71"/>
                    <a:pt x="118" y="143"/>
                    <a:pt x="111" y="211"/>
                  </a:cubicBezTo>
                  <a:cubicBezTo>
                    <a:pt x="104" y="283"/>
                    <a:pt x="105" y="354"/>
                    <a:pt x="94" y="424"/>
                  </a:cubicBezTo>
                  <a:cubicBezTo>
                    <a:pt x="82" y="503"/>
                    <a:pt x="73" y="582"/>
                    <a:pt x="70" y="662"/>
                  </a:cubicBezTo>
                  <a:cubicBezTo>
                    <a:pt x="68" y="704"/>
                    <a:pt x="85" y="848"/>
                    <a:pt x="56" y="878"/>
                  </a:cubicBezTo>
                  <a:cubicBezTo>
                    <a:pt x="52" y="882"/>
                    <a:pt x="49" y="885"/>
                    <a:pt x="44" y="888"/>
                  </a:cubicBezTo>
                  <a:cubicBezTo>
                    <a:pt x="0" y="857"/>
                    <a:pt x="44" y="678"/>
                    <a:pt x="49" y="629"/>
                  </a:cubicBezTo>
                  <a:cubicBezTo>
                    <a:pt x="56" y="548"/>
                    <a:pt x="61" y="466"/>
                    <a:pt x="61" y="385"/>
                  </a:cubicBezTo>
                  <a:cubicBezTo>
                    <a:pt x="61" y="315"/>
                    <a:pt x="64" y="246"/>
                    <a:pt x="70" y="177"/>
                  </a:cubicBezTo>
                  <a:cubicBezTo>
                    <a:pt x="73" y="144"/>
                    <a:pt x="71" y="24"/>
                    <a:pt x="99" y="11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15">
              <a:extLst>
                <a:ext uri="{FF2B5EF4-FFF2-40B4-BE49-F238E27FC236}">
                  <a16:creationId xmlns:a16="http://schemas.microsoft.com/office/drawing/2014/main" id="{65AD235B-FB16-4576-AF56-51B3B801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881"/>
              <a:ext cx="114" cy="1336"/>
            </a:xfrm>
            <a:custGeom>
              <a:avLst/>
              <a:gdLst>
                <a:gd name="T0" fmla="*/ 14 w 79"/>
                <a:gd name="T1" fmla="*/ 66 h 869"/>
                <a:gd name="T2" fmla="*/ 66 w 79"/>
                <a:gd name="T3" fmla="*/ 784 h 869"/>
                <a:gd name="T4" fmla="*/ 107 w 79"/>
                <a:gd name="T5" fmla="*/ 1522 h 869"/>
                <a:gd name="T6" fmla="*/ 107 w 79"/>
                <a:gd name="T7" fmla="*/ 2463 h 869"/>
                <a:gd name="T8" fmla="*/ 192 w 79"/>
                <a:gd name="T9" fmla="*/ 3158 h 869"/>
                <a:gd name="T10" fmla="*/ 202 w 79"/>
                <a:gd name="T11" fmla="*/ 2832 h 869"/>
                <a:gd name="T12" fmla="*/ 192 w 79"/>
                <a:gd name="T13" fmla="*/ 2143 h 869"/>
                <a:gd name="T14" fmla="*/ 182 w 79"/>
                <a:gd name="T15" fmla="*/ 1127 h 869"/>
                <a:gd name="T16" fmla="*/ 102 w 79"/>
                <a:gd name="T17" fmla="*/ 8 h 869"/>
                <a:gd name="T18" fmla="*/ 42 w 79"/>
                <a:gd name="T19" fmla="*/ 8 h 869"/>
                <a:gd name="T20" fmla="*/ 42 w 79"/>
                <a:gd name="T21" fmla="*/ 66 h 8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69">
                  <a:moveTo>
                    <a:pt x="5" y="18"/>
                  </a:moveTo>
                  <a:cubicBezTo>
                    <a:pt x="0" y="81"/>
                    <a:pt x="16" y="153"/>
                    <a:pt x="22" y="216"/>
                  </a:cubicBezTo>
                  <a:cubicBezTo>
                    <a:pt x="29" y="283"/>
                    <a:pt x="32" y="351"/>
                    <a:pt x="35" y="419"/>
                  </a:cubicBezTo>
                  <a:cubicBezTo>
                    <a:pt x="38" y="505"/>
                    <a:pt x="35" y="592"/>
                    <a:pt x="35" y="678"/>
                  </a:cubicBezTo>
                  <a:cubicBezTo>
                    <a:pt x="35" y="732"/>
                    <a:pt x="25" y="829"/>
                    <a:pt x="64" y="869"/>
                  </a:cubicBezTo>
                  <a:cubicBezTo>
                    <a:pt x="79" y="842"/>
                    <a:pt x="69" y="808"/>
                    <a:pt x="67" y="779"/>
                  </a:cubicBezTo>
                  <a:cubicBezTo>
                    <a:pt x="62" y="716"/>
                    <a:pt x="67" y="653"/>
                    <a:pt x="64" y="590"/>
                  </a:cubicBezTo>
                  <a:cubicBezTo>
                    <a:pt x="60" y="497"/>
                    <a:pt x="67" y="403"/>
                    <a:pt x="60" y="310"/>
                  </a:cubicBezTo>
                  <a:cubicBezTo>
                    <a:pt x="51" y="208"/>
                    <a:pt x="55" y="102"/>
                    <a:pt x="34" y="2"/>
                  </a:cubicBezTo>
                  <a:cubicBezTo>
                    <a:pt x="28" y="0"/>
                    <a:pt x="20" y="1"/>
                    <a:pt x="14" y="2"/>
                  </a:cubicBezTo>
                  <a:cubicBezTo>
                    <a:pt x="13" y="8"/>
                    <a:pt x="14" y="13"/>
                    <a:pt x="14" y="18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16">
              <a:extLst>
                <a:ext uri="{FF2B5EF4-FFF2-40B4-BE49-F238E27FC236}">
                  <a16:creationId xmlns:a16="http://schemas.microsoft.com/office/drawing/2014/main" id="{EC6FB575-8504-4345-A923-1F7F8A1F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821"/>
              <a:ext cx="428" cy="202"/>
            </a:xfrm>
            <a:custGeom>
              <a:avLst/>
              <a:gdLst>
                <a:gd name="T0" fmla="*/ 176 w 297"/>
                <a:gd name="T1" fmla="*/ 304 h 131"/>
                <a:gd name="T2" fmla="*/ 863 w 297"/>
                <a:gd name="T3" fmla="*/ 480 h 131"/>
                <a:gd name="T4" fmla="*/ 533 w 297"/>
                <a:gd name="T5" fmla="*/ 123 h 131"/>
                <a:gd name="T6" fmla="*/ 128 w 297"/>
                <a:gd name="T7" fmla="*/ 259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31">
                  <a:moveTo>
                    <a:pt x="59" y="83"/>
                  </a:moveTo>
                  <a:cubicBezTo>
                    <a:pt x="63" y="32"/>
                    <a:pt x="297" y="46"/>
                    <a:pt x="289" y="131"/>
                  </a:cubicBezTo>
                  <a:cubicBezTo>
                    <a:pt x="289" y="45"/>
                    <a:pt x="252" y="46"/>
                    <a:pt x="178" y="34"/>
                  </a:cubicBezTo>
                  <a:cubicBezTo>
                    <a:pt x="150" y="30"/>
                    <a:pt x="0" y="0"/>
                    <a:pt x="43" y="71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17">
              <a:extLst>
                <a:ext uri="{FF2B5EF4-FFF2-40B4-BE49-F238E27FC236}">
                  <a16:creationId xmlns:a16="http://schemas.microsoft.com/office/drawing/2014/main" id="{093F2CBD-76E6-48FB-92B8-F3E104515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808"/>
              <a:ext cx="411" cy="224"/>
            </a:xfrm>
            <a:custGeom>
              <a:avLst/>
              <a:gdLst>
                <a:gd name="T0" fmla="*/ 6 w 285"/>
                <a:gd name="T1" fmla="*/ 516 h 146"/>
                <a:gd name="T2" fmla="*/ 104 w 285"/>
                <a:gd name="T3" fmla="*/ 322 h 146"/>
                <a:gd name="T4" fmla="*/ 645 w 285"/>
                <a:gd name="T5" fmla="*/ 290 h 146"/>
                <a:gd name="T6" fmla="*/ 300 w 285"/>
                <a:gd name="T7" fmla="*/ 379 h 146"/>
                <a:gd name="T8" fmla="*/ 6 w 285"/>
                <a:gd name="T9" fmla="*/ 528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5" h="146">
                  <a:moveTo>
                    <a:pt x="2" y="143"/>
                  </a:moveTo>
                  <a:cubicBezTo>
                    <a:pt x="0" y="122"/>
                    <a:pt x="17" y="98"/>
                    <a:pt x="35" y="89"/>
                  </a:cubicBezTo>
                  <a:cubicBezTo>
                    <a:pt x="49" y="85"/>
                    <a:pt x="285" y="0"/>
                    <a:pt x="215" y="80"/>
                  </a:cubicBezTo>
                  <a:cubicBezTo>
                    <a:pt x="206" y="91"/>
                    <a:pt x="119" y="102"/>
                    <a:pt x="100" y="105"/>
                  </a:cubicBezTo>
                  <a:cubicBezTo>
                    <a:pt x="71" y="110"/>
                    <a:pt x="13" y="112"/>
                    <a:pt x="2" y="146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18">
              <a:extLst>
                <a:ext uri="{FF2B5EF4-FFF2-40B4-BE49-F238E27FC236}">
                  <a16:creationId xmlns:a16="http://schemas.microsoft.com/office/drawing/2014/main" id="{AACF80B7-AC83-4304-9032-2B54A8196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811"/>
              <a:ext cx="116" cy="101"/>
            </a:xfrm>
            <a:custGeom>
              <a:avLst/>
              <a:gdLst>
                <a:gd name="T0" fmla="*/ 13 w 80"/>
                <a:gd name="T1" fmla="*/ 237 h 66"/>
                <a:gd name="T2" fmla="*/ 244 w 80"/>
                <a:gd name="T3" fmla="*/ 147 h 66"/>
                <a:gd name="T4" fmla="*/ 0 w 80"/>
                <a:gd name="T5" fmla="*/ 222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6">
                  <a:moveTo>
                    <a:pt x="4" y="66"/>
                  </a:moveTo>
                  <a:cubicBezTo>
                    <a:pt x="21" y="37"/>
                    <a:pt x="50" y="31"/>
                    <a:pt x="80" y="41"/>
                  </a:cubicBezTo>
                  <a:cubicBezTo>
                    <a:pt x="60" y="0"/>
                    <a:pt x="11" y="34"/>
                    <a:pt x="0" y="6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19">
              <a:extLst>
                <a:ext uri="{FF2B5EF4-FFF2-40B4-BE49-F238E27FC236}">
                  <a16:creationId xmlns:a16="http://schemas.microsoft.com/office/drawing/2014/main" id="{357955CD-50D5-494A-BEBE-999A09626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837"/>
              <a:ext cx="94" cy="54"/>
            </a:xfrm>
            <a:custGeom>
              <a:avLst/>
              <a:gdLst>
                <a:gd name="T0" fmla="*/ 13 w 65"/>
                <a:gd name="T1" fmla="*/ 45 h 35"/>
                <a:gd name="T2" fmla="*/ 197 w 65"/>
                <a:gd name="T3" fmla="*/ 128 h 35"/>
                <a:gd name="T4" fmla="*/ 14 w 65"/>
                <a:gd name="T5" fmla="*/ 14 h 35"/>
                <a:gd name="T6" fmla="*/ 13 w 65"/>
                <a:gd name="T7" fmla="*/ 6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5">
                  <a:moveTo>
                    <a:pt x="4" y="12"/>
                  </a:moveTo>
                  <a:cubicBezTo>
                    <a:pt x="25" y="9"/>
                    <a:pt x="53" y="15"/>
                    <a:pt x="65" y="35"/>
                  </a:cubicBezTo>
                  <a:cubicBezTo>
                    <a:pt x="65" y="11"/>
                    <a:pt x="27" y="0"/>
                    <a:pt x="5" y="4"/>
                  </a:cubicBezTo>
                  <a:cubicBezTo>
                    <a:pt x="0" y="11"/>
                    <a:pt x="4" y="14"/>
                    <a:pt x="4" y="16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20">
              <a:extLst>
                <a:ext uri="{FF2B5EF4-FFF2-40B4-BE49-F238E27FC236}">
                  <a16:creationId xmlns:a16="http://schemas.microsoft.com/office/drawing/2014/main" id="{EE12611E-86CD-4464-805F-9A1E85DCE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150"/>
              <a:ext cx="637" cy="238"/>
            </a:xfrm>
            <a:custGeom>
              <a:avLst/>
              <a:gdLst>
                <a:gd name="T0" fmla="*/ 1275 w 442"/>
                <a:gd name="T1" fmla="*/ 58 h 155"/>
                <a:gd name="T2" fmla="*/ 1186 w 442"/>
                <a:gd name="T3" fmla="*/ 272 h 155"/>
                <a:gd name="T4" fmla="*/ 881 w 442"/>
                <a:gd name="T5" fmla="*/ 347 h 155"/>
                <a:gd name="T6" fmla="*/ 484 w 442"/>
                <a:gd name="T7" fmla="*/ 459 h 155"/>
                <a:gd name="T8" fmla="*/ 419 w 442"/>
                <a:gd name="T9" fmla="*/ 393 h 155"/>
                <a:gd name="T10" fmla="*/ 284 w 442"/>
                <a:gd name="T11" fmla="*/ 370 h 155"/>
                <a:gd name="T12" fmla="*/ 123 w 442"/>
                <a:gd name="T13" fmla="*/ 299 h 155"/>
                <a:gd name="T14" fmla="*/ 0 w 442"/>
                <a:gd name="T15" fmla="*/ 278 h 155"/>
                <a:gd name="T16" fmla="*/ 306 w 442"/>
                <a:gd name="T17" fmla="*/ 410 h 155"/>
                <a:gd name="T18" fmla="*/ 512 w 442"/>
                <a:gd name="T19" fmla="*/ 560 h 155"/>
                <a:gd name="T20" fmla="*/ 748 w 442"/>
                <a:gd name="T21" fmla="*/ 410 h 155"/>
                <a:gd name="T22" fmla="*/ 1111 w 442"/>
                <a:gd name="T23" fmla="*/ 330 h 155"/>
                <a:gd name="T24" fmla="*/ 1296 w 442"/>
                <a:gd name="T25" fmla="*/ 221 h 155"/>
                <a:gd name="T26" fmla="*/ 1267 w 442"/>
                <a:gd name="T27" fmla="*/ 61 h 1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2" h="155">
                  <a:moveTo>
                    <a:pt x="426" y="16"/>
                  </a:moveTo>
                  <a:cubicBezTo>
                    <a:pt x="436" y="45"/>
                    <a:pt x="421" y="62"/>
                    <a:pt x="396" y="75"/>
                  </a:cubicBezTo>
                  <a:cubicBezTo>
                    <a:pt x="363" y="93"/>
                    <a:pt x="331" y="93"/>
                    <a:pt x="294" y="96"/>
                  </a:cubicBezTo>
                  <a:cubicBezTo>
                    <a:pt x="262" y="99"/>
                    <a:pt x="172" y="83"/>
                    <a:pt x="162" y="127"/>
                  </a:cubicBezTo>
                  <a:cubicBezTo>
                    <a:pt x="165" y="112"/>
                    <a:pt x="151" y="110"/>
                    <a:pt x="140" y="109"/>
                  </a:cubicBezTo>
                  <a:cubicBezTo>
                    <a:pt x="123" y="108"/>
                    <a:pt x="110" y="107"/>
                    <a:pt x="95" y="102"/>
                  </a:cubicBezTo>
                  <a:cubicBezTo>
                    <a:pt x="77" y="96"/>
                    <a:pt x="60" y="88"/>
                    <a:pt x="41" y="83"/>
                  </a:cubicBezTo>
                  <a:cubicBezTo>
                    <a:pt x="31" y="81"/>
                    <a:pt x="7" y="83"/>
                    <a:pt x="0" y="77"/>
                  </a:cubicBezTo>
                  <a:cubicBezTo>
                    <a:pt x="35" y="83"/>
                    <a:pt x="66" y="108"/>
                    <a:pt x="102" y="113"/>
                  </a:cubicBezTo>
                  <a:cubicBezTo>
                    <a:pt x="131" y="118"/>
                    <a:pt x="163" y="124"/>
                    <a:pt x="171" y="155"/>
                  </a:cubicBezTo>
                  <a:cubicBezTo>
                    <a:pt x="167" y="115"/>
                    <a:pt x="223" y="116"/>
                    <a:pt x="250" y="113"/>
                  </a:cubicBezTo>
                  <a:cubicBezTo>
                    <a:pt x="292" y="109"/>
                    <a:pt x="331" y="103"/>
                    <a:pt x="371" y="91"/>
                  </a:cubicBezTo>
                  <a:cubicBezTo>
                    <a:pt x="389" y="85"/>
                    <a:pt x="420" y="77"/>
                    <a:pt x="433" y="61"/>
                  </a:cubicBezTo>
                  <a:cubicBezTo>
                    <a:pt x="442" y="50"/>
                    <a:pt x="438" y="0"/>
                    <a:pt x="423" y="17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21">
              <a:extLst>
                <a:ext uri="{FF2B5EF4-FFF2-40B4-BE49-F238E27FC236}">
                  <a16:creationId xmlns:a16="http://schemas.microsoft.com/office/drawing/2014/main" id="{7859AB52-31EF-4828-9245-E08B73BF3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877"/>
              <a:ext cx="832" cy="1489"/>
            </a:xfrm>
            <a:custGeom>
              <a:avLst/>
              <a:gdLst>
                <a:gd name="T0" fmla="*/ 998 w 577"/>
                <a:gd name="T1" fmla="*/ 380 h 969"/>
                <a:gd name="T2" fmla="*/ 1194 w 577"/>
                <a:gd name="T3" fmla="*/ 141 h 969"/>
                <a:gd name="T4" fmla="*/ 1595 w 577"/>
                <a:gd name="T5" fmla="*/ 232 h 969"/>
                <a:gd name="T6" fmla="*/ 1703 w 577"/>
                <a:gd name="T7" fmla="*/ 3132 h 969"/>
                <a:gd name="T8" fmla="*/ 1586 w 577"/>
                <a:gd name="T9" fmla="*/ 3295 h 969"/>
                <a:gd name="T10" fmla="*/ 1002 w 577"/>
                <a:gd name="T11" fmla="*/ 3436 h 969"/>
                <a:gd name="T12" fmla="*/ 202 w 577"/>
                <a:gd name="T13" fmla="*/ 3252 h 969"/>
                <a:gd name="T14" fmla="*/ 359 w 577"/>
                <a:gd name="T15" fmla="*/ 101 h 969"/>
                <a:gd name="T16" fmla="*/ 460 w 577"/>
                <a:gd name="T17" fmla="*/ 61 h 969"/>
                <a:gd name="T18" fmla="*/ 930 w 577"/>
                <a:gd name="T19" fmla="*/ 203 h 969"/>
                <a:gd name="T20" fmla="*/ 998 w 577"/>
                <a:gd name="T21" fmla="*/ 380 h 9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7" h="969">
                  <a:moveTo>
                    <a:pt x="333" y="105"/>
                  </a:moveTo>
                  <a:cubicBezTo>
                    <a:pt x="333" y="105"/>
                    <a:pt x="357" y="45"/>
                    <a:pt x="398" y="39"/>
                  </a:cubicBezTo>
                  <a:cubicBezTo>
                    <a:pt x="440" y="33"/>
                    <a:pt x="529" y="0"/>
                    <a:pt x="532" y="64"/>
                  </a:cubicBezTo>
                  <a:cubicBezTo>
                    <a:pt x="535" y="128"/>
                    <a:pt x="560" y="807"/>
                    <a:pt x="568" y="863"/>
                  </a:cubicBezTo>
                  <a:cubicBezTo>
                    <a:pt x="577" y="919"/>
                    <a:pt x="568" y="910"/>
                    <a:pt x="529" y="908"/>
                  </a:cubicBezTo>
                  <a:cubicBezTo>
                    <a:pt x="490" y="905"/>
                    <a:pt x="359" y="924"/>
                    <a:pt x="334" y="947"/>
                  </a:cubicBezTo>
                  <a:cubicBezTo>
                    <a:pt x="309" y="969"/>
                    <a:pt x="134" y="883"/>
                    <a:pt x="67" y="896"/>
                  </a:cubicBezTo>
                  <a:cubicBezTo>
                    <a:pt x="0" y="910"/>
                    <a:pt x="120" y="28"/>
                    <a:pt x="120" y="28"/>
                  </a:cubicBezTo>
                  <a:cubicBezTo>
                    <a:pt x="120" y="28"/>
                    <a:pt x="114" y="14"/>
                    <a:pt x="153" y="17"/>
                  </a:cubicBezTo>
                  <a:cubicBezTo>
                    <a:pt x="198" y="20"/>
                    <a:pt x="305" y="24"/>
                    <a:pt x="310" y="56"/>
                  </a:cubicBezTo>
                  <a:cubicBezTo>
                    <a:pt x="316" y="87"/>
                    <a:pt x="318" y="127"/>
                    <a:pt x="333" y="10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22">
              <a:extLst>
                <a:ext uri="{FF2B5EF4-FFF2-40B4-BE49-F238E27FC236}">
                  <a16:creationId xmlns:a16="http://schemas.microsoft.com/office/drawing/2014/main" id="{444E04D4-BABD-42AB-A1EE-FA1D32D87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858"/>
              <a:ext cx="169" cy="1335"/>
            </a:xfrm>
            <a:custGeom>
              <a:avLst/>
              <a:gdLst>
                <a:gd name="T0" fmla="*/ 188 w 117"/>
                <a:gd name="T1" fmla="*/ 18 h 868"/>
                <a:gd name="T2" fmla="*/ 328 w 117"/>
                <a:gd name="T3" fmla="*/ 161 h 868"/>
                <a:gd name="T4" fmla="*/ 117 w 117"/>
                <a:gd name="T5" fmla="*/ 3158 h 868"/>
                <a:gd name="T6" fmla="*/ 0 w 117"/>
                <a:gd name="T7" fmla="*/ 2998 h 868"/>
                <a:gd name="T8" fmla="*/ 188 w 117"/>
                <a:gd name="T9" fmla="*/ 18 h 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8">
                  <a:moveTo>
                    <a:pt x="62" y="5"/>
                  </a:moveTo>
                  <a:cubicBezTo>
                    <a:pt x="62" y="5"/>
                    <a:pt x="117" y="0"/>
                    <a:pt x="109" y="44"/>
                  </a:cubicBezTo>
                  <a:cubicBezTo>
                    <a:pt x="101" y="89"/>
                    <a:pt x="39" y="868"/>
                    <a:pt x="39" y="868"/>
                  </a:cubicBezTo>
                  <a:cubicBezTo>
                    <a:pt x="39" y="868"/>
                    <a:pt x="0" y="852"/>
                    <a:pt x="0" y="824"/>
                  </a:cubicBezTo>
                  <a:cubicBezTo>
                    <a:pt x="0" y="796"/>
                    <a:pt x="62" y="5"/>
                    <a:pt x="62" y="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23">
              <a:extLst>
                <a:ext uri="{FF2B5EF4-FFF2-40B4-BE49-F238E27FC236}">
                  <a16:creationId xmlns:a16="http://schemas.microsoft.com/office/drawing/2014/main" id="{136F2937-D6CA-4E47-82CE-2B316465D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3219"/>
              <a:ext cx="1084" cy="292"/>
            </a:xfrm>
            <a:custGeom>
              <a:avLst/>
              <a:gdLst>
                <a:gd name="T0" fmla="*/ 36 w 752"/>
                <a:gd name="T1" fmla="*/ 0 h 190"/>
                <a:gd name="T2" fmla="*/ 277 w 752"/>
                <a:gd name="T3" fmla="*/ 317 h 190"/>
                <a:gd name="T4" fmla="*/ 2253 w 752"/>
                <a:gd name="T5" fmla="*/ 83 h 190"/>
                <a:gd name="T6" fmla="*/ 1392 w 752"/>
                <a:gd name="T7" fmla="*/ 364 h 190"/>
                <a:gd name="T8" fmla="*/ 36 w 752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190">
                  <a:moveTo>
                    <a:pt x="12" y="0"/>
                  </a:moveTo>
                  <a:cubicBezTo>
                    <a:pt x="12" y="0"/>
                    <a:pt x="0" y="59"/>
                    <a:pt x="92" y="87"/>
                  </a:cubicBezTo>
                  <a:cubicBezTo>
                    <a:pt x="185" y="115"/>
                    <a:pt x="588" y="190"/>
                    <a:pt x="752" y="23"/>
                  </a:cubicBezTo>
                  <a:cubicBezTo>
                    <a:pt x="752" y="23"/>
                    <a:pt x="619" y="102"/>
                    <a:pt x="465" y="100"/>
                  </a:cubicBezTo>
                  <a:cubicBezTo>
                    <a:pt x="310" y="97"/>
                    <a:pt x="33" y="87"/>
                    <a:pt x="12" y="0"/>
                  </a:cubicBezTo>
                  <a:close/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24">
              <a:extLst>
                <a:ext uri="{FF2B5EF4-FFF2-40B4-BE49-F238E27FC236}">
                  <a16:creationId xmlns:a16="http://schemas.microsoft.com/office/drawing/2014/main" id="{9E32624E-FC7A-428E-9674-1C07D1D4D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263"/>
              <a:ext cx="1038" cy="188"/>
            </a:xfrm>
            <a:custGeom>
              <a:avLst/>
              <a:gdLst>
                <a:gd name="T0" fmla="*/ 0 w 720"/>
                <a:gd name="T1" fmla="*/ 66 h 122"/>
                <a:gd name="T2" fmla="*/ 1058 w 720"/>
                <a:gd name="T3" fmla="*/ 381 h 122"/>
                <a:gd name="T4" fmla="*/ 2157 w 720"/>
                <a:gd name="T5" fmla="*/ 0 h 122"/>
                <a:gd name="T6" fmla="*/ 1058 w 720"/>
                <a:gd name="T7" fmla="*/ 399 h 122"/>
                <a:gd name="T8" fmla="*/ 0 w 720"/>
                <a:gd name="T9" fmla="*/ 6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0" h="122">
                  <a:moveTo>
                    <a:pt x="0" y="18"/>
                  </a:moveTo>
                  <a:cubicBezTo>
                    <a:pt x="0" y="18"/>
                    <a:pt x="21" y="88"/>
                    <a:pt x="353" y="104"/>
                  </a:cubicBezTo>
                  <a:cubicBezTo>
                    <a:pt x="595" y="115"/>
                    <a:pt x="720" y="0"/>
                    <a:pt x="720" y="0"/>
                  </a:cubicBezTo>
                  <a:cubicBezTo>
                    <a:pt x="720" y="0"/>
                    <a:pt x="614" y="122"/>
                    <a:pt x="353" y="109"/>
                  </a:cubicBezTo>
                  <a:cubicBezTo>
                    <a:pt x="35" y="93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25">
              <a:extLst>
                <a:ext uri="{FF2B5EF4-FFF2-40B4-BE49-F238E27FC236}">
                  <a16:creationId xmlns:a16="http://schemas.microsoft.com/office/drawing/2014/main" id="{6ACDBC10-2A23-48AB-8A55-96687886B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012"/>
              <a:ext cx="91" cy="1314"/>
            </a:xfrm>
            <a:custGeom>
              <a:avLst/>
              <a:gdLst>
                <a:gd name="T0" fmla="*/ 75 w 63"/>
                <a:gd name="T1" fmla="*/ 89 h 855"/>
                <a:gd name="T2" fmla="*/ 75 w 63"/>
                <a:gd name="T3" fmla="*/ 58 h 855"/>
                <a:gd name="T4" fmla="*/ 48 w 63"/>
                <a:gd name="T5" fmla="*/ 1752 h 855"/>
                <a:gd name="T6" fmla="*/ 48 w 63"/>
                <a:gd name="T7" fmla="*/ 2516 h 855"/>
                <a:gd name="T8" fmla="*/ 79 w 63"/>
                <a:gd name="T9" fmla="*/ 3103 h 855"/>
                <a:gd name="T10" fmla="*/ 150 w 63"/>
                <a:gd name="T11" fmla="*/ 1289 h 855"/>
                <a:gd name="T12" fmla="*/ 150 w 63"/>
                <a:gd name="T13" fmla="*/ 529 h 855"/>
                <a:gd name="T14" fmla="*/ 111 w 63"/>
                <a:gd name="T15" fmla="*/ 0 h 855"/>
                <a:gd name="T16" fmla="*/ 75 w 63"/>
                <a:gd name="T17" fmla="*/ 61 h 8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55">
                  <a:moveTo>
                    <a:pt x="25" y="25"/>
                  </a:moveTo>
                  <a:cubicBezTo>
                    <a:pt x="25" y="31"/>
                    <a:pt x="25" y="6"/>
                    <a:pt x="25" y="16"/>
                  </a:cubicBezTo>
                  <a:cubicBezTo>
                    <a:pt x="25" y="171"/>
                    <a:pt x="16" y="328"/>
                    <a:pt x="16" y="483"/>
                  </a:cubicBezTo>
                  <a:cubicBezTo>
                    <a:pt x="16" y="553"/>
                    <a:pt x="16" y="623"/>
                    <a:pt x="16" y="693"/>
                  </a:cubicBezTo>
                  <a:cubicBezTo>
                    <a:pt x="16" y="730"/>
                    <a:pt x="0" y="830"/>
                    <a:pt x="26" y="855"/>
                  </a:cubicBezTo>
                  <a:cubicBezTo>
                    <a:pt x="50" y="695"/>
                    <a:pt x="55" y="519"/>
                    <a:pt x="50" y="355"/>
                  </a:cubicBezTo>
                  <a:cubicBezTo>
                    <a:pt x="47" y="285"/>
                    <a:pt x="46" y="216"/>
                    <a:pt x="50" y="146"/>
                  </a:cubicBezTo>
                  <a:cubicBezTo>
                    <a:pt x="51" y="110"/>
                    <a:pt x="63" y="24"/>
                    <a:pt x="37" y="0"/>
                  </a:cubicBezTo>
                  <a:cubicBezTo>
                    <a:pt x="30" y="4"/>
                    <a:pt x="27" y="9"/>
                    <a:pt x="2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26">
              <a:extLst>
                <a:ext uri="{FF2B5EF4-FFF2-40B4-BE49-F238E27FC236}">
                  <a16:creationId xmlns:a16="http://schemas.microsoft.com/office/drawing/2014/main" id="{1319FE56-5424-4A5F-A25F-B66E0E44B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31"/>
              <a:ext cx="61" cy="1286"/>
            </a:xfrm>
            <a:custGeom>
              <a:avLst/>
              <a:gdLst>
                <a:gd name="T0" fmla="*/ 0 w 42"/>
                <a:gd name="T1" fmla="*/ 0 h 837"/>
                <a:gd name="T2" fmla="*/ 129 w 42"/>
                <a:gd name="T3" fmla="*/ 3036 h 837"/>
                <a:gd name="T4" fmla="*/ 0 w 42"/>
                <a:gd name="T5" fmla="*/ 0 h 8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37">
                  <a:moveTo>
                    <a:pt x="0" y="0"/>
                  </a:moveTo>
                  <a:cubicBezTo>
                    <a:pt x="42" y="837"/>
                    <a:pt x="42" y="837"/>
                    <a:pt x="42" y="837"/>
                  </a:cubicBezTo>
                  <a:cubicBezTo>
                    <a:pt x="42" y="837"/>
                    <a:pt x="30" y="86"/>
                    <a:pt x="0" y="0"/>
                  </a:cubicBezTo>
                  <a:close/>
                </a:path>
              </a:pathLst>
            </a:custGeom>
            <a:solidFill>
              <a:srgbClr val="C5C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27">
              <a:extLst>
                <a:ext uri="{FF2B5EF4-FFF2-40B4-BE49-F238E27FC236}">
                  <a16:creationId xmlns:a16="http://schemas.microsoft.com/office/drawing/2014/main" id="{78CF7182-807F-4583-BBCC-CD4F1D9B6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897"/>
              <a:ext cx="108" cy="1300"/>
            </a:xfrm>
            <a:custGeom>
              <a:avLst/>
              <a:gdLst>
                <a:gd name="T0" fmla="*/ 225 w 75"/>
                <a:gd name="T1" fmla="*/ 0 h 846"/>
                <a:gd name="T2" fmla="*/ 0 w 75"/>
                <a:gd name="T3" fmla="*/ 3070 h 846"/>
                <a:gd name="T4" fmla="*/ 225 w 75"/>
                <a:gd name="T5" fmla="*/ 0 h 8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846">
                  <a:moveTo>
                    <a:pt x="75" y="0"/>
                  </a:moveTo>
                  <a:cubicBezTo>
                    <a:pt x="0" y="846"/>
                    <a:pt x="0" y="846"/>
                    <a:pt x="0" y="846"/>
                  </a:cubicBezTo>
                  <a:cubicBezTo>
                    <a:pt x="0" y="846"/>
                    <a:pt x="15" y="222"/>
                    <a:pt x="75" y="0"/>
                  </a:cubicBezTo>
                  <a:close/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28">
              <a:extLst>
                <a:ext uri="{FF2B5EF4-FFF2-40B4-BE49-F238E27FC236}">
                  <a16:creationId xmlns:a16="http://schemas.microsoft.com/office/drawing/2014/main" id="{68435C9A-613F-4CCD-AC81-D73F0BC88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21"/>
              <a:ext cx="22" cy="223"/>
            </a:xfrm>
            <a:custGeom>
              <a:avLst/>
              <a:gdLst>
                <a:gd name="T0" fmla="*/ 0 w 15"/>
                <a:gd name="T1" fmla="*/ 0 h 145"/>
                <a:gd name="T2" fmla="*/ 6 w 15"/>
                <a:gd name="T3" fmla="*/ 528 h 145"/>
                <a:gd name="T4" fmla="*/ 0 w 15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5">
                  <a:moveTo>
                    <a:pt x="0" y="0"/>
                  </a:moveTo>
                  <a:cubicBezTo>
                    <a:pt x="2" y="145"/>
                    <a:pt x="2" y="145"/>
                    <a:pt x="2" y="145"/>
                  </a:cubicBezTo>
                  <a:cubicBezTo>
                    <a:pt x="2" y="145"/>
                    <a:pt x="15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29">
              <a:extLst>
                <a:ext uri="{FF2B5EF4-FFF2-40B4-BE49-F238E27FC236}">
                  <a16:creationId xmlns:a16="http://schemas.microsoft.com/office/drawing/2014/main" id="{ACF1906B-21E3-46DB-B8C6-1F05F0E20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017"/>
              <a:ext cx="23" cy="219"/>
            </a:xfrm>
            <a:custGeom>
              <a:avLst/>
              <a:gdLst>
                <a:gd name="T0" fmla="*/ 47 w 16"/>
                <a:gd name="T1" fmla="*/ 0 h 143"/>
                <a:gd name="T2" fmla="*/ 46 w 16"/>
                <a:gd name="T3" fmla="*/ 513 h 143"/>
                <a:gd name="T4" fmla="*/ 47 w 16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3">
                  <a:moveTo>
                    <a:pt x="16" y="0"/>
                  </a:moveTo>
                  <a:cubicBezTo>
                    <a:pt x="15" y="143"/>
                    <a:pt x="15" y="143"/>
                    <a:pt x="15" y="143"/>
                  </a:cubicBezTo>
                  <a:cubicBezTo>
                    <a:pt x="15" y="143"/>
                    <a:pt x="0" y="47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30">
              <a:extLst>
                <a:ext uri="{FF2B5EF4-FFF2-40B4-BE49-F238E27FC236}">
                  <a16:creationId xmlns:a16="http://schemas.microsoft.com/office/drawing/2014/main" id="{E0119AA8-1C07-4C3C-ABB3-E15C725AF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495"/>
              <a:ext cx="147" cy="794"/>
            </a:xfrm>
            <a:custGeom>
              <a:avLst/>
              <a:gdLst>
                <a:gd name="T0" fmla="*/ 36 w 102"/>
                <a:gd name="T1" fmla="*/ 1872 h 517"/>
                <a:gd name="T2" fmla="*/ 66 w 102"/>
                <a:gd name="T3" fmla="*/ 0 h 517"/>
                <a:gd name="T4" fmla="*/ 306 w 102"/>
                <a:gd name="T5" fmla="*/ 1806 h 517"/>
                <a:gd name="T6" fmla="*/ 36 w 102"/>
                <a:gd name="T7" fmla="*/ 1872 h 5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517">
                  <a:moveTo>
                    <a:pt x="12" y="517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0" y="513"/>
                    <a:pt x="102" y="499"/>
                  </a:cubicBezTo>
                  <a:cubicBezTo>
                    <a:pt x="102" y="499"/>
                    <a:pt x="17" y="504"/>
                    <a:pt x="12" y="5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31">
              <a:extLst>
                <a:ext uri="{FF2B5EF4-FFF2-40B4-BE49-F238E27FC236}">
                  <a16:creationId xmlns:a16="http://schemas.microsoft.com/office/drawing/2014/main" id="{D065AC1C-7164-4480-A066-2B3904AD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358"/>
              <a:ext cx="73" cy="795"/>
            </a:xfrm>
            <a:custGeom>
              <a:avLst/>
              <a:gdLst>
                <a:gd name="T0" fmla="*/ 44 w 73"/>
                <a:gd name="T1" fmla="*/ 0 h 795"/>
                <a:gd name="T2" fmla="*/ 0 w 73"/>
                <a:gd name="T3" fmla="*/ 770 h 795"/>
                <a:gd name="T4" fmla="*/ 26 w 73"/>
                <a:gd name="T5" fmla="*/ 795 h 795"/>
                <a:gd name="T6" fmla="*/ 73 w 73"/>
                <a:gd name="T7" fmla="*/ 17 h 795"/>
                <a:gd name="T8" fmla="*/ 44 w 73"/>
                <a:gd name="T9" fmla="*/ 0 h 7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95">
                  <a:moveTo>
                    <a:pt x="44" y="0"/>
                  </a:moveTo>
                  <a:lnTo>
                    <a:pt x="0" y="770"/>
                  </a:lnTo>
                  <a:lnTo>
                    <a:pt x="26" y="795"/>
                  </a:lnTo>
                  <a:lnTo>
                    <a:pt x="73" y="17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32">
              <a:extLst>
                <a:ext uri="{FF2B5EF4-FFF2-40B4-BE49-F238E27FC236}">
                  <a16:creationId xmlns:a16="http://schemas.microsoft.com/office/drawing/2014/main" id="{D37B9E37-5623-467D-800C-517F099EF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921"/>
              <a:ext cx="306" cy="312"/>
            </a:xfrm>
            <a:custGeom>
              <a:avLst/>
              <a:gdLst>
                <a:gd name="T0" fmla="*/ 583 w 212"/>
                <a:gd name="T1" fmla="*/ 161 h 203"/>
                <a:gd name="T2" fmla="*/ 81 w 212"/>
                <a:gd name="T3" fmla="*/ 0 h 203"/>
                <a:gd name="T4" fmla="*/ 0 w 212"/>
                <a:gd name="T5" fmla="*/ 738 h 203"/>
                <a:gd name="T6" fmla="*/ 583 w 212"/>
                <a:gd name="T7" fmla="*/ 725 h 203"/>
                <a:gd name="T8" fmla="*/ 583 w 212"/>
                <a:gd name="T9" fmla="*/ 161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203">
                  <a:moveTo>
                    <a:pt x="194" y="44"/>
                  </a:moveTo>
                  <a:cubicBezTo>
                    <a:pt x="194" y="44"/>
                    <a:pt x="212" y="6"/>
                    <a:pt x="27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3"/>
                    <a:pt x="153" y="194"/>
                    <a:pt x="194" y="200"/>
                  </a:cubicBezTo>
                  <a:cubicBezTo>
                    <a:pt x="194" y="200"/>
                    <a:pt x="185" y="67"/>
                    <a:pt x="194" y="44"/>
                  </a:cubicBezTo>
                  <a:close/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33">
              <a:extLst>
                <a:ext uri="{FF2B5EF4-FFF2-40B4-BE49-F238E27FC236}">
                  <a16:creationId xmlns:a16="http://schemas.microsoft.com/office/drawing/2014/main" id="{5E94527A-08E9-4CA8-A8E9-66BDA4D3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929"/>
              <a:ext cx="277" cy="244"/>
            </a:xfrm>
            <a:custGeom>
              <a:avLst/>
              <a:gdLst>
                <a:gd name="T0" fmla="*/ 570 w 192"/>
                <a:gd name="T1" fmla="*/ 574 h 159"/>
                <a:gd name="T2" fmla="*/ 577 w 192"/>
                <a:gd name="T3" fmla="*/ 137 h 159"/>
                <a:gd name="T4" fmla="*/ 127 w 192"/>
                <a:gd name="T5" fmla="*/ 26 h 159"/>
                <a:gd name="T6" fmla="*/ 570 w 192"/>
                <a:gd name="T7" fmla="*/ 574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59">
                  <a:moveTo>
                    <a:pt x="190" y="159"/>
                  </a:moveTo>
                  <a:cubicBezTo>
                    <a:pt x="192" y="38"/>
                    <a:pt x="192" y="38"/>
                    <a:pt x="192" y="38"/>
                  </a:cubicBezTo>
                  <a:cubicBezTo>
                    <a:pt x="192" y="38"/>
                    <a:pt x="83" y="0"/>
                    <a:pt x="42" y="7"/>
                  </a:cubicBezTo>
                  <a:cubicBezTo>
                    <a:pt x="0" y="13"/>
                    <a:pt x="180" y="97"/>
                    <a:pt x="190" y="159"/>
                  </a:cubicBezTo>
                  <a:close/>
                </a:path>
              </a:pathLst>
            </a:custGeom>
            <a:solidFill>
              <a:srgbClr val="C5C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34">
              <a:extLst>
                <a:ext uri="{FF2B5EF4-FFF2-40B4-BE49-F238E27FC236}">
                  <a16:creationId xmlns:a16="http://schemas.microsoft.com/office/drawing/2014/main" id="{D14D419C-6386-41E5-B961-DCDB7CDC8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907"/>
              <a:ext cx="235" cy="391"/>
            </a:xfrm>
            <a:custGeom>
              <a:avLst/>
              <a:gdLst>
                <a:gd name="T0" fmla="*/ 1 w 163"/>
                <a:gd name="T1" fmla="*/ 237 h 254"/>
                <a:gd name="T2" fmla="*/ 456 w 163"/>
                <a:gd name="T3" fmla="*/ 135 h 254"/>
                <a:gd name="T4" fmla="*/ 489 w 163"/>
                <a:gd name="T5" fmla="*/ 927 h 254"/>
                <a:gd name="T6" fmla="*/ 0 w 163"/>
                <a:gd name="T7" fmla="*/ 805 h 254"/>
                <a:gd name="T8" fmla="*/ 1 w 163"/>
                <a:gd name="T9" fmla="*/ 237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54">
                  <a:moveTo>
                    <a:pt x="1" y="65"/>
                  </a:moveTo>
                  <a:cubicBezTo>
                    <a:pt x="1" y="65"/>
                    <a:pt x="141" y="0"/>
                    <a:pt x="152" y="37"/>
                  </a:cubicBezTo>
                  <a:cubicBezTo>
                    <a:pt x="163" y="73"/>
                    <a:pt x="163" y="254"/>
                    <a:pt x="163" y="254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1"/>
                    <a:pt x="24" y="95"/>
                    <a:pt x="1" y="65"/>
                  </a:cubicBezTo>
                  <a:close/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35">
              <a:extLst>
                <a:ext uri="{FF2B5EF4-FFF2-40B4-BE49-F238E27FC236}">
                  <a16:creationId xmlns:a16="http://schemas.microsoft.com/office/drawing/2014/main" id="{1912130B-5E94-4D99-9580-07716F3A4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835"/>
              <a:ext cx="139" cy="552"/>
            </a:xfrm>
            <a:custGeom>
              <a:avLst/>
              <a:gdLst>
                <a:gd name="T0" fmla="*/ 291 w 96"/>
                <a:gd name="T1" fmla="*/ 1305 h 359"/>
                <a:gd name="T2" fmla="*/ 122 w 96"/>
                <a:gd name="T3" fmla="*/ 1175 h 359"/>
                <a:gd name="T4" fmla="*/ 239 w 96"/>
                <a:gd name="T5" fmla="*/ 131 h 359"/>
                <a:gd name="T6" fmla="*/ 291 w 96"/>
                <a:gd name="T7" fmla="*/ 1305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359">
                  <a:moveTo>
                    <a:pt x="96" y="359"/>
                  </a:moveTo>
                  <a:cubicBezTo>
                    <a:pt x="40" y="323"/>
                    <a:pt x="40" y="323"/>
                    <a:pt x="40" y="323"/>
                  </a:cubicBezTo>
                  <a:cubicBezTo>
                    <a:pt x="40" y="323"/>
                    <a:pt x="0" y="0"/>
                    <a:pt x="79" y="36"/>
                  </a:cubicBezTo>
                  <a:lnTo>
                    <a:pt x="96" y="359"/>
                  </a:lnTo>
                  <a:close/>
                </a:path>
              </a:pathLst>
            </a:custGeom>
            <a:solidFill>
              <a:srgbClr val="706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36">
              <a:extLst>
                <a:ext uri="{FF2B5EF4-FFF2-40B4-BE49-F238E27FC236}">
                  <a16:creationId xmlns:a16="http://schemas.microsoft.com/office/drawing/2014/main" id="{C1962153-90FA-4CEC-84A4-315D7C0B7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826"/>
              <a:ext cx="111" cy="457"/>
            </a:xfrm>
            <a:custGeom>
              <a:avLst/>
              <a:gdLst>
                <a:gd name="T0" fmla="*/ 56 w 77"/>
                <a:gd name="T1" fmla="*/ 146 h 297"/>
                <a:gd name="T2" fmla="*/ 0 w 77"/>
                <a:gd name="T3" fmla="*/ 1082 h 297"/>
                <a:gd name="T4" fmla="*/ 94 w 77"/>
                <a:gd name="T5" fmla="*/ 1028 h 297"/>
                <a:gd name="T6" fmla="*/ 56 w 77"/>
                <a:gd name="T7" fmla="*/ 146 h 2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297">
                  <a:moveTo>
                    <a:pt x="19" y="40"/>
                  </a:moveTo>
                  <a:cubicBezTo>
                    <a:pt x="0" y="297"/>
                    <a:pt x="0" y="297"/>
                    <a:pt x="0" y="297"/>
                  </a:cubicBezTo>
                  <a:cubicBezTo>
                    <a:pt x="31" y="282"/>
                    <a:pt x="31" y="282"/>
                    <a:pt x="31" y="282"/>
                  </a:cubicBezTo>
                  <a:cubicBezTo>
                    <a:pt x="31" y="282"/>
                    <a:pt x="77" y="0"/>
                    <a:pt x="19" y="40"/>
                  </a:cubicBezTo>
                  <a:close/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37">
              <a:extLst>
                <a:ext uri="{FF2B5EF4-FFF2-40B4-BE49-F238E27FC236}">
                  <a16:creationId xmlns:a16="http://schemas.microsoft.com/office/drawing/2014/main" id="{8E8E37AA-67D8-4596-8F5A-5B4A34780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90"/>
              <a:ext cx="72" cy="760"/>
            </a:xfrm>
            <a:custGeom>
              <a:avLst/>
              <a:gdLst>
                <a:gd name="T0" fmla="*/ 117 w 50"/>
                <a:gd name="T1" fmla="*/ 0 h 494"/>
                <a:gd name="T2" fmla="*/ 0 w 50"/>
                <a:gd name="T3" fmla="*/ 1798 h 494"/>
                <a:gd name="T4" fmla="*/ 117 w 50"/>
                <a:gd name="T5" fmla="*/ 0 h 4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94">
                  <a:moveTo>
                    <a:pt x="39" y="0"/>
                  </a:moveTo>
                  <a:cubicBezTo>
                    <a:pt x="0" y="494"/>
                    <a:pt x="0" y="494"/>
                    <a:pt x="0" y="494"/>
                  </a:cubicBezTo>
                  <a:cubicBezTo>
                    <a:pt x="0" y="494"/>
                    <a:pt x="50" y="87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38">
              <a:extLst>
                <a:ext uri="{FF2B5EF4-FFF2-40B4-BE49-F238E27FC236}">
                  <a16:creationId xmlns:a16="http://schemas.microsoft.com/office/drawing/2014/main" id="{16F35038-30F2-4F96-9598-1D6D7C725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48"/>
              <a:ext cx="689" cy="116"/>
            </a:xfrm>
            <a:custGeom>
              <a:avLst/>
              <a:gdLst>
                <a:gd name="T0" fmla="*/ 249 w 478"/>
                <a:gd name="T1" fmla="*/ 27 h 76"/>
                <a:gd name="T2" fmla="*/ 117 w 478"/>
                <a:gd name="T3" fmla="*/ 35 h 76"/>
                <a:gd name="T4" fmla="*/ 42 w 478"/>
                <a:gd name="T5" fmla="*/ 102 h 76"/>
                <a:gd name="T6" fmla="*/ 6 w 478"/>
                <a:gd name="T7" fmla="*/ 189 h 76"/>
                <a:gd name="T8" fmla="*/ 104 w 478"/>
                <a:gd name="T9" fmla="*/ 214 h 76"/>
                <a:gd name="T10" fmla="*/ 206 w 478"/>
                <a:gd name="T11" fmla="*/ 244 h 76"/>
                <a:gd name="T12" fmla="*/ 357 w 478"/>
                <a:gd name="T13" fmla="*/ 209 h 76"/>
                <a:gd name="T14" fmla="*/ 738 w 478"/>
                <a:gd name="T15" fmla="*/ 249 h 76"/>
                <a:gd name="T16" fmla="*/ 1044 w 478"/>
                <a:gd name="T17" fmla="*/ 263 h 76"/>
                <a:gd name="T18" fmla="*/ 1431 w 478"/>
                <a:gd name="T19" fmla="*/ 128 h 76"/>
                <a:gd name="T20" fmla="*/ 1342 w 478"/>
                <a:gd name="T21" fmla="*/ 128 h 76"/>
                <a:gd name="T22" fmla="*/ 1192 w 478"/>
                <a:gd name="T23" fmla="*/ 156 h 76"/>
                <a:gd name="T24" fmla="*/ 1016 w 478"/>
                <a:gd name="T25" fmla="*/ 154 h 76"/>
                <a:gd name="T26" fmla="*/ 663 w 478"/>
                <a:gd name="T27" fmla="*/ 130 h 76"/>
                <a:gd name="T28" fmla="*/ 399 w 478"/>
                <a:gd name="T29" fmla="*/ 49 h 76"/>
                <a:gd name="T30" fmla="*/ 244 w 478"/>
                <a:gd name="T31" fmla="*/ 2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8" h="76">
                  <a:moveTo>
                    <a:pt x="83" y="8"/>
                  </a:moveTo>
                  <a:cubicBezTo>
                    <a:pt x="73" y="0"/>
                    <a:pt x="51" y="6"/>
                    <a:pt x="39" y="10"/>
                  </a:cubicBezTo>
                  <a:cubicBezTo>
                    <a:pt x="26" y="14"/>
                    <a:pt x="21" y="18"/>
                    <a:pt x="14" y="29"/>
                  </a:cubicBezTo>
                  <a:cubicBezTo>
                    <a:pt x="10" y="36"/>
                    <a:pt x="0" y="44"/>
                    <a:pt x="2" y="53"/>
                  </a:cubicBezTo>
                  <a:cubicBezTo>
                    <a:pt x="4" y="63"/>
                    <a:pt x="24" y="58"/>
                    <a:pt x="35" y="60"/>
                  </a:cubicBezTo>
                  <a:cubicBezTo>
                    <a:pt x="47" y="63"/>
                    <a:pt x="56" y="70"/>
                    <a:pt x="69" y="69"/>
                  </a:cubicBezTo>
                  <a:cubicBezTo>
                    <a:pt x="85" y="68"/>
                    <a:pt x="102" y="61"/>
                    <a:pt x="119" y="59"/>
                  </a:cubicBezTo>
                  <a:cubicBezTo>
                    <a:pt x="162" y="56"/>
                    <a:pt x="204" y="64"/>
                    <a:pt x="246" y="70"/>
                  </a:cubicBezTo>
                  <a:cubicBezTo>
                    <a:pt x="279" y="75"/>
                    <a:pt x="315" y="76"/>
                    <a:pt x="348" y="74"/>
                  </a:cubicBezTo>
                  <a:cubicBezTo>
                    <a:pt x="388" y="72"/>
                    <a:pt x="447" y="63"/>
                    <a:pt x="478" y="36"/>
                  </a:cubicBezTo>
                  <a:cubicBezTo>
                    <a:pt x="468" y="35"/>
                    <a:pt x="458" y="35"/>
                    <a:pt x="448" y="36"/>
                  </a:cubicBezTo>
                  <a:cubicBezTo>
                    <a:pt x="431" y="37"/>
                    <a:pt x="415" y="44"/>
                    <a:pt x="398" y="44"/>
                  </a:cubicBezTo>
                  <a:cubicBezTo>
                    <a:pt x="379" y="44"/>
                    <a:pt x="359" y="43"/>
                    <a:pt x="339" y="43"/>
                  </a:cubicBezTo>
                  <a:cubicBezTo>
                    <a:pt x="300" y="43"/>
                    <a:pt x="260" y="44"/>
                    <a:pt x="221" y="37"/>
                  </a:cubicBezTo>
                  <a:cubicBezTo>
                    <a:pt x="191" y="31"/>
                    <a:pt x="162" y="20"/>
                    <a:pt x="133" y="14"/>
                  </a:cubicBezTo>
                  <a:cubicBezTo>
                    <a:pt x="118" y="11"/>
                    <a:pt x="96" y="6"/>
                    <a:pt x="81" y="7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39">
              <a:extLst>
                <a:ext uri="{FF2B5EF4-FFF2-40B4-BE49-F238E27FC236}">
                  <a16:creationId xmlns:a16="http://schemas.microsoft.com/office/drawing/2014/main" id="{27175792-55DD-4F82-BDC8-690E4FF6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757"/>
              <a:ext cx="364" cy="120"/>
            </a:xfrm>
            <a:custGeom>
              <a:avLst/>
              <a:gdLst>
                <a:gd name="T0" fmla="*/ 760 w 252"/>
                <a:gd name="T1" fmla="*/ 137 h 78"/>
                <a:gd name="T2" fmla="*/ 582 w 252"/>
                <a:gd name="T3" fmla="*/ 34 h 78"/>
                <a:gd name="T4" fmla="*/ 490 w 252"/>
                <a:gd name="T5" fmla="*/ 14 h 78"/>
                <a:gd name="T6" fmla="*/ 399 w 252"/>
                <a:gd name="T7" fmla="*/ 102 h 78"/>
                <a:gd name="T8" fmla="*/ 215 w 252"/>
                <a:gd name="T9" fmla="*/ 232 h 78"/>
                <a:gd name="T10" fmla="*/ 0 w 252"/>
                <a:gd name="T11" fmla="*/ 285 h 78"/>
                <a:gd name="T12" fmla="*/ 464 w 252"/>
                <a:gd name="T13" fmla="*/ 185 h 78"/>
                <a:gd name="T14" fmla="*/ 760 w 252"/>
                <a:gd name="T15" fmla="*/ 15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78">
                  <a:moveTo>
                    <a:pt x="252" y="38"/>
                  </a:moveTo>
                  <a:cubicBezTo>
                    <a:pt x="246" y="20"/>
                    <a:pt x="209" y="14"/>
                    <a:pt x="193" y="9"/>
                  </a:cubicBezTo>
                  <a:cubicBezTo>
                    <a:pt x="183" y="5"/>
                    <a:pt x="174" y="0"/>
                    <a:pt x="163" y="4"/>
                  </a:cubicBezTo>
                  <a:cubicBezTo>
                    <a:pt x="152" y="8"/>
                    <a:pt x="143" y="22"/>
                    <a:pt x="132" y="28"/>
                  </a:cubicBezTo>
                  <a:cubicBezTo>
                    <a:pt x="111" y="40"/>
                    <a:pt x="94" y="57"/>
                    <a:pt x="71" y="64"/>
                  </a:cubicBezTo>
                  <a:cubicBezTo>
                    <a:pt x="48" y="72"/>
                    <a:pt x="22" y="67"/>
                    <a:pt x="0" y="78"/>
                  </a:cubicBezTo>
                  <a:cubicBezTo>
                    <a:pt x="54" y="77"/>
                    <a:pt x="103" y="66"/>
                    <a:pt x="154" y="51"/>
                  </a:cubicBezTo>
                  <a:cubicBezTo>
                    <a:pt x="182" y="42"/>
                    <a:pt x="224" y="31"/>
                    <a:pt x="252" y="4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40">
              <a:extLst>
                <a:ext uri="{FF2B5EF4-FFF2-40B4-BE49-F238E27FC236}">
                  <a16:creationId xmlns:a16="http://schemas.microsoft.com/office/drawing/2014/main" id="{3423DDEF-BF17-4BFE-88CF-DEB80D8FB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666"/>
              <a:ext cx="383" cy="52"/>
            </a:xfrm>
            <a:custGeom>
              <a:avLst/>
              <a:gdLst>
                <a:gd name="T0" fmla="*/ 14 w 266"/>
                <a:gd name="T1" fmla="*/ 0 h 34"/>
                <a:gd name="T2" fmla="*/ 179 w 266"/>
                <a:gd name="T3" fmla="*/ 49 h 34"/>
                <a:gd name="T4" fmla="*/ 354 w 266"/>
                <a:gd name="T5" fmla="*/ 67 h 34"/>
                <a:gd name="T6" fmla="*/ 595 w 266"/>
                <a:gd name="T7" fmla="*/ 75 h 34"/>
                <a:gd name="T8" fmla="*/ 793 w 266"/>
                <a:gd name="T9" fmla="*/ 122 h 34"/>
                <a:gd name="T10" fmla="*/ 556 w 266"/>
                <a:gd name="T11" fmla="*/ 83 h 34"/>
                <a:gd name="T12" fmla="*/ 354 w 266"/>
                <a:gd name="T13" fmla="*/ 75 h 34"/>
                <a:gd name="T14" fmla="*/ 174 w 266"/>
                <a:gd name="T15" fmla="*/ 75 h 34"/>
                <a:gd name="T16" fmla="*/ 6 w 266"/>
                <a:gd name="T17" fmla="*/ 26 h 34"/>
                <a:gd name="T18" fmla="*/ 9 w 266"/>
                <a:gd name="T19" fmla="*/ 8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6" h="34">
                  <a:moveTo>
                    <a:pt x="5" y="0"/>
                  </a:moveTo>
                  <a:cubicBezTo>
                    <a:pt x="23" y="2"/>
                    <a:pt x="41" y="11"/>
                    <a:pt x="60" y="14"/>
                  </a:cubicBezTo>
                  <a:cubicBezTo>
                    <a:pt x="79" y="17"/>
                    <a:pt x="99" y="17"/>
                    <a:pt x="119" y="19"/>
                  </a:cubicBezTo>
                  <a:cubicBezTo>
                    <a:pt x="146" y="22"/>
                    <a:pt x="172" y="16"/>
                    <a:pt x="199" y="21"/>
                  </a:cubicBezTo>
                  <a:cubicBezTo>
                    <a:pt x="221" y="25"/>
                    <a:pt x="244" y="28"/>
                    <a:pt x="266" y="34"/>
                  </a:cubicBezTo>
                  <a:cubicBezTo>
                    <a:pt x="240" y="33"/>
                    <a:pt x="212" y="26"/>
                    <a:pt x="186" y="23"/>
                  </a:cubicBezTo>
                  <a:cubicBezTo>
                    <a:pt x="163" y="21"/>
                    <a:pt x="142" y="21"/>
                    <a:pt x="119" y="21"/>
                  </a:cubicBezTo>
                  <a:cubicBezTo>
                    <a:pt x="99" y="21"/>
                    <a:pt x="78" y="22"/>
                    <a:pt x="58" y="21"/>
                  </a:cubicBezTo>
                  <a:cubicBezTo>
                    <a:pt x="38" y="20"/>
                    <a:pt x="21" y="8"/>
                    <a:pt x="2" y="7"/>
                  </a:cubicBezTo>
                  <a:cubicBezTo>
                    <a:pt x="0" y="3"/>
                    <a:pt x="3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41">
              <a:extLst>
                <a:ext uri="{FF2B5EF4-FFF2-40B4-BE49-F238E27FC236}">
                  <a16:creationId xmlns:a16="http://schemas.microsoft.com/office/drawing/2014/main" id="{420BF4FA-5B13-47E7-929E-7306EC98B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15"/>
              <a:ext cx="404" cy="62"/>
            </a:xfrm>
            <a:custGeom>
              <a:avLst/>
              <a:gdLst>
                <a:gd name="T0" fmla="*/ 0 w 280"/>
                <a:gd name="T1" fmla="*/ 0 h 40"/>
                <a:gd name="T2" fmla="*/ 427 w 280"/>
                <a:gd name="T3" fmla="*/ 82 h 40"/>
                <a:gd name="T4" fmla="*/ 841 w 280"/>
                <a:gd name="T5" fmla="*/ 104 h 40"/>
                <a:gd name="T6" fmla="*/ 0 w 28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40">
                  <a:moveTo>
                    <a:pt x="0" y="0"/>
                  </a:moveTo>
                  <a:cubicBezTo>
                    <a:pt x="47" y="5"/>
                    <a:pt x="95" y="15"/>
                    <a:pt x="142" y="22"/>
                  </a:cubicBezTo>
                  <a:cubicBezTo>
                    <a:pt x="184" y="28"/>
                    <a:pt x="240" y="13"/>
                    <a:pt x="280" y="28"/>
                  </a:cubicBezTo>
                  <a:cubicBezTo>
                    <a:pt x="193" y="40"/>
                    <a:pt x="79" y="2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42">
              <a:extLst>
                <a:ext uri="{FF2B5EF4-FFF2-40B4-BE49-F238E27FC236}">
                  <a16:creationId xmlns:a16="http://schemas.microsoft.com/office/drawing/2014/main" id="{898F0022-9189-4FE6-AF61-56C762B5B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828"/>
              <a:ext cx="98" cy="127"/>
            </a:xfrm>
            <a:custGeom>
              <a:avLst/>
              <a:gdLst>
                <a:gd name="T0" fmla="*/ 104 w 68"/>
                <a:gd name="T1" fmla="*/ 32 h 83"/>
                <a:gd name="T2" fmla="*/ 72 w 68"/>
                <a:gd name="T3" fmla="*/ 242 h 83"/>
                <a:gd name="T4" fmla="*/ 189 w 68"/>
                <a:gd name="T5" fmla="*/ 54 h 83"/>
                <a:gd name="T6" fmla="*/ 95 w 68"/>
                <a:gd name="T7" fmla="*/ 21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3">
                  <a:moveTo>
                    <a:pt x="35" y="9"/>
                  </a:moveTo>
                  <a:cubicBezTo>
                    <a:pt x="0" y="0"/>
                    <a:pt x="2" y="55"/>
                    <a:pt x="24" y="67"/>
                  </a:cubicBezTo>
                  <a:cubicBezTo>
                    <a:pt x="52" y="83"/>
                    <a:pt x="68" y="39"/>
                    <a:pt x="63" y="15"/>
                  </a:cubicBezTo>
                  <a:cubicBezTo>
                    <a:pt x="53" y="10"/>
                    <a:pt x="43" y="9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43">
              <a:extLst>
                <a:ext uri="{FF2B5EF4-FFF2-40B4-BE49-F238E27FC236}">
                  <a16:creationId xmlns:a16="http://schemas.microsoft.com/office/drawing/2014/main" id="{E82E8FE2-AFCD-4E12-AE6D-DEA70F8DB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691"/>
              <a:ext cx="79" cy="144"/>
            </a:xfrm>
            <a:custGeom>
              <a:avLst/>
              <a:gdLst>
                <a:gd name="T0" fmla="*/ 80 w 55"/>
                <a:gd name="T1" fmla="*/ 0 h 94"/>
                <a:gd name="T2" fmla="*/ 29 w 55"/>
                <a:gd name="T3" fmla="*/ 162 h 94"/>
                <a:gd name="T4" fmla="*/ 70 w 55"/>
                <a:gd name="T5" fmla="*/ 242 h 94"/>
                <a:gd name="T6" fmla="*/ 68 w 55"/>
                <a:gd name="T7" fmla="*/ 339 h 94"/>
                <a:gd name="T8" fmla="*/ 98 w 55"/>
                <a:gd name="T9" fmla="*/ 195 h 94"/>
                <a:gd name="T10" fmla="*/ 80 w 55"/>
                <a:gd name="T11" fmla="*/ 12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94">
                  <a:moveTo>
                    <a:pt x="27" y="0"/>
                  </a:moveTo>
                  <a:cubicBezTo>
                    <a:pt x="0" y="2"/>
                    <a:pt x="4" y="28"/>
                    <a:pt x="10" y="45"/>
                  </a:cubicBezTo>
                  <a:cubicBezTo>
                    <a:pt x="14" y="55"/>
                    <a:pt x="21" y="54"/>
                    <a:pt x="24" y="67"/>
                  </a:cubicBezTo>
                  <a:cubicBezTo>
                    <a:pt x="26" y="77"/>
                    <a:pt x="14" y="81"/>
                    <a:pt x="23" y="94"/>
                  </a:cubicBezTo>
                  <a:cubicBezTo>
                    <a:pt x="20" y="75"/>
                    <a:pt x="38" y="69"/>
                    <a:pt x="33" y="54"/>
                  </a:cubicBezTo>
                  <a:cubicBezTo>
                    <a:pt x="55" y="41"/>
                    <a:pt x="49" y="9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44">
              <a:extLst>
                <a:ext uri="{FF2B5EF4-FFF2-40B4-BE49-F238E27FC236}">
                  <a16:creationId xmlns:a16="http://schemas.microsoft.com/office/drawing/2014/main" id="{A0E4346D-06C3-4656-8E8A-81FE3239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237"/>
              <a:ext cx="384" cy="123"/>
            </a:xfrm>
            <a:custGeom>
              <a:avLst/>
              <a:gdLst>
                <a:gd name="T0" fmla="*/ 13 w 266"/>
                <a:gd name="T1" fmla="*/ 12 h 80"/>
                <a:gd name="T2" fmla="*/ 211 w 266"/>
                <a:gd name="T3" fmla="*/ 54 h 80"/>
                <a:gd name="T4" fmla="*/ 422 w 266"/>
                <a:gd name="T5" fmla="*/ 114 h 80"/>
                <a:gd name="T6" fmla="*/ 609 w 266"/>
                <a:gd name="T7" fmla="*/ 192 h 80"/>
                <a:gd name="T8" fmla="*/ 800 w 266"/>
                <a:gd name="T9" fmla="*/ 291 h 80"/>
                <a:gd name="T10" fmla="*/ 588 w 266"/>
                <a:gd name="T11" fmla="*/ 211 h 80"/>
                <a:gd name="T12" fmla="*/ 381 w 266"/>
                <a:gd name="T13" fmla="*/ 131 h 80"/>
                <a:gd name="T14" fmla="*/ 188 w 266"/>
                <a:gd name="T15" fmla="*/ 83 h 80"/>
                <a:gd name="T16" fmla="*/ 0 w 266"/>
                <a:gd name="T17" fmla="*/ 28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80">
                  <a:moveTo>
                    <a:pt x="4" y="3"/>
                  </a:moveTo>
                  <a:cubicBezTo>
                    <a:pt x="24" y="0"/>
                    <a:pt x="51" y="11"/>
                    <a:pt x="70" y="15"/>
                  </a:cubicBezTo>
                  <a:cubicBezTo>
                    <a:pt x="94" y="20"/>
                    <a:pt x="118" y="24"/>
                    <a:pt x="140" y="31"/>
                  </a:cubicBezTo>
                  <a:cubicBezTo>
                    <a:pt x="162" y="38"/>
                    <a:pt x="181" y="48"/>
                    <a:pt x="202" y="53"/>
                  </a:cubicBezTo>
                  <a:cubicBezTo>
                    <a:pt x="225" y="59"/>
                    <a:pt x="249" y="63"/>
                    <a:pt x="266" y="80"/>
                  </a:cubicBezTo>
                  <a:cubicBezTo>
                    <a:pt x="245" y="80"/>
                    <a:pt x="216" y="63"/>
                    <a:pt x="195" y="58"/>
                  </a:cubicBezTo>
                  <a:cubicBezTo>
                    <a:pt x="172" y="52"/>
                    <a:pt x="148" y="44"/>
                    <a:pt x="127" y="36"/>
                  </a:cubicBezTo>
                  <a:cubicBezTo>
                    <a:pt x="107" y="28"/>
                    <a:pt x="84" y="24"/>
                    <a:pt x="62" y="23"/>
                  </a:cubicBezTo>
                  <a:cubicBezTo>
                    <a:pt x="43" y="22"/>
                    <a:pt x="14" y="24"/>
                    <a:pt x="0" y="8"/>
                  </a:cubicBezTo>
                </a:path>
              </a:pathLst>
            </a:custGeom>
            <a:solidFill>
              <a:srgbClr val="706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45">
              <a:extLst>
                <a:ext uri="{FF2B5EF4-FFF2-40B4-BE49-F238E27FC236}">
                  <a16:creationId xmlns:a16="http://schemas.microsoft.com/office/drawing/2014/main" id="{1AC2DE73-082F-4778-AA0F-12B563B6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288"/>
              <a:ext cx="309" cy="63"/>
            </a:xfrm>
            <a:custGeom>
              <a:avLst/>
              <a:gdLst>
                <a:gd name="T0" fmla="*/ 13 w 214"/>
                <a:gd name="T1" fmla="*/ 144 h 41"/>
                <a:gd name="T2" fmla="*/ 316 w 214"/>
                <a:gd name="T3" fmla="*/ 54 h 41"/>
                <a:gd name="T4" fmla="*/ 501 w 214"/>
                <a:gd name="T5" fmla="*/ 28 h 41"/>
                <a:gd name="T6" fmla="*/ 644 w 214"/>
                <a:gd name="T7" fmla="*/ 12 h 41"/>
                <a:gd name="T8" fmla="*/ 475 w 214"/>
                <a:gd name="T9" fmla="*/ 48 h 41"/>
                <a:gd name="T10" fmla="*/ 313 w 214"/>
                <a:gd name="T11" fmla="*/ 75 h 41"/>
                <a:gd name="T12" fmla="*/ 137 w 214"/>
                <a:gd name="T13" fmla="*/ 120 h 41"/>
                <a:gd name="T14" fmla="*/ 0 w 214"/>
                <a:gd name="T15" fmla="*/ 149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41">
                  <a:moveTo>
                    <a:pt x="4" y="40"/>
                  </a:moveTo>
                  <a:cubicBezTo>
                    <a:pt x="36" y="25"/>
                    <a:pt x="70" y="20"/>
                    <a:pt x="105" y="15"/>
                  </a:cubicBezTo>
                  <a:cubicBezTo>
                    <a:pt x="125" y="12"/>
                    <a:pt x="146" y="10"/>
                    <a:pt x="166" y="8"/>
                  </a:cubicBezTo>
                  <a:cubicBezTo>
                    <a:pt x="181" y="7"/>
                    <a:pt x="202" y="0"/>
                    <a:pt x="214" y="3"/>
                  </a:cubicBezTo>
                  <a:cubicBezTo>
                    <a:pt x="194" y="2"/>
                    <a:pt x="177" y="11"/>
                    <a:pt x="158" y="13"/>
                  </a:cubicBezTo>
                  <a:cubicBezTo>
                    <a:pt x="140" y="15"/>
                    <a:pt x="122" y="17"/>
                    <a:pt x="104" y="21"/>
                  </a:cubicBezTo>
                  <a:cubicBezTo>
                    <a:pt x="85" y="24"/>
                    <a:pt x="65" y="29"/>
                    <a:pt x="46" y="33"/>
                  </a:cubicBezTo>
                  <a:cubicBezTo>
                    <a:pt x="30" y="36"/>
                    <a:pt x="14" y="32"/>
                    <a:pt x="0" y="41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46">
              <a:extLst>
                <a:ext uri="{FF2B5EF4-FFF2-40B4-BE49-F238E27FC236}">
                  <a16:creationId xmlns:a16="http://schemas.microsoft.com/office/drawing/2014/main" id="{6FD41F09-07DD-4B7A-88EC-637FB65B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148"/>
              <a:ext cx="138" cy="106"/>
            </a:xfrm>
            <a:custGeom>
              <a:avLst/>
              <a:gdLst>
                <a:gd name="T0" fmla="*/ 0 w 96"/>
                <a:gd name="T1" fmla="*/ 250 h 69"/>
                <a:gd name="T2" fmla="*/ 285 w 96"/>
                <a:gd name="T3" fmla="*/ 0 h 69"/>
                <a:gd name="T4" fmla="*/ 0 w 96"/>
                <a:gd name="T5" fmla="*/ 24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69">
                  <a:moveTo>
                    <a:pt x="0" y="69"/>
                  </a:moveTo>
                  <a:cubicBezTo>
                    <a:pt x="29" y="43"/>
                    <a:pt x="80" y="41"/>
                    <a:pt x="96" y="0"/>
                  </a:cubicBezTo>
                  <a:cubicBezTo>
                    <a:pt x="74" y="27"/>
                    <a:pt x="21" y="38"/>
                    <a:pt x="0" y="67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47">
              <a:extLst>
                <a:ext uri="{FF2B5EF4-FFF2-40B4-BE49-F238E27FC236}">
                  <a16:creationId xmlns:a16="http://schemas.microsoft.com/office/drawing/2014/main" id="{DD125AF2-F87A-42E7-93F8-C91EAB445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3154"/>
              <a:ext cx="91" cy="99"/>
            </a:xfrm>
            <a:custGeom>
              <a:avLst/>
              <a:gdLst>
                <a:gd name="T0" fmla="*/ 0 w 63"/>
                <a:gd name="T1" fmla="*/ 0 h 64"/>
                <a:gd name="T2" fmla="*/ 62 w 63"/>
                <a:gd name="T3" fmla="*/ 88 h 64"/>
                <a:gd name="T4" fmla="*/ 121 w 63"/>
                <a:gd name="T5" fmla="*/ 135 h 64"/>
                <a:gd name="T6" fmla="*/ 170 w 63"/>
                <a:gd name="T7" fmla="*/ 162 h 64"/>
                <a:gd name="T8" fmla="*/ 189 w 63"/>
                <a:gd name="T9" fmla="*/ 237 h 64"/>
                <a:gd name="T10" fmla="*/ 137 w 63"/>
                <a:gd name="T11" fmla="*/ 183 h 64"/>
                <a:gd name="T12" fmla="*/ 79 w 63"/>
                <a:gd name="T13" fmla="*/ 114 h 64"/>
                <a:gd name="T14" fmla="*/ 6 w 63"/>
                <a:gd name="T15" fmla="*/ 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4">
                  <a:moveTo>
                    <a:pt x="0" y="0"/>
                  </a:moveTo>
                  <a:cubicBezTo>
                    <a:pt x="2" y="8"/>
                    <a:pt x="15" y="18"/>
                    <a:pt x="21" y="24"/>
                  </a:cubicBezTo>
                  <a:cubicBezTo>
                    <a:pt x="27" y="30"/>
                    <a:pt x="32" y="33"/>
                    <a:pt x="40" y="36"/>
                  </a:cubicBezTo>
                  <a:cubicBezTo>
                    <a:pt x="45" y="37"/>
                    <a:pt x="54" y="40"/>
                    <a:pt x="57" y="44"/>
                  </a:cubicBezTo>
                  <a:cubicBezTo>
                    <a:pt x="61" y="49"/>
                    <a:pt x="61" y="59"/>
                    <a:pt x="63" y="64"/>
                  </a:cubicBezTo>
                  <a:cubicBezTo>
                    <a:pt x="56" y="61"/>
                    <a:pt x="51" y="54"/>
                    <a:pt x="46" y="49"/>
                  </a:cubicBezTo>
                  <a:cubicBezTo>
                    <a:pt x="40" y="42"/>
                    <a:pt x="33" y="37"/>
                    <a:pt x="26" y="31"/>
                  </a:cubicBezTo>
                  <a:cubicBezTo>
                    <a:pt x="16" y="23"/>
                    <a:pt x="9" y="12"/>
                    <a:pt x="2" y="2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48">
              <a:extLst>
                <a:ext uri="{FF2B5EF4-FFF2-40B4-BE49-F238E27FC236}">
                  <a16:creationId xmlns:a16="http://schemas.microsoft.com/office/drawing/2014/main" id="{DB40C916-3D10-4474-B2E1-06CD3247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915"/>
              <a:ext cx="213" cy="114"/>
            </a:xfrm>
            <a:custGeom>
              <a:avLst/>
              <a:gdLst>
                <a:gd name="T0" fmla="*/ 0 w 148"/>
                <a:gd name="T1" fmla="*/ 75 h 74"/>
                <a:gd name="T2" fmla="*/ 141 w 148"/>
                <a:gd name="T3" fmla="*/ 5 h 74"/>
                <a:gd name="T4" fmla="*/ 272 w 148"/>
                <a:gd name="T5" fmla="*/ 26 h 74"/>
                <a:gd name="T6" fmla="*/ 396 w 148"/>
                <a:gd name="T7" fmla="*/ 102 h 74"/>
                <a:gd name="T8" fmla="*/ 416 w 148"/>
                <a:gd name="T9" fmla="*/ 271 h 74"/>
                <a:gd name="T10" fmla="*/ 253 w 148"/>
                <a:gd name="T11" fmla="*/ 28 h 74"/>
                <a:gd name="T12" fmla="*/ 131 w 148"/>
                <a:gd name="T13" fmla="*/ 43 h 74"/>
                <a:gd name="T14" fmla="*/ 104 w 148"/>
                <a:gd name="T15" fmla="*/ 35 h 74"/>
                <a:gd name="T16" fmla="*/ 83 w 148"/>
                <a:gd name="T17" fmla="*/ 66 h 74"/>
                <a:gd name="T18" fmla="*/ 14 w 148"/>
                <a:gd name="T19" fmla="*/ 69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74">
                  <a:moveTo>
                    <a:pt x="0" y="21"/>
                  </a:moveTo>
                  <a:cubicBezTo>
                    <a:pt x="21" y="25"/>
                    <a:pt x="28" y="0"/>
                    <a:pt x="47" y="1"/>
                  </a:cubicBezTo>
                  <a:cubicBezTo>
                    <a:pt x="61" y="1"/>
                    <a:pt x="77" y="4"/>
                    <a:pt x="91" y="7"/>
                  </a:cubicBezTo>
                  <a:cubicBezTo>
                    <a:pt x="107" y="10"/>
                    <a:pt x="122" y="14"/>
                    <a:pt x="133" y="28"/>
                  </a:cubicBezTo>
                  <a:cubicBezTo>
                    <a:pt x="141" y="39"/>
                    <a:pt x="148" y="61"/>
                    <a:pt x="140" y="74"/>
                  </a:cubicBezTo>
                  <a:cubicBezTo>
                    <a:pt x="143" y="39"/>
                    <a:pt x="119" y="10"/>
                    <a:pt x="85" y="8"/>
                  </a:cubicBezTo>
                  <a:cubicBezTo>
                    <a:pt x="71" y="8"/>
                    <a:pt x="58" y="11"/>
                    <a:pt x="44" y="12"/>
                  </a:cubicBezTo>
                  <a:cubicBezTo>
                    <a:pt x="41" y="12"/>
                    <a:pt x="39" y="9"/>
                    <a:pt x="35" y="10"/>
                  </a:cubicBezTo>
                  <a:cubicBezTo>
                    <a:pt x="34" y="10"/>
                    <a:pt x="31" y="17"/>
                    <a:pt x="28" y="18"/>
                  </a:cubicBezTo>
                  <a:cubicBezTo>
                    <a:pt x="21" y="22"/>
                    <a:pt x="11" y="22"/>
                    <a:pt x="5" y="19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49">
              <a:extLst>
                <a:ext uri="{FF2B5EF4-FFF2-40B4-BE49-F238E27FC236}">
                  <a16:creationId xmlns:a16="http://schemas.microsoft.com/office/drawing/2014/main" id="{5327A17C-AD74-4EF3-A88E-EFF817120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851"/>
              <a:ext cx="357" cy="50"/>
            </a:xfrm>
            <a:custGeom>
              <a:avLst/>
              <a:gdLst>
                <a:gd name="T0" fmla="*/ 740 w 248"/>
                <a:gd name="T1" fmla="*/ 0 h 33"/>
                <a:gd name="T2" fmla="*/ 561 w 248"/>
                <a:gd name="T3" fmla="*/ 59 h 33"/>
                <a:gd name="T4" fmla="*/ 379 w 248"/>
                <a:gd name="T5" fmla="*/ 88 h 33"/>
                <a:gd name="T6" fmla="*/ 0 w 248"/>
                <a:gd name="T7" fmla="*/ 115 h 33"/>
                <a:gd name="T8" fmla="*/ 184 w 248"/>
                <a:gd name="T9" fmla="*/ 89 h 33"/>
                <a:gd name="T10" fmla="*/ 364 w 248"/>
                <a:gd name="T11" fmla="*/ 80 h 33"/>
                <a:gd name="T12" fmla="*/ 713 w 248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33">
                  <a:moveTo>
                    <a:pt x="248" y="0"/>
                  </a:moveTo>
                  <a:cubicBezTo>
                    <a:pt x="229" y="2"/>
                    <a:pt x="209" y="14"/>
                    <a:pt x="188" y="17"/>
                  </a:cubicBezTo>
                  <a:cubicBezTo>
                    <a:pt x="167" y="20"/>
                    <a:pt x="148" y="24"/>
                    <a:pt x="127" y="25"/>
                  </a:cubicBezTo>
                  <a:cubicBezTo>
                    <a:pt x="84" y="27"/>
                    <a:pt x="43" y="33"/>
                    <a:pt x="0" y="33"/>
                  </a:cubicBezTo>
                  <a:cubicBezTo>
                    <a:pt x="21" y="32"/>
                    <a:pt x="41" y="27"/>
                    <a:pt x="62" y="26"/>
                  </a:cubicBezTo>
                  <a:cubicBezTo>
                    <a:pt x="82" y="25"/>
                    <a:pt x="102" y="24"/>
                    <a:pt x="122" y="23"/>
                  </a:cubicBezTo>
                  <a:cubicBezTo>
                    <a:pt x="161" y="19"/>
                    <a:pt x="198" y="2"/>
                    <a:pt x="239" y="2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50">
              <a:extLst>
                <a:ext uri="{FF2B5EF4-FFF2-40B4-BE49-F238E27FC236}">
                  <a16:creationId xmlns:a16="http://schemas.microsoft.com/office/drawing/2014/main" id="{FA6FC3DF-9F2A-4136-935F-1B54218E2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21"/>
              <a:ext cx="72" cy="94"/>
            </a:xfrm>
            <a:custGeom>
              <a:avLst/>
              <a:gdLst>
                <a:gd name="T0" fmla="*/ 0 w 50"/>
                <a:gd name="T1" fmla="*/ 12 h 61"/>
                <a:gd name="T2" fmla="*/ 117 w 50"/>
                <a:gd name="T3" fmla="*/ 60 h 61"/>
                <a:gd name="T4" fmla="*/ 143 w 50"/>
                <a:gd name="T5" fmla="*/ 223 h 61"/>
                <a:gd name="T6" fmla="*/ 6 w 50"/>
                <a:gd name="T7" fmla="*/ 1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1">
                  <a:moveTo>
                    <a:pt x="0" y="3"/>
                  </a:moveTo>
                  <a:cubicBezTo>
                    <a:pt x="16" y="7"/>
                    <a:pt x="28" y="0"/>
                    <a:pt x="39" y="16"/>
                  </a:cubicBezTo>
                  <a:cubicBezTo>
                    <a:pt x="50" y="31"/>
                    <a:pt x="46" y="45"/>
                    <a:pt x="48" y="61"/>
                  </a:cubicBezTo>
                  <a:cubicBezTo>
                    <a:pt x="43" y="34"/>
                    <a:pt x="27" y="14"/>
                    <a:pt x="2" y="3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Oval 51">
              <a:extLst>
                <a:ext uri="{FF2B5EF4-FFF2-40B4-BE49-F238E27FC236}">
                  <a16:creationId xmlns:a16="http://schemas.microsoft.com/office/drawing/2014/main" id="{7962DBFA-E5F4-49A1-8AFB-3FFFA35A2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1226"/>
              <a:ext cx="62" cy="2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7" name="Oval 52">
              <a:extLst>
                <a:ext uri="{FF2B5EF4-FFF2-40B4-BE49-F238E27FC236}">
                  <a16:creationId xmlns:a16="http://schemas.microsoft.com/office/drawing/2014/main" id="{CD97E5DE-BD1F-479B-8AB2-AC54F3C30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1231"/>
              <a:ext cx="56" cy="15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8" name="Freeform 53">
              <a:extLst>
                <a:ext uri="{FF2B5EF4-FFF2-40B4-BE49-F238E27FC236}">
                  <a16:creationId xmlns:a16="http://schemas.microsoft.com/office/drawing/2014/main" id="{A1CF776F-2264-4242-98C7-401ADE94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223"/>
              <a:ext cx="65" cy="13"/>
            </a:xfrm>
            <a:custGeom>
              <a:avLst/>
              <a:gdLst>
                <a:gd name="T0" fmla="*/ 0 w 45"/>
                <a:gd name="T1" fmla="*/ 29 h 8"/>
                <a:gd name="T2" fmla="*/ 66 w 45"/>
                <a:gd name="T3" fmla="*/ 5 h 8"/>
                <a:gd name="T4" fmla="*/ 136 w 45"/>
                <a:gd name="T5" fmla="*/ 34 h 8"/>
                <a:gd name="T6" fmla="*/ 66 w 45"/>
                <a:gd name="T7" fmla="*/ 0 h 8"/>
                <a:gd name="T8" fmla="*/ 0 w 45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">
                  <a:moveTo>
                    <a:pt x="0" y="7"/>
                  </a:moveTo>
                  <a:cubicBezTo>
                    <a:pt x="0" y="7"/>
                    <a:pt x="4" y="1"/>
                    <a:pt x="22" y="1"/>
                  </a:cubicBezTo>
                  <a:cubicBezTo>
                    <a:pt x="41" y="1"/>
                    <a:pt x="45" y="8"/>
                    <a:pt x="45" y="8"/>
                  </a:cubicBezTo>
                  <a:cubicBezTo>
                    <a:pt x="45" y="8"/>
                    <a:pt x="43" y="1"/>
                    <a:pt x="22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Oval 54">
              <a:extLst>
                <a:ext uri="{FF2B5EF4-FFF2-40B4-BE49-F238E27FC236}">
                  <a16:creationId xmlns:a16="http://schemas.microsoft.com/office/drawing/2014/main" id="{CD0C2DDA-D551-420D-8A89-F27B19AE9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1233"/>
              <a:ext cx="63" cy="2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0" name="Oval 55">
              <a:extLst>
                <a:ext uri="{FF2B5EF4-FFF2-40B4-BE49-F238E27FC236}">
                  <a16:creationId xmlns:a16="http://schemas.microsoft.com/office/drawing/2014/main" id="{C79D0B12-5E9D-4532-A9E7-9C490E419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1237"/>
              <a:ext cx="56" cy="16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1" name="Freeform 56">
              <a:extLst>
                <a:ext uri="{FF2B5EF4-FFF2-40B4-BE49-F238E27FC236}">
                  <a16:creationId xmlns:a16="http://schemas.microsoft.com/office/drawing/2014/main" id="{4B78AFB0-E531-4F31-A599-7EFCB6B2C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230"/>
              <a:ext cx="63" cy="12"/>
            </a:xfrm>
            <a:custGeom>
              <a:avLst/>
              <a:gdLst>
                <a:gd name="T0" fmla="*/ 0 w 44"/>
                <a:gd name="T1" fmla="*/ 26 h 8"/>
                <a:gd name="T2" fmla="*/ 66 w 44"/>
                <a:gd name="T3" fmla="*/ 5 h 8"/>
                <a:gd name="T4" fmla="*/ 129 w 44"/>
                <a:gd name="T5" fmla="*/ 27 h 8"/>
                <a:gd name="T6" fmla="*/ 66 w 44"/>
                <a:gd name="T7" fmla="*/ 0 h 8"/>
                <a:gd name="T8" fmla="*/ 0 w 44"/>
                <a:gd name="T9" fmla="*/ 2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7"/>
                  </a:moveTo>
                  <a:cubicBezTo>
                    <a:pt x="0" y="7"/>
                    <a:pt x="3" y="1"/>
                    <a:pt x="22" y="1"/>
                  </a:cubicBezTo>
                  <a:cubicBezTo>
                    <a:pt x="40" y="1"/>
                    <a:pt x="44" y="8"/>
                    <a:pt x="44" y="8"/>
                  </a:cubicBezTo>
                  <a:cubicBezTo>
                    <a:pt x="44" y="8"/>
                    <a:pt x="42" y="1"/>
                    <a:pt x="22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Oval 57">
              <a:extLst>
                <a:ext uri="{FF2B5EF4-FFF2-40B4-BE49-F238E27FC236}">
                  <a16:creationId xmlns:a16="http://schemas.microsoft.com/office/drawing/2014/main" id="{74243ED2-60F2-41F7-9968-C6AE79A10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240"/>
              <a:ext cx="64" cy="22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3" name="Oval 58">
              <a:extLst>
                <a:ext uri="{FF2B5EF4-FFF2-40B4-BE49-F238E27FC236}">
                  <a16:creationId xmlns:a16="http://schemas.microsoft.com/office/drawing/2014/main" id="{226CBC82-6B0D-4643-A8E1-6B45AB0EA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1245"/>
              <a:ext cx="58" cy="15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4" name="Freeform 59">
              <a:extLst>
                <a:ext uri="{FF2B5EF4-FFF2-40B4-BE49-F238E27FC236}">
                  <a16:creationId xmlns:a16="http://schemas.microsoft.com/office/drawing/2014/main" id="{81695CA0-8305-4452-8176-C9C96A7A0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237"/>
              <a:ext cx="64" cy="13"/>
            </a:xfrm>
            <a:custGeom>
              <a:avLst/>
              <a:gdLst>
                <a:gd name="T0" fmla="*/ 0 w 44"/>
                <a:gd name="T1" fmla="*/ 34 h 8"/>
                <a:gd name="T2" fmla="*/ 68 w 44"/>
                <a:gd name="T3" fmla="*/ 8 h 8"/>
                <a:gd name="T4" fmla="*/ 135 w 44"/>
                <a:gd name="T5" fmla="*/ 34 h 8"/>
                <a:gd name="T6" fmla="*/ 68 w 44"/>
                <a:gd name="T7" fmla="*/ 5 h 8"/>
                <a:gd name="T8" fmla="*/ 0 w 44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8"/>
                  </a:moveTo>
                  <a:cubicBezTo>
                    <a:pt x="0" y="8"/>
                    <a:pt x="3" y="2"/>
                    <a:pt x="22" y="2"/>
                  </a:cubicBezTo>
                  <a:cubicBezTo>
                    <a:pt x="40" y="2"/>
                    <a:pt x="44" y="8"/>
                    <a:pt x="44" y="8"/>
                  </a:cubicBezTo>
                  <a:cubicBezTo>
                    <a:pt x="44" y="8"/>
                    <a:pt x="42" y="1"/>
                    <a:pt x="22" y="1"/>
                  </a:cubicBezTo>
                  <a:cubicBezTo>
                    <a:pt x="1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Oval 60">
              <a:extLst>
                <a:ext uri="{FF2B5EF4-FFF2-40B4-BE49-F238E27FC236}">
                  <a16:creationId xmlns:a16="http://schemas.microsoft.com/office/drawing/2014/main" id="{05756C04-2635-4B71-B13C-382C96C2D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270"/>
              <a:ext cx="63" cy="21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6" name="Oval 61">
              <a:extLst>
                <a:ext uri="{FF2B5EF4-FFF2-40B4-BE49-F238E27FC236}">
                  <a16:creationId xmlns:a16="http://schemas.microsoft.com/office/drawing/2014/main" id="{908B5951-890C-4702-A362-071662D35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1274"/>
              <a:ext cx="57" cy="15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7" name="Freeform 62">
              <a:extLst>
                <a:ext uri="{FF2B5EF4-FFF2-40B4-BE49-F238E27FC236}">
                  <a16:creationId xmlns:a16="http://schemas.microsoft.com/office/drawing/2014/main" id="{D90452BB-6DB5-499B-8850-39D4175EE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266"/>
              <a:ext cx="64" cy="13"/>
            </a:xfrm>
            <a:custGeom>
              <a:avLst/>
              <a:gdLst>
                <a:gd name="T0" fmla="*/ 0 w 45"/>
                <a:gd name="T1" fmla="*/ 34 h 8"/>
                <a:gd name="T2" fmla="*/ 67 w 45"/>
                <a:gd name="T3" fmla="*/ 8 h 8"/>
                <a:gd name="T4" fmla="*/ 129 w 45"/>
                <a:gd name="T5" fmla="*/ 34 h 8"/>
                <a:gd name="T6" fmla="*/ 67 w 45"/>
                <a:gd name="T7" fmla="*/ 5 h 8"/>
                <a:gd name="T8" fmla="*/ 0 w 45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">
                  <a:moveTo>
                    <a:pt x="0" y="8"/>
                  </a:moveTo>
                  <a:cubicBezTo>
                    <a:pt x="0" y="8"/>
                    <a:pt x="4" y="2"/>
                    <a:pt x="23" y="2"/>
                  </a:cubicBezTo>
                  <a:cubicBezTo>
                    <a:pt x="41" y="1"/>
                    <a:pt x="45" y="8"/>
                    <a:pt x="45" y="8"/>
                  </a:cubicBezTo>
                  <a:cubicBezTo>
                    <a:pt x="45" y="8"/>
                    <a:pt x="43" y="1"/>
                    <a:pt x="23" y="1"/>
                  </a:cubicBezTo>
                  <a:cubicBezTo>
                    <a:pt x="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Oval 63">
              <a:extLst>
                <a:ext uri="{FF2B5EF4-FFF2-40B4-BE49-F238E27FC236}">
                  <a16:creationId xmlns:a16="http://schemas.microsoft.com/office/drawing/2014/main" id="{4E6BF59C-BF28-41E2-9A32-0B901B3F2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2" y="1260"/>
              <a:ext cx="64" cy="22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9" name="Oval 64">
              <a:extLst>
                <a:ext uri="{FF2B5EF4-FFF2-40B4-BE49-F238E27FC236}">
                  <a16:creationId xmlns:a16="http://schemas.microsoft.com/office/drawing/2014/main" id="{D4CC470E-ED01-4B3C-A5F5-717D5DF0D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265"/>
              <a:ext cx="56" cy="15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0" name="Freeform 65">
              <a:extLst>
                <a:ext uri="{FF2B5EF4-FFF2-40B4-BE49-F238E27FC236}">
                  <a16:creationId xmlns:a16="http://schemas.microsoft.com/office/drawing/2014/main" id="{B39788D1-6946-4BEC-8F2E-2AEAEEBD6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257"/>
              <a:ext cx="64" cy="13"/>
            </a:xfrm>
            <a:custGeom>
              <a:avLst/>
              <a:gdLst>
                <a:gd name="T0" fmla="*/ 0 w 44"/>
                <a:gd name="T1" fmla="*/ 34 h 8"/>
                <a:gd name="T2" fmla="*/ 68 w 44"/>
                <a:gd name="T3" fmla="*/ 5 h 8"/>
                <a:gd name="T4" fmla="*/ 135 w 44"/>
                <a:gd name="T5" fmla="*/ 34 h 8"/>
                <a:gd name="T6" fmla="*/ 68 w 44"/>
                <a:gd name="T7" fmla="*/ 5 h 8"/>
                <a:gd name="T8" fmla="*/ 0 w 44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8"/>
                  </a:moveTo>
                  <a:cubicBezTo>
                    <a:pt x="0" y="8"/>
                    <a:pt x="3" y="2"/>
                    <a:pt x="22" y="1"/>
                  </a:cubicBezTo>
                  <a:cubicBezTo>
                    <a:pt x="40" y="1"/>
                    <a:pt x="44" y="8"/>
                    <a:pt x="44" y="8"/>
                  </a:cubicBezTo>
                  <a:cubicBezTo>
                    <a:pt x="44" y="8"/>
                    <a:pt x="42" y="1"/>
                    <a:pt x="22" y="1"/>
                  </a:cubicBezTo>
                  <a:cubicBezTo>
                    <a:pt x="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Oval 66">
              <a:extLst>
                <a:ext uri="{FF2B5EF4-FFF2-40B4-BE49-F238E27FC236}">
                  <a16:creationId xmlns:a16="http://schemas.microsoft.com/office/drawing/2014/main" id="{41ABA3C3-17E3-46B2-983D-357087805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1263"/>
              <a:ext cx="63" cy="22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2" name="Oval 67">
              <a:extLst>
                <a:ext uri="{FF2B5EF4-FFF2-40B4-BE49-F238E27FC236}">
                  <a16:creationId xmlns:a16="http://schemas.microsoft.com/office/drawing/2014/main" id="{43DF1BA5-00C1-478F-9161-280FFCA06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" y="1268"/>
              <a:ext cx="56" cy="15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3" name="Freeform 68">
              <a:extLst>
                <a:ext uri="{FF2B5EF4-FFF2-40B4-BE49-F238E27FC236}">
                  <a16:creationId xmlns:a16="http://schemas.microsoft.com/office/drawing/2014/main" id="{E162503E-7FF1-4586-B679-166C770B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260"/>
              <a:ext cx="63" cy="13"/>
            </a:xfrm>
            <a:custGeom>
              <a:avLst/>
              <a:gdLst>
                <a:gd name="T0" fmla="*/ 0 w 44"/>
                <a:gd name="T1" fmla="*/ 34 h 8"/>
                <a:gd name="T2" fmla="*/ 66 w 44"/>
                <a:gd name="T3" fmla="*/ 5 h 8"/>
                <a:gd name="T4" fmla="*/ 129 w 44"/>
                <a:gd name="T5" fmla="*/ 34 h 8"/>
                <a:gd name="T6" fmla="*/ 66 w 44"/>
                <a:gd name="T7" fmla="*/ 5 h 8"/>
                <a:gd name="T8" fmla="*/ 0 w 44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">
                  <a:moveTo>
                    <a:pt x="0" y="8"/>
                  </a:moveTo>
                  <a:cubicBezTo>
                    <a:pt x="0" y="8"/>
                    <a:pt x="4" y="2"/>
                    <a:pt x="22" y="1"/>
                  </a:cubicBezTo>
                  <a:cubicBezTo>
                    <a:pt x="40" y="1"/>
                    <a:pt x="44" y="8"/>
                    <a:pt x="44" y="8"/>
                  </a:cubicBezTo>
                  <a:cubicBezTo>
                    <a:pt x="44" y="8"/>
                    <a:pt x="42" y="1"/>
                    <a:pt x="22" y="1"/>
                  </a:cubicBezTo>
                  <a:cubicBezTo>
                    <a:pt x="2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Oval 69">
              <a:extLst>
                <a:ext uri="{FF2B5EF4-FFF2-40B4-BE49-F238E27FC236}">
                  <a16:creationId xmlns:a16="http://schemas.microsoft.com/office/drawing/2014/main" id="{5647EA36-3CFA-4211-9A52-C77C5942D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1271"/>
              <a:ext cx="64" cy="2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5" name="Oval 70">
              <a:extLst>
                <a:ext uri="{FF2B5EF4-FFF2-40B4-BE49-F238E27FC236}">
                  <a16:creationId xmlns:a16="http://schemas.microsoft.com/office/drawing/2014/main" id="{066EF4C1-A683-4FDB-9589-1077022D7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5" y="1276"/>
              <a:ext cx="58" cy="15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6" name="Freeform 71">
              <a:extLst>
                <a:ext uri="{FF2B5EF4-FFF2-40B4-BE49-F238E27FC236}">
                  <a16:creationId xmlns:a16="http://schemas.microsoft.com/office/drawing/2014/main" id="{D0619042-D96D-4816-8BF2-8795DFCA7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268"/>
              <a:ext cx="65" cy="12"/>
            </a:xfrm>
            <a:custGeom>
              <a:avLst/>
              <a:gdLst>
                <a:gd name="T0" fmla="*/ 0 w 45"/>
                <a:gd name="T1" fmla="*/ 26 h 8"/>
                <a:gd name="T2" fmla="*/ 69 w 45"/>
                <a:gd name="T3" fmla="*/ 5 h 8"/>
                <a:gd name="T4" fmla="*/ 136 w 45"/>
                <a:gd name="T5" fmla="*/ 27 h 8"/>
                <a:gd name="T6" fmla="*/ 69 w 45"/>
                <a:gd name="T7" fmla="*/ 0 h 8"/>
                <a:gd name="T8" fmla="*/ 0 w 45"/>
                <a:gd name="T9" fmla="*/ 2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">
                  <a:moveTo>
                    <a:pt x="0" y="7"/>
                  </a:moveTo>
                  <a:cubicBezTo>
                    <a:pt x="0" y="7"/>
                    <a:pt x="4" y="1"/>
                    <a:pt x="23" y="1"/>
                  </a:cubicBezTo>
                  <a:cubicBezTo>
                    <a:pt x="41" y="1"/>
                    <a:pt x="45" y="8"/>
                    <a:pt x="45" y="8"/>
                  </a:cubicBezTo>
                  <a:cubicBezTo>
                    <a:pt x="45" y="8"/>
                    <a:pt x="43" y="1"/>
                    <a:pt x="23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Oval 72">
              <a:extLst>
                <a:ext uri="{FF2B5EF4-FFF2-40B4-BE49-F238E27FC236}">
                  <a16:creationId xmlns:a16="http://schemas.microsoft.com/office/drawing/2014/main" id="{C80AB6CB-EF59-46AE-9EBD-0BF20FF7C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3" y="1230"/>
              <a:ext cx="62" cy="21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8" name="Oval 73">
              <a:extLst>
                <a:ext uri="{FF2B5EF4-FFF2-40B4-BE49-F238E27FC236}">
                  <a16:creationId xmlns:a16="http://schemas.microsoft.com/office/drawing/2014/main" id="{6BEF56BA-2B7D-41E8-98F1-B36F250DB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1234"/>
              <a:ext cx="57" cy="1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9" name="Freeform 74">
              <a:extLst>
                <a:ext uri="{FF2B5EF4-FFF2-40B4-BE49-F238E27FC236}">
                  <a16:creationId xmlns:a16="http://schemas.microsoft.com/office/drawing/2014/main" id="{8B48E24A-D469-4565-B337-EA82B56B1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228"/>
              <a:ext cx="65" cy="11"/>
            </a:xfrm>
            <a:custGeom>
              <a:avLst/>
              <a:gdLst>
                <a:gd name="T0" fmla="*/ 0 w 45"/>
                <a:gd name="T1" fmla="*/ 27 h 7"/>
                <a:gd name="T2" fmla="*/ 66 w 45"/>
                <a:gd name="T3" fmla="*/ 5 h 7"/>
                <a:gd name="T4" fmla="*/ 136 w 45"/>
                <a:gd name="T5" fmla="*/ 27 h 7"/>
                <a:gd name="T6" fmla="*/ 69 w 45"/>
                <a:gd name="T7" fmla="*/ 0 h 7"/>
                <a:gd name="T8" fmla="*/ 0 w 45"/>
                <a:gd name="T9" fmla="*/ 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">
                  <a:moveTo>
                    <a:pt x="0" y="7"/>
                  </a:moveTo>
                  <a:cubicBezTo>
                    <a:pt x="0" y="7"/>
                    <a:pt x="4" y="1"/>
                    <a:pt x="22" y="1"/>
                  </a:cubicBezTo>
                  <a:cubicBezTo>
                    <a:pt x="41" y="1"/>
                    <a:pt x="45" y="7"/>
                    <a:pt x="45" y="7"/>
                  </a:cubicBezTo>
                  <a:cubicBezTo>
                    <a:pt x="45" y="7"/>
                    <a:pt x="43" y="0"/>
                    <a:pt x="23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Oval 75">
              <a:extLst>
                <a:ext uri="{FF2B5EF4-FFF2-40B4-BE49-F238E27FC236}">
                  <a16:creationId xmlns:a16="http://schemas.microsoft.com/office/drawing/2014/main" id="{94C5E752-1315-4372-AD60-95B928A38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1243"/>
              <a:ext cx="63" cy="2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1" name="Oval 76">
              <a:extLst>
                <a:ext uri="{FF2B5EF4-FFF2-40B4-BE49-F238E27FC236}">
                  <a16:creationId xmlns:a16="http://schemas.microsoft.com/office/drawing/2014/main" id="{A2F654E7-BDD0-4683-A9DB-DD7A09447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3" y="1246"/>
              <a:ext cx="57" cy="17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2" name="Freeform 77">
              <a:extLst>
                <a:ext uri="{FF2B5EF4-FFF2-40B4-BE49-F238E27FC236}">
                  <a16:creationId xmlns:a16="http://schemas.microsoft.com/office/drawing/2014/main" id="{D7330891-9411-4F6D-A5E2-299CBDB7A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240"/>
              <a:ext cx="65" cy="11"/>
            </a:xfrm>
            <a:custGeom>
              <a:avLst/>
              <a:gdLst>
                <a:gd name="T0" fmla="*/ 0 w 45"/>
                <a:gd name="T1" fmla="*/ 27 h 7"/>
                <a:gd name="T2" fmla="*/ 66 w 45"/>
                <a:gd name="T3" fmla="*/ 5 h 7"/>
                <a:gd name="T4" fmla="*/ 136 w 45"/>
                <a:gd name="T5" fmla="*/ 27 h 7"/>
                <a:gd name="T6" fmla="*/ 69 w 45"/>
                <a:gd name="T7" fmla="*/ 0 h 7"/>
                <a:gd name="T8" fmla="*/ 0 w 45"/>
                <a:gd name="T9" fmla="*/ 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">
                  <a:moveTo>
                    <a:pt x="0" y="7"/>
                  </a:moveTo>
                  <a:cubicBezTo>
                    <a:pt x="0" y="7"/>
                    <a:pt x="4" y="1"/>
                    <a:pt x="22" y="1"/>
                  </a:cubicBezTo>
                  <a:cubicBezTo>
                    <a:pt x="41" y="1"/>
                    <a:pt x="45" y="7"/>
                    <a:pt x="45" y="7"/>
                  </a:cubicBezTo>
                  <a:cubicBezTo>
                    <a:pt x="45" y="7"/>
                    <a:pt x="43" y="0"/>
                    <a:pt x="23" y="0"/>
                  </a:cubicBezTo>
                  <a:cubicBezTo>
                    <a:pt x="2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Freeform 78">
              <a:extLst>
                <a:ext uri="{FF2B5EF4-FFF2-40B4-BE49-F238E27FC236}">
                  <a16:creationId xmlns:a16="http://schemas.microsoft.com/office/drawing/2014/main" id="{24292A12-967B-4B23-9242-3EE61959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662"/>
              <a:ext cx="97" cy="93"/>
            </a:xfrm>
            <a:custGeom>
              <a:avLst/>
              <a:gdLst>
                <a:gd name="T0" fmla="*/ 203 w 67"/>
                <a:gd name="T1" fmla="*/ 0 h 61"/>
                <a:gd name="T2" fmla="*/ 203 w 67"/>
                <a:gd name="T3" fmla="*/ 35 h 61"/>
                <a:gd name="T4" fmla="*/ 195 w 67"/>
                <a:gd name="T5" fmla="*/ 85 h 61"/>
                <a:gd name="T6" fmla="*/ 155 w 67"/>
                <a:gd name="T7" fmla="*/ 160 h 61"/>
                <a:gd name="T8" fmla="*/ 88 w 67"/>
                <a:gd name="T9" fmla="*/ 198 h 61"/>
                <a:gd name="T10" fmla="*/ 36 w 67"/>
                <a:gd name="T11" fmla="*/ 212 h 61"/>
                <a:gd name="T12" fmla="*/ 0 w 67"/>
                <a:gd name="T13" fmla="*/ 216 h 61"/>
                <a:gd name="T14" fmla="*/ 85 w 67"/>
                <a:gd name="T15" fmla="*/ 156 h 61"/>
                <a:gd name="T16" fmla="*/ 136 w 67"/>
                <a:gd name="T17" fmla="*/ 79 h 61"/>
                <a:gd name="T18" fmla="*/ 158 w 67"/>
                <a:gd name="T19" fmla="*/ 21 h 61"/>
                <a:gd name="T20" fmla="*/ 201 w 67"/>
                <a:gd name="T21" fmla="*/ 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61">
                  <a:moveTo>
                    <a:pt x="67" y="0"/>
                  </a:moveTo>
                  <a:cubicBezTo>
                    <a:pt x="67" y="0"/>
                    <a:pt x="67" y="8"/>
                    <a:pt x="67" y="10"/>
                  </a:cubicBezTo>
                  <a:cubicBezTo>
                    <a:pt x="67" y="15"/>
                    <a:pt x="65" y="19"/>
                    <a:pt x="64" y="24"/>
                  </a:cubicBezTo>
                  <a:cubicBezTo>
                    <a:pt x="61" y="32"/>
                    <a:pt x="57" y="39"/>
                    <a:pt x="51" y="45"/>
                  </a:cubicBezTo>
                  <a:cubicBezTo>
                    <a:pt x="44" y="51"/>
                    <a:pt x="37" y="53"/>
                    <a:pt x="29" y="56"/>
                  </a:cubicBezTo>
                  <a:cubicBezTo>
                    <a:pt x="23" y="58"/>
                    <a:pt x="19" y="60"/>
                    <a:pt x="12" y="60"/>
                  </a:cubicBezTo>
                  <a:cubicBezTo>
                    <a:pt x="8" y="61"/>
                    <a:pt x="4" y="60"/>
                    <a:pt x="0" y="61"/>
                  </a:cubicBezTo>
                  <a:cubicBezTo>
                    <a:pt x="10" y="59"/>
                    <a:pt x="20" y="50"/>
                    <a:pt x="28" y="44"/>
                  </a:cubicBezTo>
                  <a:cubicBezTo>
                    <a:pt x="36" y="38"/>
                    <a:pt x="43" y="32"/>
                    <a:pt x="45" y="22"/>
                  </a:cubicBezTo>
                  <a:cubicBezTo>
                    <a:pt x="47" y="16"/>
                    <a:pt x="47" y="10"/>
                    <a:pt x="52" y="6"/>
                  </a:cubicBezTo>
                  <a:cubicBezTo>
                    <a:pt x="56" y="3"/>
                    <a:pt x="63" y="0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Freeform 79">
              <a:extLst>
                <a:ext uri="{FF2B5EF4-FFF2-40B4-BE49-F238E27FC236}">
                  <a16:creationId xmlns:a16="http://schemas.microsoft.com/office/drawing/2014/main" id="{984C5E14-E1B1-4B1F-B92C-897953F5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412"/>
              <a:ext cx="222" cy="93"/>
            </a:xfrm>
            <a:custGeom>
              <a:avLst/>
              <a:gdLst>
                <a:gd name="T0" fmla="*/ 427 w 154"/>
                <a:gd name="T1" fmla="*/ 0 h 60"/>
                <a:gd name="T2" fmla="*/ 236 w 154"/>
                <a:gd name="T3" fmla="*/ 115 h 60"/>
                <a:gd name="T4" fmla="*/ 0 w 154"/>
                <a:gd name="T5" fmla="*/ 153 h 60"/>
                <a:gd name="T6" fmla="*/ 428 w 154"/>
                <a:gd name="T7" fmla="*/ 14 h 60"/>
                <a:gd name="T8" fmla="*/ 427 w 15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60">
                  <a:moveTo>
                    <a:pt x="142" y="0"/>
                  </a:moveTo>
                  <a:cubicBezTo>
                    <a:pt x="127" y="15"/>
                    <a:pt x="101" y="25"/>
                    <a:pt x="79" y="31"/>
                  </a:cubicBezTo>
                  <a:cubicBezTo>
                    <a:pt x="61" y="36"/>
                    <a:pt x="27" y="43"/>
                    <a:pt x="0" y="41"/>
                  </a:cubicBezTo>
                  <a:cubicBezTo>
                    <a:pt x="30" y="47"/>
                    <a:pt x="154" y="60"/>
                    <a:pt x="143" y="4"/>
                  </a:cubicBezTo>
                  <a:cubicBezTo>
                    <a:pt x="143" y="2"/>
                    <a:pt x="143" y="2"/>
                    <a:pt x="142" y="0"/>
                  </a:cubicBezTo>
                </a:path>
              </a:pathLst>
            </a:cu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Freeform 80">
              <a:extLst>
                <a:ext uri="{FF2B5EF4-FFF2-40B4-BE49-F238E27FC236}">
                  <a16:creationId xmlns:a16="http://schemas.microsoft.com/office/drawing/2014/main" id="{DA7F28D2-4BE0-4CBA-95AE-3F526EF92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313"/>
              <a:ext cx="402" cy="378"/>
            </a:xfrm>
            <a:custGeom>
              <a:avLst/>
              <a:gdLst>
                <a:gd name="T0" fmla="*/ 767 w 279"/>
                <a:gd name="T1" fmla="*/ 52 h 246"/>
                <a:gd name="T2" fmla="*/ 810 w 279"/>
                <a:gd name="T3" fmla="*/ 364 h 246"/>
                <a:gd name="T4" fmla="*/ 805 w 279"/>
                <a:gd name="T5" fmla="*/ 426 h 246"/>
                <a:gd name="T6" fmla="*/ 823 w 279"/>
                <a:gd name="T7" fmla="*/ 675 h 246"/>
                <a:gd name="T8" fmla="*/ 767 w 279"/>
                <a:gd name="T9" fmla="*/ 885 h 246"/>
                <a:gd name="T10" fmla="*/ 399 w 279"/>
                <a:gd name="T11" fmla="*/ 857 h 246"/>
                <a:gd name="T12" fmla="*/ 53 w 279"/>
                <a:gd name="T13" fmla="*/ 787 h 246"/>
                <a:gd name="T14" fmla="*/ 378 w 279"/>
                <a:gd name="T15" fmla="*/ 555 h 246"/>
                <a:gd name="T16" fmla="*/ 184 w 279"/>
                <a:gd name="T17" fmla="*/ 522 h 246"/>
                <a:gd name="T18" fmla="*/ 0 w 279"/>
                <a:gd name="T19" fmla="*/ 418 h 246"/>
                <a:gd name="T20" fmla="*/ 409 w 279"/>
                <a:gd name="T21" fmla="*/ 340 h 246"/>
                <a:gd name="T22" fmla="*/ 35 w 279"/>
                <a:gd name="T23" fmla="*/ 191 h 246"/>
                <a:gd name="T24" fmla="*/ 392 w 279"/>
                <a:gd name="T25" fmla="*/ 163 h 246"/>
                <a:gd name="T26" fmla="*/ 565 w 279"/>
                <a:gd name="T27" fmla="*/ 28 h 246"/>
                <a:gd name="T28" fmla="*/ 767 w 279"/>
                <a:gd name="T29" fmla="*/ 52 h 2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9" h="246">
                  <a:moveTo>
                    <a:pt x="256" y="14"/>
                  </a:moveTo>
                  <a:cubicBezTo>
                    <a:pt x="272" y="32"/>
                    <a:pt x="266" y="76"/>
                    <a:pt x="271" y="100"/>
                  </a:cubicBezTo>
                  <a:cubicBezTo>
                    <a:pt x="251" y="96"/>
                    <a:pt x="249" y="120"/>
                    <a:pt x="269" y="117"/>
                  </a:cubicBezTo>
                  <a:cubicBezTo>
                    <a:pt x="270" y="142"/>
                    <a:pt x="272" y="163"/>
                    <a:pt x="275" y="186"/>
                  </a:cubicBezTo>
                  <a:cubicBezTo>
                    <a:pt x="279" y="210"/>
                    <a:pt x="266" y="222"/>
                    <a:pt x="256" y="244"/>
                  </a:cubicBezTo>
                  <a:cubicBezTo>
                    <a:pt x="213" y="246"/>
                    <a:pt x="173" y="240"/>
                    <a:pt x="133" y="236"/>
                  </a:cubicBezTo>
                  <a:cubicBezTo>
                    <a:pt x="102" y="233"/>
                    <a:pt x="41" y="239"/>
                    <a:pt x="18" y="217"/>
                  </a:cubicBezTo>
                  <a:cubicBezTo>
                    <a:pt x="42" y="223"/>
                    <a:pt x="156" y="192"/>
                    <a:pt x="126" y="153"/>
                  </a:cubicBezTo>
                  <a:cubicBezTo>
                    <a:pt x="115" y="138"/>
                    <a:pt x="79" y="146"/>
                    <a:pt x="62" y="144"/>
                  </a:cubicBezTo>
                  <a:cubicBezTo>
                    <a:pt x="39" y="141"/>
                    <a:pt x="18" y="130"/>
                    <a:pt x="0" y="115"/>
                  </a:cubicBezTo>
                  <a:cubicBezTo>
                    <a:pt x="29" y="114"/>
                    <a:pt x="139" y="154"/>
                    <a:pt x="137" y="94"/>
                  </a:cubicBezTo>
                  <a:cubicBezTo>
                    <a:pt x="136" y="55"/>
                    <a:pt x="36" y="82"/>
                    <a:pt x="12" y="53"/>
                  </a:cubicBezTo>
                  <a:cubicBezTo>
                    <a:pt x="54" y="59"/>
                    <a:pt x="97" y="75"/>
                    <a:pt x="131" y="45"/>
                  </a:cubicBezTo>
                  <a:cubicBezTo>
                    <a:pt x="136" y="17"/>
                    <a:pt x="164" y="10"/>
                    <a:pt x="189" y="8"/>
                  </a:cubicBezTo>
                  <a:cubicBezTo>
                    <a:pt x="212" y="7"/>
                    <a:pt x="245" y="0"/>
                    <a:pt x="256" y="14"/>
                  </a:cubicBezTo>
                </a:path>
              </a:pathLst>
            </a:cu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Freeform 81">
              <a:extLst>
                <a:ext uri="{FF2B5EF4-FFF2-40B4-BE49-F238E27FC236}">
                  <a16:creationId xmlns:a16="http://schemas.microsoft.com/office/drawing/2014/main" id="{54317DFF-19BD-485E-9470-8CE3692DC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274"/>
              <a:ext cx="363" cy="195"/>
            </a:xfrm>
            <a:custGeom>
              <a:avLst/>
              <a:gdLst>
                <a:gd name="T0" fmla="*/ 114 w 252"/>
                <a:gd name="T1" fmla="*/ 149 h 127"/>
                <a:gd name="T2" fmla="*/ 48 w 252"/>
                <a:gd name="T3" fmla="*/ 347 h 127"/>
                <a:gd name="T4" fmla="*/ 94 w 252"/>
                <a:gd name="T5" fmla="*/ 448 h 127"/>
                <a:gd name="T6" fmla="*/ 225 w 252"/>
                <a:gd name="T7" fmla="*/ 441 h 127"/>
                <a:gd name="T8" fmla="*/ 496 w 252"/>
                <a:gd name="T9" fmla="*/ 384 h 127"/>
                <a:gd name="T10" fmla="*/ 691 w 252"/>
                <a:gd name="T11" fmla="*/ 269 h 127"/>
                <a:gd name="T12" fmla="*/ 717 w 252"/>
                <a:gd name="T13" fmla="*/ 49 h 127"/>
                <a:gd name="T14" fmla="*/ 550 w 252"/>
                <a:gd name="T15" fmla="*/ 109 h 127"/>
                <a:gd name="T16" fmla="*/ 301 w 252"/>
                <a:gd name="T17" fmla="*/ 141 h 127"/>
                <a:gd name="T18" fmla="*/ 114 w 252"/>
                <a:gd name="T19" fmla="*/ 149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2" h="127">
                  <a:moveTo>
                    <a:pt x="38" y="41"/>
                  </a:moveTo>
                  <a:cubicBezTo>
                    <a:pt x="0" y="40"/>
                    <a:pt x="13" y="70"/>
                    <a:pt x="16" y="96"/>
                  </a:cubicBezTo>
                  <a:cubicBezTo>
                    <a:pt x="17" y="109"/>
                    <a:pt x="17" y="121"/>
                    <a:pt x="31" y="124"/>
                  </a:cubicBezTo>
                  <a:cubicBezTo>
                    <a:pt x="42" y="127"/>
                    <a:pt x="62" y="121"/>
                    <a:pt x="75" y="122"/>
                  </a:cubicBezTo>
                  <a:cubicBezTo>
                    <a:pt x="105" y="122"/>
                    <a:pt x="138" y="114"/>
                    <a:pt x="166" y="106"/>
                  </a:cubicBezTo>
                  <a:cubicBezTo>
                    <a:pt x="189" y="100"/>
                    <a:pt x="215" y="92"/>
                    <a:pt x="231" y="74"/>
                  </a:cubicBezTo>
                  <a:cubicBezTo>
                    <a:pt x="243" y="62"/>
                    <a:pt x="252" y="29"/>
                    <a:pt x="240" y="14"/>
                  </a:cubicBezTo>
                  <a:cubicBezTo>
                    <a:pt x="230" y="0"/>
                    <a:pt x="200" y="26"/>
                    <a:pt x="184" y="30"/>
                  </a:cubicBezTo>
                  <a:cubicBezTo>
                    <a:pt x="158" y="36"/>
                    <a:pt x="128" y="38"/>
                    <a:pt x="101" y="39"/>
                  </a:cubicBezTo>
                  <a:cubicBezTo>
                    <a:pt x="79" y="40"/>
                    <a:pt x="60" y="40"/>
                    <a:pt x="38" y="41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Freeform 82">
              <a:extLst>
                <a:ext uri="{FF2B5EF4-FFF2-40B4-BE49-F238E27FC236}">
                  <a16:creationId xmlns:a16="http://schemas.microsoft.com/office/drawing/2014/main" id="{E4017E0F-53F1-46E7-ADF9-B28FC5CC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76"/>
              <a:ext cx="333" cy="189"/>
            </a:xfrm>
            <a:custGeom>
              <a:avLst/>
              <a:gdLst>
                <a:gd name="T0" fmla="*/ 25 w 231"/>
                <a:gd name="T1" fmla="*/ 115 h 123"/>
                <a:gd name="T2" fmla="*/ 202 w 231"/>
                <a:gd name="T3" fmla="*/ 114 h 123"/>
                <a:gd name="T4" fmla="*/ 378 w 231"/>
                <a:gd name="T5" fmla="*/ 88 h 123"/>
                <a:gd name="T6" fmla="*/ 528 w 231"/>
                <a:gd name="T7" fmla="*/ 48 h 123"/>
                <a:gd name="T8" fmla="*/ 673 w 231"/>
                <a:gd name="T9" fmla="*/ 5 h 123"/>
                <a:gd name="T10" fmla="*/ 683 w 231"/>
                <a:gd name="T11" fmla="*/ 14 h 123"/>
                <a:gd name="T12" fmla="*/ 679 w 231"/>
                <a:gd name="T13" fmla="*/ 137 h 123"/>
                <a:gd name="T14" fmla="*/ 659 w 231"/>
                <a:gd name="T15" fmla="*/ 257 h 123"/>
                <a:gd name="T16" fmla="*/ 481 w 231"/>
                <a:gd name="T17" fmla="*/ 413 h 123"/>
                <a:gd name="T18" fmla="*/ 174 w 231"/>
                <a:gd name="T19" fmla="*/ 435 h 123"/>
                <a:gd name="T20" fmla="*/ 53 w 231"/>
                <a:gd name="T21" fmla="*/ 435 h 123"/>
                <a:gd name="T22" fmla="*/ 29 w 231"/>
                <a:gd name="T23" fmla="*/ 324 h 123"/>
                <a:gd name="T24" fmla="*/ 25 w 231"/>
                <a:gd name="T25" fmla="*/ 115 h 1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1" h="123">
                  <a:moveTo>
                    <a:pt x="8" y="32"/>
                  </a:moveTo>
                  <a:cubicBezTo>
                    <a:pt x="24" y="28"/>
                    <a:pt x="48" y="33"/>
                    <a:pt x="67" y="31"/>
                  </a:cubicBezTo>
                  <a:cubicBezTo>
                    <a:pt x="87" y="30"/>
                    <a:pt x="106" y="28"/>
                    <a:pt x="126" y="24"/>
                  </a:cubicBezTo>
                  <a:cubicBezTo>
                    <a:pt x="143" y="20"/>
                    <a:pt x="160" y="18"/>
                    <a:pt x="176" y="13"/>
                  </a:cubicBezTo>
                  <a:cubicBezTo>
                    <a:pt x="192" y="10"/>
                    <a:pt x="209" y="0"/>
                    <a:pt x="225" y="1"/>
                  </a:cubicBezTo>
                  <a:cubicBezTo>
                    <a:pt x="226" y="2"/>
                    <a:pt x="227" y="4"/>
                    <a:pt x="228" y="4"/>
                  </a:cubicBezTo>
                  <a:cubicBezTo>
                    <a:pt x="227" y="18"/>
                    <a:pt x="231" y="24"/>
                    <a:pt x="227" y="38"/>
                  </a:cubicBezTo>
                  <a:cubicBezTo>
                    <a:pt x="224" y="49"/>
                    <a:pt x="221" y="59"/>
                    <a:pt x="220" y="71"/>
                  </a:cubicBezTo>
                  <a:cubicBezTo>
                    <a:pt x="219" y="102"/>
                    <a:pt x="189" y="111"/>
                    <a:pt x="161" y="114"/>
                  </a:cubicBezTo>
                  <a:cubicBezTo>
                    <a:pt x="127" y="117"/>
                    <a:pt x="93" y="120"/>
                    <a:pt x="58" y="120"/>
                  </a:cubicBezTo>
                  <a:cubicBezTo>
                    <a:pt x="45" y="120"/>
                    <a:pt x="30" y="123"/>
                    <a:pt x="18" y="120"/>
                  </a:cubicBezTo>
                  <a:cubicBezTo>
                    <a:pt x="0" y="115"/>
                    <a:pt x="9" y="105"/>
                    <a:pt x="10" y="89"/>
                  </a:cubicBezTo>
                  <a:cubicBezTo>
                    <a:pt x="12" y="70"/>
                    <a:pt x="6" y="51"/>
                    <a:pt x="8" y="32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Freeform 83">
              <a:extLst>
                <a:ext uri="{FF2B5EF4-FFF2-40B4-BE49-F238E27FC236}">
                  <a16:creationId xmlns:a16="http://schemas.microsoft.com/office/drawing/2014/main" id="{7AECEFEF-303E-49D8-B7D7-B35B0693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276"/>
              <a:ext cx="245" cy="103"/>
            </a:xfrm>
            <a:custGeom>
              <a:avLst/>
              <a:gdLst>
                <a:gd name="T0" fmla="*/ 13 w 170"/>
                <a:gd name="T1" fmla="*/ 243 h 67"/>
                <a:gd name="T2" fmla="*/ 277 w 170"/>
                <a:gd name="T3" fmla="*/ 177 h 67"/>
                <a:gd name="T4" fmla="*/ 509 w 170"/>
                <a:gd name="T5" fmla="*/ 123 h 67"/>
                <a:gd name="T6" fmla="*/ 147 w 170"/>
                <a:gd name="T7" fmla="*/ 52 h 67"/>
                <a:gd name="T8" fmla="*/ 27 w 170"/>
                <a:gd name="T9" fmla="*/ 66 h 67"/>
                <a:gd name="T10" fmla="*/ 13 w 170"/>
                <a:gd name="T11" fmla="*/ 24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67">
                  <a:moveTo>
                    <a:pt x="4" y="67"/>
                  </a:moveTo>
                  <a:cubicBezTo>
                    <a:pt x="23" y="51"/>
                    <a:pt x="68" y="54"/>
                    <a:pt x="92" y="49"/>
                  </a:cubicBezTo>
                  <a:cubicBezTo>
                    <a:pt x="116" y="44"/>
                    <a:pt x="150" y="44"/>
                    <a:pt x="170" y="34"/>
                  </a:cubicBezTo>
                  <a:cubicBezTo>
                    <a:pt x="129" y="31"/>
                    <a:pt x="86" y="29"/>
                    <a:pt x="49" y="14"/>
                  </a:cubicBezTo>
                  <a:cubicBezTo>
                    <a:pt x="34" y="8"/>
                    <a:pt x="17" y="0"/>
                    <a:pt x="9" y="18"/>
                  </a:cubicBezTo>
                  <a:cubicBezTo>
                    <a:pt x="2" y="31"/>
                    <a:pt x="0" y="51"/>
                    <a:pt x="4" y="67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84">
              <a:extLst>
                <a:ext uri="{FF2B5EF4-FFF2-40B4-BE49-F238E27FC236}">
                  <a16:creationId xmlns:a16="http://schemas.microsoft.com/office/drawing/2014/main" id="{05100DC2-E6B3-4626-8D1D-2833D9FA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408"/>
              <a:ext cx="251" cy="78"/>
            </a:xfrm>
            <a:custGeom>
              <a:avLst/>
              <a:gdLst>
                <a:gd name="T0" fmla="*/ 81 w 174"/>
                <a:gd name="T1" fmla="*/ 47 h 51"/>
                <a:gd name="T2" fmla="*/ 255 w 174"/>
                <a:gd name="T3" fmla="*/ 150 h 51"/>
                <a:gd name="T4" fmla="*/ 522 w 174"/>
                <a:gd name="T5" fmla="*/ 93 h 51"/>
                <a:gd name="T6" fmla="*/ 287 w 174"/>
                <a:gd name="T7" fmla="*/ 54 h 51"/>
                <a:gd name="T8" fmla="*/ 81 w 174"/>
                <a:gd name="T9" fmla="*/ 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1">
                  <a:moveTo>
                    <a:pt x="27" y="13"/>
                  </a:moveTo>
                  <a:cubicBezTo>
                    <a:pt x="0" y="51"/>
                    <a:pt x="64" y="43"/>
                    <a:pt x="85" y="42"/>
                  </a:cubicBezTo>
                  <a:cubicBezTo>
                    <a:pt x="110" y="41"/>
                    <a:pt x="153" y="39"/>
                    <a:pt x="174" y="26"/>
                  </a:cubicBezTo>
                  <a:cubicBezTo>
                    <a:pt x="148" y="21"/>
                    <a:pt x="122" y="18"/>
                    <a:pt x="96" y="15"/>
                  </a:cubicBezTo>
                  <a:cubicBezTo>
                    <a:pt x="79" y="13"/>
                    <a:pt x="40" y="0"/>
                    <a:pt x="27" y="13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85">
              <a:extLst>
                <a:ext uri="{FF2B5EF4-FFF2-40B4-BE49-F238E27FC236}">
                  <a16:creationId xmlns:a16="http://schemas.microsoft.com/office/drawing/2014/main" id="{61CCEB03-A12F-43F4-B712-ACBCB120C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528"/>
              <a:ext cx="226" cy="80"/>
            </a:xfrm>
            <a:custGeom>
              <a:avLst/>
              <a:gdLst>
                <a:gd name="T0" fmla="*/ 20 w 157"/>
                <a:gd name="T1" fmla="*/ 189 h 52"/>
                <a:gd name="T2" fmla="*/ 33 w 157"/>
                <a:gd name="T3" fmla="*/ 28 h 52"/>
                <a:gd name="T4" fmla="*/ 170 w 157"/>
                <a:gd name="T5" fmla="*/ 35 h 52"/>
                <a:gd name="T6" fmla="*/ 468 w 157"/>
                <a:gd name="T7" fmla="*/ 58 h 52"/>
                <a:gd name="T8" fmla="*/ 226 w 157"/>
                <a:gd name="T9" fmla="*/ 120 h 52"/>
                <a:gd name="T10" fmla="*/ 20 w 157"/>
                <a:gd name="T11" fmla="*/ 189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52">
                  <a:moveTo>
                    <a:pt x="7" y="52"/>
                  </a:moveTo>
                  <a:cubicBezTo>
                    <a:pt x="0" y="43"/>
                    <a:pt x="1" y="15"/>
                    <a:pt x="11" y="8"/>
                  </a:cubicBezTo>
                  <a:cubicBezTo>
                    <a:pt x="21" y="0"/>
                    <a:pt x="47" y="9"/>
                    <a:pt x="57" y="10"/>
                  </a:cubicBezTo>
                  <a:cubicBezTo>
                    <a:pt x="89" y="14"/>
                    <a:pt x="124" y="22"/>
                    <a:pt x="157" y="16"/>
                  </a:cubicBezTo>
                  <a:cubicBezTo>
                    <a:pt x="132" y="24"/>
                    <a:pt x="101" y="28"/>
                    <a:pt x="76" y="33"/>
                  </a:cubicBezTo>
                  <a:cubicBezTo>
                    <a:pt x="56" y="38"/>
                    <a:pt x="24" y="42"/>
                    <a:pt x="7" y="52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86">
              <a:extLst>
                <a:ext uri="{FF2B5EF4-FFF2-40B4-BE49-F238E27FC236}">
                  <a16:creationId xmlns:a16="http://schemas.microsoft.com/office/drawing/2014/main" id="{12CE7F0D-270D-4021-832D-3CD70628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271"/>
              <a:ext cx="257" cy="65"/>
            </a:xfrm>
            <a:custGeom>
              <a:avLst/>
              <a:gdLst>
                <a:gd name="T0" fmla="*/ 81 w 178"/>
                <a:gd name="T1" fmla="*/ 36 h 42"/>
                <a:gd name="T2" fmla="*/ 33 w 178"/>
                <a:gd name="T3" fmla="*/ 12 h 42"/>
                <a:gd name="T4" fmla="*/ 61 w 178"/>
                <a:gd name="T5" fmla="*/ 48 h 42"/>
                <a:gd name="T6" fmla="*/ 20 w 178"/>
                <a:gd name="T7" fmla="*/ 82 h 42"/>
                <a:gd name="T8" fmla="*/ 1 w 178"/>
                <a:gd name="T9" fmla="*/ 156 h 42"/>
                <a:gd name="T10" fmla="*/ 141 w 178"/>
                <a:gd name="T11" fmla="*/ 135 h 42"/>
                <a:gd name="T12" fmla="*/ 300 w 178"/>
                <a:gd name="T13" fmla="*/ 144 h 42"/>
                <a:gd name="T14" fmla="*/ 536 w 178"/>
                <a:gd name="T15" fmla="*/ 115 h 42"/>
                <a:gd name="T16" fmla="*/ 386 w 178"/>
                <a:gd name="T17" fmla="*/ 101 h 42"/>
                <a:gd name="T18" fmla="*/ 263 w 178"/>
                <a:gd name="T19" fmla="*/ 88 h 42"/>
                <a:gd name="T20" fmla="*/ 156 w 178"/>
                <a:gd name="T21" fmla="*/ 62 h 42"/>
                <a:gd name="T22" fmla="*/ 84 w 178"/>
                <a:gd name="T23" fmla="*/ 36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42">
                  <a:moveTo>
                    <a:pt x="27" y="10"/>
                  </a:moveTo>
                  <a:cubicBezTo>
                    <a:pt x="23" y="10"/>
                    <a:pt x="14" y="0"/>
                    <a:pt x="11" y="3"/>
                  </a:cubicBezTo>
                  <a:cubicBezTo>
                    <a:pt x="8" y="7"/>
                    <a:pt x="18" y="11"/>
                    <a:pt x="20" y="13"/>
                  </a:cubicBezTo>
                  <a:cubicBezTo>
                    <a:pt x="16" y="19"/>
                    <a:pt x="11" y="16"/>
                    <a:pt x="7" y="22"/>
                  </a:cubicBezTo>
                  <a:cubicBezTo>
                    <a:pt x="3" y="27"/>
                    <a:pt x="0" y="36"/>
                    <a:pt x="1" y="42"/>
                  </a:cubicBezTo>
                  <a:cubicBezTo>
                    <a:pt x="10" y="30"/>
                    <a:pt x="35" y="34"/>
                    <a:pt x="47" y="36"/>
                  </a:cubicBezTo>
                  <a:cubicBezTo>
                    <a:pt x="65" y="37"/>
                    <a:pt x="82" y="39"/>
                    <a:pt x="100" y="39"/>
                  </a:cubicBezTo>
                  <a:cubicBezTo>
                    <a:pt x="125" y="39"/>
                    <a:pt x="153" y="36"/>
                    <a:pt x="178" y="31"/>
                  </a:cubicBezTo>
                  <a:cubicBezTo>
                    <a:pt x="163" y="32"/>
                    <a:pt x="143" y="28"/>
                    <a:pt x="128" y="27"/>
                  </a:cubicBezTo>
                  <a:cubicBezTo>
                    <a:pt x="119" y="26"/>
                    <a:pt x="105" y="26"/>
                    <a:pt x="87" y="24"/>
                  </a:cubicBezTo>
                  <a:cubicBezTo>
                    <a:pt x="75" y="23"/>
                    <a:pt x="63" y="21"/>
                    <a:pt x="52" y="17"/>
                  </a:cubicBezTo>
                  <a:cubicBezTo>
                    <a:pt x="44" y="14"/>
                    <a:pt x="35" y="13"/>
                    <a:pt x="2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87">
              <a:extLst>
                <a:ext uri="{FF2B5EF4-FFF2-40B4-BE49-F238E27FC236}">
                  <a16:creationId xmlns:a16="http://schemas.microsoft.com/office/drawing/2014/main" id="{801E5659-A456-4B20-A5B9-45D8D042B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412"/>
              <a:ext cx="194" cy="45"/>
            </a:xfrm>
            <a:custGeom>
              <a:avLst/>
              <a:gdLst>
                <a:gd name="T0" fmla="*/ 0 w 135"/>
                <a:gd name="T1" fmla="*/ 87 h 29"/>
                <a:gd name="T2" fmla="*/ 151 w 135"/>
                <a:gd name="T3" fmla="*/ 48 h 29"/>
                <a:gd name="T4" fmla="*/ 401 w 135"/>
                <a:gd name="T5" fmla="*/ 53 h 29"/>
                <a:gd name="T6" fmla="*/ 151 w 135"/>
                <a:gd name="T7" fmla="*/ 79 h 29"/>
                <a:gd name="T8" fmla="*/ 0 w 135"/>
                <a:gd name="T9" fmla="*/ 8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9">
                  <a:moveTo>
                    <a:pt x="0" y="23"/>
                  </a:moveTo>
                  <a:cubicBezTo>
                    <a:pt x="7" y="0"/>
                    <a:pt x="32" y="9"/>
                    <a:pt x="51" y="13"/>
                  </a:cubicBezTo>
                  <a:cubicBezTo>
                    <a:pt x="79" y="19"/>
                    <a:pt x="107" y="11"/>
                    <a:pt x="135" y="14"/>
                  </a:cubicBezTo>
                  <a:cubicBezTo>
                    <a:pt x="107" y="19"/>
                    <a:pt x="79" y="19"/>
                    <a:pt x="51" y="21"/>
                  </a:cubicBezTo>
                  <a:cubicBezTo>
                    <a:pt x="44" y="21"/>
                    <a:pt x="2" y="29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88">
              <a:extLst>
                <a:ext uri="{FF2B5EF4-FFF2-40B4-BE49-F238E27FC236}">
                  <a16:creationId xmlns:a16="http://schemas.microsoft.com/office/drawing/2014/main" id="{62B66D9B-E628-43AA-9CA4-81D532F87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526"/>
              <a:ext cx="212" cy="54"/>
            </a:xfrm>
            <a:custGeom>
              <a:avLst/>
              <a:gdLst>
                <a:gd name="T0" fmla="*/ 1 w 147"/>
                <a:gd name="T1" fmla="*/ 100 h 35"/>
                <a:gd name="T2" fmla="*/ 203 w 147"/>
                <a:gd name="T3" fmla="*/ 48 h 35"/>
                <a:gd name="T4" fmla="*/ 441 w 147"/>
                <a:gd name="T5" fmla="*/ 40 h 35"/>
                <a:gd name="T6" fmla="*/ 169 w 147"/>
                <a:gd name="T7" fmla="*/ 96 h 35"/>
                <a:gd name="T8" fmla="*/ 61 w 147"/>
                <a:gd name="T9" fmla="*/ 110 h 35"/>
                <a:gd name="T10" fmla="*/ 1 w 147"/>
                <a:gd name="T11" fmla="*/ 9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35">
                  <a:moveTo>
                    <a:pt x="1" y="27"/>
                  </a:moveTo>
                  <a:cubicBezTo>
                    <a:pt x="0" y="0"/>
                    <a:pt x="51" y="14"/>
                    <a:pt x="68" y="13"/>
                  </a:cubicBezTo>
                  <a:cubicBezTo>
                    <a:pt x="94" y="12"/>
                    <a:pt x="121" y="9"/>
                    <a:pt x="147" y="11"/>
                  </a:cubicBezTo>
                  <a:cubicBezTo>
                    <a:pt x="117" y="18"/>
                    <a:pt x="87" y="25"/>
                    <a:pt x="56" y="26"/>
                  </a:cubicBezTo>
                  <a:cubicBezTo>
                    <a:pt x="43" y="26"/>
                    <a:pt x="32" y="28"/>
                    <a:pt x="20" y="30"/>
                  </a:cubicBezTo>
                  <a:cubicBezTo>
                    <a:pt x="14" y="31"/>
                    <a:pt x="1" y="35"/>
                    <a:pt x="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89">
              <a:extLst>
                <a:ext uri="{FF2B5EF4-FFF2-40B4-BE49-F238E27FC236}">
                  <a16:creationId xmlns:a16="http://schemas.microsoft.com/office/drawing/2014/main" id="{00881CC4-5A01-4737-BC40-7779DF4B9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675"/>
              <a:ext cx="280" cy="63"/>
            </a:xfrm>
            <a:custGeom>
              <a:avLst/>
              <a:gdLst>
                <a:gd name="T0" fmla="*/ 1 w 194"/>
                <a:gd name="T1" fmla="*/ 61 h 41"/>
                <a:gd name="T2" fmla="*/ 328 w 194"/>
                <a:gd name="T3" fmla="*/ 52 h 41"/>
                <a:gd name="T4" fmla="*/ 583 w 194"/>
                <a:gd name="T5" fmla="*/ 0 h 41"/>
                <a:gd name="T6" fmla="*/ 292 w 194"/>
                <a:gd name="T7" fmla="*/ 94 h 41"/>
                <a:gd name="T8" fmla="*/ 0 w 194"/>
                <a:gd name="T9" fmla="*/ 106 h 41"/>
                <a:gd name="T10" fmla="*/ 1 w 194"/>
                <a:gd name="T11" fmla="*/ 8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41">
                  <a:moveTo>
                    <a:pt x="1" y="17"/>
                  </a:moveTo>
                  <a:cubicBezTo>
                    <a:pt x="30" y="27"/>
                    <a:pt x="78" y="17"/>
                    <a:pt x="109" y="14"/>
                  </a:cubicBezTo>
                  <a:cubicBezTo>
                    <a:pt x="138" y="11"/>
                    <a:pt x="166" y="3"/>
                    <a:pt x="194" y="0"/>
                  </a:cubicBezTo>
                  <a:cubicBezTo>
                    <a:pt x="173" y="21"/>
                    <a:pt x="126" y="22"/>
                    <a:pt x="97" y="26"/>
                  </a:cubicBezTo>
                  <a:cubicBezTo>
                    <a:pt x="68" y="30"/>
                    <a:pt x="28" y="41"/>
                    <a:pt x="0" y="29"/>
                  </a:cubicBezTo>
                  <a:cubicBezTo>
                    <a:pt x="0" y="27"/>
                    <a:pt x="1" y="26"/>
                    <a:pt x="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90">
              <a:extLst>
                <a:ext uri="{FF2B5EF4-FFF2-40B4-BE49-F238E27FC236}">
                  <a16:creationId xmlns:a16="http://schemas.microsoft.com/office/drawing/2014/main" id="{B048568A-6EB9-4ADF-8F49-9790E0D0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66"/>
              <a:ext cx="402" cy="39"/>
            </a:xfrm>
            <a:custGeom>
              <a:avLst/>
              <a:gdLst>
                <a:gd name="T0" fmla="*/ 0 w 279"/>
                <a:gd name="T1" fmla="*/ 87 h 25"/>
                <a:gd name="T2" fmla="*/ 265 w 279"/>
                <a:gd name="T3" fmla="*/ 75 h 25"/>
                <a:gd name="T4" fmla="*/ 448 w 279"/>
                <a:gd name="T5" fmla="*/ 56 h 25"/>
                <a:gd name="T6" fmla="*/ 602 w 279"/>
                <a:gd name="T7" fmla="*/ 39 h 25"/>
                <a:gd name="T8" fmla="*/ 745 w 279"/>
                <a:gd name="T9" fmla="*/ 8 h 25"/>
                <a:gd name="T10" fmla="*/ 787 w 279"/>
                <a:gd name="T11" fmla="*/ 8 h 25"/>
                <a:gd name="T12" fmla="*/ 834 w 279"/>
                <a:gd name="T13" fmla="*/ 0 h 25"/>
                <a:gd name="T14" fmla="*/ 745 w 279"/>
                <a:gd name="T15" fmla="*/ 27 h 25"/>
                <a:gd name="T16" fmla="*/ 622 w 279"/>
                <a:gd name="T17" fmla="*/ 48 h 25"/>
                <a:gd name="T18" fmla="*/ 425 w 279"/>
                <a:gd name="T19" fmla="*/ 83 h 25"/>
                <a:gd name="T20" fmla="*/ 195 w 279"/>
                <a:gd name="T21" fmla="*/ 95 h 25"/>
                <a:gd name="T22" fmla="*/ 27 w 279"/>
                <a:gd name="T23" fmla="*/ 95 h 25"/>
                <a:gd name="T24" fmla="*/ 13 w 279"/>
                <a:gd name="T25" fmla="*/ 9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25">
                  <a:moveTo>
                    <a:pt x="0" y="23"/>
                  </a:moveTo>
                  <a:cubicBezTo>
                    <a:pt x="30" y="23"/>
                    <a:pt x="60" y="23"/>
                    <a:pt x="89" y="20"/>
                  </a:cubicBezTo>
                  <a:cubicBezTo>
                    <a:pt x="110" y="18"/>
                    <a:pt x="130" y="16"/>
                    <a:pt x="150" y="15"/>
                  </a:cubicBezTo>
                  <a:cubicBezTo>
                    <a:pt x="167" y="14"/>
                    <a:pt x="184" y="13"/>
                    <a:pt x="201" y="10"/>
                  </a:cubicBezTo>
                  <a:cubicBezTo>
                    <a:pt x="217" y="8"/>
                    <a:pt x="233" y="2"/>
                    <a:pt x="249" y="2"/>
                  </a:cubicBezTo>
                  <a:cubicBezTo>
                    <a:pt x="254" y="2"/>
                    <a:pt x="259" y="3"/>
                    <a:pt x="263" y="2"/>
                  </a:cubicBezTo>
                  <a:cubicBezTo>
                    <a:pt x="269" y="2"/>
                    <a:pt x="273" y="0"/>
                    <a:pt x="279" y="0"/>
                  </a:cubicBezTo>
                  <a:cubicBezTo>
                    <a:pt x="269" y="2"/>
                    <a:pt x="259" y="5"/>
                    <a:pt x="249" y="7"/>
                  </a:cubicBezTo>
                  <a:cubicBezTo>
                    <a:pt x="235" y="10"/>
                    <a:pt x="222" y="11"/>
                    <a:pt x="208" y="13"/>
                  </a:cubicBezTo>
                  <a:cubicBezTo>
                    <a:pt x="186" y="15"/>
                    <a:pt x="164" y="20"/>
                    <a:pt x="142" y="22"/>
                  </a:cubicBezTo>
                  <a:cubicBezTo>
                    <a:pt x="117" y="24"/>
                    <a:pt x="91" y="25"/>
                    <a:pt x="65" y="25"/>
                  </a:cubicBezTo>
                  <a:cubicBezTo>
                    <a:pt x="46" y="25"/>
                    <a:pt x="28" y="25"/>
                    <a:pt x="9" y="25"/>
                  </a:cubicBezTo>
                  <a:cubicBezTo>
                    <a:pt x="7" y="25"/>
                    <a:pt x="6" y="24"/>
                    <a:pt x="4" y="24"/>
                  </a:cubicBezTo>
                </a:path>
              </a:pathLst>
            </a:custGeom>
            <a:solidFill>
              <a:srgbClr val="424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91">
              <a:extLst>
                <a:ext uri="{FF2B5EF4-FFF2-40B4-BE49-F238E27FC236}">
                  <a16:creationId xmlns:a16="http://schemas.microsoft.com/office/drawing/2014/main" id="{DA58E2C8-7AB3-4BA5-B998-AEE178D2A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652"/>
              <a:ext cx="1116" cy="1805"/>
            </a:xfrm>
            <a:custGeom>
              <a:avLst/>
              <a:gdLst>
                <a:gd name="T0" fmla="*/ 414 w 774"/>
                <a:gd name="T1" fmla="*/ 0 h 1174"/>
                <a:gd name="T2" fmla="*/ 399 w 774"/>
                <a:gd name="T3" fmla="*/ 80 h 1174"/>
                <a:gd name="T4" fmla="*/ 461 w 774"/>
                <a:gd name="T5" fmla="*/ 229 h 1174"/>
                <a:gd name="T6" fmla="*/ 415 w 774"/>
                <a:gd name="T7" fmla="*/ 229 h 1174"/>
                <a:gd name="T8" fmla="*/ 159 w 774"/>
                <a:gd name="T9" fmla="*/ 541 h 1174"/>
                <a:gd name="T10" fmla="*/ 0 w 774"/>
                <a:gd name="T11" fmla="*/ 3744 h 1174"/>
                <a:gd name="T12" fmla="*/ 297 w 774"/>
                <a:gd name="T13" fmla="*/ 4107 h 1174"/>
                <a:gd name="T14" fmla="*/ 1161 w 774"/>
                <a:gd name="T15" fmla="*/ 4254 h 1174"/>
                <a:gd name="T16" fmla="*/ 2020 w 774"/>
                <a:gd name="T17" fmla="*/ 4107 h 1174"/>
                <a:gd name="T18" fmla="*/ 2320 w 774"/>
                <a:gd name="T19" fmla="*/ 3744 h 1174"/>
                <a:gd name="T20" fmla="*/ 2163 w 774"/>
                <a:gd name="T21" fmla="*/ 541 h 1174"/>
                <a:gd name="T22" fmla="*/ 1905 w 774"/>
                <a:gd name="T23" fmla="*/ 229 h 1174"/>
                <a:gd name="T24" fmla="*/ 1859 w 774"/>
                <a:gd name="T25" fmla="*/ 229 h 1174"/>
                <a:gd name="T26" fmla="*/ 1921 w 774"/>
                <a:gd name="T27" fmla="*/ 80 h 1174"/>
                <a:gd name="T28" fmla="*/ 1909 w 774"/>
                <a:gd name="T29" fmla="*/ 5 h 11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4" h="1174">
                  <a:moveTo>
                    <a:pt x="138" y="0"/>
                  </a:moveTo>
                  <a:cubicBezTo>
                    <a:pt x="134" y="7"/>
                    <a:pt x="133" y="14"/>
                    <a:pt x="133" y="22"/>
                  </a:cubicBezTo>
                  <a:cubicBezTo>
                    <a:pt x="133" y="39"/>
                    <a:pt x="141" y="54"/>
                    <a:pt x="154" y="63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91" y="63"/>
                    <a:pt x="53" y="101"/>
                    <a:pt x="53" y="149"/>
                  </a:cubicBezTo>
                  <a:cubicBezTo>
                    <a:pt x="0" y="1030"/>
                    <a:pt x="0" y="1030"/>
                    <a:pt x="0" y="1030"/>
                  </a:cubicBezTo>
                  <a:cubicBezTo>
                    <a:pt x="0" y="1085"/>
                    <a:pt x="38" y="1112"/>
                    <a:pt x="99" y="1130"/>
                  </a:cubicBezTo>
                  <a:cubicBezTo>
                    <a:pt x="99" y="1130"/>
                    <a:pt x="231" y="1174"/>
                    <a:pt x="387" y="1171"/>
                  </a:cubicBezTo>
                  <a:cubicBezTo>
                    <a:pt x="543" y="1168"/>
                    <a:pt x="674" y="1130"/>
                    <a:pt x="674" y="1130"/>
                  </a:cubicBezTo>
                  <a:cubicBezTo>
                    <a:pt x="728" y="1114"/>
                    <a:pt x="774" y="1085"/>
                    <a:pt x="774" y="1030"/>
                  </a:cubicBezTo>
                  <a:cubicBezTo>
                    <a:pt x="721" y="149"/>
                    <a:pt x="721" y="149"/>
                    <a:pt x="721" y="149"/>
                  </a:cubicBezTo>
                  <a:cubicBezTo>
                    <a:pt x="721" y="101"/>
                    <a:pt x="682" y="63"/>
                    <a:pt x="635" y="63"/>
                  </a:cubicBezTo>
                  <a:cubicBezTo>
                    <a:pt x="620" y="63"/>
                    <a:pt x="620" y="63"/>
                    <a:pt x="620" y="63"/>
                  </a:cubicBezTo>
                  <a:cubicBezTo>
                    <a:pt x="633" y="54"/>
                    <a:pt x="641" y="39"/>
                    <a:pt x="641" y="22"/>
                  </a:cubicBezTo>
                  <a:cubicBezTo>
                    <a:pt x="641" y="15"/>
                    <a:pt x="639" y="8"/>
                    <a:pt x="637" y="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Oval 92">
              <a:extLst>
                <a:ext uri="{FF2B5EF4-FFF2-40B4-BE49-F238E27FC236}">
                  <a16:creationId xmlns:a16="http://schemas.microsoft.com/office/drawing/2014/main" id="{A0F67FA0-A550-48FF-8D80-4441CE5C2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977"/>
              <a:ext cx="42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8" name="Oval 93">
              <a:extLst>
                <a:ext uri="{FF2B5EF4-FFF2-40B4-BE49-F238E27FC236}">
                  <a16:creationId xmlns:a16="http://schemas.microsoft.com/office/drawing/2014/main" id="{F0FE50C2-7DAC-4270-BB8C-05A2695E2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0" y="1941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9" name="Oval 94">
              <a:extLst>
                <a:ext uri="{FF2B5EF4-FFF2-40B4-BE49-F238E27FC236}">
                  <a16:creationId xmlns:a16="http://schemas.microsoft.com/office/drawing/2014/main" id="{8FFE149F-CFD5-4FB0-847E-17439BB19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921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0" name="Oval 95">
              <a:extLst>
                <a:ext uri="{FF2B5EF4-FFF2-40B4-BE49-F238E27FC236}">
                  <a16:creationId xmlns:a16="http://schemas.microsoft.com/office/drawing/2014/main" id="{3D6653F4-1D2A-479C-BE06-2D70BBE97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210"/>
              <a:ext cx="721" cy="112"/>
            </a:xfrm>
            <a:prstGeom prst="ellips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1" name="Oval 96">
              <a:extLst>
                <a:ext uri="{FF2B5EF4-FFF2-40B4-BE49-F238E27FC236}">
                  <a16:creationId xmlns:a16="http://schemas.microsoft.com/office/drawing/2014/main" id="{A9911C9B-14EE-476B-90E7-1DF4C81FB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1821"/>
              <a:ext cx="3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2" name="Oval 97">
              <a:extLst>
                <a:ext uri="{FF2B5EF4-FFF2-40B4-BE49-F238E27FC236}">
                  <a16:creationId xmlns:a16="http://schemas.microsoft.com/office/drawing/2014/main" id="{7DEDDD7D-A629-440E-ACE5-F91D0B5A2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1831"/>
              <a:ext cx="2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3" name="Freeform 98">
              <a:extLst>
                <a:ext uri="{FF2B5EF4-FFF2-40B4-BE49-F238E27FC236}">
                  <a16:creationId xmlns:a16="http://schemas.microsoft.com/office/drawing/2014/main" id="{EE83075C-8E1F-42AD-982A-CF73566D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211"/>
              <a:ext cx="806" cy="481"/>
            </a:xfrm>
            <a:custGeom>
              <a:avLst/>
              <a:gdLst>
                <a:gd name="T0" fmla="*/ 1619 w 559"/>
                <a:gd name="T1" fmla="*/ 573 h 313"/>
                <a:gd name="T2" fmla="*/ 1613 w 559"/>
                <a:gd name="T3" fmla="*/ 440 h 313"/>
                <a:gd name="T4" fmla="*/ 1595 w 559"/>
                <a:gd name="T5" fmla="*/ 168 h 313"/>
                <a:gd name="T6" fmla="*/ 1595 w 559"/>
                <a:gd name="T7" fmla="*/ 149 h 313"/>
                <a:gd name="T8" fmla="*/ 1600 w 559"/>
                <a:gd name="T9" fmla="*/ 135 h 313"/>
                <a:gd name="T10" fmla="*/ 851 w 559"/>
                <a:gd name="T11" fmla="*/ 0 h 313"/>
                <a:gd name="T12" fmla="*/ 102 w 559"/>
                <a:gd name="T13" fmla="*/ 135 h 313"/>
                <a:gd name="T14" fmla="*/ 99 w 559"/>
                <a:gd name="T15" fmla="*/ 155 h 313"/>
                <a:gd name="T16" fmla="*/ 84 w 559"/>
                <a:gd name="T17" fmla="*/ 435 h 313"/>
                <a:gd name="T18" fmla="*/ 72 w 559"/>
                <a:gd name="T19" fmla="*/ 668 h 313"/>
                <a:gd name="T20" fmla="*/ 53 w 559"/>
                <a:gd name="T21" fmla="*/ 987 h 313"/>
                <a:gd name="T22" fmla="*/ 53 w 559"/>
                <a:gd name="T23" fmla="*/ 994 h 313"/>
                <a:gd name="T24" fmla="*/ 851 w 559"/>
                <a:gd name="T25" fmla="*/ 1136 h 313"/>
                <a:gd name="T26" fmla="*/ 1647 w 559"/>
                <a:gd name="T27" fmla="*/ 994 h 313"/>
                <a:gd name="T28" fmla="*/ 1634 w 559"/>
                <a:gd name="T29" fmla="*/ 824 h 313"/>
                <a:gd name="T30" fmla="*/ 1619 w 559"/>
                <a:gd name="T31" fmla="*/ 573 h 3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9" h="313">
                  <a:moveTo>
                    <a:pt x="540" y="158"/>
                  </a:moveTo>
                  <a:cubicBezTo>
                    <a:pt x="538" y="121"/>
                    <a:pt x="538" y="121"/>
                    <a:pt x="538" y="121"/>
                  </a:cubicBezTo>
                  <a:cubicBezTo>
                    <a:pt x="556" y="74"/>
                    <a:pt x="538" y="52"/>
                    <a:pt x="532" y="46"/>
                  </a:cubicBezTo>
                  <a:cubicBezTo>
                    <a:pt x="532" y="41"/>
                    <a:pt x="532" y="41"/>
                    <a:pt x="532" y="41"/>
                  </a:cubicBezTo>
                  <a:cubicBezTo>
                    <a:pt x="533" y="40"/>
                    <a:pt x="534" y="38"/>
                    <a:pt x="534" y="37"/>
                  </a:cubicBezTo>
                  <a:cubicBezTo>
                    <a:pt x="534" y="16"/>
                    <a:pt x="422" y="0"/>
                    <a:pt x="284" y="0"/>
                  </a:cubicBezTo>
                  <a:cubicBezTo>
                    <a:pt x="145" y="0"/>
                    <a:pt x="34" y="16"/>
                    <a:pt x="34" y="37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29" y="51"/>
                    <a:pt x="9" y="98"/>
                    <a:pt x="28" y="120"/>
                  </a:cubicBezTo>
                  <a:cubicBezTo>
                    <a:pt x="24" y="184"/>
                    <a:pt x="24" y="184"/>
                    <a:pt x="24" y="184"/>
                  </a:cubicBezTo>
                  <a:cubicBezTo>
                    <a:pt x="17" y="202"/>
                    <a:pt x="0" y="251"/>
                    <a:pt x="18" y="272"/>
                  </a:cubicBezTo>
                  <a:cubicBezTo>
                    <a:pt x="18" y="274"/>
                    <a:pt x="18" y="274"/>
                    <a:pt x="18" y="274"/>
                  </a:cubicBezTo>
                  <a:cubicBezTo>
                    <a:pt x="18" y="295"/>
                    <a:pt x="137" y="313"/>
                    <a:pt x="284" y="313"/>
                  </a:cubicBezTo>
                  <a:cubicBezTo>
                    <a:pt x="430" y="313"/>
                    <a:pt x="549" y="295"/>
                    <a:pt x="549" y="274"/>
                  </a:cubicBezTo>
                  <a:cubicBezTo>
                    <a:pt x="545" y="227"/>
                    <a:pt x="545" y="227"/>
                    <a:pt x="545" y="227"/>
                  </a:cubicBezTo>
                  <a:cubicBezTo>
                    <a:pt x="559" y="185"/>
                    <a:pt x="546" y="164"/>
                    <a:pt x="540" y="15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Oval 99">
              <a:extLst>
                <a:ext uri="{FF2B5EF4-FFF2-40B4-BE49-F238E27FC236}">
                  <a16:creationId xmlns:a16="http://schemas.microsoft.com/office/drawing/2014/main" id="{32F5C35C-D8AE-4936-930E-D3C6F9A96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532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5" name="Oval 100">
              <a:extLst>
                <a:ext uri="{FF2B5EF4-FFF2-40B4-BE49-F238E27FC236}">
                  <a16:creationId xmlns:a16="http://schemas.microsoft.com/office/drawing/2014/main" id="{BE9BFA45-EF0A-45C2-B4AD-EF8853737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3" y="250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6" name="Oval 101">
              <a:extLst>
                <a:ext uri="{FF2B5EF4-FFF2-40B4-BE49-F238E27FC236}">
                  <a16:creationId xmlns:a16="http://schemas.microsoft.com/office/drawing/2014/main" id="{2792F190-C505-42A4-8B23-E9A5080B1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250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7" name="Oval 102">
              <a:extLst>
                <a:ext uri="{FF2B5EF4-FFF2-40B4-BE49-F238E27FC236}">
                  <a16:creationId xmlns:a16="http://schemas.microsoft.com/office/drawing/2014/main" id="{34AE2308-9A62-429B-AC7B-4F7507B4F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532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8" name="Oval 103">
              <a:extLst>
                <a:ext uri="{FF2B5EF4-FFF2-40B4-BE49-F238E27FC236}">
                  <a16:creationId xmlns:a16="http://schemas.microsoft.com/office/drawing/2014/main" id="{69CC82DD-E440-47C1-985A-B7C524B5A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2552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9" name="Oval 104">
              <a:extLst>
                <a:ext uri="{FF2B5EF4-FFF2-40B4-BE49-F238E27FC236}">
                  <a16:creationId xmlns:a16="http://schemas.microsoft.com/office/drawing/2014/main" id="{97177763-353E-4349-8B81-AD2A9E8E4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2579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0" name="Oval 105">
              <a:extLst>
                <a:ext uri="{FF2B5EF4-FFF2-40B4-BE49-F238E27FC236}">
                  <a16:creationId xmlns:a16="http://schemas.microsoft.com/office/drawing/2014/main" id="{6A9B7F68-2220-400B-9AAE-A6B05390B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582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1" name="Oval 106">
              <a:extLst>
                <a:ext uri="{FF2B5EF4-FFF2-40B4-BE49-F238E27FC236}">
                  <a16:creationId xmlns:a16="http://schemas.microsoft.com/office/drawing/2014/main" id="{94B6D293-70E5-48C2-80CA-38F4B2CF2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241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2" name="Oval 107">
              <a:extLst>
                <a:ext uri="{FF2B5EF4-FFF2-40B4-BE49-F238E27FC236}">
                  <a16:creationId xmlns:a16="http://schemas.microsoft.com/office/drawing/2014/main" id="{887CAE62-6451-4588-BCE1-4AB9E7414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246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3" name="Oval 108">
              <a:extLst>
                <a:ext uri="{FF2B5EF4-FFF2-40B4-BE49-F238E27FC236}">
                  <a16:creationId xmlns:a16="http://schemas.microsoft.com/office/drawing/2014/main" id="{CDD4DB61-A5D0-4FE7-9C6C-743F90C5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2419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4" name="Oval 109">
              <a:extLst>
                <a:ext uri="{FF2B5EF4-FFF2-40B4-BE49-F238E27FC236}">
                  <a16:creationId xmlns:a16="http://schemas.microsoft.com/office/drawing/2014/main" id="{A7B0EB05-C946-4F05-AF29-EDCC25162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0" y="238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5" name="Oval 110">
              <a:extLst>
                <a:ext uri="{FF2B5EF4-FFF2-40B4-BE49-F238E27FC236}">
                  <a16:creationId xmlns:a16="http://schemas.microsoft.com/office/drawing/2014/main" id="{5D74DB1D-4B03-421D-96A7-55FCB74E0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240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6" name="Oval 111">
              <a:extLst>
                <a:ext uri="{FF2B5EF4-FFF2-40B4-BE49-F238E27FC236}">
                  <a16:creationId xmlns:a16="http://schemas.microsoft.com/office/drawing/2014/main" id="{1019452A-09BE-430A-8017-CE1FBFE36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239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7" name="Oval 112">
              <a:extLst>
                <a:ext uri="{FF2B5EF4-FFF2-40B4-BE49-F238E27FC236}">
                  <a16:creationId xmlns:a16="http://schemas.microsoft.com/office/drawing/2014/main" id="{E56B0C84-C47E-4F12-BB7B-B8DA648C3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2386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8" name="Oval 113">
              <a:extLst>
                <a:ext uri="{FF2B5EF4-FFF2-40B4-BE49-F238E27FC236}">
                  <a16:creationId xmlns:a16="http://schemas.microsoft.com/office/drawing/2014/main" id="{37A31391-895F-4FF0-8603-30AEC3E9A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238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9" name="Oval 114">
              <a:extLst>
                <a:ext uri="{FF2B5EF4-FFF2-40B4-BE49-F238E27FC236}">
                  <a16:creationId xmlns:a16="http://schemas.microsoft.com/office/drawing/2014/main" id="{4FAF822F-BFF5-4BE3-B141-55AA1F3C8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2438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0" name="Oval 115">
              <a:extLst>
                <a:ext uri="{FF2B5EF4-FFF2-40B4-BE49-F238E27FC236}">
                  <a16:creationId xmlns:a16="http://schemas.microsoft.com/office/drawing/2014/main" id="{D83F896A-CCE7-4BF1-B5E7-9C807A105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240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1" name="Oval 116">
              <a:extLst>
                <a:ext uri="{FF2B5EF4-FFF2-40B4-BE49-F238E27FC236}">
                  <a16:creationId xmlns:a16="http://schemas.microsoft.com/office/drawing/2014/main" id="{39F9C7B2-05B3-4BBA-B75A-844D318D3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2426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2" name="Oval 117">
              <a:extLst>
                <a:ext uri="{FF2B5EF4-FFF2-40B4-BE49-F238E27FC236}">
                  <a16:creationId xmlns:a16="http://schemas.microsoft.com/office/drawing/2014/main" id="{69F5E16F-7724-42FF-A5C2-58383A2A4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244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3" name="Oval 118">
              <a:extLst>
                <a:ext uri="{FF2B5EF4-FFF2-40B4-BE49-F238E27FC236}">
                  <a16:creationId xmlns:a16="http://schemas.microsoft.com/office/drawing/2014/main" id="{EDC5D5CD-7DDD-4260-BE5E-E03084DAC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246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4" name="Oval 119">
              <a:extLst>
                <a:ext uri="{FF2B5EF4-FFF2-40B4-BE49-F238E27FC236}">
                  <a16:creationId xmlns:a16="http://schemas.microsoft.com/office/drawing/2014/main" id="{150154D2-3813-41FE-AD03-C591FCCE2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" y="250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5" name="Oval 120">
              <a:extLst>
                <a:ext uri="{FF2B5EF4-FFF2-40B4-BE49-F238E27FC236}">
                  <a16:creationId xmlns:a16="http://schemas.microsoft.com/office/drawing/2014/main" id="{AE84F1EC-08FB-4228-86B7-ABDC65C3F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" y="2550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6" name="Oval 121">
              <a:extLst>
                <a:ext uri="{FF2B5EF4-FFF2-40B4-BE49-F238E27FC236}">
                  <a16:creationId xmlns:a16="http://schemas.microsoft.com/office/drawing/2014/main" id="{A9158095-F1EF-44CC-9276-775A27708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2" y="2402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7" name="Oval 122">
              <a:extLst>
                <a:ext uri="{FF2B5EF4-FFF2-40B4-BE49-F238E27FC236}">
                  <a16:creationId xmlns:a16="http://schemas.microsoft.com/office/drawing/2014/main" id="{EDEE1DBC-D5D3-40F9-9818-4EC6D382F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244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8" name="Oval 123">
              <a:extLst>
                <a:ext uri="{FF2B5EF4-FFF2-40B4-BE49-F238E27FC236}">
                  <a16:creationId xmlns:a16="http://schemas.microsoft.com/office/drawing/2014/main" id="{2542A9F3-E5B0-4C6B-8FC0-69F79B4AD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7" y="2412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9" name="Oval 124">
              <a:extLst>
                <a:ext uri="{FF2B5EF4-FFF2-40B4-BE49-F238E27FC236}">
                  <a16:creationId xmlns:a16="http://schemas.microsoft.com/office/drawing/2014/main" id="{9149BF7C-3244-4FA3-AEB2-CA1827474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242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0" name="Oval 125">
              <a:extLst>
                <a:ext uri="{FF2B5EF4-FFF2-40B4-BE49-F238E27FC236}">
                  <a16:creationId xmlns:a16="http://schemas.microsoft.com/office/drawing/2014/main" id="{FBA00D7A-AAC9-45B5-B571-D0154B8D1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2529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1" name="Oval 126">
              <a:extLst>
                <a:ext uri="{FF2B5EF4-FFF2-40B4-BE49-F238E27FC236}">
                  <a16:creationId xmlns:a16="http://schemas.microsoft.com/office/drawing/2014/main" id="{F457ADAB-31DA-428C-8718-4C6AFA74F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78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2" name="Oval 127">
              <a:extLst>
                <a:ext uri="{FF2B5EF4-FFF2-40B4-BE49-F238E27FC236}">
                  <a16:creationId xmlns:a16="http://schemas.microsoft.com/office/drawing/2014/main" id="{21FDFF37-8510-4344-BACA-33EE8703B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2798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3" name="Oval 128">
              <a:extLst>
                <a:ext uri="{FF2B5EF4-FFF2-40B4-BE49-F238E27FC236}">
                  <a16:creationId xmlns:a16="http://schemas.microsoft.com/office/drawing/2014/main" id="{685B32CD-03F9-4BF9-A01D-401C1C217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7" y="2842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4" name="Oval 129">
              <a:extLst>
                <a:ext uri="{FF2B5EF4-FFF2-40B4-BE49-F238E27FC236}">
                  <a16:creationId xmlns:a16="http://schemas.microsoft.com/office/drawing/2014/main" id="{E3A50D91-A9EC-4A37-841D-6BE6EACED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9" y="2865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5" name="Oval 130">
              <a:extLst>
                <a:ext uri="{FF2B5EF4-FFF2-40B4-BE49-F238E27FC236}">
                  <a16:creationId xmlns:a16="http://schemas.microsoft.com/office/drawing/2014/main" id="{C363C577-51DB-4A9E-A72C-749FA682D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292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6" name="Oval 131">
              <a:extLst>
                <a:ext uri="{FF2B5EF4-FFF2-40B4-BE49-F238E27FC236}">
                  <a16:creationId xmlns:a16="http://schemas.microsoft.com/office/drawing/2014/main" id="{E533B382-015F-4CA0-B9BC-C62684886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2908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7" name="Oval 132">
              <a:extLst>
                <a:ext uri="{FF2B5EF4-FFF2-40B4-BE49-F238E27FC236}">
                  <a16:creationId xmlns:a16="http://schemas.microsoft.com/office/drawing/2014/main" id="{163CD3D4-AB6A-40DA-AE9D-EB7C458E1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2825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8" name="Oval 133">
              <a:extLst>
                <a:ext uri="{FF2B5EF4-FFF2-40B4-BE49-F238E27FC236}">
                  <a16:creationId xmlns:a16="http://schemas.microsoft.com/office/drawing/2014/main" id="{CC31BE8E-204B-4A7C-AED5-DCB0B3E36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248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9" name="Oval 134">
              <a:extLst>
                <a:ext uri="{FF2B5EF4-FFF2-40B4-BE49-F238E27FC236}">
                  <a16:creationId xmlns:a16="http://schemas.microsoft.com/office/drawing/2014/main" id="{C35EE0FC-B06D-4D24-92C8-4984E2608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246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0" name="Oval 135">
              <a:extLst>
                <a:ext uri="{FF2B5EF4-FFF2-40B4-BE49-F238E27FC236}">
                  <a16:creationId xmlns:a16="http://schemas.microsoft.com/office/drawing/2014/main" id="{B7F559A9-CC5E-431A-B4B8-FE7977D70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246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1" name="Oval 136">
              <a:extLst>
                <a:ext uri="{FF2B5EF4-FFF2-40B4-BE49-F238E27FC236}">
                  <a16:creationId xmlns:a16="http://schemas.microsoft.com/office/drawing/2014/main" id="{E290C82E-16F2-4A15-80DB-E4CF235C1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47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2" name="Oval 137">
              <a:extLst>
                <a:ext uri="{FF2B5EF4-FFF2-40B4-BE49-F238E27FC236}">
                  <a16:creationId xmlns:a16="http://schemas.microsoft.com/office/drawing/2014/main" id="{76C191D1-F7FB-4B8E-A037-698271C44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464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3" name="Oval 138">
              <a:extLst>
                <a:ext uri="{FF2B5EF4-FFF2-40B4-BE49-F238E27FC236}">
                  <a16:creationId xmlns:a16="http://schemas.microsoft.com/office/drawing/2014/main" id="{0DA22CB5-4CD2-43F9-A4B2-EC40DDD21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2490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4" name="Oval 139">
              <a:extLst>
                <a:ext uri="{FF2B5EF4-FFF2-40B4-BE49-F238E27FC236}">
                  <a16:creationId xmlns:a16="http://schemas.microsoft.com/office/drawing/2014/main" id="{0DAC74C1-5855-405A-AD02-1B2B4ECA8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9" y="248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5" name="Oval 140">
              <a:extLst>
                <a:ext uri="{FF2B5EF4-FFF2-40B4-BE49-F238E27FC236}">
                  <a16:creationId xmlns:a16="http://schemas.microsoft.com/office/drawing/2014/main" id="{7D376CCB-2C01-4B07-B143-DDE57CB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536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6" name="Oval 141">
              <a:extLst>
                <a:ext uri="{FF2B5EF4-FFF2-40B4-BE49-F238E27FC236}">
                  <a16:creationId xmlns:a16="http://schemas.microsoft.com/office/drawing/2014/main" id="{C561C398-2BC5-4B4D-A0D3-A2D19E7E2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2584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7" name="Oval 142">
              <a:extLst>
                <a:ext uri="{FF2B5EF4-FFF2-40B4-BE49-F238E27FC236}">
                  <a16:creationId xmlns:a16="http://schemas.microsoft.com/office/drawing/2014/main" id="{53C81024-07A6-4910-902D-D148F8B91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3" y="266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8" name="Oval 143">
              <a:extLst>
                <a:ext uri="{FF2B5EF4-FFF2-40B4-BE49-F238E27FC236}">
                  <a16:creationId xmlns:a16="http://schemas.microsoft.com/office/drawing/2014/main" id="{ADE801AE-81C7-4E59-A60A-F396A890C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269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39" name="Oval 144">
              <a:extLst>
                <a:ext uri="{FF2B5EF4-FFF2-40B4-BE49-F238E27FC236}">
                  <a16:creationId xmlns:a16="http://schemas.microsoft.com/office/drawing/2014/main" id="{DFA76C64-4679-4D74-86C0-48989BD0D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2762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0" name="Oval 145">
              <a:extLst>
                <a:ext uri="{FF2B5EF4-FFF2-40B4-BE49-F238E27FC236}">
                  <a16:creationId xmlns:a16="http://schemas.microsoft.com/office/drawing/2014/main" id="{08B30847-E7EE-45E5-A45C-273CB940E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590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1" name="Oval 146">
              <a:extLst>
                <a:ext uri="{FF2B5EF4-FFF2-40B4-BE49-F238E27FC236}">
                  <a16:creationId xmlns:a16="http://schemas.microsoft.com/office/drawing/2014/main" id="{59E8AB46-AB1C-47C1-8DC8-CA148B55D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2512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2" name="Oval 147">
              <a:extLst>
                <a:ext uri="{FF2B5EF4-FFF2-40B4-BE49-F238E27FC236}">
                  <a16:creationId xmlns:a16="http://schemas.microsoft.com/office/drawing/2014/main" id="{810F0E05-234E-446F-9699-4EC4C7F68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48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3" name="Oval 148">
              <a:extLst>
                <a:ext uri="{FF2B5EF4-FFF2-40B4-BE49-F238E27FC236}">
                  <a16:creationId xmlns:a16="http://schemas.microsoft.com/office/drawing/2014/main" id="{DED0EB70-36EA-4C1C-BD44-A6C547136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248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4" name="Oval 149">
              <a:extLst>
                <a:ext uri="{FF2B5EF4-FFF2-40B4-BE49-F238E27FC236}">
                  <a16:creationId xmlns:a16="http://schemas.microsoft.com/office/drawing/2014/main" id="{12087C0A-D417-4EBB-B385-5D1C183AF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5" y="250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5" name="Oval 150">
              <a:extLst>
                <a:ext uri="{FF2B5EF4-FFF2-40B4-BE49-F238E27FC236}">
                  <a16:creationId xmlns:a16="http://schemas.microsoft.com/office/drawing/2014/main" id="{63A31662-5F81-4997-8523-76810975C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2547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6" name="Oval 151">
              <a:extLst>
                <a:ext uri="{FF2B5EF4-FFF2-40B4-BE49-F238E27FC236}">
                  <a16:creationId xmlns:a16="http://schemas.microsoft.com/office/drawing/2014/main" id="{FD5D114B-5A4D-4E37-8373-D604F86CC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250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7" name="Oval 152">
              <a:extLst>
                <a:ext uri="{FF2B5EF4-FFF2-40B4-BE49-F238E27FC236}">
                  <a16:creationId xmlns:a16="http://schemas.microsoft.com/office/drawing/2014/main" id="{FAE15E12-00FA-4CE0-BCD4-1C2D2FAF2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52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8" name="Oval 153">
              <a:extLst>
                <a:ext uri="{FF2B5EF4-FFF2-40B4-BE49-F238E27FC236}">
                  <a16:creationId xmlns:a16="http://schemas.microsoft.com/office/drawing/2014/main" id="{07A3A053-4074-419F-BC49-5148CE84F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2593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9" name="Oval 154">
              <a:extLst>
                <a:ext uri="{FF2B5EF4-FFF2-40B4-BE49-F238E27FC236}">
                  <a16:creationId xmlns:a16="http://schemas.microsoft.com/office/drawing/2014/main" id="{F157B768-DB69-4F3B-A40F-A288B2D4C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711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50" name="Oval 155">
              <a:extLst>
                <a:ext uri="{FF2B5EF4-FFF2-40B4-BE49-F238E27FC236}">
                  <a16:creationId xmlns:a16="http://schemas.microsoft.com/office/drawing/2014/main" id="{D7DBED5E-8816-4D6D-9ED8-0783A6AC2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652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6867" name="glass-pepper-shaker-illustration">
            <a:extLst>
              <a:ext uri="{FF2B5EF4-FFF2-40B4-BE49-F238E27FC236}">
                <a16:creationId xmlns:a16="http://schemas.microsoft.com/office/drawing/2014/main" id="{885EFE2D-D318-4493-B851-E48CE3E4BE21}"/>
              </a:ext>
            </a:extLst>
          </p:cNvPr>
          <p:cNvGrpSpPr>
            <a:grpSpLocks/>
          </p:cNvGrpSpPr>
          <p:nvPr/>
        </p:nvGrpSpPr>
        <p:grpSpPr bwMode="auto">
          <a:xfrm>
            <a:off x="6337300" y="1908175"/>
            <a:ext cx="1779588" cy="3659188"/>
            <a:chOff x="3032" y="1202"/>
            <a:chExt cx="1121" cy="2305"/>
          </a:xfrm>
        </p:grpSpPr>
        <p:sp>
          <p:nvSpPr>
            <p:cNvPr id="36868" name="Freeform 157">
              <a:extLst>
                <a:ext uri="{FF2B5EF4-FFF2-40B4-BE49-F238E27FC236}">
                  <a16:creationId xmlns:a16="http://schemas.microsoft.com/office/drawing/2014/main" id="{6B0480B0-EFCB-4011-9A19-8122FFB6E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599"/>
              <a:ext cx="1119" cy="1851"/>
            </a:xfrm>
            <a:custGeom>
              <a:avLst/>
              <a:gdLst>
                <a:gd name="T0" fmla="*/ 2173 w 775"/>
                <a:gd name="T1" fmla="*/ 647 h 1202"/>
                <a:gd name="T2" fmla="*/ 1913 w 775"/>
                <a:gd name="T3" fmla="*/ 333 h 1202"/>
                <a:gd name="T4" fmla="*/ 1870 w 775"/>
                <a:gd name="T5" fmla="*/ 333 h 1202"/>
                <a:gd name="T6" fmla="*/ 1932 w 775"/>
                <a:gd name="T7" fmla="*/ 183 h 1202"/>
                <a:gd name="T8" fmla="*/ 1783 w 775"/>
                <a:gd name="T9" fmla="*/ 0 h 1202"/>
                <a:gd name="T10" fmla="*/ 554 w 775"/>
                <a:gd name="T11" fmla="*/ 0 h 1202"/>
                <a:gd name="T12" fmla="*/ 403 w 775"/>
                <a:gd name="T13" fmla="*/ 183 h 1202"/>
                <a:gd name="T14" fmla="*/ 463 w 775"/>
                <a:gd name="T15" fmla="*/ 333 h 1202"/>
                <a:gd name="T16" fmla="*/ 422 w 775"/>
                <a:gd name="T17" fmla="*/ 333 h 1202"/>
                <a:gd name="T18" fmla="*/ 163 w 775"/>
                <a:gd name="T19" fmla="*/ 647 h 1202"/>
                <a:gd name="T20" fmla="*/ 0 w 775"/>
                <a:gd name="T21" fmla="*/ 3864 h 1202"/>
                <a:gd name="T22" fmla="*/ 300 w 775"/>
                <a:gd name="T23" fmla="*/ 4229 h 1202"/>
                <a:gd name="T24" fmla="*/ 1168 w 775"/>
                <a:gd name="T25" fmla="*/ 4378 h 1202"/>
                <a:gd name="T26" fmla="*/ 2033 w 775"/>
                <a:gd name="T27" fmla="*/ 4229 h 1202"/>
                <a:gd name="T28" fmla="*/ 2333 w 775"/>
                <a:gd name="T29" fmla="*/ 3864 h 1202"/>
                <a:gd name="T30" fmla="*/ 2173 w 775"/>
                <a:gd name="T31" fmla="*/ 647 h 1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5" h="1202">
                  <a:moveTo>
                    <a:pt x="722" y="177"/>
                  </a:moveTo>
                  <a:cubicBezTo>
                    <a:pt x="722" y="130"/>
                    <a:pt x="683" y="91"/>
                    <a:pt x="636" y="91"/>
                  </a:cubicBezTo>
                  <a:cubicBezTo>
                    <a:pt x="621" y="91"/>
                    <a:pt x="621" y="91"/>
                    <a:pt x="621" y="91"/>
                  </a:cubicBezTo>
                  <a:cubicBezTo>
                    <a:pt x="634" y="82"/>
                    <a:pt x="642" y="67"/>
                    <a:pt x="642" y="50"/>
                  </a:cubicBezTo>
                  <a:cubicBezTo>
                    <a:pt x="642" y="23"/>
                    <a:pt x="619" y="0"/>
                    <a:pt x="592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56" y="0"/>
                    <a:pt x="134" y="23"/>
                    <a:pt x="134" y="50"/>
                  </a:cubicBezTo>
                  <a:cubicBezTo>
                    <a:pt x="134" y="67"/>
                    <a:pt x="142" y="82"/>
                    <a:pt x="154" y="91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92" y="91"/>
                    <a:pt x="54" y="130"/>
                    <a:pt x="54" y="177"/>
                  </a:cubicBezTo>
                  <a:cubicBezTo>
                    <a:pt x="0" y="1058"/>
                    <a:pt x="0" y="1058"/>
                    <a:pt x="0" y="1058"/>
                  </a:cubicBezTo>
                  <a:cubicBezTo>
                    <a:pt x="0" y="1113"/>
                    <a:pt x="39" y="1140"/>
                    <a:pt x="100" y="1158"/>
                  </a:cubicBezTo>
                  <a:cubicBezTo>
                    <a:pt x="100" y="1158"/>
                    <a:pt x="232" y="1202"/>
                    <a:pt x="388" y="1199"/>
                  </a:cubicBezTo>
                  <a:cubicBezTo>
                    <a:pt x="543" y="1196"/>
                    <a:pt x="675" y="1158"/>
                    <a:pt x="675" y="1158"/>
                  </a:cubicBezTo>
                  <a:cubicBezTo>
                    <a:pt x="729" y="1143"/>
                    <a:pt x="775" y="1113"/>
                    <a:pt x="775" y="1058"/>
                  </a:cubicBezTo>
                  <a:lnTo>
                    <a:pt x="722" y="177"/>
                  </a:lnTo>
                  <a:close/>
                </a:path>
              </a:pathLst>
            </a:custGeom>
            <a:solidFill>
              <a:srgbClr val="BDB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158">
              <a:extLst>
                <a:ext uri="{FF2B5EF4-FFF2-40B4-BE49-F238E27FC236}">
                  <a16:creationId xmlns:a16="http://schemas.microsoft.com/office/drawing/2014/main" id="{24517781-DCBC-4C61-9C59-3280C2CD6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244"/>
              <a:ext cx="1031" cy="1076"/>
            </a:xfrm>
            <a:custGeom>
              <a:avLst/>
              <a:gdLst>
                <a:gd name="T0" fmla="*/ 149 w 714"/>
                <a:gd name="T1" fmla="*/ 123 h 699"/>
                <a:gd name="T2" fmla="*/ 1099 w 714"/>
                <a:gd name="T3" fmla="*/ 88 h 699"/>
                <a:gd name="T4" fmla="*/ 1697 w 714"/>
                <a:gd name="T5" fmla="*/ 289 h 699"/>
                <a:gd name="T6" fmla="*/ 1931 w 714"/>
                <a:gd name="T7" fmla="*/ 360 h 699"/>
                <a:gd name="T8" fmla="*/ 2042 w 714"/>
                <a:gd name="T9" fmla="*/ 413 h 699"/>
                <a:gd name="T10" fmla="*/ 2084 w 714"/>
                <a:gd name="T11" fmla="*/ 764 h 699"/>
                <a:gd name="T12" fmla="*/ 2117 w 714"/>
                <a:gd name="T13" fmla="*/ 1273 h 699"/>
                <a:gd name="T14" fmla="*/ 2147 w 714"/>
                <a:gd name="T15" fmla="*/ 1841 h 699"/>
                <a:gd name="T16" fmla="*/ 2071 w 714"/>
                <a:gd name="T17" fmla="*/ 2200 h 699"/>
                <a:gd name="T18" fmla="*/ 1968 w 714"/>
                <a:gd name="T19" fmla="*/ 2244 h 699"/>
                <a:gd name="T20" fmla="*/ 1854 w 714"/>
                <a:gd name="T21" fmla="*/ 2347 h 699"/>
                <a:gd name="T22" fmla="*/ 1731 w 714"/>
                <a:gd name="T23" fmla="*/ 2408 h 699"/>
                <a:gd name="T24" fmla="*/ 1578 w 714"/>
                <a:gd name="T25" fmla="*/ 2434 h 699"/>
                <a:gd name="T26" fmla="*/ 1226 w 714"/>
                <a:gd name="T27" fmla="*/ 2477 h 699"/>
                <a:gd name="T28" fmla="*/ 1093 w 714"/>
                <a:gd name="T29" fmla="*/ 2503 h 699"/>
                <a:gd name="T30" fmla="*/ 940 w 714"/>
                <a:gd name="T31" fmla="*/ 2545 h 699"/>
                <a:gd name="T32" fmla="*/ 632 w 714"/>
                <a:gd name="T33" fmla="*/ 2395 h 699"/>
                <a:gd name="T34" fmla="*/ 328 w 714"/>
                <a:gd name="T35" fmla="*/ 2346 h 699"/>
                <a:gd name="T36" fmla="*/ 103 w 714"/>
                <a:gd name="T37" fmla="*/ 2231 h 699"/>
                <a:gd name="T38" fmla="*/ 39 w 714"/>
                <a:gd name="T39" fmla="*/ 1732 h 699"/>
                <a:gd name="T40" fmla="*/ 48 w 714"/>
                <a:gd name="T41" fmla="*/ 1191 h 699"/>
                <a:gd name="T42" fmla="*/ 114 w 714"/>
                <a:gd name="T43" fmla="*/ 770 h 699"/>
                <a:gd name="T44" fmla="*/ 111 w 714"/>
                <a:gd name="T45" fmla="*/ 400 h 699"/>
                <a:gd name="T46" fmla="*/ 136 w 714"/>
                <a:gd name="T47" fmla="*/ 149 h 6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14" h="699">
                  <a:moveTo>
                    <a:pt x="49" y="34"/>
                  </a:moveTo>
                  <a:cubicBezTo>
                    <a:pt x="145" y="2"/>
                    <a:pt x="263" y="0"/>
                    <a:pt x="365" y="24"/>
                  </a:cubicBezTo>
                  <a:cubicBezTo>
                    <a:pt x="431" y="40"/>
                    <a:pt x="497" y="66"/>
                    <a:pt x="564" y="79"/>
                  </a:cubicBezTo>
                  <a:cubicBezTo>
                    <a:pt x="591" y="84"/>
                    <a:pt x="615" y="88"/>
                    <a:pt x="641" y="99"/>
                  </a:cubicBezTo>
                  <a:cubicBezTo>
                    <a:pt x="651" y="104"/>
                    <a:pt x="669" y="106"/>
                    <a:pt x="678" y="113"/>
                  </a:cubicBezTo>
                  <a:cubicBezTo>
                    <a:pt x="700" y="128"/>
                    <a:pt x="689" y="186"/>
                    <a:pt x="692" y="209"/>
                  </a:cubicBezTo>
                  <a:cubicBezTo>
                    <a:pt x="697" y="256"/>
                    <a:pt x="698" y="302"/>
                    <a:pt x="703" y="349"/>
                  </a:cubicBezTo>
                  <a:cubicBezTo>
                    <a:pt x="707" y="401"/>
                    <a:pt x="710" y="453"/>
                    <a:pt x="713" y="505"/>
                  </a:cubicBezTo>
                  <a:cubicBezTo>
                    <a:pt x="714" y="541"/>
                    <a:pt x="713" y="576"/>
                    <a:pt x="688" y="603"/>
                  </a:cubicBezTo>
                  <a:cubicBezTo>
                    <a:pt x="677" y="616"/>
                    <a:pt x="667" y="608"/>
                    <a:pt x="654" y="615"/>
                  </a:cubicBezTo>
                  <a:cubicBezTo>
                    <a:pt x="639" y="623"/>
                    <a:pt x="630" y="638"/>
                    <a:pt x="616" y="644"/>
                  </a:cubicBezTo>
                  <a:cubicBezTo>
                    <a:pt x="603" y="650"/>
                    <a:pt x="588" y="655"/>
                    <a:pt x="575" y="660"/>
                  </a:cubicBezTo>
                  <a:cubicBezTo>
                    <a:pt x="556" y="667"/>
                    <a:pt x="543" y="666"/>
                    <a:pt x="524" y="667"/>
                  </a:cubicBezTo>
                  <a:cubicBezTo>
                    <a:pt x="486" y="669"/>
                    <a:pt x="445" y="674"/>
                    <a:pt x="407" y="679"/>
                  </a:cubicBezTo>
                  <a:cubicBezTo>
                    <a:pt x="392" y="681"/>
                    <a:pt x="378" y="682"/>
                    <a:pt x="363" y="686"/>
                  </a:cubicBezTo>
                  <a:cubicBezTo>
                    <a:pt x="346" y="692"/>
                    <a:pt x="331" y="699"/>
                    <a:pt x="312" y="698"/>
                  </a:cubicBezTo>
                  <a:cubicBezTo>
                    <a:pt x="275" y="695"/>
                    <a:pt x="248" y="662"/>
                    <a:pt x="210" y="657"/>
                  </a:cubicBezTo>
                  <a:cubicBezTo>
                    <a:pt x="176" y="652"/>
                    <a:pt x="143" y="647"/>
                    <a:pt x="109" y="643"/>
                  </a:cubicBezTo>
                  <a:cubicBezTo>
                    <a:pt x="79" y="638"/>
                    <a:pt x="57" y="631"/>
                    <a:pt x="34" y="611"/>
                  </a:cubicBezTo>
                  <a:cubicBezTo>
                    <a:pt x="0" y="579"/>
                    <a:pt x="13" y="518"/>
                    <a:pt x="13" y="475"/>
                  </a:cubicBezTo>
                  <a:cubicBezTo>
                    <a:pt x="13" y="426"/>
                    <a:pt x="7" y="374"/>
                    <a:pt x="16" y="327"/>
                  </a:cubicBezTo>
                  <a:cubicBezTo>
                    <a:pt x="23" y="288"/>
                    <a:pt x="32" y="250"/>
                    <a:pt x="38" y="211"/>
                  </a:cubicBezTo>
                  <a:cubicBezTo>
                    <a:pt x="42" y="179"/>
                    <a:pt x="39" y="142"/>
                    <a:pt x="37" y="110"/>
                  </a:cubicBezTo>
                  <a:cubicBezTo>
                    <a:pt x="37" y="97"/>
                    <a:pt x="32" y="43"/>
                    <a:pt x="45" y="41"/>
                  </a:cubicBezTo>
                </a:path>
              </a:pathLst>
            </a:custGeom>
            <a:solidFill>
              <a:srgbClr val="948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159">
              <a:extLst>
                <a:ext uri="{FF2B5EF4-FFF2-40B4-BE49-F238E27FC236}">
                  <a16:creationId xmlns:a16="http://schemas.microsoft.com/office/drawing/2014/main" id="{589F400A-1BE9-4027-B8C2-45F65C45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259"/>
              <a:ext cx="807" cy="425"/>
            </a:xfrm>
            <a:custGeom>
              <a:avLst/>
              <a:gdLst>
                <a:gd name="T0" fmla="*/ 1626 w 559"/>
                <a:gd name="T1" fmla="*/ 445 h 276"/>
                <a:gd name="T2" fmla="*/ 1620 w 559"/>
                <a:gd name="T3" fmla="*/ 311 h 276"/>
                <a:gd name="T4" fmla="*/ 1601 w 559"/>
                <a:gd name="T5" fmla="*/ 34 h 276"/>
                <a:gd name="T6" fmla="*/ 1598 w 559"/>
                <a:gd name="T7" fmla="*/ 0 h 276"/>
                <a:gd name="T8" fmla="*/ 102 w 559"/>
                <a:gd name="T9" fmla="*/ 0 h 276"/>
                <a:gd name="T10" fmla="*/ 100 w 559"/>
                <a:gd name="T11" fmla="*/ 26 h 276"/>
                <a:gd name="T12" fmla="*/ 84 w 559"/>
                <a:gd name="T13" fmla="*/ 303 h 276"/>
                <a:gd name="T14" fmla="*/ 74 w 559"/>
                <a:gd name="T15" fmla="*/ 536 h 276"/>
                <a:gd name="T16" fmla="*/ 55 w 559"/>
                <a:gd name="T17" fmla="*/ 861 h 276"/>
                <a:gd name="T18" fmla="*/ 55 w 559"/>
                <a:gd name="T19" fmla="*/ 865 h 276"/>
                <a:gd name="T20" fmla="*/ 855 w 559"/>
                <a:gd name="T21" fmla="*/ 1007 h 276"/>
                <a:gd name="T22" fmla="*/ 1653 w 559"/>
                <a:gd name="T23" fmla="*/ 865 h 276"/>
                <a:gd name="T24" fmla="*/ 1640 w 559"/>
                <a:gd name="T25" fmla="*/ 694 h 276"/>
                <a:gd name="T26" fmla="*/ 1626 w 559"/>
                <a:gd name="T27" fmla="*/ 445 h 2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9" h="276">
                  <a:moveTo>
                    <a:pt x="540" y="122"/>
                  </a:moveTo>
                  <a:cubicBezTo>
                    <a:pt x="538" y="85"/>
                    <a:pt x="538" y="85"/>
                    <a:pt x="538" y="85"/>
                  </a:cubicBezTo>
                  <a:cubicBezTo>
                    <a:pt x="556" y="37"/>
                    <a:pt x="538" y="15"/>
                    <a:pt x="532" y="9"/>
                  </a:cubicBezTo>
                  <a:cubicBezTo>
                    <a:pt x="531" y="0"/>
                    <a:pt x="531" y="0"/>
                    <a:pt x="53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0" y="15"/>
                    <a:pt x="9" y="62"/>
                    <a:pt x="28" y="83"/>
                  </a:cubicBezTo>
                  <a:cubicBezTo>
                    <a:pt x="24" y="147"/>
                    <a:pt x="24" y="147"/>
                    <a:pt x="24" y="147"/>
                  </a:cubicBezTo>
                  <a:cubicBezTo>
                    <a:pt x="17" y="166"/>
                    <a:pt x="0" y="214"/>
                    <a:pt x="18" y="236"/>
                  </a:cubicBezTo>
                  <a:cubicBezTo>
                    <a:pt x="18" y="237"/>
                    <a:pt x="18" y="237"/>
                    <a:pt x="18" y="237"/>
                  </a:cubicBezTo>
                  <a:cubicBezTo>
                    <a:pt x="18" y="259"/>
                    <a:pt x="137" y="276"/>
                    <a:pt x="284" y="276"/>
                  </a:cubicBezTo>
                  <a:cubicBezTo>
                    <a:pt x="430" y="276"/>
                    <a:pt x="549" y="259"/>
                    <a:pt x="549" y="237"/>
                  </a:cubicBezTo>
                  <a:cubicBezTo>
                    <a:pt x="545" y="190"/>
                    <a:pt x="545" y="190"/>
                    <a:pt x="545" y="190"/>
                  </a:cubicBezTo>
                  <a:cubicBezTo>
                    <a:pt x="559" y="148"/>
                    <a:pt x="546" y="128"/>
                    <a:pt x="540" y="122"/>
                  </a:cubicBezTo>
                  <a:close/>
                </a:path>
              </a:pathLst>
            </a:custGeom>
            <a:solidFill>
              <a:srgbClr val="A6A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Oval 160">
              <a:extLst>
                <a:ext uri="{FF2B5EF4-FFF2-40B4-BE49-F238E27FC236}">
                  <a16:creationId xmlns:a16="http://schemas.microsoft.com/office/drawing/2014/main" id="{C62CBB20-DE62-4E3E-A31C-BDEECD159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1204"/>
              <a:ext cx="722" cy="112"/>
            </a:xfrm>
            <a:prstGeom prst="ellipse">
              <a:avLst/>
            </a:pr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72" name="Freeform 161">
              <a:extLst>
                <a:ext uri="{FF2B5EF4-FFF2-40B4-BE49-F238E27FC236}">
                  <a16:creationId xmlns:a16="http://schemas.microsoft.com/office/drawing/2014/main" id="{28688723-F2CE-4190-83A2-EDFD03018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838"/>
              <a:ext cx="173" cy="1371"/>
            </a:xfrm>
            <a:custGeom>
              <a:avLst/>
              <a:gdLst>
                <a:gd name="T0" fmla="*/ 206 w 120"/>
                <a:gd name="T1" fmla="*/ 95 h 891"/>
                <a:gd name="T2" fmla="*/ 14 w 120"/>
                <a:gd name="T3" fmla="*/ 203 h 891"/>
                <a:gd name="T4" fmla="*/ 75 w 120"/>
                <a:gd name="T5" fmla="*/ 3247 h 891"/>
                <a:gd name="T6" fmla="*/ 324 w 120"/>
                <a:gd name="T7" fmla="*/ 2910 h 891"/>
                <a:gd name="T8" fmla="*/ 206 w 120"/>
                <a:gd name="T9" fmla="*/ 95 h 8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891">
                  <a:moveTo>
                    <a:pt x="69" y="26"/>
                  </a:moveTo>
                  <a:cubicBezTo>
                    <a:pt x="69" y="26"/>
                    <a:pt x="11" y="0"/>
                    <a:pt x="5" y="56"/>
                  </a:cubicBezTo>
                  <a:cubicBezTo>
                    <a:pt x="0" y="112"/>
                    <a:pt x="25" y="891"/>
                    <a:pt x="25" y="891"/>
                  </a:cubicBezTo>
                  <a:cubicBezTo>
                    <a:pt x="25" y="891"/>
                    <a:pt x="120" y="863"/>
                    <a:pt x="108" y="799"/>
                  </a:cubicBezTo>
                  <a:cubicBezTo>
                    <a:pt x="97" y="735"/>
                    <a:pt x="69" y="26"/>
                    <a:pt x="69" y="26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62">
              <a:extLst>
                <a:ext uri="{FF2B5EF4-FFF2-40B4-BE49-F238E27FC236}">
                  <a16:creationId xmlns:a16="http://schemas.microsoft.com/office/drawing/2014/main" id="{9DF9A310-149A-43B2-BC74-9E1EE5188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37"/>
              <a:ext cx="667" cy="261"/>
            </a:xfrm>
            <a:custGeom>
              <a:avLst/>
              <a:gdLst>
                <a:gd name="T0" fmla="*/ 27 w 462"/>
                <a:gd name="T1" fmla="*/ 332 h 170"/>
                <a:gd name="T2" fmla="*/ 1385 w 462"/>
                <a:gd name="T3" fmla="*/ 565 h 170"/>
                <a:gd name="T4" fmla="*/ 1366 w 462"/>
                <a:gd name="T5" fmla="*/ 184 h 170"/>
                <a:gd name="T6" fmla="*/ 549 w 462"/>
                <a:gd name="T7" fmla="*/ 12 h 170"/>
                <a:gd name="T8" fmla="*/ 163 w 462"/>
                <a:gd name="T9" fmla="*/ 12 h 170"/>
                <a:gd name="T10" fmla="*/ 36 w 462"/>
                <a:gd name="T11" fmla="*/ 21 h 170"/>
                <a:gd name="T12" fmla="*/ 0 w 462"/>
                <a:gd name="T13" fmla="*/ 332 h 170"/>
                <a:gd name="T14" fmla="*/ 27 w 462"/>
                <a:gd name="T15" fmla="*/ 332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2" h="170">
                  <a:moveTo>
                    <a:pt x="9" y="92"/>
                  </a:moveTo>
                  <a:cubicBezTo>
                    <a:pt x="155" y="125"/>
                    <a:pt x="312" y="170"/>
                    <a:pt x="460" y="156"/>
                  </a:cubicBezTo>
                  <a:cubicBezTo>
                    <a:pt x="462" y="119"/>
                    <a:pt x="456" y="86"/>
                    <a:pt x="454" y="51"/>
                  </a:cubicBezTo>
                  <a:cubicBezTo>
                    <a:pt x="368" y="27"/>
                    <a:pt x="272" y="7"/>
                    <a:pt x="182" y="3"/>
                  </a:cubicBezTo>
                  <a:cubicBezTo>
                    <a:pt x="141" y="0"/>
                    <a:pt x="98" y="6"/>
                    <a:pt x="54" y="3"/>
                  </a:cubicBezTo>
                  <a:cubicBezTo>
                    <a:pt x="26" y="2"/>
                    <a:pt x="13" y="0"/>
                    <a:pt x="12" y="6"/>
                  </a:cubicBezTo>
                  <a:cubicBezTo>
                    <a:pt x="7" y="27"/>
                    <a:pt x="10" y="72"/>
                    <a:pt x="0" y="92"/>
                  </a:cubicBezTo>
                  <a:cubicBezTo>
                    <a:pt x="6" y="92"/>
                    <a:pt x="7" y="91"/>
                    <a:pt x="9" y="92"/>
                  </a:cubicBezTo>
                </a:path>
              </a:pathLst>
            </a:cu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63">
              <a:extLst>
                <a:ext uri="{FF2B5EF4-FFF2-40B4-BE49-F238E27FC236}">
                  <a16:creationId xmlns:a16="http://schemas.microsoft.com/office/drawing/2014/main" id="{2DFFD6FE-10BC-4AB5-ACCF-C1C7A867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340"/>
              <a:ext cx="114" cy="123"/>
            </a:xfrm>
            <a:custGeom>
              <a:avLst/>
              <a:gdLst>
                <a:gd name="T0" fmla="*/ 1 w 79"/>
                <a:gd name="T1" fmla="*/ 0 h 80"/>
                <a:gd name="T2" fmla="*/ 211 w 79"/>
                <a:gd name="T3" fmla="*/ 181 h 80"/>
                <a:gd name="T4" fmla="*/ 121 w 79"/>
                <a:gd name="T5" fmla="*/ 248 h 80"/>
                <a:gd name="T6" fmla="*/ 1 w 79"/>
                <a:gd name="T7" fmla="*/ 291 h 80"/>
                <a:gd name="T8" fmla="*/ 0 w 79"/>
                <a:gd name="T9" fmla="*/ 146 h 80"/>
                <a:gd name="T10" fmla="*/ 1 w 79"/>
                <a:gd name="T11" fmla="*/ 18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0">
                  <a:moveTo>
                    <a:pt x="1" y="0"/>
                  </a:moveTo>
                  <a:cubicBezTo>
                    <a:pt x="23" y="15"/>
                    <a:pt x="57" y="24"/>
                    <a:pt x="70" y="50"/>
                  </a:cubicBezTo>
                  <a:cubicBezTo>
                    <a:pt x="79" y="68"/>
                    <a:pt x="52" y="66"/>
                    <a:pt x="40" y="68"/>
                  </a:cubicBezTo>
                  <a:cubicBezTo>
                    <a:pt x="27" y="70"/>
                    <a:pt x="12" y="74"/>
                    <a:pt x="1" y="80"/>
                  </a:cubicBezTo>
                  <a:cubicBezTo>
                    <a:pt x="0" y="67"/>
                    <a:pt x="0" y="53"/>
                    <a:pt x="0" y="40"/>
                  </a:cubicBezTo>
                  <a:cubicBezTo>
                    <a:pt x="1" y="31"/>
                    <a:pt x="7" y="13"/>
                    <a:pt x="1" y="5"/>
                  </a:cubicBezTo>
                </a:path>
              </a:pathLst>
            </a:cu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64">
              <a:extLst>
                <a:ext uri="{FF2B5EF4-FFF2-40B4-BE49-F238E27FC236}">
                  <a16:creationId xmlns:a16="http://schemas.microsoft.com/office/drawing/2014/main" id="{B1EE9576-FF28-4ADF-B7FA-41F5ADBD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384"/>
              <a:ext cx="398" cy="916"/>
            </a:xfrm>
            <a:custGeom>
              <a:avLst/>
              <a:gdLst>
                <a:gd name="T0" fmla="*/ 76 w 276"/>
                <a:gd name="T1" fmla="*/ 0 h 595"/>
                <a:gd name="T2" fmla="*/ 340 w 276"/>
                <a:gd name="T3" fmla="*/ 80 h 595"/>
                <a:gd name="T4" fmla="*/ 622 w 276"/>
                <a:gd name="T5" fmla="*/ 146 h 595"/>
                <a:gd name="T6" fmla="*/ 718 w 276"/>
                <a:gd name="T7" fmla="*/ 202 h 595"/>
                <a:gd name="T8" fmla="*/ 799 w 276"/>
                <a:gd name="T9" fmla="*/ 329 h 595"/>
                <a:gd name="T10" fmla="*/ 786 w 276"/>
                <a:gd name="T11" fmla="*/ 1084 h 595"/>
                <a:gd name="T12" fmla="*/ 753 w 276"/>
                <a:gd name="T13" fmla="*/ 1827 h 595"/>
                <a:gd name="T14" fmla="*/ 724 w 276"/>
                <a:gd name="T15" fmla="*/ 2158 h 595"/>
                <a:gd name="T16" fmla="*/ 643 w 276"/>
                <a:gd name="T17" fmla="*/ 2128 h 595"/>
                <a:gd name="T18" fmla="*/ 522 w 276"/>
                <a:gd name="T19" fmla="*/ 2069 h 595"/>
                <a:gd name="T20" fmla="*/ 264 w 276"/>
                <a:gd name="T21" fmla="*/ 2017 h 595"/>
                <a:gd name="T22" fmla="*/ 108 w 276"/>
                <a:gd name="T23" fmla="*/ 1955 h 595"/>
                <a:gd name="T24" fmla="*/ 14 w 276"/>
                <a:gd name="T25" fmla="*/ 1901 h 595"/>
                <a:gd name="T26" fmla="*/ 13 w 276"/>
                <a:gd name="T27" fmla="*/ 1747 h 595"/>
                <a:gd name="T28" fmla="*/ 9 w 276"/>
                <a:gd name="T29" fmla="*/ 1583 h 595"/>
                <a:gd name="T30" fmla="*/ 0 w 276"/>
                <a:gd name="T31" fmla="*/ 1326 h 595"/>
                <a:gd name="T32" fmla="*/ 20 w 276"/>
                <a:gd name="T33" fmla="*/ 759 h 595"/>
                <a:gd name="T34" fmla="*/ 72 w 276"/>
                <a:gd name="T35" fmla="*/ 265 h 595"/>
                <a:gd name="T36" fmla="*/ 75 w 276"/>
                <a:gd name="T37" fmla="*/ 22 h 5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6" h="595">
                  <a:moveTo>
                    <a:pt x="26" y="0"/>
                  </a:moveTo>
                  <a:cubicBezTo>
                    <a:pt x="47" y="19"/>
                    <a:pt x="87" y="19"/>
                    <a:pt x="114" y="22"/>
                  </a:cubicBezTo>
                  <a:cubicBezTo>
                    <a:pt x="144" y="26"/>
                    <a:pt x="179" y="30"/>
                    <a:pt x="207" y="40"/>
                  </a:cubicBezTo>
                  <a:cubicBezTo>
                    <a:pt x="218" y="44"/>
                    <a:pt x="228" y="50"/>
                    <a:pt x="239" y="55"/>
                  </a:cubicBezTo>
                  <a:cubicBezTo>
                    <a:pt x="257" y="64"/>
                    <a:pt x="262" y="68"/>
                    <a:pt x="266" y="90"/>
                  </a:cubicBezTo>
                  <a:cubicBezTo>
                    <a:pt x="276" y="156"/>
                    <a:pt x="268" y="230"/>
                    <a:pt x="262" y="297"/>
                  </a:cubicBezTo>
                  <a:cubicBezTo>
                    <a:pt x="255" y="364"/>
                    <a:pt x="251" y="433"/>
                    <a:pt x="251" y="501"/>
                  </a:cubicBezTo>
                  <a:cubicBezTo>
                    <a:pt x="251" y="520"/>
                    <a:pt x="266" y="585"/>
                    <a:pt x="241" y="592"/>
                  </a:cubicBezTo>
                  <a:cubicBezTo>
                    <a:pt x="232" y="595"/>
                    <a:pt x="222" y="588"/>
                    <a:pt x="214" y="583"/>
                  </a:cubicBezTo>
                  <a:cubicBezTo>
                    <a:pt x="201" y="575"/>
                    <a:pt x="190" y="570"/>
                    <a:pt x="174" y="567"/>
                  </a:cubicBezTo>
                  <a:cubicBezTo>
                    <a:pt x="145" y="561"/>
                    <a:pt x="116" y="559"/>
                    <a:pt x="88" y="553"/>
                  </a:cubicBezTo>
                  <a:cubicBezTo>
                    <a:pt x="70" y="549"/>
                    <a:pt x="53" y="540"/>
                    <a:pt x="36" y="536"/>
                  </a:cubicBezTo>
                  <a:cubicBezTo>
                    <a:pt x="23" y="533"/>
                    <a:pt x="10" y="536"/>
                    <a:pt x="5" y="521"/>
                  </a:cubicBezTo>
                  <a:cubicBezTo>
                    <a:pt x="2" y="510"/>
                    <a:pt x="4" y="491"/>
                    <a:pt x="4" y="479"/>
                  </a:cubicBezTo>
                  <a:cubicBezTo>
                    <a:pt x="3" y="464"/>
                    <a:pt x="4" y="449"/>
                    <a:pt x="3" y="434"/>
                  </a:cubicBezTo>
                  <a:cubicBezTo>
                    <a:pt x="2" y="410"/>
                    <a:pt x="0" y="387"/>
                    <a:pt x="0" y="363"/>
                  </a:cubicBezTo>
                  <a:cubicBezTo>
                    <a:pt x="2" y="312"/>
                    <a:pt x="3" y="259"/>
                    <a:pt x="7" y="208"/>
                  </a:cubicBezTo>
                  <a:cubicBezTo>
                    <a:pt x="11" y="163"/>
                    <a:pt x="18" y="118"/>
                    <a:pt x="24" y="73"/>
                  </a:cubicBezTo>
                  <a:cubicBezTo>
                    <a:pt x="27" y="51"/>
                    <a:pt x="25" y="29"/>
                    <a:pt x="25" y="6"/>
                  </a:cubicBezTo>
                </a:path>
              </a:pathLst>
            </a:custGeom>
            <a:solidFill>
              <a:srgbClr val="6D5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65">
              <a:extLst>
                <a:ext uri="{FF2B5EF4-FFF2-40B4-BE49-F238E27FC236}">
                  <a16:creationId xmlns:a16="http://schemas.microsoft.com/office/drawing/2014/main" id="{8CE7FC78-133A-4CB8-9EFA-60220665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264"/>
              <a:ext cx="69" cy="97"/>
            </a:xfrm>
            <a:custGeom>
              <a:avLst/>
              <a:gdLst>
                <a:gd name="T0" fmla="*/ 142 w 48"/>
                <a:gd name="T1" fmla="*/ 8 h 63"/>
                <a:gd name="T2" fmla="*/ 50 w 48"/>
                <a:gd name="T3" fmla="*/ 43 h 63"/>
                <a:gd name="T4" fmla="*/ 9 w 48"/>
                <a:gd name="T5" fmla="*/ 91 h 63"/>
                <a:gd name="T6" fmla="*/ 122 w 48"/>
                <a:gd name="T7" fmla="*/ 229 h 63"/>
                <a:gd name="T8" fmla="*/ 124 w 48"/>
                <a:gd name="T9" fmla="*/ 1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3">
                  <a:moveTo>
                    <a:pt x="48" y="2"/>
                  </a:moveTo>
                  <a:cubicBezTo>
                    <a:pt x="36" y="0"/>
                    <a:pt x="28" y="8"/>
                    <a:pt x="17" y="12"/>
                  </a:cubicBezTo>
                  <a:cubicBezTo>
                    <a:pt x="8" y="15"/>
                    <a:pt x="0" y="14"/>
                    <a:pt x="3" y="25"/>
                  </a:cubicBezTo>
                  <a:cubicBezTo>
                    <a:pt x="7" y="37"/>
                    <a:pt x="32" y="54"/>
                    <a:pt x="41" y="63"/>
                  </a:cubicBezTo>
                  <a:cubicBezTo>
                    <a:pt x="43" y="44"/>
                    <a:pt x="31" y="20"/>
                    <a:pt x="42" y="3"/>
                  </a:cubicBezTo>
                </a:path>
              </a:pathLst>
            </a:cu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66">
              <a:extLst>
                <a:ext uri="{FF2B5EF4-FFF2-40B4-BE49-F238E27FC236}">
                  <a16:creationId xmlns:a16="http://schemas.microsoft.com/office/drawing/2014/main" id="{503E178C-CDFD-4123-9572-C576BB6D9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90"/>
              <a:ext cx="471" cy="115"/>
            </a:xfrm>
            <a:custGeom>
              <a:avLst/>
              <a:gdLst>
                <a:gd name="T0" fmla="*/ 61 w 326"/>
                <a:gd name="T1" fmla="*/ 103 h 75"/>
                <a:gd name="T2" fmla="*/ 435 w 326"/>
                <a:gd name="T3" fmla="*/ 202 h 75"/>
                <a:gd name="T4" fmla="*/ 792 w 326"/>
                <a:gd name="T5" fmla="*/ 238 h 75"/>
                <a:gd name="T6" fmla="*/ 663 w 326"/>
                <a:gd name="T7" fmla="*/ 54 h 75"/>
                <a:gd name="T8" fmla="*/ 263 w 326"/>
                <a:gd name="T9" fmla="*/ 32 h 75"/>
                <a:gd name="T10" fmla="*/ 81 w 326"/>
                <a:gd name="T11" fmla="*/ 8 h 75"/>
                <a:gd name="T12" fmla="*/ 74 w 326"/>
                <a:gd name="T13" fmla="*/ 103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75">
                  <a:moveTo>
                    <a:pt x="20" y="29"/>
                  </a:moveTo>
                  <a:cubicBezTo>
                    <a:pt x="62" y="38"/>
                    <a:pt x="103" y="47"/>
                    <a:pt x="144" y="56"/>
                  </a:cubicBezTo>
                  <a:cubicBezTo>
                    <a:pt x="180" y="64"/>
                    <a:pt x="224" y="75"/>
                    <a:pt x="262" y="66"/>
                  </a:cubicBezTo>
                  <a:cubicBezTo>
                    <a:pt x="326" y="50"/>
                    <a:pt x="248" y="19"/>
                    <a:pt x="220" y="15"/>
                  </a:cubicBezTo>
                  <a:cubicBezTo>
                    <a:pt x="177" y="9"/>
                    <a:pt x="131" y="11"/>
                    <a:pt x="87" y="9"/>
                  </a:cubicBezTo>
                  <a:cubicBezTo>
                    <a:pt x="66" y="7"/>
                    <a:pt x="46" y="3"/>
                    <a:pt x="27" y="2"/>
                  </a:cubicBezTo>
                  <a:cubicBezTo>
                    <a:pt x="0" y="0"/>
                    <a:pt x="3" y="16"/>
                    <a:pt x="24" y="29"/>
                  </a:cubicBezTo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67">
              <a:extLst>
                <a:ext uri="{FF2B5EF4-FFF2-40B4-BE49-F238E27FC236}">
                  <a16:creationId xmlns:a16="http://schemas.microsoft.com/office/drawing/2014/main" id="{49F922EA-0F37-43C0-A625-5789E971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861"/>
              <a:ext cx="188" cy="1367"/>
            </a:xfrm>
            <a:custGeom>
              <a:avLst/>
              <a:gdLst>
                <a:gd name="T0" fmla="*/ 296 w 130"/>
                <a:gd name="T1" fmla="*/ 8 h 888"/>
                <a:gd name="T2" fmla="*/ 385 w 130"/>
                <a:gd name="T3" fmla="*/ 12 h 888"/>
                <a:gd name="T4" fmla="*/ 337 w 130"/>
                <a:gd name="T5" fmla="*/ 770 h 888"/>
                <a:gd name="T6" fmla="*/ 285 w 130"/>
                <a:gd name="T7" fmla="*/ 1547 h 888"/>
                <a:gd name="T8" fmla="*/ 210 w 130"/>
                <a:gd name="T9" fmla="*/ 2415 h 888"/>
                <a:gd name="T10" fmla="*/ 168 w 130"/>
                <a:gd name="T11" fmla="*/ 3204 h 888"/>
                <a:gd name="T12" fmla="*/ 134 w 130"/>
                <a:gd name="T13" fmla="*/ 3239 h 888"/>
                <a:gd name="T14" fmla="*/ 145 w 130"/>
                <a:gd name="T15" fmla="*/ 2294 h 888"/>
                <a:gd name="T16" fmla="*/ 182 w 130"/>
                <a:gd name="T17" fmla="*/ 1405 h 888"/>
                <a:gd name="T18" fmla="*/ 211 w 130"/>
                <a:gd name="T19" fmla="*/ 645 h 888"/>
                <a:gd name="T20" fmla="*/ 296 w 130"/>
                <a:gd name="T21" fmla="*/ 40 h 8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888">
                  <a:moveTo>
                    <a:pt x="98" y="2"/>
                  </a:moveTo>
                  <a:cubicBezTo>
                    <a:pt x="106" y="0"/>
                    <a:pt x="118" y="2"/>
                    <a:pt x="127" y="3"/>
                  </a:cubicBezTo>
                  <a:cubicBezTo>
                    <a:pt x="130" y="71"/>
                    <a:pt x="117" y="143"/>
                    <a:pt x="111" y="211"/>
                  </a:cubicBezTo>
                  <a:cubicBezTo>
                    <a:pt x="103" y="283"/>
                    <a:pt x="104" y="354"/>
                    <a:pt x="94" y="424"/>
                  </a:cubicBezTo>
                  <a:cubicBezTo>
                    <a:pt x="82" y="503"/>
                    <a:pt x="72" y="582"/>
                    <a:pt x="69" y="662"/>
                  </a:cubicBezTo>
                  <a:cubicBezTo>
                    <a:pt x="67" y="704"/>
                    <a:pt x="85" y="848"/>
                    <a:pt x="55" y="878"/>
                  </a:cubicBezTo>
                  <a:cubicBezTo>
                    <a:pt x="52" y="882"/>
                    <a:pt x="48" y="885"/>
                    <a:pt x="44" y="888"/>
                  </a:cubicBezTo>
                  <a:cubicBezTo>
                    <a:pt x="0" y="857"/>
                    <a:pt x="43" y="678"/>
                    <a:pt x="48" y="629"/>
                  </a:cubicBezTo>
                  <a:cubicBezTo>
                    <a:pt x="56" y="548"/>
                    <a:pt x="61" y="466"/>
                    <a:pt x="60" y="385"/>
                  </a:cubicBezTo>
                  <a:cubicBezTo>
                    <a:pt x="60" y="315"/>
                    <a:pt x="63" y="246"/>
                    <a:pt x="70" y="177"/>
                  </a:cubicBezTo>
                  <a:cubicBezTo>
                    <a:pt x="73" y="144"/>
                    <a:pt x="71" y="24"/>
                    <a:pt x="98" y="11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8">
              <a:extLst>
                <a:ext uri="{FF2B5EF4-FFF2-40B4-BE49-F238E27FC236}">
                  <a16:creationId xmlns:a16="http://schemas.microsoft.com/office/drawing/2014/main" id="{8CD49EBB-B6C6-4C2B-9917-D7A6E5F9F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875"/>
              <a:ext cx="114" cy="1338"/>
            </a:xfrm>
            <a:custGeom>
              <a:avLst/>
              <a:gdLst>
                <a:gd name="T0" fmla="*/ 19 w 79"/>
                <a:gd name="T1" fmla="*/ 66 h 869"/>
                <a:gd name="T2" fmla="*/ 66 w 79"/>
                <a:gd name="T3" fmla="*/ 790 h 869"/>
                <a:gd name="T4" fmla="*/ 107 w 79"/>
                <a:gd name="T5" fmla="*/ 1529 h 869"/>
                <a:gd name="T6" fmla="*/ 107 w 79"/>
                <a:gd name="T7" fmla="*/ 2474 h 869"/>
                <a:gd name="T8" fmla="*/ 192 w 79"/>
                <a:gd name="T9" fmla="*/ 3172 h 869"/>
                <a:gd name="T10" fmla="*/ 202 w 79"/>
                <a:gd name="T11" fmla="*/ 2842 h 869"/>
                <a:gd name="T12" fmla="*/ 192 w 79"/>
                <a:gd name="T13" fmla="*/ 2153 h 869"/>
                <a:gd name="T14" fmla="*/ 182 w 79"/>
                <a:gd name="T15" fmla="*/ 1130 h 869"/>
                <a:gd name="T16" fmla="*/ 102 w 79"/>
                <a:gd name="T17" fmla="*/ 8 h 869"/>
                <a:gd name="T18" fmla="*/ 46 w 79"/>
                <a:gd name="T19" fmla="*/ 8 h 869"/>
                <a:gd name="T20" fmla="*/ 42 w 79"/>
                <a:gd name="T21" fmla="*/ 66 h 8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69">
                  <a:moveTo>
                    <a:pt x="6" y="18"/>
                  </a:moveTo>
                  <a:cubicBezTo>
                    <a:pt x="0" y="81"/>
                    <a:pt x="16" y="153"/>
                    <a:pt x="22" y="216"/>
                  </a:cubicBezTo>
                  <a:cubicBezTo>
                    <a:pt x="29" y="283"/>
                    <a:pt x="32" y="351"/>
                    <a:pt x="35" y="419"/>
                  </a:cubicBezTo>
                  <a:cubicBezTo>
                    <a:pt x="39" y="505"/>
                    <a:pt x="35" y="592"/>
                    <a:pt x="35" y="678"/>
                  </a:cubicBezTo>
                  <a:cubicBezTo>
                    <a:pt x="35" y="732"/>
                    <a:pt x="25" y="829"/>
                    <a:pt x="64" y="869"/>
                  </a:cubicBezTo>
                  <a:cubicBezTo>
                    <a:pt x="79" y="842"/>
                    <a:pt x="70" y="808"/>
                    <a:pt x="67" y="779"/>
                  </a:cubicBezTo>
                  <a:cubicBezTo>
                    <a:pt x="63" y="716"/>
                    <a:pt x="67" y="653"/>
                    <a:pt x="64" y="590"/>
                  </a:cubicBezTo>
                  <a:cubicBezTo>
                    <a:pt x="61" y="497"/>
                    <a:pt x="68" y="403"/>
                    <a:pt x="60" y="310"/>
                  </a:cubicBezTo>
                  <a:cubicBezTo>
                    <a:pt x="52" y="208"/>
                    <a:pt x="56" y="102"/>
                    <a:pt x="34" y="2"/>
                  </a:cubicBezTo>
                  <a:cubicBezTo>
                    <a:pt x="28" y="0"/>
                    <a:pt x="21" y="1"/>
                    <a:pt x="15" y="2"/>
                  </a:cubicBezTo>
                  <a:cubicBezTo>
                    <a:pt x="14" y="8"/>
                    <a:pt x="15" y="13"/>
                    <a:pt x="14" y="18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69">
              <a:extLst>
                <a:ext uri="{FF2B5EF4-FFF2-40B4-BE49-F238E27FC236}">
                  <a16:creationId xmlns:a16="http://schemas.microsoft.com/office/drawing/2014/main" id="{9F6AC876-6E60-495E-87B3-46A3E5248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815"/>
              <a:ext cx="429" cy="201"/>
            </a:xfrm>
            <a:custGeom>
              <a:avLst/>
              <a:gdLst>
                <a:gd name="T0" fmla="*/ 182 w 297"/>
                <a:gd name="T1" fmla="*/ 299 h 131"/>
                <a:gd name="T2" fmla="*/ 870 w 297"/>
                <a:gd name="T3" fmla="*/ 473 h 131"/>
                <a:gd name="T4" fmla="*/ 540 w 297"/>
                <a:gd name="T5" fmla="*/ 123 h 131"/>
                <a:gd name="T6" fmla="*/ 130 w 297"/>
                <a:gd name="T7" fmla="*/ 256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31">
                  <a:moveTo>
                    <a:pt x="60" y="83"/>
                  </a:moveTo>
                  <a:cubicBezTo>
                    <a:pt x="64" y="32"/>
                    <a:pt x="297" y="46"/>
                    <a:pt x="289" y="131"/>
                  </a:cubicBezTo>
                  <a:cubicBezTo>
                    <a:pt x="289" y="45"/>
                    <a:pt x="252" y="46"/>
                    <a:pt x="179" y="34"/>
                  </a:cubicBezTo>
                  <a:cubicBezTo>
                    <a:pt x="150" y="30"/>
                    <a:pt x="0" y="0"/>
                    <a:pt x="43" y="71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70">
              <a:extLst>
                <a:ext uri="{FF2B5EF4-FFF2-40B4-BE49-F238E27FC236}">
                  <a16:creationId xmlns:a16="http://schemas.microsoft.com/office/drawing/2014/main" id="{F809A0D6-463A-4192-9E95-4FC6B123A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801"/>
              <a:ext cx="413" cy="225"/>
            </a:xfrm>
            <a:custGeom>
              <a:avLst/>
              <a:gdLst>
                <a:gd name="T0" fmla="*/ 6 w 286"/>
                <a:gd name="T1" fmla="*/ 522 h 146"/>
                <a:gd name="T2" fmla="*/ 108 w 286"/>
                <a:gd name="T3" fmla="*/ 325 h 146"/>
                <a:gd name="T4" fmla="*/ 651 w 286"/>
                <a:gd name="T5" fmla="*/ 293 h 146"/>
                <a:gd name="T6" fmla="*/ 305 w 286"/>
                <a:gd name="T7" fmla="*/ 385 h 146"/>
                <a:gd name="T8" fmla="*/ 6 w 286"/>
                <a:gd name="T9" fmla="*/ 535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146">
                  <a:moveTo>
                    <a:pt x="2" y="143"/>
                  </a:moveTo>
                  <a:cubicBezTo>
                    <a:pt x="0" y="122"/>
                    <a:pt x="17" y="98"/>
                    <a:pt x="36" y="89"/>
                  </a:cubicBezTo>
                  <a:cubicBezTo>
                    <a:pt x="49" y="85"/>
                    <a:pt x="286" y="0"/>
                    <a:pt x="216" y="80"/>
                  </a:cubicBezTo>
                  <a:cubicBezTo>
                    <a:pt x="207" y="91"/>
                    <a:pt x="119" y="102"/>
                    <a:pt x="101" y="105"/>
                  </a:cubicBezTo>
                  <a:cubicBezTo>
                    <a:pt x="71" y="110"/>
                    <a:pt x="13" y="112"/>
                    <a:pt x="2" y="146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71">
              <a:extLst>
                <a:ext uri="{FF2B5EF4-FFF2-40B4-BE49-F238E27FC236}">
                  <a16:creationId xmlns:a16="http://schemas.microsoft.com/office/drawing/2014/main" id="{49EB309F-3446-489B-B551-5F3542729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04"/>
              <a:ext cx="115" cy="102"/>
            </a:xfrm>
            <a:custGeom>
              <a:avLst/>
              <a:gdLst>
                <a:gd name="T0" fmla="*/ 13 w 80"/>
                <a:gd name="T1" fmla="*/ 244 h 66"/>
                <a:gd name="T2" fmla="*/ 237 w 80"/>
                <a:gd name="T3" fmla="*/ 150 h 66"/>
                <a:gd name="T4" fmla="*/ 0 w 80"/>
                <a:gd name="T5" fmla="*/ 22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6">
                  <a:moveTo>
                    <a:pt x="4" y="66"/>
                  </a:moveTo>
                  <a:cubicBezTo>
                    <a:pt x="21" y="37"/>
                    <a:pt x="50" y="31"/>
                    <a:pt x="80" y="41"/>
                  </a:cubicBezTo>
                  <a:cubicBezTo>
                    <a:pt x="60" y="0"/>
                    <a:pt x="11" y="34"/>
                    <a:pt x="0" y="6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72">
              <a:extLst>
                <a:ext uri="{FF2B5EF4-FFF2-40B4-BE49-F238E27FC236}">
                  <a16:creationId xmlns:a16="http://schemas.microsoft.com/office/drawing/2014/main" id="{62F5E705-F265-46B5-B83A-32D44417D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830"/>
              <a:ext cx="93" cy="54"/>
            </a:xfrm>
            <a:custGeom>
              <a:avLst/>
              <a:gdLst>
                <a:gd name="T0" fmla="*/ 13 w 64"/>
                <a:gd name="T1" fmla="*/ 45 h 35"/>
                <a:gd name="T2" fmla="*/ 196 w 64"/>
                <a:gd name="T3" fmla="*/ 128 h 35"/>
                <a:gd name="T4" fmla="*/ 13 w 64"/>
                <a:gd name="T5" fmla="*/ 14 h 35"/>
                <a:gd name="T6" fmla="*/ 13 w 64"/>
                <a:gd name="T7" fmla="*/ 6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5">
                  <a:moveTo>
                    <a:pt x="4" y="12"/>
                  </a:moveTo>
                  <a:cubicBezTo>
                    <a:pt x="25" y="9"/>
                    <a:pt x="52" y="15"/>
                    <a:pt x="64" y="35"/>
                  </a:cubicBezTo>
                  <a:cubicBezTo>
                    <a:pt x="64" y="11"/>
                    <a:pt x="26" y="0"/>
                    <a:pt x="4" y="4"/>
                  </a:cubicBezTo>
                  <a:cubicBezTo>
                    <a:pt x="0" y="11"/>
                    <a:pt x="3" y="14"/>
                    <a:pt x="4" y="16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73">
              <a:extLst>
                <a:ext uri="{FF2B5EF4-FFF2-40B4-BE49-F238E27FC236}">
                  <a16:creationId xmlns:a16="http://schemas.microsoft.com/office/drawing/2014/main" id="{55D2138F-CE7B-4B83-B094-DAAB66A4D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145"/>
              <a:ext cx="639" cy="238"/>
            </a:xfrm>
            <a:custGeom>
              <a:avLst/>
              <a:gdLst>
                <a:gd name="T0" fmla="*/ 1278 w 443"/>
                <a:gd name="T1" fmla="*/ 58 h 155"/>
                <a:gd name="T2" fmla="*/ 1193 w 443"/>
                <a:gd name="T3" fmla="*/ 272 h 155"/>
                <a:gd name="T4" fmla="*/ 886 w 443"/>
                <a:gd name="T5" fmla="*/ 347 h 155"/>
                <a:gd name="T6" fmla="*/ 489 w 443"/>
                <a:gd name="T7" fmla="*/ 459 h 155"/>
                <a:gd name="T8" fmla="*/ 420 w 443"/>
                <a:gd name="T9" fmla="*/ 393 h 155"/>
                <a:gd name="T10" fmla="*/ 286 w 443"/>
                <a:gd name="T11" fmla="*/ 370 h 155"/>
                <a:gd name="T12" fmla="*/ 123 w 443"/>
                <a:gd name="T13" fmla="*/ 299 h 155"/>
                <a:gd name="T14" fmla="*/ 0 w 443"/>
                <a:gd name="T15" fmla="*/ 278 h 155"/>
                <a:gd name="T16" fmla="*/ 306 w 443"/>
                <a:gd name="T17" fmla="*/ 410 h 155"/>
                <a:gd name="T18" fmla="*/ 514 w 443"/>
                <a:gd name="T19" fmla="*/ 560 h 155"/>
                <a:gd name="T20" fmla="*/ 753 w 443"/>
                <a:gd name="T21" fmla="*/ 410 h 155"/>
                <a:gd name="T22" fmla="*/ 1114 w 443"/>
                <a:gd name="T23" fmla="*/ 330 h 155"/>
                <a:gd name="T24" fmla="*/ 1301 w 443"/>
                <a:gd name="T25" fmla="*/ 221 h 155"/>
                <a:gd name="T26" fmla="*/ 1269 w 443"/>
                <a:gd name="T27" fmla="*/ 61 h 1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3" h="155">
                  <a:moveTo>
                    <a:pt x="426" y="16"/>
                  </a:moveTo>
                  <a:cubicBezTo>
                    <a:pt x="436" y="45"/>
                    <a:pt x="421" y="62"/>
                    <a:pt x="397" y="75"/>
                  </a:cubicBezTo>
                  <a:cubicBezTo>
                    <a:pt x="363" y="93"/>
                    <a:pt x="331" y="93"/>
                    <a:pt x="295" y="96"/>
                  </a:cubicBezTo>
                  <a:cubicBezTo>
                    <a:pt x="263" y="99"/>
                    <a:pt x="172" y="83"/>
                    <a:pt x="163" y="127"/>
                  </a:cubicBezTo>
                  <a:cubicBezTo>
                    <a:pt x="165" y="112"/>
                    <a:pt x="151" y="110"/>
                    <a:pt x="140" y="109"/>
                  </a:cubicBezTo>
                  <a:cubicBezTo>
                    <a:pt x="124" y="108"/>
                    <a:pt x="111" y="107"/>
                    <a:pt x="95" y="102"/>
                  </a:cubicBezTo>
                  <a:cubicBezTo>
                    <a:pt x="77" y="96"/>
                    <a:pt x="60" y="88"/>
                    <a:pt x="41" y="83"/>
                  </a:cubicBezTo>
                  <a:cubicBezTo>
                    <a:pt x="31" y="81"/>
                    <a:pt x="7" y="83"/>
                    <a:pt x="0" y="77"/>
                  </a:cubicBezTo>
                  <a:cubicBezTo>
                    <a:pt x="35" y="83"/>
                    <a:pt x="66" y="108"/>
                    <a:pt x="102" y="113"/>
                  </a:cubicBezTo>
                  <a:cubicBezTo>
                    <a:pt x="131" y="118"/>
                    <a:pt x="163" y="124"/>
                    <a:pt x="171" y="155"/>
                  </a:cubicBezTo>
                  <a:cubicBezTo>
                    <a:pt x="168" y="115"/>
                    <a:pt x="224" y="116"/>
                    <a:pt x="251" y="113"/>
                  </a:cubicBezTo>
                  <a:cubicBezTo>
                    <a:pt x="292" y="109"/>
                    <a:pt x="331" y="103"/>
                    <a:pt x="371" y="91"/>
                  </a:cubicBezTo>
                  <a:cubicBezTo>
                    <a:pt x="390" y="85"/>
                    <a:pt x="421" y="77"/>
                    <a:pt x="433" y="61"/>
                  </a:cubicBezTo>
                  <a:cubicBezTo>
                    <a:pt x="443" y="50"/>
                    <a:pt x="439" y="0"/>
                    <a:pt x="423" y="17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74">
              <a:extLst>
                <a:ext uri="{FF2B5EF4-FFF2-40B4-BE49-F238E27FC236}">
                  <a16:creationId xmlns:a16="http://schemas.microsoft.com/office/drawing/2014/main" id="{D7067C47-B352-4C0C-A889-1417C041A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870"/>
              <a:ext cx="832" cy="1492"/>
            </a:xfrm>
            <a:custGeom>
              <a:avLst/>
              <a:gdLst>
                <a:gd name="T0" fmla="*/ 1004 w 576"/>
                <a:gd name="T1" fmla="*/ 383 h 969"/>
                <a:gd name="T2" fmla="*/ 1200 w 576"/>
                <a:gd name="T3" fmla="*/ 142 h 969"/>
                <a:gd name="T4" fmla="*/ 1600 w 576"/>
                <a:gd name="T5" fmla="*/ 234 h 969"/>
                <a:gd name="T6" fmla="*/ 1710 w 576"/>
                <a:gd name="T7" fmla="*/ 3150 h 969"/>
                <a:gd name="T8" fmla="*/ 1595 w 576"/>
                <a:gd name="T9" fmla="*/ 3315 h 969"/>
                <a:gd name="T10" fmla="*/ 1005 w 576"/>
                <a:gd name="T11" fmla="*/ 3457 h 969"/>
                <a:gd name="T12" fmla="*/ 198 w 576"/>
                <a:gd name="T13" fmla="*/ 3272 h 969"/>
                <a:gd name="T14" fmla="*/ 358 w 576"/>
                <a:gd name="T15" fmla="*/ 102 h 969"/>
                <a:gd name="T16" fmla="*/ 461 w 576"/>
                <a:gd name="T17" fmla="*/ 62 h 969"/>
                <a:gd name="T18" fmla="*/ 935 w 576"/>
                <a:gd name="T19" fmla="*/ 203 h 969"/>
                <a:gd name="T20" fmla="*/ 1004 w 576"/>
                <a:gd name="T21" fmla="*/ 383 h 9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6" h="969">
                  <a:moveTo>
                    <a:pt x="333" y="105"/>
                  </a:moveTo>
                  <a:cubicBezTo>
                    <a:pt x="333" y="105"/>
                    <a:pt x="356" y="45"/>
                    <a:pt x="398" y="39"/>
                  </a:cubicBezTo>
                  <a:cubicBezTo>
                    <a:pt x="440" y="33"/>
                    <a:pt x="529" y="0"/>
                    <a:pt x="531" y="64"/>
                  </a:cubicBezTo>
                  <a:cubicBezTo>
                    <a:pt x="534" y="128"/>
                    <a:pt x="559" y="807"/>
                    <a:pt x="568" y="863"/>
                  </a:cubicBezTo>
                  <a:cubicBezTo>
                    <a:pt x="576" y="919"/>
                    <a:pt x="568" y="910"/>
                    <a:pt x="529" y="908"/>
                  </a:cubicBezTo>
                  <a:cubicBezTo>
                    <a:pt x="490" y="905"/>
                    <a:pt x="359" y="924"/>
                    <a:pt x="334" y="947"/>
                  </a:cubicBezTo>
                  <a:cubicBezTo>
                    <a:pt x="309" y="969"/>
                    <a:pt x="133" y="883"/>
                    <a:pt x="66" y="896"/>
                  </a:cubicBezTo>
                  <a:cubicBezTo>
                    <a:pt x="0" y="910"/>
                    <a:pt x="119" y="28"/>
                    <a:pt x="119" y="28"/>
                  </a:cubicBezTo>
                  <a:cubicBezTo>
                    <a:pt x="119" y="28"/>
                    <a:pt x="114" y="14"/>
                    <a:pt x="153" y="17"/>
                  </a:cubicBezTo>
                  <a:cubicBezTo>
                    <a:pt x="197" y="20"/>
                    <a:pt x="304" y="24"/>
                    <a:pt x="310" y="56"/>
                  </a:cubicBezTo>
                  <a:cubicBezTo>
                    <a:pt x="315" y="87"/>
                    <a:pt x="317" y="127"/>
                    <a:pt x="333" y="10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75">
              <a:extLst>
                <a:ext uri="{FF2B5EF4-FFF2-40B4-BE49-F238E27FC236}">
                  <a16:creationId xmlns:a16="http://schemas.microsoft.com/office/drawing/2014/main" id="{73BB2F07-A72F-4B98-AC1D-FA48E3B34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852"/>
              <a:ext cx="168" cy="1336"/>
            </a:xfrm>
            <a:custGeom>
              <a:avLst/>
              <a:gdLst>
                <a:gd name="T0" fmla="*/ 181 w 117"/>
                <a:gd name="T1" fmla="*/ 18 h 868"/>
                <a:gd name="T2" fmla="*/ 320 w 117"/>
                <a:gd name="T3" fmla="*/ 162 h 868"/>
                <a:gd name="T4" fmla="*/ 115 w 117"/>
                <a:gd name="T5" fmla="*/ 3165 h 868"/>
                <a:gd name="T6" fmla="*/ 0 w 117"/>
                <a:gd name="T7" fmla="*/ 3004 h 868"/>
                <a:gd name="T8" fmla="*/ 181 w 117"/>
                <a:gd name="T9" fmla="*/ 18 h 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8">
                  <a:moveTo>
                    <a:pt x="61" y="5"/>
                  </a:moveTo>
                  <a:cubicBezTo>
                    <a:pt x="61" y="5"/>
                    <a:pt x="117" y="0"/>
                    <a:pt x="108" y="44"/>
                  </a:cubicBezTo>
                  <a:cubicBezTo>
                    <a:pt x="100" y="89"/>
                    <a:pt x="39" y="868"/>
                    <a:pt x="39" y="868"/>
                  </a:cubicBezTo>
                  <a:cubicBezTo>
                    <a:pt x="39" y="868"/>
                    <a:pt x="0" y="852"/>
                    <a:pt x="0" y="824"/>
                  </a:cubicBezTo>
                  <a:cubicBezTo>
                    <a:pt x="0" y="796"/>
                    <a:pt x="61" y="5"/>
                    <a:pt x="61" y="5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76">
              <a:extLst>
                <a:ext uri="{FF2B5EF4-FFF2-40B4-BE49-F238E27FC236}">
                  <a16:creationId xmlns:a16="http://schemas.microsoft.com/office/drawing/2014/main" id="{6717BF87-B043-46F7-A85D-4D4EB044F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214"/>
              <a:ext cx="1087" cy="293"/>
            </a:xfrm>
            <a:custGeom>
              <a:avLst/>
              <a:gdLst>
                <a:gd name="T0" fmla="*/ 39 w 753"/>
                <a:gd name="T1" fmla="*/ 0 h 190"/>
                <a:gd name="T2" fmla="*/ 277 w 753"/>
                <a:gd name="T3" fmla="*/ 319 h 190"/>
                <a:gd name="T4" fmla="*/ 2265 w 753"/>
                <a:gd name="T5" fmla="*/ 83 h 190"/>
                <a:gd name="T6" fmla="*/ 1399 w 753"/>
                <a:gd name="T7" fmla="*/ 365 h 190"/>
                <a:gd name="T8" fmla="*/ 39 w 753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3" h="190">
                  <a:moveTo>
                    <a:pt x="13" y="0"/>
                  </a:moveTo>
                  <a:cubicBezTo>
                    <a:pt x="13" y="0"/>
                    <a:pt x="0" y="59"/>
                    <a:pt x="92" y="87"/>
                  </a:cubicBezTo>
                  <a:cubicBezTo>
                    <a:pt x="185" y="115"/>
                    <a:pt x="588" y="190"/>
                    <a:pt x="753" y="23"/>
                  </a:cubicBezTo>
                  <a:cubicBezTo>
                    <a:pt x="753" y="23"/>
                    <a:pt x="619" y="102"/>
                    <a:pt x="465" y="100"/>
                  </a:cubicBezTo>
                  <a:cubicBezTo>
                    <a:pt x="311" y="97"/>
                    <a:pt x="33" y="87"/>
                    <a:pt x="13" y="0"/>
                  </a:cubicBezTo>
                  <a:close/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77">
              <a:extLst>
                <a:ext uri="{FF2B5EF4-FFF2-40B4-BE49-F238E27FC236}">
                  <a16:creationId xmlns:a16="http://schemas.microsoft.com/office/drawing/2014/main" id="{E1EC1C4D-28A0-47B2-850D-A0192736D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259"/>
              <a:ext cx="1040" cy="187"/>
            </a:xfrm>
            <a:custGeom>
              <a:avLst/>
              <a:gdLst>
                <a:gd name="T0" fmla="*/ 0 w 720"/>
                <a:gd name="T1" fmla="*/ 66 h 122"/>
                <a:gd name="T2" fmla="*/ 1066 w 720"/>
                <a:gd name="T3" fmla="*/ 374 h 122"/>
                <a:gd name="T4" fmla="*/ 2170 w 720"/>
                <a:gd name="T5" fmla="*/ 0 h 122"/>
                <a:gd name="T6" fmla="*/ 1066 w 720"/>
                <a:gd name="T7" fmla="*/ 392 h 122"/>
                <a:gd name="T8" fmla="*/ 0 w 720"/>
                <a:gd name="T9" fmla="*/ 6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0" h="122">
                  <a:moveTo>
                    <a:pt x="0" y="18"/>
                  </a:moveTo>
                  <a:cubicBezTo>
                    <a:pt x="0" y="18"/>
                    <a:pt x="21" y="88"/>
                    <a:pt x="354" y="104"/>
                  </a:cubicBezTo>
                  <a:cubicBezTo>
                    <a:pt x="596" y="115"/>
                    <a:pt x="720" y="0"/>
                    <a:pt x="720" y="0"/>
                  </a:cubicBezTo>
                  <a:cubicBezTo>
                    <a:pt x="720" y="0"/>
                    <a:pt x="614" y="122"/>
                    <a:pt x="354" y="109"/>
                  </a:cubicBezTo>
                  <a:cubicBezTo>
                    <a:pt x="36" y="93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78">
              <a:extLst>
                <a:ext uri="{FF2B5EF4-FFF2-40B4-BE49-F238E27FC236}">
                  <a16:creationId xmlns:a16="http://schemas.microsoft.com/office/drawing/2014/main" id="{99F732BD-EF00-45F3-AFEE-B1916798A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006"/>
              <a:ext cx="90" cy="1316"/>
            </a:xfrm>
            <a:custGeom>
              <a:avLst/>
              <a:gdLst>
                <a:gd name="T0" fmla="*/ 74 w 62"/>
                <a:gd name="T1" fmla="*/ 89 h 855"/>
                <a:gd name="T2" fmla="*/ 74 w 62"/>
                <a:gd name="T3" fmla="*/ 58 h 855"/>
                <a:gd name="T4" fmla="*/ 48 w 62"/>
                <a:gd name="T5" fmla="*/ 1761 h 855"/>
                <a:gd name="T6" fmla="*/ 48 w 62"/>
                <a:gd name="T7" fmla="*/ 2527 h 855"/>
                <a:gd name="T8" fmla="*/ 75 w 62"/>
                <a:gd name="T9" fmla="*/ 3118 h 855"/>
                <a:gd name="T10" fmla="*/ 150 w 62"/>
                <a:gd name="T11" fmla="*/ 1293 h 855"/>
                <a:gd name="T12" fmla="*/ 150 w 62"/>
                <a:gd name="T13" fmla="*/ 533 h 855"/>
                <a:gd name="T14" fmla="*/ 113 w 62"/>
                <a:gd name="T15" fmla="*/ 0 h 855"/>
                <a:gd name="T16" fmla="*/ 74 w 62"/>
                <a:gd name="T17" fmla="*/ 62 h 8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55">
                  <a:moveTo>
                    <a:pt x="24" y="25"/>
                  </a:moveTo>
                  <a:cubicBezTo>
                    <a:pt x="24" y="31"/>
                    <a:pt x="24" y="6"/>
                    <a:pt x="24" y="16"/>
                  </a:cubicBezTo>
                  <a:cubicBezTo>
                    <a:pt x="24" y="171"/>
                    <a:pt x="16" y="328"/>
                    <a:pt x="16" y="483"/>
                  </a:cubicBezTo>
                  <a:cubicBezTo>
                    <a:pt x="16" y="553"/>
                    <a:pt x="16" y="623"/>
                    <a:pt x="16" y="693"/>
                  </a:cubicBezTo>
                  <a:cubicBezTo>
                    <a:pt x="16" y="730"/>
                    <a:pt x="0" y="830"/>
                    <a:pt x="25" y="855"/>
                  </a:cubicBezTo>
                  <a:cubicBezTo>
                    <a:pt x="50" y="695"/>
                    <a:pt x="55" y="519"/>
                    <a:pt x="49" y="355"/>
                  </a:cubicBezTo>
                  <a:cubicBezTo>
                    <a:pt x="47" y="285"/>
                    <a:pt x="46" y="216"/>
                    <a:pt x="49" y="146"/>
                  </a:cubicBezTo>
                  <a:cubicBezTo>
                    <a:pt x="51" y="110"/>
                    <a:pt x="62" y="24"/>
                    <a:pt x="37" y="0"/>
                  </a:cubicBezTo>
                  <a:cubicBezTo>
                    <a:pt x="30" y="4"/>
                    <a:pt x="27" y="9"/>
                    <a:pt x="2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79">
              <a:extLst>
                <a:ext uri="{FF2B5EF4-FFF2-40B4-BE49-F238E27FC236}">
                  <a16:creationId xmlns:a16="http://schemas.microsoft.com/office/drawing/2014/main" id="{F9EBA984-7403-41C6-9695-B73D35A01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924"/>
              <a:ext cx="59" cy="1289"/>
            </a:xfrm>
            <a:custGeom>
              <a:avLst/>
              <a:gdLst>
                <a:gd name="T0" fmla="*/ 0 w 41"/>
                <a:gd name="T1" fmla="*/ 0 h 837"/>
                <a:gd name="T2" fmla="*/ 122 w 41"/>
                <a:gd name="T3" fmla="*/ 3057 h 837"/>
                <a:gd name="T4" fmla="*/ 0 w 41"/>
                <a:gd name="T5" fmla="*/ 0 h 8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37">
                  <a:moveTo>
                    <a:pt x="0" y="0"/>
                  </a:moveTo>
                  <a:cubicBezTo>
                    <a:pt x="41" y="837"/>
                    <a:pt x="41" y="837"/>
                    <a:pt x="41" y="837"/>
                  </a:cubicBezTo>
                  <a:cubicBezTo>
                    <a:pt x="41" y="837"/>
                    <a:pt x="30" y="86"/>
                    <a:pt x="0" y="0"/>
                  </a:cubicBezTo>
                  <a:close/>
                </a:path>
              </a:pathLst>
            </a:custGeom>
            <a:solidFill>
              <a:srgbClr val="C5C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80">
              <a:extLst>
                <a:ext uri="{FF2B5EF4-FFF2-40B4-BE49-F238E27FC236}">
                  <a16:creationId xmlns:a16="http://schemas.microsoft.com/office/drawing/2014/main" id="{FCD7917B-3600-40BB-83AE-026219B9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890"/>
              <a:ext cx="108" cy="1302"/>
            </a:xfrm>
            <a:custGeom>
              <a:avLst/>
              <a:gdLst>
                <a:gd name="T0" fmla="*/ 225 w 75"/>
                <a:gd name="T1" fmla="*/ 0 h 846"/>
                <a:gd name="T2" fmla="*/ 0 w 75"/>
                <a:gd name="T3" fmla="*/ 3084 h 846"/>
                <a:gd name="T4" fmla="*/ 225 w 75"/>
                <a:gd name="T5" fmla="*/ 0 h 8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846">
                  <a:moveTo>
                    <a:pt x="75" y="0"/>
                  </a:moveTo>
                  <a:cubicBezTo>
                    <a:pt x="0" y="846"/>
                    <a:pt x="0" y="846"/>
                    <a:pt x="0" y="846"/>
                  </a:cubicBezTo>
                  <a:cubicBezTo>
                    <a:pt x="0" y="846"/>
                    <a:pt x="16" y="222"/>
                    <a:pt x="75" y="0"/>
                  </a:cubicBezTo>
                  <a:close/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81">
              <a:extLst>
                <a:ext uri="{FF2B5EF4-FFF2-40B4-BE49-F238E27FC236}">
                  <a16:creationId xmlns:a16="http://schemas.microsoft.com/office/drawing/2014/main" id="{0E10AAE2-3013-4CC5-BF3F-C6B03A3F1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015"/>
              <a:ext cx="22" cy="223"/>
            </a:xfrm>
            <a:custGeom>
              <a:avLst/>
              <a:gdLst>
                <a:gd name="T0" fmla="*/ 0 w 15"/>
                <a:gd name="T1" fmla="*/ 0 h 145"/>
                <a:gd name="T2" fmla="*/ 6 w 15"/>
                <a:gd name="T3" fmla="*/ 528 h 145"/>
                <a:gd name="T4" fmla="*/ 0 w 15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5">
                  <a:moveTo>
                    <a:pt x="0" y="0"/>
                  </a:moveTo>
                  <a:cubicBezTo>
                    <a:pt x="2" y="145"/>
                    <a:pt x="2" y="145"/>
                    <a:pt x="2" y="145"/>
                  </a:cubicBezTo>
                  <a:cubicBezTo>
                    <a:pt x="2" y="145"/>
                    <a:pt x="15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82">
              <a:extLst>
                <a:ext uri="{FF2B5EF4-FFF2-40B4-BE49-F238E27FC236}">
                  <a16:creationId xmlns:a16="http://schemas.microsoft.com/office/drawing/2014/main" id="{B33C7224-43DE-430E-849C-B28D1904A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010"/>
              <a:ext cx="23" cy="220"/>
            </a:xfrm>
            <a:custGeom>
              <a:avLst/>
              <a:gdLst>
                <a:gd name="T0" fmla="*/ 47 w 16"/>
                <a:gd name="T1" fmla="*/ 0 h 143"/>
                <a:gd name="T2" fmla="*/ 42 w 16"/>
                <a:gd name="T3" fmla="*/ 520 h 143"/>
                <a:gd name="T4" fmla="*/ 47 w 16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3">
                  <a:moveTo>
                    <a:pt x="16" y="0"/>
                  </a:moveTo>
                  <a:cubicBezTo>
                    <a:pt x="14" y="143"/>
                    <a:pt x="14" y="143"/>
                    <a:pt x="14" y="143"/>
                  </a:cubicBezTo>
                  <a:cubicBezTo>
                    <a:pt x="14" y="143"/>
                    <a:pt x="0" y="47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83">
              <a:extLst>
                <a:ext uri="{FF2B5EF4-FFF2-40B4-BE49-F238E27FC236}">
                  <a16:creationId xmlns:a16="http://schemas.microsoft.com/office/drawing/2014/main" id="{C483E176-E96E-406D-AB4F-8CCC37EE1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489"/>
              <a:ext cx="148" cy="796"/>
            </a:xfrm>
            <a:custGeom>
              <a:avLst/>
              <a:gdLst>
                <a:gd name="T0" fmla="*/ 34 w 103"/>
                <a:gd name="T1" fmla="*/ 1888 h 517"/>
                <a:gd name="T2" fmla="*/ 68 w 103"/>
                <a:gd name="T3" fmla="*/ 0 h 517"/>
                <a:gd name="T4" fmla="*/ 306 w 103"/>
                <a:gd name="T5" fmla="*/ 1820 h 517"/>
                <a:gd name="T6" fmla="*/ 34 w 103"/>
                <a:gd name="T7" fmla="*/ 1888 h 5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517">
                  <a:moveTo>
                    <a:pt x="12" y="517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0" y="513"/>
                    <a:pt x="103" y="499"/>
                  </a:cubicBezTo>
                  <a:cubicBezTo>
                    <a:pt x="103" y="499"/>
                    <a:pt x="17" y="504"/>
                    <a:pt x="12" y="517"/>
                  </a:cubicBezTo>
                  <a:close/>
                </a:path>
              </a:pathLst>
            </a:custGeom>
            <a:solidFill>
              <a:srgbClr val="B5A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84">
              <a:extLst>
                <a:ext uri="{FF2B5EF4-FFF2-40B4-BE49-F238E27FC236}">
                  <a16:creationId xmlns:a16="http://schemas.microsoft.com/office/drawing/2014/main" id="{BBAE26AA-29A3-4B72-9F2C-D496DE7E4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352"/>
              <a:ext cx="73" cy="796"/>
            </a:xfrm>
            <a:custGeom>
              <a:avLst/>
              <a:gdLst>
                <a:gd name="T0" fmla="*/ 46 w 73"/>
                <a:gd name="T1" fmla="*/ 0 h 796"/>
                <a:gd name="T2" fmla="*/ 0 w 73"/>
                <a:gd name="T3" fmla="*/ 771 h 796"/>
                <a:gd name="T4" fmla="*/ 26 w 73"/>
                <a:gd name="T5" fmla="*/ 796 h 796"/>
                <a:gd name="T6" fmla="*/ 73 w 73"/>
                <a:gd name="T7" fmla="*/ 17 h 796"/>
                <a:gd name="T8" fmla="*/ 46 w 73"/>
                <a:gd name="T9" fmla="*/ 0 h 7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96">
                  <a:moveTo>
                    <a:pt x="46" y="0"/>
                  </a:moveTo>
                  <a:lnTo>
                    <a:pt x="0" y="771"/>
                  </a:lnTo>
                  <a:lnTo>
                    <a:pt x="26" y="796"/>
                  </a:lnTo>
                  <a:lnTo>
                    <a:pt x="73" y="17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594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85">
              <a:extLst>
                <a:ext uri="{FF2B5EF4-FFF2-40B4-BE49-F238E27FC236}">
                  <a16:creationId xmlns:a16="http://schemas.microsoft.com/office/drawing/2014/main" id="{023D476A-EB77-40BD-A907-3D5176CB8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915"/>
              <a:ext cx="307" cy="312"/>
            </a:xfrm>
            <a:custGeom>
              <a:avLst/>
              <a:gdLst>
                <a:gd name="T0" fmla="*/ 589 w 212"/>
                <a:gd name="T1" fmla="*/ 161 h 203"/>
                <a:gd name="T2" fmla="*/ 81 w 212"/>
                <a:gd name="T3" fmla="*/ 0 h 203"/>
                <a:gd name="T4" fmla="*/ 0 w 212"/>
                <a:gd name="T5" fmla="*/ 738 h 203"/>
                <a:gd name="T6" fmla="*/ 589 w 212"/>
                <a:gd name="T7" fmla="*/ 725 h 203"/>
                <a:gd name="T8" fmla="*/ 589 w 212"/>
                <a:gd name="T9" fmla="*/ 161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203">
                  <a:moveTo>
                    <a:pt x="194" y="44"/>
                  </a:moveTo>
                  <a:cubicBezTo>
                    <a:pt x="194" y="44"/>
                    <a:pt x="212" y="6"/>
                    <a:pt x="27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3"/>
                    <a:pt x="153" y="194"/>
                    <a:pt x="194" y="200"/>
                  </a:cubicBezTo>
                  <a:cubicBezTo>
                    <a:pt x="194" y="200"/>
                    <a:pt x="185" y="67"/>
                    <a:pt x="194" y="44"/>
                  </a:cubicBezTo>
                  <a:close/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186">
              <a:extLst>
                <a:ext uri="{FF2B5EF4-FFF2-40B4-BE49-F238E27FC236}">
                  <a16:creationId xmlns:a16="http://schemas.microsoft.com/office/drawing/2014/main" id="{1A2D6C57-8092-4736-A257-2E78884C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922"/>
              <a:ext cx="279" cy="245"/>
            </a:xfrm>
            <a:custGeom>
              <a:avLst/>
              <a:gdLst>
                <a:gd name="T0" fmla="*/ 575 w 193"/>
                <a:gd name="T1" fmla="*/ 582 h 159"/>
                <a:gd name="T2" fmla="*/ 583 w 193"/>
                <a:gd name="T3" fmla="*/ 140 h 159"/>
                <a:gd name="T4" fmla="*/ 127 w 193"/>
                <a:gd name="T5" fmla="*/ 26 h 159"/>
                <a:gd name="T6" fmla="*/ 575 w 193"/>
                <a:gd name="T7" fmla="*/ 582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159">
                  <a:moveTo>
                    <a:pt x="190" y="159"/>
                  </a:moveTo>
                  <a:cubicBezTo>
                    <a:pt x="193" y="38"/>
                    <a:pt x="193" y="38"/>
                    <a:pt x="193" y="38"/>
                  </a:cubicBezTo>
                  <a:cubicBezTo>
                    <a:pt x="193" y="38"/>
                    <a:pt x="84" y="0"/>
                    <a:pt x="42" y="7"/>
                  </a:cubicBezTo>
                  <a:cubicBezTo>
                    <a:pt x="0" y="13"/>
                    <a:pt x="180" y="97"/>
                    <a:pt x="190" y="159"/>
                  </a:cubicBezTo>
                  <a:close/>
                </a:path>
              </a:pathLst>
            </a:custGeom>
            <a:solidFill>
              <a:srgbClr val="C5C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187">
              <a:extLst>
                <a:ext uri="{FF2B5EF4-FFF2-40B4-BE49-F238E27FC236}">
                  <a16:creationId xmlns:a16="http://schemas.microsoft.com/office/drawing/2014/main" id="{FF7DCC9F-C783-4C38-B37D-25F92E3C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01"/>
              <a:ext cx="235" cy="391"/>
            </a:xfrm>
            <a:custGeom>
              <a:avLst/>
              <a:gdLst>
                <a:gd name="T0" fmla="*/ 1 w 163"/>
                <a:gd name="T1" fmla="*/ 237 h 254"/>
                <a:gd name="T2" fmla="*/ 456 w 163"/>
                <a:gd name="T3" fmla="*/ 135 h 254"/>
                <a:gd name="T4" fmla="*/ 489 w 163"/>
                <a:gd name="T5" fmla="*/ 927 h 254"/>
                <a:gd name="T6" fmla="*/ 0 w 163"/>
                <a:gd name="T7" fmla="*/ 805 h 254"/>
                <a:gd name="T8" fmla="*/ 1 w 163"/>
                <a:gd name="T9" fmla="*/ 237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54">
                  <a:moveTo>
                    <a:pt x="1" y="65"/>
                  </a:moveTo>
                  <a:cubicBezTo>
                    <a:pt x="1" y="65"/>
                    <a:pt x="142" y="0"/>
                    <a:pt x="152" y="37"/>
                  </a:cubicBezTo>
                  <a:cubicBezTo>
                    <a:pt x="163" y="73"/>
                    <a:pt x="163" y="254"/>
                    <a:pt x="163" y="254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1"/>
                    <a:pt x="24" y="95"/>
                    <a:pt x="1" y="65"/>
                  </a:cubicBezTo>
                  <a:close/>
                </a:path>
              </a:pathLst>
            </a:custGeom>
            <a:solidFill>
              <a:srgbClr val="AF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188">
              <a:extLst>
                <a:ext uri="{FF2B5EF4-FFF2-40B4-BE49-F238E27FC236}">
                  <a16:creationId xmlns:a16="http://schemas.microsoft.com/office/drawing/2014/main" id="{5047A85F-6801-4D6D-B989-01F1ACEA1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829"/>
              <a:ext cx="138" cy="552"/>
            </a:xfrm>
            <a:custGeom>
              <a:avLst/>
              <a:gdLst>
                <a:gd name="T0" fmla="*/ 285 w 96"/>
                <a:gd name="T1" fmla="*/ 1305 h 359"/>
                <a:gd name="T2" fmla="*/ 119 w 96"/>
                <a:gd name="T3" fmla="*/ 1175 h 359"/>
                <a:gd name="T4" fmla="*/ 237 w 96"/>
                <a:gd name="T5" fmla="*/ 131 h 359"/>
                <a:gd name="T6" fmla="*/ 285 w 96"/>
                <a:gd name="T7" fmla="*/ 1305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359">
                  <a:moveTo>
                    <a:pt x="96" y="359"/>
                  </a:moveTo>
                  <a:cubicBezTo>
                    <a:pt x="40" y="323"/>
                    <a:pt x="40" y="323"/>
                    <a:pt x="40" y="323"/>
                  </a:cubicBezTo>
                  <a:cubicBezTo>
                    <a:pt x="40" y="323"/>
                    <a:pt x="0" y="0"/>
                    <a:pt x="80" y="36"/>
                  </a:cubicBezTo>
                  <a:lnTo>
                    <a:pt x="96" y="359"/>
                  </a:lnTo>
                  <a:close/>
                </a:path>
              </a:pathLst>
            </a:custGeom>
            <a:solidFill>
              <a:srgbClr val="706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189">
              <a:extLst>
                <a:ext uri="{FF2B5EF4-FFF2-40B4-BE49-F238E27FC236}">
                  <a16:creationId xmlns:a16="http://schemas.microsoft.com/office/drawing/2014/main" id="{4211B95F-D823-463A-8A99-FF44A3AC3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819"/>
              <a:ext cx="111" cy="458"/>
            </a:xfrm>
            <a:custGeom>
              <a:avLst/>
              <a:gdLst>
                <a:gd name="T0" fmla="*/ 56 w 77"/>
                <a:gd name="T1" fmla="*/ 148 h 297"/>
                <a:gd name="T2" fmla="*/ 0 w 77"/>
                <a:gd name="T3" fmla="*/ 1089 h 297"/>
                <a:gd name="T4" fmla="*/ 94 w 77"/>
                <a:gd name="T5" fmla="*/ 1035 h 297"/>
                <a:gd name="T6" fmla="*/ 56 w 77"/>
                <a:gd name="T7" fmla="*/ 148 h 2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297">
                  <a:moveTo>
                    <a:pt x="19" y="40"/>
                  </a:moveTo>
                  <a:cubicBezTo>
                    <a:pt x="0" y="297"/>
                    <a:pt x="0" y="297"/>
                    <a:pt x="0" y="297"/>
                  </a:cubicBezTo>
                  <a:cubicBezTo>
                    <a:pt x="31" y="282"/>
                    <a:pt x="31" y="282"/>
                    <a:pt x="31" y="282"/>
                  </a:cubicBezTo>
                  <a:cubicBezTo>
                    <a:pt x="31" y="282"/>
                    <a:pt x="77" y="0"/>
                    <a:pt x="19" y="40"/>
                  </a:cubicBezTo>
                  <a:close/>
                </a:path>
              </a:pathLst>
            </a:custGeom>
            <a:solidFill>
              <a:srgbClr val="AB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190">
              <a:extLst>
                <a:ext uri="{FF2B5EF4-FFF2-40B4-BE49-F238E27FC236}">
                  <a16:creationId xmlns:a16="http://schemas.microsoft.com/office/drawing/2014/main" id="{AAEF544A-0D46-4A29-B0D0-061C1811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384"/>
              <a:ext cx="72" cy="761"/>
            </a:xfrm>
            <a:custGeom>
              <a:avLst/>
              <a:gdLst>
                <a:gd name="T0" fmla="*/ 121 w 50"/>
                <a:gd name="T1" fmla="*/ 0 h 494"/>
                <a:gd name="T2" fmla="*/ 0 w 50"/>
                <a:gd name="T3" fmla="*/ 1805 h 494"/>
                <a:gd name="T4" fmla="*/ 121 w 50"/>
                <a:gd name="T5" fmla="*/ 0 h 4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94">
                  <a:moveTo>
                    <a:pt x="40" y="0"/>
                  </a:moveTo>
                  <a:cubicBezTo>
                    <a:pt x="0" y="494"/>
                    <a:pt x="0" y="494"/>
                    <a:pt x="0" y="494"/>
                  </a:cubicBezTo>
                  <a:cubicBezTo>
                    <a:pt x="0" y="494"/>
                    <a:pt x="50" y="87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91">
              <a:extLst>
                <a:ext uri="{FF2B5EF4-FFF2-40B4-BE49-F238E27FC236}">
                  <a16:creationId xmlns:a16="http://schemas.microsoft.com/office/drawing/2014/main" id="{A414FCF7-0DD7-4134-8C73-0CE399F3A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741"/>
              <a:ext cx="690" cy="117"/>
            </a:xfrm>
            <a:custGeom>
              <a:avLst/>
              <a:gdLst>
                <a:gd name="T0" fmla="*/ 253 w 478"/>
                <a:gd name="T1" fmla="*/ 28 h 76"/>
                <a:gd name="T2" fmla="*/ 117 w 478"/>
                <a:gd name="T3" fmla="*/ 35 h 76"/>
                <a:gd name="T4" fmla="*/ 42 w 478"/>
                <a:gd name="T5" fmla="*/ 106 h 76"/>
                <a:gd name="T6" fmla="*/ 6 w 478"/>
                <a:gd name="T7" fmla="*/ 194 h 76"/>
                <a:gd name="T8" fmla="*/ 107 w 478"/>
                <a:gd name="T9" fmla="*/ 219 h 76"/>
                <a:gd name="T10" fmla="*/ 208 w 478"/>
                <a:gd name="T11" fmla="*/ 251 h 76"/>
                <a:gd name="T12" fmla="*/ 361 w 478"/>
                <a:gd name="T13" fmla="*/ 216 h 76"/>
                <a:gd name="T14" fmla="*/ 739 w 478"/>
                <a:gd name="T15" fmla="*/ 256 h 76"/>
                <a:gd name="T16" fmla="*/ 1051 w 478"/>
                <a:gd name="T17" fmla="*/ 271 h 76"/>
                <a:gd name="T18" fmla="*/ 1438 w 478"/>
                <a:gd name="T19" fmla="*/ 131 h 76"/>
                <a:gd name="T20" fmla="*/ 1348 w 478"/>
                <a:gd name="T21" fmla="*/ 131 h 76"/>
                <a:gd name="T22" fmla="*/ 1200 w 478"/>
                <a:gd name="T23" fmla="*/ 162 h 76"/>
                <a:gd name="T24" fmla="*/ 1023 w 478"/>
                <a:gd name="T25" fmla="*/ 157 h 76"/>
                <a:gd name="T26" fmla="*/ 664 w 478"/>
                <a:gd name="T27" fmla="*/ 135 h 76"/>
                <a:gd name="T28" fmla="*/ 400 w 478"/>
                <a:gd name="T29" fmla="*/ 52 h 76"/>
                <a:gd name="T30" fmla="*/ 244 w 478"/>
                <a:gd name="T31" fmla="*/ 2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8" h="76">
                  <a:moveTo>
                    <a:pt x="84" y="8"/>
                  </a:moveTo>
                  <a:cubicBezTo>
                    <a:pt x="73" y="0"/>
                    <a:pt x="51" y="6"/>
                    <a:pt x="39" y="10"/>
                  </a:cubicBezTo>
                  <a:cubicBezTo>
                    <a:pt x="26" y="14"/>
                    <a:pt x="21" y="18"/>
                    <a:pt x="14" y="29"/>
                  </a:cubicBezTo>
                  <a:cubicBezTo>
                    <a:pt x="10" y="36"/>
                    <a:pt x="0" y="44"/>
                    <a:pt x="2" y="53"/>
                  </a:cubicBezTo>
                  <a:cubicBezTo>
                    <a:pt x="4" y="63"/>
                    <a:pt x="25" y="58"/>
                    <a:pt x="35" y="60"/>
                  </a:cubicBezTo>
                  <a:cubicBezTo>
                    <a:pt x="47" y="63"/>
                    <a:pt x="56" y="70"/>
                    <a:pt x="69" y="69"/>
                  </a:cubicBezTo>
                  <a:cubicBezTo>
                    <a:pt x="86" y="68"/>
                    <a:pt x="103" y="61"/>
                    <a:pt x="120" y="59"/>
                  </a:cubicBezTo>
                  <a:cubicBezTo>
                    <a:pt x="162" y="56"/>
                    <a:pt x="204" y="64"/>
                    <a:pt x="246" y="70"/>
                  </a:cubicBezTo>
                  <a:cubicBezTo>
                    <a:pt x="279" y="75"/>
                    <a:pt x="315" y="76"/>
                    <a:pt x="349" y="74"/>
                  </a:cubicBezTo>
                  <a:cubicBezTo>
                    <a:pt x="389" y="72"/>
                    <a:pt x="447" y="63"/>
                    <a:pt x="478" y="36"/>
                  </a:cubicBezTo>
                  <a:cubicBezTo>
                    <a:pt x="468" y="35"/>
                    <a:pt x="458" y="35"/>
                    <a:pt x="448" y="36"/>
                  </a:cubicBezTo>
                  <a:cubicBezTo>
                    <a:pt x="432" y="37"/>
                    <a:pt x="416" y="44"/>
                    <a:pt x="399" y="44"/>
                  </a:cubicBezTo>
                  <a:cubicBezTo>
                    <a:pt x="379" y="44"/>
                    <a:pt x="359" y="43"/>
                    <a:pt x="340" y="43"/>
                  </a:cubicBezTo>
                  <a:cubicBezTo>
                    <a:pt x="300" y="43"/>
                    <a:pt x="260" y="44"/>
                    <a:pt x="221" y="37"/>
                  </a:cubicBezTo>
                  <a:cubicBezTo>
                    <a:pt x="192" y="31"/>
                    <a:pt x="162" y="20"/>
                    <a:pt x="133" y="14"/>
                  </a:cubicBezTo>
                  <a:cubicBezTo>
                    <a:pt x="118" y="11"/>
                    <a:pt x="97" y="6"/>
                    <a:pt x="81" y="7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92">
              <a:extLst>
                <a:ext uri="{FF2B5EF4-FFF2-40B4-BE49-F238E27FC236}">
                  <a16:creationId xmlns:a16="http://schemas.microsoft.com/office/drawing/2014/main" id="{13E8340B-9D68-460D-A654-369C24F70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750"/>
              <a:ext cx="365" cy="120"/>
            </a:xfrm>
            <a:custGeom>
              <a:avLst/>
              <a:gdLst>
                <a:gd name="T0" fmla="*/ 760 w 253"/>
                <a:gd name="T1" fmla="*/ 137 h 78"/>
                <a:gd name="T2" fmla="*/ 579 w 253"/>
                <a:gd name="T3" fmla="*/ 34 h 78"/>
                <a:gd name="T4" fmla="*/ 489 w 253"/>
                <a:gd name="T5" fmla="*/ 14 h 78"/>
                <a:gd name="T6" fmla="*/ 395 w 253"/>
                <a:gd name="T7" fmla="*/ 102 h 78"/>
                <a:gd name="T8" fmla="*/ 216 w 253"/>
                <a:gd name="T9" fmla="*/ 232 h 78"/>
                <a:gd name="T10" fmla="*/ 0 w 253"/>
                <a:gd name="T11" fmla="*/ 285 h 78"/>
                <a:gd name="T12" fmla="*/ 466 w 253"/>
                <a:gd name="T13" fmla="*/ 185 h 78"/>
                <a:gd name="T14" fmla="*/ 760 w 253"/>
                <a:gd name="T15" fmla="*/ 15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3" h="78">
                  <a:moveTo>
                    <a:pt x="253" y="38"/>
                  </a:moveTo>
                  <a:cubicBezTo>
                    <a:pt x="246" y="20"/>
                    <a:pt x="209" y="14"/>
                    <a:pt x="193" y="9"/>
                  </a:cubicBezTo>
                  <a:cubicBezTo>
                    <a:pt x="183" y="5"/>
                    <a:pt x="174" y="0"/>
                    <a:pt x="163" y="4"/>
                  </a:cubicBezTo>
                  <a:cubicBezTo>
                    <a:pt x="153" y="8"/>
                    <a:pt x="143" y="22"/>
                    <a:pt x="132" y="28"/>
                  </a:cubicBezTo>
                  <a:cubicBezTo>
                    <a:pt x="112" y="40"/>
                    <a:pt x="94" y="57"/>
                    <a:pt x="72" y="64"/>
                  </a:cubicBezTo>
                  <a:cubicBezTo>
                    <a:pt x="49" y="71"/>
                    <a:pt x="22" y="67"/>
                    <a:pt x="0" y="78"/>
                  </a:cubicBezTo>
                  <a:cubicBezTo>
                    <a:pt x="54" y="77"/>
                    <a:pt x="104" y="66"/>
                    <a:pt x="155" y="51"/>
                  </a:cubicBezTo>
                  <a:cubicBezTo>
                    <a:pt x="183" y="42"/>
                    <a:pt x="225" y="31"/>
                    <a:pt x="253" y="4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93">
              <a:extLst>
                <a:ext uri="{FF2B5EF4-FFF2-40B4-BE49-F238E27FC236}">
                  <a16:creationId xmlns:a16="http://schemas.microsoft.com/office/drawing/2014/main" id="{075730FC-D4D5-4AAA-90F2-DD03204EE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659"/>
              <a:ext cx="384" cy="53"/>
            </a:xfrm>
            <a:custGeom>
              <a:avLst/>
              <a:gdLst>
                <a:gd name="T0" fmla="*/ 14 w 266"/>
                <a:gd name="T1" fmla="*/ 0 h 34"/>
                <a:gd name="T2" fmla="*/ 182 w 266"/>
                <a:gd name="T3" fmla="*/ 53 h 34"/>
                <a:gd name="T4" fmla="*/ 358 w 266"/>
                <a:gd name="T5" fmla="*/ 73 h 34"/>
                <a:gd name="T6" fmla="*/ 602 w 266"/>
                <a:gd name="T7" fmla="*/ 80 h 34"/>
                <a:gd name="T8" fmla="*/ 800 w 266"/>
                <a:gd name="T9" fmla="*/ 129 h 34"/>
                <a:gd name="T10" fmla="*/ 563 w 266"/>
                <a:gd name="T11" fmla="*/ 87 h 34"/>
                <a:gd name="T12" fmla="*/ 358 w 266"/>
                <a:gd name="T13" fmla="*/ 80 h 34"/>
                <a:gd name="T14" fmla="*/ 178 w 266"/>
                <a:gd name="T15" fmla="*/ 80 h 34"/>
                <a:gd name="T16" fmla="*/ 6 w 266"/>
                <a:gd name="T17" fmla="*/ 27 h 34"/>
                <a:gd name="T18" fmla="*/ 13 w 266"/>
                <a:gd name="T19" fmla="*/ 8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6" h="34">
                  <a:moveTo>
                    <a:pt x="5" y="0"/>
                  </a:moveTo>
                  <a:cubicBezTo>
                    <a:pt x="24" y="2"/>
                    <a:pt x="41" y="11"/>
                    <a:pt x="60" y="14"/>
                  </a:cubicBezTo>
                  <a:cubicBezTo>
                    <a:pt x="79" y="17"/>
                    <a:pt x="100" y="17"/>
                    <a:pt x="119" y="19"/>
                  </a:cubicBezTo>
                  <a:cubicBezTo>
                    <a:pt x="147" y="22"/>
                    <a:pt x="172" y="16"/>
                    <a:pt x="200" y="21"/>
                  </a:cubicBezTo>
                  <a:cubicBezTo>
                    <a:pt x="222" y="25"/>
                    <a:pt x="244" y="28"/>
                    <a:pt x="266" y="34"/>
                  </a:cubicBezTo>
                  <a:cubicBezTo>
                    <a:pt x="240" y="33"/>
                    <a:pt x="213" y="26"/>
                    <a:pt x="187" y="23"/>
                  </a:cubicBezTo>
                  <a:cubicBezTo>
                    <a:pt x="163" y="21"/>
                    <a:pt x="143" y="21"/>
                    <a:pt x="119" y="21"/>
                  </a:cubicBezTo>
                  <a:cubicBezTo>
                    <a:pt x="99" y="21"/>
                    <a:pt x="79" y="22"/>
                    <a:pt x="59" y="21"/>
                  </a:cubicBezTo>
                  <a:cubicBezTo>
                    <a:pt x="38" y="20"/>
                    <a:pt x="22" y="8"/>
                    <a:pt x="2" y="7"/>
                  </a:cubicBezTo>
                  <a:cubicBezTo>
                    <a:pt x="0" y="3"/>
                    <a:pt x="3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94">
              <a:extLst>
                <a:ext uri="{FF2B5EF4-FFF2-40B4-BE49-F238E27FC236}">
                  <a16:creationId xmlns:a16="http://schemas.microsoft.com/office/drawing/2014/main" id="{68131E3B-5DBD-428C-A381-F12DA05DE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809"/>
              <a:ext cx="404" cy="61"/>
            </a:xfrm>
            <a:custGeom>
              <a:avLst/>
              <a:gdLst>
                <a:gd name="T0" fmla="*/ 0 w 280"/>
                <a:gd name="T1" fmla="*/ 0 h 40"/>
                <a:gd name="T2" fmla="*/ 427 w 280"/>
                <a:gd name="T3" fmla="*/ 79 h 40"/>
                <a:gd name="T4" fmla="*/ 841 w 280"/>
                <a:gd name="T5" fmla="*/ 101 h 40"/>
                <a:gd name="T6" fmla="*/ 0 w 28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40">
                  <a:moveTo>
                    <a:pt x="0" y="0"/>
                  </a:moveTo>
                  <a:cubicBezTo>
                    <a:pt x="47" y="5"/>
                    <a:pt x="95" y="15"/>
                    <a:pt x="142" y="22"/>
                  </a:cubicBezTo>
                  <a:cubicBezTo>
                    <a:pt x="185" y="28"/>
                    <a:pt x="241" y="13"/>
                    <a:pt x="280" y="28"/>
                  </a:cubicBezTo>
                  <a:cubicBezTo>
                    <a:pt x="193" y="40"/>
                    <a:pt x="79" y="2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95">
              <a:extLst>
                <a:ext uri="{FF2B5EF4-FFF2-40B4-BE49-F238E27FC236}">
                  <a16:creationId xmlns:a16="http://schemas.microsoft.com/office/drawing/2014/main" id="{4796EEC2-88B3-4FBE-A8BE-67BAE0A0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821"/>
              <a:ext cx="97" cy="128"/>
            </a:xfrm>
            <a:custGeom>
              <a:avLst/>
              <a:gdLst>
                <a:gd name="T0" fmla="*/ 103 w 67"/>
                <a:gd name="T1" fmla="*/ 34 h 83"/>
                <a:gd name="T2" fmla="*/ 69 w 67"/>
                <a:gd name="T3" fmla="*/ 245 h 83"/>
                <a:gd name="T4" fmla="*/ 191 w 67"/>
                <a:gd name="T5" fmla="*/ 54 h 83"/>
                <a:gd name="T6" fmla="*/ 97 w 67"/>
                <a:gd name="T7" fmla="*/ 2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3">
                  <a:moveTo>
                    <a:pt x="34" y="9"/>
                  </a:moveTo>
                  <a:cubicBezTo>
                    <a:pt x="0" y="0"/>
                    <a:pt x="2" y="55"/>
                    <a:pt x="23" y="67"/>
                  </a:cubicBezTo>
                  <a:cubicBezTo>
                    <a:pt x="51" y="83"/>
                    <a:pt x="67" y="39"/>
                    <a:pt x="63" y="15"/>
                  </a:cubicBezTo>
                  <a:cubicBezTo>
                    <a:pt x="52" y="10"/>
                    <a:pt x="42" y="9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96">
              <a:extLst>
                <a:ext uri="{FF2B5EF4-FFF2-40B4-BE49-F238E27FC236}">
                  <a16:creationId xmlns:a16="http://schemas.microsoft.com/office/drawing/2014/main" id="{6368DCA7-FDBA-4727-A699-28EE2657E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684"/>
              <a:ext cx="80" cy="145"/>
            </a:xfrm>
            <a:custGeom>
              <a:avLst/>
              <a:gdLst>
                <a:gd name="T0" fmla="*/ 83 w 55"/>
                <a:gd name="T1" fmla="*/ 0 h 94"/>
                <a:gd name="T2" fmla="*/ 33 w 55"/>
                <a:gd name="T3" fmla="*/ 164 h 94"/>
                <a:gd name="T4" fmla="*/ 76 w 55"/>
                <a:gd name="T5" fmla="*/ 245 h 94"/>
                <a:gd name="T6" fmla="*/ 74 w 55"/>
                <a:gd name="T7" fmla="*/ 346 h 94"/>
                <a:gd name="T8" fmla="*/ 102 w 55"/>
                <a:gd name="T9" fmla="*/ 197 h 94"/>
                <a:gd name="T10" fmla="*/ 83 w 55"/>
                <a:gd name="T11" fmla="*/ 12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94">
                  <a:moveTo>
                    <a:pt x="27" y="0"/>
                  </a:moveTo>
                  <a:cubicBezTo>
                    <a:pt x="0" y="2"/>
                    <a:pt x="4" y="28"/>
                    <a:pt x="11" y="45"/>
                  </a:cubicBezTo>
                  <a:cubicBezTo>
                    <a:pt x="14" y="55"/>
                    <a:pt x="21" y="54"/>
                    <a:pt x="25" y="67"/>
                  </a:cubicBezTo>
                  <a:cubicBezTo>
                    <a:pt x="27" y="77"/>
                    <a:pt x="14" y="81"/>
                    <a:pt x="24" y="94"/>
                  </a:cubicBezTo>
                  <a:cubicBezTo>
                    <a:pt x="21" y="75"/>
                    <a:pt x="38" y="69"/>
                    <a:pt x="33" y="54"/>
                  </a:cubicBezTo>
                  <a:cubicBezTo>
                    <a:pt x="55" y="41"/>
                    <a:pt x="50" y="9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97">
              <a:extLst>
                <a:ext uri="{FF2B5EF4-FFF2-40B4-BE49-F238E27FC236}">
                  <a16:creationId xmlns:a16="http://schemas.microsoft.com/office/drawing/2014/main" id="{3A3DCB7F-EE4A-41DC-A8C9-0734C94D9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233"/>
              <a:ext cx="384" cy="123"/>
            </a:xfrm>
            <a:custGeom>
              <a:avLst/>
              <a:gdLst>
                <a:gd name="T0" fmla="*/ 13 w 266"/>
                <a:gd name="T1" fmla="*/ 12 h 80"/>
                <a:gd name="T2" fmla="*/ 211 w 266"/>
                <a:gd name="T3" fmla="*/ 54 h 80"/>
                <a:gd name="T4" fmla="*/ 422 w 266"/>
                <a:gd name="T5" fmla="*/ 114 h 80"/>
                <a:gd name="T6" fmla="*/ 609 w 266"/>
                <a:gd name="T7" fmla="*/ 192 h 80"/>
                <a:gd name="T8" fmla="*/ 800 w 266"/>
                <a:gd name="T9" fmla="*/ 291 h 80"/>
                <a:gd name="T10" fmla="*/ 588 w 266"/>
                <a:gd name="T11" fmla="*/ 211 h 80"/>
                <a:gd name="T12" fmla="*/ 380 w 266"/>
                <a:gd name="T13" fmla="*/ 131 h 80"/>
                <a:gd name="T14" fmla="*/ 188 w 266"/>
                <a:gd name="T15" fmla="*/ 83 h 80"/>
                <a:gd name="T16" fmla="*/ 0 w 266"/>
                <a:gd name="T17" fmla="*/ 28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80">
                  <a:moveTo>
                    <a:pt x="4" y="3"/>
                  </a:moveTo>
                  <a:cubicBezTo>
                    <a:pt x="23" y="0"/>
                    <a:pt x="50" y="11"/>
                    <a:pt x="70" y="15"/>
                  </a:cubicBezTo>
                  <a:cubicBezTo>
                    <a:pt x="93" y="20"/>
                    <a:pt x="117" y="24"/>
                    <a:pt x="140" y="31"/>
                  </a:cubicBezTo>
                  <a:cubicBezTo>
                    <a:pt x="161" y="38"/>
                    <a:pt x="180" y="48"/>
                    <a:pt x="202" y="53"/>
                  </a:cubicBezTo>
                  <a:cubicBezTo>
                    <a:pt x="224" y="59"/>
                    <a:pt x="248" y="63"/>
                    <a:pt x="266" y="80"/>
                  </a:cubicBezTo>
                  <a:cubicBezTo>
                    <a:pt x="244" y="80"/>
                    <a:pt x="216" y="63"/>
                    <a:pt x="195" y="58"/>
                  </a:cubicBezTo>
                  <a:cubicBezTo>
                    <a:pt x="172" y="52"/>
                    <a:pt x="148" y="44"/>
                    <a:pt x="126" y="36"/>
                  </a:cubicBezTo>
                  <a:cubicBezTo>
                    <a:pt x="106" y="28"/>
                    <a:pt x="83" y="24"/>
                    <a:pt x="62" y="23"/>
                  </a:cubicBezTo>
                  <a:cubicBezTo>
                    <a:pt x="42" y="22"/>
                    <a:pt x="14" y="24"/>
                    <a:pt x="0" y="8"/>
                  </a:cubicBezTo>
                </a:path>
              </a:pathLst>
            </a:custGeom>
            <a:solidFill>
              <a:srgbClr val="706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98">
              <a:extLst>
                <a:ext uri="{FF2B5EF4-FFF2-40B4-BE49-F238E27FC236}">
                  <a16:creationId xmlns:a16="http://schemas.microsoft.com/office/drawing/2014/main" id="{49C13270-C6B5-480F-85B6-A8FF35439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283"/>
              <a:ext cx="311" cy="63"/>
            </a:xfrm>
            <a:custGeom>
              <a:avLst/>
              <a:gdLst>
                <a:gd name="T0" fmla="*/ 13 w 215"/>
                <a:gd name="T1" fmla="*/ 144 h 41"/>
                <a:gd name="T2" fmla="*/ 320 w 215"/>
                <a:gd name="T3" fmla="*/ 54 h 41"/>
                <a:gd name="T4" fmla="*/ 502 w 215"/>
                <a:gd name="T5" fmla="*/ 28 h 41"/>
                <a:gd name="T6" fmla="*/ 651 w 215"/>
                <a:gd name="T7" fmla="*/ 12 h 41"/>
                <a:gd name="T8" fmla="*/ 479 w 215"/>
                <a:gd name="T9" fmla="*/ 48 h 41"/>
                <a:gd name="T10" fmla="*/ 318 w 215"/>
                <a:gd name="T11" fmla="*/ 75 h 41"/>
                <a:gd name="T12" fmla="*/ 142 w 215"/>
                <a:gd name="T13" fmla="*/ 120 h 41"/>
                <a:gd name="T14" fmla="*/ 0 w 215"/>
                <a:gd name="T15" fmla="*/ 149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5" h="41">
                  <a:moveTo>
                    <a:pt x="4" y="40"/>
                  </a:moveTo>
                  <a:cubicBezTo>
                    <a:pt x="37" y="25"/>
                    <a:pt x="71" y="20"/>
                    <a:pt x="106" y="15"/>
                  </a:cubicBezTo>
                  <a:cubicBezTo>
                    <a:pt x="126" y="12"/>
                    <a:pt x="146" y="10"/>
                    <a:pt x="166" y="8"/>
                  </a:cubicBezTo>
                  <a:cubicBezTo>
                    <a:pt x="181" y="7"/>
                    <a:pt x="203" y="0"/>
                    <a:pt x="215" y="3"/>
                  </a:cubicBezTo>
                  <a:cubicBezTo>
                    <a:pt x="195" y="2"/>
                    <a:pt x="177" y="11"/>
                    <a:pt x="158" y="13"/>
                  </a:cubicBezTo>
                  <a:cubicBezTo>
                    <a:pt x="140" y="15"/>
                    <a:pt x="123" y="17"/>
                    <a:pt x="105" y="21"/>
                  </a:cubicBezTo>
                  <a:cubicBezTo>
                    <a:pt x="86" y="24"/>
                    <a:pt x="66" y="29"/>
                    <a:pt x="47" y="33"/>
                  </a:cubicBezTo>
                  <a:cubicBezTo>
                    <a:pt x="31" y="36"/>
                    <a:pt x="14" y="32"/>
                    <a:pt x="0" y="41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99">
              <a:extLst>
                <a:ext uri="{FF2B5EF4-FFF2-40B4-BE49-F238E27FC236}">
                  <a16:creationId xmlns:a16="http://schemas.microsoft.com/office/drawing/2014/main" id="{ED78E6BC-207D-4955-8B02-9858EDCF8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143"/>
              <a:ext cx="140" cy="106"/>
            </a:xfrm>
            <a:custGeom>
              <a:avLst/>
              <a:gdLst>
                <a:gd name="T0" fmla="*/ 0 w 97"/>
                <a:gd name="T1" fmla="*/ 250 h 69"/>
                <a:gd name="T2" fmla="*/ 292 w 97"/>
                <a:gd name="T3" fmla="*/ 0 h 69"/>
                <a:gd name="T4" fmla="*/ 0 w 97"/>
                <a:gd name="T5" fmla="*/ 24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69">
                  <a:moveTo>
                    <a:pt x="0" y="69"/>
                  </a:moveTo>
                  <a:cubicBezTo>
                    <a:pt x="29" y="43"/>
                    <a:pt x="81" y="41"/>
                    <a:pt x="97" y="0"/>
                  </a:cubicBezTo>
                  <a:cubicBezTo>
                    <a:pt x="75" y="27"/>
                    <a:pt x="22" y="38"/>
                    <a:pt x="0" y="67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200">
              <a:extLst>
                <a:ext uri="{FF2B5EF4-FFF2-40B4-BE49-F238E27FC236}">
                  <a16:creationId xmlns:a16="http://schemas.microsoft.com/office/drawing/2014/main" id="{F36E1BCA-B1EC-456C-A573-52EED9417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149"/>
              <a:ext cx="91" cy="99"/>
            </a:xfrm>
            <a:custGeom>
              <a:avLst/>
              <a:gdLst>
                <a:gd name="T0" fmla="*/ 0 w 63"/>
                <a:gd name="T1" fmla="*/ 0 h 64"/>
                <a:gd name="T2" fmla="*/ 66 w 63"/>
                <a:gd name="T3" fmla="*/ 88 h 64"/>
                <a:gd name="T4" fmla="*/ 121 w 63"/>
                <a:gd name="T5" fmla="*/ 135 h 64"/>
                <a:gd name="T6" fmla="*/ 170 w 63"/>
                <a:gd name="T7" fmla="*/ 162 h 64"/>
                <a:gd name="T8" fmla="*/ 189 w 63"/>
                <a:gd name="T9" fmla="*/ 237 h 64"/>
                <a:gd name="T10" fmla="*/ 137 w 63"/>
                <a:gd name="T11" fmla="*/ 183 h 64"/>
                <a:gd name="T12" fmla="*/ 79 w 63"/>
                <a:gd name="T13" fmla="*/ 114 h 64"/>
                <a:gd name="T14" fmla="*/ 9 w 63"/>
                <a:gd name="T15" fmla="*/ 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4">
                  <a:moveTo>
                    <a:pt x="0" y="0"/>
                  </a:moveTo>
                  <a:cubicBezTo>
                    <a:pt x="3" y="8"/>
                    <a:pt x="16" y="18"/>
                    <a:pt x="22" y="24"/>
                  </a:cubicBezTo>
                  <a:cubicBezTo>
                    <a:pt x="27" y="30"/>
                    <a:pt x="33" y="33"/>
                    <a:pt x="40" y="36"/>
                  </a:cubicBezTo>
                  <a:cubicBezTo>
                    <a:pt x="45" y="37"/>
                    <a:pt x="54" y="40"/>
                    <a:pt x="57" y="44"/>
                  </a:cubicBezTo>
                  <a:cubicBezTo>
                    <a:pt x="61" y="49"/>
                    <a:pt x="62" y="59"/>
                    <a:pt x="63" y="64"/>
                  </a:cubicBezTo>
                  <a:cubicBezTo>
                    <a:pt x="57" y="61"/>
                    <a:pt x="51" y="54"/>
                    <a:pt x="46" y="49"/>
                  </a:cubicBezTo>
                  <a:cubicBezTo>
                    <a:pt x="40" y="42"/>
                    <a:pt x="33" y="37"/>
                    <a:pt x="26" y="31"/>
                  </a:cubicBezTo>
                  <a:cubicBezTo>
                    <a:pt x="17" y="23"/>
                    <a:pt x="10" y="12"/>
                    <a:pt x="3" y="2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201">
              <a:extLst>
                <a:ext uri="{FF2B5EF4-FFF2-40B4-BE49-F238E27FC236}">
                  <a16:creationId xmlns:a16="http://schemas.microsoft.com/office/drawing/2014/main" id="{9104F034-A2F9-4443-AAB9-D4137A31B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09"/>
              <a:ext cx="213" cy="114"/>
            </a:xfrm>
            <a:custGeom>
              <a:avLst/>
              <a:gdLst>
                <a:gd name="T0" fmla="*/ 0 w 148"/>
                <a:gd name="T1" fmla="*/ 75 h 74"/>
                <a:gd name="T2" fmla="*/ 142 w 148"/>
                <a:gd name="T3" fmla="*/ 5 h 74"/>
                <a:gd name="T4" fmla="*/ 273 w 148"/>
                <a:gd name="T5" fmla="*/ 35 h 74"/>
                <a:gd name="T6" fmla="*/ 396 w 148"/>
                <a:gd name="T7" fmla="*/ 102 h 74"/>
                <a:gd name="T8" fmla="*/ 420 w 148"/>
                <a:gd name="T9" fmla="*/ 271 h 74"/>
                <a:gd name="T10" fmla="*/ 265 w 148"/>
                <a:gd name="T11" fmla="*/ 35 h 74"/>
                <a:gd name="T12" fmla="*/ 135 w 148"/>
                <a:gd name="T13" fmla="*/ 43 h 74"/>
                <a:gd name="T14" fmla="*/ 104 w 148"/>
                <a:gd name="T15" fmla="*/ 35 h 74"/>
                <a:gd name="T16" fmla="*/ 83 w 148"/>
                <a:gd name="T17" fmla="*/ 66 h 74"/>
                <a:gd name="T18" fmla="*/ 14 w 148"/>
                <a:gd name="T19" fmla="*/ 69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74">
                  <a:moveTo>
                    <a:pt x="0" y="21"/>
                  </a:moveTo>
                  <a:cubicBezTo>
                    <a:pt x="21" y="25"/>
                    <a:pt x="29" y="0"/>
                    <a:pt x="48" y="1"/>
                  </a:cubicBezTo>
                  <a:cubicBezTo>
                    <a:pt x="62" y="1"/>
                    <a:pt x="78" y="7"/>
                    <a:pt x="92" y="10"/>
                  </a:cubicBezTo>
                  <a:cubicBezTo>
                    <a:pt x="108" y="13"/>
                    <a:pt x="122" y="14"/>
                    <a:pt x="133" y="28"/>
                  </a:cubicBezTo>
                  <a:cubicBezTo>
                    <a:pt x="141" y="39"/>
                    <a:pt x="148" y="61"/>
                    <a:pt x="141" y="74"/>
                  </a:cubicBezTo>
                  <a:cubicBezTo>
                    <a:pt x="144" y="39"/>
                    <a:pt x="123" y="12"/>
                    <a:pt x="89" y="10"/>
                  </a:cubicBezTo>
                  <a:cubicBezTo>
                    <a:pt x="75" y="10"/>
                    <a:pt x="58" y="11"/>
                    <a:pt x="45" y="12"/>
                  </a:cubicBezTo>
                  <a:cubicBezTo>
                    <a:pt x="41" y="12"/>
                    <a:pt x="39" y="9"/>
                    <a:pt x="35" y="10"/>
                  </a:cubicBezTo>
                  <a:cubicBezTo>
                    <a:pt x="34" y="10"/>
                    <a:pt x="31" y="17"/>
                    <a:pt x="28" y="18"/>
                  </a:cubicBezTo>
                  <a:cubicBezTo>
                    <a:pt x="21" y="22"/>
                    <a:pt x="11" y="22"/>
                    <a:pt x="5" y="19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202">
              <a:extLst>
                <a:ext uri="{FF2B5EF4-FFF2-40B4-BE49-F238E27FC236}">
                  <a16:creationId xmlns:a16="http://schemas.microsoft.com/office/drawing/2014/main" id="{64A8EDE7-535E-4ED4-B816-6034AC7A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44"/>
              <a:ext cx="359" cy="51"/>
            </a:xfrm>
            <a:custGeom>
              <a:avLst/>
              <a:gdLst>
                <a:gd name="T0" fmla="*/ 753 w 248"/>
                <a:gd name="T1" fmla="*/ 0 h 33"/>
                <a:gd name="T2" fmla="*/ 570 w 248"/>
                <a:gd name="T3" fmla="*/ 62 h 33"/>
                <a:gd name="T4" fmla="*/ 385 w 248"/>
                <a:gd name="T5" fmla="*/ 93 h 33"/>
                <a:gd name="T6" fmla="*/ 0 w 248"/>
                <a:gd name="T7" fmla="*/ 122 h 33"/>
                <a:gd name="T8" fmla="*/ 191 w 248"/>
                <a:gd name="T9" fmla="*/ 96 h 33"/>
                <a:gd name="T10" fmla="*/ 371 w 248"/>
                <a:gd name="T11" fmla="*/ 87 h 33"/>
                <a:gd name="T12" fmla="*/ 725 w 248"/>
                <a:gd name="T13" fmla="*/ 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33">
                  <a:moveTo>
                    <a:pt x="248" y="0"/>
                  </a:moveTo>
                  <a:cubicBezTo>
                    <a:pt x="229" y="2"/>
                    <a:pt x="209" y="14"/>
                    <a:pt x="188" y="17"/>
                  </a:cubicBezTo>
                  <a:cubicBezTo>
                    <a:pt x="168" y="20"/>
                    <a:pt x="149" y="24"/>
                    <a:pt x="127" y="25"/>
                  </a:cubicBezTo>
                  <a:cubicBezTo>
                    <a:pt x="85" y="27"/>
                    <a:pt x="43" y="33"/>
                    <a:pt x="0" y="33"/>
                  </a:cubicBezTo>
                  <a:cubicBezTo>
                    <a:pt x="21" y="32"/>
                    <a:pt x="41" y="27"/>
                    <a:pt x="63" y="26"/>
                  </a:cubicBezTo>
                  <a:cubicBezTo>
                    <a:pt x="82" y="25"/>
                    <a:pt x="102" y="24"/>
                    <a:pt x="122" y="23"/>
                  </a:cubicBezTo>
                  <a:cubicBezTo>
                    <a:pt x="161" y="19"/>
                    <a:pt x="198" y="2"/>
                    <a:pt x="239" y="2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203">
              <a:extLst>
                <a:ext uri="{FF2B5EF4-FFF2-40B4-BE49-F238E27FC236}">
                  <a16:creationId xmlns:a16="http://schemas.microsoft.com/office/drawing/2014/main" id="{91F69C4C-5C7C-46B6-AEE5-839447EF5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815"/>
              <a:ext cx="71" cy="94"/>
            </a:xfrm>
            <a:custGeom>
              <a:avLst/>
              <a:gdLst>
                <a:gd name="T0" fmla="*/ 0 w 49"/>
                <a:gd name="T1" fmla="*/ 12 h 61"/>
                <a:gd name="T2" fmla="*/ 120 w 49"/>
                <a:gd name="T3" fmla="*/ 60 h 61"/>
                <a:gd name="T4" fmla="*/ 146 w 49"/>
                <a:gd name="T5" fmla="*/ 223 h 61"/>
                <a:gd name="T6" fmla="*/ 1 w 49"/>
                <a:gd name="T7" fmla="*/ 1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1">
                  <a:moveTo>
                    <a:pt x="0" y="3"/>
                  </a:moveTo>
                  <a:cubicBezTo>
                    <a:pt x="15" y="7"/>
                    <a:pt x="27" y="0"/>
                    <a:pt x="39" y="16"/>
                  </a:cubicBezTo>
                  <a:cubicBezTo>
                    <a:pt x="49" y="31"/>
                    <a:pt x="46" y="45"/>
                    <a:pt x="48" y="61"/>
                  </a:cubicBezTo>
                  <a:cubicBezTo>
                    <a:pt x="42" y="34"/>
                    <a:pt x="26" y="14"/>
                    <a:pt x="1" y="3"/>
                  </a:cubicBezTo>
                </a:path>
              </a:pathLst>
            </a:custGeom>
            <a:solidFill>
              <a:srgbClr val="5B5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Oval 204">
              <a:extLst>
                <a:ext uri="{FF2B5EF4-FFF2-40B4-BE49-F238E27FC236}">
                  <a16:creationId xmlns:a16="http://schemas.microsoft.com/office/drawing/2014/main" id="{03741925-FBE7-4965-A35A-84953C41C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1240"/>
              <a:ext cx="91" cy="30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6" name="Oval 205">
              <a:extLst>
                <a:ext uri="{FF2B5EF4-FFF2-40B4-BE49-F238E27FC236}">
                  <a16:creationId xmlns:a16="http://schemas.microsoft.com/office/drawing/2014/main" id="{915AAF54-8F3B-4DB7-B8B0-529FCB2E1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1247"/>
              <a:ext cx="81" cy="21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7" name="Freeform 206">
              <a:extLst>
                <a:ext uri="{FF2B5EF4-FFF2-40B4-BE49-F238E27FC236}">
                  <a16:creationId xmlns:a16="http://schemas.microsoft.com/office/drawing/2014/main" id="{D1E52012-EC3E-47E2-95E5-D95913118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236"/>
              <a:ext cx="93" cy="17"/>
            </a:xfrm>
            <a:custGeom>
              <a:avLst/>
              <a:gdLst>
                <a:gd name="T0" fmla="*/ 0 w 64"/>
                <a:gd name="T1" fmla="*/ 40 h 11"/>
                <a:gd name="T2" fmla="*/ 94 w 64"/>
                <a:gd name="T3" fmla="*/ 8 h 11"/>
                <a:gd name="T4" fmla="*/ 196 w 64"/>
                <a:gd name="T5" fmla="*/ 40 h 11"/>
                <a:gd name="T6" fmla="*/ 99 w 64"/>
                <a:gd name="T7" fmla="*/ 0 h 11"/>
                <a:gd name="T8" fmla="*/ 0 w 64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">
                  <a:moveTo>
                    <a:pt x="0" y="11"/>
                  </a:moveTo>
                  <a:cubicBezTo>
                    <a:pt x="0" y="11"/>
                    <a:pt x="5" y="2"/>
                    <a:pt x="31" y="2"/>
                  </a:cubicBezTo>
                  <a:cubicBezTo>
                    <a:pt x="58" y="2"/>
                    <a:pt x="64" y="11"/>
                    <a:pt x="64" y="11"/>
                  </a:cubicBezTo>
                  <a:cubicBezTo>
                    <a:pt x="64" y="11"/>
                    <a:pt x="61" y="1"/>
                    <a:pt x="32" y="0"/>
                  </a:cubicBezTo>
                  <a:cubicBezTo>
                    <a:pt x="2" y="0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Oval 207">
              <a:extLst>
                <a:ext uri="{FF2B5EF4-FFF2-40B4-BE49-F238E27FC236}">
                  <a16:creationId xmlns:a16="http://schemas.microsoft.com/office/drawing/2014/main" id="{D6BFB884-77C3-4F45-AD99-6BA7F9E35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219"/>
              <a:ext cx="91" cy="29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9" name="Oval 208">
              <a:extLst>
                <a:ext uri="{FF2B5EF4-FFF2-40B4-BE49-F238E27FC236}">
                  <a16:creationId xmlns:a16="http://schemas.microsoft.com/office/drawing/2014/main" id="{AA6C7598-9376-4C61-A6A3-15DA47A1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1225"/>
              <a:ext cx="81" cy="22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0" name="Freeform 209">
              <a:extLst>
                <a:ext uri="{FF2B5EF4-FFF2-40B4-BE49-F238E27FC236}">
                  <a16:creationId xmlns:a16="http://schemas.microsoft.com/office/drawing/2014/main" id="{30DC8607-EA22-4EBF-ACF7-EFE334449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214"/>
              <a:ext cx="93" cy="17"/>
            </a:xfrm>
            <a:custGeom>
              <a:avLst/>
              <a:gdLst>
                <a:gd name="T0" fmla="*/ 0 w 64"/>
                <a:gd name="T1" fmla="*/ 40 h 11"/>
                <a:gd name="T2" fmla="*/ 99 w 64"/>
                <a:gd name="T3" fmla="*/ 8 h 11"/>
                <a:gd name="T4" fmla="*/ 196 w 64"/>
                <a:gd name="T5" fmla="*/ 40 h 11"/>
                <a:gd name="T6" fmla="*/ 99 w 64"/>
                <a:gd name="T7" fmla="*/ 0 h 11"/>
                <a:gd name="T8" fmla="*/ 0 w 64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">
                  <a:moveTo>
                    <a:pt x="0" y="11"/>
                  </a:moveTo>
                  <a:cubicBezTo>
                    <a:pt x="0" y="11"/>
                    <a:pt x="6" y="2"/>
                    <a:pt x="32" y="2"/>
                  </a:cubicBezTo>
                  <a:cubicBezTo>
                    <a:pt x="59" y="2"/>
                    <a:pt x="64" y="11"/>
                    <a:pt x="64" y="11"/>
                  </a:cubicBezTo>
                  <a:cubicBezTo>
                    <a:pt x="64" y="11"/>
                    <a:pt x="62" y="1"/>
                    <a:pt x="32" y="0"/>
                  </a:cubicBezTo>
                  <a:cubicBezTo>
                    <a:pt x="3" y="0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Oval 210">
              <a:extLst>
                <a:ext uri="{FF2B5EF4-FFF2-40B4-BE49-F238E27FC236}">
                  <a16:creationId xmlns:a16="http://schemas.microsoft.com/office/drawing/2014/main" id="{AE9BE904-C473-4120-97ED-42757FA1B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1245"/>
              <a:ext cx="91" cy="29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2" name="Oval 211">
              <a:extLst>
                <a:ext uri="{FF2B5EF4-FFF2-40B4-BE49-F238E27FC236}">
                  <a16:creationId xmlns:a16="http://schemas.microsoft.com/office/drawing/2014/main" id="{5075BB28-6181-4E0D-87D8-A0203164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" y="1251"/>
              <a:ext cx="83" cy="23"/>
            </a:xfrm>
            <a:prstGeom prst="ellipse">
              <a:avLst/>
            </a:pr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3" name="Freeform 212">
              <a:extLst>
                <a:ext uri="{FF2B5EF4-FFF2-40B4-BE49-F238E27FC236}">
                  <a16:creationId xmlns:a16="http://schemas.microsoft.com/office/drawing/2014/main" id="{8E6E5F2E-26BF-4FC0-A5A7-11E398671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240"/>
              <a:ext cx="92" cy="17"/>
            </a:xfrm>
            <a:custGeom>
              <a:avLst/>
              <a:gdLst>
                <a:gd name="T0" fmla="*/ 0 w 64"/>
                <a:gd name="T1" fmla="*/ 40 h 11"/>
                <a:gd name="T2" fmla="*/ 95 w 64"/>
                <a:gd name="T3" fmla="*/ 8 h 11"/>
                <a:gd name="T4" fmla="*/ 190 w 64"/>
                <a:gd name="T5" fmla="*/ 40 h 11"/>
                <a:gd name="T6" fmla="*/ 95 w 64"/>
                <a:gd name="T7" fmla="*/ 5 h 11"/>
                <a:gd name="T8" fmla="*/ 0 w 64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">
                  <a:moveTo>
                    <a:pt x="0" y="11"/>
                  </a:moveTo>
                  <a:cubicBezTo>
                    <a:pt x="0" y="11"/>
                    <a:pt x="6" y="2"/>
                    <a:pt x="32" y="2"/>
                  </a:cubicBezTo>
                  <a:cubicBezTo>
                    <a:pt x="59" y="2"/>
                    <a:pt x="64" y="11"/>
                    <a:pt x="64" y="11"/>
                  </a:cubicBezTo>
                  <a:cubicBezTo>
                    <a:pt x="64" y="11"/>
                    <a:pt x="62" y="1"/>
                    <a:pt x="32" y="1"/>
                  </a:cubicBezTo>
                  <a:cubicBezTo>
                    <a:pt x="3" y="0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213">
              <a:extLst>
                <a:ext uri="{FF2B5EF4-FFF2-40B4-BE49-F238E27FC236}">
                  <a16:creationId xmlns:a16="http://schemas.microsoft.com/office/drawing/2014/main" id="{89B4EBEE-913F-4CE4-BF37-9FDBF6396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55"/>
              <a:ext cx="98" cy="94"/>
            </a:xfrm>
            <a:custGeom>
              <a:avLst/>
              <a:gdLst>
                <a:gd name="T0" fmla="*/ 202 w 68"/>
                <a:gd name="T1" fmla="*/ 0 h 61"/>
                <a:gd name="T2" fmla="*/ 203 w 68"/>
                <a:gd name="T3" fmla="*/ 35 h 61"/>
                <a:gd name="T4" fmla="*/ 192 w 68"/>
                <a:gd name="T5" fmla="*/ 88 h 61"/>
                <a:gd name="T6" fmla="*/ 154 w 68"/>
                <a:gd name="T7" fmla="*/ 163 h 61"/>
                <a:gd name="T8" fmla="*/ 88 w 68"/>
                <a:gd name="T9" fmla="*/ 205 h 61"/>
                <a:gd name="T10" fmla="*/ 39 w 68"/>
                <a:gd name="T11" fmla="*/ 219 h 61"/>
                <a:gd name="T12" fmla="*/ 0 w 68"/>
                <a:gd name="T13" fmla="*/ 223 h 61"/>
                <a:gd name="T14" fmla="*/ 84 w 68"/>
                <a:gd name="T15" fmla="*/ 162 h 61"/>
                <a:gd name="T16" fmla="*/ 137 w 68"/>
                <a:gd name="T17" fmla="*/ 80 h 61"/>
                <a:gd name="T18" fmla="*/ 159 w 68"/>
                <a:gd name="T19" fmla="*/ 22 h 61"/>
                <a:gd name="T20" fmla="*/ 202 w 68"/>
                <a:gd name="T21" fmla="*/ 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61">
                  <a:moveTo>
                    <a:pt x="67" y="0"/>
                  </a:moveTo>
                  <a:cubicBezTo>
                    <a:pt x="67" y="0"/>
                    <a:pt x="68" y="8"/>
                    <a:pt x="68" y="10"/>
                  </a:cubicBezTo>
                  <a:cubicBezTo>
                    <a:pt x="67" y="15"/>
                    <a:pt x="65" y="19"/>
                    <a:pt x="64" y="24"/>
                  </a:cubicBezTo>
                  <a:cubicBezTo>
                    <a:pt x="62" y="32"/>
                    <a:pt x="57" y="39"/>
                    <a:pt x="51" y="45"/>
                  </a:cubicBezTo>
                  <a:cubicBezTo>
                    <a:pt x="45" y="51"/>
                    <a:pt x="38" y="53"/>
                    <a:pt x="29" y="56"/>
                  </a:cubicBezTo>
                  <a:cubicBezTo>
                    <a:pt x="24" y="58"/>
                    <a:pt x="19" y="60"/>
                    <a:pt x="13" y="60"/>
                  </a:cubicBezTo>
                  <a:cubicBezTo>
                    <a:pt x="9" y="61"/>
                    <a:pt x="4" y="60"/>
                    <a:pt x="0" y="61"/>
                  </a:cubicBezTo>
                  <a:cubicBezTo>
                    <a:pt x="10" y="59"/>
                    <a:pt x="21" y="50"/>
                    <a:pt x="28" y="44"/>
                  </a:cubicBezTo>
                  <a:cubicBezTo>
                    <a:pt x="37" y="38"/>
                    <a:pt x="43" y="32"/>
                    <a:pt x="46" y="22"/>
                  </a:cubicBezTo>
                  <a:cubicBezTo>
                    <a:pt x="47" y="16"/>
                    <a:pt x="47" y="10"/>
                    <a:pt x="53" y="6"/>
                  </a:cubicBezTo>
                  <a:cubicBezTo>
                    <a:pt x="56" y="3"/>
                    <a:pt x="64" y="0"/>
                    <a:pt x="6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214">
              <a:extLst>
                <a:ext uri="{FF2B5EF4-FFF2-40B4-BE49-F238E27FC236}">
                  <a16:creationId xmlns:a16="http://schemas.microsoft.com/office/drawing/2014/main" id="{BB51F846-31A6-4D66-8DE4-09817CA9B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405"/>
              <a:ext cx="221" cy="93"/>
            </a:xfrm>
            <a:custGeom>
              <a:avLst/>
              <a:gdLst>
                <a:gd name="T0" fmla="*/ 426 w 153"/>
                <a:gd name="T1" fmla="*/ 0 h 60"/>
                <a:gd name="T2" fmla="*/ 235 w 153"/>
                <a:gd name="T3" fmla="*/ 115 h 60"/>
                <a:gd name="T4" fmla="*/ 0 w 153"/>
                <a:gd name="T5" fmla="*/ 153 h 60"/>
                <a:gd name="T6" fmla="*/ 432 w 153"/>
                <a:gd name="T7" fmla="*/ 14 h 60"/>
                <a:gd name="T8" fmla="*/ 426 w 153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60">
                  <a:moveTo>
                    <a:pt x="141" y="0"/>
                  </a:moveTo>
                  <a:cubicBezTo>
                    <a:pt x="126" y="15"/>
                    <a:pt x="100" y="25"/>
                    <a:pt x="78" y="31"/>
                  </a:cubicBezTo>
                  <a:cubicBezTo>
                    <a:pt x="60" y="36"/>
                    <a:pt x="27" y="43"/>
                    <a:pt x="0" y="41"/>
                  </a:cubicBezTo>
                  <a:cubicBezTo>
                    <a:pt x="29" y="47"/>
                    <a:pt x="153" y="60"/>
                    <a:pt x="143" y="4"/>
                  </a:cubicBezTo>
                  <a:cubicBezTo>
                    <a:pt x="143" y="2"/>
                    <a:pt x="142" y="2"/>
                    <a:pt x="141" y="0"/>
                  </a:cubicBezTo>
                </a:path>
              </a:pathLst>
            </a:cu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215">
              <a:extLst>
                <a:ext uri="{FF2B5EF4-FFF2-40B4-BE49-F238E27FC236}">
                  <a16:creationId xmlns:a16="http://schemas.microsoft.com/office/drawing/2014/main" id="{ABBAD07B-B940-4D8E-8BEF-0B880F6EA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305"/>
              <a:ext cx="401" cy="379"/>
            </a:xfrm>
            <a:custGeom>
              <a:avLst/>
              <a:gdLst>
                <a:gd name="T0" fmla="*/ 766 w 278"/>
                <a:gd name="T1" fmla="*/ 52 h 246"/>
                <a:gd name="T2" fmla="*/ 809 w 278"/>
                <a:gd name="T3" fmla="*/ 365 h 246"/>
                <a:gd name="T4" fmla="*/ 805 w 278"/>
                <a:gd name="T5" fmla="*/ 427 h 246"/>
                <a:gd name="T6" fmla="*/ 822 w 278"/>
                <a:gd name="T7" fmla="*/ 681 h 246"/>
                <a:gd name="T8" fmla="*/ 766 w 278"/>
                <a:gd name="T9" fmla="*/ 892 h 246"/>
                <a:gd name="T10" fmla="*/ 400 w 278"/>
                <a:gd name="T11" fmla="*/ 864 h 246"/>
                <a:gd name="T12" fmla="*/ 55 w 278"/>
                <a:gd name="T13" fmla="*/ 793 h 246"/>
                <a:gd name="T14" fmla="*/ 379 w 278"/>
                <a:gd name="T15" fmla="*/ 561 h 246"/>
                <a:gd name="T16" fmla="*/ 183 w 278"/>
                <a:gd name="T17" fmla="*/ 527 h 246"/>
                <a:gd name="T18" fmla="*/ 0 w 278"/>
                <a:gd name="T19" fmla="*/ 421 h 246"/>
                <a:gd name="T20" fmla="*/ 413 w 278"/>
                <a:gd name="T21" fmla="*/ 344 h 246"/>
                <a:gd name="T22" fmla="*/ 36 w 278"/>
                <a:gd name="T23" fmla="*/ 194 h 246"/>
                <a:gd name="T24" fmla="*/ 391 w 278"/>
                <a:gd name="T25" fmla="*/ 163 h 246"/>
                <a:gd name="T26" fmla="*/ 568 w 278"/>
                <a:gd name="T27" fmla="*/ 28 h 246"/>
                <a:gd name="T28" fmla="*/ 766 w 278"/>
                <a:gd name="T29" fmla="*/ 52 h 2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8" h="246">
                  <a:moveTo>
                    <a:pt x="255" y="14"/>
                  </a:moveTo>
                  <a:cubicBezTo>
                    <a:pt x="271" y="32"/>
                    <a:pt x="265" y="76"/>
                    <a:pt x="270" y="100"/>
                  </a:cubicBezTo>
                  <a:cubicBezTo>
                    <a:pt x="251" y="96"/>
                    <a:pt x="249" y="120"/>
                    <a:pt x="268" y="117"/>
                  </a:cubicBezTo>
                  <a:cubicBezTo>
                    <a:pt x="269" y="142"/>
                    <a:pt x="271" y="163"/>
                    <a:pt x="274" y="186"/>
                  </a:cubicBezTo>
                  <a:cubicBezTo>
                    <a:pt x="278" y="210"/>
                    <a:pt x="265" y="222"/>
                    <a:pt x="255" y="244"/>
                  </a:cubicBezTo>
                  <a:cubicBezTo>
                    <a:pt x="213" y="246"/>
                    <a:pt x="173" y="240"/>
                    <a:pt x="133" y="236"/>
                  </a:cubicBezTo>
                  <a:cubicBezTo>
                    <a:pt x="101" y="233"/>
                    <a:pt x="41" y="239"/>
                    <a:pt x="18" y="217"/>
                  </a:cubicBezTo>
                  <a:cubicBezTo>
                    <a:pt x="42" y="223"/>
                    <a:pt x="155" y="192"/>
                    <a:pt x="126" y="153"/>
                  </a:cubicBezTo>
                  <a:cubicBezTo>
                    <a:pt x="115" y="138"/>
                    <a:pt x="78" y="146"/>
                    <a:pt x="61" y="144"/>
                  </a:cubicBezTo>
                  <a:cubicBezTo>
                    <a:pt x="38" y="141"/>
                    <a:pt x="17" y="130"/>
                    <a:pt x="0" y="115"/>
                  </a:cubicBezTo>
                  <a:cubicBezTo>
                    <a:pt x="29" y="114"/>
                    <a:pt x="139" y="154"/>
                    <a:pt x="137" y="94"/>
                  </a:cubicBezTo>
                  <a:cubicBezTo>
                    <a:pt x="135" y="55"/>
                    <a:pt x="35" y="82"/>
                    <a:pt x="12" y="53"/>
                  </a:cubicBezTo>
                  <a:cubicBezTo>
                    <a:pt x="54" y="59"/>
                    <a:pt x="96" y="75"/>
                    <a:pt x="130" y="45"/>
                  </a:cubicBezTo>
                  <a:cubicBezTo>
                    <a:pt x="136" y="17"/>
                    <a:pt x="163" y="10"/>
                    <a:pt x="189" y="8"/>
                  </a:cubicBezTo>
                  <a:cubicBezTo>
                    <a:pt x="211" y="7"/>
                    <a:pt x="245" y="0"/>
                    <a:pt x="255" y="14"/>
                  </a:cubicBezTo>
                </a:path>
              </a:pathLst>
            </a:custGeom>
            <a:solidFill>
              <a:srgbClr val="888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216">
              <a:extLst>
                <a:ext uri="{FF2B5EF4-FFF2-40B4-BE49-F238E27FC236}">
                  <a16:creationId xmlns:a16="http://schemas.microsoft.com/office/drawing/2014/main" id="{6B28AB17-4626-405B-9918-7B73FAEE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267"/>
              <a:ext cx="364" cy="195"/>
            </a:xfrm>
            <a:custGeom>
              <a:avLst/>
              <a:gdLst>
                <a:gd name="T0" fmla="*/ 117 w 252"/>
                <a:gd name="T1" fmla="*/ 149 h 127"/>
                <a:gd name="T2" fmla="*/ 48 w 252"/>
                <a:gd name="T3" fmla="*/ 347 h 127"/>
                <a:gd name="T4" fmla="*/ 94 w 252"/>
                <a:gd name="T5" fmla="*/ 448 h 127"/>
                <a:gd name="T6" fmla="*/ 225 w 252"/>
                <a:gd name="T7" fmla="*/ 441 h 127"/>
                <a:gd name="T8" fmla="*/ 501 w 252"/>
                <a:gd name="T9" fmla="*/ 384 h 127"/>
                <a:gd name="T10" fmla="*/ 699 w 252"/>
                <a:gd name="T11" fmla="*/ 269 h 127"/>
                <a:gd name="T12" fmla="*/ 724 w 252"/>
                <a:gd name="T13" fmla="*/ 49 h 127"/>
                <a:gd name="T14" fmla="*/ 558 w 252"/>
                <a:gd name="T15" fmla="*/ 109 h 127"/>
                <a:gd name="T16" fmla="*/ 305 w 252"/>
                <a:gd name="T17" fmla="*/ 141 h 127"/>
                <a:gd name="T18" fmla="*/ 117 w 252"/>
                <a:gd name="T19" fmla="*/ 149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2" h="127">
                  <a:moveTo>
                    <a:pt x="39" y="41"/>
                  </a:moveTo>
                  <a:cubicBezTo>
                    <a:pt x="0" y="40"/>
                    <a:pt x="14" y="70"/>
                    <a:pt x="16" y="96"/>
                  </a:cubicBezTo>
                  <a:cubicBezTo>
                    <a:pt x="17" y="109"/>
                    <a:pt x="18" y="121"/>
                    <a:pt x="31" y="124"/>
                  </a:cubicBezTo>
                  <a:cubicBezTo>
                    <a:pt x="42" y="127"/>
                    <a:pt x="62" y="121"/>
                    <a:pt x="75" y="122"/>
                  </a:cubicBezTo>
                  <a:cubicBezTo>
                    <a:pt x="105" y="122"/>
                    <a:pt x="138" y="114"/>
                    <a:pt x="166" y="106"/>
                  </a:cubicBezTo>
                  <a:cubicBezTo>
                    <a:pt x="189" y="100"/>
                    <a:pt x="215" y="92"/>
                    <a:pt x="232" y="74"/>
                  </a:cubicBezTo>
                  <a:cubicBezTo>
                    <a:pt x="243" y="62"/>
                    <a:pt x="252" y="29"/>
                    <a:pt x="240" y="14"/>
                  </a:cubicBezTo>
                  <a:cubicBezTo>
                    <a:pt x="230" y="0"/>
                    <a:pt x="200" y="26"/>
                    <a:pt x="185" y="30"/>
                  </a:cubicBezTo>
                  <a:cubicBezTo>
                    <a:pt x="158" y="36"/>
                    <a:pt x="129" y="38"/>
                    <a:pt x="101" y="39"/>
                  </a:cubicBezTo>
                  <a:cubicBezTo>
                    <a:pt x="80" y="40"/>
                    <a:pt x="60" y="40"/>
                    <a:pt x="39" y="41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217">
              <a:extLst>
                <a:ext uri="{FF2B5EF4-FFF2-40B4-BE49-F238E27FC236}">
                  <a16:creationId xmlns:a16="http://schemas.microsoft.com/office/drawing/2014/main" id="{501DFA8C-B624-4BFA-9329-2F2C9F1D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468"/>
              <a:ext cx="333" cy="190"/>
            </a:xfrm>
            <a:custGeom>
              <a:avLst/>
              <a:gdLst>
                <a:gd name="T0" fmla="*/ 25 w 231"/>
                <a:gd name="T1" fmla="*/ 117 h 123"/>
                <a:gd name="T2" fmla="*/ 202 w 231"/>
                <a:gd name="T3" fmla="*/ 114 h 123"/>
                <a:gd name="T4" fmla="*/ 378 w 231"/>
                <a:gd name="T5" fmla="*/ 88 h 123"/>
                <a:gd name="T6" fmla="*/ 530 w 231"/>
                <a:gd name="T7" fmla="*/ 48 h 123"/>
                <a:gd name="T8" fmla="*/ 673 w 231"/>
                <a:gd name="T9" fmla="*/ 5 h 123"/>
                <a:gd name="T10" fmla="*/ 683 w 231"/>
                <a:gd name="T11" fmla="*/ 14 h 123"/>
                <a:gd name="T12" fmla="*/ 679 w 231"/>
                <a:gd name="T13" fmla="*/ 141 h 123"/>
                <a:gd name="T14" fmla="*/ 663 w 231"/>
                <a:gd name="T15" fmla="*/ 263 h 123"/>
                <a:gd name="T16" fmla="*/ 481 w 231"/>
                <a:gd name="T17" fmla="*/ 420 h 123"/>
                <a:gd name="T18" fmla="*/ 174 w 231"/>
                <a:gd name="T19" fmla="*/ 442 h 123"/>
                <a:gd name="T20" fmla="*/ 56 w 231"/>
                <a:gd name="T21" fmla="*/ 442 h 123"/>
                <a:gd name="T22" fmla="*/ 33 w 231"/>
                <a:gd name="T23" fmla="*/ 327 h 123"/>
                <a:gd name="T24" fmla="*/ 25 w 231"/>
                <a:gd name="T25" fmla="*/ 117 h 1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1" h="123">
                  <a:moveTo>
                    <a:pt x="8" y="32"/>
                  </a:moveTo>
                  <a:cubicBezTo>
                    <a:pt x="24" y="28"/>
                    <a:pt x="49" y="33"/>
                    <a:pt x="67" y="31"/>
                  </a:cubicBezTo>
                  <a:cubicBezTo>
                    <a:pt x="87" y="29"/>
                    <a:pt x="107" y="28"/>
                    <a:pt x="126" y="24"/>
                  </a:cubicBezTo>
                  <a:cubicBezTo>
                    <a:pt x="143" y="20"/>
                    <a:pt x="160" y="18"/>
                    <a:pt x="177" y="13"/>
                  </a:cubicBezTo>
                  <a:cubicBezTo>
                    <a:pt x="192" y="10"/>
                    <a:pt x="210" y="0"/>
                    <a:pt x="225" y="1"/>
                  </a:cubicBezTo>
                  <a:cubicBezTo>
                    <a:pt x="226" y="2"/>
                    <a:pt x="227" y="4"/>
                    <a:pt x="228" y="4"/>
                  </a:cubicBezTo>
                  <a:cubicBezTo>
                    <a:pt x="227" y="18"/>
                    <a:pt x="231" y="24"/>
                    <a:pt x="227" y="38"/>
                  </a:cubicBezTo>
                  <a:cubicBezTo>
                    <a:pt x="224" y="49"/>
                    <a:pt x="221" y="59"/>
                    <a:pt x="221" y="71"/>
                  </a:cubicBezTo>
                  <a:cubicBezTo>
                    <a:pt x="219" y="102"/>
                    <a:pt x="189" y="111"/>
                    <a:pt x="161" y="114"/>
                  </a:cubicBezTo>
                  <a:cubicBezTo>
                    <a:pt x="127" y="117"/>
                    <a:pt x="93" y="120"/>
                    <a:pt x="58" y="120"/>
                  </a:cubicBezTo>
                  <a:cubicBezTo>
                    <a:pt x="45" y="120"/>
                    <a:pt x="31" y="123"/>
                    <a:pt x="19" y="120"/>
                  </a:cubicBezTo>
                  <a:cubicBezTo>
                    <a:pt x="0" y="115"/>
                    <a:pt x="9" y="105"/>
                    <a:pt x="11" y="89"/>
                  </a:cubicBezTo>
                  <a:cubicBezTo>
                    <a:pt x="13" y="70"/>
                    <a:pt x="6" y="51"/>
                    <a:pt x="8" y="32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218">
              <a:extLst>
                <a:ext uri="{FF2B5EF4-FFF2-40B4-BE49-F238E27FC236}">
                  <a16:creationId xmlns:a16="http://schemas.microsoft.com/office/drawing/2014/main" id="{B9E9D421-53A8-4288-BB3E-584ABD1E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268"/>
              <a:ext cx="246" cy="103"/>
            </a:xfrm>
            <a:custGeom>
              <a:avLst/>
              <a:gdLst>
                <a:gd name="T0" fmla="*/ 13 w 170"/>
                <a:gd name="T1" fmla="*/ 243 h 67"/>
                <a:gd name="T2" fmla="*/ 278 w 170"/>
                <a:gd name="T3" fmla="*/ 177 h 67"/>
                <a:gd name="T4" fmla="*/ 515 w 170"/>
                <a:gd name="T5" fmla="*/ 123 h 67"/>
                <a:gd name="T6" fmla="*/ 149 w 170"/>
                <a:gd name="T7" fmla="*/ 52 h 67"/>
                <a:gd name="T8" fmla="*/ 27 w 170"/>
                <a:gd name="T9" fmla="*/ 66 h 67"/>
                <a:gd name="T10" fmla="*/ 13 w 170"/>
                <a:gd name="T11" fmla="*/ 24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67">
                  <a:moveTo>
                    <a:pt x="4" y="67"/>
                  </a:moveTo>
                  <a:cubicBezTo>
                    <a:pt x="23" y="51"/>
                    <a:pt x="68" y="54"/>
                    <a:pt x="92" y="49"/>
                  </a:cubicBezTo>
                  <a:cubicBezTo>
                    <a:pt x="116" y="44"/>
                    <a:pt x="150" y="44"/>
                    <a:pt x="170" y="34"/>
                  </a:cubicBezTo>
                  <a:cubicBezTo>
                    <a:pt x="130" y="31"/>
                    <a:pt x="86" y="29"/>
                    <a:pt x="49" y="14"/>
                  </a:cubicBezTo>
                  <a:cubicBezTo>
                    <a:pt x="35" y="8"/>
                    <a:pt x="17" y="0"/>
                    <a:pt x="9" y="18"/>
                  </a:cubicBezTo>
                  <a:cubicBezTo>
                    <a:pt x="2" y="31"/>
                    <a:pt x="0" y="51"/>
                    <a:pt x="4" y="67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219">
              <a:extLst>
                <a:ext uri="{FF2B5EF4-FFF2-40B4-BE49-F238E27FC236}">
                  <a16:creationId xmlns:a16="http://schemas.microsoft.com/office/drawing/2014/main" id="{3F7D85CA-5096-43A3-A404-6F92D4AA6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01"/>
              <a:ext cx="251" cy="78"/>
            </a:xfrm>
            <a:custGeom>
              <a:avLst/>
              <a:gdLst>
                <a:gd name="T0" fmla="*/ 81 w 174"/>
                <a:gd name="T1" fmla="*/ 47 h 51"/>
                <a:gd name="T2" fmla="*/ 255 w 174"/>
                <a:gd name="T3" fmla="*/ 150 h 51"/>
                <a:gd name="T4" fmla="*/ 522 w 174"/>
                <a:gd name="T5" fmla="*/ 93 h 51"/>
                <a:gd name="T6" fmla="*/ 286 w 174"/>
                <a:gd name="T7" fmla="*/ 54 h 51"/>
                <a:gd name="T8" fmla="*/ 79 w 174"/>
                <a:gd name="T9" fmla="*/ 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1">
                  <a:moveTo>
                    <a:pt x="27" y="13"/>
                  </a:moveTo>
                  <a:cubicBezTo>
                    <a:pt x="0" y="51"/>
                    <a:pt x="64" y="43"/>
                    <a:pt x="85" y="42"/>
                  </a:cubicBezTo>
                  <a:cubicBezTo>
                    <a:pt x="109" y="41"/>
                    <a:pt x="153" y="39"/>
                    <a:pt x="174" y="26"/>
                  </a:cubicBezTo>
                  <a:cubicBezTo>
                    <a:pt x="148" y="21"/>
                    <a:pt x="121" y="18"/>
                    <a:pt x="95" y="15"/>
                  </a:cubicBezTo>
                  <a:cubicBezTo>
                    <a:pt x="79" y="13"/>
                    <a:pt x="39" y="0"/>
                    <a:pt x="26" y="13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220">
              <a:extLst>
                <a:ext uri="{FF2B5EF4-FFF2-40B4-BE49-F238E27FC236}">
                  <a16:creationId xmlns:a16="http://schemas.microsoft.com/office/drawing/2014/main" id="{20CBC853-BB5B-4C09-98CB-A468E7C9C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521"/>
              <a:ext cx="225" cy="80"/>
            </a:xfrm>
            <a:custGeom>
              <a:avLst/>
              <a:gdLst>
                <a:gd name="T0" fmla="*/ 19 w 156"/>
                <a:gd name="T1" fmla="*/ 189 h 52"/>
                <a:gd name="T2" fmla="*/ 29 w 156"/>
                <a:gd name="T3" fmla="*/ 28 h 52"/>
                <a:gd name="T4" fmla="*/ 169 w 156"/>
                <a:gd name="T5" fmla="*/ 35 h 52"/>
                <a:gd name="T6" fmla="*/ 469 w 156"/>
                <a:gd name="T7" fmla="*/ 58 h 52"/>
                <a:gd name="T8" fmla="*/ 225 w 156"/>
                <a:gd name="T9" fmla="*/ 120 h 52"/>
                <a:gd name="T10" fmla="*/ 19 w 156"/>
                <a:gd name="T11" fmla="*/ 189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52">
                  <a:moveTo>
                    <a:pt x="6" y="52"/>
                  </a:moveTo>
                  <a:cubicBezTo>
                    <a:pt x="0" y="43"/>
                    <a:pt x="0" y="15"/>
                    <a:pt x="10" y="8"/>
                  </a:cubicBezTo>
                  <a:cubicBezTo>
                    <a:pt x="20" y="0"/>
                    <a:pt x="46" y="9"/>
                    <a:pt x="56" y="10"/>
                  </a:cubicBezTo>
                  <a:cubicBezTo>
                    <a:pt x="89" y="14"/>
                    <a:pt x="124" y="22"/>
                    <a:pt x="156" y="16"/>
                  </a:cubicBezTo>
                  <a:cubicBezTo>
                    <a:pt x="131" y="24"/>
                    <a:pt x="100" y="28"/>
                    <a:pt x="75" y="33"/>
                  </a:cubicBezTo>
                  <a:cubicBezTo>
                    <a:pt x="55" y="38"/>
                    <a:pt x="23" y="42"/>
                    <a:pt x="6" y="52"/>
                  </a:cubicBezTo>
                </a:path>
              </a:pathLst>
            </a:custGeom>
            <a:solidFill>
              <a:srgbClr val="C2C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221">
              <a:extLst>
                <a:ext uri="{FF2B5EF4-FFF2-40B4-BE49-F238E27FC236}">
                  <a16:creationId xmlns:a16="http://schemas.microsoft.com/office/drawing/2014/main" id="{B69D4132-6ADD-48E4-A401-AA6B99CFF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264"/>
              <a:ext cx="257" cy="64"/>
            </a:xfrm>
            <a:custGeom>
              <a:avLst/>
              <a:gdLst>
                <a:gd name="T0" fmla="*/ 84 w 178"/>
                <a:gd name="T1" fmla="*/ 35 h 42"/>
                <a:gd name="T2" fmla="*/ 36 w 178"/>
                <a:gd name="T3" fmla="*/ 12 h 42"/>
                <a:gd name="T4" fmla="*/ 61 w 178"/>
                <a:gd name="T5" fmla="*/ 46 h 42"/>
                <a:gd name="T6" fmla="*/ 20 w 178"/>
                <a:gd name="T7" fmla="*/ 79 h 42"/>
                <a:gd name="T8" fmla="*/ 1 w 178"/>
                <a:gd name="T9" fmla="*/ 149 h 42"/>
                <a:gd name="T10" fmla="*/ 144 w 178"/>
                <a:gd name="T11" fmla="*/ 128 h 42"/>
                <a:gd name="T12" fmla="*/ 300 w 178"/>
                <a:gd name="T13" fmla="*/ 137 h 42"/>
                <a:gd name="T14" fmla="*/ 536 w 178"/>
                <a:gd name="T15" fmla="*/ 110 h 42"/>
                <a:gd name="T16" fmla="*/ 388 w 178"/>
                <a:gd name="T17" fmla="*/ 94 h 42"/>
                <a:gd name="T18" fmla="*/ 263 w 178"/>
                <a:gd name="T19" fmla="*/ 85 h 42"/>
                <a:gd name="T20" fmla="*/ 156 w 178"/>
                <a:gd name="T21" fmla="*/ 61 h 42"/>
                <a:gd name="T22" fmla="*/ 84 w 178"/>
                <a:gd name="T23" fmla="*/ 35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42">
                  <a:moveTo>
                    <a:pt x="28" y="10"/>
                  </a:moveTo>
                  <a:cubicBezTo>
                    <a:pt x="24" y="10"/>
                    <a:pt x="15" y="0"/>
                    <a:pt x="12" y="3"/>
                  </a:cubicBezTo>
                  <a:cubicBezTo>
                    <a:pt x="8" y="7"/>
                    <a:pt x="18" y="11"/>
                    <a:pt x="20" y="13"/>
                  </a:cubicBezTo>
                  <a:cubicBezTo>
                    <a:pt x="16" y="19"/>
                    <a:pt x="12" y="16"/>
                    <a:pt x="7" y="22"/>
                  </a:cubicBezTo>
                  <a:cubicBezTo>
                    <a:pt x="4" y="27"/>
                    <a:pt x="0" y="36"/>
                    <a:pt x="1" y="42"/>
                  </a:cubicBezTo>
                  <a:cubicBezTo>
                    <a:pt x="10" y="30"/>
                    <a:pt x="35" y="34"/>
                    <a:pt x="48" y="36"/>
                  </a:cubicBezTo>
                  <a:cubicBezTo>
                    <a:pt x="65" y="37"/>
                    <a:pt x="82" y="39"/>
                    <a:pt x="100" y="39"/>
                  </a:cubicBezTo>
                  <a:cubicBezTo>
                    <a:pt x="126" y="39"/>
                    <a:pt x="154" y="36"/>
                    <a:pt x="178" y="31"/>
                  </a:cubicBezTo>
                  <a:cubicBezTo>
                    <a:pt x="163" y="32"/>
                    <a:pt x="143" y="28"/>
                    <a:pt x="129" y="27"/>
                  </a:cubicBezTo>
                  <a:cubicBezTo>
                    <a:pt x="119" y="26"/>
                    <a:pt x="106" y="26"/>
                    <a:pt x="87" y="24"/>
                  </a:cubicBezTo>
                  <a:cubicBezTo>
                    <a:pt x="75" y="23"/>
                    <a:pt x="64" y="21"/>
                    <a:pt x="52" y="17"/>
                  </a:cubicBezTo>
                  <a:cubicBezTo>
                    <a:pt x="44" y="14"/>
                    <a:pt x="36" y="13"/>
                    <a:pt x="2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222">
              <a:extLst>
                <a:ext uri="{FF2B5EF4-FFF2-40B4-BE49-F238E27FC236}">
                  <a16:creationId xmlns:a16="http://schemas.microsoft.com/office/drawing/2014/main" id="{B525CB4D-C5B5-45EA-B787-E1BE45A37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405"/>
              <a:ext cx="195" cy="45"/>
            </a:xfrm>
            <a:custGeom>
              <a:avLst/>
              <a:gdLst>
                <a:gd name="T0" fmla="*/ 0 w 135"/>
                <a:gd name="T1" fmla="*/ 87 h 29"/>
                <a:gd name="T2" fmla="*/ 155 w 135"/>
                <a:gd name="T3" fmla="*/ 48 h 29"/>
                <a:gd name="T4" fmla="*/ 407 w 135"/>
                <a:gd name="T5" fmla="*/ 53 h 29"/>
                <a:gd name="T6" fmla="*/ 155 w 135"/>
                <a:gd name="T7" fmla="*/ 79 h 29"/>
                <a:gd name="T8" fmla="*/ 0 w 135"/>
                <a:gd name="T9" fmla="*/ 8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9">
                  <a:moveTo>
                    <a:pt x="0" y="23"/>
                  </a:moveTo>
                  <a:cubicBezTo>
                    <a:pt x="8" y="0"/>
                    <a:pt x="33" y="9"/>
                    <a:pt x="51" y="13"/>
                  </a:cubicBezTo>
                  <a:cubicBezTo>
                    <a:pt x="79" y="19"/>
                    <a:pt x="107" y="11"/>
                    <a:pt x="135" y="14"/>
                  </a:cubicBezTo>
                  <a:cubicBezTo>
                    <a:pt x="107" y="19"/>
                    <a:pt x="80" y="19"/>
                    <a:pt x="51" y="21"/>
                  </a:cubicBezTo>
                  <a:cubicBezTo>
                    <a:pt x="44" y="21"/>
                    <a:pt x="2" y="29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223">
              <a:extLst>
                <a:ext uri="{FF2B5EF4-FFF2-40B4-BE49-F238E27FC236}">
                  <a16:creationId xmlns:a16="http://schemas.microsoft.com/office/drawing/2014/main" id="{0C75D1F8-A716-44FD-90DA-58D4FFE99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519"/>
              <a:ext cx="213" cy="54"/>
            </a:xfrm>
            <a:custGeom>
              <a:avLst/>
              <a:gdLst>
                <a:gd name="T0" fmla="*/ 1 w 147"/>
                <a:gd name="T1" fmla="*/ 100 h 35"/>
                <a:gd name="T2" fmla="*/ 207 w 147"/>
                <a:gd name="T3" fmla="*/ 48 h 35"/>
                <a:gd name="T4" fmla="*/ 448 w 147"/>
                <a:gd name="T5" fmla="*/ 40 h 35"/>
                <a:gd name="T6" fmla="*/ 170 w 147"/>
                <a:gd name="T7" fmla="*/ 96 h 35"/>
                <a:gd name="T8" fmla="*/ 61 w 147"/>
                <a:gd name="T9" fmla="*/ 110 h 35"/>
                <a:gd name="T10" fmla="*/ 1 w 147"/>
                <a:gd name="T11" fmla="*/ 9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35">
                  <a:moveTo>
                    <a:pt x="1" y="27"/>
                  </a:moveTo>
                  <a:cubicBezTo>
                    <a:pt x="0" y="0"/>
                    <a:pt x="52" y="14"/>
                    <a:pt x="68" y="13"/>
                  </a:cubicBezTo>
                  <a:cubicBezTo>
                    <a:pt x="94" y="12"/>
                    <a:pt x="121" y="9"/>
                    <a:pt x="147" y="11"/>
                  </a:cubicBezTo>
                  <a:cubicBezTo>
                    <a:pt x="118" y="18"/>
                    <a:pt x="87" y="25"/>
                    <a:pt x="56" y="26"/>
                  </a:cubicBezTo>
                  <a:cubicBezTo>
                    <a:pt x="43" y="26"/>
                    <a:pt x="32" y="28"/>
                    <a:pt x="20" y="30"/>
                  </a:cubicBezTo>
                  <a:cubicBezTo>
                    <a:pt x="15" y="31"/>
                    <a:pt x="1" y="35"/>
                    <a:pt x="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224">
              <a:extLst>
                <a:ext uri="{FF2B5EF4-FFF2-40B4-BE49-F238E27FC236}">
                  <a16:creationId xmlns:a16="http://schemas.microsoft.com/office/drawing/2014/main" id="{FE7042E1-5770-4331-AE7B-3BDC62A1A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668"/>
              <a:ext cx="280" cy="64"/>
            </a:xfrm>
            <a:custGeom>
              <a:avLst/>
              <a:gdLst>
                <a:gd name="T0" fmla="*/ 6 w 194"/>
                <a:gd name="T1" fmla="*/ 66 h 41"/>
                <a:gd name="T2" fmla="*/ 328 w 194"/>
                <a:gd name="T3" fmla="*/ 53 h 41"/>
                <a:gd name="T4" fmla="*/ 583 w 194"/>
                <a:gd name="T5" fmla="*/ 0 h 41"/>
                <a:gd name="T6" fmla="*/ 292 w 194"/>
                <a:gd name="T7" fmla="*/ 100 h 41"/>
                <a:gd name="T8" fmla="*/ 0 w 194"/>
                <a:gd name="T9" fmla="*/ 109 h 41"/>
                <a:gd name="T10" fmla="*/ 6 w 194"/>
                <a:gd name="T11" fmla="*/ 9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41">
                  <a:moveTo>
                    <a:pt x="2" y="17"/>
                  </a:moveTo>
                  <a:cubicBezTo>
                    <a:pt x="31" y="27"/>
                    <a:pt x="78" y="17"/>
                    <a:pt x="109" y="14"/>
                  </a:cubicBezTo>
                  <a:cubicBezTo>
                    <a:pt x="138" y="11"/>
                    <a:pt x="166" y="3"/>
                    <a:pt x="194" y="0"/>
                  </a:cubicBezTo>
                  <a:cubicBezTo>
                    <a:pt x="173" y="21"/>
                    <a:pt x="126" y="22"/>
                    <a:pt x="97" y="26"/>
                  </a:cubicBezTo>
                  <a:cubicBezTo>
                    <a:pt x="68" y="30"/>
                    <a:pt x="28" y="41"/>
                    <a:pt x="0" y="29"/>
                  </a:cubicBezTo>
                  <a:cubicBezTo>
                    <a:pt x="1" y="27"/>
                    <a:pt x="1" y="26"/>
                    <a:pt x="2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225">
              <a:extLst>
                <a:ext uri="{FF2B5EF4-FFF2-40B4-BE49-F238E27FC236}">
                  <a16:creationId xmlns:a16="http://schemas.microsoft.com/office/drawing/2014/main" id="{57A63D1A-4CA7-4DAB-90D8-7968A2DE2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59"/>
              <a:ext cx="402" cy="39"/>
            </a:xfrm>
            <a:custGeom>
              <a:avLst/>
              <a:gdLst>
                <a:gd name="T0" fmla="*/ 0 w 278"/>
                <a:gd name="T1" fmla="*/ 87 h 25"/>
                <a:gd name="T2" fmla="*/ 270 w 278"/>
                <a:gd name="T3" fmla="*/ 75 h 25"/>
                <a:gd name="T4" fmla="*/ 454 w 278"/>
                <a:gd name="T5" fmla="*/ 56 h 25"/>
                <a:gd name="T6" fmla="*/ 604 w 278"/>
                <a:gd name="T7" fmla="*/ 39 h 25"/>
                <a:gd name="T8" fmla="*/ 753 w 278"/>
                <a:gd name="T9" fmla="*/ 8 h 25"/>
                <a:gd name="T10" fmla="*/ 794 w 278"/>
                <a:gd name="T11" fmla="*/ 8 h 25"/>
                <a:gd name="T12" fmla="*/ 840 w 278"/>
                <a:gd name="T13" fmla="*/ 0 h 25"/>
                <a:gd name="T14" fmla="*/ 750 w 278"/>
                <a:gd name="T15" fmla="*/ 27 h 25"/>
                <a:gd name="T16" fmla="*/ 625 w 278"/>
                <a:gd name="T17" fmla="*/ 48 h 25"/>
                <a:gd name="T18" fmla="*/ 428 w 278"/>
                <a:gd name="T19" fmla="*/ 83 h 25"/>
                <a:gd name="T20" fmla="*/ 194 w 278"/>
                <a:gd name="T21" fmla="*/ 95 h 25"/>
                <a:gd name="T22" fmla="*/ 25 w 278"/>
                <a:gd name="T23" fmla="*/ 95 h 25"/>
                <a:gd name="T24" fmla="*/ 9 w 278"/>
                <a:gd name="T25" fmla="*/ 9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8" h="25">
                  <a:moveTo>
                    <a:pt x="0" y="23"/>
                  </a:moveTo>
                  <a:cubicBezTo>
                    <a:pt x="30" y="23"/>
                    <a:pt x="59" y="23"/>
                    <a:pt x="89" y="20"/>
                  </a:cubicBezTo>
                  <a:cubicBezTo>
                    <a:pt x="109" y="18"/>
                    <a:pt x="129" y="16"/>
                    <a:pt x="150" y="15"/>
                  </a:cubicBezTo>
                  <a:cubicBezTo>
                    <a:pt x="167" y="14"/>
                    <a:pt x="183" y="13"/>
                    <a:pt x="200" y="10"/>
                  </a:cubicBezTo>
                  <a:cubicBezTo>
                    <a:pt x="216" y="8"/>
                    <a:pt x="233" y="2"/>
                    <a:pt x="249" y="2"/>
                  </a:cubicBezTo>
                  <a:cubicBezTo>
                    <a:pt x="253" y="2"/>
                    <a:pt x="258" y="3"/>
                    <a:pt x="263" y="2"/>
                  </a:cubicBezTo>
                  <a:cubicBezTo>
                    <a:pt x="268" y="2"/>
                    <a:pt x="273" y="0"/>
                    <a:pt x="278" y="0"/>
                  </a:cubicBezTo>
                  <a:cubicBezTo>
                    <a:pt x="268" y="2"/>
                    <a:pt x="258" y="5"/>
                    <a:pt x="248" y="7"/>
                  </a:cubicBezTo>
                  <a:cubicBezTo>
                    <a:pt x="235" y="10"/>
                    <a:pt x="221" y="11"/>
                    <a:pt x="207" y="13"/>
                  </a:cubicBezTo>
                  <a:cubicBezTo>
                    <a:pt x="185" y="15"/>
                    <a:pt x="164" y="20"/>
                    <a:pt x="142" y="22"/>
                  </a:cubicBezTo>
                  <a:cubicBezTo>
                    <a:pt x="116" y="24"/>
                    <a:pt x="90" y="25"/>
                    <a:pt x="64" y="25"/>
                  </a:cubicBezTo>
                  <a:cubicBezTo>
                    <a:pt x="46" y="25"/>
                    <a:pt x="27" y="25"/>
                    <a:pt x="8" y="25"/>
                  </a:cubicBezTo>
                  <a:cubicBezTo>
                    <a:pt x="7" y="25"/>
                    <a:pt x="5" y="24"/>
                    <a:pt x="3" y="24"/>
                  </a:cubicBezTo>
                </a:path>
              </a:pathLst>
            </a:custGeom>
            <a:solidFill>
              <a:srgbClr val="21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226">
              <a:extLst>
                <a:ext uri="{FF2B5EF4-FFF2-40B4-BE49-F238E27FC236}">
                  <a16:creationId xmlns:a16="http://schemas.microsoft.com/office/drawing/2014/main" id="{473F1CFC-B16A-4F8E-8298-CEE4B02A1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5"/>
              <a:ext cx="1120" cy="1808"/>
            </a:xfrm>
            <a:custGeom>
              <a:avLst/>
              <a:gdLst>
                <a:gd name="T0" fmla="*/ 416 w 775"/>
                <a:gd name="T1" fmla="*/ 0 h 1174"/>
                <a:gd name="T2" fmla="*/ 400 w 775"/>
                <a:gd name="T3" fmla="*/ 80 h 1174"/>
                <a:gd name="T4" fmla="*/ 465 w 775"/>
                <a:gd name="T5" fmla="*/ 229 h 1174"/>
                <a:gd name="T6" fmla="*/ 419 w 775"/>
                <a:gd name="T7" fmla="*/ 229 h 1174"/>
                <a:gd name="T8" fmla="*/ 160 w 775"/>
                <a:gd name="T9" fmla="*/ 544 h 1174"/>
                <a:gd name="T10" fmla="*/ 0 w 775"/>
                <a:gd name="T11" fmla="*/ 3761 h 1174"/>
                <a:gd name="T12" fmla="*/ 303 w 775"/>
                <a:gd name="T13" fmla="*/ 4127 h 1174"/>
                <a:gd name="T14" fmla="*/ 1168 w 775"/>
                <a:gd name="T15" fmla="*/ 4277 h 1174"/>
                <a:gd name="T16" fmla="*/ 2036 w 775"/>
                <a:gd name="T17" fmla="*/ 4127 h 1174"/>
                <a:gd name="T18" fmla="*/ 2340 w 775"/>
                <a:gd name="T19" fmla="*/ 3761 h 1174"/>
                <a:gd name="T20" fmla="*/ 2176 w 775"/>
                <a:gd name="T21" fmla="*/ 544 h 1174"/>
                <a:gd name="T22" fmla="*/ 1918 w 775"/>
                <a:gd name="T23" fmla="*/ 229 h 1174"/>
                <a:gd name="T24" fmla="*/ 1873 w 775"/>
                <a:gd name="T25" fmla="*/ 229 h 1174"/>
                <a:gd name="T26" fmla="*/ 1934 w 775"/>
                <a:gd name="T27" fmla="*/ 80 h 1174"/>
                <a:gd name="T28" fmla="*/ 1924 w 775"/>
                <a:gd name="T29" fmla="*/ 5 h 11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5" h="1174">
                  <a:moveTo>
                    <a:pt x="138" y="0"/>
                  </a:moveTo>
                  <a:cubicBezTo>
                    <a:pt x="135" y="7"/>
                    <a:pt x="133" y="14"/>
                    <a:pt x="133" y="22"/>
                  </a:cubicBezTo>
                  <a:cubicBezTo>
                    <a:pt x="133" y="39"/>
                    <a:pt x="141" y="54"/>
                    <a:pt x="154" y="63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92" y="63"/>
                    <a:pt x="53" y="101"/>
                    <a:pt x="53" y="149"/>
                  </a:cubicBezTo>
                  <a:cubicBezTo>
                    <a:pt x="0" y="1030"/>
                    <a:pt x="0" y="1030"/>
                    <a:pt x="0" y="1030"/>
                  </a:cubicBezTo>
                  <a:cubicBezTo>
                    <a:pt x="0" y="1085"/>
                    <a:pt x="38" y="1112"/>
                    <a:pt x="100" y="1130"/>
                  </a:cubicBezTo>
                  <a:cubicBezTo>
                    <a:pt x="100" y="1130"/>
                    <a:pt x="231" y="1174"/>
                    <a:pt x="387" y="1171"/>
                  </a:cubicBezTo>
                  <a:cubicBezTo>
                    <a:pt x="543" y="1168"/>
                    <a:pt x="675" y="1130"/>
                    <a:pt x="675" y="1130"/>
                  </a:cubicBezTo>
                  <a:cubicBezTo>
                    <a:pt x="728" y="1114"/>
                    <a:pt x="775" y="1085"/>
                    <a:pt x="775" y="1030"/>
                  </a:cubicBezTo>
                  <a:cubicBezTo>
                    <a:pt x="721" y="149"/>
                    <a:pt x="721" y="149"/>
                    <a:pt x="721" y="149"/>
                  </a:cubicBezTo>
                  <a:cubicBezTo>
                    <a:pt x="721" y="101"/>
                    <a:pt x="683" y="63"/>
                    <a:pt x="635" y="63"/>
                  </a:cubicBezTo>
                  <a:cubicBezTo>
                    <a:pt x="621" y="63"/>
                    <a:pt x="621" y="63"/>
                    <a:pt x="621" y="63"/>
                  </a:cubicBezTo>
                  <a:cubicBezTo>
                    <a:pt x="633" y="54"/>
                    <a:pt x="641" y="39"/>
                    <a:pt x="641" y="22"/>
                  </a:cubicBezTo>
                  <a:cubicBezTo>
                    <a:pt x="641" y="15"/>
                    <a:pt x="640" y="8"/>
                    <a:pt x="637" y="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Oval 227">
              <a:extLst>
                <a:ext uri="{FF2B5EF4-FFF2-40B4-BE49-F238E27FC236}">
                  <a16:creationId xmlns:a16="http://schemas.microsoft.com/office/drawing/2014/main" id="{47F4C5B9-6AC4-45C6-80FD-6145D5B63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1970"/>
              <a:ext cx="42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9" name="Oval 228">
              <a:extLst>
                <a:ext uri="{FF2B5EF4-FFF2-40B4-BE49-F238E27FC236}">
                  <a16:creationId xmlns:a16="http://schemas.microsoft.com/office/drawing/2014/main" id="{44F879EA-708E-45B9-864E-4FA8B0103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193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0" name="Oval 229">
              <a:extLst>
                <a:ext uri="{FF2B5EF4-FFF2-40B4-BE49-F238E27FC236}">
                  <a16:creationId xmlns:a16="http://schemas.microsoft.com/office/drawing/2014/main" id="{1DE15207-D3E7-4596-9C98-8EC00EAAF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1915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1" name="Oval 230">
              <a:extLst>
                <a:ext uri="{FF2B5EF4-FFF2-40B4-BE49-F238E27FC236}">
                  <a16:creationId xmlns:a16="http://schemas.microsoft.com/office/drawing/2014/main" id="{A1CF4221-2601-4821-8DD4-9E4ABBC41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1202"/>
              <a:ext cx="722" cy="112"/>
            </a:xfrm>
            <a:prstGeom prst="ellips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2" name="Oval 231">
              <a:extLst>
                <a:ext uri="{FF2B5EF4-FFF2-40B4-BE49-F238E27FC236}">
                  <a16:creationId xmlns:a16="http://schemas.microsoft.com/office/drawing/2014/main" id="{D9786461-314A-4709-8354-EF773A300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815"/>
              <a:ext cx="3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3" name="Oval 232">
              <a:extLst>
                <a:ext uri="{FF2B5EF4-FFF2-40B4-BE49-F238E27FC236}">
                  <a16:creationId xmlns:a16="http://schemas.microsoft.com/office/drawing/2014/main" id="{B4AD25B8-AF17-4D74-A87E-771944E57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824"/>
              <a:ext cx="23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4" name="Freeform 233">
              <a:extLst>
                <a:ext uri="{FF2B5EF4-FFF2-40B4-BE49-F238E27FC236}">
                  <a16:creationId xmlns:a16="http://schemas.microsoft.com/office/drawing/2014/main" id="{B8A3A734-9C08-4113-84F5-C58B21378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204"/>
              <a:ext cx="806" cy="481"/>
            </a:xfrm>
            <a:custGeom>
              <a:avLst/>
              <a:gdLst>
                <a:gd name="T0" fmla="*/ 1628 w 558"/>
                <a:gd name="T1" fmla="*/ 573 h 313"/>
                <a:gd name="T2" fmla="*/ 1619 w 558"/>
                <a:gd name="T3" fmla="*/ 440 h 313"/>
                <a:gd name="T4" fmla="*/ 1600 w 558"/>
                <a:gd name="T5" fmla="*/ 168 h 313"/>
                <a:gd name="T6" fmla="*/ 1600 w 558"/>
                <a:gd name="T7" fmla="*/ 149 h 313"/>
                <a:gd name="T8" fmla="*/ 1606 w 558"/>
                <a:gd name="T9" fmla="*/ 135 h 313"/>
                <a:gd name="T10" fmla="*/ 854 w 558"/>
                <a:gd name="T11" fmla="*/ 0 h 313"/>
                <a:gd name="T12" fmla="*/ 100 w 558"/>
                <a:gd name="T13" fmla="*/ 135 h 313"/>
                <a:gd name="T14" fmla="*/ 100 w 558"/>
                <a:gd name="T15" fmla="*/ 155 h 313"/>
                <a:gd name="T16" fmla="*/ 84 w 558"/>
                <a:gd name="T17" fmla="*/ 435 h 313"/>
                <a:gd name="T18" fmla="*/ 69 w 558"/>
                <a:gd name="T19" fmla="*/ 668 h 313"/>
                <a:gd name="T20" fmla="*/ 55 w 558"/>
                <a:gd name="T21" fmla="*/ 987 h 313"/>
                <a:gd name="T22" fmla="*/ 55 w 558"/>
                <a:gd name="T23" fmla="*/ 994 h 313"/>
                <a:gd name="T24" fmla="*/ 854 w 558"/>
                <a:gd name="T25" fmla="*/ 1136 h 313"/>
                <a:gd name="T26" fmla="*/ 1652 w 558"/>
                <a:gd name="T27" fmla="*/ 994 h 313"/>
                <a:gd name="T28" fmla="*/ 1642 w 558"/>
                <a:gd name="T29" fmla="*/ 824 h 313"/>
                <a:gd name="T30" fmla="*/ 1628 w 558"/>
                <a:gd name="T31" fmla="*/ 573 h 3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8" h="313">
                  <a:moveTo>
                    <a:pt x="540" y="158"/>
                  </a:moveTo>
                  <a:cubicBezTo>
                    <a:pt x="537" y="121"/>
                    <a:pt x="537" y="121"/>
                    <a:pt x="537" y="121"/>
                  </a:cubicBezTo>
                  <a:cubicBezTo>
                    <a:pt x="555" y="74"/>
                    <a:pt x="537" y="51"/>
                    <a:pt x="531" y="46"/>
                  </a:cubicBezTo>
                  <a:cubicBezTo>
                    <a:pt x="531" y="41"/>
                    <a:pt x="531" y="41"/>
                    <a:pt x="531" y="41"/>
                  </a:cubicBezTo>
                  <a:cubicBezTo>
                    <a:pt x="532" y="40"/>
                    <a:pt x="533" y="38"/>
                    <a:pt x="533" y="37"/>
                  </a:cubicBezTo>
                  <a:cubicBezTo>
                    <a:pt x="533" y="16"/>
                    <a:pt x="421" y="0"/>
                    <a:pt x="283" y="0"/>
                  </a:cubicBezTo>
                  <a:cubicBezTo>
                    <a:pt x="145" y="0"/>
                    <a:pt x="33" y="16"/>
                    <a:pt x="33" y="37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29" y="51"/>
                    <a:pt x="8" y="98"/>
                    <a:pt x="28" y="120"/>
                  </a:cubicBezTo>
                  <a:cubicBezTo>
                    <a:pt x="23" y="184"/>
                    <a:pt x="23" y="184"/>
                    <a:pt x="23" y="184"/>
                  </a:cubicBezTo>
                  <a:cubicBezTo>
                    <a:pt x="16" y="202"/>
                    <a:pt x="0" y="251"/>
                    <a:pt x="18" y="272"/>
                  </a:cubicBezTo>
                  <a:cubicBezTo>
                    <a:pt x="18" y="274"/>
                    <a:pt x="18" y="274"/>
                    <a:pt x="18" y="274"/>
                  </a:cubicBezTo>
                  <a:cubicBezTo>
                    <a:pt x="18" y="295"/>
                    <a:pt x="136" y="313"/>
                    <a:pt x="283" y="313"/>
                  </a:cubicBezTo>
                  <a:cubicBezTo>
                    <a:pt x="429" y="313"/>
                    <a:pt x="548" y="295"/>
                    <a:pt x="548" y="274"/>
                  </a:cubicBezTo>
                  <a:cubicBezTo>
                    <a:pt x="545" y="227"/>
                    <a:pt x="545" y="227"/>
                    <a:pt x="545" y="227"/>
                  </a:cubicBezTo>
                  <a:cubicBezTo>
                    <a:pt x="558" y="185"/>
                    <a:pt x="545" y="164"/>
                    <a:pt x="540" y="15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Oval 234">
              <a:extLst>
                <a:ext uri="{FF2B5EF4-FFF2-40B4-BE49-F238E27FC236}">
                  <a16:creationId xmlns:a16="http://schemas.microsoft.com/office/drawing/2014/main" id="{2607A834-A0CB-43CD-861D-CC24EC46A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474"/>
              <a:ext cx="25" cy="24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6" name="Oval 235">
              <a:extLst>
                <a:ext uri="{FF2B5EF4-FFF2-40B4-BE49-F238E27FC236}">
                  <a16:creationId xmlns:a16="http://schemas.microsoft.com/office/drawing/2014/main" id="{5F5189B3-C61A-47B2-BE9F-3053B02DF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458"/>
              <a:ext cx="25" cy="25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7" name="Oval 236">
              <a:extLst>
                <a:ext uri="{FF2B5EF4-FFF2-40B4-BE49-F238E27FC236}">
                  <a16:creationId xmlns:a16="http://schemas.microsoft.com/office/drawing/2014/main" id="{25253AC2-FF9D-4D1C-B598-5117256AD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470"/>
              <a:ext cx="23" cy="25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8" name="Oval 237">
              <a:extLst>
                <a:ext uri="{FF2B5EF4-FFF2-40B4-BE49-F238E27FC236}">
                  <a16:creationId xmlns:a16="http://schemas.microsoft.com/office/drawing/2014/main" id="{298AFA25-8CE9-4882-BC24-6A53D4191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2506"/>
              <a:ext cx="23" cy="25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9" name="Oval 238">
              <a:extLst>
                <a:ext uri="{FF2B5EF4-FFF2-40B4-BE49-F238E27FC236}">
                  <a16:creationId xmlns:a16="http://schemas.microsoft.com/office/drawing/2014/main" id="{D0EA2B0C-6D80-4723-9B13-A3F2BB8EE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531"/>
              <a:ext cx="24" cy="26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0" name="Oval 239">
              <a:extLst>
                <a:ext uri="{FF2B5EF4-FFF2-40B4-BE49-F238E27FC236}">
                  <a16:creationId xmlns:a16="http://schemas.microsoft.com/office/drawing/2014/main" id="{129F44D2-617A-4D90-823B-0BF9F9752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583"/>
              <a:ext cx="24" cy="25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1" name="Oval 240">
              <a:extLst>
                <a:ext uri="{FF2B5EF4-FFF2-40B4-BE49-F238E27FC236}">
                  <a16:creationId xmlns:a16="http://schemas.microsoft.com/office/drawing/2014/main" id="{0EC87B88-1AB4-4D2E-A7ED-5E1176551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" y="2646"/>
              <a:ext cx="25" cy="25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2" name="Oval 241">
              <a:extLst>
                <a:ext uri="{FF2B5EF4-FFF2-40B4-BE49-F238E27FC236}">
                  <a16:creationId xmlns:a16="http://schemas.microsoft.com/office/drawing/2014/main" id="{E88E5CDC-6B9F-4CF0-934D-89D5ABCB4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2666"/>
              <a:ext cx="23" cy="25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3" name="Oval 242">
              <a:extLst>
                <a:ext uri="{FF2B5EF4-FFF2-40B4-BE49-F238E27FC236}">
                  <a16:creationId xmlns:a16="http://schemas.microsoft.com/office/drawing/2014/main" id="{6A279F7E-D2B4-48DD-9FB6-D979819E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2474"/>
              <a:ext cx="24" cy="24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4" name="Oval 243">
              <a:extLst>
                <a:ext uri="{FF2B5EF4-FFF2-40B4-BE49-F238E27FC236}">
                  <a16:creationId xmlns:a16="http://schemas.microsoft.com/office/drawing/2014/main" id="{459CC523-F003-406E-BA4D-375A7373C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511"/>
              <a:ext cx="23" cy="26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5" name="Oval 244">
              <a:extLst>
                <a:ext uri="{FF2B5EF4-FFF2-40B4-BE49-F238E27FC236}">
                  <a16:creationId xmlns:a16="http://schemas.microsoft.com/office/drawing/2014/main" id="{B2B5038E-8AAA-4380-ADBE-D6687D610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2450"/>
              <a:ext cx="24" cy="27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6" name="Oval 245">
              <a:extLst>
                <a:ext uri="{FF2B5EF4-FFF2-40B4-BE49-F238E27FC236}">
                  <a16:creationId xmlns:a16="http://schemas.microsoft.com/office/drawing/2014/main" id="{B63D8BCC-8AEC-46CE-8671-18BB896F1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509"/>
              <a:ext cx="25" cy="25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7" name="Oval 246">
              <a:extLst>
                <a:ext uri="{FF2B5EF4-FFF2-40B4-BE49-F238E27FC236}">
                  <a16:creationId xmlns:a16="http://schemas.microsoft.com/office/drawing/2014/main" id="{B4C36877-7290-441A-ADA5-23AB82762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2597"/>
              <a:ext cx="23" cy="24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8" name="Oval 247">
              <a:extLst>
                <a:ext uri="{FF2B5EF4-FFF2-40B4-BE49-F238E27FC236}">
                  <a16:creationId xmlns:a16="http://schemas.microsoft.com/office/drawing/2014/main" id="{9F319CAF-327D-4404-BAD5-B41ADA36B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2369"/>
              <a:ext cx="23" cy="25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9" name="Oval 248">
              <a:extLst>
                <a:ext uri="{FF2B5EF4-FFF2-40B4-BE49-F238E27FC236}">
                  <a16:creationId xmlns:a16="http://schemas.microsoft.com/office/drawing/2014/main" id="{74A2E247-AC06-4A74-B036-824BEAEC6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2383"/>
              <a:ext cx="25" cy="24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0" name="Oval 249">
              <a:extLst>
                <a:ext uri="{FF2B5EF4-FFF2-40B4-BE49-F238E27FC236}">
                  <a16:creationId xmlns:a16="http://schemas.microsoft.com/office/drawing/2014/main" id="{2963D8C0-9309-44B9-8DBC-EEEC80108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398"/>
              <a:ext cx="24" cy="25"/>
            </a:xfrm>
            <a:prstGeom prst="ellipse">
              <a:avLst/>
            </a:prstGeom>
            <a:solidFill>
              <a:srgbClr val="7F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1" name="Oval 250">
              <a:extLst>
                <a:ext uri="{FF2B5EF4-FFF2-40B4-BE49-F238E27FC236}">
                  <a16:creationId xmlns:a16="http://schemas.microsoft.com/office/drawing/2014/main" id="{6B1CAE78-282C-407C-8343-0910B77A9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2440"/>
              <a:ext cx="23" cy="26"/>
            </a:xfrm>
            <a:prstGeom prst="ellipse">
              <a:avLst/>
            </a:prstGeom>
            <a:solidFill>
              <a:srgbClr val="7F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2" name="Oval 251">
              <a:extLst>
                <a:ext uri="{FF2B5EF4-FFF2-40B4-BE49-F238E27FC236}">
                  <a16:creationId xmlns:a16="http://schemas.microsoft.com/office/drawing/2014/main" id="{F5B95EBA-B05B-4E04-9227-96E1A8565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2438"/>
              <a:ext cx="23" cy="26"/>
            </a:xfrm>
            <a:prstGeom prst="ellipse">
              <a:avLst/>
            </a:prstGeom>
            <a:solidFill>
              <a:srgbClr val="7F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3" name="Oval 252">
              <a:extLst>
                <a:ext uri="{FF2B5EF4-FFF2-40B4-BE49-F238E27FC236}">
                  <a16:creationId xmlns:a16="http://schemas.microsoft.com/office/drawing/2014/main" id="{5A521BA8-2B84-41A4-9613-E045F7D19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2483"/>
              <a:ext cx="25" cy="26"/>
            </a:xfrm>
            <a:prstGeom prst="ellipse">
              <a:avLst/>
            </a:prstGeom>
            <a:solidFill>
              <a:srgbClr val="7F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4" name="Oval 253">
              <a:extLst>
                <a:ext uri="{FF2B5EF4-FFF2-40B4-BE49-F238E27FC236}">
                  <a16:creationId xmlns:a16="http://schemas.microsoft.com/office/drawing/2014/main" id="{8FC0952C-826C-477F-89D3-B05FDA247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504"/>
              <a:ext cx="23" cy="25"/>
            </a:xfrm>
            <a:prstGeom prst="ellipse">
              <a:avLst/>
            </a:prstGeom>
            <a:solidFill>
              <a:srgbClr val="7F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5" name="Oval 254">
              <a:extLst>
                <a:ext uri="{FF2B5EF4-FFF2-40B4-BE49-F238E27FC236}">
                  <a16:creationId xmlns:a16="http://schemas.microsoft.com/office/drawing/2014/main" id="{176F0B59-E5AA-4D92-8F34-65F75398B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2395"/>
              <a:ext cx="25" cy="26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6" name="Oval 255">
              <a:extLst>
                <a:ext uri="{FF2B5EF4-FFF2-40B4-BE49-F238E27FC236}">
                  <a16:creationId xmlns:a16="http://schemas.microsoft.com/office/drawing/2014/main" id="{EAFBCE22-FE57-4097-97B8-C5927321E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531"/>
              <a:ext cx="23" cy="24"/>
            </a:xfrm>
            <a:prstGeom prst="ellipse">
              <a:avLst/>
            </a:prstGeom>
            <a:solidFill>
              <a:srgbClr val="7F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7" name="Oval 256">
              <a:extLst>
                <a:ext uri="{FF2B5EF4-FFF2-40B4-BE49-F238E27FC236}">
                  <a16:creationId xmlns:a16="http://schemas.microsoft.com/office/drawing/2014/main" id="{BFC4BAC0-5810-400A-803C-5F8F6AAAB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575"/>
              <a:ext cx="25" cy="26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8" name="Oval 257">
              <a:extLst>
                <a:ext uri="{FF2B5EF4-FFF2-40B4-BE49-F238E27FC236}">
                  <a16:creationId xmlns:a16="http://schemas.microsoft.com/office/drawing/2014/main" id="{4E34D89B-ABD4-4F49-A38C-68009BBF6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757"/>
              <a:ext cx="23" cy="24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9" name="Oval 258">
              <a:extLst>
                <a:ext uri="{FF2B5EF4-FFF2-40B4-BE49-F238E27FC236}">
                  <a16:creationId xmlns:a16="http://schemas.microsoft.com/office/drawing/2014/main" id="{5F7323B0-14EE-48B6-A786-16FA73011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9" y="2831"/>
              <a:ext cx="24" cy="24"/>
            </a:xfrm>
            <a:prstGeom prst="ellipse">
              <a:avLst/>
            </a:prstGeom>
            <a:solidFill>
              <a:srgbClr val="AAA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0" name="Oval 259">
              <a:extLst>
                <a:ext uri="{FF2B5EF4-FFF2-40B4-BE49-F238E27FC236}">
                  <a16:creationId xmlns:a16="http://schemas.microsoft.com/office/drawing/2014/main" id="{A0FCE9B1-DE6E-4038-A965-C65CCF451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507"/>
              <a:ext cx="11" cy="13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1" name="Oval 260">
              <a:extLst>
                <a:ext uri="{FF2B5EF4-FFF2-40B4-BE49-F238E27FC236}">
                  <a16:creationId xmlns:a16="http://schemas.microsoft.com/office/drawing/2014/main" id="{6D9D616C-9FC9-4FB3-A2E5-A37116330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7" y="2401"/>
              <a:ext cx="12" cy="13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2" name="Oval 261">
              <a:extLst>
                <a:ext uri="{FF2B5EF4-FFF2-40B4-BE49-F238E27FC236}">
                  <a16:creationId xmlns:a16="http://schemas.microsoft.com/office/drawing/2014/main" id="{281B65A6-C382-451B-B8E3-E045E8EB0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427"/>
              <a:ext cx="11" cy="13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3" name="Oval 262">
              <a:extLst>
                <a:ext uri="{FF2B5EF4-FFF2-40B4-BE49-F238E27FC236}">
                  <a16:creationId xmlns:a16="http://schemas.microsoft.com/office/drawing/2014/main" id="{C5887731-D67C-4EB2-B1F7-53FD55497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409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4" name="Oval 263">
              <a:extLst>
                <a:ext uri="{FF2B5EF4-FFF2-40B4-BE49-F238E27FC236}">
                  <a16:creationId xmlns:a16="http://schemas.microsoft.com/office/drawing/2014/main" id="{A45B3A6B-DAD5-44F5-873C-2CBE358AC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421"/>
              <a:ext cx="12" cy="13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5" name="Oval 264">
              <a:extLst>
                <a:ext uri="{FF2B5EF4-FFF2-40B4-BE49-F238E27FC236}">
                  <a16:creationId xmlns:a16="http://schemas.microsoft.com/office/drawing/2014/main" id="{E174D2BB-C852-4EC4-B0F8-E4CD7C4D8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440"/>
              <a:ext cx="12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6" name="Oval 265">
              <a:extLst>
                <a:ext uri="{FF2B5EF4-FFF2-40B4-BE49-F238E27FC236}">
                  <a16:creationId xmlns:a16="http://schemas.microsoft.com/office/drawing/2014/main" id="{966C0D3A-26D6-4659-A53D-5100CD83B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" y="2455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7" name="Oval 266">
              <a:extLst>
                <a:ext uri="{FF2B5EF4-FFF2-40B4-BE49-F238E27FC236}">
                  <a16:creationId xmlns:a16="http://schemas.microsoft.com/office/drawing/2014/main" id="{027565E9-98DF-4401-9B02-CD973DC34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449"/>
              <a:ext cx="12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8" name="Oval 267">
              <a:extLst>
                <a:ext uri="{FF2B5EF4-FFF2-40B4-BE49-F238E27FC236}">
                  <a16:creationId xmlns:a16="http://schemas.microsoft.com/office/drawing/2014/main" id="{88730297-227F-4F58-B706-8BC015662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2537"/>
              <a:ext cx="12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9" name="Oval 268">
              <a:extLst>
                <a:ext uri="{FF2B5EF4-FFF2-40B4-BE49-F238E27FC236}">
                  <a16:creationId xmlns:a16="http://schemas.microsoft.com/office/drawing/2014/main" id="{2360C7FB-9D09-4EA9-80DB-7E11DB697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2518"/>
              <a:ext cx="12" cy="13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0" name="Oval 269">
              <a:extLst>
                <a:ext uri="{FF2B5EF4-FFF2-40B4-BE49-F238E27FC236}">
                  <a16:creationId xmlns:a16="http://schemas.microsoft.com/office/drawing/2014/main" id="{595297FD-8B7C-4EE2-A449-FD94FE315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2617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1" name="Oval 270">
              <a:extLst>
                <a:ext uri="{FF2B5EF4-FFF2-40B4-BE49-F238E27FC236}">
                  <a16:creationId xmlns:a16="http://schemas.microsoft.com/office/drawing/2014/main" id="{C25E49B8-37D7-4B2A-BA35-4B0083854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2720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2" name="Oval 271">
              <a:extLst>
                <a:ext uri="{FF2B5EF4-FFF2-40B4-BE49-F238E27FC236}">
                  <a16:creationId xmlns:a16="http://schemas.microsoft.com/office/drawing/2014/main" id="{82FC1FC0-EDA5-4018-BCC9-FCFC173AF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2768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3" name="Oval 272">
              <a:extLst>
                <a:ext uri="{FF2B5EF4-FFF2-40B4-BE49-F238E27FC236}">
                  <a16:creationId xmlns:a16="http://schemas.microsoft.com/office/drawing/2014/main" id="{60B8170A-A2C9-46AF-B7C9-7513E911B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552"/>
              <a:ext cx="11" cy="11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4" name="Oval 273">
              <a:extLst>
                <a:ext uri="{FF2B5EF4-FFF2-40B4-BE49-F238E27FC236}">
                  <a16:creationId xmlns:a16="http://schemas.microsoft.com/office/drawing/2014/main" id="{981E6D5C-A130-4418-9A63-6B544FC50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492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5" name="Oval 274">
              <a:extLst>
                <a:ext uri="{FF2B5EF4-FFF2-40B4-BE49-F238E27FC236}">
                  <a16:creationId xmlns:a16="http://schemas.microsoft.com/office/drawing/2014/main" id="{42DD023C-0451-4436-B4C9-2A646C51B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2551"/>
              <a:ext cx="12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6" name="Oval 275">
              <a:extLst>
                <a:ext uri="{FF2B5EF4-FFF2-40B4-BE49-F238E27FC236}">
                  <a16:creationId xmlns:a16="http://schemas.microsoft.com/office/drawing/2014/main" id="{88308243-8856-4187-8C80-2EB39E507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584"/>
              <a:ext cx="12" cy="13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7" name="Oval 276">
              <a:extLst>
                <a:ext uri="{FF2B5EF4-FFF2-40B4-BE49-F238E27FC236}">
                  <a16:creationId xmlns:a16="http://schemas.microsoft.com/office/drawing/2014/main" id="{49B78E69-0C0C-406F-A010-40DF9EDCF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2628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8" name="Oval 277">
              <a:extLst>
                <a:ext uri="{FF2B5EF4-FFF2-40B4-BE49-F238E27FC236}">
                  <a16:creationId xmlns:a16="http://schemas.microsoft.com/office/drawing/2014/main" id="{08780BBA-206B-4683-89F9-D2536E252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745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9" name="Oval 278">
              <a:extLst>
                <a:ext uri="{FF2B5EF4-FFF2-40B4-BE49-F238E27FC236}">
                  <a16:creationId xmlns:a16="http://schemas.microsoft.com/office/drawing/2014/main" id="{B9FA0874-2F13-4FB2-8F4A-7E46CB3BF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675"/>
              <a:ext cx="12" cy="13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0" name="Oval 279">
              <a:extLst>
                <a:ext uri="{FF2B5EF4-FFF2-40B4-BE49-F238E27FC236}">
                  <a16:creationId xmlns:a16="http://schemas.microsoft.com/office/drawing/2014/main" id="{82CABE53-7213-42AD-8ED8-4414FCF14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472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1" name="Oval 280">
              <a:extLst>
                <a:ext uri="{FF2B5EF4-FFF2-40B4-BE49-F238E27FC236}">
                  <a16:creationId xmlns:a16="http://schemas.microsoft.com/office/drawing/2014/main" id="{DE57337E-5442-4CDD-A96B-4AEFCDEA1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474"/>
              <a:ext cx="12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2" name="Oval 281">
              <a:extLst>
                <a:ext uri="{FF2B5EF4-FFF2-40B4-BE49-F238E27FC236}">
                  <a16:creationId xmlns:a16="http://schemas.microsoft.com/office/drawing/2014/main" id="{EA587696-606D-4C53-A215-B25DDEAB0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2521"/>
              <a:ext cx="12" cy="13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3" name="Oval 282">
              <a:extLst>
                <a:ext uri="{FF2B5EF4-FFF2-40B4-BE49-F238E27FC236}">
                  <a16:creationId xmlns:a16="http://schemas.microsoft.com/office/drawing/2014/main" id="{E42C4F20-1DD3-4E77-88B7-88ECBD24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969"/>
              <a:ext cx="12" cy="13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4" name="Oval 283">
              <a:extLst>
                <a:ext uri="{FF2B5EF4-FFF2-40B4-BE49-F238E27FC236}">
                  <a16:creationId xmlns:a16="http://schemas.microsoft.com/office/drawing/2014/main" id="{332B33E1-1ED7-48F6-910C-A4FF4E2DD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2692"/>
              <a:ext cx="12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5" name="Oval 284">
              <a:extLst>
                <a:ext uri="{FF2B5EF4-FFF2-40B4-BE49-F238E27FC236}">
                  <a16:creationId xmlns:a16="http://schemas.microsoft.com/office/drawing/2014/main" id="{FA6B2915-0C0B-4D30-A9A4-24DE7C284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472"/>
              <a:ext cx="11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6" name="Oval 285">
              <a:extLst>
                <a:ext uri="{FF2B5EF4-FFF2-40B4-BE49-F238E27FC236}">
                  <a16:creationId xmlns:a16="http://schemas.microsoft.com/office/drawing/2014/main" id="{EE66F6AC-5A5C-4F19-B1D5-7888A16B0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857"/>
              <a:ext cx="12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7" name="Oval 286">
              <a:extLst>
                <a:ext uri="{FF2B5EF4-FFF2-40B4-BE49-F238E27FC236}">
                  <a16:creationId xmlns:a16="http://schemas.microsoft.com/office/drawing/2014/main" id="{1F998DFD-DA07-452E-9898-F4043CBB3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9" y="2943"/>
              <a:ext cx="12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8" name="Oval 287">
              <a:extLst>
                <a:ext uri="{FF2B5EF4-FFF2-40B4-BE49-F238E27FC236}">
                  <a16:creationId xmlns:a16="http://schemas.microsoft.com/office/drawing/2014/main" id="{4F88DA4C-5668-4987-90F6-422E39C17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114"/>
              <a:ext cx="12" cy="12"/>
            </a:xfrm>
            <a:prstGeom prst="ellipse">
              <a:avLst/>
            </a:prstGeom>
            <a:solidFill>
              <a:srgbClr val="54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>
            <a:extLst>
              <a:ext uri="{FF2B5EF4-FFF2-40B4-BE49-F238E27FC236}">
                <a16:creationId xmlns:a16="http://schemas.microsoft.com/office/drawing/2014/main" id="{E118AF91-6765-47C0-A007-2EB74A1DBE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Spices</a:t>
            </a:r>
          </a:p>
        </p:txBody>
      </p:sp>
      <p:grpSp>
        <p:nvGrpSpPr>
          <p:cNvPr id="37890" name="Open-sack-of-powdered-spice">
            <a:extLst>
              <a:ext uri="{FF2B5EF4-FFF2-40B4-BE49-F238E27FC236}">
                <a16:creationId xmlns:a16="http://schemas.microsoft.com/office/drawing/2014/main" id="{06498488-E899-4CA0-B224-E8E1AAB0D3B9}"/>
              </a:ext>
            </a:extLst>
          </p:cNvPr>
          <p:cNvGrpSpPr>
            <a:grpSpLocks/>
          </p:cNvGrpSpPr>
          <p:nvPr/>
        </p:nvGrpSpPr>
        <p:grpSpPr bwMode="auto">
          <a:xfrm>
            <a:off x="2530475" y="1279525"/>
            <a:ext cx="2178050" cy="2552700"/>
            <a:chOff x="634" y="806"/>
            <a:chExt cx="1372" cy="1608"/>
          </a:xfrm>
        </p:grpSpPr>
        <p:sp>
          <p:nvSpPr>
            <p:cNvPr id="38416" name="Freeform 4">
              <a:extLst>
                <a:ext uri="{FF2B5EF4-FFF2-40B4-BE49-F238E27FC236}">
                  <a16:creationId xmlns:a16="http://schemas.microsoft.com/office/drawing/2014/main" id="{28CC566E-820C-4DF9-A3D9-B86C23424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859"/>
              <a:ext cx="1372" cy="1555"/>
            </a:xfrm>
            <a:custGeom>
              <a:avLst/>
              <a:gdLst>
                <a:gd name="T0" fmla="*/ 702 w 1343"/>
                <a:gd name="T1" fmla="*/ 0 h 1427"/>
                <a:gd name="T2" fmla="*/ 179 w 1343"/>
                <a:gd name="T3" fmla="*/ 257 h 1427"/>
                <a:gd name="T4" fmla="*/ 136 w 1343"/>
                <a:gd name="T5" fmla="*/ 587 h 1427"/>
                <a:gd name="T6" fmla="*/ 128 w 1343"/>
                <a:gd name="T7" fmla="*/ 677 h 1427"/>
                <a:gd name="T8" fmla="*/ 126 w 1343"/>
                <a:gd name="T9" fmla="*/ 811 h 1427"/>
                <a:gd name="T10" fmla="*/ 117 w 1343"/>
                <a:gd name="T11" fmla="*/ 1152 h 1427"/>
                <a:gd name="T12" fmla="*/ 45 w 1343"/>
                <a:gd name="T13" fmla="*/ 1441 h 1427"/>
                <a:gd name="T14" fmla="*/ 106 w 1343"/>
                <a:gd name="T15" fmla="*/ 1485 h 1427"/>
                <a:gd name="T16" fmla="*/ 269 w 1343"/>
                <a:gd name="T17" fmla="*/ 1544 h 1427"/>
                <a:gd name="T18" fmla="*/ 1203 w 1343"/>
                <a:gd name="T19" fmla="*/ 1461 h 1427"/>
                <a:gd name="T20" fmla="*/ 1307 w 1343"/>
                <a:gd name="T21" fmla="*/ 1386 h 1427"/>
                <a:gd name="T22" fmla="*/ 1381 w 1343"/>
                <a:gd name="T23" fmla="*/ 1325 h 1427"/>
                <a:gd name="T24" fmla="*/ 1272 w 1343"/>
                <a:gd name="T25" fmla="*/ 1130 h 1427"/>
                <a:gd name="T26" fmla="*/ 1257 w 1343"/>
                <a:gd name="T27" fmla="*/ 607 h 1427"/>
                <a:gd name="T28" fmla="*/ 1275 w 1343"/>
                <a:gd name="T29" fmla="*/ 545 h 1427"/>
                <a:gd name="T30" fmla="*/ 1312 w 1343"/>
                <a:gd name="T31" fmla="*/ 386 h 1427"/>
                <a:gd name="T32" fmla="*/ 1083 w 1343"/>
                <a:gd name="T33" fmla="*/ 98 h 1427"/>
                <a:gd name="T34" fmla="*/ 702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8" y="0"/>
                  </a:moveTo>
                  <a:cubicBezTo>
                    <a:pt x="658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2" y="662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5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2"/>
                    <a:pt x="1016" y="76"/>
                  </a:cubicBezTo>
                  <a:cubicBezTo>
                    <a:pt x="885" y="20"/>
                    <a:pt x="876" y="20"/>
                    <a:pt x="658" y="0"/>
                  </a:cubicBezTo>
                  <a:close/>
                </a:path>
              </a:pathLst>
            </a:custGeom>
            <a:solidFill>
              <a:srgbClr val="DFC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5">
              <a:extLst>
                <a:ext uri="{FF2B5EF4-FFF2-40B4-BE49-F238E27FC236}">
                  <a16:creationId xmlns:a16="http://schemas.microsoft.com/office/drawing/2014/main" id="{EA7F5352-6645-46A9-B09B-53C8E4A2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859"/>
              <a:ext cx="1372" cy="1555"/>
            </a:xfrm>
            <a:custGeom>
              <a:avLst/>
              <a:gdLst>
                <a:gd name="T0" fmla="*/ 702 w 1343"/>
                <a:gd name="T1" fmla="*/ 0 h 1427"/>
                <a:gd name="T2" fmla="*/ 179 w 1343"/>
                <a:gd name="T3" fmla="*/ 257 h 1427"/>
                <a:gd name="T4" fmla="*/ 136 w 1343"/>
                <a:gd name="T5" fmla="*/ 587 h 1427"/>
                <a:gd name="T6" fmla="*/ 128 w 1343"/>
                <a:gd name="T7" fmla="*/ 677 h 1427"/>
                <a:gd name="T8" fmla="*/ 126 w 1343"/>
                <a:gd name="T9" fmla="*/ 811 h 1427"/>
                <a:gd name="T10" fmla="*/ 117 w 1343"/>
                <a:gd name="T11" fmla="*/ 1152 h 1427"/>
                <a:gd name="T12" fmla="*/ 45 w 1343"/>
                <a:gd name="T13" fmla="*/ 1441 h 1427"/>
                <a:gd name="T14" fmla="*/ 106 w 1343"/>
                <a:gd name="T15" fmla="*/ 1485 h 1427"/>
                <a:gd name="T16" fmla="*/ 269 w 1343"/>
                <a:gd name="T17" fmla="*/ 1544 h 1427"/>
                <a:gd name="T18" fmla="*/ 1203 w 1343"/>
                <a:gd name="T19" fmla="*/ 1461 h 1427"/>
                <a:gd name="T20" fmla="*/ 1307 w 1343"/>
                <a:gd name="T21" fmla="*/ 1386 h 1427"/>
                <a:gd name="T22" fmla="*/ 1381 w 1343"/>
                <a:gd name="T23" fmla="*/ 1325 h 1427"/>
                <a:gd name="T24" fmla="*/ 1272 w 1343"/>
                <a:gd name="T25" fmla="*/ 1130 h 1427"/>
                <a:gd name="T26" fmla="*/ 1257 w 1343"/>
                <a:gd name="T27" fmla="*/ 607 h 1427"/>
                <a:gd name="T28" fmla="*/ 1275 w 1343"/>
                <a:gd name="T29" fmla="*/ 545 h 1427"/>
                <a:gd name="T30" fmla="*/ 1312 w 1343"/>
                <a:gd name="T31" fmla="*/ 386 h 1427"/>
                <a:gd name="T32" fmla="*/ 1083 w 1343"/>
                <a:gd name="T33" fmla="*/ 98 h 1427"/>
                <a:gd name="T34" fmla="*/ 702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8" y="0"/>
                  </a:moveTo>
                  <a:cubicBezTo>
                    <a:pt x="658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2" y="662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5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2"/>
                    <a:pt x="1016" y="76"/>
                  </a:cubicBezTo>
                  <a:cubicBezTo>
                    <a:pt x="885" y="20"/>
                    <a:pt x="876" y="20"/>
                    <a:pt x="658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6">
              <a:extLst>
                <a:ext uri="{FF2B5EF4-FFF2-40B4-BE49-F238E27FC236}">
                  <a16:creationId xmlns:a16="http://schemas.microsoft.com/office/drawing/2014/main" id="{E7E3CC49-B837-433B-9CC8-BF99EED1E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806"/>
              <a:ext cx="903" cy="588"/>
            </a:xfrm>
            <a:custGeom>
              <a:avLst/>
              <a:gdLst>
                <a:gd name="T0" fmla="*/ 466 w 885"/>
                <a:gd name="T1" fmla="*/ 2 h 540"/>
                <a:gd name="T2" fmla="*/ 320 w 885"/>
                <a:gd name="T3" fmla="*/ 103 h 540"/>
                <a:gd name="T4" fmla="*/ 41 w 885"/>
                <a:gd name="T5" fmla="*/ 384 h 540"/>
                <a:gd name="T6" fmla="*/ 7 w 885"/>
                <a:gd name="T7" fmla="*/ 476 h 540"/>
                <a:gd name="T8" fmla="*/ 92 w 885"/>
                <a:gd name="T9" fmla="*/ 629 h 540"/>
                <a:gd name="T10" fmla="*/ 271 w 885"/>
                <a:gd name="T11" fmla="*/ 664 h 540"/>
                <a:gd name="T12" fmla="*/ 492 w 885"/>
                <a:gd name="T13" fmla="*/ 683 h 540"/>
                <a:gd name="T14" fmla="*/ 674 w 885"/>
                <a:gd name="T15" fmla="*/ 636 h 540"/>
                <a:gd name="T16" fmla="*/ 894 w 885"/>
                <a:gd name="T17" fmla="*/ 562 h 540"/>
                <a:gd name="T18" fmla="*/ 940 w 885"/>
                <a:gd name="T19" fmla="*/ 331 h 540"/>
                <a:gd name="T20" fmla="*/ 863 w 885"/>
                <a:gd name="T21" fmla="*/ 289 h 540"/>
                <a:gd name="T22" fmla="*/ 609 w 885"/>
                <a:gd name="T23" fmla="*/ 81 h 540"/>
                <a:gd name="T24" fmla="*/ 466 w 885"/>
                <a:gd name="T25" fmla="*/ 2 h 5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40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9" y="110"/>
                    <a:pt x="66" y="267"/>
                    <a:pt x="38" y="298"/>
                  </a:cubicBezTo>
                  <a:cubicBezTo>
                    <a:pt x="11" y="329"/>
                    <a:pt x="0" y="351"/>
                    <a:pt x="7" y="368"/>
                  </a:cubicBezTo>
                  <a:cubicBezTo>
                    <a:pt x="15" y="384"/>
                    <a:pt x="22" y="454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4" y="523"/>
                    <a:pt x="408" y="540"/>
                    <a:pt x="463" y="529"/>
                  </a:cubicBezTo>
                  <a:cubicBezTo>
                    <a:pt x="518" y="518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solidFill>
              <a:srgbClr val="F7D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7">
              <a:extLst>
                <a:ext uri="{FF2B5EF4-FFF2-40B4-BE49-F238E27FC236}">
                  <a16:creationId xmlns:a16="http://schemas.microsoft.com/office/drawing/2014/main" id="{C7A44481-F713-404C-B8B4-791B9A72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915"/>
              <a:ext cx="190" cy="260"/>
            </a:xfrm>
            <a:custGeom>
              <a:avLst/>
              <a:gdLst>
                <a:gd name="T0" fmla="*/ 0 w 186"/>
                <a:gd name="T1" fmla="*/ 5 h 239"/>
                <a:gd name="T2" fmla="*/ 118 w 186"/>
                <a:gd name="T3" fmla="*/ 287 h 239"/>
                <a:gd name="T4" fmla="*/ 177 w 186"/>
                <a:gd name="T5" fmla="*/ 284 h 239"/>
                <a:gd name="T6" fmla="*/ 150 w 186"/>
                <a:gd name="T7" fmla="*/ 219 h 239"/>
                <a:gd name="T8" fmla="*/ 66 w 186"/>
                <a:gd name="T9" fmla="*/ 120 h 239"/>
                <a:gd name="T10" fmla="*/ 20 w 186"/>
                <a:gd name="T11" fmla="*/ 18 h 239"/>
                <a:gd name="T12" fmla="*/ 0 w 186"/>
                <a:gd name="T13" fmla="*/ 0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39">
                  <a:moveTo>
                    <a:pt x="0" y="5"/>
                  </a:moveTo>
                  <a:cubicBezTo>
                    <a:pt x="5" y="88"/>
                    <a:pt x="25" y="186"/>
                    <a:pt x="112" y="223"/>
                  </a:cubicBezTo>
                  <a:cubicBezTo>
                    <a:pt x="129" y="231"/>
                    <a:pt x="150" y="239"/>
                    <a:pt x="165" y="221"/>
                  </a:cubicBezTo>
                  <a:cubicBezTo>
                    <a:pt x="186" y="195"/>
                    <a:pt x="160" y="183"/>
                    <a:pt x="141" y="170"/>
                  </a:cubicBezTo>
                  <a:cubicBezTo>
                    <a:pt x="110" y="148"/>
                    <a:pt x="86" y="124"/>
                    <a:pt x="63" y="93"/>
                  </a:cubicBezTo>
                  <a:cubicBezTo>
                    <a:pt x="46" y="69"/>
                    <a:pt x="39" y="37"/>
                    <a:pt x="20" y="15"/>
                  </a:cubicBezTo>
                  <a:cubicBezTo>
                    <a:pt x="13" y="7"/>
                    <a:pt x="12" y="2"/>
                    <a:pt x="0" y="0"/>
                  </a:cubicBezTo>
                </a:path>
              </a:pathLst>
            </a:custGeom>
            <a:solidFill>
              <a:srgbClr val="E8C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8">
              <a:extLst>
                <a:ext uri="{FF2B5EF4-FFF2-40B4-BE49-F238E27FC236}">
                  <a16:creationId xmlns:a16="http://schemas.microsoft.com/office/drawing/2014/main" id="{AA5D134A-FB0D-4CE7-A490-7D7C09B6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843"/>
              <a:ext cx="317" cy="345"/>
            </a:xfrm>
            <a:custGeom>
              <a:avLst/>
              <a:gdLst>
                <a:gd name="T0" fmla="*/ 256 w 311"/>
                <a:gd name="T1" fmla="*/ 32 h 317"/>
                <a:gd name="T2" fmla="*/ 309 w 311"/>
                <a:gd name="T3" fmla="*/ 14 h 317"/>
                <a:gd name="T4" fmla="*/ 318 w 311"/>
                <a:gd name="T5" fmla="*/ 106 h 317"/>
                <a:gd name="T6" fmla="*/ 220 w 311"/>
                <a:gd name="T7" fmla="*/ 294 h 317"/>
                <a:gd name="T8" fmla="*/ 146 w 311"/>
                <a:gd name="T9" fmla="*/ 355 h 317"/>
                <a:gd name="T10" fmla="*/ 50 w 311"/>
                <a:gd name="T11" fmla="*/ 394 h 317"/>
                <a:gd name="T12" fmla="*/ 12 w 311"/>
                <a:gd name="T13" fmla="*/ 406 h 317"/>
                <a:gd name="T14" fmla="*/ 6 w 311"/>
                <a:gd name="T15" fmla="*/ 386 h 317"/>
                <a:gd name="T16" fmla="*/ 33 w 311"/>
                <a:gd name="T17" fmla="*/ 374 h 317"/>
                <a:gd name="T18" fmla="*/ 70 w 311"/>
                <a:gd name="T19" fmla="*/ 352 h 317"/>
                <a:gd name="T20" fmla="*/ 99 w 311"/>
                <a:gd name="T21" fmla="*/ 326 h 317"/>
                <a:gd name="T22" fmla="*/ 139 w 311"/>
                <a:gd name="T23" fmla="*/ 292 h 317"/>
                <a:gd name="T24" fmla="*/ 212 w 311"/>
                <a:gd name="T25" fmla="*/ 189 h 317"/>
                <a:gd name="T26" fmla="*/ 229 w 311"/>
                <a:gd name="T27" fmla="*/ 113 h 317"/>
                <a:gd name="T28" fmla="*/ 241 w 311"/>
                <a:gd name="T29" fmla="*/ 66 h 317"/>
                <a:gd name="T30" fmla="*/ 255 w 311"/>
                <a:gd name="T31" fmla="*/ 30 h 3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1" h="317">
                  <a:moveTo>
                    <a:pt x="241" y="25"/>
                  </a:moveTo>
                  <a:cubicBezTo>
                    <a:pt x="253" y="15"/>
                    <a:pt x="275" y="0"/>
                    <a:pt x="291" y="11"/>
                  </a:cubicBezTo>
                  <a:cubicBezTo>
                    <a:pt x="311" y="25"/>
                    <a:pt x="306" y="62"/>
                    <a:pt x="300" y="82"/>
                  </a:cubicBezTo>
                  <a:cubicBezTo>
                    <a:pt x="285" y="139"/>
                    <a:pt x="252" y="189"/>
                    <a:pt x="208" y="228"/>
                  </a:cubicBezTo>
                  <a:cubicBezTo>
                    <a:pt x="187" y="247"/>
                    <a:pt x="162" y="264"/>
                    <a:pt x="137" y="276"/>
                  </a:cubicBezTo>
                  <a:cubicBezTo>
                    <a:pt x="108" y="290"/>
                    <a:pt x="78" y="297"/>
                    <a:pt x="47" y="306"/>
                  </a:cubicBezTo>
                  <a:cubicBezTo>
                    <a:pt x="37" y="309"/>
                    <a:pt x="22" y="317"/>
                    <a:pt x="12" y="315"/>
                  </a:cubicBezTo>
                  <a:cubicBezTo>
                    <a:pt x="3" y="314"/>
                    <a:pt x="0" y="306"/>
                    <a:pt x="6" y="300"/>
                  </a:cubicBezTo>
                  <a:cubicBezTo>
                    <a:pt x="11" y="294"/>
                    <a:pt x="23" y="293"/>
                    <a:pt x="30" y="290"/>
                  </a:cubicBezTo>
                  <a:cubicBezTo>
                    <a:pt x="42" y="285"/>
                    <a:pt x="55" y="279"/>
                    <a:pt x="67" y="273"/>
                  </a:cubicBezTo>
                  <a:cubicBezTo>
                    <a:pt x="77" y="269"/>
                    <a:pt x="85" y="261"/>
                    <a:pt x="93" y="254"/>
                  </a:cubicBezTo>
                  <a:cubicBezTo>
                    <a:pt x="105" y="244"/>
                    <a:pt x="118" y="236"/>
                    <a:pt x="130" y="226"/>
                  </a:cubicBezTo>
                  <a:cubicBezTo>
                    <a:pt x="155" y="202"/>
                    <a:pt x="185" y="179"/>
                    <a:pt x="200" y="147"/>
                  </a:cubicBezTo>
                  <a:cubicBezTo>
                    <a:pt x="208" y="129"/>
                    <a:pt x="213" y="108"/>
                    <a:pt x="217" y="88"/>
                  </a:cubicBezTo>
                  <a:cubicBezTo>
                    <a:pt x="220" y="75"/>
                    <a:pt x="223" y="63"/>
                    <a:pt x="228" y="51"/>
                  </a:cubicBezTo>
                  <a:cubicBezTo>
                    <a:pt x="232" y="42"/>
                    <a:pt x="238" y="31"/>
                    <a:pt x="240" y="24"/>
                  </a:cubicBezTo>
                </a:path>
              </a:pathLst>
            </a:custGeom>
            <a:solidFill>
              <a:srgbClr val="E8C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9">
              <a:extLst>
                <a:ext uri="{FF2B5EF4-FFF2-40B4-BE49-F238E27FC236}">
                  <a16:creationId xmlns:a16="http://schemas.microsoft.com/office/drawing/2014/main" id="{949A667F-C280-4ED7-9241-222AAB693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810"/>
              <a:ext cx="318" cy="180"/>
            </a:xfrm>
            <a:custGeom>
              <a:avLst/>
              <a:gdLst>
                <a:gd name="T0" fmla="*/ 0 w 311"/>
                <a:gd name="T1" fmla="*/ 17 h 165"/>
                <a:gd name="T2" fmla="*/ 54 w 311"/>
                <a:gd name="T3" fmla="*/ 4 h 165"/>
                <a:gd name="T4" fmla="*/ 157 w 311"/>
                <a:gd name="T5" fmla="*/ 75 h 165"/>
                <a:gd name="T6" fmla="*/ 332 w 311"/>
                <a:gd name="T7" fmla="*/ 214 h 165"/>
                <a:gd name="T8" fmla="*/ 123 w 311"/>
                <a:gd name="T9" fmla="*/ 67 h 165"/>
                <a:gd name="T10" fmla="*/ 0 w 311"/>
                <a:gd name="T11" fmla="*/ 17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165">
                  <a:moveTo>
                    <a:pt x="0" y="14"/>
                  </a:moveTo>
                  <a:cubicBezTo>
                    <a:pt x="0" y="14"/>
                    <a:pt x="19" y="0"/>
                    <a:pt x="51" y="4"/>
                  </a:cubicBezTo>
                  <a:cubicBezTo>
                    <a:pt x="82" y="9"/>
                    <a:pt x="116" y="32"/>
                    <a:pt x="148" y="58"/>
                  </a:cubicBezTo>
                  <a:cubicBezTo>
                    <a:pt x="179" y="84"/>
                    <a:pt x="311" y="165"/>
                    <a:pt x="311" y="165"/>
                  </a:cubicBezTo>
                  <a:cubicBezTo>
                    <a:pt x="311" y="165"/>
                    <a:pt x="140" y="79"/>
                    <a:pt x="114" y="51"/>
                  </a:cubicBezTo>
                  <a:cubicBezTo>
                    <a:pt x="88" y="24"/>
                    <a:pt x="45" y="0"/>
                    <a:pt x="0" y="14"/>
                  </a:cubicBezTo>
                  <a:close/>
                </a:path>
              </a:pathLst>
            </a:cu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10">
              <a:extLst>
                <a:ext uri="{FF2B5EF4-FFF2-40B4-BE49-F238E27FC236}">
                  <a16:creationId xmlns:a16="http://schemas.microsoft.com/office/drawing/2014/main" id="{4000AE8C-CA0B-4485-95FE-DEE863CB2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827"/>
              <a:ext cx="72" cy="177"/>
            </a:xfrm>
            <a:custGeom>
              <a:avLst/>
              <a:gdLst>
                <a:gd name="T0" fmla="*/ 0 w 70"/>
                <a:gd name="T1" fmla="*/ 5 h 163"/>
                <a:gd name="T2" fmla="*/ 34 w 70"/>
                <a:gd name="T3" fmla="*/ 11 h 163"/>
                <a:gd name="T4" fmla="*/ 60 w 70"/>
                <a:gd name="T5" fmla="*/ 53 h 163"/>
                <a:gd name="T6" fmla="*/ 59 w 70"/>
                <a:gd name="T7" fmla="*/ 124 h 163"/>
                <a:gd name="T8" fmla="*/ 34 w 70"/>
                <a:gd name="T9" fmla="*/ 208 h 163"/>
                <a:gd name="T10" fmla="*/ 55 w 70"/>
                <a:gd name="T11" fmla="*/ 162 h 163"/>
                <a:gd name="T12" fmla="*/ 69 w 70"/>
                <a:gd name="T13" fmla="*/ 113 h 163"/>
                <a:gd name="T14" fmla="*/ 68 w 70"/>
                <a:gd name="T15" fmla="*/ 36 h 163"/>
                <a:gd name="T16" fmla="*/ 36 w 70"/>
                <a:gd name="T17" fmla="*/ 1 h 163"/>
                <a:gd name="T18" fmla="*/ 5 w 70"/>
                <a:gd name="T19" fmla="*/ 4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163">
                  <a:moveTo>
                    <a:pt x="0" y="5"/>
                  </a:moveTo>
                  <a:cubicBezTo>
                    <a:pt x="12" y="6"/>
                    <a:pt x="20" y="3"/>
                    <a:pt x="31" y="8"/>
                  </a:cubicBezTo>
                  <a:cubicBezTo>
                    <a:pt x="45" y="15"/>
                    <a:pt x="50" y="27"/>
                    <a:pt x="54" y="41"/>
                  </a:cubicBezTo>
                  <a:cubicBezTo>
                    <a:pt x="60" y="62"/>
                    <a:pt x="58" y="77"/>
                    <a:pt x="53" y="97"/>
                  </a:cubicBezTo>
                  <a:cubicBezTo>
                    <a:pt x="48" y="119"/>
                    <a:pt x="44" y="145"/>
                    <a:pt x="31" y="163"/>
                  </a:cubicBezTo>
                  <a:cubicBezTo>
                    <a:pt x="36" y="150"/>
                    <a:pt x="46" y="139"/>
                    <a:pt x="51" y="126"/>
                  </a:cubicBezTo>
                  <a:cubicBezTo>
                    <a:pt x="56" y="113"/>
                    <a:pt x="60" y="101"/>
                    <a:pt x="63" y="88"/>
                  </a:cubicBezTo>
                  <a:cubicBezTo>
                    <a:pt x="67" y="68"/>
                    <a:pt x="70" y="47"/>
                    <a:pt x="62" y="28"/>
                  </a:cubicBezTo>
                  <a:cubicBezTo>
                    <a:pt x="57" y="15"/>
                    <a:pt x="47" y="3"/>
                    <a:pt x="33" y="1"/>
                  </a:cubicBezTo>
                  <a:cubicBezTo>
                    <a:pt x="22" y="0"/>
                    <a:pt x="14" y="4"/>
                    <a:pt x="5" y="4"/>
                  </a:cubicBezTo>
                </a:path>
              </a:pathLst>
            </a:cu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11">
              <a:extLst>
                <a:ext uri="{FF2B5EF4-FFF2-40B4-BE49-F238E27FC236}">
                  <a16:creationId xmlns:a16="http://schemas.microsoft.com/office/drawing/2014/main" id="{A30E2B0D-5D00-40D7-B151-9251FEEC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030"/>
              <a:ext cx="141" cy="306"/>
            </a:xfrm>
            <a:custGeom>
              <a:avLst/>
              <a:gdLst>
                <a:gd name="T0" fmla="*/ 147 w 138"/>
                <a:gd name="T1" fmla="*/ 0 h 281"/>
                <a:gd name="T2" fmla="*/ 124 w 138"/>
                <a:gd name="T3" fmla="*/ 28 h 281"/>
                <a:gd name="T4" fmla="*/ 97 w 138"/>
                <a:gd name="T5" fmla="*/ 62 h 281"/>
                <a:gd name="T6" fmla="*/ 66 w 138"/>
                <a:gd name="T7" fmla="*/ 94 h 281"/>
                <a:gd name="T8" fmla="*/ 41 w 138"/>
                <a:gd name="T9" fmla="*/ 122 h 281"/>
                <a:gd name="T10" fmla="*/ 3 w 138"/>
                <a:gd name="T11" fmla="*/ 188 h 281"/>
                <a:gd name="T12" fmla="*/ 11 w 138"/>
                <a:gd name="T13" fmla="*/ 228 h 281"/>
                <a:gd name="T14" fmla="*/ 32 w 138"/>
                <a:gd name="T15" fmla="*/ 280 h 281"/>
                <a:gd name="T16" fmla="*/ 76 w 138"/>
                <a:gd name="T17" fmla="*/ 344 h 281"/>
                <a:gd name="T18" fmla="*/ 102 w 138"/>
                <a:gd name="T19" fmla="*/ 357 h 281"/>
                <a:gd name="T20" fmla="*/ 137 w 138"/>
                <a:gd name="T21" fmla="*/ 359 h 281"/>
                <a:gd name="T22" fmla="*/ 88 w 138"/>
                <a:gd name="T23" fmla="*/ 336 h 281"/>
                <a:gd name="T24" fmla="*/ 62 w 138"/>
                <a:gd name="T25" fmla="*/ 294 h 281"/>
                <a:gd name="T26" fmla="*/ 50 w 138"/>
                <a:gd name="T27" fmla="*/ 274 h 281"/>
                <a:gd name="T28" fmla="*/ 46 w 138"/>
                <a:gd name="T29" fmla="*/ 245 h 281"/>
                <a:gd name="T30" fmla="*/ 36 w 138"/>
                <a:gd name="T31" fmla="*/ 230 h 281"/>
                <a:gd name="T32" fmla="*/ 36 w 138"/>
                <a:gd name="T33" fmla="*/ 217 h 281"/>
                <a:gd name="T34" fmla="*/ 32 w 138"/>
                <a:gd name="T35" fmla="*/ 205 h 281"/>
                <a:gd name="T36" fmla="*/ 47 w 138"/>
                <a:gd name="T37" fmla="*/ 150 h 281"/>
                <a:gd name="T38" fmla="*/ 93 w 138"/>
                <a:gd name="T39" fmla="*/ 89 h 281"/>
                <a:gd name="T40" fmla="*/ 147 w 138"/>
                <a:gd name="T41" fmla="*/ 5 h 2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281">
                  <a:moveTo>
                    <a:pt x="138" y="0"/>
                  </a:moveTo>
                  <a:cubicBezTo>
                    <a:pt x="134" y="8"/>
                    <a:pt x="122" y="15"/>
                    <a:pt x="115" y="22"/>
                  </a:cubicBezTo>
                  <a:cubicBezTo>
                    <a:pt x="106" y="30"/>
                    <a:pt x="99" y="39"/>
                    <a:pt x="91" y="48"/>
                  </a:cubicBezTo>
                  <a:cubicBezTo>
                    <a:pt x="82" y="57"/>
                    <a:pt x="72" y="65"/>
                    <a:pt x="63" y="73"/>
                  </a:cubicBezTo>
                  <a:cubicBezTo>
                    <a:pt x="55" y="81"/>
                    <a:pt x="47" y="88"/>
                    <a:pt x="38" y="95"/>
                  </a:cubicBezTo>
                  <a:cubicBezTo>
                    <a:pt x="23" y="107"/>
                    <a:pt x="7" y="127"/>
                    <a:pt x="3" y="146"/>
                  </a:cubicBezTo>
                  <a:cubicBezTo>
                    <a:pt x="0" y="157"/>
                    <a:pt x="6" y="165"/>
                    <a:pt x="11" y="176"/>
                  </a:cubicBezTo>
                  <a:cubicBezTo>
                    <a:pt x="17" y="189"/>
                    <a:pt x="22" y="203"/>
                    <a:pt x="29" y="217"/>
                  </a:cubicBezTo>
                  <a:cubicBezTo>
                    <a:pt x="37" y="235"/>
                    <a:pt x="53" y="256"/>
                    <a:pt x="70" y="266"/>
                  </a:cubicBezTo>
                  <a:cubicBezTo>
                    <a:pt x="78" y="271"/>
                    <a:pt x="87" y="275"/>
                    <a:pt x="96" y="276"/>
                  </a:cubicBezTo>
                  <a:cubicBezTo>
                    <a:pt x="105" y="278"/>
                    <a:pt x="120" y="273"/>
                    <a:pt x="128" y="278"/>
                  </a:cubicBezTo>
                  <a:cubicBezTo>
                    <a:pt x="115" y="281"/>
                    <a:pt x="93" y="267"/>
                    <a:pt x="82" y="261"/>
                  </a:cubicBezTo>
                  <a:cubicBezTo>
                    <a:pt x="67" y="253"/>
                    <a:pt x="65" y="242"/>
                    <a:pt x="59" y="228"/>
                  </a:cubicBezTo>
                  <a:cubicBezTo>
                    <a:pt x="56" y="221"/>
                    <a:pt x="50" y="218"/>
                    <a:pt x="47" y="212"/>
                  </a:cubicBezTo>
                  <a:cubicBezTo>
                    <a:pt x="43" y="205"/>
                    <a:pt x="46" y="197"/>
                    <a:pt x="43" y="190"/>
                  </a:cubicBezTo>
                  <a:cubicBezTo>
                    <a:pt x="40" y="185"/>
                    <a:pt x="35" y="183"/>
                    <a:pt x="33" y="178"/>
                  </a:cubicBezTo>
                  <a:cubicBezTo>
                    <a:pt x="32" y="175"/>
                    <a:pt x="34" y="171"/>
                    <a:pt x="33" y="168"/>
                  </a:cubicBezTo>
                  <a:cubicBezTo>
                    <a:pt x="32" y="165"/>
                    <a:pt x="30" y="162"/>
                    <a:pt x="29" y="159"/>
                  </a:cubicBezTo>
                  <a:cubicBezTo>
                    <a:pt x="27" y="146"/>
                    <a:pt x="37" y="128"/>
                    <a:pt x="44" y="117"/>
                  </a:cubicBezTo>
                  <a:cubicBezTo>
                    <a:pt x="57" y="100"/>
                    <a:pt x="72" y="84"/>
                    <a:pt x="87" y="69"/>
                  </a:cubicBezTo>
                  <a:cubicBezTo>
                    <a:pt x="106" y="49"/>
                    <a:pt x="120" y="25"/>
                    <a:pt x="138" y="5"/>
                  </a:cubicBezTo>
                </a:path>
              </a:pathLst>
            </a:cu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12">
              <a:extLst>
                <a:ext uri="{FF2B5EF4-FFF2-40B4-BE49-F238E27FC236}">
                  <a16:creationId xmlns:a16="http://schemas.microsoft.com/office/drawing/2014/main" id="{A0AE02F6-AD46-45F9-BB0D-B87FB5E73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063"/>
              <a:ext cx="117" cy="222"/>
            </a:xfrm>
            <a:custGeom>
              <a:avLst/>
              <a:gdLst>
                <a:gd name="T0" fmla="*/ 51 w 115"/>
                <a:gd name="T1" fmla="*/ 0 h 204"/>
                <a:gd name="T2" fmla="*/ 119 w 115"/>
                <a:gd name="T3" fmla="*/ 32 h 204"/>
                <a:gd name="T4" fmla="*/ 101 w 115"/>
                <a:gd name="T5" fmla="*/ 189 h 204"/>
                <a:gd name="T6" fmla="*/ 70 w 115"/>
                <a:gd name="T7" fmla="*/ 244 h 204"/>
                <a:gd name="T8" fmla="*/ 0 w 115"/>
                <a:gd name="T9" fmla="*/ 263 h 204"/>
                <a:gd name="T10" fmla="*/ 59 w 115"/>
                <a:gd name="T11" fmla="*/ 225 h 204"/>
                <a:gd name="T12" fmla="*/ 64 w 115"/>
                <a:gd name="T13" fmla="*/ 201 h 204"/>
                <a:gd name="T14" fmla="*/ 71 w 115"/>
                <a:gd name="T15" fmla="*/ 182 h 204"/>
                <a:gd name="T16" fmla="*/ 71 w 115"/>
                <a:gd name="T17" fmla="*/ 158 h 204"/>
                <a:gd name="T18" fmla="*/ 84 w 115"/>
                <a:gd name="T19" fmla="*/ 128 h 204"/>
                <a:gd name="T20" fmla="*/ 79 w 115"/>
                <a:gd name="T21" fmla="*/ 102 h 204"/>
                <a:gd name="T22" fmla="*/ 87 w 115"/>
                <a:gd name="T23" fmla="*/ 63 h 204"/>
                <a:gd name="T24" fmla="*/ 78 w 115"/>
                <a:gd name="T25" fmla="*/ 24 h 204"/>
                <a:gd name="T26" fmla="*/ 56 w 115"/>
                <a:gd name="T27" fmla="*/ 3 h 2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204">
                  <a:moveTo>
                    <a:pt x="48" y="0"/>
                  </a:moveTo>
                  <a:cubicBezTo>
                    <a:pt x="68" y="5"/>
                    <a:pt x="98" y="12"/>
                    <a:pt x="113" y="25"/>
                  </a:cubicBezTo>
                  <a:cubicBezTo>
                    <a:pt x="115" y="64"/>
                    <a:pt x="108" y="112"/>
                    <a:pt x="95" y="147"/>
                  </a:cubicBezTo>
                  <a:cubicBezTo>
                    <a:pt x="89" y="166"/>
                    <a:pt x="84" y="178"/>
                    <a:pt x="67" y="189"/>
                  </a:cubicBezTo>
                  <a:cubicBezTo>
                    <a:pt x="45" y="202"/>
                    <a:pt x="27" y="199"/>
                    <a:pt x="0" y="204"/>
                  </a:cubicBezTo>
                  <a:cubicBezTo>
                    <a:pt x="14" y="189"/>
                    <a:pt x="44" y="190"/>
                    <a:pt x="56" y="175"/>
                  </a:cubicBezTo>
                  <a:cubicBezTo>
                    <a:pt x="60" y="170"/>
                    <a:pt x="58" y="163"/>
                    <a:pt x="61" y="156"/>
                  </a:cubicBezTo>
                  <a:cubicBezTo>
                    <a:pt x="63" y="150"/>
                    <a:pt x="66" y="150"/>
                    <a:pt x="68" y="141"/>
                  </a:cubicBezTo>
                  <a:cubicBezTo>
                    <a:pt x="70" y="134"/>
                    <a:pt x="66" y="129"/>
                    <a:pt x="68" y="122"/>
                  </a:cubicBezTo>
                  <a:cubicBezTo>
                    <a:pt x="71" y="114"/>
                    <a:pt x="79" y="108"/>
                    <a:pt x="81" y="99"/>
                  </a:cubicBezTo>
                  <a:cubicBezTo>
                    <a:pt x="82" y="91"/>
                    <a:pt x="76" y="85"/>
                    <a:pt x="76" y="79"/>
                  </a:cubicBezTo>
                  <a:cubicBezTo>
                    <a:pt x="76" y="69"/>
                    <a:pt x="81" y="58"/>
                    <a:pt x="84" y="49"/>
                  </a:cubicBezTo>
                  <a:cubicBezTo>
                    <a:pt x="76" y="43"/>
                    <a:pt x="79" y="27"/>
                    <a:pt x="75" y="18"/>
                  </a:cubicBezTo>
                  <a:cubicBezTo>
                    <a:pt x="69" y="7"/>
                    <a:pt x="64" y="6"/>
                    <a:pt x="53" y="3"/>
                  </a:cubicBezTo>
                </a:path>
              </a:pathLst>
            </a:cu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13">
              <a:extLst>
                <a:ext uri="{FF2B5EF4-FFF2-40B4-BE49-F238E27FC236}">
                  <a16:creationId xmlns:a16="http://schemas.microsoft.com/office/drawing/2014/main" id="{FE069DEB-6AAB-4779-903D-A7ABB39D4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99"/>
              <a:ext cx="127" cy="182"/>
            </a:xfrm>
            <a:custGeom>
              <a:avLst/>
              <a:gdLst>
                <a:gd name="T0" fmla="*/ 0 w 124"/>
                <a:gd name="T1" fmla="*/ 0 h 167"/>
                <a:gd name="T2" fmla="*/ 133 w 124"/>
                <a:gd name="T3" fmla="*/ 216 h 167"/>
                <a:gd name="T4" fmla="*/ 0 w 124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67">
                  <a:moveTo>
                    <a:pt x="0" y="0"/>
                  </a:moveTo>
                  <a:cubicBezTo>
                    <a:pt x="0" y="0"/>
                    <a:pt x="1" y="105"/>
                    <a:pt x="124" y="167"/>
                  </a:cubicBezTo>
                  <a:cubicBezTo>
                    <a:pt x="124" y="167"/>
                    <a:pt x="0" y="130"/>
                    <a:pt x="0" y="0"/>
                  </a:cubicBezTo>
                  <a:close/>
                </a:path>
              </a:pathLst>
            </a:cu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Oval 14">
              <a:extLst>
                <a:ext uri="{FF2B5EF4-FFF2-40B4-BE49-F238E27FC236}">
                  <a16:creationId xmlns:a16="http://schemas.microsoft.com/office/drawing/2014/main" id="{03562BA8-3AA9-4016-BF1A-19FDBFA39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112"/>
              <a:ext cx="7" cy="8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27" name="Oval 15">
              <a:extLst>
                <a:ext uri="{FF2B5EF4-FFF2-40B4-BE49-F238E27FC236}">
                  <a16:creationId xmlns:a16="http://schemas.microsoft.com/office/drawing/2014/main" id="{99B6521E-C2A4-48F4-B8DB-B19676333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094"/>
              <a:ext cx="9" cy="8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28" name="Oval 16">
              <a:extLst>
                <a:ext uri="{FF2B5EF4-FFF2-40B4-BE49-F238E27FC236}">
                  <a16:creationId xmlns:a16="http://schemas.microsoft.com/office/drawing/2014/main" id="{66FDD097-A01D-4D6B-BF75-671103F83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8" y="1123"/>
              <a:ext cx="8" cy="9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29" name="Oval 17">
              <a:extLst>
                <a:ext uri="{FF2B5EF4-FFF2-40B4-BE49-F238E27FC236}">
                  <a16:creationId xmlns:a16="http://schemas.microsoft.com/office/drawing/2014/main" id="{5FD00C88-1EFC-4EAA-B99D-61D8055FE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1116"/>
              <a:ext cx="5" cy="7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0" name="Oval 18">
              <a:extLst>
                <a:ext uri="{FF2B5EF4-FFF2-40B4-BE49-F238E27FC236}">
                  <a16:creationId xmlns:a16="http://schemas.microsoft.com/office/drawing/2014/main" id="{0451CDBB-E0AD-4582-ADC2-567A56710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155"/>
              <a:ext cx="7" cy="7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1" name="Oval 19">
              <a:extLst>
                <a:ext uri="{FF2B5EF4-FFF2-40B4-BE49-F238E27FC236}">
                  <a16:creationId xmlns:a16="http://schemas.microsoft.com/office/drawing/2014/main" id="{DC2B9166-FA4C-4730-A9A6-737A093D4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071"/>
              <a:ext cx="4" cy="4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2" name="Oval 20">
              <a:extLst>
                <a:ext uri="{FF2B5EF4-FFF2-40B4-BE49-F238E27FC236}">
                  <a16:creationId xmlns:a16="http://schemas.microsoft.com/office/drawing/2014/main" id="{AF589E6D-13B6-4873-BD80-763A06356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9" y="1131"/>
              <a:ext cx="5" cy="5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3" name="Oval 21">
              <a:extLst>
                <a:ext uri="{FF2B5EF4-FFF2-40B4-BE49-F238E27FC236}">
                  <a16:creationId xmlns:a16="http://schemas.microsoft.com/office/drawing/2014/main" id="{735D4E3D-0294-402C-8EC7-74979351B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035"/>
              <a:ext cx="7" cy="7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4" name="Oval 22">
              <a:extLst>
                <a:ext uri="{FF2B5EF4-FFF2-40B4-BE49-F238E27FC236}">
                  <a16:creationId xmlns:a16="http://schemas.microsoft.com/office/drawing/2014/main" id="{A81D456A-83D8-457E-9B3A-63A4B5150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1029"/>
              <a:ext cx="7" cy="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5" name="Oval 23">
              <a:extLst>
                <a:ext uri="{FF2B5EF4-FFF2-40B4-BE49-F238E27FC236}">
                  <a16:creationId xmlns:a16="http://schemas.microsoft.com/office/drawing/2014/main" id="{C168E559-E73D-481D-B4E2-06DE8ED88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3" y="1071"/>
              <a:ext cx="7" cy="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6" name="Oval 24">
              <a:extLst>
                <a:ext uri="{FF2B5EF4-FFF2-40B4-BE49-F238E27FC236}">
                  <a16:creationId xmlns:a16="http://schemas.microsoft.com/office/drawing/2014/main" id="{F39519F5-0440-4B16-B595-3AF0A349A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1172"/>
              <a:ext cx="7" cy="8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7" name="Oval 25">
              <a:extLst>
                <a:ext uri="{FF2B5EF4-FFF2-40B4-BE49-F238E27FC236}">
                  <a16:creationId xmlns:a16="http://schemas.microsoft.com/office/drawing/2014/main" id="{DFC00E59-7E65-4209-AD50-BE1C7A70C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1162"/>
              <a:ext cx="9" cy="10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8" name="Oval 26">
              <a:extLst>
                <a:ext uri="{FF2B5EF4-FFF2-40B4-BE49-F238E27FC236}">
                  <a16:creationId xmlns:a16="http://schemas.microsoft.com/office/drawing/2014/main" id="{73FC0230-41D1-4D02-A60F-0B53DE52C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176"/>
              <a:ext cx="10" cy="1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39" name="Oval 27">
              <a:extLst>
                <a:ext uri="{FF2B5EF4-FFF2-40B4-BE49-F238E27FC236}">
                  <a16:creationId xmlns:a16="http://schemas.microsoft.com/office/drawing/2014/main" id="{C3D98565-C467-4C0A-AAF2-99990495B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1071"/>
              <a:ext cx="9" cy="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0" name="Oval 28">
              <a:extLst>
                <a:ext uri="{FF2B5EF4-FFF2-40B4-BE49-F238E27FC236}">
                  <a16:creationId xmlns:a16="http://schemas.microsoft.com/office/drawing/2014/main" id="{C066AF19-2819-4055-AC2D-2378C8ABC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1" y="1020"/>
              <a:ext cx="10" cy="9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1" name="Oval 29">
              <a:extLst>
                <a:ext uri="{FF2B5EF4-FFF2-40B4-BE49-F238E27FC236}">
                  <a16:creationId xmlns:a16="http://schemas.microsoft.com/office/drawing/2014/main" id="{E3E42B4D-8BD0-42C1-AD73-C607CCC1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" y="989"/>
              <a:ext cx="7" cy="8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2" name="Oval 30">
              <a:extLst>
                <a:ext uri="{FF2B5EF4-FFF2-40B4-BE49-F238E27FC236}">
                  <a16:creationId xmlns:a16="http://schemas.microsoft.com/office/drawing/2014/main" id="{26E18EA7-DB51-405D-B061-33CC71991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857"/>
              <a:ext cx="12" cy="12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3" name="Oval 31">
              <a:extLst>
                <a:ext uri="{FF2B5EF4-FFF2-40B4-BE49-F238E27FC236}">
                  <a16:creationId xmlns:a16="http://schemas.microsoft.com/office/drawing/2014/main" id="{AE584EEF-F1A0-4C95-A954-A5B3B24FD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837"/>
              <a:ext cx="10" cy="10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4" name="Oval 32">
              <a:extLst>
                <a:ext uri="{FF2B5EF4-FFF2-40B4-BE49-F238E27FC236}">
                  <a16:creationId xmlns:a16="http://schemas.microsoft.com/office/drawing/2014/main" id="{0DB0E5EE-160A-4CC7-B0EC-2239BDFFD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852"/>
              <a:ext cx="10" cy="10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5" name="Oval 33">
              <a:extLst>
                <a:ext uri="{FF2B5EF4-FFF2-40B4-BE49-F238E27FC236}">
                  <a16:creationId xmlns:a16="http://schemas.microsoft.com/office/drawing/2014/main" id="{7F7389CA-FAD9-4F0B-B31B-290BE59A1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869"/>
              <a:ext cx="9" cy="8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6" name="Oval 34">
              <a:extLst>
                <a:ext uri="{FF2B5EF4-FFF2-40B4-BE49-F238E27FC236}">
                  <a16:creationId xmlns:a16="http://schemas.microsoft.com/office/drawing/2014/main" id="{7543E3F3-7341-4CA6-B07C-D30F22650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" y="896"/>
              <a:ext cx="4" cy="4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7" name="Oval 35">
              <a:extLst>
                <a:ext uri="{FF2B5EF4-FFF2-40B4-BE49-F238E27FC236}">
                  <a16:creationId xmlns:a16="http://schemas.microsoft.com/office/drawing/2014/main" id="{BE400A2F-D9E7-4A17-BA55-CC61BA4A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818"/>
              <a:ext cx="8" cy="10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8" name="Oval 36">
              <a:extLst>
                <a:ext uri="{FF2B5EF4-FFF2-40B4-BE49-F238E27FC236}">
                  <a16:creationId xmlns:a16="http://schemas.microsoft.com/office/drawing/2014/main" id="{92923276-3A99-430A-AF5C-DAF263FCF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826"/>
              <a:ext cx="6" cy="6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49" name="Oval 37">
              <a:extLst>
                <a:ext uri="{FF2B5EF4-FFF2-40B4-BE49-F238E27FC236}">
                  <a16:creationId xmlns:a16="http://schemas.microsoft.com/office/drawing/2014/main" id="{5AFA1FCE-E911-4767-9A50-B82F34DF6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2" y="832"/>
              <a:ext cx="5" cy="6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0" name="Oval 38">
              <a:extLst>
                <a:ext uri="{FF2B5EF4-FFF2-40B4-BE49-F238E27FC236}">
                  <a16:creationId xmlns:a16="http://schemas.microsoft.com/office/drawing/2014/main" id="{9819F4BD-BD3D-4D18-B8D8-6C3B852F0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837"/>
              <a:ext cx="2" cy="2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1" name="Oval 39">
              <a:extLst>
                <a:ext uri="{FF2B5EF4-FFF2-40B4-BE49-F238E27FC236}">
                  <a16:creationId xmlns:a16="http://schemas.microsoft.com/office/drawing/2014/main" id="{71BC4ECA-586E-48CF-AD8E-902D63C96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842"/>
              <a:ext cx="2" cy="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2" name="Oval 40">
              <a:extLst>
                <a:ext uri="{FF2B5EF4-FFF2-40B4-BE49-F238E27FC236}">
                  <a16:creationId xmlns:a16="http://schemas.microsoft.com/office/drawing/2014/main" id="{B49386FD-3E66-45F0-971C-FDE2F7756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845"/>
              <a:ext cx="2" cy="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3" name="Oval 41">
              <a:extLst>
                <a:ext uri="{FF2B5EF4-FFF2-40B4-BE49-F238E27FC236}">
                  <a16:creationId xmlns:a16="http://schemas.microsoft.com/office/drawing/2014/main" id="{6DF4B013-7D4F-4F9D-9D46-F8DDEA413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831"/>
              <a:ext cx="2" cy="3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4" name="Oval 42">
              <a:extLst>
                <a:ext uri="{FF2B5EF4-FFF2-40B4-BE49-F238E27FC236}">
                  <a16:creationId xmlns:a16="http://schemas.microsoft.com/office/drawing/2014/main" id="{CD94B076-4758-419D-9AB0-582B1E2E6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827"/>
              <a:ext cx="3" cy="2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5" name="Oval 43">
              <a:extLst>
                <a:ext uri="{FF2B5EF4-FFF2-40B4-BE49-F238E27FC236}">
                  <a16:creationId xmlns:a16="http://schemas.microsoft.com/office/drawing/2014/main" id="{E96CFA68-A20F-45C8-9B43-1F2793966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1" y="824"/>
              <a:ext cx="4" cy="5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6" name="Oval 44">
              <a:extLst>
                <a:ext uri="{FF2B5EF4-FFF2-40B4-BE49-F238E27FC236}">
                  <a16:creationId xmlns:a16="http://schemas.microsoft.com/office/drawing/2014/main" id="{BE92EC7E-70E5-474A-BEDD-2C6A5D4A2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822"/>
              <a:ext cx="5" cy="5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7" name="Oval 45">
              <a:extLst>
                <a:ext uri="{FF2B5EF4-FFF2-40B4-BE49-F238E27FC236}">
                  <a16:creationId xmlns:a16="http://schemas.microsoft.com/office/drawing/2014/main" id="{CC4A2E37-B0B2-4423-A9AE-639813F73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1079"/>
              <a:ext cx="15" cy="17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8" name="Oval 46">
              <a:extLst>
                <a:ext uri="{FF2B5EF4-FFF2-40B4-BE49-F238E27FC236}">
                  <a16:creationId xmlns:a16="http://schemas.microsoft.com/office/drawing/2014/main" id="{93849D48-30E0-4553-94A9-B95552DB7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1085"/>
              <a:ext cx="10" cy="1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59" name="Oval 47">
              <a:extLst>
                <a:ext uri="{FF2B5EF4-FFF2-40B4-BE49-F238E27FC236}">
                  <a16:creationId xmlns:a16="http://schemas.microsoft.com/office/drawing/2014/main" id="{5640418D-EA45-46BC-B5FD-0DB8707B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112"/>
              <a:ext cx="8" cy="9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0" name="Oval 48">
              <a:extLst>
                <a:ext uri="{FF2B5EF4-FFF2-40B4-BE49-F238E27FC236}">
                  <a16:creationId xmlns:a16="http://schemas.microsoft.com/office/drawing/2014/main" id="{63462015-920D-48EE-AA10-87F239D74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5" y="1119"/>
              <a:ext cx="5" cy="6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1" name="Oval 49">
              <a:extLst>
                <a:ext uri="{FF2B5EF4-FFF2-40B4-BE49-F238E27FC236}">
                  <a16:creationId xmlns:a16="http://schemas.microsoft.com/office/drawing/2014/main" id="{51DB6FAE-76A1-448F-9372-61264B2FA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" y="1081"/>
              <a:ext cx="4" cy="4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2" name="Oval 50">
              <a:extLst>
                <a:ext uri="{FF2B5EF4-FFF2-40B4-BE49-F238E27FC236}">
                  <a16:creationId xmlns:a16="http://schemas.microsoft.com/office/drawing/2014/main" id="{17D367B9-D851-4A09-B52F-2B74EDCAD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" y="1172"/>
              <a:ext cx="12" cy="13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3" name="Oval 51">
              <a:extLst>
                <a:ext uri="{FF2B5EF4-FFF2-40B4-BE49-F238E27FC236}">
                  <a16:creationId xmlns:a16="http://schemas.microsoft.com/office/drawing/2014/main" id="{63FD759F-A8C9-475A-B903-8BBCFEBDB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1168"/>
              <a:ext cx="7" cy="7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4" name="Oval 52">
              <a:extLst>
                <a:ext uri="{FF2B5EF4-FFF2-40B4-BE49-F238E27FC236}">
                  <a16:creationId xmlns:a16="http://schemas.microsoft.com/office/drawing/2014/main" id="{06FCCBAA-59D5-4AC8-8174-877C84070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" y="1151"/>
              <a:ext cx="11" cy="1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5" name="Oval 53">
              <a:extLst>
                <a:ext uri="{FF2B5EF4-FFF2-40B4-BE49-F238E27FC236}">
                  <a16:creationId xmlns:a16="http://schemas.microsoft.com/office/drawing/2014/main" id="{1B7508BC-C9CA-4685-9484-561BD67BF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196"/>
              <a:ext cx="8" cy="9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6" name="Oval 54">
              <a:extLst>
                <a:ext uri="{FF2B5EF4-FFF2-40B4-BE49-F238E27FC236}">
                  <a16:creationId xmlns:a16="http://schemas.microsoft.com/office/drawing/2014/main" id="{334E1949-039B-4DF7-BA79-715E5E1E6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1191"/>
              <a:ext cx="9" cy="10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7" name="Oval 55">
              <a:extLst>
                <a:ext uri="{FF2B5EF4-FFF2-40B4-BE49-F238E27FC236}">
                  <a16:creationId xmlns:a16="http://schemas.microsoft.com/office/drawing/2014/main" id="{68FAE4AF-A1C6-46E7-86F2-50CFBEBDE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" y="1155"/>
              <a:ext cx="11" cy="12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8" name="Oval 56">
              <a:extLst>
                <a:ext uri="{FF2B5EF4-FFF2-40B4-BE49-F238E27FC236}">
                  <a16:creationId xmlns:a16="http://schemas.microsoft.com/office/drawing/2014/main" id="{BAB98BB9-DE46-4D69-BC5B-87A84601E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6" y="1183"/>
              <a:ext cx="7" cy="8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69" name="Oval 57">
              <a:extLst>
                <a:ext uri="{FF2B5EF4-FFF2-40B4-BE49-F238E27FC236}">
                  <a16:creationId xmlns:a16="http://schemas.microsoft.com/office/drawing/2014/main" id="{B5FDCAC9-82F0-4947-AD16-B0745578C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6" y="1224"/>
              <a:ext cx="6" cy="5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0" name="Oval 58">
              <a:extLst>
                <a:ext uri="{FF2B5EF4-FFF2-40B4-BE49-F238E27FC236}">
                  <a16:creationId xmlns:a16="http://schemas.microsoft.com/office/drawing/2014/main" id="{DA336626-7DD1-4ADC-9D55-F02D3338C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" y="1161"/>
              <a:ext cx="6" cy="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1" name="Oval 59">
              <a:extLst>
                <a:ext uri="{FF2B5EF4-FFF2-40B4-BE49-F238E27FC236}">
                  <a16:creationId xmlns:a16="http://schemas.microsoft.com/office/drawing/2014/main" id="{DE7272FC-BF6C-455E-8BF5-F53D041C0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128"/>
              <a:ext cx="12" cy="1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2" name="Oval 60">
              <a:extLst>
                <a:ext uri="{FF2B5EF4-FFF2-40B4-BE49-F238E27FC236}">
                  <a16:creationId xmlns:a16="http://schemas.microsoft.com/office/drawing/2014/main" id="{86BBEDC2-2907-4525-AA83-897CEDBD8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1120"/>
              <a:ext cx="5" cy="6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3" name="Oval 61">
              <a:extLst>
                <a:ext uri="{FF2B5EF4-FFF2-40B4-BE49-F238E27FC236}">
                  <a16:creationId xmlns:a16="http://schemas.microsoft.com/office/drawing/2014/main" id="{B57D50A0-00A0-41FD-8768-1CB6DF059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" y="1110"/>
              <a:ext cx="2" cy="1"/>
            </a:xfrm>
            <a:prstGeom prst="ellipse">
              <a:avLst/>
            </a:prstGeom>
            <a:solidFill>
              <a:srgbClr val="FAE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74" name="Freeform 62">
              <a:extLst>
                <a:ext uri="{FF2B5EF4-FFF2-40B4-BE49-F238E27FC236}">
                  <a16:creationId xmlns:a16="http://schemas.microsoft.com/office/drawing/2014/main" id="{2D03474C-2211-4D5C-BFD6-1174750D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85"/>
              <a:ext cx="81" cy="90"/>
            </a:xfrm>
            <a:custGeom>
              <a:avLst/>
              <a:gdLst>
                <a:gd name="T0" fmla="*/ 36 w 79"/>
                <a:gd name="T1" fmla="*/ 106 h 83"/>
                <a:gd name="T2" fmla="*/ 16 w 79"/>
                <a:gd name="T3" fmla="*/ 36 h 83"/>
                <a:gd name="T4" fmla="*/ 5 w 79"/>
                <a:gd name="T5" fmla="*/ 13 h 83"/>
                <a:gd name="T6" fmla="*/ 15 w 79"/>
                <a:gd name="T7" fmla="*/ 9 h 83"/>
                <a:gd name="T8" fmla="*/ 58 w 79"/>
                <a:gd name="T9" fmla="*/ 22 h 83"/>
                <a:gd name="T10" fmla="*/ 79 w 79"/>
                <a:gd name="T11" fmla="*/ 28 h 83"/>
                <a:gd name="T12" fmla="*/ 70 w 79"/>
                <a:gd name="T13" fmla="*/ 47 h 83"/>
                <a:gd name="T14" fmla="*/ 37 w 79"/>
                <a:gd name="T15" fmla="*/ 10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3">
                  <a:moveTo>
                    <a:pt x="33" y="83"/>
                  </a:moveTo>
                  <a:cubicBezTo>
                    <a:pt x="33" y="65"/>
                    <a:pt x="24" y="45"/>
                    <a:pt x="16" y="28"/>
                  </a:cubicBezTo>
                  <a:cubicBezTo>
                    <a:pt x="13" y="22"/>
                    <a:pt x="8" y="16"/>
                    <a:pt x="5" y="10"/>
                  </a:cubicBezTo>
                  <a:cubicBezTo>
                    <a:pt x="0" y="0"/>
                    <a:pt x="7" y="3"/>
                    <a:pt x="15" y="6"/>
                  </a:cubicBezTo>
                  <a:cubicBezTo>
                    <a:pt x="27" y="10"/>
                    <a:pt x="42" y="13"/>
                    <a:pt x="55" y="17"/>
                  </a:cubicBezTo>
                  <a:cubicBezTo>
                    <a:pt x="59" y="18"/>
                    <a:pt x="71" y="19"/>
                    <a:pt x="73" y="22"/>
                  </a:cubicBezTo>
                  <a:cubicBezTo>
                    <a:pt x="79" y="28"/>
                    <a:pt x="68" y="33"/>
                    <a:pt x="64" y="37"/>
                  </a:cubicBezTo>
                  <a:cubicBezTo>
                    <a:pt x="50" y="48"/>
                    <a:pt x="42" y="65"/>
                    <a:pt x="34" y="79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63">
              <a:extLst>
                <a:ext uri="{FF2B5EF4-FFF2-40B4-BE49-F238E27FC236}">
                  <a16:creationId xmlns:a16="http://schemas.microsoft.com/office/drawing/2014/main" id="{D7D89259-AB17-4290-AC33-78E400B6D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192"/>
              <a:ext cx="87" cy="142"/>
            </a:xfrm>
            <a:custGeom>
              <a:avLst/>
              <a:gdLst>
                <a:gd name="T0" fmla="*/ 89 w 86"/>
                <a:gd name="T1" fmla="*/ 167 h 131"/>
                <a:gd name="T2" fmla="*/ 48 w 86"/>
                <a:gd name="T3" fmla="*/ 158 h 131"/>
                <a:gd name="T4" fmla="*/ 0 w 86"/>
                <a:gd name="T5" fmla="*/ 163 h 131"/>
                <a:gd name="T6" fmla="*/ 20 w 86"/>
                <a:gd name="T7" fmla="*/ 128 h 131"/>
                <a:gd name="T8" fmla="*/ 18 w 86"/>
                <a:gd name="T9" fmla="*/ 74 h 131"/>
                <a:gd name="T10" fmla="*/ 8 w 86"/>
                <a:gd name="T11" fmla="*/ 0 h 131"/>
                <a:gd name="T12" fmla="*/ 17 w 86"/>
                <a:gd name="T13" fmla="*/ 29 h 131"/>
                <a:gd name="T14" fmla="*/ 25 w 86"/>
                <a:gd name="T15" fmla="*/ 59 h 131"/>
                <a:gd name="T16" fmla="*/ 39 w 86"/>
                <a:gd name="T17" fmla="*/ 104 h 131"/>
                <a:gd name="T18" fmla="*/ 87 w 86"/>
                <a:gd name="T19" fmla="*/ 167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31">
                  <a:moveTo>
                    <a:pt x="86" y="131"/>
                  </a:moveTo>
                  <a:cubicBezTo>
                    <a:pt x="72" y="128"/>
                    <a:pt x="60" y="125"/>
                    <a:pt x="45" y="125"/>
                  </a:cubicBezTo>
                  <a:cubicBezTo>
                    <a:pt x="32" y="125"/>
                    <a:pt x="11" y="122"/>
                    <a:pt x="0" y="127"/>
                  </a:cubicBezTo>
                  <a:cubicBezTo>
                    <a:pt x="2" y="117"/>
                    <a:pt x="17" y="113"/>
                    <a:pt x="20" y="101"/>
                  </a:cubicBezTo>
                  <a:cubicBezTo>
                    <a:pt x="24" y="86"/>
                    <a:pt x="23" y="72"/>
                    <a:pt x="18" y="58"/>
                  </a:cubicBezTo>
                  <a:cubicBezTo>
                    <a:pt x="11" y="40"/>
                    <a:pt x="10" y="19"/>
                    <a:pt x="8" y="0"/>
                  </a:cubicBezTo>
                  <a:cubicBezTo>
                    <a:pt x="14" y="4"/>
                    <a:pt x="15" y="16"/>
                    <a:pt x="17" y="23"/>
                  </a:cubicBezTo>
                  <a:cubicBezTo>
                    <a:pt x="20" y="31"/>
                    <a:pt x="23" y="38"/>
                    <a:pt x="25" y="46"/>
                  </a:cubicBezTo>
                  <a:cubicBezTo>
                    <a:pt x="28" y="59"/>
                    <a:pt x="32" y="71"/>
                    <a:pt x="39" y="82"/>
                  </a:cubicBezTo>
                  <a:cubicBezTo>
                    <a:pt x="49" y="98"/>
                    <a:pt x="67" y="124"/>
                    <a:pt x="84" y="131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64">
              <a:extLst>
                <a:ext uri="{FF2B5EF4-FFF2-40B4-BE49-F238E27FC236}">
                  <a16:creationId xmlns:a16="http://schemas.microsoft.com/office/drawing/2014/main" id="{BEC425E6-600A-4912-BE95-6FF2C2A19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352"/>
              <a:ext cx="131" cy="20"/>
            </a:xfrm>
            <a:custGeom>
              <a:avLst/>
              <a:gdLst>
                <a:gd name="T0" fmla="*/ 0 w 129"/>
                <a:gd name="T1" fmla="*/ 5 h 19"/>
                <a:gd name="T2" fmla="*/ 26 w 129"/>
                <a:gd name="T3" fmla="*/ 4 h 19"/>
                <a:gd name="T4" fmla="*/ 60 w 129"/>
                <a:gd name="T5" fmla="*/ 13 h 19"/>
                <a:gd name="T6" fmla="*/ 135 w 129"/>
                <a:gd name="T7" fmla="*/ 21 h 19"/>
                <a:gd name="T8" fmla="*/ 96 w 129"/>
                <a:gd name="T9" fmla="*/ 8 h 19"/>
                <a:gd name="T10" fmla="*/ 65 w 129"/>
                <a:gd name="T11" fmla="*/ 2 h 19"/>
                <a:gd name="T12" fmla="*/ 15 w 129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9">
                  <a:moveTo>
                    <a:pt x="0" y="5"/>
                  </a:moveTo>
                  <a:cubicBezTo>
                    <a:pt x="6" y="6"/>
                    <a:pt x="18" y="3"/>
                    <a:pt x="26" y="4"/>
                  </a:cubicBezTo>
                  <a:cubicBezTo>
                    <a:pt x="36" y="5"/>
                    <a:pt x="46" y="7"/>
                    <a:pt x="57" y="10"/>
                  </a:cubicBezTo>
                  <a:cubicBezTo>
                    <a:pt x="81" y="17"/>
                    <a:pt x="104" y="18"/>
                    <a:pt x="129" y="18"/>
                  </a:cubicBezTo>
                  <a:cubicBezTo>
                    <a:pt x="116" y="19"/>
                    <a:pt x="104" y="12"/>
                    <a:pt x="93" y="8"/>
                  </a:cubicBezTo>
                  <a:cubicBezTo>
                    <a:pt x="84" y="4"/>
                    <a:pt x="72" y="2"/>
                    <a:pt x="62" y="2"/>
                  </a:cubicBezTo>
                  <a:cubicBezTo>
                    <a:pt x="46" y="1"/>
                    <a:pt x="30" y="0"/>
                    <a:pt x="15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65">
              <a:extLst>
                <a:ext uri="{FF2B5EF4-FFF2-40B4-BE49-F238E27FC236}">
                  <a16:creationId xmlns:a16="http://schemas.microsoft.com/office/drawing/2014/main" id="{43C0EE38-816D-4189-AF77-0EA3BFAF6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286"/>
              <a:ext cx="31" cy="55"/>
            </a:xfrm>
            <a:custGeom>
              <a:avLst/>
              <a:gdLst>
                <a:gd name="T0" fmla="*/ 4 w 30"/>
                <a:gd name="T1" fmla="*/ 0 h 50"/>
                <a:gd name="T2" fmla="*/ 21 w 30"/>
                <a:gd name="T3" fmla="*/ 35 h 50"/>
                <a:gd name="T4" fmla="*/ 24 w 30"/>
                <a:gd name="T5" fmla="*/ 58 h 50"/>
                <a:gd name="T6" fmla="*/ 0 w 30"/>
                <a:gd name="T7" fmla="*/ 43 h 50"/>
                <a:gd name="T8" fmla="*/ 4 w 30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0">
                  <a:moveTo>
                    <a:pt x="4" y="0"/>
                  </a:moveTo>
                  <a:cubicBezTo>
                    <a:pt x="6" y="11"/>
                    <a:pt x="11" y="19"/>
                    <a:pt x="18" y="26"/>
                  </a:cubicBezTo>
                  <a:cubicBezTo>
                    <a:pt x="24" y="31"/>
                    <a:pt x="30" y="39"/>
                    <a:pt x="21" y="44"/>
                  </a:cubicBezTo>
                  <a:cubicBezTo>
                    <a:pt x="9" y="50"/>
                    <a:pt x="1" y="44"/>
                    <a:pt x="0" y="32"/>
                  </a:cubicBezTo>
                  <a:cubicBezTo>
                    <a:pt x="0" y="22"/>
                    <a:pt x="5" y="14"/>
                    <a:pt x="4" y="4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66">
              <a:extLst>
                <a:ext uri="{FF2B5EF4-FFF2-40B4-BE49-F238E27FC236}">
                  <a16:creationId xmlns:a16="http://schemas.microsoft.com/office/drawing/2014/main" id="{E53C439A-3F0E-4041-AB84-A1522D7C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265"/>
              <a:ext cx="64" cy="28"/>
            </a:xfrm>
            <a:custGeom>
              <a:avLst/>
              <a:gdLst>
                <a:gd name="T0" fmla="*/ 0 w 63"/>
                <a:gd name="T1" fmla="*/ 17 h 26"/>
                <a:gd name="T2" fmla="*/ 57 w 63"/>
                <a:gd name="T3" fmla="*/ 17 h 26"/>
                <a:gd name="T4" fmla="*/ 37 w 63"/>
                <a:gd name="T5" fmla="*/ 22 h 26"/>
                <a:gd name="T6" fmla="*/ 16 w 63"/>
                <a:gd name="T7" fmla="*/ 22 h 26"/>
                <a:gd name="T8" fmla="*/ 3 w 63"/>
                <a:gd name="T9" fmla="*/ 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0" y="14"/>
                  </a:moveTo>
                  <a:cubicBezTo>
                    <a:pt x="3" y="0"/>
                    <a:pt x="47" y="4"/>
                    <a:pt x="54" y="14"/>
                  </a:cubicBezTo>
                  <a:cubicBezTo>
                    <a:pt x="63" y="26"/>
                    <a:pt x="38" y="18"/>
                    <a:pt x="34" y="18"/>
                  </a:cubicBezTo>
                  <a:cubicBezTo>
                    <a:pt x="28" y="17"/>
                    <a:pt x="22" y="19"/>
                    <a:pt x="16" y="18"/>
                  </a:cubicBezTo>
                  <a:cubicBezTo>
                    <a:pt x="11" y="17"/>
                    <a:pt x="6" y="14"/>
                    <a:pt x="3" y="13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67">
              <a:extLst>
                <a:ext uri="{FF2B5EF4-FFF2-40B4-BE49-F238E27FC236}">
                  <a16:creationId xmlns:a16="http://schemas.microsoft.com/office/drawing/2014/main" id="{7AFDC40B-CA3D-4125-AF27-AC374FCD7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006"/>
              <a:ext cx="107" cy="69"/>
            </a:xfrm>
            <a:custGeom>
              <a:avLst/>
              <a:gdLst>
                <a:gd name="T0" fmla="*/ 0 w 105"/>
                <a:gd name="T1" fmla="*/ 12 h 63"/>
                <a:gd name="T2" fmla="*/ 26 w 105"/>
                <a:gd name="T3" fmla="*/ 31 h 63"/>
                <a:gd name="T4" fmla="*/ 57 w 105"/>
                <a:gd name="T5" fmla="*/ 53 h 63"/>
                <a:gd name="T6" fmla="*/ 86 w 105"/>
                <a:gd name="T7" fmla="*/ 68 h 63"/>
                <a:gd name="T8" fmla="*/ 111 w 105"/>
                <a:gd name="T9" fmla="*/ 83 h 63"/>
                <a:gd name="T10" fmla="*/ 70 w 105"/>
                <a:gd name="T11" fmla="*/ 14 h 63"/>
                <a:gd name="T12" fmla="*/ 36 w 105"/>
                <a:gd name="T13" fmla="*/ 2 h 63"/>
                <a:gd name="T14" fmla="*/ 2 w 105"/>
                <a:gd name="T15" fmla="*/ 1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63">
                  <a:moveTo>
                    <a:pt x="0" y="9"/>
                  </a:moveTo>
                  <a:cubicBezTo>
                    <a:pt x="6" y="18"/>
                    <a:pt x="18" y="19"/>
                    <a:pt x="26" y="24"/>
                  </a:cubicBezTo>
                  <a:cubicBezTo>
                    <a:pt x="36" y="30"/>
                    <a:pt x="44" y="35"/>
                    <a:pt x="54" y="40"/>
                  </a:cubicBezTo>
                  <a:cubicBezTo>
                    <a:pt x="63" y="44"/>
                    <a:pt x="71" y="48"/>
                    <a:pt x="80" y="52"/>
                  </a:cubicBezTo>
                  <a:cubicBezTo>
                    <a:pt x="87" y="55"/>
                    <a:pt x="98" y="63"/>
                    <a:pt x="105" y="63"/>
                  </a:cubicBezTo>
                  <a:cubicBezTo>
                    <a:pt x="103" y="43"/>
                    <a:pt x="82" y="22"/>
                    <a:pt x="67" y="11"/>
                  </a:cubicBezTo>
                  <a:cubicBezTo>
                    <a:pt x="55" y="2"/>
                    <a:pt x="48" y="0"/>
                    <a:pt x="33" y="2"/>
                  </a:cubicBezTo>
                  <a:cubicBezTo>
                    <a:pt x="25" y="2"/>
                    <a:pt x="8" y="4"/>
                    <a:pt x="2" y="7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68">
              <a:extLst>
                <a:ext uri="{FF2B5EF4-FFF2-40B4-BE49-F238E27FC236}">
                  <a16:creationId xmlns:a16="http://schemas.microsoft.com/office/drawing/2014/main" id="{83B9DF26-C88D-4133-BBD0-7BDE3F4C0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926"/>
              <a:ext cx="218" cy="188"/>
            </a:xfrm>
            <a:custGeom>
              <a:avLst/>
              <a:gdLst>
                <a:gd name="T0" fmla="*/ 0 w 214"/>
                <a:gd name="T1" fmla="*/ 201 h 173"/>
                <a:gd name="T2" fmla="*/ 40 w 214"/>
                <a:gd name="T3" fmla="*/ 191 h 173"/>
                <a:gd name="T4" fmla="*/ 226 w 214"/>
                <a:gd name="T5" fmla="*/ 0 h 173"/>
                <a:gd name="T6" fmla="*/ 47 w 214"/>
                <a:gd name="T7" fmla="*/ 161 h 173"/>
                <a:gd name="T8" fmla="*/ 0 w 214"/>
                <a:gd name="T9" fmla="*/ 20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73">
                  <a:moveTo>
                    <a:pt x="0" y="156"/>
                  </a:moveTo>
                  <a:cubicBezTo>
                    <a:pt x="0" y="156"/>
                    <a:pt x="10" y="173"/>
                    <a:pt x="37" y="149"/>
                  </a:cubicBezTo>
                  <a:cubicBezTo>
                    <a:pt x="65" y="125"/>
                    <a:pt x="194" y="10"/>
                    <a:pt x="214" y="0"/>
                  </a:cubicBezTo>
                  <a:cubicBezTo>
                    <a:pt x="214" y="0"/>
                    <a:pt x="60" y="101"/>
                    <a:pt x="44" y="125"/>
                  </a:cubicBezTo>
                  <a:cubicBezTo>
                    <a:pt x="27" y="149"/>
                    <a:pt x="0" y="156"/>
                    <a:pt x="0" y="156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69">
              <a:extLst>
                <a:ext uri="{FF2B5EF4-FFF2-40B4-BE49-F238E27FC236}">
                  <a16:creationId xmlns:a16="http://schemas.microsoft.com/office/drawing/2014/main" id="{ED74206E-ABD5-4FFD-A939-92255321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953"/>
              <a:ext cx="129" cy="74"/>
            </a:xfrm>
            <a:custGeom>
              <a:avLst/>
              <a:gdLst>
                <a:gd name="T0" fmla="*/ 0 w 126"/>
                <a:gd name="T1" fmla="*/ 0 h 68"/>
                <a:gd name="T2" fmla="*/ 110 w 126"/>
                <a:gd name="T3" fmla="*/ 88 h 68"/>
                <a:gd name="T4" fmla="*/ 135 w 126"/>
                <a:gd name="T5" fmla="*/ 76 h 68"/>
                <a:gd name="T6" fmla="*/ 0 w 126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68">
                  <a:moveTo>
                    <a:pt x="0" y="0"/>
                  </a:moveTo>
                  <a:cubicBezTo>
                    <a:pt x="0" y="0"/>
                    <a:pt x="80" y="55"/>
                    <a:pt x="103" y="68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55" y="37"/>
                    <a:pt x="0" y="0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70">
              <a:extLst>
                <a:ext uri="{FF2B5EF4-FFF2-40B4-BE49-F238E27FC236}">
                  <a16:creationId xmlns:a16="http://schemas.microsoft.com/office/drawing/2014/main" id="{36F93E1C-1E4A-42D1-A269-2969429F5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391"/>
              <a:ext cx="908" cy="174"/>
            </a:xfrm>
            <a:custGeom>
              <a:avLst/>
              <a:gdLst>
                <a:gd name="T0" fmla="*/ 0 w 889"/>
                <a:gd name="T1" fmla="*/ 65 h 160"/>
                <a:gd name="T2" fmla="*/ 66 w 889"/>
                <a:gd name="T3" fmla="*/ 95 h 160"/>
                <a:gd name="T4" fmla="*/ 176 w 889"/>
                <a:gd name="T5" fmla="*/ 123 h 160"/>
                <a:gd name="T6" fmla="*/ 355 w 889"/>
                <a:gd name="T7" fmla="*/ 201 h 160"/>
                <a:gd name="T8" fmla="*/ 482 w 889"/>
                <a:gd name="T9" fmla="*/ 195 h 160"/>
                <a:gd name="T10" fmla="*/ 621 w 889"/>
                <a:gd name="T11" fmla="*/ 152 h 160"/>
                <a:gd name="T12" fmla="*/ 714 w 889"/>
                <a:gd name="T13" fmla="*/ 119 h 160"/>
                <a:gd name="T14" fmla="*/ 860 w 889"/>
                <a:gd name="T15" fmla="*/ 71 h 160"/>
                <a:gd name="T16" fmla="*/ 947 w 889"/>
                <a:gd name="T17" fmla="*/ 0 h 160"/>
                <a:gd name="T18" fmla="*/ 862 w 889"/>
                <a:gd name="T19" fmla="*/ 49 h 160"/>
                <a:gd name="T20" fmla="*/ 720 w 889"/>
                <a:gd name="T21" fmla="*/ 100 h 160"/>
                <a:gd name="T22" fmla="*/ 626 w 889"/>
                <a:gd name="T23" fmla="*/ 126 h 160"/>
                <a:gd name="T24" fmla="*/ 494 w 889"/>
                <a:gd name="T25" fmla="*/ 176 h 160"/>
                <a:gd name="T26" fmla="*/ 355 w 889"/>
                <a:gd name="T27" fmla="*/ 181 h 160"/>
                <a:gd name="T28" fmla="*/ 152 w 889"/>
                <a:gd name="T29" fmla="*/ 104 h 160"/>
                <a:gd name="T30" fmla="*/ 0 w 889"/>
                <a:gd name="T31" fmla="*/ 65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9" h="160">
                  <a:moveTo>
                    <a:pt x="0" y="51"/>
                  </a:moveTo>
                  <a:cubicBezTo>
                    <a:pt x="0" y="51"/>
                    <a:pt x="13" y="70"/>
                    <a:pt x="63" y="74"/>
                  </a:cubicBezTo>
                  <a:cubicBezTo>
                    <a:pt x="114" y="79"/>
                    <a:pt x="132" y="84"/>
                    <a:pt x="164" y="96"/>
                  </a:cubicBezTo>
                  <a:cubicBezTo>
                    <a:pt x="195" y="109"/>
                    <a:pt x="289" y="158"/>
                    <a:pt x="334" y="156"/>
                  </a:cubicBezTo>
                  <a:cubicBezTo>
                    <a:pt x="380" y="155"/>
                    <a:pt x="427" y="144"/>
                    <a:pt x="452" y="152"/>
                  </a:cubicBezTo>
                  <a:cubicBezTo>
                    <a:pt x="478" y="160"/>
                    <a:pt x="564" y="133"/>
                    <a:pt x="583" y="119"/>
                  </a:cubicBezTo>
                  <a:cubicBezTo>
                    <a:pt x="602" y="104"/>
                    <a:pt x="645" y="95"/>
                    <a:pt x="670" y="92"/>
                  </a:cubicBezTo>
                  <a:cubicBezTo>
                    <a:pt x="695" y="89"/>
                    <a:pt x="790" y="71"/>
                    <a:pt x="807" y="55"/>
                  </a:cubicBezTo>
                  <a:cubicBezTo>
                    <a:pt x="825" y="40"/>
                    <a:pt x="864" y="0"/>
                    <a:pt x="889" y="0"/>
                  </a:cubicBezTo>
                  <a:cubicBezTo>
                    <a:pt x="889" y="0"/>
                    <a:pt x="837" y="22"/>
                    <a:pt x="809" y="38"/>
                  </a:cubicBezTo>
                  <a:cubicBezTo>
                    <a:pt x="780" y="54"/>
                    <a:pt x="691" y="78"/>
                    <a:pt x="676" y="78"/>
                  </a:cubicBezTo>
                  <a:cubicBezTo>
                    <a:pt x="662" y="78"/>
                    <a:pt x="620" y="79"/>
                    <a:pt x="587" y="98"/>
                  </a:cubicBezTo>
                  <a:cubicBezTo>
                    <a:pt x="553" y="117"/>
                    <a:pt x="490" y="141"/>
                    <a:pt x="464" y="137"/>
                  </a:cubicBezTo>
                  <a:cubicBezTo>
                    <a:pt x="437" y="134"/>
                    <a:pt x="371" y="153"/>
                    <a:pt x="334" y="141"/>
                  </a:cubicBezTo>
                  <a:cubicBezTo>
                    <a:pt x="298" y="128"/>
                    <a:pt x="178" y="89"/>
                    <a:pt x="143" y="81"/>
                  </a:cubicBezTo>
                  <a:cubicBezTo>
                    <a:pt x="109" y="73"/>
                    <a:pt x="11" y="65"/>
                    <a:pt x="0" y="51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71">
              <a:extLst>
                <a:ext uri="{FF2B5EF4-FFF2-40B4-BE49-F238E27FC236}">
                  <a16:creationId xmlns:a16="http://schemas.microsoft.com/office/drawing/2014/main" id="{B22329A4-788B-48F5-B8D3-955FF8E8C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563"/>
              <a:ext cx="42" cy="148"/>
            </a:xfrm>
            <a:custGeom>
              <a:avLst/>
              <a:gdLst>
                <a:gd name="T0" fmla="*/ 42 w 42"/>
                <a:gd name="T1" fmla="*/ 3 h 136"/>
                <a:gd name="T2" fmla="*/ 14 w 42"/>
                <a:gd name="T3" fmla="*/ 70 h 136"/>
                <a:gd name="T4" fmla="*/ 7 w 42"/>
                <a:gd name="T5" fmla="*/ 123 h 136"/>
                <a:gd name="T6" fmla="*/ 5 w 42"/>
                <a:gd name="T7" fmla="*/ 160 h 136"/>
                <a:gd name="T8" fmla="*/ 23 w 42"/>
                <a:gd name="T9" fmla="*/ 69 h 136"/>
                <a:gd name="T10" fmla="*/ 29 w 42"/>
                <a:gd name="T11" fmla="*/ 29 h 136"/>
                <a:gd name="T12" fmla="*/ 41 w 42"/>
                <a:gd name="T13" fmla="*/ 11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6">
                  <a:moveTo>
                    <a:pt x="42" y="3"/>
                  </a:moveTo>
                  <a:cubicBezTo>
                    <a:pt x="23" y="0"/>
                    <a:pt x="18" y="41"/>
                    <a:pt x="14" y="54"/>
                  </a:cubicBezTo>
                  <a:cubicBezTo>
                    <a:pt x="10" y="68"/>
                    <a:pt x="9" y="82"/>
                    <a:pt x="7" y="96"/>
                  </a:cubicBezTo>
                  <a:cubicBezTo>
                    <a:pt x="6" y="100"/>
                    <a:pt x="0" y="120"/>
                    <a:pt x="5" y="124"/>
                  </a:cubicBezTo>
                  <a:cubicBezTo>
                    <a:pt x="22" y="136"/>
                    <a:pt x="22" y="60"/>
                    <a:pt x="23" y="53"/>
                  </a:cubicBezTo>
                  <a:cubicBezTo>
                    <a:pt x="24" y="44"/>
                    <a:pt x="25" y="32"/>
                    <a:pt x="29" y="23"/>
                  </a:cubicBezTo>
                  <a:cubicBezTo>
                    <a:pt x="32" y="16"/>
                    <a:pt x="36" y="14"/>
                    <a:pt x="41" y="8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72">
              <a:extLst>
                <a:ext uri="{FF2B5EF4-FFF2-40B4-BE49-F238E27FC236}">
                  <a16:creationId xmlns:a16="http://schemas.microsoft.com/office/drawing/2014/main" id="{F70A7EAA-A2FB-482F-B2D1-260DFD40D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481"/>
              <a:ext cx="68" cy="80"/>
            </a:xfrm>
            <a:custGeom>
              <a:avLst/>
              <a:gdLst>
                <a:gd name="T0" fmla="*/ 70 w 67"/>
                <a:gd name="T1" fmla="*/ 0 h 73"/>
                <a:gd name="T2" fmla="*/ 44 w 67"/>
                <a:gd name="T3" fmla="*/ 39 h 73"/>
                <a:gd name="T4" fmla="*/ 7 w 67"/>
                <a:gd name="T5" fmla="*/ 96 h 73"/>
                <a:gd name="T6" fmla="*/ 33 w 67"/>
                <a:gd name="T7" fmla="*/ 20 h 73"/>
                <a:gd name="T8" fmla="*/ 42 w 67"/>
                <a:gd name="T9" fmla="*/ 3 h 73"/>
                <a:gd name="T10" fmla="*/ 66 w 67"/>
                <a:gd name="T11" fmla="*/ 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73">
                  <a:moveTo>
                    <a:pt x="67" y="0"/>
                  </a:moveTo>
                  <a:cubicBezTo>
                    <a:pt x="66" y="13"/>
                    <a:pt x="49" y="21"/>
                    <a:pt x="41" y="30"/>
                  </a:cubicBezTo>
                  <a:cubicBezTo>
                    <a:pt x="29" y="44"/>
                    <a:pt x="18" y="59"/>
                    <a:pt x="7" y="73"/>
                  </a:cubicBezTo>
                  <a:cubicBezTo>
                    <a:pt x="0" y="57"/>
                    <a:pt x="28" y="30"/>
                    <a:pt x="33" y="15"/>
                  </a:cubicBezTo>
                  <a:cubicBezTo>
                    <a:pt x="35" y="8"/>
                    <a:pt x="32" y="7"/>
                    <a:pt x="39" y="3"/>
                  </a:cubicBezTo>
                  <a:cubicBezTo>
                    <a:pt x="45" y="1"/>
                    <a:pt x="56" y="2"/>
                    <a:pt x="63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73">
              <a:extLst>
                <a:ext uri="{FF2B5EF4-FFF2-40B4-BE49-F238E27FC236}">
                  <a16:creationId xmlns:a16="http://schemas.microsoft.com/office/drawing/2014/main" id="{84E8DCC7-ADD0-448B-879B-F6ECBC297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491"/>
              <a:ext cx="30" cy="94"/>
            </a:xfrm>
            <a:custGeom>
              <a:avLst/>
              <a:gdLst>
                <a:gd name="T0" fmla="*/ 21 w 29"/>
                <a:gd name="T1" fmla="*/ 10 h 86"/>
                <a:gd name="T2" fmla="*/ 23 w 29"/>
                <a:gd name="T3" fmla="*/ 59 h 86"/>
                <a:gd name="T4" fmla="*/ 13 w 29"/>
                <a:gd name="T5" fmla="*/ 89 h 86"/>
                <a:gd name="T6" fmla="*/ 0 w 29"/>
                <a:gd name="T7" fmla="*/ 113 h 86"/>
                <a:gd name="T8" fmla="*/ 2 w 29"/>
                <a:gd name="T9" fmla="*/ 80 h 86"/>
                <a:gd name="T10" fmla="*/ 9 w 29"/>
                <a:gd name="T11" fmla="*/ 39 h 86"/>
                <a:gd name="T12" fmla="*/ 22 w 29"/>
                <a:gd name="T13" fmla="*/ 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6">
                  <a:moveTo>
                    <a:pt x="18" y="7"/>
                  </a:moveTo>
                  <a:cubicBezTo>
                    <a:pt x="29" y="16"/>
                    <a:pt x="24" y="33"/>
                    <a:pt x="20" y="45"/>
                  </a:cubicBezTo>
                  <a:cubicBezTo>
                    <a:pt x="18" y="53"/>
                    <a:pt x="16" y="61"/>
                    <a:pt x="13" y="68"/>
                  </a:cubicBezTo>
                  <a:cubicBezTo>
                    <a:pt x="9" y="75"/>
                    <a:pt x="2" y="79"/>
                    <a:pt x="0" y="86"/>
                  </a:cubicBezTo>
                  <a:cubicBezTo>
                    <a:pt x="2" y="78"/>
                    <a:pt x="2" y="70"/>
                    <a:pt x="2" y="61"/>
                  </a:cubicBezTo>
                  <a:cubicBezTo>
                    <a:pt x="3" y="50"/>
                    <a:pt x="7" y="41"/>
                    <a:pt x="9" y="30"/>
                  </a:cubicBezTo>
                  <a:cubicBezTo>
                    <a:pt x="10" y="22"/>
                    <a:pt x="3" y="0"/>
                    <a:pt x="19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74">
              <a:extLst>
                <a:ext uri="{FF2B5EF4-FFF2-40B4-BE49-F238E27FC236}">
                  <a16:creationId xmlns:a16="http://schemas.microsoft.com/office/drawing/2014/main" id="{B2F04FBF-49A9-4BC8-9B04-346DF572E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565"/>
              <a:ext cx="38" cy="124"/>
            </a:xfrm>
            <a:custGeom>
              <a:avLst/>
              <a:gdLst>
                <a:gd name="T0" fmla="*/ 24 w 37"/>
                <a:gd name="T1" fmla="*/ 1 h 114"/>
                <a:gd name="T2" fmla="*/ 15 w 37"/>
                <a:gd name="T3" fmla="*/ 49 h 114"/>
                <a:gd name="T4" fmla="*/ 36 w 37"/>
                <a:gd name="T5" fmla="*/ 147 h 114"/>
                <a:gd name="T6" fmla="*/ 37 w 37"/>
                <a:gd name="T7" fmla="*/ 98 h 114"/>
                <a:gd name="T8" fmla="*/ 39 w 37"/>
                <a:gd name="T9" fmla="*/ 54 h 114"/>
                <a:gd name="T10" fmla="*/ 29 w 37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14">
                  <a:moveTo>
                    <a:pt x="21" y="1"/>
                  </a:moveTo>
                  <a:cubicBezTo>
                    <a:pt x="0" y="0"/>
                    <a:pt x="11" y="26"/>
                    <a:pt x="15" y="38"/>
                  </a:cubicBezTo>
                  <a:cubicBezTo>
                    <a:pt x="24" y="64"/>
                    <a:pt x="30" y="86"/>
                    <a:pt x="33" y="114"/>
                  </a:cubicBezTo>
                  <a:cubicBezTo>
                    <a:pt x="29" y="104"/>
                    <a:pt x="33" y="86"/>
                    <a:pt x="34" y="76"/>
                  </a:cubicBezTo>
                  <a:cubicBezTo>
                    <a:pt x="35" y="65"/>
                    <a:pt x="37" y="53"/>
                    <a:pt x="36" y="42"/>
                  </a:cubicBezTo>
                  <a:cubicBezTo>
                    <a:pt x="34" y="29"/>
                    <a:pt x="31" y="12"/>
                    <a:pt x="26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75">
              <a:extLst>
                <a:ext uri="{FF2B5EF4-FFF2-40B4-BE49-F238E27FC236}">
                  <a16:creationId xmlns:a16="http://schemas.microsoft.com/office/drawing/2014/main" id="{325D7F79-F02F-4DBD-8082-DF0B138EF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499"/>
              <a:ext cx="81" cy="122"/>
            </a:xfrm>
            <a:custGeom>
              <a:avLst/>
              <a:gdLst>
                <a:gd name="T0" fmla="*/ 0 w 79"/>
                <a:gd name="T1" fmla="*/ 0 h 112"/>
                <a:gd name="T2" fmla="*/ 41 w 79"/>
                <a:gd name="T3" fmla="*/ 89 h 112"/>
                <a:gd name="T4" fmla="*/ 85 w 79"/>
                <a:gd name="T5" fmla="*/ 145 h 112"/>
                <a:gd name="T6" fmla="*/ 66 w 79"/>
                <a:gd name="T7" fmla="*/ 99 h 112"/>
                <a:gd name="T8" fmla="*/ 45 w 79"/>
                <a:gd name="T9" fmla="*/ 54 h 112"/>
                <a:gd name="T10" fmla="*/ 5 w 79"/>
                <a:gd name="T11" fmla="*/ 2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12">
                  <a:moveTo>
                    <a:pt x="0" y="0"/>
                  </a:moveTo>
                  <a:cubicBezTo>
                    <a:pt x="19" y="19"/>
                    <a:pt x="30" y="44"/>
                    <a:pt x="38" y="69"/>
                  </a:cubicBezTo>
                  <a:cubicBezTo>
                    <a:pt x="46" y="93"/>
                    <a:pt x="53" y="105"/>
                    <a:pt x="79" y="112"/>
                  </a:cubicBezTo>
                  <a:cubicBezTo>
                    <a:pt x="78" y="101"/>
                    <a:pt x="65" y="87"/>
                    <a:pt x="60" y="77"/>
                  </a:cubicBezTo>
                  <a:cubicBezTo>
                    <a:pt x="53" y="66"/>
                    <a:pt x="49" y="53"/>
                    <a:pt x="42" y="42"/>
                  </a:cubicBezTo>
                  <a:cubicBezTo>
                    <a:pt x="32" y="26"/>
                    <a:pt x="17" y="16"/>
                    <a:pt x="5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76">
              <a:extLst>
                <a:ext uri="{FF2B5EF4-FFF2-40B4-BE49-F238E27FC236}">
                  <a16:creationId xmlns:a16="http://schemas.microsoft.com/office/drawing/2014/main" id="{4133E8B0-DC0C-466A-8BAB-541A29BF0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418"/>
              <a:ext cx="75" cy="142"/>
            </a:xfrm>
            <a:custGeom>
              <a:avLst/>
              <a:gdLst>
                <a:gd name="T0" fmla="*/ 0 w 73"/>
                <a:gd name="T1" fmla="*/ 0 h 130"/>
                <a:gd name="T2" fmla="*/ 28 w 73"/>
                <a:gd name="T3" fmla="*/ 85 h 130"/>
                <a:gd name="T4" fmla="*/ 42 w 73"/>
                <a:gd name="T5" fmla="*/ 151 h 130"/>
                <a:gd name="T6" fmla="*/ 52 w 73"/>
                <a:gd name="T7" fmla="*/ 169 h 130"/>
                <a:gd name="T8" fmla="*/ 65 w 73"/>
                <a:gd name="T9" fmla="*/ 146 h 130"/>
                <a:gd name="T10" fmla="*/ 71 w 73"/>
                <a:gd name="T11" fmla="*/ 105 h 130"/>
                <a:gd name="T12" fmla="*/ 41 w 73"/>
                <a:gd name="T13" fmla="*/ 60 h 130"/>
                <a:gd name="T14" fmla="*/ 16 w 73"/>
                <a:gd name="T15" fmla="*/ 27 h 130"/>
                <a:gd name="T16" fmla="*/ 3 w 73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30">
                  <a:moveTo>
                    <a:pt x="0" y="0"/>
                  </a:moveTo>
                  <a:cubicBezTo>
                    <a:pt x="0" y="19"/>
                    <a:pt x="19" y="45"/>
                    <a:pt x="25" y="65"/>
                  </a:cubicBezTo>
                  <a:cubicBezTo>
                    <a:pt x="31" y="82"/>
                    <a:pt x="33" y="99"/>
                    <a:pt x="39" y="115"/>
                  </a:cubicBezTo>
                  <a:cubicBezTo>
                    <a:pt x="41" y="120"/>
                    <a:pt x="42" y="130"/>
                    <a:pt x="49" y="130"/>
                  </a:cubicBezTo>
                  <a:cubicBezTo>
                    <a:pt x="57" y="130"/>
                    <a:pt x="56" y="119"/>
                    <a:pt x="59" y="113"/>
                  </a:cubicBezTo>
                  <a:cubicBezTo>
                    <a:pt x="65" y="100"/>
                    <a:pt x="73" y="94"/>
                    <a:pt x="65" y="81"/>
                  </a:cubicBezTo>
                  <a:cubicBezTo>
                    <a:pt x="58" y="69"/>
                    <a:pt x="47" y="56"/>
                    <a:pt x="38" y="46"/>
                  </a:cubicBezTo>
                  <a:cubicBezTo>
                    <a:pt x="30" y="38"/>
                    <a:pt x="23" y="30"/>
                    <a:pt x="16" y="21"/>
                  </a:cubicBezTo>
                  <a:cubicBezTo>
                    <a:pt x="10" y="14"/>
                    <a:pt x="7" y="7"/>
                    <a:pt x="3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77">
              <a:extLst>
                <a:ext uri="{FF2B5EF4-FFF2-40B4-BE49-F238E27FC236}">
                  <a16:creationId xmlns:a16="http://schemas.microsoft.com/office/drawing/2014/main" id="{7CAE3801-4052-4009-BB0A-5B473A40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363"/>
              <a:ext cx="1067" cy="233"/>
            </a:xfrm>
            <a:custGeom>
              <a:avLst/>
              <a:gdLst>
                <a:gd name="T0" fmla="*/ 0 w 1045"/>
                <a:gd name="T1" fmla="*/ 0 h 214"/>
                <a:gd name="T2" fmla="*/ 53 w 1045"/>
                <a:gd name="T3" fmla="*/ 56 h 214"/>
                <a:gd name="T4" fmla="*/ 100 w 1045"/>
                <a:gd name="T5" fmla="*/ 96 h 214"/>
                <a:gd name="T6" fmla="*/ 208 w 1045"/>
                <a:gd name="T7" fmla="*/ 148 h 214"/>
                <a:gd name="T8" fmla="*/ 466 w 1045"/>
                <a:gd name="T9" fmla="*/ 242 h 214"/>
                <a:gd name="T10" fmla="*/ 775 w 1045"/>
                <a:gd name="T11" fmla="*/ 193 h 214"/>
                <a:gd name="T12" fmla="*/ 925 w 1045"/>
                <a:gd name="T13" fmla="*/ 147 h 214"/>
                <a:gd name="T14" fmla="*/ 1034 w 1045"/>
                <a:gd name="T15" fmla="*/ 68 h 214"/>
                <a:gd name="T16" fmla="*/ 1112 w 1045"/>
                <a:gd name="T17" fmla="*/ 35 h 214"/>
                <a:gd name="T18" fmla="*/ 1027 w 1045"/>
                <a:gd name="T19" fmla="*/ 99 h 214"/>
                <a:gd name="T20" fmla="*/ 928 w 1045"/>
                <a:gd name="T21" fmla="*/ 183 h 214"/>
                <a:gd name="T22" fmla="*/ 828 w 1045"/>
                <a:gd name="T23" fmla="*/ 196 h 214"/>
                <a:gd name="T24" fmla="*/ 731 w 1045"/>
                <a:gd name="T25" fmla="*/ 235 h 214"/>
                <a:gd name="T26" fmla="*/ 565 w 1045"/>
                <a:gd name="T27" fmla="*/ 277 h 214"/>
                <a:gd name="T28" fmla="*/ 493 w 1045"/>
                <a:gd name="T29" fmla="*/ 267 h 214"/>
                <a:gd name="T30" fmla="*/ 387 w 1045"/>
                <a:gd name="T31" fmla="*/ 267 h 214"/>
                <a:gd name="T32" fmla="*/ 319 w 1045"/>
                <a:gd name="T33" fmla="*/ 242 h 214"/>
                <a:gd name="T34" fmla="*/ 168 w 1045"/>
                <a:gd name="T35" fmla="*/ 157 h 214"/>
                <a:gd name="T36" fmla="*/ 76 w 1045"/>
                <a:gd name="T37" fmla="*/ 91 h 214"/>
                <a:gd name="T38" fmla="*/ 47 w 1045"/>
                <a:gd name="T39" fmla="*/ 50 h 214"/>
                <a:gd name="T40" fmla="*/ 10 w 1045"/>
                <a:gd name="T41" fmla="*/ 5 h 2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5" h="214">
                  <a:moveTo>
                    <a:pt x="0" y="0"/>
                  </a:moveTo>
                  <a:cubicBezTo>
                    <a:pt x="18" y="12"/>
                    <a:pt x="34" y="31"/>
                    <a:pt x="50" y="43"/>
                  </a:cubicBezTo>
                  <a:cubicBezTo>
                    <a:pt x="64" y="55"/>
                    <a:pt x="77" y="65"/>
                    <a:pt x="94" y="74"/>
                  </a:cubicBezTo>
                  <a:cubicBezTo>
                    <a:pt x="127" y="95"/>
                    <a:pt x="155" y="106"/>
                    <a:pt x="196" y="115"/>
                  </a:cubicBezTo>
                  <a:cubicBezTo>
                    <a:pt x="280" y="135"/>
                    <a:pt x="353" y="177"/>
                    <a:pt x="438" y="187"/>
                  </a:cubicBezTo>
                  <a:cubicBezTo>
                    <a:pt x="541" y="198"/>
                    <a:pt x="634" y="191"/>
                    <a:pt x="728" y="150"/>
                  </a:cubicBezTo>
                  <a:cubicBezTo>
                    <a:pt x="774" y="130"/>
                    <a:pt x="821" y="123"/>
                    <a:pt x="869" y="114"/>
                  </a:cubicBezTo>
                  <a:cubicBezTo>
                    <a:pt x="911" y="105"/>
                    <a:pt x="937" y="77"/>
                    <a:pt x="972" y="52"/>
                  </a:cubicBezTo>
                  <a:cubicBezTo>
                    <a:pt x="995" y="35"/>
                    <a:pt x="1021" y="38"/>
                    <a:pt x="1045" y="27"/>
                  </a:cubicBezTo>
                  <a:cubicBezTo>
                    <a:pt x="1022" y="47"/>
                    <a:pt x="990" y="61"/>
                    <a:pt x="965" y="77"/>
                  </a:cubicBezTo>
                  <a:cubicBezTo>
                    <a:pt x="933" y="98"/>
                    <a:pt x="907" y="127"/>
                    <a:pt x="872" y="141"/>
                  </a:cubicBezTo>
                  <a:cubicBezTo>
                    <a:pt x="844" y="152"/>
                    <a:pt x="809" y="149"/>
                    <a:pt x="778" y="152"/>
                  </a:cubicBezTo>
                  <a:cubicBezTo>
                    <a:pt x="746" y="155"/>
                    <a:pt x="717" y="170"/>
                    <a:pt x="687" y="182"/>
                  </a:cubicBezTo>
                  <a:cubicBezTo>
                    <a:pt x="641" y="201"/>
                    <a:pt x="581" y="214"/>
                    <a:pt x="531" y="214"/>
                  </a:cubicBezTo>
                  <a:cubicBezTo>
                    <a:pt x="508" y="214"/>
                    <a:pt x="486" y="208"/>
                    <a:pt x="463" y="207"/>
                  </a:cubicBezTo>
                  <a:cubicBezTo>
                    <a:pt x="429" y="205"/>
                    <a:pt x="396" y="209"/>
                    <a:pt x="363" y="207"/>
                  </a:cubicBezTo>
                  <a:cubicBezTo>
                    <a:pt x="338" y="205"/>
                    <a:pt x="321" y="198"/>
                    <a:pt x="300" y="187"/>
                  </a:cubicBezTo>
                  <a:cubicBezTo>
                    <a:pt x="270" y="172"/>
                    <a:pt x="160" y="120"/>
                    <a:pt x="159" y="121"/>
                  </a:cubicBezTo>
                  <a:cubicBezTo>
                    <a:pt x="130" y="113"/>
                    <a:pt x="93" y="91"/>
                    <a:pt x="71" y="71"/>
                  </a:cubicBezTo>
                  <a:cubicBezTo>
                    <a:pt x="60" y="61"/>
                    <a:pt x="54" y="49"/>
                    <a:pt x="44" y="39"/>
                  </a:cubicBezTo>
                  <a:cubicBezTo>
                    <a:pt x="33" y="28"/>
                    <a:pt x="16" y="21"/>
                    <a:pt x="10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78">
              <a:extLst>
                <a:ext uri="{FF2B5EF4-FFF2-40B4-BE49-F238E27FC236}">
                  <a16:creationId xmlns:a16="http://schemas.microsoft.com/office/drawing/2014/main" id="{515AC51B-17F6-4B10-A442-F01284026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354"/>
              <a:ext cx="1074" cy="219"/>
            </a:xfrm>
            <a:custGeom>
              <a:avLst/>
              <a:gdLst>
                <a:gd name="T0" fmla="*/ 0 w 1052"/>
                <a:gd name="T1" fmla="*/ 0 h 201"/>
                <a:gd name="T2" fmla="*/ 46 w 1052"/>
                <a:gd name="T3" fmla="*/ 52 h 201"/>
                <a:gd name="T4" fmla="*/ 106 w 1052"/>
                <a:gd name="T5" fmla="*/ 121 h 201"/>
                <a:gd name="T6" fmla="*/ 163 w 1052"/>
                <a:gd name="T7" fmla="*/ 145 h 201"/>
                <a:gd name="T8" fmla="*/ 279 w 1052"/>
                <a:gd name="T9" fmla="*/ 171 h 201"/>
                <a:gd name="T10" fmla="*/ 453 w 1052"/>
                <a:gd name="T11" fmla="*/ 250 h 201"/>
                <a:gd name="T12" fmla="*/ 588 w 1052"/>
                <a:gd name="T13" fmla="*/ 248 h 201"/>
                <a:gd name="T14" fmla="*/ 740 w 1052"/>
                <a:gd name="T15" fmla="*/ 202 h 201"/>
                <a:gd name="T16" fmla="*/ 835 w 1052"/>
                <a:gd name="T17" fmla="*/ 169 h 201"/>
                <a:gd name="T18" fmla="*/ 971 w 1052"/>
                <a:gd name="T19" fmla="*/ 123 h 201"/>
                <a:gd name="T20" fmla="*/ 1052 w 1052"/>
                <a:gd name="T21" fmla="*/ 54 h 201"/>
                <a:gd name="T22" fmla="*/ 1119 w 1052"/>
                <a:gd name="T23" fmla="*/ 19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2" h="201">
                  <a:moveTo>
                    <a:pt x="0" y="0"/>
                  </a:moveTo>
                  <a:cubicBezTo>
                    <a:pt x="0" y="0"/>
                    <a:pt x="21" y="30"/>
                    <a:pt x="43" y="40"/>
                  </a:cubicBezTo>
                  <a:cubicBezTo>
                    <a:pt x="66" y="50"/>
                    <a:pt x="80" y="81"/>
                    <a:pt x="100" y="94"/>
                  </a:cubicBezTo>
                  <a:cubicBezTo>
                    <a:pt x="120" y="106"/>
                    <a:pt x="114" y="102"/>
                    <a:pt x="154" y="112"/>
                  </a:cubicBezTo>
                  <a:cubicBezTo>
                    <a:pt x="194" y="122"/>
                    <a:pt x="231" y="122"/>
                    <a:pt x="262" y="132"/>
                  </a:cubicBezTo>
                  <a:cubicBezTo>
                    <a:pt x="293" y="142"/>
                    <a:pt x="360" y="184"/>
                    <a:pt x="426" y="193"/>
                  </a:cubicBezTo>
                  <a:cubicBezTo>
                    <a:pt x="491" y="201"/>
                    <a:pt x="511" y="182"/>
                    <a:pt x="552" y="192"/>
                  </a:cubicBezTo>
                  <a:cubicBezTo>
                    <a:pt x="593" y="201"/>
                    <a:pt x="668" y="174"/>
                    <a:pt x="695" y="156"/>
                  </a:cubicBezTo>
                  <a:cubicBezTo>
                    <a:pt x="722" y="138"/>
                    <a:pt x="749" y="139"/>
                    <a:pt x="785" y="130"/>
                  </a:cubicBezTo>
                  <a:cubicBezTo>
                    <a:pt x="820" y="122"/>
                    <a:pt x="879" y="121"/>
                    <a:pt x="913" y="95"/>
                  </a:cubicBezTo>
                  <a:cubicBezTo>
                    <a:pt x="947" y="69"/>
                    <a:pt x="954" y="51"/>
                    <a:pt x="988" y="42"/>
                  </a:cubicBezTo>
                  <a:cubicBezTo>
                    <a:pt x="1022" y="34"/>
                    <a:pt x="1038" y="38"/>
                    <a:pt x="1052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79">
              <a:extLst>
                <a:ext uri="{FF2B5EF4-FFF2-40B4-BE49-F238E27FC236}">
                  <a16:creationId xmlns:a16="http://schemas.microsoft.com/office/drawing/2014/main" id="{6849607F-C9FC-4D26-9F6E-09327163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806"/>
              <a:ext cx="903" cy="588"/>
            </a:xfrm>
            <a:custGeom>
              <a:avLst/>
              <a:gdLst>
                <a:gd name="T0" fmla="*/ 466 w 885"/>
                <a:gd name="T1" fmla="*/ 2 h 540"/>
                <a:gd name="T2" fmla="*/ 320 w 885"/>
                <a:gd name="T3" fmla="*/ 103 h 540"/>
                <a:gd name="T4" fmla="*/ 41 w 885"/>
                <a:gd name="T5" fmla="*/ 384 h 540"/>
                <a:gd name="T6" fmla="*/ 7 w 885"/>
                <a:gd name="T7" fmla="*/ 476 h 540"/>
                <a:gd name="T8" fmla="*/ 92 w 885"/>
                <a:gd name="T9" fmla="*/ 629 h 540"/>
                <a:gd name="T10" fmla="*/ 271 w 885"/>
                <a:gd name="T11" fmla="*/ 664 h 540"/>
                <a:gd name="T12" fmla="*/ 492 w 885"/>
                <a:gd name="T13" fmla="*/ 683 h 540"/>
                <a:gd name="T14" fmla="*/ 674 w 885"/>
                <a:gd name="T15" fmla="*/ 636 h 540"/>
                <a:gd name="T16" fmla="*/ 894 w 885"/>
                <a:gd name="T17" fmla="*/ 562 h 540"/>
                <a:gd name="T18" fmla="*/ 940 w 885"/>
                <a:gd name="T19" fmla="*/ 331 h 540"/>
                <a:gd name="T20" fmla="*/ 863 w 885"/>
                <a:gd name="T21" fmla="*/ 289 h 540"/>
                <a:gd name="T22" fmla="*/ 609 w 885"/>
                <a:gd name="T23" fmla="*/ 81 h 540"/>
                <a:gd name="T24" fmla="*/ 466 w 885"/>
                <a:gd name="T25" fmla="*/ 2 h 5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40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9" y="110"/>
                    <a:pt x="66" y="267"/>
                    <a:pt x="38" y="298"/>
                  </a:cubicBezTo>
                  <a:cubicBezTo>
                    <a:pt x="11" y="329"/>
                    <a:pt x="0" y="351"/>
                    <a:pt x="7" y="368"/>
                  </a:cubicBezTo>
                  <a:cubicBezTo>
                    <a:pt x="15" y="384"/>
                    <a:pt x="22" y="454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4" y="523"/>
                    <a:pt x="408" y="540"/>
                    <a:pt x="463" y="529"/>
                  </a:cubicBezTo>
                  <a:cubicBezTo>
                    <a:pt x="518" y="518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80">
              <a:extLst>
                <a:ext uri="{FF2B5EF4-FFF2-40B4-BE49-F238E27FC236}">
                  <a16:creationId xmlns:a16="http://schemas.microsoft.com/office/drawing/2014/main" id="{1269B787-55C2-4BC6-B921-AC4C4B9B2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825"/>
              <a:ext cx="346" cy="374"/>
            </a:xfrm>
            <a:custGeom>
              <a:avLst/>
              <a:gdLst>
                <a:gd name="T0" fmla="*/ 303 w 338"/>
                <a:gd name="T1" fmla="*/ 20 h 344"/>
                <a:gd name="T2" fmla="*/ 355 w 338"/>
                <a:gd name="T3" fmla="*/ 84 h 344"/>
                <a:gd name="T4" fmla="*/ 0 w 338"/>
                <a:gd name="T5" fmla="*/ 441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8" h="344">
                  <a:moveTo>
                    <a:pt x="282" y="16"/>
                  </a:moveTo>
                  <a:cubicBezTo>
                    <a:pt x="282" y="16"/>
                    <a:pt x="338" y="0"/>
                    <a:pt x="331" y="65"/>
                  </a:cubicBezTo>
                  <a:cubicBezTo>
                    <a:pt x="324" y="131"/>
                    <a:pt x="266" y="344"/>
                    <a:pt x="0" y="3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81">
              <a:extLst>
                <a:ext uri="{FF2B5EF4-FFF2-40B4-BE49-F238E27FC236}">
                  <a16:creationId xmlns:a16="http://schemas.microsoft.com/office/drawing/2014/main" id="{8095A863-6903-4E62-B130-D35D15722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957"/>
              <a:ext cx="170" cy="224"/>
            </a:xfrm>
            <a:custGeom>
              <a:avLst/>
              <a:gdLst>
                <a:gd name="T0" fmla="*/ 4 w 166"/>
                <a:gd name="T1" fmla="*/ 0 h 205"/>
                <a:gd name="T2" fmla="*/ 178 w 166"/>
                <a:gd name="T3" fmla="*/ 268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6" h="205">
                  <a:moveTo>
                    <a:pt x="4" y="0"/>
                  </a:moveTo>
                  <a:cubicBezTo>
                    <a:pt x="4" y="0"/>
                    <a:pt x="0" y="172"/>
                    <a:pt x="166" y="20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82">
              <a:extLst>
                <a:ext uri="{FF2B5EF4-FFF2-40B4-BE49-F238E27FC236}">
                  <a16:creationId xmlns:a16="http://schemas.microsoft.com/office/drawing/2014/main" id="{47C29413-B186-4C7B-8561-0E4F8B53D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098"/>
              <a:ext cx="33" cy="99"/>
            </a:xfrm>
            <a:custGeom>
              <a:avLst/>
              <a:gdLst>
                <a:gd name="T0" fmla="*/ 35 w 32"/>
                <a:gd name="T1" fmla="*/ 117 h 91"/>
                <a:gd name="T2" fmla="*/ 25 w 32"/>
                <a:gd name="T3" fmla="*/ 60 h 91"/>
                <a:gd name="T4" fmla="*/ 0 w 32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1">
                  <a:moveTo>
                    <a:pt x="32" y="91"/>
                  </a:moveTo>
                  <a:cubicBezTo>
                    <a:pt x="27" y="77"/>
                    <a:pt x="26" y="62"/>
                    <a:pt x="22" y="47"/>
                  </a:cubicBezTo>
                  <a:cubicBezTo>
                    <a:pt x="16" y="30"/>
                    <a:pt x="10" y="1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83">
              <a:extLst>
                <a:ext uri="{FF2B5EF4-FFF2-40B4-BE49-F238E27FC236}">
                  <a16:creationId xmlns:a16="http://schemas.microsoft.com/office/drawing/2014/main" id="{054C2086-DC83-4114-903C-40922460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332"/>
              <a:ext cx="107" cy="8"/>
            </a:xfrm>
            <a:custGeom>
              <a:avLst/>
              <a:gdLst>
                <a:gd name="T0" fmla="*/ 111 w 105"/>
                <a:gd name="T1" fmla="*/ 10 h 7"/>
                <a:gd name="T2" fmla="*/ 62 w 105"/>
                <a:gd name="T3" fmla="*/ 2 h 7"/>
                <a:gd name="T4" fmla="*/ 0 w 105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">
                  <a:moveTo>
                    <a:pt x="105" y="7"/>
                  </a:moveTo>
                  <a:cubicBezTo>
                    <a:pt x="91" y="7"/>
                    <a:pt x="74" y="4"/>
                    <a:pt x="59" y="2"/>
                  </a:cubicBezTo>
                  <a:cubicBezTo>
                    <a:pt x="39" y="0"/>
                    <a:pt x="20" y="1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84">
              <a:extLst>
                <a:ext uri="{FF2B5EF4-FFF2-40B4-BE49-F238E27FC236}">
                  <a16:creationId xmlns:a16="http://schemas.microsoft.com/office/drawing/2014/main" id="{867692A4-D9E2-4217-B005-0DBD9DF3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086"/>
              <a:ext cx="70" cy="23"/>
            </a:xfrm>
            <a:custGeom>
              <a:avLst/>
              <a:gdLst>
                <a:gd name="T0" fmla="*/ 72 w 69"/>
                <a:gd name="T1" fmla="*/ 24 h 21"/>
                <a:gd name="T2" fmla="*/ 33 w 69"/>
                <a:gd name="T3" fmla="*/ 15 h 21"/>
                <a:gd name="T4" fmla="*/ 0 w 6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1">
                  <a:moveTo>
                    <a:pt x="69" y="18"/>
                  </a:moveTo>
                  <a:cubicBezTo>
                    <a:pt x="57" y="21"/>
                    <a:pt x="44" y="16"/>
                    <a:pt x="33" y="12"/>
                  </a:cubicBezTo>
                  <a:cubicBezTo>
                    <a:pt x="25" y="8"/>
                    <a:pt x="7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85">
              <a:extLst>
                <a:ext uri="{FF2B5EF4-FFF2-40B4-BE49-F238E27FC236}">
                  <a16:creationId xmlns:a16="http://schemas.microsoft.com/office/drawing/2014/main" id="{FB439765-E511-4743-AF75-687C7C32C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267"/>
              <a:ext cx="72" cy="13"/>
            </a:xfrm>
            <a:custGeom>
              <a:avLst/>
              <a:gdLst>
                <a:gd name="T0" fmla="*/ 0 w 71"/>
                <a:gd name="T1" fmla="*/ 15 h 12"/>
                <a:gd name="T2" fmla="*/ 27 w 71"/>
                <a:gd name="T3" fmla="*/ 1 h 12"/>
                <a:gd name="T4" fmla="*/ 74 w 7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2">
                  <a:moveTo>
                    <a:pt x="0" y="12"/>
                  </a:moveTo>
                  <a:cubicBezTo>
                    <a:pt x="3" y="2"/>
                    <a:pt x="18" y="0"/>
                    <a:pt x="27" y="1"/>
                  </a:cubicBezTo>
                  <a:cubicBezTo>
                    <a:pt x="39" y="2"/>
                    <a:pt x="63" y="6"/>
                    <a:pt x="71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86">
              <a:extLst>
                <a:ext uri="{FF2B5EF4-FFF2-40B4-BE49-F238E27FC236}">
                  <a16:creationId xmlns:a16="http://schemas.microsoft.com/office/drawing/2014/main" id="{F909C963-164F-4FD6-A83C-9FE3854BF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280"/>
              <a:ext cx="22" cy="47"/>
            </a:xfrm>
            <a:custGeom>
              <a:avLst/>
              <a:gdLst>
                <a:gd name="T0" fmla="*/ 0 w 22"/>
                <a:gd name="T1" fmla="*/ 0 h 43"/>
                <a:gd name="T2" fmla="*/ 3 w 22"/>
                <a:gd name="T3" fmla="*/ 23 h 43"/>
                <a:gd name="T4" fmla="*/ 22 w 22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0" y="6"/>
                    <a:pt x="0" y="11"/>
                    <a:pt x="3" y="17"/>
                  </a:cubicBezTo>
                  <a:cubicBezTo>
                    <a:pt x="8" y="26"/>
                    <a:pt x="22" y="33"/>
                    <a:pt x="22" y="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87">
              <a:extLst>
                <a:ext uri="{FF2B5EF4-FFF2-40B4-BE49-F238E27FC236}">
                  <a16:creationId xmlns:a16="http://schemas.microsoft.com/office/drawing/2014/main" id="{72594BC7-D937-403F-9A2F-9C59EF1AC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008"/>
              <a:ext cx="53" cy="79"/>
            </a:xfrm>
            <a:custGeom>
              <a:avLst/>
              <a:gdLst>
                <a:gd name="T0" fmla="*/ 46 w 52"/>
                <a:gd name="T1" fmla="*/ 92 h 73"/>
                <a:gd name="T2" fmla="*/ 0 w 52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3">
                  <a:moveTo>
                    <a:pt x="43" y="73"/>
                  </a:moveTo>
                  <a:cubicBezTo>
                    <a:pt x="52" y="38"/>
                    <a:pt x="27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88">
              <a:extLst>
                <a:ext uri="{FF2B5EF4-FFF2-40B4-BE49-F238E27FC236}">
                  <a16:creationId xmlns:a16="http://schemas.microsoft.com/office/drawing/2014/main" id="{D523E88B-DF83-4A59-BCC1-86A2EEDCC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356"/>
              <a:ext cx="188" cy="35"/>
            </a:xfrm>
            <a:custGeom>
              <a:avLst/>
              <a:gdLst>
                <a:gd name="T0" fmla="*/ 0 w 184"/>
                <a:gd name="T1" fmla="*/ 13 h 32"/>
                <a:gd name="T2" fmla="*/ 93 w 184"/>
                <a:gd name="T3" fmla="*/ 12 h 32"/>
                <a:gd name="T4" fmla="*/ 148 w 184"/>
                <a:gd name="T5" fmla="*/ 30 h 32"/>
                <a:gd name="T6" fmla="*/ 196 w 184"/>
                <a:gd name="T7" fmla="*/ 3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2">
                  <a:moveTo>
                    <a:pt x="0" y="10"/>
                  </a:moveTo>
                  <a:cubicBezTo>
                    <a:pt x="30" y="11"/>
                    <a:pt x="57" y="0"/>
                    <a:pt x="87" y="9"/>
                  </a:cubicBezTo>
                  <a:cubicBezTo>
                    <a:pt x="105" y="13"/>
                    <a:pt x="122" y="18"/>
                    <a:pt x="139" y="23"/>
                  </a:cubicBezTo>
                  <a:cubicBezTo>
                    <a:pt x="148" y="26"/>
                    <a:pt x="180" y="32"/>
                    <a:pt x="184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89">
              <a:extLst>
                <a:ext uri="{FF2B5EF4-FFF2-40B4-BE49-F238E27FC236}">
                  <a16:creationId xmlns:a16="http://schemas.microsoft.com/office/drawing/2014/main" id="{58704989-F79A-4B54-B179-CB9A1D5C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491"/>
              <a:ext cx="92" cy="133"/>
            </a:xfrm>
            <a:custGeom>
              <a:avLst/>
              <a:gdLst>
                <a:gd name="T0" fmla="*/ 0 w 90"/>
                <a:gd name="T1" fmla="*/ 0 h 122"/>
                <a:gd name="T2" fmla="*/ 96 w 90"/>
                <a:gd name="T3" fmla="*/ 158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22">
                  <a:moveTo>
                    <a:pt x="0" y="0"/>
                  </a:moveTo>
                  <a:cubicBezTo>
                    <a:pt x="41" y="28"/>
                    <a:pt x="79" y="75"/>
                    <a:pt x="90" y="1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90">
              <a:extLst>
                <a:ext uri="{FF2B5EF4-FFF2-40B4-BE49-F238E27FC236}">
                  <a16:creationId xmlns:a16="http://schemas.microsoft.com/office/drawing/2014/main" id="{E3575C4C-01D9-4C92-836C-34AAEC1A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493"/>
              <a:ext cx="43" cy="113"/>
            </a:xfrm>
            <a:custGeom>
              <a:avLst/>
              <a:gdLst>
                <a:gd name="T0" fmla="*/ 0 w 42"/>
                <a:gd name="T1" fmla="*/ 0 h 103"/>
                <a:gd name="T2" fmla="*/ 45 w 42"/>
                <a:gd name="T3" fmla="*/ 136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03">
                  <a:moveTo>
                    <a:pt x="0" y="0"/>
                  </a:moveTo>
                  <a:cubicBezTo>
                    <a:pt x="17" y="35"/>
                    <a:pt x="42" y="60"/>
                    <a:pt x="42" y="10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91">
              <a:extLst>
                <a:ext uri="{FF2B5EF4-FFF2-40B4-BE49-F238E27FC236}">
                  <a16:creationId xmlns:a16="http://schemas.microsoft.com/office/drawing/2014/main" id="{7F1F8407-65E9-4A53-ACBD-65238792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415"/>
              <a:ext cx="37" cy="137"/>
            </a:xfrm>
            <a:custGeom>
              <a:avLst/>
              <a:gdLst>
                <a:gd name="T0" fmla="*/ 2 w 36"/>
                <a:gd name="T1" fmla="*/ 0 h 126"/>
                <a:gd name="T2" fmla="*/ 26 w 36"/>
                <a:gd name="T3" fmla="*/ 77 h 126"/>
                <a:gd name="T4" fmla="*/ 39 w 36"/>
                <a:gd name="T5" fmla="*/ 162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26">
                  <a:moveTo>
                    <a:pt x="2" y="0"/>
                  </a:moveTo>
                  <a:cubicBezTo>
                    <a:pt x="0" y="18"/>
                    <a:pt x="17" y="43"/>
                    <a:pt x="23" y="60"/>
                  </a:cubicBezTo>
                  <a:cubicBezTo>
                    <a:pt x="30" y="82"/>
                    <a:pt x="34" y="104"/>
                    <a:pt x="36" y="1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92">
              <a:extLst>
                <a:ext uri="{FF2B5EF4-FFF2-40B4-BE49-F238E27FC236}">
                  <a16:creationId xmlns:a16="http://schemas.microsoft.com/office/drawing/2014/main" id="{855C201D-77FB-4FA0-9519-E3571CA9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407"/>
              <a:ext cx="79" cy="78"/>
            </a:xfrm>
            <a:custGeom>
              <a:avLst/>
              <a:gdLst>
                <a:gd name="T0" fmla="*/ 0 w 77"/>
                <a:gd name="T1" fmla="*/ 0 h 71"/>
                <a:gd name="T2" fmla="*/ 83 w 77"/>
                <a:gd name="T3" fmla="*/ 94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71">
                  <a:moveTo>
                    <a:pt x="0" y="0"/>
                  </a:moveTo>
                  <a:cubicBezTo>
                    <a:pt x="9" y="33"/>
                    <a:pt x="60" y="43"/>
                    <a:pt x="77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93">
              <a:extLst>
                <a:ext uri="{FF2B5EF4-FFF2-40B4-BE49-F238E27FC236}">
                  <a16:creationId xmlns:a16="http://schemas.microsoft.com/office/drawing/2014/main" id="{4A84F04C-A028-44EC-8988-3B983D09E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564"/>
              <a:ext cx="35" cy="105"/>
            </a:xfrm>
            <a:custGeom>
              <a:avLst/>
              <a:gdLst>
                <a:gd name="T0" fmla="*/ 11 w 34"/>
                <a:gd name="T1" fmla="*/ 0 h 96"/>
                <a:gd name="T2" fmla="*/ 37 w 34"/>
                <a:gd name="T3" fmla="*/ 12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6">
                  <a:moveTo>
                    <a:pt x="11" y="0"/>
                  </a:moveTo>
                  <a:cubicBezTo>
                    <a:pt x="0" y="24"/>
                    <a:pt x="29" y="71"/>
                    <a:pt x="34" y="9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94">
              <a:extLst>
                <a:ext uri="{FF2B5EF4-FFF2-40B4-BE49-F238E27FC236}">
                  <a16:creationId xmlns:a16="http://schemas.microsoft.com/office/drawing/2014/main" id="{ECAE44E4-C39F-4639-814A-F6FFB4E43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475"/>
              <a:ext cx="81" cy="117"/>
            </a:xfrm>
            <a:custGeom>
              <a:avLst/>
              <a:gdLst>
                <a:gd name="T0" fmla="*/ 79 w 79"/>
                <a:gd name="T1" fmla="*/ 0 h 108"/>
                <a:gd name="T2" fmla="*/ 52 w 79"/>
                <a:gd name="T3" fmla="*/ 54 h 108"/>
                <a:gd name="T4" fmla="*/ 0 w 79"/>
                <a:gd name="T5" fmla="*/ 13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08">
                  <a:moveTo>
                    <a:pt x="73" y="0"/>
                  </a:moveTo>
                  <a:cubicBezTo>
                    <a:pt x="79" y="15"/>
                    <a:pt x="58" y="32"/>
                    <a:pt x="49" y="42"/>
                  </a:cubicBezTo>
                  <a:cubicBezTo>
                    <a:pt x="30" y="62"/>
                    <a:pt x="7" y="81"/>
                    <a:pt x="0" y="10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95">
              <a:extLst>
                <a:ext uri="{FF2B5EF4-FFF2-40B4-BE49-F238E27FC236}">
                  <a16:creationId xmlns:a16="http://schemas.microsoft.com/office/drawing/2014/main" id="{369ED1BD-4006-4054-A081-AD16FD12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491"/>
              <a:ext cx="24" cy="100"/>
            </a:xfrm>
            <a:custGeom>
              <a:avLst/>
              <a:gdLst>
                <a:gd name="T0" fmla="*/ 19 w 24"/>
                <a:gd name="T1" fmla="*/ 0 h 92"/>
                <a:gd name="T2" fmla="*/ 20 w 24"/>
                <a:gd name="T3" fmla="*/ 54 h 92"/>
                <a:gd name="T4" fmla="*/ 0 w 24"/>
                <a:gd name="T5" fmla="*/ 11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2">
                  <a:moveTo>
                    <a:pt x="19" y="0"/>
                  </a:moveTo>
                  <a:cubicBezTo>
                    <a:pt x="15" y="13"/>
                    <a:pt x="24" y="28"/>
                    <a:pt x="20" y="42"/>
                  </a:cubicBezTo>
                  <a:cubicBezTo>
                    <a:pt x="16" y="60"/>
                    <a:pt x="3" y="74"/>
                    <a:pt x="0" y="9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96">
              <a:extLst>
                <a:ext uri="{FF2B5EF4-FFF2-40B4-BE49-F238E27FC236}">
                  <a16:creationId xmlns:a16="http://schemas.microsoft.com/office/drawing/2014/main" id="{ED750CA4-0393-400B-8F68-1524A964C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556"/>
              <a:ext cx="44" cy="131"/>
            </a:xfrm>
            <a:custGeom>
              <a:avLst/>
              <a:gdLst>
                <a:gd name="T0" fmla="*/ 46 w 43"/>
                <a:gd name="T1" fmla="*/ 0 h 120"/>
                <a:gd name="T2" fmla="*/ 0 w 43"/>
                <a:gd name="T3" fmla="*/ 156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0">
                  <a:moveTo>
                    <a:pt x="43" y="0"/>
                  </a:moveTo>
                  <a:cubicBezTo>
                    <a:pt x="16" y="22"/>
                    <a:pt x="3" y="86"/>
                    <a:pt x="0" y="1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97">
              <a:extLst>
                <a:ext uri="{FF2B5EF4-FFF2-40B4-BE49-F238E27FC236}">
                  <a16:creationId xmlns:a16="http://schemas.microsoft.com/office/drawing/2014/main" id="{1A2652E9-08F3-4E41-AE00-453B563A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559"/>
              <a:ext cx="22" cy="100"/>
            </a:xfrm>
            <a:custGeom>
              <a:avLst/>
              <a:gdLst>
                <a:gd name="T0" fmla="*/ 0 w 22"/>
                <a:gd name="T1" fmla="*/ 0 h 92"/>
                <a:gd name="T2" fmla="*/ 21 w 22"/>
                <a:gd name="T3" fmla="*/ 118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2">
                  <a:moveTo>
                    <a:pt x="0" y="0"/>
                  </a:moveTo>
                  <a:cubicBezTo>
                    <a:pt x="18" y="22"/>
                    <a:pt x="22" y="69"/>
                    <a:pt x="21" y="9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98">
              <a:extLst>
                <a:ext uri="{FF2B5EF4-FFF2-40B4-BE49-F238E27FC236}">
                  <a16:creationId xmlns:a16="http://schemas.microsoft.com/office/drawing/2014/main" id="{DEDDB898-5A46-4AED-9A6E-44908C799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120"/>
              <a:ext cx="75" cy="205"/>
            </a:xfrm>
            <a:custGeom>
              <a:avLst/>
              <a:gdLst>
                <a:gd name="T0" fmla="*/ 46 w 74"/>
                <a:gd name="T1" fmla="*/ 0 h 188"/>
                <a:gd name="T2" fmla="*/ 4 w 74"/>
                <a:gd name="T3" fmla="*/ 128 h 188"/>
                <a:gd name="T4" fmla="*/ 45 w 74"/>
                <a:gd name="T5" fmla="*/ 240 h 188"/>
                <a:gd name="T6" fmla="*/ 60 w 74"/>
                <a:gd name="T7" fmla="*/ 124 h 188"/>
                <a:gd name="T8" fmla="*/ 56 w 74"/>
                <a:gd name="T9" fmla="*/ 4 h 188"/>
                <a:gd name="T10" fmla="*/ 48 w 74"/>
                <a:gd name="T11" fmla="*/ 0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88">
                  <a:moveTo>
                    <a:pt x="43" y="0"/>
                  </a:moveTo>
                  <a:cubicBezTo>
                    <a:pt x="18" y="19"/>
                    <a:pt x="0" y="68"/>
                    <a:pt x="4" y="98"/>
                  </a:cubicBezTo>
                  <a:cubicBezTo>
                    <a:pt x="6" y="114"/>
                    <a:pt x="16" y="188"/>
                    <a:pt x="42" y="185"/>
                  </a:cubicBezTo>
                  <a:cubicBezTo>
                    <a:pt x="74" y="181"/>
                    <a:pt x="63" y="114"/>
                    <a:pt x="57" y="96"/>
                  </a:cubicBezTo>
                  <a:cubicBezTo>
                    <a:pt x="46" y="63"/>
                    <a:pt x="41" y="38"/>
                    <a:pt x="53" y="4"/>
                  </a:cubicBezTo>
                  <a:cubicBezTo>
                    <a:pt x="50" y="2"/>
                    <a:pt x="48" y="1"/>
                    <a:pt x="45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99">
              <a:extLst>
                <a:ext uri="{FF2B5EF4-FFF2-40B4-BE49-F238E27FC236}">
                  <a16:creationId xmlns:a16="http://schemas.microsoft.com/office/drawing/2014/main" id="{B655BAB5-243F-4375-92ED-D8638F604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978"/>
              <a:ext cx="139" cy="89"/>
            </a:xfrm>
            <a:custGeom>
              <a:avLst/>
              <a:gdLst>
                <a:gd name="T0" fmla="*/ 0 w 136"/>
                <a:gd name="T1" fmla="*/ 93 h 82"/>
                <a:gd name="T2" fmla="*/ 44 w 136"/>
                <a:gd name="T3" fmla="*/ 99 h 82"/>
                <a:gd name="T4" fmla="*/ 80 w 136"/>
                <a:gd name="T5" fmla="*/ 60 h 82"/>
                <a:gd name="T6" fmla="*/ 145 w 136"/>
                <a:gd name="T7" fmla="*/ 0 h 82"/>
                <a:gd name="T8" fmla="*/ 8 w 136"/>
                <a:gd name="T9" fmla="*/ 93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82">
                  <a:moveTo>
                    <a:pt x="0" y="73"/>
                  </a:moveTo>
                  <a:cubicBezTo>
                    <a:pt x="13" y="72"/>
                    <a:pt x="28" y="82"/>
                    <a:pt x="41" y="77"/>
                  </a:cubicBezTo>
                  <a:cubicBezTo>
                    <a:pt x="52" y="73"/>
                    <a:pt x="65" y="55"/>
                    <a:pt x="74" y="47"/>
                  </a:cubicBezTo>
                  <a:cubicBezTo>
                    <a:pt x="94" y="30"/>
                    <a:pt x="117" y="18"/>
                    <a:pt x="136" y="0"/>
                  </a:cubicBezTo>
                  <a:cubicBezTo>
                    <a:pt x="88" y="13"/>
                    <a:pt x="41" y="37"/>
                    <a:pt x="8" y="73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100">
              <a:extLst>
                <a:ext uri="{FF2B5EF4-FFF2-40B4-BE49-F238E27FC236}">
                  <a16:creationId xmlns:a16="http://schemas.microsoft.com/office/drawing/2014/main" id="{A076630C-4D74-458B-89D9-BB1651C7D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346"/>
              <a:ext cx="716" cy="158"/>
            </a:xfrm>
            <a:custGeom>
              <a:avLst/>
              <a:gdLst>
                <a:gd name="T0" fmla="*/ 16 w 701"/>
                <a:gd name="T1" fmla="*/ 13 h 145"/>
                <a:gd name="T2" fmla="*/ 5 w 701"/>
                <a:gd name="T3" fmla="*/ 42 h 145"/>
                <a:gd name="T4" fmla="*/ 48 w 701"/>
                <a:gd name="T5" fmla="*/ 74 h 145"/>
                <a:gd name="T6" fmla="*/ 174 w 701"/>
                <a:gd name="T7" fmla="*/ 76 h 145"/>
                <a:gd name="T8" fmla="*/ 299 w 701"/>
                <a:gd name="T9" fmla="*/ 106 h 145"/>
                <a:gd name="T10" fmla="*/ 428 w 701"/>
                <a:gd name="T11" fmla="*/ 160 h 145"/>
                <a:gd name="T12" fmla="*/ 667 w 701"/>
                <a:gd name="T13" fmla="*/ 119 h 145"/>
                <a:gd name="T14" fmla="*/ 733 w 701"/>
                <a:gd name="T15" fmla="*/ 84 h 145"/>
                <a:gd name="T16" fmla="*/ 625 w 701"/>
                <a:gd name="T17" fmla="*/ 62 h 145"/>
                <a:gd name="T18" fmla="*/ 532 w 701"/>
                <a:gd name="T19" fmla="*/ 61 h 145"/>
                <a:gd name="T20" fmla="*/ 445 w 701"/>
                <a:gd name="T21" fmla="*/ 78 h 145"/>
                <a:gd name="T22" fmla="*/ 282 w 701"/>
                <a:gd name="T23" fmla="*/ 68 h 145"/>
                <a:gd name="T24" fmla="*/ 199 w 701"/>
                <a:gd name="T25" fmla="*/ 35 h 145"/>
                <a:gd name="T26" fmla="*/ 112 w 701"/>
                <a:gd name="T27" fmla="*/ 23 h 145"/>
                <a:gd name="T28" fmla="*/ 18 w 701"/>
                <a:gd name="T29" fmla="*/ 13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1" h="145">
                  <a:moveTo>
                    <a:pt x="16" y="10"/>
                  </a:moveTo>
                  <a:cubicBezTo>
                    <a:pt x="2" y="9"/>
                    <a:pt x="0" y="23"/>
                    <a:pt x="5" y="33"/>
                  </a:cubicBezTo>
                  <a:cubicBezTo>
                    <a:pt x="12" y="46"/>
                    <a:pt x="33" y="51"/>
                    <a:pt x="45" y="57"/>
                  </a:cubicBezTo>
                  <a:cubicBezTo>
                    <a:pt x="83" y="72"/>
                    <a:pt x="122" y="56"/>
                    <a:pt x="163" y="59"/>
                  </a:cubicBezTo>
                  <a:cubicBezTo>
                    <a:pt x="204" y="61"/>
                    <a:pt x="241" y="72"/>
                    <a:pt x="281" y="82"/>
                  </a:cubicBezTo>
                  <a:cubicBezTo>
                    <a:pt x="323" y="93"/>
                    <a:pt x="360" y="114"/>
                    <a:pt x="401" y="124"/>
                  </a:cubicBezTo>
                  <a:cubicBezTo>
                    <a:pt x="481" y="145"/>
                    <a:pt x="549" y="110"/>
                    <a:pt x="626" y="92"/>
                  </a:cubicBezTo>
                  <a:cubicBezTo>
                    <a:pt x="638" y="89"/>
                    <a:pt x="701" y="91"/>
                    <a:pt x="688" y="65"/>
                  </a:cubicBezTo>
                  <a:cubicBezTo>
                    <a:pt x="678" y="45"/>
                    <a:pt x="605" y="50"/>
                    <a:pt x="586" y="48"/>
                  </a:cubicBezTo>
                  <a:cubicBezTo>
                    <a:pt x="555" y="44"/>
                    <a:pt x="530" y="40"/>
                    <a:pt x="499" y="47"/>
                  </a:cubicBezTo>
                  <a:cubicBezTo>
                    <a:pt x="473" y="54"/>
                    <a:pt x="445" y="59"/>
                    <a:pt x="418" y="61"/>
                  </a:cubicBezTo>
                  <a:cubicBezTo>
                    <a:pt x="367" y="64"/>
                    <a:pt x="313" y="64"/>
                    <a:pt x="264" y="52"/>
                  </a:cubicBezTo>
                  <a:cubicBezTo>
                    <a:pt x="238" y="45"/>
                    <a:pt x="213" y="33"/>
                    <a:pt x="187" y="27"/>
                  </a:cubicBezTo>
                  <a:cubicBezTo>
                    <a:pt x="159" y="21"/>
                    <a:pt x="135" y="18"/>
                    <a:pt x="106" y="17"/>
                  </a:cubicBezTo>
                  <a:cubicBezTo>
                    <a:pt x="90" y="16"/>
                    <a:pt x="24" y="0"/>
                    <a:pt x="18" y="1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101">
              <a:extLst>
                <a:ext uri="{FF2B5EF4-FFF2-40B4-BE49-F238E27FC236}">
                  <a16:creationId xmlns:a16="http://schemas.microsoft.com/office/drawing/2014/main" id="{E1EBCFBE-4244-4B65-A24F-9D0D2096B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329"/>
              <a:ext cx="145" cy="80"/>
            </a:xfrm>
            <a:custGeom>
              <a:avLst/>
              <a:gdLst>
                <a:gd name="T0" fmla="*/ 0 w 142"/>
                <a:gd name="T1" fmla="*/ 35 h 74"/>
                <a:gd name="T2" fmla="*/ 78 w 142"/>
                <a:gd name="T3" fmla="*/ 92 h 74"/>
                <a:gd name="T4" fmla="*/ 147 w 142"/>
                <a:gd name="T5" fmla="*/ 59 h 74"/>
                <a:gd name="T6" fmla="*/ 112 w 142"/>
                <a:gd name="T7" fmla="*/ 26 h 74"/>
                <a:gd name="T8" fmla="*/ 86 w 142"/>
                <a:gd name="T9" fmla="*/ 1 h 74"/>
                <a:gd name="T10" fmla="*/ 13 w 142"/>
                <a:gd name="T11" fmla="*/ 2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74">
                  <a:moveTo>
                    <a:pt x="0" y="28"/>
                  </a:moveTo>
                  <a:cubicBezTo>
                    <a:pt x="34" y="37"/>
                    <a:pt x="37" y="72"/>
                    <a:pt x="72" y="73"/>
                  </a:cubicBezTo>
                  <a:cubicBezTo>
                    <a:pt x="86" y="74"/>
                    <a:pt x="142" y="70"/>
                    <a:pt x="138" y="47"/>
                  </a:cubicBezTo>
                  <a:cubicBezTo>
                    <a:pt x="137" y="39"/>
                    <a:pt x="111" y="27"/>
                    <a:pt x="106" y="20"/>
                  </a:cubicBezTo>
                  <a:cubicBezTo>
                    <a:pt x="95" y="8"/>
                    <a:pt x="101" y="2"/>
                    <a:pt x="80" y="1"/>
                  </a:cubicBezTo>
                  <a:cubicBezTo>
                    <a:pt x="67" y="0"/>
                    <a:pt x="11" y="15"/>
                    <a:pt x="13" y="18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102">
              <a:extLst>
                <a:ext uri="{FF2B5EF4-FFF2-40B4-BE49-F238E27FC236}">
                  <a16:creationId xmlns:a16="http://schemas.microsoft.com/office/drawing/2014/main" id="{E7597DF2-5C48-438E-8D26-D368714BC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033"/>
              <a:ext cx="111" cy="302"/>
            </a:xfrm>
            <a:custGeom>
              <a:avLst/>
              <a:gdLst>
                <a:gd name="T0" fmla="*/ 22 w 108"/>
                <a:gd name="T1" fmla="*/ 0 h 278"/>
                <a:gd name="T2" fmla="*/ 32 w 108"/>
                <a:gd name="T3" fmla="*/ 66 h 278"/>
                <a:gd name="T4" fmla="*/ 24 w 108"/>
                <a:gd name="T5" fmla="*/ 139 h 278"/>
                <a:gd name="T6" fmla="*/ 9 w 108"/>
                <a:gd name="T7" fmla="*/ 223 h 278"/>
                <a:gd name="T8" fmla="*/ 51 w 108"/>
                <a:gd name="T9" fmla="*/ 273 h 278"/>
                <a:gd name="T10" fmla="*/ 69 w 108"/>
                <a:gd name="T11" fmla="*/ 356 h 278"/>
                <a:gd name="T12" fmla="*/ 104 w 108"/>
                <a:gd name="T13" fmla="*/ 272 h 278"/>
                <a:gd name="T14" fmla="*/ 110 w 108"/>
                <a:gd name="T15" fmla="*/ 164 h 278"/>
                <a:gd name="T16" fmla="*/ 31 w 108"/>
                <a:gd name="T17" fmla="*/ 2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278">
                  <a:moveTo>
                    <a:pt x="19" y="0"/>
                  </a:moveTo>
                  <a:cubicBezTo>
                    <a:pt x="19" y="17"/>
                    <a:pt x="28" y="35"/>
                    <a:pt x="29" y="52"/>
                  </a:cubicBezTo>
                  <a:cubicBezTo>
                    <a:pt x="31" y="73"/>
                    <a:pt x="26" y="90"/>
                    <a:pt x="21" y="109"/>
                  </a:cubicBezTo>
                  <a:cubicBezTo>
                    <a:pt x="18" y="126"/>
                    <a:pt x="0" y="157"/>
                    <a:pt x="9" y="174"/>
                  </a:cubicBezTo>
                  <a:cubicBezTo>
                    <a:pt x="17" y="190"/>
                    <a:pt x="40" y="191"/>
                    <a:pt x="48" y="213"/>
                  </a:cubicBezTo>
                  <a:cubicBezTo>
                    <a:pt x="55" y="231"/>
                    <a:pt x="48" y="265"/>
                    <a:pt x="63" y="278"/>
                  </a:cubicBezTo>
                  <a:cubicBezTo>
                    <a:pt x="78" y="264"/>
                    <a:pt x="88" y="231"/>
                    <a:pt x="95" y="212"/>
                  </a:cubicBezTo>
                  <a:cubicBezTo>
                    <a:pt x="103" y="188"/>
                    <a:pt x="108" y="154"/>
                    <a:pt x="101" y="128"/>
                  </a:cubicBezTo>
                  <a:cubicBezTo>
                    <a:pt x="92" y="93"/>
                    <a:pt x="61" y="20"/>
                    <a:pt x="28" y="2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103">
              <a:extLst>
                <a:ext uri="{FF2B5EF4-FFF2-40B4-BE49-F238E27FC236}">
                  <a16:creationId xmlns:a16="http://schemas.microsoft.com/office/drawing/2014/main" id="{817C28C5-6D6E-4CB6-A56E-368583339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893"/>
              <a:ext cx="185" cy="85"/>
            </a:xfrm>
            <a:custGeom>
              <a:avLst/>
              <a:gdLst>
                <a:gd name="T0" fmla="*/ 0 w 181"/>
                <a:gd name="T1" fmla="*/ 4 h 78"/>
                <a:gd name="T2" fmla="*/ 104 w 181"/>
                <a:gd name="T3" fmla="*/ 77 h 78"/>
                <a:gd name="T4" fmla="*/ 190 w 181"/>
                <a:gd name="T5" fmla="*/ 100 h 78"/>
                <a:gd name="T6" fmla="*/ 86 w 181"/>
                <a:gd name="T7" fmla="*/ 29 h 78"/>
                <a:gd name="T8" fmla="*/ 8 w 181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8">
                  <a:moveTo>
                    <a:pt x="0" y="4"/>
                  </a:moveTo>
                  <a:cubicBezTo>
                    <a:pt x="30" y="5"/>
                    <a:pt x="71" y="44"/>
                    <a:pt x="98" y="60"/>
                  </a:cubicBezTo>
                  <a:cubicBezTo>
                    <a:pt x="122" y="74"/>
                    <a:pt x="150" y="78"/>
                    <a:pt x="178" y="77"/>
                  </a:cubicBezTo>
                  <a:cubicBezTo>
                    <a:pt x="181" y="48"/>
                    <a:pt x="99" y="29"/>
                    <a:pt x="80" y="23"/>
                  </a:cubicBezTo>
                  <a:cubicBezTo>
                    <a:pt x="56" y="15"/>
                    <a:pt x="29" y="8"/>
                    <a:pt x="8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104">
              <a:extLst>
                <a:ext uri="{FF2B5EF4-FFF2-40B4-BE49-F238E27FC236}">
                  <a16:creationId xmlns:a16="http://schemas.microsoft.com/office/drawing/2014/main" id="{EA967DAC-2485-4AD4-8A9B-AD9021A3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509"/>
              <a:ext cx="856" cy="725"/>
            </a:xfrm>
            <a:custGeom>
              <a:avLst/>
              <a:gdLst>
                <a:gd name="T0" fmla="*/ 12 w 838"/>
                <a:gd name="T1" fmla="*/ 13 h 666"/>
                <a:gd name="T2" fmla="*/ 33 w 838"/>
                <a:gd name="T3" fmla="*/ 111 h 666"/>
                <a:gd name="T4" fmla="*/ 20 w 838"/>
                <a:gd name="T5" fmla="*/ 162 h 666"/>
                <a:gd name="T6" fmla="*/ 16 w 838"/>
                <a:gd name="T7" fmla="*/ 236 h 666"/>
                <a:gd name="T8" fmla="*/ 22 w 838"/>
                <a:gd name="T9" fmla="*/ 422 h 666"/>
                <a:gd name="T10" fmla="*/ 81 w 838"/>
                <a:gd name="T11" fmla="*/ 598 h 666"/>
                <a:gd name="T12" fmla="*/ 191 w 838"/>
                <a:gd name="T13" fmla="*/ 730 h 666"/>
                <a:gd name="T14" fmla="*/ 335 w 838"/>
                <a:gd name="T15" fmla="*/ 813 h 666"/>
                <a:gd name="T16" fmla="*/ 512 w 838"/>
                <a:gd name="T17" fmla="*/ 839 h 666"/>
                <a:gd name="T18" fmla="*/ 697 w 838"/>
                <a:gd name="T19" fmla="*/ 848 h 666"/>
                <a:gd name="T20" fmla="*/ 893 w 838"/>
                <a:gd name="T21" fmla="*/ 725 h 666"/>
                <a:gd name="T22" fmla="*/ 638 w 838"/>
                <a:gd name="T23" fmla="*/ 712 h 666"/>
                <a:gd name="T24" fmla="*/ 516 w 838"/>
                <a:gd name="T25" fmla="*/ 664 h 666"/>
                <a:gd name="T26" fmla="*/ 454 w 838"/>
                <a:gd name="T27" fmla="*/ 531 h 666"/>
                <a:gd name="T28" fmla="*/ 307 w 838"/>
                <a:gd name="T29" fmla="*/ 372 h 666"/>
                <a:gd name="T30" fmla="*/ 184 w 838"/>
                <a:gd name="T31" fmla="*/ 258 h 666"/>
                <a:gd name="T32" fmla="*/ 59 w 838"/>
                <a:gd name="T33" fmla="*/ 136 h 666"/>
                <a:gd name="T34" fmla="*/ 42 w 838"/>
                <a:gd name="T35" fmla="*/ 44 h 666"/>
                <a:gd name="T36" fmla="*/ 8 w 838"/>
                <a:gd name="T37" fmla="*/ 0 h 6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38" h="666">
                  <a:moveTo>
                    <a:pt x="12" y="10"/>
                  </a:moveTo>
                  <a:cubicBezTo>
                    <a:pt x="0" y="36"/>
                    <a:pt x="29" y="60"/>
                    <a:pt x="30" y="86"/>
                  </a:cubicBezTo>
                  <a:cubicBezTo>
                    <a:pt x="31" y="99"/>
                    <a:pt x="22" y="113"/>
                    <a:pt x="20" y="126"/>
                  </a:cubicBezTo>
                  <a:cubicBezTo>
                    <a:pt x="17" y="145"/>
                    <a:pt x="16" y="164"/>
                    <a:pt x="16" y="183"/>
                  </a:cubicBezTo>
                  <a:cubicBezTo>
                    <a:pt x="16" y="232"/>
                    <a:pt x="15" y="280"/>
                    <a:pt x="22" y="327"/>
                  </a:cubicBezTo>
                  <a:cubicBezTo>
                    <a:pt x="29" y="374"/>
                    <a:pt x="50" y="422"/>
                    <a:pt x="75" y="463"/>
                  </a:cubicBezTo>
                  <a:cubicBezTo>
                    <a:pt x="102" y="508"/>
                    <a:pt x="135" y="538"/>
                    <a:pt x="179" y="566"/>
                  </a:cubicBezTo>
                  <a:cubicBezTo>
                    <a:pt x="216" y="591"/>
                    <a:pt x="270" y="625"/>
                    <a:pt x="314" y="630"/>
                  </a:cubicBezTo>
                  <a:cubicBezTo>
                    <a:pt x="369" y="637"/>
                    <a:pt x="425" y="639"/>
                    <a:pt x="480" y="650"/>
                  </a:cubicBezTo>
                  <a:cubicBezTo>
                    <a:pt x="534" y="660"/>
                    <a:pt x="598" y="666"/>
                    <a:pt x="654" y="658"/>
                  </a:cubicBezTo>
                  <a:cubicBezTo>
                    <a:pt x="711" y="651"/>
                    <a:pt x="820" y="629"/>
                    <a:pt x="838" y="562"/>
                  </a:cubicBezTo>
                  <a:cubicBezTo>
                    <a:pt x="758" y="529"/>
                    <a:pt x="681" y="558"/>
                    <a:pt x="599" y="552"/>
                  </a:cubicBezTo>
                  <a:cubicBezTo>
                    <a:pt x="559" y="549"/>
                    <a:pt x="516" y="539"/>
                    <a:pt x="484" y="514"/>
                  </a:cubicBezTo>
                  <a:cubicBezTo>
                    <a:pt x="450" y="486"/>
                    <a:pt x="448" y="447"/>
                    <a:pt x="426" y="412"/>
                  </a:cubicBezTo>
                  <a:cubicBezTo>
                    <a:pt x="397" y="363"/>
                    <a:pt x="333" y="324"/>
                    <a:pt x="289" y="288"/>
                  </a:cubicBezTo>
                  <a:cubicBezTo>
                    <a:pt x="251" y="258"/>
                    <a:pt x="213" y="225"/>
                    <a:pt x="172" y="200"/>
                  </a:cubicBezTo>
                  <a:cubicBezTo>
                    <a:pt x="125" y="171"/>
                    <a:pt x="69" y="165"/>
                    <a:pt x="56" y="106"/>
                  </a:cubicBezTo>
                  <a:cubicBezTo>
                    <a:pt x="50" y="81"/>
                    <a:pt x="54" y="54"/>
                    <a:pt x="39" y="34"/>
                  </a:cubicBezTo>
                  <a:cubicBezTo>
                    <a:pt x="32" y="26"/>
                    <a:pt x="16" y="4"/>
                    <a:pt x="8" y="0"/>
                  </a:cubicBezTo>
                </a:path>
              </a:pathLst>
            </a:custGeom>
            <a:solidFill>
              <a:srgbClr val="E5D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105">
              <a:extLst>
                <a:ext uri="{FF2B5EF4-FFF2-40B4-BE49-F238E27FC236}">
                  <a16:creationId xmlns:a16="http://schemas.microsoft.com/office/drawing/2014/main" id="{F3F3CD4C-6257-46A2-AE57-3DDD8852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552"/>
              <a:ext cx="192" cy="569"/>
            </a:xfrm>
            <a:custGeom>
              <a:avLst/>
              <a:gdLst>
                <a:gd name="T0" fmla="*/ 177 w 188"/>
                <a:gd name="T1" fmla="*/ 11 h 522"/>
                <a:gd name="T2" fmla="*/ 150 w 188"/>
                <a:gd name="T3" fmla="*/ 171 h 522"/>
                <a:gd name="T4" fmla="*/ 144 w 188"/>
                <a:gd name="T5" fmla="*/ 325 h 522"/>
                <a:gd name="T6" fmla="*/ 165 w 188"/>
                <a:gd name="T7" fmla="*/ 404 h 522"/>
                <a:gd name="T8" fmla="*/ 191 w 188"/>
                <a:gd name="T9" fmla="*/ 448 h 522"/>
                <a:gd name="T10" fmla="*/ 135 w 188"/>
                <a:gd name="T11" fmla="*/ 578 h 522"/>
                <a:gd name="T12" fmla="*/ 70 w 188"/>
                <a:gd name="T13" fmla="*/ 639 h 522"/>
                <a:gd name="T14" fmla="*/ 0 w 188"/>
                <a:gd name="T15" fmla="*/ 674 h 522"/>
                <a:gd name="T16" fmla="*/ 39 w 188"/>
                <a:gd name="T17" fmla="*/ 628 h 522"/>
                <a:gd name="T18" fmla="*/ 101 w 188"/>
                <a:gd name="T19" fmla="*/ 552 h 522"/>
                <a:gd name="T20" fmla="*/ 108 w 188"/>
                <a:gd name="T21" fmla="*/ 444 h 522"/>
                <a:gd name="T22" fmla="*/ 97 w 188"/>
                <a:gd name="T23" fmla="*/ 322 h 522"/>
                <a:gd name="T24" fmla="*/ 148 w 188"/>
                <a:gd name="T25" fmla="*/ 110 h 522"/>
                <a:gd name="T26" fmla="*/ 174 w 188"/>
                <a:gd name="T27" fmla="*/ 0 h 5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8" h="522">
                  <a:moveTo>
                    <a:pt x="165" y="8"/>
                  </a:moveTo>
                  <a:cubicBezTo>
                    <a:pt x="169" y="9"/>
                    <a:pt x="146" y="115"/>
                    <a:pt x="141" y="132"/>
                  </a:cubicBezTo>
                  <a:cubicBezTo>
                    <a:pt x="131" y="170"/>
                    <a:pt x="127" y="211"/>
                    <a:pt x="135" y="250"/>
                  </a:cubicBezTo>
                  <a:cubicBezTo>
                    <a:pt x="139" y="273"/>
                    <a:pt x="143" y="293"/>
                    <a:pt x="156" y="312"/>
                  </a:cubicBezTo>
                  <a:cubicBezTo>
                    <a:pt x="163" y="323"/>
                    <a:pt x="175" y="333"/>
                    <a:pt x="179" y="346"/>
                  </a:cubicBezTo>
                  <a:cubicBezTo>
                    <a:pt x="188" y="374"/>
                    <a:pt x="148" y="427"/>
                    <a:pt x="126" y="446"/>
                  </a:cubicBezTo>
                  <a:cubicBezTo>
                    <a:pt x="107" y="462"/>
                    <a:pt x="89" y="483"/>
                    <a:pt x="67" y="494"/>
                  </a:cubicBezTo>
                  <a:cubicBezTo>
                    <a:pt x="45" y="505"/>
                    <a:pt x="25" y="522"/>
                    <a:pt x="0" y="520"/>
                  </a:cubicBezTo>
                  <a:cubicBezTo>
                    <a:pt x="14" y="513"/>
                    <a:pt x="23" y="495"/>
                    <a:pt x="36" y="484"/>
                  </a:cubicBezTo>
                  <a:cubicBezTo>
                    <a:pt x="57" y="465"/>
                    <a:pt x="79" y="451"/>
                    <a:pt x="95" y="426"/>
                  </a:cubicBezTo>
                  <a:cubicBezTo>
                    <a:pt x="111" y="400"/>
                    <a:pt x="111" y="372"/>
                    <a:pt x="102" y="342"/>
                  </a:cubicBezTo>
                  <a:cubicBezTo>
                    <a:pt x="92" y="311"/>
                    <a:pt x="86" y="284"/>
                    <a:pt x="91" y="249"/>
                  </a:cubicBezTo>
                  <a:cubicBezTo>
                    <a:pt x="99" y="196"/>
                    <a:pt x="117" y="135"/>
                    <a:pt x="139" y="85"/>
                  </a:cubicBezTo>
                  <a:cubicBezTo>
                    <a:pt x="152" y="56"/>
                    <a:pt x="162" y="32"/>
                    <a:pt x="163" y="0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106">
              <a:extLst>
                <a:ext uri="{FF2B5EF4-FFF2-40B4-BE49-F238E27FC236}">
                  <a16:creationId xmlns:a16="http://schemas.microsoft.com/office/drawing/2014/main" id="{F5F305AC-6635-4DD4-9B79-7EBF75088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050"/>
              <a:ext cx="546" cy="212"/>
            </a:xfrm>
            <a:custGeom>
              <a:avLst/>
              <a:gdLst>
                <a:gd name="T0" fmla="*/ 0 w 534"/>
                <a:gd name="T1" fmla="*/ 45 h 195"/>
                <a:gd name="T2" fmla="*/ 107 w 534"/>
                <a:gd name="T3" fmla="*/ 57 h 195"/>
                <a:gd name="T4" fmla="*/ 571 w 534"/>
                <a:gd name="T5" fmla="*/ 250 h 195"/>
                <a:gd name="T6" fmla="*/ 175 w 534"/>
                <a:gd name="T7" fmla="*/ 53 h 195"/>
                <a:gd name="T8" fmla="*/ 0 w 534"/>
                <a:gd name="T9" fmla="*/ 45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4" h="195">
                  <a:moveTo>
                    <a:pt x="0" y="35"/>
                  </a:moveTo>
                  <a:cubicBezTo>
                    <a:pt x="0" y="35"/>
                    <a:pt x="65" y="53"/>
                    <a:pt x="101" y="44"/>
                  </a:cubicBezTo>
                  <a:cubicBezTo>
                    <a:pt x="136" y="35"/>
                    <a:pt x="289" y="167"/>
                    <a:pt x="534" y="195"/>
                  </a:cubicBezTo>
                  <a:cubicBezTo>
                    <a:pt x="534" y="195"/>
                    <a:pt x="227" y="99"/>
                    <a:pt x="163" y="41"/>
                  </a:cubicBezTo>
                  <a:cubicBezTo>
                    <a:pt x="119" y="0"/>
                    <a:pt x="104" y="44"/>
                    <a:pt x="0" y="35"/>
                  </a:cubicBezTo>
                  <a:close/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107">
              <a:extLst>
                <a:ext uri="{FF2B5EF4-FFF2-40B4-BE49-F238E27FC236}">
                  <a16:creationId xmlns:a16="http://schemas.microsoft.com/office/drawing/2014/main" id="{BF89D964-C4CE-4A4A-80ED-E242F456E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931"/>
              <a:ext cx="280" cy="182"/>
            </a:xfrm>
            <a:custGeom>
              <a:avLst/>
              <a:gdLst>
                <a:gd name="T0" fmla="*/ 0 w 274"/>
                <a:gd name="T1" fmla="*/ 215 h 167"/>
                <a:gd name="T2" fmla="*/ 62 w 274"/>
                <a:gd name="T3" fmla="*/ 201 h 167"/>
                <a:gd name="T4" fmla="*/ 101 w 274"/>
                <a:gd name="T5" fmla="*/ 174 h 167"/>
                <a:gd name="T6" fmla="*/ 156 w 274"/>
                <a:gd name="T7" fmla="*/ 117 h 167"/>
                <a:gd name="T8" fmla="*/ 274 w 274"/>
                <a:gd name="T9" fmla="*/ 85 h 167"/>
                <a:gd name="T10" fmla="*/ 270 w 274"/>
                <a:gd name="T11" fmla="*/ 51 h 167"/>
                <a:gd name="T12" fmla="*/ 217 w 274"/>
                <a:gd name="T13" fmla="*/ 75 h 167"/>
                <a:gd name="T14" fmla="*/ 180 w 274"/>
                <a:gd name="T15" fmla="*/ 72 h 167"/>
                <a:gd name="T16" fmla="*/ 174 w 274"/>
                <a:gd name="T17" fmla="*/ 34 h 167"/>
                <a:gd name="T18" fmla="*/ 162 w 274"/>
                <a:gd name="T19" fmla="*/ 3 h 167"/>
                <a:gd name="T20" fmla="*/ 146 w 274"/>
                <a:gd name="T21" fmla="*/ 41 h 167"/>
                <a:gd name="T22" fmla="*/ 118 w 274"/>
                <a:gd name="T23" fmla="*/ 90 h 167"/>
                <a:gd name="T24" fmla="*/ 78 w 274"/>
                <a:gd name="T25" fmla="*/ 135 h 167"/>
                <a:gd name="T26" fmla="*/ 22 w 274"/>
                <a:gd name="T27" fmla="*/ 187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4" h="167">
                  <a:moveTo>
                    <a:pt x="0" y="166"/>
                  </a:moveTo>
                  <a:cubicBezTo>
                    <a:pt x="18" y="167"/>
                    <a:pt x="41" y="161"/>
                    <a:pt x="59" y="155"/>
                  </a:cubicBezTo>
                  <a:cubicBezTo>
                    <a:pt x="72" y="150"/>
                    <a:pt x="83" y="144"/>
                    <a:pt x="95" y="135"/>
                  </a:cubicBezTo>
                  <a:cubicBezTo>
                    <a:pt x="114" y="121"/>
                    <a:pt x="128" y="103"/>
                    <a:pt x="147" y="90"/>
                  </a:cubicBezTo>
                  <a:cubicBezTo>
                    <a:pt x="180" y="66"/>
                    <a:pt x="221" y="81"/>
                    <a:pt x="256" y="66"/>
                  </a:cubicBezTo>
                  <a:cubicBezTo>
                    <a:pt x="274" y="59"/>
                    <a:pt x="265" y="47"/>
                    <a:pt x="252" y="39"/>
                  </a:cubicBezTo>
                  <a:cubicBezTo>
                    <a:pt x="264" y="56"/>
                    <a:pt x="212" y="58"/>
                    <a:pt x="203" y="58"/>
                  </a:cubicBezTo>
                  <a:cubicBezTo>
                    <a:pt x="194" y="58"/>
                    <a:pt x="176" y="62"/>
                    <a:pt x="168" y="56"/>
                  </a:cubicBezTo>
                  <a:cubicBezTo>
                    <a:pt x="162" y="50"/>
                    <a:pt x="163" y="34"/>
                    <a:pt x="162" y="26"/>
                  </a:cubicBezTo>
                  <a:cubicBezTo>
                    <a:pt x="162" y="21"/>
                    <a:pt x="161" y="0"/>
                    <a:pt x="153" y="3"/>
                  </a:cubicBezTo>
                  <a:cubicBezTo>
                    <a:pt x="148" y="5"/>
                    <a:pt x="140" y="27"/>
                    <a:pt x="137" y="32"/>
                  </a:cubicBezTo>
                  <a:cubicBezTo>
                    <a:pt x="130" y="45"/>
                    <a:pt x="122" y="59"/>
                    <a:pt x="111" y="70"/>
                  </a:cubicBezTo>
                  <a:cubicBezTo>
                    <a:pt x="99" y="82"/>
                    <a:pt x="85" y="93"/>
                    <a:pt x="72" y="105"/>
                  </a:cubicBezTo>
                  <a:cubicBezTo>
                    <a:pt x="56" y="120"/>
                    <a:pt x="41" y="134"/>
                    <a:pt x="22" y="145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burlap-sack-of-yellow-spice">
            <a:extLst>
              <a:ext uri="{FF2B5EF4-FFF2-40B4-BE49-F238E27FC236}">
                <a16:creationId xmlns:a16="http://schemas.microsoft.com/office/drawing/2014/main" id="{4D344968-5FB1-499F-A354-E9BE9DC2ADF9}"/>
              </a:ext>
            </a:extLst>
          </p:cNvPr>
          <p:cNvGrpSpPr>
            <a:grpSpLocks/>
          </p:cNvGrpSpPr>
          <p:nvPr/>
        </p:nvGrpSpPr>
        <p:grpSpPr bwMode="auto">
          <a:xfrm>
            <a:off x="5008563" y="1279525"/>
            <a:ext cx="2179637" cy="2552700"/>
            <a:chOff x="2195" y="806"/>
            <a:chExt cx="1373" cy="1608"/>
          </a:xfrm>
        </p:grpSpPr>
        <p:sp>
          <p:nvSpPr>
            <p:cNvPr id="38312" name="Freeform 109">
              <a:extLst>
                <a:ext uri="{FF2B5EF4-FFF2-40B4-BE49-F238E27FC236}">
                  <a16:creationId xmlns:a16="http://schemas.microsoft.com/office/drawing/2014/main" id="{58F73663-A85D-4237-A4C0-0907FA717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859"/>
              <a:ext cx="1373" cy="1555"/>
            </a:xfrm>
            <a:custGeom>
              <a:avLst/>
              <a:gdLst>
                <a:gd name="T0" fmla="*/ 703 w 1344"/>
                <a:gd name="T1" fmla="*/ 0 h 1427"/>
                <a:gd name="T2" fmla="*/ 180 w 1344"/>
                <a:gd name="T3" fmla="*/ 257 h 1427"/>
                <a:gd name="T4" fmla="*/ 137 w 1344"/>
                <a:gd name="T5" fmla="*/ 587 h 1427"/>
                <a:gd name="T6" fmla="*/ 129 w 1344"/>
                <a:gd name="T7" fmla="*/ 677 h 1427"/>
                <a:gd name="T8" fmla="*/ 126 w 1344"/>
                <a:gd name="T9" fmla="*/ 811 h 1427"/>
                <a:gd name="T10" fmla="*/ 119 w 1344"/>
                <a:gd name="T11" fmla="*/ 1152 h 1427"/>
                <a:gd name="T12" fmla="*/ 46 w 1344"/>
                <a:gd name="T13" fmla="*/ 1441 h 1427"/>
                <a:gd name="T14" fmla="*/ 107 w 1344"/>
                <a:gd name="T15" fmla="*/ 1485 h 1427"/>
                <a:gd name="T16" fmla="*/ 269 w 1344"/>
                <a:gd name="T17" fmla="*/ 1544 h 1427"/>
                <a:gd name="T18" fmla="*/ 1204 w 1344"/>
                <a:gd name="T19" fmla="*/ 1461 h 1427"/>
                <a:gd name="T20" fmla="*/ 1307 w 1344"/>
                <a:gd name="T21" fmla="*/ 1386 h 1427"/>
                <a:gd name="T22" fmla="*/ 1382 w 1344"/>
                <a:gd name="T23" fmla="*/ 1325 h 1427"/>
                <a:gd name="T24" fmla="*/ 1272 w 1344"/>
                <a:gd name="T25" fmla="*/ 1130 h 1427"/>
                <a:gd name="T26" fmla="*/ 1258 w 1344"/>
                <a:gd name="T27" fmla="*/ 607 h 1427"/>
                <a:gd name="T28" fmla="*/ 1275 w 1344"/>
                <a:gd name="T29" fmla="*/ 545 h 1427"/>
                <a:gd name="T30" fmla="*/ 1313 w 1344"/>
                <a:gd name="T31" fmla="*/ 386 h 1427"/>
                <a:gd name="T32" fmla="*/ 1083 w 1344"/>
                <a:gd name="T33" fmla="*/ 98 h 1427"/>
                <a:gd name="T34" fmla="*/ 703 w 1344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4" h="1427">
                  <a:moveTo>
                    <a:pt x="659" y="0"/>
                  </a:moveTo>
                  <a:cubicBezTo>
                    <a:pt x="659" y="0"/>
                    <a:pt x="358" y="14"/>
                    <a:pt x="168" y="199"/>
                  </a:cubicBezTo>
                  <a:cubicBezTo>
                    <a:pt x="44" y="320"/>
                    <a:pt x="85" y="409"/>
                    <a:pt x="128" y="454"/>
                  </a:cubicBezTo>
                  <a:cubicBezTo>
                    <a:pt x="128" y="454"/>
                    <a:pt x="96" y="497"/>
                    <a:pt x="120" y="523"/>
                  </a:cubicBezTo>
                  <a:cubicBezTo>
                    <a:pt x="144" y="550"/>
                    <a:pt x="101" y="592"/>
                    <a:pt x="117" y="627"/>
                  </a:cubicBezTo>
                  <a:cubicBezTo>
                    <a:pt x="133" y="661"/>
                    <a:pt x="93" y="717"/>
                    <a:pt x="112" y="890"/>
                  </a:cubicBezTo>
                  <a:cubicBezTo>
                    <a:pt x="131" y="1063"/>
                    <a:pt x="85" y="1094"/>
                    <a:pt x="43" y="1113"/>
                  </a:cubicBezTo>
                  <a:cubicBezTo>
                    <a:pt x="0" y="1132"/>
                    <a:pt x="55" y="1144"/>
                    <a:pt x="101" y="1148"/>
                  </a:cubicBezTo>
                  <a:cubicBezTo>
                    <a:pt x="146" y="1152"/>
                    <a:pt x="166" y="1143"/>
                    <a:pt x="252" y="1193"/>
                  </a:cubicBezTo>
                  <a:cubicBezTo>
                    <a:pt x="339" y="1244"/>
                    <a:pt x="767" y="1427"/>
                    <a:pt x="1130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4" y="1065"/>
                    <a:pt x="1296" y="1024"/>
                  </a:cubicBezTo>
                  <a:cubicBezTo>
                    <a:pt x="1247" y="984"/>
                    <a:pt x="1189" y="933"/>
                    <a:pt x="1193" y="874"/>
                  </a:cubicBezTo>
                  <a:cubicBezTo>
                    <a:pt x="1198" y="816"/>
                    <a:pt x="1232" y="597"/>
                    <a:pt x="1180" y="469"/>
                  </a:cubicBezTo>
                  <a:cubicBezTo>
                    <a:pt x="1180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1" y="298"/>
                  </a:cubicBezTo>
                  <a:cubicBezTo>
                    <a:pt x="1220" y="247"/>
                    <a:pt x="1147" y="131"/>
                    <a:pt x="1016" y="76"/>
                  </a:cubicBezTo>
                  <a:cubicBezTo>
                    <a:pt x="886" y="20"/>
                    <a:pt x="877" y="20"/>
                    <a:pt x="659" y="0"/>
                  </a:cubicBezTo>
                  <a:close/>
                </a:path>
              </a:pathLst>
            </a:custGeom>
            <a:solidFill>
              <a:srgbClr val="DFC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110">
              <a:extLst>
                <a:ext uri="{FF2B5EF4-FFF2-40B4-BE49-F238E27FC236}">
                  <a16:creationId xmlns:a16="http://schemas.microsoft.com/office/drawing/2014/main" id="{CB5446B3-A6FF-47AD-9646-F2A9CCB0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859"/>
              <a:ext cx="1373" cy="1555"/>
            </a:xfrm>
            <a:custGeom>
              <a:avLst/>
              <a:gdLst>
                <a:gd name="T0" fmla="*/ 703 w 1344"/>
                <a:gd name="T1" fmla="*/ 0 h 1427"/>
                <a:gd name="T2" fmla="*/ 180 w 1344"/>
                <a:gd name="T3" fmla="*/ 257 h 1427"/>
                <a:gd name="T4" fmla="*/ 137 w 1344"/>
                <a:gd name="T5" fmla="*/ 587 h 1427"/>
                <a:gd name="T6" fmla="*/ 129 w 1344"/>
                <a:gd name="T7" fmla="*/ 677 h 1427"/>
                <a:gd name="T8" fmla="*/ 126 w 1344"/>
                <a:gd name="T9" fmla="*/ 811 h 1427"/>
                <a:gd name="T10" fmla="*/ 119 w 1344"/>
                <a:gd name="T11" fmla="*/ 1152 h 1427"/>
                <a:gd name="T12" fmla="*/ 46 w 1344"/>
                <a:gd name="T13" fmla="*/ 1441 h 1427"/>
                <a:gd name="T14" fmla="*/ 107 w 1344"/>
                <a:gd name="T15" fmla="*/ 1485 h 1427"/>
                <a:gd name="T16" fmla="*/ 269 w 1344"/>
                <a:gd name="T17" fmla="*/ 1544 h 1427"/>
                <a:gd name="T18" fmla="*/ 1204 w 1344"/>
                <a:gd name="T19" fmla="*/ 1461 h 1427"/>
                <a:gd name="T20" fmla="*/ 1307 w 1344"/>
                <a:gd name="T21" fmla="*/ 1386 h 1427"/>
                <a:gd name="T22" fmla="*/ 1382 w 1344"/>
                <a:gd name="T23" fmla="*/ 1325 h 1427"/>
                <a:gd name="T24" fmla="*/ 1272 w 1344"/>
                <a:gd name="T25" fmla="*/ 1130 h 1427"/>
                <a:gd name="T26" fmla="*/ 1258 w 1344"/>
                <a:gd name="T27" fmla="*/ 607 h 1427"/>
                <a:gd name="T28" fmla="*/ 1275 w 1344"/>
                <a:gd name="T29" fmla="*/ 545 h 1427"/>
                <a:gd name="T30" fmla="*/ 1313 w 1344"/>
                <a:gd name="T31" fmla="*/ 386 h 1427"/>
                <a:gd name="T32" fmla="*/ 1083 w 1344"/>
                <a:gd name="T33" fmla="*/ 98 h 1427"/>
                <a:gd name="T34" fmla="*/ 703 w 1344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4" h="1427">
                  <a:moveTo>
                    <a:pt x="659" y="0"/>
                  </a:moveTo>
                  <a:cubicBezTo>
                    <a:pt x="659" y="0"/>
                    <a:pt x="358" y="14"/>
                    <a:pt x="168" y="199"/>
                  </a:cubicBezTo>
                  <a:cubicBezTo>
                    <a:pt x="44" y="320"/>
                    <a:pt x="85" y="409"/>
                    <a:pt x="128" y="454"/>
                  </a:cubicBezTo>
                  <a:cubicBezTo>
                    <a:pt x="128" y="454"/>
                    <a:pt x="96" y="497"/>
                    <a:pt x="120" y="523"/>
                  </a:cubicBezTo>
                  <a:cubicBezTo>
                    <a:pt x="144" y="550"/>
                    <a:pt x="101" y="592"/>
                    <a:pt x="117" y="627"/>
                  </a:cubicBezTo>
                  <a:cubicBezTo>
                    <a:pt x="133" y="661"/>
                    <a:pt x="93" y="717"/>
                    <a:pt x="112" y="890"/>
                  </a:cubicBezTo>
                  <a:cubicBezTo>
                    <a:pt x="131" y="1063"/>
                    <a:pt x="85" y="1094"/>
                    <a:pt x="43" y="1113"/>
                  </a:cubicBezTo>
                  <a:cubicBezTo>
                    <a:pt x="0" y="1132"/>
                    <a:pt x="55" y="1144"/>
                    <a:pt x="101" y="1148"/>
                  </a:cubicBezTo>
                  <a:cubicBezTo>
                    <a:pt x="146" y="1152"/>
                    <a:pt x="166" y="1143"/>
                    <a:pt x="252" y="1193"/>
                  </a:cubicBezTo>
                  <a:cubicBezTo>
                    <a:pt x="339" y="1244"/>
                    <a:pt x="767" y="1427"/>
                    <a:pt x="1130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4" y="1065"/>
                    <a:pt x="1296" y="1024"/>
                  </a:cubicBezTo>
                  <a:cubicBezTo>
                    <a:pt x="1247" y="984"/>
                    <a:pt x="1189" y="933"/>
                    <a:pt x="1193" y="874"/>
                  </a:cubicBezTo>
                  <a:cubicBezTo>
                    <a:pt x="1198" y="816"/>
                    <a:pt x="1232" y="597"/>
                    <a:pt x="1180" y="469"/>
                  </a:cubicBezTo>
                  <a:cubicBezTo>
                    <a:pt x="1180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1" y="298"/>
                  </a:cubicBezTo>
                  <a:cubicBezTo>
                    <a:pt x="1220" y="247"/>
                    <a:pt x="1147" y="131"/>
                    <a:pt x="1016" y="76"/>
                  </a:cubicBezTo>
                  <a:cubicBezTo>
                    <a:pt x="886" y="20"/>
                    <a:pt x="877" y="20"/>
                    <a:pt x="65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111">
              <a:extLst>
                <a:ext uri="{FF2B5EF4-FFF2-40B4-BE49-F238E27FC236}">
                  <a16:creationId xmlns:a16="http://schemas.microsoft.com/office/drawing/2014/main" id="{FC47CD75-E296-4847-BC9A-911C3C14C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806"/>
              <a:ext cx="903" cy="587"/>
            </a:xfrm>
            <a:custGeom>
              <a:avLst/>
              <a:gdLst>
                <a:gd name="T0" fmla="*/ 466 w 885"/>
                <a:gd name="T1" fmla="*/ 2 h 539"/>
                <a:gd name="T2" fmla="*/ 320 w 885"/>
                <a:gd name="T3" fmla="*/ 103 h 539"/>
                <a:gd name="T4" fmla="*/ 41 w 885"/>
                <a:gd name="T5" fmla="*/ 386 h 539"/>
                <a:gd name="T6" fmla="*/ 7 w 885"/>
                <a:gd name="T7" fmla="*/ 475 h 539"/>
                <a:gd name="T8" fmla="*/ 92 w 885"/>
                <a:gd name="T9" fmla="*/ 629 h 539"/>
                <a:gd name="T10" fmla="*/ 271 w 885"/>
                <a:gd name="T11" fmla="*/ 664 h 539"/>
                <a:gd name="T12" fmla="*/ 492 w 885"/>
                <a:gd name="T13" fmla="*/ 682 h 539"/>
                <a:gd name="T14" fmla="*/ 674 w 885"/>
                <a:gd name="T15" fmla="*/ 636 h 539"/>
                <a:gd name="T16" fmla="*/ 893 w 885"/>
                <a:gd name="T17" fmla="*/ 562 h 539"/>
                <a:gd name="T18" fmla="*/ 940 w 885"/>
                <a:gd name="T19" fmla="*/ 331 h 539"/>
                <a:gd name="T20" fmla="*/ 863 w 885"/>
                <a:gd name="T21" fmla="*/ 289 h 539"/>
                <a:gd name="T22" fmla="*/ 608 w 885"/>
                <a:gd name="T23" fmla="*/ 81 h 539"/>
                <a:gd name="T24" fmla="*/ 466 w 885"/>
                <a:gd name="T25" fmla="*/ 2 h 5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39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8" y="109"/>
                    <a:pt x="65" y="267"/>
                    <a:pt x="38" y="298"/>
                  </a:cubicBezTo>
                  <a:cubicBezTo>
                    <a:pt x="11" y="329"/>
                    <a:pt x="0" y="351"/>
                    <a:pt x="7" y="367"/>
                  </a:cubicBezTo>
                  <a:cubicBezTo>
                    <a:pt x="14" y="384"/>
                    <a:pt x="22" y="453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3" y="523"/>
                    <a:pt x="408" y="539"/>
                    <a:pt x="463" y="528"/>
                  </a:cubicBezTo>
                  <a:cubicBezTo>
                    <a:pt x="517" y="517"/>
                    <a:pt x="594" y="494"/>
                    <a:pt x="635" y="492"/>
                  </a:cubicBezTo>
                  <a:cubicBezTo>
                    <a:pt x="675" y="490"/>
                    <a:pt x="808" y="459"/>
                    <a:pt x="841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2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solidFill>
              <a:srgbClr val="F6AA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112">
              <a:extLst>
                <a:ext uri="{FF2B5EF4-FFF2-40B4-BE49-F238E27FC236}">
                  <a16:creationId xmlns:a16="http://schemas.microsoft.com/office/drawing/2014/main" id="{89CA6775-309B-4E51-BD53-33A79B5A1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915"/>
              <a:ext cx="190" cy="260"/>
            </a:xfrm>
            <a:custGeom>
              <a:avLst/>
              <a:gdLst>
                <a:gd name="T0" fmla="*/ 0 w 186"/>
                <a:gd name="T1" fmla="*/ 5 h 239"/>
                <a:gd name="T2" fmla="*/ 117 w 186"/>
                <a:gd name="T3" fmla="*/ 287 h 239"/>
                <a:gd name="T4" fmla="*/ 176 w 186"/>
                <a:gd name="T5" fmla="*/ 284 h 239"/>
                <a:gd name="T6" fmla="*/ 150 w 186"/>
                <a:gd name="T7" fmla="*/ 219 h 239"/>
                <a:gd name="T8" fmla="*/ 66 w 186"/>
                <a:gd name="T9" fmla="*/ 120 h 239"/>
                <a:gd name="T10" fmla="*/ 19 w 186"/>
                <a:gd name="T11" fmla="*/ 18 h 239"/>
                <a:gd name="T12" fmla="*/ 0 w 186"/>
                <a:gd name="T13" fmla="*/ 0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39">
                  <a:moveTo>
                    <a:pt x="0" y="5"/>
                  </a:moveTo>
                  <a:cubicBezTo>
                    <a:pt x="5" y="88"/>
                    <a:pt x="25" y="186"/>
                    <a:pt x="111" y="223"/>
                  </a:cubicBezTo>
                  <a:cubicBezTo>
                    <a:pt x="129" y="231"/>
                    <a:pt x="150" y="239"/>
                    <a:pt x="164" y="221"/>
                  </a:cubicBezTo>
                  <a:cubicBezTo>
                    <a:pt x="186" y="195"/>
                    <a:pt x="160" y="183"/>
                    <a:pt x="141" y="170"/>
                  </a:cubicBezTo>
                  <a:cubicBezTo>
                    <a:pt x="109" y="147"/>
                    <a:pt x="85" y="124"/>
                    <a:pt x="63" y="93"/>
                  </a:cubicBezTo>
                  <a:cubicBezTo>
                    <a:pt x="46" y="69"/>
                    <a:pt x="38" y="37"/>
                    <a:pt x="19" y="15"/>
                  </a:cubicBezTo>
                  <a:cubicBezTo>
                    <a:pt x="12" y="7"/>
                    <a:pt x="12" y="2"/>
                    <a:pt x="0" y="0"/>
                  </a:cubicBezTo>
                </a:path>
              </a:pathLst>
            </a:custGeom>
            <a:solidFill>
              <a:srgbClr val="E59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113">
              <a:extLst>
                <a:ext uri="{FF2B5EF4-FFF2-40B4-BE49-F238E27FC236}">
                  <a16:creationId xmlns:a16="http://schemas.microsoft.com/office/drawing/2014/main" id="{19503A4B-4305-4DBC-A1FE-516AAA201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843"/>
              <a:ext cx="317" cy="345"/>
            </a:xfrm>
            <a:custGeom>
              <a:avLst/>
              <a:gdLst>
                <a:gd name="T0" fmla="*/ 256 w 311"/>
                <a:gd name="T1" fmla="*/ 32 h 317"/>
                <a:gd name="T2" fmla="*/ 309 w 311"/>
                <a:gd name="T3" fmla="*/ 14 h 317"/>
                <a:gd name="T4" fmla="*/ 318 w 311"/>
                <a:gd name="T5" fmla="*/ 106 h 317"/>
                <a:gd name="T6" fmla="*/ 220 w 311"/>
                <a:gd name="T7" fmla="*/ 294 h 317"/>
                <a:gd name="T8" fmla="*/ 146 w 311"/>
                <a:gd name="T9" fmla="*/ 355 h 317"/>
                <a:gd name="T10" fmla="*/ 50 w 311"/>
                <a:gd name="T11" fmla="*/ 394 h 317"/>
                <a:gd name="T12" fmla="*/ 12 w 311"/>
                <a:gd name="T13" fmla="*/ 406 h 317"/>
                <a:gd name="T14" fmla="*/ 5 w 311"/>
                <a:gd name="T15" fmla="*/ 386 h 317"/>
                <a:gd name="T16" fmla="*/ 32 w 311"/>
                <a:gd name="T17" fmla="*/ 374 h 317"/>
                <a:gd name="T18" fmla="*/ 69 w 311"/>
                <a:gd name="T19" fmla="*/ 352 h 317"/>
                <a:gd name="T20" fmla="*/ 99 w 311"/>
                <a:gd name="T21" fmla="*/ 326 h 317"/>
                <a:gd name="T22" fmla="*/ 137 w 311"/>
                <a:gd name="T23" fmla="*/ 292 h 317"/>
                <a:gd name="T24" fmla="*/ 212 w 311"/>
                <a:gd name="T25" fmla="*/ 189 h 317"/>
                <a:gd name="T26" fmla="*/ 229 w 311"/>
                <a:gd name="T27" fmla="*/ 113 h 317"/>
                <a:gd name="T28" fmla="*/ 241 w 311"/>
                <a:gd name="T29" fmla="*/ 66 h 317"/>
                <a:gd name="T30" fmla="*/ 255 w 311"/>
                <a:gd name="T31" fmla="*/ 30 h 3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1" h="317">
                  <a:moveTo>
                    <a:pt x="241" y="25"/>
                  </a:moveTo>
                  <a:cubicBezTo>
                    <a:pt x="253" y="15"/>
                    <a:pt x="275" y="0"/>
                    <a:pt x="291" y="11"/>
                  </a:cubicBezTo>
                  <a:cubicBezTo>
                    <a:pt x="311" y="25"/>
                    <a:pt x="305" y="62"/>
                    <a:pt x="300" y="82"/>
                  </a:cubicBezTo>
                  <a:cubicBezTo>
                    <a:pt x="285" y="139"/>
                    <a:pt x="251" y="189"/>
                    <a:pt x="208" y="228"/>
                  </a:cubicBezTo>
                  <a:cubicBezTo>
                    <a:pt x="187" y="247"/>
                    <a:pt x="162" y="264"/>
                    <a:pt x="137" y="276"/>
                  </a:cubicBezTo>
                  <a:cubicBezTo>
                    <a:pt x="108" y="290"/>
                    <a:pt x="77" y="297"/>
                    <a:pt x="47" y="306"/>
                  </a:cubicBezTo>
                  <a:cubicBezTo>
                    <a:pt x="37" y="309"/>
                    <a:pt x="22" y="317"/>
                    <a:pt x="12" y="315"/>
                  </a:cubicBezTo>
                  <a:cubicBezTo>
                    <a:pt x="2" y="314"/>
                    <a:pt x="0" y="306"/>
                    <a:pt x="5" y="300"/>
                  </a:cubicBezTo>
                  <a:cubicBezTo>
                    <a:pt x="11" y="294"/>
                    <a:pt x="23" y="293"/>
                    <a:pt x="29" y="290"/>
                  </a:cubicBezTo>
                  <a:cubicBezTo>
                    <a:pt x="42" y="285"/>
                    <a:pt x="54" y="279"/>
                    <a:pt x="66" y="273"/>
                  </a:cubicBezTo>
                  <a:cubicBezTo>
                    <a:pt x="76" y="268"/>
                    <a:pt x="84" y="261"/>
                    <a:pt x="93" y="254"/>
                  </a:cubicBezTo>
                  <a:cubicBezTo>
                    <a:pt x="105" y="244"/>
                    <a:pt x="118" y="236"/>
                    <a:pt x="129" y="226"/>
                  </a:cubicBezTo>
                  <a:cubicBezTo>
                    <a:pt x="155" y="202"/>
                    <a:pt x="185" y="179"/>
                    <a:pt x="200" y="147"/>
                  </a:cubicBezTo>
                  <a:cubicBezTo>
                    <a:pt x="208" y="129"/>
                    <a:pt x="213" y="108"/>
                    <a:pt x="217" y="88"/>
                  </a:cubicBezTo>
                  <a:cubicBezTo>
                    <a:pt x="220" y="75"/>
                    <a:pt x="223" y="63"/>
                    <a:pt x="228" y="51"/>
                  </a:cubicBezTo>
                  <a:cubicBezTo>
                    <a:pt x="232" y="42"/>
                    <a:pt x="238" y="31"/>
                    <a:pt x="240" y="24"/>
                  </a:cubicBezTo>
                </a:path>
              </a:pathLst>
            </a:custGeom>
            <a:solidFill>
              <a:srgbClr val="E59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114">
              <a:extLst>
                <a:ext uri="{FF2B5EF4-FFF2-40B4-BE49-F238E27FC236}">
                  <a16:creationId xmlns:a16="http://schemas.microsoft.com/office/drawing/2014/main" id="{00AA0B4B-3C7D-44C0-9750-7A21434BA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810"/>
              <a:ext cx="318" cy="180"/>
            </a:xfrm>
            <a:custGeom>
              <a:avLst/>
              <a:gdLst>
                <a:gd name="T0" fmla="*/ 0 w 311"/>
                <a:gd name="T1" fmla="*/ 17 h 165"/>
                <a:gd name="T2" fmla="*/ 53 w 311"/>
                <a:gd name="T3" fmla="*/ 4 h 165"/>
                <a:gd name="T4" fmla="*/ 156 w 311"/>
                <a:gd name="T5" fmla="*/ 75 h 165"/>
                <a:gd name="T6" fmla="*/ 332 w 311"/>
                <a:gd name="T7" fmla="*/ 214 h 165"/>
                <a:gd name="T8" fmla="*/ 123 w 311"/>
                <a:gd name="T9" fmla="*/ 67 h 165"/>
                <a:gd name="T10" fmla="*/ 0 w 311"/>
                <a:gd name="T11" fmla="*/ 17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165">
                  <a:moveTo>
                    <a:pt x="0" y="14"/>
                  </a:moveTo>
                  <a:cubicBezTo>
                    <a:pt x="0" y="14"/>
                    <a:pt x="19" y="0"/>
                    <a:pt x="50" y="4"/>
                  </a:cubicBezTo>
                  <a:cubicBezTo>
                    <a:pt x="82" y="9"/>
                    <a:pt x="116" y="32"/>
                    <a:pt x="147" y="58"/>
                  </a:cubicBezTo>
                  <a:cubicBezTo>
                    <a:pt x="179" y="84"/>
                    <a:pt x="311" y="165"/>
                    <a:pt x="311" y="165"/>
                  </a:cubicBezTo>
                  <a:cubicBezTo>
                    <a:pt x="311" y="165"/>
                    <a:pt x="140" y="78"/>
                    <a:pt x="114" y="51"/>
                  </a:cubicBezTo>
                  <a:cubicBezTo>
                    <a:pt x="87" y="24"/>
                    <a:pt x="45" y="0"/>
                    <a:pt x="0" y="14"/>
                  </a:cubicBezTo>
                  <a:close/>
                </a:path>
              </a:pathLst>
            </a:cu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115">
              <a:extLst>
                <a:ext uri="{FF2B5EF4-FFF2-40B4-BE49-F238E27FC236}">
                  <a16:creationId xmlns:a16="http://schemas.microsoft.com/office/drawing/2014/main" id="{E0A4CAA0-4B76-4199-844C-49EFE6D8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826"/>
              <a:ext cx="72" cy="178"/>
            </a:xfrm>
            <a:custGeom>
              <a:avLst/>
              <a:gdLst>
                <a:gd name="T0" fmla="*/ 0 w 70"/>
                <a:gd name="T1" fmla="*/ 9 h 164"/>
                <a:gd name="T2" fmla="*/ 34 w 70"/>
                <a:gd name="T3" fmla="*/ 12 h 164"/>
                <a:gd name="T4" fmla="*/ 60 w 70"/>
                <a:gd name="T5" fmla="*/ 54 h 164"/>
                <a:gd name="T6" fmla="*/ 59 w 70"/>
                <a:gd name="T7" fmla="*/ 125 h 164"/>
                <a:gd name="T8" fmla="*/ 34 w 70"/>
                <a:gd name="T9" fmla="*/ 209 h 164"/>
                <a:gd name="T10" fmla="*/ 53 w 70"/>
                <a:gd name="T11" fmla="*/ 163 h 164"/>
                <a:gd name="T12" fmla="*/ 69 w 70"/>
                <a:gd name="T13" fmla="*/ 114 h 164"/>
                <a:gd name="T14" fmla="*/ 68 w 70"/>
                <a:gd name="T15" fmla="*/ 37 h 164"/>
                <a:gd name="T16" fmla="*/ 35 w 70"/>
                <a:gd name="T17" fmla="*/ 2 h 164"/>
                <a:gd name="T18" fmla="*/ 4 w 70"/>
                <a:gd name="T19" fmla="*/ 5 h 1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164">
                  <a:moveTo>
                    <a:pt x="0" y="6"/>
                  </a:moveTo>
                  <a:cubicBezTo>
                    <a:pt x="12" y="7"/>
                    <a:pt x="20" y="4"/>
                    <a:pt x="31" y="9"/>
                  </a:cubicBezTo>
                  <a:cubicBezTo>
                    <a:pt x="45" y="16"/>
                    <a:pt x="49" y="28"/>
                    <a:pt x="54" y="42"/>
                  </a:cubicBezTo>
                  <a:cubicBezTo>
                    <a:pt x="60" y="63"/>
                    <a:pt x="58" y="78"/>
                    <a:pt x="53" y="98"/>
                  </a:cubicBezTo>
                  <a:cubicBezTo>
                    <a:pt x="47" y="119"/>
                    <a:pt x="43" y="146"/>
                    <a:pt x="31" y="164"/>
                  </a:cubicBezTo>
                  <a:cubicBezTo>
                    <a:pt x="36" y="151"/>
                    <a:pt x="45" y="140"/>
                    <a:pt x="50" y="127"/>
                  </a:cubicBezTo>
                  <a:cubicBezTo>
                    <a:pt x="55" y="114"/>
                    <a:pt x="60" y="102"/>
                    <a:pt x="63" y="89"/>
                  </a:cubicBezTo>
                  <a:cubicBezTo>
                    <a:pt x="67" y="69"/>
                    <a:pt x="70" y="48"/>
                    <a:pt x="62" y="29"/>
                  </a:cubicBezTo>
                  <a:cubicBezTo>
                    <a:pt x="57" y="16"/>
                    <a:pt x="47" y="4"/>
                    <a:pt x="32" y="2"/>
                  </a:cubicBezTo>
                  <a:cubicBezTo>
                    <a:pt x="22" y="0"/>
                    <a:pt x="14" y="5"/>
                    <a:pt x="4" y="5"/>
                  </a:cubicBezTo>
                </a:path>
              </a:pathLst>
            </a:cu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116">
              <a:extLst>
                <a:ext uri="{FF2B5EF4-FFF2-40B4-BE49-F238E27FC236}">
                  <a16:creationId xmlns:a16="http://schemas.microsoft.com/office/drawing/2014/main" id="{91C00199-9CEB-49D9-94AF-375884A68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030"/>
              <a:ext cx="141" cy="307"/>
            </a:xfrm>
            <a:custGeom>
              <a:avLst/>
              <a:gdLst>
                <a:gd name="T0" fmla="*/ 147 w 138"/>
                <a:gd name="T1" fmla="*/ 0 h 281"/>
                <a:gd name="T2" fmla="*/ 122 w 138"/>
                <a:gd name="T3" fmla="*/ 28 h 281"/>
                <a:gd name="T4" fmla="*/ 96 w 138"/>
                <a:gd name="T5" fmla="*/ 62 h 281"/>
                <a:gd name="T6" fmla="*/ 66 w 138"/>
                <a:gd name="T7" fmla="*/ 95 h 281"/>
                <a:gd name="T8" fmla="*/ 41 w 138"/>
                <a:gd name="T9" fmla="*/ 125 h 281"/>
                <a:gd name="T10" fmla="*/ 3 w 138"/>
                <a:gd name="T11" fmla="*/ 191 h 281"/>
                <a:gd name="T12" fmla="*/ 11 w 138"/>
                <a:gd name="T13" fmla="*/ 229 h 281"/>
                <a:gd name="T14" fmla="*/ 31 w 138"/>
                <a:gd name="T15" fmla="*/ 283 h 281"/>
                <a:gd name="T16" fmla="*/ 76 w 138"/>
                <a:gd name="T17" fmla="*/ 347 h 281"/>
                <a:gd name="T18" fmla="*/ 102 w 138"/>
                <a:gd name="T19" fmla="*/ 361 h 281"/>
                <a:gd name="T20" fmla="*/ 136 w 138"/>
                <a:gd name="T21" fmla="*/ 363 h 281"/>
                <a:gd name="T22" fmla="*/ 87 w 138"/>
                <a:gd name="T23" fmla="*/ 340 h 281"/>
                <a:gd name="T24" fmla="*/ 61 w 138"/>
                <a:gd name="T25" fmla="*/ 297 h 281"/>
                <a:gd name="T26" fmla="*/ 50 w 138"/>
                <a:gd name="T27" fmla="*/ 276 h 281"/>
                <a:gd name="T28" fmla="*/ 46 w 138"/>
                <a:gd name="T29" fmla="*/ 248 h 281"/>
                <a:gd name="T30" fmla="*/ 36 w 138"/>
                <a:gd name="T31" fmla="*/ 232 h 281"/>
                <a:gd name="T32" fmla="*/ 36 w 138"/>
                <a:gd name="T33" fmla="*/ 220 h 281"/>
                <a:gd name="T34" fmla="*/ 32 w 138"/>
                <a:gd name="T35" fmla="*/ 208 h 281"/>
                <a:gd name="T36" fmla="*/ 47 w 138"/>
                <a:gd name="T37" fmla="*/ 153 h 281"/>
                <a:gd name="T38" fmla="*/ 92 w 138"/>
                <a:gd name="T39" fmla="*/ 90 h 281"/>
                <a:gd name="T40" fmla="*/ 146 w 138"/>
                <a:gd name="T41" fmla="*/ 5 h 2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281">
                  <a:moveTo>
                    <a:pt x="138" y="0"/>
                  </a:moveTo>
                  <a:cubicBezTo>
                    <a:pt x="133" y="8"/>
                    <a:pt x="122" y="15"/>
                    <a:pt x="114" y="22"/>
                  </a:cubicBezTo>
                  <a:cubicBezTo>
                    <a:pt x="105" y="30"/>
                    <a:pt x="99" y="39"/>
                    <a:pt x="90" y="48"/>
                  </a:cubicBezTo>
                  <a:cubicBezTo>
                    <a:pt x="82" y="57"/>
                    <a:pt x="72" y="65"/>
                    <a:pt x="63" y="73"/>
                  </a:cubicBezTo>
                  <a:cubicBezTo>
                    <a:pt x="55" y="81"/>
                    <a:pt x="47" y="88"/>
                    <a:pt x="38" y="95"/>
                  </a:cubicBezTo>
                  <a:cubicBezTo>
                    <a:pt x="23" y="107"/>
                    <a:pt x="7" y="127"/>
                    <a:pt x="3" y="146"/>
                  </a:cubicBezTo>
                  <a:cubicBezTo>
                    <a:pt x="0" y="157"/>
                    <a:pt x="6" y="165"/>
                    <a:pt x="11" y="176"/>
                  </a:cubicBezTo>
                  <a:cubicBezTo>
                    <a:pt x="17" y="189"/>
                    <a:pt x="22" y="203"/>
                    <a:pt x="28" y="217"/>
                  </a:cubicBezTo>
                  <a:cubicBezTo>
                    <a:pt x="37" y="235"/>
                    <a:pt x="53" y="255"/>
                    <a:pt x="70" y="266"/>
                  </a:cubicBezTo>
                  <a:cubicBezTo>
                    <a:pt x="78" y="271"/>
                    <a:pt x="86" y="275"/>
                    <a:pt x="96" y="276"/>
                  </a:cubicBezTo>
                  <a:cubicBezTo>
                    <a:pt x="105" y="278"/>
                    <a:pt x="120" y="273"/>
                    <a:pt x="127" y="278"/>
                  </a:cubicBezTo>
                  <a:cubicBezTo>
                    <a:pt x="114" y="281"/>
                    <a:pt x="93" y="267"/>
                    <a:pt x="81" y="261"/>
                  </a:cubicBezTo>
                  <a:cubicBezTo>
                    <a:pt x="67" y="253"/>
                    <a:pt x="65" y="242"/>
                    <a:pt x="58" y="228"/>
                  </a:cubicBezTo>
                  <a:cubicBezTo>
                    <a:pt x="55" y="221"/>
                    <a:pt x="50" y="218"/>
                    <a:pt x="47" y="212"/>
                  </a:cubicBezTo>
                  <a:cubicBezTo>
                    <a:pt x="43" y="205"/>
                    <a:pt x="46" y="197"/>
                    <a:pt x="43" y="190"/>
                  </a:cubicBezTo>
                  <a:cubicBezTo>
                    <a:pt x="40" y="185"/>
                    <a:pt x="34" y="183"/>
                    <a:pt x="33" y="178"/>
                  </a:cubicBezTo>
                  <a:cubicBezTo>
                    <a:pt x="32" y="175"/>
                    <a:pt x="33" y="171"/>
                    <a:pt x="33" y="168"/>
                  </a:cubicBezTo>
                  <a:cubicBezTo>
                    <a:pt x="32" y="164"/>
                    <a:pt x="30" y="162"/>
                    <a:pt x="29" y="159"/>
                  </a:cubicBezTo>
                  <a:cubicBezTo>
                    <a:pt x="26" y="146"/>
                    <a:pt x="37" y="128"/>
                    <a:pt x="44" y="117"/>
                  </a:cubicBezTo>
                  <a:cubicBezTo>
                    <a:pt x="57" y="100"/>
                    <a:pt x="71" y="84"/>
                    <a:pt x="86" y="69"/>
                  </a:cubicBezTo>
                  <a:cubicBezTo>
                    <a:pt x="106" y="49"/>
                    <a:pt x="119" y="25"/>
                    <a:pt x="137" y="5"/>
                  </a:cubicBezTo>
                </a:path>
              </a:pathLst>
            </a:cu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117">
              <a:extLst>
                <a:ext uri="{FF2B5EF4-FFF2-40B4-BE49-F238E27FC236}">
                  <a16:creationId xmlns:a16="http://schemas.microsoft.com/office/drawing/2014/main" id="{656FD1CE-A002-4E26-B93C-3F35721F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062"/>
              <a:ext cx="117" cy="223"/>
            </a:xfrm>
            <a:custGeom>
              <a:avLst/>
              <a:gdLst>
                <a:gd name="T0" fmla="*/ 51 w 115"/>
                <a:gd name="T1" fmla="*/ 0 h 205"/>
                <a:gd name="T2" fmla="*/ 119 w 115"/>
                <a:gd name="T3" fmla="*/ 33 h 205"/>
                <a:gd name="T4" fmla="*/ 101 w 115"/>
                <a:gd name="T5" fmla="*/ 190 h 205"/>
                <a:gd name="T6" fmla="*/ 70 w 115"/>
                <a:gd name="T7" fmla="*/ 244 h 205"/>
                <a:gd name="T8" fmla="*/ 0 w 115"/>
                <a:gd name="T9" fmla="*/ 264 h 205"/>
                <a:gd name="T10" fmla="*/ 59 w 115"/>
                <a:gd name="T11" fmla="*/ 226 h 205"/>
                <a:gd name="T12" fmla="*/ 63 w 115"/>
                <a:gd name="T13" fmla="*/ 202 h 205"/>
                <a:gd name="T14" fmla="*/ 71 w 115"/>
                <a:gd name="T15" fmla="*/ 183 h 205"/>
                <a:gd name="T16" fmla="*/ 71 w 115"/>
                <a:gd name="T17" fmla="*/ 159 h 205"/>
                <a:gd name="T18" fmla="*/ 83 w 115"/>
                <a:gd name="T19" fmla="*/ 129 h 205"/>
                <a:gd name="T20" fmla="*/ 79 w 115"/>
                <a:gd name="T21" fmla="*/ 102 h 205"/>
                <a:gd name="T22" fmla="*/ 86 w 115"/>
                <a:gd name="T23" fmla="*/ 64 h 205"/>
                <a:gd name="T24" fmla="*/ 77 w 115"/>
                <a:gd name="T25" fmla="*/ 25 h 205"/>
                <a:gd name="T26" fmla="*/ 55 w 115"/>
                <a:gd name="T27" fmla="*/ 4 h 2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205">
                  <a:moveTo>
                    <a:pt x="48" y="0"/>
                  </a:moveTo>
                  <a:cubicBezTo>
                    <a:pt x="68" y="6"/>
                    <a:pt x="98" y="13"/>
                    <a:pt x="113" y="26"/>
                  </a:cubicBezTo>
                  <a:cubicBezTo>
                    <a:pt x="115" y="65"/>
                    <a:pt x="107" y="113"/>
                    <a:pt x="95" y="148"/>
                  </a:cubicBezTo>
                  <a:cubicBezTo>
                    <a:pt x="88" y="167"/>
                    <a:pt x="84" y="179"/>
                    <a:pt x="67" y="189"/>
                  </a:cubicBezTo>
                  <a:cubicBezTo>
                    <a:pt x="44" y="203"/>
                    <a:pt x="26" y="200"/>
                    <a:pt x="0" y="205"/>
                  </a:cubicBezTo>
                  <a:cubicBezTo>
                    <a:pt x="14" y="189"/>
                    <a:pt x="44" y="191"/>
                    <a:pt x="56" y="176"/>
                  </a:cubicBezTo>
                  <a:cubicBezTo>
                    <a:pt x="60" y="171"/>
                    <a:pt x="58" y="164"/>
                    <a:pt x="60" y="157"/>
                  </a:cubicBezTo>
                  <a:cubicBezTo>
                    <a:pt x="62" y="151"/>
                    <a:pt x="66" y="151"/>
                    <a:pt x="68" y="142"/>
                  </a:cubicBezTo>
                  <a:cubicBezTo>
                    <a:pt x="70" y="135"/>
                    <a:pt x="66" y="130"/>
                    <a:pt x="68" y="123"/>
                  </a:cubicBezTo>
                  <a:cubicBezTo>
                    <a:pt x="70" y="115"/>
                    <a:pt x="79" y="109"/>
                    <a:pt x="80" y="100"/>
                  </a:cubicBezTo>
                  <a:cubicBezTo>
                    <a:pt x="82" y="92"/>
                    <a:pt x="76" y="86"/>
                    <a:pt x="76" y="79"/>
                  </a:cubicBezTo>
                  <a:cubicBezTo>
                    <a:pt x="75" y="70"/>
                    <a:pt x="81" y="59"/>
                    <a:pt x="83" y="50"/>
                  </a:cubicBezTo>
                  <a:cubicBezTo>
                    <a:pt x="76" y="44"/>
                    <a:pt x="78" y="27"/>
                    <a:pt x="74" y="19"/>
                  </a:cubicBezTo>
                  <a:cubicBezTo>
                    <a:pt x="69" y="8"/>
                    <a:pt x="64" y="7"/>
                    <a:pt x="52" y="4"/>
                  </a:cubicBezTo>
                </a:path>
              </a:pathLst>
            </a:cu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118">
              <a:extLst>
                <a:ext uri="{FF2B5EF4-FFF2-40B4-BE49-F238E27FC236}">
                  <a16:creationId xmlns:a16="http://schemas.microsoft.com/office/drawing/2014/main" id="{1BE02963-CFFB-42CA-A1C7-4BFA26F6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998"/>
              <a:ext cx="127" cy="183"/>
            </a:xfrm>
            <a:custGeom>
              <a:avLst/>
              <a:gdLst>
                <a:gd name="T0" fmla="*/ 0 w 124"/>
                <a:gd name="T1" fmla="*/ 0 h 168"/>
                <a:gd name="T2" fmla="*/ 133 w 124"/>
                <a:gd name="T3" fmla="*/ 217 h 168"/>
                <a:gd name="T4" fmla="*/ 0 w 12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68">
                  <a:moveTo>
                    <a:pt x="0" y="0"/>
                  </a:moveTo>
                  <a:cubicBezTo>
                    <a:pt x="0" y="0"/>
                    <a:pt x="1" y="106"/>
                    <a:pt x="124" y="168"/>
                  </a:cubicBezTo>
                  <a:cubicBezTo>
                    <a:pt x="124" y="168"/>
                    <a:pt x="0" y="131"/>
                    <a:pt x="0" y="0"/>
                  </a:cubicBezTo>
                  <a:close/>
                </a:path>
              </a:pathLst>
            </a:cu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Oval 119">
              <a:extLst>
                <a:ext uri="{FF2B5EF4-FFF2-40B4-BE49-F238E27FC236}">
                  <a16:creationId xmlns:a16="http://schemas.microsoft.com/office/drawing/2014/main" id="{924E03B9-66E9-4DD1-85B5-743560C46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112"/>
              <a:ext cx="7" cy="8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23" name="Oval 120">
              <a:extLst>
                <a:ext uri="{FF2B5EF4-FFF2-40B4-BE49-F238E27FC236}">
                  <a16:creationId xmlns:a16="http://schemas.microsoft.com/office/drawing/2014/main" id="{16C0AF2D-2E97-430E-B58F-6E5E9B491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1094"/>
              <a:ext cx="9" cy="8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24" name="Oval 121">
              <a:extLst>
                <a:ext uri="{FF2B5EF4-FFF2-40B4-BE49-F238E27FC236}">
                  <a16:creationId xmlns:a16="http://schemas.microsoft.com/office/drawing/2014/main" id="{106D5024-EB23-4D20-8598-BA499BC55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1123"/>
              <a:ext cx="9" cy="9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25" name="Oval 122">
              <a:extLst>
                <a:ext uri="{FF2B5EF4-FFF2-40B4-BE49-F238E27FC236}">
                  <a16:creationId xmlns:a16="http://schemas.microsoft.com/office/drawing/2014/main" id="{FEC77227-BB2B-4B09-9607-5E4D00EDD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1117"/>
              <a:ext cx="5" cy="6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26" name="Oval 123">
              <a:extLst>
                <a:ext uri="{FF2B5EF4-FFF2-40B4-BE49-F238E27FC236}">
                  <a16:creationId xmlns:a16="http://schemas.microsoft.com/office/drawing/2014/main" id="{7FDA5742-0500-4E28-83AE-703008DAB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1155"/>
              <a:ext cx="7" cy="7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27" name="Oval 124">
              <a:extLst>
                <a:ext uri="{FF2B5EF4-FFF2-40B4-BE49-F238E27FC236}">
                  <a16:creationId xmlns:a16="http://schemas.microsoft.com/office/drawing/2014/main" id="{94A241B6-7748-44B9-8785-4E174718A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071"/>
              <a:ext cx="4" cy="4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28" name="Oval 125">
              <a:extLst>
                <a:ext uri="{FF2B5EF4-FFF2-40B4-BE49-F238E27FC236}">
                  <a16:creationId xmlns:a16="http://schemas.microsoft.com/office/drawing/2014/main" id="{6EB882BE-4626-44BD-8120-46DBB12FF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1131"/>
              <a:ext cx="6" cy="5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29" name="Oval 126">
              <a:extLst>
                <a:ext uri="{FF2B5EF4-FFF2-40B4-BE49-F238E27FC236}">
                  <a16:creationId xmlns:a16="http://schemas.microsoft.com/office/drawing/2014/main" id="{565E0E57-40C6-48AC-B665-D9D6A5B3D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035"/>
              <a:ext cx="7" cy="7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0" name="Oval 127">
              <a:extLst>
                <a:ext uri="{FF2B5EF4-FFF2-40B4-BE49-F238E27FC236}">
                  <a16:creationId xmlns:a16="http://schemas.microsoft.com/office/drawing/2014/main" id="{C35D7DC3-78C1-4AA5-B0F6-C6CF41450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1029"/>
              <a:ext cx="7" cy="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1" name="Oval 128">
              <a:extLst>
                <a:ext uri="{FF2B5EF4-FFF2-40B4-BE49-F238E27FC236}">
                  <a16:creationId xmlns:a16="http://schemas.microsoft.com/office/drawing/2014/main" id="{9B7FEE83-1279-45F9-87A6-13DD8295E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071"/>
              <a:ext cx="7" cy="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2" name="Oval 129">
              <a:extLst>
                <a:ext uri="{FF2B5EF4-FFF2-40B4-BE49-F238E27FC236}">
                  <a16:creationId xmlns:a16="http://schemas.microsoft.com/office/drawing/2014/main" id="{2393B673-4D92-4E24-80DE-04F55CE4B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1172"/>
              <a:ext cx="7" cy="8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3" name="Oval 130">
              <a:extLst>
                <a:ext uri="{FF2B5EF4-FFF2-40B4-BE49-F238E27FC236}">
                  <a16:creationId xmlns:a16="http://schemas.microsoft.com/office/drawing/2014/main" id="{57955128-1A45-4981-935B-44695EF9A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1162"/>
              <a:ext cx="9" cy="10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4" name="Oval 131">
              <a:extLst>
                <a:ext uri="{FF2B5EF4-FFF2-40B4-BE49-F238E27FC236}">
                  <a16:creationId xmlns:a16="http://schemas.microsoft.com/office/drawing/2014/main" id="{3274FEFB-5D47-4A11-963B-F0C88A146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176"/>
              <a:ext cx="10" cy="1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5" name="Oval 132">
              <a:extLst>
                <a:ext uri="{FF2B5EF4-FFF2-40B4-BE49-F238E27FC236}">
                  <a16:creationId xmlns:a16="http://schemas.microsoft.com/office/drawing/2014/main" id="{96C938A3-DE05-452C-8A1F-9598A8F2F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071"/>
              <a:ext cx="9" cy="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6" name="Oval 133">
              <a:extLst>
                <a:ext uri="{FF2B5EF4-FFF2-40B4-BE49-F238E27FC236}">
                  <a16:creationId xmlns:a16="http://schemas.microsoft.com/office/drawing/2014/main" id="{77EAEB48-A5AB-4473-985D-3F18E436C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1020"/>
              <a:ext cx="10" cy="9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7" name="Oval 134">
              <a:extLst>
                <a:ext uri="{FF2B5EF4-FFF2-40B4-BE49-F238E27FC236}">
                  <a16:creationId xmlns:a16="http://schemas.microsoft.com/office/drawing/2014/main" id="{84A19BBE-FD15-4BF9-B12C-F5DCB6EE4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989"/>
              <a:ext cx="7" cy="8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8" name="Oval 135">
              <a:extLst>
                <a:ext uri="{FF2B5EF4-FFF2-40B4-BE49-F238E27FC236}">
                  <a16:creationId xmlns:a16="http://schemas.microsoft.com/office/drawing/2014/main" id="{CAA5634D-1ADC-47B2-AC3F-E18809A34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856"/>
              <a:ext cx="11" cy="13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39" name="Oval 136">
              <a:extLst>
                <a:ext uri="{FF2B5EF4-FFF2-40B4-BE49-F238E27FC236}">
                  <a16:creationId xmlns:a16="http://schemas.microsoft.com/office/drawing/2014/main" id="{0BD4E112-666A-498C-B874-AD49B3F37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837"/>
              <a:ext cx="10" cy="1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0" name="Oval 137">
              <a:extLst>
                <a:ext uri="{FF2B5EF4-FFF2-40B4-BE49-F238E27FC236}">
                  <a16:creationId xmlns:a16="http://schemas.microsoft.com/office/drawing/2014/main" id="{E86509A9-7C9F-41E5-BE46-F0DD67FF0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852"/>
              <a:ext cx="10" cy="10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1" name="Oval 138">
              <a:extLst>
                <a:ext uri="{FF2B5EF4-FFF2-40B4-BE49-F238E27FC236}">
                  <a16:creationId xmlns:a16="http://schemas.microsoft.com/office/drawing/2014/main" id="{473EAC02-5C48-47E2-AB2A-CA5BE1DC0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869"/>
              <a:ext cx="8" cy="8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2" name="Oval 139">
              <a:extLst>
                <a:ext uri="{FF2B5EF4-FFF2-40B4-BE49-F238E27FC236}">
                  <a16:creationId xmlns:a16="http://schemas.microsoft.com/office/drawing/2014/main" id="{93E2FCAF-141D-4A83-9F72-8A4927E70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897"/>
              <a:ext cx="2" cy="3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3" name="Oval 140">
              <a:extLst>
                <a:ext uri="{FF2B5EF4-FFF2-40B4-BE49-F238E27FC236}">
                  <a16:creationId xmlns:a16="http://schemas.microsoft.com/office/drawing/2014/main" id="{88A85426-5688-4C4D-AA22-8C293D1C3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818"/>
              <a:ext cx="9" cy="10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4" name="Oval 141">
              <a:extLst>
                <a:ext uri="{FF2B5EF4-FFF2-40B4-BE49-F238E27FC236}">
                  <a16:creationId xmlns:a16="http://schemas.microsoft.com/office/drawing/2014/main" id="{41847CDE-AA85-483E-B2C1-BD6C1694E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826"/>
              <a:ext cx="6" cy="6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5" name="Oval 142">
              <a:extLst>
                <a:ext uri="{FF2B5EF4-FFF2-40B4-BE49-F238E27FC236}">
                  <a16:creationId xmlns:a16="http://schemas.microsoft.com/office/drawing/2014/main" id="{11CA01AD-7F88-4650-AE9B-D3880EDC1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832"/>
              <a:ext cx="5" cy="6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6" name="Oval 143">
              <a:extLst>
                <a:ext uri="{FF2B5EF4-FFF2-40B4-BE49-F238E27FC236}">
                  <a16:creationId xmlns:a16="http://schemas.microsoft.com/office/drawing/2014/main" id="{F5533379-C22E-4443-A438-BC0DE5EDE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837"/>
              <a:ext cx="3" cy="2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7" name="Oval 144">
              <a:extLst>
                <a:ext uri="{FF2B5EF4-FFF2-40B4-BE49-F238E27FC236}">
                  <a16:creationId xmlns:a16="http://schemas.microsoft.com/office/drawing/2014/main" id="{9E0C1930-2210-4D8B-9E00-478B51F89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842"/>
              <a:ext cx="1" cy="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8" name="Oval 145">
              <a:extLst>
                <a:ext uri="{FF2B5EF4-FFF2-40B4-BE49-F238E27FC236}">
                  <a16:creationId xmlns:a16="http://schemas.microsoft.com/office/drawing/2014/main" id="{72868296-C5C2-445E-9F0B-2327F36F3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844"/>
              <a:ext cx="2" cy="2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49" name="Oval 146">
              <a:extLst>
                <a:ext uri="{FF2B5EF4-FFF2-40B4-BE49-F238E27FC236}">
                  <a16:creationId xmlns:a16="http://schemas.microsoft.com/office/drawing/2014/main" id="{DA1E4125-6CB0-4F94-8011-AC2EC184A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831"/>
              <a:ext cx="3" cy="2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0" name="Oval 147">
              <a:extLst>
                <a:ext uri="{FF2B5EF4-FFF2-40B4-BE49-F238E27FC236}">
                  <a16:creationId xmlns:a16="http://schemas.microsoft.com/office/drawing/2014/main" id="{B0B9CE8F-8C74-4317-A992-D60015B5F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826"/>
              <a:ext cx="2" cy="3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1" name="Oval 148">
              <a:extLst>
                <a:ext uri="{FF2B5EF4-FFF2-40B4-BE49-F238E27FC236}">
                  <a16:creationId xmlns:a16="http://schemas.microsoft.com/office/drawing/2014/main" id="{892C5ECB-FA57-476F-B33D-AF8BAB4B0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824"/>
              <a:ext cx="4" cy="5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2" name="Oval 149">
              <a:extLst>
                <a:ext uri="{FF2B5EF4-FFF2-40B4-BE49-F238E27FC236}">
                  <a16:creationId xmlns:a16="http://schemas.microsoft.com/office/drawing/2014/main" id="{CC479895-C6E7-4D9F-8A5E-6A96B129F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7" y="822"/>
              <a:ext cx="6" cy="5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3" name="Oval 150">
              <a:extLst>
                <a:ext uri="{FF2B5EF4-FFF2-40B4-BE49-F238E27FC236}">
                  <a16:creationId xmlns:a16="http://schemas.microsoft.com/office/drawing/2014/main" id="{EC20F5EE-B9D6-456F-9F03-D74176A96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1079"/>
              <a:ext cx="15" cy="17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4" name="Oval 151">
              <a:extLst>
                <a:ext uri="{FF2B5EF4-FFF2-40B4-BE49-F238E27FC236}">
                  <a16:creationId xmlns:a16="http://schemas.microsoft.com/office/drawing/2014/main" id="{6645A9F6-B4FC-42B8-B076-3C3FC43A2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085"/>
              <a:ext cx="10" cy="1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5" name="Oval 152">
              <a:extLst>
                <a:ext uri="{FF2B5EF4-FFF2-40B4-BE49-F238E27FC236}">
                  <a16:creationId xmlns:a16="http://schemas.microsoft.com/office/drawing/2014/main" id="{C93142F2-5761-4FA8-A7F4-94B4752A2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1112"/>
              <a:ext cx="8" cy="9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6" name="Oval 153">
              <a:extLst>
                <a:ext uri="{FF2B5EF4-FFF2-40B4-BE49-F238E27FC236}">
                  <a16:creationId xmlns:a16="http://schemas.microsoft.com/office/drawing/2014/main" id="{13F40399-8FFC-4CAE-8733-76F1001B0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1119"/>
              <a:ext cx="5" cy="5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7" name="Oval 154">
              <a:extLst>
                <a:ext uri="{FF2B5EF4-FFF2-40B4-BE49-F238E27FC236}">
                  <a16:creationId xmlns:a16="http://schemas.microsoft.com/office/drawing/2014/main" id="{44C272C0-EE89-4F2A-9FD8-3BB56FA76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1081"/>
              <a:ext cx="5" cy="4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8" name="Oval 155">
              <a:extLst>
                <a:ext uri="{FF2B5EF4-FFF2-40B4-BE49-F238E27FC236}">
                  <a16:creationId xmlns:a16="http://schemas.microsoft.com/office/drawing/2014/main" id="{30B84BD8-7D59-4665-AEB0-65B58771E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1172"/>
              <a:ext cx="12" cy="13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59" name="Oval 156">
              <a:extLst>
                <a:ext uri="{FF2B5EF4-FFF2-40B4-BE49-F238E27FC236}">
                  <a16:creationId xmlns:a16="http://schemas.microsoft.com/office/drawing/2014/main" id="{4FC27ED4-4764-4D88-8077-BA31B512A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168"/>
              <a:ext cx="8" cy="7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0" name="Oval 157">
              <a:extLst>
                <a:ext uri="{FF2B5EF4-FFF2-40B4-BE49-F238E27FC236}">
                  <a16:creationId xmlns:a16="http://schemas.microsoft.com/office/drawing/2014/main" id="{6707AADB-483E-44ED-A4AA-D981E4FC9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1151"/>
              <a:ext cx="11" cy="1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1" name="Oval 158">
              <a:extLst>
                <a:ext uri="{FF2B5EF4-FFF2-40B4-BE49-F238E27FC236}">
                  <a16:creationId xmlns:a16="http://schemas.microsoft.com/office/drawing/2014/main" id="{6EE81F4E-33BF-45B6-A33A-DAA7C6D9D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195"/>
              <a:ext cx="8" cy="10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2" name="Oval 159">
              <a:extLst>
                <a:ext uri="{FF2B5EF4-FFF2-40B4-BE49-F238E27FC236}">
                  <a16:creationId xmlns:a16="http://schemas.microsoft.com/office/drawing/2014/main" id="{3DCCB2EE-0256-4C78-A6AA-C9CFACEAE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1191"/>
              <a:ext cx="9" cy="10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3" name="Oval 160">
              <a:extLst>
                <a:ext uri="{FF2B5EF4-FFF2-40B4-BE49-F238E27FC236}">
                  <a16:creationId xmlns:a16="http://schemas.microsoft.com/office/drawing/2014/main" id="{9CC29DEF-0D4E-4468-A8BA-BD011A1B3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1155"/>
              <a:ext cx="10" cy="12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4" name="Oval 161">
              <a:extLst>
                <a:ext uri="{FF2B5EF4-FFF2-40B4-BE49-F238E27FC236}">
                  <a16:creationId xmlns:a16="http://schemas.microsoft.com/office/drawing/2014/main" id="{51659AEE-9749-46C1-BDF0-11A1E861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1183"/>
              <a:ext cx="7" cy="8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5" name="Oval 162">
              <a:extLst>
                <a:ext uri="{FF2B5EF4-FFF2-40B4-BE49-F238E27FC236}">
                  <a16:creationId xmlns:a16="http://schemas.microsoft.com/office/drawing/2014/main" id="{90059A7E-9E8A-47C5-96D1-5AA34CB0B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1224"/>
              <a:ext cx="5" cy="5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6" name="Oval 163">
              <a:extLst>
                <a:ext uri="{FF2B5EF4-FFF2-40B4-BE49-F238E27FC236}">
                  <a16:creationId xmlns:a16="http://schemas.microsoft.com/office/drawing/2014/main" id="{4A84A1F7-85E1-4AFB-AEB3-A1E77CD81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1161"/>
              <a:ext cx="6" cy="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7" name="Oval 164">
              <a:extLst>
                <a:ext uri="{FF2B5EF4-FFF2-40B4-BE49-F238E27FC236}">
                  <a16:creationId xmlns:a16="http://schemas.microsoft.com/office/drawing/2014/main" id="{9384CE88-D4AA-49AE-9E6B-E45F662E7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1128"/>
              <a:ext cx="10" cy="1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8" name="Oval 165">
              <a:extLst>
                <a:ext uri="{FF2B5EF4-FFF2-40B4-BE49-F238E27FC236}">
                  <a16:creationId xmlns:a16="http://schemas.microsoft.com/office/drawing/2014/main" id="{AAF67AED-F217-47FF-8675-0C58DDCEF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120"/>
              <a:ext cx="5" cy="6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69" name="Oval 166">
              <a:extLst>
                <a:ext uri="{FF2B5EF4-FFF2-40B4-BE49-F238E27FC236}">
                  <a16:creationId xmlns:a16="http://schemas.microsoft.com/office/drawing/2014/main" id="{DCBF8D4C-0B2C-4207-B89E-047BE97A1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110"/>
              <a:ext cx="2" cy="1"/>
            </a:xfrm>
            <a:prstGeom prst="ellipse">
              <a:avLst/>
            </a:prstGeom>
            <a:solidFill>
              <a:srgbClr val="FDD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70" name="Freeform 167">
              <a:extLst>
                <a:ext uri="{FF2B5EF4-FFF2-40B4-BE49-F238E27FC236}">
                  <a16:creationId xmlns:a16="http://schemas.microsoft.com/office/drawing/2014/main" id="{AA878518-9A25-42A2-BA9C-EBFEA787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085"/>
              <a:ext cx="81" cy="90"/>
            </a:xfrm>
            <a:custGeom>
              <a:avLst/>
              <a:gdLst>
                <a:gd name="T0" fmla="*/ 37 w 79"/>
                <a:gd name="T1" fmla="*/ 106 h 83"/>
                <a:gd name="T2" fmla="*/ 17 w 79"/>
                <a:gd name="T3" fmla="*/ 36 h 83"/>
                <a:gd name="T4" fmla="*/ 6 w 79"/>
                <a:gd name="T5" fmla="*/ 13 h 83"/>
                <a:gd name="T6" fmla="*/ 16 w 79"/>
                <a:gd name="T7" fmla="*/ 5 h 83"/>
                <a:gd name="T8" fmla="*/ 59 w 79"/>
                <a:gd name="T9" fmla="*/ 22 h 83"/>
                <a:gd name="T10" fmla="*/ 80 w 79"/>
                <a:gd name="T11" fmla="*/ 28 h 83"/>
                <a:gd name="T12" fmla="*/ 71 w 79"/>
                <a:gd name="T13" fmla="*/ 47 h 83"/>
                <a:gd name="T14" fmla="*/ 38 w 79"/>
                <a:gd name="T15" fmla="*/ 10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3">
                  <a:moveTo>
                    <a:pt x="34" y="83"/>
                  </a:moveTo>
                  <a:cubicBezTo>
                    <a:pt x="34" y="65"/>
                    <a:pt x="25" y="45"/>
                    <a:pt x="17" y="28"/>
                  </a:cubicBezTo>
                  <a:cubicBezTo>
                    <a:pt x="14" y="22"/>
                    <a:pt x="9" y="16"/>
                    <a:pt x="6" y="10"/>
                  </a:cubicBezTo>
                  <a:cubicBezTo>
                    <a:pt x="0" y="0"/>
                    <a:pt x="8" y="3"/>
                    <a:pt x="16" y="5"/>
                  </a:cubicBezTo>
                  <a:cubicBezTo>
                    <a:pt x="28" y="10"/>
                    <a:pt x="43" y="13"/>
                    <a:pt x="56" y="17"/>
                  </a:cubicBezTo>
                  <a:cubicBezTo>
                    <a:pt x="59" y="18"/>
                    <a:pt x="71" y="19"/>
                    <a:pt x="74" y="22"/>
                  </a:cubicBezTo>
                  <a:cubicBezTo>
                    <a:pt x="79" y="28"/>
                    <a:pt x="69" y="33"/>
                    <a:pt x="65" y="37"/>
                  </a:cubicBezTo>
                  <a:cubicBezTo>
                    <a:pt x="51" y="48"/>
                    <a:pt x="43" y="65"/>
                    <a:pt x="35" y="79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168">
              <a:extLst>
                <a:ext uri="{FF2B5EF4-FFF2-40B4-BE49-F238E27FC236}">
                  <a16:creationId xmlns:a16="http://schemas.microsoft.com/office/drawing/2014/main" id="{3E641EEE-F76F-4CB0-83C3-3F00C9D35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192"/>
              <a:ext cx="87" cy="142"/>
            </a:xfrm>
            <a:custGeom>
              <a:avLst/>
              <a:gdLst>
                <a:gd name="T0" fmla="*/ 89 w 86"/>
                <a:gd name="T1" fmla="*/ 167 h 131"/>
                <a:gd name="T2" fmla="*/ 47 w 86"/>
                <a:gd name="T3" fmla="*/ 158 h 131"/>
                <a:gd name="T4" fmla="*/ 0 w 86"/>
                <a:gd name="T5" fmla="*/ 163 h 131"/>
                <a:gd name="T6" fmla="*/ 20 w 86"/>
                <a:gd name="T7" fmla="*/ 128 h 131"/>
                <a:gd name="T8" fmla="*/ 17 w 86"/>
                <a:gd name="T9" fmla="*/ 74 h 131"/>
                <a:gd name="T10" fmla="*/ 8 w 86"/>
                <a:gd name="T11" fmla="*/ 0 h 131"/>
                <a:gd name="T12" fmla="*/ 17 w 86"/>
                <a:gd name="T13" fmla="*/ 29 h 131"/>
                <a:gd name="T14" fmla="*/ 25 w 86"/>
                <a:gd name="T15" fmla="*/ 59 h 131"/>
                <a:gd name="T16" fmla="*/ 38 w 86"/>
                <a:gd name="T17" fmla="*/ 104 h 131"/>
                <a:gd name="T18" fmla="*/ 87 w 86"/>
                <a:gd name="T19" fmla="*/ 167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31">
                  <a:moveTo>
                    <a:pt x="86" y="131"/>
                  </a:moveTo>
                  <a:cubicBezTo>
                    <a:pt x="72" y="128"/>
                    <a:pt x="60" y="125"/>
                    <a:pt x="44" y="125"/>
                  </a:cubicBezTo>
                  <a:cubicBezTo>
                    <a:pt x="32" y="125"/>
                    <a:pt x="11" y="122"/>
                    <a:pt x="0" y="127"/>
                  </a:cubicBezTo>
                  <a:cubicBezTo>
                    <a:pt x="2" y="117"/>
                    <a:pt x="16" y="113"/>
                    <a:pt x="20" y="101"/>
                  </a:cubicBezTo>
                  <a:cubicBezTo>
                    <a:pt x="24" y="86"/>
                    <a:pt x="23" y="72"/>
                    <a:pt x="17" y="58"/>
                  </a:cubicBezTo>
                  <a:cubicBezTo>
                    <a:pt x="11" y="40"/>
                    <a:pt x="9" y="19"/>
                    <a:pt x="8" y="0"/>
                  </a:cubicBezTo>
                  <a:cubicBezTo>
                    <a:pt x="13" y="4"/>
                    <a:pt x="15" y="16"/>
                    <a:pt x="17" y="23"/>
                  </a:cubicBezTo>
                  <a:cubicBezTo>
                    <a:pt x="20" y="31"/>
                    <a:pt x="22" y="38"/>
                    <a:pt x="25" y="46"/>
                  </a:cubicBezTo>
                  <a:cubicBezTo>
                    <a:pt x="28" y="59"/>
                    <a:pt x="31" y="71"/>
                    <a:pt x="38" y="82"/>
                  </a:cubicBezTo>
                  <a:cubicBezTo>
                    <a:pt x="49" y="98"/>
                    <a:pt x="66" y="124"/>
                    <a:pt x="84" y="131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169">
              <a:extLst>
                <a:ext uri="{FF2B5EF4-FFF2-40B4-BE49-F238E27FC236}">
                  <a16:creationId xmlns:a16="http://schemas.microsoft.com/office/drawing/2014/main" id="{4E5624C2-C4F7-4C89-A5B3-08806EA9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352"/>
              <a:ext cx="131" cy="20"/>
            </a:xfrm>
            <a:custGeom>
              <a:avLst/>
              <a:gdLst>
                <a:gd name="T0" fmla="*/ 0 w 129"/>
                <a:gd name="T1" fmla="*/ 5 h 19"/>
                <a:gd name="T2" fmla="*/ 27 w 129"/>
                <a:gd name="T3" fmla="*/ 4 h 19"/>
                <a:gd name="T4" fmla="*/ 60 w 129"/>
                <a:gd name="T5" fmla="*/ 13 h 19"/>
                <a:gd name="T6" fmla="*/ 135 w 129"/>
                <a:gd name="T7" fmla="*/ 21 h 19"/>
                <a:gd name="T8" fmla="*/ 97 w 129"/>
                <a:gd name="T9" fmla="*/ 8 h 19"/>
                <a:gd name="T10" fmla="*/ 65 w 129"/>
                <a:gd name="T11" fmla="*/ 2 h 19"/>
                <a:gd name="T12" fmla="*/ 16 w 129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9">
                  <a:moveTo>
                    <a:pt x="0" y="5"/>
                  </a:moveTo>
                  <a:cubicBezTo>
                    <a:pt x="6" y="6"/>
                    <a:pt x="19" y="3"/>
                    <a:pt x="27" y="4"/>
                  </a:cubicBezTo>
                  <a:cubicBezTo>
                    <a:pt x="37" y="5"/>
                    <a:pt x="47" y="7"/>
                    <a:pt x="57" y="10"/>
                  </a:cubicBezTo>
                  <a:cubicBezTo>
                    <a:pt x="81" y="17"/>
                    <a:pt x="104" y="18"/>
                    <a:pt x="129" y="18"/>
                  </a:cubicBezTo>
                  <a:cubicBezTo>
                    <a:pt x="117" y="19"/>
                    <a:pt x="105" y="12"/>
                    <a:pt x="94" y="8"/>
                  </a:cubicBezTo>
                  <a:cubicBezTo>
                    <a:pt x="84" y="4"/>
                    <a:pt x="73" y="2"/>
                    <a:pt x="62" y="2"/>
                  </a:cubicBezTo>
                  <a:cubicBezTo>
                    <a:pt x="47" y="1"/>
                    <a:pt x="31" y="0"/>
                    <a:pt x="16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170">
              <a:extLst>
                <a:ext uri="{FF2B5EF4-FFF2-40B4-BE49-F238E27FC236}">
                  <a16:creationId xmlns:a16="http://schemas.microsoft.com/office/drawing/2014/main" id="{99C93AED-9582-4111-9100-D5817040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286"/>
              <a:ext cx="31" cy="55"/>
            </a:xfrm>
            <a:custGeom>
              <a:avLst/>
              <a:gdLst>
                <a:gd name="T0" fmla="*/ 4 w 30"/>
                <a:gd name="T1" fmla="*/ 0 h 50"/>
                <a:gd name="T2" fmla="*/ 21 w 30"/>
                <a:gd name="T3" fmla="*/ 34 h 50"/>
                <a:gd name="T4" fmla="*/ 24 w 30"/>
                <a:gd name="T5" fmla="*/ 58 h 50"/>
                <a:gd name="T6" fmla="*/ 0 w 30"/>
                <a:gd name="T7" fmla="*/ 43 h 50"/>
                <a:gd name="T8" fmla="*/ 4 w 30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0">
                  <a:moveTo>
                    <a:pt x="4" y="0"/>
                  </a:moveTo>
                  <a:cubicBezTo>
                    <a:pt x="5" y="11"/>
                    <a:pt x="11" y="18"/>
                    <a:pt x="18" y="25"/>
                  </a:cubicBezTo>
                  <a:cubicBezTo>
                    <a:pt x="24" y="31"/>
                    <a:pt x="30" y="38"/>
                    <a:pt x="21" y="44"/>
                  </a:cubicBezTo>
                  <a:cubicBezTo>
                    <a:pt x="9" y="50"/>
                    <a:pt x="1" y="44"/>
                    <a:pt x="0" y="32"/>
                  </a:cubicBezTo>
                  <a:cubicBezTo>
                    <a:pt x="0" y="22"/>
                    <a:pt x="4" y="14"/>
                    <a:pt x="4" y="4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171">
              <a:extLst>
                <a:ext uri="{FF2B5EF4-FFF2-40B4-BE49-F238E27FC236}">
                  <a16:creationId xmlns:a16="http://schemas.microsoft.com/office/drawing/2014/main" id="{B93BD2FE-08D6-4909-A2C0-F4301798B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265"/>
              <a:ext cx="64" cy="28"/>
            </a:xfrm>
            <a:custGeom>
              <a:avLst/>
              <a:gdLst>
                <a:gd name="T0" fmla="*/ 0 w 63"/>
                <a:gd name="T1" fmla="*/ 17 h 26"/>
                <a:gd name="T2" fmla="*/ 57 w 63"/>
                <a:gd name="T3" fmla="*/ 17 h 26"/>
                <a:gd name="T4" fmla="*/ 36 w 63"/>
                <a:gd name="T5" fmla="*/ 22 h 26"/>
                <a:gd name="T6" fmla="*/ 15 w 63"/>
                <a:gd name="T7" fmla="*/ 22 h 26"/>
                <a:gd name="T8" fmla="*/ 3 w 63"/>
                <a:gd name="T9" fmla="*/ 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0" y="14"/>
                  </a:moveTo>
                  <a:cubicBezTo>
                    <a:pt x="3" y="0"/>
                    <a:pt x="47" y="4"/>
                    <a:pt x="54" y="14"/>
                  </a:cubicBezTo>
                  <a:cubicBezTo>
                    <a:pt x="63" y="26"/>
                    <a:pt x="38" y="18"/>
                    <a:pt x="33" y="18"/>
                  </a:cubicBezTo>
                  <a:cubicBezTo>
                    <a:pt x="28" y="17"/>
                    <a:pt x="21" y="19"/>
                    <a:pt x="15" y="18"/>
                  </a:cubicBezTo>
                  <a:cubicBezTo>
                    <a:pt x="10" y="17"/>
                    <a:pt x="6" y="14"/>
                    <a:pt x="3" y="13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172">
              <a:extLst>
                <a:ext uri="{FF2B5EF4-FFF2-40B4-BE49-F238E27FC236}">
                  <a16:creationId xmlns:a16="http://schemas.microsoft.com/office/drawing/2014/main" id="{766F6727-808C-4772-8D35-7D1F09B7F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007"/>
              <a:ext cx="108" cy="68"/>
            </a:xfrm>
            <a:custGeom>
              <a:avLst/>
              <a:gdLst>
                <a:gd name="T0" fmla="*/ 0 w 106"/>
                <a:gd name="T1" fmla="*/ 12 h 63"/>
                <a:gd name="T2" fmla="*/ 30 w 106"/>
                <a:gd name="T3" fmla="*/ 30 h 63"/>
                <a:gd name="T4" fmla="*/ 58 w 106"/>
                <a:gd name="T5" fmla="*/ 50 h 63"/>
                <a:gd name="T6" fmla="*/ 87 w 106"/>
                <a:gd name="T7" fmla="*/ 65 h 63"/>
                <a:gd name="T8" fmla="*/ 112 w 106"/>
                <a:gd name="T9" fmla="*/ 78 h 63"/>
                <a:gd name="T10" fmla="*/ 71 w 106"/>
                <a:gd name="T11" fmla="*/ 14 h 63"/>
                <a:gd name="T12" fmla="*/ 37 w 106"/>
                <a:gd name="T13" fmla="*/ 2 h 63"/>
                <a:gd name="T14" fmla="*/ 3 w 106"/>
                <a:gd name="T15" fmla="*/ 1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63">
                  <a:moveTo>
                    <a:pt x="0" y="9"/>
                  </a:moveTo>
                  <a:cubicBezTo>
                    <a:pt x="7" y="17"/>
                    <a:pt x="19" y="19"/>
                    <a:pt x="27" y="24"/>
                  </a:cubicBezTo>
                  <a:cubicBezTo>
                    <a:pt x="36" y="30"/>
                    <a:pt x="45" y="35"/>
                    <a:pt x="55" y="40"/>
                  </a:cubicBezTo>
                  <a:cubicBezTo>
                    <a:pt x="64" y="44"/>
                    <a:pt x="72" y="48"/>
                    <a:pt x="81" y="52"/>
                  </a:cubicBezTo>
                  <a:cubicBezTo>
                    <a:pt x="87" y="55"/>
                    <a:pt x="98" y="63"/>
                    <a:pt x="106" y="62"/>
                  </a:cubicBezTo>
                  <a:cubicBezTo>
                    <a:pt x="104" y="43"/>
                    <a:pt x="83" y="22"/>
                    <a:pt x="68" y="11"/>
                  </a:cubicBezTo>
                  <a:cubicBezTo>
                    <a:pt x="55" y="2"/>
                    <a:pt x="49" y="0"/>
                    <a:pt x="34" y="2"/>
                  </a:cubicBezTo>
                  <a:cubicBezTo>
                    <a:pt x="25" y="2"/>
                    <a:pt x="8" y="4"/>
                    <a:pt x="3" y="7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173">
              <a:extLst>
                <a:ext uri="{FF2B5EF4-FFF2-40B4-BE49-F238E27FC236}">
                  <a16:creationId xmlns:a16="http://schemas.microsoft.com/office/drawing/2014/main" id="{2B9989E5-59C1-4D34-9426-CB4D42F34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926"/>
              <a:ext cx="218" cy="188"/>
            </a:xfrm>
            <a:custGeom>
              <a:avLst/>
              <a:gdLst>
                <a:gd name="T0" fmla="*/ 0 w 214"/>
                <a:gd name="T1" fmla="*/ 201 h 173"/>
                <a:gd name="T2" fmla="*/ 40 w 214"/>
                <a:gd name="T3" fmla="*/ 191 h 173"/>
                <a:gd name="T4" fmla="*/ 226 w 214"/>
                <a:gd name="T5" fmla="*/ 0 h 173"/>
                <a:gd name="T6" fmla="*/ 47 w 214"/>
                <a:gd name="T7" fmla="*/ 161 h 173"/>
                <a:gd name="T8" fmla="*/ 0 w 214"/>
                <a:gd name="T9" fmla="*/ 20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73">
                  <a:moveTo>
                    <a:pt x="0" y="156"/>
                  </a:moveTo>
                  <a:cubicBezTo>
                    <a:pt x="0" y="156"/>
                    <a:pt x="9" y="173"/>
                    <a:pt x="37" y="149"/>
                  </a:cubicBezTo>
                  <a:cubicBezTo>
                    <a:pt x="65" y="125"/>
                    <a:pt x="193" y="10"/>
                    <a:pt x="214" y="0"/>
                  </a:cubicBezTo>
                  <a:cubicBezTo>
                    <a:pt x="214" y="0"/>
                    <a:pt x="60" y="101"/>
                    <a:pt x="44" y="125"/>
                  </a:cubicBezTo>
                  <a:cubicBezTo>
                    <a:pt x="27" y="149"/>
                    <a:pt x="0" y="156"/>
                    <a:pt x="0" y="156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174">
              <a:extLst>
                <a:ext uri="{FF2B5EF4-FFF2-40B4-BE49-F238E27FC236}">
                  <a16:creationId xmlns:a16="http://schemas.microsoft.com/office/drawing/2014/main" id="{56E6780F-A7E2-4B0C-B141-31F401E5D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953"/>
              <a:ext cx="130" cy="74"/>
            </a:xfrm>
            <a:custGeom>
              <a:avLst/>
              <a:gdLst>
                <a:gd name="T0" fmla="*/ 0 w 127"/>
                <a:gd name="T1" fmla="*/ 0 h 68"/>
                <a:gd name="T2" fmla="*/ 112 w 127"/>
                <a:gd name="T3" fmla="*/ 88 h 68"/>
                <a:gd name="T4" fmla="*/ 136 w 127"/>
                <a:gd name="T5" fmla="*/ 76 h 68"/>
                <a:gd name="T6" fmla="*/ 0 w 127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68">
                  <a:moveTo>
                    <a:pt x="0" y="0"/>
                  </a:moveTo>
                  <a:cubicBezTo>
                    <a:pt x="0" y="0"/>
                    <a:pt x="81" y="55"/>
                    <a:pt x="104" y="68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59"/>
                    <a:pt x="56" y="37"/>
                    <a:pt x="0" y="0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175">
              <a:extLst>
                <a:ext uri="{FF2B5EF4-FFF2-40B4-BE49-F238E27FC236}">
                  <a16:creationId xmlns:a16="http://schemas.microsoft.com/office/drawing/2014/main" id="{91019C8D-D5EA-4F53-9894-B83A53239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391"/>
              <a:ext cx="908" cy="173"/>
            </a:xfrm>
            <a:custGeom>
              <a:avLst/>
              <a:gdLst>
                <a:gd name="T0" fmla="*/ 0 w 889"/>
                <a:gd name="T1" fmla="*/ 65 h 159"/>
                <a:gd name="T2" fmla="*/ 66 w 889"/>
                <a:gd name="T3" fmla="*/ 96 h 159"/>
                <a:gd name="T4" fmla="*/ 176 w 889"/>
                <a:gd name="T5" fmla="*/ 123 h 159"/>
                <a:gd name="T6" fmla="*/ 355 w 889"/>
                <a:gd name="T7" fmla="*/ 201 h 159"/>
                <a:gd name="T8" fmla="*/ 482 w 889"/>
                <a:gd name="T9" fmla="*/ 196 h 159"/>
                <a:gd name="T10" fmla="*/ 621 w 889"/>
                <a:gd name="T11" fmla="*/ 151 h 159"/>
                <a:gd name="T12" fmla="*/ 714 w 889"/>
                <a:gd name="T13" fmla="*/ 119 h 159"/>
                <a:gd name="T14" fmla="*/ 860 w 889"/>
                <a:gd name="T15" fmla="*/ 71 h 159"/>
                <a:gd name="T16" fmla="*/ 947 w 889"/>
                <a:gd name="T17" fmla="*/ 0 h 159"/>
                <a:gd name="T18" fmla="*/ 862 w 889"/>
                <a:gd name="T19" fmla="*/ 49 h 159"/>
                <a:gd name="T20" fmla="*/ 720 w 889"/>
                <a:gd name="T21" fmla="*/ 99 h 159"/>
                <a:gd name="T22" fmla="*/ 625 w 889"/>
                <a:gd name="T23" fmla="*/ 126 h 159"/>
                <a:gd name="T24" fmla="*/ 493 w 889"/>
                <a:gd name="T25" fmla="*/ 176 h 159"/>
                <a:gd name="T26" fmla="*/ 355 w 889"/>
                <a:gd name="T27" fmla="*/ 181 h 159"/>
                <a:gd name="T28" fmla="*/ 152 w 889"/>
                <a:gd name="T29" fmla="*/ 104 h 159"/>
                <a:gd name="T30" fmla="*/ 0 w 889"/>
                <a:gd name="T31" fmla="*/ 65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9" h="159">
                  <a:moveTo>
                    <a:pt x="0" y="51"/>
                  </a:moveTo>
                  <a:cubicBezTo>
                    <a:pt x="0" y="51"/>
                    <a:pt x="12" y="70"/>
                    <a:pt x="63" y="74"/>
                  </a:cubicBezTo>
                  <a:cubicBezTo>
                    <a:pt x="113" y="79"/>
                    <a:pt x="132" y="84"/>
                    <a:pt x="164" y="96"/>
                  </a:cubicBezTo>
                  <a:cubicBezTo>
                    <a:pt x="195" y="109"/>
                    <a:pt x="288" y="158"/>
                    <a:pt x="334" y="156"/>
                  </a:cubicBezTo>
                  <a:cubicBezTo>
                    <a:pt x="380" y="155"/>
                    <a:pt x="427" y="144"/>
                    <a:pt x="452" y="152"/>
                  </a:cubicBezTo>
                  <a:cubicBezTo>
                    <a:pt x="477" y="159"/>
                    <a:pt x="564" y="133"/>
                    <a:pt x="583" y="118"/>
                  </a:cubicBezTo>
                  <a:cubicBezTo>
                    <a:pt x="602" y="104"/>
                    <a:pt x="645" y="95"/>
                    <a:pt x="670" y="92"/>
                  </a:cubicBezTo>
                  <a:cubicBezTo>
                    <a:pt x="695" y="89"/>
                    <a:pt x="790" y="71"/>
                    <a:pt x="807" y="55"/>
                  </a:cubicBezTo>
                  <a:cubicBezTo>
                    <a:pt x="824" y="40"/>
                    <a:pt x="864" y="0"/>
                    <a:pt x="889" y="0"/>
                  </a:cubicBezTo>
                  <a:cubicBezTo>
                    <a:pt x="889" y="0"/>
                    <a:pt x="837" y="22"/>
                    <a:pt x="809" y="38"/>
                  </a:cubicBezTo>
                  <a:cubicBezTo>
                    <a:pt x="780" y="54"/>
                    <a:pt x="690" y="77"/>
                    <a:pt x="676" y="77"/>
                  </a:cubicBezTo>
                  <a:cubicBezTo>
                    <a:pt x="662" y="77"/>
                    <a:pt x="619" y="79"/>
                    <a:pt x="586" y="98"/>
                  </a:cubicBezTo>
                  <a:cubicBezTo>
                    <a:pt x="553" y="117"/>
                    <a:pt x="490" y="141"/>
                    <a:pt x="463" y="137"/>
                  </a:cubicBezTo>
                  <a:cubicBezTo>
                    <a:pt x="436" y="134"/>
                    <a:pt x="370" y="153"/>
                    <a:pt x="334" y="141"/>
                  </a:cubicBezTo>
                  <a:cubicBezTo>
                    <a:pt x="298" y="128"/>
                    <a:pt x="178" y="89"/>
                    <a:pt x="143" y="81"/>
                  </a:cubicBezTo>
                  <a:cubicBezTo>
                    <a:pt x="109" y="73"/>
                    <a:pt x="11" y="65"/>
                    <a:pt x="0" y="51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176">
              <a:extLst>
                <a:ext uri="{FF2B5EF4-FFF2-40B4-BE49-F238E27FC236}">
                  <a16:creationId xmlns:a16="http://schemas.microsoft.com/office/drawing/2014/main" id="{08DB87D6-BD0E-42E7-A4A1-1AAC7F381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563"/>
              <a:ext cx="41" cy="148"/>
            </a:xfrm>
            <a:custGeom>
              <a:avLst/>
              <a:gdLst>
                <a:gd name="T0" fmla="*/ 41 w 41"/>
                <a:gd name="T1" fmla="*/ 3 h 136"/>
                <a:gd name="T2" fmla="*/ 14 w 41"/>
                <a:gd name="T3" fmla="*/ 70 h 136"/>
                <a:gd name="T4" fmla="*/ 7 w 41"/>
                <a:gd name="T5" fmla="*/ 123 h 136"/>
                <a:gd name="T6" fmla="*/ 5 w 41"/>
                <a:gd name="T7" fmla="*/ 160 h 136"/>
                <a:gd name="T8" fmla="*/ 23 w 41"/>
                <a:gd name="T9" fmla="*/ 69 h 136"/>
                <a:gd name="T10" fmla="*/ 29 w 41"/>
                <a:gd name="T11" fmla="*/ 29 h 136"/>
                <a:gd name="T12" fmla="*/ 40 w 41"/>
                <a:gd name="T13" fmla="*/ 11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36">
                  <a:moveTo>
                    <a:pt x="41" y="3"/>
                  </a:moveTo>
                  <a:cubicBezTo>
                    <a:pt x="22" y="0"/>
                    <a:pt x="17" y="41"/>
                    <a:pt x="14" y="54"/>
                  </a:cubicBezTo>
                  <a:cubicBezTo>
                    <a:pt x="10" y="68"/>
                    <a:pt x="9" y="82"/>
                    <a:pt x="7" y="96"/>
                  </a:cubicBezTo>
                  <a:cubicBezTo>
                    <a:pt x="6" y="100"/>
                    <a:pt x="0" y="120"/>
                    <a:pt x="5" y="124"/>
                  </a:cubicBezTo>
                  <a:cubicBezTo>
                    <a:pt x="21" y="136"/>
                    <a:pt x="22" y="60"/>
                    <a:pt x="23" y="53"/>
                  </a:cubicBezTo>
                  <a:cubicBezTo>
                    <a:pt x="24" y="44"/>
                    <a:pt x="25" y="32"/>
                    <a:pt x="29" y="23"/>
                  </a:cubicBezTo>
                  <a:cubicBezTo>
                    <a:pt x="32" y="16"/>
                    <a:pt x="36" y="14"/>
                    <a:pt x="40" y="8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177">
              <a:extLst>
                <a:ext uri="{FF2B5EF4-FFF2-40B4-BE49-F238E27FC236}">
                  <a16:creationId xmlns:a16="http://schemas.microsoft.com/office/drawing/2014/main" id="{E18F9C0D-CBE5-4CCD-9B49-4D142DDE3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481"/>
              <a:ext cx="68" cy="80"/>
            </a:xfrm>
            <a:custGeom>
              <a:avLst/>
              <a:gdLst>
                <a:gd name="T0" fmla="*/ 70 w 67"/>
                <a:gd name="T1" fmla="*/ 0 h 73"/>
                <a:gd name="T2" fmla="*/ 43 w 67"/>
                <a:gd name="T3" fmla="*/ 39 h 73"/>
                <a:gd name="T4" fmla="*/ 7 w 67"/>
                <a:gd name="T5" fmla="*/ 96 h 73"/>
                <a:gd name="T6" fmla="*/ 32 w 67"/>
                <a:gd name="T7" fmla="*/ 20 h 73"/>
                <a:gd name="T8" fmla="*/ 42 w 67"/>
                <a:gd name="T9" fmla="*/ 3 h 73"/>
                <a:gd name="T10" fmla="*/ 66 w 67"/>
                <a:gd name="T11" fmla="*/ 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73">
                  <a:moveTo>
                    <a:pt x="67" y="0"/>
                  </a:moveTo>
                  <a:cubicBezTo>
                    <a:pt x="65" y="13"/>
                    <a:pt x="49" y="21"/>
                    <a:pt x="40" y="30"/>
                  </a:cubicBezTo>
                  <a:cubicBezTo>
                    <a:pt x="28" y="44"/>
                    <a:pt x="18" y="59"/>
                    <a:pt x="7" y="73"/>
                  </a:cubicBezTo>
                  <a:cubicBezTo>
                    <a:pt x="0" y="57"/>
                    <a:pt x="28" y="30"/>
                    <a:pt x="32" y="15"/>
                  </a:cubicBezTo>
                  <a:cubicBezTo>
                    <a:pt x="35" y="7"/>
                    <a:pt x="31" y="7"/>
                    <a:pt x="39" y="3"/>
                  </a:cubicBezTo>
                  <a:cubicBezTo>
                    <a:pt x="45" y="0"/>
                    <a:pt x="56" y="2"/>
                    <a:pt x="63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178">
              <a:extLst>
                <a:ext uri="{FF2B5EF4-FFF2-40B4-BE49-F238E27FC236}">
                  <a16:creationId xmlns:a16="http://schemas.microsoft.com/office/drawing/2014/main" id="{F2B15FDA-5B08-4B45-A9F7-4ABA7F85B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491"/>
              <a:ext cx="31" cy="94"/>
            </a:xfrm>
            <a:custGeom>
              <a:avLst/>
              <a:gdLst>
                <a:gd name="T0" fmla="*/ 22 w 30"/>
                <a:gd name="T1" fmla="*/ 10 h 86"/>
                <a:gd name="T2" fmla="*/ 24 w 30"/>
                <a:gd name="T3" fmla="*/ 59 h 86"/>
                <a:gd name="T4" fmla="*/ 13 w 30"/>
                <a:gd name="T5" fmla="*/ 89 h 86"/>
                <a:gd name="T6" fmla="*/ 0 w 30"/>
                <a:gd name="T7" fmla="*/ 113 h 86"/>
                <a:gd name="T8" fmla="*/ 3 w 30"/>
                <a:gd name="T9" fmla="*/ 80 h 86"/>
                <a:gd name="T10" fmla="*/ 10 w 30"/>
                <a:gd name="T11" fmla="*/ 39 h 86"/>
                <a:gd name="T12" fmla="*/ 23 w 30"/>
                <a:gd name="T13" fmla="*/ 4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86">
                  <a:moveTo>
                    <a:pt x="19" y="7"/>
                  </a:moveTo>
                  <a:cubicBezTo>
                    <a:pt x="30" y="16"/>
                    <a:pt x="25" y="33"/>
                    <a:pt x="21" y="45"/>
                  </a:cubicBezTo>
                  <a:cubicBezTo>
                    <a:pt x="19" y="53"/>
                    <a:pt x="17" y="61"/>
                    <a:pt x="13" y="68"/>
                  </a:cubicBezTo>
                  <a:cubicBezTo>
                    <a:pt x="10" y="75"/>
                    <a:pt x="3" y="79"/>
                    <a:pt x="0" y="86"/>
                  </a:cubicBezTo>
                  <a:cubicBezTo>
                    <a:pt x="3" y="78"/>
                    <a:pt x="3" y="70"/>
                    <a:pt x="3" y="61"/>
                  </a:cubicBezTo>
                  <a:cubicBezTo>
                    <a:pt x="4" y="50"/>
                    <a:pt x="8" y="41"/>
                    <a:pt x="10" y="30"/>
                  </a:cubicBezTo>
                  <a:cubicBezTo>
                    <a:pt x="11" y="22"/>
                    <a:pt x="4" y="0"/>
                    <a:pt x="20" y="4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179">
              <a:extLst>
                <a:ext uri="{FF2B5EF4-FFF2-40B4-BE49-F238E27FC236}">
                  <a16:creationId xmlns:a16="http://schemas.microsoft.com/office/drawing/2014/main" id="{02926D85-9018-4B2D-BD93-66F8B3F5C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65"/>
              <a:ext cx="38" cy="123"/>
            </a:xfrm>
            <a:custGeom>
              <a:avLst/>
              <a:gdLst>
                <a:gd name="T0" fmla="*/ 24 w 37"/>
                <a:gd name="T1" fmla="*/ 1 h 113"/>
                <a:gd name="T2" fmla="*/ 15 w 37"/>
                <a:gd name="T3" fmla="*/ 49 h 113"/>
                <a:gd name="T4" fmla="*/ 36 w 37"/>
                <a:gd name="T5" fmla="*/ 146 h 113"/>
                <a:gd name="T6" fmla="*/ 37 w 37"/>
                <a:gd name="T7" fmla="*/ 98 h 113"/>
                <a:gd name="T8" fmla="*/ 38 w 37"/>
                <a:gd name="T9" fmla="*/ 54 h 113"/>
                <a:gd name="T10" fmla="*/ 29 w 37"/>
                <a:gd name="T11" fmla="*/ 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13">
                  <a:moveTo>
                    <a:pt x="21" y="1"/>
                  </a:moveTo>
                  <a:cubicBezTo>
                    <a:pt x="0" y="0"/>
                    <a:pt x="11" y="26"/>
                    <a:pt x="15" y="38"/>
                  </a:cubicBezTo>
                  <a:cubicBezTo>
                    <a:pt x="24" y="64"/>
                    <a:pt x="30" y="86"/>
                    <a:pt x="33" y="113"/>
                  </a:cubicBezTo>
                  <a:cubicBezTo>
                    <a:pt x="29" y="104"/>
                    <a:pt x="33" y="86"/>
                    <a:pt x="34" y="76"/>
                  </a:cubicBezTo>
                  <a:cubicBezTo>
                    <a:pt x="35" y="65"/>
                    <a:pt x="37" y="53"/>
                    <a:pt x="35" y="42"/>
                  </a:cubicBezTo>
                  <a:cubicBezTo>
                    <a:pt x="34" y="29"/>
                    <a:pt x="31" y="12"/>
                    <a:pt x="26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180">
              <a:extLst>
                <a:ext uri="{FF2B5EF4-FFF2-40B4-BE49-F238E27FC236}">
                  <a16:creationId xmlns:a16="http://schemas.microsoft.com/office/drawing/2014/main" id="{5E46F356-0D05-4C0A-BFE4-F6716881D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499"/>
              <a:ext cx="81" cy="122"/>
            </a:xfrm>
            <a:custGeom>
              <a:avLst/>
              <a:gdLst>
                <a:gd name="T0" fmla="*/ 0 w 79"/>
                <a:gd name="T1" fmla="*/ 0 h 112"/>
                <a:gd name="T2" fmla="*/ 42 w 79"/>
                <a:gd name="T3" fmla="*/ 89 h 112"/>
                <a:gd name="T4" fmla="*/ 85 w 79"/>
                <a:gd name="T5" fmla="*/ 145 h 112"/>
                <a:gd name="T6" fmla="*/ 66 w 79"/>
                <a:gd name="T7" fmla="*/ 99 h 112"/>
                <a:gd name="T8" fmla="*/ 46 w 79"/>
                <a:gd name="T9" fmla="*/ 54 h 112"/>
                <a:gd name="T10" fmla="*/ 6 w 79"/>
                <a:gd name="T11" fmla="*/ 2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12">
                  <a:moveTo>
                    <a:pt x="0" y="0"/>
                  </a:moveTo>
                  <a:cubicBezTo>
                    <a:pt x="20" y="19"/>
                    <a:pt x="30" y="44"/>
                    <a:pt x="39" y="69"/>
                  </a:cubicBezTo>
                  <a:cubicBezTo>
                    <a:pt x="46" y="93"/>
                    <a:pt x="54" y="105"/>
                    <a:pt x="79" y="112"/>
                  </a:cubicBezTo>
                  <a:cubicBezTo>
                    <a:pt x="79" y="101"/>
                    <a:pt x="66" y="87"/>
                    <a:pt x="60" y="77"/>
                  </a:cubicBezTo>
                  <a:cubicBezTo>
                    <a:pt x="54" y="65"/>
                    <a:pt x="50" y="53"/>
                    <a:pt x="43" y="42"/>
                  </a:cubicBezTo>
                  <a:cubicBezTo>
                    <a:pt x="33" y="26"/>
                    <a:pt x="18" y="16"/>
                    <a:pt x="6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181">
              <a:extLst>
                <a:ext uri="{FF2B5EF4-FFF2-40B4-BE49-F238E27FC236}">
                  <a16:creationId xmlns:a16="http://schemas.microsoft.com/office/drawing/2014/main" id="{55B273FF-5B4E-4C35-B8D3-8EDF90E3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418"/>
              <a:ext cx="74" cy="142"/>
            </a:xfrm>
            <a:custGeom>
              <a:avLst/>
              <a:gdLst>
                <a:gd name="T0" fmla="*/ 0 w 72"/>
                <a:gd name="T1" fmla="*/ 0 h 130"/>
                <a:gd name="T2" fmla="*/ 28 w 72"/>
                <a:gd name="T3" fmla="*/ 85 h 130"/>
                <a:gd name="T4" fmla="*/ 42 w 72"/>
                <a:gd name="T5" fmla="*/ 151 h 130"/>
                <a:gd name="T6" fmla="*/ 51 w 72"/>
                <a:gd name="T7" fmla="*/ 169 h 130"/>
                <a:gd name="T8" fmla="*/ 65 w 72"/>
                <a:gd name="T9" fmla="*/ 146 h 130"/>
                <a:gd name="T10" fmla="*/ 70 w 72"/>
                <a:gd name="T11" fmla="*/ 104 h 130"/>
                <a:gd name="T12" fmla="*/ 41 w 72"/>
                <a:gd name="T13" fmla="*/ 60 h 130"/>
                <a:gd name="T14" fmla="*/ 15 w 72"/>
                <a:gd name="T15" fmla="*/ 27 h 130"/>
                <a:gd name="T16" fmla="*/ 3 w 72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130">
                  <a:moveTo>
                    <a:pt x="0" y="0"/>
                  </a:moveTo>
                  <a:cubicBezTo>
                    <a:pt x="0" y="19"/>
                    <a:pt x="18" y="45"/>
                    <a:pt x="25" y="65"/>
                  </a:cubicBezTo>
                  <a:cubicBezTo>
                    <a:pt x="30" y="81"/>
                    <a:pt x="33" y="99"/>
                    <a:pt x="39" y="115"/>
                  </a:cubicBezTo>
                  <a:cubicBezTo>
                    <a:pt x="40" y="120"/>
                    <a:pt x="42" y="130"/>
                    <a:pt x="48" y="130"/>
                  </a:cubicBezTo>
                  <a:cubicBezTo>
                    <a:pt x="56" y="130"/>
                    <a:pt x="56" y="119"/>
                    <a:pt x="59" y="113"/>
                  </a:cubicBezTo>
                  <a:cubicBezTo>
                    <a:pt x="65" y="100"/>
                    <a:pt x="72" y="94"/>
                    <a:pt x="64" y="80"/>
                  </a:cubicBezTo>
                  <a:cubicBezTo>
                    <a:pt x="57" y="69"/>
                    <a:pt x="47" y="56"/>
                    <a:pt x="38" y="46"/>
                  </a:cubicBezTo>
                  <a:cubicBezTo>
                    <a:pt x="30" y="38"/>
                    <a:pt x="22" y="30"/>
                    <a:pt x="15" y="21"/>
                  </a:cubicBezTo>
                  <a:cubicBezTo>
                    <a:pt x="10" y="14"/>
                    <a:pt x="7" y="7"/>
                    <a:pt x="3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182">
              <a:extLst>
                <a:ext uri="{FF2B5EF4-FFF2-40B4-BE49-F238E27FC236}">
                  <a16:creationId xmlns:a16="http://schemas.microsoft.com/office/drawing/2014/main" id="{B98289BA-E19A-4675-9ECA-FC59EBD8A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363"/>
              <a:ext cx="1067" cy="233"/>
            </a:xfrm>
            <a:custGeom>
              <a:avLst/>
              <a:gdLst>
                <a:gd name="T0" fmla="*/ 0 w 1045"/>
                <a:gd name="T1" fmla="*/ 0 h 214"/>
                <a:gd name="T2" fmla="*/ 53 w 1045"/>
                <a:gd name="T3" fmla="*/ 56 h 214"/>
                <a:gd name="T4" fmla="*/ 99 w 1045"/>
                <a:gd name="T5" fmla="*/ 96 h 214"/>
                <a:gd name="T6" fmla="*/ 208 w 1045"/>
                <a:gd name="T7" fmla="*/ 148 h 214"/>
                <a:gd name="T8" fmla="*/ 466 w 1045"/>
                <a:gd name="T9" fmla="*/ 242 h 214"/>
                <a:gd name="T10" fmla="*/ 775 w 1045"/>
                <a:gd name="T11" fmla="*/ 193 h 214"/>
                <a:gd name="T12" fmla="*/ 925 w 1045"/>
                <a:gd name="T13" fmla="*/ 147 h 214"/>
                <a:gd name="T14" fmla="*/ 1033 w 1045"/>
                <a:gd name="T15" fmla="*/ 68 h 214"/>
                <a:gd name="T16" fmla="*/ 1112 w 1045"/>
                <a:gd name="T17" fmla="*/ 35 h 214"/>
                <a:gd name="T18" fmla="*/ 1027 w 1045"/>
                <a:gd name="T19" fmla="*/ 99 h 214"/>
                <a:gd name="T20" fmla="*/ 928 w 1045"/>
                <a:gd name="T21" fmla="*/ 183 h 214"/>
                <a:gd name="T22" fmla="*/ 828 w 1045"/>
                <a:gd name="T23" fmla="*/ 196 h 214"/>
                <a:gd name="T24" fmla="*/ 731 w 1045"/>
                <a:gd name="T25" fmla="*/ 235 h 214"/>
                <a:gd name="T26" fmla="*/ 565 w 1045"/>
                <a:gd name="T27" fmla="*/ 277 h 214"/>
                <a:gd name="T28" fmla="*/ 493 w 1045"/>
                <a:gd name="T29" fmla="*/ 267 h 214"/>
                <a:gd name="T30" fmla="*/ 386 w 1045"/>
                <a:gd name="T31" fmla="*/ 267 h 214"/>
                <a:gd name="T32" fmla="*/ 319 w 1045"/>
                <a:gd name="T33" fmla="*/ 242 h 214"/>
                <a:gd name="T34" fmla="*/ 168 w 1045"/>
                <a:gd name="T35" fmla="*/ 157 h 214"/>
                <a:gd name="T36" fmla="*/ 74 w 1045"/>
                <a:gd name="T37" fmla="*/ 91 h 214"/>
                <a:gd name="T38" fmla="*/ 47 w 1045"/>
                <a:gd name="T39" fmla="*/ 50 h 214"/>
                <a:gd name="T40" fmla="*/ 9 w 1045"/>
                <a:gd name="T41" fmla="*/ 5 h 2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5" h="214">
                  <a:moveTo>
                    <a:pt x="0" y="0"/>
                  </a:moveTo>
                  <a:cubicBezTo>
                    <a:pt x="17" y="12"/>
                    <a:pt x="34" y="31"/>
                    <a:pt x="50" y="43"/>
                  </a:cubicBezTo>
                  <a:cubicBezTo>
                    <a:pt x="64" y="55"/>
                    <a:pt x="77" y="65"/>
                    <a:pt x="93" y="74"/>
                  </a:cubicBezTo>
                  <a:cubicBezTo>
                    <a:pt x="127" y="95"/>
                    <a:pt x="155" y="106"/>
                    <a:pt x="196" y="115"/>
                  </a:cubicBezTo>
                  <a:cubicBezTo>
                    <a:pt x="280" y="135"/>
                    <a:pt x="353" y="177"/>
                    <a:pt x="438" y="187"/>
                  </a:cubicBezTo>
                  <a:cubicBezTo>
                    <a:pt x="541" y="198"/>
                    <a:pt x="633" y="191"/>
                    <a:pt x="728" y="150"/>
                  </a:cubicBezTo>
                  <a:cubicBezTo>
                    <a:pt x="774" y="130"/>
                    <a:pt x="821" y="123"/>
                    <a:pt x="869" y="114"/>
                  </a:cubicBezTo>
                  <a:cubicBezTo>
                    <a:pt x="911" y="105"/>
                    <a:pt x="937" y="77"/>
                    <a:pt x="971" y="52"/>
                  </a:cubicBezTo>
                  <a:cubicBezTo>
                    <a:pt x="995" y="35"/>
                    <a:pt x="1021" y="38"/>
                    <a:pt x="1045" y="27"/>
                  </a:cubicBezTo>
                  <a:cubicBezTo>
                    <a:pt x="1022" y="47"/>
                    <a:pt x="990" y="61"/>
                    <a:pt x="965" y="77"/>
                  </a:cubicBezTo>
                  <a:cubicBezTo>
                    <a:pt x="933" y="98"/>
                    <a:pt x="907" y="127"/>
                    <a:pt x="872" y="141"/>
                  </a:cubicBezTo>
                  <a:cubicBezTo>
                    <a:pt x="843" y="152"/>
                    <a:pt x="808" y="149"/>
                    <a:pt x="778" y="152"/>
                  </a:cubicBezTo>
                  <a:cubicBezTo>
                    <a:pt x="746" y="155"/>
                    <a:pt x="717" y="170"/>
                    <a:pt x="687" y="182"/>
                  </a:cubicBezTo>
                  <a:cubicBezTo>
                    <a:pt x="641" y="200"/>
                    <a:pt x="581" y="214"/>
                    <a:pt x="531" y="214"/>
                  </a:cubicBezTo>
                  <a:cubicBezTo>
                    <a:pt x="508" y="213"/>
                    <a:pt x="486" y="208"/>
                    <a:pt x="463" y="207"/>
                  </a:cubicBezTo>
                  <a:cubicBezTo>
                    <a:pt x="429" y="205"/>
                    <a:pt x="396" y="209"/>
                    <a:pt x="362" y="207"/>
                  </a:cubicBezTo>
                  <a:cubicBezTo>
                    <a:pt x="338" y="205"/>
                    <a:pt x="321" y="198"/>
                    <a:pt x="300" y="187"/>
                  </a:cubicBezTo>
                  <a:cubicBezTo>
                    <a:pt x="270" y="172"/>
                    <a:pt x="159" y="120"/>
                    <a:pt x="159" y="121"/>
                  </a:cubicBezTo>
                  <a:cubicBezTo>
                    <a:pt x="130" y="113"/>
                    <a:pt x="93" y="91"/>
                    <a:pt x="70" y="71"/>
                  </a:cubicBezTo>
                  <a:cubicBezTo>
                    <a:pt x="59" y="61"/>
                    <a:pt x="54" y="49"/>
                    <a:pt x="44" y="39"/>
                  </a:cubicBezTo>
                  <a:cubicBezTo>
                    <a:pt x="32" y="28"/>
                    <a:pt x="16" y="21"/>
                    <a:pt x="9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183">
              <a:extLst>
                <a:ext uri="{FF2B5EF4-FFF2-40B4-BE49-F238E27FC236}">
                  <a16:creationId xmlns:a16="http://schemas.microsoft.com/office/drawing/2014/main" id="{44FDE989-AD7E-418E-AC4D-855AC4912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354"/>
              <a:ext cx="1074" cy="219"/>
            </a:xfrm>
            <a:custGeom>
              <a:avLst/>
              <a:gdLst>
                <a:gd name="T0" fmla="*/ 0 w 1052"/>
                <a:gd name="T1" fmla="*/ 0 h 201"/>
                <a:gd name="T2" fmla="*/ 46 w 1052"/>
                <a:gd name="T3" fmla="*/ 52 h 201"/>
                <a:gd name="T4" fmla="*/ 106 w 1052"/>
                <a:gd name="T5" fmla="*/ 120 h 201"/>
                <a:gd name="T6" fmla="*/ 163 w 1052"/>
                <a:gd name="T7" fmla="*/ 145 h 201"/>
                <a:gd name="T8" fmla="*/ 279 w 1052"/>
                <a:gd name="T9" fmla="*/ 171 h 201"/>
                <a:gd name="T10" fmla="*/ 452 w 1052"/>
                <a:gd name="T11" fmla="*/ 250 h 201"/>
                <a:gd name="T12" fmla="*/ 588 w 1052"/>
                <a:gd name="T13" fmla="*/ 247 h 201"/>
                <a:gd name="T14" fmla="*/ 740 w 1052"/>
                <a:gd name="T15" fmla="*/ 202 h 201"/>
                <a:gd name="T16" fmla="*/ 835 w 1052"/>
                <a:gd name="T17" fmla="*/ 169 h 201"/>
                <a:gd name="T18" fmla="*/ 970 w 1052"/>
                <a:gd name="T19" fmla="*/ 123 h 201"/>
                <a:gd name="T20" fmla="*/ 1052 w 1052"/>
                <a:gd name="T21" fmla="*/ 54 h 201"/>
                <a:gd name="T22" fmla="*/ 1119 w 1052"/>
                <a:gd name="T23" fmla="*/ 19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2" h="201">
                  <a:moveTo>
                    <a:pt x="0" y="0"/>
                  </a:moveTo>
                  <a:cubicBezTo>
                    <a:pt x="0" y="0"/>
                    <a:pt x="20" y="30"/>
                    <a:pt x="43" y="40"/>
                  </a:cubicBezTo>
                  <a:cubicBezTo>
                    <a:pt x="66" y="49"/>
                    <a:pt x="80" y="81"/>
                    <a:pt x="100" y="93"/>
                  </a:cubicBezTo>
                  <a:cubicBezTo>
                    <a:pt x="120" y="106"/>
                    <a:pt x="114" y="102"/>
                    <a:pt x="154" y="112"/>
                  </a:cubicBezTo>
                  <a:cubicBezTo>
                    <a:pt x="194" y="122"/>
                    <a:pt x="231" y="122"/>
                    <a:pt x="262" y="132"/>
                  </a:cubicBezTo>
                  <a:cubicBezTo>
                    <a:pt x="293" y="142"/>
                    <a:pt x="360" y="184"/>
                    <a:pt x="425" y="193"/>
                  </a:cubicBezTo>
                  <a:cubicBezTo>
                    <a:pt x="491" y="201"/>
                    <a:pt x="510" y="182"/>
                    <a:pt x="552" y="191"/>
                  </a:cubicBezTo>
                  <a:cubicBezTo>
                    <a:pt x="593" y="201"/>
                    <a:pt x="668" y="174"/>
                    <a:pt x="695" y="156"/>
                  </a:cubicBezTo>
                  <a:cubicBezTo>
                    <a:pt x="722" y="138"/>
                    <a:pt x="749" y="139"/>
                    <a:pt x="785" y="130"/>
                  </a:cubicBezTo>
                  <a:cubicBezTo>
                    <a:pt x="820" y="122"/>
                    <a:pt x="878" y="120"/>
                    <a:pt x="912" y="95"/>
                  </a:cubicBezTo>
                  <a:cubicBezTo>
                    <a:pt x="946" y="69"/>
                    <a:pt x="954" y="51"/>
                    <a:pt x="988" y="42"/>
                  </a:cubicBezTo>
                  <a:cubicBezTo>
                    <a:pt x="1022" y="34"/>
                    <a:pt x="1038" y="38"/>
                    <a:pt x="1052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184">
              <a:extLst>
                <a:ext uri="{FF2B5EF4-FFF2-40B4-BE49-F238E27FC236}">
                  <a16:creationId xmlns:a16="http://schemas.microsoft.com/office/drawing/2014/main" id="{FFE9E5B3-20CD-46A2-A7C4-00999221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806"/>
              <a:ext cx="903" cy="587"/>
            </a:xfrm>
            <a:custGeom>
              <a:avLst/>
              <a:gdLst>
                <a:gd name="T0" fmla="*/ 466 w 885"/>
                <a:gd name="T1" fmla="*/ 2 h 539"/>
                <a:gd name="T2" fmla="*/ 320 w 885"/>
                <a:gd name="T3" fmla="*/ 103 h 539"/>
                <a:gd name="T4" fmla="*/ 41 w 885"/>
                <a:gd name="T5" fmla="*/ 386 h 539"/>
                <a:gd name="T6" fmla="*/ 7 w 885"/>
                <a:gd name="T7" fmla="*/ 475 h 539"/>
                <a:gd name="T8" fmla="*/ 92 w 885"/>
                <a:gd name="T9" fmla="*/ 629 h 539"/>
                <a:gd name="T10" fmla="*/ 271 w 885"/>
                <a:gd name="T11" fmla="*/ 664 h 539"/>
                <a:gd name="T12" fmla="*/ 492 w 885"/>
                <a:gd name="T13" fmla="*/ 682 h 539"/>
                <a:gd name="T14" fmla="*/ 674 w 885"/>
                <a:gd name="T15" fmla="*/ 636 h 539"/>
                <a:gd name="T16" fmla="*/ 893 w 885"/>
                <a:gd name="T17" fmla="*/ 562 h 539"/>
                <a:gd name="T18" fmla="*/ 940 w 885"/>
                <a:gd name="T19" fmla="*/ 331 h 539"/>
                <a:gd name="T20" fmla="*/ 863 w 885"/>
                <a:gd name="T21" fmla="*/ 289 h 539"/>
                <a:gd name="T22" fmla="*/ 608 w 885"/>
                <a:gd name="T23" fmla="*/ 81 h 539"/>
                <a:gd name="T24" fmla="*/ 466 w 885"/>
                <a:gd name="T25" fmla="*/ 2 h 5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39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8" y="109"/>
                    <a:pt x="65" y="267"/>
                    <a:pt x="38" y="298"/>
                  </a:cubicBezTo>
                  <a:cubicBezTo>
                    <a:pt x="11" y="329"/>
                    <a:pt x="0" y="351"/>
                    <a:pt x="7" y="367"/>
                  </a:cubicBezTo>
                  <a:cubicBezTo>
                    <a:pt x="14" y="384"/>
                    <a:pt x="22" y="453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3" y="523"/>
                    <a:pt x="408" y="539"/>
                    <a:pt x="463" y="528"/>
                  </a:cubicBezTo>
                  <a:cubicBezTo>
                    <a:pt x="517" y="517"/>
                    <a:pt x="594" y="494"/>
                    <a:pt x="635" y="492"/>
                  </a:cubicBezTo>
                  <a:cubicBezTo>
                    <a:pt x="675" y="490"/>
                    <a:pt x="808" y="459"/>
                    <a:pt x="841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2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185">
              <a:extLst>
                <a:ext uri="{FF2B5EF4-FFF2-40B4-BE49-F238E27FC236}">
                  <a16:creationId xmlns:a16="http://schemas.microsoft.com/office/drawing/2014/main" id="{7C97FA14-DF9C-48C8-BA0E-2E77B1C3B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825"/>
              <a:ext cx="346" cy="374"/>
            </a:xfrm>
            <a:custGeom>
              <a:avLst/>
              <a:gdLst>
                <a:gd name="T0" fmla="*/ 303 w 338"/>
                <a:gd name="T1" fmla="*/ 20 h 344"/>
                <a:gd name="T2" fmla="*/ 355 w 338"/>
                <a:gd name="T3" fmla="*/ 84 h 344"/>
                <a:gd name="T4" fmla="*/ 0 w 338"/>
                <a:gd name="T5" fmla="*/ 441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8" h="344">
                  <a:moveTo>
                    <a:pt x="282" y="16"/>
                  </a:moveTo>
                  <a:cubicBezTo>
                    <a:pt x="282" y="16"/>
                    <a:pt x="338" y="0"/>
                    <a:pt x="331" y="65"/>
                  </a:cubicBezTo>
                  <a:cubicBezTo>
                    <a:pt x="324" y="130"/>
                    <a:pt x="266" y="344"/>
                    <a:pt x="0" y="3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186">
              <a:extLst>
                <a:ext uri="{FF2B5EF4-FFF2-40B4-BE49-F238E27FC236}">
                  <a16:creationId xmlns:a16="http://schemas.microsoft.com/office/drawing/2014/main" id="{FD40C853-20EE-416B-A4EE-77CE5849D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958"/>
              <a:ext cx="171" cy="223"/>
            </a:xfrm>
            <a:custGeom>
              <a:avLst/>
              <a:gdLst>
                <a:gd name="T0" fmla="*/ 4 w 167"/>
                <a:gd name="T1" fmla="*/ 0 h 205"/>
                <a:gd name="T2" fmla="*/ 179 w 167"/>
                <a:gd name="T3" fmla="*/ 264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7" h="205">
                  <a:moveTo>
                    <a:pt x="4" y="0"/>
                  </a:moveTo>
                  <a:cubicBezTo>
                    <a:pt x="4" y="0"/>
                    <a:pt x="0" y="172"/>
                    <a:pt x="167" y="20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187">
              <a:extLst>
                <a:ext uri="{FF2B5EF4-FFF2-40B4-BE49-F238E27FC236}">
                  <a16:creationId xmlns:a16="http://schemas.microsoft.com/office/drawing/2014/main" id="{738A7214-9102-4F5C-A7BB-A28B5400F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097"/>
              <a:ext cx="34" cy="100"/>
            </a:xfrm>
            <a:custGeom>
              <a:avLst/>
              <a:gdLst>
                <a:gd name="T0" fmla="*/ 36 w 33"/>
                <a:gd name="T1" fmla="*/ 118 h 92"/>
                <a:gd name="T2" fmla="*/ 25 w 33"/>
                <a:gd name="T3" fmla="*/ 62 h 92"/>
                <a:gd name="T4" fmla="*/ 0 w 3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2">
                  <a:moveTo>
                    <a:pt x="33" y="92"/>
                  </a:moveTo>
                  <a:cubicBezTo>
                    <a:pt x="28" y="78"/>
                    <a:pt x="27" y="63"/>
                    <a:pt x="22" y="48"/>
                  </a:cubicBezTo>
                  <a:cubicBezTo>
                    <a:pt x="16" y="31"/>
                    <a:pt x="10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188">
              <a:extLst>
                <a:ext uri="{FF2B5EF4-FFF2-40B4-BE49-F238E27FC236}">
                  <a16:creationId xmlns:a16="http://schemas.microsoft.com/office/drawing/2014/main" id="{6327D0FC-FEAB-4195-9CD6-0DAF850A4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332"/>
              <a:ext cx="107" cy="8"/>
            </a:xfrm>
            <a:custGeom>
              <a:avLst/>
              <a:gdLst>
                <a:gd name="T0" fmla="*/ 111 w 105"/>
                <a:gd name="T1" fmla="*/ 10 h 7"/>
                <a:gd name="T2" fmla="*/ 62 w 105"/>
                <a:gd name="T3" fmla="*/ 2 h 7"/>
                <a:gd name="T4" fmla="*/ 0 w 105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">
                  <a:moveTo>
                    <a:pt x="105" y="7"/>
                  </a:moveTo>
                  <a:cubicBezTo>
                    <a:pt x="90" y="7"/>
                    <a:pt x="74" y="4"/>
                    <a:pt x="59" y="2"/>
                  </a:cubicBezTo>
                  <a:cubicBezTo>
                    <a:pt x="39" y="0"/>
                    <a:pt x="20" y="1"/>
                    <a:pt x="0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189">
              <a:extLst>
                <a:ext uri="{FF2B5EF4-FFF2-40B4-BE49-F238E27FC236}">
                  <a16:creationId xmlns:a16="http://schemas.microsoft.com/office/drawing/2014/main" id="{9EEFE66F-DB40-4724-9C23-AE86C75DB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086"/>
              <a:ext cx="70" cy="23"/>
            </a:xfrm>
            <a:custGeom>
              <a:avLst/>
              <a:gdLst>
                <a:gd name="T0" fmla="*/ 72 w 69"/>
                <a:gd name="T1" fmla="*/ 24 h 21"/>
                <a:gd name="T2" fmla="*/ 34 w 69"/>
                <a:gd name="T3" fmla="*/ 15 h 21"/>
                <a:gd name="T4" fmla="*/ 0 w 6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1">
                  <a:moveTo>
                    <a:pt x="69" y="18"/>
                  </a:moveTo>
                  <a:cubicBezTo>
                    <a:pt x="57" y="21"/>
                    <a:pt x="45" y="16"/>
                    <a:pt x="34" y="12"/>
                  </a:cubicBezTo>
                  <a:cubicBezTo>
                    <a:pt x="26" y="8"/>
                    <a:pt x="7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190">
              <a:extLst>
                <a:ext uri="{FF2B5EF4-FFF2-40B4-BE49-F238E27FC236}">
                  <a16:creationId xmlns:a16="http://schemas.microsoft.com/office/drawing/2014/main" id="{7986FCF8-2AC5-4C14-8D75-8EA26513D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267"/>
              <a:ext cx="71" cy="13"/>
            </a:xfrm>
            <a:custGeom>
              <a:avLst/>
              <a:gdLst>
                <a:gd name="T0" fmla="*/ 0 w 70"/>
                <a:gd name="T1" fmla="*/ 15 h 12"/>
                <a:gd name="T2" fmla="*/ 27 w 70"/>
                <a:gd name="T3" fmla="*/ 1 h 12"/>
                <a:gd name="T4" fmla="*/ 73 w 70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2">
                  <a:moveTo>
                    <a:pt x="0" y="12"/>
                  </a:moveTo>
                  <a:cubicBezTo>
                    <a:pt x="3" y="2"/>
                    <a:pt x="18" y="0"/>
                    <a:pt x="27" y="1"/>
                  </a:cubicBezTo>
                  <a:cubicBezTo>
                    <a:pt x="39" y="2"/>
                    <a:pt x="62" y="6"/>
                    <a:pt x="70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191">
              <a:extLst>
                <a:ext uri="{FF2B5EF4-FFF2-40B4-BE49-F238E27FC236}">
                  <a16:creationId xmlns:a16="http://schemas.microsoft.com/office/drawing/2014/main" id="{A6B800D6-DBCF-478A-B5F0-84694CF73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280"/>
              <a:ext cx="22" cy="47"/>
            </a:xfrm>
            <a:custGeom>
              <a:avLst/>
              <a:gdLst>
                <a:gd name="T0" fmla="*/ 0 w 22"/>
                <a:gd name="T1" fmla="*/ 0 h 43"/>
                <a:gd name="T2" fmla="*/ 3 w 22"/>
                <a:gd name="T3" fmla="*/ 23 h 43"/>
                <a:gd name="T4" fmla="*/ 22 w 22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0" y="6"/>
                    <a:pt x="0" y="11"/>
                    <a:pt x="3" y="17"/>
                  </a:cubicBezTo>
                  <a:cubicBezTo>
                    <a:pt x="7" y="26"/>
                    <a:pt x="21" y="33"/>
                    <a:pt x="22" y="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192">
              <a:extLst>
                <a:ext uri="{FF2B5EF4-FFF2-40B4-BE49-F238E27FC236}">
                  <a16:creationId xmlns:a16="http://schemas.microsoft.com/office/drawing/2014/main" id="{47E8D95D-C1DC-4636-84C0-F3CA4DB08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008"/>
              <a:ext cx="54" cy="79"/>
            </a:xfrm>
            <a:custGeom>
              <a:avLst/>
              <a:gdLst>
                <a:gd name="T0" fmla="*/ 46 w 53"/>
                <a:gd name="T1" fmla="*/ 92 h 73"/>
                <a:gd name="T2" fmla="*/ 0 w 53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73">
                  <a:moveTo>
                    <a:pt x="43" y="73"/>
                  </a:moveTo>
                  <a:cubicBezTo>
                    <a:pt x="53" y="38"/>
                    <a:pt x="28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193">
              <a:extLst>
                <a:ext uri="{FF2B5EF4-FFF2-40B4-BE49-F238E27FC236}">
                  <a16:creationId xmlns:a16="http://schemas.microsoft.com/office/drawing/2014/main" id="{D6DC2548-E512-4078-AF0D-227E8684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356"/>
              <a:ext cx="188" cy="34"/>
            </a:xfrm>
            <a:custGeom>
              <a:avLst/>
              <a:gdLst>
                <a:gd name="T0" fmla="*/ 0 w 184"/>
                <a:gd name="T1" fmla="*/ 13 h 31"/>
                <a:gd name="T2" fmla="*/ 93 w 184"/>
                <a:gd name="T3" fmla="*/ 12 h 31"/>
                <a:gd name="T4" fmla="*/ 148 w 184"/>
                <a:gd name="T5" fmla="*/ 30 h 31"/>
                <a:gd name="T6" fmla="*/ 196 w 184"/>
                <a:gd name="T7" fmla="*/ 3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1">
                  <a:moveTo>
                    <a:pt x="0" y="10"/>
                  </a:moveTo>
                  <a:cubicBezTo>
                    <a:pt x="30" y="11"/>
                    <a:pt x="57" y="0"/>
                    <a:pt x="87" y="9"/>
                  </a:cubicBezTo>
                  <a:cubicBezTo>
                    <a:pt x="104" y="13"/>
                    <a:pt x="122" y="18"/>
                    <a:pt x="139" y="23"/>
                  </a:cubicBezTo>
                  <a:cubicBezTo>
                    <a:pt x="147" y="26"/>
                    <a:pt x="180" y="31"/>
                    <a:pt x="184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194">
              <a:extLst>
                <a:ext uri="{FF2B5EF4-FFF2-40B4-BE49-F238E27FC236}">
                  <a16:creationId xmlns:a16="http://schemas.microsoft.com/office/drawing/2014/main" id="{43C4D77E-35F8-4521-BAA9-EA5535601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491"/>
              <a:ext cx="92" cy="133"/>
            </a:xfrm>
            <a:custGeom>
              <a:avLst/>
              <a:gdLst>
                <a:gd name="T0" fmla="*/ 0 w 90"/>
                <a:gd name="T1" fmla="*/ 0 h 122"/>
                <a:gd name="T2" fmla="*/ 96 w 90"/>
                <a:gd name="T3" fmla="*/ 158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22">
                  <a:moveTo>
                    <a:pt x="0" y="0"/>
                  </a:moveTo>
                  <a:cubicBezTo>
                    <a:pt x="40" y="28"/>
                    <a:pt x="79" y="74"/>
                    <a:pt x="90" y="1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195">
              <a:extLst>
                <a:ext uri="{FF2B5EF4-FFF2-40B4-BE49-F238E27FC236}">
                  <a16:creationId xmlns:a16="http://schemas.microsoft.com/office/drawing/2014/main" id="{B3113746-849D-48EB-9F29-DBDC6AF29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492"/>
              <a:ext cx="43" cy="114"/>
            </a:xfrm>
            <a:custGeom>
              <a:avLst/>
              <a:gdLst>
                <a:gd name="T0" fmla="*/ 0 w 42"/>
                <a:gd name="T1" fmla="*/ 0 h 104"/>
                <a:gd name="T2" fmla="*/ 44 w 42"/>
                <a:gd name="T3" fmla="*/ 137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04">
                  <a:moveTo>
                    <a:pt x="0" y="0"/>
                  </a:moveTo>
                  <a:cubicBezTo>
                    <a:pt x="17" y="36"/>
                    <a:pt x="42" y="61"/>
                    <a:pt x="41" y="10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196">
              <a:extLst>
                <a:ext uri="{FF2B5EF4-FFF2-40B4-BE49-F238E27FC236}">
                  <a16:creationId xmlns:a16="http://schemas.microsoft.com/office/drawing/2014/main" id="{C076AA77-4626-4541-BB6B-2266EFAB5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415"/>
              <a:ext cx="36" cy="137"/>
            </a:xfrm>
            <a:custGeom>
              <a:avLst/>
              <a:gdLst>
                <a:gd name="T0" fmla="*/ 1 w 35"/>
                <a:gd name="T1" fmla="*/ 0 h 126"/>
                <a:gd name="T2" fmla="*/ 26 w 35"/>
                <a:gd name="T3" fmla="*/ 77 h 126"/>
                <a:gd name="T4" fmla="*/ 38 w 35"/>
                <a:gd name="T5" fmla="*/ 162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6">
                  <a:moveTo>
                    <a:pt x="1" y="0"/>
                  </a:moveTo>
                  <a:cubicBezTo>
                    <a:pt x="0" y="18"/>
                    <a:pt x="17" y="43"/>
                    <a:pt x="23" y="60"/>
                  </a:cubicBezTo>
                  <a:cubicBezTo>
                    <a:pt x="30" y="82"/>
                    <a:pt x="34" y="104"/>
                    <a:pt x="35" y="1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197">
              <a:extLst>
                <a:ext uri="{FF2B5EF4-FFF2-40B4-BE49-F238E27FC236}">
                  <a16:creationId xmlns:a16="http://schemas.microsoft.com/office/drawing/2014/main" id="{1D9EFEFD-02B7-407F-966C-62551DE9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407"/>
              <a:ext cx="79" cy="78"/>
            </a:xfrm>
            <a:custGeom>
              <a:avLst/>
              <a:gdLst>
                <a:gd name="T0" fmla="*/ 0 w 77"/>
                <a:gd name="T1" fmla="*/ 0 h 71"/>
                <a:gd name="T2" fmla="*/ 83 w 77"/>
                <a:gd name="T3" fmla="*/ 94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71">
                  <a:moveTo>
                    <a:pt x="0" y="0"/>
                  </a:moveTo>
                  <a:cubicBezTo>
                    <a:pt x="9" y="33"/>
                    <a:pt x="59" y="43"/>
                    <a:pt x="77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198">
              <a:extLst>
                <a:ext uri="{FF2B5EF4-FFF2-40B4-BE49-F238E27FC236}">
                  <a16:creationId xmlns:a16="http://schemas.microsoft.com/office/drawing/2014/main" id="{92561118-4D43-48CB-8097-F747ABCB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564"/>
              <a:ext cx="34" cy="105"/>
            </a:xfrm>
            <a:custGeom>
              <a:avLst/>
              <a:gdLst>
                <a:gd name="T0" fmla="*/ 11 w 33"/>
                <a:gd name="T1" fmla="*/ 0 h 96"/>
                <a:gd name="T2" fmla="*/ 36 w 33"/>
                <a:gd name="T3" fmla="*/ 12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6">
                  <a:moveTo>
                    <a:pt x="11" y="0"/>
                  </a:moveTo>
                  <a:cubicBezTo>
                    <a:pt x="0" y="24"/>
                    <a:pt x="28" y="71"/>
                    <a:pt x="33" y="9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199">
              <a:extLst>
                <a:ext uri="{FF2B5EF4-FFF2-40B4-BE49-F238E27FC236}">
                  <a16:creationId xmlns:a16="http://schemas.microsoft.com/office/drawing/2014/main" id="{C0D7616B-5FCE-4776-A7AD-01F1461D0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475"/>
              <a:ext cx="81" cy="117"/>
            </a:xfrm>
            <a:custGeom>
              <a:avLst/>
              <a:gdLst>
                <a:gd name="T0" fmla="*/ 79 w 79"/>
                <a:gd name="T1" fmla="*/ 0 h 108"/>
                <a:gd name="T2" fmla="*/ 52 w 79"/>
                <a:gd name="T3" fmla="*/ 54 h 108"/>
                <a:gd name="T4" fmla="*/ 0 w 79"/>
                <a:gd name="T5" fmla="*/ 13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08">
                  <a:moveTo>
                    <a:pt x="73" y="0"/>
                  </a:moveTo>
                  <a:cubicBezTo>
                    <a:pt x="79" y="15"/>
                    <a:pt x="58" y="32"/>
                    <a:pt x="49" y="42"/>
                  </a:cubicBezTo>
                  <a:cubicBezTo>
                    <a:pt x="30" y="62"/>
                    <a:pt x="7" y="81"/>
                    <a:pt x="0" y="10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200">
              <a:extLst>
                <a:ext uri="{FF2B5EF4-FFF2-40B4-BE49-F238E27FC236}">
                  <a16:creationId xmlns:a16="http://schemas.microsoft.com/office/drawing/2014/main" id="{8FEBBFE0-7688-4DA8-86C5-2BCF5087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491"/>
              <a:ext cx="23" cy="100"/>
            </a:xfrm>
            <a:custGeom>
              <a:avLst/>
              <a:gdLst>
                <a:gd name="T0" fmla="*/ 19 w 23"/>
                <a:gd name="T1" fmla="*/ 0 h 92"/>
                <a:gd name="T2" fmla="*/ 20 w 23"/>
                <a:gd name="T3" fmla="*/ 54 h 92"/>
                <a:gd name="T4" fmla="*/ 0 w 23"/>
                <a:gd name="T5" fmla="*/ 11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2">
                  <a:moveTo>
                    <a:pt x="19" y="0"/>
                  </a:moveTo>
                  <a:cubicBezTo>
                    <a:pt x="15" y="13"/>
                    <a:pt x="23" y="28"/>
                    <a:pt x="20" y="42"/>
                  </a:cubicBezTo>
                  <a:cubicBezTo>
                    <a:pt x="16" y="60"/>
                    <a:pt x="3" y="73"/>
                    <a:pt x="0" y="9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201">
              <a:extLst>
                <a:ext uri="{FF2B5EF4-FFF2-40B4-BE49-F238E27FC236}">
                  <a16:creationId xmlns:a16="http://schemas.microsoft.com/office/drawing/2014/main" id="{66FAEDD2-7463-4814-B267-E401BA09F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557"/>
              <a:ext cx="44" cy="130"/>
            </a:xfrm>
            <a:custGeom>
              <a:avLst/>
              <a:gdLst>
                <a:gd name="T0" fmla="*/ 46 w 43"/>
                <a:gd name="T1" fmla="*/ 0 h 120"/>
                <a:gd name="T2" fmla="*/ 0 w 43"/>
                <a:gd name="T3" fmla="*/ 153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0">
                  <a:moveTo>
                    <a:pt x="43" y="0"/>
                  </a:moveTo>
                  <a:cubicBezTo>
                    <a:pt x="16" y="22"/>
                    <a:pt x="3" y="86"/>
                    <a:pt x="0" y="1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202">
              <a:extLst>
                <a:ext uri="{FF2B5EF4-FFF2-40B4-BE49-F238E27FC236}">
                  <a16:creationId xmlns:a16="http://schemas.microsoft.com/office/drawing/2014/main" id="{5E913F1A-32D2-4D6E-9CAB-235D189F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59"/>
              <a:ext cx="22" cy="99"/>
            </a:xfrm>
            <a:custGeom>
              <a:avLst/>
              <a:gdLst>
                <a:gd name="T0" fmla="*/ 0 w 22"/>
                <a:gd name="T1" fmla="*/ 0 h 91"/>
                <a:gd name="T2" fmla="*/ 21 w 22"/>
                <a:gd name="T3" fmla="*/ 117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1">
                  <a:moveTo>
                    <a:pt x="0" y="0"/>
                  </a:moveTo>
                  <a:cubicBezTo>
                    <a:pt x="18" y="22"/>
                    <a:pt x="22" y="69"/>
                    <a:pt x="21" y="9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203">
              <a:extLst>
                <a:ext uri="{FF2B5EF4-FFF2-40B4-BE49-F238E27FC236}">
                  <a16:creationId xmlns:a16="http://schemas.microsoft.com/office/drawing/2014/main" id="{A997D7A6-7E12-4114-AE56-E017D4EA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120"/>
              <a:ext cx="75" cy="205"/>
            </a:xfrm>
            <a:custGeom>
              <a:avLst/>
              <a:gdLst>
                <a:gd name="T0" fmla="*/ 45 w 74"/>
                <a:gd name="T1" fmla="*/ 0 h 188"/>
                <a:gd name="T2" fmla="*/ 4 w 74"/>
                <a:gd name="T3" fmla="*/ 128 h 188"/>
                <a:gd name="T4" fmla="*/ 45 w 74"/>
                <a:gd name="T5" fmla="*/ 240 h 188"/>
                <a:gd name="T6" fmla="*/ 60 w 74"/>
                <a:gd name="T7" fmla="*/ 124 h 188"/>
                <a:gd name="T8" fmla="*/ 55 w 74"/>
                <a:gd name="T9" fmla="*/ 4 h 188"/>
                <a:gd name="T10" fmla="*/ 47 w 74"/>
                <a:gd name="T11" fmla="*/ 0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88">
                  <a:moveTo>
                    <a:pt x="42" y="0"/>
                  </a:moveTo>
                  <a:cubicBezTo>
                    <a:pt x="17" y="19"/>
                    <a:pt x="0" y="68"/>
                    <a:pt x="4" y="98"/>
                  </a:cubicBezTo>
                  <a:cubicBezTo>
                    <a:pt x="6" y="114"/>
                    <a:pt x="16" y="188"/>
                    <a:pt x="42" y="185"/>
                  </a:cubicBezTo>
                  <a:cubicBezTo>
                    <a:pt x="74" y="181"/>
                    <a:pt x="63" y="114"/>
                    <a:pt x="57" y="96"/>
                  </a:cubicBezTo>
                  <a:cubicBezTo>
                    <a:pt x="46" y="63"/>
                    <a:pt x="40" y="38"/>
                    <a:pt x="52" y="4"/>
                  </a:cubicBezTo>
                  <a:cubicBezTo>
                    <a:pt x="50" y="2"/>
                    <a:pt x="48" y="1"/>
                    <a:pt x="44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204">
              <a:extLst>
                <a:ext uri="{FF2B5EF4-FFF2-40B4-BE49-F238E27FC236}">
                  <a16:creationId xmlns:a16="http://schemas.microsoft.com/office/drawing/2014/main" id="{281A4F84-51FA-4E55-A669-82371B64A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978"/>
              <a:ext cx="139" cy="90"/>
            </a:xfrm>
            <a:custGeom>
              <a:avLst/>
              <a:gdLst>
                <a:gd name="T0" fmla="*/ 0 w 136"/>
                <a:gd name="T1" fmla="*/ 97 h 82"/>
                <a:gd name="T2" fmla="*/ 45 w 136"/>
                <a:gd name="T3" fmla="*/ 102 h 82"/>
                <a:gd name="T4" fmla="*/ 80 w 136"/>
                <a:gd name="T5" fmla="*/ 63 h 82"/>
                <a:gd name="T6" fmla="*/ 145 w 136"/>
                <a:gd name="T7" fmla="*/ 0 h 82"/>
                <a:gd name="T8" fmla="*/ 9 w 136"/>
                <a:gd name="T9" fmla="*/ 9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82">
                  <a:moveTo>
                    <a:pt x="0" y="73"/>
                  </a:moveTo>
                  <a:cubicBezTo>
                    <a:pt x="14" y="72"/>
                    <a:pt x="29" y="82"/>
                    <a:pt x="42" y="77"/>
                  </a:cubicBezTo>
                  <a:cubicBezTo>
                    <a:pt x="53" y="73"/>
                    <a:pt x="66" y="55"/>
                    <a:pt x="74" y="47"/>
                  </a:cubicBezTo>
                  <a:cubicBezTo>
                    <a:pt x="94" y="30"/>
                    <a:pt x="118" y="18"/>
                    <a:pt x="136" y="0"/>
                  </a:cubicBezTo>
                  <a:cubicBezTo>
                    <a:pt x="89" y="13"/>
                    <a:pt x="42" y="37"/>
                    <a:pt x="9" y="73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205">
              <a:extLst>
                <a:ext uri="{FF2B5EF4-FFF2-40B4-BE49-F238E27FC236}">
                  <a16:creationId xmlns:a16="http://schemas.microsoft.com/office/drawing/2014/main" id="{34F67BC4-4123-4CDC-9405-F06529A5C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346"/>
              <a:ext cx="716" cy="158"/>
            </a:xfrm>
            <a:custGeom>
              <a:avLst/>
              <a:gdLst>
                <a:gd name="T0" fmla="*/ 16 w 701"/>
                <a:gd name="T1" fmla="*/ 13 h 145"/>
                <a:gd name="T2" fmla="*/ 5 w 701"/>
                <a:gd name="T3" fmla="*/ 42 h 145"/>
                <a:gd name="T4" fmla="*/ 48 w 701"/>
                <a:gd name="T5" fmla="*/ 74 h 145"/>
                <a:gd name="T6" fmla="*/ 173 w 701"/>
                <a:gd name="T7" fmla="*/ 76 h 145"/>
                <a:gd name="T8" fmla="*/ 299 w 701"/>
                <a:gd name="T9" fmla="*/ 106 h 145"/>
                <a:gd name="T10" fmla="*/ 427 w 701"/>
                <a:gd name="T11" fmla="*/ 160 h 145"/>
                <a:gd name="T12" fmla="*/ 666 w 701"/>
                <a:gd name="T13" fmla="*/ 119 h 145"/>
                <a:gd name="T14" fmla="*/ 733 w 701"/>
                <a:gd name="T15" fmla="*/ 84 h 145"/>
                <a:gd name="T16" fmla="*/ 624 w 701"/>
                <a:gd name="T17" fmla="*/ 62 h 145"/>
                <a:gd name="T18" fmla="*/ 532 w 701"/>
                <a:gd name="T19" fmla="*/ 61 h 145"/>
                <a:gd name="T20" fmla="*/ 445 w 701"/>
                <a:gd name="T21" fmla="*/ 78 h 145"/>
                <a:gd name="T22" fmla="*/ 282 w 701"/>
                <a:gd name="T23" fmla="*/ 68 h 145"/>
                <a:gd name="T24" fmla="*/ 199 w 701"/>
                <a:gd name="T25" fmla="*/ 35 h 145"/>
                <a:gd name="T26" fmla="*/ 112 w 701"/>
                <a:gd name="T27" fmla="*/ 23 h 145"/>
                <a:gd name="T28" fmla="*/ 18 w 701"/>
                <a:gd name="T29" fmla="*/ 13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1" h="145">
                  <a:moveTo>
                    <a:pt x="16" y="10"/>
                  </a:moveTo>
                  <a:cubicBezTo>
                    <a:pt x="2" y="9"/>
                    <a:pt x="0" y="23"/>
                    <a:pt x="5" y="33"/>
                  </a:cubicBezTo>
                  <a:cubicBezTo>
                    <a:pt x="11" y="46"/>
                    <a:pt x="33" y="51"/>
                    <a:pt x="45" y="57"/>
                  </a:cubicBezTo>
                  <a:cubicBezTo>
                    <a:pt x="82" y="72"/>
                    <a:pt x="122" y="56"/>
                    <a:pt x="162" y="59"/>
                  </a:cubicBezTo>
                  <a:cubicBezTo>
                    <a:pt x="204" y="61"/>
                    <a:pt x="240" y="72"/>
                    <a:pt x="281" y="82"/>
                  </a:cubicBezTo>
                  <a:cubicBezTo>
                    <a:pt x="322" y="93"/>
                    <a:pt x="360" y="114"/>
                    <a:pt x="400" y="124"/>
                  </a:cubicBezTo>
                  <a:cubicBezTo>
                    <a:pt x="480" y="145"/>
                    <a:pt x="549" y="110"/>
                    <a:pt x="625" y="92"/>
                  </a:cubicBezTo>
                  <a:cubicBezTo>
                    <a:pt x="637" y="89"/>
                    <a:pt x="701" y="91"/>
                    <a:pt x="688" y="65"/>
                  </a:cubicBezTo>
                  <a:cubicBezTo>
                    <a:pt x="678" y="45"/>
                    <a:pt x="604" y="49"/>
                    <a:pt x="585" y="48"/>
                  </a:cubicBezTo>
                  <a:cubicBezTo>
                    <a:pt x="555" y="44"/>
                    <a:pt x="529" y="40"/>
                    <a:pt x="499" y="47"/>
                  </a:cubicBezTo>
                  <a:cubicBezTo>
                    <a:pt x="473" y="53"/>
                    <a:pt x="445" y="59"/>
                    <a:pt x="418" y="61"/>
                  </a:cubicBezTo>
                  <a:cubicBezTo>
                    <a:pt x="367" y="64"/>
                    <a:pt x="312" y="64"/>
                    <a:pt x="264" y="52"/>
                  </a:cubicBezTo>
                  <a:cubicBezTo>
                    <a:pt x="237" y="45"/>
                    <a:pt x="213" y="33"/>
                    <a:pt x="187" y="27"/>
                  </a:cubicBezTo>
                  <a:cubicBezTo>
                    <a:pt x="159" y="21"/>
                    <a:pt x="134" y="18"/>
                    <a:pt x="106" y="17"/>
                  </a:cubicBezTo>
                  <a:cubicBezTo>
                    <a:pt x="90" y="16"/>
                    <a:pt x="24" y="0"/>
                    <a:pt x="18" y="1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206">
              <a:extLst>
                <a:ext uri="{FF2B5EF4-FFF2-40B4-BE49-F238E27FC236}">
                  <a16:creationId xmlns:a16="http://schemas.microsoft.com/office/drawing/2014/main" id="{6426D5CA-76D1-42E5-9027-0DC91F203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329"/>
              <a:ext cx="145" cy="80"/>
            </a:xfrm>
            <a:custGeom>
              <a:avLst/>
              <a:gdLst>
                <a:gd name="T0" fmla="*/ 0 w 142"/>
                <a:gd name="T1" fmla="*/ 35 h 74"/>
                <a:gd name="T2" fmla="*/ 78 w 142"/>
                <a:gd name="T3" fmla="*/ 92 h 74"/>
                <a:gd name="T4" fmla="*/ 147 w 142"/>
                <a:gd name="T5" fmla="*/ 59 h 74"/>
                <a:gd name="T6" fmla="*/ 111 w 142"/>
                <a:gd name="T7" fmla="*/ 26 h 74"/>
                <a:gd name="T8" fmla="*/ 86 w 142"/>
                <a:gd name="T9" fmla="*/ 1 h 74"/>
                <a:gd name="T10" fmla="*/ 12 w 142"/>
                <a:gd name="T11" fmla="*/ 2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74">
                  <a:moveTo>
                    <a:pt x="0" y="28"/>
                  </a:moveTo>
                  <a:cubicBezTo>
                    <a:pt x="34" y="37"/>
                    <a:pt x="37" y="72"/>
                    <a:pt x="72" y="73"/>
                  </a:cubicBezTo>
                  <a:cubicBezTo>
                    <a:pt x="86" y="74"/>
                    <a:pt x="142" y="70"/>
                    <a:pt x="138" y="47"/>
                  </a:cubicBezTo>
                  <a:cubicBezTo>
                    <a:pt x="137" y="39"/>
                    <a:pt x="111" y="27"/>
                    <a:pt x="105" y="20"/>
                  </a:cubicBezTo>
                  <a:cubicBezTo>
                    <a:pt x="95" y="8"/>
                    <a:pt x="101" y="2"/>
                    <a:pt x="80" y="1"/>
                  </a:cubicBezTo>
                  <a:cubicBezTo>
                    <a:pt x="66" y="0"/>
                    <a:pt x="11" y="15"/>
                    <a:pt x="12" y="18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207">
              <a:extLst>
                <a:ext uri="{FF2B5EF4-FFF2-40B4-BE49-F238E27FC236}">
                  <a16:creationId xmlns:a16="http://schemas.microsoft.com/office/drawing/2014/main" id="{B6F753D2-939A-4244-BCE2-46E35FE4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033"/>
              <a:ext cx="110" cy="301"/>
            </a:xfrm>
            <a:custGeom>
              <a:avLst/>
              <a:gdLst>
                <a:gd name="T0" fmla="*/ 22 w 107"/>
                <a:gd name="T1" fmla="*/ 0 h 277"/>
                <a:gd name="T2" fmla="*/ 32 w 107"/>
                <a:gd name="T3" fmla="*/ 67 h 277"/>
                <a:gd name="T4" fmla="*/ 24 w 107"/>
                <a:gd name="T5" fmla="*/ 139 h 277"/>
                <a:gd name="T6" fmla="*/ 8 w 107"/>
                <a:gd name="T7" fmla="*/ 223 h 277"/>
                <a:gd name="T8" fmla="*/ 51 w 107"/>
                <a:gd name="T9" fmla="*/ 273 h 277"/>
                <a:gd name="T10" fmla="*/ 69 w 107"/>
                <a:gd name="T11" fmla="*/ 355 h 277"/>
                <a:gd name="T12" fmla="*/ 103 w 107"/>
                <a:gd name="T13" fmla="*/ 272 h 277"/>
                <a:gd name="T14" fmla="*/ 110 w 107"/>
                <a:gd name="T15" fmla="*/ 164 h 277"/>
                <a:gd name="T16" fmla="*/ 30 w 107"/>
                <a:gd name="T17" fmla="*/ 2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277">
                  <a:moveTo>
                    <a:pt x="19" y="0"/>
                  </a:moveTo>
                  <a:cubicBezTo>
                    <a:pt x="18" y="17"/>
                    <a:pt x="28" y="35"/>
                    <a:pt x="29" y="52"/>
                  </a:cubicBezTo>
                  <a:cubicBezTo>
                    <a:pt x="31" y="73"/>
                    <a:pt x="26" y="90"/>
                    <a:pt x="21" y="109"/>
                  </a:cubicBezTo>
                  <a:cubicBezTo>
                    <a:pt x="17" y="126"/>
                    <a:pt x="0" y="157"/>
                    <a:pt x="8" y="174"/>
                  </a:cubicBezTo>
                  <a:cubicBezTo>
                    <a:pt x="17" y="190"/>
                    <a:pt x="40" y="191"/>
                    <a:pt x="48" y="213"/>
                  </a:cubicBezTo>
                  <a:cubicBezTo>
                    <a:pt x="55" y="231"/>
                    <a:pt x="47" y="265"/>
                    <a:pt x="63" y="277"/>
                  </a:cubicBezTo>
                  <a:cubicBezTo>
                    <a:pt x="78" y="264"/>
                    <a:pt x="88" y="231"/>
                    <a:pt x="94" y="212"/>
                  </a:cubicBezTo>
                  <a:cubicBezTo>
                    <a:pt x="103" y="188"/>
                    <a:pt x="107" y="154"/>
                    <a:pt x="101" y="128"/>
                  </a:cubicBezTo>
                  <a:cubicBezTo>
                    <a:pt x="91" y="93"/>
                    <a:pt x="61" y="20"/>
                    <a:pt x="27" y="2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208">
              <a:extLst>
                <a:ext uri="{FF2B5EF4-FFF2-40B4-BE49-F238E27FC236}">
                  <a16:creationId xmlns:a16="http://schemas.microsoft.com/office/drawing/2014/main" id="{E84ECAD5-F556-4E33-B1CD-3DB791A36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893"/>
              <a:ext cx="185" cy="85"/>
            </a:xfrm>
            <a:custGeom>
              <a:avLst/>
              <a:gdLst>
                <a:gd name="T0" fmla="*/ 0 w 181"/>
                <a:gd name="T1" fmla="*/ 4 h 78"/>
                <a:gd name="T2" fmla="*/ 104 w 181"/>
                <a:gd name="T3" fmla="*/ 77 h 78"/>
                <a:gd name="T4" fmla="*/ 190 w 181"/>
                <a:gd name="T5" fmla="*/ 100 h 78"/>
                <a:gd name="T6" fmla="*/ 86 w 181"/>
                <a:gd name="T7" fmla="*/ 29 h 78"/>
                <a:gd name="T8" fmla="*/ 8 w 181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8">
                  <a:moveTo>
                    <a:pt x="0" y="4"/>
                  </a:moveTo>
                  <a:cubicBezTo>
                    <a:pt x="30" y="5"/>
                    <a:pt x="71" y="44"/>
                    <a:pt x="98" y="60"/>
                  </a:cubicBezTo>
                  <a:cubicBezTo>
                    <a:pt x="122" y="74"/>
                    <a:pt x="150" y="78"/>
                    <a:pt x="178" y="77"/>
                  </a:cubicBezTo>
                  <a:cubicBezTo>
                    <a:pt x="181" y="48"/>
                    <a:pt x="99" y="29"/>
                    <a:pt x="80" y="23"/>
                  </a:cubicBezTo>
                  <a:cubicBezTo>
                    <a:pt x="56" y="15"/>
                    <a:pt x="29" y="8"/>
                    <a:pt x="8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209">
              <a:extLst>
                <a:ext uri="{FF2B5EF4-FFF2-40B4-BE49-F238E27FC236}">
                  <a16:creationId xmlns:a16="http://schemas.microsoft.com/office/drawing/2014/main" id="{09A03F83-D5F1-4522-8EE3-CA4930E60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509"/>
              <a:ext cx="856" cy="725"/>
            </a:xfrm>
            <a:custGeom>
              <a:avLst/>
              <a:gdLst>
                <a:gd name="T0" fmla="*/ 12 w 838"/>
                <a:gd name="T1" fmla="*/ 13 h 666"/>
                <a:gd name="T2" fmla="*/ 33 w 838"/>
                <a:gd name="T3" fmla="*/ 110 h 666"/>
                <a:gd name="T4" fmla="*/ 19 w 838"/>
                <a:gd name="T5" fmla="*/ 162 h 666"/>
                <a:gd name="T6" fmla="*/ 16 w 838"/>
                <a:gd name="T7" fmla="*/ 236 h 666"/>
                <a:gd name="T8" fmla="*/ 21 w 838"/>
                <a:gd name="T9" fmla="*/ 422 h 666"/>
                <a:gd name="T10" fmla="*/ 80 w 838"/>
                <a:gd name="T11" fmla="*/ 597 h 666"/>
                <a:gd name="T12" fmla="*/ 190 w 838"/>
                <a:gd name="T13" fmla="*/ 730 h 666"/>
                <a:gd name="T14" fmla="*/ 335 w 838"/>
                <a:gd name="T15" fmla="*/ 813 h 666"/>
                <a:gd name="T16" fmla="*/ 512 w 838"/>
                <a:gd name="T17" fmla="*/ 839 h 666"/>
                <a:gd name="T18" fmla="*/ 696 w 838"/>
                <a:gd name="T19" fmla="*/ 848 h 666"/>
                <a:gd name="T20" fmla="*/ 893 w 838"/>
                <a:gd name="T21" fmla="*/ 725 h 666"/>
                <a:gd name="T22" fmla="*/ 637 w 838"/>
                <a:gd name="T23" fmla="*/ 712 h 666"/>
                <a:gd name="T24" fmla="*/ 516 w 838"/>
                <a:gd name="T25" fmla="*/ 661 h 666"/>
                <a:gd name="T26" fmla="*/ 454 w 838"/>
                <a:gd name="T27" fmla="*/ 531 h 666"/>
                <a:gd name="T28" fmla="*/ 306 w 838"/>
                <a:gd name="T29" fmla="*/ 372 h 666"/>
                <a:gd name="T30" fmla="*/ 183 w 838"/>
                <a:gd name="T31" fmla="*/ 258 h 666"/>
                <a:gd name="T32" fmla="*/ 59 w 838"/>
                <a:gd name="T33" fmla="*/ 136 h 666"/>
                <a:gd name="T34" fmla="*/ 41 w 838"/>
                <a:gd name="T35" fmla="*/ 44 h 666"/>
                <a:gd name="T36" fmla="*/ 8 w 838"/>
                <a:gd name="T37" fmla="*/ 0 h 6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38" h="666">
                  <a:moveTo>
                    <a:pt x="12" y="10"/>
                  </a:moveTo>
                  <a:cubicBezTo>
                    <a:pt x="0" y="36"/>
                    <a:pt x="29" y="60"/>
                    <a:pt x="30" y="85"/>
                  </a:cubicBezTo>
                  <a:cubicBezTo>
                    <a:pt x="31" y="98"/>
                    <a:pt x="22" y="113"/>
                    <a:pt x="19" y="126"/>
                  </a:cubicBezTo>
                  <a:cubicBezTo>
                    <a:pt x="16" y="145"/>
                    <a:pt x="16" y="164"/>
                    <a:pt x="16" y="183"/>
                  </a:cubicBezTo>
                  <a:cubicBezTo>
                    <a:pt x="16" y="232"/>
                    <a:pt x="14" y="280"/>
                    <a:pt x="21" y="327"/>
                  </a:cubicBezTo>
                  <a:cubicBezTo>
                    <a:pt x="28" y="374"/>
                    <a:pt x="50" y="422"/>
                    <a:pt x="74" y="462"/>
                  </a:cubicBezTo>
                  <a:cubicBezTo>
                    <a:pt x="102" y="507"/>
                    <a:pt x="135" y="538"/>
                    <a:pt x="178" y="566"/>
                  </a:cubicBezTo>
                  <a:cubicBezTo>
                    <a:pt x="215" y="591"/>
                    <a:pt x="269" y="625"/>
                    <a:pt x="314" y="630"/>
                  </a:cubicBezTo>
                  <a:cubicBezTo>
                    <a:pt x="369" y="637"/>
                    <a:pt x="424" y="639"/>
                    <a:pt x="480" y="650"/>
                  </a:cubicBezTo>
                  <a:cubicBezTo>
                    <a:pt x="534" y="660"/>
                    <a:pt x="598" y="666"/>
                    <a:pt x="653" y="658"/>
                  </a:cubicBezTo>
                  <a:cubicBezTo>
                    <a:pt x="711" y="651"/>
                    <a:pt x="820" y="629"/>
                    <a:pt x="838" y="562"/>
                  </a:cubicBezTo>
                  <a:cubicBezTo>
                    <a:pt x="758" y="529"/>
                    <a:pt x="681" y="558"/>
                    <a:pt x="598" y="552"/>
                  </a:cubicBezTo>
                  <a:cubicBezTo>
                    <a:pt x="558" y="549"/>
                    <a:pt x="516" y="539"/>
                    <a:pt x="484" y="513"/>
                  </a:cubicBezTo>
                  <a:cubicBezTo>
                    <a:pt x="450" y="486"/>
                    <a:pt x="448" y="447"/>
                    <a:pt x="426" y="412"/>
                  </a:cubicBezTo>
                  <a:cubicBezTo>
                    <a:pt x="396" y="363"/>
                    <a:pt x="333" y="324"/>
                    <a:pt x="288" y="288"/>
                  </a:cubicBezTo>
                  <a:cubicBezTo>
                    <a:pt x="251" y="258"/>
                    <a:pt x="212" y="225"/>
                    <a:pt x="171" y="200"/>
                  </a:cubicBezTo>
                  <a:cubicBezTo>
                    <a:pt x="125" y="171"/>
                    <a:pt x="69" y="165"/>
                    <a:pt x="56" y="106"/>
                  </a:cubicBezTo>
                  <a:cubicBezTo>
                    <a:pt x="50" y="81"/>
                    <a:pt x="54" y="54"/>
                    <a:pt x="38" y="34"/>
                  </a:cubicBezTo>
                  <a:cubicBezTo>
                    <a:pt x="32" y="25"/>
                    <a:pt x="16" y="4"/>
                    <a:pt x="8" y="0"/>
                  </a:cubicBezTo>
                </a:path>
              </a:pathLst>
            </a:custGeom>
            <a:solidFill>
              <a:srgbClr val="E5D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210">
              <a:extLst>
                <a:ext uri="{FF2B5EF4-FFF2-40B4-BE49-F238E27FC236}">
                  <a16:creationId xmlns:a16="http://schemas.microsoft.com/office/drawing/2014/main" id="{56ECC014-CD75-43AA-978A-D08463B3B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552"/>
              <a:ext cx="192" cy="569"/>
            </a:xfrm>
            <a:custGeom>
              <a:avLst/>
              <a:gdLst>
                <a:gd name="T0" fmla="*/ 177 w 188"/>
                <a:gd name="T1" fmla="*/ 11 h 522"/>
                <a:gd name="T2" fmla="*/ 150 w 188"/>
                <a:gd name="T3" fmla="*/ 170 h 522"/>
                <a:gd name="T4" fmla="*/ 143 w 188"/>
                <a:gd name="T5" fmla="*/ 325 h 522"/>
                <a:gd name="T6" fmla="*/ 164 w 188"/>
                <a:gd name="T7" fmla="*/ 404 h 522"/>
                <a:gd name="T8" fmla="*/ 191 w 188"/>
                <a:gd name="T9" fmla="*/ 448 h 522"/>
                <a:gd name="T10" fmla="*/ 134 w 188"/>
                <a:gd name="T11" fmla="*/ 578 h 522"/>
                <a:gd name="T12" fmla="*/ 70 w 188"/>
                <a:gd name="T13" fmla="*/ 639 h 522"/>
                <a:gd name="T14" fmla="*/ 0 w 188"/>
                <a:gd name="T15" fmla="*/ 674 h 522"/>
                <a:gd name="T16" fmla="*/ 38 w 188"/>
                <a:gd name="T17" fmla="*/ 628 h 522"/>
                <a:gd name="T18" fmla="*/ 100 w 188"/>
                <a:gd name="T19" fmla="*/ 552 h 522"/>
                <a:gd name="T20" fmla="*/ 107 w 188"/>
                <a:gd name="T21" fmla="*/ 444 h 522"/>
                <a:gd name="T22" fmla="*/ 96 w 188"/>
                <a:gd name="T23" fmla="*/ 322 h 522"/>
                <a:gd name="T24" fmla="*/ 148 w 188"/>
                <a:gd name="T25" fmla="*/ 110 h 522"/>
                <a:gd name="T26" fmla="*/ 174 w 188"/>
                <a:gd name="T27" fmla="*/ 0 h 5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8" h="522">
                  <a:moveTo>
                    <a:pt x="165" y="8"/>
                  </a:moveTo>
                  <a:cubicBezTo>
                    <a:pt x="168" y="9"/>
                    <a:pt x="145" y="115"/>
                    <a:pt x="141" y="131"/>
                  </a:cubicBezTo>
                  <a:cubicBezTo>
                    <a:pt x="131" y="170"/>
                    <a:pt x="127" y="211"/>
                    <a:pt x="134" y="250"/>
                  </a:cubicBezTo>
                  <a:cubicBezTo>
                    <a:pt x="139" y="273"/>
                    <a:pt x="143" y="293"/>
                    <a:pt x="155" y="312"/>
                  </a:cubicBezTo>
                  <a:cubicBezTo>
                    <a:pt x="162" y="323"/>
                    <a:pt x="175" y="333"/>
                    <a:pt x="179" y="346"/>
                  </a:cubicBezTo>
                  <a:cubicBezTo>
                    <a:pt x="188" y="374"/>
                    <a:pt x="148" y="427"/>
                    <a:pt x="125" y="446"/>
                  </a:cubicBezTo>
                  <a:cubicBezTo>
                    <a:pt x="107" y="462"/>
                    <a:pt x="88" y="483"/>
                    <a:pt x="67" y="494"/>
                  </a:cubicBezTo>
                  <a:cubicBezTo>
                    <a:pt x="45" y="505"/>
                    <a:pt x="25" y="522"/>
                    <a:pt x="0" y="520"/>
                  </a:cubicBezTo>
                  <a:cubicBezTo>
                    <a:pt x="14" y="513"/>
                    <a:pt x="23" y="495"/>
                    <a:pt x="35" y="484"/>
                  </a:cubicBezTo>
                  <a:cubicBezTo>
                    <a:pt x="57" y="465"/>
                    <a:pt x="79" y="451"/>
                    <a:pt x="94" y="426"/>
                  </a:cubicBezTo>
                  <a:cubicBezTo>
                    <a:pt x="110" y="400"/>
                    <a:pt x="110" y="372"/>
                    <a:pt x="101" y="342"/>
                  </a:cubicBezTo>
                  <a:cubicBezTo>
                    <a:pt x="92" y="311"/>
                    <a:pt x="85" y="283"/>
                    <a:pt x="90" y="249"/>
                  </a:cubicBezTo>
                  <a:cubicBezTo>
                    <a:pt x="98" y="196"/>
                    <a:pt x="117" y="135"/>
                    <a:pt x="139" y="85"/>
                  </a:cubicBezTo>
                  <a:cubicBezTo>
                    <a:pt x="152" y="56"/>
                    <a:pt x="162" y="32"/>
                    <a:pt x="163" y="0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211">
              <a:extLst>
                <a:ext uri="{FF2B5EF4-FFF2-40B4-BE49-F238E27FC236}">
                  <a16:creationId xmlns:a16="http://schemas.microsoft.com/office/drawing/2014/main" id="{1E99DF9A-1CE7-415A-A8CB-9896CA783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050"/>
              <a:ext cx="547" cy="212"/>
            </a:xfrm>
            <a:custGeom>
              <a:avLst/>
              <a:gdLst>
                <a:gd name="T0" fmla="*/ 0 w 535"/>
                <a:gd name="T1" fmla="*/ 45 h 195"/>
                <a:gd name="T2" fmla="*/ 108 w 535"/>
                <a:gd name="T3" fmla="*/ 57 h 195"/>
                <a:gd name="T4" fmla="*/ 572 w 535"/>
                <a:gd name="T5" fmla="*/ 250 h 195"/>
                <a:gd name="T6" fmla="*/ 176 w 535"/>
                <a:gd name="T7" fmla="*/ 53 h 195"/>
                <a:gd name="T8" fmla="*/ 0 w 535"/>
                <a:gd name="T9" fmla="*/ 45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195">
                  <a:moveTo>
                    <a:pt x="0" y="35"/>
                  </a:moveTo>
                  <a:cubicBezTo>
                    <a:pt x="0" y="35"/>
                    <a:pt x="66" y="53"/>
                    <a:pt x="102" y="44"/>
                  </a:cubicBezTo>
                  <a:cubicBezTo>
                    <a:pt x="137" y="35"/>
                    <a:pt x="290" y="167"/>
                    <a:pt x="535" y="195"/>
                  </a:cubicBezTo>
                  <a:cubicBezTo>
                    <a:pt x="535" y="195"/>
                    <a:pt x="228" y="99"/>
                    <a:pt x="164" y="41"/>
                  </a:cubicBezTo>
                  <a:cubicBezTo>
                    <a:pt x="119" y="0"/>
                    <a:pt x="105" y="44"/>
                    <a:pt x="0" y="35"/>
                  </a:cubicBezTo>
                  <a:close/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212">
              <a:extLst>
                <a:ext uri="{FF2B5EF4-FFF2-40B4-BE49-F238E27FC236}">
                  <a16:creationId xmlns:a16="http://schemas.microsoft.com/office/drawing/2014/main" id="{B3172908-3F7E-4F79-B275-99C71C455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931"/>
              <a:ext cx="281" cy="182"/>
            </a:xfrm>
            <a:custGeom>
              <a:avLst/>
              <a:gdLst>
                <a:gd name="T0" fmla="*/ 0 w 275"/>
                <a:gd name="T1" fmla="*/ 215 h 167"/>
                <a:gd name="T2" fmla="*/ 62 w 275"/>
                <a:gd name="T3" fmla="*/ 201 h 167"/>
                <a:gd name="T4" fmla="*/ 102 w 275"/>
                <a:gd name="T5" fmla="*/ 174 h 167"/>
                <a:gd name="T6" fmla="*/ 157 w 275"/>
                <a:gd name="T7" fmla="*/ 117 h 167"/>
                <a:gd name="T8" fmla="*/ 275 w 275"/>
                <a:gd name="T9" fmla="*/ 85 h 167"/>
                <a:gd name="T10" fmla="*/ 271 w 275"/>
                <a:gd name="T11" fmla="*/ 51 h 167"/>
                <a:gd name="T12" fmla="*/ 218 w 275"/>
                <a:gd name="T13" fmla="*/ 75 h 167"/>
                <a:gd name="T14" fmla="*/ 181 w 275"/>
                <a:gd name="T15" fmla="*/ 72 h 167"/>
                <a:gd name="T16" fmla="*/ 175 w 275"/>
                <a:gd name="T17" fmla="*/ 34 h 167"/>
                <a:gd name="T18" fmla="*/ 163 w 275"/>
                <a:gd name="T19" fmla="*/ 3 h 167"/>
                <a:gd name="T20" fmla="*/ 147 w 275"/>
                <a:gd name="T21" fmla="*/ 41 h 167"/>
                <a:gd name="T22" fmla="*/ 119 w 275"/>
                <a:gd name="T23" fmla="*/ 90 h 167"/>
                <a:gd name="T24" fmla="*/ 79 w 275"/>
                <a:gd name="T25" fmla="*/ 135 h 167"/>
                <a:gd name="T26" fmla="*/ 26 w 275"/>
                <a:gd name="T27" fmla="*/ 187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5" h="167">
                  <a:moveTo>
                    <a:pt x="0" y="166"/>
                  </a:moveTo>
                  <a:cubicBezTo>
                    <a:pt x="19" y="167"/>
                    <a:pt x="42" y="161"/>
                    <a:pt x="59" y="155"/>
                  </a:cubicBezTo>
                  <a:cubicBezTo>
                    <a:pt x="73" y="150"/>
                    <a:pt x="84" y="144"/>
                    <a:pt x="96" y="135"/>
                  </a:cubicBezTo>
                  <a:cubicBezTo>
                    <a:pt x="114" y="121"/>
                    <a:pt x="129" y="103"/>
                    <a:pt x="148" y="90"/>
                  </a:cubicBezTo>
                  <a:cubicBezTo>
                    <a:pt x="181" y="66"/>
                    <a:pt x="222" y="81"/>
                    <a:pt x="257" y="66"/>
                  </a:cubicBezTo>
                  <a:cubicBezTo>
                    <a:pt x="275" y="59"/>
                    <a:pt x="266" y="47"/>
                    <a:pt x="253" y="39"/>
                  </a:cubicBezTo>
                  <a:cubicBezTo>
                    <a:pt x="265" y="56"/>
                    <a:pt x="212" y="58"/>
                    <a:pt x="204" y="58"/>
                  </a:cubicBezTo>
                  <a:cubicBezTo>
                    <a:pt x="195" y="58"/>
                    <a:pt x="176" y="62"/>
                    <a:pt x="169" y="56"/>
                  </a:cubicBezTo>
                  <a:cubicBezTo>
                    <a:pt x="163" y="50"/>
                    <a:pt x="164" y="34"/>
                    <a:pt x="163" y="26"/>
                  </a:cubicBezTo>
                  <a:cubicBezTo>
                    <a:pt x="163" y="21"/>
                    <a:pt x="161" y="0"/>
                    <a:pt x="154" y="3"/>
                  </a:cubicBezTo>
                  <a:cubicBezTo>
                    <a:pt x="149" y="5"/>
                    <a:pt x="141" y="27"/>
                    <a:pt x="138" y="32"/>
                  </a:cubicBezTo>
                  <a:cubicBezTo>
                    <a:pt x="130" y="45"/>
                    <a:pt x="122" y="59"/>
                    <a:pt x="112" y="70"/>
                  </a:cubicBezTo>
                  <a:cubicBezTo>
                    <a:pt x="100" y="82"/>
                    <a:pt x="86" y="93"/>
                    <a:pt x="73" y="105"/>
                  </a:cubicBezTo>
                  <a:cubicBezTo>
                    <a:pt x="56" y="119"/>
                    <a:pt x="42" y="134"/>
                    <a:pt x="23" y="145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Sack-of-brown-ground-spice">
            <a:extLst>
              <a:ext uri="{FF2B5EF4-FFF2-40B4-BE49-F238E27FC236}">
                <a16:creationId xmlns:a16="http://schemas.microsoft.com/office/drawing/2014/main" id="{9CC4EF48-7903-41D2-980E-C338E5829E6B}"/>
              </a:ext>
            </a:extLst>
          </p:cNvPr>
          <p:cNvGrpSpPr>
            <a:grpSpLocks/>
          </p:cNvGrpSpPr>
          <p:nvPr/>
        </p:nvGrpSpPr>
        <p:grpSpPr bwMode="auto">
          <a:xfrm>
            <a:off x="5013325" y="3781425"/>
            <a:ext cx="2176463" cy="2552700"/>
            <a:chOff x="2198" y="2382"/>
            <a:chExt cx="1371" cy="1608"/>
          </a:xfrm>
        </p:grpSpPr>
        <p:sp>
          <p:nvSpPr>
            <p:cNvPr id="38208" name="Freeform 214">
              <a:extLst>
                <a:ext uri="{FF2B5EF4-FFF2-40B4-BE49-F238E27FC236}">
                  <a16:creationId xmlns:a16="http://schemas.microsoft.com/office/drawing/2014/main" id="{2B0448B6-F581-499A-A305-AE2D9D83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435"/>
              <a:ext cx="1371" cy="1555"/>
            </a:xfrm>
            <a:custGeom>
              <a:avLst/>
              <a:gdLst>
                <a:gd name="T0" fmla="*/ 700 w 1343"/>
                <a:gd name="T1" fmla="*/ 0 h 1427"/>
                <a:gd name="T2" fmla="*/ 178 w 1343"/>
                <a:gd name="T3" fmla="*/ 257 h 1427"/>
                <a:gd name="T4" fmla="*/ 136 w 1343"/>
                <a:gd name="T5" fmla="*/ 587 h 1427"/>
                <a:gd name="T6" fmla="*/ 127 w 1343"/>
                <a:gd name="T7" fmla="*/ 677 h 1427"/>
                <a:gd name="T8" fmla="*/ 124 w 1343"/>
                <a:gd name="T9" fmla="*/ 811 h 1427"/>
                <a:gd name="T10" fmla="*/ 117 w 1343"/>
                <a:gd name="T11" fmla="*/ 1152 h 1427"/>
                <a:gd name="T12" fmla="*/ 45 w 1343"/>
                <a:gd name="T13" fmla="*/ 1441 h 1427"/>
                <a:gd name="T14" fmla="*/ 106 w 1343"/>
                <a:gd name="T15" fmla="*/ 1485 h 1427"/>
                <a:gd name="T16" fmla="*/ 267 w 1343"/>
                <a:gd name="T17" fmla="*/ 1544 h 1427"/>
                <a:gd name="T18" fmla="*/ 1202 w 1343"/>
                <a:gd name="T19" fmla="*/ 1461 h 1427"/>
                <a:gd name="T20" fmla="*/ 1305 w 1343"/>
                <a:gd name="T21" fmla="*/ 1386 h 1427"/>
                <a:gd name="T22" fmla="*/ 1378 w 1343"/>
                <a:gd name="T23" fmla="*/ 1325 h 1427"/>
                <a:gd name="T24" fmla="*/ 1269 w 1343"/>
                <a:gd name="T25" fmla="*/ 1130 h 1427"/>
                <a:gd name="T26" fmla="*/ 1255 w 1343"/>
                <a:gd name="T27" fmla="*/ 607 h 1427"/>
                <a:gd name="T28" fmla="*/ 1272 w 1343"/>
                <a:gd name="T29" fmla="*/ 545 h 1427"/>
                <a:gd name="T30" fmla="*/ 1309 w 1343"/>
                <a:gd name="T31" fmla="*/ 386 h 1427"/>
                <a:gd name="T32" fmla="*/ 1081 w 1343"/>
                <a:gd name="T33" fmla="*/ 98 h 1427"/>
                <a:gd name="T34" fmla="*/ 700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8" y="0"/>
                  </a:moveTo>
                  <a:cubicBezTo>
                    <a:pt x="658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2" y="662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5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2"/>
                    <a:pt x="1016" y="76"/>
                  </a:cubicBezTo>
                  <a:cubicBezTo>
                    <a:pt x="885" y="20"/>
                    <a:pt x="876" y="20"/>
                    <a:pt x="658" y="0"/>
                  </a:cubicBezTo>
                  <a:close/>
                </a:path>
              </a:pathLst>
            </a:custGeom>
            <a:solidFill>
              <a:srgbClr val="DFC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215">
              <a:extLst>
                <a:ext uri="{FF2B5EF4-FFF2-40B4-BE49-F238E27FC236}">
                  <a16:creationId xmlns:a16="http://schemas.microsoft.com/office/drawing/2014/main" id="{632D3273-8971-4AB7-94B2-41F4F036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435"/>
              <a:ext cx="1371" cy="1555"/>
            </a:xfrm>
            <a:custGeom>
              <a:avLst/>
              <a:gdLst>
                <a:gd name="T0" fmla="*/ 700 w 1343"/>
                <a:gd name="T1" fmla="*/ 0 h 1427"/>
                <a:gd name="T2" fmla="*/ 178 w 1343"/>
                <a:gd name="T3" fmla="*/ 257 h 1427"/>
                <a:gd name="T4" fmla="*/ 136 w 1343"/>
                <a:gd name="T5" fmla="*/ 587 h 1427"/>
                <a:gd name="T6" fmla="*/ 127 w 1343"/>
                <a:gd name="T7" fmla="*/ 677 h 1427"/>
                <a:gd name="T8" fmla="*/ 124 w 1343"/>
                <a:gd name="T9" fmla="*/ 811 h 1427"/>
                <a:gd name="T10" fmla="*/ 117 w 1343"/>
                <a:gd name="T11" fmla="*/ 1152 h 1427"/>
                <a:gd name="T12" fmla="*/ 45 w 1343"/>
                <a:gd name="T13" fmla="*/ 1441 h 1427"/>
                <a:gd name="T14" fmla="*/ 106 w 1343"/>
                <a:gd name="T15" fmla="*/ 1485 h 1427"/>
                <a:gd name="T16" fmla="*/ 267 w 1343"/>
                <a:gd name="T17" fmla="*/ 1544 h 1427"/>
                <a:gd name="T18" fmla="*/ 1202 w 1343"/>
                <a:gd name="T19" fmla="*/ 1461 h 1427"/>
                <a:gd name="T20" fmla="*/ 1305 w 1343"/>
                <a:gd name="T21" fmla="*/ 1386 h 1427"/>
                <a:gd name="T22" fmla="*/ 1378 w 1343"/>
                <a:gd name="T23" fmla="*/ 1325 h 1427"/>
                <a:gd name="T24" fmla="*/ 1269 w 1343"/>
                <a:gd name="T25" fmla="*/ 1130 h 1427"/>
                <a:gd name="T26" fmla="*/ 1255 w 1343"/>
                <a:gd name="T27" fmla="*/ 607 h 1427"/>
                <a:gd name="T28" fmla="*/ 1272 w 1343"/>
                <a:gd name="T29" fmla="*/ 545 h 1427"/>
                <a:gd name="T30" fmla="*/ 1309 w 1343"/>
                <a:gd name="T31" fmla="*/ 386 h 1427"/>
                <a:gd name="T32" fmla="*/ 1081 w 1343"/>
                <a:gd name="T33" fmla="*/ 98 h 1427"/>
                <a:gd name="T34" fmla="*/ 700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8" y="0"/>
                  </a:moveTo>
                  <a:cubicBezTo>
                    <a:pt x="658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2" y="662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5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2"/>
                    <a:pt x="1016" y="76"/>
                  </a:cubicBezTo>
                  <a:cubicBezTo>
                    <a:pt x="885" y="20"/>
                    <a:pt x="876" y="20"/>
                    <a:pt x="658" y="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216">
              <a:extLst>
                <a:ext uri="{FF2B5EF4-FFF2-40B4-BE49-F238E27FC236}">
                  <a16:creationId xmlns:a16="http://schemas.microsoft.com/office/drawing/2014/main" id="{3327845F-5ABD-4F88-A382-05F1E7D8F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382"/>
              <a:ext cx="903" cy="588"/>
            </a:xfrm>
            <a:custGeom>
              <a:avLst/>
              <a:gdLst>
                <a:gd name="T0" fmla="*/ 466 w 885"/>
                <a:gd name="T1" fmla="*/ 2 h 540"/>
                <a:gd name="T2" fmla="*/ 320 w 885"/>
                <a:gd name="T3" fmla="*/ 103 h 540"/>
                <a:gd name="T4" fmla="*/ 41 w 885"/>
                <a:gd name="T5" fmla="*/ 384 h 540"/>
                <a:gd name="T6" fmla="*/ 7 w 885"/>
                <a:gd name="T7" fmla="*/ 476 h 540"/>
                <a:gd name="T8" fmla="*/ 92 w 885"/>
                <a:gd name="T9" fmla="*/ 629 h 540"/>
                <a:gd name="T10" fmla="*/ 271 w 885"/>
                <a:gd name="T11" fmla="*/ 664 h 540"/>
                <a:gd name="T12" fmla="*/ 492 w 885"/>
                <a:gd name="T13" fmla="*/ 683 h 540"/>
                <a:gd name="T14" fmla="*/ 674 w 885"/>
                <a:gd name="T15" fmla="*/ 636 h 540"/>
                <a:gd name="T16" fmla="*/ 894 w 885"/>
                <a:gd name="T17" fmla="*/ 562 h 540"/>
                <a:gd name="T18" fmla="*/ 940 w 885"/>
                <a:gd name="T19" fmla="*/ 331 h 540"/>
                <a:gd name="T20" fmla="*/ 863 w 885"/>
                <a:gd name="T21" fmla="*/ 289 h 540"/>
                <a:gd name="T22" fmla="*/ 609 w 885"/>
                <a:gd name="T23" fmla="*/ 81 h 540"/>
                <a:gd name="T24" fmla="*/ 466 w 885"/>
                <a:gd name="T25" fmla="*/ 2 h 5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40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9" y="110"/>
                    <a:pt x="66" y="267"/>
                    <a:pt x="38" y="298"/>
                  </a:cubicBezTo>
                  <a:cubicBezTo>
                    <a:pt x="11" y="329"/>
                    <a:pt x="0" y="351"/>
                    <a:pt x="7" y="368"/>
                  </a:cubicBezTo>
                  <a:cubicBezTo>
                    <a:pt x="15" y="384"/>
                    <a:pt x="22" y="454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4" y="523"/>
                    <a:pt x="408" y="540"/>
                    <a:pt x="463" y="529"/>
                  </a:cubicBezTo>
                  <a:cubicBezTo>
                    <a:pt x="518" y="518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solidFill>
              <a:srgbClr val="77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217">
              <a:extLst>
                <a:ext uri="{FF2B5EF4-FFF2-40B4-BE49-F238E27FC236}">
                  <a16:creationId xmlns:a16="http://schemas.microsoft.com/office/drawing/2014/main" id="{A5BE49F3-ED49-45D1-A7D3-23200FB8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491"/>
              <a:ext cx="190" cy="260"/>
            </a:xfrm>
            <a:custGeom>
              <a:avLst/>
              <a:gdLst>
                <a:gd name="T0" fmla="*/ 0 w 186"/>
                <a:gd name="T1" fmla="*/ 5 h 239"/>
                <a:gd name="T2" fmla="*/ 118 w 186"/>
                <a:gd name="T3" fmla="*/ 287 h 239"/>
                <a:gd name="T4" fmla="*/ 177 w 186"/>
                <a:gd name="T5" fmla="*/ 284 h 239"/>
                <a:gd name="T6" fmla="*/ 150 w 186"/>
                <a:gd name="T7" fmla="*/ 219 h 239"/>
                <a:gd name="T8" fmla="*/ 66 w 186"/>
                <a:gd name="T9" fmla="*/ 120 h 239"/>
                <a:gd name="T10" fmla="*/ 20 w 186"/>
                <a:gd name="T11" fmla="*/ 18 h 239"/>
                <a:gd name="T12" fmla="*/ 0 w 186"/>
                <a:gd name="T13" fmla="*/ 0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39">
                  <a:moveTo>
                    <a:pt x="0" y="5"/>
                  </a:moveTo>
                  <a:cubicBezTo>
                    <a:pt x="5" y="88"/>
                    <a:pt x="25" y="186"/>
                    <a:pt x="112" y="223"/>
                  </a:cubicBezTo>
                  <a:cubicBezTo>
                    <a:pt x="129" y="231"/>
                    <a:pt x="150" y="239"/>
                    <a:pt x="165" y="221"/>
                  </a:cubicBezTo>
                  <a:cubicBezTo>
                    <a:pt x="186" y="195"/>
                    <a:pt x="160" y="183"/>
                    <a:pt x="141" y="170"/>
                  </a:cubicBezTo>
                  <a:cubicBezTo>
                    <a:pt x="110" y="148"/>
                    <a:pt x="86" y="124"/>
                    <a:pt x="63" y="93"/>
                  </a:cubicBezTo>
                  <a:cubicBezTo>
                    <a:pt x="46" y="69"/>
                    <a:pt x="39" y="37"/>
                    <a:pt x="20" y="15"/>
                  </a:cubicBezTo>
                  <a:cubicBezTo>
                    <a:pt x="13" y="7"/>
                    <a:pt x="12" y="2"/>
                    <a:pt x="0" y="0"/>
                  </a:cubicBezTo>
                </a:path>
              </a:pathLst>
            </a:custGeom>
            <a:solidFill>
              <a:srgbClr val="60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218">
              <a:extLst>
                <a:ext uri="{FF2B5EF4-FFF2-40B4-BE49-F238E27FC236}">
                  <a16:creationId xmlns:a16="http://schemas.microsoft.com/office/drawing/2014/main" id="{CC7C6AA7-7439-4138-945C-A837B524B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419"/>
              <a:ext cx="317" cy="345"/>
            </a:xfrm>
            <a:custGeom>
              <a:avLst/>
              <a:gdLst>
                <a:gd name="T0" fmla="*/ 256 w 311"/>
                <a:gd name="T1" fmla="*/ 32 h 317"/>
                <a:gd name="T2" fmla="*/ 309 w 311"/>
                <a:gd name="T3" fmla="*/ 14 h 317"/>
                <a:gd name="T4" fmla="*/ 318 w 311"/>
                <a:gd name="T5" fmla="*/ 106 h 317"/>
                <a:gd name="T6" fmla="*/ 220 w 311"/>
                <a:gd name="T7" fmla="*/ 294 h 317"/>
                <a:gd name="T8" fmla="*/ 146 w 311"/>
                <a:gd name="T9" fmla="*/ 355 h 317"/>
                <a:gd name="T10" fmla="*/ 50 w 311"/>
                <a:gd name="T11" fmla="*/ 394 h 317"/>
                <a:gd name="T12" fmla="*/ 12 w 311"/>
                <a:gd name="T13" fmla="*/ 406 h 317"/>
                <a:gd name="T14" fmla="*/ 6 w 311"/>
                <a:gd name="T15" fmla="*/ 386 h 317"/>
                <a:gd name="T16" fmla="*/ 33 w 311"/>
                <a:gd name="T17" fmla="*/ 374 h 317"/>
                <a:gd name="T18" fmla="*/ 70 w 311"/>
                <a:gd name="T19" fmla="*/ 352 h 317"/>
                <a:gd name="T20" fmla="*/ 99 w 311"/>
                <a:gd name="T21" fmla="*/ 326 h 317"/>
                <a:gd name="T22" fmla="*/ 139 w 311"/>
                <a:gd name="T23" fmla="*/ 292 h 317"/>
                <a:gd name="T24" fmla="*/ 212 w 311"/>
                <a:gd name="T25" fmla="*/ 189 h 317"/>
                <a:gd name="T26" fmla="*/ 229 w 311"/>
                <a:gd name="T27" fmla="*/ 113 h 317"/>
                <a:gd name="T28" fmla="*/ 241 w 311"/>
                <a:gd name="T29" fmla="*/ 66 h 317"/>
                <a:gd name="T30" fmla="*/ 255 w 311"/>
                <a:gd name="T31" fmla="*/ 30 h 3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1" h="317">
                  <a:moveTo>
                    <a:pt x="241" y="25"/>
                  </a:moveTo>
                  <a:cubicBezTo>
                    <a:pt x="253" y="15"/>
                    <a:pt x="275" y="0"/>
                    <a:pt x="291" y="11"/>
                  </a:cubicBezTo>
                  <a:cubicBezTo>
                    <a:pt x="311" y="25"/>
                    <a:pt x="306" y="62"/>
                    <a:pt x="300" y="82"/>
                  </a:cubicBezTo>
                  <a:cubicBezTo>
                    <a:pt x="285" y="139"/>
                    <a:pt x="252" y="189"/>
                    <a:pt x="208" y="228"/>
                  </a:cubicBezTo>
                  <a:cubicBezTo>
                    <a:pt x="187" y="247"/>
                    <a:pt x="162" y="264"/>
                    <a:pt x="137" y="276"/>
                  </a:cubicBezTo>
                  <a:cubicBezTo>
                    <a:pt x="108" y="290"/>
                    <a:pt x="78" y="297"/>
                    <a:pt x="47" y="306"/>
                  </a:cubicBezTo>
                  <a:cubicBezTo>
                    <a:pt x="37" y="309"/>
                    <a:pt x="22" y="317"/>
                    <a:pt x="12" y="315"/>
                  </a:cubicBezTo>
                  <a:cubicBezTo>
                    <a:pt x="3" y="314"/>
                    <a:pt x="0" y="306"/>
                    <a:pt x="6" y="300"/>
                  </a:cubicBezTo>
                  <a:cubicBezTo>
                    <a:pt x="11" y="294"/>
                    <a:pt x="23" y="293"/>
                    <a:pt x="30" y="290"/>
                  </a:cubicBezTo>
                  <a:cubicBezTo>
                    <a:pt x="42" y="285"/>
                    <a:pt x="55" y="279"/>
                    <a:pt x="67" y="273"/>
                  </a:cubicBezTo>
                  <a:cubicBezTo>
                    <a:pt x="77" y="269"/>
                    <a:pt x="85" y="261"/>
                    <a:pt x="93" y="254"/>
                  </a:cubicBezTo>
                  <a:cubicBezTo>
                    <a:pt x="105" y="244"/>
                    <a:pt x="118" y="236"/>
                    <a:pt x="130" y="226"/>
                  </a:cubicBezTo>
                  <a:cubicBezTo>
                    <a:pt x="155" y="202"/>
                    <a:pt x="185" y="179"/>
                    <a:pt x="200" y="147"/>
                  </a:cubicBezTo>
                  <a:cubicBezTo>
                    <a:pt x="208" y="129"/>
                    <a:pt x="213" y="108"/>
                    <a:pt x="217" y="88"/>
                  </a:cubicBezTo>
                  <a:cubicBezTo>
                    <a:pt x="220" y="75"/>
                    <a:pt x="223" y="63"/>
                    <a:pt x="228" y="51"/>
                  </a:cubicBezTo>
                  <a:cubicBezTo>
                    <a:pt x="232" y="42"/>
                    <a:pt x="238" y="31"/>
                    <a:pt x="240" y="24"/>
                  </a:cubicBezTo>
                </a:path>
              </a:pathLst>
            </a:custGeom>
            <a:solidFill>
              <a:srgbClr val="60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219">
              <a:extLst>
                <a:ext uri="{FF2B5EF4-FFF2-40B4-BE49-F238E27FC236}">
                  <a16:creationId xmlns:a16="http://schemas.microsoft.com/office/drawing/2014/main" id="{B6224D7C-F4A7-4F26-9607-AE52C2E6E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86"/>
              <a:ext cx="318" cy="180"/>
            </a:xfrm>
            <a:custGeom>
              <a:avLst/>
              <a:gdLst>
                <a:gd name="T0" fmla="*/ 0 w 311"/>
                <a:gd name="T1" fmla="*/ 17 h 165"/>
                <a:gd name="T2" fmla="*/ 54 w 311"/>
                <a:gd name="T3" fmla="*/ 4 h 165"/>
                <a:gd name="T4" fmla="*/ 157 w 311"/>
                <a:gd name="T5" fmla="*/ 75 h 165"/>
                <a:gd name="T6" fmla="*/ 332 w 311"/>
                <a:gd name="T7" fmla="*/ 214 h 165"/>
                <a:gd name="T8" fmla="*/ 123 w 311"/>
                <a:gd name="T9" fmla="*/ 67 h 165"/>
                <a:gd name="T10" fmla="*/ 0 w 311"/>
                <a:gd name="T11" fmla="*/ 17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165">
                  <a:moveTo>
                    <a:pt x="0" y="14"/>
                  </a:moveTo>
                  <a:cubicBezTo>
                    <a:pt x="0" y="14"/>
                    <a:pt x="19" y="0"/>
                    <a:pt x="51" y="4"/>
                  </a:cubicBezTo>
                  <a:cubicBezTo>
                    <a:pt x="82" y="9"/>
                    <a:pt x="116" y="32"/>
                    <a:pt x="148" y="58"/>
                  </a:cubicBezTo>
                  <a:cubicBezTo>
                    <a:pt x="179" y="84"/>
                    <a:pt x="311" y="165"/>
                    <a:pt x="311" y="165"/>
                  </a:cubicBezTo>
                  <a:cubicBezTo>
                    <a:pt x="311" y="165"/>
                    <a:pt x="140" y="79"/>
                    <a:pt x="114" y="51"/>
                  </a:cubicBezTo>
                  <a:cubicBezTo>
                    <a:pt x="88" y="24"/>
                    <a:pt x="45" y="0"/>
                    <a:pt x="0" y="14"/>
                  </a:cubicBezTo>
                  <a:close/>
                </a:path>
              </a:pathLst>
            </a:cu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220">
              <a:extLst>
                <a:ext uri="{FF2B5EF4-FFF2-40B4-BE49-F238E27FC236}">
                  <a16:creationId xmlns:a16="http://schemas.microsoft.com/office/drawing/2014/main" id="{11FDD3D9-E528-4797-9B6A-ED691709F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403"/>
              <a:ext cx="72" cy="177"/>
            </a:xfrm>
            <a:custGeom>
              <a:avLst/>
              <a:gdLst>
                <a:gd name="T0" fmla="*/ 0 w 70"/>
                <a:gd name="T1" fmla="*/ 5 h 163"/>
                <a:gd name="T2" fmla="*/ 34 w 70"/>
                <a:gd name="T3" fmla="*/ 11 h 163"/>
                <a:gd name="T4" fmla="*/ 60 w 70"/>
                <a:gd name="T5" fmla="*/ 53 h 163"/>
                <a:gd name="T6" fmla="*/ 59 w 70"/>
                <a:gd name="T7" fmla="*/ 124 h 163"/>
                <a:gd name="T8" fmla="*/ 34 w 70"/>
                <a:gd name="T9" fmla="*/ 208 h 163"/>
                <a:gd name="T10" fmla="*/ 55 w 70"/>
                <a:gd name="T11" fmla="*/ 162 h 163"/>
                <a:gd name="T12" fmla="*/ 69 w 70"/>
                <a:gd name="T13" fmla="*/ 113 h 163"/>
                <a:gd name="T14" fmla="*/ 68 w 70"/>
                <a:gd name="T15" fmla="*/ 36 h 163"/>
                <a:gd name="T16" fmla="*/ 36 w 70"/>
                <a:gd name="T17" fmla="*/ 1 h 163"/>
                <a:gd name="T18" fmla="*/ 5 w 70"/>
                <a:gd name="T19" fmla="*/ 4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163">
                  <a:moveTo>
                    <a:pt x="0" y="5"/>
                  </a:moveTo>
                  <a:cubicBezTo>
                    <a:pt x="12" y="6"/>
                    <a:pt x="20" y="3"/>
                    <a:pt x="31" y="8"/>
                  </a:cubicBezTo>
                  <a:cubicBezTo>
                    <a:pt x="45" y="15"/>
                    <a:pt x="50" y="27"/>
                    <a:pt x="54" y="41"/>
                  </a:cubicBezTo>
                  <a:cubicBezTo>
                    <a:pt x="60" y="62"/>
                    <a:pt x="58" y="77"/>
                    <a:pt x="53" y="97"/>
                  </a:cubicBezTo>
                  <a:cubicBezTo>
                    <a:pt x="48" y="119"/>
                    <a:pt x="44" y="145"/>
                    <a:pt x="31" y="163"/>
                  </a:cubicBezTo>
                  <a:cubicBezTo>
                    <a:pt x="36" y="150"/>
                    <a:pt x="46" y="139"/>
                    <a:pt x="51" y="126"/>
                  </a:cubicBezTo>
                  <a:cubicBezTo>
                    <a:pt x="56" y="113"/>
                    <a:pt x="60" y="101"/>
                    <a:pt x="63" y="88"/>
                  </a:cubicBezTo>
                  <a:cubicBezTo>
                    <a:pt x="67" y="68"/>
                    <a:pt x="70" y="47"/>
                    <a:pt x="62" y="28"/>
                  </a:cubicBezTo>
                  <a:cubicBezTo>
                    <a:pt x="57" y="15"/>
                    <a:pt x="47" y="3"/>
                    <a:pt x="33" y="1"/>
                  </a:cubicBezTo>
                  <a:cubicBezTo>
                    <a:pt x="22" y="0"/>
                    <a:pt x="14" y="4"/>
                    <a:pt x="5" y="4"/>
                  </a:cubicBezTo>
                </a:path>
              </a:pathLst>
            </a:cu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221">
              <a:extLst>
                <a:ext uri="{FF2B5EF4-FFF2-40B4-BE49-F238E27FC236}">
                  <a16:creationId xmlns:a16="http://schemas.microsoft.com/office/drawing/2014/main" id="{B0412463-AEF3-47EE-9E7B-96776FB5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606"/>
              <a:ext cx="141" cy="306"/>
            </a:xfrm>
            <a:custGeom>
              <a:avLst/>
              <a:gdLst>
                <a:gd name="T0" fmla="*/ 147 w 138"/>
                <a:gd name="T1" fmla="*/ 0 h 281"/>
                <a:gd name="T2" fmla="*/ 124 w 138"/>
                <a:gd name="T3" fmla="*/ 28 h 281"/>
                <a:gd name="T4" fmla="*/ 97 w 138"/>
                <a:gd name="T5" fmla="*/ 62 h 281"/>
                <a:gd name="T6" fmla="*/ 66 w 138"/>
                <a:gd name="T7" fmla="*/ 94 h 281"/>
                <a:gd name="T8" fmla="*/ 41 w 138"/>
                <a:gd name="T9" fmla="*/ 122 h 281"/>
                <a:gd name="T10" fmla="*/ 3 w 138"/>
                <a:gd name="T11" fmla="*/ 188 h 281"/>
                <a:gd name="T12" fmla="*/ 11 w 138"/>
                <a:gd name="T13" fmla="*/ 228 h 281"/>
                <a:gd name="T14" fmla="*/ 32 w 138"/>
                <a:gd name="T15" fmla="*/ 280 h 281"/>
                <a:gd name="T16" fmla="*/ 76 w 138"/>
                <a:gd name="T17" fmla="*/ 344 h 281"/>
                <a:gd name="T18" fmla="*/ 102 w 138"/>
                <a:gd name="T19" fmla="*/ 357 h 281"/>
                <a:gd name="T20" fmla="*/ 137 w 138"/>
                <a:gd name="T21" fmla="*/ 359 h 281"/>
                <a:gd name="T22" fmla="*/ 87 w 138"/>
                <a:gd name="T23" fmla="*/ 336 h 281"/>
                <a:gd name="T24" fmla="*/ 62 w 138"/>
                <a:gd name="T25" fmla="*/ 294 h 281"/>
                <a:gd name="T26" fmla="*/ 50 w 138"/>
                <a:gd name="T27" fmla="*/ 274 h 281"/>
                <a:gd name="T28" fmla="*/ 46 w 138"/>
                <a:gd name="T29" fmla="*/ 245 h 281"/>
                <a:gd name="T30" fmla="*/ 36 w 138"/>
                <a:gd name="T31" fmla="*/ 230 h 281"/>
                <a:gd name="T32" fmla="*/ 36 w 138"/>
                <a:gd name="T33" fmla="*/ 217 h 281"/>
                <a:gd name="T34" fmla="*/ 32 w 138"/>
                <a:gd name="T35" fmla="*/ 205 h 281"/>
                <a:gd name="T36" fmla="*/ 47 w 138"/>
                <a:gd name="T37" fmla="*/ 150 h 281"/>
                <a:gd name="T38" fmla="*/ 93 w 138"/>
                <a:gd name="T39" fmla="*/ 89 h 281"/>
                <a:gd name="T40" fmla="*/ 147 w 138"/>
                <a:gd name="T41" fmla="*/ 5 h 2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281">
                  <a:moveTo>
                    <a:pt x="138" y="0"/>
                  </a:moveTo>
                  <a:cubicBezTo>
                    <a:pt x="134" y="8"/>
                    <a:pt x="122" y="15"/>
                    <a:pt x="115" y="22"/>
                  </a:cubicBezTo>
                  <a:cubicBezTo>
                    <a:pt x="106" y="30"/>
                    <a:pt x="99" y="39"/>
                    <a:pt x="91" y="48"/>
                  </a:cubicBezTo>
                  <a:cubicBezTo>
                    <a:pt x="82" y="57"/>
                    <a:pt x="72" y="65"/>
                    <a:pt x="63" y="73"/>
                  </a:cubicBezTo>
                  <a:cubicBezTo>
                    <a:pt x="55" y="81"/>
                    <a:pt x="47" y="88"/>
                    <a:pt x="38" y="95"/>
                  </a:cubicBezTo>
                  <a:cubicBezTo>
                    <a:pt x="23" y="107"/>
                    <a:pt x="7" y="127"/>
                    <a:pt x="3" y="146"/>
                  </a:cubicBezTo>
                  <a:cubicBezTo>
                    <a:pt x="0" y="157"/>
                    <a:pt x="6" y="165"/>
                    <a:pt x="11" y="176"/>
                  </a:cubicBezTo>
                  <a:cubicBezTo>
                    <a:pt x="17" y="189"/>
                    <a:pt x="22" y="203"/>
                    <a:pt x="29" y="217"/>
                  </a:cubicBezTo>
                  <a:cubicBezTo>
                    <a:pt x="37" y="235"/>
                    <a:pt x="53" y="256"/>
                    <a:pt x="70" y="266"/>
                  </a:cubicBezTo>
                  <a:cubicBezTo>
                    <a:pt x="78" y="271"/>
                    <a:pt x="87" y="275"/>
                    <a:pt x="96" y="276"/>
                  </a:cubicBezTo>
                  <a:cubicBezTo>
                    <a:pt x="105" y="278"/>
                    <a:pt x="120" y="273"/>
                    <a:pt x="128" y="278"/>
                  </a:cubicBezTo>
                  <a:cubicBezTo>
                    <a:pt x="115" y="281"/>
                    <a:pt x="93" y="267"/>
                    <a:pt x="81" y="261"/>
                  </a:cubicBezTo>
                  <a:cubicBezTo>
                    <a:pt x="67" y="253"/>
                    <a:pt x="65" y="242"/>
                    <a:pt x="59" y="228"/>
                  </a:cubicBezTo>
                  <a:cubicBezTo>
                    <a:pt x="56" y="221"/>
                    <a:pt x="50" y="218"/>
                    <a:pt x="47" y="212"/>
                  </a:cubicBezTo>
                  <a:cubicBezTo>
                    <a:pt x="43" y="205"/>
                    <a:pt x="46" y="197"/>
                    <a:pt x="43" y="190"/>
                  </a:cubicBezTo>
                  <a:cubicBezTo>
                    <a:pt x="40" y="185"/>
                    <a:pt x="35" y="183"/>
                    <a:pt x="33" y="178"/>
                  </a:cubicBezTo>
                  <a:cubicBezTo>
                    <a:pt x="32" y="175"/>
                    <a:pt x="34" y="171"/>
                    <a:pt x="33" y="168"/>
                  </a:cubicBezTo>
                  <a:cubicBezTo>
                    <a:pt x="32" y="165"/>
                    <a:pt x="30" y="162"/>
                    <a:pt x="29" y="159"/>
                  </a:cubicBezTo>
                  <a:cubicBezTo>
                    <a:pt x="27" y="146"/>
                    <a:pt x="37" y="128"/>
                    <a:pt x="44" y="117"/>
                  </a:cubicBezTo>
                  <a:cubicBezTo>
                    <a:pt x="57" y="100"/>
                    <a:pt x="72" y="84"/>
                    <a:pt x="87" y="69"/>
                  </a:cubicBezTo>
                  <a:cubicBezTo>
                    <a:pt x="106" y="49"/>
                    <a:pt x="120" y="25"/>
                    <a:pt x="138" y="5"/>
                  </a:cubicBezTo>
                </a:path>
              </a:pathLst>
            </a:cu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222">
              <a:extLst>
                <a:ext uri="{FF2B5EF4-FFF2-40B4-BE49-F238E27FC236}">
                  <a16:creationId xmlns:a16="http://schemas.microsoft.com/office/drawing/2014/main" id="{CFC95998-6B38-460A-B273-A4AF998C0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639"/>
              <a:ext cx="117" cy="222"/>
            </a:xfrm>
            <a:custGeom>
              <a:avLst/>
              <a:gdLst>
                <a:gd name="T0" fmla="*/ 51 w 115"/>
                <a:gd name="T1" fmla="*/ 0 h 204"/>
                <a:gd name="T2" fmla="*/ 119 w 115"/>
                <a:gd name="T3" fmla="*/ 32 h 204"/>
                <a:gd name="T4" fmla="*/ 101 w 115"/>
                <a:gd name="T5" fmla="*/ 189 h 204"/>
                <a:gd name="T6" fmla="*/ 70 w 115"/>
                <a:gd name="T7" fmla="*/ 244 h 204"/>
                <a:gd name="T8" fmla="*/ 0 w 115"/>
                <a:gd name="T9" fmla="*/ 263 h 204"/>
                <a:gd name="T10" fmla="*/ 59 w 115"/>
                <a:gd name="T11" fmla="*/ 225 h 204"/>
                <a:gd name="T12" fmla="*/ 64 w 115"/>
                <a:gd name="T13" fmla="*/ 201 h 204"/>
                <a:gd name="T14" fmla="*/ 71 w 115"/>
                <a:gd name="T15" fmla="*/ 182 h 204"/>
                <a:gd name="T16" fmla="*/ 71 w 115"/>
                <a:gd name="T17" fmla="*/ 158 h 204"/>
                <a:gd name="T18" fmla="*/ 84 w 115"/>
                <a:gd name="T19" fmla="*/ 128 h 204"/>
                <a:gd name="T20" fmla="*/ 79 w 115"/>
                <a:gd name="T21" fmla="*/ 102 h 204"/>
                <a:gd name="T22" fmla="*/ 87 w 115"/>
                <a:gd name="T23" fmla="*/ 63 h 204"/>
                <a:gd name="T24" fmla="*/ 78 w 115"/>
                <a:gd name="T25" fmla="*/ 24 h 204"/>
                <a:gd name="T26" fmla="*/ 56 w 115"/>
                <a:gd name="T27" fmla="*/ 3 h 2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204">
                  <a:moveTo>
                    <a:pt x="48" y="0"/>
                  </a:moveTo>
                  <a:cubicBezTo>
                    <a:pt x="68" y="5"/>
                    <a:pt x="98" y="12"/>
                    <a:pt x="113" y="25"/>
                  </a:cubicBezTo>
                  <a:cubicBezTo>
                    <a:pt x="115" y="64"/>
                    <a:pt x="108" y="112"/>
                    <a:pt x="95" y="147"/>
                  </a:cubicBezTo>
                  <a:cubicBezTo>
                    <a:pt x="89" y="166"/>
                    <a:pt x="84" y="178"/>
                    <a:pt x="67" y="189"/>
                  </a:cubicBezTo>
                  <a:cubicBezTo>
                    <a:pt x="45" y="202"/>
                    <a:pt x="27" y="199"/>
                    <a:pt x="0" y="204"/>
                  </a:cubicBezTo>
                  <a:cubicBezTo>
                    <a:pt x="14" y="189"/>
                    <a:pt x="44" y="190"/>
                    <a:pt x="56" y="175"/>
                  </a:cubicBezTo>
                  <a:cubicBezTo>
                    <a:pt x="60" y="170"/>
                    <a:pt x="58" y="163"/>
                    <a:pt x="61" y="156"/>
                  </a:cubicBezTo>
                  <a:cubicBezTo>
                    <a:pt x="63" y="150"/>
                    <a:pt x="66" y="150"/>
                    <a:pt x="68" y="141"/>
                  </a:cubicBezTo>
                  <a:cubicBezTo>
                    <a:pt x="70" y="134"/>
                    <a:pt x="66" y="129"/>
                    <a:pt x="68" y="122"/>
                  </a:cubicBezTo>
                  <a:cubicBezTo>
                    <a:pt x="71" y="114"/>
                    <a:pt x="79" y="108"/>
                    <a:pt x="81" y="99"/>
                  </a:cubicBezTo>
                  <a:cubicBezTo>
                    <a:pt x="82" y="91"/>
                    <a:pt x="76" y="85"/>
                    <a:pt x="76" y="79"/>
                  </a:cubicBezTo>
                  <a:cubicBezTo>
                    <a:pt x="76" y="69"/>
                    <a:pt x="81" y="58"/>
                    <a:pt x="84" y="49"/>
                  </a:cubicBezTo>
                  <a:cubicBezTo>
                    <a:pt x="76" y="43"/>
                    <a:pt x="79" y="27"/>
                    <a:pt x="75" y="18"/>
                  </a:cubicBezTo>
                  <a:cubicBezTo>
                    <a:pt x="69" y="7"/>
                    <a:pt x="64" y="6"/>
                    <a:pt x="53" y="3"/>
                  </a:cubicBezTo>
                </a:path>
              </a:pathLst>
            </a:cu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223">
              <a:extLst>
                <a:ext uri="{FF2B5EF4-FFF2-40B4-BE49-F238E27FC236}">
                  <a16:creationId xmlns:a16="http://schemas.microsoft.com/office/drawing/2014/main" id="{964F0CEB-F035-495F-A812-42662EE45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575"/>
              <a:ext cx="127" cy="182"/>
            </a:xfrm>
            <a:custGeom>
              <a:avLst/>
              <a:gdLst>
                <a:gd name="T0" fmla="*/ 0 w 124"/>
                <a:gd name="T1" fmla="*/ 0 h 167"/>
                <a:gd name="T2" fmla="*/ 133 w 124"/>
                <a:gd name="T3" fmla="*/ 216 h 167"/>
                <a:gd name="T4" fmla="*/ 0 w 124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67">
                  <a:moveTo>
                    <a:pt x="0" y="0"/>
                  </a:moveTo>
                  <a:cubicBezTo>
                    <a:pt x="0" y="0"/>
                    <a:pt x="1" y="105"/>
                    <a:pt x="124" y="167"/>
                  </a:cubicBezTo>
                  <a:cubicBezTo>
                    <a:pt x="124" y="167"/>
                    <a:pt x="0" y="130"/>
                    <a:pt x="0" y="0"/>
                  </a:cubicBezTo>
                  <a:close/>
                </a:path>
              </a:pathLst>
            </a:cu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Oval 224">
              <a:extLst>
                <a:ext uri="{FF2B5EF4-FFF2-40B4-BE49-F238E27FC236}">
                  <a16:creationId xmlns:a16="http://schemas.microsoft.com/office/drawing/2014/main" id="{3F00399C-727C-4A86-A233-14F48B7B3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2688"/>
              <a:ext cx="7" cy="8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9" name="Oval 225">
              <a:extLst>
                <a:ext uri="{FF2B5EF4-FFF2-40B4-BE49-F238E27FC236}">
                  <a16:creationId xmlns:a16="http://schemas.microsoft.com/office/drawing/2014/main" id="{BEA81A76-B361-4094-94F5-64943925F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7" y="2670"/>
              <a:ext cx="9" cy="8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0" name="Oval 226">
              <a:extLst>
                <a:ext uri="{FF2B5EF4-FFF2-40B4-BE49-F238E27FC236}">
                  <a16:creationId xmlns:a16="http://schemas.microsoft.com/office/drawing/2014/main" id="{0DD511D9-27C9-4BEB-9566-70CC5303E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699"/>
              <a:ext cx="8" cy="9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1" name="Oval 227">
              <a:extLst>
                <a:ext uri="{FF2B5EF4-FFF2-40B4-BE49-F238E27FC236}">
                  <a16:creationId xmlns:a16="http://schemas.microsoft.com/office/drawing/2014/main" id="{21D2FE2E-33B3-4000-B7A1-3CB6AE7B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692"/>
              <a:ext cx="5" cy="7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2" name="Oval 228">
              <a:extLst>
                <a:ext uri="{FF2B5EF4-FFF2-40B4-BE49-F238E27FC236}">
                  <a16:creationId xmlns:a16="http://schemas.microsoft.com/office/drawing/2014/main" id="{3EDB43A6-C73F-4B29-9A87-8205B61E3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731"/>
              <a:ext cx="7" cy="7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3" name="Oval 229">
              <a:extLst>
                <a:ext uri="{FF2B5EF4-FFF2-40B4-BE49-F238E27FC236}">
                  <a16:creationId xmlns:a16="http://schemas.microsoft.com/office/drawing/2014/main" id="{BC498C74-71D0-49C8-8034-3E220901A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2647"/>
              <a:ext cx="4" cy="4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4" name="Oval 230">
              <a:extLst>
                <a:ext uri="{FF2B5EF4-FFF2-40B4-BE49-F238E27FC236}">
                  <a16:creationId xmlns:a16="http://schemas.microsoft.com/office/drawing/2014/main" id="{AED93A7C-E8FE-42BF-B8DC-B705F12E7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2707"/>
              <a:ext cx="5" cy="5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5" name="Oval 231">
              <a:extLst>
                <a:ext uri="{FF2B5EF4-FFF2-40B4-BE49-F238E27FC236}">
                  <a16:creationId xmlns:a16="http://schemas.microsoft.com/office/drawing/2014/main" id="{B2B538D0-6C49-4690-8C9D-BB7502F90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611"/>
              <a:ext cx="7" cy="7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6" name="Oval 232">
              <a:extLst>
                <a:ext uri="{FF2B5EF4-FFF2-40B4-BE49-F238E27FC236}">
                  <a16:creationId xmlns:a16="http://schemas.microsoft.com/office/drawing/2014/main" id="{EDE3DC8A-C1CD-4B32-9516-9A237125B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605"/>
              <a:ext cx="7" cy="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7" name="Oval 233">
              <a:extLst>
                <a:ext uri="{FF2B5EF4-FFF2-40B4-BE49-F238E27FC236}">
                  <a16:creationId xmlns:a16="http://schemas.microsoft.com/office/drawing/2014/main" id="{467C264A-E357-4CDF-8E45-D4EF86E76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2647"/>
              <a:ext cx="7" cy="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8" name="Oval 234">
              <a:extLst>
                <a:ext uri="{FF2B5EF4-FFF2-40B4-BE49-F238E27FC236}">
                  <a16:creationId xmlns:a16="http://schemas.microsoft.com/office/drawing/2014/main" id="{1DC37B66-561C-42C4-93AC-28547EAF8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7" y="2748"/>
              <a:ext cx="7" cy="8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9" name="Oval 235">
              <a:extLst>
                <a:ext uri="{FF2B5EF4-FFF2-40B4-BE49-F238E27FC236}">
                  <a16:creationId xmlns:a16="http://schemas.microsoft.com/office/drawing/2014/main" id="{83D39AB2-95FC-4459-96BB-3393CD8C6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738"/>
              <a:ext cx="9" cy="10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0" name="Oval 236">
              <a:extLst>
                <a:ext uri="{FF2B5EF4-FFF2-40B4-BE49-F238E27FC236}">
                  <a16:creationId xmlns:a16="http://schemas.microsoft.com/office/drawing/2014/main" id="{37FA8597-C41F-458B-926B-17D37B074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752"/>
              <a:ext cx="10" cy="1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1" name="Oval 237">
              <a:extLst>
                <a:ext uri="{FF2B5EF4-FFF2-40B4-BE49-F238E27FC236}">
                  <a16:creationId xmlns:a16="http://schemas.microsoft.com/office/drawing/2014/main" id="{CFE1E5B6-8684-4AA3-9078-2113E5186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647"/>
              <a:ext cx="10" cy="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2" name="Oval 238">
              <a:extLst>
                <a:ext uri="{FF2B5EF4-FFF2-40B4-BE49-F238E27FC236}">
                  <a16:creationId xmlns:a16="http://schemas.microsoft.com/office/drawing/2014/main" id="{4781C0E9-A6A9-46F3-8D0C-22BCFC19F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2595"/>
              <a:ext cx="10" cy="10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3" name="Oval 239">
              <a:extLst>
                <a:ext uri="{FF2B5EF4-FFF2-40B4-BE49-F238E27FC236}">
                  <a16:creationId xmlns:a16="http://schemas.microsoft.com/office/drawing/2014/main" id="{2A7D287E-FCB2-496A-849A-144BB842D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565"/>
              <a:ext cx="7" cy="8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4" name="Oval 240">
              <a:extLst>
                <a:ext uri="{FF2B5EF4-FFF2-40B4-BE49-F238E27FC236}">
                  <a16:creationId xmlns:a16="http://schemas.microsoft.com/office/drawing/2014/main" id="{360FE0AD-3734-45E9-BB86-F845D996C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433"/>
              <a:ext cx="12" cy="12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5" name="Oval 241">
              <a:extLst>
                <a:ext uri="{FF2B5EF4-FFF2-40B4-BE49-F238E27FC236}">
                  <a16:creationId xmlns:a16="http://schemas.microsoft.com/office/drawing/2014/main" id="{8A78C549-66C3-4FC3-AB4D-480B828FB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412"/>
              <a:ext cx="10" cy="1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6" name="Oval 242">
              <a:extLst>
                <a:ext uri="{FF2B5EF4-FFF2-40B4-BE49-F238E27FC236}">
                  <a16:creationId xmlns:a16="http://schemas.microsoft.com/office/drawing/2014/main" id="{B6FA6AF1-71FA-4688-BEE0-D5622BEA5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428"/>
              <a:ext cx="10" cy="10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7" name="Oval 243">
              <a:extLst>
                <a:ext uri="{FF2B5EF4-FFF2-40B4-BE49-F238E27FC236}">
                  <a16:creationId xmlns:a16="http://schemas.microsoft.com/office/drawing/2014/main" id="{CE0D0C2F-8F75-4CBD-B5DF-C527F9F2F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445"/>
              <a:ext cx="9" cy="8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8" name="Oval 244">
              <a:extLst>
                <a:ext uri="{FF2B5EF4-FFF2-40B4-BE49-F238E27FC236}">
                  <a16:creationId xmlns:a16="http://schemas.microsoft.com/office/drawing/2014/main" id="{5F4CAF14-5D03-49AF-A6E9-DB491C488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472"/>
              <a:ext cx="4" cy="4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9" name="Oval 245">
              <a:extLst>
                <a:ext uri="{FF2B5EF4-FFF2-40B4-BE49-F238E27FC236}">
                  <a16:creationId xmlns:a16="http://schemas.microsoft.com/office/drawing/2014/main" id="{7BA27D29-DCE0-455E-9F7D-23496B03D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394"/>
              <a:ext cx="8" cy="10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0" name="Oval 246">
              <a:extLst>
                <a:ext uri="{FF2B5EF4-FFF2-40B4-BE49-F238E27FC236}">
                  <a16:creationId xmlns:a16="http://schemas.microsoft.com/office/drawing/2014/main" id="{DAB77CBA-8B69-4EEF-B85D-6BDCA06FE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2402"/>
              <a:ext cx="6" cy="6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1" name="Oval 247">
              <a:extLst>
                <a:ext uri="{FF2B5EF4-FFF2-40B4-BE49-F238E27FC236}">
                  <a16:creationId xmlns:a16="http://schemas.microsoft.com/office/drawing/2014/main" id="{703CDBA1-A989-4210-8175-232346C4A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408"/>
              <a:ext cx="6" cy="6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2" name="Oval 248">
              <a:extLst>
                <a:ext uri="{FF2B5EF4-FFF2-40B4-BE49-F238E27FC236}">
                  <a16:creationId xmlns:a16="http://schemas.microsoft.com/office/drawing/2014/main" id="{5B6578B4-0ABC-4C7A-B6E9-2CF2DAC3F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412"/>
              <a:ext cx="2" cy="3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3" name="Oval 249">
              <a:extLst>
                <a:ext uri="{FF2B5EF4-FFF2-40B4-BE49-F238E27FC236}">
                  <a16:creationId xmlns:a16="http://schemas.microsoft.com/office/drawing/2014/main" id="{2B568578-1096-4E9A-B476-1E08023EB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418"/>
              <a:ext cx="2" cy="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4" name="Oval 250">
              <a:extLst>
                <a:ext uri="{FF2B5EF4-FFF2-40B4-BE49-F238E27FC236}">
                  <a16:creationId xmlns:a16="http://schemas.microsoft.com/office/drawing/2014/main" id="{51D1CBDB-9A9E-4D90-B37C-8EB476D89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421"/>
              <a:ext cx="2" cy="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5" name="Oval 251">
              <a:extLst>
                <a:ext uri="{FF2B5EF4-FFF2-40B4-BE49-F238E27FC236}">
                  <a16:creationId xmlns:a16="http://schemas.microsoft.com/office/drawing/2014/main" id="{A686CFE0-FED8-44C8-9932-1BE9196D2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407"/>
              <a:ext cx="2" cy="3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6" name="Oval 252">
              <a:extLst>
                <a:ext uri="{FF2B5EF4-FFF2-40B4-BE49-F238E27FC236}">
                  <a16:creationId xmlns:a16="http://schemas.microsoft.com/office/drawing/2014/main" id="{6FCE0312-A779-4DE6-81DC-15E74DE54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403"/>
              <a:ext cx="3" cy="2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7" name="Oval 253">
              <a:extLst>
                <a:ext uri="{FF2B5EF4-FFF2-40B4-BE49-F238E27FC236}">
                  <a16:creationId xmlns:a16="http://schemas.microsoft.com/office/drawing/2014/main" id="{DFE66E66-1B28-4275-A33E-298DC795A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399"/>
              <a:ext cx="4" cy="6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8" name="Oval 254">
              <a:extLst>
                <a:ext uri="{FF2B5EF4-FFF2-40B4-BE49-F238E27FC236}">
                  <a16:creationId xmlns:a16="http://schemas.microsoft.com/office/drawing/2014/main" id="{C2B8F65B-F01F-42A4-83AD-14C04B81C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398"/>
              <a:ext cx="5" cy="5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9" name="Oval 255">
              <a:extLst>
                <a:ext uri="{FF2B5EF4-FFF2-40B4-BE49-F238E27FC236}">
                  <a16:creationId xmlns:a16="http://schemas.microsoft.com/office/drawing/2014/main" id="{1F14D9E5-A7C3-4760-B115-890277A0C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6" y="2655"/>
              <a:ext cx="15" cy="17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0" name="Oval 256">
              <a:extLst>
                <a:ext uri="{FF2B5EF4-FFF2-40B4-BE49-F238E27FC236}">
                  <a16:creationId xmlns:a16="http://schemas.microsoft.com/office/drawing/2014/main" id="{E7A7CB5D-F89C-44D9-BEAA-4E1FDDBDA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2661"/>
              <a:ext cx="10" cy="1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1" name="Oval 257">
              <a:extLst>
                <a:ext uri="{FF2B5EF4-FFF2-40B4-BE49-F238E27FC236}">
                  <a16:creationId xmlns:a16="http://schemas.microsoft.com/office/drawing/2014/main" id="{9F162CB0-6DC1-495C-899D-9F4975A79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688"/>
              <a:ext cx="8" cy="9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2" name="Oval 258">
              <a:extLst>
                <a:ext uri="{FF2B5EF4-FFF2-40B4-BE49-F238E27FC236}">
                  <a16:creationId xmlns:a16="http://schemas.microsoft.com/office/drawing/2014/main" id="{3A5EC66C-9202-415C-9BF4-CBC925E67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2695"/>
              <a:ext cx="5" cy="6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3" name="Oval 259">
              <a:extLst>
                <a:ext uri="{FF2B5EF4-FFF2-40B4-BE49-F238E27FC236}">
                  <a16:creationId xmlns:a16="http://schemas.microsoft.com/office/drawing/2014/main" id="{98FC5AE9-65D9-46F9-AB3F-E8B980CDF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656"/>
              <a:ext cx="4" cy="5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4" name="Oval 260">
              <a:extLst>
                <a:ext uri="{FF2B5EF4-FFF2-40B4-BE49-F238E27FC236}">
                  <a16:creationId xmlns:a16="http://schemas.microsoft.com/office/drawing/2014/main" id="{BA11171C-3659-43A9-AA45-2CF60EC60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2748"/>
              <a:ext cx="12" cy="13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5" name="Oval 261">
              <a:extLst>
                <a:ext uri="{FF2B5EF4-FFF2-40B4-BE49-F238E27FC236}">
                  <a16:creationId xmlns:a16="http://schemas.microsoft.com/office/drawing/2014/main" id="{0D569CC9-F9DD-4FEA-9B57-0D57D4A45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744"/>
              <a:ext cx="7" cy="7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6" name="Oval 262">
              <a:extLst>
                <a:ext uri="{FF2B5EF4-FFF2-40B4-BE49-F238E27FC236}">
                  <a16:creationId xmlns:a16="http://schemas.microsoft.com/office/drawing/2014/main" id="{CD1FCF6C-C413-4F8E-B758-C7188BE95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727"/>
              <a:ext cx="11" cy="1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7" name="Oval 263">
              <a:extLst>
                <a:ext uri="{FF2B5EF4-FFF2-40B4-BE49-F238E27FC236}">
                  <a16:creationId xmlns:a16="http://schemas.microsoft.com/office/drawing/2014/main" id="{E935CE6B-CF29-46DD-902E-A3A41B596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2772"/>
              <a:ext cx="8" cy="9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8" name="Oval 264">
              <a:extLst>
                <a:ext uri="{FF2B5EF4-FFF2-40B4-BE49-F238E27FC236}">
                  <a16:creationId xmlns:a16="http://schemas.microsoft.com/office/drawing/2014/main" id="{0E514FA3-FF3B-4283-9780-4DEE2085D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766"/>
              <a:ext cx="9" cy="1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9" name="Oval 265">
              <a:extLst>
                <a:ext uri="{FF2B5EF4-FFF2-40B4-BE49-F238E27FC236}">
                  <a16:creationId xmlns:a16="http://schemas.microsoft.com/office/drawing/2014/main" id="{1E9E08A1-F024-4E5F-ABAF-71E0BA453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2731"/>
              <a:ext cx="11" cy="1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0" name="Oval 266">
              <a:extLst>
                <a:ext uri="{FF2B5EF4-FFF2-40B4-BE49-F238E27FC236}">
                  <a16:creationId xmlns:a16="http://schemas.microsoft.com/office/drawing/2014/main" id="{CD9D0EAD-44A2-4205-B4A3-0F6D52B26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2759"/>
              <a:ext cx="7" cy="7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1" name="Oval 267">
              <a:extLst>
                <a:ext uri="{FF2B5EF4-FFF2-40B4-BE49-F238E27FC236}">
                  <a16:creationId xmlns:a16="http://schemas.microsoft.com/office/drawing/2014/main" id="{F1FFB659-B907-4E3B-BB93-1C1747EDC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800"/>
              <a:ext cx="5" cy="5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2" name="Oval 268">
              <a:extLst>
                <a:ext uri="{FF2B5EF4-FFF2-40B4-BE49-F238E27FC236}">
                  <a16:creationId xmlns:a16="http://schemas.microsoft.com/office/drawing/2014/main" id="{A1758447-FFF5-4DD2-913C-307C3C480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737"/>
              <a:ext cx="6" cy="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3" name="Oval 269">
              <a:extLst>
                <a:ext uri="{FF2B5EF4-FFF2-40B4-BE49-F238E27FC236}">
                  <a16:creationId xmlns:a16="http://schemas.microsoft.com/office/drawing/2014/main" id="{B90ADBBB-DA68-4123-B3D2-898AE1B62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704"/>
              <a:ext cx="12" cy="1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4" name="Oval 270">
              <a:extLst>
                <a:ext uri="{FF2B5EF4-FFF2-40B4-BE49-F238E27FC236}">
                  <a16:creationId xmlns:a16="http://schemas.microsoft.com/office/drawing/2014/main" id="{07C558EE-7581-4696-8D03-07087B9DA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2696"/>
              <a:ext cx="5" cy="6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5" name="Oval 271">
              <a:extLst>
                <a:ext uri="{FF2B5EF4-FFF2-40B4-BE49-F238E27FC236}">
                  <a16:creationId xmlns:a16="http://schemas.microsoft.com/office/drawing/2014/main" id="{F44B7209-22A8-4C21-B470-DEEBB3611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2686"/>
              <a:ext cx="2" cy="1"/>
            </a:xfrm>
            <a:prstGeom prst="ellipse">
              <a:avLst/>
            </a:prstGeom>
            <a:solidFill>
              <a:srgbClr val="964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6" name="Freeform 272">
              <a:extLst>
                <a:ext uri="{FF2B5EF4-FFF2-40B4-BE49-F238E27FC236}">
                  <a16:creationId xmlns:a16="http://schemas.microsoft.com/office/drawing/2014/main" id="{0187A824-5DA6-4569-BD16-B77F9B65B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661"/>
              <a:ext cx="81" cy="90"/>
            </a:xfrm>
            <a:custGeom>
              <a:avLst/>
              <a:gdLst>
                <a:gd name="T0" fmla="*/ 36 w 79"/>
                <a:gd name="T1" fmla="*/ 106 h 83"/>
                <a:gd name="T2" fmla="*/ 16 w 79"/>
                <a:gd name="T3" fmla="*/ 36 h 83"/>
                <a:gd name="T4" fmla="*/ 5 w 79"/>
                <a:gd name="T5" fmla="*/ 13 h 83"/>
                <a:gd name="T6" fmla="*/ 15 w 79"/>
                <a:gd name="T7" fmla="*/ 9 h 83"/>
                <a:gd name="T8" fmla="*/ 58 w 79"/>
                <a:gd name="T9" fmla="*/ 22 h 83"/>
                <a:gd name="T10" fmla="*/ 79 w 79"/>
                <a:gd name="T11" fmla="*/ 28 h 83"/>
                <a:gd name="T12" fmla="*/ 70 w 79"/>
                <a:gd name="T13" fmla="*/ 47 h 83"/>
                <a:gd name="T14" fmla="*/ 37 w 79"/>
                <a:gd name="T15" fmla="*/ 10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3">
                  <a:moveTo>
                    <a:pt x="33" y="83"/>
                  </a:moveTo>
                  <a:cubicBezTo>
                    <a:pt x="33" y="65"/>
                    <a:pt x="24" y="45"/>
                    <a:pt x="16" y="28"/>
                  </a:cubicBezTo>
                  <a:cubicBezTo>
                    <a:pt x="13" y="22"/>
                    <a:pt x="8" y="16"/>
                    <a:pt x="5" y="10"/>
                  </a:cubicBezTo>
                  <a:cubicBezTo>
                    <a:pt x="0" y="0"/>
                    <a:pt x="7" y="3"/>
                    <a:pt x="15" y="6"/>
                  </a:cubicBezTo>
                  <a:cubicBezTo>
                    <a:pt x="27" y="10"/>
                    <a:pt x="42" y="13"/>
                    <a:pt x="55" y="17"/>
                  </a:cubicBezTo>
                  <a:cubicBezTo>
                    <a:pt x="59" y="18"/>
                    <a:pt x="71" y="19"/>
                    <a:pt x="73" y="22"/>
                  </a:cubicBezTo>
                  <a:cubicBezTo>
                    <a:pt x="79" y="28"/>
                    <a:pt x="68" y="33"/>
                    <a:pt x="64" y="37"/>
                  </a:cubicBezTo>
                  <a:cubicBezTo>
                    <a:pt x="50" y="48"/>
                    <a:pt x="42" y="65"/>
                    <a:pt x="34" y="79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273">
              <a:extLst>
                <a:ext uri="{FF2B5EF4-FFF2-40B4-BE49-F238E27FC236}">
                  <a16:creationId xmlns:a16="http://schemas.microsoft.com/office/drawing/2014/main" id="{383D6FC5-5921-474A-9DA5-501D55BFB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68"/>
              <a:ext cx="87" cy="142"/>
            </a:xfrm>
            <a:custGeom>
              <a:avLst/>
              <a:gdLst>
                <a:gd name="T0" fmla="*/ 89 w 86"/>
                <a:gd name="T1" fmla="*/ 167 h 131"/>
                <a:gd name="T2" fmla="*/ 48 w 86"/>
                <a:gd name="T3" fmla="*/ 158 h 131"/>
                <a:gd name="T4" fmla="*/ 0 w 86"/>
                <a:gd name="T5" fmla="*/ 163 h 131"/>
                <a:gd name="T6" fmla="*/ 20 w 86"/>
                <a:gd name="T7" fmla="*/ 128 h 131"/>
                <a:gd name="T8" fmla="*/ 18 w 86"/>
                <a:gd name="T9" fmla="*/ 74 h 131"/>
                <a:gd name="T10" fmla="*/ 8 w 86"/>
                <a:gd name="T11" fmla="*/ 0 h 131"/>
                <a:gd name="T12" fmla="*/ 17 w 86"/>
                <a:gd name="T13" fmla="*/ 29 h 131"/>
                <a:gd name="T14" fmla="*/ 25 w 86"/>
                <a:gd name="T15" fmla="*/ 59 h 131"/>
                <a:gd name="T16" fmla="*/ 39 w 86"/>
                <a:gd name="T17" fmla="*/ 104 h 131"/>
                <a:gd name="T18" fmla="*/ 87 w 86"/>
                <a:gd name="T19" fmla="*/ 167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31">
                  <a:moveTo>
                    <a:pt x="86" y="131"/>
                  </a:moveTo>
                  <a:cubicBezTo>
                    <a:pt x="72" y="128"/>
                    <a:pt x="60" y="125"/>
                    <a:pt x="45" y="125"/>
                  </a:cubicBezTo>
                  <a:cubicBezTo>
                    <a:pt x="32" y="125"/>
                    <a:pt x="11" y="122"/>
                    <a:pt x="0" y="127"/>
                  </a:cubicBezTo>
                  <a:cubicBezTo>
                    <a:pt x="2" y="117"/>
                    <a:pt x="17" y="113"/>
                    <a:pt x="20" y="101"/>
                  </a:cubicBezTo>
                  <a:cubicBezTo>
                    <a:pt x="24" y="86"/>
                    <a:pt x="23" y="72"/>
                    <a:pt x="18" y="58"/>
                  </a:cubicBezTo>
                  <a:cubicBezTo>
                    <a:pt x="11" y="40"/>
                    <a:pt x="10" y="19"/>
                    <a:pt x="8" y="0"/>
                  </a:cubicBezTo>
                  <a:cubicBezTo>
                    <a:pt x="14" y="4"/>
                    <a:pt x="15" y="16"/>
                    <a:pt x="17" y="23"/>
                  </a:cubicBezTo>
                  <a:cubicBezTo>
                    <a:pt x="20" y="31"/>
                    <a:pt x="23" y="38"/>
                    <a:pt x="25" y="46"/>
                  </a:cubicBezTo>
                  <a:cubicBezTo>
                    <a:pt x="28" y="59"/>
                    <a:pt x="32" y="71"/>
                    <a:pt x="39" y="82"/>
                  </a:cubicBezTo>
                  <a:cubicBezTo>
                    <a:pt x="49" y="98"/>
                    <a:pt x="67" y="124"/>
                    <a:pt x="84" y="131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274">
              <a:extLst>
                <a:ext uri="{FF2B5EF4-FFF2-40B4-BE49-F238E27FC236}">
                  <a16:creationId xmlns:a16="http://schemas.microsoft.com/office/drawing/2014/main" id="{97DB4A8C-CD22-4F9A-837F-B95B7F4EB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928"/>
              <a:ext cx="131" cy="20"/>
            </a:xfrm>
            <a:custGeom>
              <a:avLst/>
              <a:gdLst>
                <a:gd name="T0" fmla="*/ 0 w 129"/>
                <a:gd name="T1" fmla="*/ 5 h 19"/>
                <a:gd name="T2" fmla="*/ 26 w 129"/>
                <a:gd name="T3" fmla="*/ 4 h 19"/>
                <a:gd name="T4" fmla="*/ 60 w 129"/>
                <a:gd name="T5" fmla="*/ 13 h 19"/>
                <a:gd name="T6" fmla="*/ 135 w 129"/>
                <a:gd name="T7" fmla="*/ 21 h 19"/>
                <a:gd name="T8" fmla="*/ 96 w 129"/>
                <a:gd name="T9" fmla="*/ 8 h 19"/>
                <a:gd name="T10" fmla="*/ 65 w 129"/>
                <a:gd name="T11" fmla="*/ 2 h 19"/>
                <a:gd name="T12" fmla="*/ 15 w 129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9">
                  <a:moveTo>
                    <a:pt x="0" y="5"/>
                  </a:moveTo>
                  <a:cubicBezTo>
                    <a:pt x="6" y="6"/>
                    <a:pt x="18" y="3"/>
                    <a:pt x="26" y="4"/>
                  </a:cubicBezTo>
                  <a:cubicBezTo>
                    <a:pt x="36" y="5"/>
                    <a:pt x="46" y="7"/>
                    <a:pt x="57" y="10"/>
                  </a:cubicBezTo>
                  <a:cubicBezTo>
                    <a:pt x="81" y="17"/>
                    <a:pt x="104" y="18"/>
                    <a:pt x="129" y="18"/>
                  </a:cubicBezTo>
                  <a:cubicBezTo>
                    <a:pt x="116" y="19"/>
                    <a:pt x="104" y="12"/>
                    <a:pt x="93" y="8"/>
                  </a:cubicBezTo>
                  <a:cubicBezTo>
                    <a:pt x="84" y="4"/>
                    <a:pt x="72" y="2"/>
                    <a:pt x="62" y="2"/>
                  </a:cubicBezTo>
                  <a:cubicBezTo>
                    <a:pt x="46" y="1"/>
                    <a:pt x="30" y="0"/>
                    <a:pt x="15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275">
              <a:extLst>
                <a:ext uri="{FF2B5EF4-FFF2-40B4-BE49-F238E27FC236}">
                  <a16:creationId xmlns:a16="http://schemas.microsoft.com/office/drawing/2014/main" id="{72E91AAF-EC5F-4DC0-9AAD-FD7C7D9D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862"/>
              <a:ext cx="31" cy="55"/>
            </a:xfrm>
            <a:custGeom>
              <a:avLst/>
              <a:gdLst>
                <a:gd name="T0" fmla="*/ 4 w 30"/>
                <a:gd name="T1" fmla="*/ 0 h 50"/>
                <a:gd name="T2" fmla="*/ 21 w 30"/>
                <a:gd name="T3" fmla="*/ 35 h 50"/>
                <a:gd name="T4" fmla="*/ 24 w 30"/>
                <a:gd name="T5" fmla="*/ 58 h 50"/>
                <a:gd name="T6" fmla="*/ 0 w 30"/>
                <a:gd name="T7" fmla="*/ 43 h 50"/>
                <a:gd name="T8" fmla="*/ 4 w 30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0">
                  <a:moveTo>
                    <a:pt x="4" y="0"/>
                  </a:moveTo>
                  <a:cubicBezTo>
                    <a:pt x="6" y="11"/>
                    <a:pt x="11" y="19"/>
                    <a:pt x="18" y="26"/>
                  </a:cubicBezTo>
                  <a:cubicBezTo>
                    <a:pt x="24" y="31"/>
                    <a:pt x="30" y="39"/>
                    <a:pt x="21" y="44"/>
                  </a:cubicBezTo>
                  <a:cubicBezTo>
                    <a:pt x="9" y="50"/>
                    <a:pt x="1" y="44"/>
                    <a:pt x="0" y="32"/>
                  </a:cubicBezTo>
                  <a:cubicBezTo>
                    <a:pt x="0" y="22"/>
                    <a:pt x="5" y="14"/>
                    <a:pt x="4" y="4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276">
              <a:extLst>
                <a:ext uri="{FF2B5EF4-FFF2-40B4-BE49-F238E27FC236}">
                  <a16:creationId xmlns:a16="http://schemas.microsoft.com/office/drawing/2014/main" id="{27C0A75E-19B0-45BE-B0A9-7BEA7B42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41"/>
              <a:ext cx="64" cy="28"/>
            </a:xfrm>
            <a:custGeom>
              <a:avLst/>
              <a:gdLst>
                <a:gd name="T0" fmla="*/ 0 w 63"/>
                <a:gd name="T1" fmla="*/ 17 h 26"/>
                <a:gd name="T2" fmla="*/ 57 w 63"/>
                <a:gd name="T3" fmla="*/ 17 h 26"/>
                <a:gd name="T4" fmla="*/ 37 w 63"/>
                <a:gd name="T5" fmla="*/ 22 h 26"/>
                <a:gd name="T6" fmla="*/ 16 w 63"/>
                <a:gd name="T7" fmla="*/ 22 h 26"/>
                <a:gd name="T8" fmla="*/ 3 w 63"/>
                <a:gd name="T9" fmla="*/ 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0" y="14"/>
                  </a:moveTo>
                  <a:cubicBezTo>
                    <a:pt x="3" y="0"/>
                    <a:pt x="47" y="4"/>
                    <a:pt x="54" y="14"/>
                  </a:cubicBezTo>
                  <a:cubicBezTo>
                    <a:pt x="63" y="26"/>
                    <a:pt x="38" y="18"/>
                    <a:pt x="34" y="18"/>
                  </a:cubicBezTo>
                  <a:cubicBezTo>
                    <a:pt x="28" y="17"/>
                    <a:pt x="22" y="19"/>
                    <a:pt x="16" y="18"/>
                  </a:cubicBezTo>
                  <a:cubicBezTo>
                    <a:pt x="11" y="17"/>
                    <a:pt x="6" y="14"/>
                    <a:pt x="3" y="13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277">
              <a:extLst>
                <a:ext uri="{FF2B5EF4-FFF2-40B4-BE49-F238E27FC236}">
                  <a16:creationId xmlns:a16="http://schemas.microsoft.com/office/drawing/2014/main" id="{900D04BB-096C-410C-8691-5523F941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582"/>
              <a:ext cx="107" cy="69"/>
            </a:xfrm>
            <a:custGeom>
              <a:avLst/>
              <a:gdLst>
                <a:gd name="T0" fmla="*/ 0 w 105"/>
                <a:gd name="T1" fmla="*/ 12 h 63"/>
                <a:gd name="T2" fmla="*/ 26 w 105"/>
                <a:gd name="T3" fmla="*/ 31 h 63"/>
                <a:gd name="T4" fmla="*/ 57 w 105"/>
                <a:gd name="T5" fmla="*/ 53 h 63"/>
                <a:gd name="T6" fmla="*/ 86 w 105"/>
                <a:gd name="T7" fmla="*/ 68 h 63"/>
                <a:gd name="T8" fmla="*/ 111 w 105"/>
                <a:gd name="T9" fmla="*/ 83 h 63"/>
                <a:gd name="T10" fmla="*/ 70 w 105"/>
                <a:gd name="T11" fmla="*/ 14 h 63"/>
                <a:gd name="T12" fmla="*/ 36 w 105"/>
                <a:gd name="T13" fmla="*/ 2 h 63"/>
                <a:gd name="T14" fmla="*/ 2 w 105"/>
                <a:gd name="T15" fmla="*/ 1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63">
                  <a:moveTo>
                    <a:pt x="0" y="9"/>
                  </a:moveTo>
                  <a:cubicBezTo>
                    <a:pt x="6" y="18"/>
                    <a:pt x="18" y="19"/>
                    <a:pt x="26" y="24"/>
                  </a:cubicBezTo>
                  <a:cubicBezTo>
                    <a:pt x="36" y="30"/>
                    <a:pt x="44" y="35"/>
                    <a:pt x="54" y="40"/>
                  </a:cubicBezTo>
                  <a:cubicBezTo>
                    <a:pt x="63" y="44"/>
                    <a:pt x="71" y="48"/>
                    <a:pt x="80" y="52"/>
                  </a:cubicBezTo>
                  <a:cubicBezTo>
                    <a:pt x="87" y="55"/>
                    <a:pt x="98" y="63"/>
                    <a:pt x="105" y="63"/>
                  </a:cubicBezTo>
                  <a:cubicBezTo>
                    <a:pt x="103" y="43"/>
                    <a:pt x="82" y="22"/>
                    <a:pt x="67" y="11"/>
                  </a:cubicBezTo>
                  <a:cubicBezTo>
                    <a:pt x="55" y="2"/>
                    <a:pt x="48" y="0"/>
                    <a:pt x="33" y="2"/>
                  </a:cubicBezTo>
                  <a:cubicBezTo>
                    <a:pt x="25" y="2"/>
                    <a:pt x="8" y="4"/>
                    <a:pt x="2" y="7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278">
              <a:extLst>
                <a:ext uri="{FF2B5EF4-FFF2-40B4-BE49-F238E27FC236}">
                  <a16:creationId xmlns:a16="http://schemas.microsoft.com/office/drawing/2014/main" id="{A2A62C23-DB91-4020-95FC-DDF194EE3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502"/>
              <a:ext cx="218" cy="188"/>
            </a:xfrm>
            <a:custGeom>
              <a:avLst/>
              <a:gdLst>
                <a:gd name="T0" fmla="*/ 0 w 214"/>
                <a:gd name="T1" fmla="*/ 201 h 173"/>
                <a:gd name="T2" fmla="*/ 40 w 214"/>
                <a:gd name="T3" fmla="*/ 191 h 173"/>
                <a:gd name="T4" fmla="*/ 226 w 214"/>
                <a:gd name="T5" fmla="*/ 0 h 173"/>
                <a:gd name="T6" fmla="*/ 47 w 214"/>
                <a:gd name="T7" fmla="*/ 161 h 173"/>
                <a:gd name="T8" fmla="*/ 0 w 214"/>
                <a:gd name="T9" fmla="*/ 20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73">
                  <a:moveTo>
                    <a:pt x="0" y="156"/>
                  </a:moveTo>
                  <a:cubicBezTo>
                    <a:pt x="0" y="156"/>
                    <a:pt x="10" y="173"/>
                    <a:pt x="37" y="149"/>
                  </a:cubicBezTo>
                  <a:cubicBezTo>
                    <a:pt x="65" y="125"/>
                    <a:pt x="194" y="10"/>
                    <a:pt x="214" y="0"/>
                  </a:cubicBezTo>
                  <a:cubicBezTo>
                    <a:pt x="214" y="0"/>
                    <a:pt x="60" y="101"/>
                    <a:pt x="44" y="125"/>
                  </a:cubicBezTo>
                  <a:cubicBezTo>
                    <a:pt x="27" y="149"/>
                    <a:pt x="0" y="156"/>
                    <a:pt x="0" y="156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279">
              <a:extLst>
                <a:ext uri="{FF2B5EF4-FFF2-40B4-BE49-F238E27FC236}">
                  <a16:creationId xmlns:a16="http://schemas.microsoft.com/office/drawing/2014/main" id="{F269DF5E-CF74-401A-9852-A26C97DC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529"/>
              <a:ext cx="129" cy="74"/>
            </a:xfrm>
            <a:custGeom>
              <a:avLst/>
              <a:gdLst>
                <a:gd name="T0" fmla="*/ 0 w 126"/>
                <a:gd name="T1" fmla="*/ 0 h 68"/>
                <a:gd name="T2" fmla="*/ 110 w 126"/>
                <a:gd name="T3" fmla="*/ 88 h 68"/>
                <a:gd name="T4" fmla="*/ 135 w 126"/>
                <a:gd name="T5" fmla="*/ 76 h 68"/>
                <a:gd name="T6" fmla="*/ 0 w 126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68">
                  <a:moveTo>
                    <a:pt x="0" y="0"/>
                  </a:moveTo>
                  <a:cubicBezTo>
                    <a:pt x="0" y="0"/>
                    <a:pt x="80" y="55"/>
                    <a:pt x="103" y="68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55" y="37"/>
                    <a:pt x="0" y="0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280">
              <a:extLst>
                <a:ext uri="{FF2B5EF4-FFF2-40B4-BE49-F238E27FC236}">
                  <a16:creationId xmlns:a16="http://schemas.microsoft.com/office/drawing/2014/main" id="{080804B0-72BF-4A33-9924-C0D419F54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967"/>
              <a:ext cx="908" cy="174"/>
            </a:xfrm>
            <a:custGeom>
              <a:avLst/>
              <a:gdLst>
                <a:gd name="T0" fmla="*/ 0 w 889"/>
                <a:gd name="T1" fmla="*/ 65 h 160"/>
                <a:gd name="T2" fmla="*/ 66 w 889"/>
                <a:gd name="T3" fmla="*/ 95 h 160"/>
                <a:gd name="T4" fmla="*/ 176 w 889"/>
                <a:gd name="T5" fmla="*/ 123 h 160"/>
                <a:gd name="T6" fmla="*/ 355 w 889"/>
                <a:gd name="T7" fmla="*/ 201 h 160"/>
                <a:gd name="T8" fmla="*/ 482 w 889"/>
                <a:gd name="T9" fmla="*/ 195 h 160"/>
                <a:gd name="T10" fmla="*/ 621 w 889"/>
                <a:gd name="T11" fmla="*/ 152 h 160"/>
                <a:gd name="T12" fmla="*/ 714 w 889"/>
                <a:gd name="T13" fmla="*/ 119 h 160"/>
                <a:gd name="T14" fmla="*/ 860 w 889"/>
                <a:gd name="T15" fmla="*/ 71 h 160"/>
                <a:gd name="T16" fmla="*/ 947 w 889"/>
                <a:gd name="T17" fmla="*/ 0 h 160"/>
                <a:gd name="T18" fmla="*/ 862 w 889"/>
                <a:gd name="T19" fmla="*/ 49 h 160"/>
                <a:gd name="T20" fmla="*/ 720 w 889"/>
                <a:gd name="T21" fmla="*/ 100 h 160"/>
                <a:gd name="T22" fmla="*/ 626 w 889"/>
                <a:gd name="T23" fmla="*/ 126 h 160"/>
                <a:gd name="T24" fmla="*/ 494 w 889"/>
                <a:gd name="T25" fmla="*/ 176 h 160"/>
                <a:gd name="T26" fmla="*/ 355 w 889"/>
                <a:gd name="T27" fmla="*/ 181 h 160"/>
                <a:gd name="T28" fmla="*/ 152 w 889"/>
                <a:gd name="T29" fmla="*/ 104 h 160"/>
                <a:gd name="T30" fmla="*/ 0 w 889"/>
                <a:gd name="T31" fmla="*/ 65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9" h="160">
                  <a:moveTo>
                    <a:pt x="0" y="51"/>
                  </a:moveTo>
                  <a:cubicBezTo>
                    <a:pt x="0" y="51"/>
                    <a:pt x="13" y="70"/>
                    <a:pt x="63" y="74"/>
                  </a:cubicBezTo>
                  <a:cubicBezTo>
                    <a:pt x="113" y="79"/>
                    <a:pt x="132" y="84"/>
                    <a:pt x="164" y="96"/>
                  </a:cubicBezTo>
                  <a:cubicBezTo>
                    <a:pt x="195" y="109"/>
                    <a:pt x="289" y="158"/>
                    <a:pt x="334" y="156"/>
                  </a:cubicBezTo>
                  <a:cubicBezTo>
                    <a:pt x="380" y="155"/>
                    <a:pt x="427" y="144"/>
                    <a:pt x="452" y="152"/>
                  </a:cubicBezTo>
                  <a:cubicBezTo>
                    <a:pt x="478" y="160"/>
                    <a:pt x="564" y="133"/>
                    <a:pt x="583" y="119"/>
                  </a:cubicBezTo>
                  <a:cubicBezTo>
                    <a:pt x="602" y="104"/>
                    <a:pt x="645" y="95"/>
                    <a:pt x="670" y="92"/>
                  </a:cubicBezTo>
                  <a:cubicBezTo>
                    <a:pt x="695" y="89"/>
                    <a:pt x="790" y="71"/>
                    <a:pt x="807" y="55"/>
                  </a:cubicBezTo>
                  <a:cubicBezTo>
                    <a:pt x="825" y="40"/>
                    <a:pt x="864" y="0"/>
                    <a:pt x="889" y="0"/>
                  </a:cubicBezTo>
                  <a:cubicBezTo>
                    <a:pt x="889" y="0"/>
                    <a:pt x="837" y="22"/>
                    <a:pt x="809" y="38"/>
                  </a:cubicBezTo>
                  <a:cubicBezTo>
                    <a:pt x="780" y="54"/>
                    <a:pt x="691" y="78"/>
                    <a:pt x="676" y="78"/>
                  </a:cubicBezTo>
                  <a:cubicBezTo>
                    <a:pt x="662" y="78"/>
                    <a:pt x="620" y="79"/>
                    <a:pt x="587" y="98"/>
                  </a:cubicBezTo>
                  <a:cubicBezTo>
                    <a:pt x="553" y="117"/>
                    <a:pt x="490" y="141"/>
                    <a:pt x="464" y="137"/>
                  </a:cubicBezTo>
                  <a:cubicBezTo>
                    <a:pt x="437" y="134"/>
                    <a:pt x="371" y="153"/>
                    <a:pt x="334" y="141"/>
                  </a:cubicBezTo>
                  <a:cubicBezTo>
                    <a:pt x="298" y="128"/>
                    <a:pt x="178" y="89"/>
                    <a:pt x="143" y="81"/>
                  </a:cubicBezTo>
                  <a:cubicBezTo>
                    <a:pt x="109" y="73"/>
                    <a:pt x="11" y="65"/>
                    <a:pt x="0" y="51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281">
              <a:extLst>
                <a:ext uri="{FF2B5EF4-FFF2-40B4-BE49-F238E27FC236}">
                  <a16:creationId xmlns:a16="http://schemas.microsoft.com/office/drawing/2014/main" id="{AA9C05AF-5D7F-4EA5-BA55-744909E2B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139"/>
              <a:ext cx="42" cy="148"/>
            </a:xfrm>
            <a:custGeom>
              <a:avLst/>
              <a:gdLst>
                <a:gd name="T0" fmla="*/ 42 w 42"/>
                <a:gd name="T1" fmla="*/ 3 h 136"/>
                <a:gd name="T2" fmla="*/ 14 w 42"/>
                <a:gd name="T3" fmla="*/ 70 h 136"/>
                <a:gd name="T4" fmla="*/ 7 w 42"/>
                <a:gd name="T5" fmla="*/ 123 h 136"/>
                <a:gd name="T6" fmla="*/ 5 w 42"/>
                <a:gd name="T7" fmla="*/ 160 h 136"/>
                <a:gd name="T8" fmla="*/ 23 w 42"/>
                <a:gd name="T9" fmla="*/ 69 h 136"/>
                <a:gd name="T10" fmla="*/ 29 w 42"/>
                <a:gd name="T11" fmla="*/ 29 h 136"/>
                <a:gd name="T12" fmla="*/ 41 w 42"/>
                <a:gd name="T13" fmla="*/ 11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6">
                  <a:moveTo>
                    <a:pt x="42" y="3"/>
                  </a:moveTo>
                  <a:cubicBezTo>
                    <a:pt x="23" y="0"/>
                    <a:pt x="18" y="41"/>
                    <a:pt x="14" y="54"/>
                  </a:cubicBezTo>
                  <a:cubicBezTo>
                    <a:pt x="10" y="68"/>
                    <a:pt x="9" y="82"/>
                    <a:pt x="7" y="96"/>
                  </a:cubicBezTo>
                  <a:cubicBezTo>
                    <a:pt x="6" y="100"/>
                    <a:pt x="0" y="120"/>
                    <a:pt x="5" y="124"/>
                  </a:cubicBezTo>
                  <a:cubicBezTo>
                    <a:pt x="22" y="136"/>
                    <a:pt x="22" y="60"/>
                    <a:pt x="23" y="53"/>
                  </a:cubicBezTo>
                  <a:cubicBezTo>
                    <a:pt x="24" y="44"/>
                    <a:pt x="25" y="32"/>
                    <a:pt x="29" y="23"/>
                  </a:cubicBezTo>
                  <a:cubicBezTo>
                    <a:pt x="32" y="16"/>
                    <a:pt x="36" y="14"/>
                    <a:pt x="41" y="8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282">
              <a:extLst>
                <a:ext uri="{FF2B5EF4-FFF2-40B4-BE49-F238E27FC236}">
                  <a16:creationId xmlns:a16="http://schemas.microsoft.com/office/drawing/2014/main" id="{E0A94418-96B8-4775-9BD8-C23F38051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057"/>
              <a:ext cx="68" cy="80"/>
            </a:xfrm>
            <a:custGeom>
              <a:avLst/>
              <a:gdLst>
                <a:gd name="T0" fmla="*/ 70 w 67"/>
                <a:gd name="T1" fmla="*/ 0 h 73"/>
                <a:gd name="T2" fmla="*/ 44 w 67"/>
                <a:gd name="T3" fmla="*/ 39 h 73"/>
                <a:gd name="T4" fmla="*/ 7 w 67"/>
                <a:gd name="T5" fmla="*/ 96 h 73"/>
                <a:gd name="T6" fmla="*/ 33 w 67"/>
                <a:gd name="T7" fmla="*/ 20 h 73"/>
                <a:gd name="T8" fmla="*/ 42 w 67"/>
                <a:gd name="T9" fmla="*/ 3 h 73"/>
                <a:gd name="T10" fmla="*/ 66 w 67"/>
                <a:gd name="T11" fmla="*/ 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73">
                  <a:moveTo>
                    <a:pt x="67" y="0"/>
                  </a:moveTo>
                  <a:cubicBezTo>
                    <a:pt x="66" y="13"/>
                    <a:pt x="49" y="21"/>
                    <a:pt x="41" y="30"/>
                  </a:cubicBezTo>
                  <a:cubicBezTo>
                    <a:pt x="29" y="44"/>
                    <a:pt x="18" y="59"/>
                    <a:pt x="7" y="73"/>
                  </a:cubicBezTo>
                  <a:cubicBezTo>
                    <a:pt x="0" y="57"/>
                    <a:pt x="28" y="30"/>
                    <a:pt x="33" y="15"/>
                  </a:cubicBezTo>
                  <a:cubicBezTo>
                    <a:pt x="35" y="8"/>
                    <a:pt x="32" y="7"/>
                    <a:pt x="39" y="3"/>
                  </a:cubicBezTo>
                  <a:cubicBezTo>
                    <a:pt x="45" y="1"/>
                    <a:pt x="56" y="2"/>
                    <a:pt x="63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283">
              <a:extLst>
                <a:ext uri="{FF2B5EF4-FFF2-40B4-BE49-F238E27FC236}">
                  <a16:creationId xmlns:a16="http://schemas.microsoft.com/office/drawing/2014/main" id="{CEC00BFE-6E32-45E3-AA70-8D6C9E53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067"/>
              <a:ext cx="29" cy="94"/>
            </a:xfrm>
            <a:custGeom>
              <a:avLst/>
              <a:gdLst>
                <a:gd name="T0" fmla="*/ 18 w 29"/>
                <a:gd name="T1" fmla="*/ 10 h 86"/>
                <a:gd name="T2" fmla="*/ 20 w 29"/>
                <a:gd name="T3" fmla="*/ 59 h 86"/>
                <a:gd name="T4" fmla="*/ 13 w 29"/>
                <a:gd name="T5" fmla="*/ 89 h 86"/>
                <a:gd name="T6" fmla="*/ 0 w 29"/>
                <a:gd name="T7" fmla="*/ 113 h 86"/>
                <a:gd name="T8" fmla="*/ 2 w 29"/>
                <a:gd name="T9" fmla="*/ 80 h 86"/>
                <a:gd name="T10" fmla="*/ 9 w 29"/>
                <a:gd name="T11" fmla="*/ 39 h 86"/>
                <a:gd name="T12" fmla="*/ 19 w 29"/>
                <a:gd name="T13" fmla="*/ 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6">
                  <a:moveTo>
                    <a:pt x="18" y="7"/>
                  </a:moveTo>
                  <a:cubicBezTo>
                    <a:pt x="29" y="16"/>
                    <a:pt x="24" y="33"/>
                    <a:pt x="20" y="45"/>
                  </a:cubicBezTo>
                  <a:cubicBezTo>
                    <a:pt x="18" y="53"/>
                    <a:pt x="16" y="61"/>
                    <a:pt x="13" y="68"/>
                  </a:cubicBezTo>
                  <a:cubicBezTo>
                    <a:pt x="9" y="75"/>
                    <a:pt x="2" y="79"/>
                    <a:pt x="0" y="86"/>
                  </a:cubicBezTo>
                  <a:cubicBezTo>
                    <a:pt x="2" y="78"/>
                    <a:pt x="2" y="70"/>
                    <a:pt x="2" y="61"/>
                  </a:cubicBezTo>
                  <a:cubicBezTo>
                    <a:pt x="3" y="50"/>
                    <a:pt x="7" y="41"/>
                    <a:pt x="9" y="30"/>
                  </a:cubicBezTo>
                  <a:cubicBezTo>
                    <a:pt x="10" y="22"/>
                    <a:pt x="3" y="0"/>
                    <a:pt x="19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284">
              <a:extLst>
                <a:ext uri="{FF2B5EF4-FFF2-40B4-BE49-F238E27FC236}">
                  <a16:creationId xmlns:a16="http://schemas.microsoft.com/office/drawing/2014/main" id="{92D38E4F-C9BE-4C56-9337-ED834367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141"/>
              <a:ext cx="38" cy="124"/>
            </a:xfrm>
            <a:custGeom>
              <a:avLst/>
              <a:gdLst>
                <a:gd name="T0" fmla="*/ 24 w 37"/>
                <a:gd name="T1" fmla="*/ 1 h 114"/>
                <a:gd name="T2" fmla="*/ 15 w 37"/>
                <a:gd name="T3" fmla="*/ 49 h 114"/>
                <a:gd name="T4" fmla="*/ 36 w 37"/>
                <a:gd name="T5" fmla="*/ 147 h 114"/>
                <a:gd name="T6" fmla="*/ 37 w 37"/>
                <a:gd name="T7" fmla="*/ 98 h 114"/>
                <a:gd name="T8" fmla="*/ 39 w 37"/>
                <a:gd name="T9" fmla="*/ 54 h 114"/>
                <a:gd name="T10" fmla="*/ 29 w 37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14">
                  <a:moveTo>
                    <a:pt x="21" y="1"/>
                  </a:moveTo>
                  <a:cubicBezTo>
                    <a:pt x="0" y="0"/>
                    <a:pt x="11" y="26"/>
                    <a:pt x="15" y="38"/>
                  </a:cubicBezTo>
                  <a:cubicBezTo>
                    <a:pt x="24" y="64"/>
                    <a:pt x="30" y="86"/>
                    <a:pt x="33" y="114"/>
                  </a:cubicBezTo>
                  <a:cubicBezTo>
                    <a:pt x="29" y="104"/>
                    <a:pt x="33" y="86"/>
                    <a:pt x="34" y="76"/>
                  </a:cubicBezTo>
                  <a:cubicBezTo>
                    <a:pt x="35" y="65"/>
                    <a:pt x="37" y="53"/>
                    <a:pt x="36" y="42"/>
                  </a:cubicBezTo>
                  <a:cubicBezTo>
                    <a:pt x="34" y="29"/>
                    <a:pt x="31" y="12"/>
                    <a:pt x="26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285">
              <a:extLst>
                <a:ext uri="{FF2B5EF4-FFF2-40B4-BE49-F238E27FC236}">
                  <a16:creationId xmlns:a16="http://schemas.microsoft.com/office/drawing/2014/main" id="{0710BC9F-AC14-4E4B-AB28-03B66904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075"/>
              <a:ext cx="81" cy="122"/>
            </a:xfrm>
            <a:custGeom>
              <a:avLst/>
              <a:gdLst>
                <a:gd name="T0" fmla="*/ 0 w 79"/>
                <a:gd name="T1" fmla="*/ 0 h 112"/>
                <a:gd name="T2" fmla="*/ 41 w 79"/>
                <a:gd name="T3" fmla="*/ 89 h 112"/>
                <a:gd name="T4" fmla="*/ 85 w 79"/>
                <a:gd name="T5" fmla="*/ 145 h 112"/>
                <a:gd name="T6" fmla="*/ 66 w 79"/>
                <a:gd name="T7" fmla="*/ 99 h 112"/>
                <a:gd name="T8" fmla="*/ 45 w 79"/>
                <a:gd name="T9" fmla="*/ 54 h 112"/>
                <a:gd name="T10" fmla="*/ 5 w 79"/>
                <a:gd name="T11" fmla="*/ 2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12">
                  <a:moveTo>
                    <a:pt x="0" y="0"/>
                  </a:moveTo>
                  <a:cubicBezTo>
                    <a:pt x="19" y="19"/>
                    <a:pt x="30" y="44"/>
                    <a:pt x="38" y="69"/>
                  </a:cubicBezTo>
                  <a:cubicBezTo>
                    <a:pt x="46" y="93"/>
                    <a:pt x="53" y="105"/>
                    <a:pt x="79" y="112"/>
                  </a:cubicBezTo>
                  <a:cubicBezTo>
                    <a:pt x="78" y="101"/>
                    <a:pt x="65" y="87"/>
                    <a:pt x="60" y="77"/>
                  </a:cubicBezTo>
                  <a:cubicBezTo>
                    <a:pt x="53" y="66"/>
                    <a:pt x="49" y="53"/>
                    <a:pt x="42" y="42"/>
                  </a:cubicBezTo>
                  <a:cubicBezTo>
                    <a:pt x="32" y="26"/>
                    <a:pt x="17" y="16"/>
                    <a:pt x="5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286">
              <a:extLst>
                <a:ext uri="{FF2B5EF4-FFF2-40B4-BE49-F238E27FC236}">
                  <a16:creationId xmlns:a16="http://schemas.microsoft.com/office/drawing/2014/main" id="{2BB41CE7-30A0-4479-8A70-0F9A7236C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94"/>
              <a:ext cx="75" cy="142"/>
            </a:xfrm>
            <a:custGeom>
              <a:avLst/>
              <a:gdLst>
                <a:gd name="T0" fmla="*/ 0 w 73"/>
                <a:gd name="T1" fmla="*/ 0 h 130"/>
                <a:gd name="T2" fmla="*/ 28 w 73"/>
                <a:gd name="T3" fmla="*/ 85 h 130"/>
                <a:gd name="T4" fmla="*/ 42 w 73"/>
                <a:gd name="T5" fmla="*/ 151 h 130"/>
                <a:gd name="T6" fmla="*/ 52 w 73"/>
                <a:gd name="T7" fmla="*/ 169 h 130"/>
                <a:gd name="T8" fmla="*/ 65 w 73"/>
                <a:gd name="T9" fmla="*/ 146 h 130"/>
                <a:gd name="T10" fmla="*/ 71 w 73"/>
                <a:gd name="T11" fmla="*/ 105 h 130"/>
                <a:gd name="T12" fmla="*/ 41 w 73"/>
                <a:gd name="T13" fmla="*/ 60 h 130"/>
                <a:gd name="T14" fmla="*/ 16 w 73"/>
                <a:gd name="T15" fmla="*/ 27 h 130"/>
                <a:gd name="T16" fmla="*/ 3 w 73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30">
                  <a:moveTo>
                    <a:pt x="0" y="0"/>
                  </a:moveTo>
                  <a:cubicBezTo>
                    <a:pt x="0" y="19"/>
                    <a:pt x="19" y="45"/>
                    <a:pt x="25" y="65"/>
                  </a:cubicBezTo>
                  <a:cubicBezTo>
                    <a:pt x="31" y="82"/>
                    <a:pt x="33" y="99"/>
                    <a:pt x="39" y="115"/>
                  </a:cubicBezTo>
                  <a:cubicBezTo>
                    <a:pt x="41" y="120"/>
                    <a:pt x="42" y="130"/>
                    <a:pt x="49" y="130"/>
                  </a:cubicBezTo>
                  <a:cubicBezTo>
                    <a:pt x="57" y="130"/>
                    <a:pt x="56" y="119"/>
                    <a:pt x="59" y="113"/>
                  </a:cubicBezTo>
                  <a:cubicBezTo>
                    <a:pt x="65" y="100"/>
                    <a:pt x="73" y="94"/>
                    <a:pt x="65" y="81"/>
                  </a:cubicBezTo>
                  <a:cubicBezTo>
                    <a:pt x="58" y="69"/>
                    <a:pt x="47" y="56"/>
                    <a:pt x="38" y="46"/>
                  </a:cubicBezTo>
                  <a:cubicBezTo>
                    <a:pt x="30" y="38"/>
                    <a:pt x="23" y="30"/>
                    <a:pt x="16" y="21"/>
                  </a:cubicBezTo>
                  <a:cubicBezTo>
                    <a:pt x="10" y="14"/>
                    <a:pt x="7" y="7"/>
                    <a:pt x="3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287">
              <a:extLst>
                <a:ext uri="{FF2B5EF4-FFF2-40B4-BE49-F238E27FC236}">
                  <a16:creationId xmlns:a16="http://schemas.microsoft.com/office/drawing/2014/main" id="{C825B3F3-8D5A-4893-A68A-4C6400BC5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939"/>
              <a:ext cx="1067" cy="233"/>
            </a:xfrm>
            <a:custGeom>
              <a:avLst/>
              <a:gdLst>
                <a:gd name="T0" fmla="*/ 0 w 1045"/>
                <a:gd name="T1" fmla="*/ 0 h 214"/>
                <a:gd name="T2" fmla="*/ 53 w 1045"/>
                <a:gd name="T3" fmla="*/ 56 h 214"/>
                <a:gd name="T4" fmla="*/ 100 w 1045"/>
                <a:gd name="T5" fmla="*/ 96 h 214"/>
                <a:gd name="T6" fmla="*/ 208 w 1045"/>
                <a:gd name="T7" fmla="*/ 148 h 214"/>
                <a:gd name="T8" fmla="*/ 466 w 1045"/>
                <a:gd name="T9" fmla="*/ 242 h 214"/>
                <a:gd name="T10" fmla="*/ 775 w 1045"/>
                <a:gd name="T11" fmla="*/ 193 h 214"/>
                <a:gd name="T12" fmla="*/ 925 w 1045"/>
                <a:gd name="T13" fmla="*/ 147 h 214"/>
                <a:gd name="T14" fmla="*/ 1034 w 1045"/>
                <a:gd name="T15" fmla="*/ 68 h 214"/>
                <a:gd name="T16" fmla="*/ 1112 w 1045"/>
                <a:gd name="T17" fmla="*/ 35 h 214"/>
                <a:gd name="T18" fmla="*/ 1027 w 1045"/>
                <a:gd name="T19" fmla="*/ 99 h 214"/>
                <a:gd name="T20" fmla="*/ 928 w 1045"/>
                <a:gd name="T21" fmla="*/ 183 h 214"/>
                <a:gd name="T22" fmla="*/ 828 w 1045"/>
                <a:gd name="T23" fmla="*/ 196 h 214"/>
                <a:gd name="T24" fmla="*/ 731 w 1045"/>
                <a:gd name="T25" fmla="*/ 235 h 214"/>
                <a:gd name="T26" fmla="*/ 565 w 1045"/>
                <a:gd name="T27" fmla="*/ 277 h 214"/>
                <a:gd name="T28" fmla="*/ 493 w 1045"/>
                <a:gd name="T29" fmla="*/ 267 h 214"/>
                <a:gd name="T30" fmla="*/ 387 w 1045"/>
                <a:gd name="T31" fmla="*/ 267 h 214"/>
                <a:gd name="T32" fmla="*/ 319 w 1045"/>
                <a:gd name="T33" fmla="*/ 242 h 214"/>
                <a:gd name="T34" fmla="*/ 168 w 1045"/>
                <a:gd name="T35" fmla="*/ 157 h 214"/>
                <a:gd name="T36" fmla="*/ 76 w 1045"/>
                <a:gd name="T37" fmla="*/ 91 h 214"/>
                <a:gd name="T38" fmla="*/ 47 w 1045"/>
                <a:gd name="T39" fmla="*/ 50 h 214"/>
                <a:gd name="T40" fmla="*/ 10 w 1045"/>
                <a:gd name="T41" fmla="*/ 5 h 2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5" h="214">
                  <a:moveTo>
                    <a:pt x="0" y="0"/>
                  </a:moveTo>
                  <a:cubicBezTo>
                    <a:pt x="18" y="12"/>
                    <a:pt x="34" y="31"/>
                    <a:pt x="50" y="43"/>
                  </a:cubicBezTo>
                  <a:cubicBezTo>
                    <a:pt x="64" y="55"/>
                    <a:pt x="77" y="65"/>
                    <a:pt x="94" y="74"/>
                  </a:cubicBezTo>
                  <a:cubicBezTo>
                    <a:pt x="127" y="95"/>
                    <a:pt x="155" y="106"/>
                    <a:pt x="196" y="115"/>
                  </a:cubicBezTo>
                  <a:cubicBezTo>
                    <a:pt x="280" y="135"/>
                    <a:pt x="353" y="177"/>
                    <a:pt x="438" y="187"/>
                  </a:cubicBezTo>
                  <a:cubicBezTo>
                    <a:pt x="541" y="198"/>
                    <a:pt x="634" y="191"/>
                    <a:pt x="728" y="150"/>
                  </a:cubicBezTo>
                  <a:cubicBezTo>
                    <a:pt x="774" y="130"/>
                    <a:pt x="821" y="123"/>
                    <a:pt x="869" y="114"/>
                  </a:cubicBezTo>
                  <a:cubicBezTo>
                    <a:pt x="911" y="105"/>
                    <a:pt x="937" y="77"/>
                    <a:pt x="972" y="52"/>
                  </a:cubicBezTo>
                  <a:cubicBezTo>
                    <a:pt x="995" y="35"/>
                    <a:pt x="1021" y="38"/>
                    <a:pt x="1045" y="27"/>
                  </a:cubicBezTo>
                  <a:cubicBezTo>
                    <a:pt x="1022" y="47"/>
                    <a:pt x="990" y="61"/>
                    <a:pt x="965" y="77"/>
                  </a:cubicBezTo>
                  <a:cubicBezTo>
                    <a:pt x="933" y="98"/>
                    <a:pt x="907" y="127"/>
                    <a:pt x="872" y="141"/>
                  </a:cubicBezTo>
                  <a:cubicBezTo>
                    <a:pt x="844" y="152"/>
                    <a:pt x="809" y="149"/>
                    <a:pt x="778" y="152"/>
                  </a:cubicBezTo>
                  <a:cubicBezTo>
                    <a:pt x="746" y="155"/>
                    <a:pt x="717" y="170"/>
                    <a:pt x="687" y="182"/>
                  </a:cubicBezTo>
                  <a:cubicBezTo>
                    <a:pt x="641" y="201"/>
                    <a:pt x="581" y="214"/>
                    <a:pt x="531" y="214"/>
                  </a:cubicBezTo>
                  <a:cubicBezTo>
                    <a:pt x="508" y="214"/>
                    <a:pt x="486" y="208"/>
                    <a:pt x="463" y="207"/>
                  </a:cubicBezTo>
                  <a:cubicBezTo>
                    <a:pt x="429" y="205"/>
                    <a:pt x="396" y="209"/>
                    <a:pt x="363" y="207"/>
                  </a:cubicBezTo>
                  <a:cubicBezTo>
                    <a:pt x="338" y="205"/>
                    <a:pt x="321" y="198"/>
                    <a:pt x="300" y="187"/>
                  </a:cubicBezTo>
                  <a:cubicBezTo>
                    <a:pt x="270" y="172"/>
                    <a:pt x="160" y="120"/>
                    <a:pt x="159" y="121"/>
                  </a:cubicBezTo>
                  <a:cubicBezTo>
                    <a:pt x="130" y="113"/>
                    <a:pt x="93" y="91"/>
                    <a:pt x="71" y="71"/>
                  </a:cubicBezTo>
                  <a:cubicBezTo>
                    <a:pt x="60" y="61"/>
                    <a:pt x="54" y="49"/>
                    <a:pt x="44" y="39"/>
                  </a:cubicBezTo>
                  <a:cubicBezTo>
                    <a:pt x="33" y="28"/>
                    <a:pt x="16" y="21"/>
                    <a:pt x="10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288">
              <a:extLst>
                <a:ext uri="{FF2B5EF4-FFF2-40B4-BE49-F238E27FC236}">
                  <a16:creationId xmlns:a16="http://schemas.microsoft.com/office/drawing/2014/main" id="{A3798A6A-2545-4141-93B1-C38152AB6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930"/>
              <a:ext cx="1074" cy="219"/>
            </a:xfrm>
            <a:custGeom>
              <a:avLst/>
              <a:gdLst>
                <a:gd name="T0" fmla="*/ 0 w 1052"/>
                <a:gd name="T1" fmla="*/ 0 h 201"/>
                <a:gd name="T2" fmla="*/ 46 w 1052"/>
                <a:gd name="T3" fmla="*/ 52 h 201"/>
                <a:gd name="T4" fmla="*/ 106 w 1052"/>
                <a:gd name="T5" fmla="*/ 121 h 201"/>
                <a:gd name="T6" fmla="*/ 163 w 1052"/>
                <a:gd name="T7" fmla="*/ 145 h 201"/>
                <a:gd name="T8" fmla="*/ 279 w 1052"/>
                <a:gd name="T9" fmla="*/ 171 h 201"/>
                <a:gd name="T10" fmla="*/ 453 w 1052"/>
                <a:gd name="T11" fmla="*/ 250 h 201"/>
                <a:gd name="T12" fmla="*/ 588 w 1052"/>
                <a:gd name="T13" fmla="*/ 248 h 201"/>
                <a:gd name="T14" fmla="*/ 740 w 1052"/>
                <a:gd name="T15" fmla="*/ 202 h 201"/>
                <a:gd name="T16" fmla="*/ 835 w 1052"/>
                <a:gd name="T17" fmla="*/ 169 h 201"/>
                <a:gd name="T18" fmla="*/ 971 w 1052"/>
                <a:gd name="T19" fmla="*/ 123 h 201"/>
                <a:gd name="T20" fmla="*/ 1052 w 1052"/>
                <a:gd name="T21" fmla="*/ 54 h 201"/>
                <a:gd name="T22" fmla="*/ 1119 w 1052"/>
                <a:gd name="T23" fmla="*/ 19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2" h="201">
                  <a:moveTo>
                    <a:pt x="0" y="0"/>
                  </a:moveTo>
                  <a:cubicBezTo>
                    <a:pt x="0" y="0"/>
                    <a:pt x="21" y="30"/>
                    <a:pt x="43" y="40"/>
                  </a:cubicBezTo>
                  <a:cubicBezTo>
                    <a:pt x="66" y="50"/>
                    <a:pt x="80" y="81"/>
                    <a:pt x="100" y="94"/>
                  </a:cubicBezTo>
                  <a:cubicBezTo>
                    <a:pt x="120" y="106"/>
                    <a:pt x="114" y="102"/>
                    <a:pt x="154" y="112"/>
                  </a:cubicBezTo>
                  <a:cubicBezTo>
                    <a:pt x="194" y="122"/>
                    <a:pt x="231" y="122"/>
                    <a:pt x="262" y="132"/>
                  </a:cubicBezTo>
                  <a:cubicBezTo>
                    <a:pt x="293" y="142"/>
                    <a:pt x="360" y="184"/>
                    <a:pt x="426" y="193"/>
                  </a:cubicBezTo>
                  <a:cubicBezTo>
                    <a:pt x="491" y="201"/>
                    <a:pt x="511" y="182"/>
                    <a:pt x="552" y="192"/>
                  </a:cubicBezTo>
                  <a:cubicBezTo>
                    <a:pt x="593" y="201"/>
                    <a:pt x="668" y="174"/>
                    <a:pt x="695" y="156"/>
                  </a:cubicBezTo>
                  <a:cubicBezTo>
                    <a:pt x="722" y="138"/>
                    <a:pt x="749" y="139"/>
                    <a:pt x="785" y="130"/>
                  </a:cubicBezTo>
                  <a:cubicBezTo>
                    <a:pt x="820" y="122"/>
                    <a:pt x="879" y="121"/>
                    <a:pt x="913" y="95"/>
                  </a:cubicBezTo>
                  <a:cubicBezTo>
                    <a:pt x="947" y="69"/>
                    <a:pt x="954" y="51"/>
                    <a:pt x="988" y="42"/>
                  </a:cubicBezTo>
                  <a:cubicBezTo>
                    <a:pt x="1022" y="34"/>
                    <a:pt x="1038" y="38"/>
                    <a:pt x="1052" y="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289">
              <a:extLst>
                <a:ext uri="{FF2B5EF4-FFF2-40B4-BE49-F238E27FC236}">
                  <a16:creationId xmlns:a16="http://schemas.microsoft.com/office/drawing/2014/main" id="{353AA136-7E80-4978-96E2-63BC43CB6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382"/>
              <a:ext cx="903" cy="588"/>
            </a:xfrm>
            <a:custGeom>
              <a:avLst/>
              <a:gdLst>
                <a:gd name="T0" fmla="*/ 466 w 885"/>
                <a:gd name="T1" fmla="*/ 2 h 540"/>
                <a:gd name="T2" fmla="*/ 320 w 885"/>
                <a:gd name="T3" fmla="*/ 103 h 540"/>
                <a:gd name="T4" fmla="*/ 41 w 885"/>
                <a:gd name="T5" fmla="*/ 384 h 540"/>
                <a:gd name="T6" fmla="*/ 7 w 885"/>
                <a:gd name="T7" fmla="*/ 476 h 540"/>
                <a:gd name="T8" fmla="*/ 92 w 885"/>
                <a:gd name="T9" fmla="*/ 629 h 540"/>
                <a:gd name="T10" fmla="*/ 271 w 885"/>
                <a:gd name="T11" fmla="*/ 664 h 540"/>
                <a:gd name="T12" fmla="*/ 492 w 885"/>
                <a:gd name="T13" fmla="*/ 683 h 540"/>
                <a:gd name="T14" fmla="*/ 674 w 885"/>
                <a:gd name="T15" fmla="*/ 636 h 540"/>
                <a:gd name="T16" fmla="*/ 894 w 885"/>
                <a:gd name="T17" fmla="*/ 562 h 540"/>
                <a:gd name="T18" fmla="*/ 940 w 885"/>
                <a:gd name="T19" fmla="*/ 331 h 540"/>
                <a:gd name="T20" fmla="*/ 863 w 885"/>
                <a:gd name="T21" fmla="*/ 289 h 540"/>
                <a:gd name="T22" fmla="*/ 609 w 885"/>
                <a:gd name="T23" fmla="*/ 81 h 540"/>
                <a:gd name="T24" fmla="*/ 466 w 885"/>
                <a:gd name="T25" fmla="*/ 2 h 5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40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9" y="110"/>
                    <a:pt x="66" y="267"/>
                    <a:pt x="38" y="298"/>
                  </a:cubicBezTo>
                  <a:cubicBezTo>
                    <a:pt x="11" y="329"/>
                    <a:pt x="0" y="351"/>
                    <a:pt x="7" y="368"/>
                  </a:cubicBezTo>
                  <a:cubicBezTo>
                    <a:pt x="15" y="384"/>
                    <a:pt x="22" y="454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4" y="523"/>
                    <a:pt x="408" y="540"/>
                    <a:pt x="463" y="529"/>
                  </a:cubicBezTo>
                  <a:cubicBezTo>
                    <a:pt x="518" y="518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290">
              <a:extLst>
                <a:ext uri="{FF2B5EF4-FFF2-40B4-BE49-F238E27FC236}">
                  <a16:creationId xmlns:a16="http://schemas.microsoft.com/office/drawing/2014/main" id="{42E9EDC0-D6B7-47AE-8E30-2D806E431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401"/>
              <a:ext cx="346" cy="374"/>
            </a:xfrm>
            <a:custGeom>
              <a:avLst/>
              <a:gdLst>
                <a:gd name="T0" fmla="*/ 303 w 338"/>
                <a:gd name="T1" fmla="*/ 20 h 344"/>
                <a:gd name="T2" fmla="*/ 355 w 338"/>
                <a:gd name="T3" fmla="*/ 84 h 344"/>
                <a:gd name="T4" fmla="*/ 0 w 338"/>
                <a:gd name="T5" fmla="*/ 441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8" h="344">
                  <a:moveTo>
                    <a:pt x="282" y="16"/>
                  </a:moveTo>
                  <a:cubicBezTo>
                    <a:pt x="282" y="16"/>
                    <a:pt x="338" y="0"/>
                    <a:pt x="331" y="65"/>
                  </a:cubicBezTo>
                  <a:cubicBezTo>
                    <a:pt x="324" y="131"/>
                    <a:pt x="266" y="344"/>
                    <a:pt x="0" y="3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291">
              <a:extLst>
                <a:ext uri="{FF2B5EF4-FFF2-40B4-BE49-F238E27FC236}">
                  <a16:creationId xmlns:a16="http://schemas.microsoft.com/office/drawing/2014/main" id="{3AF3453B-918F-4CF3-971C-850C23E76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533"/>
              <a:ext cx="170" cy="224"/>
            </a:xfrm>
            <a:custGeom>
              <a:avLst/>
              <a:gdLst>
                <a:gd name="T0" fmla="*/ 4 w 166"/>
                <a:gd name="T1" fmla="*/ 0 h 205"/>
                <a:gd name="T2" fmla="*/ 178 w 166"/>
                <a:gd name="T3" fmla="*/ 268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6" h="205">
                  <a:moveTo>
                    <a:pt x="4" y="0"/>
                  </a:moveTo>
                  <a:cubicBezTo>
                    <a:pt x="4" y="0"/>
                    <a:pt x="0" y="172"/>
                    <a:pt x="166" y="20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292">
              <a:extLst>
                <a:ext uri="{FF2B5EF4-FFF2-40B4-BE49-F238E27FC236}">
                  <a16:creationId xmlns:a16="http://schemas.microsoft.com/office/drawing/2014/main" id="{0C0D73ED-117C-4B62-95BE-F2132524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674"/>
              <a:ext cx="33" cy="99"/>
            </a:xfrm>
            <a:custGeom>
              <a:avLst/>
              <a:gdLst>
                <a:gd name="T0" fmla="*/ 35 w 32"/>
                <a:gd name="T1" fmla="*/ 117 h 91"/>
                <a:gd name="T2" fmla="*/ 25 w 32"/>
                <a:gd name="T3" fmla="*/ 60 h 91"/>
                <a:gd name="T4" fmla="*/ 0 w 32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1">
                  <a:moveTo>
                    <a:pt x="32" y="91"/>
                  </a:moveTo>
                  <a:cubicBezTo>
                    <a:pt x="27" y="77"/>
                    <a:pt x="26" y="62"/>
                    <a:pt x="22" y="47"/>
                  </a:cubicBezTo>
                  <a:cubicBezTo>
                    <a:pt x="16" y="30"/>
                    <a:pt x="10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293">
              <a:extLst>
                <a:ext uri="{FF2B5EF4-FFF2-40B4-BE49-F238E27FC236}">
                  <a16:creationId xmlns:a16="http://schemas.microsoft.com/office/drawing/2014/main" id="{7F820725-5292-4563-9A8B-88AF5BECF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908"/>
              <a:ext cx="107" cy="8"/>
            </a:xfrm>
            <a:custGeom>
              <a:avLst/>
              <a:gdLst>
                <a:gd name="T0" fmla="*/ 111 w 105"/>
                <a:gd name="T1" fmla="*/ 10 h 7"/>
                <a:gd name="T2" fmla="*/ 62 w 105"/>
                <a:gd name="T3" fmla="*/ 2 h 7"/>
                <a:gd name="T4" fmla="*/ 0 w 105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">
                  <a:moveTo>
                    <a:pt x="105" y="7"/>
                  </a:moveTo>
                  <a:cubicBezTo>
                    <a:pt x="91" y="7"/>
                    <a:pt x="74" y="4"/>
                    <a:pt x="59" y="2"/>
                  </a:cubicBezTo>
                  <a:cubicBezTo>
                    <a:pt x="39" y="0"/>
                    <a:pt x="20" y="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294">
              <a:extLst>
                <a:ext uri="{FF2B5EF4-FFF2-40B4-BE49-F238E27FC236}">
                  <a16:creationId xmlns:a16="http://schemas.microsoft.com/office/drawing/2014/main" id="{0084D91F-ED55-4971-BEEA-2FF58819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662"/>
              <a:ext cx="70" cy="23"/>
            </a:xfrm>
            <a:custGeom>
              <a:avLst/>
              <a:gdLst>
                <a:gd name="T0" fmla="*/ 72 w 69"/>
                <a:gd name="T1" fmla="*/ 24 h 21"/>
                <a:gd name="T2" fmla="*/ 33 w 69"/>
                <a:gd name="T3" fmla="*/ 15 h 21"/>
                <a:gd name="T4" fmla="*/ 0 w 6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1">
                  <a:moveTo>
                    <a:pt x="69" y="18"/>
                  </a:moveTo>
                  <a:cubicBezTo>
                    <a:pt x="57" y="21"/>
                    <a:pt x="44" y="16"/>
                    <a:pt x="33" y="12"/>
                  </a:cubicBezTo>
                  <a:cubicBezTo>
                    <a:pt x="25" y="8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295">
              <a:extLst>
                <a:ext uri="{FF2B5EF4-FFF2-40B4-BE49-F238E27FC236}">
                  <a16:creationId xmlns:a16="http://schemas.microsoft.com/office/drawing/2014/main" id="{EC55CE60-C125-4478-A251-BED0F034F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843"/>
              <a:ext cx="72" cy="13"/>
            </a:xfrm>
            <a:custGeom>
              <a:avLst/>
              <a:gdLst>
                <a:gd name="T0" fmla="*/ 0 w 71"/>
                <a:gd name="T1" fmla="*/ 15 h 12"/>
                <a:gd name="T2" fmla="*/ 27 w 71"/>
                <a:gd name="T3" fmla="*/ 1 h 12"/>
                <a:gd name="T4" fmla="*/ 74 w 7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2">
                  <a:moveTo>
                    <a:pt x="0" y="12"/>
                  </a:moveTo>
                  <a:cubicBezTo>
                    <a:pt x="3" y="2"/>
                    <a:pt x="18" y="0"/>
                    <a:pt x="27" y="1"/>
                  </a:cubicBezTo>
                  <a:cubicBezTo>
                    <a:pt x="39" y="2"/>
                    <a:pt x="63" y="6"/>
                    <a:pt x="71" y="1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296">
              <a:extLst>
                <a:ext uri="{FF2B5EF4-FFF2-40B4-BE49-F238E27FC236}">
                  <a16:creationId xmlns:a16="http://schemas.microsoft.com/office/drawing/2014/main" id="{CE6ACEAB-BA4D-41F2-8F16-AEA016799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856"/>
              <a:ext cx="22" cy="47"/>
            </a:xfrm>
            <a:custGeom>
              <a:avLst/>
              <a:gdLst>
                <a:gd name="T0" fmla="*/ 0 w 22"/>
                <a:gd name="T1" fmla="*/ 0 h 43"/>
                <a:gd name="T2" fmla="*/ 3 w 22"/>
                <a:gd name="T3" fmla="*/ 23 h 43"/>
                <a:gd name="T4" fmla="*/ 22 w 22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0" y="6"/>
                    <a:pt x="0" y="11"/>
                    <a:pt x="3" y="17"/>
                  </a:cubicBezTo>
                  <a:cubicBezTo>
                    <a:pt x="8" y="26"/>
                    <a:pt x="22" y="33"/>
                    <a:pt x="22" y="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297">
              <a:extLst>
                <a:ext uri="{FF2B5EF4-FFF2-40B4-BE49-F238E27FC236}">
                  <a16:creationId xmlns:a16="http://schemas.microsoft.com/office/drawing/2014/main" id="{54505375-844A-4F18-BF72-E905E4AC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583"/>
              <a:ext cx="53" cy="80"/>
            </a:xfrm>
            <a:custGeom>
              <a:avLst/>
              <a:gdLst>
                <a:gd name="T0" fmla="*/ 46 w 52"/>
                <a:gd name="T1" fmla="*/ 96 h 73"/>
                <a:gd name="T2" fmla="*/ 0 w 52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3">
                  <a:moveTo>
                    <a:pt x="43" y="73"/>
                  </a:moveTo>
                  <a:cubicBezTo>
                    <a:pt x="52" y="38"/>
                    <a:pt x="27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298">
              <a:extLst>
                <a:ext uri="{FF2B5EF4-FFF2-40B4-BE49-F238E27FC236}">
                  <a16:creationId xmlns:a16="http://schemas.microsoft.com/office/drawing/2014/main" id="{B06A90FE-E8A2-49F6-8E74-4B9C311C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932"/>
              <a:ext cx="188" cy="35"/>
            </a:xfrm>
            <a:custGeom>
              <a:avLst/>
              <a:gdLst>
                <a:gd name="T0" fmla="*/ 0 w 184"/>
                <a:gd name="T1" fmla="*/ 13 h 32"/>
                <a:gd name="T2" fmla="*/ 93 w 184"/>
                <a:gd name="T3" fmla="*/ 12 h 32"/>
                <a:gd name="T4" fmla="*/ 148 w 184"/>
                <a:gd name="T5" fmla="*/ 30 h 32"/>
                <a:gd name="T6" fmla="*/ 196 w 184"/>
                <a:gd name="T7" fmla="*/ 3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2">
                  <a:moveTo>
                    <a:pt x="0" y="10"/>
                  </a:moveTo>
                  <a:cubicBezTo>
                    <a:pt x="30" y="11"/>
                    <a:pt x="57" y="0"/>
                    <a:pt x="87" y="9"/>
                  </a:cubicBezTo>
                  <a:cubicBezTo>
                    <a:pt x="105" y="13"/>
                    <a:pt x="122" y="18"/>
                    <a:pt x="139" y="23"/>
                  </a:cubicBezTo>
                  <a:cubicBezTo>
                    <a:pt x="148" y="26"/>
                    <a:pt x="180" y="32"/>
                    <a:pt x="184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299">
              <a:extLst>
                <a:ext uri="{FF2B5EF4-FFF2-40B4-BE49-F238E27FC236}">
                  <a16:creationId xmlns:a16="http://schemas.microsoft.com/office/drawing/2014/main" id="{7092B57B-B804-45A0-8607-8C69BF0FB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067"/>
              <a:ext cx="92" cy="133"/>
            </a:xfrm>
            <a:custGeom>
              <a:avLst/>
              <a:gdLst>
                <a:gd name="T0" fmla="*/ 0 w 90"/>
                <a:gd name="T1" fmla="*/ 0 h 122"/>
                <a:gd name="T2" fmla="*/ 96 w 90"/>
                <a:gd name="T3" fmla="*/ 158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22">
                  <a:moveTo>
                    <a:pt x="0" y="0"/>
                  </a:moveTo>
                  <a:cubicBezTo>
                    <a:pt x="41" y="28"/>
                    <a:pt x="79" y="75"/>
                    <a:pt x="90" y="12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300">
              <a:extLst>
                <a:ext uri="{FF2B5EF4-FFF2-40B4-BE49-F238E27FC236}">
                  <a16:creationId xmlns:a16="http://schemas.microsoft.com/office/drawing/2014/main" id="{8AD7E3BA-0B05-4FD0-99A8-76543AB6E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069"/>
              <a:ext cx="43" cy="112"/>
            </a:xfrm>
            <a:custGeom>
              <a:avLst/>
              <a:gdLst>
                <a:gd name="T0" fmla="*/ 0 w 42"/>
                <a:gd name="T1" fmla="*/ 0 h 103"/>
                <a:gd name="T2" fmla="*/ 45 w 42"/>
                <a:gd name="T3" fmla="*/ 133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03">
                  <a:moveTo>
                    <a:pt x="0" y="0"/>
                  </a:moveTo>
                  <a:cubicBezTo>
                    <a:pt x="17" y="35"/>
                    <a:pt x="42" y="60"/>
                    <a:pt x="42" y="10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301">
              <a:extLst>
                <a:ext uri="{FF2B5EF4-FFF2-40B4-BE49-F238E27FC236}">
                  <a16:creationId xmlns:a16="http://schemas.microsoft.com/office/drawing/2014/main" id="{7C4B9D8E-6247-48E5-9C3C-B5FA82F38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991"/>
              <a:ext cx="37" cy="137"/>
            </a:xfrm>
            <a:custGeom>
              <a:avLst/>
              <a:gdLst>
                <a:gd name="T0" fmla="*/ 2 w 36"/>
                <a:gd name="T1" fmla="*/ 0 h 126"/>
                <a:gd name="T2" fmla="*/ 26 w 36"/>
                <a:gd name="T3" fmla="*/ 77 h 126"/>
                <a:gd name="T4" fmla="*/ 39 w 36"/>
                <a:gd name="T5" fmla="*/ 162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26">
                  <a:moveTo>
                    <a:pt x="2" y="0"/>
                  </a:moveTo>
                  <a:cubicBezTo>
                    <a:pt x="0" y="18"/>
                    <a:pt x="17" y="43"/>
                    <a:pt x="23" y="60"/>
                  </a:cubicBezTo>
                  <a:cubicBezTo>
                    <a:pt x="30" y="82"/>
                    <a:pt x="34" y="104"/>
                    <a:pt x="36" y="12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302">
              <a:extLst>
                <a:ext uri="{FF2B5EF4-FFF2-40B4-BE49-F238E27FC236}">
                  <a16:creationId xmlns:a16="http://schemas.microsoft.com/office/drawing/2014/main" id="{E9032588-525D-42AE-8166-69BA9A62E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983"/>
              <a:ext cx="79" cy="78"/>
            </a:xfrm>
            <a:custGeom>
              <a:avLst/>
              <a:gdLst>
                <a:gd name="T0" fmla="*/ 0 w 77"/>
                <a:gd name="T1" fmla="*/ 0 h 71"/>
                <a:gd name="T2" fmla="*/ 83 w 77"/>
                <a:gd name="T3" fmla="*/ 94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71">
                  <a:moveTo>
                    <a:pt x="0" y="0"/>
                  </a:moveTo>
                  <a:cubicBezTo>
                    <a:pt x="9" y="33"/>
                    <a:pt x="60" y="43"/>
                    <a:pt x="77" y="7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303">
              <a:extLst>
                <a:ext uri="{FF2B5EF4-FFF2-40B4-BE49-F238E27FC236}">
                  <a16:creationId xmlns:a16="http://schemas.microsoft.com/office/drawing/2014/main" id="{5CE91393-9849-46E3-AE37-8ECCA9673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140"/>
              <a:ext cx="35" cy="105"/>
            </a:xfrm>
            <a:custGeom>
              <a:avLst/>
              <a:gdLst>
                <a:gd name="T0" fmla="*/ 11 w 34"/>
                <a:gd name="T1" fmla="*/ 0 h 96"/>
                <a:gd name="T2" fmla="*/ 37 w 34"/>
                <a:gd name="T3" fmla="*/ 12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6">
                  <a:moveTo>
                    <a:pt x="11" y="0"/>
                  </a:moveTo>
                  <a:cubicBezTo>
                    <a:pt x="0" y="24"/>
                    <a:pt x="29" y="71"/>
                    <a:pt x="34" y="9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304">
              <a:extLst>
                <a:ext uri="{FF2B5EF4-FFF2-40B4-BE49-F238E27FC236}">
                  <a16:creationId xmlns:a16="http://schemas.microsoft.com/office/drawing/2014/main" id="{709DC9E8-4185-4E4D-9D3A-0011C1969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051"/>
              <a:ext cx="81" cy="117"/>
            </a:xfrm>
            <a:custGeom>
              <a:avLst/>
              <a:gdLst>
                <a:gd name="T0" fmla="*/ 79 w 79"/>
                <a:gd name="T1" fmla="*/ 0 h 108"/>
                <a:gd name="T2" fmla="*/ 52 w 79"/>
                <a:gd name="T3" fmla="*/ 54 h 108"/>
                <a:gd name="T4" fmla="*/ 0 w 79"/>
                <a:gd name="T5" fmla="*/ 13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08">
                  <a:moveTo>
                    <a:pt x="73" y="0"/>
                  </a:moveTo>
                  <a:cubicBezTo>
                    <a:pt x="79" y="15"/>
                    <a:pt x="58" y="32"/>
                    <a:pt x="49" y="42"/>
                  </a:cubicBezTo>
                  <a:cubicBezTo>
                    <a:pt x="30" y="62"/>
                    <a:pt x="7" y="81"/>
                    <a:pt x="0" y="1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305">
              <a:extLst>
                <a:ext uri="{FF2B5EF4-FFF2-40B4-BE49-F238E27FC236}">
                  <a16:creationId xmlns:a16="http://schemas.microsoft.com/office/drawing/2014/main" id="{E45D94B0-1945-4AD7-A164-DA7ED528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67"/>
              <a:ext cx="24" cy="100"/>
            </a:xfrm>
            <a:custGeom>
              <a:avLst/>
              <a:gdLst>
                <a:gd name="T0" fmla="*/ 19 w 24"/>
                <a:gd name="T1" fmla="*/ 0 h 92"/>
                <a:gd name="T2" fmla="*/ 20 w 24"/>
                <a:gd name="T3" fmla="*/ 54 h 92"/>
                <a:gd name="T4" fmla="*/ 0 w 24"/>
                <a:gd name="T5" fmla="*/ 11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2">
                  <a:moveTo>
                    <a:pt x="19" y="0"/>
                  </a:moveTo>
                  <a:cubicBezTo>
                    <a:pt x="15" y="13"/>
                    <a:pt x="24" y="28"/>
                    <a:pt x="20" y="42"/>
                  </a:cubicBezTo>
                  <a:cubicBezTo>
                    <a:pt x="16" y="60"/>
                    <a:pt x="3" y="74"/>
                    <a:pt x="0" y="9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306">
              <a:extLst>
                <a:ext uri="{FF2B5EF4-FFF2-40B4-BE49-F238E27FC236}">
                  <a16:creationId xmlns:a16="http://schemas.microsoft.com/office/drawing/2014/main" id="{9484F703-2AF1-4378-A257-A2DDDA721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132"/>
              <a:ext cx="44" cy="131"/>
            </a:xfrm>
            <a:custGeom>
              <a:avLst/>
              <a:gdLst>
                <a:gd name="T0" fmla="*/ 46 w 43"/>
                <a:gd name="T1" fmla="*/ 0 h 120"/>
                <a:gd name="T2" fmla="*/ 0 w 43"/>
                <a:gd name="T3" fmla="*/ 156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0">
                  <a:moveTo>
                    <a:pt x="43" y="0"/>
                  </a:moveTo>
                  <a:cubicBezTo>
                    <a:pt x="16" y="22"/>
                    <a:pt x="3" y="86"/>
                    <a:pt x="0" y="12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307">
              <a:extLst>
                <a:ext uri="{FF2B5EF4-FFF2-40B4-BE49-F238E27FC236}">
                  <a16:creationId xmlns:a16="http://schemas.microsoft.com/office/drawing/2014/main" id="{4E78F403-1B23-4E5E-8952-435E0FD92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3135"/>
              <a:ext cx="22" cy="100"/>
            </a:xfrm>
            <a:custGeom>
              <a:avLst/>
              <a:gdLst>
                <a:gd name="T0" fmla="*/ 0 w 22"/>
                <a:gd name="T1" fmla="*/ 0 h 92"/>
                <a:gd name="T2" fmla="*/ 21 w 22"/>
                <a:gd name="T3" fmla="*/ 118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2">
                  <a:moveTo>
                    <a:pt x="0" y="0"/>
                  </a:moveTo>
                  <a:cubicBezTo>
                    <a:pt x="18" y="22"/>
                    <a:pt x="22" y="69"/>
                    <a:pt x="21" y="9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308">
              <a:extLst>
                <a:ext uri="{FF2B5EF4-FFF2-40B4-BE49-F238E27FC236}">
                  <a16:creationId xmlns:a16="http://schemas.microsoft.com/office/drawing/2014/main" id="{8513B38B-DB26-48C5-9BA4-21914337C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696"/>
              <a:ext cx="75" cy="204"/>
            </a:xfrm>
            <a:custGeom>
              <a:avLst/>
              <a:gdLst>
                <a:gd name="T0" fmla="*/ 46 w 74"/>
                <a:gd name="T1" fmla="*/ 0 h 188"/>
                <a:gd name="T2" fmla="*/ 4 w 74"/>
                <a:gd name="T3" fmla="*/ 125 h 188"/>
                <a:gd name="T4" fmla="*/ 45 w 74"/>
                <a:gd name="T5" fmla="*/ 237 h 188"/>
                <a:gd name="T6" fmla="*/ 60 w 74"/>
                <a:gd name="T7" fmla="*/ 123 h 188"/>
                <a:gd name="T8" fmla="*/ 56 w 74"/>
                <a:gd name="T9" fmla="*/ 4 h 188"/>
                <a:gd name="T10" fmla="*/ 48 w 74"/>
                <a:gd name="T11" fmla="*/ 0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88">
                  <a:moveTo>
                    <a:pt x="43" y="0"/>
                  </a:moveTo>
                  <a:cubicBezTo>
                    <a:pt x="18" y="19"/>
                    <a:pt x="0" y="68"/>
                    <a:pt x="4" y="98"/>
                  </a:cubicBezTo>
                  <a:cubicBezTo>
                    <a:pt x="6" y="114"/>
                    <a:pt x="16" y="188"/>
                    <a:pt x="42" y="185"/>
                  </a:cubicBezTo>
                  <a:cubicBezTo>
                    <a:pt x="74" y="181"/>
                    <a:pt x="63" y="114"/>
                    <a:pt x="57" y="96"/>
                  </a:cubicBezTo>
                  <a:cubicBezTo>
                    <a:pt x="46" y="63"/>
                    <a:pt x="41" y="38"/>
                    <a:pt x="53" y="4"/>
                  </a:cubicBezTo>
                  <a:cubicBezTo>
                    <a:pt x="50" y="2"/>
                    <a:pt x="48" y="1"/>
                    <a:pt x="45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309">
              <a:extLst>
                <a:ext uri="{FF2B5EF4-FFF2-40B4-BE49-F238E27FC236}">
                  <a16:creationId xmlns:a16="http://schemas.microsoft.com/office/drawing/2014/main" id="{9BF0F706-B932-4E4A-A5EE-364A8D84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554"/>
              <a:ext cx="139" cy="89"/>
            </a:xfrm>
            <a:custGeom>
              <a:avLst/>
              <a:gdLst>
                <a:gd name="T0" fmla="*/ 0 w 136"/>
                <a:gd name="T1" fmla="*/ 93 h 82"/>
                <a:gd name="T2" fmla="*/ 44 w 136"/>
                <a:gd name="T3" fmla="*/ 99 h 82"/>
                <a:gd name="T4" fmla="*/ 80 w 136"/>
                <a:gd name="T5" fmla="*/ 60 h 82"/>
                <a:gd name="T6" fmla="*/ 145 w 136"/>
                <a:gd name="T7" fmla="*/ 0 h 82"/>
                <a:gd name="T8" fmla="*/ 8 w 136"/>
                <a:gd name="T9" fmla="*/ 93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82">
                  <a:moveTo>
                    <a:pt x="0" y="73"/>
                  </a:moveTo>
                  <a:cubicBezTo>
                    <a:pt x="13" y="72"/>
                    <a:pt x="28" y="82"/>
                    <a:pt x="41" y="77"/>
                  </a:cubicBezTo>
                  <a:cubicBezTo>
                    <a:pt x="52" y="73"/>
                    <a:pt x="65" y="55"/>
                    <a:pt x="74" y="47"/>
                  </a:cubicBezTo>
                  <a:cubicBezTo>
                    <a:pt x="94" y="30"/>
                    <a:pt x="117" y="18"/>
                    <a:pt x="136" y="0"/>
                  </a:cubicBezTo>
                  <a:cubicBezTo>
                    <a:pt x="88" y="13"/>
                    <a:pt x="41" y="37"/>
                    <a:pt x="8" y="73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310">
              <a:extLst>
                <a:ext uri="{FF2B5EF4-FFF2-40B4-BE49-F238E27FC236}">
                  <a16:creationId xmlns:a16="http://schemas.microsoft.com/office/drawing/2014/main" id="{51B176CC-01A1-498E-BCA6-714E96D67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922"/>
              <a:ext cx="716" cy="158"/>
            </a:xfrm>
            <a:custGeom>
              <a:avLst/>
              <a:gdLst>
                <a:gd name="T0" fmla="*/ 16 w 701"/>
                <a:gd name="T1" fmla="*/ 13 h 145"/>
                <a:gd name="T2" fmla="*/ 5 w 701"/>
                <a:gd name="T3" fmla="*/ 42 h 145"/>
                <a:gd name="T4" fmla="*/ 48 w 701"/>
                <a:gd name="T5" fmla="*/ 74 h 145"/>
                <a:gd name="T6" fmla="*/ 174 w 701"/>
                <a:gd name="T7" fmla="*/ 76 h 145"/>
                <a:gd name="T8" fmla="*/ 299 w 701"/>
                <a:gd name="T9" fmla="*/ 106 h 145"/>
                <a:gd name="T10" fmla="*/ 428 w 701"/>
                <a:gd name="T11" fmla="*/ 160 h 145"/>
                <a:gd name="T12" fmla="*/ 667 w 701"/>
                <a:gd name="T13" fmla="*/ 119 h 145"/>
                <a:gd name="T14" fmla="*/ 733 w 701"/>
                <a:gd name="T15" fmla="*/ 84 h 145"/>
                <a:gd name="T16" fmla="*/ 625 w 701"/>
                <a:gd name="T17" fmla="*/ 62 h 145"/>
                <a:gd name="T18" fmla="*/ 532 w 701"/>
                <a:gd name="T19" fmla="*/ 61 h 145"/>
                <a:gd name="T20" fmla="*/ 445 w 701"/>
                <a:gd name="T21" fmla="*/ 78 h 145"/>
                <a:gd name="T22" fmla="*/ 282 w 701"/>
                <a:gd name="T23" fmla="*/ 68 h 145"/>
                <a:gd name="T24" fmla="*/ 199 w 701"/>
                <a:gd name="T25" fmla="*/ 35 h 145"/>
                <a:gd name="T26" fmla="*/ 112 w 701"/>
                <a:gd name="T27" fmla="*/ 23 h 145"/>
                <a:gd name="T28" fmla="*/ 18 w 701"/>
                <a:gd name="T29" fmla="*/ 13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1" h="145">
                  <a:moveTo>
                    <a:pt x="16" y="10"/>
                  </a:moveTo>
                  <a:cubicBezTo>
                    <a:pt x="2" y="9"/>
                    <a:pt x="0" y="23"/>
                    <a:pt x="5" y="33"/>
                  </a:cubicBezTo>
                  <a:cubicBezTo>
                    <a:pt x="12" y="46"/>
                    <a:pt x="33" y="51"/>
                    <a:pt x="45" y="57"/>
                  </a:cubicBezTo>
                  <a:cubicBezTo>
                    <a:pt x="83" y="72"/>
                    <a:pt x="122" y="56"/>
                    <a:pt x="163" y="59"/>
                  </a:cubicBezTo>
                  <a:cubicBezTo>
                    <a:pt x="204" y="61"/>
                    <a:pt x="241" y="72"/>
                    <a:pt x="281" y="82"/>
                  </a:cubicBezTo>
                  <a:cubicBezTo>
                    <a:pt x="323" y="93"/>
                    <a:pt x="360" y="114"/>
                    <a:pt x="401" y="124"/>
                  </a:cubicBezTo>
                  <a:cubicBezTo>
                    <a:pt x="481" y="145"/>
                    <a:pt x="549" y="110"/>
                    <a:pt x="626" y="92"/>
                  </a:cubicBezTo>
                  <a:cubicBezTo>
                    <a:pt x="638" y="89"/>
                    <a:pt x="701" y="91"/>
                    <a:pt x="688" y="65"/>
                  </a:cubicBezTo>
                  <a:cubicBezTo>
                    <a:pt x="678" y="45"/>
                    <a:pt x="605" y="50"/>
                    <a:pt x="586" y="48"/>
                  </a:cubicBezTo>
                  <a:cubicBezTo>
                    <a:pt x="555" y="44"/>
                    <a:pt x="530" y="40"/>
                    <a:pt x="499" y="47"/>
                  </a:cubicBezTo>
                  <a:cubicBezTo>
                    <a:pt x="473" y="54"/>
                    <a:pt x="445" y="59"/>
                    <a:pt x="418" y="61"/>
                  </a:cubicBezTo>
                  <a:cubicBezTo>
                    <a:pt x="367" y="64"/>
                    <a:pt x="313" y="64"/>
                    <a:pt x="264" y="52"/>
                  </a:cubicBezTo>
                  <a:cubicBezTo>
                    <a:pt x="238" y="45"/>
                    <a:pt x="213" y="33"/>
                    <a:pt x="187" y="27"/>
                  </a:cubicBezTo>
                  <a:cubicBezTo>
                    <a:pt x="159" y="21"/>
                    <a:pt x="135" y="18"/>
                    <a:pt x="106" y="17"/>
                  </a:cubicBezTo>
                  <a:cubicBezTo>
                    <a:pt x="90" y="16"/>
                    <a:pt x="24" y="0"/>
                    <a:pt x="18" y="1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311">
              <a:extLst>
                <a:ext uri="{FF2B5EF4-FFF2-40B4-BE49-F238E27FC236}">
                  <a16:creationId xmlns:a16="http://schemas.microsoft.com/office/drawing/2014/main" id="{D1AB1056-7EF1-4C5C-BF6B-336519E38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05"/>
              <a:ext cx="145" cy="80"/>
            </a:xfrm>
            <a:custGeom>
              <a:avLst/>
              <a:gdLst>
                <a:gd name="T0" fmla="*/ 0 w 142"/>
                <a:gd name="T1" fmla="*/ 35 h 74"/>
                <a:gd name="T2" fmla="*/ 78 w 142"/>
                <a:gd name="T3" fmla="*/ 92 h 74"/>
                <a:gd name="T4" fmla="*/ 147 w 142"/>
                <a:gd name="T5" fmla="*/ 59 h 74"/>
                <a:gd name="T6" fmla="*/ 112 w 142"/>
                <a:gd name="T7" fmla="*/ 26 h 74"/>
                <a:gd name="T8" fmla="*/ 86 w 142"/>
                <a:gd name="T9" fmla="*/ 1 h 74"/>
                <a:gd name="T10" fmla="*/ 13 w 142"/>
                <a:gd name="T11" fmla="*/ 2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74">
                  <a:moveTo>
                    <a:pt x="0" y="28"/>
                  </a:moveTo>
                  <a:cubicBezTo>
                    <a:pt x="34" y="37"/>
                    <a:pt x="37" y="72"/>
                    <a:pt x="72" y="73"/>
                  </a:cubicBezTo>
                  <a:cubicBezTo>
                    <a:pt x="86" y="74"/>
                    <a:pt x="142" y="70"/>
                    <a:pt x="138" y="47"/>
                  </a:cubicBezTo>
                  <a:cubicBezTo>
                    <a:pt x="137" y="39"/>
                    <a:pt x="111" y="27"/>
                    <a:pt x="106" y="20"/>
                  </a:cubicBezTo>
                  <a:cubicBezTo>
                    <a:pt x="95" y="8"/>
                    <a:pt x="101" y="2"/>
                    <a:pt x="80" y="1"/>
                  </a:cubicBezTo>
                  <a:cubicBezTo>
                    <a:pt x="67" y="0"/>
                    <a:pt x="11" y="15"/>
                    <a:pt x="13" y="18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312">
              <a:extLst>
                <a:ext uri="{FF2B5EF4-FFF2-40B4-BE49-F238E27FC236}">
                  <a16:creationId xmlns:a16="http://schemas.microsoft.com/office/drawing/2014/main" id="{CAA9015A-2FCA-4719-A663-3F0084DAE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609"/>
              <a:ext cx="111" cy="302"/>
            </a:xfrm>
            <a:custGeom>
              <a:avLst/>
              <a:gdLst>
                <a:gd name="T0" fmla="*/ 22 w 108"/>
                <a:gd name="T1" fmla="*/ 0 h 278"/>
                <a:gd name="T2" fmla="*/ 32 w 108"/>
                <a:gd name="T3" fmla="*/ 66 h 278"/>
                <a:gd name="T4" fmla="*/ 24 w 108"/>
                <a:gd name="T5" fmla="*/ 139 h 278"/>
                <a:gd name="T6" fmla="*/ 9 w 108"/>
                <a:gd name="T7" fmla="*/ 223 h 278"/>
                <a:gd name="T8" fmla="*/ 51 w 108"/>
                <a:gd name="T9" fmla="*/ 273 h 278"/>
                <a:gd name="T10" fmla="*/ 69 w 108"/>
                <a:gd name="T11" fmla="*/ 356 h 278"/>
                <a:gd name="T12" fmla="*/ 104 w 108"/>
                <a:gd name="T13" fmla="*/ 272 h 278"/>
                <a:gd name="T14" fmla="*/ 110 w 108"/>
                <a:gd name="T15" fmla="*/ 164 h 278"/>
                <a:gd name="T16" fmla="*/ 31 w 108"/>
                <a:gd name="T17" fmla="*/ 2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278">
                  <a:moveTo>
                    <a:pt x="19" y="0"/>
                  </a:moveTo>
                  <a:cubicBezTo>
                    <a:pt x="19" y="17"/>
                    <a:pt x="28" y="35"/>
                    <a:pt x="29" y="52"/>
                  </a:cubicBezTo>
                  <a:cubicBezTo>
                    <a:pt x="31" y="73"/>
                    <a:pt x="26" y="90"/>
                    <a:pt x="21" y="109"/>
                  </a:cubicBezTo>
                  <a:cubicBezTo>
                    <a:pt x="18" y="126"/>
                    <a:pt x="0" y="157"/>
                    <a:pt x="9" y="174"/>
                  </a:cubicBezTo>
                  <a:cubicBezTo>
                    <a:pt x="17" y="190"/>
                    <a:pt x="40" y="191"/>
                    <a:pt x="48" y="213"/>
                  </a:cubicBezTo>
                  <a:cubicBezTo>
                    <a:pt x="55" y="231"/>
                    <a:pt x="48" y="265"/>
                    <a:pt x="63" y="278"/>
                  </a:cubicBezTo>
                  <a:cubicBezTo>
                    <a:pt x="78" y="264"/>
                    <a:pt x="88" y="231"/>
                    <a:pt x="95" y="212"/>
                  </a:cubicBezTo>
                  <a:cubicBezTo>
                    <a:pt x="103" y="188"/>
                    <a:pt x="108" y="154"/>
                    <a:pt x="101" y="128"/>
                  </a:cubicBezTo>
                  <a:cubicBezTo>
                    <a:pt x="92" y="93"/>
                    <a:pt x="61" y="20"/>
                    <a:pt x="28" y="2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313">
              <a:extLst>
                <a:ext uri="{FF2B5EF4-FFF2-40B4-BE49-F238E27FC236}">
                  <a16:creationId xmlns:a16="http://schemas.microsoft.com/office/drawing/2014/main" id="{C242B98E-2F8D-45C0-AB2C-8CD0C1376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469"/>
              <a:ext cx="185" cy="85"/>
            </a:xfrm>
            <a:custGeom>
              <a:avLst/>
              <a:gdLst>
                <a:gd name="T0" fmla="*/ 0 w 181"/>
                <a:gd name="T1" fmla="*/ 4 h 78"/>
                <a:gd name="T2" fmla="*/ 104 w 181"/>
                <a:gd name="T3" fmla="*/ 77 h 78"/>
                <a:gd name="T4" fmla="*/ 190 w 181"/>
                <a:gd name="T5" fmla="*/ 100 h 78"/>
                <a:gd name="T6" fmla="*/ 86 w 181"/>
                <a:gd name="T7" fmla="*/ 29 h 78"/>
                <a:gd name="T8" fmla="*/ 8 w 181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8">
                  <a:moveTo>
                    <a:pt x="0" y="4"/>
                  </a:moveTo>
                  <a:cubicBezTo>
                    <a:pt x="30" y="5"/>
                    <a:pt x="71" y="44"/>
                    <a:pt x="98" y="60"/>
                  </a:cubicBezTo>
                  <a:cubicBezTo>
                    <a:pt x="122" y="74"/>
                    <a:pt x="150" y="78"/>
                    <a:pt x="178" y="77"/>
                  </a:cubicBezTo>
                  <a:cubicBezTo>
                    <a:pt x="181" y="48"/>
                    <a:pt x="99" y="29"/>
                    <a:pt x="80" y="23"/>
                  </a:cubicBezTo>
                  <a:cubicBezTo>
                    <a:pt x="56" y="15"/>
                    <a:pt x="29" y="8"/>
                    <a:pt x="8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314">
              <a:extLst>
                <a:ext uri="{FF2B5EF4-FFF2-40B4-BE49-F238E27FC236}">
                  <a16:creationId xmlns:a16="http://schemas.microsoft.com/office/drawing/2014/main" id="{DFCA6EE5-1E83-4D07-8142-F1C89789C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084"/>
              <a:ext cx="856" cy="726"/>
            </a:xfrm>
            <a:custGeom>
              <a:avLst/>
              <a:gdLst>
                <a:gd name="T0" fmla="*/ 12 w 838"/>
                <a:gd name="T1" fmla="*/ 13 h 666"/>
                <a:gd name="T2" fmla="*/ 33 w 838"/>
                <a:gd name="T3" fmla="*/ 111 h 666"/>
                <a:gd name="T4" fmla="*/ 20 w 838"/>
                <a:gd name="T5" fmla="*/ 162 h 666"/>
                <a:gd name="T6" fmla="*/ 16 w 838"/>
                <a:gd name="T7" fmla="*/ 237 h 666"/>
                <a:gd name="T8" fmla="*/ 22 w 838"/>
                <a:gd name="T9" fmla="*/ 423 h 666"/>
                <a:gd name="T10" fmla="*/ 81 w 838"/>
                <a:gd name="T11" fmla="*/ 600 h 666"/>
                <a:gd name="T12" fmla="*/ 191 w 838"/>
                <a:gd name="T13" fmla="*/ 734 h 666"/>
                <a:gd name="T14" fmla="*/ 335 w 838"/>
                <a:gd name="T15" fmla="*/ 816 h 666"/>
                <a:gd name="T16" fmla="*/ 512 w 838"/>
                <a:gd name="T17" fmla="*/ 843 h 666"/>
                <a:gd name="T18" fmla="*/ 697 w 838"/>
                <a:gd name="T19" fmla="*/ 852 h 666"/>
                <a:gd name="T20" fmla="*/ 893 w 838"/>
                <a:gd name="T21" fmla="*/ 728 h 666"/>
                <a:gd name="T22" fmla="*/ 638 w 838"/>
                <a:gd name="T23" fmla="*/ 715 h 666"/>
                <a:gd name="T24" fmla="*/ 516 w 838"/>
                <a:gd name="T25" fmla="*/ 665 h 666"/>
                <a:gd name="T26" fmla="*/ 454 w 838"/>
                <a:gd name="T27" fmla="*/ 533 h 666"/>
                <a:gd name="T28" fmla="*/ 307 w 838"/>
                <a:gd name="T29" fmla="*/ 373 h 666"/>
                <a:gd name="T30" fmla="*/ 184 w 838"/>
                <a:gd name="T31" fmla="*/ 259 h 666"/>
                <a:gd name="T32" fmla="*/ 59 w 838"/>
                <a:gd name="T33" fmla="*/ 137 h 666"/>
                <a:gd name="T34" fmla="*/ 42 w 838"/>
                <a:gd name="T35" fmla="*/ 44 h 666"/>
                <a:gd name="T36" fmla="*/ 8 w 838"/>
                <a:gd name="T37" fmla="*/ 0 h 6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38" h="666">
                  <a:moveTo>
                    <a:pt x="12" y="10"/>
                  </a:moveTo>
                  <a:cubicBezTo>
                    <a:pt x="0" y="36"/>
                    <a:pt x="29" y="60"/>
                    <a:pt x="30" y="86"/>
                  </a:cubicBezTo>
                  <a:cubicBezTo>
                    <a:pt x="31" y="99"/>
                    <a:pt x="22" y="113"/>
                    <a:pt x="20" y="126"/>
                  </a:cubicBezTo>
                  <a:cubicBezTo>
                    <a:pt x="17" y="145"/>
                    <a:pt x="16" y="164"/>
                    <a:pt x="16" y="183"/>
                  </a:cubicBezTo>
                  <a:cubicBezTo>
                    <a:pt x="16" y="232"/>
                    <a:pt x="15" y="280"/>
                    <a:pt x="22" y="327"/>
                  </a:cubicBezTo>
                  <a:cubicBezTo>
                    <a:pt x="29" y="374"/>
                    <a:pt x="50" y="422"/>
                    <a:pt x="75" y="463"/>
                  </a:cubicBezTo>
                  <a:cubicBezTo>
                    <a:pt x="102" y="508"/>
                    <a:pt x="135" y="538"/>
                    <a:pt x="179" y="566"/>
                  </a:cubicBezTo>
                  <a:cubicBezTo>
                    <a:pt x="216" y="591"/>
                    <a:pt x="270" y="625"/>
                    <a:pt x="314" y="630"/>
                  </a:cubicBezTo>
                  <a:cubicBezTo>
                    <a:pt x="369" y="637"/>
                    <a:pt x="425" y="639"/>
                    <a:pt x="480" y="650"/>
                  </a:cubicBezTo>
                  <a:cubicBezTo>
                    <a:pt x="534" y="660"/>
                    <a:pt x="598" y="666"/>
                    <a:pt x="654" y="658"/>
                  </a:cubicBezTo>
                  <a:cubicBezTo>
                    <a:pt x="711" y="651"/>
                    <a:pt x="820" y="629"/>
                    <a:pt x="838" y="562"/>
                  </a:cubicBezTo>
                  <a:cubicBezTo>
                    <a:pt x="758" y="529"/>
                    <a:pt x="681" y="558"/>
                    <a:pt x="599" y="552"/>
                  </a:cubicBezTo>
                  <a:cubicBezTo>
                    <a:pt x="559" y="549"/>
                    <a:pt x="516" y="539"/>
                    <a:pt x="484" y="514"/>
                  </a:cubicBezTo>
                  <a:cubicBezTo>
                    <a:pt x="450" y="486"/>
                    <a:pt x="448" y="447"/>
                    <a:pt x="426" y="412"/>
                  </a:cubicBezTo>
                  <a:cubicBezTo>
                    <a:pt x="397" y="363"/>
                    <a:pt x="333" y="324"/>
                    <a:pt x="289" y="288"/>
                  </a:cubicBezTo>
                  <a:cubicBezTo>
                    <a:pt x="251" y="258"/>
                    <a:pt x="213" y="225"/>
                    <a:pt x="172" y="200"/>
                  </a:cubicBezTo>
                  <a:cubicBezTo>
                    <a:pt x="125" y="171"/>
                    <a:pt x="69" y="165"/>
                    <a:pt x="56" y="106"/>
                  </a:cubicBezTo>
                  <a:cubicBezTo>
                    <a:pt x="50" y="81"/>
                    <a:pt x="54" y="54"/>
                    <a:pt x="39" y="34"/>
                  </a:cubicBezTo>
                  <a:cubicBezTo>
                    <a:pt x="32" y="26"/>
                    <a:pt x="16" y="4"/>
                    <a:pt x="8" y="0"/>
                  </a:cubicBezTo>
                </a:path>
              </a:pathLst>
            </a:custGeom>
            <a:solidFill>
              <a:srgbClr val="E5D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315">
              <a:extLst>
                <a:ext uri="{FF2B5EF4-FFF2-40B4-BE49-F238E27FC236}">
                  <a16:creationId xmlns:a16="http://schemas.microsoft.com/office/drawing/2014/main" id="{058585FE-CD52-488C-A43D-0332A7A98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128"/>
              <a:ext cx="192" cy="569"/>
            </a:xfrm>
            <a:custGeom>
              <a:avLst/>
              <a:gdLst>
                <a:gd name="T0" fmla="*/ 177 w 188"/>
                <a:gd name="T1" fmla="*/ 11 h 522"/>
                <a:gd name="T2" fmla="*/ 150 w 188"/>
                <a:gd name="T3" fmla="*/ 171 h 522"/>
                <a:gd name="T4" fmla="*/ 144 w 188"/>
                <a:gd name="T5" fmla="*/ 325 h 522"/>
                <a:gd name="T6" fmla="*/ 165 w 188"/>
                <a:gd name="T7" fmla="*/ 404 h 522"/>
                <a:gd name="T8" fmla="*/ 191 w 188"/>
                <a:gd name="T9" fmla="*/ 448 h 522"/>
                <a:gd name="T10" fmla="*/ 135 w 188"/>
                <a:gd name="T11" fmla="*/ 578 h 522"/>
                <a:gd name="T12" fmla="*/ 70 w 188"/>
                <a:gd name="T13" fmla="*/ 639 h 522"/>
                <a:gd name="T14" fmla="*/ 0 w 188"/>
                <a:gd name="T15" fmla="*/ 674 h 522"/>
                <a:gd name="T16" fmla="*/ 39 w 188"/>
                <a:gd name="T17" fmla="*/ 628 h 522"/>
                <a:gd name="T18" fmla="*/ 101 w 188"/>
                <a:gd name="T19" fmla="*/ 552 h 522"/>
                <a:gd name="T20" fmla="*/ 108 w 188"/>
                <a:gd name="T21" fmla="*/ 444 h 522"/>
                <a:gd name="T22" fmla="*/ 97 w 188"/>
                <a:gd name="T23" fmla="*/ 322 h 522"/>
                <a:gd name="T24" fmla="*/ 148 w 188"/>
                <a:gd name="T25" fmla="*/ 110 h 522"/>
                <a:gd name="T26" fmla="*/ 174 w 188"/>
                <a:gd name="T27" fmla="*/ 0 h 5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8" h="522">
                  <a:moveTo>
                    <a:pt x="165" y="8"/>
                  </a:moveTo>
                  <a:cubicBezTo>
                    <a:pt x="169" y="9"/>
                    <a:pt x="146" y="115"/>
                    <a:pt x="141" y="132"/>
                  </a:cubicBezTo>
                  <a:cubicBezTo>
                    <a:pt x="131" y="170"/>
                    <a:pt x="127" y="211"/>
                    <a:pt x="135" y="250"/>
                  </a:cubicBezTo>
                  <a:cubicBezTo>
                    <a:pt x="139" y="273"/>
                    <a:pt x="143" y="293"/>
                    <a:pt x="156" y="312"/>
                  </a:cubicBezTo>
                  <a:cubicBezTo>
                    <a:pt x="163" y="323"/>
                    <a:pt x="175" y="333"/>
                    <a:pt x="179" y="346"/>
                  </a:cubicBezTo>
                  <a:cubicBezTo>
                    <a:pt x="188" y="374"/>
                    <a:pt x="148" y="427"/>
                    <a:pt x="126" y="446"/>
                  </a:cubicBezTo>
                  <a:cubicBezTo>
                    <a:pt x="107" y="462"/>
                    <a:pt x="89" y="483"/>
                    <a:pt x="67" y="494"/>
                  </a:cubicBezTo>
                  <a:cubicBezTo>
                    <a:pt x="45" y="505"/>
                    <a:pt x="25" y="522"/>
                    <a:pt x="0" y="520"/>
                  </a:cubicBezTo>
                  <a:cubicBezTo>
                    <a:pt x="14" y="513"/>
                    <a:pt x="23" y="495"/>
                    <a:pt x="36" y="484"/>
                  </a:cubicBezTo>
                  <a:cubicBezTo>
                    <a:pt x="57" y="465"/>
                    <a:pt x="79" y="451"/>
                    <a:pt x="95" y="426"/>
                  </a:cubicBezTo>
                  <a:cubicBezTo>
                    <a:pt x="111" y="400"/>
                    <a:pt x="111" y="372"/>
                    <a:pt x="102" y="342"/>
                  </a:cubicBezTo>
                  <a:cubicBezTo>
                    <a:pt x="92" y="311"/>
                    <a:pt x="86" y="284"/>
                    <a:pt x="91" y="249"/>
                  </a:cubicBezTo>
                  <a:cubicBezTo>
                    <a:pt x="99" y="196"/>
                    <a:pt x="117" y="135"/>
                    <a:pt x="139" y="85"/>
                  </a:cubicBezTo>
                  <a:cubicBezTo>
                    <a:pt x="152" y="56"/>
                    <a:pt x="162" y="32"/>
                    <a:pt x="163" y="0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316">
              <a:extLst>
                <a:ext uri="{FF2B5EF4-FFF2-40B4-BE49-F238E27FC236}">
                  <a16:creationId xmlns:a16="http://schemas.microsoft.com/office/drawing/2014/main" id="{CBCE9B7A-CC1C-437E-B62D-BE180FAF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626"/>
              <a:ext cx="545" cy="212"/>
            </a:xfrm>
            <a:custGeom>
              <a:avLst/>
              <a:gdLst>
                <a:gd name="T0" fmla="*/ 0 w 534"/>
                <a:gd name="T1" fmla="*/ 45 h 195"/>
                <a:gd name="T2" fmla="*/ 107 w 534"/>
                <a:gd name="T3" fmla="*/ 57 h 195"/>
                <a:gd name="T4" fmla="*/ 567 w 534"/>
                <a:gd name="T5" fmla="*/ 250 h 195"/>
                <a:gd name="T6" fmla="*/ 172 w 534"/>
                <a:gd name="T7" fmla="*/ 53 h 195"/>
                <a:gd name="T8" fmla="*/ 0 w 534"/>
                <a:gd name="T9" fmla="*/ 45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4" h="195">
                  <a:moveTo>
                    <a:pt x="0" y="35"/>
                  </a:moveTo>
                  <a:cubicBezTo>
                    <a:pt x="0" y="35"/>
                    <a:pt x="65" y="53"/>
                    <a:pt x="101" y="44"/>
                  </a:cubicBezTo>
                  <a:cubicBezTo>
                    <a:pt x="136" y="35"/>
                    <a:pt x="289" y="167"/>
                    <a:pt x="534" y="195"/>
                  </a:cubicBezTo>
                  <a:cubicBezTo>
                    <a:pt x="534" y="195"/>
                    <a:pt x="227" y="99"/>
                    <a:pt x="163" y="41"/>
                  </a:cubicBezTo>
                  <a:cubicBezTo>
                    <a:pt x="119" y="0"/>
                    <a:pt x="104" y="44"/>
                    <a:pt x="0" y="35"/>
                  </a:cubicBezTo>
                  <a:close/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317">
              <a:extLst>
                <a:ext uri="{FF2B5EF4-FFF2-40B4-BE49-F238E27FC236}">
                  <a16:creationId xmlns:a16="http://schemas.microsoft.com/office/drawing/2014/main" id="{F1B85FF9-1D78-4CAE-86FC-CC8FE3799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507"/>
              <a:ext cx="280" cy="182"/>
            </a:xfrm>
            <a:custGeom>
              <a:avLst/>
              <a:gdLst>
                <a:gd name="T0" fmla="*/ 0 w 274"/>
                <a:gd name="T1" fmla="*/ 215 h 167"/>
                <a:gd name="T2" fmla="*/ 62 w 274"/>
                <a:gd name="T3" fmla="*/ 201 h 167"/>
                <a:gd name="T4" fmla="*/ 101 w 274"/>
                <a:gd name="T5" fmla="*/ 174 h 167"/>
                <a:gd name="T6" fmla="*/ 156 w 274"/>
                <a:gd name="T7" fmla="*/ 117 h 167"/>
                <a:gd name="T8" fmla="*/ 274 w 274"/>
                <a:gd name="T9" fmla="*/ 85 h 167"/>
                <a:gd name="T10" fmla="*/ 270 w 274"/>
                <a:gd name="T11" fmla="*/ 51 h 167"/>
                <a:gd name="T12" fmla="*/ 217 w 274"/>
                <a:gd name="T13" fmla="*/ 75 h 167"/>
                <a:gd name="T14" fmla="*/ 180 w 274"/>
                <a:gd name="T15" fmla="*/ 72 h 167"/>
                <a:gd name="T16" fmla="*/ 174 w 274"/>
                <a:gd name="T17" fmla="*/ 34 h 167"/>
                <a:gd name="T18" fmla="*/ 162 w 274"/>
                <a:gd name="T19" fmla="*/ 3 h 167"/>
                <a:gd name="T20" fmla="*/ 146 w 274"/>
                <a:gd name="T21" fmla="*/ 41 h 167"/>
                <a:gd name="T22" fmla="*/ 118 w 274"/>
                <a:gd name="T23" fmla="*/ 90 h 167"/>
                <a:gd name="T24" fmla="*/ 78 w 274"/>
                <a:gd name="T25" fmla="*/ 135 h 167"/>
                <a:gd name="T26" fmla="*/ 22 w 274"/>
                <a:gd name="T27" fmla="*/ 187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4" h="167">
                  <a:moveTo>
                    <a:pt x="0" y="166"/>
                  </a:moveTo>
                  <a:cubicBezTo>
                    <a:pt x="18" y="167"/>
                    <a:pt x="41" y="161"/>
                    <a:pt x="59" y="155"/>
                  </a:cubicBezTo>
                  <a:cubicBezTo>
                    <a:pt x="72" y="150"/>
                    <a:pt x="83" y="144"/>
                    <a:pt x="95" y="135"/>
                  </a:cubicBezTo>
                  <a:cubicBezTo>
                    <a:pt x="114" y="121"/>
                    <a:pt x="128" y="103"/>
                    <a:pt x="147" y="90"/>
                  </a:cubicBezTo>
                  <a:cubicBezTo>
                    <a:pt x="180" y="66"/>
                    <a:pt x="221" y="81"/>
                    <a:pt x="256" y="66"/>
                  </a:cubicBezTo>
                  <a:cubicBezTo>
                    <a:pt x="274" y="59"/>
                    <a:pt x="265" y="47"/>
                    <a:pt x="252" y="39"/>
                  </a:cubicBezTo>
                  <a:cubicBezTo>
                    <a:pt x="264" y="56"/>
                    <a:pt x="212" y="58"/>
                    <a:pt x="203" y="58"/>
                  </a:cubicBezTo>
                  <a:cubicBezTo>
                    <a:pt x="194" y="58"/>
                    <a:pt x="176" y="62"/>
                    <a:pt x="168" y="56"/>
                  </a:cubicBezTo>
                  <a:cubicBezTo>
                    <a:pt x="162" y="50"/>
                    <a:pt x="163" y="34"/>
                    <a:pt x="162" y="26"/>
                  </a:cubicBezTo>
                  <a:cubicBezTo>
                    <a:pt x="162" y="21"/>
                    <a:pt x="161" y="0"/>
                    <a:pt x="153" y="3"/>
                  </a:cubicBezTo>
                  <a:cubicBezTo>
                    <a:pt x="148" y="5"/>
                    <a:pt x="140" y="27"/>
                    <a:pt x="137" y="32"/>
                  </a:cubicBezTo>
                  <a:cubicBezTo>
                    <a:pt x="130" y="45"/>
                    <a:pt x="122" y="59"/>
                    <a:pt x="111" y="70"/>
                  </a:cubicBezTo>
                  <a:cubicBezTo>
                    <a:pt x="99" y="82"/>
                    <a:pt x="85" y="93"/>
                    <a:pt x="72" y="105"/>
                  </a:cubicBezTo>
                  <a:cubicBezTo>
                    <a:pt x="56" y="120"/>
                    <a:pt x="41" y="134"/>
                    <a:pt x="22" y="145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sack-of-red-spice-powder">
            <a:extLst>
              <a:ext uri="{FF2B5EF4-FFF2-40B4-BE49-F238E27FC236}">
                <a16:creationId xmlns:a16="http://schemas.microsoft.com/office/drawing/2014/main" id="{F161BD2C-5AFD-45EE-874F-6CC992F5A45E}"/>
              </a:ext>
            </a:extLst>
          </p:cNvPr>
          <p:cNvGrpSpPr>
            <a:grpSpLocks/>
          </p:cNvGrpSpPr>
          <p:nvPr/>
        </p:nvGrpSpPr>
        <p:grpSpPr bwMode="auto">
          <a:xfrm>
            <a:off x="2568575" y="3779838"/>
            <a:ext cx="2174875" cy="2551112"/>
            <a:chOff x="658" y="2381"/>
            <a:chExt cx="1370" cy="1607"/>
          </a:xfrm>
        </p:grpSpPr>
        <p:sp>
          <p:nvSpPr>
            <p:cNvPr id="38104" name="Freeform 319">
              <a:extLst>
                <a:ext uri="{FF2B5EF4-FFF2-40B4-BE49-F238E27FC236}">
                  <a16:creationId xmlns:a16="http://schemas.microsoft.com/office/drawing/2014/main" id="{FB5A5736-BADB-4763-B23E-BD2896A9B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435"/>
              <a:ext cx="1370" cy="1553"/>
            </a:xfrm>
            <a:custGeom>
              <a:avLst/>
              <a:gdLst>
                <a:gd name="T0" fmla="*/ 698 w 1343"/>
                <a:gd name="T1" fmla="*/ 0 h 1427"/>
                <a:gd name="T2" fmla="*/ 176 w 1343"/>
                <a:gd name="T3" fmla="*/ 257 h 1427"/>
                <a:gd name="T4" fmla="*/ 136 w 1343"/>
                <a:gd name="T5" fmla="*/ 586 h 1427"/>
                <a:gd name="T6" fmla="*/ 125 w 1343"/>
                <a:gd name="T7" fmla="*/ 674 h 1427"/>
                <a:gd name="T8" fmla="*/ 123 w 1343"/>
                <a:gd name="T9" fmla="*/ 808 h 1427"/>
                <a:gd name="T10" fmla="*/ 117 w 1343"/>
                <a:gd name="T11" fmla="*/ 1148 h 1427"/>
                <a:gd name="T12" fmla="*/ 45 w 1343"/>
                <a:gd name="T13" fmla="*/ 1434 h 1427"/>
                <a:gd name="T14" fmla="*/ 106 w 1343"/>
                <a:gd name="T15" fmla="*/ 1479 h 1427"/>
                <a:gd name="T16" fmla="*/ 267 w 1343"/>
                <a:gd name="T17" fmla="*/ 1538 h 1427"/>
                <a:gd name="T18" fmla="*/ 1199 w 1343"/>
                <a:gd name="T19" fmla="*/ 1457 h 1427"/>
                <a:gd name="T20" fmla="*/ 1302 w 1343"/>
                <a:gd name="T21" fmla="*/ 1381 h 1427"/>
                <a:gd name="T22" fmla="*/ 1375 w 1343"/>
                <a:gd name="T23" fmla="*/ 1319 h 1427"/>
                <a:gd name="T24" fmla="*/ 1266 w 1343"/>
                <a:gd name="T25" fmla="*/ 1126 h 1427"/>
                <a:gd name="T26" fmla="*/ 1252 w 1343"/>
                <a:gd name="T27" fmla="*/ 604 h 1427"/>
                <a:gd name="T28" fmla="*/ 1270 w 1343"/>
                <a:gd name="T29" fmla="*/ 542 h 1427"/>
                <a:gd name="T30" fmla="*/ 1306 w 1343"/>
                <a:gd name="T31" fmla="*/ 384 h 1427"/>
                <a:gd name="T32" fmla="*/ 1078 w 1343"/>
                <a:gd name="T33" fmla="*/ 98 h 1427"/>
                <a:gd name="T34" fmla="*/ 698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8" y="0"/>
                  </a:moveTo>
                  <a:cubicBezTo>
                    <a:pt x="658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2" y="661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5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1"/>
                    <a:pt x="1016" y="76"/>
                  </a:cubicBezTo>
                  <a:cubicBezTo>
                    <a:pt x="885" y="20"/>
                    <a:pt x="876" y="20"/>
                    <a:pt x="658" y="0"/>
                  </a:cubicBezTo>
                  <a:close/>
                </a:path>
              </a:pathLst>
            </a:custGeom>
            <a:solidFill>
              <a:srgbClr val="DFC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320">
              <a:extLst>
                <a:ext uri="{FF2B5EF4-FFF2-40B4-BE49-F238E27FC236}">
                  <a16:creationId xmlns:a16="http://schemas.microsoft.com/office/drawing/2014/main" id="{B538D477-A611-4CC6-847B-65C943A87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435"/>
              <a:ext cx="1370" cy="1553"/>
            </a:xfrm>
            <a:custGeom>
              <a:avLst/>
              <a:gdLst>
                <a:gd name="T0" fmla="*/ 698 w 1343"/>
                <a:gd name="T1" fmla="*/ 0 h 1427"/>
                <a:gd name="T2" fmla="*/ 176 w 1343"/>
                <a:gd name="T3" fmla="*/ 257 h 1427"/>
                <a:gd name="T4" fmla="*/ 136 w 1343"/>
                <a:gd name="T5" fmla="*/ 586 h 1427"/>
                <a:gd name="T6" fmla="*/ 125 w 1343"/>
                <a:gd name="T7" fmla="*/ 674 h 1427"/>
                <a:gd name="T8" fmla="*/ 123 w 1343"/>
                <a:gd name="T9" fmla="*/ 808 h 1427"/>
                <a:gd name="T10" fmla="*/ 117 w 1343"/>
                <a:gd name="T11" fmla="*/ 1148 h 1427"/>
                <a:gd name="T12" fmla="*/ 45 w 1343"/>
                <a:gd name="T13" fmla="*/ 1434 h 1427"/>
                <a:gd name="T14" fmla="*/ 106 w 1343"/>
                <a:gd name="T15" fmla="*/ 1479 h 1427"/>
                <a:gd name="T16" fmla="*/ 267 w 1343"/>
                <a:gd name="T17" fmla="*/ 1538 h 1427"/>
                <a:gd name="T18" fmla="*/ 1199 w 1343"/>
                <a:gd name="T19" fmla="*/ 1457 h 1427"/>
                <a:gd name="T20" fmla="*/ 1302 w 1343"/>
                <a:gd name="T21" fmla="*/ 1381 h 1427"/>
                <a:gd name="T22" fmla="*/ 1375 w 1343"/>
                <a:gd name="T23" fmla="*/ 1319 h 1427"/>
                <a:gd name="T24" fmla="*/ 1266 w 1343"/>
                <a:gd name="T25" fmla="*/ 1126 h 1427"/>
                <a:gd name="T26" fmla="*/ 1252 w 1343"/>
                <a:gd name="T27" fmla="*/ 604 h 1427"/>
                <a:gd name="T28" fmla="*/ 1270 w 1343"/>
                <a:gd name="T29" fmla="*/ 542 h 1427"/>
                <a:gd name="T30" fmla="*/ 1306 w 1343"/>
                <a:gd name="T31" fmla="*/ 384 h 1427"/>
                <a:gd name="T32" fmla="*/ 1078 w 1343"/>
                <a:gd name="T33" fmla="*/ 98 h 1427"/>
                <a:gd name="T34" fmla="*/ 698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8" y="0"/>
                  </a:moveTo>
                  <a:cubicBezTo>
                    <a:pt x="658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2" y="661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5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1"/>
                    <a:pt x="1016" y="76"/>
                  </a:cubicBezTo>
                  <a:cubicBezTo>
                    <a:pt x="885" y="20"/>
                    <a:pt x="876" y="20"/>
                    <a:pt x="658" y="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321">
              <a:extLst>
                <a:ext uri="{FF2B5EF4-FFF2-40B4-BE49-F238E27FC236}">
                  <a16:creationId xmlns:a16="http://schemas.microsoft.com/office/drawing/2014/main" id="{73CD6315-1106-4103-9CB1-F783F6606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381"/>
              <a:ext cx="903" cy="587"/>
            </a:xfrm>
            <a:custGeom>
              <a:avLst/>
              <a:gdLst>
                <a:gd name="T0" fmla="*/ 466 w 885"/>
                <a:gd name="T1" fmla="*/ 2 h 539"/>
                <a:gd name="T2" fmla="*/ 320 w 885"/>
                <a:gd name="T3" fmla="*/ 103 h 539"/>
                <a:gd name="T4" fmla="*/ 41 w 885"/>
                <a:gd name="T5" fmla="*/ 386 h 539"/>
                <a:gd name="T6" fmla="*/ 7 w 885"/>
                <a:gd name="T7" fmla="*/ 475 h 539"/>
                <a:gd name="T8" fmla="*/ 92 w 885"/>
                <a:gd name="T9" fmla="*/ 629 h 539"/>
                <a:gd name="T10" fmla="*/ 271 w 885"/>
                <a:gd name="T11" fmla="*/ 664 h 539"/>
                <a:gd name="T12" fmla="*/ 492 w 885"/>
                <a:gd name="T13" fmla="*/ 682 h 539"/>
                <a:gd name="T14" fmla="*/ 674 w 885"/>
                <a:gd name="T15" fmla="*/ 636 h 539"/>
                <a:gd name="T16" fmla="*/ 894 w 885"/>
                <a:gd name="T17" fmla="*/ 562 h 539"/>
                <a:gd name="T18" fmla="*/ 940 w 885"/>
                <a:gd name="T19" fmla="*/ 331 h 539"/>
                <a:gd name="T20" fmla="*/ 863 w 885"/>
                <a:gd name="T21" fmla="*/ 289 h 539"/>
                <a:gd name="T22" fmla="*/ 609 w 885"/>
                <a:gd name="T23" fmla="*/ 81 h 539"/>
                <a:gd name="T24" fmla="*/ 466 w 885"/>
                <a:gd name="T25" fmla="*/ 2 h 5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39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9" y="109"/>
                    <a:pt x="66" y="267"/>
                    <a:pt x="38" y="298"/>
                  </a:cubicBezTo>
                  <a:cubicBezTo>
                    <a:pt x="11" y="329"/>
                    <a:pt x="0" y="351"/>
                    <a:pt x="7" y="367"/>
                  </a:cubicBezTo>
                  <a:cubicBezTo>
                    <a:pt x="15" y="384"/>
                    <a:pt x="22" y="453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4" y="523"/>
                    <a:pt x="408" y="539"/>
                    <a:pt x="463" y="528"/>
                  </a:cubicBezTo>
                  <a:cubicBezTo>
                    <a:pt x="518" y="517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solidFill>
              <a:srgbClr val="E95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322">
              <a:extLst>
                <a:ext uri="{FF2B5EF4-FFF2-40B4-BE49-F238E27FC236}">
                  <a16:creationId xmlns:a16="http://schemas.microsoft.com/office/drawing/2014/main" id="{699BC2AE-82CD-428E-8F22-7B872829B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490"/>
              <a:ext cx="190" cy="260"/>
            </a:xfrm>
            <a:custGeom>
              <a:avLst/>
              <a:gdLst>
                <a:gd name="T0" fmla="*/ 0 w 186"/>
                <a:gd name="T1" fmla="*/ 5 h 239"/>
                <a:gd name="T2" fmla="*/ 118 w 186"/>
                <a:gd name="T3" fmla="*/ 287 h 239"/>
                <a:gd name="T4" fmla="*/ 177 w 186"/>
                <a:gd name="T5" fmla="*/ 284 h 239"/>
                <a:gd name="T6" fmla="*/ 150 w 186"/>
                <a:gd name="T7" fmla="*/ 219 h 239"/>
                <a:gd name="T8" fmla="*/ 66 w 186"/>
                <a:gd name="T9" fmla="*/ 120 h 239"/>
                <a:gd name="T10" fmla="*/ 20 w 186"/>
                <a:gd name="T11" fmla="*/ 18 h 239"/>
                <a:gd name="T12" fmla="*/ 0 w 186"/>
                <a:gd name="T13" fmla="*/ 0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39">
                  <a:moveTo>
                    <a:pt x="0" y="5"/>
                  </a:moveTo>
                  <a:cubicBezTo>
                    <a:pt x="5" y="88"/>
                    <a:pt x="25" y="186"/>
                    <a:pt x="112" y="223"/>
                  </a:cubicBezTo>
                  <a:cubicBezTo>
                    <a:pt x="129" y="231"/>
                    <a:pt x="150" y="239"/>
                    <a:pt x="165" y="221"/>
                  </a:cubicBezTo>
                  <a:cubicBezTo>
                    <a:pt x="186" y="195"/>
                    <a:pt x="160" y="183"/>
                    <a:pt x="141" y="170"/>
                  </a:cubicBezTo>
                  <a:cubicBezTo>
                    <a:pt x="110" y="147"/>
                    <a:pt x="86" y="124"/>
                    <a:pt x="63" y="93"/>
                  </a:cubicBezTo>
                  <a:cubicBezTo>
                    <a:pt x="46" y="69"/>
                    <a:pt x="39" y="37"/>
                    <a:pt x="20" y="15"/>
                  </a:cubicBezTo>
                  <a:cubicBezTo>
                    <a:pt x="13" y="7"/>
                    <a:pt x="12" y="2"/>
                    <a:pt x="0" y="0"/>
                  </a:cubicBezTo>
                </a:path>
              </a:pathLst>
            </a:custGeom>
            <a:solidFill>
              <a:srgbClr val="E64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323">
              <a:extLst>
                <a:ext uri="{FF2B5EF4-FFF2-40B4-BE49-F238E27FC236}">
                  <a16:creationId xmlns:a16="http://schemas.microsoft.com/office/drawing/2014/main" id="{AD37BCC5-6DE1-45DC-AF7C-043D0F8C4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418"/>
              <a:ext cx="318" cy="345"/>
            </a:xfrm>
            <a:custGeom>
              <a:avLst/>
              <a:gdLst>
                <a:gd name="T0" fmla="*/ 258 w 311"/>
                <a:gd name="T1" fmla="*/ 32 h 317"/>
                <a:gd name="T2" fmla="*/ 312 w 311"/>
                <a:gd name="T3" fmla="*/ 14 h 317"/>
                <a:gd name="T4" fmla="*/ 321 w 311"/>
                <a:gd name="T5" fmla="*/ 106 h 317"/>
                <a:gd name="T6" fmla="*/ 223 w 311"/>
                <a:gd name="T7" fmla="*/ 294 h 317"/>
                <a:gd name="T8" fmla="*/ 146 w 311"/>
                <a:gd name="T9" fmla="*/ 355 h 317"/>
                <a:gd name="T10" fmla="*/ 50 w 311"/>
                <a:gd name="T11" fmla="*/ 394 h 317"/>
                <a:gd name="T12" fmla="*/ 12 w 311"/>
                <a:gd name="T13" fmla="*/ 406 h 317"/>
                <a:gd name="T14" fmla="*/ 6 w 311"/>
                <a:gd name="T15" fmla="*/ 386 h 317"/>
                <a:gd name="T16" fmla="*/ 33 w 311"/>
                <a:gd name="T17" fmla="*/ 374 h 317"/>
                <a:gd name="T18" fmla="*/ 73 w 311"/>
                <a:gd name="T19" fmla="*/ 352 h 317"/>
                <a:gd name="T20" fmla="*/ 99 w 311"/>
                <a:gd name="T21" fmla="*/ 326 h 317"/>
                <a:gd name="T22" fmla="*/ 139 w 311"/>
                <a:gd name="T23" fmla="*/ 292 h 317"/>
                <a:gd name="T24" fmla="*/ 215 w 311"/>
                <a:gd name="T25" fmla="*/ 189 h 317"/>
                <a:gd name="T26" fmla="*/ 232 w 311"/>
                <a:gd name="T27" fmla="*/ 113 h 317"/>
                <a:gd name="T28" fmla="*/ 243 w 311"/>
                <a:gd name="T29" fmla="*/ 66 h 317"/>
                <a:gd name="T30" fmla="*/ 257 w 311"/>
                <a:gd name="T31" fmla="*/ 30 h 3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1" h="317">
                  <a:moveTo>
                    <a:pt x="241" y="25"/>
                  </a:moveTo>
                  <a:cubicBezTo>
                    <a:pt x="253" y="15"/>
                    <a:pt x="275" y="0"/>
                    <a:pt x="291" y="11"/>
                  </a:cubicBezTo>
                  <a:cubicBezTo>
                    <a:pt x="311" y="25"/>
                    <a:pt x="306" y="62"/>
                    <a:pt x="300" y="82"/>
                  </a:cubicBezTo>
                  <a:cubicBezTo>
                    <a:pt x="285" y="139"/>
                    <a:pt x="252" y="189"/>
                    <a:pt x="208" y="228"/>
                  </a:cubicBezTo>
                  <a:cubicBezTo>
                    <a:pt x="187" y="247"/>
                    <a:pt x="162" y="264"/>
                    <a:pt x="137" y="276"/>
                  </a:cubicBezTo>
                  <a:cubicBezTo>
                    <a:pt x="108" y="290"/>
                    <a:pt x="78" y="297"/>
                    <a:pt x="47" y="306"/>
                  </a:cubicBezTo>
                  <a:cubicBezTo>
                    <a:pt x="37" y="309"/>
                    <a:pt x="22" y="317"/>
                    <a:pt x="12" y="315"/>
                  </a:cubicBezTo>
                  <a:cubicBezTo>
                    <a:pt x="3" y="314"/>
                    <a:pt x="0" y="306"/>
                    <a:pt x="6" y="300"/>
                  </a:cubicBezTo>
                  <a:cubicBezTo>
                    <a:pt x="11" y="294"/>
                    <a:pt x="23" y="293"/>
                    <a:pt x="30" y="290"/>
                  </a:cubicBezTo>
                  <a:cubicBezTo>
                    <a:pt x="42" y="285"/>
                    <a:pt x="55" y="279"/>
                    <a:pt x="67" y="273"/>
                  </a:cubicBezTo>
                  <a:cubicBezTo>
                    <a:pt x="77" y="268"/>
                    <a:pt x="85" y="261"/>
                    <a:pt x="93" y="254"/>
                  </a:cubicBezTo>
                  <a:cubicBezTo>
                    <a:pt x="105" y="244"/>
                    <a:pt x="118" y="236"/>
                    <a:pt x="130" y="226"/>
                  </a:cubicBezTo>
                  <a:cubicBezTo>
                    <a:pt x="155" y="202"/>
                    <a:pt x="185" y="179"/>
                    <a:pt x="200" y="147"/>
                  </a:cubicBezTo>
                  <a:cubicBezTo>
                    <a:pt x="208" y="129"/>
                    <a:pt x="213" y="108"/>
                    <a:pt x="217" y="88"/>
                  </a:cubicBezTo>
                  <a:cubicBezTo>
                    <a:pt x="220" y="75"/>
                    <a:pt x="223" y="63"/>
                    <a:pt x="228" y="51"/>
                  </a:cubicBezTo>
                  <a:cubicBezTo>
                    <a:pt x="232" y="42"/>
                    <a:pt x="238" y="31"/>
                    <a:pt x="240" y="24"/>
                  </a:cubicBezTo>
                </a:path>
              </a:pathLst>
            </a:custGeom>
            <a:solidFill>
              <a:srgbClr val="E64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324">
              <a:extLst>
                <a:ext uri="{FF2B5EF4-FFF2-40B4-BE49-F238E27FC236}">
                  <a16:creationId xmlns:a16="http://schemas.microsoft.com/office/drawing/2014/main" id="{1970C89B-90E8-41A3-82A4-F6345C2CD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386"/>
              <a:ext cx="317" cy="179"/>
            </a:xfrm>
            <a:custGeom>
              <a:avLst/>
              <a:gdLst>
                <a:gd name="T0" fmla="*/ 0 w 311"/>
                <a:gd name="T1" fmla="*/ 17 h 165"/>
                <a:gd name="T2" fmla="*/ 54 w 311"/>
                <a:gd name="T3" fmla="*/ 4 h 165"/>
                <a:gd name="T4" fmla="*/ 157 w 311"/>
                <a:gd name="T5" fmla="*/ 74 h 165"/>
                <a:gd name="T6" fmla="*/ 329 w 311"/>
                <a:gd name="T7" fmla="*/ 210 h 165"/>
                <a:gd name="T8" fmla="*/ 120 w 311"/>
                <a:gd name="T9" fmla="*/ 65 h 165"/>
                <a:gd name="T10" fmla="*/ 0 w 311"/>
                <a:gd name="T11" fmla="*/ 17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165">
                  <a:moveTo>
                    <a:pt x="0" y="14"/>
                  </a:moveTo>
                  <a:cubicBezTo>
                    <a:pt x="0" y="14"/>
                    <a:pt x="19" y="0"/>
                    <a:pt x="51" y="4"/>
                  </a:cubicBezTo>
                  <a:cubicBezTo>
                    <a:pt x="82" y="9"/>
                    <a:pt x="116" y="32"/>
                    <a:pt x="148" y="58"/>
                  </a:cubicBezTo>
                  <a:cubicBezTo>
                    <a:pt x="179" y="84"/>
                    <a:pt x="311" y="165"/>
                    <a:pt x="311" y="165"/>
                  </a:cubicBezTo>
                  <a:cubicBezTo>
                    <a:pt x="311" y="165"/>
                    <a:pt x="140" y="78"/>
                    <a:pt x="114" y="51"/>
                  </a:cubicBezTo>
                  <a:cubicBezTo>
                    <a:pt x="88" y="24"/>
                    <a:pt x="45" y="0"/>
                    <a:pt x="0" y="14"/>
                  </a:cubicBezTo>
                  <a:close/>
                </a:path>
              </a:pathLst>
            </a:cu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325">
              <a:extLst>
                <a:ext uri="{FF2B5EF4-FFF2-40B4-BE49-F238E27FC236}">
                  <a16:creationId xmlns:a16="http://schemas.microsoft.com/office/drawing/2014/main" id="{013E5365-BF03-4389-93E7-8FC4F0889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401"/>
              <a:ext cx="71" cy="178"/>
            </a:xfrm>
            <a:custGeom>
              <a:avLst/>
              <a:gdLst>
                <a:gd name="T0" fmla="*/ 0 w 70"/>
                <a:gd name="T1" fmla="*/ 9 h 164"/>
                <a:gd name="T2" fmla="*/ 31 w 70"/>
                <a:gd name="T3" fmla="*/ 12 h 164"/>
                <a:gd name="T4" fmla="*/ 57 w 70"/>
                <a:gd name="T5" fmla="*/ 54 h 164"/>
                <a:gd name="T6" fmla="*/ 56 w 70"/>
                <a:gd name="T7" fmla="*/ 125 h 164"/>
                <a:gd name="T8" fmla="*/ 31 w 70"/>
                <a:gd name="T9" fmla="*/ 209 h 164"/>
                <a:gd name="T10" fmla="*/ 54 w 70"/>
                <a:gd name="T11" fmla="*/ 163 h 164"/>
                <a:gd name="T12" fmla="*/ 66 w 70"/>
                <a:gd name="T13" fmla="*/ 114 h 164"/>
                <a:gd name="T14" fmla="*/ 65 w 70"/>
                <a:gd name="T15" fmla="*/ 37 h 164"/>
                <a:gd name="T16" fmla="*/ 33 w 70"/>
                <a:gd name="T17" fmla="*/ 2 h 164"/>
                <a:gd name="T18" fmla="*/ 5 w 70"/>
                <a:gd name="T19" fmla="*/ 5 h 1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164">
                  <a:moveTo>
                    <a:pt x="0" y="6"/>
                  </a:moveTo>
                  <a:cubicBezTo>
                    <a:pt x="12" y="7"/>
                    <a:pt x="20" y="4"/>
                    <a:pt x="31" y="9"/>
                  </a:cubicBezTo>
                  <a:cubicBezTo>
                    <a:pt x="45" y="16"/>
                    <a:pt x="50" y="28"/>
                    <a:pt x="54" y="42"/>
                  </a:cubicBezTo>
                  <a:cubicBezTo>
                    <a:pt x="60" y="63"/>
                    <a:pt x="58" y="78"/>
                    <a:pt x="53" y="98"/>
                  </a:cubicBezTo>
                  <a:cubicBezTo>
                    <a:pt x="48" y="119"/>
                    <a:pt x="44" y="146"/>
                    <a:pt x="31" y="164"/>
                  </a:cubicBezTo>
                  <a:cubicBezTo>
                    <a:pt x="36" y="151"/>
                    <a:pt x="46" y="140"/>
                    <a:pt x="51" y="127"/>
                  </a:cubicBezTo>
                  <a:cubicBezTo>
                    <a:pt x="56" y="114"/>
                    <a:pt x="60" y="102"/>
                    <a:pt x="63" y="89"/>
                  </a:cubicBezTo>
                  <a:cubicBezTo>
                    <a:pt x="67" y="69"/>
                    <a:pt x="70" y="48"/>
                    <a:pt x="62" y="29"/>
                  </a:cubicBezTo>
                  <a:cubicBezTo>
                    <a:pt x="57" y="16"/>
                    <a:pt x="47" y="4"/>
                    <a:pt x="33" y="2"/>
                  </a:cubicBezTo>
                  <a:cubicBezTo>
                    <a:pt x="22" y="0"/>
                    <a:pt x="14" y="5"/>
                    <a:pt x="5" y="5"/>
                  </a:cubicBezTo>
                </a:path>
              </a:pathLst>
            </a:cu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326">
              <a:extLst>
                <a:ext uri="{FF2B5EF4-FFF2-40B4-BE49-F238E27FC236}">
                  <a16:creationId xmlns:a16="http://schemas.microsoft.com/office/drawing/2014/main" id="{291B478E-6369-4344-89C8-78D562BE3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2606"/>
              <a:ext cx="141" cy="306"/>
            </a:xfrm>
            <a:custGeom>
              <a:avLst/>
              <a:gdLst>
                <a:gd name="T0" fmla="*/ 147 w 138"/>
                <a:gd name="T1" fmla="*/ 0 h 281"/>
                <a:gd name="T2" fmla="*/ 124 w 138"/>
                <a:gd name="T3" fmla="*/ 28 h 281"/>
                <a:gd name="T4" fmla="*/ 97 w 138"/>
                <a:gd name="T5" fmla="*/ 62 h 281"/>
                <a:gd name="T6" fmla="*/ 66 w 138"/>
                <a:gd name="T7" fmla="*/ 94 h 281"/>
                <a:gd name="T8" fmla="*/ 41 w 138"/>
                <a:gd name="T9" fmla="*/ 122 h 281"/>
                <a:gd name="T10" fmla="*/ 3 w 138"/>
                <a:gd name="T11" fmla="*/ 188 h 281"/>
                <a:gd name="T12" fmla="*/ 11 w 138"/>
                <a:gd name="T13" fmla="*/ 228 h 281"/>
                <a:gd name="T14" fmla="*/ 32 w 138"/>
                <a:gd name="T15" fmla="*/ 280 h 281"/>
                <a:gd name="T16" fmla="*/ 76 w 138"/>
                <a:gd name="T17" fmla="*/ 344 h 281"/>
                <a:gd name="T18" fmla="*/ 102 w 138"/>
                <a:gd name="T19" fmla="*/ 357 h 281"/>
                <a:gd name="T20" fmla="*/ 137 w 138"/>
                <a:gd name="T21" fmla="*/ 359 h 281"/>
                <a:gd name="T22" fmla="*/ 88 w 138"/>
                <a:gd name="T23" fmla="*/ 336 h 281"/>
                <a:gd name="T24" fmla="*/ 62 w 138"/>
                <a:gd name="T25" fmla="*/ 294 h 281"/>
                <a:gd name="T26" fmla="*/ 50 w 138"/>
                <a:gd name="T27" fmla="*/ 274 h 281"/>
                <a:gd name="T28" fmla="*/ 46 w 138"/>
                <a:gd name="T29" fmla="*/ 245 h 281"/>
                <a:gd name="T30" fmla="*/ 36 w 138"/>
                <a:gd name="T31" fmla="*/ 230 h 281"/>
                <a:gd name="T32" fmla="*/ 36 w 138"/>
                <a:gd name="T33" fmla="*/ 217 h 281"/>
                <a:gd name="T34" fmla="*/ 32 w 138"/>
                <a:gd name="T35" fmla="*/ 205 h 281"/>
                <a:gd name="T36" fmla="*/ 47 w 138"/>
                <a:gd name="T37" fmla="*/ 150 h 281"/>
                <a:gd name="T38" fmla="*/ 93 w 138"/>
                <a:gd name="T39" fmla="*/ 89 h 281"/>
                <a:gd name="T40" fmla="*/ 147 w 138"/>
                <a:gd name="T41" fmla="*/ 5 h 2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281">
                  <a:moveTo>
                    <a:pt x="138" y="0"/>
                  </a:moveTo>
                  <a:cubicBezTo>
                    <a:pt x="134" y="8"/>
                    <a:pt x="122" y="15"/>
                    <a:pt x="115" y="22"/>
                  </a:cubicBezTo>
                  <a:cubicBezTo>
                    <a:pt x="106" y="30"/>
                    <a:pt x="99" y="39"/>
                    <a:pt x="91" y="48"/>
                  </a:cubicBezTo>
                  <a:cubicBezTo>
                    <a:pt x="82" y="57"/>
                    <a:pt x="72" y="65"/>
                    <a:pt x="63" y="73"/>
                  </a:cubicBezTo>
                  <a:cubicBezTo>
                    <a:pt x="55" y="81"/>
                    <a:pt x="47" y="88"/>
                    <a:pt x="38" y="95"/>
                  </a:cubicBezTo>
                  <a:cubicBezTo>
                    <a:pt x="23" y="107"/>
                    <a:pt x="7" y="127"/>
                    <a:pt x="3" y="146"/>
                  </a:cubicBezTo>
                  <a:cubicBezTo>
                    <a:pt x="0" y="157"/>
                    <a:pt x="6" y="165"/>
                    <a:pt x="11" y="176"/>
                  </a:cubicBezTo>
                  <a:cubicBezTo>
                    <a:pt x="17" y="189"/>
                    <a:pt x="22" y="203"/>
                    <a:pt x="29" y="217"/>
                  </a:cubicBezTo>
                  <a:cubicBezTo>
                    <a:pt x="37" y="235"/>
                    <a:pt x="53" y="255"/>
                    <a:pt x="70" y="266"/>
                  </a:cubicBezTo>
                  <a:cubicBezTo>
                    <a:pt x="78" y="271"/>
                    <a:pt x="87" y="275"/>
                    <a:pt x="96" y="276"/>
                  </a:cubicBezTo>
                  <a:cubicBezTo>
                    <a:pt x="105" y="278"/>
                    <a:pt x="120" y="273"/>
                    <a:pt x="128" y="278"/>
                  </a:cubicBezTo>
                  <a:cubicBezTo>
                    <a:pt x="115" y="281"/>
                    <a:pt x="93" y="267"/>
                    <a:pt x="82" y="261"/>
                  </a:cubicBezTo>
                  <a:cubicBezTo>
                    <a:pt x="67" y="253"/>
                    <a:pt x="65" y="242"/>
                    <a:pt x="59" y="228"/>
                  </a:cubicBezTo>
                  <a:cubicBezTo>
                    <a:pt x="56" y="221"/>
                    <a:pt x="50" y="218"/>
                    <a:pt x="47" y="212"/>
                  </a:cubicBezTo>
                  <a:cubicBezTo>
                    <a:pt x="43" y="205"/>
                    <a:pt x="46" y="197"/>
                    <a:pt x="43" y="190"/>
                  </a:cubicBezTo>
                  <a:cubicBezTo>
                    <a:pt x="40" y="185"/>
                    <a:pt x="35" y="183"/>
                    <a:pt x="33" y="178"/>
                  </a:cubicBezTo>
                  <a:cubicBezTo>
                    <a:pt x="32" y="175"/>
                    <a:pt x="34" y="171"/>
                    <a:pt x="33" y="168"/>
                  </a:cubicBezTo>
                  <a:cubicBezTo>
                    <a:pt x="32" y="164"/>
                    <a:pt x="30" y="162"/>
                    <a:pt x="29" y="159"/>
                  </a:cubicBezTo>
                  <a:cubicBezTo>
                    <a:pt x="27" y="146"/>
                    <a:pt x="37" y="128"/>
                    <a:pt x="44" y="117"/>
                  </a:cubicBezTo>
                  <a:cubicBezTo>
                    <a:pt x="57" y="100"/>
                    <a:pt x="72" y="84"/>
                    <a:pt x="87" y="69"/>
                  </a:cubicBezTo>
                  <a:cubicBezTo>
                    <a:pt x="106" y="49"/>
                    <a:pt x="120" y="25"/>
                    <a:pt x="138" y="5"/>
                  </a:cubicBezTo>
                </a:path>
              </a:pathLst>
            </a:cu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327">
              <a:extLst>
                <a:ext uri="{FF2B5EF4-FFF2-40B4-BE49-F238E27FC236}">
                  <a16:creationId xmlns:a16="http://schemas.microsoft.com/office/drawing/2014/main" id="{E7D811C1-6DC1-46A5-91F7-6B08731A1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637"/>
              <a:ext cx="117" cy="223"/>
            </a:xfrm>
            <a:custGeom>
              <a:avLst/>
              <a:gdLst>
                <a:gd name="T0" fmla="*/ 51 w 115"/>
                <a:gd name="T1" fmla="*/ 0 h 205"/>
                <a:gd name="T2" fmla="*/ 119 w 115"/>
                <a:gd name="T3" fmla="*/ 33 h 205"/>
                <a:gd name="T4" fmla="*/ 101 w 115"/>
                <a:gd name="T5" fmla="*/ 190 h 205"/>
                <a:gd name="T6" fmla="*/ 70 w 115"/>
                <a:gd name="T7" fmla="*/ 244 h 205"/>
                <a:gd name="T8" fmla="*/ 0 w 115"/>
                <a:gd name="T9" fmla="*/ 264 h 205"/>
                <a:gd name="T10" fmla="*/ 59 w 115"/>
                <a:gd name="T11" fmla="*/ 226 h 205"/>
                <a:gd name="T12" fmla="*/ 64 w 115"/>
                <a:gd name="T13" fmla="*/ 202 h 205"/>
                <a:gd name="T14" fmla="*/ 71 w 115"/>
                <a:gd name="T15" fmla="*/ 183 h 205"/>
                <a:gd name="T16" fmla="*/ 71 w 115"/>
                <a:gd name="T17" fmla="*/ 159 h 205"/>
                <a:gd name="T18" fmla="*/ 84 w 115"/>
                <a:gd name="T19" fmla="*/ 129 h 205"/>
                <a:gd name="T20" fmla="*/ 79 w 115"/>
                <a:gd name="T21" fmla="*/ 102 h 205"/>
                <a:gd name="T22" fmla="*/ 87 w 115"/>
                <a:gd name="T23" fmla="*/ 64 h 205"/>
                <a:gd name="T24" fmla="*/ 78 w 115"/>
                <a:gd name="T25" fmla="*/ 25 h 205"/>
                <a:gd name="T26" fmla="*/ 56 w 115"/>
                <a:gd name="T27" fmla="*/ 4 h 2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205">
                  <a:moveTo>
                    <a:pt x="48" y="0"/>
                  </a:moveTo>
                  <a:cubicBezTo>
                    <a:pt x="68" y="6"/>
                    <a:pt x="98" y="13"/>
                    <a:pt x="113" y="26"/>
                  </a:cubicBezTo>
                  <a:cubicBezTo>
                    <a:pt x="115" y="65"/>
                    <a:pt x="108" y="113"/>
                    <a:pt x="95" y="148"/>
                  </a:cubicBezTo>
                  <a:cubicBezTo>
                    <a:pt x="89" y="167"/>
                    <a:pt x="84" y="179"/>
                    <a:pt x="67" y="189"/>
                  </a:cubicBezTo>
                  <a:cubicBezTo>
                    <a:pt x="45" y="203"/>
                    <a:pt x="27" y="200"/>
                    <a:pt x="0" y="205"/>
                  </a:cubicBezTo>
                  <a:cubicBezTo>
                    <a:pt x="14" y="189"/>
                    <a:pt x="44" y="191"/>
                    <a:pt x="56" y="176"/>
                  </a:cubicBezTo>
                  <a:cubicBezTo>
                    <a:pt x="60" y="171"/>
                    <a:pt x="58" y="164"/>
                    <a:pt x="61" y="157"/>
                  </a:cubicBezTo>
                  <a:cubicBezTo>
                    <a:pt x="63" y="151"/>
                    <a:pt x="66" y="151"/>
                    <a:pt x="68" y="142"/>
                  </a:cubicBezTo>
                  <a:cubicBezTo>
                    <a:pt x="70" y="135"/>
                    <a:pt x="66" y="130"/>
                    <a:pt x="68" y="123"/>
                  </a:cubicBezTo>
                  <a:cubicBezTo>
                    <a:pt x="71" y="115"/>
                    <a:pt x="79" y="109"/>
                    <a:pt x="81" y="100"/>
                  </a:cubicBezTo>
                  <a:cubicBezTo>
                    <a:pt x="82" y="92"/>
                    <a:pt x="76" y="86"/>
                    <a:pt x="76" y="79"/>
                  </a:cubicBezTo>
                  <a:cubicBezTo>
                    <a:pt x="76" y="70"/>
                    <a:pt x="81" y="59"/>
                    <a:pt x="84" y="50"/>
                  </a:cubicBezTo>
                  <a:cubicBezTo>
                    <a:pt x="76" y="44"/>
                    <a:pt x="79" y="27"/>
                    <a:pt x="75" y="19"/>
                  </a:cubicBezTo>
                  <a:cubicBezTo>
                    <a:pt x="69" y="8"/>
                    <a:pt x="64" y="7"/>
                    <a:pt x="53" y="4"/>
                  </a:cubicBezTo>
                </a:path>
              </a:pathLst>
            </a:cu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328">
              <a:extLst>
                <a:ext uri="{FF2B5EF4-FFF2-40B4-BE49-F238E27FC236}">
                  <a16:creationId xmlns:a16="http://schemas.microsoft.com/office/drawing/2014/main" id="{CEB3B3A6-2230-43B4-BFAB-80FB8041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573"/>
              <a:ext cx="126" cy="183"/>
            </a:xfrm>
            <a:custGeom>
              <a:avLst/>
              <a:gdLst>
                <a:gd name="T0" fmla="*/ 0 w 124"/>
                <a:gd name="T1" fmla="*/ 0 h 168"/>
                <a:gd name="T2" fmla="*/ 130 w 124"/>
                <a:gd name="T3" fmla="*/ 217 h 168"/>
                <a:gd name="T4" fmla="*/ 0 w 12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68">
                  <a:moveTo>
                    <a:pt x="0" y="0"/>
                  </a:moveTo>
                  <a:cubicBezTo>
                    <a:pt x="0" y="0"/>
                    <a:pt x="1" y="106"/>
                    <a:pt x="124" y="168"/>
                  </a:cubicBezTo>
                  <a:cubicBezTo>
                    <a:pt x="124" y="168"/>
                    <a:pt x="0" y="131"/>
                    <a:pt x="0" y="0"/>
                  </a:cubicBezTo>
                  <a:close/>
                </a:path>
              </a:pathLst>
            </a:cu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Oval 329">
              <a:extLst>
                <a:ext uri="{FF2B5EF4-FFF2-40B4-BE49-F238E27FC236}">
                  <a16:creationId xmlns:a16="http://schemas.microsoft.com/office/drawing/2014/main" id="{B7807153-7F00-485C-B27A-3AC1DE74D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2687"/>
              <a:ext cx="7" cy="8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5" name="Oval 330">
              <a:extLst>
                <a:ext uri="{FF2B5EF4-FFF2-40B4-BE49-F238E27FC236}">
                  <a16:creationId xmlns:a16="http://schemas.microsoft.com/office/drawing/2014/main" id="{E8A11719-327A-4134-A75E-E2455AC36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669"/>
              <a:ext cx="8" cy="8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6" name="Oval 331">
              <a:extLst>
                <a:ext uri="{FF2B5EF4-FFF2-40B4-BE49-F238E27FC236}">
                  <a16:creationId xmlns:a16="http://schemas.microsoft.com/office/drawing/2014/main" id="{0E34A7D9-0EED-44A6-B606-6AA0D6297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698"/>
              <a:ext cx="8" cy="9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7" name="Oval 332">
              <a:extLst>
                <a:ext uri="{FF2B5EF4-FFF2-40B4-BE49-F238E27FC236}">
                  <a16:creationId xmlns:a16="http://schemas.microsoft.com/office/drawing/2014/main" id="{FFE45A5B-5947-4733-89A7-07D2DA1F8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" y="2692"/>
              <a:ext cx="5" cy="6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8" name="Oval 333">
              <a:extLst>
                <a:ext uri="{FF2B5EF4-FFF2-40B4-BE49-F238E27FC236}">
                  <a16:creationId xmlns:a16="http://schemas.microsoft.com/office/drawing/2014/main" id="{F90426D9-1E7E-44C5-874D-014660B47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2730"/>
              <a:ext cx="7" cy="7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9" name="Oval 334">
              <a:extLst>
                <a:ext uri="{FF2B5EF4-FFF2-40B4-BE49-F238E27FC236}">
                  <a16:creationId xmlns:a16="http://schemas.microsoft.com/office/drawing/2014/main" id="{42E8889E-195D-4D9C-BD77-52631965B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646"/>
              <a:ext cx="4" cy="4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0" name="Oval 335">
              <a:extLst>
                <a:ext uri="{FF2B5EF4-FFF2-40B4-BE49-F238E27FC236}">
                  <a16:creationId xmlns:a16="http://schemas.microsoft.com/office/drawing/2014/main" id="{311223B6-8CFF-4C90-9724-EA5264863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706"/>
              <a:ext cx="5" cy="5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1" name="Oval 336">
              <a:extLst>
                <a:ext uri="{FF2B5EF4-FFF2-40B4-BE49-F238E27FC236}">
                  <a16:creationId xmlns:a16="http://schemas.microsoft.com/office/drawing/2014/main" id="{31AE076A-A99F-4B02-A705-41E7C9960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610"/>
              <a:ext cx="7" cy="8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2" name="Oval 337">
              <a:extLst>
                <a:ext uri="{FF2B5EF4-FFF2-40B4-BE49-F238E27FC236}">
                  <a16:creationId xmlns:a16="http://schemas.microsoft.com/office/drawing/2014/main" id="{318C069B-5B2E-425C-9383-6A3F92A42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0" y="2604"/>
              <a:ext cx="7" cy="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3" name="Oval 338">
              <a:extLst>
                <a:ext uri="{FF2B5EF4-FFF2-40B4-BE49-F238E27FC236}">
                  <a16:creationId xmlns:a16="http://schemas.microsoft.com/office/drawing/2014/main" id="{E9CBF052-302A-4667-88CB-5EBC24ACC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646"/>
              <a:ext cx="7" cy="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4" name="Oval 339">
              <a:extLst>
                <a:ext uri="{FF2B5EF4-FFF2-40B4-BE49-F238E27FC236}">
                  <a16:creationId xmlns:a16="http://schemas.microsoft.com/office/drawing/2014/main" id="{804040B3-CF23-4BF7-BAC0-A6D84FFE9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2747"/>
              <a:ext cx="8" cy="8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5" name="Oval 340">
              <a:extLst>
                <a:ext uri="{FF2B5EF4-FFF2-40B4-BE49-F238E27FC236}">
                  <a16:creationId xmlns:a16="http://schemas.microsoft.com/office/drawing/2014/main" id="{7F1F6406-EB3B-4EE6-9789-B84F32719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" y="2737"/>
              <a:ext cx="8" cy="10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6" name="Oval 341">
              <a:extLst>
                <a:ext uri="{FF2B5EF4-FFF2-40B4-BE49-F238E27FC236}">
                  <a16:creationId xmlns:a16="http://schemas.microsoft.com/office/drawing/2014/main" id="{0D32DDF5-C866-4D78-BE75-5143371D1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" y="2751"/>
              <a:ext cx="10" cy="1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7" name="Oval 342">
              <a:extLst>
                <a:ext uri="{FF2B5EF4-FFF2-40B4-BE49-F238E27FC236}">
                  <a16:creationId xmlns:a16="http://schemas.microsoft.com/office/drawing/2014/main" id="{44D88B82-9EAB-45D0-8422-98FCEF5B5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2646"/>
              <a:ext cx="9" cy="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8" name="Oval 343">
              <a:extLst>
                <a:ext uri="{FF2B5EF4-FFF2-40B4-BE49-F238E27FC236}">
                  <a16:creationId xmlns:a16="http://schemas.microsoft.com/office/drawing/2014/main" id="{7E45EA16-E232-4B36-92DF-80F10E059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595"/>
              <a:ext cx="9" cy="9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9" name="Oval 344">
              <a:extLst>
                <a:ext uri="{FF2B5EF4-FFF2-40B4-BE49-F238E27FC236}">
                  <a16:creationId xmlns:a16="http://schemas.microsoft.com/office/drawing/2014/main" id="{4D1B230F-294C-4772-8066-C450775CE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2564"/>
              <a:ext cx="7" cy="8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0" name="Oval 345">
              <a:extLst>
                <a:ext uri="{FF2B5EF4-FFF2-40B4-BE49-F238E27FC236}">
                  <a16:creationId xmlns:a16="http://schemas.microsoft.com/office/drawing/2014/main" id="{32711822-4A79-4767-AA2C-800D18C8A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4" y="2431"/>
              <a:ext cx="13" cy="13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1" name="Oval 346">
              <a:extLst>
                <a:ext uri="{FF2B5EF4-FFF2-40B4-BE49-F238E27FC236}">
                  <a16:creationId xmlns:a16="http://schemas.microsoft.com/office/drawing/2014/main" id="{31B68413-B9A7-4594-906B-CCBF75D7E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4" y="2412"/>
              <a:ext cx="10" cy="1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2" name="Oval 347">
              <a:extLst>
                <a:ext uri="{FF2B5EF4-FFF2-40B4-BE49-F238E27FC236}">
                  <a16:creationId xmlns:a16="http://schemas.microsoft.com/office/drawing/2014/main" id="{C7403180-CB08-40B9-86AC-89AB9DE8F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" y="2427"/>
              <a:ext cx="9" cy="10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3" name="Oval 348">
              <a:extLst>
                <a:ext uri="{FF2B5EF4-FFF2-40B4-BE49-F238E27FC236}">
                  <a16:creationId xmlns:a16="http://schemas.microsoft.com/office/drawing/2014/main" id="{A2D0EF16-EAEE-4F61-9D29-0AC604A75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444"/>
              <a:ext cx="8" cy="8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4" name="Oval 349">
              <a:extLst>
                <a:ext uri="{FF2B5EF4-FFF2-40B4-BE49-F238E27FC236}">
                  <a16:creationId xmlns:a16="http://schemas.microsoft.com/office/drawing/2014/main" id="{0D75A6FC-A2BA-4B79-B847-60D7D2D10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2472"/>
              <a:ext cx="3" cy="3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5" name="Oval 350">
              <a:extLst>
                <a:ext uri="{FF2B5EF4-FFF2-40B4-BE49-F238E27FC236}">
                  <a16:creationId xmlns:a16="http://schemas.microsoft.com/office/drawing/2014/main" id="{BDD434DF-4286-4766-A3DA-67010DEE5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" y="2393"/>
              <a:ext cx="8" cy="10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6" name="Oval 351">
              <a:extLst>
                <a:ext uri="{FF2B5EF4-FFF2-40B4-BE49-F238E27FC236}">
                  <a16:creationId xmlns:a16="http://schemas.microsoft.com/office/drawing/2014/main" id="{68D3BAF3-2185-4DD5-890C-D98FBC026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401"/>
              <a:ext cx="6" cy="6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7" name="Oval 352">
              <a:extLst>
                <a:ext uri="{FF2B5EF4-FFF2-40B4-BE49-F238E27FC236}">
                  <a16:creationId xmlns:a16="http://schemas.microsoft.com/office/drawing/2014/main" id="{E4206D94-81B8-4FB8-BA2C-25596C9AA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2407"/>
              <a:ext cx="5" cy="6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8" name="Oval 353">
              <a:extLst>
                <a:ext uri="{FF2B5EF4-FFF2-40B4-BE49-F238E27FC236}">
                  <a16:creationId xmlns:a16="http://schemas.microsoft.com/office/drawing/2014/main" id="{C0F36879-001B-4EDD-BA10-A96780D1D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8" y="2412"/>
              <a:ext cx="2" cy="2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9" name="Oval 354">
              <a:extLst>
                <a:ext uri="{FF2B5EF4-FFF2-40B4-BE49-F238E27FC236}">
                  <a16:creationId xmlns:a16="http://schemas.microsoft.com/office/drawing/2014/main" id="{BC50BFFB-46E2-4C8E-A522-E87B25E0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" y="2417"/>
              <a:ext cx="2" cy="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0" name="Oval 355">
              <a:extLst>
                <a:ext uri="{FF2B5EF4-FFF2-40B4-BE49-F238E27FC236}">
                  <a16:creationId xmlns:a16="http://schemas.microsoft.com/office/drawing/2014/main" id="{FD34CD4E-5535-4D11-994E-D097B2E15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2419"/>
              <a:ext cx="2" cy="3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1" name="Oval 356">
              <a:extLst>
                <a:ext uri="{FF2B5EF4-FFF2-40B4-BE49-F238E27FC236}">
                  <a16:creationId xmlns:a16="http://schemas.microsoft.com/office/drawing/2014/main" id="{C953217E-9346-4CF0-952C-816D5FEA9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2406"/>
              <a:ext cx="2" cy="2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2" name="Oval 357">
              <a:extLst>
                <a:ext uri="{FF2B5EF4-FFF2-40B4-BE49-F238E27FC236}">
                  <a16:creationId xmlns:a16="http://schemas.microsoft.com/office/drawing/2014/main" id="{F196F22B-F17E-41F3-BB2D-0F3CA10E2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2401"/>
              <a:ext cx="3" cy="3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3" name="Oval 358">
              <a:extLst>
                <a:ext uri="{FF2B5EF4-FFF2-40B4-BE49-F238E27FC236}">
                  <a16:creationId xmlns:a16="http://schemas.microsoft.com/office/drawing/2014/main" id="{5566803C-7DA7-4E03-B25A-52B875C22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399"/>
              <a:ext cx="4" cy="5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4" name="Oval 359">
              <a:extLst>
                <a:ext uri="{FF2B5EF4-FFF2-40B4-BE49-F238E27FC236}">
                  <a16:creationId xmlns:a16="http://schemas.microsoft.com/office/drawing/2014/main" id="{B4A64C03-E648-4918-B030-3ACBE1E00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398"/>
              <a:ext cx="4" cy="4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5" name="Oval 360">
              <a:extLst>
                <a:ext uri="{FF2B5EF4-FFF2-40B4-BE49-F238E27FC236}">
                  <a16:creationId xmlns:a16="http://schemas.microsoft.com/office/drawing/2014/main" id="{127EE3CA-F791-4787-87BE-22E924B48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5" y="2655"/>
              <a:ext cx="15" cy="16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6" name="Oval 361">
              <a:extLst>
                <a:ext uri="{FF2B5EF4-FFF2-40B4-BE49-F238E27FC236}">
                  <a16:creationId xmlns:a16="http://schemas.microsoft.com/office/drawing/2014/main" id="{93239131-3CDA-4183-BA4F-BA4566102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660"/>
              <a:ext cx="11" cy="1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7" name="Oval 362">
              <a:extLst>
                <a:ext uri="{FF2B5EF4-FFF2-40B4-BE49-F238E27FC236}">
                  <a16:creationId xmlns:a16="http://schemas.microsoft.com/office/drawing/2014/main" id="{7AD95DED-653B-4749-99BF-DA7E8F71F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3" y="2687"/>
              <a:ext cx="8" cy="9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8" name="Oval 363">
              <a:extLst>
                <a:ext uri="{FF2B5EF4-FFF2-40B4-BE49-F238E27FC236}">
                  <a16:creationId xmlns:a16="http://schemas.microsoft.com/office/drawing/2014/main" id="{383D9348-E5C4-45A4-8BB7-3383A7494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2694"/>
              <a:ext cx="5" cy="5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9" name="Oval 364">
              <a:extLst>
                <a:ext uri="{FF2B5EF4-FFF2-40B4-BE49-F238E27FC236}">
                  <a16:creationId xmlns:a16="http://schemas.microsoft.com/office/drawing/2014/main" id="{85D610BB-707A-4D20-A745-AC66CA6F5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2656"/>
              <a:ext cx="4" cy="4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0" name="Oval 365">
              <a:extLst>
                <a:ext uri="{FF2B5EF4-FFF2-40B4-BE49-F238E27FC236}">
                  <a16:creationId xmlns:a16="http://schemas.microsoft.com/office/drawing/2014/main" id="{623D339C-DB2F-457E-AAF9-E6AFF444E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" y="2747"/>
              <a:ext cx="12" cy="13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1" name="Oval 366">
              <a:extLst>
                <a:ext uri="{FF2B5EF4-FFF2-40B4-BE49-F238E27FC236}">
                  <a16:creationId xmlns:a16="http://schemas.microsoft.com/office/drawing/2014/main" id="{33501D04-D4C1-4B35-AC23-0113695CF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6" y="2743"/>
              <a:ext cx="7" cy="7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2" name="Oval 367">
              <a:extLst>
                <a:ext uri="{FF2B5EF4-FFF2-40B4-BE49-F238E27FC236}">
                  <a16:creationId xmlns:a16="http://schemas.microsoft.com/office/drawing/2014/main" id="{D66520E9-B084-4264-BE54-2026F048F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" y="2726"/>
              <a:ext cx="10" cy="1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3" name="Oval 368">
              <a:extLst>
                <a:ext uri="{FF2B5EF4-FFF2-40B4-BE49-F238E27FC236}">
                  <a16:creationId xmlns:a16="http://schemas.microsoft.com/office/drawing/2014/main" id="{EF745C98-3AFB-4E7E-8CA4-397EB7501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" y="2770"/>
              <a:ext cx="8" cy="10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4" name="Oval 369">
              <a:extLst>
                <a:ext uri="{FF2B5EF4-FFF2-40B4-BE49-F238E27FC236}">
                  <a16:creationId xmlns:a16="http://schemas.microsoft.com/office/drawing/2014/main" id="{4B7D9943-56B9-4A8A-BA7C-4EB5B06D1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" y="2766"/>
              <a:ext cx="9" cy="10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5" name="Oval 370">
              <a:extLst>
                <a:ext uri="{FF2B5EF4-FFF2-40B4-BE49-F238E27FC236}">
                  <a16:creationId xmlns:a16="http://schemas.microsoft.com/office/drawing/2014/main" id="{D0D1FDC9-8EA0-4FD2-BCCA-13D4DF665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730"/>
              <a:ext cx="11" cy="12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6" name="Oval 371">
              <a:extLst>
                <a:ext uri="{FF2B5EF4-FFF2-40B4-BE49-F238E27FC236}">
                  <a16:creationId xmlns:a16="http://schemas.microsoft.com/office/drawing/2014/main" id="{E48FD408-756A-45CD-85E0-6413D9D23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2758"/>
              <a:ext cx="8" cy="8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7" name="Oval 372">
              <a:extLst>
                <a:ext uri="{FF2B5EF4-FFF2-40B4-BE49-F238E27FC236}">
                  <a16:creationId xmlns:a16="http://schemas.microsoft.com/office/drawing/2014/main" id="{E9255B61-E17F-424B-ADFA-5381187CB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" y="2799"/>
              <a:ext cx="5" cy="5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8" name="Oval 373">
              <a:extLst>
                <a:ext uri="{FF2B5EF4-FFF2-40B4-BE49-F238E27FC236}">
                  <a16:creationId xmlns:a16="http://schemas.microsoft.com/office/drawing/2014/main" id="{ACC31B82-14B5-4B28-B616-5EE3BFB87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2736"/>
              <a:ext cx="6" cy="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9" name="Oval 374">
              <a:extLst>
                <a:ext uri="{FF2B5EF4-FFF2-40B4-BE49-F238E27FC236}">
                  <a16:creationId xmlns:a16="http://schemas.microsoft.com/office/drawing/2014/main" id="{7F8811E5-91A3-4F2A-AD1B-FBAA0EEB3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9" y="2704"/>
              <a:ext cx="11" cy="10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0" name="Oval 375">
              <a:extLst>
                <a:ext uri="{FF2B5EF4-FFF2-40B4-BE49-F238E27FC236}">
                  <a16:creationId xmlns:a16="http://schemas.microsoft.com/office/drawing/2014/main" id="{FB6F1B69-7D49-481B-A8DD-E9039D7D1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695"/>
              <a:ext cx="6" cy="6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1" name="Oval 376">
              <a:extLst>
                <a:ext uri="{FF2B5EF4-FFF2-40B4-BE49-F238E27FC236}">
                  <a16:creationId xmlns:a16="http://schemas.microsoft.com/office/drawing/2014/main" id="{F4083D5A-3A2B-4334-A06F-F39668A56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2685"/>
              <a:ext cx="2" cy="1"/>
            </a:xfrm>
            <a:prstGeom prst="ellipse">
              <a:avLst/>
            </a:prstGeom>
            <a:solidFill>
              <a:srgbClr val="F08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2" name="Freeform 377">
              <a:extLst>
                <a:ext uri="{FF2B5EF4-FFF2-40B4-BE49-F238E27FC236}">
                  <a16:creationId xmlns:a16="http://schemas.microsoft.com/office/drawing/2014/main" id="{BB25C2D7-5EE6-4AFD-9C72-271B85A1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660"/>
              <a:ext cx="81" cy="90"/>
            </a:xfrm>
            <a:custGeom>
              <a:avLst/>
              <a:gdLst>
                <a:gd name="T0" fmla="*/ 36 w 79"/>
                <a:gd name="T1" fmla="*/ 106 h 83"/>
                <a:gd name="T2" fmla="*/ 16 w 79"/>
                <a:gd name="T3" fmla="*/ 36 h 83"/>
                <a:gd name="T4" fmla="*/ 5 w 79"/>
                <a:gd name="T5" fmla="*/ 13 h 83"/>
                <a:gd name="T6" fmla="*/ 15 w 79"/>
                <a:gd name="T7" fmla="*/ 5 h 83"/>
                <a:gd name="T8" fmla="*/ 58 w 79"/>
                <a:gd name="T9" fmla="*/ 22 h 83"/>
                <a:gd name="T10" fmla="*/ 79 w 79"/>
                <a:gd name="T11" fmla="*/ 28 h 83"/>
                <a:gd name="T12" fmla="*/ 70 w 79"/>
                <a:gd name="T13" fmla="*/ 47 h 83"/>
                <a:gd name="T14" fmla="*/ 37 w 79"/>
                <a:gd name="T15" fmla="*/ 10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3">
                  <a:moveTo>
                    <a:pt x="33" y="83"/>
                  </a:moveTo>
                  <a:cubicBezTo>
                    <a:pt x="33" y="65"/>
                    <a:pt x="24" y="45"/>
                    <a:pt x="16" y="28"/>
                  </a:cubicBezTo>
                  <a:cubicBezTo>
                    <a:pt x="13" y="22"/>
                    <a:pt x="8" y="16"/>
                    <a:pt x="5" y="10"/>
                  </a:cubicBezTo>
                  <a:cubicBezTo>
                    <a:pt x="0" y="0"/>
                    <a:pt x="7" y="3"/>
                    <a:pt x="15" y="5"/>
                  </a:cubicBezTo>
                  <a:cubicBezTo>
                    <a:pt x="27" y="10"/>
                    <a:pt x="42" y="13"/>
                    <a:pt x="55" y="17"/>
                  </a:cubicBezTo>
                  <a:cubicBezTo>
                    <a:pt x="59" y="18"/>
                    <a:pt x="71" y="19"/>
                    <a:pt x="73" y="22"/>
                  </a:cubicBezTo>
                  <a:cubicBezTo>
                    <a:pt x="79" y="28"/>
                    <a:pt x="68" y="33"/>
                    <a:pt x="64" y="37"/>
                  </a:cubicBezTo>
                  <a:cubicBezTo>
                    <a:pt x="50" y="48"/>
                    <a:pt x="42" y="65"/>
                    <a:pt x="34" y="79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378">
              <a:extLst>
                <a:ext uri="{FF2B5EF4-FFF2-40B4-BE49-F238E27FC236}">
                  <a16:creationId xmlns:a16="http://schemas.microsoft.com/office/drawing/2014/main" id="{A222F07D-12AC-4BE9-8BE6-3545EC2F9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767"/>
              <a:ext cx="88" cy="142"/>
            </a:xfrm>
            <a:custGeom>
              <a:avLst/>
              <a:gdLst>
                <a:gd name="T0" fmla="*/ 92 w 86"/>
                <a:gd name="T1" fmla="*/ 167 h 131"/>
                <a:gd name="T2" fmla="*/ 48 w 86"/>
                <a:gd name="T3" fmla="*/ 158 h 131"/>
                <a:gd name="T4" fmla="*/ 0 w 86"/>
                <a:gd name="T5" fmla="*/ 163 h 131"/>
                <a:gd name="T6" fmla="*/ 20 w 86"/>
                <a:gd name="T7" fmla="*/ 128 h 131"/>
                <a:gd name="T8" fmla="*/ 18 w 86"/>
                <a:gd name="T9" fmla="*/ 74 h 131"/>
                <a:gd name="T10" fmla="*/ 8 w 86"/>
                <a:gd name="T11" fmla="*/ 0 h 131"/>
                <a:gd name="T12" fmla="*/ 17 w 86"/>
                <a:gd name="T13" fmla="*/ 29 h 131"/>
                <a:gd name="T14" fmla="*/ 28 w 86"/>
                <a:gd name="T15" fmla="*/ 59 h 131"/>
                <a:gd name="T16" fmla="*/ 42 w 86"/>
                <a:gd name="T17" fmla="*/ 104 h 131"/>
                <a:gd name="T18" fmla="*/ 90 w 86"/>
                <a:gd name="T19" fmla="*/ 167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31">
                  <a:moveTo>
                    <a:pt x="86" y="131"/>
                  </a:moveTo>
                  <a:cubicBezTo>
                    <a:pt x="72" y="128"/>
                    <a:pt x="60" y="125"/>
                    <a:pt x="45" y="125"/>
                  </a:cubicBezTo>
                  <a:cubicBezTo>
                    <a:pt x="32" y="125"/>
                    <a:pt x="11" y="122"/>
                    <a:pt x="0" y="127"/>
                  </a:cubicBezTo>
                  <a:cubicBezTo>
                    <a:pt x="2" y="117"/>
                    <a:pt x="17" y="113"/>
                    <a:pt x="20" y="101"/>
                  </a:cubicBezTo>
                  <a:cubicBezTo>
                    <a:pt x="24" y="86"/>
                    <a:pt x="23" y="72"/>
                    <a:pt x="18" y="58"/>
                  </a:cubicBezTo>
                  <a:cubicBezTo>
                    <a:pt x="11" y="40"/>
                    <a:pt x="10" y="19"/>
                    <a:pt x="8" y="0"/>
                  </a:cubicBezTo>
                  <a:cubicBezTo>
                    <a:pt x="14" y="4"/>
                    <a:pt x="15" y="16"/>
                    <a:pt x="17" y="23"/>
                  </a:cubicBezTo>
                  <a:cubicBezTo>
                    <a:pt x="20" y="31"/>
                    <a:pt x="23" y="38"/>
                    <a:pt x="25" y="46"/>
                  </a:cubicBezTo>
                  <a:cubicBezTo>
                    <a:pt x="28" y="59"/>
                    <a:pt x="32" y="71"/>
                    <a:pt x="39" y="82"/>
                  </a:cubicBezTo>
                  <a:cubicBezTo>
                    <a:pt x="49" y="98"/>
                    <a:pt x="67" y="124"/>
                    <a:pt x="84" y="131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379">
              <a:extLst>
                <a:ext uri="{FF2B5EF4-FFF2-40B4-BE49-F238E27FC236}">
                  <a16:creationId xmlns:a16="http://schemas.microsoft.com/office/drawing/2014/main" id="{2C8BD8B8-85EF-4D65-8889-FF01AB9C7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927"/>
              <a:ext cx="132" cy="20"/>
            </a:xfrm>
            <a:custGeom>
              <a:avLst/>
              <a:gdLst>
                <a:gd name="T0" fmla="*/ 0 w 129"/>
                <a:gd name="T1" fmla="*/ 5 h 19"/>
                <a:gd name="T2" fmla="*/ 29 w 129"/>
                <a:gd name="T3" fmla="*/ 4 h 19"/>
                <a:gd name="T4" fmla="*/ 60 w 129"/>
                <a:gd name="T5" fmla="*/ 13 h 19"/>
                <a:gd name="T6" fmla="*/ 138 w 129"/>
                <a:gd name="T7" fmla="*/ 21 h 19"/>
                <a:gd name="T8" fmla="*/ 99 w 129"/>
                <a:gd name="T9" fmla="*/ 8 h 19"/>
                <a:gd name="T10" fmla="*/ 65 w 129"/>
                <a:gd name="T11" fmla="*/ 2 h 19"/>
                <a:gd name="T12" fmla="*/ 15 w 129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9">
                  <a:moveTo>
                    <a:pt x="0" y="5"/>
                  </a:moveTo>
                  <a:cubicBezTo>
                    <a:pt x="6" y="6"/>
                    <a:pt x="18" y="3"/>
                    <a:pt x="26" y="4"/>
                  </a:cubicBezTo>
                  <a:cubicBezTo>
                    <a:pt x="36" y="5"/>
                    <a:pt x="46" y="7"/>
                    <a:pt x="57" y="10"/>
                  </a:cubicBezTo>
                  <a:cubicBezTo>
                    <a:pt x="81" y="17"/>
                    <a:pt x="104" y="18"/>
                    <a:pt x="129" y="18"/>
                  </a:cubicBezTo>
                  <a:cubicBezTo>
                    <a:pt x="116" y="19"/>
                    <a:pt x="104" y="12"/>
                    <a:pt x="93" y="8"/>
                  </a:cubicBezTo>
                  <a:cubicBezTo>
                    <a:pt x="84" y="4"/>
                    <a:pt x="72" y="2"/>
                    <a:pt x="62" y="2"/>
                  </a:cubicBezTo>
                  <a:cubicBezTo>
                    <a:pt x="46" y="1"/>
                    <a:pt x="30" y="0"/>
                    <a:pt x="15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380">
              <a:extLst>
                <a:ext uri="{FF2B5EF4-FFF2-40B4-BE49-F238E27FC236}">
                  <a16:creationId xmlns:a16="http://schemas.microsoft.com/office/drawing/2014/main" id="{A0E9B3DA-B041-4967-AF84-B85ED97D5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861"/>
              <a:ext cx="30" cy="55"/>
            </a:xfrm>
            <a:custGeom>
              <a:avLst/>
              <a:gdLst>
                <a:gd name="T0" fmla="*/ 4 w 30"/>
                <a:gd name="T1" fmla="*/ 0 h 50"/>
                <a:gd name="T2" fmla="*/ 18 w 30"/>
                <a:gd name="T3" fmla="*/ 34 h 50"/>
                <a:gd name="T4" fmla="*/ 21 w 30"/>
                <a:gd name="T5" fmla="*/ 58 h 50"/>
                <a:gd name="T6" fmla="*/ 0 w 30"/>
                <a:gd name="T7" fmla="*/ 43 h 50"/>
                <a:gd name="T8" fmla="*/ 4 w 30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0">
                  <a:moveTo>
                    <a:pt x="4" y="0"/>
                  </a:moveTo>
                  <a:cubicBezTo>
                    <a:pt x="6" y="11"/>
                    <a:pt x="11" y="18"/>
                    <a:pt x="18" y="25"/>
                  </a:cubicBezTo>
                  <a:cubicBezTo>
                    <a:pt x="24" y="31"/>
                    <a:pt x="30" y="38"/>
                    <a:pt x="21" y="44"/>
                  </a:cubicBezTo>
                  <a:cubicBezTo>
                    <a:pt x="9" y="50"/>
                    <a:pt x="1" y="44"/>
                    <a:pt x="0" y="32"/>
                  </a:cubicBezTo>
                  <a:cubicBezTo>
                    <a:pt x="0" y="22"/>
                    <a:pt x="5" y="14"/>
                    <a:pt x="4" y="4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381">
              <a:extLst>
                <a:ext uri="{FF2B5EF4-FFF2-40B4-BE49-F238E27FC236}">
                  <a16:creationId xmlns:a16="http://schemas.microsoft.com/office/drawing/2014/main" id="{E198EDEC-DEBB-45C6-BD47-88B7C673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840"/>
              <a:ext cx="64" cy="28"/>
            </a:xfrm>
            <a:custGeom>
              <a:avLst/>
              <a:gdLst>
                <a:gd name="T0" fmla="*/ 0 w 63"/>
                <a:gd name="T1" fmla="*/ 17 h 26"/>
                <a:gd name="T2" fmla="*/ 57 w 63"/>
                <a:gd name="T3" fmla="*/ 17 h 26"/>
                <a:gd name="T4" fmla="*/ 37 w 63"/>
                <a:gd name="T5" fmla="*/ 22 h 26"/>
                <a:gd name="T6" fmla="*/ 16 w 63"/>
                <a:gd name="T7" fmla="*/ 22 h 26"/>
                <a:gd name="T8" fmla="*/ 3 w 63"/>
                <a:gd name="T9" fmla="*/ 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0" y="14"/>
                  </a:moveTo>
                  <a:cubicBezTo>
                    <a:pt x="3" y="0"/>
                    <a:pt x="47" y="4"/>
                    <a:pt x="54" y="14"/>
                  </a:cubicBezTo>
                  <a:cubicBezTo>
                    <a:pt x="63" y="26"/>
                    <a:pt x="38" y="18"/>
                    <a:pt x="34" y="18"/>
                  </a:cubicBezTo>
                  <a:cubicBezTo>
                    <a:pt x="28" y="17"/>
                    <a:pt x="22" y="19"/>
                    <a:pt x="16" y="18"/>
                  </a:cubicBezTo>
                  <a:cubicBezTo>
                    <a:pt x="11" y="17"/>
                    <a:pt x="6" y="14"/>
                    <a:pt x="3" y="13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382">
              <a:extLst>
                <a:ext uri="{FF2B5EF4-FFF2-40B4-BE49-F238E27FC236}">
                  <a16:creationId xmlns:a16="http://schemas.microsoft.com/office/drawing/2014/main" id="{9F671707-F8A1-46C7-B66A-58FE26D75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582"/>
              <a:ext cx="108" cy="68"/>
            </a:xfrm>
            <a:custGeom>
              <a:avLst/>
              <a:gdLst>
                <a:gd name="T0" fmla="*/ 0 w 105"/>
                <a:gd name="T1" fmla="*/ 12 h 63"/>
                <a:gd name="T2" fmla="*/ 29 w 105"/>
                <a:gd name="T3" fmla="*/ 30 h 63"/>
                <a:gd name="T4" fmla="*/ 60 w 105"/>
                <a:gd name="T5" fmla="*/ 50 h 63"/>
                <a:gd name="T6" fmla="*/ 86 w 105"/>
                <a:gd name="T7" fmla="*/ 65 h 63"/>
                <a:gd name="T8" fmla="*/ 114 w 105"/>
                <a:gd name="T9" fmla="*/ 78 h 63"/>
                <a:gd name="T10" fmla="*/ 73 w 105"/>
                <a:gd name="T11" fmla="*/ 14 h 63"/>
                <a:gd name="T12" fmla="*/ 36 w 105"/>
                <a:gd name="T13" fmla="*/ 2 h 63"/>
                <a:gd name="T14" fmla="*/ 2 w 105"/>
                <a:gd name="T15" fmla="*/ 1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63">
                  <a:moveTo>
                    <a:pt x="0" y="9"/>
                  </a:moveTo>
                  <a:cubicBezTo>
                    <a:pt x="6" y="17"/>
                    <a:pt x="18" y="19"/>
                    <a:pt x="26" y="24"/>
                  </a:cubicBezTo>
                  <a:cubicBezTo>
                    <a:pt x="36" y="30"/>
                    <a:pt x="44" y="35"/>
                    <a:pt x="54" y="40"/>
                  </a:cubicBezTo>
                  <a:cubicBezTo>
                    <a:pt x="63" y="44"/>
                    <a:pt x="71" y="48"/>
                    <a:pt x="80" y="52"/>
                  </a:cubicBezTo>
                  <a:cubicBezTo>
                    <a:pt x="87" y="55"/>
                    <a:pt x="98" y="63"/>
                    <a:pt x="105" y="62"/>
                  </a:cubicBezTo>
                  <a:cubicBezTo>
                    <a:pt x="103" y="43"/>
                    <a:pt x="82" y="22"/>
                    <a:pt x="67" y="11"/>
                  </a:cubicBezTo>
                  <a:cubicBezTo>
                    <a:pt x="55" y="2"/>
                    <a:pt x="48" y="0"/>
                    <a:pt x="33" y="2"/>
                  </a:cubicBezTo>
                  <a:cubicBezTo>
                    <a:pt x="25" y="2"/>
                    <a:pt x="8" y="4"/>
                    <a:pt x="2" y="7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383">
              <a:extLst>
                <a:ext uri="{FF2B5EF4-FFF2-40B4-BE49-F238E27FC236}">
                  <a16:creationId xmlns:a16="http://schemas.microsoft.com/office/drawing/2014/main" id="{3D6C871D-36CB-4850-B8C8-D62E93093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501"/>
              <a:ext cx="219" cy="188"/>
            </a:xfrm>
            <a:custGeom>
              <a:avLst/>
              <a:gdLst>
                <a:gd name="T0" fmla="*/ 0 w 214"/>
                <a:gd name="T1" fmla="*/ 201 h 173"/>
                <a:gd name="T2" fmla="*/ 40 w 214"/>
                <a:gd name="T3" fmla="*/ 191 h 173"/>
                <a:gd name="T4" fmla="*/ 229 w 214"/>
                <a:gd name="T5" fmla="*/ 0 h 173"/>
                <a:gd name="T6" fmla="*/ 47 w 214"/>
                <a:gd name="T7" fmla="*/ 161 h 173"/>
                <a:gd name="T8" fmla="*/ 0 w 214"/>
                <a:gd name="T9" fmla="*/ 20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73">
                  <a:moveTo>
                    <a:pt x="0" y="156"/>
                  </a:moveTo>
                  <a:cubicBezTo>
                    <a:pt x="0" y="156"/>
                    <a:pt x="10" y="173"/>
                    <a:pt x="37" y="149"/>
                  </a:cubicBezTo>
                  <a:cubicBezTo>
                    <a:pt x="65" y="125"/>
                    <a:pt x="194" y="10"/>
                    <a:pt x="214" y="0"/>
                  </a:cubicBezTo>
                  <a:cubicBezTo>
                    <a:pt x="214" y="0"/>
                    <a:pt x="60" y="101"/>
                    <a:pt x="44" y="125"/>
                  </a:cubicBezTo>
                  <a:cubicBezTo>
                    <a:pt x="27" y="149"/>
                    <a:pt x="0" y="156"/>
                    <a:pt x="0" y="156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384">
              <a:extLst>
                <a:ext uri="{FF2B5EF4-FFF2-40B4-BE49-F238E27FC236}">
                  <a16:creationId xmlns:a16="http://schemas.microsoft.com/office/drawing/2014/main" id="{EC9137F8-865D-4C21-9B6D-0DAD6F8EB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528"/>
              <a:ext cx="128" cy="74"/>
            </a:xfrm>
            <a:custGeom>
              <a:avLst/>
              <a:gdLst>
                <a:gd name="T0" fmla="*/ 0 w 126"/>
                <a:gd name="T1" fmla="*/ 0 h 68"/>
                <a:gd name="T2" fmla="*/ 109 w 126"/>
                <a:gd name="T3" fmla="*/ 88 h 68"/>
                <a:gd name="T4" fmla="*/ 132 w 126"/>
                <a:gd name="T5" fmla="*/ 76 h 68"/>
                <a:gd name="T6" fmla="*/ 0 w 126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68">
                  <a:moveTo>
                    <a:pt x="0" y="0"/>
                  </a:moveTo>
                  <a:cubicBezTo>
                    <a:pt x="0" y="0"/>
                    <a:pt x="80" y="55"/>
                    <a:pt x="103" y="68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55" y="37"/>
                    <a:pt x="0" y="0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385">
              <a:extLst>
                <a:ext uri="{FF2B5EF4-FFF2-40B4-BE49-F238E27FC236}">
                  <a16:creationId xmlns:a16="http://schemas.microsoft.com/office/drawing/2014/main" id="{3848406B-865D-4039-9C1C-55BAFAB56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966"/>
              <a:ext cx="907" cy="173"/>
            </a:xfrm>
            <a:custGeom>
              <a:avLst/>
              <a:gdLst>
                <a:gd name="T0" fmla="*/ 0 w 889"/>
                <a:gd name="T1" fmla="*/ 65 h 159"/>
                <a:gd name="T2" fmla="*/ 66 w 889"/>
                <a:gd name="T3" fmla="*/ 96 h 159"/>
                <a:gd name="T4" fmla="*/ 173 w 889"/>
                <a:gd name="T5" fmla="*/ 123 h 159"/>
                <a:gd name="T6" fmla="*/ 355 w 889"/>
                <a:gd name="T7" fmla="*/ 201 h 159"/>
                <a:gd name="T8" fmla="*/ 480 w 889"/>
                <a:gd name="T9" fmla="*/ 196 h 159"/>
                <a:gd name="T10" fmla="*/ 619 w 889"/>
                <a:gd name="T11" fmla="*/ 151 h 159"/>
                <a:gd name="T12" fmla="*/ 712 w 889"/>
                <a:gd name="T13" fmla="*/ 119 h 159"/>
                <a:gd name="T14" fmla="*/ 857 w 889"/>
                <a:gd name="T15" fmla="*/ 71 h 159"/>
                <a:gd name="T16" fmla="*/ 944 w 889"/>
                <a:gd name="T17" fmla="*/ 0 h 159"/>
                <a:gd name="T18" fmla="*/ 859 w 889"/>
                <a:gd name="T19" fmla="*/ 49 h 159"/>
                <a:gd name="T20" fmla="*/ 718 w 889"/>
                <a:gd name="T21" fmla="*/ 99 h 159"/>
                <a:gd name="T22" fmla="*/ 623 w 889"/>
                <a:gd name="T23" fmla="*/ 126 h 159"/>
                <a:gd name="T24" fmla="*/ 493 w 889"/>
                <a:gd name="T25" fmla="*/ 176 h 159"/>
                <a:gd name="T26" fmla="*/ 355 w 889"/>
                <a:gd name="T27" fmla="*/ 181 h 159"/>
                <a:gd name="T28" fmla="*/ 152 w 889"/>
                <a:gd name="T29" fmla="*/ 104 h 159"/>
                <a:gd name="T30" fmla="*/ 0 w 889"/>
                <a:gd name="T31" fmla="*/ 65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9" h="159">
                  <a:moveTo>
                    <a:pt x="0" y="51"/>
                  </a:moveTo>
                  <a:cubicBezTo>
                    <a:pt x="0" y="51"/>
                    <a:pt x="13" y="70"/>
                    <a:pt x="63" y="74"/>
                  </a:cubicBezTo>
                  <a:cubicBezTo>
                    <a:pt x="114" y="79"/>
                    <a:pt x="132" y="84"/>
                    <a:pt x="164" y="96"/>
                  </a:cubicBezTo>
                  <a:cubicBezTo>
                    <a:pt x="195" y="109"/>
                    <a:pt x="289" y="158"/>
                    <a:pt x="334" y="156"/>
                  </a:cubicBezTo>
                  <a:cubicBezTo>
                    <a:pt x="380" y="155"/>
                    <a:pt x="427" y="144"/>
                    <a:pt x="452" y="152"/>
                  </a:cubicBezTo>
                  <a:cubicBezTo>
                    <a:pt x="478" y="159"/>
                    <a:pt x="564" y="133"/>
                    <a:pt x="583" y="118"/>
                  </a:cubicBezTo>
                  <a:cubicBezTo>
                    <a:pt x="602" y="104"/>
                    <a:pt x="645" y="95"/>
                    <a:pt x="670" y="92"/>
                  </a:cubicBezTo>
                  <a:cubicBezTo>
                    <a:pt x="695" y="89"/>
                    <a:pt x="790" y="71"/>
                    <a:pt x="807" y="55"/>
                  </a:cubicBezTo>
                  <a:cubicBezTo>
                    <a:pt x="825" y="40"/>
                    <a:pt x="864" y="0"/>
                    <a:pt x="889" y="0"/>
                  </a:cubicBezTo>
                  <a:cubicBezTo>
                    <a:pt x="889" y="0"/>
                    <a:pt x="837" y="22"/>
                    <a:pt x="809" y="38"/>
                  </a:cubicBezTo>
                  <a:cubicBezTo>
                    <a:pt x="780" y="54"/>
                    <a:pt x="691" y="77"/>
                    <a:pt x="676" y="77"/>
                  </a:cubicBezTo>
                  <a:cubicBezTo>
                    <a:pt x="662" y="77"/>
                    <a:pt x="620" y="79"/>
                    <a:pt x="587" y="98"/>
                  </a:cubicBezTo>
                  <a:cubicBezTo>
                    <a:pt x="553" y="117"/>
                    <a:pt x="490" y="141"/>
                    <a:pt x="464" y="137"/>
                  </a:cubicBezTo>
                  <a:cubicBezTo>
                    <a:pt x="437" y="134"/>
                    <a:pt x="371" y="153"/>
                    <a:pt x="334" y="141"/>
                  </a:cubicBezTo>
                  <a:cubicBezTo>
                    <a:pt x="298" y="128"/>
                    <a:pt x="178" y="89"/>
                    <a:pt x="143" y="81"/>
                  </a:cubicBezTo>
                  <a:cubicBezTo>
                    <a:pt x="109" y="73"/>
                    <a:pt x="11" y="65"/>
                    <a:pt x="0" y="51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386">
              <a:extLst>
                <a:ext uri="{FF2B5EF4-FFF2-40B4-BE49-F238E27FC236}">
                  <a16:creationId xmlns:a16="http://schemas.microsoft.com/office/drawing/2014/main" id="{8FA17988-977F-4CC2-BFA8-BA88FE82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138"/>
              <a:ext cx="43" cy="148"/>
            </a:xfrm>
            <a:custGeom>
              <a:avLst/>
              <a:gdLst>
                <a:gd name="T0" fmla="*/ 45 w 42"/>
                <a:gd name="T1" fmla="*/ 3 h 136"/>
                <a:gd name="T2" fmla="*/ 14 w 42"/>
                <a:gd name="T3" fmla="*/ 70 h 136"/>
                <a:gd name="T4" fmla="*/ 7 w 42"/>
                <a:gd name="T5" fmla="*/ 123 h 136"/>
                <a:gd name="T6" fmla="*/ 5 w 42"/>
                <a:gd name="T7" fmla="*/ 160 h 136"/>
                <a:gd name="T8" fmla="*/ 26 w 42"/>
                <a:gd name="T9" fmla="*/ 69 h 136"/>
                <a:gd name="T10" fmla="*/ 32 w 42"/>
                <a:gd name="T11" fmla="*/ 29 h 136"/>
                <a:gd name="T12" fmla="*/ 44 w 42"/>
                <a:gd name="T13" fmla="*/ 11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6">
                  <a:moveTo>
                    <a:pt x="42" y="3"/>
                  </a:moveTo>
                  <a:cubicBezTo>
                    <a:pt x="23" y="0"/>
                    <a:pt x="18" y="41"/>
                    <a:pt x="14" y="54"/>
                  </a:cubicBezTo>
                  <a:cubicBezTo>
                    <a:pt x="10" y="68"/>
                    <a:pt x="9" y="82"/>
                    <a:pt x="7" y="96"/>
                  </a:cubicBezTo>
                  <a:cubicBezTo>
                    <a:pt x="6" y="100"/>
                    <a:pt x="0" y="120"/>
                    <a:pt x="5" y="124"/>
                  </a:cubicBezTo>
                  <a:cubicBezTo>
                    <a:pt x="22" y="136"/>
                    <a:pt x="22" y="60"/>
                    <a:pt x="23" y="53"/>
                  </a:cubicBezTo>
                  <a:cubicBezTo>
                    <a:pt x="24" y="44"/>
                    <a:pt x="25" y="32"/>
                    <a:pt x="29" y="23"/>
                  </a:cubicBezTo>
                  <a:cubicBezTo>
                    <a:pt x="32" y="16"/>
                    <a:pt x="36" y="14"/>
                    <a:pt x="41" y="8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387">
              <a:extLst>
                <a:ext uri="{FF2B5EF4-FFF2-40B4-BE49-F238E27FC236}">
                  <a16:creationId xmlns:a16="http://schemas.microsoft.com/office/drawing/2014/main" id="{C13F1E56-DBD7-4775-8650-D52A8FFDB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3056"/>
              <a:ext cx="68" cy="80"/>
            </a:xfrm>
            <a:custGeom>
              <a:avLst/>
              <a:gdLst>
                <a:gd name="T0" fmla="*/ 70 w 67"/>
                <a:gd name="T1" fmla="*/ 0 h 73"/>
                <a:gd name="T2" fmla="*/ 44 w 67"/>
                <a:gd name="T3" fmla="*/ 39 h 73"/>
                <a:gd name="T4" fmla="*/ 7 w 67"/>
                <a:gd name="T5" fmla="*/ 96 h 73"/>
                <a:gd name="T6" fmla="*/ 33 w 67"/>
                <a:gd name="T7" fmla="*/ 20 h 73"/>
                <a:gd name="T8" fmla="*/ 42 w 67"/>
                <a:gd name="T9" fmla="*/ 3 h 73"/>
                <a:gd name="T10" fmla="*/ 66 w 67"/>
                <a:gd name="T11" fmla="*/ 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73">
                  <a:moveTo>
                    <a:pt x="67" y="0"/>
                  </a:moveTo>
                  <a:cubicBezTo>
                    <a:pt x="66" y="13"/>
                    <a:pt x="49" y="21"/>
                    <a:pt x="41" y="30"/>
                  </a:cubicBezTo>
                  <a:cubicBezTo>
                    <a:pt x="29" y="44"/>
                    <a:pt x="18" y="59"/>
                    <a:pt x="7" y="73"/>
                  </a:cubicBezTo>
                  <a:cubicBezTo>
                    <a:pt x="0" y="57"/>
                    <a:pt x="28" y="30"/>
                    <a:pt x="33" y="15"/>
                  </a:cubicBezTo>
                  <a:cubicBezTo>
                    <a:pt x="35" y="7"/>
                    <a:pt x="32" y="7"/>
                    <a:pt x="39" y="3"/>
                  </a:cubicBezTo>
                  <a:cubicBezTo>
                    <a:pt x="45" y="0"/>
                    <a:pt x="56" y="2"/>
                    <a:pt x="63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388">
              <a:extLst>
                <a:ext uri="{FF2B5EF4-FFF2-40B4-BE49-F238E27FC236}">
                  <a16:creationId xmlns:a16="http://schemas.microsoft.com/office/drawing/2014/main" id="{23E48293-1C83-45D6-B5E3-2411C1CA7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3066"/>
              <a:ext cx="30" cy="94"/>
            </a:xfrm>
            <a:custGeom>
              <a:avLst/>
              <a:gdLst>
                <a:gd name="T0" fmla="*/ 21 w 29"/>
                <a:gd name="T1" fmla="*/ 10 h 86"/>
                <a:gd name="T2" fmla="*/ 23 w 29"/>
                <a:gd name="T3" fmla="*/ 59 h 86"/>
                <a:gd name="T4" fmla="*/ 13 w 29"/>
                <a:gd name="T5" fmla="*/ 89 h 86"/>
                <a:gd name="T6" fmla="*/ 0 w 29"/>
                <a:gd name="T7" fmla="*/ 113 h 86"/>
                <a:gd name="T8" fmla="*/ 2 w 29"/>
                <a:gd name="T9" fmla="*/ 80 h 86"/>
                <a:gd name="T10" fmla="*/ 9 w 29"/>
                <a:gd name="T11" fmla="*/ 39 h 86"/>
                <a:gd name="T12" fmla="*/ 22 w 29"/>
                <a:gd name="T13" fmla="*/ 4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6">
                  <a:moveTo>
                    <a:pt x="18" y="7"/>
                  </a:moveTo>
                  <a:cubicBezTo>
                    <a:pt x="29" y="16"/>
                    <a:pt x="24" y="33"/>
                    <a:pt x="20" y="45"/>
                  </a:cubicBezTo>
                  <a:cubicBezTo>
                    <a:pt x="18" y="53"/>
                    <a:pt x="16" y="61"/>
                    <a:pt x="13" y="68"/>
                  </a:cubicBezTo>
                  <a:cubicBezTo>
                    <a:pt x="9" y="75"/>
                    <a:pt x="2" y="79"/>
                    <a:pt x="0" y="86"/>
                  </a:cubicBezTo>
                  <a:cubicBezTo>
                    <a:pt x="2" y="78"/>
                    <a:pt x="2" y="70"/>
                    <a:pt x="2" y="61"/>
                  </a:cubicBezTo>
                  <a:cubicBezTo>
                    <a:pt x="3" y="50"/>
                    <a:pt x="7" y="41"/>
                    <a:pt x="9" y="30"/>
                  </a:cubicBezTo>
                  <a:cubicBezTo>
                    <a:pt x="10" y="22"/>
                    <a:pt x="3" y="0"/>
                    <a:pt x="19" y="4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389">
              <a:extLst>
                <a:ext uri="{FF2B5EF4-FFF2-40B4-BE49-F238E27FC236}">
                  <a16:creationId xmlns:a16="http://schemas.microsoft.com/office/drawing/2014/main" id="{BC85CCA9-C3AB-486E-B97C-E83A18336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140"/>
              <a:ext cx="38" cy="123"/>
            </a:xfrm>
            <a:custGeom>
              <a:avLst/>
              <a:gdLst>
                <a:gd name="T0" fmla="*/ 24 w 37"/>
                <a:gd name="T1" fmla="*/ 1 h 113"/>
                <a:gd name="T2" fmla="*/ 15 w 37"/>
                <a:gd name="T3" fmla="*/ 49 h 113"/>
                <a:gd name="T4" fmla="*/ 36 w 37"/>
                <a:gd name="T5" fmla="*/ 146 h 113"/>
                <a:gd name="T6" fmla="*/ 37 w 37"/>
                <a:gd name="T7" fmla="*/ 98 h 113"/>
                <a:gd name="T8" fmla="*/ 39 w 37"/>
                <a:gd name="T9" fmla="*/ 54 h 113"/>
                <a:gd name="T10" fmla="*/ 29 w 37"/>
                <a:gd name="T11" fmla="*/ 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13">
                  <a:moveTo>
                    <a:pt x="21" y="1"/>
                  </a:moveTo>
                  <a:cubicBezTo>
                    <a:pt x="0" y="0"/>
                    <a:pt x="11" y="26"/>
                    <a:pt x="15" y="38"/>
                  </a:cubicBezTo>
                  <a:cubicBezTo>
                    <a:pt x="24" y="64"/>
                    <a:pt x="30" y="86"/>
                    <a:pt x="33" y="113"/>
                  </a:cubicBezTo>
                  <a:cubicBezTo>
                    <a:pt x="29" y="104"/>
                    <a:pt x="33" y="86"/>
                    <a:pt x="34" y="76"/>
                  </a:cubicBezTo>
                  <a:cubicBezTo>
                    <a:pt x="35" y="65"/>
                    <a:pt x="37" y="53"/>
                    <a:pt x="36" y="42"/>
                  </a:cubicBezTo>
                  <a:cubicBezTo>
                    <a:pt x="34" y="29"/>
                    <a:pt x="31" y="12"/>
                    <a:pt x="26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390">
              <a:extLst>
                <a:ext uri="{FF2B5EF4-FFF2-40B4-BE49-F238E27FC236}">
                  <a16:creationId xmlns:a16="http://schemas.microsoft.com/office/drawing/2014/main" id="{0154E609-E5AC-4634-865C-A92D1D9AC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074"/>
              <a:ext cx="81" cy="122"/>
            </a:xfrm>
            <a:custGeom>
              <a:avLst/>
              <a:gdLst>
                <a:gd name="T0" fmla="*/ 0 w 79"/>
                <a:gd name="T1" fmla="*/ 0 h 112"/>
                <a:gd name="T2" fmla="*/ 41 w 79"/>
                <a:gd name="T3" fmla="*/ 89 h 112"/>
                <a:gd name="T4" fmla="*/ 85 w 79"/>
                <a:gd name="T5" fmla="*/ 145 h 112"/>
                <a:gd name="T6" fmla="*/ 66 w 79"/>
                <a:gd name="T7" fmla="*/ 99 h 112"/>
                <a:gd name="T8" fmla="*/ 45 w 79"/>
                <a:gd name="T9" fmla="*/ 54 h 112"/>
                <a:gd name="T10" fmla="*/ 5 w 79"/>
                <a:gd name="T11" fmla="*/ 2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12">
                  <a:moveTo>
                    <a:pt x="0" y="0"/>
                  </a:moveTo>
                  <a:cubicBezTo>
                    <a:pt x="19" y="19"/>
                    <a:pt x="30" y="44"/>
                    <a:pt x="38" y="69"/>
                  </a:cubicBezTo>
                  <a:cubicBezTo>
                    <a:pt x="46" y="93"/>
                    <a:pt x="53" y="105"/>
                    <a:pt x="79" y="112"/>
                  </a:cubicBezTo>
                  <a:cubicBezTo>
                    <a:pt x="78" y="101"/>
                    <a:pt x="65" y="87"/>
                    <a:pt x="60" y="77"/>
                  </a:cubicBezTo>
                  <a:cubicBezTo>
                    <a:pt x="53" y="65"/>
                    <a:pt x="49" y="53"/>
                    <a:pt x="42" y="42"/>
                  </a:cubicBezTo>
                  <a:cubicBezTo>
                    <a:pt x="32" y="26"/>
                    <a:pt x="17" y="16"/>
                    <a:pt x="5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391">
              <a:extLst>
                <a:ext uri="{FF2B5EF4-FFF2-40B4-BE49-F238E27FC236}">
                  <a16:creationId xmlns:a16="http://schemas.microsoft.com/office/drawing/2014/main" id="{A4D4A83C-8776-4DB7-B4B8-0E4CEF163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993"/>
              <a:ext cx="74" cy="142"/>
            </a:xfrm>
            <a:custGeom>
              <a:avLst/>
              <a:gdLst>
                <a:gd name="T0" fmla="*/ 0 w 73"/>
                <a:gd name="T1" fmla="*/ 0 h 130"/>
                <a:gd name="T2" fmla="*/ 25 w 73"/>
                <a:gd name="T3" fmla="*/ 85 h 130"/>
                <a:gd name="T4" fmla="*/ 42 w 73"/>
                <a:gd name="T5" fmla="*/ 151 h 130"/>
                <a:gd name="T6" fmla="*/ 52 w 73"/>
                <a:gd name="T7" fmla="*/ 169 h 130"/>
                <a:gd name="T8" fmla="*/ 62 w 73"/>
                <a:gd name="T9" fmla="*/ 146 h 130"/>
                <a:gd name="T10" fmla="*/ 68 w 73"/>
                <a:gd name="T11" fmla="*/ 104 h 130"/>
                <a:gd name="T12" fmla="*/ 41 w 73"/>
                <a:gd name="T13" fmla="*/ 60 h 130"/>
                <a:gd name="T14" fmla="*/ 16 w 73"/>
                <a:gd name="T15" fmla="*/ 27 h 130"/>
                <a:gd name="T16" fmla="*/ 3 w 73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30">
                  <a:moveTo>
                    <a:pt x="0" y="0"/>
                  </a:moveTo>
                  <a:cubicBezTo>
                    <a:pt x="0" y="19"/>
                    <a:pt x="19" y="45"/>
                    <a:pt x="25" y="65"/>
                  </a:cubicBezTo>
                  <a:cubicBezTo>
                    <a:pt x="31" y="81"/>
                    <a:pt x="33" y="99"/>
                    <a:pt x="39" y="115"/>
                  </a:cubicBezTo>
                  <a:cubicBezTo>
                    <a:pt x="41" y="120"/>
                    <a:pt x="42" y="130"/>
                    <a:pt x="49" y="130"/>
                  </a:cubicBezTo>
                  <a:cubicBezTo>
                    <a:pt x="57" y="130"/>
                    <a:pt x="56" y="119"/>
                    <a:pt x="59" y="113"/>
                  </a:cubicBezTo>
                  <a:cubicBezTo>
                    <a:pt x="65" y="100"/>
                    <a:pt x="73" y="94"/>
                    <a:pt x="65" y="80"/>
                  </a:cubicBezTo>
                  <a:cubicBezTo>
                    <a:pt x="58" y="69"/>
                    <a:pt x="47" y="56"/>
                    <a:pt x="38" y="46"/>
                  </a:cubicBezTo>
                  <a:cubicBezTo>
                    <a:pt x="30" y="38"/>
                    <a:pt x="23" y="30"/>
                    <a:pt x="16" y="21"/>
                  </a:cubicBezTo>
                  <a:cubicBezTo>
                    <a:pt x="10" y="14"/>
                    <a:pt x="7" y="7"/>
                    <a:pt x="3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392">
              <a:extLst>
                <a:ext uri="{FF2B5EF4-FFF2-40B4-BE49-F238E27FC236}">
                  <a16:creationId xmlns:a16="http://schemas.microsoft.com/office/drawing/2014/main" id="{DB3F1288-A87F-41D4-9FAB-9FB349529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938"/>
              <a:ext cx="1066" cy="233"/>
            </a:xfrm>
            <a:custGeom>
              <a:avLst/>
              <a:gdLst>
                <a:gd name="T0" fmla="*/ 0 w 1045"/>
                <a:gd name="T1" fmla="*/ 0 h 214"/>
                <a:gd name="T2" fmla="*/ 53 w 1045"/>
                <a:gd name="T3" fmla="*/ 56 h 214"/>
                <a:gd name="T4" fmla="*/ 100 w 1045"/>
                <a:gd name="T5" fmla="*/ 96 h 214"/>
                <a:gd name="T6" fmla="*/ 208 w 1045"/>
                <a:gd name="T7" fmla="*/ 148 h 214"/>
                <a:gd name="T8" fmla="*/ 465 w 1045"/>
                <a:gd name="T9" fmla="*/ 242 h 214"/>
                <a:gd name="T10" fmla="*/ 773 w 1045"/>
                <a:gd name="T11" fmla="*/ 193 h 214"/>
                <a:gd name="T12" fmla="*/ 922 w 1045"/>
                <a:gd name="T13" fmla="*/ 147 h 214"/>
                <a:gd name="T14" fmla="*/ 1032 w 1045"/>
                <a:gd name="T15" fmla="*/ 68 h 214"/>
                <a:gd name="T16" fmla="*/ 1109 w 1045"/>
                <a:gd name="T17" fmla="*/ 35 h 214"/>
                <a:gd name="T18" fmla="*/ 1024 w 1045"/>
                <a:gd name="T19" fmla="*/ 99 h 214"/>
                <a:gd name="T20" fmla="*/ 926 w 1045"/>
                <a:gd name="T21" fmla="*/ 183 h 214"/>
                <a:gd name="T22" fmla="*/ 826 w 1045"/>
                <a:gd name="T23" fmla="*/ 196 h 214"/>
                <a:gd name="T24" fmla="*/ 729 w 1045"/>
                <a:gd name="T25" fmla="*/ 235 h 214"/>
                <a:gd name="T26" fmla="*/ 564 w 1045"/>
                <a:gd name="T27" fmla="*/ 277 h 214"/>
                <a:gd name="T28" fmla="*/ 491 w 1045"/>
                <a:gd name="T29" fmla="*/ 267 h 214"/>
                <a:gd name="T30" fmla="*/ 385 w 1045"/>
                <a:gd name="T31" fmla="*/ 267 h 214"/>
                <a:gd name="T32" fmla="*/ 318 w 1045"/>
                <a:gd name="T33" fmla="*/ 242 h 214"/>
                <a:gd name="T34" fmla="*/ 168 w 1045"/>
                <a:gd name="T35" fmla="*/ 157 h 214"/>
                <a:gd name="T36" fmla="*/ 74 w 1045"/>
                <a:gd name="T37" fmla="*/ 91 h 214"/>
                <a:gd name="T38" fmla="*/ 47 w 1045"/>
                <a:gd name="T39" fmla="*/ 50 h 214"/>
                <a:gd name="T40" fmla="*/ 10 w 1045"/>
                <a:gd name="T41" fmla="*/ 5 h 2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5" h="214">
                  <a:moveTo>
                    <a:pt x="0" y="0"/>
                  </a:moveTo>
                  <a:cubicBezTo>
                    <a:pt x="18" y="12"/>
                    <a:pt x="34" y="31"/>
                    <a:pt x="50" y="43"/>
                  </a:cubicBezTo>
                  <a:cubicBezTo>
                    <a:pt x="64" y="55"/>
                    <a:pt x="77" y="65"/>
                    <a:pt x="94" y="74"/>
                  </a:cubicBezTo>
                  <a:cubicBezTo>
                    <a:pt x="127" y="95"/>
                    <a:pt x="155" y="106"/>
                    <a:pt x="196" y="115"/>
                  </a:cubicBezTo>
                  <a:cubicBezTo>
                    <a:pt x="280" y="135"/>
                    <a:pt x="353" y="177"/>
                    <a:pt x="438" y="187"/>
                  </a:cubicBezTo>
                  <a:cubicBezTo>
                    <a:pt x="541" y="198"/>
                    <a:pt x="634" y="191"/>
                    <a:pt x="728" y="150"/>
                  </a:cubicBezTo>
                  <a:cubicBezTo>
                    <a:pt x="774" y="130"/>
                    <a:pt x="821" y="123"/>
                    <a:pt x="869" y="114"/>
                  </a:cubicBezTo>
                  <a:cubicBezTo>
                    <a:pt x="911" y="105"/>
                    <a:pt x="937" y="77"/>
                    <a:pt x="972" y="52"/>
                  </a:cubicBezTo>
                  <a:cubicBezTo>
                    <a:pt x="995" y="35"/>
                    <a:pt x="1021" y="38"/>
                    <a:pt x="1045" y="27"/>
                  </a:cubicBezTo>
                  <a:cubicBezTo>
                    <a:pt x="1022" y="47"/>
                    <a:pt x="990" y="61"/>
                    <a:pt x="965" y="77"/>
                  </a:cubicBezTo>
                  <a:cubicBezTo>
                    <a:pt x="933" y="98"/>
                    <a:pt x="907" y="127"/>
                    <a:pt x="872" y="141"/>
                  </a:cubicBezTo>
                  <a:cubicBezTo>
                    <a:pt x="844" y="152"/>
                    <a:pt x="809" y="149"/>
                    <a:pt x="778" y="152"/>
                  </a:cubicBezTo>
                  <a:cubicBezTo>
                    <a:pt x="746" y="155"/>
                    <a:pt x="717" y="170"/>
                    <a:pt x="687" y="182"/>
                  </a:cubicBezTo>
                  <a:cubicBezTo>
                    <a:pt x="641" y="200"/>
                    <a:pt x="581" y="214"/>
                    <a:pt x="531" y="214"/>
                  </a:cubicBezTo>
                  <a:cubicBezTo>
                    <a:pt x="508" y="213"/>
                    <a:pt x="486" y="208"/>
                    <a:pt x="463" y="207"/>
                  </a:cubicBezTo>
                  <a:cubicBezTo>
                    <a:pt x="429" y="205"/>
                    <a:pt x="396" y="209"/>
                    <a:pt x="363" y="207"/>
                  </a:cubicBezTo>
                  <a:cubicBezTo>
                    <a:pt x="338" y="205"/>
                    <a:pt x="321" y="198"/>
                    <a:pt x="300" y="187"/>
                  </a:cubicBezTo>
                  <a:cubicBezTo>
                    <a:pt x="270" y="172"/>
                    <a:pt x="160" y="120"/>
                    <a:pt x="159" y="121"/>
                  </a:cubicBezTo>
                  <a:cubicBezTo>
                    <a:pt x="130" y="113"/>
                    <a:pt x="93" y="91"/>
                    <a:pt x="71" y="71"/>
                  </a:cubicBezTo>
                  <a:cubicBezTo>
                    <a:pt x="60" y="61"/>
                    <a:pt x="54" y="49"/>
                    <a:pt x="44" y="39"/>
                  </a:cubicBezTo>
                  <a:cubicBezTo>
                    <a:pt x="33" y="28"/>
                    <a:pt x="16" y="21"/>
                    <a:pt x="10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393">
              <a:extLst>
                <a:ext uri="{FF2B5EF4-FFF2-40B4-BE49-F238E27FC236}">
                  <a16:creationId xmlns:a16="http://schemas.microsoft.com/office/drawing/2014/main" id="{F9C318B7-72D6-45EA-9192-A1770AD30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929"/>
              <a:ext cx="1073" cy="219"/>
            </a:xfrm>
            <a:custGeom>
              <a:avLst/>
              <a:gdLst>
                <a:gd name="T0" fmla="*/ 0 w 1052"/>
                <a:gd name="T1" fmla="*/ 0 h 201"/>
                <a:gd name="T2" fmla="*/ 46 w 1052"/>
                <a:gd name="T3" fmla="*/ 52 h 201"/>
                <a:gd name="T4" fmla="*/ 106 w 1052"/>
                <a:gd name="T5" fmla="*/ 120 h 201"/>
                <a:gd name="T6" fmla="*/ 163 w 1052"/>
                <a:gd name="T7" fmla="*/ 145 h 201"/>
                <a:gd name="T8" fmla="*/ 277 w 1052"/>
                <a:gd name="T9" fmla="*/ 171 h 201"/>
                <a:gd name="T10" fmla="*/ 453 w 1052"/>
                <a:gd name="T11" fmla="*/ 250 h 201"/>
                <a:gd name="T12" fmla="*/ 585 w 1052"/>
                <a:gd name="T13" fmla="*/ 247 h 201"/>
                <a:gd name="T14" fmla="*/ 737 w 1052"/>
                <a:gd name="T15" fmla="*/ 202 h 201"/>
                <a:gd name="T16" fmla="*/ 833 w 1052"/>
                <a:gd name="T17" fmla="*/ 169 h 201"/>
                <a:gd name="T18" fmla="*/ 969 w 1052"/>
                <a:gd name="T19" fmla="*/ 123 h 201"/>
                <a:gd name="T20" fmla="*/ 1049 w 1052"/>
                <a:gd name="T21" fmla="*/ 54 h 201"/>
                <a:gd name="T22" fmla="*/ 1116 w 1052"/>
                <a:gd name="T23" fmla="*/ 19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2" h="201">
                  <a:moveTo>
                    <a:pt x="0" y="0"/>
                  </a:moveTo>
                  <a:cubicBezTo>
                    <a:pt x="0" y="0"/>
                    <a:pt x="21" y="30"/>
                    <a:pt x="43" y="40"/>
                  </a:cubicBezTo>
                  <a:cubicBezTo>
                    <a:pt x="66" y="49"/>
                    <a:pt x="80" y="81"/>
                    <a:pt x="100" y="93"/>
                  </a:cubicBezTo>
                  <a:cubicBezTo>
                    <a:pt x="120" y="106"/>
                    <a:pt x="114" y="102"/>
                    <a:pt x="154" y="112"/>
                  </a:cubicBezTo>
                  <a:cubicBezTo>
                    <a:pt x="194" y="122"/>
                    <a:pt x="231" y="122"/>
                    <a:pt x="262" y="132"/>
                  </a:cubicBezTo>
                  <a:cubicBezTo>
                    <a:pt x="293" y="142"/>
                    <a:pt x="360" y="184"/>
                    <a:pt x="426" y="193"/>
                  </a:cubicBezTo>
                  <a:cubicBezTo>
                    <a:pt x="491" y="201"/>
                    <a:pt x="511" y="182"/>
                    <a:pt x="552" y="191"/>
                  </a:cubicBezTo>
                  <a:cubicBezTo>
                    <a:pt x="593" y="201"/>
                    <a:pt x="668" y="174"/>
                    <a:pt x="695" y="156"/>
                  </a:cubicBezTo>
                  <a:cubicBezTo>
                    <a:pt x="722" y="138"/>
                    <a:pt x="749" y="139"/>
                    <a:pt x="785" y="130"/>
                  </a:cubicBezTo>
                  <a:cubicBezTo>
                    <a:pt x="820" y="122"/>
                    <a:pt x="879" y="120"/>
                    <a:pt x="913" y="95"/>
                  </a:cubicBezTo>
                  <a:cubicBezTo>
                    <a:pt x="947" y="69"/>
                    <a:pt x="954" y="51"/>
                    <a:pt x="988" y="42"/>
                  </a:cubicBezTo>
                  <a:cubicBezTo>
                    <a:pt x="1022" y="34"/>
                    <a:pt x="1038" y="38"/>
                    <a:pt x="1052" y="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394">
              <a:extLst>
                <a:ext uri="{FF2B5EF4-FFF2-40B4-BE49-F238E27FC236}">
                  <a16:creationId xmlns:a16="http://schemas.microsoft.com/office/drawing/2014/main" id="{6488C546-6317-4820-B203-94E047B06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381"/>
              <a:ext cx="903" cy="587"/>
            </a:xfrm>
            <a:custGeom>
              <a:avLst/>
              <a:gdLst>
                <a:gd name="T0" fmla="*/ 466 w 885"/>
                <a:gd name="T1" fmla="*/ 2 h 539"/>
                <a:gd name="T2" fmla="*/ 320 w 885"/>
                <a:gd name="T3" fmla="*/ 103 h 539"/>
                <a:gd name="T4" fmla="*/ 41 w 885"/>
                <a:gd name="T5" fmla="*/ 386 h 539"/>
                <a:gd name="T6" fmla="*/ 7 w 885"/>
                <a:gd name="T7" fmla="*/ 475 h 539"/>
                <a:gd name="T8" fmla="*/ 92 w 885"/>
                <a:gd name="T9" fmla="*/ 629 h 539"/>
                <a:gd name="T10" fmla="*/ 271 w 885"/>
                <a:gd name="T11" fmla="*/ 664 h 539"/>
                <a:gd name="T12" fmla="*/ 492 w 885"/>
                <a:gd name="T13" fmla="*/ 682 h 539"/>
                <a:gd name="T14" fmla="*/ 674 w 885"/>
                <a:gd name="T15" fmla="*/ 636 h 539"/>
                <a:gd name="T16" fmla="*/ 894 w 885"/>
                <a:gd name="T17" fmla="*/ 562 h 539"/>
                <a:gd name="T18" fmla="*/ 940 w 885"/>
                <a:gd name="T19" fmla="*/ 331 h 539"/>
                <a:gd name="T20" fmla="*/ 863 w 885"/>
                <a:gd name="T21" fmla="*/ 289 h 539"/>
                <a:gd name="T22" fmla="*/ 609 w 885"/>
                <a:gd name="T23" fmla="*/ 81 h 539"/>
                <a:gd name="T24" fmla="*/ 466 w 885"/>
                <a:gd name="T25" fmla="*/ 2 h 5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39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9" y="109"/>
                    <a:pt x="66" y="267"/>
                    <a:pt x="38" y="298"/>
                  </a:cubicBezTo>
                  <a:cubicBezTo>
                    <a:pt x="11" y="329"/>
                    <a:pt x="0" y="351"/>
                    <a:pt x="7" y="367"/>
                  </a:cubicBezTo>
                  <a:cubicBezTo>
                    <a:pt x="15" y="384"/>
                    <a:pt x="22" y="453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4" y="523"/>
                    <a:pt x="408" y="539"/>
                    <a:pt x="463" y="528"/>
                  </a:cubicBezTo>
                  <a:cubicBezTo>
                    <a:pt x="518" y="517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395">
              <a:extLst>
                <a:ext uri="{FF2B5EF4-FFF2-40B4-BE49-F238E27FC236}">
                  <a16:creationId xmlns:a16="http://schemas.microsoft.com/office/drawing/2014/main" id="{634CECF8-C3F4-4AA2-9E6A-8554C7ABE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400"/>
              <a:ext cx="345" cy="374"/>
            </a:xfrm>
            <a:custGeom>
              <a:avLst/>
              <a:gdLst>
                <a:gd name="T0" fmla="*/ 300 w 338"/>
                <a:gd name="T1" fmla="*/ 20 h 344"/>
                <a:gd name="T2" fmla="*/ 352 w 338"/>
                <a:gd name="T3" fmla="*/ 84 h 344"/>
                <a:gd name="T4" fmla="*/ 0 w 338"/>
                <a:gd name="T5" fmla="*/ 441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8" h="344">
                  <a:moveTo>
                    <a:pt x="282" y="16"/>
                  </a:moveTo>
                  <a:cubicBezTo>
                    <a:pt x="282" y="16"/>
                    <a:pt x="338" y="0"/>
                    <a:pt x="331" y="65"/>
                  </a:cubicBezTo>
                  <a:cubicBezTo>
                    <a:pt x="324" y="130"/>
                    <a:pt x="266" y="344"/>
                    <a:pt x="0" y="3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396">
              <a:extLst>
                <a:ext uri="{FF2B5EF4-FFF2-40B4-BE49-F238E27FC236}">
                  <a16:creationId xmlns:a16="http://schemas.microsoft.com/office/drawing/2014/main" id="{25A70A1C-A643-4DE3-A392-FFD18F23D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33"/>
              <a:ext cx="169" cy="223"/>
            </a:xfrm>
            <a:custGeom>
              <a:avLst/>
              <a:gdLst>
                <a:gd name="T0" fmla="*/ 4 w 166"/>
                <a:gd name="T1" fmla="*/ 0 h 205"/>
                <a:gd name="T2" fmla="*/ 175 w 166"/>
                <a:gd name="T3" fmla="*/ 264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6" h="205">
                  <a:moveTo>
                    <a:pt x="4" y="0"/>
                  </a:moveTo>
                  <a:cubicBezTo>
                    <a:pt x="4" y="0"/>
                    <a:pt x="0" y="172"/>
                    <a:pt x="166" y="20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397">
              <a:extLst>
                <a:ext uri="{FF2B5EF4-FFF2-40B4-BE49-F238E27FC236}">
                  <a16:creationId xmlns:a16="http://schemas.microsoft.com/office/drawing/2014/main" id="{E0196713-CFD6-43EA-B4DE-3109F396F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672"/>
              <a:ext cx="34" cy="100"/>
            </a:xfrm>
            <a:custGeom>
              <a:avLst/>
              <a:gdLst>
                <a:gd name="T0" fmla="*/ 36 w 33"/>
                <a:gd name="T1" fmla="*/ 118 h 92"/>
                <a:gd name="T2" fmla="*/ 25 w 33"/>
                <a:gd name="T3" fmla="*/ 62 h 92"/>
                <a:gd name="T4" fmla="*/ 0 w 3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2">
                  <a:moveTo>
                    <a:pt x="33" y="92"/>
                  </a:moveTo>
                  <a:cubicBezTo>
                    <a:pt x="27" y="78"/>
                    <a:pt x="26" y="63"/>
                    <a:pt x="22" y="48"/>
                  </a:cubicBezTo>
                  <a:cubicBezTo>
                    <a:pt x="16" y="31"/>
                    <a:pt x="10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398">
              <a:extLst>
                <a:ext uri="{FF2B5EF4-FFF2-40B4-BE49-F238E27FC236}">
                  <a16:creationId xmlns:a16="http://schemas.microsoft.com/office/drawing/2014/main" id="{1E30A474-6898-4314-A0F8-4CF29487C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907"/>
              <a:ext cx="108" cy="8"/>
            </a:xfrm>
            <a:custGeom>
              <a:avLst/>
              <a:gdLst>
                <a:gd name="T0" fmla="*/ 114 w 105"/>
                <a:gd name="T1" fmla="*/ 10 h 7"/>
                <a:gd name="T2" fmla="*/ 65 w 105"/>
                <a:gd name="T3" fmla="*/ 2 h 7"/>
                <a:gd name="T4" fmla="*/ 0 w 105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">
                  <a:moveTo>
                    <a:pt x="105" y="7"/>
                  </a:moveTo>
                  <a:cubicBezTo>
                    <a:pt x="91" y="7"/>
                    <a:pt x="74" y="4"/>
                    <a:pt x="59" y="2"/>
                  </a:cubicBezTo>
                  <a:cubicBezTo>
                    <a:pt x="39" y="0"/>
                    <a:pt x="20" y="1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399">
              <a:extLst>
                <a:ext uri="{FF2B5EF4-FFF2-40B4-BE49-F238E27FC236}">
                  <a16:creationId xmlns:a16="http://schemas.microsoft.com/office/drawing/2014/main" id="{2F03D227-6719-4EEA-BB23-7F2F5A54B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661"/>
              <a:ext cx="70" cy="23"/>
            </a:xfrm>
            <a:custGeom>
              <a:avLst/>
              <a:gdLst>
                <a:gd name="T0" fmla="*/ 72 w 69"/>
                <a:gd name="T1" fmla="*/ 24 h 21"/>
                <a:gd name="T2" fmla="*/ 33 w 69"/>
                <a:gd name="T3" fmla="*/ 15 h 21"/>
                <a:gd name="T4" fmla="*/ 0 w 6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1">
                  <a:moveTo>
                    <a:pt x="69" y="18"/>
                  </a:moveTo>
                  <a:cubicBezTo>
                    <a:pt x="57" y="21"/>
                    <a:pt x="44" y="16"/>
                    <a:pt x="33" y="12"/>
                  </a:cubicBezTo>
                  <a:cubicBezTo>
                    <a:pt x="25" y="8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400">
              <a:extLst>
                <a:ext uri="{FF2B5EF4-FFF2-40B4-BE49-F238E27FC236}">
                  <a16:creationId xmlns:a16="http://schemas.microsoft.com/office/drawing/2014/main" id="{8F42D8D4-D1B9-4780-BC10-E1FA8E9EA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842"/>
              <a:ext cx="72" cy="13"/>
            </a:xfrm>
            <a:custGeom>
              <a:avLst/>
              <a:gdLst>
                <a:gd name="T0" fmla="*/ 0 w 71"/>
                <a:gd name="T1" fmla="*/ 15 h 12"/>
                <a:gd name="T2" fmla="*/ 27 w 71"/>
                <a:gd name="T3" fmla="*/ 1 h 12"/>
                <a:gd name="T4" fmla="*/ 74 w 7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2">
                  <a:moveTo>
                    <a:pt x="0" y="12"/>
                  </a:moveTo>
                  <a:cubicBezTo>
                    <a:pt x="3" y="2"/>
                    <a:pt x="18" y="0"/>
                    <a:pt x="27" y="1"/>
                  </a:cubicBezTo>
                  <a:cubicBezTo>
                    <a:pt x="39" y="2"/>
                    <a:pt x="63" y="6"/>
                    <a:pt x="71" y="1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401">
              <a:extLst>
                <a:ext uri="{FF2B5EF4-FFF2-40B4-BE49-F238E27FC236}">
                  <a16:creationId xmlns:a16="http://schemas.microsoft.com/office/drawing/2014/main" id="{BAD9A1B7-6AC7-444F-9F4B-8EC64F0D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855"/>
              <a:ext cx="22" cy="47"/>
            </a:xfrm>
            <a:custGeom>
              <a:avLst/>
              <a:gdLst>
                <a:gd name="T0" fmla="*/ 0 w 22"/>
                <a:gd name="T1" fmla="*/ 0 h 43"/>
                <a:gd name="T2" fmla="*/ 3 w 22"/>
                <a:gd name="T3" fmla="*/ 23 h 43"/>
                <a:gd name="T4" fmla="*/ 22 w 22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0" y="6"/>
                    <a:pt x="0" y="11"/>
                    <a:pt x="3" y="17"/>
                  </a:cubicBezTo>
                  <a:cubicBezTo>
                    <a:pt x="8" y="26"/>
                    <a:pt x="22" y="33"/>
                    <a:pt x="22" y="4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402">
              <a:extLst>
                <a:ext uri="{FF2B5EF4-FFF2-40B4-BE49-F238E27FC236}">
                  <a16:creationId xmlns:a16="http://schemas.microsoft.com/office/drawing/2014/main" id="{CB1DEC3A-5874-4F20-A794-1A0236B9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583"/>
              <a:ext cx="53" cy="79"/>
            </a:xfrm>
            <a:custGeom>
              <a:avLst/>
              <a:gdLst>
                <a:gd name="T0" fmla="*/ 46 w 52"/>
                <a:gd name="T1" fmla="*/ 92 h 73"/>
                <a:gd name="T2" fmla="*/ 0 w 52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3">
                  <a:moveTo>
                    <a:pt x="43" y="73"/>
                  </a:moveTo>
                  <a:cubicBezTo>
                    <a:pt x="52" y="38"/>
                    <a:pt x="27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403">
              <a:extLst>
                <a:ext uri="{FF2B5EF4-FFF2-40B4-BE49-F238E27FC236}">
                  <a16:creationId xmlns:a16="http://schemas.microsoft.com/office/drawing/2014/main" id="{6AA3A6E9-8BD4-4FBD-BB87-7C0FDD61D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931"/>
              <a:ext cx="188" cy="34"/>
            </a:xfrm>
            <a:custGeom>
              <a:avLst/>
              <a:gdLst>
                <a:gd name="T0" fmla="*/ 0 w 184"/>
                <a:gd name="T1" fmla="*/ 13 h 31"/>
                <a:gd name="T2" fmla="*/ 93 w 184"/>
                <a:gd name="T3" fmla="*/ 12 h 31"/>
                <a:gd name="T4" fmla="*/ 148 w 184"/>
                <a:gd name="T5" fmla="*/ 30 h 31"/>
                <a:gd name="T6" fmla="*/ 196 w 184"/>
                <a:gd name="T7" fmla="*/ 3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1">
                  <a:moveTo>
                    <a:pt x="0" y="10"/>
                  </a:moveTo>
                  <a:cubicBezTo>
                    <a:pt x="30" y="11"/>
                    <a:pt x="57" y="0"/>
                    <a:pt x="87" y="9"/>
                  </a:cubicBezTo>
                  <a:cubicBezTo>
                    <a:pt x="105" y="13"/>
                    <a:pt x="122" y="18"/>
                    <a:pt x="139" y="23"/>
                  </a:cubicBezTo>
                  <a:cubicBezTo>
                    <a:pt x="148" y="26"/>
                    <a:pt x="180" y="31"/>
                    <a:pt x="184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404">
              <a:extLst>
                <a:ext uri="{FF2B5EF4-FFF2-40B4-BE49-F238E27FC236}">
                  <a16:creationId xmlns:a16="http://schemas.microsoft.com/office/drawing/2014/main" id="{7D1F28B2-521D-4DB6-8B12-0F2A2258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3066"/>
              <a:ext cx="91" cy="133"/>
            </a:xfrm>
            <a:custGeom>
              <a:avLst/>
              <a:gdLst>
                <a:gd name="T0" fmla="*/ 0 w 90"/>
                <a:gd name="T1" fmla="*/ 0 h 122"/>
                <a:gd name="T2" fmla="*/ 93 w 90"/>
                <a:gd name="T3" fmla="*/ 158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22">
                  <a:moveTo>
                    <a:pt x="0" y="0"/>
                  </a:moveTo>
                  <a:cubicBezTo>
                    <a:pt x="41" y="28"/>
                    <a:pt x="79" y="74"/>
                    <a:pt x="90" y="12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405">
              <a:extLst>
                <a:ext uri="{FF2B5EF4-FFF2-40B4-BE49-F238E27FC236}">
                  <a16:creationId xmlns:a16="http://schemas.microsoft.com/office/drawing/2014/main" id="{965C1C0E-515B-4A2A-A2E3-718BE1AFB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067"/>
              <a:ext cx="43" cy="113"/>
            </a:xfrm>
            <a:custGeom>
              <a:avLst/>
              <a:gdLst>
                <a:gd name="T0" fmla="*/ 0 w 42"/>
                <a:gd name="T1" fmla="*/ 0 h 104"/>
                <a:gd name="T2" fmla="*/ 45 w 42"/>
                <a:gd name="T3" fmla="*/ 134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04">
                  <a:moveTo>
                    <a:pt x="0" y="0"/>
                  </a:moveTo>
                  <a:cubicBezTo>
                    <a:pt x="17" y="36"/>
                    <a:pt x="42" y="61"/>
                    <a:pt x="42" y="10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406">
              <a:extLst>
                <a:ext uri="{FF2B5EF4-FFF2-40B4-BE49-F238E27FC236}">
                  <a16:creationId xmlns:a16="http://schemas.microsoft.com/office/drawing/2014/main" id="{11E6262D-37D1-43C3-8CAA-D1AB5F122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990"/>
              <a:ext cx="37" cy="137"/>
            </a:xfrm>
            <a:custGeom>
              <a:avLst/>
              <a:gdLst>
                <a:gd name="T0" fmla="*/ 2 w 36"/>
                <a:gd name="T1" fmla="*/ 0 h 126"/>
                <a:gd name="T2" fmla="*/ 26 w 36"/>
                <a:gd name="T3" fmla="*/ 77 h 126"/>
                <a:gd name="T4" fmla="*/ 39 w 36"/>
                <a:gd name="T5" fmla="*/ 162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26">
                  <a:moveTo>
                    <a:pt x="2" y="0"/>
                  </a:moveTo>
                  <a:cubicBezTo>
                    <a:pt x="0" y="18"/>
                    <a:pt x="17" y="43"/>
                    <a:pt x="23" y="60"/>
                  </a:cubicBezTo>
                  <a:cubicBezTo>
                    <a:pt x="30" y="82"/>
                    <a:pt x="34" y="104"/>
                    <a:pt x="36" y="12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407">
              <a:extLst>
                <a:ext uri="{FF2B5EF4-FFF2-40B4-BE49-F238E27FC236}">
                  <a16:creationId xmlns:a16="http://schemas.microsoft.com/office/drawing/2014/main" id="{473265FF-B2B5-4D2E-831D-67872A1BA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82"/>
              <a:ext cx="78" cy="78"/>
            </a:xfrm>
            <a:custGeom>
              <a:avLst/>
              <a:gdLst>
                <a:gd name="T0" fmla="*/ 0 w 77"/>
                <a:gd name="T1" fmla="*/ 0 h 71"/>
                <a:gd name="T2" fmla="*/ 80 w 77"/>
                <a:gd name="T3" fmla="*/ 94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71">
                  <a:moveTo>
                    <a:pt x="0" y="0"/>
                  </a:moveTo>
                  <a:cubicBezTo>
                    <a:pt x="9" y="33"/>
                    <a:pt x="60" y="43"/>
                    <a:pt x="77" y="7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408">
              <a:extLst>
                <a:ext uri="{FF2B5EF4-FFF2-40B4-BE49-F238E27FC236}">
                  <a16:creationId xmlns:a16="http://schemas.microsoft.com/office/drawing/2014/main" id="{D2DD0879-D5D1-4D85-AA19-CB70F709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139"/>
              <a:ext cx="34" cy="105"/>
            </a:xfrm>
            <a:custGeom>
              <a:avLst/>
              <a:gdLst>
                <a:gd name="T0" fmla="*/ 11 w 34"/>
                <a:gd name="T1" fmla="*/ 0 h 96"/>
                <a:gd name="T2" fmla="*/ 34 w 34"/>
                <a:gd name="T3" fmla="*/ 12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6">
                  <a:moveTo>
                    <a:pt x="11" y="0"/>
                  </a:moveTo>
                  <a:cubicBezTo>
                    <a:pt x="0" y="24"/>
                    <a:pt x="29" y="71"/>
                    <a:pt x="34" y="9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409">
              <a:extLst>
                <a:ext uri="{FF2B5EF4-FFF2-40B4-BE49-F238E27FC236}">
                  <a16:creationId xmlns:a16="http://schemas.microsoft.com/office/drawing/2014/main" id="{68BA9418-AF7F-42B3-8823-8CEEAF878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50"/>
              <a:ext cx="80" cy="117"/>
            </a:xfrm>
            <a:custGeom>
              <a:avLst/>
              <a:gdLst>
                <a:gd name="T0" fmla="*/ 76 w 79"/>
                <a:gd name="T1" fmla="*/ 0 h 108"/>
                <a:gd name="T2" fmla="*/ 52 w 79"/>
                <a:gd name="T3" fmla="*/ 54 h 108"/>
                <a:gd name="T4" fmla="*/ 0 w 79"/>
                <a:gd name="T5" fmla="*/ 13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08">
                  <a:moveTo>
                    <a:pt x="73" y="0"/>
                  </a:moveTo>
                  <a:cubicBezTo>
                    <a:pt x="79" y="15"/>
                    <a:pt x="58" y="32"/>
                    <a:pt x="49" y="42"/>
                  </a:cubicBezTo>
                  <a:cubicBezTo>
                    <a:pt x="30" y="62"/>
                    <a:pt x="7" y="81"/>
                    <a:pt x="0" y="1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410">
              <a:extLst>
                <a:ext uri="{FF2B5EF4-FFF2-40B4-BE49-F238E27FC236}">
                  <a16:creationId xmlns:a16="http://schemas.microsoft.com/office/drawing/2014/main" id="{12EFA74E-1805-4767-BAD9-9BA5CDA91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3066"/>
              <a:ext cx="24" cy="100"/>
            </a:xfrm>
            <a:custGeom>
              <a:avLst/>
              <a:gdLst>
                <a:gd name="T0" fmla="*/ 19 w 24"/>
                <a:gd name="T1" fmla="*/ 0 h 92"/>
                <a:gd name="T2" fmla="*/ 20 w 24"/>
                <a:gd name="T3" fmla="*/ 54 h 92"/>
                <a:gd name="T4" fmla="*/ 0 w 24"/>
                <a:gd name="T5" fmla="*/ 11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2">
                  <a:moveTo>
                    <a:pt x="19" y="0"/>
                  </a:moveTo>
                  <a:cubicBezTo>
                    <a:pt x="15" y="13"/>
                    <a:pt x="24" y="28"/>
                    <a:pt x="20" y="42"/>
                  </a:cubicBezTo>
                  <a:cubicBezTo>
                    <a:pt x="16" y="60"/>
                    <a:pt x="3" y="73"/>
                    <a:pt x="0" y="9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411">
              <a:extLst>
                <a:ext uri="{FF2B5EF4-FFF2-40B4-BE49-F238E27FC236}">
                  <a16:creationId xmlns:a16="http://schemas.microsoft.com/office/drawing/2014/main" id="{C0CE1B3F-1D46-4BF1-A9F9-16BFF9C9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3131"/>
              <a:ext cx="44" cy="131"/>
            </a:xfrm>
            <a:custGeom>
              <a:avLst/>
              <a:gdLst>
                <a:gd name="T0" fmla="*/ 46 w 43"/>
                <a:gd name="T1" fmla="*/ 0 h 120"/>
                <a:gd name="T2" fmla="*/ 0 w 43"/>
                <a:gd name="T3" fmla="*/ 156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0">
                  <a:moveTo>
                    <a:pt x="43" y="0"/>
                  </a:moveTo>
                  <a:cubicBezTo>
                    <a:pt x="16" y="22"/>
                    <a:pt x="3" y="86"/>
                    <a:pt x="0" y="12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412">
              <a:extLst>
                <a:ext uri="{FF2B5EF4-FFF2-40B4-BE49-F238E27FC236}">
                  <a16:creationId xmlns:a16="http://schemas.microsoft.com/office/drawing/2014/main" id="{67A5DDC7-4DDC-4615-9AE3-22E315F13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134"/>
              <a:ext cx="23" cy="99"/>
            </a:xfrm>
            <a:custGeom>
              <a:avLst/>
              <a:gdLst>
                <a:gd name="T0" fmla="*/ 0 w 22"/>
                <a:gd name="T1" fmla="*/ 0 h 91"/>
                <a:gd name="T2" fmla="*/ 24 w 22"/>
                <a:gd name="T3" fmla="*/ 117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1">
                  <a:moveTo>
                    <a:pt x="0" y="0"/>
                  </a:moveTo>
                  <a:cubicBezTo>
                    <a:pt x="18" y="22"/>
                    <a:pt x="22" y="69"/>
                    <a:pt x="21" y="9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413">
              <a:extLst>
                <a:ext uri="{FF2B5EF4-FFF2-40B4-BE49-F238E27FC236}">
                  <a16:creationId xmlns:a16="http://schemas.microsoft.com/office/drawing/2014/main" id="{D2A51ED7-83CA-4440-8151-C8DC6B4B1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695"/>
              <a:ext cx="75" cy="205"/>
            </a:xfrm>
            <a:custGeom>
              <a:avLst/>
              <a:gdLst>
                <a:gd name="T0" fmla="*/ 46 w 74"/>
                <a:gd name="T1" fmla="*/ 0 h 188"/>
                <a:gd name="T2" fmla="*/ 4 w 74"/>
                <a:gd name="T3" fmla="*/ 128 h 188"/>
                <a:gd name="T4" fmla="*/ 45 w 74"/>
                <a:gd name="T5" fmla="*/ 240 h 188"/>
                <a:gd name="T6" fmla="*/ 60 w 74"/>
                <a:gd name="T7" fmla="*/ 124 h 188"/>
                <a:gd name="T8" fmla="*/ 56 w 74"/>
                <a:gd name="T9" fmla="*/ 4 h 188"/>
                <a:gd name="T10" fmla="*/ 48 w 74"/>
                <a:gd name="T11" fmla="*/ 0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88">
                  <a:moveTo>
                    <a:pt x="43" y="0"/>
                  </a:moveTo>
                  <a:cubicBezTo>
                    <a:pt x="18" y="19"/>
                    <a:pt x="0" y="68"/>
                    <a:pt x="4" y="98"/>
                  </a:cubicBezTo>
                  <a:cubicBezTo>
                    <a:pt x="6" y="114"/>
                    <a:pt x="16" y="188"/>
                    <a:pt x="42" y="185"/>
                  </a:cubicBezTo>
                  <a:cubicBezTo>
                    <a:pt x="74" y="181"/>
                    <a:pt x="63" y="114"/>
                    <a:pt x="57" y="96"/>
                  </a:cubicBezTo>
                  <a:cubicBezTo>
                    <a:pt x="46" y="63"/>
                    <a:pt x="41" y="38"/>
                    <a:pt x="53" y="4"/>
                  </a:cubicBezTo>
                  <a:cubicBezTo>
                    <a:pt x="50" y="2"/>
                    <a:pt x="48" y="1"/>
                    <a:pt x="45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414">
              <a:extLst>
                <a:ext uri="{FF2B5EF4-FFF2-40B4-BE49-F238E27FC236}">
                  <a16:creationId xmlns:a16="http://schemas.microsoft.com/office/drawing/2014/main" id="{C74B97F2-B338-4AF7-9453-E8018C17E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553"/>
              <a:ext cx="139" cy="90"/>
            </a:xfrm>
            <a:custGeom>
              <a:avLst/>
              <a:gdLst>
                <a:gd name="T0" fmla="*/ 0 w 136"/>
                <a:gd name="T1" fmla="*/ 97 h 82"/>
                <a:gd name="T2" fmla="*/ 44 w 136"/>
                <a:gd name="T3" fmla="*/ 102 h 82"/>
                <a:gd name="T4" fmla="*/ 80 w 136"/>
                <a:gd name="T5" fmla="*/ 63 h 82"/>
                <a:gd name="T6" fmla="*/ 145 w 136"/>
                <a:gd name="T7" fmla="*/ 0 h 82"/>
                <a:gd name="T8" fmla="*/ 8 w 136"/>
                <a:gd name="T9" fmla="*/ 9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82">
                  <a:moveTo>
                    <a:pt x="0" y="73"/>
                  </a:moveTo>
                  <a:cubicBezTo>
                    <a:pt x="13" y="72"/>
                    <a:pt x="28" y="82"/>
                    <a:pt x="41" y="77"/>
                  </a:cubicBezTo>
                  <a:cubicBezTo>
                    <a:pt x="52" y="73"/>
                    <a:pt x="65" y="55"/>
                    <a:pt x="74" y="47"/>
                  </a:cubicBezTo>
                  <a:cubicBezTo>
                    <a:pt x="94" y="30"/>
                    <a:pt x="117" y="18"/>
                    <a:pt x="136" y="0"/>
                  </a:cubicBezTo>
                  <a:cubicBezTo>
                    <a:pt x="88" y="13"/>
                    <a:pt x="41" y="37"/>
                    <a:pt x="8" y="73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415">
              <a:extLst>
                <a:ext uri="{FF2B5EF4-FFF2-40B4-BE49-F238E27FC236}">
                  <a16:creationId xmlns:a16="http://schemas.microsoft.com/office/drawing/2014/main" id="{DA55F42D-D4EA-478E-B53C-A0C7A3B4D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921"/>
              <a:ext cx="715" cy="158"/>
            </a:xfrm>
            <a:custGeom>
              <a:avLst/>
              <a:gdLst>
                <a:gd name="T0" fmla="*/ 16 w 701"/>
                <a:gd name="T1" fmla="*/ 13 h 145"/>
                <a:gd name="T2" fmla="*/ 5 w 701"/>
                <a:gd name="T3" fmla="*/ 42 h 145"/>
                <a:gd name="T4" fmla="*/ 48 w 701"/>
                <a:gd name="T5" fmla="*/ 74 h 145"/>
                <a:gd name="T6" fmla="*/ 172 w 701"/>
                <a:gd name="T7" fmla="*/ 76 h 145"/>
                <a:gd name="T8" fmla="*/ 299 w 701"/>
                <a:gd name="T9" fmla="*/ 106 h 145"/>
                <a:gd name="T10" fmla="*/ 425 w 701"/>
                <a:gd name="T11" fmla="*/ 160 h 145"/>
                <a:gd name="T12" fmla="*/ 665 w 701"/>
                <a:gd name="T13" fmla="*/ 119 h 145"/>
                <a:gd name="T14" fmla="*/ 730 w 701"/>
                <a:gd name="T15" fmla="*/ 84 h 145"/>
                <a:gd name="T16" fmla="*/ 622 w 701"/>
                <a:gd name="T17" fmla="*/ 62 h 145"/>
                <a:gd name="T18" fmla="*/ 529 w 701"/>
                <a:gd name="T19" fmla="*/ 61 h 145"/>
                <a:gd name="T20" fmla="*/ 444 w 701"/>
                <a:gd name="T21" fmla="*/ 78 h 145"/>
                <a:gd name="T22" fmla="*/ 279 w 701"/>
                <a:gd name="T23" fmla="*/ 68 h 145"/>
                <a:gd name="T24" fmla="*/ 199 w 701"/>
                <a:gd name="T25" fmla="*/ 35 h 145"/>
                <a:gd name="T26" fmla="*/ 112 w 701"/>
                <a:gd name="T27" fmla="*/ 23 h 145"/>
                <a:gd name="T28" fmla="*/ 18 w 701"/>
                <a:gd name="T29" fmla="*/ 13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1" h="145">
                  <a:moveTo>
                    <a:pt x="16" y="10"/>
                  </a:moveTo>
                  <a:cubicBezTo>
                    <a:pt x="2" y="9"/>
                    <a:pt x="0" y="23"/>
                    <a:pt x="5" y="33"/>
                  </a:cubicBezTo>
                  <a:cubicBezTo>
                    <a:pt x="12" y="46"/>
                    <a:pt x="33" y="51"/>
                    <a:pt x="45" y="57"/>
                  </a:cubicBezTo>
                  <a:cubicBezTo>
                    <a:pt x="83" y="72"/>
                    <a:pt x="122" y="56"/>
                    <a:pt x="163" y="59"/>
                  </a:cubicBezTo>
                  <a:cubicBezTo>
                    <a:pt x="204" y="61"/>
                    <a:pt x="241" y="72"/>
                    <a:pt x="281" y="82"/>
                  </a:cubicBezTo>
                  <a:cubicBezTo>
                    <a:pt x="323" y="93"/>
                    <a:pt x="360" y="114"/>
                    <a:pt x="401" y="124"/>
                  </a:cubicBezTo>
                  <a:cubicBezTo>
                    <a:pt x="481" y="145"/>
                    <a:pt x="549" y="110"/>
                    <a:pt x="626" y="92"/>
                  </a:cubicBezTo>
                  <a:cubicBezTo>
                    <a:pt x="638" y="89"/>
                    <a:pt x="701" y="91"/>
                    <a:pt x="688" y="65"/>
                  </a:cubicBezTo>
                  <a:cubicBezTo>
                    <a:pt x="678" y="45"/>
                    <a:pt x="605" y="49"/>
                    <a:pt x="586" y="48"/>
                  </a:cubicBezTo>
                  <a:cubicBezTo>
                    <a:pt x="555" y="44"/>
                    <a:pt x="530" y="40"/>
                    <a:pt x="499" y="47"/>
                  </a:cubicBezTo>
                  <a:cubicBezTo>
                    <a:pt x="473" y="53"/>
                    <a:pt x="445" y="59"/>
                    <a:pt x="418" y="61"/>
                  </a:cubicBezTo>
                  <a:cubicBezTo>
                    <a:pt x="367" y="64"/>
                    <a:pt x="313" y="64"/>
                    <a:pt x="264" y="52"/>
                  </a:cubicBezTo>
                  <a:cubicBezTo>
                    <a:pt x="238" y="45"/>
                    <a:pt x="213" y="33"/>
                    <a:pt x="187" y="27"/>
                  </a:cubicBezTo>
                  <a:cubicBezTo>
                    <a:pt x="159" y="21"/>
                    <a:pt x="135" y="18"/>
                    <a:pt x="106" y="17"/>
                  </a:cubicBezTo>
                  <a:cubicBezTo>
                    <a:pt x="90" y="16"/>
                    <a:pt x="24" y="0"/>
                    <a:pt x="18" y="1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416">
              <a:extLst>
                <a:ext uri="{FF2B5EF4-FFF2-40B4-BE49-F238E27FC236}">
                  <a16:creationId xmlns:a16="http://schemas.microsoft.com/office/drawing/2014/main" id="{F45E6EE2-9FEF-4DDA-A081-41B9A2DF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904"/>
              <a:ext cx="145" cy="80"/>
            </a:xfrm>
            <a:custGeom>
              <a:avLst/>
              <a:gdLst>
                <a:gd name="T0" fmla="*/ 0 w 142"/>
                <a:gd name="T1" fmla="*/ 35 h 74"/>
                <a:gd name="T2" fmla="*/ 78 w 142"/>
                <a:gd name="T3" fmla="*/ 92 h 74"/>
                <a:gd name="T4" fmla="*/ 147 w 142"/>
                <a:gd name="T5" fmla="*/ 59 h 74"/>
                <a:gd name="T6" fmla="*/ 112 w 142"/>
                <a:gd name="T7" fmla="*/ 26 h 74"/>
                <a:gd name="T8" fmla="*/ 86 w 142"/>
                <a:gd name="T9" fmla="*/ 1 h 74"/>
                <a:gd name="T10" fmla="*/ 13 w 142"/>
                <a:gd name="T11" fmla="*/ 2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74">
                  <a:moveTo>
                    <a:pt x="0" y="28"/>
                  </a:moveTo>
                  <a:cubicBezTo>
                    <a:pt x="34" y="37"/>
                    <a:pt x="37" y="72"/>
                    <a:pt x="72" y="73"/>
                  </a:cubicBezTo>
                  <a:cubicBezTo>
                    <a:pt x="86" y="74"/>
                    <a:pt x="142" y="70"/>
                    <a:pt x="138" y="47"/>
                  </a:cubicBezTo>
                  <a:cubicBezTo>
                    <a:pt x="137" y="39"/>
                    <a:pt x="111" y="27"/>
                    <a:pt x="106" y="20"/>
                  </a:cubicBezTo>
                  <a:cubicBezTo>
                    <a:pt x="95" y="8"/>
                    <a:pt x="101" y="2"/>
                    <a:pt x="80" y="1"/>
                  </a:cubicBezTo>
                  <a:cubicBezTo>
                    <a:pt x="67" y="0"/>
                    <a:pt x="11" y="15"/>
                    <a:pt x="13" y="18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417">
              <a:extLst>
                <a:ext uri="{FF2B5EF4-FFF2-40B4-BE49-F238E27FC236}">
                  <a16:creationId xmlns:a16="http://schemas.microsoft.com/office/drawing/2014/main" id="{ECF942B5-627D-45EE-A04C-6ABB361C9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608"/>
              <a:ext cx="110" cy="301"/>
            </a:xfrm>
            <a:custGeom>
              <a:avLst/>
              <a:gdLst>
                <a:gd name="T0" fmla="*/ 19 w 108"/>
                <a:gd name="T1" fmla="*/ 0 h 277"/>
                <a:gd name="T2" fmla="*/ 32 w 108"/>
                <a:gd name="T3" fmla="*/ 67 h 277"/>
                <a:gd name="T4" fmla="*/ 21 w 108"/>
                <a:gd name="T5" fmla="*/ 139 h 277"/>
                <a:gd name="T6" fmla="*/ 9 w 108"/>
                <a:gd name="T7" fmla="*/ 223 h 277"/>
                <a:gd name="T8" fmla="*/ 51 w 108"/>
                <a:gd name="T9" fmla="*/ 273 h 277"/>
                <a:gd name="T10" fmla="*/ 66 w 108"/>
                <a:gd name="T11" fmla="*/ 355 h 277"/>
                <a:gd name="T12" fmla="*/ 101 w 108"/>
                <a:gd name="T13" fmla="*/ 272 h 277"/>
                <a:gd name="T14" fmla="*/ 107 w 108"/>
                <a:gd name="T15" fmla="*/ 164 h 277"/>
                <a:gd name="T16" fmla="*/ 31 w 108"/>
                <a:gd name="T17" fmla="*/ 2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277">
                  <a:moveTo>
                    <a:pt x="19" y="0"/>
                  </a:moveTo>
                  <a:cubicBezTo>
                    <a:pt x="19" y="17"/>
                    <a:pt x="28" y="35"/>
                    <a:pt x="29" y="52"/>
                  </a:cubicBezTo>
                  <a:cubicBezTo>
                    <a:pt x="31" y="73"/>
                    <a:pt x="26" y="90"/>
                    <a:pt x="21" y="109"/>
                  </a:cubicBezTo>
                  <a:cubicBezTo>
                    <a:pt x="18" y="126"/>
                    <a:pt x="0" y="157"/>
                    <a:pt x="9" y="174"/>
                  </a:cubicBezTo>
                  <a:cubicBezTo>
                    <a:pt x="17" y="190"/>
                    <a:pt x="40" y="191"/>
                    <a:pt x="48" y="213"/>
                  </a:cubicBezTo>
                  <a:cubicBezTo>
                    <a:pt x="55" y="231"/>
                    <a:pt x="48" y="265"/>
                    <a:pt x="63" y="277"/>
                  </a:cubicBezTo>
                  <a:cubicBezTo>
                    <a:pt x="78" y="264"/>
                    <a:pt x="88" y="231"/>
                    <a:pt x="95" y="212"/>
                  </a:cubicBezTo>
                  <a:cubicBezTo>
                    <a:pt x="103" y="188"/>
                    <a:pt x="108" y="154"/>
                    <a:pt x="101" y="128"/>
                  </a:cubicBezTo>
                  <a:cubicBezTo>
                    <a:pt x="92" y="93"/>
                    <a:pt x="61" y="20"/>
                    <a:pt x="28" y="2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418">
              <a:extLst>
                <a:ext uri="{FF2B5EF4-FFF2-40B4-BE49-F238E27FC236}">
                  <a16:creationId xmlns:a16="http://schemas.microsoft.com/office/drawing/2014/main" id="{7CA9E0A5-667D-40F7-B80E-1DACD95C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468"/>
              <a:ext cx="185" cy="85"/>
            </a:xfrm>
            <a:custGeom>
              <a:avLst/>
              <a:gdLst>
                <a:gd name="T0" fmla="*/ 0 w 181"/>
                <a:gd name="T1" fmla="*/ 4 h 78"/>
                <a:gd name="T2" fmla="*/ 104 w 181"/>
                <a:gd name="T3" fmla="*/ 77 h 78"/>
                <a:gd name="T4" fmla="*/ 190 w 181"/>
                <a:gd name="T5" fmla="*/ 100 h 78"/>
                <a:gd name="T6" fmla="*/ 86 w 181"/>
                <a:gd name="T7" fmla="*/ 29 h 78"/>
                <a:gd name="T8" fmla="*/ 8 w 181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8">
                  <a:moveTo>
                    <a:pt x="0" y="4"/>
                  </a:moveTo>
                  <a:cubicBezTo>
                    <a:pt x="30" y="5"/>
                    <a:pt x="71" y="44"/>
                    <a:pt x="98" y="60"/>
                  </a:cubicBezTo>
                  <a:cubicBezTo>
                    <a:pt x="122" y="74"/>
                    <a:pt x="150" y="78"/>
                    <a:pt x="178" y="77"/>
                  </a:cubicBezTo>
                  <a:cubicBezTo>
                    <a:pt x="181" y="48"/>
                    <a:pt x="99" y="29"/>
                    <a:pt x="80" y="23"/>
                  </a:cubicBezTo>
                  <a:cubicBezTo>
                    <a:pt x="56" y="15"/>
                    <a:pt x="29" y="8"/>
                    <a:pt x="8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419">
              <a:extLst>
                <a:ext uri="{FF2B5EF4-FFF2-40B4-BE49-F238E27FC236}">
                  <a16:creationId xmlns:a16="http://schemas.microsoft.com/office/drawing/2014/main" id="{1C74C759-16B9-4963-8186-1B2EBACC7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3084"/>
              <a:ext cx="855" cy="725"/>
            </a:xfrm>
            <a:custGeom>
              <a:avLst/>
              <a:gdLst>
                <a:gd name="T0" fmla="*/ 12 w 838"/>
                <a:gd name="T1" fmla="*/ 13 h 666"/>
                <a:gd name="T2" fmla="*/ 33 w 838"/>
                <a:gd name="T3" fmla="*/ 110 h 666"/>
                <a:gd name="T4" fmla="*/ 20 w 838"/>
                <a:gd name="T5" fmla="*/ 162 h 666"/>
                <a:gd name="T6" fmla="*/ 16 w 838"/>
                <a:gd name="T7" fmla="*/ 236 h 666"/>
                <a:gd name="T8" fmla="*/ 22 w 838"/>
                <a:gd name="T9" fmla="*/ 422 h 666"/>
                <a:gd name="T10" fmla="*/ 81 w 838"/>
                <a:gd name="T11" fmla="*/ 597 h 666"/>
                <a:gd name="T12" fmla="*/ 191 w 838"/>
                <a:gd name="T13" fmla="*/ 730 h 666"/>
                <a:gd name="T14" fmla="*/ 333 w 838"/>
                <a:gd name="T15" fmla="*/ 813 h 666"/>
                <a:gd name="T16" fmla="*/ 510 w 838"/>
                <a:gd name="T17" fmla="*/ 839 h 666"/>
                <a:gd name="T18" fmla="*/ 695 w 838"/>
                <a:gd name="T19" fmla="*/ 848 h 666"/>
                <a:gd name="T20" fmla="*/ 890 w 838"/>
                <a:gd name="T21" fmla="*/ 725 h 666"/>
                <a:gd name="T22" fmla="*/ 636 w 838"/>
                <a:gd name="T23" fmla="*/ 712 h 666"/>
                <a:gd name="T24" fmla="*/ 514 w 838"/>
                <a:gd name="T25" fmla="*/ 661 h 666"/>
                <a:gd name="T26" fmla="*/ 453 w 838"/>
                <a:gd name="T27" fmla="*/ 531 h 666"/>
                <a:gd name="T28" fmla="*/ 307 w 838"/>
                <a:gd name="T29" fmla="*/ 372 h 666"/>
                <a:gd name="T30" fmla="*/ 183 w 838"/>
                <a:gd name="T31" fmla="*/ 258 h 666"/>
                <a:gd name="T32" fmla="*/ 59 w 838"/>
                <a:gd name="T33" fmla="*/ 136 h 666"/>
                <a:gd name="T34" fmla="*/ 42 w 838"/>
                <a:gd name="T35" fmla="*/ 44 h 666"/>
                <a:gd name="T36" fmla="*/ 8 w 838"/>
                <a:gd name="T37" fmla="*/ 0 h 6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38" h="666">
                  <a:moveTo>
                    <a:pt x="12" y="10"/>
                  </a:moveTo>
                  <a:cubicBezTo>
                    <a:pt x="0" y="36"/>
                    <a:pt x="29" y="60"/>
                    <a:pt x="30" y="85"/>
                  </a:cubicBezTo>
                  <a:cubicBezTo>
                    <a:pt x="31" y="98"/>
                    <a:pt x="22" y="113"/>
                    <a:pt x="20" y="126"/>
                  </a:cubicBezTo>
                  <a:cubicBezTo>
                    <a:pt x="17" y="145"/>
                    <a:pt x="16" y="164"/>
                    <a:pt x="16" y="183"/>
                  </a:cubicBezTo>
                  <a:cubicBezTo>
                    <a:pt x="16" y="232"/>
                    <a:pt x="15" y="280"/>
                    <a:pt x="22" y="327"/>
                  </a:cubicBezTo>
                  <a:cubicBezTo>
                    <a:pt x="29" y="374"/>
                    <a:pt x="50" y="422"/>
                    <a:pt x="75" y="462"/>
                  </a:cubicBezTo>
                  <a:cubicBezTo>
                    <a:pt x="102" y="507"/>
                    <a:pt x="135" y="538"/>
                    <a:pt x="179" y="566"/>
                  </a:cubicBezTo>
                  <a:cubicBezTo>
                    <a:pt x="216" y="591"/>
                    <a:pt x="270" y="625"/>
                    <a:pt x="314" y="630"/>
                  </a:cubicBezTo>
                  <a:cubicBezTo>
                    <a:pt x="369" y="637"/>
                    <a:pt x="425" y="639"/>
                    <a:pt x="480" y="650"/>
                  </a:cubicBezTo>
                  <a:cubicBezTo>
                    <a:pt x="534" y="660"/>
                    <a:pt x="598" y="666"/>
                    <a:pt x="654" y="658"/>
                  </a:cubicBezTo>
                  <a:cubicBezTo>
                    <a:pt x="711" y="651"/>
                    <a:pt x="820" y="629"/>
                    <a:pt x="838" y="562"/>
                  </a:cubicBezTo>
                  <a:cubicBezTo>
                    <a:pt x="758" y="529"/>
                    <a:pt x="681" y="558"/>
                    <a:pt x="599" y="552"/>
                  </a:cubicBezTo>
                  <a:cubicBezTo>
                    <a:pt x="559" y="549"/>
                    <a:pt x="516" y="539"/>
                    <a:pt x="484" y="513"/>
                  </a:cubicBezTo>
                  <a:cubicBezTo>
                    <a:pt x="450" y="486"/>
                    <a:pt x="448" y="447"/>
                    <a:pt x="426" y="412"/>
                  </a:cubicBezTo>
                  <a:cubicBezTo>
                    <a:pt x="397" y="363"/>
                    <a:pt x="333" y="324"/>
                    <a:pt x="289" y="288"/>
                  </a:cubicBezTo>
                  <a:cubicBezTo>
                    <a:pt x="251" y="258"/>
                    <a:pt x="213" y="225"/>
                    <a:pt x="172" y="200"/>
                  </a:cubicBezTo>
                  <a:cubicBezTo>
                    <a:pt x="125" y="171"/>
                    <a:pt x="69" y="165"/>
                    <a:pt x="56" y="106"/>
                  </a:cubicBezTo>
                  <a:cubicBezTo>
                    <a:pt x="50" y="81"/>
                    <a:pt x="54" y="54"/>
                    <a:pt x="39" y="34"/>
                  </a:cubicBezTo>
                  <a:cubicBezTo>
                    <a:pt x="32" y="25"/>
                    <a:pt x="16" y="4"/>
                    <a:pt x="8" y="0"/>
                  </a:cubicBezTo>
                </a:path>
              </a:pathLst>
            </a:custGeom>
            <a:solidFill>
              <a:srgbClr val="E5D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420">
              <a:extLst>
                <a:ext uri="{FF2B5EF4-FFF2-40B4-BE49-F238E27FC236}">
                  <a16:creationId xmlns:a16="http://schemas.microsoft.com/office/drawing/2014/main" id="{B647D2F8-B41A-4F99-82C0-E394F17C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3127"/>
              <a:ext cx="192" cy="568"/>
            </a:xfrm>
            <a:custGeom>
              <a:avLst/>
              <a:gdLst>
                <a:gd name="T0" fmla="*/ 177 w 188"/>
                <a:gd name="T1" fmla="*/ 11 h 522"/>
                <a:gd name="T2" fmla="*/ 150 w 188"/>
                <a:gd name="T3" fmla="*/ 170 h 522"/>
                <a:gd name="T4" fmla="*/ 144 w 188"/>
                <a:gd name="T5" fmla="*/ 322 h 522"/>
                <a:gd name="T6" fmla="*/ 165 w 188"/>
                <a:gd name="T7" fmla="*/ 402 h 522"/>
                <a:gd name="T8" fmla="*/ 191 w 188"/>
                <a:gd name="T9" fmla="*/ 445 h 522"/>
                <a:gd name="T10" fmla="*/ 135 w 188"/>
                <a:gd name="T11" fmla="*/ 575 h 522"/>
                <a:gd name="T12" fmla="*/ 70 w 188"/>
                <a:gd name="T13" fmla="*/ 637 h 522"/>
                <a:gd name="T14" fmla="*/ 0 w 188"/>
                <a:gd name="T15" fmla="*/ 670 h 522"/>
                <a:gd name="T16" fmla="*/ 39 w 188"/>
                <a:gd name="T17" fmla="*/ 623 h 522"/>
                <a:gd name="T18" fmla="*/ 101 w 188"/>
                <a:gd name="T19" fmla="*/ 550 h 522"/>
                <a:gd name="T20" fmla="*/ 108 w 188"/>
                <a:gd name="T21" fmla="*/ 441 h 522"/>
                <a:gd name="T22" fmla="*/ 97 w 188"/>
                <a:gd name="T23" fmla="*/ 321 h 522"/>
                <a:gd name="T24" fmla="*/ 148 w 188"/>
                <a:gd name="T25" fmla="*/ 109 h 522"/>
                <a:gd name="T26" fmla="*/ 174 w 188"/>
                <a:gd name="T27" fmla="*/ 0 h 5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8" h="522">
                  <a:moveTo>
                    <a:pt x="165" y="8"/>
                  </a:moveTo>
                  <a:cubicBezTo>
                    <a:pt x="169" y="9"/>
                    <a:pt x="146" y="115"/>
                    <a:pt x="141" y="131"/>
                  </a:cubicBezTo>
                  <a:cubicBezTo>
                    <a:pt x="131" y="170"/>
                    <a:pt x="127" y="211"/>
                    <a:pt x="135" y="250"/>
                  </a:cubicBezTo>
                  <a:cubicBezTo>
                    <a:pt x="139" y="273"/>
                    <a:pt x="143" y="293"/>
                    <a:pt x="156" y="312"/>
                  </a:cubicBezTo>
                  <a:cubicBezTo>
                    <a:pt x="163" y="323"/>
                    <a:pt x="175" y="333"/>
                    <a:pt x="179" y="346"/>
                  </a:cubicBezTo>
                  <a:cubicBezTo>
                    <a:pt x="188" y="374"/>
                    <a:pt x="148" y="427"/>
                    <a:pt x="126" y="446"/>
                  </a:cubicBezTo>
                  <a:cubicBezTo>
                    <a:pt x="107" y="462"/>
                    <a:pt x="89" y="483"/>
                    <a:pt x="67" y="494"/>
                  </a:cubicBezTo>
                  <a:cubicBezTo>
                    <a:pt x="45" y="505"/>
                    <a:pt x="25" y="522"/>
                    <a:pt x="0" y="520"/>
                  </a:cubicBezTo>
                  <a:cubicBezTo>
                    <a:pt x="14" y="513"/>
                    <a:pt x="23" y="495"/>
                    <a:pt x="36" y="484"/>
                  </a:cubicBezTo>
                  <a:cubicBezTo>
                    <a:pt x="57" y="465"/>
                    <a:pt x="79" y="451"/>
                    <a:pt x="95" y="426"/>
                  </a:cubicBezTo>
                  <a:cubicBezTo>
                    <a:pt x="111" y="400"/>
                    <a:pt x="111" y="372"/>
                    <a:pt x="102" y="342"/>
                  </a:cubicBezTo>
                  <a:cubicBezTo>
                    <a:pt x="92" y="311"/>
                    <a:pt x="86" y="283"/>
                    <a:pt x="91" y="249"/>
                  </a:cubicBezTo>
                  <a:cubicBezTo>
                    <a:pt x="99" y="196"/>
                    <a:pt x="117" y="135"/>
                    <a:pt x="139" y="85"/>
                  </a:cubicBezTo>
                  <a:cubicBezTo>
                    <a:pt x="152" y="56"/>
                    <a:pt x="162" y="32"/>
                    <a:pt x="163" y="0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421">
              <a:extLst>
                <a:ext uri="{FF2B5EF4-FFF2-40B4-BE49-F238E27FC236}">
                  <a16:creationId xmlns:a16="http://schemas.microsoft.com/office/drawing/2014/main" id="{36DF7AE4-2EEF-48DE-91E6-58A72A5D8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3625"/>
              <a:ext cx="544" cy="212"/>
            </a:xfrm>
            <a:custGeom>
              <a:avLst/>
              <a:gdLst>
                <a:gd name="T0" fmla="*/ 0 w 534"/>
                <a:gd name="T1" fmla="*/ 45 h 195"/>
                <a:gd name="T2" fmla="*/ 107 w 534"/>
                <a:gd name="T3" fmla="*/ 57 h 195"/>
                <a:gd name="T4" fmla="*/ 564 w 534"/>
                <a:gd name="T5" fmla="*/ 250 h 195"/>
                <a:gd name="T6" fmla="*/ 172 w 534"/>
                <a:gd name="T7" fmla="*/ 53 h 195"/>
                <a:gd name="T8" fmla="*/ 0 w 534"/>
                <a:gd name="T9" fmla="*/ 45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4" h="195">
                  <a:moveTo>
                    <a:pt x="0" y="35"/>
                  </a:moveTo>
                  <a:cubicBezTo>
                    <a:pt x="0" y="35"/>
                    <a:pt x="65" y="53"/>
                    <a:pt x="101" y="44"/>
                  </a:cubicBezTo>
                  <a:cubicBezTo>
                    <a:pt x="136" y="35"/>
                    <a:pt x="289" y="167"/>
                    <a:pt x="534" y="195"/>
                  </a:cubicBezTo>
                  <a:cubicBezTo>
                    <a:pt x="534" y="195"/>
                    <a:pt x="227" y="99"/>
                    <a:pt x="163" y="41"/>
                  </a:cubicBezTo>
                  <a:cubicBezTo>
                    <a:pt x="119" y="0"/>
                    <a:pt x="104" y="44"/>
                    <a:pt x="0" y="35"/>
                  </a:cubicBezTo>
                  <a:close/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422">
              <a:extLst>
                <a:ext uri="{FF2B5EF4-FFF2-40B4-BE49-F238E27FC236}">
                  <a16:creationId xmlns:a16="http://schemas.microsoft.com/office/drawing/2014/main" id="{38605997-7714-48E9-9104-1F2218250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506"/>
              <a:ext cx="280" cy="182"/>
            </a:xfrm>
            <a:custGeom>
              <a:avLst/>
              <a:gdLst>
                <a:gd name="T0" fmla="*/ 0 w 274"/>
                <a:gd name="T1" fmla="*/ 215 h 167"/>
                <a:gd name="T2" fmla="*/ 62 w 274"/>
                <a:gd name="T3" fmla="*/ 201 h 167"/>
                <a:gd name="T4" fmla="*/ 101 w 274"/>
                <a:gd name="T5" fmla="*/ 174 h 167"/>
                <a:gd name="T6" fmla="*/ 156 w 274"/>
                <a:gd name="T7" fmla="*/ 117 h 167"/>
                <a:gd name="T8" fmla="*/ 274 w 274"/>
                <a:gd name="T9" fmla="*/ 85 h 167"/>
                <a:gd name="T10" fmla="*/ 270 w 274"/>
                <a:gd name="T11" fmla="*/ 51 h 167"/>
                <a:gd name="T12" fmla="*/ 217 w 274"/>
                <a:gd name="T13" fmla="*/ 75 h 167"/>
                <a:gd name="T14" fmla="*/ 180 w 274"/>
                <a:gd name="T15" fmla="*/ 72 h 167"/>
                <a:gd name="T16" fmla="*/ 174 w 274"/>
                <a:gd name="T17" fmla="*/ 34 h 167"/>
                <a:gd name="T18" fmla="*/ 162 w 274"/>
                <a:gd name="T19" fmla="*/ 3 h 167"/>
                <a:gd name="T20" fmla="*/ 146 w 274"/>
                <a:gd name="T21" fmla="*/ 41 h 167"/>
                <a:gd name="T22" fmla="*/ 118 w 274"/>
                <a:gd name="T23" fmla="*/ 90 h 167"/>
                <a:gd name="T24" fmla="*/ 78 w 274"/>
                <a:gd name="T25" fmla="*/ 135 h 167"/>
                <a:gd name="T26" fmla="*/ 22 w 274"/>
                <a:gd name="T27" fmla="*/ 187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4" h="167">
                  <a:moveTo>
                    <a:pt x="0" y="166"/>
                  </a:moveTo>
                  <a:cubicBezTo>
                    <a:pt x="18" y="167"/>
                    <a:pt x="41" y="161"/>
                    <a:pt x="59" y="155"/>
                  </a:cubicBezTo>
                  <a:cubicBezTo>
                    <a:pt x="72" y="150"/>
                    <a:pt x="83" y="144"/>
                    <a:pt x="95" y="135"/>
                  </a:cubicBezTo>
                  <a:cubicBezTo>
                    <a:pt x="114" y="121"/>
                    <a:pt x="128" y="103"/>
                    <a:pt x="147" y="90"/>
                  </a:cubicBezTo>
                  <a:cubicBezTo>
                    <a:pt x="180" y="66"/>
                    <a:pt x="221" y="81"/>
                    <a:pt x="256" y="66"/>
                  </a:cubicBezTo>
                  <a:cubicBezTo>
                    <a:pt x="274" y="59"/>
                    <a:pt x="265" y="47"/>
                    <a:pt x="252" y="39"/>
                  </a:cubicBezTo>
                  <a:cubicBezTo>
                    <a:pt x="264" y="56"/>
                    <a:pt x="212" y="58"/>
                    <a:pt x="203" y="58"/>
                  </a:cubicBezTo>
                  <a:cubicBezTo>
                    <a:pt x="194" y="58"/>
                    <a:pt x="176" y="62"/>
                    <a:pt x="168" y="56"/>
                  </a:cubicBezTo>
                  <a:cubicBezTo>
                    <a:pt x="162" y="50"/>
                    <a:pt x="163" y="34"/>
                    <a:pt x="162" y="26"/>
                  </a:cubicBezTo>
                  <a:cubicBezTo>
                    <a:pt x="162" y="21"/>
                    <a:pt x="161" y="0"/>
                    <a:pt x="153" y="3"/>
                  </a:cubicBezTo>
                  <a:cubicBezTo>
                    <a:pt x="148" y="5"/>
                    <a:pt x="140" y="27"/>
                    <a:pt x="137" y="32"/>
                  </a:cubicBezTo>
                  <a:cubicBezTo>
                    <a:pt x="130" y="45"/>
                    <a:pt x="122" y="59"/>
                    <a:pt x="111" y="70"/>
                  </a:cubicBezTo>
                  <a:cubicBezTo>
                    <a:pt x="99" y="82"/>
                    <a:pt x="85" y="93"/>
                    <a:pt x="72" y="105"/>
                  </a:cubicBezTo>
                  <a:cubicBezTo>
                    <a:pt x="56" y="119"/>
                    <a:pt x="41" y="134"/>
                    <a:pt x="22" y="145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sack-of-red-spice-powder">
            <a:extLst>
              <a:ext uri="{FF2B5EF4-FFF2-40B4-BE49-F238E27FC236}">
                <a16:creationId xmlns:a16="http://schemas.microsoft.com/office/drawing/2014/main" id="{5DAA53D3-3914-4B2A-AA36-48D31A63947A}"/>
              </a:ext>
            </a:extLst>
          </p:cNvPr>
          <p:cNvGrpSpPr>
            <a:grpSpLocks/>
          </p:cNvGrpSpPr>
          <p:nvPr/>
        </p:nvGrpSpPr>
        <p:grpSpPr bwMode="auto">
          <a:xfrm>
            <a:off x="7519988" y="1276350"/>
            <a:ext cx="2176462" cy="2551113"/>
            <a:chOff x="3777" y="804"/>
            <a:chExt cx="1371" cy="1607"/>
          </a:xfrm>
        </p:grpSpPr>
        <p:sp>
          <p:nvSpPr>
            <p:cNvPr id="38000" name="Freeform 424">
              <a:extLst>
                <a:ext uri="{FF2B5EF4-FFF2-40B4-BE49-F238E27FC236}">
                  <a16:creationId xmlns:a16="http://schemas.microsoft.com/office/drawing/2014/main" id="{5776CD53-DBB8-4AFD-A157-FE0CA7ABC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857"/>
              <a:ext cx="1371" cy="1554"/>
            </a:xfrm>
            <a:custGeom>
              <a:avLst/>
              <a:gdLst>
                <a:gd name="T0" fmla="*/ 701 w 1343"/>
                <a:gd name="T1" fmla="*/ 0 h 1427"/>
                <a:gd name="T2" fmla="*/ 178 w 1343"/>
                <a:gd name="T3" fmla="*/ 257 h 1427"/>
                <a:gd name="T4" fmla="*/ 136 w 1343"/>
                <a:gd name="T5" fmla="*/ 586 h 1427"/>
                <a:gd name="T6" fmla="*/ 127 w 1343"/>
                <a:gd name="T7" fmla="*/ 676 h 1427"/>
                <a:gd name="T8" fmla="*/ 124 w 1343"/>
                <a:gd name="T9" fmla="*/ 810 h 1427"/>
                <a:gd name="T10" fmla="*/ 117 w 1343"/>
                <a:gd name="T11" fmla="*/ 1149 h 1427"/>
                <a:gd name="T12" fmla="*/ 45 w 1343"/>
                <a:gd name="T13" fmla="*/ 1437 h 1427"/>
                <a:gd name="T14" fmla="*/ 106 w 1343"/>
                <a:gd name="T15" fmla="*/ 1482 h 1427"/>
                <a:gd name="T16" fmla="*/ 267 w 1343"/>
                <a:gd name="T17" fmla="*/ 1541 h 1427"/>
                <a:gd name="T18" fmla="*/ 1202 w 1343"/>
                <a:gd name="T19" fmla="*/ 1460 h 1427"/>
                <a:gd name="T20" fmla="*/ 1305 w 1343"/>
                <a:gd name="T21" fmla="*/ 1383 h 1427"/>
                <a:gd name="T22" fmla="*/ 1378 w 1343"/>
                <a:gd name="T23" fmla="*/ 1322 h 1427"/>
                <a:gd name="T24" fmla="*/ 1269 w 1343"/>
                <a:gd name="T25" fmla="*/ 1129 h 1427"/>
                <a:gd name="T26" fmla="*/ 1255 w 1343"/>
                <a:gd name="T27" fmla="*/ 605 h 1427"/>
                <a:gd name="T28" fmla="*/ 1272 w 1343"/>
                <a:gd name="T29" fmla="*/ 543 h 1427"/>
                <a:gd name="T30" fmla="*/ 1309 w 1343"/>
                <a:gd name="T31" fmla="*/ 386 h 1427"/>
                <a:gd name="T32" fmla="*/ 1081 w 1343"/>
                <a:gd name="T33" fmla="*/ 98 h 1427"/>
                <a:gd name="T34" fmla="*/ 701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9" y="0"/>
                  </a:moveTo>
                  <a:cubicBezTo>
                    <a:pt x="659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3" y="662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6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2"/>
                    <a:pt x="1016" y="76"/>
                  </a:cubicBezTo>
                  <a:cubicBezTo>
                    <a:pt x="885" y="20"/>
                    <a:pt x="876" y="20"/>
                    <a:pt x="659" y="0"/>
                  </a:cubicBezTo>
                  <a:close/>
                </a:path>
              </a:pathLst>
            </a:custGeom>
            <a:solidFill>
              <a:srgbClr val="DFC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425">
              <a:extLst>
                <a:ext uri="{FF2B5EF4-FFF2-40B4-BE49-F238E27FC236}">
                  <a16:creationId xmlns:a16="http://schemas.microsoft.com/office/drawing/2014/main" id="{3C0DC769-8341-4811-B044-B66201AFC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857"/>
              <a:ext cx="1371" cy="1554"/>
            </a:xfrm>
            <a:custGeom>
              <a:avLst/>
              <a:gdLst>
                <a:gd name="T0" fmla="*/ 701 w 1343"/>
                <a:gd name="T1" fmla="*/ 0 h 1427"/>
                <a:gd name="T2" fmla="*/ 178 w 1343"/>
                <a:gd name="T3" fmla="*/ 257 h 1427"/>
                <a:gd name="T4" fmla="*/ 136 w 1343"/>
                <a:gd name="T5" fmla="*/ 586 h 1427"/>
                <a:gd name="T6" fmla="*/ 127 w 1343"/>
                <a:gd name="T7" fmla="*/ 676 h 1427"/>
                <a:gd name="T8" fmla="*/ 124 w 1343"/>
                <a:gd name="T9" fmla="*/ 810 h 1427"/>
                <a:gd name="T10" fmla="*/ 117 w 1343"/>
                <a:gd name="T11" fmla="*/ 1149 h 1427"/>
                <a:gd name="T12" fmla="*/ 45 w 1343"/>
                <a:gd name="T13" fmla="*/ 1437 h 1427"/>
                <a:gd name="T14" fmla="*/ 106 w 1343"/>
                <a:gd name="T15" fmla="*/ 1482 h 1427"/>
                <a:gd name="T16" fmla="*/ 267 w 1343"/>
                <a:gd name="T17" fmla="*/ 1541 h 1427"/>
                <a:gd name="T18" fmla="*/ 1202 w 1343"/>
                <a:gd name="T19" fmla="*/ 1460 h 1427"/>
                <a:gd name="T20" fmla="*/ 1305 w 1343"/>
                <a:gd name="T21" fmla="*/ 1383 h 1427"/>
                <a:gd name="T22" fmla="*/ 1378 w 1343"/>
                <a:gd name="T23" fmla="*/ 1322 h 1427"/>
                <a:gd name="T24" fmla="*/ 1269 w 1343"/>
                <a:gd name="T25" fmla="*/ 1129 h 1427"/>
                <a:gd name="T26" fmla="*/ 1255 w 1343"/>
                <a:gd name="T27" fmla="*/ 605 h 1427"/>
                <a:gd name="T28" fmla="*/ 1272 w 1343"/>
                <a:gd name="T29" fmla="*/ 543 h 1427"/>
                <a:gd name="T30" fmla="*/ 1309 w 1343"/>
                <a:gd name="T31" fmla="*/ 386 h 1427"/>
                <a:gd name="T32" fmla="*/ 1081 w 1343"/>
                <a:gd name="T33" fmla="*/ 98 h 1427"/>
                <a:gd name="T34" fmla="*/ 701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9" y="0"/>
                  </a:moveTo>
                  <a:cubicBezTo>
                    <a:pt x="659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3" y="662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6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2"/>
                    <a:pt x="1016" y="76"/>
                  </a:cubicBezTo>
                  <a:cubicBezTo>
                    <a:pt x="885" y="20"/>
                    <a:pt x="876" y="20"/>
                    <a:pt x="65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426">
              <a:extLst>
                <a:ext uri="{FF2B5EF4-FFF2-40B4-BE49-F238E27FC236}">
                  <a16:creationId xmlns:a16="http://schemas.microsoft.com/office/drawing/2014/main" id="{D6D55497-9C31-4897-BB6F-BA1ABBA8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804"/>
              <a:ext cx="904" cy="588"/>
            </a:xfrm>
            <a:custGeom>
              <a:avLst/>
              <a:gdLst>
                <a:gd name="T0" fmla="*/ 466 w 886"/>
                <a:gd name="T1" fmla="*/ 2 h 540"/>
                <a:gd name="T2" fmla="*/ 320 w 886"/>
                <a:gd name="T3" fmla="*/ 103 h 540"/>
                <a:gd name="T4" fmla="*/ 41 w 886"/>
                <a:gd name="T5" fmla="*/ 384 h 540"/>
                <a:gd name="T6" fmla="*/ 7 w 886"/>
                <a:gd name="T7" fmla="*/ 476 h 540"/>
                <a:gd name="T8" fmla="*/ 92 w 886"/>
                <a:gd name="T9" fmla="*/ 629 h 540"/>
                <a:gd name="T10" fmla="*/ 271 w 886"/>
                <a:gd name="T11" fmla="*/ 664 h 540"/>
                <a:gd name="T12" fmla="*/ 492 w 886"/>
                <a:gd name="T13" fmla="*/ 683 h 540"/>
                <a:gd name="T14" fmla="*/ 674 w 886"/>
                <a:gd name="T15" fmla="*/ 636 h 540"/>
                <a:gd name="T16" fmla="*/ 894 w 886"/>
                <a:gd name="T17" fmla="*/ 562 h 540"/>
                <a:gd name="T18" fmla="*/ 941 w 886"/>
                <a:gd name="T19" fmla="*/ 331 h 540"/>
                <a:gd name="T20" fmla="*/ 862 w 886"/>
                <a:gd name="T21" fmla="*/ 289 h 540"/>
                <a:gd name="T22" fmla="*/ 609 w 886"/>
                <a:gd name="T23" fmla="*/ 81 h 540"/>
                <a:gd name="T24" fmla="*/ 466 w 886"/>
                <a:gd name="T25" fmla="*/ 2 h 5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6" h="540">
                  <a:moveTo>
                    <a:pt x="439" y="2"/>
                  </a:moveTo>
                  <a:cubicBezTo>
                    <a:pt x="403" y="3"/>
                    <a:pt x="355" y="51"/>
                    <a:pt x="302" y="80"/>
                  </a:cubicBezTo>
                  <a:cubicBezTo>
                    <a:pt x="249" y="110"/>
                    <a:pt x="66" y="267"/>
                    <a:pt x="38" y="298"/>
                  </a:cubicBezTo>
                  <a:cubicBezTo>
                    <a:pt x="11" y="329"/>
                    <a:pt x="0" y="351"/>
                    <a:pt x="7" y="368"/>
                  </a:cubicBezTo>
                  <a:cubicBezTo>
                    <a:pt x="15" y="384"/>
                    <a:pt x="22" y="454"/>
                    <a:pt x="86" y="488"/>
                  </a:cubicBezTo>
                  <a:cubicBezTo>
                    <a:pt x="86" y="488"/>
                    <a:pt x="209" y="505"/>
                    <a:pt x="256" y="514"/>
                  </a:cubicBezTo>
                  <a:cubicBezTo>
                    <a:pt x="304" y="523"/>
                    <a:pt x="408" y="540"/>
                    <a:pt x="463" y="529"/>
                  </a:cubicBezTo>
                  <a:cubicBezTo>
                    <a:pt x="518" y="518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5" y="411"/>
                    <a:pt x="886" y="256"/>
                    <a:pt x="886" y="256"/>
                  </a:cubicBezTo>
                  <a:cubicBezTo>
                    <a:pt x="886" y="256"/>
                    <a:pt x="836" y="236"/>
                    <a:pt x="812" y="223"/>
                  </a:cubicBezTo>
                  <a:cubicBezTo>
                    <a:pt x="789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solidFill>
              <a:srgbClr val="CD3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427">
              <a:extLst>
                <a:ext uri="{FF2B5EF4-FFF2-40B4-BE49-F238E27FC236}">
                  <a16:creationId xmlns:a16="http://schemas.microsoft.com/office/drawing/2014/main" id="{37B66305-CD23-46E8-822E-BC955BC4F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913"/>
              <a:ext cx="190" cy="260"/>
            </a:xfrm>
            <a:custGeom>
              <a:avLst/>
              <a:gdLst>
                <a:gd name="T0" fmla="*/ 0 w 186"/>
                <a:gd name="T1" fmla="*/ 5 h 239"/>
                <a:gd name="T2" fmla="*/ 118 w 186"/>
                <a:gd name="T3" fmla="*/ 287 h 239"/>
                <a:gd name="T4" fmla="*/ 177 w 186"/>
                <a:gd name="T5" fmla="*/ 284 h 239"/>
                <a:gd name="T6" fmla="*/ 150 w 186"/>
                <a:gd name="T7" fmla="*/ 219 h 239"/>
                <a:gd name="T8" fmla="*/ 66 w 186"/>
                <a:gd name="T9" fmla="*/ 120 h 239"/>
                <a:gd name="T10" fmla="*/ 20 w 186"/>
                <a:gd name="T11" fmla="*/ 18 h 239"/>
                <a:gd name="T12" fmla="*/ 0 w 186"/>
                <a:gd name="T13" fmla="*/ 0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39">
                  <a:moveTo>
                    <a:pt x="0" y="5"/>
                  </a:moveTo>
                  <a:cubicBezTo>
                    <a:pt x="6" y="88"/>
                    <a:pt x="26" y="186"/>
                    <a:pt x="112" y="223"/>
                  </a:cubicBezTo>
                  <a:cubicBezTo>
                    <a:pt x="129" y="231"/>
                    <a:pt x="150" y="239"/>
                    <a:pt x="165" y="221"/>
                  </a:cubicBezTo>
                  <a:cubicBezTo>
                    <a:pt x="186" y="195"/>
                    <a:pt x="160" y="183"/>
                    <a:pt x="141" y="170"/>
                  </a:cubicBezTo>
                  <a:cubicBezTo>
                    <a:pt x="110" y="148"/>
                    <a:pt x="86" y="124"/>
                    <a:pt x="63" y="93"/>
                  </a:cubicBezTo>
                  <a:cubicBezTo>
                    <a:pt x="46" y="69"/>
                    <a:pt x="39" y="37"/>
                    <a:pt x="20" y="15"/>
                  </a:cubicBezTo>
                  <a:cubicBezTo>
                    <a:pt x="13" y="7"/>
                    <a:pt x="12" y="2"/>
                    <a:pt x="0" y="0"/>
                  </a:cubicBezTo>
                </a:path>
              </a:pathLst>
            </a:custGeom>
            <a:solidFill>
              <a:srgbClr val="B72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428">
              <a:extLst>
                <a:ext uri="{FF2B5EF4-FFF2-40B4-BE49-F238E27FC236}">
                  <a16:creationId xmlns:a16="http://schemas.microsoft.com/office/drawing/2014/main" id="{0810D604-E0D1-4AA5-AC75-8B1A3D4A5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841"/>
              <a:ext cx="317" cy="345"/>
            </a:xfrm>
            <a:custGeom>
              <a:avLst/>
              <a:gdLst>
                <a:gd name="T0" fmla="*/ 256 w 311"/>
                <a:gd name="T1" fmla="*/ 32 h 317"/>
                <a:gd name="T2" fmla="*/ 309 w 311"/>
                <a:gd name="T3" fmla="*/ 14 h 317"/>
                <a:gd name="T4" fmla="*/ 319 w 311"/>
                <a:gd name="T5" fmla="*/ 106 h 317"/>
                <a:gd name="T6" fmla="*/ 220 w 311"/>
                <a:gd name="T7" fmla="*/ 294 h 317"/>
                <a:gd name="T8" fmla="*/ 146 w 311"/>
                <a:gd name="T9" fmla="*/ 355 h 317"/>
                <a:gd name="T10" fmla="*/ 50 w 311"/>
                <a:gd name="T11" fmla="*/ 394 h 317"/>
                <a:gd name="T12" fmla="*/ 12 w 311"/>
                <a:gd name="T13" fmla="*/ 406 h 317"/>
                <a:gd name="T14" fmla="*/ 6 w 311"/>
                <a:gd name="T15" fmla="*/ 386 h 317"/>
                <a:gd name="T16" fmla="*/ 33 w 311"/>
                <a:gd name="T17" fmla="*/ 374 h 317"/>
                <a:gd name="T18" fmla="*/ 70 w 311"/>
                <a:gd name="T19" fmla="*/ 352 h 317"/>
                <a:gd name="T20" fmla="*/ 100 w 311"/>
                <a:gd name="T21" fmla="*/ 326 h 317"/>
                <a:gd name="T22" fmla="*/ 139 w 311"/>
                <a:gd name="T23" fmla="*/ 292 h 317"/>
                <a:gd name="T24" fmla="*/ 212 w 311"/>
                <a:gd name="T25" fmla="*/ 189 h 317"/>
                <a:gd name="T26" fmla="*/ 230 w 311"/>
                <a:gd name="T27" fmla="*/ 113 h 317"/>
                <a:gd name="T28" fmla="*/ 242 w 311"/>
                <a:gd name="T29" fmla="*/ 66 h 317"/>
                <a:gd name="T30" fmla="*/ 255 w 311"/>
                <a:gd name="T31" fmla="*/ 30 h 3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1" h="317">
                  <a:moveTo>
                    <a:pt x="241" y="25"/>
                  </a:moveTo>
                  <a:cubicBezTo>
                    <a:pt x="253" y="15"/>
                    <a:pt x="275" y="0"/>
                    <a:pt x="291" y="11"/>
                  </a:cubicBezTo>
                  <a:cubicBezTo>
                    <a:pt x="311" y="25"/>
                    <a:pt x="306" y="62"/>
                    <a:pt x="301" y="82"/>
                  </a:cubicBezTo>
                  <a:cubicBezTo>
                    <a:pt x="286" y="139"/>
                    <a:pt x="252" y="189"/>
                    <a:pt x="208" y="228"/>
                  </a:cubicBezTo>
                  <a:cubicBezTo>
                    <a:pt x="187" y="247"/>
                    <a:pt x="162" y="264"/>
                    <a:pt x="137" y="276"/>
                  </a:cubicBezTo>
                  <a:cubicBezTo>
                    <a:pt x="108" y="290"/>
                    <a:pt x="78" y="297"/>
                    <a:pt x="47" y="306"/>
                  </a:cubicBezTo>
                  <a:cubicBezTo>
                    <a:pt x="37" y="309"/>
                    <a:pt x="23" y="317"/>
                    <a:pt x="12" y="315"/>
                  </a:cubicBezTo>
                  <a:cubicBezTo>
                    <a:pt x="3" y="314"/>
                    <a:pt x="0" y="306"/>
                    <a:pt x="6" y="300"/>
                  </a:cubicBezTo>
                  <a:cubicBezTo>
                    <a:pt x="11" y="294"/>
                    <a:pt x="23" y="293"/>
                    <a:pt x="30" y="290"/>
                  </a:cubicBezTo>
                  <a:cubicBezTo>
                    <a:pt x="42" y="285"/>
                    <a:pt x="55" y="279"/>
                    <a:pt x="67" y="273"/>
                  </a:cubicBezTo>
                  <a:cubicBezTo>
                    <a:pt x="77" y="269"/>
                    <a:pt x="85" y="261"/>
                    <a:pt x="94" y="254"/>
                  </a:cubicBezTo>
                  <a:cubicBezTo>
                    <a:pt x="105" y="244"/>
                    <a:pt x="118" y="236"/>
                    <a:pt x="130" y="226"/>
                  </a:cubicBezTo>
                  <a:cubicBezTo>
                    <a:pt x="155" y="202"/>
                    <a:pt x="185" y="179"/>
                    <a:pt x="200" y="147"/>
                  </a:cubicBezTo>
                  <a:cubicBezTo>
                    <a:pt x="208" y="129"/>
                    <a:pt x="213" y="108"/>
                    <a:pt x="218" y="88"/>
                  </a:cubicBezTo>
                  <a:cubicBezTo>
                    <a:pt x="220" y="75"/>
                    <a:pt x="223" y="63"/>
                    <a:pt x="229" y="51"/>
                  </a:cubicBezTo>
                  <a:cubicBezTo>
                    <a:pt x="232" y="42"/>
                    <a:pt x="238" y="31"/>
                    <a:pt x="240" y="24"/>
                  </a:cubicBezTo>
                </a:path>
              </a:pathLst>
            </a:custGeom>
            <a:solidFill>
              <a:srgbClr val="B72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429">
              <a:extLst>
                <a:ext uri="{FF2B5EF4-FFF2-40B4-BE49-F238E27FC236}">
                  <a16:creationId xmlns:a16="http://schemas.microsoft.com/office/drawing/2014/main" id="{8848C566-C21C-467F-9D98-55C47789F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808"/>
              <a:ext cx="319" cy="180"/>
            </a:xfrm>
            <a:custGeom>
              <a:avLst/>
              <a:gdLst>
                <a:gd name="T0" fmla="*/ 0 w 312"/>
                <a:gd name="T1" fmla="*/ 17 h 165"/>
                <a:gd name="T2" fmla="*/ 54 w 312"/>
                <a:gd name="T3" fmla="*/ 4 h 165"/>
                <a:gd name="T4" fmla="*/ 157 w 312"/>
                <a:gd name="T5" fmla="*/ 75 h 165"/>
                <a:gd name="T6" fmla="*/ 333 w 312"/>
                <a:gd name="T7" fmla="*/ 214 h 165"/>
                <a:gd name="T8" fmla="*/ 123 w 312"/>
                <a:gd name="T9" fmla="*/ 67 h 165"/>
                <a:gd name="T10" fmla="*/ 0 w 312"/>
                <a:gd name="T11" fmla="*/ 17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165">
                  <a:moveTo>
                    <a:pt x="0" y="14"/>
                  </a:moveTo>
                  <a:cubicBezTo>
                    <a:pt x="0" y="14"/>
                    <a:pt x="19" y="0"/>
                    <a:pt x="51" y="4"/>
                  </a:cubicBezTo>
                  <a:cubicBezTo>
                    <a:pt x="82" y="9"/>
                    <a:pt x="116" y="32"/>
                    <a:pt x="148" y="58"/>
                  </a:cubicBezTo>
                  <a:cubicBezTo>
                    <a:pt x="179" y="84"/>
                    <a:pt x="312" y="165"/>
                    <a:pt x="312" y="165"/>
                  </a:cubicBezTo>
                  <a:cubicBezTo>
                    <a:pt x="312" y="165"/>
                    <a:pt x="140" y="79"/>
                    <a:pt x="114" y="51"/>
                  </a:cubicBezTo>
                  <a:cubicBezTo>
                    <a:pt x="88" y="24"/>
                    <a:pt x="45" y="0"/>
                    <a:pt x="0" y="14"/>
                  </a:cubicBezTo>
                  <a:close/>
                </a:path>
              </a:pathLst>
            </a:cu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430">
              <a:extLst>
                <a:ext uri="{FF2B5EF4-FFF2-40B4-BE49-F238E27FC236}">
                  <a16:creationId xmlns:a16="http://schemas.microsoft.com/office/drawing/2014/main" id="{2EFA0FAD-4045-4CD5-BEC7-2DDE3C36B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825"/>
              <a:ext cx="72" cy="177"/>
            </a:xfrm>
            <a:custGeom>
              <a:avLst/>
              <a:gdLst>
                <a:gd name="T0" fmla="*/ 0 w 70"/>
                <a:gd name="T1" fmla="*/ 5 h 163"/>
                <a:gd name="T2" fmla="*/ 34 w 70"/>
                <a:gd name="T3" fmla="*/ 11 h 163"/>
                <a:gd name="T4" fmla="*/ 60 w 70"/>
                <a:gd name="T5" fmla="*/ 53 h 163"/>
                <a:gd name="T6" fmla="*/ 59 w 70"/>
                <a:gd name="T7" fmla="*/ 124 h 163"/>
                <a:gd name="T8" fmla="*/ 34 w 70"/>
                <a:gd name="T9" fmla="*/ 208 h 163"/>
                <a:gd name="T10" fmla="*/ 55 w 70"/>
                <a:gd name="T11" fmla="*/ 162 h 163"/>
                <a:gd name="T12" fmla="*/ 69 w 70"/>
                <a:gd name="T13" fmla="*/ 113 h 163"/>
                <a:gd name="T14" fmla="*/ 68 w 70"/>
                <a:gd name="T15" fmla="*/ 36 h 163"/>
                <a:gd name="T16" fmla="*/ 36 w 70"/>
                <a:gd name="T17" fmla="*/ 1 h 163"/>
                <a:gd name="T18" fmla="*/ 5 w 70"/>
                <a:gd name="T19" fmla="*/ 4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163">
                  <a:moveTo>
                    <a:pt x="0" y="5"/>
                  </a:moveTo>
                  <a:cubicBezTo>
                    <a:pt x="12" y="6"/>
                    <a:pt x="20" y="3"/>
                    <a:pt x="31" y="8"/>
                  </a:cubicBezTo>
                  <a:cubicBezTo>
                    <a:pt x="46" y="15"/>
                    <a:pt x="50" y="27"/>
                    <a:pt x="54" y="41"/>
                  </a:cubicBezTo>
                  <a:cubicBezTo>
                    <a:pt x="60" y="62"/>
                    <a:pt x="58" y="77"/>
                    <a:pt x="53" y="97"/>
                  </a:cubicBezTo>
                  <a:cubicBezTo>
                    <a:pt x="48" y="119"/>
                    <a:pt x="44" y="145"/>
                    <a:pt x="31" y="163"/>
                  </a:cubicBezTo>
                  <a:cubicBezTo>
                    <a:pt x="36" y="150"/>
                    <a:pt x="46" y="139"/>
                    <a:pt x="51" y="126"/>
                  </a:cubicBezTo>
                  <a:cubicBezTo>
                    <a:pt x="56" y="113"/>
                    <a:pt x="60" y="101"/>
                    <a:pt x="63" y="88"/>
                  </a:cubicBezTo>
                  <a:cubicBezTo>
                    <a:pt x="67" y="68"/>
                    <a:pt x="70" y="47"/>
                    <a:pt x="62" y="28"/>
                  </a:cubicBezTo>
                  <a:cubicBezTo>
                    <a:pt x="57" y="15"/>
                    <a:pt x="47" y="3"/>
                    <a:pt x="33" y="1"/>
                  </a:cubicBezTo>
                  <a:cubicBezTo>
                    <a:pt x="23" y="0"/>
                    <a:pt x="14" y="4"/>
                    <a:pt x="5" y="4"/>
                  </a:cubicBezTo>
                </a:path>
              </a:pathLst>
            </a:cu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431">
              <a:extLst>
                <a:ext uri="{FF2B5EF4-FFF2-40B4-BE49-F238E27FC236}">
                  <a16:creationId xmlns:a16="http://schemas.microsoft.com/office/drawing/2014/main" id="{AFCB4DB5-BF93-4A46-B1F2-76B7121C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028"/>
              <a:ext cx="142" cy="306"/>
            </a:xfrm>
            <a:custGeom>
              <a:avLst/>
              <a:gdLst>
                <a:gd name="T0" fmla="*/ 148 w 139"/>
                <a:gd name="T1" fmla="*/ 0 h 281"/>
                <a:gd name="T2" fmla="*/ 123 w 139"/>
                <a:gd name="T3" fmla="*/ 28 h 281"/>
                <a:gd name="T4" fmla="*/ 97 w 139"/>
                <a:gd name="T5" fmla="*/ 62 h 281"/>
                <a:gd name="T6" fmla="*/ 66 w 139"/>
                <a:gd name="T7" fmla="*/ 94 h 281"/>
                <a:gd name="T8" fmla="*/ 41 w 139"/>
                <a:gd name="T9" fmla="*/ 122 h 281"/>
                <a:gd name="T10" fmla="*/ 3 w 139"/>
                <a:gd name="T11" fmla="*/ 188 h 281"/>
                <a:gd name="T12" fmla="*/ 11 w 139"/>
                <a:gd name="T13" fmla="*/ 228 h 281"/>
                <a:gd name="T14" fmla="*/ 32 w 139"/>
                <a:gd name="T15" fmla="*/ 280 h 281"/>
                <a:gd name="T16" fmla="*/ 77 w 139"/>
                <a:gd name="T17" fmla="*/ 344 h 281"/>
                <a:gd name="T18" fmla="*/ 102 w 139"/>
                <a:gd name="T19" fmla="*/ 357 h 281"/>
                <a:gd name="T20" fmla="*/ 137 w 139"/>
                <a:gd name="T21" fmla="*/ 359 h 281"/>
                <a:gd name="T22" fmla="*/ 88 w 139"/>
                <a:gd name="T23" fmla="*/ 336 h 281"/>
                <a:gd name="T24" fmla="*/ 62 w 139"/>
                <a:gd name="T25" fmla="*/ 294 h 281"/>
                <a:gd name="T26" fmla="*/ 50 w 139"/>
                <a:gd name="T27" fmla="*/ 274 h 281"/>
                <a:gd name="T28" fmla="*/ 46 w 139"/>
                <a:gd name="T29" fmla="*/ 245 h 281"/>
                <a:gd name="T30" fmla="*/ 36 w 139"/>
                <a:gd name="T31" fmla="*/ 230 h 281"/>
                <a:gd name="T32" fmla="*/ 36 w 139"/>
                <a:gd name="T33" fmla="*/ 217 h 281"/>
                <a:gd name="T34" fmla="*/ 33 w 139"/>
                <a:gd name="T35" fmla="*/ 205 h 281"/>
                <a:gd name="T36" fmla="*/ 47 w 139"/>
                <a:gd name="T37" fmla="*/ 150 h 281"/>
                <a:gd name="T38" fmla="*/ 93 w 139"/>
                <a:gd name="T39" fmla="*/ 89 h 281"/>
                <a:gd name="T40" fmla="*/ 147 w 139"/>
                <a:gd name="T41" fmla="*/ 5 h 2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9" h="281">
                  <a:moveTo>
                    <a:pt x="139" y="0"/>
                  </a:moveTo>
                  <a:cubicBezTo>
                    <a:pt x="134" y="8"/>
                    <a:pt x="122" y="15"/>
                    <a:pt x="115" y="22"/>
                  </a:cubicBezTo>
                  <a:cubicBezTo>
                    <a:pt x="106" y="30"/>
                    <a:pt x="99" y="39"/>
                    <a:pt x="91" y="48"/>
                  </a:cubicBezTo>
                  <a:cubicBezTo>
                    <a:pt x="83" y="57"/>
                    <a:pt x="72" y="65"/>
                    <a:pt x="63" y="73"/>
                  </a:cubicBezTo>
                  <a:cubicBezTo>
                    <a:pt x="55" y="81"/>
                    <a:pt x="48" y="88"/>
                    <a:pt x="38" y="95"/>
                  </a:cubicBezTo>
                  <a:cubicBezTo>
                    <a:pt x="23" y="107"/>
                    <a:pt x="8" y="127"/>
                    <a:pt x="3" y="146"/>
                  </a:cubicBezTo>
                  <a:cubicBezTo>
                    <a:pt x="0" y="157"/>
                    <a:pt x="6" y="165"/>
                    <a:pt x="11" y="176"/>
                  </a:cubicBezTo>
                  <a:cubicBezTo>
                    <a:pt x="17" y="189"/>
                    <a:pt x="22" y="203"/>
                    <a:pt x="29" y="217"/>
                  </a:cubicBezTo>
                  <a:cubicBezTo>
                    <a:pt x="37" y="235"/>
                    <a:pt x="53" y="256"/>
                    <a:pt x="71" y="266"/>
                  </a:cubicBezTo>
                  <a:cubicBezTo>
                    <a:pt x="78" y="271"/>
                    <a:pt x="87" y="275"/>
                    <a:pt x="96" y="276"/>
                  </a:cubicBezTo>
                  <a:cubicBezTo>
                    <a:pt x="105" y="278"/>
                    <a:pt x="120" y="273"/>
                    <a:pt x="128" y="278"/>
                  </a:cubicBezTo>
                  <a:cubicBezTo>
                    <a:pt x="115" y="281"/>
                    <a:pt x="93" y="267"/>
                    <a:pt x="82" y="261"/>
                  </a:cubicBezTo>
                  <a:cubicBezTo>
                    <a:pt x="67" y="253"/>
                    <a:pt x="65" y="242"/>
                    <a:pt x="59" y="228"/>
                  </a:cubicBezTo>
                  <a:cubicBezTo>
                    <a:pt x="56" y="221"/>
                    <a:pt x="51" y="218"/>
                    <a:pt x="47" y="212"/>
                  </a:cubicBezTo>
                  <a:cubicBezTo>
                    <a:pt x="43" y="205"/>
                    <a:pt x="47" y="197"/>
                    <a:pt x="43" y="190"/>
                  </a:cubicBezTo>
                  <a:cubicBezTo>
                    <a:pt x="40" y="185"/>
                    <a:pt x="35" y="183"/>
                    <a:pt x="33" y="178"/>
                  </a:cubicBezTo>
                  <a:cubicBezTo>
                    <a:pt x="32" y="175"/>
                    <a:pt x="34" y="171"/>
                    <a:pt x="33" y="168"/>
                  </a:cubicBezTo>
                  <a:cubicBezTo>
                    <a:pt x="33" y="165"/>
                    <a:pt x="30" y="162"/>
                    <a:pt x="30" y="159"/>
                  </a:cubicBezTo>
                  <a:cubicBezTo>
                    <a:pt x="27" y="146"/>
                    <a:pt x="37" y="128"/>
                    <a:pt x="44" y="117"/>
                  </a:cubicBezTo>
                  <a:cubicBezTo>
                    <a:pt x="57" y="100"/>
                    <a:pt x="72" y="84"/>
                    <a:pt x="87" y="69"/>
                  </a:cubicBezTo>
                  <a:cubicBezTo>
                    <a:pt x="106" y="49"/>
                    <a:pt x="120" y="25"/>
                    <a:pt x="138" y="5"/>
                  </a:cubicBezTo>
                </a:path>
              </a:pathLst>
            </a:cu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432">
              <a:extLst>
                <a:ext uri="{FF2B5EF4-FFF2-40B4-BE49-F238E27FC236}">
                  <a16:creationId xmlns:a16="http://schemas.microsoft.com/office/drawing/2014/main" id="{9058C28D-EDE9-4D3B-ACA2-22F4A34B3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061"/>
              <a:ext cx="117" cy="222"/>
            </a:xfrm>
            <a:custGeom>
              <a:avLst/>
              <a:gdLst>
                <a:gd name="T0" fmla="*/ 50 w 115"/>
                <a:gd name="T1" fmla="*/ 0 h 204"/>
                <a:gd name="T2" fmla="*/ 118 w 115"/>
                <a:gd name="T3" fmla="*/ 32 h 204"/>
                <a:gd name="T4" fmla="*/ 100 w 115"/>
                <a:gd name="T5" fmla="*/ 189 h 204"/>
                <a:gd name="T6" fmla="*/ 69 w 115"/>
                <a:gd name="T7" fmla="*/ 244 h 204"/>
                <a:gd name="T8" fmla="*/ 0 w 115"/>
                <a:gd name="T9" fmla="*/ 263 h 204"/>
                <a:gd name="T10" fmla="*/ 58 w 115"/>
                <a:gd name="T11" fmla="*/ 225 h 204"/>
                <a:gd name="T12" fmla="*/ 63 w 115"/>
                <a:gd name="T13" fmla="*/ 201 h 204"/>
                <a:gd name="T14" fmla="*/ 70 w 115"/>
                <a:gd name="T15" fmla="*/ 182 h 204"/>
                <a:gd name="T16" fmla="*/ 70 w 115"/>
                <a:gd name="T17" fmla="*/ 158 h 204"/>
                <a:gd name="T18" fmla="*/ 83 w 115"/>
                <a:gd name="T19" fmla="*/ 128 h 204"/>
                <a:gd name="T20" fmla="*/ 78 w 115"/>
                <a:gd name="T21" fmla="*/ 102 h 204"/>
                <a:gd name="T22" fmla="*/ 86 w 115"/>
                <a:gd name="T23" fmla="*/ 63 h 204"/>
                <a:gd name="T24" fmla="*/ 77 w 115"/>
                <a:gd name="T25" fmla="*/ 24 h 204"/>
                <a:gd name="T26" fmla="*/ 55 w 115"/>
                <a:gd name="T27" fmla="*/ 3 h 2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204">
                  <a:moveTo>
                    <a:pt x="47" y="0"/>
                  </a:moveTo>
                  <a:cubicBezTo>
                    <a:pt x="67" y="5"/>
                    <a:pt x="97" y="12"/>
                    <a:pt x="112" y="25"/>
                  </a:cubicBezTo>
                  <a:cubicBezTo>
                    <a:pt x="115" y="64"/>
                    <a:pt x="107" y="112"/>
                    <a:pt x="94" y="147"/>
                  </a:cubicBezTo>
                  <a:cubicBezTo>
                    <a:pt x="88" y="166"/>
                    <a:pt x="83" y="178"/>
                    <a:pt x="66" y="189"/>
                  </a:cubicBezTo>
                  <a:cubicBezTo>
                    <a:pt x="44" y="202"/>
                    <a:pt x="26" y="199"/>
                    <a:pt x="0" y="204"/>
                  </a:cubicBezTo>
                  <a:cubicBezTo>
                    <a:pt x="13" y="189"/>
                    <a:pt x="43" y="190"/>
                    <a:pt x="55" y="175"/>
                  </a:cubicBezTo>
                  <a:cubicBezTo>
                    <a:pt x="60" y="170"/>
                    <a:pt x="57" y="163"/>
                    <a:pt x="60" y="156"/>
                  </a:cubicBezTo>
                  <a:cubicBezTo>
                    <a:pt x="62" y="150"/>
                    <a:pt x="65" y="150"/>
                    <a:pt x="67" y="141"/>
                  </a:cubicBezTo>
                  <a:cubicBezTo>
                    <a:pt x="69" y="134"/>
                    <a:pt x="65" y="129"/>
                    <a:pt x="67" y="122"/>
                  </a:cubicBezTo>
                  <a:cubicBezTo>
                    <a:pt x="70" y="114"/>
                    <a:pt x="79" y="108"/>
                    <a:pt x="80" y="99"/>
                  </a:cubicBezTo>
                  <a:cubicBezTo>
                    <a:pt x="81" y="91"/>
                    <a:pt x="75" y="85"/>
                    <a:pt x="75" y="79"/>
                  </a:cubicBezTo>
                  <a:cubicBezTo>
                    <a:pt x="75" y="69"/>
                    <a:pt x="80" y="58"/>
                    <a:pt x="83" y="49"/>
                  </a:cubicBezTo>
                  <a:cubicBezTo>
                    <a:pt x="75" y="43"/>
                    <a:pt x="78" y="27"/>
                    <a:pt x="74" y="18"/>
                  </a:cubicBezTo>
                  <a:cubicBezTo>
                    <a:pt x="68" y="7"/>
                    <a:pt x="63" y="6"/>
                    <a:pt x="52" y="3"/>
                  </a:cubicBezTo>
                </a:path>
              </a:pathLst>
            </a:cu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433">
              <a:extLst>
                <a:ext uri="{FF2B5EF4-FFF2-40B4-BE49-F238E27FC236}">
                  <a16:creationId xmlns:a16="http://schemas.microsoft.com/office/drawing/2014/main" id="{6DCDB7A7-077F-44DA-9BF6-7A660076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997"/>
              <a:ext cx="127" cy="182"/>
            </a:xfrm>
            <a:custGeom>
              <a:avLst/>
              <a:gdLst>
                <a:gd name="T0" fmla="*/ 0 w 124"/>
                <a:gd name="T1" fmla="*/ 0 h 167"/>
                <a:gd name="T2" fmla="*/ 133 w 124"/>
                <a:gd name="T3" fmla="*/ 216 h 167"/>
                <a:gd name="T4" fmla="*/ 0 w 124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67">
                  <a:moveTo>
                    <a:pt x="0" y="0"/>
                  </a:moveTo>
                  <a:cubicBezTo>
                    <a:pt x="0" y="0"/>
                    <a:pt x="2" y="105"/>
                    <a:pt x="124" y="167"/>
                  </a:cubicBezTo>
                  <a:cubicBezTo>
                    <a:pt x="124" y="167"/>
                    <a:pt x="0" y="130"/>
                    <a:pt x="0" y="0"/>
                  </a:cubicBezTo>
                  <a:close/>
                </a:path>
              </a:pathLst>
            </a:cu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Oval 434">
              <a:extLst>
                <a:ext uri="{FF2B5EF4-FFF2-40B4-BE49-F238E27FC236}">
                  <a16:creationId xmlns:a16="http://schemas.microsoft.com/office/drawing/2014/main" id="{E0F34DEA-0A45-4A10-A58F-778349B68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6" y="1110"/>
              <a:ext cx="7" cy="8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1" name="Oval 435">
              <a:extLst>
                <a:ext uri="{FF2B5EF4-FFF2-40B4-BE49-F238E27FC236}">
                  <a16:creationId xmlns:a16="http://schemas.microsoft.com/office/drawing/2014/main" id="{8DF83514-0B86-41E8-A9EC-A151FB8EB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1092"/>
              <a:ext cx="10" cy="8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2" name="Oval 436">
              <a:extLst>
                <a:ext uri="{FF2B5EF4-FFF2-40B4-BE49-F238E27FC236}">
                  <a16:creationId xmlns:a16="http://schemas.microsoft.com/office/drawing/2014/main" id="{4E5F96BA-430F-4E9B-8E68-0A6FDC76C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121"/>
              <a:ext cx="8" cy="9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3" name="Oval 437">
              <a:extLst>
                <a:ext uri="{FF2B5EF4-FFF2-40B4-BE49-F238E27FC236}">
                  <a16:creationId xmlns:a16="http://schemas.microsoft.com/office/drawing/2014/main" id="{54505FE3-44DD-42D1-A2DB-F3CC19962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" y="1114"/>
              <a:ext cx="6" cy="7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4" name="Oval 438">
              <a:extLst>
                <a:ext uri="{FF2B5EF4-FFF2-40B4-BE49-F238E27FC236}">
                  <a16:creationId xmlns:a16="http://schemas.microsoft.com/office/drawing/2014/main" id="{4E6E52FC-DD11-4AE9-86C1-DA4CBFF62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" y="1153"/>
              <a:ext cx="7" cy="7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5" name="Oval 439">
              <a:extLst>
                <a:ext uri="{FF2B5EF4-FFF2-40B4-BE49-F238E27FC236}">
                  <a16:creationId xmlns:a16="http://schemas.microsoft.com/office/drawing/2014/main" id="{C765319E-58CD-4475-A489-D28283D04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4" y="1069"/>
              <a:ext cx="4" cy="4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6" name="Oval 440">
              <a:extLst>
                <a:ext uri="{FF2B5EF4-FFF2-40B4-BE49-F238E27FC236}">
                  <a16:creationId xmlns:a16="http://schemas.microsoft.com/office/drawing/2014/main" id="{FF845A81-878D-4DF9-B614-4E0BD6B49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1" y="1129"/>
              <a:ext cx="5" cy="5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7" name="Oval 441">
              <a:extLst>
                <a:ext uri="{FF2B5EF4-FFF2-40B4-BE49-F238E27FC236}">
                  <a16:creationId xmlns:a16="http://schemas.microsoft.com/office/drawing/2014/main" id="{EB6F7796-93E5-4636-9212-EE72D3339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1033"/>
              <a:ext cx="7" cy="7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8" name="Oval 442">
              <a:extLst>
                <a:ext uri="{FF2B5EF4-FFF2-40B4-BE49-F238E27FC236}">
                  <a16:creationId xmlns:a16="http://schemas.microsoft.com/office/drawing/2014/main" id="{35DB6B61-818E-45E4-8325-49FD3DA88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27"/>
              <a:ext cx="7" cy="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9" name="Oval 443">
              <a:extLst>
                <a:ext uri="{FF2B5EF4-FFF2-40B4-BE49-F238E27FC236}">
                  <a16:creationId xmlns:a16="http://schemas.microsoft.com/office/drawing/2014/main" id="{0DF1A456-004C-4B0B-8EEC-2D30ECA47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1069"/>
              <a:ext cx="7" cy="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0" name="Oval 444">
              <a:extLst>
                <a:ext uri="{FF2B5EF4-FFF2-40B4-BE49-F238E27FC236}">
                  <a16:creationId xmlns:a16="http://schemas.microsoft.com/office/drawing/2014/main" id="{CA60F985-67B8-42AF-B2E3-9895CBEF3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1170"/>
              <a:ext cx="7" cy="8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1" name="Oval 445">
              <a:extLst>
                <a:ext uri="{FF2B5EF4-FFF2-40B4-BE49-F238E27FC236}">
                  <a16:creationId xmlns:a16="http://schemas.microsoft.com/office/drawing/2014/main" id="{2231C3E8-400B-459B-BC03-2555DB148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3" y="1160"/>
              <a:ext cx="9" cy="10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2" name="Oval 446">
              <a:extLst>
                <a:ext uri="{FF2B5EF4-FFF2-40B4-BE49-F238E27FC236}">
                  <a16:creationId xmlns:a16="http://schemas.microsoft.com/office/drawing/2014/main" id="{3F2DB863-CC0A-486F-B32F-5B8C06F62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174"/>
              <a:ext cx="9" cy="1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3" name="Oval 447">
              <a:extLst>
                <a:ext uri="{FF2B5EF4-FFF2-40B4-BE49-F238E27FC236}">
                  <a16:creationId xmlns:a16="http://schemas.microsoft.com/office/drawing/2014/main" id="{A4FCFCC0-6F67-4C75-95EB-52BE8741F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9" y="1069"/>
              <a:ext cx="10" cy="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4" name="Oval 448">
              <a:extLst>
                <a:ext uri="{FF2B5EF4-FFF2-40B4-BE49-F238E27FC236}">
                  <a16:creationId xmlns:a16="http://schemas.microsoft.com/office/drawing/2014/main" id="{7FB0571D-F373-42CC-AD5A-48F8CB00E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4" y="1017"/>
              <a:ext cx="9" cy="10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5" name="Oval 449">
              <a:extLst>
                <a:ext uri="{FF2B5EF4-FFF2-40B4-BE49-F238E27FC236}">
                  <a16:creationId xmlns:a16="http://schemas.microsoft.com/office/drawing/2014/main" id="{36020FE3-C1EF-4385-BAB1-417604892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" y="987"/>
              <a:ext cx="7" cy="8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6" name="Oval 450">
              <a:extLst>
                <a:ext uri="{FF2B5EF4-FFF2-40B4-BE49-F238E27FC236}">
                  <a16:creationId xmlns:a16="http://schemas.microsoft.com/office/drawing/2014/main" id="{C47A850A-A3A3-4BAA-A996-9ABB2C9FC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4" y="855"/>
              <a:ext cx="12" cy="12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7" name="Oval 451">
              <a:extLst>
                <a:ext uri="{FF2B5EF4-FFF2-40B4-BE49-F238E27FC236}">
                  <a16:creationId xmlns:a16="http://schemas.microsoft.com/office/drawing/2014/main" id="{FB98C16E-C431-4F03-8C03-D3735E069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835"/>
              <a:ext cx="10" cy="10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8" name="Oval 452">
              <a:extLst>
                <a:ext uri="{FF2B5EF4-FFF2-40B4-BE49-F238E27FC236}">
                  <a16:creationId xmlns:a16="http://schemas.microsoft.com/office/drawing/2014/main" id="{BA211D22-518D-42A9-995F-06B3F3B67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850"/>
              <a:ext cx="10" cy="10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9" name="Oval 453">
              <a:extLst>
                <a:ext uri="{FF2B5EF4-FFF2-40B4-BE49-F238E27FC236}">
                  <a16:creationId xmlns:a16="http://schemas.microsoft.com/office/drawing/2014/main" id="{E5C7EF60-FB1F-4863-8B13-DC086222E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867"/>
              <a:ext cx="8" cy="8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0" name="Oval 454">
              <a:extLst>
                <a:ext uri="{FF2B5EF4-FFF2-40B4-BE49-F238E27FC236}">
                  <a16:creationId xmlns:a16="http://schemas.microsoft.com/office/drawing/2014/main" id="{6C0C292F-AAB8-465F-BFCA-E7E9DAEFC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4" y="894"/>
              <a:ext cx="4" cy="4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1" name="Oval 455">
              <a:extLst>
                <a:ext uri="{FF2B5EF4-FFF2-40B4-BE49-F238E27FC236}">
                  <a16:creationId xmlns:a16="http://schemas.microsoft.com/office/drawing/2014/main" id="{BAFB7449-E614-458A-92E0-7958868CE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816"/>
              <a:ext cx="8" cy="10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2" name="Oval 456">
              <a:extLst>
                <a:ext uri="{FF2B5EF4-FFF2-40B4-BE49-F238E27FC236}">
                  <a16:creationId xmlns:a16="http://schemas.microsoft.com/office/drawing/2014/main" id="{AA191673-B84A-4274-8F89-832C71FCA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" y="824"/>
              <a:ext cx="6" cy="6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3" name="Oval 457">
              <a:extLst>
                <a:ext uri="{FF2B5EF4-FFF2-40B4-BE49-F238E27FC236}">
                  <a16:creationId xmlns:a16="http://schemas.microsoft.com/office/drawing/2014/main" id="{2287E914-2A28-4C40-82D6-C6A667871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4" y="830"/>
              <a:ext cx="6" cy="6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4" name="Oval 458">
              <a:extLst>
                <a:ext uri="{FF2B5EF4-FFF2-40B4-BE49-F238E27FC236}">
                  <a16:creationId xmlns:a16="http://schemas.microsoft.com/office/drawing/2014/main" id="{23AC1FEB-C8B3-4690-AEC5-5450B0A21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835"/>
              <a:ext cx="2" cy="2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5" name="Oval 459">
              <a:extLst>
                <a:ext uri="{FF2B5EF4-FFF2-40B4-BE49-F238E27FC236}">
                  <a16:creationId xmlns:a16="http://schemas.microsoft.com/office/drawing/2014/main" id="{10FB9AE4-8022-4204-A21E-3796A8193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840"/>
              <a:ext cx="1" cy="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6" name="Oval 460">
              <a:extLst>
                <a:ext uri="{FF2B5EF4-FFF2-40B4-BE49-F238E27FC236}">
                  <a16:creationId xmlns:a16="http://schemas.microsoft.com/office/drawing/2014/main" id="{F75C0610-433B-482A-919C-E05720146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5" y="843"/>
              <a:ext cx="2" cy="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7" name="Oval 461">
              <a:extLst>
                <a:ext uri="{FF2B5EF4-FFF2-40B4-BE49-F238E27FC236}">
                  <a16:creationId xmlns:a16="http://schemas.microsoft.com/office/drawing/2014/main" id="{2A94FFC1-211B-4C52-BE7A-95949BF53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3" y="829"/>
              <a:ext cx="2" cy="3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8" name="Oval 462">
              <a:extLst>
                <a:ext uri="{FF2B5EF4-FFF2-40B4-BE49-F238E27FC236}">
                  <a16:creationId xmlns:a16="http://schemas.microsoft.com/office/drawing/2014/main" id="{7891ECFD-47D9-497F-91E3-A73AD7E55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825"/>
              <a:ext cx="3" cy="2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9" name="Oval 463">
              <a:extLst>
                <a:ext uri="{FF2B5EF4-FFF2-40B4-BE49-F238E27FC236}">
                  <a16:creationId xmlns:a16="http://schemas.microsoft.com/office/drawing/2014/main" id="{529208E3-34BE-4B2E-AAEA-2607ADCF7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821"/>
              <a:ext cx="4" cy="6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0" name="Oval 464">
              <a:extLst>
                <a:ext uri="{FF2B5EF4-FFF2-40B4-BE49-F238E27FC236}">
                  <a16:creationId xmlns:a16="http://schemas.microsoft.com/office/drawing/2014/main" id="{26A768CB-ECD6-4571-8249-787744A68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820"/>
              <a:ext cx="5" cy="5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1" name="Oval 465">
              <a:extLst>
                <a:ext uri="{FF2B5EF4-FFF2-40B4-BE49-F238E27FC236}">
                  <a16:creationId xmlns:a16="http://schemas.microsoft.com/office/drawing/2014/main" id="{9E35523C-8F1B-4050-946B-8892058B6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077"/>
              <a:ext cx="15" cy="17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2" name="Oval 466">
              <a:extLst>
                <a:ext uri="{FF2B5EF4-FFF2-40B4-BE49-F238E27FC236}">
                  <a16:creationId xmlns:a16="http://schemas.microsoft.com/office/drawing/2014/main" id="{8B95E890-6B54-4B91-80DD-A7CFC0964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1083"/>
              <a:ext cx="10" cy="1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3" name="Oval 467">
              <a:extLst>
                <a:ext uri="{FF2B5EF4-FFF2-40B4-BE49-F238E27FC236}">
                  <a16:creationId xmlns:a16="http://schemas.microsoft.com/office/drawing/2014/main" id="{73DCA69D-F705-4307-9CBC-13187B792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1110"/>
              <a:ext cx="9" cy="9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4" name="Oval 468">
              <a:extLst>
                <a:ext uri="{FF2B5EF4-FFF2-40B4-BE49-F238E27FC236}">
                  <a16:creationId xmlns:a16="http://schemas.microsoft.com/office/drawing/2014/main" id="{5A695A8B-83DE-4434-9DFC-E41622FA8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1117"/>
              <a:ext cx="5" cy="6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5" name="Oval 469">
              <a:extLst>
                <a:ext uri="{FF2B5EF4-FFF2-40B4-BE49-F238E27FC236}">
                  <a16:creationId xmlns:a16="http://schemas.microsoft.com/office/drawing/2014/main" id="{9F114D47-D696-4704-9BCF-ADC38E7F2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9" y="1078"/>
              <a:ext cx="4" cy="5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6" name="Oval 470">
              <a:extLst>
                <a:ext uri="{FF2B5EF4-FFF2-40B4-BE49-F238E27FC236}">
                  <a16:creationId xmlns:a16="http://schemas.microsoft.com/office/drawing/2014/main" id="{6A5B1E96-0C11-4305-9A54-749EDAB3F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5" y="1170"/>
              <a:ext cx="11" cy="13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7" name="Oval 471">
              <a:extLst>
                <a:ext uri="{FF2B5EF4-FFF2-40B4-BE49-F238E27FC236}">
                  <a16:creationId xmlns:a16="http://schemas.microsoft.com/office/drawing/2014/main" id="{BFECA16D-A624-4D79-92E3-EDB3D1FB0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1166"/>
              <a:ext cx="7" cy="7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8" name="Oval 472">
              <a:extLst>
                <a:ext uri="{FF2B5EF4-FFF2-40B4-BE49-F238E27FC236}">
                  <a16:creationId xmlns:a16="http://schemas.microsoft.com/office/drawing/2014/main" id="{DF03D4E5-485D-4E3A-BDF9-40E871C1E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1149"/>
              <a:ext cx="11" cy="1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9" name="Oval 473">
              <a:extLst>
                <a:ext uri="{FF2B5EF4-FFF2-40B4-BE49-F238E27FC236}">
                  <a16:creationId xmlns:a16="http://schemas.microsoft.com/office/drawing/2014/main" id="{1C997F48-DC10-4AAD-85BE-F9F21F48D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2" y="1194"/>
              <a:ext cx="9" cy="9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0" name="Oval 474">
              <a:extLst>
                <a:ext uri="{FF2B5EF4-FFF2-40B4-BE49-F238E27FC236}">
                  <a16:creationId xmlns:a16="http://schemas.microsoft.com/office/drawing/2014/main" id="{38BFBE54-F6FE-4223-9E4C-3778B2002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1188"/>
              <a:ext cx="10" cy="1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1" name="Oval 475">
              <a:extLst>
                <a:ext uri="{FF2B5EF4-FFF2-40B4-BE49-F238E27FC236}">
                  <a16:creationId xmlns:a16="http://schemas.microsoft.com/office/drawing/2014/main" id="{015AAD4C-1DAA-4173-A5B5-BA079071B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1153"/>
              <a:ext cx="11" cy="1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2" name="Oval 476">
              <a:extLst>
                <a:ext uri="{FF2B5EF4-FFF2-40B4-BE49-F238E27FC236}">
                  <a16:creationId xmlns:a16="http://schemas.microsoft.com/office/drawing/2014/main" id="{BE632D07-FFA9-43A2-BB91-748D3C862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81"/>
              <a:ext cx="8" cy="7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3" name="Oval 477">
              <a:extLst>
                <a:ext uri="{FF2B5EF4-FFF2-40B4-BE49-F238E27FC236}">
                  <a16:creationId xmlns:a16="http://schemas.microsoft.com/office/drawing/2014/main" id="{1DB4330D-872E-4C50-9DC8-A2581CC0A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1222"/>
              <a:ext cx="4" cy="5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4" name="Oval 478">
              <a:extLst>
                <a:ext uri="{FF2B5EF4-FFF2-40B4-BE49-F238E27FC236}">
                  <a16:creationId xmlns:a16="http://schemas.microsoft.com/office/drawing/2014/main" id="{6CB17ED2-E07C-4A0A-A406-E438EEE8A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1159"/>
              <a:ext cx="7" cy="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5" name="Oval 479">
              <a:extLst>
                <a:ext uri="{FF2B5EF4-FFF2-40B4-BE49-F238E27FC236}">
                  <a16:creationId xmlns:a16="http://schemas.microsoft.com/office/drawing/2014/main" id="{85D98F82-E954-4E29-828F-8AA35CD79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1126"/>
              <a:ext cx="12" cy="1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6" name="Oval 480">
              <a:extLst>
                <a:ext uri="{FF2B5EF4-FFF2-40B4-BE49-F238E27FC236}">
                  <a16:creationId xmlns:a16="http://schemas.microsoft.com/office/drawing/2014/main" id="{AE8115A8-8D0F-4899-9F6D-DA16B14B4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118"/>
              <a:ext cx="6" cy="6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7" name="Oval 481">
              <a:extLst>
                <a:ext uri="{FF2B5EF4-FFF2-40B4-BE49-F238E27FC236}">
                  <a16:creationId xmlns:a16="http://schemas.microsoft.com/office/drawing/2014/main" id="{853EE46D-4A5D-4574-8FB1-D1F75DC90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4" y="1108"/>
              <a:ext cx="2" cy="1"/>
            </a:xfrm>
            <a:prstGeom prst="ellipse">
              <a:avLst/>
            </a:prstGeom>
            <a:solidFill>
              <a:srgbClr val="E65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8" name="Freeform 482">
              <a:extLst>
                <a:ext uri="{FF2B5EF4-FFF2-40B4-BE49-F238E27FC236}">
                  <a16:creationId xmlns:a16="http://schemas.microsoft.com/office/drawing/2014/main" id="{F8875CDE-AA32-46D8-9A13-2C24F2301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083"/>
              <a:ext cx="81" cy="90"/>
            </a:xfrm>
            <a:custGeom>
              <a:avLst/>
              <a:gdLst>
                <a:gd name="T0" fmla="*/ 36 w 79"/>
                <a:gd name="T1" fmla="*/ 106 h 83"/>
                <a:gd name="T2" fmla="*/ 16 w 79"/>
                <a:gd name="T3" fmla="*/ 36 h 83"/>
                <a:gd name="T4" fmla="*/ 5 w 79"/>
                <a:gd name="T5" fmla="*/ 13 h 83"/>
                <a:gd name="T6" fmla="*/ 15 w 79"/>
                <a:gd name="T7" fmla="*/ 9 h 83"/>
                <a:gd name="T8" fmla="*/ 58 w 79"/>
                <a:gd name="T9" fmla="*/ 22 h 83"/>
                <a:gd name="T10" fmla="*/ 79 w 79"/>
                <a:gd name="T11" fmla="*/ 28 h 83"/>
                <a:gd name="T12" fmla="*/ 70 w 79"/>
                <a:gd name="T13" fmla="*/ 47 h 83"/>
                <a:gd name="T14" fmla="*/ 38 w 79"/>
                <a:gd name="T15" fmla="*/ 10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3">
                  <a:moveTo>
                    <a:pt x="33" y="83"/>
                  </a:moveTo>
                  <a:cubicBezTo>
                    <a:pt x="34" y="65"/>
                    <a:pt x="24" y="45"/>
                    <a:pt x="16" y="28"/>
                  </a:cubicBezTo>
                  <a:cubicBezTo>
                    <a:pt x="13" y="22"/>
                    <a:pt x="9" y="16"/>
                    <a:pt x="5" y="10"/>
                  </a:cubicBezTo>
                  <a:cubicBezTo>
                    <a:pt x="0" y="0"/>
                    <a:pt x="8" y="3"/>
                    <a:pt x="15" y="6"/>
                  </a:cubicBezTo>
                  <a:cubicBezTo>
                    <a:pt x="28" y="10"/>
                    <a:pt x="42" y="13"/>
                    <a:pt x="55" y="17"/>
                  </a:cubicBezTo>
                  <a:cubicBezTo>
                    <a:pt x="59" y="18"/>
                    <a:pt x="71" y="19"/>
                    <a:pt x="73" y="22"/>
                  </a:cubicBezTo>
                  <a:cubicBezTo>
                    <a:pt x="79" y="28"/>
                    <a:pt x="68" y="33"/>
                    <a:pt x="64" y="37"/>
                  </a:cubicBezTo>
                  <a:cubicBezTo>
                    <a:pt x="51" y="48"/>
                    <a:pt x="43" y="65"/>
                    <a:pt x="35" y="79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483">
              <a:extLst>
                <a:ext uri="{FF2B5EF4-FFF2-40B4-BE49-F238E27FC236}">
                  <a16:creationId xmlns:a16="http://schemas.microsoft.com/office/drawing/2014/main" id="{40DD1AAA-10AB-4381-A94C-A35D136DA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190"/>
              <a:ext cx="87" cy="142"/>
            </a:xfrm>
            <a:custGeom>
              <a:avLst/>
              <a:gdLst>
                <a:gd name="T0" fmla="*/ 89 w 86"/>
                <a:gd name="T1" fmla="*/ 167 h 131"/>
                <a:gd name="T2" fmla="*/ 48 w 86"/>
                <a:gd name="T3" fmla="*/ 158 h 131"/>
                <a:gd name="T4" fmla="*/ 0 w 86"/>
                <a:gd name="T5" fmla="*/ 163 h 131"/>
                <a:gd name="T6" fmla="*/ 20 w 86"/>
                <a:gd name="T7" fmla="*/ 128 h 131"/>
                <a:gd name="T8" fmla="*/ 18 w 86"/>
                <a:gd name="T9" fmla="*/ 74 h 131"/>
                <a:gd name="T10" fmla="*/ 8 w 86"/>
                <a:gd name="T11" fmla="*/ 0 h 131"/>
                <a:gd name="T12" fmla="*/ 18 w 86"/>
                <a:gd name="T13" fmla="*/ 29 h 131"/>
                <a:gd name="T14" fmla="*/ 25 w 86"/>
                <a:gd name="T15" fmla="*/ 59 h 131"/>
                <a:gd name="T16" fmla="*/ 39 w 86"/>
                <a:gd name="T17" fmla="*/ 104 h 131"/>
                <a:gd name="T18" fmla="*/ 87 w 86"/>
                <a:gd name="T19" fmla="*/ 167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31">
                  <a:moveTo>
                    <a:pt x="86" y="131"/>
                  </a:moveTo>
                  <a:cubicBezTo>
                    <a:pt x="72" y="128"/>
                    <a:pt x="60" y="125"/>
                    <a:pt x="45" y="125"/>
                  </a:cubicBezTo>
                  <a:cubicBezTo>
                    <a:pt x="32" y="125"/>
                    <a:pt x="12" y="122"/>
                    <a:pt x="0" y="127"/>
                  </a:cubicBezTo>
                  <a:cubicBezTo>
                    <a:pt x="2" y="117"/>
                    <a:pt x="17" y="113"/>
                    <a:pt x="20" y="101"/>
                  </a:cubicBezTo>
                  <a:cubicBezTo>
                    <a:pt x="24" y="86"/>
                    <a:pt x="23" y="72"/>
                    <a:pt x="18" y="58"/>
                  </a:cubicBezTo>
                  <a:cubicBezTo>
                    <a:pt x="11" y="40"/>
                    <a:pt x="10" y="19"/>
                    <a:pt x="8" y="0"/>
                  </a:cubicBezTo>
                  <a:cubicBezTo>
                    <a:pt x="14" y="4"/>
                    <a:pt x="15" y="16"/>
                    <a:pt x="18" y="23"/>
                  </a:cubicBezTo>
                  <a:cubicBezTo>
                    <a:pt x="20" y="31"/>
                    <a:pt x="23" y="38"/>
                    <a:pt x="25" y="46"/>
                  </a:cubicBezTo>
                  <a:cubicBezTo>
                    <a:pt x="28" y="59"/>
                    <a:pt x="32" y="71"/>
                    <a:pt x="39" y="82"/>
                  </a:cubicBezTo>
                  <a:cubicBezTo>
                    <a:pt x="50" y="98"/>
                    <a:pt x="67" y="124"/>
                    <a:pt x="84" y="131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484">
              <a:extLst>
                <a:ext uri="{FF2B5EF4-FFF2-40B4-BE49-F238E27FC236}">
                  <a16:creationId xmlns:a16="http://schemas.microsoft.com/office/drawing/2014/main" id="{5751165D-446E-4334-9F54-D3E9E8383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350"/>
              <a:ext cx="131" cy="20"/>
            </a:xfrm>
            <a:custGeom>
              <a:avLst/>
              <a:gdLst>
                <a:gd name="T0" fmla="*/ 0 w 129"/>
                <a:gd name="T1" fmla="*/ 5 h 19"/>
                <a:gd name="T2" fmla="*/ 26 w 129"/>
                <a:gd name="T3" fmla="*/ 4 h 19"/>
                <a:gd name="T4" fmla="*/ 60 w 129"/>
                <a:gd name="T5" fmla="*/ 13 h 19"/>
                <a:gd name="T6" fmla="*/ 135 w 129"/>
                <a:gd name="T7" fmla="*/ 21 h 19"/>
                <a:gd name="T8" fmla="*/ 97 w 129"/>
                <a:gd name="T9" fmla="*/ 8 h 19"/>
                <a:gd name="T10" fmla="*/ 65 w 129"/>
                <a:gd name="T11" fmla="*/ 2 h 19"/>
                <a:gd name="T12" fmla="*/ 15 w 129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9">
                  <a:moveTo>
                    <a:pt x="0" y="5"/>
                  </a:moveTo>
                  <a:cubicBezTo>
                    <a:pt x="6" y="6"/>
                    <a:pt x="18" y="3"/>
                    <a:pt x="26" y="4"/>
                  </a:cubicBezTo>
                  <a:cubicBezTo>
                    <a:pt x="37" y="5"/>
                    <a:pt x="46" y="7"/>
                    <a:pt x="57" y="10"/>
                  </a:cubicBezTo>
                  <a:cubicBezTo>
                    <a:pt x="81" y="17"/>
                    <a:pt x="104" y="18"/>
                    <a:pt x="129" y="18"/>
                  </a:cubicBezTo>
                  <a:cubicBezTo>
                    <a:pt x="116" y="19"/>
                    <a:pt x="105" y="12"/>
                    <a:pt x="94" y="8"/>
                  </a:cubicBezTo>
                  <a:cubicBezTo>
                    <a:pt x="84" y="4"/>
                    <a:pt x="72" y="2"/>
                    <a:pt x="62" y="2"/>
                  </a:cubicBezTo>
                  <a:cubicBezTo>
                    <a:pt x="47" y="1"/>
                    <a:pt x="30" y="0"/>
                    <a:pt x="15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485">
              <a:extLst>
                <a:ext uri="{FF2B5EF4-FFF2-40B4-BE49-F238E27FC236}">
                  <a16:creationId xmlns:a16="http://schemas.microsoft.com/office/drawing/2014/main" id="{F4487F30-345C-4B3B-8E25-CC527BCC5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284"/>
              <a:ext cx="31" cy="55"/>
            </a:xfrm>
            <a:custGeom>
              <a:avLst/>
              <a:gdLst>
                <a:gd name="T0" fmla="*/ 5 w 30"/>
                <a:gd name="T1" fmla="*/ 0 h 50"/>
                <a:gd name="T2" fmla="*/ 22 w 30"/>
                <a:gd name="T3" fmla="*/ 35 h 50"/>
                <a:gd name="T4" fmla="*/ 24 w 30"/>
                <a:gd name="T5" fmla="*/ 58 h 50"/>
                <a:gd name="T6" fmla="*/ 1 w 30"/>
                <a:gd name="T7" fmla="*/ 43 h 50"/>
                <a:gd name="T8" fmla="*/ 5 w 30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0">
                  <a:moveTo>
                    <a:pt x="5" y="0"/>
                  </a:moveTo>
                  <a:cubicBezTo>
                    <a:pt x="6" y="11"/>
                    <a:pt x="11" y="19"/>
                    <a:pt x="19" y="26"/>
                  </a:cubicBezTo>
                  <a:cubicBezTo>
                    <a:pt x="24" y="31"/>
                    <a:pt x="30" y="39"/>
                    <a:pt x="21" y="44"/>
                  </a:cubicBezTo>
                  <a:cubicBezTo>
                    <a:pt x="9" y="50"/>
                    <a:pt x="1" y="44"/>
                    <a:pt x="1" y="32"/>
                  </a:cubicBezTo>
                  <a:cubicBezTo>
                    <a:pt x="0" y="22"/>
                    <a:pt x="5" y="14"/>
                    <a:pt x="5" y="4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486">
              <a:extLst>
                <a:ext uri="{FF2B5EF4-FFF2-40B4-BE49-F238E27FC236}">
                  <a16:creationId xmlns:a16="http://schemas.microsoft.com/office/drawing/2014/main" id="{9819B4AD-CBA8-401D-9224-8762F7DC8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263"/>
              <a:ext cx="64" cy="28"/>
            </a:xfrm>
            <a:custGeom>
              <a:avLst/>
              <a:gdLst>
                <a:gd name="T0" fmla="*/ 0 w 63"/>
                <a:gd name="T1" fmla="*/ 17 h 26"/>
                <a:gd name="T2" fmla="*/ 56 w 63"/>
                <a:gd name="T3" fmla="*/ 17 h 26"/>
                <a:gd name="T4" fmla="*/ 36 w 63"/>
                <a:gd name="T5" fmla="*/ 22 h 26"/>
                <a:gd name="T6" fmla="*/ 15 w 63"/>
                <a:gd name="T7" fmla="*/ 22 h 26"/>
                <a:gd name="T8" fmla="*/ 2 w 63"/>
                <a:gd name="T9" fmla="*/ 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0" y="14"/>
                  </a:moveTo>
                  <a:cubicBezTo>
                    <a:pt x="3" y="0"/>
                    <a:pt x="46" y="4"/>
                    <a:pt x="53" y="14"/>
                  </a:cubicBezTo>
                  <a:cubicBezTo>
                    <a:pt x="63" y="26"/>
                    <a:pt x="38" y="18"/>
                    <a:pt x="33" y="18"/>
                  </a:cubicBezTo>
                  <a:cubicBezTo>
                    <a:pt x="27" y="17"/>
                    <a:pt x="21" y="19"/>
                    <a:pt x="15" y="18"/>
                  </a:cubicBezTo>
                  <a:cubicBezTo>
                    <a:pt x="10" y="17"/>
                    <a:pt x="6" y="14"/>
                    <a:pt x="2" y="13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487">
              <a:extLst>
                <a:ext uri="{FF2B5EF4-FFF2-40B4-BE49-F238E27FC236}">
                  <a16:creationId xmlns:a16="http://schemas.microsoft.com/office/drawing/2014/main" id="{A9C42F91-EDE9-4676-A7BB-43F7AFB3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004"/>
              <a:ext cx="107" cy="69"/>
            </a:xfrm>
            <a:custGeom>
              <a:avLst/>
              <a:gdLst>
                <a:gd name="T0" fmla="*/ 0 w 105"/>
                <a:gd name="T1" fmla="*/ 12 h 63"/>
                <a:gd name="T2" fmla="*/ 30 w 105"/>
                <a:gd name="T3" fmla="*/ 31 h 63"/>
                <a:gd name="T4" fmla="*/ 57 w 105"/>
                <a:gd name="T5" fmla="*/ 53 h 63"/>
                <a:gd name="T6" fmla="*/ 86 w 105"/>
                <a:gd name="T7" fmla="*/ 68 h 63"/>
                <a:gd name="T8" fmla="*/ 111 w 105"/>
                <a:gd name="T9" fmla="*/ 83 h 63"/>
                <a:gd name="T10" fmla="*/ 70 w 105"/>
                <a:gd name="T11" fmla="*/ 14 h 63"/>
                <a:gd name="T12" fmla="*/ 36 w 105"/>
                <a:gd name="T13" fmla="*/ 2 h 63"/>
                <a:gd name="T14" fmla="*/ 2 w 105"/>
                <a:gd name="T15" fmla="*/ 1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63">
                  <a:moveTo>
                    <a:pt x="0" y="9"/>
                  </a:moveTo>
                  <a:cubicBezTo>
                    <a:pt x="6" y="18"/>
                    <a:pt x="18" y="19"/>
                    <a:pt x="27" y="24"/>
                  </a:cubicBezTo>
                  <a:cubicBezTo>
                    <a:pt x="36" y="30"/>
                    <a:pt x="44" y="35"/>
                    <a:pt x="54" y="40"/>
                  </a:cubicBezTo>
                  <a:cubicBezTo>
                    <a:pt x="63" y="44"/>
                    <a:pt x="71" y="48"/>
                    <a:pt x="80" y="52"/>
                  </a:cubicBezTo>
                  <a:cubicBezTo>
                    <a:pt x="87" y="55"/>
                    <a:pt x="98" y="63"/>
                    <a:pt x="105" y="63"/>
                  </a:cubicBezTo>
                  <a:cubicBezTo>
                    <a:pt x="103" y="43"/>
                    <a:pt x="83" y="22"/>
                    <a:pt x="67" y="11"/>
                  </a:cubicBezTo>
                  <a:cubicBezTo>
                    <a:pt x="55" y="2"/>
                    <a:pt x="48" y="0"/>
                    <a:pt x="33" y="2"/>
                  </a:cubicBezTo>
                  <a:cubicBezTo>
                    <a:pt x="25" y="2"/>
                    <a:pt x="8" y="4"/>
                    <a:pt x="2" y="7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488">
              <a:extLst>
                <a:ext uri="{FF2B5EF4-FFF2-40B4-BE49-F238E27FC236}">
                  <a16:creationId xmlns:a16="http://schemas.microsoft.com/office/drawing/2014/main" id="{B654E128-9C60-409A-8CA8-733840216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924"/>
              <a:ext cx="218" cy="188"/>
            </a:xfrm>
            <a:custGeom>
              <a:avLst/>
              <a:gdLst>
                <a:gd name="T0" fmla="*/ 0 w 214"/>
                <a:gd name="T1" fmla="*/ 201 h 173"/>
                <a:gd name="T2" fmla="*/ 40 w 214"/>
                <a:gd name="T3" fmla="*/ 191 h 173"/>
                <a:gd name="T4" fmla="*/ 226 w 214"/>
                <a:gd name="T5" fmla="*/ 0 h 173"/>
                <a:gd name="T6" fmla="*/ 47 w 214"/>
                <a:gd name="T7" fmla="*/ 161 h 173"/>
                <a:gd name="T8" fmla="*/ 0 w 214"/>
                <a:gd name="T9" fmla="*/ 20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73">
                  <a:moveTo>
                    <a:pt x="0" y="156"/>
                  </a:moveTo>
                  <a:cubicBezTo>
                    <a:pt x="0" y="156"/>
                    <a:pt x="10" y="173"/>
                    <a:pt x="37" y="149"/>
                  </a:cubicBezTo>
                  <a:cubicBezTo>
                    <a:pt x="65" y="125"/>
                    <a:pt x="194" y="10"/>
                    <a:pt x="214" y="0"/>
                  </a:cubicBezTo>
                  <a:cubicBezTo>
                    <a:pt x="214" y="0"/>
                    <a:pt x="61" y="101"/>
                    <a:pt x="44" y="125"/>
                  </a:cubicBezTo>
                  <a:cubicBezTo>
                    <a:pt x="27" y="149"/>
                    <a:pt x="0" y="156"/>
                    <a:pt x="0" y="156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489">
              <a:extLst>
                <a:ext uri="{FF2B5EF4-FFF2-40B4-BE49-F238E27FC236}">
                  <a16:creationId xmlns:a16="http://schemas.microsoft.com/office/drawing/2014/main" id="{F1E6A6FA-4678-4DED-B70F-A4B81D17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51"/>
              <a:ext cx="129" cy="74"/>
            </a:xfrm>
            <a:custGeom>
              <a:avLst/>
              <a:gdLst>
                <a:gd name="T0" fmla="*/ 0 w 126"/>
                <a:gd name="T1" fmla="*/ 0 h 68"/>
                <a:gd name="T2" fmla="*/ 110 w 126"/>
                <a:gd name="T3" fmla="*/ 88 h 68"/>
                <a:gd name="T4" fmla="*/ 135 w 126"/>
                <a:gd name="T5" fmla="*/ 76 h 68"/>
                <a:gd name="T6" fmla="*/ 0 w 126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68">
                  <a:moveTo>
                    <a:pt x="0" y="0"/>
                  </a:moveTo>
                  <a:cubicBezTo>
                    <a:pt x="0" y="0"/>
                    <a:pt x="80" y="55"/>
                    <a:pt x="103" y="68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55" y="37"/>
                    <a:pt x="0" y="0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490">
              <a:extLst>
                <a:ext uri="{FF2B5EF4-FFF2-40B4-BE49-F238E27FC236}">
                  <a16:creationId xmlns:a16="http://schemas.microsoft.com/office/drawing/2014/main" id="{214BEF88-0BCF-40DA-86DF-5808FE12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389"/>
              <a:ext cx="908" cy="174"/>
            </a:xfrm>
            <a:custGeom>
              <a:avLst/>
              <a:gdLst>
                <a:gd name="T0" fmla="*/ 0 w 889"/>
                <a:gd name="T1" fmla="*/ 65 h 160"/>
                <a:gd name="T2" fmla="*/ 66 w 889"/>
                <a:gd name="T3" fmla="*/ 95 h 160"/>
                <a:gd name="T4" fmla="*/ 176 w 889"/>
                <a:gd name="T5" fmla="*/ 123 h 160"/>
                <a:gd name="T6" fmla="*/ 355 w 889"/>
                <a:gd name="T7" fmla="*/ 201 h 160"/>
                <a:gd name="T8" fmla="*/ 483 w 889"/>
                <a:gd name="T9" fmla="*/ 195 h 160"/>
                <a:gd name="T10" fmla="*/ 622 w 889"/>
                <a:gd name="T11" fmla="*/ 152 h 160"/>
                <a:gd name="T12" fmla="*/ 714 w 889"/>
                <a:gd name="T13" fmla="*/ 119 h 160"/>
                <a:gd name="T14" fmla="*/ 860 w 889"/>
                <a:gd name="T15" fmla="*/ 71 h 160"/>
                <a:gd name="T16" fmla="*/ 947 w 889"/>
                <a:gd name="T17" fmla="*/ 0 h 160"/>
                <a:gd name="T18" fmla="*/ 862 w 889"/>
                <a:gd name="T19" fmla="*/ 49 h 160"/>
                <a:gd name="T20" fmla="*/ 721 w 889"/>
                <a:gd name="T21" fmla="*/ 100 h 160"/>
                <a:gd name="T22" fmla="*/ 626 w 889"/>
                <a:gd name="T23" fmla="*/ 126 h 160"/>
                <a:gd name="T24" fmla="*/ 494 w 889"/>
                <a:gd name="T25" fmla="*/ 176 h 160"/>
                <a:gd name="T26" fmla="*/ 355 w 889"/>
                <a:gd name="T27" fmla="*/ 181 h 160"/>
                <a:gd name="T28" fmla="*/ 153 w 889"/>
                <a:gd name="T29" fmla="*/ 104 h 160"/>
                <a:gd name="T30" fmla="*/ 0 w 889"/>
                <a:gd name="T31" fmla="*/ 65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9" h="160">
                  <a:moveTo>
                    <a:pt x="0" y="51"/>
                  </a:moveTo>
                  <a:cubicBezTo>
                    <a:pt x="0" y="51"/>
                    <a:pt x="13" y="70"/>
                    <a:pt x="63" y="74"/>
                  </a:cubicBezTo>
                  <a:cubicBezTo>
                    <a:pt x="114" y="79"/>
                    <a:pt x="133" y="84"/>
                    <a:pt x="164" y="96"/>
                  </a:cubicBezTo>
                  <a:cubicBezTo>
                    <a:pt x="196" y="109"/>
                    <a:pt x="289" y="158"/>
                    <a:pt x="334" y="156"/>
                  </a:cubicBezTo>
                  <a:cubicBezTo>
                    <a:pt x="380" y="155"/>
                    <a:pt x="427" y="144"/>
                    <a:pt x="453" y="152"/>
                  </a:cubicBezTo>
                  <a:cubicBezTo>
                    <a:pt x="478" y="160"/>
                    <a:pt x="565" y="133"/>
                    <a:pt x="584" y="119"/>
                  </a:cubicBezTo>
                  <a:cubicBezTo>
                    <a:pt x="602" y="104"/>
                    <a:pt x="645" y="95"/>
                    <a:pt x="670" y="92"/>
                  </a:cubicBezTo>
                  <a:cubicBezTo>
                    <a:pt x="695" y="89"/>
                    <a:pt x="790" y="71"/>
                    <a:pt x="807" y="55"/>
                  </a:cubicBezTo>
                  <a:cubicBezTo>
                    <a:pt x="825" y="40"/>
                    <a:pt x="864" y="0"/>
                    <a:pt x="889" y="0"/>
                  </a:cubicBezTo>
                  <a:cubicBezTo>
                    <a:pt x="889" y="0"/>
                    <a:pt x="837" y="22"/>
                    <a:pt x="809" y="38"/>
                  </a:cubicBezTo>
                  <a:cubicBezTo>
                    <a:pt x="781" y="54"/>
                    <a:pt x="691" y="78"/>
                    <a:pt x="677" y="78"/>
                  </a:cubicBezTo>
                  <a:cubicBezTo>
                    <a:pt x="662" y="78"/>
                    <a:pt x="620" y="79"/>
                    <a:pt x="587" y="98"/>
                  </a:cubicBezTo>
                  <a:cubicBezTo>
                    <a:pt x="554" y="117"/>
                    <a:pt x="490" y="141"/>
                    <a:pt x="464" y="137"/>
                  </a:cubicBezTo>
                  <a:cubicBezTo>
                    <a:pt x="437" y="134"/>
                    <a:pt x="371" y="153"/>
                    <a:pt x="334" y="141"/>
                  </a:cubicBezTo>
                  <a:cubicBezTo>
                    <a:pt x="298" y="128"/>
                    <a:pt x="178" y="89"/>
                    <a:pt x="144" y="81"/>
                  </a:cubicBezTo>
                  <a:cubicBezTo>
                    <a:pt x="109" y="73"/>
                    <a:pt x="11" y="65"/>
                    <a:pt x="0" y="51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491">
              <a:extLst>
                <a:ext uri="{FF2B5EF4-FFF2-40B4-BE49-F238E27FC236}">
                  <a16:creationId xmlns:a16="http://schemas.microsoft.com/office/drawing/2014/main" id="{58D9CABA-403D-4D38-AB46-3DC71C023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561"/>
              <a:ext cx="42" cy="148"/>
            </a:xfrm>
            <a:custGeom>
              <a:avLst/>
              <a:gdLst>
                <a:gd name="T0" fmla="*/ 42 w 42"/>
                <a:gd name="T1" fmla="*/ 3 h 136"/>
                <a:gd name="T2" fmla="*/ 14 w 42"/>
                <a:gd name="T3" fmla="*/ 70 h 136"/>
                <a:gd name="T4" fmla="*/ 7 w 42"/>
                <a:gd name="T5" fmla="*/ 123 h 136"/>
                <a:gd name="T6" fmla="*/ 5 w 42"/>
                <a:gd name="T7" fmla="*/ 160 h 136"/>
                <a:gd name="T8" fmla="*/ 23 w 42"/>
                <a:gd name="T9" fmla="*/ 69 h 136"/>
                <a:gd name="T10" fmla="*/ 29 w 42"/>
                <a:gd name="T11" fmla="*/ 29 h 136"/>
                <a:gd name="T12" fmla="*/ 41 w 42"/>
                <a:gd name="T13" fmla="*/ 11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6">
                  <a:moveTo>
                    <a:pt x="42" y="3"/>
                  </a:moveTo>
                  <a:cubicBezTo>
                    <a:pt x="23" y="0"/>
                    <a:pt x="18" y="41"/>
                    <a:pt x="14" y="54"/>
                  </a:cubicBezTo>
                  <a:cubicBezTo>
                    <a:pt x="10" y="68"/>
                    <a:pt x="9" y="82"/>
                    <a:pt x="7" y="96"/>
                  </a:cubicBezTo>
                  <a:cubicBezTo>
                    <a:pt x="6" y="100"/>
                    <a:pt x="0" y="120"/>
                    <a:pt x="5" y="124"/>
                  </a:cubicBezTo>
                  <a:cubicBezTo>
                    <a:pt x="22" y="136"/>
                    <a:pt x="22" y="60"/>
                    <a:pt x="23" y="53"/>
                  </a:cubicBezTo>
                  <a:cubicBezTo>
                    <a:pt x="24" y="44"/>
                    <a:pt x="26" y="32"/>
                    <a:pt x="29" y="23"/>
                  </a:cubicBezTo>
                  <a:cubicBezTo>
                    <a:pt x="32" y="16"/>
                    <a:pt x="36" y="14"/>
                    <a:pt x="41" y="8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492">
              <a:extLst>
                <a:ext uri="{FF2B5EF4-FFF2-40B4-BE49-F238E27FC236}">
                  <a16:creationId xmlns:a16="http://schemas.microsoft.com/office/drawing/2014/main" id="{E22054CE-9B69-4C75-A2F6-C782D7C2A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479"/>
              <a:ext cx="68" cy="80"/>
            </a:xfrm>
            <a:custGeom>
              <a:avLst/>
              <a:gdLst>
                <a:gd name="T0" fmla="*/ 70 w 67"/>
                <a:gd name="T1" fmla="*/ 0 h 73"/>
                <a:gd name="T2" fmla="*/ 44 w 67"/>
                <a:gd name="T3" fmla="*/ 39 h 73"/>
                <a:gd name="T4" fmla="*/ 7 w 67"/>
                <a:gd name="T5" fmla="*/ 96 h 73"/>
                <a:gd name="T6" fmla="*/ 33 w 67"/>
                <a:gd name="T7" fmla="*/ 20 h 73"/>
                <a:gd name="T8" fmla="*/ 42 w 67"/>
                <a:gd name="T9" fmla="*/ 3 h 73"/>
                <a:gd name="T10" fmla="*/ 66 w 67"/>
                <a:gd name="T11" fmla="*/ 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73">
                  <a:moveTo>
                    <a:pt x="67" y="0"/>
                  </a:moveTo>
                  <a:cubicBezTo>
                    <a:pt x="66" y="13"/>
                    <a:pt x="49" y="21"/>
                    <a:pt x="41" y="30"/>
                  </a:cubicBezTo>
                  <a:cubicBezTo>
                    <a:pt x="29" y="44"/>
                    <a:pt x="19" y="59"/>
                    <a:pt x="7" y="73"/>
                  </a:cubicBezTo>
                  <a:cubicBezTo>
                    <a:pt x="0" y="57"/>
                    <a:pt x="28" y="30"/>
                    <a:pt x="33" y="15"/>
                  </a:cubicBezTo>
                  <a:cubicBezTo>
                    <a:pt x="35" y="8"/>
                    <a:pt x="32" y="7"/>
                    <a:pt x="39" y="3"/>
                  </a:cubicBezTo>
                  <a:cubicBezTo>
                    <a:pt x="45" y="1"/>
                    <a:pt x="56" y="2"/>
                    <a:pt x="63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493">
              <a:extLst>
                <a:ext uri="{FF2B5EF4-FFF2-40B4-BE49-F238E27FC236}">
                  <a16:creationId xmlns:a16="http://schemas.microsoft.com/office/drawing/2014/main" id="{76CF69E3-7828-4CCF-BA7D-354647CCC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489"/>
              <a:ext cx="29" cy="94"/>
            </a:xfrm>
            <a:custGeom>
              <a:avLst/>
              <a:gdLst>
                <a:gd name="T0" fmla="*/ 18 w 29"/>
                <a:gd name="T1" fmla="*/ 10 h 86"/>
                <a:gd name="T2" fmla="*/ 20 w 29"/>
                <a:gd name="T3" fmla="*/ 59 h 86"/>
                <a:gd name="T4" fmla="*/ 13 w 29"/>
                <a:gd name="T5" fmla="*/ 89 h 86"/>
                <a:gd name="T6" fmla="*/ 0 w 29"/>
                <a:gd name="T7" fmla="*/ 113 h 86"/>
                <a:gd name="T8" fmla="*/ 3 w 29"/>
                <a:gd name="T9" fmla="*/ 80 h 86"/>
                <a:gd name="T10" fmla="*/ 9 w 29"/>
                <a:gd name="T11" fmla="*/ 39 h 86"/>
                <a:gd name="T12" fmla="*/ 19 w 29"/>
                <a:gd name="T13" fmla="*/ 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6">
                  <a:moveTo>
                    <a:pt x="18" y="7"/>
                  </a:moveTo>
                  <a:cubicBezTo>
                    <a:pt x="29" y="16"/>
                    <a:pt x="24" y="33"/>
                    <a:pt x="20" y="45"/>
                  </a:cubicBezTo>
                  <a:cubicBezTo>
                    <a:pt x="18" y="53"/>
                    <a:pt x="17" y="61"/>
                    <a:pt x="13" y="68"/>
                  </a:cubicBezTo>
                  <a:cubicBezTo>
                    <a:pt x="9" y="75"/>
                    <a:pt x="2" y="79"/>
                    <a:pt x="0" y="86"/>
                  </a:cubicBezTo>
                  <a:cubicBezTo>
                    <a:pt x="2" y="78"/>
                    <a:pt x="2" y="70"/>
                    <a:pt x="3" y="61"/>
                  </a:cubicBezTo>
                  <a:cubicBezTo>
                    <a:pt x="3" y="50"/>
                    <a:pt x="8" y="41"/>
                    <a:pt x="9" y="30"/>
                  </a:cubicBezTo>
                  <a:cubicBezTo>
                    <a:pt x="10" y="22"/>
                    <a:pt x="3" y="0"/>
                    <a:pt x="19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494">
              <a:extLst>
                <a:ext uri="{FF2B5EF4-FFF2-40B4-BE49-F238E27FC236}">
                  <a16:creationId xmlns:a16="http://schemas.microsoft.com/office/drawing/2014/main" id="{FDFC1C2F-A206-45FA-B9B2-DAF3B362F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563"/>
              <a:ext cx="38" cy="124"/>
            </a:xfrm>
            <a:custGeom>
              <a:avLst/>
              <a:gdLst>
                <a:gd name="T0" fmla="*/ 24 w 37"/>
                <a:gd name="T1" fmla="*/ 1 h 114"/>
                <a:gd name="T2" fmla="*/ 15 w 37"/>
                <a:gd name="T3" fmla="*/ 49 h 114"/>
                <a:gd name="T4" fmla="*/ 36 w 37"/>
                <a:gd name="T5" fmla="*/ 147 h 114"/>
                <a:gd name="T6" fmla="*/ 37 w 37"/>
                <a:gd name="T7" fmla="*/ 98 h 114"/>
                <a:gd name="T8" fmla="*/ 39 w 37"/>
                <a:gd name="T9" fmla="*/ 54 h 114"/>
                <a:gd name="T10" fmla="*/ 30 w 37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14">
                  <a:moveTo>
                    <a:pt x="21" y="1"/>
                  </a:moveTo>
                  <a:cubicBezTo>
                    <a:pt x="0" y="0"/>
                    <a:pt x="11" y="26"/>
                    <a:pt x="15" y="38"/>
                  </a:cubicBezTo>
                  <a:cubicBezTo>
                    <a:pt x="24" y="64"/>
                    <a:pt x="30" y="86"/>
                    <a:pt x="33" y="114"/>
                  </a:cubicBezTo>
                  <a:cubicBezTo>
                    <a:pt x="29" y="104"/>
                    <a:pt x="33" y="86"/>
                    <a:pt x="34" y="76"/>
                  </a:cubicBezTo>
                  <a:cubicBezTo>
                    <a:pt x="35" y="65"/>
                    <a:pt x="37" y="53"/>
                    <a:pt x="36" y="42"/>
                  </a:cubicBezTo>
                  <a:cubicBezTo>
                    <a:pt x="34" y="29"/>
                    <a:pt x="32" y="12"/>
                    <a:pt x="27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495">
              <a:extLst>
                <a:ext uri="{FF2B5EF4-FFF2-40B4-BE49-F238E27FC236}">
                  <a16:creationId xmlns:a16="http://schemas.microsoft.com/office/drawing/2014/main" id="{B346F11C-111D-4E48-82D2-D8A2A2948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97"/>
              <a:ext cx="81" cy="122"/>
            </a:xfrm>
            <a:custGeom>
              <a:avLst/>
              <a:gdLst>
                <a:gd name="T0" fmla="*/ 0 w 79"/>
                <a:gd name="T1" fmla="*/ 0 h 112"/>
                <a:gd name="T2" fmla="*/ 41 w 79"/>
                <a:gd name="T3" fmla="*/ 89 h 112"/>
                <a:gd name="T4" fmla="*/ 85 w 79"/>
                <a:gd name="T5" fmla="*/ 145 h 112"/>
                <a:gd name="T6" fmla="*/ 66 w 79"/>
                <a:gd name="T7" fmla="*/ 99 h 112"/>
                <a:gd name="T8" fmla="*/ 45 w 79"/>
                <a:gd name="T9" fmla="*/ 54 h 112"/>
                <a:gd name="T10" fmla="*/ 5 w 79"/>
                <a:gd name="T11" fmla="*/ 2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12">
                  <a:moveTo>
                    <a:pt x="0" y="0"/>
                  </a:moveTo>
                  <a:cubicBezTo>
                    <a:pt x="19" y="19"/>
                    <a:pt x="30" y="44"/>
                    <a:pt x="38" y="69"/>
                  </a:cubicBezTo>
                  <a:cubicBezTo>
                    <a:pt x="46" y="93"/>
                    <a:pt x="54" y="105"/>
                    <a:pt x="79" y="112"/>
                  </a:cubicBezTo>
                  <a:cubicBezTo>
                    <a:pt x="78" y="101"/>
                    <a:pt x="65" y="87"/>
                    <a:pt x="60" y="77"/>
                  </a:cubicBezTo>
                  <a:cubicBezTo>
                    <a:pt x="54" y="66"/>
                    <a:pt x="49" y="53"/>
                    <a:pt x="42" y="42"/>
                  </a:cubicBezTo>
                  <a:cubicBezTo>
                    <a:pt x="32" y="26"/>
                    <a:pt x="17" y="16"/>
                    <a:pt x="5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496">
              <a:extLst>
                <a:ext uri="{FF2B5EF4-FFF2-40B4-BE49-F238E27FC236}">
                  <a16:creationId xmlns:a16="http://schemas.microsoft.com/office/drawing/2014/main" id="{43EE20D2-5803-4121-86B9-C0988E89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416"/>
              <a:ext cx="75" cy="142"/>
            </a:xfrm>
            <a:custGeom>
              <a:avLst/>
              <a:gdLst>
                <a:gd name="T0" fmla="*/ 0 w 73"/>
                <a:gd name="T1" fmla="*/ 0 h 130"/>
                <a:gd name="T2" fmla="*/ 28 w 73"/>
                <a:gd name="T3" fmla="*/ 85 h 130"/>
                <a:gd name="T4" fmla="*/ 42 w 73"/>
                <a:gd name="T5" fmla="*/ 151 h 130"/>
                <a:gd name="T6" fmla="*/ 52 w 73"/>
                <a:gd name="T7" fmla="*/ 169 h 130"/>
                <a:gd name="T8" fmla="*/ 65 w 73"/>
                <a:gd name="T9" fmla="*/ 146 h 130"/>
                <a:gd name="T10" fmla="*/ 71 w 73"/>
                <a:gd name="T11" fmla="*/ 105 h 130"/>
                <a:gd name="T12" fmla="*/ 41 w 73"/>
                <a:gd name="T13" fmla="*/ 60 h 130"/>
                <a:gd name="T14" fmla="*/ 16 w 73"/>
                <a:gd name="T15" fmla="*/ 27 h 130"/>
                <a:gd name="T16" fmla="*/ 3 w 73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30">
                  <a:moveTo>
                    <a:pt x="0" y="0"/>
                  </a:moveTo>
                  <a:cubicBezTo>
                    <a:pt x="0" y="19"/>
                    <a:pt x="19" y="45"/>
                    <a:pt x="25" y="65"/>
                  </a:cubicBezTo>
                  <a:cubicBezTo>
                    <a:pt x="31" y="82"/>
                    <a:pt x="34" y="99"/>
                    <a:pt x="39" y="115"/>
                  </a:cubicBezTo>
                  <a:cubicBezTo>
                    <a:pt x="41" y="120"/>
                    <a:pt x="42" y="130"/>
                    <a:pt x="49" y="130"/>
                  </a:cubicBezTo>
                  <a:cubicBezTo>
                    <a:pt x="57" y="130"/>
                    <a:pt x="56" y="119"/>
                    <a:pt x="59" y="113"/>
                  </a:cubicBezTo>
                  <a:cubicBezTo>
                    <a:pt x="65" y="100"/>
                    <a:pt x="73" y="94"/>
                    <a:pt x="65" y="81"/>
                  </a:cubicBezTo>
                  <a:cubicBezTo>
                    <a:pt x="58" y="69"/>
                    <a:pt x="47" y="56"/>
                    <a:pt x="38" y="46"/>
                  </a:cubicBezTo>
                  <a:cubicBezTo>
                    <a:pt x="30" y="38"/>
                    <a:pt x="23" y="30"/>
                    <a:pt x="16" y="21"/>
                  </a:cubicBezTo>
                  <a:cubicBezTo>
                    <a:pt x="10" y="14"/>
                    <a:pt x="7" y="7"/>
                    <a:pt x="3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497">
              <a:extLst>
                <a:ext uri="{FF2B5EF4-FFF2-40B4-BE49-F238E27FC236}">
                  <a16:creationId xmlns:a16="http://schemas.microsoft.com/office/drawing/2014/main" id="{9C760608-49FE-488B-9557-8F2B78FE4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61"/>
              <a:ext cx="1066" cy="233"/>
            </a:xfrm>
            <a:custGeom>
              <a:avLst/>
              <a:gdLst>
                <a:gd name="T0" fmla="*/ 0 w 1044"/>
                <a:gd name="T1" fmla="*/ 0 h 214"/>
                <a:gd name="T2" fmla="*/ 52 w 1044"/>
                <a:gd name="T3" fmla="*/ 56 h 214"/>
                <a:gd name="T4" fmla="*/ 99 w 1044"/>
                <a:gd name="T5" fmla="*/ 96 h 214"/>
                <a:gd name="T6" fmla="*/ 207 w 1044"/>
                <a:gd name="T7" fmla="*/ 148 h 214"/>
                <a:gd name="T8" fmla="*/ 465 w 1044"/>
                <a:gd name="T9" fmla="*/ 242 h 214"/>
                <a:gd name="T10" fmla="*/ 775 w 1044"/>
                <a:gd name="T11" fmla="*/ 193 h 214"/>
                <a:gd name="T12" fmla="*/ 924 w 1044"/>
                <a:gd name="T13" fmla="*/ 147 h 214"/>
                <a:gd name="T14" fmla="*/ 1033 w 1044"/>
                <a:gd name="T15" fmla="*/ 68 h 214"/>
                <a:gd name="T16" fmla="*/ 1111 w 1044"/>
                <a:gd name="T17" fmla="*/ 35 h 214"/>
                <a:gd name="T18" fmla="*/ 1026 w 1044"/>
                <a:gd name="T19" fmla="*/ 99 h 214"/>
                <a:gd name="T20" fmla="*/ 927 w 1044"/>
                <a:gd name="T21" fmla="*/ 183 h 214"/>
                <a:gd name="T22" fmla="*/ 827 w 1044"/>
                <a:gd name="T23" fmla="*/ 196 h 214"/>
                <a:gd name="T24" fmla="*/ 730 w 1044"/>
                <a:gd name="T25" fmla="*/ 235 h 214"/>
                <a:gd name="T26" fmla="*/ 564 w 1044"/>
                <a:gd name="T27" fmla="*/ 277 h 214"/>
                <a:gd name="T28" fmla="*/ 492 w 1044"/>
                <a:gd name="T29" fmla="*/ 267 h 214"/>
                <a:gd name="T30" fmla="*/ 386 w 1044"/>
                <a:gd name="T31" fmla="*/ 267 h 214"/>
                <a:gd name="T32" fmla="*/ 318 w 1044"/>
                <a:gd name="T33" fmla="*/ 242 h 214"/>
                <a:gd name="T34" fmla="*/ 168 w 1044"/>
                <a:gd name="T35" fmla="*/ 157 h 214"/>
                <a:gd name="T36" fmla="*/ 74 w 1044"/>
                <a:gd name="T37" fmla="*/ 91 h 214"/>
                <a:gd name="T38" fmla="*/ 46 w 1044"/>
                <a:gd name="T39" fmla="*/ 50 h 214"/>
                <a:gd name="T40" fmla="*/ 9 w 1044"/>
                <a:gd name="T41" fmla="*/ 5 h 2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4" h="214">
                  <a:moveTo>
                    <a:pt x="0" y="0"/>
                  </a:moveTo>
                  <a:cubicBezTo>
                    <a:pt x="17" y="12"/>
                    <a:pt x="33" y="31"/>
                    <a:pt x="49" y="43"/>
                  </a:cubicBezTo>
                  <a:cubicBezTo>
                    <a:pt x="64" y="55"/>
                    <a:pt x="76" y="65"/>
                    <a:pt x="93" y="74"/>
                  </a:cubicBezTo>
                  <a:cubicBezTo>
                    <a:pt x="127" y="95"/>
                    <a:pt x="154" y="106"/>
                    <a:pt x="195" y="115"/>
                  </a:cubicBezTo>
                  <a:cubicBezTo>
                    <a:pt x="279" y="135"/>
                    <a:pt x="353" y="177"/>
                    <a:pt x="437" y="187"/>
                  </a:cubicBezTo>
                  <a:cubicBezTo>
                    <a:pt x="540" y="198"/>
                    <a:pt x="633" y="191"/>
                    <a:pt x="728" y="150"/>
                  </a:cubicBezTo>
                  <a:cubicBezTo>
                    <a:pt x="773" y="130"/>
                    <a:pt x="820" y="123"/>
                    <a:pt x="868" y="114"/>
                  </a:cubicBezTo>
                  <a:cubicBezTo>
                    <a:pt x="910" y="105"/>
                    <a:pt x="937" y="77"/>
                    <a:pt x="971" y="52"/>
                  </a:cubicBezTo>
                  <a:cubicBezTo>
                    <a:pt x="994" y="35"/>
                    <a:pt x="1021" y="38"/>
                    <a:pt x="1044" y="27"/>
                  </a:cubicBezTo>
                  <a:cubicBezTo>
                    <a:pt x="1022" y="47"/>
                    <a:pt x="989" y="61"/>
                    <a:pt x="964" y="77"/>
                  </a:cubicBezTo>
                  <a:cubicBezTo>
                    <a:pt x="932" y="98"/>
                    <a:pt x="907" y="127"/>
                    <a:pt x="871" y="141"/>
                  </a:cubicBezTo>
                  <a:cubicBezTo>
                    <a:pt x="843" y="152"/>
                    <a:pt x="808" y="149"/>
                    <a:pt x="777" y="152"/>
                  </a:cubicBezTo>
                  <a:cubicBezTo>
                    <a:pt x="745" y="155"/>
                    <a:pt x="716" y="170"/>
                    <a:pt x="686" y="182"/>
                  </a:cubicBezTo>
                  <a:cubicBezTo>
                    <a:pt x="640" y="201"/>
                    <a:pt x="580" y="214"/>
                    <a:pt x="530" y="214"/>
                  </a:cubicBezTo>
                  <a:cubicBezTo>
                    <a:pt x="508" y="214"/>
                    <a:pt x="485" y="208"/>
                    <a:pt x="462" y="207"/>
                  </a:cubicBezTo>
                  <a:cubicBezTo>
                    <a:pt x="429" y="205"/>
                    <a:pt x="395" y="209"/>
                    <a:pt x="362" y="207"/>
                  </a:cubicBezTo>
                  <a:cubicBezTo>
                    <a:pt x="337" y="205"/>
                    <a:pt x="320" y="198"/>
                    <a:pt x="299" y="187"/>
                  </a:cubicBezTo>
                  <a:cubicBezTo>
                    <a:pt x="269" y="172"/>
                    <a:pt x="159" y="120"/>
                    <a:pt x="159" y="121"/>
                  </a:cubicBezTo>
                  <a:cubicBezTo>
                    <a:pt x="129" y="113"/>
                    <a:pt x="93" y="91"/>
                    <a:pt x="70" y="71"/>
                  </a:cubicBezTo>
                  <a:cubicBezTo>
                    <a:pt x="59" y="61"/>
                    <a:pt x="53" y="49"/>
                    <a:pt x="43" y="39"/>
                  </a:cubicBezTo>
                  <a:cubicBezTo>
                    <a:pt x="32" y="28"/>
                    <a:pt x="15" y="21"/>
                    <a:pt x="9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498">
              <a:extLst>
                <a:ext uri="{FF2B5EF4-FFF2-40B4-BE49-F238E27FC236}">
                  <a16:creationId xmlns:a16="http://schemas.microsoft.com/office/drawing/2014/main" id="{E3C81615-629B-4AA0-8299-78A7AE3B4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352"/>
              <a:ext cx="1074" cy="219"/>
            </a:xfrm>
            <a:custGeom>
              <a:avLst/>
              <a:gdLst>
                <a:gd name="T0" fmla="*/ 0 w 1052"/>
                <a:gd name="T1" fmla="*/ 0 h 201"/>
                <a:gd name="T2" fmla="*/ 47 w 1052"/>
                <a:gd name="T3" fmla="*/ 52 h 201"/>
                <a:gd name="T4" fmla="*/ 106 w 1052"/>
                <a:gd name="T5" fmla="*/ 121 h 201"/>
                <a:gd name="T6" fmla="*/ 163 w 1052"/>
                <a:gd name="T7" fmla="*/ 145 h 201"/>
                <a:gd name="T8" fmla="*/ 279 w 1052"/>
                <a:gd name="T9" fmla="*/ 171 h 201"/>
                <a:gd name="T10" fmla="*/ 453 w 1052"/>
                <a:gd name="T11" fmla="*/ 250 h 201"/>
                <a:gd name="T12" fmla="*/ 588 w 1052"/>
                <a:gd name="T13" fmla="*/ 248 h 201"/>
                <a:gd name="T14" fmla="*/ 741 w 1052"/>
                <a:gd name="T15" fmla="*/ 202 h 201"/>
                <a:gd name="T16" fmla="*/ 835 w 1052"/>
                <a:gd name="T17" fmla="*/ 169 h 201"/>
                <a:gd name="T18" fmla="*/ 971 w 1052"/>
                <a:gd name="T19" fmla="*/ 123 h 201"/>
                <a:gd name="T20" fmla="*/ 1052 w 1052"/>
                <a:gd name="T21" fmla="*/ 54 h 201"/>
                <a:gd name="T22" fmla="*/ 1119 w 1052"/>
                <a:gd name="T23" fmla="*/ 19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2" h="201">
                  <a:moveTo>
                    <a:pt x="0" y="0"/>
                  </a:moveTo>
                  <a:cubicBezTo>
                    <a:pt x="0" y="0"/>
                    <a:pt x="21" y="30"/>
                    <a:pt x="44" y="40"/>
                  </a:cubicBezTo>
                  <a:cubicBezTo>
                    <a:pt x="66" y="50"/>
                    <a:pt x="81" y="81"/>
                    <a:pt x="100" y="94"/>
                  </a:cubicBezTo>
                  <a:cubicBezTo>
                    <a:pt x="120" y="106"/>
                    <a:pt x="115" y="102"/>
                    <a:pt x="154" y="112"/>
                  </a:cubicBezTo>
                  <a:cubicBezTo>
                    <a:pt x="194" y="122"/>
                    <a:pt x="231" y="122"/>
                    <a:pt x="262" y="132"/>
                  </a:cubicBezTo>
                  <a:cubicBezTo>
                    <a:pt x="294" y="142"/>
                    <a:pt x="360" y="184"/>
                    <a:pt x="426" y="193"/>
                  </a:cubicBezTo>
                  <a:cubicBezTo>
                    <a:pt x="491" y="201"/>
                    <a:pt x="511" y="182"/>
                    <a:pt x="552" y="192"/>
                  </a:cubicBezTo>
                  <a:cubicBezTo>
                    <a:pt x="593" y="201"/>
                    <a:pt x="669" y="174"/>
                    <a:pt x="696" y="156"/>
                  </a:cubicBezTo>
                  <a:cubicBezTo>
                    <a:pt x="722" y="138"/>
                    <a:pt x="749" y="139"/>
                    <a:pt x="785" y="130"/>
                  </a:cubicBezTo>
                  <a:cubicBezTo>
                    <a:pt x="820" y="122"/>
                    <a:pt x="879" y="121"/>
                    <a:pt x="913" y="95"/>
                  </a:cubicBezTo>
                  <a:cubicBezTo>
                    <a:pt x="947" y="69"/>
                    <a:pt x="954" y="51"/>
                    <a:pt x="988" y="42"/>
                  </a:cubicBezTo>
                  <a:cubicBezTo>
                    <a:pt x="1022" y="34"/>
                    <a:pt x="1039" y="38"/>
                    <a:pt x="1052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499">
              <a:extLst>
                <a:ext uri="{FF2B5EF4-FFF2-40B4-BE49-F238E27FC236}">
                  <a16:creationId xmlns:a16="http://schemas.microsoft.com/office/drawing/2014/main" id="{90FB203C-EF58-498C-9278-E9CCBE1A6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804"/>
              <a:ext cx="904" cy="588"/>
            </a:xfrm>
            <a:custGeom>
              <a:avLst/>
              <a:gdLst>
                <a:gd name="T0" fmla="*/ 466 w 886"/>
                <a:gd name="T1" fmla="*/ 2 h 540"/>
                <a:gd name="T2" fmla="*/ 320 w 886"/>
                <a:gd name="T3" fmla="*/ 103 h 540"/>
                <a:gd name="T4" fmla="*/ 41 w 886"/>
                <a:gd name="T5" fmla="*/ 384 h 540"/>
                <a:gd name="T6" fmla="*/ 7 w 886"/>
                <a:gd name="T7" fmla="*/ 476 h 540"/>
                <a:gd name="T8" fmla="*/ 92 w 886"/>
                <a:gd name="T9" fmla="*/ 629 h 540"/>
                <a:gd name="T10" fmla="*/ 271 w 886"/>
                <a:gd name="T11" fmla="*/ 664 h 540"/>
                <a:gd name="T12" fmla="*/ 492 w 886"/>
                <a:gd name="T13" fmla="*/ 683 h 540"/>
                <a:gd name="T14" fmla="*/ 674 w 886"/>
                <a:gd name="T15" fmla="*/ 636 h 540"/>
                <a:gd name="T16" fmla="*/ 894 w 886"/>
                <a:gd name="T17" fmla="*/ 562 h 540"/>
                <a:gd name="T18" fmla="*/ 941 w 886"/>
                <a:gd name="T19" fmla="*/ 331 h 540"/>
                <a:gd name="T20" fmla="*/ 862 w 886"/>
                <a:gd name="T21" fmla="*/ 289 h 540"/>
                <a:gd name="T22" fmla="*/ 609 w 886"/>
                <a:gd name="T23" fmla="*/ 81 h 540"/>
                <a:gd name="T24" fmla="*/ 466 w 886"/>
                <a:gd name="T25" fmla="*/ 2 h 5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6" h="540">
                  <a:moveTo>
                    <a:pt x="439" y="2"/>
                  </a:moveTo>
                  <a:cubicBezTo>
                    <a:pt x="403" y="3"/>
                    <a:pt x="355" y="51"/>
                    <a:pt x="302" y="80"/>
                  </a:cubicBezTo>
                  <a:cubicBezTo>
                    <a:pt x="249" y="110"/>
                    <a:pt x="66" y="267"/>
                    <a:pt x="38" y="298"/>
                  </a:cubicBezTo>
                  <a:cubicBezTo>
                    <a:pt x="11" y="329"/>
                    <a:pt x="0" y="351"/>
                    <a:pt x="7" y="368"/>
                  </a:cubicBezTo>
                  <a:cubicBezTo>
                    <a:pt x="15" y="384"/>
                    <a:pt x="22" y="454"/>
                    <a:pt x="86" y="488"/>
                  </a:cubicBezTo>
                  <a:cubicBezTo>
                    <a:pt x="86" y="488"/>
                    <a:pt x="209" y="505"/>
                    <a:pt x="256" y="514"/>
                  </a:cubicBezTo>
                  <a:cubicBezTo>
                    <a:pt x="304" y="523"/>
                    <a:pt x="408" y="540"/>
                    <a:pt x="463" y="529"/>
                  </a:cubicBezTo>
                  <a:cubicBezTo>
                    <a:pt x="518" y="518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5" y="411"/>
                    <a:pt x="886" y="256"/>
                    <a:pt x="886" y="256"/>
                  </a:cubicBezTo>
                  <a:cubicBezTo>
                    <a:pt x="886" y="256"/>
                    <a:pt x="836" y="236"/>
                    <a:pt x="812" y="223"/>
                  </a:cubicBezTo>
                  <a:cubicBezTo>
                    <a:pt x="789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500">
              <a:extLst>
                <a:ext uri="{FF2B5EF4-FFF2-40B4-BE49-F238E27FC236}">
                  <a16:creationId xmlns:a16="http://schemas.microsoft.com/office/drawing/2014/main" id="{22681727-2826-43C9-ADEA-1F333D4D0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823"/>
              <a:ext cx="346" cy="374"/>
            </a:xfrm>
            <a:custGeom>
              <a:avLst/>
              <a:gdLst>
                <a:gd name="T0" fmla="*/ 303 w 338"/>
                <a:gd name="T1" fmla="*/ 20 h 344"/>
                <a:gd name="T2" fmla="*/ 355 w 338"/>
                <a:gd name="T3" fmla="*/ 84 h 344"/>
                <a:gd name="T4" fmla="*/ 0 w 338"/>
                <a:gd name="T5" fmla="*/ 441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8" h="344">
                  <a:moveTo>
                    <a:pt x="282" y="16"/>
                  </a:moveTo>
                  <a:cubicBezTo>
                    <a:pt x="282" y="16"/>
                    <a:pt x="338" y="0"/>
                    <a:pt x="331" y="65"/>
                  </a:cubicBezTo>
                  <a:cubicBezTo>
                    <a:pt x="325" y="131"/>
                    <a:pt x="266" y="344"/>
                    <a:pt x="0" y="3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501">
              <a:extLst>
                <a:ext uri="{FF2B5EF4-FFF2-40B4-BE49-F238E27FC236}">
                  <a16:creationId xmlns:a16="http://schemas.microsoft.com/office/drawing/2014/main" id="{DB71E91E-6A04-4B83-AEA3-02AFB4363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955"/>
              <a:ext cx="170" cy="224"/>
            </a:xfrm>
            <a:custGeom>
              <a:avLst/>
              <a:gdLst>
                <a:gd name="T0" fmla="*/ 4 w 166"/>
                <a:gd name="T1" fmla="*/ 0 h 205"/>
                <a:gd name="T2" fmla="*/ 178 w 166"/>
                <a:gd name="T3" fmla="*/ 268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6" h="205">
                  <a:moveTo>
                    <a:pt x="4" y="0"/>
                  </a:moveTo>
                  <a:cubicBezTo>
                    <a:pt x="4" y="0"/>
                    <a:pt x="0" y="172"/>
                    <a:pt x="166" y="20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502">
              <a:extLst>
                <a:ext uri="{FF2B5EF4-FFF2-40B4-BE49-F238E27FC236}">
                  <a16:creationId xmlns:a16="http://schemas.microsoft.com/office/drawing/2014/main" id="{1D01A325-02B7-4405-B3D5-9D8E8CE3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096"/>
              <a:ext cx="34" cy="99"/>
            </a:xfrm>
            <a:custGeom>
              <a:avLst/>
              <a:gdLst>
                <a:gd name="T0" fmla="*/ 36 w 33"/>
                <a:gd name="T1" fmla="*/ 117 h 91"/>
                <a:gd name="T2" fmla="*/ 25 w 33"/>
                <a:gd name="T3" fmla="*/ 60 h 91"/>
                <a:gd name="T4" fmla="*/ 0 w 33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1">
                  <a:moveTo>
                    <a:pt x="33" y="91"/>
                  </a:moveTo>
                  <a:cubicBezTo>
                    <a:pt x="27" y="77"/>
                    <a:pt x="27" y="62"/>
                    <a:pt x="22" y="47"/>
                  </a:cubicBezTo>
                  <a:cubicBezTo>
                    <a:pt x="16" y="30"/>
                    <a:pt x="10" y="1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503">
              <a:extLst>
                <a:ext uri="{FF2B5EF4-FFF2-40B4-BE49-F238E27FC236}">
                  <a16:creationId xmlns:a16="http://schemas.microsoft.com/office/drawing/2014/main" id="{C845A2E7-34B6-4F4C-8C16-3D67CD9A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330"/>
              <a:ext cx="107" cy="8"/>
            </a:xfrm>
            <a:custGeom>
              <a:avLst/>
              <a:gdLst>
                <a:gd name="T0" fmla="*/ 111 w 105"/>
                <a:gd name="T1" fmla="*/ 10 h 7"/>
                <a:gd name="T2" fmla="*/ 62 w 105"/>
                <a:gd name="T3" fmla="*/ 2 h 7"/>
                <a:gd name="T4" fmla="*/ 0 w 105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">
                  <a:moveTo>
                    <a:pt x="105" y="7"/>
                  </a:moveTo>
                  <a:cubicBezTo>
                    <a:pt x="90" y="7"/>
                    <a:pt x="73" y="4"/>
                    <a:pt x="59" y="2"/>
                  </a:cubicBezTo>
                  <a:cubicBezTo>
                    <a:pt x="38" y="0"/>
                    <a:pt x="19" y="1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504">
              <a:extLst>
                <a:ext uri="{FF2B5EF4-FFF2-40B4-BE49-F238E27FC236}">
                  <a16:creationId xmlns:a16="http://schemas.microsoft.com/office/drawing/2014/main" id="{E06A36DE-C240-48DF-B962-E07068D6C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084"/>
              <a:ext cx="70" cy="23"/>
            </a:xfrm>
            <a:custGeom>
              <a:avLst/>
              <a:gdLst>
                <a:gd name="T0" fmla="*/ 72 w 69"/>
                <a:gd name="T1" fmla="*/ 24 h 21"/>
                <a:gd name="T2" fmla="*/ 34 w 69"/>
                <a:gd name="T3" fmla="*/ 15 h 21"/>
                <a:gd name="T4" fmla="*/ 0 w 6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1">
                  <a:moveTo>
                    <a:pt x="69" y="18"/>
                  </a:moveTo>
                  <a:cubicBezTo>
                    <a:pt x="57" y="21"/>
                    <a:pt x="44" y="16"/>
                    <a:pt x="34" y="12"/>
                  </a:cubicBezTo>
                  <a:cubicBezTo>
                    <a:pt x="25" y="8"/>
                    <a:pt x="7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505">
              <a:extLst>
                <a:ext uri="{FF2B5EF4-FFF2-40B4-BE49-F238E27FC236}">
                  <a16:creationId xmlns:a16="http://schemas.microsoft.com/office/drawing/2014/main" id="{7E94C489-2E8F-41CC-A563-E6F0D6EBC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1265"/>
              <a:ext cx="72" cy="13"/>
            </a:xfrm>
            <a:custGeom>
              <a:avLst/>
              <a:gdLst>
                <a:gd name="T0" fmla="*/ 0 w 71"/>
                <a:gd name="T1" fmla="*/ 15 h 12"/>
                <a:gd name="T2" fmla="*/ 27 w 71"/>
                <a:gd name="T3" fmla="*/ 1 h 12"/>
                <a:gd name="T4" fmla="*/ 74 w 7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2">
                  <a:moveTo>
                    <a:pt x="0" y="12"/>
                  </a:moveTo>
                  <a:cubicBezTo>
                    <a:pt x="3" y="2"/>
                    <a:pt x="19" y="0"/>
                    <a:pt x="27" y="1"/>
                  </a:cubicBezTo>
                  <a:cubicBezTo>
                    <a:pt x="39" y="2"/>
                    <a:pt x="63" y="6"/>
                    <a:pt x="71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506">
              <a:extLst>
                <a:ext uri="{FF2B5EF4-FFF2-40B4-BE49-F238E27FC236}">
                  <a16:creationId xmlns:a16="http://schemas.microsoft.com/office/drawing/2014/main" id="{FB5DBE28-8D97-49C3-84CF-CFADF8502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1278"/>
              <a:ext cx="23" cy="47"/>
            </a:xfrm>
            <a:custGeom>
              <a:avLst/>
              <a:gdLst>
                <a:gd name="T0" fmla="*/ 0 w 23"/>
                <a:gd name="T1" fmla="*/ 0 h 43"/>
                <a:gd name="T2" fmla="*/ 3 w 23"/>
                <a:gd name="T3" fmla="*/ 23 h 43"/>
                <a:gd name="T4" fmla="*/ 23 w 23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0" y="6"/>
                    <a:pt x="0" y="11"/>
                    <a:pt x="3" y="17"/>
                  </a:cubicBezTo>
                  <a:cubicBezTo>
                    <a:pt x="8" y="26"/>
                    <a:pt x="22" y="33"/>
                    <a:pt x="23" y="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507">
              <a:extLst>
                <a:ext uri="{FF2B5EF4-FFF2-40B4-BE49-F238E27FC236}">
                  <a16:creationId xmlns:a16="http://schemas.microsoft.com/office/drawing/2014/main" id="{32864BBB-DD5E-44C1-855B-7BEFC1E7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005"/>
              <a:ext cx="53" cy="80"/>
            </a:xfrm>
            <a:custGeom>
              <a:avLst/>
              <a:gdLst>
                <a:gd name="T0" fmla="*/ 46 w 52"/>
                <a:gd name="T1" fmla="*/ 96 h 73"/>
                <a:gd name="T2" fmla="*/ 0 w 52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3">
                  <a:moveTo>
                    <a:pt x="43" y="73"/>
                  </a:moveTo>
                  <a:cubicBezTo>
                    <a:pt x="52" y="38"/>
                    <a:pt x="28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508">
              <a:extLst>
                <a:ext uri="{FF2B5EF4-FFF2-40B4-BE49-F238E27FC236}">
                  <a16:creationId xmlns:a16="http://schemas.microsoft.com/office/drawing/2014/main" id="{1206DF79-7863-4B1D-95CA-3D0034AF2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354"/>
              <a:ext cx="188" cy="35"/>
            </a:xfrm>
            <a:custGeom>
              <a:avLst/>
              <a:gdLst>
                <a:gd name="T0" fmla="*/ 0 w 184"/>
                <a:gd name="T1" fmla="*/ 13 h 32"/>
                <a:gd name="T2" fmla="*/ 93 w 184"/>
                <a:gd name="T3" fmla="*/ 12 h 32"/>
                <a:gd name="T4" fmla="*/ 148 w 184"/>
                <a:gd name="T5" fmla="*/ 30 h 32"/>
                <a:gd name="T6" fmla="*/ 196 w 184"/>
                <a:gd name="T7" fmla="*/ 3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2">
                  <a:moveTo>
                    <a:pt x="0" y="10"/>
                  </a:moveTo>
                  <a:cubicBezTo>
                    <a:pt x="30" y="11"/>
                    <a:pt x="57" y="0"/>
                    <a:pt x="87" y="9"/>
                  </a:cubicBezTo>
                  <a:cubicBezTo>
                    <a:pt x="105" y="13"/>
                    <a:pt x="122" y="18"/>
                    <a:pt x="139" y="23"/>
                  </a:cubicBezTo>
                  <a:cubicBezTo>
                    <a:pt x="148" y="26"/>
                    <a:pt x="180" y="32"/>
                    <a:pt x="184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509">
              <a:extLst>
                <a:ext uri="{FF2B5EF4-FFF2-40B4-BE49-F238E27FC236}">
                  <a16:creationId xmlns:a16="http://schemas.microsoft.com/office/drawing/2014/main" id="{DB0FF40C-A833-408F-8728-F5B837525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489"/>
              <a:ext cx="93" cy="133"/>
            </a:xfrm>
            <a:custGeom>
              <a:avLst/>
              <a:gdLst>
                <a:gd name="T0" fmla="*/ 0 w 91"/>
                <a:gd name="T1" fmla="*/ 0 h 122"/>
                <a:gd name="T2" fmla="*/ 97 w 91"/>
                <a:gd name="T3" fmla="*/ 158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122">
                  <a:moveTo>
                    <a:pt x="0" y="0"/>
                  </a:moveTo>
                  <a:cubicBezTo>
                    <a:pt x="41" y="28"/>
                    <a:pt x="79" y="75"/>
                    <a:pt x="91" y="1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510">
              <a:extLst>
                <a:ext uri="{FF2B5EF4-FFF2-40B4-BE49-F238E27FC236}">
                  <a16:creationId xmlns:a16="http://schemas.microsoft.com/office/drawing/2014/main" id="{7E5191E0-8CBF-4F25-A892-F69A26528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491"/>
              <a:ext cx="42" cy="112"/>
            </a:xfrm>
            <a:custGeom>
              <a:avLst/>
              <a:gdLst>
                <a:gd name="T0" fmla="*/ 0 w 41"/>
                <a:gd name="T1" fmla="*/ 0 h 103"/>
                <a:gd name="T2" fmla="*/ 44 w 41"/>
                <a:gd name="T3" fmla="*/ 133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03">
                  <a:moveTo>
                    <a:pt x="0" y="0"/>
                  </a:moveTo>
                  <a:cubicBezTo>
                    <a:pt x="16" y="35"/>
                    <a:pt x="41" y="60"/>
                    <a:pt x="41" y="10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511">
              <a:extLst>
                <a:ext uri="{FF2B5EF4-FFF2-40B4-BE49-F238E27FC236}">
                  <a16:creationId xmlns:a16="http://schemas.microsoft.com/office/drawing/2014/main" id="{314D89D4-D2A2-4913-8688-A21571DFB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413"/>
              <a:ext cx="37" cy="137"/>
            </a:xfrm>
            <a:custGeom>
              <a:avLst/>
              <a:gdLst>
                <a:gd name="T0" fmla="*/ 2 w 36"/>
                <a:gd name="T1" fmla="*/ 0 h 126"/>
                <a:gd name="T2" fmla="*/ 26 w 36"/>
                <a:gd name="T3" fmla="*/ 77 h 126"/>
                <a:gd name="T4" fmla="*/ 39 w 36"/>
                <a:gd name="T5" fmla="*/ 162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26">
                  <a:moveTo>
                    <a:pt x="2" y="0"/>
                  </a:moveTo>
                  <a:cubicBezTo>
                    <a:pt x="0" y="18"/>
                    <a:pt x="17" y="43"/>
                    <a:pt x="23" y="60"/>
                  </a:cubicBezTo>
                  <a:cubicBezTo>
                    <a:pt x="30" y="82"/>
                    <a:pt x="34" y="104"/>
                    <a:pt x="36" y="1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512">
              <a:extLst>
                <a:ext uri="{FF2B5EF4-FFF2-40B4-BE49-F238E27FC236}">
                  <a16:creationId xmlns:a16="http://schemas.microsoft.com/office/drawing/2014/main" id="{CD9E1452-BC05-41EA-8FE6-9BFDC84A8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1405"/>
              <a:ext cx="79" cy="77"/>
            </a:xfrm>
            <a:custGeom>
              <a:avLst/>
              <a:gdLst>
                <a:gd name="T0" fmla="*/ 0 w 77"/>
                <a:gd name="T1" fmla="*/ 0 h 71"/>
                <a:gd name="T2" fmla="*/ 83 w 77"/>
                <a:gd name="T3" fmla="*/ 91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71">
                  <a:moveTo>
                    <a:pt x="0" y="0"/>
                  </a:moveTo>
                  <a:cubicBezTo>
                    <a:pt x="9" y="33"/>
                    <a:pt x="60" y="43"/>
                    <a:pt x="77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513">
              <a:extLst>
                <a:ext uri="{FF2B5EF4-FFF2-40B4-BE49-F238E27FC236}">
                  <a16:creationId xmlns:a16="http://schemas.microsoft.com/office/drawing/2014/main" id="{80FF2787-2B7A-4BC4-9FCA-309AEBC1A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562"/>
              <a:ext cx="35" cy="105"/>
            </a:xfrm>
            <a:custGeom>
              <a:avLst/>
              <a:gdLst>
                <a:gd name="T0" fmla="*/ 11 w 34"/>
                <a:gd name="T1" fmla="*/ 0 h 96"/>
                <a:gd name="T2" fmla="*/ 37 w 34"/>
                <a:gd name="T3" fmla="*/ 12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6">
                  <a:moveTo>
                    <a:pt x="11" y="0"/>
                  </a:moveTo>
                  <a:cubicBezTo>
                    <a:pt x="0" y="24"/>
                    <a:pt x="29" y="71"/>
                    <a:pt x="34" y="9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514">
              <a:extLst>
                <a:ext uri="{FF2B5EF4-FFF2-40B4-BE49-F238E27FC236}">
                  <a16:creationId xmlns:a16="http://schemas.microsoft.com/office/drawing/2014/main" id="{415BDDEC-329E-40C7-AAF9-1424972F8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473"/>
              <a:ext cx="81" cy="117"/>
            </a:xfrm>
            <a:custGeom>
              <a:avLst/>
              <a:gdLst>
                <a:gd name="T0" fmla="*/ 80 w 79"/>
                <a:gd name="T1" fmla="*/ 0 h 108"/>
                <a:gd name="T2" fmla="*/ 52 w 79"/>
                <a:gd name="T3" fmla="*/ 54 h 108"/>
                <a:gd name="T4" fmla="*/ 0 w 79"/>
                <a:gd name="T5" fmla="*/ 13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08">
                  <a:moveTo>
                    <a:pt x="74" y="0"/>
                  </a:moveTo>
                  <a:cubicBezTo>
                    <a:pt x="79" y="15"/>
                    <a:pt x="58" y="32"/>
                    <a:pt x="49" y="42"/>
                  </a:cubicBezTo>
                  <a:cubicBezTo>
                    <a:pt x="30" y="62"/>
                    <a:pt x="7" y="81"/>
                    <a:pt x="0" y="10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515">
              <a:extLst>
                <a:ext uri="{FF2B5EF4-FFF2-40B4-BE49-F238E27FC236}">
                  <a16:creationId xmlns:a16="http://schemas.microsoft.com/office/drawing/2014/main" id="{E20304D9-56AF-4AA9-8966-B279AC233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489"/>
              <a:ext cx="24" cy="100"/>
            </a:xfrm>
            <a:custGeom>
              <a:avLst/>
              <a:gdLst>
                <a:gd name="T0" fmla="*/ 19 w 24"/>
                <a:gd name="T1" fmla="*/ 0 h 92"/>
                <a:gd name="T2" fmla="*/ 20 w 24"/>
                <a:gd name="T3" fmla="*/ 54 h 92"/>
                <a:gd name="T4" fmla="*/ 0 w 24"/>
                <a:gd name="T5" fmla="*/ 11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2">
                  <a:moveTo>
                    <a:pt x="19" y="0"/>
                  </a:moveTo>
                  <a:cubicBezTo>
                    <a:pt x="15" y="13"/>
                    <a:pt x="24" y="28"/>
                    <a:pt x="20" y="42"/>
                  </a:cubicBezTo>
                  <a:cubicBezTo>
                    <a:pt x="16" y="60"/>
                    <a:pt x="3" y="74"/>
                    <a:pt x="0" y="9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516">
              <a:extLst>
                <a:ext uri="{FF2B5EF4-FFF2-40B4-BE49-F238E27FC236}">
                  <a16:creationId xmlns:a16="http://schemas.microsoft.com/office/drawing/2014/main" id="{131A6540-F8DF-491F-9718-C829DC29A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54"/>
              <a:ext cx="44" cy="131"/>
            </a:xfrm>
            <a:custGeom>
              <a:avLst/>
              <a:gdLst>
                <a:gd name="T0" fmla="*/ 46 w 43"/>
                <a:gd name="T1" fmla="*/ 0 h 120"/>
                <a:gd name="T2" fmla="*/ 0 w 43"/>
                <a:gd name="T3" fmla="*/ 156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0">
                  <a:moveTo>
                    <a:pt x="43" y="0"/>
                  </a:moveTo>
                  <a:cubicBezTo>
                    <a:pt x="16" y="22"/>
                    <a:pt x="3" y="86"/>
                    <a:pt x="0" y="1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517">
              <a:extLst>
                <a:ext uri="{FF2B5EF4-FFF2-40B4-BE49-F238E27FC236}">
                  <a16:creationId xmlns:a16="http://schemas.microsoft.com/office/drawing/2014/main" id="{ADF904F9-DDD9-4D67-B401-6DE903A87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557"/>
              <a:ext cx="21" cy="100"/>
            </a:xfrm>
            <a:custGeom>
              <a:avLst/>
              <a:gdLst>
                <a:gd name="T0" fmla="*/ 0 w 21"/>
                <a:gd name="T1" fmla="*/ 0 h 92"/>
                <a:gd name="T2" fmla="*/ 20 w 21"/>
                <a:gd name="T3" fmla="*/ 118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2">
                  <a:moveTo>
                    <a:pt x="0" y="0"/>
                  </a:moveTo>
                  <a:cubicBezTo>
                    <a:pt x="17" y="22"/>
                    <a:pt x="21" y="69"/>
                    <a:pt x="20" y="9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518">
              <a:extLst>
                <a:ext uri="{FF2B5EF4-FFF2-40B4-BE49-F238E27FC236}">
                  <a16:creationId xmlns:a16="http://schemas.microsoft.com/office/drawing/2014/main" id="{8712B67F-5877-4993-A202-86D828C0E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118"/>
              <a:ext cx="75" cy="204"/>
            </a:xfrm>
            <a:custGeom>
              <a:avLst/>
              <a:gdLst>
                <a:gd name="T0" fmla="*/ 46 w 74"/>
                <a:gd name="T1" fmla="*/ 0 h 188"/>
                <a:gd name="T2" fmla="*/ 4 w 74"/>
                <a:gd name="T3" fmla="*/ 125 h 188"/>
                <a:gd name="T4" fmla="*/ 46 w 74"/>
                <a:gd name="T5" fmla="*/ 237 h 188"/>
                <a:gd name="T6" fmla="*/ 60 w 74"/>
                <a:gd name="T7" fmla="*/ 123 h 188"/>
                <a:gd name="T8" fmla="*/ 56 w 74"/>
                <a:gd name="T9" fmla="*/ 4 h 188"/>
                <a:gd name="T10" fmla="*/ 48 w 74"/>
                <a:gd name="T11" fmla="*/ 0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88">
                  <a:moveTo>
                    <a:pt x="43" y="0"/>
                  </a:moveTo>
                  <a:cubicBezTo>
                    <a:pt x="18" y="19"/>
                    <a:pt x="0" y="68"/>
                    <a:pt x="4" y="98"/>
                  </a:cubicBezTo>
                  <a:cubicBezTo>
                    <a:pt x="6" y="114"/>
                    <a:pt x="17" y="188"/>
                    <a:pt x="43" y="185"/>
                  </a:cubicBezTo>
                  <a:cubicBezTo>
                    <a:pt x="74" y="181"/>
                    <a:pt x="63" y="114"/>
                    <a:pt x="57" y="96"/>
                  </a:cubicBezTo>
                  <a:cubicBezTo>
                    <a:pt x="46" y="63"/>
                    <a:pt x="41" y="38"/>
                    <a:pt x="53" y="4"/>
                  </a:cubicBezTo>
                  <a:cubicBezTo>
                    <a:pt x="51" y="2"/>
                    <a:pt x="48" y="1"/>
                    <a:pt x="45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519">
              <a:extLst>
                <a:ext uri="{FF2B5EF4-FFF2-40B4-BE49-F238E27FC236}">
                  <a16:creationId xmlns:a16="http://schemas.microsoft.com/office/drawing/2014/main" id="{0E35204D-53F6-4743-8839-F34A4269D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976"/>
              <a:ext cx="139" cy="89"/>
            </a:xfrm>
            <a:custGeom>
              <a:avLst/>
              <a:gdLst>
                <a:gd name="T0" fmla="*/ 0 w 136"/>
                <a:gd name="T1" fmla="*/ 93 h 82"/>
                <a:gd name="T2" fmla="*/ 44 w 136"/>
                <a:gd name="T3" fmla="*/ 99 h 82"/>
                <a:gd name="T4" fmla="*/ 80 w 136"/>
                <a:gd name="T5" fmla="*/ 60 h 82"/>
                <a:gd name="T6" fmla="*/ 145 w 136"/>
                <a:gd name="T7" fmla="*/ 0 h 82"/>
                <a:gd name="T8" fmla="*/ 8 w 136"/>
                <a:gd name="T9" fmla="*/ 93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82">
                  <a:moveTo>
                    <a:pt x="0" y="73"/>
                  </a:moveTo>
                  <a:cubicBezTo>
                    <a:pt x="13" y="72"/>
                    <a:pt x="29" y="82"/>
                    <a:pt x="41" y="77"/>
                  </a:cubicBezTo>
                  <a:cubicBezTo>
                    <a:pt x="52" y="73"/>
                    <a:pt x="65" y="55"/>
                    <a:pt x="74" y="47"/>
                  </a:cubicBezTo>
                  <a:cubicBezTo>
                    <a:pt x="94" y="30"/>
                    <a:pt x="117" y="18"/>
                    <a:pt x="136" y="0"/>
                  </a:cubicBezTo>
                  <a:cubicBezTo>
                    <a:pt x="88" y="13"/>
                    <a:pt x="41" y="37"/>
                    <a:pt x="8" y="73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520">
              <a:extLst>
                <a:ext uri="{FF2B5EF4-FFF2-40B4-BE49-F238E27FC236}">
                  <a16:creationId xmlns:a16="http://schemas.microsoft.com/office/drawing/2014/main" id="{4C87F9B3-49A6-4110-878D-442F6EC47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344"/>
              <a:ext cx="715" cy="158"/>
            </a:xfrm>
            <a:custGeom>
              <a:avLst/>
              <a:gdLst>
                <a:gd name="T0" fmla="*/ 15 w 700"/>
                <a:gd name="T1" fmla="*/ 13 h 145"/>
                <a:gd name="T2" fmla="*/ 5 w 700"/>
                <a:gd name="T3" fmla="*/ 42 h 145"/>
                <a:gd name="T4" fmla="*/ 48 w 700"/>
                <a:gd name="T5" fmla="*/ 74 h 145"/>
                <a:gd name="T6" fmla="*/ 173 w 700"/>
                <a:gd name="T7" fmla="*/ 76 h 145"/>
                <a:gd name="T8" fmla="*/ 298 w 700"/>
                <a:gd name="T9" fmla="*/ 106 h 145"/>
                <a:gd name="T10" fmla="*/ 427 w 700"/>
                <a:gd name="T11" fmla="*/ 160 h 145"/>
                <a:gd name="T12" fmla="*/ 666 w 700"/>
                <a:gd name="T13" fmla="*/ 119 h 145"/>
                <a:gd name="T14" fmla="*/ 732 w 700"/>
                <a:gd name="T15" fmla="*/ 84 h 145"/>
                <a:gd name="T16" fmla="*/ 624 w 700"/>
                <a:gd name="T17" fmla="*/ 62 h 145"/>
                <a:gd name="T18" fmla="*/ 532 w 700"/>
                <a:gd name="T19" fmla="*/ 61 h 145"/>
                <a:gd name="T20" fmla="*/ 444 w 700"/>
                <a:gd name="T21" fmla="*/ 78 h 145"/>
                <a:gd name="T22" fmla="*/ 281 w 700"/>
                <a:gd name="T23" fmla="*/ 68 h 145"/>
                <a:gd name="T24" fmla="*/ 198 w 700"/>
                <a:gd name="T25" fmla="*/ 35 h 145"/>
                <a:gd name="T26" fmla="*/ 112 w 700"/>
                <a:gd name="T27" fmla="*/ 23 h 145"/>
                <a:gd name="T28" fmla="*/ 17 w 700"/>
                <a:gd name="T29" fmla="*/ 13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0" h="145">
                  <a:moveTo>
                    <a:pt x="15" y="10"/>
                  </a:moveTo>
                  <a:cubicBezTo>
                    <a:pt x="1" y="9"/>
                    <a:pt x="0" y="23"/>
                    <a:pt x="5" y="33"/>
                  </a:cubicBezTo>
                  <a:cubicBezTo>
                    <a:pt x="11" y="46"/>
                    <a:pt x="33" y="51"/>
                    <a:pt x="45" y="57"/>
                  </a:cubicBezTo>
                  <a:cubicBezTo>
                    <a:pt x="82" y="72"/>
                    <a:pt x="122" y="56"/>
                    <a:pt x="162" y="59"/>
                  </a:cubicBezTo>
                  <a:cubicBezTo>
                    <a:pt x="203" y="61"/>
                    <a:pt x="240" y="72"/>
                    <a:pt x="280" y="82"/>
                  </a:cubicBezTo>
                  <a:cubicBezTo>
                    <a:pt x="322" y="93"/>
                    <a:pt x="359" y="114"/>
                    <a:pt x="400" y="124"/>
                  </a:cubicBezTo>
                  <a:cubicBezTo>
                    <a:pt x="480" y="145"/>
                    <a:pt x="548" y="110"/>
                    <a:pt x="625" y="92"/>
                  </a:cubicBezTo>
                  <a:cubicBezTo>
                    <a:pt x="637" y="89"/>
                    <a:pt x="700" y="91"/>
                    <a:pt x="687" y="65"/>
                  </a:cubicBezTo>
                  <a:cubicBezTo>
                    <a:pt x="677" y="45"/>
                    <a:pt x="604" y="50"/>
                    <a:pt x="585" y="48"/>
                  </a:cubicBezTo>
                  <a:cubicBezTo>
                    <a:pt x="554" y="44"/>
                    <a:pt x="529" y="40"/>
                    <a:pt x="499" y="47"/>
                  </a:cubicBezTo>
                  <a:cubicBezTo>
                    <a:pt x="472" y="54"/>
                    <a:pt x="444" y="59"/>
                    <a:pt x="417" y="61"/>
                  </a:cubicBezTo>
                  <a:cubicBezTo>
                    <a:pt x="366" y="64"/>
                    <a:pt x="312" y="64"/>
                    <a:pt x="263" y="52"/>
                  </a:cubicBezTo>
                  <a:cubicBezTo>
                    <a:pt x="237" y="45"/>
                    <a:pt x="212" y="33"/>
                    <a:pt x="186" y="27"/>
                  </a:cubicBezTo>
                  <a:cubicBezTo>
                    <a:pt x="159" y="21"/>
                    <a:pt x="134" y="18"/>
                    <a:pt x="106" y="17"/>
                  </a:cubicBezTo>
                  <a:cubicBezTo>
                    <a:pt x="89" y="16"/>
                    <a:pt x="23" y="0"/>
                    <a:pt x="17" y="1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521">
              <a:extLst>
                <a:ext uri="{FF2B5EF4-FFF2-40B4-BE49-F238E27FC236}">
                  <a16:creationId xmlns:a16="http://schemas.microsoft.com/office/drawing/2014/main" id="{DED48997-E615-482D-A3F4-26206EA7F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327"/>
              <a:ext cx="145" cy="80"/>
            </a:xfrm>
            <a:custGeom>
              <a:avLst/>
              <a:gdLst>
                <a:gd name="T0" fmla="*/ 0 w 142"/>
                <a:gd name="T1" fmla="*/ 35 h 74"/>
                <a:gd name="T2" fmla="*/ 78 w 142"/>
                <a:gd name="T3" fmla="*/ 92 h 74"/>
                <a:gd name="T4" fmla="*/ 147 w 142"/>
                <a:gd name="T5" fmla="*/ 59 h 74"/>
                <a:gd name="T6" fmla="*/ 112 w 142"/>
                <a:gd name="T7" fmla="*/ 26 h 74"/>
                <a:gd name="T8" fmla="*/ 86 w 142"/>
                <a:gd name="T9" fmla="*/ 1 h 74"/>
                <a:gd name="T10" fmla="*/ 13 w 142"/>
                <a:gd name="T11" fmla="*/ 2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74">
                  <a:moveTo>
                    <a:pt x="0" y="28"/>
                  </a:moveTo>
                  <a:cubicBezTo>
                    <a:pt x="34" y="37"/>
                    <a:pt x="37" y="72"/>
                    <a:pt x="72" y="73"/>
                  </a:cubicBezTo>
                  <a:cubicBezTo>
                    <a:pt x="86" y="74"/>
                    <a:pt x="142" y="70"/>
                    <a:pt x="138" y="47"/>
                  </a:cubicBezTo>
                  <a:cubicBezTo>
                    <a:pt x="137" y="39"/>
                    <a:pt x="112" y="27"/>
                    <a:pt x="106" y="20"/>
                  </a:cubicBezTo>
                  <a:cubicBezTo>
                    <a:pt x="96" y="8"/>
                    <a:pt x="102" y="2"/>
                    <a:pt x="80" y="1"/>
                  </a:cubicBezTo>
                  <a:cubicBezTo>
                    <a:pt x="67" y="0"/>
                    <a:pt x="12" y="15"/>
                    <a:pt x="13" y="18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522">
              <a:extLst>
                <a:ext uri="{FF2B5EF4-FFF2-40B4-BE49-F238E27FC236}">
                  <a16:creationId xmlns:a16="http://schemas.microsoft.com/office/drawing/2014/main" id="{099D940C-D742-4D5C-9172-B29592964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031"/>
              <a:ext cx="111" cy="302"/>
            </a:xfrm>
            <a:custGeom>
              <a:avLst/>
              <a:gdLst>
                <a:gd name="T0" fmla="*/ 22 w 108"/>
                <a:gd name="T1" fmla="*/ 0 h 278"/>
                <a:gd name="T2" fmla="*/ 33 w 108"/>
                <a:gd name="T3" fmla="*/ 66 h 278"/>
                <a:gd name="T4" fmla="*/ 25 w 108"/>
                <a:gd name="T5" fmla="*/ 139 h 278"/>
                <a:gd name="T6" fmla="*/ 9 w 108"/>
                <a:gd name="T7" fmla="*/ 223 h 278"/>
                <a:gd name="T8" fmla="*/ 51 w 108"/>
                <a:gd name="T9" fmla="*/ 273 h 278"/>
                <a:gd name="T10" fmla="*/ 70 w 108"/>
                <a:gd name="T11" fmla="*/ 356 h 278"/>
                <a:gd name="T12" fmla="*/ 104 w 108"/>
                <a:gd name="T13" fmla="*/ 272 h 278"/>
                <a:gd name="T14" fmla="*/ 110 w 108"/>
                <a:gd name="T15" fmla="*/ 164 h 278"/>
                <a:gd name="T16" fmla="*/ 31 w 108"/>
                <a:gd name="T17" fmla="*/ 2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278">
                  <a:moveTo>
                    <a:pt x="19" y="0"/>
                  </a:moveTo>
                  <a:cubicBezTo>
                    <a:pt x="19" y="17"/>
                    <a:pt x="28" y="35"/>
                    <a:pt x="30" y="52"/>
                  </a:cubicBezTo>
                  <a:cubicBezTo>
                    <a:pt x="31" y="73"/>
                    <a:pt x="26" y="90"/>
                    <a:pt x="22" y="109"/>
                  </a:cubicBezTo>
                  <a:cubicBezTo>
                    <a:pt x="18" y="126"/>
                    <a:pt x="0" y="157"/>
                    <a:pt x="9" y="174"/>
                  </a:cubicBezTo>
                  <a:cubicBezTo>
                    <a:pt x="17" y="190"/>
                    <a:pt x="40" y="191"/>
                    <a:pt x="48" y="213"/>
                  </a:cubicBezTo>
                  <a:cubicBezTo>
                    <a:pt x="55" y="231"/>
                    <a:pt x="48" y="265"/>
                    <a:pt x="64" y="278"/>
                  </a:cubicBezTo>
                  <a:cubicBezTo>
                    <a:pt x="78" y="264"/>
                    <a:pt x="88" y="231"/>
                    <a:pt x="95" y="212"/>
                  </a:cubicBezTo>
                  <a:cubicBezTo>
                    <a:pt x="103" y="188"/>
                    <a:pt x="108" y="154"/>
                    <a:pt x="101" y="128"/>
                  </a:cubicBezTo>
                  <a:cubicBezTo>
                    <a:pt x="92" y="93"/>
                    <a:pt x="61" y="20"/>
                    <a:pt x="28" y="2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523">
              <a:extLst>
                <a:ext uri="{FF2B5EF4-FFF2-40B4-BE49-F238E27FC236}">
                  <a16:creationId xmlns:a16="http://schemas.microsoft.com/office/drawing/2014/main" id="{AB329882-5915-4BB6-B11B-226850DD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891"/>
              <a:ext cx="186" cy="85"/>
            </a:xfrm>
            <a:custGeom>
              <a:avLst/>
              <a:gdLst>
                <a:gd name="T0" fmla="*/ 0 w 182"/>
                <a:gd name="T1" fmla="*/ 4 h 78"/>
                <a:gd name="T2" fmla="*/ 104 w 182"/>
                <a:gd name="T3" fmla="*/ 77 h 78"/>
                <a:gd name="T4" fmla="*/ 190 w 182"/>
                <a:gd name="T5" fmla="*/ 100 h 78"/>
                <a:gd name="T6" fmla="*/ 86 w 182"/>
                <a:gd name="T7" fmla="*/ 29 h 78"/>
                <a:gd name="T8" fmla="*/ 9 w 182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8">
                  <a:moveTo>
                    <a:pt x="0" y="4"/>
                  </a:moveTo>
                  <a:cubicBezTo>
                    <a:pt x="31" y="5"/>
                    <a:pt x="71" y="44"/>
                    <a:pt x="98" y="60"/>
                  </a:cubicBezTo>
                  <a:cubicBezTo>
                    <a:pt x="123" y="74"/>
                    <a:pt x="150" y="78"/>
                    <a:pt x="178" y="77"/>
                  </a:cubicBezTo>
                  <a:cubicBezTo>
                    <a:pt x="182" y="48"/>
                    <a:pt x="100" y="29"/>
                    <a:pt x="80" y="23"/>
                  </a:cubicBezTo>
                  <a:cubicBezTo>
                    <a:pt x="56" y="15"/>
                    <a:pt x="30" y="8"/>
                    <a:pt x="9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524">
              <a:extLst>
                <a:ext uri="{FF2B5EF4-FFF2-40B4-BE49-F238E27FC236}">
                  <a16:creationId xmlns:a16="http://schemas.microsoft.com/office/drawing/2014/main" id="{B137ABAF-9203-4C0F-B01C-8327F5DD0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506"/>
              <a:ext cx="856" cy="726"/>
            </a:xfrm>
            <a:custGeom>
              <a:avLst/>
              <a:gdLst>
                <a:gd name="T0" fmla="*/ 12 w 838"/>
                <a:gd name="T1" fmla="*/ 13 h 666"/>
                <a:gd name="T2" fmla="*/ 33 w 838"/>
                <a:gd name="T3" fmla="*/ 111 h 666"/>
                <a:gd name="T4" fmla="*/ 20 w 838"/>
                <a:gd name="T5" fmla="*/ 162 h 666"/>
                <a:gd name="T6" fmla="*/ 16 w 838"/>
                <a:gd name="T7" fmla="*/ 237 h 666"/>
                <a:gd name="T8" fmla="*/ 22 w 838"/>
                <a:gd name="T9" fmla="*/ 423 h 666"/>
                <a:gd name="T10" fmla="*/ 81 w 838"/>
                <a:gd name="T11" fmla="*/ 600 h 666"/>
                <a:gd name="T12" fmla="*/ 191 w 838"/>
                <a:gd name="T13" fmla="*/ 734 h 666"/>
                <a:gd name="T14" fmla="*/ 335 w 838"/>
                <a:gd name="T15" fmla="*/ 816 h 666"/>
                <a:gd name="T16" fmla="*/ 512 w 838"/>
                <a:gd name="T17" fmla="*/ 843 h 666"/>
                <a:gd name="T18" fmla="*/ 697 w 838"/>
                <a:gd name="T19" fmla="*/ 852 h 666"/>
                <a:gd name="T20" fmla="*/ 893 w 838"/>
                <a:gd name="T21" fmla="*/ 728 h 666"/>
                <a:gd name="T22" fmla="*/ 638 w 838"/>
                <a:gd name="T23" fmla="*/ 715 h 666"/>
                <a:gd name="T24" fmla="*/ 517 w 838"/>
                <a:gd name="T25" fmla="*/ 665 h 666"/>
                <a:gd name="T26" fmla="*/ 455 w 838"/>
                <a:gd name="T27" fmla="*/ 533 h 666"/>
                <a:gd name="T28" fmla="*/ 307 w 838"/>
                <a:gd name="T29" fmla="*/ 373 h 666"/>
                <a:gd name="T30" fmla="*/ 184 w 838"/>
                <a:gd name="T31" fmla="*/ 259 h 666"/>
                <a:gd name="T32" fmla="*/ 59 w 838"/>
                <a:gd name="T33" fmla="*/ 137 h 666"/>
                <a:gd name="T34" fmla="*/ 42 w 838"/>
                <a:gd name="T35" fmla="*/ 44 h 666"/>
                <a:gd name="T36" fmla="*/ 8 w 838"/>
                <a:gd name="T37" fmla="*/ 0 h 6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38" h="666">
                  <a:moveTo>
                    <a:pt x="12" y="10"/>
                  </a:moveTo>
                  <a:cubicBezTo>
                    <a:pt x="0" y="36"/>
                    <a:pt x="29" y="60"/>
                    <a:pt x="30" y="86"/>
                  </a:cubicBezTo>
                  <a:cubicBezTo>
                    <a:pt x="31" y="99"/>
                    <a:pt x="22" y="113"/>
                    <a:pt x="20" y="126"/>
                  </a:cubicBezTo>
                  <a:cubicBezTo>
                    <a:pt x="17" y="145"/>
                    <a:pt x="16" y="164"/>
                    <a:pt x="16" y="183"/>
                  </a:cubicBezTo>
                  <a:cubicBezTo>
                    <a:pt x="16" y="232"/>
                    <a:pt x="15" y="280"/>
                    <a:pt x="22" y="327"/>
                  </a:cubicBezTo>
                  <a:cubicBezTo>
                    <a:pt x="29" y="374"/>
                    <a:pt x="50" y="422"/>
                    <a:pt x="75" y="463"/>
                  </a:cubicBezTo>
                  <a:cubicBezTo>
                    <a:pt x="102" y="508"/>
                    <a:pt x="135" y="538"/>
                    <a:pt x="179" y="566"/>
                  </a:cubicBezTo>
                  <a:cubicBezTo>
                    <a:pt x="216" y="591"/>
                    <a:pt x="270" y="625"/>
                    <a:pt x="314" y="630"/>
                  </a:cubicBezTo>
                  <a:cubicBezTo>
                    <a:pt x="370" y="637"/>
                    <a:pt x="425" y="639"/>
                    <a:pt x="480" y="650"/>
                  </a:cubicBezTo>
                  <a:cubicBezTo>
                    <a:pt x="535" y="660"/>
                    <a:pt x="598" y="666"/>
                    <a:pt x="654" y="658"/>
                  </a:cubicBezTo>
                  <a:cubicBezTo>
                    <a:pt x="711" y="651"/>
                    <a:pt x="820" y="629"/>
                    <a:pt x="838" y="562"/>
                  </a:cubicBezTo>
                  <a:cubicBezTo>
                    <a:pt x="758" y="529"/>
                    <a:pt x="681" y="558"/>
                    <a:pt x="599" y="552"/>
                  </a:cubicBezTo>
                  <a:cubicBezTo>
                    <a:pt x="559" y="549"/>
                    <a:pt x="516" y="539"/>
                    <a:pt x="485" y="514"/>
                  </a:cubicBezTo>
                  <a:cubicBezTo>
                    <a:pt x="450" y="486"/>
                    <a:pt x="448" y="447"/>
                    <a:pt x="427" y="412"/>
                  </a:cubicBezTo>
                  <a:cubicBezTo>
                    <a:pt x="397" y="363"/>
                    <a:pt x="333" y="324"/>
                    <a:pt x="289" y="288"/>
                  </a:cubicBezTo>
                  <a:cubicBezTo>
                    <a:pt x="251" y="258"/>
                    <a:pt x="213" y="225"/>
                    <a:pt x="172" y="200"/>
                  </a:cubicBezTo>
                  <a:cubicBezTo>
                    <a:pt x="125" y="171"/>
                    <a:pt x="69" y="165"/>
                    <a:pt x="56" y="106"/>
                  </a:cubicBezTo>
                  <a:cubicBezTo>
                    <a:pt x="50" y="81"/>
                    <a:pt x="54" y="54"/>
                    <a:pt x="39" y="34"/>
                  </a:cubicBezTo>
                  <a:cubicBezTo>
                    <a:pt x="32" y="26"/>
                    <a:pt x="17" y="4"/>
                    <a:pt x="8" y="0"/>
                  </a:cubicBezTo>
                </a:path>
              </a:pathLst>
            </a:custGeom>
            <a:solidFill>
              <a:srgbClr val="E5D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525">
              <a:extLst>
                <a:ext uri="{FF2B5EF4-FFF2-40B4-BE49-F238E27FC236}">
                  <a16:creationId xmlns:a16="http://schemas.microsoft.com/office/drawing/2014/main" id="{AE2B77B2-513A-4428-9E9E-E485553F3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550"/>
              <a:ext cx="192" cy="568"/>
            </a:xfrm>
            <a:custGeom>
              <a:avLst/>
              <a:gdLst>
                <a:gd name="T0" fmla="*/ 177 w 188"/>
                <a:gd name="T1" fmla="*/ 11 h 522"/>
                <a:gd name="T2" fmla="*/ 150 w 188"/>
                <a:gd name="T3" fmla="*/ 171 h 522"/>
                <a:gd name="T4" fmla="*/ 144 w 188"/>
                <a:gd name="T5" fmla="*/ 322 h 522"/>
                <a:gd name="T6" fmla="*/ 165 w 188"/>
                <a:gd name="T7" fmla="*/ 402 h 522"/>
                <a:gd name="T8" fmla="*/ 191 w 188"/>
                <a:gd name="T9" fmla="*/ 445 h 522"/>
                <a:gd name="T10" fmla="*/ 135 w 188"/>
                <a:gd name="T11" fmla="*/ 575 h 522"/>
                <a:gd name="T12" fmla="*/ 70 w 188"/>
                <a:gd name="T13" fmla="*/ 637 h 522"/>
                <a:gd name="T14" fmla="*/ 0 w 188"/>
                <a:gd name="T15" fmla="*/ 670 h 522"/>
                <a:gd name="T16" fmla="*/ 39 w 188"/>
                <a:gd name="T17" fmla="*/ 623 h 522"/>
                <a:gd name="T18" fmla="*/ 101 w 188"/>
                <a:gd name="T19" fmla="*/ 550 h 522"/>
                <a:gd name="T20" fmla="*/ 108 w 188"/>
                <a:gd name="T21" fmla="*/ 441 h 522"/>
                <a:gd name="T22" fmla="*/ 97 w 188"/>
                <a:gd name="T23" fmla="*/ 321 h 522"/>
                <a:gd name="T24" fmla="*/ 148 w 188"/>
                <a:gd name="T25" fmla="*/ 109 h 522"/>
                <a:gd name="T26" fmla="*/ 174 w 188"/>
                <a:gd name="T27" fmla="*/ 0 h 5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8" h="522">
                  <a:moveTo>
                    <a:pt x="165" y="8"/>
                  </a:moveTo>
                  <a:cubicBezTo>
                    <a:pt x="169" y="9"/>
                    <a:pt x="146" y="115"/>
                    <a:pt x="141" y="132"/>
                  </a:cubicBezTo>
                  <a:cubicBezTo>
                    <a:pt x="131" y="170"/>
                    <a:pt x="128" y="211"/>
                    <a:pt x="135" y="250"/>
                  </a:cubicBezTo>
                  <a:cubicBezTo>
                    <a:pt x="139" y="273"/>
                    <a:pt x="144" y="293"/>
                    <a:pt x="156" y="312"/>
                  </a:cubicBezTo>
                  <a:cubicBezTo>
                    <a:pt x="163" y="323"/>
                    <a:pt x="175" y="333"/>
                    <a:pt x="179" y="346"/>
                  </a:cubicBezTo>
                  <a:cubicBezTo>
                    <a:pt x="188" y="374"/>
                    <a:pt x="148" y="427"/>
                    <a:pt x="126" y="446"/>
                  </a:cubicBezTo>
                  <a:cubicBezTo>
                    <a:pt x="107" y="462"/>
                    <a:pt x="89" y="483"/>
                    <a:pt x="67" y="494"/>
                  </a:cubicBezTo>
                  <a:cubicBezTo>
                    <a:pt x="46" y="505"/>
                    <a:pt x="25" y="522"/>
                    <a:pt x="0" y="520"/>
                  </a:cubicBezTo>
                  <a:cubicBezTo>
                    <a:pt x="15" y="513"/>
                    <a:pt x="23" y="495"/>
                    <a:pt x="36" y="484"/>
                  </a:cubicBezTo>
                  <a:cubicBezTo>
                    <a:pt x="57" y="465"/>
                    <a:pt x="79" y="451"/>
                    <a:pt x="95" y="426"/>
                  </a:cubicBezTo>
                  <a:cubicBezTo>
                    <a:pt x="111" y="400"/>
                    <a:pt x="111" y="372"/>
                    <a:pt x="102" y="342"/>
                  </a:cubicBezTo>
                  <a:cubicBezTo>
                    <a:pt x="92" y="311"/>
                    <a:pt x="86" y="284"/>
                    <a:pt x="91" y="249"/>
                  </a:cubicBezTo>
                  <a:cubicBezTo>
                    <a:pt x="99" y="196"/>
                    <a:pt x="117" y="135"/>
                    <a:pt x="139" y="85"/>
                  </a:cubicBezTo>
                  <a:cubicBezTo>
                    <a:pt x="152" y="56"/>
                    <a:pt x="163" y="32"/>
                    <a:pt x="163" y="0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526">
              <a:extLst>
                <a:ext uri="{FF2B5EF4-FFF2-40B4-BE49-F238E27FC236}">
                  <a16:creationId xmlns:a16="http://schemas.microsoft.com/office/drawing/2014/main" id="{C4515F6C-8210-4126-A8E1-CB5082AB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048"/>
              <a:ext cx="545" cy="212"/>
            </a:xfrm>
            <a:custGeom>
              <a:avLst/>
              <a:gdLst>
                <a:gd name="T0" fmla="*/ 0 w 534"/>
                <a:gd name="T1" fmla="*/ 45 h 195"/>
                <a:gd name="T2" fmla="*/ 107 w 534"/>
                <a:gd name="T3" fmla="*/ 57 h 195"/>
                <a:gd name="T4" fmla="*/ 567 w 534"/>
                <a:gd name="T5" fmla="*/ 250 h 195"/>
                <a:gd name="T6" fmla="*/ 172 w 534"/>
                <a:gd name="T7" fmla="*/ 53 h 195"/>
                <a:gd name="T8" fmla="*/ 0 w 534"/>
                <a:gd name="T9" fmla="*/ 45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4" h="195">
                  <a:moveTo>
                    <a:pt x="0" y="35"/>
                  </a:moveTo>
                  <a:cubicBezTo>
                    <a:pt x="0" y="35"/>
                    <a:pt x="65" y="53"/>
                    <a:pt x="101" y="44"/>
                  </a:cubicBezTo>
                  <a:cubicBezTo>
                    <a:pt x="137" y="35"/>
                    <a:pt x="289" y="167"/>
                    <a:pt x="534" y="195"/>
                  </a:cubicBezTo>
                  <a:cubicBezTo>
                    <a:pt x="534" y="195"/>
                    <a:pt x="227" y="99"/>
                    <a:pt x="163" y="41"/>
                  </a:cubicBezTo>
                  <a:cubicBezTo>
                    <a:pt x="119" y="0"/>
                    <a:pt x="105" y="44"/>
                    <a:pt x="0" y="35"/>
                  </a:cubicBezTo>
                  <a:close/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527">
              <a:extLst>
                <a:ext uri="{FF2B5EF4-FFF2-40B4-BE49-F238E27FC236}">
                  <a16:creationId xmlns:a16="http://schemas.microsoft.com/office/drawing/2014/main" id="{0E1D5C9C-78E2-4B7E-A558-96C39FC87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29"/>
              <a:ext cx="280" cy="182"/>
            </a:xfrm>
            <a:custGeom>
              <a:avLst/>
              <a:gdLst>
                <a:gd name="T0" fmla="*/ 0 w 274"/>
                <a:gd name="T1" fmla="*/ 215 h 167"/>
                <a:gd name="T2" fmla="*/ 62 w 274"/>
                <a:gd name="T3" fmla="*/ 201 h 167"/>
                <a:gd name="T4" fmla="*/ 101 w 274"/>
                <a:gd name="T5" fmla="*/ 174 h 167"/>
                <a:gd name="T6" fmla="*/ 156 w 274"/>
                <a:gd name="T7" fmla="*/ 117 h 167"/>
                <a:gd name="T8" fmla="*/ 275 w 274"/>
                <a:gd name="T9" fmla="*/ 85 h 167"/>
                <a:gd name="T10" fmla="*/ 270 w 274"/>
                <a:gd name="T11" fmla="*/ 51 h 167"/>
                <a:gd name="T12" fmla="*/ 218 w 274"/>
                <a:gd name="T13" fmla="*/ 75 h 167"/>
                <a:gd name="T14" fmla="*/ 181 w 274"/>
                <a:gd name="T15" fmla="*/ 72 h 167"/>
                <a:gd name="T16" fmla="*/ 175 w 274"/>
                <a:gd name="T17" fmla="*/ 34 h 167"/>
                <a:gd name="T18" fmla="*/ 162 w 274"/>
                <a:gd name="T19" fmla="*/ 3 h 167"/>
                <a:gd name="T20" fmla="*/ 146 w 274"/>
                <a:gd name="T21" fmla="*/ 41 h 167"/>
                <a:gd name="T22" fmla="*/ 118 w 274"/>
                <a:gd name="T23" fmla="*/ 90 h 167"/>
                <a:gd name="T24" fmla="*/ 78 w 274"/>
                <a:gd name="T25" fmla="*/ 135 h 167"/>
                <a:gd name="T26" fmla="*/ 22 w 274"/>
                <a:gd name="T27" fmla="*/ 187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4" h="167">
                  <a:moveTo>
                    <a:pt x="0" y="166"/>
                  </a:moveTo>
                  <a:cubicBezTo>
                    <a:pt x="18" y="167"/>
                    <a:pt x="42" y="161"/>
                    <a:pt x="59" y="155"/>
                  </a:cubicBezTo>
                  <a:cubicBezTo>
                    <a:pt x="72" y="150"/>
                    <a:pt x="84" y="144"/>
                    <a:pt x="95" y="135"/>
                  </a:cubicBezTo>
                  <a:cubicBezTo>
                    <a:pt x="114" y="121"/>
                    <a:pt x="128" y="103"/>
                    <a:pt x="147" y="90"/>
                  </a:cubicBezTo>
                  <a:cubicBezTo>
                    <a:pt x="180" y="66"/>
                    <a:pt x="222" y="81"/>
                    <a:pt x="257" y="66"/>
                  </a:cubicBezTo>
                  <a:cubicBezTo>
                    <a:pt x="274" y="59"/>
                    <a:pt x="265" y="47"/>
                    <a:pt x="252" y="39"/>
                  </a:cubicBezTo>
                  <a:cubicBezTo>
                    <a:pt x="264" y="56"/>
                    <a:pt x="212" y="58"/>
                    <a:pt x="204" y="58"/>
                  </a:cubicBezTo>
                  <a:cubicBezTo>
                    <a:pt x="194" y="58"/>
                    <a:pt x="176" y="62"/>
                    <a:pt x="169" y="56"/>
                  </a:cubicBezTo>
                  <a:cubicBezTo>
                    <a:pt x="162" y="50"/>
                    <a:pt x="163" y="34"/>
                    <a:pt x="163" y="26"/>
                  </a:cubicBezTo>
                  <a:cubicBezTo>
                    <a:pt x="162" y="21"/>
                    <a:pt x="161" y="0"/>
                    <a:pt x="153" y="3"/>
                  </a:cubicBezTo>
                  <a:cubicBezTo>
                    <a:pt x="148" y="5"/>
                    <a:pt x="140" y="27"/>
                    <a:pt x="137" y="32"/>
                  </a:cubicBezTo>
                  <a:cubicBezTo>
                    <a:pt x="130" y="45"/>
                    <a:pt x="122" y="59"/>
                    <a:pt x="111" y="70"/>
                  </a:cubicBezTo>
                  <a:cubicBezTo>
                    <a:pt x="99" y="82"/>
                    <a:pt x="85" y="93"/>
                    <a:pt x="72" y="105"/>
                  </a:cubicBezTo>
                  <a:cubicBezTo>
                    <a:pt x="56" y="120"/>
                    <a:pt x="41" y="134"/>
                    <a:pt x="22" y="145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5" name="Sack-of-yellow-spice-powder">
            <a:extLst>
              <a:ext uri="{FF2B5EF4-FFF2-40B4-BE49-F238E27FC236}">
                <a16:creationId xmlns:a16="http://schemas.microsoft.com/office/drawing/2014/main" id="{F9859DE8-13DC-4DED-A72E-16D5AFE4D93C}"/>
              </a:ext>
            </a:extLst>
          </p:cNvPr>
          <p:cNvGrpSpPr>
            <a:grpSpLocks/>
          </p:cNvGrpSpPr>
          <p:nvPr/>
        </p:nvGrpSpPr>
        <p:grpSpPr bwMode="auto">
          <a:xfrm>
            <a:off x="7550150" y="3779838"/>
            <a:ext cx="2178050" cy="2551112"/>
            <a:chOff x="3796" y="2381"/>
            <a:chExt cx="1372" cy="1607"/>
          </a:xfrm>
        </p:grpSpPr>
        <p:sp>
          <p:nvSpPr>
            <p:cNvPr id="37896" name="Freeform 529">
              <a:extLst>
                <a:ext uri="{FF2B5EF4-FFF2-40B4-BE49-F238E27FC236}">
                  <a16:creationId xmlns:a16="http://schemas.microsoft.com/office/drawing/2014/main" id="{8F81EC36-0FE8-44E2-927F-5CCB6E01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434"/>
              <a:ext cx="1372" cy="1554"/>
            </a:xfrm>
            <a:custGeom>
              <a:avLst/>
              <a:gdLst>
                <a:gd name="T0" fmla="*/ 702 w 1343"/>
                <a:gd name="T1" fmla="*/ 0 h 1427"/>
                <a:gd name="T2" fmla="*/ 179 w 1343"/>
                <a:gd name="T3" fmla="*/ 257 h 1427"/>
                <a:gd name="T4" fmla="*/ 136 w 1343"/>
                <a:gd name="T5" fmla="*/ 586 h 1427"/>
                <a:gd name="T6" fmla="*/ 128 w 1343"/>
                <a:gd name="T7" fmla="*/ 676 h 1427"/>
                <a:gd name="T8" fmla="*/ 126 w 1343"/>
                <a:gd name="T9" fmla="*/ 810 h 1427"/>
                <a:gd name="T10" fmla="*/ 117 w 1343"/>
                <a:gd name="T11" fmla="*/ 1149 h 1427"/>
                <a:gd name="T12" fmla="*/ 45 w 1343"/>
                <a:gd name="T13" fmla="*/ 1437 h 1427"/>
                <a:gd name="T14" fmla="*/ 106 w 1343"/>
                <a:gd name="T15" fmla="*/ 1482 h 1427"/>
                <a:gd name="T16" fmla="*/ 269 w 1343"/>
                <a:gd name="T17" fmla="*/ 1541 h 1427"/>
                <a:gd name="T18" fmla="*/ 1203 w 1343"/>
                <a:gd name="T19" fmla="*/ 1460 h 1427"/>
                <a:gd name="T20" fmla="*/ 1307 w 1343"/>
                <a:gd name="T21" fmla="*/ 1383 h 1427"/>
                <a:gd name="T22" fmla="*/ 1381 w 1343"/>
                <a:gd name="T23" fmla="*/ 1322 h 1427"/>
                <a:gd name="T24" fmla="*/ 1272 w 1343"/>
                <a:gd name="T25" fmla="*/ 1129 h 1427"/>
                <a:gd name="T26" fmla="*/ 1257 w 1343"/>
                <a:gd name="T27" fmla="*/ 605 h 1427"/>
                <a:gd name="T28" fmla="*/ 1275 w 1343"/>
                <a:gd name="T29" fmla="*/ 543 h 1427"/>
                <a:gd name="T30" fmla="*/ 1312 w 1343"/>
                <a:gd name="T31" fmla="*/ 386 h 1427"/>
                <a:gd name="T32" fmla="*/ 1083 w 1343"/>
                <a:gd name="T33" fmla="*/ 98 h 1427"/>
                <a:gd name="T34" fmla="*/ 702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8" y="0"/>
                  </a:moveTo>
                  <a:cubicBezTo>
                    <a:pt x="658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2" y="662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5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2"/>
                    <a:pt x="1016" y="76"/>
                  </a:cubicBezTo>
                  <a:cubicBezTo>
                    <a:pt x="885" y="20"/>
                    <a:pt x="876" y="20"/>
                    <a:pt x="658" y="0"/>
                  </a:cubicBezTo>
                  <a:close/>
                </a:path>
              </a:pathLst>
            </a:custGeom>
            <a:solidFill>
              <a:srgbClr val="DFC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530">
              <a:extLst>
                <a:ext uri="{FF2B5EF4-FFF2-40B4-BE49-F238E27FC236}">
                  <a16:creationId xmlns:a16="http://schemas.microsoft.com/office/drawing/2014/main" id="{1C811BEF-716F-4D5B-8CF4-8473A52A6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434"/>
              <a:ext cx="1372" cy="1554"/>
            </a:xfrm>
            <a:custGeom>
              <a:avLst/>
              <a:gdLst>
                <a:gd name="T0" fmla="*/ 702 w 1343"/>
                <a:gd name="T1" fmla="*/ 0 h 1427"/>
                <a:gd name="T2" fmla="*/ 179 w 1343"/>
                <a:gd name="T3" fmla="*/ 257 h 1427"/>
                <a:gd name="T4" fmla="*/ 136 w 1343"/>
                <a:gd name="T5" fmla="*/ 586 h 1427"/>
                <a:gd name="T6" fmla="*/ 128 w 1343"/>
                <a:gd name="T7" fmla="*/ 676 h 1427"/>
                <a:gd name="T8" fmla="*/ 126 w 1343"/>
                <a:gd name="T9" fmla="*/ 810 h 1427"/>
                <a:gd name="T10" fmla="*/ 117 w 1343"/>
                <a:gd name="T11" fmla="*/ 1149 h 1427"/>
                <a:gd name="T12" fmla="*/ 45 w 1343"/>
                <a:gd name="T13" fmla="*/ 1437 h 1427"/>
                <a:gd name="T14" fmla="*/ 106 w 1343"/>
                <a:gd name="T15" fmla="*/ 1482 h 1427"/>
                <a:gd name="T16" fmla="*/ 269 w 1343"/>
                <a:gd name="T17" fmla="*/ 1541 h 1427"/>
                <a:gd name="T18" fmla="*/ 1203 w 1343"/>
                <a:gd name="T19" fmla="*/ 1460 h 1427"/>
                <a:gd name="T20" fmla="*/ 1307 w 1343"/>
                <a:gd name="T21" fmla="*/ 1383 h 1427"/>
                <a:gd name="T22" fmla="*/ 1381 w 1343"/>
                <a:gd name="T23" fmla="*/ 1322 h 1427"/>
                <a:gd name="T24" fmla="*/ 1272 w 1343"/>
                <a:gd name="T25" fmla="*/ 1129 h 1427"/>
                <a:gd name="T26" fmla="*/ 1257 w 1343"/>
                <a:gd name="T27" fmla="*/ 605 h 1427"/>
                <a:gd name="T28" fmla="*/ 1275 w 1343"/>
                <a:gd name="T29" fmla="*/ 543 h 1427"/>
                <a:gd name="T30" fmla="*/ 1312 w 1343"/>
                <a:gd name="T31" fmla="*/ 386 h 1427"/>
                <a:gd name="T32" fmla="*/ 1083 w 1343"/>
                <a:gd name="T33" fmla="*/ 98 h 1427"/>
                <a:gd name="T34" fmla="*/ 702 w 1343"/>
                <a:gd name="T35" fmla="*/ 0 h 14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43" h="1427">
                  <a:moveTo>
                    <a:pt x="658" y="0"/>
                  </a:moveTo>
                  <a:cubicBezTo>
                    <a:pt x="658" y="0"/>
                    <a:pt x="357" y="14"/>
                    <a:pt x="167" y="199"/>
                  </a:cubicBezTo>
                  <a:cubicBezTo>
                    <a:pt x="43" y="320"/>
                    <a:pt x="85" y="409"/>
                    <a:pt x="127" y="454"/>
                  </a:cubicBezTo>
                  <a:cubicBezTo>
                    <a:pt x="127" y="454"/>
                    <a:pt x="95" y="497"/>
                    <a:pt x="119" y="523"/>
                  </a:cubicBezTo>
                  <a:cubicBezTo>
                    <a:pt x="143" y="550"/>
                    <a:pt x="101" y="592"/>
                    <a:pt x="117" y="627"/>
                  </a:cubicBezTo>
                  <a:cubicBezTo>
                    <a:pt x="132" y="662"/>
                    <a:pt x="93" y="717"/>
                    <a:pt x="111" y="890"/>
                  </a:cubicBezTo>
                  <a:cubicBezTo>
                    <a:pt x="130" y="1063"/>
                    <a:pt x="85" y="1094"/>
                    <a:pt x="42" y="1113"/>
                  </a:cubicBezTo>
                  <a:cubicBezTo>
                    <a:pt x="0" y="1132"/>
                    <a:pt x="54" y="1144"/>
                    <a:pt x="100" y="1148"/>
                  </a:cubicBezTo>
                  <a:cubicBezTo>
                    <a:pt x="145" y="1152"/>
                    <a:pt x="165" y="1143"/>
                    <a:pt x="252" y="1193"/>
                  </a:cubicBezTo>
                  <a:cubicBezTo>
                    <a:pt x="338" y="1244"/>
                    <a:pt x="766" y="1427"/>
                    <a:pt x="1129" y="1130"/>
                  </a:cubicBezTo>
                  <a:cubicBezTo>
                    <a:pt x="1196" y="1075"/>
                    <a:pt x="1178" y="1077"/>
                    <a:pt x="1226" y="1071"/>
                  </a:cubicBezTo>
                  <a:cubicBezTo>
                    <a:pt x="1274" y="1065"/>
                    <a:pt x="1343" y="1065"/>
                    <a:pt x="1295" y="1024"/>
                  </a:cubicBezTo>
                  <a:cubicBezTo>
                    <a:pt x="1247" y="984"/>
                    <a:pt x="1188" y="933"/>
                    <a:pt x="1193" y="874"/>
                  </a:cubicBezTo>
                  <a:cubicBezTo>
                    <a:pt x="1197" y="816"/>
                    <a:pt x="1232" y="597"/>
                    <a:pt x="1179" y="469"/>
                  </a:cubicBezTo>
                  <a:cubicBezTo>
                    <a:pt x="1179" y="469"/>
                    <a:pt x="1196" y="439"/>
                    <a:pt x="1196" y="421"/>
                  </a:cubicBezTo>
                  <a:cubicBezTo>
                    <a:pt x="1196" y="403"/>
                    <a:pt x="1241" y="349"/>
                    <a:pt x="1230" y="298"/>
                  </a:cubicBezTo>
                  <a:cubicBezTo>
                    <a:pt x="1220" y="247"/>
                    <a:pt x="1146" y="132"/>
                    <a:pt x="1016" y="76"/>
                  </a:cubicBezTo>
                  <a:cubicBezTo>
                    <a:pt x="885" y="20"/>
                    <a:pt x="876" y="20"/>
                    <a:pt x="658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531">
              <a:extLst>
                <a:ext uri="{FF2B5EF4-FFF2-40B4-BE49-F238E27FC236}">
                  <a16:creationId xmlns:a16="http://schemas.microsoft.com/office/drawing/2014/main" id="{2B531BE6-C116-4ABF-8F81-1A523DB35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381"/>
              <a:ext cx="903" cy="588"/>
            </a:xfrm>
            <a:custGeom>
              <a:avLst/>
              <a:gdLst>
                <a:gd name="T0" fmla="*/ 466 w 885"/>
                <a:gd name="T1" fmla="*/ 2 h 540"/>
                <a:gd name="T2" fmla="*/ 320 w 885"/>
                <a:gd name="T3" fmla="*/ 103 h 540"/>
                <a:gd name="T4" fmla="*/ 41 w 885"/>
                <a:gd name="T5" fmla="*/ 384 h 540"/>
                <a:gd name="T6" fmla="*/ 7 w 885"/>
                <a:gd name="T7" fmla="*/ 476 h 540"/>
                <a:gd name="T8" fmla="*/ 92 w 885"/>
                <a:gd name="T9" fmla="*/ 629 h 540"/>
                <a:gd name="T10" fmla="*/ 271 w 885"/>
                <a:gd name="T11" fmla="*/ 664 h 540"/>
                <a:gd name="T12" fmla="*/ 492 w 885"/>
                <a:gd name="T13" fmla="*/ 683 h 540"/>
                <a:gd name="T14" fmla="*/ 674 w 885"/>
                <a:gd name="T15" fmla="*/ 636 h 540"/>
                <a:gd name="T16" fmla="*/ 894 w 885"/>
                <a:gd name="T17" fmla="*/ 562 h 540"/>
                <a:gd name="T18" fmla="*/ 940 w 885"/>
                <a:gd name="T19" fmla="*/ 331 h 540"/>
                <a:gd name="T20" fmla="*/ 863 w 885"/>
                <a:gd name="T21" fmla="*/ 289 h 540"/>
                <a:gd name="T22" fmla="*/ 609 w 885"/>
                <a:gd name="T23" fmla="*/ 81 h 540"/>
                <a:gd name="T24" fmla="*/ 466 w 885"/>
                <a:gd name="T25" fmla="*/ 2 h 5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40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9" y="110"/>
                    <a:pt x="66" y="267"/>
                    <a:pt x="38" y="298"/>
                  </a:cubicBezTo>
                  <a:cubicBezTo>
                    <a:pt x="11" y="329"/>
                    <a:pt x="0" y="351"/>
                    <a:pt x="7" y="368"/>
                  </a:cubicBezTo>
                  <a:cubicBezTo>
                    <a:pt x="15" y="384"/>
                    <a:pt x="22" y="454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4" y="523"/>
                    <a:pt x="408" y="540"/>
                    <a:pt x="463" y="529"/>
                  </a:cubicBezTo>
                  <a:cubicBezTo>
                    <a:pt x="518" y="518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solidFill>
              <a:srgbClr val="FCDD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532">
              <a:extLst>
                <a:ext uri="{FF2B5EF4-FFF2-40B4-BE49-F238E27FC236}">
                  <a16:creationId xmlns:a16="http://schemas.microsoft.com/office/drawing/2014/main" id="{E5A73255-3274-44C7-8FD3-8E064BC0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490"/>
              <a:ext cx="190" cy="260"/>
            </a:xfrm>
            <a:custGeom>
              <a:avLst/>
              <a:gdLst>
                <a:gd name="T0" fmla="*/ 0 w 186"/>
                <a:gd name="T1" fmla="*/ 5 h 239"/>
                <a:gd name="T2" fmla="*/ 118 w 186"/>
                <a:gd name="T3" fmla="*/ 287 h 239"/>
                <a:gd name="T4" fmla="*/ 177 w 186"/>
                <a:gd name="T5" fmla="*/ 284 h 239"/>
                <a:gd name="T6" fmla="*/ 150 w 186"/>
                <a:gd name="T7" fmla="*/ 219 h 239"/>
                <a:gd name="T8" fmla="*/ 66 w 186"/>
                <a:gd name="T9" fmla="*/ 120 h 239"/>
                <a:gd name="T10" fmla="*/ 20 w 186"/>
                <a:gd name="T11" fmla="*/ 18 h 239"/>
                <a:gd name="T12" fmla="*/ 0 w 186"/>
                <a:gd name="T13" fmla="*/ 0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39">
                  <a:moveTo>
                    <a:pt x="0" y="5"/>
                  </a:moveTo>
                  <a:cubicBezTo>
                    <a:pt x="5" y="88"/>
                    <a:pt x="25" y="186"/>
                    <a:pt x="112" y="223"/>
                  </a:cubicBezTo>
                  <a:cubicBezTo>
                    <a:pt x="129" y="231"/>
                    <a:pt x="150" y="239"/>
                    <a:pt x="165" y="221"/>
                  </a:cubicBezTo>
                  <a:cubicBezTo>
                    <a:pt x="186" y="195"/>
                    <a:pt x="160" y="183"/>
                    <a:pt x="141" y="170"/>
                  </a:cubicBezTo>
                  <a:cubicBezTo>
                    <a:pt x="110" y="148"/>
                    <a:pt x="86" y="124"/>
                    <a:pt x="63" y="93"/>
                  </a:cubicBezTo>
                  <a:cubicBezTo>
                    <a:pt x="46" y="69"/>
                    <a:pt x="39" y="37"/>
                    <a:pt x="20" y="15"/>
                  </a:cubicBezTo>
                  <a:cubicBezTo>
                    <a:pt x="13" y="7"/>
                    <a:pt x="12" y="2"/>
                    <a:pt x="0" y="0"/>
                  </a:cubicBezTo>
                </a:path>
              </a:pathLst>
            </a:custGeom>
            <a:solidFill>
              <a:srgbClr val="F9CA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533">
              <a:extLst>
                <a:ext uri="{FF2B5EF4-FFF2-40B4-BE49-F238E27FC236}">
                  <a16:creationId xmlns:a16="http://schemas.microsoft.com/office/drawing/2014/main" id="{D2E23A73-264D-48D3-89B9-9438FDB5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418"/>
              <a:ext cx="317" cy="345"/>
            </a:xfrm>
            <a:custGeom>
              <a:avLst/>
              <a:gdLst>
                <a:gd name="T0" fmla="*/ 256 w 311"/>
                <a:gd name="T1" fmla="*/ 32 h 317"/>
                <a:gd name="T2" fmla="*/ 309 w 311"/>
                <a:gd name="T3" fmla="*/ 14 h 317"/>
                <a:gd name="T4" fmla="*/ 318 w 311"/>
                <a:gd name="T5" fmla="*/ 106 h 317"/>
                <a:gd name="T6" fmla="*/ 220 w 311"/>
                <a:gd name="T7" fmla="*/ 294 h 317"/>
                <a:gd name="T8" fmla="*/ 146 w 311"/>
                <a:gd name="T9" fmla="*/ 355 h 317"/>
                <a:gd name="T10" fmla="*/ 50 w 311"/>
                <a:gd name="T11" fmla="*/ 394 h 317"/>
                <a:gd name="T12" fmla="*/ 12 w 311"/>
                <a:gd name="T13" fmla="*/ 406 h 317"/>
                <a:gd name="T14" fmla="*/ 6 w 311"/>
                <a:gd name="T15" fmla="*/ 386 h 317"/>
                <a:gd name="T16" fmla="*/ 33 w 311"/>
                <a:gd name="T17" fmla="*/ 374 h 317"/>
                <a:gd name="T18" fmla="*/ 70 w 311"/>
                <a:gd name="T19" fmla="*/ 352 h 317"/>
                <a:gd name="T20" fmla="*/ 99 w 311"/>
                <a:gd name="T21" fmla="*/ 326 h 317"/>
                <a:gd name="T22" fmla="*/ 139 w 311"/>
                <a:gd name="T23" fmla="*/ 292 h 317"/>
                <a:gd name="T24" fmla="*/ 212 w 311"/>
                <a:gd name="T25" fmla="*/ 189 h 317"/>
                <a:gd name="T26" fmla="*/ 229 w 311"/>
                <a:gd name="T27" fmla="*/ 113 h 317"/>
                <a:gd name="T28" fmla="*/ 241 w 311"/>
                <a:gd name="T29" fmla="*/ 66 h 317"/>
                <a:gd name="T30" fmla="*/ 255 w 311"/>
                <a:gd name="T31" fmla="*/ 30 h 3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1" h="317">
                  <a:moveTo>
                    <a:pt x="241" y="25"/>
                  </a:moveTo>
                  <a:cubicBezTo>
                    <a:pt x="253" y="15"/>
                    <a:pt x="275" y="0"/>
                    <a:pt x="291" y="11"/>
                  </a:cubicBezTo>
                  <a:cubicBezTo>
                    <a:pt x="311" y="25"/>
                    <a:pt x="306" y="62"/>
                    <a:pt x="300" y="82"/>
                  </a:cubicBezTo>
                  <a:cubicBezTo>
                    <a:pt x="285" y="139"/>
                    <a:pt x="252" y="189"/>
                    <a:pt x="208" y="228"/>
                  </a:cubicBezTo>
                  <a:cubicBezTo>
                    <a:pt x="187" y="247"/>
                    <a:pt x="162" y="264"/>
                    <a:pt x="137" y="276"/>
                  </a:cubicBezTo>
                  <a:cubicBezTo>
                    <a:pt x="108" y="290"/>
                    <a:pt x="78" y="297"/>
                    <a:pt x="47" y="306"/>
                  </a:cubicBezTo>
                  <a:cubicBezTo>
                    <a:pt x="37" y="309"/>
                    <a:pt x="22" y="317"/>
                    <a:pt x="12" y="315"/>
                  </a:cubicBezTo>
                  <a:cubicBezTo>
                    <a:pt x="3" y="314"/>
                    <a:pt x="0" y="306"/>
                    <a:pt x="6" y="300"/>
                  </a:cubicBezTo>
                  <a:cubicBezTo>
                    <a:pt x="11" y="294"/>
                    <a:pt x="23" y="293"/>
                    <a:pt x="30" y="290"/>
                  </a:cubicBezTo>
                  <a:cubicBezTo>
                    <a:pt x="42" y="285"/>
                    <a:pt x="55" y="279"/>
                    <a:pt x="67" y="273"/>
                  </a:cubicBezTo>
                  <a:cubicBezTo>
                    <a:pt x="77" y="269"/>
                    <a:pt x="85" y="261"/>
                    <a:pt x="93" y="254"/>
                  </a:cubicBezTo>
                  <a:cubicBezTo>
                    <a:pt x="105" y="244"/>
                    <a:pt x="118" y="236"/>
                    <a:pt x="130" y="226"/>
                  </a:cubicBezTo>
                  <a:cubicBezTo>
                    <a:pt x="155" y="202"/>
                    <a:pt x="185" y="179"/>
                    <a:pt x="200" y="147"/>
                  </a:cubicBezTo>
                  <a:cubicBezTo>
                    <a:pt x="208" y="129"/>
                    <a:pt x="213" y="108"/>
                    <a:pt x="217" y="88"/>
                  </a:cubicBezTo>
                  <a:cubicBezTo>
                    <a:pt x="220" y="75"/>
                    <a:pt x="223" y="63"/>
                    <a:pt x="228" y="51"/>
                  </a:cubicBezTo>
                  <a:cubicBezTo>
                    <a:pt x="232" y="42"/>
                    <a:pt x="238" y="31"/>
                    <a:pt x="240" y="24"/>
                  </a:cubicBezTo>
                </a:path>
              </a:pathLst>
            </a:custGeom>
            <a:solidFill>
              <a:srgbClr val="F9CA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534">
              <a:extLst>
                <a:ext uri="{FF2B5EF4-FFF2-40B4-BE49-F238E27FC236}">
                  <a16:creationId xmlns:a16="http://schemas.microsoft.com/office/drawing/2014/main" id="{F2445906-020B-43A3-8AB8-33039915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385"/>
              <a:ext cx="318" cy="180"/>
            </a:xfrm>
            <a:custGeom>
              <a:avLst/>
              <a:gdLst>
                <a:gd name="T0" fmla="*/ 0 w 311"/>
                <a:gd name="T1" fmla="*/ 17 h 165"/>
                <a:gd name="T2" fmla="*/ 54 w 311"/>
                <a:gd name="T3" fmla="*/ 4 h 165"/>
                <a:gd name="T4" fmla="*/ 157 w 311"/>
                <a:gd name="T5" fmla="*/ 75 h 165"/>
                <a:gd name="T6" fmla="*/ 332 w 311"/>
                <a:gd name="T7" fmla="*/ 214 h 165"/>
                <a:gd name="T8" fmla="*/ 123 w 311"/>
                <a:gd name="T9" fmla="*/ 67 h 165"/>
                <a:gd name="T10" fmla="*/ 0 w 311"/>
                <a:gd name="T11" fmla="*/ 17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165">
                  <a:moveTo>
                    <a:pt x="0" y="14"/>
                  </a:moveTo>
                  <a:cubicBezTo>
                    <a:pt x="0" y="14"/>
                    <a:pt x="19" y="0"/>
                    <a:pt x="51" y="4"/>
                  </a:cubicBezTo>
                  <a:cubicBezTo>
                    <a:pt x="82" y="9"/>
                    <a:pt x="116" y="32"/>
                    <a:pt x="148" y="58"/>
                  </a:cubicBezTo>
                  <a:cubicBezTo>
                    <a:pt x="179" y="84"/>
                    <a:pt x="311" y="165"/>
                    <a:pt x="311" y="165"/>
                  </a:cubicBezTo>
                  <a:cubicBezTo>
                    <a:pt x="311" y="165"/>
                    <a:pt x="140" y="79"/>
                    <a:pt x="114" y="51"/>
                  </a:cubicBezTo>
                  <a:cubicBezTo>
                    <a:pt x="88" y="24"/>
                    <a:pt x="45" y="0"/>
                    <a:pt x="0" y="14"/>
                  </a:cubicBezTo>
                  <a:close/>
                </a:path>
              </a:pathLst>
            </a:cu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535">
              <a:extLst>
                <a:ext uri="{FF2B5EF4-FFF2-40B4-BE49-F238E27FC236}">
                  <a16:creationId xmlns:a16="http://schemas.microsoft.com/office/drawing/2014/main" id="{B4314AEB-64FA-4A5E-ABEE-CB036F404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402"/>
              <a:ext cx="72" cy="177"/>
            </a:xfrm>
            <a:custGeom>
              <a:avLst/>
              <a:gdLst>
                <a:gd name="T0" fmla="*/ 0 w 70"/>
                <a:gd name="T1" fmla="*/ 5 h 163"/>
                <a:gd name="T2" fmla="*/ 34 w 70"/>
                <a:gd name="T3" fmla="*/ 11 h 163"/>
                <a:gd name="T4" fmla="*/ 60 w 70"/>
                <a:gd name="T5" fmla="*/ 53 h 163"/>
                <a:gd name="T6" fmla="*/ 59 w 70"/>
                <a:gd name="T7" fmla="*/ 124 h 163"/>
                <a:gd name="T8" fmla="*/ 34 w 70"/>
                <a:gd name="T9" fmla="*/ 208 h 163"/>
                <a:gd name="T10" fmla="*/ 55 w 70"/>
                <a:gd name="T11" fmla="*/ 162 h 163"/>
                <a:gd name="T12" fmla="*/ 69 w 70"/>
                <a:gd name="T13" fmla="*/ 113 h 163"/>
                <a:gd name="T14" fmla="*/ 68 w 70"/>
                <a:gd name="T15" fmla="*/ 36 h 163"/>
                <a:gd name="T16" fmla="*/ 36 w 70"/>
                <a:gd name="T17" fmla="*/ 1 h 163"/>
                <a:gd name="T18" fmla="*/ 5 w 70"/>
                <a:gd name="T19" fmla="*/ 4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163">
                  <a:moveTo>
                    <a:pt x="0" y="5"/>
                  </a:moveTo>
                  <a:cubicBezTo>
                    <a:pt x="12" y="6"/>
                    <a:pt x="20" y="3"/>
                    <a:pt x="31" y="8"/>
                  </a:cubicBezTo>
                  <a:cubicBezTo>
                    <a:pt x="45" y="15"/>
                    <a:pt x="50" y="27"/>
                    <a:pt x="54" y="41"/>
                  </a:cubicBezTo>
                  <a:cubicBezTo>
                    <a:pt x="60" y="62"/>
                    <a:pt x="58" y="77"/>
                    <a:pt x="53" y="97"/>
                  </a:cubicBezTo>
                  <a:cubicBezTo>
                    <a:pt x="48" y="119"/>
                    <a:pt x="44" y="145"/>
                    <a:pt x="31" y="163"/>
                  </a:cubicBezTo>
                  <a:cubicBezTo>
                    <a:pt x="36" y="150"/>
                    <a:pt x="46" y="139"/>
                    <a:pt x="51" y="126"/>
                  </a:cubicBezTo>
                  <a:cubicBezTo>
                    <a:pt x="56" y="113"/>
                    <a:pt x="60" y="101"/>
                    <a:pt x="63" y="88"/>
                  </a:cubicBezTo>
                  <a:cubicBezTo>
                    <a:pt x="67" y="68"/>
                    <a:pt x="70" y="47"/>
                    <a:pt x="62" y="28"/>
                  </a:cubicBezTo>
                  <a:cubicBezTo>
                    <a:pt x="57" y="15"/>
                    <a:pt x="47" y="3"/>
                    <a:pt x="33" y="1"/>
                  </a:cubicBezTo>
                  <a:cubicBezTo>
                    <a:pt x="22" y="0"/>
                    <a:pt x="14" y="4"/>
                    <a:pt x="5" y="4"/>
                  </a:cubicBezTo>
                </a:path>
              </a:pathLst>
            </a:cu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536">
              <a:extLst>
                <a:ext uri="{FF2B5EF4-FFF2-40B4-BE49-F238E27FC236}">
                  <a16:creationId xmlns:a16="http://schemas.microsoft.com/office/drawing/2014/main" id="{1E583256-13EF-4C96-8775-1E7F748B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605"/>
              <a:ext cx="141" cy="306"/>
            </a:xfrm>
            <a:custGeom>
              <a:avLst/>
              <a:gdLst>
                <a:gd name="T0" fmla="*/ 147 w 138"/>
                <a:gd name="T1" fmla="*/ 0 h 281"/>
                <a:gd name="T2" fmla="*/ 124 w 138"/>
                <a:gd name="T3" fmla="*/ 28 h 281"/>
                <a:gd name="T4" fmla="*/ 97 w 138"/>
                <a:gd name="T5" fmla="*/ 62 h 281"/>
                <a:gd name="T6" fmla="*/ 66 w 138"/>
                <a:gd name="T7" fmla="*/ 94 h 281"/>
                <a:gd name="T8" fmla="*/ 41 w 138"/>
                <a:gd name="T9" fmla="*/ 122 h 281"/>
                <a:gd name="T10" fmla="*/ 3 w 138"/>
                <a:gd name="T11" fmla="*/ 188 h 281"/>
                <a:gd name="T12" fmla="*/ 11 w 138"/>
                <a:gd name="T13" fmla="*/ 228 h 281"/>
                <a:gd name="T14" fmla="*/ 32 w 138"/>
                <a:gd name="T15" fmla="*/ 280 h 281"/>
                <a:gd name="T16" fmla="*/ 76 w 138"/>
                <a:gd name="T17" fmla="*/ 344 h 281"/>
                <a:gd name="T18" fmla="*/ 102 w 138"/>
                <a:gd name="T19" fmla="*/ 357 h 281"/>
                <a:gd name="T20" fmla="*/ 137 w 138"/>
                <a:gd name="T21" fmla="*/ 359 h 281"/>
                <a:gd name="T22" fmla="*/ 88 w 138"/>
                <a:gd name="T23" fmla="*/ 336 h 281"/>
                <a:gd name="T24" fmla="*/ 62 w 138"/>
                <a:gd name="T25" fmla="*/ 294 h 281"/>
                <a:gd name="T26" fmla="*/ 50 w 138"/>
                <a:gd name="T27" fmla="*/ 274 h 281"/>
                <a:gd name="T28" fmla="*/ 46 w 138"/>
                <a:gd name="T29" fmla="*/ 245 h 281"/>
                <a:gd name="T30" fmla="*/ 36 w 138"/>
                <a:gd name="T31" fmla="*/ 230 h 281"/>
                <a:gd name="T32" fmla="*/ 36 w 138"/>
                <a:gd name="T33" fmla="*/ 217 h 281"/>
                <a:gd name="T34" fmla="*/ 32 w 138"/>
                <a:gd name="T35" fmla="*/ 205 h 281"/>
                <a:gd name="T36" fmla="*/ 47 w 138"/>
                <a:gd name="T37" fmla="*/ 150 h 281"/>
                <a:gd name="T38" fmla="*/ 93 w 138"/>
                <a:gd name="T39" fmla="*/ 89 h 281"/>
                <a:gd name="T40" fmla="*/ 147 w 138"/>
                <a:gd name="T41" fmla="*/ 5 h 2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281">
                  <a:moveTo>
                    <a:pt x="138" y="0"/>
                  </a:moveTo>
                  <a:cubicBezTo>
                    <a:pt x="134" y="8"/>
                    <a:pt x="122" y="15"/>
                    <a:pt x="115" y="22"/>
                  </a:cubicBezTo>
                  <a:cubicBezTo>
                    <a:pt x="106" y="30"/>
                    <a:pt x="99" y="39"/>
                    <a:pt x="91" y="48"/>
                  </a:cubicBezTo>
                  <a:cubicBezTo>
                    <a:pt x="82" y="57"/>
                    <a:pt x="72" y="65"/>
                    <a:pt x="63" y="73"/>
                  </a:cubicBezTo>
                  <a:cubicBezTo>
                    <a:pt x="55" y="81"/>
                    <a:pt x="47" y="88"/>
                    <a:pt x="38" y="95"/>
                  </a:cubicBezTo>
                  <a:cubicBezTo>
                    <a:pt x="23" y="107"/>
                    <a:pt x="7" y="127"/>
                    <a:pt x="3" y="146"/>
                  </a:cubicBezTo>
                  <a:cubicBezTo>
                    <a:pt x="0" y="157"/>
                    <a:pt x="6" y="165"/>
                    <a:pt x="11" y="176"/>
                  </a:cubicBezTo>
                  <a:cubicBezTo>
                    <a:pt x="17" y="189"/>
                    <a:pt x="22" y="203"/>
                    <a:pt x="29" y="217"/>
                  </a:cubicBezTo>
                  <a:cubicBezTo>
                    <a:pt x="37" y="235"/>
                    <a:pt x="53" y="256"/>
                    <a:pt x="70" y="266"/>
                  </a:cubicBezTo>
                  <a:cubicBezTo>
                    <a:pt x="78" y="271"/>
                    <a:pt x="87" y="275"/>
                    <a:pt x="96" y="276"/>
                  </a:cubicBezTo>
                  <a:cubicBezTo>
                    <a:pt x="105" y="278"/>
                    <a:pt x="120" y="273"/>
                    <a:pt x="128" y="278"/>
                  </a:cubicBezTo>
                  <a:cubicBezTo>
                    <a:pt x="115" y="281"/>
                    <a:pt x="93" y="267"/>
                    <a:pt x="82" y="261"/>
                  </a:cubicBezTo>
                  <a:cubicBezTo>
                    <a:pt x="67" y="253"/>
                    <a:pt x="65" y="242"/>
                    <a:pt x="59" y="228"/>
                  </a:cubicBezTo>
                  <a:cubicBezTo>
                    <a:pt x="56" y="221"/>
                    <a:pt x="50" y="218"/>
                    <a:pt x="47" y="212"/>
                  </a:cubicBezTo>
                  <a:cubicBezTo>
                    <a:pt x="43" y="205"/>
                    <a:pt x="46" y="197"/>
                    <a:pt x="43" y="190"/>
                  </a:cubicBezTo>
                  <a:cubicBezTo>
                    <a:pt x="40" y="185"/>
                    <a:pt x="35" y="183"/>
                    <a:pt x="33" y="178"/>
                  </a:cubicBezTo>
                  <a:cubicBezTo>
                    <a:pt x="32" y="175"/>
                    <a:pt x="34" y="171"/>
                    <a:pt x="33" y="168"/>
                  </a:cubicBezTo>
                  <a:cubicBezTo>
                    <a:pt x="32" y="165"/>
                    <a:pt x="30" y="162"/>
                    <a:pt x="29" y="159"/>
                  </a:cubicBezTo>
                  <a:cubicBezTo>
                    <a:pt x="27" y="146"/>
                    <a:pt x="37" y="128"/>
                    <a:pt x="44" y="117"/>
                  </a:cubicBezTo>
                  <a:cubicBezTo>
                    <a:pt x="57" y="100"/>
                    <a:pt x="72" y="84"/>
                    <a:pt x="87" y="69"/>
                  </a:cubicBezTo>
                  <a:cubicBezTo>
                    <a:pt x="106" y="49"/>
                    <a:pt x="120" y="25"/>
                    <a:pt x="138" y="5"/>
                  </a:cubicBezTo>
                </a:path>
              </a:pathLst>
            </a:cu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537">
              <a:extLst>
                <a:ext uri="{FF2B5EF4-FFF2-40B4-BE49-F238E27FC236}">
                  <a16:creationId xmlns:a16="http://schemas.microsoft.com/office/drawing/2014/main" id="{58D432D5-7CE9-4CAF-9B61-37DBDF619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638"/>
              <a:ext cx="117" cy="222"/>
            </a:xfrm>
            <a:custGeom>
              <a:avLst/>
              <a:gdLst>
                <a:gd name="T0" fmla="*/ 51 w 115"/>
                <a:gd name="T1" fmla="*/ 0 h 204"/>
                <a:gd name="T2" fmla="*/ 119 w 115"/>
                <a:gd name="T3" fmla="*/ 32 h 204"/>
                <a:gd name="T4" fmla="*/ 101 w 115"/>
                <a:gd name="T5" fmla="*/ 189 h 204"/>
                <a:gd name="T6" fmla="*/ 70 w 115"/>
                <a:gd name="T7" fmla="*/ 244 h 204"/>
                <a:gd name="T8" fmla="*/ 0 w 115"/>
                <a:gd name="T9" fmla="*/ 263 h 204"/>
                <a:gd name="T10" fmla="*/ 59 w 115"/>
                <a:gd name="T11" fmla="*/ 225 h 204"/>
                <a:gd name="T12" fmla="*/ 64 w 115"/>
                <a:gd name="T13" fmla="*/ 201 h 204"/>
                <a:gd name="T14" fmla="*/ 71 w 115"/>
                <a:gd name="T15" fmla="*/ 182 h 204"/>
                <a:gd name="T16" fmla="*/ 71 w 115"/>
                <a:gd name="T17" fmla="*/ 158 h 204"/>
                <a:gd name="T18" fmla="*/ 84 w 115"/>
                <a:gd name="T19" fmla="*/ 128 h 204"/>
                <a:gd name="T20" fmla="*/ 79 w 115"/>
                <a:gd name="T21" fmla="*/ 102 h 204"/>
                <a:gd name="T22" fmla="*/ 87 w 115"/>
                <a:gd name="T23" fmla="*/ 63 h 204"/>
                <a:gd name="T24" fmla="*/ 78 w 115"/>
                <a:gd name="T25" fmla="*/ 24 h 204"/>
                <a:gd name="T26" fmla="*/ 56 w 115"/>
                <a:gd name="T27" fmla="*/ 3 h 2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204">
                  <a:moveTo>
                    <a:pt x="48" y="0"/>
                  </a:moveTo>
                  <a:cubicBezTo>
                    <a:pt x="68" y="5"/>
                    <a:pt x="98" y="12"/>
                    <a:pt x="113" y="25"/>
                  </a:cubicBezTo>
                  <a:cubicBezTo>
                    <a:pt x="115" y="64"/>
                    <a:pt x="108" y="112"/>
                    <a:pt x="95" y="147"/>
                  </a:cubicBezTo>
                  <a:cubicBezTo>
                    <a:pt x="89" y="166"/>
                    <a:pt x="84" y="178"/>
                    <a:pt x="67" y="189"/>
                  </a:cubicBezTo>
                  <a:cubicBezTo>
                    <a:pt x="45" y="202"/>
                    <a:pt x="27" y="199"/>
                    <a:pt x="0" y="204"/>
                  </a:cubicBezTo>
                  <a:cubicBezTo>
                    <a:pt x="14" y="189"/>
                    <a:pt x="44" y="190"/>
                    <a:pt x="56" y="175"/>
                  </a:cubicBezTo>
                  <a:cubicBezTo>
                    <a:pt x="60" y="170"/>
                    <a:pt x="58" y="163"/>
                    <a:pt x="61" y="156"/>
                  </a:cubicBezTo>
                  <a:cubicBezTo>
                    <a:pt x="63" y="150"/>
                    <a:pt x="66" y="150"/>
                    <a:pt x="68" y="141"/>
                  </a:cubicBezTo>
                  <a:cubicBezTo>
                    <a:pt x="70" y="134"/>
                    <a:pt x="66" y="129"/>
                    <a:pt x="68" y="122"/>
                  </a:cubicBezTo>
                  <a:cubicBezTo>
                    <a:pt x="71" y="114"/>
                    <a:pt x="79" y="108"/>
                    <a:pt x="81" y="99"/>
                  </a:cubicBezTo>
                  <a:cubicBezTo>
                    <a:pt x="82" y="91"/>
                    <a:pt x="76" y="85"/>
                    <a:pt x="76" y="79"/>
                  </a:cubicBezTo>
                  <a:cubicBezTo>
                    <a:pt x="76" y="69"/>
                    <a:pt x="81" y="58"/>
                    <a:pt x="84" y="49"/>
                  </a:cubicBezTo>
                  <a:cubicBezTo>
                    <a:pt x="76" y="43"/>
                    <a:pt x="79" y="27"/>
                    <a:pt x="75" y="18"/>
                  </a:cubicBezTo>
                  <a:cubicBezTo>
                    <a:pt x="69" y="7"/>
                    <a:pt x="64" y="6"/>
                    <a:pt x="53" y="3"/>
                  </a:cubicBezTo>
                </a:path>
              </a:pathLst>
            </a:cu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538">
              <a:extLst>
                <a:ext uri="{FF2B5EF4-FFF2-40B4-BE49-F238E27FC236}">
                  <a16:creationId xmlns:a16="http://schemas.microsoft.com/office/drawing/2014/main" id="{ED93770A-9E8D-4CAC-8C3E-01FA6D46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574"/>
              <a:ext cx="127" cy="182"/>
            </a:xfrm>
            <a:custGeom>
              <a:avLst/>
              <a:gdLst>
                <a:gd name="T0" fmla="*/ 0 w 124"/>
                <a:gd name="T1" fmla="*/ 0 h 167"/>
                <a:gd name="T2" fmla="*/ 133 w 124"/>
                <a:gd name="T3" fmla="*/ 216 h 167"/>
                <a:gd name="T4" fmla="*/ 0 w 124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67">
                  <a:moveTo>
                    <a:pt x="0" y="0"/>
                  </a:moveTo>
                  <a:cubicBezTo>
                    <a:pt x="0" y="0"/>
                    <a:pt x="1" y="105"/>
                    <a:pt x="124" y="167"/>
                  </a:cubicBezTo>
                  <a:cubicBezTo>
                    <a:pt x="124" y="167"/>
                    <a:pt x="0" y="130"/>
                    <a:pt x="0" y="0"/>
                  </a:cubicBezTo>
                  <a:close/>
                </a:path>
              </a:pathLst>
            </a:cu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Oval 539">
              <a:extLst>
                <a:ext uri="{FF2B5EF4-FFF2-40B4-BE49-F238E27FC236}">
                  <a16:creationId xmlns:a16="http://schemas.microsoft.com/office/drawing/2014/main" id="{2F97BFCC-A800-4679-86A5-F8AD56693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2687"/>
              <a:ext cx="7" cy="8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7" name="Oval 540">
              <a:extLst>
                <a:ext uri="{FF2B5EF4-FFF2-40B4-BE49-F238E27FC236}">
                  <a16:creationId xmlns:a16="http://schemas.microsoft.com/office/drawing/2014/main" id="{E3A2388D-B879-4F00-A31D-9B40944A2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668"/>
              <a:ext cx="9" cy="9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8" name="Oval 541">
              <a:extLst>
                <a:ext uri="{FF2B5EF4-FFF2-40B4-BE49-F238E27FC236}">
                  <a16:creationId xmlns:a16="http://schemas.microsoft.com/office/drawing/2014/main" id="{D202B20E-79A5-47CA-8564-2FFD445C4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698"/>
              <a:ext cx="8" cy="9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9" name="Oval 542">
              <a:extLst>
                <a:ext uri="{FF2B5EF4-FFF2-40B4-BE49-F238E27FC236}">
                  <a16:creationId xmlns:a16="http://schemas.microsoft.com/office/drawing/2014/main" id="{6A8484F7-C455-4C9B-943C-2AB9DDFF3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2691"/>
              <a:ext cx="5" cy="7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0" name="Oval 543">
              <a:extLst>
                <a:ext uri="{FF2B5EF4-FFF2-40B4-BE49-F238E27FC236}">
                  <a16:creationId xmlns:a16="http://schemas.microsoft.com/office/drawing/2014/main" id="{487DDA56-C475-45D2-A112-857AD03A6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729"/>
              <a:ext cx="7" cy="8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1" name="Oval 544">
              <a:extLst>
                <a:ext uri="{FF2B5EF4-FFF2-40B4-BE49-F238E27FC236}">
                  <a16:creationId xmlns:a16="http://schemas.microsoft.com/office/drawing/2014/main" id="{B528E842-D4B9-445A-B39B-223E23AEB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2646"/>
              <a:ext cx="4" cy="4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2" name="Oval 545">
              <a:extLst>
                <a:ext uri="{FF2B5EF4-FFF2-40B4-BE49-F238E27FC236}">
                  <a16:creationId xmlns:a16="http://schemas.microsoft.com/office/drawing/2014/main" id="{D126F28E-65CA-4B1F-8E52-8DCF4CCC4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2705"/>
              <a:ext cx="5" cy="6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3" name="Oval 546">
              <a:extLst>
                <a:ext uri="{FF2B5EF4-FFF2-40B4-BE49-F238E27FC236}">
                  <a16:creationId xmlns:a16="http://schemas.microsoft.com/office/drawing/2014/main" id="{7046E224-ADE2-448D-BB76-F4DCDA266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2610"/>
              <a:ext cx="7" cy="7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4" name="Oval 547">
              <a:extLst>
                <a:ext uri="{FF2B5EF4-FFF2-40B4-BE49-F238E27FC236}">
                  <a16:creationId xmlns:a16="http://schemas.microsoft.com/office/drawing/2014/main" id="{8DB48FC0-CFD2-473E-B5B6-5EFB19492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" y="2604"/>
              <a:ext cx="7" cy="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5" name="Oval 548">
              <a:extLst>
                <a:ext uri="{FF2B5EF4-FFF2-40B4-BE49-F238E27FC236}">
                  <a16:creationId xmlns:a16="http://schemas.microsoft.com/office/drawing/2014/main" id="{2CAE7F85-9C1D-49EE-A6A0-2F80BA387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2646"/>
              <a:ext cx="7" cy="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6" name="Oval 549">
              <a:extLst>
                <a:ext uri="{FF2B5EF4-FFF2-40B4-BE49-F238E27FC236}">
                  <a16:creationId xmlns:a16="http://schemas.microsoft.com/office/drawing/2014/main" id="{77230348-40C7-4635-9EE8-30621DAF9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" y="2747"/>
              <a:ext cx="7" cy="8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7" name="Oval 550">
              <a:extLst>
                <a:ext uri="{FF2B5EF4-FFF2-40B4-BE49-F238E27FC236}">
                  <a16:creationId xmlns:a16="http://schemas.microsoft.com/office/drawing/2014/main" id="{68E3B68E-ABDA-4B8C-BBAA-A88D45FE5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2737"/>
              <a:ext cx="8" cy="10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8" name="Oval 551">
              <a:extLst>
                <a:ext uri="{FF2B5EF4-FFF2-40B4-BE49-F238E27FC236}">
                  <a16:creationId xmlns:a16="http://schemas.microsoft.com/office/drawing/2014/main" id="{653436A7-B40D-46A4-9D40-DEE5545DE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2751"/>
              <a:ext cx="10" cy="1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9" name="Oval 552">
              <a:extLst>
                <a:ext uri="{FF2B5EF4-FFF2-40B4-BE49-F238E27FC236}">
                  <a16:creationId xmlns:a16="http://schemas.microsoft.com/office/drawing/2014/main" id="{79DE027A-DBB4-443F-BE50-428F51331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2646"/>
              <a:ext cx="9" cy="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0" name="Oval 553">
              <a:extLst>
                <a:ext uri="{FF2B5EF4-FFF2-40B4-BE49-F238E27FC236}">
                  <a16:creationId xmlns:a16="http://schemas.microsoft.com/office/drawing/2014/main" id="{016CD7A9-A0CE-480E-84C6-F4D9773E4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594"/>
              <a:ext cx="10" cy="10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1" name="Oval 554">
              <a:extLst>
                <a:ext uri="{FF2B5EF4-FFF2-40B4-BE49-F238E27FC236}">
                  <a16:creationId xmlns:a16="http://schemas.microsoft.com/office/drawing/2014/main" id="{99F08429-0320-4FBB-A14F-0E72692DB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564"/>
              <a:ext cx="7" cy="8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2" name="Oval 555">
              <a:extLst>
                <a:ext uri="{FF2B5EF4-FFF2-40B4-BE49-F238E27FC236}">
                  <a16:creationId xmlns:a16="http://schemas.microsoft.com/office/drawing/2014/main" id="{E66AC921-DFF0-4781-902E-20ACE6915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4" y="2432"/>
              <a:ext cx="12" cy="12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3" name="Oval 556">
              <a:extLst>
                <a:ext uri="{FF2B5EF4-FFF2-40B4-BE49-F238E27FC236}">
                  <a16:creationId xmlns:a16="http://schemas.microsoft.com/office/drawing/2014/main" id="{A54776E8-00B4-47BA-B535-981A12093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2411"/>
              <a:ext cx="10" cy="1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4" name="Oval 557">
              <a:extLst>
                <a:ext uri="{FF2B5EF4-FFF2-40B4-BE49-F238E27FC236}">
                  <a16:creationId xmlns:a16="http://schemas.microsoft.com/office/drawing/2014/main" id="{96D18254-A63B-4713-9CAC-059A36A08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427"/>
              <a:ext cx="10" cy="10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5" name="Oval 558">
              <a:extLst>
                <a:ext uri="{FF2B5EF4-FFF2-40B4-BE49-F238E27FC236}">
                  <a16:creationId xmlns:a16="http://schemas.microsoft.com/office/drawing/2014/main" id="{208D107C-70F4-4313-826E-4A8B29331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2444"/>
              <a:ext cx="9" cy="8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6" name="Oval 559">
              <a:extLst>
                <a:ext uri="{FF2B5EF4-FFF2-40B4-BE49-F238E27FC236}">
                  <a16:creationId xmlns:a16="http://schemas.microsoft.com/office/drawing/2014/main" id="{231EADDA-9491-42F6-A836-CDB9DAC10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2471"/>
              <a:ext cx="3" cy="4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7" name="Oval 560">
              <a:extLst>
                <a:ext uri="{FF2B5EF4-FFF2-40B4-BE49-F238E27FC236}">
                  <a16:creationId xmlns:a16="http://schemas.microsoft.com/office/drawing/2014/main" id="{027EC623-4363-47C3-A60F-F56EE9427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2393"/>
              <a:ext cx="8" cy="10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8" name="Oval 561">
              <a:extLst>
                <a:ext uri="{FF2B5EF4-FFF2-40B4-BE49-F238E27FC236}">
                  <a16:creationId xmlns:a16="http://schemas.microsoft.com/office/drawing/2014/main" id="{F759B443-382E-4011-B022-4CDDDFDBB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8" y="2401"/>
              <a:ext cx="6" cy="6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9" name="Oval 562">
              <a:extLst>
                <a:ext uri="{FF2B5EF4-FFF2-40B4-BE49-F238E27FC236}">
                  <a16:creationId xmlns:a16="http://schemas.microsoft.com/office/drawing/2014/main" id="{A8F5AA78-5D64-40C2-A4BF-9155760F8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4" y="2407"/>
              <a:ext cx="5" cy="6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0" name="Oval 563">
              <a:extLst>
                <a:ext uri="{FF2B5EF4-FFF2-40B4-BE49-F238E27FC236}">
                  <a16:creationId xmlns:a16="http://schemas.microsoft.com/office/drawing/2014/main" id="{82DBBCC2-D59A-49F1-B4A0-77E51B733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2411"/>
              <a:ext cx="2" cy="3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1" name="Oval 564">
              <a:extLst>
                <a:ext uri="{FF2B5EF4-FFF2-40B4-BE49-F238E27FC236}">
                  <a16:creationId xmlns:a16="http://schemas.microsoft.com/office/drawing/2014/main" id="{C8FFFE5D-894E-428B-B6BD-ADFC92E17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2417"/>
              <a:ext cx="2" cy="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2" name="Oval 565">
              <a:extLst>
                <a:ext uri="{FF2B5EF4-FFF2-40B4-BE49-F238E27FC236}">
                  <a16:creationId xmlns:a16="http://schemas.microsoft.com/office/drawing/2014/main" id="{90AC9FA5-04FF-4C48-AFF5-345E59BC3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" y="2420"/>
              <a:ext cx="2" cy="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3" name="Oval 566">
              <a:extLst>
                <a:ext uri="{FF2B5EF4-FFF2-40B4-BE49-F238E27FC236}">
                  <a16:creationId xmlns:a16="http://schemas.microsoft.com/office/drawing/2014/main" id="{00450BF6-3C6A-4207-8EBA-AE1A6D5A6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3" y="2406"/>
              <a:ext cx="2" cy="3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4" name="Oval 567">
              <a:extLst>
                <a:ext uri="{FF2B5EF4-FFF2-40B4-BE49-F238E27FC236}">
                  <a16:creationId xmlns:a16="http://schemas.microsoft.com/office/drawing/2014/main" id="{A82C33D6-EAC0-4273-B2EF-CAF08EF73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" y="2402"/>
              <a:ext cx="3" cy="2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5" name="Oval 568">
              <a:extLst>
                <a:ext uri="{FF2B5EF4-FFF2-40B4-BE49-F238E27FC236}">
                  <a16:creationId xmlns:a16="http://schemas.microsoft.com/office/drawing/2014/main" id="{F1C0D897-A550-4EFA-8204-012797586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2398"/>
              <a:ext cx="4" cy="6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6" name="Oval 569">
              <a:extLst>
                <a:ext uri="{FF2B5EF4-FFF2-40B4-BE49-F238E27FC236}">
                  <a16:creationId xmlns:a16="http://schemas.microsoft.com/office/drawing/2014/main" id="{767C25FC-A32B-47DC-81CB-72CC4796A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2397"/>
              <a:ext cx="5" cy="5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7" name="Oval 570">
              <a:extLst>
                <a:ext uri="{FF2B5EF4-FFF2-40B4-BE49-F238E27FC236}">
                  <a16:creationId xmlns:a16="http://schemas.microsoft.com/office/drawing/2014/main" id="{FD77A920-AAF4-4F1B-B7EF-943179E38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5" y="2654"/>
              <a:ext cx="15" cy="17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8" name="Oval 571">
              <a:extLst>
                <a:ext uri="{FF2B5EF4-FFF2-40B4-BE49-F238E27FC236}">
                  <a16:creationId xmlns:a16="http://schemas.microsoft.com/office/drawing/2014/main" id="{F1925D10-9784-46A9-A44C-517D3A9E5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2660"/>
              <a:ext cx="10" cy="1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9" name="Oval 572">
              <a:extLst>
                <a:ext uri="{FF2B5EF4-FFF2-40B4-BE49-F238E27FC236}">
                  <a16:creationId xmlns:a16="http://schemas.microsoft.com/office/drawing/2014/main" id="{64B4358C-F9DD-4FE2-904D-D4C8480B1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" y="2687"/>
              <a:ext cx="8" cy="9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0" name="Oval 573">
              <a:extLst>
                <a:ext uri="{FF2B5EF4-FFF2-40B4-BE49-F238E27FC236}">
                  <a16:creationId xmlns:a16="http://schemas.microsoft.com/office/drawing/2014/main" id="{683BCCE3-28D8-4A4D-9022-B979345D4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2694"/>
              <a:ext cx="5" cy="6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1" name="Oval 574">
              <a:extLst>
                <a:ext uri="{FF2B5EF4-FFF2-40B4-BE49-F238E27FC236}">
                  <a16:creationId xmlns:a16="http://schemas.microsoft.com/office/drawing/2014/main" id="{7DEE2876-2C7D-41F0-9145-44D548B65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" y="2655"/>
              <a:ext cx="4" cy="5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2" name="Oval 575">
              <a:extLst>
                <a:ext uri="{FF2B5EF4-FFF2-40B4-BE49-F238E27FC236}">
                  <a16:creationId xmlns:a16="http://schemas.microsoft.com/office/drawing/2014/main" id="{2EAABECD-8D3A-4BB1-B7D1-8A7149A33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2747"/>
              <a:ext cx="12" cy="13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3" name="Oval 576">
              <a:extLst>
                <a:ext uri="{FF2B5EF4-FFF2-40B4-BE49-F238E27FC236}">
                  <a16:creationId xmlns:a16="http://schemas.microsoft.com/office/drawing/2014/main" id="{3A036F34-D265-48FD-A01B-5BD3EDA10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2743"/>
              <a:ext cx="7" cy="7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4" name="Oval 577">
              <a:extLst>
                <a:ext uri="{FF2B5EF4-FFF2-40B4-BE49-F238E27FC236}">
                  <a16:creationId xmlns:a16="http://schemas.microsoft.com/office/drawing/2014/main" id="{B18D28C0-5247-480C-9B91-731BEC0F0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726"/>
              <a:ext cx="11" cy="1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5" name="Oval 578">
              <a:extLst>
                <a:ext uri="{FF2B5EF4-FFF2-40B4-BE49-F238E27FC236}">
                  <a16:creationId xmlns:a16="http://schemas.microsoft.com/office/drawing/2014/main" id="{0EBBFB95-1FD1-4C2A-9770-1386E76C6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2771"/>
              <a:ext cx="8" cy="9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6" name="Oval 579">
              <a:extLst>
                <a:ext uri="{FF2B5EF4-FFF2-40B4-BE49-F238E27FC236}">
                  <a16:creationId xmlns:a16="http://schemas.microsoft.com/office/drawing/2014/main" id="{86830B1D-FD79-4AC6-A2AA-7485758BD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2765"/>
              <a:ext cx="9" cy="1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7" name="Oval 580">
              <a:extLst>
                <a:ext uri="{FF2B5EF4-FFF2-40B4-BE49-F238E27FC236}">
                  <a16:creationId xmlns:a16="http://schemas.microsoft.com/office/drawing/2014/main" id="{9224CBE5-FF37-4B01-B23D-3FC9E8CCC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4" y="2729"/>
              <a:ext cx="11" cy="12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8" name="Oval 581">
              <a:extLst>
                <a:ext uri="{FF2B5EF4-FFF2-40B4-BE49-F238E27FC236}">
                  <a16:creationId xmlns:a16="http://schemas.microsoft.com/office/drawing/2014/main" id="{4A0DEABD-51A9-4950-B7E0-0E17C6A52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8" y="2758"/>
              <a:ext cx="7" cy="7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9" name="Oval 582">
              <a:extLst>
                <a:ext uri="{FF2B5EF4-FFF2-40B4-BE49-F238E27FC236}">
                  <a16:creationId xmlns:a16="http://schemas.microsoft.com/office/drawing/2014/main" id="{69118CC0-1E7E-40A4-96C5-CFB44BB63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2799"/>
              <a:ext cx="6" cy="5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0" name="Oval 583">
              <a:extLst>
                <a:ext uri="{FF2B5EF4-FFF2-40B4-BE49-F238E27FC236}">
                  <a16:creationId xmlns:a16="http://schemas.microsoft.com/office/drawing/2014/main" id="{19D59F5A-53FA-4E49-AC1A-AB33E684D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2736"/>
              <a:ext cx="6" cy="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1" name="Oval 584">
              <a:extLst>
                <a:ext uri="{FF2B5EF4-FFF2-40B4-BE49-F238E27FC236}">
                  <a16:creationId xmlns:a16="http://schemas.microsoft.com/office/drawing/2014/main" id="{FBD45F0C-B1CD-4742-8AEC-98F9199E8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703"/>
              <a:ext cx="12" cy="1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2" name="Oval 585">
              <a:extLst>
                <a:ext uri="{FF2B5EF4-FFF2-40B4-BE49-F238E27FC236}">
                  <a16:creationId xmlns:a16="http://schemas.microsoft.com/office/drawing/2014/main" id="{DB18CA91-CB56-49E5-90D0-E5497BEFD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2695"/>
              <a:ext cx="5" cy="6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3" name="Oval 586">
              <a:extLst>
                <a:ext uri="{FF2B5EF4-FFF2-40B4-BE49-F238E27FC236}">
                  <a16:creationId xmlns:a16="http://schemas.microsoft.com/office/drawing/2014/main" id="{90A8DFC5-89E5-4E1F-B041-9CF2BF910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" y="2685"/>
              <a:ext cx="2" cy="1"/>
            </a:xfrm>
            <a:prstGeom prst="ellipse">
              <a:avLst/>
            </a:prstGeom>
            <a:solidFill>
              <a:srgbClr val="FCE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4" name="Freeform 587">
              <a:extLst>
                <a:ext uri="{FF2B5EF4-FFF2-40B4-BE49-F238E27FC236}">
                  <a16:creationId xmlns:a16="http://schemas.microsoft.com/office/drawing/2014/main" id="{2AAD5C2E-2FCA-4A22-9613-B8379477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660"/>
              <a:ext cx="81" cy="90"/>
            </a:xfrm>
            <a:custGeom>
              <a:avLst/>
              <a:gdLst>
                <a:gd name="T0" fmla="*/ 36 w 79"/>
                <a:gd name="T1" fmla="*/ 106 h 83"/>
                <a:gd name="T2" fmla="*/ 16 w 79"/>
                <a:gd name="T3" fmla="*/ 36 h 83"/>
                <a:gd name="T4" fmla="*/ 5 w 79"/>
                <a:gd name="T5" fmla="*/ 13 h 83"/>
                <a:gd name="T6" fmla="*/ 15 w 79"/>
                <a:gd name="T7" fmla="*/ 9 h 83"/>
                <a:gd name="T8" fmla="*/ 58 w 79"/>
                <a:gd name="T9" fmla="*/ 22 h 83"/>
                <a:gd name="T10" fmla="*/ 79 w 79"/>
                <a:gd name="T11" fmla="*/ 28 h 83"/>
                <a:gd name="T12" fmla="*/ 70 w 79"/>
                <a:gd name="T13" fmla="*/ 47 h 83"/>
                <a:gd name="T14" fmla="*/ 37 w 79"/>
                <a:gd name="T15" fmla="*/ 10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3">
                  <a:moveTo>
                    <a:pt x="33" y="83"/>
                  </a:moveTo>
                  <a:cubicBezTo>
                    <a:pt x="33" y="65"/>
                    <a:pt x="24" y="45"/>
                    <a:pt x="16" y="28"/>
                  </a:cubicBezTo>
                  <a:cubicBezTo>
                    <a:pt x="13" y="22"/>
                    <a:pt x="8" y="16"/>
                    <a:pt x="5" y="10"/>
                  </a:cubicBezTo>
                  <a:cubicBezTo>
                    <a:pt x="0" y="0"/>
                    <a:pt x="7" y="3"/>
                    <a:pt x="15" y="6"/>
                  </a:cubicBezTo>
                  <a:cubicBezTo>
                    <a:pt x="27" y="10"/>
                    <a:pt x="42" y="13"/>
                    <a:pt x="55" y="17"/>
                  </a:cubicBezTo>
                  <a:cubicBezTo>
                    <a:pt x="59" y="18"/>
                    <a:pt x="71" y="19"/>
                    <a:pt x="73" y="22"/>
                  </a:cubicBezTo>
                  <a:cubicBezTo>
                    <a:pt x="79" y="28"/>
                    <a:pt x="68" y="33"/>
                    <a:pt x="64" y="37"/>
                  </a:cubicBezTo>
                  <a:cubicBezTo>
                    <a:pt x="50" y="48"/>
                    <a:pt x="42" y="65"/>
                    <a:pt x="34" y="79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588">
              <a:extLst>
                <a:ext uri="{FF2B5EF4-FFF2-40B4-BE49-F238E27FC236}">
                  <a16:creationId xmlns:a16="http://schemas.microsoft.com/office/drawing/2014/main" id="{E511E76D-C544-4BE7-BE6F-DC9CA9017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66"/>
              <a:ext cx="87" cy="143"/>
            </a:xfrm>
            <a:custGeom>
              <a:avLst/>
              <a:gdLst>
                <a:gd name="T0" fmla="*/ 89 w 86"/>
                <a:gd name="T1" fmla="*/ 170 h 131"/>
                <a:gd name="T2" fmla="*/ 48 w 86"/>
                <a:gd name="T3" fmla="*/ 162 h 131"/>
                <a:gd name="T4" fmla="*/ 0 w 86"/>
                <a:gd name="T5" fmla="*/ 166 h 131"/>
                <a:gd name="T6" fmla="*/ 20 w 86"/>
                <a:gd name="T7" fmla="*/ 131 h 131"/>
                <a:gd name="T8" fmla="*/ 18 w 86"/>
                <a:gd name="T9" fmla="*/ 75 h 131"/>
                <a:gd name="T10" fmla="*/ 8 w 86"/>
                <a:gd name="T11" fmla="*/ 0 h 131"/>
                <a:gd name="T12" fmla="*/ 17 w 86"/>
                <a:gd name="T13" fmla="*/ 29 h 131"/>
                <a:gd name="T14" fmla="*/ 25 w 86"/>
                <a:gd name="T15" fmla="*/ 60 h 131"/>
                <a:gd name="T16" fmla="*/ 39 w 86"/>
                <a:gd name="T17" fmla="*/ 107 h 131"/>
                <a:gd name="T18" fmla="*/ 87 w 86"/>
                <a:gd name="T19" fmla="*/ 17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31">
                  <a:moveTo>
                    <a:pt x="86" y="131"/>
                  </a:moveTo>
                  <a:cubicBezTo>
                    <a:pt x="72" y="128"/>
                    <a:pt x="60" y="125"/>
                    <a:pt x="45" y="125"/>
                  </a:cubicBezTo>
                  <a:cubicBezTo>
                    <a:pt x="32" y="125"/>
                    <a:pt x="11" y="122"/>
                    <a:pt x="0" y="127"/>
                  </a:cubicBezTo>
                  <a:cubicBezTo>
                    <a:pt x="2" y="117"/>
                    <a:pt x="17" y="113"/>
                    <a:pt x="20" y="101"/>
                  </a:cubicBezTo>
                  <a:cubicBezTo>
                    <a:pt x="24" y="86"/>
                    <a:pt x="23" y="72"/>
                    <a:pt x="18" y="58"/>
                  </a:cubicBezTo>
                  <a:cubicBezTo>
                    <a:pt x="11" y="40"/>
                    <a:pt x="10" y="19"/>
                    <a:pt x="8" y="0"/>
                  </a:cubicBezTo>
                  <a:cubicBezTo>
                    <a:pt x="14" y="4"/>
                    <a:pt x="15" y="16"/>
                    <a:pt x="17" y="23"/>
                  </a:cubicBezTo>
                  <a:cubicBezTo>
                    <a:pt x="20" y="31"/>
                    <a:pt x="23" y="38"/>
                    <a:pt x="25" y="46"/>
                  </a:cubicBezTo>
                  <a:cubicBezTo>
                    <a:pt x="28" y="59"/>
                    <a:pt x="32" y="71"/>
                    <a:pt x="39" y="82"/>
                  </a:cubicBezTo>
                  <a:cubicBezTo>
                    <a:pt x="49" y="98"/>
                    <a:pt x="67" y="124"/>
                    <a:pt x="84" y="131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589">
              <a:extLst>
                <a:ext uri="{FF2B5EF4-FFF2-40B4-BE49-F238E27FC236}">
                  <a16:creationId xmlns:a16="http://schemas.microsoft.com/office/drawing/2014/main" id="{8909E272-1E7E-4014-BA00-17531AC3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927"/>
              <a:ext cx="131" cy="20"/>
            </a:xfrm>
            <a:custGeom>
              <a:avLst/>
              <a:gdLst>
                <a:gd name="T0" fmla="*/ 0 w 129"/>
                <a:gd name="T1" fmla="*/ 5 h 19"/>
                <a:gd name="T2" fmla="*/ 26 w 129"/>
                <a:gd name="T3" fmla="*/ 4 h 19"/>
                <a:gd name="T4" fmla="*/ 60 w 129"/>
                <a:gd name="T5" fmla="*/ 13 h 19"/>
                <a:gd name="T6" fmla="*/ 135 w 129"/>
                <a:gd name="T7" fmla="*/ 21 h 19"/>
                <a:gd name="T8" fmla="*/ 96 w 129"/>
                <a:gd name="T9" fmla="*/ 8 h 19"/>
                <a:gd name="T10" fmla="*/ 65 w 129"/>
                <a:gd name="T11" fmla="*/ 2 h 19"/>
                <a:gd name="T12" fmla="*/ 15 w 129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9">
                  <a:moveTo>
                    <a:pt x="0" y="5"/>
                  </a:moveTo>
                  <a:cubicBezTo>
                    <a:pt x="6" y="6"/>
                    <a:pt x="18" y="3"/>
                    <a:pt x="26" y="4"/>
                  </a:cubicBezTo>
                  <a:cubicBezTo>
                    <a:pt x="36" y="5"/>
                    <a:pt x="46" y="7"/>
                    <a:pt x="57" y="10"/>
                  </a:cubicBezTo>
                  <a:cubicBezTo>
                    <a:pt x="81" y="17"/>
                    <a:pt x="104" y="18"/>
                    <a:pt x="129" y="18"/>
                  </a:cubicBezTo>
                  <a:cubicBezTo>
                    <a:pt x="116" y="19"/>
                    <a:pt x="104" y="12"/>
                    <a:pt x="93" y="8"/>
                  </a:cubicBezTo>
                  <a:cubicBezTo>
                    <a:pt x="84" y="4"/>
                    <a:pt x="72" y="2"/>
                    <a:pt x="62" y="2"/>
                  </a:cubicBezTo>
                  <a:cubicBezTo>
                    <a:pt x="46" y="1"/>
                    <a:pt x="30" y="0"/>
                    <a:pt x="15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590">
              <a:extLst>
                <a:ext uri="{FF2B5EF4-FFF2-40B4-BE49-F238E27FC236}">
                  <a16:creationId xmlns:a16="http://schemas.microsoft.com/office/drawing/2014/main" id="{FBD85F2E-9BD4-4DAF-8183-DFFC6771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861"/>
              <a:ext cx="31" cy="55"/>
            </a:xfrm>
            <a:custGeom>
              <a:avLst/>
              <a:gdLst>
                <a:gd name="T0" fmla="*/ 4 w 30"/>
                <a:gd name="T1" fmla="*/ 0 h 50"/>
                <a:gd name="T2" fmla="*/ 21 w 30"/>
                <a:gd name="T3" fmla="*/ 35 h 50"/>
                <a:gd name="T4" fmla="*/ 24 w 30"/>
                <a:gd name="T5" fmla="*/ 58 h 50"/>
                <a:gd name="T6" fmla="*/ 0 w 30"/>
                <a:gd name="T7" fmla="*/ 43 h 50"/>
                <a:gd name="T8" fmla="*/ 4 w 30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0">
                  <a:moveTo>
                    <a:pt x="4" y="0"/>
                  </a:moveTo>
                  <a:cubicBezTo>
                    <a:pt x="6" y="11"/>
                    <a:pt x="11" y="19"/>
                    <a:pt x="18" y="26"/>
                  </a:cubicBezTo>
                  <a:cubicBezTo>
                    <a:pt x="24" y="31"/>
                    <a:pt x="30" y="39"/>
                    <a:pt x="21" y="44"/>
                  </a:cubicBezTo>
                  <a:cubicBezTo>
                    <a:pt x="9" y="50"/>
                    <a:pt x="1" y="44"/>
                    <a:pt x="0" y="32"/>
                  </a:cubicBezTo>
                  <a:cubicBezTo>
                    <a:pt x="0" y="22"/>
                    <a:pt x="5" y="14"/>
                    <a:pt x="4" y="4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591">
              <a:extLst>
                <a:ext uri="{FF2B5EF4-FFF2-40B4-BE49-F238E27FC236}">
                  <a16:creationId xmlns:a16="http://schemas.microsoft.com/office/drawing/2014/main" id="{0AA91EAB-47E0-4648-A5C8-5EAD9FE59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839"/>
              <a:ext cx="64" cy="29"/>
            </a:xfrm>
            <a:custGeom>
              <a:avLst/>
              <a:gdLst>
                <a:gd name="T0" fmla="*/ 0 w 63"/>
                <a:gd name="T1" fmla="*/ 20 h 26"/>
                <a:gd name="T2" fmla="*/ 57 w 63"/>
                <a:gd name="T3" fmla="*/ 20 h 26"/>
                <a:gd name="T4" fmla="*/ 37 w 63"/>
                <a:gd name="T5" fmla="*/ 25 h 26"/>
                <a:gd name="T6" fmla="*/ 16 w 63"/>
                <a:gd name="T7" fmla="*/ 25 h 26"/>
                <a:gd name="T8" fmla="*/ 3 w 63"/>
                <a:gd name="T9" fmla="*/ 1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0" y="14"/>
                  </a:moveTo>
                  <a:cubicBezTo>
                    <a:pt x="3" y="0"/>
                    <a:pt x="47" y="4"/>
                    <a:pt x="54" y="14"/>
                  </a:cubicBezTo>
                  <a:cubicBezTo>
                    <a:pt x="63" y="26"/>
                    <a:pt x="38" y="18"/>
                    <a:pt x="34" y="18"/>
                  </a:cubicBezTo>
                  <a:cubicBezTo>
                    <a:pt x="28" y="17"/>
                    <a:pt x="22" y="19"/>
                    <a:pt x="16" y="18"/>
                  </a:cubicBezTo>
                  <a:cubicBezTo>
                    <a:pt x="11" y="17"/>
                    <a:pt x="6" y="14"/>
                    <a:pt x="3" y="13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592">
              <a:extLst>
                <a:ext uri="{FF2B5EF4-FFF2-40B4-BE49-F238E27FC236}">
                  <a16:creationId xmlns:a16="http://schemas.microsoft.com/office/drawing/2014/main" id="{2F3D9798-1938-47D2-B7AB-C63A5A0D5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581"/>
              <a:ext cx="107" cy="69"/>
            </a:xfrm>
            <a:custGeom>
              <a:avLst/>
              <a:gdLst>
                <a:gd name="T0" fmla="*/ 0 w 105"/>
                <a:gd name="T1" fmla="*/ 12 h 63"/>
                <a:gd name="T2" fmla="*/ 26 w 105"/>
                <a:gd name="T3" fmla="*/ 31 h 63"/>
                <a:gd name="T4" fmla="*/ 57 w 105"/>
                <a:gd name="T5" fmla="*/ 53 h 63"/>
                <a:gd name="T6" fmla="*/ 86 w 105"/>
                <a:gd name="T7" fmla="*/ 68 h 63"/>
                <a:gd name="T8" fmla="*/ 111 w 105"/>
                <a:gd name="T9" fmla="*/ 83 h 63"/>
                <a:gd name="T10" fmla="*/ 70 w 105"/>
                <a:gd name="T11" fmla="*/ 14 h 63"/>
                <a:gd name="T12" fmla="*/ 36 w 105"/>
                <a:gd name="T13" fmla="*/ 2 h 63"/>
                <a:gd name="T14" fmla="*/ 2 w 105"/>
                <a:gd name="T15" fmla="*/ 1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63">
                  <a:moveTo>
                    <a:pt x="0" y="9"/>
                  </a:moveTo>
                  <a:cubicBezTo>
                    <a:pt x="6" y="18"/>
                    <a:pt x="18" y="19"/>
                    <a:pt x="26" y="24"/>
                  </a:cubicBezTo>
                  <a:cubicBezTo>
                    <a:pt x="36" y="30"/>
                    <a:pt x="44" y="35"/>
                    <a:pt x="54" y="40"/>
                  </a:cubicBezTo>
                  <a:cubicBezTo>
                    <a:pt x="63" y="44"/>
                    <a:pt x="71" y="48"/>
                    <a:pt x="80" y="52"/>
                  </a:cubicBezTo>
                  <a:cubicBezTo>
                    <a:pt x="87" y="55"/>
                    <a:pt x="98" y="63"/>
                    <a:pt x="105" y="63"/>
                  </a:cubicBezTo>
                  <a:cubicBezTo>
                    <a:pt x="103" y="43"/>
                    <a:pt x="82" y="22"/>
                    <a:pt x="67" y="11"/>
                  </a:cubicBezTo>
                  <a:cubicBezTo>
                    <a:pt x="55" y="2"/>
                    <a:pt x="48" y="0"/>
                    <a:pt x="33" y="2"/>
                  </a:cubicBezTo>
                  <a:cubicBezTo>
                    <a:pt x="25" y="2"/>
                    <a:pt x="8" y="4"/>
                    <a:pt x="2" y="7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593">
              <a:extLst>
                <a:ext uri="{FF2B5EF4-FFF2-40B4-BE49-F238E27FC236}">
                  <a16:creationId xmlns:a16="http://schemas.microsoft.com/office/drawing/2014/main" id="{E4213135-ACB8-4AAF-98C7-FB9A81030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501"/>
              <a:ext cx="218" cy="188"/>
            </a:xfrm>
            <a:custGeom>
              <a:avLst/>
              <a:gdLst>
                <a:gd name="T0" fmla="*/ 0 w 214"/>
                <a:gd name="T1" fmla="*/ 201 h 173"/>
                <a:gd name="T2" fmla="*/ 40 w 214"/>
                <a:gd name="T3" fmla="*/ 191 h 173"/>
                <a:gd name="T4" fmla="*/ 226 w 214"/>
                <a:gd name="T5" fmla="*/ 0 h 173"/>
                <a:gd name="T6" fmla="*/ 47 w 214"/>
                <a:gd name="T7" fmla="*/ 161 h 173"/>
                <a:gd name="T8" fmla="*/ 0 w 214"/>
                <a:gd name="T9" fmla="*/ 20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173">
                  <a:moveTo>
                    <a:pt x="0" y="156"/>
                  </a:moveTo>
                  <a:cubicBezTo>
                    <a:pt x="0" y="156"/>
                    <a:pt x="10" y="173"/>
                    <a:pt x="37" y="149"/>
                  </a:cubicBezTo>
                  <a:cubicBezTo>
                    <a:pt x="65" y="125"/>
                    <a:pt x="194" y="10"/>
                    <a:pt x="214" y="0"/>
                  </a:cubicBezTo>
                  <a:cubicBezTo>
                    <a:pt x="214" y="0"/>
                    <a:pt x="60" y="101"/>
                    <a:pt x="44" y="125"/>
                  </a:cubicBezTo>
                  <a:cubicBezTo>
                    <a:pt x="27" y="149"/>
                    <a:pt x="0" y="156"/>
                    <a:pt x="0" y="156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594">
              <a:extLst>
                <a:ext uri="{FF2B5EF4-FFF2-40B4-BE49-F238E27FC236}">
                  <a16:creationId xmlns:a16="http://schemas.microsoft.com/office/drawing/2014/main" id="{91C8B35F-BE49-4E6D-8B81-7F7A9E4A9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528"/>
              <a:ext cx="129" cy="74"/>
            </a:xfrm>
            <a:custGeom>
              <a:avLst/>
              <a:gdLst>
                <a:gd name="T0" fmla="*/ 0 w 126"/>
                <a:gd name="T1" fmla="*/ 0 h 68"/>
                <a:gd name="T2" fmla="*/ 110 w 126"/>
                <a:gd name="T3" fmla="*/ 88 h 68"/>
                <a:gd name="T4" fmla="*/ 135 w 126"/>
                <a:gd name="T5" fmla="*/ 76 h 68"/>
                <a:gd name="T6" fmla="*/ 0 w 126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68">
                  <a:moveTo>
                    <a:pt x="0" y="0"/>
                  </a:moveTo>
                  <a:cubicBezTo>
                    <a:pt x="0" y="0"/>
                    <a:pt x="80" y="55"/>
                    <a:pt x="103" y="68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55" y="37"/>
                    <a:pt x="0" y="0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595">
              <a:extLst>
                <a:ext uri="{FF2B5EF4-FFF2-40B4-BE49-F238E27FC236}">
                  <a16:creationId xmlns:a16="http://schemas.microsoft.com/office/drawing/2014/main" id="{39FE32E4-8394-49ED-A6F3-81D52393E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966"/>
              <a:ext cx="908" cy="174"/>
            </a:xfrm>
            <a:custGeom>
              <a:avLst/>
              <a:gdLst>
                <a:gd name="T0" fmla="*/ 0 w 889"/>
                <a:gd name="T1" fmla="*/ 65 h 160"/>
                <a:gd name="T2" fmla="*/ 66 w 889"/>
                <a:gd name="T3" fmla="*/ 95 h 160"/>
                <a:gd name="T4" fmla="*/ 176 w 889"/>
                <a:gd name="T5" fmla="*/ 123 h 160"/>
                <a:gd name="T6" fmla="*/ 355 w 889"/>
                <a:gd name="T7" fmla="*/ 201 h 160"/>
                <a:gd name="T8" fmla="*/ 482 w 889"/>
                <a:gd name="T9" fmla="*/ 195 h 160"/>
                <a:gd name="T10" fmla="*/ 621 w 889"/>
                <a:gd name="T11" fmla="*/ 152 h 160"/>
                <a:gd name="T12" fmla="*/ 714 w 889"/>
                <a:gd name="T13" fmla="*/ 119 h 160"/>
                <a:gd name="T14" fmla="*/ 860 w 889"/>
                <a:gd name="T15" fmla="*/ 71 h 160"/>
                <a:gd name="T16" fmla="*/ 947 w 889"/>
                <a:gd name="T17" fmla="*/ 0 h 160"/>
                <a:gd name="T18" fmla="*/ 862 w 889"/>
                <a:gd name="T19" fmla="*/ 49 h 160"/>
                <a:gd name="T20" fmla="*/ 720 w 889"/>
                <a:gd name="T21" fmla="*/ 100 h 160"/>
                <a:gd name="T22" fmla="*/ 626 w 889"/>
                <a:gd name="T23" fmla="*/ 126 h 160"/>
                <a:gd name="T24" fmla="*/ 494 w 889"/>
                <a:gd name="T25" fmla="*/ 176 h 160"/>
                <a:gd name="T26" fmla="*/ 355 w 889"/>
                <a:gd name="T27" fmla="*/ 181 h 160"/>
                <a:gd name="T28" fmla="*/ 152 w 889"/>
                <a:gd name="T29" fmla="*/ 104 h 160"/>
                <a:gd name="T30" fmla="*/ 0 w 889"/>
                <a:gd name="T31" fmla="*/ 65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9" h="160">
                  <a:moveTo>
                    <a:pt x="0" y="51"/>
                  </a:moveTo>
                  <a:cubicBezTo>
                    <a:pt x="0" y="51"/>
                    <a:pt x="13" y="70"/>
                    <a:pt x="63" y="74"/>
                  </a:cubicBezTo>
                  <a:cubicBezTo>
                    <a:pt x="114" y="79"/>
                    <a:pt x="132" y="84"/>
                    <a:pt x="164" y="96"/>
                  </a:cubicBezTo>
                  <a:cubicBezTo>
                    <a:pt x="195" y="109"/>
                    <a:pt x="289" y="158"/>
                    <a:pt x="334" y="156"/>
                  </a:cubicBezTo>
                  <a:cubicBezTo>
                    <a:pt x="380" y="155"/>
                    <a:pt x="427" y="144"/>
                    <a:pt x="452" y="152"/>
                  </a:cubicBezTo>
                  <a:cubicBezTo>
                    <a:pt x="478" y="160"/>
                    <a:pt x="564" y="133"/>
                    <a:pt x="583" y="119"/>
                  </a:cubicBezTo>
                  <a:cubicBezTo>
                    <a:pt x="602" y="104"/>
                    <a:pt x="645" y="95"/>
                    <a:pt x="670" y="92"/>
                  </a:cubicBezTo>
                  <a:cubicBezTo>
                    <a:pt x="695" y="89"/>
                    <a:pt x="790" y="71"/>
                    <a:pt x="807" y="55"/>
                  </a:cubicBezTo>
                  <a:cubicBezTo>
                    <a:pt x="825" y="40"/>
                    <a:pt x="864" y="0"/>
                    <a:pt x="889" y="0"/>
                  </a:cubicBezTo>
                  <a:cubicBezTo>
                    <a:pt x="889" y="0"/>
                    <a:pt x="837" y="22"/>
                    <a:pt x="809" y="38"/>
                  </a:cubicBezTo>
                  <a:cubicBezTo>
                    <a:pt x="780" y="54"/>
                    <a:pt x="691" y="78"/>
                    <a:pt x="676" y="78"/>
                  </a:cubicBezTo>
                  <a:cubicBezTo>
                    <a:pt x="662" y="78"/>
                    <a:pt x="620" y="79"/>
                    <a:pt x="587" y="98"/>
                  </a:cubicBezTo>
                  <a:cubicBezTo>
                    <a:pt x="553" y="117"/>
                    <a:pt x="490" y="141"/>
                    <a:pt x="464" y="137"/>
                  </a:cubicBezTo>
                  <a:cubicBezTo>
                    <a:pt x="437" y="134"/>
                    <a:pt x="371" y="153"/>
                    <a:pt x="334" y="141"/>
                  </a:cubicBezTo>
                  <a:cubicBezTo>
                    <a:pt x="298" y="128"/>
                    <a:pt x="178" y="89"/>
                    <a:pt x="143" y="81"/>
                  </a:cubicBezTo>
                  <a:cubicBezTo>
                    <a:pt x="109" y="73"/>
                    <a:pt x="11" y="65"/>
                    <a:pt x="0" y="51"/>
                  </a:cubicBezTo>
                  <a:close/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596">
              <a:extLst>
                <a:ext uri="{FF2B5EF4-FFF2-40B4-BE49-F238E27FC236}">
                  <a16:creationId xmlns:a16="http://schemas.microsoft.com/office/drawing/2014/main" id="{EF0C133A-5934-4AAB-88A5-6DBB086E1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3138"/>
              <a:ext cx="42" cy="148"/>
            </a:xfrm>
            <a:custGeom>
              <a:avLst/>
              <a:gdLst>
                <a:gd name="T0" fmla="*/ 42 w 42"/>
                <a:gd name="T1" fmla="*/ 3 h 136"/>
                <a:gd name="T2" fmla="*/ 14 w 42"/>
                <a:gd name="T3" fmla="*/ 70 h 136"/>
                <a:gd name="T4" fmla="*/ 7 w 42"/>
                <a:gd name="T5" fmla="*/ 123 h 136"/>
                <a:gd name="T6" fmla="*/ 5 w 42"/>
                <a:gd name="T7" fmla="*/ 160 h 136"/>
                <a:gd name="T8" fmla="*/ 23 w 42"/>
                <a:gd name="T9" fmla="*/ 69 h 136"/>
                <a:gd name="T10" fmla="*/ 29 w 42"/>
                <a:gd name="T11" fmla="*/ 29 h 136"/>
                <a:gd name="T12" fmla="*/ 41 w 42"/>
                <a:gd name="T13" fmla="*/ 11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6">
                  <a:moveTo>
                    <a:pt x="42" y="3"/>
                  </a:moveTo>
                  <a:cubicBezTo>
                    <a:pt x="23" y="0"/>
                    <a:pt x="18" y="41"/>
                    <a:pt x="14" y="54"/>
                  </a:cubicBezTo>
                  <a:cubicBezTo>
                    <a:pt x="10" y="68"/>
                    <a:pt x="9" y="82"/>
                    <a:pt x="7" y="96"/>
                  </a:cubicBezTo>
                  <a:cubicBezTo>
                    <a:pt x="6" y="100"/>
                    <a:pt x="0" y="120"/>
                    <a:pt x="5" y="124"/>
                  </a:cubicBezTo>
                  <a:cubicBezTo>
                    <a:pt x="22" y="136"/>
                    <a:pt x="22" y="60"/>
                    <a:pt x="23" y="53"/>
                  </a:cubicBezTo>
                  <a:cubicBezTo>
                    <a:pt x="24" y="44"/>
                    <a:pt x="25" y="32"/>
                    <a:pt x="29" y="23"/>
                  </a:cubicBezTo>
                  <a:cubicBezTo>
                    <a:pt x="32" y="16"/>
                    <a:pt x="36" y="14"/>
                    <a:pt x="41" y="8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597">
              <a:extLst>
                <a:ext uri="{FF2B5EF4-FFF2-40B4-BE49-F238E27FC236}">
                  <a16:creationId xmlns:a16="http://schemas.microsoft.com/office/drawing/2014/main" id="{F938AA08-0058-4A99-A7CF-80459ED4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056"/>
              <a:ext cx="68" cy="80"/>
            </a:xfrm>
            <a:custGeom>
              <a:avLst/>
              <a:gdLst>
                <a:gd name="T0" fmla="*/ 70 w 67"/>
                <a:gd name="T1" fmla="*/ 0 h 73"/>
                <a:gd name="T2" fmla="*/ 44 w 67"/>
                <a:gd name="T3" fmla="*/ 39 h 73"/>
                <a:gd name="T4" fmla="*/ 7 w 67"/>
                <a:gd name="T5" fmla="*/ 96 h 73"/>
                <a:gd name="T6" fmla="*/ 33 w 67"/>
                <a:gd name="T7" fmla="*/ 20 h 73"/>
                <a:gd name="T8" fmla="*/ 42 w 67"/>
                <a:gd name="T9" fmla="*/ 3 h 73"/>
                <a:gd name="T10" fmla="*/ 66 w 67"/>
                <a:gd name="T11" fmla="*/ 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73">
                  <a:moveTo>
                    <a:pt x="67" y="0"/>
                  </a:moveTo>
                  <a:cubicBezTo>
                    <a:pt x="66" y="13"/>
                    <a:pt x="49" y="21"/>
                    <a:pt x="41" y="30"/>
                  </a:cubicBezTo>
                  <a:cubicBezTo>
                    <a:pt x="29" y="44"/>
                    <a:pt x="18" y="59"/>
                    <a:pt x="7" y="73"/>
                  </a:cubicBezTo>
                  <a:cubicBezTo>
                    <a:pt x="0" y="57"/>
                    <a:pt x="28" y="30"/>
                    <a:pt x="33" y="15"/>
                  </a:cubicBezTo>
                  <a:cubicBezTo>
                    <a:pt x="35" y="8"/>
                    <a:pt x="32" y="7"/>
                    <a:pt x="39" y="3"/>
                  </a:cubicBezTo>
                  <a:cubicBezTo>
                    <a:pt x="45" y="1"/>
                    <a:pt x="56" y="2"/>
                    <a:pt x="63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598">
              <a:extLst>
                <a:ext uri="{FF2B5EF4-FFF2-40B4-BE49-F238E27FC236}">
                  <a16:creationId xmlns:a16="http://schemas.microsoft.com/office/drawing/2014/main" id="{BE44AC2B-5BE0-43EC-B810-8A8A41F47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3066"/>
              <a:ext cx="30" cy="94"/>
            </a:xfrm>
            <a:custGeom>
              <a:avLst/>
              <a:gdLst>
                <a:gd name="T0" fmla="*/ 21 w 29"/>
                <a:gd name="T1" fmla="*/ 10 h 86"/>
                <a:gd name="T2" fmla="*/ 23 w 29"/>
                <a:gd name="T3" fmla="*/ 59 h 86"/>
                <a:gd name="T4" fmla="*/ 13 w 29"/>
                <a:gd name="T5" fmla="*/ 89 h 86"/>
                <a:gd name="T6" fmla="*/ 0 w 29"/>
                <a:gd name="T7" fmla="*/ 113 h 86"/>
                <a:gd name="T8" fmla="*/ 2 w 29"/>
                <a:gd name="T9" fmla="*/ 80 h 86"/>
                <a:gd name="T10" fmla="*/ 9 w 29"/>
                <a:gd name="T11" fmla="*/ 39 h 86"/>
                <a:gd name="T12" fmla="*/ 22 w 29"/>
                <a:gd name="T13" fmla="*/ 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6">
                  <a:moveTo>
                    <a:pt x="18" y="7"/>
                  </a:moveTo>
                  <a:cubicBezTo>
                    <a:pt x="29" y="16"/>
                    <a:pt x="24" y="33"/>
                    <a:pt x="20" y="45"/>
                  </a:cubicBezTo>
                  <a:cubicBezTo>
                    <a:pt x="18" y="53"/>
                    <a:pt x="16" y="61"/>
                    <a:pt x="13" y="68"/>
                  </a:cubicBezTo>
                  <a:cubicBezTo>
                    <a:pt x="9" y="75"/>
                    <a:pt x="2" y="79"/>
                    <a:pt x="0" y="86"/>
                  </a:cubicBezTo>
                  <a:cubicBezTo>
                    <a:pt x="2" y="78"/>
                    <a:pt x="2" y="70"/>
                    <a:pt x="2" y="61"/>
                  </a:cubicBezTo>
                  <a:cubicBezTo>
                    <a:pt x="3" y="50"/>
                    <a:pt x="7" y="41"/>
                    <a:pt x="9" y="30"/>
                  </a:cubicBezTo>
                  <a:cubicBezTo>
                    <a:pt x="10" y="22"/>
                    <a:pt x="3" y="0"/>
                    <a:pt x="19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599">
              <a:extLst>
                <a:ext uri="{FF2B5EF4-FFF2-40B4-BE49-F238E27FC236}">
                  <a16:creationId xmlns:a16="http://schemas.microsoft.com/office/drawing/2014/main" id="{87EEC8E0-111A-4C4A-BA5A-B2E29F71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140"/>
              <a:ext cx="38" cy="124"/>
            </a:xfrm>
            <a:custGeom>
              <a:avLst/>
              <a:gdLst>
                <a:gd name="T0" fmla="*/ 24 w 37"/>
                <a:gd name="T1" fmla="*/ 1 h 114"/>
                <a:gd name="T2" fmla="*/ 15 w 37"/>
                <a:gd name="T3" fmla="*/ 49 h 114"/>
                <a:gd name="T4" fmla="*/ 36 w 37"/>
                <a:gd name="T5" fmla="*/ 147 h 114"/>
                <a:gd name="T6" fmla="*/ 37 w 37"/>
                <a:gd name="T7" fmla="*/ 98 h 114"/>
                <a:gd name="T8" fmla="*/ 39 w 37"/>
                <a:gd name="T9" fmla="*/ 54 h 114"/>
                <a:gd name="T10" fmla="*/ 29 w 37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14">
                  <a:moveTo>
                    <a:pt x="21" y="1"/>
                  </a:moveTo>
                  <a:cubicBezTo>
                    <a:pt x="0" y="0"/>
                    <a:pt x="11" y="26"/>
                    <a:pt x="15" y="38"/>
                  </a:cubicBezTo>
                  <a:cubicBezTo>
                    <a:pt x="24" y="64"/>
                    <a:pt x="30" y="86"/>
                    <a:pt x="33" y="114"/>
                  </a:cubicBezTo>
                  <a:cubicBezTo>
                    <a:pt x="29" y="104"/>
                    <a:pt x="33" y="86"/>
                    <a:pt x="34" y="76"/>
                  </a:cubicBezTo>
                  <a:cubicBezTo>
                    <a:pt x="35" y="65"/>
                    <a:pt x="37" y="53"/>
                    <a:pt x="36" y="42"/>
                  </a:cubicBezTo>
                  <a:cubicBezTo>
                    <a:pt x="34" y="29"/>
                    <a:pt x="31" y="12"/>
                    <a:pt x="26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600">
              <a:extLst>
                <a:ext uri="{FF2B5EF4-FFF2-40B4-BE49-F238E27FC236}">
                  <a16:creationId xmlns:a16="http://schemas.microsoft.com/office/drawing/2014/main" id="{A66E10A1-2F9A-4EFE-A04C-610A373F0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3074"/>
              <a:ext cx="81" cy="122"/>
            </a:xfrm>
            <a:custGeom>
              <a:avLst/>
              <a:gdLst>
                <a:gd name="T0" fmla="*/ 0 w 79"/>
                <a:gd name="T1" fmla="*/ 0 h 112"/>
                <a:gd name="T2" fmla="*/ 41 w 79"/>
                <a:gd name="T3" fmla="*/ 89 h 112"/>
                <a:gd name="T4" fmla="*/ 85 w 79"/>
                <a:gd name="T5" fmla="*/ 145 h 112"/>
                <a:gd name="T6" fmla="*/ 66 w 79"/>
                <a:gd name="T7" fmla="*/ 99 h 112"/>
                <a:gd name="T8" fmla="*/ 45 w 79"/>
                <a:gd name="T9" fmla="*/ 54 h 112"/>
                <a:gd name="T10" fmla="*/ 5 w 79"/>
                <a:gd name="T11" fmla="*/ 2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12">
                  <a:moveTo>
                    <a:pt x="0" y="0"/>
                  </a:moveTo>
                  <a:cubicBezTo>
                    <a:pt x="19" y="19"/>
                    <a:pt x="30" y="44"/>
                    <a:pt x="38" y="69"/>
                  </a:cubicBezTo>
                  <a:cubicBezTo>
                    <a:pt x="46" y="93"/>
                    <a:pt x="53" y="105"/>
                    <a:pt x="79" y="112"/>
                  </a:cubicBezTo>
                  <a:cubicBezTo>
                    <a:pt x="78" y="101"/>
                    <a:pt x="65" y="87"/>
                    <a:pt x="60" y="77"/>
                  </a:cubicBezTo>
                  <a:cubicBezTo>
                    <a:pt x="53" y="66"/>
                    <a:pt x="49" y="53"/>
                    <a:pt x="42" y="42"/>
                  </a:cubicBezTo>
                  <a:cubicBezTo>
                    <a:pt x="32" y="26"/>
                    <a:pt x="17" y="16"/>
                    <a:pt x="5" y="2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601">
              <a:extLst>
                <a:ext uri="{FF2B5EF4-FFF2-40B4-BE49-F238E27FC236}">
                  <a16:creationId xmlns:a16="http://schemas.microsoft.com/office/drawing/2014/main" id="{5FF75738-624F-486D-BD37-56B48CD4E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993"/>
              <a:ext cx="75" cy="142"/>
            </a:xfrm>
            <a:custGeom>
              <a:avLst/>
              <a:gdLst>
                <a:gd name="T0" fmla="*/ 0 w 73"/>
                <a:gd name="T1" fmla="*/ 0 h 130"/>
                <a:gd name="T2" fmla="*/ 28 w 73"/>
                <a:gd name="T3" fmla="*/ 85 h 130"/>
                <a:gd name="T4" fmla="*/ 42 w 73"/>
                <a:gd name="T5" fmla="*/ 151 h 130"/>
                <a:gd name="T6" fmla="*/ 52 w 73"/>
                <a:gd name="T7" fmla="*/ 169 h 130"/>
                <a:gd name="T8" fmla="*/ 65 w 73"/>
                <a:gd name="T9" fmla="*/ 146 h 130"/>
                <a:gd name="T10" fmla="*/ 71 w 73"/>
                <a:gd name="T11" fmla="*/ 105 h 130"/>
                <a:gd name="T12" fmla="*/ 41 w 73"/>
                <a:gd name="T13" fmla="*/ 60 h 130"/>
                <a:gd name="T14" fmla="*/ 16 w 73"/>
                <a:gd name="T15" fmla="*/ 27 h 130"/>
                <a:gd name="T16" fmla="*/ 3 w 73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30">
                  <a:moveTo>
                    <a:pt x="0" y="0"/>
                  </a:moveTo>
                  <a:cubicBezTo>
                    <a:pt x="0" y="19"/>
                    <a:pt x="19" y="45"/>
                    <a:pt x="25" y="65"/>
                  </a:cubicBezTo>
                  <a:cubicBezTo>
                    <a:pt x="31" y="82"/>
                    <a:pt x="33" y="99"/>
                    <a:pt x="39" y="115"/>
                  </a:cubicBezTo>
                  <a:cubicBezTo>
                    <a:pt x="41" y="120"/>
                    <a:pt x="42" y="130"/>
                    <a:pt x="49" y="130"/>
                  </a:cubicBezTo>
                  <a:cubicBezTo>
                    <a:pt x="57" y="130"/>
                    <a:pt x="56" y="119"/>
                    <a:pt x="59" y="113"/>
                  </a:cubicBezTo>
                  <a:cubicBezTo>
                    <a:pt x="65" y="100"/>
                    <a:pt x="73" y="94"/>
                    <a:pt x="65" y="81"/>
                  </a:cubicBezTo>
                  <a:cubicBezTo>
                    <a:pt x="58" y="69"/>
                    <a:pt x="47" y="56"/>
                    <a:pt x="38" y="46"/>
                  </a:cubicBezTo>
                  <a:cubicBezTo>
                    <a:pt x="30" y="38"/>
                    <a:pt x="23" y="30"/>
                    <a:pt x="16" y="21"/>
                  </a:cubicBezTo>
                  <a:cubicBezTo>
                    <a:pt x="10" y="14"/>
                    <a:pt x="7" y="7"/>
                    <a:pt x="3" y="0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602">
              <a:extLst>
                <a:ext uri="{FF2B5EF4-FFF2-40B4-BE49-F238E27FC236}">
                  <a16:creationId xmlns:a16="http://schemas.microsoft.com/office/drawing/2014/main" id="{A94391DE-9AB8-4EF8-8C2D-FA03BB1DA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937"/>
              <a:ext cx="1067" cy="234"/>
            </a:xfrm>
            <a:custGeom>
              <a:avLst/>
              <a:gdLst>
                <a:gd name="T0" fmla="*/ 0 w 1045"/>
                <a:gd name="T1" fmla="*/ 0 h 214"/>
                <a:gd name="T2" fmla="*/ 53 w 1045"/>
                <a:gd name="T3" fmla="*/ 56 h 214"/>
                <a:gd name="T4" fmla="*/ 100 w 1045"/>
                <a:gd name="T5" fmla="*/ 97 h 214"/>
                <a:gd name="T6" fmla="*/ 208 w 1045"/>
                <a:gd name="T7" fmla="*/ 151 h 214"/>
                <a:gd name="T8" fmla="*/ 466 w 1045"/>
                <a:gd name="T9" fmla="*/ 244 h 214"/>
                <a:gd name="T10" fmla="*/ 775 w 1045"/>
                <a:gd name="T11" fmla="*/ 196 h 214"/>
                <a:gd name="T12" fmla="*/ 925 w 1045"/>
                <a:gd name="T13" fmla="*/ 150 h 214"/>
                <a:gd name="T14" fmla="*/ 1034 w 1045"/>
                <a:gd name="T15" fmla="*/ 68 h 214"/>
                <a:gd name="T16" fmla="*/ 1112 w 1045"/>
                <a:gd name="T17" fmla="*/ 36 h 214"/>
                <a:gd name="T18" fmla="*/ 1027 w 1045"/>
                <a:gd name="T19" fmla="*/ 101 h 214"/>
                <a:gd name="T20" fmla="*/ 928 w 1045"/>
                <a:gd name="T21" fmla="*/ 184 h 214"/>
                <a:gd name="T22" fmla="*/ 828 w 1045"/>
                <a:gd name="T23" fmla="*/ 199 h 214"/>
                <a:gd name="T24" fmla="*/ 731 w 1045"/>
                <a:gd name="T25" fmla="*/ 238 h 214"/>
                <a:gd name="T26" fmla="*/ 565 w 1045"/>
                <a:gd name="T27" fmla="*/ 280 h 214"/>
                <a:gd name="T28" fmla="*/ 493 w 1045"/>
                <a:gd name="T29" fmla="*/ 270 h 214"/>
                <a:gd name="T30" fmla="*/ 387 w 1045"/>
                <a:gd name="T31" fmla="*/ 270 h 214"/>
                <a:gd name="T32" fmla="*/ 319 w 1045"/>
                <a:gd name="T33" fmla="*/ 244 h 214"/>
                <a:gd name="T34" fmla="*/ 168 w 1045"/>
                <a:gd name="T35" fmla="*/ 157 h 214"/>
                <a:gd name="T36" fmla="*/ 76 w 1045"/>
                <a:gd name="T37" fmla="*/ 93 h 214"/>
                <a:gd name="T38" fmla="*/ 47 w 1045"/>
                <a:gd name="T39" fmla="*/ 51 h 214"/>
                <a:gd name="T40" fmla="*/ 10 w 1045"/>
                <a:gd name="T41" fmla="*/ 5 h 2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5" h="214">
                  <a:moveTo>
                    <a:pt x="0" y="0"/>
                  </a:moveTo>
                  <a:cubicBezTo>
                    <a:pt x="18" y="12"/>
                    <a:pt x="34" y="31"/>
                    <a:pt x="50" y="43"/>
                  </a:cubicBezTo>
                  <a:cubicBezTo>
                    <a:pt x="64" y="55"/>
                    <a:pt x="77" y="65"/>
                    <a:pt x="94" y="74"/>
                  </a:cubicBezTo>
                  <a:cubicBezTo>
                    <a:pt x="127" y="95"/>
                    <a:pt x="155" y="106"/>
                    <a:pt x="196" y="115"/>
                  </a:cubicBezTo>
                  <a:cubicBezTo>
                    <a:pt x="280" y="135"/>
                    <a:pt x="353" y="177"/>
                    <a:pt x="438" y="187"/>
                  </a:cubicBezTo>
                  <a:cubicBezTo>
                    <a:pt x="541" y="198"/>
                    <a:pt x="634" y="191"/>
                    <a:pt x="728" y="150"/>
                  </a:cubicBezTo>
                  <a:cubicBezTo>
                    <a:pt x="774" y="130"/>
                    <a:pt x="821" y="123"/>
                    <a:pt x="869" y="114"/>
                  </a:cubicBezTo>
                  <a:cubicBezTo>
                    <a:pt x="911" y="105"/>
                    <a:pt x="937" y="77"/>
                    <a:pt x="972" y="52"/>
                  </a:cubicBezTo>
                  <a:cubicBezTo>
                    <a:pt x="995" y="35"/>
                    <a:pt x="1021" y="38"/>
                    <a:pt x="1045" y="27"/>
                  </a:cubicBezTo>
                  <a:cubicBezTo>
                    <a:pt x="1022" y="47"/>
                    <a:pt x="990" y="61"/>
                    <a:pt x="965" y="77"/>
                  </a:cubicBezTo>
                  <a:cubicBezTo>
                    <a:pt x="933" y="98"/>
                    <a:pt x="907" y="127"/>
                    <a:pt x="872" y="141"/>
                  </a:cubicBezTo>
                  <a:cubicBezTo>
                    <a:pt x="844" y="152"/>
                    <a:pt x="809" y="149"/>
                    <a:pt x="778" y="152"/>
                  </a:cubicBezTo>
                  <a:cubicBezTo>
                    <a:pt x="746" y="155"/>
                    <a:pt x="717" y="170"/>
                    <a:pt x="687" y="182"/>
                  </a:cubicBezTo>
                  <a:cubicBezTo>
                    <a:pt x="641" y="201"/>
                    <a:pt x="581" y="214"/>
                    <a:pt x="531" y="214"/>
                  </a:cubicBezTo>
                  <a:cubicBezTo>
                    <a:pt x="508" y="214"/>
                    <a:pt x="486" y="208"/>
                    <a:pt x="463" y="207"/>
                  </a:cubicBezTo>
                  <a:cubicBezTo>
                    <a:pt x="429" y="205"/>
                    <a:pt x="396" y="209"/>
                    <a:pt x="363" y="207"/>
                  </a:cubicBezTo>
                  <a:cubicBezTo>
                    <a:pt x="338" y="205"/>
                    <a:pt x="321" y="198"/>
                    <a:pt x="300" y="187"/>
                  </a:cubicBezTo>
                  <a:cubicBezTo>
                    <a:pt x="270" y="172"/>
                    <a:pt x="160" y="120"/>
                    <a:pt x="159" y="121"/>
                  </a:cubicBezTo>
                  <a:cubicBezTo>
                    <a:pt x="130" y="113"/>
                    <a:pt x="93" y="91"/>
                    <a:pt x="71" y="71"/>
                  </a:cubicBezTo>
                  <a:cubicBezTo>
                    <a:pt x="60" y="61"/>
                    <a:pt x="54" y="49"/>
                    <a:pt x="44" y="39"/>
                  </a:cubicBezTo>
                  <a:cubicBezTo>
                    <a:pt x="33" y="28"/>
                    <a:pt x="16" y="21"/>
                    <a:pt x="10" y="5"/>
                  </a:cubicBezTo>
                </a:path>
              </a:pathLst>
            </a:custGeom>
            <a:solidFill>
              <a:srgbClr val="C1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603">
              <a:extLst>
                <a:ext uri="{FF2B5EF4-FFF2-40B4-BE49-F238E27FC236}">
                  <a16:creationId xmlns:a16="http://schemas.microsoft.com/office/drawing/2014/main" id="{7367430B-FA9F-4F94-AA27-2ECA26E9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929"/>
              <a:ext cx="1074" cy="219"/>
            </a:xfrm>
            <a:custGeom>
              <a:avLst/>
              <a:gdLst>
                <a:gd name="T0" fmla="*/ 0 w 1052"/>
                <a:gd name="T1" fmla="*/ 0 h 201"/>
                <a:gd name="T2" fmla="*/ 46 w 1052"/>
                <a:gd name="T3" fmla="*/ 52 h 201"/>
                <a:gd name="T4" fmla="*/ 106 w 1052"/>
                <a:gd name="T5" fmla="*/ 121 h 201"/>
                <a:gd name="T6" fmla="*/ 163 w 1052"/>
                <a:gd name="T7" fmla="*/ 145 h 201"/>
                <a:gd name="T8" fmla="*/ 279 w 1052"/>
                <a:gd name="T9" fmla="*/ 171 h 201"/>
                <a:gd name="T10" fmla="*/ 453 w 1052"/>
                <a:gd name="T11" fmla="*/ 250 h 201"/>
                <a:gd name="T12" fmla="*/ 588 w 1052"/>
                <a:gd name="T13" fmla="*/ 248 h 201"/>
                <a:gd name="T14" fmla="*/ 740 w 1052"/>
                <a:gd name="T15" fmla="*/ 202 h 201"/>
                <a:gd name="T16" fmla="*/ 835 w 1052"/>
                <a:gd name="T17" fmla="*/ 169 h 201"/>
                <a:gd name="T18" fmla="*/ 971 w 1052"/>
                <a:gd name="T19" fmla="*/ 123 h 201"/>
                <a:gd name="T20" fmla="*/ 1052 w 1052"/>
                <a:gd name="T21" fmla="*/ 54 h 201"/>
                <a:gd name="T22" fmla="*/ 1119 w 1052"/>
                <a:gd name="T23" fmla="*/ 19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2" h="201">
                  <a:moveTo>
                    <a:pt x="0" y="0"/>
                  </a:moveTo>
                  <a:cubicBezTo>
                    <a:pt x="0" y="0"/>
                    <a:pt x="21" y="30"/>
                    <a:pt x="43" y="40"/>
                  </a:cubicBezTo>
                  <a:cubicBezTo>
                    <a:pt x="66" y="50"/>
                    <a:pt x="80" y="81"/>
                    <a:pt x="100" y="94"/>
                  </a:cubicBezTo>
                  <a:cubicBezTo>
                    <a:pt x="120" y="106"/>
                    <a:pt x="114" y="102"/>
                    <a:pt x="154" y="112"/>
                  </a:cubicBezTo>
                  <a:cubicBezTo>
                    <a:pt x="194" y="122"/>
                    <a:pt x="231" y="122"/>
                    <a:pt x="262" y="132"/>
                  </a:cubicBezTo>
                  <a:cubicBezTo>
                    <a:pt x="293" y="142"/>
                    <a:pt x="360" y="184"/>
                    <a:pt x="426" y="193"/>
                  </a:cubicBezTo>
                  <a:cubicBezTo>
                    <a:pt x="491" y="201"/>
                    <a:pt x="511" y="182"/>
                    <a:pt x="552" y="192"/>
                  </a:cubicBezTo>
                  <a:cubicBezTo>
                    <a:pt x="593" y="201"/>
                    <a:pt x="668" y="174"/>
                    <a:pt x="695" y="156"/>
                  </a:cubicBezTo>
                  <a:cubicBezTo>
                    <a:pt x="722" y="138"/>
                    <a:pt x="749" y="139"/>
                    <a:pt x="785" y="130"/>
                  </a:cubicBezTo>
                  <a:cubicBezTo>
                    <a:pt x="820" y="122"/>
                    <a:pt x="879" y="121"/>
                    <a:pt x="913" y="95"/>
                  </a:cubicBezTo>
                  <a:cubicBezTo>
                    <a:pt x="947" y="69"/>
                    <a:pt x="954" y="51"/>
                    <a:pt x="988" y="42"/>
                  </a:cubicBezTo>
                  <a:cubicBezTo>
                    <a:pt x="1022" y="34"/>
                    <a:pt x="1038" y="38"/>
                    <a:pt x="1052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604">
              <a:extLst>
                <a:ext uri="{FF2B5EF4-FFF2-40B4-BE49-F238E27FC236}">
                  <a16:creationId xmlns:a16="http://schemas.microsoft.com/office/drawing/2014/main" id="{0B3B67B0-09A4-4B01-A8CD-845D3296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381"/>
              <a:ext cx="903" cy="588"/>
            </a:xfrm>
            <a:custGeom>
              <a:avLst/>
              <a:gdLst>
                <a:gd name="T0" fmla="*/ 466 w 885"/>
                <a:gd name="T1" fmla="*/ 2 h 540"/>
                <a:gd name="T2" fmla="*/ 320 w 885"/>
                <a:gd name="T3" fmla="*/ 103 h 540"/>
                <a:gd name="T4" fmla="*/ 41 w 885"/>
                <a:gd name="T5" fmla="*/ 384 h 540"/>
                <a:gd name="T6" fmla="*/ 7 w 885"/>
                <a:gd name="T7" fmla="*/ 476 h 540"/>
                <a:gd name="T8" fmla="*/ 92 w 885"/>
                <a:gd name="T9" fmla="*/ 629 h 540"/>
                <a:gd name="T10" fmla="*/ 271 w 885"/>
                <a:gd name="T11" fmla="*/ 664 h 540"/>
                <a:gd name="T12" fmla="*/ 492 w 885"/>
                <a:gd name="T13" fmla="*/ 683 h 540"/>
                <a:gd name="T14" fmla="*/ 674 w 885"/>
                <a:gd name="T15" fmla="*/ 636 h 540"/>
                <a:gd name="T16" fmla="*/ 894 w 885"/>
                <a:gd name="T17" fmla="*/ 562 h 540"/>
                <a:gd name="T18" fmla="*/ 940 w 885"/>
                <a:gd name="T19" fmla="*/ 331 h 540"/>
                <a:gd name="T20" fmla="*/ 863 w 885"/>
                <a:gd name="T21" fmla="*/ 289 h 540"/>
                <a:gd name="T22" fmla="*/ 609 w 885"/>
                <a:gd name="T23" fmla="*/ 81 h 540"/>
                <a:gd name="T24" fmla="*/ 466 w 885"/>
                <a:gd name="T25" fmla="*/ 2 h 5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5" h="540">
                  <a:moveTo>
                    <a:pt x="439" y="2"/>
                  </a:moveTo>
                  <a:cubicBezTo>
                    <a:pt x="402" y="3"/>
                    <a:pt x="355" y="51"/>
                    <a:pt x="302" y="80"/>
                  </a:cubicBezTo>
                  <a:cubicBezTo>
                    <a:pt x="249" y="110"/>
                    <a:pt x="66" y="267"/>
                    <a:pt x="38" y="298"/>
                  </a:cubicBezTo>
                  <a:cubicBezTo>
                    <a:pt x="11" y="329"/>
                    <a:pt x="0" y="351"/>
                    <a:pt x="7" y="368"/>
                  </a:cubicBezTo>
                  <a:cubicBezTo>
                    <a:pt x="15" y="384"/>
                    <a:pt x="22" y="454"/>
                    <a:pt x="86" y="488"/>
                  </a:cubicBezTo>
                  <a:cubicBezTo>
                    <a:pt x="86" y="488"/>
                    <a:pt x="208" y="505"/>
                    <a:pt x="256" y="514"/>
                  </a:cubicBezTo>
                  <a:cubicBezTo>
                    <a:pt x="304" y="523"/>
                    <a:pt x="408" y="540"/>
                    <a:pt x="463" y="529"/>
                  </a:cubicBezTo>
                  <a:cubicBezTo>
                    <a:pt x="518" y="518"/>
                    <a:pt x="595" y="494"/>
                    <a:pt x="635" y="492"/>
                  </a:cubicBezTo>
                  <a:cubicBezTo>
                    <a:pt x="675" y="490"/>
                    <a:pt x="809" y="459"/>
                    <a:pt x="842" y="435"/>
                  </a:cubicBezTo>
                  <a:cubicBezTo>
                    <a:pt x="874" y="411"/>
                    <a:pt x="885" y="256"/>
                    <a:pt x="885" y="256"/>
                  </a:cubicBezTo>
                  <a:cubicBezTo>
                    <a:pt x="885" y="256"/>
                    <a:pt x="836" y="236"/>
                    <a:pt x="812" y="223"/>
                  </a:cubicBezTo>
                  <a:cubicBezTo>
                    <a:pt x="788" y="210"/>
                    <a:pt x="620" y="95"/>
                    <a:pt x="573" y="62"/>
                  </a:cubicBezTo>
                  <a:cubicBezTo>
                    <a:pt x="525" y="29"/>
                    <a:pt x="494" y="0"/>
                    <a:pt x="439" y="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605">
              <a:extLst>
                <a:ext uri="{FF2B5EF4-FFF2-40B4-BE49-F238E27FC236}">
                  <a16:creationId xmlns:a16="http://schemas.microsoft.com/office/drawing/2014/main" id="{5DC880A0-2E52-44ED-92C9-EE11884D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399"/>
              <a:ext cx="345" cy="375"/>
            </a:xfrm>
            <a:custGeom>
              <a:avLst/>
              <a:gdLst>
                <a:gd name="T0" fmla="*/ 300 w 338"/>
                <a:gd name="T1" fmla="*/ 21 h 344"/>
                <a:gd name="T2" fmla="*/ 352 w 338"/>
                <a:gd name="T3" fmla="*/ 84 h 344"/>
                <a:gd name="T4" fmla="*/ 0 w 338"/>
                <a:gd name="T5" fmla="*/ 445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8" h="344">
                  <a:moveTo>
                    <a:pt x="282" y="16"/>
                  </a:moveTo>
                  <a:cubicBezTo>
                    <a:pt x="282" y="16"/>
                    <a:pt x="338" y="0"/>
                    <a:pt x="331" y="65"/>
                  </a:cubicBezTo>
                  <a:cubicBezTo>
                    <a:pt x="324" y="131"/>
                    <a:pt x="266" y="344"/>
                    <a:pt x="0" y="3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606">
              <a:extLst>
                <a:ext uri="{FF2B5EF4-FFF2-40B4-BE49-F238E27FC236}">
                  <a16:creationId xmlns:a16="http://schemas.microsoft.com/office/drawing/2014/main" id="{64A8B8E1-6F71-48BD-BFCA-9A2A00A3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532"/>
              <a:ext cx="170" cy="224"/>
            </a:xfrm>
            <a:custGeom>
              <a:avLst/>
              <a:gdLst>
                <a:gd name="T0" fmla="*/ 4 w 166"/>
                <a:gd name="T1" fmla="*/ 0 h 205"/>
                <a:gd name="T2" fmla="*/ 178 w 166"/>
                <a:gd name="T3" fmla="*/ 268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6" h="205">
                  <a:moveTo>
                    <a:pt x="4" y="0"/>
                  </a:moveTo>
                  <a:cubicBezTo>
                    <a:pt x="4" y="0"/>
                    <a:pt x="0" y="172"/>
                    <a:pt x="166" y="20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607">
              <a:extLst>
                <a:ext uri="{FF2B5EF4-FFF2-40B4-BE49-F238E27FC236}">
                  <a16:creationId xmlns:a16="http://schemas.microsoft.com/office/drawing/2014/main" id="{0982C967-444A-4D5B-8C4D-4F26D196B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673"/>
              <a:ext cx="34" cy="99"/>
            </a:xfrm>
            <a:custGeom>
              <a:avLst/>
              <a:gdLst>
                <a:gd name="T0" fmla="*/ 36 w 33"/>
                <a:gd name="T1" fmla="*/ 117 h 91"/>
                <a:gd name="T2" fmla="*/ 25 w 33"/>
                <a:gd name="T3" fmla="*/ 60 h 91"/>
                <a:gd name="T4" fmla="*/ 0 w 33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1">
                  <a:moveTo>
                    <a:pt x="33" y="91"/>
                  </a:moveTo>
                  <a:cubicBezTo>
                    <a:pt x="27" y="77"/>
                    <a:pt x="26" y="62"/>
                    <a:pt x="22" y="47"/>
                  </a:cubicBezTo>
                  <a:cubicBezTo>
                    <a:pt x="16" y="30"/>
                    <a:pt x="10" y="1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608">
              <a:extLst>
                <a:ext uri="{FF2B5EF4-FFF2-40B4-BE49-F238E27FC236}">
                  <a16:creationId xmlns:a16="http://schemas.microsoft.com/office/drawing/2014/main" id="{574C7D87-CB9B-4F68-A455-810EFCA2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907"/>
              <a:ext cx="107" cy="8"/>
            </a:xfrm>
            <a:custGeom>
              <a:avLst/>
              <a:gdLst>
                <a:gd name="T0" fmla="*/ 111 w 105"/>
                <a:gd name="T1" fmla="*/ 10 h 7"/>
                <a:gd name="T2" fmla="*/ 62 w 105"/>
                <a:gd name="T3" fmla="*/ 2 h 7"/>
                <a:gd name="T4" fmla="*/ 0 w 105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">
                  <a:moveTo>
                    <a:pt x="105" y="7"/>
                  </a:moveTo>
                  <a:cubicBezTo>
                    <a:pt x="91" y="7"/>
                    <a:pt x="74" y="4"/>
                    <a:pt x="59" y="2"/>
                  </a:cubicBezTo>
                  <a:cubicBezTo>
                    <a:pt x="39" y="0"/>
                    <a:pt x="20" y="1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609">
              <a:extLst>
                <a:ext uri="{FF2B5EF4-FFF2-40B4-BE49-F238E27FC236}">
                  <a16:creationId xmlns:a16="http://schemas.microsoft.com/office/drawing/2014/main" id="{DA934735-EC61-4760-8802-FBC40B45E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661"/>
              <a:ext cx="70" cy="23"/>
            </a:xfrm>
            <a:custGeom>
              <a:avLst/>
              <a:gdLst>
                <a:gd name="T0" fmla="*/ 72 w 69"/>
                <a:gd name="T1" fmla="*/ 24 h 21"/>
                <a:gd name="T2" fmla="*/ 33 w 69"/>
                <a:gd name="T3" fmla="*/ 15 h 21"/>
                <a:gd name="T4" fmla="*/ 0 w 6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1">
                  <a:moveTo>
                    <a:pt x="69" y="18"/>
                  </a:moveTo>
                  <a:cubicBezTo>
                    <a:pt x="57" y="21"/>
                    <a:pt x="44" y="16"/>
                    <a:pt x="33" y="12"/>
                  </a:cubicBezTo>
                  <a:cubicBezTo>
                    <a:pt x="25" y="8"/>
                    <a:pt x="7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610">
              <a:extLst>
                <a:ext uri="{FF2B5EF4-FFF2-40B4-BE49-F238E27FC236}">
                  <a16:creationId xmlns:a16="http://schemas.microsoft.com/office/drawing/2014/main" id="{F1C32EC4-4983-4DA4-9E93-71665F5AC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842"/>
              <a:ext cx="72" cy="13"/>
            </a:xfrm>
            <a:custGeom>
              <a:avLst/>
              <a:gdLst>
                <a:gd name="T0" fmla="*/ 0 w 71"/>
                <a:gd name="T1" fmla="*/ 15 h 12"/>
                <a:gd name="T2" fmla="*/ 27 w 71"/>
                <a:gd name="T3" fmla="*/ 1 h 12"/>
                <a:gd name="T4" fmla="*/ 74 w 7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2">
                  <a:moveTo>
                    <a:pt x="0" y="12"/>
                  </a:moveTo>
                  <a:cubicBezTo>
                    <a:pt x="3" y="2"/>
                    <a:pt x="18" y="0"/>
                    <a:pt x="27" y="1"/>
                  </a:cubicBezTo>
                  <a:cubicBezTo>
                    <a:pt x="39" y="2"/>
                    <a:pt x="63" y="6"/>
                    <a:pt x="71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611">
              <a:extLst>
                <a:ext uri="{FF2B5EF4-FFF2-40B4-BE49-F238E27FC236}">
                  <a16:creationId xmlns:a16="http://schemas.microsoft.com/office/drawing/2014/main" id="{ADFC65CA-2D77-4FB4-A8B0-59F9A52F5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855"/>
              <a:ext cx="22" cy="47"/>
            </a:xfrm>
            <a:custGeom>
              <a:avLst/>
              <a:gdLst>
                <a:gd name="T0" fmla="*/ 0 w 22"/>
                <a:gd name="T1" fmla="*/ 0 h 43"/>
                <a:gd name="T2" fmla="*/ 3 w 22"/>
                <a:gd name="T3" fmla="*/ 23 h 43"/>
                <a:gd name="T4" fmla="*/ 22 w 22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0" y="6"/>
                    <a:pt x="0" y="11"/>
                    <a:pt x="3" y="17"/>
                  </a:cubicBezTo>
                  <a:cubicBezTo>
                    <a:pt x="8" y="26"/>
                    <a:pt x="22" y="33"/>
                    <a:pt x="22" y="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612">
              <a:extLst>
                <a:ext uri="{FF2B5EF4-FFF2-40B4-BE49-F238E27FC236}">
                  <a16:creationId xmlns:a16="http://schemas.microsoft.com/office/drawing/2014/main" id="{94CB6B2A-7432-42BD-9647-400BB578A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582"/>
              <a:ext cx="54" cy="80"/>
            </a:xfrm>
            <a:custGeom>
              <a:avLst/>
              <a:gdLst>
                <a:gd name="T0" fmla="*/ 49 w 52"/>
                <a:gd name="T1" fmla="*/ 96 h 73"/>
                <a:gd name="T2" fmla="*/ 0 w 52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3">
                  <a:moveTo>
                    <a:pt x="43" y="73"/>
                  </a:moveTo>
                  <a:cubicBezTo>
                    <a:pt x="52" y="38"/>
                    <a:pt x="27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613">
              <a:extLst>
                <a:ext uri="{FF2B5EF4-FFF2-40B4-BE49-F238E27FC236}">
                  <a16:creationId xmlns:a16="http://schemas.microsoft.com/office/drawing/2014/main" id="{F05B7593-CDCD-46E2-8D26-9D837EDBF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931"/>
              <a:ext cx="188" cy="35"/>
            </a:xfrm>
            <a:custGeom>
              <a:avLst/>
              <a:gdLst>
                <a:gd name="T0" fmla="*/ 0 w 184"/>
                <a:gd name="T1" fmla="*/ 13 h 32"/>
                <a:gd name="T2" fmla="*/ 93 w 184"/>
                <a:gd name="T3" fmla="*/ 12 h 32"/>
                <a:gd name="T4" fmla="*/ 148 w 184"/>
                <a:gd name="T5" fmla="*/ 30 h 32"/>
                <a:gd name="T6" fmla="*/ 196 w 184"/>
                <a:gd name="T7" fmla="*/ 3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2">
                  <a:moveTo>
                    <a:pt x="0" y="10"/>
                  </a:moveTo>
                  <a:cubicBezTo>
                    <a:pt x="30" y="11"/>
                    <a:pt x="57" y="0"/>
                    <a:pt x="87" y="9"/>
                  </a:cubicBezTo>
                  <a:cubicBezTo>
                    <a:pt x="105" y="13"/>
                    <a:pt x="122" y="18"/>
                    <a:pt x="139" y="23"/>
                  </a:cubicBezTo>
                  <a:cubicBezTo>
                    <a:pt x="148" y="26"/>
                    <a:pt x="180" y="32"/>
                    <a:pt x="184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614">
              <a:extLst>
                <a:ext uri="{FF2B5EF4-FFF2-40B4-BE49-F238E27FC236}">
                  <a16:creationId xmlns:a16="http://schemas.microsoft.com/office/drawing/2014/main" id="{3D8FFCAE-E5C1-490B-B7AF-762982AE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066"/>
              <a:ext cx="92" cy="133"/>
            </a:xfrm>
            <a:custGeom>
              <a:avLst/>
              <a:gdLst>
                <a:gd name="T0" fmla="*/ 0 w 90"/>
                <a:gd name="T1" fmla="*/ 0 h 122"/>
                <a:gd name="T2" fmla="*/ 96 w 90"/>
                <a:gd name="T3" fmla="*/ 158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22">
                  <a:moveTo>
                    <a:pt x="0" y="0"/>
                  </a:moveTo>
                  <a:cubicBezTo>
                    <a:pt x="41" y="28"/>
                    <a:pt x="79" y="75"/>
                    <a:pt x="90" y="1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615">
              <a:extLst>
                <a:ext uri="{FF2B5EF4-FFF2-40B4-BE49-F238E27FC236}">
                  <a16:creationId xmlns:a16="http://schemas.microsoft.com/office/drawing/2014/main" id="{66D4E27A-A5D6-4454-82D4-DC04261D5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3068"/>
              <a:ext cx="43" cy="112"/>
            </a:xfrm>
            <a:custGeom>
              <a:avLst/>
              <a:gdLst>
                <a:gd name="T0" fmla="*/ 0 w 42"/>
                <a:gd name="T1" fmla="*/ 0 h 103"/>
                <a:gd name="T2" fmla="*/ 45 w 42"/>
                <a:gd name="T3" fmla="*/ 133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03">
                  <a:moveTo>
                    <a:pt x="0" y="0"/>
                  </a:moveTo>
                  <a:cubicBezTo>
                    <a:pt x="17" y="35"/>
                    <a:pt x="42" y="60"/>
                    <a:pt x="42" y="10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616">
              <a:extLst>
                <a:ext uri="{FF2B5EF4-FFF2-40B4-BE49-F238E27FC236}">
                  <a16:creationId xmlns:a16="http://schemas.microsoft.com/office/drawing/2014/main" id="{6E6304CA-2547-4841-B127-D73234DE4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990"/>
              <a:ext cx="37" cy="137"/>
            </a:xfrm>
            <a:custGeom>
              <a:avLst/>
              <a:gdLst>
                <a:gd name="T0" fmla="*/ 2 w 36"/>
                <a:gd name="T1" fmla="*/ 0 h 126"/>
                <a:gd name="T2" fmla="*/ 26 w 36"/>
                <a:gd name="T3" fmla="*/ 77 h 126"/>
                <a:gd name="T4" fmla="*/ 39 w 36"/>
                <a:gd name="T5" fmla="*/ 162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26">
                  <a:moveTo>
                    <a:pt x="2" y="0"/>
                  </a:moveTo>
                  <a:cubicBezTo>
                    <a:pt x="0" y="18"/>
                    <a:pt x="17" y="43"/>
                    <a:pt x="23" y="60"/>
                  </a:cubicBezTo>
                  <a:cubicBezTo>
                    <a:pt x="30" y="82"/>
                    <a:pt x="34" y="104"/>
                    <a:pt x="36" y="1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617">
              <a:extLst>
                <a:ext uri="{FF2B5EF4-FFF2-40B4-BE49-F238E27FC236}">
                  <a16:creationId xmlns:a16="http://schemas.microsoft.com/office/drawing/2014/main" id="{BFF019C8-F8C2-4822-BF29-CF70CF23D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982"/>
              <a:ext cx="79" cy="77"/>
            </a:xfrm>
            <a:custGeom>
              <a:avLst/>
              <a:gdLst>
                <a:gd name="T0" fmla="*/ 0 w 77"/>
                <a:gd name="T1" fmla="*/ 0 h 71"/>
                <a:gd name="T2" fmla="*/ 83 w 77"/>
                <a:gd name="T3" fmla="*/ 91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71">
                  <a:moveTo>
                    <a:pt x="0" y="0"/>
                  </a:moveTo>
                  <a:cubicBezTo>
                    <a:pt x="9" y="33"/>
                    <a:pt x="60" y="43"/>
                    <a:pt x="77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618">
              <a:extLst>
                <a:ext uri="{FF2B5EF4-FFF2-40B4-BE49-F238E27FC236}">
                  <a16:creationId xmlns:a16="http://schemas.microsoft.com/office/drawing/2014/main" id="{D786D54B-769C-4F7F-B06F-9AC7DC68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139"/>
              <a:ext cx="35" cy="104"/>
            </a:xfrm>
            <a:custGeom>
              <a:avLst/>
              <a:gdLst>
                <a:gd name="T0" fmla="*/ 11 w 34"/>
                <a:gd name="T1" fmla="*/ 0 h 96"/>
                <a:gd name="T2" fmla="*/ 37 w 34"/>
                <a:gd name="T3" fmla="*/ 122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6">
                  <a:moveTo>
                    <a:pt x="11" y="0"/>
                  </a:moveTo>
                  <a:cubicBezTo>
                    <a:pt x="0" y="24"/>
                    <a:pt x="29" y="71"/>
                    <a:pt x="34" y="9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619">
              <a:extLst>
                <a:ext uri="{FF2B5EF4-FFF2-40B4-BE49-F238E27FC236}">
                  <a16:creationId xmlns:a16="http://schemas.microsoft.com/office/drawing/2014/main" id="{F0A27766-B055-4341-A3A3-10DA0E8F3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3050"/>
              <a:ext cx="81" cy="117"/>
            </a:xfrm>
            <a:custGeom>
              <a:avLst/>
              <a:gdLst>
                <a:gd name="T0" fmla="*/ 79 w 79"/>
                <a:gd name="T1" fmla="*/ 0 h 108"/>
                <a:gd name="T2" fmla="*/ 52 w 79"/>
                <a:gd name="T3" fmla="*/ 54 h 108"/>
                <a:gd name="T4" fmla="*/ 0 w 79"/>
                <a:gd name="T5" fmla="*/ 13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08">
                  <a:moveTo>
                    <a:pt x="73" y="0"/>
                  </a:moveTo>
                  <a:cubicBezTo>
                    <a:pt x="79" y="15"/>
                    <a:pt x="58" y="32"/>
                    <a:pt x="49" y="42"/>
                  </a:cubicBezTo>
                  <a:cubicBezTo>
                    <a:pt x="30" y="62"/>
                    <a:pt x="7" y="81"/>
                    <a:pt x="0" y="10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620">
              <a:extLst>
                <a:ext uri="{FF2B5EF4-FFF2-40B4-BE49-F238E27FC236}">
                  <a16:creationId xmlns:a16="http://schemas.microsoft.com/office/drawing/2014/main" id="{059E9B42-CA9B-4F9A-BFC8-E6AC5A47D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066"/>
              <a:ext cx="24" cy="100"/>
            </a:xfrm>
            <a:custGeom>
              <a:avLst/>
              <a:gdLst>
                <a:gd name="T0" fmla="*/ 19 w 24"/>
                <a:gd name="T1" fmla="*/ 0 h 92"/>
                <a:gd name="T2" fmla="*/ 20 w 24"/>
                <a:gd name="T3" fmla="*/ 54 h 92"/>
                <a:gd name="T4" fmla="*/ 0 w 24"/>
                <a:gd name="T5" fmla="*/ 11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2">
                  <a:moveTo>
                    <a:pt x="19" y="0"/>
                  </a:moveTo>
                  <a:cubicBezTo>
                    <a:pt x="15" y="13"/>
                    <a:pt x="24" y="28"/>
                    <a:pt x="20" y="42"/>
                  </a:cubicBezTo>
                  <a:cubicBezTo>
                    <a:pt x="16" y="60"/>
                    <a:pt x="3" y="74"/>
                    <a:pt x="0" y="9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621">
              <a:extLst>
                <a:ext uri="{FF2B5EF4-FFF2-40B4-BE49-F238E27FC236}">
                  <a16:creationId xmlns:a16="http://schemas.microsoft.com/office/drawing/2014/main" id="{6006C63B-D6BD-478C-BA2A-1A5EAAF4D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131"/>
              <a:ext cx="44" cy="131"/>
            </a:xfrm>
            <a:custGeom>
              <a:avLst/>
              <a:gdLst>
                <a:gd name="T0" fmla="*/ 46 w 43"/>
                <a:gd name="T1" fmla="*/ 0 h 120"/>
                <a:gd name="T2" fmla="*/ 0 w 43"/>
                <a:gd name="T3" fmla="*/ 156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0">
                  <a:moveTo>
                    <a:pt x="43" y="0"/>
                  </a:moveTo>
                  <a:cubicBezTo>
                    <a:pt x="16" y="22"/>
                    <a:pt x="3" y="86"/>
                    <a:pt x="0" y="1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622">
              <a:extLst>
                <a:ext uri="{FF2B5EF4-FFF2-40B4-BE49-F238E27FC236}">
                  <a16:creationId xmlns:a16="http://schemas.microsoft.com/office/drawing/2014/main" id="{64117C9D-2334-498A-80C3-8A01E4D16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3133"/>
              <a:ext cx="22" cy="101"/>
            </a:xfrm>
            <a:custGeom>
              <a:avLst/>
              <a:gdLst>
                <a:gd name="T0" fmla="*/ 0 w 22"/>
                <a:gd name="T1" fmla="*/ 0 h 92"/>
                <a:gd name="T2" fmla="*/ 21 w 22"/>
                <a:gd name="T3" fmla="*/ 122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2">
                  <a:moveTo>
                    <a:pt x="0" y="0"/>
                  </a:moveTo>
                  <a:cubicBezTo>
                    <a:pt x="18" y="22"/>
                    <a:pt x="22" y="69"/>
                    <a:pt x="21" y="9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623">
              <a:extLst>
                <a:ext uri="{FF2B5EF4-FFF2-40B4-BE49-F238E27FC236}">
                  <a16:creationId xmlns:a16="http://schemas.microsoft.com/office/drawing/2014/main" id="{AAF97700-4669-4018-B006-45D4904D5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695"/>
              <a:ext cx="75" cy="204"/>
            </a:xfrm>
            <a:custGeom>
              <a:avLst/>
              <a:gdLst>
                <a:gd name="T0" fmla="*/ 46 w 74"/>
                <a:gd name="T1" fmla="*/ 0 h 188"/>
                <a:gd name="T2" fmla="*/ 4 w 74"/>
                <a:gd name="T3" fmla="*/ 125 h 188"/>
                <a:gd name="T4" fmla="*/ 45 w 74"/>
                <a:gd name="T5" fmla="*/ 237 h 188"/>
                <a:gd name="T6" fmla="*/ 60 w 74"/>
                <a:gd name="T7" fmla="*/ 123 h 188"/>
                <a:gd name="T8" fmla="*/ 56 w 74"/>
                <a:gd name="T9" fmla="*/ 4 h 188"/>
                <a:gd name="T10" fmla="*/ 48 w 74"/>
                <a:gd name="T11" fmla="*/ 0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88">
                  <a:moveTo>
                    <a:pt x="43" y="0"/>
                  </a:moveTo>
                  <a:cubicBezTo>
                    <a:pt x="18" y="19"/>
                    <a:pt x="0" y="68"/>
                    <a:pt x="4" y="98"/>
                  </a:cubicBezTo>
                  <a:cubicBezTo>
                    <a:pt x="6" y="114"/>
                    <a:pt x="16" y="188"/>
                    <a:pt x="42" y="185"/>
                  </a:cubicBezTo>
                  <a:cubicBezTo>
                    <a:pt x="74" y="181"/>
                    <a:pt x="63" y="114"/>
                    <a:pt x="57" y="96"/>
                  </a:cubicBezTo>
                  <a:cubicBezTo>
                    <a:pt x="46" y="63"/>
                    <a:pt x="41" y="38"/>
                    <a:pt x="53" y="4"/>
                  </a:cubicBezTo>
                  <a:cubicBezTo>
                    <a:pt x="51" y="2"/>
                    <a:pt x="48" y="1"/>
                    <a:pt x="45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624">
              <a:extLst>
                <a:ext uri="{FF2B5EF4-FFF2-40B4-BE49-F238E27FC236}">
                  <a16:creationId xmlns:a16="http://schemas.microsoft.com/office/drawing/2014/main" id="{4EC59B02-376F-430E-8AD4-103316F39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553"/>
              <a:ext cx="139" cy="89"/>
            </a:xfrm>
            <a:custGeom>
              <a:avLst/>
              <a:gdLst>
                <a:gd name="T0" fmla="*/ 0 w 136"/>
                <a:gd name="T1" fmla="*/ 93 h 82"/>
                <a:gd name="T2" fmla="*/ 44 w 136"/>
                <a:gd name="T3" fmla="*/ 99 h 82"/>
                <a:gd name="T4" fmla="*/ 80 w 136"/>
                <a:gd name="T5" fmla="*/ 60 h 82"/>
                <a:gd name="T6" fmla="*/ 145 w 136"/>
                <a:gd name="T7" fmla="*/ 0 h 82"/>
                <a:gd name="T8" fmla="*/ 8 w 136"/>
                <a:gd name="T9" fmla="*/ 93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82">
                  <a:moveTo>
                    <a:pt x="0" y="73"/>
                  </a:moveTo>
                  <a:cubicBezTo>
                    <a:pt x="13" y="72"/>
                    <a:pt x="28" y="82"/>
                    <a:pt x="41" y="77"/>
                  </a:cubicBezTo>
                  <a:cubicBezTo>
                    <a:pt x="52" y="73"/>
                    <a:pt x="65" y="55"/>
                    <a:pt x="74" y="47"/>
                  </a:cubicBezTo>
                  <a:cubicBezTo>
                    <a:pt x="94" y="30"/>
                    <a:pt x="117" y="18"/>
                    <a:pt x="136" y="0"/>
                  </a:cubicBezTo>
                  <a:cubicBezTo>
                    <a:pt x="88" y="13"/>
                    <a:pt x="41" y="37"/>
                    <a:pt x="8" y="73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625">
              <a:extLst>
                <a:ext uri="{FF2B5EF4-FFF2-40B4-BE49-F238E27FC236}">
                  <a16:creationId xmlns:a16="http://schemas.microsoft.com/office/drawing/2014/main" id="{76207436-9699-4D1A-9D5D-DA9E3BEC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921"/>
              <a:ext cx="715" cy="158"/>
            </a:xfrm>
            <a:custGeom>
              <a:avLst/>
              <a:gdLst>
                <a:gd name="T0" fmla="*/ 16 w 701"/>
                <a:gd name="T1" fmla="*/ 13 h 145"/>
                <a:gd name="T2" fmla="*/ 5 w 701"/>
                <a:gd name="T3" fmla="*/ 42 h 145"/>
                <a:gd name="T4" fmla="*/ 48 w 701"/>
                <a:gd name="T5" fmla="*/ 74 h 145"/>
                <a:gd name="T6" fmla="*/ 172 w 701"/>
                <a:gd name="T7" fmla="*/ 76 h 145"/>
                <a:gd name="T8" fmla="*/ 299 w 701"/>
                <a:gd name="T9" fmla="*/ 106 h 145"/>
                <a:gd name="T10" fmla="*/ 425 w 701"/>
                <a:gd name="T11" fmla="*/ 160 h 145"/>
                <a:gd name="T12" fmla="*/ 665 w 701"/>
                <a:gd name="T13" fmla="*/ 119 h 145"/>
                <a:gd name="T14" fmla="*/ 730 w 701"/>
                <a:gd name="T15" fmla="*/ 84 h 145"/>
                <a:gd name="T16" fmla="*/ 622 w 701"/>
                <a:gd name="T17" fmla="*/ 62 h 145"/>
                <a:gd name="T18" fmla="*/ 529 w 701"/>
                <a:gd name="T19" fmla="*/ 61 h 145"/>
                <a:gd name="T20" fmla="*/ 444 w 701"/>
                <a:gd name="T21" fmla="*/ 78 h 145"/>
                <a:gd name="T22" fmla="*/ 279 w 701"/>
                <a:gd name="T23" fmla="*/ 68 h 145"/>
                <a:gd name="T24" fmla="*/ 199 w 701"/>
                <a:gd name="T25" fmla="*/ 35 h 145"/>
                <a:gd name="T26" fmla="*/ 112 w 701"/>
                <a:gd name="T27" fmla="*/ 23 h 145"/>
                <a:gd name="T28" fmla="*/ 18 w 701"/>
                <a:gd name="T29" fmla="*/ 13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1" h="145">
                  <a:moveTo>
                    <a:pt x="16" y="10"/>
                  </a:moveTo>
                  <a:cubicBezTo>
                    <a:pt x="2" y="9"/>
                    <a:pt x="0" y="23"/>
                    <a:pt x="5" y="33"/>
                  </a:cubicBezTo>
                  <a:cubicBezTo>
                    <a:pt x="12" y="46"/>
                    <a:pt x="33" y="51"/>
                    <a:pt x="45" y="57"/>
                  </a:cubicBezTo>
                  <a:cubicBezTo>
                    <a:pt x="83" y="72"/>
                    <a:pt x="122" y="56"/>
                    <a:pt x="163" y="59"/>
                  </a:cubicBezTo>
                  <a:cubicBezTo>
                    <a:pt x="204" y="61"/>
                    <a:pt x="241" y="72"/>
                    <a:pt x="281" y="82"/>
                  </a:cubicBezTo>
                  <a:cubicBezTo>
                    <a:pt x="323" y="93"/>
                    <a:pt x="360" y="114"/>
                    <a:pt x="401" y="124"/>
                  </a:cubicBezTo>
                  <a:cubicBezTo>
                    <a:pt x="481" y="145"/>
                    <a:pt x="549" y="110"/>
                    <a:pt x="626" y="92"/>
                  </a:cubicBezTo>
                  <a:cubicBezTo>
                    <a:pt x="638" y="89"/>
                    <a:pt x="701" y="91"/>
                    <a:pt x="688" y="65"/>
                  </a:cubicBezTo>
                  <a:cubicBezTo>
                    <a:pt x="678" y="45"/>
                    <a:pt x="605" y="50"/>
                    <a:pt x="586" y="48"/>
                  </a:cubicBezTo>
                  <a:cubicBezTo>
                    <a:pt x="555" y="44"/>
                    <a:pt x="530" y="40"/>
                    <a:pt x="499" y="47"/>
                  </a:cubicBezTo>
                  <a:cubicBezTo>
                    <a:pt x="473" y="54"/>
                    <a:pt x="445" y="59"/>
                    <a:pt x="418" y="61"/>
                  </a:cubicBezTo>
                  <a:cubicBezTo>
                    <a:pt x="367" y="64"/>
                    <a:pt x="313" y="64"/>
                    <a:pt x="264" y="52"/>
                  </a:cubicBezTo>
                  <a:cubicBezTo>
                    <a:pt x="238" y="45"/>
                    <a:pt x="213" y="33"/>
                    <a:pt x="187" y="27"/>
                  </a:cubicBezTo>
                  <a:cubicBezTo>
                    <a:pt x="159" y="21"/>
                    <a:pt x="135" y="18"/>
                    <a:pt x="106" y="17"/>
                  </a:cubicBezTo>
                  <a:cubicBezTo>
                    <a:pt x="90" y="16"/>
                    <a:pt x="24" y="0"/>
                    <a:pt x="18" y="1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626">
              <a:extLst>
                <a:ext uri="{FF2B5EF4-FFF2-40B4-BE49-F238E27FC236}">
                  <a16:creationId xmlns:a16="http://schemas.microsoft.com/office/drawing/2014/main" id="{DB69A8FE-6705-4605-A770-D09A1D03F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904"/>
              <a:ext cx="145" cy="80"/>
            </a:xfrm>
            <a:custGeom>
              <a:avLst/>
              <a:gdLst>
                <a:gd name="T0" fmla="*/ 0 w 142"/>
                <a:gd name="T1" fmla="*/ 35 h 74"/>
                <a:gd name="T2" fmla="*/ 78 w 142"/>
                <a:gd name="T3" fmla="*/ 92 h 74"/>
                <a:gd name="T4" fmla="*/ 147 w 142"/>
                <a:gd name="T5" fmla="*/ 59 h 74"/>
                <a:gd name="T6" fmla="*/ 112 w 142"/>
                <a:gd name="T7" fmla="*/ 26 h 74"/>
                <a:gd name="T8" fmla="*/ 86 w 142"/>
                <a:gd name="T9" fmla="*/ 1 h 74"/>
                <a:gd name="T10" fmla="*/ 13 w 142"/>
                <a:gd name="T11" fmla="*/ 2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74">
                  <a:moveTo>
                    <a:pt x="0" y="28"/>
                  </a:moveTo>
                  <a:cubicBezTo>
                    <a:pt x="34" y="37"/>
                    <a:pt x="37" y="72"/>
                    <a:pt x="72" y="73"/>
                  </a:cubicBezTo>
                  <a:cubicBezTo>
                    <a:pt x="86" y="74"/>
                    <a:pt x="142" y="70"/>
                    <a:pt x="138" y="47"/>
                  </a:cubicBezTo>
                  <a:cubicBezTo>
                    <a:pt x="137" y="39"/>
                    <a:pt x="111" y="27"/>
                    <a:pt x="106" y="20"/>
                  </a:cubicBezTo>
                  <a:cubicBezTo>
                    <a:pt x="95" y="8"/>
                    <a:pt x="101" y="2"/>
                    <a:pt x="80" y="1"/>
                  </a:cubicBezTo>
                  <a:cubicBezTo>
                    <a:pt x="67" y="0"/>
                    <a:pt x="11" y="15"/>
                    <a:pt x="13" y="18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627">
              <a:extLst>
                <a:ext uri="{FF2B5EF4-FFF2-40B4-BE49-F238E27FC236}">
                  <a16:creationId xmlns:a16="http://schemas.microsoft.com/office/drawing/2014/main" id="{40D26310-105D-4CA2-B7DE-1F70F4B35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607"/>
              <a:ext cx="111" cy="303"/>
            </a:xfrm>
            <a:custGeom>
              <a:avLst/>
              <a:gdLst>
                <a:gd name="T0" fmla="*/ 22 w 108"/>
                <a:gd name="T1" fmla="*/ 0 h 278"/>
                <a:gd name="T2" fmla="*/ 32 w 108"/>
                <a:gd name="T3" fmla="*/ 68 h 278"/>
                <a:gd name="T4" fmla="*/ 24 w 108"/>
                <a:gd name="T5" fmla="*/ 142 h 278"/>
                <a:gd name="T6" fmla="*/ 9 w 108"/>
                <a:gd name="T7" fmla="*/ 226 h 278"/>
                <a:gd name="T8" fmla="*/ 51 w 108"/>
                <a:gd name="T9" fmla="*/ 276 h 278"/>
                <a:gd name="T10" fmla="*/ 69 w 108"/>
                <a:gd name="T11" fmla="*/ 360 h 278"/>
                <a:gd name="T12" fmla="*/ 104 w 108"/>
                <a:gd name="T13" fmla="*/ 275 h 278"/>
                <a:gd name="T14" fmla="*/ 110 w 108"/>
                <a:gd name="T15" fmla="*/ 167 h 278"/>
                <a:gd name="T16" fmla="*/ 31 w 108"/>
                <a:gd name="T17" fmla="*/ 2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278">
                  <a:moveTo>
                    <a:pt x="19" y="0"/>
                  </a:moveTo>
                  <a:cubicBezTo>
                    <a:pt x="19" y="17"/>
                    <a:pt x="28" y="35"/>
                    <a:pt x="29" y="52"/>
                  </a:cubicBezTo>
                  <a:cubicBezTo>
                    <a:pt x="31" y="73"/>
                    <a:pt x="26" y="90"/>
                    <a:pt x="21" y="109"/>
                  </a:cubicBezTo>
                  <a:cubicBezTo>
                    <a:pt x="18" y="126"/>
                    <a:pt x="0" y="157"/>
                    <a:pt x="9" y="174"/>
                  </a:cubicBezTo>
                  <a:cubicBezTo>
                    <a:pt x="17" y="190"/>
                    <a:pt x="40" y="191"/>
                    <a:pt x="48" y="213"/>
                  </a:cubicBezTo>
                  <a:cubicBezTo>
                    <a:pt x="55" y="231"/>
                    <a:pt x="48" y="265"/>
                    <a:pt x="63" y="278"/>
                  </a:cubicBezTo>
                  <a:cubicBezTo>
                    <a:pt x="78" y="264"/>
                    <a:pt x="88" y="231"/>
                    <a:pt x="95" y="212"/>
                  </a:cubicBezTo>
                  <a:cubicBezTo>
                    <a:pt x="103" y="188"/>
                    <a:pt x="108" y="154"/>
                    <a:pt x="101" y="128"/>
                  </a:cubicBezTo>
                  <a:cubicBezTo>
                    <a:pt x="92" y="93"/>
                    <a:pt x="61" y="20"/>
                    <a:pt x="28" y="2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628">
              <a:extLst>
                <a:ext uri="{FF2B5EF4-FFF2-40B4-BE49-F238E27FC236}">
                  <a16:creationId xmlns:a16="http://schemas.microsoft.com/office/drawing/2014/main" id="{DFC8DA7C-36B0-4718-A32E-3AB15B87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468"/>
              <a:ext cx="185" cy="85"/>
            </a:xfrm>
            <a:custGeom>
              <a:avLst/>
              <a:gdLst>
                <a:gd name="T0" fmla="*/ 0 w 181"/>
                <a:gd name="T1" fmla="*/ 4 h 78"/>
                <a:gd name="T2" fmla="*/ 104 w 181"/>
                <a:gd name="T3" fmla="*/ 77 h 78"/>
                <a:gd name="T4" fmla="*/ 190 w 181"/>
                <a:gd name="T5" fmla="*/ 100 h 78"/>
                <a:gd name="T6" fmla="*/ 86 w 181"/>
                <a:gd name="T7" fmla="*/ 29 h 78"/>
                <a:gd name="T8" fmla="*/ 8 w 181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8">
                  <a:moveTo>
                    <a:pt x="0" y="4"/>
                  </a:moveTo>
                  <a:cubicBezTo>
                    <a:pt x="30" y="5"/>
                    <a:pt x="71" y="44"/>
                    <a:pt x="98" y="60"/>
                  </a:cubicBezTo>
                  <a:cubicBezTo>
                    <a:pt x="122" y="74"/>
                    <a:pt x="150" y="78"/>
                    <a:pt x="178" y="77"/>
                  </a:cubicBezTo>
                  <a:cubicBezTo>
                    <a:pt x="181" y="48"/>
                    <a:pt x="99" y="29"/>
                    <a:pt x="80" y="23"/>
                  </a:cubicBezTo>
                  <a:cubicBezTo>
                    <a:pt x="56" y="15"/>
                    <a:pt x="29" y="8"/>
                    <a:pt x="8" y="0"/>
                  </a:cubicBezTo>
                </a:path>
              </a:pathLst>
            </a:custGeom>
            <a:solidFill>
              <a:srgbClr val="EF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629">
              <a:extLst>
                <a:ext uri="{FF2B5EF4-FFF2-40B4-BE49-F238E27FC236}">
                  <a16:creationId xmlns:a16="http://schemas.microsoft.com/office/drawing/2014/main" id="{EFC877C4-F2FD-40C8-8DF7-08483BFFA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083"/>
              <a:ext cx="856" cy="726"/>
            </a:xfrm>
            <a:custGeom>
              <a:avLst/>
              <a:gdLst>
                <a:gd name="T0" fmla="*/ 12 w 838"/>
                <a:gd name="T1" fmla="*/ 13 h 666"/>
                <a:gd name="T2" fmla="*/ 33 w 838"/>
                <a:gd name="T3" fmla="*/ 111 h 666"/>
                <a:gd name="T4" fmla="*/ 20 w 838"/>
                <a:gd name="T5" fmla="*/ 162 h 666"/>
                <a:gd name="T6" fmla="*/ 16 w 838"/>
                <a:gd name="T7" fmla="*/ 237 h 666"/>
                <a:gd name="T8" fmla="*/ 22 w 838"/>
                <a:gd name="T9" fmla="*/ 423 h 666"/>
                <a:gd name="T10" fmla="*/ 81 w 838"/>
                <a:gd name="T11" fmla="*/ 600 h 666"/>
                <a:gd name="T12" fmla="*/ 191 w 838"/>
                <a:gd name="T13" fmla="*/ 734 h 666"/>
                <a:gd name="T14" fmla="*/ 335 w 838"/>
                <a:gd name="T15" fmla="*/ 816 h 666"/>
                <a:gd name="T16" fmla="*/ 512 w 838"/>
                <a:gd name="T17" fmla="*/ 843 h 666"/>
                <a:gd name="T18" fmla="*/ 697 w 838"/>
                <a:gd name="T19" fmla="*/ 852 h 666"/>
                <a:gd name="T20" fmla="*/ 893 w 838"/>
                <a:gd name="T21" fmla="*/ 728 h 666"/>
                <a:gd name="T22" fmla="*/ 638 w 838"/>
                <a:gd name="T23" fmla="*/ 715 h 666"/>
                <a:gd name="T24" fmla="*/ 516 w 838"/>
                <a:gd name="T25" fmla="*/ 665 h 666"/>
                <a:gd name="T26" fmla="*/ 454 w 838"/>
                <a:gd name="T27" fmla="*/ 533 h 666"/>
                <a:gd name="T28" fmla="*/ 307 w 838"/>
                <a:gd name="T29" fmla="*/ 373 h 666"/>
                <a:gd name="T30" fmla="*/ 184 w 838"/>
                <a:gd name="T31" fmla="*/ 259 h 666"/>
                <a:gd name="T32" fmla="*/ 59 w 838"/>
                <a:gd name="T33" fmla="*/ 137 h 666"/>
                <a:gd name="T34" fmla="*/ 42 w 838"/>
                <a:gd name="T35" fmla="*/ 44 h 666"/>
                <a:gd name="T36" fmla="*/ 8 w 838"/>
                <a:gd name="T37" fmla="*/ 0 h 6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38" h="666">
                  <a:moveTo>
                    <a:pt x="12" y="10"/>
                  </a:moveTo>
                  <a:cubicBezTo>
                    <a:pt x="0" y="36"/>
                    <a:pt x="29" y="60"/>
                    <a:pt x="30" y="86"/>
                  </a:cubicBezTo>
                  <a:cubicBezTo>
                    <a:pt x="31" y="99"/>
                    <a:pt x="22" y="113"/>
                    <a:pt x="20" y="126"/>
                  </a:cubicBezTo>
                  <a:cubicBezTo>
                    <a:pt x="17" y="145"/>
                    <a:pt x="16" y="164"/>
                    <a:pt x="16" y="183"/>
                  </a:cubicBezTo>
                  <a:cubicBezTo>
                    <a:pt x="16" y="232"/>
                    <a:pt x="15" y="280"/>
                    <a:pt x="22" y="327"/>
                  </a:cubicBezTo>
                  <a:cubicBezTo>
                    <a:pt x="29" y="374"/>
                    <a:pt x="50" y="422"/>
                    <a:pt x="75" y="463"/>
                  </a:cubicBezTo>
                  <a:cubicBezTo>
                    <a:pt x="102" y="508"/>
                    <a:pt x="135" y="538"/>
                    <a:pt x="179" y="566"/>
                  </a:cubicBezTo>
                  <a:cubicBezTo>
                    <a:pt x="216" y="591"/>
                    <a:pt x="270" y="625"/>
                    <a:pt x="314" y="630"/>
                  </a:cubicBezTo>
                  <a:cubicBezTo>
                    <a:pt x="369" y="637"/>
                    <a:pt x="425" y="639"/>
                    <a:pt x="480" y="650"/>
                  </a:cubicBezTo>
                  <a:cubicBezTo>
                    <a:pt x="534" y="660"/>
                    <a:pt x="598" y="666"/>
                    <a:pt x="654" y="658"/>
                  </a:cubicBezTo>
                  <a:cubicBezTo>
                    <a:pt x="711" y="651"/>
                    <a:pt x="820" y="629"/>
                    <a:pt x="838" y="562"/>
                  </a:cubicBezTo>
                  <a:cubicBezTo>
                    <a:pt x="758" y="529"/>
                    <a:pt x="681" y="558"/>
                    <a:pt x="599" y="552"/>
                  </a:cubicBezTo>
                  <a:cubicBezTo>
                    <a:pt x="559" y="549"/>
                    <a:pt x="516" y="539"/>
                    <a:pt x="484" y="514"/>
                  </a:cubicBezTo>
                  <a:cubicBezTo>
                    <a:pt x="450" y="486"/>
                    <a:pt x="448" y="447"/>
                    <a:pt x="426" y="412"/>
                  </a:cubicBezTo>
                  <a:cubicBezTo>
                    <a:pt x="397" y="363"/>
                    <a:pt x="333" y="324"/>
                    <a:pt x="289" y="288"/>
                  </a:cubicBezTo>
                  <a:cubicBezTo>
                    <a:pt x="251" y="258"/>
                    <a:pt x="213" y="225"/>
                    <a:pt x="172" y="200"/>
                  </a:cubicBezTo>
                  <a:cubicBezTo>
                    <a:pt x="125" y="171"/>
                    <a:pt x="69" y="165"/>
                    <a:pt x="56" y="106"/>
                  </a:cubicBezTo>
                  <a:cubicBezTo>
                    <a:pt x="50" y="81"/>
                    <a:pt x="54" y="54"/>
                    <a:pt x="39" y="34"/>
                  </a:cubicBezTo>
                  <a:cubicBezTo>
                    <a:pt x="32" y="26"/>
                    <a:pt x="16" y="4"/>
                    <a:pt x="8" y="0"/>
                  </a:cubicBezTo>
                </a:path>
              </a:pathLst>
            </a:custGeom>
            <a:solidFill>
              <a:srgbClr val="E5D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630">
              <a:extLst>
                <a:ext uri="{FF2B5EF4-FFF2-40B4-BE49-F238E27FC236}">
                  <a16:creationId xmlns:a16="http://schemas.microsoft.com/office/drawing/2014/main" id="{F08203A5-6263-41F9-ACBB-41BA75E99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3127"/>
              <a:ext cx="192" cy="568"/>
            </a:xfrm>
            <a:custGeom>
              <a:avLst/>
              <a:gdLst>
                <a:gd name="T0" fmla="*/ 177 w 188"/>
                <a:gd name="T1" fmla="*/ 11 h 522"/>
                <a:gd name="T2" fmla="*/ 150 w 188"/>
                <a:gd name="T3" fmla="*/ 171 h 522"/>
                <a:gd name="T4" fmla="*/ 144 w 188"/>
                <a:gd name="T5" fmla="*/ 322 h 522"/>
                <a:gd name="T6" fmla="*/ 165 w 188"/>
                <a:gd name="T7" fmla="*/ 402 h 522"/>
                <a:gd name="T8" fmla="*/ 191 w 188"/>
                <a:gd name="T9" fmla="*/ 445 h 522"/>
                <a:gd name="T10" fmla="*/ 135 w 188"/>
                <a:gd name="T11" fmla="*/ 575 h 522"/>
                <a:gd name="T12" fmla="*/ 70 w 188"/>
                <a:gd name="T13" fmla="*/ 637 h 522"/>
                <a:gd name="T14" fmla="*/ 0 w 188"/>
                <a:gd name="T15" fmla="*/ 670 h 522"/>
                <a:gd name="T16" fmla="*/ 39 w 188"/>
                <a:gd name="T17" fmla="*/ 623 h 522"/>
                <a:gd name="T18" fmla="*/ 101 w 188"/>
                <a:gd name="T19" fmla="*/ 550 h 522"/>
                <a:gd name="T20" fmla="*/ 108 w 188"/>
                <a:gd name="T21" fmla="*/ 441 h 522"/>
                <a:gd name="T22" fmla="*/ 97 w 188"/>
                <a:gd name="T23" fmla="*/ 321 h 522"/>
                <a:gd name="T24" fmla="*/ 148 w 188"/>
                <a:gd name="T25" fmla="*/ 109 h 522"/>
                <a:gd name="T26" fmla="*/ 174 w 188"/>
                <a:gd name="T27" fmla="*/ 0 h 5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8" h="522">
                  <a:moveTo>
                    <a:pt x="165" y="8"/>
                  </a:moveTo>
                  <a:cubicBezTo>
                    <a:pt x="169" y="9"/>
                    <a:pt x="146" y="115"/>
                    <a:pt x="141" y="132"/>
                  </a:cubicBezTo>
                  <a:cubicBezTo>
                    <a:pt x="131" y="170"/>
                    <a:pt x="127" y="211"/>
                    <a:pt x="135" y="250"/>
                  </a:cubicBezTo>
                  <a:cubicBezTo>
                    <a:pt x="139" y="273"/>
                    <a:pt x="143" y="293"/>
                    <a:pt x="156" y="312"/>
                  </a:cubicBezTo>
                  <a:cubicBezTo>
                    <a:pt x="163" y="323"/>
                    <a:pt x="175" y="333"/>
                    <a:pt x="179" y="346"/>
                  </a:cubicBezTo>
                  <a:cubicBezTo>
                    <a:pt x="188" y="374"/>
                    <a:pt x="148" y="427"/>
                    <a:pt x="126" y="446"/>
                  </a:cubicBezTo>
                  <a:cubicBezTo>
                    <a:pt x="107" y="462"/>
                    <a:pt x="89" y="483"/>
                    <a:pt x="67" y="494"/>
                  </a:cubicBezTo>
                  <a:cubicBezTo>
                    <a:pt x="45" y="505"/>
                    <a:pt x="25" y="522"/>
                    <a:pt x="0" y="520"/>
                  </a:cubicBezTo>
                  <a:cubicBezTo>
                    <a:pt x="14" y="513"/>
                    <a:pt x="23" y="495"/>
                    <a:pt x="36" y="484"/>
                  </a:cubicBezTo>
                  <a:cubicBezTo>
                    <a:pt x="57" y="465"/>
                    <a:pt x="79" y="451"/>
                    <a:pt x="95" y="426"/>
                  </a:cubicBezTo>
                  <a:cubicBezTo>
                    <a:pt x="111" y="400"/>
                    <a:pt x="111" y="372"/>
                    <a:pt x="102" y="342"/>
                  </a:cubicBezTo>
                  <a:cubicBezTo>
                    <a:pt x="92" y="311"/>
                    <a:pt x="86" y="284"/>
                    <a:pt x="91" y="249"/>
                  </a:cubicBezTo>
                  <a:cubicBezTo>
                    <a:pt x="99" y="196"/>
                    <a:pt x="117" y="135"/>
                    <a:pt x="139" y="85"/>
                  </a:cubicBezTo>
                  <a:cubicBezTo>
                    <a:pt x="152" y="56"/>
                    <a:pt x="162" y="32"/>
                    <a:pt x="163" y="0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631">
              <a:extLst>
                <a:ext uri="{FF2B5EF4-FFF2-40B4-BE49-F238E27FC236}">
                  <a16:creationId xmlns:a16="http://schemas.microsoft.com/office/drawing/2014/main" id="{7170FD8E-7250-467E-B2FD-94674B017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625"/>
              <a:ext cx="546" cy="212"/>
            </a:xfrm>
            <a:custGeom>
              <a:avLst/>
              <a:gdLst>
                <a:gd name="T0" fmla="*/ 0 w 534"/>
                <a:gd name="T1" fmla="*/ 45 h 195"/>
                <a:gd name="T2" fmla="*/ 107 w 534"/>
                <a:gd name="T3" fmla="*/ 57 h 195"/>
                <a:gd name="T4" fmla="*/ 571 w 534"/>
                <a:gd name="T5" fmla="*/ 250 h 195"/>
                <a:gd name="T6" fmla="*/ 175 w 534"/>
                <a:gd name="T7" fmla="*/ 53 h 195"/>
                <a:gd name="T8" fmla="*/ 0 w 534"/>
                <a:gd name="T9" fmla="*/ 45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4" h="195">
                  <a:moveTo>
                    <a:pt x="0" y="35"/>
                  </a:moveTo>
                  <a:cubicBezTo>
                    <a:pt x="0" y="35"/>
                    <a:pt x="65" y="53"/>
                    <a:pt x="101" y="44"/>
                  </a:cubicBezTo>
                  <a:cubicBezTo>
                    <a:pt x="136" y="35"/>
                    <a:pt x="289" y="167"/>
                    <a:pt x="534" y="195"/>
                  </a:cubicBezTo>
                  <a:cubicBezTo>
                    <a:pt x="534" y="195"/>
                    <a:pt x="227" y="99"/>
                    <a:pt x="163" y="41"/>
                  </a:cubicBezTo>
                  <a:cubicBezTo>
                    <a:pt x="119" y="0"/>
                    <a:pt x="104" y="44"/>
                    <a:pt x="0" y="35"/>
                  </a:cubicBezTo>
                  <a:close/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632">
              <a:extLst>
                <a:ext uri="{FF2B5EF4-FFF2-40B4-BE49-F238E27FC236}">
                  <a16:creationId xmlns:a16="http://schemas.microsoft.com/office/drawing/2014/main" id="{916160CE-CF97-4B53-AE87-B8EDDABB5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506"/>
              <a:ext cx="280" cy="182"/>
            </a:xfrm>
            <a:custGeom>
              <a:avLst/>
              <a:gdLst>
                <a:gd name="T0" fmla="*/ 0 w 274"/>
                <a:gd name="T1" fmla="*/ 215 h 167"/>
                <a:gd name="T2" fmla="*/ 62 w 274"/>
                <a:gd name="T3" fmla="*/ 201 h 167"/>
                <a:gd name="T4" fmla="*/ 101 w 274"/>
                <a:gd name="T5" fmla="*/ 174 h 167"/>
                <a:gd name="T6" fmla="*/ 156 w 274"/>
                <a:gd name="T7" fmla="*/ 117 h 167"/>
                <a:gd name="T8" fmla="*/ 274 w 274"/>
                <a:gd name="T9" fmla="*/ 85 h 167"/>
                <a:gd name="T10" fmla="*/ 270 w 274"/>
                <a:gd name="T11" fmla="*/ 51 h 167"/>
                <a:gd name="T12" fmla="*/ 217 w 274"/>
                <a:gd name="T13" fmla="*/ 75 h 167"/>
                <a:gd name="T14" fmla="*/ 180 w 274"/>
                <a:gd name="T15" fmla="*/ 72 h 167"/>
                <a:gd name="T16" fmla="*/ 174 w 274"/>
                <a:gd name="T17" fmla="*/ 34 h 167"/>
                <a:gd name="T18" fmla="*/ 162 w 274"/>
                <a:gd name="T19" fmla="*/ 3 h 167"/>
                <a:gd name="T20" fmla="*/ 146 w 274"/>
                <a:gd name="T21" fmla="*/ 41 h 167"/>
                <a:gd name="T22" fmla="*/ 118 w 274"/>
                <a:gd name="T23" fmla="*/ 90 h 167"/>
                <a:gd name="T24" fmla="*/ 78 w 274"/>
                <a:gd name="T25" fmla="*/ 135 h 167"/>
                <a:gd name="T26" fmla="*/ 22 w 274"/>
                <a:gd name="T27" fmla="*/ 187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4" h="167">
                  <a:moveTo>
                    <a:pt x="0" y="166"/>
                  </a:moveTo>
                  <a:cubicBezTo>
                    <a:pt x="18" y="167"/>
                    <a:pt x="41" y="161"/>
                    <a:pt x="59" y="155"/>
                  </a:cubicBezTo>
                  <a:cubicBezTo>
                    <a:pt x="72" y="150"/>
                    <a:pt x="83" y="144"/>
                    <a:pt x="95" y="135"/>
                  </a:cubicBezTo>
                  <a:cubicBezTo>
                    <a:pt x="114" y="121"/>
                    <a:pt x="128" y="103"/>
                    <a:pt x="147" y="90"/>
                  </a:cubicBezTo>
                  <a:cubicBezTo>
                    <a:pt x="180" y="66"/>
                    <a:pt x="221" y="81"/>
                    <a:pt x="256" y="66"/>
                  </a:cubicBezTo>
                  <a:cubicBezTo>
                    <a:pt x="274" y="59"/>
                    <a:pt x="265" y="47"/>
                    <a:pt x="252" y="39"/>
                  </a:cubicBezTo>
                  <a:cubicBezTo>
                    <a:pt x="264" y="56"/>
                    <a:pt x="212" y="58"/>
                    <a:pt x="203" y="58"/>
                  </a:cubicBezTo>
                  <a:cubicBezTo>
                    <a:pt x="194" y="58"/>
                    <a:pt x="176" y="62"/>
                    <a:pt x="168" y="56"/>
                  </a:cubicBezTo>
                  <a:cubicBezTo>
                    <a:pt x="162" y="50"/>
                    <a:pt x="163" y="34"/>
                    <a:pt x="162" y="26"/>
                  </a:cubicBezTo>
                  <a:cubicBezTo>
                    <a:pt x="162" y="21"/>
                    <a:pt x="161" y="0"/>
                    <a:pt x="153" y="3"/>
                  </a:cubicBezTo>
                  <a:cubicBezTo>
                    <a:pt x="148" y="5"/>
                    <a:pt x="140" y="27"/>
                    <a:pt x="137" y="32"/>
                  </a:cubicBezTo>
                  <a:cubicBezTo>
                    <a:pt x="130" y="45"/>
                    <a:pt x="122" y="59"/>
                    <a:pt x="111" y="70"/>
                  </a:cubicBezTo>
                  <a:cubicBezTo>
                    <a:pt x="99" y="82"/>
                    <a:pt x="85" y="93"/>
                    <a:pt x="72" y="105"/>
                  </a:cubicBezTo>
                  <a:cubicBezTo>
                    <a:pt x="56" y="120"/>
                    <a:pt x="41" y="134"/>
                    <a:pt x="22" y="145"/>
                  </a:cubicBezTo>
                </a:path>
              </a:pathLst>
            </a:custGeom>
            <a:solidFill>
              <a:srgbClr val="CF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>
            <a:extLst>
              <a:ext uri="{FF2B5EF4-FFF2-40B4-BE49-F238E27FC236}">
                <a16:creationId xmlns:a16="http://schemas.microsoft.com/office/drawing/2014/main" id="{A814DD66-4B64-4C5A-9248-8ED0EE8204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Herbs</a:t>
            </a:r>
          </a:p>
        </p:txBody>
      </p:sp>
      <p:grpSp>
        <p:nvGrpSpPr>
          <p:cNvPr id="38914" name="empty-glass-jar-with-lid">
            <a:extLst>
              <a:ext uri="{FF2B5EF4-FFF2-40B4-BE49-F238E27FC236}">
                <a16:creationId xmlns:a16="http://schemas.microsoft.com/office/drawing/2014/main" id="{F8187FD0-F739-4EB7-921E-D672D5ACC5F0}"/>
              </a:ext>
            </a:extLst>
          </p:cNvPr>
          <p:cNvGrpSpPr>
            <a:grpSpLocks/>
          </p:cNvGrpSpPr>
          <p:nvPr/>
        </p:nvGrpSpPr>
        <p:grpSpPr bwMode="auto">
          <a:xfrm>
            <a:off x="2117725" y="1417638"/>
            <a:ext cx="1671638" cy="2349500"/>
            <a:chOff x="374" y="767"/>
            <a:chExt cx="1053" cy="1480"/>
          </a:xfrm>
        </p:grpSpPr>
        <p:sp>
          <p:nvSpPr>
            <p:cNvPr id="39280" name="Freeform 317">
              <a:extLst>
                <a:ext uri="{FF2B5EF4-FFF2-40B4-BE49-F238E27FC236}">
                  <a16:creationId xmlns:a16="http://schemas.microsoft.com/office/drawing/2014/main" id="{31E9255E-FC2B-4539-B052-97D147E1A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1112"/>
              <a:ext cx="1053" cy="1135"/>
            </a:xfrm>
            <a:custGeom>
              <a:avLst/>
              <a:gdLst>
                <a:gd name="T0" fmla="*/ 1469 w 891"/>
                <a:gd name="T1" fmla="*/ 1648 h 901"/>
                <a:gd name="T2" fmla="*/ 737 w 891"/>
                <a:gd name="T3" fmla="*/ 1801 h 901"/>
                <a:gd name="T4" fmla="*/ 8 w 891"/>
                <a:gd name="T5" fmla="*/ 1648 h 901"/>
                <a:gd name="T6" fmla="*/ 8 w 891"/>
                <a:gd name="T7" fmla="*/ 511 h 901"/>
                <a:gd name="T8" fmla="*/ 98 w 891"/>
                <a:gd name="T9" fmla="*/ 291 h 901"/>
                <a:gd name="T10" fmla="*/ 169 w 891"/>
                <a:gd name="T11" fmla="*/ 0 h 901"/>
                <a:gd name="T12" fmla="*/ 1305 w 891"/>
                <a:gd name="T13" fmla="*/ 0 h 901"/>
                <a:gd name="T14" fmla="*/ 1360 w 891"/>
                <a:gd name="T15" fmla="*/ 299 h 901"/>
                <a:gd name="T16" fmla="*/ 1470 w 891"/>
                <a:gd name="T17" fmla="*/ 520 h 901"/>
                <a:gd name="T18" fmla="*/ 1469 w 891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1" h="901">
                  <a:moveTo>
                    <a:pt x="890" y="824"/>
                  </a:moveTo>
                  <a:cubicBezTo>
                    <a:pt x="890" y="866"/>
                    <a:pt x="692" y="901"/>
                    <a:pt x="447" y="901"/>
                  </a:cubicBezTo>
                  <a:cubicBezTo>
                    <a:pt x="203" y="901"/>
                    <a:pt x="5" y="866"/>
                    <a:pt x="5" y="824"/>
                  </a:cubicBezTo>
                  <a:cubicBezTo>
                    <a:pt x="5" y="256"/>
                    <a:pt x="5" y="256"/>
                    <a:pt x="5" y="256"/>
                  </a:cubicBezTo>
                  <a:cubicBezTo>
                    <a:pt x="5" y="256"/>
                    <a:pt x="0" y="185"/>
                    <a:pt x="59" y="145"/>
                  </a:cubicBezTo>
                  <a:cubicBezTo>
                    <a:pt x="118" y="105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6" y="116"/>
                    <a:pt x="824" y="149"/>
                  </a:cubicBezTo>
                  <a:cubicBezTo>
                    <a:pt x="863" y="175"/>
                    <a:pt x="891" y="197"/>
                    <a:pt x="891" y="260"/>
                  </a:cubicBezTo>
                  <a:cubicBezTo>
                    <a:pt x="891" y="323"/>
                    <a:pt x="890" y="824"/>
                    <a:pt x="890" y="824"/>
                  </a:cubicBezTo>
                  <a:close/>
                </a:path>
              </a:pathLst>
            </a:custGeom>
            <a:solidFill>
              <a:srgbClr val="C1C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318">
              <a:extLst>
                <a:ext uri="{FF2B5EF4-FFF2-40B4-BE49-F238E27FC236}">
                  <a16:creationId xmlns:a16="http://schemas.microsoft.com/office/drawing/2014/main" id="{44A94CAF-A304-460E-8220-88101324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1112"/>
              <a:ext cx="1053" cy="1135"/>
            </a:xfrm>
            <a:custGeom>
              <a:avLst/>
              <a:gdLst>
                <a:gd name="T0" fmla="*/ 1469 w 891"/>
                <a:gd name="T1" fmla="*/ 1648 h 901"/>
                <a:gd name="T2" fmla="*/ 737 w 891"/>
                <a:gd name="T3" fmla="*/ 1801 h 901"/>
                <a:gd name="T4" fmla="*/ 8 w 891"/>
                <a:gd name="T5" fmla="*/ 1648 h 901"/>
                <a:gd name="T6" fmla="*/ 8 w 891"/>
                <a:gd name="T7" fmla="*/ 511 h 901"/>
                <a:gd name="T8" fmla="*/ 98 w 891"/>
                <a:gd name="T9" fmla="*/ 291 h 901"/>
                <a:gd name="T10" fmla="*/ 169 w 891"/>
                <a:gd name="T11" fmla="*/ 0 h 901"/>
                <a:gd name="T12" fmla="*/ 1305 w 891"/>
                <a:gd name="T13" fmla="*/ 0 h 901"/>
                <a:gd name="T14" fmla="*/ 1360 w 891"/>
                <a:gd name="T15" fmla="*/ 299 h 901"/>
                <a:gd name="T16" fmla="*/ 1470 w 891"/>
                <a:gd name="T17" fmla="*/ 520 h 901"/>
                <a:gd name="T18" fmla="*/ 1469 w 891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1" h="901">
                  <a:moveTo>
                    <a:pt x="890" y="824"/>
                  </a:moveTo>
                  <a:cubicBezTo>
                    <a:pt x="890" y="866"/>
                    <a:pt x="692" y="901"/>
                    <a:pt x="447" y="901"/>
                  </a:cubicBezTo>
                  <a:cubicBezTo>
                    <a:pt x="203" y="901"/>
                    <a:pt x="5" y="866"/>
                    <a:pt x="5" y="824"/>
                  </a:cubicBezTo>
                  <a:cubicBezTo>
                    <a:pt x="5" y="256"/>
                    <a:pt x="5" y="256"/>
                    <a:pt x="5" y="256"/>
                  </a:cubicBezTo>
                  <a:cubicBezTo>
                    <a:pt x="5" y="256"/>
                    <a:pt x="0" y="185"/>
                    <a:pt x="59" y="145"/>
                  </a:cubicBezTo>
                  <a:cubicBezTo>
                    <a:pt x="118" y="105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6" y="116"/>
                    <a:pt x="824" y="149"/>
                  </a:cubicBezTo>
                  <a:cubicBezTo>
                    <a:pt x="863" y="175"/>
                    <a:pt x="891" y="197"/>
                    <a:pt x="891" y="260"/>
                  </a:cubicBezTo>
                  <a:cubicBezTo>
                    <a:pt x="891" y="323"/>
                    <a:pt x="890" y="824"/>
                    <a:pt x="890" y="82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319">
              <a:extLst>
                <a:ext uri="{FF2B5EF4-FFF2-40B4-BE49-F238E27FC236}">
                  <a16:creationId xmlns:a16="http://schemas.microsoft.com/office/drawing/2014/main" id="{C8241E1E-C693-4DB9-9D9A-6E79FAEB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138"/>
              <a:ext cx="984" cy="1077"/>
            </a:xfrm>
            <a:custGeom>
              <a:avLst/>
              <a:gdLst>
                <a:gd name="T0" fmla="*/ 1371 w 833"/>
                <a:gd name="T1" fmla="*/ 1564 h 855"/>
                <a:gd name="T2" fmla="*/ 690 w 833"/>
                <a:gd name="T3" fmla="*/ 1709 h 855"/>
                <a:gd name="T4" fmla="*/ 8 w 833"/>
                <a:gd name="T5" fmla="*/ 1564 h 855"/>
                <a:gd name="T6" fmla="*/ 8 w 833"/>
                <a:gd name="T7" fmla="*/ 479 h 855"/>
                <a:gd name="T8" fmla="*/ 92 w 833"/>
                <a:gd name="T9" fmla="*/ 271 h 855"/>
                <a:gd name="T10" fmla="*/ 157 w 833"/>
                <a:gd name="T11" fmla="*/ 0 h 855"/>
                <a:gd name="T12" fmla="*/ 1217 w 833"/>
                <a:gd name="T13" fmla="*/ 0 h 855"/>
                <a:gd name="T14" fmla="*/ 1271 w 833"/>
                <a:gd name="T15" fmla="*/ 280 h 855"/>
                <a:gd name="T16" fmla="*/ 1373 w 833"/>
                <a:gd name="T17" fmla="*/ 487 h 855"/>
                <a:gd name="T18" fmla="*/ 1371 w 833"/>
                <a:gd name="T19" fmla="*/ 1564 h 8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3" h="855">
                  <a:moveTo>
                    <a:pt x="832" y="783"/>
                  </a:moveTo>
                  <a:cubicBezTo>
                    <a:pt x="832" y="823"/>
                    <a:pt x="647" y="855"/>
                    <a:pt x="418" y="855"/>
                  </a:cubicBezTo>
                  <a:cubicBezTo>
                    <a:pt x="190" y="855"/>
                    <a:pt x="5" y="823"/>
                    <a:pt x="5" y="783"/>
                  </a:cubicBezTo>
                  <a:cubicBezTo>
                    <a:pt x="5" y="240"/>
                    <a:pt x="5" y="240"/>
                    <a:pt x="5" y="240"/>
                  </a:cubicBezTo>
                  <a:cubicBezTo>
                    <a:pt x="5" y="240"/>
                    <a:pt x="0" y="173"/>
                    <a:pt x="56" y="136"/>
                  </a:cubicBezTo>
                  <a:cubicBezTo>
                    <a:pt x="111" y="98"/>
                    <a:pt x="96" y="0"/>
                    <a:pt x="96" y="0"/>
                  </a:cubicBezTo>
                  <a:cubicBezTo>
                    <a:pt x="738" y="0"/>
                    <a:pt x="738" y="0"/>
                    <a:pt x="738" y="0"/>
                  </a:cubicBezTo>
                  <a:cubicBezTo>
                    <a:pt x="738" y="0"/>
                    <a:pt x="726" y="108"/>
                    <a:pt x="771" y="140"/>
                  </a:cubicBezTo>
                  <a:cubicBezTo>
                    <a:pt x="807" y="165"/>
                    <a:pt x="833" y="185"/>
                    <a:pt x="833" y="244"/>
                  </a:cubicBezTo>
                  <a:cubicBezTo>
                    <a:pt x="833" y="303"/>
                    <a:pt x="832" y="783"/>
                    <a:pt x="832" y="783"/>
                  </a:cubicBezTo>
                  <a:close/>
                </a:path>
              </a:pathLst>
            </a:custGeom>
            <a:solidFill>
              <a:srgbClr val="DED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320">
              <a:extLst>
                <a:ext uri="{FF2B5EF4-FFF2-40B4-BE49-F238E27FC236}">
                  <a16:creationId xmlns:a16="http://schemas.microsoft.com/office/drawing/2014/main" id="{2C1CBF8A-4689-4CCE-B00E-76AADBA9C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958"/>
              <a:ext cx="929" cy="210"/>
            </a:xfrm>
            <a:custGeom>
              <a:avLst/>
              <a:gdLst>
                <a:gd name="T0" fmla="*/ 1298 w 786"/>
                <a:gd name="T1" fmla="*/ 240 h 167"/>
                <a:gd name="T2" fmla="*/ 650 w 786"/>
                <a:gd name="T3" fmla="*/ 332 h 167"/>
                <a:gd name="T4" fmla="*/ 0 w 786"/>
                <a:gd name="T5" fmla="*/ 240 h 167"/>
                <a:gd name="T6" fmla="*/ 0 w 786"/>
                <a:gd name="T7" fmla="*/ 0 h 167"/>
                <a:gd name="T8" fmla="*/ 1298 w 786"/>
                <a:gd name="T9" fmla="*/ 0 h 167"/>
                <a:gd name="T10" fmla="*/ 1298 w 786"/>
                <a:gd name="T11" fmla="*/ 24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321">
              <a:extLst>
                <a:ext uri="{FF2B5EF4-FFF2-40B4-BE49-F238E27FC236}">
                  <a16:creationId xmlns:a16="http://schemas.microsoft.com/office/drawing/2014/main" id="{DFB2EA1B-86A7-4DDA-9D6F-901E9B13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958"/>
              <a:ext cx="476" cy="210"/>
            </a:xfrm>
            <a:custGeom>
              <a:avLst/>
              <a:gdLst>
                <a:gd name="T0" fmla="*/ 0 w 403"/>
                <a:gd name="T1" fmla="*/ 323 h 167"/>
                <a:gd name="T2" fmla="*/ 294 w 403"/>
                <a:gd name="T3" fmla="*/ 332 h 167"/>
                <a:gd name="T4" fmla="*/ 664 w 403"/>
                <a:gd name="T5" fmla="*/ 314 h 167"/>
                <a:gd name="T6" fmla="*/ 664 w 403"/>
                <a:gd name="T7" fmla="*/ 0 h 167"/>
                <a:gd name="T8" fmla="*/ 0 w 403"/>
                <a:gd name="T9" fmla="*/ 0 h 167"/>
                <a:gd name="T10" fmla="*/ 0 w 403"/>
                <a:gd name="T11" fmla="*/ 323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3" h="167">
                  <a:moveTo>
                    <a:pt x="0" y="162"/>
                  </a:moveTo>
                  <a:cubicBezTo>
                    <a:pt x="54" y="165"/>
                    <a:pt x="115" y="167"/>
                    <a:pt x="179" y="167"/>
                  </a:cubicBezTo>
                  <a:cubicBezTo>
                    <a:pt x="262" y="167"/>
                    <a:pt x="339" y="164"/>
                    <a:pt x="403" y="158"/>
                  </a:cubicBezTo>
                  <a:cubicBezTo>
                    <a:pt x="403" y="0"/>
                    <a:pt x="403" y="0"/>
                    <a:pt x="40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2"/>
                  </a:lnTo>
                  <a:close/>
                </a:path>
              </a:pathLst>
            </a:custGeom>
            <a:solidFill>
              <a:srgbClr val="B6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322">
              <a:extLst>
                <a:ext uri="{FF2B5EF4-FFF2-40B4-BE49-F238E27FC236}">
                  <a16:creationId xmlns:a16="http://schemas.microsoft.com/office/drawing/2014/main" id="{BA45B403-4F94-44CE-AB97-49C729E59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958"/>
              <a:ext cx="245" cy="210"/>
            </a:xfrm>
            <a:custGeom>
              <a:avLst/>
              <a:gdLst>
                <a:gd name="T0" fmla="*/ 0 w 208"/>
                <a:gd name="T1" fmla="*/ 327 h 167"/>
                <a:gd name="T2" fmla="*/ 180 w 208"/>
                <a:gd name="T3" fmla="*/ 332 h 167"/>
                <a:gd name="T4" fmla="*/ 340 w 208"/>
                <a:gd name="T5" fmla="*/ 331 h 167"/>
                <a:gd name="T6" fmla="*/ 340 w 208"/>
                <a:gd name="T7" fmla="*/ 0 h 167"/>
                <a:gd name="T8" fmla="*/ 0 w 208"/>
                <a:gd name="T9" fmla="*/ 0 h 167"/>
                <a:gd name="T10" fmla="*/ 0 w 208"/>
                <a:gd name="T11" fmla="*/ 327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8" h="167">
                  <a:moveTo>
                    <a:pt x="0" y="165"/>
                  </a:moveTo>
                  <a:cubicBezTo>
                    <a:pt x="35" y="166"/>
                    <a:pt x="72" y="167"/>
                    <a:pt x="110" y="167"/>
                  </a:cubicBezTo>
                  <a:cubicBezTo>
                    <a:pt x="144" y="167"/>
                    <a:pt x="177" y="167"/>
                    <a:pt x="208" y="166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5"/>
                  </a:ln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323">
              <a:extLst>
                <a:ext uri="{FF2B5EF4-FFF2-40B4-BE49-F238E27FC236}">
                  <a16:creationId xmlns:a16="http://schemas.microsoft.com/office/drawing/2014/main" id="{6670FED9-0121-4A73-A0E6-85ABB390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958"/>
              <a:ext cx="929" cy="210"/>
            </a:xfrm>
            <a:custGeom>
              <a:avLst/>
              <a:gdLst>
                <a:gd name="T0" fmla="*/ 1298 w 786"/>
                <a:gd name="T1" fmla="*/ 240 h 167"/>
                <a:gd name="T2" fmla="*/ 650 w 786"/>
                <a:gd name="T3" fmla="*/ 332 h 167"/>
                <a:gd name="T4" fmla="*/ 0 w 786"/>
                <a:gd name="T5" fmla="*/ 240 h 167"/>
                <a:gd name="T6" fmla="*/ 0 w 786"/>
                <a:gd name="T7" fmla="*/ 0 h 167"/>
                <a:gd name="T8" fmla="*/ 1298 w 786"/>
                <a:gd name="T9" fmla="*/ 0 h 167"/>
                <a:gd name="T10" fmla="*/ 1298 w 786"/>
                <a:gd name="T11" fmla="*/ 24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Oval 324">
              <a:extLst>
                <a:ext uri="{FF2B5EF4-FFF2-40B4-BE49-F238E27FC236}">
                  <a16:creationId xmlns:a16="http://schemas.microsoft.com/office/drawing/2014/main" id="{F06AD96D-1A3D-41D1-BDD8-8DADB1AFB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" y="900"/>
              <a:ext cx="929" cy="115"/>
            </a:xfrm>
            <a:prstGeom prst="ellipse">
              <a:avLst/>
            </a:prstGeom>
            <a:solidFill>
              <a:srgbClr val="BF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88" name="Freeform 325">
              <a:extLst>
                <a:ext uri="{FF2B5EF4-FFF2-40B4-BE49-F238E27FC236}">
                  <a16:creationId xmlns:a16="http://schemas.microsoft.com/office/drawing/2014/main" id="{58E2CB22-7A03-4667-9435-9CD745C34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899"/>
              <a:ext cx="483" cy="114"/>
            </a:xfrm>
            <a:custGeom>
              <a:avLst/>
              <a:gdLst>
                <a:gd name="T0" fmla="*/ 52 w 409"/>
                <a:gd name="T1" fmla="*/ 88 h 91"/>
                <a:gd name="T2" fmla="*/ 673 w 409"/>
                <a:gd name="T3" fmla="*/ 0 h 91"/>
                <a:gd name="T4" fmla="*/ 647 w 409"/>
                <a:gd name="T5" fmla="*/ 0 h 91"/>
                <a:gd name="T6" fmla="*/ 0 w 409"/>
                <a:gd name="T7" fmla="*/ 88 h 91"/>
                <a:gd name="T8" fmla="*/ 647 w 409"/>
                <a:gd name="T9" fmla="*/ 179 h 91"/>
                <a:gd name="T10" fmla="*/ 673 w 409"/>
                <a:gd name="T11" fmla="*/ 179 h 91"/>
                <a:gd name="T12" fmla="*/ 52 w 409"/>
                <a:gd name="T13" fmla="*/ 8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9" h="91">
                  <a:moveTo>
                    <a:pt x="31" y="45"/>
                  </a:moveTo>
                  <a:cubicBezTo>
                    <a:pt x="31" y="21"/>
                    <a:pt x="199" y="1"/>
                    <a:pt x="409" y="0"/>
                  </a:cubicBezTo>
                  <a:cubicBezTo>
                    <a:pt x="403" y="0"/>
                    <a:pt x="398" y="0"/>
                    <a:pt x="393" y="0"/>
                  </a:cubicBezTo>
                  <a:cubicBezTo>
                    <a:pt x="176" y="0"/>
                    <a:pt x="0" y="20"/>
                    <a:pt x="0" y="45"/>
                  </a:cubicBezTo>
                  <a:cubicBezTo>
                    <a:pt x="0" y="71"/>
                    <a:pt x="176" y="91"/>
                    <a:pt x="393" y="91"/>
                  </a:cubicBezTo>
                  <a:cubicBezTo>
                    <a:pt x="398" y="91"/>
                    <a:pt x="403" y="91"/>
                    <a:pt x="409" y="91"/>
                  </a:cubicBezTo>
                  <a:cubicBezTo>
                    <a:pt x="199" y="90"/>
                    <a:pt x="31" y="70"/>
                    <a:pt x="31" y="45"/>
                  </a:cubicBezTo>
                  <a:close/>
                </a:path>
              </a:pathLst>
            </a:custGeom>
            <a:solidFill>
              <a:srgbClr val="D7D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Oval 326">
              <a:extLst>
                <a:ext uri="{FF2B5EF4-FFF2-40B4-BE49-F238E27FC236}">
                  <a16:creationId xmlns:a16="http://schemas.microsoft.com/office/drawing/2014/main" id="{98E84F25-DDE9-4F9D-B462-62F48B0BB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" y="898"/>
              <a:ext cx="929" cy="115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0" name="Freeform 327">
              <a:extLst>
                <a:ext uri="{FF2B5EF4-FFF2-40B4-BE49-F238E27FC236}">
                  <a16:creationId xmlns:a16="http://schemas.microsoft.com/office/drawing/2014/main" id="{4F5EE037-4FE6-4DC6-9341-803A76B32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767"/>
              <a:ext cx="310" cy="191"/>
            </a:xfrm>
            <a:custGeom>
              <a:avLst/>
              <a:gdLst>
                <a:gd name="T0" fmla="*/ 120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2 w 262"/>
                <a:gd name="T7" fmla="*/ 0 h 152"/>
                <a:gd name="T8" fmla="*/ 350 w 262"/>
                <a:gd name="T9" fmla="*/ 0 h 152"/>
                <a:gd name="T10" fmla="*/ 434 w 262"/>
                <a:gd name="T11" fmla="*/ 84 h 152"/>
                <a:gd name="T12" fmla="*/ 434 w 262"/>
                <a:gd name="T13" fmla="*/ 279 h 152"/>
                <a:gd name="T14" fmla="*/ 335 w 262"/>
                <a:gd name="T15" fmla="*/ 246 h 152"/>
                <a:gd name="T16" fmla="*/ 335 w 262"/>
                <a:gd name="T17" fmla="*/ 101 h 152"/>
                <a:gd name="T18" fmla="*/ 270 w 262"/>
                <a:gd name="T19" fmla="*/ 48 h 152"/>
                <a:gd name="T20" fmla="*/ 174 w 262"/>
                <a:gd name="T21" fmla="*/ 48 h 152"/>
                <a:gd name="T22" fmla="*/ 120 w 262"/>
                <a:gd name="T23" fmla="*/ 122 h 152"/>
                <a:gd name="T24" fmla="*/ 120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2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2" y="124"/>
                    <a:pt x="202" y="124"/>
                    <a:pt x="202" y="124"/>
                  </a:cubicBezTo>
                  <a:cubicBezTo>
                    <a:pt x="202" y="51"/>
                    <a:pt x="202" y="51"/>
                    <a:pt x="202" y="51"/>
                  </a:cubicBezTo>
                  <a:cubicBezTo>
                    <a:pt x="202" y="51"/>
                    <a:pt x="203" y="24"/>
                    <a:pt x="163" y="24"/>
                  </a:cubicBezTo>
                  <a:cubicBezTo>
                    <a:pt x="123" y="24"/>
                    <a:pt x="105" y="24"/>
                    <a:pt x="105" y="24"/>
                  </a:cubicBezTo>
                  <a:cubicBezTo>
                    <a:pt x="105" y="24"/>
                    <a:pt x="72" y="26"/>
                    <a:pt x="72" y="61"/>
                  </a:cubicBezTo>
                  <a:cubicBezTo>
                    <a:pt x="72" y="97"/>
                    <a:pt x="72" y="152"/>
                    <a:pt x="72" y="152"/>
                  </a:cubicBezTo>
                  <a:close/>
                </a:path>
              </a:pathLst>
            </a:custGeom>
            <a:solidFill>
              <a:srgbClr val="D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328">
              <a:extLst>
                <a:ext uri="{FF2B5EF4-FFF2-40B4-BE49-F238E27FC236}">
                  <a16:creationId xmlns:a16="http://schemas.microsoft.com/office/drawing/2014/main" id="{C0D90638-26CD-4742-B875-E715D237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767"/>
              <a:ext cx="310" cy="191"/>
            </a:xfrm>
            <a:custGeom>
              <a:avLst/>
              <a:gdLst>
                <a:gd name="T0" fmla="*/ 120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2 w 262"/>
                <a:gd name="T7" fmla="*/ 0 h 152"/>
                <a:gd name="T8" fmla="*/ 350 w 262"/>
                <a:gd name="T9" fmla="*/ 0 h 152"/>
                <a:gd name="T10" fmla="*/ 434 w 262"/>
                <a:gd name="T11" fmla="*/ 84 h 152"/>
                <a:gd name="T12" fmla="*/ 434 w 262"/>
                <a:gd name="T13" fmla="*/ 279 h 152"/>
                <a:gd name="T14" fmla="*/ 335 w 262"/>
                <a:gd name="T15" fmla="*/ 246 h 152"/>
                <a:gd name="T16" fmla="*/ 335 w 262"/>
                <a:gd name="T17" fmla="*/ 101 h 152"/>
                <a:gd name="T18" fmla="*/ 270 w 262"/>
                <a:gd name="T19" fmla="*/ 48 h 152"/>
                <a:gd name="T20" fmla="*/ 174 w 262"/>
                <a:gd name="T21" fmla="*/ 48 h 152"/>
                <a:gd name="T22" fmla="*/ 120 w 262"/>
                <a:gd name="T23" fmla="*/ 122 h 152"/>
                <a:gd name="T24" fmla="*/ 120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2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2" y="124"/>
                    <a:pt x="202" y="124"/>
                    <a:pt x="202" y="124"/>
                  </a:cubicBezTo>
                  <a:cubicBezTo>
                    <a:pt x="202" y="51"/>
                    <a:pt x="202" y="51"/>
                    <a:pt x="202" y="51"/>
                  </a:cubicBezTo>
                  <a:cubicBezTo>
                    <a:pt x="202" y="51"/>
                    <a:pt x="203" y="24"/>
                    <a:pt x="163" y="24"/>
                  </a:cubicBezTo>
                  <a:cubicBezTo>
                    <a:pt x="123" y="24"/>
                    <a:pt x="105" y="24"/>
                    <a:pt x="105" y="24"/>
                  </a:cubicBezTo>
                  <a:cubicBezTo>
                    <a:pt x="105" y="24"/>
                    <a:pt x="72" y="26"/>
                    <a:pt x="72" y="61"/>
                  </a:cubicBezTo>
                  <a:cubicBezTo>
                    <a:pt x="72" y="97"/>
                    <a:pt x="72" y="152"/>
                    <a:pt x="72" y="15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329">
              <a:extLst>
                <a:ext uri="{FF2B5EF4-FFF2-40B4-BE49-F238E27FC236}">
                  <a16:creationId xmlns:a16="http://schemas.microsoft.com/office/drawing/2014/main" id="{A0E1A7AF-6977-4E47-AE74-A52F29DE9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797"/>
              <a:ext cx="109" cy="136"/>
            </a:xfrm>
            <a:custGeom>
              <a:avLst/>
              <a:gdLst>
                <a:gd name="T0" fmla="*/ 147 w 92"/>
                <a:gd name="T1" fmla="*/ 215 h 108"/>
                <a:gd name="T2" fmla="*/ 147 w 92"/>
                <a:gd name="T3" fmla="*/ 62 h 108"/>
                <a:gd name="T4" fmla="*/ 0 w 92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08">
                  <a:moveTo>
                    <a:pt x="89" y="108"/>
                  </a:move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330">
              <a:extLst>
                <a:ext uri="{FF2B5EF4-FFF2-40B4-BE49-F238E27FC236}">
                  <a16:creationId xmlns:a16="http://schemas.microsoft.com/office/drawing/2014/main" id="{25AF008E-AC63-4015-848B-1ACF5C94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802"/>
              <a:ext cx="76" cy="135"/>
            </a:xfrm>
            <a:custGeom>
              <a:avLst/>
              <a:gdLst>
                <a:gd name="T0" fmla="*/ 0 w 65"/>
                <a:gd name="T1" fmla="*/ 0 h 107"/>
                <a:gd name="T2" fmla="*/ 26 w 65"/>
                <a:gd name="T3" fmla="*/ 47 h 107"/>
                <a:gd name="T4" fmla="*/ 26 w 65"/>
                <a:gd name="T5" fmla="*/ 189 h 107"/>
                <a:gd name="T6" fmla="*/ 102 w 65"/>
                <a:gd name="T7" fmla="*/ 214 h 107"/>
                <a:gd name="T8" fmla="*/ 102 w 65"/>
                <a:gd name="T9" fmla="*/ 56 h 107"/>
                <a:gd name="T10" fmla="*/ 0 w 65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07">
                  <a:moveTo>
                    <a:pt x="0" y="0"/>
                  </a:moveTo>
                  <a:cubicBezTo>
                    <a:pt x="0" y="0"/>
                    <a:pt x="16" y="6"/>
                    <a:pt x="16" y="23"/>
                  </a:cubicBezTo>
                  <a:cubicBezTo>
                    <a:pt x="16" y="41"/>
                    <a:pt x="16" y="94"/>
                    <a:pt x="16" y="94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5" y="4"/>
                    <a:pt x="0" y="0"/>
                  </a:cubicBez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331">
              <a:extLst>
                <a:ext uri="{FF2B5EF4-FFF2-40B4-BE49-F238E27FC236}">
                  <a16:creationId xmlns:a16="http://schemas.microsoft.com/office/drawing/2014/main" id="{7840AAB7-7393-4FCC-8F85-3FCB5EF33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770"/>
              <a:ext cx="101" cy="63"/>
            </a:xfrm>
            <a:custGeom>
              <a:avLst/>
              <a:gdLst>
                <a:gd name="T0" fmla="*/ 40 w 86"/>
                <a:gd name="T1" fmla="*/ 0 h 50"/>
                <a:gd name="T2" fmla="*/ 0 w 86"/>
                <a:gd name="T3" fmla="*/ 53 h 50"/>
                <a:gd name="T4" fmla="*/ 101 w 86"/>
                <a:gd name="T5" fmla="*/ 100 h 50"/>
                <a:gd name="T6" fmla="*/ 140 w 86"/>
                <a:gd name="T7" fmla="*/ 38 h 50"/>
                <a:gd name="T8" fmla="*/ 40 w 8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0">
                  <a:moveTo>
                    <a:pt x="25" y="0"/>
                  </a:moveTo>
                  <a:cubicBezTo>
                    <a:pt x="25" y="0"/>
                    <a:pt x="1" y="5"/>
                    <a:pt x="0" y="2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4" y="28"/>
                    <a:pt x="86" y="19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E3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332">
              <a:extLst>
                <a:ext uri="{FF2B5EF4-FFF2-40B4-BE49-F238E27FC236}">
                  <a16:creationId xmlns:a16="http://schemas.microsoft.com/office/drawing/2014/main" id="{8D03075B-C104-414E-B285-90F4BD0BF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778"/>
              <a:ext cx="78" cy="40"/>
            </a:xfrm>
            <a:custGeom>
              <a:avLst/>
              <a:gdLst>
                <a:gd name="T0" fmla="*/ 0 w 66"/>
                <a:gd name="T1" fmla="*/ 20 h 32"/>
                <a:gd name="T2" fmla="*/ 15 w 66"/>
                <a:gd name="T3" fmla="*/ 0 h 32"/>
                <a:gd name="T4" fmla="*/ 109 w 66"/>
                <a:gd name="T5" fmla="*/ 38 h 32"/>
                <a:gd name="T6" fmla="*/ 93 w 66"/>
                <a:gd name="T7" fmla="*/ 63 h 32"/>
                <a:gd name="T8" fmla="*/ 0 w 66"/>
                <a:gd name="T9" fmla="*/ 2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2">
                  <a:moveTo>
                    <a:pt x="0" y="10"/>
                  </a:moveTo>
                  <a:cubicBezTo>
                    <a:pt x="0" y="10"/>
                    <a:pt x="4" y="2"/>
                    <a:pt x="9" y="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6" y="19"/>
                    <a:pt x="58" y="27"/>
                    <a:pt x="57" y="32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333">
              <a:extLst>
                <a:ext uri="{FF2B5EF4-FFF2-40B4-BE49-F238E27FC236}">
                  <a16:creationId xmlns:a16="http://schemas.microsoft.com/office/drawing/2014/main" id="{E61A508B-1182-40A5-A916-1795D925D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784"/>
              <a:ext cx="69" cy="28"/>
            </a:xfrm>
            <a:custGeom>
              <a:avLst/>
              <a:gdLst>
                <a:gd name="T0" fmla="*/ 0 w 58"/>
                <a:gd name="T1" fmla="*/ 1 h 22"/>
                <a:gd name="T2" fmla="*/ 98 w 58"/>
                <a:gd name="T3" fmla="*/ 43 h 22"/>
                <a:gd name="T4" fmla="*/ 0 w 58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2">
                  <a:moveTo>
                    <a:pt x="0" y="1"/>
                  </a:moveTo>
                  <a:cubicBezTo>
                    <a:pt x="0" y="1"/>
                    <a:pt x="49" y="22"/>
                    <a:pt x="58" y="21"/>
                  </a:cubicBezTo>
                  <a:cubicBezTo>
                    <a:pt x="58" y="21"/>
                    <a:pt x="1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334">
              <a:extLst>
                <a:ext uri="{FF2B5EF4-FFF2-40B4-BE49-F238E27FC236}">
                  <a16:creationId xmlns:a16="http://schemas.microsoft.com/office/drawing/2014/main" id="{73EDABEC-794F-4958-8137-98B507DD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772"/>
              <a:ext cx="54" cy="55"/>
            </a:xfrm>
            <a:custGeom>
              <a:avLst/>
              <a:gdLst>
                <a:gd name="T0" fmla="*/ 0 w 46"/>
                <a:gd name="T1" fmla="*/ 0 h 44"/>
                <a:gd name="T2" fmla="*/ 72 w 46"/>
                <a:gd name="T3" fmla="*/ 86 h 44"/>
                <a:gd name="T4" fmla="*/ 0 w 4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0" y="0"/>
                    <a:pt x="46" y="4"/>
                    <a:pt x="44" y="44"/>
                  </a:cubicBezTo>
                  <a:cubicBezTo>
                    <a:pt x="44" y="4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Rectangle 335">
              <a:extLst>
                <a:ext uri="{FF2B5EF4-FFF2-40B4-BE49-F238E27FC236}">
                  <a16:creationId xmlns:a16="http://schemas.microsoft.com/office/drawing/2014/main" id="{B0E7D075-01F6-40C0-84A4-302A17FFE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6" y="1017"/>
              <a:ext cx="32" cy="14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9" name="Freeform 336">
              <a:extLst>
                <a:ext uri="{FF2B5EF4-FFF2-40B4-BE49-F238E27FC236}">
                  <a16:creationId xmlns:a16="http://schemas.microsoft.com/office/drawing/2014/main" id="{DEC337A7-000C-4617-B0C4-618A9157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819"/>
              <a:ext cx="76" cy="134"/>
            </a:xfrm>
            <a:custGeom>
              <a:avLst/>
              <a:gdLst>
                <a:gd name="T0" fmla="*/ 0 w 76"/>
                <a:gd name="T1" fmla="*/ 0 h 134"/>
                <a:gd name="T2" fmla="*/ 0 w 76"/>
                <a:gd name="T3" fmla="*/ 111 h 134"/>
                <a:gd name="T4" fmla="*/ 76 w 76"/>
                <a:gd name="T5" fmla="*/ 134 h 134"/>
                <a:gd name="T6" fmla="*/ 5 w 76"/>
                <a:gd name="T7" fmla="*/ 105 h 134"/>
                <a:gd name="T8" fmla="*/ 0 w 76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4">
                  <a:moveTo>
                    <a:pt x="0" y="0"/>
                  </a:moveTo>
                  <a:lnTo>
                    <a:pt x="0" y="111"/>
                  </a:lnTo>
                  <a:lnTo>
                    <a:pt x="76" y="134"/>
                  </a:lnTo>
                  <a:lnTo>
                    <a:pt x="5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337">
              <a:extLst>
                <a:ext uri="{FF2B5EF4-FFF2-40B4-BE49-F238E27FC236}">
                  <a16:creationId xmlns:a16="http://schemas.microsoft.com/office/drawing/2014/main" id="{A9FFB3D4-E3A8-4834-BC1A-247451427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969"/>
              <a:ext cx="14" cy="141"/>
            </a:xfrm>
            <a:custGeom>
              <a:avLst/>
              <a:gdLst>
                <a:gd name="T0" fmla="*/ 0 w 12"/>
                <a:gd name="T1" fmla="*/ 0 h 112"/>
                <a:gd name="T2" fmla="*/ 0 w 12"/>
                <a:gd name="T3" fmla="*/ 224 h 112"/>
                <a:gd name="T4" fmla="*/ 0 w 1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2">
                  <a:moveTo>
                    <a:pt x="0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2" y="25"/>
                    <a:pt x="0" y="0"/>
                  </a:cubicBez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338">
              <a:extLst>
                <a:ext uri="{FF2B5EF4-FFF2-40B4-BE49-F238E27FC236}">
                  <a16:creationId xmlns:a16="http://schemas.microsoft.com/office/drawing/2014/main" id="{5B83385A-8812-48E7-BA7C-1C89D541B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041"/>
              <a:ext cx="977" cy="175"/>
            </a:xfrm>
            <a:custGeom>
              <a:avLst/>
              <a:gdLst>
                <a:gd name="T0" fmla="*/ 678 w 827"/>
                <a:gd name="T1" fmla="*/ 0 h 139"/>
                <a:gd name="T2" fmla="*/ 0 w 827"/>
                <a:gd name="T3" fmla="*/ 108 h 139"/>
                <a:gd name="T4" fmla="*/ 0 w 827"/>
                <a:gd name="T5" fmla="*/ 133 h 139"/>
                <a:gd name="T6" fmla="*/ 682 w 827"/>
                <a:gd name="T7" fmla="*/ 277 h 139"/>
                <a:gd name="T8" fmla="*/ 1363 w 827"/>
                <a:gd name="T9" fmla="*/ 133 h 139"/>
                <a:gd name="T10" fmla="*/ 1363 w 827"/>
                <a:gd name="T11" fmla="*/ 115 h 139"/>
                <a:gd name="T12" fmla="*/ 678 w 827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7" h="139">
                  <a:moveTo>
                    <a:pt x="411" y="0"/>
                  </a:moveTo>
                  <a:cubicBezTo>
                    <a:pt x="219" y="0"/>
                    <a:pt x="56" y="23"/>
                    <a:pt x="0" y="5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107"/>
                    <a:pt x="185" y="139"/>
                    <a:pt x="413" y="139"/>
                  </a:cubicBezTo>
                  <a:cubicBezTo>
                    <a:pt x="642" y="139"/>
                    <a:pt x="827" y="107"/>
                    <a:pt x="827" y="67"/>
                  </a:cubicBezTo>
                  <a:cubicBezTo>
                    <a:pt x="827" y="67"/>
                    <a:pt x="827" y="63"/>
                    <a:pt x="827" y="57"/>
                  </a:cubicBezTo>
                  <a:cubicBezTo>
                    <a:pt x="776" y="24"/>
                    <a:pt x="609" y="0"/>
                    <a:pt x="411" y="0"/>
                  </a:cubicBezTo>
                  <a:close/>
                </a:path>
              </a:pathLst>
            </a:custGeom>
            <a:solidFill>
              <a:srgbClr val="CFC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339">
              <a:extLst>
                <a:ext uri="{FF2B5EF4-FFF2-40B4-BE49-F238E27FC236}">
                  <a16:creationId xmlns:a16="http://schemas.microsoft.com/office/drawing/2014/main" id="{F964C1BA-0E4F-477E-ABD5-D8F99BF33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946"/>
              <a:ext cx="285" cy="278"/>
            </a:xfrm>
            <a:custGeom>
              <a:avLst/>
              <a:gdLst>
                <a:gd name="T0" fmla="*/ 30 w 241"/>
                <a:gd name="T1" fmla="*/ 0 h 221"/>
                <a:gd name="T2" fmla="*/ 30 w 241"/>
                <a:gd name="T3" fmla="*/ 307 h 221"/>
                <a:gd name="T4" fmla="*/ 399 w 241"/>
                <a:gd name="T5" fmla="*/ 440 h 221"/>
                <a:gd name="T6" fmla="*/ 53 w 241"/>
                <a:gd name="T7" fmla="*/ 296 h 221"/>
                <a:gd name="T8" fmla="*/ 30 w 24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21">
                  <a:moveTo>
                    <a:pt x="18" y="0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18" y="154"/>
                    <a:pt x="0" y="200"/>
                    <a:pt x="241" y="221"/>
                  </a:cubicBezTo>
                  <a:cubicBezTo>
                    <a:pt x="241" y="221"/>
                    <a:pt x="41" y="202"/>
                    <a:pt x="32" y="149"/>
                  </a:cubicBezTo>
                  <a:cubicBezTo>
                    <a:pt x="23" y="95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340">
              <a:extLst>
                <a:ext uri="{FF2B5EF4-FFF2-40B4-BE49-F238E27FC236}">
                  <a16:creationId xmlns:a16="http://schemas.microsoft.com/office/drawing/2014/main" id="{5E90AE70-94F9-4360-8D2E-B6F0710E2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149"/>
              <a:ext cx="129" cy="407"/>
            </a:xfrm>
            <a:custGeom>
              <a:avLst/>
              <a:gdLst>
                <a:gd name="T0" fmla="*/ 13 w 109"/>
                <a:gd name="T1" fmla="*/ 0 h 323"/>
                <a:gd name="T2" fmla="*/ 73 w 109"/>
                <a:gd name="T3" fmla="*/ 251 h 323"/>
                <a:gd name="T4" fmla="*/ 173 w 109"/>
                <a:gd name="T5" fmla="*/ 646 h 323"/>
                <a:gd name="T6" fmla="*/ 91 w 109"/>
                <a:gd name="T7" fmla="*/ 301 h 323"/>
                <a:gd name="T8" fmla="*/ 13 w 109"/>
                <a:gd name="T9" fmla="*/ 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323">
                  <a:moveTo>
                    <a:pt x="8" y="0"/>
                  </a:moveTo>
                  <a:cubicBezTo>
                    <a:pt x="8" y="0"/>
                    <a:pt x="2" y="95"/>
                    <a:pt x="44" y="125"/>
                  </a:cubicBezTo>
                  <a:cubicBezTo>
                    <a:pt x="87" y="156"/>
                    <a:pt x="105" y="164"/>
                    <a:pt x="104" y="323"/>
                  </a:cubicBezTo>
                  <a:cubicBezTo>
                    <a:pt x="104" y="323"/>
                    <a:pt x="109" y="173"/>
                    <a:pt x="55" y="151"/>
                  </a:cubicBezTo>
                  <a:cubicBezTo>
                    <a:pt x="0" y="129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341">
              <a:extLst>
                <a:ext uri="{FF2B5EF4-FFF2-40B4-BE49-F238E27FC236}">
                  <a16:creationId xmlns:a16="http://schemas.microsoft.com/office/drawing/2014/main" id="{14354141-88BA-4E6D-9F52-7A615823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157"/>
              <a:ext cx="653" cy="134"/>
            </a:xfrm>
            <a:custGeom>
              <a:avLst/>
              <a:gdLst>
                <a:gd name="T0" fmla="*/ 21 w 552"/>
                <a:gd name="T1" fmla="*/ 0 h 106"/>
                <a:gd name="T2" fmla="*/ 31 w 552"/>
                <a:gd name="T3" fmla="*/ 114 h 106"/>
                <a:gd name="T4" fmla="*/ 0 w 552"/>
                <a:gd name="T5" fmla="*/ 205 h 106"/>
                <a:gd name="T6" fmla="*/ 151 w 552"/>
                <a:gd name="T7" fmla="*/ 177 h 106"/>
                <a:gd name="T8" fmla="*/ 382 w 552"/>
                <a:gd name="T9" fmla="*/ 169 h 106"/>
                <a:gd name="T10" fmla="*/ 709 w 552"/>
                <a:gd name="T11" fmla="*/ 158 h 106"/>
                <a:gd name="T12" fmla="*/ 913 w 552"/>
                <a:gd name="T13" fmla="*/ 129 h 106"/>
                <a:gd name="T14" fmla="*/ 684 w 552"/>
                <a:gd name="T15" fmla="*/ 86 h 106"/>
                <a:gd name="T16" fmla="*/ 402 w 552"/>
                <a:gd name="T17" fmla="*/ 92 h 106"/>
                <a:gd name="T18" fmla="*/ 146 w 552"/>
                <a:gd name="T19" fmla="*/ 71 h 106"/>
                <a:gd name="T20" fmla="*/ 31 w 552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2" h="106">
                  <a:moveTo>
                    <a:pt x="13" y="0"/>
                  </a:moveTo>
                  <a:cubicBezTo>
                    <a:pt x="18" y="17"/>
                    <a:pt x="22" y="37"/>
                    <a:pt x="19" y="56"/>
                  </a:cubicBezTo>
                  <a:cubicBezTo>
                    <a:pt x="17" y="73"/>
                    <a:pt x="6" y="86"/>
                    <a:pt x="0" y="101"/>
                  </a:cubicBezTo>
                  <a:cubicBezTo>
                    <a:pt x="26" y="106"/>
                    <a:pt x="65" y="93"/>
                    <a:pt x="91" y="88"/>
                  </a:cubicBezTo>
                  <a:cubicBezTo>
                    <a:pt x="135" y="79"/>
                    <a:pt x="187" y="81"/>
                    <a:pt x="231" y="84"/>
                  </a:cubicBezTo>
                  <a:cubicBezTo>
                    <a:pt x="299" y="87"/>
                    <a:pt x="361" y="85"/>
                    <a:pt x="428" y="78"/>
                  </a:cubicBezTo>
                  <a:cubicBezTo>
                    <a:pt x="463" y="74"/>
                    <a:pt x="520" y="60"/>
                    <a:pt x="552" y="64"/>
                  </a:cubicBezTo>
                  <a:cubicBezTo>
                    <a:pt x="505" y="64"/>
                    <a:pt x="460" y="47"/>
                    <a:pt x="413" y="43"/>
                  </a:cubicBezTo>
                  <a:cubicBezTo>
                    <a:pt x="357" y="38"/>
                    <a:pt x="300" y="43"/>
                    <a:pt x="243" y="46"/>
                  </a:cubicBezTo>
                  <a:cubicBezTo>
                    <a:pt x="192" y="48"/>
                    <a:pt x="138" y="46"/>
                    <a:pt x="88" y="35"/>
                  </a:cubicBezTo>
                  <a:cubicBezTo>
                    <a:pt x="59" y="29"/>
                    <a:pt x="41" y="11"/>
                    <a:pt x="19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342">
              <a:extLst>
                <a:ext uri="{FF2B5EF4-FFF2-40B4-BE49-F238E27FC236}">
                  <a16:creationId xmlns:a16="http://schemas.microsoft.com/office/drawing/2014/main" id="{4578E172-8CB3-469B-9B70-3EE14BBEF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291"/>
              <a:ext cx="185" cy="652"/>
            </a:xfrm>
            <a:custGeom>
              <a:avLst/>
              <a:gdLst>
                <a:gd name="T0" fmla="*/ 257 w 157"/>
                <a:gd name="T1" fmla="*/ 10 h 518"/>
                <a:gd name="T2" fmla="*/ 139 w 157"/>
                <a:gd name="T3" fmla="*/ 44 h 518"/>
                <a:gd name="T4" fmla="*/ 62 w 157"/>
                <a:gd name="T5" fmla="*/ 145 h 518"/>
                <a:gd name="T6" fmla="*/ 34 w 157"/>
                <a:gd name="T7" fmla="*/ 578 h 518"/>
                <a:gd name="T8" fmla="*/ 57 w 157"/>
                <a:gd name="T9" fmla="*/ 972 h 518"/>
                <a:gd name="T10" fmla="*/ 166 w 157"/>
                <a:gd name="T11" fmla="*/ 894 h 518"/>
                <a:gd name="T12" fmla="*/ 166 w 157"/>
                <a:gd name="T13" fmla="*/ 607 h 518"/>
                <a:gd name="T14" fmla="*/ 194 w 157"/>
                <a:gd name="T15" fmla="*/ 194 h 518"/>
                <a:gd name="T16" fmla="*/ 249 w 157"/>
                <a:gd name="T17" fmla="*/ 0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518">
                  <a:moveTo>
                    <a:pt x="157" y="5"/>
                  </a:moveTo>
                  <a:cubicBezTo>
                    <a:pt x="139" y="0"/>
                    <a:pt x="103" y="14"/>
                    <a:pt x="85" y="22"/>
                  </a:cubicBezTo>
                  <a:cubicBezTo>
                    <a:pt x="62" y="32"/>
                    <a:pt x="48" y="48"/>
                    <a:pt x="38" y="72"/>
                  </a:cubicBezTo>
                  <a:cubicBezTo>
                    <a:pt x="11" y="136"/>
                    <a:pt x="21" y="220"/>
                    <a:pt x="21" y="290"/>
                  </a:cubicBezTo>
                  <a:cubicBezTo>
                    <a:pt x="21" y="335"/>
                    <a:pt x="0" y="453"/>
                    <a:pt x="35" y="487"/>
                  </a:cubicBezTo>
                  <a:cubicBezTo>
                    <a:pt x="66" y="518"/>
                    <a:pt x="94" y="474"/>
                    <a:pt x="102" y="448"/>
                  </a:cubicBezTo>
                  <a:cubicBezTo>
                    <a:pt x="115" y="404"/>
                    <a:pt x="103" y="349"/>
                    <a:pt x="102" y="304"/>
                  </a:cubicBezTo>
                  <a:cubicBezTo>
                    <a:pt x="100" y="232"/>
                    <a:pt x="105" y="166"/>
                    <a:pt x="119" y="97"/>
                  </a:cubicBezTo>
                  <a:cubicBezTo>
                    <a:pt x="123" y="74"/>
                    <a:pt x="154" y="7"/>
                    <a:pt x="152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343">
              <a:extLst>
                <a:ext uri="{FF2B5EF4-FFF2-40B4-BE49-F238E27FC236}">
                  <a16:creationId xmlns:a16="http://schemas.microsoft.com/office/drawing/2014/main" id="{872E2F10-2842-4BE3-A08A-68B7FDD01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957"/>
              <a:ext cx="150" cy="228"/>
            </a:xfrm>
            <a:custGeom>
              <a:avLst/>
              <a:gdLst>
                <a:gd name="T0" fmla="*/ 11 w 127"/>
                <a:gd name="T1" fmla="*/ 0 h 181"/>
                <a:gd name="T2" fmla="*/ 11 w 127"/>
                <a:gd name="T3" fmla="*/ 136 h 181"/>
                <a:gd name="T4" fmla="*/ 15 w 127"/>
                <a:gd name="T5" fmla="*/ 248 h 181"/>
                <a:gd name="T6" fmla="*/ 131 w 127"/>
                <a:gd name="T7" fmla="*/ 355 h 181"/>
                <a:gd name="T8" fmla="*/ 117 w 127"/>
                <a:gd name="T9" fmla="*/ 222 h 181"/>
                <a:gd name="T10" fmla="*/ 61 w 127"/>
                <a:gd name="T11" fmla="*/ 14 h 181"/>
                <a:gd name="T12" fmla="*/ 11 w 127"/>
                <a:gd name="T13" fmla="*/ 5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81">
                  <a:moveTo>
                    <a:pt x="7" y="0"/>
                  </a:moveTo>
                  <a:cubicBezTo>
                    <a:pt x="0" y="17"/>
                    <a:pt x="6" y="49"/>
                    <a:pt x="7" y="68"/>
                  </a:cubicBezTo>
                  <a:cubicBezTo>
                    <a:pt x="8" y="86"/>
                    <a:pt x="5" y="106"/>
                    <a:pt x="9" y="124"/>
                  </a:cubicBezTo>
                  <a:cubicBezTo>
                    <a:pt x="14" y="151"/>
                    <a:pt x="50" y="181"/>
                    <a:pt x="80" y="178"/>
                  </a:cubicBezTo>
                  <a:cubicBezTo>
                    <a:pt x="127" y="175"/>
                    <a:pt x="79" y="127"/>
                    <a:pt x="71" y="111"/>
                  </a:cubicBezTo>
                  <a:cubicBezTo>
                    <a:pt x="55" y="81"/>
                    <a:pt x="59" y="31"/>
                    <a:pt x="37" y="7"/>
                  </a:cubicBezTo>
                  <a:cubicBezTo>
                    <a:pt x="28" y="2"/>
                    <a:pt x="17" y="5"/>
                    <a:pt x="7" y="2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344">
              <a:extLst>
                <a:ext uri="{FF2B5EF4-FFF2-40B4-BE49-F238E27FC236}">
                  <a16:creationId xmlns:a16="http://schemas.microsoft.com/office/drawing/2014/main" id="{276E427F-438B-400A-A04A-521ED3FD8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259"/>
              <a:ext cx="225" cy="127"/>
            </a:xfrm>
            <a:custGeom>
              <a:avLst/>
              <a:gdLst>
                <a:gd name="T0" fmla="*/ 67 w 191"/>
                <a:gd name="T1" fmla="*/ 8 h 101"/>
                <a:gd name="T2" fmla="*/ 209 w 191"/>
                <a:gd name="T3" fmla="*/ 82 h 101"/>
                <a:gd name="T4" fmla="*/ 251 w 191"/>
                <a:gd name="T5" fmla="*/ 191 h 101"/>
                <a:gd name="T6" fmla="*/ 125 w 191"/>
                <a:gd name="T7" fmla="*/ 79 h 101"/>
                <a:gd name="T8" fmla="*/ 58 w 191"/>
                <a:gd name="T9" fmla="*/ 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01">
                  <a:moveTo>
                    <a:pt x="41" y="4"/>
                  </a:moveTo>
                  <a:cubicBezTo>
                    <a:pt x="71" y="0"/>
                    <a:pt x="108" y="17"/>
                    <a:pt x="127" y="41"/>
                  </a:cubicBezTo>
                  <a:cubicBezTo>
                    <a:pt x="136" y="52"/>
                    <a:pt x="191" y="88"/>
                    <a:pt x="154" y="96"/>
                  </a:cubicBezTo>
                  <a:cubicBezTo>
                    <a:pt x="129" y="101"/>
                    <a:pt x="99" y="51"/>
                    <a:pt x="76" y="40"/>
                  </a:cubicBezTo>
                  <a:cubicBezTo>
                    <a:pt x="65" y="35"/>
                    <a:pt x="0" y="20"/>
                    <a:pt x="36" y="1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345">
              <a:extLst>
                <a:ext uri="{FF2B5EF4-FFF2-40B4-BE49-F238E27FC236}">
                  <a16:creationId xmlns:a16="http://schemas.microsoft.com/office/drawing/2014/main" id="{79EB49B6-0665-43AF-873F-FA10205C2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357"/>
              <a:ext cx="72" cy="109"/>
            </a:xfrm>
            <a:custGeom>
              <a:avLst/>
              <a:gdLst>
                <a:gd name="T0" fmla="*/ 20 w 61"/>
                <a:gd name="T1" fmla="*/ 0 h 86"/>
                <a:gd name="T2" fmla="*/ 54 w 61"/>
                <a:gd name="T3" fmla="*/ 167 h 86"/>
                <a:gd name="T4" fmla="*/ 17 w 61"/>
                <a:gd name="T5" fmla="*/ 1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6">
                  <a:moveTo>
                    <a:pt x="12" y="0"/>
                  </a:moveTo>
                  <a:cubicBezTo>
                    <a:pt x="38" y="8"/>
                    <a:pt x="61" y="86"/>
                    <a:pt x="33" y="82"/>
                  </a:cubicBezTo>
                  <a:cubicBezTo>
                    <a:pt x="19" y="79"/>
                    <a:pt x="0" y="15"/>
                    <a:pt x="10" y="6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jar-of-dried-tarragon-herb">
            <a:extLst>
              <a:ext uri="{FF2B5EF4-FFF2-40B4-BE49-F238E27FC236}">
                <a16:creationId xmlns:a16="http://schemas.microsoft.com/office/drawing/2014/main" id="{E4C868F8-9A5D-4D4D-B7D7-8E8B680C34D2}"/>
              </a:ext>
            </a:extLst>
          </p:cNvPr>
          <p:cNvGrpSpPr>
            <a:grpSpLocks/>
          </p:cNvGrpSpPr>
          <p:nvPr/>
        </p:nvGrpSpPr>
        <p:grpSpPr bwMode="auto">
          <a:xfrm>
            <a:off x="4194175" y="1419225"/>
            <a:ext cx="1671638" cy="2349500"/>
            <a:chOff x="1682" y="768"/>
            <a:chExt cx="1053" cy="1480"/>
          </a:xfrm>
        </p:grpSpPr>
        <p:sp>
          <p:nvSpPr>
            <p:cNvPr id="39229" name="Freeform 60">
              <a:extLst>
                <a:ext uri="{FF2B5EF4-FFF2-40B4-BE49-F238E27FC236}">
                  <a16:creationId xmlns:a16="http://schemas.microsoft.com/office/drawing/2014/main" id="{D590F944-D4FB-40AD-BAB8-F0CFA995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114"/>
              <a:ext cx="1053" cy="1134"/>
            </a:xfrm>
            <a:custGeom>
              <a:avLst/>
              <a:gdLst>
                <a:gd name="T0" fmla="*/ 1465 w 892"/>
                <a:gd name="T1" fmla="*/ 1647 h 900"/>
                <a:gd name="T2" fmla="*/ 735 w 892"/>
                <a:gd name="T3" fmla="*/ 1801 h 900"/>
                <a:gd name="T4" fmla="*/ 8 w 892"/>
                <a:gd name="T5" fmla="*/ 1647 h 900"/>
                <a:gd name="T6" fmla="*/ 8 w 892"/>
                <a:gd name="T7" fmla="*/ 509 h 900"/>
                <a:gd name="T8" fmla="*/ 98 w 892"/>
                <a:gd name="T9" fmla="*/ 287 h 900"/>
                <a:gd name="T10" fmla="*/ 168 w 892"/>
                <a:gd name="T11" fmla="*/ 0 h 900"/>
                <a:gd name="T12" fmla="*/ 1300 w 892"/>
                <a:gd name="T13" fmla="*/ 0 h 900"/>
                <a:gd name="T14" fmla="*/ 1358 w 892"/>
                <a:gd name="T15" fmla="*/ 295 h 900"/>
                <a:gd name="T16" fmla="*/ 1467 w 892"/>
                <a:gd name="T17" fmla="*/ 518 h 900"/>
                <a:gd name="T18" fmla="*/ 1465 w 892"/>
                <a:gd name="T19" fmla="*/ 1647 h 9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2" h="900">
                  <a:moveTo>
                    <a:pt x="890" y="823"/>
                  </a:moveTo>
                  <a:cubicBezTo>
                    <a:pt x="890" y="866"/>
                    <a:pt x="692" y="900"/>
                    <a:pt x="447" y="900"/>
                  </a:cubicBezTo>
                  <a:cubicBezTo>
                    <a:pt x="203" y="900"/>
                    <a:pt x="5" y="866"/>
                    <a:pt x="5" y="823"/>
                  </a:cubicBezTo>
                  <a:cubicBezTo>
                    <a:pt x="5" y="255"/>
                    <a:pt x="5" y="255"/>
                    <a:pt x="5" y="255"/>
                  </a:cubicBezTo>
                  <a:cubicBezTo>
                    <a:pt x="5" y="255"/>
                    <a:pt x="0" y="184"/>
                    <a:pt x="59" y="144"/>
                  </a:cubicBezTo>
                  <a:cubicBezTo>
                    <a:pt x="118" y="104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7" y="115"/>
                    <a:pt x="825" y="148"/>
                  </a:cubicBezTo>
                  <a:cubicBezTo>
                    <a:pt x="863" y="175"/>
                    <a:pt x="892" y="196"/>
                    <a:pt x="892" y="259"/>
                  </a:cubicBezTo>
                  <a:cubicBezTo>
                    <a:pt x="892" y="322"/>
                    <a:pt x="890" y="823"/>
                    <a:pt x="890" y="823"/>
                  </a:cubicBezTo>
                  <a:close/>
                </a:path>
              </a:pathLst>
            </a:custGeom>
            <a:solidFill>
              <a:srgbClr val="C1C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61">
              <a:extLst>
                <a:ext uri="{FF2B5EF4-FFF2-40B4-BE49-F238E27FC236}">
                  <a16:creationId xmlns:a16="http://schemas.microsoft.com/office/drawing/2014/main" id="{F4A9A779-81F2-43DE-97A0-FE93BD8DD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140"/>
              <a:ext cx="983" cy="1076"/>
            </a:xfrm>
            <a:custGeom>
              <a:avLst/>
              <a:gdLst>
                <a:gd name="T0" fmla="*/ 1371 w 832"/>
                <a:gd name="T1" fmla="*/ 1561 h 855"/>
                <a:gd name="T2" fmla="*/ 688 w 832"/>
                <a:gd name="T3" fmla="*/ 1704 h 855"/>
                <a:gd name="T4" fmla="*/ 7 w 832"/>
                <a:gd name="T5" fmla="*/ 1561 h 855"/>
                <a:gd name="T6" fmla="*/ 7 w 832"/>
                <a:gd name="T7" fmla="*/ 479 h 855"/>
                <a:gd name="T8" fmla="*/ 91 w 832"/>
                <a:gd name="T9" fmla="*/ 271 h 855"/>
                <a:gd name="T10" fmla="*/ 156 w 832"/>
                <a:gd name="T11" fmla="*/ 0 h 855"/>
                <a:gd name="T12" fmla="*/ 1216 w 832"/>
                <a:gd name="T13" fmla="*/ 0 h 855"/>
                <a:gd name="T14" fmla="*/ 1270 w 832"/>
                <a:gd name="T15" fmla="*/ 278 h 855"/>
                <a:gd name="T16" fmla="*/ 1372 w 832"/>
                <a:gd name="T17" fmla="*/ 486 h 855"/>
                <a:gd name="T18" fmla="*/ 1371 w 832"/>
                <a:gd name="T19" fmla="*/ 1561 h 8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2" h="855">
                  <a:moveTo>
                    <a:pt x="831" y="783"/>
                  </a:moveTo>
                  <a:cubicBezTo>
                    <a:pt x="831" y="823"/>
                    <a:pt x="646" y="855"/>
                    <a:pt x="417" y="855"/>
                  </a:cubicBezTo>
                  <a:cubicBezTo>
                    <a:pt x="189" y="855"/>
                    <a:pt x="4" y="823"/>
                    <a:pt x="4" y="783"/>
                  </a:cubicBezTo>
                  <a:cubicBezTo>
                    <a:pt x="4" y="241"/>
                    <a:pt x="4" y="241"/>
                    <a:pt x="4" y="241"/>
                  </a:cubicBezTo>
                  <a:cubicBezTo>
                    <a:pt x="4" y="241"/>
                    <a:pt x="0" y="174"/>
                    <a:pt x="55" y="136"/>
                  </a:cubicBezTo>
                  <a:cubicBezTo>
                    <a:pt x="110" y="98"/>
                    <a:pt x="95" y="0"/>
                    <a:pt x="95" y="0"/>
                  </a:cubicBezTo>
                  <a:cubicBezTo>
                    <a:pt x="737" y="0"/>
                    <a:pt x="737" y="0"/>
                    <a:pt x="737" y="0"/>
                  </a:cubicBezTo>
                  <a:cubicBezTo>
                    <a:pt x="737" y="0"/>
                    <a:pt x="725" y="109"/>
                    <a:pt x="770" y="140"/>
                  </a:cubicBezTo>
                  <a:cubicBezTo>
                    <a:pt x="806" y="165"/>
                    <a:pt x="832" y="185"/>
                    <a:pt x="832" y="244"/>
                  </a:cubicBezTo>
                  <a:cubicBezTo>
                    <a:pt x="832" y="303"/>
                    <a:pt x="831" y="783"/>
                    <a:pt x="831" y="783"/>
                  </a:cubicBezTo>
                  <a:close/>
                </a:path>
              </a:pathLst>
            </a:custGeom>
            <a:solidFill>
              <a:srgbClr val="DED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62">
              <a:extLst>
                <a:ext uri="{FF2B5EF4-FFF2-40B4-BE49-F238E27FC236}">
                  <a16:creationId xmlns:a16="http://schemas.microsoft.com/office/drawing/2014/main" id="{26E84E85-13F2-4146-9235-20B6FCE78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432"/>
              <a:ext cx="978" cy="784"/>
            </a:xfrm>
            <a:custGeom>
              <a:avLst/>
              <a:gdLst>
                <a:gd name="T0" fmla="*/ 1363 w 828"/>
                <a:gd name="T1" fmla="*/ 1097 h 623"/>
                <a:gd name="T2" fmla="*/ 1364 w 828"/>
                <a:gd name="T3" fmla="*/ 216 h 623"/>
                <a:gd name="T4" fmla="*/ 1186 w 828"/>
                <a:gd name="T5" fmla="*/ 190 h 623"/>
                <a:gd name="T6" fmla="*/ 739 w 828"/>
                <a:gd name="T7" fmla="*/ 227 h 623"/>
                <a:gd name="T8" fmla="*/ 467 w 828"/>
                <a:gd name="T9" fmla="*/ 98 h 623"/>
                <a:gd name="T10" fmla="*/ 313 w 828"/>
                <a:gd name="T11" fmla="*/ 8 h 623"/>
                <a:gd name="T12" fmla="*/ 91 w 828"/>
                <a:gd name="T13" fmla="*/ 136 h 623"/>
                <a:gd name="T14" fmla="*/ 0 w 828"/>
                <a:gd name="T15" fmla="*/ 223 h 623"/>
                <a:gd name="T16" fmla="*/ 0 w 828"/>
                <a:gd name="T17" fmla="*/ 1097 h 623"/>
                <a:gd name="T18" fmla="*/ 680 w 828"/>
                <a:gd name="T19" fmla="*/ 1242 h 623"/>
                <a:gd name="T20" fmla="*/ 1363 w 828"/>
                <a:gd name="T21" fmla="*/ 1097 h 6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8" h="623">
                  <a:moveTo>
                    <a:pt x="827" y="551"/>
                  </a:moveTo>
                  <a:cubicBezTo>
                    <a:pt x="827" y="551"/>
                    <a:pt x="828" y="266"/>
                    <a:pt x="828" y="109"/>
                  </a:cubicBezTo>
                  <a:cubicBezTo>
                    <a:pt x="794" y="82"/>
                    <a:pt x="765" y="105"/>
                    <a:pt x="720" y="95"/>
                  </a:cubicBezTo>
                  <a:cubicBezTo>
                    <a:pt x="632" y="75"/>
                    <a:pt x="538" y="110"/>
                    <a:pt x="449" y="114"/>
                  </a:cubicBezTo>
                  <a:cubicBezTo>
                    <a:pt x="401" y="116"/>
                    <a:pt x="330" y="60"/>
                    <a:pt x="283" y="49"/>
                  </a:cubicBezTo>
                  <a:cubicBezTo>
                    <a:pt x="246" y="41"/>
                    <a:pt x="230" y="0"/>
                    <a:pt x="190" y="4"/>
                  </a:cubicBezTo>
                  <a:cubicBezTo>
                    <a:pt x="134" y="9"/>
                    <a:pt x="101" y="37"/>
                    <a:pt x="55" y="68"/>
                  </a:cubicBezTo>
                  <a:cubicBezTo>
                    <a:pt x="37" y="80"/>
                    <a:pt x="19" y="97"/>
                    <a:pt x="0" y="112"/>
                  </a:cubicBezTo>
                  <a:cubicBezTo>
                    <a:pt x="0" y="551"/>
                    <a:pt x="0" y="551"/>
                    <a:pt x="0" y="551"/>
                  </a:cubicBezTo>
                  <a:cubicBezTo>
                    <a:pt x="0" y="591"/>
                    <a:pt x="185" y="623"/>
                    <a:pt x="413" y="623"/>
                  </a:cubicBezTo>
                  <a:cubicBezTo>
                    <a:pt x="642" y="623"/>
                    <a:pt x="827" y="591"/>
                    <a:pt x="827" y="551"/>
                  </a:cubicBezTo>
                  <a:close/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63">
              <a:extLst>
                <a:ext uri="{FF2B5EF4-FFF2-40B4-BE49-F238E27FC236}">
                  <a16:creationId xmlns:a16="http://schemas.microsoft.com/office/drawing/2014/main" id="{43D88BE7-ACCD-4CC6-9B62-623A9EC06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444"/>
              <a:ext cx="976" cy="772"/>
            </a:xfrm>
            <a:custGeom>
              <a:avLst/>
              <a:gdLst>
                <a:gd name="T0" fmla="*/ 1360 w 827"/>
                <a:gd name="T1" fmla="*/ 1081 h 613"/>
                <a:gd name="T2" fmla="*/ 1360 w 827"/>
                <a:gd name="T3" fmla="*/ 909 h 613"/>
                <a:gd name="T4" fmla="*/ 1269 w 827"/>
                <a:gd name="T5" fmla="*/ 869 h 613"/>
                <a:gd name="T6" fmla="*/ 1204 w 827"/>
                <a:gd name="T7" fmla="*/ 854 h 613"/>
                <a:gd name="T8" fmla="*/ 1126 w 827"/>
                <a:gd name="T9" fmla="*/ 840 h 613"/>
                <a:gd name="T10" fmla="*/ 1067 w 827"/>
                <a:gd name="T11" fmla="*/ 869 h 613"/>
                <a:gd name="T12" fmla="*/ 1006 w 827"/>
                <a:gd name="T13" fmla="*/ 880 h 613"/>
                <a:gd name="T14" fmla="*/ 967 w 827"/>
                <a:gd name="T15" fmla="*/ 725 h 613"/>
                <a:gd name="T16" fmla="*/ 899 w 827"/>
                <a:gd name="T17" fmla="*/ 748 h 613"/>
                <a:gd name="T18" fmla="*/ 756 w 827"/>
                <a:gd name="T19" fmla="*/ 738 h 613"/>
                <a:gd name="T20" fmla="*/ 624 w 827"/>
                <a:gd name="T21" fmla="*/ 689 h 613"/>
                <a:gd name="T22" fmla="*/ 426 w 827"/>
                <a:gd name="T23" fmla="*/ 579 h 613"/>
                <a:gd name="T24" fmla="*/ 319 w 827"/>
                <a:gd name="T25" fmla="*/ 341 h 613"/>
                <a:gd name="T26" fmla="*/ 257 w 827"/>
                <a:gd name="T27" fmla="*/ 112 h 613"/>
                <a:gd name="T28" fmla="*/ 260 w 827"/>
                <a:gd name="T29" fmla="*/ 0 h 613"/>
                <a:gd name="T30" fmla="*/ 91 w 827"/>
                <a:gd name="T31" fmla="*/ 116 h 613"/>
                <a:gd name="T32" fmla="*/ 0 w 827"/>
                <a:gd name="T33" fmla="*/ 203 h 613"/>
                <a:gd name="T34" fmla="*/ 0 w 827"/>
                <a:gd name="T35" fmla="*/ 1081 h 613"/>
                <a:gd name="T36" fmla="*/ 679 w 827"/>
                <a:gd name="T37" fmla="*/ 1224 h 613"/>
                <a:gd name="T38" fmla="*/ 1360 w 827"/>
                <a:gd name="T39" fmla="*/ 1081 h 6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7" h="613">
                  <a:moveTo>
                    <a:pt x="827" y="541"/>
                  </a:moveTo>
                  <a:cubicBezTo>
                    <a:pt x="827" y="541"/>
                    <a:pt x="827" y="507"/>
                    <a:pt x="827" y="455"/>
                  </a:cubicBezTo>
                  <a:cubicBezTo>
                    <a:pt x="809" y="445"/>
                    <a:pt x="790" y="438"/>
                    <a:pt x="772" y="435"/>
                  </a:cubicBezTo>
                  <a:cubicBezTo>
                    <a:pt x="771" y="440"/>
                    <a:pt x="739" y="432"/>
                    <a:pt x="732" y="427"/>
                  </a:cubicBezTo>
                  <a:cubicBezTo>
                    <a:pt x="731" y="443"/>
                    <a:pt x="692" y="442"/>
                    <a:pt x="685" y="421"/>
                  </a:cubicBezTo>
                  <a:cubicBezTo>
                    <a:pt x="687" y="440"/>
                    <a:pt x="655" y="453"/>
                    <a:pt x="649" y="435"/>
                  </a:cubicBezTo>
                  <a:cubicBezTo>
                    <a:pt x="640" y="439"/>
                    <a:pt x="621" y="437"/>
                    <a:pt x="612" y="441"/>
                  </a:cubicBezTo>
                  <a:cubicBezTo>
                    <a:pt x="603" y="415"/>
                    <a:pt x="594" y="389"/>
                    <a:pt x="588" y="363"/>
                  </a:cubicBezTo>
                  <a:cubicBezTo>
                    <a:pt x="578" y="368"/>
                    <a:pt x="558" y="367"/>
                    <a:pt x="547" y="375"/>
                  </a:cubicBezTo>
                  <a:cubicBezTo>
                    <a:pt x="512" y="298"/>
                    <a:pt x="467" y="259"/>
                    <a:pt x="460" y="369"/>
                  </a:cubicBezTo>
                  <a:cubicBezTo>
                    <a:pt x="441" y="348"/>
                    <a:pt x="412" y="330"/>
                    <a:pt x="380" y="345"/>
                  </a:cubicBezTo>
                  <a:cubicBezTo>
                    <a:pt x="368" y="219"/>
                    <a:pt x="315" y="301"/>
                    <a:pt x="259" y="290"/>
                  </a:cubicBezTo>
                  <a:cubicBezTo>
                    <a:pt x="159" y="270"/>
                    <a:pt x="287" y="189"/>
                    <a:pt x="194" y="171"/>
                  </a:cubicBezTo>
                  <a:cubicBezTo>
                    <a:pt x="193" y="189"/>
                    <a:pt x="304" y="95"/>
                    <a:pt x="157" y="56"/>
                  </a:cubicBezTo>
                  <a:cubicBezTo>
                    <a:pt x="180" y="39"/>
                    <a:pt x="164" y="17"/>
                    <a:pt x="158" y="0"/>
                  </a:cubicBezTo>
                  <a:cubicBezTo>
                    <a:pt x="120" y="11"/>
                    <a:pt x="91" y="34"/>
                    <a:pt x="55" y="58"/>
                  </a:cubicBezTo>
                  <a:cubicBezTo>
                    <a:pt x="37" y="70"/>
                    <a:pt x="19" y="87"/>
                    <a:pt x="0" y="102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81"/>
                    <a:pt x="185" y="613"/>
                    <a:pt x="413" y="613"/>
                  </a:cubicBezTo>
                  <a:cubicBezTo>
                    <a:pt x="642" y="613"/>
                    <a:pt x="827" y="581"/>
                    <a:pt x="827" y="541"/>
                  </a:cubicBezTo>
                  <a:close/>
                </a:path>
              </a:pathLst>
            </a:custGeom>
            <a:solidFill>
              <a:srgbClr val="637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64">
              <a:extLst>
                <a:ext uri="{FF2B5EF4-FFF2-40B4-BE49-F238E27FC236}">
                  <a16:creationId xmlns:a16="http://schemas.microsoft.com/office/drawing/2014/main" id="{541EEF75-A925-496E-8C95-F9DF46F20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114"/>
              <a:ext cx="1053" cy="1134"/>
            </a:xfrm>
            <a:custGeom>
              <a:avLst/>
              <a:gdLst>
                <a:gd name="T0" fmla="*/ 1465 w 892"/>
                <a:gd name="T1" fmla="*/ 1647 h 900"/>
                <a:gd name="T2" fmla="*/ 735 w 892"/>
                <a:gd name="T3" fmla="*/ 1801 h 900"/>
                <a:gd name="T4" fmla="*/ 8 w 892"/>
                <a:gd name="T5" fmla="*/ 1647 h 900"/>
                <a:gd name="T6" fmla="*/ 8 w 892"/>
                <a:gd name="T7" fmla="*/ 509 h 900"/>
                <a:gd name="T8" fmla="*/ 98 w 892"/>
                <a:gd name="T9" fmla="*/ 287 h 900"/>
                <a:gd name="T10" fmla="*/ 168 w 892"/>
                <a:gd name="T11" fmla="*/ 0 h 900"/>
                <a:gd name="T12" fmla="*/ 1300 w 892"/>
                <a:gd name="T13" fmla="*/ 0 h 900"/>
                <a:gd name="T14" fmla="*/ 1358 w 892"/>
                <a:gd name="T15" fmla="*/ 295 h 900"/>
                <a:gd name="T16" fmla="*/ 1467 w 892"/>
                <a:gd name="T17" fmla="*/ 518 h 900"/>
                <a:gd name="T18" fmla="*/ 1465 w 892"/>
                <a:gd name="T19" fmla="*/ 1647 h 9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2" h="900">
                  <a:moveTo>
                    <a:pt x="890" y="823"/>
                  </a:moveTo>
                  <a:cubicBezTo>
                    <a:pt x="890" y="866"/>
                    <a:pt x="692" y="900"/>
                    <a:pt x="447" y="900"/>
                  </a:cubicBezTo>
                  <a:cubicBezTo>
                    <a:pt x="203" y="900"/>
                    <a:pt x="5" y="866"/>
                    <a:pt x="5" y="823"/>
                  </a:cubicBezTo>
                  <a:cubicBezTo>
                    <a:pt x="5" y="255"/>
                    <a:pt x="5" y="255"/>
                    <a:pt x="5" y="255"/>
                  </a:cubicBezTo>
                  <a:cubicBezTo>
                    <a:pt x="5" y="255"/>
                    <a:pt x="0" y="184"/>
                    <a:pt x="59" y="144"/>
                  </a:cubicBezTo>
                  <a:cubicBezTo>
                    <a:pt x="118" y="104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7" y="115"/>
                    <a:pt x="825" y="148"/>
                  </a:cubicBezTo>
                  <a:cubicBezTo>
                    <a:pt x="863" y="175"/>
                    <a:pt x="892" y="196"/>
                    <a:pt x="892" y="259"/>
                  </a:cubicBezTo>
                  <a:cubicBezTo>
                    <a:pt x="892" y="322"/>
                    <a:pt x="890" y="823"/>
                    <a:pt x="890" y="82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65">
              <a:extLst>
                <a:ext uri="{FF2B5EF4-FFF2-40B4-BE49-F238E27FC236}">
                  <a16:creationId xmlns:a16="http://schemas.microsoft.com/office/drawing/2014/main" id="{5B8CCC17-330D-4443-90E9-4187873B2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959"/>
              <a:ext cx="928" cy="211"/>
            </a:xfrm>
            <a:custGeom>
              <a:avLst/>
              <a:gdLst>
                <a:gd name="T0" fmla="*/ 1294 w 786"/>
                <a:gd name="T1" fmla="*/ 244 h 167"/>
                <a:gd name="T2" fmla="*/ 647 w 786"/>
                <a:gd name="T3" fmla="*/ 337 h 167"/>
                <a:gd name="T4" fmla="*/ 0 w 786"/>
                <a:gd name="T5" fmla="*/ 244 h 167"/>
                <a:gd name="T6" fmla="*/ 0 w 786"/>
                <a:gd name="T7" fmla="*/ 0 h 167"/>
                <a:gd name="T8" fmla="*/ 1294 w 786"/>
                <a:gd name="T9" fmla="*/ 0 h 167"/>
                <a:gd name="T10" fmla="*/ 1294 w 786"/>
                <a:gd name="T11" fmla="*/ 244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66">
              <a:extLst>
                <a:ext uri="{FF2B5EF4-FFF2-40B4-BE49-F238E27FC236}">
                  <a16:creationId xmlns:a16="http://schemas.microsoft.com/office/drawing/2014/main" id="{710A73F7-3195-439E-A482-AEFE99DEE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959"/>
              <a:ext cx="476" cy="211"/>
            </a:xfrm>
            <a:custGeom>
              <a:avLst/>
              <a:gdLst>
                <a:gd name="T0" fmla="*/ 0 w 403"/>
                <a:gd name="T1" fmla="*/ 327 h 167"/>
                <a:gd name="T2" fmla="*/ 294 w 403"/>
                <a:gd name="T3" fmla="*/ 337 h 167"/>
                <a:gd name="T4" fmla="*/ 664 w 403"/>
                <a:gd name="T5" fmla="*/ 321 h 167"/>
                <a:gd name="T6" fmla="*/ 664 w 403"/>
                <a:gd name="T7" fmla="*/ 0 h 167"/>
                <a:gd name="T8" fmla="*/ 0 w 403"/>
                <a:gd name="T9" fmla="*/ 0 h 167"/>
                <a:gd name="T10" fmla="*/ 0 w 403"/>
                <a:gd name="T11" fmla="*/ 327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3" h="167">
                  <a:moveTo>
                    <a:pt x="0" y="162"/>
                  </a:moveTo>
                  <a:cubicBezTo>
                    <a:pt x="54" y="165"/>
                    <a:pt x="115" y="167"/>
                    <a:pt x="179" y="167"/>
                  </a:cubicBezTo>
                  <a:cubicBezTo>
                    <a:pt x="263" y="167"/>
                    <a:pt x="340" y="164"/>
                    <a:pt x="403" y="159"/>
                  </a:cubicBezTo>
                  <a:cubicBezTo>
                    <a:pt x="403" y="0"/>
                    <a:pt x="403" y="0"/>
                    <a:pt x="40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2"/>
                  </a:lnTo>
                  <a:close/>
                </a:path>
              </a:pathLst>
            </a:custGeom>
            <a:solidFill>
              <a:srgbClr val="B6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67">
              <a:extLst>
                <a:ext uri="{FF2B5EF4-FFF2-40B4-BE49-F238E27FC236}">
                  <a16:creationId xmlns:a16="http://schemas.microsoft.com/office/drawing/2014/main" id="{D1B6AEAB-EDC9-4061-862A-823E33CFF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959"/>
              <a:ext cx="245" cy="211"/>
            </a:xfrm>
            <a:custGeom>
              <a:avLst/>
              <a:gdLst>
                <a:gd name="T0" fmla="*/ 0 w 208"/>
                <a:gd name="T1" fmla="*/ 332 h 167"/>
                <a:gd name="T2" fmla="*/ 180 w 208"/>
                <a:gd name="T3" fmla="*/ 337 h 167"/>
                <a:gd name="T4" fmla="*/ 340 w 208"/>
                <a:gd name="T5" fmla="*/ 335 h 167"/>
                <a:gd name="T6" fmla="*/ 340 w 208"/>
                <a:gd name="T7" fmla="*/ 0 h 167"/>
                <a:gd name="T8" fmla="*/ 0 w 208"/>
                <a:gd name="T9" fmla="*/ 0 h 167"/>
                <a:gd name="T10" fmla="*/ 0 w 208"/>
                <a:gd name="T11" fmla="*/ 332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8" h="167">
                  <a:moveTo>
                    <a:pt x="0" y="165"/>
                  </a:moveTo>
                  <a:cubicBezTo>
                    <a:pt x="35" y="167"/>
                    <a:pt x="72" y="167"/>
                    <a:pt x="110" y="167"/>
                  </a:cubicBezTo>
                  <a:cubicBezTo>
                    <a:pt x="144" y="167"/>
                    <a:pt x="177" y="167"/>
                    <a:pt x="208" y="166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5"/>
                  </a:ln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68">
              <a:extLst>
                <a:ext uri="{FF2B5EF4-FFF2-40B4-BE49-F238E27FC236}">
                  <a16:creationId xmlns:a16="http://schemas.microsoft.com/office/drawing/2014/main" id="{44A38773-5D66-4009-B848-53BC18F49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959"/>
              <a:ext cx="928" cy="211"/>
            </a:xfrm>
            <a:custGeom>
              <a:avLst/>
              <a:gdLst>
                <a:gd name="T0" fmla="*/ 1294 w 786"/>
                <a:gd name="T1" fmla="*/ 244 h 167"/>
                <a:gd name="T2" fmla="*/ 647 w 786"/>
                <a:gd name="T3" fmla="*/ 337 h 167"/>
                <a:gd name="T4" fmla="*/ 0 w 786"/>
                <a:gd name="T5" fmla="*/ 244 h 167"/>
                <a:gd name="T6" fmla="*/ 0 w 786"/>
                <a:gd name="T7" fmla="*/ 0 h 167"/>
                <a:gd name="T8" fmla="*/ 1294 w 786"/>
                <a:gd name="T9" fmla="*/ 0 h 167"/>
                <a:gd name="T10" fmla="*/ 1294 w 786"/>
                <a:gd name="T11" fmla="*/ 244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Oval 69">
              <a:extLst>
                <a:ext uri="{FF2B5EF4-FFF2-40B4-BE49-F238E27FC236}">
                  <a16:creationId xmlns:a16="http://schemas.microsoft.com/office/drawing/2014/main" id="{60D52907-1920-44E1-BB10-FBD86E41F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902"/>
              <a:ext cx="928" cy="115"/>
            </a:xfrm>
            <a:prstGeom prst="ellipse">
              <a:avLst/>
            </a:prstGeom>
            <a:solidFill>
              <a:srgbClr val="BF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39" name="Freeform 70">
              <a:extLst>
                <a:ext uri="{FF2B5EF4-FFF2-40B4-BE49-F238E27FC236}">
                  <a16:creationId xmlns:a16="http://schemas.microsoft.com/office/drawing/2014/main" id="{B8C6F17B-13B9-4FEB-99FC-0ECC4C8BC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900"/>
              <a:ext cx="483" cy="115"/>
            </a:xfrm>
            <a:custGeom>
              <a:avLst/>
              <a:gdLst>
                <a:gd name="T0" fmla="*/ 52 w 409"/>
                <a:gd name="T1" fmla="*/ 91 h 91"/>
                <a:gd name="T2" fmla="*/ 673 w 409"/>
                <a:gd name="T3" fmla="*/ 0 h 91"/>
                <a:gd name="T4" fmla="*/ 647 w 409"/>
                <a:gd name="T5" fmla="*/ 0 h 91"/>
                <a:gd name="T6" fmla="*/ 0 w 409"/>
                <a:gd name="T7" fmla="*/ 91 h 91"/>
                <a:gd name="T8" fmla="*/ 647 w 409"/>
                <a:gd name="T9" fmla="*/ 183 h 91"/>
                <a:gd name="T10" fmla="*/ 673 w 409"/>
                <a:gd name="T11" fmla="*/ 183 h 91"/>
                <a:gd name="T12" fmla="*/ 52 w 409"/>
                <a:gd name="T13" fmla="*/ 9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9" h="91">
                  <a:moveTo>
                    <a:pt x="31" y="45"/>
                  </a:moveTo>
                  <a:cubicBezTo>
                    <a:pt x="31" y="21"/>
                    <a:pt x="199" y="1"/>
                    <a:pt x="409" y="0"/>
                  </a:cubicBezTo>
                  <a:cubicBezTo>
                    <a:pt x="404" y="0"/>
                    <a:pt x="398" y="0"/>
                    <a:pt x="393" y="0"/>
                  </a:cubicBezTo>
                  <a:cubicBezTo>
                    <a:pt x="176" y="0"/>
                    <a:pt x="0" y="20"/>
                    <a:pt x="0" y="45"/>
                  </a:cubicBezTo>
                  <a:cubicBezTo>
                    <a:pt x="0" y="71"/>
                    <a:pt x="176" y="91"/>
                    <a:pt x="393" y="91"/>
                  </a:cubicBezTo>
                  <a:cubicBezTo>
                    <a:pt x="398" y="91"/>
                    <a:pt x="404" y="91"/>
                    <a:pt x="409" y="91"/>
                  </a:cubicBezTo>
                  <a:cubicBezTo>
                    <a:pt x="199" y="90"/>
                    <a:pt x="31" y="70"/>
                    <a:pt x="31" y="45"/>
                  </a:cubicBezTo>
                  <a:close/>
                </a:path>
              </a:pathLst>
            </a:custGeom>
            <a:solidFill>
              <a:srgbClr val="D7D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Oval 71">
              <a:extLst>
                <a:ext uri="{FF2B5EF4-FFF2-40B4-BE49-F238E27FC236}">
                  <a16:creationId xmlns:a16="http://schemas.microsoft.com/office/drawing/2014/main" id="{FA2D0BA8-6004-4C6C-996C-037FFB987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900"/>
              <a:ext cx="928" cy="11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41" name="Freeform 72">
              <a:extLst>
                <a:ext uri="{FF2B5EF4-FFF2-40B4-BE49-F238E27FC236}">
                  <a16:creationId xmlns:a16="http://schemas.microsoft.com/office/drawing/2014/main" id="{423E4DA4-1825-42E2-B367-E601769D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768"/>
              <a:ext cx="310" cy="191"/>
            </a:xfrm>
            <a:custGeom>
              <a:avLst/>
              <a:gdLst>
                <a:gd name="T0" fmla="*/ 121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2 w 262"/>
                <a:gd name="T7" fmla="*/ 0 h 152"/>
                <a:gd name="T8" fmla="*/ 350 w 262"/>
                <a:gd name="T9" fmla="*/ 0 h 152"/>
                <a:gd name="T10" fmla="*/ 434 w 262"/>
                <a:gd name="T11" fmla="*/ 85 h 152"/>
                <a:gd name="T12" fmla="*/ 434 w 262"/>
                <a:gd name="T13" fmla="*/ 279 h 152"/>
                <a:gd name="T14" fmla="*/ 336 w 262"/>
                <a:gd name="T15" fmla="*/ 246 h 152"/>
                <a:gd name="T16" fmla="*/ 336 w 262"/>
                <a:gd name="T17" fmla="*/ 103 h 152"/>
                <a:gd name="T18" fmla="*/ 270 w 262"/>
                <a:gd name="T19" fmla="*/ 49 h 152"/>
                <a:gd name="T20" fmla="*/ 174 w 262"/>
                <a:gd name="T21" fmla="*/ 49 h 152"/>
                <a:gd name="T22" fmla="*/ 120 w 262"/>
                <a:gd name="T23" fmla="*/ 123 h 152"/>
                <a:gd name="T24" fmla="*/ 121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3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04" y="25"/>
                    <a:pt x="163" y="25"/>
                  </a:cubicBezTo>
                  <a:cubicBezTo>
                    <a:pt x="123" y="25"/>
                    <a:pt x="105" y="25"/>
                    <a:pt x="105" y="25"/>
                  </a:cubicBezTo>
                  <a:cubicBezTo>
                    <a:pt x="105" y="25"/>
                    <a:pt x="72" y="26"/>
                    <a:pt x="72" y="62"/>
                  </a:cubicBezTo>
                  <a:cubicBezTo>
                    <a:pt x="72" y="97"/>
                    <a:pt x="73" y="152"/>
                    <a:pt x="73" y="152"/>
                  </a:cubicBezTo>
                  <a:close/>
                </a:path>
              </a:pathLst>
            </a:custGeom>
            <a:solidFill>
              <a:srgbClr val="D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73">
              <a:extLst>
                <a:ext uri="{FF2B5EF4-FFF2-40B4-BE49-F238E27FC236}">
                  <a16:creationId xmlns:a16="http://schemas.microsoft.com/office/drawing/2014/main" id="{00F6AEAE-89BD-4F3C-9990-32F9BCA5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768"/>
              <a:ext cx="310" cy="191"/>
            </a:xfrm>
            <a:custGeom>
              <a:avLst/>
              <a:gdLst>
                <a:gd name="T0" fmla="*/ 121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2 w 262"/>
                <a:gd name="T7" fmla="*/ 0 h 152"/>
                <a:gd name="T8" fmla="*/ 350 w 262"/>
                <a:gd name="T9" fmla="*/ 0 h 152"/>
                <a:gd name="T10" fmla="*/ 434 w 262"/>
                <a:gd name="T11" fmla="*/ 85 h 152"/>
                <a:gd name="T12" fmla="*/ 434 w 262"/>
                <a:gd name="T13" fmla="*/ 279 h 152"/>
                <a:gd name="T14" fmla="*/ 336 w 262"/>
                <a:gd name="T15" fmla="*/ 246 h 152"/>
                <a:gd name="T16" fmla="*/ 336 w 262"/>
                <a:gd name="T17" fmla="*/ 103 h 152"/>
                <a:gd name="T18" fmla="*/ 270 w 262"/>
                <a:gd name="T19" fmla="*/ 49 h 152"/>
                <a:gd name="T20" fmla="*/ 174 w 262"/>
                <a:gd name="T21" fmla="*/ 49 h 152"/>
                <a:gd name="T22" fmla="*/ 120 w 262"/>
                <a:gd name="T23" fmla="*/ 123 h 152"/>
                <a:gd name="T24" fmla="*/ 121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3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04" y="25"/>
                    <a:pt x="163" y="25"/>
                  </a:cubicBezTo>
                  <a:cubicBezTo>
                    <a:pt x="123" y="25"/>
                    <a:pt x="105" y="25"/>
                    <a:pt x="105" y="25"/>
                  </a:cubicBezTo>
                  <a:cubicBezTo>
                    <a:pt x="105" y="25"/>
                    <a:pt x="72" y="26"/>
                    <a:pt x="72" y="62"/>
                  </a:cubicBezTo>
                  <a:cubicBezTo>
                    <a:pt x="72" y="97"/>
                    <a:pt x="73" y="152"/>
                    <a:pt x="73" y="15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74">
              <a:extLst>
                <a:ext uri="{FF2B5EF4-FFF2-40B4-BE49-F238E27FC236}">
                  <a16:creationId xmlns:a16="http://schemas.microsoft.com/office/drawing/2014/main" id="{8A9D2E7D-55CF-43DC-860F-D73A863D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799"/>
              <a:ext cx="109" cy="135"/>
            </a:xfrm>
            <a:custGeom>
              <a:avLst/>
              <a:gdLst>
                <a:gd name="T0" fmla="*/ 147 w 92"/>
                <a:gd name="T1" fmla="*/ 214 h 107"/>
                <a:gd name="T2" fmla="*/ 147 w 92"/>
                <a:gd name="T3" fmla="*/ 61 h 107"/>
                <a:gd name="T4" fmla="*/ 0 w 92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07">
                  <a:moveTo>
                    <a:pt x="89" y="107"/>
                  </a:moveTo>
                  <a:cubicBezTo>
                    <a:pt x="89" y="30"/>
                    <a:pt x="89" y="30"/>
                    <a:pt x="89" y="30"/>
                  </a:cubicBezTo>
                  <a:cubicBezTo>
                    <a:pt x="89" y="30"/>
                    <a:pt x="9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75">
              <a:extLst>
                <a:ext uri="{FF2B5EF4-FFF2-40B4-BE49-F238E27FC236}">
                  <a16:creationId xmlns:a16="http://schemas.microsoft.com/office/drawing/2014/main" id="{E7833F7F-26FF-4C4A-87D7-94CC44398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803"/>
              <a:ext cx="76" cy="135"/>
            </a:xfrm>
            <a:custGeom>
              <a:avLst/>
              <a:gdLst>
                <a:gd name="T0" fmla="*/ 0 w 65"/>
                <a:gd name="T1" fmla="*/ 0 h 107"/>
                <a:gd name="T2" fmla="*/ 26 w 65"/>
                <a:gd name="T3" fmla="*/ 47 h 107"/>
                <a:gd name="T4" fmla="*/ 26 w 65"/>
                <a:gd name="T5" fmla="*/ 189 h 107"/>
                <a:gd name="T6" fmla="*/ 102 w 65"/>
                <a:gd name="T7" fmla="*/ 214 h 107"/>
                <a:gd name="T8" fmla="*/ 103 w 65"/>
                <a:gd name="T9" fmla="*/ 56 h 107"/>
                <a:gd name="T10" fmla="*/ 0 w 65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07">
                  <a:moveTo>
                    <a:pt x="0" y="0"/>
                  </a:moveTo>
                  <a:cubicBezTo>
                    <a:pt x="0" y="0"/>
                    <a:pt x="16" y="6"/>
                    <a:pt x="16" y="23"/>
                  </a:cubicBezTo>
                  <a:cubicBezTo>
                    <a:pt x="16" y="41"/>
                    <a:pt x="16" y="94"/>
                    <a:pt x="16" y="94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5" y="5"/>
                    <a:pt x="0" y="0"/>
                  </a:cubicBez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76">
              <a:extLst>
                <a:ext uri="{FF2B5EF4-FFF2-40B4-BE49-F238E27FC236}">
                  <a16:creationId xmlns:a16="http://schemas.microsoft.com/office/drawing/2014/main" id="{3D09A14E-2CD4-46F1-BAF8-930F6123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773"/>
              <a:ext cx="101" cy="62"/>
            </a:xfrm>
            <a:custGeom>
              <a:avLst/>
              <a:gdLst>
                <a:gd name="T0" fmla="*/ 40 w 86"/>
                <a:gd name="T1" fmla="*/ 0 h 49"/>
                <a:gd name="T2" fmla="*/ 0 w 86"/>
                <a:gd name="T3" fmla="*/ 53 h 49"/>
                <a:gd name="T4" fmla="*/ 101 w 86"/>
                <a:gd name="T5" fmla="*/ 99 h 49"/>
                <a:gd name="T6" fmla="*/ 140 w 86"/>
                <a:gd name="T7" fmla="*/ 37 h 49"/>
                <a:gd name="T8" fmla="*/ 40 w 86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9">
                  <a:moveTo>
                    <a:pt x="25" y="0"/>
                  </a:moveTo>
                  <a:cubicBezTo>
                    <a:pt x="25" y="0"/>
                    <a:pt x="2" y="4"/>
                    <a:pt x="0" y="26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5" y="28"/>
                    <a:pt x="86" y="18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E3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77">
              <a:extLst>
                <a:ext uri="{FF2B5EF4-FFF2-40B4-BE49-F238E27FC236}">
                  <a16:creationId xmlns:a16="http://schemas.microsoft.com/office/drawing/2014/main" id="{6E0E6827-C687-4FCE-9548-3B9412E38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779"/>
              <a:ext cx="78" cy="41"/>
            </a:xfrm>
            <a:custGeom>
              <a:avLst/>
              <a:gdLst>
                <a:gd name="T0" fmla="*/ 0 w 66"/>
                <a:gd name="T1" fmla="*/ 22 h 32"/>
                <a:gd name="T2" fmla="*/ 15 w 66"/>
                <a:gd name="T3" fmla="*/ 0 h 32"/>
                <a:gd name="T4" fmla="*/ 109 w 66"/>
                <a:gd name="T5" fmla="*/ 40 h 32"/>
                <a:gd name="T6" fmla="*/ 97 w 66"/>
                <a:gd name="T7" fmla="*/ 68 h 32"/>
                <a:gd name="T8" fmla="*/ 0 w 66"/>
                <a:gd name="T9" fmla="*/ 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2">
                  <a:moveTo>
                    <a:pt x="0" y="10"/>
                  </a:moveTo>
                  <a:cubicBezTo>
                    <a:pt x="0" y="10"/>
                    <a:pt x="4" y="2"/>
                    <a:pt x="9" y="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6" y="19"/>
                    <a:pt x="58" y="28"/>
                    <a:pt x="58" y="32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78">
              <a:extLst>
                <a:ext uri="{FF2B5EF4-FFF2-40B4-BE49-F238E27FC236}">
                  <a16:creationId xmlns:a16="http://schemas.microsoft.com/office/drawing/2014/main" id="{9DDDA089-4334-48EE-885A-EE305CF7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786"/>
              <a:ext cx="69" cy="27"/>
            </a:xfrm>
            <a:custGeom>
              <a:avLst/>
              <a:gdLst>
                <a:gd name="T0" fmla="*/ 0 w 58"/>
                <a:gd name="T1" fmla="*/ 1 h 22"/>
                <a:gd name="T2" fmla="*/ 98 w 58"/>
                <a:gd name="T3" fmla="*/ 41 h 22"/>
                <a:gd name="T4" fmla="*/ 0 w 58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2">
                  <a:moveTo>
                    <a:pt x="0" y="1"/>
                  </a:moveTo>
                  <a:cubicBezTo>
                    <a:pt x="0" y="1"/>
                    <a:pt x="49" y="22"/>
                    <a:pt x="58" y="22"/>
                  </a:cubicBezTo>
                  <a:cubicBezTo>
                    <a:pt x="58" y="22"/>
                    <a:pt x="1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79">
              <a:extLst>
                <a:ext uri="{FF2B5EF4-FFF2-40B4-BE49-F238E27FC236}">
                  <a16:creationId xmlns:a16="http://schemas.microsoft.com/office/drawing/2014/main" id="{F72757AC-F187-4FBF-A5D6-8C5F37EB2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773"/>
              <a:ext cx="54" cy="55"/>
            </a:xfrm>
            <a:custGeom>
              <a:avLst/>
              <a:gdLst>
                <a:gd name="T0" fmla="*/ 0 w 46"/>
                <a:gd name="T1" fmla="*/ 0 h 44"/>
                <a:gd name="T2" fmla="*/ 72 w 46"/>
                <a:gd name="T3" fmla="*/ 86 h 44"/>
                <a:gd name="T4" fmla="*/ 0 w 4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0" y="0"/>
                    <a:pt x="46" y="5"/>
                    <a:pt x="44" y="44"/>
                  </a:cubicBezTo>
                  <a:cubicBezTo>
                    <a:pt x="44" y="4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Rectangle 80">
              <a:extLst>
                <a:ext uri="{FF2B5EF4-FFF2-40B4-BE49-F238E27FC236}">
                  <a16:creationId xmlns:a16="http://schemas.microsoft.com/office/drawing/2014/main" id="{7B7992A4-E014-4A18-AEFC-1366EDD12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1019"/>
              <a:ext cx="32" cy="14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50" name="Freeform 81">
              <a:extLst>
                <a:ext uri="{FF2B5EF4-FFF2-40B4-BE49-F238E27FC236}">
                  <a16:creationId xmlns:a16="http://schemas.microsoft.com/office/drawing/2014/main" id="{460CD864-37B1-427B-8521-FA5DC6BD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821"/>
              <a:ext cx="76" cy="135"/>
            </a:xfrm>
            <a:custGeom>
              <a:avLst/>
              <a:gdLst>
                <a:gd name="T0" fmla="*/ 0 w 76"/>
                <a:gd name="T1" fmla="*/ 0 h 135"/>
                <a:gd name="T2" fmla="*/ 0 w 76"/>
                <a:gd name="T3" fmla="*/ 111 h 135"/>
                <a:gd name="T4" fmla="*/ 76 w 76"/>
                <a:gd name="T5" fmla="*/ 135 h 135"/>
                <a:gd name="T6" fmla="*/ 5 w 76"/>
                <a:gd name="T7" fmla="*/ 104 h 135"/>
                <a:gd name="T8" fmla="*/ 0 w 76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5">
                  <a:moveTo>
                    <a:pt x="0" y="0"/>
                  </a:moveTo>
                  <a:lnTo>
                    <a:pt x="0" y="111"/>
                  </a:lnTo>
                  <a:lnTo>
                    <a:pt x="76" y="135"/>
                  </a:lnTo>
                  <a:lnTo>
                    <a:pt x="5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82">
              <a:extLst>
                <a:ext uri="{FF2B5EF4-FFF2-40B4-BE49-F238E27FC236}">
                  <a16:creationId xmlns:a16="http://schemas.microsoft.com/office/drawing/2014/main" id="{AA3E27E3-9AC1-4541-BFB5-23272C6E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971"/>
              <a:ext cx="15" cy="141"/>
            </a:xfrm>
            <a:custGeom>
              <a:avLst/>
              <a:gdLst>
                <a:gd name="T0" fmla="*/ 0 w 12"/>
                <a:gd name="T1" fmla="*/ 0 h 112"/>
                <a:gd name="T2" fmla="*/ 0 w 12"/>
                <a:gd name="T3" fmla="*/ 224 h 112"/>
                <a:gd name="T4" fmla="*/ 0 w 1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2">
                  <a:moveTo>
                    <a:pt x="0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2" y="26"/>
                    <a:pt x="0" y="0"/>
                  </a:cubicBez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83">
              <a:extLst>
                <a:ext uri="{FF2B5EF4-FFF2-40B4-BE49-F238E27FC236}">
                  <a16:creationId xmlns:a16="http://schemas.microsoft.com/office/drawing/2014/main" id="{E187E454-38E6-4D0F-9EC9-E449BD957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947"/>
              <a:ext cx="284" cy="278"/>
            </a:xfrm>
            <a:custGeom>
              <a:avLst/>
              <a:gdLst>
                <a:gd name="T0" fmla="*/ 29 w 241"/>
                <a:gd name="T1" fmla="*/ 0 h 221"/>
                <a:gd name="T2" fmla="*/ 29 w 241"/>
                <a:gd name="T3" fmla="*/ 307 h 221"/>
                <a:gd name="T4" fmla="*/ 395 w 241"/>
                <a:gd name="T5" fmla="*/ 440 h 221"/>
                <a:gd name="T6" fmla="*/ 53 w 241"/>
                <a:gd name="T7" fmla="*/ 296 h 221"/>
                <a:gd name="T8" fmla="*/ 29 w 24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21">
                  <a:moveTo>
                    <a:pt x="18" y="0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18" y="154"/>
                    <a:pt x="0" y="201"/>
                    <a:pt x="241" y="221"/>
                  </a:cubicBezTo>
                  <a:cubicBezTo>
                    <a:pt x="241" y="221"/>
                    <a:pt x="41" y="202"/>
                    <a:pt x="32" y="149"/>
                  </a:cubicBezTo>
                  <a:cubicBezTo>
                    <a:pt x="24" y="95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84">
              <a:extLst>
                <a:ext uri="{FF2B5EF4-FFF2-40B4-BE49-F238E27FC236}">
                  <a16:creationId xmlns:a16="http://schemas.microsoft.com/office/drawing/2014/main" id="{F7C58740-5DC7-4F06-89F8-276FB8C5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151"/>
              <a:ext cx="129" cy="407"/>
            </a:xfrm>
            <a:custGeom>
              <a:avLst/>
              <a:gdLst>
                <a:gd name="T0" fmla="*/ 13 w 109"/>
                <a:gd name="T1" fmla="*/ 0 h 323"/>
                <a:gd name="T2" fmla="*/ 73 w 109"/>
                <a:gd name="T3" fmla="*/ 252 h 323"/>
                <a:gd name="T4" fmla="*/ 173 w 109"/>
                <a:gd name="T5" fmla="*/ 646 h 323"/>
                <a:gd name="T6" fmla="*/ 91 w 109"/>
                <a:gd name="T7" fmla="*/ 301 h 323"/>
                <a:gd name="T8" fmla="*/ 13 w 109"/>
                <a:gd name="T9" fmla="*/ 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323">
                  <a:moveTo>
                    <a:pt x="8" y="0"/>
                  </a:moveTo>
                  <a:cubicBezTo>
                    <a:pt x="8" y="0"/>
                    <a:pt x="2" y="95"/>
                    <a:pt x="44" y="126"/>
                  </a:cubicBezTo>
                  <a:cubicBezTo>
                    <a:pt x="87" y="156"/>
                    <a:pt x="105" y="164"/>
                    <a:pt x="104" y="323"/>
                  </a:cubicBezTo>
                  <a:cubicBezTo>
                    <a:pt x="104" y="323"/>
                    <a:pt x="109" y="173"/>
                    <a:pt x="55" y="151"/>
                  </a:cubicBezTo>
                  <a:cubicBezTo>
                    <a:pt x="0" y="13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85">
              <a:extLst>
                <a:ext uri="{FF2B5EF4-FFF2-40B4-BE49-F238E27FC236}">
                  <a16:creationId xmlns:a16="http://schemas.microsoft.com/office/drawing/2014/main" id="{FA9CAA93-CDB9-4D85-BB9F-80D15FF0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58"/>
              <a:ext cx="651" cy="134"/>
            </a:xfrm>
            <a:custGeom>
              <a:avLst/>
              <a:gdLst>
                <a:gd name="T0" fmla="*/ 21 w 552"/>
                <a:gd name="T1" fmla="*/ 0 h 106"/>
                <a:gd name="T2" fmla="*/ 31 w 552"/>
                <a:gd name="T3" fmla="*/ 114 h 106"/>
                <a:gd name="T4" fmla="*/ 0 w 552"/>
                <a:gd name="T5" fmla="*/ 206 h 106"/>
                <a:gd name="T6" fmla="*/ 149 w 552"/>
                <a:gd name="T7" fmla="*/ 177 h 106"/>
                <a:gd name="T8" fmla="*/ 381 w 552"/>
                <a:gd name="T9" fmla="*/ 169 h 106"/>
                <a:gd name="T10" fmla="*/ 703 w 552"/>
                <a:gd name="T11" fmla="*/ 158 h 106"/>
                <a:gd name="T12" fmla="*/ 906 w 552"/>
                <a:gd name="T13" fmla="*/ 129 h 106"/>
                <a:gd name="T14" fmla="*/ 679 w 552"/>
                <a:gd name="T15" fmla="*/ 86 h 106"/>
                <a:gd name="T16" fmla="*/ 399 w 552"/>
                <a:gd name="T17" fmla="*/ 92 h 106"/>
                <a:gd name="T18" fmla="*/ 145 w 552"/>
                <a:gd name="T19" fmla="*/ 71 h 106"/>
                <a:gd name="T20" fmla="*/ 31 w 552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2" h="106">
                  <a:moveTo>
                    <a:pt x="13" y="0"/>
                  </a:moveTo>
                  <a:cubicBezTo>
                    <a:pt x="18" y="17"/>
                    <a:pt x="22" y="37"/>
                    <a:pt x="19" y="56"/>
                  </a:cubicBezTo>
                  <a:cubicBezTo>
                    <a:pt x="17" y="73"/>
                    <a:pt x="6" y="86"/>
                    <a:pt x="0" y="102"/>
                  </a:cubicBezTo>
                  <a:cubicBezTo>
                    <a:pt x="26" y="106"/>
                    <a:pt x="65" y="93"/>
                    <a:pt x="91" y="88"/>
                  </a:cubicBezTo>
                  <a:cubicBezTo>
                    <a:pt x="135" y="79"/>
                    <a:pt x="187" y="82"/>
                    <a:pt x="232" y="84"/>
                  </a:cubicBezTo>
                  <a:cubicBezTo>
                    <a:pt x="299" y="87"/>
                    <a:pt x="361" y="85"/>
                    <a:pt x="428" y="78"/>
                  </a:cubicBezTo>
                  <a:cubicBezTo>
                    <a:pt x="464" y="74"/>
                    <a:pt x="520" y="60"/>
                    <a:pt x="552" y="64"/>
                  </a:cubicBezTo>
                  <a:cubicBezTo>
                    <a:pt x="505" y="64"/>
                    <a:pt x="460" y="47"/>
                    <a:pt x="414" y="43"/>
                  </a:cubicBezTo>
                  <a:cubicBezTo>
                    <a:pt x="357" y="39"/>
                    <a:pt x="300" y="44"/>
                    <a:pt x="243" y="46"/>
                  </a:cubicBezTo>
                  <a:cubicBezTo>
                    <a:pt x="192" y="48"/>
                    <a:pt x="138" y="46"/>
                    <a:pt x="88" y="35"/>
                  </a:cubicBezTo>
                  <a:cubicBezTo>
                    <a:pt x="59" y="29"/>
                    <a:pt x="41" y="11"/>
                    <a:pt x="19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86">
              <a:extLst>
                <a:ext uri="{FF2B5EF4-FFF2-40B4-BE49-F238E27FC236}">
                  <a16:creationId xmlns:a16="http://schemas.microsoft.com/office/drawing/2014/main" id="{CBB25C2E-7CD0-401C-9274-D327F999C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292"/>
              <a:ext cx="184" cy="652"/>
            </a:xfrm>
            <a:custGeom>
              <a:avLst/>
              <a:gdLst>
                <a:gd name="T0" fmla="*/ 256 w 156"/>
                <a:gd name="T1" fmla="*/ 13 h 518"/>
                <a:gd name="T2" fmla="*/ 138 w 156"/>
                <a:gd name="T3" fmla="*/ 44 h 518"/>
                <a:gd name="T4" fmla="*/ 61 w 156"/>
                <a:gd name="T5" fmla="*/ 145 h 518"/>
                <a:gd name="T6" fmla="*/ 34 w 156"/>
                <a:gd name="T7" fmla="*/ 578 h 518"/>
                <a:gd name="T8" fmla="*/ 55 w 156"/>
                <a:gd name="T9" fmla="*/ 973 h 518"/>
                <a:gd name="T10" fmla="*/ 165 w 156"/>
                <a:gd name="T11" fmla="*/ 894 h 518"/>
                <a:gd name="T12" fmla="*/ 165 w 156"/>
                <a:gd name="T13" fmla="*/ 607 h 518"/>
                <a:gd name="T14" fmla="*/ 193 w 156"/>
                <a:gd name="T15" fmla="*/ 194 h 518"/>
                <a:gd name="T16" fmla="*/ 248 w 156"/>
                <a:gd name="T17" fmla="*/ 0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518">
                  <a:moveTo>
                    <a:pt x="156" y="6"/>
                  </a:moveTo>
                  <a:cubicBezTo>
                    <a:pt x="138" y="0"/>
                    <a:pt x="103" y="14"/>
                    <a:pt x="84" y="22"/>
                  </a:cubicBezTo>
                  <a:cubicBezTo>
                    <a:pt x="61" y="33"/>
                    <a:pt x="47" y="48"/>
                    <a:pt x="37" y="72"/>
                  </a:cubicBezTo>
                  <a:cubicBezTo>
                    <a:pt x="10" y="136"/>
                    <a:pt x="21" y="221"/>
                    <a:pt x="21" y="290"/>
                  </a:cubicBezTo>
                  <a:cubicBezTo>
                    <a:pt x="21" y="336"/>
                    <a:pt x="0" y="453"/>
                    <a:pt x="34" y="488"/>
                  </a:cubicBezTo>
                  <a:cubicBezTo>
                    <a:pt x="65" y="518"/>
                    <a:pt x="93" y="474"/>
                    <a:pt x="101" y="448"/>
                  </a:cubicBezTo>
                  <a:cubicBezTo>
                    <a:pt x="115" y="404"/>
                    <a:pt x="102" y="349"/>
                    <a:pt x="101" y="304"/>
                  </a:cubicBezTo>
                  <a:cubicBezTo>
                    <a:pt x="99" y="233"/>
                    <a:pt x="104" y="166"/>
                    <a:pt x="118" y="97"/>
                  </a:cubicBezTo>
                  <a:cubicBezTo>
                    <a:pt x="122" y="75"/>
                    <a:pt x="153" y="7"/>
                    <a:pt x="151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87">
              <a:extLst>
                <a:ext uri="{FF2B5EF4-FFF2-40B4-BE49-F238E27FC236}">
                  <a16:creationId xmlns:a16="http://schemas.microsoft.com/office/drawing/2014/main" id="{B2C5620E-143C-4A60-B4DC-4ADB7888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58"/>
              <a:ext cx="150" cy="228"/>
            </a:xfrm>
            <a:custGeom>
              <a:avLst/>
              <a:gdLst>
                <a:gd name="T0" fmla="*/ 11 w 127"/>
                <a:gd name="T1" fmla="*/ 0 h 181"/>
                <a:gd name="T2" fmla="*/ 11 w 127"/>
                <a:gd name="T3" fmla="*/ 136 h 181"/>
                <a:gd name="T4" fmla="*/ 15 w 127"/>
                <a:gd name="T5" fmla="*/ 248 h 181"/>
                <a:gd name="T6" fmla="*/ 131 w 127"/>
                <a:gd name="T7" fmla="*/ 356 h 181"/>
                <a:gd name="T8" fmla="*/ 117 w 127"/>
                <a:gd name="T9" fmla="*/ 222 h 181"/>
                <a:gd name="T10" fmla="*/ 61 w 127"/>
                <a:gd name="T11" fmla="*/ 14 h 181"/>
                <a:gd name="T12" fmla="*/ 11 w 127"/>
                <a:gd name="T13" fmla="*/ 5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81">
                  <a:moveTo>
                    <a:pt x="7" y="0"/>
                  </a:moveTo>
                  <a:cubicBezTo>
                    <a:pt x="0" y="17"/>
                    <a:pt x="6" y="49"/>
                    <a:pt x="7" y="68"/>
                  </a:cubicBezTo>
                  <a:cubicBezTo>
                    <a:pt x="8" y="86"/>
                    <a:pt x="5" y="106"/>
                    <a:pt x="9" y="124"/>
                  </a:cubicBezTo>
                  <a:cubicBezTo>
                    <a:pt x="14" y="151"/>
                    <a:pt x="50" y="181"/>
                    <a:pt x="80" y="179"/>
                  </a:cubicBezTo>
                  <a:cubicBezTo>
                    <a:pt x="127" y="175"/>
                    <a:pt x="79" y="127"/>
                    <a:pt x="71" y="111"/>
                  </a:cubicBezTo>
                  <a:cubicBezTo>
                    <a:pt x="55" y="82"/>
                    <a:pt x="59" y="31"/>
                    <a:pt x="37" y="7"/>
                  </a:cubicBezTo>
                  <a:cubicBezTo>
                    <a:pt x="28" y="3"/>
                    <a:pt x="17" y="5"/>
                    <a:pt x="7" y="2"/>
                  </a:cubicBezTo>
                </a:path>
              </a:pathLst>
            </a:custGeom>
            <a:solidFill>
              <a:srgbClr val="8397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88">
              <a:extLst>
                <a:ext uri="{FF2B5EF4-FFF2-40B4-BE49-F238E27FC236}">
                  <a16:creationId xmlns:a16="http://schemas.microsoft.com/office/drawing/2014/main" id="{01C9173A-414F-4568-B11F-D369084F6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449"/>
              <a:ext cx="136" cy="495"/>
            </a:xfrm>
            <a:custGeom>
              <a:avLst/>
              <a:gdLst>
                <a:gd name="T0" fmla="*/ 56 w 115"/>
                <a:gd name="T1" fmla="*/ 725 h 393"/>
                <a:gd name="T2" fmla="*/ 167 w 115"/>
                <a:gd name="T3" fmla="*/ 646 h 393"/>
                <a:gd name="T4" fmla="*/ 177 w 115"/>
                <a:gd name="T5" fmla="*/ 355 h 393"/>
                <a:gd name="T6" fmla="*/ 187 w 115"/>
                <a:gd name="T7" fmla="*/ 0 h 393"/>
                <a:gd name="T8" fmla="*/ 37 w 115"/>
                <a:gd name="T9" fmla="*/ 108 h 393"/>
                <a:gd name="T10" fmla="*/ 31 w 115"/>
                <a:gd name="T11" fmla="*/ 115 h 393"/>
                <a:gd name="T12" fmla="*/ 26 w 115"/>
                <a:gd name="T13" fmla="*/ 336 h 393"/>
                <a:gd name="T14" fmla="*/ 56 w 115"/>
                <a:gd name="T15" fmla="*/ 725 h 3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393">
                  <a:moveTo>
                    <a:pt x="34" y="363"/>
                  </a:moveTo>
                  <a:cubicBezTo>
                    <a:pt x="65" y="393"/>
                    <a:pt x="93" y="349"/>
                    <a:pt x="101" y="323"/>
                  </a:cubicBezTo>
                  <a:cubicBezTo>
                    <a:pt x="115" y="279"/>
                    <a:pt x="108" y="223"/>
                    <a:pt x="107" y="178"/>
                  </a:cubicBezTo>
                  <a:cubicBezTo>
                    <a:pt x="105" y="116"/>
                    <a:pt x="103" y="59"/>
                    <a:pt x="113" y="0"/>
                  </a:cubicBezTo>
                  <a:cubicBezTo>
                    <a:pt x="80" y="12"/>
                    <a:pt x="54" y="32"/>
                    <a:pt x="22" y="54"/>
                  </a:cubicBezTo>
                  <a:cubicBezTo>
                    <a:pt x="21" y="55"/>
                    <a:pt x="20" y="56"/>
                    <a:pt x="19" y="57"/>
                  </a:cubicBezTo>
                  <a:cubicBezTo>
                    <a:pt x="18" y="94"/>
                    <a:pt x="16" y="134"/>
                    <a:pt x="16" y="168"/>
                  </a:cubicBezTo>
                  <a:cubicBezTo>
                    <a:pt x="16" y="213"/>
                    <a:pt x="0" y="328"/>
                    <a:pt x="34" y="363"/>
                  </a:cubicBezTo>
                  <a:close/>
                </a:path>
              </a:pathLst>
            </a:custGeom>
            <a:solidFill>
              <a:srgbClr val="8397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89">
              <a:extLst>
                <a:ext uri="{FF2B5EF4-FFF2-40B4-BE49-F238E27FC236}">
                  <a16:creationId xmlns:a16="http://schemas.microsoft.com/office/drawing/2014/main" id="{1BB4893E-961C-4A4E-B29A-2AF82C0C0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260"/>
              <a:ext cx="224" cy="128"/>
            </a:xfrm>
            <a:custGeom>
              <a:avLst/>
              <a:gdLst>
                <a:gd name="T0" fmla="*/ 65 w 190"/>
                <a:gd name="T1" fmla="*/ 8 h 101"/>
                <a:gd name="T2" fmla="*/ 207 w 190"/>
                <a:gd name="T3" fmla="*/ 84 h 101"/>
                <a:gd name="T4" fmla="*/ 250 w 190"/>
                <a:gd name="T5" fmla="*/ 196 h 101"/>
                <a:gd name="T6" fmla="*/ 123 w 190"/>
                <a:gd name="T7" fmla="*/ 82 h 101"/>
                <a:gd name="T8" fmla="*/ 57 w 190"/>
                <a:gd name="T9" fmla="*/ 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01">
                  <a:moveTo>
                    <a:pt x="40" y="4"/>
                  </a:moveTo>
                  <a:cubicBezTo>
                    <a:pt x="70" y="0"/>
                    <a:pt x="108" y="18"/>
                    <a:pt x="126" y="41"/>
                  </a:cubicBezTo>
                  <a:cubicBezTo>
                    <a:pt x="135" y="52"/>
                    <a:pt x="190" y="88"/>
                    <a:pt x="153" y="96"/>
                  </a:cubicBezTo>
                  <a:cubicBezTo>
                    <a:pt x="128" y="101"/>
                    <a:pt x="98" y="51"/>
                    <a:pt x="75" y="40"/>
                  </a:cubicBezTo>
                  <a:cubicBezTo>
                    <a:pt x="64" y="35"/>
                    <a:pt x="0" y="20"/>
                    <a:pt x="35" y="1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90">
              <a:extLst>
                <a:ext uri="{FF2B5EF4-FFF2-40B4-BE49-F238E27FC236}">
                  <a16:creationId xmlns:a16="http://schemas.microsoft.com/office/drawing/2014/main" id="{371B66DA-B700-49E0-8CD1-A3F0065C2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359"/>
              <a:ext cx="72" cy="108"/>
            </a:xfrm>
            <a:custGeom>
              <a:avLst/>
              <a:gdLst>
                <a:gd name="T0" fmla="*/ 20 w 61"/>
                <a:gd name="T1" fmla="*/ 0 h 86"/>
                <a:gd name="T2" fmla="*/ 54 w 61"/>
                <a:gd name="T3" fmla="*/ 162 h 86"/>
                <a:gd name="T4" fmla="*/ 17 w 61"/>
                <a:gd name="T5" fmla="*/ 1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6">
                  <a:moveTo>
                    <a:pt x="12" y="0"/>
                  </a:moveTo>
                  <a:cubicBezTo>
                    <a:pt x="38" y="8"/>
                    <a:pt x="61" y="86"/>
                    <a:pt x="33" y="82"/>
                  </a:cubicBezTo>
                  <a:cubicBezTo>
                    <a:pt x="19" y="80"/>
                    <a:pt x="0" y="16"/>
                    <a:pt x="10" y="6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91">
              <a:extLst>
                <a:ext uri="{FF2B5EF4-FFF2-40B4-BE49-F238E27FC236}">
                  <a16:creationId xmlns:a16="http://schemas.microsoft.com/office/drawing/2014/main" id="{2BD6E733-C7E7-49C0-AB17-7353320D9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575"/>
              <a:ext cx="685" cy="519"/>
            </a:xfrm>
            <a:custGeom>
              <a:avLst/>
              <a:gdLst>
                <a:gd name="T0" fmla="*/ 0 w 580"/>
                <a:gd name="T1" fmla="*/ 31 h 412"/>
                <a:gd name="T2" fmla="*/ 955 w 580"/>
                <a:gd name="T3" fmla="*/ 0 h 412"/>
                <a:gd name="T4" fmla="*/ 955 w 580"/>
                <a:gd name="T5" fmla="*/ 670 h 412"/>
                <a:gd name="T6" fmla="*/ 0 w 580"/>
                <a:gd name="T7" fmla="*/ 678 h 412"/>
                <a:gd name="T8" fmla="*/ 0 w 580"/>
                <a:gd name="T9" fmla="*/ 31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2">
                  <a:moveTo>
                    <a:pt x="0" y="16"/>
                  </a:moveTo>
                  <a:cubicBezTo>
                    <a:pt x="0" y="16"/>
                    <a:pt x="289" y="60"/>
                    <a:pt x="580" y="0"/>
                  </a:cubicBezTo>
                  <a:cubicBezTo>
                    <a:pt x="580" y="335"/>
                    <a:pt x="580" y="335"/>
                    <a:pt x="580" y="335"/>
                  </a:cubicBezTo>
                  <a:cubicBezTo>
                    <a:pt x="580" y="335"/>
                    <a:pt x="289" y="412"/>
                    <a:pt x="0" y="339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AFD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92">
              <a:extLst>
                <a:ext uri="{FF2B5EF4-FFF2-40B4-BE49-F238E27FC236}">
                  <a16:creationId xmlns:a16="http://schemas.microsoft.com/office/drawing/2014/main" id="{6884E802-F631-4714-825A-74012E143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575"/>
              <a:ext cx="685" cy="519"/>
            </a:xfrm>
            <a:custGeom>
              <a:avLst/>
              <a:gdLst>
                <a:gd name="T0" fmla="*/ 0 w 580"/>
                <a:gd name="T1" fmla="*/ 31 h 412"/>
                <a:gd name="T2" fmla="*/ 955 w 580"/>
                <a:gd name="T3" fmla="*/ 0 h 412"/>
                <a:gd name="T4" fmla="*/ 955 w 580"/>
                <a:gd name="T5" fmla="*/ 670 h 412"/>
                <a:gd name="T6" fmla="*/ 0 w 580"/>
                <a:gd name="T7" fmla="*/ 678 h 412"/>
                <a:gd name="T8" fmla="*/ 0 w 580"/>
                <a:gd name="T9" fmla="*/ 31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2">
                  <a:moveTo>
                    <a:pt x="0" y="16"/>
                  </a:moveTo>
                  <a:cubicBezTo>
                    <a:pt x="0" y="16"/>
                    <a:pt x="289" y="60"/>
                    <a:pt x="580" y="0"/>
                  </a:cubicBezTo>
                  <a:cubicBezTo>
                    <a:pt x="580" y="335"/>
                    <a:pt x="580" y="335"/>
                    <a:pt x="580" y="335"/>
                  </a:cubicBezTo>
                  <a:cubicBezTo>
                    <a:pt x="580" y="335"/>
                    <a:pt x="289" y="412"/>
                    <a:pt x="0" y="339"/>
                  </a:cubicBezTo>
                  <a:lnTo>
                    <a:pt x="0" y="16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101">
              <a:extLst>
                <a:ext uri="{FF2B5EF4-FFF2-40B4-BE49-F238E27FC236}">
                  <a16:creationId xmlns:a16="http://schemas.microsoft.com/office/drawing/2014/main" id="{6EF0BDB9-BD06-4ED2-93B0-0E90E397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30"/>
              <a:ext cx="113" cy="145"/>
            </a:xfrm>
            <a:custGeom>
              <a:avLst/>
              <a:gdLst>
                <a:gd name="T0" fmla="*/ 126 w 95"/>
                <a:gd name="T1" fmla="*/ 199 h 115"/>
                <a:gd name="T2" fmla="*/ 0 w 95"/>
                <a:gd name="T3" fmla="*/ 0 h 115"/>
                <a:gd name="T4" fmla="*/ 126 w 95"/>
                <a:gd name="T5" fmla="*/ 190 h 115"/>
                <a:gd name="T6" fmla="*/ 61 w 95"/>
                <a:gd name="T7" fmla="*/ 18 h 115"/>
                <a:gd name="T8" fmla="*/ 142 w 95"/>
                <a:gd name="T9" fmla="*/ 221 h 115"/>
                <a:gd name="T10" fmla="*/ 119 w 95"/>
                <a:gd name="T11" fmla="*/ 74 h 115"/>
                <a:gd name="T12" fmla="*/ 157 w 95"/>
                <a:gd name="T13" fmla="*/ 231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5">
                  <a:moveTo>
                    <a:pt x="75" y="99"/>
                  </a:moveTo>
                  <a:cubicBezTo>
                    <a:pt x="40" y="77"/>
                    <a:pt x="17" y="37"/>
                    <a:pt x="0" y="0"/>
                  </a:cubicBezTo>
                  <a:cubicBezTo>
                    <a:pt x="23" y="24"/>
                    <a:pt x="69" y="61"/>
                    <a:pt x="75" y="95"/>
                  </a:cubicBezTo>
                  <a:cubicBezTo>
                    <a:pt x="52" y="74"/>
                    <a:pt x="47" y="38"/>
                    <a:pt x="36" y="9"/>
                  </a:cubicBezTo>
                  <a:cubicBezTo>
                    <a:pt x="53" y="41"/>
                    <a:pt x="75" y="75"/>
                    <a:pt x="84" y="110"/>
                  </a:cubicBezTo>
                  <a:cubicBezTo>
                    <a:pt x="71" y="93"/>
                    <a:pt x="69" y="58"/>
                    <a:pt x="71" y="37"/>
                  </a:cubicBezTo>
                  <a:cubicBezTo>
                    <a:pt x="83" y="52"/>
                    <a:pt x="95" y="104"/>
                    <a:pt x="93" y="115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102">
              <a:extLst>
                <a:ext uri="{FF2B5EF4-FFF2-40B4-BE49-F238E27FC236}">
                  <a16:creationId xmlns:a16="http://schemas.microsoft.com/office/drawing/2014/main" id="{36231299-660B-4F8F-BE4C-0563B48D1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493"/>
              <a:ext cx="115" cy="97"/>
            </a:xfrm>
            <a:custGeom>
              <a:avLst/>
              <a:gdLst>
                <a:gd name="T0" fmla="*/ 58 w 98"/>
                <a:gd name="T1" fmla="*/ 141 h 77"/>
                <a:gd name="T2" fmla="*/ 6 w 98"/>
                <a:gd name="T3" fmla="*/ 0 h 77"/>
                <a:gd name="T4" fmla="*/ 74 w 98"/>
                <a:gd name="T5" fmla="*/ 141 h 77"/>
                <a:gd name="T6" fmla="*/ 65 w 98"/>
                <a:gd name="T7" fmla="*/ 18 h 77"/>
                <a:gd name="T8" fmla="*/ 80 w 98"/>
                <a:gd name="T9" fmla="*/ 134 h 77"/>
                <a:gd name="T10" fmla="*/ 116 w 98"/>
                <a:gd name="T11" fmla="*/ 39 h 77"/>
                <a:gd name="T12" fmla="*/ 93 w 98"/>
                <a:gd name="T13" fmla="*/ 154 h 77"/>
                <a:gd name="T14" fmla="*/ 158 w 98"/>
                <a:gd name="T15" fmla="*/ 63 h 77"/>
                <a:gd name="T16" fmla="*/ 119 w 98"/>
                <a:gd name="T17" fmla="*/ 149 h 77"/>
                <a:gd name="T18" fmla="*/ 128 w 98"/>
                <a:gd name="T19" fmla="*/ 141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77">
                  <a:moveTo>
                    <a:pt x="36" y="71"/>
                  </a:moveTo>
                  <a:cubicBezTo>
                    <a:pt x="24" y="65"/>
                    <a:pt x="0" y="20"/>
                    <a:pt x="3" y="0"/>
                  </a:cubicBezTo>
                  <a:cubicBezTo>
                    <a:pt x="22" y="16"/>
                    <a:pt x="35" y="48"/>
                    <a:pt x="46" y="71"/>
                  </a:cubicBezTo>
                  <a:cubicBezTo>
                    <a:pt x="45" y="50"/>
                    <a:pt x="39" y="30"/>
                    <a:pt x="40" y="9"/>
                  </a:cubicBezTo>
                  <a:cubicBezTo>
                    <a:pt x="43" y="26"/>
                    <a:pt x="39" y="52"/>
                    <a:pt x="49" y="67"/>
                  </a:cubicBezTo>
                  <a:cubicBezTo>
                    <a:pt x="60" y="55"/>
                    <a:pt x="58" y="32"/>
                    <a:pt x="72" y="20"/>
                  </a:cubicBezTo>
                  <a:cubicBezTo>
                    <a:pt x="73" y="41"/>
                    <a:pt x="60" y="58"/>
                    <a:pt x="57" y="77"/>
                  </a:cubicBezTo>
                  <a:cubicBezTo>
                    <a:pt x="71" y="63"/>
                    <a:pt x="83" y="42"/>
                    <a:pt x="98" y="32"/>
                  </a:cubicBezTo>
                  <a:cubicBezTo>
                    <a:pt x="98" y="49"/>
                    <a:pt x="84" y="63"/>
                    <a:pt x="73" y="75"/>
                  </a:cubicBezTo>
                  <a:cubicBezTo>
                    <a:pt x="75" y="73"/>
                    <a:pt x="77" y="72"/>
                    <a:pt x="79" y="71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103">
              <a:extLst>
                <a:ext uri="{FF2B5EF4-FFF2-40B4-BE49-F238E27FC236}">
                  <a16:creationId xmlns:a16="http://schemas.microsoft.com/office/drawing/2014/main" id="{C5624492-1E32-4904-8D84-6385F15E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510"/>
              <a:ext cx="70" cy="68"/>
            </a:xfrm>
            <a:custGeom>
              <a:avLst/>
              <a:gdLst>
                <a:gd name="T0" fmla="*/ 77 w 59"/>
                <a:gd name="T1" fmla="*/ 103 h 54"/>
                <a:gd name="T2" fmla="*/ 7 w 59"/>
                <a:gd name="T3" fmla="*/ 0 h 54"/>
                <a:gd name="T4" fmla="*/ 98 w 59"/>
                <a:gd name="T5" fmla="*/ 10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4">
                  <a:moveTo>
                    <a:pt x="46" y="52"/>
                  </a:moveTo>
                  <a:cubicBezTo>
                    <a:pt x="33" y="43"/>
                    <a:pt x="0" y="14"/>
                    <a:pt x="4" y="0"/>
                  </a:cubicBezTo>
                  <a:cubicBezTo>
                    <a:pt x="23" y="6"/>
                    <a:pt x="54" y="44"/>
                    <a:pt x="59" y="54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104">
              <a:extLst>
                <a:ext uri="{FF2B5EF4-FFF2-40B4-BE49-F238E27FC236}">
                  <a16:creationId xmlns:a16="http://schemas.microsoft.com/office/drawing/2014/main" id="{3F96F94D-F1E2-47A9-88D3-E68324941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1502"/>
              <a:ext cx="243" cy="67"/>
            </a:xfrm>
            <a:custGeom>
              <a:avLst/>
              <a:gdLst>
                <a:gd name="T0" fmla="*/ 0 w 206"/>
                <a:gd name="T1" fmla="*/ 107 h 53"/>
                <a:gd name="T2" fmla="*/ 121 w 206"/>
                <a:gd name="T3" fmla="*/ 54 h 53"/>
                <a:gd name="T4" fmla="*/ 223 w 206"/>
                <a:gd name="T5" fmla="*/ 25 h 53"/>
                <a:gd name="T6" fmla="*/ 61 w 206"/>
                <a:gd name="T7" fmla="*/ 99 h 53"/>
                <a:gd name="T8" fmla="*/ 300 w 206"/>
                <a:gd name="T9" fmla="*/ 29 h 53"/>
                <a:gd name="T10" fmla="*/ 164 w 206"/>
                <a:gd name="T11" fmla="*/ 90 h 53"/>
                <a:gd name="T12" fmla="*/ 327 w 206"/>
                <a:gd name="T13" fmla="*/ 54 h 53"/>
                <a:gd name="T14" fmla="*/ 239 w 206"/>
                <a:gd name="T15" fmla="*/ 102 h 53"/>
                <a:gd name="T16" fmla="*/ 339 w 206"/>
                <a:gd name="T17" fmla="*/ 77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53">
                  <a:moveTo>
                    <a:pt x="0" y="53"/>
                  </a:moveTo>
                  <a:cubicBezTo>
                    <a:pt x="13" y="36"/>
                    <a:pt x="55" y="32"/>
                    <a:pt x="74" y="27"/>
                  </a:cubicBezTo>
                  <a:cubicBezTo>
                    <a:pt x="95" y="22"/>
                    <a:pt x="116" y="17"/>
                    <a:pt x="136" y="13"/>
                  </a:cubicBezTo>
                  <a:cubicBezTo>
                    <a:pt x="105" y="28"/>
                    <a:pt x="74" y="51"/>
                    <a:pt x="37" y="49"/>
                  </a:cubicBezTo>
                  <a:cubicBezTo>
                    <a:pt x="79" y="34"/>
                    <a:pt x="136" y="0"/>
                    <a:pt x="182" y="14"/>
                  </a:cubicBezTo>
                  <a:cubicBezTo>
                    <a:pt x="155" y="23"/>
                    <a:pt x="128" y="36"/>
                    <a:pt x="100" y="44"/>
                  </a:cubicBezTo>
                  <a:cubicBezTo>
                    <a:pt x="122" y="40"/>
                    <a:pt x="183" y="12"/>
                    <a:pt x="199" y="27"/>
                  </a:cubicBezTo>
                  <a:cubicBezTo>
                    <a:pt x="179" y="28"/>
                    <a:pt x="152" y="27"/>
                    <a:pt x="146" y="51"/>
                  </a:cubicBezTo>
                  <a:cubicBezTo>
                    <a:pt x="166" y="52"/>
                    <a:pt x="185" y="37"/>
                    <a:pt x="206" y="38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105">
              <a:extLst>
                <a:ext uri="{FF2B5EF4-FFF2-40B4-BE49-F238E27FC236}">
                  <a16:creationId xmlns:a16="http://schemas.microsoft.com/office/drawing/2014/main" id="{CB1D716B-D06D-46EF-99B1-132DA50D0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498"/>
              <a:ext cx="121" cy="80"/>
            </a:xfrm>
            <a:custGeom>
              <a:avLst/>
              <a:gdLst>
                <a:gd name="T0" fmla="*/ 0 w 102"/>
                <a:gd name="T1" fmla="*/ 130 h 63"/>
                <a:gd name="T2" fmla="*/ 116 w 102"/>
                <a:gd name="T3" fmla="*/ 14 h 63"/>
                <a:gd name="T4" fmla="*/ 44 w 102"/>
                <a:gd name="T5" fmla="*/ 114 h 63"/>
                <a:gd name="T6" fmla="*/ 171 w 102"/>
                <a:gd name="T7" fmla="*/ 28 h 63"/>
                <a:gd name="T8" fmla="*/ 83 w 102"/>
                <a:gd name="T9" fmla="*/ 9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">
                  <a:moveTo>
                    <a:pt x="0" y="63"/>
                  </a:moveTo>
                  <a:cubicBezTo>
                    <a:pt x="1" y="39"/>
                    <a:pt x="52" y="18"/>
                    <a:pt x="70" y="7"/>
                  </a:cubicBezTo>
                  <a:cubicBezTo>
                    <a:pt x="61" y="25"/>
                    <a:pt x="39" y="40"/>
                    <a:pt x="26" y="56"/>
                  </a:cubicBezTo>
                  <a:cubicBezTo>
                    <a:pt x="47" y="46"/>
                    <a:pt x="77" y="0"/>
                    <a:pt x="102" y="13"/>
                  </a:cubicBezTo>
                  <a:cubicBezTo>
                    <a:pt x="97" y="27"/>
                    <a:pt x="60" y="49"/>
                    <a:pt x="50" y="48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106">
              <a:extLst>
                <a:ext uri="{FF2B5EF4-FFF2-40B4-BE49-F238E27FC236}">
                  <a16:creationId xmlns:a16="http://schemas.microsoft.com/office/drawing/2014/main" id="{6CF268CB-36F3-47D5-81A5-640580289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393"/>
              <a:ext cx="96" cy="73"/>
            </a:xfrm>
            <a:custGeom>
              <a:avLst/>
              <a:gdLst>
                <a:gd name="T0" fmla="*/ 0 w 82"/>
                <a:gd name="T1" fmla="*/ 76 h 58"/>
                <a:gd name="T2" fmla="*/ 41 w 82"/>
                <a:gd name="T3" fmla="*/ 54 h 58"/>
                <a:gd name="T4" fmla="*/ 83 w 82"/>
                <a:gd name="T5" fmla="*/ 0 h 58"/>
                <a:gd name="T6" fmla="*/ 32 w 82"/>
                <a:gd name="T7" fmla="*/ 63 h 58"/>
                <a:gd name="T8" fmla="*/ 131 w 82"/>
                <a:gd name="T9" fmla="*/ 72 h 58"/>
                <a:gd name="T10" fmla="*/ 54 w 82"/>
                <a:gd name="T11" fmla="*/ 79 h 58"/>
                <a:gd name="T12" fmla="*/ 117 w 82"/>
                <a:gd name="T13" fmla="*/ 115 h 58"/>
                <a:gd name="T14" fmla="*/ 94 w 82"/>
                <a:gd name="T15" fmla="*/ 11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58">
                  <a:moveTo>
                    <a:pt x="0" y="38"/>
                  </a:moveTo>
                  <a:cubicBezTo>
                    <a:pt x="3" y="33"/>
                    <a:pt x="18" y="33"/>
                    <a:pt x="26" y="27"/>
                  </a:cubicBezTo>
                  <a:cubicBezTo>
                    <a:pt x="37" y="20"/>
                    <a:pt x="43" y="7"/>
                    <a:pt x="52" y="0"/>
                  </a:cubicBezTo>
                  <a:cubicBezTo>
                    <a:pt x="45" y="15"/>
                    <a:pt x="37" y="27"/>
                    <a:pt x="20" y="32"/>
                  </a:cubicBezTo>
                  <a:cubicBezTo>
                    <a:pt x="35" y="32"/>
                    <a:pt x="78" y="19"/>
                    <a:pt x="82" y="36"/>
                  </a:cubicBezTo>
                  <a:cubicBezTo>
                    <a:pt x="65" y="37"/>
                    <a:pt x="49" y="39"/>
                    <a:pt x="33" y="40"/>
                  </a:cubicBezTo>
                  <a:cubicBezTo>
                    <a:pt x="44" y="50"/>
                    <a:pt x="59" y="53"/>
                    <a:pt x="73" y="57"/>
                  </a:cubicBezTo>
                  <a:cubicBezTo>
                    <a:pt x="70" y="58"/>
                    <a:pt x="56" y="58"/>
                    <a:pt x="58" y="58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107">
              <a:extLst>
                <a:ext uri="{FF2B5EF4-FFF2-40B4-BE49-F238E27FC236}">
                  <a16:creationId xmlns:a16="http://schemas.microsoft.com/office/drawing/2014/main" id="{3DEF7FA0-345C-4D54-B453-D7369CA9A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480"/>
              <a:ext cx="90" cy="133"/>
            </a:xfrm>
            <a:custGeom>
              <a:avLst/>
              <a:gdLst>
                <a:gd name="T0" fmla="*/ 111 w 76"/>
                <a:gd name="T1" fmla="*/ 210 h 106"/>
                <a:gd name="T2" fmla="*/ 115 w 76"/>
                <a:gd name="T3" fmla="*/ 107 h 106"/>
                <a:gd name="T4" fmla="*/ 101 w 76"/>
                <a:gd name="T5" fmla="*/ 0 h 106"/>
                <a:gd name="T6" fmla="*/ 101 w 76"/>
                <a:gd name="T7" fmla="*/ 166 h 106"/>
                <a:gd name="T8" fmla="*/ 92 w 76"/>
                <a:gd name="T9" fmla="*/ 64 h 106"/>
                <a:gd name="T10" fmla="*/ 64 w 76"/>
                <a:gd name="T11" fmla="*/ 123 h 106"/>
                <a:gd name="T12" fmla="*/ 78 w 76"/>
                <a:gd name="T13" fmla="*/ 92 h 106"/>
                <a:gd name="T14" fmla="*/ 0 w 76"/>
                <a:gd name="T15" fmla="*/ 11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06">
                  <a:moveTo>
                    <a:pt x="67" y="106"/>
                  </a:moveTo>
                  <a:cubicBezTo>
                    <a:pt x="67" y="89"/>
                    <a:pt x="70" y="71"/>
                    <a:pt x="69" y="54"/>
                  </a:cubicBezTo>
                  <a:cubicBezTo>
                    <a:pt x="69" y="36"/>
                    <a:pt x="61" y="19"/>
                    <a:pt x="61" y="0"/>
                  </a:cubicBezTo>
                  <a:cubicBezTo>
                    <a:pt x="61" y="23"/>
                    <a:pt x="76" y="66"/>
                    <a:pt x="61" y="84"/>
                  </a:cubicBezTo>
                  <a:cubicBezTo>
                    <a:pt x="59" y="67"/>
                    <a:pt x="59" y="50"/>
                    <a:pt x="56" y="33"/>
                  </a:cubicBezTo>
                  <a:cubicBezTo>
                    <a:pt x="52" y="43"/>
                    <a:pt x="47" y="55"/>
                    <a:pt x="39" y="62"/>
                  </a:cubicBezTo>
                  <a:cubicBezTo>
                    <a:pt x="43" y="58"/>
                    <a:pt x="45" y="50"/>
                    <a:pt x="47" y="46"/>
                  </a:cubicBezTo>
                  <a:cubicBezTo>
                    <a:pt x="30" y="44"/>
                    <a:pt x="19" y="58"/>
                    <a:pt x="0" y="56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108">
              <a:extLst>
                <a:ext uri="{FF2B5EF4-FFF2-40B4-BE49-F238E27FC236}">
                  <a16:creationId xmlns:a16="http://schemas.microsoft.com/office/drawing/2014/main" id="{4E3EE8CF-6B96-41DE-B253-55BD89608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020"/>
              <a:ext cx="85" cy="89"/>
            </a:xfrm>
            <a:custGeom>
              <a:avLst/>
              <a:gdLst>
                <a:gd name="T0" fmla="*/ 98 w 72"/>
                <a:gd name="T1" fmla="*/ 115 h 71"/>
                <a:gd name="T2" fmla="*/ 0 w 72"/>
                <a:gd name="T3" fmla="*/ 0 h 71"/>
                <a:gd name="T4" fmla="*/ 94 w 72"/>
                <a:gd name="T5" fmla="*/ 115 h 71"/>
                <a:gd name="T6" fmla="*/ 11 w 72"/>
                <a:gd name="T7" fmla="*/ 99 h 71"/>
                <a:gd name="T8" fmla="*/ 103 w 72"/>
                <a:gd name="T9" fmla="*/ 128 h 71"/>
                <a:gd name="T10" fmla="*/ 94 w 72"/>
                <a:gd name="T11" fmla="*/ 60 h 71"/>
                <a:gd name="T12" fmla="*/ 118 w 72"/>
                <a:gd name="T13" fmla="*/ 132 h 71"/>
                <a:gd name="T14" fmla="*/ 110 w 72"/>
                <a:gd name="T15" fmla="*/ 135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71">
                  <a:moveTo>
                    <a:pt x="59" y="58"/>
                  </a:moveTo>
                  <a:cubicBezTo>
                    <a:pt x="36" y="54"/>
                    <a:pt x="5" y="21"/>
                    <a:pt x="0" y="0"/>
                  </a:cubicBezTo>
                  <a:cubicBezTo>
                    <a:pt x="23" y="16"/>
                    <a:pt x="38" y="38"/>
                    <a:pt x="58" y="58"/>
                  </a:cubicBezTo>
                  <a:cubicBezTo>
                    <a:pt x="46" y="65"/>
                    <a:pt x="18" y="54"/>
                    <a:pt x="7" y="50"/>
                  </a:cubicBezTo>
                  <a:cubicBezTo>
                    <a:pt x="23" y="56"/>
                    <a:pt x="45" y="66"/>
                    <a:pt x="63" y="65"/>
                  </a:cubicBezTo>
                  <a:cubicBezTo>
                    <a:pt x="59" y="60"/>
                    <a:pt x="58" y="42"/>
                    <a:pt x="58" y="30"/>
                  </a:cubicBezTo>
                  <a:cubicBezTo>
                    <a:pt x="61" y="43"/>
                    <a:pt x="67" y="55"/>
                    <a:pt x="72" y="67"/>
                  </a:cubicBezTo>
                  <a:cubicBezTo>
                    <a:pt x="71" y="71"/>
                    <a:pt x="70" y="68"/>
                    <a:pt x="67" y="69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109">
              <a:extLst>
                <a:ext uri="{FF2B5EF4-FFF2-40B4-BE49-F238E27FC236}">
                  <a16:creationId xmlns:a16="http://schemas.microsoft.com/office/drawing/2014/main" id="{96C9FB1E-E1F6-4BAA-A1DA-4B5067014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100"/>
              <a:ext cx="112" cy="84"/>
            </a:xfrm>
            <a:custGeom>
              <a:avLst/>
              <a:gdLst>
                <a:gd name="T0" fmla="*/ 107 w 95"/>
                <a:gd name="T1" fmla="*/ 83 h 66"/>
                <a:gd name="T2" fmla="*/ 0 w 95"/>
                <a:gd name="T3" fmla="*/ 0 h 66"/>
                <a:gd name="T4" fmla="*/ 112 w 95"/>
                <a:gd name="T5" fmla="*/ 83 h 66"/>
                <a:gd name="T6" fmla="*/ 17 w 95"/>
                <a:gd name="T7" fmla="*/ 101 h 66"/>
                <a:gd name="T8" fmla="*/ 117 w 95"/>
                <a:gd name="T9" fmla="*/ 85 h 66"/>
                <a:gd name="T10" fmla="*/ 83 w 95"/>
                <a:gd name="T11" fmla="*/ 126 h 66"/>
                <a:gd name="T12" fmla="*/ 156 w 95"/>
                <a:gd name="T13" fmla="*/ 60 h 66"/>
                <a:gd name="T14" fmla="*/ 146 w 95"/>
                <a:gd name="T15" fmla="*/ 67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66">
                  <a:moveTo>
                    <a:pt x="65" y="40"/>
                  </a:moveTo>
                  <a:cubicBezTo>
                    <a:pt x="49" y="37"/>
                    <a:pt x="0" y="17"/>
                    <a:pt x="0" y="0"/>
                  </a:cubicBezTo>
                  <a:cubicBezTo>
                    <a:pt x="21" y="16"/>
                    <a:pt x="47" y="25"/>
                    <a:pt x="69" y="40"/>
                  </a:cubicBezTo>
                  <a:cubicBezTo>
                    <a:pt x="51" y="39"/>
                    <a:pt x="25" y="36"/>
                    <a:pt x="10" y="49"/>
                  </a:cubicBezTo>
                  <a:cubicBezTo>
                    <a:pt x="31" y="49"/>
                    <a:pt x="51" y="41"/>
                    <a:pt x="71" y="42"/>
                  </a:cubicBezTo>
                  <a:cubicBezTo>
                    <a:pt x="62" y="46"/>
                    <a:pt x="52" y="51"/>
                    <a:pt x="50" y="61"/>
                  </a:cubicBezTo>
                  <a:cubicBezTo>
                    <a:pt x="71" y="66"/>
                    <a:pt x="81" y="39"/>
                    <a:pt x="95" y="29"/>
                  </a:cubicBezTo>
                  <a:cubicBezTo>
                    <a:pt x="92" y="30"/>
                    <a:pt x="91" y="31"/>
                    <a:pt x="89" y="33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110">
              <a:extLst>
                <a:ext uri="{FF2B5EF4-FFF2-40B4-BE49-F238E27FC236}">
                  <a16:creationId xmlns:a16="http://schemas.microsoft.com/office/drawing/2014/main" id="{C1601012-A94C-4DDC-B3D6-28544254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083"/>
              <a:ext cx="85" cy="51"/>
            </a:xfrm>
            <a:custGeom>
              <a:avLst/>
              <a:gdLst>
                <a:gd name="T0" fmla="*/ 118 w 72"/>
                <a:gd name="T1" fmla="*/ 78 h 41"/>
                <a:gd name="T2" fmla="*/ 0 w 72"/>
                <a:gd name="T3" fmla="*/ 0 h 41"/>
                <a:gd name="T4" fmla="*/ 118 w 72"/>
                <a:gd name="T5" fmla="*/ 7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1">
                  <a:moveTo>
                    <a:pt x="72" y="41"/>
                  </a:moveTo>
                  <a:cubicBezTo>
                    <a:pt x="47" y="34"/>
                    <a:pt x="22" y="14"/>
                    <a:pt x="0" y="0"/>
                  </a:cubicBezTo>
                  <a:cubicBezTo>
                    <a:pt x="13" y="24"/>
                    <a:pt x="49" y="30"/>
                    <a:pt x="72" y="41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111">
              <a:extLst>
                <a:ext uri="{FF2B5EF4-FFF2-40B4-BE49-F238E27FC236}">
                  <a16:creationId xmlns:a16="http://schemas.microsoft.com/office/drawing/2014/main" id="{6830BEAF-4AFE-4023-BE67-6D0D5DFC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100"/>
              <a:ext cx="74" cy="32"/>
            </a:xfrm>
            <a:custGeom>
              <a:avLst/>
              <a:gdLst>
                <a:gd name="T0" fmla="*/ 92 w 63"/>
                <a:gd name="T1" fmla="*/ 52 h 25"/>
                <a:gd name="T2" fmla="*/ 0 w 63"/>
                <a:gd name="T3" fmla="*/ 1 h 25"/>
                <a:gd name="T4" fmla="*/ 102 w 63"/>
                <a:gd name="T5" fmla="*/ 5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5">
                  <a:moveTo>
                    <a:pt x="56" y="25"/>
                  </a:moveTo>
                  <a:cubicBezTo>
                    <a:pt x="43" y="23"/>
                    <a:pt x="19" y="0"/>
                    <a:pt x="0" y="1"/>
                  </a:cubicBezTo>
                  <a:cubicBezTo>
                    <a:pt x="1" y="25"/>
                    <a:pt x="45" y="25"/>
                    <a:pt x="63" y="25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112">
              <a:extLst>
                <a:ext uri="{FF2B5EF4-FFF2-40B4-BE49-F238E27FC236}">
                  <a16:creationId xmlns:a16="http://schemas.microsoft.com/office/drawing/2014/main" id="{BB62F5EE-B7D4-4E58-AF15-499CD9A9A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05"/>
              <a:ext cx="102" cy="76"/>
            </a:xfrm>
            <a:custGeom>
              <a:avLst/>
              <a:gdLst>
                <a:gd name="T0" fmla="*/ 118 w 87"/>
                <a:gd name="T1" fmla="*/ 104 h 60"/>
                <a:gd name="T2" fmla="*/ 19 w 87"/>
                <a:gd name="T3" fmla="*/ 92 h 60"/>
                <a:gd name="T4" fmla="*/ 141 w 87"/>
                <a:gd name="T5" fmla="*/ 91 h 60"/>
                <a:gd name="T6" fmla="*/ 9 w 87"/>
                <a:gd name="T7" fmla="*/ 52 h 60"/>
                <a:gd name="T8" fmla="*/ 77 w 87"/>
                <a:gd name="T9" fmla="*/ 67 h 60"/>
                <a:gd name="T10" fmla="*/ 0 w 87"/>
                <a:gd name="T11" fmla="*/ 0 h 60"/>
                <a:gd name="T12" fmla="*/ 86 w 87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60">
                  <a:moveTo>
                    <a:pt x="73" y="51"/>
                  </a:moveTo>
                  <a:cubicBezTo>
                    <a:pt x="62" y="37"/>
                    <a:pt x="21" y="33"/>
                    <a:pt x="12" y="46"/>
                  </a:cubicBezTo>
                  <a:cubicBezTo>
                    <a:pt x="32" y="49"/>
                    <a:pt x="70" y="60"/>
                    <a:pt x="87" y="45"/>
                  </a:cubicBezTo>
                  <a:cubicBezTo>
                    <a:pt x="59" y="42"/>
                    <a:pt x="32" y="35"/>
                    <a:pt x="6" y="25"/>
                  </a:cubicBezTo>
                  <a:cubicBezTo>
                    <a:pt x="20" y="27"/>
                    <a:pt x="33" y="35"/>
                    <a:pt x="48" y="33"/>
                  </a:cubicBezTo>
                  <a:cubicBezTo>
                    <a:pt x="32" y="22"/>
                    <a:pt x="14" y="13"/>
                    <a:pt x="0" y="0"/>
                  </a:cubicBezTo>
                  <a:cubicBezTo>
                    <a:pt x="17" y="10"/>
                    <a:pt x="34" y="21"/>
                    <a:pt x="53" y="29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113">
              <a:extLst>
                <a:ext uri="{FF2B5EF4-FFF2-40B4-BE49-F238E27FC236}">
                  <a16:creationId xmlns:a16="http://schemas.microsoft.com/office/drawing/2014/main" id="{276B6323-DF7D-41D7-931B-399F76308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036"/>
              <a:ext cx="84" cy="59"/>
            </a:xfrm>
            <a:custGeom>
              <a:avLst/>
              <a:gdLst>
                <a:gd name="T0" fmla="*/ 33 w 71"/>
                <a:gd name="T1" fmla="*/ 93 h 47"/>
                <a:gd name="T2" fmla="*/ 112 w 71"/>
                <a:gd name="T3" fmla="*/ 0 h 47"/>
                <a:gd name="T4" fmla="*/ 0 w 71"/>
                <a:gd name="T5" fmla="*/ 88 h 47"/>
                <a:gd name="T6" fmla="*/ 73 w 71"/>
                <a:gd name="T7" fmla="*/ 0 h 47"/>
                <a:gd name="T8" fmla="*/ 0 w 71"/>
                <a:gd name="T9" fmla="*/ 75 h 47"/>
                <a:gd name="T10" fmla="*/ 35 w 71"/>
                <a:gd name="T11" fmla="*/ 13 h 47"/>
                <a:gd name="T12" fmla="*/ 2 w 71"/>
                <a:gd name="T13" fmla="*/ 6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47">
                  <a:moveTo>
                    <a:pt x="20" y="47"/>
                  </a:moveTo>
                  <a:cubicBezTo>
                    <a:pt x="33" y="43"/>
                    <a:pt x="50" y="6"/>
                    <a:pt x="68" y="0"/>
                  </a:cubicBezTo>
                  <a:cubicBezTo>
                    <a:pt x="71" y="17"/>
                    <a:pt x="15" y="38"/>
                    <a:pt x="0" y="45"/>
                  </a:cubicBezTo>
                  <a:cubicBezTo>
                    <a:pt x="22" y="47"/>
                    <a:pt x="44" y="20"/>
                    <a:pt x="44" y="0"/>
                  </a:cubicBezTo>
                  <a:cubicBezTo>
                    <a:pt x="28" y="10"/>
                    <a:pt x="9" y="22"/>
                    <a:pt x="0" y="38"/>
                  </a:cubicBezTo>
                  <a:cubicBezTo>
                    <a:pt x="9" y="29"/>
                    <a:pt x="18" y="18"/>
                    <a:pt x="21" y="6"/>
                  </a:cubicBezTo>
                  <a:cubicBezTo>
                    <a:pt x="10" y="6"/>
                    <a:pt x="2" y="19"/>
                    <a:pt x="2" y="30"/>
                  </a:cubicBezTo>
                </a:path>
              </a:pathLst>
            </a:custGeom>
            <a:solidFill>
              <a:srgbClr val="74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114">
              <a:extLst>
                <a:ext uri="{FF2B5EF4-FFF2-40B4-BE49-F238E27FC236}">
                  <a16:creationId xmlns:a16="http://schemas.microsoft.com/office/drawing/2014/main" id="{D1E71D73-FCDA-4200-98DA-A9AAA9C4B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1914"/>
              <a:ext cx="36" cy="105"/>
            </a:xfrm>
            <a:custGeom>
              <a:avLst/>
              <a:gdLst>
                <a:gd name="T0" fmla="*/ 17 w 31"/>
                <a:gd name="T1" fmla="*/ 168 h 83"/>
                <a:gd name="T2" fmla="*/ 0 w 31"/>
                <a:gd name="T3" fmla="*/ 73 h 83"/>
                <a:gd name="T4" fmla="*/ 33 w 31"/>
                <a:gd name="T5" fmla="*/ 153 h 83"/>
                <a:gd name="T6" fmla="*/ 30 w 31"/>
                <a:gd name="T7" fmla="*/ 145 h 83"/>
                <a:gd name="T8" fmla="*/ 33 w 31"/>
                <a:gd name="T9" fmla="*/ 151 h 83"/>
                <a:gd name="T10" fmla="*/ 10 w 31"/>
                <a:gd name="T11" fmla="*/ 0 h 83"/>
                <a:gd name="T12" fmla="*/ 38 w 31"/>
                <a:gd name="T13" fmla="*/ 144 h 83"/>
                <a:gd name="T14" fmla="*/ 41 w 31"/>
                <a:gd name="T15" fmla="*/ 108 h 83"/>
                <a:gd name="T16" fmla="*/ 36 w 31"/>
                <a:gd name="T17" fmla="*/ 145 h 83"/>
                <a:gd name="T18" fmla="*/ 49 w 31"/>
                <a:gd name="T19" fmla="*/ 138 h 83"/>
                <a:gd name="T20" fmla="*/ 36 w 31"/>
                <a:gd name="T21" fmla="*/ 163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83">
                  <a:moveTo>
                    <a:pt x="11" y="83"/>
                  </a:moveTo>
                  <a:cubicBezTo>
                    <a:pt x="6" y="68"/>
                    <a:pt x="3" y="52"/>
                    <a:pt x="0" y="36"/>
                  </a:cubicBezTo>
                  <a:cubicBezTo>
                    <a:pt x="9" y="47"/>
                    <a:pt x="15" y="63"/>
                    <a:pt x="21" y="76"/>
                  </a:cubicBezTo>
                  <a:cubicBezTo>
                    <a:pt x="20" y="75"/>
                    <a:pt x="20" y="73"/>
                    <a:pt x="19" y="72"/>
                  </a:cubicBezTo>
                  <a:cubicBezTo>
                    <a:pt x="20" y="72"/>
                    <a:pt x="21" y="73"/>
                    <a:pt x="21" y="74"/>
                  </a:cubicBezTo>
                  <a:cubicBezTo>
                    <a:pt x="13" y="51"/>
                    <a:pt x="19" y="20"/>
                    <a:pt x="7" y="0"/>
                  </a:cubicBezTo>
                  <a:cubicBezTo>
                    <a:pt x="11" y="24"/>
                    <a:pt x="23" y="47"/>
                    <a:pt x="24" y="71"/>
                  </a:cubicBezTo>
                  <a:cubicBezTo>
                    <a:pt x="22" y="65"/>
                    <a:pt x="23" y="58"/>
                    <a:pt x="26" y="53"/>
                  </a:cubicBezTo>
                  <a:cubicBezTo>
                    <a:pt x="28" y="59"/>
                    <a:pt x="24" y="66"/>
                    <a:pt x="23" y="72"/>
                  </a:cubicBezTo>
                  <a:cubicBezTo>
                    <a:pt x="25" y="70"/>
                    <a:pt x="29" y="69"/>
                    <a:pt x="31" y="68"/>
                  </a:cubicBezTo>
                  <a:cubicBezTo>
                    <a:pt x="29" y="73"/>
                    <a:pt x="27" y="77"/>
                    <a:pt x="23" y="81"/>
                  </a:cubicBezTo>
                </a:path>
              </a:pathLst>
            </a:custGeom>
            <a:solidFill>
              <a:srgbClr val="637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115">
              <a:extLst>
                <a:ext uri="{FF2B5EF4-FFF2-40B4-BE49-F238E27FC236}">
                  <a16:creationId xmlns:a16="http://schemas.microsoft.com/office/drawing/2014/main" id="{93CCEE69-F81F-4B84-A15E-8C615A37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30"/>
              <a:ext cx="30" cy="127"/>
            </a:xfrm>
            <a:custGeom>
              <a:avLst/>
              <a:gdLst>
                <a:gd name="T0" fmla="*/ 23 w 26"/>
                <a:gd name="T1" fmla="*/ 195 h 101"/>
                <a:gd name="T2" fmla="*/ 24 w 26"/>
                <a:gd name="T3" fmla="*/ 196 h 101"/>
                <a:gd name="T4" fmla="*/ 0 w 26"/>
                <a:gd name="T5" fmla="*/ 52 h 101"/>
                <a:gd name="T6" fmla="*/ 24 w 26"/>
                <a:gd name="T7" fmla="*/ 189 h 101"/>
                <a:gd name="T8" fmla="*/ 18 w 26"/>
                <a:gd name="T9" fmla="*/ 0 h 101"/>
                <a:gd name="T10" fmla="*/ 24 w 26"/>
                <a:gd name="T11" fmla="*/ 141 h 101"/>
                <a:gd name="T12" fmla="*/ 37 w 26"/>
                <a:gd name="T13" fmla="*/ 49 h 101"/>
                <a:gd name="T14" fmla="*/ 20 w 26"/>
                <a:gd name="T15" fmla="*/ 180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01">
                  <a:moveTo>
                    <a:pt x="15" y="98"/>
                  </a:moveTo>
                  <a:cubicBezTo>
                    <a:pt x="15" y="99"/>
                    <a:pt x="16" y="101"/>
                    <a:pt x="16" y="99"/>
                  </a:cubicBezTo>
                  <a:cubicBezTo>
                    <a:pt x="9" y="78"/>
                    <a:pt x="1" y="49"/>
                    <a:pt x="0" y="26"/>
                  </a:cubicBezTo>
                  <a:cubicBezTo>
                    <a:pt x="16" y="41"/>
                    <a:pt x="8" y="76"/>
                    <a:pt x="16" y="95"/>
                  </a:cubicBezTo>
                  <a:cubicBezTo>
                    <a:pt x="10" y="64"/>
                    <a:pt x="13" y="32"/>
                    <a:pt x="12" y="0"/>
                  </a:cubicBezTo>
                  <a:cubicBezTo>
                    <a:pt x="25" y="18"/>
                    <a:pt x="16" y="50"/>
                    <a:pt x="16" y="71"/>
                  </a:cubicBezTo>
                  <a:cubicBezTo>
                    <a:pt x="16" y="56"/>
                    <a:pt x="15" y="37"/>
                    <a:pt x="24" y="25"/>
                  </a:cubicBezTo>
                  <a:cubicBezTo>
                    <a:pt x="26" y="48"/>
                    <a:pt x="15" y="69"/>
                    <a:pt x="13" y="91"/>
                  </a:cubicBezTo>
                </a:path>
              </a:pathLst>
            </a:custGeom>
            <a:solidFill>
              <a:srgbClr val="637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116">
              <a:extLst>
                <a:ext uri="{FF2B5EF4-FFF2-40B4-BE49-F238E27FC236}">
                  <a16:creationId xmlns:a16="http://schemas.microsoft.com/office/drawing/2014/main" id="{E0536F8A-7E39-47E8-82A3-5DF32D3A2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520"/>
              <a:ext cx="205" cy="73"/>
            </a:xfrm>
            <a:custGeom>
              <a:avLst/>
              <a:gdLst>
                <a:gd name="T0" fmla="*/ 0 w 173"/>
                <a:gd name="T1" fmla="*/ 0 h 58"/>
                <a:gd name="T2" fmla="*/ 192 w 173"/>
                <a:gd name="T3" fmla="*/ 54 h 58"/>
                <a:gd name="T4" fmla="*/ 84 w 173"/>
                <a:gd name="T5" fmla="*/ 39 h 58"/>
                <a:gd name="T6" fmla="*/ 192 w 173"/>
                <a:gd name="T7" fmla="*/ 67 h 58"/>
                <a:gd name="T8" fmla="*/ 288 w 173"/>
                <a:gd name="T9" fmla="*/ 115 h 58"/>
                <a:gd name="T10" fmla="*/ 204 w 173"/>
                <a:gd name="T11" fmla="*/ 93 h 58"/>
                <a:gd name="T12" fmla="*/ 128 w 173"/>
                <a:gd name="T13" fmla="*/ 82 h 58"/>
                <a:gd name="T14" fmla="*/ 73 w 173"/>
                <a:gd name="T15" fmla="*/ 59 h 58"/>
                <a:gd name="T16" fmla="*/ 20 w 173"/>
                <a:gd name="T17" fmla="*/ 3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58">
                  <a:moveTo>
                    <a:pt x="0" y="0"/>
                  </a:moveTo>
                  <a:cubicBezTo>
                    <a:pt x="35" y="9"/>
                    <a:pt x="80" y="10"/>
                    <a:pt x="116" y="27"/>
                  </a:cubicBezTo>
                  <a:cubicBezTo>
                    <a:pt x="94" y="27"/>
                    <a:pt x="73" y="18"/>
                    <a:pt x="51" y="20"/>
                  </a:cubicBezTo>
                  <a:cubicBezTo>
                    <a:pt x="64" y="33"/>
                    <a:pt x="99" y="29"/>
                    <a:pt x="116" y="33"/>
                  </a:cubicBezTo>
                  <a:cubicBezTo>
                    <a:pt x="132" y="37"/>
                    <a:pt x="162" y="46"/>
                    <a:pt x="173" y="57"/>
                  </a:cubicBezTo>
                  <a:cubicBezTo>
                    <a:pt x="157" y="58"/>
                    <a:pt x="138" y="49"/>
                    <a:pt x="122" y="47"/>
                  </a:cubicBezTo>
                  <a:cubicBezTo>
                    <a:pt x="107" y="45"/>
                    <a:pt x="92" y="44"/>
                    <a:pt x="77" y="41"/>
                  </a:cubicBezTo>
                  <a:cubicBezTo>
                    <a:pt x="65" y="38"/>
                    <a:pt x="56" y="34"/>
                    <a:pt x="44" y="29"/>
                  </a:cubicBezTo>
                  <a:cubicBezTo>
                    <a:pt x="34" y="24"/>
                    <a:pt x="19" y="23"/>
                    <a:pt x="12" y="15"/>
                  </a:cubicBezTo>
                </a:path>
              </a:pathLst>
            </a:custGeom>
            <a:solidFill>
              <a:srgbClr val="637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117">
              <a:extLst>
                <a:ext uri="{FF2B5EF4-FFF2-40B4-BE49-F238E27FC236}">
                  <a16:creationId xmlns:a16="http://schemas.microsoft.com/office/drawing/2014/main" id="{EA3BF022-484A-4AD1-B909-E8BE778EE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454"/>
              <a:ext cx="138" cy="65"/>
            </a:xfrm>
            <a:custGeom>
              <a:avLst/>
              <a:gdLst>
                <a:gd name="T0" fmla="*/ 6 w 117"/>
                <a:gd name="T1" fmla="*/ 106 h 51"/>
                <a:gd name="T2" fmla="*/ 0 w 117"/>
                <a:gd name="T3" fmla="*/ 105 h 51"/>
                <a:gd name="T4" fmla="*/ 126 w 117"/>
                <a:gd name="T5" fmla="*/ 97 h 51"/>
                <a:gd name="T6" fmla="*/ 47 w 117"/>
                <a:gd name="T7" fmla="*/ 37 h 51"/>
                <a:gd name="T8" fmla="*/ 192 w 117"/>
                <a:gd name="T9" fmla="*/ 73 h 51"/>
                <a:gd name="T10" fmla="*/ 131 w 117"/>
                <a:gd name="T11" fmla="*/ 41 h 51"/>
                <a:gd name="T12" fmla="*/ 79 w 117"/>
                <a:gd name="T13" fmla="*/ 23 h 51"/>
                <a:gd name="T14" fmla="*/ 1 w 117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51">
                  <a:moveTo>
                    <a:pt x="3" y="51"/>
                  </a:moveTo>
                  <a:cubicBezTo>
                    <a:pt x="1" y="51"/>
                    <a:pt x="0" y="51"/>
                    <a:pt x="0" y="50"/>
                  </a:cubicBezTo>
                  <a:cubicBezTo>
                    <a:pt x="14" y="20"/>
                    <a:pt x="57" y="28"/>
                    <a:pt x="77" y="47"/>
                  </a:cubicBezTo>
                  <a:cubicBezTo>
                    <a:pt x="59" y="43"/>
                    <a:pt x="44" y="29"/>
                    <a:pt x="29" y="18"/>
                  </a:cubicBezTo>
                  <a:cubicBezTo>
                    <a:pt x="58" y="22"/>
                    <a:pt x="88" y="29"/>
                    <a:pt x="117" y="35"/>
                  </a:cubicBezTo>
                  <a:cubicBezTo>
                    <a:pt x="105" y="37"/>
                    <a:pt x="91" y="25"/>
                    <a:pt x="80" y="20"/>
                  </a:cubicBezTo>
                  <a:cubicBezTo>
                    <a:pt x="68" y="15"/>
                    <a:pt x="60" y="12"/>
                    <a:pt x="48" y="11"/>
                  </a:cubicBezTo>
                  <a:cubicBezTo>
                    <a:pt x="34" y="9"/>
                    <a:pt x="10" y="13"/>
                    <a:pt x="1" y="0"/>
                  </a:cubicBezTo>
                </a:path>
              </a:pathLst>
            </a:custGeom>
            <a:solidFill>
              <a:srgbClr val="637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2" name="Text Box 440">
              <a:extLst>
                <a:ext uri="{FF2B5EF4-FFF2-40B4-BE49-F238E27FC236}">
                  <a16:creationId xmlns:a16="http://schemas.microsoft.com/office/drawing/2014/main" id="{7650EAE8-C3E0-402A-B9C9-3F24928A1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" y="1692"/>
              <a:ext cx="70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/>
                <a:t>Tarragon</a:t>
              </a:r>
            </a:p>
          </p:txBody>
        </p:sp>
      </p:grpSp>
      <p:grpSp>
        <p:nvGrpSpPr>
          <p:cNvPr id="38916" name="Glass-jar-of-basil-herb">
            <a:extLst>
              <a:ext uri="{FF2B5EF4-FFF2-40B4-BE49-F238E27FC236}">
                <a16:creationId xmlns:a16="http://schemas.microsoft.com/office/drawing/2014/main" id="{686D1F98-9A4E-44F9-B2A1-335C54824F30}"/>
              </a:ext>
            </a:extLst>
          </p:cNvPr>
          <p:cNvGrpSpPr>
            <a:grpSpLocks/>
          </p:cNvGrpSpPr>
          <p:nvPr/>
        </p:nvGrpSpPr>
        <p:grpSpPr bwMode="auto">
          <a:xfrm>
            <a:off x="6342063" y="1420813"/>
            <a:ext cx="1670050" cy="2349500"/>
            <a:chOff x="3035" y="769"/>
            <a:chExt cx="1052" cy="1480"/>
          </a:xfrm>
        </p:grpSpPr>
        <p:sp>
          <p:nvSpPr>
            <p:cNvPr id="39180" name="Freeform 4">
              <a:extLst>
                <a:ext uri="{FF2B5EF4-FFF2-40B4-BE49-F238E27FC236}">
                  <a16:creationId xmlns:a16="http://schemas.microsoft.com/office/drawing/2014/main" id="{2D94F902-1826-4AB5-BD20-B2D7A7585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116"/>
              <a:ext cx="1052" cy="1133"/>
            </a:xfrm>
            <a:custGeom>
              <a:avLst/>
              <a:gdLst>
                <a:gd name="T0" fmla="*/ 1465 w 891"/>
                <a:gd name="T1" fmla="*/ 1642 h 900"/>
                <a:gd name="T2" fmla="*/ 736 w 891"/>
                <a:gd name="T3" fmla="*/ 1795 h 900"/>
                <a:gd name="T4" fmla="*/ 7 w 891"/>
                <a:gd name="T5" fmla="*/ 1642 h 900"/>
                <a:gd name="T6" fmla="*/ 7 w 891"/>
                <a:gd name="T7" fmla="*/ 509 h 900"/>
                <a:gd name="T8" fmla="*/ 98 w 891"/>
                <a:gd name="T9" fmla="*/ 287 h 900"/>
                <a:gd name="T10" fmla="*/ 166 w 891"/>
                <a:gd name="T11" fmla="*/ 0 h 900"/>
                <a:gd name="T12" fmla="*/ 1299 w 891"/>
                <a:gd name="T13" fmla="*/ 0 h 900"/>
                <a:gd name="T14" fmla="*/ 1357 w 891"/>
                <a:gd name="T15" fmla="*/ 295 h 900"/>
                <a:gd name="T16" fmla="*/ 1466 w 891"/>
                <a:gd name="T17" fmla="*/ 516 h 900"/>
                <a:gd name="T18" fmla="*/ 1465 w 891"/>
                <a:gd name="T19" fmla="*/ 1642 h 9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1" h="900">
                  <a:moveTo>
                    <a:pt x="890" y="823"/>
                  </a:moveTo>
                  <a:cubicBezTo>
                    <a:pt x="890" y="866"/>
                    <a:pt x="691" y="900"/>
                    <a:pt x="447" y="900"/>
                  </a:cubicBezTo>
                  <a:cubicBezTo>
                    <a:pt x="202" y="900"/>
                    <a:pt x="4" y="866"/>
                    <a:pt x="4" y="823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4" y="255"/>
                    <a:pt x="0" y="184"/>
                    <a:pt x="59" y="144"/>
                  </a:cubicBezTo>
                  <a:cubicBezTo>
                    <a:pt x="118" y="104"/>
                    <a:pt x="101" y="0"/>
                    <a:pt x="101" y="0"/>
                  </a:cubicBezTo>
                  <a:cubicBezTo>
                    <a:pt x="789" y="0"/>
                    <a:pt x="789" y="0"/>
                    <a:pt x="789" y="0"/>
                  </a:cubicBezTo>
                  <a:cubicBezTo>
                    <a:pt x="789" y="0"/>
                    <a:pt x="776" y="115"/>
                    <a:pt x="824" y="148"/>
                  </a:cubicBezTo>
                  <a:cubicBezTo>
                    <a:pt x="863" y="175"/>
                    <a:pt x="891" y="196"/>
                    <a:pt x="891" y="259"/>
                  </a:cubicBezTo>
                  <a:cubicBezTo>
                    <a:pt x="891" y="322"/>
                    <a:pt x="890" y="823"/>
                    <a:pt x="890" y="823"/>
                  </a:cubicBezTo>
                  <a:close/>
                </a:path>
              </a:pathLst>
            </a:custGeom>
            <a:solidFill>
              <a:srgbClr val="C1C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5">
              <a:extLst>
                <a:ext uri="{FF2B5EF4-FFF2-40B4-BE49-F238E27FC236}">
                  <a16:creationId xmlns:a16="http://schemas.microsoft.com/office/drawing/2014/main" id="{5324F3EB-F449-4669-9263-8A68E6992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141"/>
              <a:ext cx="984" cy="1077"/>
            </a:xfrm>
            <a:custGeom>
              <a:avLst/>
              <a:gdLst>
                <a:gd name="T0" fmla="*/ 1370 w 833"/>
                <a:gd name="T1" fmla="*/ 1564 h 855"/>
                <a:gd name="T2" fmla="*/ 690 w 833"/>
                <a:gd name="T3" fmla="*/ 1709 h 855"/>
                <a:gd name="T4" fmla="*/ 7 w 833"/>
                <a:gd name="T5" fmla="*/ 1564 h 855"/>
                <a:gd name="T6" fmla="*/ 7 w 833"/>
                <a:gd name="T7" fmla="*/ 482 h 855"/>
                <a:gd name="T8" fmla="*/ 91 w 833"/>
                <a:gd name="T9" fmla="*/ 271 h 855"/>
                <a:gd name="T10" fmla="*/ 156 w 833"/>
                <a:gd name="T11" fmla="*/ 0 h 855"/>
                <a:gd name="T12" fmla="*/ 1217 w 833"/>
                <a:gd name="T13" fmla="*/ 0 h 855"/>
                <a:gd name="T14" fmla="*/ 1270 w 833"/>
                <a:gd name="T15" fmla="*/ 280 h 855"/>
                <a:gd name="T16" fmla="*/ 1373 w 833"/>
                <a:gd name="T17" fmla="*/ 487 h 855"/>
                <a:gd name="T18" fmla="*/ 1370 w 833"/>
                <a:gd name="T19" fmla="*/ 1564 h 8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3" h="855">
                  <a:moveTo>
                    <a:pt x="831" y="783"/>
                  </a:moveTo>
                  <a:cubicBezTo>
                    <a:pt x="831" y="823"/>
                    <a:pt x="646" y="855"/>
                    <a:pt x="418" y="855"/>
                  </a:cubicBezTo>
                  <a:cubicBezTo>
                    <a:pt x="189" y="855"/>
                    <a:pt x="4" y="823"/>
                    <a:pt x="4" y="783"/>
                  </a:cubicBezTo>
                  <a:cubicBezTo>
                    <a:pt x="4" y="241"/>
                    <a:pt x="4" y="241"/>
                    <a:pt x="4" y="241"/>
                  </a:cubicBezTo>
                  <a:cubicBezTo>
                    <a:pt x="4" y="241"/>
                    <a:pt x="0" y="174"/>
                    <a:pt x="55" y="136"/>
                  </a:cubicBezTo>
                  <a:cubicBezTo>
                    <a:pt x="111" y="98"/>
                    <a:pt x="95" y="0"/>
                    <a:pt x="95" y="0"/>
                  </a:cubicBezTo>
                  <a:cubicBezTo>
                    <a:pt x="738" y="0"/>
                    <a:pt x="738" y="0"/>
                    <a:pt x="738" y="0"/>
                  </a:cubicBezTo>
                  <a:cubicBezTo>
                    <a:pt x="738" y="0"/>
                    <a:pt x="725" y="109"/>
                    <a:pt x="770" y="140"/>
                  </a:cubicBezTo>
                  <a:cubicBezTo>
                    <a:pt x="806" y="165"/>
                    <a:pt x="833" y="185"/>
                    <a:pt x="833" y="244"/>
                  </a:cubicBezTo>
                  <a:cubicBezTo>
                    <a:pt x="833" y="303"/>
                    <a:pt x="831" y="783"/>
                    <a:pt x="831" y="783"/>
                  </a:cubicBezTo>
                  <a:close/>
                </a:path>
              </a:pathLst>
            </a:custGeom>
            <a:solidFill>
              <a:srgbClr val="DED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6">
              <a:extLst>
                <a:ext uri="{FF2B5EF4-FFF2-40B4-BE49-F238E27FC236}">
                  <a16:creationId xmlns:a16="http://schemas.microsoft.com/office/drawing/2014/main" id="{B8992DD0-6873-4D9D-8998-BEC0A249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312"/>
              <a:ext cx="979" cy="906"/>
            </a:xfrm>
            <a:custGeom>
              <a:avLst/>
              <a:gdLst>
                <a:gd name="T0" fmla="*/ 1363 w 829"/>
                <a:gd name="T1" fmla="*/ 1294 h 719"/>
                <a:gd name="T2" fmla="*/ 1365 w 829"/>
                <a:gd name="T3" fmla="*/ 410 h 719"/>
                <a:gd name="T4" fmla="*/ 1177 w 829"/>
                <a:gd name="T5" fmla="*/ 280 h 719"/>
                <a:gd name="T6" fmla="*/ 719 w 829"/>
                <a:gd name="T7" fmla="*/ 8 h 719"/>
                <a:gd name="T8" fmla="*/ 483 w 829"/>
                <a:gd name="T9" fmla="*/ 160 h 719"/>
                <a:gd name="T10" fmla="*/ 315 w 829"/>
                <a:gd name="T11" fmla="*/ 200 h 719"/>
                <a:gd name="T12" fmla="*/ 91 w 829"/>
                <a:gd name="T13" fmla="*/ 329 h 719"/>
                <a:gd name="T14" fmla="*/ 0 w 829"/>
                <a:gd name="T15" fmla="*/ 416 h 719"/>
                <a:gd name="T16" fmla="*/ 0 w 829"/>
                <a:gd name="T17" fmla="*/ 1294 h 719"/>
                <a:gd name="T18" fmla="*/ 681 w 829"/>
                <a:gd name="T19" fmla="*/ 1439 h 719"/>
                <a:gd name="T20" fmla="*/ 1363 w 829"/>
                <a:gd name="T21" fmla="*/ 1294 h 7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9" h="719">
                  <a:moveTo>
                    <a:pt x="827" y="647"/>
                  </a:moveTo>
                  <a:cubicBezTo>
                    <a:pt x="827" y="647"/>
                    <a:pt x="828" y="362"/>
                    <a:pt x="829" y="205"/>
                  </a:cubicBezTo>
                  <a:cubicBezTo>
                    <a:pt x="794" y="178"/>
                    <a:pt x="759" y="150"/>
                    <a:pt x="715" y="140"/>
                  </a:cubicBezTo>
                  <a:cubicBezTo>
                    <a:pt x="627" y="120"/>
                    <a:pt x="527" y="0"/>
                    <a:pt x="437" y="4"/>
                  </a:cubicBezTo>
                  <a:cubicBezTo>
                    <a:pt x="390" y="6"/>
                    <a:pt x="340" y="91"/>
                    <a:pt x="293" y="80"/>
                  </a:cubicBezTo>
                  <a:cubicBezTo>
                    <a:pt x="256" y="72"/>
                    <a:pt x="230" y="96"/>
                    <a:pt x="191" y="100"/>
                  </a:cubicBezTo>
                  <a:cubicBezTo>
                    <a:pt x="135" y="105"/>
                    <a:pt x="101" y="133"/>
                    <a:pt x="55" y="164"/>
                  </a:cubicBezTo>
                  <a:cubicBezTo>
                    <a:pt x="38" y="176"/>
                    <a:pt x="20" y="193"/>
                    <a:pt x="0" y="208"/>
                  </a:cubicBezTo>
                  <a:cubicBezTo>
                    <a:pt x="0" y="647"/>
                    <a:pt x="0" y="647"/>
                    <a:pt x="0" y="647"/>
                  </a:cubicBezTo>
                  <a:cubicBezTo>
                    <a:pt x="0" y="687"/>
                    <a:pt x="185" y="719"/>
                    <a:pt x="414" y="719"/>
                  </a:cubicBezTo>
                  <a:cubicBezTo>
                    <a:pt x="642" y="719"/>
                    <a:pt x="827" y="687"/>
                    <a:pt x="827" y="647"/>
                  </a:cubicBezTo>
                  <a:close/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7">
              <a:extLst>
                <a:ext uri="{FF2B5EF4-FFF2-40B4-BE49-F238E27FC236}">
                  <a16:creationId xmlns:a16="http://schemas.microsoft.com/office/drawing/2014/main" id="{1316682D-F541-4DF2-87F9-76F00693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446"/>
              <a:ext cx="977" cy="772"/>
            </a:xfrm>
            <a:custGeom>
              <a:avLst/>
              <a:gdLst>
                <a:gd name="T0" fmla="*/ 1359 w 828"/>
                <a:gd name="T1" fmla="*/ 1081 h 613"/>
                <a:gd name="T2" fmla="*/ 1360 w 828"/>
                <a:gd name="T3" fmla="*/ 909 h 613"/>
                <a:gd name="T4" fmla="*/ 1270 w 828"/>
                <a:gd name="T5" fmla="*/ 869 h 613"/>
                <a:gd name="T6" fmla="*/ 1205 w 828"/>
                <a:gd name="T7" fmla="*/ 854 h 613"/>
                <a:gd name="T8" fmla="*/ 1124 w 828"/>
                <a:gd name="T9" fmla="*/ 840 h 613"/>
                <a:gd name="T10" fmla="*/ 1068 w 828"/>
                <a:gd name="T11" fmla="*/ 869 h 613"/>
                <a:gd name="T12" fmla="*/ 1006 w 828"/>
                <a:gd name="T13" fmla="*/ 880 h 613"/>
                <a:gd name="T14" fmla="*/ 966 w 828"/>
                <a:gd name="T15" fmla="*/ 725 h 613"/>
                <a:gd name="T16" fmla="*/ 898 w 828"/>
                <a:gd name="T17" fmla="*/ 748 h 613"/>
                <a:gd name="T18" fmla="*/ 756 w 828"/>
                <a:gd name="T19" fmla="*/ 738 h 613"/>
                <a:gd name="T20" fmla="*/ 627 w 828"/>
                <a:gd name="T21" fmla="*/ 689 h 613"/>
                <a:gd name="T22" fmla="*/ 426 w 828"/>
                <a:gd name="T23" fmla="*/ 579 h 613"/>
                <a:gd name="T24" fmla="*/ 319 w 828"/>
                <a:gd name="T25" fmla="*/ 341 h 613"/>
                <a:gd name="T26" fmla="*/ 258 w 828"/>
                <a:gd name="T27" fmla="*/ 112 h 613"/>
                <a:gd name="T28" fmla="*/ 258 w 828"/>
                <a:gd name="T29" fmla="*/ 0 h 613"/>
                <a:gd name="T30" fmla="*/ 91 w 828"/>
                <a:gd name="T31" fmla="*/ 116 h 613"/>
                <a:gd name="T32" fmla="*/ 0 w 828"/>
                <a:gd name="T33" fmla="*/ 203 h 613"/>
                <a:gd name="T34" fmla="*/ 0 w 828"/>
                <a:gd name="T35" fmla="*/ 1081 h 613"/>
                <a:gd name="T36" fmla="*/ 680 w 828"/>
                <a:gd name="T37" fmla="*/ 1224 h 613"/>
                <a:gd name="T38" fmla="*/ 1359 w 828"/>
                <a:gd name="T39" fmla="*/ 1081 h 6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8" h="613">
                  <a:moveTo>
                    <a:pt x="827" y="541"/>
                  </a:moveTo>
                  <a:cubicBezTo>
                    <a:pt x="827" y="541"/>
                    <a:pt x="828" y="507"/>
                    <a:pt x="828" y="455"/>
                  </a:cubicBezTo>
                  <a:cubicBezTo>
                    <a:pt x="809" y="445"/>
                    <a:pt x="790" y="438"/>
                    <a:pt x="773" y="435"/>
                  </a:cubicBezTo>
                  <a:cubicBezTo>
                    <a:pt x="772" y="440"/>
                    <a:pt x="740" y="432"/>
                    <a:pt x="733" y="427"/>
                  </a:cubicBezTo>
                  <a:cubicBezTo>
                    <a:pt x="731" y="443"/>
                    <a:pt x="692" y="442"/>
                    <a:pt x="685" y="421"/>
                  </a:cubicBezTo>
                  <a:cubicBezTo>
                    <a:pt x="687" y="440"/>
                    <a:pt x="655" y="453"/>
                    <a:pt x="650" y="435"/>
                  </a:cubicBezTo>
                  <a:cubicBezTo>
                    <a:pt x="641" y="439"/>
                    <a:pt x="622" y="437"/>
                    <a:pt x="613" y="441"/>
                  </a:cubicBezTo>
                  <a:cubicBezTo>
                    <a:pt x="603" y="415"/>
                    <a:pt x="595" y="389"/>
                    <a:pt x="588" y="363"/>
                  </a:cubicBezTo>
                  <a:cubicBezTo>
                    <a:pt x="579" y="368"/>
                    <a:pt x="559" y="367"/>
                    <a:pt x="547" y="375"/>
                  </a:cubicBezTo>
                  <a:cubicBezTo>
                    <a:pt x="512" y="298"/>
                    <a:pt x="468" y="259"/>
                    <a:pt x="460" y="369"/>
                  </a:cubicBezTo>
                  <a:cubicBezTo>
                    <a:pt x="441" y="348"/>
                    <a:pt x="413" y="330"/>
                    <a:pt x="381" y="345"/>
                  </a:cubicBezTo>
                  <a:cubicBezTo>
                    <a:pt x="369" y="219"/>
                    <a:pt x="316" y="301"/>
                    <a:pt x="259" y="290"/>
                  </a:cubicBezTo>
                  <a:cubicBezTo>
                    <a:pt x="159" y="270"/>
                    <a:pt x="288" y="189"/>
                    <a:pt x="194" y="171"/>
                  </a:cubicBezTo>
                  <a:cubicBezTo>
                    <a:pt x="193" y="189"/>
                    <a:pt x="304" y="95"/>
                    <a:pt x="158" y="56"/>
                  </a:cubicBezTo>
                  <a:cubicBezTo>
                    <a:pt x="180" y="39"/>
                    <a:pt x="165" y="17"/>
                    <a:pt x="158" y="0"/>
                  </a:cubicBezTo>
                  <a:cubicBezTo>
                    <a:pt x="120" y="11"/>
                    <a:pt x="92" y="34"/>
                    <a:pt x="55" y="58"/>
                  </a:cubicBezTo>
                  <a:cubicBezTo>
                    <a:pt x="38" y="70"/>
                    <a:pt x="20" y="87"/>
                    <a:pt x="0" y="102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81"/>
                    <a:pt x="185" y="613"/>
                    <a:pt x="414" y="613"/>
                  </a:cubicBezTo>
                  <a:cubicBezTo>
                    <a:pt x="642" y="613"/>
                    <a:pt x="827" y="581"/>
                    <a:pt x="827" y="541"/>
                  </a:cubicBezTo>
                  <a:close/>
                </a:path>
              </a:pathLst>
            </a:custGeom>
            <a:solidFill>
              <a:srgbClr val="1B4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8">
              <a:extLst>
                <a:ext uri="{FF2B5EF4-FFF2-40B4-BE49-F238E27FC236}">
                  <a16:creationId xmlns:a16="http://schemas.microsoft.com/office/drawing/2014/main" id="{59E84260-1FAF-4139-AEA4-D14DA412D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116"/>
              <a:ext cx="1052" cy="1133"/>
            </a:xfrm>
            <a:custGeom>
              <a:avLst/>
              <a:gdLst>
                <a:gd name="T0" fmla="*/ 1465 w 891"/>
                <a:gd name="T1" fmla="*/ 1642 h 900"/>
                <a:gd name="T2" fmla="*/ 736 w 891"/>
                <a:gd name="T3" fmla="*/ 1795 h 900"/>
                <a:gd name="T4" fmla="*/ 7 w 891"/>
                <a:gd name="T5" fmla="*/ 1642 h 900"/>
                <a:gd name="T6" fmla="*/ 7 w 891"/>
                <a:gd name="T7" fmla="*/ 509 h 900"/>
                <a:gd name="T8" fmla="*/ 98 w 891"/>
                <a:gd name="T9" fmla="*/ 287 h 900"/>
                <a:gd name="T10" fmla="*/ 166 w 891"/>
                <a:gd name="T11" fmla="*/ 0 h 900"/>
                <a:gd name="T12" fmla="*/ 1299 w 891"/>
                <a:gd name="T13" fmla="*/ 0 h 900"/>
                <a:gd name="T14" fmla="*/ 1357 w 891"/>
                <a:gd name="T15" fmla="*/ 295 h 900"/>
                <a:gd name="T16" fmla="*/ 1466 w 891"/>
                <a:gd name="T17" fmla="*/ 516 h 900"/>
                <a:gd name="T18" fmla="*/ 1465 w 891"/>
                <a:gd name="T19" fmla="*/ 1642 h 9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1" h="900">
                  <a:moveTo>
                    <a:pt x="890" y="823"/>
                  </a:moveTo>
                  <a:cubicBezTo>
                    <a:pt x="890" y="866"/>
                    <a:pt x="691" y="900"/>
                    <a:pt x="447" y="900"/>
                  </a:cubicBezTo>
                  <a:cubicBezTo>
                    <a:pt x="202" y="900"/>
                    <a:pt x="4" y="866"/>
                    <a:pt x="4" y="823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4" y="255"/>
                    <a:pt x="0" y="184"/>
                    <a:pt x="59" y="144"/>
                  </a:cubicBezTo>
                  <a:cubicBezTo>
                    <a:pt x="118" y="104"/>
                    <a:pt x="101" y="0"/>
                    <a:pt x="101" y="0"/>
                  </a:cubicBezTo>
                  <a:cubicBezTo>
                    <a:pt x="789" y="0"/>
                    <a:pt x="789" y="0"/>
                    <a:pt x="789" y="0"/>
                  </a:cubicBezTo>
                  <a:cubicBezTo>
                    <a:pt x="789" y="0"/>
                    <a:pt x="776" y="115"/>
                    <a:pt x="824" y="148"/>
                  </a:cubicBezTo>
                  <a:cubicBezTo>
                    <a:pt x="863" y="175"/>
                    <a:pt x="891" y="196"/>
                    <a:pt x="891" y="259"/>
                  </a:cubicBezTo>
                  <a:cubicBezTo>
                    <a:pt x="891" y="322"/>
                    <a:pt x="890" y="823"/>
                    <a:pt x="890" y="82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9">
              <a:extLst>
                <a:ext uri="{FF2B5EF4-FFF2-40B4-BE49-F238E27FC236}">
                  <a16:creationId xmlns:a16="http://schemas.microsoft.com/office/drawing/2014/main" id="{0A178B94-7D88-4454-BC1D-05F4737D8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961"/>
              <a:ext cx="928" cy="210"/>
            </a:xfrm>
            <a:custGeom>
              <a:avLst/>
              <a:gdLst>
                <a:gd name="T0" fmla="*/ 1294 w 786"/>
                <a:gd name="T1" fmla="*/ 240 h 167"/>
                <a:gd name="T2" fmla="*/ 647 w 786"/>
                <a:gd name="T3" fmla="*/ 332 h 167"/>
                <a:gd name="T4" fmla="*/ 0 w 786"/>
                <a:gd name="T5" fmla="*/ 240 h 167"/>
                <a:gd name="T6" fmla="*/ 0 w 786"/>
                <a:gd name="T7" fmla="*/ 0 h 167"/>
                <a:gd name="T8" fmla="*/ 1294 w 786"/>
                <a:gd name="T9" fmla="*/ 0 h 167"/>
                <a:gd name="T10" fmla="*/ 1294 w 786"/>
                <a:gd name="T11" fmla="*/ 24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10">
              <a:extLst>
                <a:ext uri="{FF2B5EF4-FFF2-40B4-BE49-F238E27FC236}">
                  <a16:creationId xmlns:a16="http://schemas.microsoft.com/office/drawing/2014/main" id="{951422A7-F0B3-4649-A86A-8ECB3D576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961"/>
              <a:ext cx="476" cy="210"/>
            </a:xfrm>
            <a:custGeom>
              <a:avLst/>
              <a:gdLst>
                <a:gd name="T0" fmla="*/ 0 w 403"/>
                <a:gd name="T1" fmla="*/ 323 h 167"/>
                <a:gd name="T2" fmla="*/ 294 w 403"/>
                <a:gd name="T3" fmla="*/ 332 h 167"/>
                <a:gd name="T4" fmla="*/ 664 w 403"/>
                <a:gd name="T5" fmla="*/ 316 h 167"/>
                <a:gd name="T6" fmla="*/ 664 w 403"/>
                <a:gd name="T7" fmla="*/ 0 h 167"/>
                <a:gd name="T8" fmla="*/ 0 w 403"/>
                <a:gd name="T9" fmla="*/ 0 h 167"/>
                <a:gd name="T10" fmla="*/ 0 w 403"/>
                <a:gd name="T11" fmla="*/ 323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3" h="167">
                  <a:moveTo>
                    <a:pt x="0" y="162"/>
                  </a:moveTo>
                  <a:cubicBezTo>
                    <a:pt x="54" y="165"/>
                    <a:pt x="114" y="167"/>
                    <a:pt x="179" y="167"/>
                  </a:cubicBezTo>
                  <a:cubicBezTo>
                    <a:pt x="262" y="167"/>
                    <a:pt x="339" y="164"/>
                    <a:pt x="403" y="159"/>
                  </a:cubicBezTo>
                  <a:cubicBezTo>
                    <a:pt x="403" y="0"/>
                    <a:pt x="403" y="0"/>
                    <a:pt x="40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2"/>
                  </a:lnTo>
                  <a:close/>
                </a:path>
              </a:pathLst>
            </a:custGeom>
            <a:solidFill>
              <a:srgbClr val="B6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11">
              <a:extLst>
                <a:ext uri="{FF2B5EF4-FFF2-40B4-BE49-F238E27FC236}">
                  <a16:creationId xmlns:a16="http://schemas.microsoft.com/office/drawing/2014/main" id="{FE095062-17C1-414F-AFCC-A5912E5C5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961"/>
              <a:ext cx="245" cy="210"/>
            </a:xfrm>
            <a:custGeom>
              <a:avLst/>
              <a:gdLst>
                <a:gd name="T0" fmla="*/ 0 w 208"/>
                <a:gd name="T1" fmla="*/ 327 h 167"/>
                <a:gd name="T2" fmla="*/ 178 w 208"/>
                <a:gd name="T3" fmla="*/ 332 h 167"/>
                <a:gd name="T4" fmla="*/ 340 w 208"/>
                <a:gd name="T5" fmla="*/ 331 h 167"/>
                <a:gd name="T6" fmla="*/ 340 w 208"/>
                <a:gd name="T7" fmla="*/ 0 h 167"/>
                <a:gd name="T8" fmla="*/ 0 w 208"/>
                <a:gd name="T9" fmla="*/ 0 h 167"/>
                <a:gd name="T10" fmla="*/ 0 w 208"/>
                <a:gd name="T11" fmla="*/ 327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8" h="167">
                  <a:moveTo>
                    <a:pt x="0" y="165"/>
                  </a:moveTo>
                  <a:cubicBezTo>
                    <a:pt x="35" y="167"/>
                    <a:pt x="71" y="167"/>
                    <a:pt x="109" y="167"/>
                  </a:cubicBezTo>
                  <a:cubicBezTo>
                    <a:pt x="143" y="167"/>
                    <a:pt x="176" y="167"/>
                    <a:pt x="208" y="166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5"/>
                  </a:ln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12">
              <a:extLst>
                <a:ext uri="{FF2B5EF4-FFF2-40B4-BE49-F238E27FC236}">
                  <a16:creationId xmlns:a16="http://schemas.microsoft.com/office/drawing/2014/main" id="{6DD70649-B3CD-4976-8BA0-07F89C403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961"/>
              <a:ext cx="928" cy="210"/>
            </a:xfrm>
            <a:custGeom>
              <a:avLst/>
              <a:gdLst>
                <a:gd name="T0" fmla="*/ 1294 w 786"/>
                <a:gd name="T1" fmla="*/ 240 h 167"/>
                <a:gd name="T2" fmla="*/ 647 w 786"/>
                <a:gd name="T3" fmla="*/ 332 h 167"/>
                <a:gd name="T4" fmla="*/ 0 w 786"/>
                <a:gd name="T5" fmla="*/ 240 h 167"/>
                <a:gd name="T6" fmla="*/ 0 w 786"/>
                <a:gd name="T7" fmla="*/ 0 h 167"/>
                <a:gd name="T8" fmla="*/ 1294 w 786"/>
                <a:gd name="T9" fmla="*/ 0 h 167"/>
                <a:gd name="T10" fmla="*/ 1294 w 786"/>
                <a:gd name="T11" fmla="*/ 24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Oval 13">
              <a:extLst>
                <a:ext uri="{FF2B5EF4-FFF2-40B4-BE49-F238E27FC236}">
                  <a16:creationId xmlns:a16="http://schemas.microsoft.com/office/drawing/2014/main" id="{A3EC2D6A-AA55-4C67-A70A-958B6EAEC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903"/>
              <a:ext cx="928" cy="116"/>
            </a:xfrm>
            <a:prstGeom prst="ellipse">
              <a:avLst/>
            </a:prstGeom>
            <a:solidFill>
              <a:srgbClr val="BF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0" name="Freeform 14">
              <a:extLst>
                <a:ext uri="{FF2B5EF4-FFF2-40B4-BE49-F238E27FC236}">
                  <a16:creationId xmlns:a16="http://schemas.microsoft.com/office/drawing/2014/main" id="{3FC3DDCF-20CD-4699-AD6F-3B7F883D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902"/>
              <a:ext cx="482" cy="114"/>
            </a:xfrm>
            <a:custGeom>
              <a:avLst/>
              <a:gdLst>
                <a:gd name="T0" fmla="*/ 52 w 408"/>
                <a:gd name="T1" fmla="*/ 88 h 91"/>
                <a:gd name="T2" fmla="*/ 672 w 408"/>
                <a:gd name="T3" fmla="*/ 0 h 91"/>
                <a:gd name="T4" fmla="*/ 647 w 408"/>
                <a:gd name="T5" fmla="*/ 0 h 91"/>
                <a:gd name="T6" fmla="*/ 0 w 408"/>
                <a:gd name="T7" fmla="*/ 88 h 91"/>
                <a:gd name="T8" fmla="*/ 647 w 408"/>
                <a:gd name="T9" fmla="*/ 179 h 91"/>
                <a:gd name="T10" fmla="*/ 672 w 408"/>
                <a:gd name="T11" fmla="*/ 179 h 91"/>
                <a:gd name="T12" fmla="*/ 52 w 408"/>
                <a:gd name="T13" fmla="*/ 8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91">
                  <a:moveTo>
                    <a:pt x="31" y="45"/>
                  </a:moveTo>
                  <a:cubicBezTo>
                    <a:pt x="31" y="21"/>
                    <a:pt x="198" y="1"/>
                    <a:pt x="408" y="0"/>
                  </a:cubicBezTo>
                  <a:cubicBezTo>
                    <a:pt x="403" y="0"/>
                    <a:pt x="398" y="0"/>
                    <a:pt x="393" y="0"/>
                  </a:cubicBezTo>
                  <a:cubicBezTo>
                    <a:pt x="176" y="0"/>
                    <a:pt x="0" y="20"/>
                    <a:pt x="0" y="45"/>
                  </a:cubicBezTo>
                  <a:cubicBezTo>
                    <a:pt x="0" y="71"/>
                    <a:pt x="176" y="91"/>
                    <a:pt x="393" y="91"/>
                  </a:cubicBezTo>
                  <a:cubicBezTo>
                    <a:pt x="398" y="91"/>
                    <a:pt x="403" y="91"/>
                    <a:pt x="408" y="91"/>
                  </a:cubicBezTo>
                  <a:cubicBezTo>
                    <a:pt x="198" y="90"/>
                    <a:pt x="31" y="70"/>
                    <a:pt x="31" y="45"/>
                  </a:cubicBezTo>
                  <a:close/>
                </a:path>
              </a:pathLst>
            </a:custGeom>
            <a:solidFill>
              <a:srgbClr val="D7D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Oval 15">
              <a:extLst>
                <a:ext uri="{FF2B5EF4-FFF2-40B4-BE49-F238E27FC236}">
                  <a16:creationId xmlns:a16="http://schemas.microsoft.com/office/drawing/2014/main" id="{C8F3417A-E98E-40EC-B0F3-33C6EA9CD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902"/>
              <a:ext cx="928" cy="11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2" name="Freeform 16">
              <a:extLst>
                <a:ext uri="{FF2B5EF4-FFF2-40B4-BE49-F238E27FC236}">
                  <a16:creationId xmlns:a16="http://schemas.microsoft.com/office/drawing/2014/main" id="{0C545907-DEBF-46AF-8329-709BA6783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769"/>
              <a:ext cx="309" cy="192"/>
            </a:xfrm>
            <a:custGeom>
              <a:avLst/>
              <a:gdLst>
                <a:gd name="T0" fmla="*/ 119 w 262"/>
                <a:gd name="T1" fmla="*/ 307 h 152"/>
                <a:gd name="T2" fmla="*/ 6 w 262"/>
                <a:gd name="T3" fmla="*/ 267 h 152"/>
                <a:gd name="T4" fmla="*/ 6 w 262"/>
                <a:gd name="T5" fmla="*/ 77 h 152"/>
                <a:gd name="T6" fmla="*/ 61 w 262"/>
                <a:gd name="T7" fmla="*/ 0 h 152"/>
                <a:gd name="T8" fmla="*/ 348 w 262"/>
                <a:gd name="T9" fmla="*/ 0 h 152"/>
                <a:gd name="T10" fmla="*/ 429 w 262"/>
                <a:gd name="T11" fmla="*/ 86 h 152"/>
                <a:gd name="T12" fmla="*/ 429 w 262"/>
                <a:gd name="T13" fmla="*/ 284 h 152"/>
                <a:gd name="T14" fmla="*/ 333 w 262"/>
                <a:gd name="T15" fmla="*/ 250 h 152"/>
                <a:gd name="T16" fmla="*/ 333 w 262"/>
                <a:gd name="T17" fmla="*/ 105 h 152"/>
                <a:gd name="T18" fmla="*/ 269 w 262"/>
                <a:gd name="T19" fmla="*/ 51 h 152"/>
                <a:gd name="T20" fmla="*/ 172 w 262"/>
                <a:gd name="T21" fmla="*/ 51 h 152"/>
                <a:gd name="T22" fmla="*/ 119 w 262"/>
                <a:gd name="T23" fmla="*/ 125 h 152"/>
                <a:gd name="T24" fmla="*/ 119 w 262"/>
                <a:gd name="T25" fmla="*/ 307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3" y="132"/>
                    <a:pt x="3" y="132"/>
                    <a:pt x="3" y="132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0" y="0"/>
                    <a:pt x="37" y="0"/>
                  </a:cubicBezTo>
                  <a:cubicBezTo>
                    <a:pt x="74" y="0"/>
                    <a:pt x="212" y="0"/>
                    <a:pt x="212" y="0"/>
                  </a:cubicBezTo>
                  <a:cubicBezTo>
                    <a:pt x="212" y="0"/>
                    <a:pt x="262" y="2"/>
                    <a:pt x="262" y="43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04" y="25"/>
                    <a:pt x="164" y="25"/>
                  </a:cubicBezTo>
                  <a:cubicBezTo>
                    <a:pt x="123" y="25"/>
                    <a:pt x="105" y="25"/>
                    <a:pt x="105" y="25"/>
                  </a:cubicBezTo>
                  <a:cubicBezTo>
                    <a:pt x="105" y="25"/>
                    <a:pt x="73" y="26"/>
                    <a:pt x="73" y="62"/>
                  </a:cubicBezTo>
                  <a:cubicBezTo>
                    <a:pt x="73" y="97"/>
                    <a:pt x="73" y="152"/>
                    <a:pt x="73" y="152"/>
                  </a:cubicBezTo>
                  <a:close/>
                </a:path>
              </a:pathLst>
            </a:custGeom>
            <a:solidFill>
              <a:srgbClr val="D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17">
              <a:extLst>
                <a:ext uri="{FF2B5EF4-FFF2-40B4-BE49-F238E27FC236}">
                  <a16:creationId xmlns:a16="http://schemas.microsoft.com/office/drawing/2014/main" id="{2CE87697-E796-4706-B19E-409FB8570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769"/>
              <a:ext cx="309" cy="192"/>
            </a:xfrm>
            <a:custGeom>
              <a:avLst/>
              <a:gdLst>
                <a:gd name="T0" fmla="*/ 119 w 262"/>
                <a:gd name="T1" fmla="*/ 307 h 152"/>
                <a:gd name="T2" fmla="*/ 6 w 262"/>
                <a:gd name="T3" fmla="*/ 267 h 152"/>
                <a:gd name="T4" fmla="*/ 6 w 262"/>
                <a:gd name="T5" fmla="*/ 77 h 152"/>
                <a:gd name="T6" fmla="*/ 61 w 262"/>
                <a:gd name="T7" fmla="*/ 0 h 152"/>
                <a:gd name="T8" fmla="*/ 348 w 262"/>
                <a:gd name="T9" fmla="*/ 0 h 152"/>
                <a:gd name="T10" fmla="*/ 429 w 262"/>
                <a:gd name="T11" fmla="*/ 86 h 152"/>
                <a:gd name="T12" fmla="*/ 429 w 262"/>
                <a:gd name="T13" fmla="*/ 284 h 152"/>
                <a:gd name="T14" fmla="*/ 333 w 262"/>
                <a:gd name="T15" fmla="*/ 250 h 152"/>
                <a:gd name="T16" fmla="*/ 333 w 262"/>
                <a:gd name="T17" fmla="*/ 105 h 152"/>
                <a:gd name="T18" fmla="*/ 269 w 262"/>
                <a:gd name="T19" fmla="*/ 51 h 152"/>
                <a:gd name="T20" fmla="*/ 172 w 262"/>
                <a:gd name="T21" fmla="*/ 51 h 152"/>
                <a:gd name="T22" fmla="*/ 119 w 262"/>
                <a:gd name="T23" fmla="*/ 125 h 152"/>
                <a:gd name="T24" fmla="*/ 119 w 262"/>
                <a:gd name="T25" fmla="*/ 307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3" y="132"/>
                    <a:pt x="3" y="132"/>
                    <a:pt x="3" y="132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0" y="0"/>
                    <a:pt x="37" y="0"/>
                  </a:cubicBezTo>
                  <a:cubicBezTo>
                    <a:pt x="74" y="0"/>
                    <a:pt x="212" y="0"/>
                    <a:pt x="212" y="0"/>
                  </a:cubicBezTo>
                  <a:cubicBezTo>
                    <a:pt x="212" y="0"/>
                    <a:pt x="262" y="2"/>
                    <a:pt x="262" y="43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04" y="25"/>
                    <a:pt x="164" y="25"/>
                  </a:cubicBezTo>
                  <a:cubicBezTo>
                    <a:pt x="123" y="25"/>
                    <a:pt x="105" y="25"/>
                    <a:pt x="105" y="25"/>
                  </a:cubicBezTo>
                  <a:cubicBezTo>
                    <a:pt x="105" y="25"/>
                    <a:pt x="73" y="26"/>
                    <a:pt x="73" y="62"/>
                  </a:cubicBezTo>
                  <a:cubicBezTo>
                    <a:pt x="73" y="97"/>
                    <a:pt x="73" y="152"/>
                    <a:pt x="73" y="15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18">
              <a:extLst>
                <a:ext uri="{FF2B5EF4-FFF2-40B4-BE49-F238E27FC236}">
                  <a16:creationId xmlns:a16="http://schemas.microsoft.com/office/drawing/2014/main" id="{B45C7518-82F6-43AE-A9F1-F4F89CB6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801"/>
              <a:ext cx="109" cy="135"/>
            </a:xfrm>
            <a:custGeom>
              <a:avLst/>
              <a:gdLst>
                <a:gd name="T0" fmla="*/ 146 w 92"/>
                <a:gd name="T1" fmla="*/ 214 h 107"/>
                <a:gd name="T2" fmla="*/ 146 w 92"/>
                <a:gd name="T3" fmla="*/ 61 h 107"/>
                <a:gd name="T4" fmla="*/ 0 w 92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07">
                  <a:moveTo>
                    <a:pt x="88" y="107"/>
                  </a:move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9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19">
              <a:extLst>
                <a:ext uri="{FF2B5EF4-FFF2-40B4-BE49-F238E27FC236}">
                  <a16:creationId xmlns:a16="http://schemas.microsoft.com/office/drawing/2014/main" id="{F4E932CB-3F8A-4A10-BA42-E47EC91A0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805"/>
              <a:ext cx="78" cy="134"/>
            </a:xfrm>
            <a:custGeom>
              <a:avLst/>
              <a:gdLst>
                <a:gd name="T0" fmla="*/ 0 w 66"/>
                <a:gd name="T1" fmla="*/ 0 h 107"/>
                <a:gd name="T2" fmla="*/ 28 w 66"/>
                <a:gd name="T3" fmla="*/ 45 h 107"/>
                <a:gd name="T4" fmla="*/ 28 w 66"/>
                <a:gd name="T5" fmla="*/ 185 h 107"/>
                <a:gd name="T6" fmla="*/ 103 w 66"/>
                <a:gd name="T7" fmla="*/ 210 h 107"/>
                <a:gd name="T8" fmla="*/ 106 w 66"/>
                <a:gd name="T9" fmla="*/ 55 h 107"/>
                <a:gd name="T10" fmla="*/ 0 w 66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07">
                  <a:moveTo>
                    <a:pt x="0" y="0"/>
                  </a:moveTo>
                  <a:cubicBezTo>
                    <a:pt x="0" y="0"/>
                    <a:pt x="17" y="6"/>
                    <a:pt x="17" y="23"/>
                  </a:cubicBezTo>
                  <a:cubicBezTo>
                    <a:pt x="17" y="41"/>
                    <a:pt x="17" y="94"/>
                    <a:pt x="17" y="94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6" y="5"/>
                    <a:pt x="0" y="0"/>
                  </a:cubicBez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20">
              <a:extLst>
                <a:ext uri="{FF2B5EF4-FFF2-40B4-BE49-F238E27FC236}">
                  <a16:creationId xmlns:a16="http://schemas.microsoft.com/office/drawing/2014/main" id="{346EA2C2-647F-473E-87DF-2FA366857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774"/>
              <a:ext cx="100" cy="62"/>
            </a:xfrm>
            <a:custGeom>
              <a:avLst/>
              <a:gdLst>
                <a:gd name="T0" fmla="*/ 39 w 85"/>
                <a:gd name="T1" fmla="*/ 0 h 49"/>
                <a:gd name="T2" fmla="*/ 0 w 85"/>
                <a:gd name="T3" fmla="*/ 53 h 49"/>
                <a:gd name="T4" fmla="*/ 101 w 85"/>
                <a:gd name="T5" fmla="*/ 99 h 49"/>
                <a:gd name="T6" fmla="*/ 139 w 85"/>
                <a:gd name="T7" fmla="*/ 37 h 49"/>
                <a:gd name="T8" fmla="*/ 39 w 85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49">
                  <a:moveTo>
                    <a:pt x="24" y="0"/>
                  </a:moveTo>
                  <a:cubicBezTo>
                    <a:pt x="24" y="0"/>
                    <a:pt x="1" y="4"/>
                    <a:pt x="0" y="26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4" y="28"/>
                    <a:pt x="85" y="18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3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21">
              <a:extLst>
                <a:ext uri="{FF2B5EF4-FFF2-40B4-BE49-F238E27FC236}">
                  <a16:creationId xmlns:a16="http://schemas.microsoft.com/office/drawing/2014/main" id="{5B0B7C7A-8833-4015-818A-9EB292F7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781"/>
              <a:ext cx="80" cy="40"/>
            </a:xfrm>
            <a:custGeom>
              <a:avLst/>
              <a:gdLst>
                <a:gd name="T0" fmla="*/ 0 w 67"/>
                <a:gd name="T1" fmla="*/ 20 h 32"/>
                <a:gd name="T2" fmla="*/ 17 w 67"/>
                <a:gd name="T3" fmla="*/ 0 h 32"/>
                <a:gd name="T4" fmla="*/ 115 w 67"/>
                <a:gd name="T5" fmla="*/ 38 h 32"/>
                <a:gd name="T6" fmla="*/ 98 w 67"/>
                <a:gd name="T7" fmla="*/ 63 h 32"/>
                <a:gd name="T8" fmla="*/ 0 w 67"/>
                <a:gd name="T9" fmla="*/ 2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2">
                  <a:moveTo>
                    <a:pt x="0" y="10"/>
                  </a:moveTo>
                  <a:cubicBezTo>
                    <a:pt x="0" y="10"/>
                    <a:pt x="5" y="2"/>
                    <a:pt x="10" y="0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59" y="28"/>
                    <a:pt x="58" y="32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22">
              <a:extLst>
                <a:ext uri="{FF2B5EF4-FFF2-40B4-BE49-F238E27FC236}">
                  <a16:creationId xmlns:a16="http://schemas.microsoft.com/office/drawing/2014/main" id="{4938B53E-80C2-4DC8-9D9F-5F2E4A7C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787"/>
              <a:ext cx="69" cy="28"/>
            </a:xfrm>
            <a:custGeom>
              <a:avLst/>
              <a:gdLst>
                <a:gd name="T0" fmla="*/ 0 w 58"/>
                <a:gd name="T1" fmla="*/ 1 h 22"/>
                <a:gd name="T2" fmla="*/ 98 w 58"/>
                <a:gd name="T3" fmla="*/ 46 h 22"/>
                <a:gd name="T4" fmla="*/ 0 w 58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2">
                  <a:moveTo>
                    <a:pt x="0" y="1"/>
                  </a:moveTo>
                  <a:cubicBezTo>
                    <a:pt x="0" y="1"/>
                    <a:pt x="49" y="22"/>
                    <a:pt x="58" y="22"/>
                  </a:cubicBezTo>
                  <a:cubicBezTo>
                    <a:pt x="58" y="22"/>
                    <a:pt x="1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23">
              <a:extLst>
                <a:ext uri="{FF2B5EF4-FFF2-40B4-BE49-F238E27FC236}">
                  <a16:creationId xmlns:a16="http://schemas.microsoft.com/office/drawing/2014/main" id="{6E5131EE-DA33-4020-879B-48C63326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774"/>
              <a:ext cx="53" cy="56"/>
            </a:xfrm>
            <a:custGeom>
              <a:avLst/>
              <a:gdLst>
                <a:gd name="T0" fmla="*/ 0 w 45"/>
                <a:gd name="T1" fmla="*/ 0 h 44"/>
                <a:gd name="T2" fmla="*/ 71 w 45"/>
                <a:gd name="T3" fmla="*/ 90 h 44"/>
                <a:gd name="T4" fmla="*/ 0 w 4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4">
                  <a:moveTo>
                    <a:pt x="0" y="0"/>
                  </a:moveTo>
                  <a:cubicBezTo>
                    <a:pt x="0" y="0"/>
                    <a:pt x="45" y="5"/>
                    <a:pt x="43" y="44"/>
                  </a:cubicBezTo>
                  <a:cubicBezTo>
                    <a:pt x="43" y="4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Rectangle 24">
              <a:extLst>
                <a:ext uri="{FF2B5EF4-FFF2-40B4-BE49-F238E27FC236}">
                  <a16:creationId xmlns:a16="http://schemas.microsoft.com/office/drawing/2014/main" id="{EA9157FB-7099-4BAF-852E-7FA6FCD8D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020"/>
              <a:ext cx="32" cy="14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01" name="Freeform 25">
              <a:extLst>
                <a:ext uri="{FF2B5EF4-FFF2-40B4-BE49-F238E27FC236}">
                  <a16:creationId xmlns:a16="http://schemas.microsoft.com/office/drawing/2014/main" id="{EEC10426-EAE0-4E31-A967-D14AD42D5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822"/>
              <a:ext cx="76" cy="135"/>
            </a:xfrm>
            <a:custGeom>
              <a:avLst/>
              <a:gdLst>
                <a:gd name="T0" fmla="*/ 0 w 76"/>
                <a:gd name="T1" fmla="*/ 0 h 135"/>
                <a:gd name="T2" fmla="*/ 0 w 76"/>
                <a:gd name="T3" fmla="*/ 111 h 135"/>
                <a:gd name="T4" fmla="*/ 76 w 76"/>
                <a:gd name="T5" fmla="*/ 135 h 135"/>
                <a:gd name="T6" fmla="*/ 5 w 76"/>
                <a:gd name="T7" fmla="*/ 105 h 135"/>
                <a:gd name="T8" fmla="*/ 0 w 76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5">
                  <a:moveTo>
                    <a:pt x="0" y="0"/>
                  </a:moveTo>
                  <a:lnTo>
                    <a:pt x="0" y="111"/>
                  </a:lnTo>
                  <a:lnTo>
                    <a:pt x="76" y="135"/>
                  </a:lnTo>
                  <a:lnTo>
                    <a:pt x="5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26">
              <a:extLst>
                <a:ext uri="{FF2B5EF4-FFF2-40B4-BE49-F238E27FC236}">
                  <a16:creationId xmlns:a16="http://schemas.microsoft.com/office/drawing/2014/main" id="{469DE13D-1A0C-49EA-9687-E9B9D369C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972"/>
              <a:ext cx="13" cy="141"/>
            </a:xfrm>
            <a:custGeom>
              <a:avLst/>
              <a:gdLst>
                <a:gd name="T0" fmla="*/ 0 w 11"/>
                <a:gd name="T1" fmla="*/ 0 h 112"/>
                <a:gd name="T2" fmla="*/ 0 w 11"/>
                <a:gd name="T3" fmla="*/ 224 h 112"/>
                <a:gd name="T4" fmla="*/ 0 w 11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2">
                  <a:moveTo>
                    <a:pt x="0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1" y="26"/>
                    <a:pt x="0" y="0"/>
                  </a:cubicBez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27">
              <a:extLst>
                <a:ext uri="{FF2B5EF4-FFF2-40B4-BE49-F238E27FC236}">
                  <a16:creationId xmlns:a16="http://schemas.microsoft.com/office/drawing/2014/main" id="{2C15BF5A-085F-4B7D-8AAB-8EB260017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948"/>
              <a:ext cx="284" cy="278"/>
            </a:xfrm>
            <a:custGeom>
              <a:avLst/>
              <a:gdLst>
                <a:gd name="T0" fmla="*/ 28 w 241"/>
                <a:gd name="T1" fmla="*/ 0 h 221"/>
                <a:gd name="T2" fmla="*/ 28 w 241"/>
                <a:gd name="T3" fmla="*/ 307 h 221"/>
                <a:gd name="T4" fmla="*/ 395 w 241"/>
                <a:gd name="T5" fmla="*/ 440 h 221"/>
                <a:gd name="T6" fmla="*/ 53 w 241"/>
                <a:gd name="T7" fmla="*/ 296 h 221"/>
                <a:gd name="T8" fmla="*/ 28 w 24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21">
                  <a:moveTo>
                    <a:pt x="17" y="0"/>
                  </a:moveTo>
                  <a:cubicBezTo>
                    <a:pt x="17" y="154"/>
                    <a:pt x="17" y="154"/>
                    <a:pt x="17" y="154"/>
                  </a:cubicBezTo>
                  <a:cubicBezTo>
                    <a:pt x="17" y="154"/>
                    <a:pt x="0" y="201"/>
                    <a:pt x="241" y="221"/>
                  </a:cubicBezTo>
                  <a:cubicBezTo>
                    <a:pt x="241" y="221"/>
                    <a:pt x="40" y="202"/>
                    <a:pt x="32" y="149"/>
                  </a:cubicBezTo>
                  <a:cubicBezTo>
                    <a:pt x="23" y="95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28">
              <a:extLst>
                <a:ext uri="{FF2B5EF4-FFF2-40B4-BE49-F238E27FC236}">
                  <a16:creationId xmlns:a16="http://schemas.microsoft.com/office/drawing/2014/main" id="{0AC55ACD-56A0-4A2E-8832-42B2F84A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152"/>
              <a:ext cx="129" cy="407"/>
            </a:xfrm>
            <a:custGeom>
              <a:avLst/>
              <a:gdLst>
                <a:gd name="T0" fmla="*/ 13 w 109"/>
                <a:gd name="T1" fmla="*/ 0 h 323"/>
                <a:gd name="T2" fmla="*/ 73 w 109"/>
                <a:gd name="T3" fmla="*/ 252 h 323"/>
                <a:gd name="T4" fmla="*/ 170 w 109"/>
                <a:gd name="T5" fmla="*/ 646 h 323"/>
                <a:gd name="T6" fmla="*/ 90 w 109"/>
                <a:gd name="T7" fmla="*/ 301 h 323"/>
                <a:gd name="T8" fmla="*/ 13 w 109"/>
                <a:gd name="T9" fmla="*/ 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323">
                  <a:moveTo>
                    <a:pt x="8" y="0"/>
                  </a:moveTo>
                  <a:cubicBezTo>
                    <a:pt x="8" y="0"/>
                    <a:pt x="1" y="95"/>
                    <a:pt x="44" y="126"/>
                  </a:cubicBezTo>
                  <a:cubicBezTo>
                    <a:pt x="86" y="156"/>
                    <a:pt x="105" y="164"/>
                    <a:pt x="103" y="323"/>
                  </a:cubicBezTo>
                  <a:cubicBezTo>
                    <a:pt x="103" y="323"/>
                    <a:pt x="109" y="173"/>
                    <a:pt x="54" y="151"/>
                  </a:cubicBezTo>
                  <a:cubicBezTo>
                    <a:pt x="0" y="13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29">
              <a:extLst>
                <a:ext uri="{FF2B5EF4-FFF2-40B4-BE49-F238E27FC236}">
                  <a16:creationId xmlns:a16="http://schemas.microsoft.com/office/drawing/2014/main" id="{5CC1DB32-2134-47E6-81D1-454672FFC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160"/>
              <a:ext cx="652" cy="133"/>
            </a:xfrm>
            <a:custGeom>
              <a:avLst/>
              <a:gdLst>
                <a:gd name="T0" fmla="*/ 24 w 552"/>
                <a:gd name="T1" fmla="*/ 0 h 106"/>
                <a:gd name="T2" fmla="*/ 33 w 552"/>
                <a:gd name="T3" fmla="*/ 110 h 106"/>
                <a:gd name="T4" fmla="*/ 0 w 552"/>
                <a:gd name="T5" fmla="*/ 202 h 106"/>
                <a:gd name="T6" fmla="*/ 149 w 552"/>
                <a:gd name="T7" fmla="*/ 173 h 106"/>
                <a:gd name="T8" fmla="*/ 383 w 552"/>
                <a:gd name="T9" fmla="*/ 166 h 106"/>
                <a:gd name="T10" fmla="*/ 708 w 552"/>
                <a:gd name="T11" fmla="*/ 154 h 106"/>
                <a:gd name="T12" fmla="*/ 909 w 552"/>
                <a:gd name="T13" fmla="*/ 125 h 106"/>
                <a:gd name="T14" fmla="*/ 683 w 552"/>
                <a:gd name="T15" fmla="*/ 85 h 106"/>
                <a:gd name="T16" fmla="*/ 402 w 552"/>
                <a:gd name="T17" fmla="*/ 92 h 106"/>
                <a:gd name="T18" fmla="*/ 145 w 552"/>
                <a:gd name="T19" fmla="*/ 69 h 106"/>
                <a:gd name="T20" fmla="*/ 33 w 552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2" h="106">
                  <a:moveTo>
                    <a:pt x="14" y="0"/>
                  </a:moveTo>
                  <a:cubicBezTo>
                    <a:pt x="19" y="17"/>
                    <a:pt x="23" y="37"/>
                    <a:pt x="20" y="56"/>
                  </a:cubicBezTo>
                  <a:cubicBezTo>
                    <a:pt x="17" y="73"/>
                    <a:pt x="6" y="86"/>
                    <a:pt x="0" y="102"/>
                  </a:cubicBezTo>
                  <a:cubicBezTo>
                    <a:pt x="26" y="106"/>
                    <a:pt x="66" y="93"/>
                    <a:pt x="91" y="88"/>
                  </a:cubicBezTo>
                  <a:cubicBezTo>
                    <a:pt x="135" y="79"/>
                    <a:pt x="187" y="82"/>
                    <a:pt x="232" y="84"/>
                  </a:cubicBezTo>
                  <a:cubicBezTo>
                    <a:pt x="299" y="87"/>
                    <a:pt x="361" y="85"/>
                    <a:pt x="429" y="78"/>
                  </a:cubicBezTo>
                  <a:cubicBezTo>
                    <a:pt x="464" y="74"/>
                    <a:pt x="520" y="60"/>
                    <a:pt x="552" y="64"/>
                  </a:cubicBezTo>
                  <a:cubicBezTo>
                    <a:pt x="505" y="64"/>
                    <a:pt x="461" y="47"/>
                    <a:pt x="414" y="43"/>
                  </a:cubicBezTo>
                  <a:cubicBezTo>
                    <a:pt x="357" y="39"/>
                    <a:pt x="300" y="44"/>
                    <a:pt x="244" y="46"/>
                  </a:cubicBezTo>
                  <a:cubicBezTo>
                    <a:pt x="192" y="48"/>
                    <a:pt x="139" y="46"/>
                    <a:pt x="88" y="35"/>
                  </a:cubicBezTo>
                  <a:cubicBezTo>
                    <a:pt x="60" y="29"/>
                    <a:pt x="42" y="11"/>
                    <a:pt x="20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30">
              <a:extLst>
                <a:ext uri="{FF2B5EF4-FFF2-40B4-BE49-F238E27FC236}">
                  <a16:creationId xmlns:a16="http://schemas.microsoft.com/office/drawing/2014/main" id="{3746D24D-B7EC-4EC5-98F2-C6A41A7D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293"/>
              <a:ext cx="185" cy="653"/>
            </a:xfrm>
            <a:custGeom>
              <a:avLst/>
              <a:gdLst>
                <a:gd name="T0" fmla="*/ 257 w 157"/>
                <a:gd name="T1" fmla="*/ 13 h 518"/>
                <a:gd name="T2" fmla="*/ 139 w 157"/>
                <a:gd name="T3" fmla="*/ 44 h 518"/>
                <a:gd name="T4" fmla="*/ 62 w 157"/>
                <a:gd name="T5" fmla="*/ 145 h 518"/>
                <a:gd name="T6" fmla="*/ 34 w 157"/>
                <a:gd name="T7" fmla="*/ 581 h 518"/>
                <a:gd name="T8" fmla="*/ 57 w 157"/>
                <a:gd name="T9" fmla="*/ 977 h 518"/>
                <a:gd name="T10" fmla="*/ 166 w 157"/>
                <a:gd name="T11" fmla="*/ 898 h 518"/>
                <a:gd name="T12" fmla="*/ 165 w 157"/>
                <a:gd name="T13" fmla="*/ 609 h 518"/>
                <a:gd name="T14" fmla="*/ 193 w 157"/>
                <a:gd name="T15" fmla="*/ 194 h 518"/>
                <a:gd name="T16" fmla="*/ 247 w 157"/>
                <a:gd name="T17" fmla="*/ 0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518">
                  <a:moveTo>
                    <a:pt x="157" y="6"/>
                  </a:moveTo>
                  <a:cubicBezTo>
                    <a:pt x="138" y="0"/>
                    <a:pt x="103" y="14"/>
                    <a:pt x="85" y="22"/>
                  </a:cubicBezTo>
                  <a:cubicBezTo>
                    <a:pt x="61" y="33"/>
                    <a:pt x="48" y="48"/>
                    <a:pt x="38" y="72"/>
                  </a:cubicBezTo>
                  <a:cubicBezTo>
                    <a:pt x="10" y="136"/>
                    <a:pt x="21" y="221"/>
                    <a:pt x="21" y="290"/>
                  </a:cubicBezTo>
                  <a:cubicBezTo>
                    <a:pt x="21" y="336"/>
                    <a:pt x="0" y="453"/>
                    <a:pt x="35" y="488"/>
                  </a:cubicBezTo>
                  <a:cubicBezTo>
                    <a:pt x="66" y="518"/>
                    <a:pt x="93" y="474"/>
                    <a:pt x="102" y="448"/>
                  </a:cubicBezTo>
                  <a:cubicBezTo>
                    <a:pt x="115" y="404"/>
                    <a:pt x="103" y="349"/>
                    <a:pt x="101" y="304"/>
                  </a:cubicBezTo>
                  <a:cubicBezTo>
                    <a:pt x="99" y="233"/>
                    <a:pt x="105" y="166"/>
                    <a:pt x="118" y="97"/>
                  </a:cubicBezTo>
                  <a:cubicBezTo>
                    <a:pt x="123" y="75"/>
                    <a:pt x="153" y="7"/>
                    <a:pt x="151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31">
              <a:extLst>
                <a:ext uri="{FF2B5EF4-FFF2-40B4-BE49-F238E27FC236}">
                  <a16:creationId xmlns:a16="http://schemas.microsoft.com/office/drawing/2014/main" id="{A0BD376B-204C-4B92-98B9-810E20C5F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59"/>
              <a:ext cx="150" cy="228"/>
            </a:xfrm>
            <a:custGeom>
              <a:avLst/>
              <a:gdLst>
                <a:gd name="T0" fmla="*/ 11 w 127"/>
                <a:gd name="T1" fmla="*/ 0 h 181"/>
                <a:gd name="T2" fmla="*/ 9 w 127"/>
                <a:gd name="T3" fmla="*/ 136 h 181"/>
                <a:gd name="T4" fmla="*/ 13 w 127"/>
                <a:gd name="T5" fmla="*/ 248 h 181"/>
                <a:gd name="T6" fmla="*/ 130 w 127"/>
                <a:gd name="T7" fmla="*/ 356 h 181"/>
                <a:gd name="T8" fmla="*/ 116 w 127"/>
                <a:gd name="T9" fmla="*/ 222 h 181"/>
                <a:gd name="T10" fmla="*/ 60 w 127"/>
                <a:gd name="T11" fmla="*/ 14 h 181"/>
                <a:gd name="T12" fmla="*/ 11 w 127"/>
                <a:gd name="T13" fmla="*/ 5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81">
                  <a:moveTo>
                    <a:pt x="7" y="0"/>
                  </a:moveTo>
                  <a:cubicBezTo>
                    <a:pt x="0" y="17"/>
                    <a:pt x="5" y="49"/>
                    <a:pt x="6" y="68"/>
                  </a:cubicBezTo>
                  <a:cubicBezTo>
                    <a:pt x="7" y="86"/>
                    <a:pt x="5" y="106"/>
                    <a:pt x="8" y="124"/>
                  </a:cubicBezTo>
                  <a:cubicBezTo>
                    <a:pt x="14" y="151"/>
                    <a:pt x="50" y="181"/>
                    <a:pt x="79" y="179"/>
                  </a:cubicBezTo>
                  <a:cubicBezTo>
                    <a:pt x="127" y="175"/>
                    <a:pt x="79" y="127"/>
                    <a:pt x="70" y="111"/>
                  </a:cubicBezTo>
                  <a:cubicBezTo>
                    <a:pt x="54" y="82"/>
                    <a:pt x="59" y="31"/>
                    <a:pt x="36" y="7"/>
                  </a:cubicBezTo>
                  <a:cubicBezTo>
                    <a:pt x="27" y="3"/>
                    <a:pt x="16" y="5"/>
                    <a:pt x="7" y="2"/>
                  </a:cubicBezTo>
                </a:path>
              </a:pathLst>
            </a:custGeom>
            <a:solidFill>
              <a:srgbClr val="2E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32">
              <a:extLst>
                <a:ext uri="{FF2B5EF4-FFF2-40B4-BE49-F238E27FC236}">
                  <a16:creationId xmlns:a16="http://schemas.microsoft.com/office/drawing/2014/main" id="{00EC892B-F9FC-45C6-B08F-88A8FDC0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51"/>
              <a:ext cx="144" cy="501"/>
            </a:xfrm>
            <a:custGeom>
              <a:avLst/>
              <a:gdLst>
                <a:gd name="T0" fmla="*/ 57 w 122"/>
                <a:gd name="T1" fmla="*/ 733 h 398"/>
                <a:gd name="T2" fmla="*/ 177 w 122"/>
                <a:gd name="T3" fmla="*/ 653 h 398"/>
                <a:gd name="T4" fmla="*/ 188 w 122"/>
                <a:gd name="T5" fmla="*/ 355 h 398"/>
                <a:gd name="T6" fmla="*/ 191 w 122"/>
                <a:gd name="T7" fmla="*/ 0 h 398"/>
                <a:gd name="T8" fmla="*/ 41 w 122"/>
                <a:gd name="T9" fmla="*/ 108 h 398"/>
                <a:gd name="T10" fmla="*/ 37 w 122"/>
                <a:gd name="T11" fmla="*/ 115 h 398"/>
                <a:gd name="T12" fmla="*/ 31 w 122"/>
                <a:gd name="T13" fmla="*/ 330 h 398"/>
                <a:gd name="T14" fmla="*/ 57 w 122"/>
                <a:gd name="T15" fmla="*/ 733 h 3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398">
                  <a:moveTo>
                    <a:pt x="35" y="367"/>
                  </a:moveTo>
                  <a:cubicBezTo>
                    <a:pt x="66" y="398"/>
                    <a:pt x="100" y="354"/>
                    <a:pt x="108" y="327"/>
                  </a:cubicBezTo>
                  <a:cubicBezTo>
                    <a:pt x="122" y="283"/>
                    <a:pt x="115" y="223"/>
                    <a:pt x="114" y="178"/>
                  </a:cubicBezTo>
                  <a:cubicBezTo>
                    <a:pt x="112" y="116"/>
                    <a:pt x="106" y="59"/>
                    <a:pt x="116" y="0"/>
                  </a:cubicBezTo>
                  <a:cubicBezTo>
                    <a:pt x="84" y="12"/>
                    <a:pt x="58" y="32"/>
                    <a:pt x="25" y="54"/>
                  </a:cubicBezTo>
                  <a:cubicBezTo>
                    <a:pt x="24" y="55"/>
                    <a:pt x="23" y="56"/>
                    <a:pt x="22" y="57"/>
                  </a:cubicBezTo>
                  <a:cubicBezTo>
                    <a:pt x="22" y="94"/>
                    <a:pt x="19" y="131"/>
                    <a:pt x="19" y="165"/>
                  </a:cubicBezTo>
                  <a:cubicBezTo>
                    <a:pt x="19" y="210"/>
                    <a:pt x="0" y="333"/>
                    <a:pt x="35" y="367"/>
                  </a:cubicBezTo>
                  <a:close/>
                </a:path>
              </a:pathLst>
            </a:custGeom>
            <a:solidFill>
              <a:srgbClr val="2E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33">
              <a:extLst>
                <a:ext uri="{FF2B5EF4-FFF2-40B4-BE49-F238E27FC236}">
                  <a16:creationId xmlns:a16="http://schemas.microsoft.com/office/drawing/2014/main" id="{28A0C812-4F57-489F-8335-699EB9971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262"/>
              <a:ext cx="225" cy="127"/>
            </a:xfrm>
            <a:custGeom>
              <a:avLst/>
              <a:gdLst>
                <a:gd name="T0" fmla="*/ 65 w 191"/>
                <a:gd name="T1" fmla="*/ 8 h 101"/>
                <a:gd name="T2" fmla="*/ 209 w 191"/>
                <a:gd name="T3" fmla="*/ 82 h 101"/>
                <a:gd name="T4" fmla="*/ 251 w 191"/>
                <a:gd name="T5" fmla="*/ 191 h 101"/>
                <a:gd name="T6" fmla="*/ 125 w 191"/>
                <a:gd name="T7" fmla="*/ 79 h 101"/>
                <a:gd name="T8" fmla="*/ 57 w 191"/>
                <a:gd name="T9" fmla="*/ 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01">
                  <a:moveTo>
                    <a:pt x="40" y="4"/>
                  </a:moveTo>
                  <a:cubicBezTo>
                    <a:pt x="71" y="0"/>
                    <a:pt x="108" y="18"/>
                    <a:pt x="127" y="41"/>
                  </a:cubicBezTo>
                  <a:cubicBezTo>
                    <a:pt x="135" y="52"/>
                    <a:pt x="191" y="88"/>
                    <a:pt x="154" y="96"/>
                  </a:cubicBezTo>
                  <a:cubicBezTo>
                    <a:pt x="128" y="101"/>
                    <a:pt x="99" y="51"/>
                    <a:pt x="76" y="40"/>
                  </a:cubicBezTo>
                  <a:cubicBezTo>
                    <a:pt x="65" y="35"/>
                    <a:pt x="0" y="20"/>
                    <a:pt x="35" y="1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34">
              <a:extLst>
                <a:ext uri="{FF2B5EF4-FFF2-40B4-BE49-F238E27FC236}">
                  <a16:creationId xmlns:a16="http://schemas.microsoft.com/office/drawing/2014/main" id="{AFC33790-3BBB-4BB9-98F3-246A4D5A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60"/>
              <a:ext cx="73" cy="108"/>
            </a:xfrm>
            <a:custGeom>
              <a:avLst/>
              <a:gdLst>
                <a:gd name="T0" fmla="*/ 21 w 62"/>
                <a:gd name="T1" fmla="*/ 0 h 86"/>
                <a:gd name="T2" fmla="*/ 55 w 62"/>
                <a:gd name="T3" fmla="*/ 162 h 86"/>
                <a:gd name="T4" fmla="*/ 18 w 62"/>
                <a:gd name="T5" fmla="*/ 1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6">
                  <a:moveTo>
                    <a:pt x="13" y="0"/>
                  </a:moveTo>
                  <a:cubicBezTo>
                    <a:pt x="38" y="8"/>
                    <a:pt x="62" y="86"/>
                    <a:pt x="34" y="82"/>
                  </a:cubicBezTo>
                  <a:cubicBezTo>
                    <a:pt x="19" y="80"/>
                    <a:pt x="0" y="16"/>
                    <a:pt x="11" y="6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35">
              <a:extLst>
                <a:ext uri="{FF2B5EF4-FFF2-40B4-BE49-F238E27FC236}">
                  <a16:creationId xmlns:a16="http://schemas.microsoft.com/office/drawing/2014/main" id="{B74B2910-7F7E-4A0F-85D8-6A05026A9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577"/>
              <a:ext cx="684" cy="518"/>
            </a:xfrm>
            <a:custGeom>
              <a:avLst/>
              <a:gdLst>
                <a:gd name="T0" fmla="*/ 1 w 580"/>
                <a:gd name="T1" fmla="*/ 31 h 412"/>
                <a:gd name="T2" fmla="*/ 952 w 580"/>
                <a:gd name="T3" fmla="*/ 0 h 412"/>
                <a:gd name="T4" fmla="*/ 952 w 580"/>
                <a:gd name="T5" fmla="*/ 665 h 412"/>
                <a:gd name="T6" fmla="*/ 0 w 580"/>
                <a:gd name="T7" fmla="*/ 674 h 412"/>
                <a:gd name="T8" fmla="*/ 1 w 580"/>
                <a:gd name="T9" fmla="*/ 31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2">
                  <a:moveTo>
                    <a:pt x="1" y="16"/>
                  </a:moveTo>
                  <a:cubicBezTo>
                    <a:pt x="1" y="16"/>
                    <a:pt x="290" y="60"/>
                    <a:pt x="580" y="0"/>
                  </a:cubicBezTo>
                  <a:cubicBezTo>
                    <a:pt x="580" y="335"/>
                    <a:pt x="580" y="335"/>
                    <a:pt x="580" y="335"/>
                  </a:cubicBezTo>
                  <a:cubicBezTo>
                    <a:pt x="580" y="335"/>
                    <a:pt x="290" y="412"/>
                    <a:pt x="0" y="339"/>
                  </a:cubicBezTo>
                  <a:lnTo>
                    <a:pt x="1" y="16"/>
                  </a:lnTo>
                  <a:close/>
                </a:path>
              </a:pathLst>
            </a:custGeom>
            <a:solidFill>
              <a:srgbClr val="FAFD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36">
              <a:extLst>
                <a:ext uri="{FF2B5EF4-FFF2-40B4-BE49-F238E27FC236}">
                  <a16:creationId xmlns:a16="http://schemas.microsoft.com/office/drawing/2014/main" id="{5287E829-B3EA-4CB8-B076-E992E70A2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577"/>
              <a:ext cx="684" cy="518"/>
            </a:xfrm>
            <a:custGeom>
              <a:avLst/>
              <a:gdLst>
                <a:gd name="T0" fmla="*/ 1 w 580"/>
                <a:gd name="T1" fmla="*/ 31 h 412"/>
                <a:gd name="T2" fmla="*/ 952 w 580"/>
                <a:gd name="T3" fmla="*/ 0 h 412"/>
                <a:gd name="T4" fmla="*/ 952 w 580"/>
                <a:gd name="T5" fmla="*/ 665 h 412"/>
                <a:gd name="T6" fmla="*/ 0 w 580"/>
                <a:gd name="T7" fmla="*/ 674 h 412"/>
                <a:gd name="T8" fmla="*/ 1 w 580"/>
                <a:gd name="T9" fmla="*/ 31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2">
                  <a:moveTo>
                    <a:pt x="1" y="16"/>
                  </a:moveTo>
                  <a:cubicBezTo>
                    <a:pt x="1" y="16"/>
                    <a:pt x="290" y="60"/>
                    <a:pt x="580" y="0"/>
                  </a:cubicBezTo>
                  <a:cubicBezTo>
                    <a:pt x="580" y="335"/>
                    <a:pt x="580" y="335"/>
                    <a:pt x="580" y="335"/>
                  </a:cubicBezTo>
                  <a:cubicBezTo>
                    <a:pt x="580" y="335"/>
                    <a:pt x="290" y="412"/>
                    <a:pt x="0" y="339"/>
                  </a:cubicBezTo>
                  <a:lnTo>
                    <a:pt x="1" y="16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44">
              <a:extLst>
                <a:ext uri="{FF2B5EF4-FFF2-40B4-BE49-F238E27FC236}">
                  <a16:creationId xmlns:a16="http://schemas.microsoft.com/office/drawing/2014/main" id="{42B7F995-1E98-44FB-BD45-AB3C4ACA2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498"/>
              <a:ext cx="149" cy="95"/>
            </a:xfrm>
            <a:custGeom>
              <a:avLst/>
              <a:gdLst>
                <a:gd name="T0" fmla="*/ 9 w 126"/>
                <a:gd name="T1" fmla="*/ 73 h 75"/>
                <a:gd name="T2" fmla="*/ 15 w 126"/>
                <a:gd name="T3" fmla="*/ 14 h 75"/>
                <a:gd name="T4" fmla="*/ 48 w 126"/>
                <a:gd name="T5" fmla="*/ 43 h 75"/>
                <a:gd name="T6" fmla="*/ 63 w 126"/>
                <a:gd name="T7" fmla="*/ 32 h 75"/>
                <a:gd name="T8" fmla="*/ 76 w 126"/>
                <a:gd name="T9" fmla="*/ 52 h 75"/>
                <a:gd name="T10" fmla="*/ 89 w 126"/>
                <a:gd name="T11" fmla="*/ 44 h 75"/>
                <a:gd name="T12" fmla="*/ 102 w 126"/>
                <a:gd name="T13" fmla="*/ 71 h 75"/>
                <a:gd name="T14" fmla="*/ 112 w 126"/>
                <a:gd name="T15" fmla="*/ 71 h 75"/>
                <a:gd name="T16" fmla="*/ 144 w 126"/>
                <a:gd name="T17" fmla="*/ 47 h 75"/>
                <a:gd name="T18" fmla="*/ 179 w 126"/>
                <a:gd name="T19" fmla="*/ 56 h 75"/>
                <a:gd name="T20" fmla="*/ 171 w 126"/>
                <a:gd name="T21" fmla="*/ 91 h 75"/>
                <a:gd name="T22" fmla="*/ 175 w 126"/>
                <a:gd name="T23" fmla="*/ 130 h 75"/>
                <a:gd name="T24" fmla="*/ 136 w 126"/>
                <a:gd name="T25" fmla="*/ 109 h 75"/>
                <a:gd name="T26" fmla="*/ 124 w 126"/>
                <a:gd name="T27" fmla="*/ 144 h 75"/>
                <a:gd name="T28" fmla="*/ 84 w 126"/>
                <a:gd name="T29" fmla="*/ 137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6" h="75">
                  <a:moveTo>
                    <a:pt x="6" y="36"/>
                  </a:moveTo>
                  <a:cubicBezTo>
                    <a:pt x="5" y="28"/>
                    <a:pt x="0" y="13"/>
                    <a:pt x="9" y="7"/>
                  </a:cubicBezTo>
                  <a:cubicBezTo>
                    <a:pt x="19" y="0"/>
                    <a:pt x="26" y="15"/>
                    <a:pt x="30" y="21"/>
                  </a:cubicBezTo>
                  <a:cubicBezTo>
                    <a:pt x="33" y="18"/>
                    <a:pt x="33" y="15"/>
                    <a:pt x="38" y="16"/>
                  </a:cubicBezTo>
                  <a:cubicBezTo>
                    <a:pt x="42" y="17"/>
                    <a:pt x="43" y="24"/>
                    <a:pt x="46" y="25"/>
                  </a:cubicBezTo>
                  <a:cubicBezTo>
                    <a:pt x="49" y="26"/>
                    <a:pt x="51" y="22"/>
                    <a:pt x="53" y="22"/>
                  </a:cubicBezTo>
                  <a:cubicBezTo>
                    <a:pt x="59" y="23"/>
                    <a:pt x="59" y="31"/>
                    <a:pt x="62" y="35"/>
                  </a:cubicBezTo>
                  <a:cubicBezTo>
                    <a:pt x="65" y="38"/>
                    <a:pt x="64" y="38"/>
                    <a:pt x="68" y="35"/>
                  </a:cubicBezTo>
                  <a:cubicBezTo>
                    <a:pt x="75" y="31"/>
                    <a:pt x="80" y="26"/>
                    <a:pt x="87" y="23"/>
                  </a:cubicBezTo>
                  <a:cubicBezTo>
                    <a:pt x="94" y="20"/>
                    <a:pt x="105" y="18"/>
                    <a:pt x="108" y="28"/>
                  </a:cubicBezTo>
                  <a:cubicBezTo>
                    <a:pt x="110" y="33"/>
                    <a:pt x="106" y="39"/>
                    <a:pt x="104" y="45"/>
                  </a:cubicBezTo>
                  <a:cubicBezTo>
                    <a:pt x="111" y="35"/>
                    <a:pt x="126" y="65"/>
                    <a:pt x="106" y="64"/>
                  </a:cubicBezTo>
                  <a:cubicBezTo>
                    <a:pt x="97" y="64"/>
                    <a:pt x="85" y="64"/>
                    <a:pt x="82" y="54"/>
                  </a:cubicBezTo>
                  <a:cubicBezTo>
                    <a:pt x="79" y="60"/>
                    <a:pt x="80" y="68"/>
                    <a:pt x="75" y="71"/>
                  </a:cubicBezTo>
                  <a:cubicBezTo>
                    <a:pt x="69" y="75"/>
                    <a:pt x="54" y="75"/>
                    <a:pt x="51" y="67"/>
                  </a:cubicBezTo>
                </a:path>
              </a:pathLst>
            </a:custGeom>
            <a:solidFill>
              <a:srgbClr val="1B4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45">
              <a:extLst>
                <a:ext uri="{FF2B5EF4-FFF2-40B4-BE49-F238E27FC236}">
                  <a16:creationId xmlns:a16="http://schemas.microsoft.com/office/drawing/2014/main" id="{5F9CC20C-2EC3-4BDB-A474-2B3B99108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468"/>
              <a:ext cx="228" cy="90"/>
            </a:xfrm>
            <a:custGeom>
              <a:avLst/>
              <a:gdLst>
                <a:gd name="T0" fmla="*/ 82 w 193"/>
                <a:gd name="T1" fmla="*/ 61 h 71"/>
                <a:gd name="T2" fmla="*/ 74 w 193"/>
                <a:gd name="T3" fmla="*/ 8 h 71"/>
                <a:gd name="T4" fmla="*/ 90 w 193"/>
                <a:gd name="T5" fmla="*/ 20 h 71"/>
                <a:gd name="T6" fmla="*/ 99 w 193"/>
                <a:gd name="T7" fmla="*/ 37 h 71"/>
                <a:gd name="T8" fmla="*/ 122 w 193"/>
                <a:gd name="T9" fmla="*/ 29 h 71"/>
                <a:gd name="T10" fmla="*/ 125 w 193"/>
                <a:gd name="T11" fmla="*/ 52 h 71"/>
                <a:gd name="T12" fmla="*/ 170 w 193"/>
                <a:gd name="T13" fmla="*/ 1 h 71"/>
                <a:gd name="T14" fmla="*/ 168 w 193"/>
                <a:gd name="T15" fmla="*/ 43 h 71"/>
                <a:gd name="T16" fmla="*/ 252 w 193"/>
                <a:gd name="T17" fmla="*/ 71 h 71"/>
                <a:gd name="T18" fmla="*/ 272 w 193"/>
                <a:gd name="T19" fmla="*/ 47 h 71"/>
                <a:gd name="T20" fmla="*/ 267 w 193"/>
                <a:gd name="T21" fmla="*/ 74 h 71"/>
                <a:gd name="T22" fmla="*/ 318 w 193"/>
                <a:gd name="T23" fmla="*/ 108 h 71"/>
                <a:gd name="T24" fmla="*/ 248 w 193"/>
                <a:gd name="T25" fmla="*/ 108 h 71"/>
                <a:gd name="T26" fmla="*/ 252 w 193"/>
                <a:gd name="T27" fmla="*/ 145 h 71"/>
                <a:gd name="T28" fmla="*/ 213 w 193"/>
                <a:gd name="T29" fmla="*/ 106 h 71"/>
                <a:gd name="T30" fmla="*/ 184 w 193"/>
                <a:gd name="T31" fmla="*/ 90 h 71"/>
                <a:gd name="T32" fmla="*/ 137 w 193"/>
                <a:gd name="T33" fmla="*/ 143 h 71"/>
                <a:gd name="T34" fmla="*/ 115 w 193"/>
                <a:gd name="T35" fmla="*/ 89 h 71"/>
                <a:gd name="T36" fmla="*/ 70 w 193"/>
                <a:gd name="T37" fmla="*/ 94 h 71"/>
                <a:gd name="T38" fmla="*/ 60 w 193"/>
                <a:gd name="T39" fmla="*/ 79 h 71"/>
                <a:gd name="T40" fmla="*/ 31 w 193"/>
                <a:gd name="T41" fmla="*/ 77 h 71"/>
                <a:gd name="T42" fmla="*/ 0 w 193"/>
                <a:gd name="T43" fmla="*/ 47 h 71"/>
                <a:gd name="T44" fmla="*/ 78 w 193"/>
                <a:gd name="T45" fmla="*/ 55 h 71"/>
                <a:gd name="T46" fmla="*/ 83 w 193"/>
                <a:gd name="T47" fmla="*/ 43 h 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3" h="71">
                  <a:moveTo>
                    <a:pt x="49" y="30"/>
                  </a:moveTo>
                  <a:cubicBezTo>
                    <a:pt x="47" y="26"/>
                    <a:pt x="40" y="7"/>
                    <a:pt x="45" y="4"/>
                  </a:cubicBezTo>
                  <a:cubicBezTo>
                    <a:pt x="51" y="0"/>
                    <a:pt x="50" y="7"/>
                    <a:pt x="54" y="10"/>
                  </a:cubicBezTo>
                  <a:cubicBezTo>
                    <a:pt x="58" y="13"/>
                    <a:pt x="53" y="16"/>
                    <a:pt x="60" y="18"/>
                  </a:cubicBezTo>
                  <a:cubicBezTo>
                    <a:pt x="63" y="19"/>
                    <a:pt x="71" y="15"/>
                    <a:pt x="74" y="14"/>
                  </a:cubicBezTo>
                  <a:cubicBezTo>
                    <a:pt x="74" y="18"/>
                    <a:pt x="77" y="21"/>
                    <a:pt x="76" y="25"/>
                  </a:cubicBezTo>
                  <a:cubicBezTo>
                    <a:pt x="84" y="20"/>
                    <a:pt x="94" y="7"/>
                    <a:pt x="103" y="1"/>
                  </a:cubicBezTo>
                  <a:cubicBezTo>
                    <a:pt x="109" y="6"/>
                    <a:pt x="104" y="15"/>
                    <a:pt x="102" y="21"/>
                  </a:cubicBezTo>
                  <a:cubicBezTo>
                    <a:pt x="122" y="20"/>
                    <a:pt x="131" y="38"/>
                    <a:pt x="152" y="35"/>
                  </a:cubicBezTo>
                  <a:cubicBezTo>
                    <a:pt x="149" y="27"/>
                    <a:pt x="158" y="22"/>
                    <a:pt x="165" y="23"/>
                  </a:cubicBezTo>
                  <a:cubicBezTo>
                    <a:pt x="164" y="27"/>
                    <a:pt x="164" y="32"/>
                    <a:pt x="162" y="36"/>
                  </a:cubicBezTo>
                  <a:cubicBezTo>
                    <a:pt x="171" y="43"/>
                    <a:pt x="188" y="42"/>
                    <a:pt x="193" y="53"/>
                  </a:cubicBezTo>
                  <a:cubicBezTo>
                    <a:pt x="179" y="53"/>
                    <a:pt x="165" y="52"/>
                    <a:pt x="151" y="53"/>
                  </a:cubicBezTo>
                  <a:cubicBezTo>
                    <a:pt x="152" y="59"/>
                    <a:pt x="152" y="65"/>
                    <a:pt x="152" y="71"/>
                  </a:cubicBezTo>
                  <a:cubicBezTo>
                    <a:pt x="143" y="68"/>
                    <a:pt x="139" y="54"/>
                    <a:pt x="129" y="52"/>
                  </a:cubicBezTo>
                  <a:cubicBezTo>
                    <a:pt x="121" y="49"/>
                    <a:pt x="113" y="62"/>
                    <a:pt x="112" y="44"/>
                  </a:cubicBezTo>
                  <a:cubicBezTo>
                    <a:pt x="101" y="47"/>
                    <a:pt x="94" y="64"/>
                    <a:pt x="83" y="70"/>
                  </a:cubicBezTo>
                  <a:cubicBezTo>
                    <a:pt x="74" y="62"/>
                    <a:pt x="82" y="45"/>
                    <a:pt x="69" y="43"/>
                  </a:cubicBezTo>
                  <a:cubicBezTo>
                    <a:pt x="60" y="41"/>
                    <a:pt x="52" y="50"/>
                    <a:pt x="42" y="46"/>
                  </a:cubicBezTo>
                  <a:cubicBezTo>
                    <a:pt x="39" y="45"/>
                    <a:pt x="39" y="40"/>
                    <a:pt x="36" y="39"/>
                  </a:cubicBezTo>
                  <a:cubicBezTo>
                    <a:pt x="29" y="36"/>
                    <a:pt x="26" y="39"/>
                    <a:pt x="19" y="38"/>
                  </a:cubicBezTo>
                  <a:cubicBezTo>
                    <a:pt x="9" y="37"/>
                    <a:pt x="2" y="34"/>
                    <a:pt x="0" y="23"/>
                  </a:cubicBezTo>
                  <a:cubicBezTo>
                    <a:pt x="12" y="27"/>
                    <a:pt x="34" y="27"/>
                    <a:pt x="47" y="27"/>
                  </a:cubicBezTo>
                  <a:cubicBezTo>
                    <a:pt x="47" y="23"/>
                    <a:pt x="49" y="23"/>
                    <a:pt x="50" y="21"/>
                  </a:cubicBezTo>
                </a:path>
              </a:pathLst>
            </a:custGeom>
            <a:solidFill>
              <a:srgbClr val="1B4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46">
              <a:extLst>
                <a:ext uri="{FF2B5EF4-FFF2-40B4-BE49-F238E27FC236}">
                  <a16:creationId xmlns:a16="http://schemas.microsoft.com/office/drawing/2014/main" id="{1FC686CE-8668-4EDE-A1FA-024FE6193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350"/>
              <a:ext cx="169" cy="121"/>
            </a:xfrm>
            <a:custGeom>
              <a:avLst/>
              <a:gdLst>
                <a:gd name="T0" fmla="*/ 13 w 143"/>
                <a:gd name="T1" fmla="*/ 74 h 96"/>
                <a:gd name="T2" fmla="*/ 41 w 143"/>
                <a:gd name="T3" fmla="*/ 0 h 96"/>
                <a:gd name="T4" fmla="*/ 57 w 143"/>
                <a:gd name="T5" fmla="*/ 42 h 96"/>
                <a:gd name="T6" fmla="*/ 90 w 143"/>
                <a:gd name="T7" fmla="*/ 33 h 96"/>
                <a:gd name="T8" fmla="*/ 116 w 143"/>
                <a:gd name="T9" fmla="*/ 55 h 96"/>
                <a:gd name="T10" fmla="*/ 144 w 143"/>
                <a:gd name="T11" fmla="*/ 59 h 96"/>
                <a:gd name="T12" fmla="*/ 183 w 143"/>
                <a:gd name="T13" fmla="*/ 92 h 96"/>
                <a:gd name="T14" fmla="*/ 210 w 143"/>
                <a:gd name="T15" fmla="*/ 136 h 96"/>
                <a:gd name="T16" fmla="*/ 236 w 143"/>
                <a:gd name="T17" fmla="*/ 170 h 96"/>
                <a:gd name="T18" fmla="*/ 201 w 143"/>
                <a:gd name="T19" fmla="*/ 163 h 96"/>
                <a:gd name="T20" fmla="*/ 200 w 143"/>
                <a:gd name="T21" fmla="*/ 193 h 96"/>
                <a:gd name="T22" fmla="*/ 161 w 143"/>
                <a:gd name="T23" fmla="*/ 132 h 96"/>
                <a:gd name="T24" fmla="*/ 128 w 143"/>
                <a:gd name="T25" fmla="*/ 121 h 96"/>
                <a:gd name="T26" fmla="*/ 106 w 143"/>
                <a:gd name="T27" fmla="*/ 105 h 96"/>
                <a:gd name="T28" fmla="*/ 79 w 143"/>
                <a:gd name="T29" fmla="*/ 132 h 96"/>
                <a:gd name="T30" fmla="*/ 11 w 143"/>
                <a:gd name="T31" fmla="*/ 141 h 96"/>
                <a:gd name="T32" fmla="*/ 20 w 143"/>
                <a:gd name="T33" fmla="*/ 98 h 96"/>
                <a:gd name="T34" fmla="*/ 2 w 143"/>
                <a:gd name="T35" fmla="*/ 112 h 96"/>
                <a:gd name="T36" fmla="*/ 9 w 143"/>
                <a:gd name="T37" fmla="*/ 79 h 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3" h="96">
                  <a:moveTo>
                    <a:pt x="8" y="37"/>
                  </a:moveTo>
                  <a:cubicBezTo>
                    <a:pt x="10" y="30"/>
                    <a:pt x="14" y="5"/>
                    <a:pt x="25" y="0"/>
                  </a:cubicBezTo>
                  <a:cubicBezTo>
                    <a:pt x="28" y="4"/>
                    <a:pt x="31" y="19"/>
                    <a:pt x="35" y="21"/>
                  </a:cubicBezTo>
                  <a:cubicBezTo>
                    <a:pt x="46" y="30"/>
                    <a:pt x="43" y="17"/>
                    <a:pt x="54" y="17"/>
                  </a:cubicBezTo>
                  <a:cubicBezTo>
                    <a:pt x="63" y="17"/>
                    <a:pt x="64" y="25"/>
                    <a:pt x="70" y="28"/>
                  </a:cubicBezTo>
                  <a:cubicBezTo>
                    <a:pt x="75" y="30"/>
                    <a:pt x="81" y="28"/>
                    <a:pt x="87" y="29"/>
                  </a:cubicBezTo>
                  <a:cubicBezTo>
                    <a:pt x="94" y="31"/>
                    <a:pt x="107" y="40"/>
                    <a:pt x="111" y="46"/>
                  </a:cubicBezTo>
                  <a:cubicBezTo>
                    <a:pt x="116" y="52"/>
                    <a:pt x="121" y="61"/>
                    <a:pt x="128" y="68"/>
                  </a:cubicBezTo>
                  <a:cubicBezTo>
                    <a:pt x="133" y="73"/>
                    <a:pt x="138" y="78"/>
                    <a:pt x="143" y="85"/>
                  </a:cubicBezTo>
                  <a:cubicBezTo>
                    <a:pt x="135" y="85"/>
                    <a:pt x="129" y="81"/>
                    <a:pt x="122" y="81"/>
                  </a:cubicBezTo>
                  <a:cubicBezTo>
                    <a:pt x="122" y="86"/>
                    <a:pt x="122" y="91"/>
                    <a:pt x="121" y="96"/>
                  </a:cubicBezTo>
                  <a:cubicBezTo>
                    <a:pt x="111" y="90"/>
                    <a:pt x="108" y="72"/>
                    <a:pt x="97" y="66"/>
                  </a:cubicBezTo>
                  <a:cubicBezTo>
                    <a:pt x="90" y="62"/>
                    <a:pt x="84" y="64"/>
                    <a:pt x="77" y="60"/>
                  </a:cubicBezTo>
                  <a:cubicBezTo>
                    <a:pt x="71" y="57"/>
                    <a:pt x="74" y="50"/>
                    <a:pt x="64" y="52"/>
                  </a:cubicBezTo>
                  <a:cubicBezTo>
                    <a:pt x="60" y="53"/>
                    <a:pt x="51" y="64"/>
                    <a:pt x="48" y="66"/>
                  </a:cubicBezTo>
                  <a:cubicBezTo>
                    <a:pt x="38" y="33"/>
                    <a:pt x="28" y="66"/>
                    <a:pt x="7" y="71"/>
                  </a:cubicBezTo>
                  <a:cubicBezTo>
                    <a:pt x="5" y="64"/>
                    <a:pt x="8" y="56"/>
                    <a:pt x="12" y="49"/>
                  </a:cubicBezTo>
                  <a:cubicBezTo>
                    <a:pt x="10" y="53"/>
                    <a:pt x="5" y="54"/>
                    <a:pt x="2" y="56"/>
                  </a:cubicBezTo>
                  <a:cubicBezTo>
                    <a:pt x="0" y="50"/>
                    <a:pt x="0" y="43"/>
                    <a:pt x="6" y="40"/>
                  </a:cubicBezTo>
                </a:path>
              </a:pathLst>
            </a:custGeom>
            <a:solidFill>
              <a:srgbClr val="1B4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47">
              <a:extLst>
                <a:ext uri="{FF2B5EF4-FFF2-40B4-BE49-F238E27FC236}">
                  <a16:creationId xmlns:a16="http://schemas.microsoft.com/office/drawing/2014/main" id="{4E77D112-447F-4980-99A5-11D5B3A8E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502"/>
              <a:ext cx="281" cy="104"/>
            </a:xfrm>
            <a:custGeom>
              <a:avLst/>
              <a:gdLst>
                <a:gd name="T0" fmla="*/ 146 w 238"/>
                <a:gd name="T1" fmla="*/ 76 h 82"/>
                <a:gd name="T2" fmla="*/ 142 w 238"/>
                <a:gd name="T3" fmla="*/ 82 h 82"/>
                <a:gd name="T4" fmla="*/ 179 w 238"/>
                <a:gd name="T5" fmla="*/ 0 h 82"/>
                <a:gd name="T6" fmla="*/ 179 w 238"/>
                <a:gd name="T7" fmla="*/ 61 h 82"/>
                <a:gd name="T8" fmla="*/ 214 w 238"/>
                <a:gd name="T9" fmla="*/ 55 h 82"/>
                <a:gd name="T10" fmla="*/ 231 w 238"/>
                <a:gd name="T11" fmla="*/ 62 h 82"/>
                <a:gd name="T12" fmla="*/ 255 w 238"/>
                <a:gd name="T13" fmla="*/ 29 h 82"/>
                <a:gd name="T14" fmla="*/ 255 w 238"/>
                <a:gd name="T15" fmla="*/ 79 h 82"/>
                <a:gd name="T16" fmla="*/ 342 w 238"/>
                <a:gd name="T17" fmla="*/ 48 h 82"/>
                <a:gd name="T18" fmla="*/ 345 w 238"/>
                <a:gd name="T19" fmla="*/ 100 h 82"/>
                <a:gd name="T20" fmla="*/ 392 w 238"/>
                <a:gd name="T21" fmla="*/ 131 h 82"/>
                <a:gd name="T22" fmla="*/ 349 w 238"/>
                <a:gd name="T23" fmla="*/ 137 h 82"/>
                <a:gd name="T24" fmla="*/ 348 w 238"/>
                <a:gd name="T25" fmla="*/ 127 h 82"/>
                <a:gd name="T26" fmla="*/ 322 w 238"/>
                <a:gd name="T27" fmla="*/ 146 h 82"/>
                <a:gd name="T28" fmla="*/ 303 w 238"/>
                <a:gd name="T29" fmla="*/ 108 h 82"/>
                <a:gd name="T30" fmla="*/ 264 w 238"/>
                <a:gd name="T31" fmla="*/ 167 h 82"/>
                <a:gd name="T32" fmla="*/ 196 w 238"/>
                <a:gd name="T33" fmla="*/ 138 h 82"/>
                <a:gd name="T34" fmla="*/ 137 w 238"/>
                <a:gd name="T35" fmla="*/ 128 h 82"/>
                <a:gd name="T36" fmla="*/ 106 w 238"/>
                <a:gd name="T37" fmla="*/ 128 h 82"/>
                <a:gd name="T38" fmla="*/ 55 w 238"/>
                <a:gd name="T39" fmla="*/ 152 h 82"/>
                <a:gd name="T40" fmla="*/ 15 w 238"/>
                <a:gd name="T41" fmla="*/ 115 h 82"/>
                <a:gd name="T42" fmla="*/ 26 w 238"/>
                <a:gd name="T43" fmla="*/ 66 h 82"/>
                <a:gd name="T44" fmla="*/ 38 w 238"/>
                <a:gd name="T45" fmla="*/ 52 h 82"/>
                <a:gd name="T46" fmla="*/ 76 w 238"/>
                <a:gd name="T47" fmla="*/ 70 h 82"/>
                <a:gd name="T48" fmla="*/ 111 w 238"/>
                <a:gd name="T49" fmla="*/ 84 h 82"/>
                <a:gd name="T50" fmla="*/ 130 w 238"/>
                <a:gd name="T51" fmla="*/ 38 h 82"/>
                <a:gd name="T52" fmla="*/ 139 w 238"/>
                <a:gd name="T53" fmla="*/ 90 h 8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38" h="82">
                  <a:moveTo>
                    <a:pt x="89" y="37"/>
                  </a:moveTo>
                  <a:cubicBezTo>
                    <a:pt x="89" y="39"/>
                    <a:pt x="88" y="40"/>
                    <a:pt x="86" y="40"/>
                  </a:cubicBezTo>
                  <a:cubicBezTo>
                    <a:pt x="92" y="27"/>
                    <a:pt x="96" y="7"/>
                    <a:pt x="109" y="0"/>
                  </a:cubicBezTo>
                  <a:cubicBezTo>
                    <a:pt x="109" y="10"/>
                    <a:pt x="109" y="20"/>
                    <a:pt x="109" y="30"/>
                  </a:cubicBezTo>
                  <a:cubicBezTo>
                    <a:pt x="120" y="18"/>
                    <a:pt x="120" y="22"/>
                    <a:pt x="130" y="27"/>
                  </a:cubicBezTo>
                  <a:cubicBezTo>
                    <a:pt x="138" y="31"/>
                    <a:pt x="132" y="36"/>
                    <a:pt x="141" y="31"/>
                  </a:cubicBezTo>
                  <a:cubicBezTo>
                    <a:pt x="147" y="29"/>
                    <a:pt x="147" y="17"/>
                    <a:pt x="155" y="14"/>
                  </a:cubicBezTo>
                  <a:cubicBezTo>
                    <a:pt x="158" y="21"/>
                    <a:pt x="157" y="31"/>
                    <a:pt x="155" y="39"/>
                  </a:cubicBezTo>
                  <a:cubicBezTo>
                    <a:pt x="170" y="41"/>
                    <a:pt x="193" y="28"/>
                    <a:pt x="208" y="24"/>
                  </a:cubicBezTo>
                  <a:cubicBezTo>
                    <a:pt x="208" y="33"/>
                    <a:pt x="211" y="41"/>
                    <a:pt x="209" y="49"/>
                  </a:cubicBezTo>
                  <a:cubicBezTo>
                    <a:pt x="225" y="55"/>
                    <a:pt x="234" y="41"/>
                    <a:pt x="238" y="64"/>
                  </a:cubicBezTo>
                  <a:cubicBezTo>
                    <a:pt x="230" y="68"/>
                    <a:pt x="221" y="68"/>
                    <a:pt x="213" y="67"/>
                  </a:cubicBezTo>
                  <a:cubicBezTo>
                    <a:pt x="213" y="66"/>
                    <a:pt x="212" y="64"/>
                    <a:pt x="212" y="62"/>
                  </a:cubicBezTo>
                  <a:cubicBezTo>
                    <a:pt x="206" y="69"/>
                    <a:pt x="204" y="76"/>
                    <a:pt x="196" y="72"/>
                  </a:cubicBezTo>
                  <a:cubicBezTo>
                    <a:pt x="191" y="70"/>
                    <a:pt x="185" y="59"/>
                    <a:pt x="185" y="53"/>
                  </a:cubicBezTo>
                  <a:cubicBezTo>
                    <a:pt x="155" y="50"/>
                    <a:pt x="166" y="63"/>
                    <a:pt x="161" y="82"/>
                  </a:cubicBezTo>
                  <a:cubicBezTo>
                    <a:pt x="147" y="79"/>
                    <a:pt x="132" y="73"/>
                    <a:pt x="119" y="68"/>
                  </a:cubicBezTo>
                  <a:cubicBezTo>
                    <a:pt x="106" y="63"/>
                    <a:pt x="97" y="65"/>
                    <a:pt x="83" y="63"/>
                  </a:cubicBezTo>
                  <a:cubicBezTo>
                    <a:pt x="75" y="62"/>
                    <a:pt x="76" y="58"/>
                    <a:pt x="64" y="63"/>
                  </a:cubicBezTo>
                  <a:cubicBezTo>
                    <a:pt x="56" y="67"/>
                    <a:pt x="44" y="78"/>
                    <a:pt x="34" y="75"/>
                  </a:cubicBezTo>
                  <a:cubicBezTo>
                    <a:pt x="22" y="71"/>
                    <a:pt x="24" y="46"/>
                    <a:pt x="9" y="57"/>
                  </a:cubicBezTo>
                  <a:cubicBezTo>
                    <a:pt x="8" y="48"/>
                    <a:pt x="13" y="40"/>
                    <a:pt x="16" y="32"/>
                  </a:cubicBezTo>
                  <a:cubicBezTo>
                    <a:pt x="0" y="25"/>
                    <a:pt x="6" y="12"/>
                    <a:pt x="23" y="25"/>
                  </a:cubicBezTo>
                  <a:cubicBezTo>
                    <a:pt x="36" y="35"/>
                    <a:pt x="32" y="35"/>
                    <a:pt x="46" y="34"/>
                  </a:cubicBezTo>
                  <a:cubicBezTo>
                    <a:pt x="57" y="34"/>
                    <a:pt x="62" y="29"/>
                    <a:pt x="68" y="41"/>
                  </a:cubicBezTo>
                  <a:cubicBezTo>
                    <a:pt x="70" y="33"/>
                    <a:pt x="75" y="26"/>
                    <a:pt x="79" y="19"/>
                  </a:cubicBezTo>
                  <a:cubicBezTo>
                    <a:pt x="85" y="26"/>
                    <a:pt x="90" y="35"/>
                    <a:pt x="85" y="44"/>
                  </a:cubicBezTo>
                </a:path>
              </a:pathLst>
            </a:custGeom>
            <a:solidFill>
              <a:srgbClr val="1B4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48">
              <a:extLst>
                <a:ext uri="{FF2B5EF4-FFF2-40B4-BE49-F238E27FC236}">
                  <a16:creationId xmlns:a16="http://schemas.microsoft.com/office/drawing/2014/main" id="{6F5ADF7A-CC7F-4F2D-9E5D-AC8C87E05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315"/>
              <a:ext cx="133" cy="132"/>
            </a:xfrm>
            <a:custGeom>
              <a:avLst/>
              <a:gdLst>
                <a:gd name="T0" fmla="*/ 185 w 113"/>
                <a:gd name="T1" fmla="*/ 39 h 105"/>
                <a:gd name="T2" fmla="*/ 120 w 113"/>
                <a:gd name="T3" fmla="*/ 29 h 105"/>
                <a:gd name="T4" fmla="*/ 131 w 113"/>
                <a:gd name="T5" fmla="*/ 41 h 105"/>
                <a:gd name="T6" fmla="*/ 92 w 113"/>
                <a:gd name="T7" fmla="*/ 55 h 105"/>
                <a:gd name="T8" fmla="*/ 68 w 113"/>
                <a:gd name="T9" fmla="*/ 84 h 105"/>
                <a:gd name="T10" fmla="*/ 36 w 113"/>
                <a:gd name="T11" fmla="*/ 79 h 105"/>
                <a:gd name="T12" fmla="*/ 46 w 113"/>
                <a:gd name="T13" fmla="*/ 122 h 105"/>
                <a:gd name="T14" fmla="*/ 16 w 113"/>
                <a:gd name="T15" fmla="*/ 137 h 105"/>
                <a:gd name="T16" fmla="*/ 0 w 113"/>
                <a:gd name="T17" fmla="*/ 199 h 105"/>
                <a:gd name="T18" fmla="*/ 104 w 113"/>
                <a:gd name="T19" fmla="*/ 135 h 105"/>
                <a:gd name="T20" fmla="*/ 172 w 113"/>
                <a:gd name="T21" fmla="*/ 84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105">
                  <a:moveTo>
                    <a:pt x="113" y="20"/>
                  </a:moveTo>
                  <a:cubicBezTo>
                    <a:pt x="97" y="7"/>
                    <a:pt x="91" y="0"/>
                    <a:pt x="74" y="14"/>
                  </a:cubicBezTo>
                  <a:cubicBezTo>
                    <a:pt x="76" y="16"/>
                    <a:pt x="78" y="19"/>
                    <a:pt x="80" y="21"/>
                  </a:cubicBezTo>
                  <a:cubicBezTo>
                    <a:pt x="72" y="22"/>
                    <a:pt x="62" y="24"/>
                    <a:pt x="56" y="28"/>
                  </a:cubicBezTo>
                  <a:cubicBezTo>
                    <a:pt x="50" y="33"/>
                    <a:pt x="55" y="42"/>
                    <a:pt x="42" y="42"/>
                  </a:cubicBezTo>
                  <a:cubicBezTo>
                    <a:pt x="37" y="61"/>
                    <a:pt x="30" y="38"/>
                    <a:pt x="22" y="40"/>
                  </a:cubicBezTo>
                  <a:cubicBezTo>
                    <a:pt x="6" y="44"/>
                    <a:pt x="22" y="58"/>
                    <a:pt x="28" y="61"/>
                  </a:cubicBezTo>
                  <a:cubicBezTo>
                    <a:pt x="24" y="67"/>
                    <a:pt x="17" y="69"/>
                    <a:pt x="10" y="69"/>
                  </a:cubicBezTo>
                  <a:cubicBezTo>
                    <a:pt x="10" y="79"/>
                    <a:pt x="4" y="90"/>
                    <a:pt x="0" y="100"/>
                  </a:cubicBezTo>
                  <a:cubicBezTo>
                    <a:pt x="21" y="105"/>
                    <a:pt x="46" y="78"/>
                    <a:pt x="64" y="68"/>
                  </a:cubicBezTo>
                  <a:cubicBezTo>
                    <a:pt x="78" y="61"/>
                    <a:pt x="93" y="47"/>
                    <a:pt x="105" y="42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49">
              <a:extLst>
                <a:ext uri="{FF2B5EF4-FFF2-40B4-BE49-F238E27FC236}">
                  <a16:creationId xmlns:a16="http://schemas.microsoft.com/office/drawing/2014/main" id="{C375CF8A-3EDD-467E-A271-DFB289F39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367"/>
              <a:ext cx="192" cy="152"/>
            </a:xfrm>
            <a:custGeom>
              <a:avLst/>
              <a:gdLst>
                <a:gd name="T0" fmla="*/ 0 w 163"/>
                <a:gd name="T1" fmla="*/ 38 h 120"/>
                <a:gd name="T2" fmla="*/ 13 w 163"/>
                <a:gd name="T3" fmla="*/ 0 h 120"/>
                <a:gd name="T4" fmla="*/ 65 w 163"/>
                <a:gd name="T5" fmla="*/ 30 h 120"/>
                <a:gd name="T6" fmla="*/ 68 w 163"/>
                <a:gd name="T7" fmla="*/ 68 h 120"/>
                <a:gd name="T8" fmla="*/ 95 w 163"/>
                <a:gd name="T9" fmla="*/ 100 h 120"/>
                <a:gd name="T10" fmla="*/ 130 w 163"/>
                <a:gd name="T11" fmla="*/ 117 h 120"/>
                <a:gd name="T12" fmla="*/ 132 w 163"/>
                <a:gd name="T13" fmla="*/ 43 h 120"/>
                <a:gd name="T14" fmla="*/ 159 w 163"/>
                <a:gd name="T15" fmla="*/ 43 h 120"/>
                <a:gd name="T16" fmla="*/ 172 w 163"/>
                <a:gd name="T17" fmla="*/ 68 h 120"/>
                <a:gd name="T18" fmla="*/ 166 w 163"/>
                <a:gd name="T19" fmla="*/ 122 h 120"/>
                <a:gd name="T20" fmla="*/ 200 w 163"/>
                <a:gd name="T21" fmla="*/ 130 h 120"/>
                <a:gd name="T22" fmla="*/ 204 w 163"/>
                <a:gd name="T23" fmla="*/ 165 h 120"/>
                <a:gd name="T24" fmla="*/ 210 w 163"/>
                <a:gd name="T25" fmla="*/ 167 h 120"/>
                <a:gd name="T26" fmla="*/ 254 w 163"/>
                <a:gd name="T27" fmla="*/ 174 h 120"/>
                <a:gd name="T28" fmla="*/ 251 w 163"/>
                <a:gd name="T29" fmla="*/ 229 h 120"/>
                <a:gd name="T30" fmla="*/ 9 w 163"/>
                <a:gd name="T31" fmla="*/ 53 h 1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20">
                  <a:moveTo>
                    <a:pt x="0" y="19"/>
                  </a:moveTo>
                  <a:cubicBezTo>
                    <a:pt x="4" y="13"/>
                    <a:pt x="6" y="7"/>
                    <a:pt x="8" y="0"/>
                  </a:cubicBezTo>
                  <a:cubicBezTo>
                    <a:pt x="20" y="10"/>
                    <a:pt x="21" y="21"/>
                    <a:pt x="40" y="15"/>
                  </a:cubicBezTo>
                  <a:cubicBezTo>
                    <a:pt x="40" y="22"/>
                    <a:pt x="42" y="27"/>
                    <a:pt x="42" y="34"/>
                  </a:cubicBezTo>
                  <a:cubicBezTo>
                    <a:pt x="56" y="31"/>
                    <a:pt x="51" y="42"/>
                    <a:pt x="59" y="49"/>
                  </a:cubicBezTo>
                  <a:cubicBezTo>
                    <a:pt x="62" y="52"/>
                    <a:pt x="75" y="55"/>
                    <a:pt x="79" y="58"/>
                  </a:cubicBezTo>
                  <a:cubicBezTo>
                    <a:pt x="84" y="47"/>
                    <a:pt x="88" y="33"/>
                    <a:pt x="81" y="21"/>
                  </a:cubicBezTo>
                  <a:cubicBezTo>
                    <a:pt x="87" y="24"/>
                    <a:pt x="92" y="24"/>
                    <a:pt x="98" y="21"/>
                  </a:cubicBezTo>
                  <a:cubicBezTo>
                    <a:pt x="97" y="29"/>
                    <a:pt x="99" y="31"/>
                    <a:pt x="105" y="34"/>
                  </a:cubicBezTo>
                  <a:cubicBezTo>
                    <a:pt x="107" y="43"/>
                    <a:pt x="106" y="52"/>
                    <a:pt x="102" y="60"/>
                  </a:cubicBezTo>
                  <a:cubicBezTo>
                    <a:pt x="109" y="62"/>
                    <a:pt x="116" y="62"/>
                    <a:pt x="122" y="64"/>
                  </a:cubicBezTo>
                  <a:cubicBezTo>
                    <a:pt x="122" y="70"/>
                    <a:pt x="125" y="75"/>
                    <a:pt x="125" y="81"/>
                  </a:cubicBezTo>
                  <a:cubicBezTo>
                    <a:pt x="126" y="81"/>
                    <a:pt x="128" y="82"/>
                    <a:pt x="128" y="82"/>
                  </a:cubicBezTo>
                  <a:cubicBezTo>
                    <a:pt x="136" y="75"/>
                    <a:pt x="149" y="78"/>
                    <a:pt x="155" y="85"/>
                  </a:cubicBezTo>
                  <a:cubicBezTo>
                    <a:pt x="163" y="96"/>
                    <a:pt x="152" y="99"/>
                    <a:pt x="154" y="113"/>
                  </a:cubicBezTo>
                  <a:cubicBezTo>
                    <a:pt x="104" y="120"/>
                    <a:pt x="42" y="55"/>
                    <a:pt x="6" y="26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50">
              <a:extLst>
                <a:ext uri="{FF2B5EF4-FFF2-40B4-BE49-F238E27FC236}">
                  <a16:creationId xmlns:a16="http://schemas.microsoft.com/office/drawing/2014/main" id="{A032DF9A-DCF1-4CB3-8C86-045616B7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389"/>
              <a:ext cx="121" cy="75"/>
            </a:xfrm>
            <a:custGeom>
              <a:avLst/>
              <a:gdLst>
                <a:gd name="T0" fmla="*/ 0 w 103"/>
                <a:gd name="T1" fmla="*/ 118 h 60"/>
                <a:gd name="T2" fmla="*/ 15 w 103"/>
                <a:gd name="T3" fmla="*/ 93 h 60"/>
                <a:gd name="T4" fmla="*/ 18 w 103"/>
                <a:gd name="T5" fmla="*/ 45 h 60"/>
                <a:gd name="T6" fmla="*/ 36 w 103"/>
                <a:gd name="T7" fmla="*/ 60 h 60"/>
                <a:gd name="T8" fmla="*/ 47 w 103"/>
                <a:gd name="T9" fmla="*/ 25 h 60"/>
                <a:gd name="T10" fmla="*/ 53 w 103"/>
                <a:gd name="T11" fmla="*/ 38 h 60"/>
                <a:gd name="T12" fmla="*/ 85 w 103"/>
                <a:gd name="T13" fmla="*/ 6 h 60"/>
                <a:gd name="T14" fmla="*/ 94 w 103"/>
                <a:gd name="T15" fmla="*/ 39 h 60"/>
                <a:gd name="T16" fmla="*/ 127 w 103"/>
                <a:gd name="T17" fmla="*/ 41 h 60"/>
                <a:gd name="T18" fmla="*/ 127 w 103"/>
                <a:gd name="T19" fmla="*/ 63 h 60"/>
                <a:gd name="T20" fmla="*/ 167 w 103"/>
                <a:gd name="T21" fmla="*/ 83 h 60"/>
                <a:gd name="T22" fmla="*/ 48 w 103"/>
                <a:gd name="T23" fmla="*/ 114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60">
                  <a:moveTo>
                    <a:pt x="0" y="60"/>
                  </a:moveTo>
                  <a:cubicBezTo>
                    <a:pt x="0" y="54"/>
                    <a:pt x="7" y="55"/>
                    <a:pt x="9" y="47"/>
                  </a:cubicBezTo>
                  <a:cubicBezTo>
                    <a:pt x="11" y="39"/>
                    <a:pt x="8" y="31"/>
                    <a:pt x="11" y="23"/>
                  </a:cubicBezTo>
                  <a:cubicBezTo>
                    <a:pt x="14" y="25"/>
                    <a:pt x="19" y="26"/>
                    <a:pt x="22" y="30"/>
                  </a:cubicBezTo>
                  <a:cubicBezTo>
                    <a:pt x="19" y="23"/>
                    <a:pt x="22" y="16"/>
                    <a:pt x="29" y="13"/>
                  </a:cubicBezTo>
                  <a:cubicBezTo>
                    <a:pt x="30" y="15"/>
                    <a:pt x="31" y="17"/>
                    <a:pt x="32" y="19"/>
                  </a:cubicBezTo>
                  <a:cubicBezTo>
                    <a:pt x="43" y="19"/>
                    <a:pt x="42" y="7"/>
                    <a:pt x="52" y="3"/>
                  </a:cubicBezTo>
                  <a:cubicBezTo>
                    <a:pt x="63" y="0"/>
                    <a:pt x="65" y="9"/>
                    <a:pt x="58" y="20"/>
                  </a:cubicBezTo>
                  <a:cubicBezTo>
                    <a:pt x="65" y="21"/>
                    <a:pt x="72" y="21"/>
                    <a:pt x="78" y="21"/>
                  </a:cubicBezTo>
                  <a:cubicBezTo>
                    <a:pt x="77" y="25"/>
                    <a:pt x="79" y="29"/>
                    <a:pt x="78" y="32"/>
                  </a:cubicBezTo>
                  <a:cubicBezTo>
                    <a:pt x="88" y="30"/>
                    <a:pt x="98" y="32"/>
                    <a:pt x="103" y="42"/>
                  </a:cubicBezTo>
                  <a:cubicBezTo>
                    <a:pt x="78" y="56"/>
                    <a:pt x="55" y="50"/>
                    <a:pt x="30" y="58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51">
              <a:extLst>
                <a:ext uri="{FF2B5EF4-FFF2-40B4-BE49-F238E27FC236}">
                  <a16:creationId xmlns:a16="http://schemas.microsoft.com/office/drawing/2014/main" id="{C3FAB593-6C97-40BC-AE95-6CEFFE4F0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080"/>
              <a:ext cx="238" cy="117"/>
            </a:xfrm>
            <a:custGeom>
              <a:avLst/>
              <a:gdLst>
                <a:gd name="T0" fmla="*/ 31 w 202"/>
                <a:gd name="T1" fmla="*/ 114 h 93"/>
                <a:gd name="T2" fmla="*/ 0 w 202"/>
                <a:gd name="T3" fmla="*/ 0 h 93"/>
                <a:gd name="T4" fmla="*/ 45 w 202"/>
                <a:gd name="T5" fmla="*/ 62 h 93"/>
                <a:gd name="T6" fmla="*/ 72 w 202"/>
                <a:gd name="T7" fmla="*/ 5 h 93"/>
                <a:gd name="T8" fmla="*/ 93 w 202"/>
                <a:gd name="T9" fmla="*/ 74 h 93"/>
                <a:gd name="T10" fmla="*/ 135 w 202"/>
                <a:gd name="T11" fmla="*/ 53 h 93"/>
                <a:gd name="T12" fmla="*/ 135 w 202"/>
                <a:gd name="T13" fmla="*/ 123 h 93"/>
                <a:gd name="T14" fmla="*/ 148 w 202"/>
                <a:gd name="T15" fmla="*/ 116 h 93"/>
                <a:gd name="T16" fmla="*/ 200 w 202"/>
                <a:gd name="T17" fmla="*/ 116 h 93"/>
                <a:gd name="T18" fmla="*/ 233 w 202"/>
                <a:gd name="T19" fmla="*/ 125 h 93"/>
                <a:gd name="T20" fmla="*/ 272 w 202"/>
                <a:gd name="T21" fmla="*/ 60 h 93"/>
                <a:gd name="T22" fmla="*/ 247 w 202"/>
                <a:gd name="T23" fmla="*/ 49 h 93"/>
                <a:gd name="T24" fmla="*/ 295 w 202"/>
                <a:gd name="T25" fmla="*/ 23 h 93"/>
                <a:gd name="T26" fmla="*/ 275 w 202"/>
                <a:gd name="T27" fmla="*/ 128 h 93"/>
                <a:gd name="T28" fmla="*/ 285 w 202"/>
                <a:gd name="T29" fmla="*/ 165 h 93"/>
                <a:gd name="T30" fmla="*/ 201 w 202"/>
                <a:gd name="T31" fmla="*/ 179 h 93"/>
                <a:gd name="T32" fmla="*/ 119 w 202"/>
                <a:gd name="T33" fmla="*/ 185 h 93"/>
                <a:gd name="T34" fmla="*/ 91 w 202"/>
                <a:gd name="T35" fmla="*/ 118 h 93"/>
                <a:gd name="T36" fmla="*/ 62 w 202"/>
                <a:gd name="T37" fmla="*/ 128 h 93"/>
                <a:gd name="T38" fmla="*/ 44 w 202"/>
                <a:gd name="T39" fmla="*/ 170 h 93"/>
                <a:gd name="T40" fmla="*/ 9 w 202"/>
                <a:gd name="T41" fmla="*/ 157 h 93"/>
                <a:gd name="T42" fmla="*/ 16 w 202"/>
                <a:gd name="T43" fmla="*/ 125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2" h="93">
                  <a:moveTo>
                    <a:pt x="19" y="57"/>
                  </a:moveTo>
                  <a:cubicBezTo>
                    <a:pt x="8" y="40"/>
                    <a:pt x="2" y="20"/>
                    <a:pt x="0" y="0"/>
                  </a:cubicBezTo>
                  <a:cubicBezTo>
                    <a:pt x="11" y="8"/>
                    <a:pt x="19" y="20"/>
                    <a:pt x="27" y="31"/>
                  </a:cubicBezTo>
                  <a:cubicBezTo>
                    <a:pt x="35" y="24"/>
                    <a:pt x="40" y="12"/>
                    <a:pt x="44" y="2"/>
                  </a:cubicBezTo>
                  <a:cubicBezTo>
                    <a:pt x="56" y="8"/>
                    <a:pt x="61" y="24"/>
                    <a:pt x="57" y="37"/>
                  </a:cubicBezTo>
                  <a:cubicBezTo>
                    <a:pt x="65" y="31"/>
                    <a:pt x="74" y="27"/>
                    <a:pt x="83" y="26"/>
                  </a:cubicBezTo>
                  <a:cubicBezTo>
                    <a:pt x="88" y="37"/>
                    <a:pt x="77" y="50"/>
                    <a:pt x="83" y="62"/>
                  </a:cubicBezTo>
                  <a:cubicBezTo>
                    <a:pt x="85" y="60"/>
                    <a:pt x="88" y="59"/>
                    <a:pt x="91" y="58"/>
                  </a:cubicBezTo>
                  <a:cubicBezTo>
                    <a:pt x="92" y="72"/>
                    <a:pt x="113" y="64"/>
                    <a:pt x="122" y="58"/>
                  </a:cubicBezTo>
                  <a:cubicBezTo>
                    <a:pt x="133" y="50"/>
                    <a:pt x="139" y="32"/>
                    <a:pt x="143" y="63"/>
                  </a:cubicBezTo>
                  <a:cubicBezTo>
                    <a:pt x="158" y="62"/>
                    <a:pt x="163" y="43"/>
                    <a:pt x="166" y="30"/>
                  </a:cubicBezTo>
                  <a:cubicBezTo>
                    <a:pt x="160" y="29"/>
                    <a:pt x="157" y="26"/>
                    <a:pt x="151" y="25"/>
                  </a:cubicBezTo>
                  <a:cubicBezTo>
                    <a:pt x="159" y="17"/>
                    <a:pt x="170" y="14"/>
                    <a:pt x="180" y="11"/>
                  </a:cubicBezTo>
                  <a:cubicBezTo>
                    <a:pt x="202" y="29"/>
                    <a:pt x="199" y="63"/>
                    <a:pt x="168" y="64"/>
                  </a:cubicBezTo>
                  <a:cubicBezTo>
                    <a:pt x="172" y="69"/>
                    <a:pt x="174" y="76"/>
                    <a:pt x="174" y="83"/>
                  </a:cubicBezTo>
                  <a:cubicBezTo>
                    <a:pt x="156" y="85"/>
                    <a:pt x="139" y="89"/>
                    <a:pt x="123" y="90"/>
                  </a:cubicBezTo>
                  <a:cubicBezTo>
                    <a:pt x="106" y="91"/>
                    <a:pt x="79" y="74"/>
                    <a:pt x="73" y="93"/>
                  </a:cubicBezTo>
                  <a:cubicBezTo>
                    <a:pt x="66" y="86"/>
                    <a:pt x="59" y="70"/>
                    <a:pt x="55" y="60"/>
                  </a:cubicBezTo>
                  <a:cubicBezTo>
                    <a:pt x="52" y="61"/>
                    <a:pt x="40" y="62"/>
                    <a:pt x="38" y="64"/>
                  </a:cubicBezTo>
                  <a:cubicBezTo>
                    <a:pt x="32" y="68"/>
                    <a:pt x="32" y="79"/>
                    <a:pt x="26" y="85"/>
                  </a:cubicBezTo>
                  <a:cubicBezTo>
                    <a:pt x="23" y="75"/>
                    <a:pt x="14" y="76"/>
                    <a:pt x="6" y="79"/>
                  </a:cubicBezTo>
                  <a:cubicBezTo>
                    <a:pt x="6" y="74"/>
                    <a:pt x="7" y="68"/>
                    <a:pt x="10" y="63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52">
              <a:extLst>
                <a:ext uri="{FF2B5EF4-FFF2-40B4-BE49-F238E27FC236}">
                  <a16:creationId xmlns:a16="http://schemas.microsoft.com/office/drawing/2014/main" id="{EEB06422-3ACF-4763-83E2-8EE78D9BD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080"/>
              <a:ext cx="181" cy="112"/>
            </a:xfrm>
            <a:custGeom>
              <a:avLst/>
              <a:gdLst>
                <a:gd name="T0" fmla="*/ 144 w 153"/>
                <a:gd name="T1" fmla="*/ 102 h 89"/>
                <a:gd name="T2" fmla="*/ 136 w 153"/>
                <a:gd name="T3" fmla="*/ 24 h 89"/>
                <a:gd name="T4" fmla="*/ 156 w 153"/>
                <a:gd name="T5" fmla="*/ 48 h 89"/>
                <a:gd name="T6" fmla="*/ 182 w 153"/>
                <a:gd name="T7" fmla="*/ 39 h 89"/>
                <a:gd name="T8" fmla="*/ 240 w 153"/>
                <a:gd name="T9" fmla="*/ 0 h 89"/>
                <a:gd name="T10" fmla="*/ 240 w 153"/>
                <a:gd name="T11" fmla="*/ 38 h 89"/>
                <a:gd name="T12" fmla="*/ 251 w 153"/>
                <a:gd name="T13" fmla="*/ 45 h 89"/>
                <a:gd name="T14" fmla="*/ 220 w 153"/>
                <a:gd name="T15" fmla="*/ 82 h 89"/>
                <a:gd name="T16" fmla="*/ 234 w 153"/>
                <a:gd name="T17" fmla="*/ 91 h 89"/>
                <a:gd name="T18" fmla="*/ 207 w 153"/>
                <a:gd name="T19" fmla="*/ 117 h 89"/>
                <a:gd name="T20" fmla="*/ 253 w 153"/>
                <a:gd name="T21" fmla="*/ 141 h 89"/>
                <a:gd name="T22" fmla="*/ 183 w 153"/>
                <a:gd name="T23" fmla="*/ 133 h 89"/>
                <a:gd name="T24" fmla="*/ 144 w 153"/>
                <a:gd name="T25" fmla="*/ 177 h 89"/>
                <a:gd name="T26" fmla="*/ 116 w 153"/>
                <a:gd name="T27" fmla="*/ 145 h 89"/>
                <a:gd name="T28" fmla="*/ 73 w 153"/>
                <a:gd name="T29" fmla="*/ 141 h 89"/>
                <a:gd name="T30" fmla="*/ 49 w 153"/>
                <a:gd name="T31" fmla="*/ 117 h 89"/>
                <a:gd name="T32" fmla="*/ 0 w 153"/>
                <a:gd name="T33" fmla="*/ 76 h 89"/>
                <a:gd name="T34" fmla="*/ 44 w 153"/>
                <a:gd name="T35" fmla="*/ 76 h 89"/>
                <a:gd name="T36" fmla="*/ 83 w 153"/>
                <a:gd name="T37" fmla="*/ 115 h 89"/>
                <a:gd name="T38" fmla="*/ 116 w 153"/>
                <a:gd name="T39" fmla="*/ 98 h 89"/>
                <a:gd name="T40" fmla="*/ 147 w 153"/>
                <a:gd name="T41" fmla="*/ 109 h 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3" h="89">
                  <a:moveTo>
                    <a:pt x="87" y="51"/>
                  </a:moveTo>
                  <a:cubicBezTo>
                    <a:pt x="83" y="39"/>
                    <a:pt x="80" y="25"/>
                    <a:pt x="82" y="12"/>
                  </a:cubicBezTo>
                  <a:cubicBezTo>
                    <a:pt x="85" y="13"/>
                    <a:pt x="92" y="23"/>
                    <a:pt x="95" y="24"/>
                  </a:cubicBezTo>
                  <a:cubicBezTo>
                    <a:pt x="107" y="26"/>
                    <a:pt x="100" y="24"/>
                    <a:pt x="110" y="20"/>
                  </a:cubicBezTo>
                  <a:cubicBezTo>
                    <a:pt x="121" y="16"/>
                    <a:pt x="135" y="7"/>
                    <a:pt x="145" y="0"/>
                  </a:cubicBezTo>
                  <a:cubicBezTo>
                    <a:pt x="144" y="6"/>
                    <a:pt x="145" y="13"/>
                    <a:pt x="145" y="19"/>
                  </a:cubicBezTo>
                  <a:cubicBezTo>
                    <a:pt x="148" y="21"/>
                    <a:pt x="149" y="22"/>
                    <a:pt x="151" y="23"/>
                  </a:cubicBezTo>
                  <a:cubicBezTo>
                    <a:pt x="143" y="27"/>
                    <a:pt x="137" y="34"/>
                    <a:pt x="133" y="41"/>
                  </a:cubicBezTo>
                  <a:cubicBezTo>
                    <a:pt x="136" y="42"/>
                    <a:pt x="139" y="45"/>
                    <a:pt x="141" y="45"/>
                  </a:cubicBezTo>
                  <a:cubicBezTo>
                    <a:pt x="136" y="50"/>
                    <a:pt x="130" y="55"/>
                    <a:pt x="125" y="59"/>
                  </a:cubicBezTo>
                  <a:cubicBezTo>
                    <a:pt x="135" y="63"/>
                    <a:pt x="147" y="62"/>
                    <a:pt x="153" y="71"/>
                  </a:cubicBezTo>
                  <a:cubicBezTo>
                    <a:pt x="137" y="77"/>
                    <a:pt x="122" y="63"/>
                    <a:pt x="111" y="67"/>
                  </a:cubicBezTo>
                  <a:cubicBezTo>
                    <a:pt x="103" y="70"/>
                    <a:pt x="99" y="89"/>
                    <a:pt x="87" y="89"/>
                  </a:cubicBezTo>
                  <a:cubicBezTo>
                    <a:pt x="76" y="89"/>
                    <a:pt x="78" y="76"/>
                    <a:pt x="70" y="72"/>
                  </a:cubicBezTo>
                  <a:cubicBezTo>
                    <a:pt x="62" y="67"/>
                    <a:pt x="51" y="73"/>
                    <a:pt x="44" y="71"/>
                  </a:cubicBezTo>
                  <a:cubicBezTo>
                    <a:pt x="32" y="68"/>
                    <a:pt x="36" y="63"/>
                    <a:pt x="30" y="59"/>
                  </a:cubicBezTo>
                  <a:cubicBezTo>
                    <a:pt x="18" y="52"/>
                    <a:pt x="10" y="52"/>
                    <a:pt x="0" y="38"/>
                  </a:cubicBezTo>
                  <a:cubicBezTo>
                    <a:pt x="8" y="37"/>
                    <a:pt x="18" y="36"/>
                    <a:pt x="26" y="38"/>
                  </a:cubicBezTo>
                  <a:cubicBezTo>
                    <a:pt x="37" y="40"/>
                    <a:pt x="43" y="55"/>
                    <a:pt x="50" y="57"/>
                  </a:cubicBezTo>
                  <a:cubicBezTo>
                    <a:pt x="56" y="59"/>
                    <a:pt x="62" y="50"/>
                    <a:pt x="70" y="49"/>
                  </a:cubicBezTo>
                  <a:cubicBezTo>
                    <a:pt x="77" y="49"/>
                    <a:pt x="88" y="56"/>
                    <a:pt x="89" y="55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53">
              <a:extLst>
                <a:ext uri="{FF2B5EF4-FFF2-40B4-BE49-F238E27FC236}">
                  <a16:creationId xmlns:a16="http://schemas.microsoft.com/office/drawing/2014/main" id="{F14E705D-9831-49EF-A036-D06E0468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70"/>
              <a:ext cx="106" cy="85"/>
            </a:xfrm>
            <a:custGeom>
              <a:avLst/>
              <a:gdLst>
                <a:gd name="T0" fmla="*/ 21 w 90"/>
                <a:gd name="T1" fmla="*/ 66 h 67"/>
                <a:gd name="T2" fmla="*/ 57 w 90"/>
                <a:gd name="T3" fmla="*/ 0 h 67"/>
                <a:gd name="T4" fmla="*/ 73 w 90"/>
                <a:gd name="T5" fmla="*/ 36 h 67"/>
                <a:gd name="T6" fmla="*/ 134 w 90"/>
                <a:gd name="T7" fmla="*/ 0 h 67"/>
                <a:gd name="T8" fmla="*/ 147 w 90"/>
                <a:gd name="T9" fmla="*/ 70 h 67"/>
                <a:gd name="T10" fmla="*/ 86 w 90"/>
                <a:gd name="T11" fmla="*/ 70 h 67"/>
                <a:gd name="T12" fmla="*/ 108 w 90"/>
                <a:gd name="T13" fmla="*/ 136 h 67"/>
                <a:gd name="T14" fmla="*/ 54 w 90"/>
                <a:gd name="T15" fmla="*/ 85 h 67"/>
                <a:gd name="T16" fmla="*/ 0 w 90"/>
                <a:gd name="T17" fmla="*/ 76 h 67"/>
                <a:gd name="T18" fmla="*/ 11 w 90"/>
                <a:gd name="T19" fmla="*/ 7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67">
                  <a:moveTo>
                    <a:pt x="13" y="32"/>
                  </a:moveTo>
                  <a:cubicBezTo>
                    <a:pt x="22" y="23"/>
                    <a:pt x="25" y="9"/>
                    <a:pt x="35" y="0"/>
                  </a:cubicBezTo>
                  <a:cubicBezTo>
                    <a:pt x="38" y="5"/>
                    <a:pt x="42" y="11"/>
                    <a:pt x="45" y="17"/>
                  </a:cubicBezTo>
                  <a:cubicBezTo>
                    <a:pt x="55" y="5"/>
                    <a:pt x="70" y="6"/>
                    <a:pt x="82" y="0"/>
                  </a:cubicBezTo>
                  <a:cubicBezTo>
                    <a:pt x="76" y="20"/>
                    <a:pt x="68" y="25"/>
                    <a:pt x="90" y="34"/>
                  </a:cubicBezTo>
                  <a:cubicBezTo>
                    <a:pt x="77" y="37"/>
                    <a:pt x="66" y="37"/>
                    <a:pt x="53" y="34"/>
                  </a:cubicBezTo>
                  <a:cubicBezTo>
                    <a:pt x="49" y="45"/>
                    <a:pt x="59" y="56"/>
                    <a:pt x="66" y="66"/>
                  </a:cubicBezTo>
                  <a:cubicBezTo>
                    <a:pt x="50" y="67"/>
                    <a:pt x="31" y="62"/>
                    <a:pt x="33" y="42"/>
                  </a:cubicBezTo>
                  <a:cubicBezTo>
                    <a:pt x="18" y="48"/>
                    <a:pt x="7" y="61"/>
                    <a:pt x="0" y="37"/>
                  </a:cubicBezTo>
                  <a:cubicBezTo>
                    <a:pt x="2" y="36"/>
                    <a:pt x="5" y="34"/>
                    <a:pt x="7" y="34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54">
              <a:extLst>
                <a:ext uri="{FF2B5EF4-FFF2-40B4-BE49-F238E27FC236}">
                  <a16:creationId xmlns:a16="http://schemas.microsoft.com/office/drawing/2014/main" id="{885784A8-1C15-474E-81F3-A625D07C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085"/>
              <a:ext cx="80" cy="100"/>
            </a:xfrm>
            <a:custGeom>
              <a:avLst/>
              <a:gdLst>
                <a:gd name="T0" fmla="*/ 59 w 67"/>
                <a:gd name="T1" fmla="*/ 68 h 79"/>
                <a:gd name="T2" fmla="*/ 56 w 67"/>
                <a:gd name="T3" fmla="*/ 0 h 79"/>
                <a:gd name="T4" fmla="*/ 68 w 67"/>
                <a:gd name="T5" fmla="*/ 48 h 79"/>
                <a:gd name="T6" fmla="*/ 104 w 67"/>
                <a:gd name="T7" fmla="*/ 16 h 79"/>
                <a:gd name="T8" fmla="*/ 115 w 67"/>
                <a:gd name="T9" fmla="*/ 68 h 79"/>
                <a:gd name="T10" fmla="*/ 75 w 67"/>
                <a:gd name="T11" fmla="*/ 73 h 79"/>
                <a:gd name="T12" fmla="*/ 1 w 67"/>
                <a:gd name="T13" fmla="*/ 99 h 79"/>
                <a:gd name="T14" fmla="*/ 6 w 67"/>
                <a:gd name="T15" fmla="*/ 61 h 79"/>
                <a:gd name="T16" fmla="*/ 42 w 67"/>
                <a:gd name="T17" fmla="*/ 56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79">
                  <a:moveTo>
                    <a:pt x="34" y="34"/>
                  </a:moveTo>
                  <a:cubicBezTo>
                    <a:pt x="31" y="24"/>
                    <a:pt x="32" y="11"/>
                    <a:pt x="33" y="0"/>
                  </a:cubicBezTo>
                  <a:cubicBezTo>
                    <a:pt x="35" y="8"/>
                    <a:pt x="37" y="16"/>
                    <a:pt x="40" y="24"/>
                  </a:cubicBezTo>
                  <a:cubicBezTo>
                    <a:pt x="47" y="17"/>
                    <a:pt x="53" y="11"/>
                    <a:pt x="61" y="8"/>
                  </a:cubicBezTo>
                  <a:cubicBezTo>
                    <a:pt x="65" y="17"/>
                    <a:pt x="62" y="26"/>
                    <a:pt x="67" y="34"/>
                  </a:cubicBezTo>
                  <a:cubicBezTo>
                    <a:pt x="60" y="36"/>
                    <a:pt x="52" y="36"/>
                    <a:pt x="44" y="36"/>
                  </a:cubicBezTo>
                  <a:cubicBezTo>
                    <a:pt x="58" y="79"/>
                    <a:pt x="27" y="53"/>
                    <a:pt x="1" y="49"/>
                  </a:cubicBezTo>
                  <a:cubicBezTo>
                    <a:pt x="0" y="43"/>
                    <a:pt x="1" y="36"/>
                    <a:pt x="3" y="30"/>
                  </a:cubicBezTo>
                  <a:cubicBezTo>
                    <a:pt x="10" y="31"/>
                    <a:pt x="18" y="30"/>
                    <a:pt x="24" y="28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55">
              <a:extLst>
                <a:ext uri="{FF2B5EF4-FFF2-40B4-BE49-F238E27FC236}">
                  <a16:creationId xmlns:a16="http://schemas.microsoft.com/office/drawing/2014/main" id="{EF439B7A-20FE-4A5E-B12A-69C64234B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919"/>
              <a:ext cx="44" cy="63"/>
            </a:xfrm>
            <a:custGeom>
              <a:avLst/>
              <a:gdLst>
                <a:gd name="T0" fmla="*/ 21 w 37"/>
                <a:gd name="T1" fmla="*/ 47 h 50"/>
                <a:gd name="T2" fmla="*/ 2 w 37"/>
                <a:gd name="T3" fmla="*/ 6 h 50"/>
                <a:gd name="T4" fmla="*/ 45 w 37"/>
                <a:gd name="T5" fmla="*/ 0 h 50"/>
                <a:gd name="T6" fmla="*/ 45 w 37"/>
                <a:gd name="T7" fmla="*/ 38 h 50"/>
                <a:gd name="T8" fmla="*/ 62 w 37"/>
                <a:gd name="T9" fmla="*/ 38 h 50"/>
                <a:gd name="T10" fmla="*/ 62 w 37"/>
                <a:gd name="T11" fmla="*/ 55 h 50"/>
                <a:gd name="T12" fmla="*/ 38 w 37"/>
                <a:gd name="T13" fmla="*/ 100 h 50"/>
                <a:gd name="T14" fmla="*/ 0 w 37"/>
                <a:gd name="T15" fmla="*/ 79 h 50"/>
                <a:gd name="T16" fmla="*/ 1 w 37"/>
                <a:gd name="T17" fmla="*/ 69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50">
                  <a:moveTo>
                    <a:pt x="13" y="23"/>
                  </a:moveTo>
                  <a:cubicBezTo>
                    <a:pt x="6" y="19"/>
                    <a:pt x="2" y="11"/>
                    <a:pt x="2" y="3"/>
                  </a:cubicBezTo>
                  <a:cubicBezTo>
                    <a:pt x="10" y="17"/>
                    <a:pt x="18" y="7"/>
                    <a:pt x="27" y="0"/>
                  </a:cubicBezTo>
                  <a:cubicBezTo>
                    <a:pt x="26" y="6"/>
                    <a:pt x="28" y="13"/>
                    <a:pt x="27" y="19"/>
                  </a:cubicBezTo>
                  <a:cubicBezTo>
                    <a:pt x="30" y="18"/>
                    <a:pt x="34" y="19"/>
                    <a:pt x="37" y="19"/>
                  </a:cubicBezTo>
                  <a:cubicBezTo>
                    <a:pt x="37" y="22"/>
                    <a:pt x="37" y="25"/>
                    <a:pt x="37" y="28"/>
                  </a:cubicBezTo>
                  <a:cubicBezTo>
                    <a:pt x="22" y="27"/>
                    <a:pt x="21" y="39"/>
                    <a:pt x="23" y="50"/>
                  </a:cubicBezTo>
                  <a:cubicBezTo>
                    <a:pt x="16" y="45"/>
                    <a:pt x="11" y="36"/>
                    <a:pt x="0" y="40"/>
                  </a:cubicBezTo>
                  <a:cubicBezTo>
                    <a:pt x="1" y="39"/>
                    <a:pt x="1" y="37"/>
                    <a:pt x="1" y="35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56">
              <a:extLst>
                <a:ext uri="{FF2B5EF4-FFF2-40B4-BE49-F238E27FC236}">
                  <a16:creationId xmlns:a16="http://schemas.microsoft.com/office/drawing/2014/main" id="{8A53B536-DB6A-42DD-9892-9BB78AA18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885"/>
              <a:ext cx="42" cy="115"/>
            </a:xfrm>
            <a:custGeom>
              <a:avLst/>
              <a:gdLst>
                <a:gd name="T0" fmla="*/ 16 w 36"/>
                <a:gd name="T1" fmla="*/ 109 h 91"/>
                <a:gd name="T2" fmla="*/ 16 w 36"/>
                <a:gd name="T3" fmla="*/ 0 h 91"/>
                <a:gd name="T4" fmla="*/ 29 w 36"/>
                <a:gd name="T5" fmla="*/ 81 h 91"/>
                <a:gd name="T6" fmla="*/ 57 w 36"/>
                <a:gd name="T7" fmla="*/ 72 h 91"/>
                <a:gd name="T8" fmla="*/ 46 w 36"/>
                <a:gd name="T9" fmla="*/ 183 h 91"/>
                <a:gd name="T10" fmla="*/ 22 w 36"/>
                <a:gd name="T11" fmla="*/ 152 h 91"/>
                <a:gd name="T12" fmla="*/ 7 w 36"/>
                <a:gd name="T13" fmla="*/ 163 h 91"/>
                <a:gd name="T14" fmla="*/ 16 w 36"/>
                <a:gd name="T15" fmla="*/ 10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91">
                  <a:moveTo>
                    <a:pt x="10" y="54"/>
                  </a:moveTo>
                  <a:cubicBezTo>
                    <a:pt x="0" y="42"/>
                    <a:pt x="1" y="11"/>
                    <a:pt x="10" y="0"/>
                  </a:cubicBezTo>
                  <a:cubicBezTo>
                    <a:pt x="17" y="10"/>
                    <a:pt x="15" y="27"/>
                    <a:pt x="18" y="40"/>
                  </a:cubicBezTo>
                  <a:cubicBezTo>
                    <a:pt x="23" y="38"/>
                    <a:pt x="31" y="38"/>
                    <a:pt x="36" y="36"/>
                  </a:cubicBezTo>
                  <a:cubicBezTo>
                    <a:pt x="25" y="55"/>
                    <a:pt x="29" y="68"/>
                    <a:pt x="28" y="91"/>
                  </a:cubicBezTo>
                  <a:cubicBezTo>
                    <a:pt x="24" y="86"/>
                    <a:pt x="19" y="79"/>
                    <a:pt x="14" y="75"/>
                  </a:cubicBezTo>
                  <a:cubicBezTo>
                    <a:pt x="12" y="78"/>
                    <a:pt x="7" y="79"/>
                    <a:pt x="4" y="81"/>
                  </a:cubicBezTo>
                  <a:cubicBezTo>
                    <a:pt x="5" y="71"/>
                    <a:pt x="17" y="58"/>
                    <a:pt x="10" y="54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57">
              <a:extLst>
                <a:ext uri="{FF2B5EF4-FFF2-40B4-BE49-F238E27FC236}">
                  <a16:creationId xmlns:a16="http://schemas.microsoft.com/office/drawing/2014/main" id="{9949A421-2A45-4C44-BE2F-999FCDAF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556"/>
              <a:ext cx="48" cy="82"/>
            </a:xfrm>
            <a:custGeom>
              <a:avLst/>
              <a:gdLst>
                <a:gd name="T0" fmla="*/ 11 w 41"/>
                <a:gd name="T1" fmla="*/ 63 h 65"/>
                <a:gd name="T2" fmla="*/ 8 w 41"/>
                <a:gd name="T3" fmla="*/ 0 h 65"/>
                <a:gd name="T4" fmla="*/ 25 w 41"/>
                <a:gd name="T5" fmla="*/ 23 h 65"/>
                <a:gd name="T6" fmla="*/ 66 w 41"/>
                <a:gd name="T7" fmla="*/ 0 h 65"/>
                <a:gd name="T8" fmla="*/ 48 w 41"/>
                <a:gd name="T9" fmla="*/ 48 h 65"/>
                <a:gd name="T10" fmla="*/ 55 w 41"/>
                <a:gd name="T11" fmla="*/ 48 h 65"/>
                <a:gd name="T12" fmla="*/ 21 w 41"/>
                <a:gd name="T13" fmla="*/ 93 h 65"/>
                <a:gd name="T14" fmla="*/ 0 w 41"/>
                <a:gd name="T15" fmla="*/ 110 h 65"/>
                <a:gd name="T16" fmla="*/ 6 w 41"/>
                <a:gd name="T17" fmla="*/ 83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65">
                  <a:moveTo>
                    <a:pt x="7" y="32"/>
                  </a:moveTo>
                  <a:cubicBezTo>
                    <a:pt x="7" y="32"/>
                    <a:pt x="4" y="8"/>
                    <a:pt x="5" y="0"/>
                  </a:cubicBezTo>
                  <a:cubicBezTo>
                    <a:pt x="10" y="1"/>
                    <a:pt x="13" y="7"/>
                    <a:pt x="15" y="11"/>
                  </a:cubicBezTo>
                  <a:cubicBezTo>
                    <a:pt x="21" y="3"/>
                    <a:pt x="31" y="1"/>
                    <a:pt x="41" y="0"/>
                  </a:cubicBezTo>
                  <a:cubicBezTo>
                    <a:pt x="41" y="10"/>
                    <a:pt x="27" y="12"/>
                    <a:pt x="30" y="24"/>
                  </a:cubicBezTo>
                  <a:cubicBezTo>
                    <a:pt x="32" y="24"/>
                    <a:pt x="33" y="24"/>
                    <a:pt x="34" y="24"/>
                  </a:cubicBezTo>
                  <a:cubicBezTo>
                    <a:pt x="15" y="33"/>
                    <a:pt x="17" y="25"/>
                    <a:pt x="13" y="47"/>
                  </a:cubicBezTo>
                  <a:cubicBezTo>
                    <a:pt x="11" y="57"/>
                    <a:pt x="9" y="65"/>
                    <a:pt x="0" y="55"/>
                  </a:cubicBezTo>
                  <a:cubicBezTo>
                    <a:pt x="0" y="50"/>
                    <a:pt x="1" y="45"/>
                    <a:pt x="3" y="41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58">
              <a:extLst>
                <a:ext uri="{FF2B5EF4-FFF2-40B4-BE49-F238E27FC236}">
                  <a16:creationId xmlns:a16="http://schemas.microsoft.com/office/drawing/2014/main" id="{A5249B1F-FEF2-42E9-974F-D7C76D69A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592"/>
              <a:ext cx="29" cy="131"/>
            </a:xfrm>
            <a:custGeom>
              <a:avLst/>
              <a:gdLst>
                <a:gd name="T0" fmla="*/ 28 w 24"/>
                <a:gd name="T1" fmla="*/ 55 h 104"/>
                <a:gd name="T2" fmla="*/ 10 w 24"/>
                <a:gd name="T3" fmla="*/ 6 h 104"/>
                <a:gd name="T4" fmla="*/ 30 w 24"/>
                <a:gd name="T5" fmla="*/ 0 h 104"/>
                <a:gd name="T6" fmla="*/ 35 w 24"/>
                <a:gd name="T7" fmla="*/ 55 h 104"/>
                <a:gd name="T8" fmla="*/ 42 w 24"/>
                <a:gd name="T9" fmla="*/ 69 h 104"/>
                <a:gd name="T10" fmla="*/ 34 w 24"/>
                <a:gd name="T11" fmla="*/ 91 h 104"/>
                <a:gd name="T12" fmla="*/ 36 w 24"/>
                <a:gd name="T13" fmla="*/ 208 h 104"/>
                <a:gd name="T14" fmla="*/ 22 w 24"/>
                <a:gd name="T15" fmla="*/ 155 h 104"/>
                <a:gd name="T16" fmla="*/ 0 w 24"/>
                <a:gd name="T17" fmla="*/ 152 h 104"/>
                <a:gd name="T18" fmla="*/ 18 w 24"/>
                <a:gd name="T19" fmla="*/ 60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04">
                  <a:moveTo>
                    <a:pt x="16" y="28"/>
                  </a:moveTo>
                  <a:cubicBezTo>
                    <a:pt x="11" y="23"/>
                    <a:pt x="8" y="10"/>
                    <a:pt x="6" y="3"/>
                  </a:cubicBezTo>
                  <a:cubicBezTo>
                    <a:pt x="13" y="4"/>
                    <a:pt x="12" y="3"/>
                    <a:pt x="17" y="0"/>
                  </a:cubicBezTo>
                  <a:cubicBezTo>
                    <a:pt x="21" y="9"/>
                    <a:pt x="19" y="19"/>
                    <a:pt x="20" y="28"/>
                  </a:cubicBezTo>
                  <a:cubicBezTo>
                    <a:pt x="20" y="29"/>
                    <a:pt x="24" y="30"/>
                    <a:pt x="24" y="35"/>
                  </a:cubicBezTo>
                  <a:cubicBezTo>
                    <a:pt x="24" y="38"/>
                    <a:pt x="20" y="42"/>
                    <a:pt x="19" y="45"/>
                  </a:cubicBezTo>
                  <a:cubicBezTo>
                    <a:pt x="14" y="63"/>
                    <a:pt x="22" y="84"/>
                    <a:pt x="21" y="104"/>
                  </a:cubicBezTo>
                  <a:cubicBezTo>
                    <a:pt x="3" y="97"/>
                    <a:pt x="13" y="94"/>
                    <a:pt x="12" y="78"/>
                  </a:cubicBezTo>
                  <a:cubicBezTo>
                    <a:pt x="8" y="77"/>
                    <a:pt x="4" y="76"/>
                    <a:pt x="0" y="76"/>
                  </a:cubicBezTo>
                  <a:cubicBezTo>
                    <a:pt x="0" y="59"/>
                    <a:pt x="9" y="43"/>
                    <a:pt x="10" y="30"/>
                  </a:cubicBezTo>
                </a:path>
              </a:pathLst>
            </a:custGeom>
            <a:solidFill>
              <a:srgbClr val="255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1" name="Text Box 442">
              <a:extLst>
                <a:ext uri="{FF2B5EF4-FFF2-40B4-BE49-F238E27FC236}">
                  <a16:creationId xmlns:a16="http://schemas.microsoft.com/office/drawing/2014/main" id="{1BD2EDE2-CF8B-4997-BCDD-2109E87B09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4" y="1700"/>
              <a:ext cx="42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/>
                <a:t>Basil</a:t>
              </a:r>
            </a:p>
          </p:txBody>
        </p:sp>
      </p:grpSp>
      <p:grpSp>
        <p:nvGrpSpPr>
          <p:cNvPr id="38917" name="Jar-of-Provencal-herbs">
            <a:extLst>
              <a:ext uri="{FF2B5EF4-FFF2-40B4-BE49-F238E27FC236}">
                <a16:creationId xmlns:a16="http://schemas.microsoft.com/office/drawing/2014/main" id="{4F9C55ED-21CC-4AA0-9907-D501786813D2}"/>
              </a:ext>
            </a:extLst>
          </p:cNvPr>
          <p:cNvGrpSpPr>
            <a:grpSpLocks/>
          </p:cNvGrpSpPr>
          <p:nvPr/>
        </p:nvGrpSpPr>
        <p:grpSpPr bwMode="auto">
          <a:xfrm>
            <a:off x="8459788" y="1417638"/>
            <a:ext cx="1673225" cy="2349500"/>
            <a:chOff x="4369" y="767"/>
            <a:chExt cx="1054" cy="1480"/>
          </a:xfrm>
        </p:grpSpPr>
        <p:sp>
          <p:nvSpPr>
            <p:cNvPr id="39095" name="Freeform 119">
              <a:extLst>
                <a:ext uri="{FF2B5EF4-FFF2-40B4-BE49-F238E27FC236}">
                  <a16:creationId xmlns:a16="http://schemas.microsoft.com/office/drawing/2014/main" id="{B95C1F71-B50A-4835-AA85-E32115DF1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112"/>
              <a:ext cx="1054" cy="1135"/>
            </a:xfrm>
            <a:custGeom>
              <a:avLst/>
              <a:gdLst>
                <a:gd name="T0" fmla="*/ 1469 w 892"/>
                <a:gd name="T1" fmla="*/ 1648 h 901"/>
                <a:gd name="T2" fmla="*/ 737 w 892"/>
                <a:gd name="T3" fmla="*/ 1801 h 901"/>
                <a:gd name="T4" fmla="*/ 8 w 892"/>
                <a:gd name="T5" fmla="*/ 1648 h 901"/>
                <a:gd name="T6" fmla="*/ 8 w 892"/>
                <a:gd name="T7" fmla="*/ 511 h 901"/>
                <a:gd name="T8" fmla="*/ 98 w 892"/>
                <a:gd name="T9" fmla="*/ 291 h 901"/>
                <a:gd name="T10" fmla="*/ 169 w 892"/>
                <a:gd name="T11" fmla="*/ 0 h 901"/>
                <a:gd name="T12" fmla="*/ 1302 w 892"/>
                <a:gd name="T13" fmla="*/ 0 h 901"/>
                <a:gd name="T14" fmla="*/ 1361 w 892"/>
                <a:gd name="T15" fmla="*/ 299 h 901"/>
                <a:gd name="T16" fmla="*/ 1471 w 892"/>
                <a:gd name="T17" fmla="*/ 520 h 901"/>
                <a:gd name="T18" fmla="*/ 1469 w 892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2" h="901">
                  <a:moveTo>
                    <a:pt x="890" y="824"/>
                  </a:moveTo>
                  <a:cubicBezTo>
                    <a:pt x="890" y="866"/>
                    <a:pt x="692" y="901"/>
                    <a:pt x="447" y="901"/>
                  </a:cubicBezTo>
                  <a:cubicBezTo>
                    <a:pt x="203" y="901"/>
                    <a:pt x="5" y="866"/>
                    <a:pt x="5" y="824"/>
                  </a:cubicBezTo>
                  <a:cubicBezTo>
                    <a:pt x="5" y="256"/>
                    <a:pt x="5" y="256"/>
                    <a:pt x="5" y="256"/>
                  </a:cubicBezTo>
                  <a:cubicBezTo>
                    <a:pt x="5" y="256"/>
                    <a:pt x="0" y="185"/>
                    <a:pt x="59" y="145"/>
                  </a:cubicBezTo>
                  <a:cubicBezTo>
                    <a:pt x="118" y="105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7" y="116"/>
                    <a:pt x="825" y="149"/>
                  </a:cubicBezTo>
                  <a:cubicBezTo>
                    <a:pt x="863" y="175"/>
                    <a:pt x="892" y="197"/>
                    <a:pt x="892" y="260"/>
                  </a:cubicBezTo>
                  <a:cubicBezTo>
                    <a:pt x="892" y="323"/>
                    <a:pt x="890" y="824"/>
                    <a:pt x="890" y="824"/>
                  </a:cubicBezTo>
                  <a:close/>
                </a:path>
              </a:pathLst>
            </a:custGeom>
            <a:solidFill>
              <a:srgbClr val="C1C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120">
              <a:extLst>
                <a:ext uri="{FF2B5EF4-FFF2-40B4-BE49-F238E27FC236}">
                  <a16:creationId xmlns:a16="http://schemas.microsoft.com/office/drawing/2014/main" id="{EE82CFDC-1ABE-4AA0-90D8-6048ADAA1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138"/>
              <a:ext cx="982" cy="1077"/>
            </a:xfrm>
            <a:custGeom>
              <a:avLst/>
              <a:gdLst>
                <a:gd name="T0" fmla="*/ 1367 w 832"/>
                <a:gd name="T1" fmla="*/ 1564 h 855"/>
                <a:gd name="T2" fmla="*/ 686 w 832"/>
                <a:gd name="T3" fmla="*/ 1709 h 855"/>
                <a:gd name="T4" fmla="*/ 7 w 832"/>
                <a:gd name="T5" fmla="*/ 1564 h 855"/>
                <a:gd name="T6" fmla="*/ 7 w 832"/>
                <a:gd name="T7" fmla="*/ 479 h 855"/>
                <a:gd name="T8" fmla="*/ 91 w 832"/>
                <a:gd name="T9" fmla="*/ 271 h 855"/>
                <a:gd name="T10" fmla="*/ 156 w 832"/>
                <a:gd name="T11" fmla="*/ 0 h 855"/>
                <a:gd name="T12" fmla="*/ 1212 w 832"/>
                <a:gd name="T13" fmla="*/ 0 h 855"/>
                <a:gd name="T14" fmla="*/ 1266 w 832"/>
                <a:gd name="T15" fmla="*/ 280 h 855"/>
                <a:gd name="T16" fmla="*/ 1368 w 832"/>
                <a:gd name="T17" fmla="*/ 487 h 855"/>
                <a:gd name="T18" fmla="*/ 1367 w 832"/>
                <a:gd name="T19" fmla="*/ 1564 h 8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2" h="855">
                  <a:moveTo>
                    <a:pt x="831" y="783"/>
                  </a:moveTo>
                  <a:cubicBezTo>
                    <a:pt x="831" y="823"/>
                    <a:pt x="646" y="855"/>
                    <a:pt x="417" y="855"/>
                  </a:cubicBezTo>
                  <a:cubicBezTo>
                    <a:pt x="189" y="855"/>
                    <a:pt x="4" y="823"/>
                    <a:pt x="4" y="783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4" y="240"/>
                    <a:pt x="0" y="174"/>
                    <a:pt x="55" y="136"/>
                  </a:cubicBezTo>
                  <a:cubicBezTo>
                    <a:pt x="110" y="98"/>
                    <a:pt x="95" y="0"/>
                    <a:pt x="95" y="0"/>
                  </a:cubicBezTo>
                  <a:cubicBezTo>
                    <a:pt x="737" y="0"/>
                    <a:pt x="737" y="0"/>
                    <a:pt x="737" y="0"/>
                  </a:cubicBezTo>
                  <a:cubicBezTo>
                    <a:pt x="737" y="0"/>
                    <a:pt x="725" y="109"/>
                    <a:pt x="770" y="140"/>
                  </a:cubicBezTo>
                  <a:cubicBezTo>
                    <a:pt x="806" y="165"/>
                    <a:pt x="832" y="185"/>
                    <a:pt x="832" y="244"/>
                  </a:cubicBezTo>
                  <a:cubicBezTo>
                    <a:pt x="832" y="303"/>
                    <a:pt x="831" y="783"/>
                    <a:pt x="831" y="783"/>
                  </a:cubicBezTo>
                  <a:close/>
                </a:path>
              </a:pathLst>
            </a:custGeom>
            <a:solidFill>
              <a:srgbClr val="DED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121">
              <a:extLst>
                <a:ext uri="{FF2B5EF4-FFF2-40B4-BE49-F238E27FC236}">
                  <a16:creationId xmlns:a16="http://schemas.microsoft.com/office/drawing/2014/main" id="{C793DB3C-2731-4728-89A4-B22D58A5C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424"/>
              <a:ext cx="977" cy="791"/>
            </a:xfrm>
            <a:custGeom>
              <a:avLst/>
              <a:gdLst>
                <a:gd name="T0" fmla="*/ 1359 w 828"/>
                <a:gd name="T1" fmla="*/ 1111 h 628"/>
                <a:gd name="T2" fmla="*/ 1360 w 828"/>
                <a:gd name="T3" fmla="*/ 225 h 628"/>
                <a:gd name="T4" fmla="*/ 1152 w 828"/>
                <a:gd name="T5" fmla="*/ 141 h 628"/>
                <a:gd name="T6" fmla="*/ 755 w 828"/>
                <a:gd name="T7" fmla="*/ 18 h 628"/>
                <a:gd name="T8" fmla="*/ 517 w 828"/>
                <a:gd name="T9" fmla="*/ 18 h 628"/>
                <a:gd name="T10" fmla="*/ 327 w 828"/>
                <a:gd name="T11" fmla="*/ 69 h 628"/>
                <a:gd name="T12" fmla="*/ 91 w 828"/>
                <a:gd name="T13" fmla="*/ 146 h 628"/>
                <a:gd name="T14" fmla="*/ 0 w 828"/>
                <a:gd name="T15" fmla="*/ 233 h 628"/>
                <a:gd name="T16" fmla="*/ 0 w 828"/>
                <a:gd name="T17" fmla="*/ 1111 h 628"/>
                <a:gd name="T18" fmla="*/ 678 w 828"/>
                <a:gd name="T19" fmla="*/ 1255 h 628"/>
                <a:gd name="T20" fmla="*/ 1359 w 828"/>
                <a:gd name="T21" fmla="*/ 1111 h 6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8" h="628">
                  <a:moveTo>
                    <a:pt x="827" y="556"/>
                  </a:moveTo>
                  <a:cubicBezTo>
                    <a:pt x="827" y="556"/>
                    <a:pt x="828" y="271"/>
                    <a:pt x="828" y="113"/>
                  </a:cubicBezTo>
                  <a:cubicBezTo>
                    <a:pt x="794" y="86"/>
                    <a:pt x="746" y="81"/>
                    <a:pt x="701" y="71"/>
                  </a:cubicBezTo>
                  <a:cubicBezTo>
                    <a:pt x="613" y="51"/>
                    <a:pt x="548" y="5"/>
                    <a:pt x="459" y="9"/>
                  </a:cubicBezTo>
                  <a:cubicBezTo>
                    <a:pt x="411" y="11"/>
                    <a:pt x="361" y="19"/>
                    <a:pt x="314" y="9"/>
                  </a:cubicBezTo>
                  <a:cubicBezTo>
                    <a:pt x="277" y="0"/>
                    <a:pt x="239" y="32"/>
                    <a:pt x="199" y="35"/>
                  </a:cubicBezTo>
                  <a:cubicBezTo>
                    <a:pt x="144" y="41"/>
                    <a:pt x="101" y="42"/>
                    <a:pt x="55" y="73"/>
                  </a:cubicBezTo>
                  <a:cubicBezTo>
                    <a:pt x="37" y="85"/>
                    <a:pt x="19" y="102"/>
                    <a:pt x="0" y="117"/>
                  </a:cubicBezTo>
                  <a:cubicBezTo>
                    <a:pt x="0" y="556"/>
                    <a:pt x="0" y="556"/>
                    <a:pt x="0" y="556"/>
                  </a:cubicBezTo>
                  <a:cubicBezTo>
                    <a:pt x="0" y="596"/>
                    <a:pt x="185" y="628"/>
                    <a:pt x="413" y="628"/>
                  </a:cubicBezTo>
                  <a:cubicBezTo>
                    <a:pt x="642" y="628"/>
                    <a:pt x="827" y="596"/>
                    <a:pt x="827" y="556"/>
                  </a:cubicBezTo>
                  <a:close/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122">
              <a:extLst>
                <a:ext uri="{FF2B5EF4-FFF2-40B4-BE49-F238E27FC236}">
                  <a16:creationId xmlns:a16="http://schemas.microsoft.com/office/drawing/2014/main" id="{EDBF6E05-74BE-4B8B-AD21-53DC1C818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472"/>
              <a:ext cx="976" cy="743"/>
            </a:xfrm>
            <a:custGeom>
              <a:avLst/>
              <a:gdLst>
                <a:gd name="T0" fmla="*/ 1360 w 827"/>
                <a:gd name="T1" fmla="*/ 1034 h 590"/>
                <a:gd name="T2" fmla="*/ 1360 w 827"/>
                <a:gd name="T3" fmla="*/ 863 h 590"/>
                <a:gd name="T4" fmla="*/ 1269 w 827"/>
                <a:gd name="T5" fmla="*/ 824 h 590"/>
                <a:gd name="T6" fmla="*/ 1204 w 827"/>
                <a:gd name="T7" fmla="*/ 807 h 590"/>
                <a:gd name="T8" fmla="*/ 1126 w 827"/>
                <a:gd name="T9" fmla="*/ 793 h 590"/>
                <a:gd name="T10" fmla="*/ 1067 w 827"/>
                <a:gd name="T11" fmla="*/ 824 h 590"/>
                <a:gd name="T12" fmla="*/ 1006 w 827"/>
                <a:gd name="T13" fmla="*/ 834 h 590"/>
                <a:gd name="T14" fmla="*/ 967 w 827"/>
                <a:gd name="T15" fmla="*/ 679 h 590"/>
                <a:gd name="T16" fmla="*/ 899 w 827"/>
                <a:gd name="T17" fmla="*/ 703 h 590"/>
                <a:gd name="T18" fmla="*/ 756 w 827"/>
                <a:gd name="T19" fmla="*/ 691 h 590"/>
                <a:gd name="T20" fmla="*/ 624 w 827"/>
                <a:gd name="T21" fmla="*/ 644 h 590"/>
                <a:gd name="T22" fmla="*/ 426 w 827"/>
                <a:gd name="T23" fmla="*/ 533 h 590"/>
                <a:gd name="T24" fmla="*/ 319 w 827"/>
                <a:gd name="T25" fmla="*/ 293 h 590"/>
                <a:gd name="T26" fmla="*/ 227 w 827"/>
                <a:gd name="T27" fmla="*/ 69 h 590"/>
                <a:gd name="T28" fmla="*/ 274 w 827"/>
                <a:gd name="T29" fmla="*/ 0 h 590"/>
                <a:gd name="T30" fmla="*/ 91 w 827"/>
                <a:gd name="T31" fmla="*/ 69 h 590"/>
                <a:gd name="T32" fmla="*/ 0 w 827"/>
                <a:gd name="T33" fmla="*/ 157 h 590"/>
                <a:gd name="T34" fmla="*/ 0 w 827"/>
                <a:gd name="T35" fmla="*/ 1034 h 590"/>
                <a:gd name="T36" fmla="*/ 679 w 827"/>
                <a:gd name="T37" fmla="*/ 1179 h 590"/>
                <a:gd name="T38" fmla="*/ 1360 w 827"/>
                <a:gd name="T39" fmla="*/ 1034 h 5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7" h="590">
                  <a:moveTo>
                    <a:pt x="827" y="518"/>
                  </a:moveTo>
                  <a:cubicBezTo>
                    <a:pt x="827" y="518"/>
                    <a:pt x="827" y="483"/>
                    <a:pt x="827" y="432"/>
                  </a:cubicBezTo>
                  <a:cubicBezTo>
                    <a:pt x="809" y="422"/>
                    <a:pt x="790" y="415"/>
                    <a:pt x="772" y="412"/>
                  </a:cubicBezTo>
                  <a:cubicBezTo>
                    <a:pt x="771" y="417"/>
                    <a:pt x="739" y="409"/>
                    <a:pt x="732" y="404"/>
                  </a:cubicBezTo>
                  <a:cubicBezTo>
                    <a:pt x="731" y="420"/>
                    <a:pt x="692" y="419"/>
                    <a:pt x="685" y="397"/>
                  </a:cubicBezTo>
                  <a:cubicBezTo>
                    <a:pt x="687" y="417"/>
                    <a:pt x="655" y="430"/>
                    <a:pt x="649" y="412"/>
                  </a:cubicBezTo>
                  <a:cubicBezTo>
                    <a:pt x="640" y="416"/>
                    <a:pt x="621" y="414"/>
                    <a:pt x="612" y="418"/>
                  </a:cubicBezTo>
                  <a:cubicBezTo>
                    <a:pt x="603" y="391"/>
                    <a:pt x="594" y="365"/>
                    <a:pt x="588" y="340"/>
                  </a:cubicBezTo>
                  <a:cubicBezTo>
                    <a:pt x="578" y="345"/>
                    <a:pt x="558" y="344"/>
                    <a:pt x="547" y="352"/>
                  </a:cubicBezTo>
                  <a:cubicBezTo>
                    <a:pt x="512" y="275"/>
                    <a:pt x="467" y="236"/>
                    <a:pt x="460" y="346"/>
                  </a:cubicBezTo>
                  <a:cubicBezTo>
                    <a:pt x="441" y="325"/>
                    <a:pt x="412" y="307"/>
                    <a:pt x="380" y="322"/>
                  </a:cubicBezTo>
                  <a:cubicBezTo>
                    <a:pt x="368" y="196"/>
                    <a:pt x="315" y="278"/>
                    <a:pt x="259" y="267"/>
                  </a:cubicBezTo>
                  <a:cubicBezTo>
                    <a:pt x="159" y="247"/>
                    <a:pt x="287" y="166"/>
                    <a:pt x="194" y="147"/>
                  </a:cubicBezTo>
                  <a:cubicBezTo>
                    <a:pt x="193" y="166"/>
                    <a:pt x="284" y="74"/>
                    <a:pt x="138" y="35"/>
                  </a:cubicBezTo>
                  <a:cubicBezTo>
                    <a:pt x="160" y="18"/>
                    <a:pt x="174" y="18"/>
                    <a:pt x="167" y="0"/>
                  </a:cubicBezTo>
                  <a:cubicBezTo>
                    <a:pt x="128" y="4"/>
                    <a:pt x="91" y="11"/>
                    <a:pt x="55" y="35"/>
                  </a:cubicBezTo>
                  <a:cubicBezTo>
                    <a:pt x="37" y="47"/>
                    <a:pt x="19" y="64"/>
                    <a:pt x="0" y="79"/>
                  </a:cubicBezTo>
                  <a:cubicBezTo>
                    <a:pt x="0" y="518"/>
                    <a:pt x="0" y="518"/>
                    <a:pt x="0" y="518"/>
                  </a:cubicBezTo>
                  <a:cubicBezTo>
                    <a:pt x="0" y="558"/>
                    <a:pt x="185" y="590"/>
                    <a:pt x="413" y="590"/>
                  </a:cubicBezTo>
                  <a:cubicBezTo>
                    <a:pt x="642" y="590"/>
                    <a:pt x="827" y="558"/>
                    <a:pt x="827" y="518"/>
                  </a:cubicBezTo>
                  <a:close/>
                </a:path>
              </a:pathLst>
            </a:custGeom>
            <a:solidFill>
              <a:srgbClr val="43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123">
              <a:extLst>
                <a:ext uri="{FF2B5EF4-FFF2-40B4-BE49-F238E27FC236}">
                  <a16:creationId xmlns:a16="http://schemas.microsoft.com/office/drawing/2014/main" id="{F2DC5D27-46E1-4F0A-9008-64AB6BEEE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112"/>
              <a:ext cx="1054" cy="1135"/>
            </a:xfrm>
            <a:custGeom>
              <a:avLst/>
              <a:gdLst>
                <a:gd name="T0" fmla="*/ 1469 w 892"/>
                <a:gd name="T1" fmla="*/ 1648 h 901"/>
                <a:gd name="T2" fmla="*/ 737 w 892"/>
                <a:gd name="T3" fmla="*/ 1801 h 901"/>
                <a:gd name="T4" fmla="*/ 8 w 892"/>
                <a:gd name="T5" fmla="*/ 1648 h 901"/>
                <a:gd name="T6" fmla="*/ 8 w 892"/>
                <a:gd name="T7" fmla="*/ 511 h 901"/>
                <a:gd name="T8" fmla="*/ 98 w 892"/>
                <a:gd name="T9" fmla="*/ 291 h 901"/>
                <a:gd name="T10" fmla="*/ 169 w 892"/>
                <a:gd name="T11" fmla="*/ 0 h 901"/>
                <a:gd name="T12" fmla="*/ 1302 w 892"/>
                <a:gd name="T13" fmla="*/ 0 h 901"/>
                <a:gd name="T14" fmla="*/ 1361 w 892"/>
                <a:gd name="T15" fmla="*/ 299 h 901"/>
                <a:gd name="T16" fmla="*/ 1471 w 892"/>
                <a:gd name="T17" fmla="*/ 520 h 901"/>
                <a:gd name="T18" fmla="*/ 1469 w 892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2" h="901">
                  <a:moveTo>
                    <a:pt x="890" y="824"/>
                  </a:moveTo>
                  <a:cubicBezTo>
                    <a:pt x="890" y="866"/>
                    <a:pt x="692" y="901"/>
                    <a:pt x="447" y="901"/>
                  </a:cubicBezTo>
                  <a:cubicBezTo>
                    <a:pt x="203" y="901"/>
                    <a:pt x="5" y="866"/>
                    <a:pt x="5" y="824"/>
                  </a:cubicBezTo>
                  <a:cubicBezTo>
                    <a:pt x="5" y="256"/>
                    <a:pt x="5" y="256"/>
                    <a:pt x="5" y="256"/>
                  </a:cubicBezTo>
                  <a:cubicBezTo>
                    <a:pt x="5" y="256"/>
                    <a:pt x="0" y="185"/>
                    <a:pt x="59" y="145"/>
                  </a:cubicBezTo>
                  <a:cubicBezTo>
                    <a:pt x="118" y="105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7" y="116"/>
                    <a:pt x="825" y="149"/>
                  </a:cubicBezTo>
                  <a:cubicBezTo>
                    <a:pt x="863" y="175"/>
                    <a:pt x="892" y="197"/>
                    <a:pt x="892" y="260"/>
                  </a:cubicBezTo>
                  <a:cubicBezTo>
                    <a:pt x="892" y="323"/>
                    <a:pt x="890" y="824"/>
                    <a:pt x="890" y="82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124">
              <a:extLst>
                <a:ext uri="{FF2B5EF4-FFF2-40B4-BE49-F238E27FC236}">
                  <a16:creationId xmlns:a16="http://schemas.microsoft.com/office/drawing/2014/main" id="{AA8A70A8-2915-4EA4-89D8-889559387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958"/>
              <a:ext cx="928" cy="210"/>
            </a:xfrm>
            <a:custGeom>
              <a:avLst/>
              <a:gdLst>
                <a:gd name="T0" fmla="*/ 1294 w 786"/>
                <a:gd name="T1" fmla="*/ 240 h 167"/>
                <a:gd name="T2" fmla="*/ 647 w 786"/>
                <a:gd name="T3" fmla="*/ 332 h 167"/>
                <a:gd name="T4" fmla="*/ 0 w 786"/>
                <a:gd name="T5" fmla="*/ 240 h 167"/>
                <a:gd name="T6" fmla="*/ 0 w 786"/>
                <a:gd name="T7" fmla="*/ 0 h 167"/>
                <a:gd name="T8" fmla="*/ 1294 w 786"/>
                <a:gd name="T9" fmla="*/ 0 h 167"/>
                <a:gd name="T10" fmla="*/ 1294 w 786"/>
                <a:gd name="T11" fmla="*/ 24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125">
              <a:extLst>
                <a:ext uri="{FF2B5EF4-FFF2-40B4-BE49-F238E27FC236}">
                  <a16:creationId xmlns:a16="http://schemas.microsoft.com/office/drawing/2014/main" id="{2699C539-37DF-4FC3-8DA0-5B3009EE8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958"/>
              <a:ext cx="476" cy="210"/>
            </a:xfrm>
            <a:custGeom>
              <a:avLst/>
              <a:gdLst>
                <a:gd name="T0" fmla="*/ 0 w 403"/>
                <a:gd name="T1" fmla="*/ 323 h 167"/>
                <a:gd name="T2" fmla="*/ 294 w 403"/>
                <a:gd name="T3" fmla="*/ 332 h 167"/>
                <a:gd name="T4" fmla="*/ 664 w 403"/>
                <a:gd name="T5" fmla="*/ 314 h 167"/>
                <a:gd name="T6" fmla="*/ 664 w 403"/>
                <a:gd name="T7" fmla="*/ 0 h 167"/>
                <a:gd name="T8" fmla="*/ 0 w 403"/>
                <a:gd name="T9" fmla="*/ 0 h 167"/>
                <a:gd name="T10" fmla="*/ 0 w 403"/>
                <a:gd name="T11" fmla="*/ 323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3" h="167">
                  <a:moveTo>
                    <a:pt x="0" y="162"/>
                  </a:moveTo>
                  <a:cubicBezTo>
                    <a:pt x="54" y="165"/>
                    <a:pt x="115" y="167"/>
                    <a:pt x="179" y="167"/>
                  </a:cubicBezTo>
                  <a:cubicBezTo>
                    <a:pt x="263" y="167"/>
                    <a:pt x="340" y="164"/>
                    <a:pt x="403" y="158"/>
                  </a:cubicBezTo>
                  <a:cubicBezTo>
                    <a:pt x="403" y="0"/>
                    <a:pt x="403" y="0"/>
                    <a:pt x="40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2"/>
                  </a:lnTo>
                  <a:close/>
                </a:path>
              </a:pathLst>
            </a:custGeom>
            <a:solidFill>
              <a:srgbClr val="B6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126">
              <a:extLst>
                <a:ext uri="{FF2B5EF4-FFF2-40B4-BE49-F238E27FC236}">
                  <a16:creationId xmlns:a16="http://schemas.microsoft.com/office/drawing/2014/main" id="{BD0C65F6-E5E6-419E-A9C1-E6EB57A97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958"/>
              <a:ext cx="246" cy="210"/>
            </a:xfrm>
            <a:custGeom>
              <a:avLst/>
              <a:gdLst>
                <a:gd name="T0" fmla="*/ 0 w 208"/>
                <a:gd name="T1" fmla="*/ 327 h 167"/>
                <a:gd name="T2" fmla="*/ 182 w 208"/>
                <a:gd name="T3" fmla="*/ 332 h 167"/>
                <a:gd name="T4" fmla="*/ 344 w 208"/>
                <a:gd name="T5" fmla="*/ 331 h 167"/>
                <a:gd name="T6" fmla="*/ 344 w 208"/>
                <a:gd name="T7" fmla="*/ 0 h 167"/>
                <a:gd name="T8" fmla="*/ 0 w 208"/>
                <a:gd name="T9" fmla="*/ 0 h 167"/>
                <a:gd name="T10" fmla="*/ 0 w 208"/>
                <a:gd name="T11" fmla="*/ 327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8" h="167">
                  <a:moveTo>
                    <a:pt x="0" y="165"/>
                  </a:moveTo>
                  <a:cubicBezTo>
                    <a:pt x="35" y="166"/>
                    <a:pt x="72" y="167"/>
                    <a:pt x="110" y="167"/>
                  </a:cubicBezTo>
                  <a:cubicBezTo>
                    <a:pt x="144" y="167"/>
                    <a:pt x="177" y="167"/>
                    <a:pt x="208" y="166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5"/>
                  </a:ln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127">
              <a:extLst>
                <a:ext uri="{FF2B5EF4-FFF2-40B4-BE49-F238E27FC236}">
                  <a16:creationId xmlns:a16="http://schemas.microsoft.com/office/drawing/2014/main" id="{C4B4D612-3E00-4278-9A75-109D9B517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958"/>
              <a:ext cx="928" cy="210"/>
            </a:xfrm>
            <a:custGeom>
              <a:avLst/>
              <a:gdLst>
                <a:gd name="T0" fmla="*/ 1294 w 786"/>
                <a:gd name="T1" fmla="*/ 240 h 167"/>
                <a:gd name="T2" fmla="*/ 647 w 786"/>
                <a:gd name="T3" fmla="*/ 332 h 167"/>
                <a:gd name="T4" fmla="*/ 0 w 786"/>
                <a:gd name="T5" fmla="*/ 240 h 167"/>
                <a:gd name="T6" fmla="*/ 0 w 786"/>
                <a:gd name="T7" fmla="*/ 0 h 167"/>
                <a:gd name="T8" fmla="*/ 1294 w 786"/>
                <a:gd name="T9" fmla="*/ 0 h 167"/>
                <a:gd name="T10" fmla="*/ 1294 w 786"/>
                <a:gd name="T11" fmla="*/ 24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Oval 128">
              <a:extLst>
                <a:ext uri="{FF2B5EF4-FFF2-40B4-BE49-F238E27FC236}">
                  <a16:creationId xmlns:a16="http://schemas.microsoft.com/office/drawing/2014/main" id="{065230B8-8FA3-4D89-9CDA-1FD6A744B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" y="900"/>
              <a:ext cx="928" cy="115"/>
            </a:xfrm>
            <a:prstGeom prst="ellipse">
              <a:avLst/>
            </a:prstGeom>
            <a:solidFill>
              <a:srgbClr val="BF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05" name="Freeform 129">
              <a:extLst>
                <a:ext uri="{FF2B5EF4-FFF2-40B4-BE49-F238E27FC236}">
                  <a16:creationId xmlns:a16="http://schemas.microsoft.com/office/drawing/2014/main" id="{A00AFAA9-F33A-444E-92DB-DA6F2A79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899"/>
              <a:ext cx="483" cy="114"/>
            </a:xfrm>
            <a:custGeom>
              <a:avLst/>
              <a:gdLst>
                <a:gd name="T0" fmla="*/ 52 w 409"/>
                <a:gd name="T1" fmla="*/ 88 h 91"/>
                <a:gd name="T2" fmla="*/ 673 w 409"/>
                <a:gd name="T3" fmla="*/ 0 h 91"/>
                <a:gd name="T4" fmla="*/ 647 w 409"/>
                <a:gd name="T5" fmla="*/ 0 h 91"/>
                <a:gd name="T6" fmla="*/ 0 w 409"/>
                <a:gd name="T7" fmla="*/ 88 h 91"/>
                <a:gd name="T8" fmla="*/ 647 w 409"/>
                <a:gd name="T9" fmla="*/ 179 h 91"/>
                <a:gd name="T10" fmla="*/ 673 w 409"/>
                <a:gd name="T11" fmla="*/ 179 h 91"/>
                <a:gd name="T12" fmla="*/ 52 w 409"/>
                <a:gd name="T13" fmla="*/ 8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9" h="91">
                  <a:moveTo>
                    <a:pt x="31" y="45"/>
                  </a:moveTo>
                  <a:cubicBezTo>
                    <a:pt x="31" y="21"/>
                    <a:pt x="199" y="1"/>
                    <a:pt x="409" y="0"/>
                  </a:cubicBezTo>
                  <a:cubicBezTo>
                    <a:pt x="404" y="0"/>
                    <a:pt x="398" y="0"/>
                    <a:pt x="393" y="0"/>
                  </a:cubicBezTo>
                  <a:cubicBezTo>
                    <a:pt x="176" y="0"/>
                    <a:pt x="0" y="20"/>
                    <a:pt x="0" y="45"/>
                  </a:cubicBezTo>
                  <a:cubicBezTo>
                    <a:pt x="0" y="71"/>
                    <a:pt x="176" y="91"/>
                    <a:pt x="393" y="91"/>
                  </a:cubicBezTo>
                  <a:cubicBezTo>
                    <a:pt x="398" y="91"/>
                    <a:pt x="404" y="91"/>
                    <a:pt x="409" y="91"/>
                  </a:cubicBezTo>
                  <a:cubicBezTo>
                    <a:pt x="199" y="90"/>
                    <a:pt x="31" y="70"/>
                    <a:pt x="31" y="45"/>
                  </a:cubicBezTo>
                  <a:close/>
                </a:path>
              </a:pathLst>
            </a:custGeom>
            <a:solidFill>
              <a:srgbClr val="D7D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Oval 130">
              <a:extLst>
                <a:ext uri="{FF2B5EF4-FFF2-40B4-BE49-F238E27FC236}">
                  <a16:creationId xmlns:a16="http://schemas.microsoft.com/office/drawing/2014/main" id="{C1FC95F2-5F9E-4693-8F13-09B50F573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" y="899"/>
              <a:ext cx="928" cy="114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07" name="Freeform 131">
              <a:extLst>
                <a:ext uri="{FF2B5EF4-FFF2-40B4-BE49-F238E27FC236}">
                  <a16:creationId xmlns:a16="http://schemas.microsoft.com/office/drawing/2014/main" id="{4B11DF1E-C302-47CD-957F-8C597AEE2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767"/>
              <a:ext cx="309" cy="191"/>
            </a:xfrm>
            <a:custGeom>
              <a:avLst/>
              <a:gdLst>
                <a:gd name="T0" fmla="*/ 119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1 w 262"/>
                <a:gd name="T7" fmla="*/ 0 h 152"/>
                <a:gd name="T8" fmla="*/ 347 w 262"/>
                <a:gd name="T9" fmla="*/ 0 h 152"/>
                <a:gd name="T10" fmla="*/ 429 w 262"/>
                <a:gd name="T11" fmla="*/ 84 h 152"/>
                <a:gd name="T12" fmla="*/ 429 w 262"/>
                <a:gd name="T13" fmla="*/ 279 h 152"/>
                <a:gd name="T14" fmla="*/ 333 w 262"/>
                <a:gd name="T15" fmla="*/ 246 h 152"/>
                <a:gd name="T16" fmla="*/ 333 w 262"/>
                <a:gd name="T17" fmla="*/ 101 h 152"/>
                <a:gd name="T18" fmla="*/ 267 w 262"/>
                <a:gd name="T19" fmla="*/ 49 h 152"/>
                <a:gd name="T20" fmla="*/ 172 w 262"/>
                <a:gd name="T21" fmla="*/ 49 h 152"/>
                <a:gd name="T22" fmla="*/ 118 w 262"/>
                <a:gd name="T23" fmla="*/ 122 h 152"/>
                <a:gd name="T24" fmla="*/ 119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4" y="25"/>
                    <a:pt x="163" y="25"/>
                  </a:cubicBezTo>
                  <a:cubicBezTo>
                    <a:pt x="123" y="25"/>
                    <a:pt x="105" y="25"/>
                    <a:pt x="105" y="25"/>
                  </a:cubicBezTo>
                  <a:cubicBezTo>
                    <a:pt x="105" y="25"/>
                    <a:pt x="72" y="26"/>
                    <a:pt x="72" y="61"/>
                  </a:cubicBezTo>
                  <a:cubicBezTo>
                    <a:pt x="72" y="97"/>
                    <a:pt x="73" y="152"/>
                    <a:pt x="73" y="152"/>
                  </a:cubicBezTo>
                  <a:close/>
                </a:path>
              </a:pathLst>
            </a:custGeom>
            <a:solidFill>
              <a:srgbClr val="D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132">
              <a:extLst>
                <a:ext uri="{FF2B5EF4-FFF2-40B4-BE49-F238E27FC236}">
                  <a16:creationId xmlns:a16="http://schemas.microsoft.com/office/drawing/2014/main" id="{F5C262A7-2997-4B59-AC17-D7C8BAC77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767"/>
              <a:ext cx="309" cy="191"/>
            </a:xfrm>
            <a:custGeom>
              <a:avLst/>
              <a:gdLst>
                <a:gd name="T0" fmla="*/ 119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1 w 262"/>
                <a:gd name="T7" fmla="*/ 0 h 152"/>
                <a:gd name="T8" fmla="*/ 347 w 262"/>
                <a:gd name="T9" fmla="*/ 0 h 152"/>
                <a:gd name="T10" fmla="*/ 429 w 262"/>
                <a:gd name="T11" fmla="*/ 84 h 152"/>
                <a:gd name="T12" fmla="*/ 429 w 262"/>
                <a:gd name="T13" fmla="*/ 279 h 152"/>
                <a:gd name="T14" fmla="*/ 333 w 262"/>
                <a:gd name="T15" fmla="*/ 246 h 152"/>
                <a:gd name="T16" fmla="*/ 333 w 262"/>
                <a:gd name="T17" fmla="*/ 101 h 152"/>
                <a:gd name="T18" fmla="*/ 267 w 262"/>
                <a:gd name="T19" fmla="*/ 49 h 152"/>
                <a:gd name="T20" fmla="*/ 172 w 262"/>
                <a:gd name="T21" fmla="*/ 49 h 152"/>
                <a:gd name="T22" fmla="*/ 118 w 262"/>
                <a:gd name="T23" fmla="*/ 122 h 152"/>
                <a:gd name="T24" fmla="*/ 119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4" y="25"/>
                    <a:pt x="163" y="25"/>
                  </a:cubicBezTo>
                  <a:cubicBezTo>
                    <a:pt x="123" y="25"/>
                    <a:pt x="105" y="25"/>
                    <a:pt x="105" y="25"/>
                  </a:cubicBezTo>
                  <a:cubicBezTo>
                    <a:pt x="105" y="25"/>
                    <a:pt x="72" y="26"/>
                    <a:pt x="72" y="61"/>
                  </a:cubicBezTo>
                  <a:cubicBezTo>
                    <a:pt x="72" y="97"/>
                    <a:pt x="73" y="152"/>
                    <a:pt x="73" y="15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133">
              <a:extLst>
                <a:ext uri="{FF2B5EF4-FFF2-40B4-BE49-F238E27FC236}">
                  <a16:creationId xmlns:a16="http://schemas.microsoft.com/office/drawing/2014/main" id="{03E9503A-218B-4FD8-93FD-5F3188822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798"/>
              <a:ext cx="109" cy="135"/>
            </a:xfrm>
            <a:custGeom>
              <a:avLst/>
              <a:gdLst>
                <a:gd name="T0" fmla="*/ 147 w 92"/>
                <a:gd name="T1" fmla="*/ 214 h 107"/>
                <a:gd name="T2" fmla="*/ 147 w 92"/>
                <a:gd name="T3" fmla="*/ 61 h 107"/>
                <a:gd name="T4" fmla="*/ 0 w 92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07">
                  <a:moveTo>
                    <a:pt x="89" y="107"/>
                  </a:moveTo>
                  <a:cubicBezTo>
                    <a:pt x="89" y="30"/>
                    <a:pt x="89" y="30"/>
                    <a:pt x="89" y="30"/>
                  </a:cubicBezTo>
                  <a:cubicBezTo>
                    <a:pt x="89" y="30"/>
                    <a:pt x="9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134">
              <a:extLst>
                <a:ext uri="{FF2B5EF4-FFF2-40B4-BE49-F238E27FC236}">
                  <a16:creationId xmlns:a16="http://schemas.microsoft.com/office/drawing/2014/main" id="{7B8262CF-0E50-4E3F-AE82-8A3CB1BA3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802"/>
              <a:ext cx="77" cy="135"/>
            </a:xfrm>
            <a:custGeom>
              <a:avLst/>
              <a:gdLst>
                <a:gd name="T0" fmla="*/ 0 w 65"/>
                <a:gd name="T1" fmla="*/ 0 h 107"/>
                <a:gd name="T2" fmla="*/ 27 w 65"/>
                <a:gd name="T3" fmla="*/ 47 h 107"/>
                <a:gd name="T4" fmla="*/ 27 w 65"/>
                <a:gd name="T5" fmla="*/ 189 h 107"/>
                <a:gd name="T6" fmla="*/ 105 w 65"/>
                <a:gd name="T7" fmla="*/ 214 h 107"/>
                <a:gd name="T8" fmla="*/ 107 w 65"/>
                <a:gd name="T9" fmla="*/ 56 h 107"/>
                <a:gd name="T10" fmla="*/ 0 w 65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07">
                  <a:moveTo>
                    <a:pt x="0" y="0"/>
                  </a:moveTo>
                  <a:cubicBezTo>
                    <a:pt x="0" y="0"/>
                    <a:pt x="16" y="6"/>
                    <a:pt x="16" y="23"/>
                  </a:cubicBezTo>
                  <a:cubicBezTo>
                    <a:pt x="16" y="41"/>
                    <a:pt x="16" y="94"/>
                    <a:pt x="16" y="94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5" y="5"/>
                    <a:pt x="0" y="0"/>
                  </a:cubicBez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135">
              <a:extLst>
                <a:ext uri="{FF2B5EF4-FFF2-40B4-BE49-F238E27FC236}">
                  <a16:creationId xmlns:a16="http://schemas.microsoft.com/office/drawing/2014/main" id="{66E92FBE-0E84-440A-84BD-A323191A2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770"/>
              <a:ext cx="102" cy="63"/>
            </a:xfrm>
            <a:custGeom>
              <a:avLst/>
              <a:gdLst>
                <a:gd name="T0" fmla="*/ 43 w 86"/>
                <a:gd name="T1" fmla="*/ 0 h 50"/>
                <a:gd name="T2" fmla="*/ 0 w 86"/>
                <a:gd name="T3" fmla="*/ 53 h 50"/>
                <a:gd name="T4" fmla="*/ 104 w 86"/>
                <a:gd name="T5" fmla="*/ 100 h 50"/>
                <a:gd name="T6" fmla="*/ 144 w 86"/>
                <a:gd name="T7" fmla="*/ 38 h 50"/>
                <a:gd name="T8" fmla="*/ 43 w 8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0">
                  <a:moveTo>
                    <a:pt x="25" y="0"/>
                  </a:moveTo>
                  <a:cubicBezTo>
                    <a:pt x="25" y="0"/>
                    <a:pt x="2" y="5"/>
                    <a:pt x="0" y="2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5" y="28"/>
                    <a:pt x="86" y="19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E3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136">
              <a:extLst>
                <a:ext uri="{FF2B5EF4-FFF2-40B4-BE49-F238E27FC236}">
                  <a16:creationId xmlns:a16="http://schemas.microsoft.com/office/drawing/2014/main" id="{688CF68B-3B3A-4C79-9AA5-195B652B6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778"/>
              <a:ext cx="78" cy="40"/>
            </a:xfrm>
            <a:custGeom>
              <a:avLst/>
              <a:gdLst>
                <a:gd name="T0" fmla="*/ 0 w 66"/>
                <a:gd name="T1" fmla="*/ 20 h 32"/>
                <a:gd name="T2" fmla="*/ 15 w 66"/>
                <a:gd name="T3" fmla="*/ 0 h 32"/>
                <a:gd name="T4" fmla="*/ 109 w 66"/>
                <a:gd name="T5" fmla="*/ 38 h 32"/>
                <a:gd name="T6" fmla="*/ 97 w 66"/>
                <a:gd name="T7" fmla="*/ 63 h 32"/>
                <a:gd name="T8" fmla="*/ 0 w 66"/>
                <a:gd name="T9" fmla="*/ 2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2">
                  <a:moveTo>
                    <a:pt x="0" y="10"/>
                  </a:moveTo>
                  <a:cubicBezTo>
                    <a:pt x="0" y="10"/>
                    <a:pt x="4" y="2"/>
                    <a:pt x="9" y="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6" y="19"/>
                    <a:pt x="58" y="27"/>
                    <a:pt x="58" y="32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137">
              <a:extLst>
                <a:ext uri="{FF2B5EF4-FFF2-40B4-BE49-F238E27FC236}">
                  <a16:creationId xmlns:a16="http://schemas.microsoft.com/office/drawing/2014/main" id="{90D20CFD-CB7C-4893-8708-3EB97D285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784"/>
              <a:ext cx="69" cy="28"/>
            </a:xfrm>
            <a:custGeom>
              <a:avLst/>
              <a:gdLst>
                <a:gd name="T0" fmla="*/ 0 w 58"/>
                <a:gd name="T1" fmla="*/ 1 h 22"/>
                <a:gd name="T2" fmla="*/ 98 w 58"/>
                <a:gd name="T3" fmla="*/ 43 h 22"/>
                <a:gd name="T4" fmla="*/ 0 w 58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2">
                  <a:moveTo>
                    <a:pt x="0" y="1"/>
                  </a:moveTo>
                  <a:cubicBezTo>
                    <a:pt x="0" y="1"/>
                    <a:pt x="49" y="22"/>
                    <a:pt x="58" y="21"/>
                  </a:cubicBezTo>
                  <a:cubicBezTo>
                    <a:pt x="58" y="21"/>
                    <a:pt x="1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138">
              <a:extLst>
                <a:ext uri="{FF2B5EF4-FFF2-40B4-BE49-F238E27FC236}">
                  <a16:creationId xmlns:a16="http://schemas.microsoft.com/office/drawing/2014/main" id="{12BCFC51-C151-49D9-B5D0-1CDB89B09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772"/>
              <a:ext cx="54" cy="55"/>
            </a:xfrm>
            <a:custGeom>
              <a:avLst/>
              <a:gdLst>
                <a:gd name="T0" fmla="*/ 0 w 46"/>
                <a:gd name="T1" fmla="*/ 0 h 44"/>
                <a:gd name="T2" fmla="*/ 72 w 46"/>
                <a:gd name="T3" fmla="*/ 86 h 44"/>
                <a:gd name="T4" fmla="*/ 0 w 4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0" y="0"/>
                    <a:pt x="46" y="5"/>
                    <a:pt x="44" y="44"/>
                  </a:cubicBezTo>
                  <a:cubicBezTo>
                    <a:pt x="44" y="4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Rectangle 139">
              <a:extLst>
                <a:ext uri="{FF2B5EF4-FFF2-40B4-BE49-F238E27FC236}">
                  <a16:creationId xmlns:a16="http://schemas.microsoft.com/office/drawing/2014/main" id="{75BB95E0-9957-4527-88DF-E7541B9D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1" y="1017"/>
              <a:ext cx="32" cy="14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16" name="Freeform 140">
              <a:extLst>
                <a:ext uri="{FF2B5EF4-FFF2-40B4-BE49-F238E27FC236}">
                  <a16:creationId xmlns:a16="http://schemas.microsoft.com/office/drawing/2014/main" id="{36E509E4-435C-4216-81CC-F5262608F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819"/>
              <a:ext cx="76" cy="134"/>
            </a:xfrm>
            <a:custGeom>
              <a:avLst/>
              <a:gdLst>
                <a:gd name="T0" fmla="*/ 0 w 76"/>
                <a:gd name="T1" fmla="*/ 0 h 134"/>
                <a:gd name="T2" fmla="*/ 0 w 76"/>
                <a:gd name="T3" fmla="*/ 111 h 134"/>
                <a:gd name="T4" fmla="*/ 76 w 76"/>
                <a:gd name="T5" fmla="*/ 134 h 134"/>
                <a:gd name="T6" fmla="*/ 5 w 76"/>
                <a:gd name="T7" fmla="*/ 105 h 134"/>
                <a:gd name="T8" fmla="*/ 0 w 76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4">
                  <a:moveTo>
                    <a:pt x="0" y="0"/>
                  </a:moveTo>
                  <a:lnTo>
                    <a:pt x="0" y="111"/>
                  </a:lnTo>
                  <a:lnTo>
                    <a:pt x="76" y="134"/>
                  </a:lnTo>
                  <a:lnTo>
                    <a:pt x="5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141">
              <a:extLst>
                <a:ext uri="{FF2B5EF4-FFF2-40B4-BE49-F238E27FC236}">
                  <a16:creationId xmlns:a16="http://schemas.microsoft.com/office/drawing/2014/main" id="{B5E56588-C61B-4883-89B2-048F0D8CF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969"/>
              <a:ext cx="14" cy="141"/>
            </a:xfrm>
            <a:custGeom>
              <a:avLst/>
              <a:gdLst>
                <a:gd name="T0" fmla="*/ 0 w 12"/>
                <a:gd name="T1" fmla="*/ 0 h 112"/>
                <a:gd name="T2" fmla="*/ 0 w 12"/>
                <a:gd name="T3" fmla="*/ 224 h 112"/>
                <a:gd name="T4" fmla="*/ 0 w 1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2">
                  <a:moveTo>
                    <a:pt x="0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2" y="25"/>
                    <a:pt x="0" y="0"/>
                  </a:cubicBez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142">
              <a:extLst>
                <a:ext uri="{FF2B5EF4-FFF2-40B4-BE49-F238E27FC236}">
                  <a16:creationId xmlns:a16="http://schemas.microsoft.com/office/drawing/2014/main" id="{663EB46C-7EE6-4020-B633-E8E5305BB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946"/>
              <a:ext cx="285" cy="278"/>
            </a:xfrm>
            <a:custGeom>
              <a:avLst/>
              <a:gdLst>
                <a:gd name="T0" fmla="*/ 30 w 241"/>
                <a:gd name="T1" fmla="*/ 0 h 221"/>
                <a:gd name="T2" fmla="*/ 30 w 241"/>
                <a:gd name="T3" fmla="*/ 307 h 221"/>
                <a:gd name="T4" fmla="*/ 399 w 241"/>
                <a:gd name="T5" fmla="*/ 440 h 221"/>
                <a:gd name="T6" fmla="*/ 53 w 241"/>
                <a:gd name="T7" fmla="*/ 296 h 221"/>
                <a:gd name="T8" fmla="*/ 30 w 24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21">
                  <a:moveTo>
                    <a:pt x="18" y="0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18" y="154"/>
                    <a:pt x="0" y="200"/>
                    <a:pt x="241" y="221"/>
                  </a:cubicBezTo>
                  <a:cubicBezTo>
                    <a:pt x="241" y="221"/>
                    <a:pt x="41" y="202"/>
                    <a:pt x="32" y="149"/>
                  </a:cubicBezTo>
                  <a:cubicBezTo>
                    <a:pt x="24" y="95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143">
              <a:extLst>
                <a:ext uri="{FF2B5EF4-FFF2-40B4-BE49-F238E27FC236}">
                  <a16:creationId xmlns:a16="http://schemas.microsoft.com/office/drawing/2014/main" id="{D2ACACF1-0EC6-40B2-9D8F-48694BEC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1150"/>
              <a:ext cx="129" cy="406"/>
            </a:xfrm>
            <a:custGeom>
              <a:avLst/>
              <a:gdLst>
                <a:gd name="T0" fmla="*/ 13 w 109"/>
                <a:gd name="T1" fmla="*/ 0 h 323"/>
                <a:gd name="T2" fmla="*/ 73 w 109"/>
                <a:gd name="T3" fmla="*/ 248 h 323"/>
                <a:gd name="T4" fmla="*/ 173 w 109"/>
                <a:gd name="T5" fmla="*/ 641 h 323"/>
                <a:gd name="T6" fmla="*/ 91 w 109"/>
                <a:gd name="T7" fmla="*/ 300 h 323"/>
                <a:gd name="T8" fmla="*/ 13 w 109"/>
                <a:gd name="T9" fmla="*/ 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323">
                  <a:moveTo>
                    <a:pt x="8" y="0"/>
                  </a:moveTo>
                  <a:cubicBezTo>
                    <a:pt x="8" y="0"/>
                    <a:pt x="2" y="95"/>
                    <a:pt x="44" y="125"/>
                  </a:cubicBezTo>
                  <a:cubicBezTo>
                    <a:pt x="87" y="156"/>
                    <a:pt x="105" y="164"/>
                    <a:pt x="104" y="323"/>
                  </a:cubicBezTo>
                  <a:cubicBezTo>
                    <a:pt x="104" y="323"/>
                    <a:pt x="109" y="173"/>
                    <a:pt x="55" y="151"/>
                  </a:cubicBezTo>
                  <a:cubicBezTo>
                    <a:pt x="0" y="129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144">
              <a:extLst>
                <a:ext uri="{FF2B5EF4-FFF2-40B4-BE49-F238E27FC236}">
                  <a16:creationId xmlns:a16="http://schemas.microsoft.com/office/drawing/2014/main" id="{088288DA-DBFE-4C25-A95F-AA405B072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157"/>
              <a:ext cx="652" cy="134"/>
            </a:xfrm>
            <a:custGeom>
              <a:avLst/>
              <a:gdLst>
                <a:gd name="T0" fmla="*/ 21 w 552"/>
                <a:gd name="T1" fmla="*/ 0 h 106"/>
                <a:gd name="T2" fmla="*/ 31 w 552"/>
                <a:gd name="T3" fmla="*/ 114 h 106"/>
                <a:gd name="T4" fmla="*/ 0 w 552"/>
                <a:gd name="T5" fmla="*/ 205 h 106"/>
                <a:gd name="T6" fmla="*/ 149 w 552"/>
                <a:gd name="T7" fmla="*/ 177 h 106"/>
                <a:gd name="T8" fmla="*/ 383 w 552"/>
                <a:gd name="T9" fmla="*/ 169 h 106"/>
                <a:gd name="T10" fmla="*/ 706 w 552"/>
                <a:gd name="T11" fmla="*/ 158 h 106"/>
                <a:gd name="T12" fmla="*/ 909 w 552"/>
                <a:gd name="T13" fmla="*/ 129 h 106"/>
                <a:gd name="T14" fmla="*/ 683 w 552"/>
                <a:gd name="T15" fmla="*/ 86 h 106"/>
                <a:gd name="T16" fmla="*/ 400 w 552"/>
                <a:gd name="T17" fmla="*/ 92 h 106"/>
                <a:gd name="T18" fmla="*/ 145 w 552"/>
                <a:gd name="T19" fmla="*/ 71 h 106"/>
                <a:gd name="T20" fmla="*/ 31 w 552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2" h="106">
                  <a:moveTo>
                    <a:pt x="13" y="0"/>
                  </a:moveTo>
                  <a:cubicBezTo>
                    <a:pt x="18" y="17"/>
                    <a:pt x="22" y="37"/>
                    <a:pt x="19" y="56"/>
                  </a:cubicBezTo>
                  <a:cubicBezTo>
                    <a:pt x="17" y="73"/>
                    <a:pt x="6" y="86"/>
                    <a:pt x="0" y="101"/>
                  </a:cubicBezTo>
                  <a:cubicBezTo>
                    <a:pt x="26" y="106"/>
                    <a:pt x="65" y="93"/>
                    <a:pt x="91" y="88"/>
                  </a:cubicBezTo>
                  <a:cubicBezTo>
                    <a:pt x="135" y="79"/>
                    <a:pt x="187" y="81"/>
                    <a:pt x="232" y="84"/>
                  </a:cubicBezTo>
                  <a:cubicBezTo>
                    <a:pt x="299" y="87"/>
                    <a:pt x="361" y="85"/>
                    <a:pt x="428" y="78"/>
                  </a:cubicBezTo>
                  <a:cubicBezTo>
                    <a:pt x="464" y="74"/>
                    <a:pt x="520" y="60"/>
                    <a:pt x="552" y="64"/>
                  </a:cubicBezTo>
                  <a:cubicBezTo>
                    <a:pt x="505" y="64"/>
                    <a:pt x="460" y="47"/>
                    <a:pt x="414" y="43"/>
                  </a:cubicBezTo>
                  <a:cubicBezTo>
                    <a:pt x="357" y="38"/>
                    <a:pt x="300" y="44"/>
                    <a:pt x="243" y="46"/>
                  </a:cubicBezTo>
                  <a:cubicBezTo>
                    <a:pt x="192" y="48"/>
                    <a:pt x="138" y="46"/>
                    <a:pt x="88" y="35"/>
                  </a:cubicBezTo>
                  <a:cubicBezTo>
                    <a:pt x="59" y="29"/>
                    <a:pt x="41" y="11"/>
                    <a:pt x="19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145">
              <a:extLst>
                <a:ext uri="{FF2B5EF4-FFF2-40B4-BE49-F238E27FC236}">
                  <a16:creationId xmlns:a16="http://schemas.microsoft.com/office/drawing/2014/main" id="{D73CE462-9C99-4B04-9E44-924135B2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291"/>
              <a:ext cx="184" cy="652"/>
            </a:xfrm>
            <a:custGeom>
              <a:avLst/>
              <a:gdLst>
                <a:gd name="T0" fmla="*/ 256 w 156"/>
                <a:gd name="T1" fmla="*/ 10 h 518"/>
                <a:gd name="T2" fmla="*/ 138 w 156"/>
                <a:gd name="T3" fmla="*/ 44 h 518"/>
                <a:gd name="T4" fmla="*/ 61 w 156"/>
                <a:gd name="T5" fmla="*/ 145 h 518"/>
                <a:gd name="T6" fmla="*/ 34 w 156"/>
                <a:gd name="T7" fmla="*/ 578 h 518"/>
                <a:gd name="T8" fmla="*/ 55 w 156"/>
                <a:gd name="T9" fmla="*/ 972 h 518"/>
                <a:gd name="T10" fmla="*/ 165 w 156"/>
                <a:gd name="T11" fmla="*/ 894 h 518"/>
                <a:gd name="T12" fmla="*/ 165 w 156"/>
                <a:gd name="T13" fmla="*/ 607 h 518"/>
                <a:gd name="T14" fmla="*/ 193 w 156"/>
                <a:gd name="T15" fmla="*/ 194 h 518"/>
                <a:gd name="T16" fmla="*/ 248 w 156"/>
                <a:gd name="T17" fmla="*/ 0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518">
                  <a:moveTo>
                    <a:pt x="156" y="5"/>
                  </a:moveTo>
                  <a:cubicBezTo>
                    <a:pt x="138" y="0"/>
                    <a:pt x="103" y="14"/>
                    <a:pt x="84" y="22"/>
                  </a:cubicBezTo>
                  <a:cubicBezTo>
                    <a:pt x="61" y="32"/>
                    <a:pt x="47" y="48"/>
                    <a:pt x="37" y="72"/>
                  </a:cubicBezTo>
                  <a:cubicBezTo>
                    <a:pt x="10" y="136"/>
                    <a:pt x="21" y="220"/>
                    <a:pt x="21" y="290"/>
                  </a:cubicBezTo>
                  <a:cubicBezTo>
                    <a:pt x="21" y="335"/>
                    <a:pt x="0" y="453"/>
                    <a:pt x="34" y="487"/>
                  </a:cubicBezTo>
                  <a:cubicBezTo>
                    <a:pt x="65" y="518"/>
                    <a:pt x="93" y="474"/>
                    <a:pt x="101" y="448"/>
                  </a:cubicBezTo>
                  <a:cubicBezTo>
                    <a:pt x="115" y="404"/>
                    <a:pt x="102" y="349"/>
                    <a:pt x="101" y="304"/>
                  </a:cubicBezTo>
                  <a:cubicBezTo>
                    <a:pt x="99" y="232"/>
                    <a:pt x="104" y="166"/>
                    <a:pt x="118" y="97"/>
                  </a:cubicBezTo>
                  <a:cubicBezTo>
                    <a:pt x="122" y="74"/>
                    <a:pt x="153" y="7"/>
                    <a:pt x="151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146">
              <a:extLst>
                <a:ext uri="{FF2B5EF4-FFF2-40B4-BE49-F238E27FC236}">
                  <a16:creationId xmlns:a16="http://schemas.microsoft.com/office/drawing/2014/main" id="{92E4EEFF-2B1C-4F54-A072-5554117D5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957"/>
              <a:ext cx="150" cy="228"/>
            </a:xfrm>
            <a:custGeom>
              <a:avLst/>
              <a:gdLst>
                <a:gd name="T0" fmla="*/ 11 w 127"/>
                <a:gd name="T1" fmla="*/ 0 h 181"/>
                <a:gd name="T2" fmla="*/ 11 w 127"/>
                <a:gd name="T3" fmla="*/ 136 h 181"/>
                <a:gd name="T4" fmla="*/ 15 w 127"/>
                <a:gd name="T5" fmla="*/ 248 h 181"/>
                <a:gd name="T6" fmla="*/ 131 w 127"/>
                <a:gd name="T7" fmla="*/ 355 h 181"/>
                <a:gd name="T8" fmla="*/ 117 w 127"/>
                <a:gd name="T9" fmla="*/ 222 h 181"/>
                <a:gd name="T10" fmla="*/ 61 w 127"/>
                <a:gd name="T11" fmla="*/ 14 h 181"/>
                <a:gd name="T12" fmla="*/ 11 w 127"/>
                <a:gd name="T13" fmla="*/ 5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81">
                  <a:moveTo>
                    <a:pt x="7" y="0"/>
                  </a:moveTo>
                  <a:cubicBezTo>
                    <a:pt x="0" y="17"/>
                    <a:pt x="6" y="49"/>
                    <a:pt x="7" y="68"/>
                  </a:cubicBezTo>
                  <a:cubicBezTo>
                    <a:pt x="8" y="86"/>
                    <a:pt x="5" y="106"/>
                    <a:pt x="9" y="124"/>
                  </a:cubicBezTo>
                  <a:cubicBezTo>
                    <a:pt x="14" y="151"/>
                    <a:pt x="50" y="181"/>
                    <a:pt x="80" y="178"/>
                  </a:cubicBezTo>
                  <a:cubicBezTo>
                    <a:pt x="127" y="175"/>
                    <a:pt x="79" y="127"/>
                    <a:pt x="71" y="111"/>
                  </a:cubicBezTo>
                  <a:cubicBezTo>
                    <a:pt x="55" y="81"/>
                    <a:pt x="59" y="31"/>
                    <a:pt x="37" y="7"/>
                  </a:cubicBezTo>
                  <a:cubicBezTo>
                    <a:pt x="28" y="2"/>
                    <a:pt x="17" y="5"/>
                    <a:pt x="7" y="2"/>
                  </a:cubicBezTo>
                </a:path>
              </a:pathLst>
            </a:custGeom>
            <a:solidFill>
              <a:srgbClr val="78A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147">
              <a:extLst>
                <a:ext uri="{FF2B5EF4-FFF2-40B4-BE49-F238E27FC236}">
                  <a16:creationId xmlns:a16="http://schemas.microsoft.com/office/drawing/2014/main" id="{FE7C0655-1A09-4057-A4B4-2BFF95817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474"/>
              <a:ext cx="140" cy="469"/>
            </a:xfrm>
            <a:custGeom>
              <a:avLst/>
              <a:gdLst>
                <a:gd name="T0" fmla="*/ 55 w 119"/>
                <a:gd name="T1" fmla="*/ 683 h 372"/>
                <a:gd name="T2" fmla="*/ 165 w 119"/>
                <a:gd name="T3" fmla="*/ 605 h 372"/>
                <a:gd name="T4" fmla="*/ 169 w 119"/>
                <a:gd name="T5" fmla="*/ 316 h 372"/>
                <a:gd name="T6" fmla="*/ 179 w 119"/>
                <a:gd name="T7" fmla="*/ 0 h 372"/>
                <a:gd name="T8" fmla="*/ 36 w 119"/>
                <a:gd name="T9" fmla="*/ 67 h 372"/>
                <a:gd name="T10" fmla="*/ 31 w 119"/>
                <a:gd name="T11" fmla="*/ 69 h 372"/>
                <a:gd name="T12" fmla="*/ 25 w 119"/>
                <a:gd name="T13" fmla="*/ 294 h 372"/>
                <a:gd name="T14" fmla="*/ 55 w 119"/>
                <a:gd name="T15" fmla="*/ 683 h 3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372">
                  <a:moveTo>
                    <a:pt x="34" y="341"/>
                  </a:moveTo>
                  <a:cubicBezTo>
                    <a:pt x="65" y="372"/>
                    <a:pt x="93" y="328"/>
                    <a:pt x="101" y="302"/>
                  </a:cubicBezTo>
                  <a:cubicBezTo>
                    <a:pt x="119" y="243"/>
                    <a:pt x="105" y="189"/>
                    <a:pt x="104" y="158"/>
                  </a:cubicBezTo>
                  <a:cubicBezTo>
                    <a:pt x="102" y="96"/>
                    <a:pt x="103" y="60"/>
                    <a:pt x="110" y="0"/>
                  </a:cubicBezTo>
                  <a:cubicBezTo>
                    <a:pt x="77" y="12"/>
                    <a:pt x="54" y="11"/>
                    <a:pt x="22" y="33"/>
                  </a:cubicBezTo>
                  <a:cubicBezTo>
                    <a:pt x="21" y="34"/>
                    <a:pt x="20" y="35"/>
                    <a:pt x="19" y="35"/>
                  </a:cubicBezTo>
                  <a:cubicBezTo>
                    <a:pt x="18" y="72"/>
                    <a:pt x="15" y="113"/>
                    <a:pt x="15" y="147"/>
                  </a:cubicBezTo>
                  <a:cubicBezTo>
                    <a:pt x="15" y="192"/>
                    <a:pt x="0" y="307"/>
                    <a:pt x="34" y="341"/>
                  </a:cubicBezTo>
                  <a:close/>
                </a:path>
              </a:pathLst>
            </a:custGeom>
            <a:solidFill>
              <a:srgbClr val="78A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148">
              <a:extLst>
                <a:ext uri="{FF2B5EF4-FFF2-40B4-BE49-F238E27FC236}">
                  <a16:creationId xmlns:a16="http://schemas.microsoft.com/office/drawing/2014/main" id="{94E27DE2-BACA-4BBE-8433-B66682F6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574"/>
              <a:ext cx="685" cy="518"/>
            </a:xfrm>
            <a:custGeom>
              <a:avLst/>
              <a:gdLst>
                <a:gd name="T0" fmla="*/ 0 w 580"/>
                <a:gd name="T1" fmla="*/ 32 h 411"/>
                <a:gd name="T2" fmla="*/ 955 w 580"/>
                <a:gd name="T3" fmla="*/ 0 h 411"/>
                <a:gd name="T4" fmla="*/ 955 w 580"/>
                <a:gd name="T5" fmla="*/ 669 h 411"/>
                <a:gd name="T6" fmla="*/ 0 w 580"/>
                <a:gd name="T7" fmla="*/ 677 h 411"/>
                <a:gd name="T8" fmla="*/ 0 w 580"/>
                <a:gd name="T9" fmla="*/ 32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1">
                  <a:moveTo>
                    <a:pt x="0" y="16"/>
                  </a:moveTo>
                  <a:cubicBezTo>
                    <a:pt x="0" y="16"/>
                    <a:pt x="289" y="60"/>
                    <a:pt x="580" y="0"/>
                  </a:cubicBezTo>
                  <a:cubicBezTo>
                    <a:pt x="580" y="334"/>
                    <a:pt x="580" y="334"/>
                    <a:pt x="580" y="334"/>
                  </a:cubicBezTo>
                  <a:cubicBezTo>
                    <a:pt x="580" y="334"/>
                    <a:pt x="289" y="411"/>
                    <a:pt x="0" y="338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AFD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149">
              <a:extLst>
                <a:ext uri="{FF2B5EF4-FFF2-40B4-BE49-F238E27FC236}">
                  <a16:creationId xmlns:a16="http://schemas.microsoft.com/office/drawing/2014/main" id="{3EBD06A3-A653-402A-80AA-5E7449D6F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574"/>
              <a:ext cx="685" cy="518"/>
            </a:xfrm>
            <a:custGeom>
              <a:avLst/>
              <a:gdLst>
                <a:gd name="T0" fmla="*/ 0 w 580"/>
                <a:gd name="T1" fmla="*/ 32 h 411"/>
                <a:gd name="T2" fmla="*/ 955 w 580"/>
                <a:gd name="T3" fmla="*/ 0 h 411"/>
                <a:gd name="T4" fmla="*/ 955 w 580"/>
                <a:gd name="T5" fmla="*/ 669 h 411"/>
                <a:gd name="T6" fmla="*/ 0 w 580"/>
                <a:gd name="T7" fmla="*/ 677 h 411"/>
                <a:gd name="T8" fmla="*/ 0 w 580"/>
                <a:gd name="T9" fmla="*/ 32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1">
                  <a:moveTo>
                    <a:pt x="0" y="16"/>
                  </a:moveTo>
                  <a:cubicBezTo>
                    <a:pt x="0" y="16"/>
                    <a:pt x="289" y="60"/>
                    <a:pt x="580" y="0"/>
                  </a:cubicBezTo>
                  <a:cubicBezTo>
                    <a:pt x="580" y="334"/>
                    <a:pt x="580" y="334"/>
                    <a:pt x="580" y="334"/>
                  </a:cubicBezTo>
                  <a:cubicBezTo>
                    <a:pt x="580" y="334"/>
                    <a:pt x="289" y="411"/>
                    <a:pt x="0" y="338"/>
                  </a:cubicBezTo>
                  <a:lnTo>
                    <a:pt x="0" y="16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166">
              <a:extLst>
                <a:ext uri="{FF2B5EF4-FFF2-40B4-BE49-F238E27FC236}">
                  <a16:creationId xmlns:a16="http://schemas.microsoft.com/office/drawing/2014/main" id="{4649B646-DAD4-49E3-9EEB-C2703AFA2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328"/>
              <a:ext cx="105" cy="157"/>
            </a:xfrm>
            <a:custGeom>
              <a:avLst/>
              <a:gdLst>
                <a:gd name="T0" fmla="*/ 146 w 89"/>
                <a:gd name="T1" fmla="*/ 252 h 124"/>
                <a:gd name="T2" fmla="*/ 64 w 89"/>
                <a:gd name="T3" fmla="*/ 108 h 124"/>
                <a:gd name="T4" fmla="*/ 0 w 89"/>
                <a:gd name="T5" fmla="*/ 0 h 124"/>
                <a:gd name="T6" fmla="*/ 140 w 89"/>
                <a:gd name="T7" fmla="*/ 234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24">
                  <a:moveTo>
                    <a:pt x="89" y="124"/>
                  </a:moveTo>
                  <a:cubicBezTo>
                    <a:pt x="75" y="98"/>
                    <a:pt x="58" y="74"/>
                    <a:pt x="39" y="53"/>
                  </a:cubicBezTo>
                  <a:cubicBezTo>
                    <a:pt x="25" y="37"/>
                    <a:pt x="9" y="18"/>
                    <a:pt x="0" y="0"/>
                  </a:cubicBezTo>
                  <a:cubicBezTo>
                    <a:pt x="32" y="31"/>
                    <a:pt x="69" y="74"/>
                    <a:pt x="86" y="115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167">
              <a:extLst>
                <a:ext uri="{FF2B5EF4-FFF2-40B4-BE49-F238E27FC236}">
                  <a16:creationId xmlns:a16="http://schemas.microsoft.com/office/drawing/2014/main" id="{253FC731-EFDD-4438-9CB1-9200EEE41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1322"/>
              <a:ext cx="81" cy="149"/>
            </a:xfrm>
            <a:custGeom>
              <a:avLst/>
              <a:gdLst>
                <a:gd name="T0" fmla="*/ 7 w 69"/>
                <a:gd name="T1" fmla="*/ 237 h 118"/>
                <a:gd name="T2" fmla="*/ 48 w 69"/>
                <a:gd name="T3" fmla="*/ 110 h 118"/>
                <a:gd name="T4" fmla="*/ 112 w 69"/>
                <a:gd name="T5" fmla="*/ 0 h 118"/>
                <a:gd name="T6" fmla="*/ 47 w 69"/>
                <a:gd name="T7" fmla="*/ 139 h 118"/>
                <a:gd name="T8" fmla="*/ 11 w 69"/>
                <a:gd name="T9" fmla="*/ 224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18">
                  <a:moveTo>
                    <a:pt x="4" y="118"/>
                  </a:moveTo>
                  <a:cubicBezTo>
                    <a:pt x="0" y="101"/>
                    <a:pt x="20" y="70"/>
                    <a:pt x="30" y="55"/>
                  </a:cubicBezTo>
                  <a:cubicBezTo>
                    <a:pt x="42" y="37"/>
                    <a:pt x="53" y="14"/>
                    <a:pt x="69" y="0"/>
                  </a:cubicBezTo>
                  <a:cubicBezTo>
                    <a:pt x="54" y="21"/>
                    <a:pt x="43" y="47"/>
                    <a:pt x="29" y="69"/>
                  </a:cubicBezTo>
                  <a:cubicBezTo>
                    <a:pt x="20" y="83"/>
                    <a:pt x="12" y="97"/>
                    <a:pt x="7" y="111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168">
              <a:extLst>
                <a:ext uri="{FF2B5EF4-FFF2-40B4-BE49-F238E27FC236}">
                  <a16:creationId xmlns:a16="http://schemas.microsoft.com/office/drawing/2014/main" id="{AF5AA190-C52F-4E68-9B88-B549EE2E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466"/>
              <a:ext cx="183" cy="24"/>
            </a:xfrm>
            <a:custGeom>
              <a:avLst/>
              <a:gdLst>
                <a:gd name="T0" fmla="*/ 0 w 155"/>
                <a:gd name="T1" fmla="*/ 0 h 19"/>
                <a:gd name="T2" fmla="*/ 142 w 155"/>
                <a:gd name="T3" fmla="*/ 13 h 19"/>
                <a:gd name="T4" fmla="*/ 255 w 155"/>
                <a:gd name="T5" fmla="*/ 37 h 19"/>
                <a:gd name="T6" fmla="*/ 133 w 155"/>
                <a:gd name="T7" fmla="*/ 29 h 19"/>
                <a:gd name="T8" fmla="*/ 21 w 155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9">
                  <a:moveTo>
                    <a:pt x="0" y="0"/>
                  </a:moveTo>
                  <a:cubicBezTo>
                    <a:pt x="28" y="8"/>
                    <a:pt x="57" y="4"/>
                    <a:pt x="86" y="6"/>
                  </a:cubicBezTo>
                  <a:cubicBezTo>
                    <a:pt x="109" y="7"/>
                    <a:pt x="132" y="13"/>
                    <a:pt x="155" y="18"/>
                  </a:cubicBezTo>
                  <a:cubicBezTo>
                    <a:pt x="131" y="19"/>
                    <a:pt x="104" y="17"/>
                    <a:pt x="81" y="14"/>
                  </a:cubicBezTo>
                  <a:cubicBezTo>
                    <a:pt x="63" y="11"/>
                    <a:pt x="28" y="14"/>
                    <a:pt x="13" y="4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169">
              <a:extLst>
                <a:ext uri="{FF2B5EF4-FFF2-40B4-BE49-F238E27FC236}">
                  <a16:creationId xmlns:a16="http://schemas.microsoft.com/office/drawing/2014/main" id="{97F87979-D6E8-4B2F-8037-9077FC3E6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98"/>
              <a:ext cx="59" cy="37"/>
            </a:xfrm>
            <a:custGeom>
              <a:avLst/>
              <a:gdLst>
                <a:gd name="T0" fmla="*/ 0 w 50"/>
                <a:gd name="T1" fmla="*/ 60 h 29"/>
                <a:gd name="T2" fmla="*/ 28 w 50"/>
                <a:gd name="T3" fmla="*/ 31 h 29"/>
                <a:gd name="T4" fmla="*/ 83 w 50"/>
                <a:gd name="T5" fmla="*/ 0 h 29"/>
                <a:gd name="T6" fmla="*/ 37 w 50"/>
                <a:gd name="T7" fmla="*/ 29 h 29"/>
                <a:gd name="T8" fmla="*/ 1 w 50"/>
                <a:gd name="T9" fmla="*/ 5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9">
                  <a:moveTo>
                    <a:pt x="0" y="29"/>
                  </a:moveTo>
                  <a:cubicBezTo>
                    <a:pt x="0" y="24"/>
                    <a:pt x="13" y="17"/>
                    <a:pt x="17" y="15"/>
                  </a:cubicBezTo>
                  <a:cubicBezTo>
                    <a:pt x="27" y="9"/>
                    <a:pt x="38" y="3"/>
                    <a:pt x="50" y="0"/>
                  </a:cubicBezTo>
                  <a:cubicBezTo>
                    <a:pt x="40" y="4"/>
                    <a:pt x="31" y="9"/>
                    <a:pt x="22" y="14"/>
                  </a:cubicBezTo>
                  <a:cubicBezTo>
                    <a:pt x="16" y="17"/>
                    <a:pt x="6" y="21"/>
                    <a:pt x="1" y="25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170">
              <a:extLst>
                <a:ext uri="{FF2B5EF4-FFF2-40B4-BE49-F238E27FC236}">
                  <a16:creationId xmlns:a16="http://schemas.microsoft.com/office/drawing/2014/main" id="{DB8A6BC4-794D-4741-A753-61BEDF7E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49"/>
              <a:ext cx="38" cy="39"/>
            </a:xfrm>
            <a:custGeom>
              <a:avLst/>
              <a:gdLst>
                <a:gd name="T0" fmla="*/ 53 w 32"/>
                <a:gd name="T1" fmla="*/ 6 h 31"/>
                <a:gd name="T2" fmla="*/ 53 w 32"/>
                <a:gd name="T3" fmla="*/ 1 h 31"/>
                <a:gd name="T4" fmla="*/ 0 w 32"/>
                <a:gd name="T5" fmla="*/ 62 h 31"/>
                <a:gd name="T6" fmla="*/ 52 w 32"/>
                <a:gd name="T7" fmla="*/ 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32" y="3"/>
                  </a:moveTo>
                  <a:cubicBezTo>
                    <a:pt x="32" y="2"/>
                    <a:pt x="32" y="2"/>
                    <a:pt x="32" y="1"/>
                  </a:cubicBezTo>
                  <a:cubicBezTo>
                    <a:pt x="14" y="0"/>
                    <a:pt x="7" y="18"/>
                    <a:pt x="0" y="31"/>
                  </a:cubicBezTo>
                  <a:cubicBezTo>
                    <a:pt x="9" y="23"/>
                    <a:pt x="18" y="6"/>
                    <a:pt x="31" y="3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171">
              <a:extLst>
                <a:ext uri="{FF2B5EF4-FFF2-40B4-BE49-F238E27FC236}">
                  <a16:creationId xmlns:a16="http://schemas.microsoft.com/office/drawing/2014/main" id="{ECBF420D-6DFD-41A3-B106-73CE5A57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60"/>
              <a:ext cx="35" cy="39"/>
            </a:xfrm>
            <a:custGeom>
              <a:avLst/>
              <a:gdLst>
                <a:gd name="T0" fmla="*/ 51 w 29"/>
                <a:gd name="T1" fmla="*/ 10 h 31"/>
                <a:gd name="T2" fmla="*/ 0 w 29"/>
                <a:gd name="T3" fmla="*/ 62 h 31"/>
                <a:gd name="T4" fmla="*/ 49 w 29"/>
                <a:gd name="T5" fmla="*/ 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1">
                  <a:moveTo>
                    <a:pt x="29" y="5"/>
                  </a:moveTo>
                  <a:cubicBezTo>
                    <a:pt x="18" y="0"/>
                    <a:pt x="2" y="23"/>
                    <a:pt x="0" y="31"/>
                  </a:cubicBezTo>
                  <a:cubicBezTo>
                    <a:pt x="10" y="22"/>
                    <a:pt x="18" y="11"/>
                    <a:pt x="28" y="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172">
              <a:extLst>
                <a:ext uri="{FF2B5EF4-FFF2-40B4-BE49-F238E27FC236}">
                  <a16:creationId xmlns:a16="http://schemas.microsoft.com/office/drawing/2014/main" id="{5F2E9708-1F7B-4436-A794-AD745EF2C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291"/>
              <a:ext cx="17" cy="40"/>
            </a:xfrm>
            <a:custGeom>
              <a:avLst/>
              <a:gdLst>
                <a:gd name="T0" fmla="*/ 25 w 14"/>
                <a:gd name="T1" fmla="*/ 63 h 32"/>
                <a:gd name="T2" fmla="*/ 0 w 14"/>
                <a:gd name="T3" fmla="*/ 0 h 32"/>
                <a:gd name="T4" fmla="*/ 22 w 14"/>
                <a:gd name="T5" fmla="*/ 6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4" y="32"/>
                  </a:moveTo>
                  <a:cubicBezTo>
                    <a:pt x="9" y="23"/>
                    <a:pt x="3" y="11"/>
                    <a:pt x="0" y="0"/>
                  </a:cubicBezTo>
                  <a:cubicBezTo>
                    <a:pt x="6" y="7"/>
                    <a:pt x="11" y="20"/>
                    <a:pt x="12" y="3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173">
              <a:extLst>
                <a:ext uri="{FF2B5EF4-FFF2-40B4-BE49-F238E27FC236}">
                  <a16:creationId xmlns:a16="http://schemas.microsoft.com/office/drawing/2014/main" id="{42E83142-63CF-415D-BAB1-4A30F017A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326"/>
              <a:ext cx="39" cy="12"/>
            </a:xfrm>
            <a:custGeom>
              <a:avLst/>
              <a:gdLst>
                <a:gd name="T0" fmla="*/ 47 w 33"/>
                <a:gd name="T1" fmla="*/ 17 h 10"/>
                <a:gd name="T2" fmla="*/ 0 w 33"/>
                <a:gd name="T3" fmla="*/ 2 h 10"/>
                <a:gd name="T4" fmla="*/ 54 w 33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0">
                  <a:moveTo>
                    <a:pt x="29" y="10"/>
                  </a:moveTo>
                  <a:cubicBezTo>
                    <a:pt x="24" y="5"/>
                    <a:pt x="6" y="0"/>
                    <a:pt x="0" y="2"/>
                  </a:cubicBezTo>
                  <a:cubicBezTo>
                    <a:pt x="8" y="8"/>
                    <a:pt x="23" y="9"/>
                    <a:pt x="33" y="9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174">
              <a:extLst>
                <a:ext uri="{FF2B5EF4-FFF2-40B4-BE49-F238E27FC236}">
                  <a16:creationId xmlns:a16="http://schemas.microsoft.com/office/drawing/2014/main" id="{F431B56F-6529-4AAE-BDC6-3DD3154C6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370"/>
              <a:ext cx="17" cy="39"/>
            </a:xfrm>
            <a:custGeom>
              <a:avLst/>
              <a:gdLst>
                <a:gd name="T0" fmla="*/ 22 w 15"/>
                <a:gd name="T1" fmla="*/ 5 h 31"/>
                <a:gd name="T2" fmla="*/ 7 w 15"/>
                <a:gd name="T3" fmla="*/ 62 h 31"/>
                <a:gd name="T4" fmla="*/ 11 w 15"/>
                <a:gd name="T5" fmla="*/ 33 h 31"/>
                <a:gd name="T6" fmla="*/ 22 w 15"/>
                <a:gd name="T7" fmla="*/ 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1">
                  <a:moveTo>
                    <a:pt x="15" y="2"/>
                  </a:moveTo>
                  <a:cubicBezTo>
                    <a:pt x="7" y="0"/>
                    <a:pt x="0" y="26"/>
                    <a:pt x="4" y="31"/>
                  </a:cubicBezTo>
                  <a:cubicBezTo>
                    <a:pt x="6" y="27"/>
                    <a:pt x="6" y="22"/>
                    <a:pt x="8" y="17"/>
                  </a:cubicBezTo>
                  <a:cubicBezTo>
                    <a:pt x="10" y="12"/>
                    <a:pt x="13" y="7"/>
                    <a:pt x="15" y="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175">
              <a:extLst>
                <a:ext uri="{FF2B5EF4-FFF2-40B4-BE49-F238E27FC236}">
                  <a16:creationId xmlns:a16="http://schemas.microsoft.com/office/drawing/2014/main" id="{A343ECA5-588E-40B7-8B51-370919DE9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328"/>
              <a:ext cx="20" cy="28"/>
            </a:xfrm>
            <a:custGeom>
              <a:avLst/>
              <a:gdLst>
                <a:gd name="T0" fmla="*/ 7 w 17"/>
                <a:gd name="T1" fmla="*/ 46 h 22"/>
                <a:gd name="T2" fmla="*/ 25 w 17"/>
                <a:gd name="T3" fmla="*/ 0 h 22"/>
                <a:gd name="T4" fmla="*/ 8 w 17"/>
                <a:gd name="T5" fmla="*/ 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22"/>
                  </a:moveTo>
                  <a:cubicBezTo>
                    <a:pt x="0" y="15"/>
                    <a:pt x="6" y="1"/>
                    <a:pt x="15" y="0"/>
                  </a:cubicBezTo>
                  <a:cubicBezTo>
                    <a:pt x="17" y="5"/>
                    <a:pt x="8" y="12"/>
                    <a:pt x="5" y="14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176">
              <a:extLst>
                <a:ext uri="{FF2B5EF4-FFF2-40B4-BE49-F238E27FC236}">
                  <a16:creationId xmlns:a16="http://schemas.microsoft.com/office/drawing/2014/main" id="{B8E61FA4-34FE-4291-BC0C-636646C2D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384"/>
              <a:ext cx="50" cy="16"/>
            </a:xfrm>
            <a:custGeom>
              <a:avLst/>
              <a:gdLst>
                <a:gd name="T0" fmla="*/ 6 w 42"/>
                <a:gd name="T1" fmla="*/ 6 h 13"/>
                <a:gd name="T2" fmla="*/ 2 w 42"/>
                <a:gd name="T3" fmla="*/ 6 h 13"/>
                <a:gd name="T4" fmla="*/ 71 w 42"/>
                <a:gd name="T5" fmla="*/ 22 h 13"/>
                <a:gd name="T6" fmla="*/ 25 w 42"/>
                <a:gd name="T7" fmla="*/ 9 h 13"/>
                <a:gd name="T8" fmla="*/ 2 w 42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">
                  <a:moveTo>
                    <a:pt x="3" y="3"/>
                  </a:moveTo>
                  <a:cubicBezTo>
                    <a:pt x="4" y="3"/>
                    <a:pt x="0" y="3"/>
                    <a:pt x="2" y="3"/>
                  </a:cubicBezTo>
                  <a:cubicBezTo>
                    <a:pt x="12" y="3"/>
                    <a:pt x="37" y="0"/>
                    <a:pt x="42" y="12"/>
                  </a:cubicBezTo>
                  <a:cubicBezTo>
                    <a:pt x="34" y="13"/>
                    <a:pt x="23" y="7"/>
                    <a:pt x="15" y="5"/>
                  </a:cubicBezTo>
                  <a:cubicBezTo>
                    <a:pt x="11" y="5"/>
                    <a:pt x="6" y="5"/>
                    <a:pt x="2" y="3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177">
              <a:extLst>
                <a:ext uri="{FF2B5EF4-FFF2-40B4-BE49-F238E27FC236}">
                  <a16:creationId xmlns:a16="http://schemas.microsoft.com/office/drawing/2014/main" id="{49D0226E-BD82-4621-A8F6-EC3237F1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349"/>
              <a:ext cx="19" cy="28"/>
            </a:xfrm>
            <a:custGeom>
              <a:avLst/>
              <a:gdLst>
                <a:gd name="T0" fmla="*/ 0 w 16"/>
                <a:gd name="T1" fmla="*/ 41 h 23"/>
                <a:gd name="T2" fmla="*/ 27 w 16"/>
                <a:gd name="T3" fmla="*/ 0 h 23"/>
                <a:gd name="T4" fmla="*/ 0 w 16"/>
                <a:gd name="T5" fmla="*/ 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0" y="23"/>
                  </a:moveTo>
                  <a:cubicBezTo>
                    <a:pt x="6" y="16"/>
                    <a:pt x="11" y="8"/>
                    <a:pt x="16" y="0"/>
                  </a:cubicBezTo>
                  <a:cubicBezTo>
                    <a:pt x="11" y="0"/>
                    <a:pt x="2" y="14"/>
                    <a:pt x="0" y="19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178">
              <a:extLst>
                <a:ext uri="{FF2B5EF4-FFF2-40B4-BE49-F238E27FC236}">
                  <a16:creationId xmlns:a16="http://schemas.microsoft.com/office/drawing/2014/main" id="{AEC4F606-A5E6-4C2F-9604-7B17FC23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404"/>
              <a:ext cx="39" cy="19"/>
            </a:xfrm>
            <a:custGeom>
              <a:avLst/>
              <a:gdLst>
                <a:gd name="T0" fmla="*/ 53 w 33"/>
                <a:gd name="T1" fmla="*/ 10 h 15"/>
                <a:gd name="T2" fmla="*/ 1 w 33"/>
                <a:gd name="T3" fmla="*/ 29 h 15"/>
                <a:gd name="T4" fmla="*/ 54 w 33"/>
                <a:gd name="T5" fmla="*/ 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32" y="5"/>
                  </a:moveTo>
                  <a:cubicBezTo>
                    <a:pt x="27" y="0"/>
                    <a:pt x="0" y="3"/>
                    <a:pt x="1" y="14"/>
                  </a:cubicBezTo>
                  <a:cubicBezTo>
                    <a:pt x="12" y="15"/>
                    <a:pt x="22" y="5"/>
                    <a:pt x="33" y="6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179">
              <a:extLst>
                <a:ext uri="{FF2B5EF4-FFF2-40B4-BE49-F238E27FC236}">
                  <a16:creationId xmlns:a16="http://schemas.microsoft.com/office/drawing/2014/main" id="{9FBEFFC8-7352-4984-85D1-97DFA58C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409"/>
              <a:ext cx="40" cy="13"/>
            </a:xfrm>
            <a:custGeom>
              <a:avLst/>
              <a:gdLst>
                <a:gd name="T0" fmla="*/ 0 w 34"/>
                <a:gd name="T1" fmla="*/ 21 h 10"/>
                <a:gd name="T2" fmla="*/ 55 w 34"/>
                <a:gd name="T3" fmla="*/ 22 h 10"/>
                <a:gd name="T4" fmla="*/ 8 w 34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">
                  <a:moveTo>
                    <a:pt x="0" y="9"/>
                  </a:moveTo>
                  <a:cubicBezTo>
                    <a:pt x="3" y="4"/>
                    <a:pt x="28" y="7"/>
                    <a:pt x="34" y="10"/>
                  </a:cubicBezTo>
                  <a:cubicBezTo>
                    <a:pt x="26" y="6"/>
                    <a:pt x="13" y="0"/>
                    <a:pt x="5" y="5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180">
              <a:extLst>
                <a:ext uri="{FF2B5EF4-FFF2-40B4-BE49-F238E27FC236}">
                  <a16:creationId xmlns:a16="http://schemas.microsoft.com/office/drawing/2014/main" id="{94E5C6F4-D047-4ED2-8C0F-85B872B84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1414"/>
              <a:ext cx="17" cy="34"/>
            </a:xfrm>
            <a:custGeom>
              <a:avLst/>
              <a:gdLst>
                <a:gd name="T0" fmla="*/ 22 w 15"/>
                <a:gd name="T1" fmla="*/ 1 h 27"/>
                <a:gd name="T2" fmla="*/ 11 w 15"/>
                <a:gd name="T3" fmla="*/ 20 h 27"/>
                <a:gd name="T4" fmla="*/ 0 w 15"/>
                <a:gd name="T5" fmla="*/ 54 h 27"/>
                <a:gd name="T6" fmla="*/ 22 w 15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7">
                  <a:moveTo>
                    <a:pt x="15" y="1"/>
                  </a:moveTo>
                  <a:cubicBezTo>
                    <a:pt x="14" y="4"/>
                    <a:pt x="10" y="7"/>
                    <a:pt x="8" y="10"/>
                  </a:cubicBezTo>
                  <a:cubicBezTo>
                    <a:pt x="4" y="15"/>
                    <a:pt x="1" y="22"/>
                    <a:pt x="0" y="27"/>
                  </a:cubicBezTo>
                  <a:cubicBezTo>
                    <a:pt x="6" y="19"/>
                    <a:pt x="8" y="8"/>
                    <a:pt x="15" y="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181">
              <a:extLst>
                <a:ext uri="{FF2B5EF4-FFF2-40B4-BE49-F238E27FC236}">
                  <a16:creationId xmlns:a16="http://schemas.microsoft.com/office/drawing/2014/main" id="{B100C530-2FCA-4997-862B-447E78E1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411"/>
              <a:ext cx="55" cy="38"/>
            </a:xfrm>
            <a:custGeom>
              <a:avLst/>
              <a:gdLst>
                <a:gd name="T0" fmla="*/ 54 w 46"/>
                <a:gd name="T1" fmla="*/ 47 h 30"/>
                <a:gd name="T2" fmla="*/ 54 w 46"/>
                <a:gd name="T3" fmla="*/ 47 h 30"/>
                <a:gd name="T4" fmla="*/ 37 w 46"/>
                <a:gd name="T5" fmla="*/ 37 h 30"/>
                <a:gd name="T6" fmla="*/ 0 w 46"/>
                <a:gd name="T7" fmla="*/ 5 h 30"/>
                <a:gd name="T8" fmla="*/ 29 w 46"/>
                <a:gd name="T9" fmla="*/ 24 h 30"/>
                <a:gd name="T10" fmla="*/ 79 w 46"/>
                <a:gd name="T11" fmla="*/ 6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0">
                  <a:moveTo>
                    <a:pt x="32" y="23"/>
                  </a:moveTo>
                  <a:cubicBezTo>
                    <a:pt x="33" y="23"/>
                    <a:pt x="34" y="24"/>
                    <a:pt x="32" y="23"/>
                  </a:cubicBezTo>
                  <a:cubicBezTo>
                    <a:pt x="29" y="21"/>
                    <a:pt x="25" y="20"/>
                    <a:pt x="22" y="18"/>
                  </a:cubicBezTo>
                  <a:cubicBezTo>
                    <a:pt x="16" y="15"/>
                    <a:pt x="1" y="10"/>
                    <a:pt x="0" y="2"/>
                  </a:cubicBezTo>
                  <a:cubicBezTo>
                    <a:pt x="5" y="0"/>
                    <a:pt x="14" y="9"/>
                    <a:pt x="17" y="12"/>
                  </a:cubicBezTo>
                  <a:cubicBezTo>
                    <a:pt x="26" y="18"/>
                    <a:pt x="36" y="27"/>
                    <a:pt x="46" y="3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182">
              <a:extLst>
                <a:ext uri="{FF2B5EF4-FFF2-40B4-BE49-F238E27FC236}">
                  <a16:creationId xmlns:a16="http://schemas.microsoft.com/office/drawing/2014/main" id="{DAFF6C95-4913-46B8-97ED-BB7C9BCEB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1417"/>
              <a:ext cx="38" cy="37"/>
            </a:xfrm>
            <a:custGeom>
              <a:avLst/>
              <a:gdLst>
                <a:gd name="T0" fmla="*/ 51 w 32"/>
                <a:gd name="T1" fmla="*/ 53 h 30"/>
                <a:gd name="T2" fmla="*/ 0 w 32"/>
                <a:gd name="T3" fmla="*/ 0 h 30"/>
                <a:gd name="T4" fmla="*/ 53 w 32"/>
                <a:gd name="T5" fmla="*/ 5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0">
                  <a:moveTo>
                    <a:pt x="30" y="28"/>
                  </a:moveTo>
                  <a:cubicBezTo>
                    <a:pt x="21" y="19"/>
                    <a:pt x="13" y="4"/>
                    <a:pt x="0" y="0"/>
                  </a:cubicBezTo>
                  <a:cubicBezTo>
                    <a:pt x="6" y="13"/>
                    <a:pt x="22" y="20"/>
                    <a:pt x="32" y="3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183">
              <a:extLst>
                <a:ext uri="{FF2B5EF4-FFF2-40B4-BE49-F238E27FC236}">
                  <a16:creationId xmlns:a16="http://schemas.microsoft.com/office/drawing/2014/main" id="{42A86F05-9F2C-4F72-902C-5DC3C2768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428"/>
              <a:ext cx="20" cy="45"/>
            </a:xfrm>
            <a:custGeom>
              <a:avLst/>
              <a:gdLst>
                <a:gd name="T0" fmla="*/ 26 w 17"/>
                <a:gd name="T1" fmla="*/ 70 h 36"/>
                <a:gd name="T2" fmla="*/ 18 w 17"/>
                <a:gd name="T3" fmla="*/ 38 h 36"/>
                <a:gd name="T4" fmla="*/ 0 w 17"/>
                <a:gd name="T5" fmla="*/ 0 h 36"/>
                <a:gd name="T6" fmla="*/ 6 w 17"/>
                <a:gd name="T7" fmla="*/ 16 h 36"/>
                <a:gd name="T8" fmla="*/ 28 w 17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6">
                  <a:moveTo>
                    <a:pt x="16" y="36"/>
                  </a:moveTo>
                  <a:cubicBezTo>
                    <a:pt x="14" y="31"/>
                    <a:pt x="13" y="25"/>
                    <a:pt x="11" y="19"/>
                  </a:cubicBezTo>
                  <a:cubicBezTo>
                    <a:pt x="9" y="14"/>
                    <a:pt x="5" y="1"/>
                    <a:pt x="0" y="0"/>
                  </a:cubicBezTo>
                  <a:cubicBezTo>
                    <a:pt x="0" y="3"/>
                    <a:pt x="1" y="5"/>
                    <a:pt x="3" y="8"/>
                  </a:cubicBezTo>
                  <a:cubicBezTo>
                    <a:pt x="7" y="16"/>
                    <a:pt x="12" y="24"/>
                    <a:pt x="17" y="3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184">
              <a:extLst>
                <a:ext uri="{FF2B5EF4-FFF2-40B4-BE49-F238E27FC236}">
                  <a16:creationId xmlns:a16="http://schemas.microsoft.com/office/drawing/2014/main" id="{183095D1-B67D-46B1-AE10-39ED16FCD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413"/>
              <a:ext cx="29" cy="36"/>
            </a:xfrm>
            <a:custGeom>
              <a:avLst/>
              <a:gdLst>
                <a:gd name="T0" fmla="*/ 0 w 25"/>
                <a:gd name="T1" fmla="*/ 53 h 29"/>
                <a:gd name="T2" fmla="*/ 1 w 25"/>
                <a:gd name="T3" fmla="*/ 56 h 29"/>
                <a:gd name="T4" fmla="*/ 39 w 25"/>
                <a:gd name="T5" fmla="*/ 0 h 29"/>
                <a:gd name="T6" fmla="*/ 1 w 25"/>
                <a:gd name="T7" fmla="*/ 4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9">
                  <a:moveTo>
                    <a:pt x="0" y="28"/>
                  </a:moveTo>
                  <a:cubicBezTo>
                    <a:pt x="0" y="29"/>
                    <a:pt x="0" y="29"/>
                    <a:pt x="1" y="29"/>
                  </a:cubicBezTo>
                  <a:cubicBezTo>
                    <a:pt x="10" y="21"/>
                    <a:pt x="18" y="10"/>
                    <a:pt x="25" y="0"/>
                  </a:cubicBezTo>
                  <a:cubicBezTo>
                    <a:pt x="16" y="1"/>
                    <a:pt x="2" y="14"/>
                    <a:pt x="1" y="23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185">
              <a:extLst>
                <a:ext uri="{FF2B5EF4-FFF2-40B4-BE49-F238E27FC236}">
                  <a16:creationId xmlns:a16="http://schemas.microsoft.com/office/drawing/2014/main" id="{C8C1710F-F957-454F-B272-4E413E93D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424"/>
              <a:ext cx="53" cy="29"/>
            </a:xfrm>
            <a:custGeom>
              <a:avLst/>
              <a:gdLst>
                <a:gd name="T0" fmla="*/ 0 w 45"/>
                <a:gd name="T1" fmla="*/ 47 h 23"/>
                <a:gd name="T2" fmla="*/ 0 w 45"/>
                <a:gd name="T3" fmla="*/ 40 h 23"/>
                <a:gd name="T4" fmla="*/ 73 w 45"/>
                <a:gd name="T5" fmla="*/ 5 h 23"/>
                <a:gd name="T6" fmla="*/ 1 w 45"/>
                <a:gd name="T7" fmla="*/ 4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3">
                  <a:moveTo>
                    <a:pt x="0" y="23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14" y="18"/>
                    <a:pt x="36" y="13"/>
                    <a:pt x="45" y="2"/>
                  </a:cubicBezTo>
                  <a:cubicBezTo>
                    <a:pt x="34" y="0"/>
                    <a:pt x="5" y="11"/>
                    <a:pt x="1" y="2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186">
              <a:extLst>
                <a:ext uri="{FF2B5EF4-FFF2-40B4-BE49-F238E27FC236}">
                  <a16:creationId xmlns:a16="http://schemas.microsoft.com/office/drawing/2014/main" id="{6C4207C6-C3E3-4C8C-B3EA-27DA0278A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297"/>
              <a:ext cx="8" cy="26"/>
            </a:xfrm>
            <a:custGeom>
              <a:avLst/>
              <a:gdLst>
                <a:gd name="T0" fmla="*/ 1 w 7"/>
                <a:gd name="T1" fmla="*/ 40 h 21"/>
                <a:gd name="T2" fmla="*/ 10 w 7"/>
                <a:gd name="T3" fmla="*/ 0 h 21"/>
                <a:gd name="T4" fmla="*/ 0 w 7"/>
                <a:gd name="T5" fmla="*/ 3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1" y="21"/>
                  </a:moveTo>
                  <a:cubicBezTo>
                    <a:pt x="5" y="16"/>
                    <a:pt x="7" y="7"/>
                    <a:pt x="7" y="0"/>
                  </a:cubicBezTo>
                  <a:cubicBezTo>
                    <a:pt x="7" y="6"/>
                    <a:pt x="3" y="15"/>
                    <a:pt x="0" y="2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187">
              <a:extLst>
                <a:ext uri="{FF2B5EF4-FFF2-40B4-BE49-F238E27FC236}">
                  <a16:creationId xmlns:a16="http://schemas.microsoft.com/office/drawing/2014/main" id="{45BF07B7-8F8C-49D2-A9C3-0E1A3E45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287"/>
              <a:ext cx="27" cy="49"/>
            </a:xfrm>
            <a:custGeom>
              <a:avLst/>
              <a:gdLst>
                <a:gd name="T0" fmla="*/ 38 w 23"/>
                <a:gd name="T1" fmla="*/ 78 h 39"/>
                <a:gd name="T2" fmla="*/ 0 w 23"/>
                <a:gd name="T3" fmla="*/ 0 h 39"/>
                <a:gd name="T4" fmla="*/ 31 w 23"/>
                <a:gd name="T5" fmla="*/ 6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9">
                  <a:moveTo>
                    <a:pt x="23" y="39"/>
                  </a:moveTo>
                  <a:cubicBezTo>
                    <a:pt x="23" y="29"/>
                    <a:pt x="11" y="2"/>
                    <a:pt x="0" y="0"/>
                  </a:cubicBezTo>
                  <a:cubicBezTo>
                    <a:pt x="4" y="12"/>
                    <a:pt x="16" y="22"/>
                    <a:pt x="19" y="35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188">
              <a:extLst>
                <a:ext uri="{FF2B5EF4-FFF2-40B4-BE49-F238E27FC236}">
                  <a16:creationId xmlns:a16="http://schemas.microsoft.com/office/drawing/2014/main" id="{0E30EF29-CA99-4B15-8083-49027C07A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1340"/>
              <a:ext cx="55" cy="25"/>
            </a:xfrm>
            <a:custGeom>
              <a:avLst/>
              <a:gdLst>
                <a:gd name="T0" fmla="*/ 0 w 47"/>
                <a:gd name="T1" fmla="*/ 20 h 20"/>
                <a:gd name="T2" fmla="*/ 75 w 47"/>
                <a:gd name="T3" fmla="*/ 20 h 20"/>
                <a:gd name="T4" fmla="*/ 7 w 47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">
                  <a:moveTo>
                    <a:pt x="0" y="10"/>
                  </a:moveTo>
                  <a:cubicBezTo>
                    <a:pt x="12" y="6"/>
                    <a:pt x="37" y="0"/>
                    <a:pt x="47" y="10"/>
                  </a:cubicBezTo>
                  <a:cubicBezTo>
                    <a:pt x="37" y="20"/>
                    <a:pt x="16" y="3"/>
                    <a:pt x="4" y="1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189">
              <a:extLst>
                <a:ext uri="{FF2B5EF4-FFF2-40B4-BE49-F238E27FC236}">
                  <a16:creationId xmlns:a16="http://schemas.microsoft.com/office/drawing/2014/main" id="{866B778A-59E3-4BAA-8F5C-AC88F3BDB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1323"/>
              <a:ext cx="41" cy="44"/>
            </a:xfrm>
            <a:custGeom>
              <a:avLst/>
              <a:gdLst>
                <a:gd name="T0" fmla="*/ 54 w 35"/>
                <a:gd name="T1" fmla="*/ 65 h 35"/>
                <a:gd name="T2" fmla="*/ 54 w 35"/>
                <a:gd name="T3" fmla="*/ 65 h 35"/>
                <a:gd name="T4" fmla="*/ 40 w 35"/>
                <a:gd name="T5" fmla="*/ 41 h 35"/>
                <a:gd name="T6" fmla="*/ 0 w 35"/>
                <a:gd name="T7" fmla="*/ 0 h 35"/>
                <a:gd name="T8" fmla="*/ 19 w 35"/>
                <a:gd name="T9" fmla="*/ 29 h 35"/>
                <a:gd name="T10" fmla="*/ 50 w 35"/>
                <a:gd name="T11" fmla="*/ 6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5">
                  <a:moveTo>
                    <a:pt x="33" y="33"/>
                  </a:moveTo>
                  <a:cubicBezTo>
                    <a:pt x="33" y="34"/>
                    <a:pt x="35" y="35"/>
                    <a:pt x="33" y="33"/>
                  </a:cubicBezTo>
                  <a:cubicBezTo>
                    <a:pt x="30" y="29"/>
                    <a:pt x="28" y="25"/>
                    <a:pt x="25" y="21"/>
                  </a:cubicBezTo>
                  <a:cubicBezTo>
                    <a:pt x="19" y="14"/>
                    <a:pt x="10" y="1"/>
                    <a:pt x="0" y="0"/>
                  </a:cubicBezTo>
                  <a:cubicBezTo>
                    <a:pt x="1" y="5"/>
                    <a:pt x="9" y="10"/>
                    <a:pt x="12" y="14"/>
                  </a:cubicBezTo>
                  <a:cubicBezTo>
                    <a:pt x="19" y="20"/>
                    <a:pt x="25" y="26"/>
                    <a:pt x="32" y="3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190">
              <a:extLst>
                <a:ext uri="{FF2B5EF4-FFF2-40B4-BE49-F238E27FC236}">
                  <a16:creationId xmlns:a16="http://schemas.microsoft.com/office/drawing/2014/main" id="{D27671C9-E8A5-4EE5-8107-EB74DE66F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1343"/>
              <a:ext cx="32" cy="38"/>
            </a:xfrm>
            <a:custGeom>
              <a:avLst/>
              <a:gdLst>
                <a:gd name="T0" fmla="*/ 44 w 27"/>
                <a:gd name="T1" fmla="*/ 56 h 30"/>
                <a:gd name="T2" fmla="*/ 44 w 27"/>
                <a:gd name="T3" fmla="*/ 61 h 30"/>
                <a:gd name="T4" fmla="*/ 0 w 27"/>
                <a:gd name="T5" fmla="*/ 0 h 30"/>
                <a:gd name="T6" fmla="*/ 45 w 27"/>
                <a:gd name="T7" fmla="*/ 6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0">
                  <a:moveTo>
                    <a:pt x="26" y="28"/>
                  </a:moveTo>
                  <a:cubicBezTo>
                    <a:pt x="26" y="29"/>
                    <a:pt x="26" y="29"/>
                    <a:pt x="26" y="30"/>
                  </a:cubicBezTo>
                  <a:cubicBezTo>
                    <a:pt x="20" y="18"/>
                    <a:pt x="12" y="7"/>
                    <a:pt x="0" y="0"/>
                  </a:cubicBezTo>
                  <a:cubicBezTo>
                    <a:pt x="4" y="12"/>
                    <a:pt x="20" y="19"/>
                    <a:pt x="27" y="3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191">
              <a:extLst>
                <a:ext uri="{FF2B5EF4-FFF2-40B4-BE49-F238E27FC236}">
                  <a16:creationId xmlns:a16="http://schemas.microsoft.com/office/drawing/2014/main" id="{42680702-E84D-47BC-8C8F-9E15B74F4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1367"/>
              <a:ext cx="22" cy="41"/>
            </a:xfrm>
            <a:custGeom>
              <a:avLst/>
              <a:gdLst>
                <a:gd name="T0" fmla="*/ 32 w 18"/>
                <a:gd name="T1" fmla="*/ 63 h 32"/>
                <a:gd name="T2" fmla="*/ 0 w 18"/>
                <a:gd name="T3" fmla="*/ 0 h 32"/>
                <a:gd name="T4" fmla="*/ 33 w 18"/>
                <a:gd name="T5" fmla="*/ 6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2">
                  <a:moveTo>
                    <a:pt x="17" y="30"/>
                  </a:moveTo>
                  <a:cubicBezTo>
                    <a:pt x="17" y="17"/>
                    <a:pt x="9" y="8"/>
                    <a:pt x="0" y="0"/>
                  </a:cubicBezTo>
                  <a:cubicBezTo>
                    <a:pt x="7" y="11"/>
                    <a:pt x="14" y="20"/>
                    <a:pt x="18" y="3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192">
              <a:extLst>
                <a:ext uri="{FF2B5EF4-FFF2-40B4-BE49-F238E27FC236}">
                  <a16:creationId xmlns:a16="http://schemas.microsoft.com/office/drawing/2014/main" id="{A03D828F-3B27-473F-AB70-B6D194CB3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1390"/>
              <a:ext cx="37" cy="30"/>
            </a:xfrm>
            <a:custGeom>
              <a:avLst/>
              <a:gdLst>
                <a:gd name="T0" fmla="*/ 50 w 32"/>
                <a:gd name="T1" fmla="*/ 48 h 24"/>
                <a:gd name="T2" fmla="*/ 1 w 32"/>
                <a:gd name="T3" fmla="*/ 0 h 24"/>
                <a:gd name="T4" fmla="*/ 43 w 32"/>
                <a:gd name="T5" fmla="*/ 3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32" y="24"/>
                  </a:moveTo>
                  <a:cubicBezTo>
                    <a:pt x="25" y="15"/>
                    <a:pt x="13" y="0"/>
                    <a:pt x="1" y="0"/>
                  </a:cubicBezTo>
                  <a:cubicBezTo>
                    <a:pt x="0" y="9"/>
                    <a:pt x="22" y="17"/>
                    <a:pt x="28" y="19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193">
              <a:extLst>
                <a:ext uri="{FF2B5EF4-FFF2-40B4-BE49-F238E27FC236}">
                  <a16:creationId xmlns:a16="http://schemas.microsoft.com/office/drawing/2014/main" id="{7D2116D6-7C21-4F4F-A757-362E8431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375"/>
              <a:ext cx="55" cy="20"/>
            </a:xfrm>
            <a:custGeom>
              <a:avLst/>
              <a:gdLst>
                <a:gd name="T0" fmla="*/ 0 w 47"/>
                <a:gd name="T1" fmla="*/ 31 h 16"/>
                <a:gd name="T2" fmla="*/ 22 w 47"/>
                <a:gd name="T3" fmla="*/ 23 h 16"/>
                <a:gd name="T4" fmla="*/ 75 w 47"/>
                <a:gd name="T5" fmla="*/ 14 h 16"/>
                <a:gd name="T6" fmla="*/ 13 w 47"/>
                <a:gd name="T7" fmla="*/ 2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0" y="16"/>
                    <a:pt x="11" y="12"/>
                    <a:pt x="14" y="11"/>
                  </a:cubicBezTo>
                  <a:cubicBezTo>
                    <a:pt x="21" y="8"/>
                    <a:pt x="41" y="0"/>
                    <a:pt x="47" y="7"/>
                  </a:cubicBezTo>
                  <a:cubicBezTo>
                    <a:pt x="43" y="16"/>
                    <a:pt x="16" y="12"/>
                    <a:pt x="8" y="11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194">
              <a:extLst>
                <a:ext uri="{FF2B5EF4-FFF2-40B4-BE49-F238E27FC236}">
                  <a16:creationId xmlns:a16="http://schemas.microsoft.com/office/drawing/2014/main" id="{D353C44F-8E45-40D4-9E20-8FDF0EB3F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313"/>
              <a:ext cx="15" cy="41"/>
            </a:xfrm>
            <a:custGeom>
              <a:avLst/>
              <a:gdLst>
                <a:gd name="T0" fmla="*/ 20 w 13"/>
                <a:gd name="T1" fmla="*/ 68 h 32"/>
                <a:gd name="T2" fmla="*/ 0 w 13"/>
                <a:gd name="T3" fmla="*/ 0 h 32"/>
                <a:gd name="T4" fmla="*/ 14 w 13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13" y="32"/>
                  </a:moveTo>
                  <a:cubicBezTo>
                    <a:pt x="8" y="23"/>
                    <a:pt x="2" y="11"/>
                    <a:pt x="0" y="0"/>
                  </a:cubicBezTo>
                  <a:cubicBezTo>
                    <a:pt x="3" y="9"/>
                    <a:pt x="6" y="16"/>
                    <a:pt x="9" y="25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195">
              <a:extLst>
                <a:ext uri="{FF2B5EF4-FFF2-40B4-BE49-F238E27FC236}">
                  <a16:creationId xmlns:a16="http://schemas.microsoft.com/office/drawing/2014/main" id="{B5F019F4-9551-411C-A171-734CB93A7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413"/>
              <a:ext cx="44" cy="17"/>
            </a:xfrm>
            <a:custGeom>
              <a:avLst/>
              <a:gdLst>
                <a:gd name="T0" fmla="*/ 0 w 37"/>
                <a:gd name="T1" fmla="*/ 6 h 14"/>
                <a:gd name="T2" fmla="*/ 25 w 37"/>
                <a:gd name="T3" fmla="*/ 2 h 14"/>
                <a:gd name="T4" fmla="*/ 62 w 37"/>
                <a:gd name="T5" fmla="*/ 7 h 14"/>
                <a:gd name="T6" fmla="*/ 2 w 37"/>
                <a:gd name="T7" fmla="*/ 7 h 14"/>
                <a:gd name="T8" fmla="*/ 6 w 37"/>
                <a:gd name="T9" fmla="*/ 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4">
                  <a:moveTo>
                    <a:pt x="0" y="3"/>
                  </a:moveTo>
                  <a:cubicBezTo>
                    <a:pt x="4" y="1"/>
                    <a:pt x="10" y="2"/>
                    <a:pt x="15" y="2"/>
                  </a:cubicBezTo>
                  <a:cubicBezTo>
                    <a:pt x="20" y="2"/>
                    <a:pt x="33" y="0"/>
                    <a:pt x="37" y="4"/>
                  </a:cubicBezTo>
                  <a:cubicBezTo>
                    <a:pt x="31" y="14"/>
                    <a:pt x="10" y="7"/>
                    <a:pt x="2" y="4"/>
                  </a:cubicBezTo>
                  <a:cubicBezTo>
                    <a:pt x="1" y="3"/>
                    <a:pt x="2" y="3"/>
                    <a:pt x="3" y="3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196">
              <a:extLst>
                <a:ext uri="{FF2B5EF4-FFF2-40B4-BE49-F238E27FC236}">
                  <a16:creationId xmlns:a16="http://schemas.microsoft.com/office/drawing/2014/main" id="{BA307E88-B883-4E46-9754-3CF7B2F4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1410"/>
              <a:ext cx="60" cy="68"/>
            </a:xfrm>
            <a:custGeom>
              <a:avLst/>
              <a:gdLst>
                <a:gd name="T0" fmla="*/ 0 w 51"/>
                <a:gd name="T1" fmla="*/ 106 h 54"/>
                <a:gd name="T2" fmla="*/ 84 w 51"/>
                <a:gd name="T3" fmla="*/ 0 h 54"/>
                <a:gd name="T4" fmla="*/ 2 w 51"/>
                <a:gd name="T5" fmla="*/ 10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4">
                  <a:moveTo>
                    <a:pt x="0" y="53"/>
                  </a:moveTo>
                  <a:cubicBezTo>
                    <a:pt x="17" y="38"/>
                    <a:pt x="38" y="19"/>
                    <a:pt x="51" y="0"/>
                  </a:cubicBezTo>
                  <a:cubicBezTo>
                    <a:pt x="32" y="6"/>
                    <a:pt x="11" y="38"/>
                    <a:pt x="2" y="54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197">
              <a:extLst>
                <a:ext uri="{FF2B5EF4-FFF2-40B4-BE49-F238E27FC236}">
                  <a16:creationId xmlns:a16="http://schemas.microsoft.com/office/drawing/2014/main" id="{82C7AB23-4340-41EB-8205-50CFDC1B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425"/>
              <a:ext cx="56" cy="55"/>
            </a:xfrm>
            <a:custGeom>
              <a:avLst/>
              <a:gdLst>
                <a:gd name="T0" fmla="*/ 8 w 48"/>
                <a:gd name="T1" fmla="*/ 88 h 43"/>
                <a:gd name="T2" fmla="*/ 0 w 48"/>
                <a:gd name="T3" fmla="*/ 90 h 43"/>
                <a:gd name="T4" fmla="*/ 67 w 48"/>
                <a:gd name="T5" fmla="*/ 0 h 43"/>
                <a:gd name="T6" fmla="*/ 7 w 48"/>
                <a:gd name="T7" fmla="*/ 8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3">
                  <a:moveTo>
                    <a:pt x="5" y="42"/>
                  </a:moveTo>
                  <a:cubicBezTo>
                    <a:pt x="3" y="43"/>
                    <a:pt x="2" y="43"/>
                    <a:pt x="0" y="43"/>
                  </a:cubicBezTo>
                  <a:cubicBezTo>
                    <a:pt x="10" y="33"/>
                    <a:pt x="48" y="18"/>
                    <a:pt x="42" y="0"/>
                  </a:cubicBezTo>
                  <a:cubicBezTo>
                    <a:pt x="27" y="10"/>
                    <a:pt x="19" y="29"/>
                    <a:pt x="4" y="38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198">
              <a:extLst>
                <a:ext uri="{FF2B5EF4-FFF2-40B4-BE49-F238E27FC236}">
                  <a16:creationId xmlns:a16="http://schemas.microsoft.com/office/drawing/2014/main" id="{AE58AC6F-3DDC-4CC7-923D-FDB58B08C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1437"/>
              <a:ext cx="51" cy="41"/>
            </a:xfrm>
            <a:custGeom>
              <a:avLst/>
              <a:gdLst>
                <a:gd name="T0" fmla="*/ 11 w 43"/>
                <a:gd name="T1" fmla="*/ 57 h 33"/>
                <a:gd name="T2" fmla="*/ 0 w 43"/>
                <a:gd name="T3" fmla="*/ 62 h 33"/>
                <a:gd name="T4" fmla="*/ 71 w 43"/>
                <a:gd name="T5" fmla="*/ 0 h 33"/>
                <a:gd name="T6" fmla="*/ 2 w 43"/>
                <a:gd name="T7" fmla="*/ 6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3">
                  <a:moveTo>
                    <a:pt x="7" y="30"/>
                  </a:moveTo>
                  <a:cubicBezTo>
                    <a:pt x="4" y="31"/>
                    <a:pt x="3" y="33"/>
                    <a:pt x="0" y="32"/>
                  </a:cubicBezTo>
                  <a:cubicBezTo>
                    <a:pt x="14" y="27"/>
                    <a:pt x="34" y="12"/>
                    <a:pt x="43" y="0"/>
                  </a:cubicBezTo>
                  <a:cubicBezTo>
                    <a:pt x="28" y="7"/>
                    <a:pt x="15" y="22"/>
                    <a:pt x="2" y="3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199">
              <a:extLst>
                <a:ext uri="{FF2B5EF4-FFF2-40B4-BE49-F238E27FC236}">
                  <a16:creationId xmlns:a16="http://schemas.microsoft.com/office/drawing/2014/main" id="{2E82632E-670B-4277-8596-C4C7BB119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" y="1469"/>
              <a:ext cx="64" cy="18"/>
            </a:xfrm>
            <a:custGeom>
              <a:avLst/>
              <a:gdLst>
                <a:gd name="T0" fmla="*/ 1 w 54"/>
                <a:gd name="T1" fmla="*/ 22 h 14"/>
                <a:gd name="T2" fmla="*/ 90 w 54"/>
                <a:gd name="T3" fmla="*/ 22 h 14"/>
                <a:gd name="T4" fmla="*/ 15 w 54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4">
                  <a:moveTo>
                    <a:pt x="1" y="10"/>
                  </a:moveTo>
                  <a:cubicBezTo>
                    <a:pt x="0" y="14"/>
                    <a:pt x="45" y="13"/>
                    <a:pt x="54" y="10"/>
                  </a:cubicBezTo>
                  <a:cubicBezTo>
                    <a:pt x="46" y="0"/>
                    <a:pt x="20" y="1"/>
                    <a:pt x="9" y="7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200">
              <a:extLst>
                <a:ext uri="{FF2B5EF4-FFF2-40B4-BE49-F238E27FC236}">
                  <a16:creationId xmlns:a16="http://schemas.microsoft.com/office/drawing/2014/main" id="{62CA4367-9136-4DB8-B305-170ED4D52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1485"/>
              <a:ext cx="46" cy="31"/>
            </a:xfrm>
            <a:custGeom>
              <a:avLst/>
              <a:gdLst>
                <a:gd name="T0" fmla="*/ 0 w 39"/>
                <a:gd name="T1" fmla="*/ 6 h 25"/>
                <a:gd name="T2" fmla="*/ 64 w 39"/>
                <a:gd name="T3" fmla="*/ 47 h 25"/>
                <a:gd name="T4" fmla="*/ 1 w 3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5">
                  <a:moveTo>
                    <a:pt x="0" y="3"/>
                  </a:moveTo>
                  <a:cubicBezTo>
                    <a:pt x="8" y="3"/>
                    <a:pt x="27" y="23"/>
                    <a:pt x="39" y="25"/>
                  </a:cubicBezTo>
                  <a:cubicBezTo>
                    <a:pt x="33" y="14"/>
                    <a:pt x="13" y="3"/>
                    <a:pt x="1" y="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201">
              <a:extLst>
                <a:ext uri="{FF2B5EF4-FFF2-40B4-BE49-F238E27FC236}">
                  <a16:creationId xmlns:a16="http://schemas.microsoft.com/office/drawing/2014/main" id="{AB83BC0F-1D09-49C6-A128-B977DCF1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485"/>
              <a:ext cx="49" cy="50"/>
            </a:xfrm>
            <a:custGeom>
              <a:avLst/>
              <a:gdLst>
                <a:gd name="T0" fmla="*/ 7 w 42"/>
                <a:gd name="T1" fmla="*/ 6 h 40"/>
                <a:gd name="T2" fmla="*/ 7 w 42"/>
                <a:gd name="T3" fmla="*/ 0 h 40"/>
                <a:gd name="T4" fmla="*/ 67 w 42"/>
                <a:gd name="T5" fmla="*/ 79 h 40"/>
                <a:gd name="T6" fmla="*/ 0 w 42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0">
                  <a:moveTo>
                    <a:pt x="4" y="3"/>
                  </a:moveTo>
                  <a:cubicBezTo>
                    <a:pt x="3" y="2"/>
                    <a:pt x="3" y="1"/>
                    <a:pt x="4" y="0"/>
                  </a:cubicBezTo>
                  <a:cubicBezTo>
                    <a:pt x="19" y="11"/>
                    <a:pt x="25" y="32"/>
                    <a:pt x="42" y="40"/>
                  </a:cubicBezTo>
                  <a:cubicBezTo>
                    <a:pt x="39" y="20"/>
                    <a:pt x="15" y="10"/>
                    <a:pt x="0" y="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202">
              <a:extLst>
                <a:ext uri="{FF2B5EF4-FFF2-40B4-BE49-F238E27FC236}">
                  <a16:creationId xmlns:a16="http://schemas.microsoft.com/office/drawing/2014/main" id="{E1EDC9AE-7AE6-43D9-966D-1A0D4ADE9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" y="1515"/>
              <a:ext cx="55" cy="27"/>
            </a:xfrm>
            <a:custGeom>
              <a:avLst/>
              <a:gdLst>
                <a:gd name="T0" fmla="*/ 0 w 47"/>
                <a:gd name="T1" fmla="*/ 41 h 22"/>
                <a:gd name="T2" fmla="*/ 75 w 47"/>
                <a:gd name="T3" fmla="*/ 0 h 22"/>
                <a:gd name="T4" fmla="*/ 1 w 47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22"/>
                  </a:moveTo>
                  <a:cubicBezTo>
                    <a:pt x="15" y="14"/>
                    <a:pt x="33" y="9"/>
                    <a:pt x="47" y="0"/>
                  </a:cubicBezTo>
                  <a:cubicBezTo>
                    <a:pt x="33" y="2"/>
                    <a:pt x="14" y="11"/>
                    <a:pt x="1" y="18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203">
              <a:extLst>
                <a:ext uri="{FF2B5EF4-FFF2-40B4-BE49-F238E27FC236}">
                  <a16:creationId xmlns:a16="http://schemas.microsoft.com/office/drawing/2014/main" id="{772B3D76-E040-45DA-894A-544901D6A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" y="1530"/>
              <a:ext cx="10" cy="45"/>
            </a:xfrm>
            <a:custGeom>
              <a:avLst/>
              <a:gdLst>
                <a:gd name="T0" fmla="*/ 0 w 8"/>
                <a:gd name="T1" fmla="*/ 70 h 36"/>
                <a:gd name="T2" fmla="*/ 16 w 8"/>
                <a:gd name="T3" fmla="*/ 0 h 36"/>
                <a:gd name="T4" fmla="*/ 8 w 8"/>
                <a:gd name="T5" fmla="*/ 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6">
                  <a:moveTo>
                    <a:pt x="0" y="36"/>
                  </a:moveTo>
                  <a:cubicBezTo>
                    <a:pt x="5" y="25"/>
                    <a:pt x="8" y="12"/>
                    <a:pt x="8" y="0"/>
                  </a:cubicBezTo>
                  <a:cubicBezTo>
                    <a:pt x="8" y="11"/>
                    <a:pt x="3" y="21"/>
                    <a:pt x="4" y="3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204">
              <a:extLst>
                <a:ext uri="{FF2B5EF4-FFF2-40B4-BE49-F238E27FC236}">
                  <a16:creationId xmlns:a16="http://schemas.microsoft.com/office/drawing/2014/main" id="{83D3214A-02EA-4525-8A27-4A2172706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417"/>
              <a:ext cx="49" cy="57"/>
            </a:xfrm>
            <a:custGeom>
              <a:avLst/>
              <a:gdLst>
                <a:gd name="T0" fmla="*/ 0 w 41"/>
                <a:gd name="T1" fmla="*/ 88 h 46"/>
                <a:gd name="T2" fmla="*/ 71 w 41"/>
                <a:gd name="T3" fmla="*/ 0 h 46"/>
                <a:gd name="T4" fmla="*/ 2 w 41"/>
                <a:gd name="T5" fmla="*/ 8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6">
                  <a:moveTo>
                    <a:pt x="0" y="46"/>
                  </a:moveTo>
                  <a:cubicBezTo>
                    <a:pt x="12" y="29"/>
                    <a:pt x="32" y="19"/>
                    <a:pt x="41" y="0"/>
                  </a:cubicBezTo>
                  <a:cubicBezTo>
                    <a:pt x="24" y="0"/>
                    <a:pt x="13" y="35"/>
                    <a:pt x="2" y="46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205">
              <a:extLst>
                <a:ext uri="{FF2B5EF4-FFF2-40B4-BE49-F238E27FC236}">
                  <a16:creationId xmlns:a16="http://schemas.microsoft.com/office/drawing/2014/main" id="{DC95B22C-93CF-49A4-8B8B-1F4AF7415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439"/>
              <a:ext cx="76" cy="34"/>
            </a:xfrm>
            <a:custGeom>
              <a:avLst/>
              <a:gdLst>
                <a:gd name="T0" fmla="*/ 107 w 64"/>
                <a:gd name="T1" fmla="*/ 54 h 27"/>
                <a:gd name="T2" fmla="*/ 0 w 64"/>
                <a:gd name="T3" fmla="*/ 0 h 27"/>
                <a:gd name="T4" fmla="*/ 77 w 64"/>
                <a:gd name="T5" fmla="*/ 4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7">
                  <a:moveTo>
                    <a:pt x="64" y="27"/>
                  </a:moveTo>
                  <a:cubicBezTo>
                    <a:pt x="44" y="19"/>
                    <a:pt x="22" y="2"/>
                    <a:pt x="0" y="0"/>
                  </a:cubicBezTo>
                  <a:cubicBezTo>
                    <a:pt x="1" y="16"/>
                    <a:pt x="33" y="22"/>
                    <a:pt x="46" y="24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206">
              <a:extLst>
                <a:ext uri="{FF2B5EF4-FFF2-40B4-BE49-F238E27FC236}">
                  <a16:creationId xmlns:a16="http://schemas.microsoft.com/office/drawing/2014/main" id="{08FCFE1A-70BB-4E87-9D88-79B51CAA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595"/>
              <a:ext cx="49" cy="84"/>
            </a:xfrm>
            <a:custGeom>
              <a:avLst/>
              <a:gdLst>
                <a:gd name="T0" fmla="*/ 53 w 41"/>
                <a:gd name="T1" fmla="*/ 136 h 66"/>
                <a:gd name="T2" fmla="*/ 0 w 41"/>
                <a:gd name="T3" fmla="*/ 0 h 66"/>
                <a:gd name="T4" fmla="*/ 45 w 41"/>
                <a:gd name="T5" fmla="*/ 12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6">
                  <a:moveTo>
                    <a:pt x="31" y="66"/>
                  </a:moveTo>
                  <a:cubicBezTo>
                    <a:pt x="41" y="62"/>
                    <a:pt x="10" y="4"/>
                    <a:pt x="0" y="0"/>
                  </a:cubicBezTo>
                  <a:cubicBezTo>
                    <a:pt x="3" y="21"/>
                    <a:pt x="22" y="37"/>
                    <a:pt x="27" y="58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207">
              <a:extLst>
                <a:ext uri="{FF2B5EF4-FFF2-40B4-BE49-F238E27FC236}">
                  <a16:creationId xmlns:a16="http://schemas.microsoft.com/office/drawing/2014/main" id="{AF696345-4E33-44B4-8EF6-6FE55884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695"/>
              <a:ext cx="31" cy="73"/>
            </a:xfrm>
            <a:custGeom>
              <a:avLst/>
              <a:gdLst>
                <a:gd name="T0" fmla="*/ 36 w 26"/>
                <a:gd name="T1" fmla="*/ 115 h 58"/>
                <a:gd name="T2" fmla="*/ 38 w 26"/>
                <a:gd name="T3" fmla="*/ 115 h 58"/>
                <a:gd name="T4" fmla="*/ 0 w 26"/>
                <a:gd name="T5" fmla="*/ 0 h 58"/>
                <a:gd name="T6" fmla="*/ 44 w 26"/>
                <a:gd name="T7" fmla="*/ 103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8">
                  <a:moveTo>
                    <a:pt x="21" y="57"/>
                  </a:moveTo>
                  <a:cubicBezTo>
                    <a:pt x="22" y="58"/>
                    <a:pt x="23" y="58"/>
                    <a:pt x="23" y="57"/>
                  </a:cubicBezTo>
                  <a:cubicBezTo>
                    <a:pt x="23" y="38"/>
                    <a:pt x="16" y="10"/>
                    <a:pt x="0" y="0"/>
                  </a:cubicBezTo>
                  <a:cubicBezTo>
                    <a:pt x="6" y="17"/>
                    <a:pt x="16" y="36"/>
                    <a:pt x="26" y="5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208">
              <a:extLst>
                <a:ext uri="{FF2B5EF4-FFF2-40B4-BE49-F238E27FC236}">
                  <a16:creationId xmlns:a16="http://schemas.microsoft.com/office/drawing/2014/main" id="{A49B5EA8-BC4F-4A2F-A223-CBE633A7D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656"/>
              <a:ext cx="25" cy="64"/>
            </a:xfrm>
            <a:custGeom>
              <a:avLst/>
              <a:gdLst>
                <a:gd name="T0" fmla="*/ 0 w 21"/>
                <a:gd name="T1" fmla="*/ 100 h 51"/>
                <a:gd name="T2" fmla="*/ 35 w 21"/>
                <a:gd name="T3" fmla="*/ 0 h 51"/>
                <a:gd name="T4" fmla="*/ 0 w 21"/>
                <a:gd name="T5" fmla="*/ 94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0" y="51"/>
                  </a:moveTo>
                  <a:cubicBezTo>
                    <a:pt x="5" y="37"/>
                    <a:pt x="21" y="15"/>
                    <a:pt x="20" y="0"/>
                  </a:cubicBezTo>
                  <a:cubicBezTo>
                    <a:pt x="9" y="2"/>
                    <a:pt x="3" y="38"/>
                    <a:pt x="0" y="48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209">
              <a:extLst>
                <a:ext uri="{FF2B5EF4-FFF2-40B4-BE49-F238E27FC236}">
                  <a16:creationId xmlns:a16="http://schemas.microsoft.com/office/drawing/2014/main" id="{C6F2CD89-17E9-4668-A1FF-1FDF7F4F3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578"/>
              <a:ext cx="18" cy="43"/>
            </a:xfrm>
            <a:custGeom>
              <a:avLst/>
              <a:gdLst>
                <a:gd name="T0" fmla="*/ 0 w 16"/>
                <a:gd name="T1" fmla="*/ 65 h 34"/>
                <a:gd name="T2" fmla="*/ 19 w 16"/>
                <a:gd name="T3" fmla="*/ 0 h 34"/>
                <a:gd name="T4" fmla="*/ 3 w 16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0" y="32"/>
                  </a:moveTo>
                  <a:cubicBezTo>
                    <a:pt x="1" y="22"/>
                    <a:pt x="5" y="6"/>
                    <a:pt x="13" y="0"/>
                  </a:cubicBezTo>
                  <a:cubicBezTo>
                    <a:pt x="16" y="10"/>
                    <a:pt x="10" y="26"/>
                    <a:pt x="3" y="34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210">
              <a:extLst>
                <a:ext uri="{FF2B5EF4-FFF2-40B4-BE49-F238E27FC236}">
                  <a16:creationId xmlns:a16="http://schemas.microsoft.com/office/drawing/2014/main" id="{9EA18FCD-273C-449F-9998-AE8E39EC7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871"/>
              <a:ext cx="24" cy="78"/>
            </a:xfrm>
            <a:custGeom>
              <a:avLst/>
              <a:gdLst>
                <a:gd name="T0" fmla="*/ 29 w 20"/>
                <a:gd name="T1" fmla="*/ 98 h 62"/>
                <a:gd name="T2" fmla="*/ 34 w 20"/>
                <a:gd name="T3" fmla="*/ 102 h 62"/>
                <a:gd name="T4" fmla="*/ 0 w 20"/>
                <a:gd name="T5" fmla="*/ 0 h 62"/>
                <a:gd name="T6" fmla="*/ 35 w 20"/>
                <a:gd name="T7" fmla="*/ 123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2">
                  <a:moveTo>
                    <a:pt x="17" y="49"/>
                  </a:moveTo>
                  <a:cubicBezTo>
                    <a:pt x="18" y="52"/>
                    <a:pt x="18" y="52"/>
                    <a:pt x="19" y="51"/>
                  </a:cubicBezTo>
                  <a:cubicBezTo>
                    <a:pt x="16" y="34"/>
                    <a:pt x="16" y="10"/>
                    <a:pt x="0" y="0"/>
                  </a:cubicBezTo>
                  <a:cubicBezTo>
                    <a:pt x="0" y="21"/>
                    <a:pt x="18" y="41"/>
                    <a:pt x="20" y="6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211">
              <a:extLst>
                <a:ext uri="{FF2B5EF4-FFF2-40B4-BE49-F238E27FC236}">
                  <a16:creationId xmlns:a16="http://schemas.microsoft.com/office/drawing/2014/main" id="{7A6683AC-738E-40F7-A79F-96D376986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058"/>
              <a:ext cx="70" cy="53"/>
            </a:xfrm>
            <a:custGeom>
              <a:avLst/>
              <a:gdLst>
                <a:gd name="T0" fmla="*/ 89 w 59"/>
                <a:gd name="T1" fmla="*/ 78 h 42"/>
                <a:gd name="T2" fmla="*/ 0 w 59"/>
                <a:gd name="T3" fmla="*/ 0 h 42"/>
                <a:gd name="T4" fmla="*/ 98 w 59"/>
                <a:gd name="T5" fmla="*/ 8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2">
                  <a:moveTo>
                    <a:pt x="53" y="39"/>
                  </a:moveTo>
                  <a:cubicBezTo>
                    <a:pt x="41" y="22"/>
                    <a:pt x="21" y="4"/>
                    <a:pt x="0" y="0"/>
                  </a:cubicBezTo>
                  <a:cubicBezTo>
                    <a:pt x="11" y="17"/>
                    <a:pt x="40" y="34"/>
                    <a:pt x="59" y="42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212">
              <a:extLst>
                <a:ext uri="{FF2B5EF4-FFF2-40B4-BE49-F238E27FC236}">
                  <a16:creationId xmlns:a16="http://schemas.microsoft.com/office/drawing/2014/main" id="{266851F5-DA63-4226-8A3B-92A1B0B19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068"/>
              <a:ext cx="48" cy="77"/>
            </a:xfrm>
            <a:custGeom>
              <a:avLst/>
              <a:gdLst>
                <a:gd name="T0" fmla="*/ 66 w 41"/>
                <a:gd name="T1" fmla="*/ 122 h 61"/>
                <a:gd name="T2" fmla="*/ 47 w 41"/>
                <a:gd name="T3" fmla="*/ 90 h 61"/>
                <a:gd name="T4" fmla="*/ 0 w 41"/>
                <a:gd name="T5" fmla="*/ 0 h 61"/>
                <a:gd name="T6" fmla="*/ 64 w 41"/>
                <a:gd name="T7" fmla="*/ 11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41" y="61"/>
                  </a:moveTo>
                  <a:cubicBezTo>
                    <a:pt x="37" y="58"/>
                    <a:pt x="32" y="49"/>
                    <a:pt x="29" y="44"/>
                  </a:cubicBezTo>
                  <a:cubicBezTo>
                    <a:pt x="20" y="29"/>
                    <a:pt x="6" y="16"/>
                    <a:pt x="0" y="0"/>
                  </a:cubicBezTo>
                  <a:cubicBezTo>
                    <a:pt x="16" y="14"/>
                    <a:pt x="35" y="35"/>
                    <a:pt x="40" y="57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213">
              <a:extLst>
                <a:ext uri="{FF2B5EF4-FFF2-40B4-BE49-F238E27FC236}">
                  <a16:creationId xmlns:a16="http://schemas.microsoft.com/office/drawing/2014/main" id="{2F73E73E-3ACE-491D-8467-FA5945284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136"/>
              <a:ext cx="58" cy="15"/>
            </a:xfrm>
            <a:custGeom>
              <a:avLst/>
              <a:gdLst>
                <a:gd name="T0" fmla="*/ 82 w 49"/>
                <a:gd name="T1" fmla="*/ 24 h 12"/>
                <a:gd name="T2" fmla="*/ 0 w 49"/>
                <a:gd name="T3" fmla="*/ 1 h 12"/>
                <a:gd name="T4" fmla="*/ 82 w 49"/>
                <a:gd name="T5" fmla="*/ 1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">
                  <a:moveTo>
                    <a:pt x="49" y="12"/>
                  </a:moveTo>
                  <a:cubicBezTo>
                    <a:pt x="44" y="2"/>
                    <a:pt x="10" y="0"/>
                    <a:pt x="0" y="1"/>
                  </a:cubicBezTo>
                  <a:cubicBezTo>
                    <a:pt x="13" y="9"/>
                    <a:pt x="35" y="5"/>
                    <a:pt x="49" y="5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214">
              <a:extLst>
                <a:ext uri="{FF2B5EF4-FFF2-40B4-BE49-F238E27FC236}">
                  <a16:creationId xmlns:a16="http://schemas.microsoft.com/office/drawing/2014/main" id="{3FEA74EF-A658-403C-9D4F-5FF079A0E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2100"/>
              <a:ext cx="32" cy="51"/>
            </a:xfrm>
            <a:custGeom>
              <a:avLst/>
              <a:gdLst>
                <a:gd name="T0" fmla="*/ 38 w 27"/>
                <a:gd name="T1" fmla="*/ 83 h 40"/>
                <a:gd name="T2" fmla="*/ 0 w 27"/>
                <a:gd name="T3" fmla="*/ 0 h 40"/>
                <a:gd name="T4" fmla="*/ 39 w 27"/>
                <a:gd name="T5" fmla="*/ 8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0">
                  <a:moveTo>
                    <a:pt x="23" y="40"/>
                  </a:moveTo>
                  <a:cubicBezTo>
                    <a:pt x="27" y="31"/>
                    <a:pt x="8" y="6"/>
                    <a:pt x="0" y="0"/>
                  </a:cubicBezTo>
                  <a:cubicBezTo>
                    <a:pt x="2" y="14"/>
                    <a:pt x="14" y="31"/>
                    <a:pt x="24" y="40"/>
                  </a:cubicBezTo>
                </a:path>
              </a:pathLst>
            </a:custGeom>
            <a:solidFill>
              <a:srgbClr val="5E8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215">
              <a:extLst>
                <a:ext uri="{FF2B5EF4-FFF2-40B4-BE49-F238E27FC236}">
                  <a16:creationId xmlns:a16="http://schemas.microsoft.com/office/drawing/2014/main" id="{FAAF392D-7B54-43D6-964D-450E1A09F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506"/>
              <a:ext cx="402" cy="96"/>
            </a:xfrm>
            <a:custGeom>
              <a:avLst/>
              <a:gdLst>
                <a:gd name="T0" fmla="*/ 0 w 340"/>
                <a:gd name="T1" fmla="*/ 34 h 76"/>
                <a:gd name="T2" fmla="*/ 60 w 340"/>
                <a:gd name="T3" fmla="*/ 34 h 76"/>
                <a:gd name="T4" fmla="*/ 108 w 340"/>
                <a:gd name="T5" fmla="*/ 54 h 76"/>
                <a:gd name="T6" fmla="*/ 155 w 340"/>
                <a:gd name="T7" fmla="*/ 43 h 76"/>
                <a:gd name="T8" fmla="*/ 182 w 340"/>
                <a:gd name="T9" fmla="*/ 32 h 76"/>
                <a:gd name="T10" fmla="*/ 208 w 340"/>
                <a:gd name="T11" fmla="*/ 44 h 76"/>
                <a:gd name="T12" fmla="*/ 344 w 340"/>
                <a:gd name="T13" fmla="*/ 47 h 76"/>
                <a:gd name="T14" fmla="*/ 440 w 340"/>
                <a:gd name="T15" fmla="*/ 86 h 76"/>
                <a:gd name="T16" fmla="*/ 543 w 340"/>
                <a:gd name="T17" fmla="*/ 37 h 76"/>
                <a:gd name="T18" fmla="*/ 486 w 340"/>
                <a:gd name="T19" fmla="*/ 91 h 76"/>
                <a:gd name="T20" fmla="*/ 562 w 340"/>
                <a:gd name="T21" fmla="*/ 153 h 76"/>
                <a:gd name="T22" fmla="*/ 474 w 340"/>
                <a:gd name="T23" fmla="*/ 109 h 76"/>
                <a:gd name="T24" fmla="*/ 357 w 340"/>
                <a:gd name="T25" fmla="*/ 97 h 76"/>
                <a:gd name="T26" fmla="*/ 310 w 340"/>
                <a:gd name="T27" fmla="*/ 72 h 76"/>
                <a:gd name="T28" fmla="*/ 357 w 340"/>
                <a:gd name="T29" fmla="*/ 140 h 76"/>
                <a:gd name="T30" fmla="*/ 310 w 340"/>
                <a:gd name="T31" fmla="*/ 120 h 76"/>
                <a:gd name="T32" fmla="*/ 279 w 340"/>
                <a:gd name="T33" fmla="*/ 90 h 76"/>
                <a:gd name="T34" fmla="*/ 255 w 340"/>
                <a:gd name="T35" fmla="*/ 92 h 76"/>
                <a:gd name="T36" fmla="*/ 228 w 340"/>
                <a:gd name="T37" fmla="*/ 77 h 76"/>
                <a:gd name="T38" fmla="*/ 179 w 340"/>
                <a:gd name="T39" fmla="*/ 71 h 76"/>
                <a:gd name="T40" fmla="*/ 135 w 340"/>
                <a:gd name="T41" fmla="*/ 67 h 76"/>
                <a:gd name="T42" fmla="*/ 102 w 340"/>
                <a:gd name="T43" fmla="*/ 95 h 76"/>
                <a:gd name="T44" fmla="*/ 63 w 340"/>
                <a:gd name="T45" fmla="*/ 86 h 76"/>
                <a:gd name="T46" fmla="*/ 17 w 340"/>
                <a:gd name="T47" fmla="*/ 62 h 7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0" h="76">
                  <a:moveTo>
                    <a:pt x="0" y="17"/>
                  </a:moveTo>
                  <a:cubicBezTo>
                    <a:pt x="13" y="19"/>
                    <a:pt x="24" y="17"/>
                    <a:pt x="36" y="17"/>
                  </a:cubicBezTo>
                  <a:cubicBezTo>
                    <a:pt x="49" y="18"/>
                    <a:pt x="52" y="21"/>
                    <a:pt x="65" y="27"/>
                  </a:cubicBezTo>
                  <a:cubicBezTo>
                    <a:pt x="77" y="0"/>
                    <a:pt x="79" y="20"/>
                    <a:pt x="94" y="21"/>
                  </a:cubicBezTo>
                  <a:cubicBezTo>
                    <a:pt x="99" y="21"/>
                    <a:pt x="106" y="16"/>
                    <a:pt x="110" y="16"/>
                  </a:cubicBezTo>
                  <a:cubicBezTo>
                    <a:pt x="116" y="17"/>
                    <a:pt x="120" y="21"/>
                    <a:pt x="126" y="22"/>
                  </a:cubicBezTo>
                  <a:cubicBezTo>
                    <a:pt x="152" y="25"/>
                    <a:pt x="182" y="18"/>
                    <a:pt x="208" y="23"/>
                  </a:cubicBezTo>
                  <a:cubicBezTo>
                    <a:pt x="229" y="28"/>
                    <a:pt x="242" y="46"/>
                    <a:pt x="266" y="43"/>
                  </a:cubicBezTo>
                  <a:cubicBezTo>
                    <a:pt x="287" y="40"/>
                    <a:pt x="307" y="22"/>
                    <a:pt x="328" y="18"/>
                  </a:cubicBezTo>
                  <a:cubicBezTo>
                    <a:pt x="313" y="24"/>
                    <a:pt x="306" y="37"/>
                    <a:pt x="294" y="45"/>
                  </a:cubicBezTo>
                  <a:cubicBezTo>
                    <a:pt x="315" y="51"/>
                    <a:pt x="323" y="66"/>
                    <a:pt x="340" y="76"/>
                  </a:cubicBezTo>
                  <a:cubicBezTo>
                    <a:pt x="322" y="75"/>
                    <a:pt x="300" y="67"/>
                    <a:pt x="287" y="54"/>
                  </a:cubicBezTo>
                  <a:cubicBezTo>
                    <a:pt x="262" y="61"/>
                    <a:pt x="240" y="57"/>
                    <a:pt x="216" y="48"/>
                  </a:cubicBezTo>
                  <a:cubicBezTo>
                    <a:pt x="211" y="46"/>
                    <a:pt x="191" y="34"/>
                    <a:pt x="188" y="36"/>
                  </a:cubicBezTo>
                  <a:cubicBezTo>
                    <a:pt x="173" y="42"/>
                    <a:pt x="212" y="64"/>
                    <a:pt x="216" y="70"/>
                  </a:cubicBezTo>
                  <a:cubicBezTo>
                    <a:pt x="207" y="65"/>
                    <a:pt x="196" y="65"/>
                    <a:pt x="188" y="59"/>
                  </a:cubicBezTo>
                  <a:cubicBezTo>
                    <a:pt x="179" y="53"/>
                    <a:pt x="180" y="46"/>
                    <a:pt x="169" y="44"/>
                  </a:cubicBezTo>
                  <a:cubicBezTo>
                    <a:pt x="165" y="42"/>
                    <a:pt x="160" y="46"/>
                    <a:pt x="155" y="46"/>
                  </a:cubicBezTo>
                  <a:cubicBezTo>
                    <a:pt x="147" y="44"/>
                    <a:pt x="145" y="40"/>
                    <a:pt x="138" y="38"/>
                  </a:cubicBezTo>
                  <a:cubicBezTo>
                    <a:pt x="128" y="35"/>
                    <a:pt x="119" y="36"/>
                    <a:pt x="108" y="35"/>
                  </a:cubicBezTo>
                  <a:cubicBezTo>
                    <a:pt x="100" y="35"/>
                    <a:pt x="89" y="31"/>
                    <a:pt x="81" y="33"/>
                  </a:cubicBezTo>
                  <a:cubicBezTo>
                    <a:pt x="75" y="35"/>
                    <a:pt x="69" y="44"/>
                    <a:pt x="62" y="47"/>
                  </a:cubicBezTo>
                  <a:cubicBezTo>
                    <a:pt x="47" y="54"/>
                    <a:pt x="55" y="51"/>
                    <a:pt x="38" y="43"/>
                  </a:cubicBezTo>
                  <a:cubicBezTo>
                    <a:pt x="30" y="40"/>
                    <a:pt x="19" y="37"/>
                    <a:pt x="10" y="31"/>
                  </a:cubicBezTo>
                </a:path>
              </a:pathLst>
            </a:custGeom>
            <a:solidFill>
              <a:srgbClr val="43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216">
              <a:extLst>
                <a:ext uri="{FF2B5EF4-FFF2-40B4-BE49-F238E27FC236}">
                  <a16:creationId xmlns:a16="http://schemas.microsoft.com/office/drawing/2014/main" id="{1F2C1098-CFFF-48AF-BD61-85958A06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453"/>
              <a:ext cx="325" cy="87"/>
            </a:xfrm>
            <a:custGeom>
              <a:avLst/>
              <a:gdLst>
                <a:gd name="T0" fmla="*/ 54 w 275"/>
                <a:gd name="T1" fmla="*/ 134 h 69"/>
                <a:gd name="T2" fmla="*/ 151 w 275"/>
                <a:gd name="T3" fmla="*/ 93 h 69"/>
                <a:gd name="T4" fmla="*/ 299 w 275"/>
                <a:gd name="T5" fmla="*/ 67 h 69"/>
                <a:gd name="T6" fmla="*/ 384 w 275"/>
                <a:gd name="T7" fmla="*/ 44 h 69"/>
                <a:gd name="T8" fmla="*/ 454 w 275"/>
                <a:gd name="T9" fmla="*/ 93 h 69"/>
                <a:gd name="T10" fmla="*/ 355 w 275"/>
                <a:gd name="T11" fmla="*/ 24 h 69"/>
                <a:gd name="T12" fmla="*/ 221 w 275"/>
                <a:gd name="T13" fmla="*/ 53 h 69"/>
                <a:gd name="T14" fmla="*/ 267 w 275"/>
                <a:gd name="T15" fmla="*/ 0 h 69"/>
                <a:gd name="T16" fmla="*/ 152 w 275"/>
                <a:gd name="T17" fmla="*/ 61 h 69"/>
                <a:gd name="T18" fmla="*/ 82 w 275"/>
                <a:gd name="T19" fmla="*/ 77 h 69"/>
                <a:gd name="T20" fmla="*/ 21 w 275"/>
                <a:gd name="T21" fmla="*/ 74 h 69"/>
                <a:gd name="T22" fmla="*/ 38 w 275"/>
                <a:gd name="T23" fmla="*/ 132 h 69"/>
                <a:gd name="T24" fmla="*/ 35 w 275"/>
                <a:gd name="T25" fmla="*/ 134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5" h="69">
                  <a:moveTo>
                    <a:pt x="33" y="67"/>
                  </a:moveTo>
                  <a:cubicBezTo>
                    <a:pt x="27" y="43"/>
                    <a:pt x="76" y="51"/>
                    <a:pt x="91" y="47"/>
                  </a:cubicBezTo>
                  <a:cubicBezTo>
                    <a:pt x="121" y="39"/>
                    <a:pt x="151" y="39"/>
                    <a:pt x="181" y="33"/>
                  </a:cubicBezTo>
                  <a:cubicBezTo>
                    <a:pt x="197" y="29"/>
                    <a:pt x="216" y="17"/>
                    <a:pt x="233" y="22"/>
                  </a:cubicBezTo>
                  <a:cubicBezTo>
                    <a:pt x="249" y="27"/>
                    <a:pt x="258" y="42"/>
                    <a:pt x="275" y="47"/>
                  </a:cubicBezTo>
                  <a:cubicBezTo>
                    <a:pt x="260" y="27"/>
                    <a:pt x="242" y="10"/>
                    <a:pt x="215" y="12"/>
                  </a:cubicBezTo>
                  <a:cubicBezTo>
                    <a:pt x="189" y="15"/>
                    <a:pt x="160" y="21"/>
                    <a:pt x="134" y="26"/>
                  </a:cubicBezTo>
                  <a:cubicBezTo>
                    <a:pt x="144" y="20"/>
                    <a:pt x="156" y="9"/>
                    <a:pt x="162" y="0"/>
                  </a:cubicBezTo>
                  <a:cubicBezTo>
                    <a:pt x="139" y="7"/>
                    <a:pt x="118" y="27"/>
                    <a:pt x="92" y="30"/>
                  </a:cubicBezTo>
                  <a:cubicBezTo>
                    <a:pt x="76" y="33"/>
                    <a:pt x="65" y="33"/>
                    <a:pt x="49" y="38"/>
                  </a:cubicBezTo>
                  <a:cubicBezTo>
                    <a:pt x="35" y="42"/>
                    <a:pt x="26" y="45"/>
                    <a:pt x="13" y="37"/>
                  </a:cubicBezTo>
                  <a:cubicBezTo>
                    <a:pt x="0" y="50"/>
                    <a:pt x="6" y="60"/>
                    <a:pt x="23" y="66"/>
                  </a:cubicBezTo>
                  <a:cubicBezTo>
                    <a:pt x="26" y="69"/>
                    <a:pt x="22" y="66"/>
                    <a:pt x="21" y="67"/>
                  </a:cubicBezTo>
                </a:path>
              </a:pathLst>
            </a:custGeom>
            <a:solidFill>
              <a:srgbClr val="43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217">
              <a:extLst>
                <a:ext uri="{FF2B5EF4-FFF2-40B4-BE49-F238E27FC236}">
                  <a16:creationId xmlns:a16="http://schemas.microsoft.com/office/drawing/2014/main" id="{3A9BDA6D-0D5C-4A9B-8820-DA300D704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1259"/>
              <a:ext cx="224" cy="127"/>
            </a:xfrm>
            <a:custGeom>
              <a:avLst/>
              <a:gdLst>
                <a:gd name="T0" fmla="*/ 65 w 190"/>
                <a:gd name="T1" fmla="*/ 8 h 101"/>
                <a:gd name="T2" fmla="*/ 207 w 190"/>
                <a:gd name="T3" fmla="*/ 82 h 101"/>
                <a:gd name="T4" fmla="*/ 250 w 190"/>
                <a:gd name="T5" fmla="*/ 191 h 101"/>
                <a:gd name="T6" fmla="*/ 123 w 190"/>
                <a:gd name="T7" fmla="*/ 79 h 101"/>
                <a:gd name="T8" fmla="*/ 57 w 190"/>
                <a:gd name="T9" fmla="*/ 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01">
                  <a:moveTo>
                    <a:pt x="40" y="4"/>
                  </a:moveTo>
                  <a:cubicBezTo>
                    <a:pt x="70" y="0"/>
                    <a:pt x="108" y="17"/>
                    <a:pt x="126" y="41"/>
                  </a:cubicBezTo>
                  <a:cubicBezTo>
                    <a:pt x="135" y="52"/>
                    <a:pt x="190" y="88"/>
                    <a:pt x="153" y="96"/>
                  </a:cubicBezTo>
                  <a:cubicBezTo>
                    <a:pt x="128" y="101"/>
                    <a:pt x="98" y="51"/>
                    <a:pt x="75" y="40"/>
                  </a:cubicBezTo>
                  <a:cubicBezTo>
                    <a:pt x="64" y="35"/>
                    <a:pt x="0" y="20"/>
                    <a:pt x="35" y="1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218">
              <a:extLst>
                <a:ext uri="{FF2B5EF4-FFF2-40B4-BE49-F238E27FC236}">
                  <a16:creationId xmlns:a16="http://schemas.microsoft.com/office/drawing/2014/main" id="{A92CA55B-F41B-4185-B180-ABC4104B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1357"/>
              <a:ext cx="72" cy="109"/>
            </a:xfrm>
            <a:custGeom>
              <a:avLst/>
              <a:gdLst>
                <a:gd name="T0" fmla="*/ 20 w 61"/>
                <a:gd name="T1" fmla="*/ 0 h 86"/>
                <a:gd name="T2" fmla="*/ 54 w 61"/>
                <a:gd name="T3" fmla="*/ 167 h 86"/>
                <a:gd name="T4" fmla="*/ 17 w 61"/>
                <a:gd name="T5" fmla="*/ 1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6">
                  <a:moveTo>
                    <a:pt x="12" y="0"/>
                  </a:moveTo>
                  <a:cubicBezTo>
                    <a:pt x="38" y="8"/>
                    <a:pt x="61" y="86"/>
                    <a:pt x="33" y="82"/>
                  </a:cubicBezTo>
                  <a:cubicBezTo>
                    <a:pt x="19" y="79"/>
                    <a:pt x="0" y="16"/>
                    <a:pt x="10" y="6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2" name="Text Box 444">
              <a:extLst>
                <a:ext uri="{FF2B5EF4-FFF2-40B4-BE49-F238E27FC236}">
                  <a16:creationId xmlns:a16="http://schemas.microsoft.com/office/drawing/2014/main" id="{77E95C4E-C5FB-4F42-BE90-7D82BF7E44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" y="1622"/>
              <a:ext cx="756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algn="ctr" eaLnBrk="1" hangingPunct="1">
                <a:defRPr/>
              </a:pPr>
              <a:r>
                <a:rPr lang="fr-FR" altLang="x-none"/>
                <a:t>Provençal</a:t>
              </a:r>
            </a:p>
            <a:p>
              <a:pPr algn="ctr" eaLnBrk="1" hangingPunct="1">
                <a:defRPr/>
              </a:pPr>
              <a:r>
                <a:rPr lang="fr-FR" altLang="x-none"/>
                <a:t>herbs</a:t>
              </a:r>
            </a:p>
          </p:txBody>
        </p:sp>
      </p:grpSp>
      <p:grpSp>
        <p:nvGrpSpPr>
          <p:cNvPr id="38918" name="Jar-of-dried-parsley">
            <a:extLst>
              <a:ext uri="{FF2B5EF4-FFF2-40B4-BE49-F238E27FC236}">
                <a16:creationId xmlns:a16="http://schemas.microsoft.com/office/drawing/2014/main" id="{9CF3BD6F-0BAB-4EEE-A918-D393A366FE51}"/>
              </a:ext>
            </a:extLst>
          </p:cNvPr>
          <p:cNvGrpSpPr>
            <a:grpSpLocks/>
          </p:cNvGrpSpPr>
          <p:nvPr/>
        </p:nvGrpSpPr>
        <p:grpSpPr bwMode="auto">
          <a:xfrm>
            <a:off x="7377113" y="3816350"/>
            <a:ext cx="1673225" cy="2349500"/>
            <a:chOff x="3687" y="2278"/>
            <a:chExt cx="1054" cy="1480"/>
          </a:xfrm>
        </p:grpSpPr>
        <p:sp>
          <p:nvSpPr>
            <p:cNvPr id="39053" name="Freeform 269">
              <a:extLst>
                <a:ext uri="{FF2B5EF4-FFF2-40B4-BE49-F238E27FC236}">
                  <a16:creationId xmlns:a16="http://schemas.microsoft.com/office/drawing/2014/main" id="{6FB0ED92-A821-41A7-8D9B-DA1C0666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623"/>
              <a:ext cx="1054" cy="1135"/>
            </a:xfrm>
            <a:custGeom>
              <a:avLst/>
              <a:gdLst>
                <a:gd name="T0" fmla="*/ 1469 w 892"/>
                <a:gd name="T1" fmla="*/ 1648 h 901"/>
                <a:gd name="T2" fmla="*/ 737 w 892"/>
                <a:gd name="T3" fmla="*/ 1801 h 901"/>
                <a:gd name="T4" fmla="*/ 8 w 892"/>
                <a:gd name="T5" fmla="*/ 1648 h 901"/>
                <a:gd name="T6" fmla="*/ 8 w 892"/>
                <a:gd name="T7" fmla="*/ 511 h 901"/>
                <a:gd name="T8" fmla="*/ 98 w 892"/>
                <a:gd name="T9" fmla="*/ 291 h 901"/>
                <a:gd name="T10" fmla="*/ 169 w 892"/>
                <a:gd name="T11" fmla="*/ 0 h 901"/>
                <a:gd name="T12" fmla="*/ 1302 w 892"/>
                <a:gd name="T13" fmla="*/ 0 h 901"/>
                <a:gd name="T14" fmla="*/ 1361 w 892"/>
                <a:gd name="T15" fmla="*/ 299 h 901"/>
                <a:gd name="T16" fmla="*/ 1471 w 892"/>
                <a:gd name="T17" fmla="*/ 520 h 901"/>
                <a:gd name="T18" fmla="*/ 1469 w 892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2" h="901">
                  <a:moveTo>
                    <a:pt x="890" y="824"/>
                  </a:moveTo>
                  <a:cubicBezTo>
                    <a:pt x="890" y="866"/>
                    <a:pt x="692" y="901"/>
                    <a:pt x="447" y="901"/>
                  </a:cubicBezTo>
                  <a:cubicBezTo>
                    <a:pt x="203" y="901"/>
                    <a:pt x="5" y="866"/>
                    <a:pt x="5" y="824"/>
                  </a:cubicBezTo>
                  <a:cubicBezTo>
                    <a:pt x="5" y="256"/>
                    <a:pt x="5" y="256"/>
                    <a:pt x="5" y="256"/>
                  </a:cubicBezTo>
                  <a:cubicBezTo>
                    <a:pt x="5" y="256"/>
                    <a:pt x="0" y="185"/>
                    <a:pt x="59" y="145"/>
                  </a:cubicBezTo>
                  <a:cubicBezTo>
                    <a:pt x="118" y="105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7" y="116"/>
                    <a:pt x="825" y="149"/>
                  </a:cubicBezTo>
                  <a:cubicBezTo>
                    <a:pt x="863" y="175"/>
                    <a:pt x="892" y="197"/>
                    <a:pt x="892" y="260"/>
                  </a:cubicBezTo>
                  <a:cubicBezTo>
                    <a:pt x="892" y="323"/>
                    <a:pt x="890" y="824"/>
                    <a:pt x="890" y="824"/>
                  </a:cubicBezTo>
                  <a:close/>
                </a:path>
              </a:pathLst>
            </a:custGeom>
            <a:solidFill>
              <a:srgbClr val="C1C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270">
              <a:extLst>
                <a:ext uri="{FF2B5EF4-FFF2-40B4-BE49-F238E27FC236}">
                  <a16:creationId xmlns:a16="http://schemas.microsoft.com/office/drawing/2014/main" id="{6E59C11D-323A-4178-A129-C99213B78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649"/>
              <a:ext cx="982" cy="1077"/>
            </a:xfrm>
            <a:custGeom>
              <a:avLst/>
              <a:gdLst>
                <a:gd name="T0" fmla="*/ 1367 w 832"/>
                <a:gd name="T1" fmla="*/ 1564 h 855"/>
                <a:gd name="T2" fmla="*/ 686 w 832"/>
                <a:gd name="T3" fmla="*/ 1709 h 855"/>
                <a:gd name="T4" fmla="*/ 7 w 832"/>
                <a:gd name="T5" fmla="*/ 1564 h 855"/>
                <a:gd name="T6" fmla="*/ 7 w 832"/>
                <a:gd name="T7" fmla="*/ 479 h 855"/>
                <a:gd name="T8" fmla="*/ 91 w 832"/>
                <a:gd name="T9" fmla="*/ 271 h 855"/>
                <a:gd name="T10" fmla="*/ 156 w 832"/>
                <a:gd name="T11" fmla="*/ 0 h 855"/>
                <a:gd name="T12" fmla="*/ 1212 w 832"/>
                <a:gd name="T13" fmla="*/ 0 h 855"/>
                <a:gd name="T14" fmla="*/ 1266 w 832"/>
                <a:gd name="T15" fmla="*/ 280 h 855"/>
                <a:gd name="T16" fmla="*/ 1368 w 832"/>
                <a:gd name="T17" fmla="*/ 487 h 855"/>
                <a:gd name="T18" fmla="*/ 1367 w 832"/>
                <a:gd name="T19" fmla="*/ 1564 h 8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2" h="855">
                  <a:moveTo>
                    <a:pt x="831" y="783"/>
                  </a:moveTo>
                  <a:cubicBezTo>
                    <a:pt x="831" y="823"/>
                    <a:pt x="646" y="855"/>
                    <a:pt x="417" y="855"/>
                  </a:cubicBezTo>
                  <a:cubicBezTo>
                    <a:pt x="189" y="855"/>
                    <a:pt x="4" y="823"/>
                    <a:pt x="4" y="783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4" y="240"/>
                    <a:pt x="0" y="173"/>
                    <a:pt x="55" y="136"/>
                  </a:cubicBezTo>
                  <a:cubicBezTo>
                    <a:pt x="110" y="98"/>
                    <a:pt x="95" y="0"/>
                    <a:pt x="95" y="0"/>
                  </a:cubicBezTo>
                  <a:cubicBezTo>
                    <a:pt x="737" y="0"/>
                    <a:pt x="737" y="0"/>
                    <a:pt x="737" y="0"/>
                  </a:cubicBezTo>
                  <a:cubicBezTo>
                    <a:pt x="737" y="0"/>
                    <a:pt x="725" y="108"/>
                    <a:pt x="770" y="140"/>
                  </a:cubicBezTo>
                  <a:cubicBezTo>
                    <a:pt x="806" y="165"/>
                    <a:pt x="832" y="185"/>
                    <a:pt x="832" y="244"/>
                  </a:cubicBezTo>
                  <a:cubicBezTo>
                    <a:pt x="832" y="303"/>
                    <a:pt x="831" y="783"/>
                    <a:pt x="831" y="783"/>
                  </a:cubicBezTo>
                  <a:close/>
                </a:path>
              </a:pathLst>
            </a:custGeom>
            <a:solidFill>
              <a:srgbClr val="DED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271">
              <a:extLst>
                <a:ext uri="{FF2B5EF4-FFF2-40B4-BE49-F238E27FC236}">
                  <a16:creationId xmlns:a16="http://schemas.microsoft.com/office/drawing/2014/main" id="{4E735D8D-3EF1-4323-9582-837DBA7A3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821"/>
              <a:ext cx="977" cy="905"/>
            </a:xfrm>
            <a:custGeom>
              <a:avLst/>
              <a:gdLst>
                <a:gd name="T0" fmla="*/ 1359 w 828"/>
                <a:gd name="T1" fmla="*/ 1290 h 719"/>
                <a:gd name="T2" fmla="*/ 1360 w 828"/>
                <a:gd name="T3" fmla="*/ 407 h 719"/>
                <a:gd name="T4" fmla="*/ 1173 w 828"/>
                <a:gd name="T5" fmla="*/ 279 h 719"/>
                <a:gd name="T6" fmla="*/ 719 w 828"/>
                <a:gd name="T7" fmla="*/ 8 h 719"/>
                <a:gd name="T8" fmla="*/ 481 w 828"/>
                <a:gd name="T9" fmla="*/ 160 h 719"/>
                <a:gd name="T10" fmla="*/ 312 w 828"/>
                <a:gd name="T11" fmla="*/ 200 h 719"/>
                <a:gd name="T12" fmla="*/ 91 w 828"/>
                <a:gd name="T13" fmla="*/ 326 h 719"/>
                <a:gd name="T14" fmla="*/ 0 w 828"/>
                <a:gd name="T15" fmla="*/ 415 h 719"/>
                <a:gd name="T16" fmla="*/ 0 w 828"/>
                <a:gd name="T17" fmla="*/ 1290 h 719"/>
                <a:gd name="T18" fmla="*/ 678 w 828"/>
                <a:gd name="T19" fmla="*/ 1434 h 719"/>
                <a:gd name="T20" fmla="*/ 1359 w 828"/>
                <a:gd name="T21" fmla="*/ 1290 h 7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8" h="719">
                  <a:moveTo>
                    <a:pt x="827" y="647"/>
                  </a:moveTo>
                  <a:cubicBezTo>
                    <a:pt x="827" y="647"/>
                    <a:pt x="828" y="362"/>
                    <a:pt x="828" y="204"/>
                  </a:cubicBezTo>
                  <a:cubicBezTo>
                    <a:pt x="794" y="177"/>
                    <a:pt x="759" y="150"/>
                    <a:pt x="714" y="140"/>
                  </a:cubicBezTo>
                  <a:cubicBezTo>
                    <a:pt x="626" y="120"/>
                    <a:pt x="527" y="0"/>
                    <a:pt x="437" y="4"/>
                  </a:cubicBezTo>
                  <a:cubicBezTo>
                    <a:pt x="389" y="6"/>
                    <a:pt x="340" y="91"/>
                    <a:pt x="293" y="80"/>
                  </a:cubicBezTo>
                  <a:cubicBezTo>
                    <a:pt x="256" y="72"/>
                    <a:pt x="230" y="96"/>
                    <a:pt x="190" y="100"/>
                  </a:cubicBezTo>
                  <a:cubicBezTo>
                    <a:pt x="134" y="105"/>
                    <a:pt x="101" y="133"/>
                    <a:pt x="55" y="164"/>
                  </a:cubicBezTo>
                  <a:cubicBezTo>
                    <a:pt x="37" y="176"/>
                    <a:pt x="19" y="193"/>
                    <a:pt x="0" y="208"/>
                  </a:cubicBezTo>
                  <a:cubicBezTo>
                    <a:pt x="0" y="647"/>
                    <a:pt x="0" y="647"/>
                    <a:pt x="0" y="647"/>
                  </a:cubicBezTo>
                  <a:cubicBezTo>
                    <a:pt x="0" y="687"/>
                    <a:pt x="185" y="719"/>
                    <a:pt x="413" y="719"/>
                  </a:cubicBezTo>
                  <a:cubicBezTo>
                    <a:pt x="642" y="719"/>
                    <a:pt x="827" y="687"/>
                    <a:pt x="827" y="647"/>
                  </a:cubicBezTo>
                  <a:close/>
                </a:path>
              </a:pathLst>
            </a:custGeom>
            <a:solidFill>
              <a:srgbClr val="4D8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272">
              <a:extLst>
                <a:ext uri="{FF2B5EF4-FFF2-40B4-BE49-F238E27FC236}">
                  <a16:creationId xmlns:a16="http://schemas.microsoft.com/office/drawing/2014/main" id="{0E925C44-E0A2-4826-BC37-872D5AACB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54"/>
              <a:ext cx="976" cy="772"/>
            </a:xfrm>
            <a:custGeom>
              <a:avLst/>
              <a:gdLst>
                <a:gd name="T0" fmla="*/ 1360 w 827"/>
                <a:gd name="T1" fmla="*/ 1081 h 613"/>
                <a:gd name="T2" fmla="*/ 1360 w 827"/>
                <a:gd name="T3" fmla="*/ 909 h 613"/>
                <a:gd name="T4" fmla="*/ 1269 w 827"/>
                <a:gd name="T5" fmla="*/ 869 h 613"/>
                <a:gd name="T6" fmla="*/ 1204 w 827"/>
                <a:gd name="T7" fmla="*/ 854 h 613"/>
                <a:gd name="T8" fmla="*/ 1126 w 827"/>
                <a:gd name="T9" fmla="*/ 839 h 613"/>
                <a:gd name="T10" fmla="*/ 1067 w 827"/>
                <a:gd name="T11" fmla="*/ 869 h 613"/>
                <a:gd name="T12" fmla="*/ 1006 w 827"/>
                <a:gd name="T13" fmla="*/ 880 h 613"/>
                <a:gd name="T14" fmla="*/ 967 w 827"/>
                <a:gd name="T15" fmla="*/ 725 h 613"/>
                <a:gd name="T16" fmla="*/ 899 w 827"/>
                <a:gd name="T17" fmla="*/ 747 h 613"/>
                <a:gd name="T18" fmla="*/ 756 w 827"/>
                <a:gd name="T19" fmla="*/ 738 h 613"/>
                <a:gd name="T20" fmla="*/ 624 w 827"/>
                <a:gd name="T21" fmla="*/ 689 h 613"/>
                <a:gd name="T22" fmla="*/ 426 w 827"/>
                <a:gd name="T23" fmla="*/ 579 h 613"/>
                <a:gd name="T24" fmla="*/ 319 w 827"/>
                <a:gd name="T25" fmla="*/ 340 h 613"/>
                <a:gd name="T26" fmla="*/ 257 w 827"/>
                <a:gd name="T27" fmla="*/ 112 h 613"/>
                <a:gd name="T28" fmla="*/ 260 w 827"/>
                <a:gd name="T29" fmla="*/ 0 h 613"/>
                <a:gd name="T30" fmla="*/ 91 w 827"/>
                <a:gd name="T31" fmla="*/ 116 h 613"/>
                <a:gd name="T32" fmla="*/ 0 w 827"/>
                <a:gd name="T33" fmla="*/ 203 h 613"/>
                <a:gd name="T34" fmla="*/ 0 w 827"/>
                <a:gd name="T35" fmla="*/ 1081 h 613"/>
                <a:gd name="T36" fmla="*/ 679 w 827"/>
                <a:gd name="T37" fmla="*/ 1224 h 613"/>
                <a:gd name="T38" fmla="*/ 1360 w 827"/>
                <a:gd name="T39" fmla="*/ 1081 h 6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7" h="613">
                  <a:moveTo>
                    <a:pt x="827" y="541"/>
                  </a:moveTo>
                  <a:cubicBezTo>
                    <a:pt x="827" y="541"/>
                    <a:pt x="827" y="506"/>
                    <a:pt x="827" y="455"/>
                  </a:cubicBezTo>
                  <a:cubicBezTo>
                    <a:pt x="809" y="445"/>
                    <a:pt x="790" y="438"/>
                    <a:pt x="772" y="435"/>
                  </a:cubicBezTo>
                  <a:cubicBezTo>
                    <a:pt x="771" y="440"/>
                    <a:pt x="739" y="432"/>
                    <a:pt x="732" y="427"/>
                  </a:cubicBezTo>
                  <a:cubicBezTo>
                    <a:pt x="731" y="442"/>
                    <a:pt x="692" y="442"/>
                    <a:pt x="685" y="420"/>
                  </a:cubicBezTo>
                  <a:cubicBezTo>
                    <a:pt x="687" y="440"/>
                    <a:pt x="655" y="452"/>
                    <a:pt x="649" y="435"/>
                  </a:cubicBezTo>
                  <a:cubicBezTo>
                    <a:pt x="640" y="439"/>
                    <a:pt x="621" y="437"/>
                    <a:pt x="612" y="441"/>
                  </a:cubicBezTo>
                  <a:cubicBezTo>
                    <a:pt x="603" y="414"/>
                    <a:pt x="594" y="388"/>
                    <a:pt x="588" y="363"/>
                  </a:cubicBezTo>
                  <a:cubicBezTo>
                    <a:pt x="578" y="368"/>
                    <a:pt x="558" y="367"/>
                    <a:pt x="547" y="374"/>
                  </a:cubicBezTo>
                  <a:cubicBezTo>
                    <a:pt x="512" y="298"/>
                    <a:pt x="467" y="259"/>
                    <a:pt x="460" y="369"/>
                  </a:cubicBezTo>
                  <a:cubicBezTo>
                    <a:pt x="441" y="347"/>
                    <a:pt x="412" y="330"/>
                    <a:pt x="380" y="345"/>
                  </a:cubicBezTo>
                  <a:cubicBezTo>
                    <a:pt x="368" y="219"/>
                    <a:pt x="315" y="301"/>
                    <a:pt x="259" y="290"/>
                  </a:cubicBezTo>
                  <a:cubicBezTo>
                    <a:pt x="159" y="270"/>
                    <a:pt x="287" y="189"/>
                    <a:pt x="194" y="170"/>
                  </a:cubicBezTo>
                  <a:cubicBezTo>
                    <a:pt x="193" y="188"/>
                    <a:pt x="304" y="95"/>
                    <a:pt x="157" y="56"/>
                  </a:cubicBezTo>
                  <a:cubicBezTo>
                    <a:pt x="180" y="39"/>
                    <a:pt x="164" y="17"/>
                    <a:pt x="158" y="0"/>
                  </a:cubicBezTo>
                  <a:cubicBezTo>
                    <a:pt x="120" y="11"/>
                    <a:pt x="91" y="33"/>
                    <a:pt x="55" y="58"/>
                  </a:cubicBezTo>
                  <a:cubicBezTo>
                    <a:pt x="37" y="70"/>
                    <a:pt x="19" y="87"/>
                    <a:pt x="0" y="102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81"/>
                    <a:pt x="185" y="613"/>
                    <a:pt x="413" y="613"/>
                  </a:cubicBezTo>
                  <a:cubicBezTo>
                    <a:pt x="642" y="613"/>
                    <a:pt x="827" y="581"/>
                    <a:pt x="827" y="541"/>
                  </a:cubicBezTo>
                  <a:close/>
                </a:path>
              </a:pathLst>
            </a:custGeom>
            <a:solidFill>
              <a:srgbClr val="337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273">
              <a:extLst>
                <a:ext uri="{FF2B5EF4-FFF2-40B4-BE49-F238E27FC236}">
                  <a16:creationId xmlns:a16="http://schemas.microsoft.com/office/drawing/2014/main" id="{25755A94-8962-4DBA-92ED-A3195794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623"/>
              <a:ext cx="1054" cy="1135"/>
            </a:xfrm>
            <a:custGeom>
              <a:avLst/>
              <a:gdLst>
                <a:gd name="T0" fmla="*/ 1469 w 892"/>
                <a:gd name="T1" fmla="*/ 1648 h 901"/>
                <a:gd name="T2" fmla="*/ 737 w 892"/>
                <a:gd name="T3" fmla="*/ 1801 h 901"/>
                <a:gd name="T4" fmla="*/ 8 w 892"/>
                <a:gd name="T5" fmla="*/ 1648 h 901"/>
                <a:gd name="T6" fmla="*/ 8 w 892"/>
                <a:gd name="T7" fmla="*/ 511 h 901"/>
                <a:gd name="T8" fmla="*/ 98 w 892"/>
                <a:gd name="T9" fmla="*/ 291 h 901"/>
                <a:gd name="T10" fmla="*/ 169 w 892"/>
                <a:gd name="T11" fmla="*/ 0 h 901"/>
                <a:gd name="T12" fmla="*/ 1302 w 892"/>
                <a:gd name="T13" fmla="*/ 0 h 901"/>
                <a:gd name="T14" fmla="*/ 1361 w 892"/>
                <a:gd name="T15" fmla="*/ 299 h 901"/>
                <a:gd name="T16" fmla="*/ 1471 w 892"/>
                <a:gd name="T17" fmla="*/ 520 h 901"/>
                <a:gd name="T18" fmla="*/ 1469 w 892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2" h="901">
                  <a:moveTo>
                    <a:pt x="890" y="824"/>
                  </a:moveTo>
                  <a:cubicBezTo>
                    <a:pt x="890" y="866"/>
                    <a:pt x="692" y="901"/>
                    <a:pt x="447" y="901"/>
                  </a:cubicBezTo>
                  <a:cubicBezTo>
                    <a:pt x="203" y="901"/>
                    <a:pt x="5" y="866"/>
                    <a:pt x="5" y="824"/>
                  </a:cubicBezTo>
                  <a:cubicBezTo>
                    <a:pt x="5" y="256"/>
                    <a:pt x="5" y="256"/>
                    <a:pt x="5" y="256"/>
                  </a:cubicBezTo>
                  <a:cubicBezTo>
                    <a:pt x="5" y="256"/>
                    <a:pt x="0" y="185"/>
                    <a:pt x="59" y="145"/>
                  </a:cubicBezTo>
                  <a:cubicBezTo>
                    <a:pt x="118" y="105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7" y="116"/>
                    <a:pt x="825" y="149"/>
                  </a:cubicBezTo>
                  <a:cubicBezTo>
                    <a:pt x="863" y="175"/>
                    <a:pt x="892" y="197"/>
                    <a:pt x="892" y="260"/>
                  </a:cubicBezTo>
                  <a:cubicBezTo>
                    <a:pt x="892" y="323"/>
                    <a:pt x="890" y="824"/>
                    <a:pt x="890" y="82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274">
              <a:extLst>
                <a:ext uri="{FF2B5EF4-FFF2-40B4-BE49-F238E27FC236}">
                  <a16:creationId xmlns:a16="http://schemas.microsoft.com/office/drawing/2014/main" id="{943A80EB-B748-4059-8872-46CEB9FD6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469"/>
              <a:ext cx="929" cy="209"/>
            </a:xfrm>
            <a:custGeom>
              <a:avLst/>
              <a:gdLst>
                <a:gd name="T0" fmla="*/ 1298 w 786"/>
                <a:gd name="T1" fmla="*/ 240 h 166"/>
                <a:gd name="T2" fmla="*/ 650 w 786"/>
                <a:gd name="T3" fmla="*/ 331 h 166"/>
                <a:gd name="T4" fmla="*/ 0 w 786"/>
                <a:gd name="T5" fmla="*/ 240 h 166"/>
                <a:gd name="T6" fmla="*/ 0 w 786"/>
                <a:gd name="T7" fmla="*/ 0 h 166"/>
                <a:gd name="T8" fmla="*/ 1298 w 786"/>
                <a:gd name="T9" fmla="*/ 0 h 166"/>
                <a:gd name="T10" fmla="*/ 1298 w 786"/>
                <a:gd name="T11" fmla="*/ 24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6">
                  <a:moveTo>
                    <a:pt x="786" y="121"/>
                  </a:moveTo>
                  <a:cubicBezTo>
                    <a:pt x="786" y="146"/>
                    <a:pt x="610" y="166"/>
                    <a:pt x="393" y="166"/>
                  </a:cubicBezTo>
                  <a:cubicBezTo>
                    <a:pt x="176" y="166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275">
              <a:extLst>
                <a:ext uri="{FF2B5EF4-FFF2-40B4-BE49-F238E27FC236}">
                  <a16:creationId xmlns:a16="http://schemas.microsoft.com/office/drawing/2014/main" id="{5421885C-B526-482D-BAB5-9237A19E0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469"/>
              <a:ext cx="476" cy="209"/>
            </a:xfrm>
            <a:custGeom>
              <a:avLst/>
              <a:gdLst>
                <a:gd name="T0" fmla="*/ 0 w 403"/>
                <a:gd name="T1" fmla="*/ 322 h 166"/>
                <a:gd name="T2" fmla="*/ 294 w 403"/>
                <a:gd name="T3" fmla="*/ 331 h 166"/>
                <a:gd name="T4" fmla="*/ 664 w 403"/>
                <a:gd name="T5" fmla="*/ 316 h 166"/>
                <a:gd name="T6" fmla="*/ 664 w 403"/>
                <a:gd name="T7" fmla="*/ 0 h 166"/>
                <a:gd name="T8" fmla="*/ 0 w 403"/>
                <a:gd name="T9" fmla="*/ 0 h 166"/>
                <a:gd name="T10" fmla="*/ 0 w 403"/>
                <a:gd name="T11" fmla="*/ 322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3" h="166">
                  <a:moveTo>
                    <a:pt x="0" y="161"/>
                  </a:moveTo>
                  <a:cubicBezTo>
                    <a:pt x="54" y="165"/>
                    <a:pt x="115" y="166"/>
                    <a:pt x="179" y="166"/>
                  </a:cubicBezTo>
                  <a:cubicBezTo>
                    <a:pt x="263" y="166"/>
                    <a:pt x="340" y="163"/>
                    <a:pt x="403" y="158"/>
                  </a:cubicBezTo>
                  <a:cubicBezTo>
                    <a:pt x="403" y="0"/>
                    <a:pt x="403" y="0"/>
                    <a:pt x="40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1"/>
                  </a:lnTo>
                  <a:close/>
                </a:path>
              </a:pathLst>
            </a:custGeom>
            <a:solidFill>
              <a:srgbClr val="B6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276">
              <a:extLst>
                <a:ext uri="{FF2B5EF4-FFF2-40B4-BE49-F238E27FC236}">
                  <a16:creationId xmlns:a16="http://schemas.microsoft.com/office/drawing/2014/main" id="{95CE647F-1A60-4D24-8022-E31745FF0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469"/>
              <a:ext cx="246" cy="211"/>
            </a:xfrm>
            <a:custGeom>
              <a:avLst/>
              <a:gdLst>
                <a:gd name="T0" fmla="*/ 0 w 208"/>
                <a:gd name="T1" fmla="*/ 332 h 167"/>
                <a:gd name="T2" fmla="*/ 182 w 208"/>
                <a:gd name="T3" fmla="*/ 337 h 167"/>
                <a:gd name="T4" fmla="*/ 344 w 208"/>
                <a:gd name="T5" fmla="*/ 335 h 167"/>
                <a:gd name="T6" fmla="*/ 344 w 208"/>
                <a:gd name="T7" fmla="*/ 0 h 167"/>
                <a:gd name="T8" fmla="*/ 0 w 208"/>
                <a:gd name="T9" fmla="*/ 0 h 167"/>
                <a:gd name="T10" fmla="*/ 0 w 208"/>
                <a:gd name="T11" fmla="*/ 332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8" h="167">
                  <a:moveTo>
                    <a:pt x="0" y="165"/>
                  </a:moveTo>
                  <a:cubicBezTo>
                    <a:pt x="35" y="166"/>
                    <a:pt x="72" y="167"/>
                    <a:pt x="110" y="167"/>
                  </a:cubicBezTo>
                  <a:cubicBezTo>
                    <a:pt x="144" y="167"/>
                    <a:pt x="177" y="166"/>
                    <a:pt x="208" y="166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5"/>
                  </a:ln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277">
              <a:extLst>
                <a:ext uri="{FF2B5EF4-FFF2-40B4-BE49-F238E27FC236}">
                  <a16:creationId xmlns:a16="http://schemas.microsoft.com/office/drawing/2014/main" id="{2299527A-7414-430B-A650-A5BE36DE8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469"/>
              <a:ext cx="929" cy="209"/>
            </a:xfrm>
            <a:custGeom>
              <a:avLst/>
              <a:gdLst>
                <a:gd name="T0" fmla="*/ 1298 w 786"/>
                <a:gd name="T1" fmla="*/ 240 h 166"/>
                <a:gd name="T2" fmla="*/ 650 w 786"/>
                <a:gd name="T3" fmla="*/ 331 h 166"/>
                <a:gd name="T4" fmla="*/ 0 w 786"/>
                <a:gd name="T5" fmla="*/ 240 h 166"/>
                <a:gd name="T6" fmla="*/ 0 w 786"/>
                <a:gd name="T7" fmla="*/ 0 h 166"/>
                <a:gd name="T8" fmla="*/ 1298 w 786"/>
                <a:gd name="T9" fmla="*/ 0 h 166"/>
                <a:gd name="T10" fmla="*/ 1298 w 786"/>
                <a:gd name="T11" fmla="*/ 24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6">
                  <a:moveTo>
                    <a:pt x="786" y="121"/>
                  </a:moveTo>
                  <a:cubicBezTo>
                    <a:pt x="786" y="146"/>
                    <a:pt x="610" y="166"/>
                    <a:pt x="393" y="166"/>
                  </a:cubicBezTo>
                  <a:cubicBezTo>
                    <a:pt x="176" y="166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Oval 278">
              <a:extLst>
                <a:ext uri="{FF2B5EF4-FFF2-40B4-BE49-F238E27FC236}">
                  <a16:creationId xmlns:a16="http://schemas.microsoft.com/office/drawing/2014/main" id="{0DAB625F-6C0C-4CD3-9D5C-962276221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411"/>
              <a:ext cx="929" cy="115"/>
            </a:xfrm>
            <a:prstGeom prst="ellipse">
              <a:avLst/>
            </a:prstGeom>
            <a:solidFill>
              <a:srgbClr val="BF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3" name="Freeform 279">
              <a:extLst>
                <a:ext uri="{FF2B5EF4-FFF2-40B4-BE49-F238E27FC236}">
                  <a16:creationId xmlns:a16="http://schemas.microsoft.com/office/drawing/2014/main" id="{6A290966-E524-4AC2-85C6-1A37766B2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409"/>
              <a:ext cx="483" cy="116"/>
            </a:xfrm>
            <a:custGeom>
              <a:avLst/>
              <a:gdLst>
                <a:gd name="T0" fmla="*/ 52 w 409"/>
                <a:gd name="T1" fmla="*/ 92 h 92"/>
                <a:gd name="T2" fmla="*/ 673 w 409"/>
                <a:gd name="T3" fmla="*/ 1 h 92"/>
                <a:gd name="T4" fmla="*/ 647 w 409"/>
                <a:gd name="T5" fmla="*/ 0 h 92"/>
                <a:gd name="T6" fmla="*/ 0 w 409"/>
                <a:gd name="T7" fmla="*/ 92 h 92"/>
                <a:gd name="T8" fmla="*/ 647 w 409"/>
                <a:gd name="T9" fmla="*/ 184 h 92"/>
                <a:gd name="T10" fmla="*/ 673 w 409"/>
                <a:gd name="T11" fmla="*/ 184 h 92"/>
                <a:gd name="T12" fmla="*/ 52 w 409"/>
                <a:gd name="T13" fmla="*/ 92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9" h="92">
                  <a:moveTo>
                    <a:pt x="31" y="46"/>
                  </a:moveTo>
                  <a:cubicBezTo>
                    <a:pt x="31" y="22"/>
                    <a:pt x="199" y="1"/>
                    <a:pt x="409" y="1"/>
                  </a:cubicBezTo>
                  <a:cubicBezTo>
                    <a:pt x="404" y="1"/>
                    <a:pt x="398" y="0"/>
                    <a:pt x="393" y="0"/>
                  </a:cubicBezTo>
                  <a:cubicBezTo>
                    <a:pt x="176" y="0"/>
                    <a:pt x="0" y="21"/>
                    <a:pt x="0" y="46"/>
                  </a:cubicBezTo>
                  <a:cubicBezTo>
                    <a:pt x="0" y="71"/>
                    <a:pt x="176" y="92"/>
                    <a:pt x="393" y="92"/>
                  </a:cubicBezTo>
                  <a:cubicBezTo>
                    <a:pt x="398" y="92"/>
                    <a:pt x="404" y="92"/>
                    <a:pt x="409" y="92"/>
                  </a:cubicBezTo>
                  <a:cubicBezTo>
                    <a:pt x="199" y="91"/>
                    <a:pt x="31" y="71"/>
                    <a:pt x="31" y="46"/>
                  </a:cubicBezTo>
                  <a:close/>
                </a:path>
              </a:pathLst>
            </a:custGeom>
            <a:solidFill>
              <a:srgbClr val="D7D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Oval 280">
              <a:extLst>
                <a:ext uri="{FF2B5EF4-FFF2-40B4-BE49-F238E27FC236}">
                  <a16:creationId xmlns:a16="http://schemas.microsoft.com/office/drawing/2014/main" id="{3618F81F-A8E7-4A90-A888-22261CA4F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409"/>
              <a:ext cx="929" cy="116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5" name="Freeform 281">
              <a:extLst>
                <a:ext uri="{FF2B5EF4-FFF2-40B4-BE49-F238E27FC236}">
                  <a16:creationId xmlns:a16="http://schemas.microsoft.com/office/drawing/2014/main" id="{247EBFC5-973E-488F-8757-0B0189231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278"/>
              <a:ext cx="309" cy="191"/>
            </a:xfrm>
            <a:custGeom>
              <a:avLst/>
              <a:gdLst>
                <a:gd name="T0" fmla="*/ 119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1 w 262"/>
                <a:gd name="T7" fmla="*/ 0 h 152"/>
                <a:gd name="T8" fmla="*/ 347 w 262"/>
                <a:gd name="T9" fmla="*/ 0 h 152"/>
                <a:gd name="T10" fmla="*/ 429 w 262"/>
                <a:gd name="T11" fmla="*/ 84 h 152"/>
                <a:gd name="T12" fmla="*/ 429 w 262"/>
                <a:gd name="T13" fmla="*/ 279 h 152"/>
                <a:gd name="T14" fmla="*/ 333 w 262"/>
                <a:gd name="T15" fmla="*/ 246 h 152"/>
                <a:gd name="T16" fmla="*/ 333 w 262"/>
                <a:gd name="T17" fmla="*/ 101 h 152"/>
                <a:gd name="T18" fmla="*/ 267 w 262"/>
                <a:gd name="T19" fmla="*/ 48 h 152"/>
                <a:gd name="T20" fmla="*/ 172 w 262"/>
                <a:gd name="T21" fmla="*/ 48 h 152"/>
                <a:gd name="T22" fmla="*/ 118 w 262"/>
                <a:gd name="T23" fmla="*/ 122 h 152"/>
                <a:gd name="T24" fmla="*/ 119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4" y="24"/>
                    <a:pt x="163" y="24"/>
                  </a:cubicBezTo>
                  <a:cubicBezTo>
                    <a:pt x="123" y="24"/>
                    <a:pt x="105" y="24"/>
                    <a:pt x="105" y="24"/>
                  </a:cubicBezTo>
                  <a:cubicBezTo>
                    <a:pt x="105" y="24"/>
                    <a:pt x="72" y="26"/>
                    <a:pt x="72" y="61"/>
                  </a:cubicBezTo>
                  <a:cubicBezTo>
                    <a:pt x="72" y="97"/>
                    <a:pt x="73" y="152"/>
                    <a:pt x="73" y="152"/>
                  </a:cubicBezTo>
                  <a:close/>
                </a:path>
              </a:pathLst>
            </a:custGeom>
            <a:solidFill>
              <a:srgbClr val="D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282">
              <a:extLst>
                <a:ext uri="{FF2B5EF4-FFF2-40B4-BE49-F238E27FC236}">
                  <a16:creationId xmlns:a16="http://schemas.microsoft.com/office/drawing/2014/main" id="{E16C1D14-C04E-47BE-8A70-80DC94CE3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278"/>
              <a:ext cx="309" cy="191"/>
            </a:xfrm>
            <a:custGeom>
              <a:avLst/>
              <a:gdLst>
                <a:gd name="T0" fmla="*/ 119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1 w 262"/>
                <a:gd name="T7" fmla="*/ 0 h 152"/>
                <a:gd name="T8" fmla="*/ 347 w 262"/>
                <a:gd name="T9" fmla="*/ 0 h 152"/>
                <a:gd name="T10" fmla="*/ 429 w 262"/>
                <a:gd name="T11" fmla="*/ 84 h 152"/>
                <a:gd name="T12" fmla="*/ 429 w 262"/>
                <a:gd name="T13" fmla="*/ 279 h 152"/>
                <a:gd name="T14" fmla="*/ 333 w 262"/>
                <a:gd name="T15" fmla="*/ 246 h 152"/>
                <a:gd name="T16" fmla="*/ 333 w 262"/>
                <a:gd name="T17" fmla="*/ 101 h 152"/>
                <a:gd name="T18" fmla="*/ 267 w 262"/>
                <a:gd name="T19" fmla="*/ 48 h 152"/>
                <a:gd name="T20" fmla="*/ 172 w 262"/>
                <a:gd name="T21" fmla="*/ 48 h 152"/>
                <a:gd name="T22" fmla="*/ 118 w 262"/>
                <a:gd name="T23" fmla="*/ 122 h 152"/>
                <a:gd name="T24" fmla="*/ 119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4" y="24"/>
                    <a:pt x="163" y="24"/>
                  </a:cubicBezTo>
                  <a:cubicBezTo>
                    <a:pt x="123" y="24"/>
                    <a:pt x="105" y="24"/>
                    <a:pt x="105" y="24"/>
                  </a:cubicBezTo>
                  <a:cubicBezTo>
                    <a:pt x="105" y="24"/>
                    <a:pt x="72" y="26"/>
                    <a:pt x="72" y="61"/>
                  </a:cubicBezTo>
                  <a:cubicBezTo>
                    <a:pt x="72" y="97"/>
                    <a:pt x="73" y="152"/>
                    <a:pt x="73" y="15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283">
              <a:extLst>
                <a:ext uri="{FF2B5EF4-FFF2-40B4-BE49-F238E27FC236}">
                  <a16:creationId xmlns:a16="http://schemas.microsoft.com/office/drawing/2014/main" id="{E878F9C2-963C-4CE3-AC0B-03E8E7348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308"/>
              <a:ext cx="109" cy="136"/>
            </a:xfrm>
            <a:custGeom>
              <a:avLst/>
              <a:gdLst>
                <a:gd name="T0" fmla="*/ 147 w 92"/>
                <a:gd name="T1" fmla="*/ 215 h 108"/>
                <a:gd name="T2" fmla="*/ 147 w 92"/>
                <a:gd name="T3" fmla="*/ 62 h 108"/>
                <a:gd name="T4" fmla="*/ 0 w 92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08">
                  <a:moveTo>
                    <a:pt x="89" y="108"/>
                  </a:move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284">
              <a:extLst>
                <a:ext uri="{FF2B5EF4-FFF2-40B4-BE49-F238E27FC236}">
                  <a16:creationId xmlns:a16="http://schemas.microsoft.com/office/drawing/2014/main" id="{FECCE000-B1C2-4F77-93D9-85E48ADF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313"/>
              <a:ext cx="77" cy="135"/>
            </a:xfrm>
            <a:custGeom>
              <a:avLst/>
              <a:gdLst>
                <a:gd name="T0" fmla="*/ 0 w 65"/>
                <a:gd name="T1" fmla="*/ 0 h 107"/>
                <a:gd name="T2" fmla="*/ 27 w 65"/>
                <a:gd name="T3" fmla="*/ 47 h 107"/>
                <a:gd name="T4" fmla="*/ 27 w 65"/>
                <a:gd name="T5" fmla="*/ 189 h 107"/>
                <a:gd name="T6" fmla="*/ 105 w 65"/>
                <a:gd name="T7" fmla="*/ 214 h 107"/>
                <a:gd name="T8" fmla="*/ 107 w 65"/>
                <a:gd name="T9" fmla="*/ 56 h 107"/>
                <a:gd name="T10" fmla="*/ 0 w 65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07">
                  <a:moveTo>
                    <a:pt x="0" y="0"/>
                  </a:moveTo>
                  <a:cubicBezTo>
                    <a:pt x="0" y="0"/>
                    <a:pt x="16" y="6"/>
                    <a:pt x="16" y="23"/>
                  </a:cubicBezTo>
                  <a:cubicBezTo>
                    <a:pt x="16" y="41"/>
                    <a:pt x="16" y="94"/>
                    <a:pt x="16" y="94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5" y="4"/>
                    <a:pt x="0" y="0"/>
                  </a:cubicBez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285">
              <a:extLst>
                <a:ext uri="{FF2B5EF4-FFF2-40B4-BE49-F238E27FC236}">
                  <a16:creationId xmlns:a16="http://schemas.microsoft.com/office/drawing/2014/main" id="{451B389E-9569-4321-B35E-02B899580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282"/>
              <a:ext cx="102" cy="63"/>
            </a:xfrm>
            <a:custGeom>
              <a:avLst/>
              <a:gdLst>
                <a:gd name="T0" fmla="*/ 43 w 86"/>
                <a:gd name="T1" fmla="*/ 0 h 50"/>
                <a:gd name="T2" fmla="*/ 0 w 86"/>
                <a:gd name="T3" fmla="*/ 53 h 50"/>
                <a:gd name="T4" fmla="*/ 104 w 86"/>
                <a:gd name="T5" fmla="*/ 100 h 50"/>
                <a:gd name="T6" fmla="*/ 144 w 86"/>
                <a:gd name="T7" fmla="*/ 38 h 50"/>
                <a:gd name="T8" fmla="*/ 43 w 8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0">
                  <a:moveTo>
                    <a:pt x="25" y="0"/>
                  </a:moveTo>
                  <a:cubicBezTo>
                    <a:pt x="25" y="0"/>
                    <a:pt x="2" y="5"/>
                    <a:pt x="0" y="2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5" y="28"/>
                    <a:pt x="86" y="19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E3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286">
              <a:extLst>
                <a:ext uri="{FF2B5EF4-FFF2-40B4-BE49-F238E27FC236}">
                  <a16:creationId xmlns:a16="http://schemas.microsoft.com/office/drawing/2014/main" id="{2D736402-8AA3-4A5A-A462-B6AA3DFC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289"/>
              <a:ext cx="78" cy="41"/>
            </a:xfrm>
            <a:custGeom>
              <a:avLst/>
              <a:gdLst>
                <a:gd name="T0" fmla="*/ 0 w 66"/>
                <a:gd name="T1" fmla="*/ 22 h 32"/>
                <a:gd name="T2" fmla="*/ 15 w 66"/>
                <a:gd name="T3" fmla="*/ 0 h 32"/>
                <a:gd name="T4" fmla="*/ 109 w 66"/>
                <a:gd name="T5" fmla="*/ 40 h 32"/>
                <a:gd name="T6" fmla="*/ 97 w 66"/>
                <a:gd name="T7" fmla="*/ 68 h 32"/>
                <a:gd name="T8" fmla="*/ 0 w 66"/>
                <a:gd name="T9" fmla="*/ 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2">
                  <a:moveTo>
                    <a:pt x="0" y="10"/>
                  </a:moveTo>
                  <a:cubicBezTo>
                    <a:pt x="0" y="10"/>
                    <a:pt x="4" y="2"/>
                    <a:pt x="9" y="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6" y="19"/>
                    <a:pt x="58" y="27"/>
                    <a:pt x="58" y="32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287">
              <a:extLst>
                <a:ext uri="{FF2B5EF4-FFF2-40B4-BE49-F238E27FC236}">
                  <a16:creationId xmlns:a16="http://schemas.microsoft.com/office/drawing/2014/main" id="{180CBF7C-473D-4C35-A758-5F26914B3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296"/>
              <a:ext cx="68" cy="27"/>
            </a:xfrm>
            <a:custGeom>
              <a:avLst/>
              <a:gdLst>
                <a:gd name="T0" fmla="*/ 0 w 58"/>
                <a:gd name="T1" fmla="*/ 1 h 22"/>
                <a:gd name="T2" fmla="*/ 94 w 58"/>
                <a:gd name="T3" fmla="*/ 39 h 22"/>
                <a:gd name="T4" fmla="*/ 0 w 58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2">
                  <a:moveTo>
                    <a:pt x="0" y="1"/>
                  </a:moveTo>
                  <a:cubicBezTo>
                    <a:pt x="0" y="1"/>
                    <a:pt x="49" y="22"/>
                    <a:pt x="58" y="21"/>
                  </a:cubicBezTo>
                  <a:cubicBezTo>
                    <a:pt x="58" y="21"/>
                    <a:pt x="1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288">
              <a:extLst>
                <a:ext uri="{FF2B5EF4-FFF2-40B4-BE49-F238E27FC236}">
                  <a16:creationId xmlns:a16="http://schemas.microsoft.com/office/drawing/2014/main" id="{0961DEA6-4E5B-4DE5-8DF4-40341509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283"/>
              <a:ext cx="54" cy="55"/>
            </a:xfrm>
            <a:custGeom>
              <a:avLst/>
              <a:gdLst>
                <a:gd name="T0" fmla="*/ 0 w 46"/>
                <a:gd name="T1" fmla="*/ 0 h 44"/>
                <a:gd name="T2" fmla="*/ 72 w 46"/>
                <a:gd name="T3" fmla="*/ 86 h 44"/>
                <a:gd name="T4" fmla="*/ 0 w 4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0" y="0"/>
                    <a:pt x="46" y="4"/>
                    <a:pt x="44" y="44"/>
                  </a:cubicBezTo>
                  <a:cubicBezTo>
                    <a:pt x="44" y="4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Rectangle 289">
              <a:extLst>
                <a:ext uri="{FF2B5EF4-FFF2-40B4-BE49-F238E27FC236}">
                  <a16:creationId xmlns:a16="http://schemas.microsoft.com/office/drawing/2014/main" id="{A11E0FA3-FD9F-42D6-A77A-D3B6BFA56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2529"/>
              <a:ext cx="32" cy="14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74" name="Freeform 290">
              <a:extLst>
                <a:ext uri="{FF2B5EF4-FFF2-40B4-BE49-F238E27FC236}">
                  <a16:creationId xmlns:a16="http://schemas.microsoft.com/office/drawing/2014/main" id="{CFC0B25B-3D97-42EA-9413-51C7FE786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331"/>
              <a:ext cx="76" cy="133"/>
            </a:xfrm>
            <a:custGeom>
              <a:avLst/>
              <a:gdLst>
                <a:gd name="T0" fmla="*/ 0 w 76"/>
                <a:gd name="T1" fmla="*/ 0 h 133"/>
                <a:gd name="T2" fmla="*/ 0 w 76"/>
                <a:gd name="T3" fmla="*/ 111 h 133"/>
                <a:gd name="T4" fmla="*/ 76 w 76"/>
                <a:gd name="T5" fmla="*/ 133 h 133"/>
                <a:gd name="T6" fmla="*/ 5 w 76"/>
                <a:gd name="T7" fmla="*/ 104 h 133"/>
                <a:gd name="T8" fmla="*/ 0 w 76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3">
                  <a:moveTo>
                    <a:pt x="0" y="0"/>
                  </a:moveTo>
                  <a:lnTo>
                    <a:pt x="0" y="111"/>
                  </a:lnTo>
                  <a:lnTo>
                    <a:pt x="76" y="133"/>
                  </a:lnTo>
                  <a:lnTo>
                    <a:pt x="5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291">
              <a:extLst>
                <a:ext uri="{FF2B5EF4-FFF2-40B4-BE49-F238E27FC236}">
                  <a16:creationId xmlns:a16="http://schemas.microsoft.com/office/drawing/2014/main" id="{D2F7E109-6137-4244-AA62-C28CB3770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481"/>
              <a:ext cx="14" cy="141"/>
            </a:xfrm>
            <a:custGeom>
              <a:avLst/>
              <a:gdLst>
                <a:gd name="T0" fmla="*/ 0 w 12"/>
                <a:gd name="T1" fmla="*/ 0 h 112"/>
                <a:gd name="T2" fmla="*/ 0 w 12"/>
                <a:gd name="T3" fmla="*/ 224 h 112"/>
                <a:gd name="T4" fmla="*/ 0 w 1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2">
                  <a:moveTo>
                    <a:pt x="0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2" y="25"/>
                    <a:pt x="0" y="0"/>
                  </a:cubicBez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292">
              <a:extLst>
                <a:ext uri="{FF2B5EF4-FFF2-40B4-BE49-F238E27FC236}">
                  <a16:creationId xmlns:a16="http://schemas.microsoft.com/office/drawing/2014/main" id="{30C4FC03-DE14-410C-80D6-97ECA65F1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457"/>
              <a:ext cx="285" cy="278"/>
            </a:xfrm>
            <a:custGeom>
              <a:avLst/>
              <a:gdLst>
                <a:gd name="T0" fmla="*/ 30 w 241"/>
                <a:gd name="T1" fmla="*/ 0 h 221"/>
                <a:gd name="T2" fmla="*/ 30 w 241"/>
                <a:gd name="T3" fmla="*/ 307 h 221"/>
                <a:gd name="T4" fmla="*/ 399 w 241"/>
                <a:gd name="T5" fmla="*/ 440 h 221"/>
                <a:gd name="T6" fmla="*/ 53 w 241"/>
                <a:gd name="T7" fmla="*/ 294 h 221"/>
                <a:gd name="T8" fmla="*/ 30 w 24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21">
                  <a:moveTo>
                    <a:pt x="18" y="0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18" y="154"/>
                    <a:pt x="0" y="200"/>
                    <a:pt x="241" y="221"/>
                  </a:cubicBezTo>
                  <a:cubicBezTo>
                    <a:pt x="241" y="221"/>
                    <a:pt x="41" y="202"/>
                    <a:pt x="32" y="148"/>
                  </a:cubicBezTo>
                  <a:cubicBezTo>
                    <a:pt x="24" y="95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293">
              <a:extLst>
                <a:ext uri="{FF2B5EF4-FFF2-40B4-BE49-F238E27FC236}">
                  <a16:creationId xmlns:a16="http://schemas.microsoft.com/office/drawing/2014/main" id="{368D213F-A244-47EA-AFCA-575E57F48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661"/>
              <a:ext cx="129" cy="407"/>
            </a:xfrm>
            <a:custGeom>
              <a:avLst/>
              <a:gdLst>
                <a:gd name="T0" fmla="*/ 13 w 109"/>
                <a:gd name="T1" fmla="*/ 0 h 323"/>
                <a:gd name="T2" fmla="*/ 73 w 109"/>
                <a:gd name="T3" fmla="*/ 251 h 323"/>
                <a:gd name="T4" fmla="*/ 173 w 109"/>
                <a:gd name="T5" fmla="*/ 646 h 323"/>
                <a:gd name="T6" fmla="*/ 91 w 109"/>
                <a:gd name="T7" fmla="*/ 301 h 323"/>
                <a:gd name="T8" fmla="*/ 13 w 109"/>
                <a:gd name="T9" fmla="*/ 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323">
                  <a:moveTo>
                    <a:pt x="8" y="0"/>
                  </a:moveTo>
                  <a:cubicBezTo>
                    <a:pt x="8" y="0"/>
                    <a:pt x="2" y="95"/>
                    <a:pt x="44" y="125"/>
                  </a:cubicBezTo>
                  <a:cubicBezTo>
                    <a:pt x="87" y="156"/>
                    <a:pt x="105" y="164"/>
                    <a:pt x="104" y="323"/>
                  </a:cubicBezTo>
                  <a:cubicBezTo>
                    <a:pt x="104" y="323"/>
                    <a:pt x="109" y="173"/>
                    <a:pt x="55" y="151"/>
                  </a:cubicBezTo>
                  <a:cubicBezTo>
                    <a:pt x="0" y="129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294">
              <a:extLst>
                <a:ext uri="{FF2B5EF4-FFF2-40B4-BE49-F238E27FC236}">
                  <a16:creationId xmlns:a16="http://schemas.microsoft.com/office/drawing/2014/main" id="{22B08FB6-DE5D-4717-9C7A-89425C283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68"/>
              <a:ext cx="652" cy="134"/>
            </a:xfrm>
            <a:custGeom>
              <a:avLst/>
              <a:gdLst>
                <a:gd name="T0" fmla="*/ 21 w 552"/>
                <a:gd name="T1" fmla="*/ 0 h 106"/>
                <a:gd name="T2" fmla="*/ 31 w 552"/>
                <a:gd name="T3" fmla="*/ 114 h 106"/>
                <a:gd name="T4" fmla="*/ 0 w 552"/>
                <a:gd name="T5" fmla="*/ 205 h 106"/>
                <a:gd name="T6" fmla="*/ 149 w 552"/>
                <a:gd name="T7" fmla="*/ 177 h 106"/>
                <a:gd name="T8" fmla="*/ 383 w 552"/>
                <a:gd name="T9" fmla="*/ 169 h 106"/>
                <a:gd name="T10" fmla="*/ 706 w 552"/>
                <a:gd name="T11" fmla="*/ 158 h 106"/>
                <a:gd name="T12" fmla="*/ 909 w 552"/>
                <a:gd name="T13" fmla="*/ 129 h 106"/>
                <a:gd name="T14" fmla="*/ 683 w 552"/>
                <a:gd name="T15" fmla="*/ 86 h 106"/>
                <a:gd name="T16" fmla="*/ 400 w 552"/>
                <a:gd name="T17" fmla="*/ 92 h 106"/>
                <a:gd name="T18" fmla="*/ 145 w 552"/>
                <a:gd name="T19" fmla="*/ 71 h 106"/>
                <a:gd name="T20" fmla="*/ 31 w 552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2" h="106">
                  <a:moveTo>
                    <a:pt x="13" y="0"/>
                  </a:moveTo>
                  <a:cubicBezTo>
                    <a:pt x="18" y="17"/>
                    <a:pt x="22" y="37"/>
                    <a:pt x="19" y="56"/>
                  </a:cubicBezTo>
                  <a:cubicBezTo>
                    <a:pt x="17" y="73"/>
                    <a:pt x="6" y="86"/>
                    <a:pt x="0" y="101"/>
                  </a:cubicBezTo>
                  <a:cubicBezTo>
                    <a:pt x="26" y="106"/>
                    <a:pt x="65" y="93"/>
                    <a:pt x="91" y="88"/>
                  </a:cubicBezTo>
                  <a:cubicBezTo>
                    <a:pt x="135" y="79"/>
                    <a:pt x="187" y="81"/>
                    <a:pt x="232" y="84"/>
                  </a:cubicBezTo>
                  <a:cubicBezTo>
                    <a:pt x="299" y="87"/>
                    <a:pt x="361" y="85"/>
                    <a:pt x="428" y="78"/>
                  </a:cubicBezTo>
                  <a:cubicBezTo>
                    <a:pt x="464" y="74"/>
                    <a:pt x="520" y="60"/>
                    <a:pt x="552" y="64"/>
                  </a:cubicBezTo>
                  <a:cubicBezTo>
                    <a:pt x="505" y="64"/>
                    <a:pt x="460" y="47"/>
                    <a:pt x="414" y="43"/>
                  </a:cubicBezTo>
                  <a:cubicBezTo>
                    <a:pt x="357" y="38"/>
                    <a:pt x="300" y="43"/>
                    <a:pt x="243" y="46"/>
                  </a:cubicBezTo>
                  <a:cubicBezTo>
                    <a:pt x="192" y="48"/>
                    <a:pt x="138" y="46"/>
                    <a:pt x="88" y="35"/>
                  </a:cubicBezTo>
                  <a:cubicBezTo>
                    <a:pt x="59" y="29"/>
                    <a:pt x="41" y="11"/>
                    <a:pt x="19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295">
              <a:extLst>
                <a:ext uri="{FF2B5EF4-FFF2-40B4-BE49-F238E27FC236}">
                  <a16:creationId xmlns:a16="http://schemas.microsoft.com/office/drawing/2014/main" id="{FCED1622-5D2D-4C99-BA56-9C503A930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802"/>
              <a:ext cx="184" cy="652"/>
            </a:xfrm>
            <a:custGeom>
              <a:avLst/>
              <a:gdLst>
                <a:gd name="T0" fmla="*/ 256 w 156"/>
                <a:gd name="T1" fmla="*/ 10 h 518"/>
                <a:gd name="T2" fmla="*/ 138 w 156"/>
                <a:gd name="T3" fmla="*/ 44 h 518"/>
                <a:gd name="T4" fmla="*/ 61 w 156"/>
                <a:gd name="T5" fmla="*/ 145 h 518"/>
                <a:gd name="T6" fmla="*/ 34 w 156"/>
                <a:gd name="T7" fmla="*/ 578 h 518"/>
                <a:gd name="T8" fmla="*/ 55 w 156"/>
                <a:gd name="T9" fmla="*/ 972 h 518"/>
                <a:gd name="T10" fmla="*/ 165 w 156"/>
                <a:gd name="T11" fmla="*/ 894 h 518"/>
                <a:gd name="T12" fmla="*/ 165 w 156"/>
                <a:gd name="T13" fmla="*/ 607 h 518"/>
                <a:gd name="T14" fmla="*/ 193 w 156"/>
                <a:gd name="T15" fmla="*/ 194 h 518"/>
                <a:gd name="T16" fmla="*/ 248 w 156"/>
                <a:gd name="T17" fmla="*/ 0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518">
                  <a:moveTo>
                    <a:pt x="156" y="5"/>
                  </a:moveTo>
                  <a:cubicBezTo>
                    <a:pt x="138" y="0"/>
                    <a:pt x="103" y="14"/>
                    <a:pt x="84" y="22"/>
                  </a:cubicBezTo>
                  <a:cubicBezTo>
                    <a:pt x="61" y="32"/>
                    <a:pt x="47" y="48"/>
                    <a:pt x="37" y="72"/>
                  </a:cubicBezTo>
                  <a:cubicBezTo>
                    <a:pt x="10" y="136"/>
                    <a:pt x="21" y="220"/>
                    <a:pt x="21" y="290"/>
                  </a:cubicBezTo>
                  <a:cubicBezTo>
                    <a:pt x="21" y="335"/>
                    <a:pt x="0" y="453"/>
                    <a:pt x="34" y="487"/>
                  </a:cubicBezTo>
                  <a:cubicBezTo>
                    <a:pt x="65" y="518"/>
                    <a:pt x="93" y="474"/>
                    <a:pt x="101" y="448"/>
                  </a:cubicBezTo>
                  <a:cubicBezTo>
                    <a:pt x="115" y="404"/>
                    <a:pt x="102" y="349"/>
                    <a:pt x="101" y="304"/>
                  </a:cubicBezTo>
                  <a:cubicBezTo>
                    <a:pt x="99" y="232"/>
                    <a:pt x="104" y="166"/>
                    <a:pt x="118" y="97"/>
                  </a:cubicBezTo>
                  <a:cubicBezTo>
                    <a:pt x="122" y="74"/>
                    <a:pt x="153" y="7"/>
                    <a:pt x="151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296">
              <a:extLst>
                <a:ext uri="{FF2B5EF4-FFF2-40B4-BE49-F238E27FC236}">
                  <a16:creationId xmlns:a16="http://schemas.microsoft.com/office/drawing/2014/main" id="{25562312-636F-457F-8AAC-511803ED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468"/>
              <a:ext cx="150" cy="228"/>
            </a:xfrm>
            <a:custGeom>
              <a:avLst/>
              <a:gdLst>
                <a:gd name="T0" fmla="*/ 11 w 127"/>
                <a:gd name="T1" fmla="*/ 0 h 181"/>
                <a:gd name="T2" fmla="*/ 11 w 127"/>
                <a:gd name="T3" fmla="*/ 134 h 181"/>
                <a:gd name="T4" fmla="*/ 15 w 127"/>
                <a:gd name="T5" fmla="*/ 248 h 181"/>
                <a:gd name="T6" fmla="*/ 131 w 127"/>
                <a:gd name="T7" fmla="*/ 355 h 181"/>
                <a:gd name="T8" fmla="*/ 117 w 127"/>
                <a:gd name="T9" fmla="*/ 222 h 181"/>
                <a:gd name="T10" fmla="*/ 61 w 127"/>
                <a:gd name="T11" fmla="*/ 14 h 181"/>
                <a:gd name="T12" fmla="*/ 11 w 127"/>
                <a:gd name="T13" fmla="*/ 5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81">
                  <a:moveTo>
                    <a:pt x="7" y="0"/>
                  </a:moveTo>
                  <a:cubicBezTo>
                    <a:pt x="0" y="17"/>
                    <a:pt x="6" y="49"/>
                    <a:pt x="7" y="67"/>
                  </a:cubicBezTo>
                  <a:cubicBezTo>
                    <a:pt x="8" y="86"/>
                    <a:pt x="5" y="106"/>
                    <a:pt x="9" y="124"/>
                  </a:cubicBezTo>
                  <a:cubicBezTo>
                    <a:pt x="14" y="151"/>
                    <a:pt x="50" y="181"/>
                    <a:pt x="80" y="178"/>
                  </a:cubicBezTo>
                  <a:cubicBezTo>
                    <a:pt x="127" y="175"/>
                    <a:pt x="79" y="127"/>
                    <a:pt x="71" y="111"/>
                  </a:cubicBezTo>
                  <a:cubicBezTo>
                    <a:pt x="55" y="81"/>
                    <a:pt x="59" y="31"/>
                    <a:pt x="37" y="7"/>
                  </a:cubicBezTo>
                  <a:cubicBezTo>
                    <a:pt x="28" y="2"/>
                    <a:pt x="17" y="5"/>
                    <a:pt x="7" y="2"/>
                  </a:cubicBezTo>
                </a:path>
              </a:pathLst>
            </a:custGeom>
            <a:solidFill>
              <a:srgbClr val="589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297">
              <a:extLst>
                <a:ext uri="{FF2B5EF4-FFF2-40B4-BE49-F238E27FC236}">
                  <a16:creationId xmlns:a16="http://schemas.microsoft.com/office/drawing/2014/main" id="{E147446D-3B9D-49CB-8628-7F57C643D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959"/>
              <a:ext cx="136" cy="495"/>
            </a:xfrm>
            <a:custGeom>
              <a:avLst/>
              <a:gdLst>
                <a:gd name="T0" fmla="*/ 56 w 115"/>
                <a:gd name="T1" fmla="*/ 723 h 393"/>
                <a:gd name="T2" fmla="*/ 167 w 115"/>
                <a:gd name="T3" fmla="*/ 646 h 393"/>
                <a:gd name="T4" fmla="*/ 175 w 115"/>
                <a:gd name="T5" fmla="*/ 360 h 393"/>
                <a:gd name="T6" fmla="*/ 187 w 115"/>
                <a:gd name="T7" fmla="*/ 0 h 393"/>
                <a:gd name="T8" fmla="*/ 37 w 115"/>
                <a:gd name="T9" fmla="*/ 108 h 393"/>
                <a:gd name="T10" fmla="*/ 31 w 115"/>
                <a:gd name="T11" fmla="*/ 112 h 393"/>
                <a:gd name="T12" fmla="*/ 26 w 115"/>
                <a:gd name="T13" fmla="*/ 330 h 393"/>
                <a:gd name="T14" fmla="*/ 56 w 115"/>
                <a:gd name="T15" fmla="*/ 723 h 3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393">
                  <a:moveTo>
                    <a:pt x="34" y="362"/>
                  </a:moveTo>
                  <a:cubicBezTo>
                    <a:pt x="65" y="393"/>
                    <a:pt x="93" y="349"/>
                    <a:pt x="101" y="323"/>
                  </a:cubicBezTo>
                  <a:cubicBezTo>
                    <a:pt x="115" y="279"/>
                    <a:pt x="108" y="226"/>
                    <a:pt x="106" y="180"/>
                  </a:cubicBezTo>
                  <a:cubicBezTo>
                    <a:pt x="104" y="119"/>
                    <a:pt x="103" y="59"/>
                    <a:pt x="113" y="0"/>
                  </a:cubicBezTo>
                  <a:cubicBezTo>
                    <a:pt x="80" y="12"/>
                    <a:pt x="54" y="32"/>
                    <a:pt x="22" y="54"/>
                  </a:cubicBezTo>
                  <a:cubicBezTo>
                    <a:pt x="21" y="55"/>
                    <a:pt x="20" y="56"/>
                    <a:pt x="19" y="56"/>
                  </a:cubicBezTo>
                  <a:cubicBezTo>
                    <a:pt x="18" y="93"/>
                    <a:pt x="16" y="131"/>
                    <a:pt x="16" y="165"/>
                  </a:cubicBezTo>
                  <a:cubicBezTo>
                    <a:pt x="16" y="210"/>
                    <a:pt x="0" y="328"/>
                    <a:pt x="34" y="362"/>
                  </a:cubicBezTo>
                  <a:close/>
                </a:path>
              </a:pathLst>
            </a:custGeom>
            <a:solidFill>
              <a:srgbClr val="589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298">
              <a:extLst>
                <a:ext uri="{FF2B5EF4-FFF2-40B4-BE49-F238E27FC236}">
                  <a16:creationId xmlns:a16="http://schemas.microsoft.com/office/drawing/2014/main" id="{0F5FF3EF-428C-4D3A-B0FB-0201C3CF2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770"/>
              <a:ext cx="224" cy="128"/>
            </a:xfrm>
            <a:custGeom>
              <a:avLst/>
              <a:gdLst>
                <a:gd name="T0" fmla="*/ 65 w 190"/>
                <a:gd name="T1" fmla="*/ 8 h 101"/>
                <a:gd name="T2" fmla="*/ 207 w 190"/>
                <a:gd name="T3" fmla="*/ 84 h 101"/>
                <a:gd name="T4" fmla="*/ 250 w 190"/>
                <a:gd name="T5" fmla="*/ 196 h 101"/>
                <a:gd name="T6" fmla="*/ 123 w 190"/>
                <a:gd name="T7" fmla="*/ 82 h 101"/>
                <a:gd name="T8" fmla="*/ 57 w 190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01">
                  <a:moveTo>
                    <a:pt x="40" y="4"/>
                  </a:moveTo>
                  <a:cubicBezTo>
                    <a:pt x="70" y="0"/>
                    <a:pt x="108" y="17"/>
                    <a:pt x="126" y="41"/>
                  </a:cubicBezTo>
                  <a:cubicBezTo>
                    <a:pt x="135" y="52"/>
                    <a:pt x="190" y="88"/>
                    <a:pt x="153" y="96"/>
                  </a:cubicBezTo>
                  <a:cubicBezTo>
                    <a:pt x="128" y="101"/>
                    <a:pt x="98" y="51"/>
                    <a:pt x="75" y="40"/>
                  </a:cubicBezTo>
                  <a:cubicBezTo>
                    <a:pt x="64" y="35"/>
                    <a:pt x="0" y="20"/>
                    <a:pt x="35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299">
              <a:extLst>
                <a:ext uri="{FF2B5EF4-FFF2-40B4-BE49-F238E27FC236}">
                  <a16:creationId xmlns:a16="http://schemas.microsoft.com/office/drawing/2014/main" id="{05F29D6F-245C-49D8-B60E-DE7436D48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869"/>
              <a:ext cx="72" cy="108"/>
            </a:xfrm>
            <a:custGeom>
              <a:avLst/>
              <a:gdLst>
                <a:gd name="T0" fmla="*/ 20 w 61"/>
                <a:gd name="T1" fmla="*/ 0 h 86"/>
                <a:gd name="T2" fmla="*/ 54 w 61"/>
                <a:gd name="T3" fmla="*/ 162 h 86"/>
                <a:gd name="T4" fmla="*/ 17 w 61"/>
                <a:gd name="T5" fmla="*/ 1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6">
                  <a:moveTo>
                    <a:pt x="12" y="0"/>
                  </a:moveTo>
                  <a:cubicBezTo>
                    <a:pt x="38" y="8"/>
                    <a:pt x="61" y="86"/>
                    <a:pt x="33" y="82"/>
                  </a:cubicBezTo>
                  <a:cubicBezTo>
                    <a:pt x="19" y="79"/>
                    <a:pt x="0" y="15"/>
                    <a:pt x="10" y="6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300">
              <a:extLst>
                <a:ext uri="{FF2B5EF4-FFF2-40B4-BE49-F238E27FC236}">
                  <a16:creationId xmlns:a16="http://schemas.microsoft.com/office/drawing/2014/main" id="{0CD39A98-CDAF-4C73-B097-489841F0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085"/>
              <a:ext cx="684" cy="518"/>
            </a:xfrm>
            <a:custGeom>
              <a:avLst/>
              <a:gdLst>
                <a:gd name="T0" fmla="*/ 0 w 580"/>
                <a:gd name="T1" fmla="*/ 32 h 411"/>
                <a:gd name="T2" fmla="*/ 952 w 580"/>
                <a:gd name="T3" fmla="*/ 0 h 411"/>
                <a:gd name="T4" fmla="*/ 952 w 580"/>
                <a:gd name="T5" fmla="*/ 669 h 411"/>
                <a:gd name="T6" fmla="*/ 0 w 580"/>
                <a:gd name="T7" fmla="*/ 677 h 411"/>
                <a:gd name="T8" fmla="*/ 0 w 580"/>
                <a:gd name="T9" fmla="*/ 32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1">
                  <a:moveTo>
                    <a:pt x="0" y="16"/>
                  </a:moveTo>
                  <a:cubicBezTo>
                    <a:pt x="0" y="16"/>
                    <a:pt x="289" y="60"/>
                    <a:pt x="580" y="0"/>
                  </a:cubicBezTo>
                  <a:cubicBezTo>
                    <a:pt x="580" y="334"/>
                    <a:pt x="580" y="334"/>
                    <a:pt x="580" y="334"/>
                  </a:cubicBezTo>
                  <a:cubicBezTo>
                    <a:pt x="580" y="334"/>
                    <a:pt x="289" y="411"/>
                    <a:pt x="0" y="338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AFD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301">
              <a:extLst>
                <a:ext uri="{FF2B5EF4-FFF2-40B4-BE49-F238E27FC236}">
                  <a16:creationId xmlns:a16="http://schemas.microsoft.com/office/drawing/2014/main" id="{1EB197B2-5C29-49DF-8431-6704BED78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085"/>
              <a:ext cx="684" cy="518"/>
            </a:xfrm>
            <a:custGeom>
              <a:avLst/>
              <a:gdLst>
                <a:gd name="T0" fmla="*/ 0 w 580"/>
                <a:gd name="T1" fmla="*/ 32 h 411"/>
                <a:gd name="T2" fmla="*/ 952 w 580"/>
                <a:gd name="T3" fmla="*/ 0 h 411"/>
                <a:gd name="T4" fmla="*/ 952 w 580"/>
                <a:gd name="T5" fmla="*/ 669 h 411"/>
                <a:gd name="T6" fmla="*/ 0 w 580"/>
                <a:gd name="T7" fmla="*/ 677 h 411"/>
                <a:gd name="T8" fmla="*/ 0 w 580"/>
                <a:gd name="T9" fmla="*/ 32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1">
                  <a:moveTo>
                    <a:pt x="0" y="16"/>
                  </a:moveTo>
                  <a:cubicBezTo>
                    <a:pt x="0" y="16"/>
                    <a:pt x="289" y="60"/>
                    <a:pt x="580" y="0"/>
                  </a:cubicBezTo>
                  <a:cubicBezTo>
                    <a:pt x="580" y="334"/>
                    <a:pt x="580" y="334"/>
                    <a:pt x="580" y="334"/>
                  </a:cubicBezTo>
                  <a:cubicBezTo>
                    <a:pt x="580" y="334"/>
                    <a:pt x="289" y="411"/>
                    <a:pt x="0" y="338"/>
                  </a:cubicBezTo>
                  <a:lnTo>
                    <a:pt x="0" y="16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308">
              <a:extLst>
                <a:ext uri="{FF2B5EF4-FFF2-40B4-BE49-F238E27FC236}">
                  <a16:creationId xmlns:a16="http://schemas.microsoft.com/office/drawing/2014/main" id="{4A67FCBD-E056-49DE-9CFA-06A2C6288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007"/>
              <a:ext cx="149" cy="95"/>
            </a:xfrm>
            <a:custGeom>
              <a:avLst/>
              <a:gdLst>
                <a:gd name="T0" fmla="*/ 8 w 126"/>
                <a:gd name="T1" fmla="*/ 73 h 75"/>
                <a:gd name="T2" fmla="*/ 13 w 126"/>
                <a:gd name="T3" fmla="*/ 14 h 75"/>
                <a:gd name="T4" fmla="*/ 48 w 126"/>
                <a:gd name="T5" fmla="*/ 43 h 75"/>
                <a:gd name="T6" fmla="*/ 61 w 126"/>
                <a:gd name="T7" fmla="*/ 32 h 75"/>
                <a:gd name="T8" fmla="*/ 76 w 126"/>
                <a:gd name="T9" fmla="*/ 52 h 75"/>
                <a:gd name="T10" fmla="*/ 89 w 126"/>
                <a:gd name="T11" fmla="*/ 44 h 75"/>
                <a:gd name="T12" fmla="*/ 101 w 126"/>
                <a:gd name="T13" fmla="*/ 68 h 75"/>
                <a:gd name="T14" fmla="*/ 112 w 126"/>
                <a:gd name="T15" fmla="*/ 71 h 75"/>
                <a:gd name="T16" fmla="*/ 144 w 126"/>
                <a:gd name="T17" fmla="*/ 44 h 75"/>
                <a:gd name="T18" fmla="*/ 177 w 126"/>
                <a:gd name="T19" fmla="*/ 54 h 75"/>
                <a:gd name="T20" fmla="*/ 171 w 126"/>
                <a:gd name="T21" fmla="*/ 90 h 75"/>
                <a:gd name="T22" fmla="*/ 174 w 126"/>
                <a:gd name="T23" fmla="*/ 130 h 75"/>
                <a:gd name="T24" fmla="*/ 136 w 126"/>
                <a:gd name="T25" fmla="*/ 109 h 75"/>
                <a:gd name="T26" fmla="*/ 124 w 126"/>
                <a:gd name="T27" fmla="*/ 144 h 75"/>
                <a:gd name="T28" fmla="*/ 83 w 126"/>
                <a:gd name="T29" fmla="*/ 137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6" h="75">
                  <a:moveTo>
                    <a:pt x="5" y="36"/>
                  </a:moveTo>
                  <a:cubicBezTo>
                    <a:pt x="4" y="27"/>
                    <a:pt x="0" y="13"/>
                    <a:pt x="8" y="7"/>
                  </a:cubicBezTo>
                  <a:cubicBezTo>
                    <a:pt x="18" y="0"/>
                    <a:pt x="25" y="15"/>
                    <a:pt x="30" y="21"/>
                  </a:cubicBezTo>
                  <a:cubicBezTo>
                    <a:pt x="33" y="18"/>
                    <a:pt x="32" y="15"/>
                    <a:pt x="37" y="16"/>
                  </a:cubicBezTo>
                  <a:cubicBezTo>
                    <a:pt x="42" y="17"/>
                    <a:pt x="42" y="24"/>
                    <a:pt x="46" y="25"/>
                  </a:cubicBezTo>
                  <a:cubicBezTo>
                    <a:pt x="48" y="25"/>
                    <a:pt x="50" y="21"/>
                    <a:pt x="53" y="22"/>
                  </a:cubicBezTo>
                  <a:cubicBezTo>
                    <a:pt x="59" y="22"/>
                    <a:pt x="58" y="31"/>
                    <a:pt x="61" y="34"/>
                  </a:cubicBezTo>
                  <a:cubicBezTo>
                    <a:pt x="64" y="38"/>
                    <a:pt x="64" y="37"/>
                    <a:pt x="68" y="35"/>
                  </a:cubicBezTo>
                  <a:cubicBezTo>
                    <a:pt x="74" y="31"/>
                    <a:pt x="79" y="25"/>
                    <a:pt x="87" y="22"/>
                  </a:cubicBezTo>
                  <a:cubicBezTo>
                    <a:pt x="94" y="20"/>
                    <a:pt x="104" y="18"/>
                    <a:pt x="107" y="27"/>
                  </a:cubicBezTo>
                  <a:cubicBezTo>
                    <a:pt x="110" y="33"/>
                    <a:pt x="105" y="39"/>
                    <a:pt x="104" y="44"/>
                  </a:cubicBezTo>
                  <a:cubicBezTo>
                    <a:pt x="111" y="35"/>
                    <a:pt x="126" y="64"/>
                    <a:pt x="105" y="64"/>
                  </a:cubicBezTo>
                  <a:cubicBezTo>
                    <a:pt x="96" y="63"/>
                    <a:pt x="85" y="64"/>
                    <a:pt x="82" y="54"/>
                  </a:cubicBezTo>
                  <a:cubicBezTo>
                    <a:pt x="79" y="60"/>
                    <a:pt x="80" y="67"/>
                    <a:pt x="75" y="71"/>
                  </a:cubicBezTo>
                  <a:cubicBezTo>
                    <a:pt x="68" y="75"/>
                    <a:pt x="53" y="75"/>
                    <a:pt x="50" y="67"/>
                  </a:cubicBezTo>
                </a:path>
              </a:pathLst>
            </a:custGeom>
            <a:solidFill>
              <a:srgbClr val="337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309">
              <a:extLst>
                <a:ext uri="{FF2B5EF4-FFF2-40B4-BE49-F238E27FC236}">
                  <a16:creationId xmlns:a16="http://schemas.microsoft.com/office/drawing/2014/main" id="{94A6476B-8940-4D39-912E-683DBE69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3011"/>
              <a:ext cx="170" cy="107"/>
            </a:xfrm>
            <a:custGeom>
              <a:avLst/>
              <a:gdLst>
                <a:gd name="T0" fmla="*/ 60 w 144"/>
                <a:gd name="T1" fmla="*/ 92 h 85"/>
                <a:gd name="T2" fmla="*/ 46 w 144"/>
                <a:gd name="T3" fmla="*/ 23 h 85"/>
                <a:gd name="T4" fmla="*/ 98 w 144"/>
                <a:gd name="T5" fmla="*/ 74 h 85"/>
                <a:gd name="T6" fmla="*/ 125 w 144"/>
                <a:gd name="T7" fmla="*/ 63 h 85"/>
                <a:gd name="T8" fmla="*/ 142 w 144"/>
                <a:gd name="T9" fmla="*/ 93 h 85"/>
                <a:gd name="T10" fmla="*/ 156 w 144"/>
                <a:gd name="T11" fmla="*/ 99 h 85"/>
                <a:gd name="T12" fmla="*/ 203 w 144"/>
                <a:gd name="T13" fmla="*/ 93 h 85"/>
                <a:gd name="T14" fmla="*/ 210 w 144"/>
                <a:gd name="T15" fmla="*/ 123 h 85"/>
                <a:gd name="T16" fmla="*/ 229 w 144"/>
                <a:gd name="T17" fmla="*/ 145 h 85"/>
                <a:gd name="T18" fmla="*/ 155 w 144"/>
                <a:gd name="T19" fmla="*/ 154 h 85"/>
                <a:gd name="T20" fmla="*/ 130 w 144"/>
                <a:gd name="T21" fmla="*/ 146 h 85"/>
                <a:gd name="T22" fmla="*/ 110 w 144"/>
                <a:gd name="T23" fmla="*/ 133 h 85"/>
                <a:gd name="T24" fmla="*/ 93 w 144"/>
                <a:gd name="T25" fmla="*/ 147 h 85"/>
                <a:gd name="T26" fmla="*/ 72 w 144"/>
                <a:gd name="T27" fmla="*/ 164 h 85"/>
                <a:gd name="T28" fmla="*/ 60 w 144"/>
                <a:gd name="T29" fmla="*/ 125 h 85"/>
                <a:gd name="T30" fmla="*/ 30 w 144"/>
                <a:gd name="T31" fmla="*/ 138 h 85"/>
                <a:gd name="T32" fmla="*/ 6 w 144"/>
                <a:gd name="T33" fmla="*/ 121 h 85"/>
                <a:gd name="T34" fmla="*/ 57 w 144"/>
                <a:gd name="T35" fmla="*/ 91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4" h="85">
                  <a:moveTo>
                    <a:pt x="36" y="46"/>
                  </a:moveTo>
                  <a:cubicBezTo>
                    <a:pt x="21" y="47"/>
                    <a:pt x="18" y="17"/>
                    <a:pt x="28" y="11"/>
                  </a:cubicBezTo>
                  <a:cubicBezTo>
                    <a:pt x="44" y="0"/>
                    <a:pt x="49" y="36"/>
                    <a:pt x="59" y="37"/>
                  </a:cubicBezTo>
                  <a:cubicBezTo>
                    <a:pt x="64" y="38"/>
                    <a:pt x="69" y="30"/>
                    <a:pt x="76" y="32"/>
                  </a:cubicBezTo>
                  <a:cubicBezTo>
                    <a:pt x="84" y="34"/>
                    <a:pt x="83" y="41"/>
                    <a:pt x="86" y="47"/>
                  </a:cubicBezTo>
                  <a:cubicBezTo>
                    <a:pt x="89" y="52"/>
                    <a:pt x="89" y="52"/>
                    <a:pt x="95" y="50"/>
                  </a:cubicBezTo>
                  <a:cubicBezTo>
                    <a:pt x="103" y="47"/>
                    <a:pt x="116" y="41"/>
                    <a:pt x="124" y="47"/>
                  </a:cubicBezTo>
                  <a:cubicBezTo>
                    <a:pt x="130" y="51"/>
                    <a:pt x="127" y="57"/>
                    <a:pt x="128" y="62"/>
                  </a:cubicBezTo>
                  <a:cubicBezTo>
                    <a:pt x="130" y="67"/>
                    <a:pt x="137" y="68"/>
                    <a:pt x="139" y="72"/>
                  </a:cubicBezTo>
                  <a:cubicBezTo>
                    <a:pt x="144" y="85"/>
                    <a:pt x="100" y="78"/>
                    <a:pt x="94" y="77"/>
                  </a:cubicBezTo>
                  <a:cubicBezTo>
                    <a:pt x="89" y="76"/>
                    <a:pt x="84" y="75"/>
                    <a:pt x="79" y="73"/>
                  </a:cubicBezTo>
                  <a:cubicBezTo>
                    <a:pt x="76" y="72"/>
                    <a:pt x="70" y="67"/>
                    <a:pt x="67" y="67"/>
                  </a:cubicBezTo>
                  <a:cubicBezTo>
                    <a:pt x="63" y="67"/>
                    <a:pt x="61" y="71"/>
                    <a:pt x="57" y="74"/>
                  </a:cubicBezTo>
                  <a:cubicBezTo>
                    <a:pt x="54" y="77"/>
                    <a:pt x="49" y="83"/>
                    <a:pt x="44" y="82"/>
                  </a:cubicBezTo>
                  <a:cubicBezTo>
                    <a:pt x="37" y="80"/>
                    <a:pt x="37" y="68"/>
                    <a:pt x="36" y="63"/>
                  </a:cubicBezTo>
                  <a:cubicBezTo>
                    <a:pt x="30" y="68"/>
                    <a:pt x="26" y="71"/>
                    <a:pt x="18" y="69"/>
                  </a:cubicBezTo>
                  <a:cubicBezTo>
                    <a:pt x="14" y="68"/>
                    <a:pt x="5" y="65"/>
                    <a:pt x="3" y="60"/>
                  </a:cubicBezTo>
                  <a:cubicBezTo>
                    <a:pt x="0" y="50"/>
                    <a:pt x="26" y="45"/>
                    <a:pt x="35" y="45"/>
                  </a:cubicBezTo>
                </a:path>
              </a:pathLst>
            </a:custGeom>
            <a:solidFill>
              <a:srgbClr val="337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310">
              <a:extLst>
                <a:ext uri="{FF2B5EF4-FFF2-40B4-BE49-F238E27FC236}">
                  <a16:creationId xmlns:a16="http://schemas.microsoft.com/office/drawing/2014/main" id="{B03BDF47-67C7-48C4-AD5B-E0794B446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884"/>
              <a:ext cx="157" cy="197"/>
            </a:xfrm>
            <a:custGeom>
              <a:avLst/>
              <a:gdLst>
                <a:gd name="T0" fmla="*/ 0 w 133"/>
                <a:gd name="T1" fmla="*/ 248 h 157"/>
                <a:gd name="T2" fmla="*/ 63 w 133"/>
                <a:gd name="T3" fmla="*/ 197 h 157"/>
                <a:gd name="T4" fmla="*/ 67 w 133"/>
                <a:gd name="T5" fmla="*/ 162 h 157"/>
                <a:gd name="T6" fmla="*/ 52 w 133"/>
                <a:gd name="T7" fmla="*/ 85 h 157"/>
                <a:gd name="T8" fmla="*/ 125 w 133"/>
                <a:gd name="T9" fmla="*/ 51 h 157"/>
                <a:gd name="T10" fmla="*/ 161 w 133"/>
                <a:gd name="T11" fmla="*/ 5 h 157"/>
                <a:gd name="T12" fmla="*/ 207 w 133"/>
                <a:gd name="T13" fmla="*/ 84 h 157"/>
                <a:gd name="T14" fmla="*/ 122 w 133"/>
                <a:gd name="T15" fmla="*/ 125 h 157"/>
                <a:gd name="T16" fmla="*/ 111 w 133"/>
                <a:gd name="T17" fmla="*/ 163 h 157"/>
                <a:gd name="T18" fmla="*/ 92 w 133"/>
                <a:gd name="T19" fmla="*/ 217 h 157"/>
                <a:gd name="T20" fmla="*/ 91 w 133"/>
                <a:gd name="T21" fmla="*/ 248 h 157"/>
                <a:gd name="T22" fmla="*/ 52 w 133"/>
                <a:gd name="T23" fmla="*/ 285 h 157"/>
                <a:gd name="T24" fmla="*/ 7 w 133"/>
                <a:gd name="T25" fmla="*/ 277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3" h="157">
                  <a:moveTo>
                    <a:pt x="0" y="126"/>
                  </a:moveTo>
                  <a:cubicBezTo>
                    <a:pt x="6" y="103"/>
                    <a:pt x="11" y="92"/>
                    <a:pt x="38" y="100"/>
                  </a:cubicBezTo>
                  <a:cubicBezTo>
                    <a:pt x="35" y="92"/>
                    <a:pt x="40" y="88"/>
                    <a:pt x="41" y="82"/>
                  </a:cubicBezTo>
                  <a:cubicBezTo>
                    <a:pt x="41" y="69"/>
                    <a:pt x="27" y="55"/>
                    <a:pt x="31" y="43"/>
                  </a:cubicBezTo>
                  <a:cubicBezTo>
                    <a:pt x="37" y="17"/>
                    <a:pt x="63" y="34"/>
                    <a:pt x="76" y="26"/>
                  </a:cubicBezTo>
                  <a:cubicBezTo>
                    <a:pt x="87" y="19"/>
                    <a:pt x="79" y="0"/>
                    <a:pt x="97" y="2"/>
                  </a:cubicBezTo>
                  <a:cubicBezTo>
                    <a:pt x="112" y="4"/>
                    <a:pt x="133" y="29"/>
                    <a:pt x="125" y="42"/>
                  </a:cubicBezTo>
                  <a:cubicBezTo>
                    <a:pt x="119" y="50"/>
                    <a:pt x="84" y="64"/>
                    <a:pt x="74" y="64"/>
                  </a:cubicBezTo>
                  <a:cubicBezTo>
                    <a:pt x="78" y="71"/>
                    <a:pt x="75" y="79"/>
                    <a:pt x="68" y="83"/>
                  </a:cubicBezTo>
                  <a:cubicBezTo>
                    <a:pt x="85" y="88"/>
                    <a:pt x="74" y="112"/>
                    <a:pt x="56" y="110"/>
                  </a:cubicBezTo>
                  <a:cubicBezTo>
                    <a:pt x="71" y="106"/>
                    <a:pt x="71" y="123"/>
                    <a:pt x="55" y="126"/>
                  </a:cubicBezTo>
                  <a:cubicBezTo>
                    <a:pt x="65" y="142"/>
                    <a:pt x="42" y="157"/>
                    <a:pt x="31" y="144"/>
                  </a:cubicBezTo>
                  <a:cubicBezTo>
                    <a:pt x="23" y="150"/>
                    <a:pt x="10" y="148"/>
                    <a:pt x="4" y="140"/>
                  </a:cubicBezTo>
                </a:path>
              </a:pathLst>
            </a:custGeom>
            <a:solidFill>
              <a:srgbClr val="337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311">
              <a:extLst>
                <a:ext uri="{FF2B5EF4-FFF2-40B4-BE49-F238E27FC236}">
                  <a16:creationId xmlns:a16="http://schemas.microsoft.com/office/drawing/2014/main" id="{FB462B69-EB12-4468-A20B-9B0577787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3000"/>
              <a:ext cx="180" cy="88"/>
            </a:xfrm>
            <a:custGeom>
              <a:avLst/>
              <a:gdLst>
                <a:gd name="T0" fmla="*/ 65 w 153"/>
                <a:gd name="T1" fmla="*/ 0 h 70"/>
                <a:gd name="T2" fmla="*/ 65 w 153"/>
                <a:gd name="T3" fmla="*/ 94 h 70"/>
                <a:gd name="T4" fmla="*/ 108 w 153"/>
                <a:gd name="T5" fmla="*/ 92 h 70"/>
                <a:gd name="T6" fmla="*/ 131 w 153"/>
                <a:gd name="T7" fmla="*/ 117 h 70"/>
                <a:gd name="T8" fmla="*/ 188 w 153"/>
                <a:gd name="T9" fmla="*/ 140 h 70"/>
                <a:gd name="T10" fmla="*/ 244 w 153"/>
                <a:gd name="T11" fmla="*/ 99 h 70"/>
                <a:gd name="T12" fmla="*/ 159 w 153"/>
                <a:gd name="T13" fmla="*/ 99 h 70"/>
                <a:gd name="T14" fmla="*/ 113 w 153"/>
                <a:gd name="T15" fmla="*/ 60 h 70"/>
                <a:gd name="T16" fmla="*/ 95 w 153"/>
                <a:gd name="T17" fmla="*/ 31 h 70"/>
                <a:gd name="T18" fmla="*/ 58 w 153"/>
                <a:gd name="T19" fmla="*/ 5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" h="70">
                  <a:moveTo>
                    <a:pt x="40" y="0"/>
                  </a:moveTo>
                  <a:cubicBezTo>
                    <a:pt x="0" y="10"/>
                    <a:pt x="51" y="31"/>
                    <a:pt x="40" y="48"/>
                  </a:cubicBezTo>
                  <a:cubicBezTo>
                    <a:pt x="50" y="54"/>
                    <a:pt x="56" y="43"/>
                    <a:pt x="66" y="46"/>
                  </a:cubicBezTo>
                  <a:cubicBezTo>
                    <a:pt x="71" y="47"/>
                    <a:pt x="76" y="55"/>
                    <a:pt x="80" y="59"/>
                  </a:cubicBezTo>
                  <a:cubicBezTo>
                    <a:pt x="92" y="39"/>
                    <a:pt x="103" y="66"/>
                    <a:pt x="116" y="70"/>
                  </a:cubicBezTo>
                  <a:cubicBezTo>
                    <a:pt x="121" y="33"/>
                    <a:pt x="147" y="70"/>
                    <a:pt x="150" y="50"/>
                  </a:cubicBezTo>
                  <a:cubicBezTo>
                    <a:pt x="153" y="23"/>
                    <a:pt x="107" y="43"/>
                    <a:pt x="98" y="50"/>
                  </a:cubicBezTo>
                  <a:cubicBezTo>
                    <a:pt x="86" y="39"/>
                    <a:pt x="81" y="35"/>
                    <a:pt x="70" y="30"/>
                  </a:cubicBezTo>
                  <a:cubicBezTo>
                    <a:pt x="64" y="27"/>
                    <a:pt x="42" y="29"/>
                    <a:pt x="59" y="16"/>
                  </a:cubicBezTo>
                  <a:cubicBezTo>
                    <a:pt x="52" y="12"/>
                    <a:pt x="43" y="6"/>
                    <a:pt x="36" y="2"/>
                  </a:cubicBezTo>
                </a:path>
              </a:pathLst>
            </a:custGeom>
            <a:solidFill>
              <a:srgbClr val="337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312">
              <a:extLst>
                <a:ext uri="{FF2B5EF4-FFF2-40B4-BE49-F238E27FC236}">
                  <a16:creationId xmlns:a16="http://schemas.microsoft.com/office/drawing/2014/main" id="{A0554DB9-B5F3-4185-8D3E-9FEA2D4E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350"/>
              <a:ext cx="60" cy="211"/>
            </a:xfrm>
            <a:custGeom>
              <a:avLst/>
              <a:gdLst>
                <a:gd name="T0" fmla="*/ 21 w 51"/>
                <a:gd name="T1" fmla="*/ 301 h 168"/>
                <a:gd name="T2" fmla="*/ 34 w 51"/>
                <a:gd name="T3" fmla="*/ 232 h 168"/>
                <a:gd name="T4" fmla="*/ 29 w 51"/>
                <a:gd name="T5" fmla="*/ 149 h 168"/>
                <a:gd name="T6" fmla="*/ 31 w 51"/>
                <a:gd name="T7" fmla="*/ 0 h 168"/>
                <a:gd name="T8" fmla="*/ 40 w 51"/>
                <a:gd name="T9" fmla="*/ 198 h 168"/>
                <a:gd name="T10" fmla="*/ 56 w 51"/>
                <a:gd name="T11" fmla="*/ 261 h 168"/>
                <a:gd name="T12" fmla="*/ 31 w 51"/>
                <a:gd name="T13" fmla="*/ 333 h 168"/>
                <a:gd name="T14" fmla="*/ 28 w 51"/>
                <a:gd name="T15" fmla="*/ 325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68">
                  <a:moveTo>
                    <a:pt x="13" y="152"/>
                  </a:moveTo>
                  <a:cubicBezTo>
                    <a:pt x="7" y="142"/>
                    <a:pt x="0" y="96"/>
                    <a:pt x="21" y="117"/>
                  </a:cubicBezTo>
                  <a:cubicBezTo>
                    <a:pt x="0" y="110"/>
                    <a:pt x="6" y="87"/>
                    <a:pt x="18" y="76"/>
                  </a:cubicBezTo>
                  <a:cubicBezTo>
                    <a:pt x="8" y="66"/>
                    <a:pt x="10" y="10"/>
                    <a:pt x="19" y="0"/>
                  </a:cubicBezTo>
                  <a:cubicBezTo>
                    <a:pt x="51" y="23"/>
                    <a:pt x="21" y="70"/>
                    <a:pt x="25" y="100"/>
                  </a:cubicBezTo>
                  <a:cubicBezTo>
                    <a:pt x="27" y="113"/>
                    <a:pt x="35" y="118"/>
                    <a:pt x="35" y="132"/>
                  </a:cubicBezTo>
                  <a:cubicBezTo>
                    <a:pt x="35" y="149"/>
                    <a:pt x="29" y="156"/>
                    <a:pt x="19" y="168"/>
                  </a:cubicBezTo>
                  <a:cubicBezTo>
                    <a:pt x="15" y="167"/>
                    <a:pt x="19" y="166"/>
                    <a:pt x="17" y="164"/>
                  </a:cubicBezTo>
                </a:path>
              </a:pathLst>
            </a:custGeom>
            <a:solidFill>
              <a:srgbClr val="337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313">
              <a:extLst>
                <a:ext uri="{FF2B5EF4-FFF2-40B4-BE49-F238E27FC236}">
                  <a16:creationId xmlns:a16="http://schemas.microsoft.com/office/drawing/2014/main" id="{FEEE9273-E101-4074-B270-A2D2A86E6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842"/>
              <a:ext cx="168" cy="164"/>
            </a:xfrm>
            <a:custGeom>
              <a:avLst/>
              <a:gdLst>
                <a:gd name="T0" fmla="*/ 17 w 142"/>
                <a:gd name="T1" fmla="*/ 54 h 130"/>
                <a:gd name="T2" fmla="*/ 9 w 142"/>
                <a:gd name="T3" fmla="*/ 10 h 130"/>
                <a:gd name="T4" fmla="*/ 53 w 142"/>
                <a:gd name="T5" fmla="*/ 61 h 130"/>
                <a:gd name="T6" fmla="*/ 79 w 142"/>
                <a:gd name="T7" fmla="*/ 63 h 130"/>
                <a:gd name="T8" fmla="*/ 93 w 142"/>
                <a:gd name="T9" fmla="*/ 77 h 130"/>
                <a:gd name="T10" fmla="*/ 106 w 142"/>
                <a:gd name="T11" fmla="*/ 77 h 130"/>
                <a:gd name="T12" fmla="*/ 123 w 142"/>
                <a:gd name="T13" fmla="*/ 107 h 130"/>
                <a:gd name="T14" fmla="*/ 147 w 142"/>
                <a:gd name="T15" fmla="*/ 115 h 130"/>
                <a:gd name="T16" fmla="*/ 170 w 142"/>
                <a:gd name="T17" fmla="*/ 136 h 130"/>
                <a:gd name="T18" fmla="*/ 196 w 142"/>
                <a:gd name="T19" fmla="*/ 154 h 130"/>
                <a:gd name="T20" fmla="*/ 193 w 142"/>
                <a:gd name="T21" fmla="*/ 172 h 130"/>
                <a:gd name="T22" fmla="*/ 206 w 142"/>
                <a:gd name="T23" fmla="*/ 190 h 130"/>
                <a:gd name="T24" fmla="*/ 235 w 142"/>
                <a:gd name="T25" fmla="*/ 247 h 130"/>
                <a:gd name="T26" fmla="*/ 116 w 142"/>
                <a:gd name="T27" fmla="*/ 193 h 130"/>
                <a:gd name="T28" fmla="*/ 18 w 142"/>
                <a:gd name="T29" fmla="*/ 110 h 1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2" h="130">
                  <a:moveTo>
                    <a:pt x="10" y="27"/>
                  </a:moveTo>
                  <a:cubicBezTo>
                    <a:pt x="7" y="23"/>
                    <a:pt x="0" y="9"/>
                    <a:pt x="6" y="5"/>
                  </a:cubicBezTo>
                  <a:cubicBezTo>
                    <a:pt x="16" y="0"/>
                    <a:pt x="29" y="24"/>
                    <a:pt x="32" y="30"/>
                  </a:cubicBezTo>
                  <a:cubicBezTo>
                    <a:pt x="36" y="23"/>
                    <a:pt x="43" y="28"/>
                    <a:pt x="48" y="32"/>
                  </a:cubicBezTo>
                  <a:cubicBezTo>
                    <a:pt x="51" y="34"/>
                    <a:pt x="53" y="37"/>
                    <a:pt x="57" y="38"/>
                  </a:cubicBezTo>
                  <a:cubicBezTo>
                    <a:pt x="59" y="39"/>
                    <a:pt x="62" y="38"/>
                    <a:pt x="64" y="38"/>
                  </a:cubicBezTo>
                  <a:cubicBezTo>
                    <a:pt x="71" y="41"/>
                    <a:pt x="69" y="49"/>
                    <a:pt x="74" y="53"/>
                  </a:cubicBezTo>
                  <a:cubicBezTo>
                    <a:pt x="77" y="56"/>
                    <a:pt x="84" y="56"/>
                    <a:pt x="89" y="57"/>
                  </a:cubicBezTo>
                  <a:cubicBezTo>
                    <a:pt x="96" y="60"/>
                    <a:pt x="97" y="64"/>
                    <a:pt x="103" y="68"/>
                  </a:cubicBezTo>
                  <a:cubicBezTo>
                    <a:pt x="108" y="71"/>
                    <a:pt x="116" y="70"/>
                    <a:pt x="118" y="77"/>
                  </a:cubicBezTo>
                  <a:cubicBezTo>
                    <a:pt x="119" y="80"/>
                    <a:pt x="117" y="83"/>
                    <a:pt x="117" y="86"/>
                  </a:cubicBezTo>
                  <a:cubicBezTo>
                    <a:pt x="118" y="90"/>
                    <a:pt x="122" y="93"/>
                    <a:pt x="124" y="95"/>
                  </a:cubicBezTo>
                  <a:cubicBezTo>
                    <a:pt x="131" y="103"/>
                    <a:pt x="141" y="112"/>
                    <a:pt x="142" y="123"/>
                  </a:cubicBezTo>
                  <a:cubicBezTo>
                    <a:pt x="118" y="130"/>
                    <a:pt x="88" y="111"/>
                    <a:pt x="70" y="96"/>
                  </a:cubicBezTo>
                  <a:cubicBezTo>
                    <a:pt x="52" y="82"/>
                    <a:pt x="32" y="64"/>
                    <a:pt x="11" y="55"/>
                  </a:cubicBezTo>
                </a:path>
              </a:pathLst>
            </a:custGeom>
            <a:solidFill>
              <a:srgbClr val="4D8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314">
              <a:extLst>
                <a:ext uri="{FF2B5EF4-FFF2-40B4-BE49-F238E27FC236}">
                  <a16:creationId xmlns:a16="http://schemas.microsoft.com/office/drawing/2014/main" id="{43DDF6C0-F346-4FC3-A319-6E2B9772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971"/>
              <a:ext cx="128" cy="74"/>
            </a:xfrm>
            <a:custGeom>
              <a:avLst/>
              <a:gdLst>
                <a:gd name="T0" fmla="*/ 27 w 108"/>
                <a:gd name="T1" fmla="*/ 45 h 59"/>
                <a:gd name="T2" fmla="*/ 6 w 108"/>
                <a:gd name="T3" fmla="*/ 0 h 59"/>
                <a:gd name="T4" fmla="*/ 37 w 108"/>
                <a:gd name="T5" fmla="*/ 23 h 59"/>
                <a:gd name="T6" fmla="*/ 70 w 108"/>
                <a:gd name="T7" fmla="*/ 39 h 59"/>
                <a:gd name="T8" fmla="*/ 116 w 108"/>
                <a:gd name="T9" fmla="*/ 49 h 59"/>
                <a:gd name="T10" fmla="*/ 141 w 108"/>
                <a:gd name="T11" fmla="*/ 61 h 59"/>
                <a:gd name="T12" fmla="*/ 153 w 108"/>
                <a:gd name="T13" fmla="*/ 73 h 59"/>
                <a:gd name="T14" fmla="*/ 180 w 108"/>
                <a:gd name="T15" fmla="*/ 109 h 59"/>
                <a:gd name="T16" fmla="*/ 111 w 108"/>
                <a:gd name="T17" fmla="*/ 109 h 59"/>
                <a:gd name="T18" fmla="*/ 38 w 108"/>
                <a:gd name="T19" fmla="*/ 80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59">
                  <a:moveTo>
                    <a:pt x="16" y="23"/>
                  </a:moveTo>
                  <a:cubicBezTo>
                    <a:pt x="8" y="20"/>
                    <a:pt x="0" y="8"/>
                    <a:pt x="3" y="0"/>
                  </a:cubicBezTo>
                  <a:cubicBezTo>
                    <a:pt x="10" y="1"/>
                    <a:pt x="16" y="8"/>
                    <a:pt x="22" y="11"/>
                  </a:cubicBezTo>
                  <a:cubicBezTo>
                    <a:pt x="29" y="16"/>
                    <a:pt x="34" y="18"/>
                    <a:pt x="42" y="20"/>
                  </a:cubicBezTo>
                  <a:cubicBezTo>
                    <a:pt x="52" y="21"/>
                    <a:pt x="60" y="25"/>
                    <a:pt x="70" y="25"/>
                  </a:cubicBezTo>
                  <a:cubicBezTo>
                    <a:pt x="79" y="25"/>
                    <a:pt x="79" y="25"/>
                    <a:pt x="84" y="31"/>
                  </a:cubicBezTo>
                  <a:cubicBezTo>
                    <a:pt x="88" y="35"/>
                    <a:pt x="88" y="34"/>
                    <a:pt x="92" y="37"/>
                  </a:cubicBezTo>
                  <a:cubicBezTo>
                    <a:pt x="99" y="41"/>
                    <a:pt x="105" y="48"/>
                    <a:pt x="108" y="55"/>
                  </a:cubicBezTo>
                  <a:cubicBezTo>
                    <a:pt x="97" y="59"/>
                    <a:pt x="78" y="57"/>
                    <a:pt x="67" y="55"/>
                  </a:cubicBezTo>
                  <a:cubicBezTo>
                    <a:pt x="54" y="53"/>
                    <a:pt x="35" y="48"/>
                    <a:pt x="23" y="41"/>
                  </a:cubicBezTo>
                </a:path>
              </a:pathLst>
            </a:custGeom>
            <a:solidFill>
              <a:srgbClr val="4D8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315">
              <a:extLst>
                <a:ext uri="{FF2B5EF4-FFF2-40B4-BE49-F238E27FC236}">
                  <a16:creationId xmlns:a16="http://schemas.microsoft.com/office/drawing/2014/main" id="{4FA85496-6897-4B9A-9A13-4A268E087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848"/>
              <a:ext cx="90" cy="100"/>
            </a:xfrm>
            <a:custGeom>
              <a:avLst/>
              <a:gdLst>
                <a:gd name="T0" fmla="*/ 101 w 76"/>
                <a:gd name="T1" fmla="*/ 62 h 79"/>
                <a:gd name="T2" fmla="*/ 127 w 76"/>
                <a:gd name="T3" fmla="*/ 5 h 79"/>
                <a:gd name="T4" fmla="*/ 91 w 76"/>
                <a:gd name="T5" fmla="*/ 44 h 79"/>
                <a:gd name="T6" fmla="*/ 69 w 76"/>
                <a:gd name="T7" fmla="*/ 52 h 79"/>
                <a:gd name="T8" fmla="*/ 53 w 76"/>
                <a:gd name="T9" fmla="*/ 82 h 79"/>
                <a:gd name="T10" fmla="*/ 32 w 76"/>
                <a:gd name="T11" fmla="*/ 99 h 79"/>
                <a:gd name="T12" fmla="*/ 6 w 76"/>
                <a:gd name="T13" fmla="*/ 128 h 79"/>
                <a:gd name="T14" fmla="*/ 64 w 76"/>
                <a:gd name="T15" fmla="*/ 13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79">
                  <a:moveTo>
                    <a:pt x="61" y="31"/>
                  </a:moveTo>
                  <a:cubicBezTo>
                    <a:pt x="71" y="31"/>
                    <a:pt x="75" y="10"/>
                    <a:pt x="76" y="2"/>
                  </a:cubicBezTo>
                  <a:cubicBezTo>
                    <a:pt x="65" y="0"/>
                    <a:pt x="56" y="12"/>
                    <a:pt x="55" y="22"/>
                  </a:cubicBezTo>
                  <a:cubicBezTo>
                    <a:pt x="59" y="10"/>
                    <a:pt x="43" y="22"/>
                    <a:pt x="41" y="25"/>
                  </a:cubicBezTo>
                  <a:cubicBezTo>
                    <a:pt x="37" y="30"/>
                    <a:pt x="36" y="37"/>
                    <a:pt x="32" y="40"/>
                  </a:cubicBezTo>
                  <a:cubicBezTo>
                    <a:pt x="29" y="43"/>
                    <a:pt x="22" y="47"/>
                    <a:pt x="19" y="49"/>
                  </a:cubicBezTo>
                  <a:cubicBezTo>
                    <a:pt x="13" y="53"/>
                    <a:pt x="0" y="52"/>
                    <a:pt x="3" y="63"/>
                  </a:cubicBezTo>
                  <a:cubicBezTo>
                    <a:pt x="7" y="79"/>
                    <a:pt x="33" y="59"/>
                    <a:pt x="39" y="65"/>
                  </a:cubicBezTo>
                </a:path>
              </a:pathLst>
            </a:custGeom>
            <a:solidFill>
              <a:srgbClr val="4D8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7" name="Text Box 446">
              <a:extLst>
                <a:ext uri="{FF2B5EF4-FFF2-40B4-BE49-F238E27FC236}">
                  <a16:creationId xmlns:a16="http://schemas.microsoft.com/office/drawing/2014/main" id="{2CB5F18A-00CC-46AE-A52F-AA33C5F835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4" y="3206"/>
              <a:ext cx="5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/>
                <a:t>Parsley</a:t>
              </a:r>
            </a:p>
          </p:txBody>
        </p:sp>
      </p:grpSp>
      <p:grpSp>
        <p:nvGrpSpPr>
          <p:cNvPr id="38919" name="Glass-jar-of-bay-leaf">
            <a:extLst>
              <a:ext uri="{FF2B5EF4-FFF2-40B4-BE49-F238E27FC236}">
                <a16:creationId xmlns:a16="http://schemas.microsoft.com/office/drawing/2014/main" id="{D5D65631-B995-4FE4-93E1-0A6E5D9599E8}"/>
              </a:ext>
            </a:extLst>
          </p:cNvPr>
          <p:cNvGrpSpPr>
            <a:grpSpLocks/>
          </p:cNvGrpSpPr>
          <p:nvPr/>
        </p:nvGrpSpPr>
        <p:grpSpPr bwMode="auto">
          <a:xfrm>
            <a:off x="5254625" y="3816350"/>
            <a:ext cx="1670050" cy="2349500"/>
            <a:chOff x="2350" y="2278"/>
            <a:chExt cx="1052" cy="1480"/>
          </a:xfrm>
        </p:grpSpPr>
        <p:sp>
          <p:nvSpPr>
            <p:cNvPr id="39011" name="Freeform 220">
              <a:extLst>
                <a:ext uri="{FF2B5EF4-FFF2-40B4-BE49-F238E27FC236}">
                  <a16:creationId xmlns:a16="http://schemas.microsoft.com/office/drawing/2014/main" id="{B82CDFD8-AE99-4B3C-A9BB-5A8E69CAA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623"/>
              <a:ext cx="1052" cy="1135"/>
            </a:xfrm>
            <a:custGeom>
              <a:avLst/>
              <a:gdLst>
                <a:gd name="T0" fmla="*/ 1465 w 891"/>
                <a:gd name="T1" fmla="*/ 1648 h 901"/>
                <a:gd name="T2" fmla="*/ 736 w 891"/>
                <a:gd name="T3" fmla="*/ 1801 h 901"/>
                <a:gd name="T4" fmla="*/ 7 w 891"/>
                <a:gd name="T5" fmla="*/ 1648 h 901"/>
                <a:gd name="T6" fmla="*/ 7 w 891"/>
                <a:gd name="T7" fmla="*/ 511 h 901"/>
                <a:gd name="T8" fmla="*/ 98 w 891"/>
                <a:gd name="T9" fmla="*/ 291 h 901"/>
                <a:gd name="T10" fmla="*/ 166 w 891"/>
                <a:gd name="T11" fmla="*/ 0 h 901"/>
                <a:gd name="T12" fmla="*/ 1299 w 891"/>
                <a:gd name="T13" fmla="*/ 0 h 901"/>
                <a:gd name="T14" fmla="*/ 1357 w 891"/>
                <a:gd name="T15" fmla="*/ 299 h 901"/>
                <a:gd name="T16" fmla="*/ 1466 w 891"/>
                <a:gd name="T17" fmla="*/ 520 h 901"/>
                <a:gd name="T18" fmla="*/ 1465 w 891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1" h="901">
                  <a:moveTo>
                    <a:pt x="890" y="824"/>
                  </a:moveTo>
                  <a:cubicBezTo>
                    <a:pt x="890" y="866"/>
                    <a:pt x="691" y="901"/>
                    <a:pt x="447" y="901"/>
                  </a:cubicBezTo>
                  <a:cubicBezTo>
                    <a:pt x="202" y="901"/>
                    <a:pt x="4" y="866"/>
                    <a:pt x="4" y="824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4" y="256"/>
                    <a:pt x="0" y="185"/>
                    <a:pt x="59" y="145"/>
                  </a:cubicBezTo>
                  <a:cubicBezTo>
                    <a:pt x="118" y="105"/>
                    <a:pt x="101" y="0"/>
                    <a:pt x="101" y="0"/>
                  </a:cubicBezTo>
                  <a:cubicBezTo>
                    <a:pt x="789" y="0"/>
                    <a:pt x="789" y="0"/>
                    <a:pt x="789" y="0"/>
                  </a:cubicBezTo>
                  <a:cubicBezTo>
                    <a:pt x="789" y="0"/>
                    <a:pt x="776" y="116"/>
                    <a:pt x="824" y="149"/>
                  </a:cubicBezTo>
                  <a:cubicBezTo>
                    <a:pt x="863" y="175"/>
                    <a:pt x="891" y="197"/>
                    <a:pt x="891" y="260"/>
                  </a:cubicBezTo>
                  <a:cubicBezTo>
                    <a:pt x="891" y="323"/>
                    <a:pt x="890" y="824"/>
                    <a:pt x="890" y="824"/>
                  </a:cubicBezTo>
                  <a:close/>
                </a:path>
              </a:pathLst>
            </a:custGeom>
            <a:solidFill>
              <a:srgbClr val="C1C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221">
              <a:extLst>
                <a:ext uri="{FF2B5EF4-FFF2-40B4-BE49-F238E27FC236}">
                  <a16:creationId xmlns:a16="http://schemas.microsoft.com/office/drawing/2014/main" id="{256B8EA5-958E-4E73-BC48-BE123BAD4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649"/>
              <a:ext cx="983" cy="1077"/>
            </a:xfrm>
            <a:custGeom>
              <a:avLst/>
              <a:gdLst>
                <a:gd name="T0" fmla="*/ 1367 w 833"/>
                <a:gd name="T1" fmla="*/ 1564 h 855"/>
                <a:gd name="T2" fmla="*/ 687 w 833"/>
                <a:gd name="T3" fmla="*/ 1709 h 855"/>
                <a:gd name="T4" fmla="*/ 7 w 833"/>
                <a:gd name="T5" fmla="*/ 1564 h 855"/>
                <a:gd name="T6" fmla="*/ 7 w 833"/>
                <a:gd name="T7" fmla="*/ 479 h 855"/>
                <a:gd name="T8" fmla="*/ 91 w 833"/>
                <a:gd name="T9" fmla="*/ 271 h 855"/>
                <a:gd name="T10" fmla="*/ 156 w 833"/>
                <a:gd name="T11" fmla="*/ 0 h 855"/>
                <a:gd name="T12" fmla="*/ 1213 w 833"/>
                <a:gd name="T13" fmla="*/ 0 h 855"/>
                <a:gd name="T14" fmla="*/ 1266 w 833"/>
                <a:gd name="T15" fmla="*/ 280 h 855"/>
                <a:gd name="T16" fmla="*/ 1369 w 833"/>
                <a:gd name="T17" fmla="*/ 487 h 855"/>
                <a:gd name="T18" fmla="*/ 1367 w 833"/>
                <a:gd name="T19" fmla="*/ 1564 h 8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3" h="855">
                  <a:moveTo>
                    <a:pt x="831" y="783"/>
                  </a:moveTo>
                  <a:cubicBezTo>
                    <a:pt x="831" y="823"/>
                    <a:pt x="646" y="855"/>
                    <a:pt x="418" y="855"/>
                  </a:cubicBezTo>
                  <a:cubicBezTo>
                    <a:pt x="189" y="855"/>
                    <a:pt x="4" y="823"/>
                    <a:pt x="4" y="783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4" y="240"/>
                    <a:pt x="0" y="173"/>
                    <a:pt x="55" y="136"/>
                  </a:cubicBezTo>
                  <a:cubicBezTo>
                    <a:pt x="111" y="98"/>
                    <a:pt x="95" y="0"/>
                    <a:pt x="95" y="0"/>
                  </a:cubicBezTo>
                  <a:cubicBezTo>
                    <a:pt x="738" y="0"/>
                    <a:pt x="738" y="0"/>
                    <a:pt x="738" y="0"/>
                  </a:cubicBezTo>
                  <a:cubicBezTo>
                    <a:pt x="738" y="0"/>
                    <a:pt x="725" y="108"/>
                    <a:pt x="770" y="140"/>
                  </a:cubicBezTo>
                  <a:cubicBezTo>
                    <a:pt x="806" y="165"/>
                    <a:pt x="833" y="185"/>
                    <a:pt x="833" y="244"/>
                  </a:cubicBezTo>
                  <a:cubicBezTo>
                    <a:pt x="833" y="303"/>
                    <a:pt x="831" y="783"/>
                    <a:pt x="831" y="783"/>
                  </a:cubicBezTo>
                  <a:close/>
                </a:path>
              </a:pathLst>
            </a:custGeom>
            <a:solidFill>
              <a:srgbClr val="DED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222">
              <a:extLst>
                <a:ext uri="{FF2B5EF4-FFF2-40B4-BE49-F238E27FC236}">
                  <a16:creationId xmlns:a16="http://schemas.microsoft.com/office/drawing/2014/main" id="{54623C93-3588-4E24-9D5A-4B97C415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972"/>
              <a:ext cx="978" cy="754"/>
            </a:xfrm>
            <a:custGeom>
              <a:avLst/>
              <a:gdLst>
                <a:gd name="T0" fmla="*/ 1358 w 829"/>
                <a:gd name="T1" fmla="*/ 1051 h 599"/>
                <a:gd name="T2" fmla="*/ 1361 w 829"/>
                <a:gd name="T3" fmla="*/ 167 h 599"/>
                <a:gd name="T4" fmla="*/ 1175 w 829"/>
                <a:gd name="T5" fmla="*/ 39 h 599"/>
                <a:gd name="T6" fmla="*/ 750 w 829"/>
                <a:gd name="T7" fmla="*/ 164 h 599"/>
                <a:gd name="T8" fmla="*/ 479 w 829"/>
                <a:gd name="T9" fmla="*/ 82 h 599"/>
                <a:gd name="T10" fmla="*/ 320 w 829"/>
                <a:gd name="T11" fmla="*/ 20 h 599"/>
                <a:gd name="T12" fmla="*/ 91 w 829"/>
                <a:gd name="T13" fmla="*/ 87 h 599"/>
                <a:gd name="T14" fmla="*/ 0 w 829"/>
                <a:gd name="T15" fmla="*/ 176 h 599"/>
                <a:gd name="T16" fmla="*/ 0 w 829"/>
                <a:gd name="T17" fmla="*/ 1051 h 599"/>
                <a:gd name="T18" fmla="*/ 680 w 829"/>
                <a:gd name="T19" fmla="*/ 1195 h 599"/>
                <a:gd name="T20" fmla="*/ 1358 w 829"/>
                <a:gd name="T21" fmla="*/ 1051 h 5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9" h="599">
                  <a:moveTo>
                    <a:pt x="827" y="527"/>
                  </a:moveTo>
                  <a:cubicBezTo>
                    <a:pt x="827" y="527"/>
                    <a:pt x="828" y="242"/>
                    <a:pt x="829" y="84"/>
                  </a:cubicBezTo>
                  <a:cubicBezTo>
                    <a:pt x="794" y="57"/>
                    <a:pt x="759" y="30"/>
                    <a:pt x="715" y="20"/>
                  </a:cubicBezTo>
                  <a:cubicBezTo>
                    <a:pt x="627" y="0"/>
                    <a:pt x="546" y="79"/>
                    <a:pt x="457" y="82"/>
                  </a:cubicBezTo>
                  <a:cubicBezTo>
                    <a:pt x="409" y="84"/>
                    <a:pt x="339" y="51"/>
                    <a:pt x="292" y="41"/>
                  </a:cubicBezTo>
                  <a:cubicBezTo>
                    <a:pt x="255" y="33"/>
                    <a:pt x="234" y="6"/>
                    <a:pt x="195" y="10"/>
                  </a:cubicBezTo>
                  <a:cubicBezTo>
                    <a:pt x="139" y="15"/>
                    <a:pt x="101" y="13"/>
                    <a:pt x="55" y="44"/>
                  </a:cubicBezTo>
                  <a:cubicBezTo>
                    <a:pt x="38" y="56"/>
                    <a:pt x="20" y="73"/>
                    <a:pt x="0" y="88"/>
                  </a:cubicBezTo>
                  <a:cubicBezTo>
                    <a:pt x="0" y="527"/>
                    <a:pt x="0" y="527"/>
                    <a:pt x="0" y="527"/>
                  </a:cubicBezTo>
                  <a:cubicBezTo>
                    <a:pt x="0" y="567"/>
                    <a:pt x="185" y="599"/>
                    <a:pt x="414" y="599"/>
                  </a:cubicBezTo>
                  <a:cubicBezTo>
                    <a:pt x="642" y="599"/>
                    <a:pt x="827" y="567"/>
                    <a:pt x="827" y="527"/>
                  </a:cubicBezTo>
                  <a:close/>
                </a:path>
              </a:pathLst>
            </a:custGeom>
            <a:solidFill>
              <a:srgbClr val="42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223">
              <a:extLst>
                <a:ext uri="{FF2B5EF4-FFF2-40B4-BE49-F238E27FC236}">
                  <a16:creationId xmlns:a16="http://schemas.microsoft.com/office/drawing/2014/main" id="{11C933A4-C287-4BB4-BBC9-64BE481C1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987"/>
              <a:ext cx="977" cy="739"/>
            </a:xfrm>
            <a:custGeom>
              <a:avLst/>
              <a:gdLst>
                <a:gd name="T0" fmla="*/ 1359 w 828"/>
                <a:gd name="T1" fmla="*/ 1027 h 587"/>
                <a:gd name="T2" fmla="*/ 1360 w 828"/>
                <a:gd name="T3" fmla="*/ 856 h 587"/>
                <a:gd name="T4" fmla="*/ 1270 w 828"/>
                <a:gd name="T5" fmla="*/ 816 h 587"/>
                <a:gd name="T6" fmla="*/ 1205 w 828"/>
                <a:gd name="T7" fmla="*/ 801 h 587"/>
                <a:gd name="T8" fmla="*/ 1124 w 828"/>
                <a:gd name="T9" fmla="*/ 786 h 587"/>
                <a:gd name="T10" fmla="*/ 1068 w 828"/>
                <a:gd name="T11" fmla="*/ 816 h 587"/>
                <a:gd name="T12" fmla="*/ 1006 w 828"/>
                <a:gd name="T13" fmla="*/ 827 h 587"/>
                <a:gd name="T14" fmla="*/ 966 w 828"/>
                <a:gd name="T15" fmla="*/ 672 h 587"/>
                <a:gd name="T16" fmla="*/ 898 w 828"/>
                <a:gd name="T17" fmla="*/ 694 h 587"/>
                <a:gd name="T18" fmla="*/ 756 w 828"/>
                <a:gd name="T19" fmla="*/ 685 h 587"/>
                <a:gd name="T20" fmla="*/ 627 w 828"/>
                <a:gd name="T21" fmla="*/ 637 h 587"/>
                <a:gd name="T22" fmla="*/ 426 w 828"/>
                <a:gd name="T23" fmla="*/ 526 h 587"/>
                <a:gd name="T24" fmla="*/ 319 w 828"/>
                <a:gd name="T25" fmla="*/ 287 h 587"/>
                <a:gd name="T26" fmla="*/ 258 w 828"/>
                <a:gd name="T27" fmla="*/ 60 h 587"/>
                <a:gd name="T28" fmla="*/ 273 w 828"/>
                <a:gd name="T29" fmla="*/ 0 h 587"/>
                <a:gd name="T30" fmla="*/ 91 w 828"/>
                <a:gd name="T31" fmla="*/ 63 h 587"/>
                <a:gd name="T32" fmla="*/ 0 w 828"/>
                <a:gd name="T33" fmla="*/ 152 h 587"/>
                <a:gd name="T34" fmla="*/ 0 w 828"/>
                <a:gd name="T35" fmla="*/ 1027 h 587"/>
                <a:gd name="T36" fmla="*/ 680 w 828"/>
                <a:gd name="T37" fmla="*/ 1171 h 587"/>
                <a:gd name="T38" fmla="*/ 1359 w 828"/>
                <a:gd name="T39" fmla="*/ 1027 h 5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8" h="587">
                  <a:moveTo>
                    <a:pt x="827" y="515"/>
                  </a:moveTo>
                  <a:cubicBezTo>
                    <a:pt x="827" y="515"/>
                    <a:pt x="828" y="480"/>
                    <a:pt x="828" y="429"/>
                  </a:cubicBezTo>
                  <a:cubicBezTo>
                    <a:pt x="809" y="419"/>
                    <a:pt x="790" y="412"/>
                    <a:pt x="773" y="409"/>
                  </a:cubicBezTo>
                  <a:cubicBezTo>
                    <a:pt x="772" y="414"/>
                    <a:pt x="740" y="406"/>
                    <a:pt x="733" y="401"/>
                  </a:cubicBezTo>
                  <a:cubicBezTo>
                    <a:pt x="731" y="416"/>
                    <a:pt x="692" y="416"/>
                    <a:pt x="685" y="394"/>
                  </a:cubicBezTo>
                  <a:cubicBezTo>
                    <a:pt x="687" y="414"/>
                    <a:pt x="655" y="426"/>
                    <a:pt x="650" y="409"/>
                  </a:cubicBezTo>
                  <a:cubicBezTo>
                    <a:pt x="641" y="413"/>
                    <a:pt x="622" y="411"/>
                    <a:pt x="613" y="415"/>
                  </a:cubicBezTo>
                  <a:cubicBezTo>
                    <a:pt x="603" y="388"/>
                    <a:pt x="595" y="362"/>
                    <a:pt x="588" y="337"/>
                  </a:cubicBezTo>
                  <a:cubicBezTo>
                    <a:pt x="579" y="342"/>
                    <a:pt x="559" y="341"/>
                    <a:pt x="547" y="348"/>
                  </a:cubicBezTo>
                  <a:cubicBezTo>
                    <a:pt x="512" y="272"/>
                    <a:pt x="468" y="233"/>
                    <a:pt x="460" y="343"/>
                  </a:cubicBezTo>
                  <a:cubicBezTo>
                    <a:pt x="441" y="321"/>
                    <a:pt x="413" y="304"/>
                    <a:pt x="381" y="319"/>
                  </a:cubicBezTo>
                  <a:cubicBezTo>
                    <a:pt x="369" y="193"/>
                    <a:pt x="316" y="275"/>
                    <a:pt x="259" y="264"/>
                  </a:cubicBezTo>
                  <a:cubicBezTo>
                    <a:pt x="159" y="244"/>
                    <a:pt x="288" y="163"/>
                    <a:pt x="194" y="144"/>
                  </a:cubicBezTo>
                  <a:cubicBezTo>
                    <a:pt x="193" y="162"/>
                    <a:pt x="304" y="69"/>
                    <a:pt x="158" y="30"/>
                  </a:cubicBezTo>
                  <a:cubicBezTo>
                    <a:pt x="170" y="23"/>
                    <a:pt x="170" y="10"/>
                    <a:pt x="166" y="0"/>
                  </a:cubicBezTo>
                  <a:cubicBezTo>
                    <a:pt x="131" y="3"/>
                    <a:pt x="92" y="7"/>
                    <a:pt x="55" y="32"/>
                  </a:cubicBezTo>
                  <a:cubicBezTo>
                    <a:pt x="38" y="44"/>
                    <a:pt x="20" y="61"/>
                    <a:pt x="0" y="76"/>
                  </a:cubicBezTo>
                  <a:cubicBezTo>
                    <a:pt x="0" y="515"/>
                    <a:pt x="0" y="515"/>
                    <a:pt x="0" y="515"/>
                  </a:cubicBezTo>
                  <a:cubicBezTo>
                    <a:pt x="0" y="555"/>
                    <a:pt x="185" y="587"/>
                    <a:pt x="414" y="587"/>
                  </a:cubicBezTo>
                  <a:cubicBezTo>
                    <a:pt x="642" y="587"/>
                    <a:pt x="827" y="555"/>
                    <a:pt x="827" y="515"/>
                  </a:cubicBezTo>
                  <a:close/>
                </a:path>
              </a:pathLst>
            </a:custGeom>
            <a:solidFill>
              <a:srgbClr val="36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224">
              <a:extLst>
                <a:ext uri="{FF2B5EF4-FFF2-40B4-BE49-F238E27FC236}">
                  <a16:creationId xmlns:a16="http://schemas.microsoft.com/office/drawing/2014/main" id="{EFEED3D3-75AC-4450-A7E4-F2D455132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945"/>
              <a:ext cx="280" cy="259"/>
            </a:xfrm>
            <a:custGeom>
              <a:avLst/>
              <a:gdLst>
                <a:gd name="T0" fmla="*/ 291 w 237"/>
                <a:gd name="T1" fmla="*/ 407 h 205"/>
                <a:gd name="T2" fmla="*/ 222 w 237"/>
                <a:gd name="T3" fmla="*/ 363 h 205"/>
                <a:gd name="T4" fmla="*/ 87 w 237"/>
                <a:gd name="T5" fmla="*/ 240 h 205"/>
                <a:gd name="T6" fmla="*/ 8 w 237"/>
                <a:gd name="T7" fmla="*/ 83 h 205"/>
                <a:gd name="T8" fmla="*/ 0 w 237"/>
                <a:gd name="T9" fmla="*/ 5 h 205"/>
                <a:gd name="T10" fmla="*/ 187 w 237"/>
                <a:gd name="T11" fmla="*/ 53 h 205"/>
                <a:gd name="T12" fmla="*/ 330 w 237"/>
                <a:gd name="T13" fmla="*/ 171 h 205"/>
                <a:gd name="T14" fmla="*/ 349 w 237"/>
                <a:gd name="T15" fmla="*/ 407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7" h="205">
                  <a:moveTo>
                    <a:pt x="176" y="202"/>
                  </a:moveTo>
                  <a:cubicBezTo>
                    <a:pt x="162" y="204"/>
                    <a:pt x="146" y="188"/>
                    <a:pt x="135" y="180"/>
                  </a:cubicBezTo>
                  <a:cubicBezTo>
                    <a:pt x="107" y="161"/>
                    <a:pt x="78" y="142"/>
                    <a:pt x="53" y="119"/>
                  </a:cubicBezTo>
                  <a:cubicBezTo>
                    <a:pt x="30" y="97"/>
                    <a:pt x="13" y="72"/>
                    <a:pt x="5" y="41"/>
                  </a:cubicBezTo>
                  <a:cubicBezTo>
                    <a:pt x="2" y="28"/>
                    <a:pt x="3" y="13"/>
                    <a:pt x="0" y="2"/>
                  </a:cubicBezTo>
                  <a:cubicBezTo>
                    <a:pt x="39" y="0"/>
                    <a:pt x="75" y="16"/>
                    <a:pt x="113" y="26"/>
                  </a:cubicBezTo>
                  <a:cubicBezTo>
                    <a:pt x="152" y="37"/>
                    <a:pt x="180" y="49"/>
                    <a:pt x="200" y="85"/>
                  </a:cubicBezTo>
                  <a:cubicBezTo>
                    <a:pt x="208" y="99"/>
                    <a:pt x="237" y="205"/>
                    <a:pt x="212" y="202"/>
                  </a:cubicBezTo>
                </a:path>
              </a:pathLst>
            </a:custGeom>
            <a:solidFill>
              <a:srgbClr val="42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225">
              <a:extLst>
                <a:ext uri="{FF2B5EF4-FFF2-40B4-BE49-F238E27FC236}">
                  <a16:creationId xmlns:a16="http://schemas.microsoft.com/office/drawing/2014/main" id="{1BDED3D6-5B10-4126-AC8E-9ED6B7FD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64"/>
              <a:ext cx="136" cy="268"/>
            </a:xfrm>
            <a:custGeom>
              <a:avLst/>
              <a:gdLst>
                <a:gd name="T0" fmla="*/ 45 w 115"/>
                <a:gd name="T1" fmla="*/ 419 h 213"/>
                <a:gd name="T2" fmla="*/ 1 w 115"/>
                <a:gd name="T3" fmla="*/ 229 h 213"/>
                <a:gd name="T4" fmla="*/ 26 w 115"/>
                <a:gd name="T5" fmla="*/ 87 h 213"/>
                <a:gd name="T6" fmla="*/ 67 w 115"/>
                <a:gd name="T7" fmla="*/ 8 h 213"/>
                <a:gd name="T8" fmla="*/ 169 w 115"/>
                <a:gd name="T9" fmla="*/ 177 h 213"/>
                <a:gd name="T10" fmla="*/ 132 w 115"/>
                <a:gd name="T11" fmla="*/ 424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213">
                  <a:moveTo>
                    <a:pt x="27" y="211"/>
                  </a:moveTo>
                  <a:cubicBezTo>
                    <a:pt x="4" y="193"/>
                    <a:pt x="0" y="143"/>
                    <a:pt x="1" y="115"/>
                  </a:cubicBezTo>
                  <a:cubicBezTo>
                    <a:pt x="2" y="91"/>
                    <a:pt x="6" y="66"/>
                    <a:pt x="16" y="44"/>
                  </a:cubicBezTo>
                  <a:cubicBezTo>
                    <a:pt x="19" y="37"/>
                    <a:pt x="33" y="5"/>
                    <a:pt x="41" y="4"/>
                  </a:cubicBezTo>
                  <a:cubicBezTo>
                    <a:pt x="65" y="0"/>
                    <a:pt x="98" y="73"/>
                    <a:pt x="102" y="89"/>
                  </a:cubicBezTo>
                  <a:cubicBezTo>
                    <a:pt x="115" y="137"/>
                    <a:pt x="96" y="169"/>
                    <a:pt x="80" y="213"/>
                  </a:cubicBezTo>
                </a:path>
              </a:pathLst>
            </a:custGeom>
            <a:solidFill>
              <a:srgbClr val="42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226">
              <a:extLst>
                <a:ext uri="{FF2B5EF4-FFF2-40B4-BE49-F238E27FC236}">
                  <a16:creationId xmlns:a16="http://schemas.microsoft.com/office/drawing/2014/main" id="{9CD12F2E-E918-4CC6-AD30-FE576F93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881"/>
              <a:ext cx="184" cy="243"/>
            </a:xfrm>
            <a:custGeom>
              <a:avLst/>
              <a:gdLst>
                <a:gd name="T0" fmla="*/ 256 w 156"/>
                <a:gd name="T1" fmla="*/ 385 h 193"/>
                <a:gd name="T2" fmla="*/ 0 w 156"/>
                <a:gd name="T3" fmla="*/ 0 h 193"/>
                <a:gd name="T4" fmla="*/ 37 w 156"/>
                <a:gd name="T5" fmla="*/ 171 h 193"/>
                <a:gd name="T6" fmla="*/ 158 w 156"/>
                <a:gd name="T7" fmla="*/ 331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93">
                  <a:moveTo>
                    <a:pt x="156" y="193"/>
                  </a:moveTo>
                  <a:cubicBezTo>
                    <a:pt x="147" y="118"/>
                    <a:pt x="88" y="2"/>
                    <a:pt x="0" y="0"/>
                  </a:cubicBezTo>
                  <a:cubicBezTo>
                    <a:pt x="10" y="27"/>
                    <a:pt x="10" y="58"/>
                    <a:pt x="22" y="86"/>
                  </a:cubicBezTo>
                  <a:cubicBezTo>
                    <a:pt x="38" y="123"/>
                    <a:pt x="68" y="145"/>
                    <a:pt x="97" y="166"/>
                  </a:cubicBezTo>
                </a:path>
              </a:pathLst>
            </a:custGeom>
            <a:solidFill>
              <a:srgbClr val="42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227">
              <a:extLst>
                <a:ext uri="{FF2B5EF4-FFF2-40B4-BE49-F238E27FC236}">
                  <a16:creationId xmlns:a16="http://schemas.microsoft.com/office/drawing/2014/main" id="{D35CA6C3-D028-459A-8354-28D4779EB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353"/>
              <a:ext cx="207" cy="305"/>
            </a:xfrm>
            <a:custGeom>
              <a:avLst/>
              <a:gdLst>
                <a:gd name="T0" fmla="*/ 273 w 175"/>
                <a:gd name="T1" fmla="*/ 460 h 242"/>
                <a:gd name="T2" fmla="*/ 105 w 175"/>
                <a:gd name="T3" fmla="*/ 324 h 242"/>
                <a:gd name="T4" fmla="*/ 7 w 175"/>
                <a:gd name="T5" fmla="*/ 5 h 242"/>
                <a:gd name="T6" fmla="*/ 112 w 175"/>
                <a:gd name="T7" fmla="*/ 62 h 242"/>
                <a:gd name="T8" fmla="*/ 245 w 175"/>
                <a:gd name="T9" fmla="*/ 263 h 242"/>
                <a:gd name="T10" fmla="*/ 284 w 175"/>
                <a:gd name="T11" fmla="*/ 484 h 2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" h="242">
                  <a:moveTo>
                    <a:pt x="165" y="230"/>
                  </a:moveTo>
                  <a:cubicBezTo>
                    <a:pt x="126" y="230"/>
                    <a:pt x="86" y="188"/>
                    <a:pt x="63" y="162"/>
                  </a:cubicBezTo>
                  <a:cubicBezTo>
                    <a:pt x="22" y="115"/>
                    <a:pt x="0" y="64"/>
                    <a:pt x="4" y="2"/>
                  </a:cubicBezTo>
                  <a:cubicBezTo>
                    <a:pt x="25" y="0"/>
                    <a:pt x="52" y="20"/>
                    <a:pt x="68" y="31"/>
                  </a:cubicBezTo>
                  <a:cubicBezTo>
                    <a:pt x="106" y="58"/>
                    <a:pt x="132" y="89"/>
                    <a:pt x="148" y="132"/>
                  </a:cubicBezTo>
                  <a:cubicBezTo>
                    <a:pt x="161" y="167"/>
                    <a:pt x="175" y="204"/>
                    <a:pt x="172" y="242"/>
                  </a:cubicBezTo>
                </a:path>
              </a:pathLst>
            </a:custGeom>
            <a:solidFill>
              <a:srgbClr val="125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228">
              <a:extLst>
                <a:ext uri="{FF2B5EF4-FFF2-40B4-BE49-F238E27FC236}">
                  <a16:creationId xmlns:a16="http://schemas.microsoft.com/office/drawing/2014/main" id="{40B5883F-8B47-4190-9D1C-1E18F5DB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483"/>
              <a:ext cx="165" cy="217"/>
            </a:xfrm>
            <a:custGeom>
              <a:avLst/>
              <a:gdLst>
                <a:gd name="T0" fmla="*/ 6 w 140"/>
                <a:gd name="T1" fmla="*/ 317 h 172"/>
                <a:gd name="T2" fmla="*/ 67 w 140"/>
                <a:gd name="T3" fmla="*/ 102 h 172"/>
                <a:gd name="T4" fmla="*/ 224 w 140"/>
                <a:gd name="T5" fmla="*/ 0 h 172"/>
                <a:gd name="T6" fmla="*/ 217 w 140"/>
                <a:gd name="T7" fmla="*/ 110 h 172"/>
                <a:gd name="T8" fmla="*/ 132 w 140"/>
                <a:gd name="T9" fmla="*/ 266 h 172"/>
                <a:gd name="T10" fmla="*/ 0 w 140"/>
                <a:gd name="T11" fmla="*/ 337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72">
                  <a:moveTo>
                    <a:pt x="3" y="158"/>
                  </a:moveTo>
                  <a:cubicBezTo>
                    <a:pt x="2" y="120"/>
                    <a:pt x="16" y="79"/>
                    <a:pt x="41" y="51"/>
                  </a:cubicBezTo>
                  <a:cubicBezTo>
                    <a:pt x="69" y="21"/>
                    <a:pt x="101" y="13"/>
                    <a:pt x="137" y="0"/>
                  </a:cubicBezTo>
                  <a:cubicBezTo>
                    <a:pt x="137" y="20"/>
                    <a:pt x="140" y="35"/>
                    <a:pt x="132" y="55"/>
                  </a:cubicBezTo>
                  <a:cubicBezTo>
                    <a:pt x="120" y="87"/>
                    <a:pt x="106" y="108"/>
                    <a:pt x="81" y="132"/>
                  </a:cubicBezTo>
                  <a:cubicBezTo>
                    <a:pt x="63" y="151"/>
                    <a:pt x="24" y="172"/>
                    <a:pt x="0" y="168"/>
                  </a:cubicBezTo>
                </a:path>
              </a:pathLst>
            </a:custGeom>
            <a:solidFill>
              <a:srgbClr val="125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229">
              <a:extLst>
                <a:ext uri="{FF2B5EF4-FFF2-40B4-BE49-F238E27FC236}">
                  <a16:creationId xmlns:a16="http://schemas.microsoft.com/office/drawing/2014/main" id="{7AED3C60-DCF1-4FFC-A916-DEF794CCB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438"/>
              <a:ext cx="105" cy="271"/>
            </a:xfrm>
            <a:custGeom>
              <a:avLst/>
              <a:gdLst>
                <a:gd name="T0" fmla="*/ 85 w 89"/>
                <a:gd name="T1" fmla="*/ 402 h 215"/>
                <a:gd name="T2" fmla="*/ 18 w 89"/>
                <a:gd name="T3" fmla="*/ 87 h 215"/>
                <a:gd name="T4" fmla="*/ 92 w 89"/>
                <a:gd name="T5" fmla="*/ 86 h 215"/>
                <a:gd name="T6" fmla="*/ 137 w 89"/>
                <a:gd name="T7" fmla="*/ 318 h 215"/>
                <a:gd name="T8" fmla="*/ 85 w 89"/>
                <a:gd name="T9" fmla="*/ 431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15">
                  <a:moveTo>
                    <a:pt x="52" y="201"/>
                  </a:moveTo>
                  <a:cubicBezTo>
                    <a:pt x="5" y="185"/>
                    <a:pt x="0" y="83"/>
                    <a:pt x="11" y="44"/>
                  </a:cubicBezTo>
                  <a:cubicBezTo>
                    <a:pt x="22" y="0"/>
                    <a:pt x="38" y="10"/>
                    <a:pt x="56" y="43"/>
                  </a:cubicBezTo>
                  <a:cubicBezTo>
                    <a:pt x="75" y="76"/>
                    <a:pt x="89" y="120"/>
                    <a:pt x="83" y="159"/>
                  </a:cubicBezTo>
                  <a:cubicBezTo>
                    <a:pt x="80" y="177"/>
                    <a:pt x="70" y="208"/>
                    <a:pt x="52" y="215"/>
                  </a:cubicBezTo>
                </a:path>
              </a:pathLst>
            </a:custGeom>
            <a:solidFill>
              <a:srgbClr val="125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230">
              <a:extLst>
                <a:ext uri="{FF2B5EF4-FFF2-40B4-BE49-F238E27FC236}">
                  <a16:creationId xmlns:a16="http://schemas.microsoft.com/office/drawing/2014/main" id="{0C1FF881-EF4B-4166-96B9-0D628DA06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500"/>
              <a:ext cx="187" cy="162"/>
            </a:xfrm>
            <a:custGeom>
              <a:avLst/>
              <a:gdLst>
                <a:gd name="T0" fmla="*/ 15 w 158"/>
                <a:gd name="T1" fmla="*/ 255 h 129"/>
                <a:gd name="T2" fmla="*/ 107 w 158"/>
                <a:gd name="T3" fmla="*/ 60 h 129"/>
                <a:gd name="T4" fmla="*/ 262 w 158"/>
                <a:gd name="T5" fmla="*/ 6 h 129"/>
                <a:gd name="T6" fmla="*/ 253 w 158"/>
                <a:gd name="T7" fmla="*/ 68 h 129"/>
                <a:gd name="T8" fmla="*/ 175 w 158"/>
                <a:gd name="T9" fmla="*/ 178 h 129"/>
                <a:gd name="T10" fmla="*/ 0 w 158"/>
                <a:gd name="T11" fmla="*/ 227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29">
                  <a:moveTo>
                    <a:pt x="9" y="129"/>
                  </a:moveTo>
                  <a:cubicBezTo>
                    <a:pt x="6" y="90"/>
                    <a:pt x="37" y="54"/>
                    <a:pt x="64" y="30"/>
                  </a:cubicBezTo>
                  <a:cubicBezTo>
                    <a:pt x="92" y="5"/>
                    <a:pt x="123" y="0"/>
                    <a:pt x="158" y="3"/>
                  </a:cubicBezTo>
                  <a:cubicBezTo>
                    <a:pt x="152" y="12"/>
                    <a:pt x="157" y="24"/>
                    <a:pt x="153" y="34"/>
                  </a:cubicBezTo>
                  <a:cubicBezTo>
                    <a:pt x="147" y="54"/>
                    <a:pt x="123" y="79"/>
                    <a:pt x="106" y="90"/>
                  </a:cubicBezTo>
                  <a:cubicBezTo>
                    <a:pt x="82" y="107"/>
                    <a:pt x="27" y="127"/>
                    <a:pt x="0" y="115"/>
                  </a:cubicBezTo>
                </a:path>
              </a:pathLst>
            </a:custGeom>
            <a:solidFill>
              <a:srgbClr val="125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231">
              <a:extLst>
                <a:ext uri="{FF2B5EF4-FFF2-40B4-BE49-F238E27FC236}">
                  <a16:creationId xmlns:a16="http://schemas.microsoft.com/office/drawing/2014/main" id="{89E5D38F-80DD-496B-A4F2-12B7C41B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535"/>
              <a:ext cx="209" cy="153"/>
            </a:xfrm>
            <a:custGeom>
              <a:avLst/>
              <a:gdLst>
                <a:gd name="T0" fmla="*/ 2 w 177"/>
                <a:gd name="T1" fmla="*/ 227 h 122"/>
                <a:gd name="T2" fmla="*/ 292 w 177"/>
                <a:gd name="T3" fmla="*/ 69 h 122"/>
                <a:gd name="T4" fmla="*/ 261 w 177"/>
                <a:gd name="T5" fmla="*/ 122 h 122"/>
                <a:gd name="T6" fmla="*/ 154 w 177"/>
                <a:gd name="T7" fmla="*/ 203 h 122"/>
                <a:gd name="T8" fmla="*/ 0 w 177"/>
                <a:gd name="T9" fmla="*/ 223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22">
                  <a:moveTo>
                    <a:pt x="2" y="115"/>
                  </a:moveTo>
                  <a:cubicBezTo>
                    <a:pt x="23" y="39"/>
                    <a:pt x="103" y="0"/>
                    <a:pt x="177" y="35"/>
                  </a:cubicBezTo>
                  <a:cubicBezTo>
                    <a:pt x="167" y="41"/>
                    <a:pt x="166" y="53"/>
                    <a:pt x="158" y="61"/>
                  </a:cubicBezTo>
                  <a:cubicBezTo>
                    <a:pt x="144" y="78"/>
                    <a:pt x="112" y="94"/>
                    <a:pt x="93" y="103"/>
                  </a:cubicBezTo>
                  <a:cubicBezTo>
                    <a:pt x="73" y="111"/>
                    <a:pt x="21" y="122"/>
                    <a:pt x="0" y="113"/>
                  </a:cubicBezTo>
                </a:path>
              </a:pathLst>
            </a:custGeom>
            <a:solidFill>
              <a:srgbClr val="125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232">
              <a:extLst>
                <a:ext uri="{FF2B5EF4-FFF2-40B4-BE49-F238E27FC236}">
                  <a16:creationId xmlns:a16="http://schemas.microsoft.com/office/drawing/2014/main" id="{2F951D1E-E702-43A4-B4AA-E363EBEA9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623"/>
              <a:ext cx="1052" cy="1135"/>
            </a:xfrm>
            <a:custGeom>
              <a:avLst/>
              <a:gdLst>
                <a:gd name="T0" fmla="*/ 1465 w 891"/>
                <a:gd name="T1" fmla="*/ 1648 h 901"/>
                <a:gd name="T2" fmla="*/ 736 w 891"/>
                <a:gd name="T3" fmla="*/ 1801 h 901"/>
                <a:gd name="T4" fmla="*/ 7 w 891"/>
                <a:gd name="T5" fmla="*/ 1648 h 901"/>
                <a:gd name="T6" fmla="*/ 7 w 891"/>
                <a:gd name="T7" fmla="*/ 511 h 901"/>
                <a:gd name="T8" fmla="*/ 98 w 891"/>
                <a:gd name="T9" fmla="*/ 291 h 901"/>
                <a:gd name="T10" fmla="*/ 166 w 891"/>
                <a:gd name="T11" fmla="*/ 0 h 901"/>
                <a:gd name="T12" fmla="*/ 1299 w 891"/>
                <a:gd name="T13" fmla="*/ 0 h 901"/>
                <a:gd name="T14" fmla="*/ 1357 w 891"/>
                <a:gd name="T15" fmla="*/ 299 h 901"/>
                <a:gd name="T16" fmla="*/ 1466 w 891"/>
                <a:gd name="T17" fmla="*/ 520 h 901"/>
                <a:gd name="T18" fmla="*/ 1465 w 891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1" h="901">
                  <a:moveTo>
                    <a:pt x="890" y="824"/>
                  </a:moveTo>
                  <a:cubicBezTo>
                    <a:pt x="890" y="866"/>
                    <a:pt x="691" y="901"/>
                    <a:pt x="447" y="901"/>
                  </a:cubicBezTo>
                  <a:cubicBezTo>
                    <a:pt x="202" y="901"/>
                    <a:pt x="4" y="866"/>
                    <a:pt x="4" y="824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4" y="256"/>
                    <a:pt x="0" y="185"/>
                    <a:pt x="59" y="145"/>
                  </a:cubicBezTo>
                  <a:cubicBezTo>
                    <a:pt x="118" y="105"/>
                    <a:pt x="101" y="0"/>
                    <a:pt x="101" y="0"/>
                  </a:cubicBezTo>
                  <a:cubicBezTo>
                    <a:pt x="789" y="0"/>
                    <a:pt x="789" y="0"/>
                    <a:pt x="789" y="0"/>
                  </a:cubicBezTo>
                  <a:cubicBezTo>
                    <a:pt x="789" y="0"/>
                    <a:pt x="776" y="116"/>
                    <a:pt x="824" y="149"/>
                  </a:cubicBezTo>
                  <a:cubicBezTo>
                    <a:pt x="863" y="175"/>
                    <a:pt x="891" y="197"/>
                    <a:pt x="891" y="260"/>
                  </a:cubicBezTo>
                  <a:cubicBezTo>
                    <a:pt x="891" y="323"/>
                    <a:pt x="890" y="824"/>
                    <a:pt x="890" y="82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233">
              <a:extLst>
                <a:ext uri="{FF2B5EF4-FFF2-40B4-BE49-F238E27FC236}">
                  <a16:creationId xmlns:a16="http://schemas.microsoft.com/office/drawing/2014/main" id="{CF2E70CD-7B1F-4A57-A7BD-83D353C5B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469"/>
              <a:ext cx="928" cy="209"/>
            </a:xfrm>
            <a:custGeom>
              <a:avLst/>
              <a:gdLst>
                <a:gd name="T0" fmla="*/ 1294 w 786"/>
                <a:gd name="T1" fmla="*/ 240 h 166"/>
                <a:gd name="T2" fmla="*/ 647 w 786"/>
                <a:gd name="T3" fmla="*/ 331 h 166"/>
                <a:gd name="T4" fmla="*/ 0 w 786"/>
                <a:gd name="T5" fmla="*/ 240 h 166"/>
                <a:gd name="T6" fmla="*/ 0 w 786"/>
                <a:gd name="T7" fmla="*/ 0 h 166"/>
                <a:gd name="T8" fmla="*/ 1294 w 786"/>
                <a:gd name="T9" fmla="*/ 0 h 166"/>
                <a:gd name="T10" fmla="*/ 1294 w 786"/>
                <a:gd name="T11" fmla="*/ 24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6">
                  <a:moveTo>
                    <a:pt x="786" y="121"/>
                  </a:moveTo>
                  <a:cubicBezTo>
                    <a:pt x="786" y="146"/>
                    <a:pt x="610" y="166"/>
                    <a:pt x="393" y="166"/>
                  </a:cubicBezTo>
                  <a:cubicBezTo>
                    <a:pt x="176" y="166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234">
              <a:extLst>
                <a:ext uri="{FF2B5EF4-FFF2-40B4-BE49-F238E27FC236}">
                  <a16:creationId xmlns:a16="http://schemas.microsoft.com/office/drawing/2014/main" id="{0D22F0D9-5ADD-4AD0-8FA2-FDDC4EEFA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69"/>
              <a:ext cx="476" cy="209"/>
            </a:xfrm>
            <a:custGeom>
              <a:avLst/>
              <a:gdLst>
                <a:gd name="T0" fmla="*/ 0 w 403"/>
                <a:gd name="T1" fmla="*/ 322 h 166"/>
                <a:gd name="T2" fmla="*/ 294 w 403"/>
                <a:gd name="T3" fmla="*/ 331 h 166"/>
                <a:gd name="T4" fmla="*/ 664 w 403"/>
                <a:gd name="T5" fmla="*/ 316 h 166"/>
                <a:gd name="T6" fmla="*/ 664 w 403"/>
                <a:gd name="T7" fmla="*/ 0 h 166"/>
                <a:gd name="T8" fmla="*/ 0 w 403"/>
                <a:gd name="T9" fmla="*/ 0 h 166"/>
                <a:gd name="T10" fmla="*/ 0 w 403"/>
                <a:gd name="T11" fmla="*/ 322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3" h="166">
                  <a:moveTo>
                    <a:pt x="0" y="161"/>
                  </a:moveTo>
                  <a:cubicBezTo>
                    <a:pt x="54" y="165"/>
                    <a:pt x="114" y="166"/>
                    <a:pt x="179" y="166"/>
                  </a:cubicBezTo>
                  <a:cubicBezTo>
                    <a:pt x="262" y="166"/>
                    <a:pt x="339" y="163"/>
                    <a:pt x="403" y="158"/>
                  </a:cubicBezTo>
                  <a:cubicBezTo>
                    <a:pt x="403" y="0"/>
                    <a:pt x="403" y="0"/>
                    <a:pt x="40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1"/>
                  </a:lnTo>
                  <a:close/>
                </a:path>
              </a:pathLst>
            </a:custGeom>
            <a:solidFill>
              <a:srgbClr val="B6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235">
              <a:extLst>
                <a:ext uri="{FF2B5EF4-FFF2-40B4-BE49-F238E27FC236}">
                  <a16:creationId xmlns:a16="http://schemas.microsoft.com/office/drawing/2014/main" id="{1C8B3CC2-2637-4E90-8D94-C37685711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469"/>
              <a:ext cx="246" cy="211"/>
            </a:xfrm>
            <a:custGeom>
              <a:avLst/>
              <a:gdLst>
                <a:gd name="T0" fmla="*/ 0 w 208"/>
                <a:gd name="T1" fmla="*/ 332 h 167"/>
                <a:gd name="T2" fmla="*/ 181 w 208"/>
                <a:gd name="T3" fmla="*/ 337 h 167"/>
                <a:gd name="T4" fmla="*/ 344 w 208"/>
                <a:gd name="T5" fmla="*/ 335 h 167"/>
                <a:gd name="T6" fmla="*/ 344 w 208"/>
                <a:gd name="T7" fmla="*/ 0 h 167"/>
                <a:gd name="T8" fmla="*/ 0 w 208"/>
                <a:gd name="T9" fmla="*/ 0 h 167"/>
                <a:gd name="T10" fmla="*/ 0 w 208"/>
                <a:gd name="T11" fmla="*/ 332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8" h="167">
                  <a:moveTo>
                    <a:pt x="0" y="165"/>
                  </a:moveTo>
                  <a:cubicBezTo>
                    <a:pt x="35" y="166"/>
                    <a:pt x="71" y="167"/>
                    <a:pt x="109" y="167"/>
                  </a:cubicBezTo>
                  <a:cubicBezTo>
                    <a:pt x="143" y="167"/>
                    <a:pt x="176" y="166"/>
                    <a:pt x="208" y="166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5"/>
                  </a:ln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236">
              <a:extLst>
                <a:ext uri="{FF2B5EF4-FFF2-40B4-BE49-F238E27FC236}">
                  <a16:creationId xmlns:a16="http://schemas.microsoft.com/office/drawing/2014/main" id="{9400DC06-A7C1-4CAC-B1E9-6A97C1615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469"/>
              <a:ext cx="928" cy="209"/>
            </a:xfrm>
            <a:custGeom>
              <a:avLst/>
              <a:gdLst>
                <a:gd name="T0" fmla="*/ 1294 w 786"/>
                <a:gd name="T1" fmla="*/ 240 h 166"/>
                <a:gd name="T2" fmla="*/ 647 w 786"/>
                <a:gd name="T3" fmla="*/ 331 h 166"/>
                <a:gd name="T4" fmla="*/ 0 w 786"/>
                <a:gd name="T5" fmla="*/ 240 h 166"/>
                <a:gd name="T6" fmla="*/ 0 w 786"/>
                <a:gd name="T7" fmla="*/ 0 h 166"/>
                <a:gd name="T8" fmla="*/ 1294 w 786"/>
                <a:gd name="T9" fmla="*/ 0 h 166"/>
                <a:gd name="T10" fmla="*/ 1294 w 786"/>
                <a:gd name="T11" fmla="*/ 24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6">
                  <a:moveTo>
                    <a:pt x="786" y="121"/>
                  </a:moveTo>
                  <a:cubicBezTo>
                    <a:pt x="786" y="146"/>
                    <a:pt x="610" y="166"/>
                    <a:pt x="393" y="166"/>
                  </a:cubicBezTo>
                  <a:cubicBezTo>
                    <a:pt x="176" y="166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Oval 237">
              <a:extLst>
                <a:ext uri="{FF2B5EF4-FFF2-40B4-BE49-F238E27FC236}">
                  <a16:creationId xmlns:a16="http://schemas.microsoft.com/office/drawing/2014/main" id="{00DB7394-F5B5-44FA-B7CD-C89F56FF8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411"/>
              <a:ext cx="928" cy="115"/>
            </a:xfrm>
            <a:prstGeom prst="ellipse">
              <a:avLst/>
            </a:prstGeom>
            <a:solidFill>
              <a:srgbClr val="BF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29" name="Freeform 238">
              <a:extLst>
                <a:ext uri="{FF2B5EF4-FFF2-40B4-BE49-F238E27FC236}">
                  <a16:creationId xmlns:a16="http://schemas.microsoft.com/office/drawing/2014/main" id="{F31C28D8-AFA9-4562-91EF-B78CC40BD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409"/>
              <a:ext cx="482" cy="116"/>
            </a:xfrm>
            <a:custGeom>
              <a:avLst/>
              <a:gdLst>
                <a:gd name="T0" fmla="*/ 52 w 408"/>
                <a:gd name="T1" fmla="*/ 92 h 92"/>
                <a:gd name="T2" fmla="*/ 672 w 408"/>
                <a:gd name="T3" fmla="*/ 1 h 92"/>
                <a:gd name="T4" fmla="*/ 647 w 408"/>
                <a:gd name="T5" fmla="*/ 0 h 92"/>
                <a:gd name="T6" fmla="*/ 0 w 408"/>
                <a:gd name="T7" fmla="*/ 92 h 92"/>
                <a:gd name="T8" fmla="*/ 647 w 408"/>
                <a:gd name="T9" fmla="*/ 184 h 92"/>
                <a:gd name="T10" fmla="*/ 672 w 408"/>
                <a:gd name="T11" fmla="*/ 184 h 92"/>
                <a:gd name="T12" fmla="*/ 52 w 408"/>
                <a:gd name="T13" fmla="*/ 92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92">
                  <a:moveTo>
                    <a:pt x="31" y="46"/>
                  </a:moveTo>
                  <a:cubicBezTo>
                    <a:pt x="31" y="22"/>
                    <a:pt x="198" y="1"/>
                    <a:pt x="408" y="1"/>
                  </a:cubicBezTo>
                  <a:cubicBezTo>
                    <a:pt x="403" y="1"/>
                    <a:pt x="398" y="0"/>
                    <a:pt x="393" y="0"/>
                  </a:cubicBezTo>
                  <a:cubicBezTo>
                    <a:pt x="176" y="0"/>
                    <a:pt x="0" y="21"/>
                    <a:pt x="0" y="46"/>
                  </a:cubicBezTo>
                  <a:cubicBezTo>
                    <a:pt x="0" y="71"/>
                    <a:pt x="176" y="92"/>
                    <a:pt x="393" y="92"/>
                  </a:cubicBezTo>
                  <a:cubicBezTo>
                    <a:pt x="398" y="92"/>
                    <a:pt x="403" y="92"/>
                    <a:pt x="408" y="92"/>
                  </a:cubicBezTo>
                  <a:cubicBezTo>
                    <a:pt x="198" y="91"/>
                    <a:pt x="31" y="71"/>
                    <a:pt x="31" y="46"/>
                  </a:cubicBezTo>
                  <a:close/>
                </a:path>
              </a:pathLst>
            </a:custGeom>
            <a:solidFill>
              <a:srgbClr val="D7D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Oval 239">
              <a:extLst>
                <a:ext uri="{FF2B5EF4-FFF2-40B4-BE49-F238E27FC236}">
                  <a16:creationId xmlns:a16="http://schemas.microsoft.com/office/drawing/2014/main" id="{CD9D0236-E074-41F0-B856-B6E9F6D14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409"/>
              <a:ext cx="928" cy="116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31" name="Freeform 240">
              <a:extLst>
                <a:ext uri="{FF2B5EF4-FFF2-40B4-BE49-F238E27FC236}">
                  <a16:creationId xmlns:a16="http://schemas.microsoft.com/office/drawing/2014/main" id="{64E1061A-AD36-428F-9C5B-60742890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78"/>
              <a:ext cx="309" cy="191"/>
            </a:xfrm>
            <a:custGeom>
              <a:avLst/>
              <a:gdLst>
                <a:gd name="T0" fmla="*/ 119 w 262"/>
                <a:gd name="T1" fmla="*/ 302 h 152"/>
                <a:gd name="T2" fmla="*/ 6 w 262"/>
                <a:gd name="T3" fmla="*/ 263 h 152"/>
                <a:gd name="T4" fmla="*/ 6 w 262"/>
                <a:gd name="T5" fmla="*/ 75 h 152"/>
                <a:gd name="T6" fmla="*/ 61 w 262"/>
                <a:gd name="T7" fmla="*/ 0 h 152"/>
                <a:gd name="T8" fmla="*/ 348 w 262"/>
                <a:gd name="T9" fmla="*/ 0 h 152"/>
                <a:gd name="T10" fmla="*/ 429 w 262"/>
                <a:gd name="T11" fmla="*/ 84 h 152"/>
                <a:gd name="T12" fmla="*/ 429 w 262"/>
                <a:gd name="T13" fmla="*/ 279 h 152"/>
                <a:gd name="T14" fmla="*/ 333 w 262"/>
                <a:gd name="T15" fmla="*/ 246 h 152"/>
                <a:gd name="T16" fmla="*/ 333 w 262"/>
                <a:gd name="T17" fmla="*/ 101 h 152"/>
                <a:gd name="T18" fmla="*/ 269 w 262"/>
                <a:gd name="T19" fmla="*/ 48 h 152"/>
                <a:gd name="T20" fmla="*/ 172 w 262"/>
                <a:gd name="T21" fmla="*/ 48 h 152"/>
                <a:gd name="T22" fmla="*/ 119 w 262"/>
                <a:gd name="T23" fmla="*/ 122 h 152"/>
                <a:gd name="T24" fmla="*/ 119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3" y="132"/>
                    <a:pt x="3" y="132"/>
                    <a:pt x="3" y="132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0" y="0"/>
                    <a:pt x="37" y="0"/>
                  </a:cubicBezTo>
                  <a:cubicBezTo>
                    <a:pt x="74" y="0"/>
                    <a:pt x="212" y="0"/>
                    <a:pt x="212" y="0"/>
                  </a:cubicBezTo>
                  <a:cubicBezTo>
                    <a:pt x="212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4" y="24"/>
                    <a:pt x="164" y="24"/>
                  </a:cubicBezTo>
                  <a:cubicBezTo>
                    <a:pt x="123" y="24"/>
                    <a:pt x="105" y="24"/>
                    <a:pt x="105" y="24"/>
                  </a:cubicBezTo>
                  <a:cubicBezTo>
                    <a:pt x="105" y="24"/>
                    <a:pt x="73" y="26"/>
                    <a:pt x="73" y="61"/>
                  </a:cubicBezTo>
                  <a:cubicBezTo>
                    <a:pt x="73" y="97"/>
                    <a:pt x="73" y="152"/>
                    <a:pt x="73" y="152"/>
                  </a:cubicBezTo>
                  <a:close/>
                </a:path>
              </a:pathLst>
            </a:custGeom>
            <a:solidFill>
              <a:srgbClr val="D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241">
              <a:extLst>
                <a:ext uri="{FF2B5EF4-FFF2-40B4-BE49-F238E27FC236}">
                  <a16:creationId xmlns:a16="http://schemas.microsoft.com/office/drawing/2014/main" id="{2E7CD178-780A-4BFD-9CA3-8D84103D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78"/>
              <a:ext cx="309" cy="191"/>
            </a:xfrm>
            <a:custGeom>
              <a:avLst/>
              <a:gdLst>
                <a:gd name="T0" fmla="*/ 119 w 262"/>
                <a:gd name="T1" fmla="*/ 302 h 152"/>
                <a:gd name="T2" fmla="*/ 6 w 262"/>
                <a:gd name="T3" fmla="*/ 263 h 152"/>
                <a:gd name="T4" fmla="*/ 6 w 262"/>
                <a:gd name="T5" fmla="*/ 75 h 152"/>
                <a:gd name="T6" fmla="*/ 61 w 262"/>
                <a:gd name="T7" fmla="*/ 0 h 152"/>
                <a:gd name="T8" fmla="*/ 348 w 262"/>
                <a:gd name="T9" fmla="*/ 0 h 152"/>
                <a:gd name="T10" fmla="*/ 429 w 262"/>
                <a:gd name="T11" fmla="*/ 84 h 152"/>
                <a:gd name="T12" fmla="*/ 429 w 262"/>
                <a:gd name="T13" fmla="*/ 279 h 152"/>
                <a:gd name="T14" fmla="*/ 333 w 262"/>
                <a:gd name="T15" fmla="*/ 246 h 152"/>
                <a:gd name="T16" fmla="*/ 333 w 262"/>
                <a:gd name="T17" fmla="*/ 101 h 152"/>
                <a:gd name="T18" fmla="*/ 269 w 262"/>
                <a:gd name="T19" fmla="*/ 48 h 152"/>
                <a:gd name="T20" fmla="*/ 172 w 262"/>
                <a:gd name="T21" fmla="*/ 48 h 152"/>
                <a:gd name="T22" fmla="*/ 119 w 262"/>
                <a:gd name="T23" fmla="*/ 122 h 152"/>
                <a:gd name="T24" fmla="*/ 119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3" y="132"/>
                    <a:pt x="3" y="132"/>
                    <a:pt x="3" y="132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0" y="0"/>
                    <a:pt x="37" y="0"/>
                  </a:cubicBezTo>
                  <a:cubicBezTo>
                    <a:pt x="74" y="0"/>
                    <a:pt x="212" y="0"/>
                    <a:pt x="212" y="0"/>
                  </a:cubicBezTo>
                  <a:cubicBezTo>
                    <a:pt x="212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4" y="24"/>
                    <a:pt x="164" y="24"/>
                  </a:cubicBezTo>
                  <a:cubicBezTo>
                    <a:pt x="123" y="24"/>
                    <a:pt x="105" y="24"/>
                    <a:pt x="105" y="24"/>
                  </a:cubicBezTo>
                  <a:cubicBezTo>
                    <a:pt x="105" y="24"/>
                    <a:pt x="73" y="26"/>
                    <a:pt x="73" y="61"/>
                  </a:cubicBezTo>
                  <a:cubicBezTo>
                    <a:pt x="73" y="97"/>
                    <a:pt x="73" y="152"/>
                    <a:pt x="73" y="15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242">
              <a:extLst>
                <a:ext uri="{FF2B5EF4-FFF2-40B4-BE49-F238E27FC236}">
                  <a16:creationId xmlns:a16="http://schemas.microsoft.com/office/drawing/2014/main" id="{B73B425C-07D4-4422-9AE2-8894240DA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08"/>
              <a:ext cx="109" cy="136"/>
            </a:xfrm>
            <a:custGeom>
              <a:avLst/>
              <a:gdLst>
                <a:gd name="T0" fmla="*/ 146 w 92"/>
                <a:gd name="T1" fmla="*/ 215 h 108"/>
                <a:gd name="T2" fmla="*/ 146 w 92"/>
                <a:gd name="T3" fmla="*/ 62 h 108"/>
                <a:gd name="T4" fmla="*/ 0 w 92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08">
                  <a:moveTo>
                    <a:pt x="88" y="108"/>
                  </a:moveTo>
                  <a:cubicBezTo>
                    <a:pt x="88" y="31"/>
                    <a:pt x="88" y="31"/>
                    <a:pt x="88" y="31"/>
                  </a:cubicBezTo>
                  <a:cubicBezTo>
                    <a:pt x="88" y="31"/>
                    <a:pt x="9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243">
              <a:extLst>
                <a:ext uri="{FF2B5EF4-FFF2-40B4-BE49-F238E27FC236}">
                  <a16:creationId xmlns:a16="http://schemas.microsoft.com/office/drawing/2014/main" id="{E9D1217C-9A9C-494F-87D2-3D8FD74A4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13"/>
              <a:ext cx="78" cy="135"/>
            </a:xfrm>
            <a:custGeom>
              <a:avLst/>
              <a:gdLst>
                <a:gd name="T0" fmla="*/ 0 w 66"/>
                <a:gd name="T1" fmla="*/ 0 h 107"/>
                <a:gd name="T2" fmla="*/ 28 w 66"/>
                <a:gd name="T3" fmla="*/ 47 h 107"/>
                <a:gd name="T4" fmla="*/ 28 w 66"/>
                <a:gd name="T5" fmla="*/ 189 h 107"/>
                <a:gd name="T6" fmla="*/ 103 w 66"/>
                <a:gd name="T7" fmla="*/ 214 h 107"/>
                <a:gd name="T8" fmla="*/ 106 w 66"/>
                <a:gd name="T9" fmla="*/ 56 h 107"/>
                <a:gd name="T10" fmla="*/ 0 w 66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07">
                  <a:moveTo>
                    <a:pt x="0" y="0"/>
                  </a:moveTo>
                  <a:cubicBezTo>
                    <a:pt x="0" y="0"/>
                    <a:pt x="17" y="6"/>
                    <a:pt x="17" y="23"/>
                  </a:cubicBezTo>
                  <a:cubicBezTo>
                    <a:pt x="17" y="41"/>
                    <a:pt x="17" y="94"/>
                    <a:pt x="17" y="94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244">
              <a:extLst>
                <a:ext uri="{FF2B5EF4-FFF2-40B4-BE49-F238E27FC236}">
                  <a16:creationId xmlns:a16="http://schemas.microsoft.com/office/drawing/2014/main" id="{241225CF-E1EB-467B-BFBF-02F3DF134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282"/>
              <a:ext cx="101" cy="63"/>
            </a:xfrm>
            <a:custGeom>
              <a:avLst/>
              <a:gdLst>
                <a:gd name="T0" fmla="*/ 40 w 85"/>
                <a:gd name="T1" fmla="*/ 0 h 50"/>
                <a:gd name="T2" fmla="*/ 0 w 85"/>
                <a:gd name="T3" fmla="*/ 53 h 50"/>
                <a:gd name="T4" fmla="*/ 105 w 85"/>
                <a:gd name="T5" fmla="*/ 100 h 50"/>
                <a:gd name="T6" fmla="*/ 143 w 85"/>
                <a:gd name="T7" fmla="*/ 38 h 50"/>
                <a:gd name="T8" fmla="*/ 40 w 85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50">
                  <a:moveTo>
                    <a:pt x="24" y="0"/>
                  </a:moveTo>
                  <a:cubicBezTo>
                    <a:pt x="24" y="0"/>
                    <a:pt x="1" y="5"/>
                    <a:pt x="0" y="2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4" y="28"/>
                    <a:pt x="85" y="19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3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245">
              <a:extLst>
                <a:ext uri="{FF2B5EF4-FFF2-40B4-BE49-F238E27FC236}">
                  <a16:creationId xmlns:a16="http://schemas.microsoft.com/office/drawing/2014/main" id="{913E9B80-6BB1-435D-8BF6-AFBADB81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289"/>
              <a:ext cx="79" cy="40"/>
            </a:xfrm>
            <a:custGeom>
              <a:avLst/>
              <a:gdLst>
                <a:gd name="T0" fmla="*/ 0 w 67"/>
                <a:gd name="T1" fmla="*/ 20 h 32"/>
                <a:gd name="T2" fmla="*/ 17 w 67"/>
                <a:gd name="T3" fmla="*/ 0 h 32"/>
                <a:gd name="T4" fmla="*/ 110 w 67"/>
                <a:gd name="T5" fmla="*/ 38 h 32"/>
                <a:gd name="T6" fmla="*/ 94 w 67"/>
                <a:gd name="T7" fmla="*/ 63 h 32"/>
                <a:gd name="T8" fmla="*/ 0 w 67"/>
                <a:gd name="T9" fmla="*/ 2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2">
                  <a:moveTo>
                    <a:pt x="0" y="10"/>
                  </a:moveTo>
                  <a:cubicBezTo>
                    <a:pt x="0" y="10"/>
                    <a:pt x="5" y="2"/>
                    <a:pt x="10" y="0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59" y="27"/>
                    <a:pt x="58" y="32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246">
              <a:extLst>
                <a:ext uri="{FF2B5EF4-FFF2-40B4-BE49-F238E27FC236}">
                  <a16:creationId xmlns:a16="http://schemas.microsoft.com/office/drawing/2014/main" id="{872FFE97-6914-485A-9AFE-6079CCEB0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295"/>
              <a:ext cx="69" cy="28"/>
            </a:xfrm>
            <a:custGeom>
              <a:avLst/>
              <a:gdLst>
                <a:gd name="T0" fmla="*/ 0 w 58"/>
                <a:gd name="T1" fmla="*/ 1 h 22"/>
                <a:gd name="T2" fmla="*/ 98 w 58"/>
                <a:gd name="T3" fmla="*/ 43 h 22"/>
                <a:gd name="T4" fmla="*/ 0 w 58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2">
                  <a:moveTo>
                    <a:pt x="0" y="1"/>
                  </a:moveTo>
                  <a:cubicBezTo>
                    <a:pt x="0" y="1"/>
                    <a:pt x="49" y="22"/>
                    <a:pt x="58" y="21"/>
                  </a:cubicBezTo>
                  <a:cubicBezTo>
                    <a:pt x="58" y="21"/>
                    <a:pt x="1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247">
              <a:extLst>
                <a:ext uri="{FF2B5EF4-FFF2-40B4-BE49-F238E27FC236}">
                  <a16:creationId xmlns:a16="http://schemas.microsoft.com/office/drawing/2014/main" id="{E75B7BAD-8A3B-435A-95A3-0D86190E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283"/>
              <a:ext cx="53" cy="55"/>
            </a:xfrm>
            <a:custGeom>
              <a:avLst/>
              <a:gdLst>
                <a:gd name="T0" fmla="*/ 0 w 45"/>
                <a:gd name="T1" fmla="*/ 0 h 44"/>
                <a:gd name="T2" fmla="*/ 71 w 45"/>
                <a:gd name="T3" fmla="*/ 86 h 44"/>
                <a:gd name="T4" fmla="*/ 0 w 4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4">
                  <a:moveTo>
                    <a:pt x="0" y="0"/>
                  </a:moveTo>
                  <a:cubicBezTo>
                    <a:pt x="0" y="0"/>
                    <a:pt x="45" y="4"/>
                    <a:pt x="43" y="44"/>
                  </a:cubicBezTo>
                  <a:cubicBezTo>
                    <a:pt x="43" y="4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Rectangle 248">
              <a:extLst>
                <a:ext uri="{FF2B5EF4-FFF2-40B4-BE49-F238E27FC236}">
                  <a16:creationId xmlns:a16="http://schemas.microsoft.com/office/drawing/2014/main" id="{37A54083-F037-4949-BA4E-0FD87743D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2528"/>
              <a:ext cx="32" cy="14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40" name="Freeform 249">
              <a:extLst>
                <a:ext uri="{FF2B5EF4-FFF2-40B4-BE49-F238E27FC236}">
                  <a16:creationId xmlns:a16="http://schemas.microsoft.com/office/drawing/2014/main" id="{FA8FF1E0-7460-4930-BB14-27869246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331"/>
              <a:ext cx="76" cy="133"/>
            </a:xfrm>
            <a:custGeom>
              <a:avLst/>
              <a:gdLst>
                <a:gd name="T0" fmla="*/ 0 w 76"/>
                <a:gd name="T1" fmla="*/ 0 h 133"/>
                <a:gd name="T2" fmla="*/ 0 w 76"/>
                <a:gd name="T3" fmla="*/ 111 h 133"/>
                <a:gd name="T4" fmla="*/ 76 w 76"/>
                <a:gd name="T5" fmla="*/ 133 h 133"/>
                <a:gd name="T6" fmla="*/ 5 w 76"/>
                <a:gd name="T7" fmla="*/ 104 h 133"/>
                <a:gd name="T8" fmla="*/ 0 w 76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3">
                  <a:moveTo>
                    <a:pt x="0" y="0"/>
                  </a:moveTo>
                  <a:lnTo>
                    <a:pt x="0" y="111"/>
                  </a:lnTo>
                  <a:lnTo>
                    <a:pt x="76" y="133"/>
                  </a:lnTo>
                  <a:lnTo>
                    <a:pt x="5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250">
              <a:extLst>
                <a:ext uri="{FF2B5EF4-FFF2-40B4-BE49-F238E27FC236}">
                  <a16:creationId xmlns:a16="http://schemas.microsoft.com/office/drawing/2014/main" id="{919F3E0D-6622-40F1-BB56-B9CA87D6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481"/>
              <a:ext cx="13" cy="141"/>
            </a:xfrm>
            <a:custGeom>
              <a:avLst/>
              <a:gdLst>
                <a:gd name="T0" fmla="*/ 0 w 11"/>
                <a:gd name="T1" fmla="*/ 0 h 112"/>
                <a:gd name="T2" fmla="*/ 0 w 11"/>
                <a:gd name="T3" fmla="*/ 224 h 112"/>
                <a:gd name="T4" fmla="*/ 0 w 11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2">
                  <a:moveTo>
                    <a:pt x="0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1" y="25"/>
                    <a:pt x="0" y="0"/>
                  </a:cubicBez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251">
              <a:extLst>
                <a:ext uri="{FF2B5EF4-FFF2-40B4-BE49-F238E27FC236}">
                  <a16:creationId xmlns:a16="http://schemas.microsoft.com/office/drawing/2014/main" id="{55EA7AA6-F4BD-482D-A2E0-053CC32C4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457"/>
              <a:ext cx="285" cy="278"/>
            </a:xfrm>
            <a:custGeom>
              <a:avLst/>
              <a:gdLst>
                <a:gd name="T0" fmla="*/ 28 w 241"/>
                <a:gd name="T1" fmla="*/ 0 h 221"/>
                <a:gd name="T2" fmla="*/ 28 w 241"/>
                <a:gd name="T3" fmla="*/ 307 h 221"/>
                <a:gd name="T4" fmla="*/ 399 w 241"/>
                <a:gd name="T5" fmla="*/ 440 h 221"/>
                <a:gd name="T6" fmla="*/ 53 w 241"/>
                <a:gd name="T7" fmla="*/ 294 h 221"/>
                <a:gd name="T8" fmla="*/ 28 w 24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21">
                  <a:moveTo>
                    <a:pt x="17" y="0"/>
                  </a:moveTo>
                  <a:cubicBezTo>
                    <a:pt x="17" y="154"/>
                    <a:pt x="17" y="154"/>
                    <a:pt x="17" y="154"/>
                  </a:cubicBezTo>
                  <a:cubicBezTo>
                    <a:pt x="17" y="154"/>
                    <a:pt x="0" y="200"/>
                    <a:pt x="241" y="221"/>
                  </a:cubicBezTo>
                  <a:cubicBezTo>
                    <a:pt x="241" y="221"/>
                    <a:pt x="40" y="202"/>
                    <a:pt x="32" y="148"/>
                  </a:cubicBezTo>
                  <a:cubicBezTo>
                    <a:pt x="23" y="95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252">
              <a:extLst>
                <a:ext uri="{FF2B5EF4-FFF2-40B4-BE49-F238E27FC236}">
                  <a16:creationId xmlns:a16="http://schemas.microsoft.com/office/drawing/2014/main" id="{2CDA126E-86CE-4DFF-8731-61023091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661"/>
              <a:ext cx="129" cy="407"/>
            </a:xfrm>
            <a:custGeom>
              <a:avLst/>
              <a:gdLst>
                <a:gd name="T0" fmla="*/ 13 w 109"/>
                <a:gd name="T1" fmla="*/ 0 h 323"/>
                <a:gd name="T2" fmla="*/ 73 w 109"/>
                <a:gd name="T3" fmla="*/ 251 h 323"/>
                <a:gd name="T4" fmla="*/ 170 w 109"/>
                <a:gd name="T5" fmla="*/ 646 h 323"/>
                <a:gd name="T6" fmla="*/ 90 w 109"/>
                <a:gd name="T7" fmla="*/ 301 h 323"/>
                <a:gd name="T8" fmla="*/ 13 w 109"/>
                <a:gd name="T9" fmla="*/ 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323">
                  <a:moveTo>
                    <a:pt x="8" y="0"/>
                  </a:moveTo>
                  <a:cubicBezTo>
                    <a:pt x="8" y="0"/>
                    <a:pt x="1" y="95"/>
                    <a:pt x="44" y="125"/>
                  </a:cubicBezTo>
                  <a:cubicBezTo>
                    <a:pt x="86" y="156"/>
                    <a:pt x="105" y="164"/>
                    <a:pt x="103" y="323"/>
                  </a:cubicBezTo>
                  <a:cubicBezTo>
                    <a:pt x="103" y="323"/>
                    <a:pt x="109" y="173"/>
                    <a:pt x="54" y="151"/>
                  </a:cubicBezTo>
                  <a:cubicBezTo>
                    <a:pt x="0" y="129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253">
              <a:extLst>
                <a:ext uri="{FF2B5EF4-FFF2-40B4-BE49-F238E27FC236}">
                  <a16:creationId xmlns:a16="http://schemas.microsoft.com/office/drawing/2014/main" id="{771E4984-7D8C-4681-973F-56D0F1AD8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668"/>
              <a:ext cx="652" cy="134"/>
            </a:xfrm>
            <a:custGeom>
              <a:avLst/>
              <a:gdLst>
                <a:gd name="T0" fmla="*/ 24 w 552"/>
                <a:gd name="T1" fmla="*/ 0 h 106"/>
                <a:gd name="T2" fmla="*/ 33 w 552"/>
                <a:gd name="T3" fmla="*/ 114 h 106"/>
                <a:gd name="T4" fmla="*/ 0 w 552"/>
                <a:gd name="T5" fmla="*/ 205 h 106"/>
                <a:gd name="T6" fmla="*/ 149 w 552"/>
                <a:gd name="T7" fmla="*/ 177 h 106"/>
                <a:gd name="T8" fmla="*/ 383 w 552"/>
                <a:gd name="T9" fmla="*/ 169 h 106"/>
                <a:gd name="T10" fmla="*/ 708 w 552"/>
                <a:gd name="T11" fmla="*/ 158 h 106"/>
                <a:gd name="T12" fmla="*/ 909 w 552"/>
                <a:gd name="T13" fmla="*/ 129 h 106"/>
                <a:gd name="T14" fmla="*/ 683 w 552"/>
                <a:gd name="T15" fmla="*/ 86 h 106"/>
                <a:gd name="T16" fmla="*/ 402 w 552"/>
                <a:gd name="T17" fmla="*/ 92 h 106"/>
                <a:gd name="T18" fmla="*/ 145 w 552"/>
                <a:gd name="T19" fmla="*/ 71 h 106"/>
                <a:gd name="T20" fmla="*/ 33 w 552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2" h="106">
                  <a:moveTo>
                    <a:pt x="14" y="0"/>
                  </a:moveTo>
                  <a:cubicBezTo>
                    <a:pt x="19" y="17"/>
                    <a:pt x="23" y="37"/>
                    <a:pt x="20" y="56"/>
                  </a:cubicBezTo>
                  <a:cubicBezTo>
                    <a:pt x="17" y="73"/>
                    <a:pt x="6" y="86"/>
                    <a:pt x="0" y="101"/>
                  </a:cubicBezTo>
                  <a:cubicBezTo>
                    <a:pt x="26" y="106"/>
                    <a:pt x="66" y="93"/>
                    <a:pt x="91" y="88"/>
                  </a:cubicBezTo>
                  <a:cubicBezTo>
                    <a:pt x="135" y="79"/>
                    <a:pt x="187" y="81"/>
                    <a:pt x="232" y="84"/>
                  </a:cubicBezTo>
                  <a:cubicBezTo>
                    <a:pt x="299" y="87"/>
                    <a:pt x="361" y="85"/>
                    <a:pt x="429" y="78"/>
                  </a:cubicBezTo>
                  <a:cubicBezTo>
                    <a:pt x="464" y="74"/>
                    <a:pt x="520" y="60"/>
                    <a:pt x="552" y="64"/>
                  </a:cubicBezTo>
                  <a:cubicBezTo>
                    <a:pt x="505" y="64"/>
                    <a:pt x="461" y="47"/>
                    <a:pt x="414" y="43"/>
                  </a:cubicBezTo>
                  <a:cubicBezTo>
                    <a:pt x="357" y="38"/>
                    <a:pt x="300" y="43"/>
                    <a:pt x="244" y="46"/>
                  </a:cubicBezTo>
                  <a:cubicBezTo>
                    <a:pt x="192" y="48"/>
                    <a:pt x="139" y="46"/>
                    <a:pt x="88" y="35"/>
                  </a:cubicBezTo>
                  <a:cubicBezTo>
                    <a:pt x="60" y="29"/>
                    <a:pt x="42" y="11"/>
                    <a:pt x="20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254">
              <a:extLst>
                <a:ext uri="{FF2B5EF4-FFF2-40B4-BE49-F238E27FC236}">
                  <a16:creationId xmlns:a16="http://schemas.microsoft.com/office/drawing/2014/main" id="{18164C90-6213-4D70-93C8-A9389D52F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802"/>
              <a:ext cx="185" cy="652"/>
            </a:xfrm>
            <a:custGeom>
              <a:avLst/>
              <a:gdLst>
                <a:gd name="T0" fmla="*/ 257 w 157"/>
                <a:gd name="T1" fmla="*/ 10 h 518"/>
                <a:gd name="T2" fmla="*/ 139 w 157"/>
                <a:gd name="T3" fmla="*/ 44 h 518"/>
                <a:gd name="T4" fmla="*/ 62 w 157"/>
                <a:gd name="T5" fmla="*/ 145 h 518"/>
                <a:gd name="T6" fmla="*/ 34 w 157"/>
                <a:gd name="T7" fmla="*/ 578 h 518"/>
                <a:gd name="T8" fmla="*/ 57 w 157"/>
                <a:gd name="T9" fmla="*/ 972 h 518"/>
                <a:gd name="T10" fmla="*/ 166 w 157"/>
                <a:gd name="T11" fmla="*/ 894 h 518"/>
                <a:gd name="T12" fmla="*/ 165 w 157"/>
                <a:gd name="T13" fmla="*/ 607 h 518"/>
                <a:gd name="T14" fmla="*/ 193 w 157"/>
                <a:gd name="T15" fmla="*/ 194 h 518"/>
                <a:gd name="T16" fmla="*/ 247 w 157"/>
                <a:gd name="T17" fmla="*/ 0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518">
                  <a:moveTo>
                    <a:pt x="157" y="5"/>
                  </a:moveTo>
                  <a:cubicBezTo>
                    <a:pt x="138" y="0"/>
                    <a:pt x="103" y="14"/>
                    <a:pt x="85" y="22"/>
                  </a:cubicBezTo>
                  <a:cubicBezTo>
                    <a:pt x="61" y="32"/>
                    <a:pt x="48" y="48"/>
                    <a:pt x="38" y="72"/>
                  </a:cubicBezTo>
                  <a:cubicBezTo>
                    <a:pt x="10" y="136"/>
                    <a:pt x="21" y="220"/>
                    <a:pt x="21" y="290"/>
                  </a:cubicBezTo>
                  <a:cubicBezTo>
                    <a:pt x="21" y="335"/>
                    <a:pt x="0" y="453"/>
                    <a:pt x="35" y="487"/>
                  </a:cubicBezTo>
                  <a:cubicBezTo>
                    <a:pt x="66" y="518"/>
                    <a:pt x="93" y="474"/>
                    <a:pt x="102" y="448"/>
                  </a:cubicBezTo>
                  <a:cubicBezTo>
                    <a:pt x="115" y="404"/>
                    <a:pt x="103" y="349"/>
                    <a:pt x="101" y="304"/>
                  </a:cubicBezTo>
                  <a:cubicBezTo>
                    <a:pt x="99" y="232"/>
                    <a:pt x="105" y="166"/>
                    <a:pt x="118" y="97"/>
                  </a:cubicBezTo>
                  <a:cubicBezTo>
                    <a:pt x="123" y="74"/>
                    <a:pt x="153" y="7"/>
                    <a:pt x="151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255">
              <a:extLst>
                <a:ext uri="{FF2B5EF4-FFF2-40B4-BE49-F238E27FC236}">
                  <a16:creationId xmlns:a16="http://schemas.microsoft.com/office/drawing/2014/main" id="{E32C2121-C67E-4BDC-BE89-A184184C0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468"/>
              <a:ext cx="150" cy="228"/>
            </a:xfrm>
            <a:custGeom>
              <a:avLst/>
              <a:gdLst>
                <a:gd name="T0" fmla="*/ 11 w 127"/>
                <a:gd name="T1" fmla="*/ 0 h 181"/>
                <a:gd name="T2" fmla="*/ 9 w 127"/>
                <a:gd name="T3" fmla="*/ 134 h 181"/>
                <a:gd name="T4" fmla="*/ 13 w 127"/>
                <a:gd name="T5" fmla="*/ 248 h 181"/>
                <a:gd name="T6" fmla="*/ 130 w 127"/>
                <a:gd name="T7" fmla="*/ 355 h 181"/>
                <a:gd name="T8" fmla="*/ 116 w 127"/>
                <a:gd name="T9" fmla="*/ 222 h 181"/>
                <a:gd name="T10" fmla="*/ 60 w 127"/>
                <a:gd name="T11" fmla="*/ 14 h 181"/>
                <a:gd name="T12" fmla="*/ 11 w 127"/>
                <a:gd name="T13" fmla="*/ 5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81">
                  <a:moveTo>
                    <a:pt x="7" y="0"/>
                  </a:moveTo>
                  <a:cubicBezTo>
                    <a:pt x="0" y="17"/>
                    <a:pt x="5" y="49"/>
                    <a:pt x="6" y="67"/>
                  </a:cubicBezTo>
                  <a:cubicBezTo>
                    <a:pt x="7" y="86"/>
                    <a:pt x="5" y="106"/>
                    <a:pt x="8" y="124"/>
                  </a:cubicBezTo>
                  <a:cubicBezTo>
                    <a:pt x="14" y="151"/>
                    <a:pt x="50" y="181"/>
                    <a:pt x="79" y="178"/>
                  </a:cubicBezTo>
                  <a:cubicBezTo>
                    <a:pt x="127" y="175"/>
                    <a:pt x="79" y="127"/>
                    <a:pt x="70" y="111"/>
                  </a:cubicBezTo>
                  <a:cubicBezTo>
                    <a:pt x="54" y="81"/>
                    <a:pt x="59" y="31"/>
                    <a:pt x="36" y="7"/>
                  </a:cubicBezTo>
                  <a:cubicBezTo>
                    <a:pt x="27" y="2"/>
                    <a:pt x="16" y="5"/>
                    <a:pt x="7" y="2"/>
                  </a:cubicBezTo>
                </a:path>
              </a:pathLst>
            </a:custGeom>
            <a:solidFill>
              <a:srgbClr val="53A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256">
              <a:extLst>
                <a:ext uri="{FF2B5EF4-FFF2-40B4-BE49-F238E27FC236}">
                  <a16:creationId xmlns:a16="http://schemas.microsoft.com/office/drawing/2014/main" id="{57430E92-7197-4594-808F-168AB0F3D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991"/>
              <a:ext cx="135" cy="463"/>
            </a:xfrm>
            <a:custGeom>
              <a:avLst/>
              <a:gdLst>
                <a:gd name="T0" fmla="*/ 56 w 115"/>
                <a:gd name="T1" fmla="*/ 671 h 368"/>
                <a:gd name="T2" fmla="*/ 166 w 115"/>
                <a:gd name="T3" fmla="*/ 594 h 368"/>
                <a:gd name="T4" fmla="*/ 171 w 115"/>
                <a:gd name="T5" fmla="*/ 313 h 368"/>
                <a:gd name="T6" fmla="*/ 176 w 115"/>
                <a:gd name="T7" fmla="*/ 0 h 368"/>
                <a:gd name="T8" fmla="*/ 36 w 115"/>
                <a:gd name="T9" fmla="*/ 57 h 368"/>
                <a:gd name="T10" fmla="*/ 31 w 115"/>
                <a:gd name="T11" fmla="*/ 62 h 368"/>
                <a:gd name="T12" fmla="*/ 31 w 115"/>
                <a:gd name="T13" fmla="*/ 278 h 368"/>
                <a:gd name="T14" fmla="*/ 56 w 115"/>
                <a:gd name="T15" fmla="*/ 671 h 3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368">
                  <a:moveTo>
                    <a:pt x="35" y="337"/>
                  </a:moveTo>
                  <a:cubicBezTo>
                    <a:pt x="66" y="368"/>
                    <a:pt x="93" y="324"/>
                    <a:pt x="102" y="298"/>
                  </a:cubicBezTo>
                  <a:cubicBezTo>
                    <a:pt x="115" y="254"/>
                    <a:pt x="107" y="202"/>
                    <a:pt x="106" y="157"/>
                  </a:cubicBezTo>
                  <a:cubicBezTo>
                    <a:pt x="104" y="95"/>
                    <a:pt x="103" y="59"/>
                    <a:pt x="109" y="0"/>
                  </a:cubicBezTo>
                  <a:cubicBezTo>
                    <a:pt x="82" y="8"/>
                    <a:pt x="66" y="5"/>
                    <a:pt x="22" y="29"/>
                  </a:cubicBezTo>
                  <a:cubicBezTo>
                    <a:pt x="21" y="30"/>
                    <a:pt x="20" y="31"/>
                    <a:pt x="19" y="31"/>
                  </a:cubicBezTo>
                  <a:cubicBezTo>
                    <a:pt x="19" y="68"/>
                    <a:pt x="19" y="106"/>
                    <a:pt x="19" y="140"/>
                  </a:cubicBezTo>
                  <a:cubicBezTo>
                    <a:pt x="19" y="186"/>
                    <a:pt x="0" y="303"/>
                    <a:pt x="35" y="337"/>
                  </a:cubicBezTo>
                  <a:close/>
                </a:path>
              </a:pathLst>
            </a:custGeom>
            <a:solidFill>
              <a:srgbClr val="53A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257">
              <a:extLst>
                <a:ext uri="{FF2B5EF4-FFF2-40B4-BE49-F238E27FC236}">
                  <a16:creationId xmlns:a16="http://schemas.microsoft.com/office/drawing/2014/main" id="{5C63133E-E25C-4067-A0F9-1389808BB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770"/>
              <a:ext cx="226" cy="128"/>
            </a:xfrm>
            <a:custGeom>
              <a:avLst/>
              <a:gdLst>
                <a:gd name="T0" fmla="*/ 66 w 191"/>
                <a:gd name="T1" fmla="*/ 8 h 101"/>
                <a:gd name="T2" fmla="*/ 209 w 191"/>
                <a:gd name="T3" fmla="*/ 84 h 101"/>
                <a:gd name="T4" fmla="*/ 254 w 191"/>
                <a:gd name="T5" fmla="*/ 196 h 101"/>
                <a:gd name="T6" fmla="*/ 125 w 191"/>
                <a:gd name="T7" fmla="*/ 82 h 101"/>
                <a:gd name="T8" fmla="*/ 58 w 191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01">
                  <a:moveTo>
                    <a:pt x="40" y="4"/>
                  </a:moveTo>
                  <a:cubicBezTo>
                    <a:pt x="71" y="0"/>
                    <a:pt x="108" y="17"/>
                    <a:pt x="127" y="41"/>
                  </a:cubicBezTo>
                  <a:cubicBezTo>
                    <a:pt x="135" y="52"/>
                    <a:pt x="191" y="88"/>
                    <a:pt x="154" y="96"/>
                  </a:cubicBezTo>
                  <a:cubicBezTo>
                    <a:pt x="128" y="101"/>
                    <a:pt x="99" y="51"/>
                    <a:pt x="76" y="40"/>
                  </a:cubicBezTo>
                  <a:cubicBezTo>
                    <a:pt x="65" y="35"/>
                    <a:pt x="0" y="20"/>
                    <a:pt x="35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258">
              <a:extLst>
                <a:ext uri="{FF2B5EF4-FFF2-40B4-BE49-F238E27FC236}">
                  <a16:creationId xmlns:a16="http://schemas.microsoft.com/office/drawing/2014/main" id="{11E68281-7A4E-4C9D-B04C-7375D11E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869"/>
              <a:ext cx="73" cy="108"/>
            </a:xfrm>
            <a:custGeom>
              <a:avLst/>
              <a:gdLst>
                <a:gd name="T0" fmla="*/ 21 w 62"/>
                <a:gd name="T1" fmla="*/ 0 h 86"/>
                <a:gd name="T2" fmla="*/ 55 w 62"/>
                <a:gd name="T3" fmla="*/ 162 h 86"/>
                <a:gd name="T4" fmla="*/ 18 w 62"/>
                <a:gd name="T5" fmla="*/ 1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6">
                  <a:moveTo>
                    <a:pt x="13" y="0"/>
                  </a:moveTo>
                  <a:cubicBezTo>
                    <a:pt x="38" y="8"/>
                    <a:pt x="62" y="86"/>
                    <a:pt x="34" y="82"/>
                  </a:cubicBezTo>
                  <a:cubicBezTo>
                    <a:pt x="19" y="79"/>
                    <a:pt x="0" y="15"/>
                    <a:pt x="11" y="6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259">
              <a:extLst>
                <a:ext uri="{FF2B5EF4-FFF2-40B4-BE49-F238E27FC236}">
                  <a16:creationId xmlns:a16="http://schemas.microsoft.com/office/drawing/2014/main" id="{1E1BE0A5-139B-480D-89FE-AEB358C7C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085"/>
              <a:ext cx="685" cy="518"/>
            </a:xfrm>
            <a:custGeom>
              <a:avLst/>
              <a:gdLst>
                <a:gd name="T0" fmla="*/ 1 w 580"/>
                <a:gd name="T1" fmla="*/ 32 h 411"/>
                <a:gd name="T2" fmla="*/ 955 w 580"/>
                <a:gd name="T3" fmla="*/ 0 h 411"/>
                <a:gd name="T4" fmla="*/ 955 w 580"/>
                <a:gd name="T5" fmla="*/ 669 h 411"/>
                <a:gd name="T6" fmla="*/ 0 w 580"/>
                <a:gd name="T7" fmla="*/ 677 h 411"/>
                <a:gd name="T8" fmla="*/ 1 w 580"/>
                <a:gd name="T9" fmla="*/ 32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1">
                  <a:moveTo>
                    <a:pt x="1" y="16"/>
                  </a:moveTo>
                  <a:cubicBezTo>
                    <a:pt x="1" y="16"/>
                    <a:pt x="290" y="60"/>
                    <a:pt x="580" y="0"/>
                  </a:cubicBezTo>
                  <a:cubicBezTo>
                    <a:pt x="580" y="334"/>
                    <a:pt x="580" y="334"/>
                    <a:pt x="580" y="334"/>
                  </a:cubicBezTo>
                  <a:cubicBezTo>
                    <a:pt x="580" y="334"/>
                    <a:pt x="290" y="411"/>
                    <a:pt x="0" y="338"/>
                  </a:cubicBezTo>
                  <a:lnTo>
                    <a:pt x="1" y="16"/>
                  </a:lnTo>
                  <a:close/>
                </a:path>
              </a:pathLst>
            </a:custGeom>
            <a:solidFill>
              <a:srgbClr val="FAFD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260">
              <a:extLst>
                <a:ext uri="{FF2B5EF4-FFF2-40B4-BE49-F238E27FC236}">
                  <a16:creationId xmlns:a16="http://schemas.microsoft.com/office/drawing/2014/main" id="{218C194A-1855-44D2-909C-06EC4D32A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085"/>
              <a:ext cx="685" cy="518"/>
            </a:xfrm>
            <a:custGeom>
              <a:avLst/>
              <a:gdLst>
                <a:gd name="T0" fmla="*/ 1 w 580"/>
                <a:gd name="T1" fmla="*/ 32 h 411"/>
                <a:gd name="T2" fmla="*/ 955 w 580"/>
                <a:gd name="T3" fmla="*/ 0 h 411"/>
                <a:gd name="T4" fmla="*/ 955 w 580"/>
                <a:gd name="T5" fmla="*/ 669 h 411"/>
                <a:gd name="T6" fmla="*/ 0 w 580"/>
                <a:gd name="T7" fmla="*/ 677 h 411"/>
                <a:gd name="T8" fmla="*/ 1 w 580"/>
                <a:gd name="T9" fmla="*/ 32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1">
                  <a:moveTo>
                    <a:pt x="1" y="16"/>
                  </a:moveTo>
                  <a:cubicBezTo>
                    <a:pt x="1" y="16"/>
                    <a:pt x="290" y="60"/>
                    <a:pt x="580" y="0"/>
                  </a:cubicBezTo>
                  <a:cubicBezTo>
                    <a:pt x="580" y="334"/>
                    <a:pt x="580" y="334"/>
                    <a:pt x="580" y="334"/>
                  </a:cubicBezTo>
                  <a:cubicBezTo>
                    <a:pt x="580" y="334"/>
                    <a:pt x="290" y="411"/>
                    <a:pt x="0" y="338"/>
                  </a:cubicBezTo>
                  <a:lnTo>
                    <a:pt x="1" y="16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5" name="Text Box 448">
              <a:extLst>
                <a:ext uri="{FF2B5EF4-FFF2-40B4-BE49-F238E27FC236}">
                  <a16:creationId xmlns:a16="http://schemas.microsoft.com/office/drawing/2014/main" id="{09A86749-7DC1-4D11-B92B-92C0EE805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6" y="3194"/>
              <a:ext cx="6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/>
                <a:t>Bay leaf</a:t>
              </a:r>
            </a:p>
          </p:txBody>
        </p:sp>
      </p:grpSp>
      <p:grpSp>
        <p:nvGrpSpPr>
          <p:cNvPr id="38920" name="glass-jar-of-dried-thyme">
            <a:extLst>
              <a:ext uri="{FF2B5EF4-FFF2-40B4-BE49-F238E27FC236}">
                <a16:creationId xmlns:a16="http://schemas.microsoft.com/office/drawing/2014/main" id="{453BC2D0-0660-4EF5-B410-91BBE4F596E0}"/>
              </a:ext>
            </a:extLst>
          </p:cNvPr>
          <p:cNvGrpSpPr>
            <a:grpSpLocks/>
          </p:cNvGrpSpPr>
          <p:nvPr/>
        </p:nvGrpSpPr>
        <p:grpSpPr bwMode="auto">
          <a:xfrm>
            <a:off x="3132138" y="3816350"/>
            <a:ext cx="1673225" cy="2349500"/>
            <a:chOff x="1013" y="2278"/>
            <a:chExt cx="1054" cy="1480"/>
          </a:xfrm>
        </p:grpSpPr>
        <p:sp>
          <p:nvSpPr>
            <p:cNvPr id="38921" name="Freeform 347">
              <a:extLst>
                <a:ext uri="{FF2B5EF4-FFF2-40B4-BE49-F238E27FC236}">
                  <a16:creationId xmlns:a16="http://schemas.microsoft.com/office/drawing/2014/main" id="{D3D6E7DB-F14A-42D0-B0A2-6CF4073A0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623"/>
              <a:ext cx="1054" cy="1135"/>
            </a:xfrm>
            <a:custGeom>
              <a:avLst/>
              <a:gdLst>
                <a:gd name="T0" fmla="*/ 1469 w 892"/>
                <a:gd name="T1" fmla="*/ 1648 h 901"/>
                <a:gd name="T2" fmla="*/ 737 w 892"/>
                <a:gd name="T3" fmla="*/ 1801 h 901"/>
                <a:gd name="T4" fmla="*/ 8 w 892"/>
                <a:gd name="T5" fmla="*/ 1648 h 901"/>
                <a:gd name="T6" fmla="*/ 8 w 892"/>
                <a:gd name="T7" fmla="*/ 511 h 901"/>
                <a:gd name="T8" fmla="*/ 98 w 892"/>
                <a:gd name="T9" fmla="*/ 291 h 901"/>
                <a:gd name="T10" fmla="*/ 169 w 892"/>
                <a:gd name="T11" fmla="*/ 0 h 901"/>
                <a:gd name="T12" fmla="*/ 1302 w 892"/>
                <a:gd name="T13" fmla="*/ 0 h 901"/>
                <a:gd name="T14" fmla="*/ 1361 w 892"/>
                <a:gd name="T15" fmla="*/ 299 h 901"/>
                <a:gd name="T16" fmla="*/ 1471 w 892"/>
                <a:gd name="T17" fmla="*/ 520 h 901"/>
                <a:gd name="T18" fmla="*/ 1469 w 892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2" h="901">
                  <a:moveTo>
                    <a:pt x="890" y="824"/>
                  </a:moveTo>
                  <a:cubicBezTo>
                    <a:pt x="890" y="866"/>
                    <a:pt x="692" y="901"/>
                    <a:pt x="447" y="901"/>
                  </a:cubicBezTo>
                  <a:cubicBezTo>
                    <a:pt x="203" y="901"/>
                    <a:pt x="5" y="866"/>
                    <a:pt x="5" y="824"/>
                  </a:cubicBezTo>
                  <a:cubicBezTo>
                    <a:pt x="5" y="256"/>
                    <a:pt x="5" y="256"/>
                    <a:pt x="5" y="256"/>
                  </a:cubicBezTo>
                  <a:cubicBezTo>
                    <a:pt x="5" y="256"/>
                    <a:pt x="0" y="185"/>
                    <a:pt x="59" y="145"/>
                  </a:cubicBezTo>
                  <a:cubicBezTo>
                    <a:pt x="118" y="105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7" y="116"/>
                    <a:pt x="825" y="149"/>
                  </a:cubicBezTo>
                  <a:cubicBezTo>
                    <a:pt x="863" y="175"/>
                    <a:pt x="892" y="197"/>
                    <a:pt x="892" y="260"/>
                  </a:cubicBezTo>
                  <a:cubicBezTo>
                    <a:pt x="892" y="323"/>
                    <a:pt x="890" y="824"/>
                    <a:pt x="890" y="824"/>
                  </a:cubicBezTo>
                  <a:close/>
                </a:path>
              </a:pathLst>
            </a:custGeom>
            <a:solidFill>
              <a:srgbClr val="C1C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348">
              <a:extLst>
                <a:ext uri="{FF2B5EF4-FFF2-40B4-BE49-F238E27FC236}">
                  <a16:creationId xmlns:a16="http://schemas.microsoft.com/office/drawing/2014/main" id="{8A9EB980-9E9A-46A4-AF10-DC3045180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649"/>
              <a:ext cx="983" cy="1077"/>
            </a:xfrm>
            <a:custGeom>
              <a:avLst/>
              <a:gdLst>
                <a:gd name="T0" fmla="*/ 1371 w 832"/>
                <a:gd name="T1" fmla="*/ 1564 h 855"/>
                <a:gd name="T2" fmla="*/ 688 w 832"/>
                <a:gd name="T3" fmla="*/ 1709 h 855"/>
                <a:gd name="T4" fmla="*/ 7 w 832"/>
                <a:gd name="T5" fmla="*/ 1564 h 855"/>
                <a:gd name="T6" fmla="*/ 7 w 832"/>
                <a:gd name="T7" fmla="*/ 482 h 855"/>
                <a:gd name="T8" fmla="*/ 91 w 832"/>
                <a:gd name="T9" fmla="*/ 271 h 855"/>
                <a:gd name="T10" fmla="*/ 156 w 832"/>
                <a:gd name="T11" fmla="*/ 0 h 855"/>
                <a:gd name="T12" fmla="*/ 1216 w 832"/>
                <a:gd name="T13" fmla="*/ 0 h 855"/>
                <a:gd name="T14" fmla="*/ 1270 w 832"/>
                <a:gd name="T15" fmla="*/ 280 h 855"/>
                <a:gd name="T16" fmla="*/ 1372 w 832"/>
                <a:gd name="T17" fmla="*/ 487 h 855"/>
                <a:gd name="T18" fmla="*/ 1371 w 832"/>
                <a:gd name="T19" fmla="*/ 1564 h 8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2" h="855">
                  <a:moveTo>
                    <a:pt x="831" y="783"/>
                  </a:moveTo>
                  <a:cubicBezTo>
                    <a:pt x="831" y="823"/>
                    <a:pt x="646" y="855"/>
                    <a:pt x="417" y="855"/>
                  </a:cubicBezTo>
                  <a:cubicBezTo>
                    <a:pt x="189" y="855"/>
                    <a:pt x="4" y="823"/>
                    <a:pt x="4" y="783"/>
                  </a:cubicBezTo>
                  <a:cubicBezTo>
                    <a:pt x="4" y="241"/>
                    <a:pt x="4" y="241"/>
                    <a:pt x="4" y="241"/>
                  </a:cubicBezTo>
                  <a:cubicBezTo>
                    <a:pt x="4" y="241"/>
                    <a:pt x="0" y="174"/>
                    <a:pt x="55" y="136"/>
                  </a:cubicBezTo>
                  <a:cubicBezTo>
                    <a:pt x="110" y="98"/>
                    <a:pt x="95" y="0"/>
                    <a:pt x="95" y="0"/>
                  </a:cubicBezTo>
                  <a:cubicBezTo>
                    <a:pt x="737" y="0"/>
                    <a:pt x="737" y="0"/>
                    <a:pt x="737" y="0"/>
                  </a:cubicBezTo>
                  <a:cubicBezTo>
                    <a:pt x="737" y="0"/>
                    <a:pt x="725" y="109"/>
                    <a:pt x="770" y="140"/>
                  </a:cubicBezTo>
                  <a:cubicBezTo>
                    <a:pt x="806" y="165"/>
                    <a:pt x="832" y="185"/>
                    <a:pt x="832" y="244"/>
                  </a:cubicBezTo>
                  <a:cubicBezTo>
                    <a:pt x="832" y="303"/>
                    <a:pt x="831" y="783"/>
                    <a:pt x="831" y="783"/>
                  </a:cubicBezTo>
                  <a:close/>
                </a:path>
              </a:pathLst>
            </a:custGeom>
            <a:solidFill>
              <a:srgbClr val="DED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349">
              <a:extLst>
                <a:ext uri="{FF2B5EF4-FFF2-40B4-BE49-F238E27FC236}">
                  <a16:creationId xmlns:a16="http://schemas.microsoft.com/office/drawing/2014/main" id="{1730AF97-1AAA-4969-B176-01003ADF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942"/>
              <a:ext cx="978" cy="784"/>
            </a:xfrm>
            <a:custGeom>
              <a:avLst/>
              <a:gdLst>
                <a:gd name="T0" fmla="*/ 1363 w 828"/>
                <a:gd name="T1" fmla="*/ 1097 h 623"/>
                <a:gd name="T2" fmla="*/ 1364 w 828"/>
                <a:gd name="T3" fmla="*/ 215 h 623"/>
                <a:gd name="T4" fmla="*/ 1176 w 828"/>
                <a:gd name="T5" fmla="*/ 87 h 623"/>
                <a:gd name="T6" fmla="*/ 731 w 828"/>
                <a:gd name="T7" fmla="*/ 55 h 623"/>
                <a:gd name="T8" fmla="*/ 485 w 828"/>
                <a:gd name="T9" fmla="*/ 45 h 623"/>
                <a:gd name="T10" fmla="*/ 313 w 828"/>
                <a:gd name="T11" fmla="*/ 8 h 623"/>
                <a:gd name="T12" fmla="*/ 91 w 828"/>
                <a:gd name="T13" fmla="*/ 136 h 623"/>
                <a:gd name="T14" fmla="*/ 0 w 828"/>
                <a:gd name="T15" fmla="*/ 223 h 623"/>
                <a:gd name="T16" fmla="*/ 0 w 828"/>
                <a:gd name="T17" fmla="*/ 1097 h 623"/>
                <a:gd name="T18" fmla="*/ 680 w 828"/>
                <a:gd name="T19" fmla="*/ 1242 h 623"/>
                <a:gd name="T20" fmla="*/ 1363 w 828"/>
                <a:gd name="T21" fmla="*/ 1097 h 6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8" h="623">
                  <a:moveTo>
                    <a:pt x="827" y="551"/>
                  </a:moveTo>
                  <a:cubicBezTo>
                    <a:pt x="827" y="551"/>
                    <a:pt x="828" y="266"/>
                    <a:pt x="828" y="108"/>
                  </a:cubicBezTo>
                  <a:cubicBezTo>
                    <a:pt x="794" y="81"/>
                    <a:pt x="759" y="54"/>
                    <a:pt x="714" y="44"/>
                  </a:cubicBezTo>
                  <a:cubicBezTo>
                    <a:pt x="626" y="24"/>
                    <a:pt x="534" y="24"/>
                    <a:pt x="444" y="28"/>
                  </a:cubicBezTo>
                  <a:cubicBezTo>
                    <a:pt x="396" y="30"/>
                    <a:pt x="342" y="33"/>
                    <a:pt x="295" y="23"/>
                  </a:cubicBezTo>
                  <a:cubicBezTo>
                    <a:pt x="258" y="15"/>
                    <a:pt x="230" y="0"/>
                    <a:pt x="190" y="4"/>
                  </a:cubicBezTo>
                  <a:cubicBezTo>
                    <a:pt x="134" y="9"/>
                    <a:pt x="101" y="37"/>
                    <a:pt x="55" y="68"/>
                  </a:cubicBezTo>
                  <a:cubicBezTo>
                    <a:pt x="37" y="80"/>
                    <a:pt x="19" y="97"/>
                    <a:pt x="0" y="112"/>
                  </a:cubicBezTo>
                  <a:cubicBezTo>
                    <a:pt x="0" y="551"/>
                    <a:pt x="0" y="551"/>
                    <a:pt x="0" y="551"/>
                  </a:cubicBezTo>
                  <a:cubicBezTo>
                    <a:pt x="0" y="591"/>
                    <a:pt x="185" y="623"/>
                    <a:pt x="413" y="623"/>
                  </a:cubicBezTo>
                  <a:cubicBezTo>
                    <a:pt x="642" y="623"/>
                    <a:pt x="827" y="591"/>
                    <a:pt x="827" y="551"/>
                  </a:cubicBezTo>
                  <a:close/>
                </a:path>
              </a:pathLst>
            </a:custGeom>
            <a:solidFill>
              <a:srgbClr val="889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350">
              <a:extLst>
                <a:ext uri="{FF2B5EF4-FFF2-40B4-BE49-F238E27FC236}">
                  <a16:creationId xmlns:a16="http://schemas.microsoft.com/office/drawing/2014/main" id="{A75AF79B-EDD8-4CED-A156-87172B866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954"/>
              <a:ext cx="977" cy="772"/>
            </a:xfrm>
            <a:custGeom>
              <a:avLst/>
              <a:gdLst>
                <a:gd name="T0" fmla="*/ 1363 w 827"/>
                <a:gd name="T1" fmla="*/ 1081 h 613"/>
                <a:gd name="T2" fmla="*/ 1363 w 827"/>
                <a:gd name="T3" fmla="*/ 909 h 613"/>
                <a:gd name="T4" fmla="*/ 1272 w 827"/>
                <a:gd name="T5" fmla="*/ 869 h 613"/>
                <a:gd name="T6" fmla="*/ 1207 w 827"/>
                <a:gd name="T7" fmla="*/ 854 h 613"/>
                <a:gd name="T8" fmla="*/ 1129 w 827"/>
                <a:gd name="T9" fmla="*/ 839 h 613"/>
                <a:gd name="T10" fmla="*/ 1070 w 827"/>
                <a:gd name="T11" fmla="*/ 869 h 613"/>
                <a:gd name="T12" fmla="*/ 1009 w 827"/>
                <a:gd name="T13" fmla="*/ 880 h 613"/>
                <a:gd name="T14" fmla="*/ 970 w 827"/>
                <a:gd name="T15" fmla="*/ 725 h 613"/>
                <a:gd name="T16" fmla="*/ 901 w 827"/>
                <a:gd name="T17" fmla="*/ 748 h 613"/>
                <a:gd name="T18" fmla="*/ 757 w 827"/>
                <a:gd name="T19" fmla="*/ 738 h 613"/>
                <a:gd name="T20" fmla="*/ 626 w 827"/>
                <a:gd name="T21" fmla="*/ 689 h 613"/>
                <a:gd name="T22" fmla="*/ 428 w 827"/>
                <a:gd name="T23" fmla="*/ 579 h 613"/>
                <a:gd name="T24" fmla="*/ 320 w 827"/>
                <a:gd name="T25" fmla="*/ 340 h 613"/>
                <a:gd name="T26" fmla="*/ 228 w 827"/>
                <a:gd name="T27" fmla="*/ 116 h 613"/>
                <a:gd name="T28" fmla="*/ 261 w 827"/>
                <a:gd name="T29" fmla="*/ 0 h 613"/>
                <a:gd name="T30" fmla="*/ 91 w 827"/>
                <a:gd name="T31" fmla="*/ 116 h 613"/>
                <a:gd name="T32" fmla="*/ 0 w 827"/>
                <a:gd name="T33" fmla="*/ 203 h 613"/>
                <a:gd name="T34" fmla="*/ 0 w 827"/>
                <a:gd name="T35" fmla="*/ 1081 h 613"/>
                <a:gd name="T36" fmla="*/ 682 w 827"/>
                <a:gd name="T37" fmla="*/ 1224 h 613"/>
                <a:gd name="T38" fmla="*/ 1363 w 827"/>
                <a:gd name="T39" fmla="*/ 1081 h 6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7" h="613">
                  <a:moveTo>
                    <a:pt x="827" y="541"/>
                  </a:moveTo>
                  <a:cubicBezTo>
                    <a:pt x="827" y="541"/>
                    <a:pt x="827" y="506"/>
                    <a:pt x="827" y="455"/>
                  </a:cubicBezTo>
                  <a:cubicBezTo>
                    <a:pt x="809" y="445"/>
                    <a:pt x="790" y="438"/>
                    <a:pt x="772" y="435"/>
                  </a:cubicBezTo>
                  <a:cubicBezTo>
                    <a:pt x="771" y="440"/>
                    <a:pt x="739" y="432"/>
                    <a:pt x="732" y="427"/>
                  </a:cubicBezTo>
                  <a:cubicBezTo>
                    <a:pt x="731" y="443"/>
                    <a:pt x="692" y="442"/>
                    <a:pt x="685" y="420"/>
                  </a:cubicBezTo>
                  <a:cubicBezTo>
                    <a:pt x="687" y="440"/>
                    <a:pt x="655" y="453"/>
                    <a:pt x="649" y="435"/>
                  </a:cubicBezTo>
                  <a:cubicBezTo>
                    <a:pt x="640" y="439"/>
                    <a:pt x="621" y="437"/>
                    <a:pt x="612" y="441"/>
                  </a:cubicBezTo>
                  <a:cubicBezTo>
                    <a:pt x="603" y="414"/>
                    <a:pt x="594" y="388"/>
                    <a:pt x="588" y="363"/>
                  </a:cubicBezTo>
                  <a:cubicBezTo>
                    <a:pt x="578" y="368"/>
                    <a:pt x="558" y="367"/>
                    <a:pt x="547" y="375"/>
                  </a:cubicBezTo>
                  <a:cubicBezTo>
                    <a:pt x="512" y="298"/>
                    <a:pt x="467" y="259"/>
                    <a:pt x="460" y="369"/>
                  </a:cubicBezTo>
                  <a:cubicBezTo>
                    <a:pt x="441" y="348"/>
                    <a:pt x="412" y="330"/>
                    <a:pt x="380" y="345"/>
                  </a:cubicBezTo>
                  <a:cubicBezTo>
                    <a:pt x="368" y="219"/>
                    <a:pt x="315" y="301"/>
                    <a:pt x="259" y="290"/>
                  </a:cubicBezTo>
                  <a:cubicBezTo>
                    <a:pt x="159" y="270"/>
                    <a:pt x="287" y="189"/>
                    <a:pt x="194" y="170"/>
                  </a:cubicBezTo>
                  <a:cubicBezTo>
                    <a:pt x="193" y="189"/>
                    <a:pt x="284" y="97"/>
                    <a:pt x="138" y="58"/>
                  </a:cubicBezTo>
                  <a:cubicBezTo>
                    <a:pt x="160" y="41"/>
                    <a:pt x="164" y="17"/>
                    <a:pt x="158" y="0"/>
                  </a:cubicBezTo>
                  <a:cubicBezTo>
                    <a:pt x="120" y="11"/>
                    <a:pt x="91" y="34"/>
                    <a:pt x="55" y="58"/>
                  </a:cubicBezTo>
                  <a:cubicBezTo>
                    <a:pt x="37" y="70"/>
                    <a:pt x="19" y="87"/>
                    <a:pt x="0" y="102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81"/>
                    <a:pt x="185" y="613"/>
                    <a:pt x="413" y="613"/>
                  </a:cubicBezTo>
                  <a:cubicBezTo>
                    <a:pt x="642" y="613"/>
                    <a:pt x="827" y="581"/>
                    <a:pt x="827" y="541"/>
                  </a:cubicBezTo>
                  <a:close/>
                </a:path>
              </a:pathLst>
            </a:custGeom>
            <a:solidFill>
              <a:srgbClr val="758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351">
              <a:extLst>
                <a:ext uri="{FF2B5EF4-FFF2-40B4-BE49-F238E27FC236}">
                  <a16:creationId xmlns:a16="http://schemas.microsoft.com/office/drawing/2014/main" id="{E7009959-7735-4AD0-8545-DBFE01F5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623"/>
              <a:ext cx="1054" cy="1135"/>
            </a:xfrm>
            <a:custGeom>
              <a:avLst/>
              <a:gdLst>
                <a:gd name="T0" fmla="*/ 1469 w 892"/>
                <a:gd name="T1" fmla="*/ 1648 h 901"/>
                <a:gd name="T2" fmla="*/ 737 w 892"/>
                <a:gd name="T3" fmla="*/ 1801 h 901"/>
                <a:gd name="T4" fmla="*/ 8 w 892"/>
                <a:gd name="T5" fmla="*/ 1648 h 901"/>
                <a:gd name="T6" fmla="*/ 8 w 892"/>
                <a:gd name="T7" fmla="*/ 511 h 901"/>
                <a:gd name="T8" fmla="*/ 98 w 892"/>
                <a:gd name="T9" fmla="*/ 291 h 901"/>
                <a:gd name="T10" fmla="*/ 169 w 892"/>
                <a:gd name="T11" fmla="*/ 0 h 901"/>
                <a:gd name="T12" fmla="*/ 1302 w 892"/>
                <a:gd name="T13" fmla="*/ 0 h 901"/>
                <a:gd name="T14" fmla="*/ 1361 w 892"/>
                <a:gd name="T15" fmla="*/ 299 h 901"/>
                <a:gd name="T16" fmla="*/ 1471 w 892"/>
                <a:gd name="T17" fmla="*/ 520 h 901"/>
                <a:gd name="T18" fmla="*/ 1469 w 892"/>
                <a:gd name="T19" fmla="*/ 1648 h 9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2" h="901">
                  <a:moveTo>
                    <a:pt x="890" y="824"/>
                  </a:moveTo>
                  <a:cubicBezTo>
                    <a:pt x="890" y="866"/>
                    <a:pt x="692" y="901"/>
                    <a:pt x="447" y="901"/>
                  </a:cubicBezTo>
                  <a:cubicBezTo>
                    <a:pt x="203" y="901"/>
                    <a:pt x="5" y="866"/>
                    <a:pt x="5" y="824"/>
                  </a:cubicBezTo>
                  <a:cubicBezTo>
                    <a:pt x="5" y="256"/>
                    <a:pt x="5" y="256"/>
                    <a:pt x="5" y="256"/>
                  </a:cubicBezTo>
                  <a:cubicBezTo>
                    <a:pt x="5" y="256"/>
                    <a:pt x="0" y="185"/>
                    <a:pt x="59" y="145"/>
                  </a:cubicBezTo>
                  <a:cubicBezTo>
                    <a:pt x="118" y="105"/>
                    <a:pt x="102" y="0"/>
                    <a:pt x="102" y="0"/>
                  </a:cubicBezTo>
                  <a:cubicBezTo>
                    <a:pt x="790" y="0"/>
                    <a:pt x="790" y="0"/>
                    <a:pt x="790" y="0"/>
                  </a:cubicBezTo>
                  <a:cubicBezTo>
                    <a:pt x="790" y="0"/>
                    <a:pt x="777" y="116"/>
                    <a:pt x="825" y="149"/>
                  </a:cubicBezTo>
                  <a:cubicBezTo>
                    <a:pt x="863" y="175"/>
                    <a:pt x="892" y="197"/>
                    <a:pt x="892" y="260"/>
                  </a:cubicBezTo>
                  <a:cubicBezTo>
                    <a:pt x="892" y="323"/>
                    <a:pt x="890" y="824"/>
                    <a:pt x="890" y="82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352">
              <a:extLst>
                <a:ext uri="{FF2B5EF4-FFF2-40B4-BE49-F238E27FC236}">
                  <a16:creationId xmlns:a16="http://schemas.microsoft.com/office/drawing/2014/main" id="{BC38ECAF-A7C0-4956-AE37-377C8D71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469"/>
              <a:ext cx="929" cy="211"/>
            </a:xfrm>
            <a:custGeom>
              <a:avLst/>
              <a:gdLst>
                <a:gd name="T0" fmla="*/ 1298 w 786"/>
                <a:gd name="T1" fmla="*/ 244 h 167"/>
                <a:gd name="T2" fmla="*/ 650 w 786"/>
                <a:gd name="T3" fmla="*/ 337 h 167"/>
                <a:gd name="T4" fmla="*/ 0 w 786"/>
                <a:gd name="T5" fmla="*/ 244 h 167"/>
                <a:gd name="T6" fmla="*/ 0 w 786"/>
                <a:gd name="T7" fmla="*/ 0 h 167"/>
                <a:gd name="T8" fmla="*/ 1298 w 786"/>
                <a:gd name="T9" fmla="*/ 0 h 167"/>
                <a:gd name="T10" fmla="*/ 1298 w 786"/>
                <a:gd name="T11" fmla="*/ 244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353">
              <a:extLst>
                <a:ext uri="{FF2B5EF4-FFF2-40B4-BE49-F238E27FC236}">
                  <a16:creationId xmlns:a16="http://schemas.microsoft.com/office/drawing/2014/main" id="{B66BB004-151B-458A-B70E-399EEE67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469"/>
              <a:ext cx="476" cy="211"/>
            </a:xfrm>
            <a:custGeom>
              <a:avLst/>
              <a:gdLst>
                <a:gd name="T0" fmla="*/ 0 w 403"/>
                <a:gd name="T1" fmla="*/ 327 h 167"/>
                <a:gd name="T2" fmla="*/ 294 w 403"/>
                <a:gd name="T3" fmla="*/ 337 h 167"/>
                <a:gd name="T4" fmla="*/ 664 w 403"/>
                <a:gd name="T5" fmla="*/ 320 h 167"/>
                <a:gd name="T6" fmla="*/ 664 w 403"/>
                <a:gd name="T7" fmla="*/ 0 h 167"/>
                <a:gd name="T8" fmla="*/ 0 w 403"/>
                <a:gd name="T9" fmla="*/ 0 h 167"/>
                <a:gd name="T10" fmla="*/ 0 w 403"/>
                <a:gd name="T11" fmla="*/ 327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3" h="167">
                  <a:moveTo>
                    <a:pt x="0" y="162"/>
                  </a:moveTo>
                  <a:cubicBezTo>
                    <a:pt x="54" y="165"/>
                    <a:pt x="115" y="167"/>
                    <a:pt x="179" y="167"/>
                  </a:cubicBezTo>
                  <a:cubicBezTo>
                    <a:pt x="263" y="167"/>
                    <a:pt x="340" y="164"/>
                    <a:pt x="403" y="158"/>
                  </a:cubicBezTo>
                  <a:cubicBezTo>
                    <a:pt x="403" y="0"/>
                    <a:pt x="403" y="0"/>
                    <a:pt x="40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2"/>
                  </a:lnTo>
                  <a:close/>
                </a:path>
              </a:pathLst>
            </a:custGeom>
            <a:solidFill>
              <a:srgbClr val="B6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354">
              <a:extLst>
                <a:ext uri="{FF2B5EF4-FFF2-40B4-BE49-F238E27FC236}">
                  <a16:creationId xmlns:a16="http://schemas.microsoft.com/office/drawing/2014/main" id="{5E7363D4-56C7-45B1-BCAE-7B31E7CFF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469"/>
              <a:ext cx="245" cy="211"/>
            </a:xfrm>
            <a:custGeom>
              <a:avLst/>
              <a:gdLst>
                <a:gd name="T0" fmla="*/ 0 w 208"/>
                <a:gd name="T1" fmla="*/ 332 h 167"/>
                <a:gd name="T2" fmla="*/ 180 w 208"/>
                <a:gd name="T3" fmla="*/ 337 h 167"/>
                <a:gd name="T4" fmla="*/ 340 w 208"/>
                <a:gd name="T5" fmla="*/ 335 h 167"/>
                <a:gd name="T6" fmla="*/ 340 w 208"/>
                <a:gd name="T7" fmla="*/ 0 h 167"/>
                <a:gd name="T8" fmla="*/ 0 w 208"/>
                <a:gd name="T9" fmla="*/ 0 h 167"/>
                <a:gd name="T10" fmla="*/ 0 w 208"/>
                <a:gd name="T11" fmla="*/ 332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8" h="167">
                  <a:moveTo>
                    <a:pt x="0" y="165"/>
                  </a:moveTo>
                  <a:cubicBezTo>
                    <a:pt x="35" y="166"/>
                    <a:pt x="72" y="167"/>
                    <a:pt x="110" y="167"/>
                  </a:cubicBezTo>
                  <a:cubicBezTo>
                    <a:pt x="144" y="167"/>
                    <a:pt x="177" y="167"/>
                    <a:pt x="208" y="166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5"/>
                  </a:ln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355">
              <a:extLst>
                <a:ext uri="{FF2B5EF4-FFF2-40B4-BE49-F238E27FC236}">
                  <a16:creationId xmlns:a16="http://schemas.microsoft.com/office/drawing/2014/main" id="{6174E596-F717-4549-BD38-237C0A72E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469"/>
              <a:ext cx="929" cy="211"/>
            </a:xfrm>
            <a:custGeom>
              <a:avLst/>
              <a:gdLst>
                <a:gd name="T0" fmla="*/ 1298 w 786"/>
                <a:gd name="T1" fmla="*/ 244 h 167"/>
                <a:gd name="T2" fmla="*/ 650 w 786"/>
                <a:gd name="T3" fmla="*/ 337 h 167"/>
                <a:gd name="T4" fmla="*/ 0 w 786"/>
                <a:gd name="T5" fmla="*/ 244 h 167"/>
                <a:gd name="T6" fmla="*/ 0 w 786"/>
                <a:gd name="T7" fmla="*/ 0 h 167"/>
                <a:gd name="T8" fmla="*/ 1298 w 786"/>
                <a:gd name="T9" fmla="*/ 0 h 167"/>
                <a:gd name="T10" fmla="*/ 1298 w 786"/>
                <a:gd name="T11" fmla="*/ 244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167">
                  <a:moveTo>
                    <a:pt x="786" y="121"/>
                  </a:moveTo>
                  <a:cubicBezTo>
                    <a:pt x="786" y="146"/>
                    <a:pt x="610" y="167"/>
                    <a:pt x="393" y="167"/>
                  </a:cubicBezTo>
                  <a:cubicBezTo>
                    <a:pt x="176" y="167"/>
                    <a:pt x="0" y="146"/>
                    <a:pt x="0" y="1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6" y="12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Oval 356">
              <a:extLst>
                <a:ext uri="{FF2B5EF4-FFF2-40B4-BE49-F238E27FC236}">
                  <a16:creationId xmlns:a16="http://schemas.microsoft.com/office/drawing/2014/main" id="{B73BD576-9FE3-4DCD-ACD1-CD55D8616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" y="2411"/>
              <a:ext cx="929" cy="115"/>
            </a:xfrm>
            <a:prstGeom prst="ellipse">
              <a:avLst/>
            </a:prstGeom>
            <a:solidFill>
              <a:srgbClr val="BF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1" name="Freeform 357">
              <a:extLst>
                <a:ext uri="{FF2B5EF4-FFF2-40B4-BE49-F238E27FC236}">
                  <a16:creationId xmlns:a16="http://schemas.microsoft.com/office/drawing/2014/main" id="{1AE892CA-5770-494D-A805-4863CFDBE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410"/>
              <a:ext cx="483" cy="115"/>
            </a:xfrm>
            <a:custGeom>
              <a:avLst/>
              <a:gdLst>
                <a:gd name="T0" fmla="*/ 52 w 409"/>
                <a:gd name="T1" fmla="*/ 91 h 91"/>
                <a:gd name="T2" fmla="*/ 673 w 409"/>
                <a:gd name="T3" fmla="*/ 0 h 91"/>
                <a:gd name="T4" fmla="*/ 647 w 409"/>
                <a:gd name="T5" fmla="*/ 0 h 91"/>
                <a:gd name="T6" fmla="*/ 0 w 409"/>
                <a:gd name="T7" fmla="*/ 91 h 91"/>
                <a:gd name="T8" fmla="*/ 647 w 409"/>
                <a:gd name="T9" fmla="*/ 183 h 91"/>
                <a:gd name="T10" fmla="*/ 673 w 409"/>
                <a:gd name="T11" fmla="*/ 183 h 91"/>
                <a:gd name="T12" fmla="*/ 52 w 409"/>
                <a:gd name="T13" fmla="*/ 9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9" h="91">
                  <a:moveTo>
                    <a:pt x="31" y="45"/>
                  </a:moveTo>
                  <a:cubicBezTo>
                    <a:pt x="31" y="21"/>
                    <a:pt x="199" y="1"/>
                    <a:pt x="409" y="0"/>
                  </a:cubicBezTo>
                  <a:cubicBezTo>
                    <a:pt x="404" y="0"/>
                    <a:pt x="398" y="0"/>
                    <a:pt x="393" y="0"/>
                  </a:cubicBezTo>
                  <a:cubicBezTo>
                    <a:pt x="176" y="0"/>
                    <a:pt x="0" y="20"/>
                    <a:pt x="0" y="45"/>
                  </a:cubicBezTo>
                  <a:cubicBezTo>
                    <a:pt x="0" y="71"/>
                    <a:pt x="176" y="91"/>
                    <a:pt x="393" y="91"/>
                  </a:cubicBezTo>
                  <a:cubicBezTo>
                    <a:pt x="398" y="91"/>
                    <a:pt x="404" y="91"/>
                    <a:pt x="409" y="91"/>
                  </a:cubicBezTo>
                  <a:cubicBezTo>
                    <a:pt x="199" y="90"/>
                    <a:pt x="31" y="70"/>
                    <a:pt x="31" y="45"/>
                  </a:cubicBezTo>
                  <a:close/>
                </a:path>
              </a:pathLst>
            </a:custGeom>
            <a:solidFill>
              <a:srgbClr val="D7D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Oval 358">
              <a:extLst>
                <a:ext uri="{FF2B5EF4-FFF2-40B4-BE49-F238E27FC236}">
                  <a16:creationId xmlns:a16="http://schemas.microsoft.com/office/drawing/2014/main" id="{037C86E7-43EA-46D4-A5F9-2C569F180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" y="2410"/>
              <a:ext cx="929" cy="115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3" name="Freeform 359">
              <a:extLst>
                <a:ext uri="{FF2B5EF4-FFF2-40B4-BE49-F238E27FC236}">
                  <a16:creationId xmlns:a16="http://schemas.microsoft.com/office/drawing/2014/main" id="{47F1C8D4-B69D-4743-B61B-CF4502AA7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278"/>
              <a:ext cx="310" cy="191"/>
            </a:xfrm>
            <a:custGeom>
              <a:avLst/>
              <a:gdLst>
                <a:gd name="T0" fmla="*/ 121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2 w 262"/>
                <a:gd name="T7" fmla="*/ 0 h 152"/>
                <a:gd name="T8" fmla="*/ 350 w 262"/>
                <a:gd name="T9" fmla="*/ 0 h 152"/>
                <a:gd name="T10" fmla="*/ 434 w 262"/>
                <a:gd name="T11" fmla="*/ 84 h 152"/>
                <a:gd name="T12" fmla="*/ 434 w 262"/>
                <a:gd name="T13" fmla="*/ 279 h 152"/>
                <a:gd name="T14" fmla="*/ 336 w 262"/>
                <a:gd name="T15" fmla="*/ 246 h 152"/>
                <a:gd name="T16" fmla="*/ 336 w 262"/>
                <a:gd name="T17" fmla="*/ 101 h 152"/>
                <a:gd name="T18" fmla="*/ 270 w 262"/>
                <a:gd name="T19" fmla="*/ 49 h 152"/>
                <a:gd name="T20" fmla="*/ 174 w 262"/>
                <a:gd name="T21" fmla="*/ 49 h 152"/>
                <a:gd name="T22" fmla="*/ 120 w 262"/>
                <a:gd name="T23" fmla="*/ 122 h 152"/>
                <a:gd name="T24" fmla="*/ 121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4" y="25"/>
                    <a:pt x="163" y="25"/>
                  </a:cubicBezTo>
                  <a:cubicBezTo>
                    <a:pt x="123" y="25"/>
                    <a:pt x="105" y="25"/>
                    <a:pt x="105" y="25"/>
                  </a:cubicBezTo>
                  <a:cubicBezTo>
                    <a:pt x="105" y="25"/>
                    <a:pt x="72" y="26"/>
                    <a:pt x="72" y="61"/>
                  </a:cubicBezTo>
                  <a:cubicBezTo>
                    <a:pt x="72" y="97"/>
                    <a:pt x="73" y="152"/>
                    <a:pt x="73" y="152"/>
                  </a:cubicBezTo>
                  <a:close/>
                </a:path>
              </a:pathLst>
            </a:custGeom>
            <a:solidFill>
              <a:srgbClr val="D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360">
              <a:extLst>
                <a:ext uri="{FF2B5EF4-FFF2-40B4-BE49-F238E27FC236}">
                  <a16:creationId xmlns:a16="http://schemas.microsoft.com/office/drawing/2014/main" id="{88446BF0-6912-4964-9ED9-D7DB7908A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278"/>
              <a:ext cx="310" cy="191"/>
            </a:xfrm>
            <a:custGeom>
              <a:avLst/>
              <a:gdLst>
                <a:gd name="T0" fmla="*/ 121 w 262"/>
                <a:gd name="T1" fmla="*/ 302 h 152"/>
                <a:gd name="T2" fmla="*/ 2 w 262"/>
                <a:gd name="T3" fmla="*/ 263 h 152"/>
                <a:gd name="T4" fmla="*/ 2 w 262"/>
                <a:gd name="T5" fmla="*/ 75 h 152"/>
                <a:gd name="T6" fmla="*/ 62 w 262"/>
                <a:gd name="T7" fmla="*/ 0 h 152"/>
                <a:gd name="T8" fmla="*/ 350 w 262"/>
                <a:gd name="T9" fmla="*/ 0 h 152"/>
                <a:gd name="T10" fmla="*/ 434 w 262"/>
                <a:gd name="T11" fmla="*/ 84 h 152"/>
                <a:gd name="T12" fmla="*/ 434 w 262"/>
                <a:gd name="T13" fmla="*/ 279 h 152"/>
                <a:gd name="T14" fmla="*/ 336 w 262"/>
                <a:gd name="T15" fmla="*/ 246 h 152"/>
                <a:gd name="T16" fmla="*/ 336 w 262"/>
                <a:gd name="T17" fmla="*/ 101 h 152"/>
                <a:gd name="T18" fmla="*/ 270 w 262"/>
                <a:gd name="T19" fmla="*/ 49 h 152"/>
                <a:gd name="T20" fmla="*/ 174 w 262"/>
                <a:gd name="T21" fmla="*/ 49 h 152"/>
                <a:gd name="T22" fmla="*/ 120 w 262"/>
                <a:gd name="T23" fmla="*/ 122 h 152"/>
                <a:gd name="T24" fmla="*/ 121 w 262"/>
                <a:gd name="T25" fmla="*/ 302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152">
                  <a:moveTo>
                    <a:pt x="73" y="152"/>
                  </a:moveTo>
                  <a:cubicBezTo>
                    <a:pt x="2" y="132"/>
                    <a:pt x="2" y="132"/>
                    <a:pt x="2" y="1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0" y="0"/>
                    <a:pt x="37" y="0"/>
                  </a:cubicBezTo>
                  <a:cubicBezTo>
                    <a:pt x="74" y="0"/>
                    <a:pt x="211" y="0"/>
                    <a:pt x="211" y="0"/>
                  </a:cubicBezTo>
                  <a:cubicBezTo>
                    <a:pt x="211" y="0"/>
                    <a:pt x="262" y="2"/>
                    <a:pt x="262" y="42"/>
                  </a:cubicBezTo>
                  <a:cubicBezTo>
                    <a:pt x="262" y="83"/>
                    <a:pt x="262" y="141"/>
                    <a:pt x="262" y="141"/>
                  </a:cubicBezTo>
                  <a:cubicBezTo>
                    <a:pt x="203" y="124"/>
                    <a:pt x="203" y="124"/>
                    <a:pt x="203" y="124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4" y="25"/>
                    <a:pt x="163" y="25"/>
                  </a:cubicBezTo>
                  <a:cubicBezTo>
                    <a:pt x="123" y="25"/>
                    <a:pt x="105" y="25"/>
                    <a:pt x="105" y="25"/>
                  </a:cubicBezTo>
                  <a:cubicBezTo>
                    <a:pt x="105" y="25"/>
                    <a:pt x="72" y="26"/>
                    <a:pt x="72" y="61"/>
                  </a:cubicBezTo>
                  <a:cubicBezTo>
                    <a:pt x="72" y="97"/>
                    <a:pt x="73" y="152"/>
                    <a:pt x="73" y="15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361">
              <a:extLst>
                <a:ext uri="{FF2B5EF4-FFF2-40B4-BE49-F238E27FC236}">
                  <a16:creationId xmlns:a16="http://schemas.microsoft.com/office/drawing/2014/main" id="{0BEAAABB-AFBC-485F-8B1D-80E1DFB30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309"/>
              <a:ext cx="109" cy="135"/>
            </a:xfrm>
            <a:custGeom>
              <a:avLst/>
              <a:gdLst>
                <a:gd name="T0" fmla="*/ 147 w 92"/>
                <a:gd name="T1" fmla="*/ 214 h 107"/>
                <a:gd name="T2" fmla="*/ 147 w 92"/>
                <a:gd name="T3" fmla="*/ 61 h 107"/>
                <a:gd name="T4" fmla="*/ 0 w 92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07">
                  <a:moveTo>
                    <a:pt x="89" y="107"/>
                  </a:moveTo>
                  <a:cubicBezTo>
                    <a:pt x="89" y="30"/>
                    <a:pt x="89" y="30"/>
                    <a:pt x="89" y="30"/>
                  </a:cubicBezTo>
                  <a:cubicBezTo>
                    <a:pt x="89" y="30"/>
                    <a:pt x="9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362">
              <a:extLst>
                <a:ext uri="{FF2B5EF4-FFF2-40B4-BE49-F238E27FC236}">
                  <a16:creationId xmlns:a16="http://schemas.microsoft.com/office/drawing/2014/main" id="{23FD16A6-249C-469A-8C72-3F71E2A73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313"/>
              <a:ext cx="77" cy="135"/>
            </a:xfrm>
            <a:custGeom>
              <a:avLst/>
              <a:gdLst>
                <a:gd name="T0" fmla="*/ 0 w 65"/>
                <a:gd name="T1" fmla="*/ 0 h 107"/>
                <a:gd name="T2" fmla="*/ 27 w 65"/>
                <a:gd name="T3" fmla="*/ 47 h 107"/>
                <a:gd name="T4" fmla="*/ 27 w 65"/>
                <a:gd name="T5" fmla="*/ 189 h 107"/>
                <a:gd name="T6" fmla="*/ 105 w 65"/>
                <a:gd name="T7" fmla="*/ 214 h 107"/>
                <a:gd name="T8" fmla="*/ 107 w 65"/>
                <a:gd name="T9" fmla="*/ 56 h 107"/>
                <a:gd name="T10" fmla="*/ 0 w 65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07">
                  <a:moveTo>
                    <a:pt x="0" y="0"/>
                  </a:moveTo>
                  <a:cubicBezTo>
                    <a:pt x="0" y="0"/>
                    <a:pt x="16" y="6"/>
                    <a:pt x="16" y="23"/>
                  </a:cubicBezTo>
                  <a:cubicBezTo>
                    <a:pt x="16" y="41"/>
                    <a:pt x="16" y="94"/>
                    <a:pt x="16" y="94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5" y="5"/>
                    <a:pt x="0" y="0"/>
                  </a:cubicBezTo>
                  <a:close/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363">
              <a:extLst>
                <a:ext uri="{FF2B5EF4-FFF2-40B4-BE49-F238E27FC236}">
                  <a16:creationId xmlns:a16="http://schemas.microsoft.com/office/drawing/2014/main" id="{5777E031-8AE1-4F59-9064-93CFEF300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282"/>
              <a:ext cx="102" cy="63"/>
            </a:xfrm>
            <a:custGeom>
              <a:avLst/>
              <a:gdLst>
                <a:gd name="T0" fmla="*/ 43 w 86"/>
                <a:gd name="T1" fmla="*/ 0 h 50"/>
                <a:gd name="T2" fmla="*/ 0 w 86"/>
                <a:gd name="T3" fmla="*/ 53 h 50"/>
                <a:gd name="T4" fmla="*/ 104 w 86"/>
                <a:gd name="T5" fmla="*/ 100 h 50"/>
                <a:gd name="T6" fmla="*/ 144 w 86"/>
                <a:gd name="T7" fmla="*/ 38 h 50"/>
                <a:gd name="T8" fmla="*/ 43 w 8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0">
                  <a:moveTo>
                    <a:pt x="25" y="0"/>
                  </a:moveTo>
                  <a:cubicBezTo>
                    <a:pt x="25" y="0"/>
                    <a:pt x="2" y="5"/>
                    <a:pt x="0" y="2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5" y="28"/>
                    <a:pt x="86" y="19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E3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364">
              <a:extLst>
                <a:ext uri="{FF2B5EF4-FFF2-40B4-BE49-F238E27FC236}">
                  <a16:creationId xmlns:a16="http://schemas.microsoft.com/office/drawing/2014/main" id="{876B29AB-7679-4C97-8958-8B3790D58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89"/>
              <a:ext cx="78" cy="41"/>
            </a:xfrm>
            <a:custGeom>
              <a:avLst/>
              <a:gdLst>
                <a:gd name="T0" fmla="*/ 0 w 66"/>
                <a:gd name="T1" fmla="*/ 22 h 32"/>
                <a:gd name="T2" fmla="*/ 15 w 66"/>
                <a:gd name="T3" fmla="*/ 0 h 32"/>
                <a:gd name="T4" fmla="*/ 109 w 66"/>
                <a:gd name="T5" fmla="*/ 40 h 32"/>
                <a:gd name="T6" fmla="*/ 97 w 66"/>
                <a:gd name="T7" fmla="*/ 68 h 32"/>
                <a:gd name="T8" fmla="*/ 0 w 66"/>
                <a:gd name="T9" fmla="*/ 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2">
                  <a:moveTo>
                    <a:pt x="0" y="10"/>
                  </a:moveTo>
                  <a:cubicBezTo>
                    <a:pt x="0" y="10"/>
                    <a:pt x="4" y="2"/>
                    <a:pt x="9" y="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6" y="19"/>
                    <a:pt x="58" y="27"/>
                    <a:pt x="58" y="32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365">
              <a:extLst>
                <a:ext uri="{FF2B5EF4-FFF2-40B4-BE49-F238E27FC236}">
                  <a16:creationId xmlns:a16="http://schemas.microsoft.com/office/drawing/2014/main" id="{8C067858-1BDC-48E0-9643-865E4F4B6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296"/>
              <a:ext cx="69" cy="27"/>
            </a:xfrm>
            <a:custGeom>
              <a:avLst/>
              <a:gdLst>
                <a:gd name="T0" fmla="*/ 0 w 58"/>
                <a:gd name="T1" fmla="*/ 1 h 22"/>
                <a:gd name="T2" fmla="*/ 98 w 58"/>
                <a:gd name="T3" fmla="*/ 39 h 22"/>
                <a:gd name="T4" fmla="*/ 0 w 58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2">
                  <a:moveTo>
                    <a:pt x="0" y="1"/>
                  </a:moveTo>
                  <a:cubicBezTo>
                    <a:pt x="0" y="1"/>
                    <a:pt x="49" y="22"/>
                    <a:pt x="58" y="21"/>
                  </a:cubicBezTo>
                  <a:cubicBezTo>
                    <a:pt x="58" y="21"/>
                    <a:pt x="1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366">
              <a:extLst>
                <a:ext uri="{FF2B5EF4-FFF2-40B4-BE49-F238E27FC236}">
                  <a16:creationId xmlns:a16="http://schemas.microsoft.com/office/drawing/2014/main" id="{4F33DAA7-FA3E-4938-A343-BFED62D6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83"/>
              <a:ext cx="54" cy="55"/>
            </a:xfrm>
            <a:custGeom>
              <a:avLst/>
              <a:gdLst>
                <a:gd name="T0" fmla="*/ 0 w 46"/>
                <a:gd name="T1" fmla="*/ 0 h 44"/>
                <a:gd name="T2" fmla="*/ 72 w 46"/>
                <a:gd name="T3" fmla="*/ 86 h 44"/>
                <a:gd name="T4" fmla="*/ 0 w 4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0" y="0"/>
                    <a:pt x="46" y="5"/>
                    <a:pt x="44" y="44"/>
                  </a:cubicBezTo>
                  <a:cubicBezTo>
                    <a:pt x="44" y="4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Rectangle 367">
              <a:extLst>
                <a:ext uri="{FF2B5EF4-FFF2-40B4-BE49-F238E27FC236}">
                  <a16:creationId xmlns:a16="http://schemas.microsoft.com/office/drawing/2014/main" id="{DCB27A8B-A4E5-4134-A4C1-09AD0C82A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529"/>
              <a:ext cx="32" cy="14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2" name="Freeform 368">
              <a:extLst>
                <a:ext uri="{FF2B5EF4-FFF2-40B4-BE49-F238E27FC236}">
                  <a16:creationId xmlns:a16="http://schemas.microsoft.com/office/drawing/2014/main" id="{3022BA49-9B62-40DD-A23E-04B7FDAB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331"/>
              <a:ext cx="76" cy="133"/>
            </a:xfrm>
            <a:custGeom>
              <a:avLst/>
              <a:gdLst>
                <a:gd name="T0" fmla="*/ 0 w 76"/>
                <a:gd name="T1" fmla="*/ 0 h 133"/>
                <a:gd name="T2" fmla="*/ 0 w 76"/>
                <a:gd name="T3" fmla="*/ 111 h 133"/>
                <a:gd name="T4" fmla="*/ 76 w 76"/>
                <a:gd name="T5" fmla="*/ 133 h 133"/>
                <a:gd name="T6" fmla="*/ 5 w 76"/>
                <a:gd name="T7" fmla="*/ 104 h 133"/>
                <a:gd name="T8" fmla="*/ 0 w 76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33">
                  <a:moveTo>
                    <a:pt x="0" y="0"/>
                  </a:moveTo>
                  <a:lnTo>
                    <a:pt x="0" y="111"/>
                  </a:lnTo>
                  <a:lnTo>
                    <a:pt x="76" y="133"/>
                  </a:lnTo>
                  <a:lnTo>
                    <a:pt x="5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369">
              <a:extLst>
                <a:ext uri="{FF2B5EF4-FFF2-40B4-BE49-F238E27FC236}">
                  <a16:creationId xmlns:a16="http://schemas.microsoft.com/office/drawing/2014/main" id="{5A56E9C3-33D8-47E0-B1A4-2B73EA37A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481"/>
              <a:ext cx="14" cy="141"/>
            </a:xfrm>
            <a:custGeom>
              <a:avLst/>
              <a:gdLst>
                <a:gd name="T0" fmla="*/ 0 w 12"/>
                <a:gd name="T1" fmla="*/ 0 h 112"/>
                <a:gd name="T2" fmla="*/ 0 w 12"/>
                <a:gd name="T3" fmla="*/ 224 h 112"/>
                <a:gd name="T4" fmla="*/ 0 w 1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2">
                  <a:moveTo>
                    <a:pt x="0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2" y="25"/>
                    <a:pt x="0" y="0"/>
                  </a:cubicBezTo>
                  <a:close/>
                </a:path>
              </a:pathLst>
            </a:custGeom>
            <a:solidFill>
              <a:srgbClr val="CA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370">
              <a:extLst>
                <a:ext uri="{FF2B5EF4-FFF2-40B4-BE49-F238E27FC236}">
                  <a16:creationId xmlns:a16="http://schemas.microsoft.com/office/drawing/2014/main" id="{0BDD74F3-3219-49E5-91DC-5AFD0B77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457"/>
              <a:ext cx="285" cy="278"/>
            </a:xfrm>
            <a:custGeom>
              <a:avLst/>
              <a:gdLst>
                <a:gd name="T0" fmla="*/ 30 w 241"/>
                <a:gd name="T1" fmla="*/ 0 h 221"/>
                <a:gd name="T2" fmla="*/ 30 w 241"/>
                <a:gd name="T3" fmla="*/ 307 h 221"/>
                <a:gd name="T4" fmla="*/ 399 w 241"/>
                <a:gd name="T5" fmla="*/ 440 h 221"/>
                <a:gd name="T6" fmla="*/ 53 w 241"/>
                <a:gd name="T7" fmla="*/ 296 h 221"/>
                <a:gd name="T8" fmla="*/ 30 w 24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21">
                  <a:moveTo>
                    <a:pt x="18" y="0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18" y="154"/>
                    <a:pt x="0" y="200"/>
                    <a:pt x="241" y="221"/>
                  </a:cubicBezTo>
                  <a:cubicBezTo>
                    <a:pt x="241" y="221"/>
                    <a:pt x="41" y="202"/>
                    <a:pt x="32" y="149"/>
                  </a:cubicBezTo>
                  <a:cubicBezTo>
                    <a:pt x="24" y="95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371">
              <a:extLst>
                <a:ext uri="{FF2B5EF4-FFF2-40B4-BE49-F238E27FC236}">
                  <a16:creationId xmlns:a16="http://schemas.microsoft.com/office/drawing/2014/main" id="{D9B1138F-67F6-430F-8825-513950BD3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61"/>
              <a:ext cx="129" cy="407"/>
            </a:xfrm>
            <a:custGeom>
              <a:avLst/>
              <a:gdLst>
                <a:gd name="T0" fmla="*/ 13 w 109"/>
                <a:gd name="T1" fmla="*/ 0 h 323"/>
                <a:gd name="T2" fmla="*/ 73 w 109"/>
                <a:gd name="T3" fmla="*/ 251 h 323"/>
                <a:gd name="T4" fmla="*/ 173 w 109"/>
                <a:gd name="T5" fmla="*/ 646 h 323"/>
                <a:gd name="T6" fmla="*/ 91 w 109"/>
                <a:gd name="T7" fmla="*/ 301 h 323"/>
                <a:gd name="T8" fmla="*/ 13 w 109"/>
                <a:gd name="T9" fmla="*/ 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323">
                  <a:moveTo>
                    <a:pt x="8" y="0"/>
                  </a:moveTo>
                  <a:cubicBezTo>
                    <a:pt x="8" y="0"/>
                    <a:pt x="2" y="95"/>
                    <a:pt x="44" y="125"/>
                  </a:cubicBezTo>
                  <a:cubicBezTo>
                    <a:pt x="87" y="156"/>
                    <a:pt x="105" y="164"/>
                    <a:pt x="104" y="323"/>
                  </a:cubicBezTo>
                  <a:cubicBezTo>
                    <a:pt x="104" y="323"/>
                    <a:pt x="109" y="173"/>
                    <a:pt x="55" y="151"/>
                  </a:cubicBezTo>
                  <a:cubicBezTo>
                    <a:pt x="0" y="129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372">
              <a:extLst>
                <a:ext uri="{FF2B5EF4-FFF2-40B4-BE49-F238E27FC236}">
                  <a16:creationId xmlns:a16="http://schemas.microsoft.com/office/drawing/2014/main" id="{0663EFEA-D0E5-4CEC-95D4-70144B4C0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668"/>
              <a:ext cx="652" cy="134"/>
            </a:xfrm>
            <a:custGeom>
              <a:avLst/>
              <a:gdLst>
                <a:gd name="T0" fmla="*/ 21 w 552"/>
                <a:gd name="T1" fmla="*/ 0 h 106"/>
                <a:gd name="T2" fmla="*/ 31 w 552"/>
                <a:gd name="T3" fmla="*/ 114 h 106"/>
                <a:gd name="T4" fmla="*/ 0 w 552"/>
                <a:gd name="T5" fmla="*/ 205 h 106"/>
                <a:gd name="T6" fmla="*/ 149 w 552"/>
                <a:gd name="T7" fmla="*/ 177 h 106"/>
                <a:gd name="T8" fmla="*/ 383 w 552"/>
                <a:gd name="T9" fmla="*/ 169 h 106"/>
                <a:gd name="T10" fmla="*/ 706 w 552"/>
                <a:gd name="T11" fmla="*/ 158 h 106"/>
                <a:gd name="T12" fmla="*/ 909 w 552"/>
                <a:gd name="T13" fmla="*/ 129 h 106"/>
                <a:gd name="T14" fmla="*/ 683 w 552"/>
                <a:gd name="T15" fmla="*/ 86 h 106"/>
                <a:gd name="T16" fmla="*/ 400 w 552"/>
                <a:gd name="T17" fmla="*/ 92 h 106"/>
                <a:gd name="T18" fmla="*/ 145 w 552"/>
                <a:gd name="T19" fmla="*/ 71 h 106"/>
                <a:gd name="T20" fmla="*/ 31 w 552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2" h="106">
                  <a:moveTo>
                    <a:pt x="13" y="0"/>
                  </a:moveTo>
                  <a:cubicBezTo>
                    <a:pt x="18" y="17"/>
                    <a:pt x="22" y="37"/>
                    <a:pt x="19" y="56"/>
                  </a:cubicBezTo>
                  <a:cubicBezTo>
                    <a:pt x="17" y="73"/>
                    <a:pt x="6" y="86"/>
                    <a:pt x="0" y="101"/>
                  </a:cubicBezTo>
                  <a:cubicBezTo>
                    <a:pt x="26" y="106"/>
                    <a:pt x="65" y="93"/>
                    <a:pt x="91" y="88"/>
                  </a:cubicBezTo>
                  <a:cubicBezTo>
                    <a:pt x="135" y="79"/>
                    <a:pt x="187" y="81"/>
                    <a:pt x="232" y="84"/>
                  </a:cubicBezTo>
                  <a:cubicBezTo>
                    <a:pt x="299" y="87"/>
                    <a:pt x="361" y="85"/>
                    <a:pt x="428" y="78"/>
                  </a:cubicBezTo>
                  <a:cubicBezTo>
                    <a:pt x="464" y="74"/>
                    <a:pt x="520" y="60"/>
                    <a:pt x="552" y="64"/>
                  </a:cubicBezTo>
                  <a:cubicBezTo>
                    <a:pt x="505" y="64"/>
                    <a:pt x="460" y="47"/>
                    <a:pt x="414" y="43"/>
                  </a:cubicBezTo>
                  <a:cubicBezTo>
                    <a:pt x="357" y="38"/>
                    <a:pt x="300" y="44"/>
                    <a:pt x="243" y="46"/>
                  </a:cubicBezTo>
                  <a:cubicBezTo>
                    <a:pt x="192" y="48"/>
                    <a:pt x="138" y="46"/>
                    <a:pt x="88" y="35"/>
                  </a:cubicBezTo>
                  <a:cubicBezTo>
                    <a:pt x="59" y="29"/>
                    <a:pt x="41" y="11"/>
                    <a:pt x="19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373">
              <a:extLst>
                <a:ext uri="{FF2B5EF4-FFF2-40B4-BE49-F238E27FC236}">
                  <a16:creationId xmlns:a16="http://schemas.microsoft.com/office/drawing/2014/main" id="{BC9FE0F7-BDCF-4E6F-A765-A3F8B8837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802"/>
              <a:ext cx="184" cy="652"/>
            </a:xfrm>
            <a:custGeom>
              <a:avLst/>
              <a:gdLst>
                <a:gd name="T0" fmla="*/ 256 w 156"/>
                <a:gd name="T1" fmla="*/ 10 h 518"/>
                <a:gd name="T2" fmla="*/ 138 w 156"/>
                <a:gd name="T3" fmla="*/ 44 h 518"/>
                <a:gd name="T4" fmla="*/ 61 w 156"/>
                <a:gd name="T5" fmla="*/ 145 h 518"/>
                <a:gd name="T6" fmla="*/ 34 w 156"/>
                <a:gd name="T7" fmla="*/ 578 h 518"/>
                <a:gd name="T8" fmla="*/ 55 w 156"/>
                <a:gd name="T9" fmla="*/ 972 h 518"/>
                <a:gd name="T10" fmla="*/ 165 w 156"/>
                <a:gd name="T11" fmla="*/ 894 h 518"/>
                <a:gd name="T12" fmla="*/ 165 w 156"/>
                <a:gd name="T13" fmla="*/ 607 h 518"/>
                <a:gd name="T14" fmla="*/ 193 w 156"/>
                <a:gd name="T15" fmla="*/ 194 h 518"/>
                <a:gd name="T16" fmla="*/ 248 w 156"/>
                <a:gd name="T17" fmla="*/ 0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518">
                  <a:moveTo>
                    <a:pt x="156" y="5"/>
                  </a:moveTo>
                  <a:cubicBezTo>
                    <a:pt x="138" y="0"/>
                    <a:pt x="103" y="14"/>
                    <a:pt x="84" y="22"/>
                  </a:cubicBezTo>
                  <a:cubicBezTo>
                    <a:pt x="61" y="32"/>
                    <a:pt x="47" y="48"/>
                    <a:pt x="37" y="72"/>
                  </a:cubicBezTo>
                  <a:cubicBezTo>
                    <a:pt x="10" y="136"/>
                    <a:pt x="21" y="220"/>
                    <a:pt x="21" y="290"/>
                  </a:cubicBezTo>
                  <a:cubicBezTo>
                    <a:pt x="21" y="335"/>
                    <a:pt x="0" y="453"/>
                    <a:pt x="34" y="487"/>
                  </a:cubicBezTo>
                  <a:cubicBezTo>
                    <a:pt x="65" y="518"/>
                    <a:pt x="93" y="474"/>
                    <a:pt x="101" y="448"/>
                  </a:cubicBezTo>
                  <a:cubicBezTo>
                    <a:pt x="115" y="404"/>
                    <a:pt x="102" y="349"/>
                    <a:pt x="101" y="304"/>
                  </a:cubicBezTo>
                  <a:cubicBezTo>
                    <a:pt x="99" y="232"/>
                    <a:pt x="104" y="166"/>
                    <a:pt x="118" y="97"/>
                  </a:cubicBezTo>
                  <a:cubicBezTo>
                    <a:pt x="122" y="74"/>
                    <a:pt x="153" y="7"/>
                    <a:pt x="151" y="0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374">
              <a:extLst>
                <a:ext uri="{FF2B5EF4-FFF2-40B4-BE49-F238E27FC236}">
                  <a16:creationId xmlns:a16="http://schemas.microsoft.com/office/drawing/2014/main" id="{C0BCF022-151A-42B8-A7CE-8DDA23BDF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468"/>
              <a:ext cx="150" cy="228"/>
            </a:xfrm>
            <a:custGeom>
              <a:avLst/>
              <a:gdLst>
                <a:gd name="T0" fmla="*/ 11 w 127"/>
                <a:gd name="T1" fmla="*/ 0 h 181"/>
                <a:gd name="T2" fmla="*/ 11 w 127"/>
                <a:gd name="T3" fmla="*/ 136 h 181"/>
                <a:gd name="T4" fmla="*/ 15 w 127"/>
                <a:gd name="T5" fmla="*/ 248 h 181"/>
                <a:gd name="T6" fmla="*/ 131 w 127"/>
                <a:gd name="T7" fmla="*/ 355 h 181"/>
                <a:gd name="T8" fmla="*/ 117 w 127"/>
                <a:gd name="T9" fmla="*/ 222 h 181"/>
                <a:gd name="T10" fmla="*/ 61 w 127"/>
                <a:gd name="T11" fmla="*/ 14 h 181"/>
                <a:gd name="T12" fmla="*/ 11 w 127"/>
                <a:gd name="T13" fmla="*/ 5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81">
                  <a:moveTo>
                    <a:pt x="7" y="0"/>
                  </a:moveTo>
                  <a:cubicBezTo>
                    <a:pt x="0" y="17"/>
                    <a:pt x="6" y="49"/>
                    <a:pt x="7" y="68"/>
                  </a:cubicBezTo>
                  <a:cubicBezTo>
                    <a:pt x="8" y="86"/>
                    <a:pt x="5" y="106"/>
                    <a:pt x="9" y="124"/>
                  </a:cubicBezTo>
                  <a:cubicBezTo>
                    <a:pt x="14" y="151"/>
                    <a:pt x="50" y="181"/>
                    <a:pt x="80" y="178"/>
                  </a:cubicBezTo>
                  <a:cubicBezTo>
                    <a:pt x="127" y="175"/>
                    <a:pt x="79" y="127"/>
                    <a:pt x="71" y="111"/>
                  </a:cubicBezTo>
                  <a:cubicBezTo>
                    <a:pt x="55" y="81"/>
                    <a:pt x="59" y="31"/>
                    <a:pt x="37" y="7"/>
                  </a:cubicBezTo>
                  <a:cubicBezTo>
                    <a:pt x="28" y="2"/>
                    <a:pt x="17" y="5"/>
                    <a:pt x="7" y="2"/>
                  </a:cubicBezTo>
                </a:path>
              </a:pathLst>
            </a:custGeom>
            <a:solidFill>
              <a:srgbClr val="A7B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375">
              <a:extLst>
                <a:ext uri="{FF2B5EF4-FFF2-40B4-BE49-F238E27FC236}">
                  <a16:creationId xmlns:a16="http://schemas.microsoft.com/office/drawing/2014/main" id="{41EE1858-0659-4CD1-92CB-E6936D5F9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959"/>
              <a:ext cx="136" cy="495"/>
            </a:xfrm>
            <a:custGeom>
              <a:avLst/>
              <a:gdLst>
                <a:gd name="T0" fmla="*/ 56 w 115"/>
                <a:gd name="T1" fmla="*/ 723 h 393"/>
                <a:gd name="T2" fmla="*/ 167 w 115"/>
                <a:gd name="T3" fmla="*/ 646 h 393"/>
                <a:gd name="T4" fmla="*/ 167 w 115"/>
                <a:gd name="T5" fmla="*/ 356 h 393"/>
                <a:gd name="T6" fmla="*/ 187 w 115"/>
                <a:gd name="T7" fmla="*/ 0 h 393"/>
                <a:gd name="T8" fmla="*/ 37 w 115"/>
                <a:gd name="T9" fmla="*/ 108 h 393"/>
                <a:gd name="T10" fmla="*/ 31 w 115"/>
                <a:gd name="T11" fmla="*/ 112 h 393"/>
                <a:gd name="T12" fmla="*/ 35 w 115"/>
                <a:gd name="T13" fmla="*/ 330 h 393"/>
                <a:gd name="T14" fmla="*/ 56 w 115"/>
                <a:gd name="T15" fmla="*/ 723 h 3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393">
                  <a:moveTo>
                    <a:pt x="34" y="362"/>
                  </a:moveTo>
                  <a:cubicBezTo>
                    <a:pt x="65" y="393"/>
                    <a:pt x="93" y="349"/>
                    <a:pt x="101" y="323"/>
                  </a:cubicBezTo>
                  <a:cubicBezTo>
                    <a:pt x="115" y="279"/>
                    <a:pt x="102" y="224"/>
                    <a:pt x="101" y="179"/>
                  </a:cubicBezTo>
                  <a:cubicBezTo>
                    <a:pt x="99" y="117"/>
                    <a:pt x="103" y="59"/>
                    <a:pt x="113" y="0"/>
                  </a:cubicBezTo>
                  <a:cubicBezTo>
                    <a:pt x="80" y="12"/>
                    <a:pt x="54" y="32"/>
                    <a:pt x="22" y="54"/>
                  </a:cubicBezTo>
                  <a:cubicBezTo>
                    <a:pt x="21" y="55"/>
                    <a:pt x="20" y="56"/>
                    <a:pt x="19" y="56"/>
                  </a:cubicBezTo>
                  <a:cubicBezTo>
                    <a:pt x="18" y="93"/>
                    <a:pt x="21" y="131"/>
                    <a:pt x="21" y="165"/>
                  </a:cubicBezTo>
                  <a:cubicBezTo>
                    <a:pt x="21" y="210"/>
                    <a:pt x="0" y="328"/>
                    <a:pt x="34" y="362"/>
                  </a:cubicBezTo>
                  <a:close/>
                </a:path>
              </a:pathLst>
            </a:custGeom>
            <a:solidFill>
              <a:srgbClr val="A7B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376">
              <a:extLst>
                <a:ext uri="{FF2B5EF4-FFF2-40B4-BE49-F238E27FC236}">
                  <a16:creationId xmlns:a16="http://schemas.microsoft.com/office/drawing/2014/main" id="{C7F5C2EE-0531-4B4D-A3D7-1ADE5AF89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770"/>
              <a:ext cx="224" cy="128"/>
            </a:xfrm>
            <a:custGeom>
              <a:avLst/>
              <a:gdLst>
                <a:gd name="T0" fmla="*/ 65 w 190"/>
                <a:gd name="T1" fmla="*/ 8 h 101"/>
                <a:gd name="T2" fmla="*/ 207 w 190"/>
                <a:gd name="T3" fmla="*/ 84 h 101"/>
                <a:gd name="T4" fmla="*/ 250 w 190"/>
                <a:gd name="T5" fmla="*/ 196 h 101"/>
                <a:gd name="T6" fmla="*/ 123 w 190"/>
                <a:gd name="T7" fmla="*/ 82 h 101"/>
                <a:gd name="T8" fmla="*/ 57 w 190"/>
                <a:gd name="T9" fmla="*/ 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01">
                  <a:moveTo>
                    <a:pt x="40" y="4"/>
                  </a:moveTo>
                  <a:cubicBezTo>
                    <a:pt x="70" y="0"/>
                    <a:pt x="108" y="17"/>
                    <a:pt x="126" y="41"/>
                  </a:cubicBezTo>
                  <a:cubicBezTo>
                    <a:pt x="135" y="52"/>
                    <a:pt x="190" y="88"/>
                    <a:pt x="153" y="96"/>
                  </a:cubicBezTo>
                  <a:cubicBezTo>
                    <a:pt x="128" y="101"/>
                    <a:pt x="98" y="51"/>
                    <a:pt x="75" y="40"/>
                  </a:cubicBezTo>
                  <a:cubicBezTo>
                    <a:pt x="64" y="35"/>
                    <a:pt x="0" y="20"/>
                    <a:pt x="35" y="1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377">
              <a:extLst>
                <a:ext uri="{FF2B5EF4-FFF2-40B4-BE49-F238E27FC236}">
                  <a16:creationId xmlns:a16="http://schemas.microsoft.com/office/drawing/2014/main" id="{EB19B6DF-1271-4C8E-859B-A54F4AF1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869"/>
              <a:ext cx="72" cy="108"/>
            </a:xfrm>
            <a:custGeom>
              <a:avLst/>
              <a:gdLst>
                <a:gd name="T0" fmla="*/ 20 w 61"/>
                <a:gd name="T1" fmla="*/ 0 h 86"/>
                <a:gd name="T2" fmla="*/ 54 w 61"/>
                <a:gd name="T3" fmla="*/ 162 h 86"/>
                <a:gd name="T4" fmla="*/ 17 w 61"/>
                <a:gd name="T5" fmla="*/ 1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6">
                  <a:moveTo>
                    <a:pt x="12" y="0"/>
                  </a:moveTo>
                  <a:cubicBezTo>
                    <a:pt x="38" y="8"/>
                    <a:pt x="61" y="86"/>
                    <a:pt x="33" y="82"/>
                  </a:cubicBezTo>
                  <a:cubicBezTo>
                    <a:pt x="19" y="79"/>
                    <a:pt x="0" y="16"/>
                    <a:pt x="10" y="6"/>
                  </a:cubicBezTo>
                </a:path>
              </a:pathLst>
            </a:custGeom>
            <a:solidFill>
              <a:srgbClr val="EA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378">
              <a:extLst>
                <a:ext uri="{FF2B5EF4-FFF2-40B4-BE49-F238E27FC236}">
                  <a16:creationId xmlns:a16="http://schemas.microsoft.com/office/drawing/2014/main" id="{9051C9AC-1A81-451B-AF0B-8EC8C5CB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085"/>
              <a:ext cx="685" cy="518"/>
            </a:xfrm>
            <a:custGeom>
              <a:avLst/>
              <a:gdLst>
                <a:gd name="T0" fmla="*/ 0 w 580"/>
                <a:gd name="T1" fmla="*/ 32 h 411"/>
                <a:gd name="T2" fmla="*/ 955 w 580"/>
                <a:gd name="T3" fmla="*/ 0 h 411"/>
                <a:gd name="T4" fmla="*/ 955 w 580"/>
                <a:gd name="T5" fmla="*/ 669 h 411"/>
                <a:gd name="T6" fmla="*/ 0 w 580"/>
                <a:gd name="T7" fmla="*/ 677 h 411"/>
                <a:gd name="T8" fmla="*/ 0 w 580"/>
                <a:gd name="T9" fmla="*/ 32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1">
                  <a:moveTo>
                    <a:pt x="0" y="16"/>
                  </a:moveTo>
                  <a:cubicBezTo>
                    <a:pt x="0" y="16"/>
                    <a:pt x="289" y="60"/>
                    <a:pt x="580" y="0"/>
                  </a:cubicBezTo>
                  <a:cubicBezTo>
                    <a:pt x="580" y="334"/>
                    <a:pt x="580" y="334"/>
                    <a:pt x="580" y="334"/>
                  </a:cubicBezTo>
                  <a:cubicBezTo>
                    <a:pt x="580" y="334"/>
                    <a:pt x="289" y="411"/>
                    <a:pt x="0" y="338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AFD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379">
              <a:extLst>
                <a:ext uri="{FF2B5EF4-FFF2-40B4-BE49-F238E27FC236}">
                  <a16:creationId xmlns:a16="http://schemas.microsoft.com/office/drawing/2014/main" id="{5D646684-4C20-4EB6-B8A8-B7081750F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085"/>
              <a:ext cx="685" cy="518"/>
            </a:xfrm>
            <a:custGeom>
              <a:avLst/>
              <a:gdLst>
                <a:gd name="T0" fmla="*/ 0 w 580"/>
                <a:gd name="T1" fmla="*/ 32 h 411"/>
                <a:gd name="T2" fmla="*/ 955 w 580"/>
                <a:gd name="T3" fmla="*/ 0 h 411"/>
                <a:gd name="T4" fmla="*/ 955 w 580"/>
                <a:gd name="T5" fmla="*/ 669 h 411"/>
                <a:gd name="T6" fmla="*/ 0 w 580"/>
                <a:gd name="T7" fmla="*/ 677 h 411"/>
                <a:gd name="T8" fmla="*/ 0 w 580"/>
                <a:gd name="T9" fmla="*/ 32 h 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411">
                  <a:moveTo>
                    <a:pt x="0" y="16"/>
                  </a:moveTo>
                  <a:cubicBezTo>
                    <a:pt x="0" y="16"/>
                    <a:pt x="289" y="60"/>
                    <a:pt x="580" y="0"/>
                  </a:cubicBezTo>
                  <a:cubicBezTo>
                    <a:pt x="580" y="334"/>
                    <a:pt x="580" y="334"/>
                    <a:pt x="580" y="334"/>
                  </a:cubicBezTo>
                  <a:cubicBezTo>
                    <a:pt x="580" y="334"/>
                    <a:pt x="289" y="411"/>
                    <a:pt x="0" y="338"/>
                  </a:cubicBezTo>
                  <a:lnTo>
                    <a:pt x="0" y="16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384">
              <a:extLst>
                <a:ext uri="{FF2B5EF4-FFF2-40B4-BE49-F238E27FC236}">
                  <a16:creationId xmlns:a16="http://schemas.microsoft.com/office/drawing/2014/main" id="{8658A39E-ACBB-4422-BD84-8EC25AD22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021"/>
              <a:ext cx="204" cy="76"/>
            </a:xfrm>
            <a:custGeom>
              <a:avLst/>
              <a:gdLst>
                <a:gd name="T0" fmla="*/ 0 w 173"/>
                <a:gd name="T1" fmla="*/ 16 h 60"/>
                <a:gd name="T2" fmla="*/ 21 w 173"/>
                <a:gd name="T3" fmla="*/ 10 h 60"/>
                <a:gd name="T4" fmla="*/ 26 w 173"/>
                <a:gd name="T5" fmla="*/ 0 h 60"/>
                <a:gd name="T6" fmla="*/ 34 w 173"/>
                <a:gd name="T7" fmla="*/ 6 h 60"/>
                <a:gd name="T8" fmla="*/ 44 w 173"/>
                <a:gd name="T9" fmla="*/ 13 h 60"/>
                <a:gd name="T10" fmla="*/ 48 w 173"/>
                <a:gd name="T11" fmla="*/ 6 h 60"/>
                <a:gd name="T12" fmla="*/ 65 w 173"/>
                <a:gd name="T13" fmla="*/ 23 h 60"/>
                <a:gd name="T14" fmla="*/ 72 w 173"/>
                <a:gd name="T15" fmla="*/ 18 h 60"/>
                <a:gd name="T16" fmla="*/ 83 w 173"/>
                <a:gd name="T17" fmla="*/ 32 h 60"/>
                <a:gd name="T18" fmla="*/ 103 w 173"/>
                <a:gd name="T19" fmla="*/ 35 h 60"/>
                <a:gd name="T20" fmla="*/ 117 w 173"/>
                <a:gd name="T21" fmla="*/ 23 h 60"/>
                <a:gd name="T22" fmla="*/ 126 w 173"/>
                <a:gd name="T23" fmla="*/ 44 h 60"/>
                <a:gd name="T24" fmla="*/ 147 w 173"/>
                <a:gd name="T25" fmla="*/ 52 h 60"/>
                <a:gd name="T26" fmla="*/ 165 w 173"/>
                <a:gd name="T27" fmla="*/ 30 h 60"/>
                <a:gd name="T28" fmla="*/ 185 w 173"/>
                <a:gd name="T29" fmla="*/ 56 h 60"/>
                <a:gd name="T30" fmla="*/ 212 w 173"/>
                <a:gd name="T31" fmla="*/ 37 h 60"/>
                <a:gd name="T32" fmla="*/ 230 w 173"/>
                <a:gd name="T33" fmla="*/ 56 h 60"/>
                <a:gd name="T34" fmla="*/ 256 w 173"/>
                <a:gd name="T35" fmla="*/ 60 h 60"/>
                <a:gd name="T36" fmla="*/ 281 w 173"/>
                <a:gd name="T37" fmla="*/ 108 h 60"/>
                <a:gd name="T38" fmla="*/ 212 w 173"/>
                <a:gd name="T39" fmla="*/ 100 h 60"/>
                <a:gd name="T40" fmla="*/ 173 w 173"/>
                <a:gd name="T41" fmla="*/ 96 h 60"/>
                <a:gd name="T42" fmla="*/ 137 w 173"/>
                <a:gd name="T43" fmla="*/ 114 h 60"/>
                <a:gd name="T44" fmla="*/ 104 w 173"/>
                <a:gd name="T45" fmla="*/ 122 h 60"/>
                <a:gd name="T46" fmla="*/ 75 w 173"/>
                <a:gd name="T47" fmla="*/ 96 h 60"/>
                <a:gd name="T48" fmla="*/ 54 w 173"/>
                <a:gd name="T49" fmla="*/ 84 h 60"/>
                <a:gd name="T50" fmla="*/ 8 w 173"/>
                <a:gd name="T51" fmla="*/ 24 h 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73" h="60">
                  <a:moveTo>
                    <a:pt x="0" y="8"/>
                  </a:moveTo>
                  <a:cubicBezTo>
                    <a:pt x="6" y="9"/>
                    <a:pt x="8" y="8"/>
                    <a:pt x="13" y="5"/>
                  </a:cubicBezTo>
                  <a:cubicBezTo>
                    <a:pt x="14" y="4"/>
                    <a:pt x="13" y="1"/>
                    <a:pt x="16" y="0"/>
                  </a:cubicBezTo>
                  <a:cubicBezTo>
                    <a:pt x="17" y="0"/>
                    <a:pt x="20" y="3"/>
                    <a:pt x="21" y="3"/>
                  </a:cubicBezTo>
                  <a:cubicBezTo>
                    <a:pt x="23" y="4"/>
                    <a:pt x="24" y="5"/>
                    <a:pt x="26" y="6"/>
                  </a:cubicBezTo>
                  <a:cubicBezTo>
                    <a:pt x="27" y="6"/>
                    <a:pt x="28" y="3"/>
                    <a:pt x="30" y="3"/>
                  </a:cubicBezTo>
                  <a:cubicBezTo>
                    <a:pt x="35" y="4"/>
                    <a:pt x="35" y="9"/>
                    <a:pt x="40" y="11"/>
                  </a:cubicBezTo>
                  <a:cubicBezTo>
                    <a:pt x="41" y="12"/>
                    <a:pt x="42" y="8"/>
                    <a:pt x="44" y="9"/>
                  </a:cubicBezTo>
                  <a:cubicBezTo>
                    <a:pt x="47" y="10"/>
                    <a:pt x="48" y="14"/>
                    <a:pt x="50" y="16"/>
                  </a:cubicBezTo>
                  <a:cubicBezTo>
                    <a:pt x="55" y="20"/>
                    <a:pt x="58" y="21"/>
                    <a:pt x="63" y="17"/>
                  </a:cubicBezTo>
                  <a:cubicBezTo>
                    <a:pt x="66" y="15"/>
                    <a:pt x="65" y="9"/>
                    <a:pt x="71" y="11"/>
                  </a:cubicBezTo>
                  <a:cubicBezTo>
                    <a:pt x="76" y="12"/>
                    <a:pt x="75" y="18"/>
                    <a:pt x="77" y="22"/>
                  </a:cubicBezTo>
                  <a:cubicBezTo>
                    <a:pt x="81" y="21"/>
                    <a:pt x="85" y="24"/>
                    <a:pt x="90" y="25"/>
                  </a:cubicBezTo>
                  <a:cubicBezTo>
                    <a:pt x="91" y="20"/>
                    <a:pt x="95" y="15"/>
                    <a:pt x="101" y="15"/>
                  </a:cubicBezTo>
                  <a:cubicBezTo>
                    <a:pt x="110" y="14"/>
                    <a:pt x="110" y="22"/>
                    <a:pt x="113" y="28"/>
                  </a:cubicBezTo>
                  <a:cubicBezTo>
                    <a:pt x="117" y="25"/>
                    <a:pt x="125" y="19"/>
                    <a:pt x="130" y="18"/>
                  </a:cubicBezTo>
                  <a:cubicBezTo>
                    <a:pt x="139" y="17"/>
                    <a:pt x="134" y="23"/>
                    <a:pt x="140" y="28"/>
                  </a:cubicBezTo>
                  <a:cubicBezTo>
                    <a:pt x="146" y="33"/>
                    <a:pt x="149" y="29"/>
                    <a:pt x="156" y="29"/>
                  </a:cubicBezTo>
                  <a:cubicBezTo>
                    <a:pt x="170" y="28"/>
                    <a:pt x="173" y="40"/>
                    <a:pt x="171" y="53"/>
                  </a:cubicBezTo>
                  <a:cubicBezTo>
                    <a:pt x="157" y="55"/>
                    <a:pt x="143" y="49"/>
                    <a:pt x="130" y="49"/>
                  </a:cubicBezTo>
                  <a:cubicBezTo>
                    <a:pt x="120" y="50"/>
                    <a:pt x="116" y="57"/>
                    <a:pt x="106" y="47"/>
                  </a:cubicBezTo>
                  <a:cubicBezTo>
                    <a:pt x="104" y="56"/>
                    <a:pt x="88" y="54"/>
                    <a:pt x="83" y="56"/>
                  </a:cubicBezTo>
                  <a:cubicBezTo>
                    <a:pt x="77" y="58"/>
                    <a:pt x="71" y="60"/>
                    <a:pt x="64" y="60"/>
                  </a:cubicBezTo>
                  <a:cubicBezTo>
                    <a:pt x="56" y="59"/>
                    <a:pt x="51" y="53"/>
                    <a:pt x="46" y="47"/>
                  </a:cubicBezTo>
                  <a:cubicBezTo>
                    <a:pt x="40" y="40"/>
                    <a:pt x="41" y="42"/>
                    <a:pt x="33" y="41"/>
                  </a:cubicBezTo>
                  <a:cubicBezTo>
                    <a:pt x="19" y="38"/>
                    <a:pt x="10" y="24"/>
                    <a:pt x="5" y="12"/>
                  </a:cubicBezTo>
                </a:path>
              </a:pathLst>
            </a:custGeom>
            <a:solidFill>
              <a:srgbClr val="758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385">
              <a:extLst>
                <a:ext uri="{FF2B5EF4-FFF2-40B4-BE49-F238E27FC236}">
                  <a16:creationId xmlns:a16="http://schemas.microsoft.com/office/drawing/2014/main" id="{AC115A2E-8F42-416E-9FF0-51C66DF44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954"/>
              <a:ext cx="118" cy="63"/>
            </a:xfrm>
            <a:custGeom>
              <a:avLst/>
              <a:gdLst>
                <a:gd name="T0" fmla="*/ 0 w 100"/>
                <a:gd name="T1" fmla="*/ 100 h 50"/>
                <a:gd name="T2" fmla="*/ 26 w 100"/>
                <a:gd name="T3" fmla="*/ 93 h 50"/>
                <a:gd name="T4" fmla="*/ 37 w 100"/>
                <a:gd name="T5" fmla="*/ 87 h 50"/>
                <a:gd name="T6" fmla="*/ 53 w 100"/>
                <a:gd name="T7" fmla="*/ 76 h 50"/>
                <a:gd name="T8" fmla="*/ 80 w 100"/>
                <a:gd name="T9" fmla="*/ 67 h 50"/>
                <a:gd name="T10" fmla="*/ 125 w 100"/>
                <a:gd name="T11" fmla="*/ 84 h 50"/>
                <a:gd name="T12" fmla="*/ 126 w 100"/>
                <a:gd name="T13" fmla="*/ 50 h 50"/>
                <a:gd name="T14" fmla="*/ 131 w 100"/>
                <a:gd name="T15" fmla="*/ 44 h 50"/>
                <a:gd name="T16" fmla="*/ 135 w 100"/>
                <a:gd name="T17" fmla="*/ 30 h 50"/>
                <a:gd name="T18" fmla="*/ 145 w 100"/>
                <a:gd name="T19" fmla="*/ 16 h 50"/>
                <a:gd name="T20" fmla="*/ 157 w 100"/>
                <a:gd name="T21" fmla="*/ 20 h 50"/>
                <a:gd name="T22" fmla="*/ 155 w 100"/>
                <a:gd name="T23" fmla="*/ 8 h 50"/>
                <a:gd name="T24" fmla="*/ 133 w 100"/>
                <a:gd name="T25" fmla="*/ 14 h 50"/>
                <a:gd name="T26" fmla="*/ 117 w 100"/>
                <a:gd name="T27" fmla="*/ 1 h 50"/>
                <a:gd name="T28" fmla="*/ 101 w 100"/>
                <a:gd name="T29" fmla="*/ 1 h 50"/>
                <a:gd name="T30" fmla="*/ 70 w 100"/>
                <a:gd name="T31" fmla="*/ 5 h 50"/>
                <a:gd name="T32" fmla="*/ 54 w 100"/>
                <a:gd name="T33" fmla="*/ 6 h 50"/>
                <a:gd name="T34" fmla="*/ 44 w 100"/>
                <a:gd name="T35" fmla="*/ 0 h 50"/>
                <a:gd name="T36" fmla="*/ 13 w 100"/>
                <a:gd name="T37" fmla="*/ 54 h 50"/>
                <a:gd name="T38" fmla="*/ 7 w 100"/>
                <a:gd name="T39" fmla="*/ 69 h 5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0" h="50">
                  <a:moveTo>
                    <a:pt x="0" y="50"/>
                  </a:moveTo>
                  <a:cubicBezTo>
                    <a:pt x="3" y="45"/>
                    <a:pt x="11" y="48"/>
                    <a:pt x="16" y="47"/>
                  </a:cubicBezTo>
                  <a:cubicBezTo>
                    <a:pt x="20" y="46"/>
                    <a:pt x="19" y="46"/>
                    <a:pt x="22" y="44"/>
                  </a:cubicBezTo>
                  <a:cubicBezTo>
                    <a:pt x="26" y="41"/>
                    <a:pt x="26" y="39"/>
                    <a:pt x="32" y="38"/>
                  </a:cubicBezTo>
                  <a:cubicBezTo>
                    <a:pt x="38" y="36"/>
                    <a:pt x="44" y="32"/>
                    <a:pt x="49" y="33"/>
                  </a:cubicBezTo>
                  <a:cubicBezTo>
                    <a:pt x="58" y="35"/>
                    <a:pt x="65" y="43"/>
                    <a:pt x="76" y="42"/>
                  </a:cubicBezTo>
                  <a:cubicBezTo>
                    <a:pt x="76" y="37"/>
                    <a:pt x="74" y="29"/>
                    <a:pt x="77" y="25"/>
                  </a:cubicBezTo>
                  <a:cubicBezTo>
                    <a:pt x="77" y="24"/>
                    <a:pt x="79" y="22"/>
                    <a:pt x="80" y="22"/>
                  </a:cubicBezTo>
                  <a:cubicBezTo>
                    <a:pt x="81" y="20"/>
                    <a:pt x="81" y="18"/>
                    <a:pt x="82" y="15"/>
                  </a:cubicBezTo>
                  <a:cubicBezTo>
                    <a:pt x="84" y="12"/>
                    <a:pt x="84" y="8"/>
                    <a:pt x="88" y="8"/>
                  </a:cubicBezTo>
                  <a:cubicBezTo>
                    <a:pt x="91" y="7"/>
                    <a:pt x="93" y="11"/>
                    <a:pt x="96" y="10"/>
                  </a:cubicBezTo>
                  <a:cubicBezTo>
                    <a:pt x="100" y="8"/>
                    <a:pt x="97" y="6"/>
                    <a:pt x="94" y="4"/>
                  </a:cubicBezTo>
                  <a:cubicBezTo>
                    <a:pt x="88" y="1"/>
                    <a:pt x="86" y="7"/>
                    <a:pt x="81" y="7"/>
                  </a:cubicBezTo>
                  <a:cubicBezTo>
                    <a:pt x="77" y="7"/>
                    <a:pt x="75" y="2"/>
                    <a:pt x="71" y="1"/>
                  </a:cubicBezTo>
                  <a:cubicBezTo>
                    <a:pt x="68" y="0"/>
                    <a:pt x="65" y="1"/>
                    <a:pt x="62" y="1"/>
                  </a:cubicBezTo>
                  <a:cubicBezTo>
                    <a:pt x="55" y="2"/>
                    <a:pt x="48" y="1"/>
                    <a:pt x="42" y="2"/>
                  </a:cubicBezTo>
                  <a:cubicBezTo>
                    <a:pt x="38" y="2"/>
                    <a:pt x="37" y="3"/>
                    <a:pt x="33" y="3"/>
                  </a:cubicBezTo>
                  <a:cubicBezTo>
                    <a:pt x="31" y="2"/>
                    <a:pt x="28" y="0"/>
                    <a:pt x="26" y="0"/>
                  </a:cubicBezTo>
                  <a:cubicBezTo>
                    <a:pt x="9" y="0"/>
                    <a:pt x="13" y="15"/>
                    <a:pt x="8" y="27"/>
                  </a:cubicBezTo>
                  <a:cubicBezTo>
                    <a:pt x="7" y="30"/>
                    <a:pt x="5" y="32"/>
                    <a:pt x="4" y="35"/>
                  </a:cubicBezTo>
                </a:path>
              </a:pathLst>
            </a:custGeom>
            <a:solidFill>
              <a:srgbClr val="758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386">
              <a:extLst>
                <a:ext uri="{FF2B5EF4-FFF2-40B4-BE49-F238E27FC236}">
                  <a16:creationId xmlns:a16="http://schemas.microsoft.com/office/drawing/2014/main" id="{68AFDA8A-EAC6-479C-B821-F4F8BBFCA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3481"/>
              <a:ext cx="10" cy="37"/>
            </a:xfrm>
            <a:custGeom>
              <a:avLst/>
              <a:gdLst>
                <a:gd name="T0" fmla="*/ 1 w 9"/>
                <a:gd name="T1" fmla="*/ 0 h 30"/>
                <a:gd name="T2" fmla="*/ 12 w 9"/>
                <a:gd name="T3" fmla="*/ 57 h 30"/>
                <a:gd name="T4" fmla="*/ 1 w 9"/>
                <a:gd name="T5" fmla="*/ 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1" y="0"/>
                  </a:moveTo>
                  <a:cubicBezTo>
                    <a:pt x="0" y="10"/>
                    <a:pt x="3" y="23"/>
                    <a:pt x="9" y="30"/>
                  </a:cubicBezTo>
                  <a:cubicBezTo>
                    <a:pt x="9" y="20"/>
                    <a:pt x="7" y="10"/>
                    <a:pt x="1" y="3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387">
              <a:extLst>
                <a:ext uri="{FF2B5EF4-FFF2-40B4-BE49-F238E27FC236}">
                  <a16:creationId xmlns:a16="http://schemas.microsoft.com/office/drawing/2014/main" id="{FAD2E154-921C-43D8-AEA0-DE76C339A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525"/>
              <a:ext cx="24" cy="16"/>
            </a:xfrm>
            <a:custGeom>
              <a:avLst/>
              <a:gdLst>
                <a:gd name="T0" fmla="*/ 0 w 21"/>
                <a:gd name="T1" fmla="*/ 0 h 13"/>
                <a:gd name="T2" fmla="*/ 31 w 21"/>
                <a:gd name="T3" fmla="*/ 22 h 13"/>
                <a:gd name="T4" fmla="*/ 1 w 21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6" y="7"/>
                    <a:pt x="11" y="13"/>
                    <a:pt x="21" y="12"/>
                  </a:cubicBezTo>
                  <a:cubicBezTo>
                    <a:pt x="14" y="10"/>
                    <a:pt x="8" y="5"/>
                    <a:pt x="1" y="3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388">
              <a:extLst>
                <a:ext uri="{FF2B5EF4-FFF2-40B4-BE49-F238E27FC236}">
                  <a16:creationId xmlns:a16="http://schemas.microsoft.com/office/drawing/2014/main" id="{AAC24482-ADB2-481F-9977-7564F3369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3552"/>
              <a:ext cx="19" cy="23"/>
            </a:xfrm>
            <a:custGeom>
              <a:avLst/>
              <a:gdLst>
                <a:gd name="T0" fmla="*/ 1 w 16"/>
                <a:gd name="T1" fmla="*/ 0 h 18"/>
                <a:gd name="T2" fmla="*/ 27 w 16"/>
                <a:gd name="T3" fmla="*/ 37 h 18"/>
                <a:gd name="T4" fmla="*/ 6 w 16"/>
                <a:gd name="T5" fmla="*/ 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" y="0"/>
                  </a:moveTo>
                  <a:cubicBezTo>
                    <a:pt x="0" y="7"/>
                    <a:pt x="9" y="16"/>
                    <a:pt x="16" y="18"/>
                  </a:cubicBezTo>
                  <a:cubicBezTo>
                    <a:pt x="13" y="11"/>
                    <a:pt x="9" y="6"/>
                    <a:pt x="3" y="3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389">
              <a:extLst>
                <a:ext uri="{FF2B5EF4-FFF2-40B4-BE49-F238E27FC236}">
                  <a16:creationId xmlns:a16="http://schemas.microsoft.com/office/drawing/2014/main" id="{10954B2D-A1D6-40F5-A10C-612D93BC0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569"/>
              <a:ext cx="16" cy="17"/>
            </a:xfrm>
            <a:custGeom>
              <a:avLst/>
              <a:gdLst>
                <a:gd name="T0" fmla="*/ 0 w 13"/>
                <a:gd name="T1" fmla="*/ 0 h 14"/>
                <a:gd name="T2" fmla="*/ 25 w 13"/>
                <a:gd name="T3" fmla="*/ 25 h 14"/>
                <a:gd name="T4" fmla="*/ 1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2"/>
                    <a:pt x="9" y="11"/>
                    <a:pt x="13" y="14"/>
                  </a:cubicBezTo>
                  <a:cubicBezTo>
                    <a:pt x="11" y="7"/>
                    <a:pt x="7" y="4"/>
                    <a:pt x="1" y="0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390">
              <a:extLst>
                <a:ext uri="{FF2B5EF4-FFF2-40B4-BE49-F238E27FC236}">
                  <a16:creationId xmlns:a16="http://schemas.microsoft.com/office/drawing/2014/main" id="{080EADB1-06F1-4F02-BB76-13764E42A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558"/>
              <a:ext cx="11" cy="22"/>
            </a:xfrm>
            <a:custGeom>
              <a:avLst/>
              <a:gdLst>
                <a:gd name="T0" fmla="*/ 0 w 9"/>
                <a:gd name="T1" fmla="*/ 0 h 18"/>
                <a:gd name="T2" fmla="*/ 11 w 9"/>
                <a:gd name="T3" fmla="*/ 33 h 18"/>
                <a:gd name="T4" fmla="*/ 1 w 9"/>
                <a:gd name="T5" fmla="*/ 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2" y="6"/>
                    <a:pt x="1" y="14"/>
                    <a:pt x="6" y="18"/>
                  </a:cubicBezTo>
                  <a:cubicBezTo>
                    <a:pt x="9" y="13"/>
                    <a:pt x="6" y="6"/>
                    <a:pt x="1" y="3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391">
              <a:extLst>
                <a:ext uri="{FF2B5EF4-FFF2-40B4-BE49-F238E27FC236}">
                  <a16:creationId xmlns:a16="http://schemas.microsoft.com/office/drawing/2014/main" id="{B848BF8C-8C25-4873-92DD-8036193BD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517"/>
              <a:ext cx="8" cy="24"/>
            </a:xfrm>
            <a:custGeom>
              <a:avLst/>
              <a:gdLst>
                <a:gd name="T0" fmla="*/ 3 w 7"/>
                <a:gd name="T1" fmla="*/ 38 h 19"/>
                <a:gd name="T2" fmla="*/ 7 w 7"/>
                <a:gd name="T3" fmla="*/ 0 h 19"/>
                <a:gd name="T4" fmla="*/ 3 w 7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3" y="19"/>
                  </a:moveTo>
                  <a:cubicBezTo>
                    <a:pt x="0" y="13"/>
                    <a:pt x="2" y="6"/>
                    <a:pt x="4" y="0"/>
                  </a:cubicBezTo>
                  <a:cubicBezTo>
                    <a:pt x="7" y="4"/>
                    <a:pt x="7" y="10"/>
                    <a:pt x="3" y="13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392">
              <a:extLst>
                <a:ext uri="{FF2B5EF4-FFF2-40B4-BE49-F238E27FC236}">
                  <a16:creationId xmlns:a16="http://schemas.microsoft.com/office/drawing/2014/main" id="{645C8822-4E64-4B6A-80A4-77182A012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3586"/>
              <a:ext cx="19" cy="6"/>
            </a:xfrm>
            <a:custGeom>
              <a:avLst/>
              <a:gdLst>
                <a:gd name="T0" fmla="*/ 27 w 16"/>
                <a:gd name="T1" fmla="*/ 14 h 4"/>
                <a:gd name="T2" fmla="*/ 0 w 16"/>
                <a:gd name="T3" fmla="*/ 5 h 4"/>
                <a:gd name="T4" fmla="*/ 25 w 1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16" y="4"/>
                  </a:moveTo>
                  <a:cubicBezTo>
                    <a:pt x="11" y="3"/>
                    <a:pt x="5" y="2"/>
                    <a:pt x="0" y="1"/>
                  </a:cubicBezTo>
                  <a:cubicBezTo>
                    <a:pt x="4" y="3"/>
                    <a:pt x="12" y="4"/>
                    <a:pt x="15" y="0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393">
              <a:extLst>
                <a:ext uri="{FF2B5EF4-FFF2-40B4-BE49-F238E27FC236}">
                  <a16:creationId xmlns:a16="http://schemas.microsoft.com/office/drawing/2014/main" id="{4948A18A-8D65-491A-8FEB-33CE607D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584"/>
              <a:ext cx="6" cy="15"/>
            </a:xfrm>
            <a:custGeom>
              <a:avLst/>
              <a:gdLst>
                <a:gd name="T0" fmla="*/ 1 w 5"/>
                <a:gd name="T1" fmla="*/ 24 h 12"/>
                <a:gd name="T2" fmla="*/ 2 w 5"/>
                <a:gd name="T3" fmla="*/ 0 h 12"/>
                <a:gd name="T4" fmla="*/ 2 w 5"/>
                <a:gd name="T5" fmla="*/ 2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1" y="12"/>
                  </a:moveTo>
                  <a:cubicBezTo>
                    <a:pt x="0" y="8"/>
                    <a:pt x="0" y="4"/>
                    <a:pt x="2" y="0"/>
                  </a:cubicBezTo>
                  <a:cubicBezTo>
                    <a:pt x="4" y="2"/>
                    <a:pt x="5" y="9"/>
                    <a:pt x="2" y="12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394">
              <a:extLst>
                <a:ext uri="{FF2B5EF4-FFF2-40B4-BE49-F238E27FC236}">
                  <a16:creationId xmlns:a16="http://schemas.microsoft.com/office/drawing/2014/main" id="{0EF2EA3E-C31B-4A23-AEC3-D49D495B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608"/>
              <a:ext cx="18" cy="9"/>
            </a:xfrm>
            <a:custGeom>
              <a:avLst/>
              <a:gdLst>
                <a:gd name="T0" fmla="*/ 26 w 15"/>
                <a:gd name="T1" fmla="*/ 10 h 7"/>
                <a:gd name="T2" fmla="*/ 0 w 15"/>
                <a:gd name="T3" fmla="*/ 6 h 7"/>
                <a:gd name="T4" fmla="*/ 20 w 15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15" y="5"/>
                  </a:moveTo>
                  <a:cubicBezTo>
                    <a:pt x="12" y="0"/>
                    <a:pt x="4" y="1"/>
                    <a:pt x="0" y="3"/>
                  </a:cubicBezTo>
                  <a:cubicBezTo>
                    <a:pt x="5" y="7"/>
                    <a:pt x="7" y="3"/>
                    <a:pt x="12" y="2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395">
              <a:extLst>
                <a:ext uri="{FF2B5EF4-FFF2-40B4-BE49-F238E27FC236}">
                  <a16:creationId xmlns:a16="http://schemas.microsoft.com/office/drawing/2014/main" id="{DC833F3B-9DC6-4405-AD98-A6832E81B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589"/>
              <a:ext cx="8" cy="16"/>
            </a:xfrm>
            <a:custGeom>
              <a:avLst/>
              <a:gdLst>
                <a:gd name="T0" fmla="*/ 3 w 7"/>
                <a:gd name="T1" fmla="*/ 25 h 13"/>
                <a:gd name="T2" fmla="*/ 10 w 7"/>
                <a:gd name="T3" fmla="*/ 0 h 13"/>
                <a:gd name="T4" fmla="*/ 2 w 7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0" y="9"/>
                    <a:pt x="2" y="2"/>
                    <a:pt x="7" y="0"/>
                  </a:cubicBezTo>
                  <a:cubicBezTo>
                    <a:pt x="7" y="5"/>
                    <a:pt x="7" y="11"/>
                    <a:pt x="2" y="13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396">
              <a:extLst>
                <a:ext uri="{FF2B5EF4-FFF2-40B4-BE49-F238E27FC236}">
                  <a16:creationId xmlns:a16="http://schemas.microsoft.com/office/drawing/2014/main" id="{02C66868-4A9D-4732-981A-210812ECF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3442"/>
              <a:ext cx="19" cy="15"/>
            </a:xfrm>
            <a:custGeom>
              <a:avLst/>
              <a:gdLst>
                <a:gd name="T0" fmla="*/ 27 w 16"/>
                <a:gd name="T1" fmla="*/ 18 h 12"/>
                <a:gd name="T2" fmla="*/ 0 w 16"/>
                <a:gd name="T3" fmla="*/ 13 h 12"/>
                <a:gd name="T4" fmla="*/ 27 w 16"/>
                <a:gd name="T5" fmla="*/ 16 h 12"/>
                <a:gd name="T6" fmla="*/ 25 w 16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6" y="9"/>
                  </a:moveTo>
                  <a:cubicBezTo>
                    <a:pt x="12" y="7"/>
                    <a:pt x="4" y="0"/>
                    <a:pt x="0" y="6"/>
                  </a:cubicBezTo>
                  <a:cubicBezTo>
                    <a:pt x="5" y="7"/>
                    <a:pt x="13" y="12"/>
                    <a:pt x="16" y="8"/>
                  </a:cubicBezTo>
                  <a:cubicBezTo>
                    <a:pt x="16" y="7"/>
                    <a:pt x="16" y="8"/>
                    <a:pt x="15" y="8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397">
              <a:extLst>
                <a:ext uri="{FF2B5EF4-FFF2-40B4-BE49-F238E27FC236}">
                  <a16:creationId xmlns:a16="http://schemas.microsoft.com/office/drawing/2014/main" id="{6B4C0592-F5EF-445B-8015-7A584B244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421"/>
              <a:ext cx="12" cy="21"/>
            </a:xfrm>
            <a:custGeom>
              <a:avLst/>
              <a:gdLst>
                <a:gd name="T0" fmla="*/ 6 w 10"/>
                <a:gd name="T1" fmla="*/ 37 h 16"/>
                <a:gd name="T2" fmla="*/ 7 w 10"/>
                <a:gd name="T3" fmla="*/ 0 h 16"/>
                <a:gd name="T4" fmla="*/ 10 w 10"/>
                <a:gd name="T5" fmla="*/ 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3" y="16"/>
                  </a:moveTo>
                  <a:cubicBezTo>
                    <a:pt x="1" y="11"/>
                    <a:pt x="0" y="3"/>
                    <a:pt x="4" y="0"/>
                  </a:cubicBezTo>
                  <a:cubicBezTo>
                    <a:pt x="6" y="4"/>
                    <a:pt x="10" y="10"/>
                    <a:pt x="6" y="15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398">
              <a:extLst>
                <a:ext uri="{FF2B5EF4-FFF2-40B4-BE49-F238E27FC236}">
                  <a16:creationId xmlns:a16="http://schemas.microsoft.com/office/drawing/2014/main" id="{DE2C10B6-526D-427F-83A4-ACAF1E2FF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3428"/>
              <a:ext cx="14" cy="9"/>
            </a:xfrm>
            <a:custGeom>
              <a:avLst/>
              <a:gdLst>
                <a:gd name="T0" fmla="*/ 15 w 12"/>
                <a:gd name="T1" fmla="*/ 13 h 7"/>
                <a:gd name="T2" fmla="*/ 0 w 12"/>
                <a:gd name="T3" fmla="*/ 1 h 7"/>
                <a:gd name="T4" fmla="*/ 19 w 12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9" y="6"/>
                  </a:moveTo>
                  <a:cubicBezTo>
                    <a:pt x="7" y="3"/>
                    <a:pt x="3" y="0"/>
                    <a:pt x="0" y="1"/>
                  </a:cubicBezTo>
                  <a:cubicBezTo>
                    <a:pt x="1" y="5"/>
                    <a:pt x="8" y="7"/>
                    <a:pt x="12" y="7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399">
              <a:extLst>
                <a:ext uri="{FF2B5EF4-FFF2-40B4-BE49-F238E27FC236}">
                  <a16:creationId xmlns:a16="http://schemas.microsoft.com/office/drawing/2014/main" id="{7F4B7025-81A5-49E8-9E0C-090C96C5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423"/>
              <a:ext cx="9" cy="19"/>
            </a:xfrm>
            <a:custGeom>
              <a:avLst/>
              <a:gdLst>
                <a:gd name="T0" fmla="*/ 2 w 8"/>
                <a:gd name="T1" fmla="*/ 30 h 15"/>
                <a:gd name="T2" fmla="*/ 8 w 8"/>
                <a:gd name="T3" fmla="*/ 0 h 15"/>
                <a:gd name="T4" fmla="*/ 3 w 8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2" y="15"/>
                  </a:moveTo>
                  <a:cubicBezTo>
                    <a:pt x="0" y="12"/>
                    <a:pt x="2" y="2"/>
                    <a:pt x="5" y="0"/>
                  </a:cubicBezTo>
                  <a:cubicBezTo>
                    <a:pt x="8" y="4"/>
                    <a:pt x="4" y="12"/>
                    <a:pt x="3" y="15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400">
              <a:extLst>
                <a:ext uri="{FF2B5EF4-FFF2-40B4-BE49-F238E27FC236}">
                  <a16:creationId xmlns:a16="http://schemas.microsoft.com/office/drawing/2014/main" id="{8A31ACBD-4078-4954-A9B9-263222DE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452"/>
              <a:ext cx="15" cy="16"/>
            </a:xfrm>
            <a:custGeom>
              <a:avLst/>
              <a:gdLst>
                <a:gd name="T0" fmla="*/ 14 w 13"/>
                <a:gd name="T1" fmla="*/ 22 h 13"/>
                <a:gd name="T2" fmla="*/ 0 w 13"/>
                <a:gd name="T3" fmla="*/ 0 h 13"/>
                <a:gd name="T4" fmla="*/ 20 w 13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12"/>
                  </a:moveTo>
                  <a:cubicBezTo>
                    <a:pt x="9" y="8"/>
                    <a:pt x="4" y="0"/>
                    <a:pt x="0" y="0"/>
                  </a:cubicBezTo>
                  <a:cubicBezTo>
                    <a:pt x="2" y="6"/>
                    <a:pt x="8" y="10"/>
                    <a:pt x="13" y="13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401">
              <a:extLst>
                <a:ext uri="{FF2B5EF4-FFF2-40B4-BE49-F238E27FC236}">
                  <a16:creationId xmlns:a16="http://schemas.microsoft.com/office/drawing/2014/main" id="{D3380CD1-422C-471A-9C2E-4444D8EE4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370"/>
              <a:ext cx="9" cy="15"/>
            </a:xfrm>
            <a:custGeom>
              <a:avLst/>
              <a:gdLst>
                <a:gd name="T0" fmla="*/ 10 w 8"/>
                <a:gd name="T1" fmla="*/ 20 h 12"/>
                <a:gd name="T2" fmla="*/ 2 w 8"/>
                <a:gd name="T3" fmla="*/ 0 h 12"/>
                <a:gd name="T4" fmla="*/ 11 w 8"/>
                <a:gd name="T5" fmla="*/ 2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7" y="10"/>
                  </a:moveTo>
                  <a:cubicBezTo>
                    <a:pt x="6" y="12"/>
                    <a:pt x="0" y="3"/>
                    <a:pt x="2" y="0"/>
                  </a:cubicBezTo>
                  <a:cubicBezTo>
                    <a:pt x="5" y="2"/>
                    <a:pt x="6" y="8"/>
                    <a:pt x="8" y="11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402">
              <a:extLst>
                <a:ext uri="{FF2B5EF4-FFF2-40B4-BE49-F238E27FC236}">
                  <a16:creationId xmlns:a16="http://schemas.microsoft.com/office/drawing/2014/main" id="{756D6EC8-4045-499F-A74A-9A02A8C60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423"/>
              <a:ext cx="13" cy="9"/>
            </a:xfrm>
            <a:custGeom>
              <a:avLst/>
              <a:gdLst>
                <a:gd name="T0" fmla="*/ 15 w 11"/>
                <a:gd name="T1" fmla="*/ 13 h 7"/>
                <a:gd name="T2" fmla="*/ 0 w 11"/>
                <a:gd name="T3" fmla="*/ 0 h 7"/>
                <a:gd name="T4" fmla="*/ 18 w 11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9" y="6"/>
                  </a:moveTo>
                  <a:cubicBezTo>
                    <a:pt x="7" y="4"/>
                    <a:pt x="4" y="0"/>
                    <a:pt x="0" y="0"/>
                  </a:cubicBezTo>
                  <a:cubicBezTo>
                    <a:pt x="3" y="3"/>
                    <a:pt x="7" y="6"/>
                    <a:pt x="11" y="7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403">
              <a:extLst>
                <a:ext uri="{FF2B5EF4-FFF2-40B4-BE49-F238E27FC236}">
                  <a16:creationId xmlns:a16="http://schemas.microsoft.com/office/drawing/2014/main" id="{BD697692-F365-4B59-B40B-CF8BE37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448"/>
              <a:ext cx="13" cy="5"/>
            </a:xfrm>
            <a:custGeom>
              <a:avLst/>
              <a:gdLst>
                <a:gd name="T0" fmla="*/ 13 w 11"/>
                <a:gd name="T1" fmla="*/ 5 h 4"/>
                <a:gd name="T2" fmla="*/ 0 w 11"/>
                <a:gd name="T3" fmla="*/ 0 h 4"/>
                <a:gd name="T4" fmla="*/ 18 w 11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8" y="2"/>
                  </a:moveTo>
                  <a:cubicBezTo>
                    <a:pt x="6" y="1"/>
                    <a:pt x="3" y="0"/>
                    <a:pt x="0" y="0"/>
                  </a:cubicBezTo>
                  <a:cubicBezTo>
                    <a:pt x="2" y="3"/>
                    <a:pt x="8" y="4"/>
                    <a:pt x="11" y="4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404">
              <a:extLst>
                <a:ext uri="{FF2B5EF4-FFF2-40B4-BE49-F238E27FC236}">
                  <a16:creationId xmlns:a16="http://schemas.microsoft.com/office/drawing/2014/main" id="{701C0429-D308-4A19-8EDA-10D035941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429"/>
              <a:ext cx="4" cy="13"/>
            </a:xfrm>
            <a:custGeom>
              <a:avLst/>
              <a:gdLst>
                <a:gd name="T0" fmla="*/ 3 w 4"/>
                <a:gd name="T1" fmla="*/ 22 h 10"/>
                <a:gd name="T2" fmla="*/ 2 w 4"/>
                <a:gd name="T3" fmla="*/ 0 h 10"/>
                <a:gd name="T4" fmla="*/ 4 w 4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10"/>
                  </a:moveTo>
                  <a:cubicBezTo>
                    <a:pt x="0" y="10"/>
                    <a:pt x="0" y="2"/>
                    <a:pt x="2" y="0"/>
                  </a:cubicBezTo>
                  <a:cubicBezTo>
                    <a:pt x="4" y="2"/>
                    <a:pt x="4" y="6"/>
                    <a:pt x="4" y="9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405">
              <a:extLst>
                <a:ext uri="{FF2B5EF4-FFF2-40B4-BE49-F238E27FC236}">
                  <a16:creationId xmlns:a16="http://schemas.microsoft.com/office/drawing/2014/main" id="{1E3D7D4F-2D6D-4B4D-B738-58FF31800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3453"/>
              <a:ext cx="10" cy="5"/>
            </a:xfrm>
            <a:custGeom>
              <a:avLst/>
              <a:gdLst>
                <a:gd name="T0" fmla="*/ 10 w 9"/>
                <a:gd name="T1" fmla="*/ 8 h 4"/>
                <a:gd name="T2" fmla="*/ 0 w 9"/>
                <a:gd name="T3" fmla="*/ 1 h 4"/>
                <a:gd name="T4" fmla="*/ 12 w 9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7" y="4"/>
                  </a:moveTo>
                  <a:cubicBezTo>
                    <a:pt x="5" y="3"/>
                    <a:pt x="3" y="0"/>
                    <a:pt x="0" y="1"/>
                  </a:cubicBezTo>
                  <a:cubicBezTo>
                    <a:pt x="1" y="4"/>
                    <a:pt x="6" y="4"/>
                    <a:pt x="9" y="4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406">
              <a:extLst>
                <a:ext uri="{FF2B5EF4-FFF2-40B4-BE49-F238E27FC236}">
                  <a16:creationId xmlns:a16="http://schemas.microsoft.com/office/drawing/2014/main" id="{429C08C9-8370-4EB7-B6C1-8B4F19B5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3437"/>
              <a:ext cx="3" cy="11"/>
            </a:xfrm>
            <a:custGeom>
              <a:avLst/>
              <a:gdLst>
                <a:gd name="T0" fmla="*/ 3 w 3"/>
                <a:gd name="T1" fmla="*/ 16 h 9"/>
                <a:gd name="T2" fmla="*/ 1 w 3"/>
                <a:gd name="T3" fmla="*/ 0 h 9"/>
                <a:gd name="T4" fmla="*/ 2 w 3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1" y="7"/>
                    <a:pt x="0" y="2"/>
                    <a:pt x="1" y="0"/>
                  </a:cubicBezTo>
                  <a:cubicBezTo>
                    <a:pt x="3" y="2"/>
                    <a:pt x="3" y="6"/>
                    <a:pt x="2" y="8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407">
              <a:extLst>
                <a:ext uri="{FF2B5EF4-FFF2-40B4-BE49-F238E27FC236}">
                  <a16:creationId xmlns:a16="http://schemas.microsoft.com/office/drawing/2014/main" id="{043C818B-F030-4448-BA5F-356C6D05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194"/>
              <a:ext cx="18" cy="27"/>
            </a:xfrm>
            <a:custGeom>
              <a:avLst/>
              <a:gdLst>
                <a:gd name="T0" fmla="*/ 0 w 15"/>
                <a:gd name="T1" fmla="*/ 41 h 22"/>
                <a:gd name="T2" fmla="*/ 26 w 15"/>
                <a:gd name="T3" fmla="*/ 0 h 22"/>
                <a:gd name="T4" fmla="*/ 2 w 15"/>
                <a:gd name="T5" fmla="*/ 3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0" y="22"/>
                  </a:moveTo>
                  <a:cubicBezTo>
                    <a:pt x="2" y="14"/>
                    <a:pt x="8" y="3"/>
                    <a:pt x="15" y="0"/>
                  </a:cubicBezTo>
                  <a:cubicBezTo>
                    <a:pt x="11" y="6"/>
                    <a:pt x="9" y="16"/>
                    <a:pt x="2" y="19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408">
              <a:extLst>
                <a:ext uri="{FF2B5EF4-FFF2-40B4-BE49-F238E27FC236}">
                  <a16:creationId xmlns:a16="http://schemas.microsoft.com/office/drawing/2014/main" id="{50690335-EB36-439E-8162-286BA163C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149"/>
              <a:ext cx="11" cy="31"/>
            </a:xfrm>
            <a:custGeom>
              <a:avLst/>
              <a:gdLst>
                <a:gd name="T0" fmla="*/ 16 w 9"/>
                <a:gd name="T1" fmla="*/ 45 h 24"/>
                <a:gd name="T2" fmla="*/ 0 w 9"/>
                <a:gd name="T3" fmla="*/ 0 h 24"/>
                <a:gd name="T4" fmla="*/ 15 w 9"/>
                <a:gd name="T5" fmla="*/ 5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9" y="21"/>
                  </a:moveTo>
                  <a:cubicBezTo>
                    <a:pt x="9" y="21"/>
                    <a:pt x="4" y="5"/>
                    <a:pt x="0" y="0"/>
                  </a:cubicBezTo>
                  <a:cubicBezTo>
                    <a:pt x="0" y="8"/>
                    <a:pt x="5" y="16"/>
                    <a:pt x="8" y="24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409">
              <a:extLst>
                <a:ext uri="{FF2B5EF4-FFF2-40B4-BE49-F238E27FC236}">
                  <a16:creationId xmlns:a16="http://schemas.microsoft.com/office/drawing/2014/main" id="{05F93157-97C5-4538-9F81-32F265A90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120"/>
              <a:ext cx="16" cy="26"/>
            </a:xfrm>
            <a:custGeom>
              <a:avLst/>
              <a:gdLst>
                <a:gd name="T0" fmla="*/ 7 w 13"/>
                <a:gd name="T1" fmla="*/ 21 h 20"/>
                <a:gd name="T2" fmla="*/ 6 w 13"/>
                <a:gd name="T3" fmla="*/ 23 h 20"/>
                <a:gd name="T4" fmla="*/ 14 w 13"/>
                <a:gd name="T5" fmla="*/ 0 h 20"/>
                <a:gd name="T6" fmla="*/ 0 w 13"/>
                <a:gd name="T7" fmla="*/ 4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4" y="9"/>
                  </a:moveTo>
                  <a:cubicBezTo>
                    <a:pt x="4" y="10"/>
                    <a:pt x="4" y="11"/>
                    <a:pt x="3" y="11"/>
                  </a:cubicBezTo>
                  <a:cubicBezTo>
                    <a:pt x="3" y="7"/>
                    <a:pt x="4" y="3"/>
                    <a:pt x="7" y="0"/>
                  </a:cubicBezTo>
                  <a:cubicBezTo>
                    <a:pt x="13" y="7"/>
                    <a:pt x="7" y="16"/>
                    <a:pt x="0" y="20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410">
              <a:extLst>
                <a:ext uri="{FF2B5EF4-FFF2-40B4-BE49-F238E27FC236}">
                  <a16:creationId xmlns:a16="http://schemas.microsoft.com/office/drawing/2014/main" id="{8D134A32-DC83-4A03-922C-32DC5802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3098"/>
              <a:ext cx="9" cy="20"/>
            </a:xfrm>
            <a:custGeom>
              <a:avLst/>
              <a:gdLst>
                <a:gd name="T0" fmla="*/ 10 w 8"/>
                <a:gd name="T1" fmla="*/ 24 h 16"/>
                <a:gd name="T2" fmla="*/ 1 w 8"/>
                <a:gd name="T3" fmla="*/ 0 h 16"/>
                <a:gd name="T4" fmla="*/ 11 w 8"/>
                <a:gd name="T5" fmla="*/ 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7" y="12"/>
                  </a:moveTo>
                  <a:cubicBezTo>
                    <a:pt x="6" y="12"/>
                    <a:pt x="3" y="4"/>
                    <a:pt x="1" y="0"/>
                  </a:cubicBezTo>
                  <a:cubicBezTo>
                    <a:pt x="0" y="6"/>
                    <a:pt x="4" y="13"/>
                    <a:pt x="8" y="16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411">
              <a:extLst>
                <a:ext uri="{FF2B5EF4-FFF2-40B4-BE49-F238E27FC236}">
                  <a16:creationId xmlns:a16="http://schemas.microsoft.com/office/drawing/2014/main" id="{40097617-6A4B-485A-8957-57529F0F3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113"/>
              <a:ext cx="19" cy="24"/>
            </a:xfrm>
            <a:custGeom>
              <a:avLst/>
              <a:gdLst>
                <a:gd name="T0" fmla="*/ 24 w 16"/>
                <a:gd name="T1" fmla="*/ 38 h 19"/>
                <a:gd name="T2" fmla="*/ 0 w 16"/>
                <a:gd name="T3" fmla="*/ 0 h 19"/>
                <a:gd name="T4" fmla="*/ 27 w 16"/>
                <a:gd name="T5" fmla="*/ 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4" y="19"/>
                  </a:moveTo>
                  <a:cubicBezTo>
                    <a:pt x="11" y="12"/>
                    <a:pt x="10" y="0"/>
                    <a:pt x="0" y="0"/>
                  </a:cubicBezTo>
                  <a:cubicBezTo>
                    <a:pt x="2" y="8"/>
                    <a:pt x="9" y="14"/>
                    <a:pt x="16" y="18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412">
              <a:extLst>
                <a:ext uri="{FF2B5EF4-FFF2-40B4-BE49-F238E27FC236}">
                  <a16:creationId xmlns:a16="http://schemas.microsoft.com/office/drawing/2014/main" id="{F9393984-5BBD-4794-A115-AA9F258DF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137"/>
              <a:ext cx="15" cy="30"/>
            </a:xfrm>
            <a:custGeom>
              <a:avLst/>
              <a:gdLst>
                <a:gd name="T0" fmla="*/ 3 w 13"/>
                <a:gd name="T1" fmla="*/ 33 h 24"/>
                <a:gd name="T2" fmla="*/ 12 w 13"/>
                <a:gd name="T3" fmla="*/ 0 h 24"/>
                <a:gd name="T4" fmla="*/ 0 w 13"/>
                <a:gd name="T5" fmla="*/ 4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3" y="17"/>
                  </a:moveTo>
                  <a:cubicBezTo>
                    <a:pt x="4" y="11"/>
                    <a:pt x="4" y="4"/>
                    <a:pt x="8" y="0"/>
                  </a:cubicBezTo>
                  <a:cubicBezTo>
                    <a:pt x="13" y="7"/>
                    <a:pt x="6" y="22"/>
                    <a:pt x="0" y="24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413">
              <a:extLst>
                <a:ext uri="{FF2B5EF4-FFF2-40B4-BE49-F238E27FC236}">
                  <a16:creationId xmlns:a16="http://schemas.microsoft.com/office/drawing/2014/main" id="{C998A165-A502-4EDD-BB7C-04C505AAE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3180"/>
              <a:ext cx="14" cy="25"/>
            </a:xfrm>
            <a:custGeom>
              <a:avLst/>
              <a:gdLst>
                <a:gd name="T0" fmla="*/ 19 w 12"/>
                <a:gd name="T1" fmla="*/ 39 h 20"/>
                <a:gd name="T2" fmla="*/ 0 w 12"/>
                <a:gd name="T3" fmla="*/ 0 h 20"/>
                <a:gd name="T4" fmla="*/ 19 w 12"/>
                <a:gd name="T5" fmla="*/ 3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9" y="13"/>
                    <a:pt x="5" y="6"/>
                    <a:pt x="0" y="0"/>
                  </a:cubicBezTo>
                  <a:cubicBezTo>
                    <a:pt x="1" y="7"/>
                    <a:pt x="7" y="12"/>
                    <a:pt x="12" y="17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414">
              <a:extLst>
                <a:ext uri="{FF2B5EF4-FFF2-40B4-BE49-F238E27FC236}">
                  <a16:creationId xmlns:a16="http://schemas.microsoft.com/office/drawing/2014/main" id="{A527081C-FA72-4DB3-8081-6F3E4F24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206"/>
              <a:ext cx="7" cy="20"/>
            </a:xfrm>
            <a:custGeom>
              <a:avLst/>
              <a:gdLst>
                <a:gd name="T0" fmla="*/ 6 w 6"/>
                <a:gd name="T1" fmla="*/ 14 h 16"/>
                <a:gd name="T2" fmla="*/ 8 w 6"/>
                <a:gd name="T3" fmla="*/ 0 h 16"/>
                <a:gd name="T4" fmla="*/ 0 w 6"/>
                <a:gd name="T5" fmla="*/ 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3" y="7"/>
                  </a:moveTo>
                  <a:cubicBezTo>
                    <a:pt x="2" y="4"/>
                    <a:pt x="1" y="2"/>
                    <a:pt x="5" y="0"/>
                  </a:cubicBezTo>
                  <a:cubicBezTo>
                    <a:pt x="6" y="6"/>
                    <a:pt x="1" y="10"/>
                    <a:pt x="0" y="16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415">
              <a:extLst>
                <a:ext uri="{FF2B5EF4-FFF2-40B4-BE49-F238E27FC236}">
                  <a16:creationId xmlns:a16="http://schemas.microsoft.com/office/drawing/2014/main" id="{E0284E53-A7FD-4F30-AF8E-62796D76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61"/>
              <a:ext cx="24" cy="24"/>
            </a:xfrm>
            <a:custGeom>
              <a:avLst/>
              <a:gdLst>
                <a:gd name="T0" fmla="*/ 31 w 20"/>
                <a:gd name="T1" fmla="*/ 38 h 19"/>
                <a:gd name="T2" fmla="*/ 0 w 20"/>
                <a:gd name="T3" fmla="*/ 0 h 19"/>
                <a:gd name="T4" fmla="*/ 35 w 20"/>
                <a:gd name="T5" fmla="*/ 3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18" y="19"/>
                  </a:moveTo>
                  <a:cubicBezTo>
                    <a:pt x="12" y="13"/>
                    <a:pt x="9" y="2"/>
                    <a:pt x="0" y="0"/>
                  </a:cubicBezTo>
                  <a:cubicBezTo>
                    <a:pt x="4" y="8"/>
                    <a:pt x="13" y="15"/>
                    <a:pt x="20" y="19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416">
              <a:extLst>
                <a:ext uri="{FF2B5EF4-FFF2-40B4-BE49-F238E27FC236}">
                  <a16:creationId xmlns:a16="http://schemas.microsoft.com/office/drawing/2014/main" id="{7A4C5112-7B44-4129-9C57-B5473B331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051"/>
              <a:ext cx="5" cy="24"/>
            </a:xfrm>
            <a:custGeom>
              <a:avLst/>
              <a:gdLst>
                <a:gd name="T0" fmla="*/ 5 w 4"/>
                <a:gd name="T1" fmla="*/ 32 h 19"/>
                <a:gd name="T2" fmla="*/ 5 w 4"/>
                <a:gd name="T3" fmla="*/ 0 h 19"/>
                <a:gd name="T4" fmla="*/ 6 w 4"/>
                <a:gd name="T5" fmla="*/ 3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9">
                  <a:moveTo>
                    <a:pt x="2" y="16"/>
                  </a:moveTo>
                  <a:cubicBezTo>
                    <a:pt x="2" y="11"/>
                    <a:pt x="0" y="5"/>
                    <a:pt x="2" y="0"/>
                  </a:cubicBezTo>
                  <a:cubicBezTo>
                    <a:pt x="4" y="6"/>
                    <a:pt x="3" y="13"/>
                    <a:pt x="3" y="19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417">
              <a:extLst>
                <a:ext uri="{FF2B5EF4-FFF2-40B4-BE49-F238E27FC236}">
                  <a16:creationId xmlns:a16="http://schemas.microsoft.com/office/drawing/2014/main" id="{47007CF8-51B5-4275-A86C-C9D5B809C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095"/>
              <a:ext cx="18" cy="10"/>
            </a:xfrm>
            <a:custGeom>
              <a:avLst/>
              <a:gdLst>
                <a:gd name="T0" fmla="*/ 23 w 15"/>
                <a:gd name="T1" fmla="*/ 16 h 8"/>
                <a:gd name="T2" fmla="*/ 0 w 15"/>
                <a:gd name="T3" fmla="*/ 1 h 8"/>
                <a:gd name="T4" fmla="*/ 24 w 15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3" y="8"/>
                  </a:moveTo>
                  <a:cubicBezTo>
                    <a:pt x="15" y="5"/>
                    <a:pt x="6" y="0"/>
                    <a:pt x="0" y="1"/>
                  </a:cubicBezTo>
                  <a:cubicBezTo>
                    <a:pt x="4" y="4"/>
                    <a:pt x="9" y="7"/>
                    <a:pt x="14" y="7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418">
              <a:extLst>
                <a:ext uri="{FF2B5EF4-FFF2-40B4-BE49-F238E27FC236}">
                  <a16:creationId xmlns:a16="http://schemas.microsoft.com/office/drawing/2014/main" id="{F3B13A8C-E92A-4452-A189-F2E8F488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073"/>
              <a:ext cx="5" cy="19"/>
            </a:xfrm>
            <a:custGeom>
              <a:avLst/>
              <a:gdLst>
                <a:gd name="T0" fmla="*/ 6 w 4"/>
                <a:gd name="T1" fmla="*/ 23 h 15"/>
                <a:gd name="T2" fmla="*/ 5 w 4"/>
                <a:gd name="T3" fmla="*/ 30 h 15"/>
                <a:gd name="T4" fmla="*/ 8 w 4"/>
                <a:gd name="T5" fmla="*/ 0 h 15"/>
                <a:gd name="T6" fmla="*/ 8 w 4"/>
                <a:gd name="T7" fmla="*/ 3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3" y="11"/>
                  </a:moveTo>
                  <a:cubicBezTo>
                    <a:pt x="2" y="13"/>
                    <a:pt x="2" y="13"/>
                    <a:pt x="2" y="15"/>
                  </a:cubicBezTo>
                  <a:cubicBezTo>
                    <a:pt x="0" y="10"/>
                    <a:pt x="0" y="5"/>
                    <a:pt x="4" y="0"/>
                  </a:cubicBezTo>
                  <a:cubicBezTo>
                    <a:pt x="4" y="5"/>
                    <a:pt x="4" y="10"/>
                    <a:pt x="4" y="15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419">
              <a:extLst>
                <a:ext uri="{FF2B5EF4-FFF2-40B4-BE49-F238E27FC236}">
                  <a16:creationId xmlns:a16="http://schemas.microsoft.com/office/drawing/2014/main" id="{970B68FA-3C82-4D59-AFB8-6553AD1A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963"/>
              <a:ext cx="20" cy="24"/>
            </a:xfrm>
            <a:custGeom>
              <a:avLst/>
              <a:gdLst>
                <a:gd name="T0" fmla="*/ 25 w 17"/>
                <a:gd name="T1" fmla="*/ 38 h 19"/>
                <a:gd name="T2" fmla="*/ 0 w 17"/>
                <a:gd name="T3" fmla="*/ 0 h 19"/>
                <a:gd name="T4" fmla="*/ 28 w 17"/>
                <a:gd name="T5" fmla="*/ 3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5" y="19"/>
                  </a:moveTo>
                  <a:cubicBezTo>
                    <a:pt x="11" y="12"/>
                    <a:pt x="6" y="6"/>
                    <a:pt x="0" y="0"/>
                  </a:cubicBezTo>
                  <a:cubicBezTo>
                    <a:pt x="5" y="6"/>
                    <a:pt x="11" y="14"/>
                    <a:pt x="17" y="17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420">
              <a:extLst>
                <a:ext uri="{FF2B5EF4-FFF2-40B4-BE49-F238E27FC236}">
                  <a16:creationId xmlns:a16="http://schemas.microsoft.com/office/drawing/2014/main" id="{ED5CD386-86EA-4D4C-A52E-9042748E2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961"/>
              <a:ext cx="8" cy="23"/>
            </a:xfrm>
            <a:custGeom>
              <a:avLst/>
              <a:gdLst>
                <a:gd name="T0" fmla="*/ 1 w 6"/>
                <a:gd name="T1" fmla="*/ 25 h 19"/>
                <a:gd name="T2" fmla="*/ 9 w 6"/>
                <a:gd name="T3" fmla="*/ 0 h 19"/>
                <a:gd name="T4" fmla="*/ 0 w 6"/>
                <a:gd name="T5" fmla="*/ 3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1" y="14"/>
                  </a:moveTo>
                  <a:cubicBezTo>
                    <a:pt x="1" y="9"/>
                    <a:pt x="1" y="3"/>
                    <a:pt x="4" y="0"/>
                  </a:cubicBezTo>
                  <a:cubicBezTo>
                    <a:pt x="6" y="6"/>
                    <a:pt x="6" y="15"/>
                    <a:pt x="0" y="19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421">
              <a:extLst>
                <a:ext uri="{FF2B5EF4-FFF2-40B4-BE49-F238E27FC236}">
                  <a16:creationId xmlns:a16="http://schemas.microsoft.com/office/drawing/2014/main" id="{F4849402-DC1D-455E-B410-CC979C7A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979"/>
              <a:ext cx="15" cy="22"/>
            </a:xfrm>
            <a:custGeom>
              <a:avLst/>
              <a:gdLst>
                <a:gd name="T0" fmla="*/ 12 w 13"/>
                <a:gd name="T1" fmla="*/ 36 h 17"/>
                <a:gd name="T2" fmla="*/ 0 w 13"/>
                <a:gd name="T3" fmla="*/ 0 h 17"/>
                <a:gd name="T4" fmla="*/ 20 w 13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8" y="17"/>
                  </a:moveTo>
                  <a:cubicBezTo>
                    <a:pt x="8" y="16"/>
                    <a:pt x="4" y="3"/>
                    <a:pt x="0" y="0"/>
                  </a:cubicBezTo>
                  <a:cubicBezTo>
                    <a:pt x="3" y="5"/>
                    <a:pt x="7" y="13"/>
                    <a:pt x="13" y="15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422">
              <a:extLst>
                <a:ext uri="{FF2B5EF4-FFF2-40B4-BE49-F238E27FC236}">
                  <a16:creationId xmlns:a16="http://schemas.microsoft.com/office/drawing/2014/main" id="{E9668FA9-962E-46DE-9A70-597E2E1F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977"/>
              <a:ext cx="7" cy="20"/>
            </a:xfrm>
            <a:custGeom>
              <a:avLst/>
              <a:gdLst>
                <a:gd name="T0" fmla="*/ 0 w 6"/>
                <a:gd name="T1" fmla="*/ 31 h 16"/>
                <a:gd name="T2" fmla="*/ 7 w 6"/>
                <a:gd name="T3" fmla="*/ 0 h 16"/>
                <a:gd name="T4" fmla="*/ 7 w 6"/>
                <a:gd name="T5" fmla="*/ 3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0" y="10"/>
                    <a:pt x="2" y="5"/>
                    <a:pt x="4" y="0"/>
                  </a:cubicBezTo>
                  <a:cubicBezTo>
                    <a:pt x="6" y="5"/>
                    <a:pt x="4" y="10"/>
                    <a:pt x="4" y="15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423">
              <a:extLst>
                <a:ext uri="{FF2B5EF4-FFF2-40B4-BE49-F238E27FC236}">
                  <a16:creationId xmlns:a16="http://schemas.microsoft.com/office/drawing/2014/main" id="{D0C325BC-733E-4487-80E6-5540690D3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988"/>
              <a:ext cx="16" cy="14"/>
            </a:xfrm>
            <a:custGeom>
              <a:avLst/>
              <a:gdLst>
                <a:gd name="T0" fmla="*/ 21 w 13"/>
                <a:gd name="T1" fmla="*/ 23 h 11"/>
                <a:gd name="T2" fmla="*/ 0 w 13"/>
                <a:gd name="T3" fmla="*/ 0 h 11"/>
                <a:gd name="T4" fmla="*/ 25 w 13"/>
                <a:gd name="T5" fmla="*/ 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11"/>
                  </a:moveTo>
                  <a:cubicBezTo>
                    <a:pt x="10" y="6"/>
                    <a:pt x="4" y="2"/>
                    <a:pt x="0" y="0"/>
                  </a:cubicBezTo>
                  <a:cubicBezTo>
                    <a:pt x="3" y="4"/>
                    <a:pt x="8" y="7"/>
                    <a:pt x="13" y="9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424">
              <a:extLst>
                <a:ext uri="{FF2B5EF4-FFF2-40B4-BE49-F238E27FC236}">
                  <a16:creationId xmlns:a16="http://schemas.microsoft.com/office/drawing/2014/main" id="{AAC841BE-5E13-4D0C-A554-131CBAD1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972"/>
              <a:ext cx="10" cy="48"/>
            </a:xfrm>
            <a:custGeom>
              <a:avLst/>
              <a:gdLst>
                <a:gd name="T0" fmla="*/ 5 w 8"/>
                <a:gd name="T1" fmla="*/ 77 h 38"/>
                <a:gd name="T2" fmla="*/ 0 w 8"/>
                <a:gd name="T3" fmla="*/ 0 h 38"/>
                <a:gd name="T4" fmla="*/ 5 w 8"/>
                <a:gd name="T5" fmla="*/ 5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8">
                  <a:moveTo>
                    <a:pt x="2" y="38"/>
                  </a:moveTo>
                  <a:cubicBezTo>
                    <a:pt x="5" y="29"/>
                    <a:pt x="8" y="7"/>
                    <a:pt x="0" y="0"/>
                  </a:cubicBezTo>
                  <a:cubicBezTo>
                    <a:pt x="0" y="10"/>
                    <a:pt x="2" y="18"/>
                    <a:pt x="2" y="28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425">
              <a:extLst>
                <a:ext uri="{FF2B5EF4-FFF2-40B4-BE49-F238E27FC236}">
                  <a16:creationId xmlns:a16="http://schemas.microsoft.com/office/drawing/2014/main" id="{8AEB9258-E92B-45BE-9701-1A44E11BD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988"/>
              <a:ext cx="28" cy="19"/>
            </a:xfrm>
            <a:custGeom>
              <a:avLst/>
              <a:gdLst>
                <a:gd name="T0" fmla="*/ 9 w 24"/>
                <a:gd name="T1" fmla="*/ 29 h 15"/>
                <a:gd name="T2" fmla="*/ 39 w 24"/>
                <a:gd name="T3" fmla="*/ 1 h 15"/>
                <a:gd name="T4" fmla="*/ 7 w 24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6" y="14"/>
                  </a:moveTo>
                  <a:cubicBezTo>
                    <a:pt x="12" y="11"/>
                    <a:pt x="19" y="6"/>
                    <a:pt x="24" y="1"/>
                  </a:cubicBezTo>
                  <a:cubicBezTo>
                    <a:pt x="18" y="0"/>
                    <a:pt x="0" y="12"/>
                    <a:pt x="4" y="15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426">
              <a:extLst>
                <a:ext uri="{FF2B5EF4-FFF2-40B4-BE49-F238E27FC236}">
                  <a16:creationId xmlns:a16="http://schemas.microsoft.com/office/drawing/2014/main" id="{2058EADC-F7D5-4D48-A102-6A536DF61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007"/>
              <a:ext cx="19" cy="20"/>
            </a:xfrm>
            <a:custGeom>
              <a:avLst/>
              <a:gdLst>
                <a:gd name="T0" fmla="*/ 0 w 16"/>
                <a:gd name="T1" fmla="*/ 30 h 16"/>
                <a:gd name="T2" fmla="*/ 24 w 16"/>
                <a:gd name="T3" fmla="*/ 0 h 16"/>
                <a:gd name="T4" fmla="*/ 1 w 16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15"/>
                  </a:moveTo>
                  <a:cubicBezTo>
                    <a:pt x="3" y="16"/>
                    <a:pt x="16" y="7"/>
                    <a:pt x="14" y="0"/>
                  </a:cubicBezTo>
                  <a:cubicBezTo>
                    <a:pt x="9" y="2"/>
                    <a:pt x="4" y="6"/>
                    <a:pt x="1" y="10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427">
              <a:extLst>
                <a:ext uri="{FF2B5EF4-FFF2-40B4-BE49-F238E27FC236}">
                  <a16:creationId xmlns:a16="http://schemas.microsoft.com/office/drawing/2014/main" id="{AA3C8403-0529-4905-9326-902D35F4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3029"/>
              <a:ext cx="1" cy="25"/>
            </a:xfrm>
            <a:custGeom>
              <a:avLst/>
              <a:gdLst>
                <a:gd name="T0" fmla="*/ 0 w 1"/>
                <a:gd name="T1" fmla="*/ 39 h 20"/>
                <a:gd name="T2" fmla="*/ 0 w 1"/>
                <a:gd name="T3" fmla="*/ 0 h 20"/>
                <a:gd name="T4" fmla="*/ 1 w 1"/>
                <a:gd name="T5" fmla="*/ 3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0">
                  <a:moveTo>
                    <a:pt x="0" y="20"/>
                  </a:moveTo>
                  <a:cubicBezTo>
                    <a:pt x="0" y="13"/>
                    <a:pt x="0" y="6"/>
                    <a:pt x="0" y="0"/>
                  </a:cubicBezTo>
                  <a:cubicBezTo>
                    <a:pt x="0" y="5"/>
                    <a:pt x="0" y="10"/>
                    <a:pt x="1" y="15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428">
              <a:extLst>
                <a:ext uri="{FF2B5EF4-FFF2-40B4-BE49-F238E27FC236}">
                  <a16:creationId xmlns:a16="http://schemas.microsoft.com/office/drawing/2014/main" id="{78A39618-0407-4847-8DC7-BC08F191F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3031"/>
              <a:ext cx="25" cy="21"/>
            </a:xfrm>
            <a:custGeom>
              <a:avLst/>
              <a:gdLst>
                <a:gd name="T0" fmla="*/ 6 w 21"/>
                <a:gd name="T1" fmla="*/ 31 h 17"/>
                <a:gd name="T2" fmla="*/ 36 w 21"/>
                <a:gd name="T3" fmla="*/ 9 h 17"/>
                <a:gd name="T4" fmla="*/ 0 w 21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3" y="16"/>
                  </a:moveTo>
                  <a:cubicBezTo>
                    <a:pt x="9" y="14"/>
                    <a:pt x="19" y="13"/>
                    <a:pt x="21" y="5"/>
                  </a:cubicBezTo>
                  <a:cubicBezTo>
                    <a:pt x="12" y="0"/>
                    <a:pt x="4" y="14"/>
                    <a:pt x="0" y="17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429">
              <a:extLst>
                <a:ext uri="{FF2B5EF4-FFF2-40B4-BE49-F238E27FC236}">
                  <a16:creationId xmlns:a16="http://schemas.microsoft.com/office/drawing/2014/main" id="{34B1F23D-22DE-4EEC-B05E-913C00274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3040"/>
              <a:ext cx="8" cy="28"/>
            </a:xfrm>
            <a:custGeom>
              <a:avLst/>
              <a:gdLst>
                <a:gd name="T0" fmla="*/ 0 w 7"/>
                <a:gd name="T1" fmla="*/ 41 h 22"/>
                <a:gd name="T2" fmla="*/ 1 w 7"/>
                <a:gd name="T3" fmla="*/ 46 h 22"/>
                <a:gd name="T4" fmla="*/ 7 w 7"/>
                <a:gd name="T5" fmla="*/ 0 h 22"/>
                <a:gd name="T6" fmla="*/ 1 w 7"/>
                <a:gd name="T7" fmla="*/ 3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2">
                  <a:moveTo>
                    <a:pt x="0" y="20"/>
                  </a:moveTo>
                  <a:cubicBezTo>
                    <a:pt x="0" y="21"/>
                    <a:pt x="0" y="22"/>
                    <a:pt x="1" y="22"/>
                  </a:cubicBezTo>
                  <a:cubicBezTo>
                    <a:pt x="7" y="19"/>
                    <a:pt x="6" y="6"/>
                    <a:pt x="4" y="0"/>
                  </a:cubicBezTo>
                  <a:cubicBezTo>
                    <a:pt x="2" y="5"/>
                    <a:pt x="1" y="11"/>
                    <a:pt x="1" y="17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430">
              <a:extLst>
                <a:ext uri="{FF2B5EF4-FFF2-40B4-BE49-F238E27FC236}">
                  <a16:creationId xmlns:a16="http://schemas.microsoft.com/office/drawing/2014/main" id="{7542E0D1-0E62-4918-813D-3023CBCBA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089"/>
              <a:ext cx="17" cy="28"/>
            </a:xfrm>
            <a:custGeom>
              <a:avLst/>
              <a:gdLst>
                <a:gd name="T0" fmla="*/ 2 w 14"/>
                <a:gd name="T1" fmla="*/ 39 h 22"/>
                <a:gd name="T2" fmla="*/ 0 w 14"/>
                <a:gd name="T3" fmla="*/ 46 h 22"/>
                <a:gd name="T4" fmla="*/ 19 w 14"/>
                <a:gd name="T5" fmla="*/ 0 h 22"/>
                <a:gd name="T6" fmla="*/ 0 w 14"/>
                <a:gd name="T7" fmla="*/ 4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2" y="19"/>
                  </a:moveTo>
                  <a:cubicBezTo>
                    <a:pt x="1" y="20"/>
                    <a:pt x="0" y="21"/>
                    <a:pt x="0" y="22"/>
                  </a:cubicBezTo>
                  <a:cubicBezTo>
                    <a:pt x="9" y="22"/>
                    <a:pt x="14" y="7"/>
                    <a:pt x="11" y="0"/>
                  </a:cubicBezTo>
                  <a:cubicBezTo>
                    <a:pt x="5" y="5"/>
                    <a:pt x="3" y="14"/>
                    <a:pt x="0" y="21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431">
              <a:extLst>
                <a:ext uri="{FF2B5EF4-FFF2-40B4-BE49-F238E27FC236}">
                  <a16:creationId xmlns:a16="http://schemas.microsoft.com/office/drawing/2014/main" id="{77444CFA-3AFC-4B77-9EEF-0D091ECA6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959"/>
              <a:ext cx="24" cy="30"/>
            </a:xfrm>
            <a:custGeom>
              <a:avLst/>
              <a:gdLst>
                <a:gd name="T0" fmla="*/ 31 w 21"/>
                <a:gd name="T1" fmla="*/ 48 h 24"/>
                <a:gd name="T2" fmla="*/ 1 w 21"/>
                <a:gd name="T3" fmla="*/ 0 h 24"/>
                <a:gd name="T4" fmla="*/ 27 w 21"/>
                <a:gd name="T5" fmla="*/ 4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17" y="17"/>
                    <a:pt x="9" y="7"/>
                    <a:pt x="1" y="0"/>
                  </a:cubicBezTo>
                  <a:cubicBezTo>
                    <a:pt x="0" y="9"/>
                    <a:pt x="11" y="18"/>
                    <a:pt x="18" y="24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432">
              <a:extLst>
                <a:ext uri="{FF2B5EF4-FFF2-40B4-BE49-F238E27FC236}">
                  <a16:creationId xmlns:a16="http://schemas.microsoft.com/office/drawing/2014/main" id="{2F3670EB-E13D-4169-863D-DE5683A16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998"/>
              <a:ext cx="16" cy="12"/>
            </a:xfrm>
            <a:custGeom>
              <a:avLst/>
              <a:gdLst>
                <a:gd name="T0" fmla="*/ 19 w 14"/>
                <a:gd name="T1" fmla="*/ 21 h 9"/>
                <a:gd name="T2" fmla="*/ 0 w 14"/>
                <a:gd name="T3" fmla="*/ 1 h 9"/>
                <a:gd name="T4" fmla="*/ 21 w 14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9"/>
                  </a:moveTo>
                  <a:cubicBezTo>
                    <a:pt x="11" y="4"/>
                    <a:pt x="6" y="0"/>
                    <a:pt x="0" y="1"/>
                  </a:cubicBezTo>
                  <a:cubicBezTo>
                    <a:pt x="4" y="5"/>
                    <a:pt x="9" y="7"/>
                    <a:pt x="14" y="7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433">
              <a:extLst>
                <a:ext uri="{FF2B5EF4-FFF2-40B4-BE49-F238E27FC236}">
                  <a16:creationId xmlns:a16="http://schemas.microsoft.com/office/drawing/2014/main" id="{974EA614-9AD6-4899-9FB5-D47E850E7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76"/>
              <a:ext cx="13" cy="35"/>
            </a:xfrm>
            <a:custGeom>
              <a:avLst/>
              <a:gdLst>
                <a:gd name="T0" fmla="*/ 17 w 11"/>
                <a:gd name="T1" fmla="*/ 49 h 28"/>
                <a:gd name="T2" fmla="*/ 11 w 11"/>
                <a:gd name="T3" fmla="*/ 49 h 28"/>
                <a:gd name="T4" fmla="*/ 9 w 11"/>
                <a:gd name="T5" fmla="*/ 0 h 28"/>
                <a:gd name="T6" fmla="*/ 9 w 11"/>
                <a:gd name="T7" fmla="*/ 5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8">
                  <a:moveTo>
                    <a:pt x="10" y="25"/>
                  </a:moveTo>
                  <a:cubicBezTo>
                    <a:pt x="9" y="25"/>
                    <a:pt x="8" y="25"/>
                    <a:pt x="7" y="25"/>
                  </a:cubicBezTo>
                  <a:cubicBezTo>
                    <a:pt x="9" y="18"/>
                    <a:pt x="11" y="6"/>
                    <a:pt x="6" y="0"/>
                  </a:cubicBezTo>
                  <a:cubicBezTo>
                    <a:pt x="0" y="6"/>
                    <a:pt x="5" y="20"/>
                    <a:pt x="6" y="28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434">
              <a:extLst>
                <a:ext uri="{FF2B5EF4-FFF2-40B4-BE49-F238E27FC236}">
                  <a16:creationId xmlns:a16="http://schemas.microsoft.com/office/drawing/2014/main" id="{53347B65-8231-48D6-B225-6EB03E652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933"/>
              <a:ext cx="17" cy="22"/>
            </a:xfrm>
            <a:custGeom>
              <a:avLst/>
              <a:gdLst>
                <a:gd name="T0" fmla="*/ 23 w 14"/>
                <a:gd name="T1" fmla="*/ 33 h 18"/>
                <a:gd name="T2" fmla="*/ 0 w 14"/>
                <a:gd name="T3" fmla="*/ 0 h 18"/>
                <a:gd name="T4" fmla="*/ 25 w 14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3" y="18"/>
                  </a:moveTo>
                  <a:cubicBezTo>
                    <a:pt x="9" y="11"/>
                    <a:pt x="6" y="4"/>
                    <a:pt x="0" y="0"/>
                  </a:cubicBezTo>
                  <a:cubicBezTo>
                    <a:pt x="1" y="7"/>
                    <a:pt x="11" y="13"/>
                    <a:pt x="14" y="18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435">
              <a:extLst>
                <a:ext uri="{FF2B5EF4-FFF2-40B4-BE49-F238E27FC236}">
                  <a16:creationId xmlns:a16="http://schemas.microsoft.com/office/drawing/2014/main" id="{5FB494E3-3CA8-4AB1-A8E8-7F0A66DD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932"/>
              <a:ext cx="12" cy="27"/>
            </a:xfrm>
            <a:custGeom>
              <a:avLst/>
              <a:gdLst>
                <a:gd name="T0" fmla="*/ 10 w 10"/>
                <a:gd name="T1" fmla="*/ 41 h 22"/>
                <a:gd name="T2" fmla="*/ 7 w 10"/>
                <a:gd name="T3" fmla="*/ 41 h 22"/>
                <a:gd name="T4" fmla="*/ 16 w 10"/>
                <a:gd name="T5" fmla="*/ 0 h 22"/>
                <a:gd name="T6" fmla="*/ 0 w 10"/>
                <a:gd name="T7" fmla="*/ 3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6" y="22"/>
                  </a:moveTo>
                  <a:cubicBezTo>
                    <a:pt x="5" y="22"/>
                    <a:pt x="5" y="22"/>
                    <a:pt x="4" y="22"/>
                  </a:cubicBezTo>
                  <a:cubicBezTo>
                    <a:pt x="8" y="15"/>
                    <a:pt x="10" y="8"/>
                    <a:pt x="9" y="0"/>
                  </a:cubicBezTo>
                  <a:cubicBezTo>
                    <a:pt x="1" y="1"/>
                    <a:pt x="2" y="15"/>
                    <a:pt x="0" y="21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436">
              <a:extLst>
                <a:ext uri="{FF2B5EF4-FFF2-40B4-BE49-F238E27FC236}">
                  <a16:creationId xmlns:a16="http://schemas.microsoft.com/office/drawing/2014/main" id="{24136635-E8DA-4E26-8810-56F126ED2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974"/>
              <a:ext cx="20" cy="13"/>
            </a:xfrm>
            <a:custGeom>
              <a:avLst/>
              <a:gdLst>
                <a:gd name="T0" fmla="*/ 28 w 17"/>
                <a:gd name="T1" fmla="*/ 22 h 10"/>
                <a:gd name="T2" fmla="*/ 0 w 17"/>
                <a:gd name="T3" fmla="*/ 0 h 10"/>
                <a:gd name="T4" fmla="*/ 26 w 1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7" y="10"/>
                  </a:moveTo>
                  <a:cubicBezTo>
                    <a:pt x="12" y="6"/>
                    <a:pt x="6" y="2"/>
                    <a:pt x="0" y="0"/>
                  </a:cubicBezTo>
                  <a:cubicBezTo>
                    <a:pt x="4" y="4"/>
                    <a:pt x="10" y="9"/>
                    <a:pt x="16" y="10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437">
              <a:extLst>
                <a:ext uri="{FF2B5EF4-FFF2-40B4-BE49-F238E27FC236}">
                  <a16:creationId xmlns:a16="http://schemas.microsoft.com/office/drawing/2014/main" id="{3CBC8123-F2A8-4010-98A8-7A08FB0D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976"/>
              <a:ext cx="14" cy="13"/>
            </a:xfrm>
            <a:custGeom>
              <a:avLst/>
              <a:gdLst>
                <a:gd name="T0" fmla="*/ 6 w 12"/>
                <a:gd name="T1" fmla="*/ 18 h 11"/>
                <a:gd name="T2" fmla="*/ 19 w 12"/>
                <a:gd name="T3" fmla="*/ 0 h 11"/>
                <a:gd name="T4" fmla="*/ 0 w 12"/>
                <a:gd name="T5" fmla="*/ 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3" y="11"/>
                  </a:moveTo>
                  <a:cubicBezTo>
                    <a:pt x="7" y="11"/>
                    <a:pt x="11" y="5"/>
                    <a:pt x="12" y="0"/>
                  </a:cubicBezTo>
                  <a:cubicBezTo>
                    <a:pt x="8" y="3"/>
                    <a:pt x="5" y="8"/>
                    <a:pt x="0" y="11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438">
              <a:extLst>
                <a:ext uri="{FF2B5EF4-FFF2-40B4-BE49-F238E27FC236}">
                  <a16:creationId xmlns:a16="http://schemas.microsoft.com/office/drawing/2014/main" id="{AFEBA4C6-4ED2-4311-80B6-D6B5BA3EA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928"/>
              <a:ext cx="17" cy="20"/>
            </a:xfrm>
            <a:custGeom>
              <a:avLst/>
              <a:gdLst>
                <a:gd name="T0" fmla="*/ 25 w 14"/>
                <a:gd name="T1" fmla="*/ 31 h 16"/>
                <a:gd name="T2" fmla="*/ 0 w 14"/>
                <a:gd name="T3" fmla="*/ 0 h 16"/>
                <a:gd name="T4" fmla="*/ 25 w 14"/>
                <a:gd name="T5" fmla="*/ 2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14" y="16"/>
                  </a:moveTo>
                  <a:cubicBezTo>
                    <a:pt x="13" y="9"/>
                    <a:pt x="6" y="1"/>
                    <a:pt x="0" y="0"/>
                  </a:cubicBezTo>
                  <a:cubicBezTo>
                    <a:pt x="0" y="6"/>
                    <a:pt x="10" y="10"/>
                    <a:pt x="14" y="14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439">
              <a:extLst>
                <a:ext uri="{FF2B5EF4-FFF2-40B4-BE49-F238E27FC236}">
                  <a16:creationId xmlns:a16="http://schemas.microsoft.com/office/drawing/2014/main" id="{AEF47264-C09C-459D-81D0-BB84E2CC8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932"/>
              <a:ext cx="14" cy="18"/>
            </a:xfrm>
            <a:custGeom>
              <a:avLst/>
              <a:gdLst>
                <a:gd name="T0" fmla="*/ 7 w 12"/>
                <a:gd name="T1" fmla="*/ 24 h 15"/>
                <a:gd name="T2" fmla="*/ 19 w 12"/>
                <a:gd name="T3" fmla="*/ 0 h 15"/>
                <a:gd name="T4" fmla="*/ 0 w 12"/>
                <a:gd name="T5" fmla="*/ 2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4" y="14"/>
                  </a:moveTo>
                  <a:cubicBezTo>
                    <a:pt x="5" y="15"/>
                    <a:pt x="11" y="3"/>
                    <a:pt x="12" y="0"/>
                  </a:cubicBezTo>
                  <a:cubicBezTo>
                    <a:pt x="7" y="2"/>
                    <a:pt x="2" y="7"/>
                    <a:pt x="0" y="13"/>
                  </a:cubicBezTo>
                </a:path>
              </a:pathLst>
            </a:custGeom>
            <a:solidFill>
              <a:srgbClr val="4F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3" name="Text Box 450">
              <a:extLst>
                <a:ext uri="{FF2B5EF4-FFF2-40B4-BE49-F238E27FC236}">
                  <a16:creationId xmlns:a16="http://schemas.microsoft.com/office/drawing/2014/main" id="{3FB70144-77A2-44BB-8A74-3D3F1EB590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0" y="3212"/>
              <a:ext cx="55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/>
                <a:t>Thyme</a:t>
              </a: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>
            <a:extLst>
              <a:ext uri="{FF2B5EF4-FFF2-40B4-BE49-F238E27FC236}">
                <a16:creationId xmlns:a16="http://schemas.microsoft.com/office/drawing/2014/main" id="{CFD4B02D-014E-42CE-B187-352ECA38CD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lnSpc>
                <a:spcPct val="75000"/>
              </a:lnSpc>
              <a:defRPr/>
            </a:pPr>
            <a:r>
              <a:rPr lang="fr-FR" altLang="x-none" sz="5067"/>
              <a:t>Crockery (1)</a:t>
            </a:r>
          </a:p>
        </p:txBody>
      </p:sp>
      <p:grpSp>
        <p:nvGrpSpPr>
          <p:cNvPr id="39938" name="Empty-light-blue-plate">
            <a:extLst>
              <a:ext uri="{FF2B5EF4-FFF2-40B4-BE49-F238E27FC236}">
                <a16:creationId xmlns:a16="http://schemas.microsoft.com/office/drawing/2014/main" id="{8193C134-BAC8-4D94-A06A-EA6D70534FB4}"/>
              </a:ext>
            </a:extLst>
          </p:cNvPr>
          <p:cNvGrpSpPr>
            <a:grpSpLocks/>
          </p:cNvGrpSpPr>
          <p:nvPr/>
        </p:nvGrpSpPr>
        <p:grpSpPr bwMode="auto">
          <a:xfrm>
            <a:off x="2944813" y="1379538"/>
            <a:ext cx="2238375" cy="1905000"/>
            <a:chOff x="2293" y="944"/>
            <a:chExt cx="1410" cy="1200"/>
          </a:xfrm>
        </p:grpSpPr>
        <p:sp>
          <p:nvSpPr>
            <p:cNvPr id="40125" name="Freeform 4">
              <a:extLst>
                <a:ext uri="{FF2B5EF4-FFF2-40B4-BE49-F238E27FC236}">
                  <a16:creationId xmlns:a16="http://schemas.microsoft.com/office/drawing/2014/main" id="{FD3224F5-1727-4E9C-B6A9-33A41A98C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944"/>
              <a:ext cx="1410" cy="1200"/>
            </a:xfrm>
            <a:custGeom>
              <a:avLst/>
              <a:gdLst>
                <a:gd name="T0" fmla="*/ 145 w 564"/>
                <a:gd name="T1" fmla="*/ 4245 h 450"/>
                <a:gd name="T2" fmla="*/ 720 w 564"/>
                <a:gd name="T3" fmla="*/ 6827 h 450"/>
                <a:gd name="T4" fmla="*/ 4050 w 564"/>
                <a:gd name="T5" fmla="*/ 8533 h 450"/>
                <a:gd name="T6" fmla="*/ 8645 w 564"/>
                <a:gd name="T7" fmla="*/ 4608 h 450"/>
                <a:gd name="T8" fmla="*/ 8050 w 564"/>
                <a:gd name="T9" fmla="*/ 1784 h 450"/>
                <a:gd name="T10" fmla="*/ 4770 w 564"/>
                <a:gd name="T11" fmla="*/ 0 h 450"/>
                <a:gd name="T12" fmla="*/ 145 w 564"/>
                <a:gd name="T13" fmla="*/ 4245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4" h="450">
                  <a:moveTo>
                    <a:pt x="9" y="224"/>
                  </a:moveTo>
                  <a:cubicBezTo>
                    <a:pt x="0" y="272"/>
                    <a:pt x="13" y="320"/>
                    <a:pt x="46" y="360"/>
                  </a:cubicBezTo>
                  <a:cubicBezTo>
                    <a:pt x="93" y="417"/>
                    <a:pt x="173" y="450"/>
                    <a:pt x="259" y="450"/>
                  </a:cubicBezTo>
                  <a:cubicBezTo>
                    <a:pt x="408" y="450"/>
                    <a:pt x="526" y="367"/>
                    <a:pt x="553" y="243"/>
                  </a:cubicBezTo>
                  <a:cubicBezTo>
                    <a:pt x="564" y="191"/>
                    <a:pt x="551" y="138"/>
                    <a:pt x="515" y="94"/>
                  </a:cubicBezTo>
                  <a:cubicBezTo>
                    <a:pt x="468" y="35"/>
                    <a:pt x="389" y="0"/>
                    <a:pt x="305" y="0"/>
                  </a:cubicBezTo>
                  <a:cubicBezTo>
                    <a:pt x="155" y="0"/>
                    <a:pt x="33" y="92"/>
                    <a:pt x="9" y="224"/>
                  </a:cubicBezTo>
                  <a:close/>
                </a:path>
              </a:pathLst>
            </a:custGeom>
            <a:solidFill>
              <a:srgbClr val="DAE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5">
              <a:extLst>
                <a:ext uri="{FF2B5EF4-FFF2-40B4-BE49-F238E27FC236}">
                  <a16:creationId xmlns:a16="http://schemas.microsoft.com/office/drawing/2014/main" id="{27CB5116-4779-4FBA-82DE-A47BE8F15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984"/>
              <a:ext cx="1400" cy="1123"/>
            </a:xfrm>
            <a:custGeom>
              <a:avLst/>
              <a:gdLst>
                <a:gd name="T0" fmla="*/ 345 w 560"/>
                <a:gd name="T1" fmla="*/ 3985 h 421"/>
                <a:gd name="T2" fmla="*/ 4708 w 560"/>
                <a:gd name="T3" fmla="*/ 0 h 421"/>
                <a:gd name="T4" fmla="*/ 8345 w 560"/>
                <a:gd name="T5" fmla="*/ 4289 h 421"/>
                <a:gd name="T6" fmla="*/ 4020 w 560"/>
                <a:gd name="T7" fmla="*/ 7992 h 421"/>
                <a:gd name="T8" fmla="*/ 345 w 560"/>
                <a:gd name="T9" fmla="*/ 3985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0" h="421">
                  <a:moveTo>
                    <a:pt x="22" y="210"/>
                  </a:moveTo>
                  <a:cubicBezTo>
                    <a:pt x="45" y="85"/>
                    <a:pt x="159" y="0"/>
                    <a:pt x="301" y="0"/>
                  </a:cubicBezTo>
                  <a:cubicBezTo>
                    <a:pt x="443" y="0"/>
                    <a:pt x="560" y="106"/>
                    <a:pt x="534" y="226"/>
                  </a:cubicBezTo>
                  <a:cubicBezTo>
                    <a:pt x="509" y="339"/>
                    <a:pt x="399" y="421"/>
                    <a:pt x="257" y="421"/>
                  </a:cubicBezTo>
                  <a:cubicBezTo>
                    <a:pt x="115" y="421"/>
                    <a:pt x="0" y="324"/>
                    <a:pt x="22" y="210"/>
                  </a:cubicBezTo>
                  <a:close/>
                </a:path>
              </a:pathLst>
            </a:custGeom>
            <a:solidFill>
              <a:srgbClr val="C5D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6">
              <a:extLst>
                <a:ext uri="{FF2B5EF4-FFF2-40B4-BE49-F238E27FC236}">
                  <a16:creationId xmlns:a16="http://schemas.microsoft.com/office/drawing/2014/main" id="{7EF12095-0E04-4581-AAAF-29A05B4F2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064"/>
              <a:ext cx="1100" cy="1043"/>
            </a:xfrm>
            <a:custGeom>
              <a:avLst/>
              <a:gdLst>
                <a:gd name="T0" fmla="*/ 4925 w 440"/>
                <a:gd name="T1" fmla="*/ 0 h 391"/>
                <a:gd name="T2" fmla="*/ 6408 w 440"/>
                <a:gd name="T3" fmla="*/ 3585 h 391"/>
                <a:gd name="T4" fmla="*/ 2083 w 440"/>
                <a:gd name="T5" fmla="*/ 7288 h 391"/>
                <a:gd name="T6" fmla="*/ 0 w 440"/>
                <a:gd name="T7" fmla="*/ 6703 h 391"/>
                <a:gd name="T8" fmla="*/ 2270 w 440"/>
                <a:gd name="T9" fmla="*/ 7421 h 391"/>
                <a:gd name="T10" fmla="*/ 6595 w 440"/>
                <a:gd name="T11" fmla="*/ 3721 h 391"/>
                <a:gd name="T12" fmla="*/ 4925 w 440"/>
                <a:gd name="T13" fmla="*/ 0 h 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0" h="391">
                  <a:moveTo>
                    <a:pt x="315" y="0"/>
                  </a:moveTo>
                  <a:cubicBezTo>
                    <a:pt x="385" y="41"/>
                    <a:pt x="427" y="112"/>
                    <a:pt x="410" y="189"/>
                  </a:cubicBezTo>
                  <a:cubicBezTo>
                    <a:pt x="386" y="303"/>
                    <a:pt x="276" y="384"/>
                    <a:pt x="133" y="384"/>
                  </a:cubicBezTo>
                  <a:cubicBezTo>
                    <a:pt x="84" y="384"/>
                    <a:pt x="39" y="373"/>
                    <a:pt x="0" y="353"/>
                  </a:cubicBezTo>
                  <a:cubicBezTo>
                    <a:pt x="41" y="377"/>
                    <a:pt x="91" y="391"/>
                    <a:pt x="145" y="391"/>
                  </a:cubicBezTo>
                  <a:cubicBezTo>
                    <a:pt x="287" y="391"/>
                    <a:pt x="397" y="309"/>
                    <a:pt x="422" y="196"/>
                  </a:cubicBezTo>
                  <a:cubicBezTo>
                    <a:pt x="440" y="115"/>
                    <a:pt x="392" y="40"/>
                    <a:pt x="315" y="0"/>
                  </a:cubicBezTo>
                  <a:close/>
                </a:path>
              </a:pathLst>
            </a:custGeom>
            <a:solidFill>
              <a:srgbClr val="A0B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7">
              <a:extLst>
                <a:ext uri="{FF2B5EF4-FFF2-40B4-BE49-F238E27FC236}">
                  <a16:creationId xmlns:a16="http://schemas.microsoft.com/office/drawing/2014/main" id="{03827D78-201B-45BC-939A-3EFC1C91D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984"/>
              <a:ext cx="1185" cy="957"/>
            </a:xfrm>
            <a:custGeom>
              <a:avLst/>
              <a:gdLst>
                <a:gd name="T0" fmla="*/ 345 w 474"/>
                <a:gd name="T1" fmla="*/ 4185 h 359"/>
                <a:gd name="T2" fmla="*/ 4708 w 474"/>
                <a:gd name="T3" fmla="*/ 192 h 359"/>
                <a:gd name="T4" fmla="*/ 7408 w 474"/>
                <a:gd name="T5" fmla="*/ 1365 h 359"/>
                <a:gd name="T6" fmla="*/ 4533 w 474"/>
                <a:gd name="T7" fmla="*/ 0 h 359"/>
                <a:gd name="T8" fmla="*/ 175 w 474"/>
                <a:gd name="T9" fmla="*/ 3980 h 359"/>
                <a:gd name="T10" fmla="*/ 1063 w 474"/>
                <a:gd name="T11" fmla="*/ 6800 h 359"/>
                <a:gd name="T12" fmla="*/ 345 w 474"/>
                <a:gd name="T13" fmla="*/ 4185 h 3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4" h="359">
                  <a:moveTo>
                    <a:pt x="22" y="221"/>
                  </a:moveTo>
                  <a:cubicBezTo>
                    <a:pt x="45" y="96"/>
                    <a:pt x="159" y="10"/>
                    <a:pt x="301" y="10"/>
                  </a:cubicBezTo>
                  <a:cubicBezTo>
                    <a:pt x="369" y="10"/>
                    <a:pt x="430" y="34"/>
                    <a:pt x="474" y="72"/>
                  </a:cubicBezTo>
                  <a:cubicBezTo>
                    <a:pt x="430" y="28"/>
                    <a:pt x="364" y="0"/>
                    <a:pt x="290" y="0"/>
                  </a:cubicBezTo>
                  <a:cubicBezTo>
                    <a:pt x="148" y="0"/>
                    <a:pt x="34" y="85"/>
                    <a:pt x="11" y="210"/>
                  </a:cubicBezTo>
                  <a:cubicBezTo>
                    <a:pt x="0" y="268"/>
                    <a:pt x="24" y="321"/>
                    <a:pt x="68" y="359"/>
                  </a:cubicBezTo>
                  <a:cubicBezTo>
                    <a:pt x="31" y="322"/>
                    <a:pt x="12" y="273"/>
                    <a:pt x="22" y="221"/>
                  </a:cubicBezTo>
                  <a:close/>
                </a:path>
              </a:pathLst>
            </a:custGeom>
            <a:solidFill>
              <a:srgbClr val="AFC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8">
              <a:extLst>
                <a:ext uri="{FF2B5EF4-FFF2-40B4-BE49-F238E27FC236}">
                  <a16:creationId xmlns:a16="http://schemas.microsoft.com/office/drawing/2014/main" id="{9F0B4CEE-EBE6-4855-859D-1DD8F0E5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069"/>
              <a:ext cx="1133" cy="950"/>
            </a:xfrm>
            <a:custGeom>
              <a:avLst/>
              <a:gdLst>
                <a:gd name="T0" fmla="*/ 563 w 453"/>
                <a:gd name="T1" fmla="*/ 5398 h 356"/>
                <a:gd name="T2" fmla="*/ 113 w 453"/>
                <a:gd name="T3" fmla="*/ 3405 h 356"/>
                <a:gd name="T4" fmla="*/ 3847 w 453"/>
                <a:gd name="T5" fmla="*/ 0 h 356"/>
                <a:gd name="T6" fmla="*/ 6493 w 453"/>
                <a:gd name="T7" fmla="*/ 1425 h 356"/>
                <a:gd name="T8" fmla="*/ 6943 w 453"/>
                <a:gd name="T9" fmla="*/ 3611 h 356"/>
                <a:gd name="T10" fmla="*/ 3254 w 453"/>
                <a:gd name="T11" fmla="*/ 6765 h 356"/>
                <a:gd name="T12" fmla="*/ 563 w 453"/>
                <a:gd name="T13" fmla="*/ 5398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3" h="356">
                  <a:moveTo>
                    <a:pt x="36" y="284"/>
                  </a:moveTo>
                  <a:cubicBezTo>
                    <a:pt x="10" y="253"/>
                    <a:pt x="0" y="217"/>
                    <a:pt x="7" y="179"/>
                  </a:cubicBezTo>
                  <a:cubicBezTo>
                    <a:pt x="27" y="74"/>
                    <a:pt x="126" y="0"/>
                    <a:pt x="246" y="0"/>
                  </a:cubicBezTo>
                  <a:cubicBezTo>
                    <a:pt x="314" y="0"/>
                    <a:pt x="377" y="28"/>
                    <a:pt x="415" y="75"/>
                  </a:cubicBezTo>
                  <a:cubicBezTo>
                    <a:pt x="443" y="109"/>
                    <a:pt x="453" y="150"/>
                    <a:pt x="444" y="190"/>
                  </a:cubicBezTo>
                  <a:cubicBezTo>
                    <a:pt x="423" y="290"/>
                    <a:pt x="328" y="356"/>
                    <a:pt x="208" y="356"/>
                  </a:cubicBezTo>
                  <a:cubicBezTo>
                    <a:pt x="138" y="356"/>
                    <a:pt x="74" y="330"/>
                    <a:pt x="36" y="284"/>
                  </a:cubicBezTo>
                  <a:close/>
                </a:path>
              </a:pathLst>
            </a:custGeom>
            <a:solidFill>
              <a:srgbClr val="E9F1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9">
              <a:extLst>
                <a:ext uri="{FF2B5EF4-FFF2-40B4-BE49-F238E27FC236}">
                  <a16:creationId xmlns:a16="http://schemas.microsoft.com/office/drawing/2014/main" id="{A6727E66-9977-4C5F-94D5-E050B63A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083"/>
              <a:ext cx="1095" cy="922"/>
            </a:xfrm>
            <a:custGeom>
              <a:avLst/>
              <a:gdLst>
                <a:gd name="T0" fmla="*/ 6283 w 438"/>
                <a:gd name="T1" fmla="*/ 1399 h 346"/>
                <a:gd name="T2" fmla="*/ 5645 w 438"/>
                <a:gd name="T3" fmla="*/ 703 h 346"/>
                <a:gd name="T4" fmla="*/ 5595 w 438"/>
                <a:gd name="T5" fmla="*/ 661 h 346"/>
                <a:gd name="T6" fmla="*/ 5563 w 438"/>
                <a:gd name="T7" fmla="*/ 645 h 346"/>
                <a:gd name="T8" fmla="*/ 5563 w 438"/>
                <a:gd name="T9" fmla="*/ 645 h 346"/>
                <a:gd name="T10" fmla="*/ 3708 w 438"/>
                <a:gd name="T11" fmla="*/ 0 h 346"/>
                <a:gd name="T12" fmla="*/ 113 w 438"/>
                <a:gd name="T13" fmla="*/ 3272 h 346"/>
                <a:gd name="T14" fmla="*/ 550 w 438"/>
                <a:gd name="T15" fmla="*/ 5204 h 346"/>
                <a:gd name="T16" fmla="*/ 783 w 438"/>
                <a:gd name="T17" fmla="*/ 5489 h 346"/>
                <a:gd name="T18" fmla="*/ 375 w 438"/>
                <a:gd name="T19" fmla="*/ 3635 h 346"/>
                <a:gd name="T20" fmla="*/ 3988 w 438"/>
                <a:gd name="T21" fmla="*/ 362 h 346"/>
                <a:gd name="T22" fmla="*/ 5408 w 438"/>
                <a:gd name="T23" fmla="*/ 717 h 346"/>
                <a:gd name="T24" fmla="*/ 6458 w 438"/>
                <a:gd name="T25" fmla="*/ 1945 h 346"/>
                <a:gd name="T26" fmla="*/ 6550 w 438"/>
                <a:gd name="T27" fmla="*/ 3366 h 346"/>
                <a:gd name="T28" fmla="*/ 2970 w 438"/>
                <a:gd name="T29" fmla="*/ 6411 h 346"/>
                <a:gd name="T30" fmla="*/ 1050 w 438"/>
                <a:gd name="T31" fmla="*/ 5772 h 346"/>
                <a:gd name="T32" fmla="*/ 3145 w 438"/>
                <a:gd name="T33" fmla="*/ 6547 h 346"/>
                <a:gd name="T34" fmla="*/ 6720 w 438"/>
                <a:gd name="T35" fmla="*/ 3523 h 346"/>
                <a:gd name="T36" fmla="*/ 6283 w 438"/>
                <a:gd name="T37" fmla="*/ 1399 h 3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8" h="346">
                  <a:moveTo>
                    <a:pt x="402" y="74"/>
                  </a:moveTo>
                  <a:cubicBezTo>
                    <a:pt x="390" y="60"/>
                    <a:pt x="376" y="48"/>
                    <a:pt x="361" y="37"/>
                  </a:cubicBezTo>
                  <a:cubicBezTo>
                    <a:pt x="360" y="37"/>
                    <a:pt x="359" y="36"/>
                    <a:pt x="358" y="35"/>
                  </a:cubicBezTo>
                  <a:cubicBezTo>
                    <a:pt x="357" y="35"/>
                    <a:pt x="356" y="34"/>
                    <a:pt x="356" y="34"/>
                  </a:cubicBezTo>
                  <a:cubicBezTo>
                    <a:pt x="356" y="34"/>
                    <a:pt x="356" y="34"/>
                    <a:pt x="356" y="34"/>
                  </a:cubicBezTo>
                  <a:cubicBezTo>
                    <a:pt x="323" y="13"/>
                    <a:pt x="281" y="0"/>
                    <a:pt x="237" y="0"/>
                  </a:cubicBezTo>
                  <a:cubicBezTo>
                    <a:pt x="121" y="0"/>
                    <a:pt x="26" y="72"/>
                    <a:pt x="7" y="173"/>
                  </a:cubicBezTo>
                  <a:cubicBezTo>
                    <a:pt x="0" y="209"/>
                    <a:pt x="10" y="244"/>
                    <a:pt x="35" y="275"/>
                  </a:cubicBezTo>
                  <a:cubicBezTo>
                    <a:pt x="39" y="280"/>
                    <a:pt x="44" y="285"/>
                    <a:pt x="50" y="290"/>
                  </a:cubicBezTo>
                  <a:cubicBezTo>
                    <a:pt x="27" y="261"/>
                    <a:pt x="18" y="227"/>
                    <a:pt x="24" y="192"/>
                  </a:cubicBezTo>
                  <a:cubicBezTo>
                    <a:pt x="43" y="90"/>
                    <a:pt x="138" y="19"/>
                    <a:pt x="255" y="19"/>
                  </a:cubicBezTo>
                  <a:cubicBezTo>
                    <a:pt x="287" y="19"/>
                    <a:pt x="318" y="26"/>
                    <a:pt x="346" y="38"/>
                  </a:cubicBezTo>
                  <a:cubicBezTo>
                    <a:pt x="361" y="45"/>
                    <a:pt x="397" y="62"/>
                    <a:pt x="413" y="103"/>
                  </a:cubicBezTo>
                  <a:cubicBezTo>
                    <a:pt x="422" y="127"/>
                    <a:pt x="425" y="153"/>
                    <a:pt x="419" y="178"/>
                  </a:cubicBezTo>
                  <a:cubicBezTo>
                    <a:pt x="398" y="274"/>
                    <a:pt x="306" y="339"/>
                    <a:pt x="190" y="339"/>
                  </a:cubicBezTo>
                  <a:cubicBezTo>
                    <a:pt x="145" y="339"/>
                    <a:pt x="101" y="327"/>
                    <a:pt x="67" y="305"/>
                  </a:cubicBezTo>
                  <a:cubicBezTo>
                    <a:pt x="103" y="331"/>
                    <a:pt x="150" y="346"/>
                    <a:pt x="201" y="346"/>
                  </a:cubicBezTo>
                  <a:cubicBezTo>
                    <a:pt x="317" y="346"/>
                    <a:pt x="409" y="282"/>
                    <a:pt x="430" y="186"/>
                  </a:cubicBezTo>
                  <a:cubicBezTo>
                    <a:pt x="438" y="147"/>
                    <a:pt x="428" y="107"/>
                    <a:pt x="402" y="74"/>
                  </a:cubicBezTo>
                  <a:close/>
                </a:path>
              </a:pathLst>
            </a:custGeom>
            <a:solidFill>
              <a:srgbClr val="D4E5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10">
              <a:extLst>
                <a:ext uri="{FF2B5EF4-FFF2-40B4-BE49-F238E27FC236}">
                  <a16:creationId xmlns:a16="http://schemas.microsoft.com/office/drawing/2014/main" id="{BA9122FD-2F2D-46C3-A2D5-35C90D31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133"/>
              <a:ext cx="600" cy="600"/>
            </a:xfrm>
            <a:custGeom>
              <a:avLst/>
              <a:gdLst>
                <a:gd name="T0" fmla="*/ 3750 w 240"/>
                <a:gd name="T1" fmla="*/ 0 h 225"/>
                <a:gd name="T2" fmla="*/ 145 w 240"/>
                <a:gd name="T3" fmla="*/ 3277 h 225"/>
                <a:gd name="T4" fmla="*/ 175 w 240"/>
                <a:gd name="T5" fmla="*/ 4267 h 225"/>
                <a:gd name="T6" fmla="*/ 3750 w 240"/>
                <a:gd name="T7" fmla="*/ 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0" h="225">
                  <a:moveTo>
                    <a:pt x="240" y="0"/>
                  </a:moveTo>
                  <a:cubicBezTo>
                    <a:pt x="123" y="0"/>
                    <a:pt x="28" y="71"/>
                    <a:pt x="9" y="173"/>
                  </a:cubicBezTo>
                  <a:cubicBezTo>
                    <a:pt x="6" y="191"/>
                    <a:pt x="7" y="208"/>
                    <a:pt x="11" y="225"/>
                  </a:cubicBezTo>
                  <a:cubicBezTo>
                    <a:pt x="0" y="174"/>
                    <a:pt x="54" y="10"/>
                    <a:pt x="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11">
              <a:extLst>
                <a:ext uri="{FF2B5EF4-FFF2-40B4-BE49-F238E27FC236}">
                  <a16:creationId xmlns:a16="http://schemas.microsoft.com/office/drawing/2014/main" id="{71535A27-13B6-4535-85EB-9878BE7D3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984"/>
              <a:ext cx="1400" cy="1123"/>
            </a:xfrm>
            <a:custGeom>
              <a:avLst/>
              <a:gdLst>
                <a:gd name="T0" fmla="*/ 345 w 560"/>
                <a:gd name="T1" fmla="*/ 3985 h 421"/>
                <a:gd name="T2" fmla="*/ 4708 w 560"/>
                <a:gd name="T3" fmla="*/ 0 h 421"/>
                <a:gd name="T4" fmla="*/ 8345 w 560"/>
                <a:gd name="T5" fmla="*/ 4289 h 421"/>
                <a:gd name="T6" fmla="*/ 4020 w 560"/>
                <a:gd name="T7" fmla="*/ 7992 h 421"/>
                <a:gd name="T8" fmla="*/ 345 w 560"/>
                <a:gd name="T9" fmla="*/ 3985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0" h="421">
                  <a:moveTo>
                    <a:pt x="22" y="210"/>
                  </a:moveTo>
                  <a:cubicBezTo>
                    <a:pt x="45" y="85"/>
                    <a:pt x="159" y="0"/>
                    <a:pt x="301" y="0"/>
                  </a:cubicBezTo>
                  <a:cubicBezTo>
                    <a:pt x="443" y="0"/>
                    <a:pt x="560" y="106"/>
                    <a:pt x="534" y="226"/>
                  </a:cubicBezTo>
                  <a:cubicBezTo>
                    <a:pt x="509" y="339"/>
                    <a:pt x="399" y="421"/>
                    <a:pt x="257" y="421"/>
                  </a:cubicBezTo>
                  <a:cubicBezTo>
                    <a:pt x="115" y="421"/>
                    <a:pt x="0" y="324"/>
                    <a:pt x="22" y="21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12">
              <a:extLst>
                <a:ext uri="{FF2B5EF4-FFF2-40B4-BE49-F238E27FC236}">
                  <a16:creationId xmlns:a16="http://schemas.microsoft.com/office/drawing/2014/main" id="{7FA36C21-F36A-4A16-AD6B-7409F37CA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944"/>
              <a:ext cx="1410" cy="1200"/>
            </a:xfrm>
            <a:custGeom>
              <a:avLst/>
              <a:gdLst>
                <a:gd name="T0" fmla="*/ 145 w 564"/>
                <a:gd name="T1" fmla="*/ 4245 h 450"/>
                <a:gd name="T2" fmla="*/ 720 w 564"/>
                <a:gd name="T3" fmla="*/ 6827 h 450"/>
                <a:gd name="T4" fmla="*/ 4050 w 564"/>
                <a:gd name="T5" fmla="*/ 8533 h 450"/>
                <a:gd name="T6" fmla="*/ 8645 w 564"/>
                <a:gd name="T7" fmla="*/ 4608 h 450"/>
                <a:gd name="T8" fmla="*/ 8050 w 564"/>
                <a:gd name="T9" fmla="*/ 1784 h 450"/>
                <a:gd name="T10" fmla="*/ 4770 w 564"/>
                <a:gd name="T11" fmla="*/ 0 h 450"/>
                <a:gd name="T12" fmla="*/ 145 w 564"/>
                <a:gd name="T13" fmla="*/ 4245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4" h="450">
                  <a:moveTo>
                    <a:pt x="9" y="224"/>
                  </a:moveTo>
                  <a:cubicBezTo>
                    <a:pt x="0" y="272"/>
                    <a:pt x="13" y="320"/>
                    <a:pt x="46" y="360"/>
                  </a:cubicBezTo>
                  <a:cubicBezTo>
                    <a:pt x="93" y="417"/>
                    <a:pt x="173" y="450"/>
                    <a:pt x="259" y="450"/>
                  </a:cubicBezTo>
                  <a:cubicBezTo>
                    <a:pt x="408" y="450"/>
                    <a:pt x="526" y="367"/>
                    <a:pt x="553" y="243"/>
                  </a:cubicBezTo>
                  <a:cubicBezTo>
                    <a:pt x="564" y="191"/>
                    <a:pt x="551" y="138"/>
                    <a:pt x="515" y="94"/>
                  </a:cubicBezTo>
                  <a:cubicBezTo>
                    <a:pt x="468" y="35"/>
                    <a:pt x="389" y="0"/>
                    <a:pt x="305" y="0"/>
                  </a:cubicBezTo>
                  <a:cubicBezTo>
                    <a:pt x="155" y="0"/>
                    <a:pt x="33" y="92"/>
                    <a:pt x="9" y="2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13">
              <a:extLst>
                <a:ext uri="{FF2B5EF4-FFF2-40B4-BE49-F238E27FC236}">
                  <a16:creationId xmlns:a16="http://schemas.microsoft.com/office/drawing/2014/main" id="{E141D47C-DA4A-4BF5-8467-0A6FB3217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069"/>
              <a:ext cx="1133" cy="950"/>
            </a:xfrm>
            <a:custGeom>
              <a:avLst/>
              <a:gdLst>
                <a:gd name="T0" fmla="*/ 563 w 453"/>
                <a:gd name="T1" fmla="*/ 5398 h 356"/>
                <a:gd name="T2" fmla="*/ 113 w 453"/>
                <a:gd name="T3" fmla="*/ 3405 h 356"/>
                <a:gd name="T4" fmla="*/ 3847 w 453"/>
                <a:gd name="T5" fmla="*/ 0 h 356"/>
                <a:gd name="T6" fmla="*/ 6493 w 453"/>
                <a:gd name="T7" fmla="*/ 1425 h 356"/>
                <a:gd name="T8" fmla="*/ 6943 w 453"/>
                <a:gd name="T9" fmla="*/ 3611 h 356"/>
                <a:gd name="T10" fmla="*/ 3254 w 453"/>
                <a:gd name="T11" fmla="*/ 6765 h 356"/>
                <a:gd name="T12" fmla="*/ 563 w 453"/>
                <a:gd name="T13" fmla="*/ 5398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3" h="356">
                  <a:moveTo>
                    <a:pt x="36" y="284"/>
                  </a:moveTo>
                  <a:cubicBezTo>
                    <a:pt x="10" y="253"/>
                    <a:pt x="0" y="217"/>
                    <a:pt x="7" y="179"/>
                  </a:cubicBezTo>
                  <a:cubicBezTo>
                    <a:pt x="27" y="74"/>
                    <a:pt x="126" y="0"/>
                    <a:pt x="246" y="0"/>
                  </a:cubicBezTo>
                  <a:cubicBezTo>
                    <a:pt x="314" y="0"/>
                    <a:pt x="377" y="28"/>
                    <a:pt x="415" y="75"/>
                  </a:cubicBezTo>
                  <a:cubicBezTo>
                    <a:pt x="443" y="109"/>
                    <a:pt x="453" y="150"/>
                    <a:pt x="444" y="190"/>
                  </a:cubicBezTo>
                  <a:cubicBezTo>
                    <a:pt x="423" y="290"/>
                    <a:pt x="328" y="356"/>
                    <a:pt x="208" y="356"/>
                  </a:cubicBezTo>
                  <a:cubicBezTo>
                    <a:pt x="138" y="356"/>
                    <a:pt x="74" y="330"/>
                    <a:pt x="36" y="284"/>
                  </a:cubicBezTo>
                  <a:close/>
                </a:path>
              </a:pathLst>
            </a:custGeom>
            <a:noFill/>
            <a:ln w="7938" cap="flat">
              <a:solidFill>
                <a:srgbClr val="84A7C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Group 14">
            <a:extLst>
              <a:ext uri="{FF2B5EF4-FFF2-40B4-BE49-F238E27FC236}">
                <a16:creationId xmlns:a16="http://schemas.microsoft.com/office/drawing/2014/main" id="{F82909DE-A0C9-4B31-A245-830E18EB4581}"/>
              </a:ext>
            </a:extLst>
          </p:cNvPr>
          <p:cNvGrpSpPr>
            <a:grpSpLocks/>
          </p:cNvGrpSpPr>
          <p:nvPr/>
        </p:nvGrpSpPr>
        <p:grpSpPr bwMode="auto">
          <a:xfrm>
            <a:off x="5065713" y="1344613"/>
            <a:ext cx="547687" cy="1866900"/>
            <a:chOff x="4096" y="1112"/>
            <a:chExt cx="345" cy="1176"/>
          </a:xfrm>
        </p:grpSpPr>
        <p:sp>
          <p:nvSpPr>
            <p:cNvPr id="40114" name="Freeform 15">
              <a:extLst>
                <a:ext uri="{FF2B5EF4-FFF2-40B4-BE49-F238E27FC236}">
                  <a16:creationId xmlns:a16="http://schemas.microsoft.com/office/drawing/2014/main" id="{7A9E7151-538C-4F5B-AF0D-4ED6E3638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112"/>
              <a:ext cx="260" cy="590"/>
            </a:xfrm>
            <a:custGeom>
              <a:avLst/>
              <a:gdLst>
                <a:gd name="T0" fmla="*/ 0 w 104"/>
                <a:gd name="T1" fmla="*/ 4205 h 221"/>
                <a:gd name="T2" fmla="*/ 220 w 104"/>
                <a:gd name="T3" fmla="*/ 3999 h 221"/>
                <a:gd name="T4" fmla="*/ 208 w 104"/>
                <a:gd name="T5" fmla="*/ 3671 h 221"/>
                <a:gd name="T6" fmla="*/ 408 w 104"/>
                <a:gd name="T7" fmla="*/ 3441 h 221"/>
                <a:gd name="T8" fmla="*/ 395 w 104"/>
                <a:gd name="T9" fmla="*/ 3121 h 221"/>
                <a:gd name="T10" fmla="*/ 595 w 104"/>
                <a:gd name="T11" fmla="*/ 2929 h 221"/>
                <a:gd name="T12" fmla="*/ 563 w 104"/>
                <a:gd name="T13" fmla="*/ 2622 h 221"/>
                <a:gd name="T14" fmla="*/ 770 w 104"/>
                <a:gd name="T15" fmla="*/ 2395 h 221"/>
                <a:gd name="T16" fmla="*/ 770 w 104"/>
                <a:gd name="T17" fmla="*/ 2074 h 221"/>
                <a:gd name="T18" fmla="*/ 958 w 104"/>
                <a:gd name="T19" fmla="*/ 1882 h 221"/>
                <a:gd name="T20" fmla="*/ 925 w 104"/>
                <a:gd name="T21" fmla="*/ 1583 h 221"/>
                <a:gd name="T22" fmla="*/ 1125 w 104"/>
                <a:gd name="T23" fmla="*/ 1391 h 221"/>
                <a:gd name="T24" fmla="*/ 1113 w 104"/>
                <a:gd name="T25" fmla="*/ 1084 h 221"/>
                <a:gd name="T26" fmla="*/ 1283 w 104"/>
                <a:gd name="T27" fmla="*/ 833 h 221"/>
                <a:gd name="T28" fmla="*/ 1283 w 104"/>
                <a:gd name="T29" fmla="*/ 571 h 221"/>
                <a:gd name="T30" fmla="*/ 1438 w 104"/>
                <a:gd name="T31" fmla="*/ 422 h 221"/>
                <a:gd name="T32" fmla="*/ 1488 w 104"/>
                <a:gd name="T33" fmla="*/ 192 h 221"/>
                <a:gd name="T34" fmla="*/ 1625 w 104"/>
                <a:gd name="T35" fmla="*/ 0 h 221"/>
                <a:gd name="T36" fmla="*/ 1625 w 104"/>
                <a:gd name="T37" fmla="*/ 0 h 221"/>
                <a:gd name="T38" fmla="*/ 875 w 104"/>
                <a:gd name="T39" fmla="*/ 4205 h 221"/>
                <a:gd name="T40" fmla="*/ 0 w 104"/>
                <a:gd name="T41" fmla="*/ 4205 h 2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" h="221">
                  <a:moveTo>
                    <a:pt x="0" y="221"/>
                  </a:moveTo>
                  <a:cubicBezTo>
                    <a:pt x="14" y="210"/>
                    <a:pt x="14" y="210"/>
                    <a:pt x="14" y="210"/>
                  </a:cubicBezTo>
                  <a:cubicBezTo>
                    <a:pt x="13" y="193"/>
                    <a:pt x="13" y="193"/>
                    <a:pt x="13" y="193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6" y="138"/>
                    <a:pt x="36" y="138"/>
                    <a:pt x="36" y="138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5" y="10"/>
                    <a:pt x="95" y="10"/>
                    <a:pt x="95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3" y="3"/>
                    <a:pt x="59" y="214"/>
                    <a:pt x="56" y="221"/>
                  </a:cubicBezTo>
                  <a:cubicBezTo>
                    <a:pt x="0" y="221"/>
                    <a:pt x="0" y="221"/>
                    <a:pt x="0" y="221"/>
                  </a:cubicBezTo>
                  <a:close/>
                </a:path>
              </a:pathLst>
            </a:custGeom>
            <a:solidFill>
              <a:srgbClr val="8BB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16">
              <a:extLst>
                <a:ext uri="{FF2B5EF4-FFF2-40B4-BE49-F238E27FC236}">
                  <a16:creationId xmlns:a16="http://schemas.microsoft.com/office/drawing/2014/main" id="{A7BF143E-8577-4DC4-941C-5CC379DA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171"/>
              <a:ext cx="223" cy="531"/>
            </a:xfrm>
            <a:custGeom>
              <a:avLst/>
              <a:gdLst>
                <a:gd name="T0" fmla="*/ 1381 w 89"/>
                <a:gd name="T1" fmla="*/ 35 h 199"/>
                <a:gd name="T2" fmla="*/ 1243 w 89"/>
                <a:gd name="T3" fmla="*/ 205 h 199"/>
                <a:gd name="T4" fmla="*/ 1225 w 89"/>
                <a:gd name="T5" fmla="*/ 478 h 199"/>
                <a:gd name="T6" fmla="*/ 1055 w 89"/>
                <a:gd name="T7" fmla="*/ 720 h 199"/>
                <a:gd name="T8" fmla="*/ 1067 w 89"/>
                <a:gd name="T9" fmla="*/ 1025 h 199"/>
                <a:gd name="T10" fmla="*/ 879 w 89"/>
                <a:gd name="T11" fmla="*/ 1217 h 199"/>
                <a:gd name="T12" fmla="*/ 897 w 89"/>
                <a:gd name="T13" fmla="*/ 1516 h 199"/>
                <a:gd name="T14" fmla="*/ 709 w 89"/>
                <a:gd name="T15" fmla="*/ 1686 h 199"/>
                <a:gd name="T16" fmla="*/ 722 w 89"/>
                <a:gd name="T17" fmla="*/ 2036 h 199"/>
                <a:gd name="T18" fmla="*/ 521 w 89"/>
                <a:gd name="T19" fmla="*/ 2265 h 199"/>
                <a:gd name="T20" fmla="*/ 534 w 89"/>
                <a:gd name="T21" fmla="*/ 2564 h 199"/>
                <a:gd name="T22" fmla="*/ 333 w 89"/>
                <a:gd name="T23" fmla="*/ 2756 h 199"/>
                <a:gd name="T24" fmla="*/ 346 w 89"/>
                <a:gd name="T25" fmla="*/ 3077 h 199"/>
                <a:gd name="T26" fmla="*/ 145 w 89"/>
                <a:gd name="T27" fmla="*/ 3303 h 199"/>
                <a:gd name="T28" fmla="*/ 158 w 89"/>
                <a:gd name="T29" fmla="*/ 3610 h 199"/>
                <a:gd name="T30" fmla="*/ 0 w 89"/>
                <a:gd name="T31" fmla="*/ 3781 h 199"/>
                <a:gd name="T32" fmla="*/ 722 w 89"/>
                <a:gd name="T33" fmla="*/ 3781 h 199"/>
                <a:gd name="T34" fmla="*/ 1401 w 89"/>
                <a:gd name="T35" fmla="*/ 0 h 199"/>
                <a:gd name="T36" fmla="*/ 1381 w 89"/>
                <a:gd name="T37" fmla="*/ 35 h 1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9" h="199">
                  <a:moveTo>
                    <a:pt x="88" y="2"/>
                  </a:moveTo>
                  <a:cubicBezTo>
                    <a:pt x="79" y="11"/>
                    <a:pt x="79" y="11"/>
                    <a:pt x="79" y="11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7" y="80"/>
                    <a:pt x="57" y="80"/>
                    <a:pt x="57" y="80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21" y="145"/>
                    <a:pt x="21" y="145"/>
                    <a:pt x="21" y="145"/>
                  </a:cubicBezTo>
                  <a:cubicBezTo>
                    <a:pt x="22" y="162"/>
                    <a:pt x="22" y="162"/>
                    <a:pt x="22" y="162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49" y="194"/>
                    <a:pt x="78" y="55"/>
                    <a:pt x="89" y="0"/>
                  </a:cubicBezTo>
                  <a:lnTo>
                    <a:pt x="88" y="2"/>
                  </a:lnTo>
                  <a:close/>
                </a:path>
              </a:pathLst>
            </a:custGeom>
            <a:solidFill>
              <a:srgbClr val="C8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17">
              <a:extLst>
                <a:ext uri="{FF2B5EF4-FFF2-40B4-BE49-F238E27FC236}">
                  <a16:creationId xmlns:a16="http://schemas.microsoft.com/office/drawing/2014/main" id="{A7130848-0871-4D6F-B5F5-F322E3AA41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9" y="1171"/>
              <a:ext cx="232" cy="533"/>
            </a:xfrm>
            <a:custGeom>
              <a:avLst/>
              <a:gdLst>
                <a:gd name="T0" fmla="*/ 1412 w 93"/>
                <a:gd name="T1" fmla="*/ 35 h 200"/>
                <a:gd name="T2" fmla="*/ 1257 w 93"/>
                <a:gd name="T3" fmla="*/ 192 h 200"/>
                <a:gd name="T4" fmla="*/ 1245 w 93"/>
                <a:gd name="T5" fmla="*/ 456 h 200"/>
                <a:gd name="T6" fmla="*/ 1070 w 93"/>
                <a:gd name="T7" fmla="*/ 704 h 200"/>
                <a:gd name="T8" fmla="*/ 1090 w 93"/>
                <a:gd name="T9" fmla="*/ 1023 h 200"/>
                <a:gd name="T10" fmla="*/ 903 w 93"/>
                <a:gd name="T11" fmla="*/ 1215 h 200"/>
                <a:gd name="T12" fmla="*/ 916 w 93"/>
                <a:gd name="T13" fmla="*/ 1514 h 200"/>
                <a:gd name="T14" fmla="*/ 728 w 93"/>
                <a:gd name="T15" fmla="*/ 1684 h 200"/>
                <a:gd name="T16" fmla="*/ 746 w 93"/>
                <a:gd name="T17" fmla="*/ 2025 h 200"/>
                <a:gd name="T18" fmla="*/ 541 w 93"/>
                <a:gd name="T19" fmla="*/ 2231 h 200"/>
                <a:gd name="T20" fmla="*/ 561 w 93"/>
                <a:gd name="T21" fmla="*/ 2556 h 200"/>
                <a:gd name="T22" fmla="*/ 354 w 93"/>
                <a:gd name="T23" fmla="*/ 2726 h 200"/>
                <a:gd name="T24" fmla="*/ 374 w 93"/>
                <a:gd name="T25" fmla="*/ 3067 h 200"/>
                <a:gd name="T26" fmla="*/ 167 w 93"/>
                <a:gd name="T27" fmla="*/ 3275 h 200"/>
                <a:gd name="T28" fmla="*/ 187 w 93"/>
                <a:gd name="T29" fmla="*/ 3592 h 200"/>
                <a:gd name="T30" fmla="*/ 0 w 93"/>
                <a:gd name="T31" fmla="*/ 3784 h 200"/>
                <a:gd name="T32" fmla="*/ 778 w 93"/>
                <a:gd name="T33" fmla="*/ 3784 h 200"/>
                <a:gd name="T34" fmla="*/ 778 w 93"/>
                <a:gd name="T35" fmla="*/ 3784 h 200"/>
                <a:gd name="T36" fmla="*/ 1337 w 93"/>
                <a:gd name="T37" fmla="*/ 682 h 200"/>
                <a:gd name="T38" fmla="*/ 1444 w 93"/>
                <a:gd name="T39" fmla="*/ 0 h 200"/>
                <a:gd name="T40" fmla="*/ 1412 w 93"/>
                <a:gd name="T41" fmla="*/ 0 h 200"/>
                <a:gd name="T42" fmla="*/ 1412 w 93"/>
                <a:gd name="T43" fmla="*/ 35 h 200"/>
                <a:gd name="T44" fmla="*/ 1399 w 93"/>
                <a:gd name="T45" fmla="*/ 93 h 200"/>
                <a:gd name="T46" fmla="*/ 1307 w 93"/>
                <a:gd name="T47" fmla="*/ 661 h 200"/>
                <a:gd name="T48" fmla="*/ 758 w 93"/>
                <a:gd name="T49" fmla="*/ 3750 h 200"/>
                <a:gd name="T50" fmla="*/ 75 w 93"/>
                <a:gd name="T51" fmla="*/ 3750 h 200"/>
                <a:gd name="T52" fmla="*/ 217 w 93"/>
                <a:gd name="T53" fmla="*/ 3614 h 200"/>
                <a:gd name="T54" fmla="*/ 200 w 93"/>
                <a:gd name="T55" fmla="*/ 3297 h 200"/>
                <a:gd name="T56" fmla="*/ 417 w 93"/>
                <a:gd name="T57" fmla="*/ 3083 h 200"/>
                <a:gd name="T58" fmla="*/ 387 w 93"/>
                <a:gd name="T59" fmla="*/ 2742 h 200"/>
                <a:gd name="T60" fmla="*/ 591 w 93"/>
                <a:gd name="T61" fmla="*/ 2572 h 200"/>
                <a:gd name="T62" fmla="*/ 574 w 93"/>
                <a:gd name="T63" fmla="*/ 2252 h 200"/>
                <a:gd name="T64" fmla="*/ 778 w 93"/>
                <a:gd name="T65" fmla="*/ 2047 h 200"/>
                <a:gd name="T66" fmla="*/ 758 w 93"/>
                <a:gd name="T67" fmla="*/ 1706 h 200"/>
                <a:gd name="T68" fmla="*/ 965 w 93"/>
                <a:gd name="T69" fmla="*/ 1514 h 200"/>
                <a:gd name="T70" fmla="*/ 933 w 93"/>
                <a:gd name="T71" fmla="*/ 1229 h 200"/>
                <a:gd name="T72" fmla="*/ 1133 w 93"/>
                <a:gd name="T73" fmla="*/ 1045 h 200"/>
                <a:gd name="T74" fmla="*/ 1103 w 93"/>
                <a:gd name="T75" fmla="*/ 717 h 200"/>
                <a:gd name="T76" fmla="*/ 1275 w 93"/>
                <a:gd name="T77" fmla="*/ 477 h 200"/>
                <a:gd name="T78" fmla="*/ 1287 w 93"/>
                <a:gd name="T79" fmla="*/ 205 h 200"/>
                <a:gd name="T80" fmla="*/ 1399 w 93"/>
                <a:gd name="T81" fmla="*/ 93 h 20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3" h="200">
                  <a:moveTo>
                    <a:pt x="91" y="2"/>
                  </a:moveTo>
                  <a:cubicBezTo>
                    <a:pt x="90" y="2"/>
                    <a:pt x="81" y="10"/>
                    <a:pt x="81" y="10"/>
                  </a:cubicBezTo>
                  <a:cubicBezTo>
                    <a:pt x="81" y="10"/>
                    <a:pt x="80" y="24"/>
                    <a:pt x="80" y="24"/>
                  </a:cubicBezTo>
                  <a:cubicBezTo>
                    <a:pt x="79" y="25"/>
                    <a:pt x="69" y="37"/>
                    <a:pt x="69" y="37"/>
                  </a:cubicBezTo>
                  <a:cubicBezTo>
                    <a:pt x="69" y="37"/>
                    <a:pt x="70" y="53"/>
                    <a:pt x="70" y="54"/>
                  </a:cubicBezTo>
                  <a:cubicBezTo>
                    <a:pt x="70" y="54"/>
                    <a:pt x="58" y="64"/>
                    <a:pt x="58" y="64"/>
                  </a:cubicBezTo>
                  <a:cubicBezTo>
                    <a:pt x="58" y="64"/>
                    <a:pt x="59" y="79"/>
                    <a:pt x="59" y="80"/>
                  </a:cubicBezTo>
                  <a:cubicBezTo>
                    <a:pt x="59" y="80"/>
                    <a:pt x="47" y="89"/>
                    <a:pt x="47" y="89"/>
                  </a:cubicBezTo>
                  <a:cubicBezTo>
                    <a:pt x="47" y="89"/>
                    <a:pt x="48" y="106"/>
                    <a:pt x="48" y="107"/>
                  </a:cubicBezTo>
                  <a:cubicBezTo>
                    <a:pt x="47" y="108"/>
                    <a:pt x="35" y="118"/>
                    <a:pt x="35" y="118"/>
                  </a:cubicBezTo>
                  <a:cubicBezTo>
                    <a:pt x="35" y="118"/>
                    <a:pt x="36" y="134"/>
                    <a:pt x="36" y="135"/>
                  </a:cubicBezTo>
                  <a:cubicBezTo>
                    <a:pt x="35" y="135"/>
                    <a:pt x="23" y="144"/>
                    <a:pt x="23" y="144"/>
                  </a:cubicBezTo>
                  <a:cubicBezTo>
                    <a:pt x="23" y="144"/>
                    <a:pt x="24" y="161"/>
                    <a:pt x="24" y="162"/>
                  </a:cubicBezTo>
                  <a:cubicBezTo>
                    <a:pt x="24" y="162"/>
                    <a:pt x="11" y="173"/>
                    <a:pt x="11" y="173"/>
                  </a:cubicBezTo>
                  <a:cubicBezTo>
                    <a:pt x="11" y="173"/>
                    <a:pt x="12" y="189"/>
                    <a:pt x="12" y="190"/>
                  </a:cubicBezTo>
                  <a:cubicBezTo>
                    <a:pt x="12" y="191"/>
                    <a:pt x="0" y="200"/>
                    <a:pt x="0" y="200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52" y="195"/>
                    <a:pt x="72" y="103"/>
                    <a:pt x="86" y="36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0"/>
                    <a:pt x="91" y="1"/>
                    <a:pt x="91" y="2"/>
                  </a:cubicBezTo>
                  <a:close/>
                  <a:moveTo>
                    <a:pt x="90" y="5"/>
                  </a:moveTo>
                  <a:cubicBezTo>
                    <a:pt x="88" y="13"/>
                    <a:pt x="84" y="35"/>
                    <a:pt x="84" y="35"/>
                  </a:cubicBezTo>
                  <a:cubicBezTo>
                    <a:pt x="71" y="97"/>
                    <a:pt x="51" y="190"/>
                    <a:pt x="49" y="198"/>
                  </a:cubicBezTo>
                  <a:cubicBezTo>
                    <a:pt x="47" y="198"/>
                    <a:pt x="10" y="198"/>
                    <a:pt x="5" y="198"/>
                  </a:cubicBezTo>
                  <a:cubicBezTo>
                    <a:pt x="8" y="196"/>
                    <a:pt x="14" y="191"/>
                    <a:pt x="14" y="191"/>
                  </a:cubicBezTo>
                  <a:cubicBezTo>
                    <a:pt x="14" y="191"/>
                    <a:pt x="13" y="175"/>
                    <a:pt x="13" y="174"/>
                  </a:cubicBezTo>
                  <a:cubicBezTo>
                    <a:pt x="14" y="173"/>
                    <a:pt x="27" y="163"/>
                    <a:pt x="27" y="163"/>
                  </a:cubicBezTo>
                  <a:cubicBezTo>
                    <a:pt x="27" y="163"/>
                    <a:pt x="25" y="146"/>
                    <a:pt x="25" y="145"/>
                  </a:cubicBezTo>
                  <a:cubicBezTo>
                    <a:pt x="26" y="145"/>
                    <a:pt x="38" y="136"/>
                    <a:pt x="38" y="136"/>
                  </a:cubicBezTo>
                  <a:cubicBezTo>
                    <a:pt x="38" y="136"/>
                    <a:pt x="37" y="120"/>
                    <a:pt x="37" y="119"/>
                  </a:cubicBezTo>
                  <a:cubicBezTo>
                    <a:pt x="37" y="118"/>
                    <a:pt x="50" y="108"/>
                    <a:pt x="50" y="108"/>
                  </a:cubicBezTo>
                  <a:cubicBezTo>
                    <a:pt x="50" y="108"/>
                    <a:pt x="49" y="91"/>
                    <a:pt x="49" y="90"/>
                  </a:cubicBezTo>
                  <a:cubicBezTo>
                    <a:pt x="50" y="89"/>
                    <a:pt x="62" y="80"/>
                    <a:pt x="62" y="80"/>
                  </a:cubicBezTo>
                  <a:cubicBezTo>
                    <a:pt x="62" y="80"/>
                    <a:pt x="60" y="66"/>
                    <a:pt x="60" y="65"/>
                  </a:cubicBezTo>
                  <a:cubicBezTo>
                    <a:pt x="61" y="64"/>
                    <a:pt x="73" y="55"/>
                    <a:pt x="73" y="55"/>
                  </a:cubicBezTo>
                  <a:cubicBezTo>
                    <a:pt x="73" y="55"/>
                    <a:pt x="71" y="39"/>
                    <a:pt x="71" y="38"/>
                  </a:cubicBezTo>
                  <a:cubicBezTo>
                    <a:pt x="72" y="38"/>
                    <a:pt x="82" y="25"/>
                    <a:pt x="82" y="25"/>
                  </a:cubicBezTo>
                  <a:cubicBezTo>
                    <a:pt x="82" y="25"/>
                    <a:pt x="82" y="12"/>
                    <a:pt x="83" y="11"/>
                  </a:cubicBezTo>
                  <a:cubicBezTo>
                    <a:pt x="83" y="11"/>
                    <a:pt x="87" y="7"/>
                    <a:pt x="9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18">
              <a:extLst>
                <a:ext uri="{FF2B5EF4-FFF2-40B4-BE49-F238E27FC236}">
                  <a16:creationId xmlns:a16="http://schemas.microsoft.com/office/drawing/2014/main" id="{0A9205CE-2BA8-4168-B1C3-64400EA0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702"/>
              <a:ext cx="220" cy="586"/>
            </a:xfrm>
            <a:custGeom>
              <a:avLst/>
              <a:gdLst>
                <a:gd name="T0" fmla="*/ 908 w 88"/>
                <a:gd name="T1" fmla="*/ 0 h 220"/>
                <a:gd name="T2" fmla="*/ 938 w 88"/>
                <a:gd name="T3" fmla="*/ 432 h 220"/>
                <a:gd name="T4" fmla="*/ 425 w 88"/>
                <a:gd name="T5" fmla="*/ 2568 h 220"/>
                <a:gd name="T6" fmla="*/ 300 w 88"/>
                <a:gd name="T7" fmla="*/ 3647 h 220"/>
                <a:gd name="T8" fmla="*/ 0 w 88"/>
                <a:gd name="T9" fmla="*/ 4158 h 220"/>
                <a:gd name="T10" fmla="*/ 658 w 88"/>
                <a:gd name="T11" fmla="*/ 4158 h 220"/>
                <a:gd name="T12" fmla="*/ 1375 w 88"/>
                <a:gd name="T13" fmla="*/ 0 h 220"/>
                <a:gd name="T14" fmla="*/ 908 w 88"/>
                <a:gd name="T15" fmla="*/ 0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220">
                  <a:moveTo>
                    <a:pt x="58" y="0"/>
                  </a:moveTo>
                  <a:cubicBezTo>
                    <a:pt x="60" y="4"/>
                    <a:pt x="62" y="12"/>
                    <a:pt x="60" y="23"/>
                  </a:cubicBezTo>
                  <a:cubicBezTo>
                    <a:pt x="51" y="58"/>
                    <a:pt x="36" y="91"/>
                    <a:pt x="27" y="136"/>
                  </a:cubicBezTo>
                  <a:cubicBezTo>
                    <a:pt x="24" y="153"/>
                    <a:pt x="22" y="181"/>
                    <a:pt x="19" y="193"/>
                  </a:cubicBezTo>
                  <a:cubicBezTo>
                    <a:pt x="16" y="209"/>
                    <a:pt x="1" y="219"/>
                    <a:pt x="0" y="220"/>
                  </a:cubicBezTo>
                  <a:cubicBezTo>
                    <a:pt x="42" y="220"/>
                    <a:pt x="42" y="220"/>
                    <a:pt x="42" y="220"/>
                  </a:cubicBezTo>
                  <a:cubicBezTo>
                    <a:pt x="43" y="218"/>
                    <a:pt x="74" y="66"/>
                    <a:pt x="88" y="0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B7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19">
              <a:extLst>
                <a:ext uri="{FF2B5EF4-FFF2-40B4-BE49-F238E27FC236}">
                  <a16:creationId xmlns:a16="http://schemas.microsoft.com/office/drawing/2014/main" id="{AAD9FE7C-6F89-4B68-95FA-9550D8C0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763"/>
              <a:ext cx="102" cy="453"/>
            </a:xfrm>
            <a:custGeom>
              <a:avLst/>
              <a:gdLst>
                <a:gd name="T0" fmla="*/ 0 w 41"/>
                <a:gd name="T1" fmla="*/ 3216 h 170"/>
                <a:gd name="T2" fmla="*/ 124 w 41"/>
                <a:gd name="T3" fmla="*/ 2137 h 170"/>
                <a:gd name="T4" fmla="*/ 632 w 41"/>
                <a:gd name="T5" fmla="*/ 0 h 170"/>
                <a:gd name="T6" fmla="*/ 308 w 41"/>
                <a:gd name="T7" fmla="*/ 1556 h 170"/>
                <a:gd name="T8" fmla="*/ 154 w 41"/>
                <a:gd name="T9" fmla="*/ 2478 h 170"/>
                <a:gd name="T10" fmla="*/ 0 w 41"/>
                <a:gd name="T11" fmla="*/ 3216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0">
                  <a:moveTo>
                    <a:pt x="0" y="170"/>
                  </a:moveTo>
                  <a:cubicBezTo>
                    <a:pt x="3" y="158"/>
                    <a:pt x="5" y="130"/>
                    <a:pt x="8" y="113"/>
                  </a:cubicBezTo>
                  <a:cubicBezTo>
                    <a:pt x="17" y="68"/>
                    <a:pt x="32" y="35"/>
                    <a:pt x="41" y="0"/>
                  </a:cubicBezTo>
                  <a:cubicBezTo>
                    <a:pt x="41" y="12"/>
                    <a:pt x="24" y="68"/>
                    <a:pt x="20" y="82"/>
                  </a:cubicBezTo>
                  <a:cubicBezTo>
                    <a:pt x="17" y="96"/>
                    <a:pt x="11" y="115"/>
                    <a:pt x="10" y="131"/>
                  </a:cubicBezTo>
                  <a:cubicBezTo>
                    <a:pt x="9" y="148"/>
                    <a:pt x="2" y="166"/>
                    <a:pt x="0" y="170"/>
                  </a:cubicBezTo>
                  <a:close/>
                </a:path>
              </a:pathLst>
            </a:custGeom>
            <a:solidFill>
              <a:srgbClr val="E5D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20">
              <a:extLst>
                <a:ext uri="{FF2B5EF4-FFF2-40B4-BE49-F238E27FC236}">
                  <a16:creationId xmlns:a16="http://schemas.microsoft.com/office/drawing/2014/main" id="{883A80FE-D486-4A0B-9583-8B8A68E0A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926"/>
              <a:ext cx="45" cy="218"/>
            </a:xfrm>
            <a:custGeom>
              <a:avLst/>
              <a:gdLst>
                <a:gd name="T0" fmla="*/ 125 w 18"/>
                <a:gd name="T1" fmla="*/ 827 h 82"/>
                <a:gd name="T2" fmla="*/ 0 w 18"/>
                <a:gd name="T3" fmla="*/ 1542 h 82"/>
                <a:gd name="T4" fmla="*/ 63 w 18"/>
                <a:gd name="T5" fmla="*/ 976 h 82"/>
                <a:gd name="T6" fmla="*/ 283 w 18"/>
                <a:gd name="T7" fmla="*/ 0 h 82"/>
                <a:gd name="T8" fmla="*/ 125 w 18"/>
                <a:gd name="T9" fmla="*/ 8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2">
                  <a:moveTo>
                    <a:pt x="8" y="44"/>
                  </a:moveTo>
                  <a:cubicBezTo>
                    <a:pt x="5" y="59"/>
                    <a:pt x="1" y="74"/>
                    <a:pt x="0" y="82"/>
                  </a:cubicBezTo>
                  <a:cubicBezTo>
                    <a:pt x="1" y="71"/>
                    <a:pt x="3" y="61"/>
                    <a:pt x="4" y="52"/>
                  </a:cubicBezTo>
                  <a:cubicBezTo>
                    <a:pt x="8" y="33"/>
                    <a:pt x="13" y="16"/>
                    <a:pt x="18" y="0"/>
                  </a:cubicBezTo>
                  <a:cubicBezTo>
                    <a:pt x="17" y="4"/>
                    <a:pt x="13" y="24"/>
                    <a:pt x="8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21">
              <a:extLst>
                <a:ext uri="{FF2B5EF4-FFF2-40B4-BE49-F238E27FC236}">
                  <a16:creationId xmlns:a16="http://schemas.microsoft.com/office/drawing/2014/main" id="{28E754D0-85A1-4911-AE3E-B81FD9FA5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966"/>
              <a:ext cx="125" cy="309"/>
            </a:xfrm>
            <a:custGeom>
              <a:avLst/>
              <a:gdLst>
                <a:gd name="T0" fmla="*/ 783 w 50"/>
                <a:gd name="T1" fmla="*/ 0 h 116"/>
                <a:gd name="T2" fmla="*/ 395 w 50"/>
                <a:gd name="T3" fmla="*/ 2192 h 116"/>
                <a:gd name="T4" fmla="*/ 0 w 50"/>
                <a:gd name="T5" fmla="*/ 2192 h 116"/>
                <a:gd name="T6" fmla="*/ 395 w 50"/>
                <a:gd name="T7" fmla="*/ 1774 h 116"/>
                <a:gd name="T8" fmla="*/ 783 w 50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16">
                  <a:moveTo>
                    <a:pt x="50" y="0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" y="114"/>
                    <a:pt x="18" y="109"/>
                    <a:pt x="25" y="94"/>
                  </a:cubicBezTo>
                  <a:cubicBezTo>
                    <a:pt x="31" y="79"/>
                    <a:pt x="50" y="0"/>
                    <a:pt x="50" y="0"/>
                  </a:cubicBezTo>
                  <a:close/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22">
              <a:extLst>
                <a:ext uri="{FF2B5EF4-FFF2-40B4-BE49-F238E27FC236}">
                  <a16:creationId xmlns:a16="http://schemas.microsoft.com/office/drawing/2014/main" id="{25035AAE-5754-41C6-9EAF-3A0AF86B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715"/>
              <a:ext cx="40" cy="67"/>
            </a:xfrm>
            <a:custGeom>
              <a:avLst/>
              <a:gdLst>
                <a:gd name="T0" fmla="*/ 0 w 16"/>
                <a:gd name="T1" fmla="*/ 0 h 25"/>
                <a:gd name="T2" fmla="*/ 250 w 16"/>
                <a:gd name="T3" fmla="*/ 0 h 25"/>
                <a:gd name="T4" fmla="*/ 175 w 16"/>
                <a:gd name="T5" fmla="*/ 482 h 25"/>
                <a:gd name="T6" fmla="*/ 0 w 16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13"/>
                    <a:pt x="7" y="2"/>
                    <a:pt x="0" y="0"/>
                  </a:cubicBezTo>
                  <a:close/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23">
              <a:extLst>
                <a:ext uri="{FF2B5EF4-FFF2-40B4-BE49-F238E27FC236}">
                  <a16:creationId xmlns:a16="http://schemas.microsoft.com/office/drawing/2014/main" id="{A8E3C65D-CBB9-4C05-B496-409C5FBB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302"/>
              <a:ext cx="145" cy="389"/>
            </a:xfrm>
            <a:custGeom>
              <a:avLst/>
              <a:gdLst>
                <a:gd name="T0" fmla="*/ 0 w 58"/>
                <a:gd name="T1" fmla="*/ 2760 h 146"/>
                <a:gd name="T2" fmla="*/ 408 w 58"/>
                <a:gd name="T3" fmla="*/ 2760 h 146"/>
                <a:gd name="T4" fmla="*/ 908 w 58"/>
                <a:gd name="T5" fmla="*/ 0 h 146"/>
                <a:gd name="T6" fmla="*/ 300 w 58"/>
                <a:gd name="T7" fmla="*/ 2555 h 146"/>
                <a:gd name="T8" fmla="*/ 0 w 58"/>
                <a:gd name="T9" fmla="*/ 276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6">
                  <a:moveTo>
                    <a:pt x="0" y="146"/>
                  </a:moveTo>
                  <a:cubicBezTo>
                    <a:pt x="26" y="146"/>
                    <a:pt x="26" y="146"/>
                    <a:pt x="26" y="146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8" y="0"/>
                    <a:pt x="31" y="125"/>
                    <a:pt x="19" y="135"/>
                  </a:cubicBezTo>
                  <a:cubicBezTo>
                    <a:pt x="6" y="146"/>
                    <a:pt x="0" y="146"/>
                    <a:pt x="0" y="146"/>
                  </a:cubicBezTo>
                  <a:close/>
                </a:path>
              </a:pathLst>
            </a:custGeom>
            <a:solidFill>
              <a:srgbClr val="A3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24">
              <a:extLst>
                <a:ext uri="{FF2B5EF4-FFF2-40B4-BE49-F238E27FC236}">
                  <a16:creationId xmlns:a16="http://schemas.microsoft.com/office/drawing/2014/main" id="{CD025469-F3A6-479D-A492-00C0BA42F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112"/>
              <a:ext cx="260" cy="590"/>
            </a:xfrm>
            <a:custGeom>
              <a:avLst/>
              <a:gdLst>
                <a:gd name="T0" fmla="*/ 0 w 104"/>
                <a:gd name="T1" fmla="*/ 4205 h 221"/>
                <a:gd name="T2" fmla="*/ 220 w 104"/>
                <a:gd name="T3" fmla="*/ 3999 h 221"/>
                <a:gd name="T4" fmla="*/ 208 w 104"/>
                <a:gd name="T5" fmla="*/ 3671 h 221"/>
                <a:gd name="T6" fmla="*/ 408 w 104"/>
                <a:gd name="T7" fmla="*/ 3441 h 221"/>
                <a:gd name="T8" fmla="*/ 395 w 104"/>
                <a:gd name="T9" fmla="*/ 3121 h 221"/>
                <a:gd name="T10" fmla="*/ 595 w 104"/>
                <a:gd name="T11" fmla="*/ 2929 h 221"/>
                <a:gd name="T12" fmla="*/ 563 w 104"/>
                <a:gd name="T13" fmla="*/ 2622 h 221"/>
                <a:gd name="T14" fmla="*/ 770 w 104"/>
                <a:gd name="T15" fmla="*/ 2395 h 221"/>
                <a:gd name="T16" fmla="*/ 770 w 104"/>
                <a:gd name="T17" fmla="*/ 2074 h 221"/>
                <a:gd name="T18" fmla="*/ 958 w 104"/>
                <a:gd name="T19" fmla="*/ 1882 h 221"/>
                <a:gd name="T20" fmla="*/ 925 w 104"/>
                <a:gd name="T21" fmla="*/ 1583 h 221"/>
                <a:gd name="T22" fmla="*/ 1125 w 104"/>
                <a:gd name="T23" fmla="*/ 1391 h 221"/>
                <a:gd name="T24" fmla="*/ 1113 w 104"/>
                <a:gd name="T25" fmla="*/ 1084 h 221"/>
                <a:gd name="T26" fmla="*/ 1283 w 104"/>
                <a:gd name="T27" fmla="*/ 833 h 221"/>
                <a:gd name="T28" fmla="*/ 1283 w 104"/>
                <a:gd name="T29" fmla="*/ 571 h 221"/>
                <a:gd name="T30" fmla="*/ 1438 w 104"/>
                <a:gd name="T31" fmla="*/ 422 h 221"/>
                <a:gd name="T32" fmla="*/ 1488 w 104"/>
                <a:gd name="T33" fmla="*/ 192 h 221"/>
                <a:gd name="T34" fmla="*/ 1625 w 104"/>
                <a:gd name="T35" fmla="*/ 0 h 221"/>
                <a:gd name="T36" fmla="*/ 1625 w 104"/>
                <a:gd name="T37" fmla="*/ 0 h 221"/>
                <a:gd name="T38" fmla="*/ 875 w 104"/>
                <a:gd name="T39" fmla="*/ 4205 h 221"/>
                <a:gd name="T40" fmla="*/ 0 w 104"/>
                <a:gd name="T41" fmla="*/ 4205 h 2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" h="221">
                  <a:moveTo>
                    <a:pt x="0" y="221"/>
                  </a:moveTo>
                  <a:cubicBezTo>
                    <a:pt x="14" y="210"/>
                    <a:pt x="14" y="210"/>
                    <a:pt x="14" y="210"/>
                  </a:cubicBezTo>
                  <a:cubicBezTo>
                    <a:pt x="13" y="193"/>
                    <a:pt x="13" y="193"/>
                    <a:pt x="13" y="193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6" y="138"/>
                    <a:pt x="36" y="138"/>
                    <a:pt x="36" y="138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5" y="10"/>
                    <a:pt x="95" y="10"/>
                    <a:pt x="95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3" y="3"/>
                    <a:pt x="59" y="214"/>
                    <a:pt x="56" y="221"/>
                  </a:cubicBezTo>
                  <a:cubicBezTo>
                    <a:pt x="0" y="221"/>
                    <a:pt x="0" y="221"/>
                    <a:pt x="0" y="22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25">
              <a:extLst>
                <a:ext uri="{FF2B5EF4-FFF2-40B4-BE49-F238E27FC236}">
                  <a16:creationId xmlns:a16="http://schemas.microsoft.com/office/drawing/2014/main" id="{486A6D6D-05D7-4F04-AB62-5BFCA902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702"/>
              <a:ext cx="220" cy="586"/>
            </a:xfrm>
            <a:custGeom>
              <a:avLst/>
              <a:gdLst>
                <a:gd name="T0" fmla="*/ 908 w 88"/>
                <a:gd name="T1" fmla="*/ 0 h 220"/>
                <a:gd name="T2" fmla="*/ 938 w 88"/>
                <a:gd name="T3" fmla="*/ 432 h 220"/>
                <a:gd name="T4" fmla="*/ 425 w 88"/>
                <a:gd name="T5" fmla="*/ 2568 h 220"/>
                <a:gd name="T6" fmla="*/ 300 w 88"/>
                <a:gd name="T7" fmla="*/ 3647 h 220"/>
                <a:gd name="T8" fmla="*/ 0 w 88"/>
                <a:gd name="T9" fmla="*/ 4158 h 220"/>
                <a:gd name="T10" fmla="*/ 658 w 88"/>
                <a:gd name="T11" fmla="*/ 4158 h 220"/>
                <a:gd name="T12" fmla="*/ 1375 w 88"/>
                <a:gd name="T13" fmla="*/ 0 h 220"/>
                <a:gd name="T14" fmla="*/ 908 w 88"/>
                <a:gd name="T15" fmla="*/ 0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220">
                  <a:moveTo>
                    <a:pt x="58" y="0"/>
                  </a:moveTo>
                  <a:cubicBezTo>
                    <a:pt x="60" y="4"/>
                    <a:pt x="62" y="12"/>
                    <a:pt x="60" y="23"/>
                  </a:cubicBezTo>
                  <a:cubicBezTo>
                    <a:pt x="51" y="58"/>
                    <a:pt x="36" y="91"/>
                    <a:pt x="27" y="136"/>
                  </a:cubicBezTo>
                  <a:cubicBezTo>
                    <a:pt x="24" y="153"/>
                    <a:pt x="22" y="181"/>
                    <a:pt x="19" y="193"/>
                  </a:cubicBezTo>
                  <a:cubicBezTo>
                    <a:pt x="16" y="209"/>
                    <a:pt x="1" y="219"/>
                    <a:pt x="0" y="220"/>
                  </a:cubicBezTo>
                  <a:cubicBezTo>
                    <a:pt x="42" y="220"/>
                    <a:pt x="42" y="220"/>
                    <a:pt x="42" y="220"/>
                  </a:cubicBezTo>
                  <a:cubicBezTo>
                    <a:pt x="43" y="218"/>
                    <a:pt x="74" y="66"/>
                    <a:pt x="88" y="0"/>
                  </a:cubicBezTo>
                  <a:lnTo>
                    <a:pt x="58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Group 26">
            <a:extLst>
              <a:ext uri="{FF2B5EF4-FFF2-40B4-BE49-F238E27FC236}">
                <a16:creationId xmlns:a16="http://schemas.microsoft.com/office/drawing/2014/main" id="{5DD8C5F0-E648-4DBF-81F5-964E5100FFAB}"/>
              </a:ext>
            </a:extLst>
          </p:cNvPr>
          <p:cNvGrpSpPr>
            <a:grpSpLocks/>
          </p:cNvGrpSpPr>
          <p:nvPr/>
        </p:nvGrpSpPr>
        <p:grpSpPr bwMode="auto">
          <a:xfrm>
            <a:off x="5387975" y="1671638"/>
            <a:ext cx="539750" cy="1582737"/>
            <a:chOff x="2191" y="2227"/>
            <a:chExt cx="340" cy="997"/>
          </a:xfrm>
        </p:grpSpPr>
        <p:sp>
          <p:nvSpPr>
            <p:cNvPr id="40101" name="Freeform 27">
              <a:extLst>
                <a:ext uri="{FF2B5EF4-FFF2-40B4-BE49-F238E27FC236}">
                  <a16:creationId xmlns:a16="http://schemas.microsoft.com/office/drawing/2014/main" id="{9BEDCCDB-CBF7-45C1-AA92-BEC7368BF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27"/>
              <a:ext cx="250" cy="367"/>
            </a:xfrm>
            <a:custGeom>
              <a:avLst/>
              <a:gdLst>
                <a:gd name="T0" fmla="*/ 1438 w 100"/>
                <a:gd name="T1" fmla="*/ 1465 h 138"/>
                <a:gd name="T2" fmla="*/ 583 w 100"/>
                <a:gd name="T3" fmla="*/ 2503 h 138"/>
                <a:gd name="T4" fmla="*/ 125 w 100"/>
                <a:gd name="T5" fmla="*/ 1133 h 138"/>
                <a:gd name="T6" fmla="*/ 988 w 100"/>
                <a:gd name="T7" fmla="*/ 93 h 138"/>
                <a:gd name="T8" fmla="*/ 1438 w 100"/>
                <a:gd name="T9" fmla="*/ 1465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38">
                  <a:moveTo>
                    <a:pt x="92" y="78"/>
                  </a:moveTo>
                  <a:cubicBezTo>
                    <a:pt x="85" y="113"/>
                    <a:pt x="60" y="138"/>
                    <a:pt x="37" y="133"/>
                  </a:cubicBezTo>
                  <a:cubicBezTo>
                    <a:pt x="13" y="128"/>
                    <a:pt x="0" y="95"/>
                    <a:pt x="8" y="60"/>
                  </a:cubicBezTo>
                  <a:cubicBezTo>
                    <a:pt x="15" y="25"/>
                    <a:pt x="40" y="0"/>
                    <a:pt x="63" y="5"/>
                  </a:cubicBezTo>
                  <a:cubicBezTo>
                    <a:pt x="87" y="10"/>
                    <a:pt x="100" y="43"/>
                    <a:pt x="92" y="78"/>
                  </a:cubicBezTo>
                  <a:close/>
                </a:path>
              </a:pathLst>
            </a:custGeom>
            <a:solidFill>
              <a:srgbClr val="C8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28">
              <a:extLst>
                <a:ext uri="{FF2B5EF4-FFF2-40B4-BE49-F238E27FC236}">
                  <a16:creationId xmlns:a16="http://schemas.microsoft.com/office/drawing/2014/main" id="{7E42727F-25D2-4D9C-863E-2583883D4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253"/>
              <a:ext cx="196" cy="315"/>
            </a:xfrm>
            <a:custGeom>
              <a:avLst/>
              <a:gdLst>
                <a:gd name="T0" fmla="*/ 1143 w 78"/>
                <a:gd name="T1" fmla="*/ 1276 h 118"/>
                <a:gd name="T2" fmla="*/ 442 w 78"/>
                <a:gd name="T3" fmla="*/ 2168 h 118"/>
                <a:gd name="T4" fmla="*/ 95 w 78"/>
                <a:gd name="T5" fmla="*/ 969 h 118"/>
                <a:gd name="T6" fmla="*/ 797 w 78"/>
                <a:gd name="T7" fmla="*/ 93 h 118"/>
                <a:gd name="T8" fmla="*/ 1143 w 78"/>
                <a:gd name="T9" fmla="*/ 1276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18">
                  <a:moveTo>
                    <a:pt x="72" y="67"/>
                  </a:moveTo>
                  <a:cubicBezTo>
                    <a:pt x="66" y="97"/>
                    <a:pt x="47" y="118"/>
                    <a:pt x="28" y="114"/>
                  </a:cubicBezTo>
                  <a:cubicBezTo>
                    <a:pt x="10" y="109"/>
                    <a:pt x="0" y="82"/>
                    <a:pt x="6" y="51"/>
                  </a:cubicBezTo>
                  <a:cubicBezTo>
                    <a:pt x="12" y="21"/>
                    <a:pt x="31" y="0"/>
                    <a:pt x="50" y="5"/>
                  </a:cubicBezTo>
                  <a:cubicBezTo>
                    <a:pt x="68" y="9"/>
                    <a:pt x="78" y="37"/>
                    <a:pt x="72" y="67"/>
                  </a:cubicBezTo>
                  <a:close/>
                </a:path>
              </a:pathLst>
            </a:custGeom>
            <a:solidFill>
              <a:srgbClr val="A3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29">
              <a:extLst>
                <a:ext uri="{FF2B5EF4-FFF2-40B4-BE49-F238E27FC236}">
                  <a16:creationId xmlns:a16="http://schemas.microsoft.com/office/drawing/2014/main" id="{9C445C0D-3CD6-46DF-BB0A-313550130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245"/>
              <a:ext cx="206" cy="331"/>
            </a:xfrm>
            <a:custGeom>
              <a:avLst/>
              <a:gdLst>
                <a:gd name="T0" fmla="*/ 1206 w 82"/>
                <a:gd name="T1" fmla="*/ 1332 h 124"/>
                <a:gd name="T2" fmla="*/ 472 w 82"/>
                <a:gd name="T3" fmla="*/ 2280 h 124"/>
                <a:gd name="T4" fmla="*/ 95 w 82"/>
                <a:gd name="T5" fmla="*/ 1025 h 124"/>
                <a:gd name="T6" fmla="*/ 827 w 82"/>
                <a:gd name="T7" fmla="*/ 77 h 124"/>
                <a:gd name="T8" fmla="*/ 1206 w 82"/>
                <a:gd name="T9" fmla="*/ 1332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24">
                  <a:moveTo>
                    <a:pt x="76" y="70"/>
                  </a:moveTo>
                  <a:cubicBezTo>
                    <a:pt x="70" y="102"/>
                    <a:pt x="49" y="124"/>
                    <a:pt x="30" y="120"/>
                  </a:cubicBezTo>
                  <a:cubicBezTo>
                    <a:pt x="10" y="115"/>
                    <a:pt x="0" y="86"/>
                    <a:pt x="6" y="54"/>
                  </a:cubicBezTo>
                  <a:cubicBezTo>
                    <a:pt x="12" y="22"/>
                    <a:pt x="33" y="0"/>
                    <a:pt x="52" y="4"/>
                  </a:cubicBezTo>
                  <a:cubicBezTo>
                    <a:pt x="72" y="9"/>
                    <a:pt x="82" y="38"/>
                    <a:pt x="76" y="70"/>
                  </a:cubicBezTo>
                  <a:close/>
                </a:path>
              </a:pathLst>
            </a:custGeom>
            <a:solidFill>
              <a:srgbClr val="A3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30">
              <a:extLst>
                <a:ext uri="{FF2B5EF4-FFF2-40B4-BE49-F238E27FC236}">
                  <a16:creationId xmlns:a16="http://schemas.microsoft.com/office/drawing/2014/main" id="{B9B05C74-7F6C-4C24-8DD8-C2170969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245"/>
              <a:ext cx="191" cy="315"/>
            </a:xfrm>
            <a:custGeom>
              <a:avLst/>
              <a:gdLst>
                <a:gd name="T0" fmla="*/ 379 w 76"/>
                <a:gd name="T1" fmla="*/ 1524 h 118"/>
                <a:gd name="T2" fmla="*/ 1111 w 76"/>
                <a:gd name="T3" fmla="*/ 571 h 118"/>
                <a:gd name="T4" fmla="*/ 1206 w 76"/>
                <a:gd name="T5" fmla="*/ 627 h 118"/>
                <a:gd name="T6" fmla="*/ 827 w 76"/>
                <a:gd name="T7" fmla="*/ 77 h 118"/>
                <a:gd name="T8" fmla="*/ 96 w 76"/>
                <a:gd name="T9" fmla="*/ 1025 h 118"/>
                <a:gd name="T10" fmla="*/ 379 w 76"/>
                <a:gd name="T11" fmla="*/ 2245 h 118"/>
                <a:gd name="T12" fmla="*/ 379 w 76"/>
                <a:gd name="T13" fmla="*/ 1524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18">
                  <a:moveTo>
                    <a:pt x="24" y="80"/>
                  </a:moveTo>
                  <a:cubicBezTo>
                    <a:pt x="30" y="48"/>
                    <a:pt x="51" y="26"/>
                    <a:pt x="70" y="30"/>
                  </a:cubicBezTo>
                  <a:cubicBezTo>
                    <a:pt x="72" y="31"/>
                    <a:pt x="74" y="32"/>
                    <a:pt x="76" y="33"/>
                  </a:cubicBezTo>
                  <a:cubicBezTo>
                    <a:pt x="72" y="18"/>
                    <a:pt x="63" y="7"/>
                    <a:pt x="52" y="4"/>
                  </a:cubicBezTo>
                  <a:cubicBezTo>
                    <a:pt x="33" y="0"/>
                    <a:pt x="12" y="22"/>
                    <a:pt x="6" y="54"/>
                  </a:cubicBezTo>
                  <a:cubicBezTo>
                    <a:pt x="0" y="83"/>
                    <a:pt x="8" y="109"/>
                    <a:pt x="24" y="118"/>
                  </a:cubicBezTo>
                  <a:cubicBezTo>
                    <a:pt x="21" y="107"/>
                    <a:pt x="21" y="94"/>
                    <a:pt x="24" y="80"/>
                  </a:cubicBezTo>
                  <a:close/>
                </a:path>
              </a:pathLst>
            </a:custGeom>
            <a:solidFill>
              <a:srgbClr val="8BB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31">
              <a:extLst>
                <a:ext uri="{FF2B5EF4-FFF2-40B4-BE49-F238E27FC236}">
                  <a16:creationId xmlns:a16="http://schemas.microsoft.com/office/drawing/2014/main" id="{FA07DF59-D195-4933-A116-A8793E413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424"/>
              <a:ext cx="125" cy="152"/>
            </a:xfrm>
            <a:custGeom>
              <a:avLst/>
              <a:gdLst>
                <a:gd name="T0" fmla="*/ 783 w 50"/>
                <a:gd name="T1" fmla="*/ 0 h 57"/>
                <a:gd name="T2" fmla="*/ 0 w 50"/>
                <a:gd name="T3" fmla="*/ 989 h 57"/>
                <a:gd name="T4" fmla="*/ 783 w 50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7">
                  <a:moveTo>
                    <a:pt x="50" y="0"/>
                  </a:moveTo>
                  <a:cubicBezTo>
                    <a:pt x="44" y="32"/>
                    <a:pt x="19" y="56"/>
                    <a:pt x="0" y="52"/>
                  </a:cubicBezTo>
                  <a:cubicBezTo>
                    <a:pt x="19" y="57"/>
                    <a:pt x="45" y="41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32">
              <a:extLst>
                <a:ext uri="{FF2B5EF4-FFF2-40B4-BE49-F238E27FC236}">
                  <a16:creationId xmlns:a16="http://schemas.microsoft.com/office/drawing/2014/main" id="{10F32291-B275-42B5-BADC-FA5B4F3B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245"/>
              <a:ext cx="170" cy="304"/>
            </a:xfrm>
            <a:custGeom>
              <a:avLst/>
              <a:gdLst>
                <a:gd name="T0" fmla="*/ 175 w 68"/>
                <a:gd name="T1" fmla="*/ 1160 h 114"/>
                <a:gd name="T2" fmla="*/ 895 w 68"/>
                <a:gd name="T3" fmla="*/ 205 h 114"/>
                <a:gd name="T4" fmla="*/ 1063 w 68"/>
                <a:gd name="T5" fmla="*/ 320 h 114"/>
                <a:gd name="T6" fmla="*/ 800 w 68"/>
                <a:gd name="T7" fmla="*/ 77 h 114"/>
                <a:gd name="T8" fmla="*/ 83 w 68"/>
                <a:gd name="T9" fmla="*/ 1024 h 114"/>
                <a:gd name="T10" fmla="*/ 283 w 68"/>
                <a:gd name="T11" fmla="*/ 2163 h 114"/>
                <a:gd name="T12" fmla="*/ 175 w 68"/>
                <a:gd name="T13" fmla="*/ 116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14">
                  <a:moveTo>
                    <a:pt x="11" y="61"/>
                  </a:moveTo>
                  <a:cubicBezTo>
                    <a:pt x="17" y="29"/>
                    <a:pt x="37" y="7"/>
                    <a:pt x="57" y="11"/>
                  </a:cubicBezTo>
                  <a:cubicBezTo>
                    <a:pt x="61" y="12"/>
                    <a:pt x="65" y="14"/>
                    <a:pt x="68" y="17"/>
                  </a:cubicBezTo>
                  <a:cubicBezTo>
                    <a:pt x="64" y="11"/>
                    <a:pt x="58" y="6"/>
                    <a:pt x="51" y="4"/>
                  </a:cubicBezTo>
                  <a:cubicBezTo>
                    <a:pt x="32" y="0"/>
                    <a:pt x="11" y="22"/>
                    <a:pt x="5" y="54"/>
                  </a:cubicBezTo>
                  <a:cubicBezTo>
                    <a:pt x="0" y="79"/>
                    <a:pt x="6" y="103"/>
                    <a:pt x="18" y="114"/>
                  </a:cubicBezTo>
                  <a:cubicBezTo>
                    <a:pt x="10" y="101"/>
                    <a:pt x="6" y="82"/>
                    <a:pt x="11" y="61"/>
                  </a:cubicBezTo>
                  <a:close/>
                </a:path>
              </a:pathLst>
            </a:custGeom>
            <a:solidFill>
              <a:srgbClr val="77B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33">
              <a:extLst>
                <a:ext uri="{FF2B5EF4-FFF2-40B4-BE49-F238E27FC236}">
                  <a16:creationId xmlns:a16="http://schemas.microsoft.com/office/drawing/2014/main" id="{B9B9ACA8-3F5C-4000-BCAF-94010ED1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568"/>
              <a:ext cx="212" cy="656"/>
            </a:xfrm>
            <a:custGeom>
              <a:avLst/>
              <a:gdLst>
                <a:gd name="T0" fmla="*/ 1132 w 85"/>
                <a:gd name="T1" fmla="*/ 93 h 246"/>
                <a:gd name="T2" fmla="*/ 965 w 85"/>
                <a:gd name="T3" fmla="*/ 0 h 246"/>
                <a:gd name="T4" fmla="*/ 666 w 85"/>
                <a:gd name="T5" fmla="*/ 2125 h 246"/>
                <a:gd name="T6" fmla="*/ 125 w 85"/>
                <a:gd name="T7" fmla="*/ 4245 h 246"/>
                <a:gd name="T8" fmla="*/ 746 w 85"/>
                <a:gd name="T9" fmla="*/ 4245 h 246"/>
                <a:gd name="T10" fmla="*/ 915 w 85"/>
                <a:gd name="T11" fmla="*/ 2184 h 246"/>
                <a:gd name="T12" fmla="*/ 1319 w 85"/>
                <a:gd name="T13" fmla="*/ 93 h 246"/>
                <a:gd name="T14" fmla="*/ 1132 w 85"/>
                <a:gd name="T15" fmla="*/ 93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246">
                  <a:moveTo>
                    <a:pt x="73" y="5"/>
                  </a:moveTo>
                  <a:cubicBezTo>
                    <a:pt x="69" y="4"/>
                    <a:pt x="65" y="3"/>
                    <a:pt x="62" y="0"/>
                  </a:cubicBezTo>
                  <a:cubicBezTo>
                    <a:pt x="59" y="15"/>
                    <a:pt x="53" y="65"/>
                    <a:pt x="43" y="112"/>
                  </a:cubicBezTo>
                  <a:cubicBezTo>
                    <a:pt x="31" y="168"/>
                    <a:pt x="9" y="222"/>
                    <a:pt x="8" y="224"/>
                  </a:cubicBezTo>
                  <a:cubicBezTo>
                    <a:pt x="0" y="245"/>
                    <a:pt x="43" y="246"/>
                    <a:pt x="48" y="224"/>
                  </a:cubicBezTo>
                  <a:cubicBezTo>
                    <a:pt x="49" y="222"/>
                    <a:pt x="47" y="169"/>
                    <a:pt x="59" y="115"/>
                  </a:cubicBezTo>
                  <a:cubicBezTo>
                    <a:pt x="69" y="63"/>
                    <a:pt x="82" y="15"/>
                    <a:pt x="85" y="5"/>
                  </a:cubicBezTo>
                  <a:cubicBezTo>
                    <a:pt x="81" y="6"/>
                    <a:pt x="77" y="6"/>
                    <a:pt x="73" y="5"/>
                  </a:cubicBezTo>
                  <a:close/>
                </a:path>
              </a:pathLst>
            </a:custGeom>
            <a:solidFill>
              <a:srgbClr val="B7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34">
              <a:extLst>
                <a:ext uri="{FF2B5EF4-FFF2-40B4-BE49-F238E27FC236}">
                  <a16:creationId xmlns:a16="http://schemas.microsoft.com/office/drawing/2014/main" id="{69CB4584-62FB-4854-A03C-25ED6CCA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594"/>
              <a:ext cx="135" cy="611"/>
            </a:xfrm>
            <a:custGeom>
              <a:avLst/>
              <a:gdLst>
                <a:gd name="T0" fmla="*/ 83 w 54"/>
                <a:gd name="T1" fmla="*/ 4258 h 229"/>
                <a:gd name="T2" fmla="*/ 33 w 54"/>
                <a:gd name="T3" fmla="*/ 4064 h 229"/>
                <a:gd name="T4" fmla="*/ 583 w 54"/>
                <a:gd name="T5" fmla="*/ 1937 h 229"/>
                <a:gd name="T6" fmla="*/ 845 w 54"/>
                <a:gd name="T7" fmla="*/ 0 h 229"/>
                <a:gd name="T8" fmla="*/ 583 w 54"/>
                <a:gd name="T9" fmla="*/ 2300 h 229"/>
                <a:gd name="T10" fmla="*/ 188 w 54"/>
                <a:gd name="T11" fmla="*/ 3951 h 229"/>
                <a:gd name="T12" fmla="*/ 345 w 54"/>
                <a:gd name="T13" fmla="*/ 4258 h 229"/>
                <a:gd name="T14" fmla="*/ 83 w 54"/>
                <a:gd name="T15" fmla="*/ 4258 h 2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29">
                  <a:moveTo>
                    <a:pt x="5" y="224"/>
                  </a:moveTo>
                  <a:cubicBezTo>
                    <a:pt x="2" y="222"/>
                    <a:pt x="0" y="219"/>
                    <a:pt x="2" y="214"/>
                  </a:cubicBezTo>
                  <a:cubicBezTo>
                    <a:pt x="2" y="212"/>
                    <a:pt x="25" y="158"/>
                    <a:pt x="37" y="102"/>
                  </a:cubicBezTo>
                  <a:cubicBezTo>
                    <a:pt x="45" y="62"/>
                    <a:pt x="51" y="21"/>
                    <a:pt x="54" y="0"/>
                  </a:cubicBezTo>
                  <a:cubicBezTo>
                    <a:pt x="50" y="47"/>
                    <a:pt x="41" y="96"/>
                    <a:pt x="37" y="121"/>
                  </a:cubicBezTo>
                  <a:cubicBezTo>
                    <a:pt x="32" y="146"/>
                    <a:pt x="14" y="196"/>
                    <a:pt x="12" y="208"/>
                  </a:cubicBezTo>
                  <a:cubicBezTo>
                    <a:pt x="10" y="219"/>
                    <a:pt x="14" y="225"/>
                    <a:pt x="22" y="224"/>
                  </a:cubicBezTo>
                  <a:cubicBezTo>
                    <a:pt x="17" y="229"/>
                    <a:pt x="9" y="226"/>
                    <a:pt x="5" y="224"/>
                  </a:cubicBezTo>
                  <a:close/>
                </a:path>
              </a:pathLst>
            </a:custGeom>
            <a:solidFill>
              <a:srgbClr val="E5D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35">
              <a:extLst>
                <a:ext uri="{FF2B5EF4-FFF2-40B4-BE49-F238E27FC236}">
                  <a16:creationId xmlns:a16="http://schemas.microsoft.com/office/drawing/2014/main" id="{750334C8-B823-4DF2-873B-85DF8341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866"/>
              <a:ext cx="92" cy="326"/>
            </a:xfrm>
            <a:custGeom>
              <a:avLst/>
              <a:gdLst>
                <a:gd name="T0" fmla="*/ 75 w 37"/>
                <a:gd name="T1" fmla="*/ 2327 h 122"/>
                <a:gd name="T2" fmla="*/ 30 w 37"/>
                <a:gd name="T3" fmla="*/ 2135 h 122"/>
                <a:gd name="T4" fmla="*/ 569 w 37"/>
                <a:gd name="T5" fmla="*/ 0 h 122"/>
                <a:gd name="T6" fmla="*/ 137 w 37"/>
                <a:gd name="T7" fmla="*/ 1948 h 122"/>
                <a:gd name="T8" fmla="*/ 75 w 37"/>
                <a:gd name="T9" fmla="*/ 232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22">
                  <a:moveTo>
                    <a:pt x="5" y="122"/>
                  </a:moveTo>
                  <a:cubicBezTo>
                    <a:pt x="2" y="120"/>
                    <a:pt x="0" y="117"/>
                    <a:pt x="2" y="112"/>
                  </a:cubicBezTo>
                  <a:cubicBezTo>
                    <a:pt x="2" y="110"/>
                    <a:pt x="25" y="56"/>
                    <a:pt x="37" y="0"/>
                  </a:cubicBezTo>
                  <a:cubicBezTo>
                    <a:pt x="32" y="29"/>
                    <a:pt x="12" y="92"/>
                    <a:pt x="9" y="102"/>
                  </a:cubicBezTo>
                  <a:cubicBezTo>
                    <a:pt x="5" y="111"/>
                    <a:pt x="3" y="117"/>
                    <a:pt x="5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36">
              <a:extLst>
                <a:ext uri="{FF2B5EF4-FFF2-40B4-BE49-F238E27FC236}">
                  <a16:creationId xmlns:a16="http://schemas.microsoft.com/office/drawing/2014/main" id="{A23240C9-1838-4958-A5E5-E83EB0CE3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037"/>
              <a:ext cx="25" cy="149"/>
            </a:xfrm>
            <a:custGeom>
              <a:avLst/>
              <a:gdLst>
                <a:gd name="T0" fmla="*/ 0 w 10"/>
                <a:gd name="T1" fmla="*/ 1054 h 56"/>
                <a:gd name="T2" fmla="*/ 145 w 10"/>
                <a:gd name="T3" fmla="*/ 750 h 56"/>
                <a:gd name="T4" fmla="*/ 158 w 10"/>
                <a:gd name="T5" fmla="*/ 0 h 56"/>
                <a:gd name="T6" fmla="*/ 0 w 10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6">
                  <a:moveTo>
                    <a:pt x="0" y="56"/>
                  </a:moveTo>
                  <a:cubicBezTo>
                    <a:pt x="7" y="52"/>
                    <a:pt x="8" y="49"/>
                    <a:pt x="9" y="40"/>
                  </a:cubicBezTo>
                  <a:cubicBezTo>
                    <a:pt x="9" y="30"/>
                    <a:pt x="9" y="15"/>
                    <a:pt x="10" y="0"/>
                  </a:cubicBezTo>
                  <a:cubicBezTo>
                    <a:pt x="7" y="12"/>
                    <a:pt x="3" y="55"/>
                    <a:pt x="0" y="56"/>
                  </a:cubicBezTo>
                  <a:close/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37">
              <a:extLst>
                <a:ext uri="{FF2B5EF4-FFF2-40B4-BE49-F238E27FC236}">
                  <a16:creationId xmlns:a16="http://schemas.microsoft.com/office/drawing/2014/main" id="{570423E0-77F8-44C6-A9D6-DF118F0A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589"/>
              <a:ext cx="33" cy="75"/>
            </a:xfrm>
            <a:custGeom>
              <a:avLst/>
              <a:gdLst>
                <a:gd name="T0" fmla="*/ 0 w 13"/>
                <a:gd name="T1" fmla="*/ 0 h 28"/>
                <a:gd name="T2" fmla="*/ 213 w 13"/>
                <a:gd name="T3" fmla="*/ 0 h 28"/>
                <a:gd name="T4" fmla="*/ 84 w 13"/>
                <a:gd name="T5" fmla="*/ 538 h 28"/>
                <a:gd name="T6" fmla="*/ 0 w 1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0" y="0"/>
                  </a:moveTo>
                  <a:cubicBezTo>
                    <a:pt x="6" y="3"/>
                    <a:pt x="13" y="0"/>
                    <a:pt x="13" y="0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7" y="1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38">
              <a:extLst>
                <a:ext uri="{FF2B5EF4-FFF2-40B4-BE49-F238E27FC236}">
                  <a16:creationId xmlns:a16="http://schemas.microsoft.com/office/drawing/2014/main" id="{CBB68D88-7C5C-4DAB-85D0-4AD1CAE45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27"/>
              <a:ext cx="250" cy="367"/>
            </a:xfrm>
            <a:custGeom>
              <a:avLst/>
              <a:gdLst>
                <a:gd name="T0" fmla="*/ 1438 w 100"/>
                <a:gd name="T1" fmla="*/ 1465 h 138"/>
                <a:gd name="T2" fmla="*/ 583 w 100"/>
                <a:gd name="T3" fmla="*/ 2503 h 138"/>
                <a:gd name="T4" fmla="*/ 125 w 100"/>
                <a:gd name="T5" fmla="*/ 1133 h 138"/>
                <a:gd name="T6" fmla="*/ 988 w 100"/>
                <a:gd name="T7" fmla="*/ 93 h 138"/>
                <a:gd name="T8" fmla="*/ 1438 w 100"/>
                <a:gd name="T9" fmla="*/ 1465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38">
                  <a:moveTo>
                    <a:pt x="92" y="78"/>
                  </a:moveTo>
                  <a:cubicBezTo>
                    <a:pt x="85" y="113"/>
                    <a:pt x="60" y="138"/>
                    <a:pt x="37" y="133"/>
                  </a:cubicBezTo>
                  <a:cubicBezTo>
                    <a:pt x="13" y="128"/>
                    <a:pt x="0" y="95"/>
                    <a:pt x="8" y="60"/>
                  </a:cubicBezTo>
                  <a:cubicBezTo>
                    <a:pt x="15" y="25"/>
                    <a:pt x="40" y="0"/>
                    <a:pt x="63" y="5"/>
                  </a:cubicBezTo>
                  <a:cubicBezTo>
                    <a:pt x="87" y="10"/>
                    <a:pt x="100" y="43"/>
                    <a:pt x="92" y="7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39">
              <a:extLst>
                <a:ext uri="{FF2B5EF4-FFF2-40B4-BE49-F238E27FC236}">
                  <a16:creationId xmlns:a16="http://schemas.microsoft.com/office/drawing/2014/main" id="{F9ADB9EE-175B-41C9-A963-C63905D58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568"/>
              <a:ext cx="212" cy="656"/>
            </a:xfrm>
            <a:custGeom>
              <a:avLst/>
              <a:gdLst>
                <a:gd name="T0" fmla="*/ 1132 w 85"/>
                <a:gd name="T1" fmla="*/ 93 h 246"/>
                <a:gd name="T2" fmla="*/ 965 w 85"/>
                <a:gd name="T3" fmla="*/ 0 h 246"/>
                <a:gd name="T4" fmla="*/ 666 w 85"/>
                <a:gd name="T5" fmla="*/ 2125 h 246"/>
                <a:gd name="T6" fmla="*/ 125 w 85"/>
                <a:gd name="T7" fmla="*/ 4245 h 246"/>
                <a:gd name="T8" fmla="*/ 746 w 85"/>
                <a:gd name="T9" fmla="*/ 4245 h 246"/>
                <a:gd name="T10" fmla="*/ 915 w 85"/>
                <a:gd name="T11" fmla="*/ 2184 h 246"/>
                <a:gd name="T12" fmla="*/ 1319 w 85"/>
                <a:gd name="T13" fmla="*/ 93 h 246"/>
                <a:gd name="T14" fmla="*/ 1132 w 85"/>
                <a:gd name="T15" fmla="*/ 93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246">
                  <a:moveTo>
                    <a:pt x="73" y="5"/>
                  </a:moveTo>
                  <a:cubicBezTo>
                    <a:pt x="69" y="4"/>
                    <a:pt x="65" y="3"/>
                    <a:pt x="62" y="0"/>
                  </a:cubicBezTo>
                  <a:cubicBezTo>
                    <a:pt x="59" y="15"/>
                    <a:pt x="53" y="65"/>
                    <a:pt x="43" y="112"/>
                  </a:cubicBezTo>
                  <a:cubicBezTo>
                    <a:pt x="31" y="168"/>
                    <a:pt x="9" y="222"/>
                    <a:pt x="8" y="224"/>
                  </a:cubicBezTo>
                  <a:cubicBezTo>
                    <a:pt x="0" y="245"/>
                    <a:pt x="43" y="246"/>
                    <a:pt x="48" y="224"/>
                  </a:cubicBezTo>
                  <a:cubicBezTo>
                    <a:pt x="49" y="222"/>
                    <a:pt x="47" y="169"/>
                    <a:pt x="59" y="115"/>
                  </a:cubicBezTo>
                  <a:cubicBezTo>
                    <a:pt x="69" y="63"/>
                    <a:pt x="82" y="15"/>
                    <a:pt x="85" y="5"/>
                  </a:cubicBezTo>
                  <a:cubicBezTo>
                    <a:pt x="81" y="6"/>
                    <a:pt x="77" y="6"/>
                    <a:pt x="73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Group 40">
            <a:extLst>
              <a:ext uri="{FF2B5EF4-FFF2-40B4-BE49-F238E27FC236}">
                <a16:creationId xmlns:a16="http://schemas.microsoft.com/office/drawing/2014/main" id="{4544E684-F38F-4D45-BE9F-6B10F8EFFEFC}"/>
              </a:ext>
            </a:extLst>
          </p:cNvPr>
          <p:cNvGrpSpPr>
            <a:grpSpLocks/>
          </p:cNvGrpSpPr>
          <p:nvPr/>
        </p:nvGrpSpPr>
        <p:grpSpPr bwMode="auto">
          <a:xfrm>
            <a:off x="2511425" y="1558925"/>
            <a:ext cx="492125" cy="1528763"/>
            <a:chOff x="2256" y="2294"/>
            <a:chExt cx="310" cy="963"/>
          </a:xfrm>
        </p:grpSpPr>
        <p:sp>
          <p:nvSpPr>
            <p:cNvPr id="40088" name="Freeform 41">
              <a:extLst>
                <a:ext uri="{FF2B5EF4-FFF2-40B4-BE49-F238E27FC236}">
                  <a16:creationId xmlns:a16="http://schemas.microsoft.com/office/drawing/2014/main" id="{E4DAA614-071F-44ED-A604-11B70B498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294"/>
              <a:ext cx="182" cy="304"/>
            </a:xfrm>
            <a:custGeom>
              <a:avLst/>
              <a:gdLst>
                <a:gd name="T0" fmla="*/ 995 w 73"/>
                <a:gd name="T1" fmla="*/ 0 h 114"/>
                <a:gd name="T2" fmla="*/ 808 w 73"/>
                <a:gd name="T3" fmla="*/ 1045 h 114"/>
                <a:gd name="T4" fmla="*/ 758 w 73"/>
                <a:gd name="T5" fmla="*/ 1080 h 114"/>
                <a:gd name="T6" fmla="*/ 716 w 73"/>
                <a:gd name="T7" fmla="*/ 1024 h 114"/>
                <a:gd name="T8" fmla="*/ 903 w 73"/>
                <a:gd name="T9" fmla="*/ 0 h 114"/>
                <a:gd name="T10" fmla="*/ 758 w 73"/>
                <a:gd name="T11" fmla="*/ 0 h 114"/>
                <a:gd name="T12" fmla="*/ 571 w 73"/>
                <a:gd name="T13" fmla="*/ 1024 h 114"/>
                <a:gd name="T14" fmla="*/ 529 w 73"/>
                <a:gd name="T15" fmla="*/ 1080 h 114"/>
                <a:gd name="T16" fmla="*/ 496 w 73"/>
                <a:gd name="T17" fmla="*/ 1003 h 114"/>
                <a:gd name="T18" fmla="*/ 666 w 73"/>
                <a:gd name="T19" fmla="*/ 0 h 114"/>
                <a:gd name="T20" fmla="*/ 509 w 73"/>
                <a:gd name="T21" fmla="*/ 0 h 114"/>
                <a:gd name="T22" fmla="*/ 354 w 73"/>
                <a:gd name="T23" fmla="*/ 1045 h 114"/>
                <a:gd name="T24" fmla="*/ 292 w 73"/>
                <a:gd name="T25" fmla="*/ 1080 h 114"/>
                <a:gd name="T26" fmla="*/ 262 w 73"/>
                <a:gd name="T27" fmla="*/ 1003 h 114"/>
                <a:gd name="T28" fmla="*/ 416 w 73"/>
                <a:gd name="T29" fmla="*/ 0 h 114"/>
                <a:gd name="T30" fmla="*/ 262 w 73"/>
                <a:gd name="T31" fmla="*/ 0 h 114"/>
                <a:gd name="T32" fmla="*/ 42 w 73"/>
                <a:gd name="T33" fmla="*/ 1288 h 114"/>
                <a:gd name="T34" fmla="*/ 354 w 73"/>
                <a:gd name="T35" fmla="*/ 2125 h 114"/>
                <a:gd name="T36" fmla="*/ 912 w 73"/>
                <a:gd name="T37" fmla="*/ 1443 h 114"/>
                <a:gd name="T38" fmla="*/ 1132 w 73"/>
                <a:gd name="T39" fmla="*/ 0 h 114"/>
                <a:gd name="T40" fmla="*/ 995 w 73"/>
                <a:gd name="T41" fmla="*/ 0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3" h="114">
                  <a:moveTo>
                    <a:pt x="64" y="0"/>
                  </a:moveTo>
                  <a:cubicBezTo>
                    <a:pt x="52" y="55"/>
                    <a:pt x="52" y="55"/>
                    <a:pt x="52" y="55"/>
                  </a:cubicBezTo>
                  <a:cubicBezTo>
                    <a:pt x="52" y="56"/>
                    <a:pt x="50" y="57"/>
                    <a:pt x="49" y="57"/>
                  </a:cubicBezTo>
                  <a:cubicBezTo>
                    <a:pt x="47" y="57"/>
                    <a:pt x="46" y="55"/>
                    <a:pt x="46" y="5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56"/>
                    <a:pt x="36" y="57"/>
                    <a:pt x="34" y="57"/>
                  </a:cubicBezTo>
                  <a:cubicBezTo>
                    <a:pt x="32" y="56"/>
                    <a:pt x="31" y="55"/>
                    <a:pt x="32" y="5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2" y="56"/>
                    <a:pt x="21" y="57"/>
                    <a:pt x="19" y="57"/>
                  </a:cubicBezTo>
                  <a:cubicBezTo>
                    <a:pt x="18" y="57"/>
                    <a:pt x="17" y="55"/>
                    <a:pt x="17" y="5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13"/>
                    <a:pt x="6" y="45"/>
                    <a:pt x="3" y="68"/>
                  </a:cubicBezTo>
                  <a:cubicBezTo>
                    <a:pt x="0" y="90"/>
                    <a:pt x="9" y="110"/>
                    <a:pt x="23" y="112"/>
                  </a:cubicBezTo>
                  <a:cubicBezTo>
                    <a:pt x="38" y="114"/>
                    <a:pt x="53" y="99"/>
                    <a:pt x="59" y="76"/>
                  </a:cubicBezTo>
                  <a:cubicBezTo>
                    <a:pt x="65" y="56"/>
                    <a:pt x="72" y="6"/>
                    <a:pt x="73" y="0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C8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42">
              <a:extLst>
                <a:ext uri="{FF2B5EF4-FFF2-40B4-BE49-F238E27FC236}">
                  <a16:creationId xmlns:a16="http://schemas.microsoft.com/office/drawing/2014/main" id="{C443230B-EB04-472B-8456-B06C3700E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80"/>
              <a:ext cx="215" cy="677"/>
            </a:xfrm>
            <a:custGeom>
              <a:avLst/>
              <a:gdLst>
                <a:gd name="T0" fmla="*/ 1158 w 86"/>
                <a:gd name="T1" fmla="*/ 93 h 254"/>
                <a:gd name="T2" fmla="*/ 1020 w 86"/>
                <a:gd name="T3" fmla="*/ 0 h 254"/>
                <a:gd name="T4" fmla="*/ 675 w 86"/>
                <a:gd name="T5" fmla="*/ 2274 h 254"/>
                <a:gd name="T6" fmla="*/ 125 w 86"/>
                <a:gd name="T7" fmla="*/ 4390 h 254"/>
                <a:gd name="T8" fmla="*/ 750 w 86"/>
                <a:gd name="T9" fmla="*/ 4390 h 254"/>
                <a:gd name="T10" fmla="*/ 908 w 86"/>
                <a:gd name="T11" fmla="*/ 2330 h 254"/>
                <a:gd name="T12" fmla="*/ 1345 w 86"/>
                <a:gd name="T13" fmla="*/ 56 h 254"/>
                <a:gd name="T14" fmla="*/ 1158 w 86"/>
                <a:gd name="T15" fmla="*/ 9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254">
                  <a:moveTo>
                    <a:pt x="74" y="5"/>
                  </a:moveTo>
                  <a:cubicBezTo>
                    <a:pt x="71" y="4"/>
                    <a:pt x="67" y="2"/>
                    <a:pt x="65" y="0"/>
                  </a:cubicBezTo>
                  <a:cubicBezTo>
                    <a:pt x="60" y="22"/>
                    <a:pt x="52" y="76"/>
                    <a:pt x="43" y="120"/>
                  </a:cubicBezTo>
                  <a:cubicBezTo>
                    <a:pt x="31" y="176"/>
                    <a:pt x="8" y="230"/>
                    <a:pt x="8" y="232"/>
                  </a:cubicBezTo>
                  <a:cubicBezTo>
                    <a:pt x="0" y="253"/>
                    <a:pt x="43" y="254"/>
                    <a:pt x="48" y="232"/>
                  </a:cubicBezTo>
                  <a:cubicBezTo>
                    <a:pt x="49" y="230"/>
                    <a:pt x="47" y="177"/>
                    <a:pt x="58" y="123"/>
                  </a:cubicBezTo>
                  <a:cubicBezTo>
                    <a:pt x="68" y="77"/>
                    <a:pt x="82" y="23"/>
                    <a:pt x="86" y="3"/>
                  </a:cubicBezTo>
                  <a:cubicBezTo>
                    <a:pt x="82" y="4"/>
                    <a:pt x="78" y="5"/>
                    <a:pt x="74" y="5"/>
                  </a:cubicBezTo>
                  <a:close/>
                </a:path>
              </a:pathLst>
            </a:custGeom>
            <a:solidFill>
              <a:srgbClr val="B7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43">
              <a:extLst>
                <a:ext uri="{FF2B5EF4-FFF2-40B4-BE49-F238E27FC236}">
                  <a16:creationId xmlns:a16="http://schemas.microsoft.com/office/drawing/2014/main" id="{AA229512-21A5-4ADB-AA72-1B980ED11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617"/>
              <a:ext cx="143" cy="621"/>
            </a:xfrm>
            <a:custGeom>
              <a:avLst/>
              <a:gdLst>
                <a:gd name="T0" fmla="*/ 83 w 57"/>
                <a:gd name="T1" fmla="*/ 4318 h 233"/>
                <a:gd name="T2" fmla="*/ 33 w 57"/>
                <a:gd name="T3" fmla="*/ 4128 h 233"/>
                <a:gd name="T4" fmla="*/ 585 w 57"/>
                <a:gd name="T5" fmla="*/ 2010 h 233"/>
                <a:gd name="T6" fmla="*/ 901 w 57"/>
                <a:gd name="T7" fmla="*/ 0 h 233"/>
                <a:gd name="T8" fmla="*/ 567 w 57"/>
                <a:gd name="T9" fmla="*/ 2367 h 233"/>
                <a:gd name="T10" fmla="*/ 188 w 57"/>
                <a:gd name="T11" fmla="*/ 3993 h 233"/>
                <a:gd name="T12" fmla="*/ 334 w 57"/>
                <a:gd name="T13" fmla="*/ 4318 h 233"/>
                <a:gd name="T14" fmla="*/ 83 w 57"/>
                <a:gd name="T15" fmla="*/ 4318 h 2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233">
                  <a:moveTo>
                    <a:pt x="5" y="228"/>
                  </a:moveTo>
                  <a:cubicBezTo>
                    <a:pt x="2" y="226"/>
                    <a:pt x="0" y="223"/>
                    <a:pt x="2" y="218"/>
                  </a:cubicBezTo>
                  <a:cubicBezTo>
                    <a:pt x="2" y="216"/>
                    <a:pt x="25" y="162"/>
                    <a:pt x="37" y="106"/>
                  </a:cubicBezTo>
                  <a:cubicBezTo>
                    <a:pt x="45" y="66"/>
                    <a:pt x="53" y="21"/>
                    <a:pt x="57" y="0"/>
                  </a:cubicBezTo>
                  <a:cubicBezTo>
                    <a:pt x="52" y="47"/>
                    <a:pt x="41" y="100"/>
                    <a:pt x="36" y="125"/>
                  </a:cubicBezTo>
                  <a:cubicBezTo>
                    <a:pt x="32" y="150"/>
                    <a:pt x="14" y="200"/>
                    <a:pt x="12" y="211"/>
                  </a:cubicBezTo>
                  <a:cubicBezTo>
                    <a:pt x="10" y="223"/>
                    <a:pt x="14" y="229"/>
                    <a:pt x="21" y="228"/>
                  </a:cubicBezTo>
                  <a:cubicBezTo>
                    <a:pt x="17" y="233"/>
                    <a:pt x="8" y="230"/>
                    <a:pt x="5" y="228"/>
                  </a:cubicBezTo>
                  <a:close/>
                </a:path>
              </a:pathLst>
            </a:custGeom>
            <a:solidFill>
              <a:srgbClr val="E5D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44">
              <a:extLst>
                <a:ext uri="{FF2B5EF4-FFF2-40B4-BE49-F238E27FC236}">
                  <a16:creationId xmlns:a16="http://schemas.microsoft.com/office/drawing/2014/main" id="{1E5CF864-D5E1-4DF4-9AB6-7EAE9FCF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065"/>
              <a:ext cx="25" cy="149"/>
            </a:xfrm>
            <a:custGeom>
              <a:avLst/>
              <a:gdLst>
                <a:gd name="T0" fmla="*/ 0 w 10"/>
                <a:gd name="T1" fmla="*/ 1054 h 56"/>
                <a:gd name="T2" fmla="*/ 145 w 10"/>
                <a:gd name="T3" fmla="*/ 750 h 56"/>
                <a:gd name="T4" fmla="*/ 158 w 10"/>
                <a:gd name="T5" fmla="*/ 0 h 56"/>
                <a:gd name="T6" fmla="*/ 0 w 10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6">
                  <a:moveTo>
                    <a:pt x="0" y="56"/>
                  </a:moveTo>
                  <a:cubicBezTo>
                    <a:pt x="8" y="52"/>
                    <a:pt x="8" y="49"/>
                    <a:pt x="9" y="40"/>
                  </a:cubicBezTo>
                  <a:cubicBezTo>
                    <a:pt x="10" y="30"/>
                    <a:pt x="9" y="15"/>
                    <a:pt x="10" y="0"/>
                  </a:cubicBezTo>
                  <a:cubicBezTo>
                    <a:pt x="7" y="12"/>
                    <a:pt x="3" y="55"/>
                    <a:pt x="0" y="56"/>
                  </a:cubicBezTo>
                  <a:close/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45">
              <a:extLst>
                <a:ext uri="{FF2B5EF4-FFF2-40B4-BE49-F238E27FC236}">
                  <a16:creationId xmlns:a16="http://schemas.microsoft.com/office/drawing/2014/main" id="{DBEA5401-3B70-4BE0-AC51-31B28E22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601"/>
              <a:ext cx="35" cy="75"/>
            </a:xfrm>
            <a:custGeom>
              <a:avLst/>
              <a:gdLst>
                <a:gd name="T0" fmla="*/ 0 w 14"/>
                <a:gd name="T1" fmla="*/ 0 h 28"/>
                <a:gd name="T2" fmla="*/ 220 w 14"/>
                <a:gd name="T3" fmla="*/ 21 h 28"/>
                <a:gd name="T4" fmla="*/ 83 w 14"/>
                <a:gd name="T5" fmla="*/ 538 h 28"/>
                <a:gd name="T6" fmla="*/ 0 w 14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7" y="4"/>
                    <a:pt x="14" y="1"/>
                    <a:pt x="14" y="1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7" y="13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974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46">
              <a:extLst>
                <a:ext uri="{FF2B5EF4-FFF2-40B4-BE49-F238E27FC236}">
                  <a16:creationId xmlns:a16="http://schemas.microsoft.com/office/drawing/2014/main" id="{14EFC33A-A3CA-478B-AD9F-4B5A4D64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900"/>
              <a:ext cx="93" cy="325"/>
            </a:xfrm>
            <a:custGeom>
              <a:avLst/>
              <a:gdLst>
                <a:gd name="T0" fmla="*/ 83 w 37"/>
                <a:gd name="T1" fmla="*/ 2307 h 122"/>
                <a:gd name="T2" fmla="*/ 33 w 37"/>
                <a:gd name="T3" fmla="*/ 2102 h 122"/>
                <a:gd name="T4" fmla="*/ 588 w 37"/>
                <a:gd name="T5" fmla="*/ 0 h 122"/>
                <a:gd name="T6" fmla="*/ 146 w 37"/>
                <a:gd name="T7" fmla="*/ 1910 h 122"/>
                <a:gd name="T8" fmla="*/ 83 w 37"/>
                <a:gd name="T9" fmla="*/ 230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22">
                  <a:moveTo>
                    <a:pt x="5" y="122"/>
                  </a:moveTo>
                  <a:cubicBezTo>
                    <a:pt x="2" y="119"/>
                    <a:pt x="0" y="117"/>
                    <a:pt x="2" y="111"/>
                  </a:cubicBezTo>
                  <a:cubicBezTo>
                    <a:pt x="3" y="110"/>
                    <a:pt x="25" y="56"/>
                    <a:pt x="37" y="0"/>
                  </a:cubicBezTo>
                  <a:cubicBezTo>
                    <a:pt x="32" y="29"/>
                    <a:pt x="13" y="92"/>
                    <a:pt x="9" y="101"/>
                  </a:cubicBezTo>
                  <a:cubicBezTo>
                    <a:pt x="6" y="111"/>
                    <a:pt x="3" y="117"/>
                    <a:pt x="5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47">
              <a:extLst>
                <a:ext uri="{FF2B5EF4-FFF2-40B4-BE49-F238E27FC236}">
                  <a16:creationId xmlns:a16="http://schemas.microsoft.com/office/drawing/2014/main" id="{E31CD384-D41B-4803-A63D-83E53E54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438"/>
              <a:ext cx="35" cy="24"/>
            </a:xfrm>
            <a:custGeom>
              <a:avLst/>
              <a:gdLst>
                <a:gd name="T0" fmla="*/ 20 w 14"/>
                <a:gd name="T1" fmla="*/ 0 h 9"/>
                <a:gd name="T2" fmla="*/ 113 w 14"/>
                <a:gd name="T3" fmla="*/ 136 h 9"/>
                <a:gd name="T4" fmla="*/ 220 w 14"/>
                <a:gd name="T5" fmla="*/ 35 h 9"/>
                <a:gd name="T6" fmla="*/ 95 w 14"/>
                <a:gd name="T7" fmla="*/ 171 h 9"/>
                <a:gd name="T8" fmla="*/ 20 w 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" y="0"/>
                  </a:moveTo>
                  <a:cubicBezTo>
                    <a:pt x="0" y="3"/>
                    <a:pt x="2" y="7"/>
                    <a:pt x="7" y="7"/>
                  </a:cubicBezTo>
                  <a:cubicBezTo>
                    <a:pt x="13" y="7"/>
                    <a:pt x="14" y="2"/>
                    <a:pt x="14" y="2"/>
                  </a:cubicBezTo>
                  <a:cubicBezTo>
                    <a:pt x="13" y="9"/>
                    <a:pt x="10" y="9"/>
                    <a:pt x="6" y="9"/>
                  </a:cubicBezTo>
                  <a:cubicBezTo>
                    <a:pt x="2" y="9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48">
              <a:extLst>
                <a:ext uri="{FF2B5EF4-FFF2-40B4-BE49-F238E27FC236}">
                  <a16:creationId xmlns:a16="http://schemas.microsoft.com/office/drawing/2014/main" id="{DF5DD0A7-9281-498D-B232-34455D5D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438"/>
              <a:ext cx="37" cy="24"/>
            </a:xfrm>
            <a:custGeom>
              <a:avLst/>
              <a:gdLst>
                <a:gd name="T0" fmla="*/ 30 w 15"/>
                <a:gd name="T1" fmla="*/ 0 h 9"/>
                <a:gd name="T2" fmla="*/ 121 w 15"/>
                <a:gd name="T3" fmla="*/ 136 h 9"/>
                <a:gd name="T4" fmla="*/ 224 w 15"/>
                <a:gd name="T5" fmla="*/ 35 h 9"/>
                <a:gd name="T6" fmla="*/ 104 w 15"/>
                <a:gd name="T7" fmla="*/ 171 h 9"/>
                <a:gd name="T8" fmla="*/ 3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2" y="0"/>
                  </a:moveTo>
                  <a:cubicBezTo>
                    <a:pt x="1" y="3"/>
                    <a:pt x="3" y="7"/>
                    <a:pt x="8" y="7"/>
                  </a:cubicBezTo>
                  <a:cubicBezTo>
                    <a:pt x="13" y="7"/>
                    <a:pt x="15" y="2"/>
                    <a:pt x="15" y="2"/>
                  </a:cubicBezTo>
                  <a:cubicBezTo>
                    <a:pt x="14" y="9"/>
                    <a:pt x="10" y="9"/>
                    <a:pt x="7" y="9"/>
                  </a:cubicBezTo>
                  <a:cubicBezTo>
                    <a:pt x="3" y="9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49">
              <a:extLst>
                <a:ext uri="{FF2B5EF4-FFF2-40B4-BE49-F238E27FC236}">
                  <a16:creationId xmlns:a16="http://schemas.microsoft.com/office/drawing/2014/main" id="{0B3F2A04-ACA3-4911-BC7E-EC1DFB548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438"/>
              <a:ext cx="38" cy="24"/>
            </a:xfrm>
            <a:custGeom>
              <a:avLst/>
              <a:gdLst>
                <a:gd name="T0" fmla="*/ 20 w 15"/>
                <a:gd name="T1" fmla="*/ 0 h 9"/>
                <a:gd name="T2" fmla="*/ 129 w 15"/>
                <a:gd name="T3" fmla="*/ 136 h 9"/>
                <a:gd name="T4" fmla="*/ 243 w 15"/>
                <a:gd name="T5" fmla="*/ 35 h 9"/>
                <a:gd name="T6" fmla="*/ 96 w 15"/>
                <a:gd name="T7" fmla="*/ 171 h 9"/>
                <a:gd name="T8" fmla="*/ 2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0"/>
                  </a:moveTo>
                  <a:cubicBezTo>
                    <a:pt x="0" y="3"/>
                    <a:pt x="3" y="7"/>
                    <a:pt x="8" y="7"/>
                  </a:cubicBezTo>
                  <a:cubicBezTo>
                    <a:pt x="13" y="7"/>
                    <a:pt x="15" y="2"/>
                    <a:pt x="15" y="2"/>
                  </a:cubicBezTo>
                  <a:cubicBezTo>
                    <a:pt x="13" y="9"/>
                    <a:pt x="10" y="9"/>
                    <a:pt x="6" y="9"/>
                  </a:cubicBezTo>
                  <a:cubicBezTo>
                    <a:pt x="2" y="9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50">
              <a:extLst>
                <a:ext uri="{FF2B5EF4-FFF2-40B4-BE49-F238E27FC236}">
                  <a16:creationId xmlns:a16="http://schemas.microsoft.com/office/drawing/2014/main" id="{0F9155C5-C999-4019-8D92-74E7C47D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302"/>
              <a:ext cx="35" cy="115"/>
            </a:xfrm>
            <a:custGeom>
              <a:avLst/>
              <a:gdLst>
                <a:gd name="T0" fmla="*/ 220 w 14"/>
                <a:gd name="T1" fmla="*/ 0 h 43"/>
                <a:gd name="T2" fmla="*/ 158 w 14"/>
                <a:gd name="T3" fmla="*/ 0 h 43"/>
                <a:gd name="T4" fmla="*/ 0 w 14"/>
                <a:gd name="T5" fmla="*/ 824 h 43"/>
                <a:gd name="T6" fmla="*/ 220 w 14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33"/>
                    <a:pt x="12" y="0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51">
              <a:extLst>
                <a:ext uri="{FF2B5EF4-FFF2-40B4-BE49-F238E27FC236}">
                  <a16:creationId xmlns:a16="http://schemas.microsoft.com/office/drawing/2014/main" id="{599980E8-8065-47DD-BD12-768197FC7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505"/>
              <a:ext cx="105" cy="77"/>
            </a:xfrm>
            <a:custGeom>
              <a:avLst/>
              <a:gdLst>
                <a:gd name="T0" fmla="*/ 438 w 42"/>
                <a:gd name="T1" fmla="*/ 281 h 29"/>
                <a:gd name="T2" fmla="*/ 0 w 42"/>
                <a:gd name="T3" fmla="*/ 297 h 29"/>
                <a:gd name="T4" fmla="*/ 283 w 42"/>
                <a:gd name="T5" fmla="*/ 507 h 29"/>
                <a:gd name="T6" fmla="*/ 658 w 42"/>
                <a:gd name="T7" fmla="*/ 0 h 29"/>
                <a:gd name="T8" fmla="*/ 438 w 42"/>
                <a:gd name="T9" fmla="*/ 2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9">
                  <a:moveTo>
                    <a:pt x="28" y="15"/>
                  </a:moveTo>
                  <a:cubicBezTo>
                    <a:pt x="20" y="21"/>
                    <a:pt x="7" y="23"/>
                    <a:pt x="0" y="16"/>
                  </a:cubicBezTo>
                  <a:cubicBezTo>
                    <a:pt x="2" y="24"/>
                    <a:pt x="8" y="29"/>
                    <a:pt x="18" y="27"/>
                  </a:cubicBezTo>
                  <a:cubicBezTo>
                    <a:pt x="28" y="26"/>
                    <a:pt x="39" y="13"/>
                    <a:pt x="42" y="0"/>
                  </a:cubicBezTo>
                  <a:cubicBezTo>
                    <a:pt x="42" y="0"/>
                    <a:pt x="36" y="10"/>
                    <a:pt x="28" y="15"/>
                  </a:cubicBezTo>
                  <a:close/>
                </a:path>
              </a:pathLst>
            </a:custGeom>
            <a:solidFill>
              <a:srgbClr val="A3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52">
              <a:extLst>
                <a:ext uri="{FF2B5EF4-FFF2-40B4-BE49-F238E27FC236}">
                  <a16:creationId xmlns:a16="http://schemas.microsoft.com/office/drawing/2014/main" id="{F47BAD5C-0194-4BB2-841D-EEF383782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294"/>
              <a:ext cx="182" cy="304"/>
            </a:xfrm>
            <a:custGeom>
              <a:avLst/>
              <a:gdLst>
                <a:gd name="T0" fmla="*/ 995 w 73"/>
                <a:gd name="T1" fmla="*/ 0 h 114"/>
                <a:gd name="T2" fmla="*/ 808 w 73"/>
                <a:gd name="T3" fmla="*/ 1045 h 114"/>
                <a:gd name="T4" fmla="*/ 758 w 73"/>
                <a:gd name="T5" fmla="*/ 1080 h 114"/>
                <a:gd name="T6" fmla="*/ 716 w 73"/>
                <a:gd name="T7" fmla="*/ 1024 h 114"/>
                <a:gd name="T8" fmla="*/ 903 w 73"/>
                <a:gd name="T9" fmla="*/ 0 h 114"/>
                <a:gd name="T10" fmla="*/ 758 w 73"/>
                <a:gd name="T11" fmla="*/ 0 h 114"/>
                <a:gd name="T12" fmla="*/ 571 w 73"/>
                <a:gd name="T13" fmla="*/ 1024 h 114"/>
                <a:gd name="T14" fmla="*/ 529 w 73"/>
                <a:gd name="T15" fmla="*/ 1080 h 114"/>
                <a:gd name="T16" fmla="*/ 496 w 73"/>
                <a:gd name="T17" fmla="*/ 1003 h 114"/>
                <a:gd name="T18" fmla="*/ 666 w 73"/>
                <a:gd name="T19" fmla="*/ 0 h 114"/>
                <a:gd name="T20" fmla="*/ 509 w 73"/>
                <a:gd name="T21" fmla="*/ 0 h 114"/>
                <a:gd name="T22" fmla="*/ 354 w 73"/>
                <a:gd name="T23" fmla="*/ 1045 h 114"/>
                <a:gd name="T24" fmla="*/ 292 w 73"/>
                <a:gd name="T25" fmla="*/ 1080 h 114"/>
                <a:gd name="T26" fmla="*/ 262 w 73"/>
                <a:gd name="T27" fmla="*/ 1003 h 114"/>
                <a:gd name="T28" fmla="*/ 416 w 73"/>
                <a:gd name="T29" fmla="*/ 0 h 114"/>
                <a:gd name="T30" fmla="*/ 262 w 73"/>
                <a:gd name="T31" fmla="*/ 0 h 114"/>
                <a:gd name="T32" fmla="*/ 42 w 73"/>
                <a:gd name="T33" fmla="*/ 1288 h 114"/>
                <a:gd name="T34" fmla="*/ 354 w 73"/>
                <a:gd name="T35" fmla="*/ 2125 h 114"/>
                <a:gd name="T36" fmla="*/ 912 w 73"/>
                <a:gd name="T37" fmla="*/ 1443 h 114"/>
                <a:gd name="T38" fmla="*/ 1132 w 73"/>
                <a:gd name="T39" fmla="*/ 0 h 114"/>
                <a:gd name="T40" fmla="*/ 995 w 73"/>
                <a:gd name="T41" fmla="*/ 0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3" h="114">
                  <a:moveTo>
                    <a:pt x="64" y="0"/>
                  </a:moveTo>
                  <a:cubicBezTo>
                    <a:pt x="52" y="55"/>
                    <a:pt x="52" y="55"/>
                    <a:pt x="52" y="55"/>
                  </a:cubicBezTo>
                  <a:cubicBezTo>
                    <a:pt x="52" y="56"/>
                    <a:pt x="50" y="57"/>
                    <a:pt x="49" y="57"/>
                  </a:cubicBezTo>
                  <a:cubicBezTo>
                    <a:pt x="47" y="57"/>
                    <a:pt x="46" y="55"/>
                    <a:pt x="46" y="5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56"/>
                    <a:pt x="36" y="57"/>
                    <a:pt x="34" y="57"/>
                  </a:cubicBezTo>
                  <a:cubicBezTo>
                    <a:pt x="32" y="56"/>
                    <a:pt x="31" y="55"/>
                    <a:pt x="32" y="5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2" y="56"/>
                    <a:pt x="21" y="57"/>
                    <a:pt x="19" y="57"/>
                  </a:cubicBezTo>
                  <a:cubicBezTo>
                    <a:pt x="18" y="57"/>
                    <a:pt x="17" y="55"/>
                    <a:pt x="17" y="5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13"/>
                    <a:pt x="6" y="45"/>
                    <a:pt x="3" y="68"/>
                  </a:cubicBezTo>
                  <a:cubicBezTo>
                    <a:pt x="0" y="90"/>
                    <a:pt x="9" y="110"/>
                    <a:pt x="23" y="112"/>
                  </a:cubicBezTo>
                  <a:cubicBezTo>
                    <a:pt x="38" y="114"/>
                    <a:pt x="53" y="99"/>
                    <a:pt x="59" y="76"/>
                  </a:cubicBezTo>
                  <a:cubicBezTo>
                    <a:pt x="65" y="56"/>
                    <a:pt x="72" y="6"/>
                    <a:pt x="73" y="0"/>
                  </a:cubicBezTo>
                  <a:lnTo>
                    <a:pt x="64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53">
              <a:extLst>
                <a:ext uri="{FF2B5EF4-FFF2-40B4-BE49-F238E27FC236}">
                  <a16:creationId xmlns:a16="http://schemas.microsoft.com/office/drawing/2014/main" id="{9C447105-DCC5-4A2E-9ACF-2B0EA2C0C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80"/>
              <a:ext cx="215" cy="677"/>
            </a:xfrm>
            <a:custGeom>
              <a:avLst/>
              <a:gdLst>
                <a:gd name="T0" fmla="*/ 1158 w 86"/>
                <a:gd name="T1" fmla="*/ 93 h 254"/>
                <a:gd name="T2" fmla="*/ 1020 w 86"/>
                <a:gd name="T3" fmla="*/ 0 h 254"/>
                <a:gd name="T4" fmla="*/ 675 w 86"/>
                <a:gd name="T5" fmla="*/ 2274 h 254"/>
                <a:gd name="T6" fmla="*/ 125 w 86"/>
                <a:gd name="T7" fmla="*/ 4390 h 254"/>
                <a:gd name="T8" fmla="*/ 750 w 86"/>
                <a:gd name="T9" fmla="*/ 4390 h 254"/>
                <a:gd name="T10" fmla="*/ 908 w 86"/>
                <a:gd name="T11" fmla="*/ 2330 h 254"/>
                <a:gd name="T12" fmla="*/ 1345 w 86"/>
                <a:gd name="T13" fmla="*/ 56 h 254"/>
                <a:gd name="T14" fmla="*/ 1158 w 86"/>
                <a:gd name="T15" fmla="*/ 9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254">
                  <a:moveTo>
                    <a:pt x="74" y="5"/>
                  </a:moveTo>
                  <a:cubicBezTo>
                    <a:pt x="71" y="4"/>
                    <a:pt x="67" y="2"/>
                    <a:pt x="65" y="0"/>
                  </a:cubicBezTo>
                  <a:cubicBezTo>
                    <a:pt x="60" y="22"/>
                    <a:pt x="52" y="76"/>
                    <a:pt x="43" y="120"/>
                  </a:cubicBezTo>
                  <a:cubicBezTo>
                    <a:pt x="31" y="176"/>
                    <a:pt x="8" y="230"/>
                    <a:pt x="8" y="232"/>
                  </a:cubicBezTo>
                  <a:cubicBezTo>
                    <a:pt x="0" y="253"/>
                    <a:pt x="43" y="254"/>
                    <a:pt x="48" y="232"/>
                  </a:cubicBezTo>
                  <a:cubicBezTo>
                    <a:pt x="49" y="230"/>
                    <a:pt x="47" y="177"/>
                    <a:pt x="58" y="123"/>
                  </a:cubicBezTo>
                  <a:cubicBezTo>
                    <a:pt x="68" y="77"/>
                    <a:pt x="82" y="23"/>
                    <a:pt x="86" y="3"/>
                  </a:cubicBezTo>
                  <a:cubicBezTo>
                    <a:pt x="82" y="4"/>
                    <a:pt x="78" y="5"/>
                    <a:pt x="74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2" name="Light-green-serving-tray">
            <a:extLst>
              <a:ext uri="{FF2B5EF4-FFF2-40B4-BE49-F238E27FC236}">
                <a16:creationId xmlns:a16="http://schemas.microsoft.com/office/drawing/2014/main" id="{269A71BA-1AE4-4D61-B0EC-D53020A4B176}"/>
              </a:ext>
            </a:extLst>
          </p:cNvPr>
          <p:cNvGrpSpPr>
            <a:grpSpLocks/>
          </p:cNvGrpSpPr>
          <p:nvPr/>
        </p:nvGrpSpPr>
        <p:grpSpPr bwMode="auto">
          <a:xfrm>
            <a:off x="6762750" y="1457325"/>
            <a:ext cx="2430463" cy="1397000"/>
            <a:chOff x="463" y="2602"/>
            <a:chExt cx="1721" cy="989"/>
          </a:xfrm>
        </p:grpSpPr>
        <p:sp>
          <p:nvSpPr>
            <p:cNvPr id="40071" name="Freeform 55">
              <a:extLst>
                <a:ext uri="{FF2B5EF4-FFF2-40B4-BE49-F238E27FC236}">
                  <a16:creationId xmlns:a16="http://schemas.microsoft.com/office/drawing/2014/main" id="{EAD3AA1A-F123-414B-AF22-5CC7D6F7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602"/>
              <a:ext cx="1721" cy="989"/>
            </a:xfrm>
            <a:custGeom>
              <a:avLst/>
              <a:gdLst>
                <a:gd name="T0" fmla="*/ 2426 w 1380"/>
                <a:gd name="T1" fmla="*/ 1616 h 743"/>
                <a:gd name="T2" fmla="*/ 2259 w 1380"/>
                <a:gd name="T3" fmla="*/ 1752 h 743"/>
                <a:gd name="T4" fmla="*/ 200 w 1380"/>
                <a:gd name="T5" fmla="*/ 1752 h 743"/>
                <a:gd name="T6" fmla="*/ 19 w 1380"/>
                <a:gd name="T7" fmla="*/ 1531 h 743"/>
                <a:gd name="T8" fmla="*/ 284 w 1380"/>
                <a:gd name="T9" fmla="*/ 150 h 743"/>
                <a:gd name="T10" fmla="*/ 458 w 1380"/>
                <a:gd name="T11" fmla="*/ 0 h 743"/>
                <a:gd name="T12" fmla="*/ 2473 w 1380"/>
                <a:gd name="T13" fmla="*/ 0 h 743"/>
                <a:gd name="T14" fmla="*/ 2654 w 1380"/>
                <a:gd name="T15" fmla="*/ 221 h 743"/>
                <a:gd name="T16" fmla="*/ 2426 w 1380"/>
                <a:gd name="T17" fmla="*/ 1616 h 7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0" h="743">
                  <a:moveTo>
                    <a:pt x="1251" y="685"/>
                  </a:moveTo>
                  <a:cubicBezTo>
                    <a:pt x="1237" y="719"/>
                    <a:pt x="1203" y="743"/>
                    <a:pt x="1164" y="743"/>
                  </a:cubicBezTo>
                  <a:cubicBezTo>
                    <a:pt x="103" y="743"/>
                    <a:pt x="103" y="743"/>
                    <a:pt x="103" y="743"/>
                  </a:cubicBezTo>
                  <a:cubicBezTo>
                    <a:pt x="52" y="743"/>
                    <a:pt x="0" y="699"/>
                    <a:pt x="10" y="649"/>
                  </a:cubicBezTo>
                  <a:cubicBezTo>
                    <a:pt x="10" y="649"/>
                    <a:pt x="144" y="74"/>
                    <a:pt x="147" y="64"/>
                  </a:cubicBezTo>
                  <a:cubicBezTo>
                    <a:pt x="160" y="27"/>
                    <a:pt x="195" y="0"/>
                    <a:pt x="236" y="0"/>
                  </a:cubicBezTo>
                  <a:cubicBezTo>
                    <a:pt x="1275" y="0"/>
                    <a:pt x="1275" y="0"/>
                    <a:pt x="1275" y="0"/>
                  </a:cubicBezTo>
                  <a:cubicBezTo>
                    <a:pt x="1326" y="0"/>
                    <a:pt x="1380" y="21"/>
                    <a:pt x="1368" y="94"/>
                  </a:cubicBezTo>
                  <a:cubicBezTo>
                    <a:pt x="1368" y="94"/>
                    <a:pt x="1255" y="674"/>
                    <a:pt x="1251" y="685"/>
                  </a:cubicBezTo>
                  <a:close/>
                </a:path>
              </a:pathLst>
            </a:custGeom>
            <a:solidFill>
              <a:srgbClr val="D7E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56">
              <a:extLst>
                <a:ext uri="{FF2B5EF4-FFF2-40B4-BE49-F238E27FC236}">
                  <a16:creationId xmlns:a16="http://schemas.microsoft.com/office/drawing/2014/main" id="{FDC86A34-9C5A-49CB-A3FC-38B5DCFB7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654"/>
              <a:ext cx="1600" cy="885"/>
            </a:xfrm>
            <a:custGeom>
              <a:avLst/>
              <a:gdLst>
                <a:gd name="T0" fmla="*/ 366 w 1282"/>
                <a:gd name="T1" fmla="*/ 0 h 665"/>
                <a:gd name="T2" fmla="*/ 2385 w 1282"/>
                <a:gd name="T3" fmla="*/ 0 h 665"/>
                <a:gd name="T4" fmla="*/ 2474 w 1282"/>
                <a:gd name="T5" fmla="*/ 41 h 665"/>
                <a:gd name="T6" fmla="*/ 2492 w 1282"/>
                <a:gd name="T7" fmla="*/ 105 h 665"/>
                <a:gd name="T8" fmla="*/ 2491 w 1282"/>
                <a:gd name="T9" fmla="*/ 120 h 665"/>
                <a:gd name="T10" fmla="*/ 2266 w 1282"/>
                <a:gd name="T11" fmla="*/ 1489 h 665"/>
                <a:gd name="T12" fmla="*/ 2170 w 1282"/>
                <a:gd name="T13" fmla="*/ 1568 h 665"/>
                <a:gd name="T14" fmla="*/ 107 w 1282"/>
                <a:gd name="T15" fmla="*/ 1568 h 665"/>
                <a:gd name="T16" fmla="*/ 19 w 1282"/>
                <a:gd name="T17" fmla="*/ 1516 h 665"/>
                <a:gd name="T18" fmla="*/ 0 w 1282"/>
                <a:gd name="T19" fmla="*/ 1461 h 665"/>
                <a:gd name="T20" fmla="*/ 1 w 1282"/>
                <a:gd name="T21" fmla="*/ 1449 h 665"/>
                <a:gd name="T22" fmla="*/ 265 w 1282"/>
                <a:gd name="T23" fmla="*/ 87 h 665"/>
                <a:gd name="T24" fmla="*/ 366 w 1282"/>
                <a:gd name="T25" fmla="*/ 0 h 6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2" h="665">
                  <a:moveTo>
                    <a:pt x="188" y="0"/>
                  </a:moveTo>
                  <a:cubicBezTo>
                    <a:pt x="1227" y="0"/>
                    <a:pt x="1227" y="0"/>
                    <a:pt x="1227" y="0"/>
                  </a:cubicBezTo>
                  <a:cubicBezTo>
                    <a:pt x="1246" y="0"/>
                    <a:pt x="1263" y="7"/>
                    <a:pt x="1272" y="17"/>
                  </a:cubicBezTo>
                  <a:cubicBezTo>
                    <a:pt x="1279" y="24"/>
                    <a:pt x="1282" y="33"/>
                    <a:pt x="1282" y="44"/>
                  </a:cubicBezTo>
                  <a:cubicBezTo>
                    <a:pt x="1282" y="46"/>
                    <a:pt x="1282" y="49"/>
                    <a:pt x="1281" y="51"/>
                  </a:cubicBezTo>
                  <a:cubicBezTo>
                    <a:pt x="1229" y="321"/>
                    <a:pt x="1173" y="604"/>
                    <a:pt x="1166" y="632"/>
                  </a:cubicBezTo>
                  <a:cubicBezTo>
                    <a:pt x="1157" y="652"/>
                    <a:pt x="1138" y="665"/>
                    <a:pt x="1116" y="665"/>
                  </a:cubicBezTo>
                  <a:cubicBezTo>
                    <a:pt x="55" y="665"/>
                    <a:pt x="55" y="665"/>
                    <a:pt x="55" y="665"/>
                  </a:cubicBezTo>
                  <a:cubicBezTo>
                    <a:pt x="38" y="665"/>
                    <a:pt x="21" y="656"/>
                    <a:pt x="10" y="643"/>
                  </a:cubicBezTo>
                  <a:cubicBezTo>
                    <a:pt x="5" y="638"/>
                    <a:pt x="0" y="630"/>
                    <a:pt x="0" y="620"/>
                  </a:cubicBezTo>
                  <a:cubicBezTo>
                    <a:pt x="0" y="618"/>
                    <a:pt x="0" y="617"/>
                    <a:pt x="1" y="615"/>
                  </a:cubicBezTo>
                  <a:cubicBezTo>
                    <a:pt x="53" y="392"/>
                    <a:pt x="131" y="56"/>
                    <a:pt x="136" y="37"/>
                  </a:cubicBezTo>
                  <a:cubicBezTo>
                    <a:pt x="144" y="15"/>
                    <a:pt x="165" y="0"/>
                    <a:pt x="188" y="0"/>
                  </a:cubicBezTo>
                  <a:close/>
                </a:path>
              </a:pathLst>
            </a:custGeom>
            <a:solidFill>
              <a:srgbClr val="EAF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57">
              <a:extLst>
                <a:ext uri="{FF2B5EF4-FFF2-40B4-BE49-F238E27FC236}">
                  <a16:creationId xmlns:a16="http://schemas.microsoft.com/office/drawing/2014/main" id="{3DD80F37-4925-4233-8FC3-65ECC4D3F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3241"/>
              <a:ext cx="1366" cy="298"/>
            </a:xfrm>
            <a:custGeom>
              <a:avLst/>
              <a:gdLst>
                <a:gd name="T0" fmla="*/ 1947 w 1095"/>
                <a:gd name="T1" fmla="*/ 478 h 224"/>
                <a:gd name="T2" fmla="*/ 2126 w 1095"/>
                <a:gd name="T3" fmla="*/ 0 h 224"/>
                <a:gd name="T4" fmla="*/ 2050 w 1095"/>
                <a:gd name="T5" fmla="*/ 450 h 224"/>
                <a:gd name="T6" fmla="*/ 1954 w 1095"/>
                <a:gd name="T7" fmla="*/ 527 h 224"/>
                <a:gd name="T8" fmla="*/ 0 w 1095"/>
                <a:gd name="T9" fmla="*/ 527 h 224"/>
                <a:gd name="T10" fmla="*/ 1947 w 1095"/>
                <a:gd name="T11" fmla="*/ 478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5" h="224">
                  <a:moveTo>
                    <a:pt x="1003" y="203"/>
                  </a:moveTo>
                  <a:cubicBezTo>
                    <a:pt x="1068" y="187"/>
                    <a:pt x="1076" y="57"/>
                    <a:pt x="1095" y="0"/>
                  </a:cubicBezTo>
                  <a:cubicBezTo>
                    <a:pt x="1074" y="103"/>
                    <a:pt x="1059" y="177"/>
                    <a:pt x="1056" y="191"/>
                  </a:cubicBezTo>
                  <a:cubicBezTo>
                    <a:pt x="1047" y="211"/>
                    <a:pt x="1028" y="224"/>
                    <a:pt x="1006" y="224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24"/>
                    <a:pt x="938" y="218"/>
                    <a:pt x="1003" y="203"/>
                  </a:cubicBezTo>
                  <a:close/>
                </a:path>
              </a:pathLst>
            </a:custGeom>
            <a:solidFill>
              <a:srgbClr val="BB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58">
              <a:extLst>
                <a:ext uri="{FF2B5EF4-FFF2-40B4-BE49-F238E27FC236}">
                  <a16:creationId xmlns:a16="http://schemas.microsoft.com/office/drawing/2014/main" id="{21B20237-2AA5-4CC5-BD75-319586E64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654"/>
              <a:ext cx="1278" cy="680"/>
            </a:xfrm>
            <a:custGeom>
              <a:avLst/>
              <a:gdLst>
                <a:gd name="T0" fmla="*/ 0 w 1024"/>
                <a:gd name="T1" fmla="*/ 1204 h 511"/>
                <a:gd name="T2" fmla="*/ 212 w 1024"/>
                <a:gd name="T3" fmla="*/ 86 h 511"/>
                <a:gd name="T4" fmla="*/ 313 w 1024"/>
                <a:gd name="T5" fmla="*/ 0 h 511"/>
                <a:gd name="T6" fmla="*/ 1991 w 1024"/>
                <a:gd name="T7" fmla="*/ 0 h 511"/>
                <a:gd name="T8" fmla="*/ 376 w 1024"/>
                <a:gd name="T9" fmla="*/ 37 h 511"/>
                <a:gd name="T10" fmla="*/ 210 w 1024"/>
                <a:gd name="T11" fmla="*/ 248 h 511"/>
                <a:gd name="T12" fmla="*/ 0 w 1024"/>
                <a:gd name="T13" fmla="*/ 1204 h 5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4" h="511">
                  <a:moveTo>
                    <a:pt x="0" y="511"/>
                  </a:moveTo>
                  <a:cubicBezTo>
                    <a:pt x="52" y="287"/>
                    <a:pt x="104" y="56"/>
                    <a:pt x="109" y="37"/>
                  </a:cubicBezTo>
                  <a:cubicBezTo>
                    <a:pt x="117" y="15"/>
                    <a:pt x="138" y="0"/>
                    <a:pt x="161" y="0"/>
                  </a:cubicBezTo>
                  <a:cubicBezTo>
                    <a:pt x="1024" y="0"/>
                    <a:pt x="1024" y="0"/>
                    <a:pt x="1024" y="0"/>
                  </a:cubicBezTo>
                  <a:cubicBezTo>
                    <a:pt x="911" y="4"/>
                    <a:pt x="261" y="8"/>
                    <a:pt x="193" y="16"/>
                  </a:cubicBezTo>
                  <a:cubicBezTo>
                    <a:pt x="126" y="23"/>
                    <a:pt x="132" y="32"/>
                    <a:pt x="108" y="105"/>
                  </a:cubicBezTo>
                  <a:cubicBezTo>
                    <a:pt x="85" y="178"/>
                    <a:pt x="0" y="511"/>
                    <a:pt x="0" y="511"/>
                  </a:cubicBezTo>
                  <a:close/>
                </a:path>
              </a:pathLst>
            </a:custGeom>
            <a:solidFill>
              <a:srgbClr val="BB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59">
              <a:extLst>
                <a:ext uri="{FF2B5EF4-FFF2-40B4-BE49-F238E27FC236}">
                  <a16:creationId xmlns:a16="http://schemas.microsoft.com/office/drawing/2014/main" id="{B449BCB5-C0B2-451D-9324-42821B9A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701"/>
              <a:ext cx="86" cy="575"/>
            </a:xfrm>
            <a:custGeom>
              <a:avLst/>
              <a:gdLst>
                <a:gd name="T0" fmla="*/ 133 w 69"/>
                <a:gd name="T1" fmla="*/ 69 h 432"/>
                <a:gd name="T2" fmla="*/ 108 w 69"/>
                <a:gd name="T3" fmla="*/ 73 h 432"/>
                <a:gd name="T4" fmla="*/ 14 w 69"/>
                <a:gd name="T5" fmla="*/ 563 h 432"/>
                <a:gd name="T6" fmla="*/ 0 w 69"/>
                <a:gd name="T7" fmla="*/ 691 h 432"/>
                <a:gd name="T8" fmla="*/ 0 w 69"/>
                <a:gd name="T9" fmla="*/ 1018 h 432"/>
                <a:gd name="T10" fmla="*/ 25 w 69"/>
                <a:gd name="T11" fmla="*/ 896 h 432"/>
                <a:gd name="T12" fmla="*/ 25 w 69"/>
                <a:gd name="T13" fmla="*/ 740 h 432"/>
                <a:gd name="T14" fmla="*/ 34 w 69"/>
                <a:gd name="T15" fmla="*/ 639 h 432"/>
                <a:gd name="T16" fmla="*/ 110 w 69"/>
                <a:gd name="T17" fmla="*/ 256 h 432"/>
                <a:gd name="T18" fmla="*/ 110 w 69"/>
                <a:gd name="T19" fmla="*/ 455 h 432"/>
                <a:gd name="T20" fmla="*/ 133 w 69"/>
                <a:gd name="T21" fmla="*/ 333 h 432"/>
                <a:gd name="T22" fmla="*/ 133 w 69"/>
                <a:gd name="T23" fmla="*/ 69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432">
                  <a:moveTo>
                    <a:pt x="69" y="29"/>
                  </a:moveTo>
                  <a:cubicBezTo>
                    <a:pt x="69" y="0"/>
                    <a:pt x="60" y="14"/>
                    <a:pt x="56" y="31"/>
                  </a:cubicBezTo>
                  <a:cubicBezTo>
                    <a:pt x="52" y="47"/>
                    <a:pt x="12" y="220"/>
                    <a:pt x="7" y="239"/>
                  </a:cubicBezTo>
                  <a:cubicBezTo>
                    <a:pt x="3" y="257"/>
                    <a:pt x="0" y="280"/>
                    <a:pt x="0" y="293"/>
                  </a:cubicBezTo>
                  <a:cubicBezTo>
                    <a:pt x="0" y="306"/>
                    <a:pt x="0" y="432"/>
                    <a:pt x="0" y="432"/>
                  </a:cubicBezTo>
                  <a:cubicBezTo>
                    <a:pt x="13" y="380"/>
                    <a:pt x="13" y="380"/>
                    <a:pt x="13" y="380"/>
                  </a:cubicBezTo>
                  <a:cubicBezTo>
                    <a:pt x="13" y="355"/>
                    <a:pt x="13" y="314"/>
                    <a:pt x="13" y="314"/>
                  </a:cubicBezTo>
                  <a:cubicBezTo>
                    <a:pt x="13" y="303"/>
                    <a:pt x="15" y="285"/>
                    <a:pt x="18" y="271"/>
                  </a:cubicBezTo>
                  <a:cubicBezTo>
                    <a:pt x="21" y="257"/>
                    <a:pt x="48" y="143"/>
                    <a:pt x="57" y="108"/>
                  </a:cubicBezTo>
                  <a:cubicBezTo>
                    <a:pt x="57" y="193"/>
                    <a:pt x="57" y="193"/>
                    <a:pt x="57" y="193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58"/>
                    <a:pt x="69" y="29"/>
                  </a:cubicBezTo>
                  <a:close/>
                </a:path>
              </a:pathLst>
            </a:custGeom>
            <a:solidFill>
              <a:srgbClr val="004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60">
              <a:extLst>
                <a:ext uri="{FF2B5EF4-FFF2-40B4-BE49-F238E27FC236}">
                  <a16:creationId xmlns:a16="http://schemas.microsoft.com/office/drawing/2014/main" id="{7F0B6C6F-D577-4BE7-94D0-7F9B87B2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701"/>
              <a:ext cx="87" cy="645"/>
            </a:xfrm>
            <a:custGeom>
              <a:avLst/>
              <a:gdLst>
                <a:gd name="T0" fmla="*/ 139 w 69"/>
                <a:gd name="T1" fmla="*/ 69 h 485"/>
                <a:gd name="T2" fmla="*/ 113 w 69"/>
                <a:gd name="T3" fmla="*/ 73 h 485"/>
                <a:gd name="T4" fmla="*/ 14 w 69"/>
                <a:gd name="T5" fmla="*/ 670 h 485"/>
                <a:gd name="T6" fmla="*/ 0 w 69"/>
                <a:gd name="T7" fmla="*/ 799 h 485"/>
                <a:gd name="T8" fmla="*/ 0 w 69"/>
                <a:gd name="T9" fmla="*/ 1141 h 485"/>
                <a:gd name="T10" fmla="*/ 29 w 69"/>
                <a:gd name="T11" fmla="*/ 975 h 485"/>
                <a:gd name="T12" fmla="*/ 29 w 69"/>
                <a:gd name="T13" fmla="*/ 826 h 485"/>
                <a:gd name="T14" fmla="*/ 38 w 69"/>
                <a:gd name="T15" fmla="*/ 725 h 485"/>
                <a:gd name="T16" fmla="*/ 116 w 69"/>
                <a:gd name="T17" fmla="*/ 257 h 485"/>
                <a:gd name="T18" fmla="*/ 116 w 69"/>
                <a:gd name="T19" fmla="*/ 456 h 485"/>
                <a:gd name="T20" fmla="*/ 105 w 69"/>
                <a:gd name="T21" fmla="*/ 532 h 485"/>
                <a:gd name="T22" fmla="*/ 136 w 69"/>
                <a:gd name="T23" fmla="*/ 336 h 485"/>
                <a:gd name="T24" fmla="*/ 139 w 69"/>
                <a:gd name="T25" fmla="*/ 332 h 485"/>
                <a:gd name="T26" fmla="*/ 139 w 69"/>
                <a:gd name="T27" fmla="*/ 69 h 4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485">
                  <a:moveTo>
                    <a:pt x="69" y="29"/>
                  </a:moveTo>
                  <a:cubicBezTo>
                    <a:pt x="69" y="0"/>
                    <a:pt x="60" y="14"/>
                    <a:pt x="56" y="31"/>
                  </a:cubicBezTo>
                  <a:cubicBezTo>
                    <a:pt x="52" y="47"/>
                    <a:pt x="11" y="266"/>
                    <a:pt x="7" y="285"/>
                  </a:cubicBezTo>
                  <a:cubicBezTo>
                    <a:pt x="3" y="304"/>
                    <a:pt x="0" y="327"/>
                    <a:pt x="0" y="340"/>
                  </a:cubicBezTo>
                  <a:cubicBezTo>
                    <a:pt x="0" y="353"/>
                    <a:pt x="0" y="485"/>
                    <a:pt x="0" y="485"/>
                  </a:cubicBezTo>
                  <a:cubicBezTo>
                    <a:pt x="14" y="414"/>
                    <a:pt x="14" y="414"/>
                    <a:pt x="14" y="414"/>
                  </a:cubicBezTo>
                  <a:cubicBezTo>
                    <a:pt x="14" y="390"/>
                    <a:pt x="14" y="351"/>
                    <a:pt x="14" y="351"/>
                  </a:cubicBezTo>
                  <a:cubicBezTo>
                    <a:pt x="14" y="341"/>
                    <a:pt x="16" y="322"/>
                    <a:pt x="19" y="308"/>
                  </a:cubicBezTo>
                  <a:cubicBezTo>
                    <a:pt x="23" y="294"/>
                    <a:pt x="50" y="144"/>
                    <a:pt x="58" y="109"/>
                  </a:cubicBezTo>
                  <a:cubicBezTo>
                    <a:pt x="58" y="194"/>
                    <a:pt x="58" y="194"/>
                    <a:pt x="58" y="194"/>
                  </a:cubicBezTo>
                  <a:cubicBezTo>
                    <a:pt x="52" y="226"/>
                    <a:pt x="52" y="226"/>
                    <a:pt x="52" y="226"/>
                  </a:cubicBezTo>
                  <a:cubicBezTo>
                    <a:pt x="68" y="143"/>
                    <a:pt x="68" y="143"/>
                    <a:pt x="68" y="143"/>
                  </a:cubicBezTo>
                  <a:cubicBezTo>
                    <a:pt x="68" y="142"/>
                    <a:pt x="69" y="141"/>
                    <a:pt x="69" y="141"/>
                  </a:cubicBezTo>
                  <a:cubicBezTo>
                    <a:pt x="69" y="140"/>
                    <a:pt x="68" y="58"/>
                    <a:pt x="69" y="29"/>
                  </a:cubicBezTo>
                  <a:close/>
                </a:path>
              </a:pathLst>
            </a:custGeom>
            <a:solidFill>
              <a:srgbClr val="004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Line 61">
              <a:extLst>
                <a:ext uri="{FF2B5EF4-FFF2-40B4-BE49-F238E27FC236}">
                  <a16:creationId xmlns:a16="http://schemas.microsoft.com/office/drawing/2014/main" id="{59073898-5B93-4B14-A20D-C57E491A62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7" y="3104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Line 62">
              <a:extLst>
                <a:ext uri="{FF2B5EF4-FFF2-40B4-BE49-F238E27FC236}">
                  <a16:creationId xmlns:a16="http://schemas.microsoft.com/office/drawing/2014/main" id="{006799BF-FBE6-4452-91A9-992E07F26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7" y="3104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63">
              <a:extLst>
                <a:ext uri="{FF2B5EF4-FFF2-40B4-BE49-F238E27FC236}">
                  <a16:creationId xmlns:a16="http://schemas.microsoft.com/office/drawing/2014/main" id="{0A7A4B4F-EA7F-4A27-B650-237F6324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662"/>
              <a:ext cx="574" cy="80"/>
            </a:xfrm>
            <a:custGeom>
              <a:avLst/>
              <a:gdLst>
                <a:gd name="T0" fmla="*/ 0 w 460"/>
                <a:gd name="T1" fmla="*/ 41 h 60"/>
                <a:gd name="T2" fmla="*/ 766 w 460"/>
                <a:gd name="T3" fmla="*/ 41 h 60"/>
                <a:gd name="T4" fmla="*/ 855 w 460"/>
                <a:gd name="T5" fmla="*/ 79 h 60"/>
                <a:gd name="T6" fmla="*/ 872 w 460"/>
                <a:gd name="T7" fmla="*/ 143 h 60"/>
                <a:gd name="T8" fmla="*/ 670 w 460"/>
                <a:gd name="T9" fmla="*/ 9 h 60"/>
                <a:gd name="T10" fmla="*/ 0 w 460"/>
                <a:gd name="T11" fmla="*/ 41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0" h="60">
                  <a:moveTo>
                    <a:pt x="0" y="17"/>
                  </a:moveTo>
                  <a:cubicBezTo>
                    <a:pt x="394" y="17"/>
                    <a:pt x="394" y="17"/>
                    <a:pt x="394" y="17"/>
                  </a:cubicBezTo>
                  <a:cubicBezTo>
                    <a:pt x="413" y="17"/>
                    <a:pt x="431" y="23"/>
                    <a:pt x="440" y="33"/>
                  </a:cubicBezTo>
                  <a:cubicBezTo>
                    <a:pt x="446" y="40"/>
                    <a:pt x="449" y="49"/>
                    <a:pt x="449" y="60"/>
                  </a:cubicBezTo>
                  <a:cubicBezTo>
                    <a:pt x="460" y="15"/>
                    <a:pt x="445" y="0"/>
                    <a:pt x="345" y="4"/>
                  </a:cubicBezTo>
                  <a:cubicBezTo>
                    <a:pt x="246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64">
              <a:extLst>
                <a:ext uri="{FF2B5EF4-FFF2-40B4-BE49-F238E27FC236}">
                  <a16:creationId xmlns:a16="http://schemas.microsoft.com/office/drawing/2014/main" id="{CA7A10E4-9E04-4E13-B882-FE1B6ACC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602"/>
              <a:ext cx="1721" cy="989"/>
            </a:xfrm>
            <a:custGeom>
              <a:avLst/>
              <a:gdLst>
                <a:gd name="T0" fmla="*/ 2426 w 1380"/>
                <a:gd name="T1" fmla="*/ 1616 h 743"/>
                <a:gd name="T2" fmla="*/ 2259 w 1380"/>
                <a:gd name="T3" fmla="*/ 1752 h 743"/>
                <a:gd name="T4" fmla="*/ 200 w 1380"/>
                <a:gd name="T5" fmla="*/ 1752 h 743"/>
                <a:gd name="T6" fmla="*/ 19 w 1380"/>
                <a:gd name="T7" fmla="*/ 1531 h 743"/>
                <a:gd name="T8" fmla="*/ 284 w 1380"/>
                <a:gd name="T9" fmla="*/ 150 h 743"/>
                <a:gd name="T10" fmla="*/ 458 w 1380"/>
                <a:gd name="T11" fmla="*/ 0 h 743"/>
                <a:gd name="T12" fmla="*/ 2473 w 1380"/>
                <a:gd name="T13" fmla="*/ 0 h 743"/>
                <a:gd name="T14" fmla="*/ 2654 w 1380"/>
                <a:gd name="T15" fmla="*/ 221 h 743"/>
                <a:gd name="T16" fmla="*/ 2426 w 1380"/>
                <a:gd name="T17" fmla="*/ 1616 h 7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0" h="743">
                  <a:moveTo>
                    <a:pt x="1251" y="685"/>
                  </a:moveTo>
                  <a:cubicBezTo>
                    <a:pt x="1237" y="719"/>
                    <a:pt x="1203" y="743"/>
                    <a:pt x="1164" y="743"/>
                  </a:cubicBezTo>
                  <a:cubicBezTo>
                    <a:pt x="103" y="743"/>
                    <a:pt x="103" y="743"/>
                    <a:pt x="103" y="743"/>
                  </a:cubicBezTo>
                  <a:cubicBezTo>
                    <a:pt x="52" y="743"/>
                    <a:pt x="0" y="699"/>
                    <a:pt x="10" y="649"/>
                  </a:cubicBezTo>
                  <a:cubicBezTo>
                    <a:pt x="10" y="649"/>
                    <a:pt x="144" y="74"/>
                    <a:pt x="147" y="64"/>
                  </a:cubicBezTo>
                  <a:cubicBezTo>
                    <a:pt x="160" y="27"/>
                    <a:pt x="195" y="0"/>
                    <a:pt x="236" y="0"/>
                  </a:cubicBezTo>
                  <a:cubicBezTo>
                    <a:pt x="1275" y="0"/>
                    <a:pt x="1275" y="0"/>
                    <a:pt x="1275" y="0"/>
                  </a:cubicBezTo>
                  <a:cubicBezTo>
                    <a:pt x="1326" y="0"/>
                    <a:pt x="1380" y="21"/>
                    <a:pt x="1368" y="94"/>
                  </a:cubicBezTo>
                  <a:cubicBezTo>
                    <a:pt x="1368" y="94"/>
                    <a:pt x="1255" y="674"/>
                    <a:pt x="1251" y="68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65">
              <a:extLst>
                <a:ext uri="{FF2B5EF4-FFF2-40B4-BE49-F238E27FC236}">
                  <a16:creationId xmlns:a16="http://schemas.microsoft.com/office/drawing/2014/main" id="{C15E5B0C-EB7E-4B75-8841-BB94DE54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701"/>
              <a:ext cx="86" cy="575"/>
            </a:xfrm>
            <a:custGeom>
              <a:avLst/>
              <a:gdLst>
                <a:gd name="T0" fmla="*/ 133 w 69"/>
                <a:gd name="T1" fmla="*/ 69 h 432"/>
                <a:gd name="T2" fmla="*/ 108 w 69"/>
                <a:gd name="T3" fmla="*/ 73 h 432"/>
                <a:gd name="T4" fmla="*/ 14 w 69"/>
                <a:gd name="T5" fmla="*/ 563 h 432"/>
                <a:gd name="T6" fmla="*/ 0 w 69"/>
                <a:gd name="T7" fmla="*/ 691 h 432"/>
                <a:gd name="T8" fmla="*/ 0 w 69"/>
                <a:gd name="T9" fmla="*/ 1018 h 432"/>
                <a:gd name="T10" fmla="*/ 133 w 69"/>
                <a:gd name="T11" fmla="*/ 333 h 432"/>
                <a:gd name="T12" fmla="*/ 133 w 69"/>
                <a:gd name="T13" fmla="*/ 69 h 4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432">
                  <a:moveTo>
                    <a:pt x="69" y="29"/>
                  </a:moveTo>
                  <a:cubicBezTo>
                    <a:pt x="69" y="0"/>
                    <a:pt x="60" y="14"/>
                    <a:pt x="56" y="31"/>
                  </a:cubicBezTo>
                  <a:cubicBezTo>
                    <a:pt x="52" y="47"/>
                    <a:pt x="12" y="220"/>
                    <a:pt x="7" y="239"/>
                  </a:cubicBezTo>
                  <a:cubicBezTo>
                    <a:pt x="3" y="257"/>
                    <a:pt x="0" y="280"/>
                    <a:pt x="0" y="293"/>
                  </a:cubicBezTo>
                  <a:cubicBezTo>
                    <a:pt x="0" y="306"/>
                    <a:pt x="0" y="432"/>
                    <a:pt x="0" y="432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58"/>
                    <a:pt x="69" y="29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66">
              <a:extLst>
                <a:ext uri="{FF2B5EF4-FFF2-40B4-BE49-F238E27FC236}">
                  <a16:creationId xmlns:a16="http://schemas.microsoft.com/office/drawing/2014/main" id="{6EC01C68-5969-4945-B7E9-7778B427F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845"/>
              <a:ext cx="55" cy="362"/>
            </a:xfrm>
            <a:custGeom>
              <a:avLst/>
              <a:gdLst>
                <a:gd name="T0" fmla="*/ 86 w 44"/>
                <a:gd name="T1" fmla="*/ 200 h 272"/>
                <a:gd name="T2" fmla="*/ 86 w 44"/>
                <a:gd name="T3" fmla="*/ 0 h 272"/>
                <a:gd name="T4" fmla="*/ 10 w 44"/>
                <a:gd name="T5" fmla="*/ 385 h 272"/>
                <a:gd name="T6" fmla="*/ 0 w 44"/>
                <a:gd name="T7" fmla="*/ 486 h 272"/>
                <a:gd name="T8" fmla="*/ 0 w 44"/>
                <a:gd name="T9" fmla="*/ 641 h 272"/>
                <a:gd name="T10" fmla="*/ 86 w 44"/>
                <a:gd name="T11" fmla="*/ 200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72">
                  <a:moveTo>
                    <a:pt x="44" y="85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5" y="35"/>
                    <a:pt x="8" y="149"/>
                    <a:pt x="5" y="163"/>
                  </a:cubicBezTo>
                  <a:cubicBezTo>
                    <a:pt x="2" y="177"/>
                    <a:pt x="0" y="195"/>
                    <a:pt x="0" y="206"/>
                  </a:cubicBezTo>
                  <a:cubicBezTo>
                    <a:pt x="0" y="206"/>
                    <a:pt x="0" y="247"/>
                    <a:pt x="0" y="272"/>
                  </a:cubicBezTo>
                  <a:lnTo>
                    <a:pt x="44" y="85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67">
              <a:extLst>
                <a:ext uri="{FF2B5EF4-FFF2-40B4-BE49-F238E27FC236}">
                  <a16:creationId xmlns:a16="http://schemas.microsoft.com/office/drawing/2014/main" id="{45EAFD0B-927F-468D-B424-8C1CF35F0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846"/>
              <a:ext cx="55" cy="410"/>
            </a:xfrm>
            <a:custGeom>
              <a:avLst/>
              <a:gdLst>
                <a:gd name="T0" fmla="*/ 86 w 44"/>
                <a:gd name="T1" fmla="*/ 200 h 308"/>
                <a:gd name="T2" fmla="*/ 86 w 44"/>
                <a:gd name="T3" fmla="*/ 0 h 308"/>
                <a:gd name="T4" fmla="*/ 10 w 44"/>
                <a:gd name="T5" fmla="*/ 470 h 308"/>
                <a:gd name="T6" fmla="*/ 0 w 44"/>
                <a:gd name="T7" fmla="*/ 571 h 308"/>
                <a:gd name="T8" fmla="*/ 0 w 44"/>
                <a:gd name="T9" fmla="*/ 727 h 308"/>
                <a:gd name="T10" fmla="*/ 86 w 44"/>
                <a:gd name="T11" fmla="*/ 200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08">
                  <a:moveTo>
                    <a:pt x="44" y="85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36" y="35"/>
                    <a:pt x="9" y="185"/>
                    <a:pt x="5" y="199"/>
                  </a:cubicBezTo>
                  <a:cubicBezTo>
                    <a:pt x="2" y="213"/>
                    <a:pt x="0" y="232"/>
                    <a:pt x="0" y="242"/>
                  </a:cubicBezTo>
                  <a:cubicBezTo>
                    <a:pt x="0" y="242"/>
                    <a:pt x="0" y="283"/>
                    <a:pt x="0" y="308"/>
                  </a:cubicBezTo>
                  <a:lnTo>
                    <a:pt x="44" y="85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68">
              <a:extLst>
                <a:ext uri="{FF2B5EF4-FFF2-40B4-BE49-F238E27FC236}">
                  <a16:creationId xmlns:a16="http://schemas.microsoft.com/office/drawing/2014/main" id="{5C0DB71E-48B7-4433-B996-046521B82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701"/>
              <a:ext cx="87" cy="645"/>
            </a:xfrm>
            <a:custGeom>
              <a:avLst/>
              <a:gdLst>
                <a:gd name="T0" fmla="*/ 139 w 69"/>
                <a:gd name="T1" fmla="*/ 332 h 485"/>
                <a:gd name="T2" fmla="*/ 139 w 69"/>
                <a:gd name="T3" fmla="*/ 69 h 485"/>
                <a:gd name="T4" fmla="*/ 113 w 69"/>
                <a:gd name="T5" fmla="*/ 73 h 485"/>
                <a:gd name="T6" fmla="*/ 14 w 69"/>
                <a:gd name="T7" fmla="*/ 670 h 485"/>
                <a:gd name="T8" fmla="*/ 0 w 69"/>
                <a:gd name="T9" fmla="*/ 799 h 485"/>
                <a:gd name="T10" fmla="*/ 0 w 69"/>
                <a:gd name="T11" fmla="*/ 1141 h 485"/>
                <a:gd name="T12" fmla="*/ 136 w 69"/>
                <a:gd name="T13" fmla="*/ 336 h 485"/>
                <a:gd name="T14" fmla="*/ 139 w 69"/>
                <a:gd name="T15" fmla="*/ 332 h 4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485">
                  <a:moveTo>
                    <a:pt x="69" y="141"/>
                  </a:moveTo>
                  <a:cubicBezTo>
                    <a:pt x="69" y="140"/>
                    <a:pt x="68" y="58"/>
                    <a:pt x="69" y="29"/>
                  </a:cubicBezTo>
                  <a:cubicBezTo>
                    <a:pt x="69" y="0"/>
                    <a:pt x="60" y="14"/>
                    <a:pt x="56" y="31"/>
                  </a:cubicBezTo>
                  <a:cubicBezTo>
                    <a:pt x="52" y="47"/>
                    <a:pt x="11" y="266"/>
                    <a:pt x="7" y="285"/>
                  </a:cubicBezTo>
                  <a:cubicBezTo>
                    <a:pt x="3" y="304"/>
                    <a:pt x="0" y="327"/>
                    <a:pt x="0" y="340"/>
                  </a:cubicBezTo>
                  <a:cubicBezTo>
                    <a:pt x="0" y="353"/>
                    <a:pt x="0" y="485"/>
                    <a:pt x="0" y="485"/>
                  </a:cubicBezTo>
                  <a:cubicBezTo>
                    <a:pt x="68" y="143"/>
                    <a:pt x="68" y="143"/>
                    <a:pt x="68" y="143"/>
                  </a:cubicBezTo>
                  <a:cubicBezTo>
                    <a:pt x="68" y="142"/>
                    <a:pt x="69" y="141"/>
                    <a:pt x="69" y="141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Line 69">
              <a:extLst>
                <a:ext uri="{FF2B5EF4-FFF2-40B4-BE49-F238E27FC236}">
                  <a16:creationId xmlns:a16="http://schemas.microsoft.com/office/drawing/2014/main" id="{0D7D3633-9F26-4F12-B2FA-D5D87E1F3B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7" y="3104"/>
              <a:ext cx="1" cy="1"/>
            </a:xfrm>
            <a:prstGeom prst="lin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70">
              <a:extLst>
                <a:ext uri="{FF2B5EF4-FFF2-40B4-BE49-F238E27FC236}">
                  <a16:creationId xmlns:a16="http://schemas.microsoft.com/office/drawing/2014/main" id="{404A5390-CF26-42FF-9598-EBC011906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951"/>
              <a:ext cx="26" cy="252"/>
            </a:xfrm>
            <a:custGeom>
              <a:avLst/>
              <a:gdLst>
                <a:gd name="T0" fmla="*/ 9 w 21"/>
                <a:gd name="T1" fmla="*/ 271 h 189"/>
                <a:gd name="T2" fmla="*/ 0 w 21"/>
                <a:gd name="T3" fmla="*/ 448 h 189"/>
                <a:gd name="T4" fmla="*/ 0 w 21"/>
                <a:gd name="T5" fmla="*/ 257 h 189"/>
                <a:gd name="T6" fmla="*/ 14 w 21"/>
                <a:gd name="T7" fmla="*/ 129 h 189"/>
                <a:gd name="T8" fmla="*/ 40 w 21"/>
                <a:gd name="T9" fmla="*/ 0 h 189"/>
                <a:gd name="T10" fmla="*/ 14 w 21"/>
                <a:gd name="T11" fmla="*/ 213 h 189"/>
                <a:gd name="T12" fmla="*/ 9 w 21"/>
                <a:gd name="T13" fmla="*/ 271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89">
                  <a:moveTo>
                    <a:pt x="5" y="114"/>
                  </a:moveTo>
                  <a:cubicBezTo>
                    <a:pt x="3" y="137"/>
                    <a:pt x="0" y="189"/>
                    <a:pt x="0" y="189"/>
                  </a:cubicBezTo>
                  <a:cubicBezTo>
                    <a:pt x="0" y="163"/>
                    <a:pt x="0" y="114"/>
                    <a:pt x="0" y="109"/>
                  </a:cubicBezTo>
                  <a:cubicBezTo>
                    <a:pt x="0" y="96"/>
                    <a:pt x="3" y="73"/>
                    <a:pt x="7" y="55"/>
                  </a:cubicBezTo>
                  <a:cubicBezTo>
                    <a:pt x="8" y="49"/>
                    <a:pt x="16" y="14"/>
                    <a:pt x="21" y="0"/>
                  </a:cubicBezTo>
                  <a:cubicBezTo>
                    <a:pt x="17" y="20"/>
                    <a:pt x="8" y="70"/>
                    <a:pt x="7" y="90"/>
                  </a:cubicBezTo>
                  <a:cubicBezTo>
                    <a:pt x="7" y="96"/>
                    <a:pt x="6" y="103"/>
                    <a:pt x="5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71">
              <a:extLst>
                <a:ext uri="{FF2B5EF4-FFF2-40B4-BE49-F238E27FC236}">
                  <a16:creationId xmlns:a16="http://schemas.microsoft.com/office/drawing/2014/main" id="{B4583B14-738A-48B0-9EBA-A5E2A2351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991"/>
              <a:ext cx="25" cy="251"/>
            </a:xfrm>
            <a:custGeom>
              <a:avLst/>
              <a:gdLst>
                <a:gd name="T0" fmla="*/ 10 w 20"/>
                <a:gd name="T1" fmla="*/ 264 h 189"/>
                <a:gd name="T2" fmla="*/ 0 w 20"/>
                <a:gd name="T3" fmla="*/ 442 h 189"/>
                <a:gd name="T4" fmla="*/ 0 w 20"/>
                <a:gd name="T5" fmla="*/ 256 h 189"/>
                <a:gd name="T6" fmla="*/ 14 w 20"/>
                <a:gd name="T7" fmla="*/ 127 h 189"/>
                <a:gd name="T8" fmla="*/ 39 w 20"/>
                <a:gd name="T9" fmla="*/ 0 h 189"/>
                <a:gd name="T10" fmla="*/ 14 w 20"/>
                <a:gd name="T11" fmla="*/ 211 h 189"/>
                <a:gd name="T12" fmla="*/ 10 w 20"/>
                <a:gd name="T13" fmla="*/ 264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89">
                  <a:moveTo>
                    <a:pt x="5" y="113"/>
                  </a:moveTo>
                  <a:cubicBezTo>
                    <a:pt x="3" y="136"/>
                    <a:pt x="0" y="189"/>
                    <a:pt x="0" y="189"/>
                  </a:cubicBezTo>
                  <a:cubicBezTo>
                    <a:pt x="0" y="163"/>
                    <a:pt x="0" y="114"/>
                    <a:pt x="0" y="109"/>
                  </a:cubicBezTo>
                  <a:cubicBezTo>
                    <a:pt x="0" y="96"/>
                    <a:pt x="2" y="73"/>
                    <a:pt x="7" y="54"/>
                  </a:cubicBezTo>
                  <a:cubicBezTo>
                    <a:pt x="8" y="49"/>
                    <a:pt x="15" y="14"/>
                    <a:pt x="20" y="0"/>
                  </a:cubicBezTo>
                  <a:cubicBezTo>
                    <a:pt x="17" y="20"/>
                    <a:pt x="8" y="70"/>
                    <a:pt x="7" y="90"/>
                  </a:cubicBezTo>
                  <a:cubicBezTo>
                    <a:pt x="6" y="96"/>
                    <a:pt x="5" y="103"/>
                    <a:pt x="5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3" name="Table-with-pink-checkered-tablecloth">
            <a:extLst>
              <a:ext uri="{FF2B5EF4-FFF2-40B4-BE49-F238E27FC236}">
                <a16:creationId xmlns:a16="http://schemas.microsoft.com/office/drawing/2014/main" id="{A983DF61-07E7-459E-8450-2605FF671490}"/>
              </a:ext>
            </a:extLst>
          </p:cNvPr>
          <p:cNvGrpSpPr>
            <a:grpSpLocks/>
          </p:cNvGrpSpPr>
          <p:nvPr/>
        </p:nvGrpSpPr>
        <p:grpSpPr bwMode="auto">
          <a:xfrm>
            <a:off x="6762750" y="3382963"/>
            <a:ext cx="3263900" cy="2968625"/>
            <a:chOff x="3385" y="1952"/>
            <a:chExt cx="2056" cy="1870"/>
          </a:xfrm>
        </p:grpSpPr>
        <p:sp>
          <p:nvSpPr>
            <p:cNvPr id="40044" name="Freeform 73">
              <a:extLst>
                <a:ext uri="{FF2B5EF4-FFF2-40B4-BE49-F238E27FC236}">
                  <a16:creationId xmlns:a16="http://schemas.microsoft.com/office/drawing/2014/main" id="{9AD7F85F-E671-4838-A0B8-79B581332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576"/>
              <a:ext cx="34" cy="246"/>
            </a:xfrm>
            <a:custGeom>
              <a:avLst/>
              <a:gdLst>
                <a:gd name="T0" fmla="*/ 68 w 24"/>
                <a:gd name="T1" fmla="*/ 0 h 162"/>
                <a:gd name="T2" fmla="*/ 0 w 24"/>
                <a:gd name="T3" fmla="*/ 12 h 162"/>
                <a:gd name="T4" fmla="*/ 0 w 24"/>
                <a:gd name="T5" fmla="*/ 568 h 162"/>
                <a:gd name="T6" fmla="*/ 68 w 24"/>
                <a:gd name="T7" fmla="*/ 258 h 162"/>
                <a:gd name="T8" fmla="*/ 68 w 24"/>
                <a:gd name="T9" fmla="*/ 258 h 162"/>
                <a:gd name="T10" fmla="*/ 68 w 24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2">
                  <a:moveTo>
                    <a:pt x="24" y="0"/>
                  </a:moveTo>
                  <a:cubicBezTo>
                    <a:pt x="16" y="1"/>
                    <a:pt x="8" y="2"/>
                    <a:pt x="0" y="3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4"/>
                    <a:pt x="24" y="74"/>
                    <a:pt x="24" y="7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DBB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74">
              <a:extLst>
                <a:ext uri="{FF2B5EF4-FFF2-40B4-BE49-F238E27FC236}">
                  <a16:creationId xmlns:a16="http://schemas.microsoft.com/office/drawing/2014/main" id="{6E6FA70D-F6B0-43F6-BAB6-09A386301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576"/>
              <a:ext cx="34" cy="246"/>
            </a:xfrm>
            <a:custGeom>
              <a:avLst/>
              <a:gdLst>
                <a:gd name="T0" fmla="*/ 68 w 24"/>
                <a:gd name="T1" fmla="*/ 0 h 162"/>
                <a:gd name="T2" fmla="*/ 0 w 24"/>
                <a:gd name="T3" fmla="*/ 12 h 162"/>
                <a:gd name="T4" fmla="*/ 0 w 24"/>
                <a:gd name="T5" fmla="*/ 568 h 162"/>
                <a:gd name="T6" fmla="*/ 68 w 24"/>
                <a:gd name="T7" fmla="*/ 258 h 162"/>
                <a:gd name="T8" fmla="*/ 68 w 24"/>
                <a:gd name="T9" fmla="*/ 258 h 162"/>
                <a:gd name="T10" fmla="*/ 68 w 24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2">
                  <a:moveTo>
                    <a:pt x="24" y="0"/>
                  </a:moveTo>
                  <a:cubicBezTo>
                    <a:pt x="16" y="1"/>
                    <a:pt x="8" y="2"/>
                    <a:pt x="0" y="3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4"/>
                    <a:pt x="24" y="74"/>
                    <a:pt x="24" y="7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DBB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75">
              <a:extLst>
                <a:ext uri="{FF2B5EF4-FFF2-40B4-BE49-F238E27FC236}">
                  <a16:creationId xmlns:a16="http://schemas.microsoft.com/office/drawing/2014/main" id="{01865344-7575-46B7-A2E3-087FDA19B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037"/>
              <a:ext cx="2056" cy="1568"/>
            </a:xfrm>
            <a:custGeom>
              <a:avLst/>
              <a:gdLst>
                <a:gd name="T0" fmla="*/ 3976 w 1447"/>
                <a:gd name="T1" fmla="*/ 0 h 1035"/>
                <a:gd name="T2" fmla="*/ 4082 w 1447"/>
                <a:gd name="T3" fmla="*/ 977 h 1035"/>
                <a:gd name="T4" fmla="*/ 4040 w 1447"/>
                <a:gd name="T5" fmla="*/ 1641 h 1035"/>
                <a:gd name="T6" fmla="*/ 3914 w 1447"/>
                <a:gd name="T7" fmla="*/ 2375 h 1035"/>
                <a:gd name="T8" fmla="*/ 3880 w 1447"/>
                <a:gd name="T9" fmla="*/ 2871 h 1035"/>
                <a:gd name="T10" fmla="*/ 3914 w 1447"/>
                <a:gd name="T11" fmla="*/ 3147 h 1035"/>
                <a:gd name="T12" fmla="*/ 3865 w 1447"/>
                <a:gd name="T13" fmla="*/ 3477 h 1035"/>
                <a:gd name="T14" fmla="*/ 3789 w 1447"/>
                <a:gd name="T15" fmla="*/ 3539 h 1035"/>
                <a:gd name="T16" fmla="*/ 3271 w 1447"/>
                <a:gd name="T17" fmla="*/ 3459 h 1035"/>
                <a:gd name="T18" fmla="*/ 3150 w 1447"/>
                <a:gd name="T19" fmla="*/ 3539 h 1035"/>
                <a:gd name="T20" fmla="*/ 2261 w 1447"/>
                <a:gd name="T21" fmla="*/ 3512 h 1035"/>
                <a:gd name="T22" fmla="*/ 1253 w 1447"/>
                <a:gd name="T23" fmla="*/ 3489 h 1035"/>
                <a:gd name="T24" fmla="*/ 388 w 1447"/>
                <a:gd name="T25" fmla="*/ 3533 h 1035"/>
                <a:gd name="T26" fmla="*/ 347 w 1447"/>
                <a:gd name="T27" fmla="*/ 3459 h 1035"/>
                <a:gd name="T28" fmla="*/ 0 w 1447"/>
                <a:gd name="T29" fmla="*/ 3459 h 1035"/>
                <a:gd name="T30" fmla="*/ 75 w 1447"/>
                <a:gd name="T31" fmla="*/ 2118 h 10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47" h="1035">
                  <a:moveTo>
                    <a:pt x="1386" y="0"/>
                  </a:moveTo>
                  <a:cubicBezTo>
                    <a:pt x="1389" y="51"/>
                    <a:pt x="1400" y="242"/>
                    <a:pt x="1423" y="281"/>
                  </a:cubicBezTo>
                  <a:cubicBezTo>
                    <a:pt x="1447" y="320"/>
                    <a:pt x="1415" y="418"/>
                    <a:pt x="1408" y="472"/>
                  </a:cubicBezTo>
                  <a:cubicBezTo>
                    <a:pt x="1401" y="520"/>
                    <a:pt x="1380" y="593"/>
                    <a:pt x="1365" y="683"/>
                  </a:cubicBezTo>
                  <a:cubicBezTo>
                    <a:pt x="1359" y="713"/>
                    <a:pt x="1351" y="772"/>
                    <a:pt x="1353" y="826"/>
                  </a:cubicBezTo>
                  <a:cubicBezTo>
                    <a:pt x="1354" y="855"/>
                    <a:pt x="1366" y="880"/>
                    <a:pt x="1365" y="905"/>
                  </a:cubicBezTo>
                  <a:cubicBezTo>
                    <a:pt x="1362" y="949"/>
                    <a:pt x="1350" y="977"/>
                    <a:pt x="1347" y="1000"/>
                  </a:cubicBezTo>
                  <a:cubicBezTo>
                    <a:pt x="1346" y="1009"/>
                    <a:pt x="1344" y="1023"/>
                    <a:pt x="1321" y="1018"/>
                  </a:cubicBezTo>
                  <a:cubicBezTo>
                    <a:pt x="1248" y="997"/>
                    <a:pt x="1136" y="956"/>
                    <a:pt x="1140" y="995"/>
                  </a:cubicBezTo>
                  <a:cubicBezTo>
                    <a:pt x="1126" y="996"/>
                    <a:pt x="1136" y="1013"/>
                    <a:pt x="1098" y="1018"/>
                  </a:cubicBezTo>
                  <a:cubicBezTo>
                    <a:pt x="991" y="1027"/>
                    <a:pt x="924" y="1017"/>
                    <a:pt x="788" y="1010"/>
                  </a:cubicBezTo>
                  <a:cubicBezTo>
                    <a:pt x="635" y="1003"/>
                    <a:pt x="600" y="999"/>
                    <a:pt x="437" y="1003"/>
                  </a:cubicBezTo>
                  <a:cubicBezTo>
                    <a:pt x="285" y="1006"/>
                    <a:pt x="197" y="1035"/>
                    <a:pt x="135" y="1016"/>
                  </a:cubicBezTo>
                  <a:cubicBezTo>
                    <a:pt x="121" y="1010"/>
                    <a:pt x="125" y="997"/>
                    <a:pt x="121" y="995"/>
                  </a:cubicBezTo>
                  <a:cubicBezTo>
                    <a:pt x="58" y="967"/>
                    <a:pt x="62" y="967"/>
                    <a:pt x="0" y="995"/>
                  </a:cubicBezTo>
                  <a:cubicBezTo>
                    <a:pt x="27" y="882"/>
                    <a:pt x="37" y="698"/>
                    <a:pt x="26" y="609"/>
                  </a:cubicBezTo>
                </a:path>
              </a:pathLst>
            </a:custGeom>
            <a:solidFill>
              <a:srgbClr val="FDF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76">
              <a:extLst>
                <a:ext uri="{FF2B5EF4-FFF2-40B4-BE49-F238E27FC236}">
                  <a16:creationId xmlns:a16="http://schemas.microsoft.com/office/drawing/2014/main" id="{FDC133A1-DD14-49B9-8479-2BB4C2F9C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037"/>
              <a:ext cx="590" cy="1544"/>
            </a:xfrm>
            <a:custGeom>
              <a:avLst/>
              <a:gdLst>
                <a:gd name="T0" fmla="*/ 1017 w 415"/>
                <a:gd name="T1" fmla="*/ 0 h 1019"/>
                <a:gd name="T2" fmla="*/ 417 w 415"/>
                <a:gd name="T3" fmla="*/ 324 h 1019"/>
                <a:gd name="T4" fmla="*/ 0 w 415"/>
                <a:gd name="T5" fmla="*/ 1600 h 1019"/>
                <a:gd name="T6" fmla="*/ 672 w 415"/>
                <a:gd name="T7" fmla="*/ 1991 h 1019"/>
                <a:gd name="T8" fmla="*/ 863 w 415"/>
                <a:gd name="T9" fmla="*/ 3544 h 1019"/>
                <a:gd name="T10" fmla="*/ 906 w 415"/>
                <a:gd name="T11" fmla="*/ 3479 h 1019"/>
                <a:gd name="T12" fmla="*/ 955 w 415"/>
                <a:gd name="T13" fmla="*/ 3147 h 1019"/>
                <a:gd name="T14" fmla="*/ 921 w 415"/>
                <a:gd name="T15" fmla="*/ 2874 h 1019"/>
                <a:gd name="T16" fmla="*/ 955 w 415"/>
                <a:gd name="T17" fmla="*/ 2376 h 1019"/>
                <a:gd name="T18" fmla="*/ 1082 w 415"/>
                <a:gd name="T19" fmla="*/ 1641 h 1019"/>
                <a:gd name="T20" fmla="*/ 1123 w 415"/>
                <a:gd name="T21" fmla="*/ 977 h 1019"/>
                <a:gd name="T22" fmla="*/ 1017 w 415"/>
                <a:gd name="T23" fmla="*/ 0 h 10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5" h="1019">
                  <a:moveTo>
                    <a:pt x="354" y="0"/>
                  </a:moveTo>
                  <a:cubicBezTo>
                    <a:pt x="145" y="93"/>
                    <a:pt x="145" y="93"/>
                    <a:pt x="145" y="93"/>
                  </a:cubicBezTo>
                  <a:cubicBezTo>
                    <a:pt x="98" y="218"/>
                    <a:pt x="0" y="460"/>
                    <a:pt x="0" y="460"/>
                  </a:cubicBezTo>
                  <a:cubicBezTo>
                    <a:pt x="234" y="572"/>
                    <a:pt x="234" y="572"/>
                    <a:pt x="234" y="572"/>
                  </a:cubicBezTo>
                  <a:cubicBezTo>
                    <a:pt x="219" y="690"/>
                    <a:pt x="233" y="920"/>
                    <a:pt x="300" y="1019"/>
                  </a:cubicBezTo>
                  <a:cubicBezTo>
                    <a:pt x="313" y="1018"/>
                    <a:pt x="314" y="1007"/>
                    <a:pt x="315" y="1000"/>
                  </a:cubicBezTo>
                  <a:cubicBezTo>
                    <a:pt x="318" y="977"/>
                    <a:pt x="330" y="949"/>
                    <a:pt x="333" y="905"/>
                  </a:cubicBezTo>
                  <a:cubicBezTo>
                    <a:pt x="334" y="880"/>
                    <a:pt x="322" y="855"/>
                    <a:pt x="321" y="826"/>
                  </a:cubicBezTo>
                  <a:cubicBezTo>
                    <a:pt x="319" y="772"/>
                    <a:pt x="327" y="713"/>
                    <a:pt x="333" y="683"/>
                  </a:cubicBezTo>
                  <a:cubicBezTo>
                    <a:pt x="348" y="593"/>
                    <a:pt x="369" y="520"/>
                    <a:pt x="376" y="472"/>
                  </a:cubicBezTo>
                  <a:cubicBezTo>
                    <a:pt x="383" y="418"/>
                    <a:pt x="415" y="320"/>
                    <a:pt x="391" y="281"/>
                  </a:cubicBezTo>
                  <a:cubicBezTo>
                    <a:pt x="368" y="242"/>
                    <a:pt x="357" y="51"/>
                    <a:pt x="354" y="0"/>
                  </a:cubicBezTo>
                  <a:close/>
                </a:path>
              </a:pathLst>
            </a:custGeom>
            <a:solidFill>
              <a:srgbClr val="FC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77">
              <a:extLst>
                <a:ext uri="{FF2B5EF4-FFF2-40B4-BE49-F238E27FC236}">
                  <a16:creationId xmlns:a16="http://schemas.microsoft.com/office/drawing/2014/main" id="{D3037D4E-1ED8-4377-B38B-CFFA978B8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564"/>
              <a:ext cx="90" cy="258"/>
            </a:xfrm>
            <a:custGeom>
              <a:avLst/>
              <a:gdLst>
                <a:gd name="T0" fmla="*/ 101 w 63"/>
                <a:gd name="T1" fmla="*/ 35 h 170"/>
                <a:gd name="T2" fmla="*/ 0 w 63"/>
                <a:gd name="T3" fmla="*/ 41 h 170"/>
                <a:gd name="T4" fmla="*/ 0 w 63"/>
                <a:gd name="T5" fmla="*/ 595 h 170"/>
                <a:gd name="T6" fmla="*/ 184 w 63"/>
                <a:gd name="T7" fmla="*/ 595 h 170"/>
                <a:gd name="T8" fmla="*/ 184 w 63"/>
                <a:gd name="T9" fmla="*/ 0 h 170"/>
                <a:gd name="T10" fmla="*/ 101 w 63"/>
                <a:gd name="T11" fmla="*/ 35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170">
                  <a:moveTo>
                    <a:pt x="35" y="10"/>
                  </a:moveTo>
                  <a:cubicBezTo>
                    <a:pt x="23" y="11"/>
                    <a:pt x="11" y="12"/>
                    <a:pt x="0" y="12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4"/>
                    <a:pt x="51" y="8"/>
                    <a:pt x="35" y="10"/>
                  </a:cubicBezTo>
                  <a:close/>
                </a:path>
              </a:pathLst>
            </a:custGeom>
            <a:solidFill>
              <a:srgbClr val="F0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78">
              <a:extLst>
                <a:ext uri="{FF2B5EF4-FFF2-40B4-BE49-F238E27FC236}">
                  <a16:creationId xmlns:a16="http://schemas.microsoft.com/office/drawing/2014/main" id="{AB889AB8-76D8-43AD-9B73-7FCD98821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3581"/>
              <a:ext cx="88" cy="241"/>
            </a:xfrm>
            <a:custGeom>
              <a:avLst/>
              <a:gdLst>
                <a:gd name="T0" fmla="*/ 0 w 62"/>
                <a:gd name="T1" fmla="*/ 12 h 159"/>
                <a:gd name="T2" fmla="*/ 0 w 62"/>
                <a:gd name="T3" fmla="*/ 553 h 159"/>
                <a:gd name="T4" fmla="*/ 177 w 62"/>
                <a:gd name="T5" fmla="*/ 553 h 159"/>
                <a:gd name="T6" fmla="*/ 177 w 62"/>
                <a:gd name="T7" fmla="*/ 0 h 159"/>
                <a:gd name="T8" fmla="*/ 0 w 62"/>
                <a:gd name="T9" fmla="*/ 1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9">
                  <a:moveTo>
                    <a:pt x="0" y="3"/>
                  </a:moveTo>
                  <a:cubicBezTo>
                    <a:pt x="0" y="159"/>
                    <a:pt x="0" y="159"/>
                    <a:pt x="0" y="159"/>
                  </a:cubicBezTo>
                  <a:cubicBezTo>
                    <a:pt x="62" y="159"/>
                    <a:pt x="62" y="159"/>
                    <a:pt x="62" y="159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39" y="2"/>
                    <a:pt x="18" y="4"/>
                    <a:pt x="0" y="3"/>
                  </a:cubicBezTo>
                  <a:close/>
                </a:path>
              </a:pathLst>
            </a:custGeom>
            <a:solidFill>
              <a:srgbClr val="F0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79">
              <a:extLst>
                <a:ext uri="{FF2B5EF4-FFF2-40B4-BE49-F238E27FC236}">
                  <a16:creationId xmlns:a16="http://schemas.microsoft.com/office/drawing/2014/main" id="{CF674B54-37EB-47FD-857C-8B929FBC7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3523"/>
              <a:ext cx="31" cy="299"/>
            </a:xfrm>
            <a:custGeom>
              <a:avLst/>
              <a:gdLst>
                <a:gd name="T0" fmla="*/ 39 w 22"/>
                <a:gd name="T1" fmla="*/ 49 h 197"/>
                <a:gd name="T2" fmla="*/ 0 w 22"/>
                <a:gd name="T3" fmla="*/ 94 h 197"/>
                <a:gd name="T4" fmla="*/ 0 w 22"/>
                <a:gd name="T5" fmla="*/ 689 h 197"/>
                <a:gd name="T6" fmla="*/ 62 w 22"/>
                <a:gd name="T7" fmla="*/ 379 h 197"/>
                <a:gd name="T8" fmla="*/ 62 w 22"/>
                <a:gd name="T9" fmla="*/ 0 h 197"/>
                <a:gd name="T10" fmla="*/ 39 w 22"/>
                <a:gd name="T11" fmla="*/ 49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97">
                  <a:moveTo>
                    <a:pt x="14" y="14"/>
                  </a:moveTo>
                  <a:cubicBezTo>
                    <a:pt x="6" y="15"/>
                    <a:pt x="6" y="21"/>
                    <a:pt x="0" y="2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3"/>
                    <a:pt x="13" y="7"/>
                    <a:pt x="14" y="14"/>
                  </a:cubicBezTo>
                  <a:close/>
                </a:path>
              </a:pathLst>
            </a:custGeom>
            <a:solidFill>
              <a:srgbClr val="DBB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80">
              <a:extLst>
                <a:ext uri="{FF2B5EF4-FFF2-40B4-BE49-F238E27FC236}">
                  <a16:creationId xmlns:a16="http://schemas.microsoft.com/office/drawing/2014/main" id="{0E249623-F2C8-4E40-9086-6D21FC28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952"/>
              <a:ext cx="1961" cy="1126"/>
            </a:xfrm>
            <a:custGeom>
              <a:avLst/>
              <a:gdLst>
                <a:gd name="T0" fmla="*/ 3587 w 1380"/>
                <a:gd name="T1" fmla="*/ 2384 h 743"/>
                <a:gd name="T2" fmla="*/ 3339 w 1380"/>
                <a:gd name="T3" fmla="*/ 2585 h 743"/>
                <a:gd name="T4" fmla="*/ 294 w 1380"/>
                <a:gd name="T5" fmla="*/ 2585 h 743"/>
                <a:gd name="T6" fmla="*/ 26 w 1380"/>
                <a:gd name="T7" fmla="*/ 2260 h 743"/>
                <a:gd name="T8" fmla="*/ 422 w 1380"/>
                <a:gd name="T9" fmla="*/ 223 h 743"/>
                <a:gd name="T10" fmla="*/ 676 w 1380"/>
                <a:gd name="T11" fmla="*/ 0 h 743"/>
                <a:gd name="T12" fmla="*/ 3655 w 1380"/>
                <a:gd name="T13" fmla="*/ 0 h 743"/>
                <a:gd name="T14" fmla="*/ 3925 w 1380"/>
                <a:gd name="T15" fmla="*/ 326 h 743"/>
                <a:gd name="T16" fmla="*/ 3587 w 1380"/>
                <a:gd name="T17" fmla="*/ 2384 h 7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0" h="743">
                  <a:moveTo>
                    <a:pt x="1250" y="685"/>
                  </a:moveTo>
                  <a:cubicBezTo>
                    <a:pt x="1236" y="719"/>
                    <a:pt x="1203" y="743"/>
                    <a:pt x="1164" y="743"/>
                  </a:cubicBezTo>
                  <a:cubicBezTo>
                    <a:pt x="103" y="743"/>
                    <a:pt x="103" y="743"/>
                    <a:pt x="103" y="743"/>
                  </a:cubicBezTo>
                  <a:cubicBezTo>
                    <a:pt x="51" y="743"/>
                    <a:pt x="0" y="699"/>
                    <a:pt x="9" y="649"/>
                  </a:cubicBezTo>
                  <a:cubicBezTo>
                    <a:pt x="9" y="649"/>
                    <a:pt x="144" y="74"/>
                    <a:pt x="147" y="64"/>
                  </a:cubicBezTo>
                  <a:cubicBezTo>
                    <a:pt x="159" y="27"/>
                    <a:pt x="194" y="0"/>
                    <a:pt x="236" y="0"/>
                  </a:cubicBezTo>
                  <a:cubicBezTo>
                    <a:pt x="1274" y="0"/>
                    <a:pt x="1274" y="0"/>
                    <a:pt x="1274" y="0"/>
                  </a:cubicBezTo>
                  <a:cubicBezTo>
                    <a:pt x="1326" y="0"/>
                    <a:pt x="1380" y="21"/>
                    <a:pt x="1368" y="94"/>
                  </a:cubicBezTo>
                  <a:cubicBezTo>
                    <a:pt x="1368" y="94"/>
                    <a:pt x="1255" y="674"/>
                    <a:pt x="1250" y="685"/>
                  </a:cubicBezTo>
                  <a:close/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81">
              <a:extLst>
                <a:ext uri="{FF2B5EF4-FFF2-40B4-BE49-F238E27FC236}">
                  <a16:creationId xmlns:a16="http://schemas.microsoft.com/office/drawing/2014/main" id="{2657698E-EA19-4850-85F0-1BD02011CA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5" y="1952"/>
              <a:ext cx="1931" cy="1126"/>
            </a:xfrm>
            <a:custGeom>
              <a:avLst/>
              <a:gdLst>
                <a:gd name="T0" fmla="*/ 3674 w 1359"/>
                <a:gd name="T1" fmla="*/ 1396 h 743"/>
                <a:gd name="T2" fmla="*/ 3865 w 1359"/>
                <a:gd name="T3" fmla="*/ 543 h 743"/>
                <a:gd name="T4" fmla="*/ 3488 w 1359"/>
                <a:gd name="T5" fmla="*/ 0 h 743"/>
                <a:gd name="T6" fmla="*/ 2663 w 1359"/>
                <a:gd name="T7" fmla="*/ 0 h 743"/>
                <a:gd name="T8" fmla="*/ 1760 w 1359"/>
                <a:gd name="T9" fmla="*/ 142 h 743"/>
                <a:gd name="T10" fmla="*/ 797 w 1359"/>
                <a:gd name="T11" fmla="*/ 0 h 743"/>
                <a:gd name="T12" fmla="*/ 404 w 1359"/>
                <a:gd name="T13" fmla="*/ 741 h 743"/>
                <a:gd name="T14" fmla="*/ 129 w 1359"/>
                <a:gd name="T15" fmla="*/ 1594 h 743"/>
                <a:gd name="T16" fmla="*/ 72 w 1359"/>
                <a:gd name="T17" fmla="*/ 2478 h 743"/>
                <a:gd name="T18" fmla="*/ 932 w 1359"/>
                <a:gd name="T19" fmla="*/ 2391 h 743"/>
                <a:gd name="T20" fmla="*/ 1790 w 1359"/>
                <a:gd name="T21" fmla="*/ 2585 h 743"/>
                <a:gd name="T22" fmla="*/ 2835 w 1359"/>
                <a:gd name="T23" fmla="*/ 2391 h 743"/>
                <a:gd name="T24" fmla="*/ 3569 w 1359"/>
                <a:gd name="T25" fmla="*/ 2338 h 743"/>
                <a:gd name="T26" fmla="*/ 3520 w 1359"/>
                <a:gd name="T27" fmla="*/ 797 h 743"/>
                <a:gd name="T28" fmla="*/ 743 w 1359"/>
                <a:gd name="T29" fmla="*/ 1396 h 743"/>
                <a:gd name="T30" fmla="*/ 1002 w 1359"/>
                <a:gd name="T31" fmla="*/ 1141 h 743"/>
                <a:gd name="T32" fmla="*/ 1236 w 1359"/>
                <a:gd name="T33" fmla="*/ 994 h 743"/>
                <a:gd name="T34" fmla="*/ 1593 w 1359"/>
                <a:gd name="T35" fmla="*/ 1079 h 743"/>
                <a:gd name="T36" fmla="*/ 1627 w 1359"/>
                <a:gd name="T37" fmla="*/ 1141 h 743"/>
                <a:gd name="T38" fmla="*/ 2140 w 1359"/>
                <a:gd name="T39" fmla="*/ 1538 h 743"/>
                <a:gd name="T40" fmla="*/ 2221 w 1359"/>
                <a:gd name="T41" fmla="*/ 1340 h 743"/>
                <a:gd name="T42" fmla="*/ 2592 w 1359"/>
                <a:gd name="T43" fmla="*/ 1340 h 743"/>
                <a:gd name="T44" fmla="*/ 2697 w 1359"/>
                <a:gd name="T45" fmla="*/ 994 h 743"/>
                <a:gd name="T46" fmla="*/ 2882 w 1359"/>
                <a:gd name="T47" fmla="*/ 1141 h 743"/>
                <a:gd name="T48" fmla="*/ 3396 w 1359"/>
                <a:gd name="T49" fmla="*/ 1538 h 743"/>
                <a:gd name="T50" fmla="*/ 3311 w 1359"/>
                <a:gd name="T51" fmla="*/ 797 h 743"/>
                <a:gd name="T52" fmla="*/ 2930 w 1359"/>
                <a:gd name="T53" fmla="*/ 600 h 743"/>
                <a:gd name="T54" fmla="*/ 2323 w 1359"/>
                <a:gd name="T55" fmla="*/ 741 h 743"/>
                <a:gd name="T56" fmla="*/ 2080 w 1359"/>
                <a:gd name="T57" fmla="*/ 944 h 743"/>
                <a:gd name="T58" fmla="*/ 1888 w 1359"/>
                <a:gd name="T59" fmla="*/ 600 h 743"/>
                <a:gd name="T60" fmla="*/ 1445 w 1359"/>
                <a:gd name="T61" fmla="*/ 741 h 743"/>
                <a:gd name="T62" fmla="*/ 1064 w 1359"/>
                <a:gd name="T63" fmla="*/ 797 h 743"/>
                <a:gd name="T64" fmla="*/ 783 w 1359"/>
                <a:gd name="T65" fmla="*/ 944 h 743"/>
                <a:gd name="T66" fmla="*/ 696 w 1359"/>
                <a:gd name="T67" fmla="*/ 1396 h 743"/>
                <a:gd name="T68" fmla="*/ 888 w 1359"/>
                <a:gd name="T69" fmla="*/ 1741 h 743"/>
                <a:gd name="T70" fmla="*/ 1438 w 1359"/>
                <a:gd name="T71" fmla="*/ 1938 h 743"/>
                <a:gd name="T72" fmla="*/ 1722 w 1359"/>
                <a:gd name="T73" fmla="*/ 1791 h 743"/>
                <a:gd name="T74" fmla="*/ 2104 w 1359"/>
                <a:gd name="T75" fmla="*/ 1741 h 743"/>
                <a:gd name="T76" fmla="*/ 2384 w 1359"/>
                <a:gd name="T77" fmla="*/ 1594 h 743"/>
                <a:gd name="T78" fmla="*/ 2772 w 1359"/>
                <a:gd name="T79" fmla="*/ 1791 h 743"/>
                <a:gd name="T80" fmla="*/ 3331 w 1359"/>
                <a:gd name="T81" fmla="*/ 1938 h 743"/>
                <a:gd name="T82" fmla="*/ 3640 w 1359"/>
                <a:gd name="T83" fmla="*/ 1340 h 743"/>
                <a:gd name="T84" fmla="*/ 3761 w 1359"/>
                <a:gd name="T85" fmla="*/ 600 h 743"/>
                <a:gd name="T86" fmla="*/ 3584 w 1359"/>
                <a:gd name="T87" fmla="*/ 397 h 743"/>
                <a:gd name="T88" fmla="*/ 3018 w 1359"/>
                <a:gd name="T89" fmla="*/ 344 h 743"/>
                <a:gd name="T90" fmla="*/ 2629 w 1359"/>
                <a:gd name="T91" fmla="*/ 197 h 743"/>
                <a:gd name="T92" fmla="*/ 2528 w 1359"/>
                <a:gd name="T93" fmla="*/ 505 h 743"/>
                <a:gd name="T94" fmla="*/ 2005 w 1359"/>
                <a:gd name="T95" fmla="*/ 197 h 743"/>
                <a:gd name="T96" fmla="*/ 1726 w 1359"/>
                <a:gd name="T97" fmla="*/ 344 h 743"/>
                <a:gd name="T98" fmla="*/ 1177 w 1359"/>
                <a:gd name="T99" fmla="*/ 197 h 743"/>
                <a:gd name="T100" fmla="*/ 932 w 1359"/>
                <a:gd name="T101" fmla="*/ 397 h 743"/>
                <a:gd name="T102" fmla="*/ 676 w 1359"/>
                <a:gd name="T103" fmla="*/ 397 h 743"/>
                <a:gd name="T104" fmla="*/ 402 w 1359"/>
                <a:gd name="T105" fmla="*/ 994 h 743"/>
                <a:gd name="T106" fmla="*/ 384 w 1359"/>
                <a:gd name="T107" fmla="*/ 1938 h 743"/>
                <a:gd name="T108" fmla="*/ 523 w 1359"/>
                <a:gd name="T109" fmla="*/ 2338 h 743"/>
                <a:gd name="T110" fmla="*/ 777 w 1359"/>
                <a:gd name="T111" fmla="*/ 2338 h 743"/>
                <a:gd name="T112" fmla="*/ 1027 w 1359"/>
                <a:gd name="T113" fmla="*/ 2138 h 743"/>
                <a:gd name="T114" fmla="*/ 1473 w 1359"/>
                <a:gd name="T115" fmla="*/ 1993 h 743"/>
                <a:gd name="T116" fmla="*/ 2033 w 1359"/>
                <a:gd name="T117" fmla="*/ 2138 h 743"/>
                <a:gd name="T118" fmla="*/ 2447 w 1359"/>
                <a:gd name="T119" fmla="*/ 2193 h 743"/>
                <a:gd name="T120" fmla="*/ 2677 w 1359"/>
                <a:gd name="T121" fmla="*/ 2338 h 743"/>
                <a:gd name="T122" fmla="*/ 3088 w 1359"/>
                <a:gd name="T123" fmla="*/ 2138 h 743"/>
                <a:gd name="T124" fmla="*/ 3368 w 1359"/>
                <a:gd name="T125" fmla="*/ 1993 h 74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59" h="743">
                  <a:moveTo>
                    <a:pt x="1228" y="672"/>
                  </a:moveTo>
                  <a:cubicBezTo>
                    <a:pt x="1230" y="658"/>
                    <a:pt x="1233" y="644"/>
                    <a:pt x="1236" y="630"/>
                  </a:cubicBezTo>
                  <a:cubicBezTo>
                    <a:pt x="1253" y="630"/>
                    <a:pt x="1253" y="630"/>
                    <a:pt x="1253" y="630"/>
                  </a:cubicBezTo>
                  <a:cubicBezTo>
                    <a:pt x="1254" y="625"/>
                    <a:pt x="1255" y="620"/>
                    <a:pt x="1256" y="614"/>
                  </a:cubicBezTo>
                  <a:cubicBezTo>
                    <a:pt x="1239" y="614"/>
                    <a:pt x="1239" y="614"/>
                    <a:pt x="1239" y="614"/>
                  </a:cubicBezTo>
                  <a:cubicBezTo>
                    <a:pt x="1242" y="601"/>
                    <a:pt x="1245" y="587"/>
                    <a:pt x="1247" y="573"/>
                  </a:cubicBezTo>
                  <a:cubicBezTo>
                    <a:pt x="1265" y="573"/>
                    <a:pt x="1265" y="573"/>
                    <a:pt x="1265" y="573"/>
                  </a:cubicBezTo>
                  <a:cubicBezTo>
                    <a:pt x="1266" y="568"/>
                    <a:pt x="1267" y="562"/>
                    <a:pt x="1268" y="557"/>
                  </a:cubicBezTo>
                  <a:cubicBezTo>
                    <a:pt x="1251" y="557"/>
                    <a:pt x="1251" y="557"/>
                    <a:pt x="1251" y="557"/>
                  </a:cubicBezTo>
                  <a:cubicBezTo>
                    <a:pt x="1253" y="543"/>
                    <a:pt x="1256" y="529"/>
                    <a:pt x="1259" y="515"/>
                  </a:cubicBezTo>
                  <a:cubicBezTo>
                    <a:pt x="1276" y="515"/>
                    <a:pt x="1276" y="515"/>
                    <a:pt x="1276" y="515"/>
                  </a:cubicBezTo>
                  <a:cubicBezTo>
                    <a:pt x="1277" y="510"/>
                    <a:pt x="1278" y="505"/>
                    <a:pt x="1279" y="500"/>
                  </a:cubicBezTo>
                  <a:cubicBezTo>
                    <a:pt x="1262" y="500"/>
                    <a:pt x="1262" y="500"/>
                    <a:pt x="1262" y="500"/>
                  </a:cubicBezTo>
                  <a:cubicBezTo>
                    <a:pt x="1265" y="486"/>
                    <a:pt x="1267" y="472"/>
                    <a:pt x="1270" y="458"/>
                  </a:cubicBezTo>
                  <a:cubicBezTo>
                    <a:pt x="1287" y="458"/>
                    <a:pt x="1287" y="458"/>
                    <a:pt x="1287" y="458"/>
                  </a:cubicBezTo>
                  <a:cubicBezTo>
                    <a:pt x="1288" y="453"/>
                    <a:pt x="1289" y="448"/>
                    <a:pt x="1291" y="442"/>
                  </a:cubicBezTo>
                  <a:cubicBezTo>
                    <a:pt x="1273" y="442"/>
                    <a:pt x="1273" y="442"/>
                    <a:pt x="1273" y="442"/>
                  </a:cubicBezTo>
                  <a:cubicBezTo>
                    <a:pt x="1276" y="429"/>
                    <a:pt x="1279" y="415"/>
                    <a:pt x="1281" y="401"/>
                  </a:cubicBezTo>
                  <a:cubicBezTo>
                    <a:pt x="1299" y="401"/>
                    <a:pt x="1299" y="401"/>
                    <a:pt x="1299" y="401"/>
                  </a:cubicBezTo>
                  <a:cubicBezTo>
                    <a:pt x="1300" y="396"/>
                    <a:pt x="1301" y="390"/>
                    <a:pt x="1302" y="385"/>
                  </a:cubicBezTo>
                  <a:cubicBezTo>
                    <a:pt x="1284" y="385"/>
                    <a:pt x="1284" y="385"/>
                    <a:pt x="1284" y="385"/>
                  </a:cubicBezTo>
                  <a:cubicBezTo>
                    <a:pt x="1287" y="371"/>
                    <a:pt x="1290" y="357"/>
                    <a:pt x="1293" y="343"/>
                  </a:cubicBezTo>
                  <a:cubicBezTo>
                    <a:pt x="1310" y="343"/>
                    <a:pt x="1310" y="343"/>
                    <a:pt x="1310" y="343"/>
                  </a:cubicBezTo>
                  <a:cubicBezTo>
                    <a:pt x="1311" y="338"/>
                    <a:pt x="1312" y="333"/>
                    <a:pt x="1313" y="328"/>
                  </a:cubicBezTo>
                  <a:cubicBezTo>
                    <a:pt x="1296" y="328"/>
                    <a:pt x="1296" y="328"/>
                    <a:pt x="1296" y="328"/>
                  </a:cubicBezTo>
                  <a:cubicBezTo>
                    <a:pt x="1299" y="314"/>
                    <a:pt x="1301" y="300"/>
                    <a:pt x="1304" y="286"/>
                  </a:cubicBezTo>
                  <a:cubicBezTo>
                    <a:pt x="1321" y="286"/>
                    <a:pt x="1321" y="286"/>
                    <a:pt x="1321" y="286"/>
                  </a:cubicBezTo>
                  <a:cubicBezTo>
                    <a:pt x="1322" y="281"/>
                    <a:pt x="1323" y="276"/>
                    <a:pt x="1324" y="271"/>
                  </a:cubicBezTo>
                  <a:cubicBezTo>
                    <a:pt x="1307" y="271"/>
                    <a:pt x="1307" y="271"/>
                    <a:pt x="1307" y="271"/>
                  </a:cubicBezTo>
                  <a:cubicBezTo>
                    <a:pt x="1310" y="257"/>
                    <a:pt x="1313" y="243"/>
                    <a:pt x="1315" y="229"/>
                  </a:cubicBezTo>
                  <a:cubicBezTo>
                    <a:pt x="1333" y="229"/>
                    <a:pt x="1333" y="229"/>
                    <a:pt x="1333" y="229"/>
                  </a:cubicBezTo>
                  <a:cubicBezTo>
                    <a:pt x="1334" y="224"/>
                    <a:pt x="1335" y="218"/>
                    <a:pt x="1336" y="213"/>
                  </a:cubicBezTo>
                  <a:cubicBezTo>
                    <a:pt x="1318" y="213"/>
                    <a:pt x="1318" y="213"/>
                    <a:pt x="1318" y="213"/>
                  </a:cubicBezTo>
                  <a:cubicBezTo>
                    <a:pt x="1321" y="199"/>
                    <a:pt x="1324" y="185"/>
                    <a:pt x="1326" y="172"/>
                  </a:cubicBezTo>
                  <a:cubicBezTo>
                    <a:pt x="1344" y="172"/>
                    <a:pt x="1344" y="172"/>
                    <a:pt x="1344" y="172"/>
                  </a:cubicBezTo>
                  <a:cubicBezTo>
                    <a:pt x="1345" y="166"/>
                    <a:pt x="1346" y="161"/>
                    <a:pt x="1347" y="156"/>
                  </a:cubicBezTo>
                  <a:cubicBezTo>
                    <a:pt x="1330" y="156"/>
                    <a:pt x="1330" y="156"/>
                    <a:pt x="1330" y="156"/>
                  </a:cubicBezTo>
                  <a:cubicBezTo>
                    <a:pt x="1332" y="142"/>
                    <a:pt x="1335" y="128"/>
                    <a:pt x="1338" y="114"/>
                  </a:cubicBezTo>
                  <a:cubicBezTo>
                    <a:pt x="1355" y="114"/>
                    <a:pt x="1355" y="114"/>
                    <a:pt x="1355" y="114"/>
                  </a:cubicBezTo>
                  <a:cubicBezTo>
                    <a:pt x="1356" y="107"/>
                    <a:pt x="1357" y="102"/>
                    <a:pt x="1358" y="99"/>
                  </a:cubicBezTo>
                  <a:cubicBezTo>
                    <a:pt x="1341" y="99"/>
                    <a:pt x="1341" y="99"/>
                    <a:pt x="1341" y="99"/>
                  </a:cubicBezTo>
                  <a:cubicBezTo>
                    <a:pt x="1344" y="84"/>
                    <a:pt x="1346" y="70"/>
                    <a:pt x="1349" y="57"/>
                  </a:cubicBezTo>
                  <a:cubicBezTo>
                    <a:pt x="1359" y="57"/>
                    <a:pt x="1359" y="57"/>
                    <a:pt x="1359" y="57"/>
                  </a:cubicBezTo>
                  <a:cubicBezTo>
                    <a:pt x="1358" y="51"/>
                    <a:pt x="1356" y="46"/>
                    <a:pt x="1353" y="41"/>
                  </a:cubicBezTo>
                  <a:cubicBezTo>
                    <a:pt x="1352" y="41"/>
                    <a:pt x="1352" y="41"/>
                    <a:pt x="1352" y="41"/>
                  </a:cubicBezTo>
                  <a:cubicBezTo>
                    <a:pt x="1352" y="41"/>
                    <a:pt x="1352" y="40"/>
                    <a:pt x="1352" y="39"/>
                  </a:cubicBezTo>
                  <a:cubicBezTo>
                    <a:pt x="1349" y="33"/>
                    <a:pt x="1345" y="28"/>
                    <a:pt x="1340" y="23"/>
                  </a:cubicBezTo>
                  <a:cubicBezTo>
                    <a:pt x="1338" y="29"/>
                    <a:pt x="1337" y="35"/>
                    <a:pt x="1336" y="41"/>
                  </a:cubicBezTo>
                  <a:cubicBezTo>
                    <a:pt x="1280" y="41"/>
                    <a:pt x="1280" y="41"/>
                    <a:pt x="1280" y="41"/>
                  </a:cubicBezTo>
                  <a:cubicBezTo>
                    <a:pt x="1282" y="28"/>
                    <a:pt x="1285" y="15"/>
                    <a:pt x="1288" y="2"/>
                  </a:cubicBezTo>
                  <a:cubicBezTo>
                    <a:pt x="1282" y="1"/>
                    <a:pt x="1277" y="1"/>
                    <a:pt x="1272" y="1"/>
                  </a:cubicBezTo>
                  <a:cubicBezTo>
                    <a:pt x="1269" y="14"/>
                    <a:pt x="1267" y="28"/>
                    <a:pt x="1264" y="41"/>
                  </a:cubicBezTo>
                  <a:cubicBezTo>
                    <a:pt x="1208" y="41"/>
                    <a:pt x="1208" y="41"/>
                    <a:pt x="1208" y="41"/>
                  </a:cubicBezTo>
                  <a:cubicBezTo>
                    <a:pt x="1210" y="28"/>
                    <a:pt x="1213" y="14"/>
                    <a:pt x="1216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1197" y="13"/>
                    <a:pt x="1195" y="27"/>
                    <a:pt x="1192" y="41"/>
                  </a:cubicBezTo>
                  <a:cubicBezTo>
                    <a:pt x="1136" y="41"/>
                    <a:pt x="1136" y="41"/>
                    <a:pt x="1136" y="41"/>
                  </a:cubicBezTo>
                  <a:cubicBezTo>
                    <a:pt x="1136" y="37"/>
                    <a:pt x="1137" y="32"/>
                    <a:pt x="1138" y="28"/>
                  </a:cubicBezTo>
                  <a:cubicBezTo>
                    <a:pt x="1140" y="18"/>
                    <a:pt x="1142" y="9"/>
                    <a:pt x="1144" y="0"/>
                  </a:cubicBezTo>
                  <a:cubicBezTo>
                    <a:pt x="1128" y="0"/>
                    <a:pt x="1128" y="0"/>
                    <a:pt x="1128" y="0"/>
                  </a:cubicBezTo>
                  <a:cubicBezTo>
                    <a:pt x="1126" y="8"/>
                    <a:pt x="1125" y="16"/>
                    <a:pt x="1123" y="25"/>
                  </a:cubicBezTo>
                  <a:cubicBezTo>
                    <a:pt x="1122" y="30"/>
                    <a:pt x="1121" y="36"/>
                    <a:pt x="1120" y="41"/>
                  </a:cubicBezTo>
                  <a:cubicBezTo>
                    <a:pt x="1063" y="41"/>
                    <a:pt x="1063" y="41"/>
                    <a:pt x="1063" y="41"/>
                  </a:cubicBezTo>
                  <a:cubicBezTo>
                    <a:pt x="1066" y="27"/>
                    <a:pt x="1069" y="14"/>
                    <a:pt x="1072" y="0"/>
                  </a:cubicBezTo>
                  <a:cubicBezTo>
                    <a:pt x="1056" y="0"/>
                    <a:pt x="1056" y="0"/>
                    <a:pt x="1056" y="0"/>
                  </a:cubicBezTo>
                  <a:cubicBezTo>
                    <a:pt x="1053" y="13"/>
                    <a:pt x="1050" y="27"/>
                    <a:pt x="1047" y="41"/>
                  </a:cubicBezTo>
                  <a:cubicBezTo>
                    <a:pt x="991" y="41"/>
                    <a:pt x="991" y="41"/>
                    <a:pt x="991" y="41"/>
                  </a:cubicBezTo>
                  <a:cubicBezTo>
                    <a:pt x="994" y="27"/>
                    <a:pt x="997" y="13"/>
                    <a:pt x="1000" y="0"/>
                  </a:cubicBezTo>
                  <a:cubicBezTo>
                    <a:pt x="984" y="0"/>
                    <a:pt x="984" y="0"/>
                    <a:pt x="984" y="0"/>
                  </a:cubicBezTo>
                  <a:cubicBezTo>
                    <a:pt x="981" y="13"/>
                    <a:pt x="978" y="27"/>
                    <a:pt x="975" y="41"/>
                  </a:cubicBezTo>
                  <a:cubicBezTo>
                    <a:pt x="919" y="41"/>
                    <a:pt x="919" y="41"/>
                    <a:pt x="919" y="41"/>
                  </a:cubicBezTo>
                  <a:cubicBezTo>
                    <a:pt x="922" y="27"/>
                    <a:pt x="925" y="13"/>
                    <a:pt x="928" y="0"/>
                  </a:cubicBezTo>
                  <a:cubicBezTo>
                    <a:pt x="912" y="0"/>
                    <a:pt x="912" y="0"/>
                    <a:pt x="912" y="0"/>
                  </a:cubicBezTo>
                  <a:cubicBezTo>
                    <a:pt x="909" y="13"/>
                    <a:pt x="906" y="27"/>
                    <a:pt x="903" y="41"/>
                  </a:cubicBezTo>
                  <a:cubicBezTo>
                    <a:pt x="847" y="41"/>
                    <a:pt x="847" y="41"/>
                    <a:pt x="847" y="41"/>
                  </a:cubicBezTo>
                  <a:cubicBezTo>
                    <a:pt x="850" y="27"/>
                    <a:pt x="853" y="13"/>
                    <a:pt x="856" y="0"/>
                  </a:cubicBezTo>
                  <a:cubicBezTo>
                    <a:pt x="840" y="0"/>
                    <a:pt x="840" y="0"/>
                    <a:pt x="840" y="0"/>
                  </a:cubicBezTo>
                  <a:cubicBezTo>
                    <a:pt x="837" y="13"/>
                    <a:pt x="834" y="27"/>
                    <a:pt x="831" y="41"/>
                  </a:cubicBezTo>
                  <a:cubicBezTo>
                    <a:pt x="775" y="41"/>
                    <a:pt x="775" y="41"/>
                    <a:pt x="775" y="41"/>
                  </a:cubicBezTo>
                  <a:cubicBezTo>
                    <a:pt x="778" y="27"/>
                    <a:pt x="781" y="13"/>
                    <a:pt x="783" y="0"/>
                  </a:cubicBezTo>
                  <a:cubicBezTo>
                    <a:pt x="767" y="0"/>
                    <a:pt x="767" y="0"/>
                    <a:pt x="767" y="0"/>
                  </a:cubicBezTo>
                  <a:cubicBezTo>
                    <a:pt x="765" y="13"/>
                    <a:pt x="762" y="27"/>
                    <a:pt x="759" y="41"/>
                  </a:cubicBezTo>
                  <a:cubicBezTo>
                    <a:pt x="702" y="41"/>
                    <a:pt x="702" y="41"/>
                    <a:pt x="702" y="41"/>
                  </a:cubicBezTo>
                  <a:cubicBezTo>
                    <a:pt x="705" y="27"/>
                    <a:pt x="708" y="13"/>
                    <a:pt x="711" y="0"/>
                  </a:cubicBezTo>
                  <a:cubicBezTo>
                    <a:pt x="695" y="0"/>
                    <a:pt x="695" y="0"/>
                    <a:pt x="695" y="0"/>
                  </a:cubicBezTo>
                  <a:cubicBezTo>
                    <a:pt x="693" y="13"/>
                    <a:pt x="690" y="27"/>
                    <a:pt x="686" y="41"/>
                  </a:cubicBezTo>
                  <a:cubicBezTo>
                    <a:pt x="630" y="41"/>
                    <a:pt x="630" y="41"/>
                    <a:pt x="630" y="41"/>
                  </a:cubicBezTo>
                  <a:cubicBezTo>
                    <a:pt x="633" y="27"/>
                    <a:pt x="636" y="13"/>
                    <a:pt x="639" y="0"/>
                  </a:cubicBezTo>
                  <a:cubicBezTo>
                    <a:pt x="623" y="0"/>
                    <a:pt x="623" y="0"/>
                    <a:pt x="623" y="0"/>
                  </a:cubicBezTo>
                  <a:cubicBezTo>
                    <a:pt x="620" y="13"/>
                    <a:pt x="617" y="27"/>
                    <a:pt x="614" y="41"/>
                  </a:cubicBezTo>
                  <a:cubicBezTo>
                    <a:pt x="558" y="41"/>
                    <a:pt x="558" y="41"/>
                    <a:pt x="558" y="41"/>
                  </a:cubicBezTo>
                  <a:cubicBezTo>
                    <a:pt x="561" y="27"/>
                    <a:pt x="564" y="13"/>
                    <a:pt x="567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48" y="13"/>
                    <a:pt x="545" y="27"/>
                    <a:pt x="542" y="41"/>
                  </a:cubicBezTo>
                  <a:cubicBezTo>
                    <a:pt x="486" y="41"/>
                    <a:pt x="486" y="41"/>
                    <a:pt x="486" y="41"/>
                  </a:cubicBezTo>
                  <a:cubicBezTo>
                    <a:pt x="489" y="27"/>
                    <a:pt x="492" y="14"/>
                    <a:pt x="495" y="0"/>
                  </a:cubicBezTo>
                  <a:cubicBezTo>
                    <a:pt x="479" y="0"/>
                    <a:pt x="479" y="0"/>
                    <a:pt x="479" y="0"/>
                  </a:cubicBezTo>
                  <a:cubicBezTo>
                    <a:pt x="476" y="13"/>
                    <a:pt x="473" y="27"/>
                    <a:pt x="470" y="41"/>
                  </a:cubicBezTo>
                  <a:cubicBezTo>
                    <a:pt x="413" y="41"/>
                    <a:pt x="413" y="41"/>
                    <a:pt x="413" y="41"/>
                  </a:cubicBezTo>
                  <a:cubicBezTo>
                    <a:pt x="417" y="27"/>
                    <a:pt x="420" y="14"/>
                    <a:pt x="423" y="0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404" y="13"/>
                    <a:pt x="401" y="27"/>
                    <a:pt x="397" y="41"/>
                  </a:cubicBezTo>
                  <a:cubicBezTo>
                    <a:pt x="341" y="41"/>
                    <a:pt x="341" y="41"/>
                    <a:pt x="341" y="41"/>
                  </a:cubicBezTo>
                  <a:cubicBezTo>
                    <a:pt x="344" y="27"/>
                    <a:pt x="348" y="14"/>
                    <a:pt x="351" y="0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332" y="13"/>
                    <a:pt x="329" y="27"/>
                    <a:pt x="325" y="41"/>
                  </a:cubicBezTo>
                  <a:cubicBezTo>
                    <a:pt x="269" y="41"/>
                    <a:pt x="269" y="41"/>
                    <a:pt x="269" y="41"/>
                  </a:cubicBezTo>
                  <a:cubicBezTo>
                    <a:pt x="272" y="27"/>
                    <a:pt x="275" y="14"/>
                    <a:pt x="278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59" y="13"/>
                    <a:pt x="256" y="27"/>
                    <a:pt x="253" y="41"/>
                  </a:cubicBezTo>
                  <a:cubicBezTo>
                    <a:pt x="197" y="41"/>
                    <a:pt x="197" y="41"/>
                    <a:pt x="197" y="41"/>
                  </a:cubicBezTo>
                  <a:cubicBezTo>
                    <a:pt x="200" y="28"/>
                    <a:pt x="203" y="15"/>
                    <a:pt x="206" y="3"/>
                  </a:cubicBezTo>
                  <a:cubicBezTo>
                    <a:pt x="200" y="4"/>
                    <a:pt x="194" y="6"/>
                    <a:pt x="188" y="9"/>
                  </a:cubicBezTo>
                  <a:cubicBezTo>
                    <a:pt x="186" y="19"/>
                    <a:pt x="183" y="30"/>
                    <a:pt x="181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6" y="46"/>
                    <a:pt x="143" y="52"/>
                    <a:pt x="141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74" y="70"/>
                    <a:pt x="171" y="84"/>
                    <a:pt x="167" y="99"/>
                  </a:cubicBezTo>
                  <a:cubicBezTo>
                    <a:pt x="129" y="99"/>
                    <a:pt x="129" y="99"/>
                    <a:pt x="129" y="99"/>
                  </a:cubicBezTo>
                  <a:cubicBezTo>
                    <a:pt x="128" y="103"/>
                    <a:pt x="127" y="109"/>
                    <a:pt x="126" y="114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61" y="128"/>
                    <a:pt x="157" y="142"/>
                    <a:pt x="154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5" y="161"/>
                    <a:pt x="113" y="166"/>
                    <a:pt x="112" y="172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7" y="185"/>
                    <a:pt x="144" y="199"/>
                    <a:pt x="141" y="213"/>
                  </a:cubicBezTo>
                  <a:cubicBezTo>
                    <a:pt x="102" y="213"/>
                    <a:pt x="102" y="213"/>
                    <a:pt x="102" y="213"/>
                  </a:cubicBezTo>
                  <a:cubicBezTo>
                    <a:pt x="101" y="218"/>
                    <a:pt x="100" y="224"/>
                    <a:pt x="99" y="229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4" y="243"/>
                    <a:pt x="131" y="256"/>
                    <a:pt x="127" y="271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8" y="276"/>
                    <a:pt x="86" y="281"/>
                    <a:pt x="85" y="286"/>
                  </a:cubicBezTo>
                  <a:cubicBezTo>
                    <a:pt x="124" y="286"/>
                    <a:pt x="124" y="286"/>
                    <a:pt x="124" y="286"/>
                  </a:cubicBezTo>
                  <a:cubicBezTo>
                    <a:pt x="121" y="300"/>
                    <a:pt x="117" y="314"/>
                    <a:pt x="114" y="328"/>
                  </a:cubicBezTo>
                  <a:cubicBezTo>
                    <a:pt x="75" y="328"/>
                    <a:pt x="75" y="328"/>
                    <a:pt x="75" y="328"/>
                  </a:cubicBezTo>
                  <a:cubicBezTo>
                    <a:pt x="74" y="333"/>
                    <a:pt x="73" y="338"/>
                    <a:pt x="72" y="343"/>
                  </a:cubicBezTo>
                  <a:cubicBezTo>
                    <a:pt x="110" y="343"/>
                    <a:pt x="110" y="343"/>
                    <a:pt x="110" y="343"/>
                  </a:cubicBezTo>
                  <a:cubicBezTo>
                    <a:pt x="107" y="357"/>
                    <a:pt x="104" y="371"/>
                    <a:pt x="101" y="385"/>
                  </a:cubicBezTo>
                  <a:cubicBezTo>
                    <a:pt x="62" y="385"/>
                    <a:pt x="62" y="385"/>
                    <a:pt x="62" y="385"/>
                  </a:cubicBezTo>
                  <a:cubicBezTo>
                    <a:pt x="61" y="390"/>
                    <a:pt x="60" y="396"/>
                    <a:pt x="58" y="401"/>
                  </a:cubicBezTo>
                  <a:cubicBezTo>
                    <a:pt x="97" y="401"/>
                    <a:pt x="97" y="401"/>
                    <a:pt x="97" y="401"/>
                  </a:cubicBezTo>
                  <a:cubicBezTo>
                    <a:pt x="94" y="415"/>
                    <a:pt x="91" y="428"/>
                    <a:pt x="88" y="442"/>
                  </a:cubicBezTo>
                  <a:cubicBezTo>
                    <a:pt x="49" y="442"/>
                    <a:pt x="49" y="442"/>
                    <a:pt x="49" y="442"/>
                  </a:cubicBezTo>
                  <a:cubicBezTo>
                    <a:pt x="47" y="448"/>
                    <a:pt x="46" y="453"/>
                    <a:pt x="45" y="458"/>
                  </a:cubicBezTo>
                  <a:cubicBezTo>
                    <a:pt x="84" y="458"/>
                    <a:pt x="84" y="458"/>
                    <a:pt x="84" y="458"/>
                  </a:cubicBezTo>
                  <a:cubicBezTo>
                    <a:pt x="81" y="472"/>
                    <a:pt x="77" y="486"/>
                    <a:pt x="74" y="500"/>
                  </a:cubicBezTo>
                  <a:cubicBezTo>
                    <a:pt x="35" y="500"/>
                    <a:pt x="35" y="500"/>
                    <a:pt x="35" y="500"/>
                  </a:cubicBezTo>
                  <a:cubicBezTo>
                    <a:pt x="34" y="505"/>
                    <a:pt x="33" y="510"/>
                    <a:pt x="32" y="515"/>
                  </a:cubicBezTo>
                  <a:cubicBezTo>
                    <a:pt x="71" y="515"/>
                    <a:pt x="71" y="515"/>
                    <a:pt x="71" y="515"/>
                  </a:cubicBezTo>
                  <a:cubicBezTo>
                    <a:pt x="67" y="529"/>
                    <a:pt x="64" y="543"/>
                    <a:pt x="61" y="557"/>
                  </a:cubicBezTo>
                  <a:cubicBezTo>
                    <a:pt x="22" y="557"/>
                    <a:pt x="22" y="557"/>
                    <a:pt x="22" y="557"/>
                  </a:cubicBezTo>
                  <a:cubicBezTo>
                    <a:pt x="21" y="562"/>
                    <a:pt x="19" y="568"/>
                    <a:pt x="18" y="573"/>
                  </a:cubicBezTo>
                  <a:cubicBezTo>
                    <a:pt x="57" y="573"/>
                    <a:pt x="57" y="573"/>
                    <a:pt x="57" y="573"/>
                  </a:cubicBezTo>
                  <a:cubicBezTo>
                    <a:pt x="54" y="586"/>
                    <a:pt x="51" y="600"/>
                    <a:pt x="48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7" y="620"/>
                    <a:pt x="6" y="625"/>
                    <a:pt x="5" y="630"/>
                  </a:cubicBezTo>
                  <a:cubicBezTo>
                    <a:pt x="44" y="630"/>
                    <a:pt x="44" y="630"/>
                    <a:pt x="44" y="630"/>
                  </a:cubicBezTo>
                  <a:cubicBezTo>
                    <a:pt x="41" y="644"/>
                    <a:pt x="38" y="658"/>
                    <a:pt x="34" y="672"/>
                  </a:cubicBezTo>
                  <a:cubicBezTo>
                    <a:pt x="0" y="672"/>
                    <a:pt x="0" y="672"/>
                    <a:pt x="0" y="672"/>
                  </a:cubicBezTo>
                  <a:cubicBezTo>
                    <a:pt x="1" y="677"/>
                    <a:pt x="3" y="682"/>
                    <a:pt x="5" y="687"/>
                  </a:cubicBezTo>
                  <a:cubicBezTo>
                    <a:pt x="31" y="687"/>
                    <a:pt x="31" y="687"/>
                    <a:pt x="31" y="687"/>
                  </a:cubicBezTo>
                  <a:cubicBezTo>
                    <a:pt x="29" y="695"/>
                    <a:pt x="27" y="704"/>
                    <a:pt x="25" y="712"/>
                  </a:cubicBezTo>
                  <a:cubicBezTo>
                    <a:pt x="25" y="713"/>
                    <a:pt x="25" y="714"/>
                    <a:pt x="24" y="715"/>
                  </a:cubicBezTo>
                  <a:cubicBezTo>
                    <a:pt x="29" y="718"/>
                    <a:pt x="33" y="722"/>
                    <a:pt x="38" y="725"/>
                  </a:cubicBezTo>
                  <a:cubicBezTo>
                    <a:pt x="39" y="722"/>
                    <a:pt x="39" y="719"/>
                    <a:pt x="40" y="715"/>
                  </a:cubicBezTo>
                  <a:cubicBezTo>
                    <a:pt x="42" y="706"/>
                    <a:pt x="44" y="697"/>
                    <a:pt x="47" y="687"/>
                  </a:cubicBezTo>
                  <a:cubicBezTo>
                    <a:pt x="104" y="687"/>
                    <a:pt x="104" y="687"/>
                    <a:pt x="104" y="687"/>
                  </a:cubicBezTo>
                  <a:cubicBezTo>
                    <a:pt x="100" y="707"/>
                    <a:pt x="96" y="725"/>
                    <a:pt x="92" y="742"/>
                  </a:cubicBezTo>
                  <a:cubicBezTo>
                    <a:pt x="92" y="743"/>
                    <a:pt x="93" y="743"/>
                    <a:pt x="94" y="743"/>
                  </a:cubicBezTo>
                  <a:cubicBezTo>
                    <a:pt x="108" y="743"/>
                    <a:pt x="108" y="743"/>
                    <a:pt x="108" y="743"/>
                  </a:cubicBezTo>
                  <a:cubicBezTo>
                    <a:pt x="111" y="726"/>
                    <a:pt x="116" y="708"/>
                    <a:pt x="120" y="687"/>
                  </a:cubicBezTo>
                  <a:cubicBezTo>
                    <a:pt x="178" y="687"/>
                    <a:pt x="178" y="687"/>
                    <a:pt x="178" y="687"/>
                  </a:cubicBezTo>
                  <a:cubicBezTo>
                    <a:pt x="174" y="707"/>
                    <a:pt x="169" y="725"/>
                    <a:pt x="165" y="743"/>
                  </a:cubicBezTo>
                  <a:cubicBezTo>
                    <a:pt x="181" y="743"/>
                    <a:pt x="181" y="743"/>
                    <a:pt x="181" y="743"/>
                  </a:cubicBezTo>
                  <a:cubicBezTo>
                    <a:pt x="185" y="726"/>
                    <a:pt x="189" y="708"/>
                    <a:pt x="194" y="687"/>
                  </a:cubicBezTo>
                  <a:cubicBezTo>
                    <a:pt x="252" y="687"/>
                    <a:pt x="252" y="687"/>
                    <a:pt x="252" y="687"/>
                  </a:cubicBezTo>
                  <a:cubicBezTo>
                    <a:pt x="247" y="707"/>
                    <a:pt x="243" y="725"/>
                    <a:pt x="239" y="743"/>
                  </a:cubicBezTo>
                  <a:cubicBezTo>
                    <a:pt x="255" y="743"/>
                    <a:pt x="255" y="743"/>
                    <a:pt x="255" y="743"/>
                  </a:cubicBezTo>
                  <a:cubicBezTo>
                    <a:pt x="259" y="726"/>
                    <a:pt x="263" y="708"/>
                    <a:pt x="268" y="687"/>
                  </a:cubicBezTo>
                  <a:cubicBezTo>
                    <a:pt x="325" y="687"/>
                    <a:pt x="325" y="687"/>
                    <a:pt x="325" y="687"/>
                  </a:cubicBezTo>
                  <a:cubicBezTo>
                    <a:pt x="321" y="707"/>
                    <a:pt x="317" y="725"/>
                    <a:pt x="313" y="743"/>
                  </a:cubicBezTo>
                  <a:cubicBezTo>
                    <a:pt x="329" y="743"/>
                    <a:pt x="329" y="743"/>
                    <a:pt x="329" y="743"/>
                  </a:cubicBezTo>
                  <a:cubicBezTo>
                    <a:pt x="333" y="726"/>
                    <a:pt x="337" y="707"/>
                    <a:pt x="341" y="687"/>
                  </a:cubicBezTo>
                  <a:cubicBezTo>
                    <a:pt x="399" y="687"/>
                    <a:pt x="399" y="687"/>
                    <a:pt x="399" y="687"/>
                  </a:cubicBezTo>
                  <a:cubicBezTo>
                    <a:pt x="395" y="707"/>
                    <a:pt x="391" y="725"/>
                    <a:pt x="387" y="743"/>
                  </a:cubicBezTo>
                  <a:cubicBezTo>
                    <a:pt x="403" y="743"/>
                    <a:pt x="403" y="743"/>
                    <a:pt x="403" y="743"/>
                  </a:cubicBezTo>
                  <a:cubicBezTo>
                    <a:pt x="406" y="726"/>
                    <a:pt x="410" y="707"/>
                    <a:pt x="415" y="687"/>
                  </a:cubicBezTo>
                  <a:cubicBezTo>
                    <a:pt x="473" y="687"/>
                    <a:pt x="473" y="687"/>
                    <a:pt x="473" y="687"/>
                  </a:cubicBezTo>
                  <a:cubicBezTo>
                    <a:pt x="468" y="707"/>
                    <a:pt x="464" y="725"/>
                    <a:pt x="460" y="743"/>
                  </a:cubicBezTo>
                  <a:cubicBezTo>
                    <a:pt x="476" y="743"/>
                    <a:pt x="476" y="743"/>
                    <a:pt x="476" y="743"/>
                  </a:cubicBezTo>
                  <a:cubicBezTo>
                    <a:pt x="480" y="726"/>
                    <a:pt x="484" y="707"/>
                    <a:pt x="489" y="687"/>
                  </a:cubicBezTo>
                  <a:cubicBezTo>
                    <a:pt x="546" y="687"/>
                    <a:pt x="546" y="687"/>
                    <a:pt x="546" y="687"/>
                  </a:cubicBezTo>
                  <a:cubicBezTo>
                    <a:pt x="542" y="707"/>
                    <a:pt x="538" y="725"/>
                    <a:pt x="534" y="743"/>
                  </a:cubicBezTo>
                  <a:cubicBezTo>
                    <a:pt x="550" y="743"/>
                    <a:pt x="550" y="743"/>
                    <a:pt x="550" y="743"/>
                  </a:cubicBezTo>
                  <a:cubicBezTo>
                    <a:pt x="554" y="726"/>
                    <a:pt x="558" y="707"/>
                    <a:pt x="562" y="687"/>
                  </a:cubicBezTo>
                  <a:cubicBezTo>
                    <a:pt x="620" y="687"/>
                    <a:pt x="620" y="687"/>
                    <a:pt x="620" y="687"/>
                  </a:cubicBezTo>
                  <a:cubicBezTo>
                    <a:pt x="616" y="707"/>
                    <a:pt x="612" y="725"/>
                    <a:pt x="608" y="743"/>
                  </a:cubicBezTo>
                  <a:cubicBezTo>
                    <a:pt x="624" y="743"/>
                    <a:pt x="624" y="743"/>
                    <a:pt x="624" y="743"/>
                  </a:cubicBezTo>
                  <a:cubicBezTo>
                    <a:pt x="628" y="726"/>
                    <a:pt x="631" y="707"/>
                    <a:pt x="636" y="687"/>
                  </a:cubicBezTo>
                  <a:cubicBezTo>
                    <a:pt x="693" y="687"/>
                    <a:pt x="693" y="687"/>
                    <a:pt x="693" y="687"/>
                  </a:cubicBezTo>
                  <a:cubicBezTo>
                    <a:pt x="689" y="707"/>
                    <a:pt x="685" y="725"/>
                    <a:pt x="682" y="743"/>
                  </a:cubicBezTo>
                  <a:cubicBezTo>
                    <a:pt x="698" y="743"/>
                    <a:pt x="698" y="743"/>
                    <a:pt x="698" y="743"/>
                  </a:cubicBezTo>
                  <a:cubicBezTo>
                    <a:pt x="701" y="725"/>
                    <a:pt x="705" y="707"/>
                    <a:pt x="709" y="687"/>
                  </a:cubicBezTo>
                  <a:cubicBezTo>
                    <a:pt x="767" y="687"/>
                    <a:pt x="767" y="687"/>
                    <a:pt x="767" y="687"/>
                  </a:cubicBezTo>
                  <a:cubicBezTo>
                    <a:pt x="763" y="707"/>
                    <a:pt x="759" y="725"/>
                    <a:pt x="755" y="743"/>
                  </a:cubicBezTo>
                  <a:cubicBezTo>
                    <a:pt x="771" y="743"/>
                    <a:pt x="771" y="743"/>
                    <a:pt x="771" y="743"/>
                  </a:cubicBezTo>
                  <a:cubicBezTo>
                    <a:pt x="775" y="725"/>
                    <a:pt x="779" y="707"/>
                    <a:pt x="783" y="687"/>
                  </a:cubicBezTo>
                  <a:cubicBezTo>
                    <a:pt x="841" y="687"/>
                    <a:pt x="841" y="687"/>
                    <a:pt x="841" y="687"/>
                  </a:cubicBezTo>
                  <a:cubicBezTo>
                    <a:pt x="837" y="707"/>
                    <a:pt x="833" y="725"/>
                    <a:pt x="829" y="743"/>
                  </a:cubicBezTo>
                  <a:cubicBezTo>
                    <a:pt x="845" y="743"/>
                    <a:pt x="845" y="743"/>
                    <a:pt x="845" y="743"/>
                  </a:cubicBezTo>
                  <a:cubicBezTo>
                    <a:pt x="849" y="725"/>
                    <a:pt x="852" y="707"/>
                    <a:pt x="857" y="687"/>
                  </a:cubicBezTo>
                  <a:cubicBezTo>
                    <a:pt x="914" y="687"/>
                    <a:pt x="914" y="687"/>
                    <a:pt x="914" y="687"/>
                  </a:cubicBezTo>
                  <a:cubicBezTo>
                    <a:pt x="910" y="707"/>
                    <a:pt x="906" y="725"/>
                    <a:pt x="903" y="743"/>
                  </a:cubicBezTo>
                  <a:cubicBezTo>
                    <a:pt x="919" y="743"/>
                    <a:pt x="919" y="743"/>
                    <a:pt x="919" y="743"/>
                  </a:cubicBezTo>
                  <a:cubicBezTo>
                    <a:pt x="922" y="725"/>
                    <a:pt x="926" y="707"/>
                    <a:pt x="930" y="687"/>
                  </a:cubicBezTo>
                  <a:cubicBezTo>
                    <a:pt x="988" y="687"/>
                    <a:pt x="988" y="687"/>
                    <a:pt x="988" y="687"/>
                  </a:cubicBezTo>
                  <a:cubicBezTo>
                    <a:pt x="984" y="707"/>
                    <a:pt x="980" y="725"/>
                    <a:pt x="976" y="743"/>
                  </a:cubicBezTo>
                  <a:cubicBezTo>
                    <a:pt x="992" y="743"/>
                    <a:pt x="992" y="743"/>
                    <a:pt x="992" y="743"/>
                  </a:cubicBezTo>
                  <a:cubicBezTo>
                    <a:pt x="996" y="725"/>
                    <a:pt x="1000" y="707"/>
                    <a:pt x="1004" y="687"/>
                  </a:cubicBezTo>
                  <a:cubicBezTo>
                    <a:pt x="1062" y="687"/>
                    <a:pt x="1062" y="687"/>
                    <a:pt x="1062" y="687"/>
                  </a:cubicBezTo>
                  <a:cubicBezTo>
                    <a:pt x="1058" y="707"/>
                    <a:pt x="1054" y="725"/>
                    <a:pt x="1050" y="743"/>
                  </a:cubicBezTo>
                  <a:cubicBezTo>
                    <a:pt x="1066" y="743"/>
                    <a:pt x="1066" y="743"/>
                    <a:pt x="1066" y="743"/>
                  </a:cubicBezTo>
                  <a:cubicBezTo>
                    <a:pt x="1070" y="725"/>
                    <a:pt x="1073" y="707"/>
                    <a:pt x="1077" y="687"/>
                  </a:cubicBezTo>
                  <a:cubicBezTo>
                    <a:pt x="1135" y="687"/>
                    <a:pt x="1135" y="687"/>
                    <a:pt x="1135" y="687"/>
                  </a:cubicBezTo>
                  <a:cubicBezTo>
                    <a:pt x="1131" y="707"/>
                    <a:pt x="1127" y="725"/>
                    <a:pt x="1124" y="743"/>
                  </a:cubicBezTo>
                  <a:cubicBezTo>
                    <a:pt x="1140" y="743"/>
                    <a:pt x="1140" y="743"/>
                    <a:pt x="1140" y="743"/>
                  </a:cubicBezTo>
                  <a:cubicBezTo>
                    <a:pt x="1143" y="725"/>
                    <a:pt x="1147" y="707"/>
                    <a:pt x="1151" y="687"/>
                  </a:cubicBezTo>
                  <a:cubicBezTo>
                    <a:pt x="1209" y="687"/>
                    <a:pt x="1209" y="687"/>
                    <a:pt x="1209" y="687"/>
                  </a:cubicBezTo>
                  <a:cubicBezTo>
                    <a:pt x="1206" y="702"/>
                    <a:pt x="1203" y="717"/>
                    <a:pt x="1200" y="731"/>
                  </a:cubicBezTo>
                  <a:cubicBezTo>
                    <a:pt x="1207" y="727"/>
                    <a:pt x="1213" y="723"/>
                    <a:pt x="1219" y="717"/>
                  </a:cubicBezTo>
                  <a:cubicBezTo>
                    <a:pt x="1221" y="708"/>
                    <a:pt x="1223" y="698"/>
                    <a:pt x="1225" y="687"/>
                  </a:cubicBezTo>
                  <a:cubicBezTo>
                    <a:pt x="1240" y="687"/>
                    <a:pt x="1240" y="687"/>
                    <a:pt x="1240" y="687"/>
                  </a:cubicBezTo>
                  <a:cubicBezTo>
                    <a:pt x="1241" y="686"/>
                    <a:pt x="1241" y="686"/>
                    <a:pt x="1241" y="685"/>
                  </a:cubicBezTo>
                  <a:cubicBezTo>
                    <a:pt x="1242" y="684"/>
                    <a:pt x="1243" y="679"/>
                    <a:pt x="1244" y="672"/>
                  </a:cubicBezTo>
                  <a:lnTo>
                    <a:pt x="1228" y="672"/>
                  </a:lnTo>
                  <a:close/>
                  <a:moveTo>
                    <a:pt x="1235" y="557"/>
                  </a:moveTo>
                  <a:cubicBezTo>
                    <a:pt x="1177" y="557"/>
                    <a:pt x="1177" y="557"/>
                    <a:pt x="1177" y="557"/>
                  </a:cubicBezTo>
                  <a:cubicBezTo>
                    <a:pt x="1180" y="544"/>
                    <a:pt x="1183" y="530"/>
                    <a:pt x="1186" y="515"/>
                  </a:cubicBezTo>
                  <a:cubicBezTo>
                    <a:pt x="1243" y="515"/>
                    <a:pt x="1243" y="515"/>
                    <a:pt x="1243" y="515"/>
                  </a:cubicBezTo>
                  <a:cubicBezTo>
                    <a:pt x="1240" y="529"/>
                    <a:pt x="1237" y="543"/>
                    <a:pt x="1235" y="557"/>
                  </a:cubicBezTo>
                  <a:close/>
                  <a:moveTo>
                    <a:pt x="163" y="500"/>
                  </a:moveTo>
                  <a:cubicBezTo>
                    <a:pt x="167" y="486"/>
                    <a:pt x="170" y="472"/>
                    <a:pt x="173" y="458"/>
                  </a:cubicBezTo>
                  <a:cubicBezTo>
                    <a:pt x="230" y="458"/>
                    <a:pt x="230" y="458"/>
                    <a:pt x="230" y="458"/>
                  </a:cubicBezTo>
                  <a:cubicBezTo>
                    <a:pt x="227" y="472"/>
                    <a:pt x="224" y="486"/>
                    <a:pt x="221" y="500"/>
                  </a:cubicBezTo>
                  <a:lnTo>
                    <a:pt x="163" y="500"/>
                  </a:lnTo>
                  <a:close/>
                  <a:moveTo>
                    <a:pt x="217" y="515"/>
                  </a:moveTo>
                  <a:cubicBezTo>
                    <a:pt x="216" y="519"/>
                    <a:pt x="215" y="524"/>
                    <a:pt x="214" y="528"/>
                  </a:cubicBezTo>
                  <a:cubicBezTo>
                    <a:pt x="212" y="538"/>
                    <a:pt x="210" y="547"/>
                    <a:pt x="208" y="557"/>
                  </a:cubicBezTo>
                  <a:cubicBezTo>
                    <a:pt x="150" y="557"/>
                    <a:pt x="150" y="557"/>
                    <a:pt x="150" y="557"/>
                  </a:cubicBezTo>
                  <a:cubicBezTo>
                    <a:pt x="153" y="543"/>
                    <a:pt x="157" y="529"/>
                    <a:pt x="160" y="515"/>
                  </a:cubicBezTo>
                  <a:lnTo>
                    <a:pt x="217" y="515"/>
                  </a:lnTo>
                  <a:close/>
                  <a:moveTo>
                    <a:pt x="1227" y="229"/>
                  </a:moveTo>
                  <a:cubicBezTo>
                    <a:pt x="1224" y="243"/>
                    <a:pt x="1221" y="257"/>
                    <a:pt x="1218" y="271"/>
                  </a:cubicBezTo>
                  <a:cubicBezTo>
                    <a:pt x="1162" y="271"/>
                    <a:pt x="1162" y="271"/>
                    <a:pt x="1162" y="271"/>
                  </a:cubicBezTo>
                  <a:cubicBezTo>
                    <a:pt x="1164" y="257"/>
                    <a:pt x="1167" y="243"/>
                    <a:pt x="1170" y="229"/>
                  </a:cubicBezTo>
                  <a:lnTo>
                    <a:pt x="1227" y="229"/>
                  </a:lnTo>
                  <a:close/>
                  <a:moveTo>
                    <a:pt x="1173" y="213"/>
                  </a:moveTo>
                  <a:cubicBezTo>
                    <a:pt x="1176" y="199"/>
                    <a:pt x="1179" y="186"/>
                    <a:pt x="1182" y="172"/>
                  </a:cubicBezTo>
                  <a:cubicBezTo>
                    <a:pt x="1238" y="172"/>
                    <a:pt x="1238" y="172"/>
                    <a:pt x="1238" y="172"/>
                  </a:cubicBezTo>
                  <a:cubicBezTo>
                    <a:pt x="1235" y="186"/>
                    <a:pt x="1233" y="200"/>
                    <a:pt x="1230" y="213"/>
                  </a:cubicBezTo>
                  <a:lnTo>
                    <a:pt x="1173" y="213"/>
                  </a:lnTo>
                  <a:close/>
                  <a:moveTo>
                    <a:pt x="263" y="385"/>
                  </a:moveTo>
                  <a:cubicBezTo>
                    <a:pt x="266" y="371"/>
                    <a:pt x="269" y="357"/>
                    <a:pt x="272" y="343"/>
                  </a:cubicBezTo>
                  <a:cubicBezTo>
                    <a:pt x="329" y="343"/>
                    <a:pt x="329" y="343"/>
                    <a:pt x="329" y="343"/>
                  </a:cubicBezTo>
                  <a:cubicBezTo>
                    <a:pt x="326" y="357"/>
                    <a:pt x="323" y="371"/>
                    <a:pt x="320" y="385"/>
                  </a:cubicBezTo>
                  <a:lnTo>
                    <a:pt x="263" y="385"/>
                  </a:lnTo>
                  <a:close/>
                  <a:moveTo>
                    <a:pt x="316" y="401"/>
                  </a:moveTo>
                  <a:cubicBezTo>
                    <a:pt x="313" y="414"/>
                    <a:pt x="310" y="428"/>
                    <a:pt x="307" y="442"/>
                  </a:cubicBezTo>
                  <a:cubicBezTo>
                    <a:pt x="250" y="442"/>
                    <a:pt x="250" y="442"/>
                    <a:pt x="250" y="442"/>
                  </a:cubicBezTo>
                  <a:cubicBezTo>
                    <a:pt x="253" y="429"/>
                    <a:pt x="256" y="415"/>
                    <a:pt x="259" y="401"/>
                  </a:cubicBezTo>
                  <a:lnTo>
                    <a:pt x="316" y="401"/>
                  </a:lnTo>
                  <a:close/>
                  <a:moveTo>
                    <a:pt x="276" y="328"/>
                  </a:moveTo>
                  <a:cubicBezTo>
                    <a:pt x="279" y="314"/>
                    <a:pt x="282" y="300"/>
                    <a:pt x="285" y="286"/>
                  </a:cubicBezTo>
                  <a:cubicBezTo>
                    <a:pt x="342" y="286"/>
                    <a:pt x="342" y="286"/>
                    <a:pt x="342" y="286"/>
                  </a:cubicBezTo>
                  <a:cubicBezTo>
                    <a:pt x="339" y="300"/>
                    <a:pt x="336" y="314"/>
                    <a:pt x="333" y="328"/>
                  </a:cubicBezTo>
                  <a:lnTo>
                    <a:pt x="276" y="328"/>
                  </a:lnTo>
                  <a:close/>
                  <a:moveTo>
                    <a:pt x="332" y="401"/>
                  </a:moveTo>
                  <a:cubicBezTo>
                    <a:pt x="389" y="401"/>
                    <a:pt x="389" y="401"/>
                    <a:pt x="389" y="401"/>
                  </a:cubicBezTo>
                  <a:cubicBezTo>
                    <a:pt x="389" y="403"/>
                    <a:pt x="388" y="405"/>
                    <a:pt x="388" y="407"/>
                  </a:cubicBezTo>
                  <a:cubicBezTo>
                    <a:pt x="385" y="419"/>
                    <a:pt x="383" y="431"/>
                    <a:pt x="380" y="442"/>
                  </a:cubicBezTo>
                  <a:cubicBezTo>
                    <a:pt x="323" y="442"/>
                    <a:pt x="323" y="442"/>
                    <a:pt x="323" y="442"/>
                  </a:cubicBezTo>
                  <a:cubicBezTo>
                    <a:pt x="326" y="429"/>
                    <a:pt x="329" y="415"/>
                    <a:pt x="332" y="401"/>
                  </a:cubicBezTo>
                  <a:close/>
                  <a:moveTo>
                    <a:pt x="336" y="385"/>
                  </a:moveTo>
                  <a:cubicBezTo>
                    <a:pt x="339" y="371"/>
                    <a:pt x="342" y="357"/>
                    <a:pt x="345" y="343"/>
                  </a:cubicBezTo>
                  <a:cubicBezTo>
                    <a:pt x="402" y="343"/>
                    <a:pt x="402" y="343"/>
                    <a:pt x="402" y="343"/>
                  </a:cubicBezTo>
                  <a:cubicBezTo>
                    <a:pt x="399" y="357"/>
                    <a:pt x="396" y="371"/>
                    <a:pt x="393" y="385"/>
                  </a:cubicBezTo>
                  <a:lnTo>
                    <a:pt x="336" y="385"/>
                  </a:lnTo>
                  <a:close/>
                  <a:moveTo>
                    <a:pt x="349" y="328"/>
                  </a:moveTo>
                  <a:cubicBezTo>
                    <a:pt x="352" y="314"/>
                    <a:pt x="355" y="300"/>
                    <a:pt x="358" y="286"/>
                  </a:cubicBezTo>
                  <a:cubicBezTo>
                    <a:pt x="415" y="286"/>
                    <a:pt x="415" y="286"/>
                    <a:pt x="415" y="286"/>
                  </a:cubicBezTo>
                  <a:cubicBezTo>
                    <a:pt x="412" y="300"/>
                    <a:pt x="409" y="314"/>
                    <a:pt x="406" y="328"/>
                  </a:cubicBezTo>
                  <a:lnTo>
                    <a:pt x="349" y="328"/>
                  </a:lnTo>
                  <a:close/>
                  <a:moveTo>
                    <a:pt x="403" y="410"/>
                  </a:moveTo>
                  <a:cubicBezTo>
                    <a:pt x="404" y="407"/>
                    <a:pt x="405" y="404"/>
                    <a:pt x="405" y="401"/>
                  </a:cubicBezTo>
                  <a:cubicBezTo>
                    <a:pt x="462" y="401"/>
                    <a:pt x="462" y="401"/>
                    <a:pt x="462" y="401"/>
                  </a:cubicBezTo>
                  <a:cubicBezTo>
                    <a:pt x="459" y="415"/>
                    <a:pt x="456" y="429"/>
                    <a:pt x="453" y="442"/>
                  </a:cubicBezTo>
                  <a:cubicBezTo>
                    <a:pt x="396" y="442"/>
                    <a:pt x="396" y="442"/>
                    <a:pt x="396" y="442"/>
                  </a:cubicBezTo>
                  <a:cubicBezTo>
                    <a:pt x="398" y="432"/>
                    <a:pt x="401" y="421"/>
                    <a:pt x="403" y="410"/>
                  </a:cubicBezTo>
                  <a:close/>
                  <a:moveTo>
                    <a:pt x="409" y="385"/>
                  </a:moveTo>
                  <a:cubicBezTo>
                    <a:pt x="412" y="371"/>
                    <a:pt x="415" y="357"/>
                    <a:pt x="418" y="343"/>
                  </a:cubicBezTo>
                  <a:cubicBezTo>
                    <a:pt x="475" y="343"/>
                    <a:pt x="475" y="343"/>
                    <a:pt x="475" y="343"/>
                  </a:cubicBezTo>
                  <a:cubicBezTo>
                    <a:pt x="474" y="348"/>
                    <a:pt x="473" y="353"/>
                    <a:pt x="472" y="358"/>
                  </a:cubicBezTo>
                  <a:cubicBezTo>
                    <a:pt x="470" y="367"/>
                    <a:pt x="468" y="376"/>
                    <a:pt x="466" y="385"/>
                  </a:cubicBezTo>
                  <a:lnTo>
                    <a:pt x="409" y="385"/>
                  </a:lnTo>
                  <a:close/>
                  <a:moveTo>
                    <a:pt x="422" y="328"/>
                  </a:moveTo>
                  <a:cubicBezTo>
                    <a:pt x="425" y="314"/>
                    <a:pt x="428" y="300"/>
                    <a:pt x="431" y="286"/>
                  </a:cubicBezTo>
                  <a:cubicBezTo>
                    <a:pt x="488" y="286"/>
                    <a:pt x="488" y="286"/>
                    <a:pt x="488" y="286"/>
                  </a:cubicBezTo>
                  <a:cubicBezTo>
                    <a:pt x="485" y="300"/>
                    <a:pt x="482" y="314"/>
                    <a:pt x="479" y="328"/>
                  </a:cubicBezTo>
                  <a:lnTo>
                    <a:pt x="422" y="328"/>
                  </a:lnTo>
                  <a:close/>
                  <a:moveTo>
                    <a:pt x="478" y="401"/>
                  </a:moveTo>
                  <a:cubicBezTo>
                    <a:pt x="535" y="401"/>
                    <a:pt x="535" y="401"/>
                    <a:pt x="535" y="401"/>
                  </a:cubicBezTo>
                  <a:cubicBezTo>
                    <a:pt x="532" y="415"/>
                    <a:pt x="529" y="429"/>
                    <a:pt x="526" y="442"/>
                  </a:cubicBezTo>
                  <a:cubicBezTo>
                    <a:pt x="469" y="442"/>
                    <a:pt x="469" y="442"/>
                    <a:pt x="469" y="442"/>
                  </a:cubicBezTo>
                  <a:cubicBezTo>
                    <a:pt x="472" y="429"/>
                    <a:pt x="475" y="415"/>
                    <a:pt x="478" y="401"/>
                  </a:cubicBezTo>
                  <a:close/>
                  <a:moveTo>
                    <a:pt x="482" y="385"/>
                  </a:moveTo>
                  <a:cubicBezTo>
                    <a:pt x="484" y="377"/>
                    <a:pt x="485" y="369"/>
                    <a:pt x="487" y="361"/>
                  </a:cubicBezTo>
                  <a:cubicBezTo>
                    <a:pt x="488" y="355"/>
                    <a:pt x="490" y="349"/>
                    <a:pt x="491" y="343"/>
                  </a:cubicBezTo>
                  <a:cubicBezTo>
                    <a:pt x="548" y="343"/>
                    <a:pt x="548" y="343"/>
                    <a:pt x="548" y="343"/>
                  </a:cubicBezTo>
                  <a:cubicBezTo>
                    <a:pt x="545" y="357"/>
                    <a:pt x="542" y="371"/>
                    <a:pt x="539" y="385"/>
                  </a:cubicBezTo>
                  <a:lnTo>
                    <a:pt x="482" y="385"/>
                  </a:lnTo>
                  <a:close/>
                  <a:moveTo>
                    <a:pt x="495" y="328"/>
                  </a:moveTo>
                  <a:cubicBezTo>
                    <a:pt x="498" y="314"/>
                    <a:pt x="501" y="300"/>
                    <a:pt x="504" y="286"/>
                  </a:cubicBezTo>
                  <a:cubicBezTo>
                    <a:pt x="561" y="286"/>
                    <a:pt x="561" y="286"/>
                    <a:pt x="561" y="286"/>
                  </a:cubicBezTo>
                  <a:cubicBezTo>
                    <a:pt x="559" y="294"/>
                    <a:pt x="557" y="302"/>
                    <a:pt x="555" y="310"/>
                  </a:cubicBezTo>
                  <a:cubicBezTo>
                    <a:pt x="554" y="316"/>
                    <a:pt x="553" y="322"/>
                    <a:pt x="551" y="328"/>
                  </a:cubicBezTo>
                  <a:lnTo>
                    <a:pt x="495" y="328"/>
                  </a:lnTo>
                  <a:close/>
                  <a:moveTo>
                    <a:pt x="551" y="401"/>
                  </a:moveTo>
                  <a:cubicBezTo>
                    <a:pt x="608" y="401"/>
                    <a:pt x="608" y="401"/>
                    <a:pt x="608" y="401"/>
                  </a:cubicBezTo>
                  <a:cubicBezTo>
                    <a:pt x="605" y="415"/>
                    <a:pt x="602" y="429"/>
                    <a:pt x="599" y="442"/>
                  </a:cubicBezTo>
                  <a:cubicBezTo>
                    <a:pt x="542" y="442"/>
                    <a:pt x="542" y="442"/>
                    <a:pt x="542" y="442"/>
                  </a:cubicBezTo>
                  <a:cubicBezTo>
                    <a:pt x="545" y="429"/>
                    <a:pt x="548" y="415"/>
                    <a:pt x="551" y="401"/>
                  </a:cubicBezTo>
                  <a:close/>
                  <a:moveTo>
                    <a:pt x="555" y="385"/>
                  </a:moveTo>
                  <a:cubicBezTo>
                    <a:pt x="558" y="372"/>
                    <a:pt x="561" y="358"/>
                    <a:pt x="564" y="343"/>
                  </a:cubicBezTo>
                  <a:cubicBezTo>
                    <a:pt x="621" y="343"/>
                    <a:pt x="621" y="343"/>
                    <a:pt x="621" y="343"/>
                  </a:cubicBezTo>
                  <a:cubicBezTo>
                    <a:pt x="618" y="357"/>
                    <a:pt x="615" y="371"/>
                    <a:pt x="612" y="385"/>
                  </a:cubicBezTo>
                  <a:lnTo>
                    <a:pt x="555" y="385"/>
                  </a:lnTo>
                  <a:close/>
                  <a:moveTo>
                    <a:pt x="567" y="328"/>
                  </a:moveTo>
                  <a:cubicBezTo>
                    <a:pt x="568" y="323"/>
                    <a:pt x="569" y="318"/>
                    <a:pt x="571" y="313"/>
                  </a:cubicBezTo>
                  <a:cubicBezTo>
                    <a:pt x="573" y="304"/>
                    <a:pt x="575" y="295"/>
                    <a:pt x="577" y="286"/>
                  </a:cubicBezTo>
                  <a:cubicBezTo>
                    <a:pt x="633" y="286"/>
                    <a:pt x="633" y="286"/>
                    <a:pt x="633" y="286"/>
                  </a:cubicBezTo>
                  <a:cubicBezTo>
                    <a:pt x="630" y="300"/>
                    <a:pt x="627" y="314"/>
                    <a:pt x="624" y="328"/>
                  </a:cubicBezTo>
                  <a:lnTo>
                    <a:pt x="567" y="328"/>
                  </a:lnTo>
                  <a:close/>
                  <a:moveTo>
                    <a:pt x="624" y="401"/>
                  </a:moveTo>
                  <a:cubicBezTo>
                    <a:pt x="681" y="401"/>
                    <a:pt x="681" y="401"/>
                    <a:pt x="681" y="401"/>
                  </a:cubicBezTo>
                  <a:cubicBezTo>
                    <a:pt x="678" y="415"/>
                    <a:pt x="676" y="429"/>
                    <a:pt x="673" y="442"/>
                  </a:cubicBezTo>
                  <a:cubicBezTo>
                    <a:pt x="615" y="442"/>
                    <a:pt x="615" y="442"/>
                    <a:pt x="615" y="442"/>
                  </a:cubicBezTo>
                  <a:cubicBezTo>
                    <a:pt x="618" y="429"/>
                    <a:pt x="621" y="415"/>
                    <a:pt x="624" y="401"/>
                  </a:cubicBezTo>
                  <a:close/>
                  <a:moveTo>
                    <a:pt x="628" y="385"/>
                  </a:moveTo>
                  <a:cubicBezTo>
                    <a:pt x="631" y="372"/>
                    <a:pt x="634" y="358"/>
                    <a:pt x="637" y="343"/>
                  </a:cubicBezTo>
                  <a:cubicBezTo>
                    <a:pt x="694" y="343"/>
                    <a:pt x="694" y="343"/>
                    <a:pt x="694" y="343"/>
                  </a:cubicBezTo>
                  <a:cubicBezTo>
                    <a:pt x="691" y="357"/>
                    <a:pt x="688" y="371"/>
                    <a:pt x="685" y="385"/>
                  </a:cubicBezTo>
                  <a:lnTo>
                    <a:pt x="628" y="385"/>
                  </a:lnTo>
                  <a:close/>
                  <a:moveTo>
                    <a:pt x="640" y="328"/>
                  </a:moveTo>
                  <a:cubicBezTo>
                    <a:pt x="643" y="314"/>
                    <a:pt x="646" y="300"/>
                    <a:pt x="649" y="286"/>
                  </a:cubicBezTo>
                  <a:cubicBezTo>
                    <a:pt x="706" y="286"/>
                    <a:pt x="706" y="286"/>
                    <a:pt x="706" y="286"/>
                  </a:cubicBezTo>
                  <a:cubicBezTo>
                    <a:pt x="703" y="300"/>
                    <a:pt x="700" y="314"/>
                    <a:pt x="697" y="328"/>
                  </a:cubicBezTo>
                  <a:lnTo>
                    <a:pt x="640" y="328"/>
                  </a:lnTo>
                  <a:close/>
                  <a:moveTo>
                    <a:pt x="697" y="401"/>
                  </a:moveTo>
                  <a:cubicBezTo>
                    <a:pt x="755" y="401"/>
                    <a:pt x="755" y="401"/>
                    <a:pt x="755" y="401"/>
                  </a:cubicBezTo>
                  <a:cubicBezTo>
                    <a:pt x="752" y="415"/>
                    <a:pt x="749" y="429"/>
                    <a:pt x="746" y="442"/>
                  </a:cubicBezTo>
                  <a:cubicBezTo>
                    <a:pt x="688" y="442"/>
                    <a:pt x="688" y="442"/>
                    <a:pt x="688" y="442"/>
                  </a:cubicBezTo>
                  <a:cubicBezTo>
                    <a:pt x="691" y="429"/>
                    <a:pt x="694" y="415"/>
                    <a:pt x="697" y="401"/>
                  </a:cubicBezTo>
                  <a:close/>
                  <a:moveTo>
                    <a:pt x="701" y="385"/>
                  </a:moveTo>
                  <a:cubicBezTo>
                    <a:pt x="704" y="372"/>
                    <a:pt x="707" y="358"/>
                    <a:pt x="710" y="343"/>
                  </a:cubicBezTo>
                  <a:cubicBezTo>
                    <a:pt x="767" y="343"/>
                    <a:pt x="767" y="343"/>
                    <a:pt x="767" y="343"/>
                  </a:cubicBezTo>
                  <a:cubicBezTo>
                    <a:pt x="764" y="357"/>
                    <a:pt x="761" y="371"/>
                    <a:pt x="758" y="385"/>
                  </a:cubicBezTo>
                  <a:lnTo>
                    <a:pt x="701" y="385"/>
                  </a:lnTo>
                  <a:close/>
                  <a:moveTo>
                    <a:pt x="713" y="328"/>
                  </a:moveTo>
                  <a:cubicBezTo>
                    <a:pt x="716" y="314"/>
                    <a:pt x="719" y="300"/>
                    <a:pt x="722" y="286"/>
                  </a:cubicBezTo>
                  <a:cubicBezTo>
                    <a:pt x="779" y="286"/>
                    <a:pt x="779" y="286"/>
                    <a:pt x="779" y="286"/>
                  </a:cubicBezTo>
                  <a:cubicBezTo>
                    <a:pt x="776" y="300"/>
                    <a:pt x="773" y="314"/>
                    <a:pt x="770" y="328"/>
                  </a:cubicBezTo>
                  <a:lnTo>
                    <a:pt x="713" y="328"/>
                  </a:lnTo>
                  <a:close/>
                  <a:moveTo>
                    <a:pt x="770" y="401"/>
                  </a:moveTo>
                  <a:cubicBezTo>
                    <a:pt x="828" y="401"/>
                    <a:pt x="828" y="401"/>
                    <a:pt x="828" y="401"/>
                  </a:cubicBezTo>
                  <a:cubicBezTo>
                    <a:pt x="825" y="415"/>
                    <a:pt x="822" y="429"/>
                    <a:pt x="819" y="442"/>
                  </a:cubicBezTo>
                  <a:cubicBezTo>
                    <a:pt x="762" y="442"/>
                    <a:pt x="762" y="442"/>
                    <a:pt x="762" y="442"/>
                  </a:cubicBezTo>
                  <a:cubicBezTo>
                    <a:pt x="764" y="429"/>
                    <a:pt x="767" y="415"/>
                    <a:pt x="770" y="401"/>
                  </a:cubicBezTo>
                  <a:close/>
                  <a:moveTo>
                    <a:pt x="774" y="385"/>
                  </a:moveTo>
                  <a:cubicBezTo>
                    <a:pt x="777" y="372"/>
                    <a:pt x="780" y="358"/>
                    <a:pt x="783" y="343"/>
                  </a:cubicBezTo>
                  <a:cubicBezTo>
                    <a:pt x="840" y="343"/>
                    <a:pt x="840" y="343"/>
                    <a:pt x="840" y="343"/>
                  </a:cubicBezTo>
                  <a:cubicBezTo>
                    <a:pt x="837" y="357"/>
                    <a:pt x="834" y="371"/>
                    <a:pt x="831" y="385"/>
                  </a:cubicBezTo>
                  <a:lnTo>
                    <a:pt x="774" y="385"/>
                  </a:lnTo>
                  <a:close/>
                  <a:moveTo>
                    <a:pt x="786" y="328"/>
                  </a:moveTo>
                  <a:cubicBezTo>
                    <a:pt x="789" y="314"/>
                    <a:pt x="792" y="300"/>
                    <a:pt x="795" y="286"/>
                  </a:cubicBezTo>
                  <a:cubicBezTo>
                    <a:pt x="852" y="286"/>
                    <a:pt x="852" y="286"/>
                    <a:pt x="852" y="286"/>
                  </a:cubicBezTo>
                  <a:cubicBezTo>
                    <a:pt x="849" y="300"/>
                    <a:pt x="846" y="314"/>
                    <a:pt x="843" y="328"/>
                  </a:cubicBezTo>
                  <a:lnTo>
                    <a:pt x="786" y="328"/>
                  </a:lnTo>
                  <a:close/>
                  <a:moveTo>
                    <a:pt x="843" y="401"/>
                  </a:moveTo>
                  <a:cubicBezTo>
                    <a:pt x="901" y="401"/>
                    <a:pt x="901" y="401"/>
                    <a:pt x="901" y="401"/>
                  </a:cubicBezTo>
                  <a:cubicBezTo>
                    <a:pt x="898" y="415"/>
                    <a:pt x="895" y="429"/>
                    <a:pt x="892" y="442"/>
                  </a:cubicBezTo>
                  <a:cubicBezTo>
                    <a:pt x="835" y="442"/>
                    <a:pt x="835" y="442"/>
                    <a:pt x="835" y="442"/>
                  </a:cubicBezTo>
                  <a:cubicBezTo>
                    <a:pt x="838" y="429"/>
                    <a:pt x="840" y="415"/>
                    <a:pt x="843" y="401"/>
                  </a:cubicBezTo>
                  <a:close/>
                  <a:moveTo>
                    <a:pt x="847" y="385"/>
                  </a:moveTo>
                  <a:cubicBezTo>
                    <a:pt x="850" y="372"/>
                    <a:pt x="853" y="358"/>
                    <a:pt x="856" y="343"/>
                  </a:cubicBezTo>
                  <a:cubicBezTo>
                    <a:pt x="912" y="343"/>
                    <a:pt x="912" y="343"/>
                    <a:pt x="912" y="343"/>
                  </a:cubicBezTo>
                  <a:cubicBezTo>
                    <a:pt x="910" y="357"/>
                    <a:pt x="907" y="371"/>
                    <a:pt x="904" y="385"/>
                  </a:cubicBezTo>
                  <a:lnTo>
                    <a:pt x="847" y="385"/>
                  </a:lnTo>
                  <a:close/>
                  <a:moveTo>
                    <a:pt x="859" y="328"/>
                  </a:moveTo>
                  <a:cubicBezTo>
                    <a:pt x="862" y="314"/>
                    <a:pt x="865" y="300"/>
                    <a:pt x="868" y="286"/>
                  </a:cubicBezTo>
                  <a:cubicBezTo>
                    <a:pt x="924" y="286"/>
                    <a:pt x="924" y="286"/>
                    <a:pt x="924" y="286"/>
                  </a:cubicBezTo>
                  <a:cubicBezTo>
                    <a:pt x="921" y="300"/>
                    <a:pt x="919" y="314"/>
                    <a:pt x="916" y="328"/>
                  </a:cubicBezTo>
                  <a:lnTo>
                    <a:pt x="859" y="328"/>
                  </a:lnTo>
                  <a:close/>
                  <a:moveTo>
                    <a:pt x="916" y="401"/>
                  </a:moveTo>
                  <a:cubicBezTo>
                    <a:pt x="974" y="401"/>
                    <a:pt x="974" y="401"/>
                    <a:pt x="974" y="401"/>
                  </a:cubicBezTo>
                  <a:cubicBezTo>
                    <a:pt x="971" y="415"/>
                    <a:pt x="968" y="429"/>
                    <a:pt x="965" y="442"/>
                  </a:cubicBezTo>
                  <a:cubicBezTo>
                    <a:pt x="908" y="442"/>
                    <a:pt x="908" y="442"/>
                    <a:pt x="908" y="442"/>
                  </a:cubicBezTo>
                  <a:cubicBezTo>
                    <a:pt x="911" y="429"/>
                    <a:pt x="914" y="415"/>
                    <a:pt x="916" y="401"/>
                  </a:cubicBezTo>
                  <a:close/>
                  <a:moveTo>
                    <a:pt x="920" y="385"/>
                  </a:moveTo>
                  <a:cubicBezTo>
                    <a:pt x="923" y="372"/>
                    <a:pt x="925" y="358"/>
                    <a:pt x="928" y="343"/>
                  </a:cubicBezTo>
                  <a:cubicBezTo>
                    <a:pt x="985" y="343"/>
                    <a:pt x="985" y="343"/>
                    <a:pt x="985" y="343"/>
                  </a:cubicBezTo>
                  <a:cubicBezTo>
                    <a:pt x="982" y="357"/>
                    <a:pt x="980" y="371"/>
                    <a:pt x="977" y="385"/>
                  </a:cubicBezTo>
                  <a:lnTo>
                    <a:pt x="920" y="385"/>
                  </a:lnTo>
                  <a:close/>
                  <a:moveTo>
                    <a:pt x="932" y="328"/>
                  </a:moveTo>
                  <a:cubicBezTo>
                    <a:pt x="934" y="314"/>
                    <a:pt x="937" y="300"/>
                    <a:pt x="940" y="286"/>
                  </a:cubicBezTo>
                  <a:cubicBezTo>
                    <a:pt x="997" y="286"/>
                    <a:pt x="997" y="286"/>
                    <a:pt x="997" y="286"/>
                  </a:cubicBezTo>
                  <a:cubicBezTo>
                    <a:pt x="994" y="300"/>
                    <a:pt x="991" y="314"/>
                    <a:pt x="989" y="328"/>
                  </a:cubicBezTo>
                  <a:lnTo>
                    <a:pt x="932" y="328"/>
                  </a:lnTo>
                  <a:close/>
                  <a:moveTo>
                    <a:pt x="989" y="401"/>
                  </a:moveTo>
                  <a:cubicBezTo>
                    <a:pt x="1047" y="401"/>
                    <a:pt x="1047" y="401"/>
                    <a:pt x="1047" y="401"/>
                  </a:cubicBezTo>
                  <a:cubicBezTo>
                    <a:pt x="1044" y="415"/>
                    <a:pt x="1041" y="429"/>
                    <a:pt x="1038" y="442"/>
                  </a:cubicBezTo>
                  <a:cubicBezTo>
                    <a:pt x="981" y="442"/>
                    <a:pt x="981" y="442"/>
                    <a:pt x="981" y="442"/>
                  </a:cubicBezTo>
                  <a:cubicBezTo>
                    <a:pt x="984" y="429"/>
                    <a:pt x="987" y="415"/>
                    <a:pt x="989" y="401"/>
                  </a:cubicBezTo>
                  <a:close/>
                  <a:moveTo>
                    <a:pt x="993" y="385"/>
                  </a:moveTo>
                  <a:cubicBezTo>
                    <a:pt x="995" y="371"/>
                    <a:pt x="998" y="358"/>
                    <a:pt x="1001" y="343"/>
                  </a:cubicBezTo>
                  <a:cubicBezTo>
                    <a:pt x="1058" y="343"/>
                    <a:pt x="1058" y="343"/>
                    <a:pt x="1058" y="343"/>
                  </a:cubicBezTo>
                  <a:cubicBezTo>
                    <a:pt x="1055" y="357"/>
                    <a:pt x="1053" y="371"/>
                    <a:pt x="1050" y="385"/>
                  </a:cubicBezTo>
                  <a:lnTo>
                    <a:pt x="993" y="385"/>
                  </a:lnTo>
                  <a:close/>
                  <a:moveTo>
                    <a:pt x="1004" y="328"/>
                  </a:moveTo>
                  <a:cubicBezTo>
                    <a:pt x="1007" y="314"/>
                    <a:pt x="1010" y="300"/>
                    <a:pt x="1013" y="286"/>
                  </a:cubicBezTo>
                  <a:cubicBezTo>
                    <a:pt x="1070" y="286"/>
                    <a:pt x="1070" y="286"/>
                    <a:pt x="1070" y="286"/>
                  </a:cubicBezTo>
                  <a:cubicBezTo>
                    <a:pt x="1067" y="300"/>
                    <a:pt x="1064" y="314"/>
                    <a:pt x="1061" y="328"/>
                  </a:cubicBezTo>
                  <a:lnTo>
                    <a:pt x="1004" y="328"/>
                  </a:lnTo>
                  <a:close/>
                  <a:moveTo>
                    <a:pt x="1062" y="401"/>
                  </a:moveTo>
                  <a:cubicBezTo>
                    <a:pt x="1120" y="401"/>
                    <a:pt x="1120" y="401"/>
                    <a:pt x="1120" y="401"/>
                  </a:cubicBezTo>
                  <a:cubicBezTo>
                    <a:pt x="1117" y="415"/>
                    <a:pt x="1114" y="429"/>
                    <a:pt x="1111" y="442"/>
                  </a:cubicBezTo>
                  <a:cubicBezTo>
                    <a:pt x="1054" y="442"/>
                    <a:pt x="1054" y="442"/>
                    <a:pt x="1054" y="442"/>
                  </a:cubicBezTo>
                  <a:cubicBezTo>
                    <a:pt x="1057" y="429"/>
                    <a:pt x="1060" y="415"/>
                    <a:pt x="1062" y="401"/>
                  </a:cubicBezTo>
                  <a:close/>
                  <a:moveTo>
                    <a:pt x="1066" y="385"/>
                  </a:moveTo>
                  <a:cubicBezTo>
                    <a:pt x="1068" y="371"/>
                    <a:pt x="1071" y="358"/>
                    <a:pt x="1074" y="343"/>
                  </a:cubicBezTo>
                  <a:cubicBezTo>
                    <a:pt x="1131" y="343"/>
                    <a:pt x="1131" y="343"/>
                    <a:pt x="1131" y="343"/>
                  </a:cubicBezTo>
                  <a:cubicBezTo>
                    <a:pt x="1128" y="357"/>
                    <a:pt x="1125" y="371"/>
                    <a:pt x="1123" y="385"/>
                  </a:cubicBezTo>
                  <a:lnTo>
                    <a:pt x="1066" y="385"/>
                  </a:lnTo>
                  <a:close/>
                  <a:moveTo>
                    <a:pt x="1077" y="328"/>
                  </a:moveTo>
                  <a:cubicBezTo>
                    <a:pt x="1080" y="314"/>
                    <a:pt x="1083" y="300"/>
                    <a:pt x="1086" y="286"/>
                  </a:cubicBezTo>
                  <a:cubicBezTo>
                    <a:pt x="1143" y="286"/>
                    <a:pt x="1143" y="286"/>
                    <a:pt x="1143" y="286"/>
                  </a:cubicBezTo>
                  <a:cubicBezTo>
                    <a:pt x="1140" y="300"/>
                    <a:pt x="1137" y="314"/>
                    <a:pt x="1134" y="328"/>
                  </a:cubicBezTo>
                  <a:lnTo>
                    <a:pt x="1077" y="328"/>
                  </a:lnTo>
                  <a:close/>
                  <a:moveTo>
                    <a:pt x="1135" y="401"/>
                  </a:moveTo>
                  <a:cubicBezTo>
                    <a:pt x="1192" y="401"/>
                    <a:pt x="1192" y="401"/>
                    <a:pt x="1192" y="401"/>
                  </a:cubicBezTo>
                  <a:cubicBezTo>
                    <a:pt x="1190" y="415"/>
                    <a:pt x="1187" y="429"/>
                    <a:pt x="1184" y="442"/>
                  </a:cubicBezTo>
                  <a:cubicBezTo>
                    <a:pt x="1127" y="442"/>
                    <a:pt x="1127" y="442"/>
                    <a:pt x="1127" y="442"/>
                  </a:cubicBezTo>
                  <a:cubicBezTo>
                    <a:pt x="1130" y="429"/>
                    <a:pt x="1133" y="415"/>
                    <a:pt x="1135" y="401"/>
                  </a:cubicBezTo>
                  <a:close/>
                  <a:moveTo>
                    <a:pt x="1139" y="385"/>
                  </a:moveTo>
                  <a:cubicBezTo>
                    <a:pt x="1141" y="371"/>
                    <a:pt x="1144" y="357"/>
                    <a:pt x="1147" y="343"/>
                  </a:cubicBezTo>
                  <a:cubicBezTo>
                    <a:pt x="1204" y="343"/>
                    <a:pt x="1204" y="343"/>
                    <a:pt x="1204" y="343"/>
                  </a:cubicBezTo>
                  <a:cubicBezTo>
                    <a:pt x="1201" y="358"/>
                    <a:pt x="1198" y="372"/>
                    <a:pt x="1196" y="385"/>
                  </a:cubicBezTo>
                  <a:lnTo>
                    <a:pt x="1139" y="385"/>
                  </a:lnTo>
                  <a:close/>
                  <a:moveTo>
                    <a:pt x="1150" y="328"/>
                  </a:moveTo>
                  <a:cubicBezTo>
                    <a:pt x="1153" y="314"/>
                    <a:pt x="1156" y="300"/>
                    <a:pt x="1159" y="286"/>
                  </a:cubicBezTo>
                  <a:cubicBezTo>
                    <a:pt x="1215" y="286"/>
                    <a:pt x="1215" y="286"/>
                    <a:pt x="1215" y="286"/>
                  </a:cubicBezTo>
                  <a:cubicBezTo>
                    <a:pt x="1213" y="300"/>
                    <a:pt x="1210" y="314"/>
                    <a:pt x="1207" y="328"/>
                  </a:cubicBezTo>
                  <a:lnTo>
                    <a:pt x="1150" y="328"/>
                  </a:lnTo>
                  <a:close/>
                  <a:moveTo>
                    <a:pt x="1157" y="213"/>
                  </a:moveTo>
                  <a:cubicBezTo>
                    <a:pt x="1101" y="213"/>
                    <a:pt x="1101" y="213"/>
                    <a:pt x="1101" y="213"/>
                  </a:cubicBezTo>
                  <a:cubicBezTo>
                    <a:pt x="1103" y="200"/>
                    <a:pt x="1106" y="186"/>
                    <a:pt x="1109" y="172"/>
                  </a:cubicBezTo>
                  <a:cubicBezTo>
                    <a:pt x="1166" y="172"/>
                    <a:pt x="1166" y="172"/>
                    <a:pt x="1166" y="172"/>
                  </a:cubicBezTo>
                  <a:cubicBezTo>
                    <a:pt x="1163" y="185"/>
                    <a:pt x="1160" y="199"/>
                    <a:pt x="1157" y="213"/>
                  </a:cubicBezTo>
                  <a:close/>
                  <a:moveTo>
                    <a:pt x="1154" y="229"/>
                  </a:moveTo>
                  <a:cubicBezTo>
                    <a:pt x="1151" y="243"/>
                    <a:pt x="1149" y="257"/>
                    <a:pt x="1146" y="271"/>
                  </a:cubicBezTo>
                  <a:cubicBezTo>
                    <a:pt x="1089" y="271"/>
                    <a:pt x="1089" y="271"/>
                    <a:pt x="1089" y="271"/>
                  </a:cubicBezTo>
                  <a:cubicBezTo>
                    <a:pt x="1092" y="257"/>
                    <a:pt x="1095" y="243"/>
                    <a:pt x="1097" y="229"/>
                  </a:cubicBezTo>
                  <a:lnTo>
                    <a:pt x="1154" y="229"/>
                  </a:lnTo>
                  <a:close/>
                  <a:moveTo>
                    <a:pt x="1085" y="213"/>
                  </a:moveTo>
                  <a:cubicBezTo>
                    <a:pt x="1028" y="213"/>
                    <a:pt x="1028" y="213"/>
                    <a:pt x="1028" y="213"/>
                  </a:cubicBezTo>
                  <a:cubicBezTo>
                    <a:pt x="1031" y="200"/>
                    <a:pt x="1034" y="186"/>
                    <a:pt x="1037" y="172"/>
                  </a:cubicBezTo>
                  <a:cubicBezTo>
                    <a:pt x="1093" y="172"/>
                    <a:pt x="1093" y="172"/>
                    <a:pt x="1093" y="172"/>
                  </a:cubicBezTo>
                  <a:cubicBezTo>
                    <a:pt x="1090" y="185"/>
                    <a:pt x="1088" y="199"/>
                    <a:pt x="1085" y="213"/>
                  </a:cubicBezTo>
                  <a:close/>
                  <a:moveTo>
                    <a:pt x="1082" y="229"/>
                  </a:moveTo>
                  <a:cubicBezTo>
                    <a:pt x="1079" y="243"/>
                    <a:pt x="1076" y="257"/>
                    <a:pt x="1073" y="271"/>
                  </a:cubicBezTo>
                  <a:cubicBezTo>
                    <a:pt x="1016" y="271"/>
                    <a:pt x="1016" y="271"/>
                    <a:pt x="1016" y="271"/>
                  </a:cubicBezTo>
                  <a:cubicBezTo>
                    <a:pt x="1019" y="257"/>
                    <a:pt x="1022" y="243"/>
                    <a:pt x="1025" y="229"/>
                  </a:cubicBezTo>
                  <a:lnTo>
                    <a:pt x="1082" y="229"/>
                  </a:lnTo>
                  <a:close/>
                  <a:moveTo>
                    <a:pt x="1012" y="213"/>
                  </a:moveTo>
                  <a:cubicBezTo>
                    <a:pt x="955" y="213"/>
                    <a:pt x="955" y="213"/>
                    <a:pt x="955" y="213"/>
                  </a:cubicBezTo>
                  <a:cubicBezTo>
                    <a:pt x="958" y="200"/>
                    <a:pt x="961" y="186"/>
                    <a:pt x="964" y="172"/>
                  </a:cubicBezTo>
                  <a:cubicBezTo>
                    <a:pt x="1021" y="172"/>
                    <a:pt x="1021" y="172"/>
                    <a:pt x="1021" y="172"/>
                  </a:cubicBezTo>
                  <a:cubicBezTo>
                    <a:pt x="1018" y="185"/>
                    <a:pt x="1015" y="199"/>
                    <a:pt x="1012" y="213"/>
                  </a:cubicBezTo>
                  <a:close/>
                  <a:moveTo>
                    <a:pt x="1009" y="229"/>
                  </a:moveTo>
                  <a:cubicBezTo>
                    <a:pt x="1006" y="243"/>
                    <a:pt x="1003" y="257"/>
                    <a:pt x="1000" y="271"/>
                  </a:cubicBezTo>
                  <a:cubicBezTo>
                    <a:pt x="944" y="271"/>
                    <a:pt x="944" y="271"/>
                    <a:pt x="944" y="271"/>
                  </a:cubicBezTo>
                  <a:cubicBezTo>
                    <a:pt x="946" y="257"/>
                    <a:pt x="949" y="243"/>
                    <a:pt x="952" y="229"/>
                  </a:cubicBezTo>
                  <a:lnTo>
                    <a:pt x="1009" y="229"/>
                  </a:lnTo>
                  <a:close/>
                  <a:moveTo>
                    <a:pt x="940" y="213"/>
                  </a:moveTo>
                  <a:cubicBezTo>
                    <a:pt x="883" y="213"/>
                    <a:pt x="883" y="213"/>
                    <a:pt x="883" y="213"/>
                  </a:cubicBezTo>
                  <a:cubicBezTo>
                    <a:pt x="886" y="200"/>
                    <a:pt x="889" y="186"/>
                    <a:pt x="892" y="172"/>
                  </a:cubicBezTo>
                  <a:cubicBezTo>
                    <a:pt x="948" y="172"/>
                    <a:pt x="948" y="172"/>
                    <a:pt x="948" y="172"/>
                  </a:cubicBezTo>
                  <a:cubicBezTo>
                    <a:pt x="945" y="185"/>
                    <a:pt x="942" y="199"/>
                    <a:pt x="940" y="213"/>
                  </a:cubicBezTo>
                  <a:close/>
                  <a:moveTo>
                    <a:pt x="936" y="229"/>
                  </a:moveTo>
                  <a:cubicBezTo>
                    <a:pt x="933" y="243"/>
                    <a:pt x="931" y="257"/>
                    <a:pt x="928" y="271"/>
                  </a:cubicBezTo>
                  <a:cubicBezTo>
                    <a:pt x="871" y="271"/>
                    <a:pt x="871" y="271"/>
                    <a:pt x="871" y="271"/>
                  </a:cubicBezTo>
                  <a:cubicBezTo>
                    <a:pt x="874" y="257"/>
                    <a:pt x="877" y="243"/>
                    <a:pt x="880" y="229"/>
                  </a:cubicBezTo>
                  <a:lnTo>
                    <a:pt x="936" y="229"/>
                  </a:lnTo>
                  <a:close/>
                  <a:moveTo>
                    <a:pt x="867" y="213"/>
                  </a:moveTo>
                  <a:cubicBezTo>
                    <a:pt x="810" y="213"/>
                    <a:pt x="810" y="213"/>
                    <a:pt x="810" y="213"/>
                  </a:cubicBezTo>
                  <a:cubicBezTo>
                    <a:pt x="812" y="205"/>
                    <a:pt x="814" y="197"/>
                    <a:pt x="815" y="189"/>
                  </a:cubicBezTo>
                  <a:cubicBezTo>
                    <a:pt x="817" y="183"/>
                    <a:pt x="818" y="177"/>
                    <a:pt x="819" y="172"/>
                  </a:cubicBezTo>
                  <a:cubicBezTo>
                    <a:pt x="876" y="172"/>
                    <a:pt x="876" y="172"/>
                    <a:pt x="876" y="172"/>
                  </a:cubicBezTo>
                  <a:cubicBezTo>
                    <a:pt x="873" y="185"/>
                    <a:pt x="870" y="199"/>
                    <a:pt x="867" y="213"/>
                  </a:cubicBezTo>
                  <a:close/>
                  <a:moveTo>
                    <a:pt x="864" y="229"/>
                  </a:moveTo>
                  <a:cubicBezTo>
                    <a:pt x="861" y="243"/>
                    <a:pt x="858" y="257"/>
                    <a:pt x="855" y="271"/>
                  </a:cubicBezTo>
                  <a:cubicBezTo>
                    <a:pt x="798" y="271"/>
                    <a:pt x="798" y="271"/>
                    <a:pt x="798" y="271"/>
                  </a:cubicBezTo>
                  <a:cubicBezTo>
                    <a:pt x="801" y="257"/>
                    <a:pt x="804" y="243"/>
                    <a:pt x="807" y="229"/>
                  </a:cubicBezTo>
                  <a:lnTo>
                    <a:pt x="864" y="229"/>
                  </a:lnTo>
                  <a:close/>
                  <a:moveTo>
                    <a:pt x="800" y="186"/>
                  </a:moveTo>
                  <a:cubicBezTo>
                    <a:pt x="798" y="195"/>
                    <a:pt x="796" y="204"/>
                    <a:pt x="794" y="213"/>
                  </a:cubicBezTo>
                  <a:cubicBezTo>
                    <a:pt x="738" y="213"/>
                    <a:pt x="738" y="213"/>
                    <a:pt x="738" y="213"/>
                  </a:cubicBezTo>
                  <a:cubicBezTo>
                    <a:pt x="741" y="199"/>
                    <a:pt x="744" y="185"/>
                    <a:pt x="747" y="172"/>
                  </a:cubicBezTo>
                  <a:cubicBezTo>
                    <a:pt x="803" y="172"/>
                    <a:pt x="803" y="172"/>
                    <a:pt x="803" y="172"/>
                  </a:cubicBezTo>
                  <a:cubicBezTo>
                    <a:pt x="802" y="176"/>
                    <a:pt x="801" y="181"/>
                    <a:pt x="800" y="186"/>
                  </a:cubicBezTo>
                  <a:close/>
                  <a:moveTo>
                    <a:pt x="791" y="229"/>
                  </a:moveTo>
                  <a:cubicBezTo>
                    <a:pt x="788" y="243"/>
                    <a:pt x="785" y="257"/>
                    <a:pt x="782" y="271"/>
                  </a:cubicBezTo>
                  <a:cubicBezTo>
                    <a:pt x="725" y="271"/>
                    <a:pt x="725" y="271"/>
                    <a:pt x="725" y="271"/>
                  </a:cubicBezTo>
                  <a:cubicBezTo>
                    <a:pt x="728" y="257"/>
                    <a:pt x="731" y="243"/>
                    <a:pt x="734" y="229"/>
                  </a:cubicBezTo>
                  <a:cubicBezTo>
                    <a:pt x="734" y="229"/>
                    <a:pt x="734" y="229"/>
                    <a:pt x="734" y="229"/>
                  </a:cubicBezTo>
                  <a:lnTo>
                    <a:pt x="791" y="229"/>
                  </a:lnTo>
                  <a:close/>
                  <a:moveTo>
                    <a:pt x="722" y="213"/>
                  </a:moveTo>
                  <a:cubicBezTo>
                    <a:pt x="665" y="213"/>
                    <a:pt x="665" y="213"/>
                    <a:pt x="665" y="213"/>
                  </a:cubicBezTo>
                  <a:cubicBezTo>
                    <a:pt x="668" y="199"/>
                    <a:pt x="671" y="185"/>
                    <a:pt x="674" y="172"/>
                  </a:cubicBezTo>
                  <a:cubicBezTo>
                    <a:pt x="731" y="172"/>
                    <a:pt x="731" y="172"/>
                    <a:pt x="731" y="172"/>
                  </a:cubicBezTo>
                  <a:cubicBezTo>
                    <a:pt x="728" y="185"/>
                    <a:pt x="725" y="199"/>
                    <a:pt x="722" y="213"/>
                  </a:cubicBezTo>
                  <a:close/>
                  <a:moveTo>
                    <a:pt x="718" y="229"/>
                  </a:moveTo>
                  <a:cubicBezTo>
                    <a:pt x="715" y="243"/>
                    <a:pt x="712" y="256"/>
                    <a:pt x="709" y="271"/>
                  </a:cubicBezTo>
                  <a:cubicBezTo>
                    <a:pt x="653" y="271"/>
                    <a:pt x="653" y="271"/>
                    <a:pt x="653" y="271"/>
                  </a:cubicBezTo>
                  <a:cubicBezTo>
                    <a:pt x="653" y="270"/>
                    <a:pt x="653" y="270"/>
                    <a:pt x="653" y="269"/>
                  </a:cubicBezTo>
                  <a:cubicBezTo>
                    <a:pt x="656" y="256"/>
                    <a:pt x="659" y="242"/>
                    <a:pt x="662" y="229"/>
                  </a:cubicBezTo>
                  <a:lnTo>
                    <a:pt x="718" y="229"/>
                  </a:lnTo>
                  <a:close/>
                  <a:moveTo>
                    <a:pt x="649" y="213"/>
                  </a:moveTo>
                  <a:cubicBezTo>
                    <a:pt x="592" y="213"/>
                    <a:pt x="592" y="213"/>
                    <a:pt x="592" y="213"/>
                  </a:cubicBezTo>
                  <a:cubicBezTo>
                    <a:pt x="596" y="199"/>
                    <a:pt x="599" y="185"/>
                    <a:pt x="602" y="172"/>
                  </a:cubicBezTo>
                  <a:cubicBezTo>
                    <a:pt x="658" y="172"/>
                    <a:pt x="658" y="172"/>
                    <a:pt x="658" y="172"/>
                  </a:cubicBezTo>
                  <a:cubicBezTo>
                    <a:pt x="655" y="185"/>
                    <a:pt x="652" y="199"/>
                    <a:pt x="649" y="213"/>
                  </a:cubicBezTo>
                  <a:close/>
                  <a:moveTo>
                    <a:pt x="646" y="229"/>
                  </a:moveTo>
                  <a:cubicBezTo>
                    <a:pt x="643" y="241"/>
                    <a:pt x="640" y="253"/>
                    <a:pt x="638" y="266"/>
                  </a:cubicBezTo>
                  <a:cubicBezTo>
                    <a:pt x="637" y="267"/>
                    <a:pt x="637" y="269"/>
                    <a:pt x="637" y="271"/>
                  </a:cubicBezTo>
                  <a:cubicBezTo>
                    <a:pt x="580" y="271"/>
                    <a:pt x="580" y="271"/>
                    <a:pt x="580" y="271"/>
                  </a:cubicBezTo>
                  <a:cubicBezTo>
                    <a:pt x="583" y="257"/>
                    <a:pt x="586" y="243"/>
                    <a:pt x="589" y="229"/>
                  </a:cubicBezTo>
                  <a:lnTo>
                    <a:pt x="646" y="229"/>
                  </a:lnTo>
                  <a:close/>
                  <a:moveTo>
                    <a:pt x="577" y="213"/>
                  </a:moveTo>
                  <a:cubicBezTo>
                    <a:pt x="520" y="213"/>
                    <a:pt x="520" y="213"/>
                    <a:pt x="520" y="213"/>
                  </a:cubicBezTo>
                  <a:cubicBezTo>
                    <a:pt x="523" y="199"/>
                    <a:pt x="526" y="185"/>
                    <a:pt x="529" y="172"/>
                  </a:cubicBezTo>
                  <a:cubicBezTo>
                    <a:pt x="586" y="172"/>
                    <a:pt x="586" y="172"/>
                    <a:pt x="586" y="172"/>
                  </a:cubicBezTo>
                  <a:cubicBezTo>
                    <a:pt x="583" y="185"/>
                    <a:pt x="580" y="199"/>
                    <a:pt x="577" y="213"/>
                  </a:cubicBezTo>
                  <a:close/>
                  <a:moveTo>
                    <a:pt x="573" y="229"/>
                  </a:moveTo>
                  <a:cubicBezTo>
                    <a:pt x="570" y="242"/>
                    <a:pt x="567" y="256"/>
                    <a:pt x="564" y="271"/>
                  </a:cubicBezTo>
                  <a:cubicBezTo>
                    <a:pt x="507" y="271"/>
                    <a:pt x="507" y="271"/>
                    <a:pt x="507" y="271"/>
                  </a:cubicBezTo>
                  <a:cubicBezTo>
                    <a:pt x="510" y="257"/>
                    <a:pt x="513" y="243"/>
                    <a:pt x="516" y="229"/>
                  </a:cubicBezTo>
                  <a:lnTo>
                    <a:pt x="573" y="229"/>
                  </a:lnTo>
                  <a:close/>
                  <a:moveTo>
                    <a:pt x="504" y="213"/>
                  </a:moveTo>
                  <a:cubicBezTo>
                    <a:pt x="447" y="213"/>
                    <a:pt x="447" y="213"/>
                    <a:pt x="447" y="213"/>
                  </a:cubicBezTo>
                  <a:cubicBezTo>
                    <a:pt x="450" y="199"/>
                    <a:pt x="454" y="185"/>
                    <a:pt x="457" y="172"/>
                  </a:cubicBezTo>
                  <a:cubicBezTo>
                    <a:pt x="513" y="172"/>
                    <a:pt x="513" y="172"/>
                    <a:pt x="513" y="172"/>
                  </a:cubicBezTo>
                  <a:cubicBezTo>
                    <a:pt x="510" y="185"/>
                    <a:pt x="507" y="199"/>
                    <a:pt x="504" y="213"/>
                  </a:cubicBezTo>
                  <a:close/>
                  <a:moveTo>
                    <a:pt x="500" y="229"/>
                  </a:moveTo>
                  <a:cubicBezTo>
                    <a:pt x="497" y="243"/>
                    <a:pt x="494" y="256"/>
                    <a:pt x="491" y="271"/>
                  </a:cubicBezTo>
                  <a:cubicBezTo>
                    <a:pt x="434" y="271"/>
                    <a:pt x="434" y="271"/>
                    <a:pt x="434" y="271"/>
                  </a:cubicBezTo>
                  <a:cubicBezTo>
                    <a:pt x="438" y="257"/>
                    <a:pt x="441" y="243"/>
                    <a:pt x="444" y="229"/>
                  </a:cubicBezTo>
                  <a:lnTo>
                    <a:pt x="500" y="229"/>
                  </a:lnTo>
                  <a:close/>
                  <a:moveTo>
                    <a:pt x="431" y="213"/>
                  </a:moveTo>
                  <a:cubicBezTo>
                    <a:pt x="375" y="213"/>
                    <a:pt x="375" y="213"/>
                    <a:pt x="375" y="213"/>
                  </a:cubicBezTo>
                  <a:cubicBezTo>
                    <a:pt x="378" y="199"/>
                    <a:pt x="381" y="185"/>
                    <a:pt x="384" y="172"/>
                  </a:cubicBezTo>
                  <a:cubicBezTo>
                    <a:pt x="441" y="172"/>
                    <a:pt x="441" y="172"/>
                    <a:pt x="441" y="172"/>
                  </a:cubicBezTo>
                  <a:cubicBezTo>
                    <a:pt x="438" y="185"/>
                    <a:pt x="434" y="199"/>
                    <a:pt x="431" y="213"/>
                  </a:cubicBezTo>
                  <a:close/>
                  <a:moveTo>
                    <a:pt x="428" y="229"/>
                  </a:moveTo>
                  <a:cubicBezTo>
                    <a:pt x="425" y="242"/>
                    <a:pt x="422" y="256"/>
                    <a:pt x="418" y="271"/>
                  </a:cubicBezTo>
                  <a:cubicBezTo>
                    <a:pt x="362" y="271"/>
                    <a:pt x="362" y="271"/>
                    <a:pt x="362" y="271"/>
                  </a:cubicBezTo>
                  <a:cubicBezTo>
                    <a:pt x="365" y="257"/>
                    <a:pt x="368" y="243"/>
                    <a:pt x="371" y="229"/>
                  </a:cubicBezTo>
                  <a:lnTo>
                    <a:pt x="428" y="229"/>
                  </a:lnTo>
                  <a:close/>
                  <a:moveTo>
                    <a:pt x="359" y="213"/>
                  </a:moveTo>
                  <a:cubicBezTo>
                    <a:pt x="302" y="213"/>
                    <a:pt x="302" y="213"/>
                    <a:pt x="302" y="213"/>
                  </a:cubicBezTo>
                  <a:cubicBezTo>
                    <a:pt x="305" y="199"/>
                    <a:pt x="308" y="185"/>
                    <a:pt x="312" y="172"/>
                  </a:cubicBezTo>
                  <a:cubicBezTo>
                    <a:pt x="368" y="172"/>
                    <a:pt x="368" y="172"/>
                    <a:pt x="368" y="172"/>
                  </a:cubicBezTo>
                  <a:cubicBezTo>
                    <a:pt x="365" y="185"/>
                    <a:pt x="362" y="199"/>
                    <a:pt x="359" y="213"/>
                  </a:cubicBezTo>
                  <a:close/>
                  <a:moveTo>
                    <a:pt x="355" y="229"/>
                  </a:moveTo>
                  <a:cubicBezTo>
                    <a:pt x="352" y="243"/>
                    <a:pt x="349" y="256"/>
                    <a:pt x="346" y="271"/>
                  </a:cubicBezTo>
                  <a:cubicBezTo>
                    <a:pt x="289" y="271"/>
                    <a:pt x="289" y="271"/>
                    <a:pt x="289" y="271"/>
                  </a:cubicBezTo>
                  <a:cubicBezTo>
                    <a:pt x="292" y="257"/>
                    <a:pt x="295" y="243"/>
                    <a:pt x="298" y="229"/>
                  </a:cubicBezTo>
                  <a:lnTo>
                    <a:pt x="355" y="229"/>
                  </a:lnTo>
                  <a:close/>
                  <a:moveTo>
                    <a:pt x="286" y="213"/>
                  </a:moveTo>
                  <a:cubicBezTo>
                    <a:pt x="229" y="213"/>
                    <a:pt x="229" y="213"/>
                    <a:pt x="229" y="213"/>
                  </a:cubicBezTo>
                  <a:cubicBezTo>
                    <a:pt x="233" y="199"/>
                    <a:pt x="236" y="185"/>
                    <a:pt x="239" y="172"/>
                  </a:cubicBezTo>
                  <a:cubicBezTo>
                    <a:pt x="296" y="172"/>
                    <a:pt x="296" y="172"/>
                    <a:pt x="296" y="172"/>
                  </a:cubicBezTo>
                  <a:cubicBezTo>
                    <a:pt x="292" y="185"/>
                    <a:pt x="289" y="199"/>
                    <a:pt x="286" y="213"/>
                  </a:cubicBezTo>
                  <a:close/>
                  <a:moveTo>
                    <a:pt x="282" y="229"/>
                  </a:moveTo>
                  <a:cubicBezTo>
                    <a:pt x="279" y="243"/>
                    <a:pt x="276" y="256"/>
                    <a:pt x="273" y="271"/>
                  </a:cubicBezTo>
                  <a:cubicBezTo>
                    <a:pt x="216" y="271"/>
                    <a:pt x="216" y="271"/>
                    <a:pt x="216" y="271"/>
                  </a:cubicBezTo>
                  <a:cubicBezTo>
                    <a:pt x="219" y="257"/>
                    <a:pt x="223" y="243"/>
                    <a:pt x="226" y="229"/>
                  </a:cubicBezTo>
                  <a:lnTo>
                    <a:pt x="282" y="229"/>
                  </a:lnTo>
                  <a:close/>
                  <a:moveTo>
                    <a:pt x="269" y="286"/>
                  </a:moveTo>
                  <a:cubicBezTo>
                    <a:pt x="266" y="300"/>
                    <a:pt x="263" y="314"/>
                    <a:pt x="260" y="328"/>
                  </a:cubicBezTo>
                  <a:cubicBezTo>
                    <a:pt x="203" y="328"/>
                    <a:pt x="203" y="328"/>
                    <a:pt x="203" y="328"/>
                  </a:cubicBezTo>
                  <a:cubicBezTo>
                    <a:pt x="206" y="314"/>
                    <a:pt x="209" y="300"/>
                    <a:pt x="213" y="286"/>
                  </a:cubicBezTo>
                  <a:lnTo>
                    <a:pt x="269" y="286"/>
                  </a:lnTo>
                  <a:close/>
                  <a:moveTo>
                    <a:pt x="256" y="343"/>
                  </a:moveTo>
                  <a:cubicBezTo>
                    <a:pt x="253" y="357"/>
                    <a:pt x="250" y="371"/>
                    <a:pt x="247" y="385"/>
                  </a:cubicBezTo>
                  <a:cubicBezTo>
                    <a:pt x="190" y="385"/>
                    <a:pt x="190" y="385"/>
                    <a:pt x="190" y="385"/>
                  </a:cubicBezTo>
                  <a:cubicBezTo>
                    <a:pt x="193" y="371"/>
                    <a:pt x="196" y="357"/>
                    <a:pt x="199" y="343"/>
                  </a:cubicBezTo>
                  <a:lnTo>
                    <a:pt x="256" y="343"/>
                  </a:lnTo>
                  <a:close/>
                  <a:moveTo>
                    <a:pt x="243" y="401"/>
                  </a:moveTo>
                  <a:cubicBezTo>
                    <a:pt x="240" y="414"/>
                    <a:pt x="237" y="428"/>
                    <a:pt x="234" y="442"/>
                  </a:cubicBezTo>
                  <a:cubicBezTo>
                    <a:pt x="177" y="442"/>
                    <a:pt x="177" y="442"/>
                    <a:pt x="177" y="442"/>
                  </a:cubicBezTo>
                  <a:cubicBezTo>
                    <a:pt x="180" y="429"/>
                    <a:pt x="183" y="415"/>
                    <a:pt x="186" y="401"/>
                  </a:cubicBezTo>
                  <a:lnTo>
                    <a:pt x="243" y="401"/>
                  </a:lnTo>
                  <a:close/>
                  <a:moveTo>
                    <a:pt x="230" y="531"/>
                  </a:moveTo>
                  <a:cubicBezTo>
                    <a:pt x="231" y="526"/>
                    <a:pt x="232" y="521"/>
                    <a:pt x="233" y="515"/>
                  </a:cubicBezTo>
                  <a:cubicBezTo>
                    <a:pt x="290" y="515"/>
                    <a:pt x="290" y="515"/>
                    <a:pt x="290" y="515"/>
                  </a:cubicBezTo>
                  <a:cubicBezTo>
                    <a:pt x="287" y="529"/>
                    <a:pt x="284" y="543"/>
                    <a:pt x="281" y="557"/>
                  </a:cubicBezTo>
                  <a:cubicBezTo>
                    <a:pt x="224" y="557"/>
                    <a:pt x="224" y="557"/>
                    <a:pt x="224" y="557"/>
                  </a:cubicBezTo>
                  <a:cubicBezTo>
                    <a:pt x="226" y="549"/>
                    <a:pt x="228" y="540"/>
                    <a:pt x="230" y="531"/>
                  </a:cubicBezTo>
                  <a:close/>
                  <a:moveTo>
                    <a:pt x="237" y="500"/>
                  </a:moveTo>
                  <a:cubicBezTo>
                    <a:pt x="240" y="486"/>
                    <a:pt x="243" y="472"/>
                    <a:pt x="246" y="458"/>
                  </a:cubicBezTo>
                  <a:cubicBezTo>
                    <a:pt x="303" y="458"/>
                    <a:pt x="303" y="458"/>
                    <a:pt x="303" y="458"/>
                  </a:cubicBezTo>
                  <a:cubicBezTo>
                    <a:pt x="303" y="460"/>
                    <a:pt x="303" y="461"/>
                    <a:pt x="302" y="463"/>
                  </a:cubicBezTo>
                  <a:cubicBezTo>
                    <a:pt x="300" y="475"/>
                    <a:pt x="297" y="488"/>
                    <a:pt x="294" y="500"/>
                  </a:cubicBezTo>
                  <a:lnTo>
                    <a:pt x="237" y="500"/>
                  </a:lnTo>
                  <a:close/>
                  <a:moveTo>
                    <a:pt x="306" y="515"/>
                  </a:moveTo>
                  <a:cubicBezTo>
                    <a:pt x="364" y="515"/>
                    <a:pt x="364" y="515"/>
                    <a:pt x="364" y="515"/>
                  </a:cubicBezTo>
                  <a:cubicBezTo>
                    <a:pt x="361" y="529"/>
                    <a:pt x="358" y="543"/>
                    <a:pt x="354" y="557"/>
                  </a:cubicBezTo>
                  <a:cubicBezTo>
                    <a:pt x="297" y="557"/>
                    <a:pt x="297" y="557"/>
                    <a:pt x="297" y="557"/>
                  </a:cubicBezTo>
                  <a:cubicBezTo>
                    <a:pt x="300" y="544"/>
                    <a:pt x="303" y="530"/>
                    <a:pt x="306" y="515"/>
                  </a:cubicBezTo>
                  <a:close/>
                  <a:moveTo>
                    <a:pt x="310" y="500"/>
                  </a:moveTo>
                  <a:cubicBezTo>
                    <a:pt x="312" y="489"/>
                    <a:pt x="315" y="478"/>
                    <a:pt x="318" y="466"/>
                  </a:cubicBezTo>
                  <a:cubicBezTo>
                    <a:pt x="318" y="464"/>
                    <a:pt x="319" y="461"/>
                    <a:pt x="319" y="458"/>
                  </a:cubicBezTo>
                  <a:cubicBezTo>
                    <a:pt x="377" y="458"/>
                    <a:pt x="377" y="458"/>
                    <a:pt x="377" y="458"/>
                  </a:cubicBezTo>
                  <a:cubicBezTo>
                    <a:pt x="373" y="472"/>
                    <a:pt x="370" y="486"/>
                    <a:pt x="367" y="500"/>
                  </a:cubicBezTo>
                  <a:lnTo>
                    <a:pt x="310" y="500"/>
                  </a:lnTo>
                  <a:close/>
                  <a:moveTo>
                    <a:pt x="380" y="515"/>
                  </a:moveTo>
                  <a:cubicBezTo>
                    <a:pt x="437" y="515"/>
                    <a:pt x="437" y="515"/>
                    <a:pt x="437" y="515"/>
                  </a:cubicBezTo>
                  <a:cubicBezTo>
                    <a:pt x="434" y="529"/>
                    <a:pt x="431" y="543"/>
                    <a:pt x="428" y="557"/>
                  </a:cubicBezTo>
                  <a:cubicBezTo>
                    <a:pt x="370" y="557"/>
                    <a:pt x="370" y="557"/>
                    <a:pt x="370" y="557"/>
                  </a:cubicBezTo>
                  <a:cubicBezTo>
                    <a:pt x="373" y="544"/>
                    <a:pt x="377" y="530"/>
                    <a:pt x="380" y="515"/>
                  </a:cubicBezTo>
                  <a:close/>
                  <a:moveTo>
                    <a:pt x="383" y="500"/>
                  </a:moveTo>
                  <a:cubicBezTo>
                    <a:pt x="386" y="486"/>
                    <a:pt x="389" y="472"/>
                    <a:pt x="393" y="458"/>
                  </a:cubicBezTo>
                  <a:cubicBezTo>
                    <a:pt x="450" y="458"/>
                    <a:pt x="450" y="458"/>
                    <a:pt x="450" y="458"/>
                  </a:cubicBezTo>
                  <a:cubicBezTo>
                    <a:pt x="447" y="472"/>
                    <a:pt x="444" y="486"/>
                    <a:pt x="440" y="500"/>
                  </a:cubicBezTo>
                  <a:lnTo>
                    <a:pt x="383" y="500"/>
                  </a:lnTo>
                  <a:close/>
                  <a:moveTo>
                    <a:pt x="453" y="515"/>
                  </a:moveTo>
                  <a:cubicBezTo>
                    <a:pt x="510" y="515"/>
                    <a:pt x="510" y="515"/>
                    <a:pt x="510" y="515"/>
                  </a:cubicBezTo>
                  <a:cubicBezTo>
                    <a:pt x="507" y="529"/>
                    <a:pt x="504" y="543"/>
                    <a:pt x="501" y="557"/>
                  </a:cubicBezTo>
                  <a:cubicBezTo>
                    <a:pt x="444" y="557"/>
                    <a:pt x="444" y="557"/>
                    <a:pt x="444" y="557"/>
                  </a:cubicBezTo>
                  <a:cubicBezTo>
                    <a:pt x="447" y="544"/>
                    <a:pt x="450" y="530"/>
                    <a:pt x="453" y="515"/>
                  </a:cubicBezTo>
                  <a:close/>
                  <a:moveTo>
                    <a:pt x="456" y="500"/>
                  </a:moveTo>
                  <a:cubicBezTo>
                    <a:pt x="459" y="486"/>
                    <a:pt x="463" y="472"/>
                    <a:pt x="466" y="458"/>
                  </a:cubicBezTo>
                  <a:cubicBezTo>
                    <a:pt x="523" y="458"/>
                    <a:pt x="523" y="458"/>
                    <a:pt x="523" y="458"/>
                  </a:cubicBezTo>
                  <a:cubicBezTo>
                    <a:pt x="520" y="472"/>
                    <a:pt x="517" y="486"/>
                    <a:pt x="514" y="500"/>
                  </a:cubicBezTo>
                  <a:lnTo>
                    <a:pt x="456" y="500"/>
                  </a:lnTo>
                  <a:close/>
                  <a:moveTo>
                    <a:pt x="526" y="515"/>
                  </a:moveTo>
                  <a:cubicBezTo>
                    <a:pt x="584" y="515"/>
                    <a:pt x="584" y="515"/>
                    <a:pt x="584" y="515"/>
                  </a:cubicBezTo>
                  <a:cubicBezTo>
                    <a:pt x="581" y="529"/>
                    <a:pt x="578" y="543"/>
                    <a:pt x="575" y="557"/>
                  </a:cubicBezTo>
                  <a:cubicBezTo>
                    <a:pt x="517" y="557"/>
                    <a:pt x="517" y="557"/>
                    <a:pt x="517" y="557"/>
                  </a:cubicBezTo>
                  <a:cubicBezTo>
                    <a:pt x="520" y="544"/>
                    <a:pt x="523" y="530"/>
                    <a:pt x="526" y="515"/>
                  </a:cubicBezTo>
                  <a:close/>
                  <a:moveTo>
                    <a:pt x="530" y="500"/>
                  </a:moveTo>
                  <a:cubicBezTo>
                    <a:pt x="533" y="486"/>
                    <a:pt x="536" y="472"/>
                    <a:pt x="539" y="458"/>
                  </a:cubicBezTo>
                  <a:cubicBezTo>
                    <a:pt x="596" y="458"/>
                    <a:pt x="596" y="458"/>
                    <a:pt x="596" y="458"/>
                  </a:cubicBezTo>
                  <a:cubicBezTo>
                    <a:pt x="593" y="472"/>
                    <a:pt x="590" y="486"/>
                    <a:pt x="587" y="500"/>
                  </a:cubicBezTo>
                  <a:lnTo>
                    <a:pt x="530" y="500"/>
                  </a:lnTo>
                  <a:close/>
                  <a:moveTo>
                    <a:pt x="600" y="515"/>
                  </a:moveTo>
                  <a:cubicBezTo>
                    <a:pt x="657" y="515"/>
                    <a:pt x="657" y="515"/>
                    <a:pt x="657" y="515"/>
                  </a:cubicBezTo>
                  <a:cubicBezTo>
                    <a:pt x="654" y="529"/>
                    <a:pt x="651" y="543"/>
                    <a:pt x="648" y="557"/>
                  </a:cubicBezTo>
                  <a:cubicBezTo>
                    <a:pt x="590" y="557"/>
                    <a:pt x="590" y="557"/>
                    <a:pt x="590" y="557"/>
                  </a:cubicBezTo>
                  <a:cubicBezTo>
                    <a:pt x="593" y="544"/>
                    <a:pt x="596" y="530"/>
                    <a:pt x="600" y="515"/>
                  </a:cubicBezTo>
                  <a:close/>
                  <a:moveTo>
                    <a:pt x="603" y="500"/>
                  </a:moveTo>
                  <a:cubicBezTo>
                    <a:pt x="606" y="486"/>
                    <a:pt x="609" y="472"/>
                    <a:pt x="612" y="458"/>
                  </a:cubicBezTo>
                  <a:cubicBezTo>
                    <a:pt x="669" y="458"/>
                    <a:pt x="669" y="458"/>
                    <a:pt x="669" y="458"/>
                  </a:cubicBezTo>
                  <a:cubicBezTo>
                    <a:pt x="666" y="472"/>
                    <a:pt x="663" y="486"/>
                    <a:pt x="660" y="500"/>
                  </a:cubicBezTo>
                  <a:lnTo>
                    <a:pt x="603" y="500"/>
                  </a:lnTo>
                  <a:close/>
                  <a:moveTo>
                    <a:pt x="673" y="515"/>
                  </a:moveTo>
                  <a:cubicBezTo>
                    <a:pt x="730" y="515"/>
                    <a:pt x="730" y="515"/>
                    <a:pt x="730" y="515"/>
                  </a:cubicBezTo>
                  <a:cubicBezTo>
                    <a:pt x="727" y="529"/>
                    <a:pt x="724" y="543"/>
                    <a:pt x="721" y="557"/>
                  </a:cubicBezTo>
                  <a:cubicBezTo>
                    <a:pt x="664" y="557"/>
                    <a:pt x="664" y="557"/>
                    <a:pt x="664" y="557"/>
                  </a:cubicBezTo>
                  <a:cubicBezTo>
                    <a:pt x="667" y="544"/>
                    <a:pt x="670" y="530"/>
                    <a:pt x="673" y="515"/>
                  </a:cubicBezTo>
                  <a:close/>
                  <a:moveTo>
                    <a:pt x="676" y="500"/>
                  </a:moveTo>
                  <a:cubicBezTo>
                    <a:pt x="679" y="486"/>
                    <a:pt x="682" y="472"/>
                    <a:pt x="685" y="458"/>
                  </a:cubicBezTo>
                  <a:cubicBezTo>
                    <a:pt x="742" y="458"/>
                    <a:pt x="742" y="458"/>
                    <a:pt x="742" y="458"/>
                  </a:cubicBezTo>
                  <a:cubicBezTo>
                    <a:pt x="739" y="472"/>
                    <a:pt x="736" y="486"/>
                    <a:pt x="733" y="500"/>
                  </a:cubicBezTo>
                  <a:lnTo>
                    <a:pt x="676" y="500"/>
                  </a:lnTo>
                  <a:close/>
                  <a:moveTo>
                    <a:pt x="746" y="515"/>
                  </a:moveTo>
                  <a:cubicBezTo>
                    <a:pt x="803" y="515"/>
                    <a:pt x="803" y="515"/>
                    <a:pt x="803" y="515"/>
                  </a:cubicBezTo>
                  <a:cubicBezTo>
                    <a:pt x="800" y="529"/>
                    <a:pt x="797" y="543"/>
                    <a:pt x="795" y="557"/>
                  </a:cubicBezTo>
                  <a:cubicBezTo>
                    <a:pt x="737" y="557"/>
                    <a:pt x="737" y="557"/>
                    <a:pt x="737" y="557"/>
                  </a:cubicBezTo>
                  <a:cubicBezTo>
                    <a:pt x="740" y="544"/>
                    <a:pt x="743" y="530"/>
                    <a:pt x="746" y="515"/>
                  </a:cubicBezTo>
                  <a:close/>
                  <a:moveTo>
                    <a:pt x="749" y="500"/>
                  </a:moveTo>
                  <a:cubicBezTo>
                    <a:pt x="752" y="486"/>
                    <a:pt x="755" y="472"/>
                    <a:pt x="758" y="458"/>
                  </a:cubicBezTo>
                  <a:cubicBezTo>
                    <a:pt x="815" y="458"/>
                    <a:pt x="815" y="458"/>
                    <a:pt x="815" y="458"/>
                  </a:cubicBezTo>
                  <a:cubicBezTo>
                    <a:pt x="813" y="472"/>
                    <a:pt x="810" y="486"/>
                    <a:pt x="807" y="500"/>
                  </a:cubicBezTo>
                  <a:lnTo>
                    <a:pt x="749" y="500"/>
                  </a:lnTo>
                  <a:close/>
                  <a:moveTo>
                    <a:pt x="819" y="515"/>
                  </a:moveTo>
                  <a:cubicBezTo>
                    <a:pt x="877" y="515"/>
                    <a:pt x="877" y="515"/>
                    <a:pt x="877" y="515"/>
                  </a:cubicBezTo>
                  <a:cubicBezTo>
                    <a:pt x="874" y="529"/>
                    <a:pt x="871" y="543"/>
                    <a:pt x="868" y="557"/>
                  </a:cubicBezTo>
                  <a:cubicBezTo>
                    <a:pt x="811" y="557"/>
                    <a:pt x="811" y="557"/>
                    <a:pt x="811" y="557"/>
                  </a:cubicBezTo>
                  <a:cubicBezTo>
                    <a:pt x="813" y="543"/>
                    <a:pt x="816" y="530"/>
                    <a:pt x="819" y="515"/>
                  </a:cubicBezTo>
                  <a:close/>
                  <a:moveTo>
                    <a:pt x="823" y="500"/>
                  </a:moveTo>
                  <a:cubicBezTo>
                    <a:pt x="825" y="486"/>
                    <a:pt x="828" y="472"/>
                    <a:pt x="831" y="458"/>
                  </a:cubicBezTo>
                  <a:cubicBezTo>
                    <a:pt x="889" y="458"/>
                    <a:pt x="889" y="458"/>
                    <a:pt x="889" y="458"/>
                  </a:cubicBezTo>
                  <a:cubicBezTo>
                    <a:pt x="886" y="472"/>
                    <a:pt x="883" y="486"/>
                    <a:pt x="880" y="500"/>
                  </a:cubicBezTo>
                  <a:lnTo>
                    <a:pt x="823" y="500"/>
                  </a:lnTo>
                  <a:close/>
                  <a:moveTo>
                    <a:pt x="893" y="515"/>
                  </a:moveTo>
                  <a:cubicBezTo>
                    <a:pt x="950" y="515"/>
                    <a:pt x="950" y="515"/>
                    <a:pt x="950" y="515"/>
                  </a:cubicBezTo>
                  <a:cubicBezTo>
                    <a:pt x="947" y="529"/>
                    <a:pt x="944" y="543"/>
                    <a:pt x="941" y="557"/>
                  </a:cubicBezTo>
                  <a:cubicBezTo>
                    <a:pt x="884" y="557"/>
                    <a:pt x="884" y="557"/>
                    <a:pt x="884" y="557"/>
                  </a:cubicBezTo>
                  <a:cubicBezTo>
                    <a:pt x="887" y="544"/>
                    <a:pt x="890" y="530"/>
                    <a:pt x="893" y="515"/>
                  </a:cubicBezTo>
                  <a:close/>
                  <a:moveTo>
                    <a:pt x="896" y="500"/>
                  </a:moveTo>
                  <a:cubicBezTo>
                    <a:pt x="899" y="486"/>
                    <a:pt x="902" y="472"/>
                    <a:pt x="905" y="458"/>
                  </a:cubicBezTo>
                  <a:cubicBezTo>
                    <a:pt x="962" y="458"/>
                    <a:pt x="962" y="458"/>
                    <a:pt x="962" y="458"/>
                  </a:cubicBezTo>
                  <a:cubicBezTo>
                    <a:pt x="959" y="472"/>
                    <a:pt x="956" y="486"/>
                    <a:pt x="953" y="500"/>
                  </a:cubicBezTo>
                  <a:lnTo>
                    <a:pt x="896" y="500"/>
                  </a:lnTo>
                  <a:close/>
                  <a:moveTo>
                    <a:pt x="966" y="515"/>
                  </a:moveTo>
                  <a:cubicBezTo>
                    <a:pt x="1023" y="515"/>
                    <a:pt x="1023" y="515"/>
                    <a:pt x="1023" y="515"/>
                  </a:cubicBezTo>
                  <a:cubicBezTo>
                    <a:pt x="1020" y="529"/>
                    <a:pt x="1017" y="543"/>
                    <a:pt x="1015" y="557"/>
                  </a:cubicBezTo>
                  <a:cubicBezTo>
                    <a:pt x="957" y="557"/>
                    <a:pt x="957" y="557"/>
                    <a:pt x="957" y="557"/>
                  </a:cubicBezTo>
                  <a:cubicBezTo>
                    <a:pt x="960" y="543"/>
                    <a:pt x="963" y="530"/>
                    <a:pt x="966" y="515"/>
                  </a:cubicBezTo>
                  <a:close/>
                  <a:moveTo>
                    <a:pt x="969" y="500"/>
                  </a:moveTo>
                  <a:cubicBezTo>
                    <a:pt x="972" y="486"/>
                    <a:pt x="975" y="472"/>
                    <a:pt x="978" y="458"/>
                  </a:cubicBezTo>
                  <a:cubicBezTo>
                    <a:pt x="1035" y="458"/>
                    <a:pt x="1035" y="458"/>
                    <a:pt x="1035" y="458"/>
                  </a:cubicBezTo>
                  <a:cubicBezTo>
                    <a:pt x="1032" y="472"/>
                    <a:pt x="1029" y="486"/>
                    <a:pt x="1026" y="500"/>
                  </a:cubicBezTo>
                  <a:lnTo>
                    <a:pt x="969" y="500"/>
                  </a:lnTo>
                  <a:close/>
                  <a:moveTo>
                    <a:pt x="1039" y="515"/>
                  </a:moveTo>
                  <a:cubicBezTo>
                    <a:pt x="1096" y="515"/>
                    <a:pt x="1096" y="515"/>
                    <a:pt x="1096" y="515"/>
                  </a:cubicBezTo>
                  <a:cubicBezTo>
                    <a:pt x="1094" y="529"/>
                    <a:pt x="1091" y="543"/>
                    <a:pt x="1088" y="557"/>
                  </a:cubicBezTo>
                  <a:cubicBezTo>
                    <a:pt x="1031" y="557"/>
                    <a:pt x="1031" y="557"/>
                    <a:pt x="1031" y="557"/>
                  </a:cubicBezTo>
                  <a:cubicBezTo>
                    <a:pt x="1033" y="543"/>
                    <a:pt x="1036" y="530"/>
                    <a:pt x="1039" y="515"/>
                  </a:cubicBezTo>
                  <a:close/>
                  <a:moveTo>
                    <a:pt x="1042" y="500"/>
                  </a:moveTo>
                  <a:cubicBezTo>
                    <a:pt x="1045" y="486"/>
                    <a:pt x="1048" y="472"/>
                    <a:pt x="1051" y="458"/>
                  </a:cubicBezTo>
                  <a:cubicBezTo>
                    <a:pt x="1108" y="458"/>
                    <a:pt x="1108" y="458"/>
                    <a:pt x="1108" y="458"/>
                  </a:cubicBezTo>
                  <a:cubicBezTo>
                    <a:pt x="1105" y="472"/>
                    <a:pt x="1102" y="486"/>
                    <a:pt x="1100" y="500"/>
                  </a:cubicBezTo>
                  <a:lnTo>
                    <a:pt x="1042" y="500"/>
                  </a:lnTo>
                  <a:close/>
                  <a:moveTo>
                    <a:pt x="1112" y="515"/>
                  </a:moveTo>
                  <a:cubicBezTo>
                    <a:pt x="1170" y="515"/>
                    <a:pt x="1170" y="515"/>
                    <a:pt x="1170" y="515"/>
                  </a:cubicBezTo>
                  <a:cubicBezTo>
                    <a:pt x="1167" y="530"/>
                    <a:pt x="1164" y="543"/>
                    <a:pt x="1161" y="557"/>
                  </a:cubicBezTo>
                  <a:cubicBezTo>
                    <a:pt x="1104" y="557"/>
                    <a:pt x="1104" y="557"/>
                    <a:pt x="1104" y="557"/>
                  </a:cubicBezTo>
                  <a:cubicBezTo>
                    <a:pt x="1107" y="543"/>
                    <a:pt x="1109" y="529"/>
                    <a:pt x="1112" y="515"/>
                  </a:cubicBezTo>
                  <a:close/>
                  <a:moveTo>
                    <a:pt x="1115" y="500"/>
                  </a:moveTo>
                  <a:cubicBezTo>
                    <a:pt x="1118" y="486"/>
                    <a:pt x="1121" y="472"/>
                    <a:pt x="1124" y="458"/>
                  </a:cubicBezTo>
                  <a:cubicBezTo>
                    <a:pt x="1181" y="458"/>
                    <a:pt x="1181" y="458"/>
                    <a:pt x="1181" y="458"/>
                  </a:cubicBezTo>
                  <a:cubicBezTo>
                    <a:pt x="1178" y="472"/>
                    <a:pt x="1175" y="486"/>
                    <a:pt x="1173" y="500"/>
                  </a:cubicBezTo>
                  <a:lnTo>
                    <a:pt x="1115" y="500"/>
                  </a:lnTo>
                  <a:close/>
                  <a:moveTo>
                    <a:pt x="1246" y="500"/>
                  </a:moveTo>
                  <a:cubicBezTo>
                    <a:pt x="1189" y="500"/>
                    <a:pt x="1189" y="500"/>
                    <a:pt x="1189" y="500"/>
                  </a:cubicBezTo>
                  <a:cubicBezTo>
                    <a:pt x="1191" y="486"/>
                    <a:pt x="1194" y="472"/>
                    <a:pt x="1197" y="458"/>
                  </a:cubicBezTo>
                  <a:cubicBezTo>
                    <a:pt x="1254" y="458"/>
                    <a:pt x="1254" y="458"/>
                    <a:pt x="1254" y="458"/>
                  </a:cubicBezTo>
                  <a:cubicBezTo>
                    <a:pt x="1251" y="472"/>
                    <a:pt x="1249" y="486"/>
                    <a:pt x="1246" y="500"/>
                  </a:cubicBezTo>
                  <a:close/>
                  <a:moveTo>
                    <a:pt x="1257" y="442"/>
                  </a:moveTo>
                  <a:cubicBezTo>
                    <a:pt x="1200" y="442"/>
                    <a:pt x="1200" y="442"/>
                    <a:pt x="1200" y="442"/>
                  </a:cubicBezTo>
                  <a:cubicBezTo>
                    <a:pt x="1203" y="429"/>
                    <a:pt x="1206" y="415"/>
                    <a:pt x="1208" y="401"/>
                  </a:cubicBezTo>
                  <a:cubicBezTo>
                    <a:pt x="1266" y="401"/>
                    <a:pt x="1266" y="401"/>
                    <a:pt x="1266" y="401"/>
                  </a:cubicBezTo>
                  <a:cubicBezTo>
                    <a:pt x="1263" y="415"/>
                    <a:pt x="1260" y="429"/>
                    <a:pt x="1257" y="442"/>
                  </a:cubicBezTo>
                  <a:close/>
                  <a:moveTo>
                    <a:pt x="1269" y="385"/>
                  </a:moveTo>
                  <a:cubicBezTo>
                    <a:pt x="1212" y="385"/>
                    <a:pt x="1212" y="385"/>
                    <a:pt x="1212" y="385"/>
                  </a:cubicBezTo>
                  <a:cubicBezTo>
                    <a:pt x="1214" y="372"/>
                    <a:pt x="1217" y="358"/>
                    <a:pt x="1220" y="343"/>
                  </a:cubicBezTo>
                  <a:cubicBezTo>
                    <a:pt x="1277" y="343"/>
                    <a:pt x="1277" y="343"/>
                    <a:pt x="1277" y="343"/>
                  </a:cubicBezTo>
                  <a:cubicBezTo>
                    <a:pt x="1274" y="357"/>
                    <a:pt x="1271" y="371"/>
                    <a:pt x="1269" y="385"/>
                  </a:cubicBezTo>
                  <a:close/>
                  <a:moveTo>
                    <a:pt x="1280" y="328"/>
                  </a:moveTo>
                  <a:cubicBezTo>
                    <a:pt x="1223" y="328"/>
                    <a:pt x="1223" y="328"/>
                    <a:pt x="1223" y="328"/>
                  </a:cubicBezTo>
                  <a:cubicBezTo>
                    <a:pt x="1226" y="314"/>
                    <a:pt x="1228" y="300"/>
                    <a:pt x="1231" y="286"/>
                  </a:cubicBezTo>
                  <a:cubicBezTo>
                    <a:pt x="1288" y="286"/>
                    <a:pt x="1288" y="286"/>
                    <a:pt x="1288" y="286"/>
                  </a:cubicBezTo>
                  <a:cubicBezTo>
                    <a:pt x="1285" y="300"/>
                    <a:pt x="1283" y="314"/>
                    <a:pt x="1280" y="328"/>
                  </a:cubicBezTo>
                  <a:close/>
                  <a:moveTo>
                    <a:pt x="1291" y="271"/>
                  </a:moveTo>
                  <a:cubicBezTo>
                    <a:pt x="1234" y="271"/>
                    <a:pt x="1234" y="271"/>
                    <a:pt x="1234" y="271"/>
                  </a:cubicBezTo>
                  <a:cubicBezTo>
                    <a:pt x="1237" y="257"/>
                    <a:pt x="1240" y="243"/>
                    <a:pt x="1243" y="229"/>
                  </a:cubicBezTo>
                  <a:cubicBezTo>
                    <a:pt x="1299" y="229"/>
                    <a:pt x="1299" y="229"/>
                    <a:pt x="1299" y="229"/>
                  </a:cubicBezTo>
                  <a:cubicBezTo>
                    <a:pt x="1297" y="243"/>
                    <a:pt x="1294" y="257"/>
                    <a:pt x="1291" y="271"/>
                  </a:cubicBezTo>
                  <a:close/>
                  <a:moveTo>
                    <a:pt x="1302" y="213"/>
                  </a:moveTo>
                  <a:cubicBezTo>
                    <a:pt x="1246" y="213"/>
                    <a:pt x="1246" y="213"/>
                    <a:pt x="1246" y="213"/>
                  </a:cubicBezTo>
                  <a:cubicBezTo>
                    <a:pt x="1248" y="200"/>
                    <a:pt x="1251" y="186"/>
                    <a:pt x="1254" y="172"/>
                  </a:cubicBezTo>
                  <a:cubicBezTo>
                    <a:pt x="1311" y="172"/>
                    <a:pt x="1311" y="172"/>
                    <a:pt x="1311" y="172"/>
                  </a:cubicBezTo>
                  <a:cubicBezTo>
                    <a:pt x="1308" y="185"/>
                    <a:pt x="1305" y="199"/>
                    <a:pt x="1302" y="213"/>
                  </a:cubicBezTo>
                  <a:close/>
                  <a:moveTo>
                    <a:pt x="1277" y="57"/>
                  </a:moveTo>
                  <a:cubicBezTo>
                    <a:pt x="1333" y="57"/>
                    <a:pt x="1333" y="57"/>
                    <a:pt x="1333" y="57"/>
                  </a:cubicBezTo>
                  <a:cubicBezTo>
                    <a:pt x="1330" y="71"/>
                    <a:pt x="1328" y="85"/>
                    <a:pt x="1325" y="99"/>
                  </a:cubicBezTo>
                  <a:cubicBezTo>
                    <a:pt x="1268" y="99"/>
                    <a:pt x="1268" y="99"/>
                    <a:pt x="1268" y="99"/>
                  </a:cubicBezTo>
                  <a:cubicBezTo>
                    <a:pt x="1271" y="85"/>
                    <a:pt x="1274" y="71"/>
                    <a:pt x="1277" y="57"/>
                  </a:cubicBezTo>
                  <a:close/>
                  <a:moveTo>
                    <a:pt x="1265" y="114"/>
                  </a:moveTo>
                  <a:cubicBezTo>
                    <a:pt x="1322" y="114"/>
                    <a:pt x="1322" y="114"/>
                    <a:pt x="1322" y="114"/>
                  </a:cubicBezTo>
                  <a:cubicBezTo>
                    <a:pt x="1319" y="128"/>
                    <a:pt x="1316" y="142"/>
                    <a:pt x="1314" y="156"/>
                  </a:cubicBezTo>
                  <a:cubicBezTo>
                    <a:pt x="1257" y="156"/>
                    <a:pt x="1257" y="156"/>
                    <a:pt x="1257" y="156"/>
                  </a:cubicBezTo>
                  <a:cubicBezTo>
                    <a:pt x="1260" y="142"/>
                    <a:pt x="1263" y="128"/>
                    <a:pt x="1265" y="114"/>
                  </a:cubicBezTo>
                  <a:close/>
                  <a:moveTo>
                    <a:pt x="1205" y="57"/>
                  </a:moveTo>
                  <a:cubicBezTo>
                    <a:pt x="1261" y="57"/>
                    <a:pt x="1261" y="57"/>
                    <a:pt x="1261" y="57"/>
                  </a:cubicBezTo>
                  <a:cubicBezTo>
                    <a:pt x="1258" y="71"/>
                    <a:pt x="1255" y="85"/>
                    <a:pt x="1253" y="99"/>
                  </a:cubicBezTo>
                  <a:cubicBezTo>
                    <a:pt x="1196" y="99"/>
                    <a:pt x="1196" y="99"/>
                    <a:pt x="1196" y="99"/>
                  </a:cubicBezTo>
                  <a:cubicBezTo>
                    <a:pt x="1199" y="85"/>
                    <a:pt x="1202" y="71"/>
                    <a:pt x="1205" y="57"/>
                  </a:cubicBezTo>
                  <a:close/>
                  <a:moveTo>
                    <a:pt x="1193" y="114"/>
                  </a:moveTo>
                  <a:cubicBezTo>
                    <a:pt x="1249" y="114"/>
                    <a:pt x="1249" y="114"/>
                    <a:pt x="1249" y="114"/>
                  </a:cubicBezTo>
                  <a:cubicBezTo>
                    <a:pt x="1247" y="128"/>
                    <a:pt x="1244" y="142"/>
                    <a:pt x="1241" y="156"/>
                  </a:cubicBezTo>
                  <a:cubicBezTo>
                    <a:pt x="1185" y="156"/>
                    <a:pt x="1185" y="156"/>
                    <a:pt x="1185" y="156"/>
                  </a:cubicBezTo>
                  <a:cubicBezTo>
                    <a:pt x="1187" y="142"/>
                    <a:pt x="1190" y="128"/>
                    <a:pt x="1193" y="114"/>
                  </a:cubicBezTo>
                  <a:close/>
                  <a:moveTo>
                    <a:pt x="1132" y="57"/>
                  </a:moveTo>
                  <a:cubicBezTo>
                    <a:pt x="1189" y="57"/>
                    <a:pt x="1189" y="57"/>
                    <a:pt x="1189" y="57"/>
                  </a:cubicBezTo>
                  <a:cubicBezTo>
                    <a:pt x="1186" y="70"/>
                    <a:pt x="1183" y="84"/>
                    <a:pt x="1180" y="99"/>
                  </a:cubicBezTo>
                  <a:cubicBezTo>
                    <a:pt x="1124" y="99"/>
                    <a:pt x="1124" y="99"/>
                    <a:pt x="1124" y="99"/>
                  </a:cubicBezTo>
                  <a:cubicBezTo>
                    <a:pt x="1127" y="85"/>
                    <a:pt x="1130" y="71"/>
                    <a:pt x="1132" y="57"/>
                  </a:cubicBezTo>
                  <a:close/>
                  <a:moveTo>
                    <a:pt x="1121" y="114"/>
                  </a:moveTo>
                  <a:cubicBezTo>
                    <a:pt x="1177" y="114"/>
                    <a:pt x="1177" y="114"/>
                    <a:pt x="1177" y="114"/>
                  </a:cubicBezTo>
                  <a:cubicBezTo>
                    <a:pt x="1174" y="128"/>
                    <a:pt x="1172" y="142"/>
                    <a:pt x="1169" y="156"/>
                  </a:cubicBezTo>
                  <a:cubicBezTo>
                    <a:pt x="1112" y="156"/>
                    <a:pt x="1112" y="156"/>
                    <a:pt x="1112" y="156"/>
                  </a:cubicBezTo>
                  <a:cubicBezTo>
                    <a:pt x="1115" y="142"/>
                    <a:pt x="1118" y="128"/>
                    <a:pt x="1121" y="114"/>
                  </a:cubicBezTo>
                  <a:close/>
                  <a:moveTo>
                    <a:pt x="1057" y="70"/>
                  </a:moveTo>
                  <a:cubicBezTo>
                    <a:pt x="1058" y="66"/>
                    <a:pt x="1059" y="61"/>
                    <a:pt x="1060" y="57"/>
                  </a:cubicBezTo>
                  <a:cubicBezTo>
                    <a:pt x="1116" y="57"/>
                    <a:pt x="1116" y="57"/>
                    <a:pt x="1116" y="57"/>
                  </a:cubicBezTo>
                  <a:cubicBezTo>
                    <a:pt x="1114" y="70"/>
                    <a:pt x="1111" y="84"/>
                    <a:pt x="1108" y="99"/>
                  </a:cubicBezTo>
                  <a:cubicBezTo>
                    <a:pt x="1052" y="99"/>
                    <a:pt x="1052" y="99"/>
                    <a:pt x="1052" y="99"/>
                  </a:cubicBezTo>
                  <a:cubicBezTo>
                    <a:pt x="1054" y="89"/>
                    <a:pt x="1055" y="80"/>
                    <a:pt x="1057" y="70"/>
                  </a:cubicBezTo>
                  <a:close/>
                  <a:moveTo>
                    <a:pt x="1048" y="114"/>
                  </a:moveTo>
                  <a:cubicBezTo>
                    <a:pt x="1105" y="114"/>
                    <a:pt x="1105" y="114"/>
                    <a:pt x="1105" y="114"/>
                  </a:cubicBezTo>
                  <a:cubicBezTo>
                    <a:pt x="1102" y="128"/>
                    <a:pt x="1099" y="142"/>
                    <a:pt x="1096" y="156"/>
                  </a:cubicBezTo>
                  <a:cubicBezTo>
                    <a:pt x="1040" y="156"/>
                    <a:pt x="1040" y="156"/>
                    <a:pt x="1040" y="156"/>
                  </a:cubicBezTo>
                  <a:cubicBezTo>
                    <a:pt x="1043" y="142"/>
                    <a:pt x="1045" y="128"/>
                    <a:pt x="1048" y="114"/>
                  </a:cubicBezTo>
                  <a:close/>
                  <a:moveTo>
                    <a:pt x="988" y="57"/>
                  </a:moveTo>
                  <a:cubicBezTo>
                    <a:pt x="1044" y="57"/>
                    <a:pt x="1044" y="57"/>
                    <a:pt x="1044" y="57"/>
                  </a:cubicBezTo>
                  <a:cubicBezTo>
                    <a:pt x="1044" y="60"/>
                    <a:pt x="1043" y="63"/>
                    <a:pt x="1042" y="67"/>
                  </a:cubicBezTo>
                  <a:cubicBezTo>
                    <a:pt x="1040" y="77"/>
                    <a:pt x="1038" y="88"/>
                    <a:pt x="1036" y="99"/>
                  </a:cubicBezTo>
                  <a:cubicBezTo>
                    <a:pt x="979" y="99"/>
                    <a:pt x="979" y="99"/>
                    <a:pt x="979" y="99"/>
                  </a:cubicBezTo>
                  <a:cubicBezTo>
                    <a:pt x="982" y="84"/>
                    <a:pt x="985" y="71"/>
                    <a:pt x="988" y="57"/>
                  </a:cubicBezTo>
                  <a:close/>
                  <a:moveTo>
                    <a:pt x="976" y="114"/>
                  </a:moveTo>
                  <a:cubicBezTo>
                    <a:pt x="1032" y="114"/>
                    <a:pt x="1032" y="114"/>
                    <a:pt x="1032" y="114"/>
                  </a:cubicBezTo>
                  <a:cubicBezTo>
                    <a:pt x="1030" y="128"/>
                    <a:pt x="1027" y="142"/>
                    <a:pt x="1024" y="156"/>
                  </a:cubicBezTo>
                  <a:cubicBezTo>
                    <a:pt x="967" y="156"/>
                    <a:pt x="967" y="156"/>
                    <a:pt x="967" y="156"/>
                  </a:cubicBezTo>
                  <a:cubicBezTo>
                    <a:pt x="970" y="142"/>
                    <a:pt x="973" y="128"/>
                    <a:pt x="976" y="114"/>
                  </a:cubicBezTo>
                  <a:close/>
                  <a:moveTo>
                    <a:pt x="916" y="57"/>
                  </a:moveTo>
                  <a:cubicBezTo>
                    <a:pt x="972" y="57"/>
                    <a:pt x="972" y="57"/>
                    <a:pt x="972" y="57"/>
                  </a:cubicBezTo>
                  <a:cubicBezTo>
                    <a:pt x="969" y="70"/>
                    <a:pt x="966" y="84"/>
                    <a:pt x="963" y="99"/>
                  </a:cubicBezTo>
                  <a:cubicBezTo>
                    <a:pt x="907" y="99"/>
                    <a:pt x="907" y="99"/>
                    <a:pt x="907" y="99"/>
                  </a:cubicBezTo>
                  <a:cubicBezTo>
                    <a:pt x="910" y="84"/>
                    <a:pt x="913" y="71"/>
                    <a:pt x="916" y="57"/>
                  </a:cubicBezTo>
                  <a:close/>
                  <a:moveTo>
                    <a:pt x="904" y="114"/>
                  </a:moveTo>
                  <a:cubicBezTo>
                    <a:pt x="960" y="114"/>
                    <a:pt x="960" y="114"/>
                    <a:pt x="960" y="114"/>
                  </a:cubicBezTo>
                  <a:cubicBezTo>
                    <a:pt x="957" y="128"/>
                    <a:pt x="954" y="142"/>
                    <a:pt x="951" y="156"/>
                  </a:cubicBezTo>
                  <a:cubicBezTo>
                    <a:pt x="895" y="156"/>
                    <a:pt x="895" y="156"/>
                    <a:pt x="895" y="156"/>
                  </a:cubicBezTo>
                  <a:cubicBezTo>
                    <a:pt x="895" y="153"/>
                    <a:pt x="896" y="151"/>
                    <a:pt x="897" y="148"/>
                  </a:cubicBezTo>
                  <a:cubicBezTo>
                    <a:pt x="899" y="137"/>
                    <a:pt x="901" y="125"/>
                    <a:pt x="904" y="114"/>
                  </a:cubicBezTo>
                  <a:close/>
                  <a:moveTo>
                    <a:pt x="843" y="57"/>
                  </a:moveTo>
                  <a:cubicBezTo>
                    <a:pt x="900" y="57"/>
                    <a:pt x="900" y="57"/>
                    <a:pt x="900" y="57"/>
                  </a:cubicBezTo>
                  <a:cubicBezTo>
                    <a:pt x="897" y="70"/>
                    <a:pt x="894" y="84"/>
                    <a:pt x="891" y="99"/>
                  </a:cubicBezTo>
                  <a:cubicBezTo>
                    <a:pt x="835" y="99"/>
                    <a:pt x="835" y="99"/>
                    <a:pt x="835" y="99"/>
                  </a:cubicBezTo>
                  <a:cubicBezTo>
                    <a:pt x="838" y="84"/>
                    <a:pt x="841" y="71"/>
                    <a:pt x="843" y="57"/>
                  </a:cubicBezTo>
                  <a:close/>
                  <a:moveTo>
                    <a:pt x="831" y="114"/>
                  </a:moveTo>
                  <a:cubicBezTo>
                    <a:pt x="888" y="114"/>
                    <a:pt x="888" y="114"/>
                    <a:pt x="888" y="114"/>
                  </a:cubicBezTo>
                  <a:cubicBezTo>
                    <a:pt x="886" y="124"/>
                    <a:pt x="884" y="134"/>
                    <a:pt x="881" y="145"/>
                  </a:cubicBezTo>
                  <a:cubicBezTo>
                    <a:pt x="881" y="148"/>
                    <a:pt x="880" y="152"/>
                    <a:pt x="879" y="156"/>
                  </a:cubicBezTo>
                  <a:cubicBezTo>
                    <a:pt x="822" y="156"/>
                    <a:pt x="822" y="156"/>
                    <a:pt x="822" y="156"/>
                  </a:cubicBezTo>
                  <a:cubicBezTo>
                    <a:pt x="825" y="142"/>
                    <a:pt x="828" y="128"/>
                    <a:pt x="831" y="114"/>
                  </a:cubicBezTo>
                  <a:close/>
                  <a:moveTo>
                    <a:pt x="771" y="57"/>
                  </a:moveTo>
                  <a:cubicBezTo>
                    <a:pt x="828" y="57"/>
                    <a:pt x="828" y="57"/>
                    <a:pt x="828" y="57"/>
                  </a:cubicBezTo>
                  <a:cubicBezTo>
                    <a:pt x="825" y="70"/>
                    <a:pt x="822" y="84"/>
                    <a:pt x="819" y="99"/>
                  </a:cubicBezTo>
                  <a:cubicBezTo>
                    <a:pt x="762" y="99"/>
                    <a:pt x="762" y="99"/>
                    <a:pt x="762" y="99"/>
                  </a:cubicBezTo>
                  <a:cubicBezTo>
                    <a:pt x="765" y="84"/>
                    <a:pt x="768" y="71"/>
                    <a:pt x="771" y="57"/>
                  </a:cubicBezTo>
                  <a:close/>
                  <a:moveTo>
                    <a:pt x="759" y="114"/>
                  </a:moveTo>
                  <a:cubicBezTo>
                    <a:pt x="815" y="114"/>
                    <a:pt x="815" y="114"/>
                    <a:pt x="815" y="114"/>
                  </a:cubicBezTo>
                  <a:cubicBezTo>
                    <a:pt x="813" y="128"/>
                    <a:pt x="810" y="142"/>
                    <a:pt x="807" y="156"/>
                  </a:cubicBezTo>
                  <a:cubicBezTo>
                    <a:pt x="750" y="156"/>
                    <a:pt x="750" y="156"/>
                    <a:pt x="750" y="156"/>
                  </a:cubicBezTo>
                  <a:cubicBezTo>
                    <a:pt x="753" y="142"/>
                    <a:pt x="756" y="128"/>
                    <a:pt x="759" y="114"/>
                  </a:cubicBezTo>
                  <a:close/>
                  <a:moveTo>
                    <a:pt x="699" y="57"/>
                  </a:moveTo>
                  <a:cubicBezTo>
                    <a:pt x="755" y="57"/>
                    <a:pt x="755" y="57"/>
                    <a:pt x="755" y="57"/>
                  </a:cubicBezTo>
                  <a:cubicBezTo>
                    <a:pt x="752" y="70"/>
                    <a:pt x="749" y="84"/>
                    <a:pt x="746" y="99"/>
                  </a:cubicBezTo>
                  <a:cubicBezTo>
                    <a:pt x="690" y="99"/>
                    <a:pt x="690" y="99"/>
                    <a:pt x="690" y="99"/>
                  </a:cubicBezTo>
                  <a:cubicBezTo>
                    <a:pt x="693" y="84"/>
                    <a:pt x="696" y="71"/>
                    <a:pt x="699" y="57"/>
                  </a:cubicBezTo>
                  <a:close/>
                  <a:moveTo>
                    <a:pt x="687" y="114"/>
                  </a:moveTo>
                  <a:cubicBezTo>
                    <a:pt x="743" y="114"/>
                    <a:pt x="743" y="114"/>
                    <a:pt x="743" y="114"/>
                  </a:cubicBezTo>
                  <a:cubicBezTo>
                    <a:pt x="740" y="128"/>
                    <a:pt x="737" y="142"/>
                    <a:pt x="734" y="156"/>
                  </a:cubicBezTo>
                  <a:cubicBezTo>
                    <a:pt x="678" y="156"/>
                    <a:pt x="678" y="156"/>
                    <a:pt x="678" y="156"/>
                  </a:cubicBezTo>
                  <a:cubicBezTo>
                    <a:pt x="681" y="142"/>
                    <a:pt x="684" y="128"/>
                    <a:pt x="687" y="114"/>
                  </a:cubicBezTo>
                  <a:close/>
                  <a:moveTo>
                    <a:pt x="627" y="57"/>
                  </a:moveTo>
                  <a:cubicBezTo>
                    <a:pt x="683" y="57"/>
                    <a:pt x="683" y="57"/>
                    <a:pt x="683" y="57"/>
                  </a:cubicBezTo>
                  <a:cubicBezTo>
                    <a:pt x="680" y="70"/>
                    <a:pt x="677" y="84"/>
                    <a:pt x="674" y="99"/>
                  </a:cubicBezTo>
                  <a:cubicBezTo>
                    <a:pt x="618" y="99"/>
                    <a:pt x="618" y="99"/>
                    <a:pt x="618" y="99"/>
                  </a:cubicBezTo>
                  <a:cubicBezTo>
                    <a:pt x="621" y="84"/>
                    <a:pt x="624" y="71"/>
                    <a:pt x="627" y="57"/>
                  </a:cubicBezTo>
                  <a:close/>
                  <a:moveTo>
                    <a:pt x="671" y="114"/>
                  </a:moveTo>
                  <a:cubicBezTo>
                    <a:pt x="668" y="128"/>
                    <a:pt x="665" y="142"/>
                    <a:pt x="662" y="156"/>
                  </a:cubicBezTo>
                  <a:cubicBezTo>
                    <a:pt x="605" y="156"/>
                    <a:pt x="605" y="156"/>
                    <a:pt x="605" y="156"/>
                  </a:cubicBezTo>
                  <a:cubicBezTo>
                    <a:pt x="608" y="142"/>
                    <a:pt x="611" y="128"/>
                    <a:pt x="614" y="114"/>
                  </a:cubicBezTo>
                  <a:lnTo>
                    <a:pt x="671" y="114"/>
                  </a:lnTo>
                  <a:close/>
                  <a:moveTo>
                    <a:pt x="554" y="57"/>
                  </a:moveTo>
                  <a:cubicBezTo>
                    <a:pt x="611" y="57"/>
                    <a:pt x="611" y="57"/>
                    <a:pt x="611" y="57"/>
                  </a:cubicBezTo>
                  <a:cubicBezTo>
                    <a:pt x="608" y="70"/>
                    <a:pt x="605" y="84"/>
                    <a:pt x="602" y="99"/>
                  </a:cubicBezTo>
                  <a:cubicBezTo>
                    <a:pt x="545" y="99"/>
                    <a:pt x="545" y="99"/>
                    <a:pt x="545" y="99"/>
                  </a:cubicBezTo>
                  <a:cubicBezTo>
                    <a:pt x="548" y="84"/>
                    <a:pt x="552" y="71"/>
                    <a:pt x="554" y="57"/>
                  </a:cubicBezTo>
                  <a:close/>
                  <a:moveTo>
                    <a:pt x="598" y="114"/>
                  </a:moveTo>
                  <a:cubicBezTo>
                    <a:pt x="595" y="128"/>
                    <a:pt x="592" y="142"/>
                    <a:pt x="589" y="156"/>
                  </a:cubicBezTo>
                  <a:cubicBezTo>
                    <a:pt x="533" y="156"/>
                    <a:pt x="533" y="156"/>
                    <a:pt x="533" y="156"/>
                  </a:cubicBezTo>
                  <a:cubicBezTo>
                    <a:pt x="536" y="142"/>
                    <a:pt x="539" y="128"/>
                    <a:pt x="542" y="114"/>
                  </a:cubicBezTo>
                  <a:lnTo>
                    <a:pt x="598" y="114"/>
                  </a:lnTo>
                  <a:close/>
                  <a:moveTo>
                    <a:pt x="482" y="57"/>
                  </a:moveTo>
                  <a:cubicBezTo>
                    <a:pt x="539" y="57"/>
                    <a:pt x="539" y="57"/>
                    <a:pt x="539" y="57"/>
                  </a:cubicBezTo>
                  <a:cubicBezTo>
                    <a:pt x="536" y="70"/>
                    <a:pt x="532" y="84"/>
                    <a:pt x="529" y="99"/>
                  </a:cubicBezTo>
                  <a:cubicBezTo>
                    <a:pt x="473" y="99"/>
                    <a:pt x="473" y="99"/>
                    <a:pt x="473" y="99"/>
                  </a:cubicBezTo>
                  <a:cubicBezTo>
                    <a:pt x="476" y="84"/>
                    <a:pt x="479" y="71"/>
                    <a:pt x="482" y="57"/>
                  </a:cubicBezTo>
                  <a:close/>
                  <a:moveTo>
                    <a:pt x="526" y="114"/>
                  </a:moveTo>
                  <a:cubicBezTo>
                    <a:pt x="523" y="128"/>
                    <a:pt x="520" y="142"/>
                    <a:pt x="517" y="156"/>
                  </a:cubicBezTo>
                  <a:cubicBezTo>
                    <a:pt x="460" y="156"/>
                    <a:pt x="460" y="156"/>
                    <a:pt x="460" y="156"/>
                  </a:cubicBezTo>
                  <a:cubicBezTo>
                    <a:pt x="463" y="142"/>
                    <a:pt x="466" y="128"/>
                    <a:pt x="469" y="114"/>
                  </a:cubicBezTo>
                  <a:lnTo>
                    <a:pt x="526" y="114"/>
                  </a:lnTo>
                  <a:close/>
                  <a:moveTo>
                    <a:pt x="410" y="57"/>
                  </a:moveTo>
                  <a:cubicBezTo>
                    <a:pt x="466" y="57"/>
                    <a:pt x="466" y="57"/>
                    <a:pt x="466" y="57"/>
                  </a:cubicBezTo>
                  <a:cubicBezTo>
                    <a:pt x="463" y="70"/>
                    <a:pt x="460" y="84"/>
                    <a:pt x="457" y="99"/>
                  </a:cubicBezTo>
                  <a:cubicBezTo>
                    <a:pt x="401" y="99"/>
                    <a:pt x="401" y="99"/>
                    <a:pt x="401" y="99"/>
                  </a:cubicBezTo>
                  <a:cubicBezTo>
                    <a:pt x="404" y="84"/>
                    <a:pt x="407" y="71"/>
                    <a:pt x="410" y="57"/>
                  </a:cubicBezTo>
                  <a:close/>
                  <a:moveTo>
                    <a:pt x="453" y="114"/>
                  </a:moveTo>
                  <a:cubicBezTo>
                    <a:pt x="450" y="128"/>
                    <a:pt x="447" y="142"/>
                    <a:pt x="444" y="156"/>
                  </a:cubicBezTo>
                  <a:cubicBezTo>
                    <a:pt x="388" y="156"/>
                    <a:pt x="388" y="156"/>
                    <a:pt x="388" y="156"/>
                  </a:cubicBezTo>
                  <a:cubicBezTo>
                    <a:pt x="391" y="142"/>
                    <a:pt x="394" y="128"/>
                    <a:pt x="397" y="114"/>
                  </a:cubicBezTo>
                  <a:lnTo>
                    <a:pt x="453" y="114"/>
                  </a:lnTo>
                  <a:close/>
                  <a:moveTo>
                    <a:pt x="338" y="57"/>
                  </a:moveTo>
                  <a:cubicBezTo>
                    <a:pt x="394" y="57"/>
                    <a:pt x="394" y="57"/>
                    <a:pt x="394" y="57"/>
                  </a:cubicBezTo>
                  <a:cubicBezTo>
                    <a:pt x="391" y="70"/>
                    <a:pt x="388" y="84"/>
                    <a:pt x="385" y="99"/>
                  </a:cubicBezTo>
                  <a:cubicBezTo>
                    <a:pt x="328" y="99"/>
                    <a:pt x="328" y="99"/>
                    <a:pt x="328" y="99"/>
                  </a:cubicBezTo>
                  <a:cubicBezTo>
                    <a:pt x="331" y="84"/>
                    <a:pt x="335" y="71"/>
                    <a:pt x="338" y="57"/>
                  </a:cubicBezTo>
                  <a:close/>
                  <a:moveTo>
                    <a:pt x="381" y="114"/>
                  </a:moveTo>
                  <a:cubicBezTo>
                    <a:pt x="378" y="128"/>
                    <a:pt x="375" y="142"/>
                    <a:pt x="372" y="156"/>
                  </a:cubicBezTo>
                  <a:cubicBezTo>
                    <a:pt x="315" y="156"/>
                    <a:pt x="315" y="156"/>
                    <a:pt x="315" y="156"/>
                  </a:cubicBezTo>
                  <a:cubicBezTo>
                    <a:pt x="318" y="142"/>
                    <a:pt x="321" y="128"/>
                    <a:pt x="325" y="114"/>
                  </a:cubicBezTo>
                  <a:lnTo>
                    <a:pt x="381" y="114"/>
                  </a:lnTo>
                  <a:close/>
                  <a:moveTo>
                    <a:pt x="265" y="57"/>
                  </a:moveTo>
                  <a:cubicBezTo>
                    <a:pt x="322" y="57"/>
                    <a:pt x="322" y="57"/>
                    <a:pt x="322" y="57"/>
                  </a:cubicBezTo>
                  <a:cubicBezTo>
                    <a:pt x="319" y="70"/>
                    <a:pt x="315" y="84"/>
                    <a:pt x="312" y="99"/>
                  </a:cubicBezTo>
                  <a:cubicBezTo>
                    <a:pt x="256" y="99"/>
                    <a:pt x="256" y="99"/>
                    <a:pt x="256" y="99"/>
                  </a:cubicBezTo>
                  <a:cubicBezTo>
                    <a:pt x="259" y="84"/>
                    <a:pt x="262" y="71"/>
                    <a:pt x="265" y="57"/>
                  </a:cubicBezTo>
                  <a:close/>
                  <a:moveTo>
                    <a:pt x="309" y="114"/>
                  </a:moveTo>
                  <a:cubicBezTo>
                    <a:pt x="305" y="128"/>
                    <a:pt x="302" y="142"/>
                    <a:pt x="299" y="156"/>
                  </a:cubicBezTo>
                  <a:cubicBezTo>
                    <a:pt x="243" y="156"/>
                    <a:pt x="243" y="156"/>
                    <a:pt x="243" y="156"/>
                  </a:cubicBezTo>
                  <a:cubicBezTo>
                    <a:pt x="246" y="142"/>
                    <a:pt x="249" y="128"/>
                    <a:pt x="252" y="114"/>
                  </a:cubicBezTo>
                  <a:lnTo>
                    <a:pt x="309" y="114"/>
                  </a:lnTo>
                  <a:close/>
                  <a:moveTo>
                    <a:pt x="193" y="57"/>
                  </a:moveTo>
                  <a:cubicBezTo>
                    <a:pt x="249" y="57"/>
                    <a:pt x="249" y="57"/>
                    <a:pt x="249" y="57"/>
                  </a:cubicBezTo>
                  <a:cubicBezTo>
                    <a:pt x="246" y="70"/>
                    <a:pt x="243" y="84"/>
                    <a:pt x="240" y="99"/>
                  </a:cubicBezTo>
                  <a:cubicBezTo>
                    <a:pt x="183" y="99"/>
                    <a:pt x="183" y="99"/>
                    <a:pt x="183" y="99"/>
                  </a:cubicBezTo>
                  <a:cubicBezTo>
                    <a:pt x="187" y="84"/>
                    <a:pt x="190" y="71"/>
                    <a:pt x="193" y="57"/>
                  </a:cubicBezTo>
                  <a:close/>
                  <a:moveTo>
                    <a:pt x="180" y="114"/>
                  </a:moveTo>
                  <a:cubicBezTo>
                    <a:pt x="236" y="114"/>
                    <a:pt x="236" y="114"/>
                    <a:pt x="236" y="114"/>
                  </a:cubicBezTo>
                  <a:cubicBezTo>
                    <a:pt x="233" y="128"/>
                    <a:pt x="230" y="142"/>
                    <a:pt x="227" y="156"/>
                  </a:cubicBezTo>
                  <a:cubicBezTo>
                    <a:pt x="170" y="156"/>
                    <a:pt x="170" y="156"/>
                    <a:pt x="170" y="156"/>
                  </a:cubicBezTo>
                  <a:cubicBezTo>
                    <a:pt x="173" y="142"/>
                    <a:pt x="177" y="128"/>
                    <a:pt x="180" y="114"/>
                  </a:cubicBezTo>
                  <a:close/>
                  <a:moveTo>
                    <a:pt x="166" y="172"/>
                  </a:moveTo>
                  <a:cubicBezTo>
                    <a:pt x="223" y="172"/>
                    <a:pt x="223" y="172"/>
                    <a:pt x="223" y="172"/>
                  </a:cubicBezTo>
                  <a:cubicBezTo>
                    <a:pt x="220" y="185"/>
                    <a:pt x="217" y="199"/>
                    <a:pt x="213" y="213"/>
                  </a:cubicBezTo>
                  <a:cubicBezTo>
                    <a:pt x="157" y="213"/>
                    <a:pt x="157" y="213"/>
                    <a:pt x="157" y="213"/>
                  </a:cubicBezTo>
                  <a:cubicBezTo>
                    <a:pt x="160" y="199"/>
                    <a:pt x="163" y="185"/>
                    <a:pt x="166" y="172"/>
                  </a:cubicBezTo>
                  <a:close/>
                  <a:moveTo>
                    <a:pt x="153" y="229"/>
                  </a:moveTo>
                  <a:cubicBezTo>
                    <a:pt x="210" y="229"/>
                    <a:pt x="210" y="229"/>
                    <a:pt x="210" y="229"/>
                  </a:cubicBezTo>
                  <a:cubicBezTo>
                    <a:pt x="207" y="243"/>
                    <a:pt x="203" y="256"/>
                    <a:pt x="200" y="271"/>
                  </a:cubicBezTo>
                  <a:cubicBezTo>
                    <a:pt x="143" y="271"/>
                    <a:pt x="143" y="271"/>
                    <a:pt x="143" y="271"/>
                  </a:cubicBezTo>
                  <a:cubicBezTo>
                    <a:pt x="147" y="257"/>
                    <a:pt x="150" y="243"/>
                    <a:pt x="153" y="229"/>
                  </a:cubicBezTo>
                  <a:close/>
                  <a:moveTo>
                    <a:pt x="140" y="286"/>
                  </a:moveTo>
                  <a:cubicBezTo>
                    <a:pt x="197" y="286"/>
                    <a:pt x="197" y="286"/>
                    <a:pt x="197" y="286"/>
                  </a:cubicBezTo>
                  <a:cubicBezTo>
                    <a:pt x="193" y="300"/>
                    <a:pt x="190" y="314"/>
                    <a:pt x="187" y="328"/>
                  </a:cubicBezTo>
                  <a:cubicBezTo>
                    <a:pt x="130" y="328"/>
                    <a:pt x="130" y="328"/>
                    <a:pt x="130" y="328"/>
                  </a:cubicBezTo>
                  <a:cubicBezTo>
                    <a:pt x="133" y="314"/>
                    <a:pt x="137" y="300"/>
                    <a:pt x="140" y="286"/>
                  </a:cubicBezTo>
                  <a:close/>
                  <a:moveTo>
                    <a:pt x="126" y="343"/>
                  </a:moveTo>
                  <a:cubicBezTo>
                    <a:pt x="183" y="343"/>
                    <a:pt x="183" y="343"/>
                    <a:pt x="183" y="343"/>
                  </a:cubicBezTo>
                  <a:cubicBezTo>
                    <a:pt x="180" y="357"/>
                    <a:pt x="177" y="371"/>
                    <a:pt x="174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20" y="371"/>
                    <a:pt x="123" y="357"/>
                    <a:pt x="126" y="343"/>
                  </a:cubicBezTo>
                  <a:close/>
                  <a:moveTo>
                    <a:pt x="113" y="401"/>
                  </a:moveTo>
                  <a:cubicBezTo>
                    <a:pt x="170" y="401"/>
                    <a:pt x="170" y="401"/>
                    <a:pt x="170" y="401"/>
                  </a:cubicBezTo>
                  <a:cubicBezTo>
                    <a:pt x="167" y="415"/>
                    <a:pt x="164" y="428"/>
                    <a:pt x="161" y="442"/>
                  </a:cubicBezTo>
                  <a:cubicBezTo>
                    <a:pt x="104" y="442"/>
                    <a:pt x="104" y="442"/>
                    <a:pt x="104" y="442"/>
                  </a:cubicBezTo>
                  <a:cubicBezTo>
                    <a:pt x="107" y="429"/>
                    <a:pt x="110" y="415"/>
                    <a:pt x="113" y="401"/>
                  </a:cubicBezTo>
                  <a:close/>
                  <a:moveTo>
                    <a:pt x="100" y="458"/>
                  </a:moveTo>
                  <a:cubicBezTo>
                    <a:pt x="157" y="458"/>
                    <a:pt x="157" y="458"/>
                    <a:pt x="157" y="458"/>
                  </a:cubicBezTo>
                  <a:cubicBezTo>
                    <a:pt x="154" y="472"/>
                    <a:pt x="151" y="486"/>
                    <a:pt x="147" y="500"/>
                  </a:cubicBezTo>
                  <a:cubicBezTo>
                    <a:pt x="90" y="500"/>
                    <a:pt x="90" y="500"/>
                    <a:pt x="90" y="500"/>
                  </a:cubicBezTo>
                  <a:cubicBezTo>
                    <a:pt x="93" y="486"/>
                    <a:pt x="97" y="472"/>
                    <a:pt x="100" y="458"/>
                  </a:cubicBezTo>
                  <a:close/>
                  <a:moveTo>
                    <a:pt x="87" y="515"/>
                  </a:moveTo>
                  <a:cubicBezTo>
                    <a:pt x="144" y="515"/>
                    <a:pt x="144" y="515"/>
                    <a:pt x="144" y="515"/>
                  </a:cubicBezTo>
                  <a:cubicBezTo>
                    <a:pt x="141" y="529"/>
                    <a:pt x="138" y="543"/>
                    <a:pt x="134" y="557"/>
                  </a:cubicBezTo>
                  <a:cubicBezTo>
                    <a:pt x="77" y="557"/>
                    <a:pt x="77" y="557"/>
                    <a:pt x="77" y="557"/>
                  </a:cubicBezTo>
                  <a:cubicBezTo>
                    <a:pt x="80" y="543"/>
                    <a:pt x="83" y="529"/>
                    <a:pt x="87" y="515"/>
                  </a:cubicBezTo>
                  <a:close/>
                  <a:moveTo>
                    <a:pt x="108" y="672"/>
                  </a:moveTo>
                  <a:cubicBezTo>
                    <a:pt x="50" y="672"/>
                    <a:pt x="50" y="672"/>
                    <a:pt x="50" y="672"/>
                  </a:cubicBezTo>
                  <a:cubicBezTo>
                    <a:pt x="53" y="658"/>
                    <a:pt x="57" y="644"/>
                    <a:pt x="60" y="630"/>
                  </a:cubicBezTo>
                  <a:cubicBezTo>
                    <a:pt x="118" y="630"/>
                    <a:pt x="118" y="630"/>
                    <a:pt x="118" y="630"/>
                  </a:cubicBezTo>
                  <a:cubicBezTo>
                    <a:pt x="114" y="644"/>
                    <a:pt x="111" y="658"/>
                    <a:pt x="108" y="672"/>
                  </a:cubicBezTo>
                  <a:close/>
                  <a:moveTo>
                    <a:pt x="121" y="614"/>
                  </a:moveTo>
                  <a:cubicBezTo>
                    <a:pt x="64" y="614"/>
                    <a:pt x="64" y="614"/>
                    <a:pt x="64" y="614"/>
                  </a:cubicBezTo>
                  <a:cubicBezTo>
                    <a:pt x="67" y="601"/>
                    <a:pt x="70" y="587"/>
                    <a:pt x="73" y="573"/>
                  </a:cubicBezTo>
                  <a:cubicBezTo>
                    <a:pt x="131" y="573"/>
                    <a:pt x="131" y="573"/>
                    <a:pt x="131" y="573"/>
                  </a:cubicBezTo>
                  <a:cubicBezTo>
                    <a:pt x="128" y="584"/>
                    <a:pt x="126" y="595"/>
                    <a:pt x="123" y="606"/>
                  </a:cubicBezTo>
                  <a:cubicBezTo>
                    <a:pt x="122" y="609"/>
                    <a:pt x="122" y="612"/>
                    <a:pt x="121" y="614"/>
                  </a:cubicBezTo>
                  <a:close/>
                  <a:moveTo>
                    <a:pt x="182" y="672"/>
                  </a:moveTo>
                  <a:cubicBezTo>
                    <a:pt x="124" y="672"/>
                    <a:pt x="124" y="672"/>
                    <a:pt x="124" y="672"/>
                  </a:cubicBezTo>
                  <a:cubicBezTo>
                    <a:pt x="127" y="658"/>
                    <a:pt x="130" y="645"/>
                    <a:pt x="134" y="630"/>
                  </a:cubicBezTo>
                  <a:cubicBezTo>
                    <a:pt x="191" y="630"/>
                    <a:pt x="191" y="630"/>
                    <a:pt x="191" y="630"/>
                  </a:cubicBezTo>
                  <a:cubicBezTo>
                    <a:pt x="188" y="644"/>
                    <a:pt x="185" y="658"/>
                    <a:pt x="182" y="672"/>
                  </a:cubicBezTo>
                  <a:close/>
                  <a:moveTo>
                    <a:pt x="137" y="614"/>
                  </a:moveTo>
                  <a:cubicBezTo>
                    <a:pt x="137" y="613"/>
                    <a:pt x="138" y="611"/>
                    <a:pt x="138" y="610"/>
                  </a:cubicBezTo>
                  <a:cubicBezTo>
                    <a:pt x="141" y="598"/>
                    <a:pt x="144" y="585"/>
                    <a:pt x="147" y="573"/>
                  </a:cubicBezTo>
                  <a:cubicBezTo>
                    <a:pt x="204" y="573"/>
                    <a:pt x="204" y="573"/>
                    <a:pt x="204" y="573"/>
                  </a:cubicBezTo>
                  <a:cubicBezTo>
                    <a:pt x="201" y="587"/>
                    <a:pt x="198" y="601"/>
                    <a:pt x="195" y="614"/>
                  </a:cubicBezTo>
                  <a:lnTo>
                    <a:pt x="137" y="614"/>
                  </a:lnTo>
                  <a:close/>
                  <a:moveTo>
                    <a:pt x="255" y="672"/>
                  </a:moveTo>
                  <a:cubicBezTo>
                    <a:pt x="198" y="672"/>
                    <a:pt x="198" y="672"/>
                    <a:pt x="198" y="672"/>
                  </a:cubicBezTo>
                  <a:cubicBezTo>
                    <a:pt x="201" y="658"/>
                    <a:pt x="204" y="645"/>
                    <a:pt x="207" y="630"/>
                  </a:cubicBezTo>
                  <a:cubicBezTo>
                    <a:pt x="265" y="630"/>
                    <a:pt x="265" y="630"/>
                    <a:pt x="265" y="630"/>
                  </a:cubicBezTo>
                  <a:cubicBezTo>
                    <a:pt x="261" y="644"/>
                    <a:pt x="258" y="658"/>
                    <a:pt x="255" y="672"/>
                  </a:cubicBezTo>
                  <a:close/>
                  <a:moveTo>
                    <a:pt x="211" y="614"/>
                  </a:moveTo>
                  <a:cubicBezTo>
                    <a:pt x="214" y="601"/>
                    <a:pt x="217" y="587"/>
                    <a:pt x="220" y="573"/>
                  </a:cubicBezTo>
                  <a:cubicBezTo>
                    <a:pt x="278" y="573"/>
                    <a:pt x="278" y="573"/>
                    <a:pt x="278" y="573"/>
                  </a:cubicBezTo>
                  <a:cubicBezTo>
                    <a:pt x="274" y="587"/>
                    <a:pt x="271" y="601"/>
                    <a:pt x="268" y="614"/>
                  </a:cubicBezTo>
                  <a:lnTo>
                    <a:pt x="211" y="614"/>
                  </a:lnTo>
                  <a:close/>
                  <a:moveTo>
                    <a:pt x="329" y="672"/>
                  </a:moveTo>
                  <a:cubicBezTo>
                    <a:pt x="271" y="672"/>
                    <a:pt x="271" y="672"/>
                    <a:pt x="271" y="672"/>
                  </a:cubicBezTo>
                  <a:cubicBezTo>
                    <a:pt x="274" y="658"/>
                    <a:pt x="277" y="645"/>
                    <a:pt x="281" y="630"/>
                  </a:cubicBezTo>
                  <a:cubicBezTo>
                    <a:pt x="338" y="630"/>
                    <a:pt x="338" y="630"/>
                    <a:pt x="338" y="630"/>
                  </a:cubicBezTo>
                  <a:cubicBezTo>
                    <a:pt x="335" y="644"/>
                    <a:pt x="332" y="658"/>
                    <a:pt x="329" y="672"/>
                  </a:cubicBezTo>
                  <a:close/>
                  <a:moveTo>
                    <a:pt x="284" y="614"/>
                  </a:moveTo>
                  <a:cubicBezTo>
                    <a:pt x="287" y="601"/>
                    <a:pt x="290" y="587"/>
                    <a:pt x="294" y="573"/>
                  </a:cubicBezTo>
                  <a:cubicBezTo>
                    <a:pt x="351" y="573"/>
                    <a:pt x="351" y="573"/>
                    <a:pt x="351" y="573"/>
                  </a:cubicBezTo>
                  <a:cubicBezTo>
                    <a:pt x="348" y="587"/>
                    <a:pt x="345" y="601"/>
                    <a:pt x="342" y="614"/>
                  </a:cubicBezTo>
                  <a:lnTo>
                    <a:pt x="284" y="614"/>
                  </a:lnTo>
                  <a:close/>
                  <a:moveTo>
                    <a:pt x="402" y="672"/>
                  </a:moveTo>
                  <a:cubicBezTo>
                    <a:pt x="345" y="672"/>
                    <a:pt x="345" y="672"/>
                    <a:pt x="345" y="672"/>
                  </a:cubicBezTo>
                  <a:cubicBezTo>
                    <a:pt x="348" y="658"/>
                    <a:pt x="351" y="645"/>
                    <a:pt x="354" y="630"/>
                  </a:cubicBezTo>
                  <a:cubicBezTo>
                    <a:pt x="412" y="630"/>
                    <a:pt x="412" y="630"/>
                    <a:pt x="412" y="630"/>
                  </a:cubicBezTo>
                  <a:cubicBezTo>
                    <a:pt x="408" y="644"/>
                    <a:pt x="405" y="658"/>
                    <a:pt x="402" y="672"/>
                  </a:cubicBezTo>
                  <a:close/>
                  <a:moveTo>
                    <a:pt x="358" y="614"/>
                  </a:moveTo>
                  <a:cubicBezTo>
                    <a:pt x="361" y="601"/>
                    <a:pt x="364" y="587"/>
                    <a:pt x="367" y="573"/>
                  </a:cubicBezTo>
                  <a:cubicBezTo>
                    <a:pt x="424" y="573"/>
                    <a:pt x="424" y="573"/>
                    <a:pt x="424" y="573"/>
                  </a:cubicBezTo>
                  <a:cubicBezTo>
                    <a:pt x="421" y="587"/>
                    <a:pt x="418" y="601"/>
                    <a:pt x="415" y="614"/>
                  </a:cubicBezTo>
                  <a:lnTo>
                    <a:pt x="358" y="614"/>
                  </a:lnTo>
                  <a:close/>
                  <a:moveTo>
                    <a:pt x="476" y="672"/>
                  </a:moveTo>
                  <a:cubicBezTo>
                    <a:pt x="418" y="672"/>
                    <a:pt x="418" y="672"/>
                    <a:pt x="418" y="672"/>
                  </a:cubicBezTo>
                  <a:cubicBezTo>
                    <a:pt x="421" y="658"/>
                    <a:pt x="424" y="644"/>
                    <a:pt x="428" y="630"/>
                  </a:cubicBezTo>
                  <a:cubicBezTo>
                    <a:pt x="485" y="630"/>
                    <a:pt x="485" y="630"/>
                    <a:pt x="485" y="630"/>
                  </a:cubicBezTo>
                  <a:cubicBezTo>
                    <a:pt x="482" y="644"/>
                    <a:pt x="479" y="658"/>
                    <a:pt x="476" y="672"/>
                  </a:cubicBezTo>
                  <a:close/>
                  <a:moveTo>
                    <a:pt x="431" y="614"/>
                  </a:moveTo>
                  <a:cubicBezTo>
                    <a:pt x="434" y="601"/>
                    <a:pt x="437" y="587"/>
                    <a:pt x="440" y="573"/>
                  </a:cubicBezTo>
                  <a:cubicBezTo>
                    <a:pt x="498" y="573"/>
                    <a:pt x="498" y="573"/>
                    <a:pt x="498" y="573"/>
                  </a:cubicBezTo>
                  <a:cubicBezTo>
                    <a:pt x="495" y="587"/>
                    <a:pt x="492" y="601"/>
                    <a:pt x="489" y="614"/>
                  </a:cubicBezTo>
                  <a:lnTo>
                    <a:pt x="431" y="614"/>
                  </a:lnTo>
                  <a:close/>
                  <a:moveTo>
                    <a:pt x="550" y="672"/>
                  </a:moveTo>
                  <a:cubicBezTo>
                    <a:pt x="492" y="672"/>
                    <a:pt x="492" y="672"/>
                    <a:pt x="492" y="672"/>
                  </a:cubicBezTo>
                  <a:cubicBezTo>
                    <a:pt x="495" y="658"/>
                    <a:pt x="498" y="644"/>
                    <a:pt x="501" y="630"/>
                  </a:cubicBezTo>
                  <a:cubicBezTo>
                    <a:pt x="559" y="630"/>
                    <a:pt x="559" y="630"/>
                    <a:pt x="559" y="630"/>
                  </a:cubicBezTo>
                  <a:cubicBezTo>
                    <a:pt x="556" y="644"/>
                    <a:pt x="553" y="658"/>
                    <a:pt x="550" y="672"/>
                  </a:cubicBezTo>
                  <a:close/>
                  <a:moveTo>
                    <a:pt x="562" y="614"/>
                  </a:moveTo>
                  <a:cubicBezTo>
                    <a:pt x="505" y="614"/>
                    <a:pt x="505" y="614"/>
                    <a:pt x="505" y="614"/>
                  </a:cubicBezTo>
                  <a:cubicBezTo>
                    <a:pt x="507" y="601"/>
                    <a:pt x="511" y="587"/>
                    <a:pt x="514" y="573"/>
                  </a:cubicBezTo>
                  <a:cubicBezTo>
                    <a:pt x="571" y="573"/>
                    <a:pt x="571" y="573"/>
                    <a:pt x="571" y="573"/>
                  </a:cubicBezTo>
                  <a:cubicBezTo>
                    <a:pt x="568" y="587"/>
                    <a:pt x="565" y="601"/>
                    <a:pt x="562" y="614"/>
                  </a:cubicBezTo>
                  <a:close/>
                  <a:moveTo>
                    <a:pt x="623" y="672"/>
                  </a:moveTo>
                  <a:cubicBezTo>
                    <a:pt x="566" y="672"/>
                    <a:pt x="566" y="672"/>
                    <a:pt x="566" y="672"/>
                  </a:cubicBezTo>
                  <a:cubicBezTo>
                    <a:pt x="568" y="658"/>
                    <a:pt x="571" y="644"/>
                    <a:pt x="575" y="630"/>
                  </a:cubicBezTo>
                  <a:cubicBezTo>
                    <a:pt x="632" y="630"/>
                    <a:pt x="632" y="630"/>
                    <a:pt x="632" y="630"/>
                  </a:cubicBezTo>
                  <a:cubicBezTo>
                    <a:pt x="629" y="644"/>
                    <a:pt x="626" y="658"/>
                    <a:pt x="623" y="672"/>
                  </a:cubicBezTo>
                  <a:close/>
                  <a:moveTo>
                    <a:pt x="636" y="614"/>
                  </a:moveTo>
                  <a:cubicBezTo>
                    <a:pt x="578" y="614"/>
                    <a:pt x="578" y="614"/>
                    <a:pt x="578" y="614"/>
                  </a:cubicBezTo>
                  <a:cubicBezTo>
                    <a:pt x="581" y="601"/>
                    <a:pt x="584" y="587"/>
                    <a:pt x="587" y="573"/>
                  </a:cubicBezTo>
                  <a:cubicBezTo>
                    <a:pt x="645" y="573"/>
                    <a:pt x="645" y="573"/>
                    <a:pt x="645" y="573"/>
                  </a:cubicBezTo>
                  <a:cubicBezTo>
                    <a:pt x="641" y="587"/>
                    <a:pt x="638" y="601"/>
                    <a:pt x="636" y="614"/>
                  </a:cubicBezTo>
                  <a:close/>
                  <a:moveTo>
                    <a:pt x="697" y="672"/>
                  </a:moveTo>
                  <a:cubicBezTo>
                    <a:pt x="639" y="672"/>
                    <a:pt x="639" y="672"/>
                    <a:pt x="639" y="672"/>
                  </a:cubicBezTo>
                  <a:cubicBezTo>
                    <a:pt x="642" y="658"/>
                    <a:pt x="645" y="644"/>
                    <a:pt x="648" y="630"/>
                  </a:cubicBezTo>
                  <a:cubicBezTo>
                    <a:pt x="706" y="630"/>
                    <a:pt x="706" y="630"/>
                    <a:pt x="706" y="630"/>
                  </a:cubicBezTo>
                  <a:cubicBezTo>
                    <a:pt x="703" y="644"/>
                    <a:pt x="700" y="658"/>
                    <a:pt x="697" y="672"/>
                  </a:cubicBezTo>
                  <a:close/>
                  <a:moveTo>
                    <a:pt x="709" y="614"/>
                  </a:moveTo>
                  <a:cubicBezTo>
                    <a:pt x="651" y="614"/>
                    <a:pt x="651" y="614"/>
                    <a:pt x="651" y="614"/>
                  </a:cubicBezTo>
                  <a:cubicBezTo>
                    <a:pt x="654" y="601"/>
                    <a:pt x="657" y="587"/>
                    <a:pt x="660" y="573"/>
                  </a:cubicBezTo>
                  <a:cubicBezTo>
                    <a:pt x="718" y="573"/>
                    <a:pt x="718" y="573"/>
                    <a:pt x="718" y="573"/>
                  </a:cubicBezTo>
                  <a:cubicBezTo>
                    <a:pt x="715" y="587"/>
                    <a:pt x="712" y="601"/>
                    <a:pt x="709" y="614"/>
                  </a:cubicBezTo>
                  <a:close/>
                  <a:moveTo>
                    <a:pt x="770" y="672"/>
                  </a:moveTo>
                  <a:cubicBezTo>
                    <a:pt x="713" y="672"/>
                    <a:pt x="713" y="672"/>
                    <a:pt x="713" y="672"/>
                  </a:cubicBezTo>
                  <a:cubicBezTo>
                    <a:pt x="716" y="658"/>
                    <a:pt x="719" y="644"/>
                    <a:pt x="722" y="630"/>
                  </a:cubicBezTo>
                  <a:cubicBezTo>
                    <a:pt x="779" y="630"/>
                    <a:pt x="779" y="630"/>
                    <a:pt x="779" y="630"/>
                  </a:cubicBezTo>
                  <a:cubicBezTo>
                    <a:pt x="776" y="644"/>
                    <a:pt x="773" y="658"/>
                    <a:pt x="770" y="672"/>
                  </a:cubicBezTo>
                  <a:close/>
                  <a:moveTo>
                    <a:pt x="782" y="614"/>
                  </a:moveTo>
                  <a:cubicBezTo>
                    <a:pt x="725" y="614"/>
                    <a:pt x="725" y="614"/>
                    <a:pt x="725" y="614"/>
                  </a:cubicBezTo>
                  <a:cubicBezTo>
                    <a:pt x="728" y="601"/>
                    <a:pt x="731" y="587"/>
                    <a:pt x="734" y="573"/>
                  </a:cubicBezTo>
                  <a:cubicBezTo>
                    <a:pt x="791" y="573"/>
                    <a:pt x="791" y="573"/>
                    <a:pt x="791" y="573"/>
                  </a:cubicBezTo>
                  <a:cubicBezTo>
                    <a:pt x="788" y="587"/>
                    <a:pt x="785" y="601"/>
                    <a:pt x="782" y="614"/>
                  </a:cubicBezTo>
                  <a:close/>
                  <a:moveTo>
                    <a:pt x="844" y="672"/>
                  </a:moveTo>
                  <a:cubicBezTo>
                    <a:pt x="786" y="672"/>
                    <a:pt x="786" y="672"/>
                    <a:pt x="786" y="672"/>
                  </a:cubicBezTo>
                  <a:cubicBezTo>
                    <a:pt x="789" y="658"/>
                    <a:pt x="792" y="644"/>
                    <a:pt x="795" y="630"/>
                  </a:cubicBezTo>
                  <a:cubicBezTo>
                    <a:pt x="853" y="630"/>
                    <a:pt x="853" y="630"/>
                    <a:pt x="853" y="630"/>
                  </a:cubicBezTo>
                  <a:cubicBezTo>
                    <a:pt x="850" y="644"/>
                    <a:pt x="847" y="658"/>
                    <a:pt x="844" y="672"/>
                  </a:cubicBezTo>
                  <a:close/>
                  <a:moveTo>
                    <a:pt x="856" y="614"/>
                  </a:moveTo>
                  <a:cubicBezTo>
                    <a:pt x="798" y="614"/>
                    <a:pt x="798" y="614"/>
                    <a:pt x="798" y="614"/>
                  </a:cubicBezTo>
                  <a:cubicBezTo>
                    <a:pt x="801" y="601"/>
                    <a:pt x="804" y="587"/>
                    <a:pt x="807" y="573"/>
                  </a:cubicBezTo>
                  <a:cubicBezTo>
                    <a:pt x="865" y="573"/>
                    <a:pt x="865" y="573"/>
                    <a:pt x="865" y="573"/>
                  </a:cubicBezTo>
                  <a:cubicBezTo>
                    <a:pt x="862" y="587"/>
                    <a:pt x="859" y="601"/>
                    <a:pt x="856" y="614"/>
                  </a:cubicBezTo>
                  <a:close/>
                  <a:moveTo>
                    <a:pt x="918" y="672"/>
                  </a:moveTo>
                  <a:cubicBezTo>
                    <a:pt x="860" y="672"/>
                    <a:pt x="860" y="672"/>
                    <a:pt x="860" y="672"/>
                  </a:cubicBezTo>
                  <a:cubicBezTo>
                    <a:pt x="863" y="658"/>
                    <a:pt x="866" y="644"/>
                    <a:pt x="869" y="630"/>
                  </a:cubicBezTo>
                  <a:cubicBezTo>
                    <a:pt x="926" y="630"/>
                    <a:pt x="926" y="630"/>
                    <a:pt x="926" y="630"/>
                  </a:cubicBezTo>
                  <a:cubicBezTo>
                    <a:pt x="923" y="644"/>
                    <a:pt x="920" y="658"/>
                    <a:pt x="918" y="672"/>
                  </a:cubicBezTo>
                  <a:close/>
                  <a:moveTo>
                    <a:pt x="929" y="614"/>
                  </a:moveTo>
                  <a:cubicBezTo>
                    <a:pt x="872" y="614"/>
                    <a:pt x="872" y="614"/>
                    <a:pt x="872" y="614"/>
                  </a:cubicBezTo>
                  <a:cubicBezTo>
                    <a:pt x="875" y="601"/>
                    <a:pt x="878" y="587"/>
                    <a:pt x="881" y="573"/>
                  </a:cubicBezTo>
                  <a:cubicBezTo>
                    <a:pt x="938" y="573"/>
                    <a:pt x="938" y="573"/>
                    <a:pt x="938" y="573"/>
                  </a:cubicBezTo>
                  <a:cubicBezTo>
                    <a:pt x="935" y="587"/>
                    <a:pt x="932" y="601"/>
                    <a:pt x="929" y="614"/>
                  </a:cubicBezTo>
                  <a:close/>
                  <a:moveTo>
                    <a:pt x="991" y="672"/>
                  </a:moveTo>
                  <a:cubicBezTo>
                    <a:pt x="933" y="672"/>
                    <a:pt x="933" y="672"/>
                    <a:pt x="933" y="672"/>
                  </a:cubicBezTo>
                  <a:cubicBezTo>
                    <a:pt x="936" y="658"/>
                    <a:pt x="939" y="644"/>
                    <a:pt x="942" y="630"/>
                  </a:cubicBezTo>
                  <a:cubicBezTo>
                    <a:pt x="1000" y="630"/>
                    <a:pt x="1000" y="630"/>
                    <a:pt x="1000" y="630"/>
                  </a:cubicBezTo>
                  <a:cubicBezTo>
                    <a:pt x="997" y="644"/>
                    <a:pt x="994" y="658"/>
                    <a:pt x="991" y="672"/>
                  </a:cubicBezTo>
                  <a:close/>
                  <a:moveTo>
                    <a:pt x="1003" y="614"/>
                  </a:moveTo>
                  <a:cubicBezTo>
                    <a:pt x="945" y="614"/>
                    <a:pt x="945" y="614"/>
                    <a:pt x="945" y="614"/>
                  </a:cubicBezTo>
                  <a:cubicBezTo>
                    <a:pt x="948" y="601"/>
                    <a:pt x="951" y="587"/>
                    <a:pt x="954" y="573"/>
                  </a:cubicBezTo>
                  <a:cubicBezTo>
                    <a:pt x="1011" y="573"/>
                    <a:pt x="1011" y="573"/>
                    <a:pt x="1011" y="573"/>
                  </a:cubicBezTo>
                  <a:cubicBezTo>
                    <a:pt x="1009" y="587"/>
                    <a:pt x="1006" y="601"/>
                    <a:pt x="1003" y="614"/>
                  </a:cubicBezTo>
                  <a:close/>
                  <a:moveTo>
                    <a:pt x="1065" y="672"/>
                  </a:moveTo>
                  <a:cubicBezTo>
                    <a:pt x="1007" y="672"/>
                    <a:pt x="1007" y="672"/>
                    <a:pt x="1007" y="672"/>
                  </a:cubicBezTo>
                  <a:cubicBezTo>
                    <a:pt x="1010" y="658"/>
                    <a:pt x="1013" y="644"/>
                    <a:pt x="1016" y="630"/>
                  </a:cubicBezTo>
                  <a:cubicBezTo>
                    <a:pt x="1073" y="630"/>
                    <a:pt x="1073" y="630"/>
                    <a:pt x="1073" y="630"/>
                  </a:cubicBezTo>
                  <a:cubicBezTo>
                    <a:pt x="1070" y="644"/>
                    <a:pt x="1067" y="658"/>
                    <a:pt x="1065" y="672"/>
                  </a:cubicBezTo>
                  <a:close/>
                  <a:moveTo>
                    <a:pt x="1076" y="614"/>
                  </a:moveTo>
                  <a:cubicBezTo>
                    <a:pt x="1019" y="614"/>
                    <a:pt x="1019" y="614"/>
                    <a:pt x="1019" y="614"/>
                  </a:cubicBezTo>
                  <a:cubicBezTo>
                    <a:pt x="1022" y="601"/>
                    <a:pt x="1024" y="587"/>
                    <a:pt x="1027" y="573"/>
                  </a:cubicBezTo>
                  <a:cubicBezTo>
                    <a:pt x="1085" y="573"/>
                    <a:pt x="1085" y="573"/>
                    <a:pt x="1085" y="573"/>
                  </a:cubicBezTo>
                  <a:cubicBezTo>
                    <a:pt x="1082" y="587"/>
                    <a:pt x="1079" y="601"/>
                    <a:pt x="1076" y="614"/>
                  </a:cubicBezTo>
                  <a:close/>
                  <a:moveTo>
                    <a:pt x="1138" y="672"/>
                  </a:moveTo>
                  <a:cubicBezTo>
                    <a:pt x="1081" y="672"/>
                    <a:pt x="1081" y="672"/>
                    <a:pt x="1081" y="672"/>
                  </a:cubicBezTo>
                  <a:cubicBezTo>
                    <a:pt x="1083" y="658"/>
                    <a:pt x="1086" y="644"/>
                    <a:pt x="1089" y="630"/>
                  </a:cubicBezTo>
                  <a:cubicBezTo>
                    <a:pt x="1147" y="630"/>
                    <a:pt x="1147" y="630"/>
                    <a:pt x="1147" y="630"/>
                  </a:cubicBezTo>
                  <a:cubicBezTo>
                    <a:pt x="1144" y="644"/>
                    <a:pt x="1141" y="658"/>
                    <a:pt x="1138" y="672"/>
                  </a:cubicBezTo>
                  <a:close/>
                  <a:moveTo>
                    <a:pt x="1150" y="614"/>
                  </a:moveTo>
                  <a:cubicBezTo>
                    <a:pt x="1092" y="614"/>
                    <a:pt x="1092" y="614"/>
                    <a:pt x="1092" y="614"/>
                  </a:cubicBezTo>
                  <a:cubicBezTo>
                    <a:pt x="1095" y="601"/>
                    <a:pt x="1098" y="587"/>
                    <a:pt x="1101" y="573"/>
                  </a:cubicBezTo>
                  <a:cubicBezTo>
                    <a:pt x="1158" y="573"/>
                    <a:pt x="1158" y="573"/>
                    <a:pt x="1158" y="573"/>
                  </a:cubicBezTo>
                  <a:cubicBezTo>
                    <a:pt x="1155" y="587"/>
                    <a:pt x="1152" y="601"/>
                    <a:pt x="1150" y="614"/>
                  </a:cubicBezTo>
                  <a:close/>
                  <a:moveTo>
                    <a:pt x="1212" y="672"/>
                  </a:moveTo>
                  <a:cubicBezTo>
                    <a:pt x="1154" y="672"/>
                    <a:pt x="1154" y="672"/>
                    <a:pt x="1154" y="672"/>
                  </a:cubicBezTo>
                  <a:cubicBezTo>
                    <a:pt x="1157" y="658"/>
                    <a:pt x="1160" y="644"/>
                    <a:pt x="1163" y="630"/>
                  </a:cubicBezTo>
                  <a:cubicBezTo>
                    <a:pt x="1220" y="630"/>
                    <a:pt x="1220" y="630"/>
                    <a:pt x="1220" y="630"/>
                  </a:cubicBezTo>
                  <a:cubicBezTo>
                    <a:pt x="1217" y="644"/>
                    <a:pt x="1215" y="658"/>
                    <a:pt x="1212" y="672"/>
                  </a:cubicBezTo>
                  <a:close/>
                  <a:moveTo>
                    <a:pt x="1223" y="614"/>
                  </a:moveTo>
                  <a:cubicBezTo>
                    <a:pt x="1166" y="614"/>
                    <a:pt x="1166" y="614"/>
                    <a:pt x="1166" y="614"/>
                  </a:cubicBezTo>
                  <a:cubicBezTo>
                    <a:pt x="1168" y="601"/>
                    <a:pt x="1171" y="587"/>
                    <a:pt x="1174" y="573"/>
                  </a:cubicBezTo>
                  <a:cubicBezTo>
                    <a:pt x="1232" y="573"/>
                    <a:pt x="1232" y="573"/>
                    <a:pt x="1232" y="573"/>
                  </a:cubicBezTo>
                  <a:cubicBezTo>
                    <a:pt x="1229" y="587"/>
                    <a:pt x="1226" y="601"/>
                    <a:pt x="1223" y="614"/>
                  </a:cubicBezTo>
                  <a:close/>
                </a:path>
              </a:pathLst>
            </a:custGeom>
            <a:solidFill>
              <a:srgbClr val="F7C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82">
              <a:extLst>
                <a:ext uri="{FF2B5EF4-FFF2-40B4-BE49-F238E27FC236}">
                  <a16:creationId xmlns:a16="http://schemas.microsoft.com/office/drawing/2014/main" id="{0B67B6BB-92B8-4641-AD97-3BAFDDE8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593"/>
              <a:ext cx="68" cy="93"/>
            </a:xfrm>
            <a:custGeom>
              <a:avLst/>
              <a:gdLst>
                <a:gd name="T0" fmla="*/ 0 w 48"/>
                <a:gd name="T1" fmla="*/ 12 h 61"/>
                <a:gd name="T2" fmla="*/ 136 w 48"/>
                <a:gd name="T3" fmla="*/ 0 h 61"/>
                <a:gd name="T4" fmla="*/ 136 w 48"/>
                <a:gd name="T5" fmla="*/ 216 h 61"/>
                <a:gd name="T6" fmla="*/ 74 w 48"/>
                <a:gd name="T7" fmla="*/ 41 h 61"/>
                <a:gd name="T8" fmla="*/ 0 w 48"/>
                <a:gd name="T9" fmla="*/ 12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1">
                  <a:moveTo>
                    <a:pt x="0" y="3"/>
                  </a:moveTo>
                  <a:cubicBezTo>
                    <a:pt x="16" y="5"/>
                    <a:pt x="48" y="0"/>
                    <a:pt x="48" y="0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6" y="28"/>
                    <a:pt x="38" y="14"/>
                    <a:pt x="26" y="12"/>
                  </a:cubicBezTo>
                  <a:cubicBezTo>
                    <a:pt x="15" y="1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DBB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83">
              <a:extLst>
                <a:ext uri="{FF2B5EF4-FFF2-40B4-BE49-F238E27FC236}">
                  <a16:creationId xmlns:a16="http://schemas.microsoft.com/office/drawing/2014/main" id="{8AE51B20-0A11-43BB-902A-D844AD13D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586"/>
              <a:ext cx="57" cy="109"/>
            </a:xfrm>
            <a:custGeom>
              <a:avLst/>
              <a:gdLst>
                <a:gd name="T0" fmla="*/ 0 w 40"/>
                <a:gd name="T1" fmla="*/ 26 h 72"/>
                <a:gd name="T2" fmla="*/ 115 w 40"/>
                <a:gd name="T3" fmla="*/ 0 h 72"/>
                <a:gd name="T4" fmla="*/ 115 w 40"/>
                <a:gd name="T5" fmla="*/ 250 h 72"/>
                <a:gd name="T6" fmla="*/ 68 w 40"/>
                <a:gd name="T7" fmla="*/ 55 h 72"/>
                <a:gd name="T8" fmla="*/ 0 w 40"/>
                <a:gd name="T9" fmla="*/ 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2">
                  <a:moveTo>
                    <a:pt x="0" y="7"/>
                  </a:moveTo>
                  <a:cubicBezTo>
                    <a:pt x="18" y="7"/>
                    <a:pt x="32" y="7"/>
                    <a:pt x="40" y="0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7" y="40"/>
                    <a:pt x="35" y="20"/>
                    <a:pt x="24" y="16"/>
                  </a:cubicBezTo>
                  <a:cubicBezTo>
                    <a:pt x="12" y="11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BB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84">
              <a:extLst>
                <a:ext uri="{FF2B5EF4-FFF2-40B4-BE49-F238E27FC236}">
                  <a16:creationId xmlns:a16="http://schemas.microsoft.com/office/drawing/2014/main" id="{C272E6F0-6E76-4E34-9748-BF17AC5DB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952"/>
              <a:ext cx="1961" cy="1126"/>
            </a:xfrm>
            <a:custGeom>
              <a:avLst/>
              <a:gdLst>
                <a:gd name="T0" fmla="*/ 3587 w 1380"/>
                <a:gd name="T1" fmla="*/ 2384 h 743"/>
                <a:gd name="T2" fmla="*/ 3339 w 1380"/>
                <a:gd name="T3" fmla="*/ 2585 h 743"/>
                <a:gd name="T4" fmla="*/ 294 w 1380"/>
                <a:gd name="T5" fmla="*/ 2585 h 743"/>
                <a:gd name="T6" fmla="*/ 26 w 1380"/>
                <a:gd name="T7" fmla="*/ 2260 h 743"/>
                <a:gd name="T8" fmla="*/ 422 w 1380"/>
                <a:gd name="T9" fmla="*/ 223 h 743"/>
                <a:gd name="T10" fmla="*/ 676 w 1380"/>
                <a:gd name="T11" fmla="*/ 0 h 743"/>
                <a:gd name="T12" fmla="*/ 3655 w 1380"/>
                <a:gd name="T13" fmla="*/ 0 h 743"/>
                <a:gd name="T14" fmla="*/ 3925 w 1380"/>
                <a:gd name="T15" fmla="*/ 326 h 743"/>
                <a:gd name="T16" fmla="*/ 3587 w 1380"/>
                <a:gd name="T17" fmla="*/ 2384 h 7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0" h="743">
                  <a:moveTo>
                    <a:pt x="1250" y="685"/>
                  </a:moveTo>
                  <a:cubicBezTo>
                    <a:pt x="1236" y="719"/>
                    <a:pt x="1203" y="743"/>
                    <a:pt x="1164" y="743"/>
                  </a:cubicBezTo>
                  <a:cubicBezTo>
                    <a:pt x="103" y="743"/>
                    <a:pt x="103" y="743"/>
                    <a:pt x="103" y="743"/>
                  </a:cubicBezTo>
                  <a:cubicBezTo>
                    <a:pt x="51" y="743"/>
                    <a:pt x="0" y="699"/>
                    <a:pt x="9" y="649"/>
                  </a:cubicBezTo>
                  <a:cubicBezTo>
                    <a:pt x="9" y="649"/>
                    <a:pt x="144" y="74"/>
                    <a:pt x="147" y="64"/>
                  </a:cubicBezTo>
                  <a:cubicBezTo>
                    <a:pt x="159" y="27"/>
                    <a:pt x="194" y="0"/>
                    <a:pt x="236" y="0"/>
                  </a:cubicBezTo>
                  <a:cubicBezTo>
                    <a:pt x="1274" y="0"/>
                    <a:pt x="1274" y="0"/>
                    <a:pt x="1274" y="0"/>
                  </a:cubicBezTo>
                  <a:cubicBezTo>
                    <a:pt x="1326" y="0"/>
                    <a:pt x="1380" y="21"/>
                    <a:pt x="1368" y="94"/>
                  </a:cubicBezTo>
                  <a:cubicBezTo>
                    <a:pt x="1368" y="94"/>
                    <a:pt x="1255" y="674"/>
                    <a:pt x="1250" y="68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85">
              <a:extLst>
                <a:ext uri="{FF2B5EF4-FFF2-40B4-BE49-F238E27FC236}">
                  <a16:creationId xmlns:a16="http://schemas.microsoft.com/office/drawing/2014/main" id="{5B095076-93F7-4CAB-8B6F-AD1026C8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564"/>
              <a:ext cx="90" cy="258"/>
            </a:xfrm>
            <a:custGeom>
              <a:avLst/>
              <a:gdLst>
                <a:gd name="T0" fmla="*/ 101 w 63"/>
                <a:gd name="T1" fmla="*/ 35 h 170"/>
                <a:gd name="T2" fmla="*/ 0 w 63"/>
                <a:gd name="T3" fmla="*/ 41 h 170"/>
                <a:gd name="T4" fmla="*/ 0 w 63"/>
                <a:gd name="T5" fmla="*/ 595 h 170"/>
                <a:gd name="T6" fmla="*/ 184 w 63"/>
                <a:gd name="T7" fmla="*/ 595 h 170"/>
                <a:gd name="T8" fmla="*/ 184 w 63"/>
                <a:gd name="T9" fmla="*/ 0 h 170"/>
                <a:gd name="T10" fmla="*/ 101 w 63"/>
                <a:gd name="T11" fmla="*/ 35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170">
                  <a:moveTo>
                    <a:pt x="35" y="10"/>
                  </a:moveTo>
                  <a:cubicBezTo>
                    <a:pt x="23" y="11"/>
                    <a:pt x="11" y="12"/>
                    <a:pt x="0" y="12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4"/>
                    <a:pt x="51" y="8"/>
                    <a:pt x="35" y="1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86">
              <a:extLst>
                <a:ext uri="{FF2B5EF4-FFF2-40B4-BE49-F238E27FC236}">
                  <a16:creationId xmlns:a16="http://schemas.microsoft.com/office/drawing/2014/main" id="{E83B9C07-0BB6-4813-9093-44CB9F15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3581"/>
              <a:ext cx="88" cy="241"/>
            </a:xfrm>
            <a:custGeom>
              <a:avLst/>
              <a:gdLst>
                <a:gd name="T0" fmla="*/ 0 w 62"/>
                <a:gd name="T1" fmla="*/ 12 h 159"/>
                <a:gd name="T2" fmla="*/ 0 w 62"/>
                <a:gd name="T3" fmla="*/ 553 h 159"/>
                <a:gd name="T4" fmla="*/ 177 w 62"/>
                <a:gd name="T5" fmla="*/ 553 h 159"/>
                <a:gd name="T6" fmla="*/ 177 w 62"/>
                <a:gd name="T7" fmla="*/ 0 h 159"/>
                <a:gd name="T8" fmla="*/ 0 w 62"/>
                <a:gd name="T9" fmla="*/ 1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9">
                  <a:moveTo>
                    <a:pt x="0" y="3"/>
                  </a:moveTo>
                  <a:cubicBezTo>
                    <a:pt x="0" y="159"/>
                    <a:pt x="0" y="159"/>
                    <a:pt x="0" y="159"/>
                  </a:cubicBezTo>
                  <a:cubicBezTo>
                    <a:pt x="62" y="159"/>
                    <a:pt x="62" y="159"/>
                    <a:pt x="62" y="159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39" y="2"/>
                    <a:pt x="18" y="4"/>
                    <a:pt x="0" y="3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87">
              <a:extLst>
                <a:ext uri="{FF2B5EF4-FFF2-40B4-BE49-F238E27FC236}">
                  <a16:creationId xmlns:a16="http://schemas.microsoft.com/office/drawing/2014/main" id="{F652AF3A-F451-40DA-B1AF-CA4EA650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3523"/>
              <a:ext cx="31" cy="299"/>
            </a:xfrm>
            <a:custGeom>
              <a:avLst/>
              <a:gdLst>
                <a:gd name="T0" fmla="*/ 39 w 22"/>
                <a:gd name="T1" fmla="*/ 49 h 197"/>
                <a:gd name="T2" fmla="*/ 0 w 22"/>
                <a:gd name="T3" fmla="*/ 94 h 197"/>
                <a:gd name="T4" fmla="*/ 0 w 22"/>
                <a:gd name="T5" fmla="*/ 689 h 197"/>
                <a:gd name="T6" fmla="*/ 62 w 22"/>
                <a:gd name="T7" fmla="*/ 379 h 197"/>
                <a:gd name="T8" fmla="*/ 62 w 22"/>
                <a:gd name="T9" fmla="*/ 0 h 197"/>
                <a:gd name="T10" fmla="*/ 39 w 22"/>
                <a:gd name="T11" fmla="*/ 49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97">
                  <a:moveTo>
                    <a:pt x="14" y="14"/>
                  </a:moveTo>
                  <a:cubicBezTo>
                    <a:pt x="6" y="15"/>
                    <a:pt x="6" y="21"/>
                    <a:pt x="0" y="2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3"/>
                    <a:pt x="13" y="7"/>
                    <a:pt x="14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88">
              <a:extLst>
                <a:ext uri="{FF2B5EF4-FFF2-40B4-BE49-F238E27FC236}">
                  <a16:creationId xmlns:a16="http://schemas.microsoft.com/office/drawing/2014/main" id="{FE94D1DF-4AC8-4A1C-870D-CB00EBA6F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576"/>
              <a:ext cx="34" cy="246"/>
            </a:xfrm>
            <a:custGeom>
              <a:avLst/>
              <a:gdLst>
                <a:gd name="T0" fmla="*/ 68 w 24"/>
                <a:gd name="T1" fmla="*/ 0 h 162"/>
                <a:gd name="T2" fmla="*/ 0 w 24"/>
                <a:gd name="T3" fmla="*/ 12 h 162"/>
                <a:gd name="T4" fmla="*/ 0 w 24"/>
                <a:gd name="T5" fmla="*/ 568 h 162"/>
                <a:gd name="T6" fmla="*/ 68 w 24"/>
                <a:gd name="T7" fmla="*/ 258 h 162"/>
                <a:gd name="T8" fmla="*/ 68 w 24"/>
                <a:gd name="T9" fmla="*/ 258 h 162"/>
                <a:gd name="T10" fmla="*/ 68 w 24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2">
                  <a:moveTo>
                    <a:pt x="24" y="0"/>
                  </a:moveTo>
                  <a:cubicBezTo>
                    <a:pt x="16" y="1"/>
                    <a:pt x="8" y="2"/>
                    <a:pt x="0" y="3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4"/>
                    <a:pt x="24" y="74"/>
                    <a:pt x="24" y="74"/>
                  </a:cubicBezTo>
                  <a:lnTo>
                    <a:pt x="24" y="0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89">
              <a:extLst>
                <a:ext uri="{FF2B5EF4-FFF2-40B4-BE49-F238E27FC236}">
                  <a16:creationId xmlns:a16="http://schemas.microsoft.com/office/drawing/2014/main" id="{4DB72FE1-C8D2-4B10-B4A6-3D324A1C4E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7" y="3016"/>
              <a:ext cx="1822" cy="570"/>
            </a:xfrm>
            <a:custGeom>
              <a:avLst/>
              <a:gdLst>
                <a:gd name="T0" fmla="*/ 3491 w 1283"/>
                <a:gd name="T1" fmla="*/ 752 h 376"/>
                <a:gd name="T2" fmla="*/ 3532 w 1283"/>
                <a:gd name="T3" fmla="*/ 508 h 376"/>
                <a:gd name="T4" fmla="*/ 3584 w 1283"/>
                <a:gd name="T5" fmla="*/ 35 h 376"/>
                <a:gd name="T6" fmla="*/ 3259 w 1283"/>
                <a:gd name="T7" fmla="*/ 133 h 376"/>
                <a:gd name="T8" fmla="*/ 2856 w 1283"/>
                <a:gd name="T9" fmla="*/ 135 h 376"/>
                <a:gd name="T10" fmla="*/ 1386 w 1283"/>
                <a:gd name="T11" fmla="*/ 112 h 376"/>
                <a:gd name="T12" fmla="*/ 354 w 1283"/>
                <a:gd name="T13" fmla="*/ 133 h 376"/>
                <a:gd name="T14" fmla="*/ 43 w 1283"/>
                <a:gd name="T15" fmla="*/ 35 h 376"/>
                <a:gd name="T16" fmla="*/ 135 w 1283"/>
                <a:gd name="T17" fmla="*/ 377 h 376"/>
                <a:gd name="T18" fmla="*/ 26 w 1283"/>
                <a:gd name="T19" fmla="*/ 767 h 376"/>
                <a:gd name="T20" fmla="*/ 109 w 1283"/>
                <a:gd name="T21" fmla="*/ 1146 h 376"/>
                <a:gd name="T22" fmla="*/ 565 w 1283"/>
                <a:gd name="T23" fmla="*/ 1090 h 376"/>
                <a:gd name="T24" fmla="*/ 1008 w 1283"/>
                <a:gd name="T25" fmla="*/ 1032 h 376"/>
                <a:gd name="T26" fmla="*/ 1253 w 1283"/>
                <a:gd name="T27" fmla="*/ 1242 h 376"/>
                <a:gd name="T28" fmla="*/ 1632 w 1283"/>
                <a:gd name="T29" fmla="*/ 1237 h 376"/>
                <a:gd name="T30" fmla="*/ 1982 w 1283"/>
                <a:gd name="T31" fmla="*/ 1034 h 376"/>
                <a:gd name="T32" fmla="*/ 2214 w 1283"/>
                <a:gd name="T33" fmla="*/ 1269 h 376"/>
                <a:gd name="T34" fmla="*/ 2664 w 1283"/>
                <a:gd name="T35" fmla="*/ 1304 h 376"/>
                <a:gd name="T36" fmla="*/ 3062 w 1283"/>
                <a:gd name="T37" fmla="*/ 1007 h 376"/>
                <a:gd name="T38" fmla="*/ 3245 w 1283"/>
                <a:gd name="T39" fmla="*/ 1014 h 376"/>
                <a:gd name="T40" fmla="*/ 3674 w 1283"/>
                <a:gd name="T41" fmla="*/ 1038 h 376"/>
                <a:gd name="T42" fmla="*/ 599 w 1283"/>
                <a:gd name="T43" fmla="*/ 285 h 376"/>
                <a:gd name="T44" fmla="*/ 436 w 1283"/>
                <a:gd name="T45" fmla="*/ 365 h 376"/>
                <a:gd name="T46" fmla="*/ 369 w 1283"/>
                <a:gd name="T47" fmla="*/ 623 h 376"/>
                <a:gd name="T48" fmla="*/ 342 w 1283"/>
                <a:gd name="T49" fmla="*/ 440 h 376"/>
                <a:gd name="T50" fmla="*/ 172 w 1283"/>
                <a:gd name="T51" fmla="*/ 182 h 376"/>
                <a:gd name="T52" fmla="*/ 416 w 1283"/>
                <a:gd name="T53" fmla="*/ 1073 h 376"/>
                <a:gd name="T54" fmla="*/ 552 w 1283"/>
                <a:gd name="T55" fmla="*/ 1038 h 376"/>
                <a:gd name="T56" fmla="*/ 601 w 1283"/>
                <a:gd name="T57" fmla="*/ 338 h 376"/>
                <a:gd name="T58" fmla="*/ 673 w 1283"/>
                <a:gd name="T59" fmla="*/ 1011 h 376"/>
                <a:gd name="T60" fmla="*/ 865 w 1283"/>
                <a:gd name="T61" fmla="*/ 521 h 376"/>
                <a:gd name="T62" fmla="*/ 853 w 1283"/>
                <a:gd name="T63" fmla="*/ 776 h 376"/>
                <a:gd name="T64" fmla="*/ 1010 w 1283"/>
                <a:gd name="T65" fmla="*/ 335 h 376"/>
                <a:gd name="T66" fmla="*/ 1028 w 1283"/>
                <a:gd name="T67" fmla="*/ 582 h 376"/>
                <a:gd name="T68" fmla="*/ 1211 w 1283"/>
                <a:gd name="T69" fmla="*/ 297 h 376"/>
                <a:gd name="T70" fmla="*/ 1389 w 1283"/>
                <a:gd name="T71" fmla="*/ 709 h 376"/>
                <a:gd name="T72" fmla="*/ 1573 w 1283"/>
                <a:gd name="T73" fmla="*/ 164 h 376"/>
                <a:gd name="T74" fmla="*/ 1417 w 1283"/>
                <a:gd name="T75" fmla="*/ 370 h 376"/>
                <a:gd name="T76" fmla="*/ 1588 w 1283"/>
                <a:gd name="T77" fmla="*/ 767 h 376"/>
                <a:gd name="T78" fmla="*/ 1629 w 1283"/>
                <a:gd name="T79" fmla="*/ 714 h 376"/>
                <a:gd name="T80" fmla="*/ 1775 w 1283"/>
                <a:gd name="T81" fmla="*/ 508 h 376"/>
                <a:gd name="T82" fmla="*/ 1950 w 1283"/>
                <a:gd name="T83" fmla="*/ 776 h 376"/>
                <a:gd name="T84" fmla="*/ 1982 w 1283"/>
                <a:gd name="T85" fmla="*/ 722 h 376"/>
                <a:gd name="T86" fmla="*/ 1825 w 1283"/>
                <a:gd name="T87" fmla="*/ 161 h 376"/>
                <a:gd name="T88" fmla="*/ 2025 w 1283"/>
                <a:gd name="T89" fmla="*/ 725 h 376"/>
                <a:gd name="T90" fmla="*/ 2188 w 1283"/>
                <a:gd name="T91" fmla="*/ 317 h 376"/>
                <a:gd name="T92" fmla="*/ 2380 w 1283"/>
                <a:gd name="T93" fmla="*/ 999 h 376"/>
                <a:gd name="T94" fmla="*/ 2222 w 1283"/>
                <a:gd name="T95" fmla="*/ 508 h 376"/>
                <a:gd name="T96" fmla="*/ 2457 w 1283"/>
                <a:gd name="T97" fmla="*/ 164 h 376"/>
                <a:gd name="T98" fmla="*/ 2438 w 1283"/>
                <a:gd name="T99" fmla="*/ 499 h 376"/>
                <a:gd name="T100" fmla="*/ 2426 w 1283"/>
                <a:gd name="T101" fmla="*/ 999 h 376"/>
                <a:gd name="T102" fmla="*/ 2735 w 1283"/>
                <a:gd name="T103" fmla="*/ 303 h 376"/>
                <a:gd name="T104" fmla="*/ 2666 w 1283"/>
                <a:gd name="T105" fmla="*/ 552 h 376"/>
                <a:gd name="T106" fmla="*/ 2837 w 1283"/>
                <a:gd name="T107" fmla="*/ 961 h 376"/>
                <a:gd name="T108" fmla="*/ 2972 w 1283"/>
                <a:gd name="T109" fmla="*/ 377 h 376"/>
                <a:gd name="T110" fmla="*/ 2871 w 1283"/>
                <a:gd name="T111" fmla="*/ 553 h 376"/>
                <a:gd name="T112" fmla="*/ 3218 w 1283"/>
                <a:gd name="T113" fmla="*/ 534 h 376"/>
                <a:gd name="T114" fmla="*/ 3087 w 1283"/>
                <a:gd name="T115" fmla="*/ 725 h 376"/>
                <a:gd name="T116" fmla="*/ 3222 w 1283"/>
                <a:gd name="T117" fmla="*/ 776 h 376"/>
                <a:gd name="T118" fmla="*/ 3462 w 1283"/>
                <a:gd name="T119" fmla="*/ 182 h 376"/>
                <a:gd name="T120" fmla="*/ 3263 w 1283"/>
                <a:gd name="T121" fmla="*/ 593 h 376"/>
                <a:gd name="T122" fmla="*/ 3428 w 1283"/>
                <a:gd name="T123" fmla="*/ 784 h 3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283" h="376">
                  <a:moveTo>
                    <a:pt x="1283" y="298"/>
                  </a:moveTo>
                  <a:cubicBezTo>
                    <a:pt x="1281" y="294"/>
                    <a:pt x="1279" y="289"/>
                    <a:pt x="1277" y="283"/>
                  </a:cubicBezTo>
                  <a:cubicBezTo>
                    <a:pt x="1264" y="285"/>
                    <a:pt x="1248" y="281"/>
                    <a:pt x="1231" y="276"/>
                  </a:cubicBezTo>
                  <a:cubicBezTo>
                    <a:pt x="1229" y="276"/>
                    <a:pt x="1228" y="276"/>
                    <a:pt x="1226" y="275"/>
                  </a:cubicBezTo>
                  <a:cubicBezTo>
                    <a:pt x="1224" y="261"/>
                    <a:pt x="1222" y="246"/>
                    <a:pt x="1221" y="232"/>
                  </a:cubicBezTo>
                  <a:cubicBezTo>
                    <a:pt x="1246" y="240"/>
                    <a:pt x="1257" y="243"/>
                    <a:pt x="1267" y="241"/>
                  </a:cubicBezTo>
                  <a:cubicBezTo>
                    <a:pt x="1266" y="236"/>
                    <a:pt x="1266" y="231"/>
                    <a:pt x="1265" y="226"/>
                  </a:cubicBezTo>
                  <a:cubicBezTo>
                    <a:pt x="1265" y="225"/>
                    <a:pt x="1265" y="225"/>
                    <a:pt x="1265" y="225"/>
                  </a:cubicBezTo>
                  <a:cubicBezTo>
                    <a:pt x="1258" y="227"/>
                    <a:pt x="1245" y="224"/>
                    <a:pt x="1219" y="216"/>
                  </a:cubicBezTo>
                  <a:cubicBezTo>
                    <a:pt x="1218" y="199"/>
                    <a:pt x="1217" y="182"/>
                    <a:pt x="1217" y="166"/>
                  </a:cubicBezTo>
                  <a:cubicBezTo>
                    <a:pt x="1225" y="164"/>
                    <a:pt x="1232" y="163"/>
                    <a:pt x="1237" y="161"/>
                  </a:cubicBezTo>
                  <a:cubicBezTo>
                    <a:pt x="1243" y="159"/>
                    <a:pt x="1248" y="158"/>
                    <a:pt x="1251" y="158"/>
                  </a:cubicBezTo>
                  <a:cubicBezTo>
                    <a:pt x="1254" y="158"/>
                    <a:pt x="1254" y="158"/>
                    <a:pt x="1254" y="158"/>
                  </a:cubicBezTo>
                  <a:cubicBezTo>
                    <a:pt x="1257" y="155"/>
                    <a:pt x="1257" y="155"/>
                    <a:pt x="1257" y="155"/>
                  </a:cubicBezTo>
                  <a:cubicBezTo>
                    <a:pt x="1257" y="151"/>
                    <a:pt x="1256" y="148"/>
                    <a:pt x="1256" y="145"/>
                  </a:cubicBezTo>
                  <a:cubicBezTo>
                    <a:pt x="1250" y="140"/>
                    <a:pt x="1250" y="140"/>
                    <a:pt x="1250" y="140"/>
                  </a:cubicBezTo>
                  <a:cubicBezTo>
                    <a:pt x="1250" y="140"/>
                    <a:pt x="1249" y="141"/>
                    <a:pt x="1247" y="143"/>
                  </a:cubicBezTo>
                  <a:cubicBezTo>
                    <a:pt x="1243" y="143"/>
                    <a:pt x="1239" y="144"/>
                    <a:pt x="1233" y="146"/>
                  </a:cubicBezTo>
                  <a:cubicBezTo>
                    <a:pt x="1228" y="147"/>
                    <a:pt x="1223" y="149"/>
                    <a:pt x="1217" y="150"/>
                  </a:cubicBezTo>
                  <a:cubicBezTo>
                    <a:pt x="1217" y="136"/>
                    <a:pt x="1218" y="122"/>
                    <a:pt x="1219" y="109"/>
                  </a:cubicBezTo>
                  <a:cubicBezTo>
                    <a:pt x="1235" y="105"/>
                    <a:pt x="1246" y="99"/>
                    <a:pt x="1253" y="94"/>
                  </a:cubicBezTo>
                  <a:cubicBezTo>
                    <a:pt x="1253" y="86"/>
                    <a:pt x="1252" y="80"/>
                    <a:pt x="1252" y="74"/>
                  </a:cubicBezTo>
                  <a:cubicBezTo>
                    <a:pt x="1252" y="74"/>
                    <a:pt x="1252" y="74"/>
                    <a:pt x="1252" y="74"/>
                  </a:cubicBezTo>
                  <a:cubicBezTo>
                    <a:pt x="1252" y="74"/>
                    <a:pt x="1246" y="85"/>
                    <a:pt x="1220" y="92"/>
                  </a:cubicBezTo>
                  <a:cubicBezTo>
                    <a:pt x="1222" y="76"/>
                    <a:pt x="1224" y="60"/>
                    <a:pt x="1226" y="47"/>
                  </a:cubicBezTo>
                  <a:cubicBezTo>
                    <a:pt x="1242" y="42"/>
                    <a:pt x="1252" y="35"/>
                    <a:pt x="1258" y="27"/>
                  </a:cubicBezTo>
                  <a:cubicBezTo>
                    <a:pt x="1251" y="10"/>
                    <a:pt x="1251" y="10"/>
                    <a:pt x="1251" y="10"/>
                  </a:cubicBezTo>
                  <a:cubicBezTo>
                    <a:pt x="1249" y="14"/>
                    <a:pt x="1236" y="26"/>
                    <a:pt x="1229" y="30"/>
                  </a:cubicBezTo>
                  <a:cubicBezTo>
                    <a:pt x="1230" y="25"/>
                    <a:pt x="1231" y="21"/>
                    <a:pt x="1231" y="17"/>
                  </a:cubicBezTo>
                  <a:cubicBezTo>
                    <a:pt x="1232" y="13"/>
                    <a:pt x="1229" y="20"/>
                    <a:pt x="1224" y="19"/>
                  </a:cubicBezTo>
                  <a:cubicBezTo>
                    <a:pt x="1220" y="18"/>
                    <a:pt x="1216" y="21"/>
                    <a:pt x="1215" y="25"/>
                  </a:cubicBezTo>
                  <a:cubicBezTo>
                    <a:pt x="1213" y="32"/>
                    <a:pt x="1213" y="27"/>
                    <a:pt x="1212" y="35"/>
                  </a:cubicBezTo>
                  <a:cubicBezTo>
                    <a:pt x="1196" y="39"/>
                    <a:pt x="1176" y="42"/>
                    <a:pt x="1153" y="43"/>
                  </a:cubicBezTo>
                  <a:cubicBezTo>
                    <a:pt x="1153" y="43"/>
                    <a:pt x="1153" y="42"/>
                    <a:pt x="1153" y="42"/>
                  </a:cubicBezTo>
                  <a:cubicBezTo>
                    <a:pt x="1154" y="38"/>
                    <a:pt x="1151" y="40"/>
                    <a:pt x="1146" y="39"/>
                  </a:cubicBezTo>
                  <a:cubicBezTo>
                    <a:pt x="1142" y="38"/>
                    <a:pt x="1139" y="34"/>
                    <a:pt x="1138" y="38"/>
                  </a:cubicBezTo>
                  <a:cubicBezTo>
                    <a:pt x="1138" y="40"/>
                    <a:pt x="1137" y="42"/>
                    <a:pt x="1137" y="44"/>
                  </a:cubicBezTo>
                  <a:cubicBezTo>
                    <a:pt x="1118" y="44"/>
                    <a:pt x="1098" y="44"/>
                    <a:pt x="1078" y="44"/>
                  </a:cubicBezTo>
                  <a:cubicBezTo>
                    <a:pt x="1078" y="42"/>
                    <a:pt x="1078" y="41"/>
                    <a:pt x="1078" y="39"/>
                  </a:cubicBezTo>
                  <a:cubicBezTo>
                    <a:pt x="1079" y="35"/>
                    <a:pt x="1075" y="40"/>
                    <a:pt x="1071" y="39"/>
                  </a:cubicBezTo>
                  <a:cubicBezTo>
                    <a:pt x="1067" y="39"/>
                    <a:pt x="1063" y="33"/>
                    <a:pt x="1063" y="37"/>
                  </a:cubicBezTo>
                  <a:cubicBezTo>
                    <a:pt x="1062" y="39"/>
                    <a:pt x="1062" y="41"/>
                    <a:pt x="1062" y="44"/>
                  </a:cubicBezTo>
                  <a:cubicBezTo>
                    <a:pt x="1043" y="43"/>
                    <a:pt x="1023" y="42"/>
                    <a:pt x="1005" y="41"/>
                  </a:cubicBezTo>
                  <a:cubicBezTo>
                    <a:pt x="1005" y="40"/>
                    <a:pt x="1005" y="38"/>
                    <a:pt x="1005" y="37"/>
                  </a:cubicBezTo>
                  <a:cubicBezTo>
                    <a:pt x="1006" y="33"/>
                    <a:pt x="1002" y="39"/>
                    <a:pt x="997" y="39"/>
                  </a:cubicBezTo>
                  <a:cubicBezTo>
                    <a:pt x="993" y="38"/>
                    <a:pt x="990" y="32"/>
                    <a:pt x="990" y="36"/>
                  </a:cubicBezTo>
                  <a:cubicBezTo>
                    <a:pt x="990" y="38"/>
                    <a:pt x="990" y="39"/>
                    <a:pt x="990" y="40"/>
                  </a:cubicBezTo>
                  <a:cubicBezTo>
                    <a:pt x="967" y="39"/>
                    <a:pt x="947" y="37"/>
                    <a:pt x="932" y="36"/>
                  </a:cubicBezTo>
                  <a:cubicBezTo>
                    <a:pt x="931" y="33"/>
                    <a:pt x="927" y="35"/>
                    <a:pt x="924" y="35"/>
                  </a:cubicBezTo>
                  <a:cubicBezTo>
                    <a:pt x="921" y="35"/>
                    <a:pt x="919" y="32"/>
                    <a:pt x="918" y="35"/>
                  </a:cubicBezTo>
                  <a:cubicBezTo>
                    <a:pt x="827" y="28"/>
                    <a:pt x="685" y="30"/>
                    <a:pt x="559" y="31"/>
                  </a:cubicBezTo>
                  <a:cubicBezTo>
                    <a:pt x="558" y="31"/>
                    <a:pt x="557" y="31"/>
                    <a:pt x="556" y="31"/>
                  </a:cubicBezTo>
                  <a:cubicBezTo>
                    <a:pt x="554" y="31"/>
                    <a:pt x="553" y="31"/>
                    <a:pt x="553" y="31"/>
                  </a:cubicBezTo>
                  <a:cubicBezTo>
                    <a:pt x="529" y="32"/>
                    <a:pt x="506" y="32"/>
                    <a:pt x="484" y="32"/>
                  </a:cubicBezTo>
                  <a:cubicBezTo>
                    <a:pt x="483" y="32"/>
                    <a:pt x="481" y="32"/>
                    <a:pt x="480" y="32"/>
                  </a:cubicBezTo>
                  <a:cubicBezTo>
                    <a:pt x="480" y="32"/>
                    <a:pt x="479" y="32"/>
                    <a:pt x="479" y="32"/>
                  </a:cubicBezTo>
                  <a:cubicBezTo>
                    <a:pt x="410" y="33"/>
                    <a:pt x="351" y="33"/>
                    <a:pt x="315" y="30"/>
                  </a:cubicBezTo>
                  <a:cubicBezTo>
                    <a:pt x="277" y="28"/>
                    <a:pt x="235" y="31"/>
                    <a:pt x="195" y="35"/>
                  </a:cubicBezTo>
                  <a:cubicBezTo>
                    <a:pt x="194" y="34"/>
                    <a:pt x="194" y="34"/>
                    <a:pt x="194" y="33"/>
                  </a:cubicBezTo>
                  <a:cubicBezTo>
                    <a:pt x="193" y="29"/>
                    <a:pt x="189" y="27"/>
                    <a:pt x="184" y="28"/>
                  </a:cubicBezTo>
                  <a:cubicBezTo>
                    <a:pt x="181" y="29"/>
                    <a:pt x="179" y="32"/>
                    <a:pt x="179" y="36"/>
                  </a:cubicBezTo>
                  <a:cubicBezTo>
                    <a:pt x="160" y="38"/>
                    <a:pt x="141" y="39"/>
                    <a:pt x="123" y="40"/>
                  </a:cubicBezTo>
                  <a:cubicBezTo>
                    <a:pt x="123" y="39"/>
                    <a:pt x="123" y="39"/>
                    <a:pt x="123" y="38"/>
                  </a:cubicBezTo>
                  <a:cubicBezTo>
                    <a:pt x="123" y="34"/>
                    <a:pt x="120" y="30"/>
                    <a:pt x="115" y="30"/>
                  </a:cubicBezTo>
                  <a:cubicBezTo>
                    <a:pt x="111" y="30"/>
                    <a:pt x="108" y="34"/>
                    <a:pt x="108" y="38"/>
                  </a:cubicBezTo>
                  <a:cubicBezTo>
                    <a:pt x="108" y="39"/>
                    <a:pt x="108" y="40"/>
                    <a:pt x="108" y="40"/>
                  </a:cubicBezTo>
                  <a:cubicBezTo>
                    <a:pt x="89" y="40"/>
                    <a:pt x="72" y="39"/>
                    <a:pt x="58" y="35"/>
                  </a:cubicBezTo>
                  <a:cubicBezTo>
                    <a:pt x="56" y="25"/>
                    <a:pt x="55" y="16"/>
                    <a:pt x="53" y="7"/>
                  </a:cubicBezTo>
                  <a:cubicBezTo>
                    <a:pt x="52" y="2"/>
                    <a:pt x="48" y="0"/>
                    <a:pt x="44" y="1"/>
                  </a:cubicBezTo>
                  <a:cubicBezTo>
                    <a:pt x="40" y="2"/>
                    <a:pt x="37" y="6"/>
                    <a:pt x="38" y="10"/>
                  </a:cubicBezTo>
                  <a:cubicBezTo>
                    <a:pt x="39" y="16"/>
                    <a:pt x="40" y="22"/>
                    <a:pt x="41" y="29"/>
                  </a:cubicBezTo>
                  <a:cubicBezTo>
                    <a:pt x="34" y="26"/>
                    <a:pt x="21" y="17"/>
                    <a:pt x="15" y="10"/>
                  </a:cubicBezTo>
                  <a:cubicBezTo>
                    <a:pt x="15" y="16"/>
                    <a:pt x="15" y="22"/>
                    <a:pt x="15" y="29"/>
                  </a:cubicBezTo>
                  <a:cubicBezTo>
                    <a:pt x="23" y="37"/>
                    <a:pt x="32" y="43"/>
                    <a:pt x="43" y="47"/>
                  </a:cubicBezTo>
                  <a:cubicBezTo>
                    <a:pt x="45" y="60"/>
                    <a:pt x="46" y="75"/>
                    <a:pt x="47" y="89"/>
                  </a:cubicBezTo>
                  <a:cubicBezTo>
                    <a:pt x="44" y="87"/>
                    <a:pt x="41" y="85"/>
                    <a:pt x="39" y="83"/>
                  </a:cubicBezTo>
                  <a:cubicBezTo>
                    <a:pt x="33" y="78"/>
                    <a:pt x="26" y="73"/>
                    <a:pt x="19" y="70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5" y="82"/>
                    <a:pt x="15" y="84"/>
                    <a:pt x="15" y="86"/>
                  </a:cubicBezTo>
                  <a:cubicBezTo>
                    <a:pt x="19" y="87"/>
                    <a:pt x="24" y="91"/>
                    <a:pt x="29" y="95"/>
                  </a:cubicBezTo>
                  <a:cubicBezTo>
                    <a:pt x="34" y="100"/>
                    <a:pt x="40" y="105"/>
                    <a:pt x="47" y="108"/>
                  </a:cubicBezTo>
                  <a:cubicBezTo>
                    <a:pt x="47" y="121"/>
                    <a:pt x="47" y="134"/>
                    <a:pt x="47" y="147"/>
                  </a:cubicBezTo>
                  <a:cubicBezTo>
                    <a:pt x="30" y="144"/>
                    <a:pt x="16" y="147"/>
                    <a:pt x="12" y="147"/>
                  </a:cubicBezTo>
                  <a:cubicBezTo>
                    <a:pt x="12" y="148"/>
                    <a:pt x="12" y="149"/>
                    <a:pt x="12" y="150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5" y="163"/>
                    <a:pt x="30" y="159"/>
                    <a:pt x="47" y="163"/>
                  </a:cubicBezTo>
                  <a:cubicBezTo>
                    <a:pt x="46" y="176"/>
                    <a:pt x="45" y="190"/>
                    <a:pt x="44" y="203"/>
                  </a:cubicBezTo>
                  <a:cubicBezTo>
                    <a:pt x="31" y="202"/>
                    <a:pt x="18" y="203"/>
                    <a:pt x="8" y="204"/>
                  </a:cubicBezTo>
                  <a:cubicBezTo>
                    <a:pt x="8" y="205"/>
                    <a:pt x="7" y="206"/>
                    <a:pt x="7" y="207"/>
                  </a:cubicBezTo>
                  <a:cubicBezTo>
                    <a:pt x="9" y="220"/>
                    <a:pt x="9" y="220"/>
                    <a:pt x="9" y="220"/>
                  </a:cubicBezTo>
                  <a:cubicBezTo>
                    <a:pt x="20" y="218"/>
                    <a:pt x="32" y="218"/>
                    <a:pt x="43" y="219"/>
                  </a:cubicBezTo>
                  <a:cubicBezTo>
                    <a:pt x="42" y="231"/>
                    <a:pt x="41" y="244"/>
                    <a:pt x="39" y="257"/>
                  </a:cubicBezTo>
                  <a:cubicBezTo>
                    <a:pt x="27" y="257"/>
                    <a:pt x="14" y="258"/>
                    <a:pt x="1" y="261"/>
                  </a:cubicBezTo>
                  <a:cubicBezTo>
                    <a:pt x="1" y="263"/>
                    <a:pt x="0" y="266"/>
                    <a:pt x="0" y="268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14" y="274"/>
                    <a:pt x="26" y="273"/>
                    <a:pt x="38" y="272"/>
                  </a:cubicBezTo>
                  <a:cubicBezTo>
                    <a:pt x="35" y="292"/>
                    <a:pt x="32" y="312"/>
                    <a:pt x="29" y="331"/>
                  </a:cubicBezTo>
                  <a:cubicBezTo>
                    <a:pt x="32" y="330"/>
                    <a:pt x="35" y="329"/>
                    <a:pt x="37" y="329"/>
                  </a:cubicBezTo>
                  <a:cubicBezTo>
                    <a:pt x="37" y="329"/>
                    <a:pt x="38" y="329"/>
                    <a:pt x="38" y="329"/>
                  </a:cubicBezTo>
                  <a:cubicBezTo>
                    <a:pt x="41" y="328"/>
                    <a:pt x="43" y="328"/>
                    <a:pt x="46" y="328"/>
                  </a:cubicBezTo>
                  <a:cubicBezTo>
                    <a:pt x="49" y="310"/>
                    <a:pt x="51" y="292"/>
                    <a:pt x="53" y="273"/>
                  </a:cubicBezTo>
                  <a:cubicBezTo>
                    <a:pt x="73" y="275"/>
                    <a:pt x="89" y="282"/>
                    <a:pt x="94" y="295"/>
                  </a:cubicBezTo>
                  <a:cubicBezTo>
                    <a:pt x="103" y="320"/>
                    <a:pt x="121" y="326"/>
                    <a:pt x="146" y="324"/>
                  </a:cubicBezTo>
                  <a:cubicBezTo>
                    <a:pt x="147" y="341"/>
                    <a:pt x="148" y="358"/>
                    <a:pt x="148" y="375"/>
                  </a:cubicBezTo>
                  <a:cubicBezTo>
                    <a:pt x="148" y="375"/>
                    <a:pt x="148" y="375"/>
                    <a:pt x="148" y="375"/>
                  </a:cubicBezTo>
                  <a:cubicBezTo>
                    <a:pt x="153" y="376"/>
                    <a:pt x="158" y="376"/>
                    <a:pt x="164" y="376"/>
                  </a:cubicBezTo>
                  <a:cubicBezTo>
                    <a:pt x="164" y="358"/>
                    <a:pt x="163" y="340"/>
                    <a:pt x="162" y="322"/>
                  </a:cubicBezTo>
                  <a:cubicBezTo>
                    <a:pt x="173" y="320"/>
                    <a:pt x="184" y="317"/>
                    <a:pt x="197" y="313"/>
                  </a:cubicBezTo>
                  <a:cubicBezTo>
                    <a:pt x="205" y="311"/>
                    <a:pt x="212" y="310"/>
                    <a:pt x="220" y="308"/>
                  </a:cubicBezTo>
                  <a:cubicBezTo>
                    <a:pt x="222" y="332"/>
                    <a:pt x="223" y="354"/>
                    <a:pt x="223" y="373"/>
                  </a:cubicBezTo>
                  <a:cubicBezTo>
                    <a:pt x="228" y="373"/>
                    <a:pt x="233" y="372"/>
                    <a:pt x="239" y="372"/>
                  </a:cubicBezTo>
                  <a:cubicBezTo>
                    <a:pt x="239" y="352"/>
                    <a:pt x="238" y="329"/>
                    <a:pt x="236" y="306"/>
                  </a:cubicBezTo>
                  <a:cubicBezTo>
                    <a:pt x="251" y="303"/>
                    <a:pt x="268" y="301"/>
                    <a:pt x="288" y="300"/>
                  </a:cubicBezTo>
                  <a:cubicBezTo>
                    <a:pt x="289" y="323"/>
                    <a:pt x="290" y="345"/>
                    <a:pt x="291" y="366"/>
                  </a:cubicBezTo>
                  <a:cubicBezTo>
                    <a:pt x="296" y="365"/>
                    <a:pt x="301" y="365"/>
                    <a:pt x="307" y="364"/>
                  </a:cubicBezTo>
                  <a:cubicBezTo>
                    <a:pt x="306" y="344"/>
                    <a:pt x="305" y="322"/>
                    <a:pt x="304" y="299"/>
                  </a:cubicBezTo>
                  <a:cubicBezTo>
                    <a:pt x="318" y="298"/>
                    <a:pt x="334" y="297"/>
                    <a:pt x="352" y="296"/>
                  </a:cubicBezTo>
                  <a:cubicBezTo>
                    <a:pt x="354" y="320"/>
                    <a:pt x="355" y="341"/>
                    <a:pt x="356" y="360"/>
                  </a:cubicBezTo>
                  <a:cubicBezTo>
                    <a:pt x="356" y="360"/>
                    <a:pt x="356" y="360"/>
                    <a:pt x="357" y="360"/>
                  </a:cubicBezTo>
                  <a:cubicBezTo>
                    <a:pt x="361" y="359"/>
                    <a:pt x="366" y="359"/>
                    <a:pt x="371" y="359"/>
                  </a:cubicBezTo>
                  <a:cubicBezTo>
                    <a:pt x="371" y="359"/>
                    <a:pt x="371" y="359"/>
                    <a:pt x="371" y="359"/>
                  </a:cubicBezTo>
                  <a:cubicBezTo>
                    <a:pt x="370" y="340"/>
                    <a:pt x="369" y="319"/>
                    <a:pt x="368" y="295"/>
                  </a:cubicBezTo>
                  <a:cubicBezTo>
                    <a:pt x="384" y="295"/>
                    <a:pt x="401" y="294"/>
                    <a:pt x="420" y="293"/>
                  </a:cubicBezTo>
                  <a:cubicBezTo>
                    <a:pt x="420" y="316"/>
                    <a:pt x="421" y="338"/>
                    <a:pt x="421" y="357"/>
                  </a:cubicBezTo>
                  <a:cubicBezTo>
                    <a:pt x="421" y="357"/>
                    <a:pt x="421" y="357"/>
                    <a:pt x="422" y="357"/>
                  </a:cubicBezTo>
                  <a:cubicBezTo>
                    <a:pt x="427" y="356"/>
                    <a:pt x="432" y="356"/>
                    <a:pt x="437" y="356"/>
                  </a:cubicBezTo>
                  <a:cubicBezTo>
                    <a:pt x="436" y="337"/>
                    <a:pt x="436" y="316"/>
                    <a:pt x="435" y="293"/>
                  </a:cubicBezTo>
                  <a:cubicBezTo>
                    <a:pt x="455" y="292"/>
                    <a:pt x="473" y="291"/>
                    <a:pt x="490" y="291"/>
                  </a:cubicBezTo>
                  <a:cubicBezTo>
                    <a:pt x="491" y="315"/>
                    <a:pt x="491" y="337"/>
                    <a:pt x="491" y="355"/>
                  </a:cubicBezTo>
                  <a:cubicBezTo>
                    <a:pt x="497" y="355"/>
                    <a:pt x="502" y="355"/>
                    <a:pt x="507" y="355"/>
                  </a:cubicBezTo>
                  <a:cubicBezTo>
                    <a:pt x="507" y="336"/>
                    <a:pt x="506" y="314"/>
                    <a:pt x="505" y="291"/>
                  </a:cubicBezTo>
                  <a:cubicBezTo>
                    <a:pt x="523" y="291"/>
                    <a:pt x="539" y="291"/>
                    <a:pt x="555" y="291"/>
                  </a:cubicBezTo>
                  <a:cubicBezTo>
                    <a:pt x="555" y="305"/>
                    <a:pt x="555" y="318"/>
                    <a:pt x="555" y="330"/>
                  </a:cubicBezTo>
                  <a:cubicBezTo>
                    <a:pt x="555" y="355"/>
                    <a:pt x="555" y="355"/>
                    <a:pt x="555" y="355"/>
                  </a:cubicBezTo>
                  <a:cubicBezTo>
                    <a:pt x="560" y="355"/>
                    <a:pt x="565" y="355"/>
                    <a:pt x="570" y="355"/>
                  </a:cubicBezTo>
                  <a:cubicBezTo>
                    <a:pt x="570" y="330"/>
                    <a:pt x="570" y="330"/>
                    <a:pt x="570" y="330"/>
                  </a:cubicBezTo>
                  <a:cubicBezTo>
                    <a:pt x="570" y="318"/>
                    <a:pt x="570" y="305"/>
                    <a:pt x="570" y="291"/>
                  </a:cubicBezTo>
                  <a:cubicBezTo>
                    <a:pt x="585" y="292"/>
                    <a:pt x="601" y="293"/>
                    <a:pt x="617" y="293"/>
                  </a:cubicBezTo>
                  <a:cubicBezTo>
                    <a:pt x="617" y="316"/>
                    <a:pt x="618" y="337"/>
                    <a:pt x="619" y="357"/>
                  </a:cubicBezTo>
                  <a:cubicBezTo>
                    <a:pt x="619" y="357"/>
                    <a:pt x="620" y="357"/>
                    <a:pt x="620" y="357"/>
                  </a:cubicBezTo>
                  <a:cubicBezTo>
                    <a:pt x="625" y="357"/>
                    <a:pt x="630" y="357"/>
                    <a:pt x="635" y="357"/>
                  </a:cubicBezTo>
                  <a:cubicBezTo>
                    <a:pt x="634" y="338"/>
                    <a:pt x="633" y="316"/>
                    <a:pt x="633" y="294"/>
                  </a:cubicBezTo>
                  <a:cubicBezTo>
                    <a:pt x="642" y="295"/>
                    <a:pt x="651" y="295"/>
                    <a:pt x="662" y="296"/>
                  </a:cubicBezTo>
                  <a:cubicBezTo>
                    <a:pt x="692" y="297"/>
                    <a:pt x="692" y="297"/>
                    <a:pt x="692" y="297"/>
                  </a:cubicBezTo>
                  <a:cubicBezTo>
                    <a:pt x="692" y="320"/>
                    <a:pt x="692" y="342"/>
                    <a:pt x="693" y="360"/>
                  </a:cubicBezTo>
                  <a:cubicBezTo>
                    <a:pt x="694" y="360"/>
                    <a:pt x="696" y="360"/>
                    <a:pt x="698" y="360"/>
                  </a:cubicBezTo>
                  <a:cubicBezTo>
                    <a:pt x="698" y="360"/>
                    <a:pt x="699" y="360"/>
                    <a:pt x="700" y="360"/>
                  </a:cubicBezTo>
                  <a:cubicBezTo>
                    <a:pt x="703" y="361"/>
                    <a:pt x="706" y="361"/>
                    <a:pt x="708" y="361"/>
                  </a:cubicBezTo>
                  <a:cubicBezTo>
                    <a:pt x="708" y="343"/>
                    <a:pt x="708" y="321"/>
                    <a:pt x="707" y="298"/>
                  </a:cubicBezTo>
                  <a:cubicBezTo>
                    <a:pt x="756" y="300"/>
                    <a:pt x="756" y="300"/>
                    <a:pt x="756" y="300"/>
                  </a:cubicBezTo>
                  <a:cubicBezTo>
                    <a:pt x="756" y="324"/>
                    <a:pt x="756" y="346"/>
                    <a:pt x="757" y="364"/>
                  </a:cubicBezTo>
                  <a:cubicBezTo>
                    <a:pt x="762" y="364"/>
                    <a:pt x="767" y="364"/>
                    <a:pt x="773" y="364"/>
                  </a:cubicBezTo>
                  <a:cubicBezTo>
                    <a:pt x="773" y="364"/>
                    <a:pt x="773" y="364"/>
                    <a:pt x="773" y="364"/>
                  </a:cubicBezTo>
                  <a:cubicBezTo>
                    <a:pt x="772" y="347"/>
                    <a:pt x="771" y="325"/>
                    <a:pt x="771" y="301"/>
                  </a:cubicBezTo>
                  <a:cubicBezTo>
                    <a:pt x="793" y="302"/>
                    <a:pt x="813" y="302"/>
                    <a:pt x="831" y="302"/>
                  </a:cubicBezTo>
                  <a:cubicBezTo>
                    <a:pt x="831" y="326"/>
                    <a:pt x="831" y="348"/>
                    <a:pt x="832" y="368"/>
                  </a:cubicBezTo>
                  <a:cubicBezTo>
                    <a:pt x="837" y="368"/>
                    <a:pt x="841" y="368"/>
                    <a:pt x="846" y="369"/>
                  </a:cubicBezTo>
                  <a:cubicBezTo>
                    <a:pt x="846" y="369"/>
                    <a:pt x="847" y="369"/>
                    <a:pt x="848" y="369"/>
                  </a:cubicBezTo>
                  <a:cubicBezTo>
                    <a:pt x="847" y="349"/>
                    <a:pt x="847" y="326"/>
                    <a:pt x="847" y="302"/>
                  </a:cubicBezTo>
                  <a:cubicBezTo>
                    <a:pt x="877" y="303"/>
                    <a:pt x="902" y="302"/>
                    <a:pt x="923" y="300"/>
                  </a:cubicBezTo>
                  <a:cubicBezTo>
                    <a:pt x="925" y="326"/>
                    <a:pt x="927" y="351"/>
                    <a:pt x="930" y="374"/>
                  </a:cubicBezTo>
                  <a:cubicBezTo>
                    <a:pt x="930" y="374"/>
                    <a:pt x="930" y="374"/>
                    <a:pt x="930" y="374"/>
                  </a:cubicBezTo>
                  <a:cubicBezTo>
                    <a:pt x="935" y="374"/>
                    <a:pt x="940" y="374"/>
                    <a:pt x="945" y="374"/>
                  </a:cubicBezTo>
                  <a:cubicBezTo>
                    <a:pt x="943" y="351"/>
                    <a:pt x="940" y="325"/>
                    <a:pt x="938" y="299"/>
                  </a:cubicBezTo>
                  <a:cubicBezTo>
                    <a:pt x="961" y="297"/>
                    <a:pt x="979" y="294"/>
                    <a:pt x="993" y="292"/>
                  </a:cubicBezTo>
                  <a:cubicBezTo>
                    <a:pt x="996" y="322"/>
                    <a:pt x="1000" y="351"/>
                    <a:pt x="1005" y="376"/>
                  </a:cubicBezTo>
                  <a:cubicBezTo>
                    <a:pt x="1005" y="376"/>
                    <a:pt x="1005" y="376"/>
                    <a:pt x="1005" y="376"/>
                  </a:cubicBezTo>
                  <a:cubicBezTo>
                    <a:pt x="1010" y="376"/>
                    <a:pt x="1016" y="375"/>
                    <a:pt x="1021" y="375"/>
                  </a:cubicBezTo>
                  <a:cubicBezTo>
                    <a:pt x="1016" y="352"/>
                    <a:pt x="1011" y="323"/>
                    <a:pt x="1008" y="290"/>
                  </a:cubicBezTo>
                  <a:cubicBezTo>
                    <a:pt x="1015" y="289"/>
                    <a:pt x="1021" y="288"/>
                    <a:pt x="1028" y="288"/>
                  </a:cubicBezTo>
                  <a:cubicBezTo>
                    <a:pt x="1046" y="287"/>
                    <a:pt x="1059" y="287"/>
                    <a:pt x="1069" y="289"/>
                  </a:cubicBezTo>
                  <a:cubicBezTo>
                    <a:pt x="1073" y="317"/>
                    <a:pt x="1076" y="345"/>
                    <a:pt x="1081" y="372"/>
                  </a:cubicBezTo>
                  <a:cubicBezTo>
                    <a:pt x="1081" y="372"/>
                    <a:pt x="1082" y="372"/>
                    <a:pt x="1083" y="372"/>
                  </a:cubicBezTo>
                  <a:cubicBezTo>
                    <a:pt x="1085" y="372"/>
                    <a:pt x="1088" y="371"/>
                    <a:pt x="1090" y="371"/>
                  </a:cubicBezTo>
                  <a:cubicBezTo>
                    <a:pt x="1090" y="371"/>
                    <a:pt x="1090" y="371"/>
                    <a:pt x="1090" y="371"/>
                  </a:cubicBezTo>
                  <a:cubicBezTo>
                    <a:pt x="1092" y="370"/>
                    <a:pt x="1094" y="370"/>
                    <a:pt x="1096" y="369"/>
                  </a:cubicBezTo>
                  <a:cubicBezTo>
                    <a:pt x="1092" y="344"/>
                    <a:pt x="1088" y="318"/>
                    <a:pt x="1085" y="291"/>
                  </a:cubicBezTo>
                  <a:cubicBezTo>
                    <a:pt x="1087" y="291"/>
                    <a:pt x="1088" y="292"/>
                    <a:pt x="1089" y="292"/>
                  </a:cubicBezTo>
                  <a:cubicBezTo>
                    <a:pt x="1110" y="295"/>
                    <a:pt x="1110" y="295"/>
                    <a:pt x="1110" y="295"/>
                  </a:cubicBezTo>
                  <a:cubicBezTo>
                    <a:pt x="1119" y="296"/>
                    <a:pt x="1127" y="294"/>
                    <a:pt x="1133" y="291"/>
                  </a:cubicBezTo>
                  <a:cubicBezTo>
                    <a:pt x="1136" y="305"/>
                    <a:pt x="1139" y="319"/>
                    <a:pt x="1143" y="333"/>
                  </a:cubicBezTo>
                  <a:cubicBezTo>
                    <a:pt x="1148" y="333"/>
                    <a:pt x="1153" y="333"/>
                    <a:pt x="1160" y="334"/>
                  </a:cubicBezTo>
                  <a:cubicBezTo>
                    <a:pt x="1155" y="318"/>
                    <a:pt x="1151" y="302"/>
                    <a:pt x="1148" y="285"/>
                  </a:cubicBezTo>
                  <a:cubicBezTo>
                    <a:pt x="1157" y="282"/>
                    <a:pt x="1167" y="280"/>
                    <a:pt x="1182" y="282"/>
                  </a:cubicBezTo>
                  <a:cubicBezTo>
                    <a:pt x="1193" y="284"/>
                    <a:pt x="1203" y="286"/>
                    <a:pt x="1212" y="288"/>
                  </a:cubicBezTo>
                  <a:cubicBezTo>
                    <a:pt x="1216" y="308"/>
                    <a:pt x="1220" y="328"/>
                    <a:pt x="1226" y="348"/>
                  </a:cubicBezTo>
                  <a:cubicBezTo>
                    <a:pt x="1231" y="350"/>
                    <a:pt x="1237" y="351"/>
                    <a:pt x="1243" y="353"/>
                  </a:cubicBezTo>
                  <a:cubicBezTo>
                    <a:pt x="1237" y="332"/>
                    <a:pt x="1233" y="312"/>
                    <a:pt x="1229" y="292"/>
                  </a:cubicBezTo>
                  <a:cubicBezTo>
                    <a:pt x="1249" y="297"/>
                    <a:pt x="1267" y="301"/>
                    <a:pt x="1283" y="298"/>
                  </a:cubicBezTo>
                  <a:close/>
                  <a:moveTo>
                    <a:pt x="314" y="46"/>
                  </a:moveTo>
                  <a:cubicBezTo>
                    <a:pt x="319" y="46"/>
                    <a:pt x="324" y="46"/>
                    <a:pt x="330" y="47"/>
                  </a:cubicBezTo>
                  <a:cubicBezTo>
                    <a:pt x="332" y="55"/>
                    <a:pt x="333" y="66"/>
                    <a:pt x="335" y="80"/>
                  </a:cubicBezTo>
                  <a:cubicBezTo>
                    <a:pt x="312" y="79"/>
                    <a:pt x="294" y="78"/>
                    <a:pt x="279" y="78"/>
                  </a:cubicBezTo>
                  <a:cubicBezTo>
                    <a:pt x="277" y="66"/>
                    <a:pt x="274" y="54"/>
                    <a:pt x="272" y="45"/>
                  </a:cubicBezTo>
                  <a:cubicBezTo>
                    <a:pt x="286" y="45"/>
                    <a:pt x="301" y="45"/>
                    <a:pt x="314" y="46"/>
                  </a:cubicBezTo>
                  <a:close/>
                  <a:moveTo>
                    <a:pt x="256" y="46"/>
                  </a:moveTo>
                  <a:cubicBezTo>
                    <a:pt x="258" y="55"/>
                    <a:pt x="261" y="66"/>
                    <a:pt x="263" y="78"/>
                  </a:cubicBezTo>
                  <a:cubicBezTo>
                    <a:pt x="245" y="79"/>
                    <a:pt x="229" y="80"/>
                    <a:pt x="209" y="82"/>
                  </a:cubicBezTo>
                  <a:cubicBezTo>
                    <a:pt x="206" y="82"/>
                    <a:pt x="206" y="82"/>
                    <a:pt x="206" y="82"/>
                  </a:cubicBezTo>
                  <a:cubicBezTo>
                    <a:pt x="204" y="71"/>
                    <a:pt x="201" y="60"/>
                    <a:pt x="199" y="50"/>
                  </a:cubicBezTo>
                  <a:cubicBezTo>
                    <a:pt x="218" y="48"/>
                    <a:pt x="237" y="47"/>
                    <a:pt x="256" y="46"/>
                  </a:cubicBezTo>
                  <a:close/>
                  <a:moveTo>
                    <a:pt x="193" y="99"/>
                  </a:moveTo>
                  <a:cubicBezTo>
                    <a:pt x="197" y="116"/>
                    <a:pt x="200" y="134"/>
                    <a:pt x="203" y="153"/>
                  </a:cubicBezTo>
                  <a:cubicBezTo>
                    <a:pt x="180" y="156"/>
                    <a:pt x="160" y="159"/>
                    <a:pt x="142" y="161"/>
                  </a:cubicBezTo>
                  <a:cubicBezTo>
                    <a:pt x="140" y="148"/>
                    <a:pt x="138" y="136"/>
                    <a:pt x="135" y="124"/>
                  </a:cubicBezTo>
                  <a:cubicBezTo>
                    <a:pt x="134" y="118"/>
                    <a:pt x="134" y="113"/>
                    <a:pt x="133" y="108"/>
                  </a:cubicBezTo>
                  <a:cubicBezTo>
                    <a:pt x="139" y="107"/>
                    <a:pt x="145" y="106"/>
                    <a:pt x="152" y="105"/>
                  </a:cubicBezTo>
                  <a:cubicBezTo>
                    <a:pt x="166" y="103"/>
                    <a:pt x="180" y="100"/>
                    <a:pt x="193" y="99"/>
                  </a:cubicBezTo>
                  <a:close/>
                  <a:moveTo>
                    <a:pt x="138" y="240"/>
                  </a:moveTo>
                  <a:cubicBezTo>
                    <a:pt x="121" y="244"/>
                    <a:pt x="111" y="244"/>
                    <a:pt x="103" y="236"/>
                  </a:cubicBezTo>
                  <a:cubicBezTo>
                    <a:pt x="97" y="219"/>
                    <a:pt x="80" y="210"/>
                    <a:pt x="60" y="206"/>
                  </a:cubicBezTo>
                  <a:cubicBezTo>
                    <a:pt x="61" y="193"/>
                    <a:pt x="62" y="181"/>
                    <a:pt x="62" y="168"/>
                  </a:cubicBezTo>
                  <a:cubicBezTo>
                    <a:pt x="68" y="171"/>
                    <a:pt x="73" y="175"/>
                    <a:pt x="78" y="181"/>
                  </a:cubicBezTo>
                  <a:cubicBezTo>
                    <a:pt x="80" y="183"/>
                    <a:pt x="80" y="183"/>
                    <a:pt x="80" y="183"/>
                  </a:cubicBezTo>
                  <a:cubicBezTo>
                    <a:pt x="83" y="184"/>
                    <a:pt x="83" y="184"/>
                    <a:pt x="83" y="184"/>
                  </a:cubicBezTo>
                  <a:cubicBezTo>
                    <a:pt x="93" y="184"/>
                    <a:pt x="108" y="182"/>
                    <a:pt x="129" y="179"/>
                  </a:cubicBezTo>
                  <a:cubicBezTo>
                    <a:pt x="132" y="198"/>
                    <a:pt x="135" y="219"/>
                    <a:pt x="138" y="240"/>
                  </a:cubicBezTo>
                  <a:close/>
                  <a:moveTo>
                    <a:pt x="183" y="51"/>
                  </a:moveTo>
                  <a:cubicBezTo>
                    <a:pt x="185" y="61"/>
                    <a:pt x="188" y="72"/>
                    <a:pt x="190" y="83"/>
                  </a:cubicBezTo>
                  <a:cubicBezTo>
                    <a:pt x="177" y="85"/>
                    <a:pt x="163" y="87"/>
                    <a:pt x="149" y="90"/>
                  </a:cubicBezTo>
                  <a:cubicBezTo>
                    <a:pt x="143" y="91"/>
                    <a:pt x="136" y="92"/>
                    <a:pt x="130" y="93"/>
                  </a:cubicBezTo>
                  <a:cubicBezTo>
                    <a:pt x="128" y="79"/>
                    <a:pt x="126" y="66"/>
                    <a:pt x="125" y="56"/>
                  </a:cubicBezTo>
                  <a:cubicBezTo>
                    <a:pt x="143" y="55"/>
                    <a:pt x="163" y="53"/>
                    <a:pt x="183" y="51"/>
                  </a:cubicBezTo>
                  <a:close/>
                  <a:moveTo>
                    <a:pt x="117" y="111"/>
                  </a:moveTo>
                  <a:cubicBezTo>
                    <a:pt x="118" y="116"/>
                    <a:pt x="119" y="121"/>
                    <a:pt x="120" y="126"/>
                  </a:cubicBezTo>
                  <a:cubicBezTo>
                    <a:pt x="122" y="138"/>
                    <a:pt x="124" y="151"/>
                    <a:pt x="127" y="164"/>
                  </a:cubicBezTo>
                  <a:cubicBezTo>
                    <a:pt x="109" y="166"/>
                    <a:pt x="95" y="168"/>
                    <a:pt x="87" y="168"/>
                  </a:cubicBezTo>
                  <a:cubicBezTo>
                    <a:pt x="79" y="160"/>
                    <a:pt x="71" y="155"/>
                    <a:pt x="63" y="152"/>
                  </a:cubicBezTo>
                  <a:cubicBezTo>
                    <a:pt x="63" y="138"/>
                    <a:pt x="63" y="125"/>
                    <a:pt x="63" y="112"/>
                  </a:cubicBezTo>
                  <a:cubicBezTo>
                    <a:pt x="80" y="114"/>
                    <a:pt x="98" y="113"/>
                    <a:pt x="117" y="111"/>
                  </a:cubicBezTo>
                  <a:close/>
                  <a:moveTo>
                    <a:pt x="109" y="56"/>
                  </a:moveTo>
                  <a:cubicBezTo>
                    <a:pt x="110" y="67"/>
                    <a:pt x="112" y="80"/>
                    <a:pt x="115" y="95"/>
                  </a:cubicBezTo>
                  <a:cubicBezTo>
                    <a:pt x="96" y="98"/>
                    <a:pt x="78" y="99"/>
                    <a:pt x="63" y="96"/>
                  </a:cubicBezTo>
                  <a:cubicBezTo>
                    <a:pt x="62" y="81"/>
                    <a:pt x="61" y="66"/>
                    <a:pt x="60" y="52"/>
                  </a:cubicBezTo>
                  <a:cubicBezTo>
                    <a:pt x="74" y="55"/>
                    <a:pt x="91" y="56"/>
                    <a:pt x="109" y="56"/>
                  </a:cubicBezTo>
                  <a:close/>
                  <a:moveTo>
                    <a:pt x="109" y="290"/>
                  </a:moveTo>
                  <a:cubicBezTo>
                    <a:pt x="102" y="270"/>
                    <a:pt x="81" y="260"/>
                    <a:pt x="55" y="257"/>
                  </a:cubicBezTo>
                  <a:cubicBezTo>
                    <a:pt x="56" y="245"/>
                    <a:pt x="58" y="233"/>
                    <a:pt x="59" y="221"/>
                  </a:cubicBezTo>
                  <a:cubicBezTo>
                    <a:pt x="74" y="225"/>
                    <a:pt x="86" y="232"/>
                    <a:pt x="89" y="243"/>
                  </a:cubicBezTo>
                  <a:cubicBezTo>
                    <a:pt x="90" y="245"/>
                    <a:pt x="90" y="245"/>
                    <a:pt x="90" y="245"/>
                  </a:cubicBezTo>
                  <a:cubicBezTo>
                    <a:pt x="91" y="246"/>
                    <a:pt x="91" y="246"/>
                    <a:pt x="91" y="246"/>
                  </a:cubicBezTo>
                  <a:cubicBezTo>
                    <a:pt x="103" y="260"/>
                    <a:pt x="120" y="261"/>
                    <a:pt x="140" y="255"/>
                  </a:cubicBezTo>
                  <a:cubicBezTo>
                    <a:pt x="142" y="273"/>
                    <a:pt x="144" y="290"/>
                    <a:pt x="145" y="308"/>
                  </a:cubicBezTo>
                  <a:cubicBezTo>
                    <a:pt x="122" y="310"/>
                    <a:pt x="114" y="304"/>
                    <a:pt x="109" y="290"/>
                  </a:cubicBezTo>
                  <a:close/>
                  <a:moveTo>
                    <a:pt x="145" y="177"/>
                  </a:moveTo>
                  <a:cubicBezTo>
                    <a:pt x="162" y="174"/>
                    <a:pt x="183" y="171"/>
                    <a:pt x="205" y="169"/>
                  </a:cubicBezTo>
                  <a:cubicBezTo>
                    <a:pt x="208" y="185"/>
                    <a:pt x="210" y="201"/>
                    <a:pt x="212" y="218"/>
                  </a:cubicBezTo>
                  <a:cubicBezTo>
                    <a:pt x="212" y="218"/>
                    <a:pt x="212" y="218"/>
                    <a:pt x="212" y="218"/>
                  </a:cubicBezTo>
                  <a:cubicBezTo>
                    <a:pt x="193" y="222"/>
                    <a:pt x="178" y="227"/>
                    <a:pt x="164" y="232"/>
                  </a:cubicBezTo>
                  <a:cubicBezTo>
                    <a:pt x="160" y="233"/>
                    <a:pt x="157" y="234"/>
                    <a:pt x="153" y="235"/>
                  </a:cubicBezTo>
                  <a:cubicBezTo>
                    <a:pt x="151" y="215"/>
                    <a:pt x="148" y="195"/>
                    <a:pt x="145" y="177"/>
                  </a:cubicBezTo>
                  <a:close/>
                  <a:moveTo>
                    <a:pt x="193" y="298"/>
                  </a:moveTo>
                  <a:cubicBezTo>
                    <a:pt x="181" y="302"/>
                    <a:pt x="170" y="304"/>
                    <a:pt x="161" y="306"/>
                  </a:cubicBezTo>
                  <a:cubicBezTo>
                    <a:pt x="159" y="287"/>
                    <a:pt x="157" y="269"/>
                    <a:pt x="155" y="251"/>
                  </a:cubicBezTo>
                  <a:cubicBezTo>
                    <a:pt x="160" y="250"/>
                    <a:pt x="164" y="248"/>
                    <a:pt x="169" y="247"/>
                  </a:cubicBezTo>
                  <a:cubicBezTo>
                    <a:pt x="182" y="242"/>
                    <a:pt x="197" y="238"/>
                    <a:pt x="214" y="233"/>
                  </a:cubicBezTo>
                  <a:cubicBezTo>
                    <a:pt x="216" y="253"/>
                    <a:pt x="218" y="273"/>
                    <a:pt x="219" y="292"/>
                  </a:cubicBezTo>
                  <a:cubicBezTo>
                    <a:pt x="210" y="294"/>
                    <a:pt x="202" y="296"/>
                    <a:pt x="193" y="298"/>
                  </a:cubicBezTo>
                  <a:close/>
                  <a:moveTo>
                    <a:pt x="219" y="152"/>
                  </a:moveTo>
                  <a:cubicBezTo>
                    <a:pt x="216" y="133"/>
                    <a:pt x="212" y="115"/>
                    <a:pt x="209" y="97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30" y="96"/>
                    <a:pt x="247" y="94"/>
                    <a:pt x="266" y="94"/>
                  </a:cubicBezTo>
                  <a:cubicBezTo>
                    <a:pt x="269" y="111"/>
                    <a:pt x="272" y="129"/>
                    <a:pt x="274" y="149"/>
                  </a:cubicBezTo>
                  <a:cubicBezTo>
                    <a:pt x="255" y="149"/>
                    <a:pt x="236" y="150"/>
                    <a:pt x="219" y="152"/>
                  </a:cubicBezTo>
                  <a:close/>
                  <a:moveTo>
                    <a:pt x="221" y="167"/>
                  </a:moveTo>
                  <a:cubicBezTo>
                    <a:pt x="239" y="166"/>
                    <a:pt x="257" y="165"/>
                    <a:pt x="276" y="165"/>
                  </a:cubicBezTo>
                  <a:cubicBezTo>
                    <a:pt x="278" y="179"/>
                    <a:pt x="279" y="194"/>
                    <a:pt x="281" y="209"/>
                  </a:cubicBezTo>
                  <a:cubicBezTo>
                    <a:pt x="260" y="210"/>
                    <a:pt x="242" y="212"/>
                    <a:pt x="227" y="215"/>
                  </a:cubicBezTo>
                  <a:cubicBezTo>
                    <a:pt x="225" y="199"/>
                    <a:pt x="223" y="183"/>
                    <a:pt x="221" y="167"/>
                  </a:cubicBezTo>
                  <a:close/>
                  <a:moveTo>
                    <a:pt x="235" y="290"/>
                  </a:moveTo>
                  <a:cubicBezTo>
                    <a:pt x="233" y="270"/>
                    <a:pt x="231" y="250"/>
                    <a:pt x="229" y="230"/>
                  </a:cubicBezTo>
                  <a:cubicBezTo>
                    <a:pt x="243" y="228"/>
                    <a:pt x="260" y="226"/>
                    <a:pt x="282" y="224"/>
                  </a:cubicBezTo>
                  <a:cubicBezTo>
                    <a:pt x="284" y="244"/>
                    <a:pt x="286" y="265"/>
                    <a:pt x="287" y="284"/>
                  </a:cubicBezTo>
                  <a:cubicBezTo>
                    <a:pt x="267" y="286"/>
                    <a:pt x="250" y="288"/>
                    <a:pt x="235" y="290"/>
                  </a:cubicBezTo>
                  <a:close/>
                  <a:moveTo>
                    <a:pt x="290" y="149"/>
                  </a:moveTo>
                  <a:cubicBezTo>
                    <a:pt x="287" y="129"/>
                    <a:pt x="285" y="111"/>
                    <a:pt x="282" y="94"/>
                  </a:cubicBezTo>
                  <a:cubicBezTo>
                    <a:pt x="297" y="94"/>
                    <a:pt x="315" y="94"/>
                    <a:pt x="337" y="95"/>
                  </a:cubicBezTo>
                  <a:cubicBezTo>
                    <a:pt x="339" y="112"/>
                    <a:pt x="340" y="131"/>
                    <a:pt x="342" y="151"/>
                  </a:cubicBezTo>
                  <a:cubicBezTo>
                    <a:pt x="329" y="151"/>
                    <a:pt x="315" y="150"/>
                    <a:pt x="302" y="150"/>
                  </a:cubicBezTo>
                  <a:cubicBezTo>
                    <a:pt x="298" y="150"/>
                    <a:pt x="294" y="150"/>
                    <a:pt x="290" y="149"/>
                  </a:cubicBezTo>
                  <a:close/>
                  <a:moveTo>
                    <a:pt x="292" y="165"/>
                  </a:moveTo>
                  <a:cubicBezTo>
                    <a:pt x="295" y="165"/>
                    <a:pt x="298" y="165"/>
                    <a:pt x="302" y="165"/>
                  </a:cubicBezTo>
                  <a:cubicBezTo>
                    <a:pt x="315" y="166"/>
                    <a:pt x="329" y="167"/>
                    <a:pt x="343" y="167"/>
                  </a:cubicBezTo>
                  <a:cubicBezTo>
                    <a:pt x="344" y="180"/>
                    <a:pt x="345" y="193"/>
                    <a:pt x="346" y="206"/>
                  </a:cubicBezTo>
                  <a:cubicBezTo>
                    <a:pt x="329" y="206"/>
                    <a:pt x="312" y="207"/>
                    <a:pt x="296" y="208"/>
                  </a:cubicBezTo>
                  <a:cubicBezTo>
                    <a:pt x="295" y="193"/>
                    <a:pt x="294" y="179"/>
                    <a:pt x="292" y="165"/>
                  </a:cubicBezTo>
                  <a:close/>
                  <a:moveTo>
                    <a:pt x="303" y="283"/>
                  </a:moveTo>
                  <a:cubicBezTo>
                    <a:pt x="301" y="263"/>
                    <a:pt x="300" y="243"/>
                    <a:pt x="298" y="223"/>
                  </a:cubicBezTo>
                  <a:cubicBezTo>
                    <a:pt x="313" y="222"/>
                    <a:pt x="329" y="222"/>
                    <a:pt x="347" y="221"/>
                  </a:cubicBezTo>
                  <a:cubicBezTo>
                    <a:pt x="349" y="241"/>
                    <a:pt x="350" y="261"/>
                    <a:pt x="351" y="281"/>
                  </a:cubicBezTo>
                  <a:cubicBezTo>
                    <a:pt x="333" y="281"/>
                    <a:pt x="317" y="282"/>
                    <a:pt x="303" y="283"/>
                  </a:cubicBezTo>
                  <a:close/>
                  <a:moveTo>
                    <a:pt x="351" y="80"/>
                  </a:moveTo>
                  <a:cubicBezTo>
                    <a:pt x="349" y="67"/>
                    <a:pt x="348" y="56"/>
                    <a:pt x="346" y="47"/>
                  </a:cubicBezTo>
                  <a:cubicBezTo>
                    <a:pt x="362" y="48"/>
                    <a:pt x="381" y="48"/>
                    <a:pt x="401" y="48"/>
                  </a:cubicBezTo>
                  <a:cubicBezTo>
                    <a:pt x="403" y="58"/>
                    <a:pt x="405" y="70"/>
                    <a:pt x="407" y="84"/>
                  </a:cubicBezTo>
                  <a:cubicBezTo>
                    <a:pt x="385" y="82"/>
                    <a:pt x="367" y="81"/>
                    <a:pt x="351" y="80"/>
                  </a:cubicBezTo>
                  <a:close/>
                  <a:moveTo>
                    <a:pt x="353" y="96"/>
                  </a:moveTo>
                  <a:cubicBezTo>
                    <a:pt x="369" y="97"/>
                    <a:pt x="387" y="98"/>
                    <a:pt x="409" y="100"/>
                  </a:cubicBezTo>
                  <a:cubicBezTo>
                    <a:pt x="410" y="116"/>
                    <a:pt x="412" y="133"/>
                    <a:pt x="413" y="152"/>
                  </a:cubicBezTo>
                  <a:cubicBezTo>
                    <a:pt x="394" y="152"/>
                    <a:pt x="376" y="152"/>
                    <a:pt x="358" y="152"/>
                  </a:cubicBezTo>
                  <a:cubicBezTo>
                    <a:pt x="356" y="132"/>
                    <a:pt x="354" y="113"/>
                    <a:pt x="353" y="96"/>
                  </a:cubicBezTo>
                  <a:close/>
                  <a:moveTo>
                    <a:pt x="359" y="167"/>
                  </a:moveTo>
                  <a:cubicBezTo>
                    <a:pt x="377" y="168"/>
                    <a:pt x="396" y="168"/>
                    <a:pt x="414" y="168"/>
                  </a:cubicBezTo>
                  <a:cubicBezTo>
                    <a:pt x="415" y="180"/>
                    <a:pt x="415" y="192"/>
                    <a:pt x="416" y="204"/>
                  </a:cubicBezTo>
                  <a:cubicBezTo>
                    <a:pt x="398" y="204"/>
                    <a:pt x="380" y="205"/>
                    <a:pt x="362" y="205"/>
                  </a:cubicBezTo>
                  <a:cubicBezTo>
                    <a:pt x="361" y="192"/>
                    <a:pt x="360" y="180"/>
                    <a:pt x="359" y="167"/>
                  </a:cubicBezTo>
                  <a:close/>
                  <a:moveTo>
                    <a:pt x="367" y="280"/>
                  </a:moveTo>
                  <a:cubicBezTo>
                    <a:pt x="366" y="261"/>
                    <a:pt x="364" y="241"/>
                    <a:pt x="363" y="221"/>
                  </a:cubicBezTo>
                  <a:cubicBezTo>
                    <a:pt x="380" y="220"/>
                    <a:pt x="398" y="220"/>
                    <a:pt x="417" y="220"/>
                  </a:cubicBezTo>
                  <a:cubicBezTo>
                    <a:pt x="418" y="239"/>
                    <a:pt x="418" y="259"/>
                    <a:pt x="419" y="278"/>
                  </a:cubicBezTo>
                  <a:cubicBezTo>
                    <a:pt x="400" y="278"/>
                    <a:pt x="383" y="279"/>
                    <a:pt x="367" y="280"/>
                  </a:cubicBezTo>
                  <a:close/>
                  <a:moveTo>
                    <a:pt x="417" y="48"/>
                  </a:moveTo>
                  <a:cubicBezTo>
                    <a:pt x="435" y="48"/>
                    <a:pt x="454" y="48"/>
                    <a:pt x="474" y="48"/>
                  </a:cubicBezTo>
                  <a:cubicBezTo>
                    <a:pt x="475" y="58"/>
                    <a:pt x="476" y="73"/>
                    <a:pt x="478" y="89"/>
                  </a:cubicBezTo>
                  <a:cubicBezTo>
                    <a:pt x="457" y="88"/>
                    <a:pt x="439" y="86"/>
                    <a:pt x="423" y="85"/>
                  </a:cubicBezTo>
                  <a:cubicBezTo>
                    <a:pt x="421" y="71"/>
                    <a:pt x="419" y="58"/>
                    <a:pt x="417" y="48"/>
                  </a:cubicBezTo>
                  <a:close/>
                  <a:moveTo>
                    <a:pt x="424" y="101"/>
                  </a:moveTo>
                  <a:cubicBezTo>
                    <a:pt x="441" y="102"/>
                    <a:pt x="459" y="103"/>
                    <a:pt x="479" y="105"/>
                  </a:cubicBezTo>
                  <a:cubicBezTo>
                    <a:pt x="480" y="119"/>
                    <a:pt x="481" y="135"/>
                    <a:pt x="482" y="151"/>
                  </a:cubicBezTo>
                  <a:cubicBezTo>
                    <a:pt x="464" y="152"/>
                    <a:pt x="446" y="152"/>
                    <a:pt x="429" y="152"/>
                  </a:cubicBezTo>
                  <a:cubicBezTo>
                    <a:pt x="427" y="134"/>
                    <a:pt x="426" y="117"/>
                    <a:pt x="424" y="101"/>
                  </a:cubicBezTo>
                  <a:close/>
                  <a:moveTo>
                    <a:pt x="430" y="168"/>
                  </a:moveTo>
                  <a:cubicBezTo>
                    <a:pt x="447" y="167"/>
                    <a:pt x="465" y="167"/>
                    <a:pt x="483" y="167"/>
                  </a:cubicBezTo>
                  <a:cubicBezTo>
                    <a:pt x="484" y="179"/>
                    <a:pt x="485" y="191"/>
                    <a:pt x="485" y="204"/>
                  </a:cubicBezTo>
                  <a:cubicBezTo>
                    <a:pt x="468" y="204"/>
                    <a:pt x="450" y="204"/>
                    <a:pt x="432" y="204"/>
                  </a:cubicBezTo>
                  <a:cubicBezTo>
                    <a:pt x="431" y="192"/>
                    <a:pt x="430" y="180"/>
                    <a:pt x="430" y="168"/>
                  </a:cubicBezTo>
                  <a:close/>
                  <a:moveTo>
                    <a:pt x="435" y="277"/>
                  </a:moveTo>
                  <a:cubicBezTo>
                    <a:pt x="434" y="258"/>
                    <a:pt x="433" y="239"/>
                    <a:pt x="432" y="220"/>
                  </a:cubicBezTo>
                  <a:cubicBezTo>
                    <a:pt x="450" y="219"/>
                    <a:pt x="467" y="219"/>
                    <a:pt x="486" y="219"/>
                  </a:cubicBezTo>
                  <a:cubicBezTo>
                    <a:pt x="487" y="238"/>
                    <a:pt x="488" y="257"/>
                    <a:pt x="489" y="275"/>
                  </a:cubicBezTo>
                  <a:cubicBezTo>
                    <a:pt x="473" y="276"/>
                    <a:pt x="455" y="276"/>
                    <a:pt x="435" y="277"/>
                  </a:cubicBezTo>
                  <a:close/>
                  <a:moveTo>
                    <a:pt x="490" y="48"/>
                  </a:moveTo>
                  <a:cubicBezTo>
                    <a:pt x="509" y="48"/>
                    <a:pt x="529" y="47"/>
                    <a:pt x="549" y="47"/>
                  </a:cubicBezTo>
                  <a:cubicBezTo>
                    <a:pt x="549" y="59"/>
                    <a:pt x="550" y="75"/>
                    <a:pt x="551" y="94"/>
                  </a:cubicBezTo>
                  <a:cubicBezTo>
                    <a:pt x="532" y="93"/>
                    <a:pt x="513" y="92"/>
                    <a:pt x="493" y="90"/>
                  </a:cubicBezTo>
                  <a:cubicBezTo>
                    <a:pt x="492" y="73"/>
                    <a:pt x="491" y="59"/>
                    <a:pt x="490" y="48"/>
                  </a:cubicBezTo>
                  <a:close/>
                  <a:moveTo>
                    <a:pt x="495" y="106"/>
                  </a:moveTo>
                  <a:cubicBezTo>
                    <a:pt x="514" y="108"/>
                    <a:pt x="533" y="109"/>
                    <a:pt x="551" y="109"/>
                  </a:cubicBezTo>
                  <a:cubicBezTo>
                    <a:pt x="552" y="122"/>
                    <a:pt x="552" y="136"/>
                    <a:pt x="552" y="151"/>
                  </a:cubicBezTo>
                  <a:cubicBezTo>
                    <a:pt x="512" y="151"/>
                    <a:pt x="512" y="151"/>
                    <a:pt x="512" y="151"/>
                  </a:cubicBezTo>
                  <a:cubicBezTo>
                    <a:pt x="507" y="151"/>
                    <a:pt x="503" y="151"/>
                    <a:pt x="498" y="151"/>
                  </a:cubicBezTo>
                  <a:cubicBezTo>
                    <a:pt x="497" y="135"/>
                    <a:pt x="496" y="120"/>
                    <a:pt x="495" y="106"/>
                  </a:cubicBezTo>
                  <a:close/>
                  <a:moveTo>
                    <a:pt x="499" y="167"/>
                  </a:moveTo>
                  <a:cubicBezTo>
                    <a:pt x="503" y="167"/>
                    <a:pt x="508" y="167"/>
                    <a:pt x="512" y="167"/>
                  </a:cubicBezTo>
                  <a:cubicBezTo>
                    <a:pt x="553" y="166"/>
                    <a:pt x="553" y="166"/>
                    <a:pt x="553" y="166"/>
                  </a:cubicBezTo>
                  <a:cubicBezTo>
                    <a:pt x="553" y="179"/>
                    <a:pt x="553" y="192"/>
                    <a:pt x="554" y="204"/>
                  </a:cubicBezTo>
                  <a:cubicBezTo>
                    <a:pt x="537" y="204"/>
                    <a:pt x="519" y="204"/>
                    <a:pt x="501" y="204"/>
                  </a:cubicBezTo>
                  <a:cubicBezTo>
                    <a:pt x="500" y="191"/>
                    <a:pt x="499" y="179"/>
                    <a:pt x="499" y="167"/>
                  </a:cubicBezTo>
                  <a:close/>
                  <a:moveTo>
                    <a:pt x="505" y="275"/>
                  </a:moveTo>
                  <a:cubicBezTo>
                    <a:pt x="504" y="257"/>
                    <a:pt x="503" y="238"/>
                    <a:pt x="502" y="220"/>
                  </a:cubicBezTo>
                  <a:cubicBezTo>
                    <a:pt x="519" y="220"/>
                    <a:pt x="536" y="220"/>
                    <a:pt x="554" y="220"/>
                  </a:cubicBezTo>
                  <a:cubicBezTo>
                    <a:pt x="554" y="239"/>
                    <a:pt x="555" y="257"/>
                    <a:pt x="555" y="275"/>
                  </a:cubicBezTo>
                  <a:cubicBezTo>
                    <a:pt x="539" y="275"/>
                    <a:pt x="522" y="275"/>
                    <a:pt x="505" y="275"/>
                  </a:cubicBezTo>
                  <a:close/>
                  <a:moveTo>
                    <a:pt x="617" y="278"/>
                  </a:moveTo>
                  <a:cubicBezTo>
                    <a:pt x="601" y="277"/>
                    <a:pt x="585" y="276"/>
                    <a:pt x="570" y="276"/>
                  </a:cubicBezTo>
                  <a:cubicBezTo>
                    <a:pt x="570" y="258"/>
                    <a:pt x="570" y="239"/>
                    <a:pt x="570" y="220"/>
                  </a:cubicBezTo>
                  <a:cubicBezTo>
                    <a:pt x="585" y="220"/>
                    <a:pt x="601" y="221"/>
                    <a:pt x="618" y="221"/>
                  </a:cubicBezTo>
                  <a:cubicBezTo>
                    <a:pt x="618" y="240"/>
                    <a:pt x="617" y="259"/>
                    <a:pt x="617" y="278"/>
                  </a:cubicBezTo>
                  <a:close/>
                  <a:moveTo>
                    <a:pt x="618" y="206"/>
                  </a:moveTo>
                  <a:cubicBezTo>
                    <a:pt x="603" y="205"/>
                    <a:pt x="587" y="205"/>
                    <a:pt x="569" y="205"/>
                  </a:cubicBezTo>
                  <a:cubicBezTo>
                    <a:pt x="569" y="192"/>
                    <a:pt x="569" y="179"/>
                    <a:pt x="569" y="166"/>
                  </a:cubicBezTo>
                  <a:cubicBezTo>
                    <a:pt x="619" y="165"/>
                    <a:pt x="619" y="165"/>
                    <a:pt x="619" y="165"/>
                  </a:cubicBezTo>
                  <a:cubicBezTo>
                    <a:pt x="619" y="179"/>
                    <a:pt x="619" y="192"/>
                    <a:pt x="618" y="206"/>
                  </a:cubicBezTo>
                  <a:close/>
                  <a:moveTo>
                    <a:pt x="620" y="146"/>
                  </a:moveTo>
                  <a:cubicBezTo>
                    <a:pt x="620" y="147"/>
                    <a:pt x="620" y="148"/>
                    <a:pt x="620" y="150"/>
                  </a:cubicBezTo>
                  <a:cubicBezTo>
                    <a:pt x="568" y="150"/>
                    <a:pt x="568" y="150"/>
                    <a:pt x="568" y="150"/>
                  </a:cubicBezTo>
                  <a:cubicBezTo>
                    <a:pt x="568" y="136"/>
                    <a:pt x="567" y="123"/>
                    <a:pt x="567" y="110"/>
                  </a:cubicBezTo>
                  <a:cubicBezTo>
                    <a:pt x="585" y="110"/>
                    <a:pt x="603" y="111"/>
                    <a:pt x="621" y="111"/>
                  </a:cubicBezTo>
                  <a:cubicBezTo>
                    <a:pt x="621" y="122"/>
                    <a:pt x="620" y="133"/>
                    <a:pt x="620" y="146"/>
                  </a:cubicBezTo>
                  <a:close/>
                  <a:moveTo>
                    <a:pt x="621" y="95"/>
                  </a:moveTo>
                  <a:cubicBezTo>
                    <a:pt x="603" y="95"/>
                    <a:pt x="585" y="95"/>
                    <a:pt x="566" y="94"/>
                  </a:cubicBezTo>
                  <a:cubicBezTo>
                    <a:pt x="566" y="75"/>
                    <a:pt x="565" y="59"/>
                    <a:pt x="564" y="47"/>
                  </a:cubicBezTo>
                  <a:cubicBezTo>
                    <a:pt x="583" y="47"/>
                    <a:pt x="602" y="46"/>
                    <a:pt x="621" y="46"/>
                  </a:cubicBezTo>
                  <a:cubicBezTo>
                    <a:pt x="622" y="58"/>
                    <a:pt x="622" y="75"/>
                    <a:pt x="621" y="95"/>
                  </a:cubicBezTo>
                  <a:close/>
                  <a:moveTo>
                    <a:pt x="662" y="280"/>
                  </a:moveTo>
                  <a:cubicBezTo>
                    <a:pt x="652" y="279"/>
                    <a:pt x="642" y="279"/>
                    <a:pt x="633" y="278"/>
                  </a:cubicBezTo>
                  <a:cubicBezTo>
                    <a:pt x="633" y="260"/>
                    <a:pt x="633" y="240"/>
                    <a:pt x="634" y="221"/>
                  </a:cubicBezTo>
                  <a:cubicBezTo>
                    <a:pt x="649" y="222"/>
                    <a:pt x="665" y="222"/>
                    <a:pt x="681" y="223"/>
                  </a:cubicBezTo>
                  <a:cubicBezTo>
                    <a:pt x="685" y="223"/>
                    <a:pt x="688" y="223"/>
                    <a:pt x="692" y="223"/>
                  </a:cubicBezTo>
                  <a:cubicBezTo>
                    <a:pt x="692" y="243"/>
                    <a:pt x="692" y="262"/>
                    <a:pt x="692" y="281"/>
                  </a:cubicBezTo>
                  <a:lnTo>
                    <a:pt x="662" y="280"/>
                  </a:lnTo>
                  <a:close/>
                  <a:moveTo>
                    <a:pt x="692" y="207"/>
                  </a:moveTo>
                  <a:cubicBezTo>
                    <a:pt x="688" y="207"/>
                    <a:pt x="685" y="207"/>
                    <a:pt x="682" y="207"/>
                  </a:cubicBezTo>
                  <a:cubicBezTo>
                    <a:pt x="669" y="207"/>
                    <a:pt x="653" y="206"/>
                    <a:pt x="634" y="206"/>
                  </a:cubicBezTo>
                  <a:cubicBezTo>
                    <a:pt x="634" y="192"/>
                    <a:pt x="635" y="178"/>
                    <a:pt x="635" y="165"/>
                  </a:cubicBezTo>
                  <a:cubicBezTo>
                    <a:pt x="655" y="165"/>
                    <a:pt x="674" y="165"/>
                    <a:pt x="692" y="165"/>
                  </a:cubicBezTo>
                  <a:cubicBezTo>
                    <a:pt x="692" y="179"/>
                    <a:pt x="692" y="193"/>
                    <a:pt x="692" y="207"/>
                  </a:cubicBezTo>
                  <a:close/>
                  <a:moveTo>
                    <a:pt x="692" y="149"/>
                  </a:moveTo>
                  <a:cubicBezTo>
                    <a:pt x="674" y="149"/>
                    <a:pt x="655" y="150"/>
                    <a:pt x="635" y="150"/>
                  </a:cubicBezTo>
                  <a:cubicBezTo>
                    <a:pt x="635" y="149"/>
                    <a:pt x="635" y="147"/>
                    <a:pt x="635" y="146"/>
                  </a:cubicBezTo>
                  <a:cubicBezTo>
                    <a:pt x="636" y="134"/>
                    <a:pt x="636" y="122"/>
                    <a:pt x="636" y="111"/>
                  </a:cubicBezTo>
                  <a:cubicBezTo>
                    <a:pt x="656" y="110"/>
                    <a:pt x="675" y="110"/>
                    <a:pt x="693" y="109"/>
                  </a:cubicBezTo>
                  <a:cubicBezTo>
                    <a:pt x="693" y="122"/>
                    <a:pt x="692" y="135"/>
                    <a:pt x="692" y="149"/>
                  </a:cubicBezTo>
                  <a:close/>
                  <a:moveTo>
                    <a:pt x="693" y="94"/>
                  </a:moveTo>
                  <a:cubicBezTo>
                    <a:pt x="675" y="94"/>
                    <a:pt x="656" y="95"/>
                    <a:pt x="637" y="95"/>
                  </a:cubicBezTo>
                  <a:cubicBezTo>
                    <a:pt x="637" y="75"/>
                    <a:pt x="637" y="58"/>
                    <a:pt x="637" y="46"/>
                  </a:cubicBezTo>
                  <a:cubicBezTo>
                    <a:pt x="656" y="46"/>
                    <a:pt x="676" y="46"/>
                    <a:pt x="695" y="46"/>
                  </a:cubicBezTo>
                  <a:cubicBezTo>
                    <a:pt x="694" y="59"/>
                    <a:pt x="694" y="75"/>
                    <a:pt x="693" y="94"/>
                  </a:cubicBezTo>
                  <a:close/>
                  <a:moveTo>
                    <a:pt x="756" y="284"/>
                  </a:moveTo>
                  <a:cubicBezTo>
                    <a:pt x="707" y="282"/>
                    <a:pt x="707" y="282"/>
                    <a:pt x="707" y="282"/>
                  </a:cubicBezTo>
                  <a:cubicBezTo>
                    <a:pt x="707" y="263"/>
                    <a:pt x="707" y="243"/>
                    <a:pt x="707" y="223"/>
                  </a:cubicBezTo>
                  <a:cubicBezTo>
                    <a:pt x="724" y="223"/>
                    <a:pt x="741" y="223"/>
                    <a:pt x="757" y="223"/>
                  </a:cubicBezTo>
                  <a:cubicBezTo>
                    <a:pt x="757" y="244"/>
                    <a:pt x="756" y="265"/>
                    <a:pt x="756" y="284"/>
                  </a:cubicBezTo>
                  <a:close/>
                  <a:moveTo>
                    <a:pt x="758" y="208"/>
                  </a:moveTo>
                  <a:cubicBezTo>
                    <a:pt x="741" y="208"/>
                    <a:pt x="724" y="208"/>
                    <a:pt x="707" y="208"/>
                  </a:cubicBezTo>
                  <a:cubicBezTo>
                    <a:pt x="707" y="193"/>
                    <a:pt x="708" y="178"/>
                    <a:pt x="708" y="164"/>
                  </a:cubicBezTo>
                  <a:cubicBezTo>
                    <a:pt x="726" y="164"/>
                    <a:pt x="743" y="163"/>
                    <a:pt x="760" y="162"/>
                  </a:cubicBezTo>
                  <a:cubicBezTo>
                    <a:pt x="759" y="177"/>
                    <a:pt x="758" y="192"/>
                    <a:pt x="758" y="208"/>
                  </a:cubicBezTo>
                  <a:close/>
                  <a:moveTo>
                    <a:pt x="760" y="147"/>
                  </a:moveTo>
                  <a:cubicBezTo>
                    <a:pt x="744" y="147"/>
                    <a:pt x="726" y="148"/>
                    <a:pt x="708" y="149"/>
                  </a:cubicBezTo>
                  <a:cubicBezTo>
                    <a:pt x="708" y="135"/>
                    <a:pt x="708" y="121"/>
                    <a:pt x="708" y="109"/>
                  </a:cubicBezTo>
                  <a:cubicBezTo>
                    <a:pt x="727" y="108"/>
                    <a:pt x="745" y="107"/>
                    <a:pt x="763" y="106"/>
                  </a:cubicBezTo>
                  <a:cubicBezTo>
                    <a:pt x="762" y="119"/>
                    <a:pt x="761" y="132"/>
                    <a:pt x="760" y="147"/>
                  </a:cubicBezTo>
                  <a:close/>
                  <a:moveTo>
                    <a:pt x="764" y="91"/>
                  </a:moveTo>
                  <a:cubicBezTo>
                    <a:pt x="746" y="91"/>
                    <a:pt x="728" y="92"/>
                    <a:pt x="709" y="93"/>
                  </a:cubicBezTo>
                  <a:cubicBezTo>
                    <a:pt x="709" y="75"/>
                    <a:pt x="710" y="58"/>
                    <a:pt x="710" y="46"/>
                  </a:cubicBezTo>
                  <a:cubicBezTo>
                    <a:pt x="730" y="46"/>
                    <a:pt x="749" y="46"/>
                    <a:pt x="768" y="46"/>
                  </a:cubicBezTo>
                  <a:cubicBezTo>
                    <a:pt x="767" y="57"/>
                    <a:pt x="765" y="72"/>
                    <a:pt x="764" y="91"/>
                  </a:cubicBezTo>
                  <a:close/>
                  <a:moveTo>
                    <a:pt x="831" y="287"/>
                  </a:moveTo>
                  <a:cubicBezTo>
                    <a:pt x="813" y="287"/>
                    <a:pt x="794" y="286"/>
                    <a:pt x="772" y="285"/>
                  </a:cubicBezTo>
                  <a:cubicBezTo>
                    <a:pt x="772" y="265"/>
                    <a:pt x="772" y="244"/>
                    <a:pt x="773" y="223"/>
                  </a:cubicBezTo>
                  <a:cubicBezTo>
                    <a:pt x="793" y="223"/>
                    <a:pt x="813" y="222"/>
                    <a:pt x="833" y="222"/>
                  </a:cubicBezTo>
                  <a:cubicBezTo>
                    <a:pt x="832" y="244"/>
                    <a:pt x="832" y="266"/>
                    <a:pt x="831" y="287"/>
                  </a:cubicBezTo>
                  <a:close/>
                  <a:moveTo>
                    <a:pt x="833" y="206"/>
                  </a:moveTo>
                  <a:cubicBezTo>
                    <a:pt x="814" y="207"/>
                    <a:pt x="794" y="207"/>
                    <a:pt x="773" y="208"/>
                  </a:cubicBezTo>
                  <a:cubicBezTo>
                    <a:pt x="774" y="192"/>
                    <a:pt x="775" y="176"/>
                    <a:pt x="775" y="162"/>
                  </a:cubicBezTo>
                  <a:cubicBezTo>
                    <a:pt x="778" y="161"/>
                    <a:pt x="780" y="161"/>
                    <a:pt x="782" y="161"/>
                  </a:cubicBezTo>
                  <a:cubicBezTo>
                    <a:pt x="800" y="160"/>
                    <a:pt x="817" y="160"/>
                    <a:pt x="835" y="159"/>
                  </a:cubicBezTo>
                  <a:cubicBezTo>
                    <a:pt x="834" y="174"/>
                    <a:pt x="834" y="190"/>
                    <a:pt x="833" y="206"/>
                  </a:cubicBezTo>
                  <a:close/>
                  <a:moveTo>
                    <a:pt x="836" y="143"/>
                  </a:moveTo>
                  <a:cubicBezTo>
                    <a:pt x="818" y="144"/>
                    <a:pt x="800" y="145"/>
                    <a:pt x="781" y="146"/>
                  </a:cubicBezTo>
                  <a:cubicBezTo>
                    <a:pt x="780" y="146"/>
                    <a:pt x="778" y="146"/>
                    <a:pt x="776" y="146"/>
                  </a:cubicBezTo>
                  <a:cubicBezTo>
                    <a:pt x="777" y="132"/>
                    <a:pt x="778" y="118"/>
                    <a:pt x="779" y="105"/>
                  </a:cubicBezTo>
                  <a:cubicBezTo>
                    <a:pt x="799" y="104"/>
                    <a:pt x="818" y="103"/>
                    <a:pt x="838" y="103"/>
                  </a:cubicBezTo>
                  <a:cubicBezTo>
                    <a:pt x="837" y="115"/>
                    <a:pt x="836" y="129"/>
                    <a:pt x="836" y="143"/>
                  </a:cubicBezTo>
                  <a:close/>
                  <a:moveTo>
                    <a:pt x="839" y="87"/>
                  </a:moveTo>
                  <a:cubicBezTo>
                    <a:pt x="820" y="88"/>
                    <a:pt x="800" y="89"/>
                    <a:pt x="780" y="90"/>
                  </a:cubicBezTo>
                  <a:cubicBezTo>
                    <a:pt x="781" y="72"/>
                    <a:pt x="783" y="56"/>
                    <a:pt x="784" y="46"/>
                  </a:cubicBezTo>
                  <a:cubicBezTo>
                    <a:pt x="804" y="46"/>
                    <a:pt x="824" y="46"/>
                    <a:pt x="842" y="47"/>
                  </a:cubicBezTo>
                  <a:cubicBezTo>
                    <a:pt x="841" y="58"/>
                    <a:pt x="840" y="71"/>
                    <a:pt x="839" y="87"/>
                  </a:cubicBezTo>
                  <a:close/>
                  <a:moveTo>
                    <a:pt x="858" y="47"/>
                  </a:moveTo>
                  <a:cubicBezTo>
                    <a:pt x="879" y="48"/>
                    <a:pt x="899" y="49"/>
                    <a:pt x="916" y="50"/>
                  </a:cubicBezTo>
                  <a:cubicBezTo>
                    <a:pt x="916" y="62"/>
                    <a:pt x="915" y="74"/>
                    <a:pt x="915" y="86"/>
                  </a:cubicBezTo>
                  <a:cubicBezTo>
                    <a:pt x="895" y="86"/>
                    <a:pt x="875" y="86"/>
                    <a:pt x="855" y="87"/>
                  </a:cubicBezTo>
                  <a:cubicBezTo>
                    <a:pt x="856" y="72"/>
                    <a:pt x="857" y="58"/>
                    <a:pt x="858" y="47"/>
                  </a:cubicBezTo>
                  <a:close/>
                  <a:moveTo>
                    <a:pt x="854" y="102"/>
                  </a:moveTo>
                  <a:cubicBezTo>
                    <a:pt x="874" y="102"/>
                    <a:pt x="895" y="101"/>
                    <a:pt x="915" y="102"/>
                  </a:cubicBezTo>
                  <a:cubicBezTo>
                    <a:pt x="915" y="115"/>
                    <a:pt x="915" y="128"/>
                    <a:pt x="915" y="142"/>
                  </a:cubicBezTo>
                  <a:cubicBezTo>
                    <a:pt x="913" y="142"/>
                    <a:pt x="910" y="142"/>
                    <a:pt x="908" y="142"/>
                  </a:cubicBezTo>
                  <a:cubicBezTo>
                    <a:pt x="888" y="142"/>
                    <a:pt x="870" y="142"/>
                    <a:pt x="851" y="143"/>
                  </a:cubicBezTo>
                  <a:cubicBezTo>
                    <a:pt x="852" y="129"/>
                    <a:pt x="853" y="115"/>
                    <a:pt x="854" y="102"/>
                  </a:cubicBezTo>
                  <a:close/>
                  <a:moveTo>
                    <a:pt x="851" y="159"/>
                  </a:moveTo>
                  <a:cubicBezTo>
                    <a:pt x="869" y="158"/>
                    <a:pt x="888" y="158"/>
                    <a:pt x="908" y="158"/>
                  </a:cubicBezTo>
                  <a:cubicBezTo>
                    <a:pt x="910" y="158"/>
                    <a:pt x="913" y="158"/>
                    <a:pt x="915" y="158"/>
                  </a:cubicBezTo>
                  <a:cubicBezTo>
                    <a:pt x="916" y="173"/>
                    <a:pt x="916" y="188"/>
                    <a:pt x="917" y="204"/>
                  </a:cubicBezTo>
                  <a:cubicBezTo>
                    <a:pt x="907" y="204"/>
                    <a:pt x="897" y="204"/>
                    <a:pt x="886" y="205"/>
                  </a:cubicBezTo>
                  <a:cubicBezTo>
                    <a:pt x="874" y="205"/>
                    <a:pt x="861" y="205"/>
                    <a:pt x="849" y="206"/>
                  </a:cubicBezTo>
                  <a:cubicBezTo>
                    <a:pt x="849" y="190"/>
                    <a:pt x="850" y="174"/>
                    <a:pt x="851" y="159"/>
                  </a:cubicBezTo>
                  <a:close/>
                  <a:moveTo>
                    <a:pt x="847" y="287"/>
                  </a:moveTo>
                  <a:cubicBezTo>
                    <a:pt x="847" y="266"/>
                    <a:pt x="848" y="243"/>
                    <a:pt x="848" y="222"/>
                  </a:cubicBezTo>
                  <a:cubicBezTo>
                    <a:pt x="861" y="221"/>
                    <a:pt x="874" y="221"/>
                    <a:pt x="887" y="220"/>
                  </a:cubicBezTo>
                  <a:cubicBezTo>
                    <a:pt x="897" y="220"/>
                    <a:pt x="908" y="220"/>
                    <a:pt x="918" y="219"/>
                  </a:cubicBezTo>
                  <a:cubicBezTo>
                    <a:pt x="919" y="241"/>
                    <a:pt x="920" y="263"/>
                    <a:pt x="922" y="285"/>
                  </a:cubicBezTo>
                  <a:cubicBezTo>
                    <a:pt x="901" y="286"/>
                    <a:pt x="877" y="287"/>
                    <a:pt x="847" y="287"/>
                  </a:cubicBezTo>
                  <a:close/>
                  <a:moveTo>
                    <a:pt x="932" y="52"/>
                  </a:moveTo>
                  <a:cubicBezTo>
                    <a:pt x="952" y="53"/>
                    <a:pt x="971" y="54"/>
                    <a:pt x="989" y="56"/>
                  </a:cubicBezTo>
                  <a:cubicBezTo>
                    <a:pt x="989" y="66"/>
                    <a:pt x="988" y="78"/>
                    <a:pt x="988" y="89"/>
                  </a:cubicBezTo>
                  <a:cubicBezTo>
                    <a:pt x="955" y="87"/>
                    <a:pt x="955" y="87"/>
                    <a:pt x="955" y="87"/>
                  </a:cubicBezTo>
                  <a:cubicBezTo>
                    <a:pt x="947" y="87"/>
                    <a:pt x="939" y="87"/>
                    <a:pt x="931" y="86"/>
                  </a:cubicBezTo>
                  <a:cubicBezTo>
                    <a:pt x="931" y="74"/>
                    <a:pt x="931" y="63"/>
                    <a:pt x="932" y="52"/>
                  </a:cubicBezTo>
                  <a:close/>
                  <a:moveTo>
                    <a:pt x="931" y="102"/>
                  </a:moveTo>
                  <a:cubicBezTo>
                    <a:pt x="938" y="102"/>
                    <a:pt x="946" y="103"/>
                    <a:pt x="954" y="103"/>
                  </a:cubicBezTo>
                  <a:cubicBezTo>
                    <a:pt x="988" y="105"/>
                    <a:pt x="988" y="105"/>
                    <a:pt x="988" y="105"/>
                  </a:cubicBezTo>
                  <a:cubicBezTo>
                    <a:pt x="987" y="117"/>
                    <a:pt x="987" y="130"/>
                    <a:pt x="987" y="143"/>
                  </a:cubicBezTo>
                  <a:cubicBezTo>
                    <a:pt x="970" y="142"/>
                    <a:pt x="951" y="142"/>
                    <a:pt x="931" y="142"/>
                  </a:cubicBezTo>
                  <a:cubicBezTo>
                    <a:pt x="931" y="128"/>
                    <a:pt x="930" y="115"/>
                    <a:pt x="931" y="102"/>
                  </a:cubicBezTo>
                  <a:close/>
                  <a:moveTo>
                    <a:pt x="931" y="158"/>
                  </a:moveTo>
                  <a:cubicBezTo>
                    <a:pt x="951" y="158"/>
                    <a:pt x="970" y="158"/>
                    <a:pt x="987" y="158"/>
                  </a:cubicBezTo>
                  <a:cubicBezTo>
                    <a:pt x="987" y="173"/>
                    <a:pt x="987" y="188"/>
                    <a:pt x="988" y="202"/>
                  </a:cubicBezTo>
                  <a:cubicBezTo>
                    <a:pt x="970" y="202"/>
                    <a:pt x="952" y="203"/>
                    <a:pt x="933" y="203"/>
                  </a:cubicBezTo>
                  <a:cubicBezTo>
                    <a:pt x="932" y="188"/>
                    <a:pt x="931" y="173"/>
                    <a:pt x="931" y="158"/>
                  </a:cubicBezTo>
                  <a:close/>
                  <a:moveTo>
                    <a:pt x="991" y="276"/>
                  </a:moveTo>
                  <a:cubicBezTo>
                    <a:pt x="977" y="279"/>
                    <a:pt x="960" y="281"/>
                    <a:pt x="937" y="283"/>
                  </a:cubicBezTo>
                  <a:cubicBezTo>
                    <a:pt x="936" y="262"/>
                    <a:pt x="934" y="241"/>
                    <a:pt x="933" y="219"/>
                  </a:cubicBezTo>
                  <a:cubicBezTo>
                    <a:pt x="953" y="218"/>
                    <a:pt x="971" y="218"/>
                    <a:pt x="988" y="218"/>
                  </a:cubicBezTo>
                  <a:cubicBezTo>
                    <a:pt x="989" y="238"/>
                    <a:pt x="990" y="257"/>
                    <a:pt x="991" y="276"/>
                  </a:cubicBezTo>
                  <a:cubicBezTo>
                    <a:pt x="991" y="276"/>
                    <a:pt x="991" y="276"/>
                    <a:pt x="991" y="276"/>
                  </a:cubicBezTo>
                  <a:close/>
                  <a:moveTo>
                    <a:pt x="1005" y="57"/>
                  </a:moveTo>
                  <a:cubicBezTo>
                    <a:pt x="1025" y="58"/>
                    <a:pt x="1043" y="59"/>
                    <a:pt x="1061" y="59"/>
                  </a:cubicBezTo>
                  <a:cubicBezTo>
                    <a:pt x="1060" y="70"/>
                    <a:pt x="1059" y="82"/>
                    <a:pt x="1059" y="94"/>
                  </a:cubicBezTo>
                  <a:cubicBezTo>
                    <a:pt x="1053" y="93"/>
                    <a:pt x="1046" y="93"/>
                    <a:pt x="1039" y="93"/>
                  </a:cubicBezTo>
                  <a:cubicBezTo>
                    <a:pt x="1004" y="90"/>
                    <a:pt x="1004" y="90"/>
                    <a:pt x="1004" y="90"/>
                  </a:cubicBezTo>
                  <a:cubicBezTo>
                    <a:pt x="1004" y="79"/>
                    <a:pt x="1004" y="68"/>
                    <a:pt x="1005" y="57"/>
                  </a:cubicBezTo>
                  <a:close/>
                  <a:moveTo>
                    <a:pt x="1003" y="106"/>
                  </a:moveTo>
                  <a:cubicBezTo>
                    <a:pt x="1038" y="108"/>
                    <a:pt x="1038" y="108"/>
                    <a:pt x="1038" y="108"/>
                  </a:cubicBezTo>
                  <a:cubicBezTo>
                    <a:pt x="1045" y="109"/>
                    <a:pt x="1052" y="109"/>
                    <a:pt x="1059" y="109"/>
                  </a:cubicBezTo>
                  <a:cubicBezTo>
                    <a:pt x="1059" y="121"/>
                    <a:pt x="1059" y="133"/>
                    <a:pt x="1059" y="145"/>
                  </a:cubicBezTo>
                  <a:cubicBezTo>
                    <a:pt x="1043" y="144"/>
                    <a:pt x="1024" y="144"/>
                    <a:pt x="1003" y="143"/>
                  </a:cubicBezTo>
                  <a:cubicBezTo>
                    <a:pt x="1003" y="131"/>
                    <a:pt x="1003" y="119"/>
                    <a:pt x="1003" y="106"/>
                  </a:cubicBezTo>
                  <a:close/>
                  <a:moveTo>
                    <a:pt x="1003" y="159"/>
                  </a:moveTo>
                  <a:cubicBezTo>
                    <a:pt x="1024" y="159"/>
                    <a:pt x="1044" y="160"/>
                    <a:pt x="1060" y="161"/>
                  </a:cubicBezTo>
                  <a:cubicBezTo>
                    <a:pt x="1060" y="175"/>
                    <a:pt x="1061" y="190"/>
                    <a:pt x="1062" y="206"/>
                  </a:cubicBezTo>
                  <a:cubicBezTo>
                    <a:pt x="1044" y="204"/>
                    <a:pt x="1025" y="203"/>
                    <a:pt x="1003" y="202"/>
                  </a:cubicBezTo>
                  <a:cubicBezTo>
                    <a:pt x="1003" y="188"/>
                    <a:pt x="1003" y="174"/>
                    <a:pt x="1003" y="159"/>
                  </a:cubicBezTo>
                  <a:close/>
                  <a:moveTo>
                    <a:pt x="1027" y="272"/>
                  </a:moveTo>
                  <a:cubicBezTo>
                    <a:pt x="1020" y="272"/>
                    <a:pt x="1014" y="273"/>
                    <a:pt x="1007" y="274"/>
                  </a:cubicBezTo>
                  <a:cubicBezTo>
                    <a:pt x="1006" y="256"/>
                    <a:pt x="1005" y="238"/>
                    <a:pt x="1004" y="218"/>
                  </a:cubicBezTo>
                  <a:cubicBezTo>
                    <a:pt x="1026" y="218"/>
                    <a:pt x="1046" y="219"/>
                    <a:pt x="1063" y="221"/>
                  </a:cubicBezTo>
                  <a:cubicBezTo>
                    <a:pt x="1064" y="238"/>
                    <a:pt x="1066" y="255"/>
                    <a:pt x="1068" y="273"/>
                  </a:cubicBezTo>
                  <a:cubicBezTo>
                    <a:pt x="1057" y="272"/>
                    <a:pt x="1044" y="271"/>
                    <a:pt x="1027" y="272"/>
                  </a:cubicBezTo>
                  <a:close/>
                  <a:moveTo>
                    <a:pt x="1074" y="110"/>
                  </a:moveTo>
                  <a:cubicBezTo>
                    <a:pt x="1094" y="112"/>
                    <a:pt x="1111" y="112"/>
                    <a:pt x="1127" y="113"/>
                  </a:cubicBezTo>
                  <a:cubicBezTo>
                    <a:pt x="1125" y="126"/>
                    <a:pt x="1124" y="139"/>
                    <a:pt x="1124" y="153"/>
                  </a:cubicBezTo>
                  <a:cubicBezTo>
                    <a:pt x="1119" y="152"/>
                    <a:pt x="1115" y="151"/>
                    <a:pt x="1110" y="150"/>
                  </a:cubicBezTo>
                  <a:cubicBezTo>
                    <a:pt x="1103" y="148"/>
                    <a:pt x="1091" y="147"/>
                    <a:pt x="1075" y="146"/>
                  </a:cubicBezTo>
                  <a:cubicBezTo>
                    <a:pt x="1074" y="134"/>
                    <a:pt x="1074" y="122"/>
                    <a:pt x="1074" y="110"/>
                  </a:cubicBezTo>
                  <a:close/>
                  <a:moveTo>
                    <a:pt x="1075" y="162"/>
                  </a:moveTo>
                  <a:cubicBezTo>
                    <a:pt x="1090" y="163"/>
                    <a:pt x="1100" y="164"/>
                    <a:pt x="1106" y="165"/>
                  </a:cubicBezTo>
                  <a:cubicBezTo>
                    <a:pt x="1112" y="166"/>
                    <a:pt x="1118" y="167"/>
                    <a:pt x="1124" y="168"/>
                  </a:cubicBezTo>
                  <a:cubicBezTo>
                    <a:pt x="1123" y="181"/>
                    <a:pt x="1124" y="194"/>
                    <a:pt x="1124" y="207"/>
                  </a:cubicBezTo>
                  <a:cubicBezTo>
                    <a:pt x="1118" y="209"/>
                    <a:pt x="1113" y="211"/>
                    <a:pt x="1107" y="214"/>
                  </a:cubicBezTo>
                  <a:cubicBezTo>
                    <a:pt x="1098" y="212"/>
                    <a:pt x="1089" y="209"/>
                    <a:pt x="1078" y="208"/>
                  </a:cubicBezTo>
                  <a:cubicBezTo>
                    <a:pt x="1077" y="192"/>
                    <a:pt x="1076" y="177"/>
                    <a:pt x="1075" y="162"/>
                  </a:cubicBezTo>
                  <a:close/>
                  <a:moveTo>
                    <a:pt x="1111" y="280"/>
                  </a:moveTo>
                  <a:cubicBezTo>
                    <a:pt x="1092" y="277"/>
                    <a:pt x="1092" y="277"/>
                    <a:pt x="1092" y="277"/>
                  </a:cubicBezTo>
                  <a:cubicBezTo>
                    <a:pt x="1090" y="276"/>
                    <a:pt x="1087" y="276"/>
                    <a:pt x="1084" y="275"/>
                  </a:cubicBezTo>
                  <a:cubicBezTo>
                    <a:pt x="1082" y="258"/>
                    <a:pt x="1080" y="240"/>
                    <a:pt x="1079" y="223"/>
                  </a:cubicBezTo>
                  <a:cubicBezTo>
                    <a:pt x="1089" y="225"/>
                    <a:pt x="1098" y="227"/>
                    <a:pt x="1105" y="230"/>
                  </a:cubicBezTo>
                  <a:cubicBezTo>
                    <a:pt x="1109" y="231"/>
                    <a:pt x="1109" y="231"/>
                    <a:pt x="1109" y="231"/>
                  </a:cubicBezTo>
                  <a:cubicBezTo>
                    <a:pt x="1112" y="229"/>
                    <a:pt x="1112" y="229"/>
                    <a:pt x="1112" y="229"/>
                  </a:cubicBezTo>
                  <a:cubicBezTo>
                    <a:pt x="1116" y="227"/>
                    <a:pt x="1121" y="225"/>
                    <a:pt x="1125" y="223"/>
                  </a:cubicBezTo>
                  <a:cubicBezTo>
                    <a:pt x="1126" y="240"/>
                    <a:pt x="1128" y="258"/>
                    <a:pt x="1131" y="276"/>
                  </a:cubicBezTo>
                  <a:cubicBezTo>
                    <a:pt x="1124" y="279"/>
                    <a:pt x="1119" y="281"/>
                    <a:pt x="1111" y="280"/>
                  </a:cubicBezTo>
                  <a:close/>
                  <a:moveTo>
                    <a:pt x="1128" y="98"/>
                  </a:moveTo>
                  <a:cubicBezTo>
                    <a:pt x="1112" y="97"/>
                    <a:pt x="1095" y="96"/>
                    <a:pt x="1075" y="95"/>
                  </a:cubicBezTo>
                  <a:cubicBezTo>
                    <a:pt x="1075" y="82"/>
                    <a:pt x="1075" y="71"/>
                    <a:pt x="1076" y="59"/>
                  </a:cubicBezTo>
                  <a:cubicBezTo>
                    <a:pt x="1097" y="60"/>
                    <a:pt x="1117" y="60"/>
                    <a:pt x="1134" y="59"/>
                  </a:cubicBezTo>
                  <a:cubicBezTo>
                    <a:pt x="1132" y="71"/>
                    <a:pt x="1130" y="84"/>
                    <a:pt x="1128" y="98"/>
                  </a:cubicBezTo>
                  <a:close/>
                  <a:moveTo>
                    <a:pt x="1150" y="59"/>
                  </a:moveTo>
                  <a:cubicBezTo>
                    <a:pt x="1174" y="57"/>
                    <a:pt x="1194" y="55"/>
                    <a:pt x="1209" y="52"/>
                  </a:cubicBezTo>
                  <a:cubicBezTo>
                    <a:pt x="1208" y="65"/>
                    <a:pt x="1206" y="80"/>
                    <a:pt x="1204" y="96"/>
                  </a:cubicBezTo>
                  <a:cubicBezTo>
                    <a:pt x="1189" y="98"/>
                    <a:pt x="1169" y="99"/>
                    <a:pt x="1144" y="98"/>
                  </a:cubicBezTo>
                  <a:cubicBezTo>
                    <a:pt x="1146" y="84"/>
                    <a:pt x="1148" y="70"/>
                    <a:pt x="1150" y="59"/>
                  </a:cubicBezTo>
                  <a:close/>
                  <a:moveTo>
                    <a:pt x="1142" y="114"/>
                  </a:moveTo>
                  <a:cubicBezTo>
                    <a:pt x="1167" y="114"/>
                    <a:pt x="1187" y="114"/>
                    <a:pt x="1203" y="112"/>
                  </a:cubicBezTo>
                  <a:cubicBezTo>
                    <a:pt x="1202" y="125"/>
                    <a:pt x="1202" y="139"/>
                    <a:pt x="1202" y="154"/>
                  </a:cubicBezTo>
                  <a:cubicBezTo>
                    <a:pt x="1186" y="156"/>
                    <a:pt x="1165" y="158"/>
                    <a:pt x="1139" y="155"/>
                  </a:cubicBezTo>
                  <a:cubicBezTo>
                    <a:pt x="1140" y="140"/>
                    <a:pt x="1141" y="127"/>
                    <a:pt x="1142" y="114"/>
                  </a:cubicBezTo>
                  <a:close/>
                  <a:moveTo>
                    <a:pt x="1139" y="170"/>
                  </a:moveTo>
                  <a:cubicBezTo>
                    <a:pt x="1165" y="173"/>
                    <a:pt x="1185" y="172"/>
                    <a:pt x="1202" y="169"/>
                  </a:cubicBezTo>
                  <a:cubicBezTo>
                    <a:pt x="1202" y="183"/>
                    <a:pt x="1202" y="196"/>
                    <a:pt x="1203" y="211"/>
                  </a:cubicBezTo>
                  <a:cubicBezTo>
                    <a:pt x="1201" y="210"/>
                    <a:pt x="1201" y="210"/>
                    <a:pt x="1201" y="210"/>
                  </a:cubicBezTo>
                  <a:cubicBezTo>
                    <a:pt x="1178" y="203"/>
                    <a:pt x="1158" y="201"/>
                    <a:pt x="1140" y="203"/>
                  </a:cubicBezTo>
                  <a:cubicBezTo>
                    <a:pt x="1139" y="192"/>
                    <a:pt x="1139" y="181"/>
                    <a:pt x="1139" y="170"/>
                  </a:cubicBezTo>
                  <a:close/>
                  <a:moveTo>
                    <a:pt x="1184" y="267"/>
                  </a:moveTo>
                  <a:cubicBezTo>
                    <a:pt x="1167" y="265"/>
                    <a:pt x="1155" y="267"/>
                    <a:pt x="1146" y="270"/>
                  </a:cubicBezTo>
                  <a:cubicBezTo>
                    <a:pt x="1143" y="253"/>
                    <a:pt x="1141" y="236"/>
                    <a:pt x="1140" y="219"/>
                  </a:cubicBezTo>
                  <a:cubicBezTo>
                    <a:pt x="1157" y="216"/>
                    <a:pt x="1175" y="218"/>
                    <a:pt x="1197" y="225"/>
                  </a:cubicBezTo>
                  <a:cubicBezTo>
                    <a:pt x="1203" y="227"/>
                    <a:pt x="1203" y="227"/>
                    <a:pt x="1203" y="227"/>
                  </a:cubicBezTo>
                  <a:cubicBezTo>
                    <a:pt x="1204" y="227"/>
                    <a:pt x="1204" y="227"/>
                    <a:pt x="1205" y="227"/>
                  </a:cubicBezTo>
                  <a:cubicBezTo>
                    <a:pt x="1206" y="242"/>
                    <a:pt x="1208" y="256"/>
                    <a:pt x="1210" y="271"/>
                  </a:cubicBezTo>
                  <a:cubicBezTo>
                    <a:pt x="1202" y="270"/>
                    <a:pt x="1193" y="268"/>
                    <a:pt x="1184" y="267"/>
                  </a:cubicBezTo>
                  <a:close/>
                </a:path>
              </a:pathLst>
            </a:custGeom>
            <a:solidFill>
              <a:srgbClr val="F3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90">
              <a:extLst>
                <a:ext uri="{FF2B5EF4-FFF2-40B4-BE49-F238E27FC236}">
                  <a16:creationId xmlns:a16="http://schemas.microsoft.com/office/drawing/2014/main" id="{D5F1D5A6-F3A6-4B83-8C12-BBBD177A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973"/>
              <a:ext cx="128" cy="573"/>
            </a:xfrm>
            <a:custGeom>
              <a:avLst/>
              <a:gdLst>
                <a:gd name="T0" fmla="*/ 1 w 90"/>
                <a:gd name="T1" fmla="*/ 103 h 378"/>
                <a:gd name="T2" fmla="*/ 247 w 90"/>
                <a:gd name="T3" fmla="*/ 1317 h 378"/>
                <a:gd name="T4" fmla="*/ 259 w 90"/>
                <a:gd name="T5" fmla="*/ 1251 h 378"/>
                <a:gd name="T6" fmla="*/ 26 w 90"/>
                <a:gd name="T7" fmla="*/ 0 h 378"/>
                <a:gd name="T8" fmla="*/ 1 w 90"/>
                <a:gd name="T9" fmla="*/ 103 h 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378">
                  <a:moveTo>
                    <a:pt x="1" y="30"/>
                  </a:moveTo>
                  <a:cubicBezTo>
                    <a:pt x="5" y="109"/>
                    <a:pt x="24" y="315"/>
                    <a:pt x="86" y="378"/>
                  </a:cubicBezTo>
                  <a:cubicBezTo>
                    <a:pt x="87" y="372"/>
                    <a:pt x="88" y="366"/>
                    <a:pt x="90" y="359"/>
                  </a:cubicBezTo>
                  <a:cubicBezTo>
                    <a:pt x="33" y="284"/>
                    <a:pt x="8" y="48"/>
                    <a:pt x="9" y="0"/>
                  </a:cubicBezTo>
                  <a:cubicBezTo>
                    <a:pt x="9" y="0"/>
                    <a:pt x="0" y="17"/>
                    <a:pt x="1" y="30"/>
                  </a:cubicBezTo>
                  <a:close/>
                </a:path>
              </a:pathLst>
            </a:custGeom>
            <a:solidFill>
              <a:srgbClr val="EB9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91">
              <a:extLst>
                <a:ext uri="{FF2B5EF4-FFF2-40B4-BE49-F238E27FC236}">
                  <a16:creationId xmlns:a16="http://schemas.microsoft.com/office/drawing/2014/main" id="{1F9E78FD-B38D-4F2F-9841-B1FD4C054E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7" y="2117"/>
              <a:ext cx="230" cy="1350"/>
            </a:xfrm>
            <a:custGeom>
              <a:avLst/>
              <a:gdLst>
                <a:gd name="T0" fmla="*/ 213 w 162"/>
                <a:gd name="T1" fmla="*/ 2735 h 891"/>
                <a:gd name="T2" fmla="*/ 244 w 162"/>
                <a:gd name="T3" fmla="*/ 2567 h 891"/>
                <a:gd name="T4" fmla="*/ 254 w 162"/>
                <a:gd name="T5" fmla="*/ 2392 h 891"/>
                <a:gd name="T6" fmla="*/ 274 w 162"/>
                <a:gd name="T7" fmla="*/ 2215 h 891"/>
                <a:gd name="T8" fmla="*/ 264 w 162"/>
                <a:gd name="T9" fmla="*/ 2038 h 891"/>
                <a:gd name="T10" fmla="*/ 307 w 162"/>
                <a:gd name="T11" fmla="*/ 2006 h 891"/>
                <a:gd name="T12" fmla="*/ 332 w 162"/>
                <a:gd name="T13" fmla="*/ 1850 h 891"/>
                <a:gd name="T14" fmla="*/ 342 w 162"/>
                <a:gd name="T15" fmla="*/ 1579 h 891"/>
                <a:gd name="T16" fmla="*/ 363 w 162"/>
                <a:gd name="T17" fmla="*/ 1465 h 891"/>
                <a:gd name="T18" fmla="*/ 402 w 162"/>
                <a:gd name="T19" fmla="*/ 1256 h 891"/>
                <a:gd name="T20" fmla="*/ 442 w 162"/>
                <a:gd name="T21" fmla="*/ 1015 h 891"/>
                <a:gd name="T22" fmla="*/ 395 w 162"/>
                <a:gd name="T23" fmla="*/ 870 h 891"/>
                <a:gd name="T24" fmla="*/ 352 w 162"/>
                <a:gd name="T25" fmla="*/ 668 h 891"/>
                <a:gd name="T26" fmla="*/ 342 w 162"/>
                <a:gd name="T27" fmla="*/ 303 h 891"/>
                <a:gd name="T28" fmla="*/ 287 w 162"/>
                <a:gd name="T29" fmla="*/ 298 h 891"/>
                <a:gd name="T30" fmla="*/ 273 w 162"/>
                <a:gd name="T31" fmla="*/ 641 h 891"/>
                <a:gd name="T32" fmla="*/ 224 w 162"/>
                <a:gd name="T33" fmla="*/ 629 h 891"/>
                <a:gd name="T34" fmla="*/ 210 w 162"/>
                <a:gd name="T35" fmla="*/ 1029 h 891"/>
                <a:gd name="T36" fmla="*/ 177 w 162"/>
                <a:gd name="T37" fmla="*/ 1242 h 891"/>
                <a:gd name="T38" fmla="*/ 143 w 162"/>
                <a:gd name="T39" fmla="*/ 1461 h 891"/>
                <a:gd name="T40" fmla="*/ 109 w 162"/>
                <a:gd name="T41" fmla="*/ 1694 h 891"/>
                <a:gd name="T42" fmla="*/ 62 w 162"/>
                <a:gd name="T43" fmla="*/ 2014 h 891"/>
                <a:gd name="T44" fmla="*/ 37 w 162"/>
                <a:gd name="T45" fmla="*/ 2170 h 891"/>
                <a:gd name="T46" fmla="*/ 48 w 162"/>
                <a:gd name="T47" fmla="*/ 2379 h 891"/>
                <a:gd name="T48" fmla="*/ 138 w 162"/>
                <a:gd name="T49" fmla="*/ 2655 h 891"/>
                <a:gd name="T50" fmla="*/ 68 w 162"/>
                <a:gd name="T51" fmla="*/ 3053 h 891"/>
                <a:gd name="T52" fmla="*/ 274 w 162"/>
                <a:gd name="T53" fmla="*/ 3009 h 891"/>
                <a:gd name="T54" fmla="*/ 197 w 162"/>
                <a:gd name="T55" fmla="*/ 2018 h 891"/>
                <a:gd name="T56" fmla="*/ 226 w 162"/>
                <a:gd name="T57" fmla="*/ 1811 h 891"/>
                <a:gd name="T58" fmla="*/ 260 w 162"/>
                <a:gd name="T59" fmla="*/ 1612 h 891"/>
                <a:gd name="T60" fmla="*/ 288 w 162"/>
                <a:gd name="T61" fmla="*/ 1439 h 891"/>
                <a:gd name="T62" fmla="*/ 302 w 162"/>
                <a:gd name="T63" fmla="*/ 912 h 891"/>
                <a:gd name="T64" fmla="*/ 327 w 162"/>
                <a:gd name="T65" fmla="*/ 1235 h 891"/>
                <a:gd name="T66" fmla="*/ 388 w 162"/>
                <a:gd name="T67" fmla="*/ 1200 h 891"/>
                <a:gd name="T68" fmla="*/ 346 w 162"/>
                <a:gd name="T69" fmla="*/ 998 h 891"/>
                <a:gd name="T70" fmla="*/ 380 w 162"/>
                <a:gd name="T71" fmla="*/ 521 h 891"/>
                <a:gd name="T72" fmla="*/ 307 w 162"/>
                <a:gd name="T73" fmla="*/ 574 h 891"/>
                <a:gd name="T74" fmla="*/ 280 w 162"/>
                <a:gd name="T75" fmla="*/ 721 h 891"/>
                <a:gd name="T76" fmla="*/ 268 w 162"/>
                <a:gd name="T77" fmla="*/ 1114 h 891"/>
                <a:gd name="T78" fmla="*/ 250 w 162"/>
                <a:gd name="T79" fmla="*/ 912 h 891"/>
                <a:gd name="T80" fmla="*/ 239 w 162"/>
                <a:gd name="T81" fmla="*/ 1323 h 891"/>
                <a:gd name="T82" fmla="*/ 217 w 162"/>
                <a:gd name="T83" fmla="*/ 1127 h 891"/>
                <a:gd name="T84" fmla="*/ 206 w 162"/>
                <a:gd name="T85" fmla="*/ 1520 h 891"/>
                <a:gd name="T86" fmla="*/ 186 w 162"/>
                <a:gd name="T87" fmla="*/ 1332 h 891"/>
                <a:gd name="T88" fmla="*/ 176 w 162"/>
                <a:gd name="T89" fmla="*/ 1733 h 891"/>
                <a:gd name="T90" fmla="*/ 149 w 162"/>
                <a:gd name="T91" fmla="*/ 1588 h 891"/>
                <a:gd name="T92" fmla="*/ 143 w 162"/>
                <a:gd name="T93" fmla="*/ 1621 h 891"/>
                <a:gd name="T94" fmla="*/ 135 w 162"/>
                <a:gd name="T95" fmla="*/ 1992 h 891"/>
                <a:gd name="T96" fmla="*/ 111 w 162"/>
                <a:gd name="T97" fmla="*/ 1832 h 891"/>
                <a:gd name="T98" fmla="*/ 97 w 162"/>
                <a:gd name="T99" fmla="*/ 2067 h 891"/>
                <a:gd name="T100" fmla="*/ 109 w 162"/>
                <a:gd name="T101" fmla="*/ 2135 h 891"/>
                <a:gd name="T102" fmla="*/ 197 w 162"/>
                <a:gd name="T103" fmla="*/ 2686 h 891"/>
                <a:gd name="T104" fmla="*/ 200 w 162"/>
                <a:gd name="T105" fmla="*/ 2530 h 891"/>
                <a:gd name="T106" fmla="*/ 210 w 162"/>
                <a:gd name="T107" fmla="*/ 2282 h 89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62" h="891">
                  <a:moveTo>
                    <a:pt x="97" y="841"/>
                  </a:moveTo>
                  <a:cubicBezTo>
                    <a:pt x="96" y="839"/>
                    <a:pt x="96" y="837"/>
                    <a:pt x="96" y="835"/>
                  </a:cubicBezTo>
                  <a:cubicBezTo>
                    <a:pt x="96" y="832"/>
                    <a:pt x="95" y="829"/>
                    <a:pt x="94" y="825"/>
                  </a:cubicBezTo>
                  <a:cubicBezTo>
                    <a:pt x="91" y="819"/>
                    <a:pt x="88" y="812"/>
                    <a:pt x="84" y="804"/>
                  </a:cubicBezTo>
                  <a:cubicBezTo>
                    <a:pt x="82" y="799"/>
                    <a:pt x="79" y="792"/>
                    <a:pt x="75" y="786"/>
                  </a:cubicBezTo>
                  <a:cubicBezTo>
                    <a:pt x="76" y="778"/>
                    <a:pt x="77" y="771"/>
                    <a:pt x="77" y="764"/>
                  </a:cubicBezTo>
                  <a:cubicBezTo>
                    <a:pt x="77" y="740"/>
                    <a:pt x="77" y="740"/>
                    <a:pt x="77" y="740"/>
                  </a:cubicBezTo>
                  <a:cubicBezTo>
                    <a:pt x="80" y="745"/>
                    <a:pt x="82" y="749"/>
                    <a:pt x="85" y="753"/>
                  </a:cubicBezTo>
                  <a:cubicBezTo>
                    <a:pt x="85" y="753"/>
                    <a:pt x="85" y="753"/>
                    <a:pt x="85" y="753"/>
                  </a:cubicBezTo>
                  <a:cubicBezTo>
                    <a:pt x="85" y="748"/>
                    <a:pt x="85" y="743"/>
                    <a:pt x="85" y="738"/>
                  </a:cubicBezTo>
                  <a:cubicBezTo>
                    <a:pt x="85" y="737"/>
                    <a:pt x="85" y="737"/>
                    <a:pt x="85" y="736"/>
                  </a:cubicBezTo>
                  <a:cubicBezTo>
                    <a:pt x="85" y="731"/>
                    <a:pt x="86" y="726"/>
                    <a:pt x="86" y="721"/>
                  </a:cubicBezTo>
                  <a:cubicBezTo>
                    <a:pt x="83" y="714"/>
                    <a:pt x="80" y="707"/>
                    <a:pt x="77" y="699"/>
                  </a:cubicBezTo>
                  <a:cubicBezTo>
                    <a:pt x="78" y="691"/>
                    <a:pt x="78" y="681"/>
                    <a:pt x="79" y="671"/>
                  </a:cubicBezTo>
                  <a:cubicBezTo>
                    <a:pt x="82" y="678"/>
                    <a:pt x="85" y="683"/>
                    <a:pt x="89" y="688"/>
                  </a:cubicBezTo>
                  <a:cubicBezTo>
                    <a:pt x="90" y="679"/>
                    <a:pt x="91" y="670"/>
                    <a:pt x="92" y="662"/>
                  </a:cubicBezTo>
                  <a:cubicBezTo>
                    <a:pt x="89" y="655"/>
                    <a:pt x="86" y="647"/>
                    <a:pt x="83" y="638"/>
                  </a:cubicBezTo>
                  <a:cubicBezTo>
                    <a:pt x="84" y="633"/>
                    <a:pt x="85" y="627"/>
                    <a:pt x="86" y="621"/>
                  </a:cubicBezTo>
                  <a:cubicBezTo>
                    <a:pt x="89" y="629"/>
                    <a:pt x="91" y="638"/>
                    <a:pt x="94" y="645"/>
                  </a:cubicBezTo>
                  <a:cubicBezTo>
                    <a:pt x="95" y="642"/>
                    <a:pt x="95" y="639"/>
                    <a:pt x="96" y="637"/>
                  </a:cubicBezTo>
                  <a:cubicBezTo>
                    <a:pt x="96" y="637"/>
                    <a:pt x="96" y="637"/>
                    <a:pt x="96" y="637"/>
                  </a:cubicBezTo>
                  <a:cubicBezTo>
                    <a:pt x="96" y="634"/>
                    <a:pt x="96" y="632"/>
                    <a:pt x="97" y="630"/>
                  </a:cubicBezTo>
                  <a:cubicBezTo>
                    <a:pt x="98" y="624"/>
                    <a:pt x="99" y="619"/>
                    <a:pt x="100" y="613"/>
                  </a:cubicBezTo>
                  <a:cubicBezTo>
                    <a:pt x="100" y="613"/>
                    <a:pt x="100" y="613"/>
                    <a:pt x="100" y="613"/>
                  </a:cubicBezTo>
                  <a:cubicBezTo>
                    <a:pt x="97" y="605"/>
                    <a:pt x="95" y="595"/>
                    <a:pt x="92" y="586"/>
                  </a:cubicBezTo>
                  <a:cubicBezTo>
                    <a:pt x="93" y="581"/>
                    <a:pt x="94" y="577"/>
                    <a:pt x="95" y="572"/>
                  </a:cubicBezTo>
                  <a:cubicBezTo>
                    <a:pt x="96" y="570"/>
                    <a:pt x="96" y="569"/>
                    <a:pt x="96" y="567"/>
                  </a:cubicBezTo>
                  <a:cubicBezTo>
                    <a:pt x="99" y="576"/>
                    <a:pt x="101" y="585"/>
                    <a:pt x="103" y="594"/>
                  </a:cubicBezTo>
                  <a:cubicBezTo>
                    <a:pt x="103" y="593"/>
                    <a:pt x="104" y="593"/>
                    <a:pt x="104" y="592"/>
                  </a:cubicBezTo>
                  <a:cubicBezTo>
                    <a:pt x="105" y="587"/>
                    <a:pt x="106" y="582"/>
                    <a:pt x="107" y="577"/>
                  </a:cubicBezTo>
                  <a:cubicBezTo>
                    <a:pt x="107" y="576"/>
                    <a:pt x="107" y="576"/>
                    <a:pt x="107" y="575"/>
                  </a:cubicBezTo>
                  <a:cubicBezTo>
                    <a:pt x="108" y="570"/>
                    <a:pt x="109" y="564"/>
                    <a:pt x="110" y="559"/>
                  </a:cubicBezTo>
                  <a:cubicBezTo>
                    <a:pt x="108" y="550"/>
                    <a:pt x="106" y="541"/>
                    <a:pt x="104" y="531"/>
                  </a:cubicBezTo>
                  <a:cubicBezTo>
                    <a:pt x="106" y="525"/>
                    <a:pt x="107" y="518"/>
                    <a:pt x="108" y="512"/>
                  </a:cubicBezTo>
                  <a:cubicBezTo>
                    <a:pt x="111" y="519"/>
                    <a:pt x="113" y="526"/>
                    <a:pt x="116" y="532"/>
                  </a:cubicBezTo>
                  <a:cubicBezTo>
                    <a:pt x="117" y="531"/>
                    <a:pt x="117" y="529"/>
                    <a:pt x="117" y="527"/>
                  </a:cubicBezTo>
                  <a:cubicBezTo>
                    <a:pt x="118" y="525"/>
                    <a:pt x="118" y="523"/>
                    <a:pt x="119" y="521"/>
                  </a:cubicBezTo>
                  <a:cubicBezTo>
                    <a:pt x="120" y="515"/>
                    <a:pt x="121" y="510"/>
                    <a:pt x="122" y="505"/>
                  </a:cubicBezTo>
                  <a:cubicBezTo>
                    <a:pt x="120" y="497"/>
                    <a:pt x="118" y="488"/>
                    <a:pt x="115" y="479"/>
                  </a:cubicBezTo>
                  <a:cubicBezTo>
                    <a:pt x="117" y="471"/>
                    <a:pt x="119" y="462"/>
                    <a:pt x="120" y="454"/>
                  </a:cubicBezTo>
                  <a:cubicBezTo>
                    <a:pt x="123" y="461"/>
                    <a:pt x="125" y="468"/>
                    <a:pt x="127" y="474"/>
                  </a:cubicBezTo>
                  <a:cubicBezTo>
                    <a:pt x="129" y="473"/>
                    <a:pt x="129" y="473"/>
                    <a:pt x="129" y="473"/>
                  </a:cubicBezTo>
                  <a:cubicBezTo>
                    <a:pt x="129" y="473"/>
                    <a:pt x="129" y="473"/>
                    <a:pt x="129" y="473"/>
                  </a:cubicBezTo>
                  <a:cubicBezTo>
                    <a:pt x="131" y="464"/>
                    <a:pt x="133" y="456"/>
                    <a:pt x="135" y="448"/>
                  </a:cubicBezTo>
                  <a:cubicBezTo>
                    <a:pt x="132" y="439"/>
                    <a:pt x="130" y="430"/>
                    <a:pt x="127" y="421"/>
                  </a:cubicBezTo>
                  <a:cubicBezTo>
                    <a:pt x="129" y="410"/>
                    <a:pt x="132" y="400"/>
                    <a:pt x="134" y="391"/>
                  </a:cubicBezTo>
                  <a:cubicBezTo>
                    <a:pt x="136" y="399"/>
                    <a:pt x="138" y="406"/>
                    <a:pt x="141" y="411"/>
                  </a:cubicBezTo>
                  <a:cubicBezTo>
                    <a:pt x="141" y="411"/>
                    <a:pt x="141" y="411"/>
                    <a:pt x="141" y="411"/>
                  </a:cubicBezTo>
                  <a:cubicBezTo>
                    <a:pt x="142" y="402"/>
                    <a:pt x="144" y="392"/>
                    <a:pt x="147" y="381"/>
                  </a:cubicBezTo>
                  <a:cubicBezTo>
                    <a:pt x="144" y="375"/>
                    <a:pt x="142" y="368"/>
                    <a:pt x="140" y="361"/>
                  </a:cubicBezTo>
                  <a:cubicBezTo>
                    <a:pt x="143" y="345"/>
                    <a:pt x="146" y="331"/>
                    <a:pt x="149" y="317"/>
                  </a:cubicBezTo>
                  <a:cubicBezTo>
                    <a:pt x="150" y="321"/>
                    <a:pt x="152" y="324"/>
                    <a:pt x="154" y="328"/>
                  </a:cubicBezTo>
                  <a:cubicBezTo>
                    <a:pt x="158" y="326"/>
                    <a:pt x="158" y="326"/>
                    <a:pt x="158" y="326"/>
                  </a:cubicBezTo>
                  <a:cubicBezTo>
                    <a:pt x="159" y="319"/>
                    <a:pt x="160" y="313"/>
                    <a:pt x="161" y="307"/>
                  </a:cubicBezTo>
                  <a:cubicBezTo>
                    <a:pt x="158" y="302"/>
                    <a:pt x="156" y="297"/>
                    <a:pt x="154" y="292"/>
                  </a:cubicBezTo>
                  <a:cubicBezTo>
                    <a:pt x="158" y="273"/>
                    <a:pt x="161" y="257"/>
                    <a:pt x="162" y="249"/>
                  </a:cubicBezTo>
                  <a:cubicBezTo>
                    <a:pt x="162" y="247"/>
                    <a:pt x="162" y="246"/>
                    <a:pt x="161" y="244"/>
                  </a:cubicBezTo>
                  <a:cubicBezTo>
                    <a:pt x="155" y="243"/>
                    <a:pt x="155" y="243"/>
                    <a:pt x="155" y="243"/>
                  </a:cubicBezTo>
                  <a:cubicBezTo>
                    <a:pt x="154" y="249"/>
                    <a:pt x="152" y="262"/>
                    <a:pt x="148" y="280"/>
                  </a:cubicBezTo>
                  <a:cubicBezTo>
                    <a:pt x="144" y="270"/>
                    <a:pt x="141" y="260"/>
                    <a:pt x="138" y="250"/>
                  </a:cubicBezTo>
                  <a:cubicBezTo>
                    <a:pt x="141" y="236"/>
                    <a:pt x="145" y="222"/>
                    <a:pt x="148" y="209"/>
                  </a:cubicBezTo>
                  <a:cubicBezTo>
                    <a:pt x="147" y="206"/>
                    <a:pt x="146" y="203"/>
                    <a:pt x="145" y="199"/>
                  </a:cubicBezTo>
                  <a:cubicBezTo>
                    <a:pt x="142" y="198"/>
                    <a:pt x="142" y="198"/>
                    <a:pt x="142" y="198"/>
                  </a:cubicBezTo>
                  <a:cubicBezTo>
                    <a:pt x="140" y="210"/>
                    <a:pt x="136" y="222"/>
                    <a:pt x="133" y="235"/>
                  </a:cubicBezTo>
                  <a:cubicBezTo>
                    <a:pt x="129" y="221"/>
                    <a:pt x="126" y="207"/>
                    <a:pt x="123" y="192"/>
                  </a:cubicBezTo>
                  <a:cubicBezTo>
                    <a:pt x="127" y="176"/>
                    <a:pt x="131" y="164"/>
                    <a:pt x="134" y="156"/>
                  </a:cubicBezTo>
                  <a:cubicBezTo>
                    <a:pt x="136" y="164"/>
                    <a:pt x="138" y="171"/>
                    <a:pt x="141" y="178"/>
                  </a:cubicBezTo>
                  <a:cubicBezTo>
                    <a:pt x="131" y="127"/>
                    <a:pt x="125" y="53"/>
                    <a:pt x="121" y="0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09" y="2"/>
                    <a:pt x="111" y="40"/>
                    <a:pt x="120" y="87"/>
                  </a:cubicBezTo>
                  <a:cubicBezTo>
                    <a:pt x="117" y="95"/>
                    <a:pt x="114" y="105"/>
                    <a:pt x="111" y="117"/>
                  </a:cubicBezTo>
                  <a:cubicBezTo>
                    <a:pt x="109" y="104"/>
                    <a:pt x="108" y="93"/>
                    <a:pt x="107" y="82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97" y="53"/>
                    <a:pt x="97" y="53"/>
                    <a:pt x="97" y="53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101" y="103"/>
                    <a:pt x="102" y="122"/>
                    <a:pt x="104" y="142"/>
                  </a:cubicBezTo>
                  <a:cubicBezTo>
                    <a:pt x="103" y="146"/>
                    <a:pt x="103" y="149"/>
                    <a:pt x="102" y="153"/>
                  </a:cubicBezTo>
                  <a:cubicBezTo>
                    <a:pt x="100" y="133"/>
                    <a:pt x="99" y="116"/>
                    <a:pt x="99" y="105"/>
                  </a:cubicBezTo>
                  <a:cubicBezTo>
                    <a:pt x="89" y="113"/>
                    <a:pt x="89" y="113"/>
                    <a:pt x="89" y="113"/>
                  </a:cubicBezTo>
                  <a:cubicBezTo>
                    <a:pt x="89" y="128"/>
                    <a:pt x="91" y="153"/>
                    <a:pt x="95" y="184"/>
                  </a:cubicBezTo>
                  <a:cubicBezTo>
                    <a:pt x="94" y="189"/>
                    <a:pt x="93" y="195"/>
                    <a:pt x="91" y="201"/>
                  </a:cubicBezTo>
                  <a:cubicBezTo>
                    <a:pt x="90" y="193"/>
                    <a:pt x="90" y="186"/>
                    <a:pt x="89" y="180"/>
                  </a:cubicBezTo>
                  <a:cubicBezTo>
                    <a:pt x="87" y="165"/>
                    <a:pt x="87" y="165"/>
                    <a:pt x="87" y="165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80" y="197"/>
                    <a:pt x="82" y="215"/>
                    <a:pt x="84" y="236"/>
                  </a:cubicBezTo>
                  <a:cubicBezTo>
                    <a:pt x="83" y="243"/>
                    <a:pt x="82" y="250"/>
                    <a:pt x="80" y="257"/>
                  </a:cubicBezTo>
                  <a:cubicBezTo>
                    <a:pt x="79" y="240"/>
                    <a:pt x="77" y="228"/>
                    <a:pt x="75" y="221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70" y="241"/>
                    <a:pt x="70" y="264"/>
                    <a:pt x="73" y="296"/>
                  </a:cubicBezTo>
                  <a:cubicBezTo>
                    <a:pt x="71" y="303"/>
                    <a:pt x="70" y="309"/>
                    <a:pt x="69" y="316"/>
                  </a:cubicBezTo>
                  <a:cubicBezTo>
                    <a:pt x="67" y="298"/>
                    <a:pt x="65" y="284"/>
                    <a:pt x="63" y="275"/>
                  </a:cubicBezTo>
                  <a:cubicBezTo>
                    <a:pt x="63" y="275"/>
                    <a:pt x="54" y="292"/>
                    <a:pt x="55" y="299"/>
                  </a:cubicBezTo>
                  <a:cubicBezTo>
                    <a:pt x="56" y="310"/>
                    <a:pt x="58" y="323"/>
                    <a:pt x="59" y="339"/>
                  </a:cubicBezTo>
                  <a:cubicBezTo>
                    <a:pt x="60" y="345"/>
                    <a:pt x="61" y="351"/>
                    <a:pt x="62" y="357"/>
                  </a:cubicBezTo>
                  <a:cubicBezTo>
                    <a:pt x="60" y="363"/>
                    <a:pt x="59" y="370"/>
                    <a:pt x="58" y="376"/>
                  </a:cubicBezTo>
                  <a:cubicBezTo>
                    <a:pt x="53" y="334"/>
                    <a:pt x="53" y="334"/>
                    <a:pt x="53" y="334"/>
                  </a:cubicBezTo>
                  <a:cubicBezTo>
                    <a:pt x="42" y="356"/>
                    <a:pt x="42" y="356"/>
                    <a:pt x="42" y="356"/>
                  </a:cubicBezTo>
                  <a:cubicBezTo>
                    <a:pt x="47" y="390"/>
                    <a:pt x="47" y="390"/>
                    <a:pt x="47" y="390"/>
                  </a:cubicBezTo>
                  <a:cubicBezTo>
                    <a:pt x="48" y="399"/>
                    <a:pt x="49" y="410"/>
                    <a:pt x="50" y="420"/>
                  </a:cubicBezTo>
                  <a:cubicBezTo>
                    <a:pt x="49" y="427"/>
                    <a:pt x="48" y="433"/>
                    <a:pt x="47" y="440"/>
                  </a:cubicBezTo>
                  <a:cubicBezTo>
                    <a:pt x="45" y="428"/>
                    <a:pt x="44" y="418"/>
                    <a:pt x="43" y="409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30" y="412"/>
                    <a:pt x="30" y="412"/>
                    <a:pt x="30" y="412"/>
                  </a:cubicBezTo>
                  <a:cubicBezTo>
                    <a:pt x="32" y="431"/>
                    <a:pt x="35" y="458"/>
                    <a:pt x="38" y="487"/>
                  </a:cubicBezTo>
                  <a:cubicBezTo>
                    <a:pt x="38" y="492"/>
                    <a:pt x="37" y="497"/>
                    <a:pt x="36" y="502"/>
                  </a:cubicBezTo>
                  <a:cubicBezTo>
                    <a:pt x="34" y="484"/>
                    <a:pt x="32" y="467"/>
                    <a:pt x="30" y="452"/>
                  </a:cubicBezTo>
                  <a:cubicBezTo>
                    <a:pt x="30" y="452"/>
                    <a:pt x="16" y="467"/>
                    <a:pt x="18" y="480"/>
                  </a:cubicBezTo>
                  <a:cubicBezTo>
                    <a:pt x="20" y="497"/>
                    <a:pt x="23" y="523"/>
                    <a:pt x="27" y="551"/>
                  </a:cubicBezTo>
                  <a:cubicBezTo>
                    <a:pt x="25" y="560"/>
                    <a:pt x="24" y="570"/>
                    <a:pt x="22" y="579"/>
                  </a:cubicBezTo>
                  <a:cubicBezTo>
                    <a:pt x="21" y="566"/>
                    <a:pt x="20" y="553"/>
                    <a:pt x="20" y="543"/>
                  </a:cubicBezTo>
                  <a:cubicBezTo>
                    <a:pt x="17" y="508"/>
                    <a:pt x="17" y="508"/>
                    <a:pt x="17" y="508"/>
                  </a:cubicBezTo>
                  <a:cubicBezTo>
                    <a:pt x="7" y="532"/>
                    <a:pt x="7" y="532"/>
                    <a:pt x="7" y="532"/>
                  </a:cubicBezTo>
                  <a:cubicBezTo>
                    <a:pt x="8" y="546"/>
                    <a:pt x="8" y="546"/>
                    <a:pt x="8" y="546"/>
                  </a:cubicBezTo>
                  <a:cubicBezTo>
                    <a:pt x="9" y="568"/>
                    <a:pt x="10" y="595"/>
                    <a:pt x="13" y="624"/>
                  </a:cubicBezTo>
                  <a:cubicBezTo>
                    <a:pt x="9" y="646"/>
                    <a:pt x="5" y="662"/>
                    <a:pt x="2" y="669"/>
                  </a:cubicBezTo>
                  <a:cubicBezTo>
                    <a:pt x="9" y="671"/>
                    <a:pt x="9" y="671"/>
                    <a:pt x="9" y="671"/>
                  </a:cubicBezTo>
                  <a:cubicBezTo>
                    <a:pt x="11" y="667"/>
                    <a:pt x="13" y="659"/>
                    <a:pt x="16" y="647"/>
                  </a:cubicBezTo>
                  <a:cubicBezTo>
                    <a:pt x="17" y="655"/>
                    <a:pt x="18" y="662"/>
                    <a:pt x="19" y="669"/>
                  </a:cubicBezTo>
                  <a:cubicBezTo>
                    <a:pt x="18" y="675"/>
                    <a:pt x="18" y="680"/>
                    <a:pt x="17" y="684"/>
                  </a:cubicBezTo>
                  <a:cubicBezTo>
                    <a:pt x="12" y="712"/>
                    <a:pt x="10" y="724"/>
                    <a:pt x="0" y="735"/>
                  </a:cubicBezTo>
                  <a:cubicBezTo>
                    <a:pt x="2" y="751"/>
                    <a:pt x="2" y="751"/>
                    <a:pt x="2" y="751"/>
                  </a:cubicBezTo>
                  <a:cubicBezTo>
                    <a:pt x="13" y="739"/>
                    <a:pt x="19" y="716"/>
                    <a:pt x="24" y="691"/>
                  </a:cubicBezTo>
                  <a:cubicBezTo>
                    <a:pt x="27" y="709"/>
                    <a:pt x="32" y="727"/>
                    <a:pt x="39" y="742"/>
                  </a:cubicBezTo>
                  <a:cubicBezTo>
                    <a:pt x="42" y="749"/>
                    <a:pt x="45" y="756"/>
                    <a:pt x="48" y="763"/>
                  </a:cubicBezTo>
                  <a:cubicBezTo>
                    <a:pt x="47" y="806"/>
                    <a:pt x="23" y="817"/>
                    <a:pt x="9" y="821"/>
                  </a:cubicBezTo>
                  <a:cubicBezTo>
                    <a:pt x="13" y="833"/>
                    <a:pt x="13" y="833"/>
                    <a:pt x="13" y="833"/>
                  </a:cubicBezTo>
                  <a:cubicBezTo>
                    <a:pt x="27" y="830"/>
                    <a:pt x="50" y="815"/>
                    <a:pt x="55" y="778"/>
                  </a:cubicBezTo>
                  <a:cubicBezTo>
                    <a:pt x="59" y="787"/>
                    <a:pt x="62" y="794"/>
                    <a:pt x="65" y="801"/>
                  </a:cubicBezTo>
                  <a:cubicBezTo>
                    <a:pt x="59" y="841"/>
                    <a:pt x="41" y="875"/>
                    <a:pt x="24" y="878"/>
                  </a:cubicBezTo>
                  <a:cubicBezTo>
                    <a:pt x="29" y="891"/>
                    <a:pt x="29" y="891"/>
                    <a:pt x="29" y="891"/>
                  </a:cubicBezTo>
                  <a:cubicBezTo>
                    <a:pt x="49" y="887"/>
                    <a:pt x="64" y="849"/>
                    <a:pt x="71" y="813"/>
                  </a:cubicBezTo>
                  <a:cubicBezTo>
                    <a:pt x="81" y="833"/>
                    <a:pt x="88" y="849"/>
                    <a:pt x="95" y="869"/>
                  </a:cubicBezTo>
                  <a:cubicBezTo>
                    <a:pt x="95" y="869"/>
                    <a:pt x="95" y="869"/>
                    <a:pt x="95" y="869"/>
                  </a:cubicBezTo>
                  <a:cubicBezTo>
                    <a:pt x="95" y="868"/>
                    <a:pt x="95" y="867"/>
                    <a:pt x="96" y="865"/>
                  </a:cubicBezTo>
                  <a:cubicBezTo>
                    <a:pt x="96" y="861"/>
                    <a:pt x="96" y="857"/>
                    <a:pt x="97" y="852"/>
                  </a:cubicBezTo>
                  <a:cubicBezTo>
                    <a:pt x="97" y="849"/>
                    <a:pt x="97" y="846"/>
                    <a:pt x="97" y="844"/>
                  </a:cubicBezTo>
                  <a:cubicBezTo>
                    <a:pt x="97" y="843"/>
                    <a:pt x="97" y="842"/>
                    <a:pt x="97" y="841"/>
                  </a:cubicBezTo>
                  <a:close/>
                  <a:moveTo>
                    <a:pt x="78" y="620"/>
                  </a:moveTo>
                  <a:cubicBezTo>
                    <a:pt x="75" y="608"/>
                    <a:pt x="71" y="594"/>
                    <a:pt x="69" y="580"/>
                  </a:cubicBezTo>
                  <a:cubicBezTo>
                    <a:pt x="70" y="574"/>
                    <a:pt x="71" y="568"/>
                    <a:pt x="72" y="562"/>
                  </a:cubicBezTo>
                  <a:cubicBezTo>
                    <a:pt x="74" y="577"/>
                    <a:pt x="78" y="591"/>
                    <a:pt x="81" y="604"/>
                  </a:cubicBezTo>
                  <a:cubicBezTo>
                    <a:pt x="80" y="609"/>
                    <a:pt x="79" y="615"/>
                    <a:pt x="78" y="620"/>
                  </a:cubicBezTo>
                  <a:close/>
                  <a:moveTo>
                    <a:pt x="88" y="568"/>
                  </a:moveTo>
                  <a:cubicBezTo>
                    <a:pt x="85" y="553"/>
                    <a:pt x="82" y="537"/>
                    <a:pt x="79" y="521"/>
                  </a:cubicBezTo>
                  <a:cubicBezTo>
                    <a:pt x="80" y="515"/>
                    <a:pt x="81" y="509"/>
                    <a:pt x="83" y="502"/>
                  </a:cubicBezTo>
                  <a:cubicBezTo>
                    <a:pt x="86" y="518"/>
                    <a:pt x="89" y="534"/>
                    <a:pt x="92" y="550"/>
                  </a:cubicBezTo>
                  <a:cubicBezTo>
                    <a:pt x="91" y="556"/>
                    <a:pt x="90" y="562"/>
                    <a:pt x="88" y="568"/>
                  </a:cubicBezTo>
                  <a:close/>
                  <a:moveTo>
                    <a:pt x="100" y="513"/>
                  </a:moveTo>
                  <a:cubicBezTo>
                    <a:pt x="97" y="496"/>
                    <a:pt x="94" y="479"/>
                    <a:pt x="91" y="463"/>
                  </a:cubicBezTo>
                  <a:cubicBezTo>
                    <a:pt x="92" y="458"/>
                    <a:pt x="93" y="453"/>
                    <a:pt x="93" y="449"/>
                  </a:cubicBezTo>
                  <a:cubicBezTo>
                    <a:pt x="97" y="466"/>
                    <a:pt x="100" y="482"/>
                    <a:pt x="104" y="496"/>
                  </a:cubicBezTo>
                  <a:cubicBezTo>
                    <a:pt x="103" y="501"/>
                    <a:pt x="101" y="507"/>
                    <a:pt x="100" y="513"/>
                  </a:cubicBezTo>
                  <a:close/>
                  <a:moveTo>
                    <a:pt x="111" y="462"/>
                  </a:moveTo>
                  <a:cubicBezTo>
                    <a:pt x="107" y="447"/>
                    <a:pt x="104" y="431"/>
                    <a:pt x="101" y="414"/>
                  </a:cubicBezTo>
                  <a:cubicBezTo>
                    <a:pt x="102" y="407"/>
                    <a:pt x="104" y="399"/>
                    <a:pt x="106" y="391"/>
                  </a:cubicBezTo>
                  <a:cubicBezTo>
                    <a:pt x="109" y="407"/>
                    <a:pt x="112" y="423"/>
                    <a:pt x="116" y="438"/>
                  </a:cubicBezTo>
                  <a:cubicBezTo>
                    <a:pt x="114" y="446"/>
                    <a:pt x="113" y="454"/>
                    <a:pt x="111" y="462"/>
                  </a:cubicBezTo>
                  <a:close/>
                  <a:moveTo>
                    <a:pt x="102" y="283"/>
                  </a:moveTo>
                  <a:cubicBezTo>
                    <a:pt x="103" y="276"/>
                    <a:pt x="105" y="269"/>
                    <a:pt x="106" y="262"/>
                  </a:cubicBezTo>
                  <a:cubicBezTo>
                    <a:pt x="109" y="279"/>
                    <a:pt x="112" y="296"/>
                    <a:pt x="115" y="313"/>
                  </a:cubicBezTo>
                  <a:cubicBezTo>
                    <a:pt x="114" y="320"/>
                    <a:pt x="112" y="327"/>
                    <a:pt x="110" y="335"/>
                  </a:cubicBezTo>
                  <a:cubicBezTo>
                    <a:pt x="107" y="317"/>
                    <a:pt x="104" y="300"/>
                    <a:pt x="102" y="283"/>
                  </a:cubicBezTo>
                  <a:close/>
                  <a:moveTo>
                    <a:pt x="123" y="403"/>
                  </a:moveTo>
                  <a:cubicBezTo>
                    <a:pt x="120" y="388"/>
                    <a:pt x="117" y="371"/>
                    <a:pt x="114" y="355"/>
                  </a:cubicBezTo>
                  <a:cubicBezTo>
                    <a:pt x="115" y="347"/>
                    <a:pt x="117" y="339"/>
                    <a:pt x="119" y="331"/>
                  </a:cubicBezTo>
                  <a:cubicBezTo>
                    <a:pt x="122" y="347"/>
                    <a:pt x="126" y="361"/>
                    <a:pt x="129" y="374"/>
                  </a:cubicBezTo>
                  <a:cubicBezTo>
                    <a:pt x="127" y="383"/>
                    <a:pt x="125" y="393"/>
                    <a:pt x="123" y="403"/>
                  </a:cubicBezTo>
                  <a:close/>
                  <a:moveTo>
                    <a:pt x="143" y="306"/>
                  </a:moveTo>
                  <a:cubicBezTo>
                    <a:pt x="140" y="318"/>
                    <a:pt x="138" y="331"/>
                    <a:pt x="135" y="345"/>
                  </a:cubicBezTo>
                  <a:cubicBezTo>
                    <a:pt x="131" y="332"/>
                    <a:pt x="128" y="319"/>
                    <a:pt x="125" y="305"/>
                  </a:cubicBezTo>
                  <a:cubicBezTo>
                    <a:pt x="127" y="296"/>
                    <a:pt x="129" y="287"/>
                    <a:pt x="131" y="278"/>
                  </a:cubicBezTo>
                  <a:cubicBezTo>
                    <a:pt x="135" y="288"/>
                    <a:pt x="139" y="297"/>
                    <a:pt x="143" y="306"/>
                  </a:cubicBezTo>
                  <a:close/>
                  <a:moveTo>
                    <a:pt x="127" y="263"/>
                  </a:moveTo>
                  <a:cubicBezTo>
                    <a:pt x="125" y="271"/>
                    <a:pt x="123" y="279"/>
                    <a:pt x="121" y="287"/>
                  </a:cubicBezTo>
                  <a:cubicBezTo>
                    <a:pt x="118" y="270"/>
                    <a:pt x="115" y="252"/>
                    <a:pt x="112" y="235"/>
                  </a:cubicBezTo>
                  <a:cubicBezTo>
                    <a:pt x="113" y="230"/>
                    <a:pt x="115" y="225"/>
                    <a:pt x="116" y="220"/>
                  </a:cubicBezTo>
                  <a:cubicBezTo>
                    <a:pt x="119" y="235"/>
                    <a:pt x="122" y="249"/>
                    <a:pt x="127" y="263"/>
                  </a:cubicBezTo>
                  <a:close/>
                  <a:moveTo>
                    <a:pt x="122" y="103"/>
                  </a:moveTo>
                  <a:cubicBezTo>
                    <a:pt x="125" y="118"/>
                    <a:pt x="129" y="134"/>
                    <a:pt x="133" y="150"/>
                  </a:cubicBezTo>
                  <a:cubicBezTo>
                    <a:pt x="130" y="148"/>
                    <a:pt x="130" y="148"/>
                    <a:pt x="130" y="148"/>
                  </a:cubicBezTo>
                  <a:cubicBezTo>
                    <a:pt x="127" y="154"/>
                    <a:pt x="123" y="163"/>
                    <a:pt x="120" y="175"/>
                  </a:cubicBezTo>
                  <a:cubicBezTo>
                    <a:pt x="117" y="162"/>
                    <a:pt x="115" y="150"/>
                    <a:pt x="113" y="138"/>
                  </a:cubicBezTo>
                  <a:cubicBezTo>
                    <a:pt x="117" y="125"/>
                    <a:pt x="120" y="113"/>
                    <a:pt x="122" y="103"/>
                  </a:cubicBezTo>
                  <a:close/>
                  <a:moveTo>
                    <a:pt x="107" y="165"/>
                  </a:moveTo>
                  <a:cubicBezTo>
                    <a:pt x="108" y="177"/>
                    <a:pt x="110" y="189"/>
                    <a:pt x="112" y="201"/>
                  </a:cubicBezTo>
                  <a:cubicBezTo>
                    <a:pt x="111" y="206"/>
                    <a:pt x="110" y="210"/>
                    <a:pt x="109" y="214"/>
                  </a:cubicBezTo>
                  <a:cubicBezTo>
                    <a:pt x="107" y="202"/>
                    <a:pt x="106" y="189"/>
                    <a:pt x="104" y="177"/>
                  </a:cubicBezTo>
                  <a:cubicBezTo>
                    <a:pt x="105" y="173"/>
                    <a:pt x="106" y="169"/>
                    <a:pt x="107" y="165"/>
                  </a:cubicBezTo>
                  <a:close/>
                  <a:moveTo>
                    <a:pt x="98" y="207"/>
                  </a:moveTo>
                  <a:cubicBezTo>
                    <a:pt x="99" y="218"/>
                    <a:pt x="101" y="230"/>
                    <a:pt x="103" y="241"/>
                  </a:cubicBezTo>
                  <a:cubicBezTo>
                    <a:pt x="102" y="247"/>
                    <a:pt x="100" y="253"/>
                    <a:pt x="99" y="260"/>
                  </a:cubicBezTo>
                  <a:cubicBezTo>
                    <a:pt x="97" y="248"/>
                    <a:pt x="96" y="236"/>
                    <a:pt x="94" y="225"/>
                  </a:cubicBezTo>
                  <a:cubicBezTo>
                    <a:pt x="96" y="219"/>
                    <a:pt x="97" y="213"/>
                    <a:pt x="98" y="207"/>
                  </a:cubicBezTo>
                  <a:close/>
                  <a:moveTo>
                    <a:pt x="94" y="320"/>
                  </a:moveTo>
                  <a:cubicBezTo>
                    <a:pt x="97" y="337"/>
                    <a:pt x="99" y="354"/>
                    <a:pt x="102" y="371"/>
                  </a:cubicBezTo>
                  <a:cubicBezTo>
                    <a:pt x="100" y="379"/>
                    <a:pt x="99" y="387"/>
                    <a:pt x="97" y="395"/>
                  </a:cubicBezTo>
                  <a:cubicBezTo>
                    <a:pt x="94" y="378"/>
                    <a:pt x="91" y="362"/>
                    <a:pt x="89" y="346"/>
                  </a:cubicBezTo>
                  <a:cubicBezTo>
                    <a:pt x="91" y="337"/>
                    <a:pt x="93" y="328"/>
                    <a:pt x="94" y="320"/>
                  </a:cubicBezTo>
                  <a:close/>
                  <a:moveTo>
                    <a:pt x="87" y="262"/>
                  </a:moveTo>
                  <a:cubicBezTo>
                    <a:pt x="88" y="273"/>
                    <a:pt x="90" y="284"/>
                    <a:pt x="91" y="296"/>
                  </a:cubicBezTo>
                  <a:cubicBezTo>
                    <a:pt x="90" y="304"/>
                    <a:pt x="88" y="313"/>
                    <a:pt x="86" y="321"/>
                  </a:cubicBezTo>
                  <a:cubicBezTo>
                    <a:pt x="85" y="309"/>
                    <a:pt x="84" y="297"/>
                    <a:pt x="83" y="286"/>
                  </a:cubicBezTo>
                  <a:cubicBezTo>
                    <a:pt x="84" y="277"/>
                    <a:pt x="86" y="269"/>
                    <a:pt x="87" y="262"/>
                  </a:cubicBezTo>
                  <a:close/>
                  <a:moveTo>
                    <a:pt x="83" y="380"/>
                  </a:moveTo>
                  <a:cubicBezTo>
                    <a:pt x="85" y="396"/>
                    <a:pt x="87" y="412"/>
                    <a:pt x="90" y="428"/>
                  </a:cubicBezTo>
                  <a:cubicBezTo>
                    <a:pt x="89" y="433"/>
                    <a:pt x="88" y="437"/>
                    <a:pt x="87" y="442"/>
                  </a:cubicBezTo>
                  <a:cubicBezTo>
                    <a:pt x="84" y="426"/>
                    <a:pt x="82" y="411"/>
                    <a:pt x="80" y="396"/>
                  </a:cubicBezTo>
                  <a:cubicBezTo>
                    <a:pt x="81" y="391"/>
                    <a:pt x="82" y="385"/>
                    <a:pt x="83" y="380"/>
                  </a:cubicBezTo>
                  <a:close/>
                  <a:moveTo>
                    <a:pt x="76" y="324"/>
                  </a:moveTo>
                  <a:cubicBezTo>
                    <a:pt x="77" y="334"/>
                    <a:pt x="78" y="344"/>
                    <a:pt x="80" y="355"/>
                  </a:cubicBezTo>
                  <a:cubicBezTo>
                    <a:pt x="78" y="361"/>
                    <a:pt x="77" y="367"/>
                    <a:pt x="76" y="372"/>
                  </a:cubicBezTo>
                  <a:cubicBezTo>
                    <a:pt x="75" y="362"/>
                    <a:pt x="73" y="352"/>
                    <a:pt x="72" y="342"/>
                  </a:cubicBezTo>
                  <a:cubicBezTo>
                    <a:pt x="73" y="336"/>
                    <a:pt x="74" y="330"/>
                    <a:pt x="76" y="324"/>
                  </a:cubicBezTo>
                  <a:close/>
                  <a:moveTo>
                    <a:pt x="72" y="437"/>
                  </a:moveTo>
                  <a:cubicBezTo>
                    <a:pt x="74" y="451"/>
                    <a:pt x="76" y="466"/>
                    <a:pt x="79" y="481"/>
                  </a:cubicBezTo>
                  <a:cubicBezTo>
                    <a:pt x="78" y="487"/>
                    <a:pt x="77" y="493"/>
                    <a:pt x="75" y="499"/>
                  </a:cubicBezTo>
                  <a:cubicBezTo>
                    <a:pt x="73" y="485"/>
                    <a:pt x="71" y="470"/>
                    <a:pt x="69" y="455"/>
                  </a:cubicBezTo>
                  <a:cubicBezTo>
                    <a:pt x="70" y="449"/>
                    <a:pt x="71" y="443"/>
                    <a:pt x="72" y="437"/>
                  </a:cubicBezTo>
                  <a:close/>
                  <a:moveTo>
                    <a:pt x="65" y="383"/>
                  </a:moveTo>
                  <a:cubicBezTo>
                    <a:pt x="66" y="392"/>
                    <a:pt x="67" y="402"/>
                    <a:pt x="69" y="412"/>
                  </a:cubicBezTo>
                  <a:cubicBezTo>
                    <a:pt x="67" y="419"/>
                    <a:pt x="66" y="425"/>
                    <a:pt x="65" y="431"/>
                  </a:cubicBezTo>
                  <a:cubicBezTo>
                    <a:pt x="64" y="421"/>
                    <a:pt x="62" y="411"/>
                    <a:pt x="61" y="402"/>
                  </a:cubicBezTo>
                  <a:cubicBezTo>
                    <a:pt x="62" y="396"/>
                    <a:pt x="64" y="389"/>
                    <a:pt x="65" y="383"/>
                  </a:cubicBezTo>
                  <a:close/>
                  <a:moveTo>
                    <a:pt x="61" y="498"/>
                  </a:moveTo>
                  <a:cubicBezTo>
                    <a:pt x="63" y="513"/>
                    <a:pt x="65" y="527"/>
                    <a:pt x="68" y="541"/>
                  </a:cubicBezTo>
                  <a:cubicBezTo>
                    <a:pt x="66" y="547"/>
                    <a:pt x="65" y="553"/>
                    <a:pt x="64" y="559"/>
                  </a:cubicBezTo>
                  <a:cubicBezTo>
                    <a:pt x="62" y="545"/>
                    <a:pt x="59" y="531"/>
                    <a:pt x="57" y="516"/>
                  </a:cubicBezTo>
                  <a:cubicBezTo>
                    <a:pt x="58" y="511"/>
                    <a:pt x="59" y="504"/>
                    <a:pt x="61" y="498"/>
                  </a:cubicBezTo>
                  <a:close/>
                  <a:moveTo>
                    <a:pt x="52" y="457"/>
                  </a:moveTo>
                  <a:cubicBezTo>
                    <a:pt x="52" y="454"/>
                    <a:pt x="53" y="450"/>
                    <a:pt x="53" y="447"/>
                  </a:cubicBezTo>
                  <a:cubicBezTo>
                    <a:pt x="55" y="456"/>
                    <a:pt x="56" y="465"/>
                    <a:pt x="57" y="474"/>
                  </a:cubicBezTo>
                  <a:cubicBezTo>
                    <a:pt x="57" y="474"/>
                    <a:pt x="57" y="475"/>
                    <a:pt x="57" y="475"/>
                  </a:cubicBezTo>
                  <a:cubicBezTo>
                    <a:pt x="56" y="481"/>
                    <a:pt x="55" y="487"/>
                    <a:pt x="54" y="493"/>
                  </a:cubicBezTo>
                  <a:cubicBezTo>
                    <a:pt x="52" y="484"/>
                    <a:pt x="51" y="475"/>
                    <a:pt x="50" y="466"/>
                  </a:cubicBezTo>
                  <a:cubicBezTo>
                    <a:pt x="51" y="463"/>
                    <a:pt x="51" y="460"/>
                    <a:pt x="52" y="457"/>
                  </a:cubicBezTo>
                  <a:close/>
                  <a:moveTo>
                    <a:pt x="49" y="559"/>
                  </a:moveTo>
                  <a:cubicBezTo>
                    <a:pt x="52" y="573"/>
                    <a:pt x="54" y="587"/>
                    <a:pt x="57" y="600"/>
                  </a:cubicBezTo>
                  <a:cubicBezTo>
                    <a:pt x="57" y="606"/>
                    <a:pt x="56" y="611"/>
                    <a:pt x="55" y="616"/>
                  </a:cubicBezTo>
                  <a:cubicBezTo>
                    <a:pt x="52" y="602"/>
                    <a:pt x="49" y="587"/>
                    <a:pt x="47" y="573"/>
                  </a:cubicBezTo>
                  <a:cubicBezTo>
                    <a:pt x="47" y="568"/>
                    <a:pt x="48" y="564"/>
                    <a:pt x="49" y="559"/>
                  </a:cubicBezTo>
                  <a:close/>
                  <a:moveTo>
                    <a:pt x="42" y="512"/>
                  </a:moveTo>
                  <a:cubicBezTo>
                    <a:pt x="43" y="520"/>
                    <a:pt x="44" y="528"/>
                    <a:pt x="46" y="537"/>
                  </a:cubicBezTo>
                  <a:cubicBezTo>
                    <a:pt x="45" y="541"/>
                    <a:pt x="44" y="546"/>
                    <a:pt x="43" y="551"/>
                  </a:cubicBezTo>
                  <a:cubicBezTo>
                    <a:pt x="42" y="543"/>
                    <a:pt x="40" y="535"/>
                    <a:pt x="39" y="527"/>
                  </a:cubicBezTo>
                  <a:cubicBezTo>
                    <a:pt x="40" y="522"/>
                    <a:pt x="41" y="517"/>
                    <a:pt x="42" y="512"/>
                  </a:cubicBezTo>
                  <a:close/>
                  <a:moveTo>
                    <a:pt x="27" y="627"/>
                  </a:moveTo>
                  <a:cubicBezTo>
                    <a:pt x="26" y="620"/>
                    <a:pt x="25" y="613"/>
                    <a:pt x="25" y="606"/>
                  </a:cubicBezTo>
                  <a:cubicBezTo>
                    <a:pt x="27" y="596"/>
                    <a:pt x="29" y="585"/>
                    <a:pt x="31" y="573"/>
                  </a:cubicBezTo>
                  <a:cubicBezTo>
                    <a:pt x="32" y="580"/>
                    <a:pt x="33" y="587"/>
                    <a:pt x="34" y="594"/>
                  </a:cubicBezTo>
                  <a:cubicBezTo>
                    <a:pt x="33" y="600"/>
                    <a:pt x="32" y="607"/>
                    <a:pt x="31" y="612"/>
                  </a:cubicBezTo>
                  <a:cubicBezTo>
                    <a:pt x="29" y="617"/>
                    <a:pt x="28" y="622"/>
                    <a:pt x="27" y="627"/>
                  </a:cubicBezTo>
                  <a:close/>
                  <a:moveTo>
                    <a:pt x="45" y="713"/>
                  </a:moveTo>
                  <a:cubicBezTo>
                    <a:pt x="39" y="694"/>
                    <a:pt x="34" y="672"/>
                    <a:pt x="31" y="650"/>
                  </a:cubicBezTo>
                  <a:cubicBezTo>
                    <a:pt x="33" y="639"/>
                    <a:pt x="35" y="627"/>
                    <a:pt x="38" y="614"/>
                  </a:cubicBezTo>
                  <a:cubicBezTo>
                    <a:pt x="38" y="613"/>
                    <a:pt x="38" y="613"/>
                    <a:pt x="38" y="613"/>
                  </a:cubicBezTo>
                  <a:cubicBezTo>
                    <a:pt x="42" y="629"/>
                    <a:pt x="45" y="644"/>
                    <a:pt x="49" y="659"/>
                  </a:cubicBezTo>
                  <a:cubicBezTo>
                    <a:pt x="47" y="680"/>
                    <a:pt x="45" y="698"/>
                    <a:pt x="45" y="713"/>
                  </a:cubicBezTo>
                  <a:close/>
                  <a:moveTo>
                    <a:pt x="69" y="763"/>
                  </a:moveTo>
                  <a:cubicBezTo>
                    <a:pt x="69" y="766"/>
                    <a:pt x="69" y="769"/>
                    <a:pt x="69" y="772"/>
                  </a:cubicBezTo>
                  <a:cubicBezTo>
                    <a:pt x="64" y="762"/>
                    <a:pt x="60" y="751"/>
                    <a:pt x="54" y="738"/>
                  </a:cubicBezTo>
                  <a:cubicBezTo>
                    <a:pt x="54" y="737"/>
                    <a:pt x="54" y="736"/>
                    <a:pt x="54" y="735"/>
                  </a:cubicBezTo>
                  <a:cubicBezTo>
                    <a:pt x="52" y="723"/>
                    <a:pt x="53" y="704"/>
                    <a:pt x="55" y="680"/>
                  </a:cubicBezTo>
                  <a:cubicBezTo>
                    <a:pt x="59" y="695"/>
                    <a:pt x="64" y="709"/>
                    <a:pt x="70" y="723"/>
                  </a:cubicBezTo>
                  <a:cubicBezTo>
                    <a:pt x="70" y="724"/>
                    <a:pt x="70" y="725"/>
                    <a:pt x="70" y="727"/>
                  </a:cubicBezTo>
                  <a:lnTo>
                    <a:pt x="69" y="763"/>
                  </a:lnTo>
                  <a:close/>
                  <a:moveTo>
                    <a:pt x="71" y="678"/>
                  </a:moveTo>
                  <a:cubicBezTo>
                    <a:pt x="67" y="665"/>
                    <a:pt x="63" y="651"/>
                    <a:pt x="60" y="637"/>
                  </a:cubicBezTo>
                  <a:cubicBezTo>
                    <a:pt x="60" y="632"/>
                    <a:pt x="61" y="626"/>
                    <a:pt x="62" y="620"/>
                  </a:cubicBezTo>
                  <a:cubicBezTo>
                    <a:pt x="65" y="633"/>
                    <a:pt x="69" y="645"/>
                    <a:pt x="73" y="656"/>
                  </a:cubicBezTo>
                  <a:cubicBezTo>
                    <a:pt x="72" y="664"/>
                    <a:pt x="71" y="671"/>
                    <a:pt x="71" y="678"/>
                  </a:cubicBezTo>
                  <a:close/>
                </a:path>
              </a:pathLst>
            </a:custGeom>
            <a:solidFill>
              <a:srgbClr val="EB9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92">
              <a:extLst>
                <a:ext uri="{FF2B5EF4-FFF2-40B4-BE49-F238E27FC236}">
                  <a16:creationId xmlns:a16="http://schemas.microsoft.com/office/drawing/2014/main" id="{F7E3587E-907D-42B8-ADAB-ABF744CE0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213"/>
              <a:ext cx="60" cy="338"/>
            </a:xfrm>
            <a:custGeom>
              <a:avLst/>
              <a:gdLst>
                <a:gd name="T0" fmla="*/ 0 w 42"/>
                <a:gd name="T1" fmla="*/ 0 h 223"/>
                <a:gd name="T2" fmla="*/ 123 w 42"/>
                <a:gd name="T3" fmla="*/ 776 h 2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3">
                  <a:moveTo>
                    <a:pt x="0" y="0"/>
                  </a:moveTo>
                  <a:cubicBezTo>
                    <a:pt x="27" y="39"/>
                    <a:pt x="34" y="192"/>
                    <a:pt x="42" y="22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93">
              <a:extLst>
                <a:ext uri="{FF2B5EF4-FFF2-40B4-BE49-F238E27FC236}">
                  <a16:creationId xmlns:a16="http://schemas.microsoft.com/office/drawing/2014/main" id="{9A0A946A-CDDC-4EF7-9738-8F76EB6E9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190"/>
              <a:ext cx="28" cy="350"/>
            </a:xfrm>
            <a:custGeom>
              <a:avLst/>
              <a:gdLst>
                <a:gd name="T0" fmla="*/ 28 w 20"/>
                <a:gd name="T1" fmla="*/ 0 h 231"/>
                <a:gd name="T2" fmla="*/ 55 w 20"/>
                <a:gd name="T3" fmla="*/ 803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1">
                  <a:moveTo>
                    <a:pt x="10" y="0"/>
                  </a:moveTo>
                  <a:cubicBezTo>
                    <a:pt x="6" y="55"/>
                    <a:pt x="0" y="210"/>
                    <a:pt x="20" y="231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94">
              <a:extLst>
                <a:ext uri="{FF2B5EF4-FFF2-40B4-BE49-F238E27FC236}">
                  <a16:creationId xmlns:a16="http://schemas.microsoft.com/office/drawing/2014/main" id="{F291BF05-7D13-4F5F-B1F6-59893D3F5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3122"/>
              <a:ext cx="67" cy="203"/>
            </a:xfrm>
            <a:custGeom>
              <a:avLst/>
              <a:gdLst>
                <a:gd name="T0" fmla="*/ 23 w 47"/>
                <a:gd name="T1" fmla="*/ 0 h 134"/>
                <a:gd name="T2" fmla="*/ 137 w 47"/>
                <a:gd name="T3" fmla="*/ 467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34">
                  <a:moveTo>
                    <a:pt x="8" y="0"/>
                  </a:moveTo>
                  <a:cubicBezTo>
                    <a:pt x="0" y="43"/>
                    <a:pt x="39" y="111"/>
                    <a:pt x="47" y="134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95">
              <a:extLst>
                <a:ext uri="{FF2B5EF4-FFF2-40B4-BE49-F238E27FC236}">
                  <a16:creationId xmlns:a16="http://schemas.microsoft.com/office/drawing/2014/main" id="{5D805788-534B-41C0-BC62-30F30129A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952"/>
              <a:ext cx="1961" cy="1126"/>
            </a:xfrm>
            <a:custGeom>
              <a:avLst/>
              <a:gdLst>
                <a:gd name="T0" fmla="*/ 3587 w 1380"/>
                <a:gd name="T1" fmla="*/ 2384 h 743"/>
                <a:gd name="T2" fmla="*/ 3339 w 1380"/>
                <a:gd name="T3" fmla="*/ 2585 h 743"/>
                <a:gd name="T4" fmla="*/ 294 w 1380"/>
                <a:gd name="T5" fmla="*/ 2585 h 743"/>
                <a:gd name="T6" fmla="*/ 26 w 1380"/>
                <a:gd name="T7" fmla="*/ 2260 h 743"/>
                <a:gd name="T8" fmla="*/ 422 w 1380"/>
                <a:gd name="T9" fmla="*/ 223 h 743"/>
                <a:gd name="T10" fmla="*/ 676 w 1380"/>
                <a:gd name="T11" fmla="*/ 0 h 743"/>
                <a:gd name="T12" fmla="*/ 3655 w 1380"/>
                <a:gd name="T13" fmla="*/ 0 h 743"/>
                <a:gd name="T14" fmla="*/ 3925 w 1380"/>
                <a:gd name="T15" fmla="*/ 326 h 743"/>
                <a:gd name="T16" fmla="*/ 3587 w 1380"/>
                <a:gd name="T17" fmla="*/ 2384 h 7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0" h="743">
                  <a:moveTo>
                    <a:pt x="1250" y="685"/>
                  </a:moveTo>
                  <a:cubicBezTo>
                    <a:pt x="1236" y="719"/>
                    <a:pt x="1203" y="743"/>
                    <a:pt x="1164" y="743"/>
                  </a:cubicBezTo>
                  <a:cubicBezTo>
                    <a:pt x="103" y="743"/>
                    <a:pt x="103" y="743"/>
                    <a:pt x="103" y="743"/>
                  </a:cubicBezTo>
                  <a:cubicBezTo>
                    <a:pt x="51" y="743"/>
                    <a:pt x="0" y="699"/>
                    <a:pt x="9" y="649"/>
                  </a:cubicBezTo>
                  <a:cubicBezTo>
                    <a:pt x="9" y="649"/>
                    <a:pt x="144" y="74"/>
                    <a:pt x="147" y="64"/>
                  </a:cubicBezTo>
                  <a:cubicBezTo>
                    <a:pt x="159" y="27"/>
                    <a:pt x="194" y="0"/>
                    <a:pt x="236" y="0"/>
                  </a:cubicBezTo>
                  <a:cubicBezTo>
                    <a:pt x="1274" y="0"/>
                    <a:pt x="1274" y="0"/>
                    <a:pt x="1274" y="0"/>
                  </a:cubicBezTo>
                  <a:cubicBezTo>
                    <a:pt x="1326" y="0"/>
                    <a:pt x="1380" y="21"/>
                    <a:pt x="1368" y="94"/>
                  </a:cubicBezTo>
                  <a:cubicBezTo>
                    <a:pt x="1368" y="94"/>
                    <a:pt x="1255" y="674"/>
                    <a:pt x="1250" y="68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96">
              <a:extLst>
                <a:ext uri="{FF2B5EF4-FFF2-40B4-BE49-F238E27FC236}">
                  <a16:creationId xmlns:a16="http://schemas.microsoft.com/office/drawing/2014/main" id="{3DF5C181-6AA0-4F75-B3AF-B975C68A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84"/>
              <a:ext cx="116" cy="589"/>
            </a:xfrm>
            <a:custGeom>
              <a:avLst/>
              <a:gdLst>
                <a:gd name="T0" fmla="*/ 34 w 82"/>
                <a:gd name="T1" fmla="*/ 0 h 389"/>
                <a:gd name="T2" fmla="*/ 232 w 82"/>
                <a:gd name="T3" fmla="*/ 1351 h 3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89">
                  <a:moveTo>
                    <a:pt x="12" y="0"/>
                  </a:moveTo>
                  <a:cubicBezTo>
                    <a:pt x="1" y="65"/>
                    <a:pt x="0" y="320"/>
                    <a:pt x="82" y="389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97">
              <a:extLst>
                <a:ext uri="{FF2B5EF4-FFF2-40B4-BE49-F238E27FC236}">
                  <a16:creationId xmlns:a16="http://schemas.microsoft.com/office/drawing/2014/main" id="{A5F05566-228C-445E-9510-6B060175A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037"/>
              <a:ext cx="2056" cy="1568"/>
            </a:xfrm>
            <a:custGeom>
              <a:avLst/>
              <a:gdLst>
                <a:gd name="T0" fmla="*/ 3976 w 1447"/>
                <a:gd name="T1" fmla="*/ 0 h 1035"/>
                <a:gd name="T2" fmla="*/ 4082 w 1447"/>
                <a:gd name="T3" fmla="*/ 977 h 1035"/>
                <a:gd name="T4" fmla="*/ 4040 w 1447"/>
                <a:gd name="T5" fmla="*/ 1641 h 1035"/>
                <a:gd name="T6" fmla="*/ 3914 w 1447"/>
                <a:gd name="T7" fmla="*/ 2375 h 1035"/>
                <a:gd name="T8" fmla="*/ 3880 w 1447"/>
                <a:gd name="T9" fmla="*/ 2871 h 1035"/>
                <a:gd name="T10" fmla="*/ 3914 w 1447"/>
                <a:gd name="T11" fmla="*/ 3147 h 1035"/>
                <a:gd name="T12" fmla="*/ 3865 w 1447"/>
                <a:gd name="T13" fmla="*/ 3477 h 1035"/>
                <a:gd name="T14" fmla="*/ 3789 w 1447"/>
                <a:gd name="T15" fmla="*/ 3539 h 1035"/>
                <a:gd name="T16" fmla="*/ 3271 w 1447"/>
                <a:gd name="T17" fmla="*/ 3459 h 1035"/>
                <a:gd name="T18" fmla="*/ 3150 w 1447"/>
                <a:gd name="T19" fmla="*/ 3539 h 1035"/>
                <a:gd name="T20" fmla="*/ 2261 w 1447"/>
                <a:gd name="T21" fmla="*/ 3512 h 1035"/>
                <a:gd name="T22" fmla="*/ 1253 w 1447"/>
                <a:gd name="T23" fmla="*/ 3489 h 1035"/>
                <a:gd name="T24" fmla="*/ 388 w 1447"/>
                <a:gd name="T25" fmla="*/ 3533 h 1035"/>
                <a:gd name="T26" fmla="*/ 347 w 1447"/>
                <a:gd name="T27" fmla="*/ 3459 h 1035"/>
                <a:gd name="T28" fmla="*/ 0 w 1447"/>
                <a:gd name="T29" fmla="*/ 3459 h 1035"/>
                <a:gd name="T30" fmla="*/ 75 w 1447"/>
                <a:gd name="T31" fmla="*/ 2118 h 10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47" h="1035">
                  <a:moveTo>
                    <a:pt x="1386" y="0"/>
                  </a:moveTo>
                  <a:cubicBezTo>
                    <a:pt x="1389" y="51"/>
                    <a:pt x="1400" y="242"/>
                    <a:pt x="1423" y="281"/>
                  </a:cubicBezTo>
                  <a:cubicBezTo>
                    <a:pt x="1447" y="320"/>
                    <a:pt x="1415" y="418"/>
                    <a:pt x="1408" y="472"/>
                  </a:cubicBezTo>
                  <a:cubicBezTo>
                    <a:pt x="1401" y="520"/>
                    <a:pt x="1380" y="593"/>
                    <a:pt x="1365" y="683"/>
                  </a:cubicBezTo>
                  <a:cubicBezTo>
                    <a:pt x="1359" y="713"/>
                    <a:pt x="1351" y="772"/>
                    <a:pt x="1353" y="826"/>
                  </a:cubicBezTo>
                  <a:cubicBezTo>
                    <a:pt x="1354" y="855"/>
                    <a:pt x="1366" y="880"/>
                    <a:pt x="1365" y="905"/>
                  </a:cubicBezTo>
                  <a:cubicBezTo>
                    <a:pt x="1362" y="949"/>
                    <a:pt x="1350" y="977"/>
                    <a:pt x="1347" y="1000"/>
                  </a:cubicBezTo>
                  <a:cubicBezTo>
                    <a:pt x="1346" y="1009"/>
                    <a:pt x="1344" y="1023"/>
                    <a:pt x="1321" y="1018"/>
                  </a:cubicBezTo>
                  <a:cubicBezTo>
                    <a:pt x="1248" y="997"/>
                    <a:pt x="1136" y="956"/>
                    <a:pt x="1140" y="995"/>
                  </a:cubicBezTo>
                  <a:cubicBezTo>
                    <a:pt x="1126" y="996"/>
                    <a:pt x="1136" y="1013"/>
                    <a:pt x="1098" y="1018"/>
                  </a:cubicBezTo>
                  <a:cubicBezTo>
                    <a:pt x="991" y="1027"/>
                    <a:pt x="924" y="1017"/>
                    <a:pt x="788" y="1010"/>
                  </a:cubicBezTo>
                  <a:cubicBezTo>
                    <a:pt x="635" y="1003"/>
                    <a:pt x="600" y="999"/>
                    <a:pt x="437" y="1003"/>
                  </a:cubicBezTo>
                  <a:cubicBezTo>
                    <a:pt x="285" y="1006"/>
                    <a:pt x="197" y="1035"/>
                    <a:pt x="135" y="1016"/>
                  </a:cubicBezTo>
                  <a:cubicBezTo>
                    <a:pt x="121" y="1010"/>
                    <a:pt x="125" y="997"/>
                    <a:pt x="121" y="995"/>
                  </a:cubicBezTo>
                  <a:cubicBezTo>
                    <a:pt x="58" y="967"/>
                    <a:pt x="62" y="967"/>
                    <a:pt x="0" y="995"/>
                  </a:cubicBezTo>
                  <a:cubicBezTo>
                    <a:pt x="27" y="882"/>
                    <a:pt x="37" y="698"/>
                    <a:pt x="26" y="609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98">
              <a:extLst>
                <a:ext uri="{FF2B5EF4-FFF2-40B4-BE49-F238E27FC236}">
                  <a16:creationId xmlns:a16="http://schemas.microsoft.com/office/drawing/2014/main" id="{3E527612-0148-49A2-A24D-D1459B370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190"/>
              <a:ext cx="37" cy="27"/>
            </a:xfrm>
            <a:custGeom>
              <a:avLst/>
              <a:gdLst>
                <a:gd name="T0" fmla="*/ 75 w 26"/>
                <a:gd name="T1" fmla="*/ 21 h 18"/>
                <a:gd name="T2" fmla="*/ 68 w 26"/>
                <a:gd name="T3" fmla="*/ 6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26" y="6"/>
                  </a:moveTo>
                  <a:cubicBezTo>
                    <a:pt x="6" y="0"/>
                    <a:pt x="0" y="18"/>
                    <a:pt x="24" y="18"/>
                  </a:cubicBezTo>
                </a:path>
              </a:pathLst>
            </a:custGeom>
            <a:noFill/>
            <a:ln w="9525" cap="flat">
              <a:solidFill>
                <a:srgbClr val="FDF1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99">
              <a:extLst>
                <a:ext uri="{FF2B5EF4-FFF2-40B4-BE49-F238E27FC236}">
                  <a16:creationId xmlns:a16="http://schemas.microsoft.com/office/drawing/2014/main" id="{02124883-79F0-4F74-9BB6-024EDD6B5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202"/>
              <a:ext cx="27" cy="38"/>
            </a:xfrm>
            <a:custGeom>
              <a:avLst/>
              <a:gdLst>
                <a:gd name="T0" fmla="*/ 0 w 19"/>
                <a:gd name="T1" fmla="*/ 41 h 25"/>
                <a:gd name="T2" fmla="*/ 13 w 19"/>
                <a:gd name="T3" fmla="*/ 8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5">
                  <a:moveTo>
                    <a:pt x="0" y="12"/>
                  </a:moveTo>
                  <a:cubicBezTo>
                    <a:pt x="17" y="0"/>
                    <a:pt x="19" y="21"/>
                    <a:pt x="4" y="25"/>
                  </a:cubicBezTo>
                </a:path>
              </a:pathLst>
            </a:custGeom>
            <a:noFill/>
            <a:ln w="9525" cap="flat">
              <a:solidFill>
                <a:srgbClr val="FDF1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4" name="table-with-plate-of-food">
            <a:extLst>
              <a:ext uri="{FF2B5EF4-FFF2-40B4-BE49-F238E27FC236}">
                <a16:creationId xmlns:a16="http://schemas.microsoft.com/office/drawing/2014/main" id="{68DF237E-8C4E-4B50-B763-94781BFF8EA2}"/>
              </a:ext>
            </a:extLst>
          </p:cNvPr>
          <p:cNvGrpSpPr>
            <a:grpSpLocks/>
          </p:cNvGrpSpPr>
          <p:nvPr/>
        </p:nvGrpSpPr>
        <p:grpSpPr bwMode="auto">
          <a:xfrm>
            <a:off x="2649538" y="3556000"/>
            <a:ext cx="2717800" cy="2800350"/>
            <a:chOff x="709" y="2240"/>
            <a:chExt cx="1712" cy="1764"/>
          </a:xfrm>
        </p:grpSpPr>
        <p:sp>
          <p:nvSpPr>
            <p:cNvPr id="39945" name="Freeform 101">
              <a:extLst>
                <a:ext uri="{FF2B5EF4-FFF2-40B4-BE49-F238E27FC236}">
                  <a16:creationId xmlns:a16="http://schemas.microsoft.com/office/drawing/2014/main" id="{54BB3572-BFE6-4319-AF09-8DF98311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297"/>
              <a:ext cx="59" cy="584"/>
            </a:xfrm>
            <a:custGeom>
              <a:avLst/>
              <a:gdLst>
                <a:gd name="T0" fmla="*/ 4 w 59"/>
                <a:gd name="T1" fmla="*/ 584 h 584"/>
                <a:gd name="T2" fmla="*/ 0 w 59"/>
                <a:gd name="T3" fmla="*/ 2 h 584"/>
                <a:gd name="T4" fmla="*/ 55 w 59"/>
                <a:gd name="T5" fmla="*/ 0 h 584"/>
                <a:gd name="T6" fmla="*/ 59 w 59"/>
                <a:gd name="T7" fmla="*/ 584 h 584"/>
                <a:gd name="T8" fmla="*/ 4 w 59"/>
                <a:gd name="T9" fmla="*/ 584 h 5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84">
                  <a:moveTo>
                    <a:pt x="4" y="584"/>
                  </a:moveTo>
                  <a:lnTo>
                    <a:pt x="0" y="2"/>
                  </a:lnTo>
                  <a:lnTo>
                    <a:pt x="55" y="0"/>
                  </a:lnTo>
                  <a:lnTo>
                    <a:pt x="59" y="584"/>
                  </a:lnTo>
                  <a:lnTo>
                    <a:pt x="4" y="584"/>
                  </a:lnTo>
                  <a:close/>
                </a:path>
              </a:pathLst>
            </a:custGeom>
            <a:solidFill>
              <a:srgbClr val="BDD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02">
              <a:extLst>
                <a:ext uri="{FF2B5EF4-FFF2-40B4-BE49-F238E27FC236}">
                  <a16:creationId xmlns:a16="http://schemas.microsoft.com/office/drawing/2014/main" id="{4327F269-C4B4-4143-A429-995A74B60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297"/>
              <a:ext cx="59" cy="584"/>
            </a:xfrm>
            <a:custGeom>
              <a:avLst/>
              <a:gdLst>
                <a:gd name="T0" fmla="*/ 4 w 59"/>
                <a:gd name="T1" fmla="*/ 584 h 584"/>
                <a:gd name="T2" fmla="*/ 0 w 59"/>
                <a:gd name="T3" fmla="*/ 2 h 584"/>
                <a:gd name="T4" fmla="*/ 55 w 59"/>
                <a:gd name="T5" fmla="*/ 0 h 584"/>
                <a:gd name="T6" fmla="*/ 59 w 59"/>
                <a:gd name="T7" fmla="*/ 584 h 584"/>
                <a:gd name="T8" fmla="*/ 4 w 59"/>
                <a:gd name="T9" fmla="*/ 584 h 5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84">
                  <a:moveTo>
                    <a:pt x="4" y="584"/>
                  </a:moveTo>
                  <a:lnTo>
                    <a:pt x="0" y="2"/>
                  </a:lnTo>
                  <a:lnTo>
                    <a:pt x="55" y="0"/>
                  </a:lnTo>
                  <a:lnTo>
                    <a:pt x="59" y="584"/>
                  </a:lnTo>
                  <a:lnTo>
                    <a:pt x="4" y="58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03">
              <a:extLst>
                <a:ext uri="{FF2B5EF4-FFF2-40B4-BE49-F238E27FC236}">
                  <a16:creationId xmlns:a16="http://schemas.microsoft.com/office/drawing/2014/main" id="{832DB95C-F8B1-44EB-B684-5F372256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301"/>
              <a:ext cx="61" cy="584"/>
            </a:xfrm>
            <a:custGeom>
              <a:avLst/>
              <a:gdLst>
                <a:gd name="T0" fmla="*/ 6 w 61"/>
                <a:gd name="T1" fmla="*/ 584 h 584"/>
                <a:gd name="T2" fmla="*/ 0 w 61"/>
                <a:gd name="T3" fmla="*/ 0 h 584"/>
                <a:gd name="T4" fmla="*/ 56 w 61"/>
                <a:gd name="T5" fmla="*/ 0 h 584"/>
                <a:gd name="T6" fmla="*/ 61 w 61"/>
                <a:gd name="T7" fmla="*/ 584 h 584"/>
                <a:gd name="T8" fmla="*/ 6 w 61"/>
                <a:gd name="T9" fmla="*/ 584 h 5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84">
                  <a:moveTo>
                    <a:pt x="6" y="584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61" y="584"/>
                  </a:lnTo>
                  <a:lnTo>
                    <a:pt x="6" y="584"/>
                  </a:lnTo>
                  <a:close/>
                </a:path>
              </a:pathLst>
            </a:custGeom>
            <a:solidFill>
              <a:srgbClr val="BDD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04">
              <a:extLst>
                <a:ext uri="{FF2B5EF4-FFF2-40B4-BE49-F238E27FC236}">
                  <a16:creationId xmlns:a16="http://schemas.microsoft.com/office/drawing/2014/main" id="{FFE015C3-EF5B-4D83-B57E-F3994C3B5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301"/>
              <a:ext cx="61" cy="584"/>
            </a:xfrm>
            <a:custGeom>
              <a:avLst/>
              <a:gdLst>
                <a:gd name="T0" fmla="*/ 6 w 61"/>
                <a:gd name="T1" fmla="*/ 584 h 584"/>
                <a:gd name="T2" fmla="*/ 0 w 61"/>
                <a:gd name="T3" fmla="*/ 0 h 584"/>
                <a:gd name="T4" fmla="*/ 56 w 61"/>
                <a:gd name="T5" fmla="*/ 0 h 584"/>
                <a:gd name="T6" fmla="*/ 61 w 61"/>
                <a:gd name="T7" fmla="*/ 584 h 584"/>
                <a:gd name="T8" fmla="*/ 6 w 61"/>
                <a:gd name="T9" fmla="*/ 584 h 5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84">
                  <a:moveTo>
                    <a:pt x="6" y="584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61" y="584"/>
                  </a:lnTo>
                  <a:lnTo>
                    <a:pt x="6" y="58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05">
              <a:extLst>
                <a:ext uri="{FF2B5EF4-FFF2-40B4-BE49-F238E27FC236}">
                  <a16:creationId xmlns:a16="http://schemas.microsoft.com/office/drawing/2014/main" id="{ED60685F-C232-492B-B732-6187385D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240"/>
              <a:ext cx="550" cy="132"/>
            </a:xfrm>
            <a:custGeom>
              <a:avLst/>
              <a:gdLst>
                <a:gd name="T0" fmla="*/ 550 w 550"/>
                <a:gd name="T1" fmla="*/ 126 h 132"/>
                <a:gd name="T2" fmla="*/ 2 w 550"/>
                <a:gd name="T3" fmla="*/ 132 h 132"/>
                <a:gd name="T4" fmla="*/ 0 w 550"/>
                <a:gd name="T5" fmla="*/ 6 h 132"/>
                <a:gd name="T6" fmla="*/ 548 w 550"/>
                <a:gd name="T7" fmla="*/ 0 h 132"/>
                <a:gd name="T8" fmla="*/ 550 w 550"/>
                <a:gd name="T9" fmla="*/ 12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0" h="132">
                  <a:moveTo>
                    <a:pt x="550" y="126"/>
                  </a:moveTo>
                  <a:lnTo>
                    <a:pt x="2" y="132"/>
                  </a:lnTo>
                  <a:lnTo>
                    <a:pt x="0" y="6"/>
                  </a:lnTo>
                  <a:lnTo>
                    <a:pt x="548" y="0"/>
                  </a:lnTo>
                  <a:lnTo>
                    <a:pt x="550" y="126"/>
                  </a:lnTo>
                  <a:close/>
                </a:path>
              </a:pathLst>
            </a:custGeom>
            <a:solidFill>
              <a:srgbClr val="BDD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06">
              <a:extLst>
                <a:ext uri="{FF2B5EF4-FFF2-40B4-BE49-F238E27FC236}">
                  <a16:creationId xmlns:a16="http://schemas.microsoft.com/office/drawing/2014/main" id="{0D2B3DC7-0333-4CB5-9A86-9B8ED5E5F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240"/>
              <a:ext cx="550" cy="132"/>
            </a:xfrm>
            <a:custGeom>
              <a:avLst/>
              <a:gdLst>
                <a:gd name="T0" fmla="*/ 550 w 550"/>
                <a:gd name="T1" fmla="*/ 126 h 132"/>
                <a:gd name="T2" fmla="*/ 2 w 550"/>
                <a:gd name="T3" fmla="*/ 132 h 132"/>
                <a:gd name="T4" fmla="*/ 0 w 550"/>
                <a:gd name="T5" fmla="*/ 6 h 132"/>
                <a:gd name="T6" fmla="*/ 548 w 550"/>
                <a:gd name="T7" fmla="*/ 0 h 132"/>
                <a:gd name="T8" fmla="*/ 550 w 550"/>
                <a:gd name="T9" fmla="*/ 12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0" h="132">
                  <a:moveTo>
                    <a:pt x="550" y="126"/>
                  </a:moveTo>
                  <a:lnTo>
                    <a:pt x="2" y="132"/>
                  </a:lnTo>
                  <a:lnTo>
                    <a:pt x="0" y="6"/>
                  </a:lnTo>
                  <a:lnTo>
                    <a:pt x="548" y="0"/>
                  </a:lnTo>
                  <a:lnTo>
                    <a:pt x="550" y="126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Rectangle 107">
              <a:extLst>
                <a:ext uri="{FF2B5EF4-FFF2-40B4-BE49-F238E27FC236}">
                  <a16:creationId xmlns:a16="http://schemas.microsoft.com/office/drawing/2014/main" id="{893DB0FF-BF5E-4C83-98FE-261775F65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50"/>
              <a:ext cx="103" cy="754"/>
            </a:xfrm>
            <a:prstGeom prst="rect">
              <a:avLst/>
            </a:prstGeom>
            <a:solidFill>
              <a:srgbClr val="D7E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2" name="Rectangle 108">
              <a:extLst>
                <a:ext uri="{FF2B5EF4-FFF2-40B4-BE49-F238E27FC236}">
                  <a16:creationId xmlns:a16="http://schemas.microsoft.com/office/drawing/2014/main" id="{ABBEBE82-A5E0-41F7-8ADD-3A704CC22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3250"/>
              <a:ext cx="103" cy="754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3" name="Rectangle 109">
              <a:extLst>
                <a:ext uri="{FF2B5EF4-FFF2-40B4-BE49-F238E27FC236}">
                  <a16:creationId xmlns:a16="http://schemas.microsoft.com/office/drawing/2014/main" id="{A9A8F14E-9A94-4AE0-A04A-8A1F6BEB7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3250"/>
              <a:ext cx="104" cy="754"/>
            </a:xfrm>
            <a:prstGeom prst="rect">
              <a:avLst/>
            </a:prstGeom>
            <a:solidFill>
              <a:srgbClr val="D7E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4" name="Rectangle 110">
              <a:extLst>
                <a:ext uri="{FF2B5EF4-FFF2-40B4-BE49-F238E27FC236}">
                  <a16:creationId xmlns:a16="http://schemas.microsoft.com/office/drawing/2014/main" id="{1B811E66-FCE7-4EC4-8424-E95BB8527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3250"/>
              <a:ext cx="104" cy="754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5" name="Rectangle 111">
              <a:extLst>
                <a:ext uri="{FF2B5EF4-FFF2-40B4-BE49-F238E27FC236}">
                  <a16:creationId xmlns:a16="http://schemas.microsoft.com/office/drawing/2014/main" id="{C3C10B73-A99C-41CB-B3F1-789DF704D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" y="2785"/>
              <a:ext cx="104" cy="607"/>
            </a:xfrm>
            <a:prstGeom prst="rect">
              <a:avLst/>
            </a:prstGeom>
            <a:solidFill>
              <a:srgbClr val="D7E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6" name="Rectangle 112">
              <a:extLst>
                <a:ext uri="{FF2B5EF4-FFF2-40B4-BE49-F238E27FC236}">
                  <a16:creationId xmlns:a16="http://schemas.microsoft.com/office/drawing/2014/main" id="{66C177CA-B29E-41D4-BACD-3664148DD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" y="2785"/>
              <a:ext cx="104" cy="607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7" name="Rectangle 113">
              <a:extLst>
                <a:ext uri="{FF2B5EF4-FFF2-40B4-BE49-F238E27FC236}">
                  <a16:creationId xmlns:a16="http://schemas.microsoft.com/office/drawing/2014/main" id="{D53AFF2E-7FED-4496-B22E-1E8BF4C15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3" y="2785"/>
              <a:ext cx="104" cy="607"/>
            </a:xfrm>
            <a:prstGeom prst="rect">
              <a:avLst/>
            </a:prstGeom>
            <a:solidFill>
              <a:srgbClr val="D7E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8" name="Rectangle 114">
              <a:extLst>
                <a:ext uri="{FF2B5EF4-FFF2-40B4-BE49-F238E27FC236}">
                  <a16:creationId xmlns:a16="http://schemas.microsoft.com/office/drawing/2014/main" id="{D9AE56C9-24C9-4D2A-B65F-5F73A07F2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3" y="2785"/>
              <a:ext cx="104" cy="607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9" name="Freeform 115">
              <a:extLst>
                <a:ext uri="{FF2B5EF4-FFF2-40B4-BE49-F238E27FC236}">
                  <a16:creationId xmlns:a16="http://schemas.microsoft.com/office/drawing/2014/main" id="{B938894F-7F27-442E-85AA-2F8E8210E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962"/>
              <a:ext cx="57" cy="259"/>
            </a:xfrm>
            <a:custGeom>
              <a:avLst/>
              <a:gdLst>
                <a:gd name="T0" fmla="*/ 0 w 31"/>
                <a:gd name="T1" fmla="*/ 79 h 131"/>
                <a:gd name="T2" fmla="*/ 156 w 31"/>
                <a:gd name="T3" fmla="*/ 0 h 131"/>
                <a:gd name="T4" fmla="*/ 186 w 31"/>
                <a:gd name="T5" fmla="*/ 419 h 131"/>
                <a:gd name="T6" fmla="*/ 173 w 31"/>
                <a:gd name="T7" fmla="*/ 1012 h 131"/>
                <a:gd name="T8" fmla="*/ 136 w 31"/>
                <a:gd name="T9" fmla="*/ 712 h 131"/>
                <a:gd name="T10" fmla="*/ 162 w 31"/>
                <a:gd name="T11" fmla="*/ 571 h 131"/>
                <a:gd name="T12" fmla="*/ 118 w 31"/>
                <a:gd name="T13" fmla="*/ 504 h 131"/>
                <a:gd name="T14" fmla="*/ 132 w 31"/>
                <a:gd name="T15" fmla="*/ 340 h 131"/>
                <a:gd name="T16" fmla="*/ 118 w 31"/>
                <a:gd name="T17" fmla="*/ 247 h 131"/>
                <a:gd name="T18" fmla="*/ 88 w 31"/>
                <a:gd name="T19" fmla="*/ 4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31">
                  <a:moveTo>
                    <a:pt x="0" y="10"/>
                  </a:moveTo>
                  <a:cubicBezTo>
                    <a:pt x="9" y="9"/>
                    <a:pt x="15" y="0"/>
                    <a:pt x="25" y="0"/>
                  </a:cubicBezTo>
                  <a:cubicBezTo>
                    <a:pt x="31" y="15"/>
                    <a:pt x="30" y="38"/>
                    <a:pt x="30" y="54"/>
                  </a:cubicBezTo>
                  <a:cubicBezTo>
                    <a:pt x="30" y="78"/>
                    <a:pt x="31" y="107"/>
                    <a:pt x="28" y="131"/>
                  </a:cubicBezTo>
                  <a:cubicBezTo>
                    <a:pt x="25" y="121"/>
                    <a:pt x="20" y="103"/>
                    <a:pt x="22" y="92"/>
                  </a:cubicBezTo>
                  <a:cubicBezTo>
                    <a:pt x="23" y="85"/>
                    <a:pt x="30" y="81"/>
                    <a:pt x="26" y="74"/>
                  </a:cubicBezTo>
                  <a:cubicBezTo>
                    <a:pt x="23" y="69"/>
                    <a:pt x="20" y="70"/>
                    <a:pt x="19" y="65"/>
                  </a:cubicBezTo>
                  <a:cubicBezTo>
                    <a:pt x="18" y="59"/>
                    <a:pt x="23" y="52"/>
                    <a:pt x="21" y="44"/>
                  </a:cubicBezTo>
                  <a:cubicBezTo>
                    <a:pt x="20" y="39"/>
                    <a:pt x="18" y="38"/>
                    <a:pt x="19" y="32"/>
                  </a:cubicBezTo>
                  <a:cubicBezTo>
                    <a:pt x="20" y="20"/>
                    <a:pt x="23" y="14"/>
                    <a:pt x="14" y="5"/>
                  </a:cubicBezTo>
                </a:path>
              </a:pathLst>
            </a:custGeom>
            <a:solidFill>
              <a:srgbClr val="F29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116">
              <a:extLst>
                <a:ext uri="{FF2B5EF4-FFF2-40B4-BE49-F238E27FC236}">
                  <a16:creationId xmlns:a16="http://schemas.microsoft.com/office/drawing/2014/main" id="{51CF2647-1C5C-499F-AF9D-1250FBCB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972"/>
              <a:ext cx="29" cy="188"/>
            </a:xfrm>
            <a:custGeom>
              <a:avLst/>
              <a:gdLst>
                <a:gd name="T0" fmla="*/ 0 w 16"/>
                <a:gd name="T1" fmla="*/ 8 h 95"/>
                <a:gd name="T2" fmla="*/ 82 w 16"/>
                <a:gd name="T3" fmla="*/ 24 h 95"/>
                <a:gd name="T4" fmla="*/ 65 w 16"/>
                <a:gd name="T5" fmla="*/ 263 h 95"/>
                <a:gd name="T6" fmla="*/ 80 w 16"/>
                <a:gd name="T7" fmla="*/ 451 h 95"/>
                <a:gd name="T8" fmla="*/ 96 w 16"/>
                <a:gd name="T9" fmla="*/ 736 h 95"/>
                <a:gd name="T10" fmla="*/ 60 w 16"/>
                <a:gd name="T11" fmla="*/ 564 h 95"/>
                <a:gd name="T12" fmla="*/ 16 w 16"/>
                <a:gd name="T13" fmla="*/ 465 h 95"/>
                <a:gd name="T14" fmla="*/ 24 w 16"/>
                <a:gd name="T15" fmla="*/ 404 h 95"/>
                <a:gd name="T16" fmla="*/ 13 w 16"/>
                <a:gd name="T17" fmla="*/ 293 h 95"/>
                <a:gd name="T18" fmla="*/ 24 w 16"/>
                <a:gd name="T19" fmla="*/ 109 h 95"/>
                <a:gd name="T20" fmla="*/ 16 w 16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95">
                  <a:moveTo>
                    <a:pt x="0" y="1"/>
                  </a:moveTo>
                  <a:cubicBezTo>
                    <a:pt x="5" y="0"/>
                    <a:pt x="9" y="3"/>
                    <a:pt x="14" y="3"/>
                  </a:cubicBezTo>
                  <a:cubicBezTo>
                    <a:pt x="10" y="12"/>
                    <a:pt x="10" y="24"/>
                    <a:pt x="11" y="34"/>
                  </a:cubicBezTo>
                  <a:cubicBezTo>
                    <a:pt x="12" y="42"/>
                    <a:pt x="12" y="50"/>
                    <a:pt x="13" y="58"/>
                  </a:cubicBezTo>
                  <a:cubicBezTo>
                    <a:pt x="14" y="70"/>
                    <a:pt x="12" y="84"/>
                    <a:pt x="16" y="95"/>
                  </a:cubicBezTo>
                  <a:cubicBezTo>
                    <a:pt x="14" y="88"/>
                    <a:pt x="13" y="80"/>
                    <a:pt x="10" y="73"/>
                  </a:cubicBezTo>
                  <a:cubicBezTo>
                    <a:pt x="9" y="69"/>
                    <a:pt x="4" y="64"/>
                    <a:pt x="3" y="60"/>
                  </a:cubicBezTo>
                  <a:cubicBezTo>
                    <a:pt x="2" y="57"/>
                    <a:pt x="3" y="55"/>
                    <a:pt x="4" y="52"/>
                  </a:cubicBezTo>
                  <a:cubicBezTo>
                    <a:pt x="5" y="46"/>
                    <a:pt x="3" y="43"/>
                    <a:pt x="2" y="38"/>
                  </a:cubicBezTo>
                  <a:cubicBezTo>
                    <a:pt x="2" y="30"/>
                    <a:pt x="4" y="23"/>
                    <a:pt x="4" y="14"/>
                  </a:cubicBezTo>
                  <a:cubicBezTo>
                    <a:pt x="4" y="11"/>
                    <a:pt x="5" y="1"/>
                    <a:pt x="3" y="0"/>
                  </a:cubicBezTo>
                </a:path>
              </a:pathLst>
            </a:custGeom>
            <a:solidFill>
              <a:srgbClr val="F29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117">
              <a:extLst>
                <a:ext uri="{FF2B5EF4-FFF2-40B4-BE49-F238E27FC236}">
                  <a16:creationId xmlns:a16="http://schemas.microsoft.com/office/drawing/2014/main" id="{94794AD0-61C8-45A3-B5DE-F5E6BFF02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152"/>
              <a:ext cx="24" cy="225"/>
            </a:xfrm>
            <a:custGeom>
              <a:avLst/>
              <a:gdLst>
                <a:gd name="T0" fmla="*/ 61 w 13"/>
                <a:gd name="T1" fmla="*/ 0 h 114"/>
                <a:gd name="T2" fmla="*/ 24 w 13"/>
                <a:gd name="T3" fmla="*/ 476 h 114"/>
                <a:gd name="T4" fmla="*/ 7 w 13"/>
                <a:gd name="T5" fmla="*/ 876 h 114"/>
                <a:gd name="T6" fmla="*/ 44 w 13"/>
                <a:gd name="T7" fmla="*/ 416 h 114"/>
                <a:gd name="T8" fmla="*/ 61 w 13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4">
                  <a:moveTo>
                    <a:pt x="10" y="0"/>
                  </a:moveTo>
                  <a:cubicBezTo>
                    <a:pt x="11" y="19"/>
                    <a:pt x="6" y="41"/>
                    <a:pt x="4" y="62"/>
                  </a:cubicBezTo>
                  <a:cubicBezTo>
                    <a:pt x="2" y="82"/>
                    <a:pt x="0" y="92"/>
                    <a:pt x="1" y="114"/>
                  </a:cubicBezTo>
                  <a:cubicBezTo>
                    <a:pt x="1" y="100"/>
                    <a:pt x="6" y="76"/>
                    <a:pt x="7" y="54"/>
                  </a:cubicBezTo>
                  <a:cubicBezTo>
                    <a:pt x="9" y="32"/>
                    <a:pt x="13" y="16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118">
              <a:extLst>
                <a:ext uri="{FF2B5EF4-FFF2-40B4-BE49-F238E27FC236}">
                  <a16:creationId xmlns:a16="http://schemas.microsoft.com/office/drawing/2014/main" id="{7C36CB4D-093A-4C70-9626-3B709BD87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3088"/>
              <a:ext cx="22" cy="233"/>
            </a:xfrm>
            <a:custGeom>
              <a:avLst/>
              <a:gdLst>
                <a:gd name="T0" fmla="*/ 20 w 12"/>
                <a:gd name="T1" fmla="*/ 908 h 118"/>
                <a:gd name="T2" fmla="*/ 44 w 12"/>
                <a:gd name="T3" fmla="*/ 425 h 118"/>
                <a:gd name="T4" fmla="*/ 61 w 12"/>
                <a:gd name="T5" fmla="*/ 0 h 118"/>
                <a:gd name="T6" fmla="*/ 61 w 12"/>
                <a:gd name="T7" fmla="*/ 440 h 118"/>
                <a:gd name="T8" fmla="*/ 20 w 12"/>
                <a:gd name="T9" fmla="*/ 90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8">
                  <a:moveTo>
                    <a:pt x="3" y="118"/>
                  </a:moveTo>
                  <a:cubicBezTo>
                    <a:pt x="0" y="94"/>
                    <a:pt x="5" y="74"/>
                    <a:pt x="7" y="55"/>
                  </a:cubicBezTo>
                  <a:cubicBezTo>
                    <a:pt x="9" y="36"/>
                    <a:pt x="10" y="14"/>
                    <a:pt x="10" y="0"/>
                  </a:cubicBezTo>
                  <a:cubicBezTo>
                    <a:pt x="12" y="10"/>
                    <a:pt x="11" y="46"/>
                    <a:pt x="10" y="57"/>
                  </a:cubicBezTo>
                  <a:cubicBezTo>
                    <a:pt x="9" y="68"/>
                    <a:pt x="1" y="105"/>
                    <a:pt x="3" y="1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119">
              <a:extLst>
                <a:ext uri="{FF2B5EF4-FFF2-40B4-BE49-F238E27FC236}">
                  <a16:creationId xmlns:a16="http://schemas.microsoft.com/office/drawing/2014/main" id="{4EBE022A-23DD-43FE-B532-17E52D6DF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684"/>
              <a:ext cx="43" cy="156"/>
            </a:xfrm>
            <a:custGeom>
              <a:avLst/>
              <a:gdLst>
                <a:gd name="T0" fmla="*/ 32 w 23"/>
                <a:gd name="T1" fmla="*/ 608 h 79"/>
                <a:gd name="T2" fmla="*/ 150 w 23"/>
                <a:gd name="T3" fmla="*/ 0 h 79"/>
                <a:gd name="T4" fmla="*/ 32 w 23"/>
                <a:gd name="T5" fmla="*/ 608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9">
                  <a:moveTo>
                    <a:pt x="5" y="79"/>
                  </a:moveTo>
                  <a:cubicBezTo>
                    <a:pt x="0" y="48"/>
                    <a:pt x="13" y="14"/>
                    <a:pt x="23" y="0"/>
                  </a:cubicBezTo>
                  <a:cubicBezTo>
                    <a:pt x="18" y="13"/>
                    <a:pt x="2" y="51"/>
                    <a:pt x="5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120">
              <a:extLst>
                <a:ext uri="{FF2B5EF4-FFF2-40B4-BE49-F238E27FC236}">
                  <a16:creationId xmlns:a16="http://schemas.microsoft.com/office/drawing/2014/main" id="{EDD5F9B2-1426-434A-BF60-1B1FCD020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946"/>
              <a:ext cx="60" cy="24"/>
            </a:xfrm>
            <a:custGeom>
              <a:avLst/>
              <a:gdLst>
                <a:gd name="T0" fmla="*/ 0 w 32"/>
                <a:gd name="T1" fmla="*/ 0 h 12"/>
                <a:gd name="T2" fmla="*/ 212 w 32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0"/>
                  </a:moveTo>
                  <a:cubicBezTo>
                    <a:pt x="8" y="7"/>
                    <a:pt x="23" y="11"/>
                    <a:pt x="32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121">
              <a:extLst>
                <a:ext uri="{FF2B5EF4-FFF2-40B4-BE49-F238E27FC236}">
                  <a16:creationId xmlns:a16="http://schemas.microsoft.com/office/drawing/2014/main" id="{C04FD327-6EDC-43E1-86BB-F4F1AA597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948"/>
              <a:ext cx="67" cy="28"/>
            </a:xfrm>
            <a:custGeom>
              <a:avLst/>
              <a:gdLst>
                <a:gd name="T0" fmla="*/ 0 w 36"/>
                <a:gd name="T1" fmla="*/ 112 h 14"/>
                <a:gd name="T2" fmla="*/ 233 w 3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0" y="14"/>
                  </a:moveTo>
                  <a:cubicBezTo>
                    <a:pt x="7" y="13"/>
                    <a:pt x="29" y="7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122">
              <a:extLst>
                <a:ext uri="{FF2B5EF4-FFF2-40B4-BE49-F238E27FC236}">
                  <a16:creationId xmlns:a16="http://schemas.microsoft.com/office/drawing/2014/main" id="{4C484F28-3C58-40C2-B125-397A11B0A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937"/>
              <a:ext cx="22" cy="37"/>
            </a:xfrm>
            <a:custGeom>
              <a:avLst/>
              <a:gdLst>
                <a:gd name="T0" fmla="*/ 0 w 12"/>
                <a:gd name="T1" fmla="*/ 80 h 19"/>
                <a:gd name="T2" fmla="*/ 51 w 12"/>
                <a:gd name="T3" fmla="*/ 0 h 19"/>
                <a:gd name="T4" fmla="*/ 51 w 12"/>
                <a:gd name="T5" fmla="*/ 14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11"/>
                  </a:moveTo>
                  <a:cubicBezTo>
                    <a:pt x="0" y="6"/>
                    <a:pt x="3" y="2"/>
                    <a:pt x="8" y="0"/>
                  </a:cubicBezTo>
                  <a:cubicBezTo>
                    <a:pt x="12" y="3"/>
                    <a:pt x="9" y="14"/>
                    <a:pt x="8" y="19"/>
                  </a:cubicBezTo>
                </a:path>
              </a:pathLst>
            </a:custGeom>
            <a:noFill/>
            <a:ln w="12700" cap="flat">
              <a:solidFill>
                <a:srgbClr val="F9B94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123">
              <a:extLst>
                <a:ext uri="{FF2B5EF4-FFF2-40B4-BE49-F238E27FC236}">
                  <a16:creationId xmlns:a16="http://schemas.microsoft.com/office/drawing/2014/main" id="{A42B187F-3679-4E17-8F61-AF14F9A11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956"/>
              <a:ext cx="26" cy="28"/>
            </a:xfrm>
            <a:custGeom>
              <a:avLst/>
              <a:gdLst>
                <a:gd name="T0" fmla="*/ 24 w 14"/>
                <a:gd name="T1" fmla="*/ 104 h 14"/>
                <a:gd name="T2" fmla="*/ 24 w 14"/>
                <a:gd name="T3" fmla="*/ 16 h 14"/>
                <a:gd name="T4" fmla="*/ 89 w 14"/>
                <a:gd name="T5" fmla="*/ 1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3"/>
                  </a:moveTo>
                  <a:cubicBezTo>
                    <a:pt x="2" y="10"/>
                    <a:pt x="0" y="4"/>
                    <a:pt x="4" y="2"/>
                  </a:cubicBezTo>
                  <a:cubicBezTo>
                    <a:pt x="9" y="0"/>
                    <a:pt x="12" y="11"/>
                    <a:pt x="14" y="14"/>
                  </a:cubicBezTo>
                </a:path>
              </a:pathLst>
            </a:custGeom>
            <a:noFill/>
            <a:ln w="12700" cap="flat">
              <a:solidFill>
                <a:srgbClr val="F9B94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124">
              <a:extLst>
                <a:ext uri="{FF2B5EF4-FFF2-40B4-BE49-F238E27FC236}">
                  <a16:creationId xmlns:a16="http://schemas.microsoft.com/office/drawing/2014/main" id="{7C03A1B8-E06C-4A02-B829-0970EC60F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723"/>
              <a:ext cx="1651" cy="492"/>
            </a:xfrm>
            <a:custGeom>
              <a:avLst/>
              <a:gdLst>
                <a:gd name="T0" fmla="*/ 1651 w 1651"/>
                <a:gd name="T1" fmla="*/ 492 h 492"/>
                <a:gd name="T2" fmla="*/ 0 w 1651"/>
                <a:gd name="T3" fmla="*/ 492 h 492"/>
                <a:gd name="T4" fmla="*/ 291 w 1651"/>
                <a:gd name="T5" fmla="*/ 0 h 492"/>
                <a:gd name="T6" fmla="*/ 1359 w 1651"/>
                <a:gd name="T7" fmla="*/ 0 h 492"/>
                <a:gd name="T8" fmla="*/ 1651 w 1651"/>
                <a:gd name="T9" fmla="*/ 492 h 4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1" h="492">
                  <a:moveTo>
                    <a:pt x="1651" y="492"/>
                  </a:moveTo>
                  <a:lnTo>
                    <a:pt x="0" y="492"/>
                  </a:lnTo>
                  <a:lnTo>
                    <a:pt x="291" y="0"/>
                  </a:lnTo>
                  <a:lnTo>
                    <a:pt x="1359" y="0"/>
                  </a:lnTo>
                  <a:lnTo>
                    <a:pt x="1651" y="492"/>
                  </a:lnTo>
                  <a:close/>
                </a:path>
              </a:pathLst>
            </a:custGeom>
            <a:solidFill>
              <a:srgbClr val="BDD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125">
              <a:extLst>
                <a:ext uri="{FF2B5EF4-FFF2-40B4-BE49-F238E27FC236}">
                  <a16:creationId xmlns:a16="http://schemas.microsoft.com/office/drawing/2014/main" id="{F709D84A-5CBD-4BFE-AB12-CF7E8B5E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723"/>
              <a:ext cx="1651" cy="492"/>
            </a:xfrm>
            <a:custGeom>
              <a:avLst/>
              <a:gdLst>
                <a:gd name="T0" fmla="*/ 1651 w 1651"/>
                <a:gd name="T1" fmla="*/ 492 h 492"/>
                <a:gd name="T2" fmla="*/ 0 w 1651"/>
                <a:gd name="T3" fmla="*/ 492 h 492"/>
                <a:gd name="T4" fmla="*/ 291 w 1651"/>
                <a:gd name="T5" fmla="*/ 0 h 492"/>
                <a:gd name="T6" fmla="*/ 1359 w 1651"/>
                <a:gd name="T7" fmla="*/ 0 h 492"/>
                <a:gd name="T8" fmla="*/ 1651 w 1651"/>
                <a:gd name="T9" fmla="*/ 492 h 4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1" h="492">
                  <a:moveTo>
                    <a:pt x="1651" y="492"/>
                  </a:moveTo>
                  <a:lnTo>
                    <a:pt x="0" y="492"/>
                  </a:lnTo>
                  <a:lnTo>
                    <a:pt x="291" y="0"/>
                  </a:lnTo>
                  <a:lnTo>
                    <a:pt x="1359" y="0"/>
                  </a:lnTo>
                  <a:lnTo>
                    <a:pt x="1651" y="492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Rectangle 126">
              <a:extLst>
                <a:ext uri="{FF2B5EF4-FFF2-40B4-BE49-F238E27FC236}">
                  <a16:creationId xmlns:a16="http://schemas.microsoft.com/office/drawing/2014/main" id="{C7C516BF-AC41-4B5F-ADD7-8FF51967A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3213"/>
              <a:ext cx="1649" cy="106"/>
            </a:xfrm>
            <a:prstGeom prst="rect">
              <a:avLst/>
            </a:prstGeom>
            <a:solidFill>
              <a:srgbClr val="D7E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1" name="Rectangle 127">
              <a:extLst>
                <a:ext uri="{FF2B5EF4-FFF2-40B4-BE49-F238E27FC236}">
                  <a16:creationId xmlns:a16="http://schemas.microsoft.com/office/drawing/2014/main" id="{F205FE6F-CC66-4A54-B6F5-A471DF09E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" y="3211"/>
              <a:ext cx="1648" cy="106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2" name="Freeform 128">
              <a:extLst>
                <a:ext uri="{FF2B5EF4-FFF2-40B4-BE49-F238E27FC236}">
                  <a16:creationId xmlns:a16="http://schemas.microsoft.com/office/drawing/2014/main" id="{95A60FAC-4B8C-49BD-A897-5BB58D3E5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254"/>
              <a:ext cx="150" cy="20"/>
            </a:xfrm>
            <a:custGeom>
              <a:avLst/>
              <a:gdLst>
                <a:gd name="T0" fmla="*/ 2 w 150"/>
                <a:gd name="T1" fmla="*/ 2 h 20"/>
                <a:gd name="T2" fmla="*/ 130 w 150"/>
                <a:gd name="T3" fmla="*/ 0 h 20"/>
                <a:gd name="T4" fmla="*/ 150 w 150"/>
                <a:gd name="T5" fmla="*/ 20 h 20"/>
                <a:gd name="T6" fmla="*/ 0 w 150"/>
                <a:gd name="T7" fmla="*/ 6 h 20"/>
                <a:gd name="T8" fmla="*/ 2 w 150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0">
                  <a:moveTo>
                    <a:pt x="2" y="2"/>
                  </a:moveTo>
                  <a:lnTo>
                    <a:pt x="130" y="0"/>
                  </a:lnTo>
                  <a:lnTo>
                    <a:pt x="150" y="20"/>
                  </a:lnTo>
                  <a:lnTo>
                    <a:pt x="0" y="6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129">
              <a:extLst>
                <a:ext uri="{FF2B5EF4-FFF2-40B4-BE49-F238E27FC236}">
                  <a16:creationId xmlns:a16="http://schemas.microsoft.com/office/drawing/2014/main" id="{98B52B78-B47B-4484-8B4B-89EDB22B3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254"/>
              <a:ext cx="150" cy="20"/>
            </a:xfrm>
            <a:custGeom>
              <a:avLst/>
              <a:gdLst>
                <a:gd name="T0" fmla="*/ 2 w 150"/>
                <a:gd name="T1" fmla="*/ 2 h 20"/>
                <a:gd name="T2" fmla="*/ 130 w 150"/>
                <a:gd name="T3" fmla="*/ 0 h 20"/>
                <a:gd name="T4" fmla="*/ 150 w 150"/>
                <a:gd name="T5" fmla="*/ 20 h 20"/>
                <a:gd name="T6" fmla="*/ 0 w 150"/>
                <a:gd name="T7" fmla="*/ 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20">
                  <a:moveTo>
                    <a:pt x="2" y="2"/>
                  </a:moveTo>
                  <a:lnTo>
                    <a:pt x="130" y="0"/>
                  </a:lnTo>
                  <a:lnTo>
                    <a:pt x="150" y="20"/>
                  </a:lnTo>
                  <a:lnTo>
                    <a:pt x="0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130">
              <a:extLst>
                <a:ext uri="{FF2B5EF4-FFF2-40B4-BE49-F238E27FC236}">
                  <a16:creationId xmlns:a16="http://schemas.microsoft.com/office/drawing/2014/main" id="{B78260D5-6502-42D4-A5F0-F0F4D6D4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52"/>
              <a:ext cx="138" cy="22"/>
            </a:xfrm>
            <a:custGeom>
              <a:avLst/>
              <a:gdLst>
                <a:gd name="T0" fmla="*/ 20 w 138"/>
                <a:gd name="T1" fmla="*/ 0 h 22"/>
                <a:gd name="T2" fmla="*/ 138 w 138"/>
                <a:gd name="T3" fmla="*/ 0 h 22"/>
                <a:gd name="T4" fmla="*/ 0 w 138"/>
                <a:gd name="T5" fmla="*/ 22 h 22"/>
                <a:gd name="T6" fmla="*/ 20 w 13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2">
                  <a:moveTo>
                    <a:pt x="20" y="0"/>
                  </a:moveTo>
                  <a:lnTo>
                    <a:pt x="138" y="0"/>
                  </a:lnTo>
                  <a:lnTo>
                    <a:pt x="0" y="2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131">
              <a:extLst>
                <a:ext uri="{FF2B5EF4-FFF2-40B4-BE49-F238E27FC236}">
                  <a16:creationId xmlns:a16="http://schemas.microsoft.com/office/drawing/2014/main" id="{4278B4AD-CE5C-4D88-9E58-48164E0D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469"/>
              <a:ext cx="24" cy="187"/>
            </a:xfrm>
            <a:custGeom>
              <a:avLst/>
              <a:gdLst>
                <a:gd name="T0" fmla="*/ 81 w 13"/>
                <a:gd name="T1" fmla="*/ 0 h 95"/>
                <a:gd name="T2" fmla="*/ 81 w 13"/>
                <a:gd name="T3" fmla="*/ 724 h 95"/>
                <a:gd name="T4" fmla="*/ 81 w 13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5">
                  <a:moveTo>
                    <a:pt x="13" y="0"/>
                  </a:moveTo>
                  <a:cubicBezTo>
                    <a:pt x="13" y="95"/>
                    <a:pt x="13" y="95"/>
                    <a:pt x="13" y="95"/>
                  </a:cubicBezTo>
                  <a:cubicBezTo>
                    <a:pt x="13" y="95"/>
                    <a:pt x="0" y="14"/>
                    <a:pt x="13" y="0"/>
                  </a:cubicBez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132">
              <a:extLst>
                <a:ext uri="{FF2B5EF4-FFF2-40B4-BE49-F238E27FC236}">
                  <a16:creationId xmlns:a16="http://schemas.microsoft.com/office/drawing/2014/main" id="{8DA2BA93-FD80-4DBC-B911-25CBD228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376"/>
              <a:ext cx="22" cy="128"/>
            </a:xfrm>
            <a:custGeom>
              <a:avLst/>
              <a:gdLst>
                <a:gd name="T0" fmla="*/ 73 w 12"/>
                <a:gd name="T1" fmla="*/ 0 h 65"/>
                <a:gd name="T2" fmla="*/ 73 w 12"/>
                <a:gd name="T3" fmla="*/ 496 h 65"/>
                <a:gd name="T4" fmla="*/ 73 w 1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5">
                  <a:moveTo>
                    <a:pt x="12" y="0"/>
                  </a:move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0" y="12"/>
                    <a:pt x="12" y="0"/>
                  </a:cubicBez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133">
              <a:extLst>
                <a:ext uri="{FF2B5EF4-FFF2-40B4-BE49-F238E27FC236}">
                  <a16:creationId xmlns:a16="http://schemas.microsoft.com/office/drawing/2014/main" id="{AC18C63D-3163-4880-81AF-D8A0E5A4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735"/>
              <a:ext cx="441" cy="557"/>
            </a:xfrm>
            <a:custGeom>
              <a:avLst/>
              <a:gdLst>
                <a:gd name="T0" fmla="*/ 1232 w 238"/>
                <a:gd name="T1" fmla="*/ 0 h 282"/>
                <a:gd name="T2" fmla="*/ 285 w 238"/>
                <a:gd name="T3" fmla="*/ 1817 h 282"/>
                <a:gd name="T4" fmla="*/ 1514 w 238"/>
                <a:gd name="T5" fmla="*/ 1817 h 282"/>
                <a:gd name="T6" fmla="*/ 1232 w 238"/>
                <a:gd name="T7" fmla="*/ 0 h 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8" h="282">
                  <a:moveTo>
                    <a:pt x="194" y="0"/>
                  </a:moveTo>
                  <a:cubicBezTo>
                    <a:pt x="45" y="236"/>
                    <a:pt x="45" y="236"/>
                    <a:pt x="45" y="236"/>
                  </a:cubicBezTo>
                  <a:cubicBezTo>
                    <a:pt x="238" y="236"/>
                    <a:pt x="238" y="236"/>
                    <a:pt x="238" y="236"/>
                  </a:cubicBezTo>
                  <a:cubicBezTo>
                    <a:pt x="238" y="236"/>
                    <a:pt x="0" y="282"/>
                    <a:pt x="194" y="0"/>
                  </a:cubicBez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134">
              <a:extLst>
                <a:ext uri="{FF2B5EF4-FFF2-40B4-BE49-F238E27FC236}">
                  <a16:creationId xmlns:a16="http://schemas.microsoft.com/office/drawing/2014/main" id="{943CA2F1-9F14-45ED-B048-C29011FFC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737"/>
              <a:ext cx="276" cy="462"/>
            </a:xfrm>
            <a:custGeom>
              <a:avLst/>
              <a:gdLst>
                <a:gd name="T0" fmla="*/ 274 w 149"/>
                <a:gd name="T1" fmla="*/ 1801 h 234"/>
                <a:gd name="T2" fmla="*/ 947 w 149"/>
                <a:gd name="T3" fmla="*/ 1801 h 234"/>
                <a:gd name="T4" fmla="*/ 0 w 149"/>
                <a:gd name="T5" fmla="*/ 0 h 234"/>
                <a:gd name="T6" fmla="*/ 656 w 149"/>
                <a:gd name="T7" fmla="*/ 1692 h 234"/>
                <a:gd name="T8" fmla="*/ 274 w 149"/>
                <a:gd name="T9" fmla="*/ 1801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34">
                  <a:moveTo>
                    <a:pt x="43" y="234"/>
                  </a:moveTo>
                  <a:cubicBezTo>
                    <a:pt x="149" y="234"/>
                    <a:pt x="149" y="234"/>
                    <a:pt x="149" y="2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204"/>
                    <a:pt x="103" y="220"/>
                  </a:cubicBezTo>
                  <a:cubicBezTo>
                    <a:pt x="83" y="234"/>
                    <a:pt x="43" y="234"/>
                    <a:pt x="43" y="234"/>
                  </a:cubicBez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135">
              <a:extLst>
                <a:ext uri="{FF2B5EF4-FFF2-40B4-BE49-F238E27FC236}">
                  <a16:creationId xmlns:a16="http://schemas.microsoft.com/office/drawing/2014/main" id="{C4E3476D-CB7A-4FD2-8C72-88B880D0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3227"/>
              <a:ext cx="989" cy="94"/>
            </a:xfrm>
            <a:custGeom>
              <a:avLst/>
              <a:gdLst>
                <a:gd name="T0" fmla="*/ 0 w 534"/>
                <a:gd name="T1" fmla="*/ 0 h 48"/>
                <a:gd name="T2" fmla="*/ 0 w 534"/>
                <a:gd name="T3" fmla="*/ 292 h 48"/>
                <a:gd name="T4" fmla="*/ 3393 w 534"/>
                <a:gd name="T5" fmla="*/ 292 h 48"/>
                <a:gd name="T6" fmla="*/ 0 w 534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4" h="48">
                  <a:moveTo>
                    <a:pt x="0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534" y="39"/>
                    <a:pt x="534" y="39"/>
                    <a:pt x="534" y="39"/>
                  </a:cubicBezTo>
                  <a:cubicBezTo>
                    <a:pt x="534" y="39"/>
                    <a:pt x="0" y="48"/>
                    <a:pt x="0" y="0"/>
                  </a:cubicBezTo>
                  <a:close/>
                </a:path>
              </a:pathLst>
            </a:custGeom>
            <a:solidFill>
              <a:srgbClr val="F0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136">
              <a:extLst>
                <a:ext uri="{FF2B5EF4-FFF2-40B4-BE49-F238E27FC236}">
                  <a16:creationId xmlns:a16="http://schemas.microsoft.com/office/drawing/2014/main" id="{E2B4FF91-1E4A-4A11-8E4D-F27DF5AA8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3329"/>
              <a:ext cx="98" cy="452"/>
            </a:xfrm>
            <a:custGeom>
              <a:avLst/>
              <a:gdLst>
                <a:gd name="T0" fmla="*/ 335 w 53"/>
                <a:gd name="T1" fmla="*/ 0 h 229"/>
                <a:gd name="T2" fmla="*/ 52 w 53"/>
                <a:gd name="T3" fmla="*/ 0 h 229"/>
                <a:gd name="T4" fmla="*/ 52 w 53"/>
                <a:gd name="T5" fmla="*/ 1761 h 229"/>
                <a:gd name="T6" fmla="*/ 335 w 53"/>
                <a:gd name="T7" fmla="*/ 0 h 2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29">
                  <a:moveTo>
                    <a:pt x="53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229"/>
                    <a:pt x="8" y="229"/>
                    <a:pt x="8" y="229"/>
                  </a:cubicBezTo>
                  <a:cubicBezTo>
                    <a:pt x="8" y="229"/>
                    <a:pt x="0" y="2"/>
                    <a:pt x="53" y="0"/>
                  </a:cubicBezTo>
                  <a:close/>
                </a:path>
              </a:pathLst>
            </a:custGeom>
            <a:solidFill>
              <a:srgbClr val="BDD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137">
              <a:extLst>
                <a:ext uri="{FF2B5EF4-FFF2-40B4-BE49-F238E27FC236}">
                  <a16:creationId xmlns:a16="http://schemas.microsoft.com/office/drawing/2014/main" id="{310F8C25-97D2-4A70-946C-BB52F7BFD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329"/>
              <a:ext cx="92" cy="486"/>
            </a:xfrm>
            <a:custGeom>
              <a:avLst/>
              <a:gdLst>
                <a:gd name="T0" fmla="*/ 311 w 50"/>
                <a:gd name="T1" fmla="*/ 0 h 246"/>
                <a:gd name="T2" fmla="*/ 31 w 50"/>
                <a:gd name="T3" fmla="*/ 0 h 246"/>
                <a:gd name="T4" fmla="*/ 31 w 50"/>
                <a:gd name="T5" fmla="*/ 1897 h 246"/>
                <a:gd name="T6" fmla="*/ 311 w 50"/>
                <a:gd name="T7" fmla="*/ 0 h 2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46">
                  <a:moveTo>
                    <a:pt x="5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246"/>
                    <a:pt x="5" y="246"/>
                    <a:pt x="5" y="246"/>
                  </a:cubicBezTo>
                  <a:cubicBezTo>
                    <a:pt x="5" y="246"/>
                    <a:pt x="0" y="9"/>
                    <a:pt x="50" y="0"/>
                  </a:cubicBezTo>
                  <a:close/>
                </a:path>
              </a:pathLst>
            </a:custGeom>
            <a:solidFill>
              <a:srgbClr val="BDD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Oval 138">
              <a:extLst>
                <a:ext uri="{FF2B5EF4-FFF2-40B4-BE49-F238E27FC236}">
                  <a16:creationId xmlns:a16="http://schemas.microsoft.com/office/drawing/2014/main" id="{505B2E5F-7626-44BD-A372-206614473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808"/>
              <a:ext cx="540" cy="223"/>
            </a:xfrm>
            <a:prstGeom prst="ellipse">
              <a:avLst/>
            </a:prstGeom>
            <a:solidFill>
              <a:srgbClr val="8EB2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3" name="Oval 139">
              <a:extLst>
                <a:ext uri="{FF2B5EF4-FFF2-40B4-BE49-F238E27FC236}">
                  <a16:creationId xmlns:a16="http://schemas.microsoft.com/office/drawing/2014/main" id="{CDD61F5F-1195-454C-9385-3068D03C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2783"/>
              <a:ext cx="542" cy="223"/>
            </a:xfrm>
            <a:prstGeom prst="ellipse">
              <a:avLst/>
            </a:prstGeom>
            <a:solidFill>
              <a:srgbClr val="FBFCFC"/>
            </a:solidFill>
            <a:ln w="9525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4" name="Freeform 140">
              <a:extLst>
                <a:ext uri="{FF2B5EF4-FFF2-40B4-BE49-F238E27FC236}">
                  <a16:creationId xmlns:a16="http://schemas.microsoft.com/office/drawing/2014/main" id="{1BC8B7FE-61C2-457A-857B-287BD5783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789"/>
              <a:ext cx="275" cy="205"/>
            </a:xfrm>
            <a:custGeom>
              <a:avLst/>
              <a:gdLst>
                <a:gd name="T0" fmla="*/ 68 w 149"/>
                <a:gd name="T1" fmla="*/ 400 h 104"/>
                <a:gd name="T2" fmla="*/ 938 w 149"/>
                <a:gd name="T3" fmla="*/ 0 h 104"/>
                <a:gd name="T4" fmla="*/ 899 w 149"/>
                <a:gd name="T5" fmla="*/ 0 h 104"/>
                <a:gd name="T6" fmla="*/ 0 w 149"/>
                <a:gd name="T7" fmla="*/ 400 h 104"/>
                <a:gd name="T8" fmla="*/ 899 w 149"/>
                <a:gd name="T9" fmla="*/ 796 h 104"/>
                <a:gd name="T10" fmla="*/ 938 w 149"/>
                <a:gd name="T11" fmla="*/ 796 h 104"/>
                <a:gd name="T12" fmla="*/ 68 w 149"/>
                <a:gd name="T13" fmla="*/ 40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04">
                  <a:moveTo>
                    <a:pt x="11" y="52"/>
                  </a:moveTo>
                  <a:cubicBezTo>
                    <a:pt x="11" y="24"/>
                    <a:pt x="72" y="1"/>
                    <a:pt x="149" y="0"/>
                  </a:cubicBezTo>
                  <a:cubicBezTo>
                    <a:pt x="147" y="0"/>
                    <a:pt x="145" y="0"/>
                    <a:pt x="143" y="0"/>
                  </a:cubicBezTo>
                  <a:cubicBezTo>
                    <a:pt x="64" y="0"/>
                    <a:pt x="0" y="23"/>
                    <a:pt x="0" y="52"/>
                  </a:cubicBezTo>
                  <a:cubicBezTo>
                    <a:pt x="0" y="81"/>
                    <a:pt x="64" y="104"/>
                    <a:pt x="143" y="104"/>
                  </a:cubicBezTo>
                  <a:cubicBezTo>
                    <a:pt x="145" y="104"/>
                    <a:pt x="147" y="104"/>
                    <a:pt x="149" y="104"/>
                  </a:cubicBezTo>
                  <a:cubicBezTo>
                    <a:pt x="72" y="103"/>
                    <a:pt x="11" y="80"/>
                    <a:pt x="11" y="52"/>
                  </a:cubicBezTo>
                  <a:close/>
                </a:path>
              </a:pathLst>
            </a:custGeom>
            <a:solidFill>
              <a:srgbClr val="E8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141">
              <a:extLst>
                <a:ext uri="{FF2B5EF4-FFF2-40B4-BE49-F238E27FC236}">
                  <a16:creationId xmlns:a16="http://schemas.microsoft.com/office/drawing/2014/main" id="{D88726A4-C932-485A-8C20-E45E987AA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802"/>
              <a:ext cx="274" cy="170"/>
            </a:xfrm>
            <a:custGeom>
              <a:avLst/>
              <a:gdLst>
                <a:gd name="T0" fmla="*/ 291 w 148"/>
                <a:gd name="T1" fmla="*/ 332 h 86"/>
                <a:gd name="T2" fmla="*/ 939 w 148"/>
                <a:gd name="T3" fmla="*/ 8 h 86"/>
                <a:gd name="T4" fmla="*/ 798 w 148"/>
                <a:gd name="T5" fmla="*/ 0 h 86"/>
                <a:gd name="T6" fmla="*/ 0 w 148"/>
                <a:gd name="T7" fmla="*/ 332 h 86"/>
                <a:gd name="T8" fmla="*/ 798 w 148"/>
                <a:gd name="T9" fmla="*/ 664 h 86"/>
                <a:gd name="T10" fmla="*/ 939 w 148"/>
                <a:gd name="T11" fmla="*/ 656 h 86"/>
                <a:gd name="T12" fmla="*/ 291 w 148"/>
                <a:gd name="T13" fmla="*/ 332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86">
                  <a:moveTo>
                    <a:pt x="46" y="43"/>
                  </a:moveTo>
                  <a:cubicBezTo>
                    <a:pt x="46" y="22"/>
                    <a:pt x="90" y="4"/>
                    <a:pt x="148" y="1"/>
                  </a:cubicBezTo>
                  <a:cubicBezTo>
                    <a:pt x="141" y="0"/>
                    <a:pt x="133" y="0"/>
                    <a:pt x="126" y="0"/>
                  </a:cubicBezTo>
                  <a:cubicBezTo>
                    <a:pt x="56" y="0"/>
                    <a:pt x="0" y="19"/>
                    <a:pt x="0" y="43"/>
                  </a:cubicBezTo>
                  <a:cubicBezTo>
                    <a:pt x="0" y="66"/>
                    <a:pt x="56" y="86"/>
                    <a:pt x="126" y="86"/>
                  </a:cubicBezTo>
                  <a:cubicBezTo>
                    <a:pt x="133" y="86"/>
                    <a:pt x="141" y="85"/>
                    <a:pt x="148" y="85"/>
                  </a:cubicBezTo>
                  <a:cubicBezTo>
                    <a:pt x="90" y="81"/>
                    <a:pt x="46" y="64"/>
                    <a:pt x="46" y="43"/>
                  </a:cubicBezTo>
                  <a:close/>
                </a:path>
              </a:pathLst>
            </a:custGeom>
            <a:solidFill>
              <a:srgbClr val="E8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Oval 142">
              <a:extLst>
                <a:ext uri="{FF2B5EF4-FFF2-40B4-BE49-F238E27FC236}">
                  <a16:creationId xmlns:a16="http://schemas.microsoft.com/office/drawing/2014/main" id="{6A04E0DB-BEA3-409B-95EE-4AB0F74EF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2802"/>
              <a:ext cx="465" cy="17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7" name="Freeform 143">
              <a:extLst>
                <a:ext uri="{FF2B5EF4-FFF2-40B4-BE49-F238E27FC236}">
                  <a16:creationId xmlns:a16="http://schemas.microsoft.com/office/drawing/2014/main" id="{E65ED52C-6B03-4645-9A3B-48B203371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10"/>
              <a:ext cx="155" cy="93"/>
            </a:xfrm>
            <a:custGeom>
              <a:avLst/>
              <a:gdLst>
                <a:gd name="T0" fmla="*/ 507 w 84"/>
                <a:gd name="T1" fmla="*/ 87 h 47"/>
                <a:gd name="T2" fmla="*/ 290 w 84"/>
                <a:gd name="T3" fmla="*/ 325 h 47"/>
                <a:gd name="T4" fmla="*/ 13 w 84"/>
                <a:gd name="T5" fmla="*/ 224 h 47"/>
                <a:gd name="T6" fmla="*/ 238 w 84"/>
                <a:gd name="T7" fmla="*/ 40 h 47"/>
                <a:gd name="T8" fmla="*/ 507 w 84"/>
                <a:gd name="T9" fmla="*/ 8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7">
                  <a:moveTo>
                    <a:pt x="81" y="11"/>
                  </a:moveTo>
                  <a:cubicBezTo>
                    <a:pt x="84" y="28"/>
                    <a:pt x="68" y="37"/>
                    <a:pt x="46" y="42"/>
                  </a:cubicBezTo>
                  <a:cubicBezTo>
                    <a:pt x="24" y="47"/>
                    <a:pt x="6" y="46"/>
                    <a:pt x="2" y="29"/>
                  </a:cubicBezTo>
                  <a:cubicBezTo>
                    <a:pt x="0" y="20"/>
                    <a:pt x="16" y="10"/>
                    <a:pt x="38" y="5"/>
                  </a:cubicBezTo>
                  <a:cubicBezTo>
                    <a:pt x="60" y="0"/>
                    <a:pt x="79" y="3"/>
                    <a:pt x="81" y="11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144">
              <a:extLst>
                <a:ext uri="{FF2B5EF4-FFF2-40B4-BE49-F238E27FC236}">
                  <a16:creationId xmlns:a16="http://schemas.microsoft.com/office/drawing/2014/main" id="{60EF0BF6-153A-4A16-92E1-D0F9E6634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06"/>
              <a:ext cx="154" cy="87"/>
            </a:xfrm>
            <a:custGeom>
              <a:avLst/>
              <a:gdLst>
                <a:gd name="T0" fmla="*/ 516 w 83"/>
                <a:gd name="T1" fmla="*/ 101 h 44"/>
                <a:gd name="T2" fmla="*/ 286 w 83"/>
                <a:gd name="T3" fmla="*/ 301 h 44"/>
                <a:gd name="T4" fmla="*/ 13 w 83"/>
                <a:gd name="T5" fmla="*/ 239 h 44"/>
                <a:gd name="T6" fmla="*/ 245 w 83"/>
                <a:gd name="T7" fmla="*/ 40 h 44"/>
                <a:gd name="T8" fmla="*/ 516 w 83"/>
                <a:gd name="T9" fmla="*/ 10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44">
                  <a:moveTo>
                    <a:pt x="81" y="13"/>
                  </a:moveTo>
                  <a:cubicBezTo>
                    <a:pt x="83" y="23"/>
                    <a:pt x="67" y="34"/>
                    <a:pt x="45" y="39"/>
                  </a:cubicBezTo>
                  <a:cubicBezTo>
                    <a:pt x="24" y="44"/>
                    <a:pt x="4" y="40"/>
                    <a:pt x="2" y="31"/>
                  </a:cubicBezTo>
                  <a:cubicBezTo>
                    <a:pt x="0" y="21"/>
                    <a:pt x="16" y="9"/>
                    <a:pt x="38" y="5"/>
                  </a:cubicBezTo>
                  <a:cubicBezTo>
                    <a:pt x="59" y="0"/>
                    <a:pt x="78" y="4"/>
                    <a:pt x="81" y="13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145">
              <a:extLst>
                <a:ext uri="{FF2B5EF4-FFF2-40B4-BE49-F238E27FC236}">
                  <a16:creationId xmlns:a16="http://schemas.microsoft.com/office/drawing/2014/main" id="{83708AB0-8718-4AE8-AA68-338D8C300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818"/>
              <a:ext cx="115" cy="61"/>
            </a:xfrm>
            <a:custGeom>
              <a:avLst/>
              <a:gdLst>
                <a:gd name="T0" fmla="*/ 390 w 62"/>
                <a:gd name="T1" fmla="*/ 69 h 31"/>
                <a:gd name="T2" fmla="*/ 217 w 62"/>
                <a:gd name="T3" fmla="*/ 213 h 31"/>
                <a:gd name="T4" fmla="*/ 13 w 62"/>
                <a:gd name="T5" fmla="*/ 167 h 31"/>
                <a:gd name="T6" fmla="*/ 185 w 62"/>
                <a:gd name="T7" fmla="*/ 31 h 31"/>
                <a:gd name="T8" fmla="*/ 390 w 62"/>
                <a:gd name="T9" fmla="*/ 6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1">
                  <a:moveTo>
                    <a:pt x="61" y="9"/>
                  </a:moveTo>
                  <a:cubicBezTo>
                    <a:pt x="62" y="16"/>
                    <a:pt x="50" y="24"/>
                    <a:pt x="34" y="28"/>
                  </a:cubicBezTo>
                  <a:cubicBezTo>
                    <a:pt x="18" y="31"/>
                    <a:pt x="3" y="29"/>
                    <a:pt x="2" y="22"/>
                  </a:cubicBezTo>
                  <a:cubicBezTo>
                    <a:pt x="0" y="16"/>
                    <a:pt x="12" y="7"/>
                    <a:pt x="29" y="4"/>
                  </a:cubicBezTo>
                  <a:cubicBezTo>
                    <a:pt x="45" y="0"/>
                    <a:pt x="59" y="3"/>
                    <a:pt x="61" y="9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146">
              <a:extLst>
                <a:ext uri="{FF2B5EF4-FFF2-40B4-BE49-F238E27FC236}">
                  <a16:creationId xmlns:a16="http://schemas.microsoft.com/office/drawing/2014/main" id="{23684337-DDF1-493A-B022-4AFF84A3F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824"/>
              <a:ext cx="87" cy="47"/>
            </a:xfrm>
            <a:custGeom>
              <a:avLst/>
              <a:gdLst>
                <a:gd name="T0" fmla="*/ 291 w 47"/>
                <a:gd name="T1" fmla="*/ 53 h 24"/>
                <a:gd name="T2" fmla="*/ 165 w 47"/>
                <a:gd name="T3" fmla="*/ 157 h 24"/>
                <a:gd name="T4" fmla="*/ 7 w 47"/>
                <a:gd name="T5" fmla="*/ 127 h 24"/>
                <a:gd name="T6" fmla="*/ 141 w 47"/>
                <a:gd name="T7" fmla="*/ 24 h 24"/>
                <a:gd name="T8" fmla="*/ 291 w 47"/>
                <a:gd name="T9" fmla="*/ 5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4">
                  <a:moveTo>
                    <a:pt x="46" y="7"/>
                  </a:moveTo>
                  <a:cubicBezTo>
                    <a:pt x="47" y="12"/>
                    <a:pt x="38" y="18"/>
                    <a:pt x="26" y="21"/>
                  </a:cubicBezTo>
                  <a:cubicBezTo>
                    <a:pt x="13" y="24"/>
                    <a:pt x="2" y="22"/>
                    <a:pt x="1" y="17"/>
                  </a:cubicBezTo>
                  <a:cubicBezTo>
                    <a:pt x="0" y="12"/>
                    <a:pt x="9" y="6"/>
                    <a:pt x="22" y="3"/>
                  </a:cubicBezTo>
                  <a:cubicBezTo>
                    <a:pt x="34" y="0"/>
                    <a:pt x="45" y="2"/>
                    <a:pt x="46" y="7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147">
              <a:extLst>
                <a:ext uri="{FF2B5EF4-FFF2-40B4-BE49-F238E27FC236}">
                  <a16:creationId xmlns:a16="http://schemas.microsoft.com/office/drawing/2014/main" id="{B17CCAC5-A559-4002-BE21-C0AA0C7AB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06"/>
              <a:ext cx="155" cy="97"/>
            </a:xfrm>
            <a:custGeom>
              <a:avLst/>
              <a:gdLst>
                <a:gd name="T0" fmla="*/ 238 w 84"/>
                <a:gd name="T1" fmla="*/ 40 h 49"/>
                <a:gd name="T2" fmla="*/ 13 w 84"/>
                <a:gd name="T3" fmla="*/ 240 h 49"/>
                <a:gd name="T4" fmla="*/ 290 w 84"/>
                <a:gd name="T5" fmla="*/ 340 h 49"/>
                <a:gd name="T6" fmla="*/ 507 w 84"/>
                <a:gd name="T7" fmla="*/ 101 h 49"/>
                <a:gd name="T8" fmla="*/ 238 w 84"/>
                <a:gd name="T9" fmla="*/ 4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9">
                  <a:moveTo>
                    <a:pt x="38" y="5"/>
                  </a:moveTo>
                  <a:cubicBezTo>
                    <a:pt x="16" y="9"/>
                    <a:pt x="0" y="21"/>
                    <a:pt x="2" y="31"/>
                  </a:cubicBezTo>
                  <a:cubicBezTo>
                    <a:pt x="6" y="48"/>
                    <a:pt x="24" y="49"/>
                    <a:pt x="46" y="44"/>
                  </a:cubicBezTo>
                  <a:cubicBezTo>
                    <a:pt x="68" y="39"/>
                    <a:pt x="84" y="30"/>
                    <a:pt x="81" y="13"/>
                  </a:cubicBezTo>
                  <a:cubicBezTo>
                    <a:pt x="78" y="4"/>
                    <a:pt x="59" y="0"/>
                    <a:pt x="38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148">
              <a:extLst>
                <a:ext uri="{FF2B5EF4-FFF2-40B4-BE49-F238E27FC236}">
                  <a16:creationId xmlns:a16="http://schemas.microsoft.com/office/drawing/2014/main" id="{7B89F160-387A-470A-9073-CAD194FF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840"/>
              <a:ext cx="128" cy="71"/>
            </a:xfrm>
            <a:custGeom>
              <a:avLst/>
              <a:gdLst>
                <a:gd name="T0" fmla="*/ 434 w 69"/>
                <a:gd name="T1" fmla="*/ 152 h 36"/>
                <a:gd name="T2" fmla="*/ 202 w 69"/>
                <a:gd name="T3" fmla="*/ 252 h 36"/>
                <a:gd name="T4" fmla="*/ 20 w 69"/>
                <a:gd name="T5" fmla="*/ 77 h 36"/>
                <a:gd name="T6" fmla="*/ 237 w 69"/>
                <a:gd name="T7" fmla="*/ 16 h 36"/>
                <a:gd name="T8" fmla="*/ 434 w 69"/>
                <a:gd name="T9" fmla="*/ 15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6">
                  <a:moveTo>
                    <a:pt x="68" y="20"/>
                  </a:moveTo>
                  <a:cubicBezTo>
                    <a:pt x="66" y="34"/>
                    <a:pt x="50" y="36"/>
                    <a:pt x="32" y="33"/>
                  </a:cubicBezTo>
                  <a:cubicBezTo>
                    <a:pt x="14" y="31"/>
                    <a:pt x="0" y="25"/>
                    <a:pt x="3" y="10"/>
                  </a:cubicBezTo>
                  <a:cubicBezTo>
                    <a:pt x="4" y="3"/>
                    <a:pt x="19" y="0"/>
                    <a:pt x="37" y="2"/>
                  </a:cubicBezTo>
                  <a:cubicBezTo>
                    <a:pt x="55" y="5"/>
                    <a:pt x="69" y="13"/>
                    <a:pt x="68" y="20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149">
              <a:extLst>
                <a:ext uri="{FF2B5EF4-FFF2-40B4-BE49-F238E27FC236}">
                  <a16:creationId xmlns:a16="http://schemas.microsoft.com/office/drawing/2014/main" id="{5143882D-5908-443F-8DEC-E53E9A01E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836"/>
              <a:ext cx="126" cy="67"/>
            </a:xfrm>
            <a:custGeom>
              <a:avLst/>
              <a:gdLst>
                <a:gd name="T0" fmla="*/ 426 w 68"/>
                <a:gd name="T1" fmla="*/ 168 h 34"/>
                <a:gd name="T2" fmla="*/ 202 w 68"/>
                <a:gd name="T3" fmla="*/ 236 h 34"/>
                <a:gd name="T4" fmla="*/ 13 w 68"/>
                <a:gd name="T5" fmla="*/ 93 h 34"/>
                <a:gd name="T6" fmla="*/ 230 w 68"/>
                <a:gd name="T7" fmla="*/ 24 h 34"/>
                <a:gd name="T8" fmla="*/ 426 w 68"/>
                <a:gd name="T9" fmla="*/ 16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4">
                  <a:moveTo>
                    <a:pt x="67" y="22"/>
                  </a:moveTo>
                  <a:cubicBezTo>
                    <a:pt x="66" y="30"/>
                    <a:pt x="50" y="34"/>
                    <a:pt x="32" y="31"/>
                  </a:cubicBezTo>
                  <a:cubicBezTo>
                    <a:pt x="14" y="29"/>
                    <a:pt x="0" y="20"/>
                    <a:pt x="2" y="12"/>
                  </a:cubicBezTo>
                  <a:cubicBezTo>
                    <a:pt x="3" y="4"/>
                    <a:pt x="18" y="0"/>
                    <a:pt x="36" y="3"/>
                  </a:cubicBezTo>
                  <a:cubicBezTo>
                    <a:pt x="54" y="5"/>
                    <a:pt x="68" y="14"/>
                    <a:pt x="67" y="22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150">
              <a:extLst>
                <a:ext uri="{FF2B5EF4-FFF2-40B4-BE49-F238E27FC236}">
                  <a16:creationId xmlns:a16="http://schemas.microsoft.com/office/drawing/2014/main" id="{CECA56B1-7689-461C-A94E-809949071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846"/>
              <a:ext cx="92" cy="47"/>
            </a:xfrm>
            <a:custGeom>
              <a:avLst/>
              <a:gdLst>
                <a:gd name="T0" fmla="*/ 305 w 50"/>
                <a:gd name="T1" fmla="*/ 119 h 24"/>
                <a:gd name="T2" fmla="*/ 149 w 50"/>
                <a:gd name="T3" fmla="*/ 165 h 24"/>
                <a:gd name="T4" fmla="*/ 7 w 50"/>
                <a:gd name="T5" fmla="*/ 61 h 24"/>
                <a:gd name="T6" fmla="*/ 169 w 50"/>
                <a:gd name="T7" fmla="*/ 16 h 24"/>
                <a:gd name="T8" fmla="*/ 305 w 50"/>
                <a:gd name="T9" fmla="*/ 11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4">
                  <a:moveTo>
                    <a:pt x="49" y="16"/>
                  </a:moveTo>
                  <a:cubicBezTo>
                    <a:pt x="49" y="21"/>
                    <a:pt x="37" y="24"/>
                    <a:pt x="24" y="22"/>
                  </a:cubicBezTo>
                  <a:cubicBezTo>
                    <a:pt x="10" y="20"/>
                    <a:pt x="0" y="14"/>
                    <a:pt x="1" y="8"/>
                  </a:cubicBezTo>
                  <a:cubicBezTo>
                    <a:pt x="1" y="3"/>
                    <a:pt x="13" y="0"/>
                    <a:pt x="27" y="2"/>
                  </a:cubicBezTo>
                  <a:cubicBezTo>
                    <a:pt x="40" y="4"/>
                    <a:pt x="50" y="10"/>
                    <a:pt x="49" y="16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151">
              <a:extLst>
                <a:ext uri="{FF2B5EF4-FFF2-40B4-BE49-F238E27FC236}">
                  <a16:creationId xmlns:a16="http://schemas.microsoft.com/office/drawing/2014/main" id="{63EC0597-4D74-4E5D-8EB4-720FAEA96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850"/>
              <a:ext cx="70" cy="35"/>
            </a:xfrm>
            <a:custGeom>
              <a:avLst/>
              <a:gdLst>
                <a:gd name="T0" fmla="*/ 238 w 38"/>
                <a:gd name="T1" fmla="*/ 88 h 18"/>
                <a:gd name="T2" fmla="*/ 112 w 38"/>
                <a:gd name="T3" fmla="*/ 124 h 18"/>
                <a:gd name="T4" fmla="*/ 0 w 38"/>
                <a:gd name="T5" fmla="*/ 45 h 18"/>
                <a:gd name="T6" fmla="*/ 125 w 38"/>
                <a:gd name="T7" fmla="*/ 16 h 18"/>
                <a:gd name="T8" fmla="*/ 238 w 38"/>
                <a:gd name="T9" fmla="*/ 8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2"/>
                  </a:moveTo>
                  <a:cubicBezTo>
                    <a:pt x="37" y="16"/>
                    <a:pt x="28" y="18"/>
                    <a:pt x="18" y="17"/>
                  </a:cubicBezTo>
                  <a:cubicBezTo>
                    <a:pt x="8" y="15"/>
                    <a:pt x="0" y="10"/>
                    <a:pt x="0" y="6"/>
                  </a:cubicBezTo>
                  <a:cubicBezTo>
                    <a:pt x="1" y="2"/>
                    <a:pt x="10" y="0"/>
                    <a:pt x="20" y="2"/>
                  </a:cubicBezTo>
                  <a:cubicBezTo>
                    <a:pt x="30" y="3"/>
                    <a:pt x="38" y="8"/>
                    <a:pt x="38" y="12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152">
              <a:extLst>
                <a:ext uri="{FF2B5EF4-FFF2-40B4-BE49-F238E27FC236}">
                  <a16:creationId xmlns:a16="http://schemas.microsoft.com/office/drawing/2014/main" id="{16F84470-54B7-47E2-B6B6-6B7B104C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836"/>
              <a:ext cx="128" cy="75"/>
            </a:xfrm>
            <a:custGeom>
              <a:avLst/>
              <a:gdLst>
                <a:gd name="T0" fmla="*/ 237 w 69"/>
                <a:gd name="T1" fmla="*/ 24 h 38"/>
                <a:gd name="T2" fmla="*/ 20 w 69"/>
                <a:gd name="T3" fmla="*/ 93 h 38"/>
                <a:gd name="T4" fmla="*/ 202 w 69"/>
                <a:gd name="T5" fmla="*/ 268 h 38"/>
                <a:gd name="T6" fmla="*/ 434 w 69"/>
                <a:gd name="T7" fmla="*/ 168 h 38"/>
                <a:gd name="T8" fmla="*/ 237 w 69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8">
                  <a:moveTo>
                    <a:pt x="37" y="3"/>
                  </a:moveTo>
                  <a:cubicBezTo>
                    <a:pt x="19" y="0"/>
                    <a:pt x="4" y="4"/>
                    <a:pt x="3" y="12"/>
                  </a:cubicBezTo>
                  <a:cubicBezTo>
                    <a:pt x="0" y="27"/>
                    <a:pt x="14" y="33"/>
                    <a:pt x="32" y="35"/>
                  </a:cubicBezTo>
                  <a:cubicBezTo>
                    <a:pt x="50" y="38"/>
                    <a:pt x="66" y="36"/>
                    <a:pt x="68" y="22"/>
                  </a:cubicBezTo>
                  <a:cubicBezTo>
                    <a:pt x="69" y="14"/>
                    <a:pt x="55" y="5"/>
                    <a:pt x="37" y="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153">
              <a:extLst>
                <a:ext uri="{FF2B5EF4-FFF2-40B4-BE49-F238E27FC236}">
                  <a16:creationId xmlns:a16="http://schemas.microsoft.com/office/drawing/2014/main" id="{A12E4A89-27C1-4266-A65C-588366B7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850"/>
              <a:ext cx="128" cy="71"/>
            </a:xfrm>
            <a:custGeom>
              <a:avLst/>
              <a:gdLst>
                <a:gd name="T0" fmla="*/ 434 w 69"/>
                <a:gd name="T1" fmla="*/ 152 h 36"/>
                <a:gd name="T2" fmla="*/ 202 w 69"/>
                <a:gd name="T3" fmla="*/ 260 h 36"/>
                <a:gd name="T4" fmla="*/ 13 w 69"/>
                <a:gd name="T5" fmla="*/ 77 h 36"/>
                <a:gd name="T6" fmla="*/ 237 w 69"/>
                <a:gd name="T7" fmla="*/ 24 h 36"/>
                <a:gd name="T8" fmla="*/ 434 w 69"/>
                <a:gd name="T9" fmla="*/ 15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6">
                  <a:moveTo>
                    <a:pt x="68" y="20"/>
                  </a:moveTo>
                  <a:cubicBezTo>
                    <a:pt x="66" y="34"/>
                    <a:pt x="50" y="36"/>
                    <a:pt x="32" y="34"/>
                  </a:cubicBezTo>
                  <a:cubicBezTo>
                    <a:pt x="14" y="31"/>
                    <a:pt x="0" y="25"/>
                    <a:pt x="2" y="10"/>
                  </a:cubicBezTo>
                  <a:cubicBezTo>
                    <a:pt x="3" y="3"/>
                    <a:pt x="19" y="0"/>
                    <a:pt x="37" y="3"/>
                  </a:cubicBezTo>
                  <a:cubicBezTo>
                    <a:pt x="55" y="5"/>
                    <a:pt x="69" y="14"/>
                    <a:pt x="68" y="20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154">
              <a:extLst>
                <a:ext uri="{FF2B5EF4-FFF2-40B4-BE49-F238E27FC236}">
                  <a16:creationId xmlns:a16="http://schemas.microsoft.com/office/drawing/2014/main" id="{CDB0D117-3B24-459B-9AF4-8B51E8677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846"/>
              <a:ext cx="126" cy="67"/>
            </a:xfrm>
            <a:custGeom>
              <a:avLst/>
              <a:gdLst>
                <a:gd name="T0" fmla="*/ 426 w 68"/>
                <a:gd name="T1" fmla="*/ 168 h 34"/>
                <a:gd name="T2" fmla="*/ 202 w 68"/>
                <a:gd name="T3" fmla="*/ 244 h 34"/>
                <a:gd name="T4" fmla="*/ 7 w 68"/>
                <a:gd name="T5" fmla="*/ 93 h 34"/>
                <a:gd name="T6" fmla="*/ 230 w 68"/>
                <a:gd name="T7" fmla="*/ 24 h 34"/>
                <a:gd name="T8" fmla="*/ 426 w 68"/>
                <a:gd name="T9" fmla="*/ 16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4">
                  <a:moveTo>
                    <a:pt x="67" y="22"/>
                  </a:moveTo>
                  <a:cubicBezTo>
                    <a:pt x="65" y="30"/>
                    <a:pt x="50" y="34"/>
                    <a:pt x="32" y="32"/>
                  </a:cubicBezTo>
                  <a:cubicBezTo>
                    <a:pt x="14" y="29"/>
                    <a:pt x="0" y="20"/>
                    <a:pt x="1" y="12"/>
                  </a:cubicBezTo>
                  <a:cubicBezTo>
                    <a:pt x="3" y="4"/>
                    <a:pt x="18" y="0"/>
                    <a:pt x="36" y="3"/>
                  </a:cubicBezTo>
                  <a:cubicBezTo>
                    <a:pt x="54" y="6"/>
                    <a:pt x="68" y="14"/>
                    <a:pt x="67" y="22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155">
              <a:extLst>
                <a:ext uri="{FF2B5EF4-FFF2-40B4-BE49-F238E27FC236}">
                  <a16:creationId xmlns:a16="http://schemas.microsoft.com/office/drawing/2014/main" id="{5F263299-76B4-4EF8-AEF3-727DD147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856"/>
              <a:ext cx="92" cy="47"/>
            </a:xfrm>
            <a:custGeom>
              <a:avLst/>
              <a:gdLst>
                <a:gd name="T0" fmla="*/ 305 w 50"/>
                <a:gd name="T1" fmla="*/ 119 h 24"/>
                <a:gd name="T2" fmla="*/ 142 w 50"/>
                <a:gd name="T3" fmla="*/ 165 h 24"/>
                <a:gd name="T4" fmla="*/ 7 w 50"/>
                <a:gd name="T5" fmla="*/ 61 h 24"/>
                <a:gd name="T6" fmla="*/ 162 w 50"/>
                <a:gd name="T7" fmla="*/ 16 h 24"/>
                <a:gd name="T8" fmla="*/ 305 w 50"/>
                <a:gd name="T9" fmla="*/ 11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4">
                  <a:moveTo>
                    <a:pt x="49" y="16"/>
                  </a:moveTo>
                  <a:cubicBezTo>
                    <a:pt x="49" y="21"/>
                    <a:pt x="37" y="24"/>
                    <a:pt x="23" y="22"/>
                  </a:cubicBezTo>
                  <a:cubicBezTo>
                    <a:pt x="10" y="20"/>
                    <a:pt x="0" y="14"/>
                    <a:pt x="1" y="8"/>
                  </a:cubicBezTo>
                  <a:cubicBezTo>
                    <a:pt x="1" y="3"/>
                    <a:pt x="13" y="0"/>
                    <a:pt x="26" y="2"/>
                  </a:cubicBezTo>
                  <a:cubicBezTo>
                    <a:pt x="40" y="4"/>
                    <a:pt x="50" y="10"/>
                    <a:pt x="49" y="16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156">
              <a:extLst>
                <a:ext uri="{FF2B5EF4-FFF2-40B4-BE49-F238E27FC236}">
                  <a16:creationId xmlns:a16="http://schemas.microsoft.com/office/drawing/2014/main" id="{D4391DEC-7CF5-47A9-A704-834C42E30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860"/>
              <a:ext cx="70" cy="35"/>
            </a:xfrm>
            <a:custGeom>
              <a:avLst/>
              <a:gdLst>
                <a:gd name="T0" fmla="*/ 238 w 38"/>
                <a:gd name="T1" fmla="*/ 88 h 18"/>
                <a:gd name="T2" fmla="*/ 112 w 38"/>
                <a:gd name="T3" fmla="*/ 124 h 18"/>
                <a:gd name="T4" fmla="*/ 0 w 38"/>
                <a:gd name="T5" fmla="*/ 45 h 18"/>
                <a:gd name="T6" fmla="*/ 125 w 38"/>
                <a:gd name="T7" fmla="*/ 16 h 18"/>
                <a:gd name="T8" fmla="*/ 238 w 38"/>
                <a:gd name="T9" fmla="*/ 8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2"/>
                  </a:moveTo>
                  <a:cubicBezTo>
                    <a:pt x="37" y="16"/>
                    <a:pt x="28" y="18"/>
                    <a:pt x="18" y="17"/>
                  </a:cubicBezTo>
                  <a:cubicBezTo>
                    <a:pt x="7" y="15"/>
                    <a:pt x="0" y="11"/>
                    <a:pt x="0" y="6"/>
                  </a:cubicBezTo>
                  <a:cubicBezTo>
                    <a:pt x="1" y="2"/>
                    <a:pt x="10" y="0"/>
                    <a:pt x="20" y="2"/>
                  </a:cubicBezTo>
                  <a:cubicBezTo>
                    <a:pt x="30" y="4"/>
                    <a:pt x="38" y="8"/>
                    <a:pt x="38" y="12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57">
              <a:extLst>
                <a:ext uri="{FF2B5EF4-FFF2-40B4-BE49-F238E27FC236}">
                  <a16:creationId xmlns:a16="http://schemas.microsoft.com/office/drawing/2014/main" id="{C2114FE1-D23F-49B1-903F-433109AFA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846"/>
              <a:ext cx="128" cy="75"/>
            </a:xfrm>
            <a:custGeom>
              <a:avLst/>
              <a:gdLst>
                <a:gd name="T0" fmla="*/ 237 w 69"/>
                <a:gd name="T1" fmla="*/ 24 h 38"/>
                <a:gd name="T2" fmla="*/ 13 w 69"/>
                <a:gd name="T3" fmla="*/ 93 h 38"/>
                <a:gd name="T4" fmla="*/ 202 w 69"/>
                <a:gd name="T5" fmla="*/ 276 h 38"/>
                <a:gd name="T6" fmla="*/ 434 w 69"/>
                <a:gd name="T7" fmla="*/ 168 h 38"/>
                <a:gd name="T8" fmla="*/ 237 w 69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8">
                  <a:moveTo>
                    <a:pt x="37" y="3"/>
                  </a:moveTo>
                  <a:cubicBezTo>
                    <a:pt x="19" y="0"/>
                    <a:pt x="4" y="4"/>
                    <a:pt x="2" y="12"/>
                  </a:cubicBezTo>
                  <a:cubicBezTo>
                    <a:pt x="0" y="27"/>
                    <a:pt x="14" y="33"/>
                    <a:pt x="32" y="36"/>
                  </a:cubicBezTo>
                  <a:cubicBezTo>
                    <a:pt x="50" y="38"/>
                    <a:pt x="66" y="36"/>
                    <a:pt x="68" y="22"/>
                  </a:cubicBezTo>
                  <a:cubicBezTo>
                    <a:pt x="69" y="14"/>
                    <a:pt x="55" y="6"/>
                    <a:pt x="37" y="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158">
              <a:extLst>
                <a:ext uri="{FF2B5EF4-FFF2-40B4-BE49-F238E27FC236}">
                  <a16:creationId xmlns:a16="http://schemas.microsoft.com/office/drawing/2014/main" id="{7E934627-111D-4975-B83B-4BDA8A61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20"/>
              <a:ext cx="126" cy="71"/>
            </a:xfrm>
            <a:custGeom>
              <a:avLst/>
              <a:gdLst>
                <a:gd name="T0" fmla="*/ 426 w 68"/>
                <a:gd name="T1" fmla="*/ 85 h 36"/>
                <a:gd name="T2" fmla="*/ 230 w 68"/>
                <a:gd name="T3" fmla="*/ 252 h 36"/>
                <a:gd name="T4" fmla="*/ 7 w 68"/>
                <a:gd name="T5" fmla="*/ 144 h 36"/>
                <a:gd name="T6" fmla="*/ 202 w 68"/>
                <a:gd name="T7" fmla="*/ 16 h 36"/>
                <a:gd name="T8" fmla="*/ 426 w 68"/>
                <a:gd name="T9" fmla="*/ 8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6">
                  <a:moveTo>
                    <a:pt x="67" y="11"/>
                  </a:moveTo>
                  <a:cubicBezTo>
                    <a:pt x="68" y="25"/>
                    <a:pt x="54" y="31"/>
                    <a:pt x="36" y="33"/>
                  </a:cubicBezTo>
                  <a:cubicBezTo>
                    <a:pt x="18" y="36"/>
                    <a:pt x="3" y="33"/>
                    <a:pt x="1" y="19"/>
                  </a:cubicBezTo>
                  <a:cubicBezTo>
                    <a:pt x="0" y="12"/>
                    <a:pt x="14" y="4"/>
                    <a:pt x="32" y="2"/>
                  </a:cubicBezTo>
                  <a:cubicBezTo>
                    <a:pt x="51" y="0"/>
                    <a:pt x="66" y="4"/>
                    <a:pt x="67" y="11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159">
              <a:extLst>
                <a:ext uri="{FF2B5EF4-FFF2-40B4-BE49-F238E27FC236}">
                  <a16:creationId xmlns:a16="http://schemas.microsoft.com/office/drawing/2014/main" id="{A098DB24-5B20-4244-B27E-9F0AEDCAD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16"/>
              <a:ext cx="126" cy="65"/>
            </a:xfrm>
            <a:custGeom>
              <a:avLst/>
              <a:gdLst>
                <a:gd name="T0" fmla="*/ 426 w 68"/>
                <a:gd name="T1" fmla="*/ 100 h 33"/>
                <a:gd name="T2" fmla="*/ 230 w 68"/>
                <a:gd name="T3" fmla="*/ 236 h 33"/>
                <a:gd name="T4" fmla="*/ 7 w 68"/>
                <a:gd name="T5" fmla="*/ 160 h 33"/>
                <a:gd name="T6" fmla="*/ 202 w 68"/>
                <a:gd name="T7" fmla="*/ 16 h 33"/>
                <a:gd name="T8" fmla="*/ 426 w 68"/>
                <a:gd name="T9" fmla="*/ 10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3">
                  <a:moveTo>
                    <a:pt x="67" y="13"/>
                  </a:moveTo>
                  <a:cubicBezTo>
                    <a:pt x="68" y="21"/>
                    <a:pt x="54" y="29"/>
                    <a:pt x="36" y="31"/>
                  </a:cubicBezTo>
                  <a:cubicBezTo>
                    <a:pt x="18" y="33"/>
                    <a:pt x="2" y="29"/>
                    <a:pt x="1" y="21"/>
                  </a:cubicBezTo>
                  <a:cubicBezTo>
                    <a:pt x="0" y="13"/>
                    <a:pt x="14" y="5"/>
                    <a:pt x="32" y="2"/>
                  </a:cubicBezTo>
                  <a:cubicBezTo>
                    <a:pt x="50" y="0"/>
                    <a:pt x="66" y="5"/>
                    <a:pt x="67" y="13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160">
              <a:extLst>
                <a:ext uri="{FF2B5EF4-FFF2-40B4-BE49-F238E27FC236}">
                  <a16:creationId xmlns:a16="http://schemas.microsoft.com/office/drawing/2014/main" id="{4B3261DB-9595-4F00-B520-B908DB53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826"/>
              <a:ext cx="92" cy="47"/>
            </a:xfrm>
            <a:custGeom>
              <a:avLst/>
              <a:gdLst>
                <a:gd name="T0" fmla="*/ 305 w 50"/>
                <a:gd name="T1" fmla="*/ 69 h 24"/>
                <a:gd name="T2" fmla="*/ 162 w 50"/>
                <a:gd name="T3" fmla="*/ 165 h 24"/>
                <a:gd name="T4" fmla="*/ 0 w 50"/>
                <a:gd name="T5" fmla="*/ 112 h 24"/>
                <a:gd name="T6" fmla="*/ 149 w 50"/>
                <a:gd name="T7" fmla="*/ 16 h 24"/>
                <a:gd name="T8" fmla="*/ 305 w 50"/>
                <a:gd name="T9" fmla="*/ 6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4">
                  <a:moveTo>
                    <a:pt x="49" y="9"/>
                  </a:moveTo>
                  <a:cubicBezTo>
                    <a:pt x="50" y="15"/>
                    <a:pt x="40" y="20"/>
                    <a:pt x="26" y="22"/>
                  </a:cubicBezTo>
                  <a:cubicBezTo>
                    <a:pt x="12" y="24"/>
                    <a:pt x="1" y="20"/>
                    <a:pt x="0" y="15"/>
                  </a:cubicBezTo>
                  <a:cubicBezTo>
                    <a:pt x="0" y="9"/>
                    <a:pt x="10" y="3"/>
                    <a:pt x="24" y="2"/>
                  </a:cubicBezTo>
                  <a:cubicBezTo>
                    <a:pt x="37" y="0"/>
                    <a:pt x="49" y="3"/>
                    <a:pt x="49" y="9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161">
              <a:extLst>
                <a:ext uri="{FF2B5EF4-FFF2-40B4-BE49-F238E27FC236}">
                  <a16:creationId xmlns:a16="http://schemas.microsoft.com/office/drawing/2014/main" id="{4AE64FE4-FAE7-4D11-99FD-DF56E59B9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30"/>
              <a:ext cx="72" cy="36"/>
            </a:xfrm>
            <a:custGeom>
              <a:avLst/>
              <a:gdLst>
                <a:gd name="T0" fmla="*/ 238 w 39"/>
                <a:gd name="T1" fmla="*/ 56 h 18"/>
                <a:gd name="T2" fmla="*/ 126 w 39"/>
                <a:gd name="T3" fmla="*/ 136 h 18"/>
                <a:gd name="T4" fmla="*/ 7 w 39"/>
                <a:gd name="T5" fmla="*/ 88 h 18"/>
                <a:gd name="T6" fmla="*/ 120 w 39"/>
                <a:gd name="T7" fmla="*/ 16 h 18"/>
                <a:gd name="T8" fmla="*/ 238 w 39"/>
                <a:gd name="T9" fmla="*/ 5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7"/>
                  </a:moveTo>
                  <a:cubicBezTo>
                    <a:pt x="39" y="11"/>
                    <a:pt x="31" y="15"/>
                    <a:pt x="20" y="17"/>
                  </a:cubicBezTo>
                  <a:cubicBezTo>
                    <a:pt x="10" y="18"/>
                    <a:pt x="1" y="15"/>
                    <a:pt x="1" y="11"/>
                  </a:cubicBezTo>
                  <a:cubicBezTo>
                    <a:pt x="0" y="7"/>
                    <a:pt x="8" y="3"/>
                    <a:pt x="19" y="2"/>
                  </a:cubicBezTo>
                  <a:cubicBezTo>
                    <a:pt x="29" y="0"/>
                    <a:pt x="38" y="3"/>
                    <a:pt x="38" y="7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162">
              <a:extLst>
                <a:ext uri="{FF2B5EF4-FFF2-40B4-BE49-F238E27FC236}">
                  <a16:creationId xmlns:a16="http://schemas.microsoft.com/office/drawing/2014/main" id="{DFF42776-FD63-45E2-8BBA-7E54BC9C8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16"/>
              <a:ext cx="126" cy="75"/>
            </a:xfrm>
            <a:custGeom>
              <a:avLst/>
              <a:gdLst>
                <a:gd name="T0" fmla="*/ 202 w 68"/>
                <a:gd name="T1" fmla="*/ 16 h 38"/>
                <a:gd name="T2" fmla="*/ 7 w 68"/>
                <a:gd name="T3" fmla="*/ 160 h 38"/>
                <a:gd name="T4" fmla="*/ 230 w 68"/>
                <a:gd name="T5" fmla="*/ 268 h 38"/>
                <a:gd name="T6" fmla="*/ 426 w 68"/>
                <a:gd name="T7" fmla="*/ 101 h 38"/>
                <a:gd name="T8" fmla="*/ 202 w 68"/>
                <a:gd name="T9" fmla="*/ 1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8">
                  <a:moveTo>
                    <a:pt x="32" y="2"/>
                  </a:moveTo>
                  <a:cubicBezTo>
                    <a:pt x="14" y="5"/>
                    <a:pt x="0" y="13"/>
                    <a:pt x="1" y="21"/>
                  </a:cubicBezTo>
                  <a:cubicBezTo>
                    <a:pt x="3" y="35"/>
                    <a:pt x="18" y="38"/>
                    <a:pt x="36" y="35"/>
                  </a:cubicBezTo>
                  <a:cubicBezTo>
                    <a:pt x="54" y="33"/>
                    <a:pt x="68" y="27"/>
                    <a:pt x="67" y="13"/>
                  </a:cubicBezTo>
                  <a:cubicBezTo>
                    <a:pt x="66" y="5"/>
                    <a:pt x="50" y="0"/>
                    <a:pt x="32" y="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163">
              <a:extLst>
                <a:ext uri="{FF2B5EF4-FFF2-40B4-BE49-F238E27FC236}">
                  <a16:creationId xmlns:a16="http://schemas.microsoft.com/office/drawing/2014/main" id="{17F75DF8-2BB5-4A4D-8BA3-93AB4E37B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860"/>
              <a:ext cx="126" cy="71"/>
            </a:xfrm>
            <a:custGeom>
              <a:avLst/>
              <a:gdLst>
                <a:gd name="T0" fmla="*/ 426 w 68"/>
                <a:gd name="T1" fmla="*/ 85 h 36"/>
                <a:gd name="T2" fmla="*/ 230 w 68"/>
                <a:gd name="T3" fmla="*/ 260 h 36"/>
                <a:gd name="T4" fmla="*/ 7 w 68"/>
                <a:gd name="T5" fmla="*/ 144 h 36"/>
                <a:gd name="T6" fmla="*/ 202 w 68"/>
                <a:gd name="T7" fmla="*/ 24 h 36"/>
                <a:gd name="T8" fmla="*/ 426 w 68"/>
                <a:gd name="T9" fmla="*/ 8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6">
                  <a:moveTo>
                    <a:pt x="67" y="11"/>
                  </a:moveTo>
                  <a:cubicBezTo>
                    <a:pt x="68" y="26"/>
                    <a:pt x="54" y="32"/>
                    <a:pt x="36" y="34"/>
                  </a:cubicBezTo>
                  <a:cubicBezTo>
                    <a:pt x="17" y="36"/>
                    <a:pt x="3" y="34"/>
                    <a:pt x="1" y="19"/>
                  </a:cubicBezTo>
                  <a:cubicBezTo>
                    <a:pt x="0" y="12"/>
                    <a:pt x="14" y="5"/>
                    <a:pt x="32" y="3"/>
                  </a:cubicBezTo>
                  <a:cubicBezTo>
                    <a:pt x="50" y="0"/>
                    <a:pt x="66" y="5"/>
                    <a:pt x="67" y="11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164">
              <a:extLst>
                <a:ext uri="{FF2B5EF4-FFF2-40B4-BE49-F238E27FC236}">
                  <a16:creationId xmlns:a16="http://schemas.microsoft.com/office/drawing/2014/main" id="{3E41F25E-283F-4163-8FE2-EC0D93DAB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858"/>
              <a:ext cx="124" cy="65"/>
            </a:xfrm>
            <a:custGeom>
              <a:avLst/>
              <a:gdLst>
                <a:gd name="T0" fmla="*/ 424 w 67"/>
                <a:gd name="T1" fmla="*/ 93 h 33"/>
                <a:gd name="T2" fmla="*/ 222 w 67"/>
                <a:gd name="T3" fmla="*/ 236 h 33"/>
                <a:gd name="T4" fmla="*/ 7 w 67"/>
                <a:gd name="T5" fmla="*/ 152 h 33"/>
                <a:gd name="T6" fmla="*/ 202 w 67"/>
                <a:gd name="T7" fmla="*/ 16 h 33"/>
                <a:gd name="T8" fmla="*/ 424 w 67"/>
                <a:gd name="T9" fmla="*/ 9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3">
                  <a:moveTo>
                    <a:pt x="67" y="12"/>
                  </a:moveTo>
                  <a:cubicBezTo>
                    <a:pt x="67" y="20"/>
                    <a:pt x="53" y="29"/>
                    <a:pt x="35" y="31"/>
                  </a:cubicBezTo>
                  <a:cubicBezTo>
                    <a:pt x="17" y="33"/>
                    <a:pt x="2" y="28"/>
                    <a:pt x="1" y="20"/>
                  </a:cubicBezTo>
                  <a:cubicBezTo>
                    <a:pt x="0" y="12"/>
                    <a:pt x="14" y="4"/>
                    <a:pt x="32" y="2"/>
                  </a:cubicBezTo>
                  <a:cubicBezTo>
                    <a:pt x="50" y="0"/>
                    <a:pt x="66" y="4"/>
                    <a:pt x="67" y="12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165">
              <a:extLst>
                <a:ext uri="{FF2B5EF4-FFF2-40B4-BE49-F238E27FC236}">
                  <a16:creationId xmlns:a16="http://schemas.microsoft.com/office/drawing/2014/main" id="{E5932506-F1DF-4639-AF12-362730BA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866"/>
              <a:ext cx="94" cy="47"/>
            </a:xfrm>
            <a:custGeom>
              <a:avLst/>
              <a:gdLst>
                <a:gd name="T0" fmla="*/ 313 w 51"/>
                <a:gd name="T1" fmla="*/ 69 h 24"/>
                <a:gd name="T2" fmla="*/ 170 w 51"/>
                <a:gd name="T3" fmla="*/ 165 h 24"/>
                <a:gd name="T4" fmla="*/ 7 w 51"/>
                <a:gd name="T5" fmla="*/ 112 h 24"/>
                <a:gd name="T6" fmla="*/ 149 w 51"/>
                <a:gd name="T7" fmla="*/ 16 h 24"/>
                <a:gd name="T8" fmla="*/ 313 w 51"/>
                <a:gd name="T9" fmla="*/ 6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4">
                  <a:moveTo>
                    <a:pt x="50" y="9"/>
                  </a:moveTo>
                  <a:cubicBezTo>
                    <a:pt x="51" y="15"/>
                    <a:pt x="40" y="21"/>
                    <a:pt x="27" y="22"/>
                  </a:cubicBezTo>
                  <a:cubicBezTo>
                    <a:pt x="13" y="24"/>
                    <a:pt x="2" y="21"/>
                    <a:pt x="1" y="15"/>
                  </a:cubicBezTo>
                  <a:cubicBezTo>
                    <a:pt x="0" y="9"/>
                    <a:pt x="11" y="4"/>
                    <a:pt x="24" y="2"/>
                  </a:cubicBezTo>
                  <a:cubicBezTo>
                    <a:pt x="38" y="0"/>
                    <a:pt x="49" y="4"/>
                    <a:pt x="50" y="9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166">
              <a:extLst>
                <a:ext uri="{FF2B5EF4-FFF2-40B4-BE49-F238E27FC236}">
                  <a16:creationId xmlns:a16="http://schemas.microsoft.com/office/drawing/2014/main" id="{79BF9CA5-C7F0-4608-BA4C-023997901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871"/>
              <a:ext cx="72" cy="34"/>
            </a:xfrm>
            <a:custGeom>
              <a:avLst/>
              <a:gdLst>
                <a:gd name="T0" fmla="*/ 238 w 39"/>
                <a:gd name="T1" fmla="*/ 48 h 17"/>
                <a:gd name="T2" fmla="*/ 126 w 39"/>
                <a:gd name="T3" fmla="*/ 128 h 17"/>
                <a:gd name="T4" fmla="*/ 0 w 39"/>
                <a:gd name="T5" fmla="*/ 88 h 17"/>
                <a:gd name="T6" fmla="*/ 113 w 39"/>
                <a:gd name="T7" fmla="*/ 8 h 17"/>
                <a:gd name="T8" fmla="*/ 238 w 39"/>
                <a:gd name="T9" fmla="*/ 4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7">
                  <a:moveTo>
                    <a:pt x="38" y="6"/>
                  </a:moveTo>
                  <a:cubicBezTo>
                    <a:pt x="39" y="10"/>
                    <a:pt x="31" y="15"/>
                    <a:pt x="20" y="16"/>
                  </a:cubicBezTo>
                  <a:cubicBezTo>
                    <a:pt x="10" y="17"/>
                    <a:pt x="1" y="15"/>
                    <a:pt x="0" y="11"/>
                  </a:cubicBezTo>
                  <a:cubicBezTo>
                    <a:pt x="0" y="6"/>
                    <a:pt x="8" y="2"/>
                    <a:pt x="18" y="1"/>
                  </a:cubicBezTo>
                  <a:cubicBezTo>
                    <a:pt x="29" y="0"/>
                    <a:pt x="38" y="2"/>
                    <a:pt x="38" y="6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167">
              <a:extLst>
                <a:ext uri="{FF2B5EF4-FFF2-40B4-BE49-F238E27FC236}">
                  <a16:creationId xmlns:a16="http://schemas.microsoft.com/office/drawing/2014/main" id="{6039F227-3F73-466D-9FF7-25E5D110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858"/>
              <a:ext cx="126" cy="73"/>
            </a:xfrm>
            <a:custGeom>
              <a:avLst/>
              <a:gdLst>
                <a:gd name="T0" fmla="*/ 202 w 68"/>
                <a:gd name="T1" fmla="*/ 16 h 37"/>
                <a:gd name="T2" fmla="*/ 7 w 68"/>
                <a:gd name="T3" fmla="*/ 152 h 37"/>
                <a:gd name="T4" fmla="*/ 230 w 68"/>
                <a:gd name="T5" fmla="*/ 268 h 37"/>
                <a:gd name="T6" fmla="*/ 426 w 68"/>
                <a:gd name="T7" fmla="*/ 93 h 37"/>
                <a:gd name="T8" fmla="*/ 202 w 68"/>
                <a:gd name="T9" fmla="*/ 1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7">
                  <a:moveTo>
                    <a:pt x="32" y="2"/>
                  </a:moveTo>
                  <a:cubicBezTo>
                    <a:pt x="14" y="4"/>
                    <a:pt x="0" y="12"/>
                    <a:pt x="1" y="20"/>
                  </a:cubicBezTo>
                  <a:cubicBezTo>
                    <a:pt x="3" y="35"/>
                    <a:pt x="17" y="37"/>
                    <a:pt x="36" y="35"/>
                  </a:cubicBezTo>
                  <a:cubicBezTo>
                    <a:pt x="54" y="33"/>
                    <a:pt x="68" y="27"/>
                    <a:pt x="67" y="12"/>
                  </a:cubicBezTo>
                  <a:cubicBezTo>
                    <a:pt x="66" y="4"/>
                    <a:pt x="50" y="0"/>
                    <a:pt x="32" y="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168">
              <a:extLst>
                <a:ext uri="{FF2B5EF4-FFF2-40B4-BE49-F238E27FC236}">
                  <a16:creationId xmlns:a16="http://schemas.microsoft.com/office/drawing/2014/main" id="{A1F6EF55-81F4-49DE-A7F7-C6F08F745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826"/>
              <a:ext cx="126" cy="69"/>
            </a:xfrm>
            <a:custGeom>
              <a:avLst/>
              <a:gdLst>
                <a:gd name="T0" fmla="*/ 419 w 68"/>
                <a:gd name="T1" fmla="*/ 85 h 35"/>
                <a:gd name="T2" fmla="*/ 222 w 68"/>
                <a:gd name="T3" fmla="*/ 252 h 35"/>
                <a:gd name="T4" fmla="*/ 7 w 68"/>
                <a:gd name="T5" fmla="*/ 144 h 35"/>
                <a:gd name="T6" fmla="*/ 202 w 68"/>
                <a:gd name="T7" fmla="*/ 16 h 35"/>
                <a:gd name="T8" fmla="*/ 419 w 68"/>
                <a:gd name="T9" fmla="*/ 8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5">
                  <a:moveTo>
                    <a:pt x="66" y="11"/>
                  </a:moveTo>
                  <a:cubicBezTo>
                    <a:pt x="68" y="25"/>
                    <a:pt x="54" y="31"/>
                    <a:pt x="35" y="33"/>
                  </a:cubicBezTo>
                  <a:cubicBezTo>
                    <a:pt x="17" y="35"/>
                    <a:pt x="2" y="33"/>
                    <a:pt x="1" y="19"/>
                  </a:cubicBezTo>
                  <a:cubicBezTo>
                    <a:pt x="0" y="12"/>
                    <a:pt x="14" y="4"/>
                    <a:pt x="32" y="2"/>
                  </a:cubicBezTo>
                  <a:cubicBezTo>
                    <a:pt x="50" y="0"/>
                    <a:pt x="65" y="4"/>
                    <a:pt x="66" y="11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169">
              <a:extLst>
                <a:ext uri="{FF2B5EF4-FFF2-40B4-BE49-F238E27FC236}">
                  <a16:creationId xmlns:a16="http://schemas.microsoft.com/office/drawing/2014/main" id="{89F94607-6FC4-427B-9DB1-DA85DFB26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822"/>
              <a:ext cx="124" cy="65"/>
            </a:xfrm>
            <a:custGeom>
              <a:avLst/>
              <a:gdLst>
                <a:gd name="T0" fmla="*/ 418 w 67"/>
                <a:gd name="T1" fmla="*/ 100 h 33"/>
                <a:gd name="T2" fmla="*/ 222 w 67"/>
                <a:gd name="T3" fmla="*/ 236 h 33"/>
                <a:gd name="T4" fmla="*/ 7 w 67"/>
                <a:gd name="T5" fmla="*/ 160 h 33"/>
                <a:gd name="T6" fmla="*/ 202 w 67"/>
                <a:gd name="T7" fmla="*/ 16 h 33"/>
                <a:gd name="T8" fmla="*/ 418 w 67"/>
                <a:gd name="T9" fmla="*/ 10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3">
                  <a:moveTo>
                    <a:pt x="66" y="13"/>
                  </a:moveTo>
                  <a:cubicBezTo>
                    <a:pt x="67" y="21"/>
                    <a:pt x="53" y="29"/>
                    <a:pt x="35" y="31"/>
                  </a:cubicBezTo>
                  <a:cubicBezTo>
                    <a:pt x="17" y="33"/>
                    <a:pt x="1" y="29"/>
                    <a:pt x="1" y="21"/>
                  </a:cubicBezTo>
                  <a:cubicBezTo>
                    <a:pt x="0" y="13"/>
                    <a:pt x="14" y="4"/>
                    <a:pt x="32" y="2"/>
                  </a:cubicBezTo>
                  <a:cubicBezTo>
                    <a:pt x="50" y="0"/>
                    <a:pt x="65" y="5"/>
                    <a:pt x="66" y="13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170">
              <a:extLst>
                <a:ext uri="{FF2B5EF4-FFF2-40B4-BE49-F238E27FC236}">
                  <a16:creationId xmlns:a16="http://schemas.microsoft.com/office/drawing/2014/main" id="{9F39B6B9-3EDB-4BCF-98D0-EB2E64FD6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832"/>
              <a:ext cx="93" cy="45"/>
            </a:xfrm>
            <a:custGeom>
              <a:avLst/>
              <a:gdLst>
                <a:gd name="T0" fmla="*/ 322 w 50"/>
                <a:gd name="T1" fmla="*/ 68 h 23"/>
                <a:gd name="T2" fmla="*/ 166 w 50"/>
                <a:gd name="T3" fmla="*/ 164 h 23"/>
                <a:gd name="T4" fmla="*/ 7 w 50"/>
                <a:gd name="T5" fmla="*/ 112 h 23"/>
                <a:gd name="T6" fmla="*/ 156 w 50"/>
                <a:gd name="T7" fmla="*/ 16 h 23"/>
                <a:gd name="T8" fmla="*/ 322 w 50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3">
                  <a:moveTo>
                    <a:pt x="50" y="9"/>
                  </a:moveTo>
                  <a:cubicBezTo>
                    <a:pt x="50" y="14"/>
                    <a:pt x="40" y="20"/>
                    <a:pt x="26" y="22"/>
                  </a:cubicBezTo>
                  <a:cubicBezTo>
                    <a:pt x="13" y="23"/>
                    <a:pt x="1" y="20"/>
                    <a:pt x="1" y="15"/>
                  </a:cubicBezTo>
                  <a:cubicBezTo>
                    <a:pt x="0" y="9"/>
                    <a:pt x="10" y="3"/>
                    <a:pt x="24" y="2"/>
                  </a:cubicBezTo>
                  <a:cubicBezTo>
                    <a:pt x="38" y="0"/>
                    <a:pt x="49" y="3"/>
                    <a:pt x="50" y="9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171">
              <a:extLst>
                <a:ext uri="{FF2B5EF4-FFF2-40B4-BE49-F238E27FC236}">
                  <a16:creationId xmlns:a16="http://schemas.microsoft.com/office/drawing/2014/main" id="{69A16FE9-8163-4F65-89CB-D87D4A851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836"/>
              <a:ext cx="70" cy="35"/>
            </a:xfrm>
            <a:custGeom>
              <a:avLst/>
              <a:gdLst>
                <a:gd name="T0" fmla="*/ 238 w 38"/>
                <a:gd name="T1" fmla="*/ 53 h 18"/>
                <a:gd name="T2" fmla="*/ 125 w 38"/>
                <a:gd name="T3" fmla="*/ 117 h 18"/>
                <a:gd name="T4" fmla="*/ 0 w 38"/>
                <a:gd name="T5" fmla="*/ 80 h 18"/>
                <a:gd name="T6" fmla="*/ 112 w 38"/>
                <a:gd name="T7" fmla="*/ 16 h 18"/>
                <a:gd name="T8" fmla="*/ 238 w 38"/>
                <a:gd name="T9" fmla="*/ 5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7"/>
                  </a:moveTo>
                  <a:cubicBezTo>
                    <a:pt x="38" y="11"/>
                    <a:pt x="30" y="15"/>
                    <a:pt x="20" y="16"/>
                  </a:cubicBezTo>
                  <a:cubicBezTo>
                    <a:pt x="9" y="18"/>
                    <a:pt x="1" y="15"/>
                    <a:pt x="0" y="11"/>
                  </a:cubicBezTo>
                  <a:cubicBezTo>
                    <a:pt x="0" y="7"/>
                    <a:pt x="8" y="3"/>
                    <a:pt x="18" y="2"/>
                  </a:cubicBezTo>
                  <a:cubicBezTo>
                    <a:pt x="29" y="0"/>
                    <a:pt x="37" y="3"/>
                    <a:pt x="38" y="7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172">
              <a:extLst>
                <a:ext uri="{FF2B5EF4-FFF2-40B4-BE49-F238E27FC236}">
                  <a16:creationId xmlns:a16="http://schemas.microsoft.com/office/drawing/2014/main" id="{FDAE1370-C1B8-49A8-AD61-E2BA32887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822"/>
              <a:ext cx="126" cy="73"/>
            </a:xfrm>
            <a:custGeom>
              <a:avLst/>
              <a:gdLst>
                <a:gd name="T0" fmla="*/ 202 w 68"/>
                <a:gd name="T1" fmla="*/ 16 h 37"/>
                <a:gd name="T2" fmla="*/ 7 w 68"/>
                <a:gd name="T3" fmla="*/ 160 h 37"/>
                <a:gd name="T4" fmla="*/ 222 w 68"/>
                <a:gd name="T5" fmla="*/ 268 h 37"/>
                <a:gd name="T6" fmla="*/ 419 w 68"/>
                <a:gd name="T7" fmla="*/ 101 h 37"/>
                <a:gd name="T8" fmla="*/ 202 w 68"/>
                <a:gd name="T9" fmla="*/ 1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7">
                  <a:moveTo>
                    <a:pt x="32" y="2"/>
                  </a:moveTo>
                  <a:cubicBezTo>
                    <a:pt x="14" y="4"/>
                    <a:pt x="0" y="13"/>
                    <a:pt x="1" y="21"/>
                  </a:cubicBezTo>
                  <a:cubicBezTo>
                    <a:pt x="2" y="35"/>
                    <a:pt x="17" y="37"/>
                    <a:pt x="35" y="35"/>
                  </a:cubicBezTo>
                  <a:cubicBezTo>
                    <a:pt x="54" y="33"/>
                    <a:pt x="68" y="27"/>
                    <a:pt x="66" y="13"/>
                  </a:cubicBezTo>
                  <a:cubicBezTo>
                    <a:pt x="65" y="5"/>
                    <a:pt x="50" y="0"/>
                    <a:pt x="32" y="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173">
              <a:extLst>
                <a:ext uri="{FF2B5EF4-FFF2-40B4-BE49-F238E27FC236}">
                  <a16:creationId xmlns:a16="http://schemas.microsoft.com/office/drawing/2014/main" id="{9D1B09B3-7DDF-4374-9153-7FF0671F9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875"/>
              <a:ext cx="144" cy="81"/>
            </a:xfrm>
            <a:custGeom>
              <a:avLst/>
              <a:gdLst>
                <a:gd name="T0" fmla="*/ 476 w 78"/>
                <a:gd name="T1" fmla="*/ 101 h 41"/>
                <a:gd name="T2" fmla="*/ 258 w 78"/>
                <a:gd name="T3" fmla="*/ 292 h 41"/>
                <a:gd name="T4" fmla="*/ 0 w 78"/>
                <a:gd name="T5" fmla="*/ 160 h 41"/>
                <a:gd name="T6" fmla="*/ 225 w 78"/>
                <a:gd name="T7" fmla="*/ 16 h 41"/>
                <a:gd name="T8" fmla="*/ 476 w 78"/>
                <a:gd name="T9" fmla="*/ 1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1">
                  <a:moveTo>
                    <a:pt x="76" y="13"/>
                  </a:moveTo>
                  <a:cubicBezTo>
                    <a:pt x="78" y="29"/>
                    <a:pt x="62" y="36"/>
                    <a:pt x="41" y="38"/>
                  </a:cubicBezTo>
                  <a:cubicBezTo>
                    <a:pt x="20" y="41"/>
                    <a:pt x="2" y="38"/>
                    <a:pt x="0" y="21"/>
                  </a:cubicBezTo>
                  <a:cubicBezTo>
                    <a:pt x="0" y="13"/>
                    <a:pt x="15" y="5"/>
                    <a:pt x="36" y="2"/>
                  </a:cubicBezTo>
                  <a:cubicBezTo>
                    <a:pt x="57" y="0"/>
                    <a:pt x="75" y="5"/>
                    <a:pt x="76" y="13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174">
              <a:extLst>
                <a:ext uri="{FF2B5EF4-FFF2-40B4-BE49-F238E27FC236}">
                  <a16:creationId xmlns:a16="http://schemas.microsoft.com/office/drawing/2014/main" id="{20E28228-1C73-426A-9CA4-21EB7ACA5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871"/>
              <a:ext cx="144" cy="75"/>
            </a:xfrm>
            <a:custGeom>
              <a:avLst/>
              <a:gdLst>
                <a:gd name="T0" fmla="*/ 484 w 78"/>
                <a:gd name="T1" fmla="*/ 116 h 38"/>
                <a:gd name="T2" fmla="*/ 258 w 78"/>
                <a:gd name="T3" fmla="*/ 276 h 38"/>
                <a:gd name="T4" fmla="*/ 7 w 78"/>
                <a:gd name="T5" fmla="*/ 176 h 38"/>
                <a:gd name="T6" fmla="*/ 233 w 78"/>
                <a:gd name="T7" fmla="*/ 16 h 38"/>
                <a:gd name="T8" fmla="*/ 484 w 78"/>
                <a:gd name="T9" fmla="*/ 11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8">
                  <a:moveTo>
                    <a:pt x="77" y="15"/>
                  </a:moveTo>
                  <a:cubicBezTo>
                    <a:pt x="78" y="24"/>
                    <a:pt x="62" y="33"/>
                    <a:pt x="41" y="36"/>
                  </a:cubicBezTo>
                  <a:cubicBezTo>
                    <a:pt x="20" y="38"/>
                    <a:pt x="3" y="32"/>
                    <a:pt x="1" y="23"/>
                  </a:cubicBezTo>
                  <a:cubicBezTo>
                    <a:pt x="0" y="14"/>
                    <a:pt x="17" y="5"/>
                    <a:pt x="37" y="2"/>
                  </a:cubicBezTo>
                  <a:cubicBezTo>
                    <a:pt x="58" y="0"/>
                    <a:pt x="76" y="5"/>
                    <a:pt x="77" y="15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175">
              <a:extLst>
                <a:ext uri="{FF2B5EF4-FFF2-40B4-BE49-F238E27FC236}">
                  <a16:creationId xmlns:a16="http://schemas.microsoft.com/office/drawing/2014/main" id="{49C21630-11BE-4157-A5BC-6E0C1834C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881"/>
              <a:ext cx="107" cy="54"/>
            </a:xfrm>
            <a:custGeom>
              <a:avLst/>
              <a:gdLst>
                <a:gd name="T0" fmla="*/ 358 w 58"/>
                <a:gd name="T1" fmla="*/ 80 h 27"/>
                <a:gd name="T2" fmla="*/ 194 w 58"/>
                <a:gd name="T3" fmla="*/ 200 h 27"/>
                <a:gd name="T4" fmla="*/ 7 w 58"/>
                <a:gd name="T5" fmla="*/ 136 h 27"/>
                <a:gd name="T6" fmla="*/ 177 w 58"/>
                <a:gd name="T7" fmla="*/ 16 h 27"/>
                <a:gd name="T8" fmla="*/ 358 w 58"/>
                <a:gd name="T9" fmla="*/ 8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7">
                  <a:moveTo>
                    <a:pt x="57" y="10"/>
                  </a:moveTo>
                  <a:cubicBezTo>
                    <a:pt x="58" y="17"/>
                    <a:pt x="46" y="24"/>
                    <a:pt x="31" y="25"/>
                  </a:cubicBezTo>
                  <a:cubicBezTo>
                    <a:pt x="15" y="27"/>
                    <a:pt x="2" y="23"/>
                    <a:pt x="1" y="17"/>
                  </a:cubicBezTo>
                  <a:cubicBezTo>
                    <a:pt x="0" y="11"/>
                    <a:pt x="12" y="4"/>
                    <a:pt x="28" y="2"/>
                  </a:cubicBezTo>
                  <a:cubicBezTo>
                    <a:pt x="43" y="0"/>
                    <a:pt x="57" y="4"/>
                    <a:pt x="57" y="10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176">
              <a:extLst>
                <a:ext uri="{FF2B5EF4-FFF2-40B4-BE49-F238E27FC236}">
                  <a16:creationId xmlns:a16="http://schemas.microsoft.com/office/drawing/2014/main" id="{DB3A1731-A869-450B-AE5B-5147BBE85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887"/>
              <a:ext cx="81" cy="40"/>
            </a:xfrm>
            <a:custGeom>
              <a:avLst/>
              <a:gdLst>
                <a:gd name="T0" fmla="*/ 274 w 44"/>
                <a:gd name="T1" fmla="*/ 56 h 20"/>
                <a:gd name="T2" fmla="*/ 142 w 44"/>
                <a:gd name="T3" fmla="*/ 152 h 20"/>
                <a:gd name="T4" fmla="*/ 0 w 44"/>
                <a:gd name="T5" fmla="*/ 96 h 20"/>
                <a:gd name="T6" fmla="*/ 133 w 44"/>
                <a:gd name="T7" fmla="*/ 8 h 20"/>
                <a:gd name="T8" fmla="*/ 274 w 44"/>
                <a:gd name="T9" fmla="*/ 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0">
                  <a:moveTo>
                    <a:pt x="44" y="7"/>
                  </a:moveTo>
                  <a:cubicBezTo>
                    <a:pt x="44" y="12"/>
                    <a:pt x="35" y="17"/>
                    <a:pt x="23" y="19"/>
                  </a:cubicBezTo>
                  <a:cubicBezTo>
                    <a:pt x="11" y="20"/>
                    <a:pt x="1" y="17"/>
                    <a:pt x="0" y="12"/>
                  </a:cubicBezTo>
                  <a:cubicBezTo>
                    <a:pt x="0" y="8"/>
                    <a:pt x="9" y="3"/>
                    <a:pt x="21" y="1"/>
                  </a:cubicBezTo>
                  <a:cubicBezTo>
                    <a:pt x="33" y="0"/>
                    <a:pt x="43" y="3"/>
                    <a:pt x="44" y="7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177">
              <a:extLst>
                <a:ext uri="{FF2B5EF4-FFF2-40B4-BE49-F238E27FC236}">
                  <a16:creationId xmlns:a16="http://schemas.microsoft.com/office/drawing/2014/main" id="{110F138F-85B2-434D-9F24-1C7879A17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871"/>
              <a:ext cx="146" cy="85"/>
            </a:xfrm>
            <a:custGeom>
              <a:avLst/>
              <a:gdLst>
                <a:gd name="T0" fmla="*/ 233 w 79"/>
                <a:gd name="T1" fmla="*/ 16 h 43"/>
                <a:gd name="T2" fmla="*/ 7 w 79"/>
                <a:gd name="T3" fmla="*/ 176 h 43"/>
                <a:gd name="T4" fmla="*/ 266 w 79"/>
                <a:gd name="T5" fmla="*/ 308 h 43"/>
                <a:gd name="T6" fmla="*/ 484 w 79"/>
                <a:gd name="T7" fmla="*/ 117 h 43"/>
                <a:gd name="T8" fmla="*/ 233 w 79"/>
                <a:gd name="T9" fmla="*/ 1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3">
                  <a:moveTo>
                    <a:pt x="37" y="2"/>
                  </a:moveTo>
                  <a:cubicBezTo>
                    <a:pt x="17" y="5"/>
                    <a:pt x="0" y="14"/>
                    <a:pt x="1" y="23"/>
                  </a:cubicBezTo>
                  <a:cubicBezTo>
                    <a:pt x="3" y="40"/>
                    <a:pt x="21" y="43"/>
                    <a:pt x="42" y="40"/>
                  </a:cubicBezTo>
                  <a:cubicBezTo>
                    <a:pt x="63" y="38"/>
                    <a:pt x="79" y="31"/>
                    <a:pt x="77" y="15"/>
                  </a:cubicBezTo>
                  <a:cubicBezTo>
                    <a:pt x="76" y="5"/>
                    <a:pt x="58" y="0"/>
                    <a:pt x="37" y="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178">
              <a:extLst>
                <a:ext uri="{FF2B5EF4-FFF2-40B4-BE49-F238E27FC236}">
                  <a16:creationId xmlns:a16="http://schemas.microsoft.com/office/drawing/2014/main" id="{4671D44A-E011-4DDF-8BB0-B476B6561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858"/>
              <a:ext cx="146" cy="82"/>
            </a:xfrm>
            <a:custGeom>
              <a:avLst/>
              <a:gdLst>
                <a:gd name="T0" fmla="*/ 492 w 79"/>
                <a:gd name="T1" fmla="*/ 172 h 42"/>
                <a:gd name="T2" fmla="*/ 233 w 79"/>
                <a:gd name="T3" fmla="*/ 281 h 42"/>
                <a:gd name="T4" fmla="*/ 13 w 79"/>
                <a:gd name="T5" fmla="*/ 88 h 42"/>
                <a:gd name="T6" fmla="*/ 266 w 79"/>
                <a:gd name="T7" fmla="*/ 23 h 42"/>
                <a:gd name="T8" fmla="*/ 492 w 79"/>
                <a:gd name="T9" fmla="*/ 17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2">
                  <a:moveTo>
                    <a:pt x="78" y="23"/>
                  </a:moveTo>
                  <a:cubicBezTo>
                    <a:pt x="75" y="39"/>
                    <a:pt x="58" y="42"/>
                    <a:pt x="37" y="38"/>
                  </a:cubicBezTo>
                  <a:cubicBezTo>
                    <a:pt x="16" y="35"/>
                    <a:pt x="0" y="29"/>
                    <a:pt x="2" y="12"/>
                  </a:cubicBezTo>
                  <a:cubicBezTo>
                    <a:pt x="4" y="4"/>
                    <a:pt x="21" y="0"/>
                    <a:pt x="42" y="3"/>
                  </a:cubicBezTo>
                  <a:cubicBezTo>
                    <a:pt x="63" y="6"/>
                    <a:pt x="79" y="15"/>
                    <a:pt x="78" y="23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179">
              <a:extLst>
                <a:ext uri="{FF2B5EF4-FFF2-40B4-BE49-F238E27FC236}">
                  <a16:creationId xmlns:a16="http://schemas.microsoft.com/office/drawing/2014/main" id="{AA96B6A7-A2B9-4B2F-82D9-6C2A9F0E6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854"/>
              <a:ext cx="144" cy="77"/>
            </a:xfrm>
            <a:custGeom>
              <a:avLst/>
              <a:gdLst>
                <a:gd name="T0" fmla="*/ 484 w 78"/>
                <a:gd name="T1" fmla="*/ 192 h 39"/>
                <a:gd name="T2" fmla="*/ 233 w 78"/>
                <a:gd name="T3" fmla="*/ 276 h 39"/>
                <a:gd name="T4" fmla="*/ 7 w 78"/>
                <a:gd name="T5" fmla="*/ 109 h 39"/>
                <a:gd name="T6" fmla="*/ 266 w 78"/>
                <a:gd name="T7" fmla="*/ 24 h 39"/>
                <a:gd name="T8" fmla="*/ 484 w 78"/>
                <a:gd name="T9" fmla="*/ 19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9">
                  <a:moveTo>
                    <a:pt x="77" y="25"/>
                  </a:moveTo>
                  <a:cubicBezTo>
                    <a:pt x="76" y="34"/>
                    <a:pt x="58" y="39"/>
                    <a:pt x="37" y="36"/>
                  </a:cubicBezTo>
                  <a:cubicBezTo>
                    <a:pt x="16" y="33"/>
                    <a:pt x="0" y="23"/>
                    <a:pt x="1" y="14"/>
                  </a:cubicBezTo>
                  <a:cubicBezTo>
                    <a:pt x="3" y="5"/>
                    <a:pt x="21" y="0"/>
                    <a:pt x="42" y="3"/>
                  </a:cubicBezTo>
                  <a:cubicBezTo>
                    <a:pt x="62" y="6"/>
                    <a:pt x="78" y="16"/>
                    <a:pt x="77" y="25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180">
              <a:extLst>
                <a:ext uri="{FF2B5EF4-FFF2-40B4-BE49-F238E27FC236}">
                  <a16:creationId xmlns:a16="http://schemas.microsoft.com/office/drawing/2014/main" id="{313F9708-34E4-4D94-8AF6-E33A6775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864"/>
              <a:ext cx="107" cy="55"/>
            </a:xfrm>
            <a:custGeom>
              <a:avLst/>
              <a:gdLst>
                <a:gd name="T0" fmla="*/ 358 w 58"/>
                <a:gd name="T1" fmla="*/ 136 h 28"/>
                <a:gd name="T2" fmla="*/ 170 w 58"/>
                <a:gd name="T3" fmla="*/ 196 h 28"/>
                <a:gd name="T4" fmla="*/ 7 w 58"/>
                <a:gd name="T5" fmla="*/ 77 h 28"/>
                <a:gd name="T6" fmla="*/ 194 w 58"/>
                <a:gd name="T7" fmla="*/ 16 h 28"/>
                <a:gd name="T8" fmla="*/ 358 w 58"/>
                <a:gd name="T9" fmla="*/ 13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8">
                  <a:moveTo>
                    <a:pt x="57" y="18"/>
                  </a:moveTo>
                  <a:cubicBezTo>
                    <a:pt x="56" y="25"/>
                    <a:pt x="43" y="28"/>
                    <a:pt x="27" y="26"/>
                  </a:cubicBezTo>
                  <a:cubicBezTo>
                    <a:pt x="12" y="23"/>
                    <a:pt x="0" y="16"/>
                    <a:pt x="1" y="10"/>
                  </a:cubicBezTo>
                  <a:cubicBezTo>
                    <a:pt x="2" y="3"/>
                    <a:pt x="15" y="0"/>
                    <a:pt x="31" y="2"/>
                  </a:cubicBezTo>
                  <a:cubicBezTo>
                    <a:pt x="46" y="5"/>
                    <a:pt x="58" y="12"/>
                    <a:pt x="57" y="18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181">
              <a:extLst>
                <a:ext uri="{FF2B5EF4-FFF2-40B4-BE49-F238E27FC236}">
                  <a16:creationId xmlns:a16="http://schemas.microsoft.com/office/drawing/2014/main" id="{6DFBB9A2-3366-449E-8EAC-A3D7B9AE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69"/>
              <a:ext cx="81" cy="40"/>
            </a:xfrm>
            <a:custGeom>
              <a:avLst/>
              <a:gdLst>
                <a:gd name="T0" fmla="*/ 274 w 44"/>
                <a:gd name="T1" fmla="*/ 104 h 20"/>
                <a:gd name="T2" fmla="*/ 133 w 44"/>
                <a:gd name="T3" fmla="*/ 152 h 20"/>
                <a:gd name="T4" fmla="*/ 0 w 44"/>
                <a:gd name="T5" fmla="*/ 56 h 20"/>
                <a:gd name="T6" fmla="*/ 142 w 44"/>
                <a:gd name="T7" fmla="*/ 16 h 20"/>
                <a:gd name="T8" fmla="*/ 274 w 44"/>
                <a:gd name="T9" fmla="*/ 10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0">
                  <a:moveTo>
                    <a:pt x="44" y="13"/>
                  </a:moveTo>
                  <a:cubicBezTo>
                    <a:pt x="43" y="18"/>
                    <a:pt x="33" y="20"/>
                    <a:pt x="21" y="19"/>
                  </a:cubicBezTo>
                  <a:cubicBezTo>
                    <a:pt x="9" y="17"/>
                    <a:pt x="0" y="12"/>
                    <a:pt x="0" y="7"/>
                  </a:cubicBezTo>
                  <a:cubicBezTo>
                    <a:pt x="1" y="2"/>
                    <a:pt x="11" y="0"/>
                    <a:pt x="23" y="2"/>
                  </a:cubicBezTo>
                  <a:cubicBezTo>
                    <a:pt x="35" y="3"/>
                    <a:pt x="44" y="9"/>
                    <a:pt x="44" y="13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182">
              <a:extLst>
                <a:ext uri="{FF2B5EF4-FFF2-40B4-BE49-F238E27FC236}">
                  <a16:creationId xmlns:a16="http://schemas.microsoft.com/office/drawing/2014/main" id="{DD5F927E-A2C7-41B9-BAEF-7058E91A0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854"/>
              <a:ext cx="146" cy="86"/>
            </a:xfrm>
            <a:custGeom>
              <a:avLst/>
              <a:gdLst>
                <a:gd name="T0" fmla="*/ 270 w 79"/>
                <a:gd name="T1" fmla="*/ 23 h 44"/>
                <a:gd name="T2" fmla="*/ 13 w 79"/>
                <a:gd name="T3" fmla="*/ 104 h 44"/>
                <a:gd name="T4" fmla="*/ 233 w 79"/>
                <a:gd name="T5" fmla="*/ 297 h 44"/>
                <a:gd name="T6" fmla="*/ 492 w 79"/>
                <a:gd name="T7" fmla="*/ 188 h 44"/>
                <a:gd name="T8" fmla="*/ 270 w 79"/>
                <a:gd name="T9" fmla="*/ 2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4">
                  <a:moveTo>
                    <a:pt x="43" y="3"/>
                  </a:moveTo>
                  <a:cubicBezTo>
                    <a:pt x="22" y="0"/>
                    <a:pt x="4" y="5"/>
                    <a:pt x="2" y="14"/>
                  </a:cubicBezTo>
                  <a:cubicBezTo>
                    <a:pt x="0" y="31"/>
                    <a:pt x="16" y="37"/>
                    <a:pt x="37" y="40"/>
                  </a:cubicBezTo>
                  <a:cubicBezTo>
                    <a:pt x="58" y="44"/>
                    <a:pt x="75" y="41"/>
                    <a:pt x="78" y="25"/>
                  </a:cubicBezTo>
                  <a:cubicBezTo>
                    <a:pt x="79" y="16"/>
                    <a:pt x="63" y="6"/>
                    <a:pt x="43" y="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183">
              <a:extLst>
                <a:ext uri="{FF2B5EF4-FFF2-40B4-BE49-F238E27FC236}">
                  <a16:creationId xmlns:a16="http://schemas.microsoft.com/office/drawing/2014/main" id="{28DCF233-EAE1-40C6-8DA6-AABA1146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887"/>
              <a:ext cx="147" cy="81"/>
            </a:xfrm>
            <a:custGeom>
              <a:avLst/>
              <a:gdLst>
                <a:gd name="T0" fmla="*/ 495 w 79"/>
                <a:gd name="T1" fmla="*/ 93 h 41"/>
                <a:gd name="T2" fmla="*/ 270 w 79"/>
                <a:gd name="T3" fmla="*/ 300 h 41"/>
                <a:gd name="T4" fmla="*/ 7 w 79"/>
                <a:gd name="T5" fmla="*/ 168 h 41"/>
                <a:gd name="T6" fmla="*/ 238 w 79"/>
                <a:gd name="T7" fmla="*/ 24 h 41"/>
                <a:gd name="T8" fmla="*/ 495 w 79"/>
                <a:gd name="T9" fmla="*/ 9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1">
                  <a:moveTo>
                    <a:pt x="77" y="12"/>
                  </a:moveTo>
                  <a:cubicBezTo>
                    <a:pt x="79" y="28"/>
                    <a:pt x="63" y="36"/>
                    <a:pt x="42" y="39"/>
                  </a:cubicBezTo>
                  <a:cubicBezTo>
                    <a:pt x="21" y="41"/>
                    <a:pt x="4" y="39"/>
                    <a:pt x="1" y="22"/>
                  </a:cubicBezTo>
                  <a:cubicBezTo>
                    <a:pt x="0" y="14"/>
                    <a:pt x="16" y="5"/>
                    <a:pt x="37" y="3"/>
                  </a:cubicBezTo>
                  <a:cubicBezTo>
                    <a:pt x="58" y="0"/>
                    <a:pt x="76" y="5"/>
                    <a:pt x="77" y="12"/>
                  </a:cubicBezTo>
                  <a:close/>
                </a:path>
              </a:pathLst>
            </a:custGeom>
            <a:solidFill>
              <a:srgbClr val="EB6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184">
              <a:extLst>
                <a:ext uri="{FF2B5EF4-FFF2-40B4-BE49-F238E27FC236}">
                  <a16:creationId xmlns:a16="http://schemas.microsoft.com/office/drawing/2014/main" id="{2882C11F-87D3-4B88-A88F-1C3BCD33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883"/>
              <a:ext cx="145" cy="77"/>
            </a:xfrm>
            <a:custGeom>
              <a:avLst/>
              <a:gdLst>
                <a:gd name="T0" fmla="*/ 494 w 78"/>
                <a:gd name="T1" fmla="*/ 109 h 39"/>
                <a:gd name="T2" fmla="*/ 262 w 78"/>
                <a:gd name="T3" fmla="*/ 276 h 39"/>
                <a:gd name="T4" fmla="*/ 7 w 78"/>
                <a:gd name="T5" fmla="*/ 184 h 39"/>
                <a:gd name="T6" fmla="*/ 238 w 78"/>
                <a:gd name="T7" fmla="*/ 24 h 39"/>
                <a:gd name="T8" fmla="*/ 494 w 78"/>
                <a:gd name="T9" fmla="*/ 10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9">
                  <a:moveTo>
                    <a:pt x="77" y="14"/>
                  </a:moveTo>
                  <a:cubicBezTo>
                    <a:pt x="78" y="23"/>
                    <a:pt x="62" y="33"/>
                    <a:pt x="41" y="36"/>
                  </a:cubicBezTo>
                  <a:cubicBezTo>
                    <a:pt x="21" y="39"/>
                    <a:pt x="3" y="33"/>
                    <a:pt x="1" y="24"/>
                  </a:cubicBezTo>
                  <a:cubicBezTo>
                    <a:pt x="0" y="15"/>
                    <a:pt x="16" y="5"/>
                    <a:pt x="37" y="3"/>
                  </a:cubicBezTo>
                  <a:cubicBezTo>
                    <a:pt x="58" y="0"/>
                    <a:pt x="76" y="5"/>
                    <a:pt x="77" y="14"/>
                  </a:cubicBezTo>
                  <a:close/>
                </a:path>
              </a:pathLst>
            </a:custGeom>
            <a:solidFill>
              <a:srgbClr val="F08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185">
              <a:extLst>
                <a:ext uri="{FF2B5EF4-FFF2-40B4-BE49-F238E27FC236}">
                  <a16:creationId xmlns:a16="http://schemas.microsoft.com/office/drawing/2014/main" id="{E85B286F-9044-49EA-833B-7DD6D733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893"/>
              <a:ext cx="107" cy="55"/>
            </a:xfrm>
            <a:custGeom>
              <a:avLst/>
              <a:gdLst>
                <a:gd name="T0" fmla="*/ 358 w 58"/>
                <a:gd name="T1" fmla="*/ 77 h 28"/>
                <a:gd name="T2" fmla="*/ 194 w 58"/>
                <a:gd name="T3" fmla="*/ 196 h 28"/>
                <a:gd name="T4" fmla="*/ 7 w 58"/>
                <a:gd name="T5" fmla="*/ 136 h 28"/>
                <a:gd name="T6" fmla="*/ 170 w 58"/>
                <a:gd name="T7" fmla="*/ 16 h 28"/>
                <a:gd name="T8" fmla="*/ 358 w 58"/>
                <a:gd name="T9" fmla="*/ 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8">
                  <a:moveTo>
                    <a:pt x="57" y="10"/>
                  </a:moveTo>
                  <a:cubicBezTo>
                    <a:pt x="58" y="17"/>
                    <a:pt x="46" y="24"/>
                    <a:pt x="31" y="26"/>
                  </a:cubicBezTo>
                  <a:cubicBezTo>
                    <a:pt x="15" y="28"/>
                    <a:pt x="2" y="24"/>
                    <a:pt x="1" y="18"/>
                  </a:cubicBezTo>
                  <a:cubicBezTo>
                    <a:pt x="0" y="11"/>
                    <a:pt x="12" y="5"/>
                    <a:pt x="27" y="2"/>
                  </a:cubicBezTo>
                  <a:cubicBezTo>
                    <a:pt x="43" y="0"/>
                    <a:pt x="56" y="4"/>
                    <a:pt x="57" y="10"/>
                  </a:cubicBezTo>
                  <a:close/>
                </a:path>
              </a:pathLst>
            </a:custGeom>
            <a:solidFill>
              <a:srgbClr val="F39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186">
              <a:extLst>
                <a:ext uri="{FF2B5EF4-FFF2-40B4-BE49-F238E27FC236}">
                  <a16:creationId xmlns:a16="http://schemas.microsoft.com/office/drawing/2014/main" id="{F9296429-0A84-4419-B89C-7E6EB6E82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899"/>
              <a:ext cx="83" cy="40"/>
            </a:xfrm>
            <a:custGeom>
              <a:avLst/>
              <a:gdLst>
                <a:gd name="T0" fmla="*/ 275 w 45"/>
                <a:gd name="T1" fmla="*/ 56 h 20"/>
                <a:gd name="T2" fmla="*/ 149 w 45"/>
                <a:gd name="T3" fmla="*/ 152 h 20"/>
                <a:gd name="T4" fmla="*/ 7 w 45"/>
                <a:gd name="T5" fmla="*/ 104 h 20"/>
                <a:gd name="T6" fmla="*/ 140 w 45"/>
                <a:gd name="T7" fmla="*/ 16 h 20"/>
                <a:gd name="T8" fmla="*/ 275 w 45"/>
                <a:gd name="T9" fmla="*/ 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0">
                  <a:moveTo>
                    <a:pt x="44" y="7"/>
                  </a:moveTo>
                  <a:cubicBezTo>
                    <a:pt x="45" y="12"/>
                    <a:pt x="36" y="17"/>
                    <a:pt x="24" y="19"/>
                  </a:cubicBezTo>
                  <a:cubicBezTo>
                    <a:pt x="12" y="20"/>
                    <a:pt x="2" y="18"/>
                    <a:pt x="1" y="13"/>
                  </a:cubicBezTo>
                  <a:cubicBezTo>
                    <a:pt x="0" y="8"/>
                    <a:pt x="10" y="3"/>
                    <a:pt x="22" y="2"/>
                  </a:cubicBezTo>
                  <a:cubicBezTo>
                    <a:pt x="34" y="0"/>
                    <a:pt x="44" y="3"/>
                    <a:pt x="44" y="7"/>
                  </a:cubicBezTo>
                  <a:close/>
                </a:path>
              </a:pathLst>
            </a:custGeom>
            <a:solidFill>
              <a:srgbClr val="F8B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187">
              <a:extLst>
                <a:ext uri="{FF2B5EF4-FFF2-40B4-BE49-F238E27FC236}">
                  <a16:creationId xmlns:a16="http://schemas.microsoft.com/office/drawing/2014/main" id="{DCA07E47-BA5C-4B44-BD53-808C40E7E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883"/>
              <a:ext cx="147" cy="85"/>
            </a:xfrm>
            <a:custGeom>
              <a:avLst/>
              <a:gdLst>
                <a:gd name="T0" fmla="*/ 238 w 79"/>
                <a:gd name="T1" fmla="*/ 24 h 43"/>
                <a:gd name="T2" fmla="*/ 7 w 79"/>
                <a:gd name="T3" fmla="*/ 184 h 43"/>
                <a:gd name="T4" fmla="*/ 270 w 79"/>
                <a:gd name="T5" fmla="*/ 316 h 43"/>
                <a:gd name="T6" fmla="*/ 495 w 79"/>
                <a:gd name="T7" fmla="*/ 109 h 43"/>
                <a:gd name="T8" fmla="*/ 238 w 79"/>
                <a:gd name="T9" fmla="*/ 2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3">
                  <a:moveTo>
                    <a:pt x="37" y="3"/>
                  </a:moveTo>
                  <a:cubicBezTo>
                    <a:pt x="16" y="5"/>
                    <a:pt x="0" y="15"/>
                    <a:pt x="1" y="24"/>
                  </a:cubicBezTo>
                  <a:cubicBezTo>
                    <a:pt x="4" y="41"/>
                    <a:pt x="21" y="43"/>
                    <a:pt x="42" y="41"/>
                  </a:cubicBezTo>
                  <a:cubicBezTo>
                    <a:pt x="63" y="38"/>
                    <a:pt x="79" y="30"/>
                    <a:pt x="77" y="14"/>
                  </a:cubicBezTo>
                  <a:cubicBezTo>
                    <a:pt x="76" y="5"/>
                    <a:pt x="58" y="0"/>
                    <a:pt x="37" y="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Oval 188">
              <a:extLst>
                <a:ext uri="{FF2B5EF4-FFF2-40B4-BE49-F238E27FC236}">
                  <a16:creationId xmlns:a16="http://schemas.microsoft.com/office/drawing/2014/main" id="{80063A90-8AA2-4FAC-8B8A-B016048FA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3035"/>
              <a:ext cx="146" cy="34"/>
            </a:xfrm>
            <a:prstGeom prst="ellipse">
              <a:avLst/>
            </a:prstGeom>
            <a:solidFill>
              <a:srgbClr val="8EB2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33" name="Freeform 189">
              <a:extLst>
                <a:ext uri="{FF2B5EF4-FFF2-40B4-BE49-F238E27FC236}">
                  <a16:creationId xmlns:a16="http://schemas.microsoft.com/office/drawing/2014/main" id="{D1FFA34F-C8E2-4497-8EEE-4AE6DD489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93"/>
              <a:ext cx="192" cy="168"/>
            </a:xfrm>
            <a:custGeom>
              <a:avLst/>
              <a:gdLst>
                <a:gd name="T0" fmla="*/ 535 w 104"/>
                <a:gd name="T1" fmla="*/ 593 h 85"/>
                <a:gd name="T2" fmla="*/ 327 w 104"/>
                <a:gd name="T3" fmla="*/ 656 h 85"/>
                <a:gd name="T4" fmla="*/ 120 w 104"/>
                <a:gd name="T5" fmla="*/ 593 h 85"/>
                <a:gd name="T6" fmla="*/ 0 w 104"/>
                <a:gd name="T7" fmla="*/ 0 h 85"/>
                <a:gd name="T8" fmla="*/ 654 w 104"/>
                <a:gd name="T9" fmla="*/ 0 h 85"/>
                <a:gd name="T10" fmla="*/ 535 w 104"/>
                <a:gd name="T11" fmla="*/ 593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5">
                  <a:moveTo>
                    <a:pt x="85" y="77"/>
                  </a:moveTo>
                  <a:cubicBezTo>
                    <a:pt x="85" y="82"/>
                    <a:pt x="70" y="85"/>
                    <a:pt x="52" y="85"/>
                  </a:cubicBezTo>
                  <a:cubicBezTo>
                    <a:pt x="34" y="85"/>
                    <a:pt x="19" y="82"/>
                    <a:pt x="19" y="7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4" y="0"/>
                    <a:pt x="104" y="0"/>
                    <a:pt x="104" y="0"/>
                  </a:cubicBezTo>
                  <a:lnTo>
                    <a:pt x="85" y="77"/>
                  </a:lnTo>
                  <a:close/>
                </a:path>
              </a:pathLst>
            </a:custGeom>
            <a:solidFill>
              <a:srgbClr val="E8F1F9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Oval 190">
              <a:extLst>
                <a:ext uri="{FF2B5EF4-FFF2-40B4-BE49-F238E27FC236}">
                  <a16:creationId xmlns:a16="http://schemas.microsoft.com/office/drawing/2014/main" id="{F55ADCB2-C523-4CC9-BA00-E50F9548F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2867"/>
              <a:ext cx="192" cy="52"/>
            </a:xfrm>
            <a:prstGeom prst="ellipse">
              <a:avLst/>
            </a:prstGeom>
            <a:solidFill>
              <a:srgbClr val="E8F1F9"/>
            </a:solidFill>
            <a:ln w="6350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35" name="Freeform 191">
              <a:extLst>
                <a:ext uri="{FF2B5EF4-FFF2-40B4-BE49-F238E27FC236}">
                  <a16:creationId xmlns:a16="http://schemas.microsoft.com/office/drawing/2014/main" id="{8E518A77-1C41-4E83-98D0-DA10357A7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939"/>
              <a:ext cx="148" cy="124"/>
            </a:xfrm>
            <a:custGeom>
              <a:avLst/>
              <a:gdLst>
                <a:gd name="T0" fmla="*/ 0 w 80"/>
                <a:gd name="T1" fmla="*/ 55 h 63"/>
                <a:gd name="T2" fmla="*/ 253 w 80"/>
                <a:gd name="T3" fmla="*/ 0 h 63"/>
                <a:gd name="T4" fmla="*/ 507 w 80"/>
                <a:gd name="T5" fmla="*/ 69 h 63"/>
                <a:gd name="T6" fmla="*/ 438 w 80"/>
                <a:gd name="T7" fmla="*/ 396 h 63"/>
                <a:gd name="T8" fmla="*/ 68 w 80"/>
                <a:gd name="T9" fmla="*/ 403 h 63"/>
                <a:gd name="T10" fmla="*/ 0 w 80"/>
                <a:gd name="T11" fmla="*/ 5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63">
                  <a:moveTo>
                    <a:pt x="0" y="7"/>
                  </a:moveTo>
                  <a:cubicBezTo>
                    <a:pt x="0" y="7"/>
                    <a:pt x="16" y="0"/>
                    <a:pt x="40" y="0"/>
                  </a:cubicBezTo>
                  <a:cubicBezTo>
                    <a:pt x="65" y="0"/>
                    <a:pt x="80" y="9"/>
                    <a:pt x="80" y="9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46" y="63"/>
                    <a:pt x="11" y="5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A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92">
              <a:extLst>
                <a:ext uri="{FF2B5EF4-FFF2-40B4-BE49-F238E27FC236}">
                  <a16:creationId xmlns:a16="http://schemas.microsoft.com/office/drawing/2014/main" id="{C72A27B1-D0A4-4B81-BC6F-50E3D07A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54"/>
              <a:ext cx="66" cy="30"/>
            </a:xfrm>
            <a:custGeom>
              <a:avLst/>
              <a:gdLst>
                <a:gd name="T0" fmla="*/ 13 w 36"/>
                <a:gd name="T1" fmla="*/ 0 h 15"/>
                <a:gd name="T2" fmla="*/ 222 w 36"/>
                <a:gd name="T3" fmla="*/ 64 h 15"/>
                <a:gd name="T4" fmla="*/ 13 w 3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2" y="0"/>
                  </a:moveTo>
                  <a:cubicBezTo>
                    <a:pt x="2" y="0"/>
                    <a:pt x="0" y="10"/>
                    <a:pt x="36" y="8"/>
                  </a:cubicBezTo>
                  <a:cubicBezTo>
                    <a:pt x="36" y="8"/>
                    <a:pt x="1" y="15"/>
                    <a:pt x="2" y="0"/>
                  </a:cubicBezTo>
                  <a:close/>
                </a:path>
              </a:pathLst>
            </a:custGeom>
            <a:solidFill>
              <a:srgbClr val="E8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93">
              <a:extLst>
                <a:ext uri="{FF2B5EF4-FFF2-40B4-BE49-F238E27FC236}">
                  <a16:creationId xmlns:a16="http://schemas.microsoft.com/office/drawing/2014/main" id="{4CCDC262-6985-49FC-A2EE-6ECC20AD1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919"/>
              <a:ext cx="29" cy="134"/>
            </a:xfrm>
            <a:custGeom>
              <a:avLst/>
              <a:gdLst>
                <a:gd name="T0" fmla="*/ 0 w 29"/>
                <a:gd name="T1" fmla="*/ 0 h 134"/>
                <a:gd name="T2" fmla="*/ 0 w 29"/>
                <a:gd name="T3" fmla="*/ 2 h 134"/>
                <a:gd name="T4" fmla="*/ 29 w 29"/>
                <a:gd name="T5" fmla="*/ 134 h 134"/>
                <a:gd name="T6" fmla="*/ 11 w 29"/>
                <a:gd name="T7" fmla="*/ 2 h 134"/>
                <a:gd name="T8" fmla="*/ 0 w 29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4">
                  <a:moveTo>
                    <a:pt x="0" y="0"/>
                  </a:moveTo>
                  <a:lnTo>
                    <a:pt x="0" y="2"/>
                  </a:lnTo>
                  <a:lnTo>
                    <a:pt x="29" y="134"/>
                  </a:lnTo>
                  <a:lnTo>
                    <a:pt x="1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94">
              <a:extLst>
                <a:ext uri="{FF2B5EF4-FFF2-40B4-BE49-F238E27FC236}">
                  <a16:creationId xmlns:a16="http://schemas.microsoft.com/office/drawing/2014/main" id="{593AAA49-4435-481A-9708-2B4C15F3B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923"/>
              <a:ext cx="13" cy="90"/>
            </a:xfrm>
            <a:custGeom>
              <a:avLst/>
              <a:gdLst>
                <a:gd name="T0" fmla="*/ 0 w 13"/>
                <a:gd name="T1" fmla="*/ 0 h 90"/>
                <a:gd name="T2" fmla="*/ 0 w 13"/>
                <a:gd name="T3" fmla="*/ 0 h 90"/>
                <a:gd name="T4" fmla="*/ 13 w 13"/>
                <a:gd name="T5" fmla="*/ 90 h 90"/>
                <a:gd name="T6" fmla="*/ 7 w 13"/>
                <a:gd name="T7" fmla="*/ 2 h 90"/>
                <a:gd name="T8" fmla="*/ 0 w 13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0">
                  <a:moveTo>
                    <a:pt x="0" y="0"/>
                  </a:moveTo>
                  <a:lnTo>
                    <a:pt x="0" y="0"/>
                  </a:lnTo>
                  <a:lnTo>
                    <a:pt x="13" y="90"/>
                  </a:lnTo>
                  <a:lnTo>
                    <a:pt x="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95">
              <a:extLst>
                <a:ext uri="{FF2B5EF4-FFF2-40B4-BE49-F238E27FC236}">
                  <a16:creationId xmlns:a16="http://schemas.microsoft.com/office/drawing/2014/main" id="{2B66B7AE-53D7-42CD-84E7-E0F5C05F3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864"/>
              <a:ext cx="133" cy="15"/>
            </a:xfrm>
            <a:custGeom>
              <a:avLst/>
              <a:gdLst>
                <a:gd name="T0" fmla="*/ 0 w 72"/>
                <a:gd name="T1" fmla="*/ 53 h 8"/>
                <a:gd name="T2" fmla="*/ 454 w 72"/>
                <a:gd name="T3" fmla="*/ 53 h 8"/>
                <a:gd name="T4" fmla="*/ 0 w 72"/>
                <a:gd name="T5" fmla="*/ 5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">
                  <a:moveTo>
                    <a:pt x="0" y="8"/>
                  </a:moveTo>
                  <a:cubicBezTo>
                    <a:pt x="0" y="8"/>
                    <a:pt x="30" y="0"/>
                    <a:pt x="72" y="8"/>
                  </a:cubicBezTo>
                  <a:cubicBezTo>
                    <a:pt x="72" y="8"/>
                    <a:pt x="24" y="3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96">
              <a:extLst>
                <a:ext uri="{FF2B5EF4-FFF2-40B4-BE49-F238E27FC236}">
                  <a16:creationId xmlns:a16="http://schemas.microsoft.com/office/drawing/2014/main" id="{ED6D996E-6FB5-498B-A32D-086E7854C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913"/>
              <a:ext cx="109" cy="22"/>
            </a:xfrm>
            <a:custGeom>
              <a:avLst/>
              <a:gdLst>
                <a:gd name="T0" fmla="*/ 371 w 59"/>
                <a:gd name="T1" fmla="*/ 0 h 11"/>
                <a:gd name="T2" fmla="*/ 0 w 59"/>
                <a:gd name="T3" fmla="*/ 56 h 11"/>
                <a:gd name="T4" fmla="*/ 0 w 59"/>
                <a:gd name="T5" fmla="*/ 88 h 11"/>
                <a:gd name="T6" fmla="*/ 371 w 5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1">
                  <a:moveTo>
                    <a:pt x="59" y="0"/>
                  </a:moveTo>
                  <a:cubicBezTo>
                    <a:pt x="59" y="0"/>
                    <a:pt x="45" y="8"/>
                    <a:pt x="0" y="7"/>
                  </a:cubicBezTo>
                  <a:cubicBezTo>
                    <a:pt x="0" y="7"/>
                    <a:pt x="2" y="10"/>
                    <a:pt x="0" y="11"/>
                  </a:cubicBezTo>
                  <a:cubicBezTo>
                    <a:pt x="0" y="11"/>
                    <a:pt x="45" y="11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97">
              <a:extLst>
                <a:ext uri="{FF2B5EF4-FFF2-40B4-BE49-F238E27FC236}">
                  <a16:creationId xmlns:a16="http://schemas.microsoft.com/office/drawing/2014/main" id="{51D827CF-72DF-41B1-AEDB-6CC81B126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944"/>
              <a:ext cx="24" cy="101"/>
            </a:xfrm>
            <a:custGeom>
              <a:avLst/>
              <a:gdLst>
                <a:gd name="T0" fmla="*/ 13 w 13"/>
                <a:gd name="T1" fmla="*/ 8 h 51"/>
                <a:gd name="T2" fmla="*/ 24 w 13"/>
                <a:gd name="T3" fmla="*/ 79 h 51"/>
                <a:gd name="T4" fmla="*/ 44 w 13"/>
                <a:gd name="T5" fmla="*/ 224 h 51"/>
                <a:gd name="T6" fmla="*/ 81 w 13"/>
                <a:gd name="T7" fmla="*/ 396 h 51"/>
                <a:gd name="T8" fmla="*/ 37 w 13"/>
                <a:gd name="T9" fmla="*/ 279 h 51"/>
                <a:gd name="T10" fmla="*/ 13 w 13"/>
                <a:gd name="T11" fmla="*/ 117 h 51"/>
                <a:gd name="T12" fmla="*/ 0 w 1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1">
                  <a:moveTo>
                    <a:pt x="2" y="1"/>
                  </a:moveTo>
                  <a:cubicBezTo>
                    <a:pt x="1" y="3"/>
                    <a:pt x="3" y="8"/>
                    <a:pt x="4" y="10"/>
                  </a:cubicBezTo>
                  <a:cubicBezTo>
                    <a:pt x="5" y="16"/>
                    <a:pt x="6" y="23"/>
                    <a:pt x="7" y="29"/>
                  </a:cubicBezTo>
                  <a:cubicBezTo>
                    <a:pt x="9" y="36"/>
                    <a:pt x="11" y="44"/>
                    <a:pt x="13" y="51"/>
                  </a:cubicBezTo>
                  <a:cubicBezTo>
                    <a:pt x="9" y="48"/>
                    <a:pt x="7" y="41"/>
                    <a:pt x="6" y="36"/>
                  </a:cubicBezTo>
                  <a:cubicBezTo>
                    <a:pt x="4" y="29"/>
                    <a:pt x="3" y="22"/>
                    <a:pt x="2" y="15"/>
                  </a:cubicBezTo>
                  <a:cubicBezTo>
                    <a:pt x="1" y="10"/>
                    <a:pt x="0" y="5"/>
                    <a:pt x="0" y="0"/>
                  </a:cubicBezTo>
                </a:path>
              </a:pathLst>
            </a:custGeom>
            <a:solidFill>
              <a:srgbClr val="C0D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98">
              <a:extLst>
                <a:ext uri="{FF2B5EF4-FFF2-40B4-BE49-F238E27FC236}">
                  <a16:creationId xmlns:a16="http://schemas.microsoft.com/office/drawing/2014/main" id="{3ED4BFC3-1A1F-40EA-ABA8-DA34266EC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984"/>
              <a:ext cx="36" cy="59"/>
            </a:xfrm>
            <a:custGeom>
              <a:avLst/>
              <a:gdLst>
                <a:gd name="T0" fmla="*/ 0 w 19"/>
                <a:gd name="T1" fmla="*/ 228 h 30"/>
                <a:gd name="T2" fmla="*/ 76 w 19"/>
                <a:gd name="T3" fmla="*/ 212 h 30"/>
                <a:gd name="T4" fmla="*/ 108 w 19"/>
                <a:gd name="T5" fmla="*/ 175 h 30"/>
                <a:gd name="T6" fmla="*/ 121 w 19"/>
                <a:gd name="T7" fmla="*/ 0 h 30"/>
                <a:gd name="T8" fmla="*/ 121 w 19"/>
                <a:gd name="T9" fmla="*/ 47 h 30"/>
                <a:gd name="T10" fmla="*/ 108 w 19"/>
                <a:gd name="T11" fmla="*/ 116 h 30"/>
                <a:gd name="T12" fmla="*/ 83 w 19"/>
                <a:gd name="T13" fmla="*/ 175 h 30"/>
                <a:gd name="T14" fmla="*/ 47 w 19"/>
                <a:gd name="T15" fmla="*/ 205 h 30"/>
                <a:gd name="T16" fmla="*/ 21 w 19"/>
                <a:gd name="T17" fmla="*/ 220 h 30"/>
                <a:gd name="T18" fmla="*/ 8 w 19"/>
                <a:gd name="T19" fmla="*/ 22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0">
                  <a:moveTo>
                    <a:pt x="0" y="30"/>
                  </a:moveTo>
                  <a:cubicBezTo>
                    <a:pt x="3" y="30"/>
                    <a:pt x="7" y="28"/>
                    <a:pt x="11" y="28"/>
                  </a:cubicBezTo>
                  <a:cubicBezTo>
                    <a:pt x="14" y="27"/>
                    <a:pt x="15" y="26"/>
                    <a:pt x="16" y="23"/>
                  </a:cubicBezTo>
                  <a:cubicBezTo>
                    <a:pt x="19" y="16"/>
                    <a:pt x="19" y="7"/>
                    <a:pt x="18" y="0"/>
                  </a:cubicBezTo>
                  <a:cubicBezTo>
                    <a:pt x="18" y="2"/>
                    <a:pt x="18" y="4"/>
                    <a:pt x="18" y="6"/>
                  </a:cubicBezTo>
                  <a:cubicBezTo>
                    <a:pt x="17" y="9"/>
                    <a:pt x="17" y="12"/>
                    <a:pt x="16" y="15"/>
                  </a:cubicBezTo>
                  <a:cubicBezTo>
                    <a:pt x="15" y="18"/>
                    <a:pt x="14" y="21"/>
                    <a:pt x="12" y="23"/>
                  </a:cubicBezTo>
                  <a:cubicBezTo>
                    <a:pt x="10" y="25"/>
                    <a:pt x="9" y="26"/>
                    <a:pt x="7" y="27"/>
                  </a:cubicBezTo>
                  <a:cubicBezTo>
                    <a:pt x="5" y="28"/>
                    <a:pt x="3" y="28"/>
                    <a:pt x="3" y="29"/>
                  </a:cubicBezTo>
                  <a:cubicBezTo>
                    <a:pt x="2" y="29"/>
                    <a:pt x="2" y="29"/>
                    <a:pt x="1" y="29"/>
                  </a:cubicBezTo>
                </a:path>
              </a:pathLst>
            </a:custGeom>
            <a:solidFill>
              <a:srgbClr val="C0D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99">
              <a:extLst>
                <a:ext uri="{FF2B5EF4-FFF2-40B4-BE49-F238E27FC236}">
                  <a16:creationId xmlns:a16="http://schemas.microsoft.com/office/drawing/2014/main" id="{D5053177-AF3E-4323-9E27-9F86516D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883"/>
              <a:ext cx="46" cy="28"/>
            </a:xfrm>
            <a:custGeom>
              <a:avLst/>
              <a:gdLst>
                <a:gd name="T0" fmla="*/ 112 w 25"/>
                <a:gd name="T1" fmla="*/ 0 h 14"/>
                <a:gd name="T2" fmla="*/ 20 w 25"/>
                <a:gd name="T3" fmla="*/ 56 h 14"/>
                <a:gd name="T4" fmla="*/ 74 w 25"/>
                <a:gd name="T5" fmla="*/ 104 h 14"/>
                <a:gd name="T6" fmla="*/ 156 w 25"/>
                <a:gd name="T7" fmla="*/ 112 h 14"/>
                <a:gd name="T8" fmla="*/ 96 w 25"/>
                <a:gd name="T9" fmla="*/ 80 h 14"/>
                <a:gd name="T10" fmla="*/ 57 w 25"/>
                <a:gd name="T11" fmla="*/ 56 h 14"/>
                <a:gd name="T12" fmla="*/ 105 w 25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4">
                  <a:moveTo>
                    <a:pt x="18" y="0"/>
                  </a:moveTo>
                  <a:cubicBezTo>
                    <a:pt x="15" y="0"/>
                    <a:pt x="0" y="2"/>
                    <a:pt x="3" y="7"/>
                  </a:cubicBezTo>
                  <a:cubicBezTo>
                    <a:pt x="4" y="10"/>
                    <a:pt x="10" y="12"/>
                    <a:pt x="12" y="13"/>
                  </a:cubicBezTo>
                  <a:cubicBezTo>
                    <a:pt x="17" y="14"/>
                    <a:pt x="21" y="13"/>
                    <a:pt x="25" y="14"/>
                  </a:cubicBezTo>
                  <a:cubicBezTo>
                    <a:pt x="22" y="14"/>
                    <a:pt x="18" y="12"/>
                    <a:pt x="15" y="10"/>
                  </a:cubicBezTo>
                  <a:cubicBezTo>
                    <a:pt x="13" y="10"/>
                    <a:pt x="10" y="9"/>
                    <a:pt x="9" y="7"/>
                  </a:cubicBezTo>
                  <a:cubicBezTo>
                    <a:pt x="5" y="2"/>
                    <a:pt x="14" y="0"/>
                    <a:pt x="17" y="0"/>
                  </a:cubicBezTo>
                </a:path>
              </a:pathLst>
            </a:custGeom>
            <a:solidFill>
              <a:srgbClr val="C0D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>
            <a:extLst>
              <a:ext uri="{FF2B5EF4-FFF2-40B4-BE49-F238E27FC236}">
                <a16:creationId xmlns:a16="http://schemas.microsoft.com/office/drawing/2014/main" id="{598DBBA2-5624-40E5-8BF6-FF85B91995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lnSpc>
                <a:spcPct val="75000"/>
              </a:lnSpc>
              <a:defRPr/>
            </a:pPr>
            <a:r>
              <a:rPr lang="fr-FR" altLang="x-none" sz="5067"/>
              <a:t>Crockery (2)</a:t>
            </a:r>
          </a:p>
        </p:txBody>
      </p:sp>
      <p:grpSp>
        <p:nvGrpSpPr>
          <p:cNvPr id="40962" name="pot-of-boiling-water">
            <a:extLst>
              <a:ext uri="{FF2B5EF4-FFF2-40B4-BE49-F238E27FC236}">
                <a16:creationId xmlns:a16="http://schemas.microsoft.com/office/drawing/2014/main" id="{E3627208-7BC9-438F-8075-784D7F8AE1D3}"/>
              </a:ext>
            </a:extLst>
          </p:cNvPr>
          <p:cNvGrpSpPr>
            <a:grpSpLocks/>
          </p:cNvGrpSpPr>
          <p:nvPr/>
        </p:nvGrpSpPr>
        <p:grpSpPr bwMode="auto">
          <a:xfrm>
            <a:off x="2332038" y="3840163"/>
            <a:ext cx="2417762" cy="2281237"/>
            <a:chOff x="509" y="2419"/>
            <a:chExt cx="1523" cy="1437"/>
          </a:xfrm>
        </p:grpSpPr>
        <p:sp>
          <p:nvSpPr>
            <p:cNvPr id="41939" name="Freeform 4">
              <a:extLst>
                <a:ext uri="{FF2B5EF4-FFF2-40B4-BE49-F238E27FC236}">
                  <a16:creationId xmlns:a16="http://schemas.microsoft.com/office/drawing/2014/main" id="{A748EF14-CF24-4A39-BC9F-CFA91F12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3203"/>
              <a:ext cx="861" cy="653"/>
            </a:xfrm>
            <a:custGeom>
              <a:avLst/>
              <a:gdLst>
                <a:gd name="T0" fmla="*/ 0 w 840"/>
                <a:gd name="T1" fmla="*/ 12 h 597"/>
                <a:gd name="T2" fmla="*/ 0 w 840"/>
                <a:gd name="T3" fmla="*/ 540 h 597"/>
                <a:gd name="T4" fmla="*/ 452 w 840"/>
                <a:gd name="T5" fmla="*/ 781 h 597"/>
                <a:gd name="T6" fmla="*/ 905 w 840"/>
                <a:gd name="T7" fmla="*/ 540 h 597"/>
                <a:gd name="T8" fmla="*/ 905 w 840"/>
                <a:gd name="T9" fmla="*/ 0 h 597"/>
                <a:gd name="T10" fmla="*/ 0 w 840"/>
                <a:gd name="T11" fmla="*/ 12 h 5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0" h="597">
                  <a:moveTo>
                    <a:pt x="0" y="9"/>
                  </a:moveTo>
                  <a:cubicBezTo>
                    <a:pt x="0" y="413"/>
                    <a:pt x="0" y="413"/>
                    <a:pt x="0" y="413"/>
                  </a:cubicBezTo>
                  <a:cubicBezTo>
                    <a:pt x="0" y="504"/>
                    <a:pt x="188" y="597"/>
                    <a:pt x="420" y="597"/>
                  </a:cubicBezTo>
                  <a:cubicBezTo>
                    <a:pt x="652" y="597"/>
                    <a:pt x="840" y="504"/>
                    <a:pt x="840" y="413"/>
                  </a:cubicBezTo>
                  <a:cubicBezTo>
                    <a:pt x="840" y="0"/>
                    <a:pt x="840" y="0"/>
                    <a:pt x="84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CFC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0" name="Freeform 5">
              <a:extLst>
                <a:ext uri="{FF2B5EF4-FFF2-40B4-BE49-F238E27FC236}">
                  <a16:creationId xmlns:a16="http://schemas.microsoft.com/office/drawing/2014/main" id="{602F8EEC-FF65-49BF-A893-5EB2E3B40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203"/>
              <a:ext cx="149" cy="600"/>
            </a:xfrm>
            <a:custGeom>
              <a:avLst/>
              <a:gdLst>
                <a:gd name="T0" fmla="*/ 0 w 146"/>
                <a:gd name="T1" fmla="*/ 717 h 549"/>
                <a:gd name="T2" fmla="*/ 155 w 146"/>
                <a:gd name="T3" fmla="*/ 539 h 549"/>
                <a:gd name="T4" fmla="*/ 155 w 146"/>
                <a:gd name="T5" fmla="*/ 0 h 549"/>
                <a:gd name="T6" fmla="*/ 0 w 146"/>
                <a:gd name="T7" fmla="*/ 1 h 549"/>
                <a:gd name="T8" fmla="*/ 0 w 146"/>
                <a:gd name="T9" fmla="*/ 717 h 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549">
                  <a:moveTo>
                    <a:pt x="0" y="549"/>
                  </a:moveTo>
                  <a:cubicBezTo>
                    <a:pt x="90" y="514"/>
                    <a:pt x="146" y="463"/>
                    <a:pt x="146" y="413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549"/>
                  </a:lnTo>
                  <a:close/>
                </a:path>
              </a:pathLst>
            </a:custGeom>
            <a:solidFill>
              <a:srgbClr val="BA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1" name="Freeform 6">
              <a:extLst>
                <a:ext uri="{FF2B5EF4-FFF2-40B4-BE49-F238E27FC236}">
                  <a16:creationId xmlns:a16="http://schemas.microsoft.com/office/drawing/2014/main" id="{1248DE04-3F76-4556-BB4C-42D1D1D0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3210"/>
              <a:ext cx="259" cy="627"/>
            </a:xfrm>
            <a:custGeom>
              <a:avLst/>
              <a:gdLst>
                <a:gd name="T0" fmla="*/ 271 w 253"/>
                <a:gd name="T1" fmla="*/ 0 h 574"/>
                <a:gd name="T2" fmla="*/ 0 w 253"/>
                <a:gd name="T3" fmla="*/ 3 h 574"/>
                <a:gd name="T4" fmla="*/ 0 w 253"/>
                <a:gd name="T5" fmla="*/ 531 h 574"/>
                <a:gd name="T6" fmla="*/ 271 w 253"/>
                <a:gd name="T7" fmla="*/ 748 h 574"/>
                <a:gd name="T8" fmla="*/ 271 w 253"/>
                <a:gd name="T9" fmla="*/ 0 h 5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574">
                  <a:moveTo>
                    <a:pt x="253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75"/>
                    <a:pt x="104" y="543"/>
                    <a:pt x="253" y="574"/>
                  </a:cubicBezTo>
                  <a:lnTo>
                    <a:pt x="253" y="0"/>
                  </a:lnTo>
                  <a:close/>
                </a:path>
              </a:pathLst>
            </a:custGeom>
            <a:solidFill>
              <a:srgbClr val="E6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2" name="Freeform 7">
              <a:extLst>
                <a:ext uri="{FF2B5EF4-FFF2-40B4-BE49-F238E27FC236}">
                  <a16:creationId xmlns:a16="http://schemas.microsoft.com/office/drawing/2014/main" id="{A8DB3BF1-973B-44F7-88AB-A4E010201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084"/>
              <a:ext cx="72" cy="68"/>
            </a:xfrm>
            <a:custGeom>
              <a:avLst/>
              <a:gdLst>
                <a:gd name="T0" fmla="*/ 47 w 72"/>
                <a:gd name="T1" fmla="*/ 0 h 68"/>
                <a:gd name="T2" fmla="*/ 0 w 72"/>
                <a:gd name="T3" fmla="*/ 36 h 68"/>
                <a:gd name="T4" fmla="*/ 34 w 72"/>
                <a:gd name="T5" fmla="*/ 68 h 68"/>
                <a:gd name="T6" fmla="*/ 72 w 72"/>
                <a:gd name="T7" fmla="*/ 18 h 68"/>
                <a:gd name="T8" fmla="*/ 47 w 72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68">
                  <a:moveTo>
                    <a:pt x="47" y="0"/>
                  </a:moveTo>
                  <a:lnTo>
                    <a:pt x="0" y="36"/>
                  </a:lnTo>
                  <a:lnTo>
                    <a:pt x="34" y="68"/>
                  </a:lnTo>
                  <a:lnTo>
                    <a:pt x="72" y="1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7B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3" name="Freeform 8">
              <a:extLst>
                <a:ext uri="{FF2B5EF4-FFF2-40B4-BE49-F238E27FC236}">
                  <a16:creationId xmlns:a16="http://schemas.microsoft.com/office/drawing/2014/main" id="{1504D104-88A0-47E8-8BA2-870B18035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3203"/>
              <a:ext cx="861" cy="653"/>
            </a:xfrm>
            <a:custGeom>
              <a:avLst/>
              <a:gdLst>
                <a:gd name="T0" fmla="*/ 0 w 840"/>
                <a:gd name="T1" fmla="*/ 12 h 597"/>
                <a:gd name="T2" fmla="*/ 0 w 840"/>
                <a:gd name="T3" fmla="*/ 540 h 597"/>
                <a:gd name="T4" fmla="*/ 452 w 840"/>
                <a:gd name="T5" fmla="*/ 781 h 597"/>
                <a:gd name="T6" fmla="*/ 905 w 840"/>
                <a:gd name="T7" fmla="*/ 540 h 597"/>
                <a:gd name="T8" fmla="*/ 905 w 840"/>
                <a:gd name="T9" fmla="*/ 0 h 597"/>
                <a:gd name="T10" fmla="*/ 0 w 840"/>
                <a:gd name="T11" fmla="*/ 12 h 5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0" h="597">
                  <a:moveTo>
                    <a:pt x="0" y="9"/>
                  </a:moveTo>
                  <a:cubicBezTo>
                    <a:pt x="0" y="413"/>
                    <a:pt x="0" y="413"/>
                    <a:pt x="0" y="413"/>
                  </a:cubicBezTo>
                  <a:cubicBezTo>
                    <a:pt x="0" y="504"/>
                    <a:pt x="188" y="597"/>
                    <a:pt x="420" y="597"/>
                  </a:cubicBezTo>
                  <a:cubicBezTo>
                    <a:pt x="652" y="597"/>
                    <a:pt x="840" y="504"/>
                    <a:pt x="840" y="413"/>
                  </a:cubicBezTo>
                  <a:cubicBezTo>
                    <a:pt x="840" y="0"/>
                    <a:pt x="840" y="0"/>
                    <a:pt x="84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4" name="Oval 9">
              <a:extLst>
                <a:ext uri="{FF2B5EF4-FFF2-40B4-BE49-F238E27FC236}">
                  <a16:creationId xmlns:a16="http://schemas.microsoft.com/office/drawing/2014/main" id="{EC3660A7-4298-40BD-8E4C-32E046240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3028"/>
              <a:ext cx="921" cy="383"/>
            </a:xfrm>
            <a:prstGeom prst="ellipse">
              <a:avLst/>
            </a:prstGeom>
            <a:solidFill>
              <a:srgbClr val="E0E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45" name="Oval 10">
              <a:extLst>
                <a:ext uri="{FF2B5EF4-FFF2-40B4-BE49-F238E27FC236}">
                  <a16:creationId xmlns:a16="http://schemas.microsoft.com/office/drawing/2014/main" id="{22EAD938-49CD-4E2D-8482-B11CDCD98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3029"/>
              <a:ext cx="921" cy="383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46" name="Oval 11">
              <a:extLst>
                <a:ext uri="{FF2B5EF4-FFF2-40B4-BE49-F238E27FC236}">
                  <a16:creationId xmlns:a16="http://schemas.microsoft.com/office/drawing/2014/main" id="{374DCAAE-1A1A-4C4D-B7A5-6EB84E855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3045"/>
              <a:ext cx="861" cy="357"/>
            </a:xfrm>
            <a:prstGeom prst="ellipse">
              <a:avLst/>
            </a:prstGeom>
            <a:solidFill>
              <a:srgbClr val="BA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47" name="Oval 12">
              <a:extLst>
                <a:ext uri="{FF2B5EF4-FFF2-40B4-BE49-F238E27FC236}">
                  <a16:creationId xmlns:a16="http://schemas.microsoft.com/office/drawing/2014/main" id="{60C90596-00D9-4D60-A879-726AD63E0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" y="3045"/>
              <a:ext cx="861" cy="357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48" name="Freeform 13">
              <a:extLst>
                <a:ext uri="{FF2B5EF4-FFF2-40B4-BE49-F238E27FC236}">
                  <a16:creationId xmlns:a16="http://schemas.microsoft.com/office/drawing/2014/main" id="{37CC1FBE-C0FA-42DD-A80B-46128D76B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3053"/>
              <a:ext cx="849" cy="193"/>
            </a:xfrm>
            <a:custGeom>
              <a:avLst/>
              <a:gdLst>
                <a:gd name="T0" fmla="*/ 446 w 828"/>
                <a:gd name="T1" fmla="*/ 32 h 176"/>
                <a:gd name="T2" fmla="*/ 892 w 828"/>
                <a:gd name="T3" fmla="*/ 232 h 176"/>
                <a:gd name="T4" fmla="*/ 893 w 828"/>
                <a:gd name="T5" fmla="*/ 216 h 176"/>
                <a:gd name="T6" fmla="*/ 446 w 828"/>
                <a:gd name="T7" fmla="*/ 0 h 176"/>
                <a:gd name="T8" fmla="*/ 0 w 828"/>
                <a:gd name="T9" fmla="*/ 216 h 176"/>
                <a:gd name="T10" fmla="*/ 2 w 828"/>
                <a:gd name="T11" fmla="*/ 232 h 176"/>
                <a:gd name="T12" fmla="*/ 446 w 828"/>
                <a:gd name="T13" fmla="*/ 32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8" h="176">
                  <a:moveTo>
                    <a:pt x="414" y="24"/>
                  </a:moveTo>
                  <a:cubicBezTo>
                    <a:pt x="633" y="24"/>
                    <a:pt x="812" y="91"/>
                    <a:pt x="827" y="176"/>
                  </a:cubicBezTo>
                  <a:cubicBezTo>
                    <a:pt x="828" y="172"/>
                    <a:pt x="828" y="168"/>
                    <a:pt x="828" y="164"/>
                  </a:cubicBezTo>
                  <a:cubicBezTo>
                    <a:pt x="828" y="73"/>
                    <a:pt x="643" y="0"/>
                    <a:pt x="414" y="0"/>
                  </a:cubicBezTo>
                  <a:cubicBezTo>
                    <a:pt x="186" y="0"/>
                    <a:pt x="0" y="73"/>
                    <a:pt x="0" y="164"/>
                  </a:cubicBezTo>
                  <a:cubicBezTo>
                    <a:pt x="0" y="168"/>
                    <a:pt x="1" y="172"/>
                    <a:pt x="2" y="176"/>
                  </a:cubicBezTo>
                  <a:cubicBezTo>
                    <a:pt x="17" y="91"/>
                    <a:pt x="196" y="24"/>
                    <a:pt x="414" y="24"/>
                  </a:cubicBezTo>
                  <a:close/>
                </a:path>
              </a:pathLst>
            </a:custGeom>
            <a:solidFill>
              <a:srgbClr val="C4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9" name="Freeform 14">
              <a:extLst>
                <a:ext uri="{FF2B5EF4-FFF2-40B4-BE49-F238E27FC236}">
                  <a16:creationId xmlns:a16="http://schemas.microsoft.com/office/drawing/2014/main" id="{0A89DE80-17D1-48F6-B091-E722CCCB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3136"/>
              <a:ext cx="833" cy="266"/>
            </a:xfrm>
            <a:custGeom>
              <a:avLst/>
              <a:gdLst>
                <a:gd name="T0" fmla="*/ 439 w 812"/>
                <a:gd name="T1" fmla="*/ 0 h 243"/>
                <a:gd name="T2" fmla="*/ 0 w 812"/>
                <a:gd name="T3" fmla="*/ 161 h 243"/>
                <a:gd name="T4" fmla="*/ 439 w 812"/>
                <a:gd name="T5" fmla="*/ 319 h 243"/>
                <a:gd name="T6" fmla="*/ 877 w 812"/>
                <a:gd name="T7" fmla="*/ 161 h 243"/>
                <a:gd name="T8" fmla="*/ 439 w 812"/>
                <a:gd name="T9" fmla="*/ 0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2" h="243">
                  <a:moveTo>
                    <a:pt x="406" y="0"/>
                  </a:moveTo>
                  <a:cubicBezTo>
                    <a:pt x="211" y="0"/>
                    <a:pt x="47" y="52"/>
                    <a:pt x="0" y="122"/>
                  </a:cubicBezTo>
                  <a:cubicBezTo>
                    <a:pt x="47" y="192"/>
                    <a:pt x="211" y="243"/>
                    <a:pt x="406" y="243"/>
                  </a:cubicBezTo>
                  <a:cubicBezTo>
                    <a:pt x="600" y="243"/>
                    <a:pt x="764" y="192"/>
                    <a:pt x="812" y="122"/>
                  </a:cubicBezTo>
                  <a:cubicBezTo>
                    <a:pt x="764" y="52"/>
                    <a:pt x="600" y="0"/>
                    <a:pt x="406" y="0"/>
                  </a:cubicBezTo>
                  <a:close/>
                </a:path>
              </a:pathLst>
            </a:custGeom>
            <a:solidFill>
              <a:srgbClr val="E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0" name="Freeform 15">
              <a:extLst>
                <a:ext uri="{FF2B5EF4-FFF2-40B4-BE49-F238E27FC236}">
                  <a16:creationId xmlns:a16="http://schemas.microsoft.com/office/drawing/2014/main" id="{4267CDB5-286C-40CE-9D96-20D0C6C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760"/>
              <a:ext cx="651" cy="357"/>
            </a:xfrm>
            <a:custGeom>
              <a:avLst/>
              <a:gdLst>
                <a:gd name="T0" fmla="*/ 0 w 635"/>
                <a:gd name="T1" fmla="*/ 392 h 326"/>
                <a:gd name="T2" fmla="*/ 38 w 635"/>
                <a:gd name="T3" fmla="*/ 428 h 326"/>
                <a:gd name="T4" fmla="*/ 676 w 635"/>
                <a:gd name="T5" fmla="*/ 56 h 326"/>
                <a:gd name="T6" fmla="*/ 609 w 635"/>
                <a:gd name="T7" fmla="*/ 28 h 326"/>
                <a:gd name="T8" fmla="*/ 0 w 635"/>
                <a:gd name="T9" fmla="*/ 392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5" h="326">
                  <a:moveTo>
                    <a:pt x="0" y="299"/>
                  </a:moveTo>
                  <a:cubicBezTo>
                    <a:pt x="35" y="326"/>
                    <a:pt x="35" y="326"/>
                    <a:pt x="35" y="326"/>
                  </a:cubicBezTo>
                  <a:cubicBezTo>
                    <a:pt x="35" y="326"/>
                    <a:pt x="189" y="171"/>
                    <a:pt x="627" y="43"/>
                  </a:cubicBezTo>
                  <a:cubicBezTo>
                    <a:pt x="627" y="43"/>
                    <a:pt x="635" y="0"/>
                    <a:pt x="565" y="22"/>
                  </a:cubicBezTo>
                  <a:cubicBezTo>
                    <a:pt x="496" y="43"/>
                    <a:pt x="227" y="126"/>
                    <a:pt x="0" y="29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1" name="Freeform 16">
              <a:extLst>
                <a:ext uri="{FF2B5EF4-FFF2-40B4-BE49-F238E27FC236}">
                  <a16:creationId xmlns:a16="http://schemas.microsoft.com/office/drawing/2014/main" id="{DC57D848-4E5F-40AD-861D-26A366B6A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784"/>
              <a:ext cx="645" cy="333"/>
            </a:xfrm>
            <a:custGeom>
              <a:avLst/>
              <a:gdLst>
                <a:gd name="T0" fmla="*/ 669 w 629"/>
                <a:gd name="T1" fmla="*/ 0 h 304"/>
                <a:gd name="T2" fmla="*/ 670 w 629"/>
                <a:gd name="T3" fmla="*/ 16 h 304"/>
                <a:gd name="T4" fmla="*/ 32 w 629"/>
                <a:gd name="T5" fmla="*/ 389 h 304"/>
                <a:gd name="T6" fmla="*/ 3 w 629"/>
                <a:gd name="T7" fmla="*/ 361 h 304"/>
                <a:gd name="T8" fmla="*/ 0 w 629"/>
                <a:gd name="T9" fmla="*/ 364 h 304"/>
                <a:gd name="T10" fmla="*/ 38 w 629"/>
                <a:gd name="T11" fmla="*/ 400 h 304"/>
                <a:gd name="T12" fmla="*/ 676 w 629"/>
                <a:gd name="T13" fmla="*/ 27 h 304"/>
                <a:gd name="T14" fmla="*/ 669 w 629"/>
                <a:gd name="T15" fmla="*/ 0 h 3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9" h="304">
                  <a:moveTo>
                    <a:pt x="620" y="0"/>
                  </a:moveTo>
                  <a:cubicBezTo>
                    <a:pt x="622" y="7"/>
                    <a:pt x="621" y="13"/>
                    <a:pt x="621" y="13"/>
                  </a:cubicBezTo>
                  <a:cubicBezTo>
                    <a:pt x="184" y="141"/>
                    <a:pt x="29" y="296"/>
                    <a:pt x="29" y="296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2" y="276"/>
                    <a:pt x="1" y="277"/>
                    <a:pt x="0" y="277"/>
                  </a:cubicBezTo>
                  <a:cubicBezTo>
                    <a:pt x="35" y="304"/>
                    <a:pt x="35" y="304"/>
                    <a:pt x="35" y="304"/>
                  </a:cubicBezTo>
                  <a:cubicBezTo>
                    <a:pt x="35" y="304"/>
                    <a:pt x="189" y="149"/>
                    <a:pt x="627" y="21"/>
                  </a:cubicBezTo>
                  <a:cubicBezTo>
                    <a:pt x="627" y="21"/>
                    <a:pt x="629" y="8"/>
                    <a:pt x="620" y="0"/>
                  </a:cubicBezTo>
                  <a:close/>
                </a:path>
              </a:pathLst>
            </a:custGeom>
            <a:solidFill>
              <a:srgbClr val="424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2" name="Freeform 17">
              <a:extLst>
                <a:ext uri="{FF2B5EF4-FFF2-40B4-BE49-F238E27FC236}">
                  <a16:creationId xmlns:a16="http://schemas.microsoft.com/office/drawing/2014/main" id="{D11EF308-980C-4D36-9275-B43D69CD9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803"/>
              <a:ext cx="525" cy="252"/>
            </a:xfrm>
            <a:custGeom>
              <a:avLst/>
              <a:gdLst>
                <a:gd name="T0" fmla="*/ 0 w 512"/>
                <a:gd name="T1" fmla="*/ 300 h 231"/>
                <a:gd name="T2" fmla="*/ 552 w 512"/>
                <a:gd name="T3" fmla="*/ 0 h 231"/>
                <a:gd name="T4" fmla="*/ 0 w 512"/>
                <a:gd name="T5" fmla="*/ 300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2" h="231">
                  <a:moveTo>
                    <a:pt x="0" y="231"/>
                  </a:moveTo>
                  <a:cubicBezTo>
                    <a:pt x="0" y="231"/>
                    <a:pt x="136" y="121"/>
                    <a:pt x="512" y="0"/>
                  </a:cubicBezTo>
                  <a:cubicBezTo>
                    <a:pt x="512" y="0"/>
                    <a:pt x="193" y="85"/>
                    <a:pt x="0" y="2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3" name="Oval 18">
              <a:extLst>
                <a:ext uri="{FF2B5EF4-FFF2-40B4-BE49-F238E27FC236}">
                  <a16:creationId xmlns:a16="http://schemas.microsoft.com/office/drawing/2014/main" id="{6CABE8C4-BF2C-462A-A535-A7F0FD10E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3154"/>
              <a:ext cx="82" cy="84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54" name="Oval 19">
              <a:extLst>
                <a:ext uri="{FF2B5EF4-FFF2-40B4-BE49-F238E27FC236}">
                  <a16:creationId xmlns:a16="http://schemas.microsoft.com/office/drawing/2014/main" id="{AF64180F-77CB-4A29-BC2C-227B970E1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187"/>
              <a:ext cx="38" cy="39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55" name="Oval 20">
              <a:extLst>
                <a:ext uri="{FF2B5EF4-FFF2-40B4-BE49-F238E27FC236}">
                  <a16:creationId xmlns:a16="http://schemas.microsoft.com/office/drawing/2014/main" id="{CE3C1BD7-7013-41AD-887E-BDAAAB8CB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4" y="3125"/>
              <a:ext cx="40" cy="43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56" name="Oval 21">
              <a:extLst>
                <a:ext uri="{FF2B5EF4-FFF2-40B4-BE49-F238E27FC236}">
                  <a16:creationId xmlns:a16="http://schemas.microsoft.com/office/drawing/2014/main" id="{DCCC2376-3705-40E0-BB1A-A64DE429A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3273"/>
              <a:ext cx="28" cy="29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57" name="Oval 22">
              <a:extLst>
                <a:ext uri="{FF2B5EF4-FFF2-40B4-BE49-F238E27FC236}">
                  <a16:creationId xmlns:a16="http://schemas.microsoft.com/office/drawing/2014/main" id="{D19792C0-D3A1-4696-88C7-9358834CF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3" y="3281"/>
              <a:ext cx="22" cy="24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58" name="Oval 23">
              <a:extLst>
                <a:ext uri="{FF2B5EF4-FFF2-40B4-BE49-F238E27FC236}">
                  <a16:creationId xmlns:a16="http://schemas.microsoft.com/office/drawing/2014/main" id="{318DA50A-95C4-4DCB-ACF4-0A354B97A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" y="3201"/>
              <a:ext cx="17" cy="20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59" name="Oval 24">
              <a:extLst>
                <a:ext uri="{FF2B5EF4-FFF2-40B4-BE49-F238E27FC236}">
                  <a16:creationId xmlns:a16="http://schemas.microsoft.com/office/drawing/2014/main" id="{2A090E9E-DF80-4449-BD9B-517B9F66B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" y="3268"/>
              <a:ext cx="9" cy="9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0" name="Oval 25">
              <a:extLst>
                <a:ext uri="{FF2B5EF4-FFF2-40B4-BE49-F238E27FC236}">
                  <a16:creationId xmlns:a16="http://schemas.microsoft.com/office/drawing/2014/main" id="{A0D3DADC-C6EA-43E7-A1E6-DA585ABB0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3143"/>
              <a:ext cx="72" cy="78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1" name="Oval 26">
              <a:extLst>
                <a:ext uri="{FF2B5EF4-FFF2-40B4-BE49-F238E27FC236}">
                  <a16:creationId xmlns:a16="http://schemas.microsoft.com/office/drawing/2014/main" id="{CA03E305-4609-4C8F-BDBE-BF11D1339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3193"/>
              <a:ext cx="64" cy="70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2" name="Oval 27">
              <a:extLst>
                <a:ext uri="{FF2B5EF4-FFF2-40B4-BE49-F238E27FC236}">
                  <a16:creationId xmlns:a16="http://schemas.microsoft.com/office/drawing/2014/main" id="{CDDF2511-2436-4102-A76E-2F289FC2F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3249"/>
              <a:ext cx="29" cy="32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3" name="Oval 28">
              <a:extLst>
                <a:ext uri="{FF2B5EF4-FFF2-40B4-BE49-F238E27FC236}">
                  <a16:creationId xmlns:a16="http://schemas.microsoft.com/office/drawing/2014/main" id="{33ED40CD-FD65-4D92-98F5-F14279069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3210"/>
              <a:ext cx="35" cy="38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4" name="Oval 29">
              <a:extLst>
                <a:ext uri="{FF2B5EF4-FFF2-40B4-BE49-F238E27FC236}">
                  <a16:creationId xmlns:a16="http://schemas.microsoft.com/office/drawing/2014/main" id="{E84B660F-3C66-4689-85B8-64050E3BE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3148"/>
              <a:ext cx="40" cy="43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5" name="Oval 30">
              <a:extLst>
                <a:ext uri="{FF2B5EF4-FFF2-40B4-BE49-F238E27FC236}">
                  <a16:creationId xmlns:a16="http://schemas.microsoft.com/office/drawing/2014/main" id="{72D305FB-40B3-4F64-84C0-D64895782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1" y="3240"/>
              <a:ext cx="42" cy="45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6" name="Oval 31">
              <a:extLst>
                <a:ext uri="{FF2B5EF4-FFF2-40B4-BE49-F238E27FC236}">
                  <a16:creationId xmlns:a16="http://schemas.microsoft.com/office/drawing/2014/main" id="{76BEAC13-8811-4A58-9E8F-2AB54F3CF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3171"/>
              <a:ext cx="43" cy="45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7" name="Oval 32">
              <a:extLst>
                <a:ext uri="{FF2B5EF4-FFF2-40B4-BE49-F238E27FC236}">
                  <a16:creationId xmlns:a16="http://schemas.microsoft.com/office/drawing/2014/main" id="{7D74598B-EBA6-4FE4-AF71-EFE92735D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" y="3291"/>
              <a:ext cx="52" cy="54"/>
            </a:xfrm>
            <a:prstGeom prst="ellipse">
              <a:avLst/>
            </a:pr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8" name="Oval 33">
              <a:extLst>
                <a:ext uri="{FF2B5EF4-FFF2-40B4-BE49-F238E27FC236}">
                  <a16:creationId xmlns:a16="http://schemas.microsoft.com/office/drawing/2014/main" id="{CA88E986-6851-4AFF-A026-A064D967F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" y="3174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69" name="Oval 34">
              <a:extLst>
                <a:ext uri="{FF2B5EF4-FFF2-40B4-BE49-F238E27FC236}">
                  <a16:creationId xmlns:a16="http://schemas.microsoft.com/office/drawing/2014/main" id="{F2180D91-7DDA-4945-B295-E0BC9E991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3" y="313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0" name="Oval 35">
              <a:extLst>
                <a:ext uri="{FF2B5EF4-FFF2-40B4-BE49-F238E27FC236}">
                  <a16:creationId xmlns:a16="http://schemas.microsoft.com/office/drawing/2014/main" id="{3335110A-06B8-4E7C-8658-EC17C7FF7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3162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1" name="Oval 36">
              <a:extLst>
                <a:ext uri="{FF2B5EF4-FFF2-40B4-BE49-F238E27FC236}">
                  <a16:creationId xmlns:a16="http://schemas.microsoft.com/office/drawing/2014/main" id="{E92CB978-01EE-4F09-A564-4D7430F79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320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2" name="Oval 37">
              <a:extLst>
                <a:ext uri="{FF2B5EF4-FFF2-40B4-BE49-F238E27FC236}">
                  <a16:creationId xmlns:a16="http://schemas.microsoft.com/office/drawing/2014/main" id="{7DDFF971-A9C8-4B7D-AEFC-14C740FA9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" y="3281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3" name="Oval 38">
              <a:extLst>
                <a:ext uri="{FF2B5EF4-FFF2-40B4-BE49-F238E27FC236}">
                  <a16:creationId xmlns:a16="http://schemas.microsoft.com/office/drawing/2014/main" id="{27092652-690E-4B27-9CB4-8E45A2AEA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3156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4" name="Oval 39">
              <a:extLst>
                <a:ext uri="{FF2B5EF4-FFF2-40B4-BE49-F238E27FC236}">
                  <a16:creationId xmlns:a16="http://schemas.microsoft.com/office/drawing/2014/main" id="{929CDFC4-7D7B-4CA3-AE71-09F1B9FCD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320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5" name="Oval 40">
              <a:extLst>
                <a:ext uri="{FF2B5EF4-FFF2-40B4-BE49-F238E27FC236}">
                  <a16:creationId xmlns:a16="http://schemas.microsoft.com/office/drawing/2014/main" id="{4AF5FC47-AD87-4D07-9A1A-9BBB1A8ED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3221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6" name="Oval 41">
              <a:extLst>
                <a:ext uri="{FF2B5EF4-FFF2-40B4-BE49-F238E27FC236}">
                  <a16:creationId xmlns:a16="http://schemas.microsoft.com/office/drawing/2014/main" id="{41E4B35B-6BD6-4BCB-A66B-682DF791B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3247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7" name="Oval 42">
              <a:extLst>
                <a:ext uri="{FF2B5EF4-FFF2-40B4-BE49-F238E27FC236}">
                  <a16:creationId xmlns:a16="http://schemas.microsoft.com/office/drawing/2014/main" id="{3AE9C0CA-94FF-4F5E-82FE-8CCE85F55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318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8" name="Oval 43">
              <a:extLst>
                <a:ext uri="{FF2B5EF4-FFF2-40B4-BE49-F238E27FC236}">
                  <a16:creationId xmlns:a16="http://schemas.microsoft.com/office/drawing/2014/main" id="{03675F7C-68C1-4602-97CC-2A410A728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3304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79" name="Oval 44">
              <a:extLst>
                <a:ext uri="{FF2B5EF4-FFF2-40B4-BE49-F238E27FC236}">
                  <a16:creationId xmlns:a16="http://schemas.microsoft.com/office/drawing/2014/main" id="{75ACD751-1967-4DDB-9297-22A30C90D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8" y="326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80" name="Oval 45">
              <a:extLst>
                <a:ext uri="{FF2B5EF4-FFF2-40B4-BE49-F238E27FC236}">
                  <a16:creationId xmlns:a16="http://schemas.microsoft.com/office/drawing/2014/main" id="{4A347179-87D9-498B-91F1-476636535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3160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81" name="Oval 46">
              <a:extLst>
                <a:ext uri="{FF2B5EF4-FFF2-40B4-BE49-F238E27FC236}">
                  <a16:creationId xmlns:a16="http://schemas.microsoft.com/office/drawing/2014/main" id="{ACD80BEB-A828-440B-B5E2-6A93B27C1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3314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82" name="Oval 47">
              <a:extLst>
                <a:ext uri="{FF2B5EF4-FFF2-40B4-BE49-F238E27FC236}">
                  <a16:creationId xmlns:a16="http://schemas.microsoft.com/office/drawing/2014/main" id="{D54A4BB3-D638-4F06-AC15-520DDD60F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326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83" name="Oval 48">
              <a:extLst>
                <a:ext uri="{FF2B5EF4-FFF2-40B4-BE49-F238E27FC236}">
                  <a16:creationId xmlns:a16="http://schemas.microsoft.com/office/drawing/2014/main" id="{00EB8FE7-9223-496E-BBED-09552D0F2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3284"/>
              <a:ext cx="19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632" name="Oval 49">
              <a:extLst>
                <a:ext uri="{FF2B5EF4-FFF2-40B4-BE49-F238E27FC236}">
                  <a16:creationId xmlns:a16="http://schemas.microsoft.com/office/drawing/2014/main" id="{973D0BC5-E4FD-47C8-BE67-68831406F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" y="33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633" name="Oval 50">
              <a:extLst>
                <a:ext uri="{FF2B5EF4-FFF2-40B4-BE49-F238E27FC236}">
                  <a16:creationId xmlns:a16="http://schemas.microsoft.com/office/drawing/2014/main" id="{9118BCC8-4465-49B4-85CE-50504BC4E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32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634" name="Oval 51">
              <a:extLst>
                <a:ext uri="{FF2B5EF4-FFF2-40B4-BE49-F238E27FC236}">
                  <a16:creationId xmlns:a16="http://schemas.microsoft.com/office/drawing/2014/main" id="{24AC53DD-F5D1-40CB-811D-561E53F1C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317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635" name="Oval 52">
              <a:extLst>
                <a:ext uri="{FF2B5EF4-FFF2-40B4-BE49-F238E27FC236}">
                  <a16:creationId xmlns:a16="http://schemas.microsoft.com/office/drawing/2014/main" id="{95F28B7B-82C3-4BAD-AA7B-DC1B22E93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327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636" name="Freeform 53">
              <a:extLst>
                <a:ext uri="{FF2B5EF4-FFF2-40B4-BE49-F238E27FC236}">
                  <a16:creationId xmlns:a16="http://schemas.microsoft.com/office/drawing/2014/main" id="{6228C00E-708B-4D04-AF39-E2ED8697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3296"/>
              <a:ext cx="196" cy="91"/>
            </a:xfrm>
            <a:custGeom>
              <a:avLst/>
              <a:gdLst>
                <a:gd name="T0" fmla="*/ 0 w 192"/>
                <a:gd name="T1" fmla="*/ 2 h 83"/>
                <a:gd name="T2" fmla="*/ 59 w 192"/>
                <a:gd name="T3" fmla="*/ 26 h 83"/>
                <a:gd name="T4" fmla="*/ 117 w 192"/>
                <a:gd name="T5" fmla="*/ 71 h 83"/>
                <a:gd name="T6" fmla="*/ 204 w 192"/>
                <a:gd name="T7" fmla="*/ 110 h 83"/>
                <a:gd name="T8" fmla="*/ 161 w 192"/>
                <a:gd name="T9" fmla="*/ 67 h 83"/>
                <a:gd name="T10" fmla="*/ 108 w 192"/>
                <a:gd name="T11" fmla="*/ 54 h 83"/>
                <a:gd name="T12" fmla="*/ 60 w 192"/>
                <a:gd name="T13" fmla="*/ 10 h 83"/>
                <a:gd name="T14" fmla="*/ 6 w 192"/>
                <a:gd name="T15" fmla="*/ 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83">
                  <a:moveTo>
                    <a:pt x="0" y="2"/>
                  </a:moveTo>
                  <a:cubicBezTo>
                    <a:pt x="17" y="3"/>
                    <a:pt x="40" y="12"/>
                    <a:pt x="56" y="20"/>
                  </a:cubicBezTo>
                  <a:cubicBezTo>
                    <a:pt x="77" y="29"/>
                    <a:pt x="87" y="51"/>
                    <a:pt x="111" y="54"/>
                  </a:cubicBezTo>
                  <a:cubicBezTo>
                    <a:pt x="137" y="57"/>
                    <a:pt x="184" y="47"/>
                    <a:pt x="192" y="83"/>
                  </a:cubicBezTo>
                  <a:cubicBezTo>
                    <a:pt x="188" y="64"/>
                    <a:pt x="168" y="55"/>
                    <a:pt x="152" y="51"/>
                  </a:cubicBezTo>
                  <a:cubicBezTo>
                    <a:pt x="137" y="47"/>
                    <a:pt x="115" y="48"/>
                    <a:pt x="102" y="41"/>
                  </a:cubicBezTo>
                  <a:cubicBezTo>
                    <a:pt x="86" y="32"/>
                    <a:pt x="76" y="15"/>
                    <a:pt x="57" y="7"/>
                  </a:cubicBezTo>
                  <a:cubicBezTo>
                    <a:pt x="40" y="0"/>
                    <a:pt x="24" y="2"/>
                    <a:pt x="6" y="1"/>
                  </a:cubicBezTo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37" name="Freeform 54">
              <a:extLst>
                <a:ext uri="{FF2B5EF4-FFF2-40B4-BE49-F238E27FC236}">
                  <a16:creationId xmlns:a16="http://schemas.microsoft.com/office/drawing/2014/main" id="{F7ECCDFE-0C34-4814-887D-276091C05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3277"/>
              <a:ext cx="150" cy="63"/>
            </a:xfrm>
            <a:custGeom>
              <a:avLst/>
              <a:gdLst>
                <a:gd name="T0" fmla="*/ 0 w 146"/>
                <a:gd name="T1" fmla="*/ 77 h 57"/>
                <a:gd name="T2" fmla="*/ 40 w 146"/>
                <a:gd name="T3" fmla="*/ 33 h 57"/>
                <a:gd name="T4" fmla="*/ 85 w 146"/>
                <a:gd name="T5" fmla="*/ 38 h 57"/>
                <a:gd name="T6" fmla="*/ 122 w 146"/>
                <a:gd name="T7" fmla="*/ 14 h 57"/>
                <a:gd name="T8" fmla="*/ 158 w 146"/>
                <a:gd name="T9" fmla="*/ 0 h 57"/>
                <a:gd name="T10" fmla="*/ 128 w 146"/>
                <a:gd name="T11" fmla="*/ 38 h 57"/>
                <a:gd name="T12" fmla="*/ 84 w 146"/>
                <a:gd name="T13" fmla="*/ 55 h 57"/>
                <a:gd name="T14" fmla="*/ 45 w 146"/>
                <a:gd name="T15" fmla="*/ 44 h 57"/>
                <a:gd name="T16" fmla="*/ 13 w 146"/>
                <a:gd name="T17" fmla="*/ 77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57">
                  <a:moveTo>
                    <a:pt x="0" y="57"/>
                  </a:moveTo>
                  <a:cubicBezTo>
                    <a:pt x="8" y="39"/>
                    <a:pt x="18" y="27"/>
                    <a:pt x="37" y="24"/>
                  </a:cubicBezTo>
                  <a:cubicBezTo>
                    <a:pt x="52" y="21"/>
                    <a:pt x="64" y="27"/>
                    <a:pt x="79" y="28"/>
                  </a:cubicBezTo>
                  <a:cubicBezTo>
                    <a:pt x="97" y="30"/>
                    <a:pt x="100" y="19"/>
                    <a:pt x="113" y="11"/>
                  </a:cubicBezTo>
                  <a:cubicBezTo>
                    <a:pt x="123" y="5"/>
                    <a:pt x="135" y="1"/>
                    <a:pt x="146" y="0"/>
                  </a:cubicBezTo>
                  <a:cubicBezTo>
                    <a:pt x="133" y="2"/>
                    <a:pt x="128" y="20"/>
                    <a:pt x="119" y="28"/>
                  </a:cubicBezTo>
                  <a:cubicBezTo>
                    <a:pt x="106" y="40"/>
                    <a:pt x="96" y="44"/>
                    <a:pt x="78" y="41"/>
                  </a:cubicBezTo>
                  <a:cubicBezTo>
                    <a:pt x="67" y="40"/>
                    <a:pt x="53" y="32"/>
                    <a:pt x="42" y="33"/>
                  </a:cubicBezTo>
                  <a:cubicBezTo>
                    <a:pt x="27" y="35"/>
                    <a:pt x="24" y="50"/>
                    <a:pt x="13" y="57"/>
                  </a:cubicBezTo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38" name="Freeform 55">
              <a:extLst>
                <a:ext uri="{FF2B5EF4-FFF2-40B4-BE49-F238E27FC236}">
                  <a16:creationId xmlns:a16="http://schemas.microsoft.com/office/drawing/2014/main" id="{1546E028-3550-48A3-853A-052902E4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212"/>
              <a:ext cx="120" cy="47"/>
            </a:xfrm>
            <a:custGeom>
              <a:avLst/>
              <a:gdLst>
                <a:gd name="T0" fmla="*/ 0 w 117"/>
                <a:gd name="T1" fmla="*/ 25 h 43"/>
                <a:gd name="T2" fmla="*/ 24 w 117"/>
                <a:gd name="T3" fmla="*/ 12 h 43"/>
                <a:gd name="T4" fmla="*/ 52 w 117"/>
                <a:gd name="T5" fmla="*/ 23 h 43"/>
                <a:gd name="T6" fmla="*/ 91 w 117"/>
                <a:gd name="T7" fmla="*/ 50 h 43"/>
                <a:gd name="T8" fmla="*/ 126 w 117"/>
                <a:gd name="T9" fmla="*/ 37 h 43"/>
                <a:gd name="T10" fmla="*/ 56 w 117"/>
                <a:gd name="T11" fmla="*/ 19 h 43"/>
                <a:gd name="T12" fmla="*/ 3 w 117"/>
                <a:gd name="T13" fmla="*/ 2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43">
                  <a:moveTo>
                    <a:pt x="0" y="19"/>
                  </a:moveTo>
                  <a:cubicBezTo>
                    <a:pt x="6" y="13"/>
                    <a:pt x="11" y="9"/>
                    <a:pt x="21" y="9"/>
                  </a:cubicBezTo>
                  <a:cubicBezTo>
                    <a:pt x="30" y="10"/>
                    <a:pt x="41" y="13"/>
                    <a:pt x="49" y="17"/>
                  </a:cubicBezTo>
                  <a:cubicBezTo>
                    <a:pt x="61" y="23"/>
                    <a:pt x="72" y="35"/>
                    <a:pt x="85" y="38"/>
                  </a:cubicBezTo>
                  <a:cubicBezTo>
                    <a:pt x="99" y="40"/>
                    <a:pt x="108" y="37"/>
                    <a:pt x="117" y="28"/>
                  </a:cubicBezTo>
                  <a:cubicBezTo>
                    <a:pt x="94" y="43"/>
                    <a:pt x="75" y="25"/>
                    <a:pt x="53" y="15"/>
                  </a:cubicBezTo>
                  <a:cubicBezTo>
                    <a:pt x="41" y="9"/>
                    <a:pt x="11" y="0"/>
                    <a:pt x="3" y="18"/>
                  </a:cubicBezTo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39" name="Freeform 56">
              <a:extLst>
                <a:ext uri="{FF2B5EF4-FFF2-40B4-BE49-F238E27FC236}">
                  <a16:creationId xmlns:a16="http://schemas.microsoft.com/office/drawing/2014/main" id="{F20B7D4B-E260-45A3-B4AF-C6E8261A5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145"/>
              <a:ext cx="103" cy="25"/>
            </a:xfrm>
            <a:custGeom>
              <a:avLst/>
              <a:gdLst>
                <a:gd name="T0" fmla="*/ 0 w 100"/>
                <a:gd name="T1" fmla="*/ 26 h 23"/>
                <a:gd name="T2" fmla="*/ 8 w 100"/>
                <a:gd name="T3" fmla="*/ 15 h 23"/>
                <a:gd name="T4" fmla="*/ 33 w 100"/>
                <a:gd name="T5" fmla="*/ 4 h 23"/>
                <a:gd name="T6" fmla="*/ 74 w 100"/>
                <a:gd name="T7" fmla="*/ 17 h 23"/>
                <a:gd name="T8" fmla="*/ 98 w 100"/>
                <a:gd name="T9" fmla="*/ 26 h 23"/>
                <a:gd name="T10" fmla="*/ 109 w 100"/>
                <a:gd name="T11" fmla="*/ 16 h 23"/>
                <a:gd name="T12" fmla="*/ 84 w 100"/>
                <a:gd name="T13" fmla="*/ 14 h 23"/>
                <a:gd name="T14" fmla="*/ 45 w 100"/>
                <a:gd name="T15" fmla="*/ 3 h 23"/>
                <a:gd name="T16" fmla="*/ 22 w 100"/>
                <a:gd name="T17" fmla="*/ 3 h 23"/>
                <a:gd name="T18" fmla="*/ 4 w 100"/>
                <a:gd name="T19" fmla="*/ 25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23">
                  <a:moveTo>
                    <a:pt x="0" y="20"/>
                  </a:moveTo>
                  <a:cubicBezTo>
                    <a:pt x="4" y="18"/>
                    <a:pt x="5" y="14"/>
                    <a:pt x="8" y="12"/>
                  </a:cubicBezTo>
                  <a:cubicBezTo>
                    <a:pt x="15" y="5"/>
                    <a:pt x="21" y="3"/>
                    <a:pt x="30" y="4"/>
                  </a:cubicBezTo>
                  <a:cubicBezTo>
                    <a:pt x="43" y="5"/>
                    <a:pt x="56" y="9"/>
                    <a:pt x="68" y="14"/>
                  </a:cubicBezTo>
                  <a:cubicBezTo>
                    <a:pt x="75" y="17"/>
                    <a:pt x="83" y="23"/>
                    <a:pt x="89" y="20"/>
                  </a:cubicBezTo>
                  <a:cubicBezTo>
                    <a:pt x="92" y="19"/>
                    <a:pt x="97" y="15"/>
                    <a:pt x="100" y="13"/>
                  </a:cubicBezTo>
                  <a:cubicBezTo>
                    <a:pt x="93" y="16"/>
                    <a:pt x="85" y="13"/>
                    <a:pt x="78" y="11"/>
                  </a:cubicBezTo>
                  <a:cubicBezTo>
                    <a:pt x="65" y="7"/>
                    <a:pt x="56" y="4"/>
                    <a:pt x="42" y="3"/>
                  </a:cubicBezTo>
                  <a:cubicBezTo>
                    <a:pt x="35" y="3"/>
                    <a:pt x="26" y="0"/>
                    <a:pt x="19" y="3"/>
                  </a:cubicBezTo>
                  <a:cubicBezTo>
                    <a:pt x="11" y="6"/>
                    <a:pt x="9" y="15"/>
                    <a:pt x="4" y="19"/>
                  </a:cubicBezTo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0" name="Freeform 57">
              <a:extLst>
                <a:ext uri="{FF2B5EF4-FFF2-40B4-BE49-F238E27FC236}">
                  <a16:creationId xmlns:a16="http://schemas.microsoft.com/office/drawing/2014/main" id="{F0AA577F-1879-4D5E-BBC9-2AAC0352B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3129"/>
              <a:ext cx="189" cy="40"/>
            </a:xfrm>
            <a:custGeom>
              <a:avLst/>
              <a:gdLst>
                <a:gd name="T0" fmla="*/ 0 w 184"/>
                <a:gd name="T1" fmla="*/ 12 h 37"/>
                <a:gd name="T2" fmla="*/ 69 w 184"/>
                <a:gd name="T3" fmla="*/ 6 h 37"/>
                <a:gd name="T4" fmla="*/ 99 w 184"/>
                <a:gd name="T5" fmla="*/ 19 h 37"/>
                <a:gd name="T6" fmla="*/ 127 w 184"/>
                <a:gd name="T7" fmla="*/ 14 h 37"/>
                <a:gd name="T8" fmla="*/ 199 w 184"/>
                <a:gd name="T9" fmla="*/ 46 h 37"/>
                <a:gd name="T10" fmla="*/ 174 w 184"/>
                <a:gd name="T11" fmla="*/ 37 h 37"/>
                <a:gd name="T12" fmla="*/ 139 w 184"/>
                <a:gd name="T13" fmla="*/ 31 h 37"/>
                <a:gd name="T14" fmla="*/ 96 w 184"/>
                <a:gd name="T15" fmla="*/ 28 h 37"/>
                <a:gd name="T16" fmla="*/ 51 w 184"/>
                <a:gd name="T17" fmla="*/ 15 h 37"/>
                <a:gd name="T18" fmla="*/ 33 w 184"/>
                <a:gd name="T19" fmla="*/ 18 h 37"/>
                <a:gd name="T20" fmla="*/ 10 w 184"/>
                <a:gd name="T21" fmla="*/ 15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4" h="37">
                  <a:moveTo>
                    <a:pt x="0" y="9"/>
                  </a:moveTo>
                  <a:cubicBezTo>
                    <a:pt x="21" y="9"/>
                    <a:pt x="42" y="0"/>
                    <a:pt x="63" y="6"/>
                  </a:cubicBezTo>
                  <a:cubicBezTo>
                    <a:pt x="72" y="8"/>
                    <a:pt x="81" y="14"/>
                    <a:pt x="91" y="16"/>
                  </a:cubicBezTo>
                  <a:cubicBezTo>
                    <a:pt x="100" y="18"/>
                    <a:pt x="109" y="13"/>
                    <a:pt x="118" y="11"/>
                  </a:cubicBezTo>
                  <a:cubicBezTo>
                    <a:pt x="136" y="7"/>
                    <a:pt x="182" y="9"/>
                    <a:pt x="184" y="37"/>
                  </a:cubicBezTo>
                  <a:cubicBezTo>
                    <a:pt x="177" y="37"/>
                    <a:pt x="168" y="31"/>
                    <a:pt x="161" y="29"/>
                  </a:cubicBezTo>
                  <a:cubicBezTo>
                    <a:pt x="150" y="26"/>
                    <a:pt x="140" y="25"/>
                    <a:pt x="128" y="25"/>
                  </a:cubicBezTo>
                  <a:cubicBezTo>
                    <a:pt x="116" y="25"/>
                    <a:pt x="101" y="27"/>
                    <a:pt x="89" y="22"/>
                  </a:cubicBezTo>
                  <a:cubicBezTo>
                    <a:pt x="75" y="18"/>
                    <a:pt x="63" y="11"/>
                    <a:pt x="48" y="12"/>
                  </a:cubicBezTo>
                  <a:cubicBezTo>
                    <a:pt x="42" y="12"/>
                    <a:pt x="36" y="14"/>
                    <a:pt x="30" y="15"/>
                  </a:cubicBezTo>
                  <a:cubicBezTo>
                    <a:pt x="23" y="15"/>
                    <a:pt x="17" y="12"/>
                    <a:pt x="10" y="12"/>
                  </a:cubicBezTo>
                </a:path>
              </a:pathLst>
            </a:custGeom>
            <a:solidFill>
              <a:srgbClr val="E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1" name="Freeform 58">
              <a:extLst>
                <a:ext uri="{FF2B5EF4-FFF2-40B4-BE49-F238E27FC236}">
                  <a16:creationId xmlns:a16="http://schemas.microsoft.com/office/drawing/2014/main" id="{BCFBBD08-4D83-484F-8306-4AD369FD6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125"/>
              <a:ext cx="76" cy="21"/>
            </a:xfrm>
            <a:custGeom>
              <a:avLst/>
              <a:gdLst>
                <a:gd name="T0" fmla="*/ 0 w 74"/>
                <a:gd name="T1" fmla="*/ 23 h 19"/>
                <a:gd name="T2" fmla="*/ 22 w 74"/>
                <a:gd name="T3" fmla="*/ 11 h 19"/>
                <a:gd name="T4" fmla="*/ 47 w 74"/>
                <a:gd name="T5" fmla="*/ 2 h 19"/>
                <a:gd name="T6" fmla="*/ 80 w 74"/>
                <a:gd name="T7" fmla="*/ 17 h 19"/>
                <a:gd name="T8" fmla="*/ 46 w 74"/>
                <a:gd name="T9" fmla="*/ 23 h 19"/>
                <a:gd name="T10" fmla="*/ 14 w 74"/>
                <a:gd name="T11" fmla="*/ 2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9">
                  <a:moveTo>
                    <a:pt x="0" y="17"/>
                  </a:moveTo>
                  <a:cubicBezTo>
                    <a:pt x="5" y="18"/>
                    <a:pt x="14" y="10"/>
                    <a:pt x="19" y="8"/>
                  </a:cubicBezTo>
                  <a:cubicBezTo>
                    <a:pt x="28" y="4"/>
                    <a:pt x="35" y="0"/>
                    <a:pt x="44" y="2"/>
                  </a:cubicBezTo>
                  <a:cubicBezTo>
                    <a:pt x="53" y="4"/>
                    <a:pt x="67" y="7"/>
                    <a:pt x="74" y="13"/>
                  </a:cubicBezTo>
                  <a:cubicBezTo>
                    <a:pt x="67" y="18"/>
                    <a:pt x="51" y="17"/>
                    <a:pt x="43" y="17"/>
                  </a:cubicBezTo>
                  <a:cubicBezTo>
                    <a:pt x="35" y="17"/>
                    <a:pt x="21" y="16"/>
                    <a:pt x="14" y="19"/>
                  </a:cubicBezTo>
                </a:path>
              </a:pathLst>
            </a:custGeom>
            <a:solidFill>
              <a:srgbClr val="E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2" name="Freeform 59">
              <a:extLst>
                <a:ext uri="{FF2B5EF4-FFF2-40B4-BE49-F238E27FC236}">
                  <a16:creationId xmlns:a16="http://schemas.microsoft.com/office/drawing/2014/main" id="{5208B1C2-80CE-4CA4-83DD-CF37E03A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3203"/>
              <a:ext cx="65" cy="48"/>
            </a:xfrm>
            <a:custGeom>
              <a:avLst/>
              <a:gdLst>
                <a:gd name="T0" fmla="*/ 67 w 64"/>
                <a:gd name="T1" fmla="*/ 0 h 44"/>
                <a:gd name="T2" fmla="*/ 9 w 64"/>
                <a:gd name="T3" fmla="*/ 34 h 44"/>
                <a:gd name="T4" fmla="*/ 5 w 64"/>
                <a:gd name="T5" fmla="*/ 56 h 44"/>
                <a:gd name="T6" fmla="*/ 26 w 64"/>
                <a:gd name="T7" fmla="*/ 28 h 44"/>
                <a:gd name="T8" fmla="*/ 57 w 64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4">
                  <a:moveTo>
                    <a:pt x="64" y="0"/>
                  </a:moveTo>
                  <a:cubicBezTo>
                    <a:pt x="45" y="7"/>
                    <a:pt x="20" y="7"/>
                    <a:pt x="9" y="26"/>
                  </a:cubicBezTo>
                  <a:cubicBezTo>
                    <a:pt x="7" y="28"/>
                    <a:pt x="0" y="43"/>
                    <a:pt x="5" y="43"/>
                  </a:cubicBezTo>
                  <a:cubicBezTo>
                    <a:pt x="8" y="44"/>
                    <a:pt x="23" y="25"/>
                    <a:pt x="26" y="22"/>
                  </a:cubicBezTo>
                  <a:cubicBezTo>
                    <a:pt x="34" y="17"/>
                    <a:pt x="45" y="9"/>
                    <a:pt x="54" y="8"/>
                  </a:cubicBezTo>
                </a:path>
              </a:pathLst>
            </a:custGeom>
            <a:solidFill>
              <a:srgbClr val="E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3" name="Freeform 60">
              <a:extLst>
                <a:ext uri="{FF2B5EF4-FFF2-40B4-BE49-F238E27FC236}">
                  <a16:creationId xmlns:a16="http://schemas.microsoft.com/office/drawing/2014/main" id="{468F7BE8-C4DE-44CE-BE2F-766E32820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3141"/>
              <a:ext cx="82" cy="36"/>
            </a:xfrm>
            <a:custGeom>
              <a:avLst/>
              <a:gdLst>
                <a:gd name="T0" fmla="*/ 0 w 80"/>
                <a:gd name="T1" fmla="*/ 35 h 33"/>
                <a:gd name="T2" fmla="*/ 32 w 80"/>
                <a:gd name="T3" fmla="*/ 10 h 33"/>
                <a:gd name="T4" fmla="*/ 45 w 80"/>
                <a:gd name="T5" fmla="*/ 5 h 33"/>
                <a:gd name="T6" fmla="*/ 59 w 80"/>
                <a:gd name="T7" fmla="*/ 0 h 33"/>
                <a:gd name="T8" fmla="*/ 84 w 80"/>
                <a:gd name="T9" fmla="*/ 19 h 33"/>
                <a:gd name="T10" fmla="*/ 57 w 80"/>
                <a:gd name="T11" fmla="*/ 31 h 33"/>
                <a:gd name="T12" fmla="*/ 19 w 80"/>
                <a:gd name="T13" fmla="*/ 4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3">
                  <a:moveTo>
                    <a:pt x="0" y="27"/>
                  </a:moveTo>
                  <a:cubicBezTo>
                    <a:pt x="12" y="22"/>
                    <a:pt x="13" y="8"/>
                    <a:pt x="29" y="7"/>
                  </a:cubicBezTo>
                  <a:cubicBezTo>
                    <a:pt x="34" y="7"/>
                    <a:pt x="38" y="7"/>
                    <a:pt x="42" y="5"/>
                  </a:cubicBezTo>
                  <a:cubicBezTo>
                    <a:pt x="49" y="2"/>
                    <a:pt x="47" y="0"/>
                    <a:pt x="56" y="0"/>
                  </a:cubicBezTo>
                  <a:cubicBezTo>
                    <a:pt x="64" y="1"/>
                    <a:pt x="80" y="2"/>
                    <a:pt x="78" y="15"/>
                  </a:cubicBezTo>
                  <a:cubicBezTo>
                    <a:pt x="76" y="28"/>
                    <a:pt x="62" y="24"/>
                    <a:pt x="54" y="24"/>
                  </a:cubicBezTo>
                  <a:cubicBezTo>
                    <a:pt x="43" y="25"/>
                    <a:pt x="28" y="33"/>
                    <a:pt x="19" y="31"/>
                  </a:cubicBezTo>
                </a:path>
              </a:pathLst>
            </a:custGeom>
            <a:solidFill>
              <a:srgbClr val="E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4" name="Freeform 61">
              <a:extLst>
                <a:ext uri="{FF2B5EF4-FFF2-40B4-BE49-F238E27FC236}">
                  <a16:creationId xmlns:a16="http://schemas.microsoft.com/office/drawing/2014/main" id="{43603FF3-9CD9-43DF-B94E-D5EBF3F1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192"/>
              <a:ext cx="105" cy="99"/>
            </a:xfrm>
            <a:custGeom>
              <a:avLst/>
              <a:gdLst>
                <a:gd name="T0" fmla="*/ 0 w 102"/>
                <a:gd name="T1" fmla="*/ 0 h 90"/>
                <a:gd name="T2" fmla="*/ 38 w 102"/>
                <a:gd name="T3" fmla="*/ 8 h 90"/>
                <a:gd name="T4" fmla="*/ 51 w 102"/>
                <a:gd name="T5" fmla="*/ 15 h 90"/>
                <a:gd name="T6" fmla="*/ 67 w 102"/>
                <a:gd name="T7" fmla="*/ 29 h 90"/>
                <a:gd name="T8" fmla="*/ 80 w 102"/>
                <a:gd name="T9" fmla="*/ 39 h 90"/>
                <a:gd name="T10" fmla="*/ 89 w 102"/>
                <a:gd name="T11" fmla="*/ 52 h 90"/>
                <a:gd name="T12" fmla="*/ 96 w 102"/>
                <a:gd name="T13" fmla="*/ 65 h 90"/>
                <a:gd name="T14" fmla="*/ 102 w 102"/>
                <a:gd name="T15" fmla="*/ 97 h 90"/>
                <a:gd name="T16" fmla="*/ 32 w 102"/>
                <a:gd name="T17" fmla="*/ 5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90">
                  <a:moveTo>
                    <a:pt x="0" y="0"/>
                  </a:moveTo>
                  <a:cubicBezTo>
                    <a:pt x="12" y="0"/>
                    <a:pt x="23" y="5"/>
                    <a:pt x="35" y="5"/>
                  </a:cubicBezTo>
                  <a:cubicBezTo>
                    <a:pt x="38" y="14"/>
                    <a:pt x="42" y="9"/>
                    <a:pt x="48" y="12"/>
                  </a:cubicBezTo>
                  <a:cubicBezTo>
                    <a:pt x="53" y="14"/>
                    <a:pt x="55" y="20"/>
                    <a:pt x="61" y="22"/>
                  </a:cubicBezTo>
                  <a:cubicBezTo>
                    <a:pt x="61" y="9"/>
                    <a:pt x="76" y="19"/>
                    <a:pt x="74" y="29"/>
                  </a:cubicBezTo>
                  <a:cubicBezTo>
                    <a:pt x="80" y="29"/>
                    <a:pt x="82" y="34"/>
                    <a:pt x="82" y="39"/>
                  </a:cubicBezTo>
                  <a:cubicBezTo>
                    <a:pt x="88" y="39"/>
                    <a:pt x="89" y="45"/>
                    <a:pt x="87" y="49"/>
                  </a:cubicBezTo>
                  <a:cubicBezTo>
                    <a:pt x="96" y="54"/>
                    <a:pt x="102" y="66"/>
                    <a:pt x="93" y="73"/>
                  </a:cubicBezTo>
                  <a:cubicBezTo>
                    <a:pt x="73" y="90"/>
                    <a:pt x="45" y="43"/>
                    <a:pt x="29" y="37"/>
                  </a:cubicBezTo>
                </a:path>
              </a:pathLst>
            </a:custGeom>
            <a:solidFill>
              <a:srgbClr val="E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5" name="Freeform 62">
              <a:extLst>
                <a:ext uri="{FF2B5EF4-FFF2-40B4-BE49-F238E27FC236}">
                  <a16:creationId xmlns:a16="http://schemas.microsoft.com/office/drawing/2014/main" id="{F3FC991B-644F-4FAD-A1AF-EF9D301C3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419"/>
              <a:ext cx="173" cy="702"/>
            </a:xfrm>
            <a:custGeom>
              <a:avLst/>
              <a:gdLst>
                <a:gd name="T0" fmla="*/ 167 w 168"/>
                <a:gd name="T1" fmla="*/ 0 h 642"/>
                <a:gd name="T2" fmla="*/ 48 w 168"/>
                <a:gd name="T3" fmla="*/ 280 h 642"/>
                <a:gd name="T4" fmla="*/ 73 w 168"/>
                <a:gd name="T5" fmla="*/ 431 h 642"/>
                <a:gd name="T6" fmla="*/ 22 w 168"/>
                <a:gd name="T7" fmla="*/ 551 h 642"/>
                <a:gd name="T8" fmla="*/ 110 w 168"/>
                <a:gd name="T9" fmla="*/ 732 h 642"/>
                <a:gd name="T10" fmla="*/ 181 w 168"/>
                <a:gd name="T11" fmla="*/ 840 h 642"/>
                <a:gd name="T12" fmla="*/ 175 w 168"/>
                <a:gd name="T13" fmla="*/ 751 h 642"/>
                <a:gd name="T14" fmla="*/ 122 w 168"/>
                <a:gd name="T15" fmla="*/ 675 h 642"/>
                <a:gd name="T16" fmla="*/ 126 w 168"/>
                <a:gd name="T17" fmla="*/ 564 h 642"/>
                <a:gd name="T18" fmla="*/ 173 w 168"/>
                <a:gd name="T19" fmla="*/ 431 h 642"/>
                <a:gd name="T20" fmla="*/ 100 w 168"/>
                <a:gd name="T21" fmla="*/ 202 h 642"/>
                <a:gd name="T22" fmla="*/ 133 w 168"/>
                <a:gd name="T23" fmla="*/ 39 h 642"/>
                <a:gd name="T24" fmla="*/ 160 w 168"/>
                <a:gd name="T25" fmla="*/ 3 h 6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642">
                  <a:moveTo>
                    <a:pt x="152" y="0"/>
                  </a:moveTo>
                  <a:cubicBezTo>
                    <a:pt x="69" y="31"/>
                    <a:pt x="0" y="128"/>
                    <a:pt x="45" y="214"/>
                  </a:cubicBezTo>
                  <a:cubicBezTo>
                    <a:pt x="67" y="257"/>
                    <a:pt x="93" y="281"/>
                    <a:pt x="67" y="329"/>
                  </a:cubicBezTo>
                  <a:cubicBezTo>
                    <a:pt x="51" y="358"/>
                    <a:pt x="26" y="388"/>
                    <a:pt x="19" y="422"/>
                  </a:cubicBezTo>
                  <a:cubicBezTo>
                    <a:pt x="7" y="485"/>
                    <a:pt x="52" y="529"/>
                    <a:pt x="101" y="560"/>
                  </a:cubicBezTo>
                  <a:cubicBezTo>
                    <a:pt x="138" y="583"/>
                    <a:pt x="152" y="602"/>
                    <a:pt x="166" y="642"/>
                  </a:cubicBezTo>
                  <a:cubicBezTo>
                    <a:pt x="158" y="621"/>
                    <a:pt x="167" y="595"/>
                    <a:pt x="160" y="574"/>
                  </a:cubicBezTo>
                  <a:cubicBezTo>
                    <a:pt x="152" y="549"/>
                    <a:pt x="127" y="536"/>
                    <a:pt x="112" y="516"/>
                  </a:cubicBezTo>
                  <a:cubicBezTo>
                    <a:pt x="90" y="486"/>
                    <a:pt x="92" y="461"/>
                    <a:pt x="115" y="432"/>
                  </a:cubicBezTo>
                  <a:cubicBezTo>
                    <a:pt x="143" y="395"/>
                    <a:pt x="168" y="378"/>
                    <a:pt x="158" y="329"/>
                  </a:cubicBezTo>
                  <a:cubicBezTo>
                    <a:pt x="145" y="265"/>
                    <a:pt x="100" y="219"/>
                    <a:pt x="91" y="155"/>
                  </a:cubicBezTo>
                  <a:cubicBezTo>
                    <a:pt x="84" y="107"/>
                    <a:pt x="92" y="67"/>
                    <a:pt x="121" y="30"/>
                  </a:cubicBezTo>
                  <a:cubicBezTo>
                    <a:pt x="128" y="20"/>
                    <a:pt x="138" y="9"/>
                    <a:pt x="147" y="3"/>
                  </a:cubicBezTo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6" name="Freeform 63">
              <a:extLst>
                <a:ext uri="{FF2B5EF4-FFF2-40B4-BE49-F238E27FC236}">
                  <a16:creationId xmlns:a16="http://schemas.microsoft.com/office/drawing/2014/main" id="{83327260-75BC-4BB2-9B67-E22AB3BCF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444"/>
              <a:ext cx="184" cy="664"/>
            </a:xfrm>
            <a:custGeom>
              <a:avLst/>
              <a:gdLst>
                <a:gd name="T0" fmla="*/ 17 w 180"/>
                <a:gd name="T1" fmla="*/ 791 h 607"/>
                <a:gd name="T2" fmla="*/ 94 w 180"/>
                <a:gd name="T3" fmla="*/ 591 h 607"/>
                <a:gd name="T4" fmla="*/ 19 w 180"/>
                <a:gd name="T5" fmla="*/ 521 h 607"/>
                <a:gd name="T6" fmla="*/ 33 w 180"/>
                <a:gd name="T7" fmla="*/ 392 h 607"/>
                <a:gd name="T8" fmla="*/ 47 w 180"/>
                <a:gd name="T9" fmla="*/ 168 h 607"/>
                <a:gd name="T10" fmla="*/ 44 w 180"/>
                <a:gd name="T11" fmla="*/ 0 h 607"/>
                <a:gd name="T12" fmla="*/ 163 w 180"/>
                <a:gd name="T13" fmla="*/ 232 h 607"/>
                <a:gd name="T14" fmla="*/ 178 w 180"/>
                <a:gd name="T15" fmla="*/ 382 h 607"/>
                <a:gd name="T16" fmla="*/ 136 w 180"/>
                <a:gd name="T17" fmla="*/ 476 h 607"/>
                <a:gd name="T18" fmla="*/ 163 w 180"/>
                <a:gd name="T19" fmla="*/ 573 h 607"/>
                <a:gd name="T20" fmla="*/ 172 w 180"/>
                <a:gd name="T21" fmla="*/ 685 h 607"/>
                <a:gd name="T22" fmla="*/ 74 w 180"/>
                <a:gd name="T23" fmla="*/ 769 h 607"/>
                <a:gd name="T24" fmla="*/ 20 w 180"/>
                <a:gd name="T25" fmla="*/ 794 h 6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607">
                  <a:moveTo>
                    <a:pt x="17" y="604"/>
                  </a:moveTo>
                  <a:cubicBezTo>
                    <a:pt x="69" y="575"/>
                    <a:pt x="134" y="513"/>
                    <a:pt x="88" y="452"/>
                  </a:cubicBezTo>
                  <a:cubicBezTo>
                    <a:pt x="71" y="429"/>
                    <a:pt x="35" y="424"/>
                    <a:pt x="19" y="398"/>
                  </a:cubicBezTo>
                  <a:cubicBezTo>
                    <a:pt x="0" y="367"/>
                    <a:pt x="15" y="328"/>
                    <a:pt x="30" y="299"/>
                  </a:cubicBezTo>
                  <a:cubicBezTo>
                    <a:pt x="63" y="239"/>
                    <a:pt x="77" y="194"/>
                    <a:pt x="44" y="129"/>
                  </a:cubicBezTo>
                  <a:cubicBezTo>
                    <a:pt x="21" y="85"/>
                    <a:pt x="8" y="43"/>
                    <a:pt x="41" y="0"/>
                  </a:cubicBezTo>
                  <a:cubicBezTo>
                    <a:pt x="23" y="60"/>
                    <a:pt x="127" y="126"/>
                    <a:pt x="153" y="177"/>
                  </a:cubicBezTo>
                  <a:cubicBezTo>
                    <a:pt x="172" y="214"/>
                    <a:pt x="180" y="252"/>
                    <a:pt x="166" y="292"/>
                  </a:cubicBezTo>
                  <a:cubicBezTo>
                    <a:pt x="157" y="319"/>
                    <a:pt x="137" y="339"/>
                    <a:pt x="127" y="364"/>
                  </a:cubicBezTo>
                  <a:cubicBezTo>
                    <a:pt x="114" y="397"/>
                    <a:pt x="140" y="409"/>
                    <a:pt x="153" y="438"/>
                  </a:cubicBezTo>
                  <a:cubicBezTo>
                    <a:pt x="165" y="466"/>
                    <a:pt x="171" y="494"/>
                    <a:pt x="160" y="523"/>
                  </a:cubicBezTo>
                  <a:cubicBezTo>
                    <a:pt x="146" y="562"/>
                    <a:pt x="102" y="574"/>
                    <a:pt x="68" y="588"/>
                  </a:cubicBezTo>
                  <a:cubicBezTo>
                    <a:pt x="53" y="595"/>
                    <a:pt x="35" y="600"/>
                    <a:pt x="20" y="607"/>
                  </a:cubicBezTo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7" name="Freeform 64">
              <a:extLst>
                <a:ext uri="{FF2B5EF4-FFF2-40B4-BE49-F238E27FC236}">
                  <a16:creationId xmlns:a16="http://schemas.microsoft.com/office/drawing/2014/main" id="{C7FD7D98-69A2-4468-86CA-CB50C4BA5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621"/>
              <a:ext cx="150" cy="507"/>
            </a:xfrm>
            <a:custGeom>
              <a:avLst/>
              <a:gdLst>
                <a:gd name="T0" fmla="*/ 61 w 146"/>
                <a:gd name="T1" fmla="*/ 0 h 463"/>
                <a:gd name="T2" fmla="*/ 66 w 146"/>
                <a:gd name="T3" fmla="*/ 110 h 463"/>
                <a:gd name="T4" fmla="*/ 14 w 146"/>
                <a:gd name="T5" fmla="*/ 201 h 463"/>
                <a:gd name="T6" fmla="*/ 88 w 146"/>
                <a:gd name="T7" fmla="*/ 361 h 463"/>
                <a:gd name="T8" fmla="*/ 109 w 146"/>
                <a:gd name="T9" fmla="*/ 508 h 463"/>
                <a:gd name="T10" fmla="*/ 127 w 146"/>
                <a:gd name="T11" fmla="*/ 608 h 463"/>
                <a:gd name="T12" fmla="*/ 158 w 146"/>
                <a:gd name="T13" fmla="*/ 441 h 463"/>
                <a:gd name="T14" fmla="*/ 90 w 146"/>
                <a:gd name="T15" fmla="*/ 291 h 463"/>
                <a:gd name="T16" fmla="*/ 57 w 146"/>
                <a:gd name="T17" fmla="*/ 218 h 463"/>
                <a:gd name="T18" fmla="*/ 82 w 146"/>
                <a:gd name="T19" fmla="*/ 135 h 463"/>
                <a:gd name="T20" fmla="*/ 66 w 146"/>
                <a:gd name="T21" fmla="*/ 9 h 463"/>
                <a:gd name="T22" fmla="*/ 63 w 146"/>
                <a:gd name="T23" fmla="*/ 4 h 4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463">
                  <a:moveTo>
                    <a:pt x="55" y="0"/>
                  </a:moveTo>
                  <a:cubicBezTo>
                    <a:pt x="69" y="27"/>
                    <a:pt x="73" y="53"/>
                    <a:pt x="60" y="83"/>
                  </a:cubicBezTo>
                  <a:cubicBezTo>
                    <a:pt x="48" y="109"/>
                    <a:pt x="22" y="125"/>
                    <a:pt x="14" y="153"/>
                  </a:cubicBezTo>
                  <a:cubicBezTo>
                    <a:pt x="0" y="204"/>
                    <a:pt x="59" y="237"/>
                    <a:pt x="82" y="275"/>
                  </a:cubicBezTo>
                  <a:cubicBezTo>
                    <a:pt x="106" y="314"/>
                    <a:pt x="110" y="344"/>
                    <a:pt x="100" y="387"/>
                  </a:cubicBezTo>
                  <a:cubicBezTo>
                    <a:pt x="93" y="415"/>
                    <a:pt x="92" y="446"/>
                    <a:pt x="118" y="463"/>
                  </a:cubicBezTo>
                  <a:cubicBezTo>
                    <a:pt x="79" y="435"/>
                    <a:pt x="146" y="370"/>
                    <a:pt x="146" y="336"/>
                  </a:cubicBezTo>
                  <a:cubicBezTo>
                    <a:pt x="145" y="291"/>
                    <a:pt x="113" y="253"/>
                    <a:pt x="84" y="222"/>
                  </a:cubicBezTo>
                  <a:cubicBezTo>
                    <a:pt x="69" y="205"/>
                    <a:pt x="52" y="191"/>
                    <a:pt x="53" y="166"/>
                  </a:cubicBezTo>
                  <a:cubicBezTo>
                    <a:pt x="53" y="143"/>
                    <a:pt x="69" y="123"/>
                    <a:pt x="76" y="102"/>
                  </a:cubicBezTo>
                  <a:cubicBezTo>
                    <a:pt x="86" y="75"/>
                    <a:pt x="84" y="27"/>
                    <a:pt x="60" y="6"/>
                  </a:cubicBezTo>
                  <a:cubicBezTo>
                    <a:pt x="60" y="5"/>
                    <a:pt x="59" y="4"/>
                    <a:pt x="57" y="4"/>
                  </a:cubicBezTo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8" name="Freeform 65">
              <a:extLst>
                <a:ext uri="{FF2B5EF4-FFF2-40B4-BE49-F238E27FC236}">
                  <a16:creationId xmlns:a16="http://schemas.microsoft.com/office/drawing/2014/main" id="{2920578E-F590-4822-8012-C00EF344C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829"/>
              <a:ext cx="122" cy="322"/>
            </a:xfrm>
            <a:custGeom>
              <a:avLst/>
              <a:gdLst>
                <a:gd name="T0" fmla="*/ 64 w 119"/>
                <a:gd name="T1" fmla="*/ 0 h 294"/>
                <a:gd name="T2" fmla="*/ 42 w 119"/>
                <a:gd name="T3" fmla="*/ 125 h 294"/>
                <a:gd name="T4" fmla="*/ 97 w 119"/>
                <a:gd name="T5" fmla="*/ 223 h 294"/>
                <a:gd name="T6" fmla="*/ 30 w 119"/>
                <a:gd name="T7" fmla="*/ 387 h 294"/>
                <a:gd name="T8" fmla="*/ 99 w 119"/>
                <a:gd name="T9" fmla="*/ 295 h 294"/>
                <a:gd name="T10" fmla="*/ 118 w 119"/>
                <a:gd name="T11" fmla="*/ 181 h 294"/>
                <a:gd name="T12" fmla="*/ 50 w 119"/>
                <a:gd name="T13" fmla="*/ 102 h 294"/>
                <a:gd name="T14" fmla="*/ 64 w 119"/>
                <a:gd name="T15" fmla="*/ 2 h 2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294">
                  <a:moveTo>
                    <a:pt x="59" y="0"/>
                  </a:moveTo>
                  <a:cubicBezTo>
                    <a:pt x="29" y="21"/>
                    <a:pt x="20" y="62"/>
                    <a:pt x="39" y="95"/>
                  </a:cubicBezTo>
                  <a:cubicBezTo>
                    <a:pt x="57" y="126"/>
                    <a:pt x="93" y="128"/>
                    <a:pt x="91" y="170"/>
                  </a:cubicBezTo>
                  <a:cubicBezTo>
                    <a:pt x="88" y="219"/>
                    <a:pt x="0" y="237"/>
                    <a:pt x="27" y="294"/>
                  </a:cubicBezTo>
                  <a:cubicBezTo>
                    <a:pt x="9" y="254"/>
                    <a:pt x="74" y="242"/>
                    <a:pt x="93" y="225"/>
                  </a:cubicBezTo>
                  <a:cubicBezTo>
                    <a:pt x="115" y="205"/>
                    <a:pt x="119" y="165"/>
                    <a:pt x="109" y="138"/>
                  </a:cubicBezTo>
                  <a:cubicBezTo>
                    <a:pt x="96" y="107"/>
                    <a:pt x="65" y="104"/>
                    <a:pt x="47" y="78"/>
                  </a:cubicBezTo>
                  <a:cubicBezTo>
                    <a:pt x="32" y="58"/>
                    <a:pt x="33" y="8"/>
                    <a:pt x="59" y="2"/>
                  </a:cubicBezTo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9" name="Freeform 66">
              <a:extLst>
                <a:ext uri="{FF2B5EF4-FFF2-40B4-BE49-F238E27FC236}">
                  <a16:creationId xmlns:a16="http://schemas.microsoft.com/office/drawing/2014/main" id="{721B1FCC-B9D9-4BE1-916A-7EBCAA0AF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852"/>
              <a:ext cx="131" cy="283"/>
            </a:xfrm>
            <a:custGeom>
              <a:avLst/>
              <a:gdLst>
                <a:gd name="T0" fmla="*/ 32 w 127"/>
                <a:gd name="T1" fmla="*/ 0 h 259"/>
                <a:gd name="T2" fmla="*/ 52 w 127"/>
                <a:gd name="T3" fmla="*/ 83 h 259"/>
                <a:gd name="T4" fmla="*/ 131 w 127"/>
                <a:gd name="T5" fmla="*/ 167 h 259"/>
                <a:gd name="T6" fmla="*/ 90 w 127"/>
                <a:gd name="T7" fmla="*/ 267 h 259"/>
                <a:gd name="T8" fmla="*/ 101 w 127"/>
                <a:gd name="T9" fmla="*/ 338 h 259"/>
                <a:gd name="T10" fmla="*/ 78 w 127"/>
                <a:gd name="T11" fmla="*/ 235 h 259"/>
                <a:gd name="T12" fmla="*/ 80 w 127"/>
                <a:gd name="T13" fmla="*/ 144 h 259"/>
                <a:gd name="T14" fmla="*/ 22 w 127"/>
                <a:gd name="T15" fmla="*/ 89 h 259"/>
                <a:gd name="T16" fmla="*/ 32 w 127"/>
                <a:gd name="T17" fmla="*/ 0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259">
                  <a:moveTo>
                    <a:pt x="29" y="0"/>
                  </a:moveTo>
                  <a:cubicBezTo>
                    <a:pt x="0" y="23"/>
                    <a:pt x="17" y="56"/>
                    <a:pt x="47" y="64"/>
                  </a:cubicBezTo>
                  <a:cubicBezTo>
                    <a:pt x="80" y="72"/>
                    <a:pt x="127" y="81"/>
                    <a:pt x="119" y="128"/>
                  </a:cubicBezTo>
                  <a:cubicBezTo>
                    <a:pt x="114" y="157"/>
                    <a:pt x="87" y="176"/>
                    <a:pt x="81" y="204"/>
                  </a:cubicBezTo>
                  <a:cubicBezTo>
                    <a:pt x="77" y="225"/>
                    <a:pt x="82" y="245"/>
                    <a:pt x="92" y="259"/>
                  </a:cubicBezTo>
                  <a:cubicBezTo>
                    <a:pt x="71" y="242"/>
                    <a:pt x="68" y="206"/>
                    <a:pt x="72" y="180"/>
                  </a:cubicBezTo>
                  <a:cubicBezTo>
                    <a:pt x="75" y="155"/>
                    <a:pt x="102" y="130"/>
                    <a:pt x="74" y="111"/>
                  </a:cubicBezTo>
                  <a:cubicBezTo>
                    <a:pt x="49" y="94"/>
                    <a:pt x="32" y="102"/>
                    <a:pt x="19" y="68"/>
                  </a:cubicBezTo>
                  <a:cubicBezTo>
                    <a:pt x="10" y="44"/>
                    <a:pt x="11" y="18"/>
                    <a:pt x="29" y="0"/>
                  </a:cubicBezTo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0" name="Freeform 67">
              <a:extLst>
                <a:ext uri="{FF2B5EF4-FFF2-40B4-BE49-F238E27FC236}">
                  <a16:creationId xmlns:a16="http://schemas.microsoft.com/office/drawing/2014/main" id="{ACB5CB27-562E-4E01-9668-43C216585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3304"/>
              <a:ext cx="27" cy="415"/>
            </a:xfrm>
            <a:custGeom>
              <a:avLst/>
              <a:gdLst>
                <a:gd name="T0" fmla="*/ 1 w 26"/>
                <a:gd name="T1" fmla="*/ 0 h 380"/>
                <a:gd name="T2" fmla="*/ 1 w 26"/>
                <a:gd name="T3" fmla="*/ 424 h 380"/>
                <a:gd name="T4" fmla="*/ 29 w 26"/>
                <a:gd name="T5" fmla="*/ 495 h 380"/>
                <a:gd name="T6" fmla="*/ 29 w 26"/>
                <a:gd name="T7" fmla="*/ 28 h 380"/>
                <a:gd name="T8" fmla="*/ 1 w 26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80">
                  <a:moveTo>
                    <a:pt x="1" y="0"/>
                  </a:moveTo>
                  <a:cubicBezTo>
                    <a:pt x="1" y="325"/>
                    <a:pt x="1" y="325"/>
                    <a:pt x="1" y="325"/>
                  </a:cubicBezTo>
                  <a:cubicBezTo>
                    <a:pt x="1" y="325"/>
                    <a:pt x="0" y="352"/>
                    <a:pt x="26" y="380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4" y="8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1" name="Freeform 68">
              <a:extLst>
                <a:ext uri="{FF2B5EF4-FFF2-40B4-BE49-F238E27FC236}">
                  <a16:creationId xmlns:a16="http://schemas.microsoft.com/office/drawing/2014/main" id="{AEBC896B-6A40-43F7-8E36-5ECDC59D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3397"/>
              <a:ext cx="38" cy="433"/>
            </a:xfrm>
            <a:custGeom>
              <a:avLst/>
              <a:gdLst>
                <a:gd name="T0" fmla="*/ 38 w 38"/>
                <a:gd name="T1" fmla="*/ 11 h 433"/>
                <a:gd name="T2" fmla="*/ 38 w 38"/>
                <a:gd name="T3" fmla="*/ 433 h 433"/>
                <a:gd name="T4" fmla="*/ 0 w 38"/>
                <a:gd name="T5" fmla="*/ 420 h 433"/>
                <a:gd name="T6" fmla="*/ 0 w 38"/>
                <a:gd name="T7" fmla="*/ 0 h 433"/>
                <a:gd name="T8" fmla="*/ 38 w 38"/>
                <a:gd name="T9" fmla="*/ 11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33">
                  <a:moveTo>
                    <a:pt x="38" y="11"/>
                  </a:moveTo>
                  <a:lnTo>
                    <a:pt x="38" y="433"/>
                  </a:lnTo>
                  <a:lnTo>
                    <a:pt x="0" y="420"/>
                  </a:lnTo>
                  <a:lnTo>
                    <a:pt x="0" y="0"/>
                  </a:lnTo>
                  <a:lnTo>
                    <a:pt x="38" y="11"/>
                  </a:lnTo>
                  <a:close/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2" name="Freeform 69">
              <a:extLst>
                <a:ext uri="{FF2B5EF4-FFF2-40B4-BE49-F238E27FC236}">
                  <a16:creationId xmlns:a16="http://schemas.microsoft.com/office/drawing/2014/main" id="{9D218AF3-2CE7-46B7-A8DC-A7C466E1A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3409"/>
              <a:ext cx="39" cy="434"/>
            </a:xfrm>
            <a:custGeom>
              <a:avLst/>
              <a:gdLst>
                <a:gd name="T0" fmla="*/ 0 w 39"/>
                <a:gd name="T1" fmla="*/ 0 h 434"/>
                <a:gd name="T2" fmla="*/ 0 w 39"/>
                <a:gd name="T3" fmla="*/ 424 h 434"/>
                <a:gd name="T4" fmla="*/ 39 w 39"/>
                <a:gd name="T5" fmla="*/ 434 h 434"/>
                <a:gd name="T6" fmla="*/ 39 w 39"/>
                <a:gd name="T7" fmla="*/ 5 h 434"/>
                <a:gd name="T8" fmla="*/ 0 w 39"/>
                <a:gd name="T9" fmla="*/ 0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34">
                  <a:moveTo>
                    <a:pt x="0" y="0"/>
                  </a:moveTo>
                  <a:lnTo>
                    <a:pt x="0" y="424"/>
                  </a:lnTo>
                  <a:lnTo>
                    <a:pt x="39" y="434"/>
                  </a:lnTo>
                  <a:lnTo>
                    <a:pt x="3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Stainless-steel-pressure-cooker-illustration">
            <a:extLst>
              <a:ext uri="{FF2B5EF4-FFF2-40B4-BE49-F238E27FC236}">
                <a16:creationId xmlns:a16="http://schemas.microsoft.com/office/drawing/2014/main" id="{CB665069-2863-4228-8C95-0C6810828EB9}"/>
              </a:ext>
            </a:extLst>
          </p:cNvPr>
          <p:cNvGrpSpPr>
            <a:grpSpLocks/>
          </p:cNvGrpSpPr>
          <p:nvPr/>
        </p:nvGrpSpPr>
        <p:grpSpPr bwMode="auto">
          <a:xfrm>
            <a:off x="3055938" y="1312863"/>
            <a:ext cx="2566987" cy="2289175"/>
            <a:chOff x="725" y="815"/>
            <a:chExt cx="1617" cy="1442"/>
          </a:xfrm>
        </p:grpSpPr>
        <p:sp>
          <p:nvSpPr>
            <p:cNvPr id="41874" name="Freeform 71">
              <a:extLst>
                <a:ext uri="{FF2B5EF4-FFF2-40B4-BE49-F238E27FC236}">
                  <a16:creationId xmlns:a16="http://schemas.microsoft.com/office/drawing/2014/main" id="{3CE50A8A-0C77-4E67-A457-84C8038D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56"/>
              <a:ext cx="266" cy="198"/>
            </a:xfrm>
            <a:custGeom>
              <a:avLst/>
              <a:gdLst>
                <a:gd name="T0" fmla="*/ 113 w 348"/>
                <a:gd name="T1" fmla="*/ 5 h 260"/>
                <a:gd name="T2" fmla="*/ 58 w 348"/>
                <a:gd name="T3" fmla="*/ 14 h 260"/>
                <a:gd name="T4" fmla="*/ 17 w 348"/>
                <a:gd name="T5" fmla="*/ 65 h 260"/>
                <a:gd name="T6" fmla="*/ 111 w 348"/>
                <a:gd name="T7" fmla="*/ 115 h 260"/>
                <a:gd name="T8" fmla="*/ 154 w 348"/>
                <a:gd name="T9" fmla="*/ 115 h 260"/>
                <a:gd name="T10" fmla="*/ 155 w 348"/>
                <a:gd name="T11" fmla="*/ 53 h 260"/>
                <a:gd name="T12" fmla="*/ 113 w 348"/>
                <a:gd name="T13" fmla="*/ 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260">
                  <a:moveTo>
                    <a:pt x="254" y="10"/>
                  </a:moveTo>
                  <a:cubicBezTo>
                    <a:pt x="254" y="10"/>
                    <a:pt x="178" y="0"/>
                    <a:pt x="130" y="30"/>
                  </a:cubicBezTo>
                  <a:cubicBezTo>
                    <a:pt x="83" y="61"/>
                    <a:pt x="0" y="114"/>
                    <a:pt x="38" y="147"/>
                  </a:cubicBezTo>
                  <a:cubicBezTo>
                    <a:pt x="77" y="180"/>
                    <a:pt x="249" y="260"/>
                    <a:pt x="249" y="260"/>
                  </a:cubicBezTo>
                  <a:cubicBezTo>
                    <a:pt x="345" y="260"/>
                    <a:pt x="345" y="260"/>
                    <a:pt x="345" y="260"/>
                  </a:cubicBezTo>
                  <a:cubicBezTo>
                    <a:pt x="348" y="120"/>
                    <a:pt x="348" y="120"/>
                    <a:pt x="348" y="120"/>
                  </a:cubicBezTo>
                  <a:lnTo>
                    <a:pt x="254" y="10"/>
                  </a:lnTo>
                  <a:close/>
                </a:path>
              </a:pathLst>
            </a:custGeom>
            <a:solidFill>
              <a:srgbClr val="464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5" name="Freeform 72">
              <a:extLst>
                <a:ext uri="{FF2B5EF4-FFF2-40B4-BE49-F238E27FC236}">
                  <a16:creationId xmlns:a16="http://schemas.microsoft.com/office/drawing/2014/main" id="{ABF979AB-0136-4A1A-B70E-203FF263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56"/>
              <a:ext cx="266" cy="198"/>
            </a:xfrm>
            <a:custGeom>
              <a:avLst/>
              <a:gdLst>
                <a:gd name="T0" fmla="*/ 113 w 348"/>
                <a:gd name="T1" fmla="*/ 5 h 260"/>
                <a:gd name="T2" fmla="*/ 58 w 348"/>
                <a:gd name="T3" fmla="*/ 14 h 260"/>
                <a:gd name="T4" fmla="*/ 17 w 348"/>
                <a:gd name="T5" fmla="*/ 65 h 260"/>
                <a:gd name="T6" fmla="*/ 111 w 348"/>
                <a:gd name="T7" fmla="*/ 115 h 260"/>
                <a:gd name="T8" fmla="*/ 154 w 348"/>
                <a:gd name="T9" fmla="*/ 115 h 260"/>
                <a:gd name="T10" fmla="*/ 155 w 348"/>
                <a:gd name="T11" fmla="*/ 53 h 260"/>
                <a:gd name="T12" fmla="*/ 113 w 348"/>
                <a:gd name="T13" fmla="*/ 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260">
                  <a:moveTo>
                    <a:pt x="254" y="10"/>
                  </a:moveTo>
                  <a:cubicBezTo>
                    <a:pt x="254" y="10"/>
                    <a:pt x="178" y="0"/>
                    <a:pt x="130" y="30"/>
                  </a:cubicBezTo>
                  <a:cubicBezTo>
                    <a:pt x="83" y="61"/>
                    <a:pt x="0" y="114"/>
                    <a:pt x="38" y="147"/>
                  </a:cubicBezTo>
                  <a:cubicBezTo>
                    <a:pt x="77" y="180"/>
                    <a:pt x="249" y="260"/>
                    <a:pt x="249" y="260"/>
                  </a:cubicBezTo>
                  <a:cubicBezTo>
                    <a:pt x="345" y="260"/>
                    <a:pt x="345" y="260"/>
                    <a:pt x="345" y="260"/>
                  </a:cubicBezTo>
                  <a:cubicBezTo>
                    <a:pt x="348" y="120"/>
                    <a:pt x="348" y="120"/>
                    <a:pt x="348" y="120"/>
                  </a:cubicBezTo>
                  <a:lnTo>
                    <a:pt x="254" y="1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6" name="Freeform 73">
              <a:extLst>
                <a:ext uri="{FF2B5EF4-FFF2-40B4-BE49-F238E27FC236}">
                  <a16:creationId xmlns:a16="http://schemas.microsoft.com/office/drawing/2014/main" id="{60C5A0F9-D4B7-40AE-A6D2-E6E802B6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414"/>
              <a:ext cx="159" cy="40"/>
            </a:xfrm>
            <a:custGeom>
              <a:avLst/>
              <a:gdLst>
                <a:gd name="T0" fmla="*/ 92 w 209"/>
                <a:gd name="T1" fmla="*/ 0 h 52"/>
                <a:gd name="T2" fmla="*/ 92 w 209"/>
                <a:gd name="T3" fmla="*/ 21 h 52"/>
                <a:gd name="T4" fmla="*/ 14 w 209"/>
                <a:gd name="T5" fmla="*/ 9 h 52"/>
                <a:gd name="T6" fmla="*/ 88 w 209"/>
                <a:gd name="T7" fmla="*/ 13 h 52"/>
                <a:gd name="T8" fmla="*/ 92 w 209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52">
                  <a:moveTo>
                    <a:pt x="209" y="0"/>
                  </a:moveTo>
                  <a:cubicBezTo>
                    <a:pt x="209" y="46"/>
                    <a:pt x="209" y="46"/>
                    <a:pt x="209" y="46"/>
                  </a:cubicBezTo>
                  <a:cubicBezTo>
                    <a:pt x="209" y="46"/>
                    <a:pt x="0" y="43"/>
                    <a:pt x="32" y="20"/>
                  </a:cubicBezTo>
                  <a:cubicBezTo>
                    <a:pt x="32" y="20"/>
                    <a:pt x="197" y="52"/>
                    <a:pt x="200" y="28"/>
                  </a:cubicBezTo>
                  <a:cubicBezTo>
                    <a:pt x="204" y="4"/>
                    <a:pt x="209" y="0"/>
                    <a:pt x="209" y="0"/>
                  </a:cubicBezTo>
                  <a:close/>
                </a:path>
              </a:pathLst>
            </a:custGeom>
            <a:solidFill>
              <a:srgbClr val="2E3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7" name="Freeform 74">
              <a:extLst>
                <a:ext uri="{FF2B5EF4-FFF2-40B4-BE49-F238E27FC236}">
                  <a16:creationId xmlns:a16="http://schemas.microsoft.com/office/drawing/2014/main" id="{4A6CC3D1-3DBF-4ADE-88BB-C9234132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403"/>
              <a:ext cx="1093" cy="854"/>
            </a:xfrm>
            <a:custGeom>
              <a:avLst/>
              <a:gdLst>
                <a:gd name="T0" fmla="*/ 13 w 1430"/>
                <a:gd name="T1" fmla="*/ 4 h 1118"/>
                <a:gd name="T2" fmla="*/ 13 w 1430"/>
                <a:gd name="T3" fmla="*/ 320 h 1118"/>
                <a:gd name="T4" fmla="*/ 310 w 1430"/>
                <a:gd name="T5" fmla="*/ 496 h 1118"/>
                <a:gd name="T6" fmla="*/ 638 w 1430"/>
                <a:gd name="T7" fmla="*/ 331 h 1118"/>
                <a:gd name="T8" fmla="*/ 638 w 1430"/>
                <a:gd name="T9" fmla="*/ 0 h 1118"/>
                <a:gd name="T10" fmla="*/ 13 w 1430"/>
                <a:gd name="T11" fmla="*/ 4 h 1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0" h="1118">
                  <a:moveTo>
                    <a:pt x="29" y="8"/>
                  </a:moveTo>
                  <a:cubicBezTo>
                    <a:pt x="29" y="718"/>
                    <a:pt x="29" y="718"/>
                    <a:pt x="29" y="718"/>
                  </a:cubicBezTo>
                  <a:cubicBezTo>
                    <a:pt x="29" y="718"/>
                    <a:pt x="0" y="1118"/>
                    <a:pt x="693" y="1112"/>
                  </a:cubicBezTo>
                  <a:cubicBezTo>
                    <a:pt x="1419" y="1106"/>
                    <a:pt x="1430" y="742"/>
                    <a:pt x="1430" y="742"/>
                  </a:cubicBezTo>
                  <a:cubicBezTo>
                    <a:pt x="1430" y="0"/>
                    <a:pt x="1430" y="0"/>
                    <a:pt x="1430" y="0"/>
                  </a:cubicBezTo>
                  <a:lnTo>
                    <a:pt x="29" y="8"/>
                  </a:lnTo>
                  <a:close/>
                </a:path>
              </a:pathLst>
            </a:custGeom>
            <a:solidFill>
              <a:srgbClr val="D9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8" name="Freeform 75">
              <a:extLst>
                <a:ext uri="{FF2B5EF4-FFF2-40B4-BE49-F238E27FC236}">
                  <a16:creationId xmlns:a16="http://schemas.microsoft.com/office/drawing/2014/main" id="{E381A7EF-ADB8-4FBD-BC28-D7BF90BD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403"/>
              <a:ext cx="1093" cy="854"/>
            </a:xfrm>
            <a:custGeom>
              <a:avLst/>
              <a:gdLst>
                <a:gd name="T0" fmla="*/ 112 w 1430"/>
                <a:gd name="T1" fmla="*/ 320 h 1118"/>
                <a:gd name="T2" fmla="*/ 112 w 1430"/>
                <a:gd name="T3" fmla="*/ 4 h 1118"/>
                <a:gd name="T4" fmla="*/ 638 w 1430"/>
                <a:gd name="T5" fmla="*/ 2 h 1118"/>
                <a:gd name="T6" fmla="*/ 638 w 1430"/>
                <a:gd name="T7" fmla="*/ 0 h 1118"/>
                <a:gd name="T8" fmla="*/ 13 w 1430"/>
                <a:gd name="T9" fmla="*/ 4 h 1118"/>
                <a:gd name="T10" fmla="*/ 13 w 1430"/>
                <a:gd name="T11" fmla="*/ 320 h 1118"/>
                <a:gd name="T12" fmla="*/ 310 w 1430"/>
                <a:gd name="T13" fmla="*/ 496 h 1118"/>
                <a:gd name="T14" fmla="*/ 355 w 1430"/>
                <a:gd name="T15" fmla="*/ 494 h 1118"/>
                <a:gd name="T16" fmla="*/ 112 w 1430"/>
                <a:gd name="T17" fmla="*/ 320 h 1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0" h="1118">
                  <a:moveTo>
                    <a:pt x="251" y="718"/>
                  </a:moveTo>
                  <a:cubicBezTo>
                    <a:pt x="251" y="8"/>
                    <a:pt x="251" y="8"/>
                    <a:pt x="251" y="8"/>
                  </a:cubicBezTo>
                  <a:cubicBezTo>
                    <a:pt x="1430" y="2"/>
                    <a:pt x="1430" y="2"/>
                    <a:pt x="1430" y="2"/>
                  </a:cubicBezTo>
                  <a:cubicBezTo>
                    <a:pt x="1430" y="0"/>
                    <a:pt x="1430" y="0"/>
                    <a:pt x="1430" y="0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18"/>
                    <a:pt x="29" y="718"/>
                    <a:pt x="29" y="718"/>
                  </a:cubicBezTo>
                  <a:cubicBezTo>
                    <a:pt x="29" y="718"/>
                    <a:pt x="0" y="1118"/>
                    <a:pt x="693" y="1112"/>
                  </a:cubicBezTo>
                  <a:cubicBezTo>
                    <a:pt x="728" y="1112"/>
                    <a:pt x="762" y="1111"/>
                    <a:pt x="794" y="1109"/>
                  </a:cubicBezTo>
                  <a:cubicBezTo>
                    <a:pt x="226" y="1070"/>
                    <a:pt x="251" y="718"/>
                    <a:pt x="251" y="718"/>
                  </a:cubicBezTo>
                  <a:close/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9" name="Freeform 76">
              <a:extLst>
                <a:ext uri="{FF2B5EF4-FFF2-40B4-BE49-F238E27FC236}">
                  <a16:creationId xmlns:a16="http://schemas.microsoft.com/office/drawing/2014/main" id="{C175FACE-1DE8-4145-A0FE-E41011A7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03"/>
              <a:ext cx="1071" cy="768"/>
            </a:xfrm>
            <a:custGeom>
              <a:avLst/>
              <a:gdLst>
                <a:gd name="T0" fmla="*/ 0 w 1401"/>
                <a:gd name="T1" fmla="*/ 4 h 1005"/>
                <a:gd name="T2" fmla="*/ 0 w 1401"/>
                <a:gd name="T3" fmla="*/ 22 h 1005"/>
                <a:gd name="T4" fmla="*/ 597 w 1401"/>
                <a:gd name="T5" fmla="*/ 18 h 1005"/>
                <a:gd name="T6" fmla="*/ 597 w 1401"/>
                <a:gd name="T7" fmla="*/ 350 h 1005"/>
                <a:gd name="T8" fmla="*/ 534 w 1401"/>
                <a:gd name="T9" fmla="*/ 449 h 1005"/>
                <a:gd name="T10" fmla="*/ 626 w 1401"/>
                <a:gd name="T11" fmla="*/ 331 h 1005"/>
                <a:gd name="T12" fmla="*/ 626 w 1401"/>
                <a:gd name="T13" fmla="*/ 0 h 1005"/>
                <a:gd name="T14" fmla="*/ 0 w 1401"/>
                <a:gd name="T15" fmla="*/ 4 h 10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005">
                  <a:moveTo>
                    <a:pt x="0" y="8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1335" y="42"/>
                    <a:pt x="1335" y="42"/>
                    <a:pt x="1335" y="42"/>
                  </a:cubicBezTo>
                  <a:cubicBezTo>
                    <a:pt x="1335" y="784"/>
                    <a:pt x="1335" y="784"/>
                    <a:pt x="1335" y="784"/>
                  </a:cubicBezTo>
                  <a:cubicBezTo>
                    <a:pt x="1335" y="784"/>
                    <a:pt x="1332" y="902"/>
                    <a:pt x="1194" y="1005"/>
                  </a:cubicBezTo>
                  <a:cubicBezTo>
                    <a:pt x="1397" y="895"/>
                    <a:pt x="1401" y="742"/>
                    <a:pt x="1401" y="742"/>
                  </a:cubicBezTo>
                  <a:cubicBezTo>
                    <a:pt x="1401" y="0"/>
                    <a:pt x="1401" y="0"/>
                    <a:pt x="140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80" name="Freeform 77">
              <a:extLst>
                <a:ext uri="{FF2B5EF4-FFF2-40B4-BE49-F238E27FC236}">
                  <a16:creationId xmlns:a16="http://schemas.microsoft.com/office/drawing/2014/main" id="{671EB3BC-F88D-4EAC-A2C1-5A849766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403"/>
              <a:ext cx="1102" cy="851"/>
            </a:xfrm>
            <a:custGeom>
              <a:avLst/>
              <a:gdLst>
                <a:gd name="T0" fmla="*/ 18 w 1442"/>
                <a:gd name="T1" fmla="*/ 4 h 1113"/>
                <a:gd name="T2" fmla="*/ 18 w 1442"/>
                <a:gd name="T3" fmla="*/ 321 h 1113"/>
                <a:gd name="T4" fmla="*/ 315 w 1442"/>
                <a:gd name="T5" fmla="*/ 497 h 1113"/>
                <a:gd name="T6" fmla="*/ 643 w 1442"/>
                <a:gd name="T7" fmla="*/ 332 h 1113"/>
                <a:gd name="T8" fmla="*/ 643 w 1442"/>
                <a:gd name="T9" fmla="*/ 0 h 1113"/>
                <a:gd name="T10" fmla="*/ 18 w 1442"/>
                <a:gd name="T11" fmla="*/ 4 h 1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2" h="1113">
                  <a:moveTo>
                    <a:pt x="41" y="8"/>
                  </a:moveTo>
                  <a:cubicBezTo>
                    <a:pt x="41" y="718"/>
                    <a:pt x="41" y="718"/>
                    <a:pt x="41" y="718"/>
                  </a:cubicBezTo>
                  <a:cubicBezTo>
                    <a:pt x="41" y="718"/>
                    <a:pt x="0" y="1111"/>
                    <a:pt x="705" y="1112"/>
                  </a:cubicBezTo>
                  <a:cubicBezTo>
                    <a:pt x="1431" y="1113"/>
                    <a:pt x="1442" y="742"/>
                    <a:pt x="1442" y="742"/>
                  </a:cubicBezTo>
                  <a:cubicBezTo>
                    <a:pt x="1442" y="0"/>
                    <a:pt x="1442" y="0"/>
                    <a:pt x="1442" y="0"/>
                  </a:cubicBezTo>
                  <a:lnTo>
                    <a:pt x="41" y="8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81" name="Freeform 78">
              <a:extLst>
                <a:ext uri="{FF2B5EF4-FFF2-40B4-BE49-F238E27FC236}">
                  <a16:creationId xmlns:a16="http://schemas.microsoft.com/office/drawing/2014/main" id="{D6DD6235-3606-4768-92F7-A641AFCA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492"/>
              <a:ext cx="91" cy="238"/>
            </a:xfrm>
            <a:custGeom>
              <a:avLst/>
              <a:gdLst>
                <a:gd name="T0" fmla="*/ 52 w 118"/>
                <a:gd name="T1" fmla="*/ 139 h 312"/>
                <a:gd name="T2" fmla="*/ 10 w 118"/>
                <a:gd name="T3" fmla="*/ 124 h 312"/>
                <a:gd name="T4" fmla="*/ 7 w 118"/>
                <a:gd name="T5" fmla="*/ 76 h 312"/>
                <a:gd name="T6" fmla="*/ 5 w 118"/>
                <a:gd name="T7" fmla="*/ 29 h 312"/>
                <a:gd name="T8" fmla="*/ 39 w 118"/>
                <a:gd name="T9" fmla="*/ 3 h 312"/>
                <a:gd name="T10" fmla="*/ 51 w 118"/>
                <a:gd name="T11" fmla="*/ 13 h 312"/>
                <a:gd name="T12" fmla="*/ 53 w 118"/>
                <a:gd name="T13" fmla="*/ 63 h 312"/>
                <a:gd name="T14" fmla="*/ 54 w 118"/>
                <a:gd name="T15" fmla="*/ 125 h 3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312">
                  <a:moveTo>
                    <a:pt x="114" y="312"/>
                  </a:moveTo>
                  <a:cubicBezTo>
                    <a:pt x="84" y="302"/>
                    <a:pt x="36" y="310"/>
                    <a:pt x="22" y="279"/>
                  </a:cubicBezTo>
                  <a:cubicBezTo>
                    <a:pt x="9" y="250"/>
                    <a:pt x="17" y="204"/>
                    <a:pt x="16" y="172"/>
                  </a:cubicBezTo>
                  <a:cubicBezTo>
                    <a:pt x="14" y="140"/>
                    <a:pt x="0" y="96"/>
                    <a:pt x="12" y="65"/>
                  </a:cubicBezTo>
                  <a:cubicBezTo>
                    <a:pt x="22" y="39"/>
                    <a:pt x="62" y="16"/>
                    <a:pt x="86" y="7"/>
                  </a:cubicBezTo>
                  <a:cubicBezTo>
                    <a:pt x="106" y="0"/>
                    <a:pt x="109" y="4"/>
                    <a:pt x="112" y="29"/>
                  </a:cubicBezTo>
                  <a:cubicBezTo>
                    <a:pt x="116" y="66"/>
                    <a:pt x="116" y="105"/>
                    <a:pt x="116" y="142"/>
                  </a:cubicBezTo>
                  <a:cubicBezTo>
                    <a:pt x="116" y="189"/>
                    <a:pt x="118" y="235"/>
                    <a:pt x="118" y="282"/>
                  </a:cubicBezTo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82" name="Freeform 79">
              <a:extLst>
                <a:ext uri="{FF2B5EF4-FFF2-40B4-BE49-F238E27FC236}">
                  <a16:creationId xmlns:a16="http://schemas.microsoft.com/office/drawing/2014/main" id="{6876DA2F-D304-4184-941E-2A9AFD326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201"/>
              <a:ext cx="65" cy="83"/>
            </a:xfrm>
            <a:custGeom>
              <a:avLst/>
              <a:gdLst>
                <a:gd name="T0" fmla="*/ 37 w 86"/>
                <a:gd name="T1" fmla="*/ 8 h 108"/>
                <a:gd name="T2" fmla="*/ 35 w 86"/>
                <a:gd name="T3" fmla="*/ 28 h 108"/>
                <a:gd name="T4" fmla="*/ 11 w 86"/>
                <a:gd name="T5" fmla="*/ 49 h 108"/>
                <a:gd name="T6" fmla="*/ 11 w 86"/>
                <a:gd name="T7" fmla="*/ 8 h 108"/>
                <a:gd name="T8" fmla="*/ 37 w 86"/>
                <a:gd name="T9" fmla="*/ 8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08">
                  <a:moveTo>
                    <a:pt x="86" y="17"/>
                  </a:moveTo>
                  <a:cubicBezTo>
                    <a:pt x="86" y="17"/>
                    <a:pt x="78" y="27"/>
                    <a:pt x="81" y="63"/>
                  </a:cubicBezTo>
                  <a:cubicBezTo>
                    <a:pt x="81" y="63"/>
                    <a:pt x="34" y="93"/>
                    <a:pt x="27" y="108"/>
                  </a:cubicBezTo>
                  <a:cubicBezTo>
                    <a:pt x="27" y="108"/>
                    <a:pt x="0" y="35"/>
                    <a:pt x="27" y="17"/>
                  </a:cubicBezTo>
                  <a:cubicBezTo>
                    <a:pt x="54" y="0"/>
                    <a:pt x="86" y="17"/>
                    <a:pt x="86" y="17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83" name="Freeform 80">
              <a:extLst>
                <a:ext uri="{FF2B5EF4-FFF2-40B4-BE49-F238E27FC236}">
                  <a16:creationId xmlns:a16="http://schemas.microsoft.com/office/drawing/2014/main" id="{919BC4A0-8CED-420D-B435-B754E565D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206"/>
              <a:ext cx="66" cy="82"/>
            </a:xfrm>
            <a:custGeom>
              <a:avLst/>
              <a:gdLst>
                <a:gd name="T0" fmla="*/ 38 w 87"/>
                <a:gd name="T1" fmla="*/ 8 h 108"/>
                <a:gd name="T2" fmla="*/ 35 w 87"/>
                <a:gd name="T3" fmla="*/ 27 h 108"/>
                <a:gd name="T4" fmla="*/ 12 w 87"/>
                <a:gd name="T5" fmla="*/ 47 h 108"/>
                <a:gd name="T6" fmla="*/ 11 w 87"/>
                <a:gd name="T7" fmla="*/ 8 h 108"/>
                <a:gd name="T8" fmla="*/ 38 w 87"/>
                <a:gd name="T9" fmla="*/ 8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08">
                  <a:moveTo>
                    <a:pt x="87" y="17"/>
                  </a:moveTo>
                  <a:cubicBezTo>
                    <a:pt x="87" y="17"/>
                    <a:pt x="78" y="27"/>
                    <a:pt x="81" y="63"/>
                  </a:cubicBezTo>
                  <a:cubicBezTo>
                    <a:pt x="81" y="63"/>
                    <a:pt x="35" y="93"/>
                    <a:pt x="28" y="108"/>
                  </a:cubicBezTo>
                  <a:cubicBezTo>
                    <a:pt x="28" y="108"/>
                    <a:pt x="0" y="35"/>
                    <a:pt x="27" y="17"/>
                  </a:cubicBezTo>
                  <a:cubicBezTo>
                    <a:pt x="54" y="0"/>
                    <a:pt x="87" y="17"/>
                    <a:pt x="87" y="17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84" name="Oval 81">
              <a:extLst>
                <a:ext uri="{FF2B5EF4-FFF2-40B4-BE49-F238E27FC236}">
                  <a16:creationId xmlns:a16="http://schemas.microsoft.com/office/drawing/2014/main" id="{FE4FD10B-B134-4FDF-A8C9-903D18EFF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1135"/>
              <a:ext cx="1207" cy="445"/>
            </a:xfrm>
            <a:prstGeom prst="ellipse">
              <a:avLst/>
            </a:prstGeom>
            <a:solidFill>
              <a:srgbClr val="D9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885" name="Freeform 82">
              <a:extLst>
                <a:ext uri="{FF2B5EF4-FFF2-40B4-BE49-F238E27FC236}">
                  <a16:creationId xmlns:a16="http://schemas.microsoft.com/office/drawing/2014/main" id="{6AC66E4F-F7EB-452B-9731-338AE5901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322"/>
              <a:ext cx="1194" cy="245"/>
            </a:xfrm>
            <a:custGeom>
              <a:avLst/>
              <a:gdLst>
                <a:gd name="T0" fmla="*/ 359 w 1562"/>
                <a:gd name="T1" fmla="*/ 136 h 320"/>
                <a:gd name="T2" fmla="*/ 8 w 1562"/>
                <a:gd name="T3" fmla="*/ 0 h 320"/>
                <a:gd name="T4" fmla="*/ 6 w 1562"/>
                <a:gd name="T5" fmla="*/ 12 h 320"/>
                <a:gd name="T6" fmla="*/ 355 w 1562"/>
                <a:gd name="T7" fmla="*/ 144 h 320"/>
                <a:gd name="T8" fmla="*/ 696 w 1562"/>
                <a:gd name="T9" fmla="*/ 39 h 320"/>
                <a:gd name="T10" fmla="*/ 698 w 1562"/>
                <a:gd name="T11" fmla="*/ 31 h 320"/>
                <a:gd name="T12" fmla="*/ 359 w 1562"/>
                <a:gd name="T13" fmla="*/ 136 h 3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2" h="320">
                  <a:moveTo>
                    <a:pt x="804" y="304"/>
                  </a:moveTo>
                  <a:cubicBezTo>
                    <a:pt x="373" y="304"/>
                    <a:pt x="0" y="170"/>
                    <a:pt x="17" y="0"/>
                  </a:cubicBezTo>
                  <a:cubicBezTo>
                    <a:pt x="15" y="10"/>
                    <a:pt x="13" y="19"/>
                    <a:pt x="13" y="28"/>
                  </a:cubicBezTo>
                  <a:cubicBezTo>
                    <a:pt x="13" y="189"/>
                    <a:pt x="363" y="320"/>
                    <a:pt x="794" y="320"/>
                  </a:cubicBezTo>
                  <a:cubicBezTo>
                    <a:pt x="1172" y="320"/>
                    <a:pt x="1487" y="220"/>
                    <a:pt x="1559" y="86"/>
                  </a:cubicBezTo>
                  <a:cubicBezTo>
                    <a:pt x="1560" y="81"/>
                    <a:pt x="1561" y="76"/>
                    <a:pt x="1562" y="71"/>
                  </a:cubicBezTo>
                  <a:cubicBezTo>
                    <a:pt x="1475" y="197"/>
                    <a:pt x="1168" y="304"/>
                    <a:pt x="804" y="304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86" name="Oval 83">
              <a:extLst>
                <a:ext uri="{FF2B5EF4-FFF2-40B4-BE49-F238E27FC236}">
                  <a16:creationId xmlns:a16="http://schemas.microsoft.com/office/drawing/2014/main" id="{ECA12AF3-A68C-4A7C-AE26-DA08F6CEB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1135"/>
              <a:ext cx="1207" cy="445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887" name="Oval 84">
              <a:extLst>
                <a:ext uri="{FF2B5EF4-FFF2-40B4-BE49-F238E27FC236}">
                  <a16:creationId xmlns:a16="http://schemas.microsoft.com/office/drawing/2014/main" id="{46B0D99C-43A6-4DAF-93B6-BCBDEEC53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" y="1155"/>
              <a:ext cx="1127" cy="369"/>
            </a:xfrm>
            <a:prstGeom prst="ellipse">
              <a:avLst/>
            </a:prstGeom>
            <a:solidFill>
              <a:srgbClr val="E7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888" name="Freeform 85">
              <a:extLst>
                <a:ext uri="{FF2B5EF4-FFF2-40B4-BE49-F238E27FC236}">
                  <a16:creationId xmlns:a16="http://schemas.microsoft.com/office/drawing/2014/main" id="{7099ECC0-1A8B-494C-8E7D-961338895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200"/>
              <a:ext cx="1064" cy="324"/>
            </a:xfrm>
            <a:custGeom>
              <a:avLst/>
              <a:gdLst>
                <a:gd name="T0" fmla="*/ 407 w 1392"/>
                <a:gd name="T1" fmla="*/ 156 h 425"/>
                <a:gd name="T2" fmla="*/ 78 w 1392"/>
                <a:gd name="T3" fmla="*/ 50 h 425"/>
                <a:gd name="T4" fmla="*/ 115 w 1392"/>
                <a:gd name="T5" fmla="*/ 0 h 425"/>
                <a:gd name="T6" fmla="*/ 0 w 1392"/>
                <a:gd name="T7" fmla="*/ 82 h 425"/>
                <a:gd name="T8" fmla="*/ 329 w 1392"/>
                <a:gd name="T9" fmla="*/ 188 h 425"/>
                <a:gd name="T10" fmla="*/ 621 w 1392"/>
                <a:gd name="T11" fmla="*/ 130 h 425"/>
                <a:gd name="T12" fmla="*/ 407 w 1392"/>
                <a:gd name="T13" fmla="*/ 156 h 4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2" h="425">
                  <a:moveTo>
                    <a:pt x="911" y="353"/>
                  </a:moveTo>
                  <a:cubicBezTo>
                    <a:pt x="504" y="353"/>
                    <a:pt x="174" y="245"/>
                    <a:pt x="174" y="111"/>
                  </a:cubicBezTo>
                  <a:cubicBezTo>
                    <a:pt x="174" y="71"/>
                    <a:pt x="203" y="34"/>
                    <a:pt x="256" y="0"/>
                  </a:cubicBezTo>
                  <a:cubicBezTo>
                    <a:pt x="99" y="45"/>
                    <a:pt x="0" y="110"/>
                    <a:pt x="0" y="183"/>
                  </a:cubicBezTo>
                  <a:cubicBezTo>
                    <a:pt x="0" y="317"/>
                    <a:pt x="330" y="425"/>
                    <a:pt x="737" y="425"/>
                  </a:cubicBezTo>
                  <a:cubicBezTo>
                    <a:pt x="1022" y="425"/>
                    <a:pt x="1269" y="372"/>
                    <a:pt x="1392" y="294"/>
                  </a:cubicBezTo>
                  <a:cubicBezTo>
                    <a:pt x="1263" y="331"/>
                    <a:pt x="1095" y="353"/>
                    <a:pt x="911" y="353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89" name="Oval 86">
              <a:extLst>
                <a:ext uri="{FF2B5EF4-FFF2-40B4-BE49-F238E27FC236}">
                  <a16:creationId xmlns:a16="http://schemas.microsoft.com/office/drawing/2014/main" id="{C904DF23-D593-46B8-AAF4-34C1F081E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" y="1158"/>
              <a:ext cx="1127" cy="369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890" name="Freeform 87">
              <a:extLst>
                <a:ext uri="{FF2B5EF4-FFF2-40B4-BE49-F238E27FC236}">
                  <a16:creationId xmlns:a16="http://schemas.microsoft.com/office/drawing/2014/main" id="{F8A07CEC-385C-4897-806E-9424F48C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031"/>
              <a:ext cx="1217" cy="409"/>
            </a:xfrm>
            <a:custGeom>
              <a:avLst/>
              <a:gdLst>
                <a:gd name="T0" fmla="*/ 0 w 1593"/>
                <a:gd name="T1" fmla="*/ 125 h 535"/>
                <a:gd name="T2" fmla="*/ 77 w 1593"/>
                <a:gd name="T3" fmla="*/ 119 h 535"/>
                <a:gd name="T4" fmla="*/ 304 w 1593"/>
                <a:gd name="T5" fmla="*/ 73 h 535"/>
                <a:gd name="T6" fmla="*/ 550 w 1593"/>
                <a:gd name="T7" fmla="*/ 173 h 535"/>
                <a:gd name="T8" fmla="*/ 670 w 1593"/>
                <a:gd name="T9" fmla="*/ 239 h 535"/>
                <a:gd name="T10" fmla="*/ 710 w 1593"/>
                <a:gd name="T11" fmla="*/ 181 h 535"/>
                <a:gd name="T12" fmla="*/ 611 w 1593"/>
                <a:gd name="T13" fmla="*/ 125 h 535"/>
                <a:gd name="T14" fmla="*/ 356 w 1593"/>
                <a:gd name="T15" fmla="*/ 18 h 535"/>
                <a:gd name="T16" fmla="*/ 47 w 1593"/>
                <a:gd name="T17" fmla="*/ 96 h 535"/>
                <a:gd name="T18" fmla="*/ 0 w 1593"/>
                <a:gd name="T19" fmla="*/ 125 h 5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93" h="535">
                  <a:moveTo>
                    <a:pt x="0" y="278"/>
                  </a:moveTo>
                  <a:cubicBezTo>
                    <a:pt x="0" y="278"/>
                    <a:pt x="90" y="315"/>
                    <a:pt x="173" y="267"/>
                  </a:cubicBezTo>
                  <a:cubicBezTo>
                    <a:pt x="255" y="220"/>
                    <a:pt x="501" y="145"/>
                    <a:pt x="682" y="164"/>
                  </a:cubicBezTo>
                  <a:cubicBezTo>
                    <a:pt x="862" y="182"/>
                    <a:pt x="1103" y="286"/>
                    <a:pt x="1235" y="387"/>
                  </a:cubicBezTo>
                  <a:cubicBezTo>
                    <a:pt x="1368" y="487"/>
                    <a:pt x="1426" y="535"/>
                    <a:pt x="1503" y="535"/>
                  </a:cubicBezTo>
                  <a:cubicBezTo>
                    <a:pt x="1593" y="405"/>
                    <a:pt x="1593" y="405"/>
                    <a:pt x="1593" y="405"/>
                  </a:cubicBezTo>
                  <a:cubicBezTo>
                    <a:pt x="1593" y="405"/>
                    <a:pt x="1467" y="355"/>
                    <a:pt x="1371" y="281"/>
                  </a:cubicBezTo>
                  <a:cubicBezTo>
                    <a:pt x="1233" y="175"/>
                    <a:pt x="1058" y="66"/>
                    <a:pt x="798" y="39"/>
                  </a:cubicBezTo>
                  <a:cubicBezTo>
                    <a:pt x="412" y="0"/>
                    <a:pt x="218" y="206"/>
                    <a:pt x="106" y="214"/>
                  </a:cubicBezTo>
                  <a:lnTo>
                    <a:pt x="0" y="278"/>
                  </a:lnTo>
                  <a:close/>
                </a:path>
              </a:pathLst>
            </a:custGeom>
            <a:solidFill>
              <a:srgbClr val="EF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1" name="Freeform 88">
              <a:extLst>
                <a:ext uri="{FF2B5EF4-FFF2-40B4-BE49-F238E27FC236}">
                  <a16:creationId xmlns:a16="http://schemas.microsoft.com/office/drawing/2014/main" id="{0E159458-9A10-4D54-AF53-396ADB04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031"/>
              <a:ext cx="1217" cy="409"/>
            </a:xfrm>
            <a:custGeom>
              <a:avLst/>
              <a:gdLst>
                <a:gd name="T0" fmla="*/ 0 w 1593"/>
                <a:gd name="T1" fmla="*/ 125 h 535"/>
                <a:gd name="T2" fmla="*/ 77 w 1593"/>
                <a:gd name="T3" fmla="*/ 119 h 535"/>
                <a:gd name="T4" fmla="*/ 304 w 1593"/>
                <a:gd name="T5" fmla="*/ 73 h 535"/>
                <a:gd name="T6" fmla="*/ 550 w 1593"/>
                <a:gd name="T7" fmla="*/ 173 h 535"/>
                <a:gd name="T8" fmla="*/ 670 w 1593"/>
                <a:gd name="T9" fmla="*/ 239 h 535"/>
                <a:gd name="T10" fmla="*/ 710 w 1593"/>
                <a:gd name="T11" fmla="*/ 181 h 535"/>
                <a:gd name="T12" fmla="*/ 611 w 1593"/>
                <a:gd name="T13" fmla="*/ 125 h 535"/>
                <a:gd name="T14" fmla="*/ 356 w 1593"/>
                <a:gd name="T15" fmla="*/ 18 h 535"/>
                <a:gd name="T16" fmla="*/ 47 w 1593"/>
                <a:gd name="T17" fmla="*/ 96 h 535"/>
                <a:gd name="T18" fmla="*/ 0 w 1593"/>
                <a:gd name="T19" fmla="*/ 125 h 5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93" h="535">
                  <a:moveTo>
                    <a:pt x="0" y="278"/>
                  </a:moveTo>
                  <a:cubicBezTo>
                    <a:pt x="0" y="278"/>
                    <a:pt x="90" y="315"/>
                    <a:pt x="173" y="267"/>
                  </a:cubicBezTo>
                  <a:cubicBezTo>
                    <a:pt x="255" y="220"/>
                    <a:pt x="501" y="145"/>
                    <a:pt x="682" y="164"/>
                  </a:cubicBezTo>
                  <a:cubicBezTo>
                    <a:pt x="862" y="182"/>
                    <a:pt x="1103" y="286"/>
                    <a:pt x="1235" y="387"/>
                  </a:cubicBezTo>
                  <a:cubicBezTo>
                    <a:pt x="1368" y="487"/>
                    <a:pt x="1426" y="535"/>
                    <a:pt x="1503" y="535"/>
                  </a:cubicBezTo>
                  <a:cubicBezTo>
                    <a:pt x="1593" y="405"/>
                    <a:pt x="1593" y="405"/>
                    <a:pt x="1593" y="405"/>
                  </a:cubicBezTo>
                  <a:cubicBezTo>
                    <a:pt x="1593" y="405"/>
                    <a:pt x="1467" y="355"/>
                    <a:pt x="1371" y="281"/>
                  </a:cubicBezTo>
                  <a:cubicBezTo>
                    <a:pt x="1233" y="175"/>
                    <a:pt x="1058" y="66"/>
                    <a:pt x="798" y="39"/>
                  </a:cubicBezTo>
                  <a:cubicBezTo>
                    <a:pt x="412" y="0"/>
                    <a:pt x="218" y="206"/>
                    <a:pt x="106" y="214"/>
                  </a:cubicBezTo>
                  <a:lnTo>
                    <a:pt x="0" y="278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2" name="Freeform 89">
              <a:extLst>
                <a:ext uri="{FF2B5EF4-FFF2-40B4-BE49-F238E27FC236}">
                  <a16:creationId xmlns:a16="http://schemas.microsoft.com/office/drawing/2014/main" id="{8D865644-CFFD-463B-9B73-914AABE35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39"/>
              <a:ext cx="1050" cy="330"/>
            </a:xfrm>
            <a:custGeom>
              <a:avLst/>
              <a:gdLst>
                <a:gd name="T0" fmla="*/ 0 w 1374"/>
                <a:gd name="T1" fmla="*/ 113 h 431"/>
                <a:gd name="T2" fmla="*/ 118 w 1374"/>
                <a:gd name="T3" fmla="*/ 63 h 431"/>
                <a:gd name="T4" fmla="*/ 456 w 1374"/>
                <a:gd name="T5" fmla="*/ 84 h 431"/>
                <a:gd name="T6" fmla="*/ 613 w 1374"/>
                <a:gd name="T7" fmla="*/ 173 h 431"/>
                <a:gd name="T8" fmla="*/ 559 w 1374"/>
                <a:gd name="T9" fmla="*/ 164 h 431"/>
                <a:gd name="T10" fmla="*/ 97 w 1374"/>
                <a:gd name="T11" fmla="*/ 89 h 431"/>
                <a:gd name="T12" fmla="*/ 0 w 1374"/>
                <a:gd name="T13" fmla="*/ 113 h 4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4" h="431">
                  <a:moveTo>
                    <a:pt x="0" y="252"/>
                  </a:moveTo>
                  <a:cubicBezTo>
                    <a:pt x="0" y="252"/>
                    <a:pt x="158" y="183"/>
                    <a:pt x="264" y="140"/>
                  </a:cubicBezTo>
                  <a:cubicBezTo>
                    <a:pt x="371" y="97"/>
                    <a:pt x="676" y="41"/>
                    <a:pt x="1022" y="188"/>
                  </a:cubicBezTo>
                  <a:cubicBezTo>
                    <a:pt x="1184" y="257"/>
                    <a:pt x="1374" y="385"/>
                    <a:pt x="1374" y="385"/>
                  </a:cubicBezTo>
                  <a:cubicBezTo>
                    <a:pt x="1374" y="385"/>
                    <a:pt x="1336" y="431"/>
                    <a:pt x="1251" y="364"/>
                  </a:cubicBezTo>
                  <a:cubicBezTo>
                    <a:pt x="1166" y="297"/>
                    <a:pt x="612" y="0"/>
                    <a:pt x="217" y="199"/>
                  </a:cubicBezTo>
                  <a:cubicBezTo>
                    <a:pt x="124" y="246"/>
                    <a:pt x="35" y="279"/>
                    <a:pt x="0" y="252"/>
                  </a:cubicBezTo>
                  <a:close/>
                </a:path>
              </a:pathLst>
            </a:custGeom>
            <a:solidFill>
              <a:srgbClr val="D1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3" name="Freeform 90">
              <a:extLst>
                <a:ext uri="{FF2B5EF4-FFF2-40B4-BE49-F238E27FC236}">
                  <a16:creationId xmlns:a16="http://schemas.microsoft.com/office/drawing/2014/main" id="{3876667D-33B1-4BF1-9006-195F50F9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262"/>
              <a:ext cx="220" cy="438"/>
            </a:xfrm>
            <a:custGeom>
              <a:avLst/>
              <a:gdLst>
                <a:gd name="T0" fmla="*/ 59 w 287"/>
                <a:gd name="T1" fmla="*/ 15 h 573"/>
                <a:gd name="T2" fmla="*/ 21 w 287"/>
                <a:gd name="T3" fmla="*/ 56 h 573"/>
                <a:gd name="T4" fmla="*/ 39 w 287"/>
                <a:gd name="T5" fmla="*/ 72 h 573"/>
                <a:gd name="T6" fmla="*/ 49 w 287"/>
                <a:gd name="T7" fmla="*/ 73 h 573"/>
                <a:gd name="T8" fmla="*/ 41 w 287"/>
                <a:gd name="T9" fmla="*/ 133 h 573"/>
                <a:gd name="T10" fmla="*/ 2 w 287"/>
                <a:gd name="T11" fmla="*/ 177 h 573"/>
                <a:gd name="T12" fmla="*/ 2 w 287"/>
                <a:gd name="T13" fmla="*/ 251 h 573"/>
                <a:gd name="T14" fmla="*/ 14 w 287"/>
                <a:gd name="T15" fmla="*/ 256 h 573"/>
                <a:gd name="T16" fmla="*/ 79 w 287"/>
                <a:gd name="T17" fmla="*/ 195 h 573"/>
                <a:gd name="T18" fmla="*/ 99 w 287"/>
                <a:gd name="T19" fmla="*/ 155 h 573"/>
                <a:gd name="T20" fmla="*/ 99 w 287"/>
                <a:gd name="T21" fmla="*/ 111 h 573"/>
                <a:gd name="T22" fmla="*/ 120 w 287"/>
                <a:gd name="T23" fmla="*/ 39 h 573"/>
                <a:gd name="T24" fmla="*/ 59 w 287"/>
                <a:gd name="T25" fmla="*/ 15 h 5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7" h="573">
                  <a:moveTo>
                    <a:pt x="131" y="33"/>
                  </a:moveTo>
                  <a:cubicBezTo>
                    <a:pt x="131" y="33"/>
                    <a:pt x="46" y="99"/>
                    <a:pt x="48" y="126"/>
                  </a:cubicBezTo>
                  <a:cubicBezTo>
                    <a:pt x="50" y="154"/>
                    <a:pt x="66" y="159"/>
                    <a:pt x="88" y="161"/>
                  </a:cubicBezTo>
                  <a:cubicBezTo>
                    <a:pt x="110" y="163"/>
                    <a:pt x="108" y="162"/>
                    <a:pt x="108" y="162"/>
                  </a:cubicBezTo>
                  <a:cubicBezTo>
                    <a:pt x="108" y="162"/>
                    <a:pt x="125" y="277"/>
                    <a:pt x="90" y="297"/>
                  </a:cubicBezTo>
                  <a:cubicBezTo>
                    <a:pt x="55" y="317"/>
                    <a:pt x="4" y="339"/>
                    <a:pt x="2" y="395"/>
                  </a:cubicBezTo>
                  <a:cubicBezTo>
                    <a:pt x="0" y="450"/>
                    <a:pt x="4" y="564"/>
                    <a:pt x="4" y="564"/>
                  </a:cubicBezTo>
                  <a:cubicBezTo>
                    <a:pt x="31" y="573"/>
                    <a:pt x="31" y="573"/>
                    <a:pt x="31" y="573"/>
                  </a:cubicBezTo>
                  <a:cubicBezTo>
                    <a:pt x="176" y="437"/>
                    <a:pt x="176" y="437"/>
                    <a:pt x="176" y="437"/>
                  </a:cubicBezTo>
                  <a:cubicBezTo>
                    <a:pt x="219" y="347"/>
                    <a:pt x="219" y="347"/>
                    <a:pt x="219" y="347"/>
                  </a:cubicBezTo>
                  <a:cubicBezTo>
                    <a:pt x="219" y="248"/>
                    <a:pt x="219" y="248"/>
                    <a:pt x="219" y="248"/>
                  </a:cubicBezTo>
                  <a:cubicBezTo>
                    <a:pt x="219" y="248"/>
                    <a:pt x="287" y="214"/>
                    <a:pt x="268" y="88"/>
                  </a:cubicBezTo>
                  <a:cubicBezTo>
                    <a:pt x="255" y="0"/>
                    <a:pt x="131" y="33"/>
                    <a:pt x="131" y="33"/>
                  </a:cubicBezTo>
                  <a:close/>
                </a:path>
              </a:pathLst>
            </a:custGeom>
            <a:solidFill>
              <a:srgbClr val="E7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4" name="Freeform 91">
              <a:extLst>
                <a:ext uri="{FF2B5EF4-FFF2-40B4-BE49-F238E27FC236}">
                  <a16:creationId xmlns:a16="http://schemas.microsoft.com/office/drawing/2014/main" id="{B333750F-C5FE-4E8D-B9F8-25560DAD8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262"/>
              <a:ext cx="220" cy="438"/>
            </a:xfrm>
            <a:custGeom>
              <a:avLst/>
              <a:gdLst>
                <a:gd name="T0" fmla="*/ 59 w 287"/>
                <a:gd name="T1" fmla="*/ 15 h 573"/>
                <a:gd name="T2" fmla="*/ 21 w 287"/>
                <a:gd name="T3" fmla="*/ 56 h 573"/>
                <a:gd name="T4" fmla="*/ 39 w 287"/>
                <a:gd name="T5" fmla="*/ 72 h 573"/>
                <a:gd name="T6" fmla="*/ 49 w 287"/>
                <a:gd name="T7" fmla="*/ 73 h 573"/>
                <a:gd name="T8" fmla="*/ 41 w 287"/>
                <a:gd name="T9" fmla="*/ 133 h 573"/>
                <a:gd name="T10" fmla="*/ 2 w 287"/>
                <a:gd name="T11" fmla="*/ 177 h 573"/>
                <a:gd name="T12" fmla="*/ 2 w 287"/>
                <a:gd name="T13" fmla="*/ 251 h 573"/>
                <a:gd name="T14" fmla="*/ 14 w 287"/>
                <a:gd name="T15" fmla="*/ 256 h 573"/>
                <a:gd name="T16" fmla="*/ 79 w 287"/>
                <a:gd name="T17" fmla="*/ 195 h 573"/>
                <a:gd name="T18" fmla="*/ 99 w 287"/>
                <a:gd name="T19" fmla="*/ 155 h 573"/>
                <a:gd name="T20" fmla="*/ 99 w 287"/>
                <a:gd name="T21" fmla="*/ 111 h 573"/>
                <a:gd name="T22" fmla="*/ 120 w 287"/>
                <a:gd name="T23" fmla="*/ 39 h 573"/>
                <a:gd name="T24" fmla="*/ 59 w 287"/>
                <a:gd name="T25" fmla="*/ 15 h 5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7" h="573">
                  <a:moveTo>
                    <a:pt x="131" y="33"/>
                  </a:moveTo>
                  <a:cubicBezTo>
                    <a:pt x="131" y="33"/>
                    <a:pt x="46" y="99"/>
                    <a:pt x="48" y="126"/>
                  </a:cubicBezTo>
                  <a:cubicBezTo>
                    <a:pt x="50" y="154"/>
                    <a:pt x="66" y="159"/>
                    <a:pt x="88" y="161"/>
                  </a:cubicBezTo>
                  <a:cubicBezTo>
                    <a:pt x="110" y="163"/>
                    <a:pt x="108" y="162"/>
                    <a:pt x="108" y="162"/>
                  </a:cubicBezTo>
                  <a:cubicBezTo>
                    <a:pt x="108" y="162"/>
                    <a:pt x="125" y="277"/>
                    <a:pt x="90" y="297"/>
                  </a:cubicBezTo>
                  <a:cubicBezTo>
                    <a:pt x="55" y="317"/>
                    <a:pt x="4" y="339"/>
                    <a:pt x="2" y="395"/>
                  </a:cubicBezTo>
                  <a:cubicBezTo>
                    <a:pt x="0" y="450"/>
                    <a:pt x="4" y="564"/>
                    <a:pt x="4" y="564"/>
                  </a:cubicBezTo>
                  <a:cubicBezTo>
                    <a:pt x="31" y="573"/>
                    <a:pt x="31" y="573"/>
                    <a:pt x="31" y="573"/>
                  </a:cubicBezTo>
                  <a:cubicBezTo>
                    <a:pt x="176" y="437"/>
                    <a:pt x="176" y="437"/>
                    <a:pt x="176" y="437"/>
                  </a:cubicBezTo>
                  <a:cubicBezTo>
                    <a:pt x="219" y="347"/>
                    <a:pt x="219" y="347"/>
                    <a:pt x="219" y="347"/>
                  </a:cubicBezTo>
                  <a:cubicBezTo>
                    <a:pt x="219" y="248"/>
                    <a:pt x="219" y="248"/>
                    <a:pt x="219" y="248"/>
                  </a:cubicBezTo>
                  <a:cubicBezTo>
                    <a:pt x="219" y="248"/>
                    <a:pt x="287" y="214"/>
                    <a:pt x="268" y="88"/>
                  </a:cubicBezTo>
                  <a:cubicBezTo>
                    <a:pt x="255" y="0"/>
                    <a:pt x="131" y="33"/>
                    <a:pt x="131" y="33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5" name="Freeform 92">
              <a:extLst>
                <a:ext uri="{FF2B5EF4-FFF2-40B4-BE49-F238E27FC236}">
                  <a16:creationId xmlns:a16="http://schemas.microsoft.com/office/drawing/2014/main" id="{98FA3AFB-B14C-4DB5-926E-5607EFE24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474"/>
              <a:ext cx="357" cy="228"/>
            </a:xfrm>
            <a:custGeom>
              <a:avLst/>
              <a:gdLst>
                <a:gd name="T0" fmla="*/ 0 w 467"/>
                <a:gd name="T1" fmla="*/ 48 h 298"/>
                <a:gd name="T2" fmla="*/ 70 w 467"/>
                <a:gd name="T3" fmla="*/ 0 h 298"/>
                <a:gd name="T4" fmla="*/ 88 w 467"/>
                <a:gd name="T5" fmla="*/ 2 h 298"/>
                <a:gd name="T6" fmla="*/ 88 w 467"/>
                <a:gd name="T7" fmla="*/ 12 h 298"/>
                <a:gd name="T8" fmla="*/ 185 w 467"/>
                <a:gd name="T9" fmla="*/ 43 h 298"/>
                <a:gd name="T10" fmla="*/ 180 w 467"/>
                <a:gd name="T11" fmla="*/ 83 h 298"/>
                <a:gd name="T12" fmla="*/ 127 w 467"/>
                <a:gd name="T13" fmla="*/ 109 h 298"/>
                <a:gd name="T14" fmla="*/ 28 w 467"/>
                <a:gd name="T15" fmla="*/ 133 h 298"/>
                <a:gd name="T16" fmla="*/ 1 w 467"/>
                <a:gd name="T17" fmla="*/ 132 h 298"/>
                <a:gd name="T18" fmla="*/ 0 w 467"/>
                <a:gd name="T19" fmla="*/ 48 h 2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7" h="298">
                  <a:moveTo>
                    <a:pt x="0" y="107"/>
                  </a:moveTo>
                  <a:cubicBezTo>
                    <a:pt x="0" y="107"/>
                    <a:pt x="135" y="35"/>
                    <a:pt x="158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413" y="95"/>
                    <a:pt x="413" y="95"/>
                    <a:pt x="413" y="95"/>
                  </a:cubicBezTo>
                  <a:cubicBezTo>
                    <a:pt x="413" y="95"/>
                    <a:pt x="467" y="120"/>
                    <a:pt x="404" y="184"/>
                  </a:cubicBezTo>
                  <a:cubicBezTo>
                    <a:pt x="340" y="247"/>
                    <a:pt x="284" y="244"/>
                    <a:pt x="284" y="244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1" y="296"/>
                    <a:pt x="1" y="296"/>
                    <a:pt x="1" y="296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464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6" name="Freeform 93">
              <a:extLst>
                <a:ext uri="{FF2B5EF4-FFF2-40B4-BE49-F238E27FC236}">
                  <a16:creationId xmlns:a16="http://schemas.microsoft.com/office/drawing/2014/main" id="{BFE11583-CCD4-402F-BB14-3B581FCC8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474"/>
              <a:ext cx="357" cy="228"/>
            </a:xfrm>
            <a:custGeom>
              <a:avLst/>
              <a:gdLst>
                <a:gd name="T0" fmla="*/ 0 w 467"/>
                <a:gd name="T1" fmla="*/ 48 h 298"/>
                <a:gd name="T2" fmla="*/ 70 w 467"/>
                <a:gd name="T3" fmla="*/ 0 h 298"/>
                <a:gd name="T4" fmla="*/ 88 w 467"/>
                <a:gd name="T5" fmla="*/ 2 h 298"/>
                <a:gd name="T6" fmla="*/ 88 w 467"/>
                <a:gd name="T7" fmla="*/ 12 h 298"/>
                <a:gd name="T8" fmla="*/ 185 w 467"/>
                <a:gd name="T9" fmla="*/ 43 h 298"/>
                <a:gd name="T10" fmla="*/ 180 w 467"/>
                <a:gd name="T11" fmla="*/ 83 h 298"/>
                <a:gd name="T12" fmla="*/ 127 w 467"/>
                <a:gd name="T13" fmla="*/ 109 h 298"/>
                <a:gd name="T14" fmla="*/ 28 w 467"/>
                <a:gd name="T15" fmla="*/ 133 h 298"/>
                <a:gd name="T16" fmla="*/ 1 w 467"/>
                <a:gd name="T17" fmla="*/ 132 h 298"/>
                <a:gd name="T18" fmla="*/ 0 w 467"/>
                <a:gd name="T19" fmla="*/ 48 h 2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7" h="298">
                  <a:moveTo>
                    <a:pt x="0" y="107"/>
                  </a:moveTo>
                  <a:cubicBezTo>
                    <a:pt x="0" y="107"/>
                    <a:pt x="135" y="35"/>
                    <a:pt x="158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413" y="95"/>
                    <a:pt x="413" y="95"/>
                    <a:pt x="413" y="95"/>
                  </a:cubicBezTo>
                  <a:cubicBezTo>
                    <a:pt x="413" y="95"/>
                    <a:pt x="467" y="120"/>
                    <a:pt x="404" y="184"/>
                  </a:cubicBezTo>
                  <a:cubicBezTo>
                    <a:pt x="340" y="247"/>
                    <a:pt x="284" y="244"/>
                    <a:pt x="284" y="244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1" y="296"/>
                    <a:pt x="1" y="296"/>
                    <a:pt x="1" y="296"/>
                  </a:cubicBezTo>
                  <a:lnTo>
                    <a:pt x="0" y="107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7" name="Freeform 94">
              <a:extLst>
                <a:ext uri="{FF2B5EF4-FFF2-40B4-BE49-F238E27FC236}">
                  <a16:creationId xmlns:a16="http://schemas.microsoft.com/office/drawing/2014/main" id="{12A408B6-C566-4FF4-912E-629FEDA6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557"/>
              <a:ext cx="275" cy="74"/>
            </a:xfrm>
            <a:custGeom>
              <a:avLst/>
              <a:gdLst>
                <a:gd name="T0" fmla="*/ 149 w 359"/>
                <a:gd name="T1" fmla="*/ 0 h 97"/>
                <a:gd name="T2" fmla="*/ 142 w 359"/>
                <a:gd name="T3" fmla="*/ 27 h 97"/>
                <a:gd name="T4" fmla="*/ 93 w 359"/>
                <a:gd name="T5" fmla="*/ 37 h 97"/>
                <a:gd name="T6" fmla="*/ 0 w 359"/>
                <a:gd name="T7" fmla="*/ 11 h 97"/>
                <a:gd name="T8" fmla="*/ 99 w 359"/>
                <a:gd name="T9" fmla="*/ 33 h 97"/>
                <a:gd name="T10" fmla="*/ 149 w 359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9" h="97">
                  <a:moveTo>
                    <a:pt x="330" y="0"/>
                  </a:moveTo>
                  <a:cubicBezTo>
                    <a:pt x="330" y="0"/>
                    <a:pt x="359" y="25"/>
                    <a:pt x="315" y="61"/>
                  </a:cubicBezTo>
                  <a:cubicBezTo>
                    <a:pt x="270" y="97"/>
                    <a:pt x="206" y="84"/>
                    <a:pt x="206" y="8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19" y="73"/>
                    <a:pt x="219" y="73"/>
                    <a:pt x="219" y="73"/>
                  </a:cubicBezTo>
                  <a:cubicBezTo>
                    <a:pt x="219" y="73"/>
                    <a:pt x="345" y="69"/>
                    <a:pt x="330" y="0"/>
                  </a:cubicBezTo>
                  <a:close/>
                </a:path>
              </a:pathLst>
            </a:custGeom>
            <a:solidFill>
              <a:srgbClr val="2E3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8" name="Freeform 95">
              <a:extLst>
                <a:ext uri="{FF2B5EF4-FFF2-40B4-BE49-F238E27FC236}">
                  <a16:creationId xmlns:a16="http://schemas.microsoft.com/office/drawing/2014/main" id="{73F7A632-0DED-4D91-BA85-312768BF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506"/>
              <a:ext cx="77" cy="59"/>
            </a:xfrm>
            <a:custGeom>
              <a:avLst/>
              <a:gdLst>
                <a:gd name="T0" fmla="*/ 0 w 102"/>
                <a:gd name="T1" fmla="*/ 34 h 77"/>
                <a:gd name="T2" fmla="*/ 44 w 102"/>
                <a:gd name="T3" fmla="*/ 0 h 77"/>
                <a:gd name="T4" fmla="*/ 0 w 102"/>
                <a:gd name="T5" fmla="*/ 3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77">
                  <a:moveTo>
                    <a:pt x="0" y="77"/>
                  </a:moveTo>
                  <a:cubicBezTo>
                    <a:pt x="0" y="77"/>
                    <a:pt x="83" y="32"/>
                    <a:pt x="102" y="0"/>
                  </a:cubicBezTo>
                  <a:cubicBezTo>
                    <a:pt x="102" y="0"/>
                    <a:pt x="92" y="54"/>
                    <a:pt x="0" y="77"/>
                  </a:cubicBezTo>
                  <a:close/>
                </a:path>
              </a:pathLst>
            </a:custGeom>
            <a:solidFill>
              <a:srgbClr val="2E3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9" name="Freeform 96">
              <a:extLst>
                <a:ext uri="{FF2B5EF4-FFF2-40B4-BE49-F238E27FC236}">
                  <a16:creationId xmlns:a16="http://schemas.microsoft.com/office/drawing/2014/main" id="{2106A468-BE1D-4D9F-B8AD-597125C39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053"/>
              <a:ext cx="160" cy="58"/>
            </a:xfrm>
            <a:custGeom>
              <a:avLst/>
              <a:gdLst>
                <a:gd name="T0" fmla="*/ 93 w 209"/>
                <a:gd name="T1" fmla="*/ 20 h 76"/>
                <a:gd name="T2" fmla="*/ 46 w 209"/>
                <a:gd name="T3" fmla="*/ 32 h 76"/>
                <a:gd name="T4" fmla="*/ 2 w 209"/>
                <a:gd name="T5" fmla="*/ 14 h 76"/>
                <a:gd name="T6" fmla="*/ 48 w 209"/>
                <a:gd name="T7" fmla="*/ 2 h 76"/>
                <a:gd name="T8" fmla="*/ 93 w 209"/>
                <a:gd name="T9" fmla="*/ 2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76">
                  <a:moveTo>
                    <a:pt x="207" y="45"/>
                  </a:moveTo>
                  <a:cubicBezTo>
                    <a:pt x="206" y="64"/>
                    <a:pt x="159" y="76"/>
                    <a:pt x="102" y="72"/>
                  </a:cubicBezTo>
                  <a:cubicBezTo>
                    <a:pt x="45" y="68"/>
                    <a:pt x="0" y="50"/>
                    <a:pt x="2" y="31"/>
                  </a:cubicBezTo>
                  <a:cubicBezTo>
                    <a:pt x="3" y="12"/>
                    <a:pt x="50" y="0"/>
                    <a:pt x="107" y="4"/>
                  </a:cubicBezTo>
                  <a:cubicBezTo>
                    <a:pt x="164" y="8"/>
                    <a:pt x="209" y="26"/>
                    <a:pt x="207" y="45"/>
                  </a:cubicBezTo>
                  <a:close/>
                </a:path>
              </a:pathLst>
            </a:custGeom>
            <a:solidFill>
              <a:srgbClr val="D1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0" name="Freeform 97">
              <a:extLst>
                <a:ext uri="{FF2B5EF4-FFF2-40B4-BE49-F238E27FC236}">
                  <a16:creationId xmlns:a16="http://schemas.microsoft.com/office/drawing/2014/main" id="{0710532D-1B50-4009-A71E-34A080DB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051"/>
              <a:ext cx="129" cy="57"/>
            </a:xfrm>
            <a:custGeom>
              <a:avLst/>
              <a:gdLst>
                <a:gd name="T0" fmla="*/ 75 w 169"/>
                <a:gd name="T1" fmla="*/ 19 h 74"/>
                <a:gd name="T2" fmla="*/ 37 w 169"/>
                <a:gd name="T3" fmla="*/ 32 h 74"/>
                <a:gd name="T4" fmla="*/ 1 w 169"/>
                <a:gd name="T5" fmla="*/ 14 h 74"/>
                <a:gd name="T6" fmla="*/ 38 w 169"/>
                <a:gd name="T7" fmla="*/ 2 h 74"/>
                <a:gd name="T8" fmla="*/ 75 w 169"/>
                <a:gd name="T9" fmla="*/ 1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74">
                  <a:moveTo>
                    <a:pt x="168" y="43"/>
                  </a:moveTo>
                  <a:cubicBezTo>
                    <a:pt x="166" y="61"/>
                    <a:pt x="128" y="74"/>
                    <a:pt x="82" y="71"/>
                  </a:cubicBezTo>
                  <a:cubicBezTo>
                    <a:pt x="36" y="67"/>
                    <a:pt x="0" y="50"/>
                    <a:pt x="1" y="31"/>
                  </a:cubicBezTo>
                  <a:cubicBezTo>
                    <a:pt x="2" y="12"/>
                    <a:pt x="41" y="0"/>
                    <a:pt x="87" y="3"/>
                  </a:cubicBezTo>
                  <a:cubicBezTo>
                    <a:pt x="133" y="6"/>
                    <a:pt x="169" y="24"/>
                    <a:pt x="168" y="43"/>
                  </a:cubicBez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1" name="Freeform 98">
              <a:extLst>
                <a:ext uri="{FF2B5EF4-FFF2-40B4-BE49-F238E27FC236}">
                  <a16:creationId xmlns:a16="http://schemas.microsoft.com/office/drawing/2014/main" id="{1385C7F9-BB5F-4D44-AE7A-87ECF150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878"/>
              <a:ext cx="126" cy="225"/>
            </a:xfrm>
            <a:custGeom>
              <a:avLst/>
              <a:gdLst>
                <a:gd name="T0" fmla="*/ 73 w 166"/>
                <a:gd name="T1" fmla="*/ 104 h 295"/>
                <a:gd name="T2" fmla="*/ 48 w 166"/>
                <a:gd name="T3" fmla="*/ 129 h 295"/>
                <a:gd name="T4" fmla="*/ 24 w 166"/>
                <a:gd name="T5" fmla="*/ 128 h 295"/>
                <a:gd name="T6" fmla="*/ 0 w 166"/>
                <a:gd name="T7" fmla="*/ 104 h 295"/>
                <a:gd name="T8" fmla="*/ 0 w 166"/>
                <a:gd name="T9" fmla="*/ 25 h 295"/>
                <a:gd name="T10" fmla="*/ 25 w 166"/>
                <a:gd name="T11" fmla="*/ 0 h 295"/>
                <a:gd name="T12" fmla="*/ 48 w 166"/>
                <a:gd name="T13" fmla="*/ 0 h 295"/>
                <a:gd name="T14" fmla="*/ 73 w 166"/>
                <a:gd name="T15" fmla="*/ 25 h 295"/>
                <a:gd name="T16" fmla="*/ 73 w 166"/>
                <a:gd name="T17" fmla="*/ 104 h 2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295">
                  <a:moveTo>
                    <a:pt x="166" y="234"/>
                  </a:moveTo>
                  <a:cubicBezTo>
                    <a:pt x="166" y="265"/>
                    <a:pt x="140" y="290"/>
                    <a:pt x="109" y="290"/>
                  </a:cubicBezTo>
                  <a:cubicBezTo>
                    <a:pt x="109" y="290"/>
                    <a:pt x="78" y="295"/>
                    <a:pt x="54" y="288"/>
                  </a:cubicBezTo>
                  <a:cubicBezTo>
                    <a:pt x="29" y="281"/>
                    <a:pt x="0" y="265"/>
                    <a:pt x="0" y="23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26" y="0"/>
                    <a:pt x="57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40" y="0"/>
                    <a:pt x="166" y="25"/>
                    <a:pt x="166" y="56"/>
                  </a:cubicBezTo>
                  <a:lnTo>
                    <a:pt x="166" y="234"/>
                  </a:lnTo>
                  <a:close/>
                </a:path>
              </a:pathLst>
            </a:custGeom>
            <a:solidFill>
              <a:srgbClr val="464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2" name="Freeform 99">
              <a:extLst>
                <a:ext uri="{FF2B5EF4-FFF2-40B4-BE49-F238E27FC236}">
                  <a16:creationId xmlns:a16="http://schemas.microsoft.com/office/drawing/2014/main" id="{2061D05D-3B27-45B9-B158-D639FF72E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878"/>
              <a:ext cx="82" cy="225"/>
            </a:xfrm>
            <a:custGeom>
              <a:avLst/>
              <a:gdLst>
                <a:gd name="T0" fmla="*/ 42 w 108"/>
                <a:gd name="T1" fmla="*/ 129 h 294"/>
                <a:gd name="T2" fmla="*/ 18 w 108"/>
                <a:gd name="T3" fmla="*/ 105 h 294"/>
                <a:gd name="T4" fmla="*/ 18 w 108"/>
                <a:gd name="T5" fmla="*/ 25 h 294"/>
                <a:gd name="T6" fmla="*/ 43 w 108"/>
                <a:gd name="T7" fmla="*/ 0 h 294"/>
                <a:gd name="T8" fmla="*/ 25 w 108"/>
                <a:gd name="T9" fmla="*/ 0 h 294"/>
                <a:gd name="T10" fmla="*/ 0 w 108"/>
                <a:gd name="T11" fmla="*/ 25 h 294"/>
                <a:gd name="T12" fmla="*/ 0 w 108"/>
                <a:gd name="T13" fmla="*/ 105 h 294"/>
                <a:gd name="T14" fmla="*/ 24 w 108"/>
                <a:gd name="T15" fmla="*/ 129 h 294"/>
                <a:gd name="T16" fmla="*/ 47 w 108"/>
                <a:gd name="T17" fmla="*/ 131 h 294"/>
                <a:gd name="T18" fmla="*/ 42 w 108"/>
                <a:gd name="T19" fmla="*/ 129 h 2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294">
                  <a:moveTo>
                    <a:pt x="96" y="288"/>
                  </a:moveTo>
                  <a:cubicBezTo>
                    <a:pt x="71" y="281"/>
                    <a:pt x="42" y="265"/>
                    <a:pt x="42" y="234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25"/>
                    <a:pt x="68" y="0"/>
                    <a:pt x="99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234"/>
                    <a:pt x="0" y="234"/>
                    <a:pt x="0" y="234"/>
                  </a:cubicBezTo>
                  <a:cubicBezTo>
                    <a:pt x="0" y="265"/>
                    <a:pt x="29" y="281"/>
                    <a:pt x="54" y="288"/>
                  </a:cubicBezTo>
                  <a:cubicBezTo>
                    <a:pt x="76" y="294"/>
                    <a:pt x="103" y="291"/>
                    <a:pt x="108" y="291"/>
                  </a:cubicBezTo>
                  <a:cubicBezTo>
                    <a:pt x="104" y="290"/>
                    <a:pt x="100" y="289"/>
                    <a:pt x="96" y="288"/>
                  </a:cubicBezTo>
                  <a:close/>
                </a:path>
              </a:pathLst>
            </a:custGeom>
            <a:solidFill>
              <a:srgbClr val="5A6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3" name="Freeform 100">
              <a:extLst>
                <a:ext uri="{FF2B5EF4-FFF2-40B4-BE49-F238E27FC236}">
                  <a16:creationId xmlns:a16="http://schemas.microsoft.com/office/drawing/2014/main" id="{8BB03093-0985-4E40-A96D-BE289065D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878"/>
              <a:ext cx="126" cy="225"/>
            </a:xfrm>
            <a:custGeom>
              <a:avLst/>
              <a:gdLst>
                <a:gd name="T0" fmla="*/ 73 w 166"/>
                <a:gd name="T1" fmla="*/ 104 h 295"/>
                <a:gd name="T2" fmla="*/ 48 w 166"/>
                <a:gd name="T3" fmla="*/ 129 h 295"/>
                <a:gd name="T4" fmla="*/ 24 w 166"/>
                <a:gd name="T5" fmla="*/ 128 h 295"/>
                <a:gd name="T6" fmla="*/ 0 w 166"/>
                <a:gd name="T7" fmla="*/ 104 h 295"/>
                <a:gd name="T8" fmla="*/ 0 w 166"/>
                <a:gd name="T9" fmla="*/ 25 h 295"/>
                <a:gd name="T10" fmla="*/ 25 w 166"/>
                <a:gd name="T11" fmla="*/ 0 h 295"/>
                <a:gd name="T12" fmla="*/ 48 w 166"/>
                <a:gd name="T13" fmla="*/ 0 h 295"/>
                <a:gd name="T14" fmla="*/ 73 w 166"/>
                <a:gd name="T15" fmla="*/ 25 h 295"/>
                <a:gd name="T16" fmla="*/ 73 w 166"/>
                <a:gd name="T17" fmla="*/ 104 h 2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295">
                  <a:moveTo>
                    <a:pt x="166" y="234"/>
                  </a:moveTo>
                  <a:cubicBezTo>
                    <a:pt x="166" y="265"/>
                    <a:pt x="140" y="290"/>
                    <a:pt x="109" y="290"/>
                  </a:cubicBezTo>
                  <a:cubicBezTo>
                    <a:pt x="109" y="290"/>
                    <a:pt x="78" y="295"/>
                    <a:pt x="54" y="288"/>
                  </a:cubicBezTo>
                  <a:cubicBezTo>
                    <a:pt x="29" y="281"/>
                    <a:pt x="0" y="265"/>
                    <a:pt x="0" y="23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26" y="0"/>
                    <a:pt x="57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40" y="0"/>
                    <a:pt x="166" y="25"/>
                    <a:pt x="166" y="56"/>
                  </a:cubicBezTo>
                  <a:lnTo>
                    <a:pt x="166" y="234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4" name="Freeform 101">
              <a:extLst>
                <a:ext uri="{FF2B5EF4-FFF2-40B4-BE49-F238E27FC236}">
                  <a16:creationId xmlns:a16="http://schemas.microsoft.com/office/drawing/2014/main" id="{89E764D6-50F6-4747-B943-999A236D3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815"/>
              <a:ext cx="314" cy="136"/>
            </a:xfrm>
            <a:custGeom>
              <a:avLst/>
              <a:gdLst>
                <a:gd name="T0" fmla="*/ 184 w 410"/>
                <a:gd name="T1" fmla="*/ 40 h 178"/>
                <a:gd name="T2" fmla="*/ 92 w 410"/>
                <a:gd name="T3" fmla="*/ 79 h 178"/>
                <a:gd name="T4" fmla="*/ 0 w 410"/>
                <a:gd name="T5" fmla="*/ 40 h 178"/>
                <a:gd name="T6" fmla="*/ 92 w 410"/>
                <a:gd name="T7" fmla="*/ 0 h 178"/>
                <a:gd name="T8" fmla="*/ 184 w 410"/>
                <a:gd name="T9" fmla="*/ 4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0" h="178">
                  <a:moveTo>
                    <a:pt x="410" y="89"/>
                  </a:moveTo>
                  <a:cubicBezTo>
                    <a:pt x="410" y="138"/>
                    <a:pt x="318" y="178"/>
                    <a:pt x="205" y="178"/>
                  </a:cubicBezTo>
                  <a:cubicBezTo>
                    <a:pt x="92" y="178"/>
                    <a:pt x="0" y="138"/>
                    <a:pt x="0" y="89"/>
                  </a:cubicBezTo>
                  <a:cubicBezTo>
                    <a:pt x="0" y="40"/>
                    <a:pt x="38" y="0"/>
                    <a:pt x="205" y="0"/>
                  </a:cubicBezTo>
                  <a:cubicBezTo>
                    <a:pt x="363" y="0"/>
                    <a:pt x="410" y="40"/>
                    <a:pt x="410" y="89"/>
                  </a:cubicBezTo>
                  <a:close/>
                </a:path>
              </a:pathLst>
            </a:custGeom>
            <a:solidFill>
              <a:srgbClr val="343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5" name="Oval 102">
              <a:extLst>
                <a:ext uri="{FF2B5EF4-FFF2-40B4-BE49-F238E27FC236}">
                  <a16:creationId xmlns:a16="http://schemas.microsoft.com/office/drawing/2014/main" id="{F0BB2ABD-E6A5-47ED-8F45-48EC74999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815"/>
              <a:ext cx="314" cy="110"/>
            </a:xfrm>
            <a:prstGeom prst="ellipse">
              <a:avLst/>
            </a:prstGeom>
            <a:solidFill>
              <a:srgbClr val="464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06" name="Freeform 103">
              <a:extLst>
                <a:ext uri="{FF2B5EF4-FFF2-40B4-BE49-F238E27FC236}">
                  <a16:creationId xmlns:a16="http://schemas.microsoft.com/office/drawing/2014/main" id="{B26A9949-766A-457F-9F83-47A9DE630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815"/>
              <a:ext cx="313" cy="136"/>
            </a:xfrm>
            <a:custGeom>
              <a:avLst/>
              <a:gdLst>
                <a:gd name="T0" fmla="*/ 184 w 409"/>
                <a:gd name="T1" fmla="*/ 31 h 178"/>
                <a:gd name="T2" fmla="*/ 171 w 409"/>
                <a:gd name="T3" fmla="*/ 16 h 178"/>
                <a:gd name="T4" fmla="*/ 92 w 409"/>
                <a:gd name="T5" fmla="*/ 0 h 178"/>
                <a:gd name="T6" fmla="*/ 8 w 409"/>
                <a:gd name="T7" fmla="*/ 19 h 178"/>
                <a:gd name="T8" fmla="*/ 0 w 409"/>
                <a:gd name="T9" fmla="*/ 31 h 178"/>
                <a:gd name="T10" fmla="*/ 1 w 409"/>
                <a:gd name="T11" fmla="*/ 34 h 178"/>
                <a:gd name="T12" fmla="*/ 0 w 409"/>
                <a:gd name="T13" fmla="*/ 40 h 178"/>
                <a:gd name="T14" fmla="*/ 92 w 409"/>
                <a:gd name="T15" fmla="*/ 79 h 178"/>
                <a:gd name="T16" fmla="*/ 184 w 409"/>
                <a:gd name="T17" fmla="*/ 40 h 178"/>
                <a:gd name="T18" fmla="*/ 184 w 409"/>
                <a:gd name="T19" fmla="*/ 35 h 178"/>
                <a:gd name="T20" fmla="*/ 184 w 409"/>
                <a:gd name="T21" fmla="*/ 31 h 1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9" h="178">
                  <a:moveTo>
                    <a:pt x="409" y="71"/>
                  </a:moveTo>
                  <a:cubicBezTo>
                    <a:pt x="409" y="58"/>
                    <a:pt x="400" y="46"/>
                    <a:pt x="382" y="36"/>
                  </a:cubicBezTo>
                  <a:cubicBezTo>
                    <a:pt x="354" y="14"/>
                    <a:pt x="299" y="0"/>
                    <a:pt x="205" y="0"/>
                  </a:cubicBezTo>
                  <a:cubicBezTo>
                    <a:pt x="94" y="0"/>
                    <a:pt x="40" y="17"/>
                    <a:pt x="17" y="43"/>
                  </a:cubicBezTo>
                  <a:cubicBezTo>
                    <a:pt x="6" y="52"/>
                    <a:pt x="0" y="61"/>
                    <a:pt x="0" y="71"/>
                  </a:cubicBezTo>
                  <a:cubicBezTo>
                    <a:pt x="0" y="73"/>
                    <a:pt x="0" y="75"/>
                    <a:pt x="1" y="77"/>
                  </a:cubicBezTo>
                  <a:cubicBezTo>
                    <a:pt x="0" y="81"/>
                    <a:pt x="0" y="85"/>
                    <a:pt x="0" y="89"/>
                  </a:cubicBezTo>
                  <a:cubicBezTo>
                    <a:pt x="0" y="138"/>
                    <a:pt x="92" y="178"/>
                    <a:pt x="205" y="178"/>
                  </a:cubicBezTo>
                  <a:cubicBezTo>
                    <a:pt x="318" y="178"/>
                    <a:pt x="409" y="138"/>
                    <a:pt x="409" y="89"/>
                  </a:cubicBezTo>
                  <a:cubicBezTo>
                    <a:pt x="409" y="85"/>
                    <a:pt x="409" y="81"/>
                    <a:pt x="409" y="78"/>
                  </a:cubicBezTo>
                  <a:cubicBezTo>
                    <a:pt x="409" y="76"/>
                    <a:pt x="409" y="73"/>
                    <a:pt x="409" y="7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7" name="Oval 104">
              <a:extLst>
                <a:ext uri="{FF2B5EF4-FFF2-40B4-BE49-F238E27FC236}">
                  <a16:creationId xmlns:a16="http://schemas.microsoft.com/office/drawing/2014/main" id="{409AEC9A-61D9-44FF-99A6-A1C73DAE7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826"/>
              <a:ext cx="180" cy="85"/>
            </a:xfrm>
            <a:prstGeom prst="ellipse">
              <a:avLst/>
            </a:prstGeom>
            <a:solidFill>
              <a:srgbClr val="4D53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08" name="Oval 105">
              <a:extLst>
                <a:ext uri="{FF2B5EF4-FFF2-40B4-BE49-F238E27FC236}">
                  <a16:creationId xmlns:a16="http://schemas.microsoft.com/office/drawing/2014/main" id="{69242962-CCD1-4799-B94A-EB8F936D3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823"/>
              <a:ext cx="74" cy="35"/>
            </a:xfrm>
            <a:prstGeom prst="ellipse">
              <a:avLst/>
            </a:prstGeom>
            <a:solidFill>
              <a:srgbClr val="5F6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09" name="Freeform 106">
              <a:extLst>
                <a:ext uri="{FF2B5EF4-FFF2-40B4-BE49-F238E27FC236}">
                  <a16:creationId xmlns:a16="http://schemas.microsoft.com/office/drawing/2014/main" id="{F300B376-3F3B-4A57-A93D-07625AB04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952"/>
              <a:ext cx="9" cy="103"/>
            </a:xfrm>
            <a:custGeom>
              <a:avLst/>
              <a:gdLst>
                <a:gd name="T0" fmla="*/ 0 w 11"/>
                <a:gd name="T1" fmla="*/ 0 h 134"/>
                <a:gd name="T2" fmla="*/ 0 w 11"/>
                <a:gd name="T3" fmla="*/ 61 h 134"/>
                <a:gd name="T4" fmla="*/ 0 w 11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4">
                  <a:moveTo>
                    <a:pt x="0" y="0"/>
                  </a:moveTo>
                  <a:cubicBezTo>
                    <a:pt x="0" y="134"/>
                    <a:pt x="0" y="134"/>
                    <a:pt x="0" y="134"/>
                  </a:cubicBezTo>
                  <a:cubicBezTo>
                    <a:pt x="0" y="134"/>
                    <a:pt x="11" y="47"/>
                    <a:pt x="0" y="0"/>
                  </a:cubicBezTo>
                  <a:close/>
                </a:path>
              </a:pathLst>
            </a:custGeom>
            <a:solidFill>
              <a:srgbClr val="879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0" name="Freeform 107">
              <a:extLst>
                <a:ext uri="{FF2B5EF4-FFF2-40B4-BE49-F238E27FC236}">
                  <a16:creationId xmlns:a16="http://schemas.microsoft.com/office/drawing/2014/main" id="{EA6DBAE8-DF62-49BA-9CAB-0B439A7B5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840"/>
              <a:ext cx="76" cy="61"/>
            </a:xfrm>
            <a:custGeom>
              <a:avLst/>
              <a:gdLst>
                <a:gd name="T0" fmla="*/ 38 w 99"/>
                <a:gd name="T1" fmla="*/ 0 h 80"/>
                <a:gd name="T2" fmla="*/ 20 w 99"/>
                <a:gd name="T3" fmla="*/ 16 h 80"/>
                <a:gd name="T4" fmla="*/ 45 w 99"/>
                <a:gd name="T5" fmla="*/ 36 h 80"/>
                <a:gd name="T6" fmla="*/ 38 w 99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80">
                  <a:moveTo>
                    <a:pt x="85" y="0"/>
                  </a:moveTo>
                  <a:cubicBezTo>
                    <a:pt x="85" y="0"/>
                    <a:pt x="46" y="15"/>
                    <a:pt x="44" y="35"/>
                  </a:cubicBezTo>
                  <a:cubicBezTo>
                    <a:pt x="42" y="54"/>
                    <a:pt x="70" y="74"/>
                    <a:pt x="99" y="80"/>
                  </a:cubicBezTo>
                  <a:cubicBezTo>
                    <a:pt x="99" y="80"/>
                    <a:pt x="0" y="43"/>
                    <a:pt x="85" y="0"/>
                  </a:cubicBezTo>
                  <a:close/>
                </a:path>
              </a:pathLst>
            </a:custGeom>
            <a:solidFill>
              <a:srgbClr val="879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1" name="Freeform 108">
              <a:extLst>
                <a:ext uri="{FF2B5EF4-FFF2-40B4-BE49-F238E27FC236}">
                  <a16:creationId xmlns:a16="http://schemas.microsoft.com/office/drawing/2014/main" id="{FBB783F7-94CD-4063-BEAF-404202F7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155"/>
              <a:ext cx="161" cy="214"/>
            </a:xfrm>
            <a:custGeom>
              <a:avLst/>
              <a:gdLst>
                <a:gd name="T0" fmla="*/ 2 w 211"/>
                <a:gd name="T1" fmla="*/ 20 h 280"/>
                <a:gd name="T2" fmla="*/ 50 w 211"/>
                <a:gd name="T3" fmla="*/ 5 h 280"/>
                <a:gd name="T4" fmla="*/ 89 w 211"/>
                <a:gd name="T5" fmla="*/ 14 h 280"/>
                <a:gd name="T6" fmla="*/ 59 w 211"/>
                <a:gd name="T7" fmla="*/ 34 h 280"/>
                <a:gd name="T8" fmla="*/ 33 w 211"/>
                <a:gd name="T9" fmla="*/ 50 h 280"/>
                <a:gd name="T10" fmla="*/ 33 w 211"/>
                <a:gd name="T11" fmla="*/ 75 h 280"/>
                <a:gd name="T12" fmla="*/ 12 w 211"/>
                <a:gd name="T13" fmla="*/ 125 h 280"/>
                <a:gd name="T14" fmla="*/ 0 w 211"/>
                <a:gd name="T15" fmla="*/ 105 h 280"/>
                <a:gd name="T16" fmla="*/ 2 w 211"/>
                <a:gd name="T17" fmla="*/ 20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80">
                  <a:moveTo>
                    <a:pt x="4" y="45"/>
                  </a:moveTo>
                  <a:cubicBezTo>
                    <a:pt x="111" y="10"/>
                    <a:pt x="111" y="10"/>
                    <a:pt x="111" y="10"/>
                  </a:cubicBezTo>
                  <a:cubicBezTo>
                    <a:pt x="111" y="10"/>
                    <a:pt x="211" y="0"/>
                    <a:pt x="201" y="31"/>
                  </a:cubicBezTo>
                  <a:cubicBezTo>
                    <a:pt x="190" y="63"/>
                    <a:pt x="133" y="77"/>
                    <a:pt x="133" y="77"/>
                  </a:cubicBezTo>
                  <a:cubicBezTo>
                    <a:pt x="133" y="77"/>
                    <a:pt x="73" y="73"/>
                    <a:pt x="73" y="111"/>
                  </a:cubicBezTo>
                  <a:cubicBezTo>
                    <a:pt x="73" y="149"/>
                    <a:pt x="74" y="168"/>
                    <a:pt x="74" y="168"/>
                  </a:cubicBezTo>
                  <a:cubicBezTo>
                    <a:pt x="74" y="168"/>
                    <a:pt x="22" y="215"/>
                    <a:pt x="27" y="280"/>
                  </a:cubicBezTo>
                  <a:cubicBezTo>
                    <a:pt x="27" y="280"/>
                    <a:pt x="0" y="270"/>
                    <a:pt x="0" y="235"/>
                  </a:cubicBezTo>
                  <a:cubicBezTo>
                    <a:pt x="0" y="200"/>
                    <a:pt x="4" y="45"/>
                    <a:pt x="4" y="45"/>
                  </a:cubicBezTo>
                  <a:close/>
                </a:path>
              </a:pathLst>
            </a:custGeom>
            <a:solidFill>
              <a:srgbClr val="E7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2" name="Freeform 109">
              <a:extLst>
                <a:ext uri="{FF2B5EF4-FFF2-40B4-BE49-F238E27FC236}">
                  <a16:creationId xmlns:a16="http://schemas.microsoft.com/office/drawing/2014/main" id="{1967FD44-4A4F-4F11-8C13-E04A90E7C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155"/>
              <a:ext cx="161" cy="214"/>
            </a:xfrm>
            <a:custGeom>
              <a:avLst/>
              <a:gdLst>
                <a:gd name="T0" fmla="*/ 2 w 211"/>
                <a:gd name="T1" fmla="*/ 20 h 280"/>
                <a:gd name="T2" fmla="*/ 50 w 211"/>
                <a:gd name="T3" fmla="*/ 5 h 280"/>
                <a:gd name="T4" fmla="*/ 89 w 211"/>
                <a:gd name="T5" fmla="*/ 14 h 280"/>
                <a:gd name="T6" fmla="*/ 59 w 211"/>
                <a:gd name="T7" fmla="*/ 34 h 280"/>
                <a:gd name="T8" fmla="*/ 33 w 211"/>
                <a:gd name="T9" fmla="*/ 50 h 280"/>
                <a:gd name="T10" fmla="*/ 33 w 211"/>
                <a:gd name="T11" fmla="*/ 73 h 280"/>
                <a:gd name="T12" fmla="*/ 12 w 211"/>
                <a:gd name="T13" fmla="*/ 125 h 280"/>
                <a:gd name="T14" fmla="*/ 0 w 211"/>
                <a:gd name="T15" fmla="*/ 105 h 280"/>
                <a:gd name="T16" fmla="*/ 2 w 211"/>
                <a:gd name="T17" fmla="*/ 20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80">
                  <a:moveTo>
                    <a:pt x="4" y="45"/>
                  </a:moveTo>
                  <a:cubicBezTo>
                    <a:pt x="111" y="10"/>
                    <a:pt x="111" y="10"/>
                    <a:pt x="111" y="10"/>
                  </a:cubicBezTo>
                  <a:cubicBezTo>
                    <a:pt x="111" y="10"/>
                    <a:pt x="211" y="0"/>
                    <a:pt x="201" y="31"/>
                  </a:cubicBezTo>
                  <a:cubicBezTo>
                    <a:pt x="190" y="63"/>
                    <a:pt x="133" y="77"/>
                    <a:pt x="133" y="77"/>
                  </a:cubicBezTo>
                  <a:cubicBezTo>
                    <a:pt x="133" y="77"/>
                    <a:pt x="73" y="73"/>
                    <a:pt x="73" y="111"/>
                  </a:cubicBezTo>
                  <a:cubicBezTo>
                    <a:pt x="73" y="149"/>
                    <a:pt x="73" y="165"/>
                    <a:pt x="73" y="165"/>
                  </a:cubicBezTo>
                  <a:cubicBezTo>
                    <a:pt x="73" y="165"/>
                    <a:pt x="22" y="215"/>
                    <a:pt x="27" y="280"/>
                  </a:cubicBezTo>
                  <a:cubicBezTo>
                    <a:pt x="27" y="280"/>
                    <a:pt x="0" y="270"/>
                    <a:pt x="0" y="235"/>
                  </a:cubicBezTo>
                  <a:cubicBezTo>
                    <a:pt x="0" y="200"/>
                    <a:pt x="4" y="45"/>
                    <a:pt x="4" y="45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3" name="Freeform 110">
              <a:extLst>
                <a:ext uri="{FF2B5EF4-FFF2-40B4-BE49-F238E27FC236}">
                  <a16:creationId xmlns:a16="http://schemas.microsoft.com/office/drawing/2014/main" id="{E6BC03AE-0F07-4855-851F-67F517F73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185"/>
              <a:ext cx="104" cy="142"/>
            </a:xfrm>
            <a:custGeom>
              <a:avLst/>
              <a:gdLst>
                <a:gd name="T0" fmla="*/ 37 w 136"/>
                <a:gd name="T1" fmla="*/ 13 h 186"/>
                <a:gd name="T2" fmla="*/ 53 w 136"/>
                <a:gd name="T3" fmla="*/ 11 h 186"/>
                <a:gd name="T4" fmla="*/ 48 w 136"/>
                <a:gd name="T5" fmla="*/ 3 h 186"/>
                <a:gd name="T6" fmla="*/ 16 w 136"/>
                <a:gd name="T7" fmla="*/ 3 h 186"/>
                <a:gd name="T8" fmla="*/ 4 w 136"/>
                <a:gd name="T9" fmla="*/ 11 h 186"/>
                <a:gd name="T10" fmla="*/ 2 w 136"/>
                <a:gd name="T11" fmla="*/ 31 h 186"/>
                <a:gd name="T12" fmla="*/ 2 w 136"/>
                <a:gd name="T13" fmla="*/ 69 h 186"/>
                <a:gd name="T14" fmla="*/ 6 w 136"/>
                <a:gd name="T15" fmla="*/ 82 h 186"/>
                <a:gd name="T16" fmla="*/ 18 w 136"/>
                <a:gd name="T17" fmla="*/ 63 h 186"/>
                <a:gd name="T18" fmla="*/ 21 w 136"/>
                <a:gd name="T19" fmla="*/ 44 h 186"/>
                <a:gd name="T20" fmla="*/ 37 w 136"/>
                <a:gd name="T21" fmla="*/ 14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186">
                  <a:moveTo>
                    <a:pt x="82" y="29"/>
                  </a:moveTo>
                  <a:cubicBezTo>
                    <a:pt x="93" y="24"/>
                    <a:pt x="106" y="27"/>
                    <a:pt x="118" y="23"/>
                  </a:cubicBezTo>
                  <a:cubicBezTo>
                    <a:pt x="136" y="16"/>
                    <a:pt x="120" y="9"/>
                    <a:pt x="108" y="6"/>
                  </a:cubicBezTo>
                  <a:cubicBezTo>
                    <a:pt x="83" y="0"/>
                    <a:pt x="59" y="4"/>
                    <a:pt x="36" y="7"/>
                  </a:cubicBezTo>
                  <a:cubicBezTo>
                    <a:pt x="23" y="9"/>
                    <a:pt x="13" y="10"/>
                    <a:pt x="9" y="23"/>
                  </a:cubicBezTo>
                  <a:cubicBezTo>
                    <a:pt x="4" y="36"/>
                    <a:pt x="4" y="55"/>
                    <a:pt x="3" y="70"/>
                  </a:cubicBezTo>
                  <a:cubicBezTo>
                    <a:pt x="2" y="98"/>
                    <a:pt x="3" y="126"/>
                    <a:pt x="3" y="155"/>
                  </a:cubicBezTo>
                  <a:cubicBezTo>
                    <a:pt x="3" y="166"/>
                    <a:pt x="0" y="182"/>
                    <a:pt x="13" y="186"/>
                  </a:cubicBezTo>
                  <a:cubicBezTo>
                    <a:pt x="22" y="171"/>
                    <a:pt x="27" y="154"/>
                    <a:pt x="39" y="141"/>
                  </a:cubicBezTo>
                  <a:cubicBezTo>
                    <a:pt x="52" y="125"/>
                    <a:pt x="50" y="118"/>
                    <a:pt x="48" y="98"/>
                  </a:cubicBezTo>
                  <a:cubicBezTo>
                    <a:pt x="44" y="63"/>
                    <a:pt x="58" y="49"/>
                    <a:pt x="83" y="30"/>
                  </a:cubicBezTo>
                </a:path>
              </a:pathLst>
            </a:custGeom>
            <a:solidFill>
              <a:srgbClr val="FA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4" name="Freeform 111">
              <a:extLst>
                <a:ext uri="{FF2B5EF4-FFF2-40B4-BE49-F238E27FC236}">
                  <a16:creationId xmlns:a16="http://schemas.microsoft.com/office/drawing/2014/main" id="{FFDF9799-5DD4-4717-B8E6-64302079C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340"/>
              <a:ext cx="102" cy="202"/>
            </a:xfrm>
            <a:custGeom>
              <a:avLst/>
              <a:gdLst>
                <a:gd name="T0" fmla="*/ 13 w 133"/>
                <a:gd name="T1" fmla="*/ 7 h 264"/>
                <a:gd name="T2" fmla="*/ 34 w 133"/>
                <a:gd name="T3" fmla="*/ 21 h 264"/>
                <a:gd name="T4" fmla="*/ 39 w 133"/>
                <a:gd name="T5" fmla="*/ 51 h 264"/>
                <a:gd name="T6" fmla="*/ 37 w 133"/>
                <a:gd name="T7" fmla="*/ 83 h 264"/>
                <a:gd name="T8" fmla="*/ 12 w 133"/>
                <a:gd name="T9" fmla="*/ 102 h 264"/>
                <a:gd name="T10" fmla="*/ 2 w 133"/>
                <a:gd name="T11" fmla="*/ 112 h 264"/>
                <a:gd name="T12" fmla="*/ 6 w 133"/>
                <a:gd name="T13" fmla="*/ 113 h 264"/>
                <a:gd name="T14" fmla="*/ 19 w 133"/>
                <a:gd name="T15" fmla="*/ 106 h 264"/>
                <a:gd name="T16" fmla="*/ 39 w 133"/>
                <a:gd name="T17" fmla="*/ 94 h 264"/>
                <a:gd name="T18" fmla="*/ 56 w 133"/>
                <a:gd name="T19" fmla="*/ 81 h 264"/>
                <a:gd name="T20" fmla="*/ 57 w 133"/>
                <a:gd name="T21" fmla="*/ 49 h 264"/>
                <a:gd name="T22" fmla="*/ 55 w 133"/>
                <a:gd name="T23" fmla="*/ 20 h 264"/>
                <a:gd name="T24" fmla="*/ 30 w 133"/>
                <a:gd name="T25" fmla="*/ 2 h 264"/>
                <a:gd name="T26" fmla="*/ 15 w 133"/>
                <a:gd name="T27" fmla="*/ 8 h 2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3" h="264">
                  <a:moveTo>
                    <a:pt x="29" y="16"/>
                  </a:moveTo>
                  <a:cubicBezTo>
                    <a:pt x="7" y="40"/>
                    <a:pt x="66" y="41"/>
                    <a:pt x="74" y="46"/>
                  </a:cubicBezTo>
                  <a:cubicBezTo>
                    <a:pt x="94" y="56"/>
                    <a:pt x="88" y="92"/>
                    <a:pt x="87" y="112"/>
                  </a:cubicBezTo>
                  <a:cubicBezTo>
                    <a:pt x="86" y="136"/>
                    <a:pt x="91" y="162"/>
                    <a:pt x="81" y="185"/>
                  </a:cubicBezTo>
                  <a:cubicBezTo>
                    <a:pt x="72" y="206"/>
                    <a:pt x="45" y="215"/>
                    <a:pt x="27" y="227"/>
                  </a:cubicBezTo>
                  <a:cubicBezTo>
                    <a:pt x="20" y="232"/>
                    <a:pt x="5" y="242"/>
                    <a:pt x="2" y="251"/>
                  </a:cubicBezTo>
                  <a:cubicBezTo>
                    <a:pt x="0" y="264"/>
                    <a:pt x="7" y="257"/>
                    <a:pt x="14" y="253"/>
                  </a:cubicBezTo>
                  <a:cubicBezTo>
                    <a:pt x="24" y="247"/>
                    <a:pt x="32" y="241"/>
                    <a:pt x="42" y="237"/>
                  </a:cubicBezTo>
                  <a:cubicBezTo>
                    <a:pt x="58" y="230"/>
                    <a:pt x="72" y="221"/>
                    <a:pt x="86" y="210"/>
                  </a:cubicBezTo>
                  <a:cubicBezTo>
                    <a:pt x="97" y="202"/>
                    <a:pt x="118" y="193"/>
                    <a:pt x="124" y="181"/>
                  </a:cubicBezTo>
                  <a:cubicBezTo>
                    <a:pt x="133" y="163"/>
                    <a:pt x="126" y="127"/>
                    <a:pt x="126" y="108"/>
                  </a:cubicBezTo>
                  <a:cubicBezTo>
                    <a:pt x="126" y="86"/>
                    <a:pt x="125" y="65"/>
                    <a:pt x="123" y="44"/>
                  </a:cubicBezTo>
                  <a:cubicBezTo>
                    <a:pt x="119" y="11"/>
                    <a:pt x="97" y="0"/>
                    <a:pt x="66" y="5"/>
                  </a:cubicBezTo>
                  <a:cubicBezTo>
                    <a:pt x="54" y="6"/>
                    <a:pt x="40" y="7"/>
                    <a:pt x="32" y="17"/>
                  </a:cubicBezTo>
                </a:path>
              </a:pathLst>
            </a:custGeom>
            <a:solidFill>
              <a:srgbClr val="FA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5" name="Freeform 112">
              <a:extLst>
                <a:ext uri="{FF2B5EF4-FFF2-40B4-BE49-F238E27FC236}">
                  <a16:creationId xmlns:a16="http://schemas.microsoft.com/office/drawing/2014/main" id="{053617D9-7774-4759-8D58-9EC9C19E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297"/>
              <a:ext cx="70" cy="62"/>
            </a:xfrm>
            <a:custGeom>
              <a:avLst/>
              <a:gdLst>
                <a:gd name="T0" fmla="*/ 21 w 92"/>
                <a:gd name="T1" fmla="*/ 0 h 82"/>
                <a:gd name="T2" fmla="*/ 37 w 92"/>
                <a:gd name="T3" fmla="*/ 23 h 82"/>
                <a:gd name="T4" fmla="*/ 28 w 92"/>
                <a:gd name="T5" fmla="*/ 27 h 82"/>
                <a:gd name="T6" fmla="*/ 14 w 92"/>
                <a:gd name="T7" fmla="*/ 32 h 82"/>
                <a:gd name="T8" fmla="*/ 12 w 92"/>
                <a:gd name="T9" fmla="*/ 20 h 82"/>
                <a:gd name="T10" fmla="*/ 24 w 92"/>
                <a:gd name="T11" fmla="*/ 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2">
                  <a:moveTo>
                    <a:pt x="49" y="0"/>
                  </a:moveTo>
                  <a:cubicBezTo>
                    <a:pt x="70" y="7"/>
                    <a:pt x="92" y="30"/>
                    <a:pt x="84" y="53"/>
                  </a:cubicBezTo>
                  <a:cubicBezTo>
                    <a:pt x="80" y="65"/>
                    <a:pt x="75" y="63"/>
                    <a:pt x="65" y="64"/>
                  </a:cubicBezTo>
                  <a:cubicBezTo>
                    <a:pt x="54" y="67"/>
                    <a:pt x="44" y="70"/>
                    <a:pt x="32" y="73"/>
                  </a:cubicBezTo>
                  <a:cubicBezTo>
                    <a:pt x="0" y="82"/>
                    <a:pt x="10" y="63"/>
                    <a:pt x="28" y="47"/>
                  </a:cubicBezTo>
                  <a:cubicBezTo>
                    <a:pt x="43" y="35"/>
                    <a:pt x="47" y="21"/>
                    <a:pt x="54" y="4"/>
                  </a:cubicBezTo>
                </a:path>
              </a:pathLst>
            </a:custGeom>
            <a:solidFill>
              <a:srgbClr val="FA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6" name="Freeform 113">
              <a:extLst>
                <a:ext uri="{FF2B5EF4-FFF2-40B4-BE49-F238E27FC236}">
                  <a16:creationId xmlns:a16="http://schemas.microsoft.com/office/drawing/2014/main" id="{5282A9DD-8D2A-46C5-B768-E89E90BA9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07"/>
              <a:ext cx="59" cy="59"/>
            </a:xfrm>
            <a:custGeom>
              <a:avLst/>
              <a:gdLst>
                <a:gd name="T0" fmla="*/ 34 w 78"/>
                <a:gd name="T1" fmla="*/ 0 h 78"/>
                <a:gd name="T2" fmla="*/ 0 w 78"/>
                <a:gd name="T3" fmla="*/ 34 h 78"/>
                <a:gd name="T4" fmla="*/ 33 w 78"/>
                <a:gd name="T5" fmla="*/ 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78">
                  <a:moveTo>
                    <a:pt x="78" y="0"/>
                  </a:moveTo>
                  <a:cubicBezTo>
                    <a:pt x="65" y="31"/>
                    <a:pt x="28" y="62"/>
                    <a:pt x="0" y="78"/>
                  </a:cubicBezTo>
                  <a:cubicBezTo>
                    <a:pt x="6" y="43"/>
                    <a:pt x="54" y="26"/>
                    <a:pt x="75" y="3"/>
                  </a:cubicBezTo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7" name="Freeform 114">
              <a:extLst>
                <a:ext uri="{FF2B5EF4-FFF2-40B4-BE49-F238E27FC236}">
                  <a16:creationId xmlns:a16="http://schemas.microsoft.com/office/drawing/2014/main" id="{C2FF5814-53D3-4765-B226-C28F5EFEB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065"/>
              <a:ext cx="243" cy="57"/>
            </a:xfrm>
            <a:custGeom>
              <a:avLst/>
              <a:gdLst>
                <a:gd name="T0" fmla="*/ 0 w 319"/>
                <a:gd name="T1" fmla="*/ 34 h 74"/>
                <a:gd name="T2" fmla="*/ 141 w 319"/>
                <a:gd name="T3" fmla="*/ 0 h 74"/>
                <a:gd name="T4" fmla="*/ 0 w 319"/>
                <a:gd name="T5" fmla="*/ 3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74">
                  <a:moveTo>
                    <a:pt x="0" y="74"/>
                  </a:moveTo>
                  <a:cubicBezTo>
                    <a:pt x="0" y="74"/>
                    <a:pt x="112" y="9"/>
                    <a:pt x="319" y="0"/>
                  </a:cubicBezTo>
                  <a:cubicBezTo>
                    <a:pt x="319" y="0"/>
                    <a:pt x="150" y="12"/>
                    <a:pt x="0" y="74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8" name="Freeform 115">
              <a:extLst>
                <a:ext uri="{FF2B5EF4-FFF2-40B4-BE49-F238E27FC236}">
                  <a16:creationId xmlns:a16="http://schemas.microsoft.com/office/drawing/2014/main" id="{5D399C80-1280-4B63-95DD-5F9FFAB65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87"/>
              <a:ext cx="305" cy="134"/>
            </a:xfrm>
            <a:custGeom>
              <a:avLst/>
              <a:gdLst>
                <a:gd name="T0" fmla="*/ 0 w 399"/>
                <a:gd name="T1" fmla="*/ 0 h 176"/>
                <a:gd name="T2" fmla="*/ 178 w 399"/>
                <a:gd name="T3" fmla="*/ 78 h 176"/>
                <a:gd name="T4" fmla="*/ 0 w 399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9" h="176">
                  <a:moveTo>
                    <a:pt x="0" y="0"/>
                  </a:moveTo>
                  <a:cubicBezTo>
                    <a:pt x="0" y="0"/>
                    <a:pt x="228" y="39"/>
                    <a:pt x="399" y="176"/>
                  </a:cubicBezTo>
                  <a:cubicBezTo>
                    <a:pt x="399" y="176"/>
                    <a:pt x="178" y="34"/>
                    <a:pt x="0" y="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9" name="Freeform 116">
              <a:extLst>
                <a:ext uri="{FF2B5EF4-FFF2-40B4-BE49-F238E27FC236}">
                  <a16:creationId xmlns:a16="http://schemas.microsoft.com/office/drawing/2014/main" id="{A04F26AB-1C89-4683-898C-D0EEE3517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516"/>
              <a:ext cx="795" cy="183"/>
            </a:xfrm>
            <a:custGeom>
              <a:avLst/>
              <a:gdLst>
                <a:gd name="T0" fmla="*/ 0 w 1040"/>
                <a:gd name="T1" fmla="*/ 26 h 239"/>
                <a:gd name="T2" fmla="*/ 465 w 1040"/>
                <a:gd name="T3" fmla="*/ 0 h 239"/>
                <a:gd name="T4" fmla="*/ 0 w 1040"/>
                <a:gd name="T5" fmla="*/ 26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0" h="239">
                  <a:moveTo>
                    <a:pt x="0" y="58"/>
                  </a:moveTo>
                  <a:cubicBezTo>
                    <a:pt x="0" y="58"/>
                    <a:pt x="613" y="188"/>
                    <a:pt x="1040" y="0"/>
                  </a:cubicBezTo>
                  <a:cubicBezTo>
                    <a:pt x="1040" y="0"/>
                    <a:pt x="664" y="239"/>
                    <a:pt x="0" y="58"/>
                  </a:cubicBezTo>
                  <a:close/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0" name="Freeform 117">
              <a:extLst>
                <a:ext uri="{FF2B5EF4-FFF2-40B4-BE49-F238E27FC236}">
                  <a16:creationId xmlns:a16="http://schemas.microsoft.com/office/drawing/2014/main" id="{8724C6BB-1B0A-456F-8CC1-280F639BE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065"/>
              <a:ext cx="159" cy="38"/>
            </a:xfrm>
            <a:custGeom>
              <a:avLst/>
              <a:gdLst>
                <a:gd name="T0" fmla="*/ 93 w 208"/>
                <a:gd name="T1" fmla="*/ 2 h 50"/>
                <a:gd name="T2" fmla="*/ 84 w 208"/>
                <a:gd name="T3" fmla="*/ 12 h 50"/>
                <a:gd name="T4" fmla="*/ 0 w 208"/>
                <a:gd name="T5" fmla="*/ 22 h 50"/>
                <a:gd name="T6" fmla="*/ 50 w 208"/>
                <a:gd name="T7" fmla="*/ 6 h 50"/>
                <a:gd name="T8" fmla="*/ 90 w 208"/>
                <a:gd name="T9" fmla="*/ 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50">
                  <a:moveTo>
                    <a:pt x="208" y="2"/>
                  </a:moveTo>
                  <a:cubicBezTo>
                    <a:pt x="193" y="2"/>
                    <a:pt x="189" y="15"/>
                    <a:pt x="189" y="28"/>
                  </a:cubicBezTo>
                  <a:cubicBezTo>
                    <a:pt x="125" y="30"/>
                    <a:pt x="61" y="39"/>
                    <a:pt x="0" y="50"/>
                  </a:cubicBezTo>
                  <a:cubicBezTo>
                    <a:pt x="21" y="26"/>
                    <a:pt x="80" y="17"/>
                    <a:pt x="111" y="13"/>
                  </a:cubicBezTo>
                  <a:cubicBezTo>
                    <a:pt x="139" y="9"/>
                    <a:pt x="173" y="0"/>
                    <a:pt x="201" y="2"/>
                  </a:cubicBezTo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1" name="Freeform 118">
              <a:extLst>
                <a:ext uri="{FF2B5EF4-FFF2-40B4-BE49-F238E27FC236}">
                  <a16:creationId xmlns:a16="http://schemas.microsoft.com/office/drawing/2014/main" id="{F19F96DF-6310-431E-9ECC-5FF3977F6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082"/>
              <a:ext cx="329" cy="164"/>
            </a:xfrm>
            <a:custGeom>
              <a:avLst/>
              <a:gdLst>
                <a:gd name="T0" fmla="*/ 18 w 430"/>
                <a:gd name="T1" fmla="*/ 4 h 214"/>
                <a:gd name="T2" fmla="*/ 0 w 430"/>
                <a:gd name="T3" fmla="*/ 22 h 214"/>
                <a:gd name="T4" fmla="*/ 42 w 430"/>
                <a:gd name="T5" fmla="*/ 38 h 214"/>
                <a:gd name="T6" fmla="*/ 89 w 430"/>
                <a:gd name="T7" fmla="*/ 55 h 214"/>
                <a:gd name="T8" fmla="*/ 146 w 430"/>
                <a:gd name="T9" fmla="*/ 76 h 214"/>
                <a:gd name="T10" fmla="*/ 191 w 430"/>
                <a:gd name="T11" fmla="*/ 97 h 214"/>
                <a:gd name="T12" fmla="*/ 154 w 430"/>
                <a:gd name="T13" fmla="*/ 57 h 214"/>
                <a:gd name="T14" fmla="*/ 106 w 430"/>
                <a:gd name="T15" fmla="*/ 31 h 214"/>
                <a:gd name="T16" fmla="*/ 21 w 430"/>
                <a:gd name="T17" fmla="*/ 0 h 2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214">
                  <a:moveTo>
                    <a:pt x="42" y="9"/>
                  </a:moveTo>
                  <a:cubicBezTo>
                    <a:pt x="59" y="28"/>
                    <a:pt x="16" y="50"/>
                    <a:pt x="0" y="49"/>
                  </a:cubicBezTo>
                  <a:cubicBezTo>
                    <a:pt x="3" y="72"/>
                    <a:pt x="76" y="81"/>
                    <a:pt x="94" y="85"/>
                  </a:cubicBezTo>
                  <a:cubicBezTo>
                    <a:pt x="131" y="92"/>
                    <a:pt x="164" y="112"/>
                    <a:pt x="199" y="123"/>
                  </a:cubicBezTo>
                  <a:cubicBezTo>
                    <a:pt x="242" y="137"/>
                    <a:pt x="284" y="154"/>
                    <a:pt x="327" y="168"/>
                  </a:cubicBezTo>
                  <a:cubicBezTo>
                    <a:pt x="362" y="178"/>
                    <a:pt x="392" y="203"/>
                    <a:pt x="427" y="214"/>
                  </a:cubicBezTo>
                  <a:cubicBezTo>
                    <a:pt x="430" y="190"/>
                    <a:pt x="364" y="137"/>
                    <a:pt x="344" y="125"/>
                  </a:cubicBezTo>
                  <a:cubicBezTo>
                    <a:pt x="310" y="103"/>
                    <a:pt x="270" y="86"/>
                    <a:pt x="235" y="68"/>
                  </a:cubicBezTo>
                  <a:cubicBezTo>
                    <a:pt x="171" y="35"/>
                    <a:pt x="117" y="9"/>
                    <a:pt x="47" y="0"/>
                  </a:cubicBezTo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2" name="Freeform 119">
              <a:extLst>
                <a:ext uri="{FF2B5EF4-FFF2-40B4-BE49-F238E27FC236}">
                  <a16:creationId xmlns:a16="http://schemas.microsoft.com/office/drawing/2014/main" id="{4B678D7C-A029-4290-9677-273ECDC65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090"/>
              <a:ext cx="175" cy="97"/>
            </a:xfrm>
            <a:custGeom>
              <a:avLst/>
              <a:gdLst>
                <a:gd name="T0" fmla="*/ 12 w 229"/>
                <a:gd name="T1" fmla="*/ 1 h 128"/>
                <a:gd name="T2" fmla="*/ 10 w 229"/>
                <a:gd name="T3" fmla="*/ 2 h 128"/>
                <a:gd name="T4" fmla="*/ 0 w 229"/>
                <a:gd name="T5" fmla="*/ 17 h 128"/>
                <a:gd name="T6" fmla="*/ 56 w 229"/>
                <a:gd name="T7" fmla="*/ 35 h 128"/>
                <a:gd name="T8" fmla="*/ 102 w 229"/>
                <a:gd name="T9" fmla="*/ 56 h 128"/>
                <a:gd name="T10" fmla="*/ 56 w 229"/>
                <a:gd name="T11" fmla="*/ 17 h 128"/>
                <a:gd name="T12" fmla="*/ 16 w 229"/>
                <a:gd name="T13" fmla="*/ 1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28">
                  <a:moveTo>
                    <a:pt x="27" y="1"/>
                  </a:moveTo>
                  <a:cubicBezTo>
                    <a:pt x="25" y="0"/>
                    <a:pt x="23" y="1"/>
                    <a:pt x="22" y="3"/>
                  </a:cubicBezTo>
                  <a:cubicBezTo>
                    <a:pt x="34" y="24"/>
                    <a:pt x="9" y="28"/>
                    <a:pt x="0" y="41"/>
                  </a:cubicBezTo>
                  <a:cubicBezTo>
                    <a:pt x="20" y="66"/>
                    <a:pt x="93" y="68"/>
                    <a:pt x="124" y="80"/>
                  </a:cubicBezTo>
                  <a:cubicBezTo>
                    <a:pt x="159" y="94"/>
                    <a:pt x="194" y="115"/>
                    <a:pt x="229" y="128"/>
                  </a:cubicBezTo>
                  <a:cubicBezTo>
                    <a:pt x="222" y="92"/>
                    <a:pt x="154" y="59"/>
                    <a:pt x="124" y="41"/>
                  </a:cubicBezTo>
                  <a:cubicBezTo>
                    <a:pt x="96" y="24"/>
                    <a:pt x="67" y="11"/>
                    <a:pt x="3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3" name="Freeform 120">
              <a:extLst>
                <a:ext uri="{FF2B5EF4-FFF2-40B4-BE49-F238E27FC236}">
                  <a16:creationId xmlns:a16="http://schemas.microsoft.com/office/drawing/2014/main" id="{9573AA30-942E-43B9-8090-6A78668AA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070"/>
              <a:ext cx="106" cy="19"/>
            </a:xfrm>
            <a:custGeom>
              <a:avLst/>
              <a:gdLst>
                <a:gd name="T0" fmla="*/ 62 w 139"/>
                <a:gd name="T1" fmla="*/ 0 h 25"/>
                <a:gd name="T2" fmla="*/ 53 w 139"/>
                <a:gd name="T3" fmla="*/ 8 h 25"/>
                <a:gd name="T4" fmla="*/ 40 w 139"/>
                <a:gd name="T5" fmla="*/ 6 h 25"/>
                <a:gd name="T6" fmla="*/ 0 w 139"/>
                <a:gd name="T7" fmla="*/ 11 h 25"/>
                <a:gd name="T8" fmla="*/ 57 w 139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25">
                  <a:moveTo>
                    <a:pt x="139" y="0"/>
                  </a:moveTo>
                  <a:cubicBezTo>
                    <a:pt x="132" y="5"/>
                    <a:pt x="128" y="17"/>
                    <a:pt x="119" y="20"/>
                  </a:cubicBezTo>
                  <a:cubicBezTo>
                    <a:pt x="114" y="21"/>
                    <a:pt x="96" y="13"/>
                    <a:pt x="89" y="13"/>
                  </a:cubicBezTo>
                  <a:cubicBezTo>
                    <a:pt x="60" y="11"/>
                    <a:pt x="30" y="24"/>
                    <a:pt x="0" y="25"/>
                  </a:cubicBezTo>
                  <a:cubicBezTo>
                    <a:pt x="39" y="15"/>
                    <a:pt x="89" y="0"/>
                    <a:pt x="12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4" name="Freeform 121">
              <a:extLst>
                <a:ext uri="{FF2B5EF4-FFF2-40B4-BE49-F238E27FC236}">
                  <a16:creationId xmlns:a16="http://schemas.microsoft.com/office/drawing/2014/main" id="{EE30857F-30B0-40AE-AE9D-ECFA7DF76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083"/>
              <a:ext cx="815" cy="295"/>
            </a:xfrm>
            <a:custGeom>
              <a:avLst/>
              <a:gdLst>
                <a:gd name="T0" fmla="*/ 0 w 1067"/>
                <a:gd name="T1" fmla="*/ 90 h 386"/>
                <a:gd name="T2" fmla="*/ 476 w 1067"/>
                <a:gd name="T3" fmla="*/ 172 h 386"/>
                <a:gd name="T4" fmla="*/ 33 w 1067"/>
                <a:gd name="T5" fmla="*/ 70 h 386"/>
                <a:gd name="T6" fmla="*/ 0 w 1067"/>
                <a:gd name="T7" fmla="*/ 90 h 3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7" h="386">
                  <a:moveTo>
                    <a:pt x="0" y="202"/>
                  </a:moveTo>
                  <a:cubicBezTo>
                    <a:pt x="0" y="202"/>
                    <a:pt x="567" y="67"/>
                    <a:pt x="1067" y="386"/>
                  </a:cubicBezTo>
                  <a:cubicBezTo>
                    <a:pt x="1067" y="386"/>
                    <a:pt x="659" y="0"/>
                    <a:pt x="73" y="158"/>
                  </a:cubicBezTo>
                  <a:cubicBezTo>
                    <a:pt x="73" y="158"/>
                    <a:pt x="13" y="182"/>
                    <a:pt x="0" y="202"/>
                  </a:cubicBezTo>
                  <a:close/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5" name="Freeform 122">
              <a:extLst>
                <a:ext uri="{FF2B5EF4-FFF2-40B4-BE49-F238E27FC236}">
                  <a16:creationId xmlns:a16="http://schemas.microsoft.com/office/drawing/2014/main" id="{97500745-46CA-42F1-8F6C-BDA6D6591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202"/>
              <a:ext cx="230" cy="168"/>
            </a:xfrm>
            <a:custGeom>
              <a:avLst/>
              <a:gdLst>
                <a:gd name="T0" fmla="*/ 15 w 302"/>
                <a:gd name="T1" fmla="*/ 4 h 220"/>
                <a:gd name="T2" fmla="*/ 23 w 302"/>
                <a:gd name="T3" fmla="*/ 21 h 220"/>
                <a:gd name="T4" fmla="*/ 13 w 302"/>
                <a:gd name="T5" fmla="*/ 40 h 220"/>
                <a:gd name="T6" fmla="*/ 4 w 302"/>
                <a:gd name="T7" fmla="*/ 71 h 220"/>
                <a:gd name="T8" fmla="*/ 42 w 302"/>
                <a:gd name="T9" fmla="*/ 95 h 220"/>
                <a:gd name="T10" fmla="*/ 118 w 302"/>
                <a:gd name="T11" fmla="*/ 80 h 220"/>
                <a:gd name="T12" fmla="*/ 104 w 302"/>
                <a:gd name="T13" fmla="*/ 40 h 220"/>
                <a:gd name="T14" fmla="*/ 68 w 302"/>
                <a:gd name="T15" fmla="*/ 21 h 220"/>
                <a:gd name="T16" fmla="*/ 47 w 302"/>
                <a:gd name="T17" fmla="*/ 5 h 220"/>
                <a:gd name="T18" fmla="*/ 21 w 302"/>
                <a:gd name="T19" fmla="*/ 0 h 2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2" h="220">
                  <a:moveTo>
                    <a:pt x="34" y="8"/>
                  </a:moveTo>
                  <a:cubicBezTo>
                    <a:pt x="40" y="21"/>
                    <a:pt x="49" y="33"/>
                    <a:pt x="52" y="47"/>
                  </a:cubicBezTo>
                  <a:cubicBezTo>
                    <a:pt x="57" y="74"/>
                    <a:pt x="47" y="74"/>
                    <a:pt x="29" y="90"/>
                  </a:cubicBezTo>
                  <a:cubicBezTo>
                    <a:pt x="11" y="106"/>
                    <a:pt x="0" y="136"/>
                    <a:pt x="8" y="160"/>
                  </a:cubicBezTo>
                  <a:cubicBezTo>
                    <a:pt x="19" y="193"/>
                    <a:pt x="62" y="208"/>
                    <a:pt x="94" y="212"/>
                  </a:cubicBezTo>
                  <a:cubicBezTo>
                    <a:pt x="142" y="220"/>
                    <a:pt x="228" y="214"/>
                    <a:pt x="266" y="179"/>
                  </a:cubicBezTo>
                  <a:cubicBezTo>
                    <a:pt x="302" y="146"/>
                    <a:pt x="269" y="108"/>
                    <a:pt x="236" y="91"/>
                  </a:cubicBezTo>
                  <a:cubicBezTo>
                    <a:pt x="209" y="78"/>
                    <a:pt x="174" y="72"/>
                    <a:pt x="154" y="46"/>
                  </a:cubicBezTo>
                  <a:cubicBezTo>
                    <a:pt x="139" y="25"/>
                    <a:pt x="135" y="18"/>
                    <a:pt x="108" y="12"/>
                  </a:cubicBezTo>
                  <a:cubicBezTo>
                    <a:pt x="89" y="7"/>
                    <a:pt x="68" y="4"/>
                    <a:pt x="48" y="0"/>
                  </a:cubicBezTo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6" name="Freeform 123">
              <a:extLst>
                <a:ext uri="{FF2B5EF4-FFF2-40B4-BE49-F238E27FC236}">
                  <a16:creationId xmlns:a16="http://schemas.microsoft.com/office/drawing/2014/main" id="{C10FAB61-F846-4A14-B234-484C2857B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301"/>
              <a:ext cx="98" cy="123"/>
            </a:xfrm>
            <a:custGeom>
              <a:avLst/>
              <a:gdLst>
                <a:gd name="T0" fmla="*/ 0 w 128"/>
                <a:gd name="T1" fmla="*/ 60 h 161"/>
                <a:gd name="T2" fmla="*/ 0 w 128"/>
                <a:gd name="T3" fmla="*/ 60 h 161"/>
                <a:gd name="T4" fmla="*/ 0 w 128"/>
                <a:gd name="T5" fmla="*/ 60 h 161"/>
                <a:gd name="T6" fmla="*/ 29 w 128"/>
                <a:gd name="T7" fmla="*/ 72 h 161"/>
                <a:gd name="T8" fmla="*/ 57 w 128"/>
                <a:gd name="T9" fmla="*/ 60 h 161"/>
                <a:gd name="T10" fmla="*/ 57 w 128"/>
                <a:gd name="T11" fmla="*/ 60 h 161"/>
                <a:gd name="T12" fmla="*/ 57 w 128"/>
                <a:gd name="T13" fmla="*/ 60 h 161"/>
                <a:gd name="T14" fmla="*/ 57 w 128"/>
                <a:gd name="T15" fmla="*/ 60 h 161"/>
                <a:gd name="T16" fmla="*/ 57 w 128"/>
                <a:gd name="T17" fmla="*/ 58 h 161"/>
                <a:gd name="T18" fmla="*/ 51 w 128"/>
                <a:gd name="T19" fmla="*/ 31 h 161"/>
                <a:gd name="T20" fmla="*/ 50 w 128"/>
                <a:gd name="T21" fmla="*/ 31 h 161"/>
                <a:gd name="T22" fmla="*/ 50 w 128"/>
                <a:gd name="T23" fmla="*/ 6 h 161"/>
                <a:gd name="T24" fmla="*/ 28 w 128"/>
                <a:gd name="T25" fmla="*/ 0 h 161"/>
                <a:gd name="T26" fmla="*/ 7 w 128"/>
                <a:gd name="T27" fmla="*/ 8 h 161"/>
                <a:gd name="T28" fmla="*/ 7 w 128"/>
                <a:gd name="T29" fmla="*/ 30 h 161"/>
                <a:gd name="T30" fmla="*/ 6 w 128"/>
                <a:gd name="T31" fmla="*/ 31 h 161"/>
                <a:gd name="T32" fmla="*/ 0 w 128"/>
                <a:gd name="T33" fmla="*/ 58 h 161"/>
                <a:gd name="T34" fmla="*/ 0 w 128"/>
                <a:gd name="T35" fmla="*/ 60 h 161"/>
                <a:gd name="T36" fmla="*/ 0 w 128"/>
                <a:gd name="T37" fmla="*/ 60 h 1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8" h="161">
                  <a:moveTo>
                    <a:pt x="0" y="133"/>
                  </a:moveTo>
                  <a:cubicBezTo>
                    <a:pt x="0" y="134"/>
                    <a:pt x="0" y="134"/>
                    <a:pt x="0" y="134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1" y="141"/>
                    <a:pt x="29" y="161"/>
                    <a:pt x="64" y="161"/>
                  </a:cubicBezTo>
                  <a:cubicBezTo>
                    <a:pt x="98" y="161"/>
                    <a:pt x="126" y="141"/>
                    <a:pt x="127" y="134"/>
                  </a:cubicBezTo>
                  <a:cubicBezTo>
                    <a:pt x="128" y="134"/>
                    <a:pt x="128" y="134"/>
                    <a:pt x="128" y="134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2"/>
                    <a:pt x="127" y="132"/>
                    <a:pt x="127" y="131"/>
                  </a:cubicBezTo>
                  <a:cubicBezTo>
                    <a:pt x="114" y="69"/>
                    <a:pt x="114" y="69"/>
                    <a:pt x="114" y="69"/>
                  </a:cubicBezTo>
                  <a:cubicBezTo>
                    <a:pt x="113" y="69"/>
                    <a:pt x="112" y="69"/>
                    <a:pt x="111" y="69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5"/>
                    <a:pt x="107" y="0"/>
                    <a:pt x="63" y="0"/>
                  </a:cubicBezTo>
                  <a:cubicBezTo>
                    <a:pt x="19" y="0"/>
                    <a:pt x="16" y="17"/>
                    <a:pt x="16" y="17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4" y="68"/>
                    <a:pt x="13" y="68"/>
                    <a:pt x="13" y="68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2"/>
                    <a:pt x="0" y="132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7" name="Freeform 124">
              <a:extLst>
                <a:ext uri="{FF2B5EF4-FFF2-40B4-BE49-F238E27FC236}">
                  <a16:creationId xmlns:a16="http://schemas.microsoft.com/office/drawing/2014/main" id="{CCEED031-F199-480C-9928-04C38B99C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221"/>
              <a:ext cx="73" cy="116"/>
            </a:xfrm>
            <a:custGeom>
              <a:avLst/>
              <a:gdLst>
                <a:gd name="T0" fmla="*/ 0 w 95"/>
                <a:gd name="T1" fmla="*/ 2 h 152"/>
                <a:gd name="T2" fmla="*/ 0 w 95"/>
                <a:gd name="T3" fmla="*/ 56 h 152"/>
                <a:gd name="T4" fmla="*/ 22 w 95"/>
                <a:gd name="T5" fmla="*/ 68 h 152"/>
                <a:gd name="T6" fmla="*/ 43 w 95"/>
                <a:gd name="T7" fmla="*/ 56 h 152"/>
                <a:gd name="T8" fmla="*/ 43 w 95"/>
                <a:gd name="T9" fmla="*/ 0 h 152"/>
                <a:gd name="T10" fmla="*/ 0 w 95"/>
                <a:gd name="T11" fmla="*/ 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52">
                  <a:moveTo>
                    <a:pt x="0" y="2"/>
                  </a:moveTo>
                  <a:cubicBezTo>
                    <a:pt x="0" y="127"/>
                    <a:pt x="0" y="127"/>
                    <a:pt x="0" y="127"/>
                  </a:cubicBezTo>
                  <a:cubicBezTo>
                    <a:pt x="0" y="127"/>
                    <a:pt x="4" y="152"/>
                    <a:pt x="48" y="152"/>
                  </a:cubicBezTo>
                  <a:cubicBezTo>
                    <a:pt x="93" y="152"/>
                    <a:pt x="95" y="124"/>
                    <a:pt x="95" y="124"/>
                  </a:cubicBezTo>
                  <a:cubicBezTo>
                    <a:pt x="95" y="0"/>
                    <a:pt x="95" y="0"/>
                    <a:pt x="9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1F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8" name="Freeform 125">
              <a:extLst>
                <a:ext uri="{FF2B5EF4-FFF2-40B4-BE49-F238E27FC236}">
                  <a16:creationId xmlns:a16="http://schemas.microsoft.com/office/drawing/2014/main" id="{B1F727BC-73AB-4D50-B562-E8035ED0B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221"/>
              <a:ext cx="73" cy="116"/>
            </a:xfrm>
            <a:custGeom>
              <a:avLst/>
              <a:gdLst>
                <a:gd name="T0" fmla="*/ 0 w 95"/>
                <a:gd name="T1" fmla="*/ 2 h 152"/>
                <a:gd name="T2" fmla="*/ 0 w 95"/>
                <a:gd name="T3" fmla="*/ 56 h 152"/>
                <a:gd name="T4" fmla="*/ 22 w 95"/>
                <a:gd name="T5" fmla="*/ 68 h 152"/>
                <a:gd name="T6" fmla="*/ 43 w 95"/>
                <a:gd name="T7" fmla="*/ 56 h 152"/>
                <a:gd name="T8" fmla="*/ 43 w 95"/>
                <a:gd name="T9" fmla="*/ 0 h 152"/>
                <a:gd name="T10" fmla="*/ 0 w 95"/>
                <a:gd name="T11" fmla="*/ 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52">
                  <a:moveTo>
                    <a:pt x="0" y="2"/>
                  </a:moveTo>
                  <a:cubicBezTo>
                    <a:pt x="0" y="127"/>
                    <a:pt x="0" y="127"/>
                    <a:pt x="0" y="127"/>
                  </a:cubicBezTo>
                  <a:cubicBezTo>
                    <a:pt x="0" y="127"/>
                    <a:pt x="4" y="152"/>
                    <a:pt x="48" y="152"/>
                  </a:cubicBezTo>
                  <a:cubicBezTo>
                    <a:pt x="93" y="152"/>
                    <a:pt x="95" y="124"/>
                    <a:pt x="95" y="124"/>
                  </a:cubicBezTo>
                  <a:cubicBezTo>
                    <a:pt x="95" y="0"/>
                    <a:pt x="95" y="0"/>
                    <a:pt x="95" y="0"/>
                  </a:cubicBezTo>
                  <a:lnTo>
                    <a:pt x="0" y="2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9" name="Freeform 126">
              <a:extLst>
                <a:ext uri="{FF2B5EF4-FFF2-40B4-BE49-F238E27FC236}">
                  <a16:creationId xmlns:a16="http://schemas.microsoft.com/office/drawing/2014/main" id="{586C3F6B-B32F-491B-A6A5-C64656ABF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171"/>
              <a:ext cx="98" cy="107"/>
            </a:xfrm>
            <a:custGeom>
              <a:avLst/>
              <a:gdLst>
                <a:gd name="T0" fmla="*/ 0 w 128"/>
                <a:gd name="T1" fmla="*/ 0 h 141"/>
                <a:gd name="T2" fmla="*/ 57 w 128"/>
                <a:gd name="T3" fmla="*/ 0 h 141"/>
                <a:gd name="T4" fmla="*/ 51 w 128"/>
                <a:gd name="T5" fmla="*/ 46 h 141"/>
                <a:gd name="T6" fmla="*/ 6 w 128"/>
                <a:gd name="T7" fmla="*/ 46 h 141"/>
                <a:gd name="T8" fmla="*/ 0 w 128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41">
                  <a:moveTo>
                    <a:pt x="0" y="0"/>
                  </a:moveTo>
                  <a:cubicBezTo>
                    <a:pt x="128" y="0"/>
                    <a:pt x="128" y="0"/>
                    <a:pt x="128" y="0"/>
                  </a:cubicBezTo>
                  <a:cubicBezTo>
                    <a:pt x="114" y="107"/>
                    <a:pt x="114" y="107"/>
                    <a:pt x="114" y="107"/>
                  </a:cubicBezTo>
                  <a:cubicBezTo>
                    <a:pt x="114" y="107"/>
                    <a:pt x="66" y="141"/>
                    <a:pt x="14" y="10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64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0" name="Freeform 127">
              <a:extLst>
                <a:ext uri="{FF2B5EF4-FFF2-40B4-BE49-F238E27FC236}">
                  <a16:creationId xmlns:a16="http://schemas.microsoft.com/office/drawing/2014/main" id="{0E6576B1-5F6A-41C9-A583-0A31A5950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171"/>
              <a:ext cx="98" cy="107"/>
            </a:xfrm>
            <a:custGeom>
              <a:avLst/>
              <a:gdLst>
                <a:gd name="T0" fmla="*/ 0 w 128"/>
                <a:gd name="T1" fmla="*/ 0 h 141"/>
                <a:gd name="T2" fmla="*/ 57 w 128"/>
                <a:gd name="T3" fmla="*/ 0 h 141"/>
                <a:gd name="T4" fmla="*/ 51 w 128"/>
                <a:gd name="T5" fmla="*/ 46 h 141"/>
                <a:gd name="T6" fmla="*/ 6 w 128"/>
                <a:gd name="T7" fmla="*/ 46 h 141"/>
                <a:gd name="T8" fmla="*/ 0 w 128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41">
                  <a:moveTo>
                    <a:pt x="0" y="0"/>
                  </a:moveTo>
                  <a:cubicBezTo>
                    <a:pt x="128" y="0"/>
                    <a:pt x="128" y="0"/>
                    <a:pt x="128" y="0"/>
                  </a:cubicBezTo>
                  <a:cubicBezTo>
                    <a:pt x="114" y="107"/>
                    <a:pt x="114" y="107"/>
                    <a:pt x="114" y="107"/>
                  </a:cubicBezTo>
                  <a:cubicBezTo>
                    <a:pt x="114" y="107"/>
                    <a:pt x="66" y="141"/>
                    <a:pt x="14" y="10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1" name="Oval 128">
              <a:extLst>
                <a:ext uri="{FF2B5EF4-FFF2-40B4-BE49-F238E27FC236}">
                  <a16:creationId xmlns:a16="http://schemas.microsoft.com/office/drawing/2014/main" id="{37370615-230D-4B8E-9EB8-5C1EC4EE2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152"/>
              <a:ext cx="98" cy="38"/>
            </a:xfrm>
            <a:prstGeom prst="ellipse">
              <a:avLst/>
            </a:prstGeom>
            <a:solidFill>
              <a:srgbClr val="5F6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32" name="Oval 129">
              <a:extLst>
                <a:ext uri="{FF2B5EF4-FFF2-40B4-BE49-F238E27FC236}">
                  <a16:creationId xmlns:a16="http://schemas.microsoft.com/office/drawing/2014/main" id="{407BAA6D-4D0D-42E1-832A-577D629CE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152"/>
              <a:ext cx="98" cy="38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33" name="Freeform 130">
              <a:extLst>
                <a:ext uri="{FF2B5EF4-FFF2-40B4-BE49-F238E27FC236}">
                  <a16:creationId xmlns:a16="http://schemas.microsoft.com/office/drawing/2014/main" id="{BD705CCB-D7AA-456A-9609-E98E4A5C5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66"/>
              <a:ext cx="25" cy="51"/>
            </a:xfrm>
            <a:custGeom>
              <a:avLst/>
              <a:gdLst>
                <a:gd name="T0" fmla="*/ 0 w 33"/>
                <a:gd name="T1" fmla="*/ 0 h 67"/>
                <a:gd name="T2" fmla="*/ 2 w 33"/>
                <a:gd name="T3" fmla="*/ 27 h 67"/>
                <a:gd name="T4" fmla="*/ 11 w 33"/>
                <a:gd name="T5" fmla="*/ 30 h 67"/>
                <a:gd name="T6" fmla="*/ 2 w 33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67">
                  <a:moveTo>
                    <a:pt x="0" y="0"/>
                  </a:moveTo>
                  <a:cubicBezTo>
                    <a:pt x="6" y="19"/>
                    <a:pt x="2" y="41"/>
                    <a:pt x="3" y="61"/>
                  </a:cubicBezTo>
                  <a:cubicBezTo>
                    <a:pt x="11" y="66"/>
                    <a:pt x="16" y="67"/>
                    <a:pt x="25" y="67"/>
                  </a:cubicBezTo>
                  <a:cubicBezTo>
                    <a:pt x="33" y="52"/>
                    <a:pt x="11" y="1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4" name="Freeform 131">
              <a:extLst>
                <a:ext uri="{FF2B5EF4-FFF2-40B4-BE49-F238E27FC236}">
                  <a16:creationId xmlns:a16="http://schemas.microsoft.com/office/drawing/2014/main" id="{95E5E6BC-93D5-40EC-AF50-808103C51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193"/>
              <a:ext cx="28" cy="61"/>
            </a:xfrm>
            <a:custGeom>
              <a:avLst/>
              <a:gdLst>
                <a:gd name="T0" fmla="*/ 2 w 37"/>
                <a:gd name="T1" fmla="*/ 1 h 80"/>
                <a:gd name="T2" fmla="*/ 0 w 37"/>
                <a:gd name="T3" fmla="*/ 0 h 80"/>
                <a:gd name="T4" fmla="*/ 2 w 37"/>
                <a:gd name="T5" fmla="*/ 18 h 80"/>
                <a:gd name="T6" fmla="*/ 2 w 37"/>
                <a:gd name="T7" fmla="*/ 28 h 80"/>
                <a:gd name="T8" fmla="*/ 8 w 37"/>
                <a:gd name="T9" fmla="*/ 31 h 80"/>
                <a:gd name="T10" fmla="*/ 16 w 37"/>
                <a:gd name="T11" fmla="*/ 36 h 80"/>
                <a:gd name="T12" fmla="*/ 8 w 37"/>
                <a:gd name="T13" fmla="*/ 14 h 80"/>
                <a:gd name="T14" fmla="*/ 2 w 37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0">
                  <a:moveTo>
                    <a:pt x="2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5" y="12"/>
                    <a:pt x="4" y="27"/>
                    <a:pt x="4" y="39"/>
                  </a:cubicBezTo>
                  <a:cubicBezTo>
                    <a:pt x="4" y="45"/>
                    <a:pt x="2" y="58"/>
                    <a:pt x="5" y="63"/>
                  </a:cubicBezTo>
                  <a:cubicBezTo>
                    <a:pt x="7" y="67"/>
                    <a:pt x="14" y="69"/>
                    <a:pt x="18" y="71"/>
                  </a:cubicBezTo>
                  <a:cubicBezTo>
                    <a:pt x="24" y="75"/>
                    <a:pt x="30" y="80"/>
                    <a:pt x="37" y="80"/>
                  </a:cubicBezTo>
                  <a:cubicBezTo>
                    <a:pt x="26" y="68"/>
                    <a:pt x="24" y="48"/>
                    <a:pt x="18" y="33"/>
                  </a:cubicBezTo>
                  <a:cubicBezTo>
                    <a:pt x="14" y="22"/>
                    <a:pt x="9" y="11"/>
                    <a:pt x="5" y="0"/>
                  </a:cubicBezTo>
                </a:path>
              </a:pathLst>
            </a:custGeom>
            <a:solidFill>
              <a:srgbClr val="5F6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5" name="Freeform 132">
              <a:extLst>
                <a:ext uri="{FF2B5EF4-FFF2-40B4-BE49-F238E27FC236}">
                  <a16:creationId xmlns:a16="http://schemas.microsoft.com/office/drawing/2014/main" id="{17A0215C-DAF0-4FB6-9423-DB208BB74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060"/>
              <a:ext cx="623" cy="228"/>
            </a:xfrm>
            <a:custGeom>
              <a:avLst/>
              <a:gdLst>
                <a:gd name="T0" fmla="*/ 0 w 815"/>
                <a:gd name="T1" fmla="*/ 67 h 298"/>
                <a:gd name="T2" fmla="*/ 364 w 815"/>
                <a:gd name="T3" fmla="*/ 133 h 298"/>
                <a:gd name="T4" fmla="*/ 0 w 815"/>
                <a:gd name="T5" fmla="*/ 67 h 2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5" h="298">
                  <a:moveTo>
                    <a:pt x="0" y="149"/>
                  </a:moveTo>
                  <a:cubicBezTo>
                    <a:pt x="0" y="149"/>
                    <a:pt x="328" y="2"/>
                    <a:pt x="815" y="298"/>
                  </a:cubicBezTo>
                  <a:cubicBezTo>
                    <a:pt x="815" y="298"/>
                    <a:pt x="424" y="0"/>
                    <a:pt x="0" y="1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6" name="Freeform 133">
              <a:extLst>
                <a:ext uri="{FF2B5EF4-FFF2-40B4-BE49-F238E27FC236}">
                  <a16:creationId xmlns:a16="http://schemas.microsoft.com/office/drawing/2014/main" id="{8CC2A801-E3BA-4B56-9943-463E9EDE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563"/>
              <a:ext cx="209" cy="123"/>
            </a:xfrm>
            <a:custGeom>
              <a:avLst/>
              <a:gdLst>
                <a:gd name="T0" fmla="*/ 4 w 273"/>
                <a:gd name="T1" fmla="*/ 2 h 162"/>
                <a:gd name="T2" fmla="*/ 1 w 273"/>
                <a:gd name="T3" fmla="*/ 0 h 162"/>
                <a:gd name="T4" fmla="*/ 2 w 273"/>
                <a:gd name="T5" fmla="*/ 43 h 162"/>
                <a:gd name="T6" fmla="*/ 5 w 273"/>
                <a:gd name="T7" fmla="*/ 63 h 162"/>
                <a:gd name="T8" fmla="*/ 21 w 273"/>
                <a:gd name="T9" fmla="*/ 71 h 162"/>
                <a:gd name="T10" fmla="*/ 74 w 273"/>
                <a:gd name="T11" fmla="*/ 60 h 162"/>
                <a:gd name="T12" fmla="*/ 102 w 273"/>
                <a:gd name="T13" fmla="*/ 52 h 162"/>
                <a:gd name="T14" fmla="*/ 122 w 273"/>
                <a:gd name="T15" fmla="*/ 47 h 162"/>
                <a:gd name="T16" fmla="*/ 109 w 273"/>
                <a:gd name="T17" fmla="*/ 43 h 162"/>
                <a:gd name="T18" fmla="*/ 90 w 273"/>
                <a:gd name="T19" fmla="*/ 37 h 162"/>
                <a:gd name="T20" fmla="*/ 53 w 273"/>
                <a:gd name="T21" fmla="*/ 27 h 162"/>
                <a:gd name="T22" fmla="*/ 5 w 273"/>
                <a:gd name="T23" fmla="*/ 2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3" h="162">
                  <a:moveTo>
                    <a:pt x="9" y="4"/>
                  </a:moveTo>
                  <a:cubicBezTo>
                    <a:pt x="7" y="2"/>
                    <a:pt x="4" y="1"/>
                    <a:pt x="1" y="0"/>
                  </a:cubicBezTo>
                  <a:cubicBezTo>
                    <a:pt x="0" y="34"/>
                    <a:pt x="4" y="66"/>
                    <a:pt x="5" y="99"/>
                  </a:cubicBezTo>
                  <a:cubicBezTo>
                    <a:pt x="6" y="115"/>
                    <a:pt x="5" y="130"/>
                    <a:pt x="11" y="144"/>
                  </a:cubicBezTo>
                  <a:cubicBezTo>
                    <a:pt x="19" y="162"/>
                    <a:pt x="28" y="161"/>
                    <a:pt x="47" y="161"/>
                  </a:cubicBezTo>
                  <a:cubicBezTo>
                    <a:pt x="90" y="161"/>
                    <a:pt x="125" y="148"/>
                    <a:pt x="166" y="137"/>
                  </a:cubicBezTo>
                  <a:cubicBezTo>
                    <a:pt x="187" y="132"/>
                    <a:pt x="207" y="125"/>
                    <a:pt x="227" y="119"/>
                  </a:cubicBezTo>
                  <a:cubicBezTo>
                    <a:pt x="243" y="116"/>
                    <a:pt x="262" y="117"/>
                    <a:pt x="273" y="107"/>
                  </a:cubicBezTo>
                  <a:cubicBezTo>
                    <a:pt x="267" y="97"/>
                    <a:pt x="252" y="102"/>
                    <a:pt x="241" y="99"/>
                  </a:cubicBezTo>
                  <a:cubicBezTo>
                    <a:pt x="228" y="96"/>
                    <a:pt x="213" y="90"/>
                    <a:pt x="200" y="85"/>
                  </a:cubicBezTo>
                  <a:cubicBezTo>
                    <a:pt x="173" y="76"/>
                    <a:pt x="146" y="68"/>
                    <a:pt x="118" y="60"/>
                  </a:cubicBezTo>
                  <a:cubicBezTo>
                    <a:pt x="77" y="49"/>
                    <a:pt x="34" y="39"/>
                    <a:pt x="11" y="4"/>
                  </a:cubicBezTo>
                </a:path>
              </a:pathLst>
            </a:custGeom>
            <a:solidFill>
              <a:srgbClr val="4E53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7" name="Freeform 134">
              <a:extLst>
                <a:ext uri="{FF2B5EF4-FFF2-40B4-BE49-F238E27FC236}">
                  <a16:creationId xmlns:a16="http://schemas.microsoft.com/office/drawing/2014/main" id="{100C2483-21FB-498D-8819-574E5A13A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369"/>
              <a:ext cx="87" cy="50"/>
            </a:xfrm>
            <a:custGeom>
              <a:avLst/>
              <a:gdLst>
                <a:gd name="T0" fmla="*/ 48 w 114"/>
                <a:gd name="T1" fmla="*/ 4 h 65"/>
                <a:gd name="T2" fmla="*/ 23 w 114"/>
                <a:gd name="T3" fmla="*/ 9 h 65"/>
                <a:gd name="T4" fmla="*/ 1 w 114"/>
                <a:gd name="T5" fmla="*/ 25 h 65"/>
                <a:gd name="T6" fmla="*/ 31 w 114"/>
                <a:gd name="T7" fmla="*/ 27 h 65"/>
                <a:gd name="T8" fmla="*/ 50 w 114"/>
                <a:gd name="T9" fmla="*/ 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65">
                  <a:moveTo>
                    <a:pt x="109" y="9"/>
                  </a:moveTo>
                  <a:cubicBezTo>
                    <a:pt x="87" y="0"/>
                    <a:pt x="70" y="11"/>
                    <a:pt x="51" y="21"/>
                  </a:cubicBezTo>
                  <a:cubicBezTo>
                    <a:pt x="42" y="26"/>
                    <a:pt x="1" y="43"/>
                    <a:pt x="1" y="55"/>
                  </a:cubicBezTo>
                  <a:cubicBezTo>
                    <a:pt x="0" y="65"/>
                    <a:pt x="61" y="63"/>
                    <a:pt x="71" y="58"/>
                  </a:cubicBezTo>
                  <a:cubicBezTo>
                    <a:pt x="79" y="53"/>
                    <a:pt x="114" y="29"/>
                    <a:pt x="111" y="17"/>
                  </a:cubicBezTo>
                </a:path>
              </a:pathLst>
            </a:custGeom>
            <a:solidFill>
              <a:srgbClr val="4E53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8" name="Freeform 135">
              <a:extLst>
                <a:ext uri="{FF2B5EF4-FFF2-40B4-BE49-F238E27FC236}">
                  <a16:creationId xmlns:a16="http://schemas.microsoft.com/office/drawing/2014/main" id="{D915165C-83CD-41F1-8463-186DC8FDB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463"/>
              <a:ext cx="702" cy="152"/>
            </a:xfrm>
            <a:custGeom>
              <a:avLst/>
              <a:gdLst>
                <a:gd name="T0" fmla="*/ 0 w 919"/>
                <a:gd name="T1" fmla="*/ 0 h 199"/>
                <a:gd name="T2" fmla="*/ 409 w 919"/>
                <a:gd name="T3" fmla="*/ 29 h 199"/>
                <a:gd name="T4" fmla="*/ 0 w 919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9" h="199">
                  <a:moveTo>
                    <a:pt x="0" y="0"/>
                  </a:moveTo>
                  <a:cubicBezTo>
                    <a:pt x="0" y="0"/>
                    <a:pt x="354" y="168"/>
                    <a:pt x="919" y="66"/>
                  </a:cubicBezTo>
                  <a:cubicBezTo>
                    <a:pt x="919" y="66"/>
                    <a:pt x="427" y="199"/>
                    <a:pt x="0" y="0"/>
                  </a:cubicBezTo>
                  <a:close/>
                </a:path>
              </a:pathLst>
            </a:custGeom>
            <a:solidFill>
              <a:srgbClr val="9E9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copper-bottom-frying-pan-illustration">
            <a:extLst>
              <a:ext uri="{FF2B5EF4-FFF2-40B4-BE49-F238E27FC236}">
                <a16:creationId xmlns:a16="http://schemas.microsoft.com/office/drawing/2014/main" id="{23621882-538A-419B-887E-E55217B71E5D}"/>
              </a:ext>
            </a:extLst>
          </p:cNvPr>
          <p:cNvGrpSpPr>
            <a:grpSpLocks/>
          </p:cNvGrpSpPr>
          <p:nvPr/>
        </p:nvGrpSpPr>
        <p:grpSpPr bwMode="auto">
          <a:xfrm>
            <a:off x="6005513" y="1274763"/>
            <a:ext cx="3181350" cy="1982787"/>
            <a:chOff x="2703" y="803"/>
            <a:chExt cx="2004" cy="1249"/>
          </a:xfrm>
        </p:grpSpPr>
        <p:sp>
          <p:nvSpPr>
            <p:cNvPr id="41854" name="Freeform 137">
              <a:extLst>
                <a:ext uri="{FF2B5EF4-FFF2-40B4-BE49-F238E27FC236}">
                  <a16:creationId xmlns:a16="http://schemas.microsoft.com/office/drawing/2014/main" id="{108CEC0F-EDC0-456C-A54D-C32679462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79"/>
              <a:ext cx="104" cy="108"/>
            </a:xfrm>
            <a:custGeom>
              <a:avLst/>
              <a:gdLst>
                <a:gd name="T0" fmla="*/ 15 w 104"/>
                <a:gd name="T1" fmla="*/ 108 h 108"/>
                <a:gd name="T2" fmla="*/ 0 w 104"/>
                <a:gd name="T3" fmla="*/ 43 h 108"/>
                <a:gd name="T4" fmla="*/ 58 w 104"/>
                <a:gd name="T5" fmla="*/ 0 h 108"/>
                <a:gd name="T6" fmla="*/ 104 w 104"/>
                <a:gd name="T7" fmla="*/ 38 h 108"/>
                <a:gd name="T8" fmla="*/ 15 w 104"/>
                <a:gd name="T9" fmla="*/ 108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08">
                  <a:moveTo>
                    <a:pt x="15" y="108"/>
                  </a:moveTo>
                  <a:lnTo>
                    <a:pt x="0" y="43"/>
                  </a:lnTo>
                  <a:lnTo>
                    <a:pt x="58" y="0"/>
                  </a:lnTo>
                  <a:lnTo>
                    <a:pt x="104" y="38"/>
                  </a:lnTo>
                  <a:lnTo>
                    <a:pt x="15" y="108"/>
                  </a:lnTo>
                  <a:close/>
                </a:path>
              </a:pathLst>
            </a:custGeom>
            <a:solidFill>
              <a:srgbClr val="7B7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5" name="Freeform 138">
              <a:extLst>
                <a:ext uri="{FF2B5EF4-FFF2-40B4-BE49-F238E27FC236}">
                  <a16:creationId xmlns:a16="http://schemas.microsoft.com/office/drawing/2014/main" id="{4A434E4E-8831-422E-B16B-03FEEE805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278"/>
              <a:ext cx="103" cy="107"/>
            </a:xfrm>
            <a:custGeom>
              <a:avLst/>
              <a:gdLst>
                <a:gd name="T0" fmla="*/ 15 w 103"/>
                <a:gd name="T1" fmla="*/ 107 h 107"/>
                <a:gd name="T2" fmla="*/ 0 w 103"/>
                <a:gd name="T3" fmla="*/ 43 h 107"/>
                <a:gd name="T4" fmla="*/ 57 w 103"/>
                <a:gd name="T5" fmla="*/ 0 h 107"/>
                <a:gd name="T6" fmla="*/ 103 w 103"/>
                <a:gd name="T7" fmla="*/ 38 h 107"/>
                <a:gd name="T8" fmla="*/ 15 w 103"/>
                <a:gd name="T9" fmla="*/ 10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07">
                  <a:moveTo>
                    <a:pt x="15" y="107"/>
                  </a:moveTo>
                  <a:lnTo>
                    <a:pt x="0" y="43"/>
                  </a:lnTo>
                  <a:lnTo>
                    <a:pt x="57" y="0"/>
                  </a:lnTo>
                  <a:lnTo>
                    <a:pt x="103" y="38"/>
                  </a:lnTo>
                  <a:lnTo>
                    <a:pt x="15" y="107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6" name="Freeform 139">
              <a:extLst>
                <a:ext uri="{FF2B5EF4-FFF2-40B4-BE49-F238E27FC236}">
                  <a16:creationId xmlns:a16="http://schemas.microsoft.com/office/drawing/2014/main" id="{B2B3ECB8-8CEC-47BB-BAF1-AE6106822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803"/>
              <a:ext cx="781" cy="540"/>
            </a:xfrm>
            <a:custGeom>
              <a:avLst/>
              <a:gdLst>
                <a:gd name="T0" fmla="*/ 606 w 887"/>
                <a:gd name="T1" fmla="*/ 431 h 575"/>
                <a:gd name="T2" fmla="*/ 49 w 887"/>
                <a:gd name="T3" fmla="*/ 21 h 575"/>
                <a:gd name="T4" fmla="*/ 1 w 887"/>
                <a:gd name="T5" fmla="*/ 53 h 575"/>
                <a:gd name="T6" fmla="*/ 26 w 887"/>
                <a:gd name="T7" fmla="*/ 97 h 575"/>
                <a:gd name="T8" fmla="*/ 553 w 887"/>
                <a:gd name="T9" fmla="*/ 476 h 575"/>
                <a:gd name="T10" fmla="*/ 606 w 887"/>
                <a:gd name="T11" fmla="*/ 431 h 5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7" h="575">
                  <a:moveTo>
                    <a:pt x="887" y="521"/>
                  </a:moveTo>
                  <a:cubicBezTo>
                    <a:pt x="887" y="521"/>
                    <a:pt x="834" y="374"/>
                    <a:pt x="73" y="25"/>
                  </a:cubicBezTo>
                  <a:cubicBezTo>
                    <a:pt x="18" y="0"/>
                    <a:pt x="0" y="32"/>
                    <a:pt x="1" y="64"/>
                  </a:cubicBezTo>
                  <a:cubicBezTo>
                    <a:pt x="3" y="97"/>
                    <a:pt x="20" y="105"/>
                    <a:pt x="39" y="117"/>
                  </a:cubicBezTo>
                  <a:cubicBezTo>
                    <a:pt x="58" y="129"/>
                    <a:pt x="545" y="339"/>
                    <a:pt x="810" y="575"/>
                  </a:cubicBezTo>
                  <a:lnTo>
                    <a:pt x="887" y="521"/>
                  </a:lnTo>
                  <a:close/>
                </a:path>
              </a:pathLst>
            </a:custGeom>
            <a:solidFill>
              <a:srgbClr val="555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7" name="Freeform 140">
              <a:extLst>
                <a:ext uri="{FF2B5EF4-FFF2-40B4-BE49-F238E27FC236}">
                  <a16:creationId xmlns:a16="http://schemas.microsoft.com/office/drawing/2014/main" id="{24BED6BC-E528-4670-9F27-37CF1FE68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803"/>
              <a:ext cx="781" cy="540"/>
            </a:xfrm>
            <a:custGeom>
              <a:avLst/>
              <a:gdLst>
                <a:gd name="T0" fmla="*/ 606 w 887"/>
                <a:gd name="T1" fmla="*/ 431 h 575"/>
                <a:gd name="T2" fmla="*/ 49 w 887"/>
                <a:gd name="T3" fmla="*/ 21 h 575"/>
                <a:gd name="T4" fmla="*/ 1 w 887"/>
                <a:gd name="T5" fmla="*/ 53 h 575"/>
                <a:gd name="T6" fmla="*/ 26 w 887"/>
                <a:gd name="T7" fmla="*/ 97 h 575"/>
                <a:gd name="T8" fmla="*/ 553 w 887"/>
                <a:gd name="T9" fmla="*/ 476 h 575"/>
                <a:gd name="T10" fmla="*/ 606 w 887"/>
                <a:gd name="T11" fmla="*/ 431 h 5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7" h="575">
                  <a:moveTo>
                    <a:pt x="887" y="521"/>
                  </a:moveTo>
                  <a:cubicBezTo>
                    <a:pt x="887" y="521"/>
                    <a:pt x="834" y="374"/>
                    <a:pt x="73" y="25"/>
                  </a:cubicBezTo>
                  <a:cubicBezTo>
                    <a:pt x="18" y="0"/>
                    <a:pt x="0" y="32"/>
                    <a:pt x="1" y="64"/>
                  </a:cubicBezTo>
                  <a:cubicBezTo>
                    <a:pt x="3" y="97"/>
                    <a:pt x="20" y="105"/>
                    <a:pt x="39" y="117"/>
                  </a:cubicBezTo>
                  <a:cubicBezTo>
                    <a:pt x="58" y="129"/>
                    <a:pt x="545" y="339"/>
                    <a:pt x="810" y="575"/>
                  </a:cubicBezTo>
                  <a:lnTo>
                    <a:pt x="887" y="52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8" name="Freeform 141">
              <a:extLst>
                <a:ext uri="{FF2B5EF4-FFF2-40B4-BE49-F238E27FC236}">
                  <a16:creationId xmlns:a16="http://schemas.microsoft.com/office/drawing/2014/main" id="{28AD32B4-C4F8-475A-B846-0EFC0C1DB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853"/>
              <a:ext cx="701" cy="454"/>
            </a:xfrm>
            <a:custGeom>
              <a:avLst/>
              <a:gdLst>
                <a:gd name="T0" fmla="*/ 0 w 796"/>
                <a:gd name="T1" fmla="*/ 0 h 484"/>
                <a:gd name="T2" fmla="*/ 543 w 796"/>
                <a:gd name="T3" fmla="*/ 400 h 484"/>
                <a:gd name="T4" fmla="*/ 55 w 796"/>
                <a:gd name="T5" fmla="*/ 46 h 484"/>
                <a:gd name="T6" fmla="*/ 0 w 796"/>
                <a:gd name="T7" fmla="*/ 0 h 4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6" h="484">
                  <a:moveTo>
                    <a:pt x="0" y="0"/>
                  </a:moveTo>
                  <a:cubicBezTo>
                    <a:pt x="0" y="0"/>
                    <a:pt x="740" y="353"/>
                    <a:pt x="796" y="484"/>
                  </a:cubicBezTo>
                  <a:cubicBezTo>
                    <a:pt x="796" y="484"/>
                    <a:pt x="739" y="394"/>
                    <a:pt x="80" y="55"/>
                  </a:cubicBezTo>
                  <a:cubicBezTo>
                    <a:pt x="15" y="2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7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9" name="Freeform 142">
              <a:extLst>
                <a:ext uri="{FF2B5EF4-FFF2-40B4-BE49-F238E27FC236}">
                  <a16:creationId xmlns:a16="http://schemas.microsoft.com/office/drawing/2014/main" id="{F1289C3C-C0A8-4C07-9EED-A245E551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191"/>
              <a:ext cx="1370" cy="861"/>
            </a:xfrm>
            <a:custGeom>
              <a:avLst/>
              <a:gdLst>
                <a:gd name="T0" fmla="*/ 1049 w 1557"/>
                <a:gd name="T1" fmla="*/ 392 h 918"/>
                <a:gd name="T2" fmla="*/ 459 w 1557"/>
                <a:gd name="T3" fmla="*/ 705 h 918"/>
                <a:gd name="T4" fmla="*/ 11 w 1557"/>
                <a:gd name="T5" fmla="*/ 273 h 918"/>
                <a:gd name="T6" fmla="*/ 563 w 1557"/>
                <a:gd name="T7" fmla="*/ 27 h 918"/>
                <a:gd name="T8" fmla="*/ 1049 w 1557"/>
                <a:gd name="T9" fmla="*/ 392 h 9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7" h="918">
                  <a:moveTo>
                    <a:pt x="1540" y="475"/>
                  </a:moveTo>
                  <a:cubicBezTo>
                    <a:pt x="1523" y="687"/>
                    <a:pt x="1188" y="918"/>
                    <a:pt x="674" y="855"/>
                  </a:cubicBezTo>
                  <a:cubicBezTo>
                    <a:pt x="232" y="800"/>
                    <a:pt x="0" y="543"/>
                    <a:pt x="17" y="331"/>
                  </a:cubicBezTo>
                  <a:cubicBezTo>
                    <a:pt x="35" y="120"/>
                    <a:pt x="413" y="0"/>
                    <a:pt x="826" y="33"/>
                  </a:cubicBezTo>
                  <a:cubicBezTo>
                    <a:pt x="1238" y="67"/>
                    <a:pt x="1557" y="264"/>
                    <a:pt x="1540" y="475"/>
                  </a:cubicBezTo>
                  <a:close/>
                </a:path>
              </a:pathLst>
            </a:custGeom>
            <a:solidFill>
              <a:srgbClr val="A44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0" name="Freeform 143">
              <a:extLst>
                <a:ext uri="{FF2B5EF4-FFF2-40B4-BE49-F238E27FC236}">
                  <a16:creationId xmlns:a16="http://schemas.microsoft.com/office/drawing/2014/main" id="{D1EBA010-6F05-410C-8BD4-8C2DE8DC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191"/>
              <a:ext cx="1100" cy="760"/>
            </a:xfrm>
            <a:custGeom>
              <a:avLst/>
              <a:gdLst>
                <a:gd name="T0" fmla="*/ 90 w 1250"/>
                <a:gd name="T1" fmla="*/ 312 h 810"/>
                <a:gd name="T2" fmla="*/ 642 w 1250"/>
                <a:gd name="T3" fmla="*/ 65 h 810"/>
                <a:gd name="T4" fmla="*/ 852 w 1250"/>
                <a:gd name="T5" fmla="*/ 114 h 810"/>
                <a:gd name="T6" fmla="*/ 561 w 1250"/>
                <a:gd name="T7" fmla="*/ 27 h 810"/>
                <a:gd name="T8" fmla="*/ 10 w 1250"/>
                <a:gd name="T9" fmla="*/ 274 h 810"/>
                <a:gd name="T10" fmla="*/ 316 w 1250"/>
                <a:gd name="T11" fmla="*/ 669 h 810"/>
                <a:gd name="T12" fmla="*/ 90 w 1250"/>
                <a:gd name="T13" fmla="*/ 312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0" h="810">
                  <a:moveTo>
                    <a:pt x="132" y="377"/>
                  </a:moveTo>
                  <a:cubicBezTo>
                    <a:pt x="150" y="166"/>
                    <a:pt x="528" y="45"/>
                    <a:pt x="941" y="79"/>
                  </a:cubicBezTo>
                  <a:cubicBezTo>
                    <a:pt x="1053" y="88"/>
                    <a:pt x="1157" y="109"/>
                    <a:pt x="1250" y="139"/>
                  </a:cubicBezTo>
                  <a:cubicBezTo>
                    <a:pt x="1132" y="85"/>
                    <a:pt x="985" y="46"/>
                    <a:pt x="823" y="33"/>
                  </a:cubicBezTo>
                  <a:cubicBezTo>
                    <a:pt x="410" y="0"/>
                    <a:pt x="32" y="120"/>
                    <a:pt x="14" y="331"/>
                  </a:cubicBezTo>
                  <a:cubicBezTo>
                    <a:pt x="0" y="507"/>
                    <a:pt x="157" y="714"/>
                    <a:pt x="464" y="810"/>
                  </a:cubicBezTo>
                  <a:cubicBezTo>
                    <a:pt x="235" y="703"/>
                    <a:pt x="120" y="528"/>
                    <a:pt x="132" y="377"/>
                  </a:cubicBezTo>
                  <a:close/>
                </a:path>
              </a:pathLst>
            </a:custGeom>
            <a:solidFill>
              <a:srgbClr val="C35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1" name="Freeform 144">
              <a:extLst>
                <a:ext uri="{FF2B5EF4-FFF2-40B4-BE49-F238E27FC236}">
                  <a16:creationId xmlns:a16="http://schemas.microsoft.com/office/drawing/2014/main" id="{BFADD080-934F-4257-BE59-5A961EBFD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191"/>
              <a:ext cx="1370" cy="861"/>
            </a:xfrm>
            <a:custGeom>
              <a:avLst/>
              <a:gdLst>
                <a:gd name="T0" fmla="*/ 1049 w 1557"/>
                <a:gd name="T1" fmla="*/ 392 h 918"/>
                <a:gd name="T2" fmla="*/ 459 w 1557"/>
                <a:gd name="T3" fmla="*/ 705 h 918"/>
                <a:gd name="T4" fmla="*/ 11 w 1557"/>
                <a:gd name="T5" fmla="*/ 273 h 918"/>
                <a:gd name="T6" fmla="*/ 563 w 1557"/>
                <a:gd name="T7" fmla="*/ 27 h 918"/>
                <a:gd name="T8" fmla="*/ 1049 w 1557"/>
                <a:gd name="T9" fmla="*/ 392 h 9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7" h="918">
                  <a:moveTo>
                    <a:pt x="1540" y="475"/>
                  </a:moveTo>
                  <a:cubicBezTo>
                    <a:pt x="1523" y="687"/>
                    <a:pt x="1188" y="918"/>
                    <a:pt x="674" y="855"/>
                  </a:cubicBezTo>
                  <a:cubicBezTo>
                    <a:pt x="232" y="800"/>
                    <a:pt x="0" y="543"/>
                    <a:pt x="17" y="331"/>
                  </a:cubicBezTo>
                  <a:cubicBezTo>
                    <a:pt x="35" y="120"/>
                    <a:pt x="413" y="0"/>
                    <a:pt x="826" y="33"/>
                  </a:cubicBezTo>
                  <a:cubicBezTo>
                    <a:pt x="1238" y="67"/>
                    <a:pt x="1557" y="264"/>
                    <a:pt x="1540" y="47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2" name="Freeform 145">
              <a:extLst>
                <a:ext uri="{FF2B5EF4-FFF2-40B4-BE49-F238E27FC236}">
                  <a16:creationId xmlns:a16="http://schemas.microsoft.com/office/drawing/2014/main" id="{3DF10554-5EEF-44DB-A68B-EB278EB2B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178"/>
              <a:ext cx="1372" cy="783"/>
            </a:xfrm>
            <a:custGeom>
              <a:avLst/>
              <a:gdLst>
                <a:gd name="T0" fmla="*/ 1051 w 1559"/>
                <a:gd name="T1" fmla="*/ 396 h 834"/>
                <a:gd name="T2" fmla="*/ 510 w 1559"/>
                <a:gd name="T3" fmla="*/ 662 h 834"/>
                <a:gd name="T4" fmla="*/ 11 w 1559"/>
                <a:gd name="T5" fmla="*/ 294 h 834"/>
                <a:gd name="T6" fmla="*/ 553 w 1559"/>
                <a:gd name="T7" fmla="*/ 29 h 834"/>
                <a:gd name="T8" fmla="*/ 1051 w 1559"/>
                <a:gd name="T9" fmla="*/ 396 h 8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9" h="834">
                  <a:moveTo>
                    <a:pt x="1542" y="479"/>
                  </a:moveTo>
                  <a:cubicBezTo>
                    <a:pt x="1525" y="691"/>
                    <a:pt x="1169" y="834"/>
                    <a:pt x="748" y="800"/>
                  </a:cubicBezTo>
                  <a:cubicBezTo>
                    <a:pt x="327" y="766"/>
                    <a:pt x="0" y="567"/>
                    <a:pt x="17" y="355"/>
                  </a:cubicBezTo>
                  <a:cubicBezTo>
                    <a:pt x="34" y="144"/>
                    <a:pt x="390" y="0"/>
                    <a:pt x="811" y="35"/>
                  </a:cubicBezTo>
                  <a:cubicBezTo>
                    <a:pt x="1232" y="69"/>
                    <a:pt x="1559" y="268"/>
                    <a:pt x="1542" y="479"/>
                  </a:cubicBezTo>
                  <a:close/>
                </a:path>
              </a:pathLst>
            </a:custGeom>
            <a:solidFill>
              <a:srgbClr val="BC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3" name="Freeform 146">
              <a:extLst>
                <a:ext uri="{FF2B5EF4-FFF2-40B4-BE49-F238E27FC236}">
                  <a16:creationId xmlns:a16="http://schemas.microsoft.com/office/drawing/2014/main" id="{F462C160-2692-4CB2-A1ED-5A5378902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178"/>
              <a:ext cx="1372" cy="783"/>
            </a:xfrm>
            <a:custGeom>
              <a:avLst/>
              <a:gdLst>
                <a:gd name="T0" fmla="*/ 1051 w 1559"/>
                <a:gd name="T1" fmla="*/ 396 h 834"/>
                <a:gd name="T2" fmla="*/ 510 w 1559"/>
                <a:gd name="T3" fmla="*/ 662 h 834"/>
                <a:gd name="T4" fmla="*/ 11 w 1559"/>
                <a:gd name="T5" fmla="*/ 294 h 834"/>
                <a:gd name="T6" fmla="*/ 553 w 1559"/>
                <a:gd name="T7" fmla="*/ 29 h 834"/>
                <a:gd name="T8" fmla="*/ 1051 w 1559"/>
                <a:gd name="T9" fmla="*/ 396 h 8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9" h="834">
                  <a:moveTo>
                    <a:pt x="1542" y="479"/>
                  </a:moveTo>
                  <a:cubicBezTo>
                    <a:pt x="1525" y="691"/>
                    <a:pt x="1169" y="834"/>
                    <a:pt x="748" y="800"/>
                  </a:cubicBezTo>
                  <a:cubicBezTo>
                    <a:pt x="327" y="766"/>
                    <a:pt x="0" y="567"/>
                    <a:pt x="17" y="355"/>
                  </a:cubicBezTo>
                  <a:cubicBezTo>
                    <a:pt x="34" y="144"/>
                    <a:pt x="390" y="0"/>
                    <a:pt x="811" y="35"/>
                  </a:cubicBezTo>
                  <a:cubicBezTo>
                    <a:pt x="1232" y="69"/>
                    <a:pt x="1559" y="268"/>
                    <a:pt x="1542" y="47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4" name="Freeform 147">
              <a:extLst>
                <a:ext uri="{FF2B5EF4-FFF2-40B4-BE49-F238E27FC236}">
                  <a16:creationId xmlns:a16="http://schemas.microsoft.com/office/drawing/2014/main" id="{53CCEC85-4276-4663-B66F-219AD2303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203"/>
              <a:ext cx="1321" cy="727"/>
            </a:xfrm>
            <a:custGeom>
              <a:avLst/>
              <a:gdLst>
                <a:gd name="T0" fmla="*/ 1011 w 1502"/>
                <a:gd name="T1" fmla="*/ 369 h 775"/>
                <a:gd name="T2" fmla="*/ 491 w 1502"/>
                <a:gd name="T3" fmla="*/ 613 h 775"/>
                <a:gd name="T4" fmla="*/ 11 w 1502"/>
                <a:gd name="T5" fmla="*/ 271 h 775"/>
                <a:gd name="T6" fmla="*/ 530 w 1502"/>
                <a:gd name="T7" fmla="*/ 27 h 775"/>
                <a:gd name="T8" fmla="*/ 1011 w 1502"/>
                <a:gd name="T9" fmla="*/ 369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2" h="775">
                  <a:moveTo>
                    <a:pt x="1486" y="447"/>
                  </a:moveTo>
                  <a:cubicBezTo>
                    <a:pt x="1470" y="643"/>
                    <a:pt x="1128" y="775"/>
                    <a:pt x="722" y="742"/>
                  </a:cubicBezTo>
                  <a:cubicBezTo>
                    <a:pt x="316" y="709"/>
                    <a:pt x="0" y="523"/>
                    <a:pt x="16" y="328"/>
                  </a:cubicBezTo>
                  <a:cubicBezTo>
                    <a:pt x="32" y="132"/>
                    <a:pt x="374" y="0"/>
                    <a:pt x="780" y="33"/>
                  </a:cubicBezTo>
                  <a:cubicBezTo>
                    <a:pt x="1186" y="66"/>
                    <a:pt x="1502" y="252"/>
                    <a:pt x="1486" y="447"/>
                  </a:cubicBezTo>
                  <a:close/>
                </a:path>
              </a:pathLst>
            </a:custGeom>
            <a:solidFill>
              <a:srgbClr val="737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5" name="Freeform 148">
              <a:extLst>
                <a:ext uri="{FF2B5EF4-FFF2-40B4-BE49-F238E27FC236}">
                  <a16:creationId xmlns:a16="http://schemas.microsoft.com/office/drawing/2014/main" id="{E18A8CE7-37B1-4B25-B705-6DBD49EC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203"/>
              <a:ext cx="1321" cy="727"/>
            </a:xfrm>
            <a:custGeom>
              <a:avLst/>
              <a:gdLst>
                <a:gd name="T0" fmla="*/ 1011 w 1502"/>
                <a:gd name="T1" fmla="*/ 369 h 775"/>
                <a:gd name="T2" fmla="*/ 491 w 1502"/>
                <a:gd name="T3" fmla="*/ 613 h 775"/>
                <a:gd name="T4" fmla="*/ 11 w 1502"/>
                <a:gd name="T5" fmla="*/ 271 h 775"/>
                <a:gd name="T6" fmla="*/ 530 w 1502"/>
                <a:gd name="T7" fmla="*/ 27 h 775"/>
                <a:gd name="T8" fmla="*/ 1011 w 1502"/>
                <a:gd name="T9" fmla="*/ 369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2" h="775">
                  <a:moveTo>
                    <a:pt x="1486" y="447"/>
                  </a:moveTo>
                  <a:cubicBezTo>
                    <a:pt x="1470" y="643"/>
                    <a:pt x="1128" y="775"/>
                    <a:pt x="722" y="742"/>
                  </a:cubicBezTo>
                  <a:cubicBezTo>
                    <a:pt x="316" y="709"/>
                    <a:pt x="0" y="523"/>
                    <a:pt x="16" y="328"/>
                  </a:cubicBezTo>
                  <a:cubicBezTo>
                    <a:pt x="32" y="132"/>
                    <a:pt x="374" y="0"/>
                    <a:pt x="780" y="33"/>
                  </a:cubicBezTo>
                  <a:cubicBezTo>
                    <a:pt x="1186" y="66"/>
                    <a:pt x="1502" y="252"/>
                    <a:pt x="1486" y="447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6" name="Freeform 149">
              <a:extLst>
                <a:ext uri="{FF2B5EF4-FFF2-40B4-BE49-F238E27FC236}">
                  <a16:creationId xmlns:a16="http://schemas.microsoft.com/office/drawing/2014/main" id="{4A3AD610-05EC-4BD1-A0D0-92F093962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428"/>
              <a:ext cx="1035" cy="486"/>
            </a:xfrm>
            <a:custGeom>
              <a:avLst/>
              <a:gdLst>
                <a:gd name="T0" fmla="*/ 778 w 1176"/>
                <a:gd name="T1" fmla="*/ 347 h 518"/>
                <a:gd name="T2" fmla="*/ 793 w 1176"/>
                <a:gd name="T3" fmla="*/ 292 h 518"/>
                <a:gd name="T4" fmla="*/ 413 w 1176"/>
                <a:gd name="T5" fmla="*/ 22 h 518"/>
                <a:gd name="T6" fmla="*/ 2 w 1176"/>
                <a:gd name="T7" fmla="*/ 214 h 518"/>
                <a:gd name="T8" fmla="*/ 9 w 1176"/>
                <a:gd name="T9" fmla="*/ 266 h 518"/>
                <a:gd name="T10" fmla="*/ 389 w 1176"/>
                <a:gd name="T11" fmla="*/ 413 h 518"/>
                <a:gd name="T12" fmla="*/ 778 w 1176"/>
                <a:gd name="T13" fmla="*/ 347 h 5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6" h="518">
                  <a:moveTo>
                    <a:pt x="1141" y="420"/>
                  </a:moveTo>
                  <a:cubicBezTo>
                    <a:pt x="1154" y="399"/>
                    <a:pt x="1162" y="377"/>
                    <a:pt x="1164" y="354"/>
                  </a:cubicBezTo>
                  <a:cubicBezTo>
                    <a:pt x="1176" y="199"/>
                    <a:pt x="926" y="53"/>
                    <a:pt x="606" y="26"/>
                  </a:cubicBezTo>
                  <a:cubicBezTo>
                    <a:pt x="285" y="0"/>
                    <a:pt x="15" y="105"/>
                    <a:pt x="2" y="259"/>
                  </a:cubicBezTo>
                  <a:cubicBezTo>
                    <a:pt x="0" y="281"/>
                    <a:pt x="4" y="302"/>
                    <a:pt x="12" y="323"/>
                  </a:cubicBezTo>
                  <a:cubicBezTo>
                    <a:pt x="140" y="414"/>
                    <a:pt x="341" y="481"/>
                    <a:pt x="570" y="500"/>
                  </a:cubicBezTo>
                  <a:cubicBezTo>
                    <a:pt x="795" y="518"/>
                    <a:pt x="1000" y="486"/>
                    <a:pt x="1141" y="420"/>
                  </a:cubicBezTo>
                  <a:close/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7" name="Freeform 150">
              <a:extLst>
                <a:ext uri="{FF2B5EF4-FFF2-40B4-BE49-F238E27FC236}">
                  <a16:creationId xmlns:a16="http://schemas.microsoft.com/office/drawing/2014/main" id="{738AF497-40B9-4BFC-BF23-C0F192F0C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352"/>
              <a:ext cx="53" cy="66"/>
            </a:xfrm>
            <a:custGeom>
              <a:avLst/>
              <a:gdLst>
                <a:gd name="T0" fmla="*/ 36 w 61"/>
                <a:gd name="T1" fmla="*/ 23 h 70"/>
                <a:gd name="T2" fmla="*/ 27 w 61"/>
                <a:gd name="T3" fmla="*/ 55 h 70"/>
                <a:gd name="T4" fmla="*/ 3 w 61"/>
                <a:gd name="T5" fmla="*/ 37 h 70"/>
                <a:gd name="T6" fmla="*/ 13 w 61"/>
                <a:gd name="T7" fmla="*/ 5 h 70"/>
                <a:gd name="T8" fmla="*/ 36 w 61"/>
                <a:gd name="T9" fmla="*/ 2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0">
                  <a:moveTo>
                    <a:pt x="55" y="26"/>
                  </a:moveTo>
                  <a:cubicBezTo>
                    <a:pt x="61" y="42"/>
                    <a:pt x="55" y="60"/>
                    <a:pt x="42" y="65"/>
                  </a:cubicBezTo>
                  <a:cubicBezTo>
                    <a:pt x="29" y="70"/>
                    <a:pt x="13" y="61"/>
                    <a:pt x="6" y="44"/>
                  </a:cubicBezTo>
                  <a:cubicBezTo>
                    <a:pt x="0" y="28"/>
                    <a:pt x="6" y="11"/>
                    <a:pt x="19" y="5"/>
                  </a:cubicBezTo>
                  <a:cubicBezTo>
                    <a:pt x="33" y="0"/>
                    <a:pt x="48" y="9"/>
                    <a:pt x="55" y="26"/>
                  </a:cubicBezTo>
                  <a:close/>
                </a:path>
              </a:pathLst>
            </a:custGeom>
            <a:solidFill>
              <a:srgbClr val="BC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8" name="Freeform 151">
              <a:extLst>
                <a:ext uri="{FF2B5EF4-FFF2-40B4-BE49-F238E27FC236}">
                  <a16:creationId xmlns:a16="http://schemas.microsoft.com/office/drawing/2014/main" id="{BA925B6E-FA09-408B-85F0-4CDB551D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384"/>
              <a:ext cx="53" cy="66"/>
            </a:xfrm>
            <a:custGeom>
              <a:avLst/>
              <a:gdLst>
                <a:gd name="T0" fmla="*/ 36 w 61"/>
                <a:gd name="T1" fmla="*/ 23 h 70"/>
                <a:gd name="T2" fmla="*/ 27 w 61"/>
                <a:gd name="T3" fmla="*/ 55 h 70"/>
                <a:gd name="T4" fmla="*/ 4 w 61"/>
                <a:gd name="T5" fmla="*/ 37 h 70"/>
                <a:gd name="T6" fmla="*/ 13 w 61"/>
                <a:gd name="T7" fmla="*/ 5 h 70"/>
                <a:gd name="T8" fmla="*/ 36 w 61"/>
                <a:gd name="T9" fmla="*/ 2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0">
                  <a:moveTo>
                    <a:pt x="55" y="26"/>
                  </a:moveTo>
                  <a:cubicBezTo>
                    <a:pt x="61" y="42"/>
                    <a:pt x="55" y="59"/>
                    <a:pt x="42" y="65"/>
                  </a:cubicBezTo>
                  <a:cubicBezTo>
                    <a:pt x="29" y="70"/>
                    <a:pt x="13" y="61"/>
                    <a:pt x="7" y="44"/>
                  </a:cubicBezTo>
                  <a:cubicBezTo>
                    <a:pt x="0" y="28"/>
                    <a:pt x="6" y="10"/>
                    <a:pt x="19" y="5"/>
                  </a:cubicBezTo>
                  <a:cubicBezTo>
                    <a:pt x="33" y="0"/>
                    <a:pt x="49" y="9"/>
                    <a:pt x="55" y="26"/>
                  </a:cubicBezTo>
                  <a:close/>
                </a:path>
              </a:pathLst>
            </a:custGeom>
            <a:solidFill>
              <a:srgbClr val="BC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9" name="Freeform 152">
              <a:extLst>
                <a:ext uri="{FF2B5EF4-FFF2-40B4-BE49-F238E27FC236}">
                  <a16:creationId xmlns:a16="http://schemas.microsoft.com/office/drawing/2014/main" id="{82C0F3D4-B0AC-4A2F-B45D-31DCA0653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427"/>
              <a:ext cx="54" cy="65"/>
            </a:xfrm>
            <a:custGeom>
              <a:avLst/>
              <a:gdLst>
                <a:gd name="T0" fmla="*/ 37 w 61"/>
                <a:gd name="T1" fmla="*/ 22 h 69"/>
                <a:gd name="T2" fmla="*/ 29 w 61"/>
                <a:gd name="T3" fmla="*/ 54 h 69"/>
                <a:gd name="T4" fmla="*/ 4 w 61"/>
                <a:gd name="T5" fmla="*/ 37 h 69"/>
                <a:gd name="T6" fmla="*/ 13 w 61"/>
                <a:gd name="T7" fmla="*/ 5 h 69"/>
                <a:gd name="T8" fmla="*/ 37 w 61"/>
                <a:gd name="T9" fmla="*/ 2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54" y="25"/>
                  </a:moveTo>
                  <a:cubicBezTo>
                    <a:pt x="61" y="42"/>
                    <a:pt x="55" y="59"/>
                    <a:pt x="42" y="64"/>
                  </a:cubicBezTo>
                  <a:cubicBezTo>
                    <a:pt x="28" y="69"/>
                    <a:pt x="12" y="60"/>
                    <a:pt x="6" y="44"/>
                  </a:cubicBezTo>
                  <a:cubicBezTo>
                    <a:pt x="0" y="28"/>
                    <a:pt x="5" y="10"/>
                    <a:pt x="19" y="5"/>
                  </a:cubicBezTo>
                  <a:cubicBezTo>
                    <a:pt x="32" y="0"/>
                    <a:pt x="48" y="9"/>
                    <a:pt x="54" y="25"/>
                  </a:cubicBezTo>
                  <a:close/>
                </a:path>
              </a:pathLst>
            </a:custGeom>
            <a:solidFill>
              <a:srgbClr val="BC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0" name="Freeform 153">
              <a:extLst>
                <a:ext uri="{FF2B5EF4-FFF2-40B4-BE49-F238E27FC236}">
                  <a16:creationId xmlns:a16="http://schemas.microsoft.com/office/drawing/2014/main" id="{45F8B2E1-EB1D-4E66-B6B1-9353E275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356"/>
              <a:ext cx="39" cy="62"/>
            </a:xfrm>
            <a:custGeom>
              <a:avLst/>
              <a:gdLst>
                <a:gd name="T0" fmla="*/ 10 w 45"/>
                <a:gd name="T1" fmla="*/ 32 h 66"/>
                <a:gd name="T2" fmla="*/ 17 w 45"/>
                <a:gd name="T3" fmla="*/ 0 h 66"/>
                <a:gd name="T4" fmla="*/ 12 w 45"/>
                <a:gd name="T5" fmla="*/ 1 h 66"/>
                <a:gd name="T6" fmla="*/ 3 w 45"/>
                <a:gd name="T7" fmla="*/ 34 h 66"/>
                <a:gd name="T8" fmla="*/ 27 w 45"/>
                <a:gd name="T9" fmla="*/ 51 h 66"/>
                <a:gd name="T10" fmla="*/ 29 w 45"/>
                <a:gd name="T11" fmla="*/ 49 h 66"/>
                <a:gd name="T12" fmla="*/ 10 w 45"/>
                <a:gd name="T13" fmla="*/ 32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6">
                  <a:moveTo>
                    <a:pt x="16" y="38"/>
                  </a:moveTo>
                  <a:cubicBezTo>
                    <a:pt x="10" y="23"/>
                    <a:pt x="15" y="6"/>
                    <a:pt x="26" y="0"/>
                  </a:cubicBezTo>
                  <a:cubicBezTo>
                    <a:pt x="24" y="0"/>
                    <a:pt x="22" y="1"/>
                    <a:pt x="19" y="1"/>
                  </a:cubicBezTo>
                  <a:cubicBezTo>
                    <a:pt x="6" y="7"/>
                    <a:pt x="0" y="24"/>
                    <a:pt x="6" y="40"/>
                  </a:cubicBezTo>
                  <a:cubicBezTo>
                    <a:pt x="13" y="57"/>
                    <a:pt x="29" y="66"/>
                    <a:pt x="42" y="61"/>
                  </a:cubicBezTo>
                  <a:cubicBezTo>
                    <a:pt x="43" y="60"/>
                    <a:pt x="44" y="60"/>
                    <a:pt x="45" y="59"/>
                  </a:cubicBezTo>
                  <a:cubicBezTo>
                    <a:pt x="33" y="60"/>
                    <a:pt x="22" y="51"/>
                    <a:pt x="16" y="38"/>
                  </a:cubicBezTo>
                  <a:close/>
                </a:path>
              </a:pathLst>
            </a:custGeom>
            <a:solidFill>
              <a:srgbClr val="E0E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1" name="Freeform 154">
              <a:extLst>
                <a:ext uri="{FF2B5EF4-FFF2-40B4-BE49-F238E27FC236}">
                  <a16:creationId xmlns:a16="http://schemas.microsoft.com/office/drawing/2014/main" id="{B4F38516-87CF-4AA9-9DAA-0F11EA709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388"/>
              <a:ext cx="39" cy="62"/>
            </a:xfrm>
            <a:custGeom>
              <a:avLst/>
              <a:gdLst>
                <a:gd name="T0" fmla="*/ 10 w 45"/>
                <a:gd name="T1" fmla="*/ 31 h 66"/>
                <a:gd name="T2" fmla="*/ 17 w 45"/>
                <a:gd name="T3" fmla="*/ 0 h 66"/>
                <a:gd name="T4" fmla="*/ 12 w 45"/>
                <a:gd name="T5" fmla="*/ 1 h 66"/>
                <a:gd name="T6" fmla="*/ 4 w 45"/>
                <a:gd name="T7" fmla="*/ 34 h 66"/>
                <a:gd name="T8" fmla="*/ 27 w 45"/>
                <a:gd name="T9" fmla="*/ 51 h 66"/>
                <a:gd name="T10" fmla="*/ 29 w 45"/>
                <a:gd name="T11" fmla="*/ 49 h 66"/>
                <a:gd name="T12" fmla="*/ 10 w 45"/>
                <a:gd name="T13" fmla="*/ 3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6">
                  <a:moveTo>
                    <a:pt x="16" y="37"/>
                  </a:moveTo>
                  <a:cubicBezTo>
                    <a:pt x="11" y="22"/>
                    <a:pt x="15" y="6"/>
                    <a:pt x="26" y="0"/>
                  </a:cubicBezTo>
                  <a:cubicBezTo>
                    <a:pt x="24" y="0"/>
                    <a:pt x="22" y="0"/>
                    <a:pt x="19" y="1"/>
                  </a:cubicBezTo>
                  <a:cubicBezTo>
                    <a:pt x="6" y="6"/>
                    <a:pt x="0" y="24"/>
                    <a:pt x="7" y="40"/>
                  </a:cubicBezTo>
                  <a:cubicBezTo>
                    <a:pt x="13" y="57"/>
                    <a:pt x="29" y="66"/>
                    <a:pt x="42" y="61"/>
                  </a:cubicBezTo>
                  <a:cubicBezTo>
                    <a:pt x="43" y="60"/>
                    <a:pt x="44" y="60"/>
                    <a:pt x="45" y="59"/>
                  </a:cubicBezTo>
                  <a:cubicBezTo>
                    <a:pt x="33" y="60"/>
                    <a:pt x="22" y="51"/>
                    <a:pt x="16" y="37"/>
                  </a:cubicBezTo>
                  <a:close/>
                </a:path>
              </a:pathLst>
            </a:custGeom>
            <a:solidFill>
              <a:srgbClr val="E0E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2" name="Freeform 155">
              <a:extLst>
                <a:ext uri="{FF2B5EF4-FFF2-40B4-BE49-F238E27FC236}">
                  <a16:creationId xmlns:a16="http://schemas.microsoft.com/office/drawing/2014/main" id="{9549503C-B349-476B-9C48-30BE2730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431"/>
              <a:ext cx="39" cy="61"/>
            </a:xfrm>
            <a:custGeom>
              <a:avLst/>
              <a:gdLst>
                <a:gd name="T0" fmla="*/ 11 w 44"/>
                <a:gd name="T1" fmla="*/ 31 h 65"/>
                <a:gd name="T2" fmla="*/ 18 w 44"/>
                <a:gd name="T3" fmla="*/ 0 h 65"/>
                <a:gd name="T4" fmla="*/ 13 w 44"/>
                <a:gd name="T5" fmla="*/ 1 h 65"/>
                <a:gd name="T6" fmla="*/ 4 w 44"/>
                <a:gd name="T7" fmla="*/ 34 h 65"/>
                <a:gd name="T8" fmla="*/ 29 w 44"/>
                <a:gd name="T9" fmla="*/ 50 h 65"/>
                <a:gd name="T10" fmla="*/ 31 w 44"/>
                <a:gd name="T11" fmla="*/ 49 h 65"/>
                <a:gd name="T12" fmla="*/ 11 w 44"/>
                <a:gd name="T13" fmla="*/ 31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5">
                  <a:moveTo>
                    <a:pt x="16" y="37"/>
                  </a:moveTo>
                  <a:cubicBezTo>
                    <a:pt x="10" y="22"/>
                    <a:pt x="15" y="6"/>
                    <a:pt x="26" y="0"/>
                  </a:cubicBezTo>
                  <a:cubicBezTo>
                    <a:pt x="24" y="0"/>
                    <a:pt x="21" y="0"/>
                    <a:pt x="19" y="1"/>
                  </a:cubicBezTo>
                  <a:cubicBezTo>
                    <a:pt x="5" y="6"/>
                    <a:pt x="0" y="24"/>
                    <a:pt x="6" y="40"/>
                  </a:cubicBezTo>
                  <a:cubicBezTo>
                    <a:pt x="12" y="56"/>
                    <a:pt x="28" y="65"/>
                    <a:pt x="42" y="60"/>
                  </a:cubicBezTo>
                  <a:cubicBezTo>
                    <a:pt x="43" y="60"/>
                    <a:pt x="44" y="60"/>
                    <a:pt x="44" y="59"/>
                  </a:cubicBezTo>
                  <a:cubicBezTo>
                    <a:pt x="33" y="59"/>
                    <a:pt x="21" y="51"/>
                    <a:pt x="16" y="37"/>
                  </a:cubicBezTo>
                  <a:close/>
                </a:path>
              </a:pathLst>
            </a:custGeom>
            <a:solidFill>
              <a:srgbClr val="E0E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3" name="Freeform 156">
              <a:extLst>
                <a:ext uri="{FF2B5EF4-FFF2-40B4-BE49-F238E27FC236}">
                  <a16:creationId xmlns:a16="http://schemas.microsoft.com/office/drawing/2014/main" id="{E08557E1-273F-443B-88F3-B70CE951C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436"/>
              <a:ext cx="588" cy="317"/>
            </a:xfrm>
            <a:custGeom>
              <a:avLst/>
              <a:gdLst>
                <a:gd name="T0" fmla="*/ 436 w 668"/>
                <a:gd name="T1" fmla="*/ 280 h 337"/>
                <a:gd name="T2" fmla="*/ 0 w 668"/>
                <a:gd name="T3" fmla="*/ 0 h 337"/>
                <a:gd name="T4" fmla="*/ 436 w 668"/>
                <a:gd name="T5" fmla="*/ 280 h 3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8" h="337">
                  <a:moveTo>
                    <a:pt x="638" y="337"/>
                  </a:moveTo>
                  <a:cubicBezTo>
                    <a:pt x="638" y="337"/>
                    <a:pt x="660" y="51"/>
                    <a:pt x="0" y="0"/>
                  </a:cubicBezTo>
                  <a:cubicBezTo>
                    <a:pt x="0" y="0"/>
                    <a:pt x="668" y="6"/>
                    <a:pt x="638" y="337"/>
                  </a:cubicBezTo>
                  <a:close/>
                </a:path>
              </a:pathLst>
            </a:custGeom>
            <a:solidFill>
              <a:srgbClr val="646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5" name="red-and-white-gingham-tablecloth">
            <a:extLst>
              <a:ext uri="{FF2B5EF4-FFF2-40B4-BE49-F238E27FC236}">
                <a16:creationId xmlns:a16="http://schemas.microsoft.com/office/drawing/2014/main" id="{399B108E-D9F7-43C9-9406-FC6F25F9212E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3887788"/>
            <a:ext cx="5854700" cy="2384425"/>
            <a:chOff x="418" y="918"/>
            <a:chExt cx="5085" cy="2071"/>
          </a:xfrm>
        </p:grpSpPr>
        <p:sp>
          <p:nvSpPr>
            <p:cNvPr id="41259" name="Freeform 158">
              <a:extLst>
                <a:ext uri="{FF2B5EF4-FFF2-40B4-BE49-F238E27FC236}">
                  <a16:creationId xmlns:a16="http://schemas.microsoft.com/office/drawing/2014/main" id="{836086A7-0C5F-4527-B0F8-CCC268AE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919"/>
              <a:ext cx="5085" cy="2070"/>
            </a:xfrm>
            <a:custGeom>
              <a:avLst/>
              <a:gdLst>
                <a:gd name="T0" fmla="*/ 0 w 5947"/>
                <a:gd name="T1" fmla="*/ 591 h 2418"/>
                <a:gd name="T2" fmla="*/ 347 w 5947"/>
                <a:gd name="T3" fmla="*/ 889 h 2418"/>
                <a:gd name="T4" fmla="*/ 1141 w 5947"/>
                <a:gd name="T5" fmla="*/ 1517 h 2418"/>
                <a:gd name="T6" fmla="*/ 2162 w 5947"/>
                <a:gd name="T7" fmla="*/ 1288 h 2418"/>
                <a:gd name="T8" fmla="*/ 3718 w 5947"/>
                <a:gd name="T9" fmla="*/ 883 h 2418"/>
                <a:gd name="T10" fmla="*/ 2590 w 5947"/>
                <a:gd name="T11" fmla="*/ 0 h 2418"/>
                <a:gd name="T12" fmla="*/ 1541 w 5947"/>
                <a:gd name="T13" fmla="*/ 266 h 2418"/>
                <a:gd name="T14" fmla="*/ 0 w 5947"/>
                <a:gd name="T15" fmla="*/ 591 h 2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47" h="2418">
                  <a:moveTo>
                    <a:pt x="0" y="942"/>
                  </a:moveTo>
                  <a:cubicBezTo>
                    <a:pt x="0" y="942"/>
                    <a:pt x="437" y="1299"/>
                    <a:pt x="555" y="1417"/>
                  </a:cubicBezTo>
                  <a:cubicBezTo>
                    <a:pt x="674" y="1536"/>
                    <a:pt x="1537" y="2300"/>
                    <a:pt x="1824" y="2418"/>
                  </a:cubicBezTo>
                  <a:cubicBezTo>
                    <a:pt x="1824" y="2418"/>
                    <a:pt x="3251" y="2072"/>
                    <a:pt x="3459" y="2052"/>
                  </a:cubicBezTo>
                  <a:cubicBezTo>
                    <a:pt x="3667" y="2032"/>
                    <a:pt x="5947" y="1408"/>
                    <a:pt x="5947" y="1408"/>
                  </a:cubicBezTo>
                  <a:cubicBezTo>
                    <a:pt x="5947" y="1408"/>
                    <a:pt x="4171" y="82"/>
                    <a:pt x="4143" y="0"/>
                  </a:cubicBezTo>
                  <a:cubicBezTo>
                    <a:pt x="4143" y="0"/>
                    <a:pt x="3003" y="337"/>
                    <a:pt x="2464" y="424"/>
                  </a:cubicBezTo>
                  <a:cubicBezTo>
                    <a:pt x="2276" y="454"/>
                    <a:pt x="0" y="942"/>
                    <a:pt x="0" y="9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0" name="Freeform 159">
              <a:extLst>
                <a:ext uri="{FF2B5EF4-FFF2-40B4-BE49-F238E27FC236}">
                  <a16:creationId xmlns:a16="http://schemas.microsoft.com/office/drawing/2014/main" id="{D90C0820-4158-4B49-AC3D-DA612197C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280"/>
              <a:ext cx="189" cy="74"/>
            </a:xfrm>
            <a:custGeom>
              <a:avLst/>
              <a:gdLst>
                <a:gd name="T0" fmla="*/ 55 w 189"/>
                <a:gd name="T1" fmla="*/ 74 h 74"/>
                <a:gd name="T2" fmla="*/ 189 w 189"/>
                <a:gd name="T3" fmla="*/ 44 h 74"/>
                <a:gd name="T4" fmla="*/ 134 w 189"/>
                <a:gd name="T5" fmla="*/ 0 h 74"/>
                <a:gd name="T6" fmla="*/ 0 w 189"/>
                <a:gd name="T7" fmla="*/ 30 h 74"/>
                <a:gd name="T8" fmla="*/ 55 w 189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55" y="74"/>
                  </a:move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1" name="Freeform 160">
              <a:extLst>
                <a:ext uri="{FF2B5EF4-FFF2-40B4-BE49-F238E27FC236}">
                  <a16:creationId xmlns:a16="http://schemas.microsoft.com/office/drawing/2014/main" id="{1FC43A0A-C0FE-4F49-91B2-1338FE27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169"/>
              <a:ext cx="184" cy="71"/>
            </a:xfrm>
            <a:custGeom>
              <a:avLst/>
              <a:gdLst>
                <a:gd name="T0" fmla="*/ 134 w 216"/>
                <a:gd name="T1" fmla="*/ 30 h 83"/>
                <a:gd name="T2" fmla="*/ 95 w 216"/>
                <a:gd name="T3" fmla="*/ 0 h 83"/>
                <a:gd name="T4" fmla="*/ 0 w 216"/>
                <a:gd name="T5" fmla="*/ 24 h 83"/>
                <a:gd name="T6" fmla="*/ 36 w 216"/>
                <a:gd name="T7" fmla="*/ 52 h 83"/>
                <a:gd name="T8" fmla="*/ 134 w 216"/>
                <a:gd name="T9" fmla="*/ 3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83">
                  <a:moveTo>
                    <a:pt x="216" y="48"/>
                  </a:moveTo>
                  <a:cubicBezTo>
                    <a:pt x="154" y="0"/>
                    <a:pt x="154" y="0"/>
                    <a:pt x="154" y="0"/>
                  </a:cubicBezTo>
                  <a:cubicBezTo>
                    <a:pt x="103" y="13"/>
                    <a:pt x="51" y="26"/>
                    <a:pt x="0" y="38"/>
                  </a:cubicBezTo>
                  <a:cubicBezTo>
                    <a:pt x="58" y="83"/>
                    <a:pt x="58" y="83"/>
                    <a:pt x="58" y="83"/>
                  </a:cubicBezTo>
                  <a:lnTo>
                    <a:pt x="216" y="48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2" name="Freeform 161">
              <a:extLst>
                <a:ext uri="{FF2B5EF4-FFF2-40B4-BE49-F238E27FC236}">
                  <a16:creationId xmlns:a16="http://schemas.microsoft.com/office/drawing/2014/main" id="{74374F35-457E-4FE2-B5E4-40A3605BF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229"/>
              <a:ext cx="184" cy="69"/>
            </a:xfrm>
            <a:custGeom>
              <a:avLst/>
              <a:gdLst>
                <a:gd name="T0" fmla="*/ 134 w 215"/>
                <a:gd name="T1" fmla="*/ 29 h 80"/>
                <a:gd name="T2" fmla="*/ 99 w 215"/>
                <a:gd name="T3" fmla="*/ 0 h 80"/>
                <a:gd name="T4" fmla="*/ 0 w 215"/>
                <a:gd name="T5" fmla="*/ 21 h 80"/>
                <a:gd name="T6" fmla="*/ 37 w 215"/>
                <a:gd name="T7" fmla="*/ 52 h 80"/>
                <a:gd name="T8" fmla="*/ 134 w 215"/>
                <a:gd name="T9" fmla="*/ 2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80">
                  <a:moveTo>
                    <a:pt x="215" y="45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03" y="12"/>
                    <a:pt x="50" y="23"/>
                    <a:pt x="0" y="33"/>
                  </a:cubicBezTo>
                  <a:cubicBezTo>
                    <a:pt x="58" y="80"/>
                    <a:pt x="58" y="80"/>
                    <a:pt x="58" y="80"/>
                  </a:cubicBezTo>
                  <a:lnTo>
                    <a:pt x="215" y="4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3" name="Freeform 162">
              <a:extLst>
                <a:ext uri="{FF2B5EF4-FFF2-40B4-BE49-F238E27FC236}">
                  <a16:creationId xmlns:a16="http://schemas.microsoft.com/office/drawing/2014/main" id="{B072D8A7-0785-413A-8378-D5BEEB9AD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337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5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4" name="Freeform 163">
              <a:extLst>
                <a:ext uri="{FF2B5EF4-FFF2-40B4-BE49-F238E27FC236}">
                  <a16:creationId xmlns:a16="http://schemas.microsoft.com/office/drawing/2014/main" id="{C39625CC-A969-4E22-8F4D-0603C67B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393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5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5" name="Freeform 164">
              <a:extLst>
                <a:ext uri="{FF2B5EF4-FFF2-40B4-BE49-F238E27FC236}">
                  <a16:creationId xmlns:a16="http://schemas.microsoft.com/office/drawing/2014/main" id="{288E8277-4212-43C9-96FE-8B0812BAD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997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6" name="Freeform 165">
              <a:extLst>
                <a:ext uri="{FF2B5EF4-FFF2-40B4-BE49-F238E27FC236}">
                  <a16:creationId xmlns:a16="http://schemas.microsoft.com/office/drawing/2014/main" id="{215C5D1A-7DA0-4EBB-B2A8-E3C01ECC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110"/>
              <a:ext cx="190" cy="74"/>
            </a:xfrm>
            <a:custGeom>
              <a:avLst/>
              <a:gdLst>
                <a:gd name="T0" fmla="*/ 135 w 190"/>
                <a:gd name="T1" fmla="*/ 0 h 74"/>
                <a:gd name="T2" fmla="*/ 0 w 190"/>
                <a:gd name="T3" fmla="*/ 30 h 74"/>
                <a:gd name="T4" fmla="*/ 56 w 190"/>
                <a:gd name="T5" fmla="*/ 74 h 74"/>
                <a:gd name="T6" fmla="*/ 190 w 190"/>
                <a:gd name="T7" fmla="*/ 44 h 74"/>
                <a:gd name="T8" fmla="*/ 135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5" y="0"/>
                  </a:move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7" name="Freeform 166">
              <a:extLst>
                <a:ext uri="{FF2B5EF4-FFF2-40B4-BE49-F238E27FC236}">
                  <a16:creationId xmlns:a16="http://schemas.microsoft.com/office/drawing/2014/main" id="{03700027-EE6E-462D-B879-1BE77A00C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1734"/>
              <a:ext cx="98" cy="53"/>
            </a:xfrm>
            <a:custGeom>
              <a:avLst/>
              <a:gdLst>
                <a:gd name="T0" fmla="*/ 32 w 114"/>
                <a:gd name="T1" fmla="*/ 0 h 62"/>
                <a:gd name="T2" fmla="*/ 0 w 114"/>
                <a:gd name="T3" fmla="*/ 7 h 62"/>
                <a:gd name="T4" fmla="*/ 40 w 114"/>
                <a:gd name="T5" fmla="*/ 38 h 62"/>
                <a:gd name="T6" fmla="*/ 72 w 114"/>
                <a:gd name="T7" fmla="*/ 32 h 62"/>
                <a:gd name="T8" fmla="*/ 32 w 114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62">
                  <a:moveTo>
                    <a:pt x="5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6" y="24"/>
                    <a:pt x="37" y="41"/>
                    <a:pt x="62" y="62"/>
                  </a:cubicBezTo>
                  <a:cubicBezTo>
                    <a:pt x="114" y="51"/>
                    <a:pt x="114" y="51"/>
                    <a:pt x="114" y="51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8" name="Freeform 167">
              <a:extLst>
                <a:ext uri="{FF2B5EF4-FFF2-40B4-BE49-F238E27FC236}">
                  <a16:creationId xmlns:a16="http://schemas.microsoft.com/office/drawing/2014/main" id="{EAA99E87-469A-4EE4-BCC0-7BB77088C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054"/>
              <a:ext cx="190" cy="73"/>
            </a:xfrm>
            <a:custGeom>
              <a:avLst/>
              <a:gdLst>
                <a:gd name="T0" fmla="*/ 190 w 190"/>
                <a:gd name="T1" fmla="*/ 43 h 73"/>
                <a:gd name="T2" fmla="*/ 134 w 190"/>
                <a:gd name="T3" fmla="*/ 0 h 73"/>
                <a:gd name="T4" fmla="*/ 0 w 190"/>
                <a:gd name="T5" fmla="*/ 30 h 73"/>
                <a:gd name="T6" fmla="*/ 56 w 190"/>
                <a:gd name="T7" fmla="*/ 73 h 73"/>
                <a:gd name="T8" fmla="*/ 190 w 190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3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9" name="Freeform 168">
              <a:extLst>
                <a:ext uri="{FF2B5EF4-FFF2-40B4-BE49-F238E27FC236}">
                  <a16:creationId xmlns:a16="http://schemas.microsoft.com/office/drawing/2014/main" id="{62C7AD0F-3064-4A1A-9389-8FCD41F28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451"/>
              <a:ext cx="189" cy="73"/>
            </a:xfrm>
            <a:custGeom>
              <a:avLst/>
              <a:gdLst>
                <a:gd name="T0" fmla="*/ 189 w 189"/>
                <a:gd name="T1" fmla="*/ 43 h 73"/>
                <a:gd name="T2" fmla="*/ 134 w 189"/>
                <a:gd name="T3" fmla="*/ 0 h 73"/>
                <a:gd name="T4" fmla="*/ 0 w 189"/>
                <a:gd name="T5" fmla="*/ 30 h 73"/>
                <a:gd name="T6" fmla="*/ 55 w 189"/>
                <a:gd name="T7" fmla="*/ 73 h 73"/>
                <a:gd name="T8" fmla="*/ 189 w 189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89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lnTo>
                    <a:pt x="189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0" name="Freeform 169">
              <a:extLst>
                <a:ext uri="{FF2B5EF4-FFF2-40B4-BE49-F238E27FC236}">
                  <a16:creationId xmlns:a16="http://schemas.microsoft.com/office/drawing/2014/main" id="{8292AC52-3E61-4D8D-865E-A0F7A002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620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1" name="Freeform 170">
              <a:extLst>
                <a:ext uri="{FF2B5EF4-FFF2-40B4-BE49-F238E27FC236}">
                  <a16:creationId xmlns:a16="http://schemas.microsoft.com/office/drawing/2014/main" id="{7688ED18-49A9-47D6-9127-0215EC93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678"/>
              <a:ext cx="190" cy="72"/>
            </a:xfrm>
            <a:custGeom>
              <a:avLst/>
              <a:gdLst>
                <a:gd name="T0" fmla="*/ 190 w 190"/>
                <a:gd name="T1" fmla="*/ 43 h 72"/>
                <a:gd name="T2" fmla="*/ 135 w 190"/>
                <a:gd name="T3" fmla="*/ 0 h 72"/>
                <a:gd name="T4" fmla="*/ 0 w 190"/>
                <a:gd name="T5" fmla="*/ 29 h 72"/>
                <a:gd name="T6" fmla="*/ 55 w 190"/>
                <a:gd name="T7" fmla="*/ 72 h 72"/>
                <a:gd name="T8" fmla="*/ 190 w 190"/>
                <a:gd name="T9" fmla="*/ 4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2">
                  <a:moveTo>
                    <a:pt x="190" y="43"/>
                  </a:moveTo>
                  <a:lnTo>
                    <a:pt x="135" y="0"/>
                  </a:lnTo>
                  <a:lnTo>
                    <a:pt x="0" y="29"/>
                  </a:lnTo>
                  <a:lnTo>
                    <a:pt x="55" y="72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2" name="Freeform 171">
              <a:extLst>
                <a:ext uri="{FF2B5EF4-FFF2-40B4-BE49-F238E27FC236}">
                  <a16:creationId xmlns:a16="http://schemas.microsoft.com/office/drawing/2014/main" id="{DD2D5BBB-A814-4CEF-84F8-3BAB3C874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507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5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3" name="Freeform 172">
              <a:extLst>
                <a:ext uri="{FF2B5EF4-FFF2-40B4-BE49-F238E27FC236}">
                  <a16:creationId xmlns:a16="http://schemas.microsoft.com/office/drawing/2014/main" id="{F20F9843-8AC1-4F01-A541-94481A4F2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953"/>
              <a:ext cx="125" cy="60"/>
            </a:xfrm>
            <a:custGeom>
              <a:avLst/>
              <a:gdLst>
                <a:gd name="T0" fmla="*/ 41 w 146"/>
                <a:gd name="T1" fmla="*/ 44 h 70"/>
                <a:gd name="T2" fmla="*/ 92 w 146"/>
                <a:gd name="T3" fmla="*/ 33 h 70"/>
                <a:gd name="T4" fmla="*/ 54 w 146"/>
                <a:gd name="T5" fmla="*/ 0 h 70"/>
                <a:gd name="T6" fmla="*/ 0 w 146"/>
                <a:gd name="T7" fmla="*/ 12 h 70"/>
                <a:gd name="T8" fmla="*/ 41 w 146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70">
                  <a:moveTo>
                    <a:pt x="65" y="70"/>
                  </a:moveTo>
                  <a:cubicBezTo>
                    <a:pt x="146" y="52"/>
                    <a:pt x="146" y="52"/>
                    <a:pt x="146" y="52"/>
                  </a:cubicBezTo>
                  <a:cubicBezTo>
                    <a:pt x="122" y="32"/>
                    <a:pt x="102" y="15"/>
                    <a:pt x="87" y="0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65" y="7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4" name="Freeform 173">
              <a:extLst>
                <a:ext uri="{FF2B5EF4-FFF2-40B4-BE49-F238E27FC236}">
                  <a16:creationId xmlns:a16="http://schemas.microsoft.com/office/drawing/2014/main" id="{37BC9548-A1F4-474B-BD92-A39B8A12D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564"/>
              <a:ext cx="190" cy="73"/>
            </a:xfrm>
            <a:custGeom>
              <a:avLst/>
              <a:gdLst>
                <a:gd name="T0" fmla="*/ 190 w 190"/>
                <a:gd name="T1" fmla="*/ 44 h 73"/>
                <a:gd name="T2" fmla="*/ 134 w 190"/>
                <a:gd name="T3" fmla="*/ 0 h 73"/>
                <a:gd name="T4" fmla="*/ 0 w 190"/>
                <a:gd name="T5" fmla="*/ 30 h 73"/>
                <a:gd name="T6" fmla="*/ 56 w 190"/>
                <a:gd name="T7" fmla="*/ 73 h 73"/>
                <a:gd name="T8" fmla="*/ 190 w 190"/>
                <a:gd name="T9" fmla="*/ 4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3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5" name="Freeform 174">
              <a:extLst>
                <a:ext uri="{FF2B5EF4-FFF2-40B4-BE49-F238E27FC236}">
                  <a16:creationId xmlns:a16="http://schemas.microsoft.com/office/drawing/2014/main" id="{42DA63D2-1843-4E76-96F0-A37770FCB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203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5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6" name="Freeform 175">
              <a:extLst>
                <a:ext uri="{FF2B5EF4-FFF2-40B4-BE49-F238E27FC236}">
                  <a16:creationId xmlns:a16="http://schemas.microsoft.com/office/drawing/2014/main" id="{1DD84515-0286-481F-9D95-3D0E50F5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146"/>
              <a:ext cx="190" cy="74"/>
            </a:xfrm>
            <a:custGeom>
              <a:avLst/>
              <a:gdLst>
                <a:gd name="T0" fmla="*/ 135 w 190"/>
                <a:gd name="T1" fmla="*/ 0 h 74"/>
                <a:gd name="T2" fmla="*/ 0 w 190"/>
                <a:gd name="T3" fmla="*/ 30 h 74"/>
                <a:gd name="T4" fmla="*/ 56 w 190"/>
                <a:gd name="T5" fmla="*/ 74 h 74"/>
                <a:gd name="T6" fmla="*/ 190 w 190"/>
                <a:gd name="T7" fmla="*/ 44 h 74"/>
                <a:gd name="T8" fmla="*/ 135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5" y="0"/>
                  </a:move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7" name="Freeform 176">
              <a:extLst>
                <a:ext uri="{FF2B5EF4-FFF2-40B4-BE49-F238E27FC236}">
                  <a16:creationId xmlns:a16="http://schemas.microsoft.com/office/drawing/2014/main" id="{10322380-1E2E-497F-A388-1EFDD08BA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090"/>
              <a:ext cx="190" cy="73"/>
            </a:xfrm>
            <a:custGeom>
              <a:avLst/>
              <a:gdLst>
                <a:gd name="T0" fmla="*/ 56 w 190"/>
                <a:gd name="T1" fmla="*/ 73 h 73"/>
                <a:gd name="T2" fmla="*/ 190 w 190"/>
                <a:gd name="T3" fmla="*/ 43 h 73"/>
                <a:gd name="T4" fmla="*/ 135 w 190"/>
                <a:gd name="T5" fmla="*/ 0 h 73"/>
                <a:gd name="T6" fmla="*/ 0 w 190"/>
                <a:gd name="T7" fmla="*/ 30 h 73"/>
                <a:gd name="T8" fmla="*/ 56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6" y="73"/>
                  </a:moveTo>
                  <a:lnTo>
                    <a:pt x="190" y="43"/>
                  </a:lnTo>
                  <a:lnTo>
                    <a:pt x="135" y="0"/>
                  </a:lnTo>
                  <a:lnTo>
                    <a:pt x="0" y="30"/>
                  </a:lnTo>
                  <a:lnTo>
                    <a:pt x="56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8" name="Freeform 177">
              <a:extLst>
                <a:ext uri="{FF2B5EF4-FFF2-40B4-BE49-F238E27FC236}">
                  <a16:creationId xmlns:a16="http://schemas.microsoft.com/office/drawing/2014/main" id="{43B86565-B8DA-49DF-84B4-1D8648BF7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827"/>
              <a:ext cx="103" cy="54"/>
            </a:xfrm>
            <a:custGeom>
              <a:avLst/>
              <a:gdLst>
                <a:gd name="T0" fmla="*/ 34 w 120"/>
                <a:gd name="T1" fmla="*/ 0 h 64"/>
                <a:gd name="T2" fmla="*/ 0 w 120"/>
                <a:gd name="T3" fmla="*/ 7 h 64"/>
                <a:gd name="T4" fmla="*/ 39 w 120"/>
                <a:gd name="T5" fmla="*/ 39 h 64"/>
                <a:gd name="T6" fmla="*/ 76 w 120"/>
                <a:gd name="T7" fmla="*/ 30 h 64"/>
                <a:gd name="T8" fmla="*/ 34 w 12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64">
                  <a:moveTo>
                    <a:pt x="55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20" y="29"/>
                    <a:pt x="41" y="46"/>
                    <a:pt x="62" y="64"/>
                  </a:cubicBezTo>
                  <a:cubicBezTo>
                    <a:pt x="120" y="51"/>
                    <a:pt x="120" y="51"/>
                    <a:pt x="120" y="51"/>
                  </a:cubicBezTo>
                  <a:lnTo>
                    <a:pt x="5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9" name="Freeform 178">
              <a:extLst>
                <a:ext uri="{FF2B5EF4-FFF2-40B4-BE49-F238E27FC236}">
                  <a16:creationId xmlns:a16="http://schemas.microsoft.com/office/drawing/2014/main" id="{A7130AEE-7525-4CC7-A2F5-62322CCCA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487"/>
              <a:ext cx="189" cy="73"/>
            </a:xfrm>
            <a:custGeom>
              <a:avLst/>
              <a:gdLst>
                <a:gd name="T0" fmla="*/ 189 w 189"/>
                <a:gd name="T1" fmla="*/ 43 h 73"/>
                <a:gd name="T2" fmla="*/ 135 w 189"/>
                <a:gd name="T3" fmla="*/ 0 h 73"/>
                <a:gd name="T4" fmla="*/ 0 w 189"/>
                <a:gd name="T5" fmla="*/ 30 h 73"/>
                <a:gd name="T6" fmla="*/ 55 w 189"/>
                <a:gd name="T7" fmla="*/ 73 h 73"/>
                <a:gd name="T8" fmla="*/ 189 w 189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89" y="43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5" y="73"/>
                  </a:lnTo>
                  <a:lnTo>
                    <a:pt x="189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0" name="Freeform 179">
              <a:extLst>
                <a:ext uri="{FF2B5EF4-FFF2-40B4-BE49-F238E27FC236}">
                  <a16:creationId xmlns:a16="http://schemas.microsoft.com/office/drawing/2014/main" id="{E59DC3E1-9116-47A5-8D1B-77FEDB678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430"/>
              <a:ext cx="190" cy="73"/>
            </a:xfrm>
            <a:custGeom>
              <a:avLst/>
              <a:gdLst>
                <a:gd name="T0" fmla="*/ 55 w 190"/>
                <a:gd name="T1" fmla="*/ 73 h 73"/>
                <a:gd name="T2" fmla="*/ 190 w 190"/>
                <a:gd name="T3" fmla="*/ 44 h 73"/>
                <a:gd name="T4" fmla="*/ 135 w 190"/>
                <a:gd name="T5" fmla="*/ 0 h 73"/>
                <a:gd name="T6" fmla="*/ 0 w 190"/>
                <a:gd name="T7" fmla="*/ 29 h 73"/>
                <a:gd name="T8" fmla="*/ 55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5" y="73"/>
                  </a:moveTo>
                  <a:lnTo>
                    <a:pt x="190" y="44"/>
                  </a:lnTo>
                  <a:lnTo>
                    <a:pt x="135" y="0"/>
                  </a:lnTo>
                  <a:lnTo>
                    <a:pt x="0" y="29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1" name="Freeform 180">
              <a:extLst>
                <a:ext uri="{FF2B5EF4-FFF2-40B4-BE49-F238E27FC236}">
                  <a16:creationId xmlns:a16="http://schemas.microsoft.com/office/drawing/2014/main" id="{A6EDBC21-E044-4CEB-9ADB-96996B067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600"/>
              <a:ext cx="189" cy="73"/>
            </a:xfrm>
            <a:custGeom>
              <a:avLst/>
              <a:gdLst>
                <a:gd name="T0" fmla="*/ 189 w 189"/>
                <a:gd name="T1" fmla="*/ 43 h 73"/>
                <a:gd name="T2" fmla="*/ 134 w 189"/>
                <a:gd name="T3" fmla="*/ 0 h 73"/>
                <a:gd name="T4" fmla="*/ 0 w 189"/>
                <a:gd name="T5" fmla="*/ 30 h 73"/>
                <a:gd name="T6" fmla="*/ 55 w 189"/>
                <a:gd name="T7" fmla="*/ 73 h 73"/>
                <a:gd name="T8" fmla="*/ 189 w 189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89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lnTo>
                    <a:pt x="189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2" name="Freeform 181">
              <a:extLst>
                <a:ext uri="{FF2B5EF4-FFF2-40B4-BE49-F238E27FC236}">
                  <a16:creationId xmlns:a16="http://schemas.microsoft.com/office/drawing/2014/main" id="{56E4797C-8543-4FA3-93A7-EE8B5F06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373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3" name="Freeform 182">
              <a:extLst>
                <a:ext uri="{FF2B5EF4-FFF2-40B4-BE49-F238E27FC236}">
                  <a16:creationId xmlns:a16="http://schemas.microsoft.com/office/drawing/2014/main" id="{FE016492-9B95-4341-815D-2C20754A1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543"/>
              <a:ext cx="189" cy="74"/>
            </a:xfrm>
            <a:custGeom>
              <a:avLst/>
              <a:gdLst>
                <a:gd name="T0" fmla="*/ 189 w 189"/>
                <a:gd name="T1" fmla="*/ 44 h 74"/>
                <a:gd name="T2" fmla="*/ 134 w 189"/>
                <a:gd name="T3" fmla="*/ 0 h 74"/>
                <a:gd name="T4" fmla="*/ 0 w 189"/>
                <a:gd name="T5" fmla="*/ 30 h 74"/>
                <a:gd name="T6" fmla="*/ 54 w 189"/>
                <a:gd name="T7" fmla="*/ 74 h 74"/>
                <a:gd name="T8" fmla="*/ 189 w 189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89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4" y="74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4" name="Freeform 183">
              <a:extLst>
                <a:ext uri="{FF2B5EF4-FFF2-40B4-BE49-F238E27FC236}">
                  <a16:creationId xmlns:a16="http://schemas.microsoft.com/office/drawing/2014/main" id="{244FF314-FF1A-4D6A-86B9-F0CAF3435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048"/>
              <a:ext cx="120" cy="59"/>
            </a:xfrm>
            <a:custGeom>
              <a:avLst/>
              <a:gdLst>
                <a:gd name="T0" fmla="*/ 39 w 141"/>
                <a:gd name="T1" fmla="*/ 44 h 68"/>
                <a:gd name="T2" fmla="*/ 87 w 141"/>
                <a:gd name="T3" fmla="*/ 33 h 68"/>
                <a:gd name="T4" fmla="*/ 48 w 141"/>
                <a:gd name="T5" fmla="*/ 0 h 68"/>
                <a:gd name="T6" fmla="*/ 0 w 141"/>
                <a:gd name="T7" fmla="*/ 11 h 68"/>
                <a:gd name="T8" fmla="*/ 39 w 141"/>
                <a:gd name="T9" fmla="*/ 44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68">
                  <a:moveTo>
                    <a:pt x="64" y="68"/>
                  </a:moveTo>
                  <a:cubicBezTo>
                    <a:pt x="141" y="51"/>
                    <a:pt x="141" y="51"/>
                    <a:pt x="141" y="51"/>
                  </a:cubicBezTo>
                  <a:cubicBezTo>
                    <a:pt x="118" y="33"/>
                    <a:pt x="97" y="16"/>
                    <a:pt x="78" y="0"/>
                  </a:cubicBezTo>
                  <a:cubicBezTo>
                    <a:pt x="0" y="17"/>
                    <a:pt x="0" y="17"/>
                    <a:pt x="0" y="17"/>
                  </a:cubicBezTo>
                  <a:lnTo>
                    <a:pt x="64" y="68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5" name="Freeform 184">
              <a:extLst>
                <a:ext uri="{FF2B5EF4-FFF2-40B4-BE49-F238E27FC236}">
                  <a16:creationId xmlns:a16="http://schemas.microsoft.com/office/drawing/2014/main" id="{A4EE1C35-118F-4662-AD8B-3E68C7A2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316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5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6" name="Freeform 185">
              <a:extLst>
                <a:ext uri="{FF2B5EF4-FFF2-40B4-BE49-F238E27FC236}">
                  <a16:creationId xmlns:a16="http://schemas.microsoft.com/office/drawing/2014/main" id="{61660799-7D30-4C64-8CE5-8C0CBF78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260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5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7" name="Freeform 186">
              <a:extLst>
                <a:ext uri="{FF2B5EF4-FFF2-40B4-BE49-F238E27FC236}">
                  <a16:creationId xmlns:a16="http://schemas.microsoft.com/office/drawing/2014/main" id="{5BE6DCE8-6FBC-49BA-9E82-A4CEFCF54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656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8" name="Freeform 187">
              <a:extLst>
                <a:ext uri="{FF2B5EF4-FFF2-40B4-BE49-F238E27FC236}">
                  <a16:creationId xmlns:a16="http://schemas.microsoft.com/office/drawing/2014/main" id="{A4F24D2E-DFA3-4C6C-B0DE-11E15CDC7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714"/>
              <a:ext cx="190" cy="73"/>
            </a:xfrm>
            <a:custGeom>
              <a:avLst/>
              <a:gdLst>
                <a:gd name="T0" fmla="*/ 190 w 190"/>
                <a:gd name="T1" fmla="*/ 43 h 73"/>
                <a:gd name="T2" fmla="*/ 135 w 190"/>
                <a:gd name="T3" fmla="*/ 0 h 73"/>
                <a:gd name="T4" fmla="*/ 0 w 190"/>
                <a:gd name="T5" fmla="*/ 30 h 73"/>
                <a:gd name="T6" fmla="*/ 56 w 190"/>
                <a:gd name="T7" fmla="*/ 73 h 73"/>
                <a:gd name="T8" fmla="*/ 190 w 190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3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6" y="73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9" name="Freeform 188">
              <a:extLst>
                <a:ext uri="{FF2B5EF4-FFF2-40B4-BE49-F238E27FC236}">
                  <a16:creationId xmlns:a16="http://schemas.microsoft.com/office/drawing/2014/main" id="{576A9682-C072-4493-AF4F-52B97BD28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770"/>
              <a:ext cx="189" cy="74"/>
            </a:xfrm>
            <a:custGeom>
              <a:avLst/>
              <a:gdLst>
                <a:gd name="T0" fmla="*/ 134 w 189"/>
                <a:gd name="T1" fmla="*/ 0 h 74"/>
                <a:gd name="T2" fmla="*/ 0 w 189"/>
                <a:gd name="T3" fmla="*/ 30 h 74"/>
                <a:gd name="T4" fmla="*/ 55 w 189"/>
                <a:gd name="T5" fmla="*/ 74 h 74"/>
                <a:gd name="T6" fmla="*/ 189 w 189"/>
                <a:gd name="T7" fmla="*/ 44 h 74"/>
                <a:gd name="T8" fmla="*/ 134 w 18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34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0" name="Freeform 189">
              <a:extLst>
                <a:ext uri="{FF2B5EF4-FFF2-40B4-BE49-F238E27FC236}">
                  <a16:creationId xmlns:a16="http://schemas.microsoft.com/office/drawing/2014/main" id="{94471730-DA1F-41F0-84B3-63E43070D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806"/>
              <a:ext cx="189" cy="74"/>
            </a:xfrm>
            <a:custGeom>
              <a:avLst/>
              <a:gdLst>
                <a:gd name="T0" fmla="*/ 135 w 189"/>
                <a:gd name="T1" fmla="*/ 0 h 74"/>
                <a:gd name="T2" fmla="*/ 0 w 189"/>
                <a:gd name="T3" fmla="*/ 30 h 74"/>
                <a:gd name="T4" fmla="*/ 55 w 189"/>
                <a:gd name="T5" fmla="*/ 74 h 74"/>
                <a:gd name="T6" fmla="*/ 189 w 189"/>
                <a:gd name="T7" fmla="*/ 44 h 74"/>
                <a:gd name="T8" fmla="*/ 135 w 18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35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1" name="Freeform 190">
              <a:extLst>
                <a:ext uri="{FF2B5EF4-FFF2-40B4-BE49-F238E27FC236}">
                  <a16:creationId xmlns:a16="http://schemas.microsoft.com/office/drawing/2014/main" id="{BDA910B2-C6E5-48BB-89E0-EEA542CF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239"/>
              <a:ext cx="189" cy="74"/>
            </a:xfrm>
            <a:custGeom>
              <a:avLst/>
              <a:gdLst>
                <a:gd name="T0" fmla="*/ 189 w 189"/>
                <a:gd name="T1" fmla="*/ 44 h 74"/>
                <a:gd name="T2" fmla="*/ 135 w 189"/>
                <a:gd name="T3" fmla="*/ 0 h 74"/>
                <a:gd name="T4" fmla="*/ 0 w 189"/>
                <a:gd name="T5" fmla="*/ 30 h 74"/>
                <a:gd name="T6" fmla="*/ 55 w 189"/>
                <a:gd name="T7" fmla="*/ 74 h 74"/>
                <a:gd name="T8" fmla="*/ 189 w 189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89" y="44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2" name="Freeform 191">
              <a:extLst>
                <a:ext uri="{FF2B5EF4-FFF2-40B4-BE49-F238E27FC236}">
                  <a16:creationId xmlns:a16="http://schemas.microsoft.com/office/drawing/2014/main" id="{7DD3DA12-65ED-47DB-8E86-6C860C8A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141"/>
              <a:ext cx="120" cy="58"/>
            </a:xfrm>
            <a:custGeom>
              <a:avLst/>
              <a:gdLst>
                <a:gd name="T0" fmla="*/ 41 w 140"/>
                <a:gd name="T1" fmla="*/ 42 h 68"/>
                <a:gd name="T2" fmla="*/ 88 w 140"/>
                <a:gd name="T3" fmla="*/ 32 h 68"/>
                <a:gd name="T4" fmla="*/ 48 w 140"/>
                <a:gd name="T5" fmla="*/ 0 h 68"/>
                <a:gd name="T6" fmla="*/ 0 w 140"/>
                <a:gd name="T7" fmla="*/ 11 h 68"/>
                <a:gd name="T8" fmla="*/ 41 w 140"/>
                <a:gd name="T9" fmla="*/ 4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68">
                  <a:moveTo>
                    <a:pt x="65" y="68"/>
                  </a:moveTo>
                  <a:cubicBezTo>
                    <a:pt x="140" y="51"/>
                    <a:pt x="140" y="51"/>
                    <a:pt x="140" y="51"/>
                  </a:cubicBezTo>
                  <a:cubicBezTo>
                    <a:pt x="118" y="34"/>
                    <a:pt x="97" y="17"/>
                    <a:pt x="76" y="0"/>
                  </a:cubicBezTo>
                  <a:cubicBezTo>
                    <a:pt x="0" y="17"/>
                    <a:pt x="0" y="17"/>
                    <a:pt x="0" y="17"/>
                  </a:cubicBezTo>
                  <a:lnTo>
                    <a:pt x="65" y="68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3" name="Freeform 192">
              <a:extLst>
                <a:ext uri="{FF2B5EF4-FFF2-40B4-BE49-F238E27FC236}">
                  <a16:creationId xmlns:a16="http://schemas.microsoft.com/office/drawing/2014/main" id="{EAC4DBB5-DF69-428A-814A-164F05F0C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183"/>
              <a:ext cx="190" cy="73"/>
            </a:xfrm>
            <a:custGeom>
              <a:avLst/>
              <a:gdLst>
                <a:gd name="T0" fmla="*/ 55 w 190"/>
                <a:gd name="T1" fmla="*/ 73 h 73"/>
                <a:gd name="T2" fmla="*/ 190 w 190"/>
                <a:gd name="T3" fmla="*/ 44 h 73"/>
                <a:gd name="T4" fmla="*/ 134 w 190"/>
                <a:gd name="T5" fmla="*/ 0 h 73"/>
                <a:gd name="T6" fmla="*/ 0 w 190"/>
                <a:gd name="T7" fmla="*/ 29 h 73"/>
                <a:gd name="T8" fmla="*/ 55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5" y="73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29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4" name="Freeform 193">
              <a:extLst>
                <a:ext uri="{FF2B5EF4-FFF2-40B4-BE49-F238E27FC236}">
                  <a16:creationId xmlns:a16="http://schemas.microsoft.com/office/drawing/2014/main" id="{12578A9F-8C68-4F3E-9600-524FF0F28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920"/>
              <a:ext cx="108" cy="56"/>
            </a:xfrm>
            <a:custGeom>
              <a:avLst/>
              <a:gdLst>
                <a:gd name="T0" fmla="*/ 39 w 126"/>
                <a:gd name="T1" fmla="*/ 0 h 65"/>
                <a:gd name="T2" fmla="*/ 0 w 126"/>
                <a:gd name="T3" fmla="*/ 8 h 65"/>
                <a:gd name="T4" fmla="*/ 39 w 126"/>
                <a:gd name="T5" fmla="*/ 41 h 65"/>
                <a:gd name="T6" fmla="*/ 80 w 126"/>
                <a:gd name="T7" fmla="*/ 33 h 65"/>
                <a:gd name="T8" fmla="*/ 39 w 126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65">
                  <a:moveTo>
                    <a:pt x="62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0" y="31"/>
                    <a:pt x="41" y="48"/>
                    <a:pt x="61" y="65"/>
                  </a:cubicBezTo>
                  <a:cubicBezTo>
                    <a:pt x="126" y="51"/>
                    <a:pt x="126" y="51"/>
                    <a:pt x="126" y="5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5" name="Freeform 194">
              <a:extLst>
                <a:ext uri="{FF2B5EF4-FFF2-40B4-BE49-F238E27FC236}">
                  <a16:creationId xmlns:a16="http://schemas.microsoft.com/office/drawing/2014/main" id="{D8BE116F-5934-42A9-BD02-1E0361CF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863"/>
              <a:ext cx="189" cy="73"/>
            </a:xfrm>
            <a:custGeom>
              <a:avLst/>
              <a:gdLst>
                <a:gd name="T0" fmla="*/ 134 w 189"/>
                <a:gd name="T1" fmla="*/ 0 h 73"/>
                <a:gd name="T2" fmla="*/ 0 w 189"/>
                <a:gd name="T3" fmla="*/ 30 h 73"/>
                <a:gd name="T4" fmla="*/ 54 w 189"/>
                <a:gd name="T5" fmla="*/ 73 h 73"/>
                <a:gd name="T6" fmla="*/ 189 w 189"/>
                <a:gd name="T7" fmla="*/ 43 h 73"/>
                <a:gd name="T8" fmla="*/ 134 w 189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34" y="0"/>
                  </a:moveTo>
                  <a:lnTo>
                    <a:pt x="0" y="30"/>
                  </a:lnTo>
                  <a:lnTo>
                    <a:pt x="54" y="73"/>
                  </a:lnTo>
                  <a:lnTo>
                    <a:pt x="189" y="4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6" name="Freeform 195">
              <a:extLst>
                <a:ext uri="{FF2B5EF4-FFF2-40B4-BE49-F238E27FC236}">
                  <a16:creationId xmlns:a16="http://schemas.microsoft.com/office/drawing/2014/main" id="{C4C20E56-0548-4F70-9B40-50302703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352"/>
              <a:ext cx="189" cy="74"/>
            </a:xfrm>
            <a:custGeom>
              <a:avLst/>
              <a:gdLst>
                <a:gd name="T0" fmla="*/ 189 w 189"/>
                <a:gd name="T1" fmla="*/ 44 h 74"/>
                <a:gd name="T2" fmla="*/ 134 w 189"/>
                <a:gd name="T3" fmla="*/ 0 h 74"/>
                <a:gd name="T4" fmla="*/ 0 w 189"/>
                <a:gd name="T5" fmla="*/ 30 h 74"/>
                <a:gd name="T6" fmla="*/ 54 w 189"/>
                <a:gd name="T7" fmla="*/ 74 h 74"/>
                <a:gd name="T8" fmla="*/ 189 w 189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89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4" y="74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7" name="Freeform 196">
              <a:extLst>
                <a:ext uri="{FF2B5EF4-FFF2-40B4-BE49-F238E27FC236}">
                  <a16:creationId xmlns:a16="http://schemas.microsoft.com/office/drawing/2014/main" id="{406C3BFE-B67A-47BA-B11C-1F5C14A1E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579"/>
              <a:ext cx="189" cy="74"/>
            </a:xfrm>
            <a:custGeom>
              <a:avLst/>
              <a:gdLst>
                <a:gd name="T0" fmla="*/ 55 w 189"/>
                <a:gd name="T1" fmla="*/ 74 h 74"/>
                <a:gd name="T2" fmla="*/ 189 w 189"/>
                <a:gd name="T3" fmla="*/ 44 h 74"/>
                <a:gd name="T4" fmla="*/ 134 w 189"/>
                <a:gd name="T5" fmla="*/ 0 h 74"/>
                <a:gd name="T6" fmla="*/ 0 w 189"/>
                <a:gd name="T7" fmla="*/ 30 h 74"/>
                <a:gd name="T8" fmla="*/ 55 w 189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55" y="74"/>
                  </a:move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8" name="Freeform 197">
              <a:extLst>
                <a:ext uri="{FF2B5EF4-FFF2-40B4-BE49-F238E27FC236}">
                  <a16:creationId xmlns:a16="http://schemas.microsoft.com/office/drawing/2014/main" id="{A456E210-FA74-4A45-8B3D-2FE6EA2F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693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9" name="Freeform 198">
              <a:extLst>
                <a:ext uri="{FF2B5EF4-FFF2-40B4-BE49-F238E27FC236}">
                  <a16:creationId xmlns:a16="http://schemas.microsoft.com/office/drawing/2014/main" id="{7273F370-A35E-4EA3-8E50-476E5B1B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523"/>
              <a:ext cx="190" cy="73"/>
            </a:xfrm>
            <a:custGeom>
              <a:avLst/>
              <a:gdLst>
                <a:gd name="T0" fmla="*/ 190 w 190"/>
                <a:gd name="T1" fmla="*/ 43 h 73"/>
                <a:gd name="T2" fmla="*/ 135 w 190"/>
                <a:gd name="T3" fmla="*/ 0 h 73"/>
                <a:gd name="T4" fmla="*/ 0 w 190"/>
                <a:gd name="T5" fmla="*/ 30 h 73"/>
                <a:gd name="T6" fmla="*/ 56 w 190"/>
                <a:gd name="T7" fmla="*/ 73 h 73"/>
                <a:gd name="T8" fmla="*/ 190 w 190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3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6" y="73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0" name="Freeform 199">
              <a:extLst>
                <a:ext uri="{FF2B5EF4-FFF2-40B4-BE49-F238E27FC236}">
                  <a16:creationId xmlns:a16="http://schemas.microsoft.com/office/drawing/2014/main" id="{16F58750-65DC-4D35-9604-58DB1BDF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750"/>
              <a:ext cx="190" cy="73"/>
            </a:xfrm>
            <a:custGeom>
              <a:avLst/>
              <a:gdLst>
                <a:gd name="T0" fmla="*/ 190 w 190"/>
                <a:gd name="T1" fmla="*/ 43 h 73"/>
                <a:gd name="T2" fmla="*/ 134 w 190"/>
                <a:gd name="T3" fmla="*/ 0 h 73"/>
                <a:gd name="T4" fmla="*/ 0 w 190"/>
                <a:gd name="T5" fmla="*/ 30 h 73"/>
                <a:gd name="T6" fmla="*/ 55 w 190"/>
                <a:gd name="T7" fmla="*/ 73 h 73"/>
                <a:gd name="T8" fmla="*/ 190 w 190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1" name="Freeform 200">
              <a:extLst>
                <a:ext uri="{FF2B5EF4-FFF2-40B4-BE49-F238E27FC236}">
                  <a16:creationId xmlns:a16="http://schemas.microsoft.com/office/drawing/2014/main" id="{6AA73061-7941-4DAF-A7EA-1DB486522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466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2" name="Freeform 201">
              <a:extLst>
                <a:ext uri="{FF2B5EF4-FFF2-40B4-BE49-F238E27FC236}">
                  <a16:creationId xmlns:a16="http://schemas.microsoft.com/office/drawing/2014/main" id="{7A753F74-BF96-4D88-A9F4-CD8F3C9C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296"/>
              <a:ext cx="189" cy="74"/>
            </a:xfrm>
            <a:custGeom>
              <a:avLst/>
              <a:gdLst>
                <a:gd name="T0" fmla="*/ 189 w 189"/>
                <a:gd name="T1" fmla="*/ 44 h 74"/>
                <a:gd name="T2" fmla="*/ 135 w 189"/>
                <a:gd name="T3" fmla="*/ 0 h 74"/>
                <a:gd name="T4" fmla="*/ 0 w 189"/>
                <a:gd name="T5" fmla="*/ 30 h 74"/>
                <a:gd name="T6" fmla="*/ 55 w 189"/>
                <a:gd name="T7" fmla="*/ 74 h 74"/>
                <a:gd name="T8" fmla="*/ 189 w 189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89" y="44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3" name="Freeform 202">
              <a:extLst>
                <a:ext uri="{FF2B5EF4-FFF2-40B4-BE49-F238E27FC236}">
                  <a16:creationId xmlns:a16="http://schemas.microsoft.com/office/drawing/2014/main" id="{99EF9EC7-DD82-470E-B4FA-71538EFE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09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5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4" name="Freeform 203">
              <a:extLst>
                <a:ext uri="{FF2B5EF4-FFF2-40B4-BE49-F238E27FC236}">
                  <a16:creationId xmlns:a16="http://schemas.microsoft.com/office/drawing/2014/main" id="{8C1F9047-D45A-47A7-B442-56E0C554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636"/>
              <a:ext cx="190" cy="73"/>
            </a:xfrm>
            <a:custGeom>
              <a:avLst/>
              <a:gdLst>
                <a:gd name="T0" fmla="*/ 190 w 190"/>
                <a:gd name="T1" fmla="*/ 43 h 73"/>
                <a:gd name="T2" fmla="*/ 134 w 190"/>
                <a:gd name="T3" fmla="*/ 0 h 73"/>
                <a:gd name="T4" fmla="*/ 0 w 190"/>
                <a:gd name="T5" fmla="*/ 30 h 73"/>
                <a:gd name="T6" fmla="*/ 55 w 190"/>
                <a:gd name="T7" fmla="*/ 73 h 73"/>
                <a:gd name="T8" fmla="*/ 190 w 190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5" name="Freeform 204">
              <a:extLst>
                <a:ext uri="{FF2B5EF4-FFF2-40B4-BE49-F238E27FC236}">
                  <a16:creationId xmlns:a16="http://schemas.microsoft.com/office/drawing/2014/main" id="{CAE3E52B-6F95-4B1B-A5F0-44CD345C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615"/>
              <a:ext cx="189" cy="74"/>
            </a:xfrm>
            <a:custGeom>
              <a:avLst/>
              <a:gdLst>
                <a:gd name="T0" fmla="*/ 189 w 189"/>
                <a:gd name="T1" fmla="*/ 44 h 74"/>
                <a:gd name="T2" fmla="*/ 135 w 189"/>
                <a:gd name="T3" fmla="*/ 0 h 74"/>
                <a:gd name="T4" fmla="*/ 0 w 189"/>
                <a:gd name="T5" fmla="*/ 30 h 74"/>
                <a:gd name="T6" fmla="*/ 55 w 189"/>
                <a:gd name="T7" fmla="*/ 74 h 74"/>
                <a:gd name="T8" fmla="*/ 189 w 189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89" y="44"/>
                  </a:moveTo>
                  <a:lnTo>
                    <a:pt x="135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6" name="Freeform 205">
              <a:extLst>
                <a:ext uri="{FF2B5EF4-FFF2-40B4-BE49-F238E27FC236}">
                  <a16:creationId xmlns:a16="http://schemas.microsoft.com/office/drawing/2014/main" id="{807369CD-14DD-4FE4-9D99-00A838511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673"/>
              <a:ext cx="190" cy="72"/>
            </a:xfrm>
            <a:custGeom>
              <a:avLst/>
              <a:gdLst>
                <a:gd name="T0" fmla="*/ 190 w 190"/>
                <a:gd name="T1" fmla="*/ 43 h 72"/>
                <a:gd name="T2" fmla="*/ 135 w 190"/>
                <a:gd name="T3" fmla="*/ 0 h 72"/>
                <a:gd name="T4" fmla="*/ 0 w 190"/>
                <a:gd name="T5" fmla="*/ 29 h 72"/>
                <a:gd name="T6" fmla="*/ 55 w 190"/>
                <a:gd name="T7" fmla="*/ 72 h 72"/>
                <a:gd name="T8" fmla="*/ 190 w 190"/>
                <a:gd name="T9" fmla="*/ 4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2">
                  <a:moveTo>
                    <a:pt x="190" y="43"/>
                  </a:moveTo>
                  <a:lnTo>
                    <a:pt x="135" y="0"/>
                  </a:lnTo>
                  <a:lnTo>
                    <a:pt x="0" y="29"/>
                  </a:lnTo>
                  <a:lnTo>
                    <a:pt x="55" y="72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7" name="Freeform 206">
              <a:extLst>
                <a:ext uri="{FF2B5EF4-FFF2-40B4-BE49-F238E27FC236}">
                  <a16:creationId xmlns:a16="http://schemas.microsoft.com/office/drawing/2014/main" id="{DBB8F375-3323-4AEF-B65D-B44ADC4FA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234"/>
              <a:ext cx="121" cy="58"/>
            </a:xfrm>
            <a:custGeom>
              <a:avLst/>
              <a:gdLst>
                <a:gd name="T0" fmla="*/ 41 w 141"/>
                <a:gd name="T1" fmla="*/ 42 h 68"/>
                <a:gd name="T2" fmla="*/ 89 w 141"/>
                <a:gd name="T3" fmla="*/ 32 h 68"/>
                <a:gd name="T4" fmla="*/ 48 w 141"/>
                <a:gd name="T5" fmla="*/ 0 h 68"/>
                <a:gd name="T6" fmla="*/ 0 w 141"/>
                <a:gd name="T7" fmla="*/ 11 h 68"/>
                <a:gd name="T8" fmla="*/ 41 w 141"/>
                <a:gd name="T9" fmla="*/ 4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68">
                  <a:moveTo>
                    <a:pt x="65" y="68"/>
                  </a:moveTo>
                  <a:cubicBezTo>
                    <a:pt x="141" y="51"/>
                    <a:pt x="141" y="51"/>
                    <a:pt x="141" y="51"/>
                  </a:cubicBezTo>
                  <a:cubicBezTo>
                    <a:pt x="119" y="33"/>
                    <a:pt x="97" y="16"/>
                    <a:pt x="76" y="0"/>
                  </a:cubicBezTo>
                  <a:cubicBezTo>
                    <a:pt x="0" y="17"/>
                    <a:pt x="0" y="17"/>
                    <a:pt x="0" y="17"/>
                  </a:cubicBezTo>
                  <a:lnTo>
                    <a:pt x="65" y="68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8" name="Freeform 207">
              <a:extLst>
                <a:ext uri="{FF2B5EF4-FFF2-40B4-BE49-F238E27FC236}">
                  <a16:creationId xmlns:a16="http://schemas.microsoft.com/office/drawing/2014/main" id="{44711CB6-346F-47FE-8E9E-937D7AFFE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02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5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9" name="Freeform 208">
              <a:extLst>
                <a:ext uri="{FF2B5EF4-FFF2-40B4-BE49-F238E27FC236}">
                  <a16:creationId xmlns:a16="http://schemas.microsoft.com/office/drawing/2014/main" id="{E95E03F8-6410-4FBB-85C5-E600189C9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559"/>
              <a:ext cx="189" cy="73"/>
            </a:xfrm>
            <a:custGeom>
              <a:avLst/>
              <a:gdLst>
                <a:gd name="T0" fmla="*/ 189 w 189"/>
                <a:gd name="T1" fmla="*/ 43 h 73"/>
                <a:gd name="T2" fmla="*/ 134 w 189"/>
                <a:gd name="T3" fmla="*/ 0 h 73"/>
                <a:gd name="T4" fmla="*/ 0 w 189"/>
                <a:gd name="T5" fmla="*/ 30 h 73"/>
                <a:gd name="T6" fmla="*/ 55 w 189"/>
                <a:gd name="T7" fmla="*/ 73 h 73"/>
                <a:gd name="T8" fmla="*/ 189 w 189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89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lnTo>
                    <a:pt x="189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0" name="Freeform 209">
              <a:extLst>
                <a:ext uri="{FF2B5EF4-FFF2-40B4-BE49-F238E27FC236}">
                  <a16:creationId xmlns:a16="http://schemas.microsoft.com/office/drawing/2014/main" id="{E9F03018-D057-4663-B872-8BE11924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446"/>
              <a:ext cx="190" cy="73"/>
            </a:xfrm>
            <a:custGeom>
              <a:avLst/>
              <a:gdLst>
                <a:gd name="T0" fmla="*/ 190 w 190"/>
                <a:gd name="T1" fmla="*/ 43 h 73"/>
                <a:gd name="T2" fmla="*/ 134 w 190"/>
                <a:gd name="T3" fmla="*/ 0 h 73"/>
                <a:gd name="T4" fmla="*/ 0 w 190"/>
                <a:gd name="T5" fmla="*/ 30 h 73"/>
                <a:gd name="T6" fmla="*/ 55 w 190"/>
                <a:gd name="T7" fmla="*/ 73 h 73"/>
                <a:gd name="T8" fmla="*/ 190 w 190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1" name="Freeform 210">
              <a:extLst>
                <a:ext uri="{FF2B5EF4-FFF2-40B4-BE49-F238E27FC236}">
                  <a16:creationId xmlns:a16="http://schemas.microsoft.com/office/drawing/2014/main" id="{579D1953-0B92-427C-A148-438696D90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786"/>
              <a:ext cx="190" cy="73"/>
            </a:xfrm>
            <a:custGeom>
              <a:avLst/>
              <a:gdLst>
                <a:gd name="T0" fmla="*/ 190 w 190"/>
                <a:gd name="T1" fmla="*/ 43 h 73"/>
                <a:gd name="T2" fmla="*/ 134 w 190"/>
                <a:gd name="T3" fmla="*/ 0 h 73"/>
                <a:gd name="T4" fmla="*/ 0 w 190"/>
                <a:gd name="T5" fmla="*/ 30 h 73"/>
                <a:gd name="T6" fmla="*/ 56 w 190"/>
                <a:gd name="T7" fmla="*/ 73 h 73"/>
                <a:gd name="T8" fmla="*/ 190 w 190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3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2" name="Freeform 211">
              <a:extLst>
                <a:ext uri="{FF2B5EF4-FFF2-40B4-BE49-F238E27FC236}">
                  <a16:creationId xmlns:a16="http://schemas.microsoft.com/office/drawing/2014/main" id="{0640D2D6-BE92-4246-BDD8-D73647C4F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842"/>
              <a:ext cx="190" cy="74"/>
            </a:xfrm>
            <a:custGeom>
              <a:avLst/>
              <a:gdLst>
                <a:gd name="T0" fmla="*/ 135 w 190"/>
                <a:gd name="T1" fmla="*/ 0 h 74"/>
                <a:gd name="T2" fmla="*/ 0 w 190"/>
                <a:gd name="T3" fmla="*/ 30 h 74"/>
                <a:gd name="T4" fmla="*/ 56 w 190"/>
                <a:gd name="T5" fmla="*/ 74 h 74"/>
                <a:gd name="T6" fmla="*/ 190 w 190"/>
                <a:gd name="T7" fmla="*/ 44 h 74"/>
                <a:gd name="T8" fmla="*/ 135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5" y="0"/>
                  </a:move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3" name="Freeform 212">
              <a:extLst>
                <a:ext uri="{FF2B5EF4-FFF2-40B4-BE49-F238E27FC236}">
                  <a16:creationId xmlns:a16="http://schemas.microsoft.com/office/drawing/2014/main" id="{217D66A2-7630-4D95-AFC2-C97B78C57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729"/>
              <a:ext cx="190" cy="74"/>
            </a:xfrm>
            <a:custGeom>
              <a:avLst/>
              <a:gdLst>
                <a:gd name="T0" fmla="*/ 56 w 190"/>
                <a:gd name="T1" fmla="*/ 74 h 74"/>
                <a:gd name="T2" fmla="*/ 190 w 190"/>
                <a:gd name="T3" fmla="*/ 44 h 74"/>
                <a:gd name="T4" fmla="*/ 134 w 190"/>
                <a:gd name="T5" fmla="*/ 0 h 74"/>
                <a:gd name="T6" fmla="*/ 0 w 190"/>
                <a:gd name="T7" fmla="*/ 30 h 74"/>
                <a:gd name="T8" fmla="*/ 56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6" y="74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4" name="Freeform 213">
              <a:extLst>
                <a:ext uri="{FF2B5EF4-FFF2-40B4-BE49-F238E27FC236}">
                  <a16:creationId xmlns:a16="http://schemas.microsoft.com/office/drawing/2014/main" id="{E081947C-BDE9-4484-8C77-B79EFF925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956"/>
              <a:ext cx="190" cy="74"/>
            </a:xfrm>
            <a:custGeom>
              <a:avLst/>
              <a:gdLst>
                <a:gd name="T0" fmla="*/ 134 w 190"/>
                <a:gd name="T1" fmla="*/ 0 h 74"/>
                <a:gd name="T2" fmla="*/ 0 w 190"/>
                <a:gd name="T3" fmla="*/ 30 h 74"/>
                <a:gd name="T4" fmla="*/ 55 w 190"/>
                <a:gd name="T5" fmla="*/ 74 h 74"/>
                <a:gd name="T6" fmla="*/ 190 w 190"/>
                <a:gd name="T7" fmla="*/ 44 h 74"/>
                <a:gd name="T8" fmla="*/ 134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4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5" name="Freeform 214">
              <a:extLst>
                <a:ext uri="{FF2B5EF4-FFF2-40B4-BE49-F238E27FC236}">
                  <a16:creationId xmlns:a16="http://schemas.microsoft.com/office/drawing/2014/main" id="{1D1833DA-64BD-4C0B-B648-73EF034D4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275"/>
              <a:ext cx="190" cy="74"/>
            </a:xfrm>
            <a:custGeom>
              <a:avLst/>
              <a:gdLst>
                <a:gd name="T0" fmla="*/ 56 w 190"/>
                <a:gd name="T1" fmla="*/ 74 h 74"/>
                <a:gd name="T2" fmla="*/ 190 w 190"/>
                <a:gd name="T3" fmla="*/ 44 h 74"/>
                <a:gd name="T4" fmla="*/ 134 w 190"/>
                <a:gd name="T5" fmla="*/ 0 h 74"/>
                <a:gd name="T6" fmla="*/ 0 w 190"/>
                <a:gd name="T7" fmla="*/ 30 h 74"/>
                <a:gd name="T8" fmla="*/ 56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6" y="74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6" name="Freeform 215">
              <a:extLst>
                <a:ext uri="{FF2B5EF4-FFF2-40B4-BE49-F238E27FC236}">
                  <a16:creationId xmlns:a16="http://schemas.microsoft.com/office/drawing/2014/main" id="{3BBF0FBE-C235-4D00-A5E4-4E0F26DC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388"/>
              <a:ext cx="189" cy="74"/>
            </a:xfrm>
            <a:custGeom>
              <a:avLst/>
              <a:gdLst>
                <a:gd name="T0" fmla="*/ 189 w 189"/>
                <a:gd name="T1" fmla="*/ 44 h 74"/>
                <a:gd name="T2" fmla="*/ 134 w 189"/>
                <a:gd name="T3" fmla="*/ 0 h 74"/>
                <a:gd name="T4" fmla="*/ 0 w 189"/>
                <a:gd name="T5" fmla="*/ 30 h 74"/>
                <a:gd name="T6" fmla="*/ 55 w 189"/>
                <a:gd name="T7" fmla="*/ 74 h 74"/>
                <a:gd name="T8" fmla="*/ 189 w 189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89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7" name="Freeform 216">
              <a:extLst>
                <a:ext uri="{FF2B5EF4-FFF2-40B4-BE49-F238E27FC236}">
                  <a16:creationId xmlns:a16="http://schemas.microsoft.com/office/drawing/2014/main" id="{AFBE383B-353F-4AA5-B5AF-CB1A8518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012"/>
              <a:ext cx="116" cy="59"/>
            </a:xfrm>
            <a:custGeom>
              <a:avLst/>
              <a:gdLst>
                <a:gd name="T0" fmla="*/ 45 w 135"/>
                <a:gd name="T1" fmla="*/ 0 h 68"/>
                <a:gd name="T2" fmla="*/ 0 w 135"/>
                <a:gd name="T3" fmla="*/ 10 h 68"/>
                <a:gd name="T4" fmla="*/ 38 w 135"/>
                <a:gd name="T5" fmla="*/ 44 h 68"/>
                <a:gd name="T6" fmla="*/ 86 w 135"/>
                <a:gd name="T7" fmla="*/ 33 h 68"/>
                <a:gd name="T8" fmla="*/ 45 w 135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68">
                  <a:moveTo>
                    <a:pt x="7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21" y="34"/>
                    <a:pt x="41" y="51"/>
                    <a:pt x="59" y="68"/>
                  </a:cubicBezTo>
                  <a:cubicBezTo>
                    <a:pt x="135" y="51"/>
                    <a:pt x="135" y="51"/>
                    <a:pt x="135" y="51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8" name="Freeform 217">
              <a:extLst>
                <a:ext uri="{FF2B5EF4-FFF2-40B4-BE49-F238E27FC236}">
                  <a16:creationId xmlns:a16="http://schemas.microsoft.com/office/drawing/2014/main" id="{0CDA3339-8E41-4DAE-91EC-CE2664D20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332"/>
              <a:ext cx="190" cy="73"/>
            </a:xfrm>
            <a:custGeom>
              <a:avLst/>
              <a:gdLst>
                <a:gd name="T0" fmla="*/ 56 w 190"/>
                <a:gd name="T1" fmla="*/ 73 h 73"/>
                <a:gd name="T2" fmla="*/ 190 w 190"/>
                <a:gd name="T3" fmla="*/ 44 h 73"/>
                <a:gd name="T4" fmla="*/ 135 w 190"/>
                <a:gd name="T5" fmla="*/ 0 h 73"/>
                <a:gd name="T6" fmla="*/ 0 w 190"/>
                <a:gd name="T7" fmla="*/ 30 h 73"/>
                <a:gd name="T8" fmla="*/ 56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6" y="73"/>
                  </a:move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lnTo>
                    <a:pt x="56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9" name="Freeform 218">
              <a:extLst>
                <a:ext uri="{FF2B5EF4-FFF2-40B4-BE49-F238E27FC236}">
                  <a16:creationId xmlns:a16="http://schemas.microsoft.com/office/drawing/2014/main" id="{49461586-0839-4DE4-892B-82467936B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899"/>
              <a:ext cx="189" cy="73"/>
            </a:xfrm>
            <a:custGeom>
              <a:avLst/>
              <a:gdLst>
                <a:gd name="T0" fmla="*/ 134 w 189"/>
                <a:gd name="T1" fmla="*/ 0 h 73"/>
                <a:gd name="T2" fmla="*/ 0 w 189"/>
                <a:gd name="T3" fmla="*/ 30 h 73"/>
                <a:gd name="T4" fmla="*/ 55 w 189"/>
                <a:gd name="T5" fmla="*/ 73 h 73"/>
                <a:gd name="T6" fmla="*/ 189 w 189"/>
                <a:gd name="T7" fmla="*/ 44 h 73"/>
                <a:gd name="T8" fmla="*/ 134 w 189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34" y="0"/>
                  </a:moveTo>
                  <a:lnTo>
                    <a:pt x="0" y="30"/>
                  </a:lnTo>
                  <a:lnTo>
                    <a:pt x="55" y="73"/>
                  </a:lnTo>
                  <a:lnTo>
                    <a:pt x="189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0" name="Freeform 219">
              <a:extLst>
                <a:ext uri="{FF2B5EF4-FFF2-40B4-BE49-F238E27FC236}">
                  <a16:creationId xmlns:a16="http://schemas.microsoft.com/office/drawing/2014/main" id="{1FBA7795-E07A-4C4F-8679-5E67EA6A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327"/>
              <a:ext cx="122" cy="58"/>
            </a:xfrm>
            <a:custGeom>
              <a:avLst/>
              <a:gdLst>
                <a:gd name="T0" fmla="*/ 40 w 143"/>
                <a:gd name="T1" fmla="*/ 42 h 68"/>
                <a:gd name="T2" fmla="*/ 89 w 143"/>
                <a:gd name="T3" fmla="*/ 32 h 68"/>
                <a:gd name="T4" fmla="*/ 48 w 143"/>
                <a:gd name="T5" fmla="*/ 0 h 68"/>
                <a:gd name="T6" fmla="*/ 0 w 143"/>
                <a:gd name="T7" fmla="*/ 11 h 68"/>
                <a:gd name="T8" fmla="*/ 40 w 143"/>
                <a:gd name="T9" fmla="*/ 4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68">
                  <a:moveTo>
                    <a:pt x="64" y="68"/>
                  </a:moveTo>
                  <a:cubicBezTo>
                    <a:pt x="143" y="51"/>
                    <a:pt x="143" y="51"/>
                    <a:pt x="143" y="51"/>
                  </a:cubicBezTo>
                  <a:cubicBezTo>
                    <a:pt x="121" y="34"/>
                    <a:pt x="99" y="17"/>
                    <a:pt x="77" y="0"/>
                  </a:cubicBezTo>
                  <a:cubicBezTo>
                    <a:pt x="0" y="17"/>
                    <a:pt x="0" y="17"/>
                    <a:pt x="0" y="17"/>
                  </a:cubicBezTo>
                  <a:lnTo>
                    <a:pt x="64" y="68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1" name="Freeform 220">
              <a:extLst>
                <a:ext uri="{FF2B5EF4-FFF2-40B4-BE49-F238E27FC236}">
                  <a16:creationId xmlns:a16="http://schemas.microsoft.com/office/drawing/2014/main" id="{FF5D92F8-8271-4804-B9F3-719EF57A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048"/>
              <a:ext cx="190" cy="74"/>
            </a:xfrm>
            <a:custGeom>
              <a:avLst/>
              <a:gdLst>
                <a:gd name="T0" fmla="*/ 134 w 190"/>
                <a:gd name="T1" fmla="*/ 0 h 74"/>
                <a:gd name="T2" fmla="*/ 0 w 190"/>
                <a:gd name="T3" fmla="*/ 30 h 74"/>
                <a:gd name="T4" fmla="*/ 55 w 190"/>
                <a:gd name="T5" fmla="*/ 74 h 74"/>
                <a:gd name="T6" fmla="*/ 190 w 190"/>
                <a:gd name="T7" fmla="*/ 44 h 74"/>
                <a:gd name="T8" fmla="*/ 134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4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2" name="Freeform 221">
              <a:extLst>
                <a:ext uri="{FF2B5EF4-FFF2-40B4-BE49-F238E27FC236}">
                  <a16:creationId xmlns:a16="http://schemas.microsoft.com/office/drawing/2014/main" id="{B62F2CDE-7E21-4ABD-8D14-4CF6B4061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822"/>
              <a:ext cx="189" cy="73"/>
            </a:xfrm>
            <a:custGeom>
              <a:avLst/>
              <a:gdLst>
                <a:gd name="T0" fmla="*/ 189 w 189"/>
                <a:gd name="T1" fmla="*/ 43 h 73"/>
                <a:gd name="T2" fmla="*/ 134 w 189"/>
                <a:gd name="T3" fmla="*/ 0 h 73"/>
                <a:gd name="T4" fmla="*/ 0 w 189"/>
                <a:gd name="T5" fmla="*/ 29 h 73"/>
                <a:gd name="T6" fmla="*/ 55 w 189"/>
                <a:gd name="T7" fmla="*/ 73 h 73"/>
                <a:gd name="T8" fmla="*/ 189 w 189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89" y="43"/>
                  </a:moveTo>
                  <a:lnTo>
                    <a:pt x="134" y="0"/>
                  </a:lnTo>
                  <a:lnTo>
                    <a:pt x="0" y="29"/>
                  </a:lnTo>
                  <a:lnTo>
                    <a:pt x="55" y="73"/>
                  </a:lnTo>
                  <a:lnTo>
                    <a:pt x="189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3" name="Freeform 222">
              <a:extLst>
                <a:ext uri="{FF2B5EF4-FFF2-40B4-BE49-F238E27FC236}">
                  <a16:creationId xmlns:a16="http://schemas.microsoft.com/office/drawing/2014/main" id="{7CD27719-959B-4401-AA93-DFB25853D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595"/>
              <a:ext cx="190" cy="73"/>
            </a:xfrm>
            <a:custGeom>
              <a:avLst/>
              <a:gdLst>
                <a:gd name="T0" fmla="*/ 190 w 190"/>
                <a:gd name="T1" fmla="*/ 43 h 73"/>
                <a:gd name="T2" fmla="*/ 134 w 190"/>
                <a:gd name="T3" fmla="*/ 0 h 73"/>
                <a:gd name="T4" fmla="*/ 0 w 190"/>
                <a:gd name="T5" fmla="*/ 30 h 73"/>
                <a:gd name="T6" fmla="*/ 56 w 190"/>
                <a:gd name="T7" fmla="*/ 73 h 73"/>
                <a:gd name="T8" fmla="*/ 190 w 190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3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4" name="Freeform 223">
              <a:extLst>
                <a:ext uri="{FF2B5EF4-FFF2-40B4-BE49-F238E27FC236}">
                  <a16:creationId xmlns:a16="http://schemas.microsoft.com/office/drawing/2014/main" id="{5380F0CF-BB77-4CBE-877B-7D8898E8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368"/>
              <a:ext cx="189" cy="73"/>
            </a:xfrm>
            <a:custGeom>
              <a:avLst/>
              <a:gdLst>
                <a:gd name="T0" fmla="*/ 55 w 189"/>
                <a:gd name="T1" fmla="*/ 73 h 73"/>
                <a:gd name="T2" fmla="*/ 189 w 189"/>
                <a:gd name="T3" fmla="*/ 43 h 73"/>
                <a:gd name="T4" fmla="*/ 134 w 189"/>
                <a:gd name="T5" fmla="*/ 0 h 73"/>
                <a:gd name="T6" fmla="*/ 0 w 189"/>
                <a:gd name="T7" fmla="*/ 30 h 73"/>
                <a:gd name="T8" fmla="*/ 55 w 189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55" y="73"/>
                  </a:moveTo>
                  <a:lnTo>
                    <a:pt x="189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5" name="Freeform 224">
              <a:extLst>
                <a:ext uri="{FF2B5EF4-FFF2-40B4-BE49-F238E27FC236}">
                  <a16:creationId xmlns:a16="http://schemas.microsoft.com/office/drawing/2014/main" id="{7804D626-101F-47F2-B5BF-855E5E96A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992"/>
              <a:ext cx="189" cy="73"/>
            </a:xfrm>
            <a:custGeom>
              <a:avLst/>
              <a:gdLst>
                <a:gd name="T0" fmla="*/ 134 w 189"/>
                <a:gd name="T1" fmla="*/ 0 h 73"/>
                <a:gd name="T2" fmla="*/ 0 w 189"/>
                <a:gd name="T3" fmla="*/ 30 h 73"/>
                <a:gd name="T4" fmla="*/ 55 w 189"/>
                <a:gd name="T5" fmla="*/ 73 h 73"/>
                <a:gd name="T6" fmla="*/ 189 w 189"/>
                <a:gd name="T7" fmla="*/ 44 h 73"/>
                <a:gd name="T8" fmla="*/ 134 w 189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34" y="0"/>
                  </a:moveTo>
                  <a:lnTo>
                    <a:pt x="0" y="30"/>
                  </a:lnTo>
                  <a:lnTo>
                    <a:pt x="55" y="73"/>
                  </a:lnTo>
                  <a:lnTo>
                    <a:pt x="189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6" name="Freeform 225">
              <a:extLst>
                <a:ext uri="{FF2B5EF4-FFF2-40B4-BE49-F238E27FC236}">
                  <a16:creationId xmlns:a16="http://schemas.microsoft.com/office/drawing/2014/main" id="{57AA1601-AE20-4D97-BC36-C416899E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52"/>
              <a:ext cx="190" cy="73"/>
            </a:xfrm>
            <a:custGeom>
              <a:avLst/>
              <a:gdLst>
                <a:gd name="T0" fmla="*/ 190 w 190"/>
                <a:gd name="T1" fmla="*/ 44 h 73"/>
                <a:gd name="T2" fmla="*/ 135 w 190"/>
                <a:gd name="T3" fmla="*/ 0 h 73"/>
                <a:gd name="T4" fmla="*/ 0 w 190"/>
                <a:gd name="T5" fmla="*/ 29 h 73"/>
                <a:gd name="T6" fmla="*/ 56 w 190"/>
                <a:gd name="T7" fmla="*/ 73 h 73"/>
                <a:gd name="T8" fmla="*/ 190 w 190"/>
                <a:gd name="T9" fmla="*/ 4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4"/>
                  </a:moveTo>
                  <a:lnTo>
                    <a:pt x="135" y="0"/>
                  </a:lnTo>
                  <a:lnTo>
                    <a:pt x="0" y="29"/>
                  </a:lnTo>
                  <a:lnTo>
                    <a:pt x="56" y="73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7" name="Freeform 226">
              <a:extLst>
                <a:ext uri="{FF2B5EF4-FFF2-40B4-BE49-F238E27FC236}">
                  <a16:creationId xmlns:a16="http://schemas.microsoft.com/office/drawing/2014/main" id="{A1F19256-66A5-480E-B10B-432C993C8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1538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6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8" name="Freeform 227">
              <a:extLst>
                <a:ext uri="{FF2B5EF4-FFF2-40B4-BE49-F238E27FC236}">
                  <a16:creationId xmlns:a16="http://schemas.microsoft.com/office/drawing/2014/main" id="{5F7DB476-1917-4AF0-A50C-B14B45B76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105"/>
              <a:ext cx="128" cy="62"/>
            </a:xfrm>
            <a:custGeom>
              <a:avLst/>
              <a:gdLst>
                <a:gd name="T0" fmla="*/ 53 w 149"/>
                <a:gd name="T1" fmla="*/ 0 h 72"/>
                <a:gd name="T2" fmla="*/ 0 w 149"/>
                <a:gd name="T3" fmla="*/ 12 h 72"/>
                <a:gd name="T4" fmla="*/ 8 w 149"/>
                <a:gd name="T5" fmla="*/ 19 h 72"/>
                <a:gd name="T6" fmla="*/ 34 w 149"/>
                <a:gd name="T7" fmla="*/ 46 h 72"/>
                <a:gd name="T8" fmla="*/ 94 w 149"/>
                <a:gd name="T9" fmla="*/ 33 h 72"/>
                <a:gd name="T10" fmla="*/ 53 w 149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72">
                  <a:moveTo>
                    <a:pt x="84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4" y="23"/>
                    <a:pt x="8" y="27"/>
                    <a:pt x="12" y="30"/>
                  </a:cubicBezTo>
                  <a:cubicBezTo>
                    <a:pt x="21" y="40"/>
                    <a:pt x="36" y="54"/>
                    <a:pt x="55" y="72"/>
                  </a:cubicBezTo>
                  <a:cubicBezTo>
                    <a:pt x="149" y="51"/>
                    <a:pt x="149" y="51"/>
                    <a:pt x="149" y="51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9" name="Freeform 228">
              <a:extLst>
                <a:ext uri="{FF2B5EF4-FFF2-40B4-BE49-F238E27FC236}">
                  <a16:creationId xmlns:a16="http://schemas.microsoft.com/office/drawing/2014/main" id="{E308F09C-36CD-4A3F-9C53-BFA08854D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425"/>
              <a:ext cx="189" cy="74"/>
            </a:xfrm>
            <a:custGeom>
              <a:avLst/>
              <a:gdLst>
                <a:gd name="T0" fmla="*/ 55 w 189"/>
                <a:gd name="T1" fmla="*/ 74 h 74"/>
                <a:gd name="T2" fmla="*/ 189 w 189"/>
                <a:gd name="T3" fmla="*/ 44 h 74"/>
                <a:gd name="T4" fmla="*/ 135 w 189"/>
                <a:gd name="T5" fmla="*/ 0 h 74"/>
                <a:gd name="T6" fmla="*/ 0 w 189"/>
                <a:gd name="T7" fmla="*/ 29 h 74"/>
                <a:gd name="T8" fmla="*/ 55 w 189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55" y="74"/>
                  </a:moveTo>
                  <a:lnTo>
                    <a:pt x="189" y="44"/>
                  </a:lnTo>
                  <a:lnTo>
                    <a:pt x="135" y="0"/>
                  </a:lnTo>
                  <a:lnTo>
                    <a:pt x="0" y="29"/>
                  </a:lnTo>
                  <a:lnTo>
                    <a:pt x="55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0" name="Freeform 229">
              <a:extLst>
                <a:ext uri="{FF2B5EF4-FFF2-40B4-BE49-F238E27FC236}">
                  <a16:creationId xmlns:a16="http://schemas.microsoft.com/office/drawing/2014/main" id="{1FF405F3-C4EC-45AB-A3E3-041479E77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709"/>
              <a:ext cx="189" cy="73"/>
            </a:xfrm>
            <a:custGeom>
              <a:avLst/>
              <a:gdLst>
                <a:gd name="T0" fmla="*/ 189 w 189"/>
                <a:gd name="T1" fmla="*/ 43 h 73"/>
                <a:gd name="T2" fmla="*/ 134 w 189"/>
                <a:gd name="T3" fmla="*/ 0 h 73"/>
                <a:gd name="T4" fmla="*/ 0 w 189"/>
                <a:gd name="T5" fmla="*/ 29 h 73"/>
                <a:gd name="T6" fmla="*/ 55 w 189"/>
                <a:gd name="T7" fmla="*/ 73 h 73"/>
                <a:gd name="T8" fmla="*/ 189 w 189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89" y="43"/>
                  </a:moveTo>
                  <a:lnTo>
                    <a:pt x="134" y="0"/>
                  </a:lnTo>
                  <a:lnTo>
                    <a:pt x="0" y="29"/>
                  </a:lnTo>
                  <a:lnTo>
                    <a:pt x="55" y="73"/>
                  </a:lnTo>
                  <a:lnTo>
                    <a:pt x="189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1" name="Freeform 230">
              <a:extLst>
                <a:ext uri="{FF2B5EF4-FFF2-40B4-BE49-F238E27FC236}">
                  <a16:creationId xmlns:a16="http://schemas.microsoft.com/office/drawing/2014/main" id="{331AD587-945D-4D4A-809F-133DA5A92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878"/>
              <a:ext cx="189" cy="74"/>
            </a:xfrm>
            <a:custGeom>
              <a:avLst/>
              <a:gdLst>
                <a:gd name="T0" fmla="*/ 55 w 189"/>
                <a:gd name="T1" fmla="*/ 74 h 74"/>
                <a:gd name="T2" fmla="*/ 189 w 189"/>
                <a:gd name="T3" fmla="*/ 44 h 74"/>
                <a:gd name="T4" fmla="*/ 134 w 189"/>
                <a:gd name="T5" fmla="*/ 0 h 74"/>
                <a:gd name="T6" fmla="*/ 0 w 189"/>
                <a:gd name="T7" fmla="*/ 30 h 74"/>
                <a:gd name="T8" fmla="*/ 55 w 189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55" y="74"/>
                  </a:move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2" name="Freeform 231">
              <a:extLst>
                <a:ext uri="{FF2B5EF4-FFF2-40B4-BE49-F238E27FC236}">
                  <a16:creationId xmlns:a16="http://schemas.microsoft.com/office/drawing/2014/main" id="{2C49C6E7-35B0-404B-9C21-ED169B4AE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82"/>
              <a:ext cx="190" cy="73"/>
            </a:xfrm>
            <a:custGeom>
              <a:avLst/>
              <a:gdLst>
                <a:gd name="T0" fmla="*/ 55 w 190"/>
                <a:gd name="T1" fmla="*/ 73 h 73"/>
                <a:gd name="T2" fmla="*/ 190 w 190"/>
                <a:gd name="T3" fmla="*/ 43 h 73"/>
                <a:gd name="T4" fmla="*/ 134 w 190"/>
                <a:gd name="T5" fmla="*/ 0 h 73"/>
                <a:gd name="T6" fmla="*/ 0 w 190"/>
                <a:gd name="T7" fmla="*/ 30 h 73"/>
                <a:gd name="T8" fmla="*/ 55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5" y="73"/>
                  </a:moveTo>
                  <a:lnTo>
                    <a:pt x="190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3" name="Freeform 232">
              <a:extLst>
                <a:ext uri="{FF2B5EF4-FFF2-40B4-BE49-F238E27FC236}">
                  <a16:creationId xmlns:a16="http://schemas.microsoft.com/office/drawing/2014/main" id="{7FBD9DE5-E0A9-496A-8986-B21AC1511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935"/>
              <a:ext cx="190" cy="74"/>
            </a:xfrm>
            <a:custGeom>
              <a:avLst/>
              <a:gdLst>
                <a:gd name="T0" fmla="*/ 136 w 190"/>
                <a:gd name="T1" fmla="*/ 0 h 74"/>
                <a:gd name="T2" fmla="*/ 0 w 190"/>
                <a:gd name="T3" fmla="*/ 30 h 74"/>
                <a:gd name="T4" fmla="*/ 56 w 190"/>
                <a:gd name="T5" fmla="*/ 74 h 74"/>
                <a:gd name="T6" fmla="*/ 190 w 190"/>
                <a:gd name="T7" fmla="*/ 44 h 74"/>
                <a:gd name="T8" fmla="*/ 136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6" y="0"/>
                  </a:move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4" name="Freeform 233">
              <a:extLst>
                <a:ext uri="{FF2B5EF4-FFF2-40B4-BE49-F238E27FC236}">
                  <a16:creationId xmlns:a16="http://schemas.microsoft.com/office/drawing/2014/main" id="{3D193383-C2ED-4622-BA42-7B2F34B36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765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4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4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5" name="Freeform 234">
              <a:extLst>
                <a:ext uri="{FF2B5EF4-FFF2-40B4-BE49-F238E27FC236}">
                  <a16:creationId xmlns:a16="http://schemas.microsoft.com/office/drawing/2014/main" id="{407E9774-A7D9-4345-ACBA-0FF200B33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028"/>
              <a:ext cx="190" cy="73"/>
            </a:xfrm>
            <a:custGeom>
              <a:avLst/>
              <a:gdLst>
                <a:gd name="T0" fmla="*/ 135 w 190"/>
                <a:gd name="T1" fmla="*/ 0 h 73"/>
                <a:gd name="T2" fmla="*/ 0 w 190"/>
                <a:gd name="T3" fmla="*/ 30 h 73"/>
                <a:gd name="T4" fmla="*/ 56 w 190"/>
                <a:gd name="T5" fmla="*/ 73 h 73"/>
                <a:gd name="T6" fmla="*/ 190 w 190"/>
                <a:gd name="T7" fmla="*/ 43 h 73"/>
                <a:gd name="T8" fmla="*/ 135 w 19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35" y="0"/>
                  </a:moveTo>
                  <a:lnTo>
                    <a:pt x="0" y="30"/>
                  </a:lnTo>
                  <a:lnTo>
                    <a:pt x="56" y="73"/>
                  </a:lnTo>
                  <a:lnTo>
                    <a:pt x="190" y="4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6" name="Freeform 235">
              <a:extLst>
                <a:ext uri="{FF2B5EF4-FFF2-40B4-BE49-F238E27FC236}">
                  <a16:creationId xmlns:a16="http://schemas.microsoft.com/office/drawing/2014/main" id="{A18BFC54-4176-49F9-AF0A-E8A775332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461"/>
              <a:ext cx="190" cy="74"/>
            </a:xfrm>
            <a:custGeom>
              <a:avLst/>
              <a:gdLst>
                <a:gd name="T0" fmla="*/ 56 w 190"/>
                <a:gd name="T1" fmla="*/ 74 h 74"/>
                <a:gd name="T2" fmla="*/ 190 w 190"/>
                <a:gd name="T3" fmla="*/ 44 h 74"/>
                <a:gd name="T4" fmla="*/ 135 w 190"/>
                <a:gd name="T5" fmla="*/ 0 h 74"/>
                <a:gd name="T6" fmla="*/ 0 w 190"/>
                <a:gd name="T7" fmla="*/ 30 h 74"/>
                <a:gd name="T8" fmla="*/ 56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6" y="74"/>
                  </a:move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lnTo>
                    <a:pt x="56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7" name="Freeform 236">
              <a:extLst>
                <a:ext uri="{FF2B5EF4-FFF2-40B4-BE49-F238E27FC236}">
                  <a16:creationId xmlns:a16="http://schemas.microsoft.com/office/drawing/2014/main" id="{9F240E86-E339-4ED2-B2B4-299FE39F5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084"/>
              <a:ext cx="189" cy="74"/>
            </a:xfrm>
            <a:custGeom>
              <a:avLst/>
              <a:gdLst>
                <a:gd name="T0" fmla="*/ 134 w 189"/>
                <a:gd name="T1" fmla="*/ 0 h 74"/>
                <a:gd name="T2" fmla="*/ 0 w 189"/>
                <a:gd name="T3" fmla="*/ 30 h 74"/>
                <a:gd name="T4" fmla="*/ 54 w 189"/>
                <a:gd name="T5" fmla="*/ 74 h 74"/>
                <a:gd name="T6" fmla="*/ 189 w 189"/>
                <a:gd name="T7" fmla="*/ 44 h 74"/>
                <a:gd name="T8" fmla="*/ 134 w 18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34" y="0"/>
                  </a:moveTo>
                  <a:lnTo>
                    <a:pt x="0" y="30"/>
                  </a:lnTo>
                  <a:lnTo>
                    <a:pt x="54" y="74"/>
                  </a:lnTo>
                  <a:lnTo>
                    <a:pt x="189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8" name="Freeform 237">
              <a:extLst>
                <a:ext uri="{FF2B5EF4-FFF2-40B4-BE49-F238E27FC236}">
                  <a16:creationId xmlns:a16="http://schemas.microsoft.com/office/drawing/2014/main" id="{F04C5DA1-902B-4669-8EC7-4F21D9E1B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518"/>
              <a:ext cx="189" cy="73"/>
            </a:xfrm>
            <a:custGeom>
              <a:avLst/>
              <a:gdLst>
                <a:gd name="T0" fmla="*/ 54 w 189"/>
                <a:gd name="T1" fmla="*/ 73 h 73"/>
                <a:gd name="T2" fmla="*/ 189 w 189"/>
                <a:gd name="T3" fmla="*/ 43 h 73"/>
                <a:gd name="T4" fmla="*/ 134 w 189"/>
                <a:gd name="T5" fmla="*/ 0 h 73"/>
                <a:gd name="T6" fmla="*/ 0 w 189"/>
                <a:gd name="T7" fmla="*/ 30 h 73"/>
                <a:gd name="T8" fmla="*/ 54 w 189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54" y="73"/>
                  </a:moveTo>
                  <a:lnTo>
                    <a:pt x="189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4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9" name="Freeform 238">
              <a:extLst>
                <a:ext uri="{FF2B5EF4-FFF2-40B4-BE49-F238E27FC236}">
                  <a16:creationId xmlns:a16="http://schemas.microsoft.com/office/drawing/2014/main" id="{BE58B317-92E7-42CC-892E-81DC45DA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142"/>
              <a:ext cx="189" cy="72"/>
            </a:xfrm>
            <a:custGeom>
              <a:avLst/>
              <a:gdLst>
                <a:gd name="T0" fmla="*/ 134 w 189"/>
                <a:gd name="T1" fmla="*/ 0 h 72"/>
                <a:gd name="T2" fmla="*/ 0 w 189"/>
                <a:gd name="T3" fmla="*/ 29 h 72"/>
                <a:gd name="T4" fmla="*/ 55 w 189"/>
                <a:gd name="T5" fmla="*/ 72 h 72"/>
                <a:gd name="T6" fmla="*/ 189 w 189"/>
                <a:gd name="T7" fmla="*/ 43 h 72"/>
                <a:gd name="T8" fmla="*/ 134 w 189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2">
                  <a:moveTo>
                    <a:pt x="134" y="0"/>
                  </a:moveTo>
                  <a:lnTo>
                    <a:pt x="0" y="29"/>
                  </a:lnTo>
                  <a:lnTo>
                    <a:pt x="55" y="72"/>
                  </a:lnTo>
                  <a:lnTo>
                    <a:pt x="189" y="4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0" name="Freeform 239">
              <a:extLst>
                <a:ext uri="{FF2B5EF4-FFF2-40B4-BE49-F238E27FC236}">
                  <a16:creationId xmlns:a16="http://schemas.microsoft.com/office/drawing/2014/main" id="{395831A3-0ED2-4409-8D63-0D8F14347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915"/>
              <a:ext cx="190" cy="73"/>
            </a:xfrm>
            <a:custGeom>
              <a:avLst/>
              <a:gdLst>
                <a:gd name="T0" fmla="*/ 190 w 190"/>
                <a:gd name="T1" fmla="*/ 43 h 73"/>
                <a:gd name="T2" fmla="*/ 134 w 190"/>
                <a:gd name="T3" fmla="*/ 0 h 73"/>
                <a:gd name="T4" fmla="*/ 0 w 190"/>
                <a:gd name="T5" fmla="*/ 29 h 73"/>
                <a:gd name="T6" fmla="*/ 56 w 190"/>
                <a:gd name="T7" fmla="*/ 73 h 73"/>
                <a:gd name="T8" fmla="*/ 190 w 190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90" y="43"/>
                  </a:moveTo>
                  <a:lnTo>
                    <a:pt x="134" y="0"/>
                  </a:lnTo>
                  <a:lnTo>
                    <a:pt x="0" y="29"/>
                  </a:lnTo>
                  <a:lnTo>
                    <a:pt x="56" y="73"/>
                  </a:lnTo>
                  <a:lnTo>
                    <a:pt x="190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1" name="Freeform 240">
              <a:extLst>
                <a:ext uri="{FF2B5EF4-FFF2-40B4-BE49-F238E27FC236}">
                  <a16:creationId xmlns:a16="http://schemas.microsoft.com/office/drawing/2014/main" id="{4FEDA824-11FD-4B3B-9535-0271E1E8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631"/>
              <a:ext cx="189" cy="73"/>
            </a:xfrm>
            <a:custGeom>
              <a:avLst/>
              <a:gdLst>
                <a:gd name="T0" fmla="*/ 55 w 189"/>
                <a:gd name="T1" fmla="*/ 73 h 73"/>
                <a:gd name="T2" fmla="*/ 189 w 189"/>
                <a:gd name="T3" fmla="*/ 43 h 73"/>
                <a:gd name="T4" fmla="*/ 134 w 189"/>
                <a:gd name="T5" fmla="*/ 0 h 73"/>
                <a:gd name="T6" fmla="*/ 0 w 189"/>
                <a:gd name="T7" fmla="*/ 30 h 73"/>
                <a:gd name="T8" fmla="*/ 55 w 189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55" y="73"/>
                  </a:moveTo>
                  <a:lnTo>
                    <a:pt x="189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2" name="Freeform 241">
              <a:extLst>
                <a:ext uri="{FF2B5EF4-FFF2-40B4-BE49-F238E27FC236}">
                  <a16:creationId xmlns:a16="http://schemas.microsoft.com/office/drawing/2014/main" id="{D4457521-6271-49F1-A03F-5746978F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198"/>
              <a:ext cx="142" cy="64"/>
            </a:xfrm>
            <a:custGeom>
              <a:avLst/>
              <a:gdLst>
                <a:gd name="T0" fmla="*/ 63 w 166"/>
                <a:gd name="T1" fmla="*/ 0 h 75"/>
                <a:gd name="T2" fmla="*/ 0 w 166"/>
                <a:gd name="T3" fmla="*/ 14 h 75"/>
                <a:gd name="T4" fmla="*/ 37 w 166"/>
                <a:gd name="T5" fmla="*/ 47 h 75"/>
                <a:gd name="T6" fmla="*/ 104 w 166"/>
                <a:gd name="T7" fmla="*/ 32 h 75"/>
                <a:gd name="T8" fmla="*/ 63 w 166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75">
                  <a:moveTo>
                    <a:pt x="102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18" y="38"/>
                    <a:pt x="37" y="56"/>
                    <a:pt x="58" y="75"/>
                  </a:cubicBezTo>
                  <a:cubicBezTo>
                    <a:pt x="166" y="51"/>
                    <a:pt x="166" y="51"/>
                    <a:pt x="166" y="51"/>
                  </a:cubicBezTo>
                  <a:lnTo>
                    <a:pt x="102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3" name="Freeform 242">
              <a:extLst>
                <a:ext uri="{FF2B5EF4-FFF2-40B4-BE49-F238E27FC236}">
                  <a16:creationId xmlns:a16="http://schemas.microsoft.com/office/drawing/2014/main" id="{4F8EF42B-E341-460E-9EAB-C860CB8CC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971"/>
              <a:ext cx="190" cy="74"/>
            </a:xfrm>
            <a:custGeom>
              <a:avLst/>
              <a:gdLst>
                <a:gd name="T0" fmla="*/ 135 w 190"/>
                <a:gd name="T1" fmla="*/ 0 h 74"/>
                <a:gd name="T2" fmla="*/ 0 w 190"/>
                <a:gd name="T3" fmla="*/ 30 h 74"/>
                <a:gd name="T4" fmla="*/ 56 w 190"/>
                <a:gd name="T5" fmla="*/ 74 h 74"/>
                <a:gd name="T6" fmla="*/ 190 w 190"/>
                <a:gd name="T7" fmla="*/ 44 h 74"/>
                <a:gd name="T8" fmla="*/ 135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5" y="0"/>
                  </a:move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4" name="Freeform 243">
              <a:extLst>
                <a:ext uri="{FF2B5EF4-FFF2-40B4-BE49-F238E27FC236}">
                  <a16:creationId xmlns:a16="http://schemas.microsoft.com/office/drawing/2014/main" id="{E146DCF2-0827-4728-BEA9-B66FF2FA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688"/>
              <a:ext cx="189" cy="74"/>
            </a:xfrm>
            <a:custGeom>
              <a:avLst/>
              <a:gdLst>
                <a:gd name="T0" fmla="*/ 189 w 189"/>
                <a:gd name="T1" fmla="*/ 44 h 74"/>
                <a:gd name="T2" fmla="*/ 134 w 189"/>
                <a:gd name="T3" fmla="*/ 0 h 74"/>
                <a:gd name="T4" fmla="*/ 0 w 189"/>
                <a:gd name="T5" fmla="*/ 30 h 74"/>
                <a:gd name="T6" fmla="*/ 55 w 189"/>
                <a:gd name="T7" fmla="*/ 74 h 74"/>
                <a:gd name="T8" fmla="*/ 189 w 189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89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5" name="Freeform 244">
              <a:extLst>
                <a:ext uri="{FF2B5EF4-FFF2-40B4-BE49-F238E27FC236}">
                  <a16:creationId xmlns:a16="http://schemas.microsoft.com/office/drawing/2014/main" id="{31D7A843-0EDD-4281-BCE8-6AFD9C735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857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5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6" name="Freeform 245">
              <a:extLst>
                <a:ext uri="{FF2B5EF4-FFF2-40B4-BE49-F238E27FC236}">
                  <a16:creationId xmlns:a16="http://schemas.microsoft.com/office/drawing/2014/main" id="{6ED67FEA-27A5-492E-B35C-A6A8E1B62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419"/>
              <a:ext cx="125" cy="58"/>
            </a:xfrm>
            <a:custGeom>
              <a:avLst/>
              <a:gdLst>
                <a:gd name="T0" fmla="*/ 41 w 146"/>
                <a:gd name="T1" fmla="*/ 42 h 68"/>
                <a:gd name="T2" fmla="*/ 92 w 146"/>
                <a:gd name="T3" fmla="*/ 32 h 68"/>
                <a:gd name="T4" fmla="*/ 50 w 146"/>
                <a:gd name="T5" fmla="*/ 0 h 68"/>
                <a:gd name="T6" fmla="*/ 0 w 146"/>
                <a:gd name="T7" fmla="*/ 11 h 68"/>
                <a:gd name="T8" fmla="*/ 41 w 146"/>
                <a:gd name="T9" fmla="*/ 4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68">
                  <a:moveTo>
                    <a:pt x="65" y="68"/>
                  </a:moveTo>
                  <a:cubicBezTo>
                    <a:pt x="146" y="50"/>
                    <a:pt x="146" y="50"/>
                    <a:pt x="146" y="50"/>
                  </a:cubicBezTo>
                  <a:cubicBezTo>
                    <a:pt x="124" y="33"/>
                    <a:pt x="102" y="17"/>
                    <a:pt x="80" y="0"/>
                  </a:cubicBezTo>
                  <a:cubicBezTo>
                    <a:pt x="0" y="17"/>
                    <a:pt x="0" y="17"/>
                    <a:pt x="0" y="17"/>
                  </a:cubicBezTo>
                  <a:lnTo>
                    <a:pt x="65" y="68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7" name="Freeform 246">
              <a:extLst>
                <a:ext uri="{FF2B5EF4-FFF2-40B4-BE49-F238E27FC236}">
                  <a16:creationId xmlns:a16="http://schemas.microsoft.com/office/drawing/2014/main" id="{30C988B1-89CE-480F-A4CE-D544B7C18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44"/>
              <a:ext cx="189" cy="74"/>
            </a:xfrm>
            <a:custGeom>
              <a:avLst/>
              <a:gdLst>
                <a:gd name="T0" fmla="*/ 189 w 189"/>
                <a:gd name="T1" fmla="*/ 44 h 74"/>
                <a:gd name="T2" fmla="*/ 134 w 189"/>
                <a:gd name="T3" fmla="*/ 0 h 74"/>
                <a:gd name="T4" fmla="*/ 0 w 189"/>
                <a:gd name="T5" fmla="*/ 30 h 74"/>
                <a:gd name="T6" fmla="*/ 55 w 189"/>
                <a:gd name="T7" fmla="*/ 74 h 74"/>
                <a:gd name="T8" fmla="*/ 189 w 189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89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8" name="Freeform 247">
              <a:extLst>
                <a:ext uri="{FF2B5EF4-FFF2-40B4-BE49-F238E27FC236}">
                  <a16:creationId xmlns:a16="http://schemas.microsoft.com/office/drawing/2014/main" id="{92F5ADE6-63F9-42E4-8664-B85C68570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801"/>
              <a:ext cx="190" cy="74"/>
            </a:xfrm>
            <a:custGeom>
              <a:avLst/>
              <a:gdLst>
                <a:gd name="T0" fmla="*/ 190 w 190"/>
                <a:gd name="T1" fmla="*/ 44 h 74"/>
                <a:gd name="T2" fmla="*/ 134 w 190"/>
                <a:gd name="T3" fmla="*/ 0 h 74"/>
                <a:gd name="T4" fmla="*/ 0 w 190"/>
                <a:gd name="T5" fmla="*/ 30 h 74"/>
                <a:gd name="T6" fmla="*/ 55 w 190"/>
                <a:gd name="T7" fmla="*/ 74 h 74"/>
                <a:gd name="T8" fmla="*/ 190 w 190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90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9" name="Freeform 248">
              <a:extLst>
                <a:ext uri="{FF2B5EF4-FFF2-40B4-BE49-F238E27FC236}">
                  <a16:creationId xmlns:a16="http://schemas.microsoft.com/office/drawing/2014/main" id="{F0EB8888-0C1A-4735-996F-548C98FD0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574"/>
              <a:ext cx="189" cy="74"/>
            </a:xfrm>
            <a:custGeom>
              <a:avLst/>
              <a:gdLst>
                <a:gd name="T0" fmla="*/ 55 w 189"/>
                <a:gd name="T1" fmla="*/ 74 h 74"/>
                <a:gd name="T2" fmla="*/ 189 w 189"/>
                <a:gd name="T3" fmla="*/ 44 h 74"/>
                <a:gd name="T4" fmla="*/ 134 w 189"/>
                <a:gd name="T5" fmla="*/ 0 h 74"/>
                <a:gd name="T6" fmla="*/ 0 w 189"/>
                <a:gd name="T7" fmla="*/ 30 h 74"/>
                <a:gd name="T8" fmla="*/ 55 w 189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55" y="74"/>
                  </a:move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0" name="Freeform 249">
              <a:extLst>
                <a:ext uri="{FF2B5EF4-FFF2-40B4-BE49-F238E27FC236}">
                  <a16:creationId xmlns:a16="http://schemas.microsoft.com/office/drawing/2014/main" id="{5105F950-728B-4A82-94B7-294E76156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667"/>
              <a:ext cx="190" cy="74"/>
            </a:xfrm>
            <a:custGeom>
              <a:avLst/>
              <a:gdLst>
                <a:gd name="T0" fmla="*/ 56 w 190"/>
                <a:gd name="T1" fmla="*/ 74 h 74"/>
                <a:gd name="T2" fmla="*/ 190 w 190"/>
                <a:gd name="T3" fmla="*/ 44 h 74"/>
                <a:gd name="T4" fmla="*/ 134 w 190"/>
                <a:gd name="T5" fmla="*/ 0 h 74"/>
                <a:gd name="T6" fmla="*/ 0 w 190"/>
                <a:gd name="T7" fmla="*/ 30 h 74"/>
                <a:gd name="T8" fmla="*/ 56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6" y="74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1" name="Freeform 250">
              <a:extLst>
                <a:ext uri="{FF2B5EF4-FFF2-40B4-BE49-F238E27FC236}">
                  <a16:creationId xmlns:a16="http://schemas.microsoft.com/office/drawing/2014/main" id="{FFEAB297-C332-4CDE-841F-698AFD0A4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178"/>
              <a:ext cx="190" cy="73"/>
            </a:xfrm>
            <a:custGeom>
              <a:avLst/>
              <a:gdLst>
                <a:gd name="T0" fmla="*/ 134 w 190"/>
                <a:gd name="T1" fmla="*/ 0 h 73"/>
                <a:gd name="T2" fmla="*/ 0 w 190"/>
                <a:gd name="T3" fmla="*/ 30 h 73"/>
                <a:gd name="T4" fmla="*/ 55 w 190"/>
                <a:gd name="T5" fmla="*/ 73 h 73"/>
                <a:gd name="T6" fmla="*/ 190 w 190"/>
                <a:gd name="T7" fmla="*/ 43 h 73"/>
                <a:gd name="T8" fmla="*/ 134 w 19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34" y="0"/>
                  </a:moveTo>
                  <a:lnTo>
                    <a:pt x="0" y="30"/>
                  </a:lnTo>
                  <a:lnTo>
                    <a:pt x="55" y="73"/>
                  </a:lnTo>
                  <a:lnTo>
                    <a:pt x="190" y="4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2" name="Freeform 251">
              <a:extLst>
                <a:ext uri="{FF2B5EF4-FFF2-40B4-BE49-F238E27FC236}">
                  <a16:creationId xmlns:a16="http://schemas.microsoft.com/office/drawing/2014/main" id="{F5AF5B6E-B002-4F02-8CB4-340EA5BCC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24"/>
              <a:ext cx="190" cy="74"/>
            </a:xfrm>
            <a:custGeom>
              <a:avLst/>
              <a:gdLst>
                <a:gd name="T0" fmla="*/ 56 w 190"/>
                <a:gd name="T1" fmla="*/ 74 h 74"/>
                <a:gd name="T2" fmla="*/ 190 w 190"/>
                <a:gd name="T3" fmla="*/ 44 h 74"/>
                <a:gd name="T4" fmla="*/ 134 w 190"/>
                <a:gd name="T5" fmla="*/ 0 h 74"/>
                <a:gd name="T6" fmla="*/ 0 w 190"/>
                <a:gd name="T7" fmla="*/ 30 h 74"/>
                <a:gd name="T8" fmla="*/ 56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6" y="74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6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3" name="Freeform 252">
              <a:extLst>
                <a:ext uri="{FF2B5EF4-FFF2-40B4-BE49-F238E27FC236}">
                  <a16:creationId xmlns:a16="http://schemas.microsoft.com/office/drawing/2014/main" id="{7304CAD8-D7FA-4141-86B5-D761C3A35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291"/>
              <a:ext cx="153" cy="66"/>
            </a:xfrm>
            <a:custGeom>
              <a:avLst/>
              <a:gdLst>
                <a:gd name="T0" fmla="*/ 71 w 179"/>
                <a:gd name="T1" fmla="*/ 0 h 78"/>
                <a:gd name="T2" fmla="*/ 0 w 179"/>
                <a:gd name="T3" fmla="*/ 15 h 78"/>
                <a:gd name="T4" fmla="*/ 38 w 179"/>
                <a:gd name="T5" fmla="*/ 47 h 78"/>
                <a:gd name="T6" fmla="*/ 112 w 179"/>
                <a:gd name="T7" fmla="*/ 30 h 78"/>
                <a:gd name="T8" fmla="*/ 71 w 179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78">
                  <a:moveTo>
                    <a:pt x="114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9" y="42"/>
                    <a:pt x="39" y="60"/>
                    <a:pt x="60" y="78"/>
                  </a:cubicBezTo>
                  <a:cubicBezTo>
                    <a:pt x="179" y="51"/>
                    <a:pt x="179" y="51"/>
                    <a:pt x="179" y="5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4" name="Freeform 253">
              <a:extLst>
                <a:ext uri="{FF2B5EF4-FFF2-40B4-BE49-F238E27FC236}">
                  <a16:creationId xmlns:a16="http://schemas.microsoft.com/office/drawing/2014/main" id="{BFAA44BB-A356-43BB-BFA7-37FD1C4C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120"/>
              <a:ext cx="189" cy="74"/>
            </a:xfrm>
            <a:custGeom>
              <a:avLst/>
              <a:gdLst>
                <a:gd name="T0" fmla="*/ 134 w 189"/>
                <a:gd name="T1" fmla="*/ 0 h 74"/>
                <a:gd name="T2" fmla="*/ 0 w 189"/>
                <a:gd name="T3" fmla="*/ 30 h 74"/>
                <a:gd name="T4" fmla="*/ 55 w 189"/>
                <a:gd name="T5" fmla="*/ 74 h 74"/>
                <a:gd name="T6" fmla="*/ 189 w 189"/>
                <a:gd name="T7" fmla="*/ 44 h 74"/>
                <a:gd name="T8" fmla="*/ 134 w 18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34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5" name="Freeform 254">
              <a:extLst>
                <a:ext uri="{FF2B5EF4-FFF2-40B4-BE49-F238E27FC236}">
                  <a16:creationId xmlns:a16="http://schemas.microsoft.com/office/drawing/2014/main" id="{58B1FF88-882B-4552-BDA6-D3976AEE3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951"/>
              <a:ext cx="189" cy="73"/>
            </a:xfrm>
            <a:custGeom>
              <a:avLst/>
              <a:gdLst>
                <a:gd name="T0" fmla="*/ 189 w 189"/>
                <a:gd name="T1" fmla="*/ 43 h 73"/>
                <a:gd name="T2" fmla="*/ 134 w 189"/>
                <a:gd name="T3" fmla="*/ 0 h 73"/>
                <a:gd name="T4" fmla="*/ 0 w 189"/>
                <a:gd name="T5" fmla="*/ 30 h 73"/>
                <a:gd name="T6" fmla="*/ 55 w 189"/>
                <a:gd name="T7" fmla="*/ 73 h 73"/>
                <a:gd name="T8" fmla="*/ 189 w 189"/>
                <a:gd name="T9" fmla="*/ 4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89" y="43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lnTo>
                    <a:pt x="189" y="4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6" name="Freeform 255">
              <a:extLst>
                <a:ext uri="{FF2B5EF4-FFF2-40B4-BE49-F238E27FC236}">
                  <a16:creationId xmlns:a16="http://schemas.microsoft.com/office/drawing/2014/main" id="{585DCF7E-84B9-4369-AAB9-E3AC4DBE6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94"/>
              <a:ext cx="189" cy="73"/>
            </a:xfrm>
            <a:custGeom>
              <a:avLst/>
              <a:gdLst>
                <a:gd name="T0" fmla="*/ 189 w 189"/>
                <a:gd name="T1" fmla="*/ 44 h 73"/>
                <a:gd name="T2" fmla="*/ 134 w 189"/>
                <a:gd name="T3" fmla="*/ 0 h 73"/>
                <a:gd name="T4" fmla="*/ 0 w 189"/>
                <a:gd name="T5" fmla="*/ 29 h 73"/>
                <a:gd name="T6" fmla="*/ 54 w 189"/>
                <a:gd name="T7" fmla="*/ 73 h 73"/>
                <a:gd name="T8" fmla="*/ 189 w 189"/>
                <a:gd name="T9" fmla="*/ 4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89" y="44"/>
                  </a:moveTo>
                  <a:lnTo>
                    <a:pt x="134" y="0"/>
                  </a:lnTo>
                  <a:lnTo>
                    <a:pt x="0" y="29"/>
                  </a:lnTo>
                  <a:lnTo>
                    <a:pt x="54" y="73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7" name="Freeform 256">
              <a:extLst>
                <a:ext uri="{FF2B5EF4-FFF2-40B4-BE49-F238E27FC236}">
                  <a16:creationId xmlns:a16="http://schemas.microsoft.com/office/drawing/2014/main" id="{2C3FB7E2-57A0-4A26-B56B-49BF06DE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064"/>
              <a:ext cx="190" cy="73"/>
            </a:xfrm>
            <a:custGeom>
              <a:avLst/>
              <a:gdLst>
                <a:gd name="T0" fmla="*/ 135 w 190"/>
                <a:gd name="T1" fmla="*/ 0 h 73"/>
                <a:gd name="T2" fmla="*/ 0 w 190"/>
                <a:gd name="T3" fmla="*/ 30 h 73"/>
                <a:gd name="T4" fmla="*/ 56 w 190"/>
                <a:gd name="T5" fmla="*/ 73 h 73"/>
                <a:gd name="T6" fmla="*/ 190 w 190"/>
                <a:gd name="T7" fmla="*/ 43 h 73"/>
                <a:gd name="T8" fmla="*/ 135 w 19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35" y="0"/>
                  </a:moveTo>
                  <a:lnTo>
                    <a:pt x="0" y="30"/>
                  </a:lnTo>
                  <a:lnTo>
                    <a:pt x="56" y="73"/>
                  </a:lnTo>
                  <a:lnTo>
                    <a:pt x="190" y="4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8" name="Freeform 257">
              <a:extLst>
                <a:ext uri="{FF2B5EF4-FFF2-40B4-BE49-F238E27FC236}">
                  <a16:creationId xmlns:a16="http://schemas.microsoft.com/office/drawing/2014/main" id="{C294268B-88CC-466F-9280-EB839C6E4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511"/>
              <a:ext cx="128" cy="60"/>
            </a:xfrm>
            <a:custGeom>
              <a:avLst/>
              <a:gdLst>
                <a:gd name="T0" fmla="*/ 41 w 149"/>
                <a:gd name="T1" fmla="*/ 44 h 70"/>
                <a:gd name="T2" fmla="*/ 94 w 149"/>
                <a:gd name="T3" fmla="*/ 33 h 70"/>
                <a:gd name="T4" fmla="*/ 52 w 149"/>
                <a:gd name="T5" fmla="*/ 0 h 70"/>
                <a:gd name="T6" fmla="*/ 0 w 149"/>
                <a:gd name="T7" fmla="*/ 12 h 70"/>
                <a:gd name="T8" fmla="*/ 41 w 149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70">
                  <a:moveTo>
                    <a:pt x="65" y="70"/>
                  </a:moveTo>
                  <a:cubicBezTo>
                    <a:pt x="149" y="51"/>
                    <a:pt x="149" y="51"/>
                    <a:pt x="149" y="51"/>
                  </a:cubicBezTo>
                  <a:cubicBezTo>
                    <a:pt x="127" y="34"/>
                    <a:pt x="105" y="17"/>
                    <a:pt x="83" y="0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65" y="7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9" name="Freeform 258">
              <a:extLst>
                <a:ext uri="{FF2B5EF4-FFF2-40B4-BE49-F238E27FC236}">
                  <a16:creationId xmlns:a16="http://schemas.microsoft.com/office/drawing/2014/main" id="{761A6B36-64E4-4EE2-8860-B4233AE74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07"/>
              <a:ext cx="190" cy="74"/>
            </a:xfrm>
            <a:custGeom>
              <a:avLst/>
              <a:gdLst>
                <a:gd name="T0" fmla="*/ 135 w 190"/>
                <a:gd name="T1" fmla="*/ 0 h 74"/>
                <a:gd name="T2" fmla="*/ 0 w 190"/>
                <a:gd name="T3" fmla="*/ 30 h 74"/>
                <a:gd name="T4" fmla="*/ 56 w 190"/>
                <a:gd name="T5" fmla="*/ 74 h 74"/>
                <a:gd name="T6" fmla="*/ 190 w 190"/>
                <a:gd name="T7" fmla="*/ 44 h 74"/>
                <a:gd name="T8" fmla="*/ 135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5" y="0"/>
                  </a:move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0" name="Freeform 259">
              <a:extLst>
                <a:ext uri="{FF2B5EF4-FFF2-40B4-BE49-F238E27FC236}">
                  <a16:creationId xmlns:a16="http://schemas.microsoft.com/office/drawing/2014/main" id="{78EDAE8B-64EB-43B2-8DB6-9800C2621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780"/>
              <a:ext cx="190" cy="74"/>
            </a:xfrm>
            <a:custGeom>
              <a:avLst/>
              <a:gdLst>
                <a:gd name="T0" fmla="*/ 56 w 190"/>
                <a:gd name="T1" fmla="*/ 74 h 74"/>
                <a:gd name="T2" fmla="*/ 190 w 190"/>
                <a:gd name="T3" fmla="*/ 44 h 74"/>
                <a:gd name="T4" fmla="*/ 135 w 190"/>
                <a:gd name="T5" fmla="*/ 0 h 74"/>
                <a:gd name="T6" fmla="*/ 0 w 190"/>
                <a:gd name="T7" fmla="*/ 30 h 74"/>
                <a:gd name="T8" fmla="*/ 56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6" y="74"/>
                  </a:move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lnTo>
                    <a:pt x="56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1" name="Freeform 260">
              <a:extLst>
                <a:ext uri="{FF2B5EF4-FFF2-40B4-BE49-F238E27FC236}">
                  <a16:creationId xmlns:a16="http://schemas.microsoft.com/office/drawing/2014/main" id="{D0407B67-09E3-48DE-8DE2-DBD9454B4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610"/>
              <a:ext cx="190" cy="74"/>
            </a:xfrm>
            <a:custGeom>
              <a:avLst/>
              <a:gdLst>
                <a:gd name="T0" fmla="*/ 55 w 190"/>
                <a:gd name="T1" fmla="*/ 74 h 74"/>
                <a:gd name="T2" fmla="*/ 190 w 190"/>
                <a:gd name="T3" fmla="*/ 44 h 74"/>
                <a:gd name="T4" fmla="*/ 134 w 190"/>
                <a:gd name="T5" fmla="*/ 0 h 74"/>
                <a:gd name="T6" fmla="*/ 0 w 190"/>
                <a:gd name="T7" fmla="*/ 30 h 74"/>
                <a:gd name="T8" fmla="*/ 55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5" y="74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2" name="Freeform 261">
              <a:extLst>
                <a:ext uri="{FF2B5EF4-FFF2-40B4-BE49-F238E27FC236}">
                  <a16:creationId xmlns:a16="http://schemas.microsoft.com/office/drawing/2014/main" id="{47E59D7F-4F74-415A-AA63-2D8A3B51A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234"/>
              <a:ext cx="190" cy="74"/>
            </a:xfrm>
            <a:custGeom>
              <a:avLst/>
              <a:gdLst>
                <a:gd name="T0" fmla="*/ 134 w 190"/>
                <a:gd name="T1" fmla="*/ 0 h 74"/>
                <a:gd name="T2" fmla="*/ 0 w 190"/>
                <a:gd name="T3" fmla="*/ 30 h 74"/>
                <a:gd name="T4" fmla="*/ 56 w 190"/>
                <a:gd name="T5" fmla="*/ 74 h 74"/>
                <a:gd name="T6" fmla="*/ 190 w 190"/>
                <a:gd name="T7" fmla="*/ 44 h 74"/>
                <a:gd name="T8" fmla="*/ 134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4" y="0"/>
                  </a:move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3" name="Freeform 262">
              <a:extLst>
                <a:ext uri="{FF2B5EF4-FFF2-40B4-BE49-F238E27FC236}">
                  <a16:creationId xmlns:a16="http://schemas.microsoft.com/office/drawing/2014/main" id="{975B1E01-5E43-4C61-94B7-0F2940C11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554"/>
              <a:ext cx="189" cy="73"/>
            </a:xfrm>
            <a:custGeom>
              <a:avLst/>
              <a:gdLst>
                <a:gd name="T0" fmla="*/ 55 w 189"/>
                <a:gd name="T1" fmla="*/ 73 h 73"/>
                <a:gd name="T2" fmla="*/ 189 w 189"/>
                <a:gd name="T3" fmla="*/ 43 h 73"/>
                <a:gd name="T4" fmla="*/ 134 w 189"/>
                <a:gd name="T5" fmla="*/ 0 h 73"/>
                <a:gd name="T6" fmla="*/ 0 w 189"/>
                <a:gd name="T7" fmla="*/ 30 h 73"/>
                <a:gd name="T8" fmla="*/ 55 w 189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55" y="73"/>
                  </a:moveTo>
                  <a:lnTo>
                    <a:pt x="189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4" name="Freeform 263">
              <a:extLst>
                <a:ext uri="{FF2B5EF4-FFF2-40B4-BE49-F238E27FC236}">
                  <a16:creationId xmlns:a16="http://schemas.microsoft.com/office/drawing/2014/main" id="{92690C84-3ADF-40A4-B284-C28986E6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837"/>
              <a:ext cx="189" cy="74"/>
            </a:xfrm>
            <a:custGeom>
              <a:avLst/>
              <a:gdLst>
                <a:gd name="T0" fmla="*/ 189 w 189"/>
                <a:gd name="T1" fmla="*/ 44 h 74"/>
                <a:gd name="T2" fmla="*/ 134 w 189"/>
                <a:gd name="T3" fmla="*/ 0 h 74"/>
                <a:gd name="T4" fmla="*/ 0 w 189"/>
                <a:gd name="T5" fmla="*/ 30 h 74"/>
                <a:gd name="T6" fmla="*/ 54 w 189"/>
                <a:gd name="T7" fmla="*/ 74 h 74"/>
                <a:gd name="T8" fmla="*/ 189 w 189"/>
                <a:gd name="T9" fmla="*/ 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89" y="44"/>
                  </a:moveTo>
                  <a:lnTo>
                    <a:pt x="134" y="0"/>
                  </a:lnTo>
                  <a:lnTo>
                    <a:pt x="0" y="30"/>
                  </a:lnTo>
                  <a:lnTo>
                    <a:pt x="54" y="74"/>
                  </a:lnTo>
                  <a:lnTo>
                    <a:pt x="189" y="4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5" name="Freeform 264">
              <a:extLst>
                <a:ext uri="{FF2B5EF4-FFF2-40B4-BE49-F238E27FC236}">
                  <a16:creationId xmlns:a16="http://schemas.microsoft.com/office/drawing/2014/main" id="{60585D48-A797-404E-BA02-7D7A41FD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214"/>
              <a:ext cx="189" cy="73"/>
            </a:xfrm>
            <a:custGeom>
              <a:avLst/>
              <a:gdLst>
                <a:gd name="T0" fmla="*/ 134 w 189"/>
                <a:gd name="T1" fmla="*/ 0 h 73"/>
                <a:gd name="T2" fmla="*/ 0 w 189"/>
                <a:gd name="T3" fmla="*/ 30 h 73"/>
                <a:gd name="T4" fmla="*/ 54 w 189"/>
                <a:gd name="T5" fmla="*/ 73 h 73"/>
                <a:gd name="T6" fmla="*/ 189 w 189"/>
                <a:gd name="T7" fmla="*/ 43 h 73"/>
                <a:gd name="T8" fmla="*/ 134 w 189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34" y="0"/>
                  </a:moveTo>
                  <a:lnTo>
                    <a:pt x="0" y="30"/>
                  </a:lnTo>
                  <a:lnTo>
                    <a:pt x="54" y="73"/>
                  </a:lnTo>
                  <a:lnTo>
                    <a:pt x="189" y="4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6" name="Freeform 265">
              <a:extLst>
                <a:ext uri="{FF2B5EF4-FFF2-40B4-BE49-F238E27FC236}">
                  <a16:creationId xmlns:a16="http://schemas.microsoft.com/office/drawing/2014/main" id="{BA01B429-1BA2-4B91-BA33-08442610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603"/>
              <a:ext cx="131" cy="60"/>
            </a:xfrm>
            <a:custGeom>
              <a:avLst/>
              <a:gdLst>
                <a:gd name="T0" fmla="*/ 40 w 153"/>
                <a:gd name="T1" fmla="*/ 44 h 70"/>
                <a:gd name="T2" fmla="*/ 96 w 153"/>
                <a:gd name="T3" fmla="*/ 33 h 70"/>
                <a:gd name="T4" fmla="*/ 54 w 153"/>
                <a:gd name="T5" fmla="*/ 0 h 70"/>
                <a:gd name="T6" fmla="*/ 0 w 153"/>
                <a:gd name="T7" fmla="*/ 12 h 70"/>
                <a:gd name="T8" fmla="*/ 40 w 153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70">
                  <a:moveTo>
                    <a:pt x="64" y="70"/>
                  </a:moveTo>
                  <a:cubicBezTo>
                    <a:pt x="153" y="51"/>
                    <a:pt x="153" y="51"/>
                    <a:pt x="153" y="51"/>
                  </a:cubicBezTo>
                  <a:cubicBezTo>
                    <a:pt x="131" y="34"/>
                    <a:pt x="108" y="17"/>
                    <a:pt x="86" y="0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64" y="7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7" name="Freeform 266">
              <a:extLst>
                <a:ext uri="{FF2B5EF4-FFF2-40B4-BE49-F238E27FC236}">
                  <a16:creationId xmlns:a16="http://schemas.microsoft.com/office/drawing/2014/main" id="{614A4872-2E0A-4A8F-A1E5-F0DC635E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043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8" name="Freeform 267">
              <a:extLst>
                <a:ext uri="{FF2B5EF4-FFF2-40B4-BE49-F238E27FC236}">
                  <a16:creationId xmlns:a16="http://schemas.microsoft.com/office/drawing/2014/main" id="{BFD87E54-63AB-4AB0-9F8B-3A025D72D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327"/>
              <a:ext cx="190" cy="73"/>
            </a:xfrm>
            <a:custGeom>
              <a:avLst/>
              <a:gdLst>
                <a:gd name="T0" fmla="*/ 134 w 190"/>
                <a:gd name="T1" fmla="*/ 0 h 73"/>
                <a:gd name="T2" fmla="*/ 0 w 190"/>
                <a:gd name="T3" fmla="*/ 30 h 73"/>
                <a:gd name="T4" fmla="*/ 56 w 190"/>
                <a:gd name="T5" fmla="*/ 73 h 73"/>
                <a:gd name="T6" fmla="*/ 190 w 190"/>
                <a:gd name="T7" fmla="*/ 43 h 73"/>
                <a:gd name="T8" fmla="*/ 134 w 19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34" y="0"/>
                  </a:moveTo>
                  <a:lnTo>
                    <a:pt x="0" y="30"/>
                  </a:lnTo>
                  <a:lnTo>
                    <a:pt x="56" y="73"/>
                  </a:lnTo>
                  <a:lnTo>
                    <a:pt x="190" y="4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9" name="Freeform 268">
              <a:extLst>
                <a:ext uri="{FF2B5EF4-FFF2-40B4-BE49-F238E27FC236}">
                  <a16:creationId xmlns:a16="http://schemas.microsoft.com/office/drawing/2014/main" id="{18D50A9C-574B-4678-BF6B-7BBEE1790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384"/>
              <a:ext cx="161" cy="68"/>
            </a:xfrm>
            <a:custGeom>
              <a:avLst/>
              <a:gdLst>
                <a:gd name="T0" fmla="*/ 77 w 189"/>
                <a:gd name="T1" fmla="*/ 0 h 79"/>
                <a:gd name="T2" fmla="*/ 0 w 189"/>
                <a:gd name="T3" fmla="*/ 17 h 79"/>
                <a:gd name="T4" fmla="*/ 37 w 189"/>
                <a:gd name="T5" fmla="*/ 51 h 79"/>
                <a:gd name="T6" fmla="*/ 117 w 189"/>
                <a:gd name="T7" fmla="*/ 33 h 79"/>
                <a:gd name="T8" fmla="*/ 77 w 189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9">
                  <a:moveTo>
                    <a:pt x="124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0" y="44"/>
                    <a:pt x="40" y="61"/>
                    <a:pt x="61" y="79"/>
                  </a:cubicBezTo>
                  <a:cubicBezTo>
                    <a:pt x="189" y="51"/>
                    <a:pt x="189" y="51"/>
                    <a:pt x="189" y="51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0" name="Freeform 269">
              <a:extLst>
                <a:ext uri="{FF2B5EF4-FFF2-40B4-BE49-F238E27FC236}">
                  <a16:creationId xmlns:a16="http://schemas.microsoft.com/office/drawing/2014/main" id="{8C946BFE-9CF6-4747-8ACA-4C18FC8F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873"/>
              <a:ext cx="190" cy="74"/>
            </a:xfrm>
            <a:custGeom>
              <a:avLst/>
              <a:gdLst>
                <a:gd name="T0" fmla="*/ 56 w 190"/>
                <a:gd name="T1" fmla="*/ 74 h 74"/>
                <a:gd name="T2" fmla="*/ 190 w 190"/>
                <a:gd name="T3" fmla="*/ 44 h 74"/>
                <a:gd name="T4" fmla="*/ 135 w 190"/>
                <a:gd name="T5" fmla="*/ 0 h 74"/>
                <a:gd name="T6" fmla="*/ 0 w 190"/>
                <a:gd name="T7" fmla="*/ 30 h 74"/>
                <a:gd name="T8" fmla="*/ 56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6" y="74"/>
                  </a:move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lnTo>
                    <a:pt x="56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1" name="Freeform 270">
              <a:extLst>
                <a:ext uri="{FF2B5EF4-FFF2-40B4-BE49-F238E27FC236}">
                  <a16:creationId xmlns:a16="http://schemas.microsoft.com/office/drawing/2014/main" id="{235270F4-E9CA-4AE0-AC90-333BA9982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987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5 w 190"/>
                <a:gd name="T3" fmla="*/ 73 h 73"/>
                <a:gd name="T4" fmla="*/ 190 w 190"/>
                <a:gd name="T5" fmla="*/ 43 h 73"/>
                <a:gd name="T6" fmla="*/ 134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5" y="73"/>
                  </a:lnTo>
                  <a:lnTo>
                    <a:pt x="190" y="43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2" name="Freeform 271">
              <a:extLst>
                <a:ext uri="{FF2B5EF4-FFF2-40B4-BE49-F238E27FC236}">
                  <a16:creationId xmlns:a16="http://schemas.microsoft.com/office/drawing/2014/main" id="{179448B5-A4FC-4222-848E-9084AA34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157"/>
              <a:ext cx="189" cy="74"/>
            </a:xfrm>
            <a:custGeom>
              <a:avLst/>
              <a:gdLst>
                <a:gd name="T0" fmla="*/ 135 w 189"/>
                <a:gd name="T1" fmla="*/ 0 h 74"/>
                <a:gd name="T2" fmla="*/ 0 w 189"/>
                <a:gd name="T3" fmla="*/ 30 h 74"/>
                <a:gd name="T4" fmla="*/ 55 w 189"/>
                <a:gd name="T5" fmla="*/ 74 h 74"/>
                <a:gd name="T6" fmla="*/ 189 w 189"/>
                <a:gd name="T7" fmla="*/ 44 h 74"/>
                <a:gd name="T8" fmla="*/ 135 w 18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35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3" name="Freeform 272">
              <a:extLst>
                <a:ext uri="{FF2B5EF4-FFF2-40B4-BE49-F238E27FC236}">
                  <a16:creationId xmlns:a16="http://schemas.microsoft.com/office/drawing/2014/main" id="{610C4BC8-1326-4863-BBEB-7705E2D6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30"/>
              <a:ext cx="189" cy="74"/>
            </a:xfrm>
            <a:custGeom>
              <a:avLst/>
              <a:gdLst>
                <a:gd name="T0" fmla="*/ 0 w 189"/>
                <a:gd name="T1" fmla="*/ 30 h 74"/>
                <a:gd name="T2" fmla="*/ 55 w 189"/>
                <a:gd name="T3" fmla="*/ 74 h 74"/>
                <a:gd name="T4" fmla="*/ 189 w 189"/>
                <a:gd name="T5" fmla="*/ 44 h 74"/>
                <a:gd name="T6" fmla="*/ 134 w 189"/>
                <a:gd name="T7" fmla="*/ 0 h 74"/>
                <a:gd name="T8" fmla="*/ 0 w 189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0" y="30"/>
                  </a:moveTo>
                  <a:lnTo>
                    <a:pt x="55" y="74"/>
                  </a:ln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4" name="Freeform 273">
              <a:extLst>
                <a:ext uri="{FF2B5EF4-FFF2-40B4-BE49-F238E27FC236}">
                  <a16:creationId xmlns:a16="http://schemas.microsoft.com/office/drawing/2014/main" id="{F272C7A5-19AA-4DC3-A3C8-D6C94041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760"/>
              <a:ext cx="190" cy="74"/>
            </a:xfrm>
            <a:custGeom>
              <a:avLst/>
              <a:gdLst>
                <a:gd name="T0" fmla="*/ 56 w 190"/>
                <a:gd name="T1" fmla="*/ 74 h 74"/>
                <a:gd name="T2" fmla="*/ 190 w 190"/>
                <a:gd name="T3" fmla="*/ 44 h 74"/>
                <a:gd name="T4" fmla="*/ 135 w 190"/>
                <a:gd name="T5" fmla="*/ 0 h 74"/>
                <a:gd name="T6" fmla="*/ 0 w 190"/>
                <a:gd name="T7" fmla="*/ 30 h 74"/>
                <a:gd name="T8" fmla="*/ 56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6" y="74"/>
                  </a:move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lnTo>
                    <a:pt x="56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5" name="Freeform 274">
              <a:extLst>
                <a:ext uri="{FF2B5EF4-FFF2-40B4-BE49-F238E27FC236}">
                  <a16:creationId xmlns:a16="http://schemas.microsoft.com/office/drawing/2014/main" id="{05CED5B3-86AA-45CF-B2F8-AC0CE750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270"/>
              <a:ext cx="190" cy="74"/>
            </a:xfrm>
            <a:custGeom>
              <a:avLst/>
              <a:gdLst>
                <a:gd name="T0" fmla="*/ 135 w 190"/>
                <a:gd name="T1" fmla="*/ 0 h 74"/>
                <a:gd name="T2" fmla="*/ 0 w 190"/>
                <a:gd name="T3" fmla="*/ 30 h 74"/>
                <a:gd name="T4" fmla="*/ 56 w 190"/>
                <a:gd name="T5" fmla="*/ 74 h 74"/>
                <a:gd name="T6" fmla="*/ 190 w 190"/>
                <a:gd name="T7" fmla="*/ 44 h 74"/>
                <a:gd name="T8" fmla="*/ 135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5" y="0"/>
                  </a:move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6" name="Freeform 275">
              <a:extLst>
                <a:ext uri="{FF2B5EF4-FFF2-40B4-BE49-F238E27FC236}">
                  <a16:creationId xmlns:a16="http://schemas.microsoft.com/office/drawing/2014/main" id="{173E0787-C7B8-49EE-AC7B-F0DAA8BB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100"/>
              <a:ext cx="190" cy="73"/>
            </a:xfrm>
            <a:custGeom>
              <a:avLst/>
              <a:gdLst>
                <a:gd name="T0" fmla="*/ 134 w 190"/>
                <a:gd name="T1" fmla="*/ 0 h 73"/>
                <a:gd name="T2" fmla="*/ 0 w 190"/>
                <a:gd name="T3" fmla="*/ 30 h 73"/>
                <a:gd name="T4" fmla="*/ 55 w 190"/>
                <a:gd name="T5" fmla="*/ 73 h 73"/>
                <a:gd name="T6" fmla="*/ 190 w 190"/>
                <a:gd name="T7" fmla="*/ 43 h 73"/>
                <a:gd name="T8" fmla="*/ 134 w 19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34" y="0"/>
                  </a:moveTo>
                  <a:lnTo>
                    <a:pt x="0" y="30"/>
                  </a:lnTo>
                  <a:lnTo>
                    <a:pt x="55" y="73"/>
                  </a:lnTo>
                  <a:lnTo>
                    <a:pt x="190" y="4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7" name="Freeform 276">
              <a:extLst>
                <a:ext uri="{FF2B5EF4-FFF2-40B4-BE49-F238E27FC236}">
                  <a16:creationId xmlns:a16="http://schemas.microsoft.com/office/drawing/2014/main" id="{790700DF-9371-4319-AA38-3C3410B8B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647"/>
              <a:ext cx="189" cy="73"/>
            </a:xfrm>
            <a:custGeom>
              <a:avLst/>
              <a:gdLst>
                <a:gd name="T0" fmla="*/ 54 w 189"/>
                <a:gd name="T1" fmla="*/ 73 h 73"/>
                <a:gd name="T2" fmla="*/ 189 w 189"/>
                <a:gd name="T3" fmla="*/ 44 h 73"/>
                <a:gd name="T4" fmla="*/ 134 w 189"/>
                <a:gd name="T5" fmla="*/ 0 h 73"/>
                <a:gd name="T6" fmla="*/ 0 w 189"/>
                <a:gd name="T7" fmla="*/ 29 h 73"/>
                <a:gd name="T8" fmla="*/ 54 w 189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54" y="73"/>
                  </a:moveTo>
                  <a:lnTo>
                    <a:pt x="189" y="44"/>
                  </a:lnTo>
                  <a:lnTo>
                    <a:pt x="134" y="0"/>
                  </a:lnTo>
                  <a:lnTo>
                    <a:pt x="0" y="29"/>
                  </a:lnTo>
                  <a:lnTo>
                    <a:pt x="54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8" name="Freeform 277">
              <a:extLst>
                <a:ext uri="{FF2B5EF4-FFF2-40B4-BE49-F238E27FC236}">
                  <a16:creationId xmlns:a16="http://schemas.microsoft.com/office/drawing/2014/main" id="{67112013-458E-40B2-BFBF-53AC2C5C6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03"/>
              <a:ext cx="189" cy="74"/>
            </a:xfrm>
            <a:custGeom>
              <a:avLst/>
              <a:gdLst>
                <a:gd name="T0" fmla="*/ 54 w 189"/>
                <a:gd name="T1" fmla="*/ 74 h 74"/>
                <a:gd name="T2" fmla="*/ 189 w 189"/>
                <a:gd name="T3" fmla="*/ 44 h 74"/>
                <a:gd name="T4" fmla="*/ 134 w 189"/>
                <a:gd name="T5" fmla="*/ 0 h 74"/>
                <a:gd name="T6" fmla="*/ 0 w 189"/>
                <a:gd name="T7" fmla="*/ 30 h 74"/>
                <a:gd name="T8" fmla="*/ 54 w 189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54" y="74"/>
                  </a:move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4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9" name="Freeform 278">
              <a:extLst>
                <a:ext uri="{FF2B5EF4-FFF2-40B4-BE49-F238E27FC236}">
                  <a16:creationId xmlns:a16="http://schemas.microsoft.com/office/drawing/2014/main" id="{C1F1D956-1751-43BA-9057-D2B366C7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816"/>
              <a:ext cx="190" cy="74"/>
            </a:xfrm>
            <a:custGeom>
              <a:avLst/>
              <a:gdLst>
                <a:gd name="T0" fmla="*/ 56 w 190"/>
                <a:gd name="T1" fmla="*/ 74 h 74"/>
                <a:gd name="T2" fmla="*/ 190 w 190"/>
                <a:gd name="T3" fmla="*/ 44 h 74"/>
                <a:gd name="T4" fmla="*/ 135 w 190"/>
                <a:gd name="T5" fmla="*/ 0 h 74"/>
                <a:gd name="T6" fmla="*/ 0 w 190"/>
                <a:gd name="T7" fmla="*/ 30 h 74"/>
                <a:gd name="T8" fmla="*/ 56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6" y="74"/>
                  </a:move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lnTo>
                    <a:pt x="56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0" name="Freeform 279">
              <a:extLst>
                <a:ext uri="{FF2B5EF4-FFF2-40B4-BE49-F238E27FC236}">
                  <a16:creationId xmlns:a16="http://schemas.microsoft.com/office/drawing/2014/main" id="{7DD68A1F-8EC6-4540-8B32-9BC7E563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420"/>
              <a:ext cx="189" cy="74"/>
            </a:xfrm>
            <a:custGeom>
              <a:avLst/>
              <a:gdLst>
                <a:gd name="T0" fmla="*/ 134 w 189"/>
                <a:gd name="T1" fmla="*/ 0 h 74"/>
                <a:gd name="T2" fmla="*/ 0 w 189"/>
                <a:gd name="T3" fmla="*/ 30 h 74"/>
                <a:gd name="T4" fmla="*/ 55 w 189"/>
                <a:gd name="T5" fmla="*/ 74 h 74"/>
                <a:gd name="T6" fmla="*/ 189 w 189"/>
                <a:gd name="T7" fmla="*/ 44 h 74"/>
                <a:gd name="T8" fmla="*/ 134 w 18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34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1" name="Freeform 280">
              <a:extLst>
                <a:ext uri="{FF2B5EF4-FFF2-40B4-BE49-F238E27FC236}">
                  <a16:creationId xmlns:a16="http://schemas.microsoft.com/office/drawing/2014/main" id="{C259B1C4-54FD-446F-A65F-B89A1930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476"/>
              <a:ext cx="167" cy="70"/>
            </a:xfrm>
            <a:custGeom>
              <a:avLst/>
              <a:gdLst>
                <a:gd name="T0" fmla="*/ 81 w 196"/>
                <a:gd name="T1" fmla="*/ 0 h 81"/>
                <a:gd name="T2" fmla="*/ 0 w 196"/>
                <a:gd name="T3" fmla="*/ 19 h 81"/>
                <a:gd name="T4" fmla="*/ 38 w 196"/>
                <a:gd name="T5" fmla="*/ 52 h 81"/>
                <a:gd name="T6" fmla="*/ 121 w 196"/>
                <a:gd name="T7" fmla="*/ 33 h 81"/>
                <a:gd name="T8" fmla="*/ 81 w 196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81">
                  <a:moveTo>
                    <a:pt x="132" y="0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20" y="46"/>
                    <a:pt x="41" y="64"/>
                    <a:pt x="62" y="81"/>
                  </a:cubicBezTo>
                  <a:cubicBezTo>
                    <a:pt x="196" y="51"/>
                    <a:pt x="196" y="51"/>
                    <a:pt x="196" y="51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2" name="Freeform 281">
              <a:extLst>
                <a:ext uri="{FF2B5EF4-FFF2-40B4-BE49-F238E27FC236}">
                  <a16:creationId xmlns:a16="http://schemas.microsoft.com/office/drawing/2014/main" id="{7C7AF95C-C86C-46DA-8481-165E42796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739"/>
              <a:ext cx="190" cy="74"/>
            </a:xfrm>
            <a:custGeom>
              <a:avLst/>
              <a:gdLst>
                <a:gd name="T0" fmla="*/ 55 w 190"/>
                <a:gd name="T1" fmla="*/ 74 h 74"/>
                <a:gd name="T2" fmla="*/ 190 w 190"/>
                <a:gd name="T3" fmla="*/ 44 h 74"/>
                <a:gd name="T4" fmla="*/ 134 w 190"/>
                <a:gd name="T5" fmla="*/ 0 h 74"/>
                <a:gd name="T6" fmla="*/ 0 w 190"/>
                <a:gd name="T7" fmla="*/ 30 h 74"/>
                <a:gd name="T8" fmla="*/ 55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5" y="74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3" name="Freeform 282">
              <a:extLst>
                <a:ext uri="{FF2B5EF4-FFF2-40B4-BE49-F238E27FC236}">
                  <a16:creationId xmlns:a16="http://schemas.microsoft.com/office/drawing/2014/main" id="{AA26B6B7-DC54-40A4-870C-C83C0AC03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250"/>
              <a:ext cx="189" cy="73"/>
            </a:xfrm>
            <a:custGeom>
              <a:avLst/>
              <a:gdLst>
                <a:gd name="T0" fmla="*/ 134 w 189"/>
                <a:gd name="T1" fmla="*/ 0 h 73"/>
                <a:gd name="T2" fmla="*/ 0 w 189"/>
                <a:gd name="T3" fmla="*/ 30 h 73"/>
                <a:gd name="T4" fmla="*/ 55 w 189"/>
                <a:gd name="T5" fmla="*/ 73 h 73"/>
                <a:gd name="T6" fmla="*/ 189 w 189"/>
                <a:gd name="T7" fmla="*/ 43 h 73"/>
                <a:gd name="T8" fmla="*/ 134 w 189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134" y="0"/>
                  </a:moveTo>
                  <a:lnTo>
                    <a:pt x="0" y="30"/>
                  </a:lnTo>
                  <a:lnTo>
                    <a:pt x="55" y="73"/>
                  </a:lnTo>
                  <a:lnTo>
                    <a:pt x="189" y="4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4" name="Freeform 283">
              <a:extLst>
                <a:ext uri="{FF2B5EF4-FFF2-40B4-BE49-F238E27FC236}">
                  <a16:creationId xmlns:a16="http://schemas.microsoft.com/office/drawing/2014/main" id="{B8905AFE-0996-40E2-9EE6-29E558458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193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5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5" name="Freeform 284">
              <a:extLst>
                <a:ext uri="{FF2B5EF4-FFF2-40B4-BE49-F238E27FC236}">
                  <a16:creationId xmlns:a16="http://schemas.microsoft.com/office/drawing/2014/main" id="{77A6C5C3-2333-4755-A1F3-72F89701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696"/>
              <a:ext cx="135" cy="60"/>
            </a:xfrm>
            <a:custGeom>
              <a:avLst/>
              <a:gdLst>
                <a:gd name="T0" fmla="*/ 41 w 157"/>
                <a:gd name="T1" fmla="*/ 43 h 71"/>
                <a:gd name="T2" fmla="*/ 100 w 157"/>
                <a:gd name="T3" fmla="*/ 30 h 71"/>
                <a:gd name="T4" fmla="*/ 58 w 157"/>
                <a:gd name="T5" fmla="*/ 0 h 71"/>
                <a:gd name="T6" fmla="*/ 0 w 157"/>
                <a:gd name="T7" fmla="*/ 12 h 71"/>
                <a:gd name="T8" fmla="*/ 41 w 157"/>
                <a:gd name="T9" fmla="*/ 4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71">
                  <a:moveTo>
                    <a:pt x="65" y="71"/>
                  </a:moveTo>
                  <a:cubicBezTo>
                    <a:pt x="157" y="50"/>
                    <a:pt x="157" y="50"/>
                    <a:pt x="157" y="50"/>
                  </a:cubicBezTo>
                  <a:cubicBezTo>
                    <a:pt x="135" y="33"/>
                    <a:pt x="113" y="17"/>
                    <a:pt x="91" y="0"/>
                  </a:cubicBezTo>
                  <a:cubicBezTo>
                    <a:pt x="0" y="20"/>
                    <a:pt x="0" y="20"/>
                    <a:pt x="0" y="20"/>
                  </a:cubicBezTo>
                  <a:lnTo>
                    <a:pt x="65" y="71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6" name="Freeform 285">
              <a:extLst>
                <a:ext uri="{FF2B5EF4-FFF2-40B4-BE49-F238E27FC236}">
                  <a16:creationId xmlns:a16="http://schemas.microsoft.com/office/drawing/2014/main" id="{A99466FF-C573-4838-863A-40D3DD74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796"/>
              <a:ext cx="190" cy="73"/>
            </a:xfrm>
            <a:custGeom>
              <a:avLst/>
              <a:gdLst>
                <a:gd name="T0" fmla="*/ 55 w 190"/>
                <a:gd name="T1" fmla="*/ 73 h 73"/>
                <a:gd name="T2" fmla="*/ 190 w 190"/>
                <a:gd name="T3" fmla="*/ 43 h 73"/>
                <a:gd name="T4" fmla="*/ 134 w 190"/>
                <a:gd name="T5" fmla="*/ 0 h 73"/>
                <a:gd name="T6" fmla="*/ 0 w 190"/>
                <a:gd name="T7" fmla="*/ 30 h 73"/>
                <a:gd name="T8" fmla="*/ 55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5" y="73"/>
                  </a:moveTo>
                  <a:lnTo>
                    <a:pt x="190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7" name="Freeform 286">
              <a:extLst>
                <a:ext uri="{FF2B5EF4-FFF2-40B4-BE49-F238E27FC236}">
                  <a16:creationId xmlns:a16="http://schemas.microsoft.com/office/drawing/2014/main" id="{4F7A6EAC-946A-4BD7-A89E-B6736AF3D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079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8" name="Freeform 287">
              <a:extLst>
                <a:ext uri="{FF2B5EF4-FFF2-40B4-BE49-F238E27FC236}">
                  <a16:creationId xmlns:a16="http://schemas.microsoft.com/office/drawing/2014/main" id="{AC16F70E-7ED7-4A50-A7CF-E3E64542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966"/>
              <a:ext cx="189" cy="74"/>
            </a:xfrm>
            <a:custGeom>
              <a:avLst/>
              <a:gdLst>
                <a:gd name="T0" fmla="*/ 0 w 189"/>
                <a:gd name="T1" fmla="*/ 30 h 74"/>
                <a:gd name="T2" fmla="*/ 55 w 189"/>
                <a:gd name="T3" fmla="*/ 74 h 74"/>
                <a:gd name="T4" fmla="*/ 189 w 189"/>
                <a:gd name="T5" fmla="*/ 44 h 74"/>
                <a:gd name="T6" fmla="*/ 135 w 189"/>
                <a:gd name="T7" fmla="*/ 0 h 74"/>
                <a:gd name="T8" fmla="*/ 0 w 189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0" y="30"/>
                  </a:moveTo>
                  <a:lnTo>
                    <a:pt x="55" y="74"/>
                  </a:lnTo>
                  <a:lnTo>
                    <a:pt x="189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9" name="Freeform 288">
              <a:extLst>
                <a:ext uri="{FF2B5EF4-FFF2-40B4-BE49-F238E27FC236}">
                  <a16:creationId xmlns:a16="http://schemas.microsoft.com/office/drawing/2014/main" id="{67918511-4EBF-48C3-A4DE-9E2B1CAAE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306"/>
              <a:ext cx="190" cy="74"/>
            </a:xfrm>
            <a:custGeom>
              <a:avLst/>
              <a:gdLst>
                <a:gd name="T0" fmla="*/ 134 w 190"/>
                <a:gd name="T1" fmla="*/ 0 h 74"/>
                <a:gd name="T2" fmla="*/ 0 w 190"/>
                <a:gd name="T3" fmla="*/ 30 h 74"/>
                <a:gd name="T4" fmla="*/ 55 w 190"/>
                <a:gd name="T5" fmla="*/ 74 h 74"/>
                <a:gd name="T6" fmla="*/ 190 w 190"/>
                <a:gd name="T7" fmla="*/ 44 h 74"/>
                <a:gd name="T8" fmla="*/ 134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4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0" name="Freeform 289">
              <a:extLst>
                <a:ext uri="{FF2B5EF4-FFF2-40B4-BE49-F238E27FC236}">
                  <a16:creationId xmlns:a16="http://schemas.microsoft.com/office/drawing/2014/main" id="{54A0F2D5-BCF5-4412-9535-E33388ACF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23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5 w 190"/>
                <a:gd name="T3" fmla="*/ 73 h 73"/>
                <a:gd name="T4" fmla="*/ 190 w 190"/>
                <a:gd name="T5" fmla="*/ 43 h 73"/>
                <a:gd name="T6" fmla="*/ 135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5" y="73"/>
                  </a:lnTo>
                  <a:lnTo>
                    <a:pt x="190" y="43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1" name="Freeform 290">
              <a:extLst>
                <a:ext uri="{FF2B5EF4-FFF2-40B4-BE49-F238E27FC236}">
                  <a16:creationId xmlns:a16="http://schemas.microsoft.com/office/drawing/2014/main" id="{CE773C6C-DAFE-4630-9D1B-1456E29FD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910"/>
              <a:ext cx="189" cy="73"/>
            </a:xfrm>
            <a:custGeom>
              <a:avLst/>
              <a:gdLst>
                <a:gd name="T0" fmla="*/ 55 w 189"/>
                <a:gd name="T1" fmla="*/ 73 h 73"/>
                <a:gd name="T2" fmla="*/ 189 w 189"/>
                <a:gd name="T3" fmla="*/ 43 h 73"/>
                <a:gd name="T4" fmla="*/ 135 w 189"/>
                <a:gd name="T5" fmla="*/ 0 h 73"/>
                <a:gd name="T6" fmla="*/ 0 w 189"/>
                <a:gd name="T7" fmla="*/ 30 h 73"/>
                <a:gd name="T8" fmla="*/ 55 w 189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55" y="73"/>
                  </a:moveTo>
                  <a:lnTo>
                    <a:pt x="189" y="43"/>
                  </a:lnTo>
                  <a:lnTo>
                    <a:pt x="135" y="0"/>
                  </a:lnTo>
                  <a:lnTo>
                    <a:pt x="0" y="30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2" name="Freeform 291">
              <a:extLst>
                <a:ext uri="{FF2B5EF4-FFF2-40B4-BE49-F238E27FC236}">
                  <a16:creationId xmlns:a16="http://schemas.microsoft.com/office/drawing/2014/main" id="{5CAD8B05-38E6-445C-8C16-0C2F6BF2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37"/>
              <a:ext cx="190" cy="72"/>
            </a:xfrm>
            <a:custGeom>
              <a:avLst/>
              <a:gdLst>
                <a:gd name="T0" fmla="*/ 0 w 190"/>
                <a:gd name="T1" fmla="*/ 29 h 72"/>
                <a:gd name="T2" fmla="*/ 56 w 190"/>
                <a:gd name="T3" fmla="*/ 72 h 72"/>
                <a:gd name="T4" fmla="*/ 190 w 190"/>
                <a:gd name="T5" fmla="*/ 43 h 72"/>
                <a:gd name="T6" fmla="*/ 134 w 190"/>
                <a:gd name="T7" fmla="*/ 0 h 72"/>
                <a:gd name="T8" fmla="*/ 0 w 190"/>
                <a:gd name="T9" fmla="*/ 29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2">
                  <a:moveTo>
                    <a:pt x="0" y="29"/>
                  </a:moveTo>
                  <a:lnTo>
                    <a:pt x="56" y="72"/>
                  </a:lnTo>
                  <a:lnTo>
                    <a:pt x="190" y="43"/>
                  </a:lnTo>
                  <a:lnTo>
                    <a:pt x="134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3" name="Freeform 292">
              <a:extLst>
                <a:ext uri="{FF2B5EF4-FFF2-40B4-BE49-F238E27FC236}">
                  <a16:creationId xmlns:a16="http://schemas.microsoft.com/office/drawing/2014/main" id="{AC72ED1C-E401-4E9D-B28D-4F5659D02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363"/>
              <a:ext cx="190" cy="73"/>
            </a:xfrm>
            <a:custGeom>
              <a:avLst/>
              <a:gdLst>
                <a:gd name="T0" fmla="*/ 134 w 190"/>
                <a:gd name="T1" fmla="*/ 0 h 73"/>
                <a:gd name="T2" fmla="*/ 0 w 190"/>
                <a:gd name="T3" fmla="*/ 30 h 73"/>
                <a:gd name="T4" fmla="*/ 55 w 190"/>
                <a:gd name="T5" fmla="*/ 73 h 73"/>
                <a:gd name="T6" fmla="*/ 190 w 190"/>
                <a:gd name="T7" fmla="*/ 43 h 73"/>
                <a:gd name="T8" fmla="*/ 134 w 19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34" y="0"/>
                  </a:moveTo>
                  <a:lnTo>
                    <a:pt x="0" y="30"/>
                  </a:lnTo>
                  <a:lnTo>
                    <a:pt x="55" y="73"/>
                  </a:lnTo>
                  <a:lnTo>
                    <a:pt x="190" y="4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4" name="Freeform 293">
              <a:extLst>
                <a:ext uri="{FF2B5EF4-FFF2-40B4-BE49-F238E27FC236}">
                  <a16:creationId xmlns:a16="http://schemas.microsoft.com/office/drawing/2014/main" id="{C2514D78-F354-430C-81C5-F1C3077D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852"/>
              <a:ext cx="190" cy="74"/>
            </a:xfrm>
            <a:custGeom>
              <a:avLst/>
              <a:gdLst>
                <a:gd name="T0" fmla="*/ 55 w 190"/>
                <a:gd name="T1" fmla="*/ 74 h 74"/>
                <a:gd name="T2" fmla="*/ 190 w 190"/>
                <a:gd name="T3" fmla="*/ 44 h 74"/>
                <a:gd name="T4" fmla="*/ 134 w 190"/>
                <a:gd name="T5" fmla="*/ 0 h 74"/>
                <a:gd name="T6" fmla="*/ 0 w 190"/>
                <a:gd name="T7" fmla="*/ 30 h 74"/>
                <a:gd name="T8" fmla="*/ 55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5" y="74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5" name="Freeform 294">
              <a:extLst>
                <a:ext uri="{FF2B5EF4-FFF2-40B4-BE49-F238E27FC236}">
                  <a16:creationId xmlns:a16="http://schemas.microsoft.com/office/drawing/2014/main" id="{B5AAF9E5-3438-4F42-B236-FE38BC9A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569"/>
              <a:ext cx="172" cy="70"/>
            </a:xfrm>
            <a:custGeom>
              <a:avLst/>
              <a:gdLst>
                <a:gd name="T0" fmla="*/ 85 w 202"/>
                <a:gd name="T1" fmla="*/ 0 h 82"/>
                <a:gd name="T2" fmla="*/ 0 w 202"/>
                <a:gd name="T3" fmla="*/ 19 h 82"/>
                <a:gd name="T4" fmla="*/ 39 w 202"/>
                <a:gd name="T5" fmla="*/ 51 h 82"/>
                <a:gd name="T6" fmla="*/ 124 w 202"/>
                <a:gd name="T7" fmla="*/ 32 h 82"/>
                <a:gd name="T8" fmla="*/ 85 w 202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82">
                  <a:moveTo>
                    <a:pt x="137" y="0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1" y="48"/>
                    <a:pt x="42" y="65"/>
                    <a:pt x="63" y="82"/>
                  </a:cubicBezTo>
                  <a:cubicBezTo>
                    <a:pt x="202" y="51"/>
                    <a:pt x="202" y="51"/>
                    <a:pt x="202" y="51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6" name="Freeform 295">
              <a:extLst>
                <a:ext uri="{FF2B5EF4-FFF2-40B4-BE49-F238E27FC236}">
                  <a16:creationId xmlns:a16="http://schemas.microsoft.com/office/drawing/2014/main" id="{0E68E3C9-0970-404C-8AA5-6BD8D10FF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15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5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5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7" name="Freeform 296">
              <a:extLst>
                <a:ext uri="{FF2B5EF4-FFF2-40B4-BE49-F238E27FC236}">
                  <a16:creationId xmlns:a16="http://schemas.microsoft.com/office/drawing/2014/main" id="{2A6F6EF7-1349-41DD-8F73-AD9F19DE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173"/>
              <a:ext cx="189" cy="73"/>
            </a:xfrm>
            <a:custGeom>
              <a:avLst/>
              <a:gdLst>
                <a:gd name="T0" fmla="*/ 0 w 189"/>
                <a:gd name="T1" fmla="*/ 29 h 73"/>
                <a:gd name="T2" fmla="*/ 55 w 189"/>
                <a:gd name="T3" fmla="*/ 73 h 73"/>
                <a:gd name="T4" fmla="*/ 189 w 189"/>
                <a:gd name="T5" fmla="*/ 43 h 73"/>
                <a:gd name="T6" fmla="*/ 134 w 189"/>
                <a:gd name="T7" fmla="*/ 0 h 73"/>
                <a:gd name="T8" fmla="*/ 0 w 189"/>
                <a:gd name="T9" fmla="*/ 2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0" y="29"/>
                  </a:moveTo>
                  <a:lnTo>
                    <a:pt x="55" y="73"/>
                  </a:lnTo>
                  <a:lnTo>
                    <a:pt x="189" y="43"/>
                  </a:lnTo>
                  <a:lnTo>
                    <a:pt x="134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8" name="Freeform 297">
              <a:extLst>
                <a:ext uri="{FF2B5EF4-FFF2-40B4-BE49-F238E27FC236}">
                  <a16:creationId xmlns:a16="http://schemas.microsoft.com/office/drawing/2014/main" id="{AC5DCE28-ADB3-40B2-8FF9-DCA5FED36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399"/>
              <a:ext cx="190" cy="74"/>
            </a:xfrm>
            <a:custGeom>
              <a:avLst/>
              <a:gdLst>
                <a:gd name="T0" fmla="*/ 134 w 190"/>
                <a:gd name="T1" fmla="*/ 0 h 74"/>
                <a:gd name="T2" fmla="*/ 0 w 190"/>
                <a:gd name="T3" fmla="*/ 30 h 74"/>
                <a:gd name="T4" fmla="*/ 55 w 190"/>
                <a:gd name="T5" fmla="*/ 74 h 74"/>
                <a:gd name="T6" fmla="*/ 190 w 190"/>
                <a:gd name="T7" fmla="*/ 44 h 74"/>
                <a:gd name="T8" fmla="*/ 134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4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9" name="Freeform 298">
              <a:extLst>
                <a:ext uri="{FF2B5EF4-FFF2-40B4-BE49-F238E27FC236}">
                  <a16:creationId xmlns:a16="http://schemas.microsoft.com/office/drawing/2014/main" id="{0A93681C-E854-4855-AC79-F80DB7EBF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46"/>
              <a:ext cx="190" cy="73"/>
            </a:xfrm>
            <a:custGeom>
              <a:avLst/>
              <a:gdLst>
                <a:gd name="T0" fmla="*/ 56 w 190"/>
                <a:gd name="T1" fmla="*/ 73 h 73"/>
                <a:gd name="T2" fmla="*/ 190 w 190"/>
                <a:gd name="T3" fmla="*/ 43 h 73"/>
                <a:gd name="T4" fmla="*/ 134 w 190"/>
                <a:gd name="T5" fmla="*/ 0 h 73"/>
                <a:gd name="T6" fmla="*/ 0 w 190"/>
                <a:gd name="T7" fmla="*/ 30 h 73"/>
                <a:gd name="T8" fmla="*/ 56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6" y="73"/>
                  </a:moveTo>
                  <a:lnTo>
                    <a:pt x="190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6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0" name="Freeform 299">
              <a:extLst>
                <a:ext uri="{FF2B5EF4-FFF2-40B4-BE49-F238E27FC236}">
                  <a16:creationId xmlns:a16="http://schemas.microsoft.com/office/drawing/2014/main" id="{1B305B6A-810C-43B9-BD5B-B0BD06B2C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286"/>
              <a:ext cx="189" cy="73"/>
            </a:xfrm>
            <a:custGeom>
              <a:avLst/>
              <a:gdLst>
                <a:gd name="T0" fmla="*/ 0 w 189"/>
                <a:gd name="T1" fmla="*/ 29 h 73"/>
                <a:gd name="T2" fmla="*/ 55 w 189"/>
                <a:gd name="T3" fmla="*/ 73 h 73"/>
                <a:gd name="T4" fmla="*/ 189 w 189"/>
                <a:gd name="T5" fmla="*/ 43 h 73"/>
                <a:gd name="T6" fmla="*/ 135 w 189"/>
                <a:gd name="T7" fmla="*/ 0 h 73"/>
                <a:gd name="T8" fmla="*/ 0 w 189"/>
                <a:gd name="T9" fmla="*/ 2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0" y="29"/>
                  </a:moveTo>
                  <a:lnTo>
                    <a:pt x="55" y="73"/>
                  </a:lnTo>
                  <a:lnTo>
                    <a:pt x="189" y="43"/>
                  </a:lnTo>
                  <a:lnTo>
                    <a:pt x="135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1" name="Freeform 300">
              <a:extLst>
                <a:ext uri="{FF2B5EF4-FFF2-40B4-BE49-F238E27FC236}">
                  <a16:creationId xmlns:a16="http://schemas.microsoft.com/office/drawing/2014/main" id="{407FB27D-28FA-4B5E-A5DA-722D23D0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059"/>
              <a:ext cx="189" cy="73"/>
            </a:xfrm>
            <a:custGeom>
              <a:avLst/>
              <a:gdLst>
                <a:gd name="T0" fmla="*/ 0 w 189"/>
                <a:gd name="T1" fmla="*/ 30 h 73"/>
                <a:gd name="T2" fmla="*/ 55 w 189"/>
                <a:gd name="T3" fmla="*/ 73 h 73"/>
                <a:gd name="T4" fmla="*/ 189 w 189"/>
                <a:gd name="T5" fmla="*/ 43 h 73"/>
                <a:gd name="T6" fmla="*/ 134 w 189"/>
                <a:gd name="T7" fmla="*/ 0 h 73"/>
                <a:gd name="T8" fmla="*/ 0 w 189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0" y="30"/>
                  </a:moveTo>
                  <a:lnTo>
                    <a:pt x="55" y="73"/>
                  </a:lnTo>
                  <a:lnTo>
                    <a:pt x="189" y="43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2" name="Freeform 301">
              <a:extLst>
                <a:ext uri="{FF2B5EF4-FFF2-40B4-BE49-F238E27FC236}">
                  <a16:creationId xmlns:a16="http://schemas.microsoft.com/office/drawing/2014/main" id="{DBEA2441-D1D2-45DC-B6FA-A9F7952AE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889"/>
              <a:ext cx="190" cy="73"/>
            </a:xfrm>
            <a:custGeom>
              <a:avLst/>
              <a:gdLst>
                <a:gd name="T0" fmla="*/ 56 w 190"/>
                <a:gd name="T1" fmla="*/ 73 h 73"/>
                <a:gd name="T2" fmla="*/ 190 w 190"/>
                <a:gd name="T3" fmla="*/ 44 h 73"/>
                <a:gd name="T4" fmla="*/ 134 w 190"/>
                <a:gd name="T5" fmla="*/ 0 h 73"/>
                <a:gd name="T6" fmla="*/ 0 w 190"/>
                <a:gd name="T7" fmla="*/ 29 h 73"/>
                <a:gd name="T8" fmla="*/ 56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6" y="73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29"/>
                  </a:lnTo>
                  <a:lnTo>
                    <a:pt x="56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3" name="Freeform 302">
              <a:extLst>
                <a:ext uri="{FF2B5EF4-FFF2-40B4-BE49-F238E27FC236}">
                  <a16:creationId xmlns:a16="http://schemas.microsoft.com/office/drawing/2014/main" id="{ABAFB6BB-7570-4A74-B313-6A67DFD1D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456"/>
              <a:ext cx="190" cy="73"/>
            </a:xfrm>
            <a:custGeom>
              <a:avLst/>
              <a:gdLst>
                <a:gd name="T0" fmla="*/ 134 w 190"/>
                <a:gd name="T1" fmla="*/ 0 h 73"/>
                <a:gd name="T2" fmla="*/ 0 w 190"/>
                <a:gd name="T3" fmla="*/ 30 h 73"/>
                <a:gd name="T4" fmla="*/ 56 w 190"/>
                <a:gd name="T5" fmla="*/ 73 h 73"/>
                <a:gd name="T6" fmla="*/ 190 w 190"/>
                <a:gd name="T7" fmla="*/ 44 h 73"/>
                <a:gd name="T8" fmla="*/ 134 w 19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34" y="0"/>
                  </a:moveTo>
                  <a:lnTo>
                    <a:pt x="0" y="30"/>
                  </a:lnTo>
                  <a:lnTo>
                    <a:pt x="56" y="73"/>
                  </a:lnTo>
                  <a:lnTo>
                    <a:pt x="190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4" name="Freeform 303">
              <a:extLst>
                <a:ext uri="{FF2B5EF4-FFF2-40B4-BE49-F238E27FC236}">
                  <a16:creationId xmlns:a16="http://schemas.microsoft.com/office/drawing/2014/main" id="{3571D7FD-08A9-49C1-BB10-8ABEFFE62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342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5 w 190"/>
                <a:gd name="T3" fmla="*/ 74 h 74"/>
                <a:gd name="T4" fmla="*/ 190 w 190"/>
                <a:gd name="T5" fmla="*/ 44 h 74"/>
                <a:gd name="T6" fmla="*/ 135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5" y="74"/>
                  </a:ln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5" name="Freeform 304">
              <a:extLst>
                <a:ext uri="{FF2B5EF4-FFF2-40B4-BE49-F238E27FC236}">
                  <a16:creationId xmlns:a16="http://schemas.microsoft.com/office/drawing/2014/main" id="{FF7E3809-F5B8-4C10-BA21-DC1C87760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832"/>
              <a:ext cx="190" cy="73"/>
            </a:xfrm>
            <a:custGeom>
              <a:avLst/>
              <a:gdLst>
                <a:gd name="T0" fmla="*/ 55 w 190"/>
                <a:gd name="T1" fmla="*/ 73 h 73"/>
                <a:gd name="T2" fmla="*/ 190 w 190"/>
                <a:gd name="T3" fmla="*/ 43 h 73"/>
                <a:gd name="T4" fmla="*/ 134 w 190"/>
                <a:gd name="T5" fmla="*/ 0 h 73"/>
                <a:gd name="T6" fmla="*/ 0 w 190"/>
                <a:gd name="T7" fmla="*/ 30 h 73"/>
                <a:gd name="T8" fmla="*/ 55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5" y="73"/>
                  </a:moveTo>
                  <a:lnTo>
                    <a:pt x="190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6" name="Freeform 305">
              <a:extLst>
                <a:ext uri="{FF2B5EF4-FFF2-40B4-BE49-F238E27FC236}">
                  <a16:creationId xmlns:a16="http://schemas.microsoft.com/office/drawing/2014/main" id="{AADA0972-40FB-4088-8515-F39DEF3A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512"/>
              <a:ext cx="190" cy="74"/>
            </a:xfrm>
            <a:custGeom>
              <a:avLst/>
              <a:gdLst>
                <a:gd name="T0" fmla="*/ 135 w 190"/>
                <a:gd name="T1" fmla="*/ 0 h 74"/>
                <a:gd name="T2" fmla="*/ 0 w 190"/>
                <a:gd name="T3" fmla="*/ 30 h 74"/>
                <a:gd name="T4" fmla="*/ 56 w 190"/>
                <a:gd name="T5" fmla="*/ 74 h 74"/>
                <a:gd name="T6" fmla="*/ 190 w 190"/>
                <a:gd name="T7" fmla="*/ 44 h 74"/>
                <a:gd name="T8" fmla="*/ 135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5" y="0"/>
                  </a:moveTo>
                  <a:lnTo>
                    <a:pt x="0" y="30"/>
                  </a:ln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7" name="Freeform 306">
              <a:extLst>
                <a:ext uri="{FF2B5EF4-FFF2-40B4-BE49-F238E27FC236}">
                  <a16:creationId xmlns:a16="http://schemas.microsoft.com/office/drawing/2014/main" id="{3586B121-4CB6-461E-8C5B-E1FCF01C1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229"/>
              <a:ext cx="189" cy="74"/>
            </a:xfrm>
            <a:custGeom>
              <a:avLst/>
              <a:gdLst>
                <a:gd name="T0" fmla="*/ 0 w 189"/>
                <a:gd name="T1" fmla="*/ 30 h 74"/>
                <a:gd name="T2" fmla="*/ 55 w 189"/>
                <a:gd name="T3" fmla="*/ 74 h 74"/>
                <a:gd name="T4" fmla="*/ 189 w 189"/>
                <a:gd name="T5" fmla="*/ 44 h 74"/>
                <a:gd name="T6" fmla="*/ 134 w 189"/>
                <a:gd name="T7" fmla="*/ 0 h 74"/>
                <a:gd name="T8" fmla="*/ 0 w 189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0" y="30"/>
                  </a:moveTo>
                  <a:lnTo>
                    <a:pt x="55" y="74"/>
                  </a:ln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8" name="Freeform 307">
              <a:extLst>
                <a:ext uri="{FF2B5EF4-FFF2-40B4-BE49-F238E27FC236}">
                  <a16:creationId xmlns:a16="http://schemas.microsoft.com/office/drawing/2014/main" id="{60C3D469-B2E1-43B7-B822-BFAC04021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787"/>
              <a:ext cx="138" cy="62"/>
            </a:xfrm>
            <a:custGeom>
              <a:avLst/>
              <a:gdLst>
                <a:gd name="T0" fmla="*/ 40 w 161"/>
                <a:gd name="T1" fmla="*/ 46 h 72"/>
                <a:gd name="T2" fmla="*/ 101 w 161"/>
                <a:gd name="T3" fmla="*/ 32 h 72"/>
                <a:gd name="T4" fmla="*/ 59 w 161"/>
                <a:gd name="T5" fmla="*/ 0 h 72"/>
                <a:gd name="T6" fmla="*/ 0 w 161"/>
                <a:gd name="T7" fmla="*/ 14 h 72"/>
                <a:gd name="T8" fmla="*/ 40 w 161"/>
                <a:gd name="T9" fmla="*/ 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72">
                  <a:moveTo>
                    <a:pt x="64" y="72"/>
                  </a:moveTo>
                  <a:cubicBezTo>
                    <a:pt x="161" y="50"/>
                    <a:pt x="161" y="50"/>
                    <a:pt x="161" y="50"/>
                  </a:cubicBezTo>
                  <a:cubicBezTo>
                    <a:pt x="139" y="34"/>
                    <a:pt x="117" y="17"/>
                    <a:pt x="94" y="0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64" y="72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9" name="Freeform 308">
              <a:extLst>
                <a:ext uri="{FF2B5EF4-FFF2-40B4-BE49-F238E27FC236}">
                  <a16:creationId xmlns:a16="http://schemas.microsoft.com/office/drawing/2014/main" id="{2C9C53FC-190E-40A5-84A5-A22293E2D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002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5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0" name="Freeform 309">
              <a:extLst>
                <a:ext uri="{FF2B5EF4-FFF2-40B4-BE49-F238E27FC236}">
                  <a16:creationId xmlns:a16="http://schemas.microsoft.com/office/drawing/2014/main" id="{2CC2FF67-4CA3-4402-963F-3F1F217E8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879"/>
              <a:ext cx="142" cy="62"/>
            </a:xfrm>
            <a:custGeom>
              <a:avLst/>
              <a:gdLst>
                <a:gd name="T0" fmla="*/ 40 w 167"/>
                <a:gd name="T1" fmla="*/ 45 h 73"/>
                <a:gd name="T2" fmla="*/ 103 w 167"/>
                <a:gd name="T3" fmla="*/ 31 h 73"/>
                <a:gd name="T4" fmla="*/ 61 w 167"/>
                <a:gd name="T5" fmla="*/ 0 h 73"/>
                <a:gd name="T6" fmla="*/ 0 w 167"/>
                <a:gd name="T7" fmla="*/ 14 h 73"/>
                <a:gd name="T8" fmla="*/ 40 w 167"/>
                <a:gd name="T9" fmla="*/ 4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3">
                  <a:moveTo>
                    <a:pt x="65" y="73"/>
                  </a:moveTo>
                  <a:cubicBezTo>
                    <a:pt x="167" y="51"/>
                    <a:pt x="167" y="51"/>
                    <a:pt x="167" y="51"/>
                  </a:cubicBezTo>
                  <a:cubicBezTo>
                    <a:pt x="145" y="34"/>
                    <a:pt x="123" y="18"/>
                    <a:pt x="100" y="0"/>
                  </a:cubicBezTo>
                  <a:cubicBezTo>
                    <a:pt x="0" y="22"/>
                    <a:pt x="0" y="22"/>
                    <a:pt x="0" y="22"/>
                  </a:cubicBezTo>
                  <a:lnTo>
                    <a:pt x="6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1" name="Freeform 310">
              <a:extLst>
                <a:ext uri="{FF2B5EF4-FFF2-40B4-BE49-F238E27FC236}">
                  <a16:creationId xmlns:a16="http://schemas.microsoft.com/office/drawing/2014/main" id="{13106DD5-2ACF-4995-8FBD-EF08715B6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662"/>
              <a:ext cx="174" cy="70"/>
            </a:xfrm>
            <a:custGeom>
              <a:avLst/>
              <a:gdLst>
                <a:gd name="T0" fmla="*/ 87 w 204"/>
                <a:gd name="T1" fmla="*/ 0 h 82"/>
                <a:gd name="T2" fmla="*/ 0 w 204"/>
                <a:gd name="T3" fmla="*/ 19 h 82"/>
                <a:gd name="T4" fmla="*/ 40 w 204"/>
                <a:gd name="T5" fmla="*/ 51 h 82"/>
                <a:gd name="T6" fmla="*/ 126 w 204"/>
                <a:gd name="T7" fmla="*/ 32 h 82"/>
                <a:gd name="T8" fmla="*/ 87 w 204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82">
                  <a:moveTo>
                    <a:pt x="139" y="0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2" y="48"/>
                    <a:pt x="43" y="65"/>
                    <a:pt x="65" y="82"/>
                  </a:cubicBezTo>
                  <a:cubicBezTo>
                    <a:pt x="204" y="51"/>
                    <a:pt x="204" y="51"/>
                    <a:pt x="204" y="51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2" name="Freeform 311">
              <a:extLst>
                <a:ext uri="{FF2B5EF4-FFF2-40B4-BE49-F238E27FC236}">
                  <a16:creationId xmlns:a16="http://schemas.microsoft.com/office/drawing/2014/main" id="{0253E2B6-1FAF-4B09-B608-FA707849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982"/>
              <a:ext cx="189" cy="73"/>
            </a:xfrm>
            <a:custGeom>
              <a:avLst/>
              <a:gdLst>
                <a:gd name="T0" fmla="*/ 55 w 189"/>
                <a:gd name="T1" fmla="*/ 73 h 73"/>
                <a:gd name="T2" fmla="*/ 189 w 189"/>
                <a:gd name="T3" fmla="*/ 43 h 73"/>
                <a:gd name="T4" fmla="*/ 134 w 189"/>
                <a:gd name="T5" fmla="*/ 0 h 73"/>
                <a:gd name="T6" fmla="*/ 0 w 189"/>
                <a:gd name="T7" fmla="*/ 30 h 73"/>
                <a:gd name="T8" fmla="*/ 55 w 189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55" y="73"/>
                  </a:moveTo>
                  <a:lnTo>
                    <a:pt x="189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3" name="Freeform 312">
              <a:extLst>
                <a:ext uri="{FF2B5EF4-FFF2-40B4-BE49-F238E27FC236}">
                  <a16:creationId xmlns:a16="http://schemas.microsoft.com/office/drawing/2014/main" id="{0B61AE3B-7353-4D45-AB15-A54E048F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095"/>
              <a:ext cx="189" cy="73"/>
            </a:xfrm>
            <a:custGeom>
              <a:avLst/>
              <a:gdLst>
                <a:gd name="T0" fmla="*/ 0 w 189"/>
                <a:gd name="T1" fmla="*/ 30 h 73"/>
                <a:gd name="T2" fmla="*/ 55 w 189"/>
                <a:gd name="T3" fmla="*/ 73 h 73"/>
                <a:gd name="T4" fmla="*/ 189 w 189"/>
                <a:gd name="T5" fmla="*/ 43 h 73"/>
                <a:gd name="T6" fmla="*/ 135 w 189"/>
                <a:gd name="T7" fmla="*/ 0 h 73"/>
                <a:gd name="T8" fmla="*/ 0 w 189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0" y="30"/>
                  </a:moveTo>
                  <a:lnTo>
                    <a:pt x="55" y="73"/>
                  </a:lnTo>
                  <a:lnTo>
                    <a:pt x="189" y="43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4" name="Freeform 313">
              <a:extLst>
                <a:ext uri="{FF2B5EF4-FFF2-40B4-BE49-F238E27FC236}">
                  <a16:creationId xmlns:a16="http://schemas.microsoft.com/office/drawing/2014/main" id="{8EF10BDD-4B76-4CC7-9099-3B563EED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435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4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4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5" name="Freeform 314">
              <a:extLst>
                <a:ext uri="{FF2B5EF4-FFF2-40B4-BE49-F238E27FC236}">
                  <a16:creationId xmlns:a16="http://schemas.microsoft.com/office/drawing/2014/main" id="{B6129A74-8DFE-4D32-AA23-099003D3C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605"/>
              <a:ext cx="190" cy="73"/>
            </a:xfrm>
            <a:custGeom>
              <a:avLst/>
              <a:gdLst>
                <a:gd name="T0" fmla="*/ 136 w 190"/>
                <a:gd name="T1" fmla="*/ 0 h 73"/>
                <a:gd name="T2" fmla="*/ 0 w 190"/>
                <a:gd name="T3" fmla="*/ 30 h 73"/>
                <a:gd name="T4" fmla="*/ 56 w 190"/>
                <a:gd name="T5" fmla="*/ 73 h 73"/>
                <a:gd name="T6" fmla="*/ 190 w 190"/>
                <a:gd name="T7" fmla="*/ 43 h 73"/>
                <a:gd name="T8" fmla="*/ 136 w 19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136" y="0"/>
                  </a:moveTo>
                  <a:lnTo>
                    <a:pt x="0" y="30"/>
                  </a:lnTo>
                  <a:lnTo>
                    <a:pt x="56" y="73"/>
                  </a:lnTo>
                  <a:lnTo>
                    <a:pt x="190" y="43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6" name="Freeform 315">
              <a:extLst>
                <a:ext uri="{FF2B5EF4-FFF2-40B4-BE49-F238E27FC236}">
                  <a16:creationId xmlns:a16="http://schemas.microsoft.com/office/drawing/2014/main" id="{0614106E-EC85-4C51-8E5F-0F0F042A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038"/>
              <a:ext cx="189" cy="74"/>
            </a:xfrm>
            <a:custGeom>
              <a:avLst/>
              <a:gdLst>
                <a:gd name="T0" fmla="*/ 0 w 189"/>
                <a:gd name="T1" fmla="*/ 30 h 74"/>
                <a:gd name="T2" fmla="*/ 55 w 189"/>
                <a:gd name="T3" fmla="*/ 74 h 74"/>
                <a:gd name="T4" fmla="*/ 189 w 189"/>
                <a:gd name="T5" fmla="*/ 44 h 74"/>
                <a:gd name="T6" fmla="*/ 134 w 189"/>
                <a:gd name="T7" fmla="*/ 0 h 74"/>
                <a:gd name="T8" fmla="*/ 0 w 189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0" y="30"/>
                  </a:moveTo>
                  <a:lnTo>
                    <a:pt x="55" y="74"/>
                  </a:ln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7" name="Freeform 316">
              <a:extLst>
                <a:ext uri="{FF2B5EF4-FFF2-40B4-BE49-F238E27FC236}">
                  <a16:creationId xmlns:a16="http://schemas.microsoft.com/office/drawing/2014/main" id="{4CFCF3B7-D086-4CDF-A852-A5249682B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548"/>
              <a:ext cx="189" cy="74"/>
            </a:xfrm>
            <a:custGeom>
              <a:avLst/>
              <a:gdLst>
                <a:gd name="T0" fmla="*/ 134 w 189"/>
                <a:gd name="T1" fmla="*/ 0 h 74"/>
                <a:gd name="T2" fmla="*/ 0 w 189"/>
                <a:gd name="T3" fmla="*/ 30 h 74"/>
                <a:gd name="T4" fmla="*/ 55 w 189"/>
                <a:gd name="T5" fmla="*/ 74 h 74"/>
                <a:gd name="T6" fmla="*/ 189 w 189"/>
                <a:gd name="T7" fmla="*/ 44 h 74"/>
                <a:gd name="T8" fmla="*/ 134 w 18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134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89" y="4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8" name="Freeform 317">
              <a:extLst>
                <a:ext uri="{FF2B5EF4-FFF2-40B4-BE49-F238E27FC236}">
                  <a16:creationId xmlns:a16="http://schemas.microsoft.com/office/drawing/2014/main" id="{027BFF3D-986B-4663-83AE-A6F8B34F8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379"/>
              <a:ext cx="189" cy="73"/>
            </a:xfrm>
            <a:custGeom>
              <a:avLst/>
              <a:gdLst>
                <a:gd name="T0" fmla="*/ 0 w 189"/>
                <a:gd name="T1" fmla="*/ 29 h 73"/>
                <a:gd name="T2" fmla="*/ 55 w 189"/>
                <a:gd name="T3" fmla="*/ 73 h 73"/>
                <a:gd name="T4" fmla="*/ 189 w 189"/>
                <a:gd name="T5" fmla="*/ 43 h 73"/>
                <a:gd name="T6" fmla="*/ 134 w 189"/>
                <a:gd name="T7" fmla="*/ 0 h 73"/>
                <a:gd name="T8" fmla="*/ 0 w 189"/>
                <a:gd name="T9" fmla="*/ 2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0" y="29"/>
                  </a:moveTo>
                  <a:lnTo>
                    <a:pt x="55" y="73"/>
                  </a:lnTo>
                  <a:lnTo>
                    <a:pt x="189" y="43"/>
                  </a:lnTo>
                  <a:lnTo>
                    <a:pt x="134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9" name="Freeform 318">
              <a:extLst>
                <a:ext uri="{FF2B5EF4-FFF2-40B4-BE49-F238E27FC236}">
                  <a16:creationId xmlns:a16="http://schemas.microsoft.com/office/drawing/2014/main" id="{7B13F6BC-61A6-417B-8429-469F5A2BD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492"/>
              <a:ext cx="189" cy="73"/>
            </a:xfrm>
            <a:custGeom>
              <a:avLst/>
              <a:gdLst>
                <a:gd name="T0" fmla="*/ 0 w 189"/>
                <a:gd name="T1" fmla="*/ 30 h 73"/>
                <a:gd name="T2" fmla="*/ 55 w 189"/>
                <a:gd name="T3" fmla="*/ 73 h 73"/>
                <a:gd name="T4" fmla="*/ 189 w 189"/>
                <a:gd name="T5" fmla="*/ 43 h 73"/>
                <a:gd name="T6" fmla="*/ 134 w 189"/>
                <a:gd name="T7" fmla="*/ 0 h 73"/>
                <a:gd name="T8" fmla="*/ 0 w 189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0" y="30"/>
                  </a:moveTo>
                  <a:lnTo>
                    <a:pt x="55" y="73"/>
                  </a:lnTo>
                  <a:lnTo>
                    <a:pt x="189" y="43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0" name="Freeform 319">
              <a:extLst>
                <a:ext uri="{FF2B5EF4-FFF2-40B4-BE49-F238E27FC236}">
                  <a16:creationId xmlns:a16="http://schemas.microsoft.com/office/drawing/2014/main" id="{1B72575E-E2D3-4854-93C3-03D69D425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321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5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1" name="Freeform 320">
              <a:extLst>
                <a:ext uri="{FF2B5EF4-FFF2-40B4-BE49-F238E27FC236}">
                  <a16:creationId xmlns:a16="http://schemas.microsoft.com/office/drawing/2014/main" id="{42539E87-07B8-4B64-90D7-98BBA84A4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265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2" name="Freeform 321">
              <a:extLst>
                <a:ext uri="{FF2B5EF4-FFF2-40B4-BE49-F238E27FC236}">
                  <a16:creationId xmlns:a16="http://schemas.microsoft.com/office/drawing/2014/main" id="{B8C01C88-F80F-4643-995B-892F3BCE5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208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3" name="Freeform 322">
              <a:extLst>
                <a:ext uri="{FF2B5EF4-FFF2-40B4-BE49-F238E27FC236}">
                  <a16:creationId xmlns:a16="http://schemas.microsoft.com/office/drawing/2014/main" id="{C4485CB0-B253-4528-ABDC-3FA44EB04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152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5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5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4" name="Freeform 323">
              <a:extLst>
                <a:ext uri="{FF2B5EF4-FFF2-40B4-BE49-F238E27FC236}">
                  <a16:creationId xmlns:a16="http://schemas.microsoft.com/office/drawing/2014/main" id="{AAB4843A-B2BA-4B0C-97A9-D704D91FD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925"/>
              <a:ext cx="190" cy="74"/>
            </a:xfrm>
            <a:custGeom>
              <a:avLst/>
              <a:gdLst>
                <a:gd name="T0" fmla="*/ 55 w 190"/>
                <a:gd name="T1" fmla="*/ 74 h 74"/>
                <a:gd name="T2" fmla="*/ 190 w 190"/>
                <a:gd name="T3" fmla="*/ 44 h 74"/>
                <a:gd name="T4" fmla="*/ 134 w 190"/>
                <a:gd name="T5" fmla="*/ 0 h 74"/>
                <a:gd name="T6" fmla="*/ 0 w 190"/>
                <a:gd name="T7" fmla="*/ 30 h 74"/>
                <a:gd name="T8" fmla="*/ 55 w 190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55" y="74"/>
                  </a:move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5" y="7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5" name="Freeform 324">
              <a:extLst>
                <a:ext uri="{FF2B5EF4-FFF2-40B4-BE49-F238E27FC236}">
                  <a16:creationId xmlns:a16="http://schemas.microsoft.com/office/drawing/2014/main" id="{F4A46654-62D3-4AAB-85B7-B7875F5B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642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6 w 190"/>
                <a:gd name="T3" fmla="*/ 73 h 73"/>
                <a:gd name="T4" fmla="*/ 190 w 190"/>
                <a:gd name="T5" fmla="*/ 43 h 73"/>
                <a:gd name="T6" fmla="*/ 134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6" y="73"/>
                  </a:lnTo>
                  <a:lnTo>
                    <a:pt x="190" y="43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6" name="Freeform 325">
              <a:extLst>
                <a:ext uri="{FF2B5EF4-FFF2-40B4-BE49-F238E27FC236}">
                  <a16:creationId xmlns:a16="http://schemas.microsoft.com/office/drawing/2014/main" id="{B66E8A29-6111-4087-919B-7A1E69F45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018"/>
              <a:ext cx="190" cy="73"/>
            </a:xfrm>
            <a:custGeom>
              <a:avLst/>
              <a:gdLst>
                <a:gd name="T0" fmla="*/ 56 w 190"/>
                <a:gd name="T1" fmla="*/ 73 h 73"/>
                <a:gd name="T2" fmla="*/ 190 w 190"/>
                <a:gd name="T3" fmla="*/ 43 h 73"/>
                <a:gd name="T4" fmla="*/ 134 w 190"/>
                <a:gd name="T5" fmla="*/ 0 h 73"/>
                <a:gd name="T6" fmla="*/ 0 w 190"/>
                <a:gd name="T7" fmla="*/ 30 h 73"/>
                <a:gd name="T8" fmla="*/ 56 w 190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56" y="73"/>
                  </a:moveTo>
                  <a:lnTo>
                    <a:pt x="190" y="43"/>
                  </a:lnTo>
                  <a:lnTo>
                    <a:pt x="134" y="0"/>
                  </a:lnTo>
                  <a:lnTo>
                    <a:pt x="0" y="30"/>
                  </a:lnTo>
                  <a:lnTo>
                    <a:pt x="56" y="7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7" name="Freeform 326">
              <a:extLst>
                <a:ext uri="{FF2B5EF4-FFF2-40B4-BE49-F238E27FC236}">
                  <a16:creationId xmlns:a16="http://schemas.microsoft.com/office/drawing/2014/main" id="{6ACB34FA-0B2E-4217-876E-02BFECA13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584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8" name="Freeform 327">
              <a:extLst>
                <a:ext uri="{FF2B5EF4-FFF2-40B4-BE49-F238E27FC236}">
                  <a16:creationId xmlns:a16="http://schemas.microsoft.com/office/drawing/2014/main" id="{EFB82D22-C6C8-4204-BE7E-AA8FAE05E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301"/>
              <a:ext cx="189" cy="74"/>
            </a:xfrm>
            <a:custGeom>
              <a:avLst/>
              <a:gdLst>
                <a:gd name="T0" fmla="*/ 0 w 189"/>
                <a:gd name="T1" fmla="*/ 30 h 74"/>
                <a:gd name="T2" fmla="*/ 55 w 189"/>
                <a:gd name="T3" fmla="*/ 74 h 74"/>
                <a:gd name="T4" fmla="*/ 189 w 189"/>
                <a:gd name="T5" fmla="*/ 44 h 74"/>
                <a:gd name="T6" fmla="*/ 134 w 189"/>
                <a:gd name="T7" fmla="*/ 0 h 74"/>
                <a:gd name="T8" fmla="*/ 0 w 189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0" y="30"/>
                  </a:moveTo>
                  <a:lnTo>
                    <a:pt x="55" y="74"/>
                  </a:ln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9" name="Freeform 328">
              <a:extLst>
                <a:ext uri="{FF2B5EF4-FFF2-40B4-BE49-F238E27FC236}">
                  <a16:creationId xmlns:a16="http://schemas.microsoft.com/office/drawing/2014/main" id="{2F28CF3D-3FE9-4277-A67C-23FB4316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15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6 w 190"/>
                <a:gd name="T3" fmla="*/ 73 h 73"/>
                <a:gd name="T4" fmla="*/ 190 w 190"/>
                <a:gd name="T5" fmla="*/ 43 h 73"/>
                <a:gd name="T6" fmla="*/ 135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6" y="73"/>
                  </a:lnTo>
                  <a:lnTo>
                    <a:pt x="190" y="43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0" name="Freeform 329">
              <a:extLst>
                <a:ext uri="{FF2B5EF4-FFF2-40B4-BE49-F238E27FC236}">
                  <a16:creationId xmlns:a16="http://schemas.microsoft.com/office/drawing/2014/main" id="{91129D7A-46F3-4C71-97CD-8B6A8683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188"/>
              <a:ext cx="189" cy="74"/>
            </a:xfrm>
            <a:custGeom>
              <a:avLst/>
              <a:gdLst>
                <a:gd name="T0" fmla="*/ 0 w 189"/>
                <a:gd name="T1" fmla="*/ 30 h 74"/>
                <a:gd name="T2" fmla="*/ 54 w 189"/>
                <a:gd name="T3" fmla="*/ 74 h 74"/>
                <a:gd name="T4" fmla="*/ 189 w 189"/>
                <a:gd name="T5" fmla="*/ 44 h 74"/>
                <a:gd name="T6" fmla="*/ 134 w 189"/>
                <a:gd name="T7" fmla="*/ 0 h 74"/>
                <a:gd name="T8" fmla="*/ 0 w 189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0" y="30"/>
                  </a:moveTo>
                  <a:lnTo>
                    <a:pt x="54" y="74"/>
                  </a:ln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1" name="Freeform 330">
              <a:extLst>
                <a:ext uri="{FF2B5EF4-FFF2-40B4-BE49-F238E27FC236}">
                  <a16:creationId xmlns:a16="http://schemas.microsoft.com/office/drawing/2014/main" id="{25BB17E3-08D1-44C2-9790-AF85C1181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244"/>
              <a:ext cx="189" cy="74"/>
            </a:xfrm>
            <a:custGeom>
              <a:avLst/>
              <a:gdLst>
                <a:gd name="T0" fmla="*/ 0 w 189"/>
                <a:gd name="T1" fmla="*/ 30 h 74"/>
                <a:gd name="T2" fmla="*/ 54 w 189"/>
                <a:gd name="T3" fmla="*/ 74 h 74"/>
                <a:gd name="T4" fmla="*/ 189 w 189"/>
                <a:gd name="T5" fmla="*/ 44 h 74"/>
                <a:gd name="T6" fmla="*/ 134 w 189"/>
                <a:gd name="T7" fmla="*/ 0 h 74"/>
                <a:gd name="T8" fmla="*/ 0 w 189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0" y="30"/>
                  </a:moveTo>
                  <a:lnTo>
                    <a:pt x="54" y="74"/>
                  </a:ln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2" name="Freeform 331">
              <a:extLst>
                <a:ext uri="{FF2B5EF4-FFF2-40B4-BE49-F238E27FC236}">
                  <a16:creationId xmlns:a16="http://schemas.microsoft.com/office/drawing/2014/main" id="{7F96AC2D-C345-47FE-94EF-36FFB3B62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31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6 w 190"/>
                <a:gd name="T3" fmla="*/ 73 h 73"/>
                <a:gd name="T4" fmla="*/ 190 w 190"/>
                <a:gd name="T5" fmla="*/ 44 h 73"/>
                <a:gd name="T6" fmla="*/ 135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6" y="73"/>
                  </a:ln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3" name="Freeform 332">
              <a:extLst>
                <a:ext uri="{FF2B5EF4-FFF2-40B4-BE49-F238E27FC236}">
                  <a16:creationId xmlns:a16="http://schemas.microsoft.com/office/drawing/2014/main" id="{C7D6270C-0C20-4B5D-9B2E-4933575DF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357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5 h 74"/>
                <a:gd name="T6" fmla="*/ 135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5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4" name="Freeform 333">
              <a:extLst>
                <a:ext uri="{FF2B5EF4-FFF2-40B4-BE49-F238E27FC236}">
                  <a16:creationId xmlns:a16="http://schemas.microsoft.com/office/drawing/2014/main" id="{C769D2E9-EDEA-44E9-AE9D-3F23A9E58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074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5" name="Freeform 334">
              <a:extLst>
                <a:ext uri="{FF2B5EF4-FFF2-40B4-BE49-F238E27FC236}">
                  <a16:creationId xmlns:a16="http://schemas.microsoft.com/office/drawing/2014/main" id="{AA20DC73-EE0D-4C9C-96AB-733611D25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698"/>
              <a:ext cx="190" cy="74"/>
            </a:xfrm>
            <a:custGeom>
              <a:avLst/>
              <a:gdLst>
                <a:gd name="T0" fmla="*/ 135 w 190"/>
                <a:gd name="T1" fmla="*/ 0 h 74"/>
                <a:gd name="T2" fmla="*/ 0 w 190"/>
                <a:gd name="T3" fmla="*/ 30 h 74"/>
                <a:gd name="T4" fmla="*/ 55 w 190"/>
                <a:gd name="T5" fmla="*/ 74 h 74"/>
                <a:gd name="T6" fmla="*/ 190 w 190"/>
                <a:gd name="T7" fmla="*/ 44 h 74"/>
                <a:gd name="T8" fmla="*/ 135 w 19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135" y="0"/>
                  </a:moveTo>
                  <a:lnTo>
                    <a:pt x="0" y="30"/>
                  </a:lnTo>
                  <a:lnTo>
                    <a:pt x="55" y="74"/>
                  </a:lnTo>
                  <a:lnTo>
                    <a:pt x="190" y="4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6" name="Freeform 335">
              <a:extLst>
                <a:ext uri="{FF2B5EF4-FFF2-40B4-BE49-F238E27FC236}">
                  <a16:creationId xmlns:a16="http://schemas.microsoft.com/office/drawing/2014/main" id="{56699FBD-34D3-463D-8B6D-48CB56EC4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755"/>
              <a:ext cx="173" cy="69"/>
            </a:xfrm>
            <a:custGeom>
              <a:avLst/>
              <a:gdLst>
                <a:gd name="T0" fmla="*/ 87 w 202"/>
                <a:gd name="T1" fmla="*/ 0 h 81"/>
                <a:gd name="T2" fmla="*/ 0 w 202"/>
                <a:gd name="T3" fmla="*/ 19 h 81"/>
                <a:gd name="T4" fmla="*/ 43 w 202"/>
                <a:gd name="T5" fmla="*/ 50 h 81"/>
                <a:gd name="T6" fmla="*/ 127 w 202"/>
                <a:gd name="T7" fmla="*/ 32 h 81"/>
                <a:gd name="T8" fmla="*/ 87 w 202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81">
                  <a:moveTo>
                    <a:pt x="138" y="0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3" y="48"/>
                    <a:pt x="45" y="65"/>
                    <a:pt x="68" y="81"/>
                  </a:cubicBezTo>
                  <a:cubicBezTo>
                    <a:pt x="202" y="51"/>
                    <a:pt x="202" y="51"/>
                    <a:pt x="202" y="51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7" name="Freeform 336">
              <a:extLst>
                <a:ext uri="{FF2B5EF4-FFF2-40B4-BE49-F238E27FC236}">
                  <a16:creationId xmlns:a16="http://schemas.microsoft.com/office/drawing/2014/main" id="{98AAC1E1-8E71-4187-ADA3-584EA464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970"/>
              <a:ext cx="147" cy="65"/>
            </a:xfrm>
            <a:custGeom>
              <a:avLst/>
              <a:gdLst>
                <a:gd name="T0" fmla="*/ 41 w 172"/>
                <a:gd name="T1" fmla="*/ 49 h 75"/>
                <a:gd name="T2" fmla="*/ 108 w 172"/>
                <a:gd name="T3" fmla="*/ 33 h 75"/>
                <a:gd name="T4" fmla="*/ 66 w 172"/>
                <a:gd name="T5" fmla="*/ 0 h 75"/>
                <a:gd name="T6" fmla="*/ 0 w 172"/>
                <a:gd name="T7" fmla="*/ 16 h 75"/>
                <a:gd name="T8" fmla="*/ 41 w 172"/>
                <a:gd name="T9" fmla="*/ 4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5">
                  <a:moveTo>
                    <a:pt x="65" y="75"/>
                  </a:moveTo>
                  <a:cubicBezTo>
                    <a:pt x="172" y="51"/>
                    <a:pt x="172" y="51"/>
                    <a:pt x="172" y="51"/>
                  </a:cubicBezTo>
                  <a:cubicBezTo>
                    <a:pt x="151" y="35"/>
                    <a:pt x="129" y="18"/>
                    <a:pt x="105" y="0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65" y="7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8" name="Freeform 337">
              <a:extLst>
                <a:ext uri="{FF2B5EF4-FFF2-40B4-BE49-F238E27FC236}">
                  <a16:creationId xmlns:a16="http://schemas.microsoft.com/office/drawing/2014/main" id="{0507FD03-B65B-469F-BC86-483C2DC04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471"/>
              <a:ext cx="189" cy="74"/>
            </a:xfrm>
            <a:custGeom>
              <a:avLst/>
              <a:gdLst>
                <a:gd name="T0" fmla="*/ 0 w 189"/>
                <a:gd name="T1" fmla="*/ 30 h 74"/>
                <a:gd name="T2" fmla="*/ 55 w 189"/>
                <a:gd name="T3" fmla="*/ 74 h 74"/>
                <a:gd name="T4" fmla="*/ 189 w 189"/>
                <a:gd name="T5" fmla="*/ 44 h 74"/>
                <a:gd name="T6" fmla="*/ 134 w 189"/>
                <a:gd name="T7" fmla="*/ 0 h 74"/>
                <a:gd name="T8" fmla="*/ 0 w 189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0" y="30"/>
                  </a:moveTo>
                  <a:lnTo>
                    <a:pt x="55" y="74"/>
                  </a:lnTo>
                  <a:lnTo>
                    <a:pt x="189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9" name="Freeform 338">
              <a:extLst>
                <a:ext uri="{FF2B5EF4-FFF2-40B4-BE49-F238E27FC236}">
                  <a16:creationId xmlns:a16="http://schemas.microsoft.com/office/drawing/2014/main" id="{6DB1F0D2-9C4C-42DE-9498-E310593E6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528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5 w 190"/>
                <a:gd name="T3" fmla="*/ 73 h 73"/>
                <a:gd name="T4" fmla="*/ 190 w 190"/>
                <a:gd name="T5" fmla="*/ 43 h 73"/>
                <a:gd name="T6" fmla="*/ 134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5" y="73"/>
                  </a:lnTo>
                  <a:lnTo>
                    <a:pt x="190" y="43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0" name="Freeform 339">
              <a:extLst>
                <a:ext uri="{FF2B5EF4-FFF2-40B4-BE49-F238E27FC236}">
                  <a16:creationId xmlns:a16="http://schemas.microsoft.com/office/drawing/2014/main" id="{D2864156-2661-4968-ABC0-4CA3F226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167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5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1" name="Freeform 340">
              <a:extLst>
                <a:ext uri="{FF2B5EF4-FFF2-40B4-BE49-F238E27FC236}">
                  <a16:creationId xmlns:a16="http://schemas.microsoft.com/office/drawing/2014/main" id="{7ECAE745-4786-47EB-9564-B11079418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224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6 w 190"/>
                <a:gd name="T3" fmla="*/ 73 h 73"/>
                <a:gd name="T4" fmla="*/ 190 w 190"/>
                <a:gd name="T5" fmla="*/ 44 h 73"/>
                <a:gd name="T6" fmla="*/ 135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6" y="73"/>
                  </a:ln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2" name="Freeform 341">
              <a:extLst>
                <a:ext uri="{FF2B5EF4-FFF2-40B4-BE49-F238E27FC236}">
                  <a16:creationId xmlns:a16="http://schemas.microsoft.com/office/drawing/2014/main" id="{F13F4FEF-50E7-4279-91CF-07A4DE60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337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5 w 190"/>
                <a:gd name="T3" fmla="*/ 73 h 73"/>
                <a:gd name="T4" fmla="*/ 190 w 190"/>
                <a:gd name="T5" fmla="*/ 44 h 73"/>
                <a:gd name="T6" fmla="*/ 134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5" y="73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3" name="Freeform 342">
              <a:extLst>
                <a:ext uri="{FF2B5EF4-FFF2-40B4-BE49-F238E27FC236}">
                  <a16:creationId xmlns:a16="http://schemas.microsoft.com/office/drawing/2014/main" id="{ED3F4829-A972-4948-A0F3-CB2B7219F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564"/>
              <a:ext cx="189" cy="73"/>
            </a:xfrm>
            <a:custGeom>
              <a:avLst/>
              <a:gdLst>
                <a:gd name="T0" fmla="*/ 0 w 189"/>
                <a:gd name="T1" fmla="*/ 30 h 73"/>
                <a:gd name="T2" fmla="*/ 54 w 189"/>
                <a:gd name="T3" fmla="*/ 73 h 73"/>
                <a:gd name="T4" fmla="*/ 189 w 189"/>
                <a:gd name="T5" fmla="*/ 43 h 73"/>
                <a:gd name="T6" fmla="*/ 134 w 189"/>
                <a:gd name="T7" fmla="*/ 0 h 73"/>
                <a:gd name="T8" fmla="*/ 0 w 189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0" y="30"/>
                  </a:moveTo>
                  <a:lnTo>
                    <a:pt x="54" y="73"/>
                  </a:lnTo>
                  <a:lnTo>
                    <a:pt x="189" y="43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4" name="Freeform 343">
              <a:extLst>
                <a:ext uri="{FF2B5EF4-FFF2-40B4-BE49-F238E27FC236}">
                  <a16:creationId xmlns:a16="http://schemas.microsoft.com/office/drawing/2014/main" id="{A6E114F5-2FD8-4FFB-8C00-E2DEFBB73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394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5" name="Freeform 344">
              <a:extLst>
                <a:ext uri="{FF2B5EF4-FFF2-40B4-BE49-F238E27FC236}">
                  <a16:creationId xmlns:a16="http://schemas.microsoft.com/office/drawing/2014/main" id="{359CD288-3596-4D06-BBAA-87CE642B8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507"/>
              <a:ext cx="189" cy="74"/>
            </a:xfrm>
            <a:custGeom>
              <a:avLst/>
              <a:gdLst>
                <a:gd name="T0" fmla="*/ 0 w 189"/>
                <a:gd name="T1" fmla="*/ 30 h 74"/>
                <a:gd name="T2" fmla="*/ 55 w 189"/>
                <a:gd name="T3" fmla="*/ 74 h 74"/>
                <a:gd name="T4" fmla="*/ 189 w 189"/>
                <a:gd name="T5" fmla="*/ 44 h 74"/>
                <a:gd name="T6" fmla="*/ 135 w 189"/>
                <a:gd name="T7" fmla="*/ 0 h 74"/>
                <a:gd name="T8" fmla="*/ 0 w 189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4">
                  <a:moveTo>
                    <a:pt x="0" y="30"/>
                  </a:moveTo>
                  <a:lnTo>
                    <a:pt x="55" y="74"/>
                  </a:lnTo>
                  <a:lnTo>
                    <a:pt x="189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6" name="Freeform 345">
              <a:extLst>
                <a:ext uri="{FF2B5EF4-FFF2-40B4-BE49-F238E27FC236}">
                  <a16:creationId xmlns:a16="http://schemas.microsoft.com/office/drawing/2014/main" id="{979A59A6-A5AA-4798-9D1E-1DDD13C4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80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5 w 190"/>
                <a:gd name="T3" fmla="*/ 74 h 74"/>
                <a:gd name="T4" fmla="*/ 190 w 190"/>
                <a:gd name="T5" fmla="*/ 44 h 74"/>
                <a:gd name="T6" fmla="*/ 134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5" y="74"/>
                  </a:lnTo>
                  <a:lnTo>
                    <a:pt x="190" y="44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7" name="Freeform 346">
              <a:extLst>
                <a:ext uri="{FF2B5EF4-FFF2-40B4-BE49-F238E27FC236}">
                  <a16:creationId xmlns:a16="http://schemas.microsoft.com/office/drawing/2014/main" id="{7698390F-5910-4929-831B-A384D454C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111"/>
              <a:ext cx="190" cy="73"/>
            </a:xfrm>
            <a:custGeom>
              <a:avLst/>
              <a:gdLst>
                <a:gd name="T0" fmla="*/ 0 w 190"/>
                <a:gd name="T1" fmla="*/ 29 h 73"/>
                <a:gd name="T2" fmla="*/ 56 w 190"/>
                <a:gd name="T3" fmla="*/ 73 h 73"/>
                <a:gd name="T4" fmla="*/ 190 w 190"/>
                <a:gd name="T5" fmla="*/ 44 h 73"/>
                <a:gd name="T6" fmla="*/ 135 w 190"/>
                <a:gd name="T7" fmla="*/ 0 h 73"/>
                <a:gd name="T8" fmla="*/ 0 w 190"/>
                <a:gd name="T9" fmla="*/ 2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29"/>
                  </a:moveTo>
                  <a:lnTo>
                    <a:pt x="56" y="73"/>
                  </a:lnTo>
                  <a:lnTo>
                    <a:pt x="190" y="44"/>
                  </a:lnTo>
                  <a:lnTo>
                    <a:pt x="135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8" name="Freeform 347">
              <a:extLst>
                <a:ext uri="{FF2B5EF4-FFF2-40B4-BE49-F238E27FC236}">
                  <a16:creationId xmlns:a16="http://schemas.microsoft.com/office/drawing/2014/main" id="{5B562FB1-7AD2-4363-A2AE-F31C94EE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847"/>
              <a:ext cx="166" cy="67"/>
            </a:xfrm>
            <a:custGeom>
              <a:avLst/>
              <a:gdLst>
                <a:gd name="T0" fmla="*/ 80 w 194"/>
                <a:gd name="T1" fmla="*/ 0 h 78"/>
                <a:gd name="T2" fmla="*/ 0 w 194"/>
                <a:gd name="T3" fmla="*/ 18 h 78"/>
                <a:gd name="T4" fmla="*/ 45 w 194"/>
                <a:gd name="T5" fmla="*/ 50 h 78"/>
                <a:gd name="T6" fmla="*/ 122 w 194"/>
                <a:gd name="T7" fmla="*/ 34 h 78"/>
                <a:gd name="T8" fmla="*/ 80 w 194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78">
                  <a:moveTo>
                    <a:pt x="129" y="0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25" y="47"/>
                    <a:pt x="50" y="63"/>
                    <a:pt x="73" y="78"/>
                  </a:cubicBezTo>
                  <a:cubicBezTo>
                    <a:pt x="194" y="52"/>
                    <a:pt x="194" y="52"/>
                    <a:pt x="194" y="52"/>
                  </a:cubicBezTo>
                  <a:lnTo>
                    <a:pt x="129" y="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9" name="Freeform 348">
              <a:extLst>
                <a:ext uri="{FF2B5EF4-FFF2-40B4-BE49-F238E27FC236}">
                  <a16:creationId xmlns:a16="http://schemas.microsoft.com/office/drawing/2014/main" id="{EDDC11E1-AA81-4F3F-9AF5-F515DE72A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" y="2063"/>
              <a:ext cx="151" cy="64"/>
            </a:xfrm>
            <a:custGeom>
              <a:avLst/>
              <a:gdLst>
                <a:gd name="T0" fmla="*/ 40 w 177"/>
                <a:gd name="T1" fmla="*/ 47 h 75"/>
                <a:gd name="T2" fmla="*/ 110 w 177"/>
                <a:gd name="T3" fmla="*/ 32 h 75"/>
                <a:gd name="T4" fmla="*/ 68 w 177"/>
                <a:gd name="T5" fmla="*/ 0 h 75"/>
                <a:gd name="T6" fmla="*/ 0 w 177"/>
                <a:gd name="T7" fmla="*/ 15 h 75"/>
                <a:gd name="T8" fmla="*/ 40 w 177"/>
                <a:gd name="T9" fmla="*/ 4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5">
                  <a:moveTo>
                    <a:pt x="64" y="75"/>
                  </a:moveTo>
                  <a:cubicBezTo>
                    <a:pt x="177" y="50"/>
                    <a:pt x="177" y="50"/>
                    <a:pt x="177" y="50"/>
                  </a:cubicBezTo>
                  <a:cubicBezTo>
                    <a:pt x="161" y="38"/>
                    <a:pt x="139" y="21"/>
                    <a:pt x="110" y="0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64" y="7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0" name="Freeform 349">
              <a:extLst>
                <a:ext uri="{FF2B5EF4-FFF2-40B4-BE49-F238E27FC236}">
                  <a16:creationId xmlns:a16="http://schemas.microsoft.com/office/drawing/2014/main" id="{A52121D7-EC47-44BF-BAF2-96B23D8D1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451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5 w 190"/>
                <a:gd name="T3" fmla="*/ 73 h 73"/>
                <a:gd name="T4" fmla="*/ 190 w 190"/>
                <a:gd name="T5" fmla="*/ 43 h 73"/>
                <a:gd name="T6" fmla="*/ 135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5" y="73"/>
                  </a:lnTo>
                  <a:lnTo>
                    <a:pt x="190" y="43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1" name="Freeform 350">
              <a:extLst>
                <a:ext uri="{FF2B5EF4-FFF2-40B4-BE49-F238E27FC236}">
                  <a16:creationId xmlns:a16="http://schemas.microsoft.com/office/drawing/2014/main" id="{6E9D7D39-B89A-4B38-AD7A-B2562A44B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791"/>
              <a:ext cx="189" cy="73"/>
            </a:xfrm>
            <a:custGeom>
              <a:avLst/>
              <a:gdLst>
                <a:gd name="T0" fmla="*/ 0 w 189"/>
                <a:gd name="T1" fmla="*/ 30 h 73"/>
                <a:gd name="T2" fmla="*/ 55 w 189"/>
                <a:gd name="T3" fmla="*/ 73 h 73"/>
                <a:gd name="T4" fmla="*/ 189 w 189"/>
                <a:gd name="T5" fmla="*/ 43 h 73"/>
                <a:gd name="T6" fmla="*/ 134 w 189"/>
                <a:gd name="T7" fmla="*/ 0 h 73"/>
                <a:gd name="T8" fmla="*/ 0 w 189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0" y="30"/>
                  </a:moveTo>
                  <a:lnTo>
                    <a:pt x="55" y="73"/>
                  </a:lnTo>
                  <a:lnTo>
                    <a:pt x="189" y="43"/>
                  </a:lnTo>
                  <a:lnTo>
                    <a:pt x="1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2" name="Freeform 351">
              <a:extLst>
                <a:ext uri="{FF2B5EF4-FFF2-40B4-BE49-F238E27FC236}">
                  <a16:creationId xmlns:a16="http://schemas.microsoft.com/office/drawing/2014/main" id="{4286F1CC-ECFD-4B7B-887B-B4A4106A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678"/>
              <a:ext cx="190" cy="73"/>
            </a:xfrm>
            <a:custGeom>
              <a:avLst/>
              <a:gdLst>
                <a:gd name="T0" fmla="*/ 0 w 190"/>
                <a:gd name="T1" fmla="*/ 30 h 73"/>
                <a:gd name="T2" fmla="*/ 56 w 190"/>
                <a:gd name="T3" fmla="*/ 73 h 73"/>
                <a:gd name="T4" fmla="*/ 190 w 190"/>
                <a:gd name="T5" fmla="*/ 43 h 73"/>
                <a:gd name="T6" fmla="*/ 135 w 190"/>
                <a:gd name="T7" fmla="*/ 0 h 73"/>
                <a:gd name="T8" fmla="*/ 0 w 190"/>
                <a:gd name="T9" fmla="*/ 3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3">
                  <a:moveTo>
                    <a:pt x="0" y="30"/>
                  </a:moveTo>
                  <a:lnTo>
                    <a:pt x="56" y="73"/>
                  </a:lnTo>
                  <a:lnTo>
                    <a:pt x="190" y="43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3" name="Freeform 352">
              <a:extLst>
                <a:ext uri="{FF2B5EF4-FFF2-40B4-BE49-F238E27FC236}">
                  <a16:creationId xmlns:a16="http://schemas.microsoft.com/office/drawing/2014/main" id="{37BE7BAA-3187-4D32-9739-C8B27A767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734"/>
              <a:ext cx="190" cy="74"/>
            </a:xfrm>
            <a:custGeom>
              <a:avLst/>
              <a:gdLst>
                <a:gd name="T0" fmla="*/ 0 w 190"/>
                <a:gd name="T1" fmla="*/ 30 h 74"/>
                <a:gd name="T2" fmla="*/ 56 w 190"/>
                <a:gd name="T3" fmla="*/ 74 h 74"/>
                <a:gd name="T4" fmla="*/ 190 w 190"/>
                <a:gd name="T5" fmla="*/ 44 h 74"/>
                <a:gd name="T6" fmla="*/ 135 w 190"/>
                <a:gd name="T7" fmla="*/ 0 h 74"/>
                <a:gd name="T8" fmla="*/ 0 w 190"/>
                <a:gd name="T9" fmla="*/ 3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74">
                  <a:moveTo>
                    <a:pt x="0" y="30"/>
                  </a:moveTo>
                  <a:lnTo>
                    <a:pt x="56" y="74"/>
                  </a:lnTo>
                  <a:lnTo>
                    <a:pt x="190" y="44"/>
                  </a:lnTo>
                  <a:lnTo>
                    <a:pt x="13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4" name="Freeform 353">
              <a:extLst>
                <a:ext uri="{FF2B5EF4-FFF2-40B4-BE49-F238E27FC236}">
                  <a16:creationId xmlns:a16="http://schemas.microsoft.com/office/drawing/2014/main" id="{0B41DBF6-ECDD-48B3-80E2-1A917921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621"/>
              <a:ext cx="189" cy="73"/>
            </a:xfrm>
            <a:custGeom>
              <a:avLst/>
              <a:gdLst>
                <a:gd name="T0" fmla="*/ 0 w 189"/>
                <a:gd name="T1" fmla="*/ 29 h 73"/>
                <a:gd name="T2" fmla="*/ 55 w 189"/>
                <a:gd name="T3" fmla="*/ 73 h 73"/>
                <a:gd name="T4" fmla="*/ 189 w 189"/>
                <a:gd name="T5" fmla="*/ 44 h 73"/>
                <a:gd name="T6" fmla="*/ 134 w 189"/>
                <a:gd name="T7" fmla="*/ 0 h 73"/>
                <a:gd name="T8" fmla="*/ 0 w 189"/>
                <a:gd name="T9" fmla="*/ 2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73">
                  <a:moveTo>
                    <a:pt x="0" y="29"/>
                  </a:moveTo>
                  <a:lnTo>
                    <a:pt x="55" y="73"/>
                  </a:lnTo>
                  <a:lnTo>
                    <a:pt x="189" y="44"/>
                  </a:lnTo>
                  <a:lnTo>
                    <a:pt x="134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5" name="Freeform 354">
              <a:extLst>
                <a:ext uri="{FF2B5EF4-FFF2-40B4-BE49-F238E27FC236}">
                  <a16:creationId xmlns:a16="http://schemas.microsoft.com/office/drawing/2014/main" id="{6C3B9542-C536-4154-927C-51D888B4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430"/>
              <a:ext cx="149" cy="45"/>
            </a:xfrm>
            <a:custGeom>
              <a:avLst/>
              <a:gdLst>
                <a:gd name="T0" fmla="*/ 0 w 174"/>
                <a:gd name="T1" fmla="*/ 23 h 52"/>
                <a:gd name="T2" fmla="*/ 15 w 174"/>
                <a:gd name="T3" fmla="*/ 34 h 52"/>
                <a:gd name="T4" fmla="*/ 110 w 174"/>
                <a:gd name="T5" fmla="*/ 9 h 52"/>
                <a:gd name="T6" fmla="*/ 99 w 174"/>
                <a:gd name="T7" fmla="*/ 0 h 52"/>
                <a:gd name="T8" fmla="*/ 0 w 174"/>
                <a:gd name="T9" fmla="*/ 2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2">
                  <a:moveTo>
                    <a:pt x="0" y="35"/>
                  </a:moveTo>
                  <a:cubicBezTo>
                    <a:pt x="23" y="52"/>
                    <a:pt x="23" y="52"/>
                    <a:pt x="23" y="52"/>
                  </a:cubicBezTo>
                  <a:cubicBezTo>
                    <a:pt x="73" y="39"/>
                    <a:pt x="123" y="26"/>
                    <a:pt x="174" y="13"/>
                  </a:cubicBezTo>
                  <a:cubicBezTo>
                    <a:pt x="158" y="0"/>
                    <a:pt x="158" y="0"/>
                    <a:pt x="158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6" name="Freeform 355">
              <a:extLst>
                <a:ext uri="{FF2B5EF4-FFF2-40B4-BE49-F238E27FC236}">
                  <a16:creationId xmlns:a16="http://schemas.microsoft.com/office/drawing/2014/main" id="{42209AE5-3B3E-420F-82FA-307B1531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543"/>
              <a:ext cx="167" cy="58"/>
            </a:xfrm>
            <a:custGeom>
              <a:avLst/>
              <a:gdLst>
                <a:gd name="T0" fmla="*/ 0 w 195"/>
                <a:gd name="T1" fmla="*/ 22 h 68"/>
                <a:gd name="T2" fmla="*/ 27 w 195"/>
                <a:gd name="T3" fmla="*/ 42 h 68"/>
                <a:gd name="T4" fmla="*/ 122 w 195"/>
                <a:gd name="T5" fmla="*/ 19 h 68"/>
                <a:gd name="T6" fmla="*/ 98 w 195"/>
                <a:gd name="T7" fmla="*/ 0 h 68"/>
                <a:gd name="T8" fmla="*/ 0 w 195"/>
                <a:gd name="T9" fmla="*/ 2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68">
                  <a:moveTo>
                    <a:pt x="0" y="35"/>
                  </a:moveTo>
                  <a:cubicBezTo>
                    <a:pt x="42" y="68"/>
                    <a:pt x="42" y="68"/>
                    <a:pt x="42" y="68"/>
                  </a:cubicBezTo>
                  <a:cubicBezTo>
                    <a:pt x="90" y="57"/>
                    <a:pt x="141" y="44"/>
                    <a:pt x="195" y="30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7" name="Freeform 356">
              <a:extLst>
                <a:ext uri="{FF2B5EF4-FFF2-40B4-BE49-F238E27FC236}">
                  <a16:creationId xmlns:a16="http://schemas.microsoft.com/office/drawing/2014/main" id="{B6270E85-476F-488D-BAA8-FF9B2495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657"/>
              <a:ext cx="167" cy="52"/>
            </a:xfrm>
            <a:custGeom>
              <a:avLst/>
              <a:gdLst>
                <a:gd name="T0" fmla="*/ 0 w 195"/>
                <a:gd name="T1" fmla="*/ 22 h 61"/>
                <a:gd name="T2" fmla="*/ 21 w 195"/>
                <a:gd name="T3" fmla="*/ 38 h 61"/>
                <a:gd name="T4" fmla="*/ 122 w 195"/>
                <a:gd name="T5" fmla="*/ 18 h 61"/>
                <a:gd name="T6" fmla="*/ 98 w 195"/>
                <a:gd name="T7" fmla="*/ 0 h 61"/>
                <a:gd name="T8" fmla="*/ 0 w 195"/>
                <a:gd name="T9" fmla="*/ 22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61">
                  <a:moveTo>
                    <a:pt x="0" y="35"/>
                  </a:moveTo>
                  <a:cubicBezTo>
                    <a:pt x="33" y="61"/>
                    <a:pt x="33" y="61"/>
                    <a:pt x="33" y="61"/>
                  </a:cubicBezTo>
                  <a:cubicBezTo>
                    <a:pt x="97" y="47"/>
                    <a:pt x="152" y="37"/>
                    <a:pt x="195" y="29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8" name="Freeform 357">
              <a:extLst>
                <a:ext uri="{FF2B5EF4-FFF2-40B4-BE49-F238E27FC236}">
                  <a16:creationId xmlns:a16="http://schemas.microsoft.com/office/drawing/2014/main" id="{8B20716A-6738-493C-B10C-3FA5D9D83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601"/>
              <a:ext cx="172" cy="60"/>
            </a:xfrm>
            <a:custGeom>
              <a:avLst/>
              <a:gdLst>
                <a:gd name="T0" fmla="*/ 0 w 202"/>
                <a:gd name="T1" fmla="*/ 21 h 71"/>
                <a:gd name="T2" fmla="*/ 28 w 202"/>
                <a:gd name="T3" fmla="*/ 43 h 71"/>
                <a:gd name="T4" fmla="*/ 124 w 202"/>
                <a:gd name="T5" fmla="*/ 21 h 71"/>
                <a:gd name="T6" fmla="*/ 97 w 202"/>
                <a:gd name="T7" fmla="*/ 0 h 71"/>
                <a:gd name="T8" fmla="*/ 0 w 202"/>
                <a:gd name="T9" fmla="*/ 2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71">
                  <a:moveTo>
                    <a:pt x="0" y="34"/>
                  </a:moveTo>
                  <a:cubicBezTo>
                    <a:pt x="46" y="71"/>
                    <a:pt x="46" y="71"/>
                    <a:pt x="46" y="71"/>
                  </a:cubicBezTo>
                  <a:cubicBezTo>
                    <a:pt x="87" y="62"/>
                    <a:pt x="140" y="50"/>
                    <a:pt x="202" y="35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9" name="Freeform 358">
              <a:extLst>
                <a:ext uri="{FF2B5EF4-FFF2-40B4-BE49-F238E27FC236}">
                  <a16:creationId xmlns:a16="http://schemas.microsoft.com/office/drawing/2014/main" id="{F2FE341D-76EE-4637-88AF-993BBD568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487"/>
              <a:ext cx="158" cy="52"/>
            </a:xfrm>
            <a:custGeom>
              <a:avLst/>
              <a:gdLst>
                <a:gd name="T0" fmla="*/ 0 w 185"/>
                <a:gd name="T1" fmla="*/ 22 h 61"/>
                <a:gd name="T2" fmla="*/ 21 w 185"/>
                <a:gd name="T3" fmla="*/ 38 h 61"/>
                <a:gd name="T4" fmla="*/ 115 w 185"/>
                <a:gd name="T5" fmla="*/ 14 h 61"/>
                <a:gd name="T6" fmla="*/ 97 w 185"/>
                <a:gd name="T7" fmla="*/ 0 h 61"/>
                <a:gd name="T8" fmla="*/ 0 w 185"/>
                <a:gd name="T9" fmla="*/ 22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61">
                  <a:moveTo>
                    <a:pt x="0" y="35"/>
                  </a:moveTo>
                  <a:cubicBezTo>
                    <a:pt x="34" y="61"/>
                    <a:pt x="34" y="61"/>
                    <a:pt x="34" y="61"/>
                  </a:cubicBezTo>
                  <a:cubicBezTo>
                    <a:pt x="83" y="48"/>
                    <a:pt x="133" y="35"/>
                    <a:pt x="185" y="22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0" name="Freeform 359">
              <a:extLst>
                <a:ext uri="{FF2B5EF4-FFF2-40B4-BE49-F238E27FC236}">
                  <a16:creationId xmlns:a16="http://schemas.microsoft.com/office/drawing/2014/main" id="{407D5506-F97F-474D-AB25-1AB4C667A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714"/>
              <a:ext cx="162" cy="51"/>
            </a:xfrm>
            <a:custGeom>
              <a:avLst/>
              <a:gdLst>
                <a:gd name="T0" fmla="*/ 0 w 189"/>
                <a:gd name="T1" fmla="*/ 22 h 60"/>
                <a:gd name="T2" fmla="*/ 20 w 189"/>
                <a:gd name="T3" fmla="*/ 37 h 60"/>
                <a:gd name="T4" fmla="*/ 119 w 189"/>
                <a:gd name="T5" fmla="*/ 15 h 60"/>
                <a:gd name="T6" fmla="*/ 99 w 189"/>
                <a:gd name="T7" fmla="*/ 0 h 60"/>
                <a:gd name="T8" fmla="*/ 0 w 189"/>
                <a:gd name="T9" fmla="*/ 2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60">
                  <a:moveTo>
                    <a:pt x="0" y="35"/>
                  </a:moveTo>
                  <a:cubicBezTo>
                    <a:pt x="32" y="60"/>
                    <a:pt x="32" y="60"/>
                    <a:pt x="32" y="60"/>
                  </a:cubicBezTo>
                  <a:cubicBezTo>
                    <a:pt x="86" y="48"/>
                    <a:pt x="139" y="36"/>
                    <a:pt x="189" y="25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1" name="Freeform 360">
              <a:extLst>
                <a:ext uri="{FF2B5EF4-FFF2-40B4-BE49-F238E27FC236}">
                  <a16:creationId xmlns:a16="http://schemas.microsoft.com/office/drawing/2014/main" id="{E3291004-4A79-4B29-AAFC-864DA658F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940"/>
              <a:ext cx="129" cy="47"/>
            </a:xfrm>
            <a:custGeom>
              <a:avLst/>
              <a:gdLst>
                <a:gd name="T0" fmla="*/ 0 w 150"/>
                <a:gd name="T1" fmla="*/ 15 h 55"/>
                <a:gd name="T2" fmla="*/ 41 w 150"/>
                <a:gd name="T3" fmla="*/ 34 h 55"/>
                <a:gd name="T4" fmla="*/ 95 w 150"/>
                <a:gd name="T5" fmla="*/ 22 h 55"/>
                <a:gd name="T6" fmla="*/ 67 w 150"/>
                <a:gd name="T7" fmla="*/ 0 h 55"/>
                <a:gd name="T8" fmla="*/ 0 w 150"/>
                <a:gd name="T9" fmla="*/ 1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5">
                  <a:moveTo>
                    <a:pt x="0" y="23"/>
                  </a:moveTo>
                  <a:cubicBezTo>
                    <a:pt x="24" y="37"/>
                    <a:pt x="46" y="47"/>
                    <a:pt x="65" y="55"/>
                  </a:cubicBezTo>
                  <a:cubicBezTo>
                    <a:pt x="65" y="55"/>
                    <a:pt x="96" y="48"/>
                    <a:pt x="150" y="35"/>
                  </a:cubicBezTo>
                  <a:cubicBezTo>
                    <a:pt x="106" y="0"/>
                    <a:pt x="106" y="0"/>
                    <a:pt x="106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2" name="Freeform 361">
              <a:extLst>
                <a:ext uri="{FF2B5EF4-FFF2-40B4-BE49-F238E27FC236}">
                  <a16:creationId xmlns:a16="http://schemas.microsoft.com/office/drawing/2014/main" id="{ADEAC73F-E8FD-44D5-B6FA-AFB2DF39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884"/>
              <a:ext cx="167" cy="57"/>
            </a:xfrm>
            <a:custGeom>
              <a:avLst/>
              <a:gdLst>
                <a:gd name="T0" fmla="*/ 0 w 196"/>
                <a:gd name="T1" fmla="*/ 22 h 67"/>
                <a:gd name="T2" fmla="*/ 26 w 196"/>
                <a:gd name="T3" fmla="*/ 41 h 67"/>
                <a:gd name="T4" fmla="*/ 121 w 196"/>
                <a:gd name="T5" fmla="*/ 19 h 67"/>
                <a:gd name="T6" fmla="*/ 97 w 196"/>
                <a:gd name="T7" fmla="*/ 0 h 67"/>
                <a:gd name="T8" fmla="*/ 0 w 196"/>
                <a:gd name="T9" fmla="*/ 2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67">
                  <a:moveTo>
                    <a:pt x="0" y="35"/>
                  </a:moveTo>
                  <a:cubicBezTo>
                    <a:pt x="41" y="67"/>
                    <a:pt x="41" y="67"/>
                    <a:pt x="41" y="67"/>
                  </a:cubicBezTo>
                  <a:cubicBezTo>
                    <a:pt x="88" y="56"/>
                    <a:pt x="140" y="44"/>
                    <a:pt x="196" y="31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3" name="Freeform 362">
              <a:extLst>
                <a:ext uri="{FF2B5EF4-FFF2-40B4-BE49-F238E27FC236}">
                  <a16:creationId xmlns:a16="http://schemas.microsoft.com/office/drawing/2014/main" id="{31818983-2E2B-44B8-97CF-EF2EEE713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770"/>
              <a:ext cx="162" cy="53"/>
            </a:xfrm>
            <a:custGeom>
              <a:avLst/>
              <a:gdLst>
                <a:gd name="T0" fmla="*/ 0 w 189"/>
                <a:gd name="T1" fmla="*/ 22 h 62"/>
                <a:gd name="T2" fmla="*/ 21 w 189"/>
                <a:gd name="T3" fmla="*/ 38 h 62"/>
                <a:gd name="T4" fmla="*/ 119 w 189"/>
                <a:gd name="T5" fmla="*/ 16 h 62"/>
                <a:gd name="T6" fmla="*/ 99 w 189"/>
                <a:gd name="T7" fmla="*/ 0 h 62"/>
                <a:gd name="T8" fmla="*/ 0 w 189"/>
                <a:gd name="T9" fmla="*/ 2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62">
                  <a:moveTo>
                    <a:pt x="0" y="35"/>
                  </a:moveTo>
                  <a:cubicBezTo>
                    <a:pt x="33" y="62"/>
                    <a:pt x="33" y="62"/>
                    <a:pt x="33" y="62"/>
                  </a:cubicBezTo>
                  <a:cubicBezTo>
                    <a:pt x="86" y="50"/>
                    <a:pt x="138" y="38"/>
                    <a:pt x="189" y="26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4" name="Freeform 363">
              <a:extLst>
                <a:ext uri="{FF2B5EF4-FFF2-40B4-BE49-F238E27FC236}">
                  <a16:creationId xmlns:a16="http://schemas.microsoft.com/office/drawing/2014/main" id="{6B384980-5BB3-47E5-8EC4-F706A2029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27"/>
              <a:ext cx="165" cy="55"/>
            </a:xfrm>
            <a:custGeom>
              <a:avLst/>
              <a:gdLst>
                <a:gd name="T0" fmla="*/ 0 w 192"/>
                <a:gd name="T1" fmla="*/ 21 h 65"/>
                <a:gd name="T2" fmla="*/ 24 w 192"/>
                <a:gd name="T3" fmla="*/ 40 h 65"/>
                <a:gd name="T4" fmla="*/ 122 w 192"/>
                <a:gd name="T5" fmla="*/ 17 h 65"/>
                <a:gd name="T6" fmla="*/ 100 w 192"/>
                <a:gd name="T7" fmla="*/ 0 h 65"/>
                <a:gd name="T8" fmla="*/ 0 w 192"/>
                <a:gd name="T9" fmla="*/ 2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65">
                  <a:moveTo>
                    <a:pt x="0" y="35"/>
                  </a:moveTo>
                  <a:cubicBezTo>
                    <a:pt x="37" y="65"/>
                    <a:pt x="37" y="65"/>
                    <a:pt x="37" y="65"/>
                  </a:cubicBezTo>
                  <a:cubicBezTo>
                    <a:pt x="87" y="53"/>
                    <a:pt x="139" y="41"/>
                    <a:pt x="192" y="28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5" name="Freeform 364">
              <a:extLst>
                <a:ext uri="{FF2B5EF4-FFF2-40B4-BE49-F238E27FC236}">
                  <a16:creationId xmlns:a16="http://schemas.microsoft.com/office/drawing/2014/main" id="{EB2B6450-ADC8-4AB8-9993-5BC74A81C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374"/>
              <a:ext cx="137" cy="36"/>
            </a:xfrm>
            <a:custGeom>
              <a:avLst/>
              <a:gdLst>
                <a:gd name="T0" fmla="*/ 0 w 161"/>
                <a:gd name="T1" fmla="*/ 19 h 43"/>
                <a:gd name="T2" fmla="*/ 7 w 161"/>
                <a:gd name="T3" fmla="*/ 25 h 43"/>
                <a:gd name="T4" fmla="*/ 100 w 161"/>
                <a:gd name="T5" fmla="*/ 3 h 43"/>
                <a:gd name="T6" fmla="*/ 97 w 161"/>
                <a:gd name="T7" fmla="*/ 0 h 43"/>
                <a:gd name="T8" fmla="*/ 0 w 161"/>
                <a:gd name="T9" fmla="*/ 1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43">
                  <a:moveTo>
                    <a:pt x="0" y="34"/>
                  </a:moveTo>
                  <a:cubicBezTo>
                    <a:pt x="10" y="43"/>
                    <a:pt x="10" y="43"/>
                    <a:pt x="10" y="43"/>
                  </a:cubicBezTo>
                  <a:cubicBezTo>
                    <a:pt x="60" y="30"/>
                    <a:pt x="111" y="16"/>
                    <a:pt x="161" y="3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DE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6" name="Freeform 365">
              <a:extLst>
                <a:ext uri="{FF2B5EF4-FFF2-40B4-BE49-F238E27FC236}">
                  <a16:creationId xmlns:a16="http://schemas.microsoft.com/office/drawing/2014/main" id="{919BE300-4332-46F3-B203-9C7CA3CE2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936"/>
              <a:ext cx="183" cy="76"/>
            </a:xfrm>
            <a:custGeom>
              <a:avLst/>
              <a:gdLst>
                <a:gd name="T0" fmla="*/ 120 w 183"/>
                <a:gd name="T1" fmla="*/ 0 h 76"/>
                <a:gd name="T2" fmla="*/ 0 w 183"/>
                <a:gd name="T3" fmla="*/ 28 h 76"/>
                <a:gd name="T4" fmla="*/ 62 w 183"/>
                <a:gd name="T5" fmla="*/ 76 h 76"/>
                <a:gd name="T6" fmla="*/ 183 w 183"/>
                <a:gd name="T7" fmla="*/ 50 h 76"/>
                <a:gd name="T8" fmla="*/ 120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0" y="0"/>
                  </a:moveTo>
                  <a:lnTo>
                    <a:pt x="0" y="28"/>
                  </a:lnTo>
                  <a:lnTo>
                    <a:pt x="62" y="76"/>
                  </a:lnTo>
                  <a:lnTo>
                    <a:pt x="183" y="5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7" name="Freeform 366">
              <a:extLst>
                <a:ext uri="{FF2B5EF4-FFF2-40B4-BE49-F238E27FC236}">
                  <a16:creationId xmlns:a16="http://schemas.microsoft.com/office/drawing/2014/main" id="{57688891-0C52-491E-8636-FFB7B32D9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864"/>
              <a:ext cx="183" cy="76"/>
            </a:xfrm>
            <a:custGeom>
              <a:avLst/>
              <a:gdLst>
                <a:gd name="T0" fmla="*/ 0 w 183"/>
                <a:gd name="T1" fmla="*/ 28 h 76"/>
                <a:gd name="T2" fmla="*/ 62 w 183"/>
                <a:gd name="T3" fmla="*/ 76 h 76"/>
                <a:gd name="T4" fmla="*/ 183 w 183"/>
                <a:gd name="T5" fmla="*/ 50 h 76"/>
                <a:gd name="T6" fmla="*/ 120 w 183"/>
                <a:gd name="T7" fmla="*/ 0 h 76"/>
                <a:gd name="T8" fmla="*/ 0 w 183"/>
                <a:gd name="T9" fmla="*/ 2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8"/>
                  </a:moveTo>
                  <a:lnTo>
                    <a:pt x="62" y="76"/>
                  </a:lnTo>
                  <a:lnTo>
                    <a:pt x="183" y="50"/>
                  </a:lnTo>
                  <a:lnTo>
                    <a:pt x="120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8" name="Freeform 367">
              <a:extLst>
                <a:ext uri="{FF2B5EF4-FFF2-40B4-BE49-F238E27FC236}">
                  <a16:creationId xmlns:a16="http://schemas.microsoft.com/office/drawing/2014/main" id="{BDCB2C5B-4925-4345-91D4-02EA5169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678"/>
              <a:ext cx="183" cy="77"/>
            </a:xfrm>
            <a:custGeom>
              <a:avLst/>
              <a:gdLst>
                <a:gd name="T0" fmla="*/ 121 w 183"/>
                <a:gd name="T1" fmla="*/ 0 h 77"/>
                <a:gd name="T2" fmla="*/ 0 w 183"/>
                <a:gd name="T3" fmla="*/ 28 h 77"/>
                <a:gd name="T4" fmla="*/ 63 w 183"/>
                <a:gd name="T5" fmla="*/ 77 h 77"/>
                <a:gd name="T6" fmla="*/ 183 w 183"/>
                <a:gd name="T7" fmla="*/ 50 h 77"/>
                <a:gd name="T8" fmla="*/ 121 w 18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21" y="0"/>
                  </a:moveTo>
                  <a:lnTo>
                    <a:pt x="0" y="28"/>
                  </a:lnTo>
                  <a:lnTo>
                    <a:pt x="63" y="77"/>
                  </a:lnTo>
                  <a:lnTo>
                    <a:pt x="183" y="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9" name="Freeform 368">
              <a:extLst>
                <a:ext uri="{FF2B5EF4-FFF2-40B4-BE49-F238E27FC236}">
                  <a16:creationId xmlns:a16="http://schemas.microsoft.com/office/drawing/2014/main" id="{844A48F8-3112-462F-8085-C39B59CC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494"/>
              <a:ext cx="183" cy="75"/>
            </a:xfrm>
            <a:custGeom>
              <a:avLst/>
              <a:gdLst>
                <a:gd name="T0" fmla="*/ 121 w 183"/>
                <a:gd name="T1" fmla="*/ 0 h 75"/>
                <a:gd name="T2" fmla="*/ 0 w 183"/>
                <a:gd name="T3" fmla="*/ 26 h 75"/>
                <a:gd name="T4" fmla="*/ 63 w 183"/>
                <a:gd name="T5" fmla="*/ 75 h 75"/>
                <a:gd name="T6" fmla="*/ 183 w 183"/>
                <a:gd name="T7" fmla="*/ 48 h 75"/>
                <a:gd name="T8" fmla="*/ 121 w 183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21" y="0"/>
                  </a:moveTo>
                  <a:lnTo>
                    <a:pt x="0" y="26"/>
                  </a:lnTo>
                  <a:lnTo>
                    <a:pt x="63" y="75"/>
                  </a:lnTo>
                  <a:lnTo>
                    <a:pt x="183" y="48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0" name="Freeform 369">
              <a:extLst>
                <a:ext uri="{FF2B5EF4-FFF2-40B4-BE49-F238E27FC236}">
                  <a16:creationId xmlns:a16="http://schemas.microsoft.com/office/drawing/2014/main" id="{500A6104-6F4F-4854-BD28-1744F2015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586"/>
              <a:ext cx="182" cy="76"/>
            </a:xfrm>
            <a:custGeom>
              <a:avLst/>
              <a:gdLst>
                <a:gd name="T0" fmla="*/ 121 w 182"/>
                <a:gd name="T1" fmla="*/ 0 h 76"/>
                <a:gd name="T2" fmla="*/ 0 w 182"/>
                <a:gd name="T3" fmla="*/ 27 h 76"/>
                <a:gd name="T4" fmla="*/ 62 w 182"/>
                <a:gd name="T5" fmla="*/ 76 h 76"/>
                <a:gd name="T6" fmla="*/ 182 w 182"/>
                <a:gd name="T7" fmla="*/ 49 h 76"/>
                <a:gd name="T8" fmla="*/ 121 w 1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21" y="0"/>
                  </a:moveTo>
                  <a:lnTo>
                    <a:pt x="0" y="27"/>
                  </a:lnTo>
                  <a:lnTo>
                    <a:pt x="62" y="76"/>
                  </a:lnTo>
                  <a:lnTo>
                    <a:pt x="182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1" name="Freeform 370">
              <a:extLst>
                <a:ext uri="{FF2B5EF4-FFF2-40B4-BE49-F238E27FC236}">
                  <a16:creationId xmlns:a16="http://schemas.microsoft.com/office/drawing/2014/main" id="{76AF19C9-1A40-4725-8399-74C99447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772"/>
              <a:ext cx="183" cy="75"/>
            </a:xfrm>
            <a:custGeom>
              <a:avLst/>
              <a:gdLst>
                <a:gd name="T0" fmla="*/ 120 w 183"/>
                <a:gd name="T1" fmla="*/ 0 h 75"/>
                <a:gd name="T2" fmla="*/ 0 w 183"/>
                <a:gd name="T3" fmla="*/ 26 h 75"/>
                <a:gd name="T4" fmla="*/ 62 w 183"/>
                <a:gd name="T5" fmla="*/ 75 h 75"/>
                <a:gd name="T6" fmla="*/ 183 w 183"/>
                <a:gd name="T7" fmla="*/ 49 h 75"/>
                <a:gd name="T8" fmla="*/ 120 w 183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20" y="0"/>
                  </a:moveTo>
                  <a:lnTo>
                    <a:pt x="0" y="26"/>
                  </a:lnTo>
                  <a:lnTo>
                    <a:pt x="62" y="75"/>
                  </a:lnTo>
                  <a:lnTo>
                    <a:pt x="183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2" name="Freeform 371">
              <a:extLst>
                <a:ext uri="{FF2B5EF4-FFF2-40B4-BE49-F238E27FC236}">
                  <a16:creationId xmlns:a16="http://schemas.microsoft.com/office/drawing/2014/main" id="{0DD3732A-43AB-47EF-947C-E0B977960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030"/>
              <a:ext cx="182" cy="75"/>
            </a:xfrm>
            <a:custGeom>
              <a:avLst/>
              <a:gdLst>
                <a:gd name="T0" fmla="*/ 120 w 182"/>
                <a:gd name="T1" fmla="*/ 0 h 75"/>
                <a:gd name="T2" fmla="*/ 0 w 182"/>
                <a:gd name="T3" fmla="*/ 26 h 75"/>
                <a:gd name="T4" fmla="*/ 61 w 182"/>
                <a:gd name="T5" fmla="*/ 75 h 75"/>
                <a:gd name="T6" fmla="*/ 182 w 182"/>
                <a:gd name="T7" fmla="*/ 48 h 75"/>
                <a:gd name="T8" fmla="*/ 120 w 182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120" y="0"/>
                  </a:moveTo>
                  <a:lnTo>
                    <a:pt x="0" y="26"/>
                  </a:lnTo>
                  <a:lnTo>
                    <a:pt x="61" y="75"/>
                  </a:lnTo>
                  <a:lnTo>
                    <a:pt x="182" y="4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3" name="Freeform 372">
              <a:extLst>
                <a:ext uri="{FF2B5EF4-FFF2-40B4-BE49-F238E27FC236}">
                  <a16:creationId xmlns:a16="http://schemas.microsoft.com/office/drawing/2014/main" id="{CCC3C685-3822-4BD3-A8AB-1543AA68B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214"/>
              <a:ext cx="183" cy="77"/>
            </a:xfrm>
            <a:custGeom>
              <a:avLst/>
              <a:gdLst>
                <a:gd name="T0" fmla="*/ 121 w 183"/>
                <a:gd name="T1" fmla="*/ 0 h 77"/>
                <a:gd name="T2" fmla="*/ 0 w 183"/>
                <a:gd name="T3" fmla="*/ 28 h 77"/>
                <a:gd name="T4" fmla="*/ 62 w 183"/>
                <a:gd name="T5" fmla="*/ 77 h 77"/>
                <a:gd name="T6" fmla="*/ 183 w 183"/>
                <a:gd name="T7" fmla="*/ 50 h 77"/>
                <a:gd name="T8" fmla="*/ 121 w 18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21" y="0"/>
                  </a:moveTo>
                  <a:lnTo>
                    <a:pt x="0" y="28"/>
                  </a:lnTo>
                  <a:lnTo>
                    <a:pt x="62" y="77"/>
                  </a:lnTo>
                  <a:lnTo>
                    <a:pt x="183" y="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4" name="Freeform 373">
              <a:extLst>
                <a:ext uri="{FF2B5EF4-FFF2-40B4-BE49-F238E27FC236}">
                  <a16:creationId xmlns:a16="http://schemas.microsoft.com/office/drawing/2014/main" id="{40715695-05EB-4B1B-9BD8-40D921EE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400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8 h 76"/>
                <a:gd name="T4" fmla="*/ 63 w 183"/>
                <a:gd name="T5" fmla="*/ 76 h 76"/>
                <a:gd name="T6" fmla="*/ 183 w 183"/>
                <a:gd name="T7" fmla="*/ 50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8"/>
                  </a:lnTo>
                  <a:lnTo>
                    <a:pt x="63" y="76"/>
                  </a:lnTo>
                  <a:lnTo>
                    <a:pt x="183" y="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5" name="Freeform 374">
              <a:extLst>
                <a:ext uri="{FF2B5EF4-FFF2-40B4-BE49-F238E27FC236}">
                  <a16:creationId xmlns:a16="http://schemas.microsoft.com/office/drawing/2014/main" id="{D02172F1-BD77-4EEC-B235-4CDEEB07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308"/>
              <a:ext cx="182" cy="76"/>
            </a:xfrm>
            <a:custGeom>
              <a:avLst/>
              <a:gdLst>
                <a:gd name="T0" fmla="*/ 121 w 182"/>
                <a:gd name="T1" fmla="*/ 0 h 76"/>
                <a:gd name="T2" fmla="*/ 0 w 182"/>
                <a:gd name="T3" fmla="*/ 26 h 76"/>
                <a:gd name="T4" fmla="*/ 62 w 182"/>
                <a:gd name="T5" fmla="*/ 76 h 76"/>
                <a:gd name="T6" fmla="*/ 182 w 182"/>
                <a:gd name="T7" fmla="*/ 49 h 76"/>
                <a:gd name="T8" fmla="*/ 121 w 1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21" y="0"/>
                  </a:moveTo>
                  <a:lnTo>
                    <a:pt x="0" y="26"/>
                  </a:lnTo>
                  <a:lnTo>
                    <a:pt x="62" y="76"/>
                  </a:lnTo>
                  <a:lnTo>
                    <a:pt x="182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6" name="Freeform 375">
              <a:extLst>
                <a:ext uri="{FF2B5EF4-FFF2-40B4-BE49-F238E27FC236}">
                  <a16:creationId xmlns:a16="http://schemas.microsoft.com/office/drawing/2014/main" id="{3888599C-E0FB-42EA-B654-12C2CE354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122"/>
              <a:ext cx="183" cy="76"/>
            </a:xfrm>
            <a:custGeom>
              <a:avLst/>
              <a:gdLst>
                <a:gd name="T0" fmla="*/ 120 w 183"/>
                <a:gd name="T1" fmla="*/ 0 h 76"/>
                <a:gd name="T2" fmla="*/ 0 w 183"/>
                <a:gd name="T3" fmla="*/ 27 h 76"/>
                <a:gd name="T4" fmla="*/ 62 w 183"/>
                <a:gd name="T5" fmla="*/ 76 h 76"/>
                <a:gd name="T6" fmla="*/ 183 w 183"/>
                <a:gd name="T7" fmla="*/ 49 h 76"/>
                <a:gd name="T8" fmla="*/ 120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0" y="0"/>
                  </a:moveTo>
                  <a:lnTo>
                    <a:pt x="0" y="27"/>
                  </a:ln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7" name="Freeform 376">
              <a:extLst>
                <a:ext uri="{FF2B5EF4-FFF2-40B4-BE49-F238E27FC236}">
                  <a16:creationId xmlns:a16="http://schemas.microsoft.com/office/drawing/2014/main" id="{31E58007-FB20-4F5A-A993-DBCA4EEB0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750"/>
              <a:ext cx="183" cy="77"/>
            </a:xfrm>
            <a:custGeom>
              <a:avLst/>
              <a:gdLst>
                <a:gd name="T0" fmla="*/ 120 w 183"/>
                <a:gd name="T1" fmla="*/ 0 h 77"/>
                <a:gd name="T2" fmla="*/ 0 w 183"/>
                <a:gd name="T3" fmla="*/ 28 h 77"/>
                <a:gd name="T4" fmla="*/ 62 w 183"/>
                <a:gd name="T5" fmla="*/ 77 h 77"/>
                <a:gd name="T6" fmla="*/ 183 w 183"/>
                <a:gd name="T7" fmla="*/ 50 h 77"/>
                <a:gd name="T8" fmla="*/ 120 w 18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20" y="0"/>
                  </a:moveTo>
                  <a:lnTo>
                    <a:pt x="0" y="28"/>
                  </a:lnTo>
                  <a:lnTo>
                    <a:pt x="62" y="77"/>
                  </a:lnTo>
                  <a:lnTo>
                    <a:pt x="183" y="5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8" name="Freeform 377">
              <a:extLst>
                <a:ext uri="{FF2B5EF4-FFF2-40B4-BE49-F238E27FC236}">
                  <a16:creationId xmlns:a16="http://schemas.microsoft.com/office/drawing/2014/main" id="{2F3F7CAA-AC77-413D-BEA5-4A8810645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844"/>
              <a:ext cx="183" cy="76"/>
            </a:xfrm>
            <a:custGeom>
              <a:avLst/>
              <a:gdLst>
                <a:gd name="T0" fmla="*/ 120 w 183"/>
                <a:gd name="T1" fmla="*/ 0 h 76"/>
                <a:gd name="T2" fmla="*/ 0 w 183"/>
                <a:gd name="T3" fmla="*/ 26 h 76"/>
                <a:gd name="T4" fmla="*/ 62 w 183"/>
                <a:gd name="T5" fmla="*/ 76 h 76"/>
                <a:gd name="T6" fmla="*/ 183 w 183"/>
                <a:gd name="T7" fmla="*/ 49 h 76"/>
                <a:gd name="T8" fmla="*/ 120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0" y="0"/>
                  </a:moveTo>
                  <a:lnTo>
                    <a:pt x="0" y="26"/>
                  </a:ln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9" name="Freeform 378">
              <a:extLst>
                <a:ext uri="{FF2B5EF4-FFF2-40B4-BE49-F238E27FC236}">
                  <a16:creationId xmlns:a16="http://schemas.microsoft.com/office/drawing/2014/main" id="{C0C5D7B0-FCAE-4D09-BBAA-D4EA43A4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689"/>
              <a:ext cx="145" cy="45"/>
            </a:xfrm>
            <a:custGeom>
              <a:avLst/>
              <a:gdLst>
                <a:gd name="T0" fmla="*/ 106 w 170"/>
                <a:gd name="T1" fmla="*/ 13 h 53"/>
                <a:gd name="T2" fmla="*/ 88 w 170"/>
                <a:gd name="T3" fmla="*/ 0 h 53"/>
                <a:gd name="T4" fmla="*/ 0 w 170"/>
                <a:gd name="T5" fmla="*/ 18 h 53"/>
                <a:gd name="T6" fmla="*/ 18 w 170"/>
                <a:gd name="T7" fmla="*/ 32 h 53"/>
                <a:gd name="T8" fmla="*/ 106 w 170"/>
                <a:gd name="T9" fmla="*/ 1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53">
                  <a:moveTo>
                    <a:pt x="170" y="21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81" y="13"/>
                    <a:pt x="33" y="23"/>
                    <a:pt x="0" y="30"/>
                  </a:cubicBezTo>
                  <a:cubicBezTo>
                    <a:pt x="29" y="53"/>
                    <a:pt x="29" y="53"/>
                    <a:pt x="29" y="53"/>
                  </a:cubicBezTo>
                  <a:lnTo>
                    <a:pt x="170" y="21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0" name="Freeform 379">
              <a:extLst>
                <a:ext uri="{FF2B5EF4-FFF2-40B4-BE49-F238E27FC236}">
                  <a16:creationId xmlns:a16="http://schemas.microsoft.com/office/drawing/2014/main" id="{2D46D4FD-B9E4-41DE-B1AC-B4D4ABBF7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707"/>
              <a:ext cx="175" cy="71"/>
            </a:xfrm>
            <a:custGeom>
              <a:avLst/>
              <a:gdLst>
                <a:gd name="T0" fmla="*/ 120 w 175"/>
                <a:gd name="T1" fmla="*/ 0 h 71"/>
                <a:gd name="T2" fmla="*/ 0 w 175"/>
                <a:gd name="T3" fmla="*/ 27 h 71"/>
                <a:gd name="T4" fmla="*/ 55 w 175"/>
                <a:gd name="T5" fmla="*/ 71 h 71"/>
                <a:gd name="T6" fmla="*/ 175 w 175"/>
                <a:gd name="T7" fmla="*/ 43 h 71"/>
                <a:gd name="T8" fmla="*/ 120 w 175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20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5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1" name="Freeform 380">
              <a:extLst>
                <a:ext uri="{FF2B5EF4-FFF2-40B4-BE49-F238E27FC236}">
                  <a16:creationId xmlns:a16="http://schemas.microsoft.com/office/drawing/2014/main" id="{A319EDDE-C193-4889-A1E0-88E707C83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800"/>
              <a:ext cx="176" cy="70"/>
            </a:xfrm>
            <a:custGeom>
              <a:avLst/>
              <a:gdLst>
                <a:gd name="T0" fmla="*/ 121 w 176"/>
                <a:gd name="T1" fmla="*/ 0 h 70"/>
                <a:gd name="T2" fmla="*/ 0 w 176"/>
                <a:gd name="T3" fmla="*/ 27 h 70"/>
                <a:gd name="T4" fmla="*/ 56 w 176"/>
                <a:gd name="T5" fmla="*/ 70 h 70"/>
                <a:gd name="T6" fmla="*/ 176 w 176"/>
                <a:gd name="T7" fmla="*/ 44 h 70"/>
                <a:gd name="T8" fmla="*/ 121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1" y="0"/>
                  </a:moveTo>
                  <a:lnTo>
                    <a:pt x="0" y="27"/>
                  </a:lnTo>
                  <a:lnTo>
                    <a:pt x="56" y="70"/>
                  </a:lnTo>
                  <a:lnTo>
                    <a:pt x="176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2" name="Freeform 381">
              <a:extLst>
                <a:ext uri="{FF2B5EF4-FFF2-40B4-BE49-F238E27FC236}">
                  <a16:creationId xmlns:a16="http://schemas.microsoft.com/office/drawing/2014/main" id="{B5CF49CF-E549-4D26-BF12-0F9DE44A3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893"/>
              <a:ext cx="175" cy="71"/>
            </a:xfrm>
            <a:custGeom>
              <a:avLst/>
              <a:gdLst>
                <a:gd name="T0" fmla="*/ 121 w 175"/>
                <a:gd name="T1" fmla="*/ 0 h 71"/>
                <a:gd name="T2" fmla="*/ 0 w 175"/>
                <a:gd name="T3" fmla="*/ 27 h 71"/>
                <a:gd name="T4" fmla="*/ 55 w 175"/>
                <a:gd name="T5" fmla="*/ 71 h 71"/>
                <a:gd name="T6" fmla="*/ 175 w 175"/>
                <a:gd name="T7" fmla="*/ 43 h 71"/>
                <a:gd name="T8" fmla="*/ 121 w 175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21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5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3" name="Freeform 382">
              <a:extLst>
                <a:ext uri="{FF2B5EF4-FFF2-40B4-BE49-F238E27FC236}">
                  <a16:creationId xmlns:a16="http://schemas.microsoft.com/office/drawing/2014/main" id="{F37297A8-4172-40A8-8380-744462270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986"/>
              <a:ext cx="176" cy="70"/>
            </a:xfrm>
            <a:custGeom>
              <a:avLst/>
              <a:gdLst>
                <a:gd name="T0" fmla="*/ 121 w 176"/>
                <a:gd name="T1" fmla="*/ 0 h 70"/>
                <a:gd name="T2" fmla="*/ 0 w 176"/>
                <a:gd name="T3" fmla="*/ 26 h 70"/>
                <a:gd name="T4" fmla="*/ 56 w 176"/>
                <a:gd name="T5" fmla="*/ 70 h 70"/>
                <a:gd name="T6" fmla="*/ 176 w 176"/>
                <a:gd name="T7" fmla="*/ 44 h 70"/>
                <a:gd name="T8" fmla="*/ 121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1" y="0"/>
                  </a:moveTo>
                  <a:lnTo>
                    <a:pt x="0" y="26"/>
                  </a:lnTo>
                  <a:lnTo>
                    <a:pt x="56" y="70"/>
                  </a:lnTo>
                  <a:lnTo>
                    <a:pt x="176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4" name="Freeform 383">
              <a:extLst>
                <a:ext uri="{FF2B5EF4-FFF2-40B4-BE49-F238E27FC236}">
                  <a16:creationId xmlns:a16="http://schemas.microsoft.com/office/drawing/2014/main" id="{BEC56B1B-3F5F-404F-A60B-ED4245047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078"/>
              <a:ext cx="176" cy="71"/>
            </a:xfrm>
            <a:custGeom>
              <a:avLst/>
              <a:gdLst>
                <a:gd name="T0" fmla="*/ 121 w 176"/>
                <a:gd name="T1" fmla="*/ 0 h 71"/>
                <a:gd name="T2" fmla="*/ 0 w 176"/>
                <a:gd name="T3" fmla="*/ 27 h 71"/>
                <a:gd name="T4" fmla="*/ 56 w 176"/>
                <a:gd name="T5" fmla="*/ 71 h 71"/>
                <a:gd name="T6" fmla="*/ 176 w 176"/>
                <a:gd name="T7" fmla="*/ 44 h 71"/>
                <a:gd name="T8" fmla="*/ 121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1" y="0"/>
                  </a:moveTo>
                  <a:lnTo>
                    <a:pt x="0" y="27"/>
                  </a:lnTo>
                  <a:lnTo>
                    <a:pt x="56" y="71"/>
                  </a:lnTo>
                  <a:lnTo>
                    <a:pt x="176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5" name="Freeform 384">
              <a:extLst>
                <a:ext uri="{FF2B5EF4-FFF2-40B4-BE49-F238E27FC236}">
                  <a16:creationId xmlns:a16="http://schemas.microsoft.com/office/drawing/2014/main" id="{5985C223-00A1-4BC2-AC3E-D4DAF82FF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171"/>
              <a:ext cx="176" cy="71"/>
            </a:xfrm>
            <a:custGeom>
              <a:avLst/>
              <a:gdLst>
                <a:gd name="T0" fmla="*/ 121 w 176"/>
                <a:gd name="T1" fmla="*/ 0 h 71"/>
                <a:gd name="T2" fmla="*/ 0 w 176"/>
                <a:gd name="T3" fmla="*/ 27 h 71"/>
                <a:gd name="T4" fmla="*/ 55 w 176"/>
                <a:gd name="T5" fmla="*/ 71 h 71"/>
                <a:gd name="T6" fmla="*/ 176 w 176"/>
                <a:gd name="T7" fmla="*/ 43 h 71"/>
                <a:gd name="T8" fmla="*/ 121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1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6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6" name="Freeform 385">
              <a:extLst>
                <a:ext uri="{FF2B5EF4-FFF2-40B4-BE49-F238E27FC236}">
                  <a16:creationId xmlns:a16="http://schemas.microsoft.com/office/drawing/2014/main" id="{1441FD4E-06F4-418A-A397-CECA26DC8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264"/>
              <a:ext cx="177" cy="70"/>
            </a:xfrm>
            <a:custGeom>
              <a:avLst/>
              <a:gdLst>
                <a:gd name="T0" fmla="*/ 121 w 177"/>
                <a:gd name="T1" fmla="*/ 0 h 70"/>
                <a:gd name="T2" fmla="*/ 0 w 177"/>
                <a:gd name="T3" fmla="*/ 27 h 70"/>
                <a:gd name="T4" fmla="*/ 56 w 177"/>
                <a:gd name="T5" fmla="*/ 70 h 70"/>
                <a:gd name="T6" fmla="*/ 177 w 177"/>
                <a:gd name="T7" fmla="*/ 44 h 70"/>
                <a:gd name="T8" fmla="*/ 121 w 177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121" y="0"/>
                  </a:moveTo>
                  <a:lnTo>
                    <a:pt x="0" y="27"/>
                  </a:lnTo>
                  <a:lnTo>
                    <a:pt x="56" y="70"/>
                  </a:lnTo>
                  <a:lnTo>
                    <a:pt x="177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7" name="Freeform 386">
              <a:extLst>
                <a:ext uri="{FF2B5EF4-FFF2-40B4-BE49-F238E27FC236}">
                  <a16:creationId xmlns:a16="http://schemas.microsoft.com/office/drawing/2014/main" id="{FCCB6FEC-40C7-4205-AAB1-E35AED81A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57"/>
              <a:ext cx="176" cy="71"/>
            </a:xfrm>
            <a:custGeom>
              <a:avLst/>
              <a:gdLst>
                <a:gd name="T0" fmla="*/ 120 w 176"/>
                <a:gd name="T1" fmla="*/ 0 h 71"/>
                <a:gd name="T2" fmla="*/ 0 w 176"/>
                <a:gd name="T3" fmla="*/ 27 h 71"/>
                <a:gd name="T4" fmla="*/ 55 w 176"/>
                <a:gd name="T5" fmla="*/ 71 h 71"/>
                <a:gd name="T6" fmla="*/ 176 w 176"/>
                <a:gd name="T7" fmla="*/ 43 h 71"/>
                <a:gd name="T8" fmla="*/ 120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0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6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8" name="Freeform 387">
              <a:extLst>
                <a:ext uri="{FF2B5EF4-FFF2-40B4-BE49-F238E27FC236}">
                  <a16:creationId xmlns:a16="http://schemas.microsoft.com/office/drawing/2014/main" id="{6B57819B-08B2-4546-9FF2-739CDBADB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450"/>
              <a:ext cx="175" cy="70"/>
            </a:xfrm>
            <a:custGeom>
              <a:avLst/>
              <a:gdLst>
                <a:gd name="T0" fmla="*/ 120 w 175"/>
                <a:gd name="T1" fmla="*/ 0 h 70"/>
                <a:gd name="T2" fmla="*/ 0 w 175"/>
                <a:gd name="T3" fmla="*/ 26 h 70"/>
                <a:gd name="T4" fmla="*/ 54 w 175"/>
                <a:gd name="T5" fmla="*/ 70 h 70"/>
                <a:gd name="T6" fmla="*/ 175 w 175"/>
                <a:gd name="T7" fmla="*/ 44 h 70"/>
                <a:gd name="T8" fmla="*/ 120 w 17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20" y="0"/>
                  </a:moveTo>
                  <a:lnTo>
                    <a:pt x="0" y="26"/>
                  </a:lnTo>
                  <a:lnTo>
                    <a:pt x="54" y="70"/>
                  </a:lnTo>
                  <a:lnTo>
                    <a:pt x="175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9" name="Freeform 388">
              <a:extLst>
                <a:ext uri="{FF2B5EF4-FFF2-40B4-BE49-F238E27FC236}">
                  <a16:creationId xmlns:a16="http://schemas.microsoft.com/office/drawing/2014/main" id="{DCC85A8C-657F-48AF-8B4A-98B59641B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542"/>
              <a:ext cx="176" cy="71"/>
            </a:xfrm>
            <a:custGeom>
              <a:avLst/>
              <a:gdLst>
                <a:gd name="T0" fmla="*/ 120 w 176"/>
                <a:gd name="T1" fmla="*/ 0 h 71"/>
                <a:gd name="T2" fmla="*/ 0 w 176"/>
                <a:gd name="T3" fmla="*/ 27 h 71"/>
                <a:gd name="T4" fmla="*/ 55 w 176"/>
                <a:gd name="T5" fmla="*/ 71 h 71"/>
                <a:gd name="T6" fmla="*/ 176 w 176"/>
                <a:gd name="T7" fmla="*/ 44 h 71"/>
                <a:gd name="T8" fmla="*/ 120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0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6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0" name="Freeform 389">
              <a:extLst>
                <a:ext uri="{FF2B5EF4-FFF2-40B4-BE49-F238E27FC236}">
                  <a16:creationId xmlns:a16="http://schemas.microsoft.com/office/drawing/2014/main" id="{58C402B3-C95E-4FE0-B223-06CFAFC1C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635"/>
              <a:ext cx="176" cy="71"/>
            </a:xfrm>
            <a:custGeom>
              <a:avLst/>
              <a:gdLst>
                <a:gd name="T0" fmla="*/ 120 w 176"/>
                <a:gd name="T1" fmla="*/ 0 h 71"/>
                <a:gd name="T2" fmla="*/ 0 w 176"/>
                <a:gd name="T3" fmla="*/ 27 h 71"/>
                <a:gd name="T4" fmla="*/ 55 w 176"/>
                <a:gd name="T5" fmla="*/ 71 h 71"/>
                <a:gd name="T6" fmla="*/ 176 w 176"/>
                <a:gd name="T7" fmla="*/ 43 h 71"/>
                <a:gd name="T8" fmla="*/ 120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0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6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1" name="Freeform 390">
              <a:extLst>
                <a:ext uri="{FF2B5EF4-FFF2-40B4-BE49-F238E27FC236}">
                  <a16:creationId xmlns:a16="http://schemas.microsoft.com/office/drawing/2014/main" id="{02451D84-AECA-4A3B-96BA-1FAC731DA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728"/>
              <a:ext cx="175" cy="70"/>
            </a:xfrm>
            <a:custGeom>
              <a:avLst/>
              <a:gdLst>
                <a:gd name="T0" fmla="*/ 120 w 175"/>
                <a:gd name="T1" fmla="*/ 0 h 70"/>
                <a:gd name="T2" fmla="*/ 0 w 175"/>
                <a:gd name="T3" fmla="*/ 27 h 70"/>
                <a:gd name="T4" fmla="*/ 55 w 175"/>
                <a:gd name="T5" fmla="*/ 70 h 70"/>
                <a:gd name="T6" fmla="*/ 175 w 175"/>
                <a:gd name="T7" fmla="*/ 44 h 70"/>
                <a:gd name="T8" fmla="*/ 120 w 17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20" y="0"/>
                  </a:moveTo>
                  <a:lnTo>
                    <a:pt x="0" y="27"/>
                  </a:lnTo>
                  <a:lnTo>
                    <a:pt x="55" y="70"/>
                  </a:lnTo>
                  <a:lnTo>
                    <a:pt x="175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2" name="Freeform 391">
              <a:extLst>
                <a:ext uri="{FF2B5EF4-FFF2-40B4-BE49-F238E27FC236}">
                  <a16:creationId xmlns:a16="http://schemas.microsoft.com/office/drawing/2014/main" id="{0D12BFBF-511F-45A0-999C-8349CC209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821"/>
              <a:ext cx="176" cy="71"/>
            </a:xfrm>
            <a:custGeom>
              <a:avLst/>
              <a:gdLst>
                <a:gd name="T0" fmla="*/ 121 w 176"/>
                <a:gd name="T1" fmla="*/ 0 h 71"/>
                <a:gd name="T2" fmla="*/ 0 w 176"/>
                <a:gd name="T3" fmla="*/ 26 h 71"/>
                <a:gd name="T4" fmla="*/ 56 w 176"/>
                <a:gd name="T5" fmla="*/ 71 h 71"/>
                <a:gd name="T6" fmla="*/ 176 w 176"/>
                <a:gd name="T7" fmla="*/ 43 h 71"/>
                <a:gd name="T8" fmla="*/ 121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1" y="0"/>
                  </a:moveTo>
                  <a:lnTo>
                    <a:pt x="0" y="26"/>
                  </a:lnTo>
                  <a:lnTo>
                    <a:pt x="56" y="71"/>
                  </a:lnTo>
                  <a:lnTo>
                    <a:pt x="176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3" name="Freeform 392">
              <a:extLst>
                <a:ext uri="{FF2B5EF4-FFF2-40B4-BE49-F238E27FC236}">
                  <a16:creationId xmlns:a16="http://schemas.microsoft.com/office/drawing/2014/main" id="{AB7AB0B8-7F34-47EC-A9B8-C035799F9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914"/>
              <a:ext cx="156" cy="56"/>
            </a:xfrm>
            <a:custGeom>
              <a:avLst/>
              <a:gdLst>
                <a:gd name="T0" fmla="*/ 0 w 182"/>
                <a:gd name="T1" fmla="*/ 19 h 66"/>
                <a:gd name="T2" fmla="*/ 28 w 182"/>
                <a:gd name="T3" fmla="*/ 41 h 66"/>
                <a:gd name="T4" fmla="*/ 115 w 182"/>
                <a:gd name="T5" fmla="*/ 20 h 66"/>
                <a:gd name="T6" fmla="*/ 89 w 182"/>
                <a:gd name="T7" fmla="*/ 0 h 66"/>
                <a:gd name="T8" fmla="*/ 0 w 182"/>
                <a:gd name="T9" fmla="*/ 1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66">
                  <a:moveTo>
                    <a:pt x="0" y="31"/>
                  </a:moveTo>
                  <a:cubicBezTo>
                    <a:pt x="44" y="66"/>
                    <a:pt x="44" y="66"/>
                    <a:pt x="44" y="66"/>
                  </a:cubicBezTo>
                  <a:cubicBezTo>
                    <a:pt x="80" y="57"/>
                    <a:pt x="127" y="46"/>
                    <a:pt x="182" y="32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4" name="Freeform 393">
              <a:extLst>
                <a:ext uri="{FF2B5EF4-FFF2-40B4-BE49-F238E27FC236}">
                  <a16:creationId xmlns:a16="http://schemas.microsoft.com/office/drawing/2014/main" id="{C81C5101-D37D-4566-BFCC-7A42216B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158"/>
              <a:ext cx="183" cy="76"/>
            </a:xfrm>
            <a:custGeom>
              <a:avLst/>
              <a:gdLst>
                <a:gd name="T0" fmla="*/ 120 w 183"/>
                <a:gd name="T1" fmla="*/ 0 h 76"/>
                <a:gd name="T2" fmla="*/ 0 w 183"/>
                <a:gd name="T3" fmla="*/ 27 h 76"/>
                <a:gd name="T4" fmla="*/ 62 w 183"/>
                <a:gd name="T5" fmla="*/ 76 h 76"/>
                <a:gd name="T6" fmla="*/ 183 w 183"/>
                <a:gd name="T7" fmla="*/ 50 h 76"/>
                <a:gd name="T8" fmla="*/ 120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0" y="0"/>
                  </a:moveTo>
                  <a:lnTo>
                    <a:pt x="0" y="27"/>
                  </a:lnTo>
                  <a:lnTo>
                    <a:pt x="62" y="76"/>
                  </a:lnTo>
                  <a:lnTo>
                    <a:pt x="183" y="5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5" name="Freeform 394">
              <a:extLst>
                <a:ext uri="{FF2B5EF4-FFF2-40B4-BE49-F238E27FC236}">
                  <a16:creationId xmlns:a16="http://schemas.microsoft.com/office/drawing/2014/main" id="{6FEEFADB-A54A-4538-B15C-AE3F7DC0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251"/>
              <a:ext cx="182" cy="76"/>
            </a:xfrm>
            <a:custGeom>
              <a:avLst/>
              <a:gdLst>
                <a:gd name="T0" fmla="*/ 120 w 182"/>
                <a:gd name="T1" fmla="*/ 0 h 76"/>
                <a:gd name="T2" fmla="*/ 0 w 182"/>
                <a:gd name="T3" fmla="*/ 27 h 76"/>
                <a:gd name="T4" fmla="*/ 61 w 182"/>
                <a:gd name="T5" fmla="*/ 76 h 76"/>
                <a:gd name="T6" fmla="*/ 182 w 182"/>
                <a:gd name="T7" fmla="*/ 49 h 76"/>
                <a:gd name="T8" fmla="*/ 120 w 1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20" y="0"/>
                  </a:moveTo>
                  <a:lnTo>
                    <a:pt x="0" y="27"/>
                  </a:lnTo>
                  <a:lnTo>
                    <a:pt x="61" y="76"/>
                  </a:lnTo>
                  <a:lnTo>
                    <a:pt x="182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6" name="Freeform 395">
              <a:extLst>
                <a:ext uri="{FF2B5EF4-FFF2-40B4-BE49-F238E27FC236}">
                  <a16:creationId xmlns:a16="http://schemas.microsoft.com/office/drawing/2014/main" id="{41262176-CA91-474E-9071-AC850192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880"/>
              <a:ext cx="183" cy="76"/>
            </a:xfrm>
            <a:custGeom>
              <a:avLst/>
              <a:gdLst>
                <a:gd name="T0" fmla="*/ 120 w 183"/>
                <a:gd name="T1" fmla="*/ 0 h 76"/>
                <a:gd name="T2" fmla="*/ 0 w 183"/>
                <a:gd name="T3" fmla="*/ 26 h 76"/>
                <a:gd name="T4" fmla="*/ 62 w 183"/>
                <a:gd name="T5" fmla="*/ 76 h 76"/>
                <a:gd name="T6" fmla="*/ 183 w 183"/>
                <a:gd name="T7" fmla="*/ 49 h 76"/>
                <a:gd name="T8" fmla="*/ 120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0" y="0"/>
                  </a:moveTo>
                  <a:lnTo>
                    <a:pt x="0" y="26"/>
                  </a:ln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7" name="Freeform 396">
              <a:extLst>
                <a:ext uri="{FF2B5EF4-FFF2-40B4-BE49-F238E27FC236}">
                  <a16:creationId xmlns:a16="http://schemas.microsoft.com/office/drawing/2014/main" id="{71DC07C4-EEC3-4A2F-A2A2-76B28DD78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972"/>
              <a:ext cx="182" cy="76"/>
            </a:xfrm>
            <a:custGeom>
              <a:avLst/>
              <a:gdLst>
                <a:gd name="T0" fmla="*/ 120 w 182"/>
                <a:gd name="T1" fmla="*/ 0 h 76"/>
                <a:gd name="T2" fmla="*/ 0 w 182"/>
                <a:gd name="T3" fmla="*/ 28 h 76"/>
                <a:gd name="T4" fmla="*/ 61 w 182"/>
                <a:gd name="T5" fmla="*/ 76 h 76"/>
                <a:gd name="T6" fmla="*/ 182 w 182"/>
                <a:gd name="T7" fmla="*/ 50 h 76"/>
                <a:gd name="T8" fmla="*/ 120 w 1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20" y="0"/>
                  </a:moveTo>
                  <a:lnTo>
                    <a:pt x="0" y="28"/>
                  </a:lnTo>
                  <a:lnTo>
                    <a:pt x="61" y="76"/>
                  </a:lnTo>
                  <a:lnTo>
                    <a:pt x="182" y="5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8" name="Freeform 397">
              <a:extLst>
                <a:ext uri="{FF2B5EF4-FFF2-40B4-BE49-F238E27FC236}">
                  <a16:creationId xmlns:a16="http://schemas.microsoft.com/office/drawing/2014/main" id="{9ADC6C80-53AC-4905-A5B3-3DAA0779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065"/>
              <a:ext cx="183" cy="77"/>
            </a:xfrm>
            <a:custGeom>
              <a:avLst/>
              <a:gdLst>
                <a:gd name="T0" fmla="*/ 120 w 183"/>
                <a:gd name="T1" fmla="*/ 0 h 77"/>
                <a:gd name="T2" fmla="*/ 0 w 183"/>
                <a:gd name="T3" fmla="*/ 27 h 77"/>
                <a:gd name="T4" fmla="*/ 62 w 183"/>
                <a:gd name="T5" fmla="*/ 77 h 77"/>
                <a:gd name="T6" fmla="*/ 183 w 183"/>
                <a:gd name="T7" fmla="*/ 49 h 77"/>
                <a:gd name="T8" fmla="*/ 120 w 18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20" y="0"/>
                  </a:moveTo>
                  <a:lnTo>
                    <a:pt x="0" y="27"/>
                  </a:lnTo>
                  <a:lnTo>
                    <a:pt x="62" y="77"/>
                  </a:lnTo>
                  <a:lnTo>
                    <a:pt x="183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9" name="Freeform 398">
              <a:extLst>
                <a:ext uri="{FF2B5EF4-FFF2-40B4-BE49-F238E27FC236}">
                  <a16:creationId xmlns:a16="http://schemas.microsoft.com/office/drawing/2014/main" id="{81A13B18-903C-4C5A-9A12-B13714EE7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787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7 h 76"/>
                <a:gd name="T4" fmla="*/ 63 w 183"/>
                <a:gd name="T5" fmla="*/ 76 h 76"/>
                <a:gd name="T6" fmla="*/ 183 w 183"/>
                <a:gd name="T7" fmla="*/ 49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7"/>
                  </a:ln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0" name="Freeform 399">
              <a:extLst>
                <a:ext uri="{FF2B5EF4-FFF2-40B4-BE49-F238E27FC236}">
                  <a16:creationId xmlns:a16="http://schemas.microsoft.com/office/drawing/2014/main" id="{38FB08B2-D7F9-4757-8402-8C54E6A43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808"/>
              <a:ext cx="183" cy="76"/>
            </a:xfrm>
            <a:custGeom>
              <a:avLst/>
              <a:gdLst>
                <a:gd name="T0" fmla="*/ 0 w 183"/>
                <a:gd name="T1" fmla="*/ 26 h 76"/>
                <a:gd name="T2" fmla="*/ 63 w 183"/>
                <a:gd name="T3" fmla="*/ 76 h 76"/>
                <a:gd name="T4" fmla="*/ 183 w 183"/>
                <a:gd name="T5" fmla="*/ 48 h 76"/>
                <a:gd name="T6" fmla="*/ 121 w 183"/>
                <a:gd name="T7" fmla="*/ 0 h 76"/>
                <a:gd name="T8" fmla="*/ 0 w 183"/>
                <a:gd name="T9" fmla="*/ 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6"/>
                  </a:moveTo>
                  <a:lnTo>
                    <a:pt x="63" y="76"/>
                  </a:lnTo>
                  <a:lnTo>
                    <a:pt x="183" y="48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1" name="Freeform 400">
              <a:extLst>
                <a:ext uri="{FF2B5EF4-FFF2-40B4-BE49-F238E27FC236}">
                  <a16:creationId xmlns:a16="http://schemas.microsoft.com/office/drawing/2014/main" id="{2F77E764-BDE9-46F6-A08D-F47E2F480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36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8 h 76"/>
                <a:gd name="T4" fmla="*/ 63 w 183"/>
                <a:gd name="T5" fmla="*/ 76 h 76"/>
                <a:gd name="T6" fmla="*/ 183 w 183"/>
                <a:gd name="T7" fmla="*/ 50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8"/>
                  </a:lnTo>
                  <a:lnTo>
                    <a:pt x="63" y="76"/>
                  </a:lnTo>
                  <a:lnTo>
                    <a:pt x="183" y="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2" name="Freeform 401">
              <a:extLst>
                <a:ext uri="{FF2B5EF4-FFF2-40B4-BE49-F238E27FC236}">
                  <a16:creationId xmlns:a16="http://schemas.microsoft.com/office/drawing/2014/main" id="{9DDEF69A-724E-41CB-B236-43B38583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15"/>
              <a:ext cx="182" cy="76"/>
            </a:xfrm>
            <a:custGeom>
              <a:avLst/>
              <a:gdLst>
                <a:gd name="T0" fmla="*/ 0 w 182"/>
                <a:gd name="T1" fmla="*/ 27 h 76"/>
                <a:gd name="T2" fmla="*/ 62 w 182"/>
                <a:gd name="T3" fmla="*/ 76 h 76"/>
                <a:gd name="T4" fmla="*/ 182 w 182"/>
                <a:gd name="T5" fmla="*/ 49 h 76"/>
                <a:gd name="T6" fmla="*/ 121 w 182"/>
                <a:gd name="T7" fmla="*/ 0 h 76"/>
                <a:gd name="T8" fmla="*/ 0 w 182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7"/>
                  </a:moveTo>
                  <a:lnTo>
                    <a:pt x="62" y="76"/>
                  </a:lnTo>
                  <a:lnTo>
                    <a:pt x="182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3" name="Freeform 402">
              <a:extLst>
                <a:ext uri="{FF2B5EF4-FFF2-40B4-BE49-F238E27FC236}">
                  <a16:creationId xmlns:a16="http://schemas.microsoft.com/office/drawing/2014/main" id="{37BE7C1F-AE81-43AE-9159-9D12982DC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622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6 h 76"/>
                <a:gd name="T4" fmla="*/ 63 w 183"/>
                <a:gd name="T5" fmla="*/ 76 h 76"/>
                <a:gd name="T6" fmla="*/ 183 w 183"/>
                <a:gd name="T7" fmla="*/ 50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6"/>
                  </a:lnTo>
                  <a:lnTo>
                    <a:pt x="63" y="76"/>
                  </a:lnTo>
                  <a:lnTo>
                    <a:pt x="183" y="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4" name="Freeform 403">
              <a:extLst>
                <a:ext uri="{FF2B5EF4-FFF2-40B4-BE49-F238E27FC236}">
                  <a16:creationId xmlns:a16="http://schemas.microsoft.com/office/drawing/2014/main" id="{BA73C972-7962-4E9E-8EE1-E8399126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344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6 h 76"/>
                <a:gd name="T4" fmla="*/ 62 w 183"/>
                <a:gd name="T5" fmla="*/ 76 h 76"/>
                <a:gd name="T6" fmla="*/ 183 w 183"/>
                <a:gd name="T7" fmla="*/ 49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6"/>
                  </a:lnTo>
                  <a:lnTo>
                    <a:pt x="62" y="76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5" name="Freeform 404">
              <a:extLst>
                <a:ext uri="{FF2B5EF4-FFF2-40B4-BE49-F238E27FC236}">
                  <a16:creationId xmlns:a16="http://schemas.microsoft.com/office/drawing/2014/main" id="{9828895A-0FBC-4BAA-9DF6-7015F25D7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529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7 h 76"/>
                <a:gd name="T4" fmla="*/ 63 w 183"/>
                <a:gd name="T5" fmla="*/ 76 h 76"/>
                <a:gd name="T6" fmla="*/ 183 w 183"/>
                <a:gd name="T7" fmla="*/ 49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7"/>
                  </a:ln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6" name="Freeform 405">
              <a:extLst>
                <a:ext uri="{FF2B5EF4-FFF2-40B4-BE49-F238E27FC236}">
                  <a16:creationId xmlns:a16="http://schemas.microsoft.com/office/drawing/2014/main" id="{E2450C4E-5E92-4C4F-A051-D30C162BE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694"/>
              <a:ext cx="182" cy="76"/>
            </a:xfrm>
            <a:custGeom>
              <a:avLst/>
              <a:gdLst>
                <a:gd name="T0" fmla="*/ 182 w 182"/>
                <a:gd name="T1" fmla="*/ 50 h 76"/>
                <a:gd name="T2" fmla="*/ 121 w 182"/>
                <a:gd name="T3" fmla="*/ 0 h 76"/>
                <a:gd name="T4" fmla="*/ 0 w 182"/>
                <a:gd name="T5" fmla="*/ 27 h 76"/>
                <a:gd name="T6" fmla="*/ 62 w 182"/>
                <a:gd name="T7" fmla="*/ 76 h 76"/>
                <a:gd name="T8" fmla="*/ 182 w 182"/>
                <a:gd name="T9" fmla="*/ 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82" y="50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2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7" name="Freeform 406">
              <a:extLst>
                <a:ext uri="{FF2B5EF4-FFF2-40B4-BE49-F238E27FC236}">
                  <a16:creationId xmlns:a16="http://schemas.microsoft.com/office/drawing/2014/main" id="{6E122B50-B3F6-4402-BC8C-5A2CA87A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633"/>
              <a:ext cx="143" cy="45"/>
            </a:xfrm>
            <a:custGeom>
              <a:avLst/>
              <a:gdLst>
                <a:gd name="T0" fmla="*/ 104 w 167"/>
                <a:gd name="T1" fmla="*/ 13 h 52"/>
                <a:gd name="T2" fmla="*/ 89 w 167"/>
                <a:gd name="T3" fmla="*/ 0 h 52"/>
                <a:gd name="T4" fmla="*/ 0 w 167"/>
                <a:gd name="T5" fmla="*/ 20 h 52"/>
                <a:gd name="T6" fmla="*/ 16 w 167"/>
                <a:gd name="T7" fmla="*/ 34 h 52"/>
                <a:gd name="T8" fmla="*/ 104 w 167"/>
                <a:gd name="T9" fmla="*/ 1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52">
                  <a:moveTo>
                    <a:pt x="167" y="2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92" y="11"/>
                    <a:pt x="44" y="21"/>
                    <a:pt x="0" y="31"/>
                  </a:cubicBezTo>
                  <a:cubicBezTo>
                    <a:pt x="26" y="52"/>
                    <a:pt x="26" y="52"/>
                    <a:pt x="26" y="52"/>
                  </a:cubicBezTo>
                  <a:lnTo>
                    <a:pt x="167" y="2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8" name="Freeform 407">
              <a:extLst>
                <a:ext uri="{FF2B5EF4-FFF2-40B4-BE49-F238E27FC236}">
                  <a16:creationId xmlns:a16="http://schemas.microsoft.com/office/drawing/2014/main" id="{F33CABF7-D896-428C-A591-224D7845A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650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0 w 176"/>
                <a:gd name="T3" fmla="*/ 0 h 71"/>
                <a:gd name="T4" fmla="*/ 0 w 176"/>
                <a:gd name="T5" fmla="*/ 28 h 71"/>
                <a:gd name="T6" fmla="*/ 55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0" y="0"/>
                  </a:lnTo>
                  <a:lnTo>
                    <a:pt x="0" y="28"/>
                  </a:lnTo>
                  <a:lnTo>
                    <a:pt x="55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9" name="Freeform 408">
              <a:extLst>
                <a:ext uri="{FF2B5EF4-FFF2-40B4-BE49-F238E27FC236}">
                  <a16:creationId xmlns:a16="http://schemas.microsoft.com/office/drawing/2014/main" id="{2E83D649-6C52-46B9-BFBE-611A8FCDC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744"/>
              <a:ext cx="176" cy="70"/>
            </a:xfrm>
            <a:custGeom>
              <a:avLst/>
              <a:gdLst>
                <a:gd name="T0" fmla="*/ 120 w 176"/>
                <a:gd name="T1" fmla="*/ 0 h 70"/>
                <a:gd name="T2" fmla="*/ 0 w 176"/>
                <a:gd name="T3" fmla="*/ 26 h 70"/>
                <a:gd name="T4" fmla="*/ 55 w 176"/>
                <a:gd name="T5" fmla="*/ 70 h 70"/>
                <a:gd name="T6" fmla="*/ 176 w 176"/>
                <a:gd name="T7" fmla="*/ 43 h 70"/>
                <a:gd name="T8" fmla="*/ 120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0" y="0"/>
                  </a:move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0" name="Freeform 409">
              <a:extLst>
                <a:ext uri="{FF2B5EF4-FFF2-40B4-BE49-F238E27FC236}">
                  <a16:creationId xmlns:a16="http://schemas.microsoft.com/office/drawing/2014/main" id="{51419362-B7F8-43E9-AFB6-CDDE67ED4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836"/>
              <a:ext cx="175" cy="70"/>
            </a:xfrm>
            <a:custGeom>
              <a:avLst/>
              <a:gdLst>
                <a:gd name="T0" fmla="*/ 120 w 175"/>
                <a:gd name="T1" fmla="*/ 0 h 70"/>
                <a:gd name="T2" fmla="*/ 0 w 175"/>
                <a:gd name="T3" fmla="*/ 27 h 70"/>
                <a:gd name="T4" fmla="*/ 55 w 175"/>
                <a:gd name="T5" fmla="*/ 70 h 70"/>
                <a:gd name="T6" fmla="*/ 175 w 175"/>
                <a:gd name="T7" fmla="*/ 44 h 70"/>
                <a:gd name="T8" fmla="*/ 120 w 17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20" y="0"/>
                  </a:moveTo>
                  <a:lnTo>
                    <a:pt x="0" y="27"/>
                  </a:lnTo>
                  <a:lnTo>
                    <a:pt x="55" y="70"/>
                  </a:lnTo>
                  <a:lnTo>
                    <a:pt x="175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1" name="Freeform 410">
              <a:extLst>
                <a:ext uri="{FF2B5EF4-FFF2-40B4-BE49-F238E27FC236}">
                  <a16:creationId xmlns:a16="http://schemas.microsoft.com/office/drawing/2014/main" id="{06478354-D4B9-4CB3-B3DB-2D1D9776E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29"/>
              <a:ext cx="176" cy="71"/>
            </a:xfrm>
            <a:custGeom>
              <a:avLst/>
              <a:gdLst>
                <a:gd name="T0" fmla="*/ 121 w 176"/>
                <a:gd name="T1" fmla="*/ 0 h 71"/>
                <a:gd name="T2" fmla="*/ 0 w 176"/>
                <a:gd name="T3" fmla="*/ 27 h 71"/>
                <a:gd name="T4" fmla="*/ 56 w 176"/>
                <a:gd name="T5" fmla="*/ 71 h 71"/>
                <a:gd name="T6" fmla="*/ 176 w 176"/>
                <a:gd name="T7" fmla="*/ 43 h 71"/>
                <a:gd name="T8" fmla="*/ 121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1" y="0"/>
                  </a:moveTo>
                  <a:lnTo>
                    <a:pt x="0" y="27"/>
                  </a:lnTo>
                  <a:lnTo>
                    <a:pt x="56" y="71"/>
                  </a:lnTo>
                  <a:lnTo>
                    <a:pt x="176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2" name="Freeform 411">
              <a:extLst>
                <a:ext uri="{FF2B5EF4-FFF2-40B4-BE49-F238E27FC236}">
                  <a16:creationId xmlns:a16="http://schemas.microsoft.com/office/drawing/2014/main" id="{A9910E4D-E340-430C-8E45-8DBFF9C79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022"/>
              <a:ext cx="176" cy="70"/>
            </a:xfrm>
            <a:custGeom>
              <a:avLst/>
              <a:gdLst>
                <a:gd name="T0" fmla="*/ 121 w 176"/>
                <a:gd name="T1" fmla="*/ 0 h 70"/>
                <a:gd name="T2" fmla="*/ 0 w 176"/>
                <a:gd name="T3" fmla="*/ 26 h 70"/>
                <a:gd name="T4" fmla="*/ 56 w 176"/>
                <a:gd name="T5" fmla="*/ 70 h 70"/>
                <a:gd name="T6" fmla="*/ 176 w 176"/>
                <a:gd name="T7" fmla="*/ 43 h 70"/>
                <a:gd name="T8" fmla="*/ 121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1" y="0"/>
                  </a:moveTo>
                  <a:lnTo>
                    <a:pt x="0" y="26"/>
                  </a:lnTo>
                  <a:lnTo>
                    <a:pt x="56" y="70"/>
                  </a:lnTo>
                  <a:lnTo>
                    <a:pt x="176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3" name="Freeform 412">
              <a:extLst>
                <a:ext uri="{FF2B5EF4-FFF2-40B4-BE49-F238E27FC236}">
                  <a16:creationId xmlns:a16="http://schemas.microsoft.com/office/drawing/2014/main" id="{E78D5097-0AF0-41F3-9EFB-09DB82EEA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114"/>
              <a:ext cx="175" cy="71"/>
            </a:xfrm>
            <a:custGeom>
              <a:avLst/>
              <a:gdLst>
                <a:gd name="T0" fmla="*/ 121 w 175"/>
                <a:gd name="T1" fmla="*/ 0 h 71"/>
                <a:gd name="T2" fmla="*/ 0 w 175"/>
                <a:gd name="T3" fmla="*/ 28 h 71"/>
                <a:gd name="T4" fmla="*/ 55 w 175"/>
                <a:gd name="T5" fmla="*/ 71 h 71"/>
                <a:gd name="T6" fmla="*/ 175 w 175"/>
                <a:gd name="T7" fmla="*/ 44 h 71"/>
                <a:gd name="T8" fmla="*/ 121 w 175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21" y="0"/>
                  </a:moveTo>
                  <a:lnTo>
                    <a:pt x="0" y="28"/>
                  </a:lnTo>
                  <a:lnTo>
                    <a:pt x="55" y="71"/>
                  </a:lnTo>
                  <a:lnTo>
                    <a:pt x="175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4" name="Freeform 413">
              <a:extLst>
                <a:ext uri="{FF2B5EF4-FFF2-40B4-BE49-F238E27FC236}">
                  <a16:creationId xmlns:a16="http://schemas.microsoft.com/office/drawing/2014/main" id="{71A5D101-2DA7-41C9-8558-C69B29989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208"/>
              <a:ext cx="176" cy="70"/>
            </a:xfrm>
            <a:custGeom>
              <a:avLst/>
              <a:gdLst>
                <a:gd name="T0" fmla="*/ 121 w 176"/>
                <a:gd name="T1" fmla="*/ 0 h 70"/>
                <a:gd name="T2" fmla="*/ 0 w 176"/>
                <a:gd name="T3" fmla="*/ 26 h 70"/>
                <a:gd name="T4" fmla="*/ 56 w 176"/>
                <a:gd name="T5" fmla="*/ 70 h 70"/>
                <a:gd name="T6" fmla="*/ 176 w 176"/>
                <a:gd name="T7" fmla="*/ 43 h 70"/>
                <a:gd name="T8" fmla="*/ 121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1" y="0"/>
                  </a:moveTo>
                  <a:lnTo>
                    <a:pt x="0" y="26"/>
                  </a:lnTo>
                  <a:lnTo>
                    <a:pt x="56" y="70"/>
                  </a:lnTo>
                  <a:lnTo>
                    <a:pt x="176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5" name="Freeform 414">
              <a:extLst>
                <a:ext uri="{FF2B5EF4-FFF2-40B4-BE49-F238E27FC236}">
                  <a16:creationId xmlns:a16="http://schemas.microsoft.com/office/drawing/2014/main" id="{A5E71E08-614F-4D00-9B8A-BC257C809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2300"/>
              <a:ext cx="177" cy="70"/>
            </a:xfrm>
            <a:custGeom>
              <a:avLst/>
              <a:gdLst>
                <a:gd name="T0" fmla="*/ 121 w 177"/>
                <a:gd name="T1" fmla="*/ 0 h 70"/>
                <a:gd name="T2" fmla="*/ 0 w 177"/>
                <a:gd name="T3" fmla="*/ 27 h 70"/>
                <a:gd name="T4" fmla="*/ 56 w 177"/>
                <a:gd name="T5" fmla="*/ 70 h 70"/>
                <a:gd name="T6" fmla="*/ 177 w 177"/>
                <a:gd name="T7" fmla="*/ 44 h 70"/>
                <a:gd name="T8" fmla="*/ 121 w 177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121" y="0"/>
                  </a:moveTo>
                  <a:lnTo>
                    <a:pt x="0" y="27"/>
                  </a:lnTo>
                  <a:lnTo>
                    <a:pt x="56" y="70"/>
                  </a:lnTo>
                  <a:lnTo>
                    <a:pt x="177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6" name="Freeform 415">
              <a:extLst>
                <a:ext uri="{FF2B5EF4-FFF2-40B4-BE49-F238E27FC236}">
                  <a16:creationId xmlns:a16="http://schemas.microsoft.com/office/drawing/2014/main" id="{C2CDB7B7-AADB-414F-9C93-733254E11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393"/>
              <a:ext cx="176" cy="71"/>
            </a:xfrm>
            <a:custGeom>
              <a:avLst/>
              <a:gdLst>
                <a:gd name="T0" fmla="*/ 121 w 176"/>
                <a:gd name="T1" fmla="*/ 0 h 71"/>
                <a:gd name="T2" fmla="*/ 0 w 176"/>
                <a:gd name="T3" fmla="*/ 27 h 71"/>
                <a:gd name="T4" fmla="*/ 55 w 176"/>
                <a:gd name="T5" fmla="*/ 71 h 71"/>
                <a:gd name="T6" fmla="*/ 176 w 176"/>
                <a:gd name="T7" fmla="*/ 43 h 71"/>
                <a:gd name="T8" fmla="*/ 121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1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6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7" name="Freeform 416">
              <a:extLst>
                <a:ext uri="{FF2B5EF4-FFF2-40B4-BE49-F238E27FC236}">
                  <a16:creationId xmlns:a16="http://schemas.microsoft.com/office/drawing/2014/main" id="{777C0B14-9D95-41D6-8951-C54469C10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486"/>
              <a:ext cx="176" cy="70"/>
            </a:xfrm>
            <a:custGeom>
              <a:avLst/>
              <a:gdLst>
                <a:gd name="T0" fmla="*/ 120 w 176"/>
                <a:gd name="T1" fmla="*/ 0 h 70"/>
                <a:gd name="T2" fmla="*/ 0 w 176"/>
                <a:gd name="T3" fmla="*/ 26 h 70"/>
                <a:gd name="T4" fmla="*/ 55 w 176"/>
                <a:gd name="T5" fmla="*/ 70 h 70"/>
                <a:gd name="T6" fmla="*/ 176 w 176"/>
                <a:gd name="T7" fmla="*/ 43 h 70"/>
                <a:gd name="T8" fmla="*/ 120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0" y="0"/>
                  </a:move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8" name="Freeform 417">
              <a:extLst>
                <a:ext uri="{FF2B5EF4-FFF2-40B4-BE49-F238E27FC236}">
                  <a16:creationId xmlns:a16="http://schemas.microsoft.com/office/drawing/2014/main" id="{B2F3E891-D929-47AA-8298-B4DFA036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578"/>
              <a:ext cx="175" cy="70"/>
            </a:xfrm>
            <a:custGeom>
              <a:avLst/>
              <a:gdLst>
                <a:gd name="T0" fmla="*/ 120 w 175"/>
                <a:gd name="T1" fmla="*/ 0 h 70"/>
                <a:gd name="T2" fmla="*/ 0 w 175"/>
                <a:gd name="T3" fmla="*/ 27 h 70"/>
                <a:gd name="T4" fmla="*/ 54 w 175"/>
                <a:gd name="T5" fmla="*/ 70 h 70"/>
                <a:gd name="T6" fmla="*/ 175 w 175"/>
                <a:gd name="T7" fmla="*/ 44 h 70"/>
                <a:gd name="T8" fmla="*/ 120 w 17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20" y="0"/>
                  </a:moveTo>
                  <a:lnTo>
                    <a:pt x="0" y="27"/>
                  </a:lnTo>
                  <a:lnTo>
                    <a:pt x="54" y="70"/>
                  </a:lnTo>
                  <a:lnTo>
                    <a:pt x="175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9" name="Freeform 418">
              <a:extLst>
                <a:ext uri="{FF2B5EF4-FFF2-40B4-BE49-F238E27FC236}">
                  <a16:creationId xmlns:a16="http://schemas.microsoft.com/office/drawing/2014/main" id="{E0C048CA-E608-4065-A0D8-77D27FF5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672"/>
              <a:ext cx="176" cy="70"/>
            </a:xfrm>
            <a:custGeom>
              <a:avLst/>
              <a:gdLst>
                <a:gd name="T0" fmla="*/ 120 w 176"/>
                <a:gd name="T1" fmla="*/ 0 h 70"/>
                <a:gd name="T2" fmla="*/ 0 w 176"/>
                <a:gd name="T3" fmla="*/ 26 h 70"/>
                <a:gd name="T4" fmla="*/ 55 w 176"/>
                <a:gd name="T5" fmla="*/ 70 h 70"/>
                <a:gd name="T6" fmla="*/ 176 w 176"/>
                <a:gd name="T7" fmla="*/ 43 h 70"/>
                <a:gd name="T8" fmla="*/ 120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0" y="0"/>
                  </a:move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0" name="Freeform 419">
              <a:extLst>
                <a:ext uri="{FF2B5EF4-FFF2-40B4-BE49-F238E27FC236}">
                  <a16:creationId xmlns:a16="http://schemas.microsoft.com/office/drawing/2014/main" id="{D2866273-5DEC-457D-9080-0A474F6D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764"/>
              <a:ext cx="176" cy="70"/>
            </a:xfrm>
            <a:custGeom>
              <a:avLst/>
              <a:gdLst>
                <a:gd name="T0" fmla="*/ 0 w 176"/>
                <a:gd name="T1" fmla="*/ 27 h 70"/>
                <a:gd name="T2" fmla="*/ 55 w 176"/>
                <a:gd name="T3" fmla="*/ 70 h 70"/>
                <a:gd name="T4" fmla="*/ 176 w 176"/>
                <a:gd name="T5" fmla="*/ 44 h 70"/>
                <a:gd name="T6" fmla="*/ 120 w 176"/>
                <a:gd name="T7" fmla="*/ 0 h 70"/>
                <a:gd name="T8" fmla="*/ 0 w 176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7"/>
                  </a:moveTo>
                  <a:lnTo>
                    <a:pt x="55" y="70"/>
                  </a:ln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1" name="Freeform 420">
              <a:extLst>
                <a:ext uri="{FF2B5EF4-FFF2-40B4-BE49-F238E27FC236}">
                  <a16:creationId xmlns:a16="http://schemas.microsoft.com/office/drawing/2014/main" id="{D262CF7D-F04D-4025-B104-EB9FA255E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856"/>
              <a:ext cx="152" cy="54"/>
            </a:xfrm>
            <a:custGeom>
              <a:avLst/>
              <a:gdLst>
                <a:gd name="T0" fmla="*/ 0 w 178"/>
                <a:gd name="T1" fmla="*/ 20 h 63"/>
                <a:gd name="T2" fmla="*/ 24 w 178"/>
                <a:gd name="T3" fmla="*/ 39 h 63"/>
                <a:gd name="T4" fmla="*/ 111 w 178"/>
                <a:gd name="T5" fmla="*/ 19 h 63"/>
                <a:gd name="T6" fmla="*/ 87 w 178"/>
                <a:gd name="T7" fmla="*/ 0 h 63"/>
                <a:gd name="T8" fmla="*/ 0 w 178"/>
                <a:gd name="T9" fmla="*/ 2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63">
                  <a:moveTo>
                    <a:pt x="0" y="32"/>
                  </a:moveTo>
                  <a:cubicBezTo>
                    <a:pt x="39" y="63"/>
                    <a:pt x="39" y="63"/>
                    <a:pt x="39" y="63"/>
                  </a:cubicBezTo>
                  <a:cubicBezTo>
                    <a:pt x="83" y="52"/>
                    <a:pt x="130" y="41"/>
                    <a:pt x="178" y="30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2" name="Freeform 421">
              <a:extLst>
                <a:ext uri="{FF2B5EF4-FFF2-40B4-BE49-F238E27FC236}">
                  <a16:creationId xmlns:a16="http://schemas.microsoft.com/office/drawing/2014/main" id="{A72FB73D-7EC3-4194-8419-8D98A55F7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916"/>
              <a:ext cx="182" cy="76"/>
            </a:xfrm>
            <a:custGeom>
              <a:avLst/>
              <a:gdLst>
                <a:gd name="T0" fmla="*/ 121 w 182"/>
                <a:gd name="T1" fmla="*/ 0 h 76"/>
                <a:gd name="T2" fmla="*/ 0 w 182"/>
                <a:gd name="T3" fmla="*/ 27 h 76"/>
                <a:gd name="T4" fmla="*/ 62 w 182"/>
                <a:gd name="T5" fmla="*/ 76 h 76"/>
                <a:gd name="T6" fmla="*/ 182 w 182"/>
                <a:gd name="T7" fmla="*/ 49 h 76"/>
                <a:gd name="T8" fmla="*/ 121 w 1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21" y="0"/>
                  </a:moveTo>
                  <a:lnTo>
                    <a:pt x="0" y="27"/>
                  </a:lnTo>
                  <a:lnTo>
                    <a:pt x="62" y="76"/>
                  </a:lnTo>
                  <a:lnTo>
                    <a:pt x="182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3" name="Freeform 422">
              <a:extLst>
                <a:ext uri="{FF2B5EF4-FFF2-40B4-BE49-F238E27FC236}">
                  <a16:creationId xmlns:a16="http://schemas.microsoft.com/office/drawing/2014/main" id="{CD4AA51E-F603-4975-AA06-C70F2A678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23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7 h 76"/>
                <a:gd name="T4" fmla="*/ 63 w 183"/>
                <a:gd name="T5" fmla="*/ 76 h 76"/>
                <a:gd name="T6" fmla="*/ 183 w 183"/>
                <a:gd name="T7" fmla="*/ 49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7"/>
                  </a:ln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4" name="Freeform 423">
              <a:extLst>
                <a:ext uri="{FF2B5EF4-FFF2-40B4-BE49-F238E27FC236}">
                  <a16:creationId xmlns:a16="http://schemas.microsoft.com/office/drawing/2014/main" id="{5E0695FA-B5D1-49CC-AFEE-7040D08C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578"/>
              <a:ext cx="141" cy="42"/>
            </a:xfrm>
            <a:custGeom>
              <a:avLst/>
              <a:gdLst>
                <a:gd name="T0" fmla="*/ 103 w 165"/>
                <a:gd name="T1" fmla="*/ 11 h 49"/>
                <a:gd name="T2" fmla="*/ 89 w 165"/>
                <a:gd name="T3" fmla="*/ 0 h 49"/>
                <a:gd name="T4" fmla="*/ 0 w 165"/>
                <a:gd name="T5" fmla="*/ 20 h 49"/>
                <a:gd name="T6" fmla="*/ 15 w 165"/>
                <a:gd name="T7" fmla="*/ 31 h 49"/>
                <a:gd name="T8" fmla="*/ 103 w 165"/>
                <a:gd name="T9" fmla="*/ 1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49">
                  <a:moveTo>
                    <a:pt x="165" y="18"/>
                  </a:moveTo>
                  <a:cubicBezTo>
                    <a:pt x="143" y="0"/>
                    <a:pt x="143" y="0"/>
                    <a:pt x="143" y="0"/>
                  </a:cubicBezTo>
                  <a:cubicBezTo>
                    <a:pt x="94" y="11"/>
                    <a:pt x="46" y="21"/>
                    <a:pt x="0" y="31"/>
                  </a:cubicBezTo>
                  <a:cubicBezTo>
                    <a:pt x="24" y="49"/>
                    <a:pt x="24" y="49"/>
                    <a:pt x="24" y="49"/>
                  </a:cubicBezTo>
                  <a:lnTo>
                    <a:pt x="165" y="1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5" name="Freeform 424">
              <a:extLst>
                <a:ext uri="{FF2B5EF4-FFF2-40B4-BE49-F238E27FC236}">
                  <a16:creationId xmlns:a16="http://schemas.microsoft.com/office/drawing/2014/main" id="{F08C1E25-9C76-4B5A-BC5D-76CC683F2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194"/>
              <a:ext cx="183" cy="76"/>
            </a:xfrm>
            <a:custGeom>
              <a:avLst/>
              <a:gdLst>
                <a:gd name="T0" fmla="*/ 120 w 183"/>
                <a:gd name="T1" fmla="*/ 0 h 76"/>
                <a:gd name="T2" fmla="*/ 0 w 183"/>
                <a:gd name="T3" fmla="*/ 27 h 76"/>
                <a:gd name="T4" fmla="*/ 62 w 183"/>
                <a:gd name="T5" fmla="*/ 76 h 76"/>
                <a:gd name="T6" fmla="*/ 183 w 183"/>
                <a:gd name="T7" fmla="*/ 50 h 76"/>
                <a:gd name="T8" fmla="*/ 120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0" y="0"/>
                  </a:moveTo>
                  <a:lnTo>
                    <a:pt x="0" y="27"/>
                  </a:lnTo>
                  <a:lnTo>
                    <a:pt x="62" y="76"/>
                  </a:lnTo>
                  <a:lnTo>
                    <a:pt x="183" y="5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6" name="Freeform 425">
              <a:extLst>
                <a:ext uri="{FF2B5EF4-FFF2-40B4-BE49-F238E27FC236}">
                  <a16:creationId xmlns:a16="http://schemas.microsoft.com/office/drawing/2014/main" id="{EAA9FFE0-C082-4A1A-87B4-7FA60DA5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287"/>
              <a:ext cx="183" cy="76"/>
            </a:xfrm>
            <a:custGeom>
              <a:avLst/>
              <a:gdLst>
                <a:gd name="T0" fmla="*/ 120 w 183"/>
                <a:gd name="T1" fmla="*/ 0 h 76"/>
                <a:gd name="T2" fmla="*/ 0 w 183"/>
                <a:gd name="T3" fmla="*/ 27 h 76"/>
                <a:gd name="T4" fmla="*/ 62 w 183"/>
                <a:gd name="T5" fmla="*/ 76 h 76"/>
                <a:gd name="T6" fmla="*/ 183 w 183"/>
                <a:gd name="T7" fmla="*/ 49 h 76"/>
                <a:gd name="T8" fmla="*/ 120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0" y="0"/>
                  </a:moveTo>
                  <a:lnTo>
                    <a:pt x="0" y="27"/>
                  </a:ln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7" name="Freeform 426">
              <a:extLst>
                <a:ext uri="{FF2B5EF4-FFF2-40B4-BE49-F238E27FC236}">
                  <a16:creationId xmlns:a16="http://schemas.microsoft.com/office/drawing/2014/main" id="{6CCF396F-9516-4919-A7CA-C00A9CC25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009"/>
              <a:ext cx="183" cy="75"/>
            </a:xfrm>
            <a:custGeom>
              <a:avLst/>
              <a:gdLst>
                <a:gd name="T0" fmla="*/ 121 w 183"/>
                <a:gd name="T1" fmla="*/ 0 h 75"/>
                <a:gd name="T2" fmla="*/ 0 w 183"/>
                <a:gd name="T3" fmla="*/ 27 h 75"/>
                <a:gd name="T4" fmla="*/ 63 w 183"/>
                <a:gd name="T5" fmla="*/ 75 h 75"/>
                <a:gd name="T6" fmla="*/ 183 w 183"/>
                <a:gd name="T7" fmla="*/ 49 h 75"/>
                <a:gd name="T8" fmla="*/ 121 w 183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21" y="0"/>
                  </a:moveTo>
                  <a:lnTo>
                    <a:pt x="0" y="27"/>
                  </a:lnTo>
                  <a:lnTo>
                    <a:pt x="63" y="75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8" name="Freeform 427">
              <a:extLst>
                <a:ext uri="{FF2B5EF4-FFF2-40B4-BE49-F238E27FC236}">
                  <a16:creationId xmlns:a16="http://schemas.microsoft.com/office/drawing/2014/main" id="{9587ADC7-1E8B-47D6-AACF-655FA878C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101"/>
              <a:ext cx="183" cy="77"/>
            </a:xfrm>
            <a:custGeom>
              <a:avLst/>
              <a:gdLst>
                <a:gd name="T0" fmla="*/ 121 w 183"/>
                <a:gd name="T1" fmla="*/ 0 h 77"/>
                <a:gd name="T2" fmla="*/ 0 w 183"/>
                <a:gd name="T3" fmla="*/ 27 h 77"/>
                <a:gd name="T4" fmla="*/ 62 w 183"/>
                <a:gd name="T5" fmla="*/ 77 h 77"/>
                <a:gd name="T6" fmla="*/ 183 w 183"/>
                <a:gd name="T7" fmla="*/ 49 h 77"/>
                <a:gd name="T8" fmla="*/ 121 w 18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21" y="0"/>
                  </a:moveTo>
                  <a:lnTo>
                    <a:pt x="0" y="27"/>
                  </a:lnTo>
                  <a:lnTo>
                    <a:pt x="62" y="77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9" name="Freeform 428">
              <a:extLst>
                <a:ext uri="{FF2B5EF4-FFF2-40B4-BE49-F238E27FC236}">
                  <a16:creationId xmlns:a16="http://schemas.microsoft.com/office/drawing/2014/main" id="{F4CAAE02-2671-4493-B87D-817EE33FA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658"/>
              <a:ext cx="182" cy="76"/>
            </a:xfrm>
            <a:custGeom>
              <a:avLst/>
              <a:gdLst>
                <a:gd name="T0" fmla="*/ 0 w 182"/>
                <a:gd name="T1" fmla="*/ 27 h 76"/>
                <a:gd name="T2" fmla="*/ 62 w 182"/>
                <a:gd name="T3" fmla="*/ 76 h 76"/>
                <a:gd name="T4" fmla="*/ 182 w 182"/>
                <a:gd name="T5" fmla="*/ 50 h 76"/>
                <a:gd name="T6" fmla="*/ 121 w 182"/>
                <a:gd name="T7" fmla="*/ 0 h 76"/>
                <a:gd name="T8" fmla="*/ 0 w 182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7"/>
                  </a:moveTo>
                  <a:lnTo>
                    <a:pt x="62" y="76"/>
                  </a:lnTo>
                  <a:lnTo>
                    <a:pt x="182" y="50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0" name="Freeform 429">
              <a:extLst>
                <a:ext uri="{FF2B5EF4-FFF2-40B4-BE49-F238E27FC236}">
                  <a16:creationId xmlns:a16="http://schemas.microsoft.com/office/drawing/2014/main" id="{B2908B0F-F9A3-4D00-B671-F81DBCA23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565"/>
              <a:ext cx="183" cy="77"/>
            </a:xfrm>
            <a:custGeom>
              <a:avLst/>
              <a:gdLst>
                <a:gd name="T0" fmla="*/ 0 w 183"/>
                <a:gd name="T1" fmla="*/ 27 h 77"/>
                <a:gd name="T2" fmla="*/ 62 w 183"/>
                <a:gd name="T3" fmla="*/ 77 h 77"/>
                <a:gd name="T4" fmla="*/ 183 w 183"/>
                <a:gd name="T5" fmla="*/ 49 h 77"/>
                <a:gd name="T6" fmla="*/ 121 w 183"/>
                <a:gd name="T7" fmla="*/ 0 h 77"/>
                <a:gd name="T8" fmla="*/ 0 w 183"/>
                <a:gd name="T9" fmla="*/ 2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0" y="27"/>
                  </a:moveTo>
                  <a:lnTo>
                    <a:pt x="62" y="77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1" name="Freeform 430">
              <a:extLst>
                <a:ext uri="{FF2B5EF4-FFF2-40B4-BE49-F238E27FC236}">
                  <a16:creationId xmlns:a16="http://schemas.microsoft.com/office/drawing/2014/main" id="{9A5BFB52-F98E-469E-A3DD-F31777449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380"/>
              <a:ext cx="182" cy="76"/>
            </a:xfrm>
            <a:custGeom>
              <a:avLst/>
              <a:gdLst>
                <a:gd name="T0" fmla="*/ 120 w 182"/>
                <a:gd name="T1" fmla="*/ 0 h 76"/>
                <a:gd name="T2" fmla="*/ 0 w 182"/>
                <a:gd name="T3" fmla="*/ 26 h 76"/>
                <a:gd name="T4" fmla="*/ 61 w 182"/>
                <a:gd name="T5" fmla="*/ 76 h 76"/>
                <a:gd name="T6" fmla="*/ 182 w 182"/>
                <a:gd name="T7" fmla="*/ 49 h 76"/>
                <a:gd name="T8" fmla="*/ 120 w 1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20" y="0"/>
                  </a:moveTo>
                  <a:lnTo>
                    <a:pt x="0" y="26"/>
                  </a:lnTo>
                  <a:lnTo>
                    <a:pt x="61" y="76"/>
                  </a:lnTo>
                  <a:lnTo>
                    <a:pt x="182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2" name="Freeform 431">
              <a:extLst>
                <a:ext uri="{FF2B5EF4-FFF2-40B4-BE49-F238E27FC236}">
                  <a16:creationId xmlns:a16="http://schemas.microsoft.com/office/drawing/2014/main" id="{CD3AA818-E6B7-4446-9ED1-230CA477E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751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3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3" name="Freeform 432">
              <a:extLst>
                <a:ext uri="{FF2B5EF4-FFF2-40B4-BE49-F238E27FC236}">
                  <a16:creationId xmlns:a16="http://schemas.microsoft.com/office/drawing/2014/main" id="{A3E14966-908E-41CE-A363-0BBD7C9B7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30"/>
              <a:ext cx="183" cy="76"/>
            </a:xfrm>
            <a:custGeom>
              <a:avLst/>
              <a:gdLst>
                <a:gd name="T0" fmla="*/ 183 w 183"/>
                <a:gd name="T1" fmla="*/ 50 h 76"/>
                <a:gd name="T2" fmla="*/ 121 w 183"/>
                <a:gd name="T3" fmla="*/ 0 h 76"/>
                <a:gd name="T4" fmla="*/ 0 w 183"/>
                <a:gd name="T5" fmla="*/ 27 h 76"/>
                <a:gd name="T6" fmla="*/ 63 w 183"/>
                <a:gd name="T7" fmla="*/ 76 h 76"/>
                <a:gd name="T8" fmla="*/ 183 w 183"/>
                <a:gd name="T9" fmla="*/ 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50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lnTo>
                    <a:pt x="183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4" name="Freeform 433">
              <a:extLst>
                <a:ext uri="{FF2B5EF4-FFF2-40B4-BE49-F238E27FC236}">
                  <a16:creationId xmlns:a16="http://schemas.microsoft.com/office/drawing/2014/main" id="{25A88A1B-449E-4522-9211-E68E3B71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637"/>
              <a:ext cx="182" cy="77"/>
            </a:xfrm>
            <a:custGeom>
              <a:avLst/>
              <a:gdLst>
                <a:gd name="T0" fmla="*/ 182 w 182"/>
                <a:gd name="T1" fmla="*/ 49 h 77"/>
                <a:gd name="T2" fmla="*/ 121 w 182"/>
                <a:gd name="T3" fmla="*/ 0 h 77"/>
                <a:gd name="T4" fmla="*/ 0 w 182"/>
                <a:gd name="T5" fmla="*/ 27 h 77"/>
                <a:gd name="T6" fmla="*/ 62 w 182"/>
                <a:gd name="T7" fmla="*/ 77 h 77"/>
                <a:gd name="T8" fmla="*/ 182 w 182"/>
                <a:gd name="T9" fmla="*/ 4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7">
                  <a:moveTo>
                    <a:pt x="182" y="49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2" y="77"/>
                  </a:lnTo>
                  <a:lnTo>
                    <a:pt x="182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5" name="Freeform 434">
              <a:extLst>
                <a:ext uri="{FF2B5EF4-FFF2-40B4-BE49-F238E27FC236}">
                  <a16:creationId xmlns:a16="http://schemas.microsoft.com/office/drawing/2014/main" id="{07F95A8D-440F-48AF-B82C-9D02E01F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473"/>
              <a:ext cx="183" cy="75"/>
            </a:xfrm>
            <a:custGeom>
              <a:avLst/>
              <a:gdLst>
                <a:gd name="T0" fmla="*/ 120 w 183"/>
                <a:gd name="T1" fmla="*/ 0 h 75"/>
                <a:gd name="T2" fmla="*/ 0 w 183"/>
                <a:gd name="T3" fmla="*/ 27 h 75"/>
                <a:gd name="T4" fmla="*/ 62 w 183"/>
                <a:gd name="T5" fmla="*/ 75 h 75"/>
                <a:gd name="T6" fmla="*/ 183 w 183"/>
                <a:gd name="T7" fmla="*/ 49 h 75"/>
                <a:gd name="T8" fmla="*/ 120 w 183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20" y="0"/>
                  </a:moveTo>
                  <a:lnTo>
                    <a:pt x="0" y="27"/>
                  </a:lnTo>
                  <a:lnTo>
                    <a:pt x="62" y="75"/>
                  </a:lnTo>
                  <a:lnTo>
                    <a:pt x="183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6" name="Freeform 435">
              <a:extLst>
                <a:ext uri="{FF2B5EF4-FFF2-40B4-BE49-F238E27FC236}">
                  <a16:creationId xmlns:a16="http://schemas.microsoft.com/office/drawing/2014/main" id="{F63C7428-FA68-4C0D-BFFE-1BC15FBD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594"/>
              <a:ext cx="177" cy="70"/>
            </a:xfrm>
            <a:custGeom>
              <a:avLst/>
              <a:gdLst>
                <a:gd name="T0" fmla="*/ 177 w 177"/>
                <a:gd name="T1" fmla="*/ 43 h 70"/>
                <a:gd name="T2" fmla="*/ 121 w 177"/>
                <a:gd name="T3" fmla="*/ 0 h 70"/>
                <a:gd name="T4" fmla="*/ 0 w 177"/>
                <a:gd name="T5" fmla="*/ 26 h 70"/>
                <a:gd name="T6" fmla="*/ 56 w 177"/>
                <a:gd name="T7" fmla="*/ 70 h 70"/>
                <a:gd name="T8" fmla="*/ 177 w 177"/>
                <a:gd name="T9" fmla="*/ 4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177" y="43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lnTo>
                    <a:pt x="177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7" name="Freeform 436">
              <a:extLst>
                <a:ext uri="{FF2B5EF4-FFF2-40B4-BE49-F238E27FC236}">
                  <a16:creationId xmlns:a16="http://schemas.microsoft.com/office/drawing/2014/main" id="{5A8C745F-E43C-4A9F-B6DD-10420B25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686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0 w 176"/>
                <a:gd name="T3" fmla="*/ 0 h 71"/>
                <a:gd name="T4" fmla="*/ 0 w 176"/>
                <a:gd name="T5" fmla="*/ 28 h 71"/>
                <a:gd name="T6" fmla="*/ 55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0" y="0"/>
                  </a:lnTo>
                  <a:lnTo>
                    <a:pt x="0" y="28"/>
                  </a:lnTo>
                  <a:lnTo>
                    <a:pt x="55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8" name="Freeform 437">
              <a:extLst>
                <a:ext uri="{FF2B5EF4-FFF2-40B4-BE49-F238E27FC236}">
                  <a16:creationId xmlns:a16="http://schemas.microsoft.com/office/drawing/2014/main" id="{C3551762-02A8-46C9-A8A1-063A92A4C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80"/>
              <a:ext cx="175" cy="70"/>
            </a:xfrm>
            <a:custGeom>
              <a:avLst/>
              <a:gdLst>
                <a:gd name="T0" fmla="*/ 120 w 175"/>
                <a:gd name="T1" fmla="*/ 0 h 70"/>
                <a:gd name="T2" fmla="*/ 0 w 175"/>
                <a:gd name="T3" fmla="*/ 26 h 70"/>
                <a:gd name="T4" fmla="*/ 54 w 175"/>
                <a:gd name="T5" fmla="*/ 70 h 70"/>
                <a:gd name="T6" fmla="*/ 175 w 175"/>
                <a:gd name="T7" fmla="*/ 43 h 70"/>
                <a:gd name="T8" fmla="*/ 120 w 17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20" y="0"/>
                  </a:moveTo>
                  <a:lnTo>
                    <a:pt x="0" y="26"/>
                  </a:lnTo>
                  <a:lnTo>
                    <a:pt x="54" y="70"/>
                  </a:lnTo>
                  <a:lnTo>
                    <a:pt x="175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9" name="Freeform 438">
              <a:extLst>
                <a:ext uri="{FF2B5EF4-FFF2-40B4-BE49-F238E27FC236}">
                  <a16:creationId xmlns:a16="http://schemas.microsoft.com/office/drawing/2014/main" id="{FD545C70-6729-4EE7-9ABC-007A4CB06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872"/>
              <a:ext cx="176" cy="71"/>
            </a:xfrm>
            <a:custGeom>
              <a:avLst/>
              <a:gdLst>
                <a:gd name="T0" fmla="*/ 120 w 176"/>
                <a:gd name="T1" fmla="*/ 0 h 71"/>
                <a:gd name="T2" fmla="*/ 0 w 176"/>
                <a:gd name="T3" fmla="*/ 27 h 71"/>
                <a:gd name="T4" fmla="*/ 55 w 176"/>
                <a:gd name="T5" fmla="*/ 71 h 71"/>
                <a:gd name="T6" fmla="*/ 176 w 176"/>
                <a:gd name="T7" fmla="*/ 44 h 71"/>
                <a:gd name="T8" fmla="*/ 120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0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6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0" name="Freeform 439">
              <a:extLst>
                <a:ext uri="{FF2B5EF4-FFF2-40B4-BE49-F238E27FC236}">
                  <a16:creationId xmlns:a16="http://schemas.microsoft.com/office/drawing/2014/main" id="{E9F3B52B-9E29-4921-9436-FE223243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965"/>
              <a:ext cx="176" cy="71"/>
            </a:xfrm>
            <a:custGeom>
              <a:avLst/>
              <a:gdLst>
                <a:gd name="T0" fmla="*/ 120 w 176"/>
                <a:gd name="T1" fmla="*/ 0 h 71"/>
                <a:gd name="T2" fmla="*/ 0 w 176"/>
                <a:gd name="T3" fmla="*/ 27 h 71"/>
                <a:gd name="T4" fmla="*/ 55 w 176"/>
                <a:gd name="T5" fmla="*/ 71 h 71"/>
                <a:gd name="T6" fmla="*/ 176 w 176"/>
                <a:gd name="T7" fmla="*/ 44 h 71"/>
                <a:gd name="T8" fmla="*/ 120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0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6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1" name="Freeform 440">
              <a:extLst>
                <a:ext uri="{FF2B5EF4-FFF2-40B4-BE49-F238E27FC236}">
                  <a16:creationId xmlns:a16="http://schemas.microsoft.com/office/drawing/2014/main" id="{65CF3AF5-DA19-4135-8023-0C9AB59A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58"/>
              <a:ext cx="176" cy="70"/>
            </a:xfrm>
            <a:custGeom>
              <a:avLst/>
              <a:gdLst>
                <a:gd name="T0" fmla="*/ 120 w 176"/>
                <a:gd name="T1" fmla="*/ 0 h 70"/>
                <a:gd name="T2" fmla="*/ 0 w 176"/>
                <a:gd name="T3" fmla="*/ 26 h 70"/>
                <a:gd name="T4" fmla="*/ 55 w 176"/>
                <a:gd name="T5" fmla="*/ 70 h 70"/>
                <a:gd name="T6" fmla="*/ 176 w 176"/>
                <a:gd name="T7" fmla="*/ 43 h 70"/>
                <a:gd name="T8" fmla="*/ 120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0" y="0"/>
                  </a:move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2" name="Freeform 441">
              <a:extLst>
                <a:ext uri="{FF2B5EF4-FFF2-40B4-BE49-F238E27FC236}">
                  <a16:creationId xmlns:a16="http://schemas.microsoft.com/office/drawing/2014/main" id="{F41C7B74-413E-4A56-9021-0EE837211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150"/>
              <a:ext cx="176" cy="71"/>
            </a:xfrm>
            <a:custGeom>
              <a:avLst/>
              <a:gdLst>
                <a:gd name="T0" fmla="*/ 121 w 176"/>
                <a:gd name="T1" fmla="*/ 0 h 71"/>
                <a:gd name="T2" fmla="*/ 0 w 176"/>
                <a:gd name="T3" fmla="*/ 28 h 71"/>
                <a:gd name="T4" fmla="*/ 56 w 176"/>
                <a:gd name="T5" fmla="*/ 71 h 71"/>
                <a:gd name="T6" fmla="*/ 176 w 176"/>
                <a:gd name="T7" fmla="*/ 44 h 71"/>
                <a:gd name="T8" fmla="*/ 121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1" y="0"/>
                  </a:moveTo>
                  <a:lnTo>
                    <a:pt x="0" y="28"/>
                  </a:lnTo>
                  <a:lnTo>
                    <a:pt x="56" y="71"/>
                  </a:lnTo>
                  <a:lnTo>
                    <a:pt x="176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3" name="Freeform 442">
              <a:extLst>
                <a:ext uri="{FF2B5EF4-FFF2-40B4-BE49-F238E27FC236}">
                  <a16:creationId xmlns:a16="http://schemas.microsoft.com/office/drawing/2014/main" id="{5C1D916B-8FD1-4935-BE18-68DF24968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244"/>
              <a:ext cx="175" cy="70"/>
            </a:xfrm>
            <a:custGeom>
              <a:avLst/>
              <a:gdLst>
                <a:gd name="T0" fmla="*/ 121 w 175"/>
                <a:gd name="T1" fmla="*/ 0 h 70"/>
                <a:gd name="T2" fmla="*/ 0 w 175"/>
                <a:gd name="T3" fmla="*/ 26 h 70"/>
                <a:gd name="T4" fmla="*/ 55 w 175"/>
                <a:gd name="T5" fmla="*/ 70 h 70"/>
                <a:gd name="T6" fmla="*/ 175 w 175"/>
                <a:gd name="T7" fmla="*/ 43 h 70"/>
                <a:gd name="T8" fmla="*/ 121 w 17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21" y="0"/>
                  </a:moveTo>
                  <a:lnTo>
                    <a:pt x="0" y="26"/>
                  </a:lnTo>
                  <a:lnTo>
                    <a:pt x="55" y="70"/>
                  </a:lnTo>
                  <a:lnTo>
                    <a:pt x="175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4" name="Freeform 443">
              <a:extLst>
                <a:ext uri="{FF2B5EF4-FFF2-40B4-BE49-F238E27FC236}">
                  <a16:creationId xmlns:a16="http://schemas.microsoft.com/office/drawing/2014/main" id="{91C2F5C9-2E18-4411-8A89-C19F5729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36"/>
              <a:ext cx="176" cy="70"/>
            </a:xfrm>
            <a:custGeom>
              <a:avLst/>
              <a:gdLst>
                <a:gd name="T0" fmla="*/ 121 w 176"/>
                <a:gd name="T1" fmla="*/ 0 h 70"/>
                <a:gd name="T2" fmla="*/ 0 w 176"/>
                <a:gd name="T3" fmla="*/ 27 h 70"/>
                <a:gd name="T4" fmla="*/ 56 w 176"/>
                <a:gd name="T5" fmla="*/ 70 h 70"/>
                <a:gd name="T6" fmla="*/ 176 w 176"/>
                <a:gd name="T7" fmla="*/ 44 h 70"/>
                <a:gd name="T8" fmla="*/ 121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1" y="0"/>
                  </a:moveTo>
                  <a:lnTo>
                    <a:pt x="0" y="27"/>
                  </a:lnTo>
                  <a:lnTo>
                    <a:pt x="56" y="70"/>
                  </a:lnTo>
                  <a:lnTo>
                    <a:pt x="176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5" name="Freeform 444">
              <a:extLst>
                <a:ext uri="{FF2B5EF4-FFF2-40B4-BE49-F238E27FC236}">
                  <a16:creationId xmlns:a16="http://schemas.microsoft.com/office/drawing/2014/main" id="{D3BA74ED-9FD5-420E-9015-9A64E8411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429"/>
              <a:ext cx="176" cy="71"/>
            </a:xfrm>
            <a:custGeom>
              <a:avLst/>
              <a:gdLst>
                <a:gd name="T0" fmla="*/ 121 w 176"/>
                <a:gd name="T1" fmla="*/ 0 h 71"/>
                <a:gd name="T2" fmla="*/ 0 w 176"/>
                <a:gd name="T3" fmla="*/ 27 h 71"/>
                <a:gd name="T4" fmla="*/ 56 w 176"/>
                <a:gd name="T5" fmla="*/ 71 h 71"/>
                <a:gd name="T6" fmla="*/ 176 w 176"/>
                <a:gd name="T7" fmla="*/ 44 h 71"/>
                <a:gd name="T8" fmla="*/ 121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1" y="0"/>
                  </a:moveTo>
                  <a:lnTo>
                    <a:pt x="0" y="27"/>
                  </a:lnTo>
                  <a:lnTo>
                    <a:pt x="56" y="71"/>
                  </a:lnTo>
                  <a:lnTo>
                    <a:pt x="176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6" name="Freeform 445">
              <a:extLst>
                <a:ext uri="{FF2B5EF4-FFF2-40B4-BE49-F238E27FC236}">
                  <a16:creationId xmlns:a16="http://schemas.microsoft.com/office/drawing/2014/main" id="{31BD77E9-5DDA-4A6E-B3BA-7AAB7D79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522"/>
              <a:ext cx="176" cy="70"/>
            </a:xfrm>
            <a:custGeom>
              <a:avLst/>
              <a:gdLst>
                <a:gd name="T0" fmla="*/ 121 w 176"/>
                <a:gd name="T1" fmla="*/ 0 h 70"/>
                <a:gd name="T2" fmla="*/ 0 w 176"/>
                <a:gd name="T3" fmla="*/ 26 h 70"/>
                <a:gd name="T4" fmla="*/ 55 w 176"/>
                <a:gd name="T5" fmla="*/ 70 h 70"/>
                <a:gd name="T6" fmla="*/ 176 w 176"/>
                <a:gd name="T7" fmla="*/ 43 h 70"/>
                <a:gd name="T8" fmla="*/ 121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1" y="0"/>
                  </a:move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7" name="Freeform 446">
              <a:extLst>
                <a:ext uri="{FF2B5EF4-FFF2-40B4-BE49-F238E27FC236}">
                  <a16:creationId xmlns:a16="http://schemas.microsoft.com/office/drawing/2014/main" id="{3A903869-786E-4EBD-96DB-4D48C09C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614"/>
              <a:ext cx="177" cy="71"/>
            </a:xfrm>
            <a:custGeom>
              <a:avLst/>
              <a:gdLst>
                <a:gd name="T0" fmla="*/ 0 w 177"/>
                <a:gd name="T1" fmla="*/ 28 h 71"/>
                <a:gd name="T2" fmla="*/ 56 w 177"/>
                <a:gd name="T3" fmla="*/ 71 h 71"/>
                <a:gd name="T4" fmla="*/ 177 w 177"/>
                <a:gd name="T5" fmla="*/ 44 h 71"/>
                <a:gd name="T6" fmla="*/ 121 w 177"/>
                <a:gd name="T7" fmla="*/ 0 h 71"/>
                <a:gd name="T8" fmla="*/ 0 w 177"/>
                <a:gd name="T9" fmla="*/ 2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1">
                  <a:moveTo>
                    <a:pt x="0" y="28"/>
                  </a:moveTo>
                  <a:lnTo>
                    <a:pt x="56" y="71"/>
                  </a:lnTo>
                  <a:lnTo>
                    <a:pt x="177" y="44"/>
                  </a:lnTo>
                  <a:lnTo>
                    <a:pt x="121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8" name="Freeform 447">
              <a:extLst>
                <a:ext uri="{FF2B5EF4-FFF2-40B4-BE49-F238E27FC236}">
                  <a16:creationId xmlns:a16="http://schemas.microsoft.com/office/drawing/2014/main" id="{0665841C-9829-43CF-997B-376844403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708"/>
              <a:ext cx="176" cy="70"/>
            </a:xfrm>
            <a:custGeom>
              <a:avLst/>
              <a:gdLst>
                <a:gd name="T0" fmla="*/ 0 w 176"/>
                <a:gd name="T1" fmla="*/ 26 h 70"/>
                <a:gd name="T2" fmla="*/ 55 w 176"/>
                <a:gd name="T3" fmla="*/ 70 h 70"/>
                <a:gd name="T4" fmla="*/ 176 w 176"/>
                <a:gd name="T5" fmla="*/ 43 h 70"/>
                <a:gd name="T6" fmla="*/ 120 w 176"/>
                <a:gd name="T7" fmla="*/ 0 h 70"/>
                <a:gd name="T8" fmla="*/ 0 w 176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6"/>
                  </a:moveTo>
                  <a:lnTo>
                    <a:pt x="55" y="70"/>
                  </a:lnTo>
                  <a:lnTo>
                    <a:pt x="176" y="43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9" name="Freeform 448">
              <a:extLst>
                <a:ext uri="{FF2B5EF4-FFF2-40B4-BE49-F238E27FC236}">
                  <a16:creationId xmlns:a16="http://schemas.microsoft.com/office/drawing/2014/main" id="{290C2637-3DF4-49C6-BFAB-217F6E7A2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800"/>
              <a:ext cx="148" cy="51"/>
            </a:xfrm>
            <a:custGeom>
              <a:avLst/>
              <a:gdLst>
                <a:gd name="T0" fmla="*/ 0 w 174"/>
                <a:gd name="T1" fmla="*/ 20 h 59"/>
                <a:gd name="T2" fmla="*/ 22 w 174"/>
                <a:gd name="T3" fmla="*/ 38 h 59"/>
                <a:gd name="T4" fmla="*/ 107 w 174"/>
                <a:gd name="T5" fmla="*/ 17 h 59"/>
                <a:gd name="T6" fmla="*/ 87 w 174"/>
                <a:gd name="T7" fmla="*/ 0 h 59"/>
                <a:gd name="T8" fmla="*/ 0 w 174"/>
                <a:gd name="T9" fmla="*/ 2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9">
                  <a:moveTo>
                    <a:pt x="0" y="31"/>
                  </a:moveTo>
                  <a:cubicBezTo>
                    <a:pt x="35" y="59"/>
                    <a:pt x="35" y="59"/>
                    <a:pt x="35" y="59"/>
                  </a:cubicBezTo>
                  <a:cubicBezTo>
                    <a:pt x="81" y="48"/>
                    <a:pt x="128" y="38"/>
                    <a:pt x="174" y="27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0" name="Freeform 449">
              <a:extLst>
                <a:ext uri="{FF2B5EF4-FFF2-40B4-BE49-F238E27FC236}">
                  <a16:creationId xmlns:a16="http://schemas.microsoft.com/office/drawing/2014/main" id="{2DF256A9-D633-4970-94FF-52749256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67"/>
              <a:ext cx="182" cy="75"/>
            </a:xfrm>
            <a:custGeom>
              <a:avLst/>
              <a:gdLst>
                <a:gd name="T0" fmla="*/ 182 w 182"/>
                <a:gd name="T1" fmla="*/ 49 h 75"/>
                <a:gd name="T2" fmla="*/ 121 w 182"/>
                <a:gd name="T3" fmla="*/ 0 h 75"/>
                <a:gd name="T4" fmla="*/ 0 w 182"/>
                <a:gd name="T5" fmla="*/ 26 h 75"/>
                <a:gd name="T6" fmla="*/ 62 w 182"/>
                <a:gd name="T7" fmla="*/ 75 h 75"/>
                <a:gd name="T8" fmla="*/ 182 w 182"/>
                <a:gd name="T9" fmla="*/ 4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182" y="49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62" y="75"/>
                  </a:lnTo>
                  <a:lnTo>
                    <a:pt x="182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1" name="Freeform 450">
              <a:extLst>
                <a:ext uri="{FF2B5EF4-FFF2-40B4-BE49-F238E27FC236}">
                  <a16:creationId xmlns:a16="http://schemas.microsoft.com/office/drawing/2014/main" id="{418C9ACB-740B-4492-A61C-3F3017C41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323"/>
              <a:ext cx="182" cy="76"/>
            </a:xfrm>
            <a:custGeom>
              <a:avLst/>
              <a:gdLst>
                <a:gd name="T0" fmla="*/ 120 w 182"/>
                <a:gd name="T1" fmla="*/ 0 h 76"/>
                <a:gd name="T2" fmla="*/ 0 w 182"/>
                <a:gd name="T3" fmla="*/ 27 h 76"/>
                <a:gd name="T4" fmla="*/ 61 w 182"/>
                <a:gd name="T5" fmla="*/ 76 h 76"/>
                <a:gd name="T6" fmla="*/ 182 w 182"/>
                <a:gd name="T7" fmla="*/ 49 h 76"/>
                <a:gd name="T8" fmla="*/ 120 w 1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20" y="0"/>
                  </a:moveTo>
                  <a:lnTo>
                    <a:pt x="0" y="27"/>
                  </a:lnTo>
                  <a:lnTo>
                    <a:pt x="61" y="76"/>
                  </a:lnTo>
                  <a:lnTo>
                    <a:pt x="182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2" name="Freeform 451">
              <a:extLst>
                <a:ext uri="{FF2B5EF4-FFF2-40B4-BE49-F238E27FC236}">
                  <a16:creationId xmlns:a16="http://schemas.microsoft.com/office/drawing/2014/main" id="{9FDA58C0-4966-4C80-B9C6-E8836C1C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416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2 w 183"/>
                <a:gd name="T3" fmla="*/ 76 h 76"/>
                <a:gd name="T4" fmla="*/ 183 w 183"/>
                <a:gd name="T5" fmla="*/ 49 h 76"/>
                <a:gd name="T6" fmla="*/ 120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3" name="Freeform 452">
              <a:extLst>
                <a:ext uri="{FF2B5EF4-FFF2-40B4-BE49-F238E27FC236}">
                  <a16:creationId xmlns:a16="http://schemas.microsoft.com/office/drawing/2014/main" id="{0DCF00C0-1AB1-4C45-8A87-8546E1A3E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952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7 h 76"/>
                <a:gd name="T4" fmla="*/ 63 w 183"/>
                <a:gd name="T5" fmla="*/ 76 h 76"/>
                <a:gd name="T6" fmla="*/ 183 w 183"/>
                <a:gd name="T7" fmla="*/ 49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7"/>
                  </a:ln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4" name="Freeform 453">
              <a:extLst>
                <a:ext uri="{FF2B5EF4-FFF2-40B4-BE49-F238E27FC236}">
                  <a16:creationId xmlns:a16="http://schemas.microsoft.com/office/drawing/2014/main" id="{311DD983-203A-4400-86D8-E44E58D2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231"/>
              <a:ext cx="183" cy="75"/>
            </a:xfrm>
            <a:custGeom>
              <a:avLst/>
              <a:gdLst>
                <a:gd name="T0" fmla="*/ 120 w 183"/>
                <a:gd name="T1" fmla="*/ 0 h 75"/>
                <a:gd name="T2" fmla="*/ 0 w 183"/>
                <a:gd name="T3" fmla="*/ 26 h 75"/>
                <a:gd name="T4" fmla="*/ 62 w 183"/>
                <a:gd name="T5" fmla="*/ 75 h 75"/>
                <a:gd name="T6" fmla="*/ 183 w 183"/>
                <a:gd name="T7" fmla="*/ 49 h 75"/>
                <a:gd name="T8" fmla="*/ 120 w 183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20" y="0"/>
                  </a:moveTo>
                  <a:lnTo>
                    <a:pt x="0" y="26"/>
                  </a:lnTo>
                  <a:lnTo>
                    <a:pt x="62" y="75"/>
                  </a:lnTo>
                  <a:lnTo>
                    <a:pt x="183" y="4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5" name="Freeform 454">
              <a:extLst>
                <a:ext uri="{FF2B5EF4-FFF2-40B4-BE49-F238E27FC236}">
                  <a16:creationId xmlns:a16="http://schemas.microsoft.com/office/drawing/2014/main" id="{0F4B3919-5AA1-4B7F-A7EC-1A08C1B19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37"/>
              <a:ext cx="183" cy="77"/>
            </a:xfrm>
            <a:custGeom>
              <a:avLst/>
              <a:gdLst>
                <a:gd name="T0" fmla="*/ 121 w 183"/>
                <a:gd name="T1" fmla="*/ 0 h 77"/>
                <a:gd name="T2" fmla="*/ 0 w 183"/>
                <a:gd name="T3" fmla="*/ 27 h 77"/>
                <a:gd name="T4" fmla="*/ 63 w 183"/>
                <a:gd name="T5" fmla="*/ 77 h 77"/>
                <a:gd name="T6" fmla="*/ 183 w 183"/>
                <a:gd name="T7" fmla="*/ 50 h 77"/>
                <a:gd name="T8" fmla="*/ 121 w 18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21" y="0"/>
                  </a:moveTo>
                  <a:lnTo>
                    <a:pt x="0" y="27"/>
                  </a:lnTo>
                  <a:lnTo>
                    <a:pt x="63" y="77"/>
                  </a:lnTo>
                  <a:lnTo>
                    <a:pt x="183" y="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6" name="Freeform 455">
              <a:extLst>
                <a:ext uri="{FF2B5EF4-FFF2-40B4-BE49-F238E27FC236}">
                  <a16:creationId xmlns:a16="http://schemas.microsoft.com/office/drawing/2014/main" id="{044AC597-AB14-4F86-9621-37E7C631C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509"/>
              <a:ext cx="183" cy="75"/>
            </a:xfrm>
            <a:custGeom>
              <a:avLst/>
              <a:gdLst>
                <a:gd name="T0" fmla="*/ 0 w 183"/>
                <a:gd name="T1" fmla="*/ 26 h 75"/>
                <a:gd name="T2" fmla="*/ 62 w 183"/>
                <a:gd name="T3" fmla="*/ 75 h 75"/>
                <a:gd name="T4" fmla="*/ 183 w 183"/>
                <a:gd name="T5" fmla="*/ 49 h 75"/>
                <a:gd name="T6" fmla="*/ 120 w 183"/>
                <a:gd name="T7" fmla="*/ 0 h 75"/>
                <a:gd name="T8" fmla="*/ 0 w 183"/>
                <a:gd name="T9" fmla="*/ 2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0" y="26"/>
                  </a:moveTo>
                  <a:lnTo>
                    <a:pt x="62" y="75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7" name="Freeform 456">
              <a:extLst>
                <a:ext uri="{FF2B5EF4-FFF2-40B4-BE49-F238E27FC236}">
                  <a16:creationId xmlns:a16="http://schemas.microsoft.com/office/drawing/2014/main" id="{544BB273-4419-4CCE-B68C-F0886329A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045"/>
              <a:ext cx="182" cy="75"/>
            </a:xfrm>
            <a:custGeom>
              <a:avLst/>
              <a:gdLst>
                <a:gd name="T0" fmla="*/ 121 w 182"/>
                <a:gd name="T1" fmla="*/ 0 h 75"/>
                <a:gd name="T2" fmla="*/ 0 w 182"/>
                <a:gd name="T3" fmla="*/ 26 h 75"/>
                <a:gd name="T4" fmla="*/ 62 w 182"/>
                <a:gd name="T5" fmla="*/ 75 h 75"/>
                <a:gd name="T6" fmla="*/ 182 w 182"/>
                <a:gd name="T7" fmla="*/ 49 h 75"/>
                <a:gd name="T8" fmla="*/ 121 w 182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121" y="0"/>
                  </a:moveTo>
                  <a:lnTo>
                    <a:pt x="0" y="26"/>
                  </a:lnTo>
                  <a:lnTo>
                    <a:pt x="62" y="75"/>
                  </a:lnTo>
                  <a:lnTo>
                    <a:pt x="182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8" name="Freeform 457">
              <a:extLst>
                <a:ext uri="{FF2B5EF4-FFF2-40B4-BE49-F238E27FC236}">
                  <a16:creationId xmlns:a16="http://schemas.microsoft.com/office/drawing/2014/main" id="{5AE7B810-A432-4BFB-8A93-E107D67C9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859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7 h 76"/>
                <a:gd name="T4" fmla="*/ 63 w 183"/>
                <a:gd name="T5" fmla="*/ 76 h 76"/>
                <a:gd name="T6" fmla="*/ 183 w 183"/>
                <a:gd name="T7" fmla="*/ 49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7"/>
                  </a:ln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9" name="Freeform 458">
              <a:extLst>
                <a:ext uri="{FF2B5EF4-FFF2-40B4-BE49-F238E27FC236}">
                  <a16:creationId xmlns:a16="http://schemas.microsoft.com/office/drawing/2014/main" id="{36A3F33F-412E-430E-A910-ED8CF58AB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524"/>
              <a:ext cx="139" cy="40"/>
            </a:xfrm>
            <a:custGeom>
              <a:avLst/>
              <a:gdLst>
                <a:gd name="T0" fmla="*/ 102 w 162"/>
                <a:gd name="T1" fmla="*/ 10 h 47"/>
                <a:gd name="T2" fmla="*/ 91 w 162"/>
                <a:gd name="T3" fmla="*/ 0 h 47"/>
                <a:gd name="T4" fmla="*/ 0 w 162"/>
                <a:gd name="T5" fmla="*/ 19 h 47"/>
                <a:gd name="T6" fmla="*/ 13 w 162"/>
                <a:gd name="T7" fmla="*/ 29 h 47"/>
                <a:gd name="T8" fmla="*/ 102 w 162"/>
                <a:gd name="T9" fmla="*/ 1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47">
                  <a:moveTo>
                    <a:pt x="162" y="16"/>
                  </a:moveTo>
                  <a:cubicBezTo>
                    <a:pt x="143" y="0"/>
                    <a:pt x="143" y="0"/>
                    <a:pt x="143" y="0"/>
                  </a:cubicBezTo>
                  <a:cubicBezTo>
                    <a:pt x="95" y="10"/>
                    <a:pt x="47" y="21"/>
                    <a:pt x="0" y="31"/>
                  </a:cubicBezTo>
                  <a:cubicBezTo>
                    <a:pt x="21" y="47"/>
                    <a:pt x="21" y="47"/>
                    <a:pt x="21" y="47"/>
                  </a:cubicBezTo>
                  <a:lnTo>
                    <a:pt x="162" y="1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0" name="Freeform 459">
              <a:extLst>
                <a:ext uri="{FF2B5EF4-FFF2-40B4-BE49-F238E27FC236}">
                  <a16:creationId xmlns:a16="http://schemas.microsoft.com/office/drawing/2014/main" id="{9AEF939A-E2EE-41E5-A6BF-82A2409F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581"/>
              <a:ext cx="183" cy="75"/>
            </a:xfrm>
            <a:custGeom>
              <a:avLst/>
              <a:gdLst>
                <a:gd name="T0" fmla="*/ 183 w 183"/>
                <a:gd name="T1" fmla="*/ 49 h 75"/>
                <a:gd name="T2" fmla="*/ 120 w 183"/>
                <a:gd name="T3" fmla="*/ 0 h 75"/>
                <a:gd name="T4" fmla="*/ 0 w 183"/>
                <a:gd name="T5" fmla="*/ 27 h 75"/>
                <a:gd name="T6" fmla="*/ 61 w 183"/>
                <a:gd name="T7" fmla="*/ 75 h 75"/>
                <a:gd name="T8" fmla="*/ 183 w 183"/>
                <a:gd name="T9" fmla="*/ 4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83" y="49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1" y="75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1" name="Freeform 460">
              <a:extLst>
                <a:ext uri="{FF2B5EF4-FFF2-40B4-BE49-F238E27FC236}">
                  <a16:creationId xmlns:a16="http://schemas.microsoft.com/office/drawing/2014/main" id="{E0D989C4-4BDD-47BB-85CE-1B13B71A5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673"/>
              <a:ext cx="183" cy="77"/>
            </a:xfrm>
            <a:custGeom>
              <a:avLst/>
              <a:gdLst>
                <a:gd name="T0" fmla="*/ 183 w 183"/>
                <a:gd name="T1" fmla="*/ 50 h 77"/>
                <a:gd name="T2" fmla="*/ 121 w 183"/>
                <a:gd name="T3" fmla="*/ 0 h 77"/>
                <a:gd name="T4" fmla="*/ 0 w 183"/>
                <a:gd name="T5" fmla="*/ 27 h 77"/>
                <a:gd name="T6" fmla="*/ 62 w 183"/>
                <a:gd name="T7" fmla="*/ 77 h 77"/>
                <a:gd name="T8" fmla="*/ 183 w 183"/>
                <a:gd name="T9" fmla="*/ 5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83" y="50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2" y="77"/>
                  </a:lnTo>
                  <a:lnTo>
                    <a:pt x="183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2" name="Freeform 461">
              <a:extLst>
                <a:ext uri="{FF2B5EF4-FFF2-40B4-BE49-F238E27FC236}">
                  <a16:creationId xmlns:a16="http://schemas.microsoft.com/office/drawing/2014/main" id="{4C7E40DD-06F1-4659-A9D1-A03E5068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01"/>
              <a:ext cx="183" cy="77"/>
            </a:xfrm>
            <a:custGeom>
              <a:avLst/>
              <a:gdLst>
                <a:gd name="T0" fmla="*/ 0 w 183"/>
                <a:gd name="T1" fmla="*/ 27 h 77"/>
                <a:gd name="T2" fmla="*/ 62 w 183"/>
                <a:gd name="T3" fmla="*/ 77 h 77"/>
                <a:gd name="T4" fmla="*/ 183 w 183"/>
                <a:gd name="T5" fmla="*/ 49 h 77"/>
                <a:gd name="T6" fmla="*/ 120 w 183"/>
                <a:gd name="T7" fmla="*/ 0 h 77"/>
                <a:gd name="T8" fmla="*/ 0 w 183"/>
                <a:gd name="T9" fmla="*/ 2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0" y="27"/>
                  </a:moveTo>
                  <a:lnTo>
                    <a:pt x="62" y="77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3" name="Freeform 462">
              <a:extLst>
                <a:ext uri="{FF2B5EF4-FFF2-40B4-BE49-F238E27FC236}">
                  <a16:creationId xmlns:a16="http://schemas.microsoft.com/office/drawing/2014/main" id="{7B3E1EFA-6C69-4137-A80A-3BC7C811D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694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2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4" name="Freeform 463">
              <a:extLst>
                <a:ext uri="{FF2B5EF4-FFF2-40B4-BE49-F238E27FC236}">
                  <a16:creationId xmlns:a16="http://schemas.microsoft.com/office/drawing/2014/main" id="{0B992D15-A4B7-4EFC-87C0-E8B6BA9F3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37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1 w 176"/>
                <a:gd name="T3" fmla="*/ 0 h 71"/>
                <a:gd name="T4" fmla="*/ 0 w 176"/>
                <a:gd name="T5" fmla="*/ 27 h 71"/>
                <a:gd name="T6" fmla="*/ 56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5" name="Freeform 464">
              <a:extLst>
                <a:ext uri="{FF2B5EF4-FFF2-40B4-BE49-F238E27FC236}">
                  <a16:creationId xmlns:a16="http://schemas.microsoft.com/office/drawing/2014/main" id="{F50C3217-0FF9-4735-9DA9-60703447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630"/>
              <a:ext cx="177" cy="70"/>
            </a:xfrm>
            <a:custGeom>
              <a:avLst/>
              <a:gdLst>
                <a:gd name="T0" fmla="*/ 177 w 177"/>
                <a:gd name="T1" fmla="*/ 43 h 70"/>
                <a:gd name="T2" fmla="*/ 122 w 177"/>
                <a:gd name="T3" fmla="*/ 0 h 70"/>
                <a:gd name="T4" fmla="*/ 0 w 177"/>
                <a:gd name="T5" fmla="*/ 26 h 70"/>
                <a:gd name="T6" fmla="*/ 56 w 177"/>
                <a:gd name="T7" fmla="*/ 70 h 70"/>
                <a:gd name="T8" fmla="*/ 177 w 177"/>
                <a:gd name="T9" fmla="*/ 4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177" y="43"/>
                  </a:moveTo>
                  <a:lnTo>
                    <a:pt x="122" y="0"/>
                  </a:lnTo>
                  <a:lnTo>
                    <a:pt x="0" y="26"/>
                  </a:lnTo>
                  <a:lnTo>
                    <a:pt x="56" y="70"/>
                  </a:lnTo>
                  <a:lnTo>
                    <a:pt x="177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6" name="Freeform 465">
              <a:extLst>
                <a:ext uri="{FF2B5EF4-FFF2-40B4-BE49-F238E27FC236}">
                  <a16:creationId xmlns:a16="http://schemas.microsoft.com/office/drawing/2014/main" id="{15632D09-5E47-40D2-9028-0E927ABC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723"/>
              <a:ext cx="177" cy="70"/>
            </a:xfrm>
            <a:custGeom>
              <a:avLst/>
              <a:gdLst>
                <a:gd name="T0" fmla="*/ 177 w 177"/>
                <a:gd name="T1" fmla="*/ 44 h 70"/>
                <a:gd name="T2" fmla="*/ 121 w 177"/>
                <a:gd name="T3" fmla="*/ 0 h 70"/>
                <a:gd name="T4" fmla="*/ 0 w 177"/>
                <a:gd name="T5" fmla="*/ 27 h 70"/>
                <a:gd name="T6" fmla="*/ 56 w 177"/>
                <a:gd name="T7" fmla="*/ 70 h 70"/>
                <a:gd name="T8" fmla="*/ 177 w 177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177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0"/>
                  </a:lnTo>
                  <a:lnTo>
                    <a:pt x="177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7" name="Freeform 466">
              <a:extLst>
                <a:ext uri="{FF2B5EF4-FFF2-40B4-BE49-F238E27FC236}">
                  <a16:creationId xmlns:a16="http://schemas.microsoft.com/office/drawing/2014/main" id="{9EE71D07-37AE-43CE-9D94-C8AFC5398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816"/>
              <a:ext cx="176" cy="70"/>
            </a:xfrm>
            <a:custGeom>
              <a:avLst/>
              <a:gdLst>
                <a:gd name="T0" fmla="*/ 120 w 176"/>
                <a:gd name="T1" fmla="*/ 0 h 70"/>
                <a:gd name="T2" fmla="*/ 0 w 176"/>
                <a:gd name="T3" fmla="*/ 26 h 70"/>
                <a:gd name="T4" fmla="*/ 55 w 176"/>
                <a:gd name="T5" fmla="*/ 70 h 70"/>
                <a:gd name="T6" fmla="*/ 176 w 176"/>
                <a:gd name="T7" fmla="*/ 43 h 70"/>
                <a:gd name="T8" fmla="*/ 120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0" y="0"/>
                  </a:move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8" name="Freeform 467">
              <a:extLst>
                <a:ext uri="{FF2B5EF4-FFF2-40B4-BE49-F238E27FC236}">
                  <a16:creationId xmlns:a16="http://schemas.microsoft.com/office/drawing/2014/main" id="{B527A4D1-2D82-4B16-946F-7F4A271F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908"/>
              <a:ext cx="175" cy="71"/>
            </a:xfrm>
            <a:custGeom>
              <a:avLst/>
              <a:gdLst>
                <a:gd name="T0" fmla="*/ 120 w 175"/>
                <a:gd name="T1" fmla="*/ 0 h 71"/>
                <a:gd name="T2" fmla="*/ 0 w 175"/>
                <a:gd name="T3" fmla="*/ 27 h 71"/>
                <a:gd name="T4" fmla="*/ 54 w 175"/>
                <a:gd name="T5" fmla="*/ 71 h 71"/>
                <a:gd name="T6" fmla="*/ 175 w 175"/>
                <a:gd name="T7" fmla="*/ 44 h 71"/>
                <a:gd name="T8" fmla="*/ 120 w 175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20" y="0"/>
                  </a:moveTo>
                  <a:lnTo>
                    <a:pt x="0" y="27"/>
                  </a:lnTo>
                  <a:lnTo>
                    <a:pt x="54" y="71"/>
                  </a:lnTo>
                  <a:lnTo>
                    <a:pt x="175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9" name="Freeform 468">
              <a:extLst>
                <a:ext uri="{FF2B5EF4-FFF2-40B4-BE49-F238E27FC236}">
                  <a16:creationId xmlns:a16="http://schemas.microsoft.com/office/drawing/2014/main" id="{06CAA1C8-A4E0-4794-ADE1-F55CC3B9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001"/>
              <a:ext cx="176" cy="70"/>
            </a:xfrm>
            <a:custGeom>
              <a:avLst/>
              <a:gdLst>
                <a:gd name="T0" fmla="*/ 120 w 176"/>
                <a:gd name="T1" fmla="*/ 0 h 70"/>
                <a:gd name="T2" fmla="*/ 0 w 176"/>
                <a:gd name="T3" fmla="*/ 27 h 70"/>
                <a:gd name="T4" fmla="*/ 55 w 176"/>
                <a:gd name="T5" fmla="*/ 70 h 70"/>
                <a:gd name="T6" fmla="*/ 176 w 176"/>
                <a:gd name="T7" fmla="*/ 44 h 70"/>
                <a:gd name="T8" fmla="*/ 120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0" y="0"/>
                  </a:moveTo>
                  <a:lnTo>
                    <a:pt x="0" y="27"/>
                  </a:lnTo>
                  <a:lnTo>
                    <a:pt x="55" y="70"/>
                  </a:lnTo>
                  <a:lnTo>
                    <a:pt x="176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0" name="Freeform 469">
              <a:extLst>
                <a:ext uri="{FF2B5EF4-FFF2-40B4-BE49-F238E27FC236}">
                  <a16:creationId xmlns:a16="http://schemas.microsoft.com/office/drawing/2014/main" id="{C7EA4B36-54A2-463F-83CB-4E8AC8D5F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094"/>
              <a:ext cx="176" cy="70"/>
            </a:xfrm>
            <a:custGeom>
              <a:avLst/>
              <a:gdLst>
                <a:gd name="T0" fmla="*/ 120 w 176"/>
                <a:gd name="T1" fmla="*/ 0 h 70"/>
                <a:gd name="T2" fmla="*/ 0 w 176"/>
                <a:gd name="T3" fmla="*/ 26 h 70"/>
                <a:gd name="T4" fmla="*/ 55 w 176"/>
                <a:gd name="T5" fmla="*/ 70 h 70"/>
                <a:gd name="T6" fmla="*/ 176 w 176"/>
                <a:gd name="T7" fmla="*/ 43 h 70"/>
                <a:gd name="T8" fmla="*/ 120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0" y="0"/>
                  </a:move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1" name="Freeform 470">
              <a:extLst>
                <a:ext uri="{FF2B5EF4-FFF2-40B4-BE49-F238E27FC236}">
                  <a16:creationId xmlns:a16="http://schemas.microsoft.com/office/drawing/2014/main" id="{68C8732B-1A66-4D4F-BF74-5C0B9DA8B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187"/>
              <a:ext cx="175" cy="70"/>
            </a:xfrm>
            <a:custGeom>
              <a:avLst/>
              <a:gdLst>
                <a:gd name="T0" fmla="*/ 120 w 175"/>
                <a:gd name="T1" fmla="*/ 0 h 70"/>
                <a:gd name="T2" fmla="*/ 0 w 175"/>
                <a:gd name="T3" fmla="*/ 27 h 70"/>
                <a:gd name="T4" fmla="*/ 55 w 175"/>
                <a:gd name="T5" fmla="*/ 70 h 70"/>
                <a:gd name="T6" fmla="*/ 175 w 175"/>
                <a:gd name="T7" fmla="*/ 44 h 70"/>
                <a:gd name="T8" fmla="*/ 120 w 17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20" y="0"/>
                  </a:moveTo>
                  <a:lnTo>
                    <a:pt x="0" y="27"/>
                  </a:lnTo>
                  <a:lnTo>
                    <a:pt x="55" y="70"/>
                  </a:lnTo>
                  <a:lnTo>
                    <a:pt x="175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2" name="Freeform 471">
              <a:extLst>
                <a:ext uri="{FF2B5EF4-FFF2-40B4-BE49-F238E27FC236}">
                  <a16:creationId xmlns:a16="http://schemas.microsoft.com/office/drawing/2014/main" id="{B3A4C40A-0BB7-4341-BBD7-F5E22F89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280"/>
              <a:ext cx="176" cy="70"/>
            </a:xfrm>
            <a:custGeom>
              <a:avLst/>
              <a:gdLst>
                <a:gd name="T0" fmla="*/ 121 w 176"/>
                <a:gd name="T1" fmla="*/ 0 h 70"/>
                <a:gd name="T2" fmla="*/ 0 w 176"/>
                <a:gd name="T3" fmla="*/ 26 h 70"/>
                <a:gd name="T4" fmla="*/ 56 w 176"/>
                <a:gd name="T5" fmla="*/ 70 h 70"/>
                <a:gd name="T6" fmla="*/ 176 w 176"/>
                <a:gd name="T7" fmla="*/ 43 h 70"/>
                <a:gd name="T8" fmla="*/ 121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1" y="0"/>
                  </a:moveTo>
                  <a:lnTo>
                    <a:pt x="0" y="26"/>
                  </a:lnTo>
                  <a:lnTo>
                    <a:pt x="56" y="70"/>
                  </a:lnTo>
                  <a:lnTo>
                    <a:pt x="176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3" name="Freeform 472">
              <a:extLst>
                <a:ext uri="{FF2B5EF4-FFF2-40B4-BE49-F238E27FC236}">
                  <a16:creationId xmlns:a16="http://schemas.microsoft.com/office/drawing/2014/main" id="{A1DCED81-F2EB-4BE1-BD9C-8F24ADD84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372"/>
              <a:ext cx="176" cy="71"/>
            </a:xfrm>
            <a:custGeom>
              <a:avLst/>
              <a:gdLst>
                <a:gd name="T0" fmla="*/ 121 w 176"/>
                <a:gd name="T1" fmla="*/ 0 h 71"/>
                <a:gd name="T2" fmla="*/ 0 w 176"/>
                <a:gd name="T3" fmla="*/ 27 h 71"/>
                <a:gd name="T4" fmla="*/ 56 w 176"/>
                <a:gd name="T5" fmla="*/ 71 h 71"/>
                <a:gd name="T6" fmla="*/ 176 w 176"/>
                <a:gd name="T7" fmla="*/ 44 h 71"/>
                <a:gd name="T8" fmla="*/ 121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1" y="0"/>
                  </a:moveTo>
                  <a:lnTo>
                    <a:pt x="0" y="27"/>
                  </a:lnTo>
                  <a:lnTo>
                    <a:pt x="56" y="71"/>
                  </a:lnTo>
                  <a:lnTo>
                    <a:pt x="176" y="44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4" name="Freeform 473">
              <a:extLst>
                <a:ext uri="{FF2B5EF4-FFF2-40B4-BE49-F238E27FC236}">
                  <a16:creationId xmlns:a16="http://schemas.microsoft.com/office/drawing/2014/main" id="{2EEFE2DA-C9AF-4612-97F9-16AC225EA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465"/>
              <a:ext cx="175" cy="70"/>
            </a:xfrm>
            <a:custGeom>
              <a:avLst/>
              <a:gdLst>
                <a:gd name="T0" fmla="*/ 0 w 175"/>
                <a:gd name="T1" fmla="*/ 27 h 70"/>
                <a:gd name="T2" fmla="*/ 55 w 175"/>
                <a:gd name="T3" fmla="*/ 70 h 70"/>
                <a:gd name="T4" fmla="*/ 175 w 175"/>
                <a:gd name="T5" fmla="*/ 44 h 70"/>
                <a:gd name="T6" fmla="*/ 121 w 175"/>
                <a:gd name="T7" fmla="*/ 0 h 70"/>
                <a:gd name="T8" fmla="*/ 0 w 175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0" y="27"/>
                  </a:moveTo>
                  <a:lnTo>
                    <a:pt x="55" y="70"/>
                  </a:lnTo>
                  <a:lnTo>
                    <a:pt x="175" y="44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5" name="Freeform 474">
              <a:extLst>
                <a:ext uri="{FF2B5EF4-FFF2-40B4-BE49-F238E27FC236}">
                  <a16:creationId xmlns:a16="http://schemas.microsoft.com/office/drawing/2014/main" id="{6A975C7E-B2F3-42E7-90EE-6D9E2BC0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558"/>
              <a:ext cx="176" cy="70"/>
            </a:xfrm>
            <a:custGeom>
              <a:avLst/>
              <a:gdLst>
                <a:gd name="T0" fmla="*/ 0 w 176"/>
                <a:gd name="T1" fmla="*/ 26 h 70"/>
                <a:gd name="T2" fmla="*/ 56 w 176"/>
                <a:gd name="T3" fmla="*/ 70 h 70"/>
                <a:gd name="T4" fmla="*/ 176 w 176"/>
                <a:gd name="T5" fmla="*/ 43 h 70"/>
                <a:gd name="T6" fmla="*/ 121 w 176"/>
                <a:gd name="T7" fmla="*/ 0 h 70"/>
                <a:gd name="T8" fmla="*/ 0 w 176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6"/>
                  </a:moveTo>
                  <a:lnTo>
                    <a:pt x="56" y="70"/>
                  </a:lnTo>
                  <a:lnTo>
                    <a:pt x="176" y="43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6" name="Freeform 475">
              <a:extLst>
                <a:ext uri="{FF2B5EF4-FFF2-40B4-BE49-F238E27FC236}">
                  <a16:creationId xmlns:a16="http://schemas.microsoft.com/office/drawing/2014/main" id="{34BB4DC5-0383-4030-9E03-90574230C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650"/>
              <a:ext cx="176" cy="71"/>
            </a:xfrm>
            <a:custGeom>
              <a:avLst/>
              <a:gdLst>
                <a:gd name="T0" fmla="*/ 0 w 176"/>
                <a:gd name="T1" fmla="*/ 28 h 71"/>
                <a:gd name="T2" fmla="*/ 55 w 176"/>
                <a:gd name="T3" fmla="*/ 71 h 71"/>
                <a:gd name="T4" fmla="*/ 176 w 176"/>
                <a:gd name="T5" fmla="*/ 44 h 71"/>
                <a:gd name="T6" fmla="*/ 121 w 176"/>
                <a:gd name="T7" fmla="*/ 0 h 71"/>
                <a:gd name="T8" fmla="*/ 0 w 176"/>
                <a:gd name="T9" fmla="*/ 2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8"/>
                  </a:moveTo>
                  <a:lnTo>
                    <a:pt x="55" y="71"/>
                  </a:lnTo>
                  <a:lnTo>
                    <a:pt x="176" y="44"/>
                  </a:lnTo>
                  <a:lnTo>
                    <a:pt x="121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7" name="Freeform 476">
              <a:extLst>
                <a:ext uri="{FF2B5EF4-FFF2-40B4-BE49-F238E27FC236}">
                  <a16:creationId xmlns:a16="http://schemas.microsoft.com/office/drawing/2014/main" id="{71CA5EB5-C21C-481D-BF27-71DBF71E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743"/>
              <a:ext cx="148" cy="49"/>
            </a:xfrm>
            <a:custGeom>
              <a:avLst/>
              <a:gdLst>
                <a:gd name="T0" fmla="*/ 0 w 173"/>
                <a:gd name="T1" fmla="*/ 20 h 57"/>
                <a:gd name="T2" fmla="*/ 20 w 173"/>
                <a:gd name="T3" fmla="*/ 36 h 57"/>
                <a:gd name="T4" fmla="*/ 109 w 173"/>
                <a:gd name="T5" fmla="*/ 15 h 57"/>
                <a:gd name="T6" fmla="*/ 89 w 173"/>
                <a:gd name="T7" fmla="*/ 0 h 57"/>
                <a:gd name="T8" fmla="*/ 0 w 173"/>
                <a:gd name="T9" fmla="*/ 2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57">
                  <a:moveTo>
                    <a:pt x="0" y="31"/>
                  </a:moveTo>
                  <a:cubicBezTo>
                    <a:pt x="32" y="57"/>
                    <a:pt x="32" y="57"/>
                    <a:pt x="32" y="57"/>
                  </a:cubicBezTo>
                  <a:cubicBezTo>
                    <a:pt x="80" y="46"/>
                    <a:pt x="127" y="35"/>
                    <a:pt x="173" y="25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8" name="Freeform 477">
              <a:extLst>
                <a:ext uri="{FF2B5EF4-FFF2-40B4-BE49-F238E27FC236}">
                  <a16:creationId xmlns:a16="http://schemas.microsoft.com/office/drawing/2014/main" id="{6CFCED11-647E-4DB1-BF8B-8AEDA10EA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452"/>
              <a:ext cx="182" cy="76"/>
            </a:xfrm>
            <a:custGeom>
              <a:avLst/>
              <a:gdLst>
                <a:gd name="T0" fmla="*/ 0 w 182"/>
                <a:gd name="T1" fmla="*/ 27 h 76"/>
                <a:gd name="T2" fmla="*/ 61 w 182"/>
                <a:gd name="T3" fmla="*/ 76 h 76"/>
                <a:gd name="T4" fmla="*/ 182 w 182"/>
                <a:gd name="T5" fmla="*/ 49 h 76"/>
                <a:gd name="T6" fmla="*/ 120 w 182"/>
                <a:gd name="T7" fmla="*/ 0 h 76"/>
                <a:gd name="T8" fmla="*/ 0 w 182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7"/>
                  </a:moveTo>
                  <a:lnTo>
                    <a:pt x="61" y="76"/>
                  </a:lnTo>
                  <a:lnTo>
                    <a:pt x="182" y="49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9" name="Freeform 478">
              <a:extLst>
                <a:ext uri="{FF2B5EF4-FFF2-40B4-BE49-F238E27FC236}">
                  <a16:creationId xmlns:a16="http://schemas.microsoft.com/office/drawing/2014/main" id="{1AA4A5C9-DACD-498D-AF2A-D75765CB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267"/>
              <a:ext cx="183" cy="75"/>
            </a:xfrm>
            <a:custGeom>
              <a:avLst/>
              <a:gdLst>
                <a:gd name="T0" fmla="*/ 0 w 183"/>
                <a:gd name="T1" fmla="*/ 26 h 75"/>
                <a:gd name="T2" fmla="*/ 63 w 183"/>
                <a:gd name="T3" fmla="*/ 75 h 75"/>
                <a:gd name="T4" fmla="*/ 183 w 183"/>
                <a:gd name="T5" fmla="*/ 48 h 75"/>
                <a:gd name="T6" fmla="*/ 121 w 183"/>
                <a:gd name="T7" fmla="*/ 0 h 75"/>
                <a:gd name="T8" fmla="*/ 0 w 183"/>
                <a:gd name="T9" fmla="*/ 2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0" y="26"/>
                  </a:moveTo>
                  <a:lnTo>
                    <a:pt x="63" y="75"/>
                  </a:lnTo>
                  <a:lnTo>
                    <a:pt x="183" y="48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0" name="Freeform 479">
              <a:extLst>
                <a:ext uri="{FF2B5EF4-FFF2-40B4-BE49-F238E27FC236}">
                  <a16:creationId xmlns:a16="http://schemas.microsoft.com/office/drawing/2014/main" id="{60122DB1-F371-41CE-A706-2DAFF7F68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617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0 w 183"/>
                <a:gd name="T3" fmla="*/ 0 h 76"/>
                <a:gd name="T4" fmla="*/ 0 w 183"/>
                <a:gd name="T5" fmla="*/ 26 h 76"/>
                <a:gd name="T6" fmla="*/ 62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62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1" name="Freeform 480">
              <a:extLst>
                <a:ext uri="{FF2B5EF4-FFF2-40B4-BE49-F238E27FC236}">
                  <a16:creationId xmlns:a16="http://schemas.microsoft.com/office/drawing/2014/main" id="{E0A54D46-63ED-46CC-861C-053344CF1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895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1 w 183"/>
                <a:gd name="T3" fmla="*/ 0 h 76"/>
                <a:gd name="T4" fmla="*/ 0 w 183"/>
                <a:gd name="T5" fmla="*/ 27 h 76"/>
                <a:gd name="T6" fmla="*/ 63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2" name="Freeform 481">
              <a:extLst>
                <a:ext uri="{FF2B5EF4-FFF2-40B4-BE49-F238E27FC236}">
                  <a16:creationId xmlns:a16="http://schemas.microsoft.com/office/drawing/2014/main" id="{4C6EA274-02A8-4BE3-90CB-1B2DAB272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88"/>
              <a:ext cx="182" cy="76"/>
            </a:xfrm>
            <a:custGeom>
              <a:avLst/>
              <a:gdLst>
                <a:gd name="T0" fmla="*/ 121 w 182"/>
                <a:gd name="T1" fmla="*/ 0 h 76"/>
                <a:gd name="T2" fmla="*/ 0 w 182"/>
                <a:gd name="T3" fmla="*/ 27 h 76"/>
                <a:gd name="T4" fmla="*/ 62 w 182"/>
                <a:gd name="T5" fmla="*/ 76 h 76"/>
                <a:gd name="T6" fmla="*/ 182 w 182"/>
                <a:gd name="T7" fmla="*/ 49 h 76"/>
                <a:gd name="T8" fmla="*/ 121 w 1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21" y="0"/>
                  </a:moveTo>
                  <a:lnTo>
                    <a:pt x="0" y="27"/>
                  </a:lnTo>
                  <a:lnTo>
                    <a:pt x="62" y="76"/>
                  </a:lnTo>
                  <a:lnTo>
                    <a:pt x="182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3" name="Freeform 482">
              <a:extLst>
                <a:ext uri="{FF2B5EF4-FFF2-40B4-BE49-F238E27FC236}">
                  <a16:creationId xmlns:a16="http://schemas.microsoft.com/office/drawing/2014/main" id="{47189D56-B92A-44C7-9A06-13A09258C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73"/>
              <a:ext cx="183" cy="77"/>
            </a:xfrm>
            <a:custGeom>
              <a:avLst/>
              <a:gdLst>
                <a:gd name="T0" fmla="*/ 121 w 183"/>
                <a:gd name="T1" fmla="*/ 0 h 77"/>
                <a:gd name="T2" fmla="*/ 0 w 183"/>
                <a:gd name="T3" fmla="*/ 28 h 77"/>
                <a:gd name="T4" fmla="*/ 63 w 183"/>
                <a:gd name="T5" fmla="*/ 77 h 77"/>
                <a:gd name="T6" fmla="*/ 183 w 183"/>
                <a:gd name="T7" fmla="*/ 50 h 77"/>
                <a:gd name="T8" fmla="*/ 121 w 18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21" y="0"/>
                  </a:moveTo>
                  <a:lnTo>
                    <a:pt x="0" y="28"/>
                  </a:lnTo>
                  <a:lnTo>
                    <a:pt x="63" y="77"/>
                  </a:lnTo>
                  <a:lnTo>
                    <a:pt x="183" y="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4" name="Freeform 483">
              <a:extLst>
                <a:ext uri="{FF2B5EF4-FFF2-40B4-BE49-F238E27FC236}">
                  <a16:creationId xmlns:a16="http://schemas.microsoft.com/office/drawing/2014/main" id="{E53622C9-F36D-4183-9595-FC0AEEDD7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081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6 h 76"/>
                <a:gd name="T4" fmla="*/ 63 w 183"/>
                <a:gd name="T5" fmla="*/ 76 h 76"/>
                <a:gd name="T6" fmla="*/ 183 w 183"/>
                <a:gd name="T7" fmla="*/ 49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6"/>
                  </a:ln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5" name="Freeform 484">
              <a:extLst>
                <a:ext uri="{FF2B5EF4-FFF2-40B4-BE49-F238E27FC236}">
                  <a16:creationId xmlns:a16="http://schemas.microsoft.com/office/drawing/2014/main" id="{88B69E29-1437-49FE-ADF7-B2A35B19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470"/>
              <a:ext cx="136" cy="37"/>
            </a:xfrm>
            <a:custGeom>
              <a:avLst/>
              <a:gdLst>
                <a:gd name="T0" fmla="*/ 99 w 159"/>
                <a:gd name="T1" fmla="*/ 8 h 44"/>
                <a:gd name="T2" fmla="*/ 89 w 159"/>
                <a:gd name="T3" fmla="*/ 0 h 44"/>
                <a:gd name="T4" fmla="*/ 0 w 159"/>
                <a:gd name="T5" fmla="*/ 18 h 44"/>
                <a:gd name="T6" fmla="*/ 11 w 159"/>
                <a:gd name="T7" fmla="*/ 26 h 44"/>
                <a:gd name="T8" fmla="*/ 99 w 159"/>
                <a:gd name="T9" fmla="*/ 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44">
                  <a:moveTo>
                    <a:pt x="159" y="13"/>
                  </a:moveTo>
                  <a:cubicBezTo>
                    <a:pt x="143" y="0"/>
                    <a:pt x="143" y="0"/>
                    <a:pt x="143" y="0"/>
                  </a:cubicBezTo>
                  <a:cubicBezTo>
                    <a:pt x="95" y="10"/>
                    <a:pt x="48" y="20"/>
                    <a:pt x="0" y="30"/>
                  </a:cubicBezTo>
                  <a:cubicBezTo>
                    <a:pt x="18" y="44"/>
                    <a:pt x="18" y="44"/>
                    <a:pt x="18" y="44"/>
                  </a:cubicBezTo>
                  <a:lnTo>
                    <a:pt x="159" y="13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6" name="Freeform 485">
              <a:extLst>
                <a:ext uri="{FF2B5EF4-FFF2-40B4-BE49-F238E27FC236}">
                  <a16:creationId xmlns:a16="http://schemas.microsoft.com/office/drawing/2014/main" id="{555D8DFF-FF5D-443C-8D92-7EAA04EE1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37"/>
              <a:ext cx="183" cy="77"/>
            </a:xfrm>
            <a:custGeom>
              <a:avLst/>
              <a:gdLst>
                <a:gd name="T0" fmla="*/ 0 w 183"/>
                <a:gd name="T1" fmla="*/ 28 h 77"/>
                <a:gd name="T2" fmla="*/ 62 w 183"/>
                <a:gd name="T3" fmla="*/ 77 h 77"/>
                <a:gd name="T4" fmla="*/ 183 w 183"/>
                <a:gd name="T5" fmla="*/ 50 h 77"/>
                <a:gd name="T6" fmla="*/ 120 w 183"/>
                <a:gd name="T7" fmla="*/ 0 h 77"/>
                <a:gd name="T8" fmla="*/ 0 w 183"/>
                <a:gd name="T9" fmla="*/ 2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0" y="28"/>
                  </a:moveTo>
                  <a:lnTo>
                    <a:pt x="62" y="77"/>
                  </a:lnTo>
                  <a:lnTo>
                    <a:pt x="183" y="50"/>
                  </a:lnTo>
                  <a:lnTo>
                    <a:pt x="120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7" name="Freeform 486">
              <a:extLst>
                <a:ext uri="{FF2B5EF4-FFF2-40B4-BE49-F238E27FC236}">
                  <a16:creationId xmlns:a16="http://schemas.microsoft.com/office/drawing/2014/main" id="{35DF992D-2CE3-429B-8C23-D00FD815B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545"/>
              <a:ext cx="183" cy="76"/>
            </a:xfrm>
            <a:custGeom>
              <a:avLst/>
              <a:gdLst>
                <a:gd name="T0" fmla="*/ 0 w 183"/>
                <a:gd name="T1" fmla="*/ 26 h 76"/>
                <a:gd name="T2" fmla="*/ 62 w 183"/>
                <a:gd name="T3" fmla="*/ 76 h 76"/>
                <a:gd name="T4" fmla="*/ 183 w 183"/>
                <a:gd name="T5" fmla="*/ 49 h 76"/>
                <a:gd name="T6" fmla="*/ 120 w 183"/>
                <a:gd name="T7" fmla="*/ 0 h 76"/>
                <a:gd name="T8" fmla="*/ 0 w 183"/>
                <a:gd name="T9" fmla="*/ 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6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8" name="Freeform 487">
              <a:extLst>
                <a:ext uri="{FF2B5EF4-FFF2-40B4-BE49-F238E27FC236}">
                  <a16:creationId xmlns:a16="http://schemas.microsoft.com/office/drawing/2014/main" id="{7B2A45BC-2AA4-4C77-9FCB-1E18852F2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524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0 w 183"/>
                <a:gd name="T3" fmla="*/ 0 h 76"/>
                <a:gd name="T4" fmla="*/ 0 w 183"/>
                <a:gd name="T5" fmla="*/ 27 h 76"/>
                <a:gd name="T6" fmla="*/ 62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9" name="Freeform 488">
              <a:extLst>
                <a:ext uri="{FF2B5EF4-FFF2-40B4-BE49-F238E27FC236}">
                  <a16:creationId xmlns:a16="http://schemas.microsoft.com/office/drawing/2014/main" id="{6920603B-AB4A-46A4-ACF4-27FB0A7D7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359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2 w 183"/>
                <a:gd name="T3" fmla="*/ 76 h 76"/>
                <a:gd name="T4" fmla="*/ 183 w 183"/>
                <a:gd name="T5" fmla="*/ 49 h 76"/>
                <a:gd name="T6" fmla="*/ 120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0" name="Freeform 489">
              <a:extLst>
                <a:ext uri="{FF2B5EF4-FFF2-40B4-BE49-F238E27FC236}">
                  <a16:creationId xmlns:a16="http://schemas.microsoft.com/office/drawing/2014/main" id="{EC2EF72F-C3E3-4C07-A832-E3E6A62E2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709"/>
              <a:ext cx="182" cy="77"/>
            </a:xfrm>
            <a:custGeom>
              <a:avLst/>
              <a:gdLst>
                <a:gd name="T0" fmla="*/ 182 w 182"/>
                <a:gd name="T1" fmla="*/ 50 h 77"/>
                <a:gd name="T2" fmla="*/ 120 w 182"/>
                <a:gd name="T3" fmla="*/ 0 h 77"/>
                <a:gd name="T4" fmla="*/ 0 w 182"/>
                <a:gd name="T5" fmla="*/ 28 h 77"/>
                <a:gd name="T6" fmla="*/ 61 w 182"/>
                <a:gd name="T7" fmla="*/ 77 h 77"/>
                <a:gd name="T8" fmla="*/ 182 w 182"/>
                <a:gd name="T9" fmla="*/ 5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7">
                  <a:moveTo>
                    <a:pt x="182" y="50"/>
                  </a:moveTo>
                  <a:lnTo>
                    <a:pt x="120" y="0"/>
                  </a:lnTo>
                  <a:lnTo>
                    <a:pt x="0" y="28"/>
                  </a:lnTo>
                  <a:lnTo>
                    <a:pt x="61" y="77"/>
                  </a:lnTo>
                  <a:lnTo>
                    <a:pt x="182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1" name="Freeform 490">
              <a:extLst>
                <a:ext uri="{FF2B5EF4-FFF2-40B4-BE49-F238E27FC236}">
                  <a16:creationId xmlns:a16="http://schemas.microsoft.com/office/drawing/2014/main" id="{B538FB20-AE9C-450A-B89B-351DACF0A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803"/>
              <a:ext cx="183" cy="75"/>
            </a:xfrm>
            <a:custGeom>
              <a:avLst/>
              <a:gdLst>
                <a:gd name="T0" fmla="*/ 62 w 183"/>
                <a:gd name="T1" fmla="*/ 75 h 75"/>
                <a:gd name="T2" fmla="*/ 183 w 183"/>
                <a:gd name="T3" fmla="*/ 48 h 75"/>
                <a:gd name="T4" fmla="*/ 121 w 183"/>
                <a:gd name="T5" fmla="*/ 0 h 75"/>
                <a:gd name="T6" fmla="*/ 0 w 183"/>
                <a:gd name="T7" fmla="*/ 26 h 75"/>
                <a:gd name="T8" fmla="*/ 62 w 183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62" y="75"/>
                  </a:moveTo>
                  <a:lnTo>
                    <a:pt x="183" y="48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62" y="75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2" name="Freeform 491">
              <a:extLst>
                <a:ext uri="{FF2B5EF4-FFF2-40B4-BE49-F238E27FC236}">
                  <a16:creationId xmlns:a16="http://schemas.microsoft.com/office/drawing/2014/main" id="{0DEC13E3-AF16-4A9B-8704-49A1E7B5E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481"/>
              <a:ext cx="176" cy="70"/>
            </a:xfrm>
            <a:custGeom>
              <a:avLst/>
              <a:gdLst>
                <a:gd name="T0" fmla="*/ 176 w 176"/>
                <a:gd name="T1" fmla="*/ 43 h 70"/>
                <a:gd name="T2" fmla="*/ 121 w 176"/>
                <a:gd name="T3" fmla="*/ 0 h 70"/>
                <a:gd name="T4" fmla="*/ 0 w 176"/>
                <a:gd name="T5" fmla="*/ 26 h 70"/>
                <a:gd name="T6" fmla="*/ 56 w 176"/>
                <a:gd name="T7" fmla="*/ 70 h 70"/>
                <a:gd name="T8" fmla="*/ 176 w 176"/>
                <a:gd name="T9" fmla="*/ 4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3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lnTo>
                    <a:pt x="176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3" name="Freeform 492">
              <a:extLst>
                <a:ext uri="{FF2B5EF4-FFF2-40B4-BE49-F238E27FC236}">
                  <a16:creationId xmlns:a16="http://schemas.microsoft.com/office/drawing/2014/main" id="{EC26D973-EB3B-45A6-9FA0-7F1272A6F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573"/>
              <a:ext cx="175" cy="70"/>
            </a:xfrm>
            <a:custGeom>
              <a:avLst/>
              <a:gdLst>
                <a:gd name="T0" fmla="*/ 175 w 175"/>
                <a:gd name="T1" fmla="*/ 44 h 70"/>
                <a:gd name="T2" fmla="*/ 121 w 175"/>
                <a:gd name="T3" fmla="*/ 0 h 70"/>
                <a:gd name="T4" fmla="*/ 0 w 175"/>
                <a:gd name="T5" fmla="*/ 27 h 70"/>
                <a:gd name="T6" fmla="*/ 55 w 175"/>
                <a:gd name="T7" fmla="*/ 70 h 70"/>
                <a:gd name="T8" fmla="*/ 175 w 175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75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5" y="70"/>
                  </a:lnTo>
                  <a:lnTo>
                    <a:pt x="175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4" name="Freeform 493">
              <a:extLst>
                <a:ext uri="{FF2B5EF4-FFF2-40B4-BE49-F238E27FC236}">
                  <a16:creationId xmlns:a16="http://schemas.microsoft.com/office/drawing/2014/main" id="{9C45F221-660D-487A-B824-3EC71CEF6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666"/>
              <a:ext cx="176" cy="71"/>
            </a:xfrm>
            <a:custGeom>
              <a:avLst/>
              <a:gdLst>
                <a:gd name="T0" fmla="*/ 176 w 176"/>
                <a:gd name="T1" fmla="*/ 43 h 71"/>
                <a:gd name="T2" fmla="*/ 121 w 176"/>
                <a:gd name="T3" fmla="*/ 0 h 71"/>
                <a:gd name="T4" fmla="*/ 0 w 176"/>
                <a:gd name="T5" fmla="*/ 27 h 71"/>
                <a:gd name="T6" fmla="*/ 56 w 176"/>
                <a:gd name="T7" fmla="*/ 71 h 71"/>
                <a:gd name="T8" fmla="*/ 176 w 176"/>
                <a:gd name="T9" fmla="*/ 4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3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lnTo>
                    <a:pt x="176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5" name="Freeform 494">
              <a:extLst>
                <a:ext uri="{FF2B5EF4-FFF2-40B4-BE49-F238E27FC236}">
                  <a16:creationId xmlns:a16="http://schemas.microsoft.com/office/drawing/2014/main" id="{334016B0-488A-44C7-A3C3-D4A971611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759"/>
              <a:ext cx="177" cy="70"/>
            </a:xfrm>
            <a:custGeom>
              <a:avLst/>
              <a:gdLst>
                <a:gd name="T0" fmla="*/ 56 w 177"/>
                <a:gd name="T1" fmla="*/ 70 h 70"/>
                <a:gd name="T2" fmla="*/ 177 w 177"/>
                <a:gd name="T3" fmla="*/ 44 h 70"/>
                <a:gd name="T4" fmla="*/ 121 w 177"/>
                <a:gd name="T5" fmla="*/ 0 h 70"/>
                <a:gd name="T6" fmla="*/ 0 w 177"/>
                <a:gd name="T7" fmla="*/ 27 h 70"/>
                <a:gd name="T8" fmla="*/ 56 w 17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56" y="70"/>
                  </a:moveTo>
                  <a:lnTo>
                    <a:pt x="177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6" name="Freeform 495">
              <a:extLst>
                <a:ext uri="{FF2B5EF4-FFF2-40B4-BE49-F238E27FC236}">
                  <a16:creationId xmlns:a16="http://schemas.microsoft.com/office/drawing/2014/main" id="{194E2B67-5527-4CAA-A002-2805327AC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851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1 w 176"/>
                <a:gd name="T3" fmla="*/ 0 h 71"/>
                <a:gd name="T4" fmla="*/ 0 w 176"/>
                <a:gd name="T5" fmla="*/ 27 h 71"/>
                <a:gd name="T6" fmla="*/ 55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5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7" name="Freeform 496">
              <a:extLst>
                <a:ext uri="{FF2B5EF4-FFF2-40B4-BE49-F238E27FC236}">
                  <a16:creationId xmlns:a16="http://schemas.microsoft.com/office/drawing/2014/main" id="{4DA7037C-D3DA-4C41-AD3D-BD1375BD6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944"/>
              <a:ext cx="176" cy="71"/>
            </a:xfrm>
            <a:custGeom>
              <a:avLst/>
              <a:gdLst>
                <a:gd name="T0" fmla="*/ 120 w 176"/>
                <a:gd name="T1" fmla="*/ 0 h 71"/>
                <a:gd name="T2" fmla="*/ 0 w 176"/>
                <a:gd name="T3" fmla="*/ 27 h 71"/>
                <a:gd name="T4" fmla="*/ 55 w 176"/>
                <a:gd name="T5" fmla="*/ 71 h 71"/>
                <a:gd name="T6" fmla="*/ 176 w 176"/>
                <a:gd name="T7" fmla="*/ 44 h 71"/>
                <a:gd name="T8" fmla="*/ 120 w 17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20" y="0"/>
                  </a:moveTo>
                  <a:lnTo>
                    <a:pt x="0" y="27"/>
                  </a:lnTo>
                  <a:lnTo>
                    <a:pt x="55" y="71"/>
                  </a:lnTo>
                  <a:lnTo>
                    <a:pt x="176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8" name="Freeform 497">
              <a:extLst>
                <a:ext uri="{FF2B5EF4-FFF2-40B4-BE49-F238E27FC236}">
                  <a16:creationId xmlns:a16="http://schemas.microsoft.com/office/drawing/2014/main" id="{BEA71320-E3A4-415A-9B7B-9559DC027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037"/>
              <a:ext cx="176" cy="70"/>
            </a:xfrm>
            <a:custGeom>
              <a:avLst/>
              <a:gdLst>
                <a:gd name="T0" fmla="*/ 120 w 176"/>
                <a:gd name="T1" fmla="*/ 0 h 70"/>
                <a:gd name="T2" fmla="*/ 0 w 176"/>
                <a:gd name="T3" fmla="*/ 27 h 70"/>
                <a:gd name="T4" fmla="*/ 55 w 176"/>
                <a:gd name="T5" fmla="*/ 70 h 70"/>
                <a:gd name="T6" fmla="*/ 176 w 176"/>
                <a:gd name="T7" fmla="*/ 44 h 70"/>
                <a:gd name="T8" fmla="*/ 120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0" y="0"/>
                  </a:moveTo>
                  <a:lnTo>
                    <a:pt x="0" y="27"/>
                  </a:lnTo>
                  <a:lnTo>
                    <a:pt x="55" y="70"/>
                  </a:lnTo>
                  <a:lnTo>
                    <a:pt x="176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9" name="Freeform 498">
              <a:extLst>
                <a:ext uri="{FF2B5EF4-FFF2-40B4-BE49-F238E27FC236}">
                  <a16:creationId xmlns:a16="http://schemas.microsoft.com/office/drawing/2014/main" id="{3713B67D-BD76-4138-A776-868D27E7A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130"/>
              <a:ext cx="175" cy="71"/>
            </a:xfrm>
            <a:custGeom>
              <a:avLst/>
              <a:gdLst>
                <a:gd name="T0" fmla="*/ 120 w 175"/>
                <a:gd name="T1" fmla="*/ 0 h 71"/>
                <a:gd name="T2" fmla="*/ 0 w 175"/>
                <a:gd name="T3" fmla="*/ 27 h 71"/>
                <a:gd name="T4" fmla="*/ 54 w 175"/>
                <a:gd name="T5" fmla="*/ 71 h 71"/>
                <a:gd name="T6" fmla="*/ 175 w 175"/>
                <a:gd name="T7" fmla="*/ 43 h 71"/>
                <a:gd name="T8" fmla="*/ 120 w 175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20" y="0"/>
                  </a:moveTo>
                  <a:lnTo>
                    <a:pt x="0" y="27"/>
                  </a:lnTo>
                  <a:lnTo>
                    <a:pt x="54" y="71"/>
                  </a:lnTo>
                  <a:lnTo>
                    <a:pt x="175" y="43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0" name="Freeform 499">
              <a:extLst>
                <a:ext uri="{FF2B5EF4-FFF2-40B4-BE49-F238E27FC236}">
                  <a16:creationId xmlns:a16="http://schemas.microsoft.com/office/drawing/2014/main" id="{98A8D657-0E8E-4A04-ABC3-73BFB8FF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223"/>
              <a:ext cx="176" cy="70"/>
            </a:xfrm>
            <a:custGeom>
              <a:avLst/>
              <a:gdLst>
                <a:gd name="T0" fmla="*/ 120 w 176"/>
                <a:gd name="T1" fmla="*/ 0 h 70"/>
                <a:gd name="T2" fmla="*/ 0 w 176"/>
                <a:gd name="T3" fmla="*/ 27 h 70"/>
                <a:gd name="T4" fmla="*/ 55 w 176"/>
                <a:gd name="T5" fmla="*/ 70 h 70"/>
                <a:gd name="T6" fmla="*/ 176 w 176"/>
                <a:gd name="T7" fmla="*/ 44 h 70"/>
                <a:gd name="T8" fmla="*/ 120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0" y="0"/>
                  </a:moveTo>
                  <a:lnTo>
                    <a:pt x="0" y="27"/>
                  </a:lnTo>
                  <a:lnTo>
                    <a:pt x="55" y="70"/>
                  </a:lnTo>
                  <a:lnTo>
                    <a:pt x="176" y="4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1" name="Freeform 500">
              <a:extLst>
                <a:ext uri="{FF2B5EF4-FFF2-40B4-BE49-F238E27FC236}">
                  <a16:creationId xmlns:a16="http://schemas.microsoft.com/office/drawing/2014/main" id="{73346AD6-A2E6-4D39-B11B-14488F47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315"/>
              <a:ext cx="175" cy="71"/>
            </a:xfrm>
            <a:custGeom>
              <a:avLst/>
              <a:gdLst>
                <a:gd name="T0" fmla="*/ 0 w 175"/>
                <a:gd name="T1" fmla="*/ 27 h 71"/>
                <a:gd name="T2" fmla="*/ 55 w 175"/>
                <a:gd name="T3" fmla="*/ 71 h 71"/>
                <a:gd name="T4" fmla="*/ 175 w 175"/>
                <a:gd name="T5" fmla="*/ 44 h 71"/>
                <a:gd name="T6" fmla="*/ 120 w 175"/>
                <a:gd name="T7" fmla="*/ 0 h 71"/>
                <a:gd name="T8" fmla="*/ 0 w 175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0" y="27"/>
                  </a:moveTo>
                  <a:lnTo>
                    <a:pt x="55" y="71"/>
                  </a:lnTo>
                  <a:lnTo>
                    <a:pt x="175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2" name="Freeform 501">
              <a:extLst>
                <a:ext uri="{FF2B5EF4-FFF2-40B4-BE49-F238E27FC236}">
                  <a16:creationId xmlns:a16="http://schemas.microsoft.com/office/drawing/2014/main" id="{C1C0E84B-492E-41C3-85C9-542B2296D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408"/>
              <a:ext cx="176" cy="71"/>
            </a:xfrm>
            <a:custGeom>
              <a:avLst/>
              <a:gdLst>
                <a:gd name="T0" fmla="*/ 0 w 176"/>
                <a:gd name="T1" fmla="*/ 27 h 71"/>
                <a:gd name="T2" fmla="*/ 56 w 176"/>
                <a:gd name="T3" fmla="*/ 71 h 71"/>
                <a:gd name="T4" fmla="*/ 176 w 176"/>
                <a:gd name="T5" fmla="*/ 44 h 71"/>
                <a:gd name="T6" fmla="*/ 121 w 176"/>
                <a:gd name="T7" fmla="*/ 0 h 71"/>
                <a:gd name="T8" fmla="*/ 0 w 176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7"/>
                  </a:moveTo>
                  <a:lnTo>
                    <a:pt x="56" y="71"/>
                  </a:ln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3" name="Freeform 502">
              <a:extLst>
                <a:ext uri="{FF2B5EF4-FFF2-40B4-BE49-F238E27FC236}">
                  <a16:creationId xmlns:a16="http://schemas.microsoft.com/office/drawing/2014/main" id="{4AE4E9A3-37A9-4E5A-9804-0A6ADE7E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501"/>
              <a:ext cx="176" cy="70"/>
            </a:xfrm>
            <a:custGeom>
              <a:avLst/>
              <a:gdLst>
                <a:gd name="T0" fmla="*/ 0 w 176"/>
                <a:gd name="T1" fmla="*/ 27 h 70"/>
                <a:gd name="T2" fmla="*/ 56 w 176"/>
                <a:gd name="T3" fmla="*/ 70 h 70"/>
                <a:gd name="T4" fmla="*/ 176 w 176"/>
                <a:gd name="T5" fmla="*/ 44 h 70"/>
                <a:gd name="T6" fmla="*/ 121 w 176"/>
                <a:gd name="T7" fmla="*/ 0 h 70"/>
                <a:gd name="T8" fmla="*/ 0 w 176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7"/>
                  </a:moveTo>
                  <a:lnTo>
                    <a:pt x="56" y="70"/>
                  </a:ln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4" name="Freeform 503">
              <a:extLst>
                <a:ext uri="{FF2B5EF4-FFF2-40B4-BE49-F238E27FC236}">
                  <a16:creationId xmlns:a16="http://schemas.microsoft.com/office/drawing/2014/main" id="{889EFD9E-10D9-42FD-A9A4-F465FF76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594"/>
              <a:ext cx="175" cy="71"/>
            </a:xfrm>
            <a:custGeom>
              <a:avLst/>
              <a:gdLst>
                <a:gd name="T0" fmla="*/ 0 w 175"/>
                <a:gd name="T1" fmla="*/ 27 h 71"/>
                <a:gd name="T2" fmla="*/ 55 w 175"/>
                <a:gd name="T3" fmla="*/ 71 h 71"/>
                <a:gd name="T4" fmla="*/ 175 w 175"/>
                <a:gd name="T5" fmla="*/ 43 h 71"/>
                <a:gd name="T6" fmla="*/ 121 w 175"/>
                <a:gd name="T7" fmla="*/ 0 h 71"/>
                <a:gd name="T8" fmla="*/ 0 w 175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0" y="27"/>
                  </a:moveTo>
                  <a:lnTo>
                    <a:pt x="55" y="71"/>
                  </a:lnTo>
                  <a:lnTo>
                    <a:pt x="175" y="43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5" name="Freeform 504">
              <a:extLst>
                <a:ext uri="{FF2B5EF4-FFF2-40B4-BE49-F238E27FC236}">
                  <a16:creationId xmlns:a16="http://schemas.microsoft.com/office/drawing/2014/main" id="{EE859FDA-99B2-4975-BB44-51BF4089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687"/>
              <a:ext cx="149" cy="48"/>
            </a:xfrm>
            <a:custGeom>
              <a:avLst/>
              <a:gdLst>
                <a:gd name="T0" fmla="*/ 0 w 174"/>
                <a:gd name="T1" fmla="*/ 20 h 56"/>
                <a:gd name="T2" fmla="*/ 20 w 174"/>
                <a:gd name="T3" fmla="*/ 35 h 56"/>
                <a:gd name="T4" fmla="*/ 110 w 174"/>
                <a:gd name="T5" fmla="*/ 16 h 56"/>
                <a:gd name="T6" fmla="*/ 89 w 174"/>
                <a:gd name="T7" fmla="*/ 0 h 56"/>
                <a:gd name="T8" fmla="*/ 0 w 174"/>
                <a:gd name="T9" fmla="*/ 2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6">
                  <a:moveTo>
                    <a:pt x="0" y="31"/>
                  </a:moveTo>
                  <a:cubicBezTo>
                    <a:pt x="32" y="56"/>
                    <a:pt x="32" y="56"/>
                    <a:pt x="32" y="56"/>
                  </a:cubicBezTo>
                  <a:cubicBezTo>
                    <a:pt x="83" y="45"/>
                    <a:pt x="131" y="35"/>
                    <a:pt x="174" y="26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6" name="Freeform 505">
              <a:extLst>
                <a:ext uri="{FF2B5EF4-FFF2-40B4-BE49-F238E27FC236}">
                  <a16:creationId xmlns:a16="http://schemas.microsoft.com/office/drawing/2014/main" id="{43E307C5-D6D0-4FB9-8FD3-3AB1DD467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024"/>
              <a:ext cx="183" cy="76"/>
            </a:xfrm>
            <a:custGeom>
              <a:avLst/>
              <a:gdLst>
                <a:gd name="T0" fmla="*/ 121 w 183"/>
                <a:gd name="T1" fmla="*/ 0 h 76"/>
                <a:gd name="T2" fmla="*/ 0 w 183"/>
                <a:gd name="T3" fmla="*/ 27 h 76"/>
                <a:gd name="T4" fmla="*/ 62 w 183"/>
                <a:gd name="T5" fmla="*/ 76 h 76"/>
                <a:gd name="T6" fmla="*/ 183 w 183"/>
                <a:gd name="T7" fmla="*/ 49 h 76"/>
                <a:gd name="T8" fmla="*/ 121 w 18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21" y="0"/>
                  </a:moveTo>
                  <a:lnTo>
                    <a:pt x="0" y="27"/>
                  </a:lnTo>
                  <a:lnTo>
                    <a:pt x="62" y="76"/>
                  </a:lnTo>
                  <a:lnTo>
                    <a:pt x="183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7" name="Freeform 506">
              <a:extLst>
                <a:ext uri="{FF2B5EF4-FFF2-40B4-BE49-F238E27FC236}">
                  <a16:creationId xmlns:a16="http://schemas.microsoft.com/office/drawing/2014/main" id="{D36BD0B6-BBA8-41DD-B7BF-F3E7C7892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653"/>
              <a:ext cx="182" cy="76"/>
            </a:xfrm>
            <a:custGeom>
              <a:avLst/>
              <a:gdLst>
                <a:gd name="T0" fmla="*/ 61 w 182"/>
                <a:gd name="T1" fmla="*/ 76 h 76"/>
                <a:gd name="T2" fmla="*/ 182 w 182"/>
                <a:gd name="T3" fmla="*/ 49 h 76"/>
                <a:gd name="T4" fmla="*/ 120 w 182"/>
                <a:gd name="T5" fmla="*/ 0 h 76"/>
                <a:gd name="T6" fmla="*/ 0 w 182"/>
                <a:gd name="T7" fmla="*/ 26 h 76"/>
                <a:gd name="T8" fmla="*/ 61 w 182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61" y="76"/>
                  </a:moveTo>
                  <a:lnTo>
                    <a:pt x="182" y="49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61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8" name="Freeform 507">
              <a:extLst>
                <a:ext uri="{FF2B5EF4-FFF2-40B4-BE49-F238E27FC236}">
                  <a16:creationId xmlns:a16="http://schemas.microsoft.com/office/drawing/2014/main" id="{65968AFA-AE83-4CA2-89ED-619BD012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931"/>
              <a:ext cx="183" cy="76"/>
            </a:xfrm>
            <a:custGeom>
              <a:avLst/>
              <a:gdLst>
                <a:gd name="T0" fmla="*/ 183 w 183"/>
                <a:gd name="T1" fmla="*/ 50 h 76"/>
                <a:gd name="T2" fmla="*/ 120 w 183"/>
                <a:gd name="T3" fmla="*/ 0 h 76"/>
                <a:gd name="T4" fmla="*/ 0 w 183"/>
                <a:gd name="T5" fmla="*/ 27 h 76"/>
                <a:gd name="T6" fmla="*/ 62 w 183"/>
                <a:gd name="T7" fmla="*/ 76 h 76"/>
                <a:gd name="T8" fmla="*/ 183 w 183"/>
                <a:gd name="T9" fmla="*/ 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50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3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9" name="Freeform 508">
              <a:extLst>
                <a:ext uri="{FF2B5EF4-FFF2-40B4-BE49-F238E27FC236}">
                  <a16:creationId xmlns:a16="http://schemas.microsoft.com/office/drawing/2014/main" id="{4A5190C2-37AE-47EB-AD05-7D0A728F8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415"/>
              <a:ext cx="132" cy="36"/>
            </a:xfrm>
            <a:custGeom>
              <a:avLst/>
              <a:gdLst>
                <a:gd name="T0" fmla="*/ 95 w 155"/>
                <a:gd name="T1" fmla="*/ 7 h 42"/>
                <a:gd name="T2" fmla="*/ 88 w 155"/>
                <a:gd name="T3" fmla="*/ 0 h 42"/>
                <a:gd name="T4" fmla="*/ 0 w 155"/>
                <a:gd name="T5" fmla="*/ 19 h 42"/>
                <a:gd name="T6" fmla="*/ 9 w 155"/>
                <a:gd name="T7" fmla="*/ 27 h 42"/>
                <a:gd name="T8" fmla="*/ 95 w 155"/>
                <a:gd name="T9" fmla="*/ 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42">
                  <a:moveTo>
                    <a:pt x="155" y="1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96" y="10"/>
                    <a:pt x="48" y="20"/>
                    <a:pt x="0" y="30"/>
                  </a:cubicBezTo>
                  <a:cubicBezTo>
                    <a:pt x="14" y="42"/>
                    <a:pt x="14" y="42"/>
                    <a:pt x="14" y="42"/>
                  </a:cubicBezTo>
                  <a:lnTo>
                    <a:pt x="155" y="1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0" name="Freeform 509">
              <a:extLst>
                <a:ext uri="{FF2B5EF4-FFF2-40B4-BE49-F238E27FC236}">
                  <a16:creationId xmlns:a16="http://schemas.microsoft.com/office/drawing/2014/main" id="{943310DD-B777-4BA7-A73C-D34BCFF1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117"/>
              <a:ext cx="182" cy="76"/>
            </a:xfrm>
            <a:custGeom>
              <a:avLst/>
              <a:gdLst>
                <a:gd name="T0" fmla="*/ 0 w 182"/>
                <a:gd name="T1" fmla="*/ 26 h 76"/>
                <a:gd name="T2" fmla="*/ 62 w 182"/>
                <a:gd name="T3" fmla="*/ 76 h 76"/>
                <a:gd name="T4" fmla="*/ 182 w 182"/>
                <a:gd name="T5" fmla="*/ 49 h 76"/>
                <a:gd name="T6" fmla="*/ 121 w 182"/>
                <a:gd name="T7" fmla="*/ 0 h 76"/>
                <a:gd name="T8" fmla="*/ 0 w 182"/>
                <a:gd name="T9" fmla="*/ 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6"/>
                  </a:moveTo>
                  <a:lnTo>
                    <a:pt x="62" y="76"/>
                  </a:lnTo>
                  <a:lnTo>
                    <a:pt x="182" y="49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1" name="Freeform 510">
              <a:extLst>
                <a:ext uri="{FF2B5EF4-FFF2-40B4-BE49-F238E27FC236}">
                  <a16:creationId xmlns:a16="http://schemas.microsoft.com/office/drawing/2014/main" id="{16F58013-E3EF-49C1-957C-9737D7D26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209"/>
              <a:ext cx="183" cy="77"/>
            </a:xfrm>
            <a:custGeom>
              <a:avLst/>
              <a:gdLst>
                <a:gd name="T0" fmla="*/ 0 w 183"/>
                <a:gd name="T1" fmla="*/ 28 h 77"/>
                <a:gd name="T2" fmla="*/ 63 w 183"/>
                <a:gd name="T3" fmla="*/ 77 h 77"/>
                <a:gd name="T4" fmla="*/ 183 w 183"/>
                <a:gd name="T5" fmla="*/ 50 h 77"/>
                <a:gd name="T6" fmla="*/ 121 w 183"/>
                <a:gd name="T7" fmla="*/ 0 h 77"/>
                <a:gd name="T8" fmla="*/ 0 w 183"/>
                <a:gd name="T9" fmla="*/ 2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0" y="28"/>
                  </a:moveTo>
                  <a:lnTo>
                    <a:pt x="63" y="77"/>
                  </a:lnTo>
                  <a:lnTo>
                    <a:pt x="183" y="50"/>
                  </a:lnTo>
                  <a:lnTo>
                    <a:pt x="121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2" name="Freeform 511">
              <a:extLst>
                <a:ext uri="{FF2B5EF4-FFF2-40B4-BE49-F238E27FC236}">
                  <a16:creationId xmlns:a16="http://schemas.microsoft.com/office/drawing/2014/main" id="{5E9551D6-C9CE-4E80-B80A-4C498C44E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467"/>
              <a:ext cx="183" cy="76"/>
            </a:xfrm>
            <a:custGeom>
              <a:avLst/>
              <a:gdLst>
                <a:gd name="T0" fmla="*/ 183 w 183"/>
                <a:gd name="T1" fmla="*/ 50 h 76"/>
                <a:gd name="T2" fmla="*/ 121 w 183"/>
                <a:gd name="T3" fmla="*/ 0 h 76"/>
                <a:gd name="T4" fmla="*/ 0 w 183"/>
                <a:gd name="T5" fmla="*/ 27 h 76"/>
                <a:gd name="T6" fmla="*/ 63 w 183"/>
                <a:gd name="T7" fmla="*/ 76 h 76"/>
                <a:gd name="T8" fmla="*/ 183 w 183"/>
                <a:gd name="T9" fmla="*/ 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50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lnTo>
                    <a:pt x="183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3" name="Freeform 512">
              <a:extLst>
                <a:ext uri="{FF2B5EF4-FFF2-40B4-BE49-F238E27FC236}">
                  <a16:creationId xmlns:a16="http://schemas.microsoft.com/office/drawing/2014/main" id="{DD029FC6-AC8C-4519-BB16-1533707BB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839"/>
              <a:ext cx="183" cy="76"/>
            </a:xfrm>
            <a:custGeom>
              <a:avLst/>
              <a:gdLst>
                <a:gd name="T0" fmla="*/ 183 w 183"/>
                <a:gd name="T1" fmla="*/ 48 h 76"/>
                <a:gd name="T2" fmla="*/ 120 w 183"/>
                <a:gd name="T3" fmla="*/ 0 h 76"/>
                <a:gd name="T4" fmla="*/ 0 w 183"/>
                <a:gd name="T5" fmla="*/ 26 h 76"/>
                <a:gd name="T6" fmla="*/ 62 w 183"/>
                <a:gd name="T7" fmla="*/ 76 h 76"/>
                <a:gd name="T8" fmla="*/ 183 w 183"/>
                <a:gd name="T9" fmla="*/ 4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8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62" y="76"/>
                  </a:lnTo>
                  <a:lnTo>
                    <a:pt x="183" y="4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4" name="Freeform 513">
              <a:extLst>
                <a:ext uri="{FF2B5EF4-FFF2-40B4-BE49-F238E27FC236}">
                  <a16:creationId xmlns:a16="http://schemas.microsoft.com/office/drawing/2014/main" id="{B0FC29A5-2304-492B-9311-C92CB408F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03"/>
              <a:ext cx="183" cy="76"/>
            </a:xfrm>
            <a:custGeom>
              <a:avLst/>
              <a:gdLst>
                <a:gd name="T0" fmla="*/ 0 w 183"/>
                <a:gd name="T1" fmla="*/ 26 h 76"/>
                <a:gd name="T2" fmla="*/ 63 w 183"/>
                <a:gd name="T3" fmla="*/ 76 h 76"/>
                <a:gd name="T4" fmla="*/ 183 w 183"/>
                <a:gd name="T5" fmla="*/ 48 h 76"/>
                <a:gd name="T6" fmla="*/ 121 w 183"/>
                <a:gd name="T7" fmla="*/ 0 h 76"/>
                <a:gd name="T8" fmla="*/ 0 w 183"/>
                <a:gd name="T9" fmla="*/ 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6"/>
                  </a:moveTo>
                  <a:lnTo>
                    <a:pt x="63" y="76"/>
                  </a:lnTo>
                  <a:lnTo>
                    <a:pt x="183" y="48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5" name="Freeform 514">
              <a:extLst>
                <a:ext uri="{FF2B5EF4-FFF2-40B4-BE49-F238E27FC236}">
                  <a16:creationId xmlns:a16="http://schemas.microsoft.com/office/drawing/2014/main" id="{65F7D13B-A3C8-474E-88C8-B854FC990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581"/>
              <a:ext cx="183" cy="76"/>
            </a:xfrm>
            <a:custGeom>
              <a:avLst/>
              <a:gdLst>
                <a:gd name="T0" fmla="*/ 0 w 183"/>
                <a:gd name="T1" fmla="*/ 26 h 76"/>
                <a:gd name="T2" fmla="*/ 62 w 183"/>
                <a:gd name="T3" fmla="*/ 76 h 76"/>
                <a:gd name="T4" fmla="*/ 183 w 183"/>
                <a:gd name="T5" fmla="*/ 49 h 76"/>
                <a:gd name="T6" fmla="*/ 120 w 183"/>
                <a:gd name="T7" fmla="*/ 0 h 76"/>
                <a:gd name="T8" fmla="*/ 0 w 183"/>
                <a:gd name="T9" fmla="*/ 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6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6" name="Freeform 515">
              <a:extLst>
                <a:ext uri="{FF2B5EF4-FFF2-40B4-BE49-F238E27FC236}">
                  <a16:creationId xmlns:a16="http://schemas.microsoft.com/office/drawing/2014/main" id="{035AA505-825F-438C-A5A5-A2BE4617B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745"/>
              <a:ext cx="183" cy="77"/>
            </a:xfrm>
            <a:custGeom>
              <a:avLst/>
              <a:gdLst>
                <a:gd name="T0" fmla="*/ 183 w 183"/>
                <a:gd name="T1" fmla="*/ 50 h 77"/>
                <a:gd name="T2" fmla="*/ 120 w 183"/>
                <a:gd name="T3" fmla="*/ 0 h 77"/>
                <a:gd name="T4" fmla="*/ 0 w 183"/>
                <a:gd name="T5" fmla="*/ 28 h 77"/>
                <a:gd name="T6" fmla="*/ 62 w 183"/>
                <a:gd name="T7" fmla="*/ 77 h 77"/>
                <a:gd name="T8" fmla="*/ 183 w 183"/>
                <a:gd name="T9" fmla="*/ 5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83" y="50"/>
                  </a:moveTo>
                  <a:lnTo>
                    <a:pt x="120" y="0"/>
                  </a:lnTo>
                  <a:lnTo>
                    <a:pt x="0" y="28"/>
                  </a:lnTo>
                  <a:lnTo>
                    <a:pt x="62" y="77"/>
                  </a:lnTo>
                  <a:lnTo>
                    <a:pt x="183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7" name="Freeform 516">
              <a:extLst>
                <a:ext uri="{FF2B5EF4-FFF2-40B4-BE49-F238E27FC236}">
                  <a16:creationId xmlns:a16="http://schemas.microsoft.com/office/drawing/2014/main" id="{FD0D44AC-DDAE-45BD-8126-492FB67C7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488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3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8" name="Freeform 517">
              <a:extLst>
                <a:ext uri="{FF2B5EF4-FFF2-40B4-BE49-F238E27FC236}">
                  <a16:creationId xmlns:a16="http://schemas.microsoft.com/office/drawing/2014/main" id="{21A3F1F7-9C2D-47DC-A3A0-CA0575AC3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395"/>
              <a:ext cx="182" cy="76"/>
            </a:xfrm>
            <a:custGeom>
              <a:avLst/>
              <a:gdLst>
                <a:gd name="T0" fmla="*/ 0 w 182"/>
                <a:gd name="T1" fmla="*/ 27 h 76"/>
                <a:gd name="T2" fmla="*/ 62 w 182"/>
                <a:gd name="T3" fmla="*/ 76 h 76"/>
                <a:gd name="T4" fmla="*/ 182 w 182"/>
                <a:gd name="T5" fmla="*/ 50 h 76"/>
                <a:gd name="T6" fmla="*/ 121 w 182"/>
                <a:gd name="T7" fmla="*/ 0 h 76"/>
                <a:gd name="T8" fmla="*/ 0 w 182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7"/>
                  </a:moveTo>
                  <a:lnTo>
                    <a:pt x="62" y="76"/>
                  </a:lnTo>
                  <a:lnTo>
                    <a:pt x="182" y="50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9" name="Freeform 518">
              <a:extLst>
                <a:ext uri="{FF2B5EF4-FFF2-40B4-BE49-F238E27FC236}">
                  <a16:creationId xmlns:a16="http://schemas.microsoft.com/office/drawing/2014/main" id="{C688DED5-EDB2-4ED7-8A6E-C7C1AF50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60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0 w 183"/>
                <a:gd name="T3" fmla="*/ 0 h 76"/>
                <a:gd name="T4" fmla="*/ 0 w 183"/>
                <a:gd name="T5" fmla="*/ 27 h 76"/>
                <a:gd name="T6" fmla="*/ 62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0" name="Freeform 519">
              <a:extLst>
                <a:ext uri="{FF2B5EF4-FFF2-40B4-BE49-F238E27FC236}">
                  <a16:creationId xmlns:a16="http://schemas.microsoft.com/office/drawing/2014/main" id="{228BB5B6-8F75-4493-8EE0-8F4C0D85C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423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0 w 176"/>
                <a:gd name="T3" fmla="*/ 0 h 71"/>
                <a:gd name="T4" fmla="*/ 0 w 176"/>
                <a:gd name="T5" fmla="*/ 28 h 71"/>
                <a:gd name="T6" fmla="*/ 55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0" y="0"/>
                  </a:lnTo>
                  <a:lnTo>
                    <a:pt x="0" y="28"/>
                  </a:lnTo>
                  <a:lnTo>
                    <a:pt x="55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1" name="Freeform 520">
              <a:extLst>
                <a:ext uri="{FF2B5EF4-FFF2-40B4-BE49-F238E27FC236}">
                  <a16:creationId xmlns:a16="http://schemas.microsoft.com/office/drawing/2014/main" id="{6675C7AB-78FA-4584-99D5-ADA9C9EA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517"/>
              <a:ext cx="175" cy="70"/>
            </a:xfrm>
            <a:custGeom>
              <a:avLst/>
              <a:gdLst>
                <a:gd name="T0" fmla="*/ 175 w 175"/>
                <a:gd name="T1" fmla="*/ 43 h 70"/>
                <a:gd name="T2" fmla="*/ 120 w 175"/>
                <a:gd name="T3" fmla="*/ 0 h 70"/>
                <a:gd name="T4" fmla="*/ 0 w 175"/>
                <a:gd name="T5" fmla="*/ 26 h 70"/>
                <a:gd name="T6" fmla="*/ 55 w 175"/>
                <a:gd name="T7" fmla="*/ 70 h 70"/>
                <a:gd name="T8" fmla="*/ 175 w 175"/>
                <a:gd name="T9" fmla="*/ 4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75" y="43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lnTo>
                    <a:pt x="175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2" name="Freeform 521">
              <a:extLst>
                <a:ext uri="{FF2B5EF4-FFF2-40B4-BE49-F238E27FC236}">
                  <a16:creationId xmlns:a16="http://schemas.microsoft.com/office/drawing/2014/main" id="{132BCEC6-2D83-4C16-9022-A098FD4B8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609"/>
              <a:ext cx="176" cy="70"/>
            </a:xfrm>
            <a:custGeom>
              <a:avLst/>
              <a:gdLst>
                <a:gd name="T0" fmla="*/ 56 w 176"/>
                <a:gd name="T1" fmla="*/ 70 h 70"/>
                <a:gd name="T2" fmla="*/ 176 w 176"/>
                <a:gd name="T3" fmla="*/ 44 h 70"/>
                <a:gd name="T4" fmla="*/ 121 w 176"/>
                <a:gd name="T5" fmla="*/ 0 h 70"/>
                <a:gd name="T6" fmla="*/ 0 w 176"/>
                <a:gd name="T7" fmla="*/ 27 h 70"/>
                <a:gd name="T8" fmla="*/ 56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6" y="70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3" name="Freeform 522">
              <a:extLst>
                <a:ext uri="{FF2B5EF4-FFF2-40B4-BE49-F238E27FC236}">
                  <a16:creationId xmlns:a16="http://schemas.microsoft.com/office/drawing/2014/main" id="{7767EB4A-0220-4931-9078-276EEFEDF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702"/>
              <a:ext cx="176" cy="71"/>
            </a:xfrm>
            <a:custGeom>
              <a:avLst/>
              <a:gdLst>
                <a:gd name="T0" fmla="*/ 176 w 176"/>
                <a:gd name="T1" fmla="*/ 43 h 71"/>
                <a:gd name="T2" fmla="*/ 121 w 176"/>
                <a:gd name="T3" fmla="*/ 0 h 71"/>
                <a:gd name="T4" fmla="*/ 0 w 176"/>
                <a:gd name="T5" fmla="*/ 27 h 71"/>
                <a:gd name="T6" fmla="*/ 56 w 176"/>
                <a:gd name="T7" fmla="*/ 71 h 71"/>
                <a:gd name="T8" fmla="*/ 176 w 176"/>
                <a:gd name="T9" fmla="*/ 4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3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lnTo>
                    <a:pt x="176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4" name="Freeform 523">
              <a:extLst>
                <a:ext uri="{FF2B5EF4-FFF2-40B4-BE49-F238E27FC236}">
                  <a16:creationId xmlns:a16="http://schemas.microsoft.com/office/drawing/2014/main" id="{8F6A3EBD-4E12-438B-9DEE-0626B716D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795"/>
              <a:ext cx="175" cy="70"/>
            </a:xfrm>
            <a:custGeom>
              <a:avLst/>
              <a:gdLst>
                <a:gd name="T0" fmla="*/ 175 w 175"/>
                <a:gd name="T1" fmla="*/ 44 h 70"/>
                <a:gd name="T2" fmla="*/ 121 w 175"/>
                <a:gd name="T3" fmla="*/ 0 h 70"/>
                <a:gd name="T4" fmla="*/ 0 w 175"/>
                <a:gd name="T5" fmla="*/ 27 h 70"/>
                <a:gd name="T6" fmla="*/ 55 w 175"/>
                <a:gd name="T7" fmla="*/ 70 h 70"/>
                <a:gd name="T8" fmla="*/ 175 w 175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75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5" y="70"/>
                  </a:lnTo>
                  <a:lnTo>
                    <a:pt x="175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5" name="Freeform 524">
              <a:extLst>
                <a:ext uri="{FF2B5EF4-FFF2-40B4-BE49-F238E27FC236}">
                  <a16:creationId xmlns:a16="http://schemas.microsoft.com/office/drawing/2014/main" id="{26A66C51-1A07-45F2-938A-C8AEF3F9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887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1 w 176"/>
                <a:gd name="T3" fmla="*/ 0 h 71"/>
                <a:gd name="T4" fmla="*/ 0 w 176"/>
                <a:gd name="T5" fmla="*/ 28 h 71"/>
                <a:gd name="T6" fmla="*/ 56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1" y="0"/>
                  </a:lnTo>
                  <a:lnTo>
                    <a:pt x="0" y="28"/>
                  </a:lnTo>
                  <a:lnTo>
                    <a:pt x="56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6" name="Freeform 525">
              <a:extLst>
                <a:ext uri="{FF2B5EF4-FFF2-40B4-BE49-F238E27FC236}">
                  <a16:creationId xmlns:a16="http://schemas.microsoft.com/office/drawing/2014/main" id="{4DF166C9-27CD-49E7-80EF-53062175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81"/>
              <a:ext cx="176" cy="70"/>
            </a:xfrm>
            <a:custGeom>
              <a:avLst/>
              <a:gdLst>
                <a:gd name="T0" fmla="*/ 121 w 176"/>
                <a:gd name="T1" fmla="*/ 0 h 70"/>
                <a:gd name="T2" fmla="*/ 0 w 176"/>
                <a:gd name="T3" fmla="*/ 26 h 70"/>
                <a:gd name="T4" fmla="*/ 55 w 176"/>
                <a:gd name="T5" fmla="*/ 70 h 70"/>
                <a:gd name="T6" fmla="*/ 176 w 176"/>
                <a:gd name="T7" fmla="*/ 43 h 70"/>
                <a:gd name="T8" fmla="*/ 121 w 17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21" y="0"/>
                  </a:move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7" name="Freeform 526">
              <a:extLst>
                <a:ext uri="{FF2B5EF4-FFF2-40B4-BE49-F238E27FC236}">
                  <a16:creationId xmlns:a16="http://schemas.microsoft.com/office/drawing/2014/main" id="{49ACD315-5C74-4BC9-9C6D-4A4A61DDB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73"/>
              <a:ext cx="177" cy="70"/>
            </a:xfrm>
            <a:custGeom>
              <a:avLst/>
              <a:gdLst>
                <a:gd name="T0" fmla="*/ 0 w 177"/>
                <a:gd name="T1" fmla="*/ 27 h 70"/>
                <a:gd name="T2" fmla="*/ 56 w 177"/>
                <a:gd name="T3" fmla="*/ 70 h 70"/>
                <a:gd name="T4" fmla="*/ 177 w 177"/>
                <a:gd name="T5" fmla="*/ 44 h 70"/>
                <a:gd name="T6" fmla="*/ 121 w 177"/>
                <a:gd name="T7" fmla="*/ 0 h 70"/>
                <a:gd name="T8" fmla="*/ 0 w 177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0" y="27"/>
                  </a:moveTo>
                  <a:lnTo>
                    <a:pt x="56" y="70"/>
                  </a:lnTo>
                  <a:lnTo>
                    <a:pt x="177" y="44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8" name="Freeform 527">
              <a:extLst>
                <a:ext uri="{FF2B5EF4-FFF2-40B4-BE49-F238E27FC236}">
                  <a16:creationId xmlns:a16="http://schemas.microsoft.com/office/drawing/2014/main" id="{C559E5EF-A250-4397-8B76-434351852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166"/>
              <a:ext cx="176" cy="71"/>
            </a:xfrm>
            <a:custGeom>
              <a:avLst/>
              <a:gdLst>
                <a:gd name="T0" fmla="*/ 55 w 176"/>
                <a:gd name="T1" fmla="*/ 71 h 71"/>
                <a:gd name="T2" fmla="*/ 176 w 176"/>
                <a:gd name="T3" fmla="*/ 43 h 71"/>
                <a:gd name="T4" fmla="*/ 120 w 176"/>
                <a:gd name="T5" fmla="*/ 0 h 71"/>
                <a:gd name="T6" fmla="*/ 0 w 176"/>
                <a:gd name="T7" fmla="*/ 27 h 71"/>
                <a:gd name="T8" fmla="*/ 55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5" y="71"/>
                  </a:moveTo>
                  <a:lnTo>
                    <a:pt x="176" y="43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9" name="Freeform 528">
              <a:extLst>
                <a:ext uri="{FF2B5EF4-FFF2-40B4-BE49-F238E27FC236}">
                  <a16:creationId xmlns:a16="http://schemas.microsoft.com/office/drawing/2014/main" id="{224A90B9-9DD6-4E06-AA63-BE9FCBF1F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259"/>
              <a:ext cx="175" cy="70"/>
            </a:xfrm>
            <a:custGeom>
              <a:avLst/>
              <a:gdLst>
                <a:gd name="T0" fmla="*/ 0 w 175"/>
                <a:gd name="T1" fmla="*/ 27 h 70"/>
                <a:gd name="T2" fmla="*/ 54 w 175"/>
                <a:gd name="T3" fmla="*/ 70 h 70"/>
                <a:gd name="T4" fmla="*/ 175 w 175"/>
                <a:gd name="T5" fmla="*/ 44 h 70"/>
                <a:gd name="T6" fmla="*/ 120 w 175"/>
                <a:gd name="T7" fmla="*/ 0 h 70"/>
                <a:gd name="T8" fmla="*/ 0 w 175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0" y="27"/>
                  </a:moveTo>
                  <a:lnTo>
                    <a:pt x="54" y="70"/>
                  </a:lnTo>
                  <a:lnTo>
                    <a:pt x="175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0" name="Freeform 529">
              <a:extLst>
                <a:ext uri="{FF2B5EF4-FFF2-40B4-BE49-F238E27FC236}">
                  <a16:creationId xmlns:a16="http://schemas.microsoft.com/office/drawing/2014/main" id="{80EFD41C-E2B5-4641-92CF-1558B466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351"/>
              <a:ext cx="176" cy="71"/>
            </a:xfrm>
            <a:custGeom>
              <a:avLst/>
              <a:gdLst>
                <a:gd name="T0" fmla="*/ 0 w 176"/>
                <a:gd name="T1" fmla="*/ 28 h 71"/>
                <a:gd name="T2" fmla="*/ 55 w 176"/>
                <a:gd name="T3" fmla="*/ 71 h 71"/>
                <a:gd name="T4" fmla="*/ 176 w 176"/>
                <a:gd name="T5" fmla="*/ 44 h 71"/>
                <a:gd name="T6" fmla="*/ 120 w 176"/>
                <a:gd name="T7" fmla="*/ 0 h 71"/>
                <a:gd name="T8" fmla="*/ 0 w 176"/>
                <a:gd name="T9" fmla="*/ 2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8"/>
                  </a:moveTo>
                  <a:lnTo>
                    <a:pt x="55" y="71"/>
                  </a:lnTo>
                  <a:lnTo>
                    <a:pt x="176" y="44"/>
                  </a:lnTo>
                  <a:lnTo>
                    <a:pt x="120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1" name="Freeform 530">
              <a:extLst>
                <a:ext uri="{FF2B5EF4-FFF2-40B4-BE49-F238E27FC236}">
                  <a16:creationId xmlns:a16="http://schemas.microsoft.com/office/drawing/2014/main" id="{609D298E-4711-4962-A533-1414C793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445"/>
              <a:ext cx="176" cy="70"/>
            </a:xfrm>
            <a:custGeom>
              <a:avLst/>
              <a:gdLst>
                <a:gd name="T0" fmla="*/ 0 w 176"/>
                <a:gd name="T1" fmla="*/ 26 h 70"/>
                <a:gd name="T2" fmla="*/ 55 w 176"/>
                <a:gd name="T3" fmla="*/ 70 h 70"/>
                <a:gd name="T4" fmla="*/ 176 w 176"/>
                <a:gd name="T5" fmla="*/ 43 h 70"/>
                <a:gd name="T6" fmla="*/ 120 w 176"/>
                <a:gd name="T7" fmla="*/ 0 h 70"/>
                <a:gd name="T8" fmla="*/ 0 w 176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6"/>
                  </a:moveTo>
                  <a:lnTo>
                    <a:pt x="55" y="70"/>
                  </a:lnTo>
                  <a:lnTo>
                    <a:pt x="176" y="43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2" name="Freeform 531">
              <a:extLst>
                <a:ext uri="{FF2B5EF4-FFF2-40B4-BE49-F238E27FC236}">
                  <a16:creationId xmlns:a16="http://schemas.microsoft.com/office/drawing/2014/main" id="{84AF5204-30B0-4205-B7BA-A884690B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37"/>
              <a:ext cx="175" cy="70"/>
            </a:xfrm>
            <a:custGeom>
              <a:avLst/>
              <a:gdLst>
                <a:gd name="T0" fmla="*/ 0 w 175"/>
                <a:gd name="T1" fmla="*/ 27 h 70"/>
                <a:gd name="T2" fmla="*/ 55 w 175"/>
                <a:gd name="T3" fmla="*/ 70 h 70"/>
                <a:gd name="T4" fmla="*/ 175 w 175"/>
                <a:gd name="T5" fmla="*/ 44 h 70"/>
                <a:gd name="T6" fmla="*/ 120 w 175"/>
                <a:gd name="T7" fmla="*/ 0 h 70"/>
                <a:gd name="T8" fmla="*/ 0 w 175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0" y="27"/>
                  </a:moveTo>
                  <a:lnTo>
                    <a:pt x="55" y="70"/>
                  </a:lnTo>
                  <a:lnTo>
                    <a:pt x="175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3" name="Freeform 532">
              <a:extLst>
                <a:ext uri="{FF2B5EF4-FFF2-40B4-BE49-F238E27FC236}">
                  <a16:creationId xmlns:a16="http://schemas.microsoft.com/office/drawing/2014/main" id="{87179A6B-0310-401A-82C7-C6A06EA72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630"/>
              <a:ext cx="160" cy="52"/>
            </a:xfrm>
            <a:custGeom>
              <a:avLst/>
              <a:gdLst>
                <a:gd name="T0" fmla="*/ 0 w 187"/>
                <a:gd name="T1" fmla="*/ 20 h 61"/>
                <a:gd name="T2" fmla="*/ 24 w 187"/>
                <a:gd name="T3" fmla="*/ 38 h 61"/>
                <a:gd name="T4" fmla="*/ 65 w 187"/>
                <a:gd name="T5" fmla="*/ 32 h 61"/>
                <a:gd name="T6" fmla="*/ 117 w 187"/>
                <a:gd name="T7" fmla="*/ 23 h 61"/>
                <a:gd name="T8" fmla="*/ 89 w 187"/>
                <a:gd name="T9" fmla="*/ 0 h 61"/>
                <a:gd name="T10" fmla="*/ 0 w 187"/>
                <a:gd name="T11" fmla="*/ 2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61">
                  <a:moveTo>
                    <a:pt x="0" y="32"/>
                  </a:moveTo>
                  <a:cubicBezTo>
                    <a:pt x="38" y="61"/>
                    <a:pt x="38" y="61"/>
                    <a:pt x="38" y="61"/>
                  </a:cubicBezTo>
                  <a:cubicBezTo>
                    <a:pt x="66" y="56"/>
                    <a:pt x="89" y="53"/>
                    <a:pt x="104" y="52"/>
                  </a:cubicBezTo>
                  <a:cubicBezTo>
                    <a:pt x="120" y="50"/>
                    <a:pt x="149" y="45"/>
                    <a:pt x="187" y="37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4" name="Freeform 533">
              <a:extLst>
                <a:ext uri="{FF2B5EF4-FFF2-40B4-BE49-F238E27FC236}">
                  <a16:creationId xmlns:a16="http://schemas.microsoft.com/office/drawing/2014/main" id="{D0EA9767-B70B-4C45-AB4D-91A8D7165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411"/>
              <a:ext cx="183" cy="76"/>
            </a:xfrm>
            <a:custGeom>
              <a:avLst/>
              <a:gdLst>
                <a:gd name="T0" fmla="*/ 183 w 183"/>
                <a:gd name="T1" fmla="*/ 48 h 76"/>
                <a:gd name="T2" fmla="*/ 121 w 183"/>
                <a:gd name="T3" fmla="*/ 0 h 76"/>
                <a:gd name="T4" fmla="*/ 0 w 183"/>
                <a:gd name="T5" fmla="*/ 26 h 76"/>
                <a:gd name="T6" fmla="*/ 63 w 183"/>
                <a:gd name="T7" fmla="*/ 76 h 76"/>
                <a:gd name="T8" fmla="*/ 183 w 183"/>
                <a:gd name="T9" fmla="*/ 4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8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63" y="76"/>
                  </a:lnTo>
                  <a:lnTo>
                    <a:pt x="183" y="4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5" name="Freeform 534">
              <a:extLst>
                <a:ext uri="{FF2B5EF4-FFF2-40B4-BE49-F238E27FC236}">
                  <a16:creationId xmlns:a16="http://schemas.microsoft.com/office/drawing/2014/main" id="{E1770A94-2A18-4FD4-B9AF-7CC2648E1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524"/>
              <a:ext cx="183" cy="77"/>
            </a:xfrm>
            <a:custGeom>
              <a:avLst/>
              <a:gdLst>
                <a:gd name="T0" fmla="*/ 0 w 183"/>
                <a:gd name="T1" fmla="*/ 27 h 77"/>
                <a:gd name="T2" fmla="*/ 63 w 183"/>
                <a:gd name="T3" fmla="*/ 77 h 77"/>
                <a:gd name="T4" fmla="*/ 183 w 183"/>
                <a:gd name="T5" fmla="*/ 49 h 77"/>
                <a:gd name="T6" fmla="*/ 121 w 183"/>
                <a:gd name="T7" fmla="*/ 0 h 77"/>
                <a:gd name="T8" fmla="*/ 0 w 183"/>
                <a:gd name="T9" fmla="*/ 2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0" y="27"/>
                  </a:moveTo>
                  <a:lnTo>
                    <a:pt x="63" y="77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6" name="Freeform 535">
              <a:extLst>
                <a:ext uri="{FF2B5EF4-FFF2-40B4-BE49-F238E27FC236}">
                  <a16:creationId xmlns:a16="http://schemas.microsoft.com/office/drawing/2014/main" id="{97101AB8-27DB-4404-B17F-854C88D80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431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3 w 183"/>
                <a:gd name="T3" fmla="*/ 76 h 76"/>
                <a:gd name="T4" fmla="*/ 183 w 183"/>
                <a:gd name="T5" fmla="*/ 50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3" y="76"/>
                  </a:lnTo>
                  <a:lnTo>
                    <a:pt x="183" y="50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7" name="Freeform 536">
              <a:extLst>
                <a:ext uri="{FF2B5EF4-FFF2-40B4-BE49-F238E27FC236}">
                  <a16:creationId xmlns:a16="http://schemas.microsoft.com/office/drawing/2014/main" id="{28DFF07E-93AD-453D-A04B-21E4448C8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060"/>
              <a:ext cx="182" cy="77"/>
            </a:xfrm>
            <a:custGeom>
              <a:avLst/>
              <a:gdLst>
                <a:gd name="T0" fmla="*/ 0 w 182"/>
                <a:gd name="T1" fmla="*/ 27 h 77"/>
                <a:gd name="T2" fmla="*/ 61 w 182"/>
                <a:gd name="T3" fmla="*/ 77 h 77"/>
                <a:gd name="T4" fmla="*/ 182 w 182"/>
                <a:gd name="T5" fmla="*/ 49 h 77"/>
                <a:gd name="T6" fmla="*/ 120 w 182"/>
                <a:gd name="T7" fmla="*/ 0 h 77"/>
                <a:gd name="T8" fmla="*/ 0 w 182"/>
                <a:gd name="T9" fmla="*/ 2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7">
                  <a:moveTo>
                    <a:pt x="0" y="27"/>
                  </a:moveTo>
                  <a:lnTo>
                    <a:pt x="61" y="77"/>
                  </a:lnTo>
                  <a:lnTo>
                    <a:pt x="182" y="49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8" name="Freeform 537">
              <a:extLst>
                <a:ext uri="{FF2B5EF4-FFF2-40B4-BE49-F238E27FC236}">
                  <a16:creationId xmlns:a16="http://schemas.microsoft.com/office/drawing/2014/main" id="{32012749-961A-4D0B-BE7B-E427A703B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503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50 h 76"/>
                <a:gd name="T4" fmla="*/ 121 w 183"/>
                <a:gd name="T5" fmla="*/ 0 h 76"/>
                <a:gd name="T6" fmla="*/ 0 w 183"/>
                <a:gd name="T7" fmla="*/ 27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50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9" name="Freeform 538">
              <a:extLst>
                <a:ext uri="{FF2B5EF4-FFF2-40B4-BE49-F238E27FC236}">
                  <a16:creationId xmlns:a16="http://schemas.microsoft.com/office/drawing/2014/main" id="{435D7765-C4D6-4721-A246-133BE8E3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875"/>
              <a:ext cx="183" cy="76"/>
            </a:xfrm>
            <a:custGeom>
              <a:avLst/>
              <a:gdLst>
                <a:gd name="T0" fmla="*/ 183 w 183"/>
                <a:gd name="T1" fmla="*/ 48 h 76"/>
                <a:gd name="T2" fmla="*/ 120 w 183"/>
                <a:gd name="T3" fmla="*/ 0 h 76"/>
                <a:gd name="T4" fmla="*/ 0 w 183"/>
                <a:gd name="T5" fmla="*/ 26 h 76"/>
                <a:gd name="T6" fmla="*/ 62 w 183"/>
                <a:gd name="T7" fmla="*/ 76 h 76"/>
                <a:gd name="T8" fmla="*/ 183 w 183"/>
                <a:gd name="T9" fmla="*/ 4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8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62" y="76"/>
                  </a:lnTo>
                  <a:lnTo>
                    <a:pt x="183" y="4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0" name="Freeform 539">
              <a:extLst>
                <a:ext uri="{FF2B5EF4-FFF2-40B4-BE49-F238E27FC236}">
                  <a16:creationId xmlns:a16="http://schemas.microsoft.com/office/drawing/2014/main" id="{BCB0042C-B837-4898-B518-853CDE4B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153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2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1" name="Freeform 540">
              <a:extLst>
                <a:ext uri="{FF2B5EF4-FFF2-40B4-BE49-F238E27FC236}">
                  <a16:creationId xmlns:a16="http://schemas.microsoft.com/office/drawing/2014/main" id="{2E5FF848-C210-42A9-A419-9E3B1B0F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39"/>
              <a:ext cx="182" cy="76"/>
            </a:xfrm>
            <a:custGeom>
              <a:avLst/>
              <a:gdLst>
                <a:gd name="T0" fmla="*/ 0 w 182"/>
                <a:gd name="T1" fmla="*/ 26 h 76"/>
                <a:gd name="T2" fmla="*/ 62 w 182"/>
                <a:gd name="T3" fmla="*/ 76 h 76"/>
                <a:gd name="T4" fmla="*/ 182 w 182"/>
                <a:gd name="T5" fmla="*/ 48 h 76"/>
                <a:gd name="T6" fmla="*/ 121 w 182"/>
                <a:gd name="T7" fmla="*/ 0 h 76"/>
                <a:gd name="T8" fmla="*/ 0 w 182"/>
                <a:gd name="T9" fmla="*/ 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6"/>
                  </a:moveTo>
                  <a:lnTo>
                    <a:pt x="62" y="76"/>
                  </a:lnTo>
                  <a:lnTo>
                    <a:pt x="182" y="48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2" name="Freeform 541">
              <a:extLst>
                <a:ext uri="{FF2B5EF4-FFF2-40B4-BE49-F238E27FC236}">
                  <a16:creationId xmlns:a16="http://schemas.microsoft.com/office/drawing/2014/main" id="{7CD16ADF-47BA-4B33-97BE-3AD7720AE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361"/>
              <a:ext cx="130" cy="32"/>
            </a:xfrm>
            <a:custGeom>
              <a:avLst/>
              <a:gdLst>
                <a:gd name="T0" fmla="*/ 95 w 152"/>
                <a:gd name="T1" fmla="*/ 4 h 38"/>
                <a:gd name="T2" fmla="*/ 89 w 152"/>
                <a:gd name="T3" fmla="*/ 0 h 38"/>
                <a:gd name="T4" fmla="*/ 0 w 152"/>
                <a:gd name="T5" fmla="*/ 18 h 38"/>
                <a:gd name="T6" fmla="*/ 7 w 152"/>
                <a:gd name="T7" fmla="*/ 23 h 38"/>
                <a:gd name="T8" fmla="*/ 95 w 152"/>
                <a:gd name="T9" fmla="*/ 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38">
                  <a:moveTo>
                    <a:pt x="152" y="7"/>
                  </a:moveTo>
                  <a:cubicBezTo>
                    <a:pt x="143" y="0"/>
                    <a:pt x="143" y="0"/>
                    <a:pt x="143" y="0"/>
                  </a:cubicBezTo>
                  <a:cubicBezTo>
                    <a:pt x="98" y="9"/>
                    <a:pt x="50" y="19"/>
                    <a:pt x="0" y="30"/>
                  </a:cubicBezTo>
                  <a:cubicBezTo>
                    <a:pt x="11" y="38"/>
                    <a:pt x="11" y="38"/>
                    <a:pt x="11" y="38"/>
                  </a:cubicBezTo>
                  <a:lnTo>
                    <a:pt x="152" y="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3" name="Freeform 542">
              <a:extLst>
                <a:ext uri="{FF2B5EF4-FFF2-40B4-BE49-F238E27FC236}">
                  <a16:creationId xmlns:a16="http://schemas.microsoft.com/office/drawing/2014/main" id="{2C20C3E5-08BE-4730-88FF-A880A8C5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967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2 w 183"/>
                <a:gd name="T3" fmla="*/ 76 h 76"/>
                <a:gd name="T4" fmla="*/ 183 w 183"/>
                <a:gd name="T5" fmla="*/ 50 h 76"/>
                <a:gd name="T6" fmla="*/ 120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2" y="76"/>
                  </a:lnTo>
                  <a:lnTo>
                    <a:pt x="183" y="50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4" name="Freeform 543">
              <a:extLst>
                <a:ext uri="{FF2B5EF4-FFF2-40B4-BE49-F238E27FC236}">
                  <a16:creationId xmlns:a16="http://schemas.microsoft.com/office/drawing/2014/main" id="{7341D5D8-5C15-41AB-A43F-2B3BDCC4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689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0 w 183"/>
                <a:gd name="T3" fmla="*/ 0 h 76"/>
                <a:gd name="T4" fmla="*/ 0 w 183"/>
                <a:gd name="T5" fmla="*/ 27 h 76"/>
                <a:gd name="T6" fmla="*/ 62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5" name="Freeform 544">
              <a:extLst>
                <a:ext uri="{FF2B5EF4-FFF2-40B4-BE49-F238E27FC236}">
                  <a16:creationId xmlns:a16="http://schemas.microsoft.com/office/drawing/2014/main" id="{8971E3C3-0D0A-4D6A-8F1C-0E3CF379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596"/>
              <a:ext cx="183" cy="77"/>
            </a:xfrm>
            <a:custGeom>
              <a:avLst/>
              <a:gdLst>
                <a:gd name="T0" fmla="*/ 183 w 183"/>
                <a:gd name="T1" fmla="*/ 49 h 77"/>
                <a:gd name="T2" fmla="*/ 121 w 183"/>
                <a:gd name="T3" fmla="*/ 0 h 77"/>
                <a:gd name="T4" fmla="*/ 0 w 183"/>
                <a:gd name="T5" fmla="*/ 27 h 77"/>
                <a:gd name="T6" fmla="*/ 63 w 183"/>
                <a:gd name="T7" fmla="*/ 77 h 77"/>
                <a:gd name="T8" fmla="*/ 183 w 183"/>
                <a:gd name="T9" fmla="*/ 4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83" y="49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3" y="77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6" name="Freeform 545">
              <a:extLst>
                <a:ext uri="{FF2B5EF4-FFF2-40B4-BE49-F238E27FC236}">
                  <a16:creationId xmlns:a16="http://schemas.microsoft.com/office/drawing/2014/main" id="{8E5FAD1B-F338-4E07-916F-04A7EEB93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782"/>
              <a:ext cx="182" cy="75"/>
            </a:xfrm>
            <a:custGeom>
              <a:avLst/>
              <a:gdLst>
                <a:gd name="T0" fmla="*/ 182 w 182"/>
                <a:gd name="T1" fmla="*/ 49 h 75"/>
                <a:gd name="T2" fmla="*/ 120 w 182"/>
                <a:gd name="T3" fmla="*/ 0 h 75"/>
                <a:gd name="T4" fmla="*/ 0 w 182"/>
                <a:gd name="T5" fmla="*/ 27 h 75"/>
                <a:gd name="T6" fmla="*/ 61 w 182"/>
                <a:gd name="T7" fmla="*/ 75 h 75"/>
                <a:gd name="T8" fmla="*/ 182 w 182"/>
                <a:gd name="T9" fmla="*/ 4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182" y="49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1" y="75"/>
                  </a:lnTo>
                  <a:lnTo>
                    <a:pt x="182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7" name="Freeform 546">
              <a:extLst>
                <a:ext uri="{FF2B5EF4-FFF2-40B4-BE49-F238E27FC236}">
                  <a16:creationId xmlns:a16="http://schemas.microsoft.com/office/drawing/2014/main" id="{7F05B8AC-9E66-4FFF-B4A1-B0BEC9C5D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246"/>
              <a:ext cx="183" cy="75"/>
            </a:xfrm>
            <a:custGeom>
              <a:avLst/>
              <a:gdLst>
                <a:gd name="T0" fmla="*/ 0 w 183"/>
                <a:gd name="T1" fmla="*/ 27 h 75"/>
                <a:gd name="T2" fmla="*/ 63 w 183"/>
                <a:gd name="T3" fmla="*/ 75 h 75"/>
                <a:gd name="T4" fmla="*/ 183 w 183"/>
                <a:gd name="T5" fmla="*/ 49 h 75"/>
                <a:gd name="T6" fmla="*/ 121 w 183"/>
                <a:gd name="T7" fmla="*/ 0 h 75"/>
                <a:gd name="T8" fmla="*/ 0 w 183"/>
                <a:gd name="T9" fmla="*/ 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0" y="27"/>
                  </a:moveTo>
                  <a:lnTo>
                    <a:pt x="63" y="75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8" name="Freeform 547">
              <a:extLst>
                <a:ext uri="{FF2B5EF4-FFF2-40B4-BE49-F238E27FC236}">
                  <a16:creationId xmlns:a16="http://schemas.microsoft.com/office/drawing/2014/main" id="{7A762370-690D-4EA6-AFB0-23372D5D6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367"/>
              <a:ext cx="176" cy="70"/>
            </a:xfrm>
            <a:custGeom>
              <a:avLst/>
              <a:gdLst>
                <a:gd name="T0" fmla="*/ 176 w 176"/>
                <a:gd name="T1" fmla="*/ 44 h 70"/>
                <a:gd name="T2" fmla="*/ 120 w 176"/>
                <a:gd name="T3" fmla="*/ 0 h 70"/>
                <a:gd name="T4" fmla="*/ 0 w 176"/>
                <a:gd name="T5" fmla="*/ 26 h 70"/>
                <a:gd name="T6" fmla="*/ 55 w 176"/>
                <a:gd name="T7" fmla="*/ 70 h 70"/>
                <a:gd name="T8" fmla="*/ 176 w 176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4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9" name="Freeform 548">
              <a:extLst>
                <a:ext uri="{FF2B5EF4-FFF2-40B4-BE49-F238E27FC236}">
                  <a16:creationId xmlns:a16="http://schemas.microsoft.com/office/drawing/2014/main" id="{F1E5FED9-2878-4F29-BCF5-58EC97D03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459"/>
              <a:ext cx="175" cy="71"/>
            </a:xfrm>
            <a:custGeom>
              <a:avLst/>
              <a:gdLst>
                <a:gd name="T0" fmla="*/ 54 w 175"/>
                <a:gd name="T1" fmla="*/ 71 h 71"/>
                <a:gd name="T2" fmla="*/ 175 w 175"/>
                <a:gd name="T3" fmla="*/ 44 h 71"/>
                <a:gd name="T4" fmla="*/ 120 w 175"/>
                <a:gd name="T5" fmla="*/ 0 h 71"/>
                <a:gd name="T6" fmla="*/ 0 w 175"/>
                <a:gd name="T7" fmla="*/ 28 h 71"/>
                <a:gd name="T8" fmla="*/ 54 w 17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54" y="71"/>
                  </a:moveTo>
                  <a:lnTo>
                    <a:pt x="175" y="44"/>
                  </a:lnTo>
                  <a:lnTo>
                    <a:pt x="120" y="0"/>
                  </a:lnTo>
                  <a:lnTo>
                    <a:pt x="0" y="28"/>
                  </a:lnTo>
                  <a:lnTo>
                    <a:pt x="54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0" name="Freeform 549">
              <a:extLst>
                <a:ext uri="{FF2B5EF4-FFF2-40B4-BE49-F238E27FC236}">
                  <a16:creationId xmlns:a16="http://schemas.microsoft.com/office/drawing/2014/main" id="{356BACA5-712F-42CB-A7CC-0962C169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553"/>
              <a:ext cx="176" cy="70"/>
            </a:xfrm>
            <a:custGeom>
              <a:avLst/>
              <a:gdLst>
                <a:gd name="T0" fmla="*/ 176 w 176"/>
                <a:gd name="T1" fmla="*/ 43 h 70"/>
                <a:gd name="T2" fmla="*/ 120 w 176"/>
                <a:gd name="T3" fmla="*/ 0 h 70"/>
                <a:gd name="T4" fmla="*/ 0 w 176"/>
                <a:gd name="T5" fmla="*/ 26 h 70"/>
                <a:gd name="T6" fmla="*/ 55 w 176"/>
                <a:gd name="T7" fmla="*/ 70 h 70"/>
                <a:gd name="T8" fmla="*/ 176 w 176"/>
                <a:gd name="T9" fmla="*/ 4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3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1" name="Freeform 550">
              <a:extLst>
                <a:ext uri="{FF2B5EF4-FFF2-40B4-BE49-F238E27FC236}">
                  <a16:creationId xmlns:a16="http://schemas.microsoft.com/office/drawing/2014/main" id="{D3C447F5-BA8D-49D7-882C-6B504DE50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645"/>
              <a:ext cx="175" cy="71"/>
            </a:xfrm>
            <a:custGeom>
              <a:avLst/>
              <a:gdLst>
                <a:gd name="T0" fmla="*/ 175 w 175"/>
                <a:gd name="T1" fmla="*/ 44 h 71"/>
                <a:gd name="T2" fmla="*/ 120 w 175"/>
                <a:gd name="T3" fmla="*/ 0 h 71"/>
                <a:gd name="T4" fmla="*/ 0 w 175"/>
                <a:gd name="T5" fmla="*/ 28 h 71"/>
                <a:gd name="T6" fmla="*/ 55 w 175"/>
                <a:gd name="T7" fmla="*/ 71 h 71"/>
                <a:gd name="T8" fmla="*/ 175 w 175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75" y="44"/>
                  </a:moveTo>
                  <a:lnTo>
                    <a:pt x="120" y="0"/>
                  </a:lnTo>
                  <a:lnTo>
                    <a:pt x="0" y="28"/>
                  </a:lnTo>
                  <a:lnTo>
                    <a:pt x="55" y="71"/>
                  </a:lnTo>
                  <a:lnTo>
                    <a:pt x="175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2" name="Freeform 551">
              <a:extLst>
                <a:ext uri="{FF2B5EF4-FFF2-40B4-BE49-F238E27FC236}">
                  <a16:creationId xmlns:a16="http://schemas.microsoft.com/office/drawing/2014/main" id="{07C4ABAC-768A-4EF1-BCB9-5F10E35C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738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1 w 176"/>
                <a:gd name="T3" fmla="*/ 0 h 71"/>
                <a:gd name="T4" fmla="*/ 0 w 176"/>
                <a:gd name="T5" fmla="*/ 27 h 71"/>
                <a:gd name="T6" fmla="*/ 56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3" name="Freeform 552">
              <a:extLst>
                <a:ext uri="{FF2B5EF4-FFF2-40B4-BE49-F238E27FC236}">
                  <a16:creationId xmlns:a16="http://schemas.microsoft.com/office/drawing/2014/main" id="{47CE90BB-560B-4047-81BF-2CE79156D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831"/>
              <a:ext cx="176" cy="70"/>
            </a:xfrm>
            <a:custGeom>
              <a:avLst/>
              <a:gdLst>
                <a:gd name="T0" fmla="*/ 176 w 176"/>
                <a:gd name="T1" fmla="*/ 44 h 70"/>
                <a:gd name="T2" fmla="*/ 121 w 176"/>
                <a:gd name="T3" fmla="*/ 0 h 70"/>
                <a:gd name="T4" fmla="*/ 0 w 176"/>
                <a:gd name="T5" fmla="*/ 26 h 70"/>
                <a:gd name="T6" fmla="*/ 56 w 176"/>
                <a:gd name="T7" fmla="*/ 70 h 70"/>
                <a:gd name="T8" fmla="*/ 176 w 176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4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4" name="Freeform 553">
              <a:extLst>
                <a:ext uri="{FF2B5EF4-FFF2-40B4-BE49-F238E27FC236}">
                  <a16:creationId xmlns:a16="http://schemas.microsoft.com/office/drawing/2014/main" id="{A108FE5F-FD02-4AB5-95DF-D168B45F0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923"/>
              <a:ext cx="175" cy="71"/>
            </a:xfrm>
            <a:custGeom>
              <a:avLst/>
              <a:gdLst>
                <a:gd name="T0" fmla="*/ 175 w 175"/>
                <a:gd name="T1" fmla="*/ 44 h 71"/>
                <a:gd name="T2" fmla="*/ 121 w 175"/>
                <a:gd name="T3" fmla="*/ 0 h 71"/>
                <a:gd name="T4" fmla="*/ 0 w 175"/>
                <a:gd name="T5" fmla="*/ 28 h 71"/>
                <a:gd name="T6" fmla="*/ 55 w 175"/>
                <a:gd name="T7" fmla="*/ 71 h 71"/>
                <a:gd name="T8" fmla="*/ 175 w 175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75" y="44"/>
                  </a:moveTo>
                  <a:lnTo>
                    <a:pt x="121" y="0"/>
                  </a:lnTo>
                  <a:lnTo>
                    <a:pt x="0" y="28"/>
                  </a:lnTo>
                  <a:lnTo>
                    <a:pt x="55" y="71"/>
                  </a:lnTo>
                  <a:lnTo>
                    <a:pt x="175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5" name="Freeform 554">
              <a:extLst>
                <a:ext uri="{FF2B5EF4-FFF2-40B4-BE49-F238E27FC236}">
                  <a16:creationId xmlns:a16="http://schemas.microsoft.com/office/drawing/2014/main" id="{31D118AB-CCF7-4D5F-B185-67A70B9EA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017"/>
              <a:ext cx="176" cy="70"/>
            </a:xfrm>
            <a:custGeom>
              <a:avLst/>
              <a:gdLst>
                <a:gd name="T0" fmla="*/ 0 w 176"/>
                <a:gd name="T1" fmla="*/ 26 h 70"/>
                <a:gd name="T2" fmla="*/ 56 w 176"/>
                <a:gd name="T3" fmla="*/ 70 h 70"/>
                <a:gd name="T4" fmla="*/ 176 w 176"/>
                <a:gd name="T5" fmla="*/ 43 h 70"/>
                <a:gd name="T6" fmla="*/ 121 w 176"/>
                <a:gd name="T7" fmla="*/ 0 h 70"/>
                <a:gd name="T8" fmla="*/ 0 w 176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6"/>
                  </a:moveTo>
                  <a:lnTo>
                    <a:pt x="56" y="70"/>
                  </a:lnTo>
                  <a:lnTo>
                    <a:pt x="176" y="43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6" name="Freeform 555">
              <a:extLst>
                <a:ext uri="{FF2B5EF4-FFF2-40B4-BE49-F238E27FC236}">
                  <a16:creationId xmlns:a16="http://schemas.microsoft.com/office/drawing/2014/main" id="{CFD942FE-1F4D-4524-A79D-B11C398CE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109"/>
              <a:ext cx="177" cy="71"/>
            </a:xfrm>
            <a:custGeom>
              <a:avLst/>
              <a:gdLst>
                <a:gd name="T0" fmla="*/ 0 w 177"/>
                <a:gd name="T1" fmla="*/ 28 h 71"/>
                <a:gd name="T2" fmla="*/ 56 w 177"/>
                <a:gd name="T3" fmla="*/ 71 h 71"/>
                <a:gd name="T4" fmla="*/ 177 w 177"/>
                <a:gd name="T5" fmla="*/ 44 h 71"/>
                <a:gd name="T6" fmla="*/ 121 w 177"/>
                <a:gd name="T7" fmla="*/ 0 h 71"/>
                <a:gd name="T8" fmla="*/ 0 w 177"/>
                <a:gd name="T9" fmla="*/ 2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1">
                  <a:moveTo>
                    <a:pt x="0" y="28"/>
                  </a:moveTo>
                  <a:lnTo>
                    <a:pt x="56" y="71"/>
                  </a:lnTo>
                  <a:lnTo>
                    <a:pt x="177" y="44"/>
                  </a:lnTo>
                  <a:lnTo>
                    <a:pt x="121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7" name="Freeform 556">
              <a:extLst>
                <a:ext uri="{FF2B5EF4-FFF2-40B4-BE49-F238E27FC236}">
                  <a16:creationId xmlns:a16="http://schemas.microsoft.com/office/drawing/2014/main" id="{8711D5FF-3B7D-4C86-AF5D-5A6BBB3F9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202"/>
              <a:ext cx="176" cy="71"/>
            </a:xfrm>
            <a:custGeom>
              <a:avLst/>
              <a:gdLst>
                <a:gd name="T0" fmla="*/ 55 w 176"/>
                <a:gd name="T1" fmla="*/ 71 h 71"/>
                <a:gd name="T2" fmla="*/ 176 w 176"/>
                <a:gd name="T3" fmla="*/ 44 h 71"/>
                <a:gd name="T4" fmla="*/ 121 w 176"/>
                <a:gd name="T5" fmla="*/ 0 h 71"/>
                <a:gd name="T6" fmla="*/ 0 w 176"/>
                <a:gd name="T7" fmla="*/ 27 h 71"/>
                <a:gd name="T8" fmla="*/ 55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5" y="71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8" name="Freeform 557">
              <a:extLst>
                <a:ext uri="{FF2B5EF4-FFF2-40B4-BE49-F238E27FC236}">
                  <a16:creationId xmlns:a16="http://schemas.microsoft.com/office/drawing/2014/main" id="{93B48729-A104-4D38-A856-9C60C252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295"/>
              <a:ext cx="176" cy="70"/>
            </a:xfrm>
            <a:custGeom>
              <a:avLst/>
              <a:gdLst>
                <a:gd name="T0" fmla="*/ 0 w 176"/>
                <a:gd name="T1" fmla="*/ 26 h 70"/>
                <a:gd name="T2" fmla="*/ 55 w 176"/>
                <a:gd name="T3" fmla="*/ 70 h 70"/>
                <a:gd name="T4" fmla="*/ 176 w 176"/>
                <a:gd name="T5" fmla="*/ 44 h 70"/>
                <a:gd name="T6" fmla="*/ 120 w 176"/>
                <a:gd name="T7" fmla="*/ 0 h 70"/>
                <a:gd name="T8" fmla="*/ 0 w 176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6"/>
                  </a:moveTo>
                  <a:lnTo>
                    <a:pt x="55" y="70"/>
                  </a:lnTo>
                  <a:lnTo>
                    <a:pt x="176" y="44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9" name="Freeform 558">
              <a:extLst>
                <a:ext uri="{FF2B5EF4-FFF2-40B4-BE49-F238E27FC236}">
                  <a16:creationId xmlns:a16="http://schemas.microsoft.com/office/drawing/2014/main" id="{35FF8B97-AD42-4213-879B-D09A675C6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387"/>
              <a:ext cx="176" cy="71"/>
            </a:xfrm>
            <a:custGeom>
              <a:avLst/>
              <a:gdLst>
                <a:gd name="T0" fmla="*/ 0 w 176"/>
                <a:gd name="T1" fmla="*/ 28 h 71"/>
                <a:gd name="T2" fmla="*/ 55 w 176"/>
                <a:gd name="T3" fmla="*/ 71 h 71"/>
                <a:gd name="T4" fmla="*/ 176 w 176"/>
                <a:gd name="T5" fmla="*/ 44 h 71"/>
                <a:gd name="T6" fmla="*/ 120 w 176"/>
                <a:gd name="T7" fmla="*/ 0 h 71"/>
                <a:gd name="T8" fmla="*/ 0 w 176"/>
                <a:gd name="T9" fmla="*/ 2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8"/>
                  </a:moveTo>
                  <a:lnTo>
                    <a:pt x="55" y="71"/>
                  </a:lnTo>
                  <a:lnTo>
                    <a:pt x="176" y="44"/>
                  </a:lnTo>
                  <a:lnTo>
                    <a:pt x="120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0" name="Freeform 559">
              <a:extLst>
                <a:ext uri="{FF2B5EF4-FFF2-40B4-BE49-F238E27FC236}">
                  <a16:creationId xmlns:a16="http://schemas.microsoft.com/office/drawing/2014/main" id="{67D87FDE-6BE9-45F5-9063-C899261A7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481"/>
              <a:ext cx="175" cy="70"/>
            </a:xfrm>
            <a:custGeom>
              <a:avLst/>
              <a:gdLst>
                <a:gd name="T0" fmla="*/ 0 w 175"/>
                <a:gd name="T1" fmla="*/ 26 h 70"/>
                <a:gd name="T2" fmla="*/ 54 w 175"/>
                <a:gd name="T3" fmla="*/ 70 h 70"/>
                <a:gd name="T4" fmla="*/ 175 w 175"/>
                <a:gd name="T5" fmla="*/ 43 h 70"/>
                <a:gd name="T6" fmla="*/ 120 w 175"/>
                <a:gd name="T7" fmla="*/ 0 h 70"/>
                <a:gd name="T8" fmla="*/ 0 w 175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0" y="26"/>
                  </a:moveTo>
                  <a:lnTo>
                    <a:pt x="54" y="70"/>
                  </a:lnTo>
                  <a:lnTo>
                    <a:pt x="175" y="43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1" name="Freeform 560">
              <a:extLst>
                <a:ext uri="{FF2B5EF4-FFF2-40B4-BE49-F238E27FC236}">
                  <a16:creationId xmlns:a16="http://schemas.microsoft.com/office/drawing/2014/main" id="{F35A5103-292D-4C53-A41C-2B49FD8F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573"/>
              <a:ext cx="156" cy="57"/>
            </a:xfrm>
            <a:custGeom>
              <a:avLst/>
              <a:gdLst>
                <a:gd name="T0" fmla="*/ 0 w 183"/>
                <a:gd name="T1" fmla="*/ 20 h 67"/>
                <a:gd name="T2" fmla="*/ 27 w 183"/>
                <a:gd name="T3" fmla="*/ 41 h 67"/>
                <a:gd name="T4" fmla="*/ 113 w 183"/>
                <a:gd name="T5" fmla="*/ 20 h 67"/>
                <a:gd name="T6" fmla="*/ 87 w 183"/>
                <a:gd name="T7" fmla="*/ 0 h 67"/>
                <a:gd name="T8" fmla="*/ 0 w 183"/>
                <a:gd name="T9" fmla="*/ 2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67">
                  <a:moveTo>
                    <a:pt x="0" y="32"/>
                  </a:moveTo>
                  <a:cubicBezTo>
                    <a:pt x="45" y="67"/>
                    <a:pt x="45" y="67"/>
                    <a:pt x="45" y="67"/>
                  </a:cubicBezTo>
                  <a:cubicBezTo>
                    <a:pt x="87" y="57"/>
                    <a:pt x="134" y="46"/>
                    <a:pt x="183" y="33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2" name="Freeform 561">
              <a:extLst>
                <a:ext uri="{FF2B5EF4-FFF2-40B4-BE49-F238E27FC236}">
                  <a16:creationId xmlns:a16="http://schemas.microsoft.com/office/drawing/2014/main" id="{37D739B2-DB17-4E6E-ADCA-302BA1CD5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354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49 h 76"/>
                <a:gd name="T4" fmla="*/ 121 w 183"/>
                <a:gd name="T5" fmla="*/ 0 h 76"/>
                <a:gd name="T6" fmla="*/ 0 w 183"/>
                <a:gd name="T7" fmla="*/ 27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3" name="Freeform 562">
              <a:extLst>
                <a:ext uri="{FF2B5EF4-FFF2-40B4-BE49-F238E27FC236}">
                  <a16:creationId xmlns:a16="http://schemas.microsoft.com/office/drawing/2014/main" id="{A4C6BC1A-58B3-421A-84A3-8D87A4AB7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725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1 w 183"/>
                <a:gd name="T3" fmla="*/ 0 h 76"/>
                <a:gd name="T4" fmla="*/ 0 w 183"/>
                <a:gd name="T5" fmla="*/ 27 h 76"/>
                <a:gd name="T6" fmla="*/ 62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4" name="Freeform 563">
              <a:extLst>
                <a:ext uri="{FF2B5EF4-FFF2-40B4-BE49-F238E27FC236}">
                  <a16:creationId xmlns:a16="http://schemas.microsoft.com/office/drawing/2014/main" id="{9B4D794D-40FF-43C1-B5CA-0B9952B25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189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2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5" name="Freeform 564">
              <a:extLst>
                <a:ext uri="{FF2B5EF4-FFF2-40B4-BE49-F238E27FC236}">
                  <a16:creationId xmlns:a16="http://schemas.microsoft.com/office/drawing/2014/main" id="{6CA2D3D6-DF6A-44D2-9BFF-1A2CA2A63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632"/>
              <a:ext cx="183" cy="77"/>
            </a:xfrm>
            <a:custGeom>
              <a:avLst/>
              <a:gdLst>
                <a:gd name="T0" fmla="*/ 183 w 183"/>
                <a:gd name="T1" fmla="*/ 49 h 77"/>
                <a:gd name="T2" fmla="*/ 121 w 183"/>
                <a:gd name="T3" fmla="*/ 0 h 77"/>
                <a:gd name="T4" fmla="*/ 0 w 183"/>
                <a:gd name="T5" fmla="*/ 27 h 77"/>
                <a:gd name="T6" fmla="*/ 63 w 183"/>
                <a:gd name="T7" fmla="*/ 77 h 77"/>
                <a:gd name="T8" fmla="*/ 183 w 183"/>
                <a:gd name="T9" fmla="*/ 4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183" y="49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3" y="77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6" name="Freeform 565">
              <a:extLst>
                <a:ext uri="{FF2B5EF4-FFF2-40B4-BE49-F238E27FC236}">
                  <a16:creationId xmlns:a16="http://schemas.microsoft.com/office/drawing/2014/main" id="{7F778CA6-1BAE-421A-BF82-A19BFD713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096"/>
              <a:ext cx="183" cy="77"/>
            </a:xfrm>
            <a:custGeom>
              <a:avLst/>
              <a:gdLst>
                <a:gd name="T0" fmla="*/ 0 w 183"/>
                <a:gd name="T1" fmla="*/ 27 h 77"/>
                <a:gd name="T2" fmla="*/ 62 w 183"/>
                <a:gd name="T3" fmla="*/ 77 h 77"/>
                <a:gd name="T4" fmla="*/ 183 w 183"/>
                <a:gd name="T5" fmla="*/ 49 h 77"/>
                <a:gd name="T6" fmla="*/ 120 w 183"/>
                <a:gd name="T7" fmla="*/ 0 h 77"/>
                <a:gd name="T8" fmla="*/ 0 w 183"/>
                <a:gd name="T9" fmla="*/ 2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0" y="27"/>
                  </a:moveTo>
                  <a:lnTo>
                    <a:pt x="62" y="77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7" name="Freeform 566">
              <a:extLst>
                <a:ext uri="{FF2B5EF4-FFF2-40B4-BE49-F238E27FC236}">
                  <a16:creationId xmlns:a16="http://schemas.microsoft.com/office/drawing/2014/main" id="{4F3FF115-7B6A-4C37-938D-A12341A31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468"/>
              <a:ext cx="182" cy="75"/>
            </a:xfrm>
            <a:custGeom>
              <a:avLst/>
              <a:gdLst>
                <a:gd name="T0" fmla="*/ 0 w 182"/>
                <a:gd name="T1" fmla="*/ 26 h 75"/>
                <a:gd name="T2" fmla="*/ 62 w 182"/>
                <a:gd name="T3" fmla="*/ 75 h 75"/>
                <a:gd name="T4" fmla="*/ 182 w 182"/>
                <a:gd name="T5" fmla="*/ 49 h 75"/>
                <a:gd name="T6" fmla="*/ 121 w 182"/>
                <a:gd name="T7" fmla="*/ 0 h 75"/>
                <a:gd name="T8" fmla="*/ 0 w 182"/>
                <a:gd name="T9" fmla="*/ 2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0" y="26"/>
                  </a:moveTo>
                  <a:lnTo>
                    <a:pt x="62" y="75"/>
                  </a:lnTo>
                  <a:lnTo>
                    <a:pt x="182" y="49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8" name="Freeform 567">
              <a:extLst>
                <a:ext uri="{FF2B5EF4-FFF2-40B4-BE49-F238E27FC236}">
                  <a16:creationId xmlns:a16="http://schemas.microsoft.com/office/drawing/2014/main" id="{A64321EB-79B4-42F7-8D30-AA22F3C8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004"/>
              <a:ext cx="182" cy="75"/>
            </a:xfrm>
            <a:custGeom>
              <a:avLst/>
              <a:gdLst>
                <a:gd name="T0" fmla="*/ 0 w 182"/>
                <a:gd name="T1" fmla="*/ 26 h 75"/>
                <a:gd name="T2" fmla="*/ 61 w 182"/>
                <a:gd name="T3" fmla="*/ 75 h 75"/>
                <a:gd name="T4" fmla="*/ 182 w 182"/>
                <a:gd name="T5" fmla="*/ 49 h 75"/>
                <a:gd name="T6" fmla="*/ 120 w 182"/>
                <a:gd name="T7" fmla="*/ 0 h 75"/>
                <a:gd name="T8" fmla="*/ 0 w 182"/>
                <a:gd name="T9" fmla="*/ 2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0" y="26"/>
                  </a:moveTo>
                  <a:lnTo>
                    <a:pt x="61" y="75"/>
                  </a:lnTo>
                  <a:lnTo>
                    <a:pt x="182" y="49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9" name="Freeform 568">
              <a:extLst>
                <a:ext uri="{FF2B5EF4-FFF2-40B4-BE49-F238E27FC236}">
                  <a16:creationId xmlns:a16="http://schemas.microsoft.com/office/drawing/2014/main" id="{22FF01CC-3475-4175-9343-EA8C6A454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540"/>
              <a:ext cx="183" cy="75"/>
            </a:xfrm>
            <a:custGeom>
              <a:avLst/>
              <a:gdLst>
                <a:gd name="T0" fmla="*/ 183 w 183"/>
                <a:gd name="T1" fmla="*/ 49 h 75"/>
                <a:gd name="T2" fmla="*/ 121 w 183"/>
                <a:gd name="T3" fmla="*/ 0 h 75"/>
                <a:gd name="T4" fmla="*/ 0 w 183"/>
                <a:gd name="T5" fmla="*/ 26 h 75"/>
                <a:gd name="T6" fmla="*/ 63 w 183"/>
                <a:gd name="T7" fmla="*/ 75 h 75"/>
                <a:gd name="T8" fmla="*/ 183 w 183"/>
                <a:gd name="T9" fmla="*/ 4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83" y="49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63" y="75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0" name="Freeform 569">
              <a:extLst>
                <a:ext uri="{FF2B5EF4-FFF2-40B4-BE49-F238E27FC236}">
                  <a16:creationId xmlns:a16="http://schemas.microsoft.com/office/drawing/2014/main" id="{DACF4FF7-8680-45E9-92B4-4C2E8AF24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818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0 w 183"/>
                <a:gd name="T3" fmla="*/ 0 h 76"/>
                <a:gd name="T4" fmla="*/ 0 w 183"/>
                <a:gd name="T5" fmla="*/ 27 h 76"/>
                <a:gd name="T6" fmla="*/ 62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1" name="Freeform 570">
              <a:extLst>
                <a:ext uri="{FF2B5EF4-FFF2-40B4-BE49-F238E27FC236}">
                  <a16:creationId xmlns:a16="http://schemas.microsoft.com/office/drawing/2014/main" id="{9C867C37-C01F-40A1-8C54-9EE79E91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282"/>
              <a:ext cx="183" cy="75"/>
            </a:xfrm>
            <a:custGeom>
              <a:avLst/>
              <a:gdLst>
                <a:gd name="T0" fmla="*/ 0 w 183"/>
                <a:gd name="T1" fmla="*/ 27 h 75"/>
                <a:gd name="T2" fmla="*/ 62 w 183"/>
                <a:gd name="T3" fmla="*/ 75 h 75"/>
                <a:gd name="T4" fmla="*/ 183 w 183"/>
                <a:gd name="T5" fmla="*/ 49 h 75"/>
                <a:gd name="T6" fmla="*/ 121 w 183"/>
                <a:gd name="T7" fmla="*/ 0 h 75"/>
                <a:gd name="T8" fmla="*/ 0 w 183"/>
                <a:gd name="T9" fmla="*/ 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0" y="27"/>
                  </a:moveTo>
                  <a:lnTo>
                    <a:pt x="62" y="75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2" name="Freeform 571">
              <a:extLst>
                <a:ext uri="{FF2B5EF4-FFF2-40B4-BE49-F238E27FC236}">
                  <a16:creationId xmlns:a16="http://schemas.microsoft.com/office/drawing/2014/main" id="{807B90E8-BFA5-40B8-BFAF-A8A2E421D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447"/>
              <a:ext cx="182" cy="76"/>
            </a:xfrm>
            <a:custGeom>
              <a:avLst/>
              <a:gdLst>
                <a:gd name="T0" fmla="*/ 182 w 182"/>
                <a:gd name="T1" fmla="*/ 49 h 76"/>
                <a:gd name="T2" fmla="*/ 121 w 182"/>
                <a:gd name="T3" fmla="*/ 0 h 76"/>
                <a:gd name="T4" fmla="*/ 0 w 182"/>
                <a:gd name="T5" fmla="*/ 27 h 76"/>
                <a:gd name="T6" fmla="*/ 62 w 182"/>
                <a:gd name="T7" fmla="*/ 76 h 76"/>
                <a:gd name="T8" fmla="*/ 182 w 182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82" y="49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2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3" name="Freeform 572">
              <a:extLst>
                <a:ext uri="{FF2B5EF4-FFF2-40B4-BE49-F238E27FC236}">
                  <a16:creationId xmlns:a16="http://schemas.microsoft.com/office/drawing/2014/main" id="{C29D17BD-8AC8-4B7E-A160-6E00110E1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375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3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4" name="Freeform 573">
              <a:extLst>
                <a:ext uri="{FF2B5EF4-FFF2-40B4-BE49-F238E27FC236}">
                  <a16:creationId xmlns:a16="http://schemas.microsoft.com/office/drawing/2014/main" id="{6EB1A168-8AEB-49CD-BC99-9C200C0C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11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2 w 183"/>
                <a:gd name="T3" fmla="*/ 76 h 76"/>
                <a:gd name="T4" fmla="*/ 183 w 183"/>
                <a:gd name="T5" fmla="*/ 49 h 76"/>
                <a:gd name="T6" fmla="*/ 120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5" name="Freeform 574">
              <a:extLst>
                <a:ext uri="{FF2B5EF4-FFF2-40B4-BE49-F238E27FC236}">
                  <a16:creationId xmlns:a16="http://schemas.microsoft.com/office/drawing/2014/main" id="{A1CDDDDB-9BAB-4A6A-9D7B-AE20CF008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307"/>
              <a:ext cx="127" cy="30"/>
            </a:xfrm>
            <a:custGeom>
              <a:avLst/>
              <a:gdLst>
                <a:gd name="T0" fmla="*/ 94 w 148"/>
                <a:gd name="T1" fmla="*/ 3 h 35"/>
                <a:gd name="T2" fmla="*/ 91 w 148"/>
                <a:gd name="T3" fmla="*/ 0 h 35"/>
                <a:gd name="T4" fmla="*/ 0 w 148"/>
                <a:gd name="T5" fmla="*/ 19 h 35"/>
                <a:gd name="T6" fmla="*/ 4 w 148"/>
                <a:gd name="T7" fmla="*/ 22 h 35"/>
                <a:gd name="T8" fmla="*/ 94 w 148"/>
                <a:gd name="T9" fmla="*/ 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35">
                  <a:moveTo>
                    <a:pt x="148" y="4"/>
                  </a:moveTo>
                  <a:cubicBezTo>
                    <a:pt x="143" y="0"/>
                    <a:pt x="143" y="0"/>
                    <a:pt x="143" y="0"/>
                  </a:cubicBezTo>
                  <a:cubicBezTo>
                    <a:pt x="101" y="9"/>
                    <a:pt x="53" y="19"/>
                    <a:pt x="0" y="30"/>
                  </a:cubicBezTo>
                  <a:cubicBezTo>
                    <a:pt x="7" y="35"/>
                    <a:pt x="7" y="35"/>
                    <a:pt x="7" y="35"/>
                  </a:cubicBezTo>
                  <a:lnTo>
                    <a:pt x="148" y="4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6" name="Freeform 575">
              <a:extLst>
                <a:ext uri="{FF2B5EF4-FFF2-40B4-BE49-F238E27FC236}">
                  <a16:creationId xmlns:a16="http://schemas.microsoft.com/office/drawing/2014/main" id="{B8450444-DD00-4D0B-BB30-8860F6957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310"/>
              <a:ext cx="176" cy="71"/>
            </a:xfrm>
            <a:custGeom>
              <a:avLst/>
              <a:gdLst>
                <a:gd name="T0" fmla="*/ 55 w 176"/>
                <a:gd name="T1" fmla="*/ 71 h 71"/>
                <a:gd name="T2" fmla="*/ 176 w 176"/>
                <a:gd name="T3" fmla="*/ 44 h 71"/>
                <a:gd name="T4" fmla="*/ 121 w 176"/>
                <a:gd name="T5" fmla="*/ 0 h 71"/>
                <a:gd name="T6" fmla="*/ 0 w 176"/>
                <a:gd name="T7" fmla="*/ 27 h 71"/>
                <a:gd name="T8" fmla="*/ 55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5" y="71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7" name="Freeform 576">
              <a:extLst>
                <a:ext uri="{FF2B5EF4-FFF2-40B4-BE49-F238E27FC236}">
                  <a16:creationId xmlns:a16="http://schemas.microsoft.com/office/drawing/2014/main" id="{25212F52-71AB-4A01-ADC0-99CFCE750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03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0 w 176"/>
                <a:gd name="T3" fmla="*/ 0 h 71"/>
                <a:gd name="T4" fmla="*/ 0 w 176"/>
                <a:gd name="T5" fmla="*/ 27 h 71"/>
                <a:gd name="T6" fmla="*/ 55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55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8" name="Freeform 577">
              <a:extLst>
                <a:ext uri="{FF2B5EF4-FFF2-40B4-BE49-F238E27FC236}">
                  <a16:creationId xmlns:a16="http://schemas.microsoft.com/office/drawing/2014/main" id="{71C9E203-F2B8-4607-A745-B902104A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496"/>
              <a:ext cx="176" cy="70"/>
            </a:xfrm>
            <a:custGeom>
              <a:avLst/>
              <a:gdLst>
                <a:gd name="T0" fmla="*/ 176 w 176"/>
                <a:gd name="T1" fmla="*/ 44 h 70"/>
                <a:gd name="T2" fmla="*/ 120 w 176"/>
                <a:gd name="T3" fmla="*/ 0 h 70"/>
                <a:gd name="T4" fmla="*/ 0 w 176"/>
                <a:gd name="T5" fmla="*/ 27 h 70"/>
                <a:gd name="T6" fmla="*/ 55 w 176"/>
                <a:gd name="T7" fmla="*/ 70 h 70"/>
                <a:gd name="T8" fmla="*/ 176 w 176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4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55" y="70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9" name="Freeform 578">
              <a:extLst>
                <a:ext uri="{FF2B5EF4-FFF2-40B4-BE49-F238E27FC236}">
                  <a16:creationId xmlns:a16="http://schemas.microsoft.com/office/drawing/2014/main" id="{3AA1962A-E4F4-4370-AA47-6FEC5D58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589"/>
              <a:ext cx="175" cy="70"/>
            </a:xfrm>
            <a:custGeom>
              <a:avLst/>
              <a:gdLst>
                <a:gd name="T0" fmla="*/ 175 w 175"/>
                <a:gd name="T1" fmla="*/ 43 h 70"/>
                <a:gd name="T2" fmla="*/ 120 w 175"/>
                <a:gd name="T3" fmla="*/ 0 h 70"/>
                <a:gd name="T4" fmla="*/ 0 w 175"/>
                <a:gd name="T5" fmla="*/ 26 h 70"/>
                <a:gd name="T6" fmla="*/ 54 w 175"/>
                <a:gd name="T7" fmla="*/ 70 h 70"/>
                <a:gd name="T8" fmla="*/ 175 w 175"/>
                <a:gd name="T9" fmla="*/ 4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75" y="43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54" y="70"/>
                  </a:lnTo>
                  <a:lnTo>
                    <a:pt x="175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0" name="Freeform 579">
              <a:extLst>
                <a:ext uri="{FF2B5EF4-FFF2-40B4-BE49-F238E27FC236}">
                  <a16:creationId xmlns:a16="http://schemas.microsoft.com/office/drawing/2014/main" id="{FE92E156-44B7-4AEB-BF4A-043001BB6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681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0 w 176"/>
                <a:gd name="T3" fmla="*/ 0 h 71"/>
                <a:gd name="T4" fmla="*/ 0 w 176"/>
                <a:gd name="T5" fmla="*/ 28 h 71"/>
                <a:gd name="T6" fmla="*/ 55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0" y="0"/>
                  </a:lnTo>
                  <a:lnTo>
                    <a:pt x="0" y="28"/>
                  </a:lnTo>
                  <a:lnTo>
                    <a:pt x="55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1" name="Freeform 580">
              <a:extLst>
                <a:ext uri="{FF2B5EF4-FFF2-40B4-BE49-F238E27FC236}">
                  <a16:creationId xmlns:a16="http://schemas.microsoft.com/office/drawing/2014/main" id="{49117D38-EC72-4CFA-8C67-CA795AA1E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74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1 w 176"/>
                <a:gd name="T3" fmla="*/ 0 h 71"/>
                <a:gd name="T4" fmla="*/ 0 w 176"/>
                <a:gd name="T5" fmla="*/ 27 h 71"/>
                <a:gd name="T6" fmla="*/ 56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2" name="Freeform 581">
              <a:extLst>
                <a:ext uri="{FF2B5EF4-FFF2-40B4-BE49-F238E27FC236}">
                  <a16:creationId xmlns:a16="http://schemas.microsoft.com/office/drawing/2014/main" id="{478283C6-DB2C-493D-A1A0-4AF767108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867"/>
              <a:ext cx="175" cy="71"/>
            </a:xfrm>
            <a:custGeom>
              <a:avLst/>
              <a:gdLst>
                <a:gd name="T0" fmla="*/ 175 w 175"/>
                <a:gd name="T1" fmla="*/ 44 h 71"/>
                <a:gd name="T2" fmla="*/ 121 w 175"/>
                <a:gd name="T3" fmla="*/ 0 h 71"/>
                <a:gd name="T4" fmla="*/ 0 w 175"/>
                <a:gd name="T5" fmla="*/ 27 h 71"/>
                <a:gd name="T6" fmla="*/ 55 w 175"/>
                <a:gd name="T7" fmla="*/ 71 h 71"/>
                <a:gd name="T8" fmla="*/ 175 w 175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75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5" y="71"/>
                  </a:lnTo>
                  <a:lnTo>
                    <a:pt x="175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3" name="Freeform 582">
              <a:extLst>
                <a:ext uri="{FF2B5EF4-FFF2-40B4-BE49-F238E27FC236}">
                  <a16:creationId xmlns:a16="http://schemas.microsoft.com/office/drawing/2014/main" id="{7B01E5D3-7012-400E-9640-17BF8FCF6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60"/>
              <a:ext cx="176" cy="70"/>
            </a:xfrm>
            <a:custGeom>
              <a:avLst/>
              <a:gdLst>
                <a:gd name="T0" fmla="*/ 0 w 176"/>
                <a:gd name="T1" fmla="*/ 27 h 70"/>
                <a:gd name="T2" fmla="*/ 56 w 176"/>
                <a:gd name="T3" fmla="*/ 70 h 70"/>
                <a:gd name="T4" fmla="*/ 176 w 176"/>
                <a:gd name="T5" fmla="*/ 44 h 70"/>
                <a:gd name="T6" fmla="*/ 121 w 176"/>
                <a:gd name="T7" fmla="*/ 0 h 70"/>
                <a:gd name="T8" fmla="*/ 0 w 176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7"/>
                  </a:moveTo>
                  <a:lnTo>
                    <a:pt x="56" y="70"/>
                  </a:ln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4" name="Freeform 583">
              <a:extLst>
                <a:ext uri="{FF2B5EF4-FFF2-40B4-BE49-F238E27FC236}">
                  <a16:creationId xmlns:a16="http://schemas.microsoft.com/office/drawing/2014/main" id="{42933968-0479-4492-93ED-78E66CC8F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053"/>
              <a:ext cx="176" cy="70"/>
            </a:xfrm>
            <a:custGeom>
              <a:avLst/>
              <a:gdLst>
                <a:gd name="T0" fmla="*/ 0 w 176"/>
                <a:gd name="T1" fmla="*/ 26 h 70"/>
                <a:gd name="T2" fmla="*/ 56 w 176"/>
                <a:gd name="T3" fmla="*/ 70 h 70"/>
                <a:gd name="T4" fmla="*/ 176 w 176"/>
                <a:gd name="T5" fmla="*/ 43 h 70"/>
                <a:gd name="T6" fmla="*/ 121 w 176"/>
                <a:gd name="T7" fmla="*/ 0 h 70"/>
                <a:gd name="T8" fmla="*/ 0 w 176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6"/>
                  </a:moveTo>
                  <a:lnTo>
                    <a:pt x="56" y="70"/>
                  </a:lnTo>
                  <a:lnTo>
                    <a:pt x="176" y="43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5" name="Freeform 584">
              <a:extLst>
                <a:ext uri="{FF2B5EF4-FFF2-40B4-BE49-F238E27FC236}">
                  <a16:creationId xmlns:a16="http://schemas.microsoft.com/office/drawing/2014/main" id="{39D4F102-347C-445C-9487-7D6B9EE7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145"/>
              <a:ext cx="176" cy="71"/>
            </a:xfrm>
            <a:custGeom>
              <a:avLst/>
              <a:gdLst>
                <a:gd name="T0" fmla="*/ 0 w 176"/>
                <a:gd name="T1" fmla="*/ 28 h 71"/>
                <a:gd name="T2" fmla="*/ 55 w 176"/>
                <a:gd name="T3" fmla="*/ 71 h 71"/>
                <a:gd name="T4" fmla="*/ 176 w 176"/>
                <a:gd name="T5" fmla="*/ 44 h 71"/>
                <a:gd name="T6" fmla="*/ 121 w 176"/>
                <a:gd name="T7" fmla="*/ 0 h 71"/>
                <a:gd name="T8" fmla="*/ 0 w 176"/>
                <a:gd name="T9" fmla="*/ 2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8"/>
                  </a:moveTo>
                  <a:lnTo>
                    <a:pt x="55" y="71"/>
                  </a:lnTo>
                  <a:lnTo>
                    <a:pt x="176" y="44"/>
                  </a:lnTo>
                  <a:lnTo>
                    <a:pt x="121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6" name="Freeform 585">
              <a:extLst>
                <a:ext uri="{FF2B5EF4-FFF2-40B4-BE49-F238E27FC236}">
                  <a16:creationId xmlns:a16="http://schemas.microsoft.com/office/drawing/2014/main" id="{62D62CD9-B0B1-447B-BFA5-588EE969B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238"/>
              <a:ext cx="177" cy="71"/>
            </a:xfrm>
            <a:custGeom>
              <a:avLst/>
              <a:gdLst>
                <a:gd name="T0" fmla="*/ 56 w 177"/>
                <a:gd name="T1" fmla="*/ 71 h 71"/>
                <a:gd name="T2" fmla="*/ 177 w 177"/>
                <a:gd name="T3" fmla="*/ 44 h 71"/>
                <a:gd name="T4" fmla="*/ 121 w 177"/>
                <a:gd name="T5" fmla="*/ 0 h 71"/>
                <a:gd name="T6" fmla="*/ 0 w 177"/>
                <a:gd name="T7" fmla="*/ 27 h 71"/>
                <a:gd name="T8" fmla="*/ 56 w 17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1">
                  <a:moveTo>
                    <a:pt x="56" y="71"/>
                  </a:moveTo>
                  <a:lnTo>
                    <a:pt x="177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7" name="Freeform 586">
              <a:extLst>
                <a:ext uri="{FF2B5EF4-FFF2-40B4-BE49-F238E27FC236}">
                  <a16:creationId xmlns:a16="http://schemas.microsoft.com/office/drawing/2014/main" id="{417D076E-ADB1-459D-A1D4-39C380F5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331"/>
              <a:ext cx="176" cy="71"/>
            </a:xfrm>
            <a:custGeom>
              <a:avLst/>
              <a:gdLst>
                <a:gd name="T0" fmla="*/ 0 w 176"/>
                <a:gd name="T1" fmla="*/ 26 h 71"/>
                <a:gd name="T2" fmla="*/ 55 w 176"/>
                <a:gd name="T3" fmla="*/ 71 h 71"/>
                <a:gd name="T4" fmla="*/ 176 w 176"/>
                <a:gd name="T5" fmla="*/ 44 h 71"/>
                <a:gd name="T6" fmla="*/ 121 w 176"/>
                <a:gd name="T7" fmla="*/ 0 h 71"/>
                <a:gd name="T8" fmla="*/ 0 w 176"/>
                <a:gd name="T9" fmla="*/ 26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6"/>
                  </a:moveTo>
                  <a:lnTo>
                    <a:pt x="55" y="71"/>
                  </a:lnTo>
                  <a:lnTo>
                    <a:pt x="176" y="44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8" name="Freeform 587">
              <a:extLst>
                <a:ext uri="{FF2B5EF4-FFF2-40B4-BE49-F238E27FC236}">
                  <a16:creationId xmlns:a16="http://schemas.microsoft.com/office/drawing/2014/main" id="{28E5CF9F-C7FB-4AB2-BF30-02F7F1980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424"/>
              <a:ext cx="176" cy="70"/>
            </a:xfrm>
            <a:custGeom>
              <a:avLst/>
              <a:gdLst>
                <a:gd name="T0" fmla="*/ 0 w 176"/>
                <a:gd name="T1" fmla="*/ 27 h 70"/>
                <a:gd name="T2" fmla="*/ 55 w 176"/>
                <a:gd name="T3" fmla="*/ 70 h 70"/>
                <a:gd name="T4" fmla="*/ 176 w 176"/>
                <a:gd name="T5" fmla="*/ 44 h 70"/>
                <a:gd name="T6" fmla="*/ 120 w 176"/>
                <a:gd name="T7" fmla="*/ 0 h 70"/>
                <a:gd name="T8" fmla="*/ 0 w 176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7"/>
                  </a:moveTo>
                  <a:lnTo>
                    <a:pt x="55" y="70"/>
                  </a:ln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9" name="Freeform 588">
              <a:extLst>
                <a:ext uri="{FF2B5EF4-FFF2-40B4-BE49-F238E27FC236}">
                  <a16:creationId xmlns:a16="http://schemas.microsoft.com/office/drawing/2014/main" id="{AD77C881-19AF-4024-8700-448B3E56F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517"/>
              <a:ext cx="149" cy="52"/>
            </a:xfrm>
            <a:custGeom>
              <a:avLst/>
              <a:gdLst>
                <a:gd name="T0" fmla="*/ 0 w 175"/>
                <a:gd name="T1" fmla="*/ 19 h 61"/>
                <a:gd name="T2" fmla="*/ 23 w 175"/>
                <a:gd name="T3" fmla="*/ 38 h 61"/>
                <a:gd name="T4" fmla="*/ 108 w 175"/>
                <a:gd name="T5" fmla="*/ 16 h 61"/>
                <a:gd name="T6" fmla="*/ 87 w 175"/>
                <a:gd name="T7" fmla="*/ 0 h 61"/>
                <a:gd name="T8" fmla="*/ 0 w 175"/>
                <a:gd name="T9" fmla="*/ 1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61">
                  <a:moveTo>
                    <a:pt x="0" y="31"/>
                  </a:moveTo>
                  <a:cubicBezTo>
                    <a:pt x="38" y="61"/>
                    <a:pt x="38" y="61"/>
                    <a:pt x="38" y="61"/>
                  </a:cubicBezTo>
                  <a:cubicBezTo>
                    <a:pt x="82" y="50"/>
                    <a:pt x="128" y="38"/>
                    <a:pt x="175" y="26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0" name="Freeform 589">
              <a:extLst>
                <a:ext uri="{FF2B5EF4-FFF2-40B4-BE49-F238E27FC236}">
                  <a16:creationId xmlns:a16="http://schemas.microsoft.com/office/drawing/2014/main" id="{6BB6327C-0285-4AA9-80AC-FCDFD1C74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483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1 w 183"/>
                <a:gd name="T3" fmla="*/ 0 h 76"/>
                <a:gd name="T4" fmla="*/ 0 w 183"/>
                <a:gd name="T5" fmla="*/ 27 h 76"/>
                <a:gd name="T6" fmla="*/ 62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1" name="Freeform 590">
              <a:extLst>
                <a:ext uri="{FF2B5EF4-FFF2-40B4-BE49-F238E27FC236}">
                  <a16:creationId xmlns:a16="http://schemas.microsoft.com/office/drawing/2014/main" id="{BE2C29EB-AC75-44EA-8643-6145BFA04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390"/>
              <a:ext cx="182" cy="76"/>
            </a:xfrm>
            <a:custGeom>
              <a:avLst/>
              <a:gdLst>
                <a:gd name="T0" fmla="*/ 182 w 182"/>
                <a:gd name="T1" fmla="*/ 49 h 76"/>
                <a:gd name="T2" fmla="*/ 120 w 182"/>
                <a:gd name="T3" fmla="*/ 0 h 76"/>
                <a:gd name="T4" fmla="*/ 0 w 182"/>
                <a:gd name="T5" fmla="*/ 27 h 76"/>
                <a:gd name="T6" fmla="*/ 61 w 182"/>
                <a:gd name="T7" fmla="*/ 76 h 76"/>
                <a:gd name="T8" fmla="*/ 182 w 182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82" y="49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1" y="76"/>
                  </a:lnTo>
                  <a:lnTo>
                    <a:pt x="182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2" name="Freeform 591">
              <a:extLst>
                <a:ext uri="{FF2B5EF4-FFF2-40B4-BE49-F238E27FC236}">
                  <a16:creationId xmlns:a16="http://schemas.microsoft.com/office/drawing/2014/main" id="{98DD7398-2CCF-4351-AD1C-7054A3B58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226"/>
              <a:ext cx="183" cy="75"/>
            </a:xfrm>
            <a:custGeom>
              <a:avLst/>
              <a:gdLst>
                <a:gd name="T0" fmla="*/ 0 w 183"/>
                <a:gd name="T1" fmla="*/ 26 h 75"/>
                <a:gd name="T2" fmla="*/ 62 w 183"/>
                <a:gd name="T3" fmla="*/ 75 h 75"/>
                <a:gd name="T4" fmla="*/ 183 w 183"/>
                <a:gd name="T5" fmla="*/ 48 h 75"/>
                <a:gd name="T6" fmla="*/ 120 w 183"/>
                <a:gd name="T7" fmla="*/ 0 h 75"/>
                <a:gd name="T8" fmla="*/ 0 w 183"/>
                <a:gd name="T9" fmla="*/ 2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0" y="26"/>
                  </a:moveTo>
                  <a:lnTo>
                    <a:pt x="62" y="75"/>
                  </a:lnTo>
                  <a:lnTo>
                    <a:pt x="183" y="48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3" name="Freeform 592">
              <a:extLst>
                <a:ext uri="{FF2B5EF4-FFF2-40B4-BE49-F238E27FC236}">
                  <a16:creationId xmlns:a16="http://schemas.microsoft.com/office/drawing/2014/main" id="{1683B7A0-2AD0-4272-A0B6-B6E464F3C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76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1 w 183"/>
                <a:gd name="T3" fmla="*/ 0 h 76"/>
                <a:gd name="T4" fmla="*/ 0 w 183"/>
                <a:gd name="T5" fmla="*/ 26 h 76"/>
                <a:gd name="T6" fmla="*/ 63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63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4" name="Freeform 593">
              <a:extLst>
                <a:ext uri="{FF2B5EF4-FFF2-40B4-BE49-F238E27FC236}">
                  <a16:creationId xmlns:a16="http://schemas.microsoft.com/office/drawing/2014/main" id="{54ED92D3-9E1D-40B9-9B2E-CFB9641D4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132"/>
              <a:ext cx="182" cy="76"/>
            </a:xfrm>
            <a:custGeom>
              <a:avLst/>
              <a:gdLst>
                <a:gd name="T0" fmla="*/ 0 w 182"/>
                <a:gd name="T1" fmla="*/ 27 h 76"/>
                <a:gd name="T2" fmla="*/ 61 w 182"/>
                <a:gd name="T3" fmla="*/ 76 h 76"/>
                <a:gd name="T4" fmla="*/ 182 w 182"/>
                <a:gd name="T5" fmla="*/ 50 h 76"/>
                <a:gd name="T6" fmla="*/ 120 w 182"/>
                <a:gd name="T7" fmla="*/ 0 h 76"/>
                <a:gd name="T8" fmla="*/ 0 w 182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7"/>
                  </a:moveTo>
                  <a:lnTo>
                    <a:pt x="61" y="76"/>
                  </a:lnTo>
                  <a:lnTo>
                    <a:pt x="182" y="50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5" name="Freeform 594">
              <a:extLst>
                <a:ext uri="{FF2B5EF4-FFF2-40B4-BE49-F238E27FC236}">
                  <a16:creationId xmlns:a16="http://schemas.microsoft.com/office/drawing/2014/main" id="{0A47B277-EEB3-4875-BEB3-FBAEE9688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318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2 w 183"/>
                <a:gd name="T3" fmla="*/ 76 h 76"/>
                <a:gd name="T4" fmla="*/ 183 w 183"/>
                <a:gd name="T5" fmla="*/ 49 h 76"/>
                <a:gd name="T6" fmla="*/ 120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6" name="Freeform 595">
              <a:extLst>
                <a:ext uri="{FF2B5EF4-FFF2-40B4-BE49-F238E27FC236}">
                  <a16:creationId xmlns:a16="http://schemas.microsoft.com/office/drawing/2014/main" id="{13F63BBB-195E-4416-A05B-B409655D8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668"/>
              <a:ext cx="183" cy="76"/>
            </a:xfrm>
            <a:custGeom>
              <a:avLst/>
              <a:gdLst>
                <a:gd name="T0" fmla="*/ 183 w 183"/>
                <a:gd name="T1" fmla="*/ 50 h 76"/>
                <a:gd name="T2" fmla="*/ 121 w 183"/>
                <a:gd name="T3" fmla="*/ 0 h 76"/>
                <a:gd name="T4" fmla="*/ 0 w 183"/>
                <a:gd name="T5" fmla="*/ 28 h 76"/>
                <a:gd name="T6" fmla="*/ 62 w 183"/>
                <a:gd name="T7" fmla="*/ 76 h 76"/>
                <a:gd name="T8" fmla="*/ 183 w 183"/>
                <a:gd name="T9" fmla="*/ 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50"/>
                  </a:moveTo>
                  <a:lnTo>
                    <a:pt x="121" y="0"/>
                  </a:lnTo>
                  <a:lnTo>
                    <a:pt x="0" y="28"/>
                  </a:lnTo>
                  <a:lnTo>
                    <a:pt x="62" y="76"/>
                  </a:lnTo>
                  <a:lnTo>
                    <a:pt x="183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7" name="Freeform 596">
              <a:extLst>
                <a:ext uri="{FF2B5EF4-FFF2-40B4-BE49-F238E27FC236}">
                  <a16:creationId xmlns:a16="http://schemas.microsoft.com/office/drawing/2014/main" id="{1C722337-54B4-4FDB-8258-E02F249B3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762"/>
              <a:ext cx="183" cy="75"/>
            </a:xfrm>
            <a:custGeom>
              <a:avLst/>
              <a:gdLst>
                <a:gd name="T0" fmla="*/ 183 w 183"/>
                <a:gd name="T1" fmla="*/ 48 h 75"/>
                <a:gd name="T2" fmla="*/ 121 w 183"/>
                <a:gd name="T3" fmla="*/ 0 h 75"/>
                <a:gd name="T4" fmla="*/ 0 w 183"/>
                <a:gd name="T5" fmla="*/ 26 h 75"/>
                <a:gd name="T6" fmla="*/ 63 w 183"/>
                <a:gd name="T7" fmla="*/ 75 h 75"/>
                <a:gd name="T8" fmla="*/ 183 w 183"/>
                <a:gd name="T9" fmla="*/ 4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83" y="48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63" y="75"/>
                  </a:lnTo>
                  <a:lnTo>
                    <a:pt x="183" y="4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8" name="Freeform 597">
              <a:extLst>
                <a:ext uri="{FF2B5EF4-FFF2-40B4-BE49-F238E27FC236}">
                  <a16:creationId xmlns:a16="http://schemas.microsoft.com/office/drawing/2014/main" id="{BCFB4C23-642B-4254-9C21-40EE20EA8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947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3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9" name="Freeform 598">
              <a:extLst>
                <a:ext uri="{FF2B5EF4-FFF2-40B4-BE49-F238E27FC236}">
                  <a16:creationId xmlns:a16="http://schemas.microsoft.com/office/drawing/2014/main" id="{DF295233-7A3E-444E-B2C8-5127B6609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298"/>
              <a:ext cx="183" cy="75"/>
            </a:xfrm>
            <a:custGeom>
              <a:avLst/>
              <a:gdLst>
                <a:gd name="T0" fmla="*/ 183 w 183"/>
                <a:gd name="T1" fmla="*/ 48 h 75"/>
                <a:gd name="T2" fmla="*/ 120 w 183"/>
                <a:gd name="T3" fmla="*/ 0 h 75"/>
                <a:gd name="T4" fmla="*/ 0 w 183"/>
                <a:gd name="T5" fmla="*/ 26 h 75"/>
                <a:gd name="T6" fmla="*/ 62 w 183"/>
                <a:gd name="T7" fmla="*/ 75 h 75"/>
                <a:gd name="T8" fmla="*/ 183 w 183"/>
                <a:gd name="T9" fmla="*/ 4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83" y="48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62" y="75"/>
                  </a:lnTo>
                  <a:lnTo>
                    <a:pt x="183" y="4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0" name="Freeform 599">
              <a:extLst>
                <a:ext uri="{FF2B5EF4-FFF2-40B4-BE49-F238E27FC236}">
                  <a16:creationId xmlns:a16="http://schemas.microsoft.com/office/drawing/2014/main" id="{3B94D7C9-FB22-4D6B-9120-629E8016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854"/>
              <a:ext cx="182" cy="76"/>
            </a:xfrm>
            <a:custGeom>
              <a:avLst/>
              <a:gdLst>
                <a:gd name="T0" fmla="*/ 62 w 182"/>
                <a:gd name="T1" fmla="*/ 76 h 76"/>
                <a:gd name="T2" fmla="*/ 182 w 182"/>
                <a:gd name="T3" fmla="*/ 49 h 76"/>
                <a:gd name="T4" fmla="*/ 121 w 182"/>
                <a:gd name="T5" fmla="*/ 0 h 76"/>
                <a:gd name="T6" fmla="*/ 0 w 182"/>
                <a:gd name="T7" fmla="*/ 27 h 76"/>
                <a:gd name="T8" fmla="*/ 62 w 182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62" y="76"/>
                  </a:moveTo>
                  <a:lnTo>
                    <a:pt x="182" y="49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1" name="Freeform 600">
              <a:extLst>
                <a:ext uri="{FF2B5EF4-FFF2-40B4-BE49-F238E27FC236}">
                  <a16:creationId xmlns:a16="http://schemas.microsoft.com/office/drawing/2014/main" id="{FFC3E68F-BF3C-4D10-9C1A-B3B03D472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040"/>
              <a:ext cx="183" cy="75"/>
            </a:xfrm>
            <a:custGeom>
              <a:avLst/>
              <a:gdLst>
                <a:gd name="T0" fmla="*/ 0 w 183"/>
                <a:gd name="T1" fmla="*/ 26 h 75"/>
                <a:gd name="T2" fmla="*/ 62 w 183"/>
                <a:gd name="T3" fmla="*/ 75 h 75"/>
                <a:gd name="T4" fmla="*/ 183 w 183"/>
                <a:gd name="T5" fmla="*/ 49 h 75"/>
                <a:gd name="T6" fmla="*/ 120 w 183"/>
                <a:gd name="T7" fmla="*/ 0 h 75"/>
                <a:gd name="T8" fmla="*/ 0 w 183"/>
                <a:gd name="T9" fmla="*/ 2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0" y="26"/>
                  </a:moveTo>
                  <a:lnTo>
                    <a:pt x="62" y="75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2" name="Freeform 601">
              <a:extLst>
                <a:ext uri="{FF2B5EF4-FFF2-40B4-BE49-F238E27FC236}">
                  <a16:creationId xmlns:a16="http://schemas.microsoft.com/office/drawing/2014/main" id="{B15BB8BB-5156-477B-A189-AC7921BD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410"/>
              <a:ext cx="182" cy="77"/>
            </a:xfrm>
            <a:custGeom>
              <a:avLst/>
              <a:gdLst>
                <a:gd name="T0" fmla="*/ 0 w 182"/>
                <a:gd name="T1" fmla="*/ 28 h 77"/>
                <a:gd name="T2" fmla="*/ 61 w 182"/>
                <a:gd name="T3" fmla="*/ 77 h 77"/>
                <a:gd name="T4" fmla="*/ 182 w 182"/>
                <a:gd name="T5" fmla="*/ 50 h 77"/>
                <a:gd name="T6" fmla="*/ 120 w 182"/>
                <a:gd name="T7" fmla="*/ 0 h 77"/>
                <a:gd name="T8" fmla="*/ 0 w 182"/>
                <a:gd name="T9" fmla="*/ 2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7">
                  <a:moveTo>
                    <a:pt x="0" y="28"/>
                  </a:moveTo>
                  <a:lnTo>
                    <a:pt x="61" y="77"/>
                  </a:lnTo>
                  <a:lnTo>
                    <a:pt x="182" y="50"/>
                  </a:lnTo>
                  <a:lnTo>
                    <a:pt x="120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3" name="Freeform 602">
              <a:extLst>
                <a:ext uri="{FF2B5EF4-FFF2-40B4-BE49-F238E27FC236}">
                  <a16:creationId xmlns:a16="http://schemas.microsoft.com/office/drawing/2014/main" id="{6B100C4A-4927-4C54-BE90-8743F5E8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257"/>
              <a:ext cx="175" cy="67"/>
            </a:xfrm>
            <a:custGeom>
              <a:avLst/>
              <a:gdLst>
                <a:gd name="T0" fmla="*/ 127 w 205"/>
                <a:gd name="T1" fmla="*/ 29 h 78"/>
                <a:gd name="T2" fmla="*/ 91 w 205"/>
                <a:gd name="T3" fmla="*/ 0 h 78"/>
                <a:gd name="T4" fmla="*/ 0 w 205"/>
                <a:gd name="T5" fmla="*/ 17 h 78"/>
                <a:gd name="T6" fmla="*/ 40 w 205"/>
                <a:gd name="T7" fmla="*/ 50 h 78"/>
                <a:gd name="T8" fmla="*/ 127 w 205"/>
                <a:gd name="T9" fmla="*/ 2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78">
                  <a:moveTo>
                    <a:pt x="205" y="47"/>
                  </a:moveTo>
                  <a:cubicBezTo>
                    <a:pt x="147" y="0"/>
                    <a:pt x="147" y="0"/>
                    <a:pt x="147" y="0"/>
                  </a:cubicBezTo>
                  <a:cubicBezTo>
                    <a:pt x="94" y="11"/>
                    <a:pt x="45" y="20"/>
                    <a:pt x="0" y="27"/>
                  </a:cubicBezTo>
                  <a:cubicBezTo>
                    <a:pt x="64" y="78"/>
                    <a:pt x="64" y="78"/>
                    <a:pt x="64" y="78"/>
                  </a:cubicBezTo>
                  <a:lnTo>
                    <a:pt x="205" y="4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4" name="Freeform 603">
              <a:extLst>
                <a:ext uri="{FF2B5EF4-FFF2-40B4-BE49-F238E27FC236}">
                  <a16:creationId xmlns:a16="http://schemas.microsoft.com/office/drawing/2014/main" id="{D5ED1871-07F4-4937-A605-1F6D6230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346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1 w 176"/>
                <a:gd name="T3" fmla="*/ 0 h 71"/>
                <a:gd name="T4" fmla="*/ 0 w 176"/>
                <a:gd name="T5" fmla="*/ 27 h 71"/>
                <a:gd name="T6" fmla="*/ 56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5" name="Freeform 604">
              <a:extLst>
                <a:ext uri="{FF2B5EF4-FFF2-40B4-BE49-F238E27FC236}">
                  <a16:creationId xmlns:a16="http://schemas.microsoft.com/office/drawing/2014/main" id="{9EAD6C94-750A-4357-9A0E-AF30D022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39"/>
              <a:ext cx="177" cy="71"/>
            </a:xfrm>
            <a:custGeom>
              <a:avLst/>
              <a:gdLst>
                <a:gd name="T0" fmla="*/ 177 w 177"/>
                <a:gd name="T1" fmla="*/ 44 h 71"/>
                <a:gd name="T2" fmla="*/ 121 w 177"/>
                <a:gd name="T3" fmla="*/ 0 h 71"/>
                <a:gd name="T4" fmla="*/ 0 w 177"/>
                <a:gd name="T5" fmla="*/ 27 h 71"/>
                <a:gd name="T6" fmla="*/ 56 w 177"/>
                <a:gd name="T7" fmla="*/ 71 h 71"/>
                <a:gd name="T8" fmla="*/ 177 w 177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1">
                  <a:moveTo>
                    <a:pt x="177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lnTo>
                    <a:pt x="177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6" name="Freeform 605">
              <a:extLst>
                <a:ext uri="{FF2B5EF4-FFF2-40B4-BE49-F238E27FC236}">
                  <a16:creationId xmlns:a16="http://schemas.microsoft.com/office/drawing/2014/main" id="{A659C35B-5590-4C5B-BFFE-9A8528B8D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32"/>
              <a:ext cx="176" cy="70"/>
            </a:xfrm>
            <a:custGeom>
              <a:avLst/>
              <a:gdLst>
                <a:gd name="T0" fmla="*/ 176 w 176"/>
                <a:gd name="T1" fmla="*/ 44 h 70"/>
                <a:gd name="T2" fmla="*/ 121 w 176"/>
                <a:gd name="T3" fmla="*/ 0 h 70"/>
                <a:gd name="T4" fmla="*/ 0 w 176"/>
                <a:gd name="T5" fmla="*/ 27 h 70"/>
                <a:gd name="T6" fmla="*/ 55 w 176"/>
                <a:gd name="T7" fmla="*/ 70 h 70"/>
                <a:gd name="T8" fmla="*/ 176 w 176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5" y="70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7" name="Freeform 606">
              <a:extLst>
                <a:ext uri="{FF2B5EF4-FFF2-40B4-BE49-F238E27FC236}">
                  <a16:creationId xmlns:a16="http://schemas.microsoft.com/office/drawing/2014/main" id="{D1F98299-564A-4AD5-BA83-2E4B43609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25"/>
              <a:ext cx="176" cy="71"/>
            </a:xfrm>
            <a:custGeom>
              <a:avLst/>
              <a:gdLst>
                <a:gd name="T0" fmla="*/ 176 w 176"/>
                <a:gd name="T1" fmla="*/ 43 h 71"/>
                <a:gd name="T2" fmla="*/ 120 w 176"/>
                <a:gd name="T3" fmla="*/ 0 h 71"/>
                <a:gd name="T4" fmla="*/ 0 w 176"/>
                <a:gd name="T5" fmla="*/ 27 h 71"/>
                <a:gd name="T6" fmla="*/ 55 w 176"/>
                <a:gd name="T7" fmla="*/ 71 h 71"/>
                <a:gd name="T8" fmla="*/ 176 w 176"/>
                <a:gd name="T9" fmla="*/ 4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3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55" y="71"/>
                  </a:lnTo>
                  <a:lnTo>
                    <a:pt x="176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8" name="Freeform 607">
              <a:extLst>
                <a:ext uri="{FF2B5EF4-FFF2-40B4-BE49-F238E27FC236}">
                  <a16:creationId xmlns:a16="http://schemas.microsoft.com/office/drawing/2014/main" id="{CB2B6AF3-1C11-432D-859E-727ED85F1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718"/>
              <a:ext cx="176" cy="70"/>
            </a:xfrm>
            <a:custGeom>
              <a:avLst/>
              <a:gdLst>
                <a:gd name="T0" fmla="*/ 176 w 176"/>
                <a:gd name="T1" fmla="*/ 44 h 70"/>
                <a:gd name="T2" fmla="*/ 121 w 176"/>
                <a:gd name="T3" fmla="*/ 0 h 70"/>
                <a:gd name="T4" fmla="*/ 0 w 176"/>
                <a:gd name="T5" fmla="*/ 26 h 70"/>
                <a:gd name="T6" fmla="*/ 55 w 176"/>
                <a:gd name="T7" fmla="*/ 70 h 70"/>
                <a:gd name="T8" fmla="*/ 176 w 176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4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55" y="70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9" name="Freeform 608">
              <a:extLst>
                <a:ext uri="{FF2B5EF4-FFF2-40B4-BE49-F238E27FC236}">
                  <a16:creationId xmlns:a16="http://schemas.microsoft.com/office/drawing/2014/main" id="{6C9C0706-C289-41A6-8509-D5BEED18B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810"/>
              <a:ext cx="176" cy="71"/>
            </a:xfrm>
            <a:custGeom>
              <a:avLst/>
              <a:gdLst>
                <a:gd name="T0" fmla="*/ 55 w 176"/>
                <a:gd name="T1" fmla="*/ 71 h 71"/>
                <a:gd name="T2" fmla="*/ 176 w 176"/>
                <a:gd name="T3" fmla="*/ 44 h 71"/>
                <a:gd name="T4" fmla="*/ 120 w 176"/>
                <a:gd name="T5" fmla="*/ 0 h 71"/>
                <a:gd name="T6" fmla="*/ 0 w 176"/>
                <a:gd name="T7" fmla="*/ 27 h 71"/>
                <a:gd name="T8" fmla="*/ 55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5" y="71"/>
                  </a:move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0" name="Freeform 609">
              <a:extLst>
                <a:ext uri="{FF2B5EF4-FFF2-40B4-BE49-F238E27FC236}">
                  <a16:creationId xmlns:a16="http://schemas.microsoft.com/office/drawing/2014/main" id="{D2E9ACEC-68C3-4B8D-AD67-BFB68EAA7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903"/>
              <a:ext cx="176" cy="71"/>
            </a:xfrm>
            <a:custGeom>
              <a:avLst/>
              <a:gdLst>
                <a:gd name="T0" fmla="*/ 55 w 176"/>
                <a:gd name="T1" fmla="*/ 71 h 71"/>
                <a:gd name="T2" fmla="*/ 176 w 176"/>
                <a:gd name="T3" fmla="*/ 44 h 71"/>
                <a:gd name="T4" fmla="*/ 120 w 176"/>
                <a:gd name="T5" fmla="*/ 0 h 71"/>
                <a:gd name="T6" fmla="*/ 0 w 176"/>
                <a:gd name="T7" fmla="*/ 27 h 71"/>
                <a:gd name="T8" fmla="*/ 55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5" y="71"/>
                  </a:move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1" name="Freeform 610">
              <a:extLst>
                <a:ext uri="{FF2B5EF4-FFF2-40B4-BE49-F238E27FC236}">
                  <a16:creationId xmlns:a16="http://schemas.microsoft.com/office/drawing/2014/main" id="{F931CBDC-A78D-45C8-9B9F-0F891936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996"/>
              <a:ext cx="175" cy="70"/>
            </a:xfrm>
            <a:custGeom>
              <a:avLst/>
              <a:gdLst>
                <a:gd name="T0" fmla="*/ 0 w 175"/>
                <a:gd name="T1" fmla="*/ 27 h 70"/>
                <a:gd name="T2" fmla="*/ 55 w 175"/>
                <a:gd name="T3" fmla="*/ 70 h 70"/>
                <a:gd name="T4" fmla="*/ 175 w 175"/>
                <a:gd name="T5" fmla="*/ 44 h 70"/>
                <a:gd name="T6" fmla="*/ 120 w 175"/>
                <a:gd name="T7" fmla="*/ 0 h 70"/>
                <a:gd name="T8" fmla="*/ 0 w 175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0" y="27"/>
                  </a:moveTo>
                  <a:lnTo>
                    <a:pt x="55" y="70"/>
                  </a:lnTo>
                  <a:lnTo>
                    <a:pt x="175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2" name="Freeform 611">
              <a:extLst>
                <a:ext uri="{FF2B5EF4-FFF2-40B4-BE49-F238E27FC236}">
                  <a16:creationId xmlns:a16="http://schemas.microsoft.com/office/drawing/2014/main" id="{8F2044C6-E3BA-4E7C-A5C6-73452102C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089"/>
              <a:ext cx="176" cy="70"/>
            </a:xfrm>
            <a:custGeom>
              <a:avLst/>
              <a:gdLst>
                <a:gd name="T0" fmla="*/ 0 w 176"/>
                <a:gd name="T1" fmla="*/ 26 h 70"/>
                <a:gd name="T2" fmla="*/ 56 w 176"/>
                <a:gd name="T3" fmla="*/ 70 h 70"/>
                <a:gd name="T4" fmla="*/ 176 w 176"/>
                <a:gd name="T5" fmla="*/ 43 h 70"/>
                <a:gd name="T6" fmla="*/ 121 w 176"/>
                <a:gd name="T7" fmla="*/ 0 h 70"/>
                <a:gd name="T8" fmla="*/ 0 w 176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6"/>
                  </a:moveTo>
                  <a:lnTo>
                    <a:pt x="56" y="70"/>
                  </a:lnTo>
                  <a:lnTo>
                    <a:pt x="176" y="43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3" name="Freeform 612">
              <a:extLst>
                <a:ext uri="{FF2B5EF4-FFF2-40B4-BE49-F238E27FC236}">
                  <a16:creationId xmlns:a16="http://schemas.microsoft.com/office/drawing/2014/main" id="{4BA1C401-DC76-418E-AF16-3E05E6773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82"/>
              <a:ext cx="176" cy="70"/>
            </a:xfrm>
            <a:custGeom>
              <a:avLst/>
              <a:gdLst>
                <a:gd name="T0" fmla="*/ 0 w 176"/>
                <a:gd name="T1" fmla="*/ 26 h 70"/>
                <a:gd name="T2" fmla="*/ 56 w 176"/>
                <a:gd name="T3" fmla="*/ 70 h 70"/>
                <a:gd name="T4" fmla="*/ 176 w 176"/>
                <a:gd name="T5" fmla="*/ 44 h 70"/>
                <a:gd name="T6" fmla="*/ 121 w 176"/>
                <a:gd name="T7" fmla="*/ 0 h 70"/>
                <a:gd name="T8" fmla="*/ 0 w 176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6"/>
                  </a:moveTo>
                  <a:lnTo>
                    <a:pt x="56" y="70"/>
                  </a:lnTo>
                  <a:lnTo>
                    <a:pt x="176" y="44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4" name="Freeform 613">
              <a:extLst>
                <a:ext uri="{FF2B5EF4-FFF2-40B4-BE49-F238E27FC236}">
                  <a16:creationId xmlns:a16="http://schemas.microsoft.com/office/drawing/2014/main" id="{B0DE98D1-4041-457C-8C56-B6D3844F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74"/>
              <a:ext cx="175" cy="71"/>
            </a:xfrm>
            <a:custGeom>
              <a:avLst/>
              <a:gdLst>
                <a:gd name="T0" fmla="*/ 55 w 175"/>
                <a:gd name="T1" fmla="*/ 71 h 71"/>
                <a:gd name="T2" fmla="*/ 175 w 175"/>
                <a:gd name="T3" fmla="*/ 44 h 71"/>
                <a:gd name="T4" fmla="*/ 121 w 175"/>
                <a:gd name="T5" fmla="*/ 0 h 71"/>
                <a:gd name="T6" fmla="*/ 0 w 175"/>
                <a:gd name="T7" fmla="*/ 27 h 71"/>
                <a:gd name="T8" fmla="*/ 55 w 17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55" y="71"/>
                  </a:moveTo>
                  <a:lnTo>
                    <a:pt x="175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5" name="Freeform 614">
              <a:extLst>
                <a:ext uri="{FF2B5EF4-FFF2-40B4-BE49-F238E27FC236}">
                  <a16:creationId xmlns:a16="http://schemas.microsoft.com/office/drawing/2014/main" id="{6B34A6BA-F941-43E5-9207-703F178D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367"/>
              <a:ext cx="176" cy="71"/>
            </a:xfrm>
            <a:custGeom>
              <a:avLst/>
              <a:gdLst>
                <a:gd name="T0" fmla="*/ 0 w 176"/>
                <a:gd name="T1" fmla="*/ 27 h 71"/>
                <a:gd name="T2" fmla="*/ 56 w 176"/>
                <a:gd name="T3" fmla="*/ 71 h 71"/>
                <a:gd name="T4" fmla="*/ 176 w 176"/>
                <a:gd name="T5" fmla="*/ 43 h 71"/>
                <a:gd name="T6" fmla="*/ 121 w 176"/>
                <a:gd name="T7" fmla="*/ 0 h 71"/>
                <a:gd name="T8" fmla="*/ 0 w 176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7"/>
                  </a:moveTo>
                  <a:lnTo>
                    <a:pt x="56" y="71"/>
                  </a:lnTo>
                  <a:lnTo>
                    <a:pt x="176" y="43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6" name="Freeform 615">
              <a:extLst>
                <a:ext uri="{FF2B5EF4-FFF2-40B4-BE49-F238E27FC236}">
                  <a16:creationId xmlns:a16="http://schemas.microsoft.com/office/drawing/2014/main" id="{889C7258-552D-4E6E-8883-BC2AA34A7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460"/>
              <a:ext cx="141" cy="46"/>
            </a:xfrm>
            <a:custGeom>
              <a:avLst/>
              <a:gdLst>
                <a:gd name="T0" fmla="*/ 0 w 164"/>
                <a:gd name="T1" fmla="*/ 20 h 53"/>
                <a:gd name="T2" fmla="*/ 18 w 164"/>
                <a:gd name="T3" fmla="*/ 35 h 53"/>
                <a:gd name="T4" fmla="*/ 104 w 164"/>
                <a:gd name="T5" fmla="*/ 11 h 53"/>
                <a:gd name="T6" fmla="*/ 89 w 164"/>
                <a:gd name="T7" fmla="*/ 0 h 53"/>
                <a:gd name="T8" fmla="*/ 0 w 164"/>
                <a:gd name="T9" fmla="*/ 2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53">
                  <a:moveTo>
                    <a:pt x="0" y="31"/>
                  </a:moveTo>
                  <a:cubicBezTo>
                    <a:pt x="28" y="53"/>
                    <a:pt x="28" y="53"/>
                    <a:pt x="28" y="53"/>
                  </a:cubicBezTo>
                  <a:cubicBezTo>
                    <a:pt x="73" y="41"/>
                    <a:pt x="118" y="29"/>
                    <a:pt x="164" y="17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7" name="Freeform 616">
              <a:extLst>
                <a:ext uri="{FF2B5EF4-FFF2-40B4-BE49-F238E27FC236}">
                  <a16:creationId xmlns:a16="http://schemas.microsoft.com/office/drawing/2014/main" id="{9CDF8073-B243-4552-B244-0EEC280F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68"/>
              <a:ext cx="183" cy="76"/>
            </a:xfrm>
            <a:custGeom>
              <a:avLst/>
              <a:gdLst>
                <a:gd name="T0" fmla="*/ 0 w 183"/>
                <a:gd name="T1" fmla="*/ 28 h 76"/>
                <a:gd name="T2" fmla="*/ 62 w 183"/>
                <a:gd name="T3" fmla="*/ 76 h 76"/>
                <a:gd name="T4" fmla="*/ 183 w 183"/>
                <a:gd name="T5" fmla="*/ 50 h 76"/>
                <a:gd name="T6" fmla="*/ 120 w 183"/>
                <a:gd name="T7" fmla="*/ 0 h 76"/>
                <a:gd name="T8" fmla="*/ 0 w 183"/>
                <a:gd name="T9" fmla="*/ 2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8"/>
                  </a:moveTo>
                  <a:lnTo>
                    <a:pt x="62" y="76"/>
                  </a:lnTo>
                  <a:lnTo>
                    <a:pt x="183" y="50"/>
                  </a:lnTo>
                  <a:lnTo>
                    <a:pt x="120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8" name="Freeform 617">
              <a:extLst>
                <a:ext uri="{FF2B5EF4-FFF2-40B4-BE49-F238E27FC236}">
                  <a16:creationId xmlns:a16="http://schemas.microsoft.com/office/drawing/2014/main" id="{65AAE319-E194-4FED-82EB-AF99F359D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426"/>
              <a:ext cx="183" cy="76"/>
            </a:xfrm>
            <a:custGeom>
              <a:avLst/>
              <a:gdLst>
                <a:gd name="T0" fmla="*/ 183 w 183"/>
                <a:gd name="T1" fmla="*/ 50 h 76"/>
                <a:gd name="T2" fmla="*/ 120 w 183"/>
                <a:gd name="T3" fmla="*/ 0 h 76"/>
                <a:gd name="T4" fmla="*/ 0 w 183"/>
                <a:gd name="T5" fmla="*/ 27 h 76"/>
                <a:gd name="T6" fmla="*/ 62 w 183"/>
                <a:gd name="T7" fmla="*/ 76 h 76"/>
                <a:gd name="T8" fmla="*/ 183 w 183"/>
                <a:gd name="T9" fmla="*/ 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50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lnTo>
                    <a:pt x="183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9" name="Freeform 618">
              <a:extLst>
                <a:ext uri="{FF2B5EF4-FFF2-40B4-BE49-F238E27FC236}">
                  <a16:creationId xmlns:a16="http://schemas.microsoft.com/office/drawing/2014/main" id="{293EFB45-2867-4E0A-B59C-2DB20DE3A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076"/>
              <a:ext cx="183" cy="76"/>
            </a:xfrm>
            <a:custGeom>
              <a:avLst/>
              <a:gdLst>
                <a:gd name="T0" fmla="*/ 0 w 183"/>
                <a:gd name="T1" fmla="*/ 26 h 76"/>
                <a:gd name="T2" fmla="*/ 62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6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0" name="Freeform 619">
              <a:extLst>
                <a:ext uri="{FF2B5EF4-FFF2-40B4-BE49-F238E27FC236}">
                  <a16:creationId xmlns:a16="http://schemas.microsoft.com/office/drawing/2014/main" id="{F4ADF997-8F51-4E15-9631-EBD5CCAA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704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50 h 76"/>
                <a:gd name="T4" fmla="*/ 121 w 183"/>
                <a:gd name="T5" fmla="*/ 0 h 76"/>
                <a:gd name="T6" fmla="*/ 0 w 183"/>
                <a:gd name="T7" fmla="*/ 28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50"/>
                  </a:lnTo>
                  <a:lnTo>
                    <a:pt x="121" y="0"/>
                  </a:lnTo>
                  <a:lnTo>
                    <a:pt x="0" y="28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1" name="Freeform 620">
              <a:extLst>
                <a:ext uri="{FF2B5EF4-FFF2-40B4-BE49-F238E27FC236}">
                  <a16:creationId xmlns:a16="http://schemas.microsoft.com/office/drawing/2014/main" id="{14BB2341-76A1-403E-B5ED-DB47A304B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798"/>
              <a:ext cx="182" cy="75"/>
            </a:xfrm>
            <a:custGeom>
              <a:avLst/>
              <a:gdLst>
                <a:gd name="T0" fmla="*/ 62 w 182"/>
                <a:gd name="T1" fmla="*/ 75 h 75"/>
                <a:gd name="T2" fmla="*/ 182 w 182"/>
                <a:gd name="T3" fmla="*/ 48 h 75"/>
                <a:gd name="T4" fmla="*/ 121 w 182"/>
                <a:gd name="T5" fmla="*/ 0 h 75"/>
                <a:gd name="T6" fmla="*/ 0 w 182"/>
                <a:gd name="T7" fmla="*/ 26 h 75"/>
                <a:gd name="T8" fmla="*/ 62 w 182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62" y="75"/>
                  </a:moveTo>
                  <a:lnTo>
                    <a:pt x="182" y="48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62" y="75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2" name="Freeform 621">
              <a:extLst>
                <a:ext uri="{FF2B5EF4-FFF2-40B4-BE49-F238E27FC236}">
                  <a16:creationId xmlns:a16="http://schemas.microsoft.com/office/drawing/2014/main" id="{F490F7EF-EE1C-42B7-BBFB-626529740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262"/>
              <a:ext cx="183" cy="75"/>
            </a:xfrm>
            <a:custGeom>
              <a:avLst/>
              <a:gdLst>
                <a:gd name="T0" fmla="*/ 0 w 183"/>
                <a:gd name="T1" fmla="*/ 26 h 75"/>
                <a:gd name="T2" fmla="*/ 62 w 183"/>
                <a:gd name="T3" fmla="*/ 75 h 75"/>
                <a:gd name="T4" fmla="*/ 183 w 183"/>
                <a:gd name="T5" fmla="*/ 48 h 75"/>
                <a:gd name="T6" fmla="*/ 120 w 183"/>
                <a:gd name="T7" fmla="*/ 0 h 75"/>
                <a:gd name="T8" fmla="*/ 0 w 183"/>
                <a:gd name="T9" fmla="*/ 2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0" y="26"/>
                  </a:moveTo>
                  <a:lnTo>
                    <a:pt x="62" y="75"/>
                  </a:lnTo>
                  <a:lnTo>
                    <a:pt x="183" y="48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3" name="Freeform 622">
              <a:extLst>
                <a:ext uri="{FF2B5EF4-FFF2-40B4-BE49-F238E27FC236}">
                  <a16:creationId xmlns:a16="http://schemas.microsoft.com/office/drawing/2014/main" id="{2986508D-B6A1-4098-B4E6-A6E4A8DD9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612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1 w 183"/>
                <a:gd name="T3" fmla="*/ 0 h 76"/>
                <a:gd name="T4" fmla="*/ 0 w 183"/>
                <a:gd name="T5" fmla="*/ 26 h 76"/>
                <a:gd name="T6" fmla="*/ 62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62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4" name="Freeform 623">
              <a:extLst>
                <a:ext uri="{FF2B5EF4-FFF2-40B4-BE49-F238E27FC236}">
                  <a16:creationId xmlns:a16="http://schemas.microsoft.com/office/drawing/2014/main" id="{4F25109E-3971-44D5-B045-0A6AB1642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519"/>
              <a:ext cx="182" cy="76"/>
            </a:xfrm>
            <a:custGeom>
              <a:avLst/>
              <a:gdLst>
                <a:gd name="T0" fmla="*/ 182 w 182"/>
                <a:gd name="T1" fmla="*/ 49 h 76"/>
                <a:gd name="T2" fmla="*/ 120 w 182"/>
                <a:gd name="T3" fmla="*/ 0 h 76"/>
                <a:gd name="T4" fmla="*/ 0 w 182"/>
                <a:gd name="T5" fmla="*/ 27 h 76"/>
                <a:gd name="T6" fmla="*/ 61 w 182"/>
                <a:gd name="T7" fmla="*/ 76 h 76"/>
                <a:gd name="T8" fmla="*/ 182 w 182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82" y="49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1" y="76"/>
                  </a:lnTo>
                  <a:lnTo>
                    <a:pt x="182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5" name="Freeform 624">
              <a:extLst>
                <a:ext uri="{FF2B5EF4-FFF2-40B4-BE49-F238E27FC236}">
                  <a16:creationId xmlns:a16="http://schemas.microsoft.com/office/drawing/2014/main" id="{AE203BA4-B08C-421F-9EFA-114FF883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240"/>
              <a:ext cx="183" cy="76"/>
            </a:xfrm>
            <a:custGeom>
              <a:avLst/>
              <a:gdLst>
                <a:gd name="T0" fmla="*/ 183 w 183"/>
                <a:gd name="T1" fmla="*/ 50 h 76"/>
                <a:gd name="T2" fmla="*/ 120 w 183"/>
                <a:gd name="T3" fmla="*/ 0 h 76"/>
                <a:gd name="T4" fmla="*/ 0 w 183"/>
                <a:gd name="T5" fmla="*/ 28 h 76"/>
                <a:gd name="T6" fmla="*/ 62 w 183"/>
                <a:gd name="T7" fmla="*/ 76 h 76"/>
                <a:gd name="T8" fmla="*/ 183 w 183"/>
                <a:gd name="T9" fmla="*/ 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50"/>
                  </a:moveTo>
                  <a:lnTo>
                    <a:pt x="120" y="0"/>
                  </a:lnTo>
                  <a:lnTo>
                    <a:pt x="0" y="28"/>
                  </a:lnTo>
                  <a:lnTo>
                    <a:pt x="62" y="76"/>
                  </a:lnTo>
                  <a:lnTo>
                    <a:pt x="183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6" name="Freeform 625">
              <a:extLst>
                <a:ext uri="{FF2B5EF4-FFF2-40B4-BE49-F238E27FC236}">
                  <a16:creationId xmlns:a16="http://schemas.microsoft.com/office/drawing/2014/main" id="{D314CEE0-8821-4587-A83F-CD232FE49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890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50 h 76"/>
                <a:gd name="T4" fmla="*/ 121 w 183"/>
                <a:gd name="T5" fmla="*/ 0 h 76"/>
                <a:gd name="T6" fmla="*/ 0 w 183"/>
                <a:gd name="T7" fmla="*/ 27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50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7" name="Freeform 626">
              <a:extLst>
                <a:ext uri="{FF2B5EF4-FFF2-40B4-BE49-F238E27FC236}">
                  <a16:creationId xmlns:a16="http://schemas.microsoft.com/office/drawing/2014/main" id="{6510DF41-54BC-413E-8A92-7E59C99E2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334"/>
              <a:ext cx="183" cy="75"/>
            </a:xfrm>
            <a:custGeom>
              <a:avLst/>
              <a:gdLst>
                <a:gd name="T0" fmla="*/ 183 w 183"/>
                <a:gd name="T1" fmla="*/ 48 h 75"/>
                <a:gd name="T2" fmla="*/ 120 w 183"/>
                <a:gd name="T3" fmla="*/ 0 h 75"/>
                <a:gd name="T4" fmla="*/ 0 w 183"/>
                <a:gd name="T5" fmla="*/ 26 h 75"/>
                <a:gd name="T6" fmla="*/ 62 w 183"/>
                <a:gd name="T7" fmla="*/ 75 h 75"/>
                <a:gd name="T8" fmla="*/ 183 w 183"/>
                <a:gd name="T9" fmla="*/ 4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83" y="48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62" y="75"/>
                  </a:lnTo>
                  <a:lnTo>
                    <a:pt x="183" y="4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8" name="Freeform 627">
              <a:extLst>
                <a:ext uri="{FF2B5EF4-FFF2-40B4-BE49-F238E27FC236}">
                  <a16:creationId xmlns:a16="http://schemas.microsoft.com/office/drawing/2014/main" id="{A6326EF4-AB4F-4468-BFF8-E225ACC82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983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3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9" name="Freeform 628">
              <a:extLst>
                <a:ext uri="{FF2B5EF4-FFF2-40B4-BE49-F238E27FC236}">
                  <a16:creationId xmlns:a16="http://schemas.microsoft.com/office/drawing/2014/main" id="{48F7A1A0-5E7A-4343-A25E-D071E957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354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2 w 183"/>
                <a:gd name="T3" fmla="*/ 76 h 76"/>
                <a:gd name="T4" fmla="*/ 183 w 183"/>
                <a:gd name="T5" fmla="*/ 49 h 76"/>
                <a:gd name="T6" fmla="*/ 120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2" y="76"/>
                  </a:ln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0" name="Freeform 629">
              <a:extLst>
                <a:ext uri="{FF2B5EF4-FFF2-40B4-BE49-F238E27FC236}">
                  <a16:creationId xmlns:a16="http://schemas.microsoft.com/office/drawing/2014/main" id="{34C7EDFA-977C-4EB8-9BC8-A84CD1F7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202"/>
              <a:ext cx="169" cy="66"/>
            </a:xfrm>
            <a:custGeom>
              <a:avLst/>
              <a:gdLst>
                <a:gd name="T0" fmla="*/ 123 w 198"/>
                <a:gd name="T1" fmla="*/ 28 h 77"/>
                <a:gd name="T2" fmla="*/ 87 w 198"/>
                <a:gd name="T3" fmla="*/ 0 h 77"/>
                <a:gd name="T4" fmla="*/ 0 w 198"/>
                <a:gd name="T5" fmla="*/ 20 h 77"/>
                <a:gd name="T6" fmla="*/ 36 w 198"/>
                <a:gd name="T7" fmla="*/ 49 h 77"/>
                <a:gd name="T8" fmla="*/ 123 w 198"/>
                <a:gd name="T9" fmla="*/ 2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77">
                  <a:moveTo>
                    <a:pt x="198" y="45"/>
                  </a:moveTo>
                  <a:cubicBezTo>
                    <a:pt x="140" y="0"/>
                    <a:pt x="140" y="0"/>
                    <a:pt x="140" y="0"/>
                  </a:cubicBezTo>
                  <a:cubicBezTo>
                    <a:pt x="93" y="11"/>
                    <a:pt x="46" y="22"/>
                    <a:pt x="0" y="32"/>
                  </a:cubicBezTo>
                  <a:cubicBezTo>
                    <a:pt x="57" y="77"/>
                    <a:pt x="57" y="77"/>
                    <a:pt x="57" y="77"/>
                  </a:cubicBezTo>
                  <a:lnTo>
                    <a:pt x="198" y="45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1" name="Freeform 630">
              <a:extLst>
                <a:ext uri="{FF2B5EF4-FFF2-40B4-BE49-F238E27FC236}">
                  <a16:creationId xmlns:a16="http://schemas.microsoft.com/office/drawing/2014/main" id="{55515F91-92DE-4B6F-A714-0FFD51F97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290"/>
              <a:ext cx="176" cy="70"/>
            </a:xfrm>
            <a:custGeom>
              <a:avLst/>
              <a:gdLst>
                <a:gd name="T0" fmla="*/ 176 w 176"/>
                <a:gd name="T1" fmla="*/ 44 h 70"/>
                <a:gd name="T2" fmla="*/ 121 w 176"/>
                <a:gd name="T3" fmla="*/ 0 h 70"/>
                <a:gd name="T4" fmla="*/ 0 w 176"/>
                <a:gd name="T5" fmla="*/ 26 h 70"/>
                <a:gd name="T6" fmla="*/ 56 w 176"/>
                <a:gd name="T7" fmla="*/ 70 h 70"/>
                <a:gd name="T8" fmla="*/ 176 w 176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4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2" name="Freeform 631">
              <a:extLst>
                <a:ext uri="{FF2B5EF4-FFF2-40B4-BE49-F238E27FC236}">
                  <a16:creationId xmlns:a16="http://schemas.microsoft.com/office/drawing/2014/main" id="{B429F8B1-9D54-4CA7-B636-155CC7881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382"/>
              <a:ext cx="175" cy="71"/>
            </a:xfrm>
            <a:custGeom>
              <a:avLst/>
              <a:gdLst>
                <a:gd name="T0" fmla="*/ 175 w 175"/>
                <a:gd name="T1" fmla="*/ 44 h 71"/>
                <a:gd name="T2" fmla="*/ 121 w 175"/>
                <a:gd name="T3" fmla="*/ 0 h 71"/>
                <a:gd name="T4" fmla="*/ 0 w 175"/>
                <a:gd name="T5" fmla="*/ 27 h 71"/>
                <a:gd name="T6" fmla="*/ 55 w 175"/>
                <a:gd name="T7" fmla="*/ 71 h 71"/>
                <a:gd name="T8" fmla="*/ 175 w 175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75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5" y="71"/>
                  </a:lnTo>
                  <a:lnTo>
                    <a:pt x="175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3" name="Freeform 632">
              <a:extLst>
                <a:ext uri="{FF2B5EF4-FFF2-40B4-BE49-F238E27FC236}">
                  <a16:creationId xmlns:a16="http://schemas.microsoft.com/office/drawing/2014/main" id="{36A3EE4E-ED5A-4833-A1FD-97D0530E2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476"/>
              <a:ext cx="176" cy="70"/>
            </a:xfrm>
            <a:custGeom>
              <a:avLst/>
              <a:gdLst>
                <a:gd name="T0" fmla="*/ 176 w 176"/>
                <a:gd name="T1" fmla="*/ 43 h 70"/>
                <a:gd name="T2" fmla="*/ 121 w 176"/>
                <a:gd name="T3" fmla="*/ 0 h 70"/>
                <a:gd name="T4" fmla="*/ 0 w 176"/>
                <a:gd name="T5" fmla="*/ 26 h 70"/>
                <a:gd name="T6" fmla="*/ 56 w 176"/>
                <a:gd name="T7" fmla="*/ 70 h 70"/>
                <a:gd name="T8" fmla="*/ 176 w 176"/>
                <a:gd name="T9" fmla="*/ 4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3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lnTo>
                    <a:pt x="176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4" name="Freeform 633">
              <a:extLst>
                <a:ext uri="{FF2B5EF4-FFF2-40B4-BE49-F238E27FC236}">
                  <a16:creationId xmlns:a16="http://schemas.microsoft.com/office/drawing/2014/main" id="{3EA8A171-6C85-4813-B37A-4D643DE4A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568"/>
              <a:ext cx="177" cy="70"/>
            </a:xfrm>
            <a:custGeom>
              <a:avLst/>
              <a:gdLst>
                <a:gd name="T0" fmla="*/ 177 w 177"/>
                <a:gd name="T1" fmla="*/ 44 h 70"/>
                <a:gd name="T2" fmla="*/ 121 w 177"/>
                <a:gd name="T3" fmla="*/ 0 h 70"/>
                <a:gd name="T4" fmla="*/ 0 w 177"/>
                <a:gd name="T5" fmla="*/ 27 h 70"/>
                <a:gd name="T6" fmla="*/ 56 w 177"/>
                <a:gd name="T7" fmla="*/ 70 h 70"/>
                <a:gd name="T8" fmla="*/ 177 w 177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177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0"/>
                  </a:lnTo>
                  <a:lnTo>
                    <a:pt x="177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5" name="Freeform 634">
              <a:extLst>
                <a:ext uri="{FF2B5EF4-FFF2-40B4-BE49-F238E27FC236}">
                  <a16:creationId xmlns:a16="http://schemas.microsoft.com/office/drawing/2014/main" id="{EF534C9C-4913-4AC4-AD09-BD6110645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661"/>
              <a:ext cx="176" cy="71"/>
            </a:xfrm>
            <a:custGeom>
              <a:avLst/>
              <a:gdLst>
                <a:gd name="T0" fmla="*/ 55 w 176"/>
                <a:gd name="T1" fmla="*/ 71 h 71"/>
                <a:gd name="T2" fmla="*/ 176 w 176"/>
                <a:gd name="T3" fmla="*/ 43 h 71"/>
                <a:gd name="T4" fmla="*/ 121 w 176"/>
                <a:gd name="T5" fmla="*/ 0 h 71"/>
                <a:gd name="T6" fmla="*/ 0 w 176"/>
                <a:gd name="T7" fmla="*/ 27 h 71"/>
                <a:gd name="T8" fmla="*/ 55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5" y="71"/>
                  </a:moveTo>
                  <a:lnTo>
                    <a:pt x="176" y="43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6" name="Freeform 635">
              <a:extLst>
                <a:ext uri="{FF2B5EF4-FFF2-40B4-BE49-F238E27FC236}">
                  <a16:creationId xmlns:a16="http://schemas.microsoft.com/office/drawing/2014/main" id="{92AE6548-6FBD-405C-886E-F281E2B4D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754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4 h 70"/>
                <a:gd name="T4" fmla="*/ 120 w 176"/>
                <a:gd name="T5" fmla="*/ 0 h 70"/>
                <a:gd name="T6" fmla="*/ 0 w 176"/>
                <a:gd name="T7" fmla="*/ 26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4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7" name="Freeform 636">
              <a:extLst>
                <a:ext uri="{FF2B5EF4-FFF2-40B4-BE49-F238E27FC236}">
                  <a16:creationId xmlns:a16="http://schemas.microsoft.com/office/drawing/2014/main" id="{13AC4391-292C-4B2F-93BA-A87F08B18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846"/>
              <a:ext cx="176" cy="71"/>
            </a:xfrm>
            <a:custGeom>
              <a:avLst/>
              <a:gdLst>
                <a:gd name="T0" fmla="*/ 55 w 176"/>
                <a:gd name="T1" fmla="*/ 71 h 71"/>
                <a:gd name="T2" fmla="*/ 176 w 176"/>
                <a:gd name="T3" fmla="*/ 44 h 71"/>
                <a:gd name="T4" fmla="*/ 120 w 176"/>
                <a:gd name="T5" fmla="*/ 0 h 71"/>
                <a:gd name="T6" fmla="*/ 0 w 176"/>
                <a:gd name="T7" fmla="*/ 27 h 71"/>
                <a:gd name="T8" fmla="*/ 55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5" y="71"/>
                  </a:move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8" name="Freeform 637">
              <a:extLst>
                <a:ext uri="{FF2B5EF4-FFF2-40B4-BE49-F238E27FC236}">
                  <a16:creationId xmlns:a16="http://schemas.microsoft.com/office/drawing/2014/main" id="{DCF6B624-B37C-4D00-8B8A-CA24D0545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940"/>
              <a:ext cx="175" cy="70"/>
            </a:xfrm>
            <a:custGeom>
              <a:avLst/>
              <a:gdLst>
                <a:gd name="T0" fmla="*/ 54 w 175"/>
                <a:gd name="T1" fmla="*/ 70 h 70"/>
                <a:gd name="T2" fmla="*/ 175 w 175"/>
                <a:gd name="T3" fmla="*/ 43 h 70"/>
                <a:gd name="T4" fmla="*/ 120 w 175"/>
                <a:gd name="T5" fmla="*/ 0 h 70"/>
                <a:gd name="T6" fmla="*/ 0 w 175"/>
                <a:gd name="T7" fmla="*/ 26 h 70"/>
                <a:gd name="T8" fmla="*/ 54 w 175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54" y="70"/>
                  </a:moveTo>
                  <a:lnTo>
                    <a:pt x="175" y="43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54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9" name="Freeform 638">
              <a:extLst>
                <a:ext uri="{FF2B5EF4-FFF2-40B4-BE49-F238E27FC236}">
                  <a16:creationId xmlns:a16="http://schemas.microsoft.com/office/drawing/2014/main" id="{2FFC48EB-F3AE-43D0-B863-C5ABA625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32"/>
              <a:ext cx="176" cy="70"/>
            </a:xfrm>
            <a:custGeom>
              <a:avLst/>
              <a:gdLst>
                <a:gd name="T0" fmla="*/ 0 w 176"/>
                <a:gd name="T1" fmla="*/ 27 h 70"/>
                <a:gd name="T2" fmla="*/ 55 w 176"/>
                <a:gd name="T3" fmla="*/ 70 h 70"/>
                <a:gd name="T4" fmla="*/ 176 w 176"/>
                <a:gd name="T5" fmla="*/ 44 h 70"/>
                <a:gd name="T6" fmla="*/ 120 w 176"/>
                <a:gd name="T7" fmla="*/ 0 h 70"/>
                <a:gd name="T8" fmla="*/ 0 w 176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7"/>
                  </a:moveTo>
                  <a:lnTo>
                    <a:pt x="55" y="70"/>
                  </a:ln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0" name="Freeform 639">
              <a:extLst>
                <a:ext uri="{FF2B5EF4-FFF2-40B4-BE49-F238E27FC236}">
                  <a16:creationId xmlns:a16="http://schemas.microsoft.com/office/drawing/2014/main" id="{6C74621A-8CF3-4ACA-AAB7-436B2C0D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125"/>
              <a:ext cx="176" cy="71"/>
            </a:xfrm>
            <a:custGeom>
              <a:avLst/>
              <a:gdLst>
                <a:gd name="T0" fmla="*/ 0 w 176"/>
                <a:gd name="T1" fmla="*/ 27 h 71"/>
                <a:gd name="T2" fmla="*/ 56 w 176"/>
                <a:gd name="T3" fmla="*/ 71 h 71"/>
                <a:gd name="T4" fmla="*/ 176 w 176"/>
                <a:gd name="T5" fmla="*/ 43 h 71"/>
                <a:gd name="T6" fmla="*/ 121 w 176"/>
                <a:gd name="T7" fmla="*/ 0 h 71"/>
                <a:gd name="T8" fmla="*/ 0 w 176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7"/>
                  </a:moveTo>
                  <a:lnTo>
                    <a:pt x="56" y="71"/>
                  </a:lnTo>
                  <a:lnTo>
                    <a:pt x="176" y="43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1" name="Freeform 640">
              <a:extLst>
                <a:ext uri="{FF2B5EF4-FFF2-40B4-BE49-F238E27FC236}">
                  <a16:creationId xmlns:a16="http://schemas.microsoft.com/office/drawing/2014/main" id="{C37027E8-126D-428F-BE5E-EE9B8EBA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218"/>
              <a:ext cx="175" cy="70"/>
            </a:xfrm>
            <a:custGeom>
              <a:avLst/>
              <a:gdLst>
                <a:gd name="T0" fmla="*/ 0 w 175"/>
                <a:gd name="T1" fmla="*/ 26 h 70"/>
                <a:gd name="T2" fmla="*/ 55 w 175"/>
                <a:gd name="T3" fmla="*/ 70 h 70"/>
                <a:gd name="T4" fmla="*/ 175 w 175"/>
                <a:gd name="T5" fmla="*/ 44 h 70"/>
                <a:gd name="T6" fmla="*/ 121 w 175"/>
                <a:gd name="T7" fmla="*/ 0 h 70"/>
                <a:gd name="T8" fmla="*/ 0 w 175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0" y="26"/>
                  </a:moveTo>
                  <a:lnTo>
                    <a:pt x="55" y="70"/>
                  </a:lnTo>
                  <a:lnTo>
                    <a:pt x="175" y="44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2" name="Freeform 641">
              <a:extLst>
                <a:ext uri="{FF2B5EF4-FFF2-40B4-BE49-F238E27FC236}">
                  <a16:creationId xmlns:a16="http://schemas.microsoft.com/office/drawing/2014/main" id="{960A9B2E-1F5E-4F71-9861-9E44F1525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310"/>
              <a:ext cx="176" cy="71"/>
            </a:xfrm>
            <a:custGeom>
              <a:avLst/>
              <a:gdLst>
                <a:gd name="T0" fmla="*/ 56 w 176"/>
                <a:gd name="T1" fmla="*/ 71 h 71"/>
                <a:gd name="T2" fmla="*/ 176 w 176"/>
                <a:gd name="T3" fmla="*/ 44 h 71"/>
                <a:gd name="T4" fmla="*/ 121 w 176"/>
                <a:gd name="T5" fmla="*/ 0 h 71"/>
                <a:gd name="T6" fmla="*/ 0 w 176"/>
                <a:gd name="T7" fmla="*/ 27 h 71"/>
                <a:gd name="T8" fmla="*/ 56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6" y="71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3" name="Freeform 642">
              <a:extLst>
                <a:ext uri="{FF2B5EF4-FFF2-40B4-BE49-F238E27FC236}">
                  <a16:creationId xmlns:a16="http://schemas.microsoft.com/office/drawing/2014/main" id="{6AD34F96-3F92-42F1-AD4F-193B6FF31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03"/>
              <a:ext cx="129" cy="38"/>
            </a:xfrm>
            <a:custGeom>
              <a:avLst/>
              <a:gdLst>
                <a:gd name="T0" fmla="*/ 0 w 151"/>
                <a:gd name="T1" fmla="*/ 19 h 45"/>
                <a:gd name="T2" fmla="*/ 10 w 151"/>
                <a:gd name="T3" fmla="*/ 27 h 45"/>
                <a:gd name="T4" fmla="*/ 94 w 151"/>
                <a:gd name="T5" fmla="*/ 6 h 45"/>
                <a:gd name="T6" fmla="*/ 88 w 151"/>
                <a:gd name="T7" fmla="*/ 0 h 45"/>
                <a:gd name="T8" fmla="*/ 0 w 151"/>
                <a:gd name="T9" fmla="*/ 1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45">
                  <a:moveTo>
                    <a:pt x="0" y="32"/>
                  </a:moveTo>
                  <a:cubicBezTo>
                    <a:pt x="16" y="45"/>
                    <a:pt x="16" y="45"/>
                    <a:pt x="16" y="45"/>
                  </a:cubicBezTo>
                  <a:cubicBezTo>
                    <a:pt x="61" y="33"/>
                    <a:pt x="106" y="21"/>
                    <a:pt x="151" y="9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4" name="Freeform 643">
              <a:extLst>
                <a:ext uri="{FF2B5EF4-FFF2-40B4-BE49-F238E27FC236}">
                  <a16:creationId xmlns:a16="http://schemas.microsoft.com/office/drawing/2014/main" id="{209C877B-37D1-4BE7-BE3F-5CFC63BA9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648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9 h 76"/>
                <a:gd name="T4" fmla="*/ 121 w 183"/>
                <a:gd name="T5" fmla="*/ 0 h 76"/>
                <a:gd name="T6" fmla="*/ 0 w 183"/>
                <a:gd name="T7" fmla="*/ 26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5" name="Freeform 644">
              <a:extLst>
                <a:ext uri="{FF2B5EF4-FFF2-40B4-BE49-F238E27FC236}">
                  <a16:creationId xmlns:a16="http://schemas.microsoft.com/office/drawing/2014/main" id="{2A5241A7-2D7D-47AF-A399-0724885A2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297"/>
              <a:ext cx="181" cy="77"/>
            </a:xfrm>
            <a:custGeom>
              <a:avLst/>
              <a:gdLst>
                <a:gd name="T0" fmla="*/ 0 w 212"/>
                <a:gd name="T1" fmla="*/ 20 h 89"/>
                <a:gd name="T2" fmla="*/ 45 w 212"/>
                <a:gd name="T3" fmla="*/ 58 h 89"/>
                <a:gd name="T4" fmla="*/ 104 w 212"/>
                <a:gd name="T5" fmla="*/ 43 h 89"/>
                <a:gd name="T6" fmla="*/ 132 w 212"/>
                <a:gd name="T7" fmla="*/ 36 h 89"/>
                <a:gd name="T8" fmla="*/ 87 w 212"/>
                <a:gd name="T9" fmla="*/ 0 h 89"/>
                <a:gd name="T10" fmla="*/ 0 w 212"/>
                <a:gd name="T11" fmla="*/ 2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89">
                  <a:moveTo>
                    <a:pt x="0" y="31"/>
                  </a:moveTo>
                  <a:cubicBezTo>
                    <a:pt x="73" y="89"/>
                    <a:pt x="73" y="89"/>
                    <a:pt x="73" y="89"/>
                  </a:cubicBezTo>
                  <a:cubicBezTo>
                    <a:pt x="168" y="67"/>
                    <a:pt x="168" y="67"/>
                    <a:pt x="168" y="67"/>
                  </a:cubicBezTo>
                  <a:cubicBezTo>
                    <a:pt x="183" y="63"/>
                    <a:pt x="197" y="60"/>
                    <a:pt x="212" y="56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6" name="Freeform 645">
              <a:extLst>
                <a:ext uri="{FF2B5EF4-FFF2-40B4-BE49-F238E27FC236}">
                  <a16:creationId xmlns:a16="http://schemas.microsoft.com/office/drawing/2014/main" id="{EC42C512-D257-4A32-BD03-0393D142A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34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48 h 76"/>
                <a:gd name="T4" fmla="*/ 121 w 183"/>
                <a:gd name="T5" fmla="*/ 0 h 76"/>
                <a:gd name="T6" fmla="*/ 0 w 183"/>
                <a:gd name="T7" fmla="*/ 26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48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7" name="Freeform 646">
              <a:extLst>
                <a:ext uri="{FF2B5EF4-FFF2-40B4-BE49-F238E27FC236}">
                  <a16:creationId xmlns:a16="http://schemas.microsoft.com/office/drawing/2014/main" id="{C111A831-3BBD-44E0-9754-43B233005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019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3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8" name="Freeform 647">
              <a:extLst>
                <a:ext uri="{FF2B5EF4-FFF2-40B4-BE49-F238E27FC236}">
                  <a16:creationId xmlns:a16="http://schemas.microsoft.com/office/drawing/2014/main" id="{395ABFE1-E66C-452F-9AC4-8B7706AC7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741"/>
              <a:ext cx="182" cy="75"/>
            </a:xfrm>
            <a:custGeom>
              <a:avLst/>
              <a:gdLst>
                <a:gd name="T0" fmla="*/ 62 w 182"/>
                <a:gd name="T1" fmla="*/ 75 h 75"/>
                <a:gd name="T2" fmla="*/ 182 w 182"/>
                <a:gd name="T3" fmla="*/ 49 h 75"/>
                <a:gd name="T4" fmla="*/ 121 w 182"/>
                <a:gd name="T5" fmla="*/ 0 h 75"/>
                <a:gd name="T6" fmla="*/ 0 w 182"/>
                <a:gd name="T7" fmla="*/ 27 h 75"/>
                <a:gd name="T8" fmla="*/ 62 w 182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62" y="75"/>
                  </a:moveTo>
                  <a:lnTo>
                    <a:pt x="182" y="49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2" y="75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9" name="Freeform 648">
              <a:extLst>
                <a:ext uri="{FF2B5EF4-FFF2-40B4-BE49-F238E27FC236}">
                  <a16:creationId xmlns:a16="http://schemas.microsoft.com/office/drawing/2014/main" id="{ACDC87F1-320D-43C8-B21E-D2C422CD3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0"/>
              <a:ext cx="12" cy="3"/>
            </a:xfrm>
            <a:custGeom>
              <a:avLst/>
              <a:gdLst>
                <a:gd name="T0" fmla="*/ 7 w 15"/>
                <a:gd name="T1" fmla="*/ 0 h 3"/>
                <a:gd name="T2" fmla="*/ 0 w 15"/>
                <a:gd name="T3" fmla="*/ 3 h 3"/>
                <a:gd name="T4" fmla="*/ 8 w 15"/>
                <a:gd name="T5" fmla="*/ 0 h 3"/>
                <a:gd name="T6" fmla="*/ 7 w 1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">
                  <a:moveTo>
                    <a:pt x="14" y="0"/>
                  </a:moveTo>
                  <a:cubicBezTo>
                    <a:pt x="10" y="1"/>
                    <a:pt x="5" y="2"/>
                    <a:pt x="0" y="3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0" name="Freeform 649">
              <a:extLst>
                <a:ext uri="{FF2B5EF4-FFF2-40B4-BE49-F238E27FC236}">
                  <a16:creationId xmlns:a16="http://schemas.microsoft.com/office/drawing/2014/main" id="{F83507F4-E85D-4273-BF35-FFD18D3E6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184"/>
              <a:ext cx="182" cy="76"/>
            </a:xfrm>
            <a:custGeom>
              <a:avLst/>
              <a:gdLst>
                <a:gd name="T0" fmla="*/ 182 w 182"/>
                <a:gd name="T1" fmla="*/ 49 h 76"/>
                <a:gd name="T2" fmla="*/ 121 w 182"/>
                <a:gd name="T3" fmla="*/ 0 h 76"/>
                <a:gd name="T4" fmla="*/ 0 w 182"/>
                <a:gd name="T5" fmla="*/ 26 h 76"/>
                <a:gd name="T6" fmla="*/ 62 w 182"/>
                <a:gd name="T7" fmla="*/ 76 h 76"/>
                <a:gd name="T8" fmla="*/ 182 w 182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82" y="49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62" y="76"/>
                  </a:lnTo>
                  <a:lnTo>
                    <a:pt x="182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1" name="Freeform 650">
              <a:extLst>
                <a:ext uri="{FF2B5EF4-FFF2-40B4-BE49-F238E27FC236}">
                  <a16:creationId xmlns:a16="http://schemas.microsoft.com/office/drawing/2014/main" id="{C395D6AF-9CEA-4607-8C6A-B5ADD3207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926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50 h 76"/>
                <a:gd name="T4" fmla="*/ 121 w 183"/>
                <a:gd name="T5" fmla="*/ 0 h 76"/>
                <a:gd name="T6" fmla="*/ 0 w 183"/>
                <a:gd name="T7" fmla="*/ 27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50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2" name="Freeform 651">
              <a:extLst>
                <a:ext uri="{FF2B5EF4-FFF2-40B4-BE49-F238E27FC236}">
                  <a16:creationId xmlns:a16="http://schemas.microsoft.com/office/drawing/2014/main" id="{EB4650A2-2AA0-478C-8888-576EC36C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370"/>
              <a:ext cx="183" cy="76"/>
            </a:xfrm>
            <a:custGeom>
              <a:avLst/>
              <a:gdLst>
                <a:gd name="T0" fmla="*/ 183 w 183"/>
                <a:gd name="T1" fmla="*/ 48 h 76"/>
                <a:gd name="T2" fmla="*/ 120 w 183"/>
                <a:gd name="T3" fmla="*/ 0 h 76"/>
                <a:gd name="T4" fmla="*/ 0 w 183"/>
                <a:gd name="T5" fmla="*/ 26 h 76"/>
                <a:gd name="T6" fmla="*/ 62 w 183"/>
                <a:gd name="T7" fmla="*/ 76 h 76"/>
                <a:gd name="T8" fmla="*/ 183 w 183"/>
                <a:gd name="T9" fmla="*/ 4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8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62" y="76"/>
                  </a:lnTo>
                  <a:lnTo>
                    <a:pt x="183" y="4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3" name="Freeform 652">
              <a:extLst>
                <a:ext uri="{FF2B5EF4-FFF2-40B4-BE49-F238E27FC236}">
                  <a16:creationId xmlns:a16="http://schemas.microsoft.com/office/drawing/2014/main" id="{DFE832C2-A5C2-41F9-9FAB-1F6540F4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555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9 h 76"/>
                <a:gd name="T4" fmla="*/ 120 w 183"/>
                <a:gd name="T5" fmla="*/ 0 h 76"/>
                <a:gd name="T6" fmla="*/ 0 w 183"/>
                <a:gd name="T7" fmla="*/ 27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4" name="Freeform 653">
              <a:extLst>
                <a:ext uri="{FF2B5EF4-FFF2-40B4-BE49-F238E27FC236}">
                  <a16:creationId xmlns:a16="http://schemas.microsoft.com/office/drawing/2014/main" id="{B6BD1019-0F40-4D7A-88B1-3C60A7290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112"/>
              <a:ext cx="183" cy="76"/>
            </a:xfrm>
            <a:custGeom>
              <a:avLst/>
              <a:gdLst>
                <a:gd name="T0" fmla="*/ 0 w 183"/>
                <a:gd name="T1" fmla="*/ 26 h 76"/>
                <a:gd name="T2" fmla="*/ 63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6"/>
                  </a:move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5" name="Freeform 654">
              <a:extLst>
                <a:ext uri="{FF2B5EF4-FFF2-40B4-BE49-F238E27FC236}">
                  <a16:creationId xmlns:a16="http://schemas.microsoft.com/office/drawing/2014/main" id="{28ADF925-732A-4386-8FEC-4DB26164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462"/>
              <a:ext cx="182" cy="76"/>
            </a:xfrm>
            <a:custGeom>
              <a:avLst/>
              <a:gdLst>
                <a:gd name="T0" fmla="*/ 182 w 182"/>
                <a:gd name="T1" fmla="*/ 50 h 76"/>
                <a:gd name="T2" fmla="*/ 120 w 182"/>
                <a:gd name="T3" fmla="*/ 0 h 76"/>
                <a:gd name="T4" fmla="*/ 0 w 182"/>
                <a:gd name="T5" fmla="*/ 27 h 76"/>
                <a:gd name="T6" fmla="*/ 61 w 182"/>
                <a:gd name="T7" fmla="*/ 76 h 76"/>
                <a:gd name="T8" fmla="*/ 182 w 182"/>
                <a:gd name="T9" fmla="*/ 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82" y="50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1" y="76"/>
                  </a:lnTo>
                  <a:lnTo>
                    <a:pt x="182" y="5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6" name="Freeform 655">
              <a:extLst>
                <a:ext uri="{FF2B5EF4-FFF2-40B4-BE49-F238E27FC236}">
                  <a16:creationId xmlns:a16="http://schemas.microsoft.com/office/drawing/2014/main" id="{3BE2DF19-E279-4BB5-B6CA-9363CF324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204"/>
              <a:ext cx="182" cy="76"/>
            </a:xfrm>
            <a:custGeom>
              <a:avLst/>
              <a:gdLst>
                <a:gd name="T0" fmla="*/ 0 w 182"/>
                <a:gd name="T1" fmla="*/ 28 h 76"/>
                <a:gd name="T2" fmla="*/ 62 w 182"/>
                <a:gd name="T3" fmla="*/ 76 h 76"/>
                <a:gd name="T4" fmla="*/ 182 w 182"/>
                <a:gd name="T5" fmla="*/ 50 h 76"/>
                <a:gd name="T6" fmla="*/ 121 w 182"/>
                <a:gd name="T7" fmla="*/ 0 h 76"/>
                <a:gd name="T8" fmla="*/ 0 w 182"/>
                <a:gd name="T9" fmla="*/ 2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8"/>
                  </a:moveTo>
                  <a:lnTo>
                    <a:pt x="62" y="76"/>
                  </a:lnTo>
                  <a:lnTo>
                    <a:pt x="182" y="50"/>
                  </a:lnTo>
                  <a:lnTo>
                    <a:pt x="121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7" name="Freeform 656">
              <a:extLst>
                <a:ext uri="{FF2B5EF4-FFF2-40B4-BE49-F238E27FC236}">
                  <a16:creationId xmlns:a16="http://schemas.microsoft.com/office/drawing/2014/main" id="{5D329973-8482-4DEA-978E-677BF4566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277"/>
              <a:ext cx="182" cy="75"/>
            </a:xfrm>
            <a:custGeom>
              <a:avLst/>
              <a:gdLst>
                <a:gd name="T0" fmla="*/ 182 w 182"/>
                <a:gd name="T1" fmla="*/ 49 h 75"/>
                <a:gd name="T2" fmla="*/ 120 w 182"/>
                <a:gd name="T3" fmla="*/ 0 h 75"/>
                <a:gd name="T4" fmla="*/ 0 w 182"/>
                <a:gd name="T5" fmla="*/ 27 h 75"/>
                <a:gd name="T6" fmla="*/ 62 w 182"/>
                <a:gd name="T7" fmla="*/ 75 h 75"/>
                <a:gd name="T8" fmla="*/ 182 w 182"/>
                <a:gd name="T9" fmla="*/ 4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182" y="49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62" y="75"/>
                  </a:lnTo>
                  <a:lnTo>
                    <a:pt x="182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8" name="Freeform 657">
              <a:extLst>
                <a:ext uri="{FF2B5EF4-FFF2-40B4-BE49-F238E27FC236}">
                  <a16:creationId xmlns:a16="http://schemas.microsoft.com/office/drawing/2014/main" id="{068EA573-0C8E-4286-9C0C-F87A83A6B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140"/>
              <a:ext cx="174" cy="70"/>
            </a:xfrm>
            <a:custGeom>
              <a:avLst/>
              <a:gdLst>
                <a:gd name="T0" fmla="*/ 128 w 203"/>
                <a:gd name="T1" fmla="*/ 32 h 82"/>
                <a:gd name="T2" fmla="*/ 87 w 203"/>
                <a:gd name="T3" fmla="*/ 0 h 82"/>
                <a:gd name="T4" fmla="*/ 77 w 203"/>
                <a:gd name="T5" fmla="*/ 3 h 82"/>
                <a:gd name="T6" fmla="*/ 0 w 203"/>
                <a:gd name="T7" fmla="*/ 21 h 82"/>
                <a:gd name="T8" fmla="*/ 39 w 203"/>
                <a:gd name="T9" fmla="*/ 51 h 82"/>
                <a:gd name="T10" fmla="*/ 128 w 203"/>
                <a:gd name="T11" fmla="*/ 3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82">
                  <a:moveTo>
                    <a:pt x="203" y="51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23" y="3"/>
                    <a:pt x="123" y="3"/>
                    <a:pt x="123" y="3"/>
                  </a:cubicBezTo>
                  <a:cubicBezTo>
                    <a:pt x="82" y="14"/>
                    <a:pt x="41" y="24"/>
                    <a:pt x="0" y="34"/>
                  </a:cubicBezTo>
                  <a:cubicBezTo>
                    <a:pt x="62" y="82"/>
                    <a:pt x="62" y="82"/>
                    <a:pt x="62" y="82"/>
                  </a:cubicBezTo>
                  <a:lnTo>
                    <a:pt x="203" y="5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9" name="Freeform 658">
              <a:extLst>
                <a:ext uri="{FF2B5EF4-FFF2-40B4-BE49-F238E27FC236}">
                  <a16:creationId xmlns:a16="http://schemas.microsoft.com/office/drawing/2014/main" id="{53DFC242-80FF-4A9D-BE4E-60103E0E6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233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0 w 176"/>
                <a:gd name="T3" fmla="*/ 0 h 71"/>
                <a:gd name="T4" fmla="*/ 0 w 176"/>
                <a:gd name="T5" fmla="*/ 27 h 71"/>
                <a:gd name="T6" fmla="*/ 56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56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0" name="Freeform 659">
              <a:extLst>
                <a:ext uri="{FF2B5EF4-FFF2-40B4-BE49-F238E27FC236}">
                  <a16:creationId xmlns:a16="http://schemas.microsoft.com/office/drawing/2014/main" id="{6BE8954D-D27E-4F28-98A7-11ED95F73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326"/>
              <a:ext cx="175" cy="70"/>
            </a:xfrm>
            <a:custGeom>
              <a:avLst/>
              <a:gdLst>
                <a:gd name="T0" fmla="*/ 175 w 175"/>
                <a:gd name="T1" fmla="*/ 44 h 70"/>
                <a:gd name="T2" fmla="*/ 120 w 175"/>
                <a:gd name="T3" fmla="*/ 0 h 70"/>
                <a:gd name="T4" fmla="*/ 0 w 175"/>
                <a:gd name="T5" fmla="*/ 26 h 70"/>
                <a:gd name="T6" fmla="*/ 55 w 175"/>
                <a:gd name="T7" fmla="*/ 70 h 70"/>
                <a:gd name="T8" fmla="*/ 175 w 175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175" y="44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lnTo>
                    <a:pt x="175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1" name="Freeform 660">
              <a:extLst>
                <a:ext uri="{FF2B5EF4-FFF2-40B4-BE49-F238E27FC236}">
                  <a16:creationId xmlns:a16="http://schemas.microsoft.com/office/drawing/2014/main" id="{02AD2EA0-74BF-4995-B381-3A0CFCEE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18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1 w 176"/>
                <a:gd name="T3" fmla="*/ 0 h 71"/>
                <a:gd name="T4" fmla="*/ 0 w 176"/>
                <a:gd name="T5" fmla="*/ 28 h 71"/>
                <a:gd name="T6" fmla="*/ 56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1" y="0"/>
                  </a:lnTo>
                  <a:lnTo>
                    <a:pt x="0" y="28"/>
                  </a:lnTo>
                  <a:lnTo>
                    <a:pt x="56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2" name="Freeform 661">
              <a:extLst>
                <a:ext uri="{FF2B5EF4-FFF2-40B4-BE49-F238E27FC236}">
                  <a16:creationId xmlns:a16="http://schemas.microsoft.com/office/drawing/2014/main" id="{78FD23C3-5948-4F09-A1BD-8511E1725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512"/>
              <a:ext cx="176" cy="70"/>
            </a:xfrm>
            <a:custGeom>
              <a:avLst/>
              <a:gdLst>
                <a:gd name="T0" fmla="*/ 56 w 176"/>
                <a:gd name="T1" fmla="*/ 70 h 70"/>
                <a:gd name="T2" fmla="*/ 176 w 176"/>
                <a:gd name="T3" fmla="*/ 43 h 70"/>
                <a:gd name="T4" fmla="*/ 121 w 176"/>
                <a:gd name="T5" fmla="*/ 0 h 70"/>
                <a:gd name="T6" fmla="*/ 0 w 176"/>
                <a:gd name="T7" fmla="*/ 26 h 70"/>
                <a:gd name="T8" fmla="*/ 56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6" y="70"/>
                  </a:moveTo>
                  <a:lnTo>
                    <a:pt x="176" y="43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3" name="Freeform 662">
              <a:extLst>
                <a:ext uri="{FF2B5EF4-FFF2-40B4-BE49-F238E27FC236}">
                  <a16:creationId xmlns:a16="http://schemas.microsoft.com/office/drawing/2014/main" id="{F202EF40-9FB6-4916-A45D-1BE1475A5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604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4 h 70"/>
                <a:gd name="T4" fmla="*/ 121 w 176"/>
                <a:gd name="T5" fmla="*/ 0 h 70"/>
                <a:gd name="T6" fmla="*/ 0 w 176"/>
                <a:gd name="T7" fmla="*/ 27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4" name="Freeform 663">
              <a:extLst>
                <a:ext uri="{FF2B5EF4-FFF2-40B4-BE49-F238E27FC236}">
                  <a16:creationId xmlns:a16="http://schemas.microsoft.com/office/drawing/2014/main" id="{3A4C737F-7AF0-4D78-9A82-22D495B2B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697"/>
              <a:ext cx="177" cy="71"/>
            </a:xfrm>
            <a:custGeom>
              <a:avLst/>
              <a:gdLst>
                <a:gd name="T0" fmla="*/ 56 w 177"/>
                <a:gd name="T1" fmla="*/ 71 h 71"/>
                <a:gd name="T2" fmla="*/ 177 w 177"/>
                <a:gd name="T3" fmla="*/ 44 h 71"/>
                <a:gd name="T4" fmla="*/ 121 w 177"/>
                <a:gd name="T5" fmla="*/ 0 h 71"/>
                <a:gd name="T6" fmla="*/ 0 w 177"/>
                <a:gd name="T7" fmla="*/ 27 h 71"/>
                <a:gd name="T8" fmla="*/ 56 w 17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1">
                  <a:moveTo>
                    <a:pt x="56" y="71"/>
                  </a:moveTo>
                  <a:lnTo>
                    <a:pt x="177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5" name="Freeform 664">
              <a:extLst>
                <a:ext uri="{FF2B5EF4-FFF2-40B4-BE49-F238E27FC236}">
                  <a16:creationId xmlns:a16="http://schemas.microsoft.com/office/drawing/2014/main" id="{128F9397-6A51-49CC-BA1D-4DBC87C2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790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4 h 70"/>
                <a:gd name="T4" fmla="*/ 120 w 176"/>
                <a:gd name="T5" fmla="*/ 0 h 70"/>
                <a:gd name="T6" fmla="*/ 0 w 176"/>
                <a:gd name="T7" fmla="*/ 26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4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6" name="Freeform 665">
              <a:extLst>
                <a:ext uri="{FF2B5EF4-FFF2-40B4-BE49-F238E27FC236}">
                  <a16:creationId xmlns:a16="http://schemas.microsoft.com/office/drawing/2014/main" id="{EEDFCA24-BAB0-48D8-BF50-4765202D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882"/>
              <a:ext cx="175" cy="71"/>
            </a:xfrm>
            <a:custGeom>
              <a:avLst/>
              <a:gdLst>
                <a:gd name="T0" fmla="*/ 54 w 175"/>
                <a:gd name="T1" fmla="*/ 71 h 71"/>
                <a:gd name="T2" fmla="*/ 175 w 175"/>
                <a:gd name="T3" fmla="*/ 44 h 71"/>
                <a:gd name="T4" fmla="*/ 120 w 175"/>
                <a:gd name="T5" fmla="*/ 0 h 71"/>
                <a:gd name="T6" fmla="*/ 0 w 175"/>
                <a:gd name="T7" fmla="*/ 28 h 71"/>
                <a:gd name="T8" fmla="*/ 54 w 17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54" y="71"/>
                  </a:moveTo>
                  <a:lnTo>
                    <a:pt x="175" y="44"/>
                  </a:lnTo>
                  <a:lnTo>
                    <a:pt x="120" y="0"/>
                  </a:lnTo>
                  <a:lnTo>
                    <a:pt x="0" y="28"/>
                  </a:lnTo>
                  <a:lnTo>
                    <a:pt x="54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7" name="Freeform 666">
              <a:extLst>
                <a:ext uri="{FF2B5EF4-FFF2-40B4-BE49-F238E27FC236}">
                  <a16:creationId xmlns:a16="http://schemas.microsoft.com/office/drawing/2014/main" id="{3ED19484-E592-4E4C-88C4-9BA9A0117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976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3 h 70"/>
                <a:gd name="T4" fmla="*/ 120 w 176"/>
                <a:gd name="T5" fmla="*/ 0 h 70"/>
                <a:gd name="T6" fmla="*/ 0 w 176"/>
                <a:gd name="T7" fmla="*/ 26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3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8" name="Freeform 667">
              <a:extLst>
                <a:ext uri="{FF2B5EF4-FFF2-40B4-BE49-F238E27FC236}">
                  <a16:creationId xmlns:a16="http://schemas.microsoft.com/office/drawing/2014/main" id="{DB530A87-2858-4CE3-A76E-9BD530A57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068"/>
              <a:ext cx="175" cy="70"/>
            </a:xfrm>
            <a:custGeom>
              <a:avLst/>
              <a:gdLst>
                <a:gd name="T0" fmla="*/ 0 w 175"/>
                <a:gd name="T1" fmla="*/ 27 h 70"/>
                <a:gd name="T2" fmla="*/ 54 w 175"/>
                <a:gd name="T3" fmla="*/ 70 h 70"/>
                <a:gd name="T4" fmla="*/ 175 w 175"/>
                <a:gd name="T5" fmla="*/ 44 h 70"/>
                <a:gd name="T6" fmla="*/ 120 w 175"/>
                <a:gd name="T7" fmla="*/ 0 h 70"/>
                <a:gd name="T8" fmla="*/ 0 w 175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0" y="27"/>
                  </a:moveTo>
                  <a:lnTo>
                    <a:pt x="54" y="70"/>
                  </a:lnTo>
                  <a:lnTo>
                    <a:pt x="175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9" name="Freeform 668">
              <a:extLst>
                <a:ext uri="{FF2B5EF4-FFF2-40B4-BE49-F238E27FC236}">
                  <a16:creationId xmlns:a16="http://schemas.microsoft.com/office/drawing/2014/main" id="{0FA5ECFE-FB90-4621-8347-605E07F1B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161"/>
              <a:ext cx="176" cy="71"/>
            </a:xfrm>
            <a:custGeom>
              <a:avLst/>
              <a:gdLst>
                <a:gd name="T0" fmla="*/ 0 w 176"/>
                <a:gd name="T1" fmla="*/ 27 h 71"/>
                <a:gd name="T2" fmla="*/ 55 w 176"/>
                <a:gd name="T3" fmla="*/ 71 h 71"/>
                <a:gd name="T4" fmla="*/ 176 w 176"/>
                <a:gd name="T5" fmla="*/ 43 h 71"/>
                <a:gd name="T6" fmla="*/ 120 w 176"/>
                <a:gd name="T7" fmla="*/ 0 h 71"/>
                <a:gd name="T8" fmla="*/ 0 w 176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7"/>
                  </a:moveTo>
                  <a:lnTo>
                    <a:pt x="55" y="71"/>
                  </a:lnTo>
                  <a:lnTo>
                    <a:pt x="176" y="43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0" name="Freeform 669">
              <a:extLst>
                <a:ext uri="{FF2B5EF4-FFF2-40B4-BE49-F238E27FC236}">
                  <a16:creationId xmlns:a16="http://schemas.microsoft.com/office/drawing/2014/main" id="{CC79943A-621A-433B-B9D5-C0DDAE85F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254"/>
              <a:ext cx="176" cy="70"/>
            </a:xfrm>
            <a:custGeom>
              <a:avLst/>
              <a:gdLst>
                <a:gd name="T0" fmla="*/ 0 w 176"/>
                <a:gd name="T1" fmla="*/ 26 h 70"/>
                <a:gd name="T2" fmla="*/ 56 w 176"/>
                <a:gd name="T3" fmla="*/ 70 h 70"/>
                <a:gd name="T4" fmla="*/ 176 w 176"/>
                <a:gd name="T5" fmla="*/ 43 h 70"/>
                <a:gd name="T6" fmla="*/ 120 w 176"/>
                <a:gd name="T7" fmla="*/ 0 h 70"/>
                <a:gd name="T8" fmla="*/ 0 w 176"/>
                <a:gd name="T9" fmla="*/ 2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0" y="26"/>
                  </a:moveTo>
                  <a:lnTo>
                    <a:pt x="56" y="70"/>
                  </a:lnTo>
                  <a:lnTo>
                    <a:pt x="176" y="43"/>
                  </a:lnTo>
                  <a:lnTo>
                    <a:pt x="12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1" name="Freeform 670">
              <a:extLst>
                <a:ext uri="{FF2B5EF4-FFF2-40B4-BE49-F238E27FC236}">
                  <a16:creationId xmlns:a16="http://schemas.microsoft.com/office/drawing/2014/main" id="{AD9AC0EF-D629-4CB9-86E1-F289640F4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355"/>
              <a:ext cx="81" cy="21"/>
            </a:xfrm>
            <a:custGeom>
              <a:avLst/>
              <a:gdLst>
                <a:gd name="T0" fmla="*/ 3 w 95"/>
                <a:gd name="T1" fmla="*/ 15 h 25"/>
                <a:gd name="T2" fmla="*/ 59 w 95"/>
                <a:gd name="T3" fmla="*/ 0 h 25"/>
                <a:gd name="T4" fmla="*/ 0 w 95"/>
                <a:gd name="T5" fmla="*/ 13 h 25"/>
                <a:gd name="T6" fmla="*/ 3 w 95"/>
                <a:gd name="T7" fmla="*/ 1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5">
                  <a:moveTo>
                    <a:pt x="4" y="25"/>
                  </a:moveTo>
                  <a:cubicBezTo>
                    <a:pt x="34" y="17"/>
                    <a:pt x="65" y="8"/>
                    <a:pt x="95" y="0"/>
                  </a:cubicBezTo>
                  <a:cubicBezTo>
                    <a:pt x="0" y="22"/>
                    <a:pt x="0" y="22"/>
                    <a:pt x="0" y="22"/>
                  </a:cubicBezTo>
                  <a:lnTo>
                    <a:pt x="4" y="25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2" name="Freeform 671">
              <a:extLst>
                <a:ext uri="{FF2B5EF4-FFF2-40B4-BE49-F238E27FC236}">
                  <a16:creationId xmlns:a16="http://schemas.microsoft.com/office/drawing/2014/main" id="{64E6A877-4E05-419E-B9BF-F9725A90F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127"/>
              <a:ext cx="182" cy="76"/>
            </a:xfrm>
            <a:custGeom>
              <a:avLst/>
              <a:gdLst>
                <a:gd name="T0" fmla="*/ 121 w 182"/>
                <a:gd name="T1" fmla="*/ 0 h 76"/>
                <a:gd name="T2" fmla="*/ 0 w 182"/>
                <a:gd name="T3" fmla="*/ 27 h 76"/>
                <a:gd name="T4" fmla="*/ 62 w 182"/>
                <a:gd name="T5" fmla="*/ 76 h 76"/>
                <a:gd name="T6" fmla="*/ 182 w 182"/>
                <a:gd name="T7" fmla="*/ 49 h 76"/>
                <a:gd name="T8" fmla="*/ 121 w 1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121" y="0"/>
                  </a:moveTo>
                  <a:lnTo>
                    <a:pt x="0" y="27"/>
                  </a:lnTo>
                  <a:lnTo>
                    <a:pt x="62" y="76"/>
                  </a:lnTo>
                  <a:lnTo>
                    <a:pt x="182" y="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3" name="Freeform 672">
              <a:extLst>
                <a:ext uri="{FF2B5EF4-FFF2-40B4-BE49-F238E27FC236}">
                  <a16:creationId xmlns:a16="http://schemas.microsoft.com/office/drawing/2014/main" id="{79FE7687-791B-4E5B-923F-371A159E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075"/>
              <a:ext cx="126" cy="35"/>
            </a:xfrm>
            <a:custGeom>
              <a:avLst/>
              <a:gdLst>
                <a:gd name="T0" fmla="*/ 93 w 147"/>
                <a:gd name="T1" fmla="*/ 7 h 41"/>
                <a:gd name="T2" fmla="*/ 85 w 147"/>
                <a:gd name="T3" fmla="*/ 0 h 41"/>
                <a:gd name="T4" fmla="*/ 0 w 147"/>
                <a:gd name="T5" fmla="*/ 22 h 41"/>
                <a:gd name="T6" fmla="*/ 3 w 147"/>
                <a:gd name="T7" fmla="*/ 26 h 41"/>
                <a:gd name="T8" fmla="*/ 93 w 147"/>
                <a:gd name="T9" fmla="*/ 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41">
                  <a:moveTo>
                    <a:pt x="147" y="10"/>
                  </a:moveTo>
                  <a:cubicBezTo>
                    <a:pt x="135" y="0"/>
                    <a:pt x="135" y="0"/>
                    <a:pt x="135" y="0"/>
                  </a:cubicBezTo>
                  <a:cubicBezTo>
                    <a:pt x="91" y="12"/>
                    <a:pt x="46" y="24"/>
                    <a:pt x="0" y="36"/>
                  </a:cubicBezTo>
                  <a:cubicBezTo>
                    <a:pt x="6" y="41"/>
                    <a:pt x="6" y="41"/>
                    <a:pt x="6" y="41"/>
                  </a:cubicBezTo>
                  <a:lnTo>
                    <a:pt x="147" y="10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4" name="Freeform 673">
              <a:extLst>
                <a:ext uri="{FF2B5EF4-FFF2-40B4-BE49-F238E27FC236}">
                  <a16:creationId xmlns:a16="http://schemas.microsoft.com/office/drawing/2014/main" id="{66F72FEF-831B-41CA-BE84-7C5E54BF2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405"/>
              <a:ext cx="183" cy="77"/>
            </a:xfrm>
            <a:custGeom>
              <a:avLst/>
              <a:gdLst>
                <a:gd name="T0" fmla="*/ 62 w 183"/>
                <a:gd name="T1" fmla="*/ 77 h 77"/>
                <a:gd name="T2" fmla="*/ 183 w 183"/>
                <a:gd name="T3" fmla="*/ 49 h 77"/>
                <a:gd name="T4" fmla="*/ 121 w 183"/>
                <a:gd name="T5" fmla="*/ 0 h 77"/>
                <a:gd name="T6" fmla="*/ 0 w 183"/>
                <a:gd name="T7" fmla="*/ 27 h 77"/>
                <a:gd name="T8" fmla="*/ 62 w 183"/>
                <a:gd name="T9" fmla="*/ 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62" y="77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2" y="7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5" name="Freeform 674">
              <a:extLst>
                <a:ext uri="{FF2B5EF4-FFF2-40B4-BE49-F238E27FC236}">
                  <a16:creationId xmlns:a16="http://schemas.microsoft.com/office/drawing/2014/main" id="{BF076858-1458-412D-9383-2DBAF509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241"/>
              <a:ext cx="170" cy="69"/>
            </a:xfrm>
            <a:custGeom>
              <a:avLst/>
              <a:gdLst>
                <a:gd name="T0" fmla="*/ 0 w 199"/>
                <a:gd name="T1" fmla="*/ 19 h 81"/>
                <a:gd name="T2" fmla="*/ 40 w 199"/>
                <a:gd name="T3" fmla="*/ 50 h 81"/>
                <a:gd name="T4" fmla="*/ 124 w 199"/>
                <a:gd name="T5" fmla="*/ 27 h 81"/>
                <a:gd name="T6" fmla="*/ 88 w 199"/>
                <a:gd name="T7" fmla="*/ 0 h 81"/>
                <a:gd name="T8" fmla="*/ 0 w 199"/>
                <a:gd name="T9" fmla="*/ 1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81">
                  <a:moveTo>
                    <a:pt x="0" y="31"/>
                  </a:moveTo>
                  <a:cubicBezTo>
                    <a:pt x="64" y="81"/>
                    <a:pt x="64" y="81"/>
                    <a:pt x="64" y="81"/>
                  </a:cubicBezTo>
                  <a:cubicBezTo>
                    <a:pt x="110" y="69"/>
                    <a:pt x="155" y="57"/>
                    <a:pt x="199" y="45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6" name="Freeform 675">
              <a:extLst>
                <a:ext uri="{FF2B5EF4-FFF2-40B4-BE49-F238E27FC236}">
                  <a16:creationId xmlns:a16="http://schemas.microsoft.com/office/drawing/2014/main" id="{3C74689E-AFF7-4EAD-8224-596DC1E2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055"/>
              <a:ext cx="183" cy="76"/>
            </a:xfrm>
            <a:custGeom>
              <a:avLst/>
              <a:gdLst>
                <a:gd name="T0" fmla="*/ 0 w 183"/>
                <a:gd name="T1" fmla="*/ 27 h 76"/>
                <a:gd name="T2" fmla="*/ 63 w 183"/>
                <a:gd name="T3" fmla="*/ 76 h 76"/>
                <a:gd name="T4" fmla="*/ 183 w 183"/>
                <a:gd name="T5" fmla="*/ 49 h 76"/>
                <a:gd name="T6" fmla="*/ 121 w 183"/>
                <a:gd name="T7" fmla="*/ 0 h 76"/>
                <a:gd name="T8" fmla="*/ 0 w 183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0" y="27"/>
                  </a:moveTo>
                  <a:lnTo>
                    <a:pt x="63" y="76"/>
                  </a:ln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7" name="Freeform 676">
              <a:extLst>
                <a:ext uri="{FF2B5EF4-FFF2-40B4-BE49-F238E27FC236}">
                  <a16:creationId xmlns:a16="http://schemas.microsoft.com/office/drawing/2014/main" id="{39D1529E-7647-4605-ABA2-BB3879D50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499"/>
              <a:ext cx="183" cy="75"/>
            </a:xfrm>
            <a:custGeom>
              <a:avLst/>
              <a:gdLst>
                <a:gd name="T0" fmla="*/ 62 w 183"/>
                <a:gd name="T1" fmla="*/ 75 h 75"/>
                <a:gd name="T2" fmla="*/ 183 w 183"/>
                <a:gd name="T3" fmla="*/ 49 h 75"/>
                <a:gd name="T4" fmla="*/ 120 w 183"/>
                <a:gd name="T5" fmla="*/ 0 h 75"/>
                <a:gd name="T6" fmla="*/ 0 w 183"/>
                <a:gd name="T7" fmla="*/ 26 h 75"/>
                <a:gd name="T8" fmla="*/ 62 w 183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62" y="75"/>
                  </a:moveTo>
                  <a:lnTo>
                    <a:pt x="183" y="49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62" y="75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8" name="Freeform 677">
              <a:extLst>
                <a:ext uri="{FF2B5EF4-FFF2-40B4-BE49-F238E27FC236}">
                  <a16:creationId xmlns:a16="http://schemas.microsoft.com/office/drawing/2014/main" id="{F3C68FB6-4278-4440-849A-D6274BDE2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220"/>
              <a:ext cx="183" cy="76"/>
            </a:xfrm>
            <a:custGeom>
              <a:avLst/>
              <a:gdLst>
                <a:gd name="T0" fmla="*/ 183 w 183"/>
                <a:gd name="T1" fmla="*/ 49 h 76"/>
                <a:gd name="T2" fmla="*/ 121 w 183"/>
                <a:gd name="T3" fmla="*/ 0 h 76"/>
                <a:gd name="T4" fmla="*/ 0 w 183"/>
                <a:gd name="T5" fmla="*/ 27 h 76"/>
                <a:gd name="T6" fmla="*/ 63 w 183"/>
                <a:gd name="T7" fmla="*/ 76 h 76"/>
                <a:gd name="T8" fmla="*/ 183 w 183"/>
                <a:gd name="T9" fmla="*/ 4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183" y="49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9" name="Freeform 678">
              <a:extLst>
                <a:ext uri="{FF2B5EF4-FFF2-40B4-BE49-F238E27FC236}">
                  <a16:creationId xmlns:a16="http://schemas.microsoft.com/office/drawing/2014/main" id="{A90FA9F2-2E0E-464A-8CE0-608D187CC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148"/>
              <a:ext cx="182" cy="76"/>
            </a:xfrm>
            <a:custGeom>
              <a:avLst/>
              <a:gdLst>
                <a:gd name="T0" fmla="*/ 0 w 182"/>
                <a:gd name="T1" fmla="*/ 27 h 76"/>
                <a:gd name="T2" fmla="*/ 62 w 182"/>
                <a:gd name="T3" fmla="*/ 76 h 76"/>
                <a:gd name="T4" fmla="*/ 182 w 182"/>
                <a:gd name="T5" fmla="*/ 49 h 76"/>
                <a:gd name="T6" fmla="*/ 121 w 182"/>
                <a:gd name="T7" fmla="*/ 0 h 76"/>
                <a:gd name="T8" fmla="*/ 0 w 182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7"/>
                  </a:moveTo>
                  <a:lnTo>
                    <a:pt x="62" y="76"/>
                  </a:lnTo>
                  <a:lnTo>
                    <a:pt x="182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0" name="Freeform 679">
              <a:extLst>
                <a:ext uri="{FF2B5EF4-FFF2-40B4-BE49-F238E27FC236}">
                  <a16:creationId xmlns:a16="http://schemas.microsoft.com/office/drawing/2014/main" id="{E31D0A4A-255C-4D70-A88E-14DF2107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313"/>
              <a:ext cx="183" cy="75"/>
            </a:xfrm>
            <a:custGeom>
              <a:avLst/>
              <a:gdLst>
                <a:gd name="T0" fmla="*/ 183 w 183"/>
                <a:gd name="T1" fmla="*/ 49 h 75"/>
                <a:gd name="T2" fmla="*/ 121 w 183"/>
                <a:gd name="T3" fmla="*/ 0 h 75"/>
                <a:gd name="T4" fmla="*/ 0 w 183"/>
                <a:gd name="T5" fmla="*/ 27 h 75"/>
                <a:gd name="T6" fmla="*/ 63 w 183"/>
                <a:gd name="T7" fmla="*/ 75 h 75"/>
                <a:gd name="T8" fmla="*/ 183 w 183"/>
                <a:gd name="T9" fmla="*/ 4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183" y="49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63" y="75"/>
                  </a:lnTo>
                  <a:lnTo>
                    <a:pt x="183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1" name="Freeform 680">
              <a:extLst>
                <a:ext uri="{FF2B5EF4-FFF2-40B4-BE49-F238E27FC236}">
                  <a16:creationId xmlns:a16="http://schemas.microsoft.com/office/drawing/2014/main" id="{B80E780C-ED9C-442F-9BFA-CC73AE9FD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869"/>
              <a:ext cx="182" cy="77"/>
            </a:xfrm>
            <a:custGeom>
              <a:avLst/>
              <a:gdLst>
                <a:gd name="T0" fmla="*/ 61 w 182"/>
                <a:gd name="T1" fmla="*/ 77 h 77"/>
                <a:gd name="T2" fmla="*/ 182 w 182"/>
                <a:gd name="T3" fmla="*/ 49 h 77"/>
                <a:gd name="T4" fmla="*/ 120 w 182"/>
                <a:gd name="T5" fmla="*/ 0 h 77"/>
                <a:gd name="T6" fmla="*/ 0 w 182"/>
                <a:gd name="T7" fmla="*/ 27 h 77"/>
                <a:gd name="T8" fmla="*/ 61 w 182"/>
                <a:gd name="T9" fmla="*/ 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7">
                  <a:moveTo>
                    <a:pt x="61" y="77"/>
                  </a:moveTo>
                  <a:lnTo>
                    <a:pt x="182" y="49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61" y="7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2" name="Freeform 681">
              <a:extLst>
                <a:ext uri="{FF2B5EF4-FFF2-40B4-BE49-F238E27FC236}">
                  <a16:creationId xmlns:a16="http://schemas.microsoft.com/office/drawing/2014/main" id="{C8520495-AA3A-4FC8-B9CD-B7E5B94C5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777"/>
              <a:ext cx="183" cy="75"/>
            </a:xfrm>
            <a:custGeom>
              <a:avLst/>
              <a:gdLst>
                <a:gd name="T0" fmla="*/ 62 w 183"/>
                <a:gd name="T1" fmla="*/ 75 h 75"/>
                <a:gd name="T2" fmla="*/ 183 w 183"/>
                <a:gd name="T3" fmla="*/ 49 h 75"/>
                <a:gd name="T4" fmla="*/ 120 w 183"/>
                <a:gd name="T5" fmla="*/ 0 h 75"/>
                <a:gd name="T6" fmla="*/ 0 w 183"/>
                <a:gd name="T7" fmla="*/ 27 h 75"/>
                <a:gd name="T8" fmla="*/ 62 w 183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62" y="75"/>
                  </a:move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62" y="75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3" name="Freeform 682">
              <a:extLst>
                <a:ext uri="{FF2B5EF4-FFF2-40B4-BE49-F238E27FC236}">
                  <a16:creationId xmlns:a16="http://schemas.microsoft.com/office/drawing/2014/main" id="{DD511FBA-AC0E-4A95-B52A-937B35970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1591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9 h 76"/>
                <a:gd name="T4" fmla="*/ 120 w 183"/>
                <a:gd name="T5" fmla="*/ 0 h 76"/>
                <a:gd name="T6" fmla="*/ 0 w 183"/>
                <a:gd name="T7" fmla="*/ 27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4" name="Freeform 683">
              <a:extLst>
                <a:ext uri="{FF2B5EF4-FFF2-40B4-BE49-F238E27FC236}">
                  <a16:creationId xmlns:a16="http://schemas.microsoft.com/office/drawing/2014/main" id="{46DDD7DC-2CE9-4957-8B9B-B768E25C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962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50 h 76"/>
                <a:gd name="T4" fmla="*/ 121 w 183"/>
                <a:gd name="T5" fmla="*/ 0 h 76"/>
                <a:gd name="T6" fmla="*/ 0 w 183"/>
                <a:gd name="T7" fmla="*/ 27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50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5" name="Freeform 684">
              <a:extLst>
                <a:ext uri="{FF2B5EF4-FFF2-40B4-BE49-F238E27FC236}">
                  <a16:creationId xmlns:a16="http://schemas.microsoft.com/office/drawing/2014/main" id="{BC13CEB6-7E72-4365-8F1C-E525EAE2B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684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9 h 76"/>
                <a:gd name="T4" fmla="*/ 120 w 183"/>
                <a:gd name="T5" fmla="*/ 0 h 76"/>
                <a:gd name="T6" fmla="*/ 0 w 183"/>
                <a:gd name="T7" fmla="*/ 27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6" name="Freeform 685">
              <a:extLst>
                <a:ext uri="{FF2B5EF4-FFF2-40B4-BE49-F238E27FC236}">
                  <a16:creationId xmlns:a16="http://schemas.microsoft.com/office/drawing/2014/main" id="{AB2E6BA9-6A55-42EC-9B77-376247864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1084"/>
              <a:ext cx="176" cy="70"/>
            </a:xfrm>
            <a:custGeom>
              <a:avLst/>
              <a:gdLst>
                <a:gd name="T0" fmla="*/ 176 w 176"/>
                <a:gd name="T1" fmla="*/ 43 h 70"/>
                <a:gd name="T2" fmla="*/ 120 w 176"/>
                <a:gd name="T3" fmla="*/ 0 h 70"/>
                <a:gd name="T4" fmla="*/ 0 w 176"/>
                <a:gd name="T5" fmla="*/ 26 h 70"/>
                <a:gd name="T6" fmla="*/ 55 w 176"/>
                <a:gd name="T7" fmla="*/ 70 h 70"/>
                <a:gd name="T8" fmla="*/ 176 w 176"/>
                <a:gd name="T9" fmla="*/ 4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3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7" name="Freeform 686">
              <a:extLst>
                <a:ext uri="{FF2B5EF4-FFF2-40B4-BE49-F238E27FC236}">
                  <a16:creationId xmlns:a16="http://schemas.microsoft.com/office/drawing/2014/main" id="{3522F4ED-256A-468E-99E0-76909DF8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176"/>
              <a:ext cx="176" cy="71"/>
            </a:xfrm>
            <a:custGeom>
              <a:avLst/>
              <a:gdLst>
                <a:gd name="T0" fmla="*/ 176 w 176"/>
                <a:gd name="T1" fmla="*/ 44 h 71"/>
                <a:gd name="T2" fmla="*/ 120 w 176"/>
                <a:gd name="T3" fmla="*/ 0 h 71"/>
                <a:gd name="T4" fmla="*/ 0 w 176"/>
                <a:gd name="T5" fmla="*/ 27 h 71"/>
                <a:gd name="T6" fmla="*/ 55 w 176"/>
                <a:gd name="T7" fmla="*/ 71 h 71"/>
                <a:gd name="T8" fmla="*/ 176 w 176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4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55" y="71"/>
                  </a:lnTo>
                  <a:lnTo>
                    <a:pt x="176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8" name="Freeform 687">
              <a:extLst>
                <a:ext uri="{FF2B5EF4-FFF2-40B4-BE49-F238E27FC236}">
                  <a16:creationId xmlns:a16="http://schemas.microsoft.com/office/drawing/2014/main" id="{179BB3A1-92A0-48A1-9B2E-FCC6DEAFC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269"/>
              <a:ext cx="175" cy="71"/>
            </a:xfrm>
            <a:custGeom>
              <a:avLst/>
              <a:gdLst>
                <a:gd name="T0" fmla="*/ 175 w 175"/>
                <a:gd name="T1" fmla="*/ 44 h 71"/>
                <a:gd name="T2" fmla="*/ 120 w 175"/>
                <a:gd name="T3" fmla="*/ 0 h 71"/>
                <a:gd name="T4" fmla="*/ 0 w 175"/>
                <a:gd name="T5" fmla="*/ 27 h 71"/>
                <a:gd name="T6" fmla="*/ 54 w 175"/>
                <a:gd name="T7" fmla="*/ 71 h 71"/>
                <a:gd name="T8" fmla="*/ 175 w 175"/>
                <a:gd name="T9" fmla="*/ 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175" y="44"/>
                  </a:moveTo>
                  <a:lnTo>
                    <a:pt x="120" y="0"/>
                  </a:lnTo>
                  <a:lnTo>
                    <a:pt x="0" y="27"/>
                  </a:lnTo>
                  <a:lnTo>
                    <a:pt x="54" y="71"/>
                  </a:lnTo>
                  <a:lnTo>
                    <a:pt x="175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9" name="Freeform 688">
              <a:extLst>
                <a:ext uri="{FF2B5EF4-FFF2-40B4-BE49-F238E27FC236}">
                  <a16:creationId xmlns:a16="http://schemas.microsoft.com/office/drawing/2014/main" id="{88EAA060-795D-42D3-8366-9F0548DA9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362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3 h 70"/>
                <a:gd name="T4" fmla="*/ 120 w 176"/>
                <a:gd name="T5" fmla="*/ 0 h 70"/>
                <a:gd name="T6" fmla="*/ 0 w 176"/>
                <a:gd name="T7" fmla="*/ 26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3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0" name="Freeform 689">
              <a:extLst>
                <a:ext uri="{FF2B5EF4-FFF2-40B4-BE49-F238E27FC236}">
                  <a16:creationId xmlns:a16="http://schemas.microsoft.com/office/drawing/2014/main" id="{715A4D46-59BF-46F6-9533-2B772FAE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454"/>
              <a:ext cx="176" cy="71"/>
            </a:xfrm>
            <a:custGeom>
              <a:avLst/>
              <a:gdLst>
                <a:gd name="T0" fmla="*/ 56 w 176"/>
                <a:gd name="T1" fmla="*/ 71 h 71"/>
                <a:gd name="T2" fmla="*/ 176 w 176"/>
                <a:gd name="T3" fmla="*/ 45 h 71"/>
                <a:gd name="T4" fmla="*/ 121 w 176"/>
                <a:gd name="T5" fmla="*/ 0 h 71"/>
                <a:gd name="T6" fmla="*/ 0 w 176"/>
                <a:gd name="T7" fmla="*/ 28 h 71"/>
                <a:gd name="T8" fmla="*/ 56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6" y="71"/>
                  </a:moveTo>
                  <a:lnTo>
                    <a:pt x="176" y="45"/>
                  </a:lnTo>
                  <a:lnTo>
                    <a:pt x="121" y="0"/>
                  </a:lnTo>
                  <a:lnTo>
                    <a:pt x="0" y="28"/>
                  </a:lnTo>
                  <a:lnTo>
                    <a:pt x="56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1" name="Freeform 690">
              <a:extLst>
                <a:ext uri="{FF2B5EF4-FFF2-40B4-BE49-F238E27FC236}">
                  <a16:creationId xmlns:a16="http://schemas.microsoft.com/office/drawing/2014/main" id="{BAA461EA-37AA-4D5B-B0DC-1B33FF32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548"/>
              <a:ext cx="175" cy="70"/>
            </a:xfrm>
            <a:custGeom>
              <a:avLst/>
              <a:gdLst>
                <a:gd name="T0" fmla="*/ 55 w 175"/>
                <a:gd name="T1" fmla="*/ 70 h 70"/>
                <a:gd name="T2" fmla="*/ 175 w 175"/>
                <a:gd name="T3" fmla="*/ 43 h 70"/>
                <a:gd name="T4" fmla="*/ 121 w 175"/>
                <a:gd name="T5" fmla="*/ 0 h 70"/>
                <a:gd name="T6" fmla="*/ 0 w 175"/>
                <a:gd name="T7" fmla="*/ 26 h 70"/>
                <a:gd name="T8" fmla="*/ 55 w 175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55" y="70"/>
                  </a:moveTo>
                  <a:lnTo>
                    <a:pt x="175" y="43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2" name="Freeform 691">
              <a:extLst>
                <a:ext uri="{FF2B5EF4-FFF2-40B4-BE49-F238E27FC236}">
                  <a16:creationId xmlns:a16="http://schemas.microsoft.com/office/drawing/2014/main" id="{9D9767A4-ECD6-4301-A82F-D209C135D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640"/>
              <a:ext cx="176" cy="71"/>
            </a:xfrm>
            <a:custGeom>
              <a:avLst/>
              <a:gdLst>
                <a:gd name="T0" fmla="*/ 56 w 176"/>
                <a:gd name="T1" fmla="*/ 71 h 71"/>
                <a:gd name="T2" fmla="*/ 176 w 176"/>
                <a:gd name="T3" fmla="*/ 44 h 71"/>
                <a:gd name="T4" fmla="*/ 121 w 176"/>
                <a:gd name="T5" fmla="*/ 0 h 71"/>
                <a:gd name="T6" fmla="*/ 0 w 176"/>
                <a:gd name="T7" fmla="*/ 27 h 71"/>
                <a:gd name="T8" fmla="*/ 56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6" y="71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3" name="Freeform 692">
              <a:extLst>
                <a:ext uri="{FF2B5EF4-FFF2-40B4-BE49-F238E27FC236}">
                  <a16:creationId xmlns:a16="http://schemas.microsoft.com/office/drawing/2014/main" id="{5490B90F-CFB1-4ABC-ADFD-144DF206D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733"/>
              <a:ext cx="175" cy="71"/>
            </a:xfrm>
            <a:custGeom>
              <a:avLst/>
              <a:gdLst>
                <a:gd name="T0" fmla="*/ 55 w 175"/>
                <a:gd name="T1" fmla="*/ 71 h 71"/>
                <a:gd name="T2" fmla="*/ 175 w 175"/>
                <a:gd name="T3" fmla="*/ 44 h 71"/>
                <a:gd name="T4" fmla="*/ 121 w 175"/>
                <a:gd name="T5" fmla="*/ 0 h 71"/>
                <a:gd name="T6" fmla="*/ 0 w 175"/>
                <a:gd name="T7" fmla="*/ 27 h 71"/>
                <a:gd name="T8" fmla="*/ 55 w 17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55" y="71"/>
                  </a:moveTo>
                  <a:lnTo>
                    <a:pt x="175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4" name="Freeform 693">
              <a:extLst>
                <a:ext uri="{FF2B5EF4-FFF2-40B4-BE49-F238E27FC236}">
                  <a16:creationId xmlns:a16="http://schemas.microsoft.com/office/drawing/2014/main" id="{2D9D1D24-8772-42B3-A048-5B4841F5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826"/>
              <a:ext cx="176" cy="70"/>
            </a:xfrm>
            <a:custGeom>
              <a:avLst/>
              <a:gdLst>
                <a:gd name="T0" fmla="*/ 56 w 176"/>
                <a:gd name="T1" fmla="*/ 70 h 70"/>
                <a:gd name="T2" fmla="*/ 176 w 176"/>
                <a:gd name="T3" fmla="*/ 43 h 70"/>
                <a:gd name="T4" fmla="*/ 121 w 176"/>
                <a:gd name="T5" fmla="*/ 0 h 70"/>
                <a:gd name="T6" fmla="*/ 0 w 176"/>
                <a:gd name="T7" fmla="*/ 26 h 70"/>
                <a:gd name="T8" fmla="*/ 56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6" y="70"/>
                  </a:moveTo>
                  <a:lnTo>
                    <a:pt x="176" y="43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5" name="Freeform 694">
              <a:extLst>
                <a:ext uri="{FF2B5EF4-FFF2-40B4-BE49-F238E27FC236}">
                  <a16:creationId xmlns:a16="http://schemas.microsoft.com/office/drawing/2014/main" id="{79EADC34-1386-4215-B541-4A04305C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918"/>
              <a:ext cx="177" cy="71"/>
            </a:xfrm>
            <a:custGeom>
              <a:avLst/>
              <a:gdLst>
                <a:gd name="T0" fmla="*/ 56 w 177"/>
                <a:gd name="T1" fmla="*/ 71 h 71"/>
                <a:gd name="T2" fmla="*/ 177 w 177"/>
                <a:gd name="T3" fmla="*/ 44 h 71"/>
                <a:gd name="T4" fmla="*/ 121 w 177"/>
                <a:gd name="T5" fmla="*/ 0 h 71"/>
                <a:gd name="T6" fmla="*/ 0 w 177"/>
                <a:gd name="T7" fmla="*/ 28 h 71"/>
                <a:gd name="T8" fmla="*/ 56 w 17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1">
                  <a:moveTo>
                    <a:pt x="56" y="71"/>
                  </a:moveTo>
                  <a:lnTo>
                    <a:pt x="177" y="44"/>
                  </a:lnTo>
                  <a:lnTo>
                    <a:pt x="121" y="0"/>
                  </a:lnTo>
                  <a:lnTo>
                    <a:pt x="0" y="28"/>
                  </a:lnTo>
                  <a:lnTo>
                    <a:pt x="56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6" name="Freeform 695">
              <a:extLst>
                <a:ext uri="{FF2B5EF4-FFF2-40B4-BE49-F238E27FC236}">
                  <a16:creationId xmlns:a16="http://schemas.microsoft.com/office/drawing/2014/main" id="{491140E4-11F9-4B61-9293-D6AED4D3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012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3 h 70"/>
                <a:gd name="T4" fmla="*/ 121 w 176"/>
                <a:gd name="T5" fmla="*/ 0 h 70"/>
                <a:gd name="T6" fmla="*/ 0 w 176"/>
                <a:gd name="T7" fmla="*/ 26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3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7" name="Freeform 696">
              <a:extLst>
                <a:ext uri="{FF2B5EF4-FFF2-40B4-BE49-F238E27FC236}">
                  <a16:creationId xmlns:a16="http://schemas.microsoft.com/office/drawing/2014/main" id="{94F25DD4-1757-458D-B77F-202006633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104"/>
              <a:ext cx="176" cy="71"/>
            </a:xfrm>
            <a:custGeom>
              <a:avLst/>
              <a:gdLst>
                <a:gd name="T0" fmla="*/ 0 w 176"/>
                <a:gd name="T1" fmla="*/ 27 h 71"/>
                <a:gd name="T2" fmla="*/ 55 w 176"/>
                <a:gd name="T3" fmla="*/ 71 h 71"/>
                <a:gd name="T4" fmla="*/ 176 w 176"/>
                <a:gd name="T5" fmla="*/ 44 h 71"/>
                <a:gd name="T6" fmla="*/ 120 w 176"/>
                <a:gd name="T7" fmla="*/ 0 h 71"/>
                <a:gd name="T8" fmla="*/ 0 w 176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7"/>
                  </a:moveTo>
                  <a:lnTo>
                    <a:pt x="55" y="71"/>
                  </a:ln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8" name="Freeform 697">
              <a:extLst>
                <a:ext uri="{FF2B5EF4-FFF2-40B4-BE49-F238E27FC236}">
                  <a16:creationId xmlns:a16="http://schemas.microsoft.com/office/drawing/2014/main" id="{0D925DDC-31C4-468D-8EB1-23D6F49B8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197"/>
              <a:ext cx="176" cy="71"/>
            </a:xfrm>
            <a:custGeom>
              <a:avLst/>
              <a:gdLst>
                <a:gd name="T0" fmla="*/ 0 w 176"/>
                <a:gd name="T1" fmla="*/ 27 h 71"/>
                <a:gd name="T2" fmla="*/ 55 w 176"/>
                <a:gd name="T3" fmla="*/ 71 h 71"/>
                <a:gd name="T4" fmla="*/ 176 w 176"/>
                <a:gd name="T5" fmla="*/ 44 h 71"/>
                <a:gd name="T6" fmla="*/ 120 w 176"/>
                <a:gd name="T7" fmla="*/ 0 h 71"/>
                <a:gd name="T8" fmla="*/ 0 w 176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7"/>
                  </a:moveTo>
                  <a:lnTo>
                    <a:pt x="55" y="71"/>
                  </a:ln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9" name="Freeform 698">
              <a:extLst>
                <a:ext uri="{FF2B5EF4-FFF2-40B4-BE49-F238E27FC236}">
                  <a16:creationId xmlns:a16="http://schemas.microsoft.com/office/drawing/2014/main" id="{5906E6E3-B4DB-4956-B4E7-B8174E1B3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905"/>
              <a:ext cx="183" cy="77"/>
            </a:xfrm>
            <a:custGeom>
              <a:avLst/>
              <a:gdLst>
                <a:gd name="T0" fmla="*/ 62 w 183"/>
                <a:gd name="T1" fmla="*/ 77 h 77"/>
                <a:gd name="T2" fmla="*/ 183 w 183"/>
                <a:gd name="T3" fmla="*/ 50 h 77"/>
                <a:gd name="T4" fmla="*/ 120 w 183"/>
                <a:gd name="T5" fmla="*/ 0 h 77"/>
                <a:gd name="T6" fmla="*/ 0 w 183"/>
                <a:gd name="T7" fmla="*/ 28 h 77"/>
                <a:gd name="T8" fmla="*/ 62 w 183"/>
                <a:gd name="T9" fmla="*/ 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62" y="77"/>
                  </a:moveTo>
                  <a:lnTo>
                    <a:pt x="183" y="50"/>
                  </a:lnTo>
                  <a:lnTo>
                    <a:pt x="120" y="0"/>
                  </a:lnTo>
                  <a:lnTo>
                    <a:pt x="0" y="28"/>
                  </a:lnTo>
                  <a:lnTo>
                    <a:pt x="62" y="7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0" name="Freeform 699">
              <a:extLst>
                <a:ext uri="{FF2B5EF4-FFF2-40B4-BE49-F238E27FC236}">
                  <a16:creationId xmlns:a16="http://schemas.microsoft.com/office/drawing/2014/main" id="{DC80F04B-A8F4-444F-813D-FB0C6100E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813"/>
              <a:ext cx="182" cy="76"/>
            </a:xfrm>
            <a:custGeom>
              <a:avLst/>
              <a:gdLst>
                <a:gd name="T0" fmla="*/ 61 w 182"/>
                <a:gd name="T1" fmla="*/ 76 h 76"/>
                <a:gd name="T2" fmla="*/ 182 w 182"/>
                <a:gd name="T3" fmla="*/ 49 h 76"/>
                <a:gd name="T4" fmla="*/ 120 w 182"/>
                <a:gd name="T5" fmla="*/ 0 h 76"/>
                <a:gd name="T6" fmla="*/ 0 w 182"/>
                <a:gd name="T7" fmla="*/ 26 h 76"/>
                <a:gd name="T8" fmla="*/ 61 w 182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61" y="76"/>
                  </a:moveTo>
                  <a:lnTo>
                    <a:pt x="182" y="49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61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1" name="Freeform 700">
              <a:extLst>
                <a:ext uri="{FF2B5EF4-FFF2-40B4-BE49-F238E27FC236}">
                  <a16:creationId xmlns:a16="http://schemas.microsoft.com/office/drawing/2014/main" id="{DE6880B5-60FB-4F83-AE61-3BE140097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091"/>
              <a:ext cx="182" cy="76"/>
            </a:xfrm>
            <a:custGeom>
              <a:avLst/>
              <a:gdLst>
                <a:gd name="T0" fmla="*/ 0 w 182"/>
                <a:gd name="T1" fmla="*/ 27 h 76"/>
                <a:gd name="T2" fmla="*/ 62 w 182"/>
                <a:gd name="T3" fmla="*/ 76 h 76"/>
                <a:gd name="T4" fmla="*/ 182 w 182"/>
                <a:gd name="T5" fmla="*/ 49 h 76"/>
                <a:gd name="T6" fmla="*/ 121 w 182"/>
                <a:gd name="T7" fmla="*/ 0 h 76"/>
                <a:gd name="T8" fmla="*/ 0 w 182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0" y="27"/>
                  </a:moveTo>
                  <a:lnTo>
                    <a:pt x="62" y="76"/>
                  </a:lnTo>
                  <a:lnTo>
                    <a:pt x="182" y="49"/>
                  </a:lnTo>
                  <a:lnTo>
                    <a:pt x="12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2" name="Freeform 701">
              <a:extLst>
                <a:ext uri="{FF2B5EF4-FFF2-40B4-BE49-F238E27FC236}">
                  <a16:creationId xmlns:a16="http://schemas.microsoft.com/office/drawing/2014/main" id="{0A00F604-2CB9-4C53-B330-20831ABF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720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9 h 76"/>
                <a:gd name="T4" fmla="*/ 120 w 183"/>
                <a:gd name="T5" fmla="*/ 0 h 76"/>
                <a:gd name="T6" fmla="*/ 0 w 183"/>
                <a:gd name="T7" fmla="*/ 27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3" name="Freeform 702">
              <a:extLst>
                <a:ext uri="{FF2B5EF4-FFF2-40B4-BE49-F238E27FC236}">
                  <a16:creationId xmlns:a16="http://schemas.microsoft.com/office/drawing/2014/main" id="{307F3565-EF10-47A5-AF41-677F55C07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999"/>
              <a:ext cx="183" cy="75"/>
            </a:xfrm>
            <a:custGeom>
              <a:avLst/>
              <a:gdLst>
                <a:gd name="T0" fmla="*/ 62 w 183"/>
                <a:gd name="T1" fmla="*/ 75 h 75"/>
                <a:gd name="T2" fmla="*/ 183 w 183"/>
                <a:gd name="T3" fmla="*/ 49 h 75"/>
                <a:gd name="T4" fmla="*/ 121 w 183"/>
                <a:gd name="T5" fmla="*/ 0 h 75"/>
                <a:gd name="T6" fmla="*/ 0 w 183"/>
                <a:gd name="T7" fmla="*/ 26 h 75"/>
                <a:gd name="T8" fmla="*/ 62 w 183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62" y="75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62" y="75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4" name="Freeform 703">
              <a:extLst>
                <a:ext uri="{FF2B5EF4-FFF2-40B4-BE49-F238E27FC236}">
                  <a16:creationId xmlns:a16="http://schemas.microsoft.com/office/drawing/2014/main" id="{8749EB62-3ECC-4F8A-A2E7-5042F4A7C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163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49 h 76"/>
                <a:gd name="T4" fmla="*/ 121 w 183"/>
                <a:gd name="T5" fmla="*/ 0 h 76"/>
                <a:gd name="T6" fmla="*/ 0 w 183"/>
                <a:gd name="T7" fmla="*/ 27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5" name="Freeform 704">
              <a:extLst>
                <a:ext uri="{FF2B5EF4-FFF2-40B4-BE49-F238E27FC236}">
                  <a16:creationId xmlns:a16="http://schemas.microsoft.com/office/drawing/2014/main" id="{9A498866-F102-4590-928E-B681A366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256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49 h 76"/>
                <a:gd name="T4" fmla="*/ 121 w 183"/>
                <a:gd name="T5" fmla="*/ 0 h 76"/>
                <a:gd name="T6" fmla="*/ 0 w 183"/>
                <a:gd name="T7" fmla="*/ 27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6" name="Freeform 705">
              <a:extLst>
                <a:ext uri="{FF2B5EF4-FFF2-40B4-BE49-F238E27FC236}">
                  <a16:creationId xmlns:a16="http://schemas.microsoft.com/office/drawing/2014/main" id="{7B359E88-CA15-4DAD-B696-4DF279ED7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441"/>
              <a:ext cx="183" cy="77"/>
            </a:xfrm>
            <a:custGeom>
              <a:avLst/>
              <a:gdLst>
                <a:gd name="T0" fmla="*/ 63 w 183"/>
                <a:gd name="T1" fmla="*/ 77 h 77"/>
                <a:gd name="T2" fmla="*/ 183 w 183"/>
                <a:gd name="T3" fmla="*/ 50 h 77"/>
                <a:gd name="T4" fmla="*/ 121 w 183"/>
                <a:gd name="T5" fmla="*/ 0 h 77"/>
                <a:gd name="T6" fmla="*/ 0 w 183"/>
                <a:gd name="T7" fmla="*/ 28 h 77"/>
                <a:gd name="T8" fmla="*/ 63 w 183"/>
                <a:gd name="T9" fmla="*/ 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63" y="77"/>
                  </a:moveTo>
                  <a:lnTo>
                    <a:pt x="183" y="50"/>
                  </a:lnTo>
                  <a:lnTo>
                    <a:pt x="121" y="0"/>
                  </a:lnTo>
                  <a:lnTo>
                    <a:pt x="0" y="28"/>
                  </a:lnTo>
                  <a:lnTo>
                    <a:pt x="63" y="7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7" name="Freeform 706">
              <a:extLst>
                <a:ext uri="{FF2B5EF4-FFF2-40B4-BE49-F238E27FC236}">
                  <a16:creationId xmlns:a16="http://schemas.microsoft.com/office/drawing/2014/main" id="{6E55D35D-692D-4CC1-A7A7-2AAFB6C8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349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49 h 76"/>
                <a:gd name="T4" fmla="*/ 121 w 183"/>
                <a:gd name="T5" fmla="*/ 0 h 76"/>
                <a:gd name="T6" fmla="*/ 0 w 183"/>
                <a:gd name="T7" fmla="*/ 27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8" name="Freeform 707">
              <a:extLst>
                <a:ext uri="{FF2B5EF4-FFF2-40B4-BE49-F238E27FC236}">
                  <a16:creationId xmlns:a16="http://schemas.microsoft.com/office/drawing/2014/main" id="{A2B7AED4-7348-41A1-ADA5-7C4019BE5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071"/>
              <a:ext cx="182" cy="75"/>
            </a:xfrm>
            <a:custGeom>
              <a:avLst/>
              <a:gdLst>
                <a:gd name="T0" fmla="*/ 182 w 182"/>
                <a:gd name="T1" fmla="*/ 49 h 75"/>
                <a:gd name="T2" fmla="*/ 121 w 182"/>
                <a:gd name="T3" fmla="*/ 0 h 75"/>
                <a:gd name="T4" fmla="*/ 0 w 182"/>
                <a:gd name="T5" fmla="*/ 26 h 75"/>
                <a:gd name="T6" fmla="*/ 62 w 182"/>
                <a:gd name="T7" fmla="*/ 75 h 75"/>
                <a:gd name="T8" fmla="*/ 182 w 182"/>
                <a:gd name="T9" fmla="*/ 4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5">
                  <a:moveTo>
                    <a:pt x="182" y="49"/>
                  </a:moveTo>
                  <a:lnTo>
                    <a:pt x="121" y="0"/>
                  </a:lnTo>
                  <a:lnTo>
                    <a:pt x="0" y="26"/>
                  </a:lnTo>
                  <a:lnTo>
                    <a:pt x="62" y="75"/>
                  </a:lnTo>
                  <a:lnTo>
                    <a:pt x="182" y="49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9" name="Freeform 708">
              <a:extLst>
                <a:ext uri="{FF2B5EF4-FFF2-40B4-BE49-F238E27FC236}">
                  <a16:creationId xmlns:a16="http://schemas.microsoft.com/office/drawing/2014/main" id="{C12597DB-02C8-4D2B-B250-408048F52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184"/>
              <a:ext cx="158" cy="61"/>
            </a:xfrm>
            <a:custGeom>
              <a:avLst/>
              <a:gdLst>
                <a:gd name="T0" fmla="*/ 0 w 185"/>
                <a:gd name="T1" fmla="*/ 19 h 72"/>
                <a:gd name="T2" fmla="*/ 32 w 185"/>
                <a:gd name="T3" fmla="*/ 44 h 72"/>
                <a:gd name="T4" fmla="*/ 115 w 185"/>
                <a:gd name="T5" fmla="*/ 21 h 72"/>
                <a:gd name="T6" fmla="*/ 87 w 185"/>
                <a:gd name="T7" fmla="*/ 0 h 72"/>
                <a:gd name="T8" fmla="*/ 0 w 185"/>
                <a:gd name="T9" fmla="*/ 19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72">
                  <a:moveTo>
                    <a:pt x="0" y="32"/>
                  </a:moveTo>
                  <a:cubicBezTo>
                    <a:pt x="51" y="72"/>
                    <a:pt x="51" y="72"/>
                    <a:pt x="51" y="72"/>
                  </a:cubicBezTo>
                  <a:cubicBezTo>
                    <a:pt x="98" y="59"/>
                    <a:pt x="143" y="47"/>
                    <a:pt x="185" y="35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0" name="Freeform 709">
              <a:extLst>
                <a:ext uri="{FF2B5EF4-FFF2-40B4-BE49-F238E27FC236}">
                  <a16:creationId xmlns:a16="http://schemas.microsoft.com/office/drawing/2014/main" id="{0B9674C6-B355-4DFA-B7B5-7ABF31C5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009"/>
              <a:ext cx="137" cy="45"/>
            </a:xfrm>
            <a:custGeom>
              <a:avLst/>
              <a:gdLst>
                <a:gd name="T0" fmla="*/ 100 w 160"/>
                <a:gd name="T1" fmla="*/ 14 h 52"/>
                <a:gd name="T2" fmla="*/ 84 w 160"/>
                <a:gd name="T3" fmla="*/ 0 h 52"/>
                <a:gd name="T4" fmla="*/ 0 w 160"/>
                <a:gd name="T5" fmla="*/ 24 h 52"/>
                <a:gd name="T6" fmla="*/ 12 w 160"/>
                <a:gd name="T7" fmla="*/ 34 h 52"/>
                <a:gd name="T8" fmla="*/ 100 w 160"/>
                <a:gd name="T9" fmla="*/ 14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52">
                  <a:moveTo>
                    <a:pt x="160" y="21"/>
                  </a:moveTo>
                  <a:cubicBezTo>
                    <a:pt x="133" y="0"/>
                    <a:pt x="133" y="0"/>
                    <a:pt x="133" y="0"/>
                  </a:cubicBezTo>
                  <a:cubicBezTo>
                    <a:pt x="91" y="11"/>
                    <a:pt x="46" y="24"/>
                    <a:pt x="0" y="37"/>
                  </a:cubicBezTo>
                  <a:cubicBezTo>
                    <a:pt x="19" y="52"/>
                    <a:pt x="19" y="52"/>
                    <a:pt x="19" y="52"/>
                  </a:cubicBezTo>
                  <a:lnTo>
                    <a:pt x="160" y="21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1" name="Freeform 710">
              <a:extLst>
                <a:ext uri="{FF2B5EF4-FFF2-40B4-BE49-F238E27FC236}">
                  <a16:creationId xmlns:a16="http://schemas.microsoft.com/office/drawing/2014/main" id="{9C1A23B6-7269-407C-9A05-E2E5CF8B0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627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9 h 76"/>
                <a:gd name="T4" fmla="*/ 120 w 183"/>
                <a:gd name="T5" fmla="*/ 0 h 76"/>
                <a:gd name="T6" fmla="*/ 0 w 183"/>
                <a:gd name="T7" fmla="*/ 27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9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2" name="Freeform 711">
              <a:extLst>
                <a:ext uri="{FF2B5EF4-FFF2-40B4-BE49-F238E27FC236}">
                  <a16:creationId xmlns:a16="http://schemas.microsoft.com/office/drawing/2014/main" id="{B903D138-3BD2-4B45-AC6A-647D6044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535"/>
              <a:ext cx="183" cy="75"/>
            </a:xfrm>
            <a:custGeom>
              <a:avLst/>
              <a:gdLst>
                <a:gd name="T0" fmla="*/ 62 w 183"/>
                <a:gd name="T1" fmla="*/ 75 h 75"/>
                <a:gd name="T2" fmla="*/ 183 w 183"/>
                <a:gd name="T3" fmla="*/ 49 h 75"/>
                <a:gd name="T4" fmla="*/ 121 w 183"/>
                <a:gd name="T5" fmla="*/ 0 h 75"/>
                <a:gd name="T6" fmla="*/ 0 w 183"/>
                <a:gd name="T7" fmla="*/ 26 h 75"/>
                <a:gd name="T8" fmla="*/ 62 w 183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5">
                  <a:moveTo>
                    <a:pt x="62" y="75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62" y="75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3" name="Freeform 712">
              <a:extLst>
                <a:ext uri="{FF2B5EF4-FFF2-40B4-BE49-F238E27FC236}">
                  <a16:creationId xmlns:a16="http://schemas.microsoft.com/office/drawing/2014/main" id="{EF4E91A8-D4D5-4A02-A802-842B9FEC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027"/>
              <a:ext cx="177" cy="70"/>
            </a:xfrm>
            <a:custGeom>
              <a:avLst/>
              <a:gdLst>
                <a:gd name="T0" fmla="*/ 177 w 177"/>
                <a:gd name="T1" fmla="*/ 44 h 70"/>
                <a:gd name="T2" fmla="*/ 121 w 177"/>
                <a:gd name="T3" fmla="*/ 0 h 70"/>
                <a:gd name="T4" fmla="*/ 0 w 177"/>
                <a:gd name="T5" fmla="*/ 27 h 70"/>
                <a:gd name="T6" fmla="*/ 56 w 177"/>
                <a:gd name="T7" fmla="*/ 70 h 70"/>
                <a:gd name="T8" fmla="*/ 177 w 177"/>
                <a:gd name="T9" fmla="*/ 4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177" y="44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0"/>
                  </a:lnTo>
                  <a:lnTo>
                    <a:pt x="177" y="44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4" name="Freeform 713">
              <a:extLst>
                <a:ext uri="{FF2B5EF4-FFF2-40B4-BE49-F238E27FC236}">
                  <a16:creationId xmlns:a16="http://schemas.microsoft.com/office/drawing/2014/main" id="{82A24CF7-66DC-4AE3-84BE-A50D4EF7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120"/>
              <a:ext cx="176" cy="70"/>
            </a:xfrm>
            <a:custGeom>
              <a:avLst/>
              <a:gdLst>
                <a:gd name="T0" fmla="*/ 176 w 176"/>
                <a:gd name="T1" fmla="*/ 43 h 70"/>
                <a:gd name="T2" fmla="*/ 120 w 176"/>
                <a:gd name="T3" fmla="*/ 0 h 70"/>
                <a:gd name="T4" fmla="*/ 0 w 176"/>
                <a:gd name="T5" fmla="*/ 26 h 70"/>
                <a:gd name="T6" fmla="*/ 55 w 176"/>
                <a:gd name="T7" fmla="*/ 70 h 70"/>
                <a:gd name="T8" fmla="*/ 176 w 176"/>
                <a:gd name="T9" fmla="*/ 4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176" y="43"/>
                  </a:moveTo>
                  <a:lnTo>
                    <a:pt x="120" y="0"/>
                  </a:lnTo>
                  <a:lnTo>
                    <a:pt x="0" y="26"/>
                  </a:lnTo>
                  <a:lnTo>
                    <a:pt x="55" y="70"/>
                  </a:lnTo>
                  <a:lnTo>
                    <a:pt x="176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5" name="Freeform 714">
              <a:extLst>
                <a:ext uri="{FF2B5EF4-FFF2-40B4-BE49-F238E27FC236}">
                  <a16:creationId xmlns:a16="http://schemas.microsoft.com/office/drawing/2014/main" id="{06520225-EC07-442D-BF7A-49A4BBDB9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212"/>
              <a:ext cx="175" cy="71"/>
            </a:xfrm>
            <a:custGeom>
              <a:avLst/>
              <a:gdLst>
                <a:gd name="T0" fmla="*/ 54 w 175"/>
                <a:gd name="T1" fmla="*/ 71 h 71"/>
                <a:gd name="T2" fmla="*/ 175 w 175"/>
                <a:gd name="T3" fmla="*/ 44 h 71"/>
                <a:gd name="T4" fmla="*/ 120 w 175"/>
                <a:gd name="T5" fmla="*/ 0 h 71"/>
                <a:gd name="T6" fmla="*/ 0 w 175"/>
                <a:gd name="T7" fmla="*/ 27 h 71"/>
                <a:gd name="T8" fmla="*/ 54 w 17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54" y="71"/>
                  </a:moveTo>
                  <a:lnTo>
                    <a:pt x="175" y="44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4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6" name="Freeform 715">
              <a:extLst>
                <a:ext uri="{FF2B5EF4-FFF2-40B4-BE49-F238E27FC236}">
                  <a16:creationId xmlns:a16="http://schemas.microsoft.com/office/drawing/2014/main" id="{D92454DF-6297-46DF-9DAB-34603CF00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305"/>
              <a:ext cx="176" cy="71"/>
            </a:xfrm>
            <a:custGeom>
              <a:avLst/>
              <a:gdLst>
                <a:gd name="T0" fmla="*/ 55 w 176"/>
                <a:gd name="T1" fmla="*/ 71 h 71"/>
                <a:gd name="T2" fmla="*/ 176 w 176"/>
                <a:gd name="T3" fmla="*/ 44 h 71"/>
                <a:gd name="T4" fmla="*/ 120 w 176"/>
                <a:gd name="T5" fmla="*/ 0 h 71"/>
                <a:gd name="T6" fmla="*/ 0 w 176"/>
                <a:gd name="T7" fmla="*/ 27 h 71"/>
                <a:gd name="T8" fmla="*/ 55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5" y="71"/>
                  </a:move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7" name="Freeform 716">
              <a:extLst>
                <a:ext uri="{FF2B5EF4-FFF2-40B4-BE49-F238E27FC236}">
                  <a16:creationId xmlns:a16="http://schemas.microsoft.com/office/drawing/2014/main" id="{4CA15F80-A298-46AC-AA30-1E2C41DCB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398"/>
              <a:ext cx="175" cy="71"/>
            </a:xfrm>
            <a:custGeom>
              <a:avLst/>
              <a:gdLst>
                <a:gd name="T0" fmla="*/ 54 w 175"/>
                <a:gd name="T1" fmla="*/ 71 h 71"/>
                <a:gd name="T2" fmla="*/ 175 w 175"/>
                <a:gd name="T3" fmla="*/ 43 h 71"/>
                <a:gd name="T4" fmla="*/ 120 w 175"/>
                <a:gd name="T5" fmla="*/ 0 h 71"/>
                <a:gd name="T6" fmla="*/ 0 w 175"/>
                <a:gd name="T7" fmla="*/ 27 h 71"/>
                <a:gd name="T8" fmla="*/ 54 w 17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54" y="71"/>
                  </a:moveTo>
                  <a:lnTo>
                    <a:pt x="175" y="43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4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8" name="Freeform 717">
              <a:extLst>
                <a:ext uri="{FF2B5EF4-FFF2-40B4-BE49-F238E27FC236}">
                  <a16:creationId xmlns:a16="http://schemas.microsoft.com/office/drawing/2014/main" id="{2E75AB9A-3B8C-40EB-B2A7-D87BB7AC3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491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4 h 70"/>
                <a:gd name="T4" fmla="*/ 120 w 176"/>
                <a:gd name="T5" fmla="*/ 0 h 70"/>
                <a:gd name="T6" fmla="*/ 0 w 176"/>
                <a:gd name="T7" fmla="*/ 27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9" name="Freeform 718">
              <a:extLst>
                <a:ext uri="{FF2B5EF4-FFF2-40B4-BE49-F238E27FC236}">
                  <a16:creationId xmlns:a16="http://schemas.microsoft.com/office/drawing/2014/main" id="{1D4F5C14-3417-43F6-B03C-5CD2344C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584"/>
              <a:ext cx="176" cy="70"/>
            </a:xfrm>
            <a:custGeom>
              <a:avLst/>
              <a:gdLst>
                <a:gd name="T0" fmla="*/ 56 w 176"/>
                <a:gd name="T1" fmla="*/ 70 h 70"/>
                <a:gd name="T2" fmla="*/ 176 w 176"/>
                <a:gd name="T3" fmla="*/ 43 h 70"/>
                <a:gd name="T4" fmla="*/ 121 w 176"/>
                <a:gd name="T5" fmla="*/ 0 h 70"/>
                <a:gd name="T6" fmla="*/ 0 w 176"/>
                <a:gd name="T7" fmla="*/ 26 h 70"/>
                <a:gd name="T8" fmla="*/ 56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6" y="70"/>
                  </a:moveTo>
                  <a:lnTo>
                    <a:pt x="176" y="43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0" name="Freeform 719">
              <a:extLst>
                <a:ext uri="{FF2B5EF4-FFF2-40B4-BE49-F238E27FC236}">
                  <a16:creationId xmlns:a16="http://schemas.microsoft.com/office/drawing/2014/main" id="{2716E4A3-D82B-4A89-AFF2-265C9ADCD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676"/>
              <a:ext cx="175" cy="71"/>
            </a:xfrm>
            <a:custGeom>
              <a:avLst/>
              <a:gdLst>
                <a:gd name="T0" fmla="*/ 55 w 175"/>
                <a:gd name="T1" fmla="*/ 71 h 71"/>
                <a:gd name="T2" fmla="*/ 175 w 175"/>
                <a:gd name="T3" fmla="*/ 44 h 71"/>
                <a:gd name="T4" fmla="*/ 121 w 175"/>
                <a:gd name="T5" fmla="*/ 0 h 71"/>
                <a:gd name="T6" fmla="*/ 0 w 175"/>
                <a:gd name="T7" fmla="*/ 27 h 71"/>
                <a:gd name="T8" fmla="*/ 55 w 17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1">
                  <a:moveTo>
                    <a:pt x="55" y="71"/>
                  </a:moveTo>
                  <a:lnTo>
                    <a:pt x="175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1" name="Freeform 720">
              <a:extLst>
                <a:ext uri="{FF2B5EF4-FFF2-40B4-BE49-F238E27FC236}">
                  <a16:creationId xmlns:a16="http://schemas.microsoft.com/office/drawing/2014/main" id="{873B8B23-3C33-4E73-8B97-9DDFB822A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769"/>
              <a:ext cx="176" cy="70"/>
            </a:xfrm>
            <a:custGeom>
              <a:avLst/>
              <a:gdLst>
                <a:gd name="T0" fmla="*/ 56 w 176"/>
                <a:gd name="T1" fmla="*/ 70 h 70"/>
                <a:gd name="T2" fmla="*/ 176 w 176"/>
                <a:gd name="T3" fmla="*/ 44 h 70"/>
                <a:gd name="T4" fmla="*/ 121 w 176"/>
                <a:gd name="T5" fmla="*/ 0 h 70"/>
                <a:gd name="T6" fmla="*/ 0 w 176"/>
                <a:gd name="T7" fmla="*/ 27 h 70"/>
                <a:gd name="T8" fmla="*/ 56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6" y="70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2" name="Freeform 721">
              <a:extLst>
                <a:ext uri="{FF2B5EF4-FFF2-40B4-BE49-F238E27FC236}">
                  <a16:creationId xmlns:a16="http://schemas.microsoft.com/office/drawing/2014/main" id="{7421F162-54BF-4A54-A997-E7007238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862"/>
              <a:ext cx="176" cy="71"/>
            </a:xfrm>
            <a:custGeom>
              <a:avLst/>
              <a:gdLst>
                <a:gd name="T0" fmla="*/ 56 w 176"/>
                <a:gd name="T1" fmla="*/ 71 h 71"/>
                <a:gd name="T2" fmla="*/ 176 w 176"/>
                <a:gd name="T3" fmla="*/ 43 h 71"/>
                <a:gd name="T4" fmla="*/ 121 w 176"/>
                <a:gd name="T5" fmla="*/ 0 h 71"/>
                <a:gd name="T6" fmla="*/ 0 w 176"/>
                <a:gd name="T7" fmla="*/ 27 h 71"/>
                <a:gd name="T8" fmla="*/ 56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6" y="71"/>
                  </a:moveTo>
                  <a:lnTo>
                    <a:pt x="176" y="43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3" name="Freeform 722">
              <a:extLst>
                <a:ext uri="{FF2B5EF4-FFF2-40B4-BE49-F238E27FC236}">
                  <a16:creationId xmlns:a16="http://schemas.microsoft.com/office/drawing/2014/main" id="{0AC7FC30-9CD3-47AE-9FDB-A59799D26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955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4 h 70"/>
                <a:gd name="T4" fmla="*/ 121 w 176"/>
                <a:gd name="T5" fmla="*/ 0 h 70"/>
                <a:gd name="T6" fmla="*/ 0 w 176"/>
                <a:gd name="T7" fmla="*/ 27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4" name="Freeform 723">
              <a:extLst>
                <a:ext uri="{FF2B5EF4-FFF2-40B4-BE49-F238E27FC236}">
                  <a16:creationId xmlns:a16="http://schemas.microsoft.com/office/drawing/2014/main" id="{A7F0A109-D84C-4ED9-AD1E-CCA87E410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48"/>
              <a:ext cx="177" cy="70"/>
            </a:xfrm>
            <a:custGeom>
              <a:avLst/>
              <a:gdLst>
                <a:gd name="T0" fmla="*/ 56 w 177"/>
                <a:gd name="T1" fmla="*/ 70 h 70"/>
                <a:gd name="T2" fmla="*/ 177 w 177"/>
                <a:gd name="T3" fmla="*/ 43 h 70"/>
                <a:gd name="T4" fmla="*/ 121 w 177"/>
                <a:gd name="T5" fmla="*/ 0 h 70"/>
                <a:gd name="T6" fmla="*/ 0 w 177"/>
                <a:gd name="T7" fmla="*/ 26 h 70"/>
                <a:gd name="T8" fmla="*/ 56 w 17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56" y="70"/>
                  </a:moveTo>
                  <a:lnTo>
                    <a:pt x="177" y="43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5" name="Freeform 724">
              <a:extLst>
                <a:ext uri="{FF2B5EF4-FFF2-40B4-BE49-F238E27FC236}">
                  <a16:creationId xmlns:a16="http://schemas.microsoft.com/office/drawing/2014/main" id="{1417FE78-0598-4C40-945A-A8B7EEED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2140"/>
              <a:ext cx="176" cy="71"/>
            </a:xfrm>
            <a:custGeom>
              <a:avLst/>
              <a:gdLst>
                <a:gd name="T0" fmla="*/ 0 w 176"/>
                <a:gd name="T1" fmla="*/ 27 h 71"/>
                <a:gd name="T2" fmla="*/ 55 w 176"/>
                <a:gd name="T3" fmla="*/ 71 h 71"/>
                <a:gd name="T4" fmla="*/ 176 w 176"/>
                <a:gd name="T5" fmla="*/ 44 h 71"/>
                <a:gd name="T6" fmla="*/ 120 w 176"/>
                <a:gd name="T7" fmla="*/ 0 h 71"/>
                <a:gd name="T8" fmla="*/ 0 w 176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0" y="27"/>
                  </a:moveTo>
                  <a:lnTo>
                    <a:pt x="55" y="71"/>
                  </a:ln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6" name="Freeform 725">
              <a:extLst>
                <a:ext uri="{FF2B5EF4-FFF2-40B4-BE49-F238E27FC236}">
                  <a16:creationId xmlns:a16="http://schemas.microsoft.com/office/drawing/2014/main" id="{DFC90FD9-381B-40B4-B8A7-2FD785BA7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127"/>
              <a:ext cx="146" cy="52"/>
            </a:xfrm>
            <a:custGeom>
              <a:avLst/>
              <a:gdLst>
                <a:gd name="T0" fmla="*/ 0 w 171"/>
                <a:gd name="T1" fmla="*/ 20 h 61"/>
                <a:gd name="T2" fmla="*/ 23 w 171"/>
                <a:gd name="T3" fmla="*/ 38 h 61"/>
                <a:gd name="T4" fmla="*/ 107 w 171"/>
                <a:gd name="T5" fmla="*/ 14 h 61"/>
                <a:gd name="T6" fmla="*/ 87 w 171"/>
                <a:gd name="T7" fmla="*/ 0 h 61"/>
                <a:gd name="T8" fmla="*/ 0 w 171"/>
                <a:gd name="T9" fmla="*/ 2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61">
                  <a:moveTo>
                    <a:pt x="0" y="32"/>
                  </a:moveTo>
                  <a:cubicBezTo>
                    <a:pt x="37" y="61"/>
                    <a:pt x="37" y="61"/>
                    <a:pt x="37" y="61"/>
                  </a:cubicBezTo>
                  <a:cubicBezTo>
                    <a:pt x="89" y="46"/>
                    <a:pt x="135" y="34"/>
                    <a:pt x="171" y="24"/>
                  </a:cubicBezTo>
                  <a:cubicBezTo>
                    <a:pt x="141" y="0"/>
                    <a:pt x="141" y="0"/>
                    <a:pt x="141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7" name="Freeform 726">
              <a:extLst>
                <a:ext uri="{FF2B5EF4-FFF2-40B4-BE49-F238E27FC236}">
                  <a16:creationId xmlns:a16="http://schemas.microsoft.com/office/drawing/2014/main" id="{CFA9226B-E450-4DD5-8FA2-F0D2D152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941"/>
              <a:ext cx="151" cy="56"/>
            </a:xfrm>
            <a:custGeom>
              <a:avLst/>
              <a:gdLst>
                <a:gd name="T0" fmla="*/ 112 w 176"/>
                <a:gd name="T1" fmla="*/ 21 h 66"/>
                <a:gd name="T2" fmla="*/ 83 w 176"/>
                <a:gd name="T3" fmla="*/ 0 h 66"/>
                <a:gd name="T4" fmla="*/ 0 w 176"/>
                <a:gd name="T5" fmla="*/ 23 h 66"/>
                <a:gd name="T6" fmla="*/ 22 w 176"/>
                <a:gd name="T7" fmla="*/ 41 h 66"/>
                <a:gd name="T8" fmla="*/ 112 w 176"/>
                <a:gd name="T9" fmla="*/ 2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66">
                  <a:moveTo>
                    <a:pt x="176" y="34"/>
                  </a:moveTo>
                  <a:cubicBezTo>
                    <a:pt x="132" y="0"/>
                    <a:pt x="132" y="0"/>
                    <a:pt x="132" y="0"/>
                  </a:cubicBezTo>
                  <a:cubicBezTo>
                    <a:pt x="97" y="10"/>
                    <a:pt x="52" y="23"/>
                    <a:pt x="0" y="38"/>
                  </a:cubicBezTo>
                  <a:cubicBezTo>
                    <a:pt x="35" y="66"/>
                    <a:pt x="35" y="66"/>
                    <a:pt x="35" y="66"/>
                  </a:cubicBezTo>
                  <a:lnTo>
                    <a:pt x="176" y="34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8" name="Freeform 727">
              <a:extLst>
                <a:ext uri="{FF2B5EF4-FFF2-40B4-BE49-F238E27FC236}">
                  <a16:creationId xmlns:a16="http://schemas.microsoft.com/office/drawing/2014/main" id="{FC90DA2A-200D-4A4B-9875-846848D46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85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49 h 76"/>
                <a:gd name="T4" fmla="*/ 121 w 183"/>
                <a:gd name="T5" fmla="*/ 0 h 76"/>
                <a:gd name="T6" fmla="*/ 0 w 183"/>
                <a:gd name="T7" fmla="*/ 26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9" name="Freeform 728">
              <a:extLst>
                <a:ext uri="{FF2B5EF4-FFF2-40B4-BE49-F238E27FC236}">
                  <a16:creationId xmlns:a16="http://schemas.microsoft.com/office/drawing/2014/main" id="{E864736F-4A4D-47D7-B272-B41DB7468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035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8 h 76"/>
                <a:gd name="T4" fmla="*/ 120 w 183"/>
                <a:gd name="T5" fmla="*/ 0 h 76"/>
                <a:gd name="T6" fmla="*/ 0 w 183"/>
                <a:gd name="T7" fmla="*/ 26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8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0" name="Freeform 729">
              <a:extLst>
                <a:ext uri="{FF2B5EF4-FFF2-40B4-BE49-F238E27FC236}">
                  <a16:creationId xmlns:a16="http://schemas.microsoft.com/office/drawing/2014/main" id="{E6E28F85-27CA-4321-86FD-82BEB86AA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292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9 h 76"/>
                <a:gd name="T4" fmla="*/ 121 w 183"/>
                <a:gd name="T5" fmla="*/ 0 h 76"/>
                <a:gd name="T6" fmla="*/ 0 w 183"/>
                <a:gd name="T7" fmla="*/ 27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9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1" name="Freeform 730">
              <a:extLst>
                <a:ext uri="{FF2B5EF4-FFF2-40B4-BE49-F238E27FC236}">
                  <a16:creationId xmlns:a16="http://schemas.microsoft.com/office/drawing/2014/main" id="{7B1C7ED8-9606-4186-9A36-88B1C4B9B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1941"/>
              <a:ext cx="182" cy="77"/>
            </a:xfrm>
            <a:custGeom>
              <a:avLst/>
              <a:gdLst>
                <a:gd name="T0" fmla="*/ 61 w 182"/>
                <a:gd name="T1" fmla="*/ 77 h 77"/>
                <a:gd name="T2" fmla="*/ 182 w 182"/>
                <a:gd name="T3" fmla="*/ 50 h 77"/>
                <a:gd name="T4" fmla="*/ 120 w 182"/>
                <a:gd name="T5" fmla="*/ 0 h 77"/>
                <a:gd name="T6" fmla="*/ 0 w 182"/>
                <a:gd name="T7" fmla="*/ 28 h 77"/>
                <a:gd name="T8" fmla="*/ 61 w 182"/>
                <a:gd name="T9" fmla="*/ 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7">
                  <a:moveTo>
                    <a:pt x="61" y="77"/>
                  </a:moveTo>
                  <a:lnTo>
                    <a:pt x="182" y="50"/>
                  </a:lnTo>
                  <a:lnTo>
                    <a:pt x="120" y="0"/>
                  </a:lnTo>
                  <a:lnTo>
                    <a:pt x="0" y="28"/>
                  </a:lnTo>
                  <a:lnTo>
                    <a:pt x="61" y="7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2" name="Freeform 731">
              <a:extLst>
                <a:ext uri="{FF2B5EF4-FFF2-40B4-BE49-F238E27FC236}">
                  <a16:creationId xmlns:a16="http://schemas.microsoft.com/office/drawing/2014/main" id="{D0045C48-59B0-495A-B8FA-1FBB21BFE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571"/>
              <a:ext cx="183" cy="76"/>
            </a:xfrm>
            <a:custGeom>
              <a:avLst/>
              <a:gdLst>
                <a:gd name="T0" fmla="*/ 63 w 183"/>
                <a:gd name="T1" fmla="*/ 76 h 76"/>
                <a:gd name="T2" fmla="*/ 183 w 183"/>
                <a:gd name="T3" fmla="*/ 48 h 76"/>
                <a:gd name="T4" fmla="*/ 121 w 183"/>
                <a:gd name="T5" fmla="*/ 0 h 76"/>
                <a:gd name="T6" fmla="*/ 0 w 183"/>
                <a:gd name="T7" fmla="*/ 26 h 76"/>
                <a:gd name="T8" fmla="*/ 63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3" y="76"/>
                  </a:moveTo>
                  <a:lnTo>
                    <a:pt x="183" y="48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63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3" name="Freeform 732">
              <a:extLst>
                <a:ext uri="{FF2B5EF4-FFF2-40B4-BE49-F238E27FC236}">
                  <a16:creationId xmlns:a16="http://schemas.microsoft.com/office/drawing/2014/main" id="{76EF1256-723E-46DA-AB89-33BC19C01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756"/>
              <a:ext cx="182" cy="76"/>
            </a:xfrm>
            <a:custGeom>
              <a:avLst/>
              <a:gdLst>
                <a:gd name="T0" fmla="*/ 61 w 182"/>
                <a:gd name="T1" fmla="*/ 76 h 76"/>
                <a:gd name="T2" fmla="*/ 182 w 182"/>
                <a:gd name="T3" fmla="*/ 49 h 76"/>
                <a:gd name="T4" fmla="*/ 120 w 182"/>
                <a:gd name="T5" fmla="*/ 0 h 76"/>
                <a:gd name="T6" fmla="*/ 0 w 182"/>
                <a:gd name="T7" fmla="*/ 27 h 76"/>
                <a:gd name="T8" fmla="*/ 61 w 182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61" y="76"/>
                  </a:moveTo>
                  <a:lnTo>
                    <a:pt x="182" y="49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61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4" name="Freeform 733">
              <a:extLst>
                <a:ext uri="{FF2B5EF4-FFF2-40B4-BE49-F238E27FC236}">
                  <a16:creationId xmlns:a16="http://schemas.microsoft.com/office/drawing/2014/main" id="{BE4C3735-B437-49B2-B823-9763BDF9C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849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9 h 76"/>
                <a:gd name="T4" fmla="*/ 120 w 183"/>
                <a:gd name="T5" fmla="*/ 0 h 76"/>
                <a:gd name="T6" fmla="*/ 0 w 183"/>
                <a:gd name="T7" fmla="*/ 26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9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5" name="Freeform 734">
              <a:extLst>
                <a:ext uri="{FF2B5EF4-FFF2-40B4-BE49-F238E27FC236}">
                  <a16:creationId xmlns:a16="http://schemas.microsoft.com/office/drawing/2014/main" id="{C9147246-C5B0-48BF-98B9-41BFA878F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477"/>
              <a:ext cx="182" cy="77"/>
            </a:xfrm>
            <a:custGeom>
              <a:avLst/>
              <a:gdLst>
                <a:gd name="T0" fmla="*/ 62 w 182"/>
                <a:gd name="T1" fmla="*/ 77 h 77"/>
                <a:gd name="T2" fmla="*/ 182 w 182"/>
                <a:gd name="T3" fmla="*/ 50 h 77"/>
                <a:gd name="T4" fmla="*/ 121 w 182"/>
                <a:gd name="T5" fmla="*/ 0 h 77"/>
                <a:gd name="T6" fmla="*/ 0 w 182"/>
                <a:gd name="T7" fmla="*/ 28 h 77"/>
                <a:gd name="T8" fmla="*/ 62 w 182"/>
                <a:gd name="T9" fmla="*/ 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7">
                  <a:moveTo>
                    <a:pt x="62" y="77"/>
                  </a:moveTo>
                  <a:lnTo>
                    <a:pt x="182" y="50"/>
                  </a:lnTo>
                  <a:lnTo>
                    <a:pt x="121" y="0"/>
                  </a:lnTo>
                  <a:lnTo>
                    <a:pt x="0" y="28"/>
                  </a:lnTo>
                  <a:lnTo>
                    <a:pt x="62" y="7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6" name="Freeform 735">
              <a:extLst>
                <a:ext uri="{FF2B5EF4-FFF2-40B4-BE49-F238E27FC236}">
                  <a16:creationId xmlns:a16="http://schemas.microsoft.com/office/drawing/2014/main" id="{95AD0E61-2723-4725-A4AB-6B1A709DD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199"/>
              <a:ext cx="182" cy="76"/>
            </a:xfrm>
            <a:custGeom>
              <a:avLst/>
              <a:gdLst>
                <a:gd name="T0" fmla="*/ 61 w 182"/>
                <a:gd name="T1" fmla="*/ 76 h 76"/>
                <a:gd name="T2" fmla="*/ 182 w 182"/>
                <a:gd name="T3" fmla="*/ 50 h 76"/>
                <a:gd name="T4" fmla="*/ 120 w 182"/>
                <a:gd name="T5" fmla="*/ 0 h 76"/>
                <a:gd name="T6" fmla="*/ 0 w 182"/>
                <a:gd name="T7" fmla="*/ 28 h 76"/>
                <a:gd name="T8" fmla="*/ 61 w 182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61" y="76"/>
                  </a:moveTo>
                  <a:lnTo>
                    <a:pt x="182" y="50"/>
                  </a:lnTo>
                  <a:lnTo>
                    <a:pt x="120" y="0"/>
                  </a:lnTo>
                  <a:lnTo>
                    <a:pt x="0" y="28"/>
                  </a:lnTo>
                  <a:lnTo>
                    <a:pt x="61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7" name="Freeform 736">
              <a:extLst>
                <a:ext uri="{FF2B5EF4-FFF2-40B4-BE49-F238E27FC236}">
                  <a16:creationId xmlns:a16="http://schemas.microsoft.com/office/drawing/2014/main" id="{CCD9F354-0E0F-4829-845C-63E57A33B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1107"/>
              <a:ext cx="183" cy="76"/>
            </a:xfrm>
            <a:custGeom>
              <a:avLst/>
              <a:gdLst>
                <a:gd name="T0" fmla="*/ 62 w 183"/>
                <a:gd name="T1" fmla="*/ 76 h 76"/>
                <a:gd name="T2" fmla="*/ 183 w 183"/>
                <a:gd name="T3" fmla="*/ 48 h 76"/>
                <a:gd name="T4" fmla="*/ 120 w 183"/>
                <a:gd name="T5" fmla="*/ 0 h 76"/>
                <a:gd name="T6" fmla="*/ 0 w 183"/>
                <a:gd name="T7" fmla="*/ 26 h 76"/>
                <a:gd name="T8" fmla="*/ 62 w 183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6">
                  <a:moveTo>
                    <a:pt x="62" y="76"/>
                  </a:moveTo>
                  <a:lnTo>
                    <a:pt x="183" y="48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8" name="Freeform 737">
              <a:extLst>
                <a:ext uri="{FF2B5EF4-FFF2-40B4-BE49-F238E27FC236}">
                  <a16:creationId xmlns:a16="http://schemas.microsoft.com/office/drawing/2014/main" id="{BAA49436-1461-41B6-A288-0716FC0B3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013"/>
              <a:ext cx="183" cy="77"/>
            </a:xfrm>
            <a:custGeom>
              <a:avLst/>
              <a:gdLst>
                <a:gd name="T0" fmla="*/ 62 w 183"/>
                <a:gd name="T1" fmla="*/ 77 h 77"/>
                <a:gd name="T2" fmla="*/ 183 w 183"/>
                <a:gd name="T3" fmla="*/ 50 h 77"/>
                <a:gd name="T4" fmla="*/ 120 w 183"/>
                <a:gd name="T5" fmla="*/ 0 h 77"/>
                <a:gd name="T6" fmla="*/ 0 w 183"/>
                <a:gd name="T7" fmla="*/ 28 h 77"/>
                <a:gd name="T8" fmla="*/ 62 w 183"/>
                <a:gd name="T9" fmla="*/ 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7">
                  <a:moveTo>
                    <a:pt x="62" y="77"/>
                  </a:moveTo>
                  <a:lnTo>
                    <a:pt x="183" y="50"/>
                  </a:lnTo>
                  <a:lnTo>
                    <a:pt x="120" y="0"/>
                  </a:lnTo>
                  <a:lnTo>
                    <a:pt x="0" y="28"/>
                  </a:lnTo>
                  <a:lnTo>
                    <a:pt x="62" y="77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9" name="Freeform 738">
              <a:extLst>
                <a:ext uri="{FF2B5EF4-FFF2-40B4-BE49-F238E27FC236}">
                  <a16:creationId xmlns:a16="http://schemas.microsoft.com/office/drawing/2014/main" id="{3909AD56-C5DD-48FE-8D77-CB79B8F0B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63"/>
              <a:ext cx="182" cy="76"/>
            </a:xfrm>
            <a:custGeom>
              <a:avLst/>
              <a:gdLst>
                <a:gd name="T0" fmla="*/ 62 w 182"/>
                <a:gd name="T1" fmla="*/ 76 h 76"/>
                <a:gd name="T2" fmla="*/ 182 w 182"/>
                <a:gd name="T3" fmla="*/ 50 h 76"/>
                <a:gd name="T4" fmla="*/ 120 w 182"/>
                <a:gd name="T5" fmla="*/ 0 h 76"/>
                <a:gd name="T6" fmla="*/ 0 w 182"/>
                <a:gd name="T7" fmla="*/ 28 h 76"/>
                <a:gd name="T8" fmla="*/ 62 w 182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6">
                  <a:moveTo>
                    <a:pt x="62" y="76"/>
                  </a:moveTo>
                  <a:lnTo>
                    <a:pt x="182" y="50"/>
                  </a:lnTo>
                  <a:lnTo>
                    <a:pt x="120" y="0"/>
                  </a:lnTo>
                  <a:lnTo>
                    <a:pt x="0" y="28"/>
                  </a:lnTo>
                  <a:lnTo>
                    <a:pt x="62" y="76"/>
                  </a:lnTo>
                  <a:close/>
                </a:path>
              </a:pathLst>
            </a:custGeom>
            <a:solidFill>
              <a:srgbClr val="EC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0" name="Freeform 739">
              <a:extLst>
                <a:ext uri="{FF2B5EF4-FFF2-40B4-BE49-F238E27FC236}">
                  <a16:creationId xmlns:a16="http://schemas.microsoft.com/office/drawing/2014/main" id="{28350778-7A94-400C-93F7-D6FEFAA8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970"/>
              <a:ext cx="176" cy="71"/>
            </a:xfrm>
            <a:custGeom>
              <a:avLst/>
              <a:gdLst>
                <a:gd name="T0" fmla="*/ 176 w 176"/>
                <a:gd name="T1" fmla="*/ 43 h 71"/>
                <a:gd name="T2" fmla="*/ 121 w 176"/>
                <a:gd name="T3" fmla="*/ 0 h 71"/>
                <a:gd name="T4" fmla="*/ 0 w 176"/>
                <a:gd name="T5" fmla="*/ 27 h 71"/>
                <a:gd name="T6" fmla="*/ 56 w 176"/>
                <a:gd name="T7" fmla="*/ 71 h 71"/>
                <a:gd name="T8" fmla="*/ 176 w 176"/>
                <a:gd name="T9" fmla="*/ 4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176" y="43"/>
                  </a:move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lnTo>
                    <a:pt x="176" y="43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1" name="Freeform 740">
              <a:extLst>
                <a:ext uri="{FF2B5EF4-FFF2-40B4-BE49-F238E27FC236}">
                  <a16:creationId xmlns:a16="http://schemas.microsoft.com/office/drawing/2014/main" id="{FB9A9A57-6240-4542-A306-F9A0B7F0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063"/>
              <a:ext cx="175" cy="70"/>
            </a:xfrm>
            <a:custGeom>
              <a:avLst/>
              <a:gdLst>
                <a:gd name="T0" fmla="*/ 55 w 175"/>
                <a:gd name="T1" fmla="*/ 70 h 70"/>
                <a:gd name="T2" fmla="*/ 175 w 175"/>
                <a:gd name="T3" fmla="*/ 44 h 70"/>
                <a:gd name="T4" fmla="*/ 121 w 175"/>
                <a:gd name="T5" fmla="*/ 0 h 70"/>
                <a:gd name="T6" fmla="*/ 0 w 175"/>
                <a:gd name="T7" fmla="*/ 27 h 70"/>
                <a:gd name="T8" fmla="*/ 55 w 175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0">
                  <a:moveTo>
                    <a:pt x="55" y="70"/>
                  </a:moveTo>
                  <a:lnTo>
                    <a:pt x="175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2" name="Freeform 741">
              <a:extLst>
                <a:ext uri="{FF2B5EF4-FFF2-40B4-BE49-F238E27FC236}">
                  <a16:creationId xmlns:a16="http://schemas.microsoft.com/office/drawing/2014/main" id="{640A85BE-098B-4A34-AFA3-1989B5536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155"/>
              <a:ext cx="176" cy="72"/>
            </a:xfrm>
            <a:custGeom>
              <a:avLst/>
              <a:gdLst>
                <a:gd name="T0" fmla="*/ 56 w 176"/>
                <a:gd name="T1" fmla="*/ 72 h 72"/>
                <a:gd name="T2" fmla="*/ 176 w 176"/>
                <a:gd name="T3" fmla="*/ 44 h 72"/>
                <a:gd name="T4" fmla="*/ 121 w 176"/>
                <a:gd name="T5" fmla="*/ 0 h 72"/>
                <a:gd name="T6" fmla="*/ 0 w 176"/>
                <a:gd name="T7" fmla="*/ 28 h 72"/>
                <a:gd name="T8" fmla="*/ 56 w 176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2">
                  <a:moveTo>
                    <a:pt x="56" y="72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8"/>
                  </a:lnTo>
                  <a:lnTo>
                    <a:pt x="56" y="72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3" name="Freeform 742">
              <a:extLst>
                <a:ext uri="{FF2B5EF4-FFF2-40B4-BE49-F238E27FC236}">
                  <a16:creationId xmlns:a16="http://schemas.microsoft.com/office/drawing/2014/main" id="{44BBEEBC-7885-4D14-82B5-A4DF76F74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249"/>
              <a:ext cx="177" cy="70"/>
            </a:xfrm>
            <a:custGeom>
              <a:avLst/>
              <a:gdLst>
                <a:gd name="T0" fmla="*/ 56 w 177"/>
                <a:gd name="T1" fmla="*/ 70 h 70"/>
                <a:gd name="T2" fmla="*/ 177 w 177"/>
                <a:gd name="T3" fmla="*/ 43 h 70"/>
                <a:gd name="T4" fmla="*/ 121 w 177"/>
                <a:gd name="T5" fmla="*/ 0 h 70"/>
                <a:gd name="T6" fmla="*/ 0 w 177"/>
                <a:gd name="T7" fmla="*/ 26 h 70"/>
                <a:gd name="T8" fmla="*/ 56 w 17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70">
                  <a:moveTo>
                    <a:pt x="56" y="70"/>
                  </a:moveTo>
                  <a:lnTo>
                    <a:pt x="177" y="43"/>
                  </a:lnTo>
                  <a:lnTo>
                    <a:pt x="121" y="0"/>
                  </a:lnTo>
                  <a:lnTo>
                    <a:pt x="0" y="26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4" name="Freeform 743">
              <a:extLst>
                <a:ext uri="{FF2B5EF4-FFF2-40B4-BE49-F238E27FC236}">
                  <a16:creationId xmlns:a16="http://schemas.microsoft.com/office/drawing/2014/main" id="{5ED91E4E-3E00-4415-9B91-DD8499738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341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4 h 70"/>
                <a:gd name="T4" fmla="*/ 121 w 176"/>
                <a:gd name="T5" fmla="*/ 0 h 70"/>
                <a:gd name="T6" fmla="*/ 0 w 176"/>
                <a:gd name="T7" fmla="*/ 27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5" name="Freeform 744">
              <a:extLst>
                <a:ext uri="{FF2B5EF4-FFF2-40B4-BE49-F238E27FC236}">
                  <a16:creationId xmlns:a16="http://schemas.microsoft.com/office/drawing/2014/main" id="{188B8EC4-623B-4B57-8968-48E7FB9DF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1434"/>
              <a:ext cx="176" cy="71"/>
            </a:xfrm>
            <a:custGeom>
              <a:avLst/>
              <a:gdLst>
                <a:gd name="T0" fmla="*/ 55 w 176"/>
                <a:gd name="T1" fmla="*/ 71 h 71"/>
                <a:gd name="T2" fmla="*/ 176 w 176"/>
                <a:gd name="T3" fmla="*/ 43 h 71"/>
                <a:gd name="T4" fmla="*/ 120 w 176"/>
                <a:gd name="T5" fmla="*/ 0 h 71"/>
                <a:gd name="T6" fmla="*/ 0 w 176"/>
                <a:gd name="T7" fmla="*/ 27 h 71"/>
                <a:gd name="T8" fmla="*/ 55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5" y="71"/>
                  </a:moveTo>
                  <a:lnTo>
                    <a:pt x="176" y="43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5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6" name="Freeform 745">
              <a:extLst>
                <a:ext uri="{FF2B5EF4-FFF2-40B4-BE49-F238E27FC236}">
                  <a16:creationId xmlns:a16="http://schemas.microsoft.com/office/drawing/2014/main" id="{D3F380D0-E684-4707-B97F-8A4678C22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27"/>
              <a:ext cx="176" cy="70"/>
            </a:xfrm>
            <a:custGeom>
              <a:avLst/>
              <a:gdLst>
                <a:gd name="T0" fmla="*/ 55 w 176"/>
                <a:gd name="T1" fmla="*/ 70 h 70"/>
                <a:gd name="T2" fmla="*/ 176 w 176"/>
                <a:gd name="T3" fmla="*/ 44 h 70"/>
                <a:gd name="T4" fmla="*/ 120 w 176"/>
                <a:gd name="T5" fmla="*/ 0 h 70"/>
                <a:gd name="T6" fmla="*/ 0 w 176"/>
                <a:gd name="T7" fmla="*/ 27 h 70"/>
                <a:gd name="T8" fmla="*/ 55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5" y="70"/>
                  </a:moveTo>
                  <a:lnTo>
                    <a:pt x="176" y="44"/>
                  </a:lnTo>
                  <a:lnTo>
                    <a:pt x="120" y="0"/>
                  </a:lnTo>
                  <a:lnTo>
                    <a:pt x="0" y="27"/>
                  </a:lnTo>
                  <a:lnTo>
                    <a:pt x="55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7" name="Freeform 746">
              <a:extLst>
                <a:ext uri="{FF2B5EF4-FFF2-40B4-BE49-F238E27FC236}">
                  <a16:creationId xmlns:a16="http://schemas.microsoft.com/office/drawing/2014/main" id="{0D612B48-13B6-45F7-AECF-E1D409E65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619"/>
              <a:ext cx="175" cy="72"/>
            </a:xfrm>
            <a:custGeom>
              <a:avLst/>
              <a:gdLst>
                <a:gd name="T0" fmla="*/ 55 w 175"/>
                <a:gd name="T1" fmla="*/ 72 h 72"/>
                <a:gd name="T2" fmla="*/ 175 w 175"/>
                <a:gd name="T3" fmla="*/ 44 h 72"/>
                <a:gd name="T4" fmla="*/ 120 w 175"/>
                <a:gd name="T5" fmla="*/ 0 h 72"/>
                <a:gd name="T6" fmla="*/ 0 w 175"/>
                <a:gd name="T7" fmla="*/ 28 h 72"/>
                <a:gd name="T8" fmla="*/ 55 w 175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2">
                  <a:moveTo>
                    <a:pt x="55" y="72"/>
                  </a:moveTo>
                  <a:lnTo>
                    <a:pt x="175" y="44"/>
                  </a:lnTo>
                  <a:lnTo>
                    <a:pt x="120" y="0"/>
                  </a:lnTo>
                  <a:lnTo>
                    <a:pt x="0" y="28"/>
                  </a:lnTo>
                  <a:lnTo>
                    <a:pt x="55" y="72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8" name="Freeform 747">
              <a:extLst>
                <a:ext uri="{FF2B5EF4-FFF2-40B4-BE49-F238E27FC236}">
                  <a16:creationId xmlns:a16="http://schemas.microsoft.com/office/drawing/2014/main" id="{4377F263-D27C-49C9-B5A9-0FBB38B2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713"/>
              <a:ext cx="176" cy="70"/>
            </a:xfrm>
            <a:custGeom>
              <a:avLst/>
              <a:gdLst>
                <a:gd name="T0" fmla="*/ 56 w 176"/>
                <a:gd name="T1" fmla="*/ 70 h 70"/>
                <a:gd name="T2" fmla="*/ 176 w 176"/>
                <a:gd name="T3" fmla="*/ 43 h 70"/>
                <a:gd name="T4" fmla="*/ 120 w 176"/>
                <a:gd name="T5" fmla="*/ 0 h 70"/>
                <a:gd name="T6" fmla="*/ 0 w 176"/>
                <a:gd name="T7" fmla="*/ 26 h 70"/>
                <a:gd name="T8" fmla="*/ 56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6" y="70"/>
                  </a:moveTo>
                  <a:lnTo>
                    <a:pt x="176" y="43"/>
                  </a:lnTo>
                  <a:lnTo>
                    <a:pt x="120" y="0"/>
                  </a:lnTo>
                  <a:lnTo>
                    <a:pt x="0" y="26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9" name="Freeform 748">
              <a:extLst>
                <a:ext uri="{FF2B5EF4-FFF2-40B4-BE49-F238E27FC236}">
                  <a16:creationId xmlns:a16="http://schemas.microsoft.com/office/drawing/2014/main" id="{61DC2CAD-B264-42DC-B77B-301DB0712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805"/>
              <a:ext cx="176" cy="70"/>
            </a:xfrm>
            <a:custGeom>
              <a:avLst/>
              <a:gdLst>
                <a:gd name="T0" fmla="*/ 56 w 176"/>
                <a:gd name="T1" fmla="*/ 70 h 70"/>
                <a:gd name="T2" fmla="*/ 176 w 176"/>
                <a:gd name="T3" fmla="*/ 44 h 70"/>
                <a:gd name="T4" fmla="*/ 121 w 176"/>
                <a:gd name="T5" fmla="*/ 0 h 70"/>
                <a:gd name="T6" fmla="*/ 0 w 176"/>
                <a:gd name="T7" fmla="*/ 27 h 70"/>
                <a:gd name="T8" fmla="*/ 56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6" y="70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0" name="Freeform 749">
              <a:extLst>
                <a:ext uri="{FF2B5EF4-FFF2-40B4-BE49-F238E27FC236}">
                  <a16:creationId xmlns:a16="http://schemas.microsoft.com/office/drawing/2014/main" id="{58612B78-E171-48FC-B316-5781B331F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1898"/>
              <a:ext cx="176" cy="71"/>
            </a:xfrm>
            <a:custGeom>
              <a:avLst/>
              <a:gdLst>
                <a:gd name="T0" fmla="*/ 56 w 176"/>
                <a:gd name="T1" fmla="*/ 71 h 71"/>
                <a:gd name="T2" fmla="*/ 176 w 176"/>
                <a:gd name="T3" fmla="*/ 43 h 71"/>
                <a:gd name="T4" fmla="*/ 121 w 176"/>
                <a:gd name="T5" fmla="*/ 0 h 71"/>
                <a:gd name="T6" fmla="*/ 0 w 176"/>
                <a:gd name="T7" fmla="*/ 27 h 71"/>
                <a:gd name="T8" fmla="*/ 56 w 176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1">
                  <a:moveTo>
                    <a:pt x="56" y="71"/>
                  </a:moveTo>
                  <a:lnTo>
                    <a:pt x="176" y="43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1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1" name="Freeform 750">
              <a:extLst>
                <a:ext uri="{FF2B5EF4-FFF2-40B4-BE49-F238E27FC236}">
                  <a16:creationId xmlns:a16="http://schemas.microsoft.com/office/drawing/2014/main" id="{B2F435B6-6219-48C4-A05F-3BF03FB7C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1991"/>
              <a:ext cx="176" cy="70"/>
            </a:xfrm>
            <a:custGeom>
              <a:avLst/>
              <a:gdLst>
                <a:gd name="T0" fmla="*/ 56 w 176"/>
                <a:gd name="T1" fmla="*/ 70 h 70"/>
                <a:gd name="T2" fmla="*/ 176 w 176"/>
                <a:gd name="T3" fmla="*/ 44 h 70"/>
                <a:gd name="T4" fmla="*/ 121 w 176"/>
                <a:gd name="T5" fmla="*/ 0 h 70"/>
                <a:gd name="T6" fmla="*/ 0 w 176"/>
                <a:gd name="T7" fmla="*/ 27 h 70"/>
                <a:gd name="T8" fmla="*/ 56 w 176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70">
                  <a:moveTo>
                    <a:pt x="56" y="70"/>
                  </a:moveTo>
                  <a:lnTo>
                    <a:pt x="176" y="44"/>
                  </a:lnTo>
                  <a:lnTo>
                    <a:pt x="121" y="0"/>
                  </a:lnTo>
                  <a:lnTo>
                    <a:pt x="0" y="27"/>
                  </a:lnTo>
                  <a:lnTo>
                    <a:pt x="56" y="70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2" name="Freeform 751">
              <a:extLst>
                <a:ext uri="{FF2B5EF4-FFF2-40B4-BE49-F238E27FC236}">
                  <a16:creationId xmlns:a16="http://schemas.microsoft.com/office/drawing/2014/main" id="{DB952A0E-313D-4DF3-B33D-9CB2E5E0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083"/>
              <a:ext cx="175" cy="72"/>
            </a:xfrm>
            <a:custGeom>
              <a:avLst/>
              <a:gdLst>
                <a:gd name="T0" fmla="*/ 55 w 175"/>
                <a:gd name="T1" fmla="*/ 72 h 72"/>
                <a:gd name="T2" fmla="*/ 175 w 175"/>
                <a:gd name="T3" fmla="*/ 44 h 72"/>
                <a:gd name="T4" fmla="*/ 121 w 175"/>
                <a:gd name="T5" fmla="*/ 0 h 72"/>
                <a:gd name="T6" fmla="*/ 0 w 175"/>
                <a:gd name="T7" fmla="*/ 28 h 72"/>
                <a:gd name="T8" fmla="*/ 55 w 175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72">
                  <a:moveTo>
                    <a:pt x="55" y="72"/>
                  </a:moveTo>
                  <a:lnTo>
                    <a:pt x="175" y="44"/>
                  </a:lnTo>
                  <a:lnTo>
                    <a:pt x="121" y="0"/>
                  </a:lnTo>
                  <a:lnTo>
                    <a:pt x="0" y="28"/>
                  </a:lnTo>
                  <a:lnTo>
                    <a:pt x="55" y="72"/>
                  </a:lnTo>
                  <a:close/>
                </a:path>
              </a:pathLst>
            </a:custGeom>
            <a:solidFill>
              <a:srgbClr val="F6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3" name="Freeform 752">
              <a:extLst>
                <a:ext uri="{FF2B5EF4-FFF2-40B4-BE49-F238E27FC236}">
                  <a16:creationId xmlns:a16="http://schemas.microsoft.com/office/drawing/2014/main" id="{71568D19-FBA0-4932-82BD-BAF65B10B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918"/>
              <a:ext cx="5084" cy="2069"/>
            </a:xfrm>
            <a:custGeom>
              <a:avLst/>
              <a:gdLst>
                <a:gd name="T0" fmla="*/ 0 w 5946"/>
                <a:gd name="T1" fmla="*/ 590 h 2418"/>
                <a:gd name="T2" fmla="*/ 347 w 5946"/>
                <a:gd name="T3" fmla="*/ 887 h 2418"/>
                <a:gd name="T4" fmla="*/ 1140 w 5946"/>
                <a:gd name="T5" fmla="*/ 1515 h 2418"/>
                <a:gd name="T6" fmla="*/ 2162 w 5946"/>
                <a:gd name="T7" fmla="*/ 1286 h 2418"/>
                <a:gd name="T8" fmla="*/ 3717 w 5946"/>
                <a:gd name="T9" fmla="*/ 881 h 2418"/>
                <a:gd name="T10" fmla="*/ 2590 w 5946"/>
                <a:gd name="T11" fmla="*/ 0 h 2418"/>
                <a:gd name="T12" fmla="*/ 1540 w 5946"/>
                <a:gd name="T13" fmla="*/ 266 h 2418"/>
                <a:gd name="T14" fmla="*/ 0 w 5946"/>
                <a:gd name="T15" fmla="*/ 590 h 2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46" h="2418">
                  <a:moveTo>
                    <a:pt x="0" y="942"/>
                  </a:moveTo>
                  <a:cubicBezTo>
                    <a:pt x="0" y="942"/>
                    <a:pt x="436" y="1298"/>
                    <a:pt x="555" y="1417"/>
                  </a:cubicBezTo>
                  <a:cubicBezTo>
                    <a:pt x="673" y="1536"/>
                    <a:pt x="1536" y="2299"/>
                    <a:pt x="1823" y="2418"/>
                  </a:cubicBezTo>
                  <a:cubicBezTo>
                    <a:pt x="1823" y="2418"/>
                    <a:pt x="3250" y="2071"/>
                    <a:pt x="3458" y="2052"/>
                  </a:cubicBezTo>
                  <a:cubicBezTo>
                    <a:pt x="3667" y="2032"/>
                    <a:pt x="5946" y="1407"/>
                    <a:pt x="5946" y="1407"/>
                  </a:cubicBezTo>
                  <a:cubicBezTo>
                    <a:pt x="5946" y="1407"/>
                    <a:pt x="4171" y="82"/>
                    <a:pt x="4142" y="0"/>
                  </a:cubicBezTo>
                  <a:cubicBezTo>
                    <a:pt x="4142" y="0"/>
                    <a:pt x="3003" y="337"/>
                    <a:pt x="2463" y="424"/>
                  </a:cubicBezTo>
                  <a:cubicBezTo>
                    <a:pt x="2275" y="454"/>
                    <a:pt x="0" y="942"/>
                    <a:pt x="0" y="942"/>
                  </a:cubicBez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6" name="wicker-picnic-basket-with-food">
            <a:extLst>
              <a:ext uri="{FF2B5EF4-FFF2-40B4-BE49-F238E27FC236}">
                <a16:creationId xmlns:a16="http://schemas.microsoft.com/office/drawing/2014/main" id="{4C4544CA-7B25-4D53-8658-1B3904492763}"/>
              </a:ext>
            </a:extLst>
          </p:cNvPr>
          <p:cNvGrpSpPr>
            <a:grpSpLocks/>
          </p:cNvGrpSpPr>
          <p:nvPr/>
        </p:nvGrpSpPr>
        <p:grpSpPr bwMode="auto">
          <a:xfrm>
            <a:off x="5646738" y="3455988"/>
            <a:ext cx="2257425" cy="2176462"/>
            <a:chOff x="3353" y="2057"/>
            <a:chExt cx="1422" cy="1371"/>
          </a:xfrm>
        </p:grpSpPr>
        <p:grpSp>
          <p:nvGrpSpPr>
            <p:cNvPr id="40967" name="Group 754">
              <a:extLst>
                <a:ext uri="{FF2B5EF4-FFF2-40B4-BE49-F238E27FC236}">
                  <a16:creationId xmlns:a16="http://schemas.microsoft.com/office/drawing/2014/main" id="{9BBB8E36-CA37-4BC1-BA9B-8FF6006FB4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3" y="2057"/>
              <a:ext cx="1422" cy="1371"/>
              <a:chOff x="3353" y="2057"/>
              <a:chExt cx="1422" cy="1371"/>
            </a:xfrm>
          </p:grpSpPr>
          <p:sp>
            <p:nvSpPr>
              <p:cNvPr id="41059" name="Freeform 755">
                <a:extLst>
                  <a:ext uri="{FF2B5EF4-FFF2-40B4-BE49-F238E27FC236}">
                    <a16:creationId xmlns:a16="http://schemas.microsoft.com/office/drawing/2014/main" id="{08249934-E14C-4111-BBCE-DDA39CBCA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531"/>
                <a:ext cx="724" cy="288"/>
              </a:xfrm>
              <a:custGeom>
                <a:avLst/>
                <a:gdLst>
                  <a:gd name="T0" fmla="*/ 0 w 724"/>
                  <a:gd name="T1" fmla="*/ 43 h 288"/>
                  <a:gd name="T2" fmla="*/ 60 w 724"/>
                  <a:gd name="T3" fmla="*/ 181 h 288"/>
                  <a:gd name="T4" fmla="*/ 262 w 724"/>
                  <a:gd name="T5" fmla="*/ 281 h 288"/>
                  <a:gd name="T6" fmla="*/ 470 w 724"/>
                  <a:gd name="T7" fmla="*/ 288 h 288"/>
                  <a:gd name="T8" fmla="*/ 724 w 724"/>
                  <a:gd name="T9" fmla="*/ 238 h 288"/>
                  <a:gd name="T10" fmla="*/ 708 w 724"/>
                  <a:gd name="T11" fmla="*/ 179 h 288"/>
                  <a:gd name="T12" fmla="*/ 411 w 724"/>
                  <a:gd name="T13" fmla="*/ 0 h 288"/>
                  <a:gd name="T14" fmla="*/ 0 w 724"/>
                  <a:gd name="T15" fmla="*/ 43 h 2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4" h="288">
                    <a:moveTo>
                      <a:pt x="0" y="43"/>
                    </a:moveTo>
                    <a:lnTo>
                      <a:pt x="60" y="181"/>
                    </a:lnTo>
                    <a:lnTo>
                      <a:pt x="262" y="281"/>
                    </a:lnTo>
                    <a:lnTo>
                      <a:pt x="470" y="288"/>
                    </a:lnTo>
                    <a:lnTo>
                      <a:pt x="724" y="238"/>
                    </a:lnTo>
                    <a:lnTo>
                      <a:pt x="708" y="179"/>
                    </a:lnTo>
                    <a:lnTo>
                      <a:pt x="411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B19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0" name="Freeform 756">
                <a:extLst>
                  <a:ext uri="{FF2B5EF4-FFF2-40B4-BE49-F238E27FC236}">
                    <a16:creationId xmlns:a16="http://schemas.microsoft.com/office/drawing/2014/main" id="{4179A639-A0DF-4C04-A0F8-FC54C3523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531"/>
                <a:ext cx="724" cy="288"/>
              </a:xfrm>
              <a:custGeom>
                <a:avLst/>
                <a:gdLst>
                  <a:gd name="T0" fmla="*/ 0 w 724"/>
                  <a:gd name="T1" fmla="*/ 43 h 288"/>
                  <a:gd name="T2" fmla="*/ 60 w 724"/>
                  <a:gd name="T3" fmla="*/ 181 h 288"/>
                  <a:gd name="T4" fmla="*/ 262 w 724"/>
                  <a:gd name="T5" fmla="*/ 281 h 288"/>
                  <a:gd name="T6" fmla="*/ 470 w 724"/>
                  <a:gd name="T7" fmla="*/ 288 h 288"/>
                  <a:gd name="T8" fmla="*/ 724 w 724"/>
                  <a:gd name="T9" fmla="*/ 238 h 288"/>
                  <a:gd name="T10" fmla="*/ 708 w 724"/>
                  <a:gd name="T11" fmla="*/ 179 h 288"/>
                  <a:gd name="T12" fmla="*/ 411 w 724"/>
                  <a:gd name="T13" fmla="*/ 0 h 288"/>
                  <a:gd name="T14" fmla="*/ 0 w 724"/>
                  <a:gd name="T15" fmla="*/ 43 h 2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4" h="288">
                    <a:moveTo>
                      <a:pt x="0" y="43"/>
                    </a:moveTo>
                    <a:lnTo>
                      <a:pt x="60" y="181"/>
                    </a:lnTo>
                    <a:lnTo>
                      <a:pt x="262" y="281"/>
                    </a:lnTo>
                    <a:lnTo>
                      <a:pt x="470" y="288"/>
                    </a:lnTo>
                    <a:lnTo>
                      <a:pt x="724" y="238"/>
                    </a:lnTo>
                    <a:lnTo>
                      <a:pt x="708" y="179"/>
                    </a:lnTo>
                    <a:lnTo>
                      <a:pt x="411" y="0"/>
                    </a:lnTo>
                    <a:lnTo>
                      <a:pt x="0" y="43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1" name="Freeform 757">
                <a:extLst>
                  <a:ext uri="{FF2B5EF4-FFF2-40B4-BE49-F238E27FC236}">
                    <a16:creationId xmlns:a16="http://schemas.microsoft.com/office/drawing/2014/main" id="{3F4CA456-EA64-420E-84B2-478EFC1E6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369"/>
                <a:ext cx="1074" cy="456"/>
              </a:xfrm>
              <a:custGeom>
                <a:avLst/>
                <a:gdLst>
                  <a:gd name="T0" fmla="*/ 645 w 1346"/>
                  <a:gd name="T1" fmla="*/ 226 h 536"/>
                  <a:gd name="T2" fmla="*/ 87 w 1346"/>
                  <a:gd name="T3" fmla="*/ 5 h 536"/>
                  <a:gd name="T4" fmla="*/ 66 w 1346"/>
                  <a:gd name="T5" fmla="*/ 105 h 536"/>
                  <a:gd name="T6" fmla="*/ 684 w 1346"/>
                  <a:gd name="T7" fmla="*/ 330 h 536"/>
                  <a:gd name="T8" fmla="*/ 645 w 1346"/>
                  <a:gd name="T9" fmla="*/ 226 h 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6" h="536">
                    <a:moveTo>
                      <a:pt x="1270" y="368"/>
                    </a:moveTo>
                    <a:cubicBezTo>
                      <a:pt x="1270" y="368"/>
                      <a:pt x="236" y="16"/>
                      <a:pt x="170" y="8"/>
                    </a:cubicBezTo>
                    <a:cubicBezTo>
                      <a:pt x="104" y="0"/>
                      <a:pt x="0" y="74"/>
                      <a:pt x="130" y="172"/>
                    </a:cubicBezTo>
                    <a:cubicBezTo>
                      <a:pt x="232" y="249"/>
                      <a:pt x="1346" y="536"/>
                      <a:pt x="1346" y="536"/>
                    </a:cubicBezTo>
                    <a:lnTo>
                      <a:pt x="1270" y="368"/>
                    </a:lnTo>
                    <a:close/>
                  </a:path>
                </a:pathLst>
              </a:custGeom>
              <a:solidFill>
                <a:srgbClr val="F5E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2" name="Freeform 758">
                <a:extLst>
                  <a:ext uri="{FF2B5EF4-FFF2-40B4-BE49-F238E27FC236}">
                    <a16:creationId xmlns:a16="http://schemas.microsoft.com/office/drawing/2014/main" id="{2BB9FE19-B49B-4399-8E72-2B1788B1C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418"/>
                <a:ext cx="1026" cy="407"/>
              </a:xfrm>
              <a:custGeom>
                <a:avLst/>
                <a:gdLst>
                  <a:gd name="T0" fmla="*/ 36 w 1286"/>
                  <a:gd name="T1" fmla="*/ 40 h 479"/>
                  <a:gd name="T2" fmla="*/ 6 w 1286"/>
                  <a:gd name="T3" fmla="*/ 0 h 479"/>
                  <a:gd name="T4" fmla="*/ 36 w 1286"/>
                  <a:gd name="T5" fmla="*/ 71 h 479"/>
                  <a:gd name="T6" fmla="*/ 653 w 1286"/>
                  <a:gd name="T7" fmla="*/ 294 h 479"/>
                  <a:gd name="T8" fmla="*/ 640 w 1286"/>
                  <a:gd name="T9" fmla="*/ 259 h 479"/>
                  <a:gd name="T10" fmla="*/ 36 w 1286"/>
                  <a:gd name="T11" fmla="*/ 40 h 4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6" h="479">
                    <a:moveTo>
                      <a:pt x="70" y="65"/>
                    </a:moveTo>
                    <a:cubicBezTo>
                      <a:pt x="39" y="42"/>
                      <a:pt x="21" y="20"/>
                      <a:pt x="13" y="0"/>
                    </a:cubicBezTo>
                    <a:cubicBezTo>
                      <a:pt x="0" y="29"/>
                      <a:pt x="9" y="70"/>
                      <a:pt x="70" y="115"/>
                    </a:cubicBezTo>
                    <a:cubicBezTo>
                      <a:pt x="172" y="192"/>
                      <a:pt x="1286" y="479"/>
                      <a:pt x="1286" y="479"/>
                    </a:cubicBezTo>
                    <a:cubicBezTo>
                      <a:pt x="1260" y="423"/>
                      <a:pt x="1260" y="423"/>
                      <a:pt x="1260" y="423"/>
                    </a:cubicBezTo>
                    <a:cubicBezTo>
                      <a:pt x="1093" y="379"/>
                      <a:pt x="163" y="135"/>
                      <a:pt x="70" y="65"/>
                    </a:cubicBezTo>
                    <a:close/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3" name="Freeform 759">
                <a:extLst>
                  <a:ext uri="{FF2B5EF4-FFF2-40B4-BE49-F238E27FC236}">
                    <a16:creationId xmlns:a16="http://schemas.microsoft.com/office/drawing/2014/main" id="{4C43F475-5C6D-4A02-A538-DFB3DF7CE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432"/>
                <a:ext cx="237" cy="140"/>
              </a:xfrm>
              <a:custGeom>
                <a:avLst/>
                <a:gdLst>
                  <a:gd name="T0" fmla="*/ 0 w 297"/>
                  <a:gd name="T1" fmla="*/ 0 h 164"/>
                  <a:gd name="T2" fmla="*/ 65 w 297"/>
                  <a:gd name="T3" fmla="*/ 31 h 164"/>
                  <a:gd name="T4" fmla="*/ 102 w 297"/>
                  <a:gd name="T5" fmla="*/ 67 h 164"/>
                  <a:gd name="T6" fmla="*/ 151 w 297"/>
                  <a:gd name="T7" fmla="*/ 93 h 164"/>
                  <a:gd name="T8" fmla="*/ 102 w 297"/>
                  <a:gd name="T9" fmla="*/ 91 h 164"/>
                  <a:gd name="T10" fmla="*/ 58 w 297"/>
                  <a:gd name="T11" fmla="*/ 74 h 164"/>
                  <a:gd name="T12" fmla="*/ 26 w 297"/>
                  <a:gd name="T13" fmla="*/ 50 h 164"/>
                  <a:gd name="T14" fmla="*/ 3 w 297"/>
                  <a:gd name="T15" fmla="*/ 26 h 1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7" h="164">
                    <a:moveTo>
                      <a:pt x="0" y="0"/>
                    </a:moveTo>
                    <a:cubicBezTo>
                      <a:pt x="27" y="30"/>
                      <a:pt x="87" y="50"/>
                      <a:pt x="128" y="49"/>
                    </a:cubicBezTo>
                    <a:cubicBezTo>
                      <a:pt x="139" y="76"/>
                      <a:pt x="177" y="93"/>
                      <a:pt x="200" y="108"/>
                    </a:cubicBezTo>
                    <a:cubicBezTo>
                      <a:pt x="229" y="127"/>
                      <a:pt x="268" y="132"/>
                      <a:pt x="297" y="150"/>
                    </a:cubicBezTo>
                    <a:cubicBezTo>
                      <a:pt x="275" y="164"/>
                      <a:pt x="227" y="151"/>
                      <a:pt x="202" y="147"/>
                    </a:cubicBezTo>
                    <a:cubicBezTo>
                      <a:pt x="172" y="142"/>
                      <a:pt x="143" y="132"/>
                      <a:pt x="114" y="120"/>
                    </a:cubicBezTo>
                    <a:cubicBezTo>
                      <a:pt x="89" y="109"/>
                      <a:pt x="72" y="96"/>
                      <a:pt x="50" y="80"/>
                    </a:cubicBezTo>
                    <a:cubicBezTo>
                      <a:pt x="38" y="71"/>
                      <a:pt x="12" y="58"/>
                      <a:pt x="6" y="42"/>
                    </a:cubicBezTo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4" name="Freeform 760">
                <a:extLst>
                  <a:ext uri="{FF2B5EF4-FFF2-40B4-BE49-F238E27FC236}">
                    <a16:creationId xmlns:a16="http://schemas.microsoft.com/office/drawing/2014/main" id="{49DE294A-666C-4824-9209-CAE37B9C1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543"/>
                <a:ext cx="335" cy="128"/>
              </a:xfrm>
              <a:custGeom>
                <a:avLst/>
                <a:gdLst>
                  <a:gd name="T0" fmla="*/ 1 w 421"/>
                  <a:gd name="T1" fmla="*/ 7 h 150"/>
                  <a:gd name="T2" fmla="*/ 26 w 421"/>
                  <a:gd name="T3" fmla="*/ 10 h 150"/>
                  <a:gd name="T4" fmla="*/ 54 w 421"/>
                  <a:gd name="T5" fmla="*/ 5 h 150"/>
                  <a:gd name="T6" fmla="*/ 104 w 421"/>
                  <a:gd name="T7" fmla="*/ 22 h 150"/>
                  <a:gd name="T8" fmla="*/ 212 w 421"/>
                  <a:gd name="T9" fmla="*/ 85 h 150"/>
                  <a:gd name="T10" fmla="*/ 168 w 421"/>
                  <a:gd name="T11" fmla="*/ 81 h 150"/>
                  <a:gd name="T12" fmla="*/ 115 w 421"/>
                  <a:gd name="T13" fmla="*/ 66 h 150"/>
                  <a:gd name="T14" fmla="*/ 74 w 421"/>
                  <a:gd name="T15" fmla="*/ 49 h 150"/>
                  <a:gd name="T16" fmla="*/ 25 w 421"/>
                  <a:gd name="T17" fmla="*/ 23 h 1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1" h="150">
                    <a:moveTo>
                      <a:pt x="1" y="10"/>
                    </a:moveTo>
                    <a:cubicBezTo>
                      <a:pt x="0" y="0"/>
                      <a:pt x="41" y="16"/>
                      <a:pt x="52" y="16"/>
                    </a:cubicBezTo>
                    <a:cubicBezTo>
                      <a:pt x="70" y="17"/>
                      <a:pt x="89" y="10"/>
                      <a:pt x="107" y="8"/>
                    </a:cubicBezTo>
                    <a:cubicBezTo>
                      <a:pt x="142" y="5"/>
                      <a:pt x="175" y="23"/>
                      <a:pt x="207" y="36"/>
                    </a:cubicBezTo>
                    <a:cubicBezTo>
                      <a:pt x="280" y="65"/>
                      <a:pt x="354" y="95"/>
                      <a:pt x="421" y="137"/>
                    </a:cubicBezTo>
                    <a:cubicBezTo>
                      <a:pt x="405" y="150"/>
                      <a:pt x="353" y="133"/>
                      <a:pt x="333" y="130"/>
                    </a:cubicBezTo>
                    <a:cubicBezTo>
                      <a:pt x="296" y="125"/>
                      <a:pt x="264" y="112"/>
                      <a:pt x="229" y="105"/>
                    </a:cubicBezTo>
                    <a:cubicBezTo>
                      <a:pt x="201" y="99"/>
                      <a:pt x="173" y="92"/>
                      <a:pt x="147" y="80"/>
                    </a:cubicBezTo>
                    <a:cubicBezTo>
                      <a:pt x="116" y="66"/>
                      <a:pt x="76" y="56"/>
                      <a:pt x="49" y="38"/>
                    </a:cubicBezTo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5" name="Freeform 761">
                <a:extLst>
                  <a:ext uri="{FF2B5EF4-FFF2-40B4-BE49-F238E27FC236}">
                    <a16:creationId xmlns:a16="http://schemas.microsoft.com/office/drawing/2014/main" id="{5D8F4817-9F63-4C3C-88DC-26FB943FC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661"/>
                <a:ext cx="284" cy="105"/>
              </a:xfrm>
              <a:custGeom>
                <a:avLst/>
                <a:gdLst>
                  <a:gd name="T0" fmla="*/ 0 w 356"/>
                  <a:gd name="T1" fmla="*/ 3 h 123"/>
                  <a:gd name="T2" fmla="*/ 26 w 356"/>
                  <a:gd name="T3" fmla="*/ 9 h 123"/>
                  <a:gd name="T4" fmla="*/ 57 w 356"/>
                  <a:gd name="T5" fmla="*/ 18 h 123"/>
                  <a:gd name="T6" fmla="*/ 102 w 356"/>
                  <a:gd name="T7" fmla="*/ 26 h 123"/>
                  <a:gd name="T8" fmla="*/ 137 w 356"/>
                  <a:gd name="T9" fmla="*/ 45 h 123"/>
                  <a:gd name="T10" fmla="*/ 181 w 356"/>
                  <a:gd name="T11" fmla="*/ 66 h 123"/>
                  <a:gd name="T12" fmla="*/ 129 w 356"/>
                  <a:gd name="T13" fmla="*/ 61 h 123"/>
                  <a:gd name="T14" fmla="*/ 94 w 356"/>
                  <a:gd name="T15" fmla="*/ 49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6" h="123">
                    <a:moveTo>
                      <a:pt x="0" y="5"/>
                    </a:moveTo>
                    <a:cubicBezTo>
                      <a:pt x="15" y="0"/>
                      <a:pt x="37" y="10"/>
                      <a:pt x="52" y="15"/>
                    </a:cubicBezTo>
                    <a:cubicBezTo>
                      <a:pt x="72" y="22"/>
                      <a:pt x="91" y="25"/>
                      <a:pt x="112" y="29"/>
                    </a:cubicBezTo>
                    <a:cubicBezTo>
                      <a:pt x="141" y="35"/>
                      <a:pt x="171" y="32"/>
                      <a:pt x="200" y="41"/>
                    </a:cubicBezTo>
                    <a:cubicBezTo>
                      <a:pt x="224" y="48"/>
                      <a:pt x="247" y="63"/>
                      <a:pt x="270" y="73"/>
                    </a:cubicBezTo>
                    <a:cubicBezTo>
                      <a:pt x="299" y="85"/>
                      <a:pt x="329" y="91"/>
                      <a:pt x="356" y="105"/>
                    </a:cubicBezTo>
                    <a:cubicBezTo>
                      <a:pt x="330" y="123"/>
                      <a:pt x="281" y="105"/>
                      <a:pt x="254" y="97"/>
                    </a:cubicBezTo>
                    <a:cubicBezTo>
                      <a:pt x="233" y="91"/>
                      <a:pt x="206" y="89"/>
                      <a:pt x="186" y="79"/>
                    </a:cubicBezTo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6" name="Freeform 762">
                <a:extLst>
                  <a:ext uri="{FF2B5EF4-FFF2-40B4-BE49-F238E27FC236}">
                    <a16:creationId xmlns:a16="http://schemas.microsoft.com/office/drawing/2014/main" id="{3F2B30E2-9A8F-4CAA-8BC8-0E80D0237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68"/>
                <a:ext cx="670" cy="240"/>
              </a:xfrm>
              <a:custGeom>
                <a:avLst/>
                <a:gdLst>
                  <a:gd name="T0" fmla="*/ 0 w 840"/>
                  <a:gd name="T1" fmla="*/ 23 h 282"/>
                  <a:gd name="T2" fmla="*/ 44 w 840"/>
                  <a:gd name="T3" fmla="*/ 19 h 282"/>
                  <a:gd name="T4" fmla="*/ 426 w 840"/>
                  <a:gd name="T5" fmla="*/ 174 h 282"/>
                  <a:gd name="T6" fmla="*/ 0 w 840"/>
                  <a:gd name="T7" fmla="*/ 23 h 2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0" h="282">
                    <a:moveTo>
                      <a:pt x="0" y="38"/>
                    </a:moveTo>
                    <a:cubicBezTo>
                      <a:pt x="0" y="38"/>
                      <a:pt x="14" y="14"/>
                      <a:pt x="86" y="30"/>
                    </a:cubicBezTo>
                    <a:cubicBezTo>
                      <a:pt x="158" y="46"/>
                      <a:pt x="840" y="282"/>
                      <a:pt x="840" y="282"/>
                    </a:cubicBezTo>
                    <a:cubicBezTo>
                      <a:pt x="840" y="282"/>
                      <a:pt x="30" y="0"/>
                      <a:pt x="0" y="38"/>
                    </a:cubicBezTo>
                    <a:close/>
                  </a:path>
                </a:pathLst>
              </a:custGeom>
              <a:solidFill>
                <a:srgbClr val="F6F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7" name="Freeform 763">
                <a:extLst>
                  <a:ext uri="{FF2B5EF4-FFF2-40B4-BE49-F238E27FC236}">
                    <a16:creationId xmlns:a16="http://schemas.microsoft.com/office/drawing/2014/main" id="{C88B9386-3D04-4744-A77B-836796155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432"/>
                <a:ext cx="204" cy="58"/>
              </a:xfrm>
              <a:custGeom>
                <a:avLst/>
                <a:gdLst>
                  <a:gd name="T0" fmla="*/ 0 w 256"/>
                  <a:gd name="T1" fmla="*/ 19 h 68"/>
                  <a:gd name="T2" fmla="*/ 130 w 256"/>
                  <a:gd name="T3" fmla="*/ 35 h 68"/>
                  <a:gd name="T4" fmla="*/ 0 w 256"/>
                  <a:gd name="T5" fmla="*/ 19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6" h="68">
                    <a:moveTo>
                      <a:pt x="0" y="30"/>
                    </a:moveTo>
                    <a:cubicBezTo>
                      <a:pt x="0" y="30"/>
                      <a:pt x="76" y="0"/>
                      <a:pt x="256" y="56"/>
                    </a:cubicBezTo>
                    <a:cubicBezTo>
                      <a:pt x="256" y="56"/>
                      <a:pt x="100" y="68"/>
                      <a:pt x="0" y="30"/>
                    </a:cubicBezTo>
                    <a:close/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8" name="Freeform 764">
                <a:extLst>
                  <a:ext uri="{FF2B5EF4-FFF2-40B4-BE49-F238E27FC236}">
                    <a16:creationId xmlns:a16="http://schemas.microsoft.com/office/drawing/2014/main" id="{ADB521A1-D781-45F7-BEC6-37360642E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480"/>
                <a:ext cx="188" cy="61"/>
              </a:xfrm>
              <a:custGeom>
                <a:avLst/>
                <a:gdLst>
                  <a:gd name="T0" fmla="*/ 0 w 236"/>
                  <a:gd name="T1" fmla="*/ 31 h 72"/>
                  <a:gd name="T2" fmla="*/ 119 w 236"/>
                  <a:gd name="T3" fmla="*/ 44 h 72"/>
                  <a:gd name="T4" fmla="*/ 0 w 236"/>
                  <a:gd name="T5" fmla="*/ 31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6" h="72">
                    <a:moveTo>
                      <a:pt x="0" y="50"/>
                    </a:moveTo>
                    <a:cubicBezTo>
                      <a:pt x="0" y="50"/>
                      <a:pt x="52" y="0"/>
                      <a:pt x="236" y="72"/>
                    </a:cubicBezTo>
                    <a:cubicBezTo>
                      <a:pt x="236" y="72"/>
                      <a:pt x="40" y="62"/>
                      <a:pt x="0" y="50"/>
                    </a:cubicBezTo>
                    <a:close/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9" name="Freeform 765">
                <a:extLst>
                  <a:ext uri="{FF2B5EF4-FFF2-40B4-BE49-F238E27FC236}">
                    <a16:creationId xmlns:a16="http://schemas.microsoft.com/office/drawing/2014/main" id="{F8A652D5-59FD-4ADE-B469-26E501D1D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548"/>
                <a:ext cx="172" cy="55"/>
              </a:xfrm>
              <a:custGeom>
                <a:avLst/>
                <a:gdLst>
                  <a:gd name="T0" fmla="*/ 0 w 216"/>
                  <a:gd name="T1" fmla="*/ 23 h 64"/>
                  <a:gd name="T2" fmla="*/ 109 w 216"/>
                  <a:gd name="T3" fmla="*/ 34 h 64"/>
                  <a:gd name="T4" fmla="*/ 0 w 216"/>
                  <a:gd name="T5" fmla="*/ 23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" h="64">
                    <a:moveTo>
                      <a:pt x="0" y="36"/>
                    </a:moveTo>
                    <a:cubicBezTo>
                      <a:pt x="0" y="36"/>
                      <a:pt x="100" y="0"/>
                      <a:pt x="216" y="52"/>
                    </a:cubicBezTo>
                    <a:cubicBezTo>
                      <a:pt x="216" y="52"/>
                      <a:pt x="138" y="64"/>
                      <a:pt x="0" y="36"/>
                    </a:cubicBezTo>
                    <a:close/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0" name="Freeform 766">
                <a:extLst>
                  <a:ext uri="{FF2B5EF4-FFF2-40B4-BE49-F238E27FC236}">
                    <a16:creationId xmlns:a16="http://schemas.microsoft.com/office/drawing/2014/main" id="{6CB9440C-6F57-443B-884D-9D0509FF5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620"/>
                <a:ext cx="141" cy="49"/>
              </a:xfrm>
              <a:custGeom>
                <a:avLst/>
                <a:gdLst>
                  <a:gd name="T0" fmla="*/ 0 w 176"/>
                  <a:gd name="T1" fmla="*/ 18 h 58"/>
                  <a:gd name="T2" fmla="*/ 91 w 176"/>
                  <a:gd name="T3" fmla="*/ 21 h 58"/>
                  <a:gd name="T4" fmla="*/ 0 w 176"/>
                  <a:gd name="T5" fmla="*/ 1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58">
                    <a:moveTo>
                      <a:pt x="0" y="30"/>
                    </a:moveTo>
                    <a:cubicBezTo>
                      <a:pt x="0" y="30"/>
                      <a:pt x="73" y="0"/>
                      <a:pt x="176" y="34"/>
                    </a:cubicBezTo>
                    <a:cubicBezTo>
                      <a:pt x="176" y="34"/>
                      <a:pt x="90" y="58"/>
                      <a:pt x="0" y="30"/>
                    </a:cubicBezTo>
                    <a:close/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1" name="Freeform 767">
                <a:extLst>
                  <a:ext uri="{FF2B5EF4-FFF2-40B4-BE49-F238E27FC236}">
                    <a16:creationId xmlns:a16="http://schemas.microsoft.com/office/drawing/2014/main" id="{5ADF91B6-6513-40A7-B62D-023C9043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92"/>
                <a:ext cx="101" cy="46"/>
              </a:xfrm>
              <a:custGeom>
                <a:avLst/>
                <a:gdLst>
                  <a:gd name="T0" fmla="*/ 0 w 126"/>
                  <a:gd name="T1" fmla="*/ 21 h 54"/>
                  <a:gd name="T2" fmla="*/ 65 w 126"/>
                  <a:gd name="T3" fmla="*/ 17 h 54"/>
                  <a:gd name="T4" fmla="*/ 3 w 126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54">
                    <a:moveTo>
                      <a:pt x="0" y="34"/>
                    </a:moveTo>
                    <a:cubicBezTo>
                      <a:pt x="0" y="34"/>
                      <a:pt x="36" y="0"/>
                      <a:pt x="126" y="28"/>
                    </a:cubicBezTo>
                    <a:cubicBezTo>
                      <a:pt x="126" y="28"/>
                      <a:pt x="36" y="54"/>
                      <a:pt x="6" y="38"/>
                    </a:cubicBezTo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2" name="Freeform 768">
                <a:extLst>
                  <a:ext uri="{FF2B5EF4-FFF2-40B4-BE49-F238E27FC236}">
                    <a16:creationId xmlns:a16="http://schemas.microsoft.com/office/drawing/2014/main" id="{6C112F4C-762F-4993-841E-F6708B03B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369"/>
                <a:ext cx="1074" cy="456"/>
              </a:xfrm>
              <a:custGeom>
                <a:avLst/>
                <a:gdLst>
                  <a:gd name="T0" fmla="*/ 645 w 1346"/>
                  <a:gd name="T1" fmla="*/ 226 h 536"/>
                  <a:gd name="T2" fmla="*/ 87 w 1346"/>
                  <a:gd name="T3" fmla="*/ 5 h 536"/>
                  <a:gd name="T4" fmla="*/ 66 w 1346"/>
                  <a:gd name="T5" fmla="*/ 105 h 536"/>
                  <a:gd name="T6" fmla="*/ 684 w 1346"/>
                  <a:gd name="T7" fmla="*/ 330 h 536"/>
                  <a:gd name="T8" fmla="*/ 645 w 1346"/>
                  <a:gd name="T9" fmla="*/ 226 h 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6" h="536">
                    <a:moveTo>
                      <a:pt x="1270" y="368"/>
                    </a:moveTo>
                    <a:cubicBezTo>
                      <a:pt x="1270" y="368"/>
                      <a:pt x="236" y="16"/>
                      <a:pt x="170" y="8"/>
                    </a:cubicBezTo>
                    <a:cubicBezTo>
                      <a:pt x="104" y="0"/>
                      <a:pt x="0" y="74"/>
                      <a:pt x="130" y="172"/>
                    </a:cubicBezTo>
                    <a:cubicBezTo>
                      <a:pt x="232" y="249"/>
                      <a:pt x="1346" y="536"/>
                      <a:pt x="1346" y="536"/>
                    </a:cubicBezTo>
                    <a:lnTo>
                      <a:pt x="1270" y="36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3" name="Freeform 769">
                <a:extLst>
                  <a:ext uri="{FF2B5EF4-FFF2-40B4-BE49-F238E27FC236}">
                    <a16:creationId xmlns:a16="http://schemas.microsoft.com/office/drawing/2014/main" id="{8F531FCA-38E5-48E2-BA53-02D123A8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408"/>
                <a:ext cx="88" cy="23"/>
              </a:xfrm>
              <a:custGeom>
                <a:avLst/>
                <a:gdLst>
                  <a:gd name="T0" fmla="*/ 0 w 110"/>
                  <a:gd name="T1" fmla="*/ 9 h 27"/>
                  <a:gd name="T2" fmla="*/ 56 w 110"/>
                  <a:gd name="T3" fmla="*/ 5 h 27"/>
                  <a:gd name="T4" fmla="*/ 0 w 110"/>
                  <a:gd name="T5" fmla="*/ 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27">
                    <a:moveTo>
                      <a:pt x="0" y="15"/>
                    </a:moveTo>
                    <a:cubicBezTo>
                      <a:pt x="0" y="15"/>
                      <a:pt x="76" y="0"/>
                      <a:pt x="110" y="8"/>
                    </a:cubicBezTo>
                    <a:cubicBezTo>
                      <a:pt x="110" y="8"/>
                      <a:pt x="27" y="27"/>
                      <a:pt x="0" y="15"/>
                    </a:cubicBezTo>
                    <a:close/>
                  </a:path>
                </a:pathLst>
              </a:custGeom>
              <a:solidFill>
                <a:srgbClr val="CFA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4" name="Freeform 770">
                <a:extLst>
                  <a:ext uri="{FF2B5EF4-FFF2-40B4-BE49-F238E27FC236}">
                    <a16:creationId xmlns:a16="http://schemas.microsoft.com/office/drawing/2014/main" id="{85B2C218-32B5-42A4-848B-4F0A8FB10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456"/>
                <a:ext cx="181" cy="31"/>
              </a:xfrm>
              <a:custGeom>
                <a:avLst/>
                <a:gdLst>
                  <a:gd name="T0" fmla="*/ 0 w 227"/>
                  <a:gd name="T1" fmla="*/ 3 h 36"/>
                  <a:gd name="T2" fmla="*/ 115 w 227"/>
                  <a:gd name="T3" fmla="*/ 16 h 36"/>
                  <a:gd name="T4" fmla="*/ 0 w 227"/>
                  <a:gd name="T5" fmla="*/ 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7" h="36">
                    <a:moveTo>
                      <a:pt x="0" y="6"/>
                    </a:moveTo>
                    <a:cubicBezTo>
                      <a:pt x="0" y="6"/>
                      <a:pt x="154" y="36"/>
                      <a:pt x="227" y="26"/>
                    </a:cubicBezTo>
                    <a:cubicBezTo>
                      <a:pt x="227" y="26"/>
                      <a:pt x="23" y="0"/>
                      <a:pt x="0" y="6"/>
                    </a:cubicBezTo>
                    <a:close/>
                  </a:path>
                </a:pathLst>
              </a:custGeom>
              <a:solidFill>
                <a:srgbClr val="CFA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5" name="Freeform 771">
                <a:extLst>
                  <a:ext uri="{FF2B5EF4-FFF2-40B4-BE49-F238E27FC236}">
                    <a16:creationId xmlns:a16="http://schemas.microsoft.com/office/drawing/2014/main" id="{CF25DFF8-CF87-4338-A270-7569C3BC0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512"/>
                <a:ext cx="156" cy="33"/>
              </a:xfrm>
              <a:custGeom>
                <a:avLst/>
                <a:gdLst>
                  <a:gd name="T0" fmla="*/ 0 w 196"/>
                  <a:gd name="T1" fmla="*/ 9 h 38"/>
                  <a:gd name="T2" fmla="*/ 99 w 196"/>
                  <a:gd name="T3" fmla="*/ 20 h 38"/>
                  <a:gd name="T4" fmla="*/ 0 w 196"/>
                  <a:gd name="T5" fmla="*/ 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6" h="38">
                    <a:moveTo>
                      <a:pt x="0" y="13"/>
                    </a:moveTo>
                    <a:cubicBezTo>
                      <a:pt x="0" y="13"/>
                      <a:pt x="165" y="38"/>
                      <a:pt x="196" y="30"/>
                    </a:cubicBezTo>
                    <a:cubicBezTo>
                      <a:pt x="196" y="30"/>
                      <a:pt x="50" y="0"/>
                      <a:pt x="0" y="13"/>
                    </a:cubicBezTo>
                    <a:close/>
                  </a:path>
                </a:pathLst>
              </a:custGeom>
              <a:solidFill>
                <a:srgbClr val="CFA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6" name="Freeform 772">
                <a:extLst>
                  <a:ext uri="{FF2B5EF4-FFF2-40B4-BE49-F238E27FC236}">
                    <a16:creationId xmlns:a16="http://schemas.microsoft.com/office/drawing/2014/main" id="{A5F02635-B7E4-430F-B0E1-2B1C45F68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561"/>
                <a:ext cx="143" cy="38"/>
              </a:xfrm>
              <a:custGeom>
                <a:avLst/>
                <a:gdLst>
                  <a:gd name="T0" fmla="*/ 0 w 179"/>
                  <a:gd name="T1" fmla="*/ 13 h 45"/>
                  <a:gd name="T2" fmla="*/ 91 w 179"/>
                  <a:gd name="T3" fmla="*/ 21 h 45"/>
                  <a:gd name="T4" fmla="*/ 0 w 179"/>
                  <a:gd name="T5" fmla="*/ 1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45">
                    <a:moveTo>
                      <a:pt x="0" y="21"/>
                    </a:moveTo>
                    <a:cubicBezTo>
                      <a:pt x="0" y="21"/>
                      <a:pt x="141" y="45"/>
                      <a:pt x="179" y="36"/>
                    </a:cubicBezTo>
                    <a:cubicBezTo>
                      <a:pt x="179" y="36"/>
                      <a:pt x="52" y="0"/>
                      <a:pt x="0" y="21"/>
                    </a:cubicBezTo>
                    <a:close/>
                  </a:path>
                </a:pathLst>
              </a:custGeom>
              <a:solidFill>
                <a:srgbClr val="CFA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7" name="Freeform 773">
                <a:extLst>
                  <a:ext uri="{FF2B5EF4-FFF2-40B4-BE49-F238E27FC236}">
                    <a16:creationId xmlns:a16="http://schemas.microsoft.com/office/drawing/2014/main" id="{76A63770-3E53-44F1-8438-4C6A26C05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633"/>
                <a:ext cx="120" cy="25"/>
              </a:xfrm>
              <a:custGeom>
                <a:avLst/>
                <a:gdLst>
                  <a:gd name="T0" fmla="*/ 0 w 151"/>
                  <a:gd name="T1" fmla="*/ 9 h 29"/>
                  <a:gd name="T2" fmla="*/ 75 w 151"/>
                  <a:gd name="T3" fmla="*/ 11 h 29"/>
                  <a:gd name="T4" fmla="*/ 0 w 151"/>
                  <a:gd name="T5" fmla="*/ 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29">
                    <a:moveTo>
                      <a:pt x="0" y="15"/>
                    </a:moveTo>
                    <a:cubicBezTo>
                      <a:pt x="0" y="15"/>
                      <a:pt x="112" y="29"/>
                      <a:pt x="151" y="17"/>
                    </a:cubicBezTo>
                    <a:cubicBezTo>
                      <a:pt x="151" y="17"/>
                      <a:pt x="34" y="0"/>
                      <a:pt x="0" y="15"/>
                    </a:cubicBezTo>
                    <a:close/>
                  </a:path>
                </a:pathLst>
              </a:custGeom>
              <a:solidFill>
                <a:srgbClr val="CFA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8" name="Freeform 774">
                <a:extLst>
                  <a:ext uri="{FF2B5EF4-FFF2-40B4-BE49-F238E27FC236}">
                    <a16:creationId xmlns:a16="http://schemas.microsoft.com/office/drawing/2014/main" id="{C47C2594-59F0-4B28-9DE1-E64B25E2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517"/>
                <a:ext cx="936" cy="297"/>
              </a:xfrm>
              <a:custGeom>
                <a:avLst/>
                <a:gdLst>
                  <a:gd name="T0" fmla="*/ 0 w 1174"/>
                  <a:gd name="T1" fmla="*/ 0 h 349"/>
                  <a:gd name="T2" fmla="*/ 595 w 1174"/>
                  <a:gd name="T3" fmla="*/ 215 h 349"/>
                  <a:gd name="T4" fmla="*/ 594 w 1174"/>
                  <a:gd name="T5" fmla="*/ 205 h 349"/>
                  <a:gd name="T6" fmla="*/ 0 w 1174"/>
                  <a:gd name="T7" fmla="*/ 0 h 3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4" h="349">
                    <a:moveTo>
                      <a:pt x="0" y="0"/>
                    </a:moveTo>
                    <a:cubicBezTo>
                      <a:pt x="0" y="0"/>
                      <a:pt x="114" y="71"/>
                      <a:pt x="1174" y="349"/>
                    </a:cubicBezTo>
                    <a:cubicBezTo>
                      <a:pt x="1172" y="333"/>
                      <a:pt x="1172" y="333"/>
                      <a:pt x="1172" y="333"/>
                    </a:cubicBezTo>
                    <a:cubicBezTo>
                      <a:pt x="1172" y="333"/>
                      <a:pt x="18" y="26"/>
                      <a:pt x="0" y="0"/>
                    </a:cubicBezTo>
                    <a:close/>
                  </a:path>
                </a:pathLst>
              </a:custGeom>
              <a:solidFill>
                <a:srgbClr val="CFA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9" name="Freeform 775">
                <a:extLst>
                  <a:ext uri="{FF2B5EF4-FFF2-40B4-BE49-F238E27FC236}">
                    <a16:creationId xmlns:a16="http://schemas.microsoft.com/office/drawing/2014/main" id="{C8A623A6-AF98-47B2-AE4E-86CC65CE0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454"/>
                <a:ext cx="723" cy="287"/>
              </a:xfrm>
              <a:custGeom>
                <a:avLst/>
                <a:gdLst>
                  <a:gd name="T0" fmla="*/ 0 w 723"/>
                  <a:gd name="T1" fmla="*/ 43 h 287"/>
                  <a:gd name="T2" fmla="*/ 59 w 723"/>
                  <a:gd name="T3" fmla="*/ 181 h 287"/>
                  <a:gd name="T4" fmla="*/ 262 w 723"/>
                  <a:gd name="T5" fmla="*/ 280 h 287"/>
                  <a:gd name="T6" fmla="*/ 470 w 723"/>
                  <a:gd name="T7" fmla="*/ 287 h 287"/>
                  <a:gd name="T8" fmla="*/ 723 w 723"/>
                  <a:gd name="T9" fmla="*/ 238 h 287"/>
                  <a:gd name="T10" fmla="*/ 709 w 723"/>
                  <a:gd name="T11" fmla="*/ 178 h 287"/>
                  <a:gd name="T12" fmla="*/ 410 w 723"/>
                  <a:gd name="T13" fmla="*/ 0 h 287"/>
                  <a:gd name="T14" fmla="*/ 0 w 723"/>
                  <a:gd name="T15" fmla="*/ 43 h 2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3" h="287">
                    <a:moveTo>
                      <a:pt x="0" y="43"/>
                    </a:moveTo>
                    <a:lnTo>
                      <a:pt x="59" y="181"/>
                    </a:lnTo>
                    <a:lnTo>
                      <a:pt x="262" y="280"/>
                    </a:lnTo>
                    <a:lnTo>
                      <a:pt x="470" y="287"/>
                    </a:lnTo>
                    <a:lnTo>
                      <a:pt x="723" y="238"/>
                    </a:lnTo>
                    <a:lnTo>
                      <a:pt x="709" y="178"/>
                    </a:lnTo>
                    <a:lnTo>
                      <a:pt x="410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B19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0" name="Freeform 776">
                <a:extLst>
                  <a:ext uri="{FF2B5EF4-FFF2-40B4-BE49-F238E27FC236}">
                    <a16:creationId xmlns:a16="http://schemas.microsoft.com/office/drawing/2014/main" id="{3504A74D-494E-4106-BB06-972ECBF8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574"/>
                <a:ext cx="1190" cy="854"/>
              </a:xfrm>
              <a:custGeom>
                <a:avLst/>
                <a:gdLst>
                  <a:gd name="T0" fmla="*/ 11 w 1491"/>
                  <a:gd name="T1" fmla="*/ 0 h 1003"/>
                  <a:gd name="T2" fmla="*/ 2 w 1491"/>
                  <a:gd name="T3" fmla="*/ 39 h 1003"/>
                  <a:gd name="T4" fmla="*/ 14 w 1491"/>
                  <a:gd name="T5" fmla="*/ 429 h 1003"/>
                  <a:gd name="T6" fmla="*/ 31 w 1491"/>
                  <a:gd name="T7" fmla="*/ 473 h 1003"/>
                  <a:gd name="T8" fmla="*/ 135 w 1491"/>
                  <a:gd name="T9" fmla="*/ 562 h 1003"/>
                  <a:gd name="T10" fmla="*/ 331 w 1491"/>
                  <a:gd name="T11" fmla="*/ 587 h 1003"/>
                  <a:gd name="T12" fmla="*/ 644 w 1491"/>
                  <a:gd name="T13" fmla="*/ 519 h 1003"/>
                  <a:gd name="T14" fmla="*/ 728 w 1491"/>
                  <a:gd name="T15" fmla="*/ 438 h 1003"/>
                  <a:gd name="T16" fmla="*/ 747 w 1491"/>
                  <a:gd name="T17" fmla="*/ 85 h 1003"/>
                  <a:gd name="T18" fmla="*/ 742 w 1491"/>
                  <a:gd name="T19" fmla="*/ 48 h 1003"/>
                  <a:gd name="T20" fmla="*/ 527 w 1491"/>
                  <a:gd name="T21" fmla="*/ 100 h 1003"/>
                  <a:gd name="T22" fmla="*/ 473 w 1491"/>
                  <a:gd name="T23" fmla="*/ 106 h 1003"/>
                  <a:gd name="T24" fmla="*/ 180 w 1491"/>
                  <a:gd name="T25" fmla="*/ 116 h 1003"/>
                  <a:gd name="T26" fmla="*/ 11 w 1491"/>
                  <a:gd name="T27" fmla="*/ 0 h 10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91" h="1003">
                    <a:moveTo>
                      <a:pt x="21" y="0"/>
                    </a:moveTo>
                    <a:cubicBezTo>
                      <a:pt x="21" y="0"/>
                      <a:pt x="0" y="29"/>
                      <a:pt x="2" y="64"/>
                    </a:cubicBezTo>
                    <a:cubicBezTo>
                      <a:pt x="4" y="98"/>
                      <a:pt x="26" y="695"/>
                      <a:pt x="26" y="695"/>
                    </a:cubicBezTo>
                    <a:cubicBezTo>
                      <a:pt x="26" y="695"/>
                      <a:pt x="10" y="733"/>
                      <a:pt x="61" y="766"/>
                    </a:cubicBezTo>
                    <a:cubicBezTo>
                      <a:pt x="111" y="798"/>
                      <a:pt x="235" y="877"/>
                      <a:pt x="265" y="910"/>
                    </a:cubicBezTo>
                    <a:cubicBezTo>
                      <a:pt x="296" y="942"/>
                      <a:pt x="387" y="1003"/>
                      <a:pt x="651" y="950"/>
                    </a:cubicBezTo>
                    <a:cubicBezTo>
                      <a:pt x="915" y="897"/>
                      <a:pt x="1196" y="855"/>
                      <a:pt x="1267" y="841"/>
                    </a:cubicBezTo>
                    <a:cubicBezTo>
                      <a:pt x="1338" y="826"/>
                      <a:pt x="1426" y="831"/>
                      <a:pt x="1432" y="709"/>
                    </a:cubicBezTo>
                    <a:cubicBezTo>
                      <a:pt x="1438" y="587"/>
                      <a:pt x="1452" y="208"/>
                      <a:pt x="1470" y="139"/>
                    </a:cubicBezTo>
                    <a:cubicBezTo>
                      <a:pt x="1470" y="139"/>
                      <a:pt x="1491" y="84"/>
                      <a:pt x="1460" y="78"/>
                    </a:cubicBezTo>
                    <a:cubicBezTo>
                      <a:pt x="1460" y="78"/>
                      <a:pt x="1231" y="147"/>
                      <a:pt x="1036" y="163"/>
                    </a:cubicBezTo>
                    <a:cubicBezTo>
                      <a:pt x="931" y="173"/>
                      <a:pt x="931" y="173"/>
                      <a:pt x="931" y="173"/>
                    </a:cubicBezTo>
                    <a:cubicBezTo>
                      <a:pt x="931" y="173"/>
                      <a:pt x="469" y="250"/>
                      <a:pt x="353" y="188"/>
                    </a:cubicBezTo>
                    <a:cubicBezTo>
                      <a:pt x="269" y="143"/>
                      <a:pt x="80" y="47"/>
                      <a:pt x="21" y="0"/>
                    </a:cubicBezTo>
                    <a:close/>
                  </a:path>
                </a:pathLst>
              </a:custGeom>
              <a:solidFill>
                <a:srgbClr val="E8CE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1" name="Freeform 777">
                <a:extLst>
                  <a:ext uri="{FF2B5EF4-FFF2-40B4-BE49-F238E27FC236}">
                    <a16:creationId xmlns:a16="http://schemas.microsoft.com/office/drawing/2014/main" id="{E5D090AA-F292-42BC-B9CC-61C7BEF6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574"/>
                <a:ext cx="290" cy="817"/>
              </a:xfrm>
              <a:custGeom>
                <a:avLst/>
                <a:gdLst>
                  <a:gd name="T0" fmla="*/ 11 w 363"/>
                  <a:gd name="T1" fmla="*/ 0 h 960"/>
                  <a:gd name="T2" fmla="*/ 2 w 363"/>
                  <a:gd name="T3" fmla="*/ 39 h 960"/>
                  <a:gd name="T4" fmla="*/ 14 w 363"/>
                  <a:gd name="T5" fmla="*/ 428 h 960"/>
                  <a:gd name="T6" fmla="*/ 31 w 363"/>
                  <a:gd name="T7" fmla="*/ 472 h 960"/>
                  <a:gd name="T8" fmla="*/ 135 w 363"/>
                  <a:gd name="T9" fmla="*/ 561 h 960"/>
                  <a:gd name="T10" fmla="*/ 185 w 363"/>
                  <a:gd name="T11" fmla="*/ 591 h 960"/>
                  <a:gd name="T12" fmla="*/ 181 w 363"/>
                  <a:gd name="T13" fmla="*/ 557 h 960"/>
                  <a:gd name="T14" fmla="*/ 173 w 363"/>
                  <a:gd name="T15" fmla="*/ 325 h 960"/>
                  <a:gd name="T16" fmla="*/ 182 w 363"/>
                  <a:gd name="T17" fmla="*/ 117 h 960"/>
                  <a:gd name="T18" fmla="*/ 180 w 363"/>
                  <a:gd name="T19" fmla="*/ 116 h 960"/>
                  <a:gd name="T20" fmla="*/ 11 w 363"/>
                  <a:gd name="T21" fmla="*/ 0 h 9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3" h="960">
                    <a:moveTo>
                      <a:pt x="21" y="0"/>
                    </a:moveTo>
                    <a:cubicBezTo>
                      <a:pt x="21" y="0"/>
                      <a:pt x="0" y="29"/>
                      <a:pt x="2" y="64"/>
                    </a:cubicBezTo>
                    <a:cubicBezTo>
                      <a:pt x="4" y="98"/>
                      <a:pt x="26" y="695"/>
                      <a:pt x="26" y="695"/>
                    </a:cubicBezTo>
                    <a:cubicBezTo>
                      <a:pt x="26" y="695"/>
                      <a:pt x="10" y="733"/>
                      <a:pt x="61" y="766"/>
                    </a:cubicBezTo>
                    <a:cubicBezTo>
                      <a:pt x="111" y="798"/>
                      <a:pt x="235" y="877"/>
                      <a:pt x="265" y="910"/>
                    </a:cubicBezTo>
                    <a:cubicBezTo>
                      <a:pt x="280" y="925"/>
                      <a:pt x="308" y="947"/>
                      <a:pt x="363" y="960"/>
                    </a:cubicBezTo>
                    <a:cubicBezTo>
                      <a:pt x="360" y="940"/>
                      <a:pt x="356" y="921"/>
                      <a:pt x="354" y="905"/>
                    </a:cubicBezTo>
                    <a:cubicBezTo>
                      <a:pt x="337" y="779"/>
                      <a:pt x="332" y="655"/>
                      <a:pt x="338" y="528"/>
                    </a:cubicBezTo>
                    <a:cubicBezTo>
                      <a:pt x="343" y="419"/>
                      <a:pt x="362" y="301"/>
                      <a:pt x="357" y="190"/>
                    </a:cubicBezTo>
                    <a:cubicBezTo>
                      <a:pt x="356" y="189"/>
                      <a:pt x="354" y="188"/>
                      <a:pt x="353" y="188"/>
                    </a:cubicBezTo>
                    <a:cubicBezTo>
                      <a:pt x="269" y="143"/>
                      <a:pt x="80" y="47"/>
                      <a:pt x="21" y="0"/>
                    </a:cubicBezTo>
                    <a:close/>
                  </a:path>
                </a:pathLst>
              </a:custGeom>
              <a:solidFill>
                <a:srgbClr val="DBB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2" name="Freeform 778">
                <a:extLst>
                  <a:ext uri="{FF2B5EF4-FFF2-40B4-BE49-F238E27FC236}">
                    <a16:creationId xmlns:a16="http://schemas.microsoft.com/office/drawing/2014/main" id="{C902BA6A-AACB-4A0A-AF20-82E472D6D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574"/>
                <a:ext cx="1190" cy="854"/>
              </a:xfrm>
              <a:custGeom>
                <a:avLst/>
                <a:gdLst>
                  <a:gd name="T0" fmla="*/ 11 w 1491"/>
                  <a:gd name="T1" fmla="*/ 0 h 1003"/>
                  <a:gd name="T2" fmla="*/ 2 w 1491"/>
                  <a:gd name="T3" fmla="*/ 39 h 1003"/>
                  <a:gd name="T4" fmla="*/ 14 w 1491"/>
                  <a:gd name="T5" fmla="*/ 429 h 1003"/>
                  <a:gd name="T6" fmla="*/ 31 w 1491"/>
                  <a:gd name="T7" fmla="*/ 473 h 1003"/>
                  <a:gd name="T8" fmla="*/ 135 w 1491"/>
                  <a:gd name="T9" fmla="*/ 562 h 1003"/>
                  <a:gd name="T10" fmla="*/ 331 w 1491"/>
                  <a:gd name="T11" fmla="*/ 587 h 1003"/>
                  <a:gd name="T12" fmla="*/ 644 w 1491"/>
                  <a:gd name="T13" fmla="*/ 519 h 1003"/>
                  <a:gd name="T14" fmla="*/ 728 w 1491"/>
                  <a:gd name="T15" fmla="*/ 438 h 1003"/>
                  <a:gd name="T16" fmla="*/ 747 w 1491"/>
                  <a:gd name="T17" fmla="*/ 85 h 1003"/>
                  <a:gd name="T18" fmla="*/ 742 w 1491"/>
                  <a:gd name="T19" fmla="*/ 48 h 1003"/>
                  <a:gd name="T20" fmla="*/ 527 w 1491"/>
                  <a:gd name="T21" fmla="*/ 100 h 1003"/>
                  <a:gd name="T22" fmla="*/ 473 w 1491"/>
                  <a:gd name="T23" fmla="*/ 106 h 1003"/>
                  <a:gd name="T24" fmla="*/ 180 w 1491"/>
                  <a:gd name="T25" fmla="*/ 116 h 1003"/>
                  <a:gd name="T26" fmla="*/ 11 w 1491"/>
                  <a:gd name="T27" fmla="*/ 0 h 10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91" h="1003">
                    <a:moveTo>
                      <a:pt x="21" y="0"/>
                    </a:moveTo>
                    <a:cubicBezTo>
                      <a:pt x="21" y="0"/>
                      <a:pt x="0" y="29"/>
                      <a:pt x="2" y="64"/>
                    </a:cubicBezTo>
                    <a:cubicBezTo>
                      <a:pt x="4" y="98"/>
                      <a:pt x="26" y="695"/>
                      <a:pt x="26" y="695"/>
                    </a:cubicBezTo>
                    <a:cubicBezTo>
                      <a:pt x="26" y="695"/>
                      <a:pt x="10" y="733"/>
                      <a:pt x="61" y="766"/>
                    </a:cubicBezTo>
                    <a:cubicBezTo>
                      <a:pt x="111" y="798"/>
                      <a:pt x="235" y="877"/>
                      <a:pt x="265" y="910"/>
                    </a:cubicBezTo>
                    <a:cubicBezTo>
                      <a:pt x="296" y="942"/>
                      <a:pt x="387" y="1003"/>
                      <a:pt x="651" y="950"/>
                    </a:cubicBezTo>
                    <a:cubicBezTo>
                      <a:pt x="915" y="897"/>
                      <a:pt x="1196" y="855"/>
                      <a:pt x="1267" y="841"/>
                    </a:cubicBezTo>
                    <a:cubicBezTo>
                      <a:pt x="1338" y="826"/>
                      <a:pt x="1426" y="831"/>
                      <a:pt x="1432" y="709"/>
                    </a:cubicBezTo>
                    <a:cubicBezTo>
                      <a:pt x="1438" y="587"/>
                      <a:pt x="1452" y="208"/>
                      <a:pt x="1470" y="139"/>
                    </a:cubicBezTo>
                    <a:cubicBezTo>
                      <a:pt x="1470" y="139"/>
                      <a:pt x="1491" y="84"/>
                      <a:pt x="1460" y="78"/>
                    </a:cubicBezTo>
                    <a:cubicBezTo>
                      <a:pt x="1460" y="78"/>
                      <a:pt x="1231" y="147"/>
                      <a:pt x="1036" y="163"/>
                    </a:cubicBezTo>
                    <a:cubicBezTo>
                      <a:pt x="931" y="173"/>
                      <a:pt x="931" y="173"/>
                      <a:pt x="931" y="173"/>
                    </a:cubicBezTo>
                    <a:cubicBezTo>
                      <a:pt x="931" y="173"/>
                      <a:pt x="469" y="250"/>
                      <a:pt x="353" y="188"/>
                    </a:cubicBezTo>
                    <a:cubicBezTo>
                      <a:pt x="269" y="143"/>
                      <a:pt x="80" y="47"/>
                      <a:pt x="21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Freeform 779">
                <a:extLst>
                  <a:ext uri="{FF2B5EF4-FFF2-40B4-BE49-F238E27FC236}">
                    <a16:creationId xmlns:a16="http://schemas.microsoft.com/office/drawing/2014/main" id="{876C49A8-359B-4A47-B570-AB2E46056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415"/>
                <a:ext cx="755" cy="304"/>
              </a:xfrm>
              <a:custGeom>
                <a:avLst/>
                <a:gdLst>
                  <a:gd name="T0" fmla="*/ 227 w 946"/>
                  <a:gd name="T1" fmla="*/ 219 h 358"/>
                  <a:gd name="T2" fmla="*/ 465 w 946"/>
                  <a:gd name="T3" fmla="*/ 165 h 358"/>
                  <a:gd name="T4" fmla="*/ 449 w 946"/>
                  <a:gd name="T5" fmla="*/ 120 h 358"/>
                  <a:gd name="T6" fmla="*/ 239 w 946"/>
                  <a:gd name="T7" fmla="*/ 2 h 358"/>
                  <a:gd name="T8" fmla="*/ 185 w 946"/>
                  <a:gd name="T9" fmla="*/ 8 h 358"/>
                  <a:gd name="T10" fmla="*/ 0 w 946"/>
                  <a:gd name="T11" fmla="*/ 55 h 358"/>
                  <a:gd name="T12" fmla="*/ 227 w 946"/>
                  <a:gd name="T13" fmla="*/ 219 h 3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6" h="358">
                    <a:moveTo>
                      <a:pt x="446" y="358"/>
                    </a:moveTo>
                    <a:cubicBezTo>
                      <a:pt x="446" y="358"/>
                      <a:pt x="667" y="333"/>
                      <a:pt x="915" y="268"/>
                    </a:cubicBezTo>
                    <a:cubicBezTo>
                      <a:pt x="915" y="268"/>
                      <a:pt x="946" y="221"/>
                      <a:pt x="884" y="196"/>
                    </a:cubicBezTo>
                    <a:cubicBezTo>
                      <a:pt x="822" y="171"/>
                      <a:pt x="470" y="2"/>
                      <a:pt x="470" y="2"/>
                    </a:cubicBezTo>
                    <a:cubicBezTo>
                      <a:pt x="470" y="2"/>
                      <a:pt x="439" y="0"/>
                      <a:pt x="365" y="13"/>
                    </a:cubicBezTo>
                    <a:cubicBezTo>
                      <a:pt x="292" y="27"/>
                      <a:pt x="0" y="89"/>
                      <a:pt x="0" y="89"/>
                    </a:cubicBezTo>
                    <a:lnTo>
                      <a:pt x="446" y="358"/>
                    </a:lnTo>
                    <a:close/>
                  </a:path>
                </a:pathLst>
              </a:custGeom>
              <a:solidFill>
                <a:srgbClr val="EED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4" name="Freeform 780">
                <a:extLst>
                  <a:ext uri="{FF2B5EF4-FFF2-40B4-BE49-F238E27FC236}">
                    <a16:creationId xmlns:a16="http://schemas.microsoft.com/office/drawing/2014/main" id="{0A03871F-3D51-4F18-B330-47745F4DC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415"/>
                <a:ext cx="755" cy="304"/>
              </a:xfrm>
              <a:custGeom>
                <a:avLst/>
                <a:gdLst>
                  <a:gd name="T0" fmla="*/ 227 w 946"/>
                  <a:gd name="T1" fmla="*/ 219 h 358"/>
                  <a:gd name="T2" fmla="*/ 465 w 946"/>
                  <a:gd name="T3" fmla="*/ 165 h 358"/>
                  <a:gd name="T4" fmla="*/ 449 w 946"/>
                  <a:gd name="T5" fmla="*/ 120 h 358"/>
                  <a:gd name="T6" fmla="*/ 239 w 946"/>
                  <a:gd name="T7" fmla="*/ 2 h 358"/>
                  <a:gd name="T8" fmla="*/ 185 w 946"/>
                  <a:gd name="T9" fmla="*/ 8 h 358"/>
                  <a:gd name="T10" fmla="*/ 0 w 946"/>
                  <a:gd name="T11" fmla="*/ 55 h 358"/>
                  <a:gd name="T12" fmla="*/ 227 w 946"/>
                  <a:gd name="T13" fmla="*/ 219 h 3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6" h="358">
                    <a:moveTo>
                      <a:pt x="446" y="358"/>
                    </a:moveTo>
                    <a:cubicBezTo>
                      <a:pt x="446" y="358"/>
                      <a:pt x="667" y="333"/>
                      <a:pt x="915" y="268"/>
                    </a:cubicBezTo>
                    <a:cubicBezTo>
                      <a:pt x="915" y="268"/>
                      <a:pt x="946" y="221"/>
                      <a:pt x="884" y="196"/>
                    </a:cubicBezTo>
                    <a:cubicBezTo>
                      <a:pt x="822" y="171"/>
                      <a:pt x="470" y="2"/>
                      <a:pt x="470" y="2"/>
                    </a:cubicBezTo>
                    <a:cubicBezTo>
                      <a:pt x="470" y="2"/>
                      <a:pt x="439" y="0"/>
                      <a:pt x="365" y="13"/>
                    </a:cubicBezTo>
                    <a:cubicBezTo>
                      <a:pt x="292" y="27"/>
                      <a:pt x="0" y="89"/>
                      <a:pt x="0" y="89"/>
                    </a:cubicBezTo>
                    <a:lnTo>
                      <a:pt x="446" y="35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5" name="Freeform 781">
                <a:extLst>
                  <a:ext uri="{FF2B5EF4-FFF2-40B4-BE49-F238E27FC236}">
                    <a16:creationId xmlns:a16="http://schemas.microsoft.com/office/drawing/2014/main" id="{20B01A9B-ECE0-461B-B9C1-89F8DC2D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2585"/>
                <a:ext cx="372" cy="87"/>
              </a:xfrm>
              <a:custGeom>
                <a:avLst/>
                <a:gdLst>
                  <a:gd name="T0" fmla="*/ 0 w 467"/>
                  <a:gd name="T1" fmla="*/ 63 h 102"/>
                  <a:gd name="T2" fmla="*/ 202 w 467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7" h="102">
                    <a:moveTo>
                      <a:pt x="0" y="102"/>
                    </a:moveTo>
                    <a:cubicBezTo>
                      <a:pt x="0" y="102"/>
                      <a:pt x="467" y="32"/>
                      <a:pt x="398" y="0"/>
                    </a:cubicBezTo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6" name="Freeform 782">
                <a:extLst>
                  <a:ext uri="{FF2B5EF4-FFF2-40B4-BE49-F238E27FC236}">
                    <a16:creationId xmlns:a16="http://schemas.microsoft.com/office/drawing/2014/main" id="{A2A209C8-1FD4-4497-8202-F0BBC3617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57"/>
                <a:ext cx="447" cy="717"/>
              </a:xfrm>
              <a:custGeom>
                <a:avLst/>
                <a:gdLst>
                  <a:gd name="T0" fmla="*/ 264 w 560"/>
                  <a:gd name="T1" fmla="*/ 519 h 843"/>
                  <a:gd name="T2" fmla="*/ 281 w 560"/>
                  <a:gd name="T3" fmla="*/ 472 h 843"/>
                  <a:gd name="T4" fmla="*/ 281 w 560"/>
                  <a:gd name="T5" fmla="*/ 151 h 843"/>
                  <a:gd name="T6" fmla="*/ 226 w 560"/>
                  <a:gd name="T7" fmla="*/ 83 h 843"/>
                  <a:gd name="T8" fmla="*/ 42 w 560"/>
                  <a:gd name="T9" fmla="*/ 8 h 843"/>
                  <a:gd name="T10" fmla="*/ 0 w 560"/>
                  <a:gd name="T11" fmla="*/ 55 h 843"/>
                  <a:gd name="T12" fmla="*/ 0 w 560"/>
                  <a:gd name="T13" fmla="*/ 338 h 843"/>
                  <a:gd name="T14" fmla="*/ 35 w 560"/>
                  <a:gd name="T15" fmla="*/ 338 h 843"/>
                  <a:gd name="T16" fmla="*/ 35 w 560"/>
                  <a:gd name="T17" fmla="*/ 60 h 843"/>
                  <a:gd name="T18" fmla="*/ 45 w 560"/>
                  <a:gd name="T19" fmla="*/ 50 h 843"/>
                  <a:gd name="T20" fmla="*/ 208 w 560"/>
                  <a:gd name="T21" fmla="*/ 117 h 843"/>
                  <a:gd name="T22" fmla="*/ 241 w 560"/>
                  <a:gd name="T23" fmla="*/ 188 h 843"/>
                  <a:gd name="T24" fmla="*/ 241 w 560"/>
                  <a:gd name="T25" fmla="*/ 486 h 843"/>
                  <a:gd name="T26" fmla="*/ 264 w 560"/>
                  <a:gd name="T27" fmla="*/ 519 h 8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0" h="843">
                    <a:moveTo>
                      <a:pt x="520" y="843"/>
                    </a:moveTo>
                    <a:cubicBezTo>
                      <a:pt x="552" y="766"/>
                      <a:pt x="552" y="766"/>
                      <a:pt x="552" y="766"/>
                    </a:cubicBezTo>
                    <a:cubicBezTo>
                      <a:pt x="552" y="245"/>
                      <a:pt x="552" y="245"/>
                      <a:pt x="552" y="245"/>
                    </a:cubicBezTo>
                    <a:cubicBezTo>
                      <a:pt x="552" y="245"/>
                      <a:pt x="560" y="180"/>
                      <a:pt x="445" y="134"/>
                    </a:cubicBezTo>
                    <a:cubicBezTo>
                      <a:pt x="329" y="87"/>
                      <a:pt x="84" y="12"/>
                      <a:pt x="84" y="12"/>
                    </a:cubicBezTo>
                    <a:cubicBezTo>
                      <a:pt x="84" y="12"/>
                      <a:pt x="0" y="0"/>
                      <a:pt x="0" y="89"/>
                    </a:cubicBezTo>
                    <a:cubicBezTo>
                      <a:pt x="0" y="178"/>
                      <a:pt x="0" y="549"/>
                      <a:pt x="0" y="549"/>
                    </a:cubicBezTo>
                    <a:cubicBezTo>
                      <a:pt x="69" y="549"/>
                      <a:pt x="69" y="549"/>
                      <a:pt x="69" y="54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73" y="75"/>
                      <a:pt x="88" y="81"/>
                    </a:cubicBezTo>
                    <a:cubicBezTo>
                      <a:pt x="113" y="91"/>
                      <a:pt x="408" y="190"/>
                      <a:pt x="408" y="190"/>
                    </a:cubicBezTo>
                    <a:cubicBezTo>
                      <a:pt x="408" y="190"/>
                      <a:pt x="475" y="198"/>
                      <a:pt x="473" y="306"/>
                    </a:cubicBezTo>
                    <a:cubicBezTo>
                      <a:pt x="471" y="413"/>
                      <a:pt x="473" y="789"/>
                      <a:pt x="473" y="789"/>
                    </a:cubicBezTo>
                    <a:lnTo>
                      <a:pt x="520" y="843"/>
                    </a:lnTo>
                    <a:close/>
                  </a:path>
                </a:pathLst>
              </a:custGeom>
              <a:solidFill>
                <a:srgbClr val="E8C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7" name="Freeform 783">
                <a:extLst>
                  <a:ext uri="{FF2B5EF4-FFF2-40B4-BE49-F238E27FC236}">
                    <a16:creationId xmlns:a16="http://schemas.microsoft.com/office/drawing/2014/main" id="{BD772EC4-D943-4DA9-A374-710942EC4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57"/>
                <a:ext cx="447" cy="717"/>
              </a:xfrm>
              <a:custGeom>
                <a:avLst/>
                <a:gdLst>
                  <a:gd name="T0" fmla="*/ 264 w 560"/>
                  <a:gd name="T1" fmla="*/ 519 h 843"/>
                  <a:gd name="T2" fmla="*/ 281 w 560"/>
                  <a:gd name="T3" fmla="*/ 472 h 843"/>
                  <a:gd name="T4" fmla="*/ 281 w 560"/>
                  <a:gd name="T5" fmla="*/ 151 h 843"/>
                  <a:gd name="T6" fmla="*/ 226 w 560"/>
                  <a:gd name="T7" fmla="*/ 83 h 843"/>
                  <a:gd name="T8" fmla="*/ 42 w 560"/>
                  <a:gd name="T9" fmla="*/ 8 h 843"/>
                  <a:gd name="T10" fmla="*/ 0 w 560"/>
                  <a:gd name="T11" fmla="*/ 55 h 843"/>
                  <a:gd name="T12" fmla="*/ 0 w 560"/>
                  <a:gd name="T13" fmla="*/ 338 h 843"/>
                  <a:gd name="T14" fmla="*/ 35 w 560"/>
                  <a:gd name="T15" fmla="*/ 338 h 843"/>
                  <a:gd name="T16" fmla="*/ 35 w 560"/>
                  <a:gd name="T17" fmla="*/ 60 h 843"/>
                  <a:gd name="T18" fmla="*/ 45 w 560"/>
                  <a:gd name="T19" fmla="*/ 50 h 843"/>
                  <a:gd name="T20" fmla="*/ 208 w 560"/>
                  <a:gd name="T21" fmla="*/ 117 h 843"/>
                  <a:gd name="T22" fmla="*/ 241 w 560"/>
                  <a:gd name="T23" fmla="*/ 188 h 843"/>
                  <a:gd name="T24" fmla="*/ 241 w 560"/>
                  <a:gd name="T25" fmla="*/ 486 h 843"/>
                  <a:gd name="T26" fmla="*/ 264 w 560"/>
                  <a:gd name="T27" fmla="*/ 519 h 8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0" h="843">
                    <a:moveTo>
                      <a:pt x="520" y="843"/>
                    </a:moveTo>
                    <a:cubicBezTo>
                      <a:pt x="552" y="766"/>
                      <a:pt x="552" y="766"/>
                      <a:pt x="552" y="766"/>
                    </a:cubicBezTo>
                    <a:cubicBezTo>
                      <a:pt x="552" y="245"/>
                      <a:pt x="552" y="245"/>
                      <a:pt x="552" y="245"/>
                    </a:cubicBezTo>
                    <a:cubicBezTo>
                      <a:pt x="552" y="245"/>
                      <a:pt x="560" y="180"/>
                      <a:pt x="445" y="134"/>
                    </a:cubicBezTo>
                    <a:cubicBezTo>
                      <a:pt x="329" y="87"/>
                      <a:pt x="84" y="12"/>
                      <a:pt x="84" y="12"/>
                    </a:cubicBezTo>
                    <a:cubicBezTo>
                      <a:pt x="84" y="12"/>
                      <a:pt x="0" y="0"/>
                      <a:pt x="0" y="89"/>
                    </a:cubicBezTo>
                    <a:cubicBezTo>
                      <a:pt x="0" y="178"/>
                      <a:pt x="0" y="549"/>
                      <a:pt x="0" y="549"/>
                    </a:cubicBezTo>
                    <a:cubicBezTo>
                      <a:pt x="69" y="549"/>
                      <a:pt x="69" y="549"/>
                      <a:pt x="69" y="54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73" y="75"/>
                      <a:pt x="88" y="81"/>
                    </a:cubicBezTo>
                    <a:cubicBezTo>
                      <a:pt x="113" y="91"/>
                      <a:pt x="408" y="190"/>
                      <a:pt x="408" y="190"/>
                    </a:cubicBezTo>
                    <a:cubicBezTo>
                      <a:pt x="408" y="190"/>
                      <a:pt x="475" y="198"/>
                      <a:pt x="473" y="306"/>
                    </a:cubicBezTo>
                    <a:cubicBezTo>
                      <a:pt x="471" y="413"/>
                      <a:pt x="473" y="789"/>
                      <a:pt x="473" y="789"/>
                    </a:cubicBezTo>
                    <a:lnTo>
                      <a:pt x="520" y="843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8" name="Freeform 784">
                <a:extLst>
                  <a:ext uri="{FF2B5EF4-FFF2-40B4-BE49-F238E27FC236}">
                    <a16:creationId xmlns:a16="http://schemas.microsoft.com/office/drawing/2014/main" id="{DCAAED93-0F77-4FCF-96E8-DA7D4F05C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112"/>
                <a:ext cx="49" cy="416"/>
              </a:xfrm>
              <a:custGeom>
                <a:avLst/>
                <a:gdLst>
                  <a:gd name="T0" fmla="*/ 31 w 62"/>
                  <a:gd name="T1" fmla="*/ 9 h 489"/>
                  <a:gd name="T2" fmla="*/ 0 w 62"/>
                  <a:gd name="T3" fmla="*/ 48 h 489"/>
                  <a:gd name="T4" fmla="*/ 0 w 62"/>
                  <a:gd name="T5" fmla="*/ 301 h 4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89">
                    <a:moveTo>
                      <a:pt x="62" y="15"/>
                    </a:moveTo>
                    <a:cubicBezTo>
                      <a:pt x="62" y="15"/>
                      <a:pt x="0" y="0"/>
                      <a:pt x="0" y="79"/>
                    </a:cubicBezTo>
                    <a:cubicBezTo>
                      <a:pt x="0" y="158"/>
                      <a:pt x="0" y="489"/>
                      <a:pt x="0" y="489"/>
                    </a:cubicBezTo>
                  </a:path>
                </a:pathLst>
              </a:custGeom>
              <a:noFill/>
              <a:ln w="4763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9" name="Freeform 785">
                <a:extLst>
                  <a:ext uri="{FF2B5EF4-FFF2-40B4-BE49-F238E27FC236}">
                    <a16:creationId xmlns:a16="http://schemas.microsoft.com/office/drawing/2014/main" id="{DFFF646C-906F-4A15-8D61-1E1B9F88C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312"/>
                <a:ext cx="721" cy="416"/>
              </a:xfrm>
              <a:custGeom>
                <a:avLst/>
                <a:gdLst>
                  <a:gd name="T0" fmla="*/ 459 w 904"/>
                  <a:gd name="T1" fmla="*/ 295 h 489"/>
                  <a:gd name="T2" fmla="*/ 212 w 904"/>
                  <a:gd name="T3" fmla="*/ 133 h 489"/>
                  <a:gd name="T4" fmla="*/ 26 w 904"/>
                  <a:gd name="T5" fmla="*/ 14 h 489"/>
                  <a:gd name="T6" fmla="*/ 0 w 904"/>
                  <a:gd name="T7" fmla="*/ 31 h 489"/>
                  <a:gd name="T8" fmla="*/ 204 w 904"/>
                  <a:gd name="T9" fmla="*/ 191 h 489"/>
                  <a:gd name="T10" fmla="*/ 423 w 904"/>
                  <a:gd name="T11" fmla="*/ 301 h 489"/>
                  <a:gd name="T12" fmla="*/ 459 w 904"/>
                  <a:gd name="T13" fmla="*/ 295 h 4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4" h="489">
                    <a:moveTo>
                      <a:pt x="904" y="480"/>
                    </a:moveTo>
                    <a:cubicBezTo>
                      <a:pt x="417" y="215"/>
                      <a:pt x="417" y="215"/>
                      <a:pt x="417" y="215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0" y="0"/>
                      <a:pt x="0" y="50"/>
                    </a:cubicBezTo>
                    <a:cubicBezTo>
                      <a:pt x="0" y="100"/>
                      <a:pt x="403" y="310"/>
                      <a:pt x="403" y="310"/>
                    </a:cubicBezTo>
                    <a:cubicBezTo>
                      <a:pt x="832" y="489"/>
                      <a:pt x="832" y="489"/>
                      <a:pt x="832" y="489"/>
                    </a:cubicBezTo>
                    <a:lnTo>
                      <a:pt x="904" y="480"/>
                    </a:lnTo>
                    <a:close/>
                  </a:path>
                </a:pathLst>
              </a:custGeom>
              <a:solidFill>
                <a:srgbClr val="EED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0" name="Freeform 786">
                <a:extLst>
                  <a:ext uri="{FF2B5EF4-FFF2-40B4-BE49-F238E27FC236}">
                    <a16:creationId xmlns:a16="http://schemas.microsoft.com/office/drawing/2014/main" id="{EE8EBC09-DAE6-425E-81D7-A9178E07C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312"/>
                <a:ext cx="717" cy="416"/>
              </a:xfrm>
              <a:custGeom>
                <a:avLst/>
                <a:gdLst>
                  <a:gd name="T0" fmla="*/ 455 w 900"/>
                  <a:gd name="T1" fmla="*/ 294 h 489"/>
                  <a:gd name="T2" fmla="*/ 210 w 900"/>
                  <a:gd name="T3" fmla="*/ 133 h 489"/>
                  <a:gd name="T4" fmla="*/ 25 w 900"/>
                  <a:gd name="T5" fmla="*/ 14 h 489"/>
                  <a:gd name="T6" fmla="*/ 0 w 900"/>
                  <a:gd name="T7" fmla="*/ 31 h 489"/>
                  <a:gd name="T8" fmla="*/ 204 w 900"/>
                  <a:gd name="T9" fmla="*/ 191 h 489"/>
                  <a:gd name="T10" fmla="*/ 420 w 900"/>
                  <a:gd name="T11" fmla="*/ 301 h 489"/>
                  <a:gd name="T12" fmla="*/ 455 w 900"/>
                  <a:gd name="T13" fmla="*/ 294 h 4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89">
                    <a:moveTo>
                      <a:pt x="900" y="479"/>
                    </a:moveTo>
                    <a:cubicBezTo>
                      <a:pt x="417" y="215"/>
                      <a:pt x="417" y="215"/>
                      <a:pt x="417" y="215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0" y="0"/>
                      <a:pt x="0" y="50"/>
                    </a:cubicBezTo>
                    <a:cubicBezTo>
                      <a:pt x="0" y="100"/>
                      <a:pt x="403" y="310"/>
                      <a:pt x="403" y="310"/>
                    </a:cubicBezTo>
                    <a:cubicBezTo>
                      <a:pt x="830" y="489"/>
                      <a:pt x="830" y="489"/>
                      <a:pt x="830" y="489"/>
                    </a:cubicBezTo>
                    <a:lnTo>
                      <a:pt x="900" y="479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1" name="Freeform 787">
                <a:extLst>
                  <a:ext uri="{FF2B5EF4-FFF2-40B4-BE49-F238E27FC236}">
                    <a16:creationId xmlns:a16="http://schemas.microsoft.com/office/drawing/2014/main" id="{924A00A7-C729-4E10-BF6B-6C84D6B1E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332"/>
                <a:ext cx="697" cy="388"/>
              </a:xfrm>
              <a:custGeom>
                <a:avLst/>
                <a:gdLst>
                  <a:gd name="T0" fmla="*/ 443 w 874"/>
                  <a:gd name="T1" fmla="*/ 281 h 456"/>
                  <a:gd name="T2" fmla="*/ 257 w 874"/>
                  <a:gd name="T3" fmla="*/ 180 h 456"/>
                  <a:gd name="T4" fmla="*/ 0 w 874"/>
                  <a:gd name="T5" fmla="*/ 0 h 4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4" h="456">
                    <a:moveTo>
                      <a:pt x="874" y="456"/>
                    </a:moveTo>
                    <a:cubicBezTo>
                      <a:pt x="506" y="292"/>
                      <a:pt x="506" y="292"/>
                      <a:pt x="506" y="292"/>
                    </a:cubicBezTo>
                    <a:cubicBezTo>
                      <a:pt x="506" y="292"/>
                      <a:pt x="122" y="14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2" name="Freeform 788">
                <a:extLst>
                  <a:ext uri="{FF2B5EF4-FFF2-40B4-BE49-F238E27FC236}">
                    <a16:creationId xmlns:a16="http://schemas.microsoft.com/office/drawing/2014/main" id="{6CF18F29-7810-4776-96CC-2270C3652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467"/>
                <a:ext cx="387" cy="252"/>
              </a:xfrm>
              <a:custGeom>
                <a:avLst/>
                <a:gdLst>
                  <a:gd name="T0" fmla="*/ 0 w 485"/>
                  <a:gd name="T1" fmla="*/ 20 h 296"/>
                  <a:gd name="T2" fmla="*/ 49 w 485"/>
                  <a:gd name="T3" fmla="*/ 17 h 296"/>
                  <a:gd name="T4" fmla="*/ 246 w 485"/>
                  <a:gd name="T5" fmla="*/ 139 h 296"/>
                  <a:gd name="T6" fmla="*/ 247 w 485"/>
                  <a:gd name="T7" fmla="*/ 183 h 296"/>
                  <a:gd name="T8" fmla="*/ 0 w 485"/>
                  <a:gd name="T9" fmla="*/ 2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5" h="296">
                    <a:moveTo>
                      <a:pt x="0" y="32"/>
                    </a:moveTo>
                    <a:cubicBezTo>
                      <a:pt x="0" y="32"/>
                      <a:pt x="49" y="0"/>
                      <a:pt x="96" y="28"/>
                    </a:cubicBezTo>
                    <a:cubicBezTo>
                      <a:pt x="484" y="225"/>
                      <a:pt x="484" y="225"/>
                      <a:pt x="484" y="225"/>
                    </a:cubicBezTo>
                    <a:cubicBezTo>
                      <a:pt x="485" y="296"/>
                      <a:pt x="485" y="296"/>
                      <a:pt x="485" y="296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3E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3" name="Freeform 789">
                <a:extLst>
                  <a:ext uri="{FF2B5EF4-FFF2-40B4-BE49-F238E27FC236}">
                    <a16:creationId xmlns:a16="http://schemas.microsoft.com/office/drawing/2014/main" id="{6AEF60DE-728C-4DE8-9F71-8D3E566E3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467"/>
                <a:ext cx="387" cy="252"/>
              </a:xfrm>
              <a:custGeom>
                <a:avLst/>
                <a:gdLst>
                  <a:gd name="T0" fmla="*/ 0 w 485"/>
                  <a:gd name="T1" fmla="*/ 20 h 296"/>
                  <a:gd name="T2" fmla="*/ 49 w 485"/>
                  <a:gd name="T3" fmla="*/ 17 h 296"/>
                  <a:gd name="T4" fmla="*/ 246 w 485"/>
                  <a:gd name="T5" fmla="*/ 139 h 296"/>
                  <a:gd name="T6" fmla="*/ 247 w 485"/>
                  <a:gd name="T7" fmla="*/ 183 h 296"/>
                  <a:gd name="T8" fmla="*/ 0 w 485"/>
                  <a:gd name="T9" fmla="*/ 2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5" h="296">
                    <a:moveTo>
                      <a:pt x="0" y="32"/>
                    </a:moveTo>
                    <a:cubicBezTo>
                      <a:pt x="0" y="32"/>
                      <a:pt x="49" y="0"/>
                      <a:pt x="96" y="28"/>
                    </a:cubicBezTo>
                    <a:cubicBezTo>
                      <a:pt x="484" y="225"/>
                      <a:pt x="484" y="225"/>
                      <a:pt x="484" y="225"/>
                    </a:cubicBezTo>
                    <a:cubicBezTo>
                      <a:pt x="485" y="296"/>
                      <a:pt x="485" y="296"/>
                      <a:pt x="485" y="296"/>
                    </a:cubicBezTo>
                    <a:lnTo>
                      <a:pt x="0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4" name="Freeform 790">
                <a:extLst>
                  <a:ext uri="{FF2B5EF4-FFF2-40B4-BE49-F238E27FC236}">
                    <a16:creationId xmlns:a16="http://schemas.microsoft.com/office/drawing/2014/main" id="{4A55AC82-99A8-49EE-A2B9-6D1974EB0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97"/>
                <a:ext cx="763" cy="127"/>
              </a:xfrm>
              <a:custGeom>
                <a:avLst/>
                <a:gdLst>
                  <a:gd name="T0" fmla="*/ 486 w 956"/>
                  <a:gd name="T1" fmla="*/ 0 h 149"/>
                  <a:gd name="T2" fmla="*/ 0 w 956"/>
                  <a:gd name="T3" fmla="*/ 76 h 149"/>
                  <a:gd name="T4" fmla="*/ 486 w 956"/>
                  <a:gd name="T5" fmla="*/ 0 h 1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6" h="149">
                    <a:moveTo>
                      <a:pt x="956" y="0"/>
                    </a:moveTo>
                    <a:cubicBezTo>
                      <a:pt x="956" y="0"/>
                      <a:pt x="638" y="109"/>
                      <a:pt x="0" y="123"/>
                    </a:cubicBezTo>
                    <a:cubicBezTo>
                      <a:pt x="0" y="123"/>
                      <a:pt x="479" y="149"/>
                      <a:pt x="956" y="0"/>
                    </a:cubicBezTo>
                    <a:close/>
                  </a:path>
                </a:pathLst>
              </a:custGeom>
              <a:solidFill>
                <a:srgbClr val="B19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5" name="Freeform 791">
                <a:extLst>
                  <a:ext uri="{FF2B5EF4-FFF2-40B4-BE49-F238E27FC236}">
                    <a16:creationId xmlns:a16="http://schemas.microsoft.com/office/drawing/2014/main" id="{B9D799BE-90A2-4099-B280-B1495546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633"/>
                <a:ext cx="354" cy="181"/>
              </a:xfrm>
              <a:custGeom>
                <a:avLst/>
                <a:gdLst>
                  <a:gd name="T0" fmla="*/ 0 w 444"/>
                  <a:gd name="T1" fmla="*/ 0 h 213"/>
                  <a:gd name="T2" fmla="*/ 132 w 444"/>
                  <a:gd name="T3" fmla="*/ 94 h 213"/>
                  <a:gd name="T4" fmla="*/ 225 w 444"/>
                  <a:gd name="T5" fmla="*/ 121 h 213"/>
                  <a:gd name="T6" fmla="*/ 127 w 444"/>
                  <a:gd name="T7" fmla="*/ 100 h 213"/>
                  <a:gd name="T8" fmla="*/ 0 w 444"/>
                  <a:gd name="T9" fmla="*/ 0 h 2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4" h="213">
                    <a:moveTo>
                      <a:pt x="0" y="0"/>
                    </a:moveTo>
                    <a:cubicBezTo>
                      <a:pt x="259" y="154"/>
                      <a:pt x="259" y="154"/>
                      <a:pt x="259" y="154"/>
                    </a:cubicBezTo>
                    <a:cubicBezTo>
                      <a:pt x="259" y="154"/>
                      <a:pt x="297" y="189"/>
                      <a:pt x="444" y="197"/>
                    </a:cubicBezTo>
                    <a:cubicBezTo>
                      <a:pt x="444" y="197"/>
                      <a:pt x="362" y="213"/>
                      <a:pt x="251" y="163"/>
                    </a:cubicBezTo>
                    <a:cubicBezTo>
                      <a:pt x="139" y="11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B19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6" name="Freeform 792">
                <a:extLst>
                  <a:ext uri="{FF2B5EF4-FFF2-40B4-BE49-F238E27FC236}">
                    <a16:creationId xmlns:a16="http://schemas.microsoft.com/office/drawing/2014/main" id="{B929CAC9-898D-4141-A837-B4774BC9A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263"/>
                <a:ext cx="837" cy="128"/>
              </a:xfrm>
              <a:custGeom>
                <a:avLst/>
                <a:gdLst>
                  <a:gd name="T0" fmla="*/ 0 w 1050"/>
                  <a:gd name="T1" fmla="*/ 42 h 151"/>
                  <a:gd name="T2" fmla="*/ 108 w 1050"/>
                  <a:gd name="T3" fmla="*/ 82 h 151"/>
                  <a:gd name="T4" fmla="*/ 532 w 1050"/>
                  <a:gd name="T5" fmla="*/ 0 h 151"/>
                  <a:gd name="T6" fmla="*/ 104 w 1050"/>
                  <a:gd name="T7" fmla="*/ 75 h 151"/>
                  <a:gd name="T8" fmla="*/ 0 w 1050"/>
                  <a:gd name="T9" fmla="*/ 42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0" h="151">
                    <a:moveTo>
                      <a:pt x="0" y="69"/>
                    </a:moveTo>
                    <a:cubicBezTo>
                      <a:pt x="0" y="69"/>
                      <a:pt x="29" y="148"/>
                      <a:pt x="215" y="136"/>
                    </a:cubicBezTo>
                    <a:cubicBezTo>
                      <a:pt x="401" y="123"/>
                      <a:pt x="1050" y="0"/>
                      <a:pt x="1050" y="0"/>
                    </a:cubicBezTo>
                    <a:cubicBezTo>
                      <a:pt x="205" y="123"/>
                      <a:pt x="205" y="123"/>
                      <a:pt x="205" y="123"/>
                    </a:cubicBezTo>
                    <a:cubicBezTo>
                      <a:pt x="205" y="123"/>
                      <a:pt x="76" y="151"/>
                      <a:pt x="0" y="69"/>
                    </a:cubicBezTo>
                    <a:close/>
                  </a:path>
                </a:pathLst>
              </a:custGeom>
              <a:solidFill>
                <a:srgbClr val="B19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7" name="Freeform 793">
                <a:extLst>
                  <a:ext uri="{FF2B5EF4-FFF2-40B4-BE49-F238E27FC236}">
                    <a16:creationId xmlns:a16="http://schemas.microsoft.com/office/drawing/2014/main" id="{41C32CFE-FBB4-4732-B106-0C8560E84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125"/>
                <a:ext cx="41" cy="356"/>
              </a:xfrm>
              <a:custGeom>
                <a:avLst/>
                <a:gdLst>
                  <a:gd name="T0" fmla="*/ 27 w 51"/>
                  <a:gd name="T1" fmla="*/ 0 h 418"/>
                  <a:gd name="T2" fmla="*/ 23 w 51"/>
                  <a:gd name="T3" fmla="*/ 21 h 418"/>
                  <a:gd name="T4" fmla="*/ 23 w 51"/>
                  <a:gd name="T5" fmla="*/ 258 h 418"/>
                  <a:gd name="T6" fmla="*/ 2 w 51"/>
                  <a:gd name="T7" fmla="*/ 256 h 418"/>
                  <a:gd name="T8" fmla="*/ 2 w 51"/>
                  <a:gd name="T9" fmla="*/ 41 h 418"/>
                  <a:gd name="T10" fmla="*/ 27 w 51"/>
                  <a:gd name="T11" fmla="*/ 0 h 4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18">
                    <a:moveTo>
                      <a:pt x="51" y="0"/>
                    </a:moveTo>
                    <a:cubicBezTo>
                      <a:pt x="51" y="0"/>
                      <a:pt x="43" y="15"/>
                      <a:pt x="44" y="34"/>
                    </a:cubicBezTo>
                    <a:cubicBezTo>
                      <a:pt x="45" y="53"/>
                      <a:pt x="44" y="418"/>
                      <a:pt x="44" y="418"/>
                    </a:cubicBezTo>
                    <a:cubicBezTo>
                      <a:pt x="44" y="418"/>
                      <a:pt x="20" y="409"/>
                      <a:pt x="5" y="415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0" y="6"/>
                      <a:pt x="51" y="0"/>
                    </a:cubicBezTo>
                    <a:close/>
                  </a:path>
                </a:pathLst>
              </a:custGeom>
              <a:solidFill>
                <a:srgbClr val="D3B8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8" name="Freeform 794">
                <a:extLst>
                  <a:ext uri="{FF2B5EF4-FFF2-40B4-BE49-F238E27FC236}">
                    <a16:creationId xmlns:a16="http://schemas.microsoft.com/office/drawing/2014/main" id="{2CCCF0D6-5F1C-4FBB-A427-E19C0F1BD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157"/>
                <a:ext cx="165" cy="595"/>
              </a:xfrm>
              <a:custGeom>
                <a:avLst/>
                <a:gdLst>
                  <a:gd name="T0" fmla="*/ 47 w 206"/>
                  <a:gd name="T1" fmla="*/ 35 h 700"/>
                  <a:gd name="T2" fmla="*/ 83 w 206"/>
                  <a:gd name="T3" fmla="*/ 128 h 700"/>
                  <a:gd name="T4" fmla="*/ 76 w 206"/>
                  <a:gd name="T5" fmla="*/ 406 h 700"/>
                  <a:gd name="T6" fmla="*/ 92 w 206"/>
                  <a:gd name="T7" fmla="*/ 430 h 700"/>
                  <a:gd name="T8" fmla="*/ 106 w 206"/>
                  <a:gd name="T9" fmla="*/ 395 h 700"/>
                  <a:gd name="T10" fmla="*/ 105 w 206"/>
                  <a:gd name="T11" fmla="*/ 118 h 700"/>
                  <a:gd name="T12" fmla="*/ 73 w 206"/>
                  <a:gd name="T13" fmla="*/ 26 h 700"/>
                  <a:gd name="T14" fmla="*/ 47 w 206"/>
                  <a:gd name="T15" fmla="*/ 35 h 7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6" h="700">
                    <a:moveTo>
                      <a:pt x="93" y="57"/>
                    </a:moveTo>
                    <a:cubicBezTo>
                      <a:pt x="93" y="57"/>
                      <a:pt x="164" y="71"/>
                      <a:pt x="160" y="207"/>
                    </a:cubicBezTo>
                    <a:cubicBezTo>
                      <a:pt x="156" y="344"/>
                      <a:pt x="148" y="661"/>
                      <a:pt x="148" y="661"/>
                    </a:cubicBezTo>
                    <a:cubicBezTo>
                      <a:pt x="178" y="700"/>
                      <a:pt x="178" y="700"/>
                      <a:pt x="178" y="700"/>
                    </a:cubicBezTo>
                    <a:cubicBezTo>
                      <a:pt x="206" y="644"/>
                      <a:pt x="206" y="644"/>
                      <a:pt x="206" y="644"/>
                    </a:cubicBezTo>
                    <a:cubicBezTo>
                      <a:pt x="204" y="193"/>
                      <a:pt x="204" y="193"/>
                      <a:pt x="204" y="193"/>
                    </a:cubicBezTo>
                    <a:cubicBezTo>
                      <a:pt x="204" y="193"/>
                      <a:pt x="198" y="57"/>
                      <a:pt x="142" y="41"/>
                    </a:cubicBezTo>
                    <a:cubicBezTo>
                      <a:pt x="0" y="0"/>
                      <a:pt x="93" y="57"/>
                      <a:pt x="93" y="57"/>
                    </a:cubicBezTo>
                    <a:close/>
                  </a:path>
                </a:pathLst>
              </a:custGeom>
              <a:solidFill>
                <a:srgbClr val="EFD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Freeform 795">
                <a:extLst>
                  <a:ext uri="{FF2B5EF4-FFF2-40B4-BE49-F238E27FC236}">
                    <a16:creationId xmlns:a16="http://schemas.microsoft.com/office/drawing/2014/main" id="{BF0B5C80-4217-4A3D-8174-72E1DD3F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329"/>
                <a:ext cx="693" cy="389"/>
              </a:xfrm>
              <a:custGeom>
                <a:avLst/>
                <a:gdLst>
                  <a:gd name="T0" fmla="*/ 418 w 868"/>
                  <a:gd name="T1" fmla="*/ 282 h 457"/>
                  <a:gd name="T2" fmla="*/ 227 w 868"/>
                  <a:gd name="T3" fmla="*/ 188 h 457"/>
                  <a:gd name="T4" fmla="*/ 147 w 868"/>
                  <a:gd name="T5" fmla="*/ 139 h 457"/>
                  <a:gd name="T6" fmla="*/ 7 w 868"/>
                  <a:gd name="T7" fmla="*/ 34 h 457"/>
                  <a:gd name="T8" fmla="*/ 24 w 868"/>
                  <a:gd name="T9" fmla="*/ 26 h 457"/>
                  <a:gd name="T10" fmla="*/ 186 w 868"/>
                  <a:gd name="T11" fmla="*/ 146 h 457"/>
                  <a:gd name="T12" fmla="*/ 442 w 868"/>
                  <a:gd name="T13" fmla="*/ 280 h 457"/>
                  <a:gd name="T14" fmla="*/ 418 w 868"/>
                  <a:gd name="T15" fmla="*/ 282 h 4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8" h="457">
                    <a:moveTo>
                      <a:pt x="820" y="457"/>
                    </a:moveTo>
                    <a:cubicBezTo>
                      <a:pt x="446" y="305"/>
                      <a:pt x="446" y="305"/>
                      <a:pt x="446" y="305"/>
                    </a:cubicBezTo>
                    <a:cubicBezTo>
                      <a:pt x="446" y="305"/>
                      <a:pt x="336" y="255"/>
                      <a:pt x="289" y="225"/>
                    </a:cubicBezTo>
                    <a:cubicBezTo>
                      <a:pt x="242" y="196"/>
                      <a:pt x="38" y="88"/>
                      <a:pt x="14" y="55"/>
                    </a:cubicBezTo>
                    <a:cubicBezTo>
                      <a:pt x="14" y="55"/>
                      <a:pt x="0" y="0"/>
                      <a:pt x="46" y="43"/>
                    </a:cubicBezTo>
                    <a:cubicBezTo>
                      <a:pt x="109" y="100"/>
                      <a:pt x="281" y="201"/>
                      <a:pt x="366" y="236"/>
                    </a:cubicBezTo>
                    <a:cubicBezTo>
                      <a:pt x="452" y="271"/>
                      <a:pt x="868" y="455"/>
                      <a:pt x="868" y="455"/>
                    </a:cubicBezTo>
                    <a:lnTo>
                      <a:pt x="820" y="457"/>
                    </a:lnTo>
                    <a:close/>
                  </a:path>
                </a:pathLst>
              </a:custGeom>
              <a:solidFill>
                <a:srgbClr val="F3E4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0" name="Freeform 796">
                <a:extLst>
                  <a:ext uri="{FF2B5EF4-FFF2-40B4-BE49-F238E27FC236}">
                    <a16:creationId xmlns:a16="http://schemas.microsoft.com/office/drawing/2014/main" id="{C6D5E206-3B41-4F2D-A852-5B33CB382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601"/>
                <a:ext cx="339" cy="106"/>
              </a:xfrm>
              <a:custGeom>
                <a:avLst/>
                <a:gdLst>
                  <a:gd name="T0" fmla="*/ 0 w 424"/>
                  <a:gd name="T1" fmla="*/ 55 h 125"/>
                  <a:gd name="T2" fmla="*/ 0 w 424"/>
                  <a:gd name="T3" fmla="*/ 76 h 125"/>
                  <a:gd name="T4" fmla="*/ 206 w 424"/>
                  <a:gd name="T5" fmla="*/ 27 h 125"/>
                  <a:gd name="T6" fmla="*/ 205 w 424"/>
                  <a:gd name="T7" fmla="*/ 0 h 125"/>
                  <a:gd name="T8" fmla="*/ 0 w 424"/>
                  <a:gd name="T9" fmla="*/ 55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4" h="125">
                    <a:moveTo>
                      <a:pt x="0" y="91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357" y="69"/>
                      <a:pt x="404" y="45"/>
                    </a:cubicBezTo>
                    <a:cubicBezTo>
                      <a:pt x="404" y="45"/>
                      <a:pt x="424" y="13"/>
                      <a:pt x="403" y="0"/>
                    </a:cubicBezTo>
                    <a:cubicBezTo>
                      <a:pt x="403" y="0"/>
                      <a:pt x="357" y="34"/>
                      <a:pt x="0" y="91"/>
                    </a:cubicBezTo>
                    <a:close/>
                  </a:path>
                </a:pathLst>
              </a:custGeom>
              <a:solidFill>
                <a:srgbClr val="F3E4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1" name="Freeform 797">
                <a:extLst>
                  <a:ext uri="{FF2B5EF4-FFF2-40B4-BE49-F238E27FC236}">
                    <a16:creationId xmlns:a16="http://schemas.microsoft.com/office/drawing/2014/main" id="{88EED739-C1E1-4D4E-B594-4F2402892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642"/>
                <a:ext cx="370" cy="124"/>
              </a:xfrm>
              <a:custGeom>
                <a:avLst/>
                <a:gdLst>
                  <a:gd name="T0" fmla="*/ 14 w 464"/>
                  <a:gd name="T1" fmla="*/ 58 h 145"/>
                  <a:gd name="T2" fmla="*/ 0 w 464"/>
                  <a:gd name="T3" fmla="*/ 91 h 145"/>
                  <a:gd name="T4" fmla="*/ 224 w 464"/>
                  <a:gd name="T5" fmla="*/ 32 h 145"/>
                  <a:gd name="T6" fmla="*/ 222 w 464"/>
                  <a:gd name="T7" fmla="*/ 4 h 145"/>
                  <a:gd name="T8" fmla="*/ 14 w 464"/>
                  <a:gd name="T9" fmla="*/ 5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4" h="145">
                    <a:moveTo>
                      <a:pt x="26" y="94"/>
                    </a:move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389" y="91"/>
                      <a:pt x="442" y="53"/>
                    </a:cubicBezTo>
                    <a:cubicBezTo>
                      <a:pt x="442" y="53"/>
                      <a:pt x="464" y="0"/>
                      <a:pt x="438" y="7"/>
                    </a:cubicBezTo>
                    <a:cubicBezTo>
                      <a:pt x="412" y="15"/>
                      <a:pt x="96" y="91"/>
                      <a:pt x="26" y="94"/>
                    </a:cubicBezTo>
                    <a:close/>
                  </a:path>
                </a:pathLst>
              </a:custGeom>
              <a:solidFill>
                <a:srgbClr val="EFD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2" name="Freeform 798">
                <a:extLst>
                  <a:ext uri="{FF2B5EF4-FFF2-40B4-BE49-F238E27FC236}">
                    <a16:creationId xmlns:a16="http://schemas.microsoft.com/office/drawing/2014/main" id="{168D8DDC-0539-439C-A647-67F1D2FD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731"/>
                <a:ext cx="498" cy="78"/>
              </a:xfrm>
              <a:custGeom>
                <a:avLst/>
                <a:gdLst>
                  <a:gd name="T0" fmla="*/ 297 w 624"/>
                  <a:gd name="T1" fmla="*/ 0 h 92"/>
                  <a:gd name="T2" fmla="*/ 317 w 624"/>
                  <a:gd name="T3" fmla="*/ 29 h 92"/>
                  <a:gd name="T4" fmla="*/ 27 w 624"/>
                  <a:gd name="T5" fmla="*/ 45 h 92"/>
                  <a:gd name="T6" fmla="*/ 34 w 624"/>
                  <a:gd name="T7" fmla="*/ 20 h 92"/>
                  <a:gd name="T8" fmla="*/ 297 w 624"/>
                  <a:gd name="T9" fmla="*/ 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4" h="92">
                    <a:moveTo>
                      <a:pt x="584" y="0"/>
                    </a:moveTo>
                    <a:cubicBezTo>
                      <a:pt x="624" y="47"/>
                      <a:pt x="624" y="47"/>
                      <a:pt x="624" y="47"/>
                    </a:cubicBezTo>
                    <a:cubicBezTo>
                      <a:pt x="624" y="47"/>
                      <a:pt x="105" y="92"/>
                      <a:pt x="53" y="74"/>
                    </a:cubicBezTo>
                    <a:cubicBezTo>
                      <a:pt x="0" y="55"/>
                      <a:pt x="66" y="32"/>
                      <a:pt x="66" y="32"/>
                    </a:cubicBezTo>
                    <a:cubicBezTo>
                      <a:pt x="66" y="32"/>
                      <a:pt x="133" y="57"/>
                      <a:pt x="584" y="0"/>
                    </a:cubicBezTo>
                    <a:close/>
                  </a:path>
                </a:pathLst>
              </a:custGeom>
              <a:solidFill>
                <a:srgbClr val="EFD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3" name="Freeform 799">
                <a:extLst>
                  <a:ext uri="{FF2B5EF4-FFF2-40B4-BE49-F238E27FC236}">
                    <a16:creationId xmlns:a16="http://schemas.microsoft.com/office/drawing/2014/main" id="{7080A678-40CB-4547-AFFB-DD90D283E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831"/>
                <a:ext cx="373" cy="562"/>
              </a:xfrm>
              <a:custGeom>
                <a:avLst/>
                <a:gdLst>
                  <a:gd name="T0" fmla="*/ 35 w 467"/>
                  <a:gd name="T1" fmla="*/ 0 h 661"/>
                  <a:gd name="T2" fmla="*/ 35 w 467"/>
                  <a:gd name="T3" fmla="*/ 368 h 661"/>
                  <a:gd name="T4" fmla="*/ 238 w 467"/>
                  <a:gd name="T5" fmla="*/ 345 h 661"/>
                  <a:gd name="T6" fmla="*/ 56 w 467"/>
                  <a:gd name="T7" fmla="*/ 281 h 661"/>
                  <a:gd name="T8" fmla="*/ 35 w 467"/>
                  <a:gd name="T9" fmla="*/ 0 h 6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661">
                    <a:moveTo>
                      <a:pt x="69" y="0"/>
                    </a:moveTo>
                    <a:cubicBezTo>
                      <a:pt x="69" y="0"/>
                      <a:pt x="0" y="461"/>
                      <a:pt x="69" y="599"/>
                    </a:cubicBezTo>
                    <a:cubicBezTo>
                      <a:pt x="100" y="661"/>
                      <a:pt x="467" y="562"/>
                      <a:pt x="467" y="562"/>
                    </a:cubicBezTo>
                    <a:cubicBezTo>
                      <a:pt x="467" y="562"/>
                      <a:pt x="122" y="636"/>
                      <a:pt x="110" y="456"/>
                    </a:cubicBezTo>
                    <a:cubicBezTo>
                      <a:pt x="97" y="276"/>
                      <a:pt x="69" y="0"/>
                      <a:pt x="69" y="0"/>
                    </a:cubicBezTo>
                    <a:close/>
                  </a:path>
                </a:pathLst>
              </a:custGeom>
              <a:solidFill>
                <a:srgbClr val="EED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4" name="Freeform 800">
                <a:extLst>
                  <a:ext uri="{FF2B5EF4-FFF2-40B4-BE49-F238E27FC236}">
                    <a16:creationId xmlns:a16="http://schemas.microsoft.com/office/drawing/2014/main" id="{3DC61CC5-481D-44FD-8DAF-3D7EF2BFF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788"/>
                <a:ext cx="67" cy="24"/>
              </a:xfrm>
              <a:custGeom>
                <a:avLst/>
                <a:gdLst>
                  <a:gd name="T0" fmla="*/ 0 w 84"/>
                  <a:gd name="T1" fmla="*/ 18 h 28"/>
                  <a:gd name="T2" fmla="*/ 42 w 84"/>
                  <a:gd name="T3" fmla="*/ 0 h 28"/>
                  <a:gd name="T4" fmla="*/ 7 w 84"/>
                  <a:gd name="T5" fmla="*/ 1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28">
                    <a:moveTo>
                      <a:pt x="0" y="28"/>
                    </a:moveTo>
                    <a:cubicBezTo>
                      <a:pt x="28" y="20"/>
                      <a:pt x="56" y="13"/>
                      <a:pt x="84" y="0"/>
                    </a:cubicBezTo>
                    <a:cubicBezTo>
                      <a:pt x="59" y="0"/>
                      <a:pt x="37" y="11"/>
                      <a:pt x="14" y="1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5" name="Freeform 801">
                <a:extLst>
                  <a:ext uri="{FF2B5EF4-FFF2-40B4-BE49-F238E27FC236}">
                    <a16:creationId xmlns:a16="http://schemas.microsoft.com/office/drawing/2014/main" id="{79861E75-BD89-48D3-98EF-10AE21E3E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796"/>
                <a:ext cx="62" cy="16"/>
              </a:xfrm>
              <a:custGeom>
                <a:avLst/>
                <a:gdLst>
                  <a:gd name="T0" fmla="*/ 4 w 78"/>
                  <a:gd name="T1" fmla="*/ 10 h 19"/>
                  <a:gd name="T2" fmla="*/ 39 w 78"/>
                  <a:gd name="T3" fmla="*/ 0 h 19"/>
                  <a:gd name="T4" fmla="*/ 0 w 78"/>
                  <a:gd name="T5" fmla="*/ 1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9">
                    <a:moveTo>
                      <a:pt x="8" y="17"/>
                    </a:moveTo>
                    <a:cubicBezTo>
                      <a:pt x="33" y="19"/>
                      <a:pt x="57" y="13"/>
                      <a:pt x="78" y="0"/>
                    </a:cubicBezTo>
                    <a:cubicBezTo>
                      <a:pt x="53" y="1"/>
                      <a:pt x="24" y="11"/>
                      <a:pt x="0" y="19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6" name="Freeform 802">
                <a:extLst>
                  <a:ext uri="{FF2B5EF4-FFF2-40B4-BE49-F238E27FC236}">
                    <a16:creationId xmlns:a16="http://schemas.microsoft.com/office/drawing/2014/main" id="{D509D7A9-92E1-4761-B710-39F69753D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762"/>
                <a:ext cx="49" cy="28"/>
              </a:xfrm>
              <a:custGeom>
                <a:avLst/>
                <a:gdLst>
                  <a:gd name="T0" fmla="*/ 2 w 62"/>
                  <a:gd name="T1" fmla="*/ 10 h 32"/>
                  <a:gd name="T2" fmla="*/ 31 w 62"/>
                  <a:gd name="T3" fmla="*/ 3 h 32"/>
                  <a:gd name="T4" fmla="*/ 0 w 62"/>
                  <a:gd name="T5" fmla="*/ 1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2">
                    <a:moveTo>
                      <a:pt x="2" y="14"/>
                    </a:moveTo>
                    <a:cubicBezTo>
                      <a:pt x="13" y="32"/>
                      <a:pt x="50" y="12"/>
                      <a:pt x="62" y="3"/>
                    </a:cubicBezTo>
                    <a:cubicBezTo>
                      <a:pt x="39" y="0"/>
                      <a:pt x="19" y="12"/>
                      <a:pt x="0" y="2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7" name="Freeform 803">
                <a:extLst>
                  <a:ext uri="{FF2B5EF4-FFF2-40B4-BE49-F238E27FC236}">
                    <a16:creationId xmlns:a16="http://schemas.microsoft.com/office/drawing/2014/main" id="{4DA3A400-405E-414C-9D2C-F12EBA99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831"/>
                <a:ext cx="90" cy="22"/>
              </a:xfrm>
              <a:custGeom>
                <a:avLst/>
                <a:gdLst>
                  <a:gd name="T0" fmla="*/ 0 w 112"/>
                  <a:gd name="T1" fmla="*/ 11 h 25"/>
                  <a:gd name="T2" fmla="*/ 58 w 112"/>
                  <a:gd name="T3" fmla="*/ 4 h 25"/>
                  <a:gd name="T4" fmla="*/ 9 w 112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5">
                    <a:moveTo>
                      <a:pt x="0" y="17"/>
                    </a:moveTo>
                    <a:cubicBezTo>
                      <a:pt x="34" y="17"/>
                      <a:pt x="85" y="25"/>
                      <a:pt x="112" y="4"/>
                    </a:cubicBezTo>
                    <a:cubicBezTo>
                      <a:pt x="83" y="0"/>
                      <a:pt x="46" y="13"/>
                      <a:pt x="18" y="19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8" name="Freeform 804">
                <a:extLst>
                  <a:ext uri="{FF2B5EF4-FFF2-40B4-BE49-F238E27FC236}">
                    <a16:creationId xmlns:a16="http://schemas.microsoft.com/office/drawing/2014/main" id="{60B52838-524C-4927-A7FA-03BD39060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19"/>
                <a:ext cx="70" cy="31"/>
              </a:xfrm>
              <a:custGeom>
                <a:avLst/>
                <a:gdLst>
                  <a:gd name="T0" fmla="*/ 3 w 88"/>
                  <a:gd name="T1" fmla="*/ 19 h 36"/>
                  <a:gd name="T2" fmla="*/ 0 w 88"/>
                  <a:gd name="T3" fmla="*/ 19 h 36"/>
                  <a:gd name="T4" fmla="*/ 45 w 88"/>
                  <a:gd name="T5" fmla="*/ 4 h 36"/>
                  <a:gd name="T6" fmla="*/ 6 w 88"/>
                  <a:gd name="T7" fmla="*/ 19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6">
                    <a:moveTo>
                      <a:pt x="6" y="29"/>
                    </a:moveTo>
                    <a:cubicBezTo>
                      <a:pt x="4" y="29"/>
                      <a:pt x="2" y="29"/>
                      <a:pt x="0" y="30"/>
                    </a:cubicBezTo>
                    <a:cubicBezTo>
                      <a:pt x="19" y="36"/>
                      <a:pt x="81" y="30"/>
                      <a:pt x="88" y="7"/>
                    </a:cubicBezTo>
                    <a:cubicBezTo>
                      <a:pt x="67" y="0"/>
                      <a:pt x="30" y="17"/>
                      <a:pt x="12" y="29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9" name="Freeform 805">
                <a:extLst>
                  <a:ext uri="{FF2B5EF4-FFF2-40B4-BE49-F238E27FC236}">
                    <a16:creationId xmlns:a16="http://schemas.microsoft.com/office/drawing/2014/main" id="{D891B89B-27FD-4624-8221-7E405A37A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863"/>
                <a:ext cx="67" cy="24"/>
              </a:xfrm>
              <a:custGeom>
                <a:avLst/>
                <a:gdLst>
                  <a:gd name="T0" fmla="*/ 2 w 84"/>
                  <a:gd name="T1" fmla="*/ 14 h 28"/>
                  <a:gd name="T2" fmla="*/ 15 w 84"/>
                  <a:gd name="T3" fmla="*/ 14 h 28"/>
                  <a:gd name="T4" fmla="*/ 42 w 84"/>
                  <a:gd name="T5" fmla="*/ 1 h 28"/>
                  <a:gd name="T6" fmla="*/ 2 w 84"/>
                  <a:gd name="T7" fmla="*/ 1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28">
                    <a:moveTo>
                      <a:pt x="4" y="22"/>
                    </a:moveTo>
                    <a:cubicBezTo>
                      <a:pt x="0" y="28"/>
                      <a:pt x="23" y="24"/>
                      <a:pt x="30" y="22"/>
                    </a:cubicBezTo>
                    <a:cubicBezTo>
                      <a:pt x="48" y="19"/>
                      <a:pt x="68" y="11"/>
                      <a:pt x="84" y="1"/>
                    </a:cubicBezTo>
                    <a:cubicBezTo>
                      <a:pt x="57" y="0"/>
                      <a:pt x="26" y="12"/>
                      <a:pt x="4" y="2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0" name="Freeform 806">
                <a:extLst>
                  <a:ext uri="{FF2B5EF4-FFF2-40B4-BE49-F238E27FC236}">
                    <a16:creationId xmlns:a16="http://schemas.microsoft.com/office/drawing/2014/main" id="{B2D2C49C-33C7-4A28-8A7F-04172F05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874"/>
                <a:ext cx="52" cy="20"/>
              </a:xfrm>
              <a:custGeom>
                <a:avLst/>
                <a:gdLst>
                  <a:gd name="T0" fmla="*/ 5 w 66"/>
                  <a:gd name="T1" fmla="*/ 13 h 24"/>
                  <a:gd name="T2" fmla="*/ 16 w 66"/>
                  <a:gd name="T3" fmla="*/ 13 h 24"/>
                  <a:gd name="T4" fmla="*/ 32 w 66"/>
                  <a:gd name="T5" fmla="*/ 2 h 24"/>
                  <a:gd name="T6" fmla="*/ 0 w 66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4">
                    <a:moveTo>
                      <a:pt x="10" y="21"/>
                    </a:moveTo>
                    <a:cubicBezTo>
                      <a:pt x="5" y="17"/>
                      <a:pt x="26" y="24"/>
                      <a:pt x="33" y="23"/>
                    </a:cubicBezTo>
                    <a:cubicBezTo>
                      <a:pt x="44" y="22"/>
                      <a:pt x="66" y="13"/>
                      <a:pt x="66" y="2"/>
                    </a:cubicBezTo>
                    <a:cubicBezTo>
                      <a:pt x="43" y="0"/>
                      <a:pt x="20" y="12"/>
                      <a:pt x="0" y="2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1" name="Freeform 807">
                <a:extLst>
                  <a:ext uri="{FF2B5EF4-FFF2-40B4-BE49-F238E27FC236}">
                    <a16:creationId xmlns:a16="http://schemas.microsoft.com/office/drawing/2014/main" id="{2E39E52F-9643-4EB7-A008-0ECADF23E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901"/>
                <a:ext cx="76" cy="39"/>
              </a:xfrm>
              <a:custGeom>
                <a:avLst/>
                <a:gdLst>
                  <a:gd name="T0" fmla="*/ 8 w 96"/>
                  <a:gd name="T1" fmla="*/ 21 h 46"/>
                  <a:gd name="T2" fmla="*/ 0 w 96"/>
                  <a:gd name="T3" fmla="*/ 21 h 46"/>
                  <a:gd name="T4" fmla="*/ 48 w 96"/>
                  <a:gd name="T5" fmla="*/ 9 h 46"/>
                  <a:gd name="T6" fmla="*/ 12 w 96"/>
                  <a:gd name="T7" fmla="*/ 2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46">
                    <a:moveTo>
                      <a:pt x="16" y="35"/>
                    </a:moveTo>
                    <a:cubicBezTo>
                      <a:pt x="11" y="36"/>
                      <a:pt x="6" y="36"/>
                      <a:pt x="0" y="35"/>
                    </a:cubicBezTo>
                    <a:cubicBezTo>
                      <a:pt x="34" y="46"/>
                      <a:pt x="68" y="34"/>
                      <a:pt x="96" y="15"/>
                    </a:cubicBezTo>
                    <a:cubicBezTo>
                      <a:pt x="78" y="0"/>
                      <a:pt x="38" y="24"/>
                      <a:pt x="24" y="3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2" name="Freeform 808">
                <a:extLst>
                  <a:ext uri="{FF2B5EF4-FFF2-40B4-BE49-F238E27FC236}">
                    <a16:creationId xmlns:a16="http://schemas.microsoft.com/office/drawing/2014/main" id="{1479B504-DBAF-4CFA-848B-8B0A302D6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914"/>
                <a:ext cx="34" cy="15"/>
              </a:xfrm>
              <a:custGeom>
                <a:avLst/>
                <a:gdLst>
                  <a:gd name="T0" fmla="*/ 4 w 43"/>
                  <a:gd name="T1" fmla="*/ 5 h 18"/>
                  <a:gd name="T2" fmla="*/ 0 w 43"/>
                  <a:gd name="T3" fmla="*/ 6 h 18"/>
                  <a:gd name="T4" fmla="*/ 21 w 43"/>
                  <a:gd name="T5" fmla="*/ 1 h 18"/>
                  <a:gd name="T6" fmla="*/ 4 w 43"/>
                  <a:gd name="T7" fmla="*/ 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8">
                    <a:moveTo>
                      <a:pt x="7" y="8"/>
                    </a:moveTo>
                    <a:cubicBezTo>
                      <a:pt x="3" y="9"/>
                      <a:pt x="2" y="7"/>
                      <a:pt x="0" y="10"/>
                    </a:cubicBezTo>
                    <a:cubicBezTo>
                      <a:pt x="12" y="18"/>
                      <a:pt x="39" y="18"/>
                      <a:pt x="43" y="1"/>
                    </a:cubicBezTo>
                    <a:cubicBezTo>
                      <a:pt x="30" y="0"/>
                      <a:pt x="19" y="7"/>
                      <a:pt x="7" y="1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3" name="Freeform 809">
                <a:extLst>
                  <a:ext uri="{FF2B5EF4-FFF2-40B4-BE49-F238E27FC236}">
                    <a16:creationId xmlns:a16="http://schemas.microsoft.com/office/drawing/2014/main" id="{F4DDC7AB-FE90-4B26-89FE-A17DC3D8C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978"/>
                <a:ext cx="81" cy="26"/>
              </a:xfrm>
              <a:custGeom>
                <a:avLst/>
                <a:gdLst>
                  <a:gd name="T0" fmla="*/ 0 w 102"/>
                  <a:gd name="T1" fmla="*/ 11 h 31"/>
                  <a:gd name="T2" fmla="*/ 51 w 102"/>
                  <a:gd name="T3" fmla="*/ 4 h 31"/>
                  <a:gd name="T4" fmla="*/ 12 w 102"/>
                  <a:gd name="T5" fmla="*/ 1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31">
                    <a:moveTo>
                      <a:pt x="0" y="19"/>
                    </a:moveTo>
                    <a:cubicBezTo>
                      <a:pt x="26" y="30"/>
                      <a:pt x="85" y="31"/>
                      <a:pt x="102" y="7"/>
                    </a:cubicBezTo>
                    <a:cubicBezTo>
                      <a:pt x="84" y="0"/>
                      <a:pt x="40" y="22"/>
                      <a:pt x="24" y="3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4" name="Freeform 810">
                <a:extLst>
                  <a:ext uri="{FF2B5EF4-FFF2-40B4-BE49-F238E27FC236}">
                    <a16:creationId xmlns:a16="http://schemas.microsoft.com/office/drawing/2014/main" id="{B364287D-84FB-44FE-9563-797A570D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961"/>
                <a:ext cx="75" cy="27"/>
              </a:xfrm>
              <a:custGeom>
                <a:avLst/>
                <a:gdLst>
                  <a:gd name="T0" fmla="*/ 2 w 94"/>
                  <a:gd name="T1" fmla="*/ 16 h 31"/>
                  <a:gd name="T2" fmla="*/ 2 w 94"/>
                  <a:gd name="T3" fmla="*/ 20 h 31"/>
                  <a:gd name="T4" fmla="*/ 48 w 94"/>
                  <a:gd name="T5" fmla="*/ 1 h 31"/>
                  <a:gd name="T6" fmla="*/ 8 w 94"/>
                  <a:gd name="T7" fmla="*/ 1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31">
                    <a:moveTo>
                      <a:pt x="2" y="24"/>
                    </a:moveTo>
                    <a:cubicBezTo>
                      <a:pt x="0" y="27"/>
                      <a:pt x="0" y="29"/>
                      <a:pt x="2" y="30"/>
                    </a:cubicBezTo>
                    <a:cubicBezTo>
                      <a:pt x="29" y="31"/>
                      <a:pt x="75" y="21"/>
                      <a:pt x="94" y="1"/>
                    </a:cubicBezTo>
                    <a:cubicBezTo>
                      <a:pt x="71" y="0"/>
                      <a:pt x="37" y="14"/>
                      <a:pt x="16" y="2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5" name="Freeform 811">
                <a:extLst>
                  <a:ext uri="{FF2B5EF4-FFF2-40B4-BE49-F238E27FC236}">
                    <a16:creationId xmlns:a16="http://schemas.microsoft.com/office/drawing/2014/main" id="{29388898-864D-4D7A-8A83-FF9FD2059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3018"/>
                <a:ext cx="86" cy="26"/>
              </a:xfrm>
              <a:custGeom>
                <a:avLst/>
                <a:gdLst>
                  <a:gd name="T0" fmla="*/ 0 w 108"/>
                  <a:gd name="T1" fmla="*/ 18 h 31"/>
                  <a:gd name="T2" fmla="*/ 54 w 108"/>
                  <a:gd name="T3" fmla="*/ 3 h 31"/>
                  <a:gd name="T4" fmla="*/ 9 w 108"/>
                  <a:gd name="T5" fmla="*/ 1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31">
                    <a:moveTo>
                      <a:pt x="0" y="30"/>
                    </a:moveTo>
                    <a:cubicBezTo>
                      <a:pt x="27" y="31"/>
                      <a:pt x="94" y="30"/>
                      <a:pt x="108" y="5"/>
                    </a:cubicBezTo>
                    <a:cubicBezTo>
                      <a:pt x="78" y="0"/>
                      <a:pt x="46" y="18"/>
                      <a:pt x="18" y="28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6" name="Freeform 812">
                <a:extLst>
                  <a:ext uri="{FF2B5EF4-FFF2-40B4-BE49-F238E27FC236}">
                    <a16:creationId xmlns:a16="http://schemas.microsoft.com/office/drawing/2014/main" id="{CB79448F-36EE-441D-AC87-E42191D77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3007"/>
                <a:ext cx="56" cy="32"/>
              </a:xfrm>
              <a:custGeom>
                <a:avLst/>
                <a:gdLst>
                  <a:gd name="T0" fmla="*/ 5 w 70"/>
                  <a:gd name="T1" fmla="*/ 16 h 37"/>
                  <a:gd name="T2" fmla="*/ 0 w 70"/>
                  <a:gd name="T3" fmla="*/ 15 h 37"/>
                  <a:gd name="T4" fmla="*/ 36 w 70"/>
                  <a:gd name="T5" fmla="*/ 5 h 37"/>
                  <a:gd name="T6" fmla="*/ 2 w 70"/>
                  <a:gd name="T7" fmla="*/ 1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37">
                    <a:moveTo>
                      <a:pt x="10" y="24"/>
                    </a:moveTo>
                    <a:cubicBezTo>
                      <a:pt x="6" y="24"/>
                      <a:pt x="4" y="22"/>
                      <a:pt x="0" y="23"/>
                    </a:cubicBezTo>
                    <a:cubicBezTo>
                      <a:pt x="17" y="37"/>
                      <a:pt x="60" y="28"/>
                      <a:pt x="70" y="8"/>
                    </a:cubicBezTo>
                    <a:cubicBezTo>
                      <a:pt x="47" y="0"/>
                      <a:pt x="23" y="18"/>
                      <a:pt x="2" y="2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7" name="Freeform 813">
                <a:extLst>
                  <a:ext uri="{FF2B5EF4-FFF2-40B4-BE49-F238E27FC236}">
                    <a16:creationId xmlns:a16="http://schemas.microsoft.com/office/drawing/2014/main" id="{B2DAC009-ED48-42C1-AFCF-958AEA6C0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3067"/>
                <a:ext cx="62" cy="25"/>
              </a:xfrm>
              <a:custGeom>
                <a:avLst/>
                <a:gdLst>
                  <a:gd name="T0" fmla="*/ 5 w 78"/>
                  <a:gd name="T1" fmla="*/ 14 h 30"/>
                  <a:gd name="T2" fmla="*/ 17 w 78"/>
                  <a:gd name="T3" fmla="*/ 14 h 30"/>
                  <a:gd name="T4" fmla="*/ 39 w 78"/>
                  <a:gd name="T5" fmla="*/ 1 h 30"/>
                  <a:gd name="T6" fmla="*/ 33 w 78"/>
                  <a:gd name="T7" fmla="*/ 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30">
                    <a:moveTo>
                      <a:pt x="10" y="24"/>
                    </a:moveTo>
                    <a:cubicBezTo>
                      <a:pt x="0" y="30"/>
                      <a:pt x="31" y="25"/>
                      <a:pt x="34" y="24"/>
                    </a:cubicBezTo>
                    <a:cubicBezTo>
                      <a:pt x="48" y="21"/>
                      <a:pt x="73" y="15"/>
                      <a:pt x="78" y="1"/>
                    </a:cubicBezTo>
                    <a:cubicBezTo>
                      <a:pt x="73" y="0"/>
                      <a:pt x="68" y="1"/>
                      <a:pt x="64" y="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8" name="Freeform 814">
                <a:extLst>
                  <a:ext uri="{FF2B5EF4-FFF2-40B4-BE49-F238E27FC236}">
                    <a16:creationId xmlns:a16="http://schemas.microsoft.com/office/drawing/2014/main" id="{AEB75759-37C1-4F64-A32E-08F6C57B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823"/>
                <a:ext cx="57" cy="23"/>
              </a:xfrm>
              <a:custGeom>
                <a:avLst/>
                <a:gdLst>
                  <a:gd name="T0" fmla="*/ 4 w 72"/>
                  <a:gd name="T1" fmla="*/ 10 h 27"/>
                  <a:gd name="T2" fmla="*/ 0 w 72"/>
                  <a:gd name="T3" fmla="*/ 9 h 27"/>
                  <a:gd name="T4" fmla="*/ 36 w 72"/>
                  <a:gd name="T5" fmla="*/ 4 h 27"/>
                  <a:gd name="T6" fmla="*/ 0 w 72"/>
                  <a:gd name="T7" fmla="*/ 1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7">
                    <a:moveTo>
                      <a:pt x="8" y="17"/>
                    </a:moveTo>
                    <a:cubicBezTo>
                      <a:pt x="5" y="17"/>
                      <a:pt x="3" y="16"/>
                      <a:pt x="0" y="15"/>
                    </a:cubicBezTo>
                    <a:cubicBezTo>
                      <a:pt x="20" y="20"/>
                      <a:pt x="58" y="23"/>
                      <a:pt x="72" y="7"/>
                    </a:cubicBezTo>
                    <a:cubicBezTo>
                      <a:pt x="52" y="0"/>
                      <a:pt x="16" y="14"/>
                      <a:pt x="0" y="2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9" name="Freeform 815">
                <a:extLst>
                  <a:ext uri="{FF2B5EF4-FFF2-40B4-BE49-F238E27FC236}">
                    <a16:creationId xmlns:a16="http://schemas.microsoft.com/office/drawing/2014/main" id="{E83DF992-DA47-4A76-AE88-C76EF775A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870"/>
                <a:ext cx="55" cy="21"/>
              </a:xfrm>
              <a:custGeom>
                <a:avLst/>
                <a:gdLst>
                  <a:gd name="T0" fmla="*/ 5 w 70"/>
                  <a:gd name="T1" fmla="*/ 11 h 24"/>
                  <a:gd name="T2" fmla="*/ 0 w 70"/>
                  <a:gd name="T3" fmla="*/ 11 h 24"/>
                  <a:gd name="T4" fmla="*/ 34 w 70"/>
                  <a:gd name="T5" fmla="*/ 4 h 24"/>
                  <a:gd name="T6" fmla="*/ 13 w 70"/>
                  <a:gd name="T7" fmla="*/ 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24">
                    <a:moveTo>
                      <a:pt x="10" y="17"/>
                    </a:moveTo>
                    <a:cubicBezTo>
                      <a:pt x="7" y="17"/>
                      <a:pt x="4" y="17"/>
                      <a:pt x="0" y="17"/>
                    </a:cubicBezTo>
                    <a:cubicBezTo>
                      <a:pt x="22" y="17"/>
                      <a:pt x="55" y="24"/>
                      <a:pt x="70" y="5"/>
                    </a:cubicBezTo>
                    <a:cubicBezTo>
                      <a:pt x="57" y="0"/>
                      <a:pt x="39" y="6"/>
                      <a:pt x="26" y="1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0" name="Freeform 816">
                <a:extLst>
                  <a:ext uri="{FF2B5EF4-FFF2-40B4-BE49-F238E27FC236}">
                    <a16:creationId xmlns:a16="http://schemas.microsoft.com/office/drawing/2014/main" id="{37F95D30-CA8B-41A3-9DFC-D678F38BE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833"/>
                <a:ext cx="50" cy="23"/>
              </a:xfrm>
              <a:custGeom>
                <a:avLst/>
                <a:gdLst>
                  <a:gd name="T0" fmla="*/ 12 w 62"/>
                  <a:gd name="T1" fmla="*/ 12 h 27"/>
                  <a:gd name="T2" fmla="*/ 8 w 62"/>
                  <a:gd name="T3" fmla="*/ 12 h 27"/>
                  <a:gd name="T4" fmla="*/ 32 w 62"/>
                  <a:gd name="T5" fmla="*/ 7 h 27"/>
                  <a:gd name="T6" fmla="*/ 0 w 62"/>
                  <a:gd name="T7" fmla="*/ 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27">
                    <a:moveTo>
                      <a:pt x="24" y="19"/>
                    </a:moveTo>
                    <a:cubicBezTo>
                      <a:pt x="21" y="19"/>
                      <a:pt x="19" y="19"/>
                      <a:pt x="16" y="20"/>
                    </a:cubicBezTo>
                    <a:cubicBezTo>
                      <a:pt x="31" y="27"/>
                      <a:pt x="50" y="22"/>
                      <a:pt x="62" y="11"/>
                    </a:cubicBezTo>
                    <a:cubicBezTo>
                      <a:pt x="46" y="0"/>
                      <a:pt x="17" y="9"/>
                      <a:pt x="0" y="1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1" name="Freeform 817">
                <a:extLst>
                  <a:ext uri="{FF2B5EF4-FFF2-40B4-BE49-F238E27FC236}">
                    <a16:creationId xmlns:a16="http://schemas.microsoft.com/office/drawing/2014/main" id="{FF7C62A7-FA1F-4373-8A05-B5FFFE1D2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331"/>
                <a:ext cx="81" cy="27"/>
              </a:xfrm>
              <a:custGeom>
                <a:avLst/>
                <a:gdLst>
                  <a:gd name="T0" fmla="*/ 0 w 102"/>
                  <a:gd name="T1" fmla="*/ 0 h 32"/>
                  <a:gd name="T2" fmla="*/ 51 w 102"/>
                  <a:gd name="T3" fmla="*/ 3 h 32"/>
                  <a:gd name="T4" fmla="*/ 2 w 102"/>
                  <a:gd name="T5" fmla="*/ 7 h 32"/>
                  <a:gd name="T6" fmla="*/ 5 w 102"/>
                  <a:gd name="T7" fmla="*/ 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32">
                    <a:moveTo>
                      <a:pt x="0" y="0"/>
                    </a:moveTo>
                    <a:cubicBezTo>
                      <a:pt x="4" y="6"/>
                      <a:pt x="102" y="32"/>
                      <a:pt x="102" y="5"/>
                    </a:cubicBezTo>
                    <a:cubicBezTo>
                      <a:pt x="69" y="2"/>
                      <a:pt x="37" y="16"/>
                      <a:pt x="4" y="12"/>
                    </a:cubicBezTo>
                    <a:cubicBezTo>
                      <a:pt x="6" y="10"/>
                      <a:pt x="7" y="11"/>
                      <a:pt x="10" y="1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2" name="Freeform 818">
                <a:extLst>
                  <a:ext uri="{FF2B5EF4-FFF2-40B4-BE49-F238E27FC236}">
                    <a16:creationId xmlns:a16="http://schemas.microsoft.com/office/drawing/2014/main" id="{FF7AE844-D6A8-401B-B66B-9125F3654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295"/>
                <a:ext cx="67" cy="26"/>
              </a:xfrm>
              <a:custGeom>
                <a:avLst/>
                <a:gdLst>
                  <a:gd name="T0" fmla="*/ 0 w 84"/>
                  <a:gd name="T1" fmla="*/ 3 h 31"/>
                  <a:gd name="T2" fmla="*/ 42 w 84"/>
                  <a:gd name="T3" fmla="*/ 3 h 31"/>
                  <a:gd name="T4" fmla="*/ 0 w 84"/>
                  <a:gd name="T5" fmla="*/ 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31">
                    <a:moveTo>
                      <a:pt x="0" y="6"/>
                    </a:moveTo>
                    <a:cubicBezTo>
                      <a:pt x="16" y="23"/>
                      <a:pt x="66" y="16"/>
                      <a:pt x="84" y="3"/>
                    </a:cubicBezTo>
                    <a:cubicBezTo>
                      <a:pt x="64" y="0"/>
                      <a:pt x="11" y="31"/>
                      <a:pt x="0" y="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3" name="Freeform 819">
                <a:extLst>
                  <a:ext uri="{FF2B5EF4-FFF2-40B4-BE49-F238E27FC236}">
                    <a16:creationId xmlns:a16="http://schemas.microsoft.com/office/drawing/2014/main" id="{3260F1A2-4607-424D-B898-98E42C32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3258"/>
                <a:ext cx="64" cy="16"/>
              </a:xfrm>
              <a:custGeom>
                <a:avLst/>
                <a:gdLst>
                  <a:gd name="T0" fmla="*/ 3 w 80"/>
                  <a:gd name="T1" fmla="*/ 3 h 19"/>
                  <a:gd name="T2" fmla="*/ 41 w 80"/>
                  <a:gd name="T3" fmla="*/ 3 h 19"/>
                  <a:gd name="T4" fmla="*/ 0 w 80"/>
                  <a:gd name="T5" fmla="*/ 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9">
                    <a:moveTo>
                      <a:pt x="6" y="3"/>
                    </a:moveTo>
                    <a:cubicBezTo>
                      <a:pt x="23" y="19"/>
                      <a:pt x="64" y="19"/>
                      <a:pt x="80" y="4"/>
                    </a:cubicBezTo>
                    <a:cubicBezTo>
                      <a:pt x="55" y="0"/>
                      <a:pt x="26" y="7"/>
                      <a:pt x="0" y="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4" name="Freeform 820">
                <a:extLst>
                  <a:ext uri="{FF2B5EF4-FFF2-40B4-BE49-F238E27FC236}">
                    <a16:creationId xmlns:a16="http://schemas.microsoft.com/office/drawing/2014/main" id="{F0EF497E-9466-4001-BBF1-E1F8661EA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3223"/>
                <a:ext cx="71" cy="11"/>
              </a:xfrm>
              <a:custGeom>
                <a:avLst/>
                <a:gdLst>
                  <a:gd name="T0" fmla="*/ 10 w 88"/>
                  <a:gd name="T1" fmla="*/ 0 h 13"/>
                  <a:gd name="T2" fmla="*/ 22 w 88"/>
                  <a:gd name="T3" fmla="*/ 6 h 13"/>
                  <a:gd name="T4" fmla="*/ 46 w 88"/>
                  <a:gd name="T5" fmla="*/ 3 h 13"/>
                  <a:gd name="T6" fmla="*/ 26 w 88"/>
                  <a:gd name="T7" fmla="*/ 3 h 13"/>
                  <a:gd name="T8" fmla="*/ 0 w 8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3">
                    <a:moveTo>
                      <a:pt x="18" y="0"/>
                    </a:moveTo>
                    <a:cubicBezTo>
                      <a:pt x="9" y="2"/>
                      <a:pt x="37" y="8"/>
                      <a:pt x="41" y="9"/>
                    </a:cubicBezTo>
                    <a:cubicBezTo>
                      <a:pt x="56" y="12"/>
                      <a:pt x="76" y="13"/>
                      <a:pt x="88" y="3"/>
                    </a:cubicBezTo>
                    <a:cubicBezTo>
                      <a:pt x="75" y="2"/>
                      <a:pt x="63" y="6"/>
                      <a:pt x="50" y="6"/>
                    </a:cubicBezTo>
                    <a:cubicBezTo>
                      <a:pt x="34" y="6"/>
                      <a:pt x="17" y="1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5" name="Freeform 821">
                <a:extLst>
                  <a:ext uri="{FF2B5EF4-FFF2-40B4-BE49-F238E27FC236}">
                    <a16:creationId xmlns:a16="http://schemas.microsoft.com/office/drawing/2014/main" id="{39F9A12B-BECC-43E5-AF10-260A53A6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3181"/>
                <a:ext cx="46" cy="23"/>
              </a:xfrm>
              <a:custGeom>
                <a:avLst/>
                <a:gdLst>
                  <a:gd name="T0" fmla="*/ 0 w 58"/>
                  <a:gd name="T1" fmla="*/ 0 h 27"/>
                  <a:gd name="T2" fmla="*/ 29 w 58"/>
                  <a:gd name="T3" fmla="*/ 6 h 27"/>
                  <a:gd name="T4" fmla="*/ 0 w 58"/>
                  <a:gd name="T5" fmla="*/ 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7">
                    <a:moveTo>
                      <a:pt x="0" y="0"/>
                    </a:moveTo>
                    <a:cubicBezTo>
                      <a:pt x="6" y="18"/>
                      <a:pt x="50" y="27"/>
                      <a:pt x="58" y="9"/>
                    </a:cubicBezTo>
                    <a:cubicBezTo>
                      <a:pt x="38" y="9"/>
                      <a:pt x="20" y="10"/>
                      <a:pt x="0" y="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822">
                <a:extLst>
                  <a:ext uri="{FF2B5EF4-FFF2-40B4-BE49-F238E27FC236}">
                    <a16:creationId xmlns:a16="http://schemas.microsoft.com/office/drawing/2014/main" id="{8E291DF1-762A-4775-888E-55D875F2A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304"/>
                <a:ext cx="49" cy="15"/>
              </a:xfrm>
              <a:custGeom>
                <a:avLst/>
                <a:gdLst>
                  <a:gd name="T0" fmla="*/ 5 w 62"/>
                  <a:gd name="T1" fmla="*/ 9 h 17"/>
                  <a:gd name="T2" fmla="*/ 31 w 62"/>
                  <a:gd name="T3" fmla="*/ 5 h 17"/>
                  <a:gd name="T4" fmla="*/ 0 w 62"/>
                  <a:gd name="T5" fmla="*/ 1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7">
                    <a:moveTo>
                      <a:pt x="10" y="13"/>
                    </a:moveTo>
                    <a:cubicBezTo>
                      <a:pt x="11" y="13"/>
                      <a:pt x="49" y="12"/>
                      <a:pt x="62" y="8"/>
                    </a:cubicBezTo>
                    <a:cubicBezTo>
                      <a:pt x="39" y="0"/>
                      <a:pt x="22" y="14"/>
                      <a:pt x="0" y="1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823">
                <a:extLst>
                  <a:ext uri="{FF2B5EF4-FFF2-40B4-BE49-F238E27FC236}">
                    <a16:creationId xmlns:a16="http://schemas.microsoft.com/office/drawing/2014/main" id="{F7853D22-E145-42A5-97FD-0259A572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270"/>
                <a:ext cx="59" cy="21"/>
              </a:xfrm>
              <a:custGeom>
                <a:avLst/>
                <a:gdLst>
                  <a:gd name="T0" fmla="*/ 3 w 74"/>
                  <a:gd name="T1" fmla="*/ 8 h 25"/>
                  <a:gd name="T2" fmla="*/ 37 w 74"/>
                  <a:gd name="T3" fmla="*/ 0 h 25"/>
                  <a:gd name="T4" fmla="*/ 0 w 74"/>
                  <a:gd name="T5" fmla="*/ 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25">
                    <a:moveTo>
                      <a:pt x="6" y="13"/>
                    </a:moveTo>
                    <a:cubicBezTo>
                      <a:pt x="27" y="25"/>
                      <a:pt x="57" y="15"/>
                      <a:pt x="74" y="0"/>
                    </a:cubicBezTo>
                    <a:cubicBezTo>
                      <a:pt x="50" y="5"/>
                      <a:pt x="24" y="11"/>
                      <a:pt x="0" y="1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8" name="Freeform 824">
                <a:extLst>
                  <a:ext uri="{FF2B5EF4-FFF2-40B4-BE49-F238E27FC236}">
                    <a16:creationId xmlns:a16="http://schemas.microsoft.com/office/drawing/2014/main" id="{BD62B5C3-AA23-4E96-B7EB-2853A590C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240"/>
                <a:ext cx="50" cy="14"/>
              </a:xfrm>
              <a:custGeom>
                <a:avLst/>
                <a:gdLst>
                  <a:gd name="T0" fmla="*/ 0 w 63"/>
                  <a:gd name="T1" fmla="*/ 9 h 16"/>
                  <a:gd name="T2" fmla="*/ 32 w 63"/>
                  <a:gd name="T3" fmla="*/ 0 h 16"/>
                  <a:gd name="T4" fmla="*/ 0 w 63"/>
                  <a:gd name="T5" fmla="*/ 1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2" y="14"/>
                      <a:pt x="42" y="5"/>
                      <a:pt x="63" y="0"/>
                    </a:cubicBezTo>
                    <a:cubicBezTo>
                      <a:pt x="43" y="5"/>
                      <a:pt x="21" y="16"/>
                      <a:pt x="0" y="1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825">
                <a:extLst>
                  <a:ext uri="{FF2B5EF4-FFF2-40B4-BE49-F238E27FC236}">
                    <a16:creationId xmlns:a16="http://schemas.microsoft.com/office/drawing/2014/main" id="{800F5FFC-898E-4B05-B1A9-49860E46E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194"/>
                <a:ext cx="45" cy="21"/>
              </a:xfrm>
              <a:custGeom>
                <a:avLst/>
                <a:gdLst>
                  <a:gd name="T0" fmla="*/ 0 w 56"/>
                  <a:gd name="T1" fmla="*/ 10 h 24"/>
                  <a:gd name="T2" fmla="*/ 29 w 56"/>
                  <a:gd name="T3" fmla="*/ 7 h 24"/>
                  <a:gd name="T4" fmla="*/ 3 w 56"/>
                  <a:gd name="T5" fmla="*/ 1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">
                    <a:moveTo>
                      <a:pt x="0" y="14"/>
                    </a:moveTo>
                    <a:cubicBezTo>
                      <a:pt x="17" y="24"/>
                      <a:pt x="40" y="18"/>
                      <a:pt x="56" y="10"/>
                    </a:cubicBezTo>
                    <a:cubicBezTo>
                      <a:pt x="45" y="0"/>
                      <a:pt x="20" y="16"/>
                      <a:pt x="6" y="2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826">
                <a:extLst>
                  <a:ext uri="{FF2B5EF4-FFF2-40B4-BE49-F238E27FC236}">
                    <a16:creationId xmlns:a16="http://schemas.microsoft.com/office/drawing/2014/main" id="{2027EF71-A007-41BC-8173-D2E05521B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270"/>
                <a:ext cx="64" cy="21"/>
              </a:xfrm>
              <a:custGeom>
                <a:avLst/>
                <a:gdLst>
                  <a:gd name="T0" fmla="*/ 40 w 81"/>
                  <a:gd name="T1" fmla="*/ 13 h 24"/>
                  <a:gd name="T2" fmla="*/ 0 w 81"/>
                  <a:gd name="T3" fmla="*/ 0 h 24"/>
                  <a:gd name="T4" fmla="*/ 17 w 81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24">
                    <a:moveTo>
                      <a:pt x="81" y="19"/>
                    </a:moveTo>
                    <a:cubicBezTo>
                      <a:pt x="47" y="24"/>
                      <a:pt x="30" y="11"/>
                      <a:pt x="0" y="0"/>
                    </a:cubicBezTo>
                    <a:cubicBezTo>
                      <a:pt x="2" y="11"/>
                      <a:pt x="24" y="12"/>
                      <a:pt x="35" y="1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827">
                <a:extLst>
                  <a:ext uri="{FF2B5EF4-FFF2-40B4-BE49-F238E27FC236}">
                    <a16:creationId xmlns:a16="http://schemas.microsoft.com/office/drawing/2014/main" id="{53A20238-7A9F-43ED-BE31-7241D2B2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236"/>
                <a:ext cx="36" cy="15"/>
              </a:xfrm>
              <a:custGeom>
                <a:avLst/>
                <a:gdLst>
                  <a:gd name="T0" fmla="*/ 23 w 45"/>
                  <a:gd name="T1" fmla="*/ 11 h 17"/>
                  <a:gd name="T2" fmla="*/ 0 w 45"/>
                  <a:gd name="T3" fmla="*/ 0 h 17"/>
                  <a:gd name="T4" fmla="*/ 18 w 45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7">
                    <a:moveTo>
                      <a:pt x="45" y="17"/>
                    </a:moveTo>
                    <a:cubicBezTo>
                      <a:pt x="30" y="15"/>
                      <a:pt x="9" y="14"/>
                      <a:pt x="0" y="0"/>
                    </a:cubicBezTo>
                    <a:cubicBezTo>
                      <a:pt x="9" y="11"/>
                      <a:pt x="21" y="13"/>
                      <a:pt x="35" y="1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828">
                <a:extLst>
                  <a:ext uri="{FF2B5EF4-FFF2-40B4-BE49-F238E27FC236}">
                    <a16:creationId xmlns:a16="http://schemas.microsoft.com/office/drawing/2014/main" id="{3B4C0A28-5A52-40B1-A441-F43BF3C1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154"/>
                <a:ext cx="69" cy="20"/>
              </a:xfrm>
              <a:custGeom>
                <a:avLst/>
                <a:gdLst>
                  <a:gd name="T0" fmla="*/ 0 w 86"/>
                  <a:gd name="T1" fmla="*/ 3 h 24"/>
                  <a:gd name="T2" fmla="*/ 44 w 86"/>
                  <a:gd name="T3" fmla="*/ 1 h 24"/>
                  <a:gd name="T4" fmla="*/ 0 w 86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4">
                    <a:moveTo>
                      <a:pt x="0" y="6"/>
                    </a:moveTo>
                    <a:cubicBezTo>
                      <a:pt x="6" y="20"/>
                      <a:pt x="84" y="24"/>
                      <a:pt x="86" y="1"/>
                    </a:cubicBezTo>
                    <a:cubicBezTo>
                      <a:pt x="59" y="0"/>
                      <a:pt x="26" y="6"/>
                      <a:pt x="0" y="1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829">
                <a:extLst>
                  <a:ext uri="{FF2B5EF4-FFF2-40B4-BE49-F238E27FC236}">
                    <a16:creationId xmlns:a16="http://schemas.microsoft.com/office/drawing/2014/main" id="{7CA1DE97-0878-4D88-86E4-39F231885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125"/>
                <a:ext cx="71" cy="29"/>
              </a:xfrm>
              <a:custGeom>
                <a:avLst/>
                <a:gdLst>
                  <a:gd name="T0" fmla="*/ 45 w 89"/>
                  <a:gd name="T1" fmla="*/ 8 h 35"/>
                  <a:gd name="T2" fmla="*/ 0 w 89"/>
                  <a:gd name="T3" fmla="*/ 0 h 35"/>
                  <a:gd name="T4" fmla="*/ 37 w 89"/>
                  <a:gd name="T5" fmla="*/ 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35">
                    <a:moveTo>
                      <a:pt x="89" y="14"/>
                    </a:moveTo>
                    <a:cubicBezTo>
                      <a:pt x="61" y="35"/>
                      <a:pt x="27" y="0"/>
                      <a:pt x="0" y="0"/>
                    </a:cubicBezTo>
                    <a:cubicBezTo>
                      <a:pt x="23" y="9"/>
                      <a:pt x="49" y="1"/>
                      <a:pt x="73" y="8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830">
                <a:extLst>
                  <a:ext uri="{FF2B5EF4-FFF2-40B4-BE49-F238E27FC236}">
                    <a16:creationId xmlns:a16="http://schemas.microsoft.com/office/drawing/2014/main" id="{4313443E-2886-4CBB-8E36-47E9F043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099"/>
                <a:ext cx="60" cy="26"/>
              </a:xfrm>
              <a:custGeom>
                <a:avLst/>
                <a:gdLst>
                  <a:gd name="T0" fmla="*/ 3 w 75"/>
                  <a:gd name="T1" fmla="*/ 8 h 30"/>
                  <a:gd name="T2" fmla="*/ 38 w 75"/>
                  <a:gd name="T3" fmla="*/ 0 h 30"/>
                  <a:gd name="T4" fmla="*/ 0 w 75"/>
                  <a:gd name="T5" fmla="*/ 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0">
                    <a:moveTo>
                      <a:pt x="6" y="12"/>
                    </a:moveTo>
                    <a:cubicBezTo>
                      <a:pt x="24" y="30"/>
                      <a:pt x="58" y="10"/>
                      <a:pt x="75" y="0"/>
                    </a:cubicBezTo>
                    <a:cubicBezTo>
                      <a:pt x="50" y="7"/>
                      <a:pt x="25" y="0"/>
                      <a:pt x="0" y="1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831">
                <a:extLst>
                  <a:ext uri="{FF2B5EF4-FFF2-40B4-BE49-F238E27FC236}">
                    <a16:creationId xmlns:a16="http://schemas.microsoft.com/office/drawing/2014/main" id="{009E44F6-68F5-4CED-BC85-7C019A889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3073"/>
                <a:ext cx="57" cy="26"/>
              </a:xfrm>
              <a:custGeom>
                <a:avLst/>
                <a:gdLst>
                  <a:gd name="T0" fmla="*/ 36 w 72"/>
                  <a:gd name="T1" fmla="*/ 7 h 31"/>
                  <a:gd name="T2" fmla="*/ 0 w 72"/>
                  <a:gd name="T3" fmla="*/ 5 h 31"/>
                  <a:gd name="T4" fmla="*/ 32 w 72"/>
                  <a:gd name="T5" fmla="*/ 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1">
                    <a:moveTo>
                      <a:pt x="72" y="11"/>
                    </a:moveTo>
                    <a:cubicBezTo>
                      <a:pt x="59" y="31"/>
                      <a:pt x="16" y="16"/>
                      <a:pt x="0" y="8"/>
                    </a:cubicBezTo>
                    <a:cubicBezTo>
                      <a:pt x="20" y="7"/>
                      <a:pt x="48" y="0"/>
                      <a:pt x="66" y="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832">
                <a:extLst>
                  <a:ext uri="{FF2B5EF4-FFF2-40B4-BE49-F238E27FC236}">
                    <a16:creationId xmlns:a16="http://schemas.microsoft.com/office/drawing/2014/main" id="{C572F65C-5B23-4C39-83CA-B3A6D3F6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3037"/>
                <a:ext cx="75" cy="28"/>
              </a:xfrm>
              <a:custGeom>
                <a:avLst/>
                <a:gdLst>
                  <a:gd name="T0" fmla="*/ 0 w 94"/>
                  <a:gd name="T1" fmla="*/ 3 h 33"/>
                  <a:gd name="T2" fmla="*/ 48 w 94"/>
                  <a:gd name="T3" fmla="*/ 8 h 33"/>
                  <a:gd name="T4" fmla="*/ 6 w 94"/>
                  <a:gd name="T5" fmla="*/ 1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33">
                    <a:moveTo>
                      <a:pt x="0" y="5"/>
                    </a:moveTo>
                    <a:cubicBezTo>
                      <a:pt x="14" y="23"/>
                      <a:pt x="81" y="33"/>
                      <a:pt x="94" y="13"/>
                    </a:cubicBezTo>
                    <a:cubicBezTo>
                      <a:pt x="75" y="0"/>
                      <a:pt x="35" y="19"/>
                      <a:pt x="12" y="1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833">
                <a:extLst>
                  <a:ext uri="{FF2B5EF4-FFF2-40B4-BE49-F238E27FC236}">
                    <a16:creationId xmlns:a16="http://schemas.microsoft.com/office/drawing/2014/main" id="{91A33935-9C3E-4D67-9BF8-2038D8EA4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796"/>
                <a:ext cx="71" cy="21"/>
              </a:xfrm>
              <a:custGeom>
                <a:avLst/>
                <a:gdLst>
                  <a:gd name="T0" fmla="*/ 6 w 89"/>
                  <a:gd name="T1" fmla="*/ 0 h 24"/>
                  <a:gd name="T2" fmla="*/ 17 w 89"/>
                  <a:gd name="T3" fmla="*/ 5 h 24"/>
                  <a:gd name="T4" fmla="*/ 45 w 89"/>
                  <a:gd name="T5" fmla="*/ 10 h 24"/>
                  <a:gd name="T6" fmla="*/ 30 w 89"/>
                  <a:gd name="T7" fmla="*/ 16 h 24"/>
                  <a:gd name="T8" fmla="*/ 8 w 89"/>
                  <a:gd name="T9" fmla="*/ 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24">
                    <a:moveTo>
                      <a:pt x="11" y="0"/>
                    </a:moveTo>
                    <a:cubicBezTo>
                      <a:pt x="0" y="0"/>
                      <a:pt x="30" y="8"/>
                      <a:pt x="33" y="8"/>
                    </a:cubicBezTo>
                    <a:cubicBezTo>
                      <a:pt x="51" y="13"/>
                      <a:pt x="70" y="16"/>
                      <a:pt x="89" y="14"/>
                    </a:cubicBezTo>
                    <a:cubicBezTo>
                      <a:pt x="82" y="18"/>
                      <a:pt x="70" y="22"/>
                      <a:pt x="59" y="23"/>
                    </a:cubicBezTo>
                    <a:cubicBezTo>
                      <a:pt x="38" y="24"/>
                      <a:pt x="31" y="12"/>
                      <a:pt x="15" y="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834">
                <a:extLst>
                  <a:ext uri="{FF2B5EF4-FFF2-40B4-BE49-F238E27FC236}">
                    <a16:creationId xmlns:a16="http://schemas.microsoft.com/office/drawing/2014/main" id="{E193BD08-41AC-49E7-95E4-7665C8C10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842"/>
                <a:ext cx="58" cy="17"/>
              </a:xfrm>
              <a:custGeom>
                <a:avLst/>
                <a:gdLst>
                  <a:gd name="T0" fmla="*/ 4 w 72"/>
                  <a:gd name="T1" fmla="*/ 2 h 19"/>
                  <a:gd name="T2" fmla="*/ 19 w 72"/>
                  <a:gd name="T3" fmla="*/ 5 h 19"/>
                  <a:gd name="T4" fmla="*/ 38 w 72"/>
                  <a:gd name="T5" fmla="*/ 6 h 19"/>
                  <a:gd name="T6" fmla="*/ 0 w 72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9">
                    <a:moveTo>
                      <a:pt x="8" y="2"/>
                    </a:moveTo>
                    <a:cubicBezTo>
                      <a:pt x="1" y="2"/>
                      <a:pt x="31" y="7"/>
                      <a:pt x="36" y="8"/>
                    </a:cubicBezTo>
                    <a:cubicBezTo>
                      <a:pt x="47" y="9"/>
                      <a:pt x="63" y="13"/>
                      <a:pt x="72" y="9"/>
                    </a:cubicBezTo>
                    <a:cubicBezTo>
                      <a:pt x="52" y="19"/>
                      <a:pt x="17" y="14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835">
                <a:extLst>
                  <a:ext uri="{FF2B5EF4-FFF2-40B4-BE49-F238E27FC236}">
                    <a16:creationId xmlns:a16="http://schemas.microsoft.com/office/drawing/2014/main" id="{14DB6546-1ED5-4C06-A238-1ADD1415A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890"/>
                <a:ext cx="60" cy="15"/>
              </a:xfrm>
              <a:custGeom>
                <a:avLst/>
                <a:gdLst>
                  <a:gd name="T0" fmla="*/ 2 w 75"/>
                  <a:gd name="T1" fmla="*/ 0 h 18"/>
                  <a:gd name="T2" fmla="*/ 38 w 75"/>
                  <a:gd name="T3" fmla="*/ 3 h 18"/>
                  <a:gd name="T4" fmla="*/ 26 w 75"/>
                  <a:gd name="T5" fmla="*/ 9 h 18"/>
                  <a:gd name="T6" fmla="*/ 0 w 75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8">
                    <a:moveTo>
                      <a:pt x="2" y="0"/>
                    </a:moveTo>
                    <a:cubicBezTo>
                      <a:pt x="26" y="7"/>
                      <a:pt x="51" y="5"/>
                      <a:pt x="75" y="4"/>
                    </a:cubicBezTo>
                    <a:cubicBezTo>
                      <a:pt x="66" y="6"/>
                      <a:pt x="59" y="13"/>
                      <a:pt x="50" y="15"/>
                    </a:cubicBezTo>
                    <a:cubicBezTo>
                      <a:pt x="32" y="18"/>
                      <a:pt x="16" y="5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836">
                <a:extLst>
                  <a:ext uri="{FF2B5EF4-FFF2-40B4-BE49-F238E27FC236}">
                    <a16:creationId xmlns:a16="http://schemas.microsoft.com/office/drawing/2014/main" id="{B43CEEDA-F04A-4C9A-A6DD-F83203109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953"/>
                <a:ext cx="43" cy="21"/>
              </a:xfrm>
              <a:custGeom>
                <a:avLst/>
                <a:gdLst>
                  <a:gd name="T0" fmla="*/ 0 w 54"/>
                  <a:gd name="T1" fmla="*/ 0 h 25"/>
                  <a:gd name="T2" fmla="*/ 27 w 54"/>
                  <a:gd name="T3" fmla="*/ 3 h 25"/>
                  <a:gd name="T4" fmla="*/ 0 w 54"/>
                  <a:gd name="T5" fmla="*/ 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5">
                    <a:moveTo>
                      <a:pt x="0" y="0"/>
                    </a:moveTo>
                    <a:cubicBezTo>
                      <a:pt x="15" y="8"/>
                      <a:pt x="38" y="6"/>
                      <a:pt x="54" y="3"/>
                    </a:cubicBezTo>
                    <a:cubicBezTo>
                      <a:pt x="51" y="25"/>
                      <a:pt x="13" y="13"/>
                      <a:pt x="0" y="8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837">
                <a:extLst>
                  <a:ext uri="{FF2B5EF4-FFF2-40B4-BE49-F238E27FC236}">
                    <a16:creationId xmlns:a16="http://schemas.microsoft.com/office/drawing/2014/main" id="{C800BDCC-1BDB-4C88-A102-AF5CE81FA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834"/>
                <a:ext cx="58" cy="8"/>
              </a:xfrm>
              <a:custGeom>
                <a:avLst/>
                <a:gdLst>
                  <a:gd name="T0" fmla="*/ 0 w 73"/>
                  <a:gd name="T1" fmla="*/ 0 h 10"/>
                  <a:gd name="T2" fmla="*/ 37 w 73"/>
                  <a:gd name="T3" fmla="*/ 4 h 10"/>
                  <a:gd name="T4" fmla="*/ 2 w 73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0">
                    <a:moveTo>
                      <a:pt x="0" y="0"/>
                    </a:moveTo>
                    <a:cubicBezTo>
                      <a:pt x="25" y="3"/>
                      <a:pt x="48" y="7"/>
                      <a:pt x="73" y="7"/>
                    </a:cubicBezTo>
                    <a:cubicBezTo>
                      <a:pt x="51" y="2"/>
                      <a:pt x="26" y="3"/>
                      <a:pt x="4" y="1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838">
                <a:extLst>
                  <a:ext uri="{FF2B5EF4-FFF2-40B4-BE49-F238E27FC236}">
                    <a16:creationId xmlns:a16="http://schemas.microsoft.com/office/drawing/2014/main" id="{7B71E714-1978-4712-BE6D-059DD5679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855"/>
                <a:ext cx="47" cy="15"/>
              </a:xfrm>
              <a:custGeom>
                <a:avLst/>
                <a:gdLst>
                  <a:gd name="T0" fmla="*/ 16 w 60"/>
                  <a:gd name="T1" fmla="*/ 3 h 18"/>
                  <a:gd name="T2" fmla="*/ 29 w 60"/>
                  <a:gd name="T3" fmla="*/ 0 h 18"/>
                  <a:gd name="T4" fmla="*/ 0 w 60"/>
                  <a:gd name="T5" fmla="*/ 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8">
                    <a:moveTo>
                      <a:pt x="34" y="5"/>
                    </a:moveTo>
                    <a:cubicBezTo>
                      <a:pt x="43" y="3"/>
                      <a:pt x="51" y="0"/>
                      <a:pt x="60" y="0"/>
                    </a:cubicBezTo>
                    <a:cubicBezTo>
                      <a:pt x="48" y="18"/>
                      <a:pt x="19" y="13"/>
                      <a:pt x="0" y="1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839">
                <a:extLst>
                  <a:ext uri="{FF2B5EF4-FFF2-40B4-BE49-F238E27FC236}">
                    <a16:creationId xmlns:a16="http://schemas.microsoft.com/office/drawing/2014/main" id="{BF377C08-525F-4B9C-B1C4-98D25740D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927"/>
                <a:ext cx="56" cy="23"/>
              </a:xfrm>
              <a:custGeom>
                <a:avLst/>
                <a:gdLst>
                  <a:gd name="T0" fmla="*/ 0 w 70"/>
                  <a:gd name="T1" fmla="*/ 14 h 27"/>
                  <a:gd name="T2" fmla="*/ 36 w 70"/>
                  <a:gd name="T3" fmla="*/ 8 h 27"/>
                  <a:gd name="T4" fmla="*/ 6 w 70"/>
                  <a:gd name="T5" fmla="*/ 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7">
                    <a:moveTo>
                      <a:pt x="0" y="22"/>
                    </a:moveTo>
                    <a:cubicBezTo>
                      <a:pt x="24" y="22"/>
                      <a:pt x="50" y="27"/>
                      <a:pt x="70" y="12"/>
                    </a:cubicBezTo>
                    <a:cubicBezTo>
                      <a:pt x="56" y="0"/>
                      <a:pt x="28" y="15"/>
                      <a:pt x="12" y="2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840">
                <a:extLst>
                  <a:ext uri="{FF2B5EF4-FFF2-40B4-BE49-F238E27FC236}">
                    <a16:creationId xmlns:a16="http://schemas.microsoft.com/office/drawing/2014/main" id="{990E4D78-1EC9-42BE-8B61-7ABB9039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930"/>
                <a:ext cx="51" cy="16"/>
              </a:xfrm>
              <a:custGeom>
                <a:avLst/>
                <a:gdLst>
                  <a:gd name="T0" fmla="*/ 2 w 64"/>
                  <a:gd name="T1" fmla="*/ 7 h 19"/>
                  <a:gd name="T2" fmla="*/ 33 w 64"/>
                  <a:gd name="T3" fmla="*/ 3 h 19"/>
                  <a:gd name="T4" fmla="*/ 0 w 64"/>
                  <a:gd name="T5" fmla="*/ 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9">
                    <a:moveTo>
                      <a:pt x="2" y="11"/>
                    </a:moveTo>
                    <a:cubicBezTo>
                      <a:pt x="9" y="16"/>
                      <a:pt x="56" y="19"/>
                      <a:pt x="64" y="5"/>
                    </a:cubicBezTo>
                    <a:cubicBezTo>
                      <a:pt x="53" y="0"/>
                      <a:pt x="16" y="9"/>
                      <a:pt x="0" y="9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841">
                <a:extLst>
                  <a:ext uri="{FF2B5EF4-FFF2-40B4-BE49-F238E27FC236}">
                    <a16:creationId xmlns:a16="http://schemas.microsoft.com/office/drawing/2014/main" id="{AB5D18EC-C4B4-4770-B182-8A1581D91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898"/>
                <a:ext cx="50" cy="12"/>
              </a:xfrm>
              <a:custGeom>
                <a:avLst/>
                <a:gdLst>
                  <a:gd name="T0" fmla="*/ 0 w 62"/>
                  <a:gd name="T1" fmla="*/ 0 h 13"/>
                  <a:gd name="T2" fmla="*/ 32 w 62"/>
                  <a:gd name="T3" fmla="*/ 5 h 13"/>
                  <a:gd name="T4" fmla="*/ 6 w 62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3">
                    <a:moveTo>
                      <a:pt x="0" y="0"/>
                    </a:moveTo>
                    <a:cubicBezTo>
                      <a:pt x="11" y="11"/>
                      <a:pt x="53" y="13"/>
                      <a:pt x="62" y="5"/>
                    </a:cubicBezTo>
                    <a:cubicBezTo>
                      <a:pt x="45" y="3"/>
                      <a:pt x="29" y="7"/>
                      <a:pt x="12" y="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842">
                <a:extLst>
                  <a:ext uri="{FF2B5EF4-FFF2-40B4-BE49-F238E27FC236}">
                    <a16:creationId xmlns:a16="http://schemas.microsoft.com/office/drawing/2014/main" id="{1D05971E-E946-4BDF-A384-82B37CAA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893"/>
                <a:ext cx="16" cy="6"/>
              </a:xfrm>
              <a:custGeom>
                <a:avLst/>
                <a:gdLst>
                  <a:gd name="T0" fmla="*/ 0 w 20"/>
                  <a:gd name="T1" fmla="*/ 3 h 7"/>
                  <a:gd name="T2" fmla="*/ 10 w 20"/>
                  <a:gd name="T3" fmla="*/ 1 h 7"/>
                  <a:gd name="T4" fmla="*/ 7 w 2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6"/>
                    </a:moveTo>
                    <a:cubicBezTo>
                      <a:pt x="7" y="7"/>
                      <a:pt x="15" y="5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843">
                <a:extLst>
                  <a:ext uri="{FF2B5EF4-FFF2-40B4-BE49-F238E27FC236}">
                    <a16:creationId xmlns:a16="http://schemas.microsoft.com/office/drawing/2014/main" id="{8DB98ACD-35F8-4B58-B8B7-737A3AB9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080"/>
                <a:ext cx="5" cy="1"/>
              </a:xfrm>
              <a:custGeom>
                <a:avLst/>
                <a:gdLst>
                  <a:gd name="T0" fmla="*/ 0 w 6"/>
                  <a:gd name="T1" fmla="*/ 0 h 1"/>
                  <a:gd name="T2" fmla="*/ 3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844">
                <a:extLst>
                  <a:ext uri="{FF2B5EF4-FFF2-40B4-BE49-F238E27FC236}">
                    <a16:creationId xmlns:a16="http://schemas.microsoft.com/office/drawing/2014/main" id="{78ECD9C2-79BF-47FB-AA80-732C74B11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3211"/>
                <a:ext cx="74" cy="34"/>
              </a:xfrm>
              <a:custGeom>
                <a:avLst/>
                <a:gdLst>
                  <a:gd name="T0" fmla="*/ 5 w 93"/>
                  <a:gd name="T1" fmla="*/ 22 h 41"/>
                  <a:gd name="T2" fmla="*/ 47 w 93"/>
                  <a:gd name="T3" fmla="*/ 0 h 41"/>
                  <a:gd name="T4" fmla="*/ 0 w 93"/>
                  <a:gd name="T5" fmla="*/ 2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41">
                    <a:moveTo>
                      <a:pt x="10" y="38"/>
                    </a:moveTo>
                    <a:cubicBezTo>
                      <a:pt x="37" y="41"/>
                      <a:pt x="80" y="24"/>
                      <a:pt x="93" y="0"/>
                    </a:cubicBezTo>
                    <a:cubicBezTo>
                      <a:pt x="61" y="0"/>
                      <a:pt x="33" y="34"/>
                      <a:pt x="0" y="4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845">
                <a:extLst>
                  <a:ext uri="{FF2B5EF4-FFF2-40B4-BE49-F238E27FC236}">
                    <a16:creationId xmlns:a16="http://schemas.microsoft.com/office/drawing/2014/main" id="{A034177F-6B81-46F8-B576-1B182DE64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186"/>
                <a:ext cx="84" cy="53"/>
              </a:xfrm>
              <a:custGeom>
                <a:avLst/>
                <a:gdLst>
                  <a:gd name="T0" fmla="*/ 54 w 105"/>
                  <a:gd name="T1" fmla="*/ 2 h 62"/>
                  <a:gd name="T2" fmla="*/ 0 w 105"/>
                  <a:gd name="T3" fmla="*/ 16 h 62"/>
                  <a:gd name="T4" fmla="*/ 44 w 105"/>
                  <a:gd name="T5" fmla="*/ 2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62">
                    <a:moveTo>
                      <a:pt x="105" y="2"/>
                    </a:moveTo>
                    <a:cubicBezTo>
                      <a:pt x="83" y="13"/>
                      <a:pt x="18" y="62"/>
                      <a:pt x="0" y="26"/>
                    </a:cubicBezTo>
                    <a:cubicBezTo>
                      <a:pt x="22" y="17"/>
                      <a:pt x="64" y="0"/>
                      <a:pt x="86" y="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846">
                <a:extLst>
                  <a:ext uri="{FF2B5EF4-FFF2-40B4-BE49-F238E27FC236}">
                    <a16:creationId xmlns:a16="http://schemas.microsoft.com/office/drawing/2014/main" id="{00136A97-AD4A-46CE-82C7-2380EF412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3113"/>
                <a:ext cx="70" cy="35"/>
              </a:xfrm>
              <a:custGeom>
                <a:avLst/>
                <a:gdLst>
                  <a:gd name="T0" fmla="*/ 45 w 88"/>
                  <a:gd name="T1" fmla="*/ 0 h 41"/>
                  <a:gd name="T2" fmla="*/ 0 w 88"/>
                  <a:gd name="T3" fmla="*/ 23 h 41"/>
                  <a:gd name="T4" fmla="*/ 37 w 88"/>
                  <a:gd name="T5" fmla="*/ 1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41">
                    <a:moveTo>
                      <a:pt x="88" y="0"/>
                    </a:moveTo>
                    <a:cubicBezTo>
                      <a:pt x="72" y="27"/>
                      <a:pt x="31" y="41"/>
                      <a:pt x="0" y="38"/>
                    </a:cubicBezTo>
                    <a:cubicBezTo>
                      <a:pt x="24" y="30"/>
                      <a:pt x="50" y="26"/>
                      <a:pt x="74" y="1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847">
                <a:extLst>
                  <a:ext uri="{FF2B5EF4-FFF2-40B4-BE49-F238E27FC236}">
                    <a16:creationId xmlns:a16="http://schemas.microsoft.com/office/drawing/2014/main" id="{E9393DFC-9BAA-4800-9943-AD6799482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054"/>
                <a:ext cx="62" cy="50"/>
              </a:xfrm>
              <a:custGeom>
                <a:avLst/>
                <a:gdLst>
                  <a:gd name="T0" fmla="*/ 39 w 78"/>
                  <a:gd name="T1" fmla="*/ 0 h 59"/>
                  <a:gd name="T2" fmla="*/ 0 w 78"/>
                  <a:gd name="T3" fmla="*/ 31 h 59"/>
                  <a:gd name="T4" fmla="*/ 33 w 78"/>
                  <a:gd name="T5" fmla="*/ 7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59">
                    <a:moveTo>
                      <a:pt x="78" y="0"/>
                    </a:moveTo>
                    <a:cubicBezTo>
                      <a:pt x="62" y="22"/>
                      <a:pt x="30" y="59"/>
                      <a:pt x="0" y="52"/>
                    </a:cubicBezTo>
                    <a:cubicBezTo>
                      <a:pt x="26" y="48"/>
                      <a:pt x="48" y="34"/>
                      <a:pt x="67" y="1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848">
                <a:extLst>
                  <a:ext uri="{FF2B5EF4-FFF2-40B4-BE49-F238E27FC236}">
                    <a16:creationId xmlns:a16="http://schemas.microsoft.com/office/drawing/2014/main" id="{587AA180-903B-4802-871C-7F5D03EEB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967"/>
                <a:ext cx="54" cy="43"/>
              </a:xfrm>
              <a:custGeom>
                <a:avLst/>
                <a:gdLst>
                  <a:gd name="T0" fmla="*/ 34 w 68"/>
                  <a:gd name="T1" fmla="*/ 0 h 51"/>
                  <a:gd name="T2" fmla="*/ 0 w 68"/>
                  <a:gd name="T3" fmla="*/ 30 h 51"/>
                  <a:gd name="T4" fmla="*/ 29 w 68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51">
                    <a:moveTo>
                      <a:pt x="68" y="0"/>
                    </a:moveTo>
                    <a:cubicBezTo>
                      <a:pt x="49" y="21"/>
                      <a:pt x="26" y="40"/>
                      <a:pt x="0" y="51"/>
                    </a:cubicBezTo>
                    <a:cubicBezTo>
                      <a:pt x="22" y="45"/>
                      <a:pt x="59" y="28"/>
                      <a:pt x="59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849">
                <a:extLst>
                  <a:ext uri="{FF2B5EF4-FFF2-40B4-BE49-F238E27FC236}">
                    <a16:creationId xmlns:a16="http://schemas.microsoft.com/office/drawing/2014/main" id="{BD886CB3-FEB2-49A6-AD4F-7126501AA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709"/>
                <a:ext cx="69" cy="41"/>
              </a:xfrm>
              <a:custGeom>
                <a:avLst/>
                <a:gdLst>
                  <a:gd name="T0" fmla="*/ 44 w 87"/>
                  <a:gd name="T1" fmla="*/ 3 h 48"/>
                  <a:gd name="T2" fmla="*/ 41 w 87"/>
                  <a:gd name="T3" fmla="*/ 0 h 48"/>
                  <a:gd name="T4" fmla="*/ 0 w 87"/>
                  <a:gd name="T5" fmla="*/ 21 h 48"/>
                  <a:gd name="T6" fmla="*/ 40 w 87"/>
                  <a:gd name="T7" fmla="*/ 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8">
                    <a:moveTo>
                      <a:pt x="87" y="5"/>
                    </a:moveTo>
                    <a:cubicBezTo>
                      <a:pt x="86" y="2"/>
                      <a:pt x="85" y="1"/>
                      <a:pt x="83" y="0"/>
                    </a:cubicBezTo>
                    <a:cubicBezTo>
                      <a:pt x="68" y="28"/>
                      <a:pt x="26" y="28"/>
                      <a:pt x="0" y="34"/>
                    </a:cubicBezTo>
                    <a:cubicBezTo>
                      <a:pt x="28" y="48"/>
                      <a:pt x="60" y="30"/>
                      <a:pt x="80" y="1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850">
                <a:extLst>
                  <a:ext uri="{FF2B5EF4-FFF2-40B4-BE49-F238E27FC236}">
                    <a16:creationId xmlns:a16="http://schemas.microsoft.com/office/drawing/2014/main" id="{7F012CF6-56DF-4F16-BE32-0934D1074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717"/>
                <a:ext cx="21" cy="42"/>
              </a:xfrm>
              <a:custGeom>
                <a:avLst/>
                <a:gdLst>
                  <a:gd name="T0" fmla="*/ 2 w 26"/>
                  <a:gd name="T1" fmla="*/ 3 h 49"/>
                  <a:gd name="T2" fmla="*/ 2 w 26"/>
                  <a:gd name="T3" fmla="*/ 3 h 49"/>
                  <a:gd name="T4" fmla="*/ 6 w 26"/>
                  <a:gd name="T5" fmla="*/ 15 h 49"/>
                  <a:gd name="T6" fmla="*/ 2 w 26"/>
                  <a:gd name="T7" fmla="*/ 31 h 49"/>
                  <a:gd name="T8" fmla="*/ 0 w 26"/>
                  <a:gd name="T9" fmla="*/ 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9">
                    <a:moveTo>
                      <a:pt x="3" y="3"/>
                    </a:moveTo>
                    <a:cubicBezTo>
                      <a:pt x="0" y="0"/>
                      <a:pt x="5" y="5"/>
                      <a:pt x="5" y="6"/>
                    </a:cubicBezTo>
                    <a:cubicBezTo>
                      <a:pt x="10" y="11"/>
                      <a:pt x="12" y="17"/>
                      <a:pt x="12" y="24"/>
                    </a:cubicBezTo>
                    <a:cubicBezTo>
                      <a:pt x="12" y="32"/>
                      <a:pt x="10" y="44"/>
                      <a:pt x="3" y="49"/>
                    </a:cubicBezTo>
                    <a:cubicBezTo>
                      <a:pt x="26" y="44"/>
                      <a:pt x="23" y="9"/>
                      <a:pt x="0" y="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Freeform 851">
                <a:extLst>
                  <a:ext uri="{FF2B5EF4-FFF2-40B4-BE49-F238E27FC236}">
                    <a16:creationId xmlns:a16="http://schemas.microsoft.com/office/drawing/2014/main" id="{FF95494A-32AB-4BF0-A398-7CFB9FF3D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720"/>
                <a:ext cx="15" cy="38"/>
              </a:xfrm>
              <a:custGeom>
                <a:avLst/>
                <a:gdLst>
                  <a:gd name="T0" fmla="*/ 0 w 19"/>
                  <a:gd name="T1" fmla="*/ 0 h 45"/>
                  <a:gd name="T2" fmla="*/ 2 w 19"/>
                  <a:gd name="T3" fmla="*/ 27 h 45"/>
                  <a:gd name="T4" fmla="*/ 1 w 19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0" y="0"/>
                    </a:moveTo>
                    <a:cubicBezTo>
                      <a:pt x="14" y="9"/>
                      <a:pt x="8" y="33"/>
                      <a:pt x="2" y="45"/>
                    </a:cubicBezTo>
                    <a:cubicBezTo>
                      <a:pt x="19" y="29"/>
                      <a:pt x="16" y="15"/>
                      <a:pt x="1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852">
                <a:extLst>
                  <a:ext uri="{FF2B5EF4-FFF2-40B4-BE49-F238E27FC236}">
                    <a16:creationId xmlns:a16="http://schemas.microsoft.com/office/drawing/2014/main" id="{505B6AF7-0ADA-46A1-AD7D-FEBA81754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711"/>
                <a:ext cx="16" cy="43"/>
              </a:xfrm>
              <a:custGeom>
                <a:avLst/>
                <a:gdLst>
                  <a:gd name="T0" fmla="*/ 1 w 21"/>
                  <a:gd name="T1" fmla="*/ 3 h 50"/>
                  <a:gd name="T2" fmla="*/ 0 w 21"/>
                  <a:gd name="T3" fmla="*/ 32 h 50"/>
                  <a:gd name="T4" fmla="*/ 7 w 21"/>
                  <a:gd name="T5" fmla="*/ 22 h 50"/>
                  <a:gd name="T6" fmla="*/ 2 w 21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0">
                    <a:moveTo>
                      <a:pt x="1" y="3"/>
                    </a:moveTo>
                    <a:cubicBezTo>
                      <a:pt x="8" y="14"/>
                      <a:pt x="17" y="43"/>
                      <a:pt x="0" y="50"/>
                    </a:cubicBezTo>
                    <a:cubicBezTo>
                      <a:pt x="4" y="43"/>
                      <a:pt x="13" y="41"/>
                      <a:pt x="16" y="34"/>
                    </a:cubicBezTo>
                    <a:cubicBezTo>
                      <a:pt x="21" y="23"/>
                      <a:pt x="15" y="5"/>
                      <a:pt x="5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853">
                <a:extLst>
                  <a:ext uri="{FF2B5EF4-FFF2-40B4-BE49-F238E27FC236}">
                    <a16:creationId xmlns:a16="http://schemas.microsoft.com/office/drawing/2014/main" id="{AC0EF360-2028-4943-8752-1F01C697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709"/>
                <a:ext cx="17" cy="36"/>
              </a:xfrm>
              <a:custGeom>
                <a:avLst/>
                <a:gdLst>
                  <a:gd name="T0" fmla="*/ 0 w 22"/>
                  <a:gd name="T1" fmla="*/ 0 h 43"/>
                  <a:gd name="T2" fmla="*/ 2 w 22"/>
                  <a:gd name="T3" fmla="*/ 24 h 43"/>
                  <a:gd name="T4" fmla="*/ 8 w 22"/>
                  <a:gd name="T5" fmla="*/ 19 h 43"/>
                  <a:gd name="T6" fmla="*/ 2 w 22"/>
                  <a:gd name="T7" fmla="*/ 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0"/>
                    </a:moveTo>
                    <a:cubicBezTo>
                      <a:pt x="8" y="12"/>
                      <a:pt x="13" y="29"/>
                      <a:pt x="4" y="42"/>
                    </a:cubicBezTo>
                    <a:cubicBezTo>
                      <a:pt x="10" y="43"/>
                      <a:pt x="15" y="36"/>
                      <a:pt x="17" y="32"/>
                    </a:cubicBezTo>
                    <a:cubicBezTo>
                      <a:pt x="22" y="19"/>
                      <a:pt x="12" y="9"/>
                      <a:pt x="3" y="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854">
                <a:extLst>
                  <a:ext uri="{FF2B5EF4-FFF2-40B4-BE49-F238E27FC236}">
                    <a16:creationId xmlns:a16="http://schemas.microsoft.com/office/drawing/2014/main" id="{CF100764-9B0A-4403-84E0-F394B2D05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07"/>
                <a:ext cx="19" cy="38"/>
              </a:xfrm>
              <a:custGeom>
                <a:avLst/>
                <a:gdLst>
                  <a:gd name="T0" fmla="*/ 3 w 23"/>
                  <a:gd name="T1" fmla="*/ 1 h 45"/>
                  <a:gd name="T2" fmla="*/ 3 w 23"/>
                  <a:gd name="T3" fmla="*/ 27 h 45"/>
                  <a:gd name="T4" fmla="*/ 8 w 23"/>
                  <a:gd name="T5" fmla="*/ 19 h 45"/>
                  <a:gd name="T6" fmla="*/ 6 w 23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6" y="1"/>
                    </a:moveTo>
                    <a:cubicBezTo>
                      <a:pt x="8" y="9"/>
                      <a:pt x="21" y="39"/>
                      <a:pt x="6" y="45"/>
                    </a:cubicBezTo>
                    <a:cubicBezTo>
                      <a:pt x="0" y="39"/>
                      <a:pt x="12" y="36"/>
                      <a:pt x="15" y="32"/>
                    </a:cubicBezTo>
                    <a:cubicBezTo>
                      <a:pt x="22" y="24"/>
                      <a:pt x="23" y="3"/>
                      <a:pt x="1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855">
                <a:extLst>
                  <a:ext uri="{FF2B5EF4-FFF2-40B4-BE49-F238E27FC236}">
                    <a16:creationId xmlns:a16="http://schemas.microsoft.com/office/drawing/2014/main" id="{9AB845A4-BD5B-4126-A7AB-26EE56CE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699"/>
                <a:ext cx="21" cy="38"/>
              </a:xfrm>
              <a:custGeom>
                <a:avLst/>
                <a:gdLst>
                  <a:gd name="T0" fmla="*/ 1 w 26"/>
                  <a:gd name="T1" fmla="*/ 3 h 45"/>
                  <a:gd name="T2" fmla="*/ 2 w 26"/>
                  <a:gd name="T3" fmla="*/ 27 h 45"/>
                  <a:gd name="T4" fmla="*/ 11 w 26"/>
                  <a:gd name="T5" fmla="*/ 16 h 45"/>
                  <a:gd name="T6" fmla="*/ 4 w 26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5">
                    <a:moveTo>
                      <a:pt x="1" y="3"/>
                    </a:moveTo>
                    <a:cubicBezTo>
                      <a:pt x="9" y="13"/>
                      <a:pt x="21" y="36"/>
                      <a:pt x="5" y="45"/>
                    </a:cubicBezTo>
                    <a:cubicBezTo>
                      <a:pt x="0" y="37"/>
                      <a:pt x="18" y="33"/>
                      <a:pt x="21" y="27"/>
                    </a:cubicBezTo>
                    <a:cubicBezTo>
                      <a:pt x="26" y="16"/>
                      <a:pt x="12" y="9"/>
                      <a:pt x="8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856">
                <a:extLst>
                  <a:ext uri="{FF2B5EF4-FFF2-40B4-BE49-F238E27FC236}">
                    <a16:creationId xmlns:a16="http://schemas.microsoft.com/office/drawing/2014/main" id="{D43F1801-7BEC-4FE4-A6CA-17F145929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692"/>
                <a:ext cx="19" cy="41"/>
              </a:xfrm>
              <a:custGeom>
                <a:avLst/>
                <a:gdLst>
                  <a:gd name="T0" fmla="*/ 0 w 23"/>
                  <a:gd name="T1" fmla="*/ 3 h 49"/>
                  <a:gd name="T2" fmla="*/ 2 w 23"/>
                  <a:gd name="T3" fmla="*/ 28 h 49"/>
                  <a:gd name="T4" fmla="*/ 0 w 23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9">
                    <a:moveTo>
                      <a:pt x="0" y="4"/>
                    </a:moveTo>
                    <a:cubicBezTo>
                      <a:pt x="7" y="20"/>
                      <a:pt x="7" y="30"/>
                      <a:pt x="4" y="47"/>
                    </a:cubicBezTo>
                    <a:cubicBezTo>
                      <a:pt x="23" y="49"/>
                      <a:pt x="4" y="6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857">
                <a:extLst>
                  <a:ext uri="{FF2B5EF4-FFF2-40B4-BE49-F238E27FC236}">
                    <a16:creationId xmlns:a16="http://schemas.microsoft.com/office/drawing/2014/main" id="{928B5EE0-DF2C-4723-8578-55D5D3A40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688"/>
                <a:ext cx="17" cy="45"/>
              </a:xfrm>
              <a:custGeom>
                <a:avLst/>
                <a:gdLst>
                  <a:gd name="T0" fmla="*/ 2 w 22"/>
                  <a:gd name="T1" fmla="*/ 1 h 53"/>
                  <a:gd name="T2" fmla="*/ 6 w 22"/>
                  <a:gd name="T3" fmla="*/ 14 h 53"/>
                  <a:gd name="T4" fmla="*/ 2 w 22"/>
                  <a:gd name="T5" fmla="*/ 32 h 53"/>
                  <a:gd name="T6" fmla="*/ 9 w 22"/>
                  <a:gd name="T7" fmla="*/ 17 h 53"/>
                  <a:gd name="T8" fmla="*/ 2 w 22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3">
                    <a:moveTo>
                      <a:pt x="2" y="1"/>
                    </a:moveTo>
                    <a:cubicBezTo>
                      <a:pt x="0" y="3"/>
                      <a:pt x="12" y="18"/>
                      <a:pt x="13" y="24"/>
                    </a:cubicBezTo>
                    <a:cubicBezTo>
                      <a:pt x="15" y="34"/>
                      <a:pt x="10" y="46"/>
                      <a:pt x="3" y="53"/>
                    </a:cubicBezTo>
                    <a:cubicBezTo>
                      <a:pt x="11" y="50"/>
                      <a:pt x="21" y="36"/>
                      <a:pt x="21" y="28"/>
                    </a:cubicBezTo>
                    <a:cubicBezTo>
                      <a:pt x="22" y="14"/>
                      <a:pt x="3" y="7"/>
                      <a:pt x="2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858">
                <a:extLst>
                  <a:ext uri="{FF2B5EF4-FFF2-40B4-BE49-F238E27FC236}">
                    <a16:creationId xmlns:a16="http://schemas.microsoft.com/office/drawing/2014/main" id="{E657B1AB-903A-4B3C-9380-136968DCE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679"/>
                <a:ext cx="18" cy="47"/>
              </a:xfrm>
              <a:custGeom>
                <a:avLst/>
                <a:gdLst>
                  <a:gd name="T0" fmla="*/ 2 w 22"/>
                  <a:gd name="T1" fmla="*/ 3 h 55"/>
                  <a:gd name="T2" fmla="*/ 5 w 22"/>
                  <a:gd name="T3" fmla="*/ 18 h 55"/>
                  <a:gd name="T4" fmla="*/ 0 w 22"/>
                  <a:gd name="T5" fmla="*/ 34 h 55"/>
                  <a:gd name="T6" fmla="*/ 5 w 22"/>
                  <a:gd name="T7" fmla="*/ 1 h 55"/>
                  <a:gd name="T8" fmla="*/ 5 w 22"/>
                  <a:gd name="T9" fmla="*/ 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5">
                    <a:moveTo>
                      <a:pt x="4" y="5"/>
                    </a:moveTo>
                    <a:cubicBezTo>
                      <a:pt x="6" y="13"/>
                      <a:pt x="10" y="20"/>
                      <a:pt x="9" y="29"/>
                    </a:cubicBezTo>
                    <a:cubicBezTo>
                      <a:pt x="9" y="39"/>
                      <a:pt x="3" y="46"/>
                      <a:pt x="0" y="55"/>
                    </a:cubicBezTo>
                    <a:cubicBezTo>
                      <a:pt x="21" y="47"/>
                      <a:pt x="22" y="16"/>
                      <a:pt x="8" y="1"/>
                    </a:cubicBezTo>
                    <a:cubicBezTo>
                      <a:pt x="6" y="0"/>
                      <a:pt x="8" y="2"/>
                      <a:pt x="8" y="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859">
                <a:extLst>
                  <a:ext uri="{FF2B5EF4-FFF2-40B4-BE49-F238E27FC236}">
                    <a16:creationId xmlns:a16="http://schemas.microsoft.com/office/drawing/2014/main" id="{985CEF05-4D61-45F5-BBE7-8F8107A90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675"/>
                <a:ext cx="16" cy="40"/>
              </a:xfrm>
              <a:custGeom>
                <a:avLst/>
                <a:gdLst>
                  <a:gd name="T0" fmla="*/ 0 w 21"/>
                  <a:gd name="T1" fmla="*/ 3 h 47"/>
                  <a:gd name="T2" fmla="*/ 1 w 21"/>
                  <a:gd name="T3" fmla="*/ 3 h 47"/>
                  <a:gd name="T4" fmla="*/ 2 w 21"/>
                  <a:gd name="T5" fmla="*/ 26 h 47"/>
                  <a:gd name="T6" fmla="*/ 2 w 2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7">
                    <a:moveTo>
                      <a:pt x="0" y="6"/>
                    </a:moveTo>
                    <a:cubicBezTo>
                      <a:pt x="1" y="5"/>
                      <a:pt x="0" y="4"/>
                      <a:pt x="1" y="3"/>
                    </a:cubicBezTo>
                    <a:cubicBezTo>
                      <a:pt x="9" y="16"/>
                      <a:pt x="9" y="30"/>
                      <a:pt x="2" y="44"/>
                    </a:cubicBezTo>
                    <a:cubicBezTo>
                      <a:pt x="21" y="47"/>
                      <a:pt x="15" y="6"/>
                      <a:pt x="4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860">
                <a:extLst>
                  <a:ext uri="{FF2B5EF4-FFF2-40B4-BE49-F238E27FC236}">
                    <a16:creationId xmlns:a16="http://schemas.microsoft.com/office/drawing/2014/main" id="{9C9F05F0-DA95-4C7D-A7C1-BCB2B022E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667"/>
                <a:ext cx="21" cy="38"/>
              </a:xfrm>
              <a:custGeom>
                <a:avLst/>
                <a:gdLst>
                  <a:gd name="T0" fmla="*/ 2 w 26"/>
                  <a:gd name="T1" fmla="*/ 3 h 45"/>
                  <a:gd name="T2" fmla="*/ 2 w 26"/>
                  <a:gd name="T3" fmla="*/ 3 h 45"/>
                  <a:gd name="T4" fmla="*/ 5 w 26"/>
                  <a:gd name="T5" fmla="*/ 12 h 45"/>
                  <a:gd name="T6" fmla="*/ 0 w 26"/>
                  <a:gd name="T7" fmla="*/ 27 h 45"/>
                  <a:gd name="T8" fmla="*/ 4 w 26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5">
                    <a:moveTo>
                      <a:pt x="2" y="4"/>
                    </a:moveTo>
                    <a:cubicBezTo>
                      <a:pt x="1" y="1"/>
                      <a:pt x="2" y="3"/>
                      <a:pt x="3" y="5"/>
                    </a:cubicBezTo>
                    <a:cubicBezTo>
                      <a:pt x="6" y="9"/>
                      <a:pt x="8" y="13"/>
                      <a:pt x="9" y="19"/>
                    </a:cubicBezTo>
                    <a:cubicBezTo>
                      <a:pt x="11" y="27"/>
                      <a:pt x="9" y="42"/>
                      <a:pt x="0" y="45"/>
                    </a:cubicBezTo>
                    <a:cubicBezTo>
                      <a:pt x="17" y="33"/>
                      <a:pt x="26" y="17"/>
                      <a:pt x="7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861">
                <a:extLst>
                  <a:ext uri="{FF2B5EF4-FFF2-40B4-BE49-F238E27FC236}">
                    <a16:creationId xmlns:a16="http://schemas.microsoft.com/office/drawing/2014/main" id="{2080970A-674A-4BA5-8EC5-B5CDA54E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665"/>
                <a:ext cx="11" cy="38"/>
              </a:xfrm>
              <a:custGeom>
                <a:avLst/>
                <a:gdLst>
                  <a:gd name="T0" fmla="*/ 2 w 14"/>
                  <a:gd name="T1" fmla="*/ 2 h 45"/>
                  <a:gd name="T2" fmla="*/ 4 w 14"/>
                  <a:gd name="T3" fmla="*/ 8 h 45"/>
                  <a:gd name="T4" fmla="*/ 0 w 14"/>
                  <a:gd name="T5" fmla="*/ 27 h 45"/>
                  <a:gd name="T6" fmla="*/ 6 w 14"/>
                  <a:gd name="T7" fmla="*/ 18 h 45"/>
                  <a:gd name="T8" fmla="*/ 0 w 14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5">
                    <a:moveTo>
                      <a:pt x="4" y="2"/>
                    </a:moveTo>
                    <a:cubicBezTo>
                      <a:pt x="4" y="2"/>
                      <a:pt x="7" y="10"/>
                      <a:pt x="8" y="14"/>
                    </a:cubicBezTo>
                    <a:cubicBezTo>
                      <a:pt x="10" y="23"/>
                      <a:pt x="7" y="39"/>
                      <a:pt x="0" y="45"/>
                    </a:cubicBezTo>
                    <a:cubicBezTo>
                      <a:pt x="3" y="40"/>
                      <a:pt x="9" y="37"/>
                      <a:pt x="11" y="30"/>
                    </a:cubicBezTo>
                    <a:cubicBezTo>
                      <a:pt x="14" y="19"/>
                      <a:pt x="7" y="8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862">
                <a:extLst>
                  <a:ext uri="{FF2B5EF4-FFF2-40B4-BE49-F238E27FC236}">
                    <a16:creationId xmlns:a16="http://schemas.microsoft.com/office/drawing/2014/main" id="{947B049E-5518-4031-A813-DA77CECD9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659"/>
                <a:ext cx="15" cy="36"/>
              </a:xfrm>
              <a:custGeom>
                <a:avLst/>
                <a:gdLst>
                  <a:gd name="T0" fmla="*/ 1 w 19"/>
                  <a:gd name="T1" fmla="*/ 1 h 43"/>
                  <a:gd name="T2" fmla="*/ 0 w 19"/>
                  <a:gd name="T3" fmla="*/ 25 h 43"/>
                  <a:gd name="T4" fmla="*/ 1 w 19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3">
                    <a:moveTo>
                      <a:pt x="1" y="1"/>
                    </a:moveTo>
                    <a:cubicBezTo>
                      <a:pt x="8" y="17"/>
                      <a:pt x="12" y="27"/>
                      <a:pt x="0" y="43"/>
                    </a:cubicBezTo>
                    <a:cubicBezTo>
                      <a:pt x="11" y="32"/>
                      <a:pt x="19" y="9"/>
                      <a:pt x="1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863">
                <a:extLst>
                  <a:ext uri="{FF2B5EF4-FFF2-40B4-BE49-F238E27FC236}">
                    <a16:creationId xmlns:a16="http://schemas.microsoft.com/office/drawing/2014/main" id="{4BC7756C-F716-4235-95B6-99845A3F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653"/>
                <a:ext cx="19" cy="35"/>
              </a:xfrm>
              <a:custGeom>
                <a:avLst/>
                <a:gdLst>
                  <a:gd name="T0" fmla="*/ 2 w 24"/>
                  <a:gd name="T1" fmla="*/ 2 h 41"/>
                  <a:gd name="T2" fmla="*/ 4 w 24"/>
                  <a:gd name="T3" fmla="*/ 13 h 41"/>
                  <a:gd name="T4" fmla="*/ 0 w 24"/>
                  <a:gd name="T5" fmla="*/ 26 h 41"/>
                  <a:gd name="T6" fmla="*/ 2 w 24"/>
                  <a:gd name="T7" fmla="*/ 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1">
                    <a:moveTo>
                      <a:pt x="4" y="2"/>
                    </a:moveTo>
                    <a:cubicBezTo>
                      <a:pt x="4" y="9"/>
                      <a:pt x="8" y="14"/>
                      <a:pt x="7" y="21"/>
                    </a:cubicBezTo>
                    <a:cubicBezTo>
                      <a:pt x="6" y="28"/>
                      <a:pt x="0" y="34"/>
                      <a:pt x="0" y="41"/>
                    </a:cubicBezTo>
                    <a:cubicBezTo>
                      <a:pt x="13" y="36"/>
                      <a:pt x="24" y="0"/>
                      <a:pt x="4" y="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" name="Freeform 864">
                <a:extLst>
                  <a:ext uri="{FF2B5EF4-FFF2-40B4-BE49-F238E27FC236}">
                    <a16:creationId xmlns:a16="http://schemas.microsoft.com/office/drawing/2014/main" id="{0603D5C9-A91E-438F-91DA-573FBD5E7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727"/>
                <a:ext cx="10" cy="39"/>
              </a:xfrm>
              <a:custGeom>
                <a:avLst/>
                <a:gdLst>
                  <a:gd name="T0" fmla="*/ 2 w 13"/>
                  <a:gd name="T1" fmla="*/ 0 h 46"/>
                  <a:gd name="T2" fmla="*/ 5 w 13"/>
                  <a:gd name="T3" fmla="*/ 17 h 46"/>
                  <a:gd name="T4" fmla="*/ 0 w 13"/>
                  <a:gd name="T5" fmla="*/ 28 h 46"/>
                  <a:gd name="T6" fmla="*/ 2 w 13"/>
                  <a:gd name="T7" fmla="*/ 4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6">
                    <a:moveTo>
                      <a:pt x="5" y="0"/>
                    </a:moveTo>
                    <a:cubicBezTo>
                      <a:pt x="7" y="10"/>
                      <a:pt x="13" y="16"/>
                      <a:pt x="12" y="27"/>
                    </a:cubicBezTo>
                    <a:cubicBezTo>
                      <a:pt x="11" y="34"/>
                      <a:pt x="8" y="44"/>
                      <a:pt x="0" y="46"/>
                    </a:cubicBezTo>
                    <a:cubicBezTo>
                      <a:pt x="5" y="36"/>
                      <a:pt x="10" y="17"/>
                      <a:pt x="4" y="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865">
                <a:extLst>
                  <a:ext uri="{FF2B5EF4-FFF2-40B4-BE49-F238E27FC236}">
                    <a16:creationId xmlns:a16="http://schemas.microsoft.com/office/drawing/2014/main" id="{4FF06EB0-F629-4026-91FA-B8ECF257D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728"/>
                <a:ext cx="14" cy="43"/>
              </a:xfrm>
              <a:custGeom>
                <a:avLst/>
                <a:gdLst>
                  <a:gd name="T0" fmla="*/ 1 w 18"/>
                  <a:gd name="T1" fmla="*/ 0 h 50"/>
                  <a:gd name="T2" fmla="*/ 2 w 18"/>
                  <a:gd name="T3" fmla="*/ 32 h 50"/>
                  <a:gd name="T4" fmla="*/ 0 w 18"/>
                  <a:gd name="T5" fmla="*/ 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0">
                    <a:moveTo>
                      <a:pt x="1" y="0"/>
                    </a:moveTo>
                    <a:cubicBezTo>
                      <a:pt x="16" y="5"/>
                      <a:pt x="18" y="41"/>
                      <a:pt x="4" y="50"/>
                    </a:cubicBezTo>
                    <a:cubicBezTo>
                      <a:pt x="4" y="34"/>
                      <a:pt x="15" y="14"/>
                      <a:pt x="0" y="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866">
                <a:extLst>
                  <a:ext uri="{FF2B5EF4-FFF2-40B4-BE49-F238E27FC236}">
                    <a16:creationId xmlns:a16="http://schemas.microsoft.com/office/drawing/2014/main" id="{8F40FCAE-5D5F-49EF-8387-A04BA5773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731"/>
                <a:ext cx="18" cy="42"/>
              </a:xfrm>
              <a:custGeom>
                <a:avLst/>
                <a:gdLst>
                  <a:gd name="T0" fmla="*/ 2 w 22"/>
                  <a:gd name="T1" fmla="*/ 0 h 50"/>
                  <a:gd name="T2" fmla="*/ 8 w 22"/>
                  <a:gd name="T3" fmla="*/ 29 h 50"/>
                  <a:gd name="T4" fmla="*/ 7 w 22"/>
                  <a:gd name="T5" fmla="*/ 20 h 50"/>
                  <a:gd name="T6" fmla="*/ 0 w 22"/>
                  <a:gd name="T7" fmla="*/ 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0">
                    <a:moveTo>
                      <a:pt x="2" y="0"/>
                    </a:moveTo>
                    <a:cubicBezTo>
                      <a:pt x="15" y="13"/>
                      <a:pt x="22" y="32"/>
                      <a:pt x="15" y="50"/>
                    </a:cubicBezTo>
                    <a:cubicBezTo>
                      <a:pt x="11" y="45"/>
                      <a:pt x="14" y="39"/>
                      <a:pt x="14" y="33"/>
                    </a:cubicBezTo>
                    <a:cubicBezTo>
                      <a:pt x="13" y="27"/>
                      <a:pt x="4" y="4"/>
                      <a:pt x="0" y="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867">
                <a:extLst>
                  <a:ext uri="{FF2B5EF4-FFF2-40B4-BE49-F238E27FC236}">
                    <a16:creationId xmlns:a16="http://schemas.microsoft.com/office/drawing/2014/main" id="{0DDF724B-9B20-40FE-AFC6-98FFCABFA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32"/>
                <a:ext cx="19" cy="43"/>
              </a:xfrm>
              <a:custGeom>
                <a:avLst/>
                <a:gdLst>
                  <a:gd name="T0" fmla="*/ 2 w 24"/>
                  <a:gd name="T1" fmla="*/ 3 h 51"/>
                  <a:gd name="T2" fmla="*/ 1 w 24"/>
                  <a:gd name="T3" fmla="*/ 3 h 51"/>
                  <a:gd name="T4" fmla="*/ 2 w 24"/>
                  <a:gd name="T5" fmla="*/ 30 h 51"/>
                  <a:gd name="T6" fmla="*/ 6 w 24"/>
                  <a:gd name="T7" fmla="*/ 20 h 51"/>
                  <a:gd name="T8" fmla="*/ 0 w 24"/>
                  <a:gd name="T9" fmla="*/ 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1">
                    <a:moveTo>
                      <a:pt x="4" y="6"/>
                    </a:moveTo>
                    <a:cubicBezTo>
                      <a:pt x="3" y="6"/>
                      <a:pt x="2" y="5"/>
                      <a:pt x="1" y="5"/>
                    </a:cubicBezTo>
                    <a:cubicBezTo>
                      <a:pt x="16" y="13"/>
                      <a:pt x="24" y="46"/>
                      <a:pt x="2" y="51"/>
                    </a:cubicBezTo>
                    <a:cubicBezTo>
                      <a:pt x="3" y="45"/>
                      <a:pt x="11" y="41"/>
                      <a:pt x="13" y="34"/>
                    </a:cubicBezTo>
                    <a:cubicBezTo>
                      <a:pt x="15" y="27"/>
                      <a:pt x="6" y="0"/>
                      <a:pt x="0" y="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868">
                <a:extLst>
                  <a:ext uri="{FF2B5EF4-FFF2-40B4-BE49-F238E27FC236}">
                    <a16:creationId xmlns:a16="http://schemas.microsoft.com/office/drawing/2014/main" id="{5177EC8D-6C69-4723-AAD0-E2627DE25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745"/>
                <a:ext cx="20" cy="38"/>
              </a:xfrm>
              <a:custGeom>
                <a:avLst/>
                <a:gdLst>
                  <a:gd name="T0" fmla="*/ 2 w 25"/>
                  <a:gd name="T1" fmla="*/ 0 h 45"/>
                  <a:gd name="T2" fmla="*/ 4 w 25"/>
                  <a:gd name="T3" fmla="*/ 27 h 45"/>
                  <a:gd name="T4" fmla="*/ 7 w 25"/>
                  <a:gd name="T5" fmla="*/ 17 h 45"/>
                  <a:gd name="T6" fmla="*/ 0 w 25"/>
                  <a:gd name="T7" fmla="*/ 2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5">
                    <a:moveTo>
                      <a:pt x="2" y="0"/>
                    </a:moveTo>
                    <a:cubicBezTo>
                      <a:pt x="10" y="6"/>
                      <a:pt x="25" y="42"/>
                      <a:pt x="8" y="45"/>
                    </a:cubicBezTo>
                    <a:cubicBezTo>
                      <a:pt x="8" y="40"/>
                      <a:pt x="14" y="35"/>
                      <a:pt x="14" y="28"/>
                    </a:cubicBezTo>
                    <a:cubicBezTo>
                      <a:pt x="15" y="17"/>
                      <a:pt x="1" y="9"/>
                      <a:pt x="0" y="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869">
                <a:extLst>
                  <a:ext uri="{FF2B5EF4-FFF2-40B4-BE49-F238E27FC236}">
                    <a16:creationId xmlns:a16="http://schemas.microsoft.com/office/drawing/2014/main" id="{52136923-E438-45E6-8568-02B5BD1B0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43"/>
                <a:ext cx="11" cy="36"/>
              </a:xfrm>
              <a:custGeom>
                <a:avLst/>
                <a:gdLst>
                  <a:gd name="T0" fmla="*/ 0 w 14"/>
                  <a:gd name="T1" fmla="*/ 3 h 43"/>
                  <a:gd name="T2" fmla="*/ 6 w 14"/>
                  <a:gd name="T3" fmla="*/ 15 h 43"/>
                  <a:gd name="T4" fmla="*/ 1 w 14"/>
                  <a:gd name="T5" fmla="*/ 25 h 43"/>
                  <a:gd name="T6" fmla="*/ 4 w 14"/>
                  <a:gd name="T7" fmla="*/ 11 h 43"/>
                  <a:gd name="T8" fmla="*/ 0 w 14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3">
                    <a:moveTo>
                      <a:pt x="0" y="3"/>
                    </a:moveTo>
                    <a:cubicBezTo>
                      <a:pt x="8" y="10"/>
                      <a:pt x="14" y="14"/>
                      <a:pt x="12" y="26"/>
                    </a:cubicBezTo>
                    <a:cubicBezTo>
                      <a:pt x="11" y="33"/>
                      <a:pt x="7" y="40"/>
                      <a:pt x="1" y="43"/>
                    </a:cubicBezTo>
                    <a:cubicBezTo>
                      <a:pt x="3" y="36"/>
                      <a:pt x="9" y="28"/>
                      <a:pt x="8" y="19"/>
                    </a:cubicBezTo>
                    <a:cubicBezTo>
                      <a:pt x="8" y="11"/>
                      <a:pt x="1" y="7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870">
                <a:extLst>
                  <a:ext uri="{FF2B5EF4-FFF2-40B4-BE49-F238E27FC236}">
                    <a16:creationId xmlns:a16="http://schemas.microsoft.com/office/drawing/2014/main" id="{E394D946-6D7F-412E-B609-9459E9D7F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749"/>
                <a:ext cx="15" cy="41"/>
              </a:xfrm>
              <a:custGeom>
                <a:avLst/>
                <a:gdLst>
                  <a:gd name="T0" fmla="*/ 2 w 19"/>
                  <a:gd name="T1" fmla="*/ 0 h 48"/>
                  <a:gd name="T2" fmla="*/ 8 w 19"/>
                  <a:gd name="T3" fmla="*/ 11 h 48"/>
                  <a:gd name="T4" fmla="*/ 3 w 19"/>
                  <a:gd name="T5" fmla="*/ 30 h 48"/>
                  <a:gd name="T6" fmla="*/ 7 w 19"/>
                  <a:gd name="T7" fmla="*/ 15 h 48"/>
                  <a:gd name="T8" fmla="*/ 0 w 19"/>
                  <a:gd name="T9" fmla="*/ 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8">
                    <a:moveTo>
                      <a:pt x="3" y="0"/>
                    </a:moveTo>
                    <a:cubicBezTo>
                      <a:pt x="8" y="6"/>
                      <a:pt x="14" y="10"/>
                      <a:pt x="17" y="18"/>
                    </a:cubicBezTo>
                    <a:cubicBezTo>
                      <a:pt x="19" y="27"/>
                      <a:pt x="16" y="43"/>
                      <a:pt x="6" y="48"/>
                    </a:cubicBezTo>
                    <a:cubicBezTo>
                      <a:pt x="9" y="39"/>
                      <a:pt x="15" y="36"/>
                      <a:pt x="14" y="25"/>
                    </a:cubicBezTo>
                    <a:cubicBezTo>
                      <a:pt x="13" y="16"/>
                      <a:pt x="10" y="5"/>
                      <a:pt x="0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871">
                <a:extLst>
                  <a:ext uri="{FF2B5EF4-FFF2-40B4-BE49-F238E27FC236}">
                    <a16:creationId xmlns:a16="http://schemas.microsoft.com/office/drawing/2014/main" id="{6D24A28A-AEAF-4CBD-B6D3-3083BC78E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752"/>
                <a:ext cx="15" cy="40"/>
              </a:xfrm>
              <a:custGeom>
                <a:avLst/>
                <a:gdLst>
                  <a:gd name="T0" fmla="*/ 2 w 19"/>
                  <a:gd name="T1" fmla="*/ 2 h 47"/>
                  <a:gd name="T2" fmla="*/ 2 w 19"/>
                  <a:gd name="T3" fmla="*/ 3 h 47"/>
                  <a:gd name="T4" fmla="*/ 7 w 19"/>
                  <a:gd name="T5" fmla="*/ 8 h 47"/>
                  <a:gd name="T6" fmla="*/ 2 w 19"/>
                  <a:gd name="T7" fmla="*/ 29 h 47"/>
                  <a:gd name="T8" fmla="*/ 6 w 19"/>
                  <a:gd name="T9" fmla="*/ 17 h 47"/>
                  <a:gd name="T10" fmla="*/ 1 w 19"/>
                  <a:gd name="T11" fmla="*/ 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7">
                    <a:moveTo>
                      <a:pt x="2" y="2"/>
                    </a:moveTo>
                    <a:cubicBezTo>
                      <a:pt x="0" y="0"/>
                      <a:pt x="3" y="3"/>
                      <a:pt x="4" y="3"/>
                    </a:cubicBezTo>
                    <a:cubicBezTo>
                      <a:pt x="8" y="6"/>
                      <a:pt x="12" y="8"/>
                      <a:pt x="14" y="12"/>
                    </a:cubicBezTo>
                    <a:cubicBezTo>
                      <a:pt x="19" y="22"/>
                      <a:pt x="13" y="44"/>
                      <a:pt x="2" y="47"/>
                    </a:cubicBezTo>
                    <a:cubicBezTo>
                      <a:pt x="4" y="41"/>
                      <a:pt x="10" y="35"/>
                      <a:pt x="11" y="27"/>
                    </a:cubicBezTo>
                    <a:cubicBezTo>
                      <a:pt x="13" y="20"/>
                      <a:pt x="12" y="1"/>
                      <a:pt x="1" y="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6" name="Freeform 872">
                <a:extLst>
                  <a:ext uri="{FF2B5EF4-FFF2-40B4-BE49-F238E27FC236}">
                    <a16:creationId xmlns:a16="http://schemas.microsoft.com/office/drawing/2014/main" id="{FC03A131-E995-46C3-8FF8-4DA3B112C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755"/>
                <a:ext cx="12" cy="35"/>
              </a:xfrm>
              <a:custGeom>
                <a:avLst/>
                <a:gdLst>
                  <a:gd name="T0" fmla="*/ 2 w 15"/>
                  <a:gd name="T1" fmla="*/ 0 h 42"/>
                  <a:gd name="T2" fmla="*/ 2 w 15"/>
                  <a:gd name="T3" fmla="*/ 24 h 42"/>
                  <a:gd name="T4" fmla="*/ 4 w 15"/>
                  <a:gd name="T5" fmla="*/ 17 h 42"/>
                  <a:gd name="T6" fmla="*/ 0 w 15"/>
                  <a:gd name="T7" fmla="*/ 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2">
                    <a:moveTo>
                      <a:pt x="3" y="0"/>
                    </a:moveTo>
                    <a:cubicBezTo>
                      <a:pt x="15" y="7"/>
                      <a:pt x="11" y="31"/>
                      <a:pt x="3" y="42"/>
                    </a:cubicBezTo>
                    <a:cubicBezTo>
                      <a:pt x="0" y="36"/>
                      <a:pt x="6" y="34"/>
                      <a:pt x="8" y="29"/>
                    </a:cubicBezTo>
                    <a:cubicBezTo>
                      <a:pt x="11" y="23"/>
                      <a:pt x="5" y="0"/>
                      <a:pt x="0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873">
                <a:extLst>
                  <a:ext uri="{FF2B5EF4-FFF2-40B4-BE49-F238E27FC236}">
                    <a16:creationId xmlns:a16="http://schemas.microsoft.com/office/drawing/2014/main" id="{866F9F1E-2F10-4C44-8545-7821891AC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757"/>
                <a:ext cx="11" cy="38"/>
              </a:xfrm>
              <a:custGeom>
                <a:avLst/>
                <a:gdLst>
                  <a:gd name="T0" fmla="*/ 2 w 14"/>
                  <a:gd name="T1" fmla="*/ 0 h 44"/>
                  <a:gd name="T2" fmla="*/ 6 w 14"/>
                  <a:gd name="T3" fmla="*/ 10 h 44"/>
                  <a:gd name="T4" fmla="*/ 2 w 14"/>
                  <a:gd name="T5" fmla="*/ 29 h 44"/>
                  <a:gd name="T6" fmla="*/ 5 w 14"/>
                  <a:gd name="T7" fmla="*/ 20 h 44"/>
                  <a:gd name="T8" fmla="*/ 0 w 14"/>
                  <a:gd name="T9" fmla="*/ 3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4">
                    <a:moveTo>
                      <a:pt x="2" y="0"/>
                    </a:moveTo>
                    <a:cubicBezTo>
                      <a:pt x="2" y="1"/>
                      <a:pt x="10" y="11"/>
                      <a:pt x="12" y="15"/>
                    </a:cubicBezTo>
                    <a:cubicBezTo>
                      <a:pt x="14" y="22"/>
                      <a:pt x="12" y="43"/>
                      <a:pt x="3" y="44"/>
                    </a:cubicBezTo>
                    <a:cubicBezTo>
                      <a:pt x="3" y="40"/>
                      <a:pt x="7" y="36"/>
                      <a:pt x="9" y="31"/>
                    </a:cubicBezTo>
                    <a:cubicBezTo>
                      <a:pt x="10" y="24"/>
                      <a:pt x="7" y="6"/>
                      <a:pt x="0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874">
                <a:extLst>
                  <a:ext uri="{FF2B5EF4-FFF2-40B4-BE49-F238E27FC236}">
                    <a16:creationId xmlns:a16="http://schemas.microsoft.com/office/drawing/2014/main" id="{1B7C1ED9-3F9F-459B-8E4F-525265C99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759"/>
                <a:ext cx="16" cy="39"/>
              </a:xfrm>
              <a:custGeom>
                <a:avLst/>
                <a:gdLst>
                  <a:gd name="T0" fmla="*/ 3 w 20"/>
                  <a:gd name="T1" fmla="*/ 0 h 46"/>
                  <a:gd name="T2" fmla="*/ 8 w 20"/>
                  <a:gd name="T3" fmla="*/ 7 h 46"/>
                  <a:gd name="T4" fmla="*/ 2 w 20"/>
                  <a:gd name="T5" fmla="*/ 28 h 46"/>
                  <a:gd name="T6" fmla="*/ 6 w 20"/>
                  <a:gd name="T7" fmla="*/ 19 h 46"/>
                  <a:gd name="T8" fmla="*/ 0 w 20"/>
                  <a:gd name="T9" fmla="*/ 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6" y="0"/>
                    </a:moveTo>
                    <a:cubicBezTo>
                      <a:pt x="3" y="0"/>
                      <a:pt x="13" y="9"/>
                      <a:pt x="15" y="12"/>
                    </a:cubicBezTo>
                    <a:cubicBezTo>
                      <a:pt x="20" y="23"/>
                      <a:pt x="16" y="43"/>
                      <a:pt x="4" y="46"/>
                    </a:cubicBezTo>
                    <a:cubicBezTo>
                      <a:pt x="3" y="41"/>
                      <a:pt x="11" y="37"/>
                      <a:pt x="12" y="31"/>
                    </a:cubicBezTo>
                    <a:cubicBezTo>
                      <a:pt x="15" y="22"/>
                      <a:pt x="8" y="8"/>
                      <a:pt x="0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875">
                <a:extLst>
                  <a:ext uri="{FF2B5EF4-FFF2-40B4-BE49-F238E27FC236}">
                    <a16:creationId xmlns:a16="http://schemas.microsoft.com/office/drawing/2014/main" id="{D9876A8F-9568-4F1D-B30A-47DFAA08B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760"/>
                <a:ext cx="15" cy="31"/>
              </a:xfrm>
              <a:custGeom>
                <a:avLst/>
                <a:gdLst>
                  <a:gd name="T0" fmla="*/ 1 w 19"/>
                  <a:gd name="T1" fmla="*/ 0 h 37"/>
                  <a:gd name="T2" fmla="*/ 0 w 19"/>
                  <a:gd name="T3" fmla="*/ 21 h 37"/>
                  <a:gd name="T4" fmla="*/ 0 w 19"/>
                  <a:gd name="T5" fmla="*/ 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7">
                    <a:moveTo>
                      <a:pt x="1" y="0"/>
                    </a:moveTo>
                    <a:cubicBezTo>
                      <a:pt x="13" y="6"/>
                      <a:pt x="19" y="37"/>
                      <a:pt x="0" y="36"/>
                    </a:cubicBezTo>
                    <a:cubicBezTo>
                      <a:pt x="4" y="26"/>
                      <a:pt x="15" y="11"/>
                      <a:pt x="0" y="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876">
                <a:extLst>
                  <a:ext uri="{FF2B5EF4-FFF2-40B4-BE49-F238E27FC236}">
                    <a16:creationId xmlns:a16="http://schemas.microsoft.com/office/drawing/2014/main" id="{1CDDDED9-428E-4762-94D8-D79C639AC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760"/>
                <a:ext cx="13" cy="35"/>
              </a:xfrm>
              <a:custGeom>
                <a:avLst/>
                <a:gdLst>
                  <a:gd name="T0" fmla="*/ 3 w 17"/>
                  <a:gd name="T1" fmla="*/ 2 h 41"/>
                  <a:gd name="T2" fmla="*/ 3 w 17"/>
                  <a:gd name="T3" fmla="*/ 3 h 41"/>
                  <a:gd name="T4" fmla="*/ 6 w 17"/>
                  <a:gd name="T5" fmla="*/ 11 h 41"/>
                  <a:gd name="T6" fmla="*/ 2 w 17"/>
                  <a:gd name="T7" fmla="*/ 25 h 41"/>
                  <a:gd name="T8" fmla="*/ 0 w 17"/>
                  <a:gd name="T9" fmla="*/ 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6" y="2"/>
                    </a:moveTo>
                    <a:cubicBezTo>
                      <a:pt x="4" y="0"/>
                      <a:pt x="7" y="2"/>
                      <a:pt x="7" y="3"/>
                    </a:cubicBezTo>
                    <a:cubicBezTo>
                      <a:pt x="12" y="7"/>
                      <a:pt x="15" y="11"/>
                      <a:pt x="15" y="18"/>
                    </a:cubicBezTo>
                    <a:cubicBezTo>
                      <a:pt x="16" y="25"/>
                      <a:pt x="11" y="41"/>
                      <a:pt x="2" y="40"/>
                    </a:cubicBezTo>
                    <a:cubicBezTo>
                      <a:pt x="10" y="30"/>
                      <a:pt x="17" y="9"/>
                      <a:pt x="0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877">
                <a:extLst>
                  <a:ext uri="{FF2B5EF4-FFF2-40B4-BE49-F238E27FC236}">
                    <a16:creationId xmlns:a16="http://schemas.microsoft.com/office/drawing/2014/main" id="{3C776B46-9A17-477C-B990-3CD2C7A51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758"/>
                <a:ext cx="18" cy="38"/>
              </a:xfrm>
              <a:custGeom>
                <a:avLst/>
                <a:gdLst>
                  <a:gd name="T0" fmla="*/ 6 w 22"/>
                  <a:gd name="T1" fmla="*/ 3 h 44"/>
                  <a:gd name="T2" fmla="*/ 5 w 22"/>
                  <a:gd name="T3" fmla="*/ 3 h 44"/>
                  <a:gd name="T4" fmla="*/ 3 w 22"/>
                  <a:gd name="T5" fmla="*/ 29 h 44"/>
                  <a:gd name="T6" fmla="*/ 7 w 22"/>
                  <a:gd name="T7" fmla="*/ 18 h 44"/>
                  <a:gd name="T8" fmla="*/ 0 w 22"/>
                  <a:gd name="T9" fmla="*/ 3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4">
                    <a:moveTo>
                      <a:pt x="11" y="5"/>
                    </a:moveTo>
                    <a:cubicBezTo>
                      <a:pt x="10" y="5"/>
                      <a:pt x="9" y="5"/>
                      <a:pt x="8" y="4"/>
                    </a:cubicBezTo>
                    <a:cubicBezTo>
                      <a:pt x="22" y="14"/>
                      <a:pt x="21" y="35"/>
                      <a:pt x="6" y="44"/>
                    </a:cubicBezTo>
                    <a:cubicBezTo>
                      <a:pt x="8" y="39"/>
                      <a:pt x="13" y="35"/>
                      <a:pt x="14" y="28"/>
                    </a:cubicBezTo>
                    <a:cubicBezTo>
                      <a:pt x="15" y="22"/>
                      <a:pt x="8" y="0"/>
                      <a:pt x="0" y="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878">
                <a:extLst>
                  <a:ext uri="{FF2B5EF4-FFF2-40B4-BE49-F238E27FC236}">
                    <a16:creationId xmlns:a16="http://schemas.microsoft.com/office/drawing/2014/main" id="{E0C09424-AA15-415F-9B65-8B6CD171F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759"/>
                <a:ext cx="13" cy="39"/>
              </a:xfrm>
              <a:custGeom>
                <a:avLst/>
                <a:gdLst>
                  <a:gd name="T0" fmla="*/ 6 w 16"/>
                  <a:gd name="T1" fmla="*/ 2 h 46"/>
                  <a:gd name="T2" fmla="*/ 7 w 16"/>
                  <a:gd name="T3" fmla="*/ 8 h 46"/>
                  <a:gd name="T4" fmla="*/ 0 w 16"/>
                  <a:gd name="T5" fmla="*/ 28 h 46"/>
                  <a:gd name="T6" fmla="*/ 0 w 16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6">
                    <a:moveTo>
                      <a:pt x="10" y="2"/>
                    </a:moveTo>
                    <a:cubicBezTo>
                      <a:pt x="6" y="4"/>
                      <a:pt x="12" y="9"/>
                      <a:pt x="14" y="14"/>
                    </a:cubicBezTo>
                    <a:cubicBezTo>
                      <a:pt x="16" y="23"/>
                      <a:pt x="10" y="42"/>
                      <a:pt x="0" y="46"/>
                    </a:cubicBezTo>
                    <a:cubicBezTo>
                      <a:pt x="7" y="33"/>
                      <a:pt x="15" y="11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879">
                <a:extLst>
                  <a:ext uri="{FF2B5EF4-FFF2-40B4-BE49-F238E27FC236}">
                    <a16:creationId xmlns:a16="http://schemas.microsoft.com/office/drawing/2014/main" id="{E7FBF545-74F8-4F8C-9EC4-362A65335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757"/>
                <a:ext cx="16" cy="36"/>
              </a:xfrm>
              <a:custGeom>
                <a:avLst/>
                <a:gdLst>
                  <a:gd name="T0" fmla="*/ 5 w 20"/>
                  <a:gd name="T1" fmla="*/ 3 h 42"/>
                  <a:gd name="T2" fmla="*/ 3 w 20"/>
                  <a:gd name="T3" fmla="*/ 3 h 42"/>
                  <a:gd name="T4" fmla="*/ 0 w 20"/>
                  <a:gd name="T5" fmla="*/ 27 h 42"/>
                  <a:gd name="T6" fmla="*/ 2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0" y="4"/>
                    </a:moveTo>
                    <a:cubicBezTo>
                      <a:pt x="8" y="3"/>
                      <a:pt x="8" y="4"/>
                      <a:pt x="6" y="3"/>
                    </a:cubicBezTo>
                    <a:cubicBezTo>
                      <a:pt x="13" y="14"/>
                      <a:pt x="12" y="35"/>
                      <a:pt x="0" y="42"/>
                    </a:cubicBezTo>
                    <a:cubicBezTo>
                      <a:pt x="5" y="29"/>
                      <a:pt x="20" y="11"/>
                      <a:pt x="2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880">
                <a:extLst>
                  <a:ext uri="{FF2B5EF4-FFF2-40B4-BE49-F238E27FC236}">
                    <a16:creationId xmlns:a16="http://schemas.microsoft.com/office/drawing/2014/main" id="{2E4402AC-CBAC-4ACB-A675-8DB496CCC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755"/>
                <a:ext cx="21" cy="37"/>
              </a:xfrm>
              <a:custGeom>
                <a:avLst/>
                <a:gdLst>
                  <a:gd name="T0" fmla="*/ 5 w 27"/>
                  <a:gd name="T1" fmla="*/ 4 h 44"/>
                  <a:gd name="T2" fmla="*/ 3 w 27"/>
                  <a:gd name="T3" fmla="*/ 26 h 44"/>
                  <a:gd name="T4" fmla="*/ 2 w 27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4">
                    <a:moveTo>
                      <a:pt x="11" y="7"/>
                    </a:moveTo>
                    <a:cubicBezTo>
                      <a:pt x="14" y="19"/>
                      <a:pt x="15" y="34"/>
                      <a:pt x="6" y="44"/>
                    </a:cubicBezTo>
                    <a:cubicBezTo>
                      <a:pt x="0" y="39"/>
                      <a:pt x="27" y="7"/>
                      <a:pt x="5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881">
                <a:extLst>
                  <a:ext uri="{FF2B5EF4-FFF2-40B4-BE49-F238E27FC236}">
                    <a16:creationId xmlns:a16="http://schemas.microsoft.com/office/drawing/2014/main" id="{60FC9BD0-AB3A-4460-AEA3-C905936C8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752"/>
                <a:ext cx="10" cy="36"/>
              </a:xfrm>
              <a:custGeom>
                <a:avLst/>
                <a:gdLst>
                  <a:gd name="T0" fmla="*/ 2 w 13"/>
                  <a:gd name="T1" fmla="*/ 2 h 42"/>
                  <a:gd name="T2" fmla="*/ 2 w 13"/>
                  <a:gd name="T3" fmla="*/ 27 h 42"/>
                  <a:gd name="T4" fmla="*/ 2 w 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2">
                    <a:moveTo>
                      <a:pt x="5" y="2"/>
                    </a:moveTo>
                    <a:cubicBezTo>
                      <a:pt x="13" y="17"/>
                      <a:pt x="1" y="28"/>
                      <a:pt x="4" y="42"/>
                    </a:cubicBezTo>
                    <a:cubicBezTo>
                      <a:pt x="8" y="29"/>
                      <a:pt x="0" y="14"/>
                      <a:pt x="4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882">
                <a:extLst>
                  <a:ext uri="{FF2B5EF4-FFF2-40B4-BE49-F238E27FC236}">
                    <a16:creationId xmlns:a16="http://schemas.microsoft.com/office/drawing/2014/main" id="{41C643B3-5AF9-4238-BE29-9DD1C6D5F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45"/>
                <a:ext cx="8" cy="44"/>
              </a:xfrm>
              <a:custGeom>
                <a:avLst/>
                <a:gdLst>
                  <a:gd name="T0" fmla="*/ 6 w 9"/>
                  <a:gd name="T1" fmla="*/ 3 h 52"/>
                  <a:gd name="T2" fmla="*/ 5 w 9"/>
                  <a:gd name="T3" fmla="*/ 31 h 52"/>
                  <a:gd name="T4" fmla="*/ 2 w 9"/>
                  <a:gd name="T5" fmla="*/ 18 h 52"/>
                  <a:gd name="T6" fmla="*/ 4 w 9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2">
                    <a:moveTo>
                      <a:pt x="9" y="3"/>
                    </a:moveTo>
                    <a:cubicBezTo>
                      <a:pt x="1" y="4"/>
                      <a:pt x="2" y="46"/>
                      <a:pt x="8" y="52"/>
                    </a:cubicBezTo>
                    <a:cubicBezTo>
                      <a:pt x="9" y="44"/>
                      <a:pt x="4" y="37"/>
                      <a:pt x="2" y="30"/>
                    </a:cubicBezTo>
                    <a:cubicBezTo>
                      <a:pt x="0" y="20"/>
                      <a:pt x="1" y="10"/>
                      <a:pt x="4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883">
                <a:extLst>
                  <a:ext uri="{FF2B5EF4-FFF2-40B4-BE49-F238E27FC236}">
                    <a16:creationId xmlns:a16="http://schemas.microsoft.com/office/drawing/2014/main" id="{B02633CF-83B0-418D-8505-A6A255549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728"/>
                <a:ext cx="14" cy="48"/>
              </a:xfrm>
              <a:custGeom>
                <a:avLst/>
                <a:gdLst>
                  <a:gd name="T0" fmla="*/ 9 w 18"/>
                  <a:gd name="T1" fmla="*/ 5 h 56"/>
                  <a:gd name="T2" fmla="*/ 7 w 18"/>
                  <a:gd name="T3" fmla="*/ 35 h 56"/>
                  <a:gd name="T4" fmla="*/ 1 w 18"/>
                  <a:gd name="T5" fmla="*/ 17 h 56"/>
                  <a:gd name="T6" fmla="*/ 3 w 18"/>
                  <a:gd name="T7" fmla="*/ 3 h 56"/>
                  <a:gd name="T8" fmla="*/ 5 w 18"/>
                  <a:gd name="T9" fmla="*/ 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6">
                    <a:moveTo>
                      <a:pt x="18" y="8"/>
                    </a:moveTo>
                    <a:cubicBezTo>
                      <a:pt x="7" y="10"/>
                      <a:pt x="5" y="49"/>
                      <a:pt x="15" y="56"/>
                    </a:cubicBezTo>
                    <a:cubicBezTo>
                      <a:pt x="8" y="48"/>
                      <a:pt x="2" y="38"/>
                      <a:pt x="1" y="27"/>
                    </a:cubicBezTo>
                    <a:cubicBezTo>
                      <a:pt x="0" y="20"/>
                      <a:pt x="0" y="11"/>
                      <a:pt x="6" y="5"/>
                    </a:cubicBezTo>
                    <a:cubicBezTo>
                      <a:pt x="8" y="2"/>
                      <a:pt x="11" y="0"/>
                      <a:pt x="12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884">
                <a:extLst>
                  <a:ext uri="{FF2B5EF4-FFF2-40B4-BE49-F238E27FC236}">
                    <a16:creationId xmlns:a16="http://schemas.microsoft.com/office/drawing/2014/main" id="{14FFA6BE-0C6B-4B9C-9BB5-EE5271298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712"/>
                <a:ext cx="21" cy="50"/>
              </a:xfrm>
              <a:custGeom>
                <a:avLst/>
                <a:gdLst>
                  <a:gd name="T0" fmla="*/ 12 w 27"/>
                  <a:gd name="T1" fmla="*/ 3 h 59"/>
                  <a:gd name="T2" fmla="*/ 8 w 27"/>
                  <a:gd name="T3" fmla="*/ 36 h 59"/>
                  <a:gd name="T4" fmla="*/ 9 w 27"/>
                  <a:gd name="T5" fmla="*/ 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9">
                    <a:moveTo>
                      <a:pt x="27" y="4"/>
                    </a:moveTo>
                    <a:cubicBezTo>
                      <a:pt x="10" y="0"/>
                      <a:pt x="15" y="50"/>
                      <a:pt x="17" y="59"/>
                    </a:cubicBezTo>
                    <a:cubicBezTo>
                      <a:pt x="8" y="48"/>
                      <a:pt x="0" y="6"/>
                      <a:pt x="19" y="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885">
                <a:extLst>
                  <a:ext uri="{FF2B5EF4-FFF2-40B4-BE49-F238E27FC236}">
                    <a16:creationId xmlns:a16="http://schemas.microsoft.com/office/drawing/2014/main" id="{EF034C58-A766-4A98-91BA-F5C1782D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692"/>
                <a:ext cx="14" cy="51"/>
              </a:xfrm>
              <a:custGeom>
                <a:avLst/>
                <a:gdLst>
                  <a:gd name="T0" fmla="*/ 9 w 18"/>
                  <a:gd name="T1" fmla="*/ 9 h 60"/>
                  <a:gd name="T2" fmla="*/ 4 w 18"/>
                  <a:gd name="T3" fmla="*/ 37 h 60"/>
                  <a:gd name="T4" fmla="*/ 1 w 18"/>
                  <a:gd name="T5" fmla="*/ 19 h 60"/>
                  <a:gd name="T6" fmla="*/ 7 w 18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0">
                    <a:moveTo>
                      <a:pt x="18" y="14"/>
                    </a:moveTo>
                    <a:cubicBezTo>
                      <a:pt x="6" y="8"/>
                      <a:pt x="4" y="52"/>
                      <a:pt x="8" y="60"/>
                    </a:cubicBezTo>
                    <a:cubicBezTo>
                      <a:pt x="3" y="51"/>
                      <a:pt x="0" y="42"/>
                      <a:pt x="1" y="31"/>
                    </a:cubicBezTo>
                    <a:cubicBezTo>
                      <a:pt x="2" y="22"/>
                      <a:pt x="5" y="3"/>
                      <a:pt x="15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886">
                <a:extLst>
                  <a:ext uri="{FF2B5EF4-FFF2-40B4-BE49-F238E27FC236}">
                    <a16:creationId xmlns:a16="http://schemas.microsoft.com/office/drawing/2014/main" id="{E2B9D4E9-20AD-4C33-ADD6-6D8B25C43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674"/>
                <a:ext cx="15" cy="45"/>
              </a:xfrm>
              <a:custGeom>
                <a:avLst/>
                <a:gdLst>
                  <a:gd name="T0" fmla="*/ 11 w 18"/>
                  <a:gd name="T1" fmla="*/ 3 h 53"/>
                  <a:gd name="T2" fmla="*/ 6 w 18"/>
                  <a:gd name="T3" fmla="*/ 32 h 53"/>
                  <a:gd name="T4" fmla="*/ 2 w 18"/>
                  <a:gd name="T5" fmla="*/ 16 h 53"/>
                  <a:gd name="T6" fmla="*/ 7 w 18"/>
                  <a:gd name="T7" fmla="*/ 3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3">
                    <a:moveTo>
                      <a:pt x="18" y="3"/>
                    </a:moveTo>
                    <a:cubicBezTo>
                      <a:pt x="4" y="12"/>
                      <a:pt x="0" y="41"/>
                      <a:pt x="10" y="53"/>
                    </a:cubicBezTo>
                    <a:cubicBezTo>
                      <a:pt x="3" y="45"/>
                      <a:pt x="1" y="37"/>
                      <a:pt x="2" y="26"/>
                    </a:cubicBezTo>
                    <a:cubicBezTo>
                      <a:pt x="2" y="22"/>
                      <a:pt x="5" y="0"/>
                      <a:pt x="11" y="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887">
                <a:extLst>
                  <a:ext uri="{FF2B5EF4-FFF2-40B4-BE49-F238E27FC236}">
                    <a16:creationId xmlns:a16="http://schemas.microsoft.com/office/drawing/2014/main" id="{FA1D3A1F-E1B7-4596-8E4F-284A0BF87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656"/>
                <a:ext cx="14" cy="48"/>
              </a:xfrm>
              <a:custGeom>
                <a:avLst/>
                <a:gdLst>
                  <a:gd name="T0" fmla="*/ 9 w 18"/>
                  <a:gd name="T1" fmla="*/ 5 h 56"/>
                  <a:gd name="T2" fmla="*/ 4 w 18"/>
                  <a:gd name="T3" fmla="*/ 35 h 56"/>
                  <a:gd name="T4" fmla="*/ 2 w 18"/>
                  <a:gd name="T5" fmla="*/ 18 h 56"/>
                  <a:gd name="T6" fmla="*/ 6 w 18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6">
                    <a:moveTo>
                      <a:pt x="18" y="8"/>
                    </a:moveTo>
                    <a:cubicBezTo>
                      <a:pt x="6" y="3"/>
                      <a:pt x="3" y="49"/>
                      <a:pt x="8" y="56"/>
                    </a:cubicBezTo>
                    <a:cubicBezTo>
                      <a:pt x="9" y="47"/>
                      <a:pt x="3" y="38"/>
                      <a:pt x="2" y="29"/>
                    </a:cubicBezTo>
                    <a:cubicBezTo>
                      <a:pt x="0" y="19"/>
                      <a:pt x="4" y="6"/>
                      <a:pt x="13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888">
                <a:extLst>
                  <a:ext uri="{FF2B5EF4-FFF2-40B4-BE49-F238E27FC236}">
                    <a16:creationId xmlns:a16="http://schemas.microsoft.com/office/drawing/2014/main" id="{4832C021-C099-48B5-9573-75CABB730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644"/>
                <a:ext cx="13" cy="38"/>
              </a:xfrm>
              <a:custGeom>
                <a:avLst/>
                <a:gdLst>
                  <a:gd name="T0" fmla="*/ 8 w 17"/>
                  <a:gd name="T1" fmla="*/ 5 h 45"/>
                  <a:gd name="T2" fmla="*/ 6 w 17"/>
                  <a:gd name="T3" fmla="*/ 27 h 45"/>
                  <a:gd name="T4" fmla="*/ 6 w 1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5">
                    <a:moveTo>
                      <a:pt x="17" y="8"/>
                    </a:moveTo>
                    <a:cubicBezTo>
                      <a:pt x="6" y="3"/>
                      <a:pt x="11" y="39"/>
                      <a:pt x="14" y="45"/>
                    </a:cubicBezTo>
                    <a:cubicBezTo>
                      <a:pt x="4" y="28"/>
                      <a:pt x="0" y="17"/>
                      <a:pt x="14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Freeform 889">
                <a:extLst>
                  <a:ext uri="{FF2B5EF4-FFF2-40B4-BE49-F238E27FC236}">
                    <a16:creationId xmlns:a16="http://schemas.microsoft.com/office/drawing/2014/main" id="{A244F66C-1CD6-4127-B4D0-74E26685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620"/>
                <a:ext cx="16" cy="44"/>
              </a:xfrm>
              <a:custGeom>
                <a:avLst/>
                <a:gdLst>
                  <a:gd name="T0" fmla="*/ 10 w 20"/>
                  <a:gd name="T1" fmla="*/ 0 h 51"/>
                  <a:gd name="T2" fmla="*/ 10 w 20"/>
                  <a:gd name="T3" fmla="*/ 33 h 51"/>
                  <a:gd name="T4" fmla="*/ 6 w 20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1">
                    <a:moveTo>
                      <a:pt x="19" y="0"/>
                    </a:moveTo>
                    <a:cubicBezTo>
                      <a:pt x="8" y="0"/>
                      <a:pt x="12" y="43"/>
                      <a:pt x="20" y="51"/>
                    </a:cubicBezTo>
                    <a:cubicBezTo>
                      <a:pt x="10" y="41"/>
                      <a:pt x="0" y="10"/>
                      <a:pt x="12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4" name="Freeform 890">
                <a:extLst>
                  <a:ext uri="{FF2B5EF4-FFF2-40B4-BE49-F238E27FC236}">
                    <a16:creationId xmlns:a16="http://schemas.microsoft.com/office/drawing/2014/main" id="{15F81249-8322-49CB-9D0F-F3A51234D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602"/>
                <a:ext cx="19" cy="40"/>
              </a:xfrm>
              <a:custGeom>
                <a:avLst/>
                <a:gdLst>
                  <a:gd name="T0" fmla="*/ 10 w 24"/>
                  <a:gd name="T1" fmla="*/ 2 h 48"/>
                  <a:gd name="T2" fmla="*/ 12 w 24"/>
                  <a:gd name="T3" fmla="*/ 28 h 48"/>
                  <a:gd name="T4" fmla="*/ 8 w 24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1" y="2"/>
                    </a:moveTo>
                    <a:cubicBezTo>
                      <a:pt x="11" y="10"/>
                      <a:pt x="17" y="40"/>
                      <a:pt x="24" y="48"/>
                    </a:cubicBezTo>
                    <a:cubicBezTo>
                      <a:pt x="21" y="37"/>
                      <a:pt x="0" y="11"/>
                      <a:pt x="15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891">
                <a:extLst>
                  <a:ext uri="{FF2B5EF4-FFF2-40B4-BE49-F238E27FC236}">
                    <a16:creationId xmlns:a16="http://schemas.microsoft.com/office/drawing/2014/main" id="{E066D1BF-7999-43B9-9261-E1E54FFCB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590"/>
                <a:ext cx="13" cy="38"/>
              </a:xfrm>
              <a:custGeom>
                <a:avLst/>
                <a:gdLst>
                  <a:gd name="T0" fmla="*/ 8 w 17"/>
                  <a:gd name="T1" fmla="*/ 1 h 45"/>
                  <a:gd name="T2" fmla="*/ 5 w 17"/>
                  <a:gd name="T3" fmla="*/ 27 h 45"/>
                  <a:gd name="T4" fmla="*/ 2 w 17"/>
                  <a:gd name="T5" fmla="*/ 12 h 45"/>
                  <a:gd name="T6" fmla="*/ 5 w 17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5">
                    <a:moveTo>
                      <a:pt x="17" y="1"/>
                    </a:moveTo>
                    <a:cubicBezTo>
                      <a:pt x="5" y="7"/>
                      <a:pt x="4" y="35"/>
                      <a:pt x="11" y="45"/>
                    </a:cubicBezTo>
                    <a:cubicBezTo>
                      <a:pt x="13" y="38"/>
                      <a:pt x="3" y="28"/>
                      <a:pt x="2" y="20"/>
                    </a:cubicBezTo>
                    <a:cubicBezTo>
                      <a:pt x="0" y="10"/>
                      <a:pt x="4" y="5"/>
                      <a:pt x="11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892">
                <a:extLst>
                  <a:ext uri="{FF2B5EF4-FFF2-40B4-BE49-F238E27FC236}">
                    <a16:creationId xmlns:a16="http://schemas.microsoft.com/office/drawing/2014/main" id="{9A955827-52B5-45D0-9137-F81DB4B14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790"/>
                <a:ext cx="63" cy="40"/>
              </a:xfrm>
              <a:custGeom>
                <a:avLst/>
                <a:gdLst>
                  <a:gd name="T0" fmla="*/ 40 w 79"/>
                  <a:gd name="T1" fmla="*/ 29 h 47"/>
                  <a:gd name="T2" fmla="*/ 0 w 79"/>
                  <a:gd name="T3" fmla="*/ 0 h 47"/>
                  <a:gd name="T4" fmla="*/ 37 w 79"/>
                  <a:gd name="T5" fmla="*/ 22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47">
                    <a:moveTo>
                      <a:pt x="79" y="47"/>
                    </a:moveTo>
                    <a:cubicBezTo>
                      <a:pt x="50" y="38"/>
                      <a:pt x="21" y="24"/>
                      <a:pt x="0" y="0"/>
                    </a:cubicBezTo>
                    <a:cubicBezTo>
                      <a:pt x="25" y="8"/>
                      <a:pt x="47" y="31"/>
                      <a:pt x="74" y="3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Freeform 893">
                <a:extLst>
                  <a:ext uri="{FF2B5EF4-FFF2-40B4-BE49-F238E27FC236}">
                    <a16:creationId xmlns:a16="http://schemas.microsoft.com/office/drawing/2014/main" id="{C65D2A6A-453F-4950-9406-2F4581576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845"/>
                <a:ext cx="67" cy="26"/>
              </a:xfrm>
              <a:custGeom>
                <a:avLst/>
                <a:gdLst>
                  <a:gd name="T0" fmla="*/ 42 w 84"/>
                  <a:gd name="T1" fmla="*/ 18 h 31"/>
                  <a:gd name="T2" fmla="*/ 0 w 84"/>
                  <a:gd name="T3" fmla="*/ 0 h 31"/>
                  <a:gd name="T4" fmla="*/ 14 w 84"/>
                  <a:gd name="T5" fmla="*/ 6 h 31"/>
                  <a:gd name="T6" fmla="*/ 41 w 84"/>
                  <a:gd name="T7" fmla="*/ 1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1">
                    <a:moveTo>
                      <a:pt x="84" y="30"/>
                    </a:moveTo>
                    <a:cubicBezTo>
                      <a:pt x="55" y="31"/>
                      <a:pt x="22" y="17"/>
                      <a:pt x="0" y="0"/>
                    </a:cubicBezTo>
                    <a:cubicBezTo>
                      <a:pt x="5" y="6"/>
                      <a:pt x="18" y="7"/>
                      <a:pt x="26" y="9"/>
                    </a:cubicBezTo>
                    <a:cubicBezTo>
                      <a:pt x="44" y="15"/>
                      <a:pt x="62" y="22"/>
                      <a:pt x="81" y="2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8" name="Freeform 894">
                <a:extLst>
                  <a:ext uri="{FF2B5EF4-FFF2-40B4-BE49-F238E27FC236}">
                    <a16:creationId xmlns:a16="http://schemas.microsoft.com/office/drawing/2014/main" id="{2FB61C52-BA96-4E4C-8764-1C792330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790"/>
                <a:ext cx="63" cy="40"/>
              </a:xfrm>
              <a:custGeom>
                <a:avLst/>
                <a:gdLst>
                  <a:gd name="T0" fmla="*/ 39 w 79"/>
                  <a:gd name="T1" fmla="*/ 26 h 47"/>
                  <a:gd name="T2" fmla="*/ 24 w 79"/>
                  <a:gd name="T3" fmla="*/ 21 h 47"/>
                  <a:gd name="T4" fmla="*/ 0 w 79"/>
                  <a:gd name="T5" fmla="*/ 0 h 47"/>
                  <a:gd name="T6" fmla="*/ 10 w 79"/>
                  <a:gd name="T7" fmla="*/ 8 h 47"/>
                  <a:gd name="T8" fmla="*/ 40 w 79"/>
                  <a:gd name="T9" fmla="*/ 2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7">
                    <a:moveTo>
                      <a:pt x="77" y="43"/>
                    </a:moveTo>
                    <a:cubicBezTo>
                      <a:pt x="70" y="47"/>
                      <a:pt x="54" y="37"/>
                      <a:pt x="47" y="34"/>
                    </a:cubicBezTo>
                    <a:cubicBezTo>
                      <a:pt x="31" y="27"/>
                      <a:pt x="8" y="16"/>
                      <a:pt x="0" y="0"/>
                    </a:cubicBezTo>
                    <a:cubicBezTo>
                      <a:pt x="7" y="3"/>
                      <a:pt x="13" y="8"/>
                      <a:pt x="20" y="12"/>
                    </a:cubicBezTo>
                    <a:cubicBezTo>
                      <a:pt x="39" y="23"/>
                      <a:pt x="59" y="30"/>
                      <a:pt x="79" y="39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9" name="Freeform 895">
                <a:extLst>
                  <a:ext uri="{FF2B5EF4-FFF2-40B4-BE49-F238E27FC236}">
                    <a16:creationId xmlns:a16="http://schemas.microsoft.com/office/drawing/2014/main" id="{03FE195F-E484-4FF3-BAA4-DA345505C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906"/>
                <a:ext cx="64" cy="32"/>
              </a:xfrm>
              <a:custGeom>
                <a:avLst/>
                <a:gdLst>
                  <a:gd name="T0" fmla="*/ 41 w 80"/>
                  <a:gd name="T1" fmla="*/ 24 h 37"/>
                  <a:gd name="T2" fmla="*/ 24 w 80"/>
                  <a:gd name="T3" fmla="*/ 16 h 37"/>
                  <a:gd name="T4" fmla="*/ 0 w 80"/>
                  <a:gd name="T5" fmla="*/ 0 h 37"/>
                  <a:gd name="T6" fmla="*/ 41 w 80"/>
                  <a:gd name="T7" fmla="*/ 1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7">
                    <a:moveTo>
                      <a:pt x="80" y="37"/>
                    </a:moveTo>
                    <a:cubicBezTo>
                      <a:pt x="70" y="31"/>
                      <a:pt x="57" y="30"/>
                      <a:pt x="47" y="26"/>
                    </a:cubicBezTo>
                    <a:cubicBezTo>
                      <a:pt x="30" y="20"/>
                      <a:pt x="13" y="11"/>
                      <a:pt x="0" y="0"/>
                    </a:cubicBezTo>
                    <a:cubicBezTo>
                      <a:pt x="26" y="9"/>
                      <a:pt x="51" y="29"/>
                      <a:pt x="80" y="29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0" name="Freeform 896">
                <a:extLst>
                  <a:ext uri="{FF2B5EF4-FFF2-40B4-BE49-F238E27FC236}">
                    <a16:creationId xmlns:a16="http://schemas.microsoft.com/office/drawing/2014/main" id="{F7CEDC80-F095-4AB2-A2BC-A4D0F42B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841"/>
                <a:ext cx="58" cy="45"/>
              </a:xfrm>
              <a:custGeom>
                <a:avLst/>
                <a:gdLst>
                  <a:gd name="T0" fmla="*/ 37 w 73"/>
                  <a:gd name="T1" fmla="*/ 30 h 53"/>
                  <a:gd name="T2" fmla="*/ 0 w 73"/>
                  <a:gd name="T3" fmla="*/ 0 h 53"/>
                  <a:gd name="T4" fmla="*/ 35 w 73"/>
                  <a:gd name="T5" fmla="*/ 2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3">
                    <a:moveTo>
                      <a:pt x="73" y="48"/>
                    </a:moveTo>
                    <a:cubicBezTo>
                      <a:pt x="45" y="53"/>
                      <a:pt x="20" y="15"/>
                      <a:pt x="0" y="0"/>
                    </a:cubicBezTo>
                    <a:cubicBezTo>
                      <a:pt x="23" y="15"/>
                      <a:pt x="43" y="37"/>
                      <a:pt x="70" y="4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897">
                <a:extLst>
                  <a:ext uri="{FF2B5EF4-FFF2-40B4-BE49-F238E27FC236}">
                    <a16:creationId xmlns:a16="http://schemas.microsoft.com/office/drawing/2014/main" id="{E9791181-BC4C-40DC-99CF-79BB2D8F9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033"/>
                <a:ext cx="64" cy="41"/>
              </a:xfrm>
              <a:custGeom>
                <a:avLst/>
                <a:gdLst>
                  <a:gd name="T0" fmla="*/ 37 w 80"/>
                  <a:gd name="T1" fmla="*/ 22 h 48"/>
                  <a:gd name="T2" fmla="*/ 0 w 80"/>
                  <a:gd name="T3" fmla="*/ 0 h 48"/>
                  <a:gd name="T4" fmla="*/ 14 w 80"/>
                  <a:gd name="T5" fmla="*/ 7 h 48"/>
                  <a:gd name="T6" fmla="*/ 41 w 80"/>
                  <a:gd name="T7" fmla="*/ 1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48">
                    <a:moveTo>
                      <a:pt x="72" y="36"/>
                    </a:moveTo>
                    <a:cubicBezTo>
                      <a:pt x="59" y="48"/>
                      <a:pt x="5" y="13"/>
                      <a:pt x="0" y="0"/>
                    </a:cubicBezTo>
                    <a:cubicBezTo>
                      <a:pt x="9" y="1"/>
                      <a:pt x="19" y="8"/>
                      <a:pt x="28" y="11"/>
                    </a:cubicBezTo>
                    <a:cubicBezTo>
                      <a:pt x="45" y="18"/>
                      <a:pt x="62" y="24"/>
                      <a:pt x="80" y="3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898">
                <a:extLst>
                  <a:ext uri="{FF2B5EF4-FFF2-40B4-BE49-F238E27FC236}">
                    <a16:creationId xmlns:a16="http://schemas.microsoft.com/office/drawing/2014/main" id="{F9D07B51-9888-4E17-8F0C-2B2960B28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171"/>
                <a:ext cx="68" cy="61"/>
              </a:xfrm>
              <a:custGeom>
                <a:avLst/>
                <a:gdLst>
                  <a:gd name="T0" fmla="*/ 0 w 86"/>
                  <a:gd name="T1" fmla="*/ 0 h 71"/>
                  <a:gd name="T2" fmla="*/ 43 w 86"/>
                  <a:gd name="T3" fmla="*/ 34 h 71"/>
                  <a:gd name="T4" fmla="*/ 3 w 86"/>
                  <a:gd name="T5" fmla="*/ 3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71">
                    <a:moveTo>
                      <a:pt x="0" y="0"/>
                    </a:moveTo>
                    <a:cubicBezTo>
                      <a:pt x="22" y="10"/>
                      <a:pt x="58" y="71"/>
                      <a:pt x="86" y="54"/>
                    </a:cubicBezTo>
                    <a:cubicBezTo>
                      <a:pt x="62" y="36"/>
                      <a:pt x="20" y="38"/>
                      <a:pt x="6" y="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Freeform 899">
                <a:extLst>
                  <a:ext uri="{FF2B5EF4-FFF2-40B4-BE49-F238E27FC236}">
                    <a16:creationId xmlns:a16="http://schemas.microsoft.com/office/drawing/2014/main" id="{A298F3D4-E2C3-4163-9F3F-683C71F1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80"/>
                <a:ext cx="65" cy="43"/>
              </a:xfrm>
              <a:custGeom>
                <a:avLst/>
                <a:gdLst>
                  <a:gd name="T0" fmla="*/ 2 w 82"/>
                  <a:gd name="T1" fmla="*/ 0 h 51"/>
                  <a:gd name="T2" fmla="*/ 41 w 82"/>
                  <a:gd name="T3" fmla="*/ 30 h 51"/>
                  <a:gd name="T4" fmla="*/ 25 w 82"/>
                  <a:gd name="T5" fmla="*/ 19 h 51"/>
                  <a:gd name="T6" fmla="*/ 0 w 82"/>
                  <a:gd name="T7" fmla="*/ 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51">
                    <a:moveTo>
                      <a:pt x="3" y="0"/>
                    </a:moveTo>
                    <a:cubicBezTo>
                      <a:pt x="16" y="13"/>
                      <a:pt x="60" y="44"/>
                      <a:pt x="82" y="51"/>
                    </a:cubicBezTo>
                    <a:cubicBezTo>
                      <a:pt x="76" y="40"/>
                      <a:pt x="61" y="36"/>
                      <a:pt x="50" y="31"/>
                    </a:cubicBezTo>
                    <a:cubicBezTo>
                      <a:pt x="34" y="23"/>
                      <a:pt x="17" y="9"/>
                      <a:pt x="0" y="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4" name="Freeform 900">
                <a:extLst>
                  <a:ext uri="{FF2B5EF4-FFF2-40B4-BE49-F238E27FC236}">
                    <a16:creationId xmlns:a16="http://schemas.microsoft.com/office/drawing/2014/main" id="{1832E15A-9015-4179-AF1C-1D484AF9B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121"/>
                <a:ext cx="53" cy="45"/>
              </a:xfrm>
              <a:custGeom>
                <a:avLst/>
                <a:gdLst>
                  <a:gd name="T0" fmla="*/ 0 w 66"/>
                  <a:gd name="T1" fmla="*/ 4 h 53"/>
                  <a:gd name="T2" fmla="*/ 35 w 66"/>
                  <a:gd name="T3" fmla="*/ 31 h 53"/>
                  <a:gd name="T4" fmla="*/ 2 w 66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3">
                    <a:moveTo>
                      <a:pt x="0" y="7"/>
                    </a:moveTo>
                    <a:cubicBezTo>
                      <a:pt x="2" y="5"/>
                      <a:pt x="52" y="53"/>
                      <a:pt x="66" y="52"/>
                    </a:cubicBezTo>
                    <a:cubicBezTo>
                      <a:pt x="53" y="28"/>
                      <a:pt x="16" y="25"/>
                      <a:pt x="2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5" name="Freeform 901">
                <a:extLst>
                  <a:ext uri="{FF2B5EF4-FFF2-40B4-BE49-F238E27FC236}">
                    <a16:creationId xmlns:a16="http://schemas.microsoft.com/office/drawing/2014/main" id="{8F3514E3-8D16-4ABA-ADFF-55272B956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087"/>
                <a:ext cx="44" cy="35"/>
              </a:xfrm>
              <a:custGeom>
                <a:avLst/>
                <a:gdLst>
                  <a:gd name="T0" fmla="*/ 0 w 55"/>
                  <a:gd name="T1" fmla="*/ 4 h 41"/>
                  <a:gd name="T2" fmla="*/ 28 w 55"/>
                  <a:gd name="T3" fmla="*/ 25 h 41"/>
                  <a:gd name="T4" fmla="*/ 1 w 55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41">
                    <a:moveTo>
                      <a:pt x="0" y="7"/>
                    </a:moveTo>
                    <a:cubicBezTo>
                      <a:pt x="12" y="19"/>
                      <a:pt x="38" y="41"/>
                      <a:pt x="55" y="40"/>
                    </a:cubicBezTo>
                    <a:cubicBezTo>
                      <a:pt x="46" y="21"/>
                      <a:pt x="11" y="24"/>
                      <a:pt x="1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6" name="Freeform 902">
                <a:extLst>
                  <a:ext uri="{FF2B5EF4-FFF2-40B4-BE49-F238E27FC236}">
                    <a16:creationId xmlns:a16="http://schemas.microsoft.com/office/drawing/2014/main" id="{220B0943-8DF7-4AEC-8189-26FD177D6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3160"/>
                <a:ext cx="46" cy="27"/>
              </a:xfrm>
              <a:custGeom>
                <a:avLst/>
                <a:gdLst>
                  <a:gd name="T0" fmla="*/ 0 w 57"/>
                  <a:gd name="T1" fmla="*/ 0 h 31"/>
                  <a:gd name="T2" fmla="*/ 30 w 57"/>
                  <a:gd name="T3" fmla="*/ 21 h 31"/>
                  <a:gd name="T4" fmla="*/ 8 w 57"/>
                  <a:gd name="T5" fmla="*/ 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1">
                    <a:moveTo>
                      <a:pt x="0" y="0"/>
                    </a:moveTo>
                    <a:cubicBezTo>
                      <a:pt x="18" y="10"/>
                      <a:pt x="36" y="30"/>
                      <a:pt x="57" y="31"/>
                    </a:cubicBezTo>
                    <a:cubicBezTo>
                      <a:pt x="51" y="19"/>
                      <a:pt x="28" y="14"/>
                      <a:pt x="15" y="1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903">
                <a:extLst>
                  <a:ext uri="{FF2B5EF4-FFF2-40B4-BE49-F238E27FC236}">
                    <a16:creationId xmlns:a16="http://schemas.microsoft.com/office/drawing/2014/main" id="{7A7AC75A-68A1-4A38-8192-4EF734A1E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047"/>
                <a:ext cx="60" cy="46"/>
              </a:xfrm>
              <a:custGeom>
                <a:avLst/>
                <a:gdLst>
                  <a:gd name="T0" fmla="*/ 0 w 75"/>
                  <a:gd name="T1" fmla="*/ 0 h 54"/>
                  <a:gd name="T2" fmla="*/ 38 w 75"/>
                  <a:gd name="T3" fmla="*/ 33 h 54"/>
                  <a:gd name="T4" fmla="*/ 12 w 75"/>
                  <a:gd name="T5" fmla="*/ 8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54">
                    <a:moveTo>
                      <a:pt x="0" y="0"/>
                    </a:moveTo>
                    <a:cubicBezTo>
                      <a:pt x="18" y="17"/>
                      <a:pt x="50" y="50"/>
                      <a:pt x="74" y="54"/>
                    </a:cubicBezTo>
                    <a:cubicBezTo>
                      <a:pt x="75" y="33"/>
                      <a:pt x="38" y="21"/>
                      <a:pt x="24" y="1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904">
                <a:extLst>
                  <a:ext uri="{FF2B5EF4-FFF2-40B4-BE49-F238E27FC236}">
                    <a16:creationId xmlns:a16="http://schemas.microsoft.com/office/drawing/2014/main" id="{381B4C90-97A1-4963-BE97-3EE3ECD2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648"/>
                <a:ext cx="70" cy="68"/>
              </a:xfrm>
              <a:custGeom>
                <a:avLst/>
                <a:gdLst>
                  <a:gd name="T0" fmla="*/ 3 w 88"/>
                  <a:gd name="T1" fmla="*/ 2 h 81"/>
                  <a:gd name="T2" fmla="*/ 0 w 88"/>
                  <a:gd name="T3" fmla="*/ 0 h 81"/>
                  <a:gd name="T4" fmla="*/ 22 w 88"/>
                  <a:gd name="T5" fmla="*/ 24 h 81"/>
                  <a:gd name="T6" fmla="*/ 45 w 88"/>
                  <a:gd name="T7" fmla="*/ 48 h 81"/>
                  <a:gd name="T8" fmla="*/ 5 w 88"/>
                  <a:gd name="T9" fmla="*/ 8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81">
                    <a:moveTo>
                      <a:pt x="6" y="2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13" y="15"/>
                      <a:pt x="29" y="27"/>
                      <a:pt x="44" y="42"/>
                    </a:cubicBezTo>
                    <a:cubicBezTo>
                      <a:pt x="57" y="55"/>
                      <a:pt x="70" y="73"/>
                      <a:pt x="88" y="81"/>
                    </a:cubicBezTo>
                    <a:cubicBezTo>
                      <a:pt x="62" y="67"/>
                      <a:pt x="17" y="44"/>
                      <a:pt x="10" y="1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Freeform 905">
                <a:extLst>
                  <a:ext uri="{FF2B5EF4-FFF2-40B4-BE49-F238E27FC236}">
                    <a16:creationId xmlns:a16="http://schemas.microsoft.com/office/drawing/2014/main" id="{3FF6C195-76E4-403A-AD96-F944DBAE7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39"/>
                <a:ext cx="57" cy="33"/>
              </a:xfrm>
              <a:custGeom>
                <a:avLst/>
                <a:gdLst>
                  <a:gd name="T0" fmla="*/ 0 w 71"/>
                  <a:gd name="T1" fmla="*/ 0 h 39"/>
                  <a:gd name="T2" fmla="*/ 37 w 71"/>
                  <a:gd name="T3" fmla="*/ 24 h 39"/>
                  <a:gd name="T4" fmla="*/ 2 w 71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9">
                    <a:moveTo>
                      <a:pt x="0" y="0"/>
                    </a:moveTo>
                    <a:cubicBezTo>
                      <a:pt x="9" y="2"/>
                      <a:pt x="51" y="32"/>
                      <a:pt x="71" y="39"/>
                    </a:cubicBezTo>
                    <a:cubicBezTo>
                      <a:pt x="50" y="38"/>
                      <a:pt x="12" y="26"/>
                      <a:pt x="3" y="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0" name="Freeform 906">
                <a:extLst>
                  <a:ext uri="{FF2B5EF4-FFF2-40B4-BE49-F238E27FC236}">
                    <a16:creationId xmlns:a16="http://schemas.microsoft.com/office/drawing/2014/main" id="{754AEA27-75A1-47C0-A2F5-54265D69A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750"/>
                <a:ext cx="59" cy="24"/>
              </a:xfrm>
              <a:custGeom>
                <a:avLst/>
                <a:gdLst>
                  <a:gd name="T0" fmla="*/ 2 w 75"/>
                  <a:gd name="T1" fmla="*/ 3 h 28"/>
                  <a:gd name="T2" fmla="*/ 2 w 75"/>
                  <a:gd name="T3" fmla="*/ 3 h 28"/>
                  <a:gd name="T4" fmla="*/ 36 w 75"/>
                  <a:gd name="T5" fmla="*/ 18 h 28"/>
                  <a:gd name="T6" fmla="*/ 6 w 75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28">
                    <a:moveTo>
                      <a:pt x="5" y="3"/>
                    </a:moveTo>
                    <a:cubicBezTo>
                      <a:pt x="0" y="1"/>
                      <a:pt x="0" y="1"/>
                      <a:pt x="2" y="3"/>
                    </a:cubicBezTo>
                    <a:cubicBezTo>
                      <a:pt x="24" y="15"/>
                      <a:pt x="51" y="22"/>
                      <a:pt x="75" y="28"/>
                    </a:cubicBezTo>
                    <a:cubicBezTo>
                      <a:pt x="56" y="16"/>
                      <a:pt x="31" y="14"/>
                      <a:pt x="13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1" name="Freeform 907">
                <a:extLst>
                  <a:ext uri="{FF2B5EF4-FFF2-40B4-BE49-F238E27FC236}">
                    <a16:creationId xmlns:a16="http://schemas.microsoft.com/office/drawing/2014/main" id="{854BD396-81E3-4637-AEBE-11C109BB9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808"/>
                <a:ext cx="48" cy="28"/>
              </a:xfrm>
              <a:custGeom>
                <a:avLst/>
                <a:gdLst>
                  <a:gd name="T0" fmla="*/ 0 w 60"/>
                  <a:gd name="T1" fmla="*/ 1 h 32"/>
                  <a:gd name="T2" fmla="*/ 30 w 60"/>
                  <a:gd name="T3" fmla="*/ 22 h 32"/>
                  <a:gd name="T4" fmla="*/ 10 w 60"/>
                  <a:gd name="T5" fmla="*/ 1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2">
                    <a:moveTo>
                      <a:pt x="0" y="1"/>
                    </a:moveTo>
                    <a:cubicBezTo>
                      <a:pt x="2" y="0"/>
                      <a:pt x="48" y="28"/>
                      <a:pt x="60" y="32"/>
                    </a:cubicBezTo>
                    <a:cubicBezTo>
                      <a:pt x="47" y="28"/>
                      <a:pt x="31" y="27"/>
                      <a:pt x="19" y="2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2" name="Freeform 908">
                <a:extLst>
                  <a:ext uri="{FF2B5EF4-FFF2-40B4-BE49-F238E27FC236}">
                    <a16:creationId xmlns:a16="http://schemas.microsoft.com/office/drawing/2014/main" id="{A6310369-67CA-4077-AAF7-BBE26564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330"/>
                <a:ext cx="79" cy="19"/>
              </a:xfrm>
              <a:custGeom>
                <a:avLst/>
                <a:gdLst>
                  <a:gd name="T0" fmla="*/ 5 w 98"/>
                  <a:gd name="T1" fmla="*/ 11 h 23"/>
                  <a:gd name="T2" fmla="*/ 0 w 98"/>
                  <a:gd name="T3" fmla="*/ 9 h 23"/>
                  <a:gd name="T4" fmla="*/ 20 w 98"/>
                  <a:gd name="T5" fmla="*/ 8 h 23"/>
                  <a:gd name="T6" fmla="*/ 52 w 98"/>
                  <a:gd name="T7" fmla="*/ 0 h 23"/>
                  <a:gd name="T8" fmla="*/ 2 w 98"/>
                  <a:gd name="T9" fmla="*/ 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23">
                    <a:moveTo>
                      <a:pt x="9" y="19"/>
                    </a:moveTo>
                    <a:cubicBezTo>
                      <a:pt x="5" y="18"/>
                      <a:pt x="2" y="19"/>
                      <a:pt x="0" y="16"/>
                    </a:cubicBezTo>
                    <a:cubicBezTo>
                      <a:pt x="10" y="12"/>
                      <a:pt x="27" y="16"/>
                      <a:pt x="39" y="14"/>
                    </a:cubicBezTo>
                    <a:cubicBezTo>
                      <a:pt x="58" y="11"/>
                      <a:pt x="78" y="0"/>
                      <a:pt x="98" y="0"/>
                    </a:cubicBezTo>
                    <a:cubicBezTo>
                      <a:pt x="67" y="1"/>
                      <a:pt x="33" y="23"/>
                      <a:pt x="2" y="1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909">
                <a:extLst>
                  <a:ext uri="{FF2B5EF4-FFF2-40B4-BE49-F238E27FC236}">
                    <a16:creationId xmlns:a16="http://schemas.microsoft.com/office/drawing/2014/main" id="{C2DF9C43-58B9-4732-9113-BB5C68F0F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3320"/>
                <a:ext cx="64" cy="27"/>
              </a:xfrm>
              <a:custGeom>
                <a:avLst/>
                <a:gdLst>
                  <a:gd name="T0" fmla="*/ 0 w 81"/>
                  <a:gd name="T1" fmla="*/ 15 h 31"/>
                  <a:gd name="T2" fmla="*/ 40 w 81"/>
                  <a:gd name="T3" fmla="*/ 3 h 31"/>
                  <a:gd name="T4" fmla="*/ 0 w 81"/>
                  <a:gd name="T5" fmla="*/ 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31">
                    <a:moveTo>
                      <a:pt x="0" y="23"/>
                    </a:moveTo>
                    <a:cubicBezTo>
                      <a:pt x="18" y="31"/>
                      <a:pt x="63" y="13"/>
                      <a:pt x="81" y="6"/>
                    </a:cubicBezTo>
                    <a:cubicBezTo>
                      <a:pt x="58" y="0"/>
                      <a:pt x="22" y="6"/>
                      <a:pt x="0" y="1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910">
                <a:extLst>
                  <a:ext uri="{FF2B5EF4-FFF2-40B4-BE49-F238E27FC236}">
                    <a16:creationId xmlns:a16="http://schemas.microsoft.com/office/drawing/2014/main" id="{93530588-3EE2-4885-8BD9-3DFBF8BDE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3279"/>
                <a:ext cx="69" cy="37"/>
              </a:xfrm>
              <a:custGeom>
                <a:avLst/>
                <a:gdLst>
                  <a:gd name="T0" fmla="*/ 0 w 87"/>
                  <a:gd name="T1" fmla="*/ 20 h 44"/>
                  <a:gd name="T2" fmla="*/ 44 w 87"/>
                  <a:gd name="T3" fmla="*/ 11 h 44"/>
                  <a:gd name="T4" fmla="*/ 5 w 87"/>
                  <a:gd name="T5" fmla="*/ 19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44">
                    <a:moveTo>
                      <a:pt x="0" y="34"/>
                    </a:moveTo>
                    <a:cubicBezTo>
                      <a:pt x="13" y="44"/>
                      <a:pt x="78" y="35"/>
                      <a:pt x="87" y="19"/>
                    </a:cubicBezTo>
                    <a:cubicBezTo>
                      <a:pt x="69" y="0"/>
                      <a:pt x="30" y="30"/>
                      <a:pt x="10" y="3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Freeform 911">
                <a:extLst>
                  <a:ext uri="{FF2B5EF4-FFF2-40B4-BE49-F238E27FC236}">
                    <a16:creationId xmlns:a16="http://schemas.microsoft.com/office/drawing/2014/main" id="{EA07967A-287E-48FC-A9FC-58585549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3272"/>
                <a:ext cx="44" cy="14"/>
              </a:xfrm>
              <a:custGeom>
                <a:avLst/>
                <a:gdLst>
                  <a:gd name="T0" fmla="*/ 0 w 54"/>
                  <a:gd name="T1" fmla="*/ 8 h 17"/>
                  <a:gd name="T2" fmla="*/ 29 w 54"/>
                  <a:gd name="T3" fmla="*/ 0 h 17"/>
                  <a:gd name="T4" fmla="*/ 0 w 54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7">
                    <a:moveTo>
                      <a:pt x="0" y="15"/>
                    </a:moveTo>
                    <a:cubicBezTo>
                      <a:pt x="1" y="17"/>
                      <a:pt x="43" y="5"/>
                      <a:pt x="54" y="0"/>
                    </a:cubicBezTo>
                    <a:cubicBezTo>
                      <a:pt x="36" y="3"/>
                      <a:pt x="18" y="9"/>
                      <a:pt x="0" y="8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6" name="Freeform 912">
                <a:extLst>
                  <a:ext uri="{FF2B5EF4-FFF2-40B4-BE49-F238E27FC236}">
                    <a16:creationId xmlns:a16="http://schemas.microsoft.com/office/drawing/2014/main" id="{A05AA791-1E8E-42E5-8C5E-512E18993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222"/>
                <a:ext cx="31" cy="14"/>
              </a:xfrm>
              <a:custGeom>
                <a:avLst/>
                <a:gdLst>
                  <a:gd name="T0" fmla="*/ 0 w 39"/>
                  <a:gd name="T1" fmla="*/ 6 h 17"/>
                  <a:gd name="T2" fmla="*/ 20 w 39"/>
                  <a:gd name="T3" fmla="*/ 2 h 17"/>
                  <a:gd name="T4" fmla="*/ 7 w 39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7">
                    <a:moveTo>
                      <a:pt x="0" y="10"/>
                    </a:moveTo>
                    <a:cubicBezTo>
                      <a:pt x="11" y="16"/>
                      <a:pt x="37" y="17"/>
                      <a:pt x="39" y="2"/>
                    </a:cubicBezTo>
                    <a:cubicBezTo>
                      <a:pt x="30" y="0"/>
                      <a:pt x="21" y="3"/>
                      <a:pt x="14" y="8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7" name="Freeform 913">
                <a:extLst>
                  <a:ext uri="{FF2B5EF4-FFF2-40B4-BE49-F238E27FC236}">
                    <a16:creationId xmlns:a16="http://schemas.microsoft.com/office/drawing/2014/main" id="{BCFA386B-F0F6-4AB7-8C54-7896E163D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757"/>
                <a:ext cx="80" cy="43"/>
              </a:xfrm>
              <a:custGeom>
                <a:avLst/>
                <a:gdLst>
                  <a:gd name="T0" fmla="*/ 50 w 101"/>
                  <a:gd name="T1" fmla="*/ 0 h 50"/>
                  <a:gd name="T2" fmla="*/ 0 w 101"/>
                  <a:gd name="T3" fmla="*/ 26 h 50"/>
                  <a:gd name="T4" fmla="*/ 48 w 101"/>
                  <a:gd name="T5" fmla="*/ 8 h 50"/>
                  <a:gd name="T6" fmla="*/ 46 w 101"/>
                  <a:gd name="T7" fmla="*/ 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50">
                    <a:moveTo>
                      <a:pt x="101" y="0"/>
                    </a:moveTo>
                    <a:cubicBezTo>
                      <a:pt x="92" y="23"/>
                      <a:pt x="23" y="31"/>
                      <a:pt x="0" y="41"/>
                    </a:cubicBezTo>
                    <a:cubicBezTo>
                      <a:pt x="28" y="50"/>
                      <a:pt x="73" y="29"/>
                      <a:pt x="96" y="12"/>
                    </a:cubicBezTo>
                    <a:cubicBezTo>
                      <a:pt x="96" y="10"/>
                      <a:pt x="95" y="10"/>
                      <a:pt x="92" y="1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8" name="Freeform 914">
                <a:extLst>
                  <a:ext uri="{FF2B5EF4-FFF2-40B4-BE49-F238E27FC236}">
                    <a16:creationId xmlns:a16="http://schemas.microsoft.com/office/drawing/2014/main" id="{5FE0F3EB-DA53-4D1E-8882-1307C285A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805"/>
                <a:ext cx="67" cy="31"/>
              </a:xfrm>
              <a:custGeom>
                <a:avLst/>
                <a:gdLst>
                  <a:gd name="T0" fmla="*/ 42 w 84"/>
                  <a:gd name="T1" fmla="*/ 5 h 36"/>
                  <a:gd name="T2" fmla="*/ 0 w 84"/>
                  <a:gd name="T3" fmla="*/ 19 h 36"/>
                  <a:gd name="T4" fmla="*/ 34 w 84"/>
                  <a:gd name="T5" fmla="*/ 7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36">
                    <a:moveTo>
                      <a:pt x="84" y="8"/>
                    </a:moveTo>
                    <a:cubicBezTo>
                      <a:pt x="62" y="0"/>
                      <a:pt x="18" y="16"/>
                      <a:pt x="0" y="30"/>
                    </a:cubicBezTo>
                    <a:cubicBezTo>
                      <a:pt x="16" y="36"/>
                      <a:pt x="51" y="18"/>
                      <a:pt x="68" y="1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915">
                <a:extLst>
                  <a:ext uri="{FF2B5EF4-FFF2-40B4-BE49-F238E27FC236}">
                    <a16:creationId xmlns:a16="http://schemas.microsoft.com/office/drawing/2014/main" id="{5445D95F-BC8D-4D6D-89CB-DF360765D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792"/>
                <a:ext cx="62" cy="21"/>
              </a:xfrm>
              <a:custGeom>
                <a:avLst/>
                <a:gdLst>
                  <a:gd name="T0" fmla="*/ 40 w 77"/>
                  <a:gd name="T1" fmla="*/ 0 h 24"/>
                  <a:gd name="T2" fmla="*/ 0 w 77"/>
                  <a:gd name="T3" fmla="*/ 16 h 24"/>
                  <a:gd name="T4" fmla="*/ 26 w 77"/>
                  <a:gd name="T5" fmla="*/ 1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24">
                    <a:moveTo>
                      <a:pt x="77" y="0"/>
                    </a:moveTo>
                    <a:cubicBezTo>
                      <a:pt x="51" y="5"/>
                      <a:pt x="28" y="24"/>
                      <a:pt x="0" y="23"/>
                    </a:cubicBezTo>
                    <a:cubicBezTo>
                      <a:pt x="17" y="22"/>
                      <a:pt x="34" y="19"/>
                      <a:pt x="50" y="1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916">
                <a:extLst>
                  <a:ext uri="{FF2B5EF4-FFF2-40B4-BE49-F238E27FC236}">
                    <a16:creationId xmlns:a16="http://schemas.microsoft.com/office/drawing/2014/main" id="{7228964E-5B6E-4A56-9744-EFA9C03A7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853"/>
                <a:ext cx="51" cy="22"/>
              </a:xfrm>
              <a:custGeom>
                <a:avLst/>
                <a:gdLst>
                  <a:gd name="T0" fmla="*/ 0 w 63"/>
                  <a:gd name="T1" fmla="*/ 17 h 25"/>
                  <a:gd name="T2" fmla="*/ 33 w 63"/>
                  <a:gd name="T3" fmla="*/ 2 h 25"/>
                  <a:gd name="T4" fmla="*/ 4 w 63"/>
                  <a:gd name="T5" fmla="*/ 1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5">
                    <a:moveTo>
                      <a:pt x="0" y="25"/>
                    </a:moveTo>
                    <a:cubicBezTo>
                      <a:pt x="16" y="11"/>
                      <a:pt x="49" y="21"/>
                      <a:pt x="63" y="2"/>
                    </a:cubicBezTo>
                    <a:cubicBezTo>
                      <a:pt x="44" y="0"/>
                      <a:pt x="25" y="13"/>
                      <a:pt x="7" y="18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Freeform 917">
                <a:extLst>
                  <a:ext uri="{FF2B5EF4-FFF2-40B4-BE49-F238E27FC236}">
                    <a16:creationId xmlns:a16="http://schemas.microsoft.com/office/drawing/2014/main" id="{4EB45902-DE8D-4035-A770-1A29B0C66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891"/>
                <a:ext cx="38" cy="13"/>
              </a:xfrm>
              <a:custGeom>
                <a:avLst/>
                <a:gdLst>
                  <a:gd name="T0" fmla="*/ 2 w 48"/>
                  <a:gd name="T1" fmla="*/ 9 h 15"/>
                  <a:gd name="T2" fmla="*/ 24 w 48"/>
                  <a:gd name="T3" fmla="*/ 3 h 15"/>
                  <a:gd name="T4" fmla="*/ 0 w 48"/>
                  <a:gd name="T5" fmla="*/ 1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3" y="13"/>
                    </a:moveTo>
                    <a:cubicBezTo>
                      <a:pt x="10" y="8"/>
                      <a:pt x="36" y="11"/>
                      <a:pt x="48" y="4"/>
                    </a:cubicBezTo>
                    <a:cubicBezTo>
                      <a:pt x="33" y="0"/>
                      <a:pt x="15" y="12"/>
                      <a:pt x="0" y="1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918">
                <a:extLst>
                  <a:ext uri="{FF2B5EF4-FFF2-40B4-BE49-F238E27FC236}">
                    <a16:creationId xmlns:a16="http://schemas.microsoft.com/office/drawing/2014/main" id="{A9583C86-106D-42AC-B191-3EF03E95B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873"/>
                <a:ext cx="65" cy="29"/>
              </a:xfrm>
              <a:custGeom>
                <a:avLst/>
                <a:gdLst>
                  <a:gd name="T0" fmla="*/ 42 w 81"/>
                  <a:gd name="T1" fmla="*/ 3 h 34"/>
                  <a:gd name="T2" fmla="*/ 28 w 81"/>
                  <a:gd name="T3" fmla="*/ 4 h 34"/>
                  <a:gd name="T4" fmla="*/ 0 w 81"/>
                  <a:gd name="T5" fmla="*/ 13 h 34"/>
                  <a:gd name="T6" fmla="*/ 38 w 81"/>
                  <a:gd name="T7" fmla="*/ 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4">
                    <a:moveTo>
                      <a:pt x="81" y="4"/>
                    </a:moveTo>
                    <a:cubicBezTo>
                      <a:pt x="72" y="0"/>
                      <a:pt x="63" y="5"/>
                      <a:pt x="54" y="7"/>
                    </a:cubicBezTo>
                    <a:cubicBezTo>
                      <a:pt x="36" y="13"/>
                      <a:pt x="18" y="16"/>
                      <a:pt x="0" y="20"/>
                    </a:cubicBezTo>
                    <a:cubicBezTo>
                      <a:pt x="10" y="34"/>
                      <a:pt x="60" y="16"/>
                      <a:pt x="72" y="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Freeform 919">
                <a:extLst>
                  <a:ext uri="{FF2B5EF4-FFF2-40B4-BE49-F238E27FC236}">
                    <a16:creationId xmlns:a16="http://schemas.microsoft.com/office/drawing/2014/main" id="{87422095-833E-4246-8ADE-FC69F2FCB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493"/>
                <a:ext cx="55" cy="22"/>
              </a:xfrm>
              <a:custGeom>
                <a:avLst/>
                <a:gdLst>
                  <a:gd name="T0" fmla="*/ 0 w 69"/>
                  <a:gd name="T1" fmla="*/ 0 h 26"/>
                  <a:gd name="T2" fmla="*/ 35 w 69"/>
                  <a:gd name="T3" fmla="*/ 16 h 26"/>
                  <a:gd name="T4" fmla="*/ 5 w 69"/>
                  <a:gd name="T5" fmla="*/ 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26">
                    <a:moveTo>
                      <a:pt x="0" y="0"/>
                    </a:moveTo>
                    <a:cubicBezTo>
                      <a:pt x="24" y="4"/>
                      <a:pt x="45" y="23"/>
                      <a:pt x="69" y="26"/>
                    </a:cubicBezTo>
                    <a:cubicBezTo>
                      <a:pt x="52" y="21"/>
                      <a:pt x="21" y="13"/>
                      <a:pt x="9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920">
                <a:extLst>
                  <a:ext uri="{FF2B5EF4-FFF2-40B4-BE49-F238E27FC236}">
                    <a16:creationId xmlns:a16="http://schemas.microsoft.com/office/drawing/2014/main" id="{0C244829-8C97-43F4-9D0B-A36CE1E42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496"/>
                <a:ext cx="41" cy="12"/>
              </a:xfrm>
              <a:custGeom>
                <a:avLst/>
                <a:gdLst>
                  <a:gd name="T0" fmla="*/ 0 w 52"/>
                  <a:gd name="T1" fmla="*/ 0 h 14"/>
                  <a:gd name="T2" fmla="*/ 25 w 52"/>
                  <a:gd name="T3" fmla="*/ 9 h 14"/>
                  <a:gd name="T4" fmla="*/ 2 w 52"/>
                  <a:gd name="T5" fmla="*/ 2 h 14"/>
                  <a:gd name="T6" fmla="*/ 5 w 52"/>
                  <a:gd name="T7" fmla="*/ 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4">
                    <a:moveTo>
                      <a:pt x="0" y="0"/>
                    </a:moveTo>
                    <a:cubicBezTo>
                      <a:pt x="0" y="1"/>
                      <a:pt x="41" y="14"/>
                      <a:pt x="52" y="14"/>
                    </a:cubicBezTo>
                    <a:cubicBezTo>
                      <a:pt x="37" y="8"/>
                      <a:pt x="20" y="6"/>
                      <a:pt x="5" y="2"/>
                    </a:cubicBezTo>
                    <a:cubicBezTo>
                      <a:pt x="6" y="2"/>
                      <a:pt x="8" y="3"/>
                      <a:pt x="10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921">
                <a:extLst>
                  <a:ext uri="{FF2B5EF4-FFF2-40B4-BE49-F238E27FC236}">
                    <a16:creationId xmlns:a16="http://schemas.microsoft.com/office/drawing/2014/main" id="{4DD29D7B-EF3F-46EC-A0A8-3B3F5AC00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530"/>
                <a:ext cx="33" cy="15"/>
              </a:xfrm>
              <a:custGeom>
                <a:avLst/>
                <a:gdLst>
                  <a:gd name="T0" fmla="*/ 0 w 41"/>
                  <a:gd name="T1" fmla="*/ 1 h 17"/>
                  <a:gd name="T2" fmla="*/ 22 w 41"/>
                  <a:gd name="T3" fmla="*/ 8 h 17"/>
                  <a:gd name="T4" fmla="*/ 2 w 41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7">
                    <a:moveTo>
                      <a:pt x="0" y="1"/>
                    </a:moveTo>
                    <a:cubicBezTo>
                      <a:pt x="6" y="0"/>
                      <a:pt x="27" y="17"/>
                      <a:pt x="41" y="11"/>
                    </a:cubicBezTo>
                    <a:cubicBezTo>
                      <a:pt x="34" y="1"/>
                      <a:pt x="14" y="0"/>
                      <a:pt x="2" y="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922">
                <a:extLst>
                  <a:ext uri="{FF2B5EF4-FFF2-40B4-BE49-F238E27FC236}">
                    <a16:creationId xmlns:a16="http://schemas.microsoft.com/office/drawing/2014/main" id="{1AAFFA3C-FF25-452C-B95A-0CB5835EA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515"/>
                <a:ext cx="39" cy="17"/>
              </a:xfrm>
              <a:custGeom>
                <a:avLst/>
                <a:gdLst>
                  <a:gd name="T0" fmla="*/ 0 w 49"/>
                  <a:gd name="T1" fmla="*/ 0 h 20"/>
                  <a:gd name="T2" fmla="*/ 25 w 49"/>
                  <a:gd name="T3" fmla="*/ 12 h 20"/>
                  <a:gd name="T4" fmla="*/ 3 w 4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0">
                    <a:moveTo>
                      <a:pt x="0" y="0"/>
                    </a:moveTo>
                    <a:cubicBezTo>
                      <a:pt x="17" y="4"/>
                      <a:pt x="33" y="16"/>
                      <a:pt x="49" y="20"/>
                    </a:cubicBezTo>
                    <a:cubicBezTo>
                      <a:pt x="45" y="7"/>
                      <a:pt x="18" y="4"/>
                      <a:pt x="6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Freeform 923">
                <a:extLst>
                  <a:ext uri="{FF2B5EF4-FFF2-40B4-BE49-F238E27FC236}">
                    <a16:creationId xmlns:a16="http://schemas.microsoft.com/office/drawing/2014/main" id="{260BDBB2-E530-4002-8B3B-A17080262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542"/>
                <a:ext cx="27" cy="15"/>
              </a:xfrm>
              <a:custGeom>
                <a:avLst/>
                <a:gdLst>
                  <a:gd name="T0" fmla="*/ 2 w 34"/>
                  <a:gd name="T1" fmla="*/ 3 h 18"/>
                  <a:gd name="T2" fmla="*/ 17 w 34"/>
                  <a:gd name="T3" fmla="*/ 10 h 18"/>
                  <a:gd name="T4" fmla="*/ 0 w 34"/>
                  <a:gd name="T5" fmla="*/ 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8">
                    <a:moveTo>
                      <a:pt x="2" y="3"/>
                    </a:moveTo>
                    <a:cubicBezTo>
                      <a:pt x="11" y="0"/>
                      <a:pt x="29" y="7"/>
                      <a:pt x="34" y="17"/>
                    </a:cubicBezTo>
                    <a:cubicBezTo>
                      <a:pt x="22" y="18"/>
                      <a:pt x="11" y="6"/>
                      <a:pt x="0" y="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924">
                <a:extLst>
                  <a:ext uri="{FF2B5EF4-FFF2-40B4-BE49-F238E27FC236}">
                    <a16:creationId xmlns:a16="http://schemas.microsoft.com/office/drawing/2014/main" id="{6FE19A07-544C-4E4E-A793-0264C870C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591"/>
                <a:ext cx="37" cy="15"/>
              </a:xfrm>
              <a:custGeom>
                <a:avLst/>
                <a:gdLst>
                  <a:gd name="T0" fmla="*/ 4 w 46"/>
                  <a:gd name="T1" fmla="*/ 3 h 18"/>
                  <a:gd name="T2" fmla="*/ 24 w 46"/>
                  <a:gd name="T3" fmla="*/ 11 h 18"/>
                  <a:gd name="T4" fmla="*/ 0 w 4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">
                    <a:moveTo>
                      <a:pt x="7" y="6"/>
                    </a:moveTo>
                    <a:cubicBezTo>
                      <a:pt x="15" y="9"/>
                      <a:pt x="34" y="17"/>
                      <a:pt x="46" y="18"/>
                    </a:cubicBezTo>
                    <a:cubicBezTo>
                      <a:pt x="35" y="8"/>
                      <a:pt x="15" y="3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925">
                <a:extLst>
                  <a:ext uri="{FF2B5EF4-FFF2-40B4-BE49-F238E27FC236}">
                    <a16:creationId xmlns:a16="http://schemas.microsoft.com/office/drawing/2014/main" id="{6FB540F6-1F63-48D4-9A32-B7ADB9382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558"/>
                <a:ext cx="36" cy="21"/>
              </a:xfrm>
              <a:custGeom>
                <a:avLst/>
                <a:gdLst>
                  <a:gd name="T0" fmla="*/ 0 w 45"/>
                  <a:gd name="T1" fmla="*/ 0 h 24"/>
                  <a:gd name="T2" fmla="*/ 23 w 45"/>
                  <a:gd name="T3" fmla="*/ 15 h 24"/>
                  <a:gd name="T4" fmla="*/ 0 w 45"/>
                  <a:gd name="T5" fmla="*/ 0 h 24"/>
                  <a:gd name="T6" fmla="*/ 2 w 45"/>
                  <a:gd name="T7" fmla="*/ 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4">
                    <a:moveTo>
                      <a:pt x="0" y="0"/>
                    </a:moveTo>
                    <a:cubicBezTo>
                      <a:pt x="0" y="10"/>
                      <a:pt x="35" y="24"/>
                      <a:pt x="45" y="22"/>
                    </a:cubicBezTo>
                    <a:cubicBezTo>
                      <a:pt x="37" y="6"/>
                      <a:pt x="16" y="0"/>
                      <a:pt x="0" y="0"/>
                    </a:cubicBezTo>
                    <a:cubicBezTo>
                      <a:pt x="0" y="2"/>
                      <a:pt x="1" y="3"/>
                      <a:pt x="3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926">
                <a:extLst>
                  <a:ext uri="{FF2B5EF4-FFF2-40B4-BE49-F238E27FC236}">
                    <a16:creationId xmlns:a16="http://schemas.microsoft.com/office/drawing/2014/main" id="{EA05F8EC-8F98-4678-A3FF-1CE7F9A83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574"/>
                <a:ext cx="31" cy="23"/>
              </a:xfrm>
              <a:custGeom>
                <a:avLst/>
                <a:gdLst>
                  <a:gd name="T0" fmla="*/ 0 w 39"/>
                  <a:gd name="T1" fmla="*/ 4 h 26"/>
                  <a:gd name="T2" fmla="*/ 20 w 39"/>
                  <a:gd name="T3" fmla="*/ 12 h 26"/>
                  <a:gd name="T4" fmla="*/ 4 w 39"/>
                  <a:gd name="T5" fmla="*/ 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6">
                    <a:moveTo>
                      <a:pt x="0" y="6"/>
                    </a:moveTo>
                    <a:cubicBezTo>
                      <a:pt x="10" y="10"/>
                      <a:pt x="30" y="26"/>
                      <a:pt x="39" y="18"/>
                    </a:cubicBezTo>
                    <a:cubicBezTo>
                      <a:pt x="34" y="7"/>
                      <a:pt x="17" y="0"/>
                      <a:pt x="8" y="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927">
                <a:extLst>
                  <a:ext uri="{FF2B5EF4-FFF2-40B4-BE49-F238E27FC236}">
                    <a16:creationId xmlns:a16="http://schemas.microsoft.com/office/drawing/2014/main" id="{B9CA34F0-1E89-4A88-B866-415F5EB8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620"/>
                <a:ext cx="35" cy="16"/>
              </a:xfrm>
              <a:custGeom>
                <a:avLst/>
                <a:gdLst>
                  <a:gd name="T0" fmla="*/ 5 w 43"/>
                  <a:gd name="T1" fmla="*/ 4 h 18"/>
                  <a:gd name="T2" fmla="*/ 10 w 43"/>
                  <a:gd name="T3" fmla="*/ 7 h 18"/>
                  <a:gd name="T4" fmla="*/ 23 w 43"/>
                  <a:gd name="T5" fmla="*/ 12 h 18"/>
                  <a:gd name="T6" fmla="*/ 7 w 43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8">
                    <a:moveTo>
                      <a:pt x="8" y="4"/>
                    </a:moveTo>
                    <a:cubicBezTo>
                      <a:pt x="0" y="0"/>
                      <a:pt x="18" y="9"/>
                      <a:pt x="19" y="10"/>
                    </a:cubicBezTo>
                    <a:cubicBezTo>
                      <a:pt x="27" y="13"/>
                      <a:pt x="34" y="17"/>
                      <a:pt x="43" y="18"/>
                    </a:cubicBezTo>
                    <a:cubicBezTo>
                      <a:pt x="36" y="9"/>
                      <a:pt x="23" y="3"/>
                      <a:pt x="12" y="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928">
                <a:extLst>
                  <a:ext uri="{FF2B5EF4-FFF2-40B4-BE49-F238E27FC236}">
                    <a16:creationId xmlns:a16="http://schemas.microsoft.com/office/drawing/2014/main" id="{7BFBE78F-72FE-4B7F-BE29-C496A1BEC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545"/>
                <a:ext cx="29" cy="7"/>
              </a:xfrm>
              <a:custGeom>
                <a:avLst/>
                <a:gdLst>
                  <a:gd name="T0" fmla="*/ 2 w 36"/>
                  <a:gd name="T1" fmla="*/ 1 h 9"/>
                  <a:gd name="T2" fmla="*/ 2 w 36"/>
                  <a:gd name="T3" fmla="*/ 0 h 9"/>
                  <a:gd name="T4" fmla="*/ 19 w 36"/>
                  <a:gd name="T5" fmla="*/ 4 h 9"/>
                  <a:gd name="T6" fmla="*/ 7 w 36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9">
                    <a:moveTo>
                      <a:pt x="2" y="1"/>
                    </a:moveTo>
                    <a:cubicBezTo>
                      <a:pt x="0" y="0"/>
                      <a:pt x="0" y="0"/>
                      <a:pt x="2" y="0"/>
                    </a:cubicBezTo>
                    <a:cubicBezTo>
                      <a:pt x="13" y="3"/>
                      <a:pt x="24" y="8"/>
                      <a:pt x="36" y="9"/>
                    </a:cubicBezTo>
                    <a:cubicBezTo>
                      <a:pt x="29" y="4"/>
                      <a:pt x="22" y="0"/>
                      <a:pt x="14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929">
                <a:extLst>
                  <a:ext uri="{FF2B5EF4-FFF2-40B4-BE49-F238E27FC236}">
                    <a16:creationId xmlns:a16="http://schemas.microsoft.com/office/drawing/2014/main" id="{CF3916C2-4135-4DF2-B72B-0AD3BE824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578"/>
                <a:ext cx="42" cy="26"/>
              </a:xfrm>
              <a:custGeom>
                <a:avLst/>
                <a:gdLst>
                  <a:gd name="T0" fmla="*/ 2 w 52"/>
                  <a:gd name="T1" fmla="*/ 6 h 31"/>
                  <a:gd name="T2" fmla="*/ 9 w 52"/>
                  <a:gd name="T3" fmla="*/ 9 h 31"/>
                  <a:gd name="T4" fmla="*/ 27 w 52"/>
                  <a:gd name="T5" fmla="*/ 18 h 31"/>
                  <a:gd name="T6" fmla="*/ 0 w 5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1">
                    <a:moveTo>
                      <a:pt x="4" y="10"/>
                    </a:moveTo>
                    <a:cubicBezTo>
                      <a:pt x="1" y="5"/>
                      <a:pt x="14" y="14"/>
                      <a:pt x="17" y="16"/>
                    </a:cubicBezTo>
                    <a:cubicBezTo>
                      <a:pt x="28" y="22"/>
                      <a:pt x="40" y="29"/>
                      <a:pt x="52" y="31"/>
                    </a:cubicBezTo>
                    <a:cubicBezTo>
                      <a:pt x="35" y="22"/>
                      <a:pt x="19" y="4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930">
                <a:extLst>
                  <a:ext uri="{FF2B5EF4-FFF2-40B4-BE49-F238E27FC236}">
                    <a16:creationId xmlns:a16="http://schemas.microsoft.com/office/drawing/2014/main" id="{ACDE0246-F6C9-421F-8AE6-32CFCAE2A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549"/>
                <a:ext cx="46" cy="29"/>
              </a:xfrm>
              <a:custGeom>
                <a:avLst/>
                <a:gdLst>
                  <a:gd name="T0" fmla="*/ 0 w 58"/>
                  <a:gd name="T1" fmla="*/ 4 h 34"/>
                  <a:gd name="T2" fmla="*/ 29 w 58"/>
                  <a:gd name="T3" fmla="*/ 21 h 34"/>
                  <a:gd name="T4" fmla="*/ 4 w 58"/>
                  <a:gd name="T5" fmla="*/ 4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4">
                    <a:moveTo>
                      <a:pt x="0" y="7"/>
                    </a:moveTo>
                    <a:cubicBezTo>
                      <a:pt x="16" y="15"/>
                      <a:pt x="40" y="33"/>
                      <a:pt x="58" y="34"/>
                    </a:cubicBezTo>
                    <a:cubicBezTo>
                      <a:pt x="53" y="22"/>
                      <a:pt x="18" y="0"/>
                      <a:pt x="8" y="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931">
                <a:extLst>
                  <a:ext uri="{FF2B5EF4-FFF2-40B4-BE49-F238E27FC236}">
                    <a16:creationId xmlns:a16="http://schemas.microsoft.com/office/drawing/2014/main" id="{476F7AB5-289E-4FFD-9E9E-33E254B1F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589"/>
                <a:ext cx="38" cy="19"/>
              </a:xfrm>
              <a:custGeom>
                <a:avLst/>
                <a:gdLst>
                  <a:gd name="T0" fmla="*/ 0 w 47"/>
                  <a:gd name="T1" fmla="*/ 0 h 22"/>
                  <a:gd name="T2" fmla="*/ 25 w 47"/>
                  <a:gd name="T3" fmla="*/ 14 h 22"/>
                  <a:gd name="T4" fmla="*/ 8 w 47"/>
                  <a:gd name="T5" fmla="*/ 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2">
                    <a:moveTo>
                      <a:pt x="0" y="0"/>
                    </a:moveTo>
                    <a:cubicBezTo>
                      <a:pt x="16" y="5"/>
                      <a:pt x="29" y="20"/>
                      <a:pt x="47" y="22"/>
                    </a:cubicBezTo>
                    <a:cubicBezTo>
                      <a:pt x="43" y="11"/>
                      <a:pt x="22" y="6"/>
                      <a:pt x="15" y="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932">
                <a:extLst>
                  <a:ext uri="{FF2B5EF4-FFF2-40B4-BE49-F238E27FC236}">
                    <a16:creationId xmlns:a16="http://schemas.microsoft.com/office/drawing/2014/main" id="{C31FDD98-DDB9-4550-950C-113350790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580"/>
                <a:ext cx="33" cy="14"/>
              </a:xfrm>
              <a:custGeom>
                <a:avLst/>
                <a:gdLst>
                  <a:gd name="T0" fmla="*/ 0 w 41"/>
                  <a:gd name="T1" fmla="*/ 3 h 16"/>
                  <a:gd name="T2" fmla="*/ 22 w 41"/>
                  <a:gd name="T3" fmla="*/ 11 h 16"/>
                  <a:gd name="T4" fmla="*/ 2 w 41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6">
                    <a:moveTo>
                      <a:pt x="0" y="3"/>
                    </a:moveTo>
                    <a:cubicBezTo>
                      <a:pt x="15" y="5"/>
                      <a:pt x="28" y="13"/>
                      <a:pt x="41" y="16"/>
                    </a:cubicBezTo>
                    <a:cubicBezTo>
                      <a:pt x="32" y="8"/>
                      <a:pt x="16" y="2"/>
                      <a:pt x="3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933">
                <a:extLst>
                  <a:ext uri="{FF2B5EF4-FFF2-40B4-BE49-F238E27FC236}">
                    <a16:creationId xmlns:a16="http://schemas.microsoft.com/office/drawing/2014/main" id="{DD41D6FA-8D91-460B-BF4F-DFB57DA7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50"/>
                <a:ext cx="30" cy="12"/>
              </a:xfrm>
              <a:custGeom>
                <a:avLst/>
                <a:gdLst>
                  <a:gd name="T0" fmla="*/ 2 w 37"/>
                  <a:gd name="T1" fmla="*/ 3 h 14"/>
                  <a:gd name="T2" fmla="*/ 19 w 37"/>
                  <a:gd name="T3" fmla="*/ 8 h 14"/>
                  <a:gd name="T4" fmla="*/ 0 w 37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4">
                    <a:moveTo>
                      <a:pt x="2" y="3"/>
                    </a:moveTo>
                    <a:cubicBezTo>
                      <a:pt x="14" y="4"/>
                      <a:pt x="24" y="14"/>
                      <a:pt x="37" y="13"/>
                    </a:cubicBezTo>
                    <a:cubicBezTo>
                      <a:pt x="29" y="4"/>
                      <a:pt x="12" y="0"/>
                      <a:pt x="0" y="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934">
                <a:extLst>
                  <a:ext uri="{FF2B5EF4-FFF2-40B4-BE49-F238E27FC236}">
                    <a16:creationId xmlns:a16="http://schemas.microsoft.com/office/drawing/2014/main" id="{F1C4D2DC-32A6-450E-A95E-DAD539424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593"/>
                <a:ext cx="26" cy="12"/>
              </a:xfrm>
              <a:custGeom>
                <a:avLst/>
                <a:gdLst>
                  <a:gd name="T0" fmla="*/ 4 w 33"/>
                  <a:gd name="T1" fmla="*/ 3 h 14"/>
                  <a:gd name="T2" fmla="*/ 0 w 33"/>
                  <a:gd name="T3" fmla="*/ 3 h 14"/>
                  <a:gd name="T4" fmla="*/ 16 w 33"/>
                  <a:gd name="T5" fmla="*/ 8 h 14"/>
                  <a:gd name="T6" fmla="*/ 0 w 33"/>
                  <a:gd name="T7" fmla="*/ 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7" y="4"/>
                    </a:moveTo>
                    <a:cubicBezTo>
                      <a:pt x="5" y="4"/>
                      <a:pt x="2" y="4"/>
                      <a:pt x="0" y="4"/>
                    </a:cubicBezTo>
                    <a:cubicBezTo>
                      <a:pt x="9" y="8"/>
                      <a:pt x="23" y="14"/>
                      <a:pt x="33" y="12"/>
                    </a:cubicBezTo>
                    <a:cubicBezTo>
                      <a:pt x="28" y="3"/>
                      <a:pt x="8" y="0"/>
                      <a:pt x="0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935">
                <a:extLst>
                  <a:ext uri="{FF2B5EF4-FFF2-40B4-BE49-F238E27FC236}">
                    <a16:creationId xmlns:a16="http://schemas.microsoft.com/office/drawing/2014/main" id="{1FB56732-CAC0-4064-BCBA-7CD68B8DC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04"/>
                <a:ext cx="35" cy="21"/>
              </a:xfrm>
              <a:custGeom>
                <a:avLst/>
                <a:gdLst>
                  <a:gd name="T0" fmla="*/ 0 w 43"/>
                  <a:gd name="T1" fmla="*/ 0 h 24"/>
                  <a:gd name="T2" fmla="*/ 23 w 43"/>
                  <a:gd name="T3" fmla="*/ 16 h 24"/>
                  <a:gd name="T4" fmla="*/ 1 w 43"/>
                  <a:gd name="T5" fmla="*/ 3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4">
                    <a:moveTo>
                      <a:pt x="0" y="0"/>
                    </a:moveTo>
                    <a:cubicBezTo>
                      <a:pt x="9" y="10"/>
                      <a:pt x="30" y="22"/>
                      <a:pt x="43" y="24"/>
                    </a:cubicBezTo>
                    <a:cubicBezTo>
                      <a:pt x="38" y="10"/>
                      <a:pt x="15" y="2"/>
                      <a:pt x="1" y="3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936">
                <a:extLst>
                  <a:ext uri="{FF2B5EF4-FFF2-40B4-BE49-F238E27FC236}">
                    <a16:creationId xmlns:a16="http://schemas.microsoft.com/office/drawing/2014/main" id="{AB4069D8-870D-4BAB-95D3-28A0CAC6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539"/>
                <a:ext cx="39" cy="25"/>
              </a:xfrm>
              <a:custGeom>
                <a:avLst/>
                <a:gdLst>
                  <a:gd name="T0" fmla="*/ 0 w 49"/>
                  <a:gd name="T1" fmla="*/ 0 h 30"/>
                  <a:gd name="T2" fmla="*/ 25 w 49"/>
                  <a:gd name="T3" fmla="*/ 17 h 30"/>
                  <a:gd name="T4" fmla="*/ 6 w 49"/>
                  <a:gd name="T5" fmla="*/ 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0" y="0"/>
                    </a:moveTo>
                    <a:cubicBezTo>
                      <a:pt x="17" y="4"/>
                      <a:pt x="32" y="30"/>
                      <a:pt x="49" y="29"/>
                    </a:cubicBezTo>
                    <a:cubicBezTo>
                      <a:pt x="45" y="15"/>
                      <a:pt x="25" y="7"/>
                      <a:pt x="12" y="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937">
                <a:extLst>
                  <a:ext uri="{FF2B5EF4-FFF2-40B4-BE49-F238E27FC236}">
                    <a16:creationId xmlns:a16="http://schemas.microsoft.com/office/drawing/2014/main" id="{6C18DDC8-34A0-471D-BB5E-C21E15AE8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512"/>
                <a:ext cx="29" cy="14"/>
              </a:xfrm>
              <a:custGeom>
                <a:avLst/>
                <a:gdLst>
                  <a:gd name="T0" fmla="*/ 3 w 36"/>
                  <a:gd name="T1" fmla="*/ 4 h 16"/>
                  <a:gd name="T2" fmla="*/ 19 w 36"/>
                  <a:gd name="T3" fmla="*/ 11 h 16"/>
                  <a:gd name="T4" fmla="*/ 0 w 3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6" y="6"/>
                    </a:moveTo>
                    <a:cubicBezTo>
                      <a:pt x="16" y="9"/>
                      <a:pt x="26" y="13"/>
                      <a:pt x="36" y="16"/>
                    </a:cubicBezTo>
                    <a:cubicBezTo>
                      <a:pt x="25" y="7"/>
                      <a:pt x="12" y="6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938">
                <a:extLst>
                  <a:ext uri="{FF2B5EF4-FFF2-40B4-BE49-F238E27FC236}">
                    <a16:creationId xmlns:a16="http://schemas.microsoft.com/office/drawing/2014/main" id="{C5F5524B-DD1F-4A67-BA46-6DD2A38FE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72"/>
                <a:ext cx="35" cy="22"/>
              </a:xfrm>
              <a:custGeom>
                <a:avLst/>
                <a:gdLst>
                  <a:gd name="T0" fmla="*/ 4 w 44"/>
                  <a:gd name="T1" fmla="*/ 6 h 26"/>
                  <a:gd name="T2" fmla="*/ 22 w 44"/>
                  <a:gd name="T3" fmla="*/ 16 h 26"/>
                  <a:gd name="T4" fmla="*/ 0 w 4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6">
                    <a:moveTo>
                      <a:pt x="7" y="9"/>
                    </a:moveTo>
                    <a:cubicBezTo>
                      <a:pt x="20" y="9"/>
                      <a:pt x="33" y="19"/>
                      <a:pt x="44" y="26"/>
                    </a:cubicBezTo>
                    <a:cubicBezTo>
                      <a:pt x="36" y="14"/>
                      <a:pt x="15" y="0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939">
                <a:extLst>
                  <a:ext uri="{FF2B5EF4-FFF2-40B4-BE49-F238E27FC236}">
                    <a16:creationId xmlns:a16="http://schemas.microsoft.com/office/drawing/2014/main" id="{05B85509-0CE4-4F6A-82EE-2950D75F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608"/>
                <a:ext cx="35" cy="23"/>
              </a:xfrm>
              <a:custGeom>
                <a:avLst/>
                <a:gdLst>
                  <a:gd name="T0" fmla="*/ 4 w 45"/>
                  <a:gd name="T1" fmla="*/ 3 h 27"/>
                  <a:gd name="T2" fmla="*/ 3 w 45"/>
                  <a:gd name="T3" fmla="*/ 3 h 27"/>
                  <a:gd name="T4" fmla="*/ 21 w 45"/>
                  <a:gd name="T5" fmla="*/ 17 h 27"/>
                  <a:gd name="T6" fmla="*/ 0 w 45"/>
                  <a:gd name="T7" fmla="*/ 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7">
                    <a:moveTo>
                      <a:pt x="8" y="5"/>
                    </a:moveTo>
                    <a:cubicBezTo>
                      <a:pt x="5" y="2"/>
                      <a:pt x="5" y="2"/>
                      <a:pt x="6" y="3"/>
                    </a:cubicBezTo>
                    <a:cubicBezTo>
                      <a:pt x="18" y="12"/>
                      <a:pt x="32" y="21"/>
                      <a:pt x="45" y="27"/>
                    </a:cubicBezTo>
                    <a:cubicBezTo>
                      <a:pt x="39" y="14"/>
                      <a:pt x="13" y="0"/>
                      <a:pt x="0" y="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940">
                <a:extLst>
                  <a:ext uri="{FF2B5EF4-FFF2-40B4-BE49-F238E27FC236}">
                    <a16:creationId xmlns:a16="http://schemas.microsoft.com/office/drawing/2014/main" id="{BA645B59-46ED-4B09-8EA9-3EBA973DB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616"/>
                <a:ext cx="27" cy="21"/>
              </a:xfrm>
              <a:custGeom>
                <a:avLst/>
                <a:gdLst>
                  <a:gd name="T0" fmla="*/ 2 w 33"/>
                  <a:gd name="T1" fmla="*/ 0 h 24"/>
                  <a:gd name="T2" fmla="*/ 18 w 33"/>
                  <a:gd name="T3" fmla="*/ 16 h 24"/>
                  <a:gd name="T4" fmla="*/ 0 w 33"/>
                  <a:gd name="T5" fmla="*/ 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4">
                    <a:moveTo>
                      <a:pt x="2" y="0"/>
                    </a:moveTo>
                    <a:cubicBezTo>
                      <a:pt x="6" y="8"/>
                      <a:pt x="21" y="22"/>
                      <a:pt x="33" y="24"/>
                    </a:cubicBezTo>
                    <a:cubicBezTo>
                      <a:pt x="26" y="14"/>
                      <a:pt x="12" y="6"/>
                      <a:pt x="0" y="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941">
                <a:extLst>
                  <a:ext uri="{FF2B5EF4-FFF2-40B4-BE49-F238E27FC236}">
                    <a16:creationId xmlns:a16="http://schemas.microsoft.com/office/drawing/2014/main" id="{EEEE662D-6AB0-49A5-8B95-5B4153AA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35"/>
                <a:ext cx="25" cy="16"/>
              </a:xfrm>
              <a:custGeom>
                <a:avLst/>
                <a:gdLst>
                  <a:gd name="T0" fmla="*/ 0 w 31"/>
                  <a:gd name="T1" fmla="*/ 0 h 19"/>
                  <a:gd name="T2" fmla="*/ 16 w 31"/>
                  <a:gd name="T3" fmla="*/ 11 h 19"/>
                  <a:gd name="T4" fmla="*/ 5 w 31"/>
                  <a:gd name="T5" fmla="*/ 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9">
                    <a:moveTo>
                      <a:pt x="0" y="0"/>
                    </a:moveTo>
                    <a:cubicBezTo>
                      <a:pt x="9" y="7"/>
                      <a:pt x="20" y="18"/>
                      <a:pt x="31" y="19"/>
                    </a:cubicBezTo>
                    <a:cubicBezTo>
                      <a:pt x="27" y="12"/>
                      <a:pt x="17" y="9"/>
                      <a:pt x="9" y="1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942">
                <a:extLst>
                  <a:ext uri="{FF2B5EF4-FFF2-40B4-BE49-F238E27FC236}">
                    <a16:creationId xmlns:a16="http://schemas.microsoft.com/office/drawing/2014/main" id="{195E2925-798C-483E-94D1-44A69DE5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512"/>
                <a:ext cx="23" cy="17"/>
              </a:xfrm>
              <a:custGeom>
                <a:avLst/>
                <a:gdLst>
                  <a:gd name="T0" fmla="*/ 2 w 29"/>
                  <a:gd name="T1" fmla="*/ 4 h 19"/>
                  <a:gd name="T2" fmla="*/ 2 w 29"/>
                  <a:gd name="T3" fmla="*/ 4 h 19"/>
                  <a:gd name="T4" fmla="*/ 14 w 29"/>
                  <a:gd name="T5" fmla="*/ 13 h 19"/>
                  <a:gd name="T6" fmla="*/ 6 w 29"/>
                  <a:gd name="T7" fmla="*/ 4 h 19"/>
                  <a:gd name="T8" fmla="*/ 2 w 29"/>
                  <a:gd name="T9" fmla="*/ 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9">
                    <a:moveTo>
                      <a:pt x="4" y="6"/>
                    </a:moveTo>
                    <a:cubicBezTo>
                      <a:pt x="1" y="5"/>
                      <a:pt x="1" y="5"/>
                      <a:pt x="3" y="6"/>
                    </a:cubicBezTo>
                    <a:cubicBezTo>
                      <a:pt x="11" y="12"/>
                      <a:pt x="20" y="18"/>
                      <a:pt x="29" y="19"/>
                    </a:cubicBezTo>
                    <a:cubicBezTo>
                      <a:pt x="26" y="11"/>
                      <a:pt x="19" y="9"/>
                      <a:pt x="12" y="6"/>
                    </a:cubicBezTo>
                    <a:cubicBezTo>
                      <a:pt x="9" y="5"/>
                      <a:pt x="0" y="0"/>
                      <a:pt x="5" y="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943">
                <a:extLst>
                  <a:ext uri="{FF2B5EF4-FFF2-40B4-BE49-F238E27FC236}">
                    <a16:creationId xmlns:a16="http://schemas.microsoft.com/office/drawing/2014/main" id="{542A9DD4-0D5A-414D-9B3C-BBEE6E6AA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457"/>
                <a:ext cx="37" cy="24"/>
              </a:xfrm>
              <a:custGeom>
                <a:avLst/>
                <a:gdLst>
                  <a:gd name="T0" fmla="*/ 0 w 47"/>
                  <a:gd name="T1" fmla="*/ 0 h 28"/>
                  <a:gd name="T2" fmla="*/ 23 w 47"/>
                  <a:gd name="T3" fmla="*/ 17 h 28"/>
                  <a:gd name="T4" fmla="*/ 2 w 47"/>
                  <a:gd name="T5" fmla="*/ 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cubicBezTo>
                      <a:pt x="10" y="10"/>
                      <a:pt x="34" y="28"/>
                      <a:pt x="47" y="27"/>
                    </a:cubicBezTo>
                    <a:cubicBezTo>
                      <a:pt x="40" y="14"/>
                      <a:pt x="18" y="4"/>
                      <a:pt x="3" y="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944">
                <a:extLst>
                  <a:ext uri="{FF2B5EF4-FFF2-40B4-BE49-F238E27FC236}">
                    <a16:creationId xmlns:a16="http://schemas.microsoft.com/office/drawing/2014/main" id="{EB4365AE-0AA3-49F9-A4A0-3ED4126C8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478"/>
                <a:ext cx="33" cy="19"/>
              </a:xfrm>
              <a:custGeom>
                <a:avLst/>
                <a:gdLst>
                  <a:gd name="T0" fmla="*/ 0 w 42"/>
                  <a:gd name="T1" fmla="*/ 0 h 22"/>
                  <a:gd name="T2" fmla="*/ 20 w 42"/>
                  <a:gd name="T3" fmla="*/ 14 h 22"/>
                  <a:gd name="T4" fmla="*/ 2 w 42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2">
                    <a:moveTo>
                      <a:pt x="0" y="0"/>
                    </a:moveTo>
                    <a:cubicBezTo>
                      <a:pt x="14" y="6"/>
                      <a:pt x="25" y="22"/>
                      <a:pt x="42" y="21"/>
                    </a:cubicBezTo>
                    <a:cubicBezTo>
                      <a:pt x="38" y="8"/>
                      <a:pt x="17" y="3"/>
                      <a:pt x="5" y="1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945">
                <a:extLst>
                  <a:ext uri="{FF2B5EF4-FFF2-40B4-BE49-F238E27FC236}">
                    <a16:creationId xmlns:a16="http://schemas.microsoft.com/office/drawing/2014/main" id="{26787895-0E83-4778-961F-8F2A20FEC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487"/>
                <a:ext cx="36" cy="22"/>
              </a:xfrm>
              <a:custGeom>
                <a:avLst/>
                <a:gdLst>
                  <a:gd name="T0" fmla="*/ 0 w 45"/>
                  <a:gd name="T1" fmla="*/ 0 h 26"/>
                  <a:gd name="T2" fmla="*/ 23 w 45"/>
                  <a:gd name="T3" fmla="*/ 16 h 26"/>
                  <a:gd name="T4" fmla="*/ 8 w 45"/>
                  <a:gd name="T5" fmla="*/ 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0" y="0"/>
                    </a:moveTo>
                    <a:cubicBezTo>
                      <a:pt x="9" y="10"/>
                      <a:pt x="32" y="26"/>
                      <a:pt x="45" y="26"/>
                    </a:cubicBezTo>
                    <a:cubicBezTo>
                      <a:pt x="42" y="15"/>
                      <a:pt x="25" y="4"/>
                      <a:pt x="16" y="7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946">
                <a:extLst>
                  <a:ext uri="{FF2B5EF4-FFF2-40B4-BE49-F238E27FC236}">
                    <a16:creationId xmlns:a16="http://schemas.microsoft.com/office/drawing/2014/main" id="{6DB14942-0909-4C04-A409-64AB0E3D1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441"/>
                <a:ext cx="24" cy="19"/>
              </a:xfrm>
              <a:custGeom>
                <a:avLst/>
                <a:gdLst>
                  <a:gd name="T0" fmla="*/ 2 w 30"/>
                  <a:gd name="T1" fmla="*/ 3 h 22"/>
                  <a:gd name="T2" fmla="*/ 0 w 30"/>
                  <a:gd name="T3" fmla="*/ 3 h 22"/>
                  <a:gd name="T4" fmla="*/ 15 w 30"/>
                  <a:gd name="T5" fmla="*/ 14 h 22"/>
                  <a:gd name="T6" fmla="*/ 0 w 3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2">
                    <a:moveTo>
                      <a:pt x="4" y="4"/>
                    </a:moveTo>
                    <a:cubicBezTo>
                      <a:pt x="3" y="3"/>
                      <a:pt x="2" y="3"/>
                      <a:pt x="0" y="3"/>
                    </a:cubicBezTo>
                    <a:cubicBezTo>
                      <a:pt x="9" y="9"/>
                      <a:pt x="20" y="20"/>
                      <a:pt x="30" y="22"/>
                    </a:cubicBezTo>
                    <a:cubicBezTo>
                      <a:pt x="23" y="12"/>
                      <a:pt x="11" y="3"/>
                      <a:pt x="0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947">
                <a:extLst>
                  <a:ext uri="{FF2B5EF4-FFF2-40B4-BE49-F238E27FC236}">
                    <a16:creationId xmlns:a16="http://schemas.microsoft.com/office/drawing/2014/main" id="{8519C5FA-3633-477F-BBF9-53BED2F30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367"/>
                <a:ext cx="44" cy="37"/>
              </a:xfrm>
              <a:custGeom>
                <a:avLst/>
                <a:gdLst>
                  <a:gd name="T0" fmla="*/ 0 w 56"/>
                  <a:gd name="T1" fmla="*/ 0 h 44"/>
                  <a:gd name="T2" fmla="*/ 28 w 56"/>
                  <a:gd name="T3" fmla="*/ 25 h 44"/>
                  <a:gd name="T4" fmla="*/ 6 w 56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4">
                    <a:moveTo>
                      <a:pt x="0" y="0"/>
                    </a:moveTo>
                    <a:cubicBezTo>
                      <a:pt x="7" y="16"/>
                      <a:pt x="39" y="44"/>
                      <a:pt x="56" y="43"/>
                    </a:cubicBezTo>
                    <a:cubicBezTo>
                      <a:pt x="47" y="27"/>
                      <a:pt x="20" y="25"/>
                      <a:pt x="11" y="6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948">
                <a:extLst>
                  <a:ext uri="{FF2B5EF4-FFF2-40B4-BE49-F238E27FC236}">
                    <a16:creationId xmlns:a16="http://schemas.microsoft.com/office/drawing/2014/main" id="{92EB0F98-8F95-4F2F-8569-AB68D3C43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410"/>
                <a:ext cx="35" cy="23"/>
              </a:xfrm>
              <a:custGeom>
                <a:avLst/>
                <a:gdLst>
                  <a:gd name="T0" fmla="*/ 3 w 43"/>
                  <a:gd name="T1" fmla="*/ 3 h 27"/>
                  <a:gd name="T2" fmla="*/ 0 w 43"/>
                  <a:gd name="T3" fmla="*/ 1 h 27"/>
                  <a:gd name="T4" fmla="*/ 23 w 43"/>
                  <a:gd name="T5" fmla="*/ 17 h 27"/>
                  <a:gd name="T6" fmla="*/ 3 w 43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7">
                    <a:moveTo>
                      <a:pt x="6" y="4"/>
                    </a:moveTo>
                    <a:cubicBezTo>
                      <a:pt x="4" y="3"/>
                      <a:pt x="2" y="2"/>
                      <a:pt x="0" y="1"/>
                    </a:cubicBezTo>
                    <a:cubicBezTo>
                      <a:pt x="15" y="8"/>
                      <a:pt x="26" y="27"/>
                      <a:pt x="43" y="27"/>
                    </a:cubicBezTo>
                    <a:cubicBezTo>
                      <a:pt x="37" y="15"/>
                      <a:pt x="17" y="7"/>
                      <a:pt x="6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949">
                <a:extLst>
                  <a:ext uri="{FF2B5EF4-FFF2-40B4-BE49-F238E27FC236}">
                    <a16:creationId xmlns:a16="http://schemas.microsoft.com/office/drawing/2014/main" id="{A85D8B79-D0B5-4A4E-9B8C-9F6583324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451"/>
                <a:ext cx="23" cy="15"/>
              </a:xfrm>
              <a:custGeom>
                <a:avLst/>
                <a:gdLst>
                  <a:gd name="T0" fmla="*/ 0 w 29"/>
                  <a:gd name="T1" fmla="*/ 3 h 18"/>
                  <a:gd name="T2" fmla="*/ 14 w 29"/>
                  <a:gd name="T3" fmla="*/ 11 h 18"/>
                  <a:gd name="T4" fmla="*/ 1 w 2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0" y="4"/>
                    </a:moveTo>
                    <a:cubicBezTo>
                      <a:pt x="8" y="11"/>
                      <a:pt x="19" y="16"/>
                      <a:pt x="29" y="18"/>
                    </a:cubicBezTo>
                    <a:cubicBezTo>
                      <a:pt x="26" y="8"/>
                      <a:pt x="11" y="2"/>
                      <a:pt x="1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950">
                <a:extLst>
                  <a:ext uri="{FF2B5EF4-FFF2-40B4-BE49-F238E27FC236}">
                    <a16:creationId xmlns:a16="http://schemas.microsoft.com/office/drawing/2014/main" id="{6FE3BB0A-0D17-45A5-9FFA-97B8C9C00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488"/>
                <a:ext cx="41" cy="38"/>
              </a:xfrm>
              <a:custGeom>
                <a:avLst/>
                <a:gdLst>
                  <a:gd name="T0" fmla="*/ 0 w 52"/>
                  <a:gd name="T1" fmla="*/ 0 h 45"/>
                  <a:gd name="T2" fmla="*/ 25 w 52"/>
                  <a:gd name="T3" fmla="*/ 27 h 45"/>
                  <a:gd name="T4" fmla="*/ 3 w 52"/>
                  <a:gd name="T5" fmla="*/ 9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5">
                    <a:moveTo>
                      <a:pt x="0" y="0"/>
                    </a:moveTo>
                    <a:cubicBezTo>
                      <a:pt x="16" y="15"/>
                      <a:pt x="33" y="35"/>
                      <a:pt x="52" y="45"/>
                    </a:cubicBezTo>
                    <a:cubicBezTo>
                      <a:pt x="39" y="32"/>
                      <a:pt x="22" y="23"/>
                      <a:pt x="6" y="15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951">
                <a:extLst>
                  <a:ext uri="{FF2B5EF4-FFF2-40B4-BE49-F238E27FC236}">
                    <a16:creationId xmlns:a16="http://schemas.microsoft.com/office/drawing/2014/main" id="{2D78D9E4-94B0-4718-9CA2-616703108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485"/>
                <a:ext cx="32" cy="27"/>
              </a:xfrm>
              <a:custGeom>
                <a:avLst/>
                <a:gdLst>
                  <a:gd name="T0" fmla="*/ 1 w 40"/>
                  <a:gd name="T1" fmla="*/ 0 h 32"/>
                  <a:gd name="T2" fmla="*/ 21 w 40"/>
                  <a:gd name="T3" fmla="*/ 19 h 32"/>
                  <a:gd name="T4" fmla="*/ 0 w 40"/>
                  <a:gd name="T5" fmla="*/ 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" y="0"/>
                    </a:moveTo>
                    <a:cubicBezTo>
                      <a:pt x="10" y="13"/>
                      <a:pt x="27" y="24"/>
                      <a:pt x="40" y="32"/>
                    </a:cubicBezTo>
                    <a:cubicBezTo>
                      <a:pt x="40" y="18"/>
                      <a:pt x="11" y="6"/>
                      <a:pt x="0" y="2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952">
                <a:extLst>
                  <a:ext uri="{FF2B5EF4-FFF2-40B4-BE49-F238E27FC236}">
                    <a16:creationId xmlns:a16="http://schemas.microsoft.com/office/drawing/2014/main" id="{BBC4D62D-A10F-4AAF-AAC7-3FD57BEB2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537"/>
                <a:ext cx="37" cy="24"/>
              </a:xfrm>
              <a:custGeom>
                <a:avLst/>
                <a:gdLst>
                  <a:gd name="T0" fmla="*/ 0 w 46"/>
                  <a:gd name="T1" fmla="*/ 0 h 28"/>
                  <a:gd name="T2" fmla="*/ 24 w 46"/>
                  <a:gd name="T3" fmla="*/ 18 h 28"/>
                  <a:gd name="T4" fmla="*/ 2 w 46"/>
                  <a:gd name="T5" fmla="*/ 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8">
                    <a:moveTo>
                      <a:pt x="0" y="0"/>
                    </a:moveTo>
                    <a:cubicBezTo>
                      <a:pt x="5" y="13"/>
                      <a:pt x="33" y="26"/>
                      <a:pt x="46" y="28"/>
                    </a:cubicBezTo>
                    <a:cubicBezTo>
                      <a:pt x="35" y="17"/>
                      <a:pt x="18" y="13"/>
                      <a:pt x="4" y="8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953">
                <a:extLst>
                  <a:ext uri="{FF2B5EF4-FFF2-40B4-BE49-F238E27FC236}">
                    <a16:creationId xmlns:a16="http://schemas.microsoft.com/office/drawing/2014/main" id="{C99C3C7B-FC33-490E-803D-128E83527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39"/>
                <a:ext cx="24" cy="13"/>
              </a:xfrm>
              <a:custGeom>
                <a:avLst/>
                <a:gdLst>
                  <a:gd name="T0" fmla="*/ 0 w 30"/>
                  <a:gd name="T1" fmla="*/ 0 h 16"/>
                  <a:gd name="T2" fmla="*/ 15 w 30"/>
                  <a:gd name="T3" fmla="*/ 9 h 16"/>
                  <a:gd name="T4" fmla="*/ 5 w 30"/>
                  <a:gd name="T5" fmla="*/ 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0" y="8"/>
                      <a:pt x="22" y="16"/>
                      <a:pt x="30" y="16"/>
                    </a:cubicBezTo>
                    <a:cubicBezTo>
                      <a:pt x="25" y="10"/>
                      <a:pt x="12" y="4"/>
                      <a:pt x="9" y="4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954">
                <a:extLst>
                  <a:ext uri="{FF2B5EF4-FFF2-40B4-BE49-F238E27FC236}">
                    <a16:creationId xmlns:a16="http://schemas.microsoft.com/office/drawing/2014/main" id="{1F84D956-24A0-4914-96BD-DBF78CB36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582"/>
                <a:ext cx="2" cy="1"/>
              </a:xfrm>
              <a:custGeom>
                <a:avLst/>
                <a:gdLst>
                  <a:gd name="T0" fmla="*/ 1 w 3"/>
                  <a:gd name="T1" fmla="*/ 0 h 1"/>
                  <a:gd name="T2" fmla="*/ 1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0" y="0"/>
                      <a:pt x="2" y="0"/>
                    </a:cubicBezTo>
                  </a:path>
                </a:pathLst>
              </a:custGeom>
              <a:solidFill>
                <a:srgbClr val="F6E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8" name="Freeform 955">
              <a:extLst>
                <a:ext uri="{FF2B5EF4-FFF2-40B4-BE49-F238E27FC236}">
                  <a16:creationId xmlns:a16="http://schemas.microsoft.com/office/drawing/2014/main" id="{74C1B6C2-7ECA-4E76-BEBB-7BCBE6CF7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674"/>
              <a:ext cx="25" cy="20"/>
            </a:xfrm>
            <a:custGeom>
              <a:avLst/>
              <a:gdLst>
                <a:gd name="T0" fmla="*/ 2 w 31"/>
                <a:gd name="T1" fmla="*/ 14 h 24"/>
                <a:gd name="T2" fmla="*/ 16 w 31"/>
                <a:gd name="T3" fmla="*/ 3 h 24"/>
                <a:gd name="T4" fmla="*/ 2 w 31"/>
                <a:gd name="T5" fmla="*/ 1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5" y="24"/>
                  </a:moveTo>
                  <a:cubicBezTo>
                    <a:pt x="2" y="10"/>
                    <a:pt x="21" y="7"/>
                    <a:pt x="31" y="5"/>
                  </a:cubicBezTo>
                  <a:cubicBezTo>
                    <a:pt x="22" y="5"/>
                    <a:pt x="0" y="0"/>
                    <a:pt x="4" y="18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956">
              <a:extLst>
                <a:ext uri="{FF2B5EF4-FFF2-40B4-BE49-F238E27FC236}">
                  <a16:creationId xmlns:a16="http://schemas.microsoft.com/office/drawing/2014/main" id="{36969E77-A08C-4D94-98E9-632E9D13F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654"/>
              <a:ext cx="30" cy="25"/>
            </a:xfrm>
            <a:custGeom>
              <a:avLst/>
              <a:gdLst>
                <a:gd name="T0" fmla="*/ 2 w 38"/>
                <a:gd name="T1" fmla="*/ 18 h 30"/>
                <a:gd name="T2" fmla="*/ 19 w 38"/>
                <a:gd name="T3" fmla="*/ 3 h 30"/>
                <a:gd name="T4" fmla="*/ 2 w 38"/>
                <a:gd name="T5" fmla="*/ 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0">
                  <a:moveTo>
                    <a:pt x="3" y="30"/>
                  </a:moveTo>
                  <a:cubicBezTo>
                    <a:pt x="4" y="10"/>
                    <a:pt x="24" y="8"/>
                    <a:pt x="38" y="5"/>
                  </a:cubicBezTo>
                  <a:cubicBezTo>
                    <a:pt x="21" y="0"/>
                    <a:pt x="0" y="3"/>
                    <a:pt x="2" y="26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957">
              <a:extLst>
                <a:ext uri="{FF2B5EF4-FFF2-40B4-BE49-F238E27FC236}">
                  <a16:creationId xmlns:a16="http://schemas.microsoft.com/office/drawing/2014/main" id="{9510D13C-41DF-4303-AD66-4E782058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631"/>
              <a:ext cx="29" cy="35"/>
            </a:xfrm>
            <a:custGeom>
              <a:avLst/>
              <a:gdLst>
                <a:gd name="T0" fmla="*/ 2 w 36"/>
                <a:gd name="T1" fmla="*/ 24 h 42"/>
                <a:gd name="T2" fmla="*/ 19 w 36"/>
                <a:gd name="T3" fmla="*/ 8 h 42"/>
                <a:gd name="T4" fmla="*/ 1 w 36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2" y="42"/>
                  </a:moveTo>
                  <a:cubicBezTo>
                    <a:pt x="4" y="24"/>
                    <a:pt x="20" y="12"/>
                    <a:pt x="36" y="13"/>
                  </a:cubicBezTo>
                  <a:cubicBezTo>
                    <a:pt x="17" y="0"/>
                    <a:pt x="0" y="19"/>
                    <a:pt x="1" y="38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958">
              <a:extLst>
                <a:ext uri="{FF2B5EF4-FFF2-40B4-BE49-F238E27FC236}">
                  <a16:creationId xmlns:a16="http://schemas.microsoft.com/office/drawing/2014/main" id="{767DFC59-38C9-465F-8C20-6A69CBFE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613"/>
              <a:ext cx="36" cy="36"/>
            </a:xfrm>
            <a:custGeom>
              <a:avLst/>
              <a:gdLst>
                <a:gd name="T0" fmla="*/ 7 w 45"/>
                <a:gd name="T1" fmla="*/ 23 h 43"/>
                <a:gd name="T2" fmla="*/ 23 w 45"/>
                <a:gd name="T3" fmla="*/ 9 h 43"/>
                <a:gd name="T4" fmla="*/ 4 w 45"/>
                <a:gd name="T5" fmla="*/ 2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3">
                  <a:moveTo>
                    <a:pt x="14" y="41"/>
                  </a:moveTo>
                  <a:cubicBezTo>
                    <a:pt x="7" y="25"/>
                    <a:pt x="32" y="14"/>
                    <a:pt x="45" y="15"/>
                  </a:cubicBezTo>
                  <a:cubicBezTo>
                    <a:pt x="25" y="0"/>
                    <a:pt x="0" y="21"/>
                    <a:pt x="8" y="43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959">
              <a:extLst>
                <a:ext uri="{FF2B5EF4-FFF2-40B4-BE49-F238E27FC236}">
                  <a16:creationId xmlns:a16="http://schemas.microsoft.com/office/drawing/2014/main" id="{49B70949-3E66-45C2-A757-20F17E43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603"/>
              <a:ext cx="32" cy="26"/>
            </a:xfrm>
            <a:custGeom>
              <a:avLst/>
              <a:gdLst>
                <a:gd name="T0" fmla="*/ 4 w 39"/>
                <a:gd name="T1" fmla="*/ 18 h 31"/>
                <a:gd name="T2" fmla="*/ 21 w 39"/>
                <a:gd name="T3" fmla="*/ 4 h 31"/>
                <a:gd name="T4" fmla="*/ 7 w 39"/>
                <a:gd name="T5" fmla="*/ 3 h 31"/>
                <a:gd name="T6" fmla="*/ 2 w 39"/>
                <a:gd name="T7" fmla="*/ 1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1">
                  <a:moveTo>
                    <a:pt x="7" y="31"/>
                  </a:moveTo>
                  <a:cubicBezTo>
                    <a:pt x="0" y="11"/>
                    <a:pt x="23" y="2"/>
                    <a:pt x="39" y="7"/>
                  </a:cubicBezTo>
                  <a:cubicBezTo>
                    <a:pt x="33" y="1"/>
                    <a:pt x="20" y="0"/>
                    <a:pt x="12" y="3"/>
                  </a:cubicBezTo>
                  <a:cubicBezTo>
                    <a:pt x="1" y="8"/>
                    <a:pt x="1" y="20"/>
                    <a:pt x="2" y="31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960">
              <a:extLst>
                <a:ext uri="{FF2B5EF4-FFF2-40B4-BE49-F238E27FC236}">
                  <a16:creationId xmlns:a16="http://schemas.microsoft.com/office/drawing/2014/main" id="{63BFC65A-20C8-4EFB-B136-6FDF1DA5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587"/>
              <a:ext cx="29" cy="25"/>
            </a:xfrm>
            <a:custGeom>
              <a:avLst/>
              <a:gdLst>
                <a:gd name="T0" fmla="*/ 3 w 36"/>
                <a:gd name="T1" fmla="*/ 19 h 29"/>
                <a:gd name="T2" fmla="*/ 19 w 36"/>
                <a:gd name="T3" fmla="*/ 3 h 29"/>
                <a:gd name="T4" fmla="*/ 6 w 36"/>
                <a:gd name="T5" fmla="*/ 3 h 29"/>
                <a:gd name="T6" fmla="*/ 1 w 36"/>
                <a:gd name="T7" fmla="*/ 1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9">
                  <a:moveTo>
                    <a:pt x="6" y="29"/>
                  </a:moveTo>
                  <a:cubicBezTo>
                    <a:pt x="1" y="13"/>
                    <a:pt x="24" y="4"/>
                    <a:pt x="36" y="5"/>
                  </a:cubicBezTo>
                  <a:cubicBezTo>
                    <a:pt x="29" y="0"/>
                    <a:pt x="19" y="0"/>
                    <a:pt x="12" y="4"/>
                  </a:cubicBezTo>
                  <a:cubicBezTo>
                    <a:pt x="0" y="9"/>
                    <a:pt x="1" y="16"/>
                    <a:pt x="1" y="27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961">
              <a:extLst>
                <a:ext uri="{FF2B5EF4-FFF2-40B4-BE49-F238E27FC236}">
                  <a16:creationId xmlns:a16="http://schemas.microsoft.com/office/drawing/2014/main" id="{AD794529-9432-4199-ABD3-1FA40E5DF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569"/>
              <a:ext cx="26" cy="28"/>
            </a:xfrm>
            <a:custGeom>
              <a:avLst/>
              <a:gdLst>
                <a:gd name="T0" fmla="*/ 4 w 33"/>
                <a:gd name="T1" fmla="*/ 22 h 32"/>
                <a:gd name="T2" fmla="*/ 16 w 33"/>
                <a:gd name="T3" fmla="*/ 1 h 32"/>
                <a:gd name="T4" fmla="*/ 2 w 33"/>
                <a:gd name="T5" fmla="*/ 2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8" y="32"/>
                  </a:moveTo>
                  <a:cubicBezTo>
                    <a:pt x="8" y="18"/>
                    <a:pt x="17" y="0"/>
                    <a:pt x="33" y="1"/>
                  </a:cubicBezTo>
                  <a:cubicBezTo>
                    <a:pt x="12" y="4"/>
                    <a:pt x="0" y="5"/>
                    <a:pt x="4" y="3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962">
              <a:extLst>
                <a:ext uri="{FF2B5EF4-FFF2-40B4-BE49-F238E27FC236}">
                  <a16:creationId xmlns:a16="http://schemas.microsoft.com/office/drawing/2014/main" id="{A96CF370-D36A-40DA-8524-265D8995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557"/>
              <a:ext cx="23" cy="23"/>
            </a:xfrm>
            <a:custGeom>
              <a:avLst/>
              <a:gdLst>
                <a:gd name="T0" fmla="*/ 6 w 29"/>
                <a:gd name="T1" fmla="*/ 16 h 28"/>
                <a:gd name="T2" fmla="*/ 14 w 29"/>
                <a:gd name="T3" fmla="*/ 2 h 28"/>
                <a:gd name="T4" fmla="*/ 4 w 29"/>
                <a:gd name="T5" fmla="*/ 2 h 28"/>
                <a:gd name="T6" fmla="*/ 3 w 29"/>
                <a:gd name="T7" fmla="*/ 1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8">
                  <a:moveTo>
                    <a:pt x="12" y="28"/>
                  </a:moveTo>
                  <a:cubicBezTo>
                    <a:pt x="7" y="17"/>
                    <a:pt x="19" y="8"/>
                    <a:pt x="29" y="3"/>
                  </a:cubicBezTo>
                  <a:cubicBezTo>
                    <a:pt x="24" y="2"/>
                    <a:pt x="12" y="0"/>
                    <a:pt x="7" y="3"/>
                  </a:cubicBezTo>
                  <a:cubicBezTo>
                    <a:pt x="2" y="7"/>
                    <a:pt x="0" y="19"/>
                    <a:pt x="6" y="24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963">
              <a:extLst>
                <a:ext uri="{FF2B5EF4-FFF2-40B4-BE49-F238E27FC236}">
                  <a16:creationId xmlns:a16="http://schemas.microsoft.com/office/drawing/2014/main" id="{80B69F80-BA27-44C1-B899-CFFF52CF9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536"/>
              <a:ext cx="23" cy="28"/>
            </a:xfrm>
            <a:custGeom>
              <a:avLst/>
              <a:gdLst>
                <a:gd name="T0" fmla="*/ 4 w 29"/>
                <a:gd name="T1" fmla="*/ 20 h 33"/>
                <a:gd name="T2" fmla="*/ 14 w 29"/>
                <a:gd name="T3" fmla="*/ 0 h 33"/>
                <a:gd name="T4" fmla="*/ 5 w 29"/>
                <a:gd name="T5" fmla="*/ 3 h 33"/>
                <a:gd name="T6" fmla="*/ 2 w 29"/>
                <a:gd name="T7" fmla="*/ 1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3">
                  <a:moveTo>
                    <a:pt x="8" y="33"/>
                  </a:moveTo>
                  <a:cubicBezTo>
                    <a:pt x="7" y="21"/>
                    <a:pt x="17" y="4"/>
                    <a:pt x="29" y="0"/>
                  </a:cubicBezTo>
                  <a:cubicBezTo>
                    <a:pt x="24" y="4"/>
                    <a:pt x="15" y="1"/>
                    <a:pt x="9" y="4"/>
                  </a:cubicBezTo>
                  <a:cubicBezTo>
                    <a:pt x="0" y="10"/>
                    <a:pt x="3" y="20"/>
                    <a:pt x="3" y="3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964">
              <a:extLst>
                <a:ext uri="{FF2B5EF4-FFF2-40B4-BE49-F238E27FC236}">
                  <a16:creationId xmlns:a16="http://schemas.microsoft.com/office/drawing/2014/main" id="{436651DC-87EB-4F59-A48C-DE04DC95B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527"/>
              <a:ext cx="21" cy="22"/>
            </a:xfrm>
            <a:custGeom>
              <a:avLst/>
              <a:gdLst>
                <a:gd name="T0" fmla="*/ 4 w 26"/>
                <a:gd name="T1" fmla="*/ 16 h 26"/>
                <a:gd name="T2" fmla="*/ 14 w 26"/>
                <a:gd name="T3" fmla="*/ 1 h 26"/>
                <a:gd name="T4" fmla="*/ 0 w 26"/>
                <a:gd name="T5" fmla="*/ 1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6">
                  <a:moveTo>
                    <a:pt x="7" y="26"/>
                  </a:moveTo>
                  <a:cubicBezTo>
                    <a:pt x="8" y="18"/>
                    <a:pt x="17" y="1"/>
                    <a:pt x="26" y="1"/>
                  </a:cubicBezTo>
                  <a:cubicBezTo>
                    <a:pt x="9" y="0"/>
                    <a:pt x="0" y="9"/>
                    <a:pt x="0" y="26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965">
              <a:extLst>
                <a:ext uri="{FF2B5EF4-FFF2-40B4-BE49-F238E27FC236}">
                  <a16:creationId xmlns:a16="http://schemas.microsoft.com/office/drawing/2014/main" id="{4A48623C-C800-47AE-A4BB-42C41A057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515"/>
              <a:ext cx="27" cy="19"/>
            </a:xfrm>
            <a:custGeom>
              <a:avLst/>
              <a:gdLst>
                <a:gd name="T0" fmla="*/ 5 w 33"/>
                <a:gd name="T1" fmla="*/ 12 h 23"/>
                <a:gd name="T2" fmla="*/ 18 w 33"/>
                <a:gd name="T3" fmla="*/ 2 h 23"/>
                <a:gd name="T4" fmla="*/ 7 w 33"/>
                <a:gd name="T5" fmla="*/ 2 h 23"/>
                <a:gd name="T6" fmla="*/ 4 w 33"/>
                <a:gd name="T7" fmla="*/ 1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8" y="22"/>
                  </a:moveTo>
                  <a:cubicBezTo>
                    <a:pt x="11" y="11"/>
                    <a:pt x="21" y="0"/>
                    <a:pt x="33" y="2"/>
                  </a:cubicBezTo>
                  <a:cubicBezTo>
                    <a:pt x="27" y="2"/>
                    <a:pt x="18" y="1"/>
                    <a:pt x="12" y="3"/>
                  </a:cubicBezTo>
                  <a:cubicBezTo>
                    <a:pt x="4" y="6"/>
                    <a:pt x="0" y="17"/>
                    <a:pt x="7" y="23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966">
              <a:extLst>
                <a:ext uri="{FF2B5EF4-FFF2-40B4-BE49-F238E27FC236}">
                  <a16:creationId xmlns:a16="http://schemas.microsoft.com/office/drawing/2014/main" id="{82E98D3C-A8D5-472D-95C3-0E937C23E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02"/>
              <a:ext cx="37" cy="21"/>
            </a:xfrm>
            <a:custGeom>
              <a:avLst/>
              <a:gdLst>
                <a:gd name="T0" fmla="*/ 9 w 47"/>
                <a:gd name="T1" fmla="*/ 16 h 24"/>
                <a:gd name="T2" fmla="*/ 23 w 47"/>
                <a:gd name="T3" fmla="*/ 4 h 24"/>
                <a:gd name="T4" fmla="*/ 7 w 47"/>
                <a:gd name="T5" fmla="*/ 1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">
                  <a:moveTo>
                    <a:pt x="19" y="24"/>
                  </a:moveTo>
                  <a:cubicBezTo>
                    <a:pt x="18" y="24"/>
                    <a:pt x="33" y="0"/>
                    <a:pt x="47" y="6"/>
                  </a:cubicBezTo>
                  <a:cubicBezTo>
                    <a:pt x="41" y="6"/>
                    <a:pt x="0" y="7"/>
                    <a:pt x="15" y="23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967">
              <a:extLst>
                <a:ext uri="{FF2B5EF4-FFF2-40B4-BE49-F238E27FC236}">
                  <a16:creationId xmlns:a16="http://schemas.microsoft.com/office/drawing/2014/main" id="{A17F733D-C310-4040-BEC7-FC2E3E61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87"/>
              <a:ext cx="31" cy="19"/>
            </a:xfrm>
            <a:custGeom>
              <a:avLst/>
              <a:gdLst>
                <a:gd name="T0" fmla="*/ 0 w 40"/>
                <a:gd name="T1" fmla="*/ 14 h 22"/>
                <a:gd name="T2" fmla="*/ 19 w 40"/>
                <a:gd name="T3" fmla="*/ 8 h 22"/>
                <a:gd name="T4" fmla="*/ 0 w 40"/>
                <a:gd name="T5" fmla="*/ 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2">
                  <a:moveTo>
                    <a:pt x="0" y="22"/>
                  </a:moveTo>
                  <a:cubicBezTo>
                    <a:pt x="13" y="12"/>
                    <a:pt x="21" y="0"/>
                    <a:pt x="40" y="11"/>
                  </a:cubicBezTo>
                  <a:cubicBezTo>
                    <a:pt x="25" y="4"/>
                    <a:pt x="2" y="2"/>
                    <a:pt x="0" y="22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968">
              <a:extLst>
                <a:ext uri="{FF2B5EF4-FFF2-40B4-BE49-F238E27FC236}">
                  <a16:creationId xmlns:a16="http://schemas.microsoft.com/office/drawing/2014/main" id="{22CFC4D2-A5FF-47EF-9C3D-7DE9C8465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608"/>
              <a:ext cx="12" cy="34"/>
            </a:xfrm>
            <a:custGeom>
              <a:avLst/>
              <a:gdLst>
                <a:gd name="T0" fmla="*/ 1 w 16"/>
                <a:gd name="T1" fmla="*/ 0 h 40"/>
                <a:gd name="T2" fmla="*/ 2 w 16"/>
                <a:gd name="T3" fmla="*/ 22 h 40"/>
                <a:gd name="T4" fmla="*/ 0 w 16"/>
                <a:gd name="T5" fmla="*/ 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" y="0"/>
                  </a:moveTo>
                  <a:cubicBezTo>
                    <a:pt x="16" y="5"/>
                    <a:pt x="16" y="40"/>
                    <a:pt x="2" y="37"/>
                  </a:cubicBezTo>
                  <a:cubicBezTo>
                    <a:pt x="10" y="31"/>
                    <a:pt x="12" y="10"/>
                    <a:pt x="0" y="6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969">
              <a:extLst>
                <a:ext uri="{FF2B5EF4-FFF2-40B4-BE49-F238E27FC236}">
                  <a16:creationId xmlns:a16="http://schemas.microsoft.com/office/drawing/2014/main" id="{F8A65BE5-67FA-457B-90AA-9ED312B7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614"/>
              <a:ext cx="13" cy="32"/>
            </a:xfrm>
            <a:custGeom>
              <a:avLst/>
              <a:gdLst>
                <a:gd name="T0" fmla="*/ 3 w 17"/>
                <a:gd name="T1" fmla="*/ 3 h 38"/>
                <a:gd name="T2" fmla="*/ 2 w 17"/>
                <a:gd name="T3" fmla="*/ 0 h 38"/>
                <a:gd name="T4" fmla="*/ 1 w 17"/>
                <a:gd name="T5" fmla="*/ 20 h 38"/>
                <a:gd name="T6" fmla="*/ 3 w 17"/>
                <a:gd name="T7" fmla="*/ 15 h 38"/>
                <a:gd name="T8" fmla="*/ 0 w 17"/>
                <a:gd name="T9" fmla="*/ 0 h 38"/>
                <a:gd name="T10" fmla="*/ 0 w 17"/>
                <a:gd name="T11" fmla="*/ 3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8">
                  <a:moveTo>
                    <a:pt x="7" y="4"/>
                  </a:moveTo>
                  <a:cubicBezTo>
                    <a:pt x="6" y="2"/>
                    <a:pt x="5" y="2"/>
                    <a:pt x="5" y="0"/>
                  </a:cubicBezTo>
                  <a:cubicBezTo>
                    <a:pt x="11" y="6"/>
                    <a:pt x="17" y="38"/>
                    <a:pt x="1" y="33"/>
                  </a:cubicBezTo>
                  <a:cubicBezTo>
                    <a:pt x="1" y="27"/>
                    <a:pt x="4" y="29"/>
                    <a:pt x="6" y="25"/>
                  </a:cubicBezTo>
                  <a:cubicBezTo>
                    <a:pt x="8" y="16"/>
                    <a:pt x="6" y="7"/>
                    <a:pt x="0" y="0"/>
                  </a:cubicBezTo>
                  <a:cubicBezTo>
                    <a:pt x="0" y="1"/>
                    <a:pt x="1" y="2"/>
                    <a:pt x="0" y="3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970">
              <a:extLst>
                <a:ext uri="{FF2B5EF4-FFF2-40B4-BE49-F238E27FC236}">
                  <a16:creationId xmlns:a16="http://schemas.microsoft.com/office/drawing/2014/main" id="{C9621883-416D-41CF-8A5C-ED095A104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626"/>
              <a:ext cx="15" cy="28"/>
            </a:xfrm>
            <a:custGeom>
              <a:avLst/>
              <a:gdLst>
                <a:gd name="T0" fmla="*/ 2 w 19"/>
                <a:gd name="T1" fmla="*/ 3 h 33"/>
                <a:gd name="T2" fmla="*/ 5 w 19"/>
                <a:gd name="T3" fmla="*/ 7 h 33"/>
                <a:gd name="T4" fmla="*/ 5 w 19"/>
                <a:gd name="T5" fmla="*/ 20 h 33"/>
                <a:gd name="T6" fmla="*/ 3 w 19"/>
                <a:gd name="T7" fmla="*/ 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3">
                  <a:moveTo>
                    <a:pt x="5" y="5"/>
                  </a:moveTo>
                  <a:cubicBezTo>
                    <a:pt x="5" y="0"/>
                    <a:pt x="9" y="10"/>
                    <a:pt x="10" y="12"/>
                  </a:cubicBezTo>
                  <a:cubicBezTo>
                    <a:pt x="12" y="19"/>
                    <a:pt x="11" y="27"/>
                    <a:pt x="9" y="33"/>
                  </a:cubicBezTo>
                  <a:cubicBezTo>
                    <a:pt x="0" y="31"/>
                    <a:pt x="19" y="9"/>
                    <a:pt x="6" y="6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971">
              <a:extLst>
                <a:ext uri="{FF2B5EF4-FFF2-40B4-BE49-F238E27FC236}">
                  <a16:creationId xmlns:a16="http://schemas.microsoft.com/office/drawing/2014/main" id="{092C810E-6A60-48DE-A623-4A67D85B7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677"/>
              <a:ext cx="18" cy="32"/>
            </a:xfrm>
            <a:custGeom>
              <a:avLst/>
              <a:gdLst>
                <a:gd name="T0" fmla="*/ 2 w 22"/>
                <a:gd name="T1" fmla="*/ 3 h 37"/>
                <a:gd name="T2" fmla="*/ 1 w 22"/>
                <a:gd name="T3" fmla="*/ 0 h 37"/>
                <a:gd name="T4" fmla="*/ 7 w 22"/>
                <a:gd name="T5" fmla="*/ 16 h 37"/>
                <a:gd name="T6" fmla="*/ 2 w 22"/>
                <a:gd name="T7" fmla="*/ 21 h 37"/>
                <a:gd name="T8" fmla="*/ 2 w 22"/>
                <a:gd name="T9" fmla="*/ 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7">
                  <a:moveTo>
                    <a:pt x="3" y="3"/>
                  </a:moveTo>
                  <a:cubicBezTo>
                    <a:pt x="2" y="2"/>
                    <a:pt x="0" y="3"/>
                    <a:pt x="1" y="0"/>
                  </a:cubicBezTo>
                  <a:cubicBezTo>
                    <a:pt x="7" y="5"/>
                    <a:pt x="13" y="17"/>
                    <a:pt x="12" y="24"/>
                  </a:cubicBezTo>
                  <a:cubicBezTo>
                    <a:pt x="11" y="29"/>
                    <a:pt x="6" y="37"/>
                    <a:pt x="2" y="32"/>
                  </a:cubicBezTo>
                  <a:cubicBezTo>
                    <a:pt x="15" y="26"/>
                    <a:pt x="22" y="4"/>
                    <a:pt x="2" y="3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972">
              <a:extLst>
                <a:ext uri="{FF2B5EF4-FFF2-40B4-BE49-F238E27FC236}">
                  <a16:creationId xmlns:a16="http://schemas.microsoft.com/office/drawing/2014/main" id="{8A541A08-AC43-4E06-83A1-255E0750A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671"/>
              <a:ext cx="13" cy="24"/>
            </a:xfrm>
            <a:custGeom>
              <a:avLst/>
              <a:gdLst>
                <a:gd name="T0" fmla="*/ 2 w 16"/>
                <a:gd name="T1" fmla="*/ 3 h 28"/>
                <a:gd name="T2" fmla="*/ 0 w 16"/>
                <a:gd name="T3" fmla="*/ 3 h 28"/>
                <a:gd name="T4" fmla="*/ 2 w 16"/>
                <a:gd name="T5" fmla="*/ 18 h 28"/>
                <a:gd name="T6" fmla="*/ 8 w 16"/>
                <a:gd name="T7" fmla="*/ 12 h 28"/>
                <a:gd name="T8" fmla="*/ 2 w 16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3" y="6"/>
                  </a:moveTo>
                  <a:cubicBezTo>
                    <a:pt x="2" y="5"/>
                    <a:pt x="1" y="4"/>
                    <a:pt x="0" y="4"/>
                  </a:cubicBezTo>
                  <a:cubicBezTo>
                    <a:pt x="7" y="10"/>
                    <a:pt x="8" y="21"/>
                    <a:pt x="2" y="28"/>
                  </a:cubicBezTo>
                  <a:cubicBezTo>
                    <a:pt x="6" y="27"/>
                    <a:pt x="13" y="24"/>
                    <a:pt x="15" y="19"/>
                  </a:cubicBezTo>
                  <a:cubicBezTo>
                    <a:pt x="16" y="12"/>
                    <a:pt x="7" y="0"/>
                    <a:pt x="2" y="1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973">
              <a:extLst>
                <a:ext uri="{FF2B5EF4-FFF2-40B4-BE49-F238E27FC236}">
                  <a16:creationId xmlns:a16="http://schemas.microsoft.com/office/drawing/2014/main" id="{3DD07039-D01B-4199-A117-72A4C6283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670"/>
              <a:ext cx="14" cy="25"/>
            </a:xfrm>
            <a:custGeom>
              <a:avLst/>
              <a:gdLst>
                <a:gd name="T0" fmla="*/ 2 w 18"/>
                <a:gd name="T1" fmla="*/ 3 h 30"/>
                <a:gd name="T2" fmla="*/ 0 w 18"/>
                <a:gd name="T3" fmla="*/ 2 h 30"/>
                <a:gd name="T4" fmla="*/ 2 w 18"/>
                <a:gd name="T5" fmla="*/ 18 h 30"/>
                <a:gd name="T6" fmla="*/ 7 w 18"/>
                <a:gd name="T7" fmla="*/ 11 h 30"/>
                <a:gd name="T8" fmla="*/ 4 w 18"/>
                <a:gd name="T9" fmla="*/ 3 h 30"/>
                <a:gd name="T10" fmla="*/ 1 w 18"/>
                <a:gd name="T11" fmla="*/ 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0">
                  <a:moveTo>
                    <a:pt x="2" y="3"/>
                  </a:moveTo>
                  <a:cubicBezTo>
                    <a:pt x="2" y="2"/>
                    <a:pt x="1" y="1"/>
                    <a:pt x="0" y="2"/>
                  </a:cubicBezTo>
                  <a:cubicBezTo>
                    <a:pt x="5" y="10"/>
                    <a:pt x="16" y="23"/>
                    <a:pt x="4" y="30"/>
                  </a:cubicBezTo>
                  <a:cubicBezTo>
                    <a:pt x="6" y="24"/>
                    <a:pt x="15" y="26"/>
                    <a:pt x="16" y="19"/>
                  </a:cubicBezTo>
                  <a:cubicBezTo>
                    <a:pt x="18" y="14"/>
                    <a:pt x="11" y="9"/>
                    <a:pt x="8" y="6"/>
                  </a:cubicBezTo>
                  <a:cubicBezTo>
                    <a:pt x="5" y="4"/>
                    <a:pt x="2" y="0"/>
                    <a:pt x="1" y="3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974">
              <a:extLst>
                <a:ext uri="{FF2B5EF4-FFF2-40B4-BE49-F238E27FC236}">
                  <a16:creationId xmlns:a16="http://schemas.microsoft.com/office/drawing/2014/main" id="{F3F3DF70-7854-47EB-AFC1-70BE66EF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660"/>
              <a:ext cx="14" cy="25"/>
            </a:xfrm>
            <a:custGeom>
              <a:avLst/>
              <a:gdLst>
                <a:gd name="T0" fmla="*/ 2 w 17"/>
                <a:gd name="T1" fmla="*/ 3 h 29"/>
                <a:gd name="T2" fmla="*/ 2 w 17"/>
                <a:gd name="T3" fmla="*/ 7 h 29"/>
                <a:gd name="T4" fmla="*/ 2 w 17"/>
                <a:gd name="T5" fmla="*/ 19 h 29"/>
                <a:gd name="T6" fmla="*/ 2 w 17"/>
                <a:gd name="T7" fmla="*/ 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2" y="4"/>
                  </a:moveTo>
                  <a:cubicBezTo>
                    <a:pt x="0" y="0"/>
                    <a:pt x="5" y="9"/>
                    <a:pt x="5" y="10"/>
                  </a:cubicBezTo>
                  <a:cubicBezTo>
                    <a:pt x="7" y="16"/>
                    <a:pt x="7" y="22"/>
                    <a:pt x="5" y="29"/>
                  </a:cubicBezTo>
                  <a:cubicBezTo>
                    <a:pt x="17" y="25"/>
                    <a:pt x="12" y="11"/>
                    <a:pt x="4" y="6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975">
              <a:extLst>
                <a:ext uri="{FF2B5EF4-FFF2-40B4-BE49-F238E27FC236}">
                  <a16:creationId xmlns:a16="http://schemas.microsoft.com/office/drawing/2014/main" id="{883E4315-6D71-46E1-808C-36B284C59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659"/>
              <a:ext cx="14" cy="23"/>
            </a:xfrm>
            <a:custGeom>
              <a:avLst/>
              <a:gdLst>
                <a:gd name="T0" fmla="*/ 2 w 17"/>
                <a:gd name="T1" fmla="*/ 3 h 27"/>
                <a:gd name="T2" fmla="*/ 0 w 17"/>
                <a:gd name="T3" fmla="*/ 0 h 27"/>
                <a:gd name="T4" fmla="*/ 2 w 17"/>
                <a:gd name="T5" fmla="*/ 17 h 27"/>
                <a:gd name="T6" fmla="*/ 8 w 17"/>
                <a:gd name="T7" fmla="*/ 10 h 27"/>
                <a:gd name="T8" fmla="*/ 2 w 17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7">
                  <a:moveTo>
                    <a:pt x="2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3" y="5"/>
                    <a:pt x="14" y="25"/>
                    <a:pt x="5" y="27"/>
                  </a:cubicBezTo>
                  <a:cubicBezTo>
                    <a:pt x="8" y="24"/>
                    <a:pt x="14" y="23"/>
                    <a:pt x="15" y="17"/>
                  </a:cubicBezTo>
                  <a:cubicBezTo>
                    <a:pt x="17" y="10"/>
                    <a:pt x="10" y="4"/>
                    <a:pt x="5" y="2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976">
              <a:extLst>
                <a:ext uri="{FF2B5EF4-FFF2-40B4-BE49-F238E27FC236}">
                  <a16:creationId xmlns:a16="http://schemas.microsoft.com/office/drawing/2014/main" id="{92355335-41F7-4A2D-A759-9673215EF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656"/>
              <a:ext cx="12" cy="21"/>
            </a:xfrm>
            <a:custGeom>
              <a:avLst/>
              <a:gdLst>
                <a:gd name="T0" fmla="*/ 0 w 15"/>
                <a:gd name="T1" fmla="*/ 0 h 24"/>
                <a:gd name="T2" fmla="*/ 2 w 15"/>
                <a:gd name="T3" fmla="*/ 16 h 24"/>
                <a:gd name="T4" fmla="*/ 1 w 1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1" y="5"/>
                    <a:pt x="6" y="21"/>
                    <a:pt x="2" y="24"/>
                  </a:cubicBezTo>
                  <a:cubicBezTo>
                    <a:pt x="15" y="18"/>
                    <a:pt x="7" y="9"/>
                    <a:pt x="1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977">
              <a:extLst>
                <a:ext uri="{FF2B5EF4-FFF2-40B4-BE49-F238E27FC236}">
                  <a16:creationId xmlns:a16="http://schemas.microsoft.com/office/drawing/2014/main" id="{DD2BD13F-2227-4D53-8662-7029E4A5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644"/>
              <a:ext cx="18" cy="27"/>
            </a:xfrm>
            <a:custGeom>
              <a:avLst/>
              <a:gdLst>
                <a:gd name="T0" fmla="*/ 1 w 23"/>
                <a:gd name="T1" fmla="*/ 2 h 31"/>
                <a:gd name="T2" fmla="*/ 0 w 23"/>
                <a:gd name="T3" fmla="*/ 0 h 31"/>
                <a:gd name="T4" fmla="*/ 2 w 23"/>
                <a:gd name="T5" fmla="*/ 21 h 31"/>
                <a:gd name="T6" fmla="*/ 2 w 23"/>
                <a:gd name="T7" fmla="*/ 1 h 31"/>
                <a:gd name="T8" fmla="*/ 2 w 23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5" y="7"/>
                    <a:pt x="15" y="25"/>
                    <a:pt x="4" y="31"/>
                  </a:cubicBezTo>
                  <a:cubicBezTo>
                    <a:pt x="23" y="30"/>
                    <a:pt x="10" y="8"/>
                    <a:pt x="2" y="1"/>
                  </a:cubicBezTo>
                  <a:cubicBezTo>
                    <a:pt x="0" y="0"/>
                    <a:pt x="2" y="1"/>
                    <a:pt x="2" y="2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978">
              <a:extLst>
                <a:ext uri="{FF2B5EF4-FFF2-40B4-BE49-F238E27FC236}">
                  <a16:creationId xmlns:a16="http://schemas.microsoft.com/office/drawing/2014/main" id="{0E6628F6-D9F9-4062-93D0-7A8A6073E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636"/>
              <a:ext cx="17" cy="27"/>
            </a:xfrm>
            <a:custGeom>
              <a:avLst/>
              <a:gdLst>
                <a:gd name="T0" fmla="*/ 1 w 21"/>
                <a:gd name="T1" fmla="*/ 3 h 32"/>
                <a:gd name="T2" fmla="*/ 1 w 21"/>
                <a:gd name="T3" fmla="*/ 3 h 32"/>
                <a:gd name="T4" fmla="*/ 2 w 21"/>
                <a:gd name="T5" fmla="*/ 19 h 32"/>
                <a:gd name="T6" fmla="*/ 1 w 21"/>
                <a:gd name="T7" fmla="*/ 0 h 32"/>
                <a:gd name="T8" fmla="*/ 1 w 21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2">
                  <a:moveTo>
                    <a:pt x="1" y="5"/>
                  </a:moveTo>
                  <a:cubicBezTo>
                    <a:pt x="0" y="4"/>
                    <a:pt x="0" y="3"/>
                    <a:pt x="1" y="4"/>
                  </a:cubicBezTo>
                  <a:cubicBezTo>
                    <a:pt x="8" y="12"/>
                    <a:pt x="10" y="22"/>
                    <a:pt x="4" y="32"/>
                  </a:cubicBezTo>
                  <a:cubicBezTo>
                    <a:pt x="21" y="31"/>
                    <a:pt x="9" y="5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979">
              <a:extLst>
                <a:ext uri="{FF2B5EF4-FFF2-40B4-BE49-F238E27FC236}">
                  <a16:creationId xmlns:a16="http://schemas.microsoft.com/office/drawing/2014/main" id="{0AECCC95-6952-4A89-91C7-1E468CCA2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632"/>
              <a:ext cx="16" cy="27"/>
            </a:xfrm>
            <a:custGeom>
              <a:avLst/>
              <a:gdLst>
                <a:gd name="T0" fmla="*/ 2 w 20"/>
                <a:gd name="T1" fmla="*/ 2 h 31"/>
                <a:gd name="T2" fmla="*/ 0 w 20"/>
                <a:gd name="T3" fmla="*/ 0 h 31"/>
                <a:gd name="T4" fmla="*/ 2 w 20"/>
                <a:gd name="T5" fmla="*/ 21 h 31"/>
                <a:gd name="T6" fmla="*/ 2 w 2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1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3" y="10"/>
                    <a:pt x="5" y="20"/>
                    <a:pt x="3" y="31"/>
                  </a:cubicBezTo>
                  <a:cubicBezTo>
                    <a:pt x="10" y="24"/>
                    <a:pt x="20" y="0"/>
                    <a:pt x="3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980">
              <a:extLst>
                <a:ext uri="{FF2B5EF4-FFF2-40B4-BE49-F238E27FC236}">
                  <a16:creationId xmlns:a16="http://schemas.microsoft.com/office/drawing/2014/main" id="{ABD9DA80-9B8A-4C6C-96D9-D45370ACA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695"/>
              <a:ext cx="20" cy="27"/>
            </a:xfrm>
            <a:custGeom>
              <a:avLst/>
              <a:gdLst>
                <a:gd name="T0" fmla="*/ 13 w 25"/>
                <a:gd name="T1" fmla="*/ 8 h 31"/>
                <a:gd name="T2" fmla="*/ 2 w 25"/>
                <a:gd name="T3" fmla="*/ 21 h 31"/>
                <a:gd name="T4" fmla="*/ 9 w 25"/>
                <a:gd name="T5" fmla="*/ 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1">
                  <a:moveTo>
                    <a:pt x="25" y="12"/>
                  </a:moveTo>
                  <a:cubicBezTo>
                    <a:pt x="19" y="0"/>
                    <a:pt x="2" y="22"/>
                    <a:pt x="3" y="31"/>
                  </a:cubicBezTo>
                  <a:cubicBezTo>
                    <a:pt x="4" y="16"/>
                    <a:pt x="0" y="12"/>
                    <a:pt x="17" y="12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981">
              <a:extLst>
                <a:ext uri="{FF2B5EF4-FFF2-40B4-BE49-F238E27FC236}">
                  <a16:creationId xmlns:a16="http://schemas.microsoft.com/office/drawing/2014/main" id="{A2D09C8B-975C-4BE4-A80B-963200910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557"/>
              <a:ext cx="12" cy="25"/>
            </a:xfrm>
            <a:custGeom>
              <a:avLst/>
              <a:gdLst>
                <a:gd name="T0" fmla="*/ 3 w 15"/>
                <a:gd name="T1" fmla="*/ 1 h 29"/>
                <a:gd name="T2" fmla="*/ 0 w 15"/>
                <a:gd name="T3" fmla="*/ 16 h 29"/>
                <a:gd name="T4" fmla="*/ 0 w 15"/>
                <a:gd name="T5" fmla="*/ 16 h 29"/>
                <a:gd name="T6" fmla="*/ 5 w 1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6" y="1"/>
                  </a:moveTo>
                  <a:cubicBezTo>
                    <a:pt x="9" y="0"/>
                    <a:pt x="8" y="21"/>
                    <a:pt x="0" y="24"/>
                  </a:cubicBezTo>
                  <a:cubicBezTo>
                    <a:pt x="0" y="24"/>
                    <a:pt x="0" y="26"/>
                    <a:pt x="0" y="26"/>
                  </a:cubicBezTo>
                  <a:cubicBezTo>
                    <a:pt x="13" y="29"/>
                    <a:pt x="15" y="7"/>
                    <a:pt x="9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982">
              <a:extLst>
                <a:ext uri="{FF2B5EF4-FFF2-40B4-BE49-F238E27FC236}">
                  <a16:creationId xmlns:a16="http://schemas.microsoft.com/office/drawing/2014/main" id="{B2E756DE-60FA-4C72-96E3-C6A4597B7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567"/>
              <a:ext cx="9" cy="26"/>
            </a:xfrm>
            <a:custGeom>
              <a:avLst/>
              <a:gdLst>
                <a:gd name="T0" fmla="*/ 4 w 12"/>
                <a:gd name="T1" fmla="*/ 3 h 31"/>
                <a:gd name="T2" fmla="*/ 0 w 12"/>
                <a:gd name="T3" fmla="*/ 18 h 31"/>
                <a:gd name="T4" fmla="*/ 4 w 12"/>
                <a:gd name="T5" fmla="*/ 14 h 31"/>
                <a:gd name="T6" fmla="*/ 5 w 12"/>
                <a:gd name="T7" fmla="*/ 5 h 31"/>
                <a:gd name="T8" fmla="*/ 5 w 12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1">
                  <a:moveTo>
                    <a:pt x="8" y="5"/>
                  </a:moveTo>
                  <a:cubicBezTo>
                    <a:pt x="8" y="11"/>
                    <a:pt x="8" y="26"/>
                    <a:pt x="0" y="31"/>
                  </a:cubicBezTo>
                  <a:cubicBezTo>
                    <a:pt x="1" y="26"/>
                    <a:pt x="6" y="28"/>
                    <a:pt x="9" y="24"/>
                  </a:cubicBezTo>
                  <a:cubicBezTo>
                    <a:pt x="12" y="19"/>
                    <a:pt x="11" y="13"/>
                    <a:pt x="11" y="8"/>
                  </a:cubicBezTo>
                  <a:cubicBezTo>
                    <a:pt x="11" y="7"/>
                    <a:pt x="8" y="0"/>
                    <a:pt x="10" y="4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983">
              <a:extLst>
                <a:ext uri="{FF2B5EF4-FFF2-40B4-BE49-F238E27FC236}">
                  <a16:creationId xmlns:a16="http://schemas.microsoft.com/office/drawing/2014/main" id="{654D8B16-1538-4233-9D61-D14CA6105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582"/>
              <a:ext cx="10" cy="24"/>
            </a:xfrm>
            <a:custGeom>
              <a:avLst/>
              <a:gdLst>
                <a:gd name="T0" fmla="*/ 5 w 12"/>
                <a:gd name="T1" fmla="*/ 1 h 28"/>
                <a:gd name="T2" fmla="*/ 0 w 12"/>
                <a:gd name="T3" fmla="*/ 15 h 28"/>
                <a:gd name="T4" fmla="*/ 6 w 1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8" y="1"/>
                  </a:moveTo>
                  <a:cubicBezTo>
                    <a:pt x="9" y="7"/>
                    <a:pt x="4" y="18"/>
                    <a:pt x="0" y="25"/>
                  </a:cubicBezTo>
                  <a:cubicBezTo>
                    <a:pt x="12" y="28"/>
                    <a:pt x="12" y="3"/>
                    <a:pt x="9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984">
              <a:extLst>
                <a:ext uri="{FF2B5EF4-FFF2-40B4-BE49-F238E27FC236}">
                  <a16:creationId xmlns:a16="http://schemas.microsoft.com/office/drawing/2014/main" id="{1BCFC1B7-4169-4AAD-9F1B-463A5A40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595"/>
              <a:ext cx="14" cy="22"/>
            </a:xfrm>
            <a:custGeom>
              <a:avLst/>
              <a:gdLst>
                <a:gd name="T0" fmla="*/ 3 w 17"/>
                <a:gd name="T1" fmla="*/ 3 h 26"/>
                <a:gd name="T2" fmla="*/ 4 w 17"/>
                <a:gd name="T3" fmla="*/ 1 h 26"/>
                <a:gd name="T4" fmla="*/ 0 w 17"/>
                <a:gd name="T5" fmla="*/ 16 h 26"/>
                <a:gd name="T6" fmla="*/ 6 w 17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6" y="6"/>
                  </a:moveTo>
                  <a:cubicBezTo>
                    <a:pt x="6" y="5"/>
                    <a:pt x="7" y="3"/>
                    <a:pt x="7" y="1"/>
                  </a:cubicBezTo>
                  <a:cubicBezTo>
                    <a:pt x="10" y="9"/>
                    <a:pt x="6" y="20"/>
                    <a:pt x="0" y="26"/>
                  </a:cubicBezTo>
                  <a:cubicBezTo>
                    <a:pt x="7" y="18"/>
                    <a:pt x="17" y="13"/>
                    <a:pt x="10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985">
              <a:extLst>
                <a:ext uri="{FF2B5EF4-FFF2-40B4-BE49-F238E27FC236}">
                  <a16:creationId xmlns:a16="http://schemas.microsoft.com/office/drawing/2014/main" id="{6DC65616-424A-40A4-828F-855B8F396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612"/>
              <a:ext cx="18" cy="25"/>
            </a:xfrm>
            <a:custGeom>
              <a:avLst/>
              <a:gdLst>
                <a:gd name="T0" fmla="*/ 8 w 23"/>
                <a:gd name="T1" fmla="*/ 1 h 29"/>
                <a:gd name="T2" fmla="*/ 7 w 23"/>
                <a:gd name="T3" fmla="*/ 0 h 29"/>
                <a:gd name="T4" fmla="*/ 1 w 23"/>
                <a:gd name="T5" fmla="*/ 18 h 29"/>
                <a:gd name="T6" fmla="*/ 1 w 23"/>
                <a:gd name="T7" fmla="*/ 16 h 29"/>
                <a:gd name="T8" fmla="*/ 9 w 23"/>
                <a:gd name="T9" fmla="*/ 15 h 29"/>
                <a:gd name="T10" fmla="*/ 9 w 23"/>
                <a:gd name="T11" fmla="*/ 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9">
                  <a:moveTo>
                    <a:pt x="16" y="1"/>
                  </a:moveTo>
                  <a:cubicBezTo>
                    <a:pt x="16" y="1"/>
                    <a:pt x="15" y="0"/>
                    <a:pt x="15" y="0"/>
                  </a:cubicBezTo>
                  <a:cubicBezTo>
                    <a:pt x="16" y="9"/>
                    <a:pt x="11" y="29"/>
                    <a:pt x="1" y="28"/>
                  </a:cubicBezTo>
                  <a:cubicBezTo>
                    <a:pt x="0" y="28"/>
                    <a:pt x="0" y="27"/>
                    <a:pt x="1" y="26"/>
                  </a:cubicBezTo>
                  <a:cubicBezTo>
                    <a:pt x="7" y="26"/>
                    <a:pt x="13" y="28"/>
                    <a:pt x="18" y="23"/>
                  </a:cubicBezTo>
                  <a:cubicBezTo>
                    <a:pt x="23" y="18"/>
                    <a:pt x="22" y="7"/>
                    <a:pt x="19" y="4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986">
              <a:extLst>
                <a:ext uri="{FF2B5EF4-FFF2-40B4-BE49-F238E27FC236}">
                  <a16:creationId xmlns:a16="http://schemas.microsoft.com/office/drawing/2014/main" id="{1038CB54-02AE-4694-AC58-20C12DA6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625"/>
              <a:ext cx="12" cy="21"/>
            </a:xfrm>
            <a:custGeom>
              <a:avLst/>
              <a:gdLst>
                <a:gd name="T0" fmla="*/ 3 w 15"/>
                <a:gd name="T1" fmla="*/ 5 h 25"/>
                <a:gd name="T2" fmla="*/ 3 w 15"/>
                <a:gd name="T3" fmla="*/ 3 h 25"/>
                <a:gd name="T4" fmla="*/ 0 w 15"/>
                <a:gd name="T5" fmla="*/ 15 h 25"/>
                <a:gd name="T6" fmla="*/ 6 w 1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6" y="8"/>
                  </a:moveTo>
                  <a:cubicBezTo>
                    <a:pt x="6" y="8"/>
                    <a:pt x="6" y="7"/>
                    <a:pt x="6" y="6"/>
                  </a:cubicBezTo>
                  <a:cubicBezTo>
                    <a:pt x="7" y="13"/>
                    <a:pt x="4" y="19"/>
                    <a:pt x="0" y="25"/>
                  </a:cubicBezTo>
                  <a:cubicBezTo>
                    <a:pt x="11" y="22"/>
                    <a:pt x="15" y="11"/>
                    <a:pt x="11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987">
              <a:extLst>
                <a:ext uri="{FF2B5EF4-FFF2-40B4-BE49-F238E27FC236}">
                  <a16:creationId xmlns:a16="http://schemas.microsoft.com/office/drawing/2014/main" id="{F3996BAB-B7EA-4120-8117-B528F03AD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638"/>
              <a:ext cx="20" cy="24"/>
            </a:xfrm>
            <a:custGeom>
              <a:avLst/>
              <a:gdLst>
                <a:gd name="T0" fmla="*/ 6 w 24"/>
                <a:gd name="T1" fmla="*/ 3 h 28"/>
                <a:gd name="T2" fmla="*/ 6 w 24"/>
                <a:gd name="T3" fmla="*/ 0 h 28"/>
                <a:gd name="T4" fmla="*/ 0 w 24"/>
                <a:gd name="T5" fmla="*/ 18 h 28"/>
                <a:gd name="T6" fmla="*/ 7 w 24"/>
                <a:gd name="T7" fmla="*/ 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9" y="4"/>
                  </a:moveTo>
                  <a:cubicBezTo>
                    <a:pt x="9" y="2"/>
                    <a:pt x="9" y="1"/>
                    <a:pt x="10" y="0"/>
                  </a:cubicBezTo>
                  <a:cubicBezTo>
                    <a:pt x="11" y="10"/>
                    <a:pt x="8" y="22"/>
                    <a:pt x="0" y="28"/>
                  </a:cubicBezTo>
                  <a:cubicBezTo>
                    <a:pt x="8" y="21"/>
                    <a:pt x="24" y="20"/>
                    <a:pt x="12" y="3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988">
              <a:extLst>
                <a:ext uri="{FF2B5EF4-FFF2-40B4-BE49-F238E27FC236}">
                  <a16:creationId xmlns:a16="http://schemas.microsoft.com/office/drawing/2014/main" id="{6B5F6308-7597-4129-8DEE-AB585D29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652"/>
              <a:ext cx="19" cy="22"/>
            </a:xfrm>
            <a:custGeom>
              <a:avLst/>
              <a:gdLst>
                <a:gd name="T0" fmla="*/ 5 w 24"/>
                <a:gd name="T1" fmla="*/ 3 h 26"/>
                <a:gd name="T2" fmla="*/ 4 w 24"/>
                <a:gd name="T3" fmla="*/ 2 h 26"/>
                <a:gd name="T4" fmla="*/ 0 w 24"/>
                <a:gd name="T5" fmla="*/ 15 h 26"/>
                <a:gd name="T6" fmla="*/ 7 w 24"/>
                <a:gd name="T7" fmla="*/ 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9" y="3"/>
                  </a:moveTo>
                  <a:cubicBezTo>
                    <a:pt x="8" y="2"/>
                    <a:pt x="8" y="0"/>
                    <a:pt x="8" y="2"/>
                  </a:cubicBezTo>
                  <a:cubicBezTo>
                    <a:pt x="8" y="11"/>
                    <a:pt x="7" y="19"/>
                    <a:pt x="0" y="25"/>
                  </a:cubicBezTo>
                  <a:cubicBezTo>
                    <a:pt x="11" y="26"/>
                    <a:pt x="24" y="11"/>
                    <a:pt x="14" y="5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989">
              <a:extLst>
                <a:ext uri="{FF2B5EF4-FFF2-40B4-BE49-F238E27FC236}">
                  <a16:creationId xmlns:a16="http://schemas.microsoft.com/office/drawing/2014/main" id="{5CE4BDD7-AD8F-40EE-9BFB-B50987926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671"/>
              <a:ext cx="12" cy="15"/>
            </a:xfrm>
            <a:custGeom>
              <a:avLst/>
              <a:gdLst>
                <a:gd name="T0" fmla="*/ 6 w 15"/>
                <a:gd name="T1" fmla="*/ 0 h 17"/>
                <a:gd name="T2" fmla="*/ 0 w 15"/>
                <a:gd name="T3" fmla="*/ 11 h 17"/>
                <a:gd name="T4" fmla="*/ 5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cubicBezTo>
                    <a:pt x="3" y="0"/>
                    <a:pt x="3" y="12"/>
                    <a:pt x="0" y="17"/>
                  </a:cubicBezTo>
                  <a:cubicBezTo>
                    <a:pt x="7" y="16"/>
                    <a:pt x="15" y="4"/>
                    <a:pt x="10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990">
              <a:extLst>
                <a:ext uri="{FF2B5EF4-FFF2-40B4-BE49-F238E27FC236}">
                  <a16:creationId xmlns:a16="http://schemas.microsoft.com/office/drawing/2014/main" id="{BBA6AE46-6F51-45C4-A8C6-86342F5D3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82"/>
              <a:ext cx="13" cy="17"/>
            </a:xfrm>
            <a:custGeom>
              <a:avLst/>
              <a:gdLst>
                <a:gd name="T0" fmla="*/ 7 w 16"/>
                <a:gd name="T1" fmla="*/ 2 h 19"/>
                <a:gd name="T2" fmla="*/ 0 w 16"/>
                <a:gd name="T3" fmla="*/ 13 h 19"/>
                <a:gd name="T4" fmla="*/ 7 w 16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4" y="2"/>
                  </a:moveTo>
                  <a:cubicBezTo>
                    <a:pt x="11" y="0"/>
                    <a:pt x="0" y="13"/>
                    <a:pt x="0" y="19"/>
                  </a:cubicBezTo>
                  <a:cubicBezTo>
                    <a:pt x="9" y="17"/>
                    <a:pt x="16" y="11"/>
                    <a:pt x="14" y="3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991">
              <a:extLst>
                <a:ext uri="{FF2B5EF4-FFF2-40B4-BE49-F238E27FC236}">
                  <a16:creationId xmlns:a16="http://schemas.microsoft.com/office/drawing/2014/main" id="{EE649F60-44FA-475D-8C8B-6BE6C6BD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694"/>
              <a:ext cx="6" cy="12"/>
            </a:xfrm>
            <a:custGeom>
              <a:avLst/>
              <a:gdLst>
                <a:gd name="T0" fmla="*/ 2 w 8"/>
                <a:gd name="T1" fmla="*/ 0 h 14"/>
                <a:gd name="T2" fmla="*/ 0 w 8"/>
                <a:gd name="T3" fmla="*/ 9 h 14"/>
                <a:gd name="T4" fmla="*/ 4 w 8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3" y="0"/>
                  </a:moveTo>
                  <a:cubicBezTo>
                    <a:pt x="5" y="3"/>
                    <a:pt x="1" y="9"/>
                    <a:pt x="0" y="14"/>
                  </a:cubicBezTo>
                  <a:cubicBezTo>
                    <a:pt x="2" y="10"/>
                    <a:pt x="5" y="6"/>
                    <a:pt x="8" y="2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992">
              <a:extLst>
                <a:ext uri="{FF2B5EF4-FFF2-40B4-BE49-F238E27FC236}">
                  <a16:creationId xmlns:a16="http://schemas.microsoft.com/office/drawing/2014/main" id="{C3D506FA-4450-4F55-9F80-35EE91B96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540"/>
              <a:ext cx="7" cy="23"/>
            </a:xfrm>
            <a:custGeom>
              <a:avLst/>
              <a:gdLst>
                <a:gd name="T0" fmla="*/ 5 w 8"/>
                <a:gd name="T1" fmla="*/ 0 h 26"/>
                <a:gd name="T2" fmla="*/ 0 w 8"/>
                <a:gd name="T3" fmla="*/ 18 h 26"/>
                <a:gd name="T4" fmla="*/ 1 w 8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6" y="9"/>
                    <a:pt x="2" y="17"/>
                    <a:pt x="0" y="26"/>
                  </a:cubicBezTo>
                  <a:cubicBezTo>
                    <a:pt x="0" y="19"/>
                    <a:pt x="5" y="10"/>
                    <a:pt x="1" y="4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993">
              <a:extLst>
                <a:ext uri="{FF2B5EF4-FFF2-40B4-BE49-F238E27FC236}">
                  <a16:creationId xmlns:a16="http://schemas.microsoft.com/office/drawing/2014/main" id="{5E0472D3-06DB-4102-8FB0-49F864BD3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530"/>
              <a:ext cx="11" cy="24"/>
            </a:xfrm>
            <a:custGeom>
              <a:avLst/>
              <a:gdLst>
                <a:gd name="T0" fmla="*/ 6 w 14"/>
                <a:gd name="T1" fmla="*/ 3 h 28"/>
                <a:gd name="T2" fmla="*/ 6 w 14"/>
                <a:gd name="T3" fmla="*/ 3 h 28"/>
                <a:gd name="T4" fmla="*/ 2 w 14"/>
                <a:gd name="T5" fmla="*/ 18 h 28"/>
                <a:gd name="T6" fmla="*/ 4 w 14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8">
                  <a:moveTo>
                    <a:pt x="13" y="6"/>
                  </a:moveTo>
                  <a:cubicBezTo>
                    <a:pt x="14" y="5"/>
                    <a:pt x="14" y="4"/>
                    <a:pt x="13" y="4"/>
                  </a:cubicBezTo>
                  <a:cubicBezTo>
                    <a:pt x="8" y="10"/>
                    <a:pt x="2" y="20"/>
                    <a:pt x="5" y="28"/>
                  </a:cubicBezTo>
                  <a:cubicBezTo>
                    <a:pt x="6" y="19"/>
                    <a:pt x="0" y="7"/>
                    <a:pt x="7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994">
              <a:extLst>
                <a:ext uri="{FF2B5EF4-FFF2-40B4-BE49-F238E27FC236}">
                  <a16:creationId xmlns:a16="http://schemas.microsoft.com/office/drawing/2014/main" id="{49D36F57-75C0-42CF-A394-83694D9F9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518"/>
              <a:ext cx="11" cy="26"/>
            </a:xfrm>
            <a:custGeom>
              <a:avLst/>
              <a:gdLst>
                <a:gd name="T0" fmla="*/ 7 w 14"/>
                <a:gd name="T1" fmla="*/ 3 h 30"/>
                <a:gd name="T2" fmla="*/ 2 w 14"/>
                <a:gd name="T3" fmla="*/ 20 h 30"/>
                <a:gd name="T4" fmla="*/ 6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4" y="4"/>
                  </a:moveTo>
                  <a:cubicBezTo>
                    <a:pt x="3" y="1"/>
                    <a:pt x="4" y="25"/>
                    <a:pt x="5" y="30"/>
                  </a:cubicBezTo>
                  <a:cubicBezTo>
                    <a:pt x="5" y="23"/>
                    <a:pt x="0" y="2"/>
                    <a:pt x="11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995">
              <a:extLst>
                <a:ext uri="{FF2B5EF4-FFF2-40B4-BE49-F238E27FC236}">
                  <a16:creationId xmlns:a16="http://schemas.microsoft.com/office/drawing/2014/main" id="{E4B0A541-F21B-4F70-88E3-3FAF31C8B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506"/>
              <a:ext cx="20" cy="20"/>
            </a:xfrm>
            <a:custGeom>
              <a:avLst/>
              <a:gdLst>
                <a:gd name="T0" fmla="*/ 14 w 24"/>
                <a:gd name="T1" fmla="*/ 4 h 24"/>
                <a:gd name="T2" fmla="*/ 6 w 24"/>
                <a:gd name="T3" fmla="*/ 14 h 24"/>
                <a:gd name="T4" fmla="*/ 7 w 2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24" y="7"/>
                  </a:moveTo>
                  <a:cubicBezTo>
                    <a:pt x="15" y="2"/>
                    <a:pt x="9" y="17"/>
                    <a:pt x="10" y="24"/>
                  </a:cubicBezTo>
                  <a:cubicBezTo>
                    <a:pt x="12" y="18"/>
                    <a:pt x="0" y="5"/>
                    <a:pt x="11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996">
              <a:extLst>
                <a:ext uri="{FF2B5EF4-FFF2-40B4-BE49-F238E27FC236}">
                  <a16:creationId xmlns:a16="http://schemas.microsoft.com/office/drawing/2014/main" id="{AF88A8A9-9081-4CED-8B6D-9A9895C27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486"/>
              <a:ext cx="18" cy="21"/>
            </a:xfrm>
            <a:custGeom>
              <a:avLst/>
              <a:gdLst>
                <a:gd name="T0" fmla="*/ 2 w 22"/>
                <a:gd name="T1" fmla="*/ 3 h 25"/>
                <a:gd name="T2" fmla="*/ 2 w 22"/>
                <a:gd name="T3" fmla="*/ 15 h 25"/>
                <a:gd name="T4" fmla="*/ 12 w 22"/>
                <a:gd name="T5" fmla="*/ 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5" y="4"/>
                  </a:moveTo>
                  <a:cubicBezTo>
                    <a:pt x="0" y="10"/>
                    <a:pt x="1" y="18"/>
                    <a:pt x="5" y="25"/>
                  </a:cubicBezTo>
                  <a:cubicBezTo>
                    <a:pt x="5" y="16"/>
                    <a:pt x="11" y="0"/>
                    <a:pt x="22" y="6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997">
              <a:extLst>
                <a:ext uri="{FF2B5EF4-FFF2-40B4-BE49-F238E27FC236}">
                  <a16:creationId xmlns:a16="http://schemas.microsoft.com/office/drawing/2014/main" id="{C53AAAE3-57B4-4FB7-A72B-19006883C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480"/>
              <a:ext cx="12" cy="19"/>
            </a:xfrm>
            <a:custGeom>
              <a:avLst/>
              <a:gdLst>
                <a:gd name="T0" fmla="*/ 8 w 15"/>
                <a:gd name="T1" fmla="*/ 2 h 22"/>
                <a:gd name="T2" fmla="*/ 0 w 15"/>
                <a:gd name="T3" fmla="*/ 14 h 22"/>
                <a:gd name="T4" fmla="*/ 2 w 1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2"/>
                  </a:moveTo>
                  <a:cubicBezTo>
                    <a:pt x="7" y="3"/>
                    <a:pt x="1" y="14"/>
                    <a:pt x="0" y="22"/>
                  </a:cubicBezTo>
                  <a:cubicBezTo>
                    <a:pt x="7" y="16"/>
                    <a:pt x="1" y="7"/>
                    <a:pt x="3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998">
              <a:extLst>
                <a:ext uri="{FF2B5EF4-FFF2-40B4-BE49-F238E27FC236}">
                  <a16:creationId xmlns:a16="http://schemas.microsoft.com/office/drawing/2014/main" id="{31E9DCC9-1429-4DE9-87CD-000938C4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455"/>
              <a:ext cx="21" cy="19"/>
            </a:xfrm>
            <a:custGeom>
              <a:avLst/>
              <a:gdLst>
                <a:gd name="T0" fmla="*/ 14 w 26"/>
                <a:gd name="T1" fmla="*/ 4 h 22"/>
                <a:gd name="T2" fmla="*/ 12 w 26"/>
                <a:gd name="T3" fmla="*/ 2 h 22"/>
                <a:gd name="T4" fmla="*/ 5 w 26"/>
                <a:gd name="T5" fmla="*/ 14 h 22"/>
                <a:gd name="T6" fmla="*/ 2 w 2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26" y="7"/>
                  </a:moveTo>
                  <a:cubicBezTo>
                    <a:pt x="25" y="5"/>
                    <a:pt x="24" y="3"/>
                    <a:pt x="22" y="2"/>
                  </a:cubicBezTo>
                  <a:cubicBezTo>
                    <a:pt x="16" y="7"/>
                    <a:pt x="10" y="14"/>
                    <a:pt x="10" y="22"/>
                  </a:cubicBezTo>
                  <a:cubicBezTo>
                    <a:pt x="6" y="16"/>
                    <a:pt x="0" y="8"/>
                    <a:pt x="4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999">
              <a:extLst>
                <a:ext uri="{FF2B5EF4-FFF2-40B4-BE49-F238E27FC236}">
                  <a16:creationId xmlns:a16="http://schemas.microsoft.com/office/drawing/2014/main" id="{68AE5378-6C6D-4596-A6BF-3DCEDC0ED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440"/>
              <a:ext cx="13" cy="19"/>
            </a:xfrm>
            <a:custGeom>
              <a:avLst/>
              <a:gdLst>
                <a:gd name="T0" fmla="*/ 8 w 17"/>
                <a:gd name="T1" fmla="*/ 4 h 22"/>
                <a:gd name="T2" fmla="*/ 2 w 17"/>
                <a:gd name="T3" fmla="*/ 14 h 22"/>
                <a:gd name="T4" fmla="*/ 2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17" y="7"/>
                  </a:moveTo>
                  <a:cubicBezTo>
                    <a:pt x="10" y="1"/>
                    <a:pt x="5" y="16"/>
                    <a:pt x="4" y="22"/>
                  </a:cubicBezTo>
                  <a:cubicBezTo>
                    <a:pt x="4" y="14"/>
                    <a:pt x="0" y="7"/>
                    <a:pt x="5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1000">
              <a:extLst>
                <a:ext uri="{FF2B5EF4-FFF2-40B4-BE49-F238E27FC236}">
                  <a16:creationId xmlns:a16="http://schemas.microsoft.com/office/drawing/2014/main" id="{346DA1CC-C5CD-4917-8FA1-345EBF922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417"/>
              <a:ext cx="13" cy="15"/>
            </a:xfrm>
            <a:custGeom>
              <a:avLst/>
              <a:gdLst>
                <a:gd name="T0" fmla="*/ 9 w 16"/>
                <a:gd name="T1" fmla="*/ 0 h 18"/>
                <a:gd name="T2" fmla="*/ 2 w 16"/>
                <a:gd name="T3" fmla="*/ 11 h 18"/>
                <a:gd name="T4" fmla="*/ 2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8" y="2"/>
                    <a:pt x="1" y="9"/>
                    <a:pt x="5" y="18"/>
                  </a:cubicBezTo>
                  <a:cubicBezTo>
                    <a:pt x="6" y="13"/>
                    <a:pt x="0" y="8"/>
                    <a:pt x="2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1001">
              <a:extLst>
                <a:ext uri="{FF2B5EF4-FFF2-40B4-BE49-F238E27FC236}">
                  <a16:creationId xmlns:a16="http://schemas.microsoft.com/office/drawing/2014/main" id="{9A0B2A7C-8FEE-40AF-BFB7-49ED3F3F4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397"/>
              <a:ext cx="23" cy="19"/>
            </a:xfrm>
            <a:custGeom>
              <a:avLst/>
              <a:gdLst>
                <a:gd name="T0" fmla="*/ 14 w 29"/>
                <a:gd name="T1" fmla="*/ 2 h 23"/>
                <a:gd name="T2" fmla="*/ 8 w 29"/>
                <a:gd name="T3" fmla="*/ 13 h 23"/>
                <a:gd name="T4" fmla="*/ 8 w 2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3">
                  <a:moveTo>
                    <a:pt x="29" y="3"/>
                  </a:moveTo>
                  <a:cubicBezTo>
                    <a:pt x="20" y="4"/>
                    <a:pt x="17" y="15"/>
                    <a:pt x="17" y="23"/>
                  </a:cubicBezTo>
                  <a:cubicBezTo>
                    <a:pt x="12" y="19"/>
                    <a:pt x="0" y="1"/>
                    <a:pt x="15" y="0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1002">
              <a:extLst>
                <a:ext uri="{FF2B5EF4-FFF2-40B4-BE49-F238E27FC236}">
                  <a16:creationId xmlns:a16="http://schemas.microsoft.com/office/drawing/2014/main" id="{9EA34A11-1B6E-42EE-BF06-35246D1FC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70"/>
              <a:ext cx="22" cy="33"/>
            </a:xfrm>
            <a:custGeom>
              <a:avLst/>
              <a:gdLst>
                <a:gd name="T0" fmla="*/ 13 w 28"/>
                <a:gd name="T1" fmla="*/ 10 h 38"/>
                <a:gd name="T2" fmla="*/ 6 w 28"/>
                <a:gd name="T3" fmla="*/ 25 h 38"/>
                <a:gd name="T4" fmla="*/ 8 w 28"/>
                <a:gd name="T5" fmla="*/ 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28" y="15"/>
                  </a:moveTo>
                  <a:cubicBezTo>
                    <a:pt x="23" y="0"/>
                    <a:pt x="11" y="31"/>
                    <a:pt x="12" y="38"/>
                  </a:cubicBezTo>
                  <a:cubicBezTo>
                    <a:pt x="13" y="26"/>
                    <a:pt x="0" y="13"/>
                    <a:pt x="16" y="4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1003">
              <a:extLst>
                <a:ext uri="{FF2B5EF4-FFF2-40B4-BE49-F238E27FC236}">
                  <a16:creationId xmlns:a16="http://schemas.microsoft.com/office/drawing/2014/main" id="{CE3FF5CC-9961-4A86-8C31-071639CBC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350"/>
              <a:ext cx="22" cy="26"/>
            </a:xfrm>
            <a:custGeom>
              <a:avLst/>
              <a:gdLst>
                <a:gd name="T0" fmla="*/ 13 w 28"/>
                <a:gd name="T1" fmla="*/ 6 h 31"/>
                <a:gd name="T2" fmla="*/ 6 w 28"/>
                <a:gd name="T3" fmla="*/ 18 h 31"/>
                <a:gd name="T4" fmla="*/ 9 w 28"/>
                <a:gd name="T5" fmla="*/ 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1">
                  <a:moveTo>
                    <a:pt x="28" y="9"/>
                  </a:moveTo>
                  <a:cubicBezTo>
                    <a:pt x="17" y="9"/>
                    <a:pt x="1" y="16"/>
                    <a:pt x="11" y="31"/>
                  </a:cubicBezTo>
                  <a:cubicBezTo>
                    <a:pt x="9" y="23"/>
                    <a:pt x="0" y="0"/>
                    <a:pt x="18" y="4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1004">
              <a:extLst>
                <a:ext uri="{FF2B5EF4-FFF2-40B4-BE49-F238E27FC236}">
                  <a16:creationId xmlns:a16="http://schemas.microsoft.com/office/drawing/2014/main" id="{7334DDBF-4508-4879-A7CA-8A46D692A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338"/>
              <a:ext cx="18" cy="24"/>
            </a:xfrm>
            <a:custGeom>
              <a:avLst/>
              <a:gdLst>
                <a:gd name="T0" fmla="*/ 3 w 22"/>
                <a:gd name="T1" fmla="*/ 18 h 28"/>
                <a:gd name="T2" fmla="*/ 12 w 22"/>
                <a:gd name="T3" fmla="*/ 5 h 28"/>
                <a:gd name="T4" fmla="*/ 4 w 22"/>
                <a:gd name="T5" fmla="*/ 1 h 28"/>
                <a:gd name="T6" fmla="*/ 2 w 22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6" y="28"/>
                  </a:moveTo>
                  <a:cubicBezTo>
                    <a:pt x="3" y="18"/>
                    <a:pt x="8" y="0"/>
                    <a:pt x="22" y="8"/>
                  </a:cubicBezTo>
                  <a:cubicBezTo>
                    <a:pt x="18" y="5"/>
                    <a:pt x="13" y="0"/>
                    <a:pt x="7" y="1"/>
                  </a:cubicBezTo>
                  <a:cubicBezTo>
                    <a:pt x="0" y="3"/>
                    <a:pt x="0" y="17"/>
                    <a:pt x="4" y="23"/>
                  </a:cubicBezTo>
                </a:path>
              </a:pathLst>
            </a:custGeom>
            <a:solidFill>
              <a:srgbClr val="F6F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1005">
              <a:extLst>
                <a:ext uri="{FF2B5EF4-FFF2-40B4-BE49-F238E27FC236}">
                  <a16:creationId xmlns:a16="http://schemas.microsoft.com/office/drawing/2014/main" id="{14D32FC2-7227-4157-A980-08F859A2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735"/>
              <a:ext cx="27" cy="13"/>
            </a:xfrm>
            <a:custGeom>
              <a:avLst/>
              <a:gdLst>
                <a:gd name="T0" fmla="*/ 2 w 33"/>
                <a:gd name="T1" fmla="*/ 7 h 15"/>
                <a:gd name="T2" fmla="*/ 0 w 33"/>
                <a:gd name="T3" fmla="*/ 6 h 15"/>
                <a:gd name="T4" fmla="*/ 13 w 33"/>
                <a:gd name="T5" fmla="*/ 8 h 15"/>
                <a:gd name="T6" fmla="*/ 18 w 33"/>
                <a:gd name="T7" fmla="*/ 0 h 15"/>
                <a:gd name="T8" fmla="*/ 12 w 33"/>
                <a:gd name="T9" fmla="*/ 3 h 15"/>
                <a:gd name="T10" fmla="*/ 2 w 33"/>
                <a:gd name="T11" fmla="*/ 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5">
                  <a:moveTo>
                    <a:pt x="2" y="10"/>
                  </a:moveTo>
                  <a:cubicBezTo>
                    <a:pt x="1" y="10"/>
                    <a:pt x="0" y="9"/>
                    <a:pt x="0" y="9"/>
                  </a:cubicBezTo>
                  <a:cubicBezTo>
                    <a:pt x="5" y="15"/>
                    <a:pt x="17" y="13"/>
                    <a:pt x="24" y="12"/>
                  </a:cubicBezTo>
                  <a:cubicBezTo>
                    <a:pt x="31" y="9"/>
                    <a:pt x="33" y="7"/>
                    <a:pt x="33" y="0"/>
                  </a:cubicBezTo>
                  <a:cubicBezTo>
                    <a:pt x="29" y="3"/>
                    <a:pt x="26" y="5"/>
                    <a:pt x="22" y="6"/>
                  </a:cubicBezTo>
                  <a:cubicBezTo>
                    <a:pt x="17" y="7"/>
                    <a:pt x="8" y="7"/>
                    <a:pt x="3" y="5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1006">
              <a:extLst>
                <a:ext uri="{FF2B5EF4-FFF2-40B4-BE49-F238E27FC236}">
                  <a16:creationId xmlns:a16="http://schemas.microsoft.com/office/drawing/2014/main" id="{C8D116CF-B318-4BAD-989F-9A864055F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07"/>
              <a:ext cx="43" cy="14"/>
            </a:xfrm>
            <a:custGeom>
              <a:avLst/>
              <a:gdLst>
                <a:gd name="T0" fmla="*/ 0 w 54"/>
                <a:gd name="T1" fmla="*/ 4 h 16"/>
                <a:gd name="T2" fmla="*/ 15 w 54"/>
                <a:gd name="T3" fmla="*/ 11 h 16"/>
                <a:gd name="T4" fmla="*/ 26 w 54"/>
                <a:gd name="T5" fmla="*/ 0 h 16"/>
                <a:gd name="T6" fmla="*/ 20 w 54"/>
                <a:gd name="T7" fmla="*/ 5 h 16"/>
                <a:gd name="T8" fmla="*/ 2 w 54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6">
                  <a:moveTo>
                    <a:pt x="0" y="6"/>
                  </a:moveTo>
                  <a:cubicBezTo>
                    <a:pt x="6" y="14"/>
                    <a:pt x="21" y="16"/>
                    <a:pt x="30" y="16"/>
                  </a:cubicBezTo>
                  <a:cubicBezTo>
                    <a:pt x="38" y="16"/>
                    <a:pt x="54" y="11"/>
                    <a:pt x="53" y="0"/>
                  </a:cubicBezTo>
                  <a:cubicBezTo>
                    <a:pt x="48" y="1"/>
                    <a:pt x="45" y="6"/>
                    <a:pt x="40" y="8"/>
                  </a:cubicBezTo>
                  <a:cubicBezTo>
                    <a:pt x="29" y="13"/>
                    <a:pt x="13" y="15"/>
                    <a:pt x="2" y="6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1007">
              <a:extLst>
                <a:ext uri="{FF2B5EF4-FFF2-40B4-BE49-F238E27FC236}">
                  <a16:creationId xmlns:a16="http://schemas.microsoft.com/office/drawing/2014/main" id="{30506BFC-BCA2-41A4-A7C9-F7D95CC5A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674"/>
              <a:ext cx="55" cy="13"/>
            </a:xfrm>
            <a:custGeom>
              <a:avLst/>
              <a:gdLst>
                <a:gd name="T0" fmla="*/ 1 w 69"/>
                <a:gd name="T1" fmla="*/ 2 h 15"/>
                <a:gd name="T2" fmla="*/ 0 w 69"/>
                <a:gd name="T3" fmla="*/ 3 h 15"/>
                <a:gd name="T4" fmla="*/ 5 w 69"/>
                <a:gd name="T5" fmla="*/ 5 h 15"/>
                <a:gd name="T6" fmla="*/ 21 w 69"/>
                <a:gd name="T7" fmla="*/ 9 h 15"/>
                <a:gd name="T8" fmla="*/ 35 w 69"/>
                <a:gd name="T9" fmla="*/ 0 h 15"/>
                <a:gd name="T10" fmla="*/ 26 w 69"/>
                <a:gd name="T11" fmla="*/ 5 h 15"/>
                <a:gd name="T12" fmla="*/ 9 w 69"/>
                <a:gd name="T13" fmla="*/ 8 h 15"/>
                <a:gd name="T14" fmla="*/ 2 w 69"/>
                <a:gd name="T15" fmla="*/ 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5">
                  <a:moveTo>
                    <a:pt x="1" y="2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3" y="6"/>
                    <a:pt x="6" y="7"/>
                    <a:pt x="9" y="8"/>
                  </a:cubicBezTo>
                  <a:cubicBezTo>
                    <a:pt x="19" y="11"/>
                    <a:pt x="30" y="14"/>
                    <a:pt x="40" y="14"/>
                  </a:cubicBezTo>
                  <a:cubicBezTo>
                    <a:pt x="51" y="14"/>
                    <a:pt x="63" y="10"/>
                    <a:pt x="69" y="0"/>
                  </a:cubicBezTo>
                  <a:cubicBezTo>
                    <a:pt x="65" y="0"/>
                    <a:pt x="55" y="6"/>
                    <a:pt x="51" y="8"/>
                  </a:cubicBezTo>
                  <a:cubicBezTo>
                    <a:pt x="40" y="12"/>
                    <a:pt x="29" y="15"/>
                    <a:pt x="18" y="12"/>
                  </a:cubicBezTo>
                  <a:cubicBezTo>
                    <a:pt x="13" y="12"/>
                    <a:pt x="5" y="10"/>
                    <a:pt x="5" y="4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1008">
              <a:extLst>
                <a:ext uri="{FF2B5EF4-FFF2-40B4-BE49-F238E27FC236}">
                  <a16:creationId xmlns:a16="http://schemas.microsoft.com/office/drawing/2014/main" id="{466A0CB4-4311-4B26-8F21-757829C74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640"/>
              <a:ext cx="48" cy="16"/>
            </a:xfrm>
            <a:custGeom>
              <a:avLst/>
              <a:gdLst>
                <a:gd name="T0" fmla="*/ 0 w 60"/>
                <a:gd name="T1" fmla="*/ 0 h 19"/>
                <a:gd name="T2" fmla="*/ 4 w 60"/>
                <a:gd name="T3" fmla="*/ 3 h 19"/>
                <a:gd name="T4" fmla="*/ 22 w 60"/>
                <a:gd name="T5" fmla="*/ 11 h 19"/>
                <a:gd name="T6" fmla="*/ 30 w 60"/>
                <a:gd name="T7" fmla="*/ 5 h 19"/>
                <a:gd name="T8" fmla="*/ 30 w 60"/>
                <a:gd name="T9" fmla="*/ 3 h 19"/>
                <a:gd name="T10" fmla="*/ 27 w 60"/>
                <a:gd name="T11" fmla="*/ 3 h 19"/>
                <a:gd name="T12" fmla="*/ 18 w 60"/>
                <a:gd name="T13" fmla="*/ 5 h 19"/>
                <a:gd name="T14" fmla="*/ 4 w 60"/>
                <a:gd name="T15" fmla="*/ 3 h 19"/>
                <a:gd name="T16" fmla="*/ 0 w 60"/>
                <a:gd name="T17" fmla="*/ 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9">
                  <a:moveTo>
                    <a:pt x="0" y="0"/>
                  </a:moveTo>
                  <a:cubicBezTo>
                    <a:pt x="0" y="0"/>
                    <a:pt x="6" y="4"/>
                    <a:pt x="8" y="5"/>
                  </a:cubicBezTo>
                  <a:cubicBezTo>
                    <a:pt x="18" y="11"/>
                    <a:pt x="30" y="19"/>
                    <a:pt x="42" y="19"/>
                  </a:cubicBezTo>
                  <a:cubicBezTo>
                    <a:pt x="48" y="18"/>
                    <a:pt x="56" y="14"/>
                    <a:pt x="58" y="8"/>
                  </a:cubicBezTo>
                  <a:cubicBezTo>
                    <a:pt x="59" y="6"/>
                    <a:pt x="60" y="4"/>
                    <a:pt x="57" y="3"/>
                  </a:cubicBezTo>
                  <a:cubicBezTo>
                    <a:pt x="56" y="2"/>
                    <a:pt x="55" y="4"/>
                    <a:pt x="54" y="4"/>
                  </a:cubicBezTo>
                  <a:cubicBezTo>
                    <a:pt x="48" y="4"/>
                    <a:pt x="42" y="7"/>
                    <a:pt x="35" y="8"/>
                  </a:cubicBezTo>
                  <a:cubicBezTo>
                    <a:pt x="26" y="9"/>
                    <a:pt x="17" y="8"/>
                    <a:pt x="7" y="6"/>
                  </a:cubicBezTo>
                  <a:cubicBezTo>
                    <a:pt x="5" y="6"/>
                    <a:pt x="1" y="6"/>
                    <a:pt x="0" y="3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1009">
              <a:extLst>
                <a:ext uri="{FF2B5EF4-FFF2-40B4-BE49-F238E27FC236}">
                  <a16:creationId xmlns:a16="http://schemas.microsoft.com/office/drawing/2014/main" id="{AEC34B7C-2243-423B-99E6-1651601B0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607"/>
              <a:ext cx="40" cy="14"/>
            </a:xfrm>
            <a:custGeom>
              <a:avLst/>
              <a:gdLst>
                <a:gd name="T0" fmla="*/ 2 w 51"/>
                <a:gd name="T1" fmla="*/ 2 h 17"/>
                <a:gd name="T2" fmla="*/ 0 w 51"/>
                <a:gd name="T3" fmla="*/ 2 h 17"/>
                <a:gd name="T4" fmla="*/ 24 w 51"/>
                <a:gd name="T5" fmla="*/ 2 h 17"/>
                <a:gd name="T6" fmla="*/ 21 w 51"/>
                <a:gd name="T7" fmla="*/ 2 h 17"/>
                <a:gd name="T8" fmla="*/ 2 w 51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7">
                  <a:moveTo>
                    <a:pt x="3" y="4"/>
                  </a:moveTo>
                  <a:cubicBezTo>
                    <a:pt x="2" y="3"/>
                    <a:pt x="1" y="2"/>
                    <a:pt x="0" y="2"/>
                  </a:cubicBezTo>
                  <a:cubicBezTo>
                    <a:pt x="12" y="9"/>
                    <a:pt x="41" y="17"/>
                    <a:pt x="51" y="2"/>
                  </a:cubicBezTo>
                  <a:cubicBezTo>
                    <a:pt x="49" y="0"/>
                    <a:pt x="47" y="2"/>
                    <a:pt x="45" y="2"/>
                  </a:cubicBezTo>
                  <a:cubicBezTo>
                    <a:pt x="35" y="5"/>
                    <a:pt x="12" y="11"/>
                    <a:pt x="3" y="3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1010">
              <a:extLst>
                <a:ext uri="{FF2B5EF4-FFF2-40B4-BE49-F238E27FC236}">
                  <a16:creationId xmlns:a16="http://schemas.microsoft.com/office/drawing/2014/main" id="{2D482915-67C9-4354-BD2B-24E72CA7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565"/>
              <a:ext cx="46" cy="23"/>
            </a:xfrm>
            <a:custGeom>
              <a:avLst/>
              <a:gdLst>
                <a:gd name="T0" fmla="*/ 2 w 58"/>
                <a:gd name="T1" fmla="*/ 8 h 27"/>
                <a:gd name="T2" fmla="*/ 2 w 58"/>
                <a:gd name="T3" fmla="*/ 8 h 27"/>
                <a:gd name="T4" fmla="*/ 17 w 58"/>
                <a:gd name="T5" fmla="*/ 15 h 27"/>
                <a:gd name="T6" fmla="*/ 29 w 58"/>
                <a:gd name="T7" fmla="*/ 3 h 27"/>
                <a:gd name="T8" fmla="*/ 18 w 58"/>
                <a:gd name="T9" fmla="*/ 7 h 27"/>
                <a:gd name="T10" fmla="*/ 11 w 58"/>
                <a:gd name="T11" fmla="*/ 7 h 27"/>
                <a:gd name="T12" fmla="*/ 4 w 58"/>
                <a:gd name="T13" fmla="*/ 8 h 27"/>
                <a:gd name="T14" fmla="*/ 2 w 58"/>
                <a:gd name="T15" fmla="*/ 4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7">
                  <a:moveTo>
                    <a:pt x="2" y="12"/>
                  </a:moveTo>
                  <a:cubicBezTo>
                    <a:pt x="2" y="12"/>
                    <a:pt x="0" y="12"/>
                    <a:pt x="2" y="12"/>
                  </a:cubicBezTo>
                  <a:cubicBezTo>
                    <a:pt x="13" y="17"/>
                    <a:pt x="21" y="27"/>
                    <a:pt x="35" y="25"/>
                  </a:cubicBezTo>
                  <a:cubicBezTo>
                    <a:pt x="45" y="24"/>
                    <a:pt x="58" y="15"/>
                    <a:pt x="58" y="3"/>
                  </a:cubicBezTo>
                  <a:cubicBezTo>
                    <a:pt x="52" y="0"/>
                    <a:pt x="43" y="9"/>
                    <a:pt x="37" y="10"/>
                  </a:cubicBezTo>
                  <a:cubicBezTo>
                    <a:pt x="32" y="11"/>
                    <a:pt x="28" y="10"/>
                    <a:pt x="23" y="10"/>
                  </a:cubicBezTo>
                  <a:cubicBezTo>
                    <a:pt x="19" y="11"/>
                    <a:pt x="11" y="13"/>
                    <a:pt x="8" y="12"/>
                  </a:cubicBezTo>
                  <a:cubicBezTo>
                    <a:pt x="5" y="12"/>
                    <a:pt x="3" y="12"/>
                    <a:pt x="3" y="7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1011">
              <a:extLst>
                <a:ext uri="{FF2B5EF4-FFF2-40B4-BE49-F238E27FC236}">
                  <a16:creationId xmlns:a16="http://schemas.microsoft.com/office/drawing/2014/main" id="{B6F496D9-DAEF-4C4D-9454-314C9A54F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527"/>
              <a:ext cx="41" cy="14"/>
            </a:xfrm>
            <a:custGeom>
              <a:avLst/>
              <a:gdLst>
                <a:gd name="T0" fmla="*/ 0 w 51"/>
                <a:gd name="T1" fmla="*/ 4 h 17"/>
                <a:gd name="T2" fmla="*/ 16 w 51"/>
                <a:gd name="T3" fmla="*/ 9 h 17"/>
                <a:gd name="T4" fmla="*/ 26 w 51"/>
                <a:gd name="T5" fmla="*/ 1 h 17"/>
                <a:gd name="T6" fmla="*/ 18 w 51"/>
                <a:gd name="T7" fmla="*/ 4 h 17"/>
                <a:gd name="T8" fmla="*/ 2 w 5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7">
                  <a:moveTo>
                    <a:pt x="0" y="7"/>
                  </a:moveTo>
                  <a:cubicBezTo>
                    <a:pt x="10" y="12"/>
                    <a:pt x="19" y="17"/>
                    <a:pt x="31" y="16"/>
                  </a:cubicBezTo>
                  <a:cubicBezTo>
                    <a:pt x="38" y="15"/>
                    <a:pt x="51" y="10"/>
                    <a:pt x="50" y="1"/>
                  </a:cubicBezTo>
                  <a:cubicBezTo>
                    <a:pt x="46" y="1"/>
                    <a:pt x="41" y="6"/>
                    <a:pt x="36" y="7"/>
                  </a:cubicBezTo>
                  <a:cubicBezTo>
                    <a:pt x="31" y="8"/>
                    <a:pt x="0" y="5"/>
                    <a:pt x="2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1012">
              <a:extLst>
                <a:ext uri="{FF2B5EF4-FFF2-40B4-BE49-F238E27FC236}">
                  <a16:creationId xmlns:a16="http://schemas.microsoft.com/office/drawing/2014/main" id="{F75A2630-6987-4454-96C5-C047867F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484"/>
              <a:ext cx="49" cy="22"/>
            </a:xfrm>
            <a:custGeom>
              <a:avLst/>
              <a:gdLst>
                <a:gd name="T0" fmla="*/ 0 w 62"/>
                <a:gd name="T1" fmla="*/ 11 h 25"/>
                <a:gd name="T2" fmla="*/ 20 w 62"/>
                <a:gd name="T3" fmla="*/ 13 h 25"/>
                <a:gd name="T4" fmla="*/ 25 w 62"/>
                <a:gd name="T5" fmla="*/ 0 h 25"/>
                <a:gd name="T6" fmla="*/ 2 w 62"/>
                <a:gd name="T7" fmla="*/ 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25">
                  <a:moveTo>
                    <a:pt x="0" y="17"/>
                  </a:moveTo>
                  <a:cubicBezTo>
                    <a:pt x="11" y="25"/>
                    <a:pt x="28" y="24"/>
                    <a:pt x="39" y="19"/>
                  </a:cubicBezTo>
                  <a:cubicBezTo>
                    <a:pt x="43" y="17"/>
                    <a:pt x="62" y="4"/>
                    <a:pt x="50" y="0"/>
                  </a:cubicBezTo>
                  <a:cubicBezTo>
                    <a:pt x="45" y="14"/>
                    <a:pt x="14" y="20"/>
                    <a:pt x="3" y="13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1013">
              <a:extLst>
                <a:ext uri="{FF2B5EF4-FFF2-40B4-BE49-F238E27FC236}">
                  <a16:creationId xmlns:a16="http://schemas.microsoft.com/office/drawing/2014/main" id="{ACB19ECC-5000-46F6-A761-8EA6D2581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449"/>
              <a:ext cx="45" cy="16"/>
            </a:xfrm>
            <a:custGeom>
              <a:avLst/>
              <a:gdLst>
                <a:gd name="T0" fmla="*/ 2 w 56"/>
                <a:gd name="T1" fmla="*/ 4 h 18"/>
                <a:gd name="T2" fmla="*/ 2 w 56"/>
                <a:gd name="T3" fmla="*/ 4 h 18"/>
                <a:gd name="T4" fmla="*/ 29 w 56"/>
                <a:gd name="T5" fmla="*/ 0 h 18"/>
                <a:gd name="T6" fmla="*/ 15 w 56"/>
                <a:gd name="T7" fmla="*/ 4 h 18"/>
                <a:gd name="T8" fmla="*/ 0 w 56"/>
                <a:gd name="T9" fmla="*/ 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8">
                  <a:moveTo>
                    <a:pt x="4" y="6"/>
                  </a:moveTo>
                  <a:cubicBezTo>
                    <a:pt x="3" y="6"/>
                    <a:pt x="2" y="5"/>
                    <a:pt x="3" y="6"/>
                  </a:cubicBezTo>
                  <a:cubicBezTo>
                    <a:pt x="22" y="11"/>
                    <a:pt x="43" y="18"/>
                    <a:pt x="56" y="0"/>
                  </a:cubicBezTo>
                  <a:cubicBezTo>
                    <a:pt x="48" y="2"/>
                    <a:pt x="39" y="4"/>
                    <a:pt x="30" y="5"/>
                  </a:cubicBezTo>
                  <a:cubicBezTo>
                    <a:pt x="23" y="7"/>
                    <a:pt x="6" y="10"/>
                    <a:pt x="0" y="4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1014">
              <a:extLst>
                <a:ext uri="{FF2B5EF4-FFF2-40B4-BE49-F238E27FC236}">
                  <a16:creationId xmlns:a16="http://schemas.microsoft.com/office/drawing/2014/main" id="{FA5A35AA-A340-4E37-BDD6-65722C22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416"/>
              <a:ext cx="44" cy="17"/>
            </a:xfrm>
            <a:custGeom>
              <a:avLst/>
              <a:gdLst>
                <a:gd name="T0" fmla="*/ 0 w 55"/>
                <a:gd name="T1" fmla="*/ 1 h 20"/>
                <a:gd name="T2" fmla="*/ 26 w 55"/>
                <a:gd name="T3" fmla="*/ 1 h 20"/>
                <a:gd name="T4" fmla="*/ 0 w 5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1"/>
                  </a:moveTo>
                  <a:cubicBezTo>
                    <a:pt x="4" y="8"/>
                    <a:pt x="55" y="20"/>
                    <a:pt x="51" y="1"/>
                  </a:cubicBezTo>
                  <a:cubicBezTo>
                    <a:pt x="41" y="6"/>
                    <a:pt x="2" y="17"/>
                    <a:pt x="0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1015">
              <a:extLst>
                <a:ext uri="{FF2B5EF4-FFF2-40B4-BE49-F238E27FC236}">
                  <a16:creationId xmlns:a16="http://schemas.microsoft.com/office/drawing/2014/main" id="{619EB52F-911C-434E-A0B3-C61DA4820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84"/>
              <a:ext cx="55" cy="10"/>
            </a:xfrm>
            <a:custGeom>
              <a:avLst/>
              <a:gdLst>
                <a:gd name="T0" fmla="*/ 2 w 69"/>
                <a:gd name="T1" fmla="*/ 3 h 12"/>
                <a:gd name="T2" fmla="*/ 0 w 69"/>
                <a:gd name="T3" fmla="*/ 3 h 12"/>
                <a:gd name="T4" fmla="*/ 17 w 69"/>
                <a:gd name="T5" fmla="*/ 7 h 12"/>
                <a:gd name="T6" fmla="*/ 35 w 69"/>
                <a:gd name="T7" fmla="*/ 0 h 12"/>
                <a:gd name="T8" fmla="*/ 2 w 69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2">
                  <a:moveTo>
                    <a:pt x="4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5" y="11"/>
                    <a:pt x="25" y="12"/>
                    <a:pt x="33" y="12"/>
                  </a:cubicBezTo>
                  <a:cubicBezTo>
                    <a:pt x="42" y="12"/>
                    <a:pt x="65" y="11"/>
                    <a:pt x="69" y="0"/>
                  </a:cubicBezTo>
                  <a:cubicBezTo>
                    <a:pt x="49" y="6"/>
                    <a:pt x="25" y="9"/>
                    <a:pt x="5" y="1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1016">
              <a:extLst>
                <a:ext uri="{FF2B5EF4-FFF2-40B4-BE49-F238E27FC236}">
                  <a16:creationId xmlns:a16="http://schemas.microsoft.com/office/drawing/2014/main" id="{C18168C3-27D9-4D6F-81BA-95A398EB6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334"/>
              <a:ext cx="53" cy="18"/>
            </a:xfrm>
            <a:custGeom>
              <a:avLst/>
              <a:gdLst>
                <a:gd name="T0" fmla="*/ 7 w 67"/>
                <a:gd name="T1" fmla="*/ 9 h 21"/>
                <a:gd name="T2" fmla="*/ 6 w 67"/>
                <a:gd name="T3" fmla="*/ 7 h 21"/>
                <a:gd name="T4" fmla="*/ 24 w 67"/>
                <a:gd name="T5" fmla="*/ 10 h 21"/>
                <a:gd name="T6" fmla="*/ 32 w 67"/>
                <a:gd name="T7" fmla="*/ 0 h 21"/>
                <a:gd name="T8" fmla="*/ 2 w 67"/>
                <a:gd name="T9" fmla="*/ 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1">
                  <a:moveTo>
                    <a:pt x="15" y="14"/>
                  </a:moveTo>
                  <a:cubicBezTo>
                    <a:pt x="13" y="13"/>
                    <a:pt x="12" y="13"/>
                    <a:pt x="11" y="11"/>
                  </a:cubicBezTo>
                  <a:cubicBezTo>
                    <a:pt x="24" y="14"/>
                    <a:pt x="34" y="20"/>
                    <a:pt x="48" y="16"/>
                  </a:cubicBezTo>
                  <a:cubicBezTo>
                    <a:pt x="54" y="14"/>
                    <a:pt x="67" y="9"/>
                    <a:pt x="63" y="0"/>
                  </a:cubicBezTo>
                  <a:cubicBezTo>
                    <a:pt x="58" y="21"/>
                    <a:pt x="0" y="20"/>
                    <a:pt x="2" y="1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1017">
              <a:extLst>
                <a:ext uri="{FF2B5EF4-FFF2-40B4-BE49-F238E27FC236}">
                  <a16:creationId xmlns:a16="http://schemas.microsoft.com/office/drawing/2014/main" id="{2F441F64-A803-4D69-9661-DEC94C97C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292"/>
              <a:ext cx="48" cy="34"/>
            </a:xfrm>
            <a:custGeom>
              <a:avLst/>
              <a:gdLst>
                <a:gd name="T0" fmla="*/ 0 w 59"/>
                <a:gd name="T1" fmla="*/ 7 h 40"/>
                <a:gd name="T2" fmla="*/ 21 w 59"/>
                <a:gd name="T3" fmla="*/ 10 h 40"/>
                <a:gd name="T4" fmla="*/ 29 w 59"/>
                <a:gd name="T5" fmla="*/ 0 h 40"/>
                <a:gd name="T6" fmla="*/ 1 w 59"/>
                <a:gd name="T7" fmla="*/ 1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0">
                  <a:moveTo>
                    <a:pt x="0" y="11"/>
                  </a:moveTo>
                  <a:cubicBezTo>
                    <a:pt x="10" y="17"/>
                    <a:pt x="26" y="20"/>
                    <a:pt x="39" y="17"/>
                  </a:cubicBezTo>
                  <a:cubicBezTo>
                    <a:pt x="45" y="15"/>
                    <a:pt x="59" y="8"/>
                    <a:pt x="54" y="0"/>
                  </a:cubicBezTo>
                  <a:cubicBezTo>
                    <a:pt x="46" y="6"/>
                    <a:pt x="8" y="40"/>
                    <a:pt x="1" y="21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1018">
              <a:extLst>
                <a:ext uri="{FF2B5EF4-FFF2-40B4-BE49-F238E27FC236}">
                  <a16:creationId xmlns:a16="http://schemas.microsoft.com/office/drawing/2014/main" id="{098359DE-599F-45B9-8C65-24B2CD536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249"/>
              <a:ext cx="44" cy="32"/>
            </a:xfrm>
            <a:custGeom>
              <a:avLst/>
              <a:gdLst>
                <a:gd name="T0" fmla="*/ 2 w 56"/>
                <a:gd name="T1" fmla="*/ 17 h 38"/>
                <a:gd name="T2" fmla="*/ 0 w 56"/>
                <a:gd name="T3" fmla="*/ 17 h 38"/>
                <a:gd name="T4" fmla="*/ 22 w 56"/>
                <a:gd name="T5" fmla="*/ 0 h 38"/>
                <a:gd name="T6" fmla="*/ 0 w 56"/>
                <a:gd name="T7" fmla="*/ 1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8">
                  <a:moveTo>
                    <a:pt x="4" y="28"/>
                  </a:moveTo>
                  <a:cubicBezTo>
                    <a:pt x="2" y="28"/>
                    <a:pt x="1" y="28"/>
                    <a:pt x="0" y="29"/>
                  </a:cubicBezTo>
                  <a:cubicBezTo>
                    <a:pt x="8" y="38"/>
                    <a:pt x="56" y="9"/>
                    <a:pt x="44" y="0"/>
                  </a:cubicBezTo>
                  <a:cubicBezTo>
                    <a:pt x="34" y="11"/>
                    <a:pt x="16" y="24"/>
                    <a:pt x="0" y="25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1019">
              <a:extLst>
                <a:ext uri="{FF2B5EF4-FFF2-40B4-BE49-F238E27FC236}">
                  <a16:creationId xmlns:a16="http://schemas.microsoft.com/office/drawing/2014/main" id="{20608C2F-6A60-4AF3-B60A-F0F95768E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211"/>
              <a:ext cx="27" cy="41"/>
            </a:xfrm>
            <a:custGeom>
              <a:avLst/>
              <a:gdLst>
                <a:gd name="T0" fmla="*/ 1 w 34"/>
                <a:gd name="T1" fmla="*/ 30 h 48"/>
                <a:gd name="T2" fmla="*/ 6 w 34"/>
                <a:gd name="T3" fmla="*/ 26 h 48"/>
                <a:gd name="T4" fmla="*/ 17 w 34"/>
                <a:gd name="T5" fmla="*/ 9 h 48"/>
                <a:gd name="T6" fmla="*/ 16 w 34"/>
                <a:gd name="T7" fmla="*/ 0 h 48"/>
                <a:gd name="T8" fmla="*/ 0 w 34"/>
                <a:gd name="T9" fmla="*/ 2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8">
                  <a:moveTo>
                    <a:pt x="1" y="48"/>
                  </a:moveTo>
                  <a:cubicBezTo>
                    <a:pt x="1" y="46"/>
                    <a:pt x="10" y="44"/>
                    <a:pt x="13" y="42"/>
                  </a:cubicBezTo>
                  <a:cubicBezTo>
                    <a:pt x="23" y="37"/>
                    <a:pt x="33" y="27"/>
                    <a:pt x="34" y="14"/>
                  </a:cubicBezTo>
                  <a:cubicBezTo>
                    <a:pt x="34" y="9"/>
                    <a:pt x="32" y="6"/>
                    <a:pt x="32" y="0"/>
                  </a:cubicBezTo>
                  <a:cubicBezTo>
                    <a:pt x="21" y="11"/>
                    <a:pt x="16" y="36"/>
                    <a:pt x="0" y="4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1020">
              <a:extLst>
                <a:ext uri="{FF2B5EF4-FFF2-40B4-BE49-F238E27FC236}">
                  <a16:creationId xmlns:a16="http://schemas.microsoft.com/office/drawing/2014/main" id="{3ED7CC6B-06FD-477E-BDF6-7EC0DBC06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187"/>
              <a:ext cx="27" cy="40"/>
            </a:xfrm>
            <a:custGeom>
              <a:avLst/>
              <a:gdLst>
                <a:gd name="T0" fmla="*/ 17 w 34"/>
                <a:gd name="T1" fmla="*/ 3 h 46"/>
                <a:gd name="T2" fmla="*/ 17 w 34"/>
                <a:gd name="T3" fmla="*/ 3 h 46"/>
                <a:gd name="T4" fmla="*/ 7 w 34"/>
                <a:gd name="T5" fmla="*/ 13 h 46"/>
                <a:gd name="T6" fmla="*/ 1 w 34"/>
                <a:gd name="T7" fmla="*/ 30 h 46"/>
                <a:gd name="T8" fmla="*/ 4 w 34"/>
                <a:gd name="T9" fmla="*/ 9 h 46"/>
                <a:gd name="T10" fmla="*/ 14 w 34"/>
                <a:gd name="T11" fmla="*/ 3 h 46"/>
                <a:gd name="T12" fmla="*/ 15 w 34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6">
                  <a:moveTo>
                    <a:pt x="33" y="4"/>
                  </a:moveTo>
                  <a:cubicBezTo>
                    <a:pt x="34" y="4"/>
                    <a:pt x="34" y="3"/>
                    <a:pt x="33" y="3"/>
                  </a:cubicBezTo>
                  <a:cubicBezTo>
                    <a:pt x="26" y="7"/>
                    <a:pt x="19" y="13"/>
                    <a:pt x="14" y="20"/>
                  </a:cubicBezTo>
                  <a:cubicBezTo>
                    <a:pt x="8" y="28"/>
                    <a:pt x="6" y="39"/>
                    <a:pt x="1" y="46"/>
                  </a:cubicBezTo>
                  <a:cubicBezTo>
                    <a:pt x="0" y="35"/>
                    <a:pt x="1" y="23"/>
                    <a:pt x="8" y="13"/>
                  </a:cubicBezTo>
                  <a:cubicBezTo>
                    <a:pt x="13" y="5"/>
                    <a:pt x="18" y="6"/>
                    <a:pt x="26" y="3"/>
                  </a:cubicBezTo>
                  <a:cubicBezTo>
                    <a:pt x="27" y="3"/>
                    <a:pt x="29" y="2"/>
                    <a:pt x="30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1021">
              <a:extLst>
                <a:ext uri="{FF2B5EF4-FFF2-40B4-BE49-F238E27FC236}">
                  <a16:creationId xmlns:a16="http://schemas.microsoft.com/office/drawing/2014/main" id="{4013DBCB-0F6C-41FA-8484-4DFB7303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166"/>
              <a:ext cx="32" cy="44"/>
            </a:xfrm>
            <a:custGeom>
              <a:avLst/>
              <a:gdLst>
                <a:gd name="T0" fmla="*/ 21 w 40"/>
                <a:gd name="T1" fmla="*/ 3 h 51"/>
                <a:gd name="T2" fmla="*/ 2 w 40"/>
                <a:gd name="T3" fmla="*/ 33 h 51"/>
                <a:gd name="T4" fmla="*/ 2 w 40"/>
                <a:gd name="T5" fmla="*/ 16 h 51"/>
                <a:gd name="T6" fmla="*/ 14 w 4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1">
                  <a:moveTo>
                    <a:pt x="40" y="5"/>
                  </a:moveTo>
                  <a:cubicBezTo>
                    <a:pt x="21" y="5"/>
                    <a:pt x="3" y="35"/>
                    <a:pt x="3" y="51"/>
                  </a:cubicBezTo>
                  <a:cubicBezTo>
                    <a:pt x="2" y="42"/>
                    <a:pt x="0" y="35"/>
                    <a:pt x="3" y="25"/>
                  </a:cubicBezTo>
                  <a:cubicBezTo>
                    <a:pt x="6" y="16"/>
                    <a:pt x="16" y="1"/>
                    <a:pt x="27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1022">
              <a:extLst>
                <a:ext uri="{FF2B5EF4-FFF2-40B4-BE49-F238E27FC236}">
                  <a16:creationId xmlns:a16="http://schemas.microsoft.com/office/drawing/2014/main" id="{692F23C7-9CFE-45AD-A3E1-AB5806D3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157"/>
              <a:ext cx="24" cy="38"/>
            </a:xfrm>
            <a:custGeom>
              <a:avLst/>
              <a:gdLst>
                <a:gd name="T0" fmla="*/ 15 w 31"/>
                <a:gd name="T1" fmla="*/ 6 h 45"/>
                <a:gd name="T2" fmla="*/ 3 w 31"/>
                <a:gd name="T3" fmla="*/ 27 h 45"/>
                <a:gd name="T4" fmla="*/ 2 w 31"/>
                <a:gd name="T5" fmla="*/ 14 h 45"/>
                <a:gd name="T6" fmla="*/ 9 w 31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5">
                  <a:moveTo>
                    <a:pt x="31" y="9"/>
                  </a:moveTo>
                  <a:cubicBezTo>
                    <a:pt x="17" y="6"/>
                    <a:pt x="1" y="34"/>
                    <a:pt x="6" y="45"/>
                  </a:cubicBezTo>
                  <a:cubicBezTo>
                    <a:pt x="4" y="37"/>
                    <a:pt x="0" y="30"/>
                    <a:pt x="2" y="22"/>
                  </a:cubicBezTo>
                  <a:cubicBezTo>
                    <a:pt x="4" y="14"/>
                    <a:pt x="13" y="2"/>
                    <a:pt x="21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1023">
              <a:extLst>
                <a:ext uri="{FF2B5EF4-FFF2-40B4-BE49-F238E27FC236}">
                  <a16:creationId xmlns:a16="http://schemas.microsoft.com/office/drawing/2014/main" id="{9CB80CB8-E70A-40AD-B40A-09D67F592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136"/>
              <a:ext cx="23" cy="36"/>
            </a:xfrm>
            <a:custGeom>
              <a:avLst/>
              <a:gdLst>
                <a:gd name="T0" fmla="*/ 13 w 29"/>
                <a:gd name="T1" fmla="*/ 2 h 42"/>
                <a:gd name="T2" fmla="*/ 13 w 29"/>
                <a:gd name="T3" fmla="*/ 3 h 42"/>
                <a:gd name="T4" fmla="*/ 7 w 29"/>
                <a:gd name="T5" fmla="*/ 8 h 42"/>
                <a:gd name="T6" fmla="*/ 4 w 29"/>
                <a:gd name="T7" fmla="*/ 27 h 42"/>
                <a:gd name="T8" fmla="*/ 10 w 2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2">
                  <a:moveTo>
                    <a:pt x="27" y="2"/>
                  </a:moveTo>
                  <a:cubicBezTo>
                    <a:pt x="29" y="1"/>
                    <a:pt x="28" y="2"/>
                    <a:pt x="26" y="3"/>
                  </a:cubicBezTo>
                  <a:cubicBezTo>
                    <a:pt x="21" y="4"/>
                    <a:pt x="17" y="7"/>
                    <a:pt x="14" y="12"/>
                  </a:cubicBezTo>
                  <a:cubicBezTo>
                    <a:pt x="9" y="20"/>
                    <a:pt x="8" y="32"/>
                    <a:pt x="8" y="42"/>
                  </a:cubicBezTo>
                  <a:cubicBezTo>
                    <a:pt x="0" y="31"/>
                    <a:pt x="3" y="0"/>
                    <a:pt x="20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1024">
              <a:extLst>
                <a:ext uri="{FF2B5EF4-FFF2-40B4-BE49-F238E27FC236}">
                  <a16:creationId xmlns:a16="http://schemas.microsoft.com/office/drawing/2014/main" id="{3FCD09B8-DA76-4D1D-AFFD-660AC0B7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119"/>
              <a:ext cx="20" cy="39"/>
            </a:xfrm>
            <a:custGeom>
              <a:avLst/>
              <a:gdLst>
                <a:gd name="T0" fmla="*/ 13 w 25"/>
                <a:gd name="T1" fmla="*/ 6 h 46"/>
                <a:gd name="T2" fmla="*/ 8 w 25"/>
                <a:gd name="T3" fmla="*/ 6 h 46"/>
                <a:gd name="T4" fmla="*/ 2 w 25"/>
                <a:gd name="T5" fmla="*/ 28 h 46"/>
                <a:gd name="T6" fmla="*/ 2 w 25"/>
                <a:gd name="T7" fmla="*/ 13 h 46"/>
                <a:gd name="T8" fmla="*/ 10 w 25"/>
                <a:gd name="T9" fmla="*/ 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6">
                  <a:moveTo>
                    <a:pt x="25" y="9"/>
                  </a:moveTo>
                  <a:cubicBezTo>
                    <a:pt x="24" y="2"/>
                    <a:pt x="17" y="7"/>
                    <a:pt x="15" y="10"/>
                  </a:cubicBezTo>
                  <a:cubicBezTo>
                    <a:pt x="9" y="16"/>
                    <a:pt x="0" y="37"/>
                    <a:pt x="3" y="46"/>
                  </a:cubicBezTo>
                  <a:cubicBezTo>
                    <a:pt x="6" y="38"/>
                    <a:pt x="1" y="29"/>
                    <a:pt x="4" y="21"/>
                  </a:cubicBezTo>
                  <a:cubicBezTo>
                    <a:pt x="5" y="17"/>
                    <a:pt x="14" y="0"/>
                    <a:pt x="20" y="6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1025">
              <a:extLst>
                <a:ext uri="{FF2B5EF4-FFF2-40B4-BE49-F238E27FC236}">
                  <a16:creationId xmlns:a16="http://schemas.microsoft.com/office/drawing/2014/main" id="{6F0828E0-F2ED-4EBB-A39F-F435263D5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105"/>
              <a:ext cx="24" cy="37"/>
            </a:xfrm>
            <a:custGeom>
              <a:avLst/>
              <a:gdLst>
                <a:gd name="T0" fmla="*/ 14 w 30"/>
                <a:gd name="T1" fmla="*/ 3 h 44"/>
                <a:gd name="T2" fmla="*/ 14 w 30"/>
                <a:gd name="T3" fmla="*/ 3 h 44"/>
                <a:gd name="T4" fmla="*/ 6 w 30"/>
                <a:gd name="T5" fmla="*/ 26 h 44"/>
                <a:gd name="T6" fmla="*/ 3 w 30"/>
                <a:gd name="T7" fmla="*/ 11 h 44"/>
                <a:gd name="T8" fmla="*/ 11 w 30"/>
                <a:gd name="T9" fmla="*/ 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4">
                  <a:moveTo>
                    <a:pt x="29" y="6"/>
                  </a:moveTo>
                  <a:cubicBezTo>
                    <a:pt x="30" y="5"/>
                    <a:pt x="29" y="5"/>
                    <a:pt x="28" y="5"/>
                  </a:cubicBezTo>
                  <a:cubicBezTo>
                    <a:pt x="20" y="10"/>
                    <a:pt x="0" y="35"/>
                    <a:pt x="11" y="44"/>
                  </a:cubicBezTo>
                  <a:cubicBezTo>
                    <a:pt x="9" y="35"/>
                    <a:pt x="3" y="27"/>
                    <a:pt x="6" y="18"/>
                  </a:cubicBezTo>
                  <a:cubicBezTo>
                    <a:pt x="8" y="14"/>
                    <a:pt x="17" y="0"/>
                    <a:pt x="21" y="1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1026">
              <a:extLst>
                <a:ext uri="{FF2B5EF4-FFF2-40B4-BE49-F238E27FC236}">
                  <a16:creationId xmlns:a16="http://schemas.microsoft.com/office/drawing/2014/main" id="{8ABC8F3D-D541-4ED9-AEBC-E4A42F4A8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096"/>
              <a:ext cx="22" cy="35"/>
            </a:xfrm>
            <a:custGeom>
              <a:avLst/>
              <a:gdLst>
                <a:gd name="T0" fmla="*/ 13 w 28"/>
                <a:gd name="T1" fmla="*/ 3 h 42"/>
                <a:gd name="T2" fmla="*/ 7 w 28"/>
                <a:gd name="T3" fmla="*/ 5 h 42"/>
                <a:gd name="T4" fmla="*/ 2 w 28"/>
                <a:gd name="T5" fmla="*/ 24 h 42"/>
                <a:gd name="T6" fmla="*/ 9 w 28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2">
                  <a:moveTo>
                    <a:pt x="28" y="5"/>
                  </a:moveTo>
                  <a:cubicBezTo>
                    <a:pt x="25" y="0"/>
                    <a:pt x="18" y="5"/>
                    <a:pt x="15" y="8"/>
                  </a:cubicBezTo>
                  <a:cubicBezTo>
                    <a:pt x="7" y="17"/>
                    <a:pt x="6" y="30"/>
                    <a:pt x="4" y="42"/>
                  </a:cubicBezTo>
                  <a:cubicBezTo>
                    <a:pt x="0" y="30"/>
                    <a:pt x="2" y="3"/>
                    <a:pt x="18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1027">
              <a:extLst>
                <a:ext uri="{FF2B5EF4-FFF2-40B4-BE49-F238E27FC236}">
                  <a16:creationId xmlns:a16="http://schemas.microsoft.com/office/drawing/2014/main" id="{FAF26A29-3515-40C7-A14B-664D6D05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084"/>
              <a:ext cx="21" cy="35"/>
            </a:xfrm>
            <a:custGeom>
              <a:avLst/>
              <a:gdLst>
                <a:gd name="T0" fmla="*/ 14 w 26"/>
                <a:gd name="T1" fmla="*/ 5 h 41"/>
                <a:gd name="T2" fmla="*/ 7 w 26"/>
                <a:gd name="T3" fmla="*/ 7 h 41"/>
                <a:gd name="T4" fmla="*/ 2 w 26"/>
                <a:gd name="T5" fmla="*/ 26 h 41"/>
                <a:gd name="T6" fmla="*/ 2 w 26"/>
                <a:gd name="T7" fmla="*/ 11 h 41"/>
                <a:gd name="T8" fmla="*/ 10 w 26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1">
                  <a:moveTo>
                    <a:pt x="26" y="8"/>
                  </a:moveTo>
                  <a:cubicBezTo>
                    <a:pt x="23" y="4"/>
                    <a:pt x="18" y="8"/>
                    <a:pt x="14" y="10"/>
                  </a:cubicBezTo>
                  <a:cubicBezTo>
                    <a:pt x="6" y="16"/>
                    <a:pt x="0" y="31"/>
                    <a:pt x="3" y="41"/>
                  </a:cubicBezTo>
                  <a:cubicBezTo>
                    <a:pt x="4" y="34"/>
                    <a:pt x="1" y="26"/>
                    <a:pt x="2" y="18"/>
                  </a:cubicBezTo>
                  <a:cubicBezTo>
                    <a:pt x="4" y="12"/>
                    <a:pt x="9" y="0"/>
                    <a:pt x="18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1028">
              <a:extLst>
                <a:ext uri="{FF2B5EF4-FFF2-40B4-BE49-F238E27FC236}">
                  <a16:creationId xmlns:a16="http://schemas.microsoft.com/office/drawing/2014/main" id="{F6D9C3F0-557F-45D1-983E-1066ACAFB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73"/>
              <a:ext cx="20" cy="37"/>
            </a:xfrm>
            <a:custGeom>
              <a:avLst/>
              <a:gdLst>
                <a:gd name="T0" fmla="*/ 13 w 25"/>
                <a:gd name="T1" fmla="*/ 3 h 43"/>
                <a:gd name="T2" fmla="*/ 4 w 25"/>
                <a:gd name="T3" fmla="*/ 28 h 43"/>
                <a:gd name="T4" fmla="*/ 7 w 25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3">
                  <a:moveTo>
                    <a:pt x="25" y="5"/>
                  </a:moveTo>
                  <a:cubicBezTo>
                    <a:pt x="11" y="3"/>
                    <a:pt x="8" y="35"/>
                    <a:pt x="8" y="43"/>
                  </a:cubicBezTo>
                  <a:cubicBezTo>
                    <a:pt x="5" y="31"/>
                    <a:pt x="0" y="7"/>
                    <a:pt x="14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1029">
              <a:extLst>
                <a:ext uri="{FF2B5EF4-FFF2-40B4-BE49-F238E27FC236}">
                  <a16:creationId xmlns:a16="http://schemas.microsoft.com/office/drawing/2014/main" id="{CBD0AE80-59AD-4071-88A4-9854F60B7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075"/>
              <a:ext cx="14" cy="48"/>
            </a:xfrm>
            <a:custGeom>
              <a:avLst/>
              <a:gdLst>
                <a:gd name="T0" fmla="*/ 9 w 18"/>
                <a:gd name="T1" fmla="*/ 0 h 56"/>
                <a:gd name="T2" fmla="*/ 5 w 18"/>
                <a:gd name="T3" fmla="*/ 35 h 56"/>
                <a:gd name="T4" fmla="*/ 1 w 18"/>
                <a:gd name="T5" fmla="*/ 15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6">
                  <a:moveTo>
                    <a:pt x="18" y="0"/>
                  </a:moveTo>
                  <a:cubicBezTo>
                    <a:pt x="5" y="9"/>
                    <a:pt x="1" y="45"/>
                    <a:pt x="11" y="56"/>
                  </a:cubicBezTo>
                  <a:cubicBezTo>
                    <a:pt x="7" y="45"/>
                    <a:pt x="0" y="37"/>
                    <a:pt x="1" y="24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1030">
              <a:extLst>
                <a:ext uri="{FF2B5EF4-FFF2-40B4-BE49-F238E27FC236}">
                  <a16:creationId xmlns:a16="http://schemas.microsoft.com/office/drawing/2014/main" id="{6080FE8D-9E50-427A-9525-44ECB9E5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13"/>
              <a:ext cx="9" cy="16"/>
            </a:xfrm>
            <a:custGeom>
              <a:avLst/>
              <a:gdLst>
                <a:gd name="T0" fmla="*/ 2 w 11"/>
                <a:gd name="T1" fmla="*/ 0 h 19"/>
                <a:gd name="T2" fmla="*/ 6 w 11"/>
                <a:gd name="T3" fmla="*/ 11 h 19"/>
                <a:gd name="T4" fmla="*/ 2 w 11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2" y="0"/>
                  </a:moveTo>
                  <a:cubicBezTo>
                    <a:pt x="0" y="6"/>
                    <a:pt x="7" y="16"/>
                    <a:pt x="11" y="19"/>
                  </a:cubicBezTo>
                  <a:cubicBezTo>
                    <a:pt x="10" y="15"/>
                    <a:pt x="7" y="11"/>
                    <a:pt x="5" y="8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1031">
              <a:extLst>
                <a:ext uri="{FF2B5EF4-FFF2-40B4-BE49-F238E27FC236}">
                  <a16:creationId xmlns:a16="http://schemas.microsoft.com/office/drawing/2014/main" id="{E3BEAB5D-3D2E-4326-95CD-D176CC9C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199"/>
              <a:ext cx="24" cy="6"/>
            </a:xfrm>
            <a:custGeom>
              <a:avLst/>
              <a:gdLst>
                <a:gd name="T0" fmla="*/ 0 w 31"/>
                <a:gd name="T1" fmla="*/ 2 h 8"/>
                <a:gd name="T2" fmla="*/ 15 w 31"/>
                <a:gd name="T3" fmla="*/ 0 h 8"/>
                <a:gd name="T4" fmla="*/ 10 w 31"/>
                <a:gd name="T5" fmla="*/ 2 h 8"/>
                <a:gd name="T6" fmla="*/ 2 w 31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">
                  <a:moveTo>
                    <a:pt x="0" y="5"/>
                  </a:moveTo>
                  <a:cubicBezTo>
                    <a:pt x="8" y="4"/>
                    <a:pt x="21" y="2"/>
                    <a:pt x="31" y="0"/>
                  </a:cubicBezTo>
                  <a:cubicBezTo>
                    <a:pt x="27" y="0"/>
                    <a:pt x="25" y="1"/>
                    <a:pt x="22" y="3"/>
                  </a:cubicBezTo>
                  <a:cubicBezTo>
                    <a:pt x="15" y="6"/>
                    <a:pt x="10" y="8"/>
                    <a:pt x="2" y="7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1032">
              <a:extLst>
                <a:ext uri="{FF2B5EF4-FFF2-40B4-BE49-F238E27FC236}">
                  <a16:creationId xmlns:a16="http://schemas.microsoft.com/office/drawing/2014/main" id="{C0380A12-64F2-496A-8049-8F19F043D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221"/>
              <a:ext cx="21" cy="4"/>
            </a:xfrm>
            <a:custGeom>
              <a:avLst/>
              <a:gdLst>
                <a:gd name="T0" fmla="*/ 0 w 27"/>
                <a:gd name="T1" fmla="*/ 0 h 4"/>
                <a:gd name="T2" fmla="*/ 12 w 27"/>
                <a:gd name="T3" fmla="*/ 0 h 4"/>
                <a:gd name="T4" fmla="*/ 0 w 27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">
                  <a:moveTo>
                    <a:pt x="0" y="0"/>
                  </a:moveTo>
                  <a:cubicBezTo>
                    <a:pt x="3" y="4"/>
                    <a:pt x="20" y="2"/>
                    <a:pt x="27" y="0"/>
                  </a:cubicBezTo>
                  <a:cubicBezTo>
                    <a:pt x="19" y="4"/>
                    <a:pt x="8" y="4"/>
                    <a:pt x="0" y="4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1033">
              <a:extLst>
                <a:ext uri="{FF2B5EF4-FFF2-40B4-BE49-F238E27FC236}">
                  <a16:creationId xmlns:a16="http://schemas.microsoft.com/office/drawing/2014/main" id="{F78FC4C8-DDD5-49FB-BA9D-C4354D961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171"/>
              <a:ext cx="19" cy="10"/>
            </a:xfrm>
            <a:custGeom>
              <a:avLst/>
              <a:gdLst>
                <a:gd name="T0" fmla="*/ 2 w 23"/>
                <a:gd name="T1" fmla="*/ 5 h 11"/>
                <a:gd name="T2" fmla="*/ 2 w 23"/>
                <a:gd name="T3" fmla="*/ 5 h 11"/>
                <a:gd name="T4" fmla="*/ 13 w 23"/>
                <a:gd name="T5" fmla="*/ 5 h 11"/>
                <a:gd name="T6" fmla="*/ 0 w 23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">
                  <a:moveTo>
                    <a:pt x="3" y="7"/>
                  </a:moveTo>
                  <a:cubicBezTo>
                    <a:pt x="3" y="6"/>
                    <a:pt x="2" y="6"/>
                    <a:pt x="2" y="7"/>
                  </a:cubicBezTo>
                  <a:cubicBezTo>
                    <a:pt x="7" y="10"/>
                    <a:pt x="19" y="11"/>
                    <a:pt x="23" y="5"/>
                  </a:cubicBezTo>
                  <a:cubicBezTo>
                    <a:pt x="19" y="0"/>
                    <a:pt x="3" y="0"/>
                    <a:pt x="0" y="6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1034">
              <a:extLst>
                <a:ext uri="{FF2B5EF4-FFF2-40B4-BE49-F238E27FC236}">
                  <a16:creationId xmlns:a16="http://schemas.microsoft.com/office/drawing/2014/main" id="{A12E8607-88AF-4B6D-B992-C839A18F0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46"/>
              <a:ext cx="29" cy="20"/>
            </a:xfrm>
            <a:custGeom>
              <a:avLst/>
              <a:gdLst>
                <a:gd name="T0" fmla="*/ 0 w 36"/>
                <a:gd name="T1" fmla="*/ 14 h 24"/>
                <a:gd name="T2" fmla="*/ 8 w 36"/>
                <a:gd name="T3" fmla="*/ 13 h 24"/>
                <a:gd name="T4" fmla="*/ 19 w 36"/>
                <a:gd name="T5" fmla="*/ 13 h 24"/>
                <a:gd name="T6" fmla="*/ 1 w 36"/>
                <a:gd name="T7" fmla="*/ 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cubicBezTo>
                    <a:pt x="5" y="24"/>
                    <a:pt x="10" y="22"/>
                    <a:pt x="15" y="21"/>
                  </a:cubicBezTo>
                  <a:cubicBezTo>
                    <a:pt x="22" y="21"/>
                    <a:pt x="29" y="21"/>
                    <a:pt x="36" y="21"/>
                  </a:cubicBezTo>
                  <a:cubicBezTo>
                    <a:pt x="23" y="17"/>
                    <a:pt x="14" y="0"/>
                    <a:pt x="1" y="14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1035">
              <a:extLst>
                <a:ext uri="{FF2B5EF4-FFF2-40B4-BE49-F238E27FC236}">
                  <a16:creationId xmlns:a16="http://schemas.microsoft.com/office/drawing/2014/main" id="{290C7B42-3AAE-45C3-AD87-AAD4B5AAD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434"/>
              <a:ext cx="32" cy="6"/>
            </a:xfrm>
            <a:custGeom>
              <a:avLst/>
              <a:gdLst>
                <a:gd name="T0" fmla="*/ 3 w 40"/>
                <a:gd name="T1" fmla="*/ 3 h 7"/>
                <a:gd name="T2" fmla="*/ 10 w 40"/>
                <a:gd name="T3" fmla="*/ 3 h 7"/>
                <a:gd name="T4" fmla="*/ 21 w 40"/>
                <a:gd name="T5" fmla="*/ 1 h 7"/>
                <a:gd name="T6" fmla="*/ 12 w 40"/>
                <a:gd name="T7" fmla="*/ 2 h 7"/>
                <a:gd name="T8" fmla="*/ 0 w 4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">
                  <a:moveTo>
                    <a:pt x="6" y="6"/>
                  </a:moveTo>
                  <a:cubicBezTo>
                    <a:pt x="7" y="5"/>
                    <a:pt x="16" y="7"/>
                    <a:pt x="20" y="6"/>
                  </a:cubicBezTo>
                  <a:cubicBezTo>
                    <a:pt x="26" y="6"/>
                    <a:pt x="34" y="4"/>
                    <a:pt x="40" y="1"/>
                  </a:cubicBezTo>
                  <a:cubicBezTo>
                    <a:pt x="35" y="2"/>
                    <a:pt x="29" y="2"/>
                    <a:pt x="24" y="2"/>
                  </a:cubicBezTo>
                  <a:cubicBezTo>
                    <a:pt x="17" y="1"/>
                    <a:pt x="6" y="3"/>
                    <a:pt x="0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1036">
              <a:extLst>
                <a:ext uri="{FF2B5EF4-FFF2-40B4-BE49-F238E27FC236}">
                  <a16:creationId xmlns:a16="http://schemas.microsoft.com/office/drawing/2014/main" id="{DD4C3898-6CF3-478D-981E-A700285D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04"/>
              <a:ext cx="24" cy="11"/>
            </a:xfrm>
            <a:custGeom>
              <a:avLst/>
              <a:gdLst>
                <a:gd name="T0" fmla="*/ 0 w 31"/>
                <a:gd name="T1" fmla="*/ 6 h 12"/>
                <a:gd name="T2" fmla="*/ 15 w 31"/>
                <a:gd name="T3" fmla="*/ 4 h 12"/>
                <a:gd name="T4" fmla="*/ 0 w 31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9"/>
                  </a:moveTo>
                  <a:cubicBezTo>
                    <a:pt x="0" y="12"/>
                    <a:pt x="28" y="11"/>
                    <a:pt x="31" y="4"/>
                  </a:cubicBezTo>
                  <a:cubicBezTo>
                    <a:pt x="23" y="0"/>
                    <a:pt x="9" y="2"/>
                    <a:pt x="0" y="6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1037">
              <a:extLst>
                <a:ext uri="{FF2B5EF4-FFF2-40B4-BE49-F238E27FC236}">
                  <a16:creationId xmlns:a16="http://schemas.microsoft.com/office/drawing/2014/main" id="{1FA48F8F-BAD8-49E8-BF97-E132C0CE2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375"/>
              <a:ext cx="23" cy="9"/>
            </a:xfrm>
            <a:custGeom>
              <a:avLst/>
              <a:gdLst>
                <a:gd name="T0" fmla="*/ 2 w 29"/>
                <a:gd name="T1" fmla="*/ 5 h 10"/>
                <a:gd name="T2" fmla="*/ 5 w 29"/>
                <a:gd name="T3" fmla="*/ 6 h 10"/>
                <a:gd name="T4" fmla="*/ 14 w 29"/>
                <a:gd name="T5" fmla="*/ 4 h 10"/>
                <a:gd name="T6" fmla="*/ 0 w 2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0">
                  <a:moveTo>
                    <a:pt x="4" y="7"/>
                  </a:moveTo>
                  <a:cubicBezTo>
                    <a:pt x="1" y="5"/>
                    <a:pt x="9" y="9"/>
                    <a:pt x="10" y="9"/>
                  </a:cubicBezTo>
                  <a:cubicBezTo>
                    <a:pt x="16" y="10"/>
                    <a:pt x="26" y="9"/>
                    <a:pt x="29" y="4"/>
                  </a:cubicBezTo>
                  <a:cubicBezTo>
                    <a:pt x="20" y="1"/>
                    <a:pt x="8" y="3"/>
                    <a:pt x="0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1038">
              <a:extLst>
                <a:ext uri="{FF2B5EF4-FFF2-40B4-BE49-F238E27FC236}">
                  <a16:creationId xmlns:a16="http://schemas.microsoft.com/office/drawing/2014/main" id="{8DEDE1E8-F298-43F1-A182-05F443841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347"/>
              <a:ext cx="13" cy="11"/>
            </a:xfrm>
            <a:custGeom>
              <a:avLst/>
              <a:gdLst>
                <a:gd name="T0" fmla="*/ 0 w 16"/>
                <a:gd name="T1" fmla="*/ 8 h 13"/>
                <a:gd name="T2" fmla="*/ 8 w 16"/>
                <a:gd name="T3" fmla="*/ 5 h 13"/>
                <a:gd name="T4" fmla="*/ 2 w 1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2" y="10"/>
                    <a:pt x="14" y="13"/>
                    <a:pt x="15" y="8"/>
                  </a:cubicBezTo>
                  <a:cubicBezTo>
                    <a:pt x="16" y="3"/>
                    <a:pt x="5" y="0"/>
                    <a:pt x="2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1039">
              <a:extLst>
                <a:ext uri="{FF2B5EF4-FFF2-40B4-BE49-F238E27FC236}">
                  <a16:creationId xmlns:a16="http://schemas.microsoft.com/office/drawing/2014/main" id="{279C3B53-FACA-44C1-B9D4-511B39655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3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0"/>
                  </a:cubicBezTo>
                </a:path>
              </a:pathLst>
            </a:custGeom>
            <a:solidFill>
              <a:srgbClr val="F6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1040">
              <a:extLst>
                <a:ext uri="{FF2B5EF4-FFF2-40B4-BE49-F238E27FC236}">
                  <a16:creationId xmlns:a16="http://schemas.microsoft.com/office/drawing/2014/main" id="{E115D26C-AC2C-4EC0-A5B3-13E54E8BA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610"/>
              <a:ext cx="503" cy="239"/>
            </a:xfrm>
            <a:custGeom>
              <a:avLst/>
              <a:gdLst>
                <a:gd name="T0" fmla="*/ 309 w 630"/>
                <a:gd name="T1" fmla="*/ 96 h 281"/>
                <a:gd name="T2" fmla="*/ 274 w 630"/>
                <a:gd name="T3" fmla="*/ 65 h 281"/>
                <a:gd name="T4" fmla="*/ 264 w 630"/>
                <a:gd name="T5" fmla="*/ 80 h 281"/>
                <a:gd name="T6" fmla="*/ 248 w 630"/>
                <a:gd name="T7" fmla="*/ 60 h 281"/>
                <a:gd name="T8" fmla="*/ 234 w 630"/>
                <a:gd name="T9" fmla="*/ 61 h 281"/>
                <a:gd name="T10" fmla="*/ 217 w 630"/>
                <a:gd name="T11" fmla="*/ 49 h 281"/>
                <a:gd name="T12" fmla="*/ 192 w 630"/>
                <a:gd name="T13" fmla="*/ 52 h 281"/>
                <a:gd name="T14" fmla="*/ 170 w 630"/>
                <a:gd name="T15" fmla="*/ 31 h 281"/>
                <a:gd name="T16" fmla="*/ 146 w 630"/>
                <a:gd name="T17" fmla="*/ 22 h 281"/>
                <a:gd name="T18" fmla="*/ 121 w 630"/>
                <a:gd name="T19" fmla="*/ 10 h 281"/>
                <a:gd name="T20" fmla="*/ 119 w 630"/>
                <a:gd name="T21" fmla="*/ 31 h 281"/>
                <a:gd name="T22" fmla="*/ 74 w 630"/>
                <a:gd name="T23" fmla="*/ 14 h 281"/>
                <a:gd name="T24" fmla="*/ 51 w 630"/>
                <a:gd name="T25" fmla="*/ 16 h 281"/>
                <a:gd name="T26" fmla="*/ 22 w 630"/>
                <a:gd name="T27" fmla="*/ 7 h 281"/>
                <a:gd name="T28" fmla="*/ 17 w 630"/>
                <a:gd name="T29" fmla="*/ 26 h 281"/>
                <a:gd name="T30" fmla="*/ 6 w 630"/>
                <a:gd name="T31" fmla="*/ 60 h 281"/>
                <a:gd name="T32" fmla="*/ 26 w 630"/>
                <a:gd name="T33" fmla="*/ 74 h 281"/>
                <a:gd name="T34" fmla="*/ 26 w 630"/>
                <a:gd name="T35" fmla="*/ 111 h 281"/>
                <a:gd name="T36" fmla="*/ 44 w 630"/>
                <a:gd name="T37" fmla="*/ 125 h 281"/>
                <a:gd name="T38" fmla="*/ 83 w 630"/>
                <a:gd name="T39" fmla="*/ 134 h 281"/>
                <a:gd name="T40" fmla="*/ 102 w 630"/>
                <a:gd name="T41" fmla="*/ 154 h 281"/>
                <a:gd name="T42" fmla="*/ 128 w 630"/>
                <a:gd name="T43" fmla="*/ 138 h 281"/>
                <a:gd name="T44" fmla="*/ 146 w 630"/>
                <a:gd name="T45" fmla="*/ 156 h 281"/>
                <a:gd name="T46" fmla="*/ 165 w 630"/>
                <a:gd name="T47" fmla="*/ 151 h 281"/>
                <a:gd name="T48" fmla="*/ 184 w 630"/>
                <a:gd name="T49" fmla="*/ 167 h 281"/>
                <a:gd name="T50" fmla="*/ 203 w 630"/>
                <a:gd name="T51" fmla="*/ 160 h 281"/>
                <a:gd name="T52" fmla="*/ 248 w 630"/>
                <a:gd name="T53" fmla="*/ 152 h 281"/>
                <a:gd name="T54" fmla="*/ 269 w 630"/>
                <a:gd name="T55" fmla="*/ 135 h 281"/>
                <a:gd name="T56" fmla="*/ 283 w 630"/>
                <a:gd name="T57" fmla="*/ 138 h 281"/>
                <a:gd name="T58" fmla="*/ 293 w 630"/>
                <a:gd name="T59" fmla="*/ 125 h 281"/>
                <a:gd name="T60" fmla="*/ 299 w 630"/>
                <a:gd name="T61" fmla="*/ 126 h 281"/>
                <a:gd name="T62" fmla="*/ 302 w 630"/>
                <a:gd name="T63" fmla="*/ 110 h 281"/>
                <a:gd name="T64" fmla="*/ 308 w 630"/>
                <a:gd name="T65" fmla="*/ 97 h 2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30" h="281">
                  <a:moveTo>
                    <a:pt x="608" y="156"/>
                  </a:moveTo>
                  <a:cubicBezTo>
                    <a:pt x="591" y="147"/>
                    <a:pt x="564" y="88"/>
                    <a:pt x="539" y="107"/>
                  </a:cubicBezTo>
                  <a:cubicBezTo>
                    <a:pt x="529" y="115"/>
                    <a:pt x="539" y="133"/>
                    <a:pt x="519" y="129"/>
                  </a:cubicBezTo>
                  <a:cubicBezTo>
                    <a:pt x="506" y="126"/>
                    <a:pt x="501" y="102"/>
                    <a:pt x="487" y="98"/>
                  </a:cubicBezTo>
                  <a:cubicBezTo>
                    <a:pt x="480" y="96"/>
                    <a:pt x="469" y="102"/>
                    <a:pt x="460" y="100"/>
                  </a:cubicBezTo>
                  <a:cubicBezTo>
                    <a:pt x="447" y="96"/>
                    <a:pt x="439" y="83"/>
                    <a:pt x="427" y="80"/>
                  </a:cubicBezTo>
                  <a:cubicBezTo>
                    <a:pt x="416" y="76"/>
                    <a:pt x="381" y="76"/>
                    <a:pt x="377" y="85"/>
                  </a:cubicBezTo>
                  <a:cubicBezTo>
                    <a:pt x="360" y="78"/>
                    <a:pt x="351" y="58"/>
                    <a:pt x="334" y="51"/>
                  </a:cubicBezTo>
                  <a:cubicBezTo>
                    <a:pt x="319" y="44"/>
                    <a:pt x="302" y="45"/>
                    <a:pt x="287" y="36"/>
                  </a:cubicBezTo>
                  <a:cubicBezTo>
                    <a:pt x="271" y="27"/>
                    <a:pt x="259" y="9"/>
                    <a:pt x="238" y="16"/>
                  </a:cubicBezTo>
                  <a:cubicBezTo>
                    <a:pt x="219" y="23"/>
                    <a:pt x="222" y="36"/>
                    <a:pt x="234" y="50"/>
                  </a:cubicBezTo>
                  <a:cubicBezTo>
                    <a:pt x="214" y="32"/>
                    <a:pt x="171" y="25"/>
                    <a:pt x="146" y="23"/>
                  </a:cubicBezTo>
                  <a:cubicBezTo>
                    <a:pt x="130" y="22"/>
                    <a:pt x="115" y="30"/>
                    <a:pt x="100" y="26"/>
                  </a:cubicBezTo>
                  <a:cubicBezTo>
                    <a:pt x="78" y="19"/>
                    <a:pt x="68" y="0"/>
                    <a:pt x="42" y="11"/>
                  </a:cubicBezTo>
                  <a:cubicBezTo>
                    <a:pt x="32" y="16"/>
                    <a:pt x="8" y="41"/>
                    <a:pt x="32" y="43"/>
                  </a:cubicBezTo>
                  <a:cubicBezTo>
                    <a:pt x="7" y="45"/>
                    <a:pt x="0" y="80"/>
                    <a:pt x="13" y="98"/>
                  </a:cubicBezTo>
                  <a:cubicBezTo>
                    <a:pt x="22" y="110"/>
                    <a:pt x="42" y="109"/>
                    <a:pt x="51" y="120"/>
                  </a:cubicBezTo>
                  <a:cubicBezTo>
                    <a:pt x="66" y="137"/>
                    <a:pt x="48" y="161"/>
                    <a:pt x="51" y="180"/>
                  </a:cubicBezTo>
                  <a:cubicBezTo>
                    <a:pt x="53" y="203"/>
                    <a:pt x="66" y="206"/>
                    <a:pt x="86" y="203"/>
                  </a:cubicBezTo>
                  <a:cubicBezTo>
                    <a:pt x="117" y="199"/>
                    <a:pt x="140" y="191"/>
                    <a:pt x="163" y="218"/>
                  </a:cubicBezTo>
                  <a:cubicBezTo>
                    <a:pt x="175" y="231"/>
                    <a:pt x="180" y="255"/>
                    <a:pt x="200" y="250"/>
                  </a:cubicBezTo>
                  <a:cubicBezTo>
                    <a:pt x="221" y="246"/>
                    <a:pt x="225" y="214"/>
                    <a:pt x="252" y="224"/>
                  </a:cubicBezTo>
                  <a:cubicBezTo>
                    <a:pt x="267" y="229"/>
                    <a:pt x="272" y="249"/>
                    <a:pt x="287" y="254"/>
                  </a:cubicBezTo>
                  <a:cubicBezTo>
                    <a:pt x="302" y="259"/>
                    <a:pt x="311" y="246"/>
                    <a:pt x="325" y="245"/>
                  </a:cubicBezTo>
                  <a:cubicBezTo>
                    <a:pt x="346" y="243"/>
                    <a:pt x="347" y="262"/>
                    <a:pt x="362" y="271"/>
                  </a:cubicBezTo>
                  <a:cubicBezTo>
                    <a:pt x="380" y="281"/>
                    <a:pt x="382" y="268"/>
                    <a:pt x="398" y="260"/>
                  </a:cubicBezTo>
                  <a:cubicBezTo>
                    <a:pt x="428" y="244"/>
                    <a:pt x="463" y="269"/>
                    <a:pt x="487" y="247"/>
                  </a:cubicBezTo>
                  <a:cubicBezTo>
                    <a:pt x="504" y="231"/>
                    <a:pt x="503" y="221"/>
                    <a:pt x="528" y="220"/>
                  </a:cubicBezTo>
                  <a:cubicBezTo>
                    <a:pt x="538" y="219"/>
                    <a:pt x="547" y="219"/>
                    <a:pt x="556" y="223"/>
                  </a:cubicBezTo>
                  <a:cubicBezTo>
                    <a:pt x="562" y="206"/>
                    <a:pt x="564" y="211"/>
                    <a:pt x="576" y="203"/>
                  </a:cubicBezTo>
                  <a:cubicBezTo>
                    <a:pt x="580" y="201"/>
                    <a:pt x="583" y="207"/>
                    <a:pt x="587" y="204"/>
                  </a:cubicBezTo>
                  <a:cubicBezTo>
                    <a:pt x="593" y="199"/>
                    <a:pt x="588" y="186"/>
                    <a:pt x="593" y="179"/>
                  </a:cubicBezTo>
                  <a:cubicBezTo>
                    <a:pt x="596" y="176"/>
                    <a:pt x="630" y="166"/>
                    <a:pt x="606" y="158"/>
                  </a:cubicBezTo>
                </a:path>
              </a:pathLst>
            </a:custGeom>
            <a:solidFill>
              <a:srgbClr val="4B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1041">
              <a:extLst>
                <a:ext uri="{FF2B5EF4-FFF2-40B4-BE49-F238E27FC236}">
                  <a16:creationId xmlns:a16="http://schemas.microsoft.com/office/drawing/2014/main" id="{1D305569-F49A-4EB1-8E32-21B3B25E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610"/>
              <a:ext cx="503" cy="239"/>
            </a:xfrm>
            <a:custGeom>
              <a:avLst/>
              <a:gdLst>
                <a:gd name="T0" fmla="*/ 309 w 630"/>
                <a:gd name="T1" fmla="*/ 96 h 281"/>
                <a:gd name="T2" fmla="*/ 274 w 630"/>
                <a:gd name="T3" fmla="*/ 65 h 281"/>
                <a:gd name="T4" fmla="*/ 264 w 630"/>
                <a:gd name="T5" fmla="*/ 80 h 281"/>
                <a:gd name="T6" fmla="*/ 248 w 630"/>
                <a:gd name="T7" fmla="*/ 60 h 281"/>
                <a:gd name="T8" fmla="*/ 234 w 630"/>
                <a:gd name="T9" fmla="*/ 61 h 281"/>
                <a:gd name="T10" fmla="*/ 217 w 630"/>
                <a:gd name="T11" fmla="*/ 49 h 281"/>
                <a:gd name="T12" fmla="*/ 192 w 630"/>
                <a:gd name="T13" fmla="*/ 52 h 281"/>
                <a:gd name="T14" fmla="*/ 170 w 630"/>
                <a:gd name="T15" fmla="*/ 31 h 281"/>
                <a:gd name="T16" fmla="*/ 146 w 630"/>
                <a:gd name="T17" fmla="*/ 22 h 281"/>
                <a:gd name="T18" fmla="*/ 121 w 630"/>
                <a:gd name="T19" fmla="*/ 10 h 281"/>
                <a:gd name="T20" fmla="*/ 119 w 630"/>
                <a:gd name="T21" fmla="*/ 31 h 281"/>
                <a:gd name="T22" fmla="*/ 74 w 630"/>
                <a:gd name="T23" fmla="*/ 14 h 281"/>
                <a:gd name="T24" fmla="*/ 51 w 630"/>
                <a:gd name="T25" fmla="*/ 16 h 281"/>
                <a:gd name="T26" fmla="*/ 22 w 630"/>
                <a:gd name="T27" fmla="*/ 7 h 281"/>
                <a:gd name="T28" fmla="*/ 17 w 630"/>
                <a:gd name="T29" fmla="*/ 26 h 281"/>
                <a:gd name="T30" fmla="*/ 6 w 630"/>
                <a:gd name="T31" fmla="*/ 60 h 281"/>
                <a:gd name="T32" fmla="*/ 26 w 630"/>
                <a:gd name="T33" fmla="*/ 74 h 281"/>
                <a:gd name="T34" fmla="*/ 26 w 630"/>
                <a:gd name="T35" fmla="*/ 111 h 281"/>
                <a:gd name="T36" fmla="*/ 44 w 630"/>
                <a:gd name="T37" fmla="*/ 125 h 281"/>
                <a:gd name="T38" fmla="*/ 83 w 630"/>
                <a:gd name="T39" fmla="*/ 134 h 281"/>
                <a:gd name="T40" fmla="*/ 102 w 630"/>
                <a:gd name="T41" fmla="*/ 154 h 281"/>
                <a:gd name="T42" fmla="*/ 128 w 630"/>
                <a:gd name="T43" fmla="*/ 138 h 281"/>
                <a:gd name="T44" fmla="*/ 146 w 630"/>
                <a:gd name="T45" fmla="*/ 156 h 281"/>
                <a:gd name="T46" fmla="*/ 165 w 630"/>
                <a:gd name="T47" fmla="*/ 151 h 281"/>
                <a:gd name="T48" fmla="*/ 184 w 630"/>
                <a:gd name="T49" fmla="*/ 167 h 281"/>
                <a:gd name="T50" fmla="*/ 203 w 630"/>
                <a:gd name="T51" fmla="*/ 160 h 281"/>
                <a:gd name="T52" fmla="*/ 248 w 630"/>
                <a:gd name="T53" fmla="*/ 152 h 281"/>
                <a:gd name="T54" fmla="*/ 269 w 630"/>
                <a:gd name="T55" fmla="*/ 135 h 281"/>
                <a:gd name="T56" fmla="*/ 283 w 630"/>
                <a:gd name="T57" fmla="*/ 138 h 281"/>
                <a:gd name="T58" fmla="*/ 293 w 630"/>
                <a:gd name="T59" fmla="*/ 125 h 281"/>
                <a:gd name="T60" fmla="*/ 299 w 630"/>
                <a:gd name="T61" fmla="*/ 126 h 281"/>
                <a:gd name="T62" fmla="*/ 302 w 630"/>
                <a:gd name="T63" fmla="*/ 110 h 281"/>
                <a:gd name="T64" fmla="*/ 308 w 630"/>
                <a:gd name="T65" fmla="*/ 97 h 2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30" h="281">
                  <a:moveTo>
                    <a:pt x="608" y="156"/>
                  </a:moveTo>
                  <a:cubicBezTo>
                    <a:pt x="591" y="147"/>
                    <a:pt x="564" y="88"/>
                    <a:pt x="539" y="107"/>
                  </a:cubicBezTo>
                  <a:cubicBezTo>
                    <a:pt x="529" y="115"/>
                    <a:pt x="539" y="133"/>
                    <a:pt x="519" y="129"/>
                  </a:cubicBezTo>
                  <a:cubicBezTo>
                    <a:pt x="506" y="126"/>
                    <a:pt x="501" y="102"/>
                    <a:pt x="487" y="98"/>
                  </a:cubicBezTo>
                  <a:cubicBezTo>
                    <a:pt x="480" y="96"/>
                    <a:pt x="469" y="102"/>
                    <a:pt x="460" y="100"/>
                  </a:cubicBezTo>
                  <a:cubicBezTo>
                    <a:pt x="447" y="96"/>
                    <a:pt x="439" y="83"/>
                    <a:pt x="427" y="80"/>
                  </a:cubicBezTo>
                  <a:cubicBezTo>
                    <a:pt x="416" y="76"/>
                    <a:pt x="381" y="76"/>
                    <a:pt x="377" y="85"/>
                  </a:cubicBezTo>
                  <a:cubicBezTo>
                    <a:pt x="360" y="78"/>
                    <a:pt x="351" y="58"/>
                    <a:pt x="334" y="51"/>
                  </a:cubicBezTo>
                  <a:cubicBezTo>
                    <a:pt x="319" y="44"/>
                    <a:pt x="302" y="45"/>
                    <a:pt x="287" y="36"/>
                  </a:cubicBezTo>
                  <a:cubicBezTo>
                    <a:pt x="271" y="27"/>
                    <a:pt x="259" y="9"/>
                    <a:pt x="238" y="16"/>
                  </a:cubicBezTo>
                  <a:cubicBezTo>
                    <a:pt x="219" y="23"/>
                    <a:pt x="222" y="36"/>
                    <a:pt x="234" y="50"/>
                  </a:cubicBezTo>
                  <a:cubicBezTo>
                    <a:pt x="214" y="32"/>
                    <a:pt x="171" y="25"/>
                    <a:pt x="146" y="23"/>
                  </a:cubicBezTo>
                  <a:cubicBezTo>
                    <a:pt x="130" y="22"/>
                    <a:pt x="115" y="30"/>
                    <a:pt x="100" y="26"/>
                  </a:cubicBezTo>
                  <a:cubicBezTo>
                    <a:pt x="78" y="19"/>
                    <a:pt x="68" y="0"/>
                    <a:pt x="42" y="11"/>
                  </a:cubicBezTo>
                  <a:cubicBezTo>
                    <a:pt x="32" y="16"/>
                    <a:pt x="8" y="41"/>
                    <a:pt x="32" y="43"/>
                  </a:cubicBezTo>
                  <a:cubicBezTo>
                    <a:pt x="7" y="45"/>
                    <a:pt x="0" y="80"/>
                    <a:pt x="13" y="98"/>
                  </a:cubicBezTo>
                  <a:cubicBezTo>
                    <a:pt x="22" y="110"/>
                    <a:pt x="42" y="109"/>
                    <a:pt x="51" y="120"/>
                  </a:cubicBezTo>
                  <a:cubicBezTo>
                    <a:pt x="66" y="137"/>
                    <a:pt x="48" y="161"/>
                    <a:pt x="51" y="180"/>
                  </a:cubicBezTo>
                  <a:cubicBezTo>
                    <a:pt x="53" y="203"/>
                    <a:pt x="66" y="206"/>
                    <a:pt x="86" y="203"/>
                  </a:cubicBezTo>
                  <a:cubicBezTo>
                    <a:pt x="117" y="199"/>
                    <a:pt x="140" y="191"/>
                    <a:pt x="163" y="218"/>
                  </a:cubicBezTo>
                  <a:cubicBezTo>
                    <a:pt x="175" y="231"/>
                    <a:pt x="180" y="255"/>
                    <a:pt x="200" y="250"/>
                  </a:cubicBezTo>
                  <a:cubicBezTo>
                    <a:pt x="221" y="246"/>
                    <a:pt x="225" y="214"/>
                    <a:pt x="252" y="224"/>
                  </a:cubicBezTo>
                  <a:cubicBezTo>
                    <a:pt x="267" y="229"/>
                    <a:pt x="272" y="249"/>
                    <a:pt x="287" y="254"/>
                  </a:cubicBezTo>
                  <a:cubicBezTo>
                    <a:pt x="302" y="259"/>
                    <a:pt x="311" y="246"/>
                    <a:pt x="325" y="245"/>
                  </a:cubicBezTo>
                  <a:cubicBezTo>
                    <a:pt x="346" y="243"/>
                    <a:pt x="347" y="262"/>
                    <a:pt x="362" y="271"/>
                  </a:cubicBezTo>
                  <a:cubicBezTo>
                    <a:pt x="380" y="281"/>
                    <a:pt x="382" y="268"/>
                    <a:pt x="398" y="260"/>
                  </a:cubicBezTo>
                  <a:cubicBezTo>
                    <a:pt x="428" y="244"/>
                    <a:pt x="463" y="269"/>
                    <a:pt x="487" y="247"/>
                  </a:cubicBezTo>
                  <a:cubicBezTo>
                    <a:pt x="504" y="231"/>
                    <a:pt x="503" y="221"/>
                    <a:pt x="528" y="220"/>
                  </a:cubicBezTo>
                  <a:cubicBezTo>
                    <a:pt x="538" y="219"/>
                    <a:pt x="547" y="219"/>
                    <a:pt x="556" y="223"/>
                  </a:cubicBezTo>
                  <a:cubicBezTo>
                    <a:pt x="562" y="206"/>
                    <a:pt x="564" y="211"/>
                    <a:pt x="576" y="203"/>
                  </a:cubicBezTo>
                  <a:cubicBezTo>
                    <a:pt x="580" y="201"/>
                    <a:pt x="583" y="207"/>
                    <a:pt x="587" y="204"/>
                  </a:cubicBezTo>
                  <a:cubicBezTo>
                    <a:pt x="593" y="199"/>
                    <a:pt x="588" y="186"/>
                    <a:pt x="593" y="179"/>
                  </a:cubicBezTo>
                  <a:cubicBezTo>
                    <a:pt x="596" y="176"/>
                    <a:pt x="630" y="166"/>
                    <a:pt x="606" y="158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1042">
              <a:extLst>
                <a:ext uri="{FF2B5EF4-FFF2-40B4-BE49-F238E27FC236}">
                  <a16:creationId xmlns:a16="http://schemas.microsoft.com/office/drawing/2014/main" id="{529F2D5F-006F-4549-B3D8-949C85DA5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655"/>
              <a:ext cx="225" cy="113"/>
            </a:xfrm>
            <a:custGeom>
              <a:avLst/>
              <a:gdLst>
                <a:gd name="T0" fmla="*/ 0 w 283"/>
                <a:gd name="T1" fmla="*/ 19 h 132"/>
                <a:gd name="T2" fmla="*/ 24 w 283"/>
                <a:gd name="T3" fmla="*/ 20 h 132"/>
                <a:gd name="T4" fmla="*/ 43 w 283"/>
                <a:gd name="T5" fmla="*/ 23 h 132"/>
                <a:gd name="T6" fmla="*/ 54 w 283"/>
                <a:gd name="T7" fmla="*/ 28 h 132"/>
                <a:gd name="T8" fmla="*/ 63 w 283"/>
                <a:gd name="T9" fmla="*/ 28 h 132"/>
                <a:gd name="T10" fmla="*/ 82 w 283"/>
                <a:gd name="T11" fmla="*/ 32 h 132"/>
                <a:gd name="T12" fmla="*/ 112 w 283"/>
                <a:gd name="T13" fmla="*/ 26 h 132"/>
                <a:gd name="T14" fmla="*/ 113 w 283"/>
                <a:gd name="T15" fmla="*/ 33 h 132"/>
                <a:gd name="T16" fmla="*/ 119 w 283"/>
                <a:gd name="T17" fmla="*/ 33 h 132"/>
                <a:gd name="T18" fmla="*/ 126 w 283"/>
                <a:gd name="T19" fmla="*/ 54 h 132"/>
                <a:gd name="T20" fmla="*/ 125 w 283"/>
                <a:gd name="T21" fmla="*/ 83 h 132"/>
                <a:gd name="T22" fmla="*/ 126 w 283"/>
                <a:gd name="T23" fmla="*/ 64 h 132"/>
                <a:gd name="T24" fmla="*/ 118 w 283"/>
                <a:gd name="T25" fmla="*/ 39 h 132"/>
                <a:gd name="T26" fmla="*/ 92 w 283"/>
                <a:gd name="T27" fmla="*/ 24 h 132"/>
                <a:gd name="T28" fmla="*/ 80 w 283"/>
                <a:gd name="T29" fmla="*/ 38 h 132"/>
                <a:gd name="T30" fmla="*/ 66 w 283"/>
                <a:gd name="T31" fmla="*/ 28 h 132"/>
                <a:gd name="T32" fmla="*/ 49 w 283"/>
                <a:gd name="T33" fmla="*/ 31 h 132"/>
                <a:gd name="T34" fmla="*/ 33 w 283"/>
                <a:gd name="T35" fmla="*/ 30 h 132"/>
                <a:gd name="T36" fmla="*/ 19 w 283"/>
                <a:gd name="T37" fmla="*/ 23 h 132"/>
                <a:gd name="T38" fmla="*/ 5 w 283"/>
                <a:gd name="T39" fmla="*/ 13 h 13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132">
                  <a:moveTo>
                    <a:pt x="0" y="30"/>
                  </a:moveTo>
                  <a:cubicBezTo>
                    <a:pt x="8" y="0"/>
                    <a:pt x="34" y="20"/>
                    <a:pt x="48" y="32"/>
                  </a:cubicBezTo>
                  <a:cubicBezTo>
                    <a:pt x="67" y="47"/>
                    <a:pt x="63" y="34"/>
                    <a:pt x="86" y="36"/>
                  </a:cubicBezTo>
                  <a:cubicBezTo>
                    <a:pt x="94" y="37"/>
                    <a:pt x="100" y="44"/>
                    <a:pt x="107" y="45"/>
                  </a:cubicBezTo>
                  <a:cubicBezTo>
                    <a:pt x="118" y="47"/>
                    <a:pt x="114" y="46"/>
                    <a:pt x="124" y="44"/>
                  </a:cubicBezTo>
                  <a:cubicBezTo>
                    <a:pt x="142" y="40"/>
                    <a:pt x="147" y="37"/>
                    <a:pt x="164" y="50"/>
                  </a:cubicBezTo>
                  <a:cubicBezTo>
                    <a:pt x="182" y="19"/>
                    <a:pt x="200" y="16"/>
                    <a:pt x="222" y="41"/>
                  </a:cubicBezTo>
                  <a:cubicBezTo>
                    <a:pt x="225" y="45"/>
                    <a:pt x="222" y="49"/>
                    <a:pt x="225" y="52"/>
                  </a:cubicBezTo>
                  <a:cubicBezTo>
                    <a:pt x="228" y="54"/>
                    <a:pt x="236" y="50"/>
                    <a:pt x="238" y="52"/>
                  </a:cubicBezTo>
                  <a:cubicBezTo>
                    <a:pt x="249" y="60"/>
                    <a:pt x="252" y="72"/>
                    <a:pt x="251" y="86"/>
                  </a:cubicBezTo>
                  <a:cubicBezTo>
                    <a:pt x="283" y="88"/>
                    <a:pt x="256" y="122"/>
                    <a:pt x="248" y="132"/>
                  </a:cubicBezTo>
                  <a:cubicBezTo>
                    <a:pt x="253" y="123"/>
                    <a:pt x="253" y="114"/>
                    <a:pt x="252" y="103"/>
                  </a:cubicBezTo>
                  <a:cubicBezTo>
                    <a:pt x="231" y="97"/>
                    <a:pt x="242" y="77"/>
                    <a:pt x="236" y="62"/>
                  </a:cubicBezTo>
                  <a:cubicBezTo>
                    <a:pt x="207" y="66"/>
                    <a:pt x="215" y="18"/>
                    <a:pt x="184" y="38"/>
                  </a:cubicBezTo>
                  <a:cubicBezTo>
                    <a:pt x="175" y="44"/>
                    <a:pt x="170" y="59"/>
                    <a:pt x="158" y="59"/>
                  </a:cubicBezTo>
                  <a:cubicBezTo>
                    <a:pt x="145" y="60"/>
                    <a:pt x="143" y="47"/>
                    <a:pt x="131" y="45"/>
                  </a:cubicBezTo>
                  <a:cubicBezTo>
                    <a:pt x="122" y="43"/>
                    <a:pt x="112" y="51"/>
                    <a:pt x="98" y="49"/>
                  </a:cubicBezTo>
                  <a:cubicBezTo>
                    <a:pt x="83" y="46"/>
                    <a:pt x="82" y="46"/>
                    <a:pt x="66" y="48"/>
                  </a:cubicBezTo>
                  <a:cubicBezTo>
                    <a:pt x="49" y="51"/>
                    <a:pt x="50" y="50"/>
                    <a:pt x="38" y="36"/>
                  </a:cubicBezTo>
                  <a:cubicBezTo>
                    <a:pt x="30" y="25"/>
                    <a:pt x="24" y="17"/>
                    <a:pt x="9" y="21"/>
                  </a:cubicBezTo>
                </a:path>
              </a:pathLst>
            </a:custGeom>
            <a:solidFill>
              <a:srgbClr val="386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1043">
              <a:extLst>
                <a:ext uri="{FF2B5EF4-FFF2-40B4-BE49-F238E27FC236}">
                  <a16:creationId xmlns:a16="http://schemas.microsoft.com/office/drawing/2014/main" id="{D80F212F-D190-42CE-9A1F-80090F14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745"/>
              <a:ext cx="149" cy="57"/>
            </a:xfrm>
            <a:custGeom>
              <a:avLst/>
              <a:gdLst>
                <a:gd name="T0" fmla="*/ 6 w 187"/>
                <a:gd name="T1" fmla="*/ 0 h 67"/>
                <a:gd name="T2" fmla="*/ 22 w 187"/>
                <a:gd name="T3" fmla="*/ 17 h 67"/>
                <a:gd name="T4" fmla="*/ 42 w 187"/>
                <a:gd name="T5" fmla="*/ 27 h 67"/>
                <a:gd name="T6" fmla="*/ 61 w 187"/>
                <a:gd name="T7" fmla="*/ 34 h 67"/>
                <a:gd name="T8" fmla="*/ 80 w 187"/>
                <a:gd name="T9" fmla="*/ 34 h 67"/>
                <a:gd name="T10" fmla="*/ 89 w 187"/>
                <a:gd name="T11" fmla="*/ 11 h 67"/>
                <a:gd name="T12" fmla="*/ 88 w 187"/>
                <a:gd name="T13" fmla="*/ 33 h 67"/>
                <a:gd name="T14" fmla="*/ 73 w 187"/>
                <a:gd name="T15" fmla="*/ 35 h 67"/>
                <a:gd name="T16" fmla="*/ 55 w 187"/>
                <a:gd name="T17" fmla="*/ 36 h 67"/>
                <a:gd name="T18" fmla="*/ 53 w 187"/>
                <a:gd name="T19" fmla="*/ 31 h 67"/>
                <a:gd name="T20" fmla="*/ 47 w 187"/>
                <a:gd name="T21" fmla="*/ 31 h 67"/>
                <a:gd name="T22" fmla="*/ 37 w 187"/>
                <a:gd name="T23" fmla="*/ 31 h 67"/>
                <a:gd name="T24" fmla="*/ 4 w 187"/>
                <a:gd name="T25" fmla="*/ 3 h 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7" h="67">
                  <a:moveTo>
                    <a:pt x="12" y="0"/>
                  </a:moveTo>
                  <a:cubicBezTo>
                    <a:pt x="0" y="23"/>
                    <a:pt x="26" y="29"/>
                    <a:pt x="43" y="28"/>
                  </a:cubicBezTo>
                  <a:cubicBezTo>
                    <a:pt x="63" y="26"/>
                    <a:pt x="73" y="23"/>
                    <a:pt x="83" y="45"/>
                  </a:cubicBezTo>
                  <a:cubicBezTo>
                    <a:pt x="104" y="32"/>
                    <a:pt x="105" y="41"/>
                    <a:pt x="119" y="55"/>
                  </a:cubicBezTo>
                  <a:cubicBezTo>
                    <a:pt x="137" y="40"/>
                    <a:pt x="144" y="59"/>
                    <a:pt x="160" y="55"/>
                  </a:cubicBezTo>
                  <a:cubicBezTo>
                    <a:pt x="171" y="52"/>
                    <a:pt x="182" y="29"/>
                    <a:pt x="177" y="18"/>
                  </a:cubicBezTo>
                  <a:cubicBezTo>
                    <a:pt x="187" y="22"/>
                    <a:pt x="182" y="46"/>
                    <a:pt x="175" y="54"/>
                  </a:cubicBezTo>
                  <a:cubicBezTo>
                    <a:pt x="164" y="67"/>
                    <a:pt x="157" y="56"/>
                    <a:pt x="144" y="56"/>
                  </a:cubicBezTo>
                  <a:cubicBezTo>
                    <a:pt x="128" y="56"/>
                    <a:pt x="123" y="63"/>
                    <a:pt x="108" y="58"/>
                  </a:cubicBezTo>
                  <a:cubicBezTo>
                    <a:pt x="107" y="57"/>
                    <a:pt x="107" y="52"/>
                    <a:pt x="104" y="51"/>
                  </a:cubicBezTo>
                  <a:cubicBezTo>
                    <a:pt x="101" y="49"/>
                    <a:pt x="97" y="52"/>
                    <a:pt x="93" y="51"/>
                  </a:cubicBezTo>
                  <a:cubicBezTo>
                    <a:pt x="87" y="50"/>
                    <a:pt x="82" y="55"/>
                    <a:pt x="74" y="50"/>
                  </a:cubicBezTo>
                  <a:cubicBezTo>
                    <a:pt x="66" y="14"/>
                    <a:pt x="3" y="50"/>
                    <a:pt x="8" y="5"/>
                  </a:cubicBezTo>
                </a:path>
              </a:pathLst>
            </a:custGeom>
            <a:solidFill>
              <a:srgbClr val="386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1044">
              <a:extLst>
                <a:ext uri="{FF2B5EF4-FFF2-40B4-BE49-F238E27FC236}">
                  <a16:creationId xmlns:a16="http://schemas.microsoft.com/office/drawing/2014/main" id="{A010CC74-E77E-4727-A414-D70D98B4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717"/>
              <a:ext cx="62" cy="72"/>
            </a:xfrm>
            <a:custGeom>
              <a:avLst/>
              <a:gdLst>
                <a:gd name="T0" fmla="*/ 0 w 78"/>
                <a:gd name="T1" fmla="*/ 3 h 84"/>
                <a:gd name="T2" fmla="*/ 14 w 78"/>
                <a:gd name="T3" fmla="*/ 17 h 84"/>
                <a:gd name="T4" fmla="*/ 11 w 78"/>
                <a:gd name="T5" fmla="*/ 24 h 84"/>
                <a:gd name="T6" fmla="*/ 17 w 78"/>
                <a:gd name="T7" fmla="*/ 27 h 84"/>
                <a:gd name="T8" fmla="*/ 21 w 78"/>
                <a:gd name="T9" fmla="*/ 42 h 84"/>
                <a:gd name="T10" fmla="*/ 11 w 78"/>
                <a:gd name="T11" fmla="*/ 53 h 84"/>
                <a:gd name="T12" fmla="*/ 17 w 78"/>
                <a:gd name="T13" fmla="*/ 21 h 84"/>
                <a:gd name="T14" fmla="*/ 2 w 78"/>
                <a:gd name="T15" fmla="*/ 3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4">
                  <a:moveTo>
                    <a:pt x="0" y="3"/>
                  </a:moveTo>
                  <a:cubicBezTo>
                    <a:pt x="18" y="0"/>
                    <a:pt x="28" y="11"/>
                    <a:pt x="29" y="27"/>
                  </a:cubicBezTo>
                  <a:cubicBezTo>
                    <a:pt x="29" y="31"/>
                    <a:pt x="18" y="33"/>
                    <a:pt x="21" y="39"/>
                  </a:cubicBezTo>
                  <a:cubicBezTo>
                    <a:pt x="23" y="44"/>
                    <a:pt x="31" y="40"/>
                    <a:pt x="33" y="43"/>
                  </a:cubicBezTo>
                  <a:cubicBezTo>
                    <a:pt x="42" y="51"/>
                    <a:pt x="48" y="50"/>
                    <a:pt x="42" y="66"/>
                  </a:cubicBezTo>
                  <a:cubicBezTo>
                    <a:pt x="39" y="75"/>
                    <a:pt x="32" y="82"/>
                    <a:pt x="23" y="84"/>
                  </a:cubicBezTo>
                  <a:cubicBezTo>
                    <a:pt x="27" y="76"/>
                    <a:pt x="78" y="31"/>
                    <a:pt x="34" y="34"/>
                  </a:cubicBezTo>
                  <a:cubicBezTo>
                    <a:pt x="54" y="16"/>
                    <a:pt x="20" y="0"/>
                    <a:pt x="4" y="3"/>
                  </a:cubicBezTo>
                </a:path>
              </a:pathLst>
            </a:custGeom>
            <a:solidFill>
              <a:srgbClr val="386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1045">
              <a:extLst>
                <a:ext uri="{FF2B5EF4-FFF2-40B4-BE49-F238E27FC236}">
                  <a16:creationId xmlns:a16="http://schemas.microsoft.com/office/drawing/2014/main" id="{AD2B6F22-D7C6-48A8-908E-60AC6F0AF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682"/>
              <a:ext cx="111" cy="68"/>
            </a:xfrm>
            <a:custGeom>
              <a:avLst/>
              <a:gdLst>
                <a:gd name="T0" fmla="*/ 71 w 139"/>
                <a:gd name="T1" fmla="*/ 34 h 81"/>
                <a:gd name="T2" fmla="*/ 43 w 139"/>
                <a:gd name="T3" fmla="*/ 42 h 81"/>
                <a:gd name="T4" fmla="*/ 18 w 139"/>
                <a:gd name="T5" fmla="*/ 48 h 81"/>
                <a:gd name="T6" fmla="*/ 19 w 139"/>
                <a:gd name="T7" fmla="*/ 18 h 81"/>
                <a:gd name="T8" fmla="*/ 0 w 139"/>
                <a:gd name="T9" fmla="*/ 0 h 81"/>
                <a:gd name="T10" fmla="*/ 24 w 139"/>
                <a:gd name="T11" fmla="*/ 39 h 81"/>
                <a:gd name="T12" fmla="*/ 38 w 139"/>
                <a:gd name="T13" fmla="*/ 35 h 81"/>
                <a:gd name="T14" fmla="*/ 68 w 139"/>
                <a:gd name="T15" fmla="*/ 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1">
                  <a:moveTo>
                    <a:pt x="139" y="58"/>
                  </a:moveTo>
                  <a:cubicBezTo>
                    <a:pt x="120" y="43"/>
                    <a:pt x="92" y="40"/>
                    <a:pt x="84" y="70"/>
                  </a:cubicBezTo>
                  <a:cubicBezTo>
                    <a:pt x="66" y="73"/>
                    <a:pt x="49" y="63"/>
                    <a:pt x="36" y="81"/>
                  </a:cubicBezTo>
                  <a:cubicBezTo>
                    <a:pt x="39" y="68"/>
                    <a:pt x="42" y="42"/>
                    <a:pt x="37" y="30"/>
                  </a:cubicBezTo>
                  <a:cubicBezTo>
                    <a:pt x="30" y="12"/>
                    <a:pt x="10" y="10"/>
                    <a:pt x="0" y="0"/>
                  </a:cubicBezTo>
                  <a:cubicBezTo>
                    <a:pt x="30" y="5"/>
                    <a:pt x="56" y="32"/>
                    <a:pt x="47" y="65"/>
                  </a:cubicBezTo>
                  <a:cubicBezTo>
                    <a:pt x="53" y="56"/>
                    <a:pt x="65" y="56"/>
                    <a:pt x="75" y="59"/>
                  </a:cubicBezTo>
                  <a:cubicBezTo>
                    <a:pt x="86" y="32"/>
                    <a:pt x="120" y="54"/>
                    <a:pt x="134" y="61"/>
                  </a:cubicBezTo>
                </a:path>
              </a:pathLst>
            </a:custGeom>
            <a:solidFill>
              <a:srgbClr val="386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Fast-food-restaurant-outdoor-seating">
            <a:extLst>
              <a:ext uri="{FF2B5EF4-FFF2-40B4-BE49-F238E27FC236}">
                <a16:creationId xmlns:a16="http://schemas.microsoft.com/office/drawing/2014/main" id="{132A3477-5B6F-4B46-9946-F20ADA46DAAB}"/>
              </a:ext>
            </a:extLst>
          </p:cNvPr>
          <p:cNvGrpSpPr>
            <a:grpSpLocks/>
          </p:cNvGrpSpPr>
          <p:nvPr/>
        </p:nvGrpSpPr>
        <p:grpSpPr bwMode="auto">
          <a:xfrm>
            <a:off x="2087563" y="1287463"/>
            <a:ext cx="3848100" cy="1555750"/>
            <a:chOff x="370" y="787"/>
            <a:chExt cx="3033" cy="1226"/>
          </a:xfrm>
        </p:grpSpPr>
        <p:grpSp>
          <p:nvGrpSpPr>
            <p:cNvPr id="42806" name="Group 3">
              <a:extLst>
                <a:ext uri="{FF2B5EF4-FFF2-40B4-BE49-F238E27FC236}">
                  <a16:creationId xmlns:a16="http://schemas.microsoft.com/office/drawing/2014/main" id="{643A6DE5-3CD7-48C2-83A0-ED77057EFB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" y="787"/>
              <a:ext cx="3033" cy="1224"/>
              <a:chOff x="370" y="787"/>
              <a:chExt cx="3033" cy="1224"/>
            </a:xfrm>
          </p:grpSpPr>
          <p:sp>
            <p:nvSpPr>
              <p:cNvPr id="70839" name="Freeform 4">
                <a:extLst>
                  <a:ext uri="{FF2B5EF4-FFF2-40B4-BE49-F238E27FC236}">
                    <a16:creationId xmlns:a16="http://schemas.microsoft.com/office/drawing/2014/main" id="{0DFA792D-3CF3-4FB5-9C9C-AFA2FC022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787"/>
                <a:ext cx="2978" cy="416"/>
              </a:xfrm>
              <a:custGeom>
                <a:avLst/>
                <a:gdLst>
                  <a:gd name="T0" fmla="*/ 10429 w 1191"/>
                  <a:gd name="T1" fmla="*/ 0 h 156"/>
                  <a:gd name="T2" fmla="*/ 15305 w 1191"/>
                  <a:gd name="T3" fmla="*/ 0 h 156"/>
                  <a:gd name="T4" fmla="*/ 16243 w 1191"/>
                  <a:gd name="T5" fmla="*/ 1707 h 156"/>
                  <a:gd name="T6" fmla="*/ 18618 w 1191"/>
                  <a:gd name="T7" fmla="*/ 2957 h 156"/>
                  <a:gd name="T8" fmla="*/ 10429 w 1191"/>
                  <a:gd name="T9" fmla="*/ 2957 h 156"/>
                  <a:gd name="T10" fmla="*/ 10429 w 1191"/>
                  <a:gd name="T11" fmla="*/ 2957 h 156"/>
                  <a:gd name="T12" fmla="*/ 0 w 1191"/>
                  <a:gd name="T13" fmla="*/ 2957 h 156"/>
                  <a:gd name="T14" fmla="*/ 2375 w 1191"/>
                  <a:gd name="T15" fmla="*/ 1707 h 156"/>
                  <a:gd name="T16" fmla="*/ 3313 w 1191"/>
                  <a:gd name="T17" fmla="*/ 0 h 156"/>
                  <a:gd name="T18" fmla="*/ 10429 w 1191"/>
                  <a:gd name="T19" fmla="*/ 0 h 1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91" h="156">
                    <a:moveTo>
                      <a:pt x="667" y="0"/>
                    </a:moveTo>
                    <a:cubicBezTo>
                      <a:pt x="979" y="0"/>
                      <a:pt x="979" y="0"/>
                      <a:pt x="979" y="0"/>
                    </a:cubicBezTo>
                    <a:cubicBezTo>
                      <a:pt x="986" y="26"/>
                      <a:pt x="1019" y="78"/>
                      <a:pt x="1039" y="90"/>
                    </a:cubicBezTo>
                    <a:cubicBezTo>
                      <a:pt x="1059" y="102"/>
                      <a:pt x="1191" y="156"/>
                      <a:pt x="1191" y="156"/>
                    </a:cubicBezTo>
                    <a:cubicBezTo>
                      <a:pt x="667" y="156"/>
                      <a:pt x="667" y="156"/>
                      <a:pt x="667" y="156"/>
                    </a:cubicBezTo>
                    <a:cubicBezTo>
                      <a:pt x="667" y="156"/>
                      <a:pt x="667" y="156"/>
                      <a:pt x="667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156"/>
                      <a:pt x="132" y="102"/>
                      <a:pt x="152" y="90"/>
                    </a:cubicBezTo>
                    <a:cubicBezTo>
                      <a:pt x="172" y="78"/>
                      <a:pt x="205" y="26"/>
                      <a:pt x="212" y="0"/>
                    </a:cubicBezTo>
                    <a:cubicBezTo>
                      <a:pt x="667" y="0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rgbClr val="D81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0" name="Freeform 5">
                <a:extLst>
                  <a:ext uri="{FF2B5EF4-FFF2-40B4-BE49-F238E27FC236}">
                    <a16:creationId xmlns:a16="http://schemas.microsoft.com/office/drawing/2014/main" id="{188CC6AA-473D-4341-A155-756923BDE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800"/>
                <a:ext cx="2343" cy="384"/>
              </a:xfrm>
              <a:custGeom>
                <a:avLst/>
                <a:gdLst>
                  <a:gd name="T0" fmla="*/ 3676 w 937"/>
                  <a:gd name="T1" fmla="*/ 435 h 144"/>
                  <a:gd name="T2" fmla="*/ 14651 w 937"/>
                  <a:gd name="T3" fmla="*/ 0 h 144"/>
                  <a:gd name="T4" fmla="*/ 9960 w 937"/>
                  <a:gd name="T5" fmla="*/ 0 h 144"/>
                  <a:gd name="T6" fmla="*/ 9960 w 937"/>
                  <a:gd name="T7" fmla="*/ 0 h 144"/>
                  <a:gd name="T8" fmla="*/ 2863 w 937"/>
                  <a:gd name="T9" fmla="*/ 0 h 144"/>
                  <a:gd name="T10" fmla="*/ 1925 w 937"/>
                  <a:gd name="T11" fmla="*/ 1707 h 144"/>
                  <a:gd name="T12" fmla="*/ 0 w 937"/>
                  <a:gd name="T13" fmla="*/ 2731 h 144"/>
                  <a:gd name="T14" fmla="*/ 2125 w 937"/>
                  <a:gd name="T15" fmla="*/ 1877 h 144"/>
                  <a:gd name="T16" fmla="*/ 3113 w 937"/>
                  <a:gd name="T17" fmla="*/ 776 h 144"/>
                  <a:gd name="T18" fmla="*/ 3676 w 937"/>
                  <a:gd name="T19" fmla="*/ 435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7" h="144">
                    <a:moveTo>
                      <a:pt x="235" y="23"/>
                    </a:moveTo>
                    <a:cubicBezTo>
                      <a:pt x="363" y="15"/>
                      <a:pt x="937" y="0"/>
                      <a:pt x="937" y="0"/>
                    </a:cubicBezTo>
                    <a:cubicBezTo>
                      <a:pt x="637" y="0"/>
                      <a:pt x="637" y="0"/>
                      <a:pt x="637" y="0"/>
                    </a:cubicBezTo>
                    <a:cubicBezTo>
                      <a:pt x="637" y="0"/>
                      <a:pt x="637" y="0"/>
                      <a:pt x="637" y="0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76" y="26"/>
                      <a:pt x="143" y="78"/>
                      <a:pt x="123" y="90"/>
                    </a:cubicBezTo>
                    <a:cubicBezTo>
                      <a:pt x="108" y="99"/>
                      <a:pt x="39" y="128"/>
                      <a:pt x="0" y="144"/>
                    </a:cubicBezTo>
                    <a:cubicBezTo>
                      <a:pt x="36" y="136"/>
                      <a:pt x="108" y="111"/>
                      <a:pt x="136" y="99"/>
                    </a:cubicBezTo>
                    <a:cubicBezTo>
                      <a:pt x="164" y="87"/>
                      <a:pt x="190" y="65"/>
                      <a:pt x="199" y="41"/>
                    </a:cubicBezTo>
                    <a:cubicBezTo>
                      <a:pt x="203" y="25"/>
                      <a:pt x="218" y="26"/>
                      <a:pt x="235" y="23"/>
                    </a:cubicBezTo>
                    <a:close/>
                  </a:path>
                </a:pathLst>
              </a:custGeom>
              <a:solidFill>
                <a:srgbClr val="F2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1" name="Freeform 6">
                <a:extLst>
                  <a:ext uri="{FF2B5EF4-FFF2-40B4-BE49-F238E27FC236}">
                    <a16:creationId xmlns:a16="http://schemas.microsoft.com/office/drawing/2014/main" id="{9D04DE05-1311-46A8-B80B-07CF7E58B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" y="1203"/>
                <a:ext cx="3033" cy="40"/>
              </a:xfrm>
              <a:custGeom>
                <a:avLst/>
                <a:gdLst>
                  <a:gd name="T0" fmla="*/ 1695 w 3033"/>
                  <a:gd name="T1" fmla="*/ 40 h 40"/>
                  <a:gd name="T2" fmla="*/ 3033 w 3033"/>
                  <a:gd name="T3" fmla="*/ 40 h 40"/>
                  <a:gd name="T4" fmla="*/ 3033 w 3033"/>
                  <a:gd name="T5" fmla="*/ 0 h 40"/>
                  <a:gd name="T6" fmla="*/ 1695 w 3033"/>
                  <a:gd name="T7" fmla="*/ 0 h 40"/>
                  <a:gd name="T8" fmla="*/ 1695 w 3033"/>
                  <a:gd name="T9" fmla="*/ 0 h 40"/>
                  <a:gd name="T10" fmla="*/ 0 w 3033"/>
                  <a:gd name="T11" fmla="*/ 0 h 40"/>
                  <a:gd name="T12" fmla="*/ 0 w 3033"/>
                  <a:gd name="T13" fmla="*/ 40 h 40"/>
                  <a:gd name="T14" fmla="*/ 1695 w 3033"/>
                  <a:gd name="T15" fmla="*/ 40 h 40"/>
                  <a:gd name="T16" fmla="*/ 1695 w 3033"/>
                  <a:gd name="T17" fmla="*/ 4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33" h="40">
                    <a:moveTo>
                      <a:pt x="1695" y="40"/>
                    </a:moveTo>
                    <a:lnTo>
                      <a:pt x="3033" y="40"/>
                    </a:lnTo>
                    <a:lnTo>
                      <a:pt x="3033" y="0"/>
                    </a:lnTo>
                    <a:lnTo>
                      <a:pt x="1695" y="0"/>
                    </a:lnTo>
                    <a:lnTo>
                      <a:pt x="0" y="0"/>
                    </a:lnTo>
                    <a:lnTo>
                      <a:pt x="0" y="40"/>
                    </a:lnTo>
                    <a:lnTo>
                      <a:pt x="1695" y="40"/>
                    </a:lnTo>
                    <a:close/>
                  </a:path>
                </a:pathLst>
              </a:custGeom>
              <a:solidFill>
                <a:srgbClr val="FFE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2" name="Freeform 7">
                <a:extLst>
                  <a:ext uri="{FF2B5EF4-FFF2-40B4-BE49-F238E27FC236}">
                    <a16:creationId xmlns:a16="http://schemas.microsoft.com/office/drawing/2014/main" id="{2035CFAD-CB93-4CD9-9366-7E15CC0EC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1243"/>
                <a:ext cx="2853" cy="768"/>
              </a:xfrm>
              <a:custGeom>
                <a:avLst/>
                <a:gdLst>
                  <a:gd name="T0" fmla="*/ 1605 w 2853"/>
                  <a:gd name="T1" fmla="*/ 768 h 768"/>
                  <a:gd name="T2" fmla="*/ 2853 w 2853"/>
                  <a:gd name="T3" fmla="*/ 768 h 768"/>
                  <a:gd name="T4" fmla="*/ 2853 w 2853"/>
                  <a:gd name="T5" fmla="*/ 0 h 768"/>
                  <a:gd name="T6" fmla="*/ 1605 w 2853"/>
                  <a:gd name="T7" fmla="*/ 0 h 768"/>
                  <a:gd name="T8" fmla="*/ 1605 w 2853"/>
                  <a:gd name="T9" fmla="*/ 0 h 768"/>
                  <a:gd name="T10" fmla="*/ 0 w 2853"/>
                  <a:gd name="T11" fmla="*/ 0 h 768"/>
                  <a:gd name="T12" fmla="*/ 0 w 2853"/>
                  <a:gd name="T13" fmla="*/ 768 h 768"/>
                  <a:gd name="T14" fmla="*/ 1605 w 2853"/>
                  <a:gd name="T15" fmla="*/ 768 h 7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53" h="768">
                    <a:moveTo>
                      <a:pt x="1605" y="768"/>
                    </a:moveTo>
                    <a:lnTo>
                      <a:pt x="2853" y="768"/>
                    </a:lnTo>
                    <a:lnTo>
                      <a:pt x="2853" y="0"/>
                    </a:lnTo>
                    <a:lnTo>
                      <a:pt x="1605" y="0"/>
                    </a:lnTo>
                    <a:lnTo>
                      <a:pt x="0" y="0"/>
                    </a:lnTo>
                    <a:lnTo>
                      <a:pt x="0" y="768"/>
                    </a:lnTo>
                    <a:lnTo>
                      <a:pt x="1605" y="768"/>
                    </a:lnTo>
                    <a:close/>
                  </a:path>
                </a:pathLst>
              </a:custGeom>
              <a:solidFill>
                <a:srgbClr val="C1C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3" name="Freeform 8">
                <a:extLst>
                  <a:ext uri="{FF2B5EF4-FFF2-40B4-BE49-F238E27FC236}">
                    <a16:creationId xmlns:a16="http://schemas.microsoft.com/office/drawing/2014/main" id="{F8993C76-9577-470C-9E89-437B9402A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1243"/>
                <a:ext cx="2853" cy="768"/>
              </a:xfrm>
              <a:custGeom>
                <a:avLst/>
                <a:gdLst>
                  <a:gd name="T0" fmla="*/ 1605 w 2853"/>
                  <a:gd name="T1" fmla="*/ 768 h 768"/>
                  <a:gd name="T2" fmla="*/ 2853 w 2853"/>
                  <a:gd name="T3" fmla="*/ 768 h 768"/>
                  <a:gd name="T4" fmla="*/ 2853 w 2853"/>
                  <a:gd name="T5" fmla="*/ 0 h 768"/>
                  <a:gd name="T6" fmla="*/ 1605 w 2853"/>
                  <a:gd name="T7" fmla="*/ 0 h 768"/>
                  <a:gd name="T8" fmla="*/ 1605 w 2853"/>
                  <a:gd name="T9" fmla="*/ 0 h 768"/>
                  <a:gd name="T10" fmla="*/ 0 w 2853"/>
                  <a:gd name="T11" fmla="*/ 0 h 768"/>
                  <a:gd name="T12" fmla="*/ 0 w 2853"/>
                  <a:gd name="T13" fmla="*/ 768 h 768"/>
                  <a:gd name="T14" fmla="*/ 1605 w 2853"/>
                  <a:gd name="T15" fmla="*/ 768 h 7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53" h="768">
                    <a:moveTo>
                      <a:pt x="1605" y="768"/>
                    </a:moveTo>
                    <a:lnTo>
                      <a:pt x="2853" y="768"/>
                    </a:lnTo>
                    <a:lnTo>
                      <a:pt x="2853" y="0"/>
                    </a:lnTo>
                    <a:lnTo>
                      <a:pt x="1605" y="0"/>
                    </a:lnTo>
                    <a:lnTo>
                      <a:pt x="0" y="0"/>
                    </a:lnTo>
                    <a:lnTo>
                      <a:pt x="0" y="768"/>
                    </a:lnTo>
                    <a:lnTo>
                      <a:pt x="1605" y="76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4" name="Freeform 9">
                <a:extLst>
                  <a:ext uri="{FF2B5EF4-FFF2-40B4-BE49-F238E27FC236}">
                    <a16:creationId xmlns:a16="http://schemas.microsoft.com/office/drawing/2014/main" id="{0DD42F82-42EA-4D45-8CA9-6904DA92D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1275"/>
                <a:ext cx="2793" cy="704"/>
              </a:xfrm>
              <a:custGeom>
                <a:avLst/>
                <a:gdLst>
                  <a:gd name="T0" fmla="*/ 9847 w 1117"/>
                  <a:gd name="T1" fmla="*/ 5005 h 264"/>
                  <a:gd name="T2" fmla="*/ 17463 w 1117"/>
                  <a:gd name="T3" fmla="*/ 5005 h 264"/>
                  <a:gd name="T4" fmla="*/ 17463 w 1117"/>
                  <a:gd name="T5" fmla="*/ 0 h 264"/>
                  <a:gd name="T6" fmla="*/ 9847 w 1117"/>
                  <a:gd name="T7" fmla="*/ 0 h 264"/>
                  <a:gd name="T8" fmla="*/ 9847 w 1117"/>
                  <a:gd name="T9" fmla="*/ 0 h 264"/>
                  <a:gd name="T10" fmla="*/ 0 w 1117"/>
                  <a:gd name="T11" fmla="*/ 0 h 264"/>
                  <a:gd name="T12" fmla="*/ 0 w 1117"/>
                  <a:gd name="T13" fmla="*/ 5005 h 264"/>
                  <a:gd name="T14" fmla="*/ 9847 w 1117"/>
                  <a:gd name="T15" fmla="*/ 5005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7" h="264">
                    <a:moveTo>
                      <a:pt x="630" y="264"/>
                    </a:moveTo>
                    <a:cubicBezTo>
                      <a:pt x="630" y="264"/>
                      <a:pt x="1094" y="264"/>
                      <a:pt x="1117" y="264"/>
                    </a:cubicBezTo>
                    <a:cubicBezTo>
                      <a:pt x="1117" y="243"/>
                      <a:pt x="1117" y="21"/>
                      <a:pt x="1117" y="0"/>
                    </a:cubicBezTo>
                    <a:cubicBezTo>
                      <a:pt x="1094" y="0"/>
                      <a:pt x="630" y="0"/>
                      <a:pt x="630" y="0"/>
                    </a:cubicBezTo>
                    <a:cubicBezTo>
                      <a:pt x="630" y="0"/>
                      <a:pt x="630" y="0"/>
                      <a:pt x="630" y="0"/>
                    </a:cubicBezTo>
                    <a:cubicBezTo>
                      <a:pt x="630" y="0"/>
                      <a:pt x="23" y="0"/>
                      <a:pt x="0" y="0"/>
                    </a:cubicBezTo>
                    <a:cubicBezTo>
                      <a:pt x="0" y="21"/>
                      <a:pt x="0" y="243"/>
                      <a:pt x="0" y="264"/>
                    </a:cubicBezTo>
                    <a:cubicBezTo>
                      <a:pt x="23" y="264"/>
                      <a:pt x="630" y="264"/>
                      <a:pt x="630" y="264"/>
                    </a:cubicBezTo>
                  </a:path>
                </a:pathLst>
              </a:custGeom>
              <a:solidFill>
                <a:srgbClr val="EEF7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5" name="Freeform 10">
                <a:extLst>
                  <a:ext uri="{FF2B5EF4-FFF2-40B4-BE49-F238E27FC236}">
                    <a16:creationId xmlns:a16="http://schemas.microsoft.com/office/drawing/2014/main" id="{2596BD71-8FE6-44AA-9F03-B0A791EFB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552"/>
                <a:ext cx="17" cy="261"/>
              </a:xfrm>
              <a:custGeom>
                <a:avLst/>
                <a:gdLst>
                  <a:gd name="T0" fmla="*/ 5 w 17"/>
                  <a:gd name="T1" fmla="*/ 0 h 261"/>
                  <a:gd name="T2" fmla="*/ 17 w 17"/>
                  <a:gd name="T3" fmla="*/ 0 h 261"/>
                  <a:gd name="T4" fmla="*/ 17 w 17"/>
                  <a:gd name="T5" fmla="*/ 261 h 261"/>
                  <a:gd name="T6" fmla="*/ 2 w 17"/>
                  <a:gd name="T7" fmla="*/ 261 h 261"/>
                  <a:gd name="T8" fmla="*/ 0 w 17"/>
                  <a:gd name="T9" fmla="*/ 253 h 261"/>
                  <a:gd name="T10" fmla="*/ 5 w 17"/>
                  <a:gd name="T11" fmla="*/ 0 h 2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1">
                    <a:moveTo>
                      <a:pt x="5" y="0"/>
                    </a:moveTo>
                    <a:lnTo>
                      <a:pt x="17" y="0"/>
                    </a:lnTo>
                    <a:lnTo>
                      <a:pt x="17" y="261"/>
                    </a:lnTo>
                    <a:lnTo>
                      <a:pt x="2" y="261"/>
                    </a:lnTo>
                    <a:lnTo>
                      <a:pt x="0" y="25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C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6" name="Freeform 11">
                <a:extLst>
                  <a:ext uri="{FF2B5EF4-FFF2-40B4-BE49-F238E27FC236}">
                    <a16:creationId xmlns:a16="http://schemas.microsoft.com/office/drawing/2014/main" id="{F78A4B82-508C-457A-B20E-C933FB567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552"/>
                <a:ext cx="17" cy="261"/>
              </a:xfrm>
              <a:custGeom>
                <a:avLst/>
                <a:gdLst>
                  <a:gd name="T0" fmla="*/ 5 w 17"/>
                  <a:gd name="T1" fmla="*/ 0 h 261"/>
                  <a:gd name="T2" fmla="*/ 17 w 17"/>
                  <a:gd name="T3" fmla="*/ 0 h 261"/>
                  <a:gd name="T4" fmla="*/ 17 w 17"/>
                  <a:gd name="T5" fmla="*/ 261 h 261"/>
                  <a:gd name="T6" fmla="*/ 2 w 17"/>
                  <a:gd name="T7" fmla="*/ 261 h 261"/>
                  <a:gd name="T8" fmla="*/ 0 w 17"/>
                  <a:gd name="T9" fmla="*/ 253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61">
                    <a:moveTo>
                      <a:pt x="5" y="0"/>
                    </a:moveTo>
                    <a:lnTo>
                      <a:pt x="17" y="0"/>
                    </a:lnTo>
                    <a:lnTo>
                      <a:pt x="17" y="261"/>
                    </a:lnTo>
                    <a:lnTo>
                      <a:pt x="2" y="261"/>
                    </a:lnTo>
                    <a:lnTo>
                      <a:pt x="0" y="2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7" name="Freeform 12">
                <a:extLst>
                  <a:ext uri="{FF2B5EF4-FFF2-40B4-BE49-F238E27FC236}">
                    <a16:creationId xmlns:a16="http://schemas.microsoft.com/office/drawing/2014/main" id="{A11BD536-3100-4B9D-9EE8-01719D5AE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552"/>
                <a:ext cx="20" cy="261"/>
              </a:xfrm>
              <a:custGeom>
                <a:avLst/>
                <a:gdLst>
                  <a:gd name="T0" fmla="*/ 7 w 20"/>
                  <a:gd name="T1" fmla="*/ 0 h 261"/>
                  <a:gd name="T2" fmla="*/ 20 w 20"/>
                  <a:gd name="T3" fmla="*/ 0 h 261"/>
                  <a:gd name="T4" fmla="*/ 20 w 20"/>
                  <a:gd name="T5" fmla="*/ 261 h 261"/>
                  <a:gd name="T6" fmla="*/ 2 w 20"/>
                  <a:gd name="T7" fmla="*/ 261 h 261"/>
                  <a:gd name="T8" fmla="*/ 0 w 20"/>
                  <a:gd name="T9" fmla="*/ 253 h 261"/>
                  <a:gd name="T10" fmla="*/ 7 w 20"/>
                  <a:gd name="T11" fmla="*/ 0 h 2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1">
                    <a:moveTo>
                      <a:pt x="7" y="0"/>
                    </a:moveTo>
                    <a:lnTo>
                      <a:pt x="20" y="0"/>
                    </a:lnTo>
                    <a:lnTo>
                      <a:pt x="20" y="261"/>
                    </a:lnTo>
                    <a:lnTo>
                      <a:pt x="2" y="261"/>
                    </a:lnTo>
                    <a:lnTo>
                      <a:pt x="0" y="25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CC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8" name="Freeform 13">
                <a:extLst>
                  <a:ext uri="{FF2B5EF4-FFF2-40B4-BE49-F238E27FC236}">
                    <a16:creationId xmlns:a16="http://schemas.microsoft.com/office/drawing/2014/main" id="{286EAE91-1BFD-4552-A2C2-E415612D9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552"/>
                <a:ext cx="20" cy="261"/>
              </a:xfrm>
              <a:custGeom>
                <a:avLst/>
                <a:gdLst>
                  <a:gd name="T0" fmla="*/ 7 w 20"/>
                  <a:gd name="T1" fmla="*/ 0 h 261"/>
                  <a:gd name="T2" fmla="*/ 20 w 20"/>
                  <a:gd name="T3" fmla="*/ 0 h 261"/>
                  <a:gd name="T4" fmla="*/ 20 w 20"/>
                  <a:gd name="T5" fmla="*/ 261 h 261"/>
                  <a:gd name="T6" fmla="*/ 2 w 20"/>
                  <a:gd name="T7" fmla="*/ 261 h 261"/>
                  <a:gd name="T8" fmla="*/ 0 w 20"/>
                  <a:gd name="T9" fmla="*/ 253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1">
                    <a:moveTo>
                      <a:pt x="7" y="0"/>
                    </a:moveTo>
                    <a:lnTo>
                      <a:pt x="20" y="0"/>
                    </a:lnTo>
                    <a:lnTo>
                      <a:pt x="20" y="261"/>
                    </a:lnTo>
                    <a:lnTo>
                      <a:pt x="2" y="261"/>
                    </a:lnTo>
                    <a:lnTo>
                      <a:pt x="0" y="2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9" name="Freeform 14">
                <a:extLst>
                  <a:ext uri="{FF2B5EF4-FFF2-40B4-BE49-F238E27FC236}">
                    <a16:creationId xmlns:a16="http://schemas.microsoft.com/office/drawing/2014/main" id="{37C09151-44D1-4297-B08A-FA6621EB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1581"/>
                <a:ext cx="290" cy="382"/>
              </a:xfrm>
              <a:custGeom>
                <a:avLst/>
                <a:gdLst>
                  <a:gd name="T0" fmla="*/ 1813 w 116"/>
                  <a:gd name="T1" fmla="*/ 0 h 143"/>
                  <a:gd name="T2" fmla="*/ 1813 w 116"/>
                  <a:gd name="T3" fmla="*/ 2725 h 143"/>
                  <a:gd name="T4" fmla="*/ 0 w 116"/>
                  <a:gd name="T5" fmla="*/ 2725 h 143"/>
                  <a:gd name="T6" fmla="*/ 1520 w 116"/>
                  <a:gd name="T7" fmla="*/ 2233 h 143"/>
                  <a:gd name="T8" fmla="*/ 1813 w 116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3">
                    <a:moveTo>
                      <a:pt x="116" y="0"/>
                    </a:moveTo>
                    <a:cubicBezTo>
                      <a:pt x="116" y="143"/>
                      <a:pt x="116" y="143"/>
                      <a:pt x="116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38" y="142"/>
                      <a:pt x="83" y="133"/>
                      <a:pt x="97" y="117"/>
                    </a:cubicBezTo>
                    <a:cubicBezTo>
                      <a:pt x="111" y="101"/>
                      <a:pt x="116" y="0"/>
                      <a:pt x="116" y="0"/>
                    </a:cubicBezTo>
                    <a:close/>
                  </a:path>
                </a:pathLst>
              </a:custGeom>
              <a:solidFill>
                <a:srgbClr val="CC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0" name="Freeform 15">
                <a:extLst>
                  <a:ext uri="{FF2B5EF4-FFF2-40B4-BE49-F238E27FC236}">
                    <a16:creationId xmlns:a16="http://schemas.microsoft.com/office/drawing/2014/main" id="{2FB76FE7-22E6-4EB6-ADE2-CB3849537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581"/>
                <a:ext cx="291" cy="382"/>
              </a:xfrm>
              <a:custGeom>
                <a:avLst/>
                <a:gdLst>
                  <a:gd name="T0" fmla="*/ 1831 w 116"/>
                  <a:gd name="T1" fmla="*/ 0 h 143"/>
                  <a:gd name="T2" fmla="*/ 1831 w 116"/>
                  <a:gd name="T3" fmla="*/ 2725 h 143"/>
                  <a:gd name="T4" fmla="*/ 0 w 116"/>
                  <a:gd name="T5" fmla="*/ 2725 h 143"/>
                  <a:gd name="T6" fmla="*/ 1530 w 116"/>
                  <a:gd name="T7" fmla="*/ 2233 h 143"/>
                  <a:gd name="T8" fmla="*/ 1831 w 116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3">
                    <a:moveTo>
                      <a:pt x="116" y="0"/>
                    </a:moveTo>
                    <a:cubicBezTo>
                      <a:pt x="116" y="143"/>
                      <a:pt x="116" y="143"/>
                      <a:pt x="116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38" y="142"/>
                      <a:pt x="83" y="133"/>
                      <a:pt x="97" y="117"/>
                    </a:cubicBezTo>
                    <a:cubicBezTo>
                      <a:pt x="111" y="101"/>
                      <a:pt x="116" y="0"/>
                      <a:pt x="116" y="0"/>
                    </a:cubicBezTo>
                    <a:close/>
                  </a:path>
                </a:pathLst>
              </a:custGeom>
              <a:solidFill>
                <a:srgbClr val="CC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1" name="Freeform 16">
                <a:extLst>
                  <a:ext uri="{FF2B5EF4-FFF2-40B4-BE49-F238E27FC236}">
                    <a16:creationId xmlns:a16="http://schemas.microsoft.com/office/drawing/2014/main" id="{C92B12D4-F642-4E87-AC0B-1E6F92FA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581"/>
                <a:ext cx="208" cy="382"/>
              </a:xfrm>
              <a:custGeom>
                <a:avLst/>
                <a:gdLst>
                  <a:gd name="T0" fmla="*/ 1306 w 83"/>
                  <a:gd name="T1" fmla="*/ 0 h 143"/>
                  <a:gd name="T2" fmla="*/ 1306 w 83"/>
                  <a:gd name="T3" fmla="*/ 2725 h 143"/>
                  <a:gd name="T4" fmla="*/ 0 w 83"/>
                  <a:gd name="T5" fmla="*/ 2725 h 143"/>
                  <a:gd name="T6" fmla="*/ 1035 w 83"/>
                  <a:gd name="T7" fmla="*/ 2383 h 143"/>
                  <a:gd name="T8" fmla="*/ 1306 w 83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43">
                    <a:moveTo>
                      <a:pt x="83" y="0"/>
                    </a:moveTo>
                    <a:cubicBezTo>
                      <a:pt x="83" y="143"/>
                      <a:pt x="83" y="143"/>
                      <a:pt x="83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38" y="142"/>
                      <a:pt x="52" y="141"/>
                      <a:pt x="66" y="125"/>
                    </a:cubicBezTo>
                    <a:cubicBezTo>
                      <a:pt x="80" y="109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rgbClr val="CC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2" name="Freeform 17">
                <a:extLst>
                  <a:ext uri="{FF2B5EF4-FFF2-40B4-BE49-F238E27FC236}">
                    <a16:creationId xmlns:a16="http://schemas.microsoft.com/office/drawing/2014/main" id="{7F606356-A9E7-41DD-B16A-DE8D76452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581"/>
                <a:ext cx="207" cy="382"/>
              </a:xfrm>
              <a:custGeom>
                <a:avLst/>
                <a:gdLst>
                  <a:gd name="T0" fmla="*/ 1287 w 83"/>
                  <a:gd name="T1" fmla="*/ 0 h 143"/>
                  <a:gd name="T2" fmla="*/ 1287 w 83"/>
                  <a:gd name="T3" fmla="*/ 2725 h 143"/>
                  <a:gd name="T4" fmla="*/ 0 w 83"/>
                  <a:gd name="T5" fmla="*/ 2725 h 143"/>
                  <a:gd name="T6" fmla="*/ 1028 w 83"/>
                  <a:gd name="T7" fmla="*/ 2383 h 143"/>
                  <a:gd name="T8" fmla="*/ 1287 w 83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43">
                    <a:moveTo>
                      <a:pt x="83" y="0"/>
                    </a:moveTo>
                    <a:cubicBezTo>
                      <a:pt x="83" y="143"/>
                      <a:pt x="83" y="143"/>
                      <a:pt x="83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38" y="142"/>
                      <a:pt x="52" y="141"/>
                      <a:pt x="66" y="125"/>
                    </a:cubicBezTo>
                    <a:cubicBezTo>
                      <a:pt x="80" y="109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rgbClr val="CC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3" name="Freeform 18">
                <a:extLst>
                  <a:ext uri="{FF2B5EF4-FFF2-40B4-BE49-F238E27FC236}">
                    <a16:creationId xmlns:a16="http://schemas.microsoft.com/office/drawing/2014/main" id="{9DB42942-6147-4E94-B74B-FE15213DE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581"/>
                <a:ext cx="207" cy="382"/>
              </a:xfrm>
              <a:custGeom>
                <a:avLst/>
                <a:gdLst>
                  <a:gd name="T0" fmla="*/ 1287 w 83"/>
                  <a:gd name="T1" fmla="*/ 0 h 143"/>
                  <a:gd name="T2" fmla="*/ 1287 w 83"/>
                  <a:gd name="T3" fmla="*/ 2725 h 143"/>
                  <a:gd name="T4" fmla="*/ 0 w 83"/>
                  <a:gd name="T5" fmla="*/ 2725 h 143"/>
                  <a:gd name="T6" fmla="*/ 1028 w 83"/>
                  <a:gd name="T7" fmla="*/ 2383 h 143"/>
                  <a:gd name="T8" fmla="*/ 1287 w 83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43">
                    <a:moveTo>
                      <a:pt x="83" y="0"/>
                    </a:moveTo>
                    <a:cubicBezTo>
                      <a:pt x="83" y="143"/>
                      <a:pt x="83" y="143"/>
                      <a:pt x="83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38" y="142"/>
                      <a:pt x="52" y="141"/>
                      <a:pt x="66" y="125"/>
                    </a:cubicBezTo>
                    <a:cubicBezTo>
                      <a:pt x="80" y="109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rgbClr val="CC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4" name="Freeform 19">
                <a:extLst>
                  <a:ext uri="{FF2B5EF4-FFF2-40B4-BE49-F238E27FC236}">
                    <a16:creationId xmlns:a16="http://schemas.microsoft.com/office/drawing/2014/main" id="{1692AEFF-4165-4124-A182-843E072F7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81"/>
                <a:ext cx="290" cy="382"/>
              </a:xfrm>
              <a:custGeom>
                <a:avLst/>
                <a:gdLst>
                  <a:gd name="T0" fmla="*/ 1813 w 116"/>
                  <a:gd name="T1" fmla="*/ 0 h 143"/>
                  <a:gd name="T2" fmla="*/ 1813 w 116"/>
                  <a:gd name="T3" fmla="*/ 2725 h 143"/>
                  <a:gd name="T4" fmla="*/ 0 w 116"/>
                  <a:gd name="T5" fmla="*/ 2725 h 143"/>
                  <a:gd name="T6" fmla="*/ 1520 w 116"/>
                  <a:gd name="T7" fmla="*/ 2233 h 143"/>
                  <a:gd name="T8" fmla="*/ 1813 w 116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3">
                    <a:moveTo>
                      <a:pt x="116" y="0"/>
                    </a:moveTo>
                    <a:cubicBezTo>
                      <a:pt x="116" y="143"/>
                      <a:pt x="116" y="143"/>
                      <a:pt x="116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38" y="142"/>
                      <a:pt x="83" y="133"/>
                      <a:pt x="97" y="117"/>
                    </a:cubicBezTo>
                    <a:cubicBezTo>
                      <a:pt x="111" y="101"/>
                      <a:pt x="116" y="0"/>
                      <a:pt x="116" y="0"/>
                    </a:cubicBezTo>
                    <a:close/>
                  </a:path>
                </a:pathLst>
              </a:custGeom>
              <a:solidFill>
                <a:srgbClr val="CC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5" name="Freeform 20">
                <a:extLst>
                  <a:ext uri="{FF2B5EF4-FFF2-40B4-BE49-F238E27FC236}">
                    <a16:creationId xmlns:a16="http://schemas.microsoft.com/office/drawing/2014/main" id="{C5A0B42F-9C87-4122-B2EC-512D1D70B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581"/>
                <a:ext cx="290" cy="382"/>
              </a:xfrm>
              <a:custGeom>
                <a:avLst/>
                <a:gdLst>
                  <a:gd name="T0" fmla="*/ 1813 w 116"/>
                  <a:gd name="T1" fmla="*/ 0 h 143"/>
                  <a:gd name="T2" fmla="*/ 1813 w 116"/>
                  <a:gd name="T3" fmla="*/ 2725 h 143"/>
                  <a:gd name="T4" fmla="*/ 0 w 116"/>
                  <a:gd name="T5" fmla="*/ 2725 h 143"/>
                  <a:gd name="T6" fmla="*/ 1520 w 116"/>
                  <a:gd name="T7" fmla="*/ 2233 h 143"/>
                  <a:gd name="T8" fmla="*/ 1813 w 116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3">
                    <a:moveTo>
                      <a:pt x="116" y="0"/>
                    </a:moveTo>
                    <a:cubicBezTo>
                      <a:pt x="116" y="143"/>
                      <a:pt x="116" y="143"/>
                      <a:pt x="116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38" y="142"/>
                      <a:pt x="83" y="133"/>
                      <a:pt x="97" y="117"/>
                    </a:cubicBezTo>
                    <a:cubicBezTo>
                      <a:pt x="111" y="101"/>
                      <a:pt x="116" y="0"/>
                      <a:pt x="116" y="0"/>
                    </a:cubicBezTo>
                    <a:close/>
                  </a:path>
                </a:pathLst>
              </a:custGeom>
              <a:solidFill>
                <a:srgbClr val="CC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6" name="Rectangle 21">
                <a:extLst>
                  <a:ext uri="{FF2B5EF4-FFF2-40B4-BE49-F238E27FC236}">
                    <a16:creationId xmlns:a16="http://schemas.microsoft.com/office/drawing/2014/main" id="{E7DD9706-E9AF-4940-831E-75F2705A6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1547"/>
                <a:ext cx="13" cy="258"/>
              </a:xfrm>
              <a:prstGeom prst="rect">
                <a:avLst/>
              </a:prstGeom>
              <a:solidFill>
                <a:srgbClr val="C1C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57" name="Rectangle 22">
                <a:extLst>
                  <a:ext uri="{FF2B5EF4-FFF2-40B4-BE49-F238E27FC236}">
                    <a16:creationId xmlns:a16="http://schemas.microsoft.com/office/drawing/2014/main" id="{FCC6D97B-BC69-499A-BE08-3BE24711E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547"/>
                <a:ext cx="13" cy="258"/>
              </a:xfrm>
              <a:prstGeom prst="rect">
                <a:avLst/>
              </a:prstGeom>
              <a:solidFill>
                <a:srgbClr val="C1C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58" name="Rectangle 23">
                <a:extLst>
                  <a:ext uri="{FF2B5EF4-FFF2-40B4-BE49-F238E27FC236}">
                    <a16:creationId xmlns:a16="http://schemas.microsoft.com/office/drawing/2014/main" id="{FCD7932D-090E-4308-BEEB-B227B0EA9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1277"/>
                <a:ext cx="23" cy="702"/>
              </a:xfrm>
              <a:prstGeom prst="rect">
                <a:avLst/>
              </a:prstGeom>
              <a:solidFill>
                <a:srgbClr val="C1C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59" name="Freeform 24">
                <a:extLst>
                  <a:ext uri="{FF2B5EF4-FFF2-40B4-BE49-F238E27FC236}">
                    <a16:creationId xmlns:a16="http://schemas.microsoft.com/office/drawing/2014/main" id="{F36C4982-0086-454F-AB82-042A90890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277"/>
                <a:ext cx="23" cy="702"/>
              </a:xfrm>
              <a:custGeom>
                <a:avLst/>
                <a:gdLst>
                  <a:gd name="T0" fmla="*/ 23 w 23"/>
                  <a:gd name="T1" fmla="*/ 0 h 702"/>
                  <a:gd name="T2" fmla="*/ 23 w 23"/>
                  <a:gd name="T3" fmla="*/ 702 h 702"/>
                  <a:gd name="T4" fmla="*/ 0 w 23"/>
                  <a:gd name="T5" fmla="*/ 702 h 702"/>
                  <a:gd name="T6" fmla="*/ 0 w 23"/>
                  <a:gd name="T7" fmla="*/ 0 h 7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02">
                    <a:moveTo>
                      <a:pt x="23" y="0"/>
                    </a:moveTo>
                    <a:lnTo>
                      <a:pt x="23" y="702"/>
                    </a:lnTo>
                    <a:lnTo>
                      <a:pt x="0" y="70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0" name="Rectangle 25">
                <a:extLst>
                  <a:ext uri="{FF2B5EF4-FFF2-40B4-BE49-F238E27FC236}">
                    <a16:creationId xmlns:a16="http://schemas.microsoft.com/office/drawing/2014/main" id="{2D654D63-DE84-4864-A117-D9636E0EF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8" y="1277"/>
                <a:ext cx="20" cy="702"/>
              </a:xfrm>
              <a:prstGeom prst="rect">
                <a:avLst/>
              </a:prstGeom>
              <a:solidFill>
                <a:srgbClr val="C1C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1" name="Freeform 26">
                <a:extLst>
                  <a:ext uri="{FF2B5EF4-FFF2-40B4-BE49-F238E27FC236}">
                    <a16:creationId xmlns:a16="http://schemas.microsoft.com/office/drawing/2014/main" id="{B54BF109-0B00-40FF-8B02-CBC0AC339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277"/>
                <a:ext cx="20" cy="702"/>
              </a:xfrm>
              <a:custGeom>
                <a:avLst/>
                <a:gdLst>
                  <a:gd name="T0" fmla="*/ 20 w 20"/>
                  <a:gd name="T1" fmla="*/ 0 h 702"/>
                  <a:gd name="T2" fmla="*/ 20 w 20"/>
                  <a:gd name="T3" fmla="*/ 702 h 702"/>
                  <a:gd name="T4" fmla="*/ 0 w 20"/>
                  <a:gd name="T5" fmla="*/ 702 h 702"/>
                  <a:gd name="T6" fmla="*/ 0 w 20"/>
                  <a:gd name="T7" fmla="*/ 0 h 7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02">
                    <a:moveTo>
                      <a:pt x="20" y="0"/>
                    </a:moveTo>
                    <a:lnTo>
                      <a:pt x="20" y="702"/>
                    </a:lnTo>
                    <a:lnTo>
                      <a:pt x="0" y="70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2" name="Rectangle 27">
                <a:extLst>
                  <a:ext uri="{FF2B5EF4-FFF2-40B4-BE49-F238E27FC236}">
                    <a16:creationId xmlns:a16="http://schemas.microsoft.com/office/drawing/2014/main" id="{58208B87-869D-47E4-9E2F-D97FECB3A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277"/>
                <a:ext cx="20" cy="702"/>
              </a:xfrm>
              <a:prstGeom prst="rect">
                <a:avLst/>
              </a:prstGeom>
              <a:solidFill>
                <a:srgbClr val="C1C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3" name="Freeform 28">
                <a:extLst>
                  <a:ext uri="{FF2B5EF4-FFF2-40B4-BE49-F238E27FC236}">
                    <a16:creationId xmlns:a16="http://schemas.microsoft.com/office/drawing/2014/main" id="{93E3CED7-ADC0-4A02-A394-C3FFADC28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277"/>
                <a:ext cx="20" cy="702"/>
              </a:xfrm>
              <a:custGeom>
                <a:avLst/>
                <a:gdLst>
                  <a:gd name="T0" fmla="*/ 20 w 20"/>
                  <a:gd name="T1" fmla="*/ 0 h 702"/>
                  <a:gd name="T2" fmla="*/ 20 w 20"/>
                  <a:gd name="T3" fmla="*/ 702 h 702"/>
                  <a:gd name="T4" fmla="*/ 0 w 20"/>
                  <a:gd name="T5" fmla="*/ 702 h 702"/>
                  <a:gd name="T6" fmla="*/ 0 w 20"/>
                  <a:gd name="T7" fmla="*/ 0 h 7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02">
                    <a:moveTo>
                      <a:pt x="20" y="0"/>
                    </a:moveTo>
                    <a:lnTo>
                      <a:pt x="20" y="702"/>
                    </a:lnTo>
                    <a:lnTo>
                      <a:pt x="0" y="70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4" name="Rectangle 29">
                <a:extLst>
                  <a:ext uri="{FF2B5EF4-FFF2-40B4-BE49-F238E27FC236}">
                    <a16:creationId xmlns:a16="http://schemas.microsoft.com/office/drawing/2014/main" id="{D26EF249-7BA5-49BC-9D5C-C913A1829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277"/>
                <a:ext cx="20" cy="702"/>
              </a:xfrm>
              <a:prstGeom prst="rect">
                <a:avLst/>
              </a:prstGeom>
              <a:solidFill>
                <a:srgbClr val="C1C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5" name="Freeform 30">
                <a:extLst>
                  <a:ext uri="{FF2B5EF4-FFF2-40B4-BE49-F238E27FC236}">
                    <a16:creationId xmlns:a16="http://schemas.microsoft.com/office/drawing/2014/main" id="{AB803200-144F-4E0F-86B3-AA622C2E8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277"/>
                <a:ext cx="20" cy="702"/>
              </a:xfrm>
              <a:custGeom>
                <a:avLst/>
                <a:gdLst>
                  <a:gd name="T0" fmla="*/ 0 w 20"/>
                  <a:gd name="T1" fmla="*/ 0 h 702"/>
                  <a:gd name="T2" fmla="*/ 0 w 20"/>
                  <a:gd name="T3" fmla="*/ 702 h 702"/>
                  <a:gd name="T4" fmla="*/ 20 w 20"/>
                  <a:gd name="T5" fmla="*/ 702 h 702"/>
                  <a:gd name="T6" fmla="*/ 20 w 20"/>
                  <a:gd name="T7" fmla="*/ 0 h 7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02">
                    <a:moveTo>
                      <a:pt x="0" y="0"/>
                    </a:moveTo>
                    <a:lnTo>
                      <a:pt x="0" y="702"/>
                    </a:lnTo>
                    <a:lnTo>
                      <a:pt x="20" y="702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6" name="Rectangle 31">
                <a:extLst>
                  <a:ext uri="{FF2B5EF4-FFF2-40B4-BE49-F238E27FC236}">
                    <a16:creationId xmlns:a16="http://schemas.microsoft.com/office/drawing/2014/main" id="{4B661BFA-0642-4511-B468-29CB14130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277"/>
                <a:ext cx="22" cy="702"/>
              </a:xfrm>
              <a:prstGeom prst="rect">
                <a:avLst/>
              </a:prstGeom>
              <a:solidFill>
                <a:srgbClr val="C1C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7" name="Freeform 32">
                <a:extLst>
                  <a:ext uri="{FF2B5EF4-FFF2-40B4-BE49-F238E27FC236}">
                    <a16:creationId xmlns:a16="http://schemas.microsoft.com/office/drawing/2014/main" id="{26234C3E-A370-4611-811F-FFDF34A74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277"/>
                <a:ext cx="22" cy="702"/>
              </a:xfrm>
              <a:custGeom>
                <a:avLst/>
                <a:gdLst>
                  <a:gd name="T0" fmla="*/ 22 w 22"/>
                  <a:gd name="T1" fmla="*/ 0 h 702"/>
                  <a:gd name="T2" fmla="*/ 22 w 22"/>
                  <a:gd name="T3" fmla="*/ 702 h 702"/>
                  <a:gd name="T4" fmla="*/ 0 w 22"/>
                  <a:gd name="T5" fmla="*/ 702 h 702"/>
                  <a:gd name="T6" fmla="*/ 0 w 22"/>
                  <a:gd name="T7" fmla="*/ 0 h 7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702">
                    <a:moveTo>
                      <a:pt x="22" y="0"/>
                    </a:moveTo>
                    <a:lnTo>
                      <a:pt x="22" y="702"/>
                    </a:lnTo>
                    <a:lnTo>
                      <a:pt x="0" y="70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8" name="Rectangle 33">
                <a:extLst>
                  <a:ext uri="{FF2B5EF4-FFF2-40B4-BE49-F238E27FC236}">
                    <a16:creationId xmlns:a16="http://schemas.microsoft.com/office/drawing/2014/main" id="{76791D6C-304E-4CE9-BC2A-2BEDCAFFA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1277"/>
                <a:ext cx="20" cy="702"/>
              </a:xfrm>
              <a:prstGeom prst="rect">
                <a:avLst/>
              </a:prstGeom>
              <a:solidFill>
                <a:srgbClr val="C1C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9" name="Freeform 34">
                <a:extLst>
                  <a:ext uri="{FF2B5EF4-FFF2-40B4-BE49-F238E27FC236}">
                    <a16:creationId xmlns:a16="http://schemas.microsoft.com/office/drawing/2014/main" id="{904737A1-26BC-471B-AD30-E6F3721A1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277"/>
                <a:ext cx="20" cy="702"/>
              </a:xfrm>
              <a:custGeom>
                <a:avLst/>
                <a:gdLst>
                  <a:gd name="T0" fmla="*/ 0 w 20"/>
                  <a:gd name="T1" fmla="*/ 0 h 702"/>
                  <a:gd name="T2" fmla="*/ 0 w 20"/>
                  <a:gd name="T3" fmla="*/ 702 h 702"/>
                  <a:gd name="T4" fmla="*/ 20 w 20"/>
                  <a:gd name="T5" fmla="*/ 702 h 702"/>
                  <a:gd name="T6" fmla="*/ 20 w 20"/>
                  <a:gd name="T7" fmla="*/ 0 h 7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02">
                    <a:moveTo>
                      <a:pt x="0" y="0"/>
                    </a:moveTo>
                    <a:lnTo>
                      <a:pt x="0" y="702"/>
                    </a:lnTo>
                    <a:lnTo>
                      <a:pt x="20" y="702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0" name="Freeform 35">
                <a:extLst>
                  <a:ext uri="{FF2B5EF4-FFF2-40B4-BE49-F238E27FC236}">
                    <a16:creationId xmlns:a16="http://schemas.microsoft.com/office/drawing/2014/main" id="{C879A472-2306-417B-AC9A-4DB224506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829"/>
                <a:ext cx="210" cy="379"/>
              </a:xfrm>
              <a:custGeom>
                <a:avLst/>
                <a:gdLst>
                  <a:gd name="T0" fmla="*/ 0 w 84"/>
                  <a:gd name="T1" fmla="*/ 2664 h 142"/>
                  <a:gd name="T2" fmla="*/ 688 w 84"/>
                  <a:gd name="T3" fmla="*/ 1617 h 142"/>
                  <a:gd name="T4" fmla="*/ 1095 w 84"/>
                  <a:gd name="T5" fmla="*/ 0 h 142"/>
                  <a:gd name="T6" fmla="*/ 1313 w 84"/>
                  <a:gd name="T7" fmla="*/ 56 h 142"/>
                  <a:gd name="T8" fmla="*/ 800 w 84"/>
                  <a:gd name="T9" fmla="*/ 1711 h 142"/>
                  <a:gd name="T10" fmla="*/ 0 w 84"/>
                  <a:gd name="T11" fmla="*/ 2664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42">
                    <a:moveTo>
                      <a:pt x="0" y="140"/>
                    </a:moveTo>
                    <a:cubicBezTo>
                      <a:pt x="0" y="140"/>
                      <a:pt x="28" y="131"/>
                      <a:pt x="44" y="85"/>
                    </a:cubicBezTo>
                    <a:cubicBezTo>
                      <a:pt x="45" y="82"/>
                      <a:pt x="62" y="27"/>
                      <a:pt x="70" y="0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62" y="65"/>
                      <a:pt x="51" y="90"/>
                    </a:cubicBezTo>
                    <a:cubicBezTo>
                      <a:pt x="37" y="122"/>
                      <a:pt x="14" y="142"/>
                      <a:pt x="0" y="140"/>
                    </a:cubicBezTo>
                    <a:close/>
                  </a:path>
                </a:pathLst>
              </a:custGeom>
              <a:solidFill>
                <a:srgbClr val="F2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1" name="Freeform 36">
                <a:extLst>
                  <a:ext uri="{FF2B5EF4-FFF2-40B4-BE49-F238E27FC236}">
                    <a16:creationId xmlns:a16="http://schemas.microsoft.com/office/drawing/2014/main" id="{07C1EFDB-0696-43CF-8141-E4F3AD365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816"/>
                <a:ext cx="100" cy="387"/>
              </a:xfrm>
              <a:custGeom>
                <a:avLst/>
                <a:gdLst>
                  <a:gd name="T0" fmla="*/ 0 w 40"/>
                  <a:gd name="T1" fmla="*/ 2757 h 145"/>
                  <a:gd name="T2" fmla="*/ 270 w 40"/>
                  <a:gd name="T3" fmla="*/ 1652 h 145"/>
                  <a:gd name="T4" fmla="*/ 395 w 40"/>
                  <a:gd name="T5" fmla="*/ 0 h 145"/>
                  <a:gd name="T6" fmla="*/ 625 w 40"/>
                  <a:gd name="T7" fmla="*/ 21 h 145"/>
                  <a:gd name="T8" fmla="*/ 520 w 40"/>
                  <a:gd name="T9" fmla="*/ 913 h 145"/>
                  <a:gd name="T10" fmla="*/ 0 w 40"/>
                  <a:gd name="T11" fmla="*/ 2757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45">
                    <a:moveTo>
                      <a:pt x="0" y="145"/>
                    </a:moveTo>
                    <a:cubicBezTo>
                      <a:pt x="0" y="145"/>
                      <a:pt x="14" y="116"/>
                      <a:pt x="17" y="87"/>
                    </a:cubicBezTo>
                    <a:cubicBezTo>
                      <a:pt x="20" y="65"/>
                      <a:pt x="24" y="20"/>
                      <a:pt x="25" y="0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6" y="27"/>
                      <a:pt x="33" y="48"/>
                    </a:cubicBezTo>
                    <a:cubicBezTo>
                      <a:pt x="30" y="70"/>
                      <a:pt x="20" y="125"/>
                      <a:pt x="0" y="145"/>
                    </a:cubicBezTo>
                    <a:close/>
                  </a:path>
                </a:pathLst>
              </a:custGeom>
              <a:solidFill>
                <a:srgbClr val="F2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2" name="Freeform 37">
                <a:extLst>
                  <a:ext uri="{FF2B5EF4-FFF2-40B4-BE49-F238E27FC236}">
                    <a16:creationId xmlns:a16="http://schemas.microsoft.com/office/drawing/2014/main" id="{6E247A2A-8DF5-4E43-9974-77ECFBFA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803"/>
                <a:ext cx="183" cy="400"/>
              </a:xfrm>
              <a:custGeom>
                <a:avLst/>
                <a:gdLst>
                  <a:gd name="T0" fmla="*/ 1151 w 73"/>
                  <a:gd name="T1" fmla="*/ 2845 h 150"/>
                  <a:gd name="T2" fmla="*/ 459 w 73"/>
                  <a:gd name="T3" fmla="*/ 1800 h 150"/>
                  <a:gd name="T4" fmla="*/ 0 w 73"/>
                  <a:gd name="T5" fmla="*/ 0 h 150"/>
                  <a:gd name="T6" fmla="*/ 158 w 73"/>
                  <a:gd name="T7" fmla="*/ 21 h 150"/>
                  <a:gd name="T8" fmla="*/ 554 w 73"/>
                  <a:gd name="T9" fmla="*/ 1856 h 150"/>
                  <a:gd name="T10" fmla="*/ 1151 w 73"/>
                  <a:gd name="T11" fmla="*/ 2845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50">
                    <a:moveTo>
                      <a:pt x="73" y="150"/>
                    </a:moveTo>
                    <a:cubicBezTo>
                      <a:pt x="73" y="150"/>
                      <a:pt x="45" y="141"/>
                      <a:pt x="29" y="95"/>
                    </a:cubicBezTo>
                    <a:cubicBezTo>
                      <a:pt x="28" y="92"/>
                      <a:pt x="6" y="19"/>
                      <a:pt x="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16"/>
                      <a:pt x="30" y="78"/>
                      <a:pt x="35" y="98"/>
                    </a:cubicBezTo>
                    <a:cubicBezTo>
                      <a:pt x="40" y="119"/>
                      <a:pt x="62" y="146"/>
                      <a:pt x="73" y="150"/>
                    </a:cubicBezTo>
                    <a:close/>
                  </a:path>
                </a:pathLst>
              </a:custGeom>
              <a:solidFill>
                <a:srgbClr val="F2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3" name="Freeform 38">
                <a:extLst>
                  <a:ext uri="{FF2B5EF4-FFF2-40B4-BE49-F238E27FC236}">
                    <a16:creationId xmlns:a16="http://schemas.microsoft.com/office/drawing/2014/main" id="{3EFF7607-EC2D-4CE0-8F60-63F045C7B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808"/>
                <a:ext cx="65" cy="395"/>
              </a:xfrm>
              <a:custGeom>
                <a:avLst/>
                <a:gdLst>
                  <a:gd name="T0" fmla="*/ 408 w 26"/>
                  <a:gd name="T1" fmla="*/ 2813 h 148"/>
                  <a:gd name="T2" fmla="*/ 145 w 26"/>
                  <a:gd name="T3" fmla="*/ 1711 h 148"/>
                  <a:gd name="T4" fmla="*/ 0 w 26"/>
                  <a:gd name="T5" fmla="*/ 0 h 148"/>
                  <a:gd name="T6" fmla="*/ 208 w 26"/>
                  <a:gd name="T7" fmla="*/ 35 h 148"/>
                  <a:gd name="T8" fmla="*/ 408 w 26"/>
                  <a:gd name="T9" fmla="*/ 281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8">
                    <a:moveTo>
                      <a:pt x="26" y="148"/>
                    </a:moveTo>
                    <a:cubicBezTo>
                      <a:pt x="26" y="148"/>
                      <a:pt x="12" y="119"/>
                      <a:pt x="9" y="90"/>
                    </a:cubicBezTo>
                    <a:cubicBezTo>
                      <a:pt x="6" y="67"/>
                      <a:pt x="2" y="19"/>
                      <a:pt x="0" y="0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6"/>
                      <a:pt x="10" y="101"/>
                      <a:pt x="26" y="148"/>
                    </a:cubicBezTo>
                    <a:close/>
                  </a:path>
                </a:pathLst>
              </a:custGeom>
              <a:solidFill>
                <a:srgbClr val="F2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4" name="Freeform 39">
                <a:extLst>
                  <a:ext uri="{FF2B5EF4-FFF2-40B4-BE49-F238E27FC236}">
                    <a16:creationId xmlns:a16="http://schemas.microsoft.com/office/drawing/2014/main" id="{0FE1F4F3-D95F-4575-9577-2D487D139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819"/>
                <a:ext cx="133" cy="82"/>
              </a:xfrm>
              <a:custGeom>
                <a:avLst/>
                <a:gdLst>
                  <a:gd name="T0" fmla="*/ 83 w 53"/>
                  <a:gd name="T1" fmla="*/ 574 h 31"/>
                  <a:gd name="T2" fmla="*/ 535 w 53"/>
                  <a:gd name="T3" fmla="*/ 111 h 31"/>
                  <a:gd name="T4" fmla="*/ 334 w 53"/>
                  <a:gd name="T5" fmla="*/ 0 h 31"/>
                  <a:gd name="T6" fmla="*/ 0 w 53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1">
                    <a:moveTo>
                      <a:pt x="5" y="31"/>
                    </a:moveTo>
                    <a:cubicBezTo>
                      <a:pt x="8" y="15"/>
                      <a:pt x="15" y="6"/>
                      <a:pt x="34" y="6"/>
                    </a:cubicBezTo>
                    <a:cubicBezTo>
                      <a:pt x="53" y="6"/>
                      <a:pt x="21" y="0"/>
                      <a:pt x="2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2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5" name="Freeform 40">
                <a:extLst>
                  <a:ext uri="{FF2B5EF4-FFF2-40B4-BE49-F238E27FC236}">
                    <a16:creationId xmlns:a16="http://schemas.microsoft.com/office/drawing/2014/main" id="{C7147B36-A0FB-4F22-B913-741B482C9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803"/>
                <a:ext cx="133" cy="82"/>
              </a:xfrm>
              <a:custGeom>
                <a:avLst/>
                <a:gdLst>
                  <a:gd name="T0" fmla="*/ 83 w 53"/>
                  <a:gd name="T1" fmla="*/ 574 h 31"/>
                  <a:gd name="T2" fmla="*/ 535 w 53"/>
                  <a:gd name="T3" fmla="*/ 90 h 31"/>
                  <a:gd name="T4" fmla="*/ 334 w 53"/>
                  <a:gd name="T5" fmla="*/ 0 h 31"/>
                  <a:gd name="T6" fmla="*/ 0 w 53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1">
                    <a:moveTo>
                      <a:pt x="5" y="31"/>
                    </a:moveTo>
                    <a:cubicBezTo>
                      <a:pt x="5" y="14"/>
                      <a:pt x="15" y="5"/>
                      <a:pt x="34" y="5"/>
                    </a:cubicBezTo>
                    <a:cubicBezTo>
                      <a:pt x="53" y="5"/>
                      <a:pt x="21" y="0"/>
                      <a:pt x="2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2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6" name="Freeform 41">
                <a:extLst>
                  <a:ext uri="{FF2B5EF4-FFF2-40B4-BE49-F238E27FC236}">
                    <a16:creationId xmlns:a16="http://schemas.microsoft.com/office/drawing/2014/main" id="{34641BB0-DFC9-4268-B001-B632348A1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800"/>
                <a:ext cx="87" cy="59"/>
              </a:xfrm>
              <a:custGeom>
                <a:avLst/>
                <a:gdLst>
                  <a:gd name="T0" fmla="*/ 92 w 35"/>
                  <a:gd name="T1" fmla="*/ 424 h 22"/>
                  <a:gd name="T2" fmla="*/ 341 w 35"/>
                  <a:gd name="T3" fmla="*/ 21 h 22"/>
                  <a:gd name="T4" fmla="*/ 216 w 35"/>
                  <a:gd name="T5" fmla="*/ 21 h 22"/>
                  <a:gd name="T6" fmla="*/ 0 w 35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2">
                    <a:moveTo>
                      <a:pt x="6" y="22"/>
                    </a:moveTo>
                    <a:cubicBezTo>
                      <a:pt x="3" y="9"/>
                      <a:pt x="8" y="2"/>
                      <a:pt x="22" y="1"/>
                    </a:cubicBezTo>
                    <a:cubicBezTo>
                      <a:pt x="35" y="0"/>
                      <a:pt x="14" y="1"/>
                      <a:pt x="1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2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7" name="Freeform 42">
                <a:extLst>
                  <a:ext uri="{FF2B5EF4-FFF2-40B4-BE49-F238E27FC236}">
                    <a16:creationId xmlns:a16="http://schemas.microsoft.com/office/drawing/2014/main" id="{8AA1CDD7-470C-4B8F-84BD-A09DFCD8B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840"/>
                <a:ext cx="132" cy="80"/>
              </a:xfrm>
              <a:custGeom>
                <a:avLst/>
                <a:gdLst>
                  <a:gd name="T0" fmla="*/ 62 w 53"/>
                  <a:gd name="T1" fmla="*/ 568 h 30"/>
                  <a:gd name="T2" fmla="*/ 528 w 53"/>
                  <a:gd name="T3" fmla="*/ 93 h 30"/>
                  <a:gd name="T4" fmla="*/ 324 w 53"/>
                  <a:gd name="T5" fmla="*/ 0 h 30"/>
                  <a:gd name="T6" fmla="*/ 0 w 5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0">
                    <a:moveTo>
                      <a:pt x="4" y="30"/>
                    </a:moveTo>
                    <a:cubicBezTo>
                      <a:pt x="9" y="15"/>
                      <a:pt x="15" y="5"/>
                      <a:pt x="34" y="5"/>
                    </a:cubicBezTo>
                    <a:cubicBezTo>
                      <a:pt x="53" y="5"/>
                      <a:pt x="21" y="0"/>
                      <a:pt x="2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2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8" name="Freeform 43">
                <a:extLst>
                  <a:ext uri="{FF2B5EF4-FFF2-40B4-BE49-F238E27FC236}">
                    <a16:creationId xmlns:a16="http://schemas.microsoft.com/office/drawing/2014/main" id="{B4AA87D3-BEB0-455D-951F-20DF2DCE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800"/>
                <a:ext cx="220" cy="165"/>
              </a:xfrm>
              <a:custGeom>
                <a:avLst/>
                <a:gdLst>
                  <a:gd name="T0" fmla="*/ 0 w 88"/>
                  <a:gd name="T1" fmla="*/ 1168 h 62"/>
                  <a:gd name="T2" fmla="*/ 458 w 88"/>
                  <a:gd name="T3" fmla="*/ 192 h 62"/>
                  <a:gd name="T4" fmla="*/ 533 w 88"/>
                  <a:gd name="T5" fmla="*/ 21 h 62"/>
                  <a:gd name="T6" fmla="*/ 688 w 88"/>
                  <a:gd name="T7" fmla="*/ 0 h 62"/>
                  <a:gd name="T8" fmla="*/ 1375 w 88"/>
                  <a:gd name="T9" fmla="*/ 0 h 62"/>
                  <a:gd name="T10" fmla="*/ 583 w 88"/>
                  <a:gd name="T11" fmla="*/ 114 h 62"/>
                  <a:gd name="T12" fmla="*/ 0 w 88"/>
                  <a:gd name="T13" fmla="*/ 116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2">
                    <a:moveTo>
                      <a:pt x="0" y="62"/>
                    </a:moveTo>
                    <a:cubicBezTo>
                      <a:pt x="10" y="47"/>
                      <a:pt x="24" y="25"/>
                      <a:pt x="29" y="10"/>
                    </a:cubicBezTo>
                    <a:cubicBezTo>
                      <a:pt x="32" y="4"/>
                      <a:pt x="32" y="2"/>
                      <a:pt x="34" y="1"/>
                    </a:cubicBezTo>
                    <a:cubicBezTo>
                      <a:pt x="35" y="0"/>
                      <a:pt x="38" y="0"/>
                      <a:pt x="44" y="0"/>
                    </a:cubicBezTo>
                    <a:cubicBezTo>
                      <a:pt x="55" y="0"/>
                      <a:pt x="88" y="0"/>
                      <a:pt x="88" y="0"/>
                    </a:cubicBezTo>
                    <a:cubicBezTo>
                      <a:pt x="75" y="1"/>
                      <a:pt x="44" y="2"/>
                      <a:pt x="37" y="6"/>
                    </a:cubicBezTo>
                    <a:cubicBezTo>
                      <a:pt x="32" y="9"/>
                      <a:pt x="13" y="50"/>
                      <a:pt x="0" y="62"/>
                    </a:cubicBezTo>
                    <a:close/>
                  </a:path>
                </a:pathLst>
              </a:custGeom>
              <a:solidFill>
                <a:srgbClr val="FC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9" name="Freeform 44">
                <a:extLst>
                  <a:ext uri="{FF2B5EF4-FFF2-40B4-BE49-F238E27FC236}">
                    <a16:creationId xmlns:a16="http://schemas.microsoft.com/office/drawing/2014/main" id="{20F64E15-12C9-4045-80BD-6AB57519E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803"/>
                <a:ext cx="190" cy="186"/>
              </a:xfrm>
              <a:custGeom>
                <a:avLst/>
                <a:gdLst>
                  <a:gd name="T0" fmla="*/ 1188 w 76"/>
                  <a:gd name="T1" fmla="*/ 0 h 70"/>
                  <a:gd name="T2" fmla="*/ 208 w 76"/>
                  <a:gd name="T3" fmla="*/ 0 h 70"/>
                  <a:gd name="T4" fmla="*/ 83 w 76"/>
                  <a:gd name="T5" fmla="*/ 282 h 70"/>
                  <a:gd name="T6" fmla="*/ 0 w 76"/>
                  <a:gd name="T7" fmla="*/ 1313 h 70"/>
                  <a:gd name="T8" fmla="*/ 145 w 76"/>
                  <a:gd name="T9" fmla="*/ 247 h 70"/>
                  <a:gd name="T10" fmla="*/ 500 w 76"/>
                  <a:gd name="T11" fmla="*/ 35 h 70"/>
                  <a:gd name="T12" fmla="*/ 1188 w 76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0">
                    <a:moveTo>
                      <a:pt x="76" y="0"/>
                    </a:moveTo>
                    <a:cubicBezTo>
                      <a:pt x="76" y="0"/>
                      <a:pt x="21" y="0"/>
                      <a:pt x="13" y="0"/>
                    </a:cubicBezTo>
                    <a:cubicBezTo>
                      <a:pt x="5" y="0"/>
                      <a:pt x="6" y="6"/>
                      <a:pt x="5" y="15"/>
                    </a:cubicBezTo>
                    <a:cubicBezTo>
                      <a:pt x="5" y="23"/>
                      <a:pt x="0" y="70"/>
                      <a:pt x="0" y="70"/>
                    </a:cubicBezTo>
                    <a:cubicBezTo>
                      <a:pt x="7" y="44"/>
                      <a:pt x="8" y="17"/>
                      <a:pt x="9" y="13"/>
                    </a:cubicBezTo>
                    <a:cubicBezTo>
                      <a:pt x="10" y="8"/>
                      <a:pt x="10" y="2"/>
                      <a:pt x="32" y="2"/>
                    </a:cubicBezTo>
                    <a:cubicBezTo>
                      <a:pt x="54" y="1"/>
                      <a:pt x="76" y="0"/>
                      <a:pt x="76" y="0"/>
                    </a:cubicBezTo>
                    <a:close/>
                  </a:path>
                </a:pathLst>
              </a:custGeom>
              <a:solidFill>
                <a:srgbClr val="FC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0" name="Freeform 45">
                <a:extLst>
                  <a:ext uri="{FF2B5EF4-FFF2-40B4-BE49-F238E27FC236}">
                    <a16:creationId xmlns:a16="http://schemas.microsoft.com/office/drawing/2014/main" id="{0045F621-F8BC-4458-8180-0B7F24EAC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803"/>
                <a:ext cx="223" cy="178"/>
              </a:xfrm>
              <a:custGeom>
                <a:avLst/>
                <a:gdLst>
                  <a:gd name="T0" fmla="*/ 1401 w 89"/>
                  <a:gd name="T1" fmla="*/ 0 h 67"/>
                  <a:gd name="T2" fmla="*/ 408 w 89"/>
                  <a:gd name="T3" fmla="*/ 0 h 67"/>
                  <a:gd name="T4" fmla="*/ 283 w 89"/>
                  <a:gd name="T5" fmla="*/ 114 h 67"/>
                  <a:gd name="T6" fmla="*/ 0 w 89"/>
                  <a:gd name="T7" fmla="*/ 1257 h 67"/>
                  <a:gd name="T8" fmla="*/ 313 w 89"/>
                  <a:gd name="T9" fmla="*/ 226 h 67"/>
                  <a:gd name="T10" fmla="*/ 709 w 89"/>
                  <a:gd name="T11" fmla="*/ 35 h 67"/>
                  <a:gd name="T12" fmla="*/ 1401 w 89"/>
                  <a:gd name="T13" fmla="*/ 0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7">
                    <a:moveTo>
                      <a:pt x="89" y="0"/>
                    </a:moveTo>
                    <a:cubicBezTo>
                      <a:pt x="89" y="0"/>
                      <a:pt x="34" y="0"/>
                      <a:pt x="26" y="0"/>
                    </a:cubicBezTo>
                    <a:cubicBezTo>
                      <a:pt x="21" y="0"/>
                      <a:pt x="19" y="2"/>
                      <a:pt x="18" y="6"/>
                    </a:cubicBezTo>
                    <a:cubicBezTo>
                      <a:pt x="17" y="8"/>
                      <a:pt x="0" y="67"/>
                      <a:pt x="0" y="67"/>
                    </a:cubicBezTo>
                    <a:cubicBezTo>
                      <a:pt x="10" y="42"/>
                      <a:pt x="19" y="16"/>
                      <a:pt x="20" y="12"/>
                    </a:cubicBezTo>
                    <a:cubicBezTo>
                      <a:pt x="22" y="8"/>
                      <a:pt x="23" y="2"/>
                      <a:pt x="45" y="2"/>
                    </a:cubicBezTo>
                    <a:cubicBezTo>
                      <a:pt x="67" y="1"/>
                      <a:pt x="89" y="0"/>
                      <a:pt x="89" y="0"/>
                    </a:cubicBezTo>
                    <a:close/>
                  </a:path>
                </a:pathLst>
              </a:custGeom>
              <a:solidFill>
                <a:srgbClr val="FC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1" name="Freeform 46">
                <a:extLst>
                  <a:ext uri="{FF2B5EF4-FFF2-40B4-BE49-F238E27FC236}">
                    <a16:creationId xmlns:a16="http://schemas.microsoft.com/office/drawing/2014/main" id="{664F3DF8-AE0A-4F06-AE1C-3B86253AD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800"/>
                <a:ext cx="233" cy="189"/>
              </a:xfrm>
              <a:custGeom>
                <a:avLst/>
                <a:gdLst>
                  <a:gd name="T0" fmla="*/ 1463 w 93"/>
                  <a:gd name="T1" fmla="*/ 0 h 71"/>
                  <a:gd name="T2" fmla="*/ 63 w 93"/>
                  <a:gd name="T3" fmla="*/ 0 h 71"/>
                  <a:gd name="T4" fmla="*/ 20 w 93"/>
                  <a:gd name="T5" fmla="*/ 192 h 71"/>
                  <a:gd name="T6" fmla="*/ 95 w 93"/>
                  <a:gd name="T7" fmla="*/ 1339 h 71"/>
                  <a:gd name="T8" fmla="*/ 83 w 93"/>
                  <a:gd name="T9" fmla="*/ 303 h 71"/>
                  <a:gd name="T10" fmla="*/ 489 w 93"/>
                  <a:gd name="T11" fmla="*/ 77 h 71"/>
                  <a:gd name="T12" fmla="*/ 1463 w 93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71">
                    <a:moveTo>
                      <a:pt x="93" y="0"/>
                    </a:moveTo>
                    <a:cubicBezTo>
                      <a:pt x="93" y="0"/>
                      <a:pt x="12" y="0"/>
                      <a:pt x="4" y="0"/>
                    </a:cubicBezTo>
                    <a:cubicBezTo>
                      <a:pt x="1" y="0"/>
                      <a:pt x="0" y="2"/>
                      <a:pt x="1" y="10"/>
                    </a:cubicBezTo>
                    <a:cubicBezTo>
                      <a:pt x="2" y="17"/>
                      <a:pt x="6" y="71"/>
                      <a:pt x="6" y="71"/>
                    </a:cubicBezTo>
                    <a:cubicBezTo>
                      <a:pt x="7" y="50"/>
                      <a:pt x="5" y="21"/>
                      <a:pt x="5" y="16"/>
                    </a:cubicBezTo>
                    <a:cubicBezTo>
                      <a:pt x="5" y="7"/>
                      <a:pt x="10" y="5"/>
                      <a:pt x="31" y="4"/>
                    </a:cubicBezTo>
                    <a:cubicBezTo>
                      <a:pt x="46" y="3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rgbClr val="FC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2" name="Freeform 47">
                <a:extLst>
                  <a:ext uri="{FF2B5EF4-FFF2-40B4-BE49-F238E27FC236}">
                    <a16:creationId xmlns:a16="http://schemas.microsoft.com/office/drawing/2014/main" id="{8B3F60BD-1ED0-42E9-AE46-3C38DED6B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800"/>
                <a:ext cx="100" cy="155"/>
              </a:xfrm>
              <a:custGeom>
                <a:avLst/>
                <a:gdLst>
                  <a:gd name="T0" fmla="*/ 113 w 40"/>
                  <a:gd name="T1" fmla="*/ 56 h 58"/>
                  <a:gd name="T2" fmla="*/ 625 w 40"/>
                  <a:gd name="T3" fmla="*/ 0 h 58"/>
                  <a:gd name="T4" fmla="*/ 145 w 40"/>
                  <a:gd name="T5" fmla="*/ 0 h 58"/>
                  <a:gd name="T6" fmla="*/ 33 w 40"/>
                  <a:gd name="T7" fmla="*/ 171 h 58"/>
                  <a:gd name="T8" fmla="*/ 270 w 40"/>
                  <a:gd name="T9" fmla="*/ 1106 h 58"/>
                  <a:gd name="T10" fmla="*/ 95 w 40"/>
                  <a:gd name="T11" fmla="*/ 171 h 58"/>
                  <a:gd name="T12" fmla="*/ 113 w 40"/>
                  <a:gd name="T13" fmla="*/ 56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58">
                    <a:moveTo>
                      <a:pt x="7" y="3"/>
                    </a:moveTo>
                    <a:cubicBezTo>
                      <a:pt x="13" y="1"/>
                      <a:pt x="31" y="1"/>
                      <a:pt x="40" y="0"/>
                    </a:cubicBezTo>
                    <a:cubicBezTo>
                      <a:pt x="40" y="0"/>
                      <a:pt x="14" y="0"/>
                      <a:pt x="9" y="0"/>
                    </a:cubicBezTo>
                    <a:cubicBezTo>
                      <a:pt x="4" y="0"/>
                      <a:pt x="0" y="1"/>
                      <a:pt x="2" y="9"/>
                    </a:cubicBezTo>
                    <a:cubicBezTo>
                      <a:pt x="4" y="17"/>
                      <a:pt x="17" y="58"/>
                      <a:pt x="17" y="58"/>
                    </a:cubicBezTo>
                    <a:cubicBezTo>
                      <a:pt x="13" y="40"/>
                      <a:pt x="6" y="14"/>
                      <a:pt x="6" y="9"/>
                    </a:cubicBezTo>
                    <a:cubicBezTo>
                      <a:pt x="5" y="6"/>
                      <a:pt x="5" y="4"/>
                      <a:pt x="7" y="3"/>
                    </a:cubicBezTo>
                    <a:close/>
                  </a:path>
                </a:pathLst>
              </a:custGeom>
              <a:solidFill>
                <a:srgbClr val="FC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3" name="Freeform 48">
                <a:extLst>
                  <a:ext uri="{FF2B5EF4-FFF2-40B4-BE49-F238E27FC236}">
                    <a16:creationId xmlns:a16="http://schemas.microsoft.com/office/drawing/2014/main" id="{8F711550-B127-42AA-9EAB-43F97AD3F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797"/>
                <a:ext cx="2765" cy="395"/>
              </a:xfrm>
              <a:custGeom>
                <a:avLst/>
                <a:gdLst>
                  <a:gd name="T0" fmla="*/ 0 w 1106"/>
                  <a:gd name="T1" fmla="*/ 2813 h 148"/>
                  <a:gd name="T2" fmla="*/ 9408 w 1106"/>
                  <a:gd name="T3" fmla="*/ 2813 h 148"/>
                  <a:gd name="T4" fmla="*/ 9408 w 1106"/>
                  <a:gd name="T5" fmla="*/ 2792 h 148"/>
                  <a:gd name="T6" fmla="*/ 17283 w 1106"/>
                  <a:gd name="T7" fmla="*/ 2813 h 148"/>
                  <a:gd name="T8" fmla="*/ 15220 w 1106"/>
                  <a:gd name="T9" fmla="*/ 1711 h 148"/>
                  <a:gd name="T10" fmla="*/ 14283 w 1106"/>
                  <a:gd name="T11" fmla="*/ 0 h 148"/>
                  <a:gd name="T12" fmla="*/ 15095 w 1106"/>
                  <a:gd name="T13" fmla="*/ 1938 h 148"/>
                  <a:gd name="T14" fmla="*/ 15750 w 1106"/>
                  <a:gd name="T15" fmla="*/ 2335 h 148"/>
                  <a:gd name="T16" fmla="*/ 15520 w 1106"/>
                  <a:gd name="T17" fmla="*/ 2621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6" h="148">
                    <a:moveTo>
                      <a:pt x="0" y="148"/>
                    </a:moveTo>
                    <a:cubicBezTo>
                      <a:pt x="602" y="148"/>
                      <a:pt x="602" y="148"/>
                      <a:pt x="602" y="148"/>
                    </a:cubicBezTo>
                    <a:cubicBezTo>
                      <a:pt x="602" y="147"/>
                      <a:pt x="602" y="147"/>
                      <a:pt x="602" y="147"/>
                    </a:cubicBezTo>
                    <a:cubicBezTo>
                      <a:pt x="1106" y="148"/>
                      <a:pt x="1106" y="148"/>
                      <a:pt x="1106" y="148"/>
                    </a:cubicBezTo>
                    <a:cubicBezTo>
                      <a:pt x="1106" y="148"/>
                      <a:pt x="994" y="102"/>
                      <a:pt x="974" y="90"/>
                    </a:cubicBezTo>
                    <a:cubicBezTo>
                      <a:pt x="954" y="78"/>
                      <a:pt x="921" y="26"/>
                      <a:pt x="914" y="0"/>
                    </a:cubicBezTo>
                    <a:cubicBezTo>
                      <a:pt x="921" y="32"/>
                      <a:pt x="943" y="89"/>
                      <a:pt x="966" y="102"/>
                    </a:cubicBezTo>
                    <a:cubicBezTo>
                      <a:pt x="989" y="115"/>
                      <a:pt x="1008" y="123"/>
                      <a:pt x="1008" y="123"/>
                    </a:cubicBezTo>
                    <a:cubicBezTo>
                      <a:pt x="1021" y="130"/>
                      <a:pt x="1010" y="138"/>
                      <a:pt x="993" y="138"/>
                    </a:cubicBezTo>
                  </a:path>
                </a:pathLst>
              </a:custGeom>
              <a:solidFill>
                <a:srgbClr val="EEA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4" name="Freeform 49">
                <a:extLst>
                  <a:ext uri="{FF2B5EF4-FFF2-40B4-BE49-F238E27FC236}">
                    <a16:creationId xmlns:a16="http://schemas.microsoft.com/office/drawing/2014/main" id="{FB0AC7C4-A8D1-4DA0-A3C1-5AEF8ADB5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069"/>
                <a:ext cx="155" cy="96"/>
              </a:xfrm>
              <a:custGeom>
                <a:avLst/>
                <a:gdLst>
                  <a:gd name="T0" fmla="*/ 425 w 62"/>
                  <a:gd name="T1" fmla="*/ 683 h 36"/>
                  <a:gd name="T2" fmla="*/ 658 w 62"/>
                  <a:gd name="T3" fmla="*/ 397 h 36"/>
                  <a:gd name="T4" fmla="*/ 0 w 62"/>
                  <a:gd name="T5" fmla="*/ 0 h 36"/>
                  <a:gd name="T6" fmla="*/ 783 w 62"/>
                  <a:gd name="T7" fmla="*/ 419 h 36"/>
                  <a:gd name="T8" fmla="*/ 425 w 62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36">
                    <a:moveTo>
                      <a:pt x="27" y="36"/>
                    </a:moveTo>
                    <a:cubicBezTo>
                      <a:pt x="44" y="36"/>
                      <a:pt x="55" y="28"/>
                      <a:pt x="42" y="21"/>
                    </a:cubicBezTo>
                    <a:cubicBezTo>
                      <a:pt x="42" y="21"/>
                      <a:pt x="23" y="13"/>
                      <a:pt x="0" y="0"/>
                    </a:cubicBezTo>
                    <a:cubicBezTo>
                      <a:pt x="16" y="8"/>
                      <a:pt x="38" y="13"/>
                      <a:pt x="50" y="22"/>
                    </a:cubicBezTo>
                    <a:cubicBezTo>
                      <a:pt x="62" y="30"/>
                      <a:pt x="46" y="36"/>
                      <a:pt x="27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5" name="Freeform 50">
                <a:extLst>
                  <a:ext uri="{FF2B5EF4-FFF2-40B4-BE49-F238E27FC236}">
                    <a16:creationId xmlns:a16="http://schemas.microsoft.com/office/drawing/2014/main" id="{74C6779B-F88B-4985-8EC2-37E8501A1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789"/>
                <a:ext cx="185" cy="414"/>
              </a:xfrm>
              <a:custGeom>
                <a:avLst/>
                <a:gdLst>
                  <a:gd name="T0" fmla="*/ 1158 w 74"/>
                  <a:gd name="T1" fmla="*/ 0 h 155"/>
                  <a:gd name="T2" fmla="*/ 688 w 74"/>
                  <a:gd name="T3" fmla="*/ 1904 h 155"/>
                  <a:gd name="T4" fmla="*/ 0 w 74"/>
                  <a:gd name="T5" fmla="*/ 2954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55">
                    <a:moveTo>
                      <a:pt x="74" y="0"/>
                    </a:moveTo>
                    <a:cubicBezTo>
                      <a:pt x="74" y="0"/>
                      <a:pt x="45" y="96"/>
                      <a:pt x="44" y="100"/>
                    </a:cubicBezTo>
                    <a:cubicBezTo>
                      <a:pt x="28" y="146"/>
                      <a:pt x="0" y="155"/>
                      <a:pt x="0" y="15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6" name="Line 51">
                <a:extLst>
                  <a:ext uri="{FF2B5EF4-FFF2-40B4-BE49-F238E27FC236}">
                    <a16:creationId xmlns:a16="http://schemas.microsoft.com/office/drawing/2014/main" id="{6A0CA052-AFAF-4FE7-A0E6-3614BCF5EF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8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7" name="Line 52">
                <a:extLst>
                  <a:ext uri="{FF2B5EF4-FFF2-40B4-BE49-F238E27FC236}">
                    <a16:creationId xmlns:a16="http://schemas.microsoft.com/office/drawing/2014/main" id="{BA2D4ADC-1CFB-45FA-9B65-5CCDB12CF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5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8" name="Line 53">
                <a:extLst>
                  <a:ext uri="{FF2B5EF4-FFF2-40B4-BE49-F238E27FC236}">
                    <a16:creationId xmlns:a16="http://schemas.microsoft.com/office/drawing/2014/main" id="{59A54D89-197D-4A9D-B7BE-4E2D96EB88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08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9" name="Line 54">
                <a:extLst>
                  <a:ext uri="{FF2B5EF4-FFF2-40B4-BE49-F238E27FC236}">
                    <a16:creationId xmlns:a16="http://schemas.microsoft.com/office/drawing/2014/main" id="{40C20453-8D3B-471E-A4EA-93E0CB0717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98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0" name="Line 55">
                <a:extLst>
                  <a:ext uri="{FF2B5EF4-FFF2-40B4-BE49-F238E27FC236}">
                    <a16:creationId xmlns:a16="http://schemas.microsoft.com/office/drawing/2014/main" id="{05E637C1-DBB3-44C3-AFBC-A5A9CC8B2C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3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1" name="Line 56">
                <a:extLst>
                  <a:ext uri="{FF2B5EF4-FFF2-40B4-BE49-F238E27FC236}">
                    <a16:creationId xmlns:a16="http://schemas.microsoft.com/office/drawing/2014/main" id="{3834B19B-F330-4553-9C7E-E0420E2C46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3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2" name="Freeform 57">
                <a:extLst>
                  <a:ext uri="{FF2B5EF4-FFF2-40B4-BE49-F238E27FC236}">
                    <a16:creationId xmlns:a16="http://schemas.microsoft.com/office/drawing/2014/main" id="{F135AED4-59F6-4EE8-B522-14937852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789"/>
                <a:ext cx="65" cy="414"/>
              </a:xfrm>
              <a:custGeom>
                <a:avLst/>
                <a:gdLst>
                  <a:gd name="T0" fmla="*/ 408 w 26"/>
                  <a:gd name="T1" fmla="*/ 0 h 155"/>
                  <a:gd name="T2" fmla="*/ 270 w 26"/>
                  <a:gd name="T3" fmla="*/ 1848 h 155"/>
                  <a:gd name="T4" fmla="*/ 0 w 26"/>
                  <a:gd name="T5" fmla="*/ 2954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5">
                    <a:moveTo>
                      <a:pt x="26" y="0"/>
                    </a:moveTo>
                    <a:cubicBezTo>
                      <a:pt x="26" y="0"/>
                      <a:pt x="20" y="68"/>
                      <a:pt x="17" y="97"/>
                    </a:cubicBezTo>
                    <a:cubicBezTo>
                      <a:pt x="14" y="126"/>
                      <a:pt x="0" y="155"/>
                      <a:pt x="0" y="15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3" name="Freeform 58">
                <a:extLst>
                  <a:ext uri="{FF2B5EF4-FFF2-40B4-BE49-F238E27FC236}">
                    <a16:creationId xmlns:a16="http://schemas.microsoft.com/office/drawing/2014/main" id="{9D52A206-2181-401B-ABBC-1A483621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787"/>
                <a:ext cx="2978" cy="416"/>
              </a:xfrm>
              <a:custGeom>
                <a:avLst/>
                <a:gdLst>
                  <a:gd name="T0" fmla="*/ 10429 w 1191"/>
                  <a:gd name="T1" fmla="*/ 0 h 156"/>
                  <a:gd name="T2" fmla="*/ 15305 w 1191"/>
                  <a:gd name="T3" fmla="*/ 0 h 156"/>
                  <a:gd name="T4" fmla="*/ 16243 w 1191"/>
                  <a:gd name="T5" fmla="*/ 1707 h 156"/>
                  <a:gd name="T6" fmla="*/ 18618 w 1191"/>
                  <a:gd name="T7" fmla="*/ 2957 h 156"/>
                  <a:gd name="T8" fmla="*/ 10429 w 1191"/>
                  <a:gd name="T9" fmla="*/ 2957 h 156"/>
                  <a:gd name="T10" fmla="*/ 10429 w 1191"/>
                  <a:gd name="T11" fmla="*/ 2957 h 156"/>
                  <a:gd name="T12" fmla="*/ 0 w 1191"/>
                  <a:gd name="T13" fmla="*/ 2957 h 156"/>
                  <a:gd name="T14" fmla="*/ 2375 w 1191"/>
                  <a:gd name="T15" fmla="*/ 1707 h 156"/>
                  <a:gd name="T16" fmla="*/ 3313 w 1191"/>
                  <a:gd name="T17" fmla="*/ 0 h 156"/>
                  <a:gd name="T18" fmla="*/ 10429 w 1191"/>
                  <a:gd name="T19" fmla="*/ 0 h 1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91" h="156">
                    <a:moveTo>
                      <a:pt x="667" y="0"/>
                    </a:moveTo>
                    <a:cubicBezTo>
                      <a:pt x="979" y="0"/>
                      <a:pt x="979" y="0"/>
                      <a:pt x="979" y="0"/>
                    </a:cubicBezTo>
                    <a:cubicBezTo>
                      <a:pt x="986" y="26"/>
                      <a:pt x="1019" y="78"/>
                      <a:pt x="1039" y="90"/>
                    </a:cubicBezTo>
                    <a:cubicBezTo>
                      <a:pt x="1059" y="102"/>
                      <a:pt x="1191" y="156"/>
                      <a:pt x="1191" y="156"/>
                    </a:cubicBezTo>
                    <a:cubicBezTo>
                      <a:pt x="667" y="156"/>
                      <a:pt x="667" y="156"/>
                      <a:pt x="667" y="156"/>
                    </a:cubicBezTo>
                    <a:cubicBezTo>
                      <a:pt x="667" y="156"/>
                      <a:pt x="667" y="156"/>
                      <a:pt x="667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156"/>
                      <a:pt x="132" y="102"/>
                      <a:pt x="152" y="90"/>
                    </a:cubicBezTo>
                    <a:cubicBezTo>
                      <a:pt x="172" y="78"/>
                      <a:pt x="205" y="26"/>
                      <a:pt x="212" y="0"/>
                    </a:cubicBezTo>
                    <a:cubicBezTo>
                      <a:pt x="667" y="0"/>
                      <a:pt x="667" y="0"/>
                      <a:pt x="66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4" name="Freeform 59">
                <a:extLst>
                  <a:ext uri="{FF2B5EF4-FFF2-40B4-BE49-F238E27FC236}">
                    <a16:creationId xmlns:a16="http://schemas.microsoft.com/office/drawing/2014/main" id="{FD253128-88E8-4376-B9D3-A49363F61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" y="1203"/>
                <a:ext cx="3033" cy="40"/>
              </a:xfrm>
              <a:custGeom>
                <a:avLst/>
                <a:gdLst>
                  <a:gd name="T0" fmla="*/ 1695 w 3033"/>
                  <a:gd name="T1" fmla="*/ 40 h 40"/>
                  <a:gd name="T2" fmla="*/ 3033 w 3033"/>
                  <a:gd name="T3" fmla="*/ 40 h 40"/>
                  <a:gd name="T4" fmla="*/ 3033 w 3033"/>
                  <a:gd name="T5" fmla="*/ 0 h 40"/>
                  <a:gd name="T6" fmla="*/ 1695 w 3033"/>
                  <a:gd name="T7" fmla="*/ 0 h 40"/>
                  <a:gd name="T8" fmla="*/ 1695 w 3033"/>
                  <a:gd name="T9" fmla="*/ 0 h 40"/>
                  <a:gd name="T10" fmla="*/ 0 w 3033"/>
                  <a:gd name="T11" fmla="*/ 0 h 40"/>
                  <a:gd name="T12" fmla="*/ 0 w 3033"/>
                  <a:gd name="T13" fmla="*/ 40 h 40"/>
                  <a:gd name="T14" fmla="*/ 1695 w 3033"/>
                  <a:gd name="T15" fmla="*/ 40 h 40"/>
                  <a:gd name="T16" fmla="*/ 1695 w 3033"/>
                  <a:gd name="T17" fmla="*/ 4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33" h="40">
                    <a:moveTo>
                      <a:pt x="1695" y="40"/>
                    </a:moveTo>
                    <a:lnTo>
                      <a:pt x="3033" y="40"/>
                    </a:lnTo>
                    <a:lnTo>
                      <a:pt x="3033" y="0"/>
                    </a:lnTo>
                    <a:lnTo>
                      <a:pt x="1695" y="0"/>
                    </a:lnTo>
                    <a:lnTo>
                      <a:pt x="0" y="0"/>
                    </a:lnTo>
                    <a:lnTo>
                      <a:pt x="0" y="40"/>
                    </a:lnTo>
                    <a:lnTo>
                      <a:pt x="1695" y="4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5" name="Freeform 60">
                <a:extLst>
                  <a:ext uri="{FF2B5EF4-FFF2-40B4-BE49-F238E27FC236}">
                    <a16:creationId xmlns:a16="http://schemas.microsoft.com/office/drawing/2014/main" id="{889984BA-6859-42C9-8117-5727BF3B9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1243"/>
                <a:ext cx="2853" cy="768"/>
              </a:xfrm>
              <a:custGeom>
                <a:avLst/>
                <a:gdLst>
                  <a:gd name="T0" fmla="*/ 1605 w 2853"/>
                  <a:gd name="T1" fmla="*/ 768 h 768"/>
                  <a:gd name="T2" fmla="*/ 2853 w 2853"/>
                  <a:gd name="T3" fmla="*/ 768 h 768"/>
                  <a:gd name="T4" fmla="*/ 2853 w 2853"/>
                  <a:gd name="T5" fmla="*/ 0 h 768"/>
                  <a:gd name="T6" fmla="*/ 1605 w 2853"/>
                  <a:gd name="T7" fmla="*/ 0 h 768"/>
                  <a:gd name="T8" fmla="*/ 1605 w 2853"/>
                  <a:gd name="T9" fmla="*/ 0 h 768"/>
                  <a:gd name="T10" fmla="*/ 0 w 2853"/>
                  <a:gd name="T11" fmla="*/ 0 h 768"/>
                  <a:gd name="T12" fmla="*/ 0 w 2853"/>
                  <a:gd name="T13" fmla="*/ 768 h 768"/>
                  <a:gd name="T14" fmla="*/ 1605 w 2853"/>
                  <a:gd name="T15" fmla="*/ 768 h 7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53" h="768">
                    <a:moveTo>
                      <a:pt x="1605" y="768"/>
                    </a:moveTo>
                    <a:lnTo>
                      <a:pt x="2853" y="768"/>
                    </a:lnTo>
                    <a:lnTo>
                      <a:pt x="2853" y="0"/>
                    </a:lnTo>
                    <a:lnTo>
                      <a:pt x="1605" y="0"/>
                    </a:lnTo>
                    <a:lnTo>
                      <a:pt x="0" y="0"/>
                    </a:lnTo>
                    <a:lnTo>
                      <a:pt x="0" y="768"/>
                    </a:lnTo>
                    <a:lnTo>
                      <a:pt x="1605" y="768"/>
                    </a:ln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6" name="Freeform 61">
                <a:extLst>
                  <a:ext uri="{FF2B5EF4-FFF2-40B4-BE49-F238E27FC236}">
                    <a16:creationId xmlns:a16="http://schemas.microsoft.com/office/drawing/2014/main" id="{92FB06A1-F477-4496-94A3-68B8AC4E6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1275"/>
                <a:ext cx="2793" cy="704"/>
              </a:xfrm>
              <a:custGeom>
                <a:avLst/>
                <a:gdLst>
                  <a:gd name="T0" fmla="*/ 9847 w 1117"/>
                  <a:gd name="T1" fmla="*/ 5005 h 264"/>
                  <a:gd name="T2" fmla="*/ 17463 w 1117"/>
                  <a:gd name="T3" fmla="*/ 5005 h 264"/>
                  <a:gd name="T4" fmla="*/ 17463 w 1117"/>
                  <a:gd name="T5" fmla="*/ 0 h 264"/>
                  <a:gd name="T6" fmla="*/ 9847 w 1117"/>
                  <a:gd name="T7" fmla="*/ 0 h 264"/>
                  <a:gd name="T8" fmla="*/ 9847 w 1117"/>
                  <a:gd name="T9" fmla="*/ 0 h 264"/>
                  <a:gd name="T10" fmla="*/ 0 w 1117"/>
                  <a:gd name="T11" fmla="*/ 0 h 264"/>
                  <a:gd name="T12" fmla="*/ 0 w 1117"/>
                  <a:gd name="T13" fmla="*/ 5005 h 264"/>
                  <a:gd name="T14" fmla="*/ 9847 w 1117"/>
                  <a:gd name="T15" fmla="*/ 5005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7" h="264">
                    <a:moveTo>
                      <a:pt x="630" y="264"/>
                    </a:moveTo>
                    <a:cubicBezTo>
                      <a:pt x="630" y="264"/>
                      <a:pt x="1094" y="264"/>
                      <a:pt x="1117" y="264"/>
                    </a:cubicBezTo>
                    <a:cubicBezTo>
                      <a:pt x="1117" y="243"/>
                      <a:pt x="1117" y="21"/>
                      <a:pt x="1117" y="0"/>
                    </a:cubicBezTo>
                    <a:cubicBezTo>
                      <a:pt x="1094" y="0"/>
                      <a:pt x="630" y="0"/>
                      <a:pt x="630" y="0"/>
                    </a:cubicBezTo>
                    <a:cubicBezTo>
                      <a:pt x="630" y="0"/>
                      <a:pt x="630" y="0"/>
                      <a:pt x="630" y="0"/>
                    </a:cubicBezTo>
                    <a:cubicBezTo>
                      <a:pt x="630" y="0"/>
                      <a:pt x="23" y="0"/>
                      <a:pt x="0" y="0"/>
                    </a:cubicBezTo>
                    <a:cubicBezTo>
                      <a:pt x="0" y="21"/>
                      <a:pt x="0" y="243"/>
                      <a:pt x="0" y="264"/>
                    </a:cubicBezTo>
                    <a:cubicBezTo>
                      <a:pt x="23" y="264"/>
                      <a:pt x="630" y="264"/>
                      <a:pt x="630" y="26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7" name="Freeform 62">
                <a:extLst>
                  <a:ext uri="{FF2B5EF4-FFF2-40B4-BE49-F238E27FC236}">
                    <a16:creationId xmlns:a16="http://schemas.microsoft.com/office/drawing/2014/main" id="{E9998565-8E09-42A5-8F44-A77D9D8A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789"/>
                <a:ext cx="185" cy="414"/>
              </a:xfrm>
              <a:custGeom>
                <a:avLst/>
                <a:gdLst>
                  <a:gd name="T0" fmla="*/ 0 w 74"/>
                  <a:gd name="T1" fmla="*/ 0 h 155"/>
                  <a:gd name="T2" fmla="*/ 470 w 74"/>
                  <a:gd name="T3" fmla="*/ 1904 h 155"/>
                  <a:gd name="T4" fmla="*/ 1158 w 74"/>
                  <a:gd name="T5" fmla="*/ 2954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55">
                    <a:moveTo>
                      <a:pt x="0" y="0"/>
                    </a:moveTo>
                    <a:cubicBezTo>
                      <a:pt x="0" y="0"/>
                      <a:pt x="29" y="96"/>
                      <a:pt x="30" y="100"/>
                    </a:cubicBezTo>
                    <a:cubicBezTo>
                      <a:pt x="46" y="146"/>
                      <a:pt x="74" y="155"/>
                      <a:pt x="74" y="15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8" name="Line 63">
                <a:extLst>
                  <a:ext uri="{FF2B5EF4-FFF2-40B4-BE49-F238E27FC236}">
                    <a16:creationId xmlns:a16="http://schemas.microsoft.com/office/drawing/2014/main" id="{0E560716-A64A-4E93-A045-D4C8E2067F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5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9" name="Line 64">
                <a:extLst>
                  <a:ext uri="{FF2B5EF4-FFF2-40B4-BE49-F238E27FC236}">
                    <a16:creationId xmlns:a16="http://schemas.microsoft.com/office/drawing/2014/main" id="{51122B06-6A1A-47A7-8C44-8A0A05A35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3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0" name="Line 65">
                <a:extLst>
                  <a:ext uri="{FF2B5EF4-FFF2-40B4-BE49-F238E27FC236}">
                    <a16:creationId xmlns:a16="http://schemas.microsoft.com/office/drawing/2014/main" id="{732F043B-10BD-4B0B-B242-0445140E20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3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1" name="Line 66">
                <a:extLst>
                  <a:ext uri="{FF2B5EF4-FFF2-40B4-BE49-F238E27FC236}">
                    <a16:creationId xmlns:a16="http://schemas.microsoft.com/office/drawing/2014/main" id="{93321DDC-F13F-4040-A8EC-640981275F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3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2" name="Line 67">
                <a:extLst>
                  <a:ext uri="{FF2B5EF4-FFF2-40B4-BE49-F238E27FC236}">
                    <a16:creationId xmlns:a16="http://schemas.microsoft.com/office/drawing/2014/main" id="{1E547EBB-F16F-41E7-9E0D-154CC8CC5E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5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3" name="Line 68">
                <a:extLst>
                  <a:ext uri="{FF2B5EF4-FFF2-40B4-BE49-F238E27FC236}">
                    <a16:creationId xmlns:a16="http://schemas.microsoft.com/office/drawing/2014/main" id="{BE567BF8-9874-4C2C-9A1E-8AD4C3A9EE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5" y="1277"/>
                <a:ext cx="1" cy="702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4" name="Freeform 69">
                <a:extLst>
                  <a:ext uri="{FF2B5EF4-FFF2-40B4-BE49-F238E27FC236}">
                    <a16:creationId xmlns:a16="http://schemas.microsoft.com/office/drawing/2014/main" id="{80A09890-A25B-4A84-B542-E4459724F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789"/>
                <a:ext cx="65" cy="414"/>
              </a:xfrm>
              <a:custGeom>
                <a:avLst/>
                <a:gdLst>
                  <a:gd name="T0" fmla="*/ 0 w 26"/>
                  <a:gd name="T1" fmla="*/ 0 h 155"/>
                  <a:gd name="T2" fmla="*/ 145 w 26"/>
                  <a:gd name="T3" fmla="*/ 1848 h 155"/>
                  <a:gd name="T4" fmla="*/ 408 w 26"/>
                  <a:gd name="T5" fmla="*/ 2954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5">
                    <a:moveTo>
                      <a:pt x="0" y="0"/>
                    </a:moveTo>
                    <a:cubicBezTo>
                      <a:pt x="0" y="0"/>
                      <a:pt x="6" y="68"/>
                      <a:pt x="9" y="97"/>
                    </a:cubicBezTo>
                    <a:cubicBezTo>
                      <a:pt x="12" y="126"/>
                      <a:pt x="26" y="155"/>
                      <a:pt x="26" y="15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5" name="Rectangle 70">
                <a:extLst>
                  <a:ext uri="{FF2B5EF4-FFF2-40B4-BE49-F238E27FC236}">
                    <a16:creationId xmlns:a16="http://schemas.microsoft.com/office/drawing/2014/main" id="{020097E8-9207-4110-8686-13E8BFDDB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1547"/>
                <a:ext cx="13" cy="258"/>
              </a:xfrm>
              <a:prstGeom prst="rect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06" name="Rectangle 71">
                <a:extLst>
                  <a:ext uri="{FF2B5EF4-FFF2-40B4-BE49-F238E27FC236}">
                    <a16:creationId xmlns:a16="http://schemas.microsoft.com/office/drawing/2014/main" id="{09B3356F-15CA-44C6-84C0-909D0317C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547"/>
                <a:ext cx="13" cy="258"/>
              </a:xfrm>
              <a:prstGeom prst="rect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07" name="Freeform 72">
                <a:extLst>
                  <a:ext uri="{FF2B5EF4-FFF2-40B4-BE49-F238E27FC236}">
                    <a16:creationId xmlns:a16="http://schemas.microsoft.com/office/drawing/2014/main" id="{A676DF59-B09D-4E4B-A5B2-189D29BBD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741"/>
                <a:ext cx="20" cy="40"/>
              </a:xfrm>
              <a:custGeom>
                <a:avLst/>
                <a:gdLst>
                  <a:gd name="T0" fmla="*/ 63 w 8"/>
                  <a:gd name="T1" fmla="*/ 285 h 15"/>
                  <a:gd name="T2" fmla="*/ 125 w 8"/>
                  <a:gd name="T3" fmla="*/ 264 h 15"/>
                  <a:gd name="T4" fmla="*/ 125 w 8"/>
                  <a:gd name="T5" fmla="*/ 35 h 15"/>
                  <a:gd name="T6" fmla="*/ 125 w 8"/>
                  <a:gd name="T7" fmla="*/ 21 h 15"/>
                  <a:gd name="T8" fmla="*/ 125 w 8"/>
                  <a:gd name="T9" fmla="*/ 0 h 15"/>
                  <a:gd name="T10" fmla="*/ 63 w 8"/>
                  <a:gd name="T11" fmla="*/ 0 h 15"/>
                  <a:gd name="T12" fmla="*/ 0 w 8"/>
                  <a:gd name="T13" fmla="*/ 0 h 15"/>
                  <a:gd name="T14" fmla="*/ 0 w 8"/>
                  <a:gd name="T15" fmla="*/ 21 h 15"/>
                  <a:gd name="T16" fmla="*/ 0 w 8"/>
                  <a:gd name="T17" fmla="*/ 35 h 15"/>
                  <a:gd name="T18" fmla="*/ 0 w 8"/>
                  <a:gd name="T19" fmla="*/ 264 h 15"/>
                  <a:gd name="T20" fmla="*/ 63 w 8"/>
                  <a:gd name="T21" fmla="*/ 28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15">
                    <a:moveTo>
                      <a:pt x="4" y="15"/>
                    </a:moveTo>
                    <a:cubicBezTo>
                      <a:pt x="8" y="15"/>
                      <a:pt x="8" y="14"/>
                      <a:pt x="8" y="14"/>
                    </a:cubicBezTo>
                    <a:cubicBezTo>
                      <a:pt x="8" y="13"/>
                      <a:pt x="8" y="3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4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13"/>
                      <a:pt x="0" y="14"/>
                    </a:cubicBezTo>
                    <a:cubicBezTo>
                      <a:pt x="0" y="14"/>
                      <a:pt x="0" y="15"/>
                      <a:pt x="4" y="1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8" name="Freeform 73">
                <a:extLst>
                  <a:ext uri="{FF2B5EF4-FFF2-40B4-BE49-F238E27FC236}">
                    <a16:creationId xmlns:a16="http://schemas.microsoft.com/office/drawing/2014/main" id="{4757FDDD-B229-418E-ACC2-22ECDA890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741"/>
                <a:ext cx="20" cy="1"/>
              </a:xfrm>
              <a:custGeom>
                <a:avLst/>
                <a:gdLst>
                  <a:gd name="T0" fmla="*/ 125 w 8"/>
                  <a:gd name="T1" fmla="*/ 0 h 1"/>
                  <a:gd name="T2" fmla="*/ 125 w 8"/>
                  <a:gd name="T3" fmla="*/ 0 h 1"/>
                  <a:gd name="T4" fmla="*/ 63 w 8"/>
                  <a:gd name="T5" fmla="*/ 0 h 1"/>
                  <a:gd name="T6" fmla="*/ 0 w 8"/>
                  <a:gd name="T7" fmla="*/ 0 h 1"/>
                  <a:gd name="T8" fmla="*/ 0 w 8"/>
                  <a:gd name="T9" fmla="*/ 0 h 1"/>
                  <a:gd name="T10" fmla="*/ 63 w 8"/>
                  <a:gd name="T11" fmla="*/ 0 h 1"/>
                  <a:gd name="T12" fmla="*/ 125 w 8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4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6" y="0"/>
                      <a:pt x="8" y="0"/>
                      <a:pt x="8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9" name="Freeform 74">
                <a:extLst>
                  <a:ext uri="{FF2B5EF4-FFF2-40B4-BE49-F238E27FC236}">
                    <a16:creationId xmlns:a16="http://schemas.microsoft.com/office/drawing/2014/main" id="{FBD2FADC-2874-45AD-8C99-B175F36CF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71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8 w 1"/>
                  <a:gd name="T5" fmla="*/ 27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0" name="Freeform 75">
                <a:extLst>
                  <a:ext uri="{FF2B5EF4-FFF2-40B4-BE49-F238E27FC236}">
                    <a16:creationId xmlns:a16="http://schemas.microsoft.com/office/drawing/2014/main" id="{956E5C32-78C6-4444-BBA8-440BE7046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712"/>
                <a:ext cx="22" cy="29"/>
              </a:xfrm>
              <a:custGeom>
                <a:avLst/>
                <a:gdLst>
                  <a:gd name="T0" fmla="*/ 120 w 9"/>
                  <a:gd name="T1" fmla="*/ 200 h 11"/>
                  <a:gd name="T2" fmla="*/ 103 w 9"/>
                  <a:gd name="T3" fmla="*/ 76 h 11"/>
                  <a:gd name="T4" fmla="*/ 90 w 9"/>
                  <a:gd name="T5" fmla="*/ 76 h 11"/>
                  <a:gd name="T6" fmla="*/ 0 w 9"/>
                  <a:gd name="T7" fmla="*/ 21 h 11"/>
                  <a:gd name="T8" fmla="*/ 12 w 9"/>
                  <a:gd name="T9" fmla="*/ 21 h 11"/>
                  <a:gd name="T10" fmla="*/ 12 w 9"/>
                  <a:gd name="T11" fmla="*/ 0 h 11"/>
                  <a:gd name="T12" fmla="*/ 12 w 9"/>
                  <a:gd name="T13" fmla="*/ 0 h 11"/>
                  <a:gd name="T14" fmla="*/ 103 w 9"/>
                  <a:gd name="T15" fmla="*/ 55 h 11"/>
                  <a:gd name="T16" fmla="*/ 103 w 9"/>
                  <a:gd name="T17" fmla="*/ 76 h 11"/>
                  <a:gd name="T18" fmla="*/ 132 w 9"/>
                  <a:gd name="T19" fmla="*/ 200 h 11"/>
                  <a:gd name="T20" fmla="*/ 120 w 9"/>
                  <a:gd name="T21" fmla="*/ 20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11">
                    <a:moveTo>
                      <a:pt x="8" y="11"/>
                    </a:moveTo>
                    <a:cubicBezTo>
                      <a:pt x="7" y="8"/>
                      <a:pt x="7" y="5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5" y="3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7"/>
                      <a:pt x="9" y="11"/>
                    </a:cubicBezTo>
                    <a:cubicBezTo>
                      <a:pt x="8" y="11"/>
                      <a:pt x="8" y="11"/>
                      <a:pt x="8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1" name="Freeform 76">
                <a:extLst>
                  <a:ext uri="{FF2B5EF4-FFF2-40B4-BE49-F238E27FC236}">
                    <a16:creationId xmlns:a16="http://schemas.microsoft.com/office/drawing/2014/main" id="{DCE4359C-45B6-4284-9F21-EED8FFE74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813"/>
                <a:ext cx="90" cy="168"/>
              </a:xfrm>
              <a:custGeom>
                <a:avLst/>
                <a:gdLst>
                  <a:gd name="T0" fmla="*/ 438 w 36"/>
                  <a:gd name="T1" fmla="*/ 136 h 63"/>
                  <a:gd name="T2" fmla="*/ 33 w 36"/>
                  <a:gd name="T3" fmla="*/ 0 h 63"/>
                  <a:gd name="T4" fmla="*/ 33 w 36"/>
                  <a:gd name="T5" fmla="*/ 21 h 63"/>
                  <a:gd name="T6" fmla="*/ 0 w 36"/>
                  <a:gd name="T7" fmla="*/ 56 h 63"/>
                  <a:gd name="T8" fmla="*/ 113 w 36"/>
                  <a:gd name="T9" fmla="*/ 115 h 63"/>
                  <a:gd name="T10" fmla="*/ 363 w 36"/>
                  <a:gd name="T11" fmla="*/ 285 h 63"/>
                  <a:gd name="T12" fmla="*/ 395 w 36"/>
                  <a:gd name="T13" fmla="*/ 397 h 63"/>
                  <a:gd name="T14" fmla="*/ 363 w 36"/>
                  <a:gd name="T15" fmla="*/ 648 h 63"/>
                  <a:gd name="T16" fmla="*/ 238 w 36"/>
                  <a:gd name="T17" fmla="*/ 1139 h 63"/>
                  <a:gd name="T18" fmla="*/ 238 w 36"/>
                  <a:gd name="T19" fmla="*/ 1160 h 63"/>
                  <a:gd name="T20" fmla="*/ 408 w 36"/>
                  <a:gd name="T21" fmla="*/ 1003 h 63"/>
                  <a:gd name="T22" fmla="*/ 520 w 36"/>
                  <a:gd name="T23" fmla="*/ 397 h 63"/>
                  <a:gd name="T24" fmla="*/ 438 w 36"/>
                  <a:gd name="T25" fmla="*/ 136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63">
                    <a:moveTo>
                      <a:pt x="28" y="7"/>
                    </a:moveTo>
                    <a:cubicBezTo>
                      <a:pt x="19" y="4"/>
                      <a:pt x="10" y="3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3" y="4"/>
                      <a:pt x="6" y="6"/>
                      <a:pt x="7" y="6"/>
                    </a:cubicBezTo>
                    <a:cubicBezTo>
                      <a:pt x="12" y="9"/>
                      <a:pt x="19" y="12"/>
                      <a:pt x="23" y="15"/>
                    </a:cubicBezTo>
                    <a:cubicBezTo>
                      <a:pt x="26" y="17"/>
                      <a:pt x="25" y="18"/>
                      <a:pt x="25" y="21"/>
                    </a:cubicBezTo>
                    <a:cubicBezTo>
                      <a:pt x="25" y="26"/>
                      <a:pt x="24" y="30"/>
                      <a:pt x="23" y="34"/>
                    </a:cubicBezTo>
                    <a:cubicBezTo>
                      <a:pt x="20" y="43"/>
                      <a:pt x="18" y="52"/>
                      <a:pt x="15" y="60"/>
                    </a:cubicBezTo>
                    <a:cubicBezTo>
                      <a:pt x="15" y="60"/>
                      <a:pt x="15" y="61"/>
                      <a:pt x="15" y="61"/>
                    </a:cubicBezTo>
                    <a:cubicBezTo>
                      <a:pt x="23" y="63"/>
                      <a:pt x="26" y="61"/>
                      <a:pt x="26" y="53"/>
                    </a:cubicBezTo>
                    <a:cubicBezTo>
                      <a:pt x="27" y="43"/>
                      <a:pt x="31" y="32"/>
                      <a:pt x="33" y="21"/>
                    </a:cubicBezTo>
                    <a:cubicBezTo>
                      <a:pt x="35" y="13"/>
                      <a:pt x="36" y="11"/>
                      <a:pt x="28" y="7"/>
                    </a:cubicBezTo>
                    <a:close/>
                  </a:path>
                </a:pathLst>
              </a:custGeom>
              <a:solidFill>
                <a:srgbClr val="008F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2" name="Freeform 77">
                <a:extLst>
                  <a:ext uri="{FF2B5EF4-FFF2-40B4-BE49-F238E27FC236}">
                    <a16:creationId xmlns:a16="http://schemas.microsoft.com/office/drawing/2014/main" id="{5CDD5834-7543-468D-85FE-E47348C9C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973"/>
                <a:ext cx="48" cy="27"/>
              </a:xfrm>
              <a:custGeom>
                <a:avLst/>
                <a:gdLst>
                  <a:gd name="T0" fmla="*/ 147 w 19"/>
                  <a:gd name="T1" fmla="*/ 22 h 10"/>
                  <a:gd name="T2" fmla="*/ 33 w 19"/>
                  <a:gd name="T3" fmla="*/ 22 h 10"/>
                  <a:gd name="T4" fmla="*/ 33 w 19"/>
                  <a:gd name="T5" fmla="*/ 0 h 10"/>
                  <a:gd name="T6" fmla="*/ 0 w 19"/>
                  <a:gd name="T7" fmla="*/ 176 h 10"/>
                  <a:gd name="T8" fmla="*/ 20 w 19"/>
                  <a:gd name="T9" fmla="*/ 159 h 10"/>
                  <a:gd name="T10" fmla="*/ 96 w 19"/>
                  <a:gd name="T11" fmla="*/ 176 h 10"/>
                  <a:gd name="T12" fmla="*/ 96 w 19"/>
                  <a:gd name="T13" fmla="*/ 197 h 10"/>
                  <a:gd name="T14" fmla="*/ 255 w 19"/>
                  <a:gd name="T15" fmla="*/ 159 h 10"/>
                  <a:gd name="T16" fmla="*/ 147 w 19"/>
                  <a:gd name="T17" fmla="*/ 22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0">
                    <a:moveTo>
                      <a:pt x="9" y="1"/>
                    </a:moveTo>
                    <a:cubicBezTo>
                      <a:pt x="7" y="2"/>
                      <a:pt x="5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3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8"/>
                    </a:cubicBezTo>
                    <a:cubicBezTo>
                      <a:pt x="2" y="9"/>
                      <a:pt x="5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0" y="10"/>
                      <a:pt x="15" y="9"/>
                      <a:pt x="16" y="8"/>
                    </a:cubicBezTo>
                    <a:cubicBezTo>
                      <a:pt x="19" y="4"/>
                      <a:pt x="12" y="2"/>
                      <a:pt x="9" y="1"/>
                    </a:cubicBezTo>
                    <a:close/>
                  </a:path>
                </a:pathLst>
              </a:custGeom>
              <a:solidFill>
                <a:srgbClr val="878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3" name="Freeform 78">
                <a:extLst>
                  <a:ext uri="{FF2B5EF4-FFF2-40B4-BE49-F238E27FC236}">
                    <a16:creationId xmlns:a16="http://schemas.microsoft.com/office/drawing/2014/main" id="{6C5F8475-4C94-43B0-A991-14D16E6D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813"/>
                <a:ext cx="90" cy="168"/>
              </a:xfrm>
              <a:custGeom>
                <a:avLst/>
                <a:gdLst>
                  <a:gd name="T0" fmla="*/ 438 w 36"/>
                  <a:gd name="T1" fmla="*/ 136 h 63"/>
                  <a:gd name="T2" fmla="*/ 33 w 36"/>
                  <a:gd name="T3" fmla="*/ 0 h 63"/>
                  <a:gd name="T4" fmla="*/ 33 w 36"/>
                  <a:gd name="T5" fmla="*/ 21 h 63"/>
                  <a:gd name="T6" fmla="*/ 0 w 36"/>
                  <a:gd name="T7" fmla="*/ 56 h 63"/>
                  <a:gd name="T8" fmla="*/ 113 w 36"/>
                  <a:gd name="T9" fmla="*/ 115 h 63"/>
                  <a:gd name="T10" fmla="*/ 363 w 36"/>
                  <a:gd name="T11" fmla="*/ 285 h 63"/>
                  <a:gd name="T12" fmla="*/ 395 w 36"/>
                  <a:gd name="T13" fmla="*/ 397 h 63"/>
                  <a:gd name="T14" fmla="*/ 363 w 36"/>
                  <a:gd name="T15" fmla="*/ 648 h 63"/>
                  <a:gd name="T16" fmla="*/ 238 w 36"/>
                  <a:gd name="T17" fmla="*/ 1139 h 63"/>
                  <a:gd name="T18" fmla="*/ 238 w 36"/>
                  <a:gd name="T19" fmla="*/ 1160 h 63"/>
                  <a:gd name="T20" fmla="*/ 408 w 36"/>
                  <a:gd name="T21" fmla="*/ 1003 h 63"/>
                  <a:gd name="T22" fmla="*/ 520 w 36"/>
                  <a:gd name="T23" fmla="*/ 397 h 63"/>
                  <a:gd name="T24" fmla="*/ 438 w 36"/>
                  <a:gd name="T25" fmla="*/ 136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63">
                    <a:moveTo>
                      <a:pt x="28" y="7"/>
                    </a:moveTo>
                    <a:cubicBezTo>
                      <a:pt x="19" y="4"/>
                      <a:pt x="10" y="3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3" y="4"/>
                      <a:pt x="6" y="6"/>
                      <a:pt x="7" y="6"/>
                    </a:cubicBezTo>
                    <a:cubicBezTo>
                      <a:pt x="12" y="9"/>
                      <a:pt x="19" y="12"/>
                      <a:pt x="23" y="15"/>
                    </a:cubicBezTo>
                    <a:cubicBezTo>
                      <a:pt x="26" y="17"/>
                      <a:pt x="25" y="18"/>
                      <a:pt x="25" y="21"/>
                    </a:cubicBezTo>
                    <a:cubicBezTo>
                      <a:pt x="25" y="26"/>
                      <a:pt x="24" y="30"/>
                      <a:pt x="23" y="34"/>
                    </a:cubicBezTo>
                    <a:cubicBezTo>
                      <a:pt x="20" y="43"/>
                      <a:pt x="18" y="52"/>
                      <a:pt x="15" y="60"/>
                    </a:cubicBezTo>
                    <a:cubicBezTo>
                      <a:pt x="15" y="60"/>
                      <a:pt x="15" y="61"/>
                      <a:pt x="15" y="61"/>
                    </a:cubicBezTo>
                    <a:cubicBezTo>
                      <a:pt x="23" y="63"/>
                      <a:pt x="26" y="61"/>
                      <a:pt x="26" y="53"/>
                    </a:cubicBezTo>
                    <a:cubicBezTo>
                      <a:pt x="27" y="43"/>
                      <a:pt x="31" y="32"/>
                      <a:pt x="33" y="21"/>
                    </a:cubicBezTo>
                    <a:cubicBezTo>
                      <a:pt x="35" y="13"/>
                      <a:pt x="36" y="11"/>
                      <a:pt x="28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4" name="Freeform 79">
                <a:extLst>
                  <a:ext uri="{FF2B5EF4-FFF2-40B4-BE49-F238E27FC236}">
                    <a16:creationId xmlns:a16="http://schemas.microsoft.com/office/drawing/2014/main" id="{16DAB0CE-CB77-42CB-801F-EFF248646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973"/>
                <a:ext cx="48" cy="27"/>
              </a:xfrm>
              <a:custGeom>
                <a:avLst/>
                <a:gdLst>
                  <a:gd name="T0" fmla="*/ 147 w 19"/>
                  <a:gd name="T1" fmla="*/ 22 h 10"/>
                  <a:gd name="T2" fmla="*/ 33 w 19"/>
                  <a:gd name="T3" fmla="*/ 22 h 10"/>
                  <a:gd name="T4" fmla="*/ 33 w 19"/>
                  <a:gd name="T5" fmla="*/ 0 h 10"/>
                  <a:gd name="T6" fmla="*/ 0 w 19"/>
                  <a:gd name="T7" fmla="*/ 176 h 10"/>
                  <a:gd name="T8" fmla="*/ 20 w 19"/>
                  <a:gd name="T9" fmla="*/ 159 h 10"/>
                  <a:gd name="T10" fmla="*/ 96 w 19"/>
                  <a:gd name="T11" fmla="*/ 176 h 10"/>
                  <a:gd name="T12" fmla="*/ 96 w 19"/>
                  <a:gd name="T13" fmla="*/ 197 h 10"/>
                  <a:gd name="T14" fmla="*/ 255 w 19"/>
                  <a:gd name="T15" fmla="*/ 159 h 10"/>
                  <a:gd name="T16" fmla="*/ 147 w 19"/>
                  <a:gd name="T17" fmla="*/ 22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0">
                    <a:moveTo>
                      <a:pt x="9" y="1"/>
                    </a:moveTo>
                    <a:cubicBezTo>
                      <a:pt x="7" y="2"/>
                      <a:pt x="5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3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8"/>
                    </a:cubicBezTo>
                    <a:cubicBezTo>
                      <a:pt x="2" y="9"/>
                      <a:pt x="5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0" y="10"/>
                      <a:pt x="15" y="9"/>
                      <a:pt x="16" y="8"/>
                    </a:cubicBezTo>
                    <a:cubicBezTo>
                      <a:pt x="19" y="4"/>
                      <a:pt x="12" y="2"/>
                      <a:pt x="9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5" name="Freeform 80">
                <a:extLst>
                  <a:ext uri="{FF2B5EF4-FFF2-40B4-BE49-F238E27FC236}">
                    <a16:creationId xmlns:a16="http://schemas.microsoft.com/office/drawing/2014/main" id="{D31A955B-4AC6-4634-BA58-4786BD298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435"/>
                <a:ext cx="490" cy="125"/>
              </a:xfrm>
              <a:custGeom>
                <a:avLst/>
                <a:gdLst>
                  <a:gd name="T0" fmla="*/ 1533 w 196"/>
                  <a:gd name="T1" fmla="*/ 0 h 47"/>
                  <a:gd name="T2" fmla="*/ 3063 w 196"/>
                  <a:gd name="T3" fmla="*/ 883 h 47"/>
                  <a:gd name="T4" fmla="*/ 1533 w 196"/>
                  <a:gd name="T5" fmla="*/ 827 h 47"/>
                  <a:gd name="T6" fmla="*/ 1533 w 196"/>
                  <a:gd name="T7" fmla="*/ 827 h 47"/>
                  <a:gd name="T8" fmla="*/ 0 w 196"/>
                  <a:gd name="T9" fmla="*/ 883 h 47"/>
                  <a:gd name="T10" fmla="*/ 1533 w 196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47">
                    <a:moveTo>
                      <a:pt x="98" y="0"/>
                    </a:moveTo>
                    <a:cubicBezTo>
                      <a:pt x="129" y="0"/>
                      <a:pt x="188" y="23"/>
                      <a:pt x="196" y="47"/>
                    </a:cubicBezTo>
                    <a:cubicBezTo>
                      <a:pt x="174" y="43"/>
                      <a:pt x="116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80" y="44"/>
                      <a:pt x="23" y="43"/>
                      <a:pt x="0" y="47"/>
                    </a:cubicBezTo>
                    <a:cubicBezTo>
                      <a:pt x="8" y="23"/>
                      <a:pt x="67" y="0"/>
                      <a:pt x="98" y="0"/>
                    </a:cubicBezTo>
                    <a:close/>
                  </a:path>
                </a:pathLst>
              </a:custGeom>
              <a:solidFill>
                <a:srgbClr val="D81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6" name="Freeform 81">
                <a:extLst>
                  <a:ext uri="{FF2B5EF4-FFF2-40B4-BE49-F238E27FC236}">
                    <a16:creationId xmlns:a16="http://schemas.microsoft.com/office/drawing/2014/main" id="{59F16BE5-2ECF-49FC-9A68-3C79E4AD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1440"/>
                <a:ext cx="490" cy="125"/>
              </a:xfrm>
              <a:custGeom>
                <a:avLst/>
                <a:gdLst>
                  <a:gd name="T0" fmla="*/ 1533 w 196"/>
                  <a:gd name="T1" fmla="*/ 0 h 47"/>
                  <a:gd name="T2" fmla="*/ 3063 w 196"/>
                  <a:gd name="T3" fmla="*/ 883 h 47"/>
                  <a:gd name="T4" fmla="*/ 1533 w 196"/>
                  <a:gd name="T5" fmla="*/ 827 h 47"/>
                  <a:gd name="T6" fmla="*/ 1533 w 196"/>
                  <a:gd name="T7" fmla="*/ 827 h 47"/>
                  <a:gd name="T8" fmla="*/ 0 w 196"/>
                  <a:gd name="T9" fmla="*/ 883 h 47"/>
                  <a:gd name="T10" fmla="*/ 1533 w 196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47">
                    <a:moveTo>
                      <a:pt x="98" y="0"/>
                    </a:moveTo>
                    <a:cubicBezTo>
                      <a:pt x="129" y="0"/>
                      <a:pt x="188" y="23"/>
                      <a:pt x="196" y="47"/>
                    </a:cubicBezTo>
                    <a:cubicBezTo>
                      <a:pt x="174" y="43"/>
                      <a:pt x="116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80" y="44"/>
                      <a:pt x="23" y="43"/>
                      <a:pt x="0" y="47"/>
                    </a:cubicBezTo>
                    <a:cubicBezTo>
                      <a:pt x="8" y="23"/>
                      <a:pt x="67" y="0"/>
                      <a:pt x="98" y="0"/>
                    </a:cubicBezTo>
                    <a:close/>
                  </a:path>
                </a:pathLst>
              </a:custGeom>
              <a:solidFill>
                <a:srgbClr val="D81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7" name="Freeform 82">
                <a:extLst>
                  <a:ext uri="{FF2B5EF4-FFF2-40B4-BE49-F238E27FC236}">
                    <a16:creationId xmlns:a16="http://schemas.microsoft.com/office/drawing/2014/main" id="{951B660D-6561-4809-B248-AC7F0B991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1440"/>
                <a:ext cx="180" cy="117"/>
              </a:xfrm>
              <a:custGeom>
                <a:avLst/>
                <a:gdLst>
                  <a:gd name="T0" fmla="*/ 1125 w 72"/>
                  <a:gd name="T1" fmla="*/ 827 h 44"/>
                  <a:gd name="T2" fmla="*/ 550 w 72"/>
                  <a:gd name="T3" fmla="*/ 0 h 44"/>
                  <a:gd name="T4" fmla="*/ 533 w 72"/>
                  <a:gd name="T5" fmla="*/ 0 h 44"/>
                  <a:gd name="T6" fmla="*/ 533 w 72"/>
                  <a:gd name="T7" fmla="*/ 0 h 44"/>
                  <a:gd name="T8" fmla="*/ 533 w 72"/>
                  <a:gd name="T9" fmla="*/ 0 h 44"/>
                  <a:gd name="T10" fmla="*/ 0 w 72"/>
                  <a:gd name="T11" fmla="*/ 827 h 44"/>
                  <a:gd name="T12" fmla="*/ 533 w 72"/>
                  <a:gd name="T13" fmla="*/ 827 h 44"/>
                  <a:gd name="T14" fmla="*/ 533 w 72"/>
                  <a:gd name="T15" fmla="*/ 827 h 44"/>
                  <a:gd name="T16" fmla="*/ 1125 w 72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4">
                    <a:moveTo>
                      <a:pt x="72" y="44"/>
                    </a:moveTo>
                    <a:cubicBezTo>
                      <a:pt x="68" y="28"/>
                      <a:pt x="57" y="8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10" y="8"/>
                      <a:pt x="2" y="26"/>
                      <a:pt x="0" y="44"/>
                    </a:cubicBezTo>
                    <a:cubicBezTo>
                      <a:pt x="14" y="44"/>
                      <a:pt x="27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42" y="44"/>
                      <a:pt x="56" y="44"/>
                      <a:pt x="72" y="44"/>
                    </a:cubicBezTo>
                    <a:close/>
                  </a:path>
                </a:pathLst>
              </a:custGeom>
              <a:solidFill>
                <a:srgbClr val="FFF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8" name="Freeform 83">
                <a:extLst>
                  <a:ext uri="{FF2B5EF4-FFF2-40B4-BE49-F238E27FC236}">
                    <a16:creationId xmlns:a16="http://schemas.microsoft.com/office/drawing/2014/main" id="{D680D493-2B46-4B24-8125-E4E8829D0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435"/>
                <a:ext cx="180" cy="117"/>
              </a:xfrm>
              <a:custGeom>
                <a:avLst/>
                <a:gdLst>
                  <a:gd name="T0" fmla="*/ 1125 w 72"/>
                  <a:gd name="T1" fmla="*/ 827 h 44"/>
                  <a:gd name="T2" fmla="*/ 533 w 72"/>
                  <a:gd name="T3" fmla="*/ 0 h 44"/>
                  <a:gd name="T4" fmla="*/ 533 w 72"/>
                  <a:gd name="T5" fmla="*/ 0 h 44"/>
                  <a:gd name="T6" fmla="*/ 533 w 72"/>
                  <a:gd name="T7" fmla="*/ 0 h 44"/>
                  <a:gd name="T8" fmla="*/ 533 w 72"/>
                  <a:gd name="T9" fmla="*/ 0 h 44"/>
                  <a:gd name="T10" fmla="*/ 0 w 72"/>
                  <a:gd name="T11" fmla="*/ 827 h 44"/>
                  <a:gd name="T12" fmla="*/ 533 w 72"/>
                  <a:gd name="T13" fmla="*/ 827 h 44"/>
                  <a:gd name="T14" fmla="*/ 533 w 72"/>
                  <a:gd name="T15" fmla="*/ 827 h 44"/>
                  <a:gd name="T16" fmla="*/ 1125 w 72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4">
                    <a:moveTo>
                      <a:pt x="72" y="44"/>
                    </a:moveTo>
                    <a:cubicBezTo>
                      <a:pt x="68" y="28"/>
                      <a:pt x="57" y="7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10" y="8"/>
                      <a:pt x="2" y="25"/>
                      <a:pt x="0" y="44"/>
                    </a:cubicBezTo>
                    <a:cubicBezTo>
                      <a:pt x="14" y="44"/>
                      <a:pt x="27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41" y="44"/>
                      <a:pt x="56" y="44"/>
                      <a:pt x="72" y="44"/>
                    </a:cubicBezTo>
                    <a:close/>
                  </a:path>
                </a:pathLst>
              </a:custGeom>
              <a:solidFill>
                <a:srgbClr val="FFF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9" name="Freeform 84">
                <a:extLst>
                  <a:ext uri="{FF2B5EF4-FFF2-40B4-BE49-F238E27FC236}">
                    <a16:creationId xmlns:a16="http://schemas.microsoft.com/office/drawing/2014/main" id="{BB668DFA-975D-47EB-B729-C19DD9F9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440"/>
                <a:ext cx="490" cy="125"/>
              </a:xfrm>
              <a:custGeom>
                <a:avLst/>
                <a:gdLst>
                  <a:gd name="T0" fmla="*/ 1533 w 196"/>
                  <a:gd name="T1" fmla="*/ 0 h 47"/>
                  <a:gd name="T2" fmla="*/ 0 w 196"/>
                  <a:gd name="T3" fmla="*/ 883 h 47"/>
                  <a:gd name="T4" fmla="*/ 1533 w 196"/>
                  <a:gd name="T5" fmla="*/ 827 h 47"/>
                  <a:gd name="T6" fmla="*/ 1533 w 196"/>
                  <a:gd name="T7" fmla="*/ 827 h 47"/>
                  <a:gd name="T8" fmla="*/ 3063 w 196"/>
                  <a:gd name="T9" fmla="*/ 883 h 47"/>
                  <a:gd name="T10" fmla="*/ 1533 w 196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47">
                    <a:moveTo>
                      <a:pt x="98" y="0"/>
                    </a:moveTo>
                    <a:cubicBezTo>
                      <a:pt x="67" y="0"/>
                      <a:pt x="8" y="23"/>
                      <a:pt x="0" y="47"/>
                    </a:cubicBezTo>
                    <a:cubicBezTo>
                      <a:pt x="22" y="43"/>
                      <a:pt x="80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116" y="44"/>
                      <a:pt x="173" y="43"/>
                      <a:pt x="196" y="47"/>
                    </a:cubicBezTo>
                    <a:cubicBezTo>
                      <a:pt x="188" y="23"/>
                      <a:pt x="129" y="0"/>
                      <a:pt x="98" y="0"/>
                    </a:cubicBezTo>
                    <a:close/>
                  </a:path>
                </a:pathLst>
              </a:custGeom>
              <a:solidFill>
                <a:srgbClr val="D81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0" name="Freeform 85">
                <a:extLst>
                  <a:ext uri="{FF2B5EF4-FFF2-40B4-BE49-F238E27FC236}">
                    <a16:creationId xmlns:a16="http://schemas.microsoft.com/office/drawing/2014/main" id="{29272C79-3CE9-494D-85BF-5FD79C0F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440"/>
                <a:ext cx="183" cy="117"/>
              </a:xfrm>
              <a:custGeom>
                <a:avLst/>
                <a:gdLst>
                  <a:gd name="T0" fmla="*/ 1151 w 73"/>
                  <a:gd name="T1" fmla="*/ 827 h 44"/>
                  <a:gd name="T2" fmla="*/ 554 w 73"/>
                  <a:gd name="T3" fmla="*/ 0 h 44"/>
                  <a:gd name="T4" fmla="*/ 554 w 73"/>
                  <a:gd name="T5" fmla="*/ 0 h 44"/>
                  <a:gd name="T6" fmla="*/ 534 w 73"/>
                  <a:gd name="T7" fmla="*/ 0 h 44"/>
                  <a:gd name="T8" fmla="*/ 534 w 73"/>
                  <a:gd name="T9" fmla="*/ 0 h 44"/>
                  <a:gd name="T10" fmla="*/ 0 w 73"/>
                  <a:gd name="T11" fmla="*/ 827 h 44"/>
                  <a:gd name="T12" fmla="*/ 534 w 73"/>
                  <a:gd name="T13" fmla="*/ 827 h 44"/>
                  <a:gd name="T14" fmla="*/ 554 w 73"/>
                  <a:gd name="T15" fmla="*/ 827 h 44"/>
                  <a:gd name="T16" fmla="*/ 1151 w 73"/>
                  <a:gd name="T17" fmla="*/ 82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44">
                    <a:moveTo>
                      <a:pt x="73" y="44"/>
                    </a:moveTo>
                    <a:cubicBezTo>
                      <a:pt x="69" y="28"/>
                      <a:pt x="57" y="8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11" y="8"/>
                      <a:pt x="2" y="26"/>
                      <a:pt x="0" y="44"/>
                    </a:cubicBezTo>
                    <a:cubicBezTo>
                      <a:pt x="15" y="44"/>
                      <a:pt x="27" y="44"/>
                      <a:pt x="34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42" y="44"/>
                      <a:pt x="57" y="44"/>
                      <a:pt x="73" y="44"/>
                    </a:cubicBezTo>
                    <a:close/>
                  </a:path>
                </a:pathLst>
              </a:custGeom>
              <a:solidFill>
                <a:srgbClr val="FFF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1" name="Freeform 86">
                <a:extLst>
                  <a:ext uri="{FF2B5EF4-FFF2-40B4-BE49-F238E27FC236}">
                    <a16:creationId xmlns:a16="http://schemas.microsoft.com/office/drawing/2014/main" id="{E1251AD9-FD26-44AD-BCC0-590EAFD69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1291"/>
                <a:ext cx="187" cy="194"/>
              </a:xfrm>
              <a:custGeom>
                <a:avLst/>
                <a:gdLst>
                  <a:gd name="T0" fmla="*/ 0 w 75"/>
                  <a:gd name="T1" fmla="*/ 1313 h 73"/>
                  <a:gd name="T2" fmla="*/ 1120 w 75"/>
                  <a:gd name="T3" fmla="*/ 1313 h 73"/>
                  <a:gd name="T4" fmla="*/ 1120 w 75"/>
                  <a:gd name="T5" fmla="*/ 0 h 73"/>
                  <a:gd name="T6" fmla="*/ 30 w 75"/>
                  <a:gd name="T7" fmla="*/ 0 h 73"/>
                  <a:gd name="T8" fmla="*/ 0 w 75"/>
                  <a:gd name="T9" fmla="*/ 131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3">
                    <a:moveTo>
                      <a:pt x="0" y="70"/>
                    </a:moveTo>
                    <a:cubicBezTo>
                      <a:pt x="16" y="70"/>
                      <a:pt x="61" y="73"/>
                      <a:pt x="72" y="70"/>
                    </a:cubicBezTo>
                    <a:cubicBezTo>
                      <a:pt x="75" y="50"/>
                      <a:pt x="72" y="0"/>
                      <a:pt x="7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7"/>
                      <a:pt x="2" y="62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2" name="Freeform 87">
                <a:extLst>
                  <a:ext uri="{FF2B5EF4-FFF2-40B4-BE49-F238E27FC236}">
                    <a16:creationId xmlns:a16="http://schemas.microsoft.com/office/drawing/2014/main" id="{A0CB38A1-A481-4EF6-ABE8-60603B42C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291"/>
                <a:ext cx="142" cy="208"/>
              </a:xfrm>
              <a:custGeom>
                <a:avLst/>
                <a:gdLst>
                  <a:gd name="T0" fmla="*/ 12 w 57"/>
                  <a:gd name="T1" fmla="*/ 1421 h 78"/>
                  <a:gd name="T2" fmla="*/ 837 w 57"/>
                  <a:gd name="T3" fmla="*/ 1421 h 78"/>
                  <a:gd name="T4" fmla="*/ 882 w 57"/>
                  <a:gd name="T5" fmla="*/ 21 h 78"/>
                  <a:gd name="T6" fmla="*/ 0 w 57"/>
                  <a:gd name="T7" fmla="*/ 0 h 78"/>
                  <a:gd name="T8" fmla="*/ 12 w 57"/>
                  <a:gd name="T9" fmla="*/ 142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78">
                    <a:moveTo>
                      <a:pt x="1" y="75"/>
                    </a:moveTo>
                    <a:cubicBezTo>
                      <a:pt x="17" y="77"/>
                      <a:pt x="42" y="78"/>
                      <a:pt x="54" y="75"/>
                    </a:cubicBezTo>
                    <a:cubicBezTo>
                      <a:pt x="56" y="55"/>
                      <a:pt x="57" y="1"/>
                      <a:pt x="5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66"/>
                      <a:pt x="1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3" name="Freeform 88">
                <a:extLst>
                  <a:ext uri="{FF2B5EF4-FFF2-40B4-BE49-F238E27FC236}">
                    <a16:creationId xmlns:a16="http://schemas.microsoft.com/office/drawing/2014/main" id="{3709058A-8DDA-4062-A05C-DF109018E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299"/>
                <a:ext cx="118" cy="186"/>
              </a:xfrm>
              <a:custGeom>
                <a:avLst/>
                <a:gdLst>
                  <a:gd name="T0" fmla="*/ 20 w 47"/>
                  <a:gd name="T1" fmla="*/ 1278 h 70"/>
                  <a:gd name="T2" fmla="*/ 713 w 47"/>
                  <a:gd name="T3" fmla="*/ 1278 h 70"/>
                  <a:gd name="T4" fmla="*/ 726 w 47"/>
                  <a:gd name="T5" fmla="*/ 0 h 70"/>
                  <a:gd name="T6" fmla="*/ 20 w 47"/>
                  <a:gd name="T7" fmla="*/ 21 h 70"/>
                  <a:gd name="T8" fmla="*/ 20 w 47"/>
                  <a:gd name="T9" fmla="*/ 127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70">
                    <a:moveTo>
                      <a:pt x="1" y="68"/>
                    </a:moveTo>
                    <a:cubicBezTo>
                      <a:pt x="14" y="69"/>
                      <a:pt x="36" y="70"/>
                      <a:pt x="45" y="68"/>
                    </a:cubicBezTo>
                    <a:cubicBezTo>
                      <a:pt x="47" y="52"/>
                      <a:pt x="46" y="0"/>
                      <a:pt x="46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6"/>
                      <a:pt x="1" y="60"/>
                      <a:pt x="1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4" name="Freeform 89">
                <a:extLst>
                  <a:ext uri="{FF2B5EF4-FFF2-40B4-BE49-F238E27FC236}">
                    <a16:creationId xmlns:a16="http://schemas.microsoft.com/office/drawing/2014/main" id="{6BC7801E-378F-48E6-B671-E978FDB43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323"/>
                <a:ext cx="105" cy="157"/>
              </a:xfrm>
              <a:custGeom>
                <a:avLst/>
                <a:gdLst>
                  <a:gd name="T0" fmla="*/ 658 w 42"/>
                  <a:gd name="T1" fmla="*/ 170 h 59"/>
                  <a:gd name="T2" fmla="*/ 625 w 42"/>
                  <a:gd name="T3" fmla="*/ 136 h 59"/>
                  <a:gd name="T4" fmla="*/ 583 w 42"/>
                  <a:gd name="T5" fmla="*/ 149 h 59"/>
                  <a:gd name="T6" fmla="*/ 583 w 42"/>
                  <a:gd name="T7" fmla="*/ 149 h 59"/>
                  <a:gd name="T8" fmla="*/ 563 w 42"/>
                  <a:gd name="T9" fmla="*/ 170 h 59"/>
                  <a:gd name="T10" fmla="*/ 563 w 42"/>
                  <a:gd name="T11" fmla="*/ 136 h 59"/>
                  <a:gd name="T12" fmla="*/ 500 w 42"/>
                  <a:gd name="T13" fmla="*/ 93 h 59"/>
                  <a:gd name="T14" fmla="*/ 488 w 42"/>
                  <a:gd name="T15" fmla="*/ 93 h 59"/>
                  <a:gd name="T16" fmla="*/ 488 w 42"/>
                  <a:gd name="T17" fmla="*/ 93 h 59"/>
                  <a:gd name="T18" fmla="*/ 488 w 42"/>
                  <a:gd name="T19" fmla="*/ 93 h 59"/>
                  <a:gd name="T20" fmla="*/ 488 w 42"/>
                  <a:gd name="T21" fmla="*/ 77 h 59"/>
                  <a:gd name="T22" fmla="*/ 458 w 42"/>
                  <a:gd name="T23" fmla="*/ 77 h 59"/>
                  <a:gd name="T24" fmla="*/ 438 w 42"/>
                  <a:gd name="T25" fmla="*/ 77 h 59"/>
                  <a:gd name="T26" fmla="*/ 425 w 42"/>
                  <a:gd name="T27" fmla="*/ 93 h 59"/>
                  <a:gd name="T28" fmla="*/ 425 w 42"/>
                  <a:gd name="T29" fmla="*/ 35 h 59"/>
                  <a:gd name="T30" fmla="*/ 375 w 42"/>
                  <a:gd name="T31" fmla="*/ 21 h 59"/>
                  <a:gd name="T32" fmla="*/ 363 w 42"/>
                  <a:gd name="T33" fmla="*/ 21 h 59"/>
                  <a:gd name="T34" fmla="*/ 363 w 42"/>
                  <a:gd name="T35" fmla="*/ 21 h 59"/>
                  <a:gd name="T36" fmla="*/ 345 w 42"/>
                  <a:gd name="T37" fmla="*/ 0 h 59"/>
                  <a:gd name="T38" fmla="*/ 300 w 42"/>
                  <a:gd name="T39" fmla="*/ 0 h 59"/>
                  <a:gd name="T40" fmla="*/ 300 w 42"/>
                  <a:gd name="T41" fmla="*/ 21 h 59"/>
                  <a:gd name="T42" fmla="*/ 300 w 42"/>
                  <a:gd name="T43" fmla="*/ 21 h 59"/>
                  <a:gd name="T44" fmla="*/ 250 w 42"/>
                  <a:gd name="T45" fmla="*/ 56 h 59"/>
                  <a:gd name="T46" fmla="*/ 238 w 42"/>
                  <a:gd name="T47" fmla="*/ 0 h 59"/>
                  <a:gd name="T48" fmla="*/ 188 w 42"/>
                  <a:gd name="T49" fmla="*/ 21 h 59"/>
                  <a:gd name="T50" fmla="*/ 188 w 42"/>
                  <a:gd name="T51" fmla="*/ 35 h 59"/>
                  <a:gd name="T52" fmla="*/ 188 w 42"/>
                  <a:gd name="T53" fmla="*/ 35 h 59"/>
                  <a:gd name="T54" fmla="*/ 188 w 42"/>
                  <a:gd name="T55" fmla="*/ 35 h 59"/>
                  <a:gd name="T56" fmla="*/ 175 w 42"/>
                  <a:gd name="T57" fmla="*/ 35 h 59"/>
                  <a:gd name="T58" fmla="*/ 158 w 42"/>
                  <a:gd name="T59" fmla="*/ 35 h 59"/>
                  <a:gd name="T60" fmla="*/ 113 w 42"/>
                  <a:gd name="T61" fmla="*/ 77 h 59"/>
                  <a:gd name="T62" fmla="*/ 125 w 42"/>
                  <a:gd name="T63" fmla="*/ 136 h 59"/>
                  <a:gd name="T64" fmla="*/ 113 w 42"/>
                  <a:gd name="T65" fmla="*/ 114 h 59"/>
                  <a:gd name="T66" fmla="*/ 113 w 42"/>
                  <a:gd name="T67" fmla="*/ 114 h 59"/>
                  <a:gd name="T68" fmla="*/ 33 w 42"/>
                  <a:gd name="T69" fmla="*/ 93 h 59"/>
                  <a:gd name="T70" fmla="*/ 20 w 42"/>
                  <a:gd name="T71" fmla="*/ 114 h 59"/>
                  <a:gd name="T72" fmla="*/ 33 w 42"/>
                  <a:gd name="T73" fmla="*/ 149 h 59"/>
                  <a:gd name="T74" fmla="*/ 20 w 42"/>
                  <a:gd name="T75" fmla="*/ 170 h 59"/>
                  <a:gd name="T76" fmla="*/ 0 w 42"/>
                  <a:gd name="T77" fmla="*/ 205 h 59"/>
                  <a:gd name="T78" fmla="*/ 0 w 42"/>
                  <a:gd name="T79" fmla="*/ 205 h 59"/>
                  <a:gd name="T80" fmla="*/ 33 w 42"/>
                  <a:gd name="T81" fmla="*/ 362 h 59"/>
                  <a:gd name="T82" fmla="*/ 33 w 42"/>
                  <a:gd name="T83" fmla="*/ 362 h 59"/>
                  <a:gd name="T84" fmla="*/ 33 w 42"/>
                  <a:gd name="T85" fmla="*/ 375 h 59"/>
                  <a:gd name="T86" fmla="*/ 33 w 42"/>
                  <a:gd name="T87" fmla="*/ 375 h 59"/>
                  <a:gd name="T88" fmla="*/ 63 w 42"/>
                  <a:gd name="T89" fmla="*/ 532 h 59"/>
                  <a:gd name="T90" fmla="*/ 125 w 42"/>
                  <a:gd name="T91" fmla="*/ 1019 h 59"/>
                  <a:gd name="T92" fmla="*/ 470 w 42"/>
                  <a:gd name="T93" fmla="*/ 1035 h 59"/>
                  <a:gd name="T94" fmla="*/ 470 w 42"/>
                  <a:gd name="T95" fmla="*/ 1019 h 59"/>
                  <a:gd name="T96" fmla="*/ 500 w 42"/>
                  <a:gd name="T97" fmla="*/ 907 h 59"/>
                  <a:gd name="T98" fmla="*/ 645 w 42"/>
                  <a:gd name="T99" fmla="*/ 226 h 59"/>
                  <a:gd name="T100" fmla="*/ 658 w 42"/>
                  <a:gd name="T101" fmla="*/ 205 h 59"/>
                  <a:gd name="T102" fmla="*/ 658 w 42"/>
                  <a:gd name="T103" fmla="*/ 192 h 5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2" h="59">
                    <a:moveTo>
                      <a:pt x="42" y="10"/>
                    </a:moveTo>
                    <a:cubicBezTo>
                      <a:pt x="42" y="10"/>
                      <a:pt x="42" y="9"/>
                      <a:pt x="42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7"/>
                      <a:pt x="41" y="7"/>
                      <a:pt x="40" y="7"/>
                    </a:cubicBezTo>
                    <a:cubicBezTo>
                      <a:pt x="39" y="7"/>
                      <a:pt x="38" y="7"/>
                      <a:pt x="37" y="7"/>
                    </a:cubicBezTo>
                    <a:cubicBezTo>
                      <a:pt x="37" y="7"/>
                      <a:pt x="37" y="7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7"/>
                      <a:pt x="36" y="6"/>
                      <a:pt x="36" y="6"/>
                    </a:cubicBezTo>
                    <a:cubicBezTo>
                      <a:pt x="35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8" y="4"/>
                      <a:pt x="28" y="4"/>
                    </a:cubicBezTo>
                    <a:cubicBezTo>
                      <a:pt x="27" y="4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6" y="1"/>
                      <a:pt x="24" y="1"/>
                    </a:cubicBezTo>
                    <a:cubicBezTo>
                      <a:pt x="24" y="1"/>
                      <a:pt x="23" y="1"/>
                      <a:pt x="23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7" y="3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2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16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2"/>
                      <a:pt x="2" y="22"/>
                    </a:cubicBezTo>
                    <a:cubicBezTo>
                      <a:pt x="2" y="23"/>
                      <a:pt x="3" y="26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8" y="55"/>
                      <a:pt x="10" y="56"/>
                      <a:pt x="13" y="57"/>
                    </a:cubicBezTo>
                    <a:cubicBezTo>
                      <a:pt x="19" y="59"/>
                      <a:pt x="26" y="59"/>
                      <a:pt x="30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2" y="48"/>
                      <a:pt x="32" y="48"/>
                      <a:pt x="32" y="48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6" y="18"/>
                      <a:pt x="40" y="14"/>
                      <a:pt x="41" y="12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lnTo>
                      <a:pt x="42" y="10"/>
                    </a:lnTo>
                    <a:close/>
                  </a:path>
                </a:pathLst>
              </a:custGeom>
              <a:solidFill>
                <a:srgbClr val="1A171B"/>
              </a:solidFill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5" name="Freeform 90">
                <a:extLst>
                  <a:ext uri="{FF2B5EF4-FFF2-40B4-BE49-F238E27FC236}">
                    <a16:creationId xmlns:a16="http://schemas.microsoft.com/office/drawing/2014/main" id="{5EC36FF6-6591-46A6-BC8E-3B9069795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52"/>
                <a:ext cx="8" cy="19"/>
              </a:xfrm>
              <a:custGeom>
                <a:avLst/>
                <a:gdLst>
                  <a:gd name="T0" fmla="*/ 21 w 3"/>
                  <a:gd name="T1" fmla="*/ 0 h 7"/>
                  <a:gd name="T2" fmla="*/ 21 w 3"/>
                  <a:gd name="T3" fmla="*/ 38 h 7"/>
                  <a:gd name="T4" fmla="*/ 21 w 3"/>
                  <a:gd name="T5" fmla="*/ 141 h 7"/>
                  <a:gd name="T6" fmla="*/ 56 w 3"/>
                  <a:gd name="T7" fmla="*/ 103 h 7"/>
                  <a:gd name="T8" fmla="*/ 56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3"/>
                      <a:pt x="0" y="6"/>
                      <a:pt x="1" y="7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3" y="4"/>
                      <a:pt x="3" y="2"/>
                      <a:pt x="3" y="0"/>
                    </a:cubicBezTo>
                  </a:path>
                </a:pathLst>
              </a:custGeom>
              <a:solidFill>
                <a:srgbClr val="EBB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6" name="Freeform 91">
                <a:extLst>
                  <a:ext uri="{FF2B5EF4-FFF2-40B4-BE49-F238E27FC236}">
                    <a16:creationId xmlns:a16="http://schemas.microsoft.com/office/drawing/2014/main" id="{C51599B7-4E1C-49A5-8B56-97C920462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384"/>
                <a:ext cx="10" cy="27"/>
              </a:xfrm>
              <a:custGeom>
                <a:avLst/>
                <a:gdLst>
                  <a:gd name="T0" fmla="*/ 63 w 4"/>
                  <a:gd name="T1" fmla="*/ 0 h 10"/>
                  <a:gd name="T2" fmla="*/ 20 w 4"/>
                  <a:gd name="T3" fmla="*/ 81 h 10"/>
                  <a:gd name="T4" fmla="*/ 0 w 4"/>
                  <a:gd name="T5" fmla="*/ 159 h 10"/>
                  <a:gd name="T6" fmla="*/ 0 w 4"/>
                  <a:gd name="T7" fmla="*/ 197 h 10"/>
                  <a:gd name="T8" fmla="*/ 20 w 4"/>
                  <a:gd name="T9" fmla="*/ 197 h 10"/>
                  <a:gd name="T10" fmla="*/ 50 w 4"/>
                  <a:gd name="T11" fmla="*/ 138 h 10"/>
                  <a:gd name="T12" fmla="*/ 63 w 4"/>
                  <a:gd name="T13" fmla="*/ 22 h 10"/>
                  <a:gd name="T14" fmla="*/ 63 w 4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2" y="9"/>
                      <a:pt x="3" y="8"/>
                      <a:pt x="3" y="7"/>
                    </a:cubicBezTo>
                    <a:cubicBezTo>
                      <a:pt x="4" y="5"/>
                      <a:pt x="4" y="3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7" name="Freeform 92">
                <a:extLst>
                  <a:ext uri="{FF2B5EF4-FFF2-40B4-BE49-F238E27FC236}">
                    <a16:creationId xmlns:a16="http://schemas.microsoft.com/office/drawing/2014/main" id="{FB106E82-7BCE-4918-A9F5-E0D2548DC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384"/>
                <a:ext cx="75" cy="101"/>
              </a:xfrm>
              <a:custGeom>
                <a:avLst/>
                <a:gdLst>
                  <a:gd name="T0" fmla="*/ 458 w 30"/>
                  <a:gd name="T1" fmla="*/ 93 h 38"/>
                  <a:gd name="T2" fmla="*/ 220 w 30"/>
                  <a:gd name="T3" fmla="*/ 226 h 38"/>
                  <a:gd name="T4" fmla="*/ 0 w 30"/>
                  <a:gd name="T5" fmla="*/ 93 h 38"/>
                  <a:gd name="T6" fmla="*/ 63 w 30"/>
                  <a:gd name="T7" fmla="*/ 579 h 38"/>
                  <a:gd name="T8" fmla="*/ 408 w 30"/>
                  <a:gd name="T9" fmla="*/ 579 h 38"/>
                  <a:gd name="T10" fmla="*/ 425 w 30"/>
                  <a:gd name="T11" fmla="*/ 465 h 38"/>
                  <a:gd name="T12" fmla="*/ 470 w 30"/>
                  <a:gd name="T13" fmla="*/ 0 h 38"/>
                  <a:gd name="T14" fmla="*/ 458 w 30"/>
                  <a:gd name="T15" fmla="*/ 21 h 38"/>
                  <a:gd name="T16" fmla="*/ 458 w 30"/>
                  <a:gd name="T17" fmla="*/ 9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38">
                    <a:moveTo>
                      <a:pt x="29" y="5"/>
                    </a:moveTo>
                    <a:cubicBezTo>
                      <a:pt x="29" y="5"/>
                      <a:pt x="24" y="12"/>
                      <a:pt x="14" y="12"/>
                    </a:cubicBezTo>
                    <a:cubicBezTo>
                      <a:pt x="4" y="12"/>
                      <a:pt x="0" y="5"/>
                      <a:pt x="0" y="5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4"/>
                      <a:pt x="19" y="38"/>
                      <a:pt x="26" y="3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9" y="0"/>
                      <a:pt x="29" y="1"/>
                    </a:cubicBez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D81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8" name="Freeform 93">
                <a:extLst>
                  <a:ext uri="{FF2B5EF4-FFF2-40B4-BE49-F238E27FC236}">
                    <a16:creationId xmlns:a16="http://schemas.microsoft.com/office/drawing/2014/main" id="{332DD848-4902-4FB9-8AC4-AE5C1CC43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384"/>
                <a:ext cx="10" cy="5"/>
              </a:xfrm>
              <a:custGeom>
                <a:avLst/>
                <a:gdLst>
                  <a:gd name="T0" fmla="*/ 0 w 4"/>
                  <a:gd name="T1" fmla="*/ 20 h 2"/>
                  <a:gd name="T2" fmla="*/ 20 w 4"/>
                  <a:gd name="T3" fmla="*/ 33 h 2"/>
                  <a:gd name="T4" fmla="*/ 33 w 4"/>
                  <a:gd name="T5" fmla="*/ 33 h 2"/>
                  <a:gd name="T6" fmla="*/ 50 w 4"/>
                  <a:gd name="T7" fmla="*/ 33 h 2"/>
                  <a:gd name="T8" fmla="*/ 50 w 4"/>
                  <a:gd name="T9" fmla="*/ 20 h 2"/>
                  <a:gd name="T10" fmla="*/ 33 w 4"/>
                  <a:gd name="T11" fmla="*/ 0 h 2"/>
                  <a:gd name="T12" fmla="*/ 0 w 4"/>
                  <a:gd name="T13" fmla="*/ 2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9" name="Freeform 94">
                <a:extLst>
                  <a:ext uri="{FF2B5EF4-FFF2-40B4-BE49-F238E27FC236}">
                    <a16:creationId xmlns:a16="http://schemas.microsoft.com/office/drawing/2014/main" id="{45B4F9E8-B130-4C2F-A917-36F6A02C3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387"/>
                <a:ext cx="10" cy="29"/>
              </a:xfrm>
              <a:custGeom>
                <a:avLst/>
                <a:gdLst>
                  <a:gd name="T0" fmla="*/ 63 w 4"/>
                  <a:gd name="T1" fmla="*/ 0 h 11"/>
                  <a:gd name="T2" fmla="*/ 63 w 4"/>
                  <a:gd name="T3" fmla="*/ 0 h 11"/>
                  <a:gd name="T4" fmla="*/ 50 w 4"/>
                  <a:gd name="T5" fmla="*/ 21 h 11"/>
                  <a:gd name="T6" fmla="*/ 33 w 4"/>
                  <a:gd name="T7" fmla="*/ 21 h 11"/>
                  <a:gd name="T8" fmla="*/ 20 w 4"/>
                  <a:gd name="T9" fmla="*/ 21 h 11"/>
                  <a:gd name="T10" fmla="*/ 0 w 4"/>
                  <a:gd name="T11" fmla="*/ 0 h 11"/>
                  <a:gd name="T12" fmla="*/ 20 w 4"/>
                  <a:gd name="T13" fmla="*/ 182 h 11"/>
                  <a:gd name="T14" fmla="*/ 63 w 4"/>
                  <a:gd name="T15" fmla="*/ 200 h 11"/>
                  <a:gd name="T16" fmla="*/ 63 w 4"/>
                  <a:gd name="T17" fmla="*/ 200 h 11"/>
                  <a:gd name="T18" fmla="*/ 63 w 4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7"/>
                      <a:pt x="1" y="10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8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0" name="Freeform 95">
                <a:extLst>
                  <a:ext uri="{FF2B5EF4-FFF2-40B4-BE49-F238E27FC236}">
                    <a16:creationId xmlns:a16="http://schemas.microsoft.com/office/drawing/2014/main" id="{4F68C770-ECE0-4271-9106-74F5D8F8F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89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37 w 3"/>
                  <a:gd name="T3" fmla="*/ 0 h 2"/>
                  <a:gd name="T4" fmla="*/ 37 w 3"/>
                  <a:gd name="T5" fmla="*/ 54 h 2"/>
                  <a:gd name="T6" fmla="*/ 28 w 3"/>
                  <a:gd name="T7" fmla="*/ 54 h 2"/>
                  <a:gd name="T8" fmla="*/ 0 w 3"/>
                  <a:gd name="T9" fmla="*/ 54 h 2"/>
                  <a:gd name="T10" fmla="*/ 0 w 3"/>
                  <a:gd name="T11" fmla="*/ 27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1" name="Freeform 96">
                <a:extLst>
                  <a:ext uri="{FF2B5EF4-FFF2-40B4-BE49-F238E27FC236}">
                    <a16:creationId xmlns:a16="http://schemas.microsoft.com/office/drawing/2014/main" id="{8B19EA69-F874-4FCA-A1FA-EFC656CD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73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83 h 4"/>
                  <a:gd name="T4" fmla="*/ 63 w 4"/>
                  <a:gd name="T5" fmla="*/ 47 h 4"/>
                  <a:gd name="T6" fmla="*/ 50 w 4"/>
                  <a:gd name="T7" fmla="*/ 0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3" y="2"/>
                      <a:pt x="4" y="2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2" name="Freeform 97">
                <a:extLst>
                  <a:ext uri="{FF2B5EF4-FFF2-40B4-BE49-F238E27FC236}">
                    <a16:creationId xmlns:a16="http://schemas.microsoft.com/office/drawing/2014/main" id="{355E355C-69B9-40F9-9713-67447AA6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368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0 w 3"/>
                  <a:gd name="T3" fmla="*/ 83 h 4"/>
                  <a:gd name="T4" fmla="*/ 37 w 3"/>
                  <a:gd name="T5" fmla="*/ 61 h 4"/>
                  <a:gd name="T6" fmla="*/ 28 w 3"/>
                  <a:gd name="T7" fmla="*/ 22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4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3" y="3"/>
                      <a:pt x="3" y="1"/>
                      <a:pt x="2" y="1"/>
                    </a:cubicBezTo>
                    <a:cubicBezTo>
                      <a:pt x="2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3" name="Freeform 98">
                <a:extLst>
                  <a:ext uri="{FF2B5EF4-FFF2-40B4-BE49-F238E27FC236}">
                    <a16:creationId xmlns:a16="http://schemas.microsoft.com/office/drawing/2014/main" id="{F4BF510B-045E-4603-98E7-50AFF061E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357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5 h 3"/>
                  <a:gd name="T4" fmla="*/ 33 w 4"/>
                  <a:gd name="T5" fmla="*/ 35 h 3"/>
                  <a:gd name="T6" fmla="*/ 50 w 4"/>
                  <a:gd name="T7" fmla="*/ 56 h 3"/>
                  <a:gd name="T8" fmla="*/ 50 w 4"/>
                  <a:gd name="T9" fmla="*/ 35 h 3"/>
                  <a:gd name="T10" fmla="*/ 63 w 4"/>
                  <a:gd name="T11" fmla="*/ 0 h 3"/>
                  <a:gd name="T12" fmla="*/ 0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4" name="Freeform 99">
                <a:extLst>
                  <a:ext uri="{FF2B5EF4-FFF2-40B4-BE49-F238E27FC236}">
                    <a16:creationId xmlns:a16="http://schemas.microsoft.com/office/drawing/2014/main" id="{37B74E4E-ECA2-4AD4-A766-0BC307657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363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1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5" name="Freeform 100">
                <a:extLst>
                  <a:ext uri="{FF2B5EF4-FFF2-40B4-BE49-F238E27FC236}">
                    <a16:creationId xmlns:a16="http://schemas.microsoft.com/office/drawing/2014/main" id="{2763C6E2-C93B-4B21-9FE1-82E305EA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363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12 w 3"/>
                  <a:gd name="T3" fmla="*/ 56 h 3"/>
                  <a:gd name="T4" fmla="*/ 37 w 3"/>
                  <a:gd name="T5" fmla="*/ 56 h 3"/>
                  <a:gd name="T6" fmla="*/ 28 w 3"/>
                  <a:gd name="T7" fmla="*/ 21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6" name="Freeform 101">
                <a:extLst>
                  <a:ext uri="{FF2B5EF4-FFF2-40B4-BE49-F238E27FC236}">
                    <a16:creationId xmlns:a16="http://schemas.microsoft.com/office/drawing/2014/main" id="{285FA17F-FA37-450C-9B72-261A3375B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341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50 w 4"/>
                  <a:gd name="T3" fmla="*/ 83 h 4"/>
                  <a:gd name="T4" fmla="*/ 63 w 4"/>
                  <a:gd name="T5" fmla="*/ 83 h 4"/>
                  <a:gd name="T6" fmla="*/ 63 w 4"/>
                  <a:gd name="T7" fmla="*/ 61 h 4"/>
                  <a:gd name="T8" fmla="*/ 63 w 4"/>
                  <a:gd name="T9" fmla="*/ 22 h 4"/>
                  <a:gd name="T10" fmla="*/ 50 w 4"/>
                  <a:gd name="T11" fmla="*/ 0 h 4"/>
                  <a:gd name="T12" fmla="*/ 0 w 4"/>
                  <a:gd name="T13" fmla="*/ 2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2"/>
                      <a:pt x="2" y="3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1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7" name="Freeform 102">
                <a:extLst>
                  <a:ext uri="{FF2B5EF4-FFF2-40B4-BE49-F238E27FC236}">
                    <a16:creationId xmlns:a16="http://schemas.microsoft.com/office/drawing/2014/main" id="{5F2E89D2-E4FE-4DA4-A83C-235429963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371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33 w 4"/>
                  <a:gd name="T3" fmla="*/ 56 h 3"/>
                  <a:gd name="T4" fmla="*/ 63 w 4"/>
                  <a:gd name="T5" fmla="*/ 35 h 3"/>
                  <a:gd name="T6" fmla="*/ 50 w 4"/>
                  <a:gd name="T7" fmla="*/ 0 h 3"/>
                  <a:gd name="T8" fmla="*/ 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8" name="Freeform 103">
                <a:extLst>
                  <a:ext uri="{FF2B5EF4-FFF2-40B4-BE49-F238E27FC236}">
                    <a16:creationId xmlns:a16="http://schemas.microsoft.com/office/drawing/2014/main" id="{E34FAF74-0B7D-44B1-B4CC-FA0B8A70B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352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50 w 4"/>
                  <a:gd name="T3" fmla="*/ 33 h 2"/>
                  <a:gd name="T4" fmla="*/ 63 w 4"/>
                  <a:gd name="T5" fmla="*/ 20 h 2"/>
                  <a:gd name="T6" fmla="*/ 0 w 4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9" name="Freeform 104">
                <a:extLst>
                  <a:ext uri="{FF2B5EF4-FFF2-40B4-BE49-F238E27FC236}">
                    <a16:creationId xmlns:a16="http://schemas.microsoft.com/office/drawing/2014/main" id="{9C0536AF-58ED-425D-AD5B-16536919E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41"/>
                <a:ext cx="12" cy="11"/>
              </a:xfrm>
              <a:custGeom>
                <a:avLst/>
                <a:gdLst>
                  <a:gd name="T0" fmla="*/ 70 w 5"/>
                  <a:gd name="T1" fmla="*/ 47 h 4"/>
                  <a:gd name="T2" fmla="*/ 29 w 5"/>
                  <a:gd name="T3" fmla="*/ 83 h 4"/>
                  <a:gd name="T4" fmla="*/ 12 w 5"/>
                  <a:gd name="T5" fmla="*/ 61 h 4"/>
                  <a:gd name="T6" fmla="*/ 0 w 5"/>
                  <a:gd name="T7" fmla="*/ 47 h 4"/>
                  <a:gd name="T8" fmla="*/ 41 w 5"/>
                  <a:gd name="T9" fmla="*/ 0 h 4"/>
                  <a:gd name="T10" fmla="*/ 70 w 5"/>
                  <a:gd name="T11" fmla="*/ 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2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3" y="0"/>
                      <a:pt x="3" y="0"/>
                    </a:cubicBezTo>
                    <a:cubicBezTo>
                      <a:pt x="3" y="0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0" name="Freeform 105">
                <a:extLst>
                  <a:ext uri="{FF2B5EF4-FFF2-40B4-BE49-F238E27FC236}">
                    <a16:creationId xmlns:a16="http://schemas.microsoft.com/office/drawing/2014/main" id="{35BD9C73-CBDF-4CDF-B939-4C9AC32A3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341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50 w 4"/>
                  <a:gd name="T3" fmla="*/ 54 h 2"/>
                  <a:gd name="T4" fmla="*/ 63 w 4"/>
                  <a:gd name="T5" fmla="*/ 0 h 2"/>
                  <a:gd name="T6" fmla="*/ 33 w 4"/>
                  <a:gd name="T7" fmla="*/ 0 h 2"/>
                  <a:gd name="T8" fmla="*/ 0 w 4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1" name="Freeform 106">
                <a:extLst>
                  <a:ext uri="{FF2B5EF4-FFF2-40B4-BE49-F238E27FC236}">
                    <a16:creationId xmlns:a16="http://schemas.microsoft.com/office/drawing/2014/main" id="{2DFD1EDF-9B9E-400F-847A-F2907679B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344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0 w 3"/>
                  <a:gd name="T3" fmla="*/ 35 h 3"/>
                  <a:gd name="T4" fmla="*/ 35 w 3"/>
                  <a:gd name="T5" fmla="*/ 56 h 3"/>
                  <a:gd name="T6" fmla="*/ 56 w 3"/>
                  <a:gd name="T7" fmla="*/ 35 h 3"/>
                  <a:gd name="T8" fmla="*/ 3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2" name="Freeform 107">
                <a:extLst>
                  <a:ext uri="{FF2B5EF4-FFF2-40B4-BE49-F238E27FC236}">
                    <a16:creationId xmlns:a16="http://schemas.microsoft.com/office/drawing/2014/main" id="{558D600F-33E3-4535-B9A0-0D13805CE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352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33 h 2"/>
                  <a:gd name="T4" fmla="*/ 56 w 3"/>
                  <a:gd name="T5" fmla="*/ 20 h 2"/>
                  <a:gd name="T6" fmla="*/ 35 w 3"/>
                  <a:gd name="T7" fmla="*/ 20 h 2"/>
                  <a:gd name="T8" fmla="*/ 21 w 3"/>
                  <a:gd name="T9" fmla="*/ 0 h 2"/>
                  <a:gd name="T10" fmla="*/ 0 w 3"/>
                  <a:gd name="T11" fmla="*/ 3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3" name="Freeform 108">
                <a:extLst>
                  <a:ext uri="{FF2B5EF4-FFF2-40B4-BE49-F238E27FC236}">
                    <a16:creationId xmlns:a16="http://schemas.microsoft.com/office/drawing/2014/main" id="{05B0E2FF-6BBB-4C93-A6E4-46BD104F9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376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83 h 4"/>
                  <a:gd name="T4" fmla="*/ 63 w 4"/>
                  <a:gd name="T5" fmla="*/ 47 h 4"/>
                  <a:gd name="T6" fmla="*/ 50 w 4"/>
                  <a:gd name="T7" fmla="*/ 0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3" y="2"/>
                      <a:pt x="4" y="2"/>
                    </a:cubicBezTo>
                    <a:cubicBezTo>
                      <a:pt x="4" y="2"/>
                      <a:pt x="4" y="0"/>
                      <a:pt x="3" y="0"/>
                    </a:cubicBezTo>
                    <a:cubicBezTo>
                      <a:pt x="2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4" name="Freeform 109">
                <a:extLst>
                  <a:ext uri="{FF2B5EF4-FFF2-40B4-BE49-F238E27FC236}">
                    <a16:creationId xmlns:a16="http://schemas.microsoft.com/office/drawing/2014/main" id="{26EE2C19-ADED-444E-96C3-3E9EB1928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8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54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5" name="Freeform 110">
                <a:extLst>
                  <a:ext uri="{FF2B5EF4-FFF2-40B4-BE49-F238E27FC236}">
                    <a16:creationId xmlns:a16="http://schemas.microsoft.com/office/drawing/2014/main" id="{310B43BA-B648-4C0F-8C06-BAE83EA38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371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33 w 4"/>
                  <a:gd name="T3" fmla="*/ 56 h 3"/>
                  <a:gd name="T4" fmla="*/ 63 w 4"/>
                  <a:gd name="T5" fmla="*/ 35 h 3"/>
                  <a:gd name="T6" fmla="*/ 0 w 4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3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6" name="Freeform 111">
                <a:extLst>
                  <a:ext uri="{FF2B5EF4-FFF2-40B4-BE49-F238E27FC236}">
                    <a16:creationId xmlns:a16="http://schemas.microsoft.com/office/drawing/2014/main" id="{C218CF2C-F992-4277-A2CA-41CD20D1A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352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20 w 4"/>
                  <a:gd name="T3" fmla="*/ 21 h 3"/>
                  <a:gd name="T4" fmla="*/ 63 w 4"/>
                  <a:gd name="T5" fmla="*/ 0 h 3"/>
                  <a:gd name="T6" fmla="*/ 63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7" name="Freeform 112">
                <a:extLst>
                  <a:ext uri="{FF2B5EF4-FFF2-40B4-BE49-F238E27FC236}">
                    <a16:creationId xmlns:a16="http://schemas.microsoft.com/office/drawing/2014/main" id="{890C2E06-5A38-41A2-A2CD-1869CBC71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57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12 w 3"/>
                  <a:gd name="T3" fmla="*/ 56 h 3"/>
                  <a:gd name="T4" fmla="*/ 37 w 3"/>
                  <a:gd name="T5" fmla="*/ 35 h 3"/>
                  <a:gd name="T6" fmla="*/ 37 w 3"/>
                  <a:gd name="T7" fmla="*/ 0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8" name="Freeform 113">
                <a:extLst>
                  <a:ext uri="{FF2B5EF4-FFF2-40B4-BE49-F238E27FC236}">
                    <a16:creationId xmlns:a16="http://schemas.microsoft.com/office/drawing/2014/main" id="{636031FF-A719-4831-97DF-D3D508133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349"/>
                <a:ext cx="10" cy="6"/>
              </a:xfrm>
              <a:custGeom>
                <a:avLst/>
                <a:gdLst>
                  <a:gd name="T0" fmla="*/ 33 w 4"/>
                  <a:gd name="T1" fmla="*/ 54 h 2"/>
                  <a:gd name="T2" fmla="*/ 63 w 4"/>
                  <a:gd name="T3" fmla="*/ 27 h 2"/>
                  <a:gd name="T4" fmla="*/ 33 w 4"/>
                  <a:gd name="T5" fmla="*/ 0 h 2"/>
                  <a:gd name="T6" fmla="*/ 0 w 4"/>
                  <a:gd name="T7" fmla="*/ 27 h 2"/>
                  <a:gd name="T8" fmla="*/ 33 w 4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9" name="Freeform 114">
                <a:extLst>
                  <a:ext uri="{FF2B5EF4-FFF2-40B4-BE49-F238E27FC236}">
                    <a16:creationId xmlns:a16="http://schemas.microsoft.com/office/drawing/2014/main" id="{920881BE-65BE-481F-BAA8-8BBF5BC1B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36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56 h 3"/>
                  <a:gd name="T10" fmla="*/ 0 w 3"/>
                  <a:gd name="T11" fmla="*/ 56 h 3"/>
                  <a:gd name="T12" fmla="*/ 0 w 3"/>
                  <a:gd name="T13" fmla="*/ 35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0" name="Freeform 115">
                <a:extLst>
                  <a:ext uri="{FF2B5EF4-FFF2-40B4-BE49-F238E27FC236}">
                    <a16:creationId xmlns:a16="http://schemas.microsoft.com/office/drawing/2014/main" id="{475FA17D-B17D-495A-9B4A-35952D3E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33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1" name="Freeform 116">
                <a:extLst>
                  <a:ext uri="{FF2B5EF4-FFF2-40B4-BE49-F238E27FC236}">
                    <a16:creationId xmlns:a16="http://schemas.microsoft.com/office/drawing/2014/main" id="{D9D2181A-BB08-46DE-8B04-CBEA88B22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331"/>
                <a:ext cx="10" cy="5"/>
              </a:xfrm>
              <a:custGeom>
                <a:avLst/>
                <a:gdLst>
                  <a:gd name="T0" fmla="*/ 0 w 4"/>
                  <a:gd name="T1" fmla="*/ 20 h 2"/>
                  <a:gd name="T2" fmla="*/ 20 w 4"/>
                  <a:gd name="T3" fmla="*/ 33 h 2"/>
                  <a:gd name="T4" fmla="*/ 50 w 4"/>
                  <a:gd name="T5" fmla="*/ 33 h 2"/>
                  <a:gd name="T6" fmla="*/ 63 w 4"/>
                  <a:gd name="T7" fmla="*/ 0 h 2"/>
                  <a:gd name="T8" fmla="*/ 0 w 4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2" name="Freeform 117">
                <a:extLst>
                  <a:ext uri="{FF2B5EF4-FFF2-40B4-BE49-F238E27FC236}">
                    <a16:creationId xmlns:a16="http://schemas.microsoft.com/office/drawing/2014/main" id="{B69E9606-96B4-4F93-9F2C-CDF078E1A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31"/>
                <a:ext cx="10" cy="5"/>
              </a:xfrm>
              <a:custGeom>
                <a:avLst/>
                <a:gdLst>
                  <a:gd name="T0" fmla="*/ 50 w 4"/>
                  <a:gd name="T1" fmla="*/ 20 h 2"/>
                  <a:gd name="T2" fmla="*/ 50 w 4"/>
                  <a:gd name="T3" fmla="*/ 33 h 2"/>
                  <a:gd name="T4" fmla="*/ 0 w 4"/>
                  <a:gd name="T5" fmla="*/ 33 h 2"/>
                  <a:gd name="T6" fmla="*/ 20 w 4"/>
                  <a:gd name="T7" fmla="*/ 0 h 2"/>
                  <a:gd name="T8" fmla="*/ 50 w 4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3" name="Freeform 118">
                <a:extLst>
                  <a:ext uri="{FF2B5EF4-FFF2-40B4-BE49-F238E27FC236}">
                    <a16:creationId xmlns:a16="http://schemas.microsoft.com/office/drawing/2014/main" id="{E4E1BA13-16D1-42A0-8B76-A78CE8A35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328"/>
                <a:ext cx="10" cy="29"/>
              </a:xfrm>
              <a:custGeom>
                <a:avLst/>
                <a:gdLst>
                  <a:gd name="T0" fmla="*/ 33 w 4"/>
                  <a:gd name="T1" fmla="*/ 200 h 11"/>
                  <a:gd name="T2" fmla="*/ 33 w 4"/>
                  <a:gd name="T3" fmla="*/ 200 h 11"/>
                  <a:gd name="T4" fmla="*/ 33 w 4"/>
                  <a:gd name="T5" fmla="*/ 200 h 11"/>
                  <a:gd name="T6" fmla="*/ 33 w 4"/>
                  <a:gd name="T7" fmla="*/ 124 h 11"/>
                  <a:gd name="T8" fmla="*/ 63 w 4"/>
                  <a:gd name="T9" fmla="*/ 90 h 11"/>
                  <a:gd name="T10" fmla="*/ 63 w 4"/>
                  <a:gd name="T11" fmla="*/ 0 h 11"/>
                  <a:gd name="T12" fmla="*/ 63 w 4"/>
                  <a:gd name="T13" fmla="*/ 0 h 11"/>
                  <a:gd name="T14" fmla="*/ 50 w 4"/>
                  <a:gd name="T15" fmla="*/ 34 h 11"/>
                  <a:gd name="T16" fmla="*/ 0 w 4"/>
                  <a:gd name="T17" fmla="*/ 21 h 11"/>
                  <a:gd name="T18" fmla="*/ 0 w 4"/>
                  <a:gd name="T19" fmla="*/ 34 h 11"/>
                  <a:gd name="T20" fmla="*/ 0 w 4"/>
                  <a:gd name="T21" fmla="*/ 34 h 11"/>
                  <a:gd name="T22" fmla="*/ 0 w 4"/>
                  <a:gd name="T23" fmla="*/ 34 h 11"/>
                  <a:gd name="T24" fmla="*/ 0 w 4"/>
                  <a:gd name="T25" fmla="*/ 34 h 11"/>
                  <a:gd name="T26" fmla="*/ 0 w 4"/>
                  <a:gd name="T27" fmla="*/ 90 h 11"/>
                  <a:gd name="T28" fmla="*/ 0 w 4"/>
                  <a:gd name="T29" fmla="*/ 90 h 11"/>
                  <a:gd name="T30" fmla="*/ 33 w 4"/>
                  <a:gd name="T31" fmla="*/ 124 h 11"/>
                  <a:gd name="T32" fmla="*/ 33 w 4"/>
                  <a:gd name="T33" fmla="*/ 20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11">
                    <a:moveTo>
                      <a:pt x="2" y="11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8"/>
                      <a:pt x="2" y="7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3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7"/>
                      <a:pt x="2" y="7"/>
                    </a:cubicBezTo>
                    <a:cubicBezTo>
                      <a:pt x="2" y="8"/>
                      <a:pt x="2" y="10"/>
                      <a:pt x="2" y="11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4" name="Freeform 119">
                <a:extLst>
                  <a:ext uri="{FF2B5EF4-FFF2-40B4-BE49-F238E27FC236}">
                    <a16:creationId xmlns:a16="http://schemas.microsoft.com/office/drawing/2014/main" id="{AC03350C-4E29-4B92-918C-AC4DC279E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325"/>
                <a:ext cx="10" cy="8"/>
              </a:xfrm>
              <a:custGeom>
                <a:avLst/>
                <a:gdLst>
                  <a:gd name="T0" fmla="*/ 0 w 4"/>
                  <a:gd name="T1" fmla="*/ 35 h 3"/>
                  <a:gd name="T2" fmla="*/ 50 w 4"/>
                  <a:gd name="T3" fmla="*/ 56 h 3"/>
                  <a:gd name="T4" fmla="*/ 63 w 4"/>
                  <a:gd name="T5" fmla="*/ 21 h 3"/>
                  <a:gd name="T6" fmla="*/ 20 w 4"/>
                  <a:gd name="T7" fmla="*/ 0 h 3"/>
                  <a:gd name="T8" fmla="*/ 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5" name="Freeform 120">
                <a:extLst>
                  <a:ext uri="{FF2B5EF4-FFF2-40B4-BE49-F238E27FC236}">
                    <a16:creationId xmlns:a16="http://schemas.microsoft.com/office/drawing/2014/main" id="{01CC54F9-462C-4688-AF53-6839D3A85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3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27 h 2"/>
                  <a:gd name="T4" fmla="*/ 37 w 3"/>
                  <a:gd name="T5" fmla="*/ 54 h 2"/>
                  <a:gd name="T6" fmla="*/ 0 w 3"/>
                  <a:gd name="T7" fmla="*/ 54 h 2"/>
                  <a:gd name="T8" fmla="*/ 0 w 3"/>
                  <a:gd name="T9" fmla="*/ 27 h 2"/>
                  <a:gd name="T10" fmla="*/ 12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6" name="Freeform 121">
                <a:extLst>
                  <a:ext uri="{FF2B5EF4-FFF2-40B4-BE49-F238E27FC236}">
                    <a16:creationId xmlns:a16="http://schemas.microsoft.com/office/drawing/2014/main" id="{A94E568F-76F3-45D1-883A-807B7562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336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5 h 3"/>
                  <a:gd name="T4" fmla="*/ 37 w 3"/>
                  <a:gd name="T5" fmla="*/ 56 h 3"/>
                  <a:gd name="T6" fmla="*/ 37 w 3"/>
                  <a:gd name="T7" fmla="*/ 21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7" name="Freeform 122">
                <a:extLst>
                  <a:ext uri="{FF2B5EF4-FFF2-40B4-BE49-F238E27FC236}">
                    <a16:creationId xmlns:a16="http://schemas.microsoft.com/office/drawing/2014/main" id="{4C49A469-3AD7-4D6C-8D9E-10B3726D0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344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20 w 4"/>
                  <a:gd name="T3" fmla="*/ 35 h 3"/>
                  <a:gd name="T4" fmla="*/ 50 w 4"/>
                  <a:gd name="T5" fmla="*/ 56 h 3"/>
                  <a:gd name="T6" fmla="*/ 63 w 4"/>
                  <a:gd name="T7" fmla="*/ 35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8" name="Freeform 123">
                <a:extLst>
                  <a:ext uri="{FF2B5EF4-FFF2-40B4-BE49-F238E27FC236}">
                    <a16:creationId xmlns:a16="http://schemas.microsoft.com/office/drawing/2014/main" id="{371BAAA9-15F4-4BC2-93EA-E65EACAD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41"/>
                <a:ext cx="10" cy="8"/>
              </a:xfrm>
              <a:custGeom>
                <a:avLst/>
                <a:gdLst>
                  <a:gd name="T0" fmla="*/ 0 w 4"/>
                  <a:gd name="T1" fmla="*/ 35 h 3"/>
                  <a:gd name="T2" fmla="*/ 50 w 4"/>
                  <a:gd name="T3" fmla="*/ 56 h 3"/>
                  <a:gd name="T4" fmla="*/ 63 w 4"/>
                  <a:gd name="T5" fmla="*/ 35 h 3"/>
                  <a:gd name="T6" fmla="*/ 50 w 4"/>
                  <a:gd name="T7" fmla="*/ 0 h 3"/>
                  <a:gd name="T8" fmla="*/ 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9" name="Freeform 124">
                <a:extLst>
                  <a:ext uri="{FF2B5EF4-FFF2-40B4-BE49-F238E27FC236}">
                    <a16:creationId xmlns:a16="http://schemas.microsoft.com/office/drawing/2014/main" id="{5722AC52-37BB-413E-A53A-39C2E72B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333"/>
                <a:ext cx="10" cy="8"/>
              </a:xfrm>
              <a:custGeom>
                <a:avLst/>
                <a:gdLst>
                  <a:gd name="T0" fmla="*/ 0 w 4"/>
                  <a:gd name="T1" fmla="*/ 35 h 3"/>
                  <a:gd name="T2" fmla="*/ 50 w 4"/>
                  <a:gd name="T3" fmla="*/ 0 h 3"/>
                  <a:gd name="T4" fmla="*/ 63 w 4"/>
                  <a:gd name="T5" fmla="*/ 35 h 3"/>
                  <a:gd name="T6" fmla="*/ 33 w 4"/>
                  <a:gd name="T7" fmla="*/ 56 h 3"/>
                  <a:gd name="T8" fmla="*/ 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0" name="Freeform 125">
                <a:extLst>
                  <a:ext uri="{FF2B5EF4-FFF2-40B4-BE49-F238E27FC236}">
                    <a16:creationId xmlns:a16="http://schemas.microsoft.com/office/drawing/2014/main" id="{34C79C86-6816-47C0-A0DB-111C0C5CA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347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33 h 4"/>
                  <a:gd name="T4" fmla="*/ 33 w 4"/>
                  <a:gd name="T5" fmla="*/ 63 h 4"/>
                  <a:gd name="T6" fmla="*/ 63 w 4"/>
                  <a:gd name="T7" fmla="*/ 20 h 4"/>
                  <a:gd name="T8" fmla="*/ 3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1" name="Freeform 126">
                <a:extLst>
                  <a:ext uri="{FF2B5EF4-FFF2-40B4-BE49-F238E27FC236}">
                    <a16:creationId xmlns:a16="http://schemas.microsoft.com/office/drawing/2014/main" id="{901D5C52-D6EB-4DB8-B44D-D4B5F21E7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7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35 w 3"/>
                  <a:gd name="T7" fmla="*/ 56 h 3"/>
                  <a:gd name="T8" fmla="*/ 21 w 3"/>
                  <a:gd name="T9" fmla="*/ 56 h 3"/>
                  <a:gd name="T10" fmla="*/ 0 w 3"/>
                  <a:gd name="T11" fmla="*/ 35 h 3"/>
                  <a:gd name="T12" fmla="*/ 0 w 3"/>
                  <a:gd name="T13" fmla="*/ 2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2" name="Freeform 127">
                <a:extLst>
                  <a:ext uri="{FF2B5EF4-FFF2-40B4-BE49-F238E27FC236}">
                    <a16:creationId xmlns:a16="http://schemas.microsoft.com/office/drawing/2014/main" id="{4BB4E553-9C7D-4DE7-A82E-9B67B3129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36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56 w 3"/>
                  <a:gd name="T5" fmla="*/ 35 h 3"/>
                  <a:gd name="T6" fmla="*/ 35 w 3"/>
                  <a:gd name="T7" fmla="*/ 35 h 3"/>
                  <a:gd name="T8" fmla="*/ 0 w 3"/>
                  <a:gd name="T9" fmla="*/ 56 h 3"/>
                  <a:gd name="T10" fmla="*/ 0 w 3"/>
                  <a:gd name="T11" fmla="*/ 21 h 3"/>
                  <a:gd name="T12" fmla="*/ 21 w 3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3" name="Freeform 128">
                <a:extLst>
                  <a:ext uri="{FF2B5EF4-FFF2-40B4-BE49-F238E27FC236}">
                    <a16:creationId xmlns:a16="http://schemas.microsoft.com/office/drawing/2014/main" id="{2FC95B06-7A30-4D1F-A0D2-77ED616FB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63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12 w 3"/>
                  <a:gd name="T11" fmla="*/ 0 h 2"/>
                  <a:gd name="T12" fmla="*/ 12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4" name="Freeform 129">
                <a:extLst>
                  <a:ext uri="{FF2B5EF4-FFF2-40B4-BE49-F238E27FC236}">
                    <a16:creationId xmlns:a16="http://schemas.microsoft.com/office/drawing/2014/main" id="{16267775-B697-4348-8AE9-654EB90B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95"/>
                <a:ext cx="10" cy="21"/>
              </a:xfrm>
              <a:custGeom>
                <a:avLst/>
                <a:gdLst>
                  <a:gd name="T0" fmla="*/ 63 w 4"/>
                  <a:gd name="T1" fmla="*/ 123 h 8"/>
                  <a:gd name="T2" fmla="*/ 50 w 4"/>
                  <a:gd name="T3" fmla="*/ 0 h 8"/>
                  <a:gd name="T4" fmla="*/ 33 w 4"/>
                  <a:gd name="T5" fmla="*/ 0 h 8"/>
                  <a:gd name="T6" fmla="*/ 33 w 4"/>
                  <a:gd name="T7" fmla="*/ 0 h 8"/>
                  <a:gd name="T8" fmla="*/ 0 w 4"/>
                  <a:gd name="T9" fmla="*/ 0 h 8"/>
                  <a:gd name="T10" fmla="*/ 0 w 4"/>
                  <a:gd name="T11" fmla="*/ 34 h 8"/>
                  <a:gd name="T12" fmla="*/ 0 w 4"/>
                  <a:gd name="T13" fmla="*/ 144 h 8"/>
                  <a:gd name="T14" fmla="*/ 0 w 4"/>
                  <a:gd name="T15" fmla="*/ 144 h 8"/>
                  <a:gd name="T16" fmla="*/ 63 w 4"/>
                  <a:gd name="T17" fmla="*/ 123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4" y="7"/>
                    </a:moveTo>
                    <a:cubicBezTo>
                      <a:pt x="3" y="5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4" y="7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5" name="Freeform 130">
                <a:extLst>
                  <a:ext uri="{FF2B5EF4-FFF2-40B4-BE49-F238E27FC236}">
                    <a16:creationId xmlns:a16="http://schemas.microsoft.com/office/drawing/2014/main" id="{05FEF120-46BB-4332-A6EB-54C5B0575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381"/>
                <a:ext cx="18" cy="32"/>
              </a:xfrm>
              <a:custGeom>
                <a:avLst/>
                <a:gdLst>
                  <a:gd name="T0" fmla="*/ 118 w 7"/>
                  <a:gd name="T1" fmla="*/ 0 h 12"/>
                  <a:gd name="T2" fmla="*/ 67 w 7"/>
                  <a:gd name="T3" fmla="*/ 35 h 12"/>
                  <a:gd name="T4" fmla="*/ 54 w 7"/>
                  <a:gd name="T5" fmla="*/ 0 h 12"/>
                  <a:gd name="T6" fmla="*/ 0 w 7"/>
                  <a:gd name="T7" fmla="*/ 227 h 12"/>
                  <a:gd name="T8" fmla="*/ 67 w 7"/>
                  <a:gd name="T9" fmla="*/ 205 h 12"/>
                  <a:gd name="T10" fmla="*/ 67 w 7"/>
                  <a:gd name="T11" fmla="*/ 205 h 12"/>
                  <a:gd name="T12" fmla="*/ 118 w 7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6" y="0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2" y="1"/>
                      <a:pt x="1" y="8"/>
                      <a:pt x="0" y="12"/>
                    </a:cubicBezTo>
                    <a:cubicBezTo>
                      <a:pt x="2" y="12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3"/>
                      <a:pt x="7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6" name="Freeform 131">
                <a:extLst>
                  <a:ext uri="{FF2B5EF4-FFF2-40B4-BE49-F238E27FC236}">
                    <a16:creationId xmlns:a16="http://schemas.microsoft.com/office/drawing/2014/main" id="{A848DE95-3532-499E-B5DB-3109D376F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37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56 w 3"/>
                  <a:gd name="T3" fmla="*/ 35 h 3"/>
                  <a:gd name="T4" fmla="*/ 35 w 3"/>
                  <a:gd name="T5" fmla="*/ 21 h 3"/>
                  <a:gd name="T6" fmla="*/ 0 w 3"/>
                  <a:gd name="T7" fmla="*/ 0 h 3"/>
                  <a:gd name="T8" fmla="*/ 21 w 3"/>
                  <a:gd name="T9" fmla="*/ 56 h 3"/>
                  <a:gd name="T10" fmla="*/ 21 w 3"/>
                  <a:gd name="T11" fmla="*/ 56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7" name="Freeform 132">
                <a:extLst>
                  <a:ext uri="{FF2B5EF4-FFF2-40B4-BE49-F238E27FC236}">
                    <a16:creationId xmlns:a16="http://schemas.microsoft.com/office/drawing/2014/main" id="{C30DB824-8882-48F2-852B-8495278C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387"/>
                <a:ext cx="5" cy="26"/>
              </a:xfrm>
              <a:custGeom>
                <a:avLst/>
                <a:gdLst>
                  <a:gd name="T0" fmla="*/ 33 w 2"/>
                  <a:gd name="T1" fmla="*/ 0 h 10"/>
                  <a:gd name="T2" fmla="*/ 0 w 2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2" y="1"/>
                      <a:pt x="1" y="6"/>
                      <a:pt x="0" y="10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8" name="Freeform 133">
                <a:extLst>
                  <a:ext uri="{FF2B5EF4-FFF2-40B4-BE49-F238E27FC236}">
                    <a16:creationId xmlns:a16="http://schemas.microsoft.com/office/drawing/2014/main" id="{0BDA5A5D-7767-4A8E-9B08-79BCD5E40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389"/>
                <a:ext cx="3" cy="27"/>
              </a:xfrm>
              <a:custGeom>
                <a:avLst/>
                <a:gdLst>
                  <a:gd name="T0" fmla="*/ 0 w 1"/>
                  <a:gd name="T1" fmla="*/ 0 h 10"/>
                  <a:gd name="T2" fmla="*/ 27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2"/>
                      <a:pt x="1" y="6"/>
                      <a:pt x="1" y="10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9" name="Freeform 134">
                <a:extLst>
                  <a:ext uri="{FF2B5EF4-FFF2-40B4-BE49-F238E27FC236}">
                    <a16:creationId xmlns:a16="http://schemas.microsoft.com/office/drawing/2014/main" id="{C05EF9FE-C45B-4DB0-9731-81C22E394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84"/>
                <a:ext cx="12" cy="29"/>
              </a:xfrm>
              <a:custGeom>
                <a:avLst/>
                <a:gdLst>
                  <a:gd name="T0" fmla="*/ 41 w 5"/>
                  <a:gd name="T1" fmla="*/ 21 h 11"/>
                  <a:gd name="T2" fmla="*/ 41 w 5"/>
                  <a:gd name="T3" fmla="*/ 21 h 11"/>
                  <a:gd name="T4" fmla="*/ 12 w 5"/>
                  <a:gd name="T5" fmla="*/ 21 h 11"/>
                  <a:gd name="T6" fmla="*/ 0 w 5"/>
                  <a:gd name="T7" fmla="*/ 0 h 11"/>
                  <a:gd name="T8" fmla="*/ 29 w 5"/>
                  <a:gd name="T9" fmla="*/ 166 h 11"/>
                  <a:gd name="T10" fmla="*/ 70 w 5"/>
                  <a:gd name="T11" fmla="*/ 200 h 11"/>
                  <a:gd name="T12" fmla="*/ 41 w 5"/>
                  <a:gd name="T13" fmla="*/ 2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2"/>
                      <a:pt x="1" y="6"/>
                      <a:pt x="2" y="9"/>
                    </a:cubicBezTo>
                    <a:cubicBezTo>
                      <a:pt x="3" y="9"/>
                      <a:pt x="4" y="10"/>
                      <a:pt x="5" y="11"/>
                    </a:cubicBezTo>
                    <a:cubicBezTo>
                      <a:pt x="5" y="7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0" name="Freeform 135">
                <a:extLst>
                  <a:ext uri="{FF2B5EF4-FFF2-40B4-BE49-F238E27FC236}">
                    <a16:creationId xmlns:a16="http://schemas.microsoft.com/office/drawing/2014/main" id="{A082995D-D9DF-4BE6-A245-1731C35EC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387"/>
                <a:ext cx="5" cy="21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2"/>
                      <a:pt x="1" y="6"/>
                      <a:pt x="2" y="8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1" name="Freeform 136">
                <a:extLst>
                  <a:ext uri="{FF2B5EF4-FFF2-40B4-BE49-F238E27FC236}">
                    <a16:creationId xmlns:a16="http://schemas.microsoft.com/office/drawing/2014/main" id="{D06DC771-CDAE-4C9B-98AE-9FAACB3A5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76"/>
                <a:ext cx="15" cy="37"/>
              </a:xfrm>
              <a:custGeom>
                <a:avLst/>
                <a:gdLst>
                  <a:gd name="T0" fmla="*/ 50 w 6"/>
                  <a:gd name="T1" fmla="*/ 0 h 14"/>
                  <a:gd name="T2" fmla="*/ 33 w 6"/>
                  <a:gd name="T3" fmla="*/ 21 h 14"/>
                  <a:gd name="T4" fmla="*/ 20 w 6"/>
                  <a:gd name="T5" fmla="*/ 21 h 14"/>
                  <a:gd name="T6" fmla="*/ 0 w 6"/>
                  <a:gd name="T7" fmla="*/ 21 h 14"/>
                  <a:gd name="T8" fmla="*/ 33 w 6"/>
                  <a:gd name="T9" fmla="*/ 259 h 14"/>
                  <a:gd name="T10" fmla="*/ 33 w 6"/>
                  <a:gd name="T11" fmla="*/ 259 h 14"/>
                  <a:gd name="T12" fmla="*/ 95 w 6"/>
                  <a:gd name="T13" fmla="*/ 259 h 14"/>
                  <a:gd name="T14" fmla="*/ 50 w 6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4"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3"/>
                      <a:pt x="2" y="10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4"/>
                      <a:pt x="6" y="14"/>
                    </a:cubicBezTo>
                    <a:cubicBezTo>
                      <a:pt x="6" y="13"/>
                      <a:pt x="5" y="5"/>
                      <a:pt x="3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2" name="Freeform 137">
                <a:extLst>
                  <a:ext uri="{FF2B5EF4-FFF2-40B4-BE49-F238E27FC236}">
                    <a16:creationId xmlns:a16="http://schemas.microsoft.com/office/drawing/2014/main" id="{73B3AE5D-4880-4774-87E6-52BCF9FF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79"/>
                <a:ext cx="5" cy="34"/>
              </a:xfrm>
              <a:custGeom>
                <a:avLst/>
                <a:gdLst>
                  <a:gd name="T0" fmla="*/ 0 w 2"/>
                  <a:gd name="T1" fmla="*/ 0 h 13"/>
                  <a:gd name="T2" fmla="*/ 33 w 2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1" y="1"/>
                      <a:pt x="2" y="8"/>
                      <a:pt x="2" y="13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3" name="Freeform 138">
                <a:extLst>
                  <a:ext uri="{FF2B5EF4-FFF2-40B4-BE49-F238E27FC236}">
                    <a16:creationId xmlns:a16="http://schemas.microsoft.com/office/drawing/2014/main" id="{D694744B-5C81-4C4F-878C-5164016CE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373"/>
                <a:ext cx="10" cy="16"/>
              </a:xfrm>
              <a:custGeom>
                <a:avLst/>
                <a:gdLst>
                  <a:gd name="T0" fmla="*/ 33 w 4"/>
                  <a:gd name="T1" fmla="*/ 77 h 6"/>
                  <a:gd name="T2" fmla="*/ 50 w 4"/>
                  <a:gd name="T3" fmla="*/ 93 h 6"/>
                  <a:gd name="T4" fmla="*/ 63 w 4"/>
                  <a:gd name="T5" fmla="*/ 93 h 6"/>
                  <a:gd name="T6" fmla="*/ 63 w 4"/>
                  <a:gd name="T7" fmla="*/ 93 h 6"/>
                  <a:gd name="T8" fmla="*/ 63 w 4"/>
                  <a:gd name="T9" fmla="*/ 93 h 6"/>
                  <a:gd name="T10" fmla="*/ 63 w 4"/>
                  <a:gd name="T11" fmla="*/ 115 h 6"/>
                  <a:gd name="T12" fmla="*/ 63 w 4"/>
                  <a:gd name="T13" fmla="*/ 21 h 6"/>
                  <a:gd name="T14" fmla="*/ 63 w 4"/>
                  <a:gd name="T15" fmla="*/ 21 h 6"/>
                  <a:gd name="T16" fmla="*/ 33 w 4"/>
                  <a:gd name="T17" fmla="*/ 35 h 6"/>
                  <a:gd name="T18" fmla="*/ 0 w 4"/>
                  <a:gd name="T19" fmla="*/ 0 h 6"/>
                  <a:gd name="T20" fmla="*/ 0 w 4"/>
                  <a:gd name="T21" fmla="*/ 93 h 6"/>
                  <a:gd name="T22" fmla="*/ 33 w 4"/>
                  <a:gd name="T23" fmla="*/ 77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1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4" name="Freeform 139">
                <a:extLst>
                  <a:ext uri="{FF2B5EF4-FFF2-40B4-BE49-F238E27FC236}">
                    <a16:creationId xmlns:a16="http://schemas.microsoft.com/office/drawing/2014/main" id="{E124DA12-A72D-460B-8CDF-93A692E4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3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5" name="Freeform 140">
                <a:extLst>
                  <a:ext uri="{FF2B5EF4-FFF2-40B4-BE49-F238E27FC236}">
                    <a16:creationId xmlns:a16="http://schemas.microsoft.com/office/drawing/2014/main" id="{928D546F-B68D-445C-8F29-4D62D7801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79"/>
                <a:ext cx="10" cy="24"/>
              </a:xfrm>
              <a:custGeom>
                <a:avLst/>
                <a:gdLst>
                  <a:gd name="T0" fmla="*/ 50 w 4"/>
                  <a:gd name="T1" fmla="*/ 77 h 9"/>
                  <a:gd name="T2" fmla="*/ 50 w 4"/>
                  <a:gd name="T3" fmla="*/ 115 h 9"/>
                  <a:gd name="T4" fmla="*/ 50 w 4"/>
                  <a:gd name="T5" fmla="*/ 171 h 9"/>
                  <a:gd name="T6" fmla="*/ 50 w 4"/>
                  <a:gd name="T7" fmla="*/ 171 h 9"/>
                  <a:gd name="T8" fmla="*/ 63 w 4"/>
                  <a:gd name="T9" fmla="*/ 0 h 9"/>
                  <a:gd name="T10" fmla="*/ 20 w 4"/>
                  <a:gd name="T11" fmla="*/ 35 h 9"/>
                  <a:gd name="T12" fmla="*/ 0 w 4"/>
                  <a:gd name="T13" fmla="*/ 0 h 9"/>
                  <a:gd name="T14" fmla="*/ 0 w 4"/>
                  <a:gd name="T15" fmla="*/ 77 h 9"/>
                  <a:gd name="T16" fmla="*/ 50 w 4"/>
                  <a:gd name="T17" fmla="*/ 77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3" y="4"/>
                      <a:pt x="3" y="5"/>
                      <a:pt x="3" y="6"/>
                    </a:cubicBezTo>
                    <a:cubicBezTo>
                      <a:pt x="3" y="6"/>
                      <a:pt x="3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5"/>
                      <a:pt x="4" y="1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6" name="Freeform 141">
                <a:extLst>
                  <a:ext uri="{FF2B5EF4-FFF2-40B4-BE49-F238E27FC236}">
                    <a16:creationId xmlns:a16="http://schemas.microsoft.com/office/drawing/2014/main" id="{8C5D340F-7ED6-4FA9-A3B2-4C0B29628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384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7" name="Freeform 142">
                <a:extLst>
                  <a:ext uri="{FF2B5EF4-FFF2-40B4-BE49-F238E27FC236}">
                    <a16:creationId xmlns:a16="http://schemas.microsoft.com/office/drawing/2014/main" id="{374EDEAE-405C-4E78-B4F0-23D90D72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365"/>
                <a:ext cx="8" cy="14"/>
              </a:xfrm>
              <a:custGeom>
                <a:avLst/>
                <a:gdLst>
                  <a:gd name="T0" fmla="*/ 0 w 3"/>
                  <a:gd name="T1" fmla="*/ 87 h 5"/>
                  <a:gd name="T2" fmla="*/ 21 w 3"/>
                  <a:gd name="T3" fmla="*/ 109 h 5"/>
                  <a:gd name="T4" fmla="*/ 21 w 3"/>
                  <a:gd name="T5" fmla="*/ 109 h 5"/>
                  <a:gd name="T6" fmla="*/ 35 w 3"/>
                  <a:gd name="T7" fmla="*/ 87 h 5"/>
                  <a:gd name="T8" fmla="*/ 56 w 3"/>
                  <a:gd name="T9" fmla="*/ 109 h 5"/>
                  <a:gd name="T10" fmla="*/ 56 w 3"/>
                  <a:gd name="T11" fmla="*/ 48 h 5"/>
                  <a:gd name="T12" fmla="*/ 21 w 3"/>
                  <a:gd name="T13" fmla="*/ 48 h 5"/>
                  <a:gd name="T14" fmla="*/ 0 w 3"/>
                  <a:gd name="T15" fmla="*/ 0 h 5"/>
                  <a:gd name="T16" fmla="*/ 0 w 3"/>
                  <a:gd name="T17" fmla="*/ 87 h 5"/>
                  <a:gd name="T18" fmla="*/ 0 w 3"/>
                  <a:gd name="T19" fmla="*/ 87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5"/>
                      <a:pt x="3" y="3"/>
                      <a:pt x="3" y="2"/>
                    </a:cubicBezTo>
                    <a:cubicBezTo>
                      <a:pt x="3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8" name="Freeform 143">
                <a:extLst>
                  <a:ext uri="{FF2B5EF4-FFF2-40B4-BE49-F238E27FC236}">
                    <a16:creationId xmlns:a16="http://schemas.microsoft.com/office/drawing/2014/main" id="{F761D8F5-BAB0-4404-BC42-2622897F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352"/>
                <a:ext cx="13" cy="19"/>
              </a:xfrm>
              <a:custGeom>
                <a:avLst/>
                <a:gdLst>
                  <a:gd name="T0" fmla="*/ 88 w 5"/>
                  <a:gd name="T1" fmla="*/ 0 h 7"/>
                  <a:gd name="T2" fmla="*/ 0 w 5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2"/>
                      <a:pt x="1" y="4"/>
                      <a:pt x="0" y="7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9" name="Freeform 144">
                <a:extLst>
                  <a:ext uri="{FF2B5EF4-FFF2-40B4-BE49-F238E27FC236}">
                    <a16:creationId xmlns:a16="http://schemas.microsoft.com/office/drawing/2014/main" id="{D207EA45-72AF-4CE5-8015-91D4397C4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63"/>
                <a:ext cx="17" cy="45"/>
              </a:xfrm>
              <a:custGeom>
                <a:avLst/>
                <a:gdLst>
                  <a:gd name="T0" fmla="*/ 58 w 7"/>
                  <a:gd name="T1" fmla="*/ 238 h 17"/>
                  <a:gd name="T2" fmla="*/ 70 w 7"/>
                  <a:gd name="T3" fmla="*/ 225 h 17"/>
                  <a:gd name="T4" fmla="*/ 70 w 7"/>
                  <a:gd name="T5" fmla="*/ 148 h 17"/>
                  <a:gd name="T6" fmla="*/ 87 w 7"/>
                  <a:gd name="T7" fmla="*/ 132 h 17"/>
                  <a:gd name="T8" fmla="*/ 100 w 7"/>
                  <a:gd name="T9" fmla="*/ 56 h 17"/>
                  <a:gd name="T10" fmla="*/ 100 w 7"/>
                  <a:gd name="T11" fmla="*/ 56 h 17"/>
                  <a:gd name="T12" fmla="*/ 70 w 7"/>
                  <a:gd name="T13" fmla="*/ 56 h 17"/>
                  <a:gd name="T14" fmla="*/ 58 w 7"/>
                  <a:gd name="T15" fmla="*/ 0 h 17"/>
                  <a:gd name="T16" fmla="*/ 0 w 7"/>
                  <a:gd name="T17" fmla="*/ 294 h 17"/>
                  <a:gd name="T18" fmla="*/ 0 w 7"/>
                  <a:gd name="T19" fmla="*/ 315 h 17"/>
                  <a:gd name="T20" fmla="*/ 58 w 7"/>
                  <a:gd name="T21" fmla="*/ 238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17">
                    <a:moveTo>
                      <a:pt x="4" y="13"/>
                    </a:move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5" y="10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3"/>
                      <a:pt x="5" y="3"/>
                    </a:cubicBezTo>
                    <a:cubicBezTo>
                      <a:pt x="5" y="3"/>
                      <a:pt x="4" y="1"/>
                      <a:pt x="4" y="0"/>
                    </a:cubicBezTo>
                    <a:cubicBezTo>
                      <a:pt x="3" y="2"/>
                      <a:pt x="0" y="12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6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0" name="Freeform 145">
                <a:extLst>
                  <a:ext uri="{FF2B5EF4-FFF2-40B4-BE49-F238E27FC236}">
                    <a16:creationId xmlns:a16="http://schemas.microsoft.com/office/drawing/2014/main" id="{85608414-AAB5-4448-B7AE-E78CB44A9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71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0 w 3"/>
                  <a:gd name="T3" fmla="*/ 205 h 12"/>
                  <a:gd name="T4" fmla="*/ 0 w 3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3" y="2"/>
                      <a:pt x="1" y="7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1" name="Freeform 146">
                <a:extLst>
                  <a:ext uri="{FF2B5EF4-FFF2-40B4-BE49-F238E27FC236}">
                    <a16:creationId xmlns:a16="http://schemas.microsoft.com/office/drawing/2014/main" id="{FF111E87-86A6-473C-B883-31237FCE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52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2" name="Freeform 147">
                <a:extLst>
                  <a:ext uri="{FF2B5EF4-FFF2-40B4-BE49-F238E27FC236}">
                    <a16:creationId xmlns:a16="http://schemas.microsoft.com/office/drawing/2014/main" id="{301245BB-5E45-4E6C-8C7A-D61602CDF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57"/>
                <a:ext cx="10" cy="24"/>
              </a:xfrm>
              <a:custGeom>
                <a:avLst/>
                <a:gdLst>
                  <a:gd name="T0" fmla="*/ 20 w 4"/>
                  <a:gd name="T1" fmla="*/ 0 h 9"/>
                  <a:gd name="T2" fmla="*/ 0 w 4"/>
                  <a:gd name="T3" fmla="*/ 56 h 9"/>
                  <a:gd name="T4" fmla="*/ 0 w 4"/>
                  <a:gd name="T5" fmla="*/ 93 h 9"/>
                  <a:gd name="T6" fmla="*/ 0 w 4"/>
                  <a:gd name="T7" fmla="*/ 149 h 9"/>
                  <a:gd name="T8" fmla="*/ 0 w 4"/>
                  <a:gd name="T9" fmla="*/ 171 h 9"/>
                  <a:gd name="T10" fmla="*/ 33 w 4"/>
                  <a:gd name="T11" fmla="*/ 35 h 9"/>
                  <a:gd name="T12" fmla="*/ 50 w 4"/>
                  <a:gd name="T13" fmla="*/ 35 h 9"/>
                  <a:gd name="T14" fmla="*/ 63 w 4"/>
                  <a:gd name="T15" fmla="*/ 0 h 9"/>
                  <a:gd name="T16" fmla="*/ 20 w 4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9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6"/>
                      <a:pt x="1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3" name="Freeform 148">
                <a:extLst>
                  <a:ext uri="{FF2B5EF4-FFF2-40B4-BE49-F238E27FC236}">
                    <a16:creationId xmlns:a16="http://schemas.microsoft.com/office/drawing/2014/main" id="{7FE1F73C-ACA8-4FA4-84D0-6FD74492A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373"/>
                <a:ext cx="17" cy="35"/>
              </a:xfrm>
              <a:custGeom>
                <a:avLst/>
                <a:gdLst>
                  <a:gd name="T0" fmla="*/ 87 w 7"/>
                  <a:gd name="T1" fmla="*/ 253 h 13"/>
                  <a:gd name="T2" fmla="*/ 58 w 7"/>
                  <a:gd name="T3" fmla="*/ 81 h 13"/>
                  <a:gd name="T4" fmla="*/ 70 w 7"/>
                  <a:gd name="T5" fmla="*/ 59 h 13"/>
                  <a:gd name="T6" fmla="*/ 58 w 7"/>
                  <a:gd name="T7" fmla="*/ 22 h 13"/>
                  <a:gd name="T8" fmla="*/ 29 w 7"/>
                  <a:gd name="T9" fmla="*/ 35 h 13"/>
                  <a:gd name="T10" fmla="*/ 0 w 7"/>
                  <a:gd name="T11" fmla="*/ 0 h 13"/>
                  <a:gd name="T12" fmla="*/ 41 w 7"/>
                  <a:gd name="T13" fmla="*/ 197 h 13"/>
                  <a:gd name="T14" fmla="*/ 41 w 7"/>
                  <a:gd name="T15" fmla="*/ 197 h 13"/>
                  <a:gd name="T16" fmla="*/ 100 w 7"/>
                  <a:gd name="T17" fmla="*/ 253 h 13"/>
                  <a:gd name="T18" fmla="*/ 100 w 7"/>
                  <a:gd name="T19" fmla="*/ 253 h 13"/>
                  <a:gd name="T20" fmla="*/ 87 w 7"/>
                  <a:gd name="T21" fmla="*/ 25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13">
                    <a:moveTo>
                      <a:pt x="6" y="13"/>
                    </a:moveTo>
                    <a:cubicBezTo>
                      <a:pt x="5" y="10"/>
                      <a:pt x="4" y="6"/>
                      <a:pt x="4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7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4" name="Freeform 149">
                <a:extLst>
                  <a:ext uri="{FF2B5EF4-FFF2-40B4-BE49-F238E27FC236}">
                    <a16:creationId xmlns:a16="http://schemas.microsoft.com/office/drawing/2014/main" id="{43FE387F-8E5F-4A1B-AA36-5E0C5E320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376"/>
                <a:ext cx="5" cy="27"/>
              </a:xfrm>
              <a:custGeom>
                <a:avLst/>
                <a:gdLst>
                  <a:gd name="T0" fmla="*/ 0 w 2"/>
                  <a:gd name="T1" fmla="*/ 0 h 10"/>
                  <a:gd name="T2" fmla="*/ 33 w 2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2"/>
                      <a:pt x="2" y="9"/>
                      <a:pt x="2" y="10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5" name="Freeform 150">
                <a:extLst>
                  <a:ext uri="{FF2B5EF4-FFF2-40B4-BE49-F238E27FC236}">
                    <a16:creationId xmlns:a16="http://schemas.microsoft.com/office/drawing/2014/main" id="{C2CCA7D2-789C-4246-A83C-E4BD6E35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71"/>
                <a:ext cx="12" cy="45"/>
              </a:xfrm>
              <a:custGeom>
                <a:avLst/>
                <a:gdLst>
                  <a:gd name="T0" fmla="*/ 29 w 5"/>
                  <a:gd name="T1" fmla="*/ 56 h 17"/>
                  <a:gd name="T2" fmla="*/ 29 w 5"/>
                  <a:gd name="T3" fmla="*/ 56 h 17"/>
                  <a:gd name="T4" fmla="*/ 12 w 5"/>
                  <a:gd name="T5" fmla="*/ 225 h 17"/>
                  <a:gd name="T6" fmla="*/ 12 w 5"/>
                  <a:gd name="T7" fmla="*/ 225 h 17"/>
                  <a:gd name="T8" fmla="*/ 12 w 5"/>
                  <a:gd name="T9" fmla="*/ 225 h 17"/>
                  <a:gd name="T10" fmla="*/ 29 w 5"/>
                  <a:gd name="T11" fmla="*/ 294 h 17"/>
                  <a:gd name="T12" fmla="*/ 0 w 5"/>
                  <a:gd name="T13" fmla="*/ 315 h 17"/>
                  <a:gd name="T14" fmla="*/ 29 w 5"/>
                  <a:gd name="T15" fmla="*/ 294 h 17"/>
                  <a:gd name="T16" fmla="*/ 70 w 5"/>
                  <a:gd name="T17" fmla="*/ 34 h 17"/>
                  <a:gd name="T18" fmla="*/ 29 w 5"/>
                  <a:gd name="T19" fmla="*/ 56 h 17"/>
                  <a:gd name="T20" fmla="*/ 29 w 5"/>
                  <a:gd name="T21" fmla="*/ 0 h 17"/>
                  <a:gd name="T22" fmla="*/ 12 w 5"/>
                  <a:gd name="T23" fmla="*/ 21 h 17"/>
                  <a:gd name="T24" fmla="*/ 12 w 5"/>
                  <a:gd name="T25" fmla="*/ 21 h 17"/>
                  <a:gd name="T26" fmla="*/ 29 w 5"/>
                  <a:gd name="T27" fmla="*/ 56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17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8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4"/>
                      <a:pt x="1" y="15"/>
                      <a:pt x="2" y="16"/>
                    </a:cubicBezTo>
                    <a:cubicBezTo>
                      <a:pt x="1" y="17"/>
                      <a:pt x="1" y="17"/>
                      <a:pt x="0" y="17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3"/>
                      <a:pt x="4" y="3"/>
                      <a:pt x="5" y="2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6" name="Freeform 151">
                <a:extLst>
                  <a:ext uri="{FF2B5EF4-FFF2-40B4-BE49-F238E27FC236}">
                    <a16:creationId xmlns:a16="http://schemas.microsoft.com/office/drawing/2014/main" id="{26FA8DAD-071A-40F7-8C0C-A23AEF1A0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373"/>
                <a:ext cx="10" cy="40"/>
              </a:xfrm>
              <a:custGeom>
                <a:avLst/>
                <a:gdLst>
                  <a:gd name="T0" fmla="*/ 50 w 4"/>
                  <a:gd name="T1" fmla="*/ 0 h 15"/>
                  <a:gd name="T2" fmla="*/ 50 w 4"/>
                  <a:gd name="T3" fmla="*/ 0 h 15"/>
                  <a:gd name="T4" fmla="*/ 50 w 4"/>
                  <a:gd name="T5" fmla="*/ 21 h 15"/>
                  <a:gd name="T6" fmla="*/ 0 w 4"/>
                  <a:gd name="T7" fmla="*/ 285 h 15"/>
                  <a:gd name="T8" fmla="*/ 20 w 4"/>
                  <a:gd name="T9" fmla="*/ 285 h 15"/>
                  <a:gd name="T10" fmla="*/ 63 w 4"/>
                  <a:gd name="T11" fmla="*/ 56 h 15"/>
                  <a:gd name="T12" fmla="*/ 63 w 4"/>
                  <a:gd name="T13" fmla="*/ 56 h 15"/>
                  <a:gd name="T14" fmla="*/ 50 w 4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0" y="12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1"/>
                      <a:pt x="3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7" name="Freeform 152">
                <a:extLst>
                  <a:ext uri="{FF2B5EF4-FFF2-40B4-BE49-F238E27FC236}">
                    <a16:creationId xmlns:a16="http://schemas.microsoft.com/office/drawing/2014/main" id="{716851B1-61FC-4294-BA2A-3CD71D2B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3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8" name="Freeform 153">
                <a:extLst>
                  <a:ext uri="{FF2B5EF4-FFF2-40B4-BE49-F238E27FC236}">
                    <a16:creationId xmlns:a16="http://schemas.microsoft.com/office/drawing/2014/main" id="{BD769BC8-22D3-408E-B4C5-57C5EB0C6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71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9" name="Freeform 154">
                <a:extLst>
                  <a:ext uri="{FF2B5EF4-FFF2-40B4-BE49-F238E27FC236}">
                    <a16:creationId xmlns:a16="http://schemas.microsoft.com/office/drawing/2014/main" id="{2E7C9281-D126-4C54-A9BB-2689CBCD2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49"/>
                <a:ext cx="10" cy="16"/>
              </a:xfrm>
              <a:custGeom>
                <a:avLst/>
                <a:gdLst>
                  <a:gd name="T0" fmla="*/ 50 w 4"/>
                  <a:gd name="T1" fmla="*/ 21 h 6"/>
                  <a:gd name="T2" fmla="*/ 20 w 4"/>
                  <a:gd name="T3" fmla="*/ 0 h 6"/>
                  <a:gd name="T4" fmla="*/ 20 w 4"/>
                  <a:gd name="T5" fmla="*/ 0 h 6"/>
                  <a:gd name="T6" fmla="*/ 0 w 4"/>
                  <a:gd name="T7" fmla="*/ 115 h 6"/>
                  <a:gd name="T8" fmla="*/ 33 w 4"/>
                  <a:gd name="T9" fmla="*/ 115 h 6"/>
                  <a:gd name="T10" fmla="*/ 33 w 4"/>
                  <a:gd name="T11" fmla="*/ 115 h 6"/>
                  <a:gd name="T12" fmla="*/ 50 w 4"/>
                  <a:gd name="T13" fmla="*/ 56 h 6"/>
                  <a:gd name="T14" fmla="*/ 63 w 4"/>
                  <a:gd name="T15" fmla="*/ 21 h 6"/>
                  <a:gd name="T16" fmla="*/ 63 w 4"/>
                  <a:gd name="T17" fmla="*/ 21 h 6"/>
                  <a:gd name="T18" fmla="*/ 63 w 4"/>
                  <a:gd name="T19" fmla="*/ 21 h 6"/>
                  <a:gd name="T20" fmla="*/ 63 w 4"/>
                  <a:gd name="T21" fmla="*/ 0 h 6"/>
                  <a:gd name="T22" fmla="*/ 50 w 4"/>
                  <a:gd name="T23" fmla="*/ 21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0" name="Freeform 155">
                <a:extLst>
                  <a:ext uri="{FF2B5EF4-FFF2-40B4-BE49-F238E27FC236}">
                    <a16:creationId xmlns:a16="http://schemas.microsoft.com/office/drawing/2014/main" id="{1A8FBADB-9E47-483B-81FC-557781EE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357"/>
                <a:ext cx="13" cy="19"/>
              </a:xfrm>
              <a:custGeom>
                <a:avLst/>
                <a:gdLst>
                  <a:gd name="T0" fmla="*/ 68 w 5"/>
                  <a:gd name="T1" fmla="*/ 38 h 7"/>
                  <a:gd name="T2" fmla="*/ 68 w 5"/>
                  <a:gd name="T3" fmla="*/ 60 h 7"/>
                  <a:gd name="T4" fmla="*/ 55 w 5"/>
                  <a:gd name="T5" fmla="*/ 38 h 7"/>
                  <a:gd name="T6" fmla="*/ 21 w 5"/>
                  <a:gd name="T7" fmla="*/ 38 h 7"/>
                  <a:gd name="T8" fmla="*/ 21 w 5"/>
                  <a:gd name="T9" fmla="*/ 0 h 7"/>
                  <a:gd name="T10" fmla="*/ 0 w 5"/>
                  <a:gd name="T11" fmla="*/ 103 h 7"/>
                  <a:gd name="T12" fmla="*/ 21 w 5"/>
                  <a:gd name="T13" fmla="*/ 103 h 7"/>
                  <a:gd name="T14" fmla="*/ 34 w 5"/>
                  <a:gd name="T15" fmla="*/ 117 h 7"/>
                  <a:gd name="T16" fmla="*/ 34 w 5"/>
                  <a:gd name="T17" fmla="*/ 117 h 7"/>
                  <a:gd name="T18" fmla="*/ 68 w 5"/>
                  <a:gd name="T19" fmla="*/ 141 h 7"/>
                  <a:gd name="T20" fmla="*/ 68 w 5"/>
                  <a:gd name="T21" fmla="*/ 141 h 7"/>
                  <a:gd name="T22" fmla="*/ 68 w 5"/>
                  <a:gd name="T23" fmla="*/ 60 h 7"/>
                  <a:gd name="T24" fmla="*/ 68 w 5"/>
                  <a:gd name="T25" fmla="*/ 60 h 7"/>
                  <a:gd name="T26" fmla="*/ 88 w 5"/>
                  <a:gd name="T27" fmla="*/ 0 h 7"/>
                  <a:gd name="T28" fmla="*/ 68 w 5"/>
                  <a:gd name="T29" fmla="*/ 38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4" y="2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2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1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1" name="Freeform 156">
                <a:extLst>
                  <a:ext uri="{FF2B5EF4-FFF2-40B4-BE49-F238E27FC236}">
                    <a16:creationId xmlns:a16="http://schemas.microsoft.com/office/drawing/2014/main" id="{592F86B7-F849-427A-AD1E-71E680903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341"/>
                <a:ext cx="10" cy="24"/>
              </a:xfrm>
              <a:custGeom>
                <a:avLst/>
                <a:gdLst>
                  <a:gd name="T0" fmla="*/ 33 w 4"/>
                  <a:gd name="T1" fmla="*/ 171 h 9"/>
                  <a:gd name="T2" fmla="*/ 33 w 4"/>
                  <a:gd name="T3" fmla="*/ 171 h 9"/>
                  <a:gd name="T4" fmla="*/ 50 w 4"/>
                  <a:gd name="T5" fmla="*/ 171 h 9"/>
                  <a:gd name="T6" fmla="*/ 63 w 4"/>
                  <a:gd name="T7" fmla="*/ 56 h 9"/>
                  <a:gd name="T8" fmla="*/ 63 w 4"/>
                  <a:gd name="T9" fmla="*/ 56 h 9"/>
                  <a:gd name="T10" fmla="*/ 63 w 4"/>
                  <a:gd name="T11" fmla="*/ 35 h 9"/>
                  <a:gd name="T12" fmla="*/ 63 w 4"/>
                  <a:gd name="T13" fmla="*/ 35 h 9"/>
                  <a:gd name="T14" fmla="*/ 63 w 4"/>
                  <a:gd name="T15" fmla="*/ 0 h 9"/>
                  <a:gd name="T16" fmla="*/ 50 w 4"/>
                  <a:gd name="T17" fmla="*/ 35 h 9"/>
                  <a:gd name="T18" fmla="*/ 0 w 4"/>
                  <a:gd name="T19" fmla="*/ 35 h 9"/>
                  <a:gd name="T20" fmla="*/ 0 w 4"/>
                  <a:gd name="T21" fmla="*/ 115 h 9"/>
                  <a:gd name="T22" fmla="*/ 50 w 4"/>
                  <a:gd name="T23" fmla="*/ 115 h 9"/>
                  <a:gd name="T24" fmla="*/ 33 w 4"/>
                  <a:gd name="T25" fmla="*/ 171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3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7"/>
                      <a:pt x="3" y="8"/>
                      <a:pt x="2" y="9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2" name="Freeform 157">
                <a:extLst>
                  <a:ext uri="{FF2B5EF4-FFF2-40B4-BE49-F238E27FC236}">
                    <a16:creationId xmlns:a16="http://schemas.microsoft.com/office/drawing/2014/main" id="{894C6B60-7763-4858-81B1-A4874BEAD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36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3" name="Line 158">
                <a:extLst>
                  <a:ext uri="{FF2B5EF4-FFF2-40B4-BE49-F238E27FC236}">
                    <a16:creationId xmlns:a16="http://schemas.microsoft.com/office/drawing/2014/main" id="{65CC38D1-FB47-4BB0-A48B-4200E1EE30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5" y="1363"/>
                <a:ext cx="1" cy="2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4" name="Freeform 159">
                <a:extLst>
                  <a:ext uri="{FF2B5EF4-FFF2-40B4-BE49-F238E27FC236}">
                    <a16:creationId xmlns:a16="http://schemas.microsoft.com/office/drawing/2014/main" id="{FA90CCB8-956E-4098-A0EE-92CC228CB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363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3"/>
                      <a:pt x="0" y="3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5" name="Freeform 160">
                <a:extLst>
                  <a:ext uri="{FF2B5EF4-FFF2-40B4-BE49-F238E27FC236}">
                    <a16:creationId xmlns:a16="http://schemas.microsoft.com/office/drawing/2014/main" id="{0FD99121-660F-4E2F-8172-F86CD2BD7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47"/>
                <a:ext cx="1" cy="18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1"/>
                      <a:pt x="0" y="5"/>
                      <a:pt x="0" y="7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6" name="Freeform 161">
                <a:extLst>
                  <a:ext uri="{FF2B5EF4-FFF2-40B4-BE49-F238E27FC236}">
                    <a16:creationId xmlns:a16="http://schemas.microsoft.com/office/drawing/2014/main" id="{440C9DD1-97AC-40F2-9ECE-11FA6AC61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349"/>
                <a:ext cx="10" cy="19"/>
              </a:xfrm>
              <a:custGeom>
                <a:avLst/>
                <a:gdLst>
                  <a:gd name="T0" fmla="*/ 0 w 4"/>
                  <a:gd name="T1" fmla="*/ 38 h 7"/>
                  <a:gd name="T2" fmla="*/ 20 w 4"/>
                  <a:gd name="T3" fmla="*/ 38 h 7"/>
                  <a:gd name="T4" fmla="*/ 20 w 4"/>
                  <a:gd name="T5" fmla="*/ 60 h 7"/>
                  <a:gd name="T6" fmla="*/ 0 w 4"/>
                  <a:gd name="T7" fmla="*/ 103 h 7"/>
                  <a:gd name="T8" fmla="*/ 0 w 4"/>
                  <a:gd name="T9" fmla="*/ 103 h 7"/>
                  <a:gd name="T10" fmla="*/ 20 w 4"/>
                  <a:gd name="T11" fmla="*/ 117 h 7"/>
                  <a:gd name="T12" fmla="*/ 33 w 4"/>
                  <a:gd name="T13" fmla="*/ 141 h 7"/>
                  <a:gd name="T14" fmla="*/ 63 w 4"/>
                  <a:gd name="T15" fmla="*/ 0 h 7"/>
                  <a:gd name="T16" fmla="*/ 50 w 4"/>
                  <a:gd name="T17" fmla="*/ 22 h 7"/>
                  <a:gd name="T18" fmla="*/ 20 w 4"/>
                  <a:gd name="T19" fmla="*/ 0 h 7"/>
                  <a:gd name="T20" fmla="*/ 20 w 4"/>
                  <a:gd name="T21" fmla="*/ 0 h 7"/>
                  <a:gd name="T22" fmla="*/ 0 w 4"/>
                  <a:gd name="T23" fmla="*/ 38 h 7"/>
                  <a:gd name="T24" fmla="*/ 0 w 4"/>
                  <a:gd name="T25" fmla="*/ 38 h 7"/>
                  <a:gd name="T26" fmla="*/ 0 w 4"/>
                  <a:gd name="T27" fmla="*/ 38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7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6"/>
                      <a:pt x="3" y="2"/>
                      <a:pt x="4" y="0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7" name="Freeform 162">
                <a:extLst>
                  <a:ext uri="{FF2B5EF4-FFF2-40B4-BE49-F238E27FC236}">
                    <a16:creationId xmlns:a16="http://schemas.microsoft.com/office/drawing/2014/main" id="{357C2924-5320-45D9-AB07-C2B607033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352"/>
                <a:ext cx="3" cy="13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0" y="4"/>
                      <a:pt x="0" y="5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8" name="Freeform 163">
                <a:extLst>
                  <a:ext uri="{FF2B5EF4-FFF2-40B4-BE49-F238E27FC236}">
                    <a16:creationId xmlns:a16="http://schemas.microsoft.com/office/drawing/2014/main" id="{8203CA41-ACEA-46A9-BDB8-065CC7C6C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344"/>
                <a:ext cx="20" cy="45"/>
              </a:xfrm>
              <a:custGeom>
                <a:avLst/>
                <a:gdLst>
                  <a:gd name="T0" fmla="*/ 113 w 8"/>
                  <a:gd name="T1" fmla="*/ 56 h 17"/>
                  <a:gd name="T2" fmla="*/ 63 w 8"/>
                  <a:gd name="T3" fmla="*/ 0 h 17"/>
                  <a:gd name="T4" fmla="*/ 50 w 8"/>
                  <a:gd name="T5" fmla="*/ 21 h 17"/>
                  <a:gd name="T6" fmla="*/ 63 w 8"/>
                  <a:gd name="T7" fmla="*/ 34 h 17"/>
                  <a:gd name="T8" fmla="*/ 63 w 8"/>
                  <a:gd name="T9" fmla="*/ 34 h 17"/>
                  <a:gd name="T10" fmla="*/ 33 w 8"/>
                  <a:gd name="T11" fmla="*/ 169 h 17"/>
                  <a:gd name="T12" fmla="*/ 33 w 8"/>
                  <a:gd name="T13" fmla="*/ 183 h 17"/>
                  <a:gd name="T14" fmla="*/ 33 w 8"/>
                  <a:gd name="T15" fmla="*/ 183 h 17"/>
                  <a:gd name="T16" fmla="*/ 33 w 8"/>
                  <a:gd name="T17" fmla="*/ 183 h 17"/>
                  <a:gd name="T18" fmla="*/ 20 w 8"/>
                  <a:gd name="T19" fmla="*/ 259 h 17"/>
                  <a:gd name="T20" fmla="*/ 0 w 8"/>
                  <a:gd name="T21" fmla="*/ 281 h 17"/>
                  <a:gd name="T22" fmla="*/ 0 w 8"/>
                  <a:gd name="T23" fmla="*/ 315 h 17"/>
                  <a:gd name="T24" fmla="*/ 0 w 8"/>
                  <a:gd name="T25" fmla="*/ 315 h 17"/>
                  <a:gd name="T26" fmla="*/ 125 w 8"/>
                  <a:gd name="T27" fmla="*/ 56 h 17"/>
                  <a:gd name="T28" fmla="*/ 113 w 8"/>
                  <a:gd name="T29" fmla="*/ 56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" h="17">
                    <a:moveTo>
                      <a:pt x="7" y="3"/>
                    </a:moveTo>
                    <a:cubicBezTo>
                      <a:pt x="6" y="2"/>
                      <a:pt x="6" y="1"/>
                      <a:pt x="4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2" y="8"/>
                      <a:pt x="2" y="9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1" y="13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0"/>
                      <a:pt x="7" y="4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9" name="Freeform 164">
                <a:extLst>
                  <a:ext uri="{FF2B5EF4-FFF2-40B4-BE49-F238E27FC236}">
                    <a16:creationId xmlns:a16="http://schemas.microsoft.com/office/drawing/2014/main" id="{BFCF2CFA-796D-4955-8444-B47CFC685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5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0" name="Freeform 165">
                <a:extLst>
                  <a:ext uri="{FF2B5EF4-FFF2-40B4-BE49-F238E27FC236}">
                    <a16:creationId xmlns:a16="http://schemas.microsoft.com/office/drawing/2014/main" id="{9DA0B1E6-E006-4E52-82E9-222782ACD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63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37 w 3"/>
                  <a:gd name="T3" fmla="*/ 21 h 5"/>
                  <a:gd name="T4" fmla="*/ 12 w 3"/>
                  <a:gd name="T5" fmla="*/ 34 h 5"/>
                  <a:gd name="T6" fmla="*/ 0 w 3"/>
                  <a:gd name="T7" fmla="*/ 21 h 5"/>
                  <a:gd name="T8" fmla="*/ 0 w 3"/>
                  <a:gd name="T9" fmla="*/ 21 h 5"/>
                  <a:gd name="T10" fmla="*/ 0 w 3"/>
                  <a:gd name="T11" fmla="*/ 21 h 5"/>
                  <a:gd name="T12" fmla="*/ 0 w 3"/>
                  <a:gd name="T13" fmla="*/ 88 h 5"/>
                  <a:gd name="T14" fmla="*/ 12 w 3"/>
                  <a:gd name="T15" fmla="*/ 68 h 5"/>
                  <a:gd name="T16" fmla="*/ 28 w 3"/>
                  <a:gd name="T17" fmla="*/ 55 h 5"/>
                  <a:gd name="T18" fmla="*/ 37 w 3"/>
                  <a:gd name="T19" fmla="*/ 55 h 5"/>
                  <a:gd name="T20" fmla="*/ 37 w 3"/>
                  <a:gd name="T21" fmla="*/ 21 h 5"/>
                  <a:gd name="T22" fmla="*/ 37 w 3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1" name="Freeform 166">
                <a:extLst>
                  <a:ext uri="{FF2B5EF4-FFF2-40B4-BE49-F238E27FC236}">
                    <a16:creationId xmlns:a16="http://schemas.microsoft.com/office/drawing/2014/main" id="{6C83E228-A2CE-431A-972D-91BB989E4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355"/>
                <a:ext cx="10" cy="42"/>
              </a:xfrm>
              <a:custGeom>
                <a:avLst/>
                <a:gdLst>
                  <a:gd name="T0" fmla="*/ 20 w 4"/>
                  <a:gd name="T1" fmla="*/ 268 h 16"/>
                  <a:gd name="T2" fmla="*/ 20 w 4"/>
                  <a:gd name="T3" fmla="*/ 255 h 16"/>
                  <a:gd name="T4" fmla="*/ 20 w 4"/>
                  <a:gd name="T5" fmla="*/ 234 h 16"/>
                  <a:gd name="T6" fmla="*/ 20 w 4"/>
                  <a:gd name="T7" fmla="*/ 165 h 16"/>
                  <a:gd name="T8" fmla="*/ 50 w 4"/>
                  <a:gd name="T9" fmla="*/ 123 h 16"/>
                  <a:gd name="T10" fmla="*/ 50 w 4"/>
                  <a:gd name="T11" fmla="*/ 144 h 16"/>
                  <a:gd name="T12" fmla="*/ 50 w 4"/>
                  <a:gd name="T13" fmla="*/ 76 h 16"/>
                  <a:gd name="T14" fmla="*/ 50 w 4"/>
                  <a:gd name="T15" fmla="*/ 76 h 16"/>
                  <a:gd name="T16" fmla="*/ 50 w 4"/>
                  <a:gd name="T17" fmla="*/ 76 h 16"/>
                  <a:gd name="T18" fmla="*/ 63 w 4"/>
                  <a:gd name="T19" fmla="*/ 55 h 16"/>
                  <a:gd name="T20" fmla="*/ 63 w 4"/>
                  <a:gd name="T21" fmla="*/ 55 h 16"/>
                  <a:gd name="T22" fmla="*/ 63 w 4"/>
                  <a:gd name="T23" fmla="*/ 55 h 16"/>
                  <a:gd name="T24" fmla="*/ 63 w 4"/>
                  <a:gd name="T25" fmla="*/ 0 h 16"/>
                  <a:gd name="T26" fmla="*/ 50 w 4"/>
                  <a:gd name="T27" fmla="*/ 21 h 16"/>
                  <a:gd name="T28" fmla="*/ 0 w 4"/>
                  <a:gd name="T29" fmla="*/ 21 h 16"/>
                  <a:gd name="T30" fmla="*/ 0 w 4"/>
                  <a:gd name="T31" fmla="*/ 110 h 16"/>
                  <a:gd name="T32" fmla="*/ 0 w 4"/>
                  <a:gd name="T33" fmla="*/ 110 h 16"/>
                  <a:gd name="T34" fmla="*/ 20 w 4"/>
                  <a:gd name="T35" fmla="*/ 144 h 16"/>
                  <a:gd name="T36" fmla="*/ 20 w 4"/>
                  <a:gd name="T37" fmla="*/ 144 h 16"/>
                  <a:gd name="T38" fmla="*/ 20 w 4"/>
                  <a:gd name="T39" fmla="*/ 144 h 16"/>
                  <a:gd name="T40" fmla="*/ 20 w 4"/>
                  <a:gd name="T41" fmla="*/ 234 h 16"/>
                  <a:gd name="T42" fmla="*/ 20 w 4"/>
                  <a:gd name="T43" fmla="*/ 234 h 16"/>
                  <a:gd name="T44" fmla="*/ 20 w 4"/>
                  <a:gd name="T45" fmla="*/ 289 h 16"/>
                  <a:gd name="T46" fmla="*/ 20 w 4"/>
                  <a:gd name="T47" fmla="*/ 289 h 16"/>
                  <a:gd name="T48" fmla="*/ 20 w 4"/>
                  <a:gd name="T49" fmla="*/ 26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" h="16">
                    <a:moveTo>
                      <a:pt x="1" y="15"/>
                    </a:move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1" y="12"/>
                      <a:pt x="1" y="10"/>
                      <a:pt x="1" y="9"/>
                    </a:cubicBezTo>
                    <a:cubicBezTo>
                      <a:pt x="2" y="9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12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5"/>
                      <a:pt x="1" y="15"/>
                      <a:pt x="1" y="15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2" name="Freeform 167">
                <a:extLst>
                  <a:ext uri="{FF2B5EF4-FFF2-40B4-BE49-F238E27FC236}">
                    <a16:creationId xmlns:a16="http://schemas.microsoft.com/office/drawing/2014/main" id="{1FAD66A7-8774-43BA-93B2-07240D6C1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365"/>
                <a:ext cx="1" cy="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6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3" name="Line 168">
                <a:extLst>
                  <a:ext uri="{FF2B5EF4-FFF2-40B4-BE49-F238E27FC236}">
                    <a16:creationId xmlns:a16="http://schemas.microsoft.com/office/drawing/2014/main" id="{42C2D4A6-26F0-49B1-8414-5942E5D4E0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5" y="1365"/>
                <a:ext cx="1" cy="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4" name="Freeform 169">
                <a:extLst>
                  <a:ext uri="{FF2B5EF4-FFF2-40B4-BE49-F238E27FC236}">
                    <a16:creationId xmlns:a16="http://schemas.microsoft.com/office/drawing/2014/main" id="{9536ECC8-AC21-454A-A844-75759B642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3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5" name="Freeform 170">
                <a:extLst>
                  <a:ext uri="{FF2B5EF4-FFF2-40B4-BE49-F238E27FC236}">
                    <a16:creationId xmlns:a16="http://schemas.microsoft.com/office/drawing/2014/main" id="{2CBFED82-6743-47D7-82C4-0332CE43C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349"/>
                <a:ext cx="15" cy="24"/>
              </a:xfrm>
              <a:custGeom>
                <a:avLst/>
                <a:gdLst>
                  <a:gd name="T0" fmla="*/ 95 w 6"/>
                  <a:gd name="T1" fmla="*/ 171 h 9"/>
                  <a:gd name="T2" fmla="*/ 95 w 6"/>
                  <a:gd name="T3" fmla="*/ 171 h 9"/>
                  <a:gd name="T4" fmla="*/ 63 w 6"/>
                  <a:gd name="T5" fmla="*/ 0 h 9"/>
                  <a:gd name="T6" fmla="*/ 33 w 6"/>
                  <a:gd name="T7" fmla="*/ 56 h 9"/>
                  <a:gd name="T8" fmla="*/ 0 w 6"/>
                  <a:gd name="T9" fmla="*/ 21 h 9"/>
                  <a:gd name="T10" fmla="*/ 50 w 6"/>
                  <a:gd name="T11" fmla="*/ 171 h 9"/>
                  <a:gd name="T12" fmla="*/ 95 w 6"/>
                  <a:gd name="T13" fmla="*/ 17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2"/>
                      <a:pt x="4" y="0"/>
                    </a:cubicBezTo>
                    <a:cubicBezTo>
                      <a:pt x="3" y="1"/>
                      <a:pt x="2" y="1"/>
                      <a:pt x="2" y="3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1" y="2"/>
                      <a:pt x="2" y="7"/>
                      <a:pt x="3" y="9"/>
                    </a:cubicBezTo>
                    <a:cubicBezTo>
                      <a:pt x="4" y="9"/>
                      <a:pt x="5" y="8"/>
                      <a:pt x="6" y="9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6" name="Freeform 171">
                <a:extLst>
                  <a:ext uri="{FF2B5EF4-FFF2-40B4-BE49-F238E27FC236}">
                    <a16:creationId xmlns:a16="http://schemas.microsoft.com/office/drawing/2014/main" id="{E9E89A8E-000D-49F8-B3A1-1446B0DA9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357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0"/>
                      <a:pt x="1" y="5"/>
                      <a:pt x="2" y="6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7" name="Freeform 172">
                <a:extLst>
                  <a:ext uri="{FF2B5EF4-FFF2-40B4-BE49-F238E27FC236}">
                    <a16:creationId xmlns:a16="http://schemas.microsoft.com/office/drawing/2014/main" id="{9E70497D-1712-4926-8E28-61F818CA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60"/>
                <a:ext cx="2" cy="19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1"/>
                      <a:pt x="1" y="5"/>
                      <a:pt x="1" y="7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8" name="Freeform 173">
                <a:extLst>
                  <a:ext uri="{FF2B5EF4-FFF2-40B4-BE49-F238E27FC236}">
                    <a16:creationId xmlns:a16="http://schemas.microsoft.com/office/drawing/2014/main" id="{67057666-28ED-44C9-944D-2046EB607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363"/>
                <a:ext cx="10" cy="48"/>
              </a:xfrm>
              <a:custGeom>
                <a:avLst/>
                <a:gdLst>
                  <a:gd name="T0" fmla="*/ 63 w 4"/>
                  <a:gd name="T1" fmla="*/ 341 h 18"/>
                  <a:gd name="T2" fmla="*/ 33 w 4"/>
                  <a:gd name="T3" fmla="*/ 115 h 18"/>
                  <a:gd name="T4" fmla="*/ 33 w 4"/>
                  <a:gd name="T5" fmla="*/ 115 h 18"/>
                  <a:gd name="T6" fmla="*/ 33 w 4"/>
                  <a:gd name="T7" fmla="*/ 93 h 18"/>
                  <a:gd name="T8" fmla="*/ 33 w 4"/>
                  <a:gd name="T9" fmla="*/ 77 h 18"/>
                  <a:gd name="T10" fmla="*/ 63 w 4"/>
                  <a:gd name="T11" fmla="*/ 77 h 18"/>
                  <a:gd name="T12" fmla="*/ 50 w 4"/>
                  <a:gd name="T13" fmla="*/ 0 h 18"/>
                  <a:gd name="T14" fmla="*/ 50 w 4"/>
                  <a:gd name="T15" fmla="*/ 35 h 18"/>
                  <a:gd name="T16" fmla="*/ 33 w 4"/>
                  <a:gd name="T17" fmla="*/ 35 h 18"/>
                  <a:gd name="T18" fmla="*/ 0 w 4"/>
                  <a:gd name="T19" fmla="*/ 56 h 18"/>
                  <a:gd name="T20" fmla="*/ 20 w 4"/>
                  <a:gd name="T21" fmla="*/ 136 h 18"/>
                  <a:gd name="T22" fmla="*/ 20 w 4"/>
                  <a:gd name="T23" fmla="*/ 136 h 18"/>
                  <a:gd name="T24" fmla="*/ 33 w 4"/>
                  <a:gd name="T25" fmla="*/ 171 h 18"/>
                  <a:gd name="T26" fmla="*/ 33 w 4"/>
                  <a:gd name="T27" fmla="*/ 171 h 18"/>
                  <a:gd name="T28" fmla="*/ 63 w 4"/>
                  <a:gd name="T29" fmla="*/ 341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" h="18">
                    <a:moveTo>
                      <a:pt x="4" y="18"/>
                    </a:moveTo>
                    <a:cubicBezTo>
                      <a:pt x="4" y="14"/>
                      <a:pt x="3" y="8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0" y="3"/>
                      <a:pt x="0" y="3"/>
                    </a:cubicBezTo>
                    <a:cubicBezTo>
                      <a:pt x="1" y="3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4" y="15"/>
                      <a:pt x="4" y="18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9" name="Freeform 174">
                <a:extLst>
                  <a:ext uri="{FF2B5EF4-FFF2-40B4-BE49-F238E27FC236}">
                    <a16:creationId xmlns:a16="http://schemas.microsoft.com/office/drawing/2014/main" id="{583FEB28-00D2-4A06-BFD2-1351B87BE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57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21 h 9"/>
                  <a:gd name="T4" fmla="*/ 0 w 3"/>
                  <a:gd name="T5" fmla="*/ 0 h 9"/>
                  <a:gd name="T6" fmla="*/ 0 w 3"/>
                  <a:gd name="T7" fmla="*/ 0 h 9"/>
                  <a:gd name="T8" fmla="*/ 0 w 3"/>
                  <a:gd name="T9" fmla="*/ 136 h 9"/>
                  <a:gd name="T10" fmla="*/ 12 w 3"/>
                  <a:gd name="T11" fmla="*/ 171 h 9"/>
                  <a:gd name="T12" fmla="*/ 28 w 3"/>
                  <a:gd name="T13" fmla="*/ 171 h 9"/>
                  <a:gd name="T14" fmla="*/ 12 w 3"/>
                  <a:gd name="T15" fmla="*/ 93 h 9"/>
                  <a:gd name="T16" fmla="*/ 12 w 3"/>
                  <a:gd name="T17" fmla="*/ 56 h 9"/>
                  <a:gd name="T18" fmla="*/ 28 w 3"/>
                  <a:gd name="T19" fmla="*/ 35 h 9"/>
                  <a:gd name="T20" fmla="*/ 37 w 3"/>
                  <a:gd name="T21" fmla="*/ 56 h 9"/>
                  <a:gd name="T22" fmla="*/ 37 w 3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5"/>
                      <a:pt x="0" y="7"/>
                    </a:cubicBezTo>
                    <a:cubicBezTo>
                      <a:pt x="0" y="7"/>
                      <a:pt x="1" y="8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8"/>
                      <a:pt x="2" y="5"/>
                      <a:pt x="1" y="5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0" name="Freeform 175">
                <a:extLst>
                  <a:ext uri="{FF2B5EF4-FFF2-40B4-BE49-F238E27FC236}">
                    <a16:creationId xmlns:a16="http://schemas.microsoft.com/office/drawing/2014/main" id="{E8CC2FF4-B522-4FBD-A129-BF3CDFE98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68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1" name="Freeform 176">
                <a:extLst>
                  <a:ext uri="{FF2B5EF4-FFF2-40B4-BE49-F238E27FC236}">
                    <a16:creationId xmlns:a16="http://schemas.microsoft.com/office/drawing/2014/main" id="{87608E7E-5403-42B9-A263-8407A74CE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60"/>
                <a:ext cx="10" cy="32"/>
              </a:xfrm>
              <a:custGeom>
                <a:avLst/>
                <a:gdLst>
                  <a:gd name="T0" fmla="*/ 20 w 4"/>
                  <a:gd name="T1" fmla="*/ 77 h 12"/>
                  <a:gd name="T2" fmla="*/ 20 w 4"/>
                  <a:gd name="T3" fmla="*/ 93 h 12"/>
                  <a:gd name="T4" fmla="*/ 20 w 4"/>
                  <a:gd name="T5" fmla="*/ 77 h 12"/>
                  <a:gd name="T6" fmla="*/ 33 w 4"/>
                  <a:gd name="T7" fmla="*/ 115 h 12"/>
                  <a:gd name="T8" fmla="*/ 63 w 4"/>
                  <a:gd name="T9" fmla="*/ 227 h 12"/>
                  <a:gd name="T10" fmla="*/ 63 w 4"/>
                  <a:gd name="T11" fmla="*/ 192 h 12"/>
                  <a:gd name="T12" fmla="*/ 63 w 4"/>
                  <a:gd name="T13" fmla="*/ 192 h 12"/>
                  <a:gd name="T14" fmla="*/ 50 w 4"/>
                  <a:gd name="T15" fmla="*/ 21 h 12"/>
                  <a:gd name="T16" fmla="*/ 20 w 4"/>
                  <a:gd name="T17" fmla="*/ 35 h 12"/>
                  <a:gd name="T18" fmla="*/ 0 w 4"/>
                  <a:gd name="T19" fmla="*/ 0 h 12"/>
                  <a:gd name="T20" fmla="*/ 20 w 4"/>
                  <a:gd name="T21" fmla="*/ 56 h 12"/>
                  <a:gd name="T22" fmla="*/ 20 w 4"/>
                  <a:gd name="T23" fmla="*/ 77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12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6"/>
                      <a:pt x="2" y="6"/>
                    </a:cubicBezTo>
                    <a:cubicBezTo>
                      <a:pt x="3" y="8"/>
                      <a:pt x="4" y="10"/>
                      <a:pt x="4" y="12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3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2" name="Freeform 177">
                <a:extLst>
                  <a:ext uri="{FF2B5EF4-FFF2-40B4-BE49-F238E27FC236}">
                    <a16:creationId xmlns:a16="http://schemas.microsoft.com/office/drawing/2014/main" id="{59A0BCAA-E2EC-400C-B208-F8C8028AC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365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3" name="Freeform 178">
                <a:extLst>
                  <a:ext uri="{FF2B5EF4-FFF2-40B4-BE49-F238E27FC236}">
                    <a16:creationId xmlns:a16="http://schemas.microsoft.com/office/drawing/2014/main" id="{E67EFEDA-491D-48DD-98A3-71A464CA4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47"/>
                <a:ext cx="10" cy="21"/>
              </a:xfrm>
              <a:custGeom>
                <a:avLst/>
                <a:gdLst>
                  <a:gd name="T0" fmla="*/ 50 w 4"/>
                  <a:gd name="T1" fmla="*/ 34 h 8"/>
                  <a:gd name="T2" fmla="*/ 50 w 4"/>
                  <a:gd name="T3" fmla="*/ 76 h 8"/>
                  <a:gd name="T4" fmla="*/ 50 w 4"/>
                  <a:gd name="T5" fmla="*/ 123 h 8"/>
                  <a:gd name="T6" fmla="*/ 50 w 4"/>
                  <a:gd name="T7" fmla="*/ 123 h 8"/>
                  <a:gd name="T8" fmla="*/ 50 w 4"/>
                  <a:gd name="T9" fmla="*/ 123 h 8"/>
                  <a:gd name="T10" fmla="*/ 63 w 4"/>
                  <a:gd name="T11" fmla="*/ 110 h 8"/>
                  <a:gd name="T12" fmla="*/ 63 w 4"/>
                  <a:gd name="T13" fmla="*/ 144 h 8"/>
                  <a:gd name="T14" fmla="*/ 63 w 4"/>
                  <a:gd name="T15" fmla="*/ 0 h 8"/>
                  <a:gd name="T16" fmla="*/ 50 w 4"/>
                  <a:gd name="T17" fmla="*/ 21 h 8"/>
                  <a:gd name="T18" fmla="*/ 0 w 4"/>
                  <a:gd name="T19" fmla="*/ 0 h 8"/>
                  <a:gd name="T20" fmla="*/ 0 w 4"/>
                  <a:gd name="T21" fmla="*/ 55 h 8"/>
                  <a:gd name="T22" fmla="*/ 50 w 4"/>
                  <a:gd name="T23" fmla="*/ 34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3" y="2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6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4" name="Freeform 179">
                <a:extLst>
                  <a:ext uri="{FF2B5EF4-FFF2-40B4-BE49-F238E27FC236}">
                    <a16:creationId xmlns:a16="http://schemas.microsoft.com/office/drawing/2014/main" id="{39983CC2-0E8D-4614-90EA-7E2DE60D4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4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5" name="Freeform 180">
                <a:extLst>
                  <a:ext uri="{FF2B5EF4-FFF2-40B4-BE49-F238E27FC236}">
                    <a16:creationId xmlns:a16="http://schemas.microsoft.com/office/drawing/2014/main" id="{7227743B-3D85-4107-A4C4-E4DD493F2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352"/>
                <a:ext cx="10" cy="32"/>
              </a:xfrm>
              <a:custGeom>
                <a:avLst/>
                <a:gdLst>
                  <a:gd name="T0" fmla="*/ 33 w 4"/>
                  <a:gd name="T1" fmla="*/ 35 h 12"/>
                  <a:gd name="T2" fmla="*/ 33 w 4"/>
                  <a:gd name="T3" fmla="*/ 77 h 12"/>
                  <a:gd name="T4" fmla="*/ 50 w 4"/>
                  <a:gd name="T5" fmla="*/ 227 h 12"/>
                  <a:gd name="T6" fmla="*/ 50 w 4"/>
                  <a:gd name="T7" fmla="*/ 227 h 12"/>
                  <a:gd name="T8" fmla="*/ 50 w 4"/>
                  <a:gd name="T9" fmla="*/ 149 h 12"/>
                  <a:gd name="T10" fmla="*/ 63 w 4"/>
                  <a:gd name="T11" fmla="*/ 149 h 12"/>
                  <a:gd name="T12" fmla="*/ 63 w 4"/>
                  <a:gd name="T13" fmla="*/ 0 h 12"/>
                  <a:gd name="T14" fmla="*/ 33 w 4"/>
                  <a:gd name="T15" fmla="*/ 21 h 12"/>
                  <a:gd name="T16" fmla="*/ 0 w 4"/>
                  <a:gd name="T17" fmla="*/ 0 h 12"/>
                  <a:gd name="T18" fmla="*/ 20 w 4"/>
                  <a:gd name="T19" fmla="*/ 56 h 12"/>
                  <a:gd name="T20" fmla="*/ 33 w 4"/>
                  <a:gd name="T21" fmla="*/ 3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12">
                    <a:moveTo>
                      <a:pt x="2" y="2"/>
                    </a:moveTo>
                    <a:cubicBezTo>
                      <a:pt x="2" y="3"/>
                      <a:pt x="2" y="3"/>
                      <a:pt x="2" y="4"/>
                    </a:cubicBezTo>
                    <a:cubicBezTo>
                      <a:pt x="2" y="6"/>
                      <a:pt x="3" y="1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3" y="9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7"/>
                      <a:pt x="4" y="0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2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6" name="Freeform 181">
                <a:extLst>
                  <a:ext uri="{FF2B5EF4-FFF2-40B4-BE49-F238E27FC236}">
                    <a16:creationId xmlns:a16="http://schemas.microsoft.com/office/drawing/2014/main" id="{D51414D7-F659-424A-9CA4-5229FA368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39"/>
                <a:ext cx="7" cy="21"/>
              </a:xfrm>
              <a:custGeom>
                <a:avLst/>
                <a:gdLst>
                  <a:gd name="T0" fmla="*/ 28 w 3"/>
                  <a:gd name="T1" fmla="*/ 144 h 8"/>
                  <a:gd name="T2" fmla="*/ 12 w 3"/>
                  <a:gd name="T3" fmla="*/ 89 h 8"/>
                  <a:gd name="T4" fmla="*/ 37 w 3"/>
                  <a:gd name="T5" fmla="*/ 76 h 8"/>
                  <a:gd name="T6" fmla="*/ 37 w 3"/>
                  <a:gd name="T7" fmla="*/ 0 h 8"/>
                  <a:gd name="T8" fmla="*/ 12 w 3"/>
                  <a:gd name="T9" fmla="*/ 34 h 8"/>
                  <a:gd name="T10" fmla="*/ 0 w 3"/>
                  <a:gd name="T11" fmla="*/ 34 h 8"/>
                  <a:gd name="T12" fmla="*/ 12 w 3"/>
                  <a:gd name="T13" fmla="*/ 144 h 8"/>
                  <a:gd name="T14" fmla="*/ 28 w 3"/>
                  <a:gd name="T15" fmla="*/ 144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1" y="7"/>
                      <a:pt x="1" y="6"/>
                      <a:pt x="1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2" y="8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7" name="Freeform 182">
                <a:extLst>
                  <a:ext uri="{FF2B5EF4-FFF2-40B4-BE49-F238E27FC236}">
                    <a16:creationId xmlns:a16="http://schemas.microsoft.com/office/drawing/2014/main" id="{9E9E191C-1BEF-49FF-A6A2-C45ED299E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35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8" name="Line 183">
                <a:extLst>
                  <a:ext uri="{FF2B5EF4-FFF2-40B4-BE49-F238E27FC236}">
                    <a16:creationId xmlns:a16="http://schemas.microsoft.com/office/drawing/2014/main" id="{70419471-04E6-4C25-9AFD-683D8D38A9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0" y="1355"/>
                <a:ext cx="1" cy="2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9" name="Freeform 184">
                <a:extLst>
                  <a:ext uri="{FF2B5EF4-FFF2-40B4-BE49-F238E27FC236}">
                    <a16:creationId xmlns:a16="http://schemas.microsoft.com/office/drawing/2014/main" id="{63D35325-E2B9-4190-88A1-CF142A9B2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0" name="Freeform 185">
                <a:extLst>
                  <a:ext uri="{FF2B5EF4-FFF2-40B4-BE49-F238E27FC236}">
                    <a16:creationId xmlns:a16="http://schemas.microsoft.com/office/drawing/2014/main" id="{A2F38341-0DB2-40D9-A492-85E664DD4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339"/>
                <a:ext cx="10" cy="37"/>
              </a:xfrm>
              <a:custGeom>
                <a:avLst/>
                <a:gdLst>
                  <a:gd name="T0" fmla="*/ 63 w 4"/>
                  <a:gd name="T1" fmla="*/ 132 h 14"/>
                  <a:gd name="T2" fmla="*/ 63 w 4"/>
                  <a:gd name="T3" fmla="*/ 132 h 14"/>
                  <a:gd name="T4" fmla="*/ 63 w 4"/>
                  <a:gd name="T5" fmla="*/ 111 h 14"/>
                  <a:gd name="T6" fmla="*/ 63 w 4"/>
                  <a:gd name="T7" fmla="*/ 111 h 14"/>
                  <a:gd name="T8" fmla="*/ 63 w 4"/>
                  <a:gd name="T9" fmla="*/ 111 h 14"/>
                  <a:gd name="T10" fmla="*/ 63 w 4"/>
                  <a:gd name="T11" fmla="*/ 56 h 14"/>
                  <a:gd name="T12" fmla="*/ 63 w 4"/>
                  <a:gd name="T13" fmla="*/ 56 h 14"/>
                  <a:gd name="T14" fmla="*/ 63 w 4"/>
                  <a:gd name="T15" fmla="*/ 34 h 14"/>
                  <a:gd name="T16" fmla="*/ 63 w 4"/>
                  <a:gd name="T17" fmla="*/ 0 h 14"/>
                  <a:gd name="T18" fmla="*/ 33 w 4"/>
                  <a:gd name="T19" fmla="*/ 21 h 14"/>
                  <a:gd name="T20" fmla="*/ 0 w 4"/>
                  <a:gd name="T21" fmla="*/ 0 h 14"/>
                  <a:gd name="T22" fmla="*/ 20 w 4"/>
                  <a:gd name="T23" fmla="*/ 56 h 14"/>
                  <a:gd name="T24" fmla="*/ 33 w 4"/>
                  <a:gd name="T25" fmla="*/ 77 h 14"/>
                  <a:gd name="T26" fmla="*/ 63 w 4"/>
                  <a:gd name="T27" fmla="*/ 238 h 14"/>
                  <a:gd name="T28" fmla="*/ 63 w 4"/>
                  <a:gd name="T29" fmla="*/ 238 h 14"/>
                  <a:gd name="T30" fmla="*/ 63 w 4"/>
                  <a:gd name="T31" fmla="*/ 259 h 14"/>
                  <a:gd name="T32" fmla="*/ 63 w 4"/>
                  <a:gd name="T33" fmla="*/ 132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14"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6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2"/>
                      <a:pt x="4" y="8"/>
                      <a:pt x="4" y="7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1" name="Freeform 186">
                <a:extLst>
                  <a:ext uri="{FF2B5EF4-FFF2-40B4-BE49-F238E27FC236}">
                    <a16:creationId xmlns:a16="http://schemas.microsoft.com/office/drawing/2014/main" id="{D9F49777-4C7D-466C-93ED-9822AE590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2" name="Freeform 187">
                <a:extLst>
                  <a:ext uri="{FF2B5EF4-FFF2-40B4-BE49-F238E27FC236}">
                    <a16:creationId xmlns:a16="http://schemas.microsoft.com/office/drawing/2014/main" id="{F6D9AFDD-48FD-43B4-999A-931D8E32B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3" name="Freeform 188">
                <a:extLst>
                  <a:ext uri="{FF2B5EF4-FFF2-40B4-BE49-F238E27FC236}">
                    <a16:creationId xmlns:a16="http://schemas.microsoft.com/office/drawing/2014/main" id="{C34D7C29-4C2D-484F-B5F3-F181ECE5A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4" name="Freeform 189">
                <a:extLst>
                  <a:ext uri="{FF2B5EF4-FFF2-40B4-BE49-F238E27FC236}">
                    <a16:creationId xmlns:a16="http://schemas.microsoft.com/office/drawing/2014/main" id="{4BF3E620-A5D2-49DF-8039-6C464814F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341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0"/>
                      <a:pt x="1" y="4"/>
                      <a:pt x="1" y="4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5" name="Freeform 190">
                <a:extLst>
                  <a:ext uri="{FF2B5EF4-FFF2-40B4-BE49-F238E27FC236}">
                    <a16:creationId xmlns:a16="http://schemas.microsoft.com/office/drawing/2014/main" id="{B59D4D2C-59D6-42DC-BD66-4B425EB8C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339"/>
                <a:ext cx="8" cy="34"/>
              </a:xfrm>
              <a:custGeom>
                <a:avLst/>
                <a:gdLst>
                  <a:gd name="T0" fmla="*/ 0 w 3"/>
                  <a:gd name="T1" fmla="*/ 68 h 13"/>
                  <a:gd name="T2" fmla="*/ 35 w 3"/>
                  <a:gd name="T3" fmla="*/ 89 h 13"/>
                  <a:gd name="T4" fmla="*/ 35 w 3"/>
                  <a:gd name="T5" fmla="*/ 233 h 13"/>
                  <a:gd name="T6" fmla="*/ 35 w 3"/>
                  <a:gd name="T7" fmla="*/ 233 h 13"/>
                  <a:gd name="T8" fmla="*/ 56 w 3"/>
                  <a:gd name="T9" fmla="*/ 212 h 13"/>
                  <a:gd name="T10" fmla="*/ 56 w 3"/>
                  <a:gd name="T11" fmla="*/ 0 h 13"/>
                  <a:gd name="T12" fmla="*/ 21 w 3"/>
                  <a:gd name="T13" fmla="*/ 21 h 13"/>
                  <a:gd name="T14" fmla="*/ 0 w 3"/>
                  <a:gd name="T15" fmla="*/ 0 h 13"/>
                  <a:gd name="T16" fmla="*/ 0 w 3"/>
                  <a:gd name="T17" fmla="*/ 0 h 13"/>
                  <a:gd name="T18" fmla="*/ 0 w 3"/>
                  <a:gd name="T19" fmla="*/ 68 h 13"/>
                  <a:gd name="T20" fmla="*/ 0 w 3"/>
                  <a:gd name="T21" fmla="*/ 68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3">
                    <a:moveTo>
                      <a:pt x="0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3" y="11"/>
                      <a:pt x="3" y="1"/>
                      <a:pt x="3" y="0"/>
                    </a:cubicBezTo>
                    <a:cubicBezTo>
                      <a:pt x="3" y="0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6" name="Freeform 191">
                <a:extLst>
                  <a:ext uri="{FF2B5EF4-FFF2-40B4-BE49-F238E27FC236}">
                    <a16:creationId xmlns:a16="http://schemas.microsoft.com/office/drawing/2014/main" id="{8305A9C7-1DDA-4588-B7AD-E691143FC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341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3"/>
                      <a:pt x="0" y="3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7" name="Freeform 192">
                <a:extLst>
                  <a:ext uri="{FF2B5EF4-FFF2-40B4-BE49-F238E27FC236}">
                    <a16:creationId xmlns:a16="http://schemas.microsoft.com/office/drawing/2014/main" id="{62958192-0A35-41D4-8F27-9F580C55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3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8" name="Freeform 193">
                <a:extLst>
                  <a:ext uri="{FF2B5EF4-FFF2-40B4-BE49-F238E27FC236}">
                    <a16:creationId xmlns:a16="http://schemas.microsoft.com/office/drawing/2014/main" id="{B80C9AEA-30EA-4520-9ED2-44509584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3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9" name="Freeform 194">
                <a:extLst>
                  <a:ext uri="{FF2B5EF4-FFF2-40B4-BE49-F238E27FC236}">
                    <a16:creationId xmlns:a16="http://schemas.microsoft.com/office/drawing/2014/main" id="{F43257CA-EEE1-4198-9D8A-98B51C01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3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0" name="Freeform 195">
                <a:extLst>
                  <a:ext uri="{FF2B5EF4-FFF2-40B4-BE49-F238E27FC236}">
                    <a16:creationId xmlns:a16="http://schemas.microsoft.com/office/drawing/2014/main" id="{48B7A9BA-9C31-4F48-9970-99F996140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3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1" name="Freeform 196">
                <a:extLst>
                  <a:ext uri="{FF2B5EF4-FFF2-40B4-BE49-F238E27FC236}">
                    <a16:creationId xmlns:a16="http://schemas.microsoft.com/office/drawing/2014/main" id="{776F8A5D-9EAA-4AE7-BAB3-BB2C2A5C6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3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2" name="Freeform 197">
                <a:extLst>
                  <a:ext uri="{FF2B5EF4-FFF2-40B4-BE49-F238E27FC236}">
                    <a16:creationId xmlns:a16="http://schemas.microsoft.com/office/drawing/2014/main" id="{7A64A84E-F3A2-4A81-83E0-A3BBC5F7E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3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3" name="Freeform 198">
                <a:extLst>
                  <a:ext uri="{FF2B5EF4-FFF2-40B4-BE49-F238E27FC236}">
                    <a16:creationId xmlns:a16="http://schemas.microsoft.com/office/drawing/2014/main" id="{BC65713A-00FD-4C88-8F5A-4ADF4816A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331"/>
                <a:ext cx="10" cy="40"/>
              </a:xfrm>
              <a:custGeom>
                <a:avLst/>
                <a:gdLst>
                  <a:gd name="T0" fmla="*/ 0 w 4"/>
                  <a:gd name="T1" fmla="*/ 285 h 15"/>
                  <a:gd name="T2" fmla="*/ 0 w 4"/>
                  <a:gd name="T3" fmla="*/ 285 h 15"/>
                  <a:gd name="T4" fmla="*/ 20 w 4"/>
                  <a:gd name="T5" fmla="*/ 285 h 15"/>
                  <a:gd name="T6" fmla="*/ 20 w 4"/>
                  <a:gd name="T7" fmla="*/ 285 h 15"/>
                  <a:gd name="T8" fmla="*/ 20 w 4"/>
                  <a:gd name="T9" fmla="*/ 192 h 15"/>
                  <a:gd name="T10" fmla="*/ 50 w 4"/>
                  <a:gd name="T11" fmla="*/ 171 h 15"/>
                  <a:gd name="T12" fmla="*/ 63 w 4"/>
                  <a:gd name="T13" fmla="*/ 0 h 15"/>
                  <a:gd name="T14" fmla="*/ 50 w 4"/>
                  <a:gd name="T15" fmla="*/ 35 h 15"/>
                  <a:gd name="T16" fmla="*/ 20 w 4"/>
                  <a:gd name="T17" fmla="*/ 35 h 15"/>
                  <a:gd name="T18" fmla="*/ 0 w 4"/>
                  <a:gd name="T19" fmla="*/ 21 h 15"/>
                  <a:gd name="T20" fmla="*/ 0 w 4"/>
                  <a:gd name="T21" fmla="*/ 77 h 15"/>
                  <a:gd name="T22" fmla="*/ 0 w 4"/>
                  <a:gd name="T23" fmla="*/ 28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1" y="11"/>
                      <a:pt x="1" y="10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3" y="6"/>
                      <a:pt x="4" y="1"/>
                      <a:pt x="4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0" y="6"/>
                      <a:pt x="0" y="14"/>
                      <a:pt x="0" y="15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4" name="Freeform 199">
                <a:extLst>
                  <a:ext uri="{FF2B5EF4-FFF2-40B4-BE49-F238E27FC236}">
                    <a16:creationId xmlns:a16="http://schemas.microsoft.com/office/drawing/2014/main" id="{90F67E56-8A1A-4F74-8F4F-516BE3B72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3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5" name="Freeform 200">
                <a:extLst>
                  <a:ext uri="{FF2B5EF4-FFF2-40B4-BE49-F238E27FC236}">
                    <a16:creationId xmlns:a16="http://schemas.microsoft.com/office/drawing/2014/main" id="{54F63A0F-4F61-412F-B8B0-0CB5E5A9D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3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6" name="Freeform 201">
                <a:extLst>
                  <a:ext uri="{FF2B5EF4-FFF2-40B4-BE49-F238E27FC236}">
                    <a16:creationId xmlns:a16="http://schemas.microsoft.com/office/drawing/2014/main" id="{FAAA8505-DDA7-40D4-8829-41D976F95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336"/>
                <a:ext cx="1" cy="35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0" y="1"/>
                      <a:pt x="0" y="10"/>
                      <a:pt x="0" y="13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7" name="Freeform 202">
                <a:extLst>
                  <a:ext uri="{FF2B5EF4-FFF2-40B4-BE49-F238E27FC236}">
                    <a16:creationId xmlns:a16="http://schemas.microsoft.com/office/drawing/2014/main" id="{D80C2D31-496D-45FB-8025-2030EEB6A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336"/>
                <a:ext cx="1" cy="1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1"/>
                      <a:pt x="0" y="6"/>
                      <a:pt x="0" y="7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8" name="Freeform 203">
                <a:extLst>
                  <a:ext uri="{FF2B5EF4-FFF2-40B4-BE49-F238E27FC236}">
                    <a16:creationId xmlns:a16="http://schemas.microsoft.com/office/drawing/2014/main" id="{47A8C48A-D9D7-4533-BAC1-E61DA1F7A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47"/>
                <a:ext cx="12" cy="18"/>
              </a:xfrm>
              <a:custGeom>
                <a:avLst/>
                <a:gdLst>
                  <a:gd name="T0" fmla="*/ 70 w 5"/>
                  <a:gd name="T1" fmla="*/ 0 h 7"/>
                  <a:gd name="T2" fmla="*/ 29 w 5"/>
                  <a:gd name="T3" fmla="*/ 33 h 7"/>
                  <a:gd name="T4" fmla="*/ 12 w 5"/>
                  <a:gd name="T5" fmla="*/ 21 h 7"/>
                  <a:gd name="T6" fmla="*/ 0 w 5"/>
                  <a:gd name="T7" fmla="*/ 0 h 7"/>
                  <a:gd name="T8" fmla="*/ 0 w 5"/>
                  <a:gd name="T9" fmla="*/ 33 h 7"/>
                  <a:gd name="T10" fmla="*/ 12 w 5"/>
                  <a:gd name="T11" fmla="*/ 54 h 7"/>
                  <a:gd name="T12" fmla="*/ 12 w 5"/>
                  <a:gd name="T13" fmla="*/ 100 h 7"/>
                  <a:gd name="T14" fmla="*/ 41 w 5"/>
                  <a:gd name="T15" fmla="*/ 100 h 7"/>
                  <a:gd name="T16" fmla="*/ 41 w 5"/>
                  <a:gd name="T17" fmla="*/ 118 h 7"/>
                  <a:gd name="T18" fmla="*/ 58 w 5"/>
                  <a:gd name="T19" fmla="*/ 67 h 7"/>
                  <a:gd name="T20" fmla="*/ 70 w 5"/>
                  <a:gd name="T21" fmla="*/ 67 h 7"/>
                  <a:gd name="T22" fmla="*/ 70 w 5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0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3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807" name="Group 204">
              <a:extLst>
                <a:ext uri="{FF2B5EF4-FFF2-40B4-BE49-F238E27FC236}">
                  <a16:creationId xmlns:a16="http://schemas.microsoft.com/office/drawing/2014/main" id="{35146B8E-5D23-4F63-A832-ABF7FEC4CC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5" y="1323"/>
              <a:ext cx="2725" cy="688"/>
              <a:chOff x="525" y="1323"/>
              <a:chExt cx="2725" cy="688"/>
            </a:xfrm>
          </p:grpSpPr>
          <p:sp>
            <p:nvSpPr>
              <p:cNvPr id="42991" name="Freeform 205">
                <a:extLst>
                  <a:ext uri="{FF2B5EF4-FFF2-40B4-BE49-F238E27FC236}">
                    <a16:creationId xmlns:a16="http://schemas.microsoft.com/office/drawing/2014/main" id="{7DF96A06-33F5-4ED2-96C8-CC9B6CBCF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352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2" name="Freeform 206">
                <a:extLst>
                  <a:ext uri="{FF2B5EF4-FFF2-40B4-BE49-F238E27FC236}">
                    <a16:creationId xmlns:a16="http://schemas.microsoft.com/office/drawing/2014/main" id="{2C3AD2D7-3128-4E0F-A699-E487202DC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333"/>
                <a:ext cx="10" cy="22"/>
              </a:xfrm>
              <a:custGeom>
                <a:avLst/>
                <a:gdLst>
                  <a:gd name="T0" fmla="*/ 0 w 4"/>
                  <a:gd name="T1" fmla="*/ 168 h 8"/>
                  <a:gd name="T2" fmla="*/ 0 w 4"/>
                  <a:gd name="T3" fmla="*/ 168 h 8"/>
                  <a:gd name="T4" fmla="*/ 20 w 4"/>
                  <a:gd name="T5" fmla="*/ 143 h 8"/>
                  <a:gd name="T6" fmla="*/ 20 w 4"/>
                  <a:gd name="T7" fmla="*/ 107 h 8"/>
                  <a:gd name="T8" fmla="*/ 63 w 4"/>
                  <a:gd name="T9" fmla="*/ 61 h 8"/>
                  <a:gd name="T10" fmla="*/ 63 w 4"/>
                  <a:gd name="T11" fmla="*/ 0 h 8"/>
                  <a:gd name="T12" fmla="*/ 63 w 4"/>
                  <a:gd name="T13" fmla="*/ 0 h 8"/>
                  <a:gd name="T14" fmla="*/ 63 w 4"/>
                  <a:gd name="T15" fmla="*/ 22 h 8"/>
                  <a:gd name="T16" fmla="*/ 20 w 4"/>
                  <a:gd name="T17" fmla="*/ 22 h 8"/>
                  <a:gd name="T18" fmla="*/ 0 w 4"/>
                  <a:gd name="T19" fmla="*/ 143 h 8"/>
                  <a:gd name="T20" fmla="*/ 0 w 4"/>
                  <a:gd name="T21" fmla="*/ 16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2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3" name="Freeform 207">
                <a:extLst>
                  <a:ext uri="{FF2B5EF4-FFF2-40B4-BE49-F238E27FC236}">
                    <a16:creationId xmlns:a16="http://schemas.microsoft.com/office/drawing/2014/main" id="{F7CF689D-F4A1-4D02-BE0F-295DD1C5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336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3"/>
                      <a:pt x="0" y="3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4" name="Freeform 208">
                <a:extLst>
                  <a:ext uri="{FF2B5EF4-FFF2-40B4-BE49-F238E27FC236}">
                    <a16:creationId xmlns:a16="http://schemas.microsoft.com/office/drawing/2014/main" id="{C8E4E327-B6B9-4ECB-94D8-937EFB1B9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33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5" name="Freeform 209">
                <a:extLst>
                  <a:ext uri="{FF2B5EF4-FFF2-40B4-BE49-F238E27FC236}">
                    <a16:creationId xmlns:a16="http://schemas.microsoft.com/office/drawing/2014/main" id="{F7E489CB-B3C9-4EAA-8F97-79FCB0228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36"/>
                <a:ext cx="7" cy="11"/>
              </a:xfrm>
              <a:custGeom>
                <a:avLst/>
                <a:gdLst>
                  <a:gd name="T0" fmla="*/ 0 w 3"/>
                  <a:gd name="T1" fmla="*/ 47 h 4"/>
                  <a:gd name="T2" fmla="*/ 12 w 3"/>
                  <a:gd name="T3" fmla="*/ 47 h 4"/>
                  <a:gd name="T4" fmla="*/ 12 w 3"/>
                  <a:gd name="T5" fmla="*/ 83 h 4"/>
                  <a:gd name="T6" fmla="*/ 12 w 3"/>
                  <a:gd name="T7" fmla="*/ 83 h 4"/>
                  <a:gd name="T8" fmla="*/ 12 w 3"/>
                  <a:gd name="T9" fmla="*/ 83 h 4"/>
                  <a:gd name="T10" fmla="*/ 37 w 3"/>
                  <a:gd name="T11" fmla="*/ 61 h 4"/>
                  <a:gd name="T12" fmla="*/ 37 w 3"/>
                  <a:gd name="T13" fmla="*/ 61 h 4"/>
                  <a:gd name="T14" fmla="*/ 37 w 3"/>
                  <a:gd name="T15" fmla="*/ 0 h 4"/>
                  <a:gd name="T16" fmla="*/ 37 w 3"/>
                  <a:gd name="T17" fmla="*/ 0 h 4"/>
                  <a:gd name="T18" fmla="*/ 37 w 3"/>
                  <a:gd name="T19" fmla="*/ 22 h 4"/>
                  <a:gd name="T20" fmla="*/ 0 w 3"/>
                  <a:gd name="T21" fmla="*/ 22 h 4"/>
                  <a:gd name="T22" fmla="*/ 0 w 3"/>
                  <a:gd name="T23" fmla="*/ 47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6" name="Freeform 210">
                <a:extLst>
                  <a:ext uri="{FF2B5EF4-FFF2-40B4-BE49-F238E27FC236}">
                    <a16:creationId xmlns:a16="http://schemas.microsoft.com/office/drawing/2014/main" id="{331F3619-DA82-4859-9E23-2A17D0531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39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2"/>
                      <a:pt x="0" y="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7" name="Freeform 211">
                <a:extLst>
                  <a:ext uri="{FF2B5EF4-FFF2-40B4-BE49-F238E27FC236}">
                    <a16:creationId xmlns:a16="http://schemas.microsoft.com/office/drawing/2014/main" id="{36681C50-8A74-4526-A13E-ECBDF069F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336"/>
                <a:ext cx="10" cy="19"/>
              </a:xfrm>
              <a:custGeom>
                <a:avLst/>
                <a:gdLst>
                  <a:gd name="T0" fmla="*/ 20 w 4"/>
                  <a:gd name="T1" fmla="*/ 103 h 7"/>
                  <a:gd name="T2" fmla="*/ 20 w 4"/>
                  <a:gd name="T3" fmla="*/ 117 h 7"/>
                  <a:gd name="T4" fmla="*/ 20 w 4"/>
                  <a:gd name="T5" fmla="*/ 117 h 7"/>
                  <a:gd name="T6" fmla="*/ 20 w 4"/>
                  <a:gd name="T7" fmla="*/ 117 h 7"/>
                  <a:gd name="T8" fmla="*/ 33 w 4"/>
                  <a:gd name="T9" fmla="*/ 141 h 7"/>
                  <a:gd name="T10" fmla="*/ 33 w 4"/>
                  <a:gd name="T11" fmla="*/ 141 h 7"/>
                  <a:gd name="T12" fmla="*/ 33 w 4"/>
                  <a:gd name="T13" fmla="*/ 141 h 7"/>
                  <a:gd name="T14" fmla="*/ 50 w 4"/>
                  <a:gd name="T15" fmla="*/ 103 h 7"/>
                  <a:gd name="T16" fmla="*/ 50 w 4"/>
                  <a:gd name="T17" fmla="*/ 81 h 7"/>
                  <a:gd name="T18" fmla="*/ 63 w 4"/>
                  <a:gd name="T19" fmla="*/ 81 h 7"/>
                  <a:gd name="T20" fmla="*/ 63 w 4"/>
                  <a:gd name="T21" fmla="*/ 38 h 7"/>
                  <a:gd name="T22" fmla="*/ 63 w 4"/>
                  <a:gd name="T23" fmla="*/ 60 h 7"/>
                  <a:gd name="T24" fmla="*/ 20 w 4"/>
                  <a:gd name="T25" fmla="*/ 38 h 7"/>
                  <a:gd name="T26" fmla="*/ 20 w 4"/>
                  <a:gd name="T27" fmla="*/ 0 h 7"/>
                  <a:gd name="T28" fmla="*/ 20 w 4"/>
                  <a:gd name="T29" fmla="*/ 0 h 7"/>
                  <a:gd name="T30" fmla="*/ 0 w 4"/>
                  <a:gd name="T31" fmla="*/ 60 h 7"/>
                  <a:gd name="T32" fmla="*/ 20 w 4"/>
                  <a:gd name="T33" fmla="*/ 103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7">
                    <a:moveTo>
                      <a:pt x="1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8" name="Freeform 212">
                <a:extLst>
                  <a:ext uri="{FF2B5EF4-FFF2-40B4-BE49-F238E27FC236}">
                    <a16:creationId xmlns:a16="http://schemas.microsoft.com/office/drawing/2014/main" id="{046BDD94-5555-471E-9FD1-4EBAEFCBA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344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0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9" name="Line 213">
                <a:extLst>
                  <a:ext uri="{FF2B5EF4-FFF2-40B4-BE49-F238E27FC236}">
                    <a16:creationId xmlns:a16="http://schemas.microsoft.com/office/drawing/2014/main" id="{F3E78E5B-49A3-4437-9FC2-6E3AC6BFEB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5" y="1344"/>
                <a:ext cx="1" cy="3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0" name="Freeform 214">
                <a:extLst>
                  <a:ext uri="{FF2B5EF4-FFF2-40B4-BE49-F238E27FC236}">
                    <a16:creationId xmlns:a16="http://schemas.microsoft.com/office/drawing/2014/main" id="{0DD816F1-4907-4EC2-BA11-518A69727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341"/>
                <a:ext cx="1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1" name="Freeform 215">
                <a:extLst>
                  <a:ext uri="{FF2B5EF4-FFF2-40B4-BE49-F238E27FC236}">
                    <a16:creationId xmlns:a16="http://schemas.microsoft.com/office/drawing/2014/main" id="{70CDC0B6-1DAC-451C-95CA-0446FB252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325"/>
                <a:ext cx="10" cy="8"/>
              </a:xfrm>
              <a:custGeom>
                <a:avLst/>
                <a:gdLst>
                  <a:gd name="T0" fmla="*/ 0 w 4"/>
                  <a:gd name="T1" fmla="*/ 21 h 3"/>
                  <a:gd name="T2" fmla="*/ 50 w 4"/>
                  <a:gd name="T3" fmla="*/ 0 h 3"/>
                  <a:gd name="T4" fmla="*/ 50 w 4"/>
                  <a:gd name="T5" fmla="*/ 21 h 3"/>
                  <a:gd name="T6" fmla="*/ 33 w 4"/>
                  <a:gd name="T7" fmla="*/ 56 h 3"/>
                  <a:gd name="T8" fmla="*/ 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0"/>
                      <a:pt x="3" y="0"/>
                      <a:pt x="3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2" name="Freeform 216">
                <a:extLst>
                  <a:ext uri="{FF2B5EF4-FFF2-40B4-BE49-F238E27FC236}">
                    <a16:creationId xmlns:a16="http://schemas.microsoft.com/office/drawing/2014/main" id="{698D3800-9368-4C70-9D2F-AC2A80AE8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323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56 w 3"/>
                  <a:gd name="T3" fmla="*/ 21 h 3"/>
                  <a:gd name="T4" fmla="*/ 56 w 3"/>
                  <a:gd name="T5" fmla="*/ 56 h 3"/>
                  <a:gd name="T6" fmla="*/ 0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3" y="1"/>
                      <a:pt x="3" y="1"/>
                    </a:cubicBezTo>
                    <a:cubicBezTo>
                      <a:pt x="3" y="1"/>
                      <a:pt x="3" y="3"/>
                      <a:pt x="3" y="3"/>
                    </a:cubicBezTo>
                    <a:cubicBezTo>
                      <a:pt x="3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3" name="Freeform 217">
                <a:extLst>
                  <a:ext uri="{FF2B5EF4-FFF2-40B4-BE49-F238E27FC236}">
                    <a16:creationId xmlns:a16="http://schemas.microsoft.com/office/drawing/2014/main" id="{E2EE5853-9D02-40D4-AAB6-53DF9B204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328"/>
                <a:ext cx="7" cy="11"/>
              </a:xfrm>
              <a:custGeom>
                <a:avLst/>
                <a:gdLst>
                  <a:gd name="T0" fmla="*/ 0 w 3"/>
                  <a:gd name="T1" fmla="*/ 47 h 4"/>
                  <a:gd name="T2" fmla="*/ 37 w 3"/>
                  <a:gd name="T3" fmla="*/ 0 h 4"/>
                  <a:gd name="T4" fmla="*/ 37 w 3"/>
                  <a:gd name="T5" fmla="*/ 47 h 4"/>
                  <a:gd name="T6" fmla="*/ 0 w 3"/>
                  <a:gd name="T7" fmla="*/ 83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1" y="3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4" name="Freeform 218">
                <a:extLst>
                  <a:ext uri="{FF2B5EF4-FFF2-40B4-BE49-F238E27FC236}">
                    <a16:creationId xmlns:a16="http://schemas.microsoft.com/office/drawing/2014/main" id="{EC8269F7-C315-4009-9C60-90E2E9AE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328"/>
                <a:ext cx="10" cy="21"/>
              </a:xfrm>
              <a:custGeom>
                <a:avLst/>
                <a:gdLst>
                  <a:gd name="T0" fmla="*/ 0 w 4"/>
                  <a:gd name="T1" fmla="*/ 76 h 8"/>
                  <a:gd name="T2" fmla="*/ 0 w 4"/>
                  <a:gd name="T3" fmla="*/ 76 h 8"/>
                  <a:gd name="T4" fmla="*/ 0 w 4"/>
                  <a:gd name="T5" fmla="*/ 89 h 8"/>
                  <a:gd name="T6" fmla="*/ 20 w 4"/>
                  <a:gd name="T7" fmla="*/ 89 h 8"/>
                  <a:gd name="T8" fmla="*/ 33 w 4"/>
                  <a:gd name="T9" fmla="*/ 123 h 8"/>
                  <a:gd name="T10" fmla="*/ 33 w 4"/>
                  <a:gd name="T11" fmla="*/ 144 h 8"/>
                  <a:gd name="T12" fmla="*/ 33 w 4"/>
                  <a:gd name="T13" fmla="*/ 144 h 8"/>
                  <a:gd name="T14" fmla="*/ 33 w 4"/>
                  <a:gd name="T15" fmla="*/ 110 h 8"/>
                  <a:gd name="T16" fmla="*/ 33 w 4"/>
                  <a:gd name="T17" fmla="*/ 89 h 8"/>
                  <a:gd name="T18" fmla="*/ 33 w 4"/>
                  <a:gd name="T19" fmla="*/ 76 h 8"/>
                  <a:gd name="T20" fmla="*/ 63 w 4"/>
                  <a:gd name="T21" fmla="*/ 55 h 8"/>
                  <a:gd name="T22" fmla="*/ 50 w 4"/>
                  <a:gd name="T23" fmla="*/ 0 h 8"/>
                  <a:gd name="T24" fmla="*/ 50 w 4"/>
                  <a:gd name="T25" fmla="*/ 34 h 8"/>
                  <a:gd name="T26" fmla="*/ 0 w 4"/>
                  <a:gd name="T27" fmla="*/ 76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5" name="Freeform 219">
                <a:extLst>
                  <a:ext uri="{FF2B5EF4-FFF2-40B4-BE49-F238E27FC236}">
                    <a16:creationId xmlns:a16="http://schemas.microsoft.com/office/drawing/2014/main" id="{547FAD44-D173-49CD-941E-31C252C3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3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6" name="Freeform 220">
                <a:extLst>
                  <a:ext uri="{FF2B5EF4-FFF2-40B4-BE49-F238E27FC236}">
                    <a16:creationId xmlns:a16="http://schemas.microsoft.com/office/drawing/2014/main" id="{B0B83BA7-466C-42E4-9F4A-C79BBE399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325"/>
                <a:ext cx="10" cy="24"/>
              </a:xfrm>
              <a:custGeom>
                <a:avLst/>
                <a:gdLst>
                  <a:gd name="T0" fmla="*/ 63 w 4"/>
                  <a:gd name="T1" fmla="*/ 0 h 9"/>
                  <a:gd name="T2" fmla="*/ 63 w 4"/>
                  <a:gd name="T3" fmla="*/ 0 h 9"/>
                  <a:gd name="T4" fmla="*/ 50 w 4"/>
                  <a:gd name="T5" fmla="*/ 21 h 9"/>
                  <a:gd name="T6" fmla="*/ 33 w 4"/>
                  <a:gd name="T7" fmla="*/ 56 h 9"/>
                  <a:gd name="T8" fmla="*/ 0 w 4"/>
                  <a:gd name="T9" fmla="*/ 21 h 9"/>
                  <a:gd name="T10" fmla="*/ 0 w 4"/>
                  <a:gd name="T11" fmla="*/ 21 h 9"/>
                  <a:gd name="T12" fmla="*/ 0 w 4"/>
                  <a:gd name="T13" fmla="*/ 77 h 9"/>
                  <a:gd name="T14" fmla="*/ 20 w 4"/>
                  <a:gd name="T15" fmla="*/ 93 h 9"/>
                  <a:gd name="T16" fmla="*/ 20 w 4"/>
                  <a:gd name="T17" fmla="*/ 171 h 9"/>
                  <a:gd name="T18" fmla="*/ 20 w 4"/>
                  <a:gd name="T19" fmla="*/ 171 h 9"/>
                  <a:gd name="T20" fmla="*/ 20 w 4"/>
                  <a:gd name="T21" fmla="*/ 93 h 9"/>
                  <a:gd name="T22" fmla="*/ 20 w 4"/>
                  <a:gd name="T23" fmla="*/ 93 h 9"/>
                  <a:gd name="T24" fmla="*/ 20 w 4"/>
                  <a:gd name="T25" fmla="*/ 93 h 9"/>
                  <a:gd name="T26" fmla="*/ 50 w 4"/>
                  <a:gd name="T27" fmla="*/ 77 h 9"/>
                  <a:gd name="T28" fmla="*/ 63 w 4"/>
                  <a:gd name="T29" fmla="*/ 93 h 9"/>
                  <a:gd name="T30" fmla="*/ 63 w 4"/>
                  <a:gd name="T31" fmla="*/ 0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3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7" name="Freeform 221">
                <a:extLst>
                  <a:ext uri="{FF2B5EF4-FFF2-40B4-BE49-F238E27FC236}">
                    <a16:creationId xmlns:a16="http://schemas.microsoft.com/office/drawing/2014/main" id="{F7229BF6-10A3-4359-B366-214DE6B29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333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0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6" name="Line 222">
                <a:extLst>
                  <a:ext uri="{FF2B5EF4-FFF2-40B4-BE49-F238E27FC236}">
                    <a16:creationId xmlns:a16="http://schemas.microsoft.com/office/drawing/2014/main" id="{88BE9F97-A849-4DC9-9896-6CD5863CBE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3" y="1333"/>
                <a:ext cx="1" cy="3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7" name="Freeform 223">
                <a:extLst>
                  <a:ext uri="{FF2B5EF4-FFF2-40B4-BE49-F238E27FC236}">
                    <a16:creationId xmlns:a16="http://schemas.microsoft.com/office/drawing/2014/main" id="{C0F38506-0FE4-4C54-A92A-AB1D6ED1A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325"/>
                <a:ext cx="8" cy="27"/>
              </a:xfrm>
              <a:custGeom>
                <a:avLst/>
                <a:gdLst>
                  <a:gd name="T0" fmla="*/ 21 w 3"/>
                  <a:gd name="T1" fmla="*/ 38 h 10"/>
                  <a:gd name="T2" fmla="*/ 0 w 3"/>
                  <a:gd name="T3" fmla="*/ 197 h 10"/>
                  <a:gd name="T4" fmla="*/ 0 w 3"/>
                  <a:gd name="T5" fmla="*/ 197 h 10"/>
                  <a:gd name="T6" fmla="*/ 21 w 3"/>
                  <a:gd name="T7" fmla="*/ 81 h 10"/>
                  <a:gd name="T8" fmla="*/ 35 w 3"/>
                  <a:gd name="T9" fmla="*/ 38 h 10"/>
                  <a:gd name="T10" fmla="*/ 56 w 3"/>
                  <a:gd name="T11" fmla="*/ 38 h 10"/>
                  <a:gd name="T12" fmla="*/ 56 w 3"/>
                  <a:gd name="T13" fmla="*/ 0 h 10"/>
                  <a:gd name="T14" fmla="*/ 56 w 3"/>
                  <a:gd name="T15" fmla="*/ 38 h 10"/>
                  <a:gd name="T16" fmla="*/ 0 w 3"/>
                  <a:gd name="T17" fmla="*/ 0 h 10"/>
                  <a:gd name="T18" fmla="*/ 0 w 3"/>
                  <a:gd name="T19" fmla="*/ 38 h 10"/>
                  <a:gd name="T20" fmla="*/ 21 w 3"/>
                  <a:gd name="T21" fmla="*/ 38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0">
                    <a:moveTo>
                      <a:pt x="1" y="2"/>
                    </a:moveTo>
                    <a:cubicBezTo>
                      <a:pt x="1" y="3"/>
                      <a:pt x="0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8"/>
                      <a:pt x="1" y="5"/>
                      <a:pt x="1" y="4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3" y="0"/>
                      <a:pt x="3" y="2"/>
                      <a:pt x="3" y="2"/>
                    </a:cubicBezTo>
                    <a:cubicBezTo>
                      <a:pt x="3" y="2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D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8" name="Line 224">
                <a:extLst>
                  <a:ext uri="{FF2B5EF4-FFF2-40B4-BE49-F238E27FC236}">
                    <a16:creationId xmlns:a16="http://schemas.microsoft.com/office/drawing/2014/main" id="{64D83846-3482-4F4C-9C3D-CC67BF579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3" y="133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9" name="Line 225">
                <a:extLst>
                  <a:ext uri="{FF2B5EF4-FFF2-40B4-BE49-F238E27FC236}">
                    <a16:creationId xmlns:a16="http://schemas.microsoft.com/office/drawing/2014/main" id="{01D51869-57D8-4B90-9C3E-40E40CC171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3" y="133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0" name="Freeform 226">
                <a:extLst>
                  <a:ext uri="{FF2B5EF4-FFF2-40B4-BE49-F238E27FC236}">
                    <a16:creationId xmlns:a16="http://schemas.microsoft.com/office/drawing/2014/main" id="{7FC50644-E199-451C-B266-EEF84A440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84"/>
                <a:ext cx="10" cy="83"/>
              </a:xfrm>
              <a:custGeom>
                <a:avLst/>
                <a:gdLst>
                  <a:gd name="T0" fmla="*/ 63 w 4"/>
                  <a:gd name="T1" fmla="*/ 0 h 31"/>
                  <a:gd name="T2" fmla="*/ 50 w 4"/>
                  <a:gd name="T3" fmla="*/ 21 h 31"/>
                  <a:gd name="T4" fmla="*/ 50 w 4"/>
                  <a:gd name="T5" fmla="*/ 94 h 31"/>
                  <a:gd name="T6" fmla="*/ 0 w 4"/>
                  <a:gd name="T7" fmla="*/ 594 h 31"/>
                  <a:gd name="T8" fmla="*/ 20 w 4"/>
                  <a:gd name="T9" fmla="*/ 479 h 31"/>
                  <a:gd name="T10" fmla="*/ 63 w 4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1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25"/>
                      <a:pt x="1" y="25"/>
                      <a:pt x="1" y="2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3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1" name="Freeform 227">
                <a:extLst>
                  <a:ext uri="{FF2B5EF4-FFF2-40B4-BE49-F238E27FC236}">
                    <a16:creationId xmlns:a16="http://schemas.microsoft.com/office/drawing/2014/main" id="{853D1706-49CE-48CE-BD72-0CA1CA391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387"/>
                <a:ext cx="8" cy="21"/>
              </a:xfrm>
              <a:custGeom>
                <a:avLst/>
                <a:gdLst>
                  <a:gd name="T0" fmla="*/ 0 w 3"/>
                  <a:gd name="T1" fmla="*/ 0 h 8"/>
                  <a:gd name="T2" fmla="*/ 35 w 3"/>
                  <a:gd name="T3" fmla="*/ 34 h 8"/>
                  <a:gd name="T4" fmla="*/ 56 w 3"/>
                  <a:gd name="T5" fmla="*/ 89 h 8"/>
                  <a:gd name="T6" fmla="*/ 56 w 3"/>
                  <a:gd name="T7" fmla="*/ 144 h 8"/>
                  <a:gd name="T8" fmla="*/ 56 w 3"/>
                  <a:gd name="T9" fmla="*/ 89 h 8"/>
                  <a:gd name="T10" fmla="*/ 35 w 3"/>
                  <a:gd name="T11" fmla="*/ 55 h 8"/>
                  <a:gd name="T12" fmla="*/ 35 w 3"/>
                  <a:gd name="T13" fmla="*/ 89 h 8"/>
                  <a:gd name="T14" fmla="*/ 21 w 3"/>
                  <a:gd name="T15" fmla="*/ 34 h 8"/>
                  <a:gd name="T16" fmla="*/ 0 w 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2" y="0"/>
                      <a:pt x="2" y="0"/>
                      <a:pt x="2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2" y="3"/>
                      <a:pt x="2" y="3"/>
                    </a:cubicBezTo>
                    <a:cubicBezTo>
                      <a:pt x="1" y="2"/>
                      <a:pt x="2" y="4"/>
                      <a:pt x="2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2" name="Freeform 228">
                <a:extLst>
                  <a:ext uri="{FF2B5EF4-FFF2-40B4-BE49-F238E27FC236}">
                    <a16:creationId xmlns:a16="http://schemas.microsoft.com/office/drawing/2014/main" id="{D31457B5-9AB7-44D2-8746-C51EB3B61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379"/>
                <a:ext cx="8" cy="24"/>
              </a:xfrm>
              <a:custGeom>
                <a:avLst/>
                <a:gdLst>
                  <a:gd name="T0" fmla="*/ 0 w 3"/>
                  <a:gd name="T1" fmla="*/ 0 h 9"/>
                  <a:gd name="T2" fmla="*/ 21 w 3"/>
                  <a:gd name="T3" fmla="*/ 0 h 9"/>
                  <a:gd name="T4" fmla="*/ 35 w 3"/>
                  <a:gd name="T5" fmla="*/ 35 h 9"/>
                  <a:gd name="T6" fmla="*/ 56 w 3"/>
                  <a:gd name="T7" fmla="*/ 171 h 9"/>
                  <a:gd name="T8" fmla="*/ 21 w 3"/>
                  <a:gd name="T9" fmla="*/ 56 h 9"/>
                  <a:gd name="T10" fmla="*/ 21 w 3"/>
                  <a:gd name="T11" fmla="*/ 56 h 9"/>
                  <a:gd name="T12" fmla="*/ 0 w 3"/>
                  <a:gd name="T13" fmla="*/ 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4"/>
                      <a:pt x="2" y="7"/>
                      <a:pt x="3" y="9"/>
                    </a:cubicBezTo>
                    <a:cubicBezTo>
                      <a:pt x="2" y="7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3" name="Freeform 229">
                <a:extLst>
                  <a:ext uri="{FF2B5EF4-FFF2-40B4-BE49-F238E27FC236}">
                    <a16:creationId xmlns:a16="http://schemas.microsoft.com/office/drawing/2014/main" id="{FA0B4648-AD0F-4095-91A8-F2AF7C708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389"/>
                <a:ext cx="5" cy="22"/>
              </a:xfrm>
              <a:custGeom>
                <a:avLst/>
                <a:gdLst>
                  <a:gd name="T0" fmla="*/ 0 w 2"/>
                  <a:gd name="T1" fmla="*/ 0 h 8"/>
                  <a:gd name="T2" fmla="*/ 20 w 2"/>
                  <a:gd name="T3" fmla="*/ 22 h 8"/>
                  <a:gd name="T4" fmla="*/ 20 w 2"/>
                  <a:gd name="T5" fmla="*/ 83 h 8"/>
                  <a:gd name="T6" fmla="*/ 33 w 2"/>
                  <a:gd name="T7" fmla="*/ 168 h 8"/>
                  <a:gd name="T8" fmla="*/ 20 w 2"/>
                  <a:gd name="T9" fmla="*/ 107 h 8"/>
                  <a:gd name="T10" fmla="*/ 0 w 2"/>
                  <a:gd name="T11" fmla="*/ 61 h 8"/>
                  <a:gd name="T12" fmla="*/ 0 w 2"/>
                  <a:gd name="T13" fmla="*/ 47 h 8"/>
                  <a:gd name="T14" fmla="*/ 0 w 2"/>
                  <a:gd name="T15" fmla="*/ 22 h 8"/>
                  <a:gd name="T16" fmla="*/ 0 w 2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7"/>
                      <a:pt x="2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4" name="Freeform 230">
                <a:extLst>
                  <a:ext uri="{FF2B5EF4-FFF2-40B4-BE49-F238E27FC236}">
                    <a16:creationId xmlns:a16="http://schemas.microsoft.com/office/drawing/2014/main" id="{1EAC88EE-4BEB-4480-A8F1-74DC35E41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95"/>
                <a:ext cx="7" cy="16"/>
              </a:xfrm>
              <a:custGeom>
                <a:avLst/>
                <a:gdLst>
                  <a:gd name="T0" fmla="*/ 0 w 3"/>
                  <a:gd name="T1" fmla="*/ 21 h 6"/>
                  <a:gd name="T2" fmla="*/ 28 w 3"/>
                  <a:gd name="T3" fmla="*/ 21 h 6"/>
                  <a:gd name="T4" fmla="*/ 37 w 3"/>
                  <a:gd name="T5" fmla="*/ 56 h 6"/>
                  <a:gd name="T6" fmla="*/ 37 w 3"/>
                  <a:gd name="T7" fmla="*/ 115 h 6"/>
                  <a:gd name="T8" fmla="*/ 28 w 3"/>
                  <a:gd name="T9" fmla="*/ 56 h 6"/>
                  <a:gd name="T10" fmla="*/ 12 w 3"/>
                  <a:gd name="T11" fmla="*/ 35 h 6"/>
                  <a:gd name="T12" fmla="*/ 0 w 3"/>
                  <a:gd name="T13" fmla="*/ 2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3" y="5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5" name="Freeform 231">
                <a:extLst>
                  <a:ext uri="{FF2B5EF4-FFF2-40B4-BE49-F238E27FC236}">
                    <a16:creationId xmlns:a16="http://schemas.microsoft.com/office/drawing/2014/main" id="{D1DA60CC-6F97-4F08-ABB4-9EAF7E9E6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379"/>
                <a:ext cx="5" cy="18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21 h 7"/>
                  <a:gd name="T4" fmla="*/ 20 w 2"/>
                  <a:gd name="T5" fmla="*/ 118 h 7"/>
                  <a:gd name="T6" fmla="*/ 20 w 2"/>
                  <a:gd name="T7" fmla="*/ 54 h 7"/>
                  <a:gd name="T8" fmla="*/ 20 w 2"/>
                  <a:gd name="T9" fmla="*/ 21 h 7"/>
                  <a:gd name="T10" fmla="*/ 0 w 2"/>
                  <a:gd name="T11" fmla="*/ 2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3"/>
                      <a:pt x="1" y="5"/>
                      <a:pt x="1" y="7"/>
                    </a:cubicBezTo>
                    <a:cubicBezTo>
                      <a:pt x="1" y="6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6" name="Freeform 232">
                <a:extLst>
                  <a:ext uri="{FF2B5EF4-FFF2-40B4-BE49-F238E27FC236}">
                    <a16:creationId xmlns:a16="http://schemas.microsoft.com/office/drawing/2014/main" id="{A3014153-336B-4372-A5D9-4D06D2E12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384"/>
                <a:ext cx="5" cy="24"/>
              </a:xfrm>
              <a:custGeom>
                <a:avLst/>
                <a:gdLst>
                  <a:gd name="T0" fmla="*/ 0 w 2"/>
                  <a:gd name="T1" fmla="*/ 21 h 9"/>
                  <a:gd name="T2" fmla="*/ 33 w 2"/>
                  <a:gd name="T3" fmla="*/ 0 h 9"/>
                  <a:gd name="T4" fmla="*/ 20 w 2"/>
                  <a:gd name="T5" fmla="*/ 77 h 9"/>
                  <a:gd name="T6" fmla="*/ 0 w 2"/>
                  <a:gd name="T7" fmla="*/ 136 h 9"/>
                  <a:gd name="T8" fmla="*/ 0 w 2"/>
                  <a:gd name="T9" fmla="*/ 171 h 9"/>
                  <a:gd name="T10" fmla="*/ 0 w 2"/>
                  <a:gd name="T11" fmla="*/ 115 h 9"/>
                  <a:gd name="T12" fmla="*/ 0 w 2"/>
                  <a:gd name="T13" fmla="*/ 3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9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1" y="1"/>
                      <a:pt x="1" y="3"/>
                      <a:pt x="1" y="4"/>
                    </a:cubicBezTo>
                    <a:cubicBezTo>
                      <a:pt x="1" y="5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3"/>
                      <a:pt x="0" y="2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7" name="Freeform 233">
                <a:extLst>
                  <a:ext uri="{FF2B5EF4-FFF2-40B4-BE49-F238E27FC236}">
                    <a16:creationId xmlns:a16="http://schemas.microsoft.com/office/drawing/2014/main" id="{8C3D53A4-CFD8-4031-A968-42E1D2966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371"/>
                <a:ext cx="10" cy="26"/>
              </a:xfrm>
              <a:custGeom>
                <a:avLst/>
                <a:gdLst>
                  <a:gd name="T0" fmla="*/ 50 w 4"/>
                  <a:gd name="T1" fmla="*/ 0 h 10"/>
                  <a:gd name="T2" fmla="*/ 63 w 4"/>
                  <a:gd name="T3" fmla="*/ 21 h 10"/>
                  <a:gd name="T4" fmla="*/ 20 w 4"/>
                  <a:gd name="T5" fmla="*/ 122 h 10"/>
                  <a:gd name="T6" fmla="*/ 0 w 4"/>
                  <a:gd name="T7" fmla="*/ 177 h 10"/>
                  <a:gd name="T8" fmla="*/ 20 w 4"/>
                  <a:gd name="T9" fmla="*/ 68 h 10"/>
                  <a:gd name="T10" fmla="*/ 33 w 4"/>
                  <a:gd name="T11" fmla="*/ 21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cubicBezTo>
                      <a:pt x="3" y="1"/>
                      <a:pt x="3" y="0"/>
                      <a:pt x="4" y="1"/>
                    </a:cubicBezTo>
                    <a:cubicBezTo>
                      <a:pt x="3" y="3"/>
                      <a:pt x="2" y="5"/>
                      <a:pt x="1" y="7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9"/>
                      <a:pt x="1" y="6"/>
                      <a:pt x="1" y="4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8" name="Freeform 234">
                <a:extLst>
                  <a:ext uri="{FF2B5EF4-FFF2-40B4-BE49-F238E27FC236}">
                    <a16:creationId xmlns:a16="http://schemas.microsoft.com/office/drawing/2014/main" id="{D548435F-03F3-4CBE-98BE-2FB61E41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352"/>
                <a:ext cx="12" cy="19"/>
              </a:xfrm>
              <a:custGeom>
                <a:avLst/>
                <a:gdLst>
                  <a:gd name="T0" fmla="*/ 0 w 5"/>
                  <a:gd name="T1" fmla="*/ 141 h 7"/>
                  <a:gd name="T2" fmla="*/ 29 w 5"/>
                  <a:gd name="T3" fmla="*/ 38 h 7"/>
                  <a:gd name="T4" fmla="*/ 58 w 5"/>
                  <a:gd name="T5" fmla="*/ 0 h 7"/>
                  <a:gd name="T6" fmla="*/ 70 w 5"/>
                  <a:gd name="T7" fmla="*/ 22 h 7"/>
                  <a:gd name="T8" fmla="*/ 41 w 5"/>
                  <a:gd name="T9" fmla="*/ 38 h 7"/>
                  <a:gd name="T10" fmla="*/ 0 w 5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0" y="5"/>
                      <a:pt x="1" y="3"/>
                      <a:pt x="2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4" y="1"/>
                      <a:pt x="4" y="1"/>
                      <a:pt x="3" y="2"/>
                    </a:cubicBezTo>
                    <a:cubicBezTo>
                      <a:pt x="2" y="3"/>
                      <a:pt x="1" y="4"/>
                      <a:pt x="0" y="6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9" name="Freeform 235">
                <a:extLst>
                  <a:ext uri="{FF2B5EF4-FFF2-40B4-BE49-F238E27FC236}">
                    <a16:creationId xmlns:a16="http://schemas.microsoft.com/office/drawing/2014/main" id="{DEF1D76C-0712-4843-8EAE-22599DDB3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355"/>
                <a:ext cx="3" cy="10"/>
              </a:xfrm>
              <a:custGeom>
                <a:avLst/>
                <a:gdLst>
                  <a:gd name="T0" fmla="*/ 27 w 1"/>
                  <a:gd name="T1" fmla="*/ 0 h 4"/>
                  <a:gd name="T2" fmla="*/ 0 w 1"/>
                  <a:gd name="T3" fmla="*/ 63 h 4"/>
                  <a:gd name="T4" fmla="*/ 0 w 1"/>
                  <a:gd name="T5" fmla="*/ 50 h 4"/>
                  <a:gd name="T6" fmla="*/ 27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0" name="Freeform 236">
                <a:extLst>
                  <a:ext uri="{FF2B5EF4-FFF2-40B4-BE49-F238E27FC236}">
                    <a16:creationId xmlns:a16="http://schemas.microsoft.com/office/drawing/2014/main" id="{ECDA87CA-352C-43CF-8B9E-A3331599F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349"/>
                <a:ext cx="3" cy="8"/>
              </a:xfrm>
              <a:custGeom>
                <a:avLst/>
                <a:gdLst>
                  <a:gd name="T0" fmla="*/ 0 w 1"/>
                  <a:gd name="T1" fmla="*/ 21 h 3"/>
                  <a:gd name="T2" fmla="*/ 0 w 1"/>
                  <a:gd name="T3" fmla="*/ 56 h 3"/>
                  <a:gd name="T4" fmla="*/ 27 w 1"/>
                  <a:gd name="T5" fmla="*/ 21 h 3"/>
                  <a:gd name="T6" fmla="*/ 27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1" name="Freeform 237">
                <a:extLst>
                  <a:ext uri="{FF2B5EF4-FFF2-40B4-BE49-F238E27FC236}">
                    <a16:creationId xmlns:a16="http://schemas.microsoft.com/office/drawing/2014/main" id="{D09495E9-A8E6-4EEA-8997-8DF00FD22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57"/>
                <a:ext cx="7" cy="14"/>
              </a:xfrm>
              <a:custGeom>
                <a:avLst/>
                <a:gdLst>
                  <a:gd name="T0" fmla="*/ 28 w 3"/>
                  <a:gd name="T1" fmla="*/ 0 h 5"/>
                  <a:gd name="T2" fmla="*/ 28 w 3"/>
                  <a:gd name="T3" fmla="*/ 22 h 5"/>
                  <a:gd name="T4" fmla="*/ 28 w 3"/>
                  <a:gd name="T5" fmla="*/ 48 h 5"/>
                  <a:gd name="T6" fmla="*/ 12 w 3"/>
                  <a:gd name="T7" fmla="*/ 109 h 5"/>
                  <a:gd name="T8" fmla="*/ 28 w 3"/>
                  <a:gd name="T9" fmla="*/ 48 h 5"/>
                  <a:gd name="T10" fmla="*/ 37 w 3"/>
                  <a:gd name="T11" fmla="*/ 48 h 5"/>
                  <a:gd name="T12" fmla="*/ 37 w 3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2"/>
                      <a:pt x="0" y="4"/>
                      <a:pt x="1" y="5"/>
                    </a:cubicBezTo>
                    <a:cubicBezTo>
                      <a:pt x="1" y="4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2" name="Freeform 238">
                <a:extLst>
                  <a:ext uri="{FF2B5EF4-FFF2-40B4-BE49-F238E27FC236}">
                    <a16:creationId xmlns:a16="http://schemas.microsoft.com/office/drawing/2014/main" id="{3B000C54-1B0D-423D-A946-13693832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7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20 w 2"/>
                  <a:gd name="T3" fmla="*/ 35 h 3"/>
                  <a:gd name="T4" fmla="*/ 33 w 2"/>
                  <a:gd name="T5" fmla="*/ 56 h 3"/>
                  <a:gd name="T6" fmla="*/ 33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3" name="Freeform 239">
                <a:extLst>
                  <a:ext uri="{FF2B5EF4-FFF2-40B4-BE49-F238E27FC236}">
                    <a16:creationId xmlns:a16="http://schemas.microsoft.com/office/drawing/2014/main" id="{3FF4E744-978B-4BF7-82DB-E23EE8596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36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4" name="Freeform 240">
                <a:extLst>
                  <a:ext uri="{FF2B5EF4-FFF2-40B4-BE49-F238E27FC236}">
                    <a16:creationId xmlns:a16="http://schemas.microsoft.com/office/drawing/2014/main" id="{F0841871-71C3-45F0-B93E-90FCF4D0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44"/>
                <a:ext cx="2" cy="13"/>
              </a:xfrm>
              <a:custGeom>
                <a:avLst/>
                <a:gdLst>
                  <a:gd name="T0" fmla="*/ 0 w 1"/>
                  <a:gd name="T1" fmla="*/ 21 h 5"/>
                  <a:gd name="T2" fmla="*/ 8 w 1"/>
                  <a:gd name="T3" fmla="*/ 88 h 5"/>
                  <a:gd name="T4" fmla="*/ 8 w 1"/>
                  <a:gd name="T5" fmla="*/ 34 h 5"/>
                  <a:gd name="T6" fmla="*/ 8 w 1"/>
                  <a:gd name="T7" fmla="*/ 21 h 5"/>
                  <a:gd name="T8" fmla="*/ 8 w 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1" y="4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5" name="Freeform 241">
                <a:extLst>
                  <a:ext uri="{FF2B5EF4-FFF2-40B4-BE49-F238E27FC236}">
                    <a16:creationId xmlns:a16="http://schemas.microsoft.com/office/drawing/2014/main" id="{CF6C112F-31A2-41E9-913A-6EBE054D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349"/>
                <a:ext cx="7" cy="14"/>
              </a:xfrm>
              <a:custGeom>
                <a:avLst/>
                <a:gdLst>
                  <a:gd name="T0" fmla="*/ 0 w 3"/>
                  <a:gd name="T1" fmla="*/ 22 h 5"/>
                  <a:gd name="T2" fmla="*/ 0 w 3"/>
                  <a:gd name="T3" fmla="*/ 109 h 5"/>
                  <a:gd name="T4" fmla="*/ 12 w 3"/>
                  <a:gd name="T5" fmla="*/ 109 h 5"/>
                  <a:gd name="T6" fmla="*/ 12 w 3"/>
                  <a:gd name="T7" fmla="*/ 87 h 5"/>
                  <a:gd name="T8" fmla="*/ 37 w 3"/>
                  <a:gd name="T9" fmla="*/ 62 h 5"/>
                  <a:gd name="T10" fmla="*/ 28 w 3"/>
                  <a:gd name="T11" fmla="*/ 0 h 5"/>
                  <a:gd name="T12" fmla="*/ 12 w 3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6" name="Freeform 242">
                <a:extLst>
                  <a:ext uri="{FF2B5EF4-FFF2-40B4-BE49-F238E27FC236}">
                    <a16:creationId xmlns:a16="http://schemas.microsoft.com/office/drawing/2014/main" id="{C98C35F7-63EA-49CE-9960-57057A0E5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331"/>
                <a:ext cx="1" cy="10"/>
              </a:xfrm>
              <a:custGeom>
                <a:avLst/>
                <a:gdLst>
                  <a:gd name="T0" fmla="*/ 0 w 1"/>
                  <a:gd name="T1" fmla="*/ 20 h 4"/>
                  <a:gd name="T2" fmla="*/ 0 w 1"/>
                  <a:gd name="T3" fmla="*/ 50 h 4"/>
                  <a:gd name="T4" fmla="*/ 0 w 1"/>
                  <a:gd name="T5" fmla="*/ 63 h 4"/>
                  <a:gd name="T6" fmla="*/ 0 w 1"/>
                  <a:gd name="T7" fmla="*/ 50 h 4"/>
                  <a:gd name="T8" fmla="*/ 0 w 1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7" name="Freeform 243">
                <a:extLst>
                  <a:ext uri="{FF2B5EF4-FFF2-40B4-BE49-F238E27FC236}">
                    <a16:creationId xmlns:a16="http://schemas.microsoft.com/office/drawing/2014/main" id="{C9061469-DDD9-498A-9906-2405FF52A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336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33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0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8" name="Freeform 244">
                <a:extLst>
                  <a:ext uri="{FF2B5EF4-FFF2-40B4-BE49-F238E27FC236}">
                    <a16:creationId xmlns:a16="http://schemas.microsoft.com/office/drawing/2014/main" id="{2559DB74-E1EC-4D66-89C9-CB8835D32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328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9" name="Freeform 245">
                <a:extLst>
                  <a:ext uri="{FF2B5EF4-FFF2-40B4-BE49-F238E27FC236}">
                    <a16:creationId xmlns:a16="http://schemas.microsoft.com/office/drawing/2014/main" id="{86F45F40-BC0F-4D23-BB19-E67A57B87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33"/>
                <a:ext cx="5" cy="22"/>
              </a:xfrm>
              <a:custGeom>
                <a:avLst/>
                <a:gdLst>
                  <a:gd name="T0" fmla="*/ 20 w 2"/>
                  <a:gd name="T1" fmla="*/ 22 h 8"/>
                  <a:gd name="T2" fmla="*/ 20 w 2"/>
                  <a:gd name="T3" fmla="*/ 61 h 8"/>
                  <a:gd name="T4" fmla="*/ 20 w 2"/>
                  <a:gd name="T5" fmla="*/ 107 h 8"/>
                  <a:gd name="T6" fmla="*/ 20 w 2"/>
                  <a:gd name="T7" fmla="*/ 168 h 8"/>
                  <a:gd name="T8" fmla="*/ 20 w 2"/>
                  <a:gd name="T9" fmla="*/ 143 h 8"/>
                  <a:gd name="T10" fmla="*/ 20 w 2"/>
                  <a:gd name="T11" fmla="*/ 83 h 8"/>
                  <a:gd name="T12" fmla="*/ 33 w 2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8">
                    <a:moveTo>
                      <a:pt x="1" y="1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0" name="Freeform 246">
                <a:extLst>
                  <a:ext uri="{FF2B5EF4-FFF2-40B4-BE49-F238E27FC236}">
                    <a16:creationId xmlns:a16="http://schemas.microsoft.com/office/drawing/2014/main" id="{9E1DFCD5-55E4-42D5-AD59-AA8983BB9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328"/>
                <a:ext cx="5" cy="11"/>
              </a:xfrm>
              <a:custGeom>
                <a:avLst/>
                <a:gdLst>
                  <a:gd name="T0" fmla="*/ 0 w 2"/>
                  <a:gd name="T1" fmla="*/ 47 h 4"/>
                  <a:gd name="T2" fmla="*/ 0 w 2"/>
                  <a:gd name="T3" fmla="*/ 61 h 4"/>
                  <a:gd name="T4" fmla="*/ 33 w 2"/>
                  <a:gd name="T5" fmla="*/ 83 h 4"/>
                  <a:gd name="T6" fmla="*/ 20 w 2"/>
                  <a:gd name="T7" fmla="*/ 47 h 4"/>
                  <a:gd name="T8" fmla="*/ 20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1"/>
                      <a:pt x="1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1" name="Freeform 247">
                <a:extLst>
                  <a:ext uri="{FF2B5EF4-FFF2-40B4-BE49-F238E27FC236}">
                    <a16:creationId xmlns:a16="http://schemas.microsoft.com/office/drawing/2014/main" id="{3E19C26F-C49F-4A8B-800A-C8F7D93A9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341"/>
                <a:ext cx="5" cy="30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0 h 11"/>
                  <a:gd name="T4" fmla="*/ 20 w 2"/>
                  <a:gd name="T5" fmla="*/ 0 h 11"/>
                  <a:gd name="T6" fmla="*/ 33 w 2"/>
                  <a:gd name="T7" fmla="*/ 0 h 11"/>
                  <a:gd name="T8" fmla="*/ 33 w 2"/>
                  <a:gd name="T9" fmla="*/ 82 h 11"/>
                  <a:gd name="T10" fmla="*/ 33 w 2"/>
                  <a:gd name="T11" fmla="*/ 164 h 11"/>
                  <a:gd name="T12" fmla="*/ 33 w 2"/>
                  <a:gd name="T13" fmla="*/ 224 h 11"/>
                  <a:gd name="T14" fmla="*/ 20 w 2"/>
                  <a:gd name="T15" fmla="*/ 224 h 11"/>
                  <a:gd name="T16" fmla="*/ 20 w 2"/>
                  <a:gd name="T17" fmla="*/ 224 h 11"/>
                  <a:gd name="T18" fmla="*/ 20 w 2"/>
                  <a:gd name="T19" fmla="*/ 185 h 11"/>
                  <a:gd name="T20" fmla="*/ 20 w 2"/>
                  <a:gd name="T21" fmla="*/ 104 h 11"/>
                  <a:gd name="T22" fmla="*/ 20 w 2"/>
                  <a:gd name="T23" fmla="*/ 82 h 11"/>
                  <a:gd name="T24" fmla="*/ 20 w 2"/>
                  <a:gd name="T25" fmla="*/ 60 h 11"/>
                  <a:gd name="T26" fmla="*/ 20 w 2"/>
                  <a:gd name="T27" fmla="*/ 22 h 11"/>
                  <a:gd name="T28" fmla="*/ 0 w 2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9"/>
                      <a:pt x="2" y="10"/>
                      <a:pt x="2" y="11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2" name="Freeform 248">
                <a:extLst>
                  <a:ext uri="{FF2B5EF4-FFF2-40B4-BE49-F238E27FC236}">
                    <a16:creationId xmlns:a16="http://schemas.microsoft.com/office/drawing/2014/main" id="{8C8495CF-B71E-4DD6-96B6-0CA68FF1F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352"/>
                <a:ext cx="5" cy="21"/>
              </a:xfrm>
              <a:custGeom>
                <a:avLst/>
                <a:gdLst>
                  <a:gd name="T0" fmla="*/ 0 w 2"/>
                  <a:gd name="T1" fmla="*/ 21 h 8"/>
                  <a:gd name="T2" fmla="*/ 20 w 2"/>
                  <a:gd name="T3" fmla="*/ 0 h 8"/>
                  <a:gd name="T4" fmla="*/ 20 w 2"/>
                  <a:gd name="T5" fmla="*/ 21 h 8"/>
                  <a:gd name="T6" fmla="*/ 33 w 2"/>
                  <a:gd name="T7" fmla="*/ 34 h 8"/>
                  <a:gd name="T8" fmla="*/ 33 w 2"/>
                  <a:gd name="T9" fmla="*/ 110 h 8"/>
                  <a:gd name="T10" fmla="*/ 33 w 2"/>
                  <a:gd name="T11" fmla="*/ 123 h 8"/>
                  <a:gd name="T12" fmla="*/ 33 w 2"/>
                  <a:gd name="T13" fmla="*/ 144 h 8"/>
                  <a:gd name="T14" fmla="*/ 20 w 2"/>
                  <a:gd name="T15" fmla="*/ 76 h 8"/>
                  <a:gd name="T16" fmla="*/ 20 w 2"/>
                  <a:gd name="T17" fmla="*/ 34 h 8"/>
                  <a:gd name="T18" fmla="*/ 0 w 2"/>
                  <a:gd name="T19" fmla="*/ 21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3" name="Freeform 249">
                <a:extLst>
                  <a:ext uri="{FF2B5EF4-FFF2-40B4-BE49-F238E27FC236}">
                    <a16:creationId xmlns:a16="http://schemas.microsoft.com/office/drawing/2014/main" id="{B1BC785D-7086-4456-AB05-08A830FBB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363"/>
                <a:ext cx="8" cy="24"/>
              </a:xfrm>
              <a:custGeom>
                <a:avLst/>
                <a:gdLst>
                  <a:gd name="T0" fmla="*/ 0 w 3"/>
                  <a:gd name="T1" fmla="*/ 21 h 9"/>
                  <a:gd name="T2" fmla="*/ 35 w 3"/>
                  <a:gd name="T3" fmla="*/ 0 h 9"/>
                  <a:gd name="T4" fmla="*/ 35 w 3"/>
                  <a:gd name="T5" fmla="*/ 21 h 9"/>
                  <a:gd name="T6" fmla="*/ 56 w 3"/>
                  <a:gd name="T7" fmla="*/ 77 h 9"/>
                  <a:gd name="T8" fmla="*/ 56 w 3"/>
                  <a:gd name="T9" fmla="*/ 136 h 9"/>
                  <a:gd name="T10" fmla="*/ 56 w 3"/>
                  <a:gd name="T11" fmla="*/ 149 h 9"/>
                  <a:gd name="T12" fmla="*/ 56 w 3"/>
                  <a:gd name="T13" fmla="*/ 171 h 9"/>
                  <a:gd name="T14" fmla="*/ 35 w 3"/>
                  <a:gd name="T15" fmla="*/ 136 h 9"/>
                  <a:gd name="T16" fmla="*/ 35 w 3"/>
                  <a:gd name="T17" fmla="*/ 77 h 9"/>
                  <a:gd name="T18" fmla="*/ 21 w 3"/>
                  <a:gd name="T19" fmla="*/ 21 h 9"/>
                  <a:gd name="T20" fmla="*/ 0 w 3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9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3" y="4"/>
                    </a:cubicBezTo>
                    <a:cubicBezTo>
                      <a:pt x="3" y="5"/>
                      <a:pt x="3" y="6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8"/>
                      <a:pt x="3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4" name="Freeform 250">
                <a:extLst>
                  <a:ext uri="{FF2B5EF4-FFF2-40B4-BE49-F238E27FC236}">
                    <a16:creationId xmlns:a16="http://schemas.microsoft.com/office/drawing/2014/main" id="{17F20F53-8DFF-46BD-A879-13B598BAD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373"/>
                <a:ext cx="5" cy="16"/>
              </a:xfrm>
              <a:custGeom>
                <a:avLst/>
                <a:gdLst>
                  <a:gd name="T0" fmla="*/ 0 w 2"/>
                  <a:gd name="T1" fmla="*/ 35 h 6"/>
                  <a:gd name="T2" fmla="*/ 33 w 2"/>
                  <a:gd name="T3" fmla="*/ 21 h 6"/>
                  <a:gd name="T4" fmla="*/ 33 w 2"/>
                  <a:gd name="T5" fmla="*/ 77 h 6"/>
                  <a:gd name="T6" fmla="*/ 33 w 2"/>
                  <a:gd name="T7" fmla="*/ 115 h 6"/>
                  <a:gd name="T8" fmla="*/ 20 w 2"/>
                  <a:gd name="T9" fmla="*/ 77 h 6"/>
                  <a:gd name="T10" fmla="*/ 20 w 2"/>
                  <a:gd name="T11" fmla="*/ 21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1"/>
                      <a:pt x="2" y="0"/>
                      <a:pt x="2" y="1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4"/>
                      <a:pt x="1" y="2"/>
                      <a:pt x="1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5" name="Freeform 251">
                <a:extLst>
                  <a:ext uri="{FF2B5EF4-FFF2-40B4-BE49-F238E27FC236}">
                    <a16:creationId xmlns:a16="http://schemas.microsoft.com/office/drawing/2014/main" id="{1CF6149B-D841-44F9-9C70-949C610D3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379"/>
                <a:ext cx="8" cy="18"/>
              </a:xfrm>
              <a:custGeom>
                <a:avLst/>
                <a:gdLst>
                  <a:gd name="T0" fmla="*/ 0 w 3"/>
                  <a:gd name="T1" fmla="*/ 33 h 7"/>
                  <a:gd name="T2" fmla="*/ 21 w 3"/>
                  <a:gd name="T3" fmla="*/ 21 h 7"/>
                  <a:gd name="T4" fmla="*/ 35 w 3"/>
                  <a:gd name="T5" fmla="*/ 0 h 7"/>
                  <a:gd name="T6" fmla="*/ 56 w 3"/>
                  <a:gd name="T7" fmla="*/ 21 h 7"/>
                  <a:gd name="T8" fmla="*/ 35 w 3"/>
                  <a:gd name="T9" fmla="*/ 67 h 7"/>
                  <a:gd name="T10" fmla="*/ 35 w 3"/>
                  <a:gd name="T11" fmla="*/ 118 h 7"/>
                  <a:gd name="T12" fmla="*/ 35 w 3"/>
                  <a:gd name="T13" fmla="*/ 85 h 7"/>
                  <a:gd name="T14" fmla="*/ 21 w 3"/>
                  <a:gd name="T15" fmla="*/ 54 h 7"/>
                  <a:gd name="T16" fmla="*/ 21 w 3"/>
                  <a:gd name="T17" fmla="*/ 67 h 7"/>
                  <a:gd name="T18" fmla="*/ 0 w 3"/>
                  <a:gd name="T19" fmla="*/ 33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7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6" name="Freeform 252">
                <a:extLst>
                  <a:ext uri="{FF2B5EF4-FFF2-40B4-BE49-F238E27FC236}">
                    <a16:creationId xmlns:a16="http://schemas.microsoft.com/office/drawing/2014/main" id="{ED628215-9D63-474B-8684-01F06FD42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55"/>
                <a:ext cx="2" cy="8"/>
              </a:xfrm>
              <a:custGeom>
                <a:avLst/>
                <a:gdLst>
                  <a:gd name="T0" fmla="*/ 0 w 1"/>
                  <a:gd name="T1" fmla="*/ 21 h 3"/>
                  <a:gd name="T2" fmla="*/ 0 w 1"/>
                  <a:gd name="T3" fmla="*/ 56 h 3"/>
                  <a:gd name="T4" fmla="*/ 8 w 1"/>
                  <a:gd name="T5" fmla="*/ 35 h 3"/>
                  <a:gd name="T6" fmla="*/ 8 w 1"/>
                  <a:gd name="T7" fmla="*/ 21 h 3"/>
                  <a:gd name="T8" fmla="*/ 8 w 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7" name="Freeform 253">
                <a:extLst>
                  <a:ext uri="{FF2B5EF4-FFF2-40B4-BE49-F238E27FC236}">
                    <a16:creationId xmlns:a16="http://schemas.microsoft.com/office/drawing/2014/main" id="{708F0198-2677-4312-84F4-79A6B0546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36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0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56 h 3"/>
                  <a:gd name="T10" fmla="*/ 0 w 2"/>
                  <a:gd name="T11" fmla="*/ 56 h 3"/>
                  <a:gd name="T12" fmla="*/ 0 w 2"/>
                  <a:gd name="T13" fmla="*/ 2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8" name="Freeform 254">
                <a:extLst>
                  <a:ext uri="{FF2B5EF4-FFF2-40B4-BE49-F238E27FC236}">
                    <a16:creationId xmlns:a16="http://schemas.microsoft.com/office/drawing/2014/main" id="{88DBAABB-E78A-4436-B83F-1C162E38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57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22 h 7"/>
                  <a:gd name="T4" fmla="*/ 33 w 2"/>
                  <a:gd name="T5" fmla="*/ 81 h 7"/>
                  <a:gd name="T6" fmla="*/ 33 w 2"/>
                  <a:gd name="T7" fmla="*/ 103 h 7"/>
                  <a:gd name="T8" fmla="*/ 20 w 2"/>
                  <a:gd name="T9" fmla="*/ 141 h 7"/>
                  <a:gd name="T10" fmla="*/ 0 w 2"/>
                  <a:gd name="T11" fmla="*/ 141 h 7"/>
                  <a:gd name="T12" fmla="*/ 20 w 2"/>
                  <a:gd name="T13" fmla="*/ 81 h 7"/>
                  <a:gd name="T14" fmla="*/ 20 w 2"/>
                  <a:gd name="T15" fmla="*/ 38 h 7"/>
                  <a:gd name="T16" fmla="*/ 0 w 2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2" y="6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1" y="7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9" name="Freeform 255">
                <a:extLst>
                  <a:ext uri="{FF2B5EF4-FFF2-40B4-BE49-F238E27FC236}">
                    <a16:creationId xmlns:a16="http://schemas.microsoft.com/office/drawing/2014/main" id="{13DDFD9D-A77D-480B-9C58-6732E9CAD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363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0 h 4"/>
                  <a:gd name="T4" fmla="*/ 20 w 2"/>
                  <a:gd name="T5" fmla="*/ 20 h 4"/>
                  <a:gd name="T6" fmla="*/ 20 w 2"/>
                  <a:gd name="T7" fmla="*/ 63 h 4"/>
                  <a:gd name="T8" fmla="*/ 0 w 2"/>
                  <a:gd name="T9" fmla="*/ 63 h 4"/>
                  <a:gd name="T10" fmla="*/ 20 w 2"/>
                  <a:gd name="T11" fmla="*/ 33 h 4"/>
                  <a:gd name="T12" fmla="*/ 0 w 2"/>
                  <a:gd name="T13" fmla="*/ 20 h 4"/>
                  <a:gd name="T14" fmla="*/ 0 w 2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2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0" name="Freeform 256">
                <a:extLst>
                  <a:ext uri="{FF2B5EF4-FFF2-40B4-BE49-F238E27FC236}">
                    <a16:creationId xmlns:a16="http://schemas.microsoft.com/office/drawing/2014/main" id="{BED69DA0-B3EE-4228-964C-17907023A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44"/>
                <a:ext cx="3" cy="19"/>
              </a:xfrm>
              <a:custGeom>
                <a:avLst/>
                <a:gdLst>
                  <a:gd name="T0" fmla="*/ 0 w 1"/>
                  <a:gd name="T1" fmla="*/ 22 h 7"/>
                  <a:gd name="T2" fmla="*/ 27 w 1"/>
                  <a:gd name="T3" fmla="*/ 22 h 7"/>
                  <a:gd name="T4" fmla="*/ 27 w 1"/>
                  <a:gd name="T5" fmla="*/ 81 h 7"/>
                  <a:gd name="T6" fmla="*/ 27 w 1"/>
                  <a:gd name="T7" fmla="*/ 117 h 7"/>
                  <a:gd name="T8" fmla="*/ 27 w 1"/>
                  <a:gd name="T9" fmla="*/ 141 h 7"/>
                  <a:gd name="T10" fmla="*/ 0 w 1"/>
                  <a:gd name="T11" fmla="*/ 141 h 7"/>
                  <a:gd name="T12" fmla="*/ 0 w 1"/>
                  <a:gd name="T13" fmla="*/ 117 h 7"/>
                  <a:gd name="T14" fmla="*/ 0 w 1"/>
                  <a:gd name="T15" fmla="*/ 103 h 7"/>
                  <a:gd name="T16" fmla="*/ 0 w 1"/>
                  <a:gd name="T17" fmla="*/ 81 h 7"/>
                  <a:gd name="T18" fmla="*/ 0 w 1"/>
                  <a:gd name="T19" fmla="*/ 38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" h="7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1" name="Freeform 257">
                <a:extLst>
                  <a:ext uri="{FF2B5EF4-FFF2-40B4-BE49-F238E27FC236}">
                    <a16:creationId xmlns:a16="http://schemas.microsoft.com/office/drawing/2014/main" id="{443D1085-0635-4CB6-8251-DDD168FDB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341"/>
                <a:ext cx="5" cy="16"/>
              </a:xfrm>
              <a:custGeom>
                <a:avLst/>
                <a:gdLst>
                  <a:gd name="T0" fmla="*/ 0 w 2"/>
                  <a:gd name="T1" fmla="*/ 21 h 6"/>
                  <a:gd name="T2" fmla="*/ 20 w 2"/>
                  <a:gd name="T3" fmla="*/ 0 h 6"/>
                  <a:gd name="T4" fmla="*/ 20 w 2"/>
                  <a:gd name="T5" fmla="*/ 35 h 6"/>
                  <a:gd name="T6" fmla="*/ 33 w 2"/>
                  <a:gd name="T7" fmla="*/ 56 h 6"/>
                  <a:gd name="T8" fmla="*/ 0 w 2"/>
                  <a:gd name="T9" fmla="*/ 77 h 6"/>
                  <a:gd name="T10" fmla="*/ 0 w 2"/>
                  <a:gd name="T11" fmla="*/ 115 h 6"/>
                  <a:gd name="T12" fmla="*/ 0 w 2"/>
                  <a:gd name="T13" fmla="*/ 56 h 6"/>
                  <a:gd name="T14" fmla="*/ 20 w 2"/>
                  <a:gd name="T15" fmla="*/ 35 h 6"/>
                  <a:gd name="T16" fmla="*/ 0 w 2"/>
                  <a:gd name="T17" fmla="*/ 21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2" name="Freeform 258">
                <a:extLst>
                  <a:ext uri="{FF2B5EF4-FFF2-40B4-BE49-F238E27FC236}">
                    <a16:creationId xmlns:a16="http://schemas.microsoft.com/office/drawing/2014/main" id="{9151A8A2-A65C-4D96-90CC-7F4069D1C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33"/>
                <a:ext cx="8" cy="11"/>
              </a:xfrm>
              <a:custGeom>
                <a:avLst/>
                <a:gdLst>
                  <a:gd name="T0" fmla="*/ 0 w 3"/>
                  <a:gd name="T1" fmla="*/ 22 h 4"/>
                  <a:gd name="T2" fmla="*/ 0 w 3"/>
                  <a:gd name="T3" fmla="*/ 61 h 4"/>
                  <a:gd name="T4" fmla="*/ 0 w 3"/>
                  <a:gd name="T5" fmla="*/ 61 h 4"/>
                  <a:gd name="T6" fmla="*/ 21 w 3"/>
                  <a:gd name="T7" fmla="*/ 83 h 4"/>
                  <a:gd name="T8" fmla="*/ 21 w 3"/>
                  <a:gd name="T9" fmla="*/ 61 h 4"/>
                  <a:gd name="T10" fmla="*/ 35 w 3"/>
                  <a:gd name="T11" fmla="*/ 47 h 4"/>
                  <a:gd name="T12" fmla="*/ 56 w 3"/>
                  <a:gd name="T13" fmla="*/ 22 h 4"/>
                  <a:gd name="T14" fmla="*/ 35 w 3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3" name="Freeform 259">
                <a:extLst>
                  <a:ext uri="{FF2B5EF4-FFF2-40B4-BE49-F238E27FC236}">
                    <a16:creationId xmlns:a16="http://schemas.microsoft.com/office/drawing/2014/main" id="{4CEBCCB1-522B-4335-8883-914BC4BD8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339"/>
                <a:ext cx="5" cy="16"/>
              </a:xfrm>
              <a:custGeom>
                <a:avLst/>
                <a:gdLst>
                  <a:gd name="T0" fmla="*/ 0 w 2"/>
                  <a:gd name="T1" fmla="*/ 21 h 6"/>
                  <a:gd name="T2" fmla="*/ 33 w 2"/>
                  <a:gd name="T3" fmla="*/ 0 h 6"/>
                  <a:gd name="T4" fmla="*/ 33 w 2"/>
                  <a:gd name="T5" fmla="*/ 0 h 6"/>
                  <a:gd name="T6" fmla="*/ 33 w 2"/>
                  <a:gd name="T7" fmla="*/ 35 h 6"/>
                  <a:gd name="T8" fmla="*/ 33 w 2"/>
                  <a:gd name="T9" fmla="*/ 56 h 6"/>
                  <a:gd name="T10" fmla="*/ 33 w 2"/>
                  <a:gd name="T11" fmla="*/ 93 h 6"/>
                  <a:gd name="T12" fmla="*/ 33 w 2"/>
                  <a:gd name="T13" fmla="*/ 115 h 6"/>
                  <a:gd name="T14" fmla="*/ 33 w 2"/>
                  <a:gd name="T15" fmla="*/ 115 h 6"/>
                  <a:gd name="T16" fmla="*/ 20 w 2"/>
                  <a:gd name="T17" fmla="*/ 56 h 6"/>
                  <a:gd name="T18" fmla="*/ 20 w 2"/>
                  <a:gd name="T19" fmla="*/ 35 h 6"/>
                  <a:gd name="T20" fmla="*/ 0 w 2"/>
                  <a:gd name="T21" fmla="*/ 21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" h="6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4" name="Freeform 260">
                <a:extLst>
                  <a:ext uri="{FF2B5EF4-FFF2-40B4-BE49-F238E27FC236}">
                    <a16:creationId xmlns:a16="http://schemas.microsoft.com/office/drawing/2014/main" id="{0C1C4640-FD46-4219-8ED8-0F7F48841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349"/>
                <a:ext cx="10" cy="24"/>
              </a:xfrm>
              <a:custGeom>
                <a:avLst/>
                <a:gdLst>
                  <a:gd name="T0" fmla="*/ 0 w 4"/>
                  <a:gd name="T1" fmla="*/ 35 h 9"/>
                  <a:gd name="T2" fmla="*/ 33 w 4"/>
                  <a:gd name="T3" fmla="*/ 0 h 9"/>
                  <a:gd name="T4" fmla="*/ 33 w 4"/>
                  <a:gd name="T5" fmla="*/ 0 h 9"/>
                  <a:gd name="T6" fmla="*/ 33 w 4"/>
                  <a:gd name="T7" fmla="*/ 21 h 9"/>
                  <a:gd name="T8" fmla="*/ 50 w 4"/>
                  <a:gd name="T9" fmla="*/ 56 h 9"/>
                  <a:gd name="T10" fmla="*/ 50 w 4"/>
                  <a:gd name="T11" fmla="*/ 77 h 9"/>
                  <a:gd name="T12" fmla="*/ 63 w 4"/>
                  <a:gd name="T13" fmla="*/ 136 h 9"/>
                  <a:gd name="T14" fmla="*/ 63 w 4"/>
                  <a:gd name="T15" fmla="*/ 171 h 9"/>
                  <a:gd name="T16" fmla="*/ 50 w 4"/>
                  <a:gd name="T17" fmla="*/ 149 h 9"/>
                  <a:gd name="T18" fmla="*/ 50 w 4"/>
                  <a:gd name="T19" fmla="*/ 136 h 9"/>
                  <a:gd name="T20" fmla="*/ 33 w 4"/>
                  <a:gd name="T21" fmla="*/ 93 h 9"/>
                  <a:gd name="T22" fmla="*/ 20 w 4"/>
                  <a:gd name="T23" fmla="*/ 56 h 9"/>
                  <a:gd name="T24" fmla="*/ 0 w 4"/>
                  <a:gd name="T25" fmla="*/ 35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9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5" name="Freeform 261">
                <a:extLst>
                  <a:ext uri="{FF2B5EF4-FFF2-40B4-BE49-F238E27FC236}">
                    <a16:creationId xmlns:a16="http://schemas.microsoft.com/office/drawing/2014/main" id="{4D139D7E-D99B-4562-9FF6-0F6FB721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35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0 h 3"/>
                  <a:gd name="T4" fmla="*/ 33 w 2"/>
                  <a:gd name="T5" fmla="*/ 56 h 3"/>
                  <a:gd name="T6" fmla="*/ 20 w 2"/>
                  <a:gd name="T7" fmla="*/ 56 h 3"/>
                  <a:gd name="T8" fmla="*/ 20 w 2"/>
                  <a:gd name="T9" fmla="*/ 21 h 3"/>
                  <a:gd name="T10" fmla="*/ 0 w 2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6" name="Freeform 262">
                <a:extLst>
                  <a:ext uri="{FF2B5EF4-FFF2-40B4-BE49-F238E27FC236}">
                    <a16:creationId xmlns:a16="http://schemas.microsoft.com/office/drawing/2014/main" id="{CD120B1D-7D6E-4080-B39C-49E463CDC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65"/>
                <a:ext cx="2" cy="8"/>
              </a:xfrm>
              <a:custGeom>
                <a:avLst/>
                <a:gdLst>
                  <a:gd name="T0" fmla="*/ 0 w 1"/>
                  <a:gd name="T1" fmla="*/ 21 h 3"/>
                  <a:gd name="T2" fmla="*/ 0 w 1"/>
                  <a:gd name="T3" fmla="*/ 56 h 3"/>
                  <a:gd name="T4" fmla="*/ 8 w 1"/>
                  <a:gd name="T5" fmla="*/ 35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7" name="Freeform 263">
                <a:extLst>
                  <a:ext uri="{FF2B5EF4-FFF2-40B4-BE49-F238E27FC236}">
                    <a16:creationId xmlns:a16="http://schemas.microsoft.com/office/drawing/2014/main" id="{CE32A395-CFD4-4E74-8C36-DB9F06F79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65"/>
                <a:ext cx="5" cy="16"/>
              </a:xfrm>
              <a:custGeom>
                <a:avLst/>
                <a:gdLst>
                  <a:gd name="T0" fmla="*/ 20 w 2"/>
                  <a:gd name="T1" fmla="*/ 35 h 6"/>
                  <a:gd name="T2" fmla="*/ 20 w 2"/>
                  <a:gd name="T3" fmla="*/ 77 h 6"/>
                  <a:gd name="T4" fmla="*/ 20 w 2"/>
                  <a:gd name="T5" fmla="*/ 93 h 6"/>
                  <a:gd name="T6" fmla="*/ 20 w 2"/>
                  <a:gd name="T7" fmla="*/ 93 h 6"/>
                  <a:gd name="T8" fmla="*/ 20 w 2"/>
                  <a:gd name="T9" fmla="*/ 115 h 6"/>
                  <a:gd name="T10" fmla="*/ 33 w 2"/>
                  <a:gd name="T11" fmla="*/ 115 h 6"/>
                  <a:gd name="T12" fmla="*/ 20 w 2"/>
                  <a:gd name="T13" fmla="*/ 77 h 6"/>
                  <a:gd name="T14" fmla="*/ 20 w 2"/>
                  <a:gd name="T15" fmla="*/ 35 h 6"/>
                  <a:gd name="T16" fmla="*/ 20 w 2"/>
                  <a:gd name="T17" fmla="*/ 21 h 6"/>
                  <a:gd name="T18" fmla="*/ 0 w 2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8" name="Freeform 264">
                <a:extLst>
                  <a:ext uri="{FF2B5EF4-FFF2-40B4-BE49-F238E27FC236}">
                    <a16:creationId xmlns:a16="http://schemas.microsoft.com/office/drawing/2014/main" id="{44244139-A277-47FF-8E75-AC3B6EE08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373"/>
                <a:ext cx="7" cy="22"/>
              </a:xfrm>
              <a:custGeom>
                <a:avLst/>
                <a:gdLst>
                  <a:gd name="T0" fmla="*/ 0 w 3"/>
                  <a:gd name="T1" fmla="*/ 22 h 8"/>
                  <a:gd name="T2" fmla="*/ 28 w 3"/>
                  <a:gd name="T3" fmla="*/ 22 h 8"/>
                  <a:gd name="T4" fmla="*/ 37 w 3"/>
                  <a:gd name="T5" fmla="*/ 61 h 8"/>
                  <a:gd name="T6" fmla="*/ 28 w 3"/>
                  <a:gd name="T7" fmla="*/ 83 h 8"/>
                  <a:gd name="T8" fmla="*/ 28 w 3"/>
                  <a:gd name="T9" fmla="*/ 107 h 8"/>
                  <a:gd name="T10" fmla="*/ 28 w 3"/>
                  <a:gd name="T11" fmla="*/ 143 h 8"/>
                  <a:gd name="T12" fmla="*/ 37 w 3"/>
                  <a:gd name="T13" fmla="*/ 168 h 8"/>
                  <a:gd name="T14" fmla="*/ 28 w 3"/>
                  <a:gd name="T15" fmla="*/ 129 h 8"/>
                  <a:gd name="T16" fmla="*/ 12 w 3"/>
                  <a:gd name="T17" fmla="*/ 83 h 8"/>
                  <a:gd name="T18" fmla="*/ 12 w 3"/>
                  <a:gd name="T19" fmla="*/ 47 h 8"/>
                  <a:gd name="T20" fmla="*/ 0 w 3"/>
                  <a:gd name="T21" fmla="*/ 22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8">
                    <a:moveTo>
                      <a:pt x="0" y="1"/>
                    </a:moveTo>
                    <a:cubicBezTo>
                      <a:pt x="0" y="1"/>
                      <a:pt x="2" y="0"/>
                      <a:pt x="2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1" y="3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9" name="Freeform 265">
                <a:extLst>
                  <a:ext uri="{FF2B5EF4-FFF2-40B4-BE49-F238E27FC236}">
                    <a16:creationId xmlns:a16="http://schemas.microsoft.com/office/drawing/2014/main" id="{37AB864B-16CF-4A12-8BDF-209E7EEA4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405"/>
                <a:ext cx="5" cy="11"/>
              </a:xfrm>
              <a:custGeom>
                <a:avLst/>
                <a:gdLst>
                  <a:gd name="T0" fmla="*/ 0 w 2"/>
                  <a:gd name="T1" fmla="*/ 61 h 4"/>
                  <a:gd name="T2" fmla="*/ 33 w 2"/>
                  <a:gd name="T3" fmla="*/ 0 h 4"/>
                  <a:gd name="T4" fmla="*/ 33 w 2"/>
                  <a:gd name="T5" fmla="*/ 47 h 4"/>
                  <a:gd name="T6" fmla="*/ 33 w 2"/>
                  <a:gd name="T7" fmla="*/ 61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2" y="4"/>
                      <a:pt x="2" y="1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0" name="Freeform 266">
                <a:extLst>
                  <a:ext uri="{FF2B5EF4-FFF2-40B4-BE49-F238E27FC236}">
                    <a16:creationId xmlns:a16="http://schemas.microsoft.com/office/drawing/2014/main" id="{F7B0F90C-0AB7-40B0-8576-02CD4DD30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403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33 w 2"/>
                  <a:gd name="T3" fmla="*/ 21 h 5"/>
                  <a:gd name="T4" fmla="*/ 33 w 2"/>
                  <a:gd name="T5" fmla="*/ 55 h 5"/>
                  <a:gd name="T6" fmla="*/ 33 w 2"/>
                  <a:gd name="T7" fmla="*/ 88 h 5"/>
                  <a:gd name="T8" fmla="*/ 0 w 2"/>
                  <a:gd name="T9" fmla="*/ 68 h 5"/>
                  <a:gd name="T10" fmla="*/ 20 w 2"/>
                  <a:gd name="T11" fmla="*/ 68 h 5"/>
                  <a:gd name="T12" fmla="*/ 20 w 2"/>
                  <a:gd name="T13" fmla="*/ 55 h 5"/>
                  <a:gd name="T14" fmla="*/ 20 w 2"/>
                  <a:gd name="T15" fmla="*/ 34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1" name="Freeform 267">
                <a:extLst>
                  <a:ext uri="{FF2B5EF4-FFF2-40B4-BE49-F238E27FC236}">
                    <a16:creationId xmlns:a16="http://schemas.microsoft.com/office/drawing/2014/main" id="{65107934-FEB7-4391-A2FA-E35244591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37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2" name="Freeform 268">
                <a:extLst>
                  <a:ext uri="{FF2B5EF4-FFF2-40B4-BE49-F238E27FC236}">
                    <a16:creationId xmlns:a16="http://schemas.microsoft.com/office/drawing/2014/main" id="{9DDBA73E-256D-4769-BE64-8307D110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6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8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3" name="Freeform 269">
                <a:extLst>
                  <a:ext uri="{FF2B5EF4-FFF2-40B4-BE49-F238E27FC236}">
                    <a16:creationId xmlns:a16="http://schemas.microsoft.com/office/drawing/2014/main" id="{DBEA4F02-D561-4BA1-BAAE-B7FBD691C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36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4" name="Freeform 270">
                <a:extLst>
                  <a:ext uri="{FF2B5EF4-FFF2-40B4-BE49-F238E27FC236}">
                    <a16:creationId xmlns:a16="http://schemas.microsoft.com/office/drawing/2014/main" id="{D3A4B67E-B038-4C55-810E-764708371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34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27 h 1"/>
                  <a:gd name="T6" fmla="*/ 8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5" name="Freeform 271">
                <a:extLst>
                  <a:ext uri="{FF2B5EF4-FFF2-40B4-BE49-F238E27FC236}">
                    <a16:creationId xmlns:a16="http://schemas.microsoft.com/office/drawing/2014/main" id="{776F67BF-5709-458D-9FC5-1AB4D646D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33 w 2"/>
                  <a:gd name="T3" fmla="*/ 0 h 2"/>
                  <a:gd name="T4" fmla="*/ 2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6" name="Freeform 272">
                <a:extLst>
                  <a:ext uri="{FF2B5EF4-FFF2-40B4-BE49-F238E27FC236}">
                    <a16:creationId xmlns:a16="http://schemas.microsoft.com/office/drawing/2014/main" id="{7B79A3E6-FF41-4DF5-B041-BD1E483F5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34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27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7" name="Freeform 273">
                <a:extLst>
                  <a:ext uri="{FF2B5EF4-FFF2-40B4-BE49-F238E27FC236}">
                    <a16:creationId xmlns:a16="http://schemas.microsoft.com/office/drawing/2014/main" id="{8F706EBF-678D-4059-9817-8994CB9AA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347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20 h 2"/>
                  <a:gd name="T4" fmla="*/ 27 w 1"/>
                  <a:gd name="T5" fmla="*/ 33 h 2"/>
                  <a:gd name="T6" fmla="*/ 27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8" name="Freeform 274">
                <a:extLst>
                  <a:ext uri="{FF2B5EF4-FFF2-40B4-BE49-F238E27FC236}">
                    <a16:creationId xmlns:a16="http://schemas.microsoft.com/office/drawing/2014/main" id="{12F34735-2289-4161-9454-879236C1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33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27 w 1"/>
                  <a:gd name="T7" fmla="*/ 54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9" name="Freeform 275">
                <a:extLst>
                  <a:ext uri="{FF2B5EF4-FFF2-40B4-BE49-F238E27FC236}">
                    <a16:creationId xmlns:a16="http://schemas.microsoft.com/office/drawing/2014/main" id="{DE60D93C-80CA-42FE-83CD-440710EB6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33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33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0" name="Freeform 276">
                <a:extLst>
                  <a:ext uri="{FF2B5EF4-FFF2-40B4-BE49-F238E27FC236}">
                    <a16:creationId xmlns:a16="http://schemas.microsoft.com/office/drawing/2014/main" id="{88C328A6-6765-47CA-A87F-267595FBC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32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27 h 2"/>
                  <a:gd name="T4" fmla="*/ 27 w 1"/>
                  <a:gd name="T5" fmla="*/ 54 h 2"/>
                  <a:gd name="T6" fmla="*/ 27 w 1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1" name="Freeform 277">
                <a:extLst>
                  <a:ext uri="{FF2B5EF4-FFF2-40B4-BE49-F238E27FC236}">
                    <a16:creationId xmlns:a16="http://schemas.microsoft.com/office/drawing/2014/main" id="{3C8C17D2-1291-44DE-8A6A-9EF76F0DC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333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20 w 2"/>
                  <a:gd name="T3" fmla="*/ 27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2" name="Freeform 278">
                <a:extLst>
                  <a:ext uri="{FF2B5EF4-FFF2-40B4-BE49-F238E27FC236}">
                    <a16:creationId xmlns:a16="http://schemas.microsoft.com/office/drawing/2014/main" id="{CF91E2D2-CE73-40FE-A58B-2CB8B8FC7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33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3" name="Freeform 279">
                <a:extLst>
                  <a:ext uri="{FF2B5EF4-FFF2-40B4-BE49-F238E27FC236}">
                    <a16:creationId xmlns:a16="http://schemas.microsoft.com/office/drawing/2014/main" id="{F0CBD299-BA83-41FA-835F-BB9C4AC1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2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8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4" name="Freeform 280">
                <a:extLst>
                  <a:ext uri="{FF2B5EF4-FFF2-40B4-BE49-F238E27FC236}">
                    <a16:creationId xmlns:a16="http://schemas.microsoft.com/office/drawing/2014/main" id="{1E8BBAC7-5751-4A4C-8CE0-F952C29F8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36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5" name="Freeform 281">
                <a:extLst>
                  <a:ext uri="{FF2B5EF4-FFF2-40B4-BE49-F238E27FC236}">
                    <a16:creationId xmlns:a16="http://schemas.microsoft.com/office/drawing/2014/main" id="{2C0DB3E7-FCF8-442B-9283-3D9DA42B9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5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6" name="Freeform 282">
                <a:extLst>
                  <a:ext uri="{FF2B5EF4-FFF2-40B4-BE49-F238E27FC236}">
                    <a16:creationId xmlns:a16="http://schemas.microsoft.com/office/drawing/2014/main" id="{7CB059F1-5ACA-4561-B12A-CC7A77CF6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344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20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7" name="Freeform 283">
                <a:extLst>
                  <a:ext uri="{FF2B5EF4-FFF2-40B4-BE49-F238E27FC236}">
                    <a16:creationId xmlns:a16="http://schemas.microsoft.com/office/drawing/2014/main" id="{AA24E9B3-ED3B-45DB-880C-D95A72F1C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341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20 w 2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8" name="Freeform 284">
                <a:extLst>
                  <a:ext uri="{FF2B5EF4-FFF2-40B4-BE49-F238E27FC236}">
                    <a16:creationId xmlns:a16="http://schemas.microsoft.com/office/drawing/2014/main" id="{29715F34-CA8D-407A-ADA9-577A7F0C1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4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20 w 2"/>
                  <a:gd name="T3" fmla="*/ 0 h 1"/>
                  <a:gd name="T4" fmla="*/ 33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9" name="Freeform 285">
                <a:extLst>
                  <a:ext uri="{FF2B5EF4-FFF2-40B4-BE49-F238E27FC236}">
                    <a16:creationId xmlns:a16="http://schemas.microsoft.com/office/drawing/2014/main" id="{944C59C8-5309-48A1-BD13-F1A354550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34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20 w 2"/>
                  <a:gd name="T3" fmla="*/ 0 h 1"/>
                  <a:gd name="T4" fmla="*/ 33 w 2"/>
                  <a:gd name="T5" fmla="*/ 8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0" name="Freeform 286">
                <a:extLst>
                  <a:ext uri="{FF2B5EF4-FFF2-40B4-BE49-F238E27FC236}">
                    <a16:creationId xmlns:a16="http://schemas.microsoft.com/office/drawing/2014/main" id="{78123D9F-686C-489A-AC67-46D2AE57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34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1" name="Freeform 287">
                <a:extLst>
                  <a:ext uri="{FF2B5EF4-FFF2-40B4-BE49-F238E27FC236}">
                    <a16:creationId xmlns:a16="http://schemas.microsoft.com/office/drawing/2014/main" id="{CB99E9B3-4BAF-44BA-BDE0-08BD8EBA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339"/>
                <a:ext cx="5" cy="1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2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2" name="Freeform 288">
                <a:extLst>
                  <a:ext uri="{FF2B5EF4-FFF2-40B4-BE49-F238E27FC236}">
                    <a16:creationId xmlns:a16="http://schemas.microsoft.com/office/drawing/2014/main" id="{8F7BF99E-26D5-414C-B7A0-8CBF88478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336"/>
                <a:ext cx="5" cy="1"/>
              </a:xfrm>
              <a:custGeom>
                <a:avLst/>
                <a:gdLst>
                  <a:gd name="T0" fmla="*/ 33 w 2"/>
                  <a:gd name="T1" fmla="*/ 0 h 1"/>
                  <a:gd name="T2" fmla="*/ 20 w 2"/>
                  <a:gd name="T3" fmla="*/ 0 h 1"/>
                  <a:gd name="T4" fmla="*/ 0 w 2"/>
                  <a:gd name="T5" fmla="*/ 0 h 1"/>
                  <a:gd name="T6" fmla="*/ 2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3" name="Freeform 289">
                <a:extLst>
                  <a:ext uri="{FF2B5EF4-FFF2-40B4-BE49-F238E27FC236}">
                    <a16:creationId xmlns:a16="http://schemas.microsoft.com/office/drawing/2014/main" id="{6BBF8B0C-4119-45BB-BE8B-9B210B97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328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33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4" name="Freeform 290">
                <a:extLst>
                  <a:ext uri="{FF2B5EF4-FFF2-40B4-BE49-F238E27FC236}">
                    <a16:creationId xmlns:a16="http://schemas.microsoft.com/office/drawing/2014/main" id="{C8391EAC-4C89-4D0E-B17C-65D77D8F7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3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27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5" name="Freeform 291">
                <a:extLst>
                  <a:ext uri="{FF2B5EF4-FFF2-40B4-BE49-F238E27FC236}">
                    <a16:creationId xmlns:a16="http://schemas.microsoft.com/office/drawing/2014/main" id="{1160CA7F-DEFB-4EA7-B239-0FDF66ECB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39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2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6" name="Freeform 292">
                <a:extLst>
                  <a:ext uri="{FF2B5EF4-FFF2-40B4-BE49-F238E27FC236}">
                    <a16:creationId xmlns:a16="http://schemas.microsoft.com/office/drawing/2014/main" id="{BE2B24C3-F0E6-4B74-898B-71F77EFC5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365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7" name="Freeform 293">
                <a:extLst>
                  <a:ext uri="{FF2B5EF4-FFF2-40B4-BE49-F238E27FC236}">
                    <a16:creationId xmlns:a16="http://schemas.microsoft.com/office/drawing/2014/main" id="{40465AE3-86A2-4DB0-B396-D898E56BF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20 w 2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8" name="Freeform 294">
                <a:extLst>
                  <a:ext uri="{FF2B5EF4-FFF2-40B4-BE49-F238E27FC236}">
                    <a16:creationId xmlns:a16="http://schemas.microsoft.com/office/drawing/2014/main" id="{0AC3BC35-63D9-48C3-B8C2-7764111DC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37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9" name="Freeform 295">
                <a:extLst>
                  <a:ext uri="{FF2B5EF4-FFF2-40B4-BE49-F238E27FC236}">
                    <a16:creationId xmlns:a16="http://schemas.microsoft.com/office/drawing/2014/main" id="{EAE83759-2AA6-4574-BDA0-8575DF811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3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0 w 2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0" name="Freeform 296">
                <a:extLst>
                  <a:ext uri="{FF2B5EF4-FFF2-40B4-BE49-F238E27FC236}">
                    <a16:creationId xmlns:a16="http://schemas.microsoft.com/office/drawing/2014/main" id="{51C501D3-6F5B-4B46-814E-E01440390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3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33 w 2"/>
                  <a:gd name="T7" fmla="*/ 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1" name="Freeform 297">
                <a:extLst>
                  <a:ext uri="{FF2B5EF4-FFF2-40B4-BE49-F238E27FC236}">
                    <a16:creationId xmlns:a16="http://schemas.microsoft.com/office/drawing/2014/main" id="{3D8ABFF1-ED89-4807-A283-5A5EF9591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54 h 2"/>
                  <a:gd name="T4" fmla="*/ 33 w 2"/>
                  <a:gd name="T5" fmla="*/ 0 h 2"/>
                  <a:gd name="T6" fmla="*/ 20 w 2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2" name="Freeform 298">
                <a:extLst>
                  <a:ext uri="{FF2B5EF4-FFF2-40B4-BE49-F238E27FC236}">
                    <a16:creationId xmlns:a16="http://schemas.microsoft.com/office/drawing/2014/main" id="{038579E7-955F-474C-BB80-97718313B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387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3" name="Freeform 299">
                <a:extLst>
                  <a:ext uri="{FF2B5EF4-FFF2-40B4-BE49-F238E27FC236}">
                    <a16:creationId xmlns:a16="http://schemas.microsoft.com/office/drawing/2014/main" id="{78AE11E9-EB82-4F9D-AFE7-D7295F403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81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20 w 2"/>
                  <a:gd name="T3" fmla="*/ 27 h 1"/>
                  <a:gd name="T4" fmla="*/ 33 w 2"/>
                  <a:gd name="T5" fmla="*/ 0 h 1"/>
                  <a:gd name="T6" fmla="*/ 0 w 2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4" name="Freeform 300">
                <a:extLst>
                  <a:ext uri="{FF2B5EF4-FFF2-40B4-BE49-F238E27FC236}">
                    <a16:creationId xmlns:a16="http://schemas.microsoft.com/office/drawing/2014/main" id="{6671D242-FA09-44A2-B84D-47A85319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27 w 1"/>
                  <a:gd name="T5" fmla="*/ 0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5" name="Freeform 301">
                <a:extLst>
                  <a:ext uri="{FF2B5EF4-FFF2-40B4-BE49-F238E27FC236}">
                    <a16:creationId xmlns:a16="http://schemas.microsoft.com/office/drawing/2014/main" id="{49BDE753-0877-4BE3-BDE8-90D10C23B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3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0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6" name="Freeform 302">
                <a:extLst>
                  <a:ext uri="{FF2B5EF4-FFF2-40B4-BE49-F238E27FC236}">
                    <a16:creationId xmlns:a16="http://schemas.microsoft.com/office/drawing/2014/main" id="{5F5B543A-3A8C-40CD-974D-EE5247D1A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36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7" name="Freeform 303">
                <a:extLst>
                  <a:ext uri="{FF2B5EF4-FFF2-40B4-BE49-F238E27FC236}">
                    <a16:creationId xmlns:a16="http://schemas.microsoft.com/office/drawing/2014/main" id="{3F27FE4F-72E3-4110-9210-E7A1AB3F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35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8" name="Freeform 304">
                <a:extLst>
                  <a:ext uri="{FF2B5EF4-FFF2-40B4-BE49-F238E27FC236}">
                    <a16:creationId xmlns:a16="http://schemas.microsoft.com/office/drawing/2014/main" id="{FDF2C7DA-AC83-48A4-AF27-206CC79A6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34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0 h 3"/>
                  <a:gd name="T4" fmla="*/ 20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9" name="Freeform 305">
                <a:extLst>
                  <a:ext uri="{FF2B5EF4-FFF2-40B4-BE49-F238E27FC236}">
                    <a16:creationId xmlns:a16="http://schemas.microsoft.com/office/drawing/2014/main" id="{B3ED72F1-CD1E-4C07-9D44-719A83E2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360"/>
                <a:ext cx="3" cy="13"/>
              </a:xfrm>
              <a:custGeom>
                <a:avLst/>
                <a:gdLst>
                  <a:gd name="T0" fmla="*/ 0 w 1"/>
                  <a:gd name="T1" fmla="*/ 21 h 5"/>
                  <a:gd name="T2" fmla="*/ 0 w 1"/>
                  <a:gd name="T3" fmla="*/ 55 h 5"/>
                  <a:gd name="T4" fmla="*/ 0 w 1"/>
                  <a:gd name="T5" fmla="*/ 68 h 5"/>
                  <a:gd name="T6" fmla="*/ 27 w 1"/>
                  <a:gd name="T7" fmla="*/ 68 h 5"/>
                  <a:gd name="T8" fmla="*/ 27 w 1"/>
                  <a:gd name="T9" fmla="*/ 21 h 5"/>
                  <a:gd name="T10" fmla="*/ 27 w 1"/>
                  <a:gd name="T11" fmla="*/ 0 h 5"/>
                  <a:gd name="T12" fmla="*/ 0 w 1"/>
                  <a:gd name="T13" fmla="*/ 2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0" name="Freeform 306">
                <a:extLst>
                  <a:ext uri="{FF2B5EF4-FFF2-40B4-BE49-F238E27FC236}">
                    <a16:creationId xmlns:a16="http://schemas.microsoft.com/office/drawing/2014/main" id="{46819DEE-0D8C-4BE1-863D-35190448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373"/>
                <a:ext cx="3" cy="8"/>
              </a:xfrm>
              <a:custGeom>
                <a:avLst/>
                <a:gdLst>
                  <a:gd name="T0" fmla="*/ 0 w 1"/>
                  <a:gd name="T1" fmla="*/ 35 h 3"/>
                  <a:gd name="T2" fmla="*/ 27 w 1"/>
                  <a:gd name="T3" fmla="*/ 56 h 3"/>
                  <a:gd name="T4" fmla="*/ 0 w 1"/>
                  <a:gd name="T5" fmla="*/ 0 h 3"/>
                  <a:gd name="T6" fmla="*/ 0 w 1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1" name="Freeform 307">
                <a:extLst>
                  <a:ext uri="{FF2B5EF4-FFF2-40B4-BE49-F238E27FC236}">
                    <a16:creationId xmlns:a16="http://schemas.microsoft.com/office/drawing/2014/main" id="{90937DA9-A2B5-4626-8A54-6585AF0F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55"/>
                <a:ext cx="3" cy="8"/>
              </a:xfrm>
              <a:custGeom>
                <a:avLst/>
                <a:gdLst>
                  <a:gd name="T0" fmla="*/ 0 w 1"/>
                  <a:gd name="T1" fmla="*/ 21 h 3"/>
                  <a:gd name="T2" fmla="*/ 0 w 1"/>
                  <a:gd name="T3" fmla="*/ 56 h 3"/>
                  <a:gd name="T4" fmla="*/ 27 w 1"/>
                  <a:gd name="T5" fmla="*/ 56 h 3"/>
                  <a:gd name="T6" fmla="*/ 27 w 1"/>
                  <a:gd name="T7" fmla="*/ 0 h 3"/>
                  <a:gd name="T8" fmla="*/ 27 w 1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2" name="Freeform 308">
                <a:extLst>
                  <a:ext uri="{FF2B5EF4-FFF2-40B4-BE49-F238E27FC236}">
                    <a16:creationId xmlns:a16="http://schemas.microsoft.com/office/drawing/2014/main" id="{54DDDFCA-79A5-451B-BC66-76CB29B0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344"/>
                <a:ext cx="3" cy="11"/>
              </a:xfrm>
              <a:custGeom>
                <a:avLst/>
                <a:gdLst>
                  <a:gd name="T0" fmla="*/ 0 w 1"/>
                  <a:gd name="T1" fmla="*/ 22 h 4"/>
                  <a:gd name="T2" fmla="*/ 0 w 1"/>
                  <a:gd name="T3" fmla="*/ 83 h 4"/>
                  <a:gd name="T4" fmla="*/ 0 w 1"/>
                  <a:gd name="T5" fmla="*/ 61 h 4"/>
                  <a:gd name="T6" fmla="*/ 0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3" name="Freeform 309">
                <a:extLst>
                  <a:ext uri="{FF2B5EF4-FFF2-40B4-BE49-F238E27FC236}">
                    <a16:creationId xmlns:a16="http://schemas.microsoft.com/office/drawing/2014/main" id="{9735F3A8-3C6E-4FE2-8366-2D989E45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403"/>
                <a:ext cx="2" cy="13"/>
              </a:xfrm>
              <a:custGeom>
                <a:avLst/>
                <a:gdLst>
                  <a:gd name="T0" fmla="*/ 8 w 1"/>
                  <a:gd name="T1" fmla="*/ 0 h 5"/>
                  <a:gd name="T2" fmla="*/ 8 w 1"/>
                  <a:gd name="T3" fmla="*/ 88 h 5"/>
                  <a:gd name="T4" fmla="*/ 0 w 1"/>
                  <a:gd name="T5" fmla="*/ 88 h 5"/>
                  <a:gd name="T6" fmla="*/ 0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4" name="Freeform 310">
                <a:extLst>
                  <a:ext uri="{FF2B5EF4-FFF2-40B4-BE49-F238E27FC236}">
                    <a16:creationId xmlns:a16="http://schemas.microsoft.com/office/drawing/2014/main" id="{5C0CFDD0-CC9A-4CC2-90D7-29953ABD2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397"/>
                <a:ext cx="5" cy="14"/>
              </a:xfrm>
              <a:custGeom>
                <a:avLst/>
                <a:gdLst>
                  <a:gd name="T0" fmla="*/ 33 w 2"/>
                  <a:gd name="T1" fmla="*/ 48 h 5"/>
                  <a:gd name="T2" fmla="*/ 33 w 2"/>
                  <a:gd name="T3" fmla="*/ 87 h 5"/>
                  <a:gd name="T4" fmla="*/ 0 w 2"/>
                  <a:gd name="T5" fmla="*/ 109 h 5"/>
                  <a:gd name="T6" fmla="*/ 20 w 2"/>
                  <a:gd name="T7" fmla="*/ 62 h 5"/>
                  <a:gd name="T8" fmla="*/ 33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2"/>
                      <a:pt x="2" y="4"/>
                      <a:pt x="2" y="4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5" name="Freeform 311">
                <a:extLst>
                  <a:ext uri="{FF2B5EF4-FFF2-40B4-BE49-F238E27FC236}">
                    <a16:creationId xmlns:a16="http://schemas.microsoft.com/office/drawing/2014/main" id="{CEF5E888-6337-46A0-A868-EC69A463A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84"/>
                <a:ext cx="7" cy="19"/>
              </a:xfrm>
              <a:custGeom>
                <a:avLst/>
                <a:gdLst>
                  <a:gd name="T0" fmla="*/ 37 w 3"/>
                  <a:gd name="T1" fmla="*/ 0 h 7"/>
                  <a:gd name="T2" fmla="*/ 37 w 3"/>
                  <a:gd name="T3" fmla="*/ 60 h 7"/>
                  <a:gd name="T4" fmla="*/ 28 w 3"/>
                  <a:gd name="T5" fmla="*/ 103 h 7"/>
                  <a:gd name="T6" fmla="*/ 0 w 3"/>
                  <a:gd name="T7" fmla="*/ 141 h 7"/>
                  <a:gd name="T8" fmla="*/ 12 w 3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1" y="6"/>
                      <a:pt x="1" y="5"/>
                      <a:pt x="1" y="4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6" name="Freeform 312">
                <a:extLst>
                  <a:ext uri="{FF2B5EF4-FFF2-40B4-BE49-F238E27FC236}">
                    <a16:creationId xmlns:a16="http://schemas.microsoft.com/office/drawing/2014/main" id="{E79497CE-724C-4842-B958-80700B296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95"/>
                <a:ext cx="5" cy="18"/>
              </a:xfrm>
              <a:custGeom>
                <a:avLst/>
                <a:gdLst>
                  <a:gd name="T0" fmla="*/ 20 w 2"/>
                  <a:gd name="T1" fmla="*/ 21 h 7"/>
                  <a:gd name="T2" fmla="*/ 33 w 2"/>
                  <a:gd name="T3" fmla="*/ 67 h 7"/>
                  <a:gd name="T4" fmla="*/ 33 w 2"/>
                  <a:gd name="T5" fmla="*/ 118 h 7"/>
                  <a:gd name="T6" fmla="*/ 0 w 2"/>
                  <a:gd name="T7" fmla="*/ 100 h 7"/>
                  <a:gd name="T8" fmla="*/ 20 w 2"/>
                  <a:gd name="T9" fmla="*/ 54 h 7"/>
                  <a:gd name="T10" fmla="*/ 0 w 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7">
                    <a:moveTo>
                      <a:pt x="1" y="1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7" name="Freeform 313">
                <a:extLst>
                  <a:ext uri="{FF2B5EF4-FFF2-40B4-BE49-F238E27FC236}">
                    <a16:creationId xmlns:a16="http://schemas.microsoft.com/office/drawing/2014/main" id="{26225B15-64E0-42A8-A870-B68F5380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384"/>
                <a:ext cx="8" cy="21"/>
              </a:xfrm>
              <a:custGeom>
                <a:avLst/>
                <a:gdLst>
                  <a:gd name="T0" fmla="*/ 21 w 3"/>
                  <a:gd name="T1" fmla="*/ 0 h 8"/>
                  <a:gd name="T2" fmla="*/ 21 w 3"/>
                  <a:gd name="T3" fmla="*/ 55 h 8"/>
                  <a:gd name="T4" fmla="*/ 21 w 3"/>
                  <a:gd name="T5" fmla="*/ 110 h 8"/>
                  <a:gd name="T6" fmla="*/ 21 w 3"/>
                  <a:gd name="T7" fmla="*/ 144 h 8"/>
                  <a:gd name="T8" fmla="*/ 56 w 3"/>
                  <a:gd name="T9" fmla="*/ 144 h 8"/>
                  <a:gd name="T10" fmla="*/ 35 w 3"/>
                  <a:gd name="T11" fmla="*/ 89 h 8"/>
                  <a:gd name="T12" fmla="*/ 21 w 3"/>
                  <a:gd name="T13" fmla="*/ 2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3" y="7"/>
                      <a:pt x="2" y="6"/>
                      <a:pt x="2" y="5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solidFill>
                <a:srgbClr val="F2C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8" name="Freeform 314">
                <a:extLst>
                  <a:ext uri="{FF2B5EF4-FFF2-40B4-BE49-F238E27FC236}">
                    <a16:creationId xmlns:a16="http://schemas.microsoft.com/office/drawing/2014/main" id="{7F61981F-8A01-48ED-B8F5-0D3908480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40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0 w 2"/>
                  <a:gd name="T5" fmla="*/ 54 h 2"/>
                  <a:gd name="T6" fmla="*/ 2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9" name="Freeform 315">
                <a:extLst>
                  <a:ext uri="{FF2B5EF4-FFF2-40B4-BE49-F238E27FC236}">
                    <a16:creationId xmlns:a16="http://schemas.microsoft.com/office/drawing/2014/main" id="{F97DE96A-CAC9-4A61-AD2A-09DD1A362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411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0" name="Freeform 316">
                <a:extLst>
                  <a:ext uri="{FF2B5EF4-FFF2-40B4-BE49-F238E27FC236}">
                    <a16:creationId xmlns:a16="http://schemas.microsoft.com/office/drawing/2014/main" id="{CD993EBE-71B1-4043-93B3-DE6321F9C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89"/>
                <a:ext cx="5" cy="14"/>
              </a:xfrm>
              <a:custGeom>
                <a:avLst/>
                <a:gdLst>
                  <a:gd name="T0" fmla="*/ 33 w 2"/>
                  <a:gd name="T1" fmla="*/ 0 h 5"/>
                  <a:gd name="T2" fmla="*/ 33 w 2"/>
                  <a:gd name="T3" fmla="*/ 48 h 5"/>
                  <a:gd name="T4" fmla="*/ 33 w 2"/>
                  <a:gd name="T5" fmla="*/ 62 h 5"/>
                  <a:gd name="T6" fmla="*/ 0 w 2"/>
                  <a:gd name="T7" fmla="*/ 109 h 5"/>
                  <a:gd name="T8" fmla="*/ 33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1" name="Freeform 317">
                <a:extLst>
                  <a:ext uri="{FF2B5EF4-FFF2-40B4-BE49-F238E27FC236}">
                    <a16:creationId xmlns:a16="http://schemas.microsoft.com/office/drawing/2014/main" id="{3DF6A1AE-85D3-4E60-9F08-9A82C669D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79"/>
                <a:ext cx="5" cy="34"/>
              </a:xfrm>
              <a:custGeom>
                <a:avLst/>
                <a:gdLst>
                  <a:gd name="T0" fmla="*/ 0 w 2"/>
                  <a:gd name="T1" fmla="*/ 0 h 13"/>
                  <a:gd name="T2" fmla="*/ 0 w 2"/>
                  <a:gd name="T3" fmla="*/ 21 h 13"/>
                  <a:gd name="T4" fmla="*/ 0 w 2"/>
                  <a:gd name="T5" fmla="*/ 34 h 13"/>
                  <a:gd name="T6" fmla="*/ 20 w 2"/>
                  <a:gd name="T7" fmla="*/ 110 h 13"/>
                  <a:gd name="T8" fmla="*/ 33 w 2"/>
                  <a:gd name="T9" fmla="*/ 233 h 13"/>
                  <a:gd name="T10" fmla="*/ 20 w 2"/>
                  <a:gd name="T11" fmla="*/ 233 h 13"/>
                  <a:gd name="T12" fmla="*/ 20 w 2"/>
                  <a:gd name="T13" fmla="*/ 144 h 13"/>
                  <a:gd name="T14" fmla="*/ 20 w 2"/>
                  <a:gd name="T15" fmla="*/ 89 h 13"/>
                  <a:gd name="T16" fmla="*/ 0 w 2"/>
                  <a:gd name="T17" fmla="*/ 34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1" y="8"/>
                      <a:pt x="2" y="10"/>
                      <a:pt x="2" y="13"/>
                    </a:cubicBezTo>
                    <a:cubicBezTo>
                      <a:pt x="2" y="13"/>
                      <a:pt x="2" y="12"/>
                      <a:pt x="1" y="13"/>
                    </a:cubicBezTo>
                    <a:cubicBezTo>
                      <a:pt x="1" y="11"/>
                      <a:pt x="1" y="9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2" name="Freeform 318">
                <a:extLst>
                  <a:ext uri="{FF2B5EF4-FFF2-40B4-BE49-F238E27FC236}">
                    <a16:creationId xmlns:a16="http://schemas.microsoft.com/office/drawing/2014/main" id="{9805D3CB-25F2-4D14-8C44-CCC8E09C6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387"/>
                <a:ext cx="5" cy="24"/>
              </a:xfrm>
              <a:custGeom>
                <a:avLst/>
                <a:gdLst>
                  <a:gd name="T0" fmla="*/ 0 w 2"/>
                  <a:gd name="T1" fmla="*/ 0 h 9"/>
                  <a:gd name="T2" fmla="*/ 20 w 2"/>
                  <a:gd name="T3" fmla="*/ 35 h 9"/>
                  <a:gd name="T4" fmla="*/ 20 w 2"/>
                  <a:gd name="T5" fmla="*/ 56 h 9"/>
                  <a:gd name="T6" fmla="*/ 20 w 2"/>
                  <a:gd name="T7" fmla="*/ 93 h 9"/>
                  <a:gd name="T8" fmla="*/ 20 w 2"/>
                  <a:gd name="T9" fmla="*/ 171 h 9"/>
                  <a:gd name="T10" fmla="*/ 20 w 2"/>
                  <a:gd name="T11" fmla="*/ 77 h 9"/>
                  <a:gd name="T12" fmla="*/ 0 w 2"/>
                  <a:gd name="T13" fmla="*/ 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6"/>
                      <a:pt x="2" y="8"/>
                      <a:pt x="1" y="9"/>
                    </a:cubicBezTo>
                    <a:cubicBezTo>
                      <a:pt x="1" y="7"/>
                      <a:pt x="1" y="5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3" name="Freeform 319">
                <a:extLst>
                  <a:ext uri="{FF2B5EF4-FFF2-40B4-BE49-F238E27FC236}">
                    <a16:creationId xmlns:a16="http://schemas.microsoft.com/office/drawing/2014/main" id="{EBCB2919-492A-4860-A61C-C8F17790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384"/>
                <a:ext cx="5" cy="19"/>
              </a:xfrm>
              <a:custGeom>
                <a:avLst/>
                <a:gdLst>
                  <a:gd name="T0" fmla="*/ 20 w 2"/>
                  <a:gd name="T1" fmla="*/ 0 h 7"/>
                  <a:gd name="T2" fmla="*/ 33 w 2"/>
                  <a:gd name="T3" fmla="*/ 22 h 7"/>
                  <a:gd name="T4" fmla="*/ 20 w 2"/>
                  <a:gd name="T5" fmla="*/ 60 h 7"/>
                  <a:gd name="T6" fmla="*/ 0 w 2"/>
                  <a:gd name="T7" fmla="*/ 141 h 7"/>
                  <a:gd name="T8" fmla="*/ 20 w 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1" y="5"/>
                      <a:pt x="0" y="7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4" name="Freeform 320">
                <a:extLst>
                  <a:ext uri="{FF2B5EF4-FFF2-40B4-BE49-F238E27FC236}">
                    <a16:creationId xmlns:a16="http://schemas.microsoft.com/office/drawing/2014/main" id="{FA81934E-64B8-483C-9FAE-84991208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68"/>
                <a:ext cx="7" cy="19"/>
              </a:xfrm>
              <a:custGeom>
                <a:avLst/>
                <a:gdLst>
                  <a:gd name="T0" fmla="*/ 0 w 3"/>
                  <a:gd name="T1" fmla="*/ 141 h 7"/>
                  <a:gd name="T2" fmla="*/ 12 w 3"/>
                  <a:gd name="T3" fmla="*/ 38 h 7"/>
                  <a:gd name="T4" fmla="*/ 28 w 3"/>
                  <a:gd name="T5" fmla="*/ 0 h 7"/>
                  <a:gd name="T6" fmla="*/ 37 w 3"/>
                  <a:gd name="T7" fmla="*/ 38 h 7"/>
                  <a:gd name="T8" fmla="*/ 12 w 3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1" y="4"/>
                      <a:pt x="1" y="2"/>
                    </a:cubicBezTo>
                    <a:cubicBezTo>
                      <a:pt x="1" y="2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1"/>
                      <a:pt x="1" y="4"/>
                      <a:pt x="1" y="5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5" name="Freeform 321">
                <a:extLst>
                  <a:ext uri="{FF2B5EF4-FFF2-40B4-BE49-F238E27FC236}">
                    <a16:creationId xmlns:a16="http://schemas.microsoft.com/office/drawing/2014/main" id="{98667A1F-C775-43C7-9FC2-449FCA80E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34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56 h 3"/>
                  <a:gd name="T4" fmla="*/ 0 w 2"/>
                  <a:gd name="T5" fmla="*/ 35 h 3"/>
                  <a:gd name="T6" fmla="*/ 0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2"/>
                      <a:pt x="2" y="3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6" name="Freeform 322">
                <a:extLst>
                  <a:ext uri="{FF2B5EF4-FFF2-40B4-BE49-F238E27FC236}">
                    <a16:creationId xmlns:a16="http://schemas.microsoft.com/office/drawing/2014/main" id="{7A89CED3-AAD5-4201-9F37-059A37E2E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347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21 h 3"/>
                  <a:gd name="T4" fmla="*/ 0 w 1"/>
                  <a:gd name="T5" fmla="*/ 56 h 3"/>
                  <a:gd name="T6" fmla="*/ 8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7" name="Freeform 323">
                <a:extLst>
                  <a:ext uri="{FF2B5EF4-FFF2-40B4-BE49-F238E27FC236}">
                    <a16:creationId xmlns:a16="http://schemas.microsoft.com/office/drawing/2014/main" id="{D2A3F566-DE23-4C52-833B-383A30C7E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349"/>
                <a:ext cx="3" cy="11"/>
              </a:xfrm>
              <a:custGeom>
                <a:avLst/>
                <a:gdLst>
                  <a:gd name="T0" fmla="*/ 27 w 1"/>
                  <a:gd name="T1" fmla="*/ 22 h 4"/>
                  <a:gd name="T2" fmla="*/ 0 w 1"/>
                  <a:gd name="T3" fmla="*/ 83 h 4"/>
                  <a:gd name="T4" fmla="*/ 27 w 1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0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8" name="Freeform 324">
                <a:extLst>
                  <a:ext uri="{FF2B5EF4-FFF2-40B4-BE49-F238E27FC236}">
                    <a16:creationId xmlns:a16="http://schemas.microsoft.com/office/drawing/2014/main" id="{B5EE8040-85F9-453B-94F0-E4A7D39A6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336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0 w 2"/>
                  <a:gd name="T3" fmla="*/ 21 h 3"/>
                  <a:gd name="T4" fmla="*/ 0 w 2"/>
                  <a:gd name="T5" fmla="*/ 56 h 3"/>
                  <a:gd name="T6" fmla="*/ 33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9" name="Freeform 325">
                <a:extLst>
                  <a:ext uri="{FF2B5EF4-FFF2-40B4-BE49-F238E27FC236}">
                    <a16:creationId xmlns:a16="http://schemas.microsoft.com/office/drawing/2014/main" id="{2629461D-B0F8-4A90-A30B-FD6412349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360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0" name="Freeform 326">
                <a:extLst>
                  <a:ext uri="{FF2B5EF4-FFF2-40B4-BE49-F238E27FC236}">
                    <a16:creationId xmlns:a16="http://schemas.microsoft.com/office/drawing/2014/main" id="{ED1EEC52-C43B-466C-B73A-0C1CE9E48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37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1" name="Freeform 327">
                <a:extLst>
                  <a:ext uri="{FF2B5EF4-FFF2-40B4-BE49-F238E27FC236}">
                    <a16:creationId xmlns:a16="http://schemas.microsoft.com/office/drawing/2014/main" id="{1A844D04-8974-4E2A-B5E4-3B8FC361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87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20 w 2"/>
                  <a:gd name="T3" fmla="*/ 34 h 5"/>
                  <a:gd name="T4" fmla="*/ 33 w 2"/>
                  <a:gd name="T5" fmla="*/ 88 h 5"/>
                  <a:gd name="T6" fmla="*/ 20 w 2"/>
                  <a:gd name="T7" fmla="*/ 34 h 5"/>
                  <a:gd name="T8" fmla="*/ 0 w 2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2" name="Freeform 328">
                <a:extLst>
                  <a:ext uri="{FF2B5EF4-FFF2-40B4-BE49-F238E27FC236}">
                    <a16:creationId xmlns:a16="http://schemas.microsoft.com/office/drawing/2014/main" id="{F69920F0-46B0-46F2-8DD7-CAE08BA37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379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0 h 4"/>
                  <a:gd name="T4" fmla="*/ 27 w 1"/>
                  <a:gd name="T5" fmla="*/ 33 h 4"/>
                  <a:gd name="T6" fmla="*/ 27 w 1"/>
                  <a:gd name="T7" fmla="*/ 63 h 4"/>
                  <a:gd name="T8" fmla="*/ 0 w 1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3" name="Freeform 329">
                <a:extLst>
                  <a:ext uri="{FF2B5EF4-FFF2-40B4-BE49-F238E27FC236}">
                    <a16:creationId xmlns:a16="http://schemas.microsoft.com/office/drawing/2014/main" id="{A23F3B03-6E3C-4CD9-A6FB-9C5189E56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355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27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4" name="Freeform 330">
                <a:extLst>
                  <a:ext uri="{FF2B5EF4-FFF2-40B4-BE49-F238E27FC236}">
                    <a16:creationId xmlns:a16="http://schemas.microsoft.com/office/drawing/2014/main" id="{A690434A-C823-4A92-BF0B-0209554DC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34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5" name="Freeform 331">
                <a:extLst>
                  <a:ext uri="{FF2B5EF4-FFF2-40B4-BE49-F238E27FC236}">
                    <a16:creationId xmlns:a16="http://schemas.microsoft.com/office/drawing/2014/main" id="{B6524F59-5455-4862-AAAA-624FEADB7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4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27 h 1"/>
                  <a:gd name="T4" fmla="*/ 33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6" name="Freeform 332">
                <a:extLst>
                  <a:ext uri="{FF2B5EF4-FFF2-40B4-BE49-F238E27FC236}">
                    <a16:creationId xmlns:a16="http://schemas.microsoft.com/office/drawing/2014/main" id="{9692D3FB-9451-45F1-BEC9-39B985AC8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3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7" name="Freeform 333">
                <a:extLst>
                  <a:ext uri="{FF2B5EF4-FFF2-40B4-BE49-F238E27FC236}">
                    <a16:creationId xmlns:a16="http://schemas.microsoft.com/office/drawing/2014/main" id="{021114E0-F400-42A3-8E05-268499BD3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33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0 h 4"/>
                  <a:gd name="T4" fmla="*/ 20 w 2"/>
                  <a:gd name="T5" fmla="*/ 83 h 4"/>
                  <a:gd name="T6" fmla="*/ 0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2" y="3"/>
                      <a:pt x="1" y="4"/>
                    </a:cubicBez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solidFill>
                <a:srgbClr val="FFE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8" name="Freeform 334">
                <a:extLst>
                  <a:ext uri="{FF2B5EF4-FFF2-40B4-BE49-F238E27FC236}">
                    <a16:creationId xmlns:a16="http://schemas.microsoft.com/office/drawing/2014/main" id="{694239D0-A23D-4155-9CD2-8E710DAC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349"/>
                <a:ext cx="8" cy="11"/>
              </a:xfrm>
              <a:custGeom>
                <a:avLst/>
                <a:gdLst>
                  <a:gd name="T0" fmla="*/ 56 w 3"/>
                  <a:gd name="T1" fmla="*/ 0 h 4"/>
                  <a:gd name="T2" fmla="*/ 35 w 3"/>
                  <a:gd name="T3" fmla="*/ 83 h 4"/>
                  <a:gd name="T4" fmla="*/ 56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9" name="Freeform 335">
                <a:extLst>
                  <a:ext uri="{FF2B5EF4-FFF2-40B4-BE49-F238E27FC236}">
                    <a16:creationId xmlns:a16="http://schemas.microsoft.com/office/drawing/2014/main" id="{03B80A2D-2F9D-4E6A-BC69-01346CA9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349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54 h 2"/>
                  <a:gd name="T4" fmla="*/ 20 w 2"/>
                  <a:gd name="T5" fmla="*/ 54 h 2"/>
                  <a:gd name="T6" fmla="*/ 33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D4A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0" name="Freeform 336">
                <a:extLst>
                  <a:ext uri="{FF2B5EF4-FFF2-40B4-BE49-F238E27FC236}">
                    <a16:creationId xmlns:a16="http://schemas.microsoft.com/office/drawing/2014/main" id="{CA75D6F7-EF9D-4C8D-9BD1-3BAD551FE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405"/>
                <a:ext cx="53" cy="62"/>
              </a:xfrm>
              <a:custGeom>
                <a:avLst/>
                <a:gdLst>
                  <a:gd name="T0" fmla="*/ 338 w 21"/>
                  <a:gd name="T1" fmla="*/ 59 h 23"/>
                  <a:gd name="T2" fmla="*/ 209 w 21"/>
                  <a:gd name="T3" fmla="*/ 94 h 23"/>
                  <a:gd name="T4" fmla="*/ 20 w 21"/>
                  <a:gd name="T5" fmla="*/ 22 h 23"/>
                  <a:gd name="T6" fmla="*/ 20 w 21"/>
                  <a:gd name="T7" fmla="*/ 22 h 23"/>
                  <a:gd name="T8" fmla="*/ 63 w 21"/>
                  <a:gd name="T9" fmla="*/ 450 h 23"/>
                  <a:gd name="T10" fmla="*/ 50 w 21"/>
                  <a:gd name="T11" fmla="*/ 116 h 23"/>
                  <a:gd name="T12" fmla="*/ 114 w 21"/>
                  <a:gd name="T13" fmla="*/ 94 h 23"/>
                  <a:gd name="T14" fmla="*/ 338 w 21"/>
                  <a:gd name="T15" fmla="*/ 5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3">
                    <a:moveTo>
                      <a:pt x="21" y="3"/>
                    </a:moveTo>
                    <a:cubicBezTo>
                      <a:pt x="19" y="4"/>
                      <a:pt x="16" y="5"/>
                      <a:pt x="13" y="5"/>
                    </a:cubicBezTo>
                    <a:cubicBezTo>
                      <a:pt x="7" y="5"/>
                      <a:pt x="3" y="2"/>
                      <a:pt x="1" y="1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6"/>
                      <a:pt x="4" y="23"/>
                      <a:pt x="4" y="23"/>
                    </a:cubicBezTo>
                    <a:cubicBezTo>
                      <a:pt x="4" y="19"/>
                      <a:pt x="3" y="7"/>
                      <a:pt x="3" y="6"/>
                    </a:cubicBezTo>
                    <a:cubicBezTo>
                      <a:pt x="2" y="5"/>
                      <a:pt x="2" y="3"/>
                      <a:pt x="7" y="5"/>
                    </a:cubicBezTo>
                    <a:cubicBezTo>
                      <a:pt x="11" y="6"/>
                      <a:pt x="18" y="6"/>
                      <a:pt x="21" y="3"/>
                    </a:cubicBezTo>
                    <a:close/>
                  </a:path>
                </a:pathLst>
              </a:custGeom>
              <a:solidFill>
                <a:srgbClr val="F0AE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1" name="Freeform 337">
                <a:extLst>
                  <a:ext uri="{FF2B5EF4-FFF2-40B4-BE49-F238E27FC236}">
                    <a16:creationId xmlns:a16="http://schemas.microsoft.com/office/drawing/2014/main" id="{AEF39247-EC95-467B-A094-AEC8E8A1A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413"/>
                <a:ext cx="13" cy="22"/>
              </a:xfrm>
              <a:custGeom>
                <a:avLst/>
                <a:gdLst>
                  <a:gd name="T0" fmla="*/ 21 w 5"/>
                  <a:gd name="T1" fmla="*/ 61 h 8"/>
                  <a:gd name="T2" fmla="*/ 21 w 5"/>
                  <a:gd name="T3" fmla="*/ 168 h 8"/>
                  <a:gd name="T4" fmla="*/ 21 w 5"/>
                  <a:gd name="T5" fmla="*/ 61 h 8"/>
                  <a:gd name="T6" fmla="*/ 88 w 5"/>
                  <a:gd name="T7" fmla="*/ 47 h 8"/>
                  <a:gd name="T8" fmla="*/ 21 w 5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3"/>
                    </a:moveTo>
                    <a:cubicBezTo>
                      <a:pt x="1" y="4"/>
                      <a:pt x="1" y="7"/>
                      <a:pt x="1" y="8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0" y="2"/>
                      <a:pt x="0" y="0"/>
                      <a:pt x="5" y="2"/>
                    </a:cubicBezTo>
                    <a:cubicBezTo>
                      <a:pt x="1" y="1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2" name="Freeform 338">
                <a:extLst>
                  <a:ext uri="{FF2B5EF4-FFF2-40B4-BE49-F238E27FC236}">
                    <a16:creationId xmlns:a16="http://schemas.microsoft.com/office/drawing/2014/main" id="{3E0C72B4-15CF-483E-8DA1-7EDFD6B91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403"/>
                <a:ext cx="55" cy="77"/>
              </a:xfrm>
              <a:custGeom>
                <a:avLst/>
                <a:gdLst>
                  <a:gd name="T0" fmla="*/ 0 w 22"/>
                  <a:gd name="T1" fmla="*/ 465 h 29"/>
                  <a:gd name="T2" fmla="*/ 300 w 22"/>
                  <a:gd name="T3" fmla="*/ 451 h 29"/>
                  <a:gd name="T4" fmla="*/ 313 w 22"/>
                  <a:gd name="T5" fmla="*/ 409 h 29"/>
                  <a:gd name="T6" fmla="*/ 345 w 22"/>
                  <a:gd name="T7" fmla="*/ 0 h 29"/>
                  <a:gd name="T8" fmla="*/ 300 w 22"/>
                  <a:gd name="T9" fmla="*/ 353 h 29"/>
                  <a:gd name="T10" fmla="*/ 145 w 22"/>
                  <a:gd name="T11" fmla="*/ 507 h 29"/>
                  <a:gd name="T12" fmla="*/ 0 w 22"/>
                  <a:gd name="T13" fmla="*/ 46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9">
                    <a:moveTo>
                      <a:pt x="0" y="25"/>
                    </a:moveTo>
                    <a:cubicBezTo>
                      <a:pt x="3" y="27"/>
                      <a:pt x="13" y="29"/>
                      <a:pt x="19" y="24"/>
                    </a:cubicBezTo>
                    <a:cubicBezTo>
                      <a:pt x="19" y="24"/>
                      <a:pt x="19" y="23"/>
                      <a:pt x="20" y="22"/>
                    </a:cubicBezTo>
                    <a:cubicBezTo>
                      <a:pt x="20" y="20"/>
                      <a:pt x="22" y="0"/>
                      <a:pt x="22" y="0"/>
                    </a:cubicBezTo>
                    <a:cubicBezTo>
                      <a:pt x="21" y="1"/>
                      <a:pt x="20" y="14"/>
                      <a:pt x="19" y="19"/>
                    </a:cubicBezTo>
                    <a:cubicBezTo>
                      <a:pt x="18" y="25"/>
                      <a:pt x="14" y="27"/>
                      <a:pt x="9" y="27"/>
                    </a:cubicBezTo>
                    <a:cubicBezTo>
                      <a:pt x="4" y="26"/>
                      <a:pt x="1" y="25"/>
                      <a:pt x="0" y="25"/>
                    </a:cubicBezTo>
                    <a:close/>
                  </a:path>
                </a:pathLst>
              </a:custGeom>
              <a:solidFill>
                <a:srgbClr val="CE17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3" name="Freeform 339">
                <a:extLst>
                  <a:ext uri="{FF2B5EF4-FFF2-40B4-BE49-F238E27FC236}">
                    <a16:creationId xmlns:a16="http://schemas.microsoft.com/office/drawing/2014/main" id="{2675A442-6858-4413-83D6-A6CDCD42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443"/>
                <a:ext cx="18" cy="32"/>
              </a:xfrm>
              <a:custGeom>
                <a:avLst/>
                <a:gdLst>
                  <a:gd name="T0" fmla="*/ 100 w 7"/>
                  <a:gd name="T1" fmla="*/ 171 h 12"/>
                  <a:gd name="T2" fmla="*/ 0 w 7"/>
                  <a:gd name="T3" fmla="*/ 227 h 12"/>
                  <a:gd name="T4" fmla="*/ 100 w 7"/>
                  <a:gd name="T5" fmla="*/ 171 h 12"/>
                  <a:gd name="T6" fmla="*/ 118 w 7"/>
                  <a:gd name="T7" fmla="*/ 136 h 12"/>
                  <a:gd name="T8" fmla="*/ 118 w 7"/>
                  <a:gd name="T9" fmla="*/ 0 h 12"/>
                  <a:gd name="T10" fmla="*/ 100 w 7"/>
                  <a:gd name="T11" fmla="*/ 17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6" y="9"/>
                    </a:moveTo>
                    <a:cubicBezTo>
                      <a:pt x="5" y="10"/>
                      <a:pt x="2" y="11"/>
                      <a:pt x="0" y="12"/>
                    </a:cubicBezTo>
                    <a:cubicBezTo>
                      <a:pt x="2" y="11"/>
                      <a:pt x="4" y="11"/>
                      <a:pt x="6" y="9"/>
                    </a:cubicBezTo>
                    <a:cubicBezTo>
                      <a:pt x="6" y="9"/>
                      <a:pt x="6" y="8"/>
                      <a:pt x="7" y="7"/>
                    </a:cubicBezTo>
                    <a:cubicBezTo>
                      <a:pt x="7" y="6"/>
                      <a:pt x="7" y="3"/>
                      <a:pt x="7" y="0"/>
                    </a:cubicBezTo>
                    <a:cubicBezTo>
                      <a:pt x="7" y="0"/>
                      <a:pt x="7" y="7"/>
                      <a:pt x="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4" name="Freeform 340">
                <a:extLst>
                  <a:ext uri="{FF2B5EF4-FFF2-40B4-BE49-F238E27FC236}">
                    <a16:creationId xmlns:a16="http://schemas.microsoft.com/office/drawing/2014/main" id="{709FA15C-9D9B-45F4-A185-F0613A409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536"/>
                <a:ext cx="490" cy="24"/>
              </a:xfrm>
              <a:custGeom>
                <a:avLst/>
                <a:gdLst>
                  <a:gd name="T0" fmla="*/ 1533 w 196"/>
                  <a:gd name="T1" fmla="*/ 21 h 9"/>
                  <a:gd name="T2" fmla="*/ 1533 w 196"/>
                  <a:gd name="T3" fmla="*/ 21 h 9"/>
                  <a:gd name="T4" fmla="*/ 50 w 196"/>
                  <a:gd name="T5" fmla="*/ 77 h 9"/>
                  <a:gd name="T6" fmla="*/ 50 w 196"/>
                  <a:gd name="T7" fmla="*/ 77 h 9"/>
                  <a:gd name="T8" fmla="*/ 0 w 196"/>
                  <a:gd name="T9" fmla="*/ 171 h 9"/>
                  <a:gd name="T10" fmla="*/ 1533 w 196"/>
                  <a:gd name="T11" fmla="*/ 115 h 9"/>
                  <a:gd name="T12" fmla="*/ 1533 w 196"/>
                  <a:gd name="T13" fmla="*/ 115 h 9"/>
                  <a:gd name="T14" fmla="*/ 3063 w 196"/>
                  <a:gd name="T15" fmla="*/ 171 h 9"/>
                  <a:gd name="T16" fmla="*/ 3020 w 196"/>
                  <a:gd name="T17" fmla="*/ 77 h 9"/>
                  <a:gd name="T18" fmla="*/ 3020 w 196"/>
                  <a:gd name="T19" fmla="*/ 77 h 9"/>
                  <a:gd name="T20" fmla="*/ 1533 w 196"/>
                  <a:gd name="T21" fmla="*/ 2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6" h="9">
                    <a:moveTo>
                      <a:pt x="98" y="1"/>
                    </a:moveTo>
                    <a:cubicBezTo>
                      <a:pt x="98" y="1"/>
                      <a:pt x="98" y="1"/>
                      <a:pt x="98" y="1"/>
                    </a:cubicBezTo>
                    <a:cubicBezTo>
                      <a:pt x="81" y="1"/>
                      <a:pt x="27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1" y="8"/>
                      <a:pt x="0" y="9"/>
                    </a:cubicBezTo>
                    <a:cubicBezTo>
                      <a:pt x="23" y="5"/>
                      <a:pt x="80" y="6"/>
                      <a:pt x="98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116" y="6"/>
                      <a:pt x="174" y="5"/>
                      <a:pt x="196" y="9"/>
                    </a:cubicBezTo>
                    <a:cubicBezTo>
                      <a:pt x="195" y="7"/>
                      <a:pt x="194" y="5"/>
                      <a:pt x="193" y="4"/>
                    </a:cubicBezTo>
                    <a:cubicBezTo>
                      <a:pt x="193" y="4"/>
                      <a:pt x="193" y="4"/>
                      <a:pt x="193" y="4"/>
                    </a:cubicBezTo>
                    <a:cubicBezTo>
                      <a:pt x="169" y="0"/>
                      <a:pt x="116" y="1"/>
                      <a:pt x="98" y="1"/>
                    </a:cubicBezTo>
                    <a:close/>
                  </a:path>
                </a:pathLst>
              </a:custGeom>
              <a:solidFill>
                <a:srgbClr val="F9B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5" name="Rectangle 341">
                <a:extLst>
                  <a:ext uri="{FF2B5EF4-FFF2-40B4-BE49-F238E27FC236}">
                    <a16:creationId xmlns:a16="http://schemas.microsoft.com/office/drawing/2014/main" id="{677FFDF6-74D6-4D5B-9335-468ECDB69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552"/>
                <a:ext cx="10" cy="232"/>
              </a:xfrm>
              <a:prstGeom prst="rect">
                <a:avLst/>
              </a:prstGeom>
              <a:solidFill>
                <a:srgbClr val="B0B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6" name="Rectangle 342">
                <a:extLst>
                  <a:ext uri="{FF2B5EF4-FFF2-40B4-BE49-F238E27FC236}">
                    <a16:creationId xmlns:a16="http://schemas.microsoft.com/office/drawing/2014/main" id="{C13A377B-FBA9-4E0A-A159-C6020CA9C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808"/>
                <a:ext cx="10" cy="203"/>
              </a:xfrm>
              <a:prstGeom prst="rect">
                <a:avLst/>
              </a:prstGeom>
              <a:solidFill>
                <a:srgbClr val="B0B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7" name="Rectangle 343">
                <a:extLst>
                  <a:ext uri="{FF2B5EF4-FFF2-40B4-BE49-F238E27FC236}">
                    <a16:creationId xmlns:a16="http://schemas.microsoft.com/office/drawing/2014/main" id="{5BF18687-6D77-4D76-8D4B-44A6D616F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787"/>
                <a:ext cx="430" cy="18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8" name="Rectangle 344">
                <a:extLst>
                  <a:ext uri="{FF2B5EF4-FFF2-40B4-BE49-F238E27FC236}">
                    <a16:creationId xmlns:a16="http://schemas.microsoft.com/office/drawing/2014/main" id="{1BCE6383-9359-4B8D-B44C-642E1E24D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805"/>
                <a:ext cx="18" cy="20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9" name="Freeform 345">
                <a:extLst>
                  <a:ext uri="{FF2B5EF4-FFF2-40B4-BE49-F238E27FC236}">
                    <a16:creationId xmlns:a16="http://schemas.microsoft.com/office/drawing/2014/main" id="{A932F075-82C9-4D89-BFD1-0DB843049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805"/>
                <a:ext cx="18" cy="206"/>
              </a:xfrm>
              <a:custGeom>
                <a:avLst/>
                <a:gdLst>
                  <a:gd name="T0" fmla="*/ 18 w 18"/>
                  <a:gd name="T1" fmla="*/ 206 h 206"/>
                  <a:gd name="T2" fmla="*/ 18 w 18"/>
                  <a:gd name="T3" fmla="*/ 0 h 206"/>
                  <a:gd name="T4" fmla="*/ 0 w 18"/>
                  <a:gd name="T5" fmla="*/ 0 h 206"/>
                  <a:gd name="T6" fmla="*/ 0 w 18"/>
                  <a:gd name="T7" fmla="*/ 206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6">
                    <a:moveTo>
                      <a:pt x="18" y="206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2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0" name="Rectangle 346">
                <a:extLst>
                  <a:ext uri="{FF2B5EF4-FFF2-40B4-BE49-F238E27FC236}">
                    <a16:creationId xmlns:a16="http://schemas.microsoft.com/office/drawing/2014/main" id="{2C4FFE7B-708C-4870-9B9F-7A36D0612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805"/>
                <a:ext cx="18" cy="20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1" name="Freeform 347">
                <a:extLst>
                  <a:ext uri="{FF2B5EF4-FFF2-40B4-BE49-F238E27FC236}">
                    <a16:creationId xmlns:a16="http://schemas.microsoft.com/office/drawing/2014/main" id="{3B83E28C-EB90-4340-A72A-B0444B62E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805"/>
                <a:ext cx="18" cy="206"/>
              </a:xfrm>
              <a:custGeom>
                <a:avLst/>
                <a:gdLst>
                  <a:gd name="T0" fmla="*/ 0 w 18"/>
                  <a:gd name="T1" fmla="*/ 206 h 206"/>
                  <a:gd name="T2" fmla="*/ 0 w 18"/>
                  <a:gd name="T3" fmla="*/ 0 h 206"/>
                  <a:gd name="T4" fmla="*/ 18 w 18"/>
                  <a:gd name="T5" fmla="*/ 0 h 206"/>
                  <a:gd name="T6" fmla="*/ 18 w 18"/>
                  <a:gd name="T7" fmla="*/ 206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6">
                    <a:moveTo>
                      <a:pt x="0" y="206"/>
                    </a:moveTo>
                    <a:lnTo>
                      <a:pt x="0" y="0"/>
                    </a:lnTo>
                    <a:lnTo>
                      <a:pt x="18" y="0"/>
                    </a:lnTo>
                    <a:lnTo>
                      <a:pt x="18" y="2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2" name="Rectangle 348">
                <a:extLst>
                  <a:ext uri="{FF2B5EF4-FFF2-40B4-BE49-F238E27FC236}">
                    <a16:creationId xmlns:a16="http://schemas.microsoft.com/office/drawing/2014/main" id="{EE399B9B-67F2-4032-A0CD-1C18E416F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1885"/>
                <a:ext cx="68" cy="12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3" name="Freeform 349">
                <a:extLst>
                  <a:ext uri="{FF2B5EF4-FFF2-40B4-BE49-F238E27FC236}">
                    <a16:creationId xmlns:a16="http://schemas.microsoft.com/office/drawing/2014/main" id="{9866F9FE-1997-484E-A100-02E6F08D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85"/>
                <a:ext cx="68" cy="126"/>
              </a:xfrm>
              <a:custGeom>
                <a:avLst/>
                <a:gdLst>
                  <a:gd name="T0" fmla="*/ 68 w 68"/>
                  <a:gd name="T1" fmla="*/ 126 h 126"/>
                  <a:gd name="T2" fmla="*/ 68 w 68"/>
                  <a:gd name="T3" fmla="*/ 0 h 126"/>
                  <a:gd name="T4" fmla="*/ 0 w 68"/>
                  <a:gd name="T5" fmla="*/ 0 h 126"/>
                  <a:gd name="T6" fmla="*/ 0 w 68"/>
                  <a:gd name="T7" fmla="*/ 126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26">
                    <a:moveTo>
                      <a:pt x="68" y="126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0" y="1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4" name="Rectangle 350">
                <a:extLst>
                  <a:ext uri="{FF2B5EF4-FFF2-40B4-BE49-F238E27FC236}">
                    <a16:creationId xmlns:a16="http://schemas.microsoft.com/office/drawing/2014/main" id="{F20E2B94-F3AA-44AA-BAA1-2671E7872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3" y="1885"/>
                <a:ext cx="67" cy="12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5" name="Freeform 351">
                <a:extLst>
                  <a:ext uri="{FF2B5EF4-FFF2-40B4-BE49-F238E27FC236}">
                    <a16:creationId xmlns:a16="http://schemas.microsoft.com/office/drawing/2014/main" id="{30E84F68-B905-4A8C-8116-12426D99E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885"/>
                <a:ext cx="67" cy="126"/>
              </a:xfrm>
              <a:custGeom>
                <a:avLst/>
                <a:gdLst>
                  <a:gd name="T0" fmla="*/ 0 w 67"/>
                  <a:gd name="T1" fmla="*/ 126 h 126"/>
                  <a:gd name="T2" fmla="*/ 0 w 67"/>
                  <a:gd name="T3" fmla="*/ 0 h 126"/>
                  <a:gd name="T4" fmla="*/ 67 w 67"/>
                  <a:gd name="T5" fmla="*/ 0 h 126"/>
                  <a:gd name="T6" fmla="*/ 67 w 67"/>
                  <a:gd name="T7" fmla="*/ 126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26">
                    <a:moveTo>
                      <a:pt x="0" y="126"/>
                    </a:moveTo>
                    <a:lnTo>
                      <a:pt x="0" y="0"/>
                    </a:lnTo>
                    <a:lnTo>
                      <a:pt x="67" y="0"/>
                    </a:lnTo>
                    <a:lnTo>
                      <a:pt x="67" y="1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6" name="Freeform 352">
                <a:extLst>
                  <a:ext uri="{FF2B5EF4-FFF2-40B4-BE49-F238E27FC236}">
                    <a16:creationId xmlns:a16="http://schemas.microsoft.com/office/drawing/2014/main" id="{34114707-3862-489A-BB48-D93AA46EB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1541"/>
                <a:ext cx="490" cy="24"/>
              </a:xfrm>
              <a:custGeom>
                <a:avLst/>
                <a:gdLst>
                  <a:gd name="T0" fmla="*/ 1533 w 196"/>
                  <a:gd name="T1" fmla="*/ 21 h 9"/>
                  <a:gd name="T2" fmla="*/ 1533 w 196"/>
                  <a:gd name="T3" fmla="*/ 21 h 9"/>
                  <a:gd name="T4" fmla="*/ 50 w 196"/>
                  <a:gd name="T5" fmla="*/ 77 h 9"/>
                  <a:gd name="T6" fmla="*/ 50 w 196"/>
                  <a:gd name="T7" fmla="*/ 77 h 9"/>
                  <a:gd name="T8" fmla="*/ 0 w 196"/>
                  <a:gd name="T9" fmla="*/ 171 h 9"/>
                  <a:gd name="T10" fmla="*/ 1533 w 196"/>
                  <a:gd name="T11" fmla="*/ 115 h 9"/>
                  <a:gd name="T12" fmla="*/ 1533 w 196"/>
                  <a:gd name="T13" fmla="*/ 115 h 9"/>
                  <a:gd name="T14" fmla="*/ 3063 w 196"/>
                  <a:gd name="T15" fmla="*/ 171 h 9"/>
                  <a:gd name="T16" fmla="*/ 3020 w 196"/>
                  <a:gd name="T17" fmla="*/ 77 h 9"/>
                  <a:gd name="T18" fmla="*/ 3020 w 196"/>
                  <a:gd name="T19" fmla="*/ 77 h 9"/>
                  <a:gd name="T20" fmla="*/ 1533 w 196"/>
                  <a:gd name="T21" fmla="*/ 2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6" h="9">
                    <a:moveTo>
                      <a:pt x="98" y="1"/>
                    </a:moveTo>
                    <a:cubicBezTo>
                      <a:pt x="98" y="1"/>
                      <a:pt x="98" y="1"/>
                      <a:pt x="98" y="1"/>
                    </a:cubicBezTo>
                    <a:cubicBezTo>
                      <a:pt x="81" y="1"/>
                      <a:pt x="27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1" y="8"/>
                      <a:pt x="0" y="9"/>
                    </a:cubicBezTo>
                    <a:cubicBezTo>
                      <a:pt x="23" y="5"/>
                      <a:pt x="80" y="6"/>
                      <a:pt x="98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116" y="6"/>
                      <a:pt x="174" y="5"/>
                      <a:pt x="196" y="9"/>
                    </a:cubicBezTo>
                    <a:cubicBezTo>
                      <a:pt x="196" y="8"/>
                      <a:pt x="194" y="6"/>
                      <a:pt x="193" y="4"/>
                    </a:cubicBezTo>
                    <a:cubicBezTo>
                      <a:pt x="193" y="4"/>
                      <a:pt x="193" y="4"/>
                      <a:pt x="193" y="4"/>
                    </a:cubicBezTo>
                    <a:cubicBezTo>
                      <a:pt x="169" y="0"/>
                      <a:pt x="116" y="1"/>
                      <a:pt x="98" y="1"/>
                    </a:cubicBezTo>
                    <a:close/>
                  </a:path>
                </a:pathLst>
              </a:custGeom>
              <a:solidFill>
                <a:srgbClr val="F9B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7" name="Rectangle 353">
                <a:extLst>
                  <a:ext uri="{FF2B5EF4-FFF2-40B4-BE49-F238E27FC236}">
                    <a16:creationId xmlns:a16="http://schemas.microsoft.com/office/drawing/2014/main" id="{7FF606F3-D06C-4611-853D-65B6A83D5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0" y="1557"/>
                <a:ext cx="10" cy="227"/>
              </a:xfrm>
              <a:prstGeom prst="rect">
                <a:avLst/>
              </a:prstGeom>
              <a:solidFill>
                <a:srgbClr val="B0B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8" name="Rectangle 354">
                <a:extLst>
                  <a:ext uri="{FF2B5EF4-FFF2-40B4-BE49-F238E27FC236}">
                    <a16:creationId xmlns:a16="http://schemas.microsoft.com/office/drawing/2014/main" id="{B77C2BFD-B0AF-4BE5-9788-8410A3397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0" y="1808"/>
                <a:ext cx="10" cy="203"/>
              </a:xfrm>
              <a:prstGeom prst="rect">
                <a:avLst/>
              </a:prstGeom>
              <a:solidFill>
                <a:srgbClr val="B0B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9" name="Rectangle 355">
                <a:extLst>
                  <a:ext uri="{FF2B5EF4-FFF2-40B4-BE49-F238E27FC236}">
                    <a16:creationId xmlns:a16="http://schemas.microsoft.com/office/drawing/2014/main" id="{F6ACE535-5571-4272-9526-580E4C169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1787"/>
                <a:ext cx="430" cy="18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0" name="Rectangle 356">
                <a:extLst>
                  <a:ext uri="{FF2B5EF4-FFF2-40B4-BE49-F238E27FC236}">
                    <a16:creationId xmlns:a16="http://schemas.microsoft.com/office/drawing/2014/main" id="{72DB4CCF-B72B-41E9-A42D-7134C1F59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" y="1805"/>
                <a:ext cx="17" cy="20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1" name="Freeform 357">
                <a:extLst>
                  <a:ext uri="{FF2B5EF4-FFF2-40B4-BE49-F238E27FC236}">
                    <a16:creationId xmlns:a16="http://schemas.microsoft.com/office/drawing/2014/main" id="{9FA629E7-21BB-4B3A-89FC-6DAF1A174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805"/>
                <a:ext cx="17" cy="206"/>
              </a:xfrm>
              <a:custGeom>
                <a:avLst/>
                <a:gdLst>
                  <a:gd name="T0" fmla="*/ 17 w 17"/>
                  <a:gd name="T1" fmla="*/ 206 h 206"/>
                  <a:gd name="T2" fmla="*/ 17 w 17"/>
                  <a:gd name="T3" fmla="*/ 0 h 206"/>
                  <a:gd name="T4" fmla="*/ 0 w 17"/>
                  <a:gd name="T5" fmla="*/ 0 h 206"/>
                  <a:gd name="T6" fmla="*/ 0 w 17"/>
                  <a:gd name="T7" fmla="*/ 206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6">
                    <a:moveTo>
                      <a:pt x="17" y="206"/>
                    </a:moveTo>
                    <a:lnTo>
                      <a:pt x="17" y="0"/>
                    </a:lnTo>
                    <a:lnTo>
                      <a:pt x="0" y="0"/>
                    </a:lnTo>
                    <a:lnTo>
                      <a:pt x="0" y="2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2" name="Rectangle 358">
                <a:extLst>
                  <a:ext uri="{FF2B5EF4-FFF2-40B4-BE49-F238E27FC236}">
                    <a16:creationId xmlns:a16="http://schemas.microsoft.com/office/drawing/2014/main" id="{139A3F75-F077-4C6C-B18E-87252EB0C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0" y="1805"/>
                <a:ext cx="18" cy="20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3" name="Freeform 359">
                <a:extLst>
                  <a:ext uri="{FF2B5EF4-FFF2-40B4-BE49-F238E27FC236}">
                    <a16:creationId xmlns:a16="http://schemas.microsoft.com/office/drawing/2014/main" id="{A61E5B4F-B0C3-4AB9-AF3F-E42C9A28D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805"/>
                <a:ext cx="18" cy="206"/>
              </a:xfrm>
              <a:custGeom>
                <a:avLst/>
                <a:gdLst>
                  <a:gd name="T0" fmla="*/ 0 w 18"/>
                  <a:gd name="T1" fmla="*/ 206 h 206"/>
                  <a:gd name="T2" fmla="*/ 0 w 18"/>
                  <a:gd name="T3" fmla="*/ 0 h 206"/>
                  <a:gd name="T4" fmla="*/ 18 w 18"/>
                  <a:gd name="T5" fmla="*/ 0 h 206"/>
                  <a:gd name="T6" fmla="*/ 18 w 18"/>
                  <a:gd name="T7" fmla="*/ 206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6">
                    <a:moveTo>
                      <a:pt x="0" y="206"/>
                    </a:moveTo>
                    <a:lnTo>
                      <a:pt x="0" y="0"/>
                    </a:lnTo>
                    <a:lnTo>
                      <a:pt x="18" y="0"/>
                    </a:lnTo>
                    <a:lnTo>
                      <a:pt x="18" y="2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4" name="Rectangle 360">
                <a:extLst>
                  <a:ext uri="{FF2B5EF4-FFF2-40B4-BE49-F238E27FC236}">
                    <a16:creationId xmlns:a16="http://schemas.microsoft.com/office/drawing/2014/main" id="{DD24F13C-C2EC-4FD4-A18F-DFAB97122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1885"/>
                <a:ext cx="68" cy="12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5" name="Freeform 361">
                <a:extLst>
                  <a:ext uri="{FF2B5EF4-FFF2-40B4-BE49-F238E27FC236}">
                    <a16:creationId xmlns:a16="http://schemas.microsoft.com/office/drawing/2014/main" id="{CC13CE3A-3664-4936-9947-CAC611189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885"/>
                <a:ext cx="68" cy="126"/>
              </a:xfrm>
              <a:custGeom>
                <a:avLst/>
                <a:gdLst>
                  <a:gd name="T0" fmla="*/ 68 w 68"/>
                  <a:gd name="T1" fmla="*/ 126 h 126"/>
                  <a:gd name="T2" fmla="*/ 68 w 68"/>
                  <a:gd name="T3" fmla="*/ 0 h 126"/>
                  <a:gd name="T4" fmla="*/ 0 w 68"/>
                  <a:gd name="T5" fmla="*/ 0 h 126"/>
                  <a:gd name="T6" fmla="*/ 0 w 68"/>
                  <a:gd name="T7" fmla="*/ 126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26">
                    <a:moveTo>
                      <a:pt x="68" y="126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0" y="1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6" name="Rectangle 362">
                <a:extLst>
                  <a:ext uri="{FF2B5EF4-FFF2-40B4-BE49-F238E27FC236}">
                    <a16:creationId xmlns:a16="http://schemas.microsoft.com/office/drawing/2014/main" id="{5A7AA923-2CBB-4BD1-8E2C-4D263417E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" y="1885"/>
                <a:ext cx="67" cy="12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7" name="Freeform 363">
                <a:extLst>
                  <a:ext uri="{FF2B5EF4-FFF2-40B4-BE49-F238E27FC236}">
                    <a16:creationId xmlns:a16="http://schemas.microsoft.com/office/drawing/2014/main" id="{8345EF0F-94AE-4101-A8BD-08E3A57D1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1885"/>
                <a:ext cx="67" cy="126"/>
              </a:xfrm>
              <a:custGeom>
                <a:avLst/>
                <a:gdLst>
                  <a:gd name="T0" fmla="*/ 0 w 67"/>
                  <a:gd name="T1" fmla="*/ 126 h 126"/>
                  <a:gd name="T2" fmla="*/ 0 w 67"/>
                  <a:gd name="T3" fmla="*/ 0 h 126"/>
                  <a:gd name="T4" fmla="*/ 67 w 67"/>
                  <a:gd name="T5" fmla="*/ 0 h 126"/>
                  <a:gd name="T6" fmla="*/ 67 w 67"/>
                  <a:gd name="T7" fmla="*/ 126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26">
                    <a:moveTo>
                      <a:pt x="0" y="126"/>
                    </a:moveTo>
                    <a:lnTo>
                      <a:pt x="0" y="0"/>
                    </a:lnTo>
                    <a:lnTo>
                      <a:pt x="67" y="0"/>
                    </a:lnTo>
                    <a:lnTo>
                      <a:pt x="67" y="1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8" name="Freeform 364">
                <a:extLst>
                  <a:ext uri="{FF2B5EF4-FFF2-40B4-BE49-F238E27FC236}">
                    <a16:creationId xmlns:a16="http://schemas.microsoft.com/office/drawing/2014/main" id="{C170046E-184D-40E1-9289-95FAF9394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541"/>
                <a:ext cx="490" cy="24"/>
              </a:xfrm>
              <a:custGeom>
                <a:avLst/>
                <a:gdLst>
                  <a:gd name="T0" fmla="*/ 3020 w 196"/>
                  <a:gd name="T1" fmla="*/ 77 h 9"/>
                  <a:gd name="T2" fmla="*/ 3020 w 196"/>
                  <a:gd name="T3" fmla="*/ 77 h 9"/>
                  <a:gd name="T4" fmla="*/ 1533 w 196"/>
                  <a:gd name="T5" fmla="*/ 21 h 9"/>
                  <a:gd name="T6" fmla="*/ 1533 w 196"/>
                  <a:gd name="T7" fmla="*/ 21 h 9"/>
                  <a:gd name="T8" fmla="*/ 50 w 196"/>
                  <a:gd name="T9" fmla="*/ 77 h 9"/>
                  <a:gd name="T10" fmla="*/ 50 w 196"/>
                  <a:gd name="T11" fmla="*/ 77 h 9"/>
                  <a:gd name="T12" fmla="*/ 0 w 196"/>
                  <a:gd name="T13" fmla="*/ 171 h 9"/>
                  <a:gd name="T14" fmla="*/ 1533 w 196"/>
                  <a:gd name="T15" fmla="*/ 115 h 9"/>
                  <a:gd name="T16" fmla="*/ 1533 w 196"/>
                  <a:gd name="T17" fmla="*/ 115 h 9"/>
                  <a:gd name="T18" fmla="*/ 3063 w 196"/>
                  <a:gd name="T19" fmla="*/ 171 h 9"/>
                  <a:gd name="T20" fmla="*/ 3020 w 196"/>
                  <a:gd name="T21" fmla="*/ 77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6" h="9">
                    <a:moveTo>
                      <a:pt x="193" y="4"/>
                    </a:moveTo>
                    <a:cubicBezTo>
                      <a:pt x="193" y="4"/>
                      <a:pt x="193" y="4"/>
                      <a:pt x="193" y="4"/>
                    </a:cubicBezTo>
                    <a:cubicBezTo>
                      <a:pt x="169" y="0"/>
                      <a:pt x="115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80" y="1"/>
                      <a:pt x="27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6"/>
                      <a:pt x="0" y="8"/>
                      <a:pt x="0" y="9"/>
                    </a:cubicBezTo>
                    <a:cubicBezTo>
                      <a:pt x="22" y="5"/>
                      <a:pt x="80" y="6"/>
                      <a:pt x="98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116" y="6"/>
                      <a:pt x="173" y="5"/>
                      <a:pt x="196" y="9"/>
                    </a:cubicBezTo>
                    <a:cubicBezTo>
                      <a:pt x="195" y="7"/>
                      <a:pt x="194" y="5"/>
                      <a:pt x="193" y="4"/>
                    </a:cubicBezTo>
                    <a:close/>
                  </a:path>
                </a:pathLst>
              </a:custGeom>
              <a:solidFill>
                <a:srgbClr val="F9B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9" name="Rectangle 365">
                <a:extLst>
                  <a:ext uri="{FF2B5EF4-FFF2-40B4-BE49-F238E27FC236}">
                    <a16:creationId xmlns:a16="http://schemas.microsoft.com/office/drawing/2014/main" id="{ABFF90A9-8655-4480-80BB-D8EFB8D0C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557"/>
                <a:ext cx="10" cy="227"/>
              </a:xfrm>
              <a:prstGeom prst="rect">
                <a:avLst/>
              </a:prstGeom>
              <a:solidFill>
                <a:srgbClr val="B0B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0" name="Rectangle 366">
                <a:extLst>
                  <a:ext uri="{FF2B5EF4-FFF2-40B4-BE49-F238E27FC236}">
                    <a16:creationId xmlns:a16="http://schemas.microsoft.com/office/drawing/2014/main" id="{21783C72-ADDA-4DD9-A4AF-7EE9EB07D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808"/>
                <a:ext cx="10" cy="203"/>
              </a:xfrm>
              <a:prstGeom prst="rect">
                <a:avLst/>
              </a:prstGeom>
              <a:solidFill>
                <a:srgbClr val="B0B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1" name="Rectangle 367">
                <a:extLst>
                  <a:ext uri="{FF2B5EF4-FFF2-40B4-BE49-F238E27FC236}">
                    <a16:creationId xmlns:a16="http://schemas.microsoft.com/office/drawing/2014/main" id="{AF5866E3-AA1E-450B-97CA-31798C349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787"/>
                <a:ext cx="430" cy="18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2" name="Rectangle 368">
                <a:extLst>
                  <a:ext uri="{FF2B5EF4-FFF2-40B4-BE49-F238E27FC236}">
                    <a16:creationId xmlns:a16="http://schemas.microsoft.com/office/drawing/2014/main" id="{0E0602B6-084A-4B33-9AD8-BED22F104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805"/>
                <a:ext cx="18" cy="20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3" name="Freeform 369">
                <a:extLst>
                  <a:ext uri="{FF2B5EF4-FFF2-40B4-BE49-F238E27FC236}">
                    <a16:creationId xmlns:a16="http://schemas.microsoft.com/office/drawing/2014/main" id="{98651A84-AF0E-412A-8C9A-357ACF5A6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805"/>
                <a:ext cx="18" cy="206"/>
              </a:xfrm>
              <a:custGeom>
                <a:avLst/>
                <a:gdLst>
                  <a:gd name="T0" fmla="*/ 0 w 18"/>
                  <a:gd name="T1" fmla="*/ 206 h 206"/>
                  <a:gd name="T2" fmla="*/ 0 w 18"/>
                  <a:gd name="T3" fmla="*/ 0 h 206"/>
                  <a:gd name="T4" fmla="*/ 18 w 18"/>
                  <a:gd name="T5" fmla="*/ 0 h 206"/>
                  <a:gd name="T6" fmla="*/ 18 w 18"/>
                  <a:gd name="T7" fmla="*/ 206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6">
                    <a:moveTo>
                      <a:pt x="0" y="206"/>
                    </a:moveTo>
                    <a:lnTo>
                      <a:pt x="0" y="0"/>
                    </a:lnTo>
                    <a:lnTo>
                      <a:pt x="18" y="0"/>
                    </a:lnTo>
                    <a:lnTo>
                      <a:pt x="18" y="2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4" name="Rectangle 370">
                <a:extLst>
                  <a:ext uri="{FF2B5EF4-FFF2-40B4-BE49-F238E27FC236}">
                    <a16:creationId xmlns:a16="http://schemas.microsoft.com/office/drawing/2014/main" id="{4D649F2D-19A2-4B11-8F7D-6E0B60ACC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805"/>
                <a:ext cx="18" cy="20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5" name="Freeform 371">
                <a:extLst>
                  <a:ext uri="{FF2B5EF4-FFF2-40B4-BE49-F238E27FC236}">
                    <a16:creationId xmlns:a16="http://schemas.microsoft.com/office/drawing/2014/main" id="{FBB2DABB-0407-4106-85FE-1979305B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5"/>
                <a:ext cx="18" cy="206"/>
              </a:xfrm>
              <a:custGeom>
                <a:avLst/>
                <a:gdLst>
                  <a:gd name="T0" fmla="*/ 18 w 18"/>
                  <a:gd name="T1" fmla="*/ 206 h 206"/>
                  <a:gd name="T2" fmla="*/ 18 w 18"/>
                  <a:gd name="T3" fmla="*/ 0 h 206"/>
                  <a:gd name="T4" fmla="*/ 0 w 18"/>
                  <a:gd name="T5" fmla="*/ 0 h 206"/>
                  <a:gd name="T6" fmla="*/ 0 w 18"/>
                  <a:gd name="T7" fmla="*/ 206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06">
                    <a:moveTo>
                      <a:pt x="18" y="206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2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6" name="Rectangle 372">
                <a:extLst>
                  <a:ext uri="{FF2B5EF4-FFF2-40B4-BE49-F238E27FC236}">
                    <a16:creationId xmlns:a16="http://schemas.microsoft.com/office/drawing/2014/main" id="{4E70CFD5-9A69-4C14-A450-60FF562A5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885"/>
                <a:ext cx="68" cy="12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7" name="Freeform 373">
                <a:extLst>
                  <a:ext uri="{FF2B5EF4-FFF2-40B4-BE49-F238E27FC236}">
                    <a16:creationId xmlns:a16="http://schemas.microsoft.com/office/drawing/2014/main" id="{34BACB2A-FB16-4826-BDA6-DA6B57B5C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885"/>
                <a:ext cx="68" cy="126"/>
              </a:xfrm>
              <a:custGeom>
                <a:avLst/>
                <a:gdLst>
                  <a:gd name="T0" fmla="*/ 0 w 68"/>
                  <a:gd name="T1" fmla="*/ 126 h 126"/>
                  <a:gd name="T2" fmla="*/ 0 w 68"/>
                  <a:gd name="T3" fmla="*/ 0 h 126"/>
                  <a:gd name="T4" fmla="*/ 68 w 68"/>
                  <a:gd name="T5" fmla="*/ 0 h 126"/>
                  <a:gd name="T6" fmla="*/ 68 w 68"/>
                  <a:gd name="T7" fmla="*/ 126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26">
                    <a:moveTo>
                      <a:pt x="0" y="126"/>
                    </a:moveTo>
                    <a:lnTo>
                      <a:pt x="0" y="0"/>
                    </a:lnTo>
                    <a:lnTo>
                      <a:pt x="68" y="0"/>
                    </a:lnTo>
                    <a:lnTo>
                      <a:pt x="68" y="1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8" name="Rectangle 374">
                <a:extLst>
                  <a:ext uri="{FF2B5EF4-FFF2-40B4-BE49-F238E27FC236}">
                    <a16:creationId xmlns:a16="http://schemas.microsoft.com/office/drawing/2014/main" id="{93FF6485-EC6B-47C0-B9A2-DFD5C4C1E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1885"/>
                <a:ext cx="67" cy="126"/>
              </a:xfrm>
              <a:prstGeom prst="rect">
                <a:avLst/>
              </a:prstGeom>
              <a:solidFill>
                <a:srgbClr val="B98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9" name="Freeform 375">
                <a:extLst>
                  <a:ext uri="{FF2B5EF4-FFF2-40B4-BE49-F238E27FC236}">
                    <a16:creationId xmlns:a16="http://schemas.microsoft.com/office/drawing/2014/main" id="{05AB687E-5175-414E-9DFE-7C662F8F7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885"/>
                <a:ext cx="67" cy="126"/>
              </a:xfrm>
              <a:custGeom>
                <a:avLst/>
                <a:gdLst>
                  <a:gd name="T0" fmla="*/ 67 w 67"/>
                  <a:gd name="T1" fmla="*/ 126 h 126"/>
                  <a:gd name="T2" fmla="*/ 67 w 67"/>
                  <a:gd name="T3" fmla="*/ 0 h 126"/>
                  <a:gd name="T4" fmla="*/ 0 w 67"/>
                  <a:gd name="T5" fmla="*/ 0 h 126"/>
                  <a:gd name="T6" fmla="*/ 0 w 67"/>
                  <a:gd name="T7" fmla="*/ 126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26">
                    <a:moveTo>
                      <a:pt x="67" y="126"/>
                    </a:moveTo>
                    <a:lnTo>
                      <a:pt x="67" y="0"/>
                    </a:lnTo>
                    <a:lnTo>
                      <a:pt x="0" y="0"/>
                    </a:lnTo>
                    <a:lnTo>
                      <a:pt x="0" y="1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0" name="Freeform 376">
                <a:extLst>
                  <a:ext uri="{FF2B5EF4-FFF2-40B4-BE49-F238E27FC236}">
                    <a16:creationId xmlns:a16="http://schemas.microsoft.com/office/drawing/2014/main" id="{9A8FE41A-A550-4491-9E7A-40E85EFC5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1885"/>
                <a:ext cx="52" cy="120"/>
              </a:xfrm>
              <a:custGeom>
                <a:avLst/>
                <a:gdLst>
                  <a:gd name="T0" fmla="*/ 0 w 21"/>
                  <a:gd name="T1" fmla="*/ 853 h 45"/>
                  <a:gd name="T2" fmla="*/ 0 w 21"/>
                  <a:gd name="T3" fmla="*/ 35 h 45"/>
                  <a:gd name="T4" fmla="*/ 319 w 21"/>
                  <a:gd name="T5" fmla="*/ 35 h 45"/>
                  <a:gd name="T6" fmla="*/ 0 w 21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2" y="3"/>
                      <a:pt x="0" y="0"/>
                      <a:pt x="0" y="45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1" name="Freeform 377">
                <a:extLst>
                  <a:ext uri="{FF2B5EF4-FFF2-40B4-BE49-F238E27FC236}">
                    <a16:creationId xmlns:a16="http://schemas.microsoft.com/office/drawing/2014/main" id="{639CE4DE-B832-43DD-82C0-772F8B256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1904"/>
                <a:ext cx="53" cy="104"/>
              </a:xfrm>
              <a:custGeom>
                <a:avLst/>
                <a:gdLst>
                  <a:gd name="T0" fmla="*/ 338 w 21"/>
                  <a:gd name="T1" fmla="*/ 0 h 39"/>
                  <a:gd name="T2" fmla="*/ 338 w 21"/>
                  <a:gd name="T3" fmla="*/ 739 h 39"/>
                  <a:gd name="T4" fmla="*/ 0 w 21"/>
                  <a:gd name="T5" fmla="*/ 739 h 39"/>
                  <a:gd name="T6" fmla="*/ 275 w 21"/>
                  <a:gd name="T7" fmla="*/ 648 h 39"/>
                  <a:gd name="T8" fmla="*/ 338 w 2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39"/>
                      <a:pt x="21" y="39"/>
                      <a:pt x="2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14" y="38"/>
                      <a:pt x="17" y="34"/>
                    </a:cubicBezTo>
                    <a:cubicBezTo>
                      <a:pt x="20" y="31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9C66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2" name="Freeform 378">
                <a:extLst>
                  <a:ext uri="{FF2B5EF4-FFF2-40B4-BE49-F238E27FC236}">
                    <a16:creationId xmlns:a16="http://schemas.microsoft.com/office/drawing/2014/main" id="{D0CA1D8B-64FF-4EA0-A39E-F26A78A7B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885"/>
                <a:ext cx="55" cy="120"/>
              </a:xfrm>
              <a:custGeom>
                <a:avLst/>
                <a:gdLst>
                  <a:gd name="T0" fmla="*/ 0 w 22"/>
                  <a:gd name="T1" fmla="*/ 853 h 45"/>
                  <a:gd name="T2" fmla="*/ 0 w 22"/>
                  <a:gd name="T3" fmla="*/ 35 h 45"/>
                  <a:gd name="T4" fmla="*/ 345 w 22"/>
                  <a:gd name="T5" fmla="*/ 35 h 45"/>
                  <a:gd name="T6" fmla="*/ 0 w 22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0" y="45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3" y="3"/>
                      <a:pt x="0" y="0"/>
                      <a:pt x="0" y="45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3" name="Freeform 379">
                <a:extLst>
                  <a:ext uri="{FF2B5EF4-FFF2-40B4-BE49-F238E27FC236}">
                    <a16:creationId xmlns:a16="http://schemas.microsoft.com/office/drawing/2014/main" id="{AE68F724-D9E4-48FE-BE0A-BF14EB17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904"/>
                <a:ext cx="53" cy="104"/>
              </a:xfrm>
              <a:custGeom>
                <a:avLst/>
                <a:gdLst>
                  <a:gd name="T0" fmla="*/ 338 w 21"/>
                  <a:gd name="T1" fmla="*/ 0 h 39"/>
                  <a:gd name="T2" fmla="*/ 338 w 21"/>
                  <a:gd name="T3" fmla="*/ 739 h 39"/>
                  <a:gd name="T4" fmla="*/ 0 w 21"/>
                  <a:gd name="T5" fmla="*/ 739 h 39"/>
                  <a:gd name="T6" fmla="*/ 275 w 21"/>
                  <a:gd name="T7" fmla="*/ 648 h 39"/>
                  <a:gd name="T8" fmla="*/ 338 w 2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39"/>
                      <a:pt x="21" y="39"/>
                      <a:pt x="2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13" y="38"/>
                      <a:pt x="17" y="34"/>
                    </a:cubicBezTo>
                    <a:cubicBezTo>
                      <a:pt x="20" y="31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9C66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4" name="Freeform 380">
                <a:extLst>
                  <a:ext uri="{FF2B5EF4-FFF2-40B4-BE49-F238E27FC236}">
                    <a16:creationId xmlns:a16="http://schemas.microsoft.com/office/drawing/2014/main" id="{3F957099-5CD0-46FA-A75D-68BC9FA26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1792"/>
                <a:ext cx="293" cy="8"/>
              </a:xfrm>
              <a:custGeom>
                <a:avLst/>
                <a:gdLst>
                  <a:gd name="T0" fmla="*/ 20 w 117"/>
                  <a:gd name="T1" fmla="*/ 56 h 3"/>
                  <a:gd name="T2" fmla="*/ 20 w 117"/>
                  <a:gd name="T3" fmla="*/ 0 h 3"/>
                  <a:gd name="T4" fmla="*/ 1838 w 117"/>
                  <a:gd name="T5" fmla="*/ 0 h 3"/>
                  <a:gd name="T6" fmla="*/ 50 w 117"/>
                  <a:gd name="T7" fmla="*/ 21 h 3"/>
                  <a:gd name="T8" fmla="*/ 20 w 117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3">
                    <a:moveTo>
                      <a:pt x="1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02" y="0"/>
                      <a:pt x="6" y="1"/>
                      <a:pt x="3" y="1"/>
                    </a:cubicBezTo>
                    <a:cubicBezTo>
                      <a:pt x="0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5" name="Freeform 381">
                <a:extLst>
                  <a:ext uri="{FF2B5EF4-FFF2-40B4-BE49-F238E27FC236}">
                    <a16:creationId xmlns:a16="http://schemas.microsoft.com/office/drawing/2014/main" id="{2032B2D5-C750-415D-B9FF-3847BAE8F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813"/>
                <a:ext cx="8" cy="195"/>
              </a:xfrm>
              <a:custGeom>
                <a:avLst/>
                <a:gdLst>
                  <a:gd name="T0" fmla="*/ 0 w 3"/>
                  <a:gd name="T1" fmla="*/ 0 h 73"/>
                  <a:gd name="T2" fmla="*/ 0 w 3"/>
                  <a:gd name="T3" fmla="*/ 1392 h 73"/>
                  <a:gd name="T4" fmla="*/ 56 w 3"/>
                  <a:gd name="T5" fmla="*/ 1392 h 73"/>
                  <a:gd name="T6" fmla="*/ 35 w 3"/>
                  <a:gd name="T7" fmla="*/ 1071 h 73"/>
                  <a:gd name="T8" fmla="*/ 0 w 3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3">
                    <a:moveTo>
                      <a:pt x="0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2" y="73"/>
                      <a:pt x="2" y="61"/>
                      <a:pt x="2" y="56"/>
                    </a:cubicBezTo>
                    <a:cubicBezTo>
                      <a:pt x="1" y="5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6" name="Freeform 382">
                <a:extLst>
                  <a:ext uri="{FF2B5EF4-FFF2-40B4-BE49-F238E27FC236}">
                    <a16:creationId xmlns:a16="http://schemas.microsoft.com/office/drawing/2014/main" id="{96220338-C79B-47D6-942C-98C5BA393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813"/>
                <a:ext cx="8" cy="195"/>
              </a:xfrm>
              <a:custGeom>
                <a:avLst/>
                <a:gdLst>
                  <a:gd name="T0" fmla="*/ 0 w 3"/>
                  <a:gd name="T1" fmla="*/ 0 h 73"/>
                  <a:gd name="T2" fmla="*/ 0 w 3"/>
                  <a:gd name="T3" fmla="*/ 1392 h 73"/>
                  <a:gd name="T4" fmla="*/ 56 w 3"/>
                  <a:gd name="T5" fmla="*/ 1392 h 73"/>
                  <a:gd name="T6" fmla="*/ 21 w 3"/>
                  <a:gd name="T7" fmla="*/ 1071 h 73"/>
                  <a:gd name="T8" fmla="*/ 0 w 3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3">
                    <a:moveTo>
                      <a:pt x="0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2" y="73"/>
                      <a:pt x="1" y="61"/>
                      <a:pt x="1" y="56"/>
                    </a:cubicBezTo>
                    <a:cubicBezTo>
                      <a:pt x="1" y="5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7" name="Freeform 383">
                <a:extLst>
                  <a:ext uri="{FF2B5EF4-FFF2-40B4-BE49-F238E27FC236}">
                    <a16:creationId xmlns:a16="http://schemas.microsoft.com/office/drawing/2014/main" id="{2BD9A05C-EF59-4716-8F74-7ACC23AEC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885"/>
                <a:ext cx="53" cy="120"/>
              </a:xfrm>
              <a:custGeom>
                <a:avLst/>
                <a:gdLst>
                  <a:gd name="T0" fmla="*/ 0 w 21"/>
                  <a:gd name="T1" fmla="*/ 853 h 45"/>
                  <a:gd name="T2" fmla="*/ 0 w 21"/>
                  <a:gd name="T3" fmla="*/ 35 h 45"/>
                  <a:gd name="T4" fmla="*/ 338 w 21"/>
                  <a:gd name="T5" fmla="*/ 35 h 45"/>
                  <a:gd name="T6" fmla="*/ 0 w 21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2" y="3"/>
                      <a:pt x="0" y="0"/>
                      <a:pt x="0" y="45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8" name="Freeform 384">
                <a:extLst>
                  <a:ext uri="{FF2B5EF4-FFF2-40B4-BE49-F238E27FC236}">
                    <a16:creationId xmlns:a16="http://schemas.microsoft.com/office/drawing/2014/main" id="{F4B8DFB2-3DEB-4F6B-A2C5-92BAB1365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904"/>
                <a:ext cx="52" cy="104"/>
              </a:xfrm>
              <a:custGeom>
                <a:avLst/>
                <a:gdLst>
                  <a:gd name="T0" fmla="*/ 319 w 21"/>
                  <a:gd name="T1" fmla="*/ 0 h 39"/>
                  <a:gd name="T2" fmla="*/ 319 w 21"/>
                  <a:gd name="T3" fmla="*/ 739 h 39"/>
                  <a:gd name="T4" fmla="*/ 0 w 21"/>
                  <a:gd name="T5" fmla="*/ 739 h 39"/>
                  <a:gd name="T6" fmla="*/ 258 w 21"/>
                  <a:gd name="T7" fmla="*/ 648 h 39"/>
                  <a:gd name="T8" fmla="*/ 319 w 2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39"/>
                      <a:pt x="21" y="39"/>
                      <a:pt x="2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14" y="38"/>
                      <a:pt x="17" y="34"/>
                    </a:cubicBezTo>
                    <a:cubicBezTo>
                      <a:pt x="20" y="31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9C66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9" name="Freeform 385">
                <a:extLst>
                  <a:ext uri="{FF2B5EF4-FFF2-40B4-BE49-F238E27FC236}">
                    <a16:creationId xmlns:a16="http://schemas.microsoft.com/office/drawing/2014/main" id="{6C66CFD8-15B1-463B-A5BF-B1C2ACB28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885"/>
                <a:ext cx="55" cy="120"/>
              </a:xfrm>
              <a:custGeom>
                <a:avLst/>
                <a:gdLst>
                  <a:gd name="T0" fmla="*/ 0 w 22"/>
                  <a:gd name="T1" fmla="*/ 853 h 45"/>
                  <a:gd name="T2" fmla="*/ 0 w 22"/>
                  <a:gd name="T3" fmla="*/ 35 h 45"/>
                  <a:gd name="T4" fmla="*/ 345 w 22"/>
                  <a:gd name="T5" fmla="*/ 35 h 45"/>
                  <a:gd name="T6" fmla="*/ 0 w 22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0" y="45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3" y="3"/>
                      <a:pt x="0" y="0"/>
                      <a:pt x="0" y="45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0" name="Freeform 386">
                <a:extLst>
                  <a:ext uri="{FF2B5EF4-FFF2-40B4-BE49-F238E27FC236}">
                    <a16:creationId xmlns:a16="http://schemas.microsoft.com/office/drawing/2014/main" id="{A01F97FB-7240-49EA-BC47-BA2EC310E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904"/>
                <a:ext cx="55" cy="104"/>
              </a:xfrm>
              <a:custGeom>
                <a:avLst/>
                <a:gdLst>
                  <a:gd name="T0" fmla="*/ 345 w 22"/>
                  <a:gd name="T1" fmla="*/ 0 h 39"/>
                  <a:gd name="T2" fmla="*/ 345 w 22"/>
                  <a:gd name="T3" fmla="*/ 739 h 39"/>
                  <a:gd name="T4" fmla="*/ 0 w 22"/>
                  <a:gd name="T5" fmla="*/ 739 h 39"/>
                  <a:gd name="T6" fmla="*/ 283 w 22"/>
                  <a:gd name="T7" fmla="*/ 648 h 39"/>
                  <a:gd name="T8" fmla="*/ 345 w 22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9">
                    <a:moveTo>
                      <a:pt x="22" y="0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14" y="38"/>
                      <a:pt x="18" y="34"/>
                    </a:cubicBezTo>
                    <a:cubicBezTo>
                      <a:pt x="20" y="31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9C66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1" name="Freeform 387">
                <a:extLst>
                  <a:ext uri="{FF2B5EF4-FFF2-40B4-BE49-F238E27FC236}">
                    <a16:creationId xmlns:a16="http://schemas.microsoft.com/office/drawing/2014/main" id="{9F4C8BFC-5A3F-4028-AF89-576E220C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792"/>
                <a:ext cx="295" cy="8"/>
              </a:xfrm>
              <a:custGeom>
                <a:avLst/>
                <a:gdLst>
                  <a:gd name="T0" fmla="*/ 20 w 118"/>
                  <a:gd name="T1" fmla="*/ 56 h 3"/>
                  <a:gd name="T2" fmla="*/ 20 w 118"/>
                  <a:gd name="T3" fmla="*/ 0 h 3"/>
                  <a:gd name="T4" fmla="*/ 1845 w 118"/>
                  <a:gd name="T5" fmla="*/ 0 h 3"/>
                  <a:gd name="T6" fmla="*/ 50 w 118"/>
                  <a:gd name="T7" fmla="*/ 21 h 3"/>
                  <a:gd name="T8" fmla="*/ 20 w 118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3">
                    <a:moveTo>
                      <a:pt x="1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0"/>
                      <a:pt x="6" y="1"/>
                      <a:pt x="3" y="1"/>
                    </a:cubicBezTo>
                    <a:cubicBezTo>
                      <a:pt x="0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2" name="Freeform 388">
                <a:extLst>
                  <a:ext uri="{FF2B5EF4-FFF2-40B4-BE49-F238E27FC236}">
                    <a16:creationId xmlns:a16="http://schemas.microsoft.com/office/drawing/2014/main" id="{2EE32EC5-3B03-4657-918D-9EE99A58A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813"/>
                <a:ext cx="7" cy="195"/>
              </a:xfrm>
              <a:custGeom>
                <a:avLst/>
                <a:gdLst>
                  <a:gd name="T0" fmla="*/ 0 w 3"/>
                  <a:gd name="T1" fmla="*/ 0 h 73"/>
                  <a:gd name="T2" fmla="*/ 0 w 3"/>
                  <a:gd name="T3" fmla="*/ 1392 h 73"/>
                  <a:gd name="T4" fmla="*/ 37 w 3"/>
                  <a:gd name="T5" fmla="*/ 1392 h 73"/>
                  <a:gd name="T6" fmla="*/ 28 w 3"/>
                  <a:gd name="T7" fmla="*/ 1071 h 73"/>
                  <a:gd name="T8" fmla="*/ 0 w 3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3">
                    <a:moveTo>
                      <a:pt x="0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2" y="73"/>
                      <a:pt x="2" y="61"/>
                      <a:pt x="2" y="56"/>
                    </a:cubicBezTo>
                    <a:cubicBezTo>
                      <a:pt x="2" y="5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3" name="Freeform 389">
                <a:extLst>
                  <a:ext uri="{FF2B5EF4-FFF2-40B4-BE49-F238E27FC236}">
                    <a16:creationId xmlns:a16="http://schemas.microsoft.com/office/drawing/2014/main" id="{BA006ACD-3B99-476B-A7DF-D6F5DCEEB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813"/>
                <a:ext cx="8" cy="195"/>
              </a:xfrm>
              <a:custGeom>
                <a:avLst/>
                <a:gdLst>
                  <a:gd name="T0" fmla="*/ 0 w 3"/>
                  <a:gd name="T1" fmla="*/ 0 h 73"/>
                  <a:gd name="T2" fmla="*/ 0 w 3"/>
                  <a:gd name="T3" fmla="*/ 1392 h 73"/>
                  <a:gd name="T4" fmla="*/ 56 w 3"/>
                  <a:gd name="T5" fmla="*/ 1392 h 73"/>
                  <a:gd name="T6" fmla="*/ 21 w 3"/>
                  <a:gd name="T7" fmla="*/ 1071 h 73"/>
                  <a:gd name="T8" fmla="*/ 0 w 3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3">
                    <a:moveTo>
                      <a:pt x="0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2" y="73"/>
                      <a:pt x="2" y="61"/>
                      <a:pt x="1" y="56"/>
                    </a:cubicBezTo>
                    <a:cubicBezTo>
                      <a:pt x="1" y="5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4" name="Freeform 390">
                <a:extLst>
                  <a:ext uri="{FF2B5EF4-FFF2-40B4-BE49-F238E27FC236}">
                    <a16:creationId xmlns:a16="http://schemas.microsoft.com/office/drawing/2014/main" id="{8F42DCDD-C4CD-4FB2-9B2E-4EA4730FE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885"/>
                <a:ext cx="55" cy="120"/>
              </a:xfrm>
              <a:custGeom>
                <a:avLst/>
                <a:gdLst>
                  <a:gd name="T0" fmla="*/ 0 w 22"/>
                  <a:gd name="T1" fmla="*/ 853 h 45"/>
                  <a:gd name="T2" fmla="*/ 0 w 22"/>
                  <a:gd name="T3" fmla="*/ 35 h 45"/>
                  <a:gd name="T4" fmla="*/ 345 w 22"/>
                  <a:gd name="T5" fmla="*/ 35 h 45"/>
                  <a:gd name="T6" fmla="*/ 0 w 22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0" y="45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3" y="3"/>
                      <a:pt x="0" y="0"/>
                      <a:pt x="0" y="45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5" name="Freeform 391">
                <a:extLst>
                  <a:ext uri="{FF2B5EF4-FFF2-40B4-BE49-F238E27FC236}">
                    <a16:creationId xmlns:a16="http://schemas.microsoft.com/office/drawing/2014/main" id="{8AD09180-FF22-4167-962A-2589A455E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904"/>
                <a:ext cx="52" cy="104"/>
              </a:xfrm>
              <a:custGeom>
                <a:avLst/>
                <a:gdLst>
                  <a:gd name="T0" fmla="*/ 319 w 21"/>
                  <a:gd name="T1" fmla="*/ 0 h 39"/>
                  <a:gd name="T2" fmla="*/ 319 w 21"/>
                  <a:gd name="T3" fmla="*/ 739 h 39"/>
                  <a:gd name="T4" fmla="*/ 0 w 21"/>
                  <a:gd name="T5" fmla="*/ 739 h 39"/>
                  <a:gd name="T6" fmla="*/ 258 w 21"/>
                  <a:gd name="T7" fmla="*/ 648 h 39"/>
                  <a:gd name="T8" fmla="*/ 319 w 2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39"/>
                      <a:pt x="21" y="39"/>
                      <a:pt x="2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13" y="38"/>
                      <a:pt x="17" y="34"/>
                    </a:cubicBezTo>
                    <a:cubicBezTo>
                      <a:pt x="20" y="31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9C66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6" name="Freeform 392">
                <a:extLst>
                  <a:ext uri="{FF2B5EF4-FFF2-40B4-BE49-F238E27FC236}">
                    <a16:creationId xmlns:a16="http://schemas.microsoft.com/office/drawing/2014/main" id="{5420833F-F365-4B9A-AE87-9BEC4540F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85"/>
                <a:ext cx="55" cy="120"/>
              </a:xfrm>
              <a:custGeom>
                <a:avLst/>
                <a:gdLst>
                  <a:gd name="T0" fmla="*/ 0 w 22"/>
                  <a:gd name="T1" fmla="*/ 853 h 45"/>
                  <a:gd name="T2" fmla="*/ 0 w 22"/>
                  <a:gd name="T3" fmla="*/ 35 h 45"/>
                  <a:gd name="T4" fmla="*/ 345 w 22"/>
                  <a:gd name="T5" fmla="*/ 35 h 45"/>
                  <a:gd name="T6" fmla="*/ 0 w 22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0" y="45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3" y="3"/>
                      <a:pt x="0" y="0"/>
                      <a:pt x="0" y="45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7" name="Freeform 393">
                <a:extLst>
                  <a:ext uri="{FF2B5EF4-FFF2-40B4-BE49-F238E27FC236}">
                    <a16:creationId xmlns:a16="http://schemas.microsoft.com/office/drawing/2014/main" id="{FAD102B6-9213-405B-9247-35742F554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904"/>
                <a:ext cx="55" cy="104"/>
              </a:xfrm>
              <a:custGeom>
                <a:avLst/>
                <a:gdLst>
                  <a:gd name="T0" fmla="*/ 345 w 22"/>
                  <a:gd name="T1" fmla="*/ 0 h 39"/>
                  <a:gd name="T2" fmla="*/ 345 w 22"/>
                  <a:gd name="T3" fmla="*/ 739 h 39"/>
                  <a:gd name="T4" fmla="*/ 0 w 22"/>
                  <a:gd name="T5" fmla="*/ 739 h 39"/>
                  <a:gd name="T6" fmla="*/ 283 w 22"/>
                  <a:gd name="T7" fmla="*/ 648 h 39"/>
                  <a:gd name="T8" fmla="*/ 345 w 22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9">
                    <a:moveTo>
                      <a:pt x="22" y="0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14" y="38"/>
                      <a:pt x="18" y="34"/>
                    </a:cubicBezTo>
                    <a:cubicBezTo>
                      <a:pt x="20" y="31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9C66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8" name="Freeform 394">
                <a:extLst>
                  <a:ext uri="{FF2B5EF4-FFF2-40B4-BE49-F238E27FC236}">
                    <a16:creationId xmlns:a16="http://schemas.microsoft.com/office/drawing/2014/main" id="{C3A3FA5B-3ABC-492C-8B98-591BFEBAB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792"/>
                <a:ext cx="292" cy="8"/>
              </a:xfrm>
              <a:custGeom>
                <a:avLst/>
                <a:gdLst>
                  <a:gd name="T0" fmla="*/ 0 w 117"/>
                  <a:gd name="T1" fmla="*/ 56 h 3"/>
                  <a:gd name="T2" fmla="*/ 0 w 117"/>
                  <a:gd name="T3" fmla="*/ 0 h 3"/>
                  <a:gd name="T4" fmla="*/ 1819 w 117"/>
                  <a:gd name="T5" fmla="*/ 0 h 3"/>
                  <a:gd name="T6" fmla="*/ 42 w 117"/>
                  <a:gd name="T7" fmla="*/ 21 h 3"/>
                  <a:gd name="T8" fmla="*/ 0 w 117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3">
                    <a:moveTo>
                      <a:pt x="0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02" y="0"/>
                      <a:pt x="6" y="1"/>
                      <a:pt x="3" y="1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9" name="Freeform 395">
                <a:extLst>
                  <a:ext uri="{FF2B5EF4-FFF2-40B4-BE49-F238E27FC236}">
                    <a16:creationId xmlns:a16="http://schemas.microsoft.com/office/drawing/2014/main" id="{8A947BB3-7493-406E-BF7E-70FE9A965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813"/>
                <a:ext cx="7" cy="195"/>
              </a:xfrm>
              <a:custGeom>
                <a:avLst/>
                <a:gdLst>
                  <a:gd name="T0" fmla="*/ 0 w 3"/>
                  <a:gd name="T1" fmla="*/ 0 h 73"/>
                  <a:gd name="T2" fmla="*/ 0 w 3"/>
                  <a:gd name="T3" fmla="*/ 1392 h 73"/>
                  <a:gd name="T4" fmla="*/ 37 w 3"/>
                  <a:gd name="T5" fmla="*/ 1392 h 73"/>
                  <a:gd name="T6" fmla="*/ 28 w 3"/>
                  <a:gd name="T7" fmla="*/ 1071 h 73"/>
                  <a:gd name="T8" fmla="*/ 0 w 3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3">
                    <a:moveTo>
                      <a:pt x="0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2" y="73"/>
                      <a:pt x="2" y="61"/>
                      <a:pt x="2" y="56"/>
                    </a:cubicBezTo>
                    <a:cubicBezTo>
                      <a:pt x="1" y="5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EC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0" name="Freeform 396">
                <a:extLst>
                  <a:ext uri="{FF2B5EF4-FFF2-40B4-BE49-F238E27FC236}">
                    <a16:creationId xmlns:a16="http://schemas.microsoft.com/office/drawing/2014/main" id="{3B66EF1D-4864-4E57-A57F-22534164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1448"/>
                <a:ext cx="188" cy="93"/>
              </a:xfrm>
              <a:custGeom>
                <a:avLst/>
                <a:gdLst>
                  <a:gd name="T0" fmla="*/ 33 w 75"/>
                  <a:gd name="T1" fmla="*/ 656 h 35"/>
                  <a:gd name="T2" fmla="*/ 20 w 75"/>
                  <a:gd name="T3" fmla="*/ 622 h 35"/>
                  <a:gd name="T4" fmla="*/ 1181 w 75"/>
                  <a:gd name="T5" fmla="*/ 0 h 35"/>
                  <a:gd name="T6" fmla="*/ 283 w 75"/>
                  <a:gd name="T7" fmla="*/ 486 h 35"/>
                  <a:gd name="T8" fmla="*/ 504 w 75"/>
                  <a:gd name="T9" fmla="*/ 622 h 35"/>
                  <a:gd name="T10" fmla="*/ 33 w 75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5">
                    <a:moveTo>
                      <a:pt x="2" y="35"/>
                    </a:moveTo>
                    <a:cubicBezTo>
                      <a:pt x="0" y="35"/>
                      <a:pt x="0" y="34"/>
                      <a:pt x="1" y="33"/>
                    </a:cubicBezTo>
                    <a:cubicBezTo>
                      <a:pt x="13" y="22"/>
                      <a:pt x="40" y="6"/>
                      <a:pt x="75" y="0"/>
                    </a:cubicBezTo>
                    <a:cubicBezTo>
                      <a:pt x="60" y="4"/>
                      <a:pt x="21" y="20"/>
                      <a:pt x="18" y="26"/>
                    </a:cubicBezTo>
                    <a:cubicBezTo>
                      <a:pt x="15" y="33"/>
                      <a:pt x="32" y="33"/>
                      <a:pt x="32" y="33"/>
                    </a:cubicBezTo>
                    <a:cubicBezTo>
                      <a:pt x="23" y="33"/>
                      <a:pt x="10" y="33"/>
                      <a:pt x="2" y="35"/>
                    </a:cubicBezTo>
                    <a:close/>
                  </a:path>
                </a:pathLst>
              </a:custGeom>
              <a:solidFill>
                <a:srgbClr val="F6C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1" name="Freeform 397">
                <a:extLst>
                  <a:ext uri="{FF2B5EF4-FFF2-40B4-BE49-F238E27FC236}">
                    <a16:creationId xmlns:a16="http://schemas.microsoft.com/office/drawing/2014/main" id="{71941300-1DAA-48C9-AB9C-495508CB5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1472"/>
                <a:ext cx="90" cy="64"/>
              </a:xfrm>
              <a:custGeom>
                <a:avLst/>
                <a:gdLst>
                  <a:gd name="T0" fmla="*/ 270 w 36"/>
                  <a:gd name="T1" fmla="*/ 456 h 24"/>
                  <a:gd name="T2" fmla="*/ 50 w 36"/>
                  <a:gd name="T3" fmla="*/ 320 h 24"/>
                  <a:gd name="T4" fmla="*/ 563 w 36"/>
                  <a:gd name="T5" fmla="*/ 0 h 24"/>
                  <a:gd name="T6" fmla="*/ 83 w 36"/>
                  <a:gd name="T7" fmla="*/ 341 h 24"/>
                  <a:gd name="T8" fmla="*/ 270 w 36"/>
                  <a:gd name="T9" fmla="*/ 4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17" y="24"/>
                    </a:moveTo>
                    <a:cubicBezTo>
                      <a:pt x="17" y="24"/>
                      <a:pt x="0" y="24"/>
                      <a:pt x="3" y="17"/>
                    </a:cubicBezTo>
                    <a:cubicBezTo>
                      <a:pt x="5" y="13"/>
                      <a:pt x="21" y="6"/>
                      <a:pt x="36" y="0"/>
                    </a:cubicBezTo>
                    <a:cubicBezTo>
                      <a:pt x="27" y="4"/>
                      <a:pt x="6" y="13"/>
                      <a:pt x="5" y="18"/>
                    </a:cubicBezTo>
                    <a:cubicBezTo>
                      <a:pt x="4" y="22"/>
                      <a:pt x="12" y="24"/>
                      <a:pt x="17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2" name="Freeform 398">
                <a:extLst>
                  <a:ext uri="{FF2B5EF4-FFF2-40B4-BE49-F238E27FC236}">
                    <a16:creationId xmlns:a16="http://schemas.microsoft.com/office/drawing/2014/main" id="{30D3A458-CD10-43A9-8C2F-1C5D0147F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1448"/>
                <a:ext cx="205" cy="96"/>
              </a:xfrm>
              <a:custGeom>
                <a:avLst/>
                <a:gdLst>
                  <a:gd name="T0" fmla="*/ 0 w 82"/>
                  <a:gd name="T1" fmla="*/ 0 h 36"/>
                  <a:gd name="T2" fmla="*/ 1283 w 82"/>
                  <a:gd name="T3" fmla="*/ 683 h 36"/>
                  <a:gd name="T4" fmla="*/ 988 w 82"/>
                  <a:gd name="T5" fmla="*/ 648 h 36"/>
                  <a:gd name="T6" fmla="*/ 0 w 82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36">
                    <a:moveTo>
                      <a:pt x="0" y="0"/>
                    </a:moveTo>
                    <a:cubicBezTo>
                      <a:pt x="10" y="1"/>
                      <a:pt x="58" y="14"/>
                      <a:pt x="82" y="36"/>
                    </a:cubicBezTo>
                    <a:cubicBezTo>
                      <a:pt x="78" y="35"/>
                      <a:pt x="67" y="34"/>
                      <a:pt x="63" y="34"/>
                    </a:cubicBezTo>
                    <a:cubicBezTo>
                      <a:pt x="68" y="32"/>
                      <a:pt x="51" y="11"/>
                      <a:pt x="0" y="0"/>
                    </a:cubicBezTo>
                    <a:close/>
                  </a:path>
                </a:pathLst>
              </a:custGeom>
              <a:solidFill>
                <a:srgbClr val="BE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3" name="Freeform 399">
                <a:extLst>
                  <a:ext uri="{FF2B5EF4-FFF2-40B4-BE49-F238E27FC236}">
                    <a16:creationId xmlns:a16="http://schemas.microsoft.com/office/drawing/2014/main" id="{35063797-1BEA-4B6C-A213-ECBB2D325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443"/>
                <a:ext cx="187" cy="93"/>
              </a:xfrm>
              <a:custGeom>
                <a:avLst/>
                <a:gdLst>
                  <a:gd name="T0" fmla="*/ 12 w 75"/>
                  <a:gd name="T1" fmla="*/ 656 h 35"/>
                  <a:gd name="T2" fmla="*/ 12 w 75"/>
                  <a:gd name="T3" fmla="*/ 622 h 35"/>
                  <a:gd name="T4" fmla="*/ 1162 w 75"/>
                  <a:gd name="T5" fmla="*/ 0 h 35"/>
                  <a:gd name="T6" fmla="*/ 279 w 75"/>
                  <a:gd name="T7" fmla="*/ 486 h 35"/>
                  <a:gd name="T8" fmla="*/ 496 w 75"/>
                  <a:gd name="T9" fmla="*/ 622 h 35"/>
                  <a:gd name="T10" fmla="*/ 12 w 75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5">
                    <a:moveTo>
                      <a:pt x="1" y="35"/>
                    </a:moveTo>
                    <a:cubicBezTo>
                      <a:pt x="0" y="35"/>
                      <a:pt x="0" y="34"/>
                      <a:pt x="1" y="33"/>
                    </a:cubicBezTo>
                    <a:cubicBezTo>
                      <a:pt x="12" y="23"/>
                      <a:pt x="40" y="7"/>
                      <a:pt x="75" y="0"/>
                    </a:cubicBezTo>
                    <a:cubicBezTo>
                      <a:pt x="60" y="4"/>
                      <a:pt x="21" y="20"/>
                      <a:pt x="18" y="26"/>
                    </a:cubicBezTo>
                    <a:cubicBezTo>
                      <a:pt x="15" y="33"/>
                      <a:pt x="32" y="33"/>
                      <a:pt x="32" y="33"/>
                    </a:cubicBezTo>
                    <a:cubicBezTo>
                      <a:pt x="23" y="33"/>
                      <a:pt x="10" y="34"/>
                      <a:pt x="1" y="35"/>
                    </a:cubicBezTo>
                    <a:close/>
                  </a:path>
                </a:pathLst>
              </a:custGeom>
              <a:solidFill>
                <a:srgbClr val="F6C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4" name="Freeform 400">
                <a:extLst>
                  <a:ext uri="{FF2B5EF4-FFF2-40B4-BE49-F238E27FC236}">
                    <a16:creationId xmlns:a16="http://schemas.microsoft.com/office/drawing/2014/main" id="{4C357690-22C0-4855-AB02-8625A3119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1467"/>
                <a:ext cx="90" cy="64"/>
              </a:xfrm>
              <a:custGeom>
                <a:avLst/>
                <a:gdLst>
                  <a:gd name="T0" fmla="*/ 270 w 36"/>
                  <a:gd name="T1" fmla="*/ 456 h 24"/>
                  <a:gd name="T2" fmla="*/ 50 w 36"/>
                  <a:gd name="T3" fmla="*/ 320 h 24"/>
                  <a:gd name="T4" fmla="*/ 563 w 36"/>
                  <a:gd name="T5" fmla="*/ 0 h 24"/>
                  <a:gd name="T6" fmla="*/ 83 w 36"/>
                  <a:gd name="T7" fmla="*/ 341 h 24"/>
                  <a:gd name="T8" fmla="*/ 270 w 36"/>
                  <a:gd name="T9" fmla="*/ 4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17" y="24"/>
                    </a:moveTo>
                    <a:cubicBezTo>
                      <a:pt x="17" y="24"/>
                      <a:pt x="0" y="24"/>
                      <a:pt x="3" y="17"/>
                    </a:cubicBezTo>
                    <a:cubicBezTo>
                      <a:pt x="5" y="13"/>
                      <a:pt x="21" y="6"/>
                      <a:pt x="36" y="0"/>
                    </a:cubicBezTo>
                    <a:cubicBezTo>
                      <a:pt x="27" y="4"/>
                      <a:pt x="6" y="14"/>
                      <a:pt x="5" y="18"/>
                    </a:cubicBezTo>
                    <a:cubicBezTo>
                      <a:pt x="4" y="23"/>
                      <a:pt x="12" y="24"/>
                      <a:pt x="17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5" name="Freeform 401">
                <a:extLst>
                  <a:ext uri="{FF2B5EF4-FFF2-40B4-BE49-F238E27FC236}">
                    <a16:creationId xmlns:a16="http://schemas.microsoft.com/office/drawing/2014/main" id="{23EE67FE-8604-4BA6-B13C-9B7DA550B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443"/>
                <a:ext cx="205" cy="96"/>
              </a:xfrm>
              <a:custGeom>
                <a:avLst/>
                <a:gdLst>
                  <a:gd name="T0" fmla="*/ 0 w 82"/>
                  <a:gd name="T1" fmla="*/ 0 h 36"/>
                  <a:gd name="T2" fmla="*/ 1283 w 82"/>
                  <a:gd name="T3" fmla="*/ 683 h 36"/>
                  <a:gd name="T4" fmla="*/ 1000 w 82"/>
                  <a:gd name="T5" fmla="*/ 648 h 36"/>
                  <a:gd name="T6" fmla="*/ 0 w 82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36">
                    <a:moveTo>
                      <a:pt x="0" y="0"/>
                    </a:moveTo>
                    <a:cubicBezTo>
                      <a:pt x="10" y="1"/>
                      <a:pt x="59" y="14"/>
                      <a:pt x="82" y="36"/>
                    </a:cubicBezTo>
                    <a:cubicBezTo>
                      <a:pt x="79" y="35"/>
                      <a:pt x="68" y="34"/>
                      <a:pt x="64" y="34"/>
                    </a:cubicBezTo>
                    <a:cubicBezTo>
                      <a:pt x="68" y="32"/>
                      <a:pt x="52" y="11"/>
                      <a:pt x="0" y="0"/>
                    </a:cubicBezTo>
                    <a:close/>
                  </a:path>
                </a:pathLst>
              </a:custGeom>
              <a:solidFill>
                <a:srgbClr val="BE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6" name="Freeform 402">
                <a:extLst>
                  <a:ext uri="{FF2B5EF4-FFF2-40B4-BE49-F238E27FC236}">
                    <a16:creationId xmlns:a16="http://schemas.microsoft.com/office/drawing/2014/main" id="{1574D087-DFB7-4811-8B37-0192E731E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448"/>
                <a:ext cx="190" cy="93"/>
              </a:xfrm>
              <a:custGeom>
                <a:avLst/>
                <a:gdLst>
                  <a:gd name="T0" fmla="*/ 33 w 76"/>
                  <a:gd name="T1" fmla="*/ 656 h 35"/>
                  <a:gd name="T2" fmla="*/ 20 w 76"/>
                  <a:gd name="T3" fmla="*/ 622 h 35"/>
                  <a:gd name="T4" fmla="*/ 1188 w 76"/>
                  <a:gd name="T5" fmla="*/ 0 h 35"/>
                  <a:gd name="T6" fmla="*/ 283 w 76"/>
                  <a:gd name="T7" fmla="*/ 486 h 35"/>
                  <a:gd name="T8" fmla="*/ 520 w 76"/>
                  <a:gd name="T9" fmla="*/ 622 h 35"/>
                  <a:gd name="T10" fmla="*/ 33 w 76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35">
                    <a:moveTo>
                      <a:pt x="2" y="35"/>
                    </a:moveTo>
                    <a:cubicBezTo>
                      <a:pt x="1" y="35"/>
                      <a:pt x="0" y="34"/>
                      <a:pt x="1" y="33"/>
                    </a:cubicBezTo>
                    <a:cubicBezTo>
                      <a:pt x="13" y="22"/>
                      <a:pt x="40" y="6"/>
                      <a:pt x="76" y="0"/>
                    </a:cubicBezTo>
                    <a:cubicBezTo>
                      <a:pt x="61" y="4"/>
                      <a:pt x="21" y="20"/>
                      <a:pt x="18" y="26"/>
                    </a:cubicBezTo>
                    <a:cubicBezTo>
                      <a:pt x="15" y="33"/>
                      <a:pt x="33" y="33"/>
                      <a:pt x="33" y="33"/>
                    </a:cubicBezTo>
                    <a:cubicBezTo>
                      <a:pt x="24" y="33"/>
                      <a:pt x="10" y="33"/>
                      <a:pt x="2" y="35"/>
                    </a:cubicBezTo>
                    <a:close/>
                  </a:path>
                </a:pathLst>
              </a:custGeom>
              <a:solidFill>
                <a:srgbClr val="F6C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7" name="Freeform 403">
                <a:extLst>
                  <a:ext uri="{FF2B5EF4-FFF2-40B4-BE49-F238E27FC236}">
                    <a16:creationId xmlns:a16="http://schemas.microsoft.com/office/drawing/2014/main" id="{AF052CFB-A474-477F-A112-46695B113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472"/>
                <a:ext cx="93" cy="64"/>
              </a:xfrm>
              <a:custGeom>
                <a:avLst/>
                <a:gdLst>
                  <a:gd name="T0" fmla="*/ 284 w 37"/>
                  <a:gd name="T1" fmla="*/ 456 h 24"/>
                  <a:gd name="T2" fmla="*/ 50 w 37"/>
                  <a:gd name="T3" fmla="*/ 320 h 24"/>
                  <a:gd name="T4" fmla="*/ 588 w 37"/>
                  <a:gd name="T5" fmla="*/ 0 h 24"/>
                  <a:gd name="T6" fmla="*/ 96 w 37"/>
                  <a:gd name="T7" fmla="*/ 341 h 24"/>
                  <a:gd name="T8" fmla="*/ 284 w 37"/>
                  <a:gd name="T9" fmla="*/ 4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4">
                    <a:moveTo>
                      <a:pt x="18" y="24"/>
                    </a:moveTo>
                    <a:cubicBezTo>
                      <a:pt x="18" y="24"/>
                      <a:pt x="0" y="24"/>
                      <a:pt x="3" y="17"/>
                    </a:cubicBezTo>
                    <a:cubicBezTo>
                      <a:pt x="5" y="13"/>
                      <a:pt x="21" y="6"/>
                      <a:pt x="37" y="0"/>
                    </a:cubicBezTo>
                    <a:cubicBezTo>
                      <a:pt x="28" y="4"/>
                      <a:pt x="7" y="13"/>
                      <a:pt x="6" y="18"/>
                    </a:cubicBezTo>
                    <a:cubicBezTo>
                      <a:pt x="5" y="22"/>
                      <a:pt x="12" y="24"/>
                      <a:pt x="1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8" name="Freeform 404">
                <a:extLst>
                  <a:ext uri="{FF2B5EF4-FFF2-40B4-BE49-F238E27FC236}">
                    <a16:creationId xmlns:a16="http://schemas.microsoft.com/office/drawing/2014/main" id="{82A61477-98E0-44C4-8E57-030A15E4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448"/>
                <a:ext cx="205" cy="96"/>
              </a:xfrm>
              <a:custGeom>
                <a:avLst/>
                <a:gdLst>
                  <a:gd name="T0" fmla="*/ 0 w 82"/>
                  <a:gd name="T1" fmla="*/ 0 h 36"/>
                  <a:gd name="T2" fmla="*/ 1283 w 82"/>
                  <a:gd name="T3" fmla="*/ 683 h 36"/>
                  <a:gd name="T4" fmla="*/ 1000 w 82"/>
                  <a:gd name="T5" fmla="*/ 648 h 36"/>
                  <a:gd name="T6" fmla="*/ 0 w 82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36">
                    <a:moveTo>
                      <a:pt x="0" y="0"/>
                    </a:moveTo>
                    <a:cubicBezTo>
                      <a:pt x="10" y="1"/>
                      <a:pt x="58" y="14"/>
                      <a:pt x="82" y="36"/>
                    </a:cubicBezTo>
                    <a:cubicBezTo>
                      <a:pt x="78" y="35"/>
                      <a:pt x="67" y="34"/>
                      <a:pt x="64" y="34"/>
                    </a:cubicBezTo>
                    <a:cubicBezTo>
                      <a:pt x="68" y="32"/>
                      <a:pt x="51" y="11"/>
                      <a:pt x="0" y="0"/>
                    </a:cubicBezTo>
                    <a:close/>
                  </a:path>
                </a:pathLst>
              </a:custGeom>
              <a:solidFill>
                <a:srgbClr val="BE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808" name="Freeform 405">
              <a:extLst>
                <a:ext uri="{FF2B5EF4-FFF2-40B4-BE49-F238E27FC236}">
                  <a16:creationId xmlns:a16="http://schemas.microsoft.com/office/drawing/2014/main" id="{9465C017-FC0D-4372-8703-C2B4B1DCD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363"/>
              <a:ext cx="210" cy="184"/>
            </a:xfrm>
            <a:custGeom>
              <a:avLst/>
              <a:gdLst>
                <a:gd name="T0" fmla="*/ 500 w 84"/>
                <a:gd name="T1" fmla="*/ 35 h 69"/>
                <a:gd name="T2" fmla="*/ 63 w 84"/>
                <a:gd name="T3" fmla="*/ 547 h 69"/>
                <a:gd name="T4" fmla="*/ 363 w 84"/>
                <a:gd name="T5" fmla="*/ 376 h 69"/>
                <a:gd name="T6" fmla="*/ 220 w 84"/>
                <a:gd name="T7" fmla="*/ 568 h 69"/>
                <a:gd name="T8" fmla="*/ 83 w 84"/>
                <a:gd name="T9" fmla="*/ 853 h 69"/>
                <a:gd name="T10" fmla="*/ 250 w 84"/>
                <a:gd name="T11" fmla="*/ 717 h 69"/>
                <a:gd name="T12" fmla="*/ 113 w 84"/>
                <a:gd name="T13" fmla="*/ 968 h 69"/>
                <a:gd name="T14" fmla="*/ 0 w 84"/>
                <a:gd name="T15" fmla="*/ 1309 h 69"/>
                <a:gd name="T16" fmla="*/ 95 w 84"/>
                <a:gd name="T17" fmla="*/ 1160 h 69"/>
                <a:gd name="T18" fmla="*/ 470 w 84"/>
                <a:gd name="T19" fmla="*/ 648 h 69"/>
                <a:gd name="T20" fmla="*/ 988 w 84"/>
                <a:gd name="T21" fmla="*/ 285 h 69"/>
                <a:gd name="T22" fmla="*/ 1313 w 84"/>
                <a:gd name="T23" fmla="*/ 21 h 69"/>
                <a:gd name="T24" fmla="*/ 1050 w 84"/>
                <a:gd name="T25" fmla="*/ 149 h 69"/>
                <a:gd name="T26" fmla="*/ 738 w 84"/>
                <a:gd name="T27" fmla="*/ 307 h 69"/>
                <a:gd name="T28" fmla="*/ 863 w 84"/>
                <a:gd name="T29" fmla="*/ 136 h 69"/>
                <a:gd name="T30" fmla="*/ 613 w 84"/>
                <a:gd name="T31" fmla="*/ 77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" h="69">
                  <a:moveTo>
                    <a:pt x="32" y="2"/>
                  </a:moveTo>
                  <a:cubicBezTo>
                    <a:pt x="23" y="7"/>
                    <a:pt x="8" y="19"/>
                    <a:pt x="4" y="29"/>
                  </a:cubicBezTo>
                  <a:cubicBezTo>
                    <a:pt x="11" y="26"/>
                    <a:pt x="15" y="21"/>
                    <a:pt x="23" y="20"/>
                  </a:cubicBezTo>
                  <a:cubicBezTo>
                    <a:pt x="22" y="23"/>
                    <a:pt x="16" y="27"/>
                    <a:pt x="14" y="30"/>
                  </a:cubicBezTo>
                  <a:cubicBezTo>
                    <a:pt x="11" y="35"/>
                    <a:pt x="8" y="40"/>
                    <a:pt x="5" y="45"/>
                  </a:cubicBezTo>
                  <a:cubicBezTo>
                    <a:pt x="9" y="44"/>
                    <a:pt x="12" y="40"/>
                    <a:pt x="16" y="38"/>
                  </a:cubicBezTo>
                  <a:cubicBezTo>
                    <a:pt x="14" y="42"/>
                    <a:pt x="9" y="47"/>
                    <a:pt x="7" y="51"/>
                  </a:cubicBezTo>
                  <a:cubicBezTo>
                    <a:pt x="4" y="56"/>
                    <a:pt x="0" y="63"/>
                    <a:pt x="0" y="69"/>
                  </a:cubicBezTo>
                  <a:cubicBezTo>
                    <a:pt x="2" y="67"/>
                    <a:pt x="4" y="63"/>
                    <a:pt x="6" y="61"/>
                  </a:cubicBezTo>
                  <a:cubicBezTo>
                    <a:pt x="13" y="51"/>
                    <a:pt x="20" y="42"/>
                    <a:pt x="30" y="34"/>
                  </a:cubicBezTo>
                  <a:cubicBezTo>
                    <a:pt x="42" y="24"/>
                    <a:pt x="49" y="21"/>
                    <a:pt x="63" y="15"/>
                  </a:cubicBezTo>
                  <a:cubicBezTo>
                    <a:pt x="68" y="13"/>
                    <a:pt x="80" y="3"/>
                    <a:pt x="84" y="1"/>
                  </a:cubicBezTo>
                  <a:cubicBezTo>
                    <a:pt x="80" y="0"/>
                    <a:pt x="71" y="7"/>
                    <a:pt x="67" y="8"/>
                  </a:cubicBezTo>
                  <a:cubicBezTo>
                    <a:pt x="57" y="12"/>
                    <a:pt x="56" y="15"/>
                    <a:pt x="47" y="16"/>
                  </a:cubicBezTo>
                  <a:cubicBezTo>
                    <a:pt x="47" y="13"/>
                    <a:pt x="53" y="10"/>
                    <a:pt x="55" y="7"/>
                  </a:cubicBezTo>
                  <a:cubicBezTo>
                    <a:pt x="51" y="6"/>
                    <a:pt x="38" y="13"/>
                    <a:pt x="3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9" name="Freeform 406">
              <a:extLst>
                <a:ext uri="{FF2B5EF4-FFF2-40B4-BE49-F238E27FC236}">
                  <a16:creationId xmlns:a16="http://schemas.microsoft.com/office/drawing/2014/main" id="{17750F6E-449C-4B7E-A12C-A06834C0B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317"/>
              <a:ext cx="192" cy="182"/>
            </a:xfrm>
            <a:custGeom>
              <a:avLst/>
              <a:gdLst>
                <a:gd name="T0" fmla="*/ 436 w 77"/>
                <a:gd name="T1" fmla="*/ 252 h 68"/>
                <a:gd name="T2" fmla="*/ 137 w 77"/>
                <a:gd name="T3" fmla="*/ 559 h 68"/>
                <a:gd name="T4" fmla="*/ 386 w 77"/>
                <a:gd name="T5" fmla="*/ 479 h 68"/>
                <a:gd name="T6" fmla="*/ 75 w 77"/>
                <a:gd name="T7" fmla="*/ 939 h 68"/>
                <a:gd name="T8" fmla="*/ 279 w 77"/>
                <a:gd name="T9" fmla="*/ 787 h 68"/>
                <a:gd name="T10" fmla="*/ 0 w 77"/>
                <a:gd name="T11" fmla="*/ 1303 h 68"/>
                <a:gd name="T12" fmla="*/ 137 w 77"/>
                <a:gd name="T13" fmla="*/ 1052 h 68"/>
                <a:gd name="T14" fmla="*/ 496 w 77"/>
                <a:gd name="T15" fmla="*/ 616 h 68"/>
                <a:gd name="T16" fmla="*/ 1194 w 77"/>
                <a:gd name="T17" fmla="*/ 0 h 68"/>
                <a:gd name="T18" fmla="*/ 683 w 77"/>
                <a:gd name="T19" fmla="*/ 252 h 68"/>
                <a:gd name="T20" fmla="*/ 808 w 77"/>
                <a:gd name="T21" fmla="*/ 0 h 68"/>
                <a:gd name="T22" fmla="*/ 496 w 77"/>
                <a:gd name="T23" fmla="*/ 193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68">
                  <a:moveTo>
                    <a:pt x="28" y="13"/>
                  </a:moveTo>
                  <a:cubicBezTo>
                    <a:pt x="22" y="17"/>
                    <a:pt x="13" y="22"/>
                    <a:pt x="9" y="29"/>
                  </a:cubicBezTo>
                  <a:cubicBezTo>
                    <a:pt x="14" y="27"/>
                    <a:pt x="19" y="26"/>
                    <a:pt x="25" y="25"/>
                  </a:cubicBezTo>
                  <a:cubicBezTo>
                    <a:pt x="16" y="31"/>
                    <a:pt x="11" y="41"/>
                    <a:pt x="5" y="49"/>
                  </a:cubicBezTo>
                  <a:cubicBezTo>
                    <a:pt x="9" y="46"/>
                    <a:pt x="14" y="42"/>
                    <a:pt x="18" y="41"/>
                  </a:cubicBezTo>
                  <a:cubicBezTo>
                    <a:pt x="12" y="48"/>
                    <a:pt x="0" y="58"/>
                    <a:pt x="0" y="68"/>
                  </a:cubicBezTo>
                  <a:cubicBezTo>
                    <a:pt x="4" y="64"/>
                    <a:pt x="6" y="59"/>
                    <a:pt x="9" y="55"/>
                  </a:cubicBezTo>
                  <a:cubicBezTo>
                    <a:pt x="16" y="47"/>
                    <a:pt x="23" y="38"/>
                    <a:pt x="32" y="32"/>
                  </a:cubicBezTo>
                  <a:cubicBezTo>
                    <a:pt x="45" y="24"/>
                    <a:pt x="66" y="11"/>
                    <a:pt x="77" y="0"/>
                  </a:cubicBezTo>
                  <a:cubicBezTo>
                    <a:pt x="68" y="2"/>
                    <a:pt x="54" y="11"/>
                    <a:pt x="44" y="13"/>
                  </a:cubicBezTo>
                  <a:cubicBezTo>
                    <a:pt x="48" y="11"/>
                    <a:pt x="49" y="4"/>
                    <a:pt x="52" y="0"/>
                  </a:cubicBezTo>
                  <a:cubicBezTo>
                    <a:pt x="46" y="1"/>
                    <a:pt x="38" y="8"/>
                    <a:pt x="32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" name="Freeform 407">
              <a:extLst>
                <a:ext uri="{FF2B5EF4-FFF2-40B4-BE49-F238E27FC236}">
                  <a16:creationId xmlns:a16="http://schemas.microsoft.com/office/drawing/2014/main" id="{9BED47EE-420A-447F-BEF1-124EBB10C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424"/>
              <a:ext cx="130" cy="99"/>
            </a:xfrm>
            <a:custGeom>
              <a:avLst/>
              <a:gdLst>
                <a:gd name="T0" fmla="*/ 533 w 52"/>
                <a:gd name="T1" fmla="*/ 35 h 37"/>
                <a:gd name="T2" fmla="*/ 0 w 52"/>
                <a:gd name="T3" fmla="*/ 615 h 37"/>
                <a:gd name="T4" fmla="*/ 363 w 52"/>
                <a:gd name="T5" fmla="*/ 342 h 37"/>
                <a:gd name="T6" fmla="*/ 95 w 52"/>
                <a:gd name="T7" fmla="*/ 709 h 37"/>
                <a:gd name="T8" fmla="*/ 438 w 52"/>
                <a:gd name="T9" fmla="*/ 364 h 37"/>
                <a:gd name="T10" fmla="*/ 813 w 52"/>
                <a:gd name="T11" fmla="*/ 94 h 37"/>
                <a:gd name="T12" fmla="*/ 533 w 52"/>
                <a:gd name="T13" fmla="*/ 171 h 37"/>
                <a:gd name="T14" fmla="*/ 675 w 52"/>
                <a:gd name="T15" fmla="*/ 0 h 37"/>
                <a:gd name="T16" fmla="*/ 500 w 52"/>
                <a:gd name="T17" fmla="*/ 35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7">
                  <a:moveTo>
                    <a:pt x="34" y="2"/>
                  </a:moveTo>
                  <a:cubicBezTo>
                    <a:pt x="22" y="9"/>
                    <a:pt x="7" y="20"/>
                    <a:pt x="0" y="32"/>
                  </a:cubicBezTo>
                  <a:cubicBezTo>
                    <a:pt x="8" y="27"/>
                    <a:pt x="14" y="20"/>
                    <a:pt x="23" y="18"/>
                  </a:cubicBezTo>
                  <a:cubicBezTo>
                    <a:pt x="16" y="23"/>
                    <a:pt x="10" y="29"/>
                    <a:pt x="6" y="37"/>
                  </a:cubicBezTo>
                  <a:cubicBezTo>
                    <a:pt x="14" y="32"/>
                    <a:pt x="20" y="24"/>
                    <a:pt x="28" y="19"/>
                  </a:cubicBezTo>
                  <a:cubicBezTo>
                    <a:pt x="35" y="15"/>
                    <a:pt x="45" y="11"/>
                    <a:pt x="52" y="5"/>
                  </a:cubicBezTo>
                  <a:cubicBezTo>
                    <a:pt x="46" y="5"/>
                    <a:pt x="40" y="7"/>
                    <a:pt x="34" y="9"/>
                  </a:cubicBezTo>
                  <a:cubicBezTo>
                    <a:pt x="38" y="6"/>
                    <a:pt x="40" y="3"/>
                    <a:pt x="43" y="0"/>
                  </a:cubicBezTo>
                  <a:cubicBezTo>
                    <a:pt x="39" y="0"/>
                    <a:pt x="36" y="2"/>
                    <a:pt x="3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1" name="Freeform 408">
              <a:extLst>
                <a:ext uri="{FF2B5EF4-FFF2-40B4-BE49-F238E27FC236}">
                  <a16:creationId xmlns:a16="http://schemas.microsoft.com/office/drawing/2014/main" id="{7006A190-24C1-464D-88AE-68B889580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480"/>
              <a:ext cx="180" cy="141"/>
            </a:xfrm>
            <a:custGeom>
              <a:avLst/>
              <a:gdLst>
                <a:gd name="T0" fmla="*/ 675 w 72"/>
                <a:gd name="T1" fmla="*/ 21 h 53"/>
                <a:gd name="T2" fmla="*/ 158 w 72"/>
                <a:gd name="T3" fmla="*/ 418 h 53"/>
                <a:gd name="T4" fmla="*/ 533 w 72"/>
                <a:gd name="T5" fmla="*/ 247 h 53"/>
                <a:gd name="T6" fmla="*/ 145 w 72"/>
                <a:gd name="T7" fmla="*/ 636 h 53"/>
                <a:gd name="T8" fmla="*/ 375 w 72"/>
                <a:gd name="T9" fmla="*/ 511 h 53"/>
                <a:gd name="T10" fmla="*/ 175 w 72"/>
                <a:gd name="T11" fmla="*/ 716 h 53"/>
                <a:gd name="T12" fmla="*/ 33 w 72"/>
                <a:gd name="T13" fmla="*/ 998 h 53"/>
                <a:gd name="T14" fmla="*/ 488 w 72"/>
                <a:gd name="T15" fmla="*/ 524 h 53"/>
                <a:gd name="T16" fmla="*/ 1125 w 72"/>
                <a:gd name="T17" fmla="*/ 149 h 53"/>
                <a:gd name="T18" fmla="*/ 783 w 72"/>
                <a:gd name="T19" fmla="*/ 170 h 53"/>
                <a:gd name="T20" fmla="*/ 970 w 72"/>
                <a:gd name="T21" fmla="*/ 35 h 53"/>
                <a:gd name="T22" fmla="*/ 750 w 72"/>
                <a:gd name="T23" fmla="*/ 35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" h="53">
                  <a:moveTo>
                    <a:pt x="43" y="1"/>
                  </a:moveTo>
                  <a:cubicBezTo>
                    <a:pt x="32" y="8"/>
                    <a:pt x="17" y="10"/>
                    <a:pt x="10" y="22"/>
                  </a:cubicBezTo>
                  <a:cubicBezTo>
                    <a:pt x="18" y="19"/>
                    <a:pt x="25" y="14"/>
                    <a:pt x="34" y="13"/>
                  </a:cubicBezTo>
                  <a:cubicBezTo>
                    <a:pt x="25" y="18"/>
                    <a:pt x="12" y="24"/>
                    <a:pt x="9" y="34"/>
                  </a:cubicBezTo>
                  <a:cubicBezTo>
                    <a:pt x="14" y="31"/>
                    <a:pt x="18" y="28"/>
                    <a:pt x="24" y="27"/>
                  </a:cubicBezTo>
                  <a:cubicBezTo>
                    <a:pt x="20" y="31"/>
                    <a:pt x="15" y="33"/>
                    <a:pt x="11" y="38"/>
                  </a:cubicBezTo>
                  <a:cubicBezTo>
                    <a:pt x="9" y="40"/>
                    <a:pt x="0" y="49"/>
                    <a:pt x="2" y="53"/>
                  </a:cubicBezTo>
                  <a:cubicBezTo>
                    <a:pt x="12" y="45"/>
                    <a:pt x="20" y="35"/>
                    <a:pt x="31" y="28"/>
                  </a:cubicBezTo>
                  <a:cubicBezTo>
                    <a:pt x="42" y="21"/>
                    <a:pt x="58" y="7"/>
                    <a:pt x="72" y="8"/>
                  </a:cubicBezTo>
                  <a:cubicBezTo>
                    <a:pt x="65" y="8"/>
                    <a:pt x="57" y="9"/>
                    <a:pt x="50" y="9"/>
                  </a:cubicBezTo>
                  <a:cubicBezTo>
                    <a:pt x="53" y="5"/>
                    <a:pt x="59" y="5"/>
                    <a:pt x="62" y="2"/>
                  </a:cubicBezTo>
                  <a:cubicBezTo>
                    <a:pt x="58" y="0"/>
                    <a:pt x="52" y="2"/>
                    <a:pt x="4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2" name="Freeform 409">
              <a:extLst>
                <a:ext uri="{FF2B5EF4-FFF2-40B4-BE49-F238E27FC236}">
                  <a16:creationId xmlns:a16="http://schemas.microsoft.com/office/drawing/2014/main" id="{CA95C113-52F6-41EB-A2EF-FF906C5F1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312"/>
              <a:ext cx="175" cy="115"/>
            </a:xfrm>
            <a:custGeom>
              <a:avLst/>
              <a:gdLst>
                <a:gd name="T0" fmla="*/ 63 w 70"/>
                <a:gd name="T1" fmla="*/ 500 h 43"/>
                <a:gd name="T2" fmla="*/ 908 w 70"/>
                <a:gd name="T3" fmla="*/ 0 h 43"/>
                <a:gd name="T4" fmla="*/ 458 w 70"/>
                <a:gd name="T5" fmla="*/ 321 h 43"/>
                <a:gd name="T6" fmla="*/ 1095 w 70"/>
                <a:gd name="T7" fmla="*/ 78 h 43"/>
                <a:gd name="T8" fmla="*/ 658 w 70"/>
                <a:gd name="T9" fmla="*/ 380 h 43"/>
                <a:gd name="T10" fmla="*/ 675 w 70"/>
                <a:gd name="T11" fmla="*/ 380 h 43"/>
                <a:gd name="T12" fmla="*/ 0 w 70"/>
                <a:gd name="T13" fmla="*/ 824 h 43"/>
                <a:gd name="T14" fmla="*/ 300 w 70"/>
                <a:gd name="T15" fmla="*/ 479 h 43"/>
                <a:gd name="T16" fmla="*/ 145 w 70"/>
                <a:gd name="T17" fmla="*/ 50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3">
                  <a:moveTo>
                    <a:pt x="4" y="26"/>
                  </a:moveTo>
                  <a:cubicBezTo>
                    <a:pt x="20" y="12"/>
                    <a:pt x="38" y="8"/>
                    <a:pt x="58" y="0"/>
                  </a:cubicBezTo>
                  <a:cubicBezTo>
                    <a:pt x="47" y="1"/>
                    <a:pt x="34" y="9"/>
                    <a:pt x="29" y="17"/>
                  </a:cubicBezTo>
                  <a:cubicBezTo>
                    <a:pt x="40" y="11"/>
                    <a:pt x="56" y="4"/>
                    <a:pt x="70" y="4"/>
                  </a:cubicBezTo>
                  <a:cubicBezTo>
                    <a:pt x="60" y="9"/>
                    <a:pt x="50" y="13"/>
                    <a:pt x="42" y="20"/>
                  </a:cubicBezTo>
                  <a:cubicBezTo>
                    <a:pt x="42" y="20"/>
                    <a:pt x="43" y="20"/>
                    <a:pt x="43" y="20"/>
                  </a:cubicBezTo>
                  <a:cubicBezTo>
                    <a:pt x="25" y="24"/>
                    <a:pt x="13" y="31"/>
                    <a:pt x="0" y="43"/>
                  </a:cubicBezTo>
                  <a:cubicBezTo>
                    <a:pt x="6" y="37"/>
                    <a:pt x="13" y="31"/>
                    <a:pt x="19" y="25"/>
                  </a:cubicBezTo>
                  <a:cubicBezTo>
                    <a:pt x="16" y="25"/>
                    <a:pt x="9" y="30"/>
                    <a:pt x="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3" name="Freeform 410">
              <a:extLst>
                <a:ext uri="{FF2B5EF4-FFF2-40B4-BE49-F238E27FC236}">
                  <a16:creationId xmlns:a16="http://schemas.microsoft.com/office/drawing/2014/main" id="{99986616-B5C5-4B72-BD39-53ECB895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293"/>
              <a:ext cx="222" cy="120"/>
            </a:xfrm>
            <a:custGeom>
              <a:avLst/>
              <a:gdLst>
                <a:gd name="T0" fmla="*/ 262 w 89"/>
                <a:gd name="T1" fmla="*/ 264 h 45"/>
                <a:gd name="T2" fmla="*/ 30 w 89"/>
                <a:gd name="T3" fmla="*/ 512 h 45"/>
                <a:gd name="T4" fmla="*/ 324 w 89"/>
                <a:gd name="T5" fmla="*/ 419 h 45"/>
                <a:gd name="T6" fmla="*/ 0 w 89"/>
                <a:gd name="T7" fmla="*/ 760 h 45"/>
                <a:gd name="T8" fmla="*/ 262 w 89"/>
                <a:gd name="T9" fmla="*/ 661 h 45"/>
                <a:gd name="T10" fmla="*/ 62 w 89"/>
                <a:gd name="T11" fmla="*/ 853 h 45"/>
                <a:gd name="T12" fmla="*/ 449 w 89"/>
                <a:gd name="T13" fmla="*/ 477 h 45"/>
                <a:gd name="T14" fmla="*/ 915 w 89"/>
                <a:gd name="T15" fmla="*/ 227 h 45"/>
                <a:gd name="T16" fmla="*/ 1382 w 89"/>
                <a:gd name="T17" fmla="*/ 56 h 45"/>
                <a:gd name="T18" fmla="*/ 778 w 89"/>
                <a:gd name="T19" fmla="*/ 149 h 45"/>
                <a:gd name="T20" fmla="*/ 853 w 89"/>
                <a:gd name="T21" fmla="*/ 56 h 45"/>
                <a:gd name="T22" fmla="*/ 571 w 89"/>
                <a:gd name="T23" fmla="*/ 136 h 45"/>
                <a:gd name="T24" fmla="*/ 604 w 89"/>
                <a:gd name="T25" fmla="*/ 77 h 45"/>
                <a:gd name="T26" fmla="*/ 249 w 89"/>
                <a:gd name="T27" fmla="*/ 227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45">
                  <a:moveTo>
                    <a:pt x="17" y="14"/>
                  </a:moveTo>
                  <a:cubicBezTo>
                    <a:pt x="12" y="19"/>
                    <a:pt x="5" y="21"/>
                    <a:pt x="2" y="27"/>
                  </a:cubicBezTo>
                  <a:cubicBezTo>
                    <a:pt x="8" y="24"/>
                    <a:pt x="14" y="22"/>
                    <a:pt x="21" y="22"/>
                  </a:cubicBezTo>
                  <a:cubicBezTo>
                    <a:pt x="13" y="27"/>
                    <a:pt x="8" y="35"/>
                    <a:pt x="0" y="40"/>
                  </a:cubicBezTo>
                  <a:cubicBezTo>
                    <a:pt x="6" y="39"/>
                    <a:pt x="12" y="35"/>
                    <a:pt x="17" y="35"/>
                  </a:cubicBezTo>
                  <a:cubicBezTo>
                    <a:pt x="12" y="36"/>
                    <a:pt x="5" y="40"/>
                    <a:pt x="4" y="45"/>
                  </a:cubicBezTo>
                  <a:cubicBezTo>
                    <a:pt x="13" y="39"/>
                    <a:pt x="20" y="31"/>
                    <a:pt x="29" y="25"/>
                  </a:cubicBezTo>
                  <a:cubicBezTo>
                    <a:pt x="38" y="19"/>
                    <a:pt x="48" y="15"/>
                    <a:pt x="59" y="12"/>
                  </a:cubicBezTo>
                  <a:cubicBezTo>
                    <a:pt x="68" y="8"/>
                    <a:pt x="80" y="8"/>
                    <a:pt x="89" y="3"/>
                  </a:cubicBezTo>
                  <a:cubicBezTo>
                    <a:pt x="80" y="0"/>
                    <a:pt x="60" y="6"/>
                    <a:pt x="50" y="8"/>
                  </a:cubicBezTo>
                  <a:cubicBezTo>
                    <a:pt x="52" y="7"/>
                    <a:pt x="54" y="5"/>
                    <a:pt x="55" y="3"/>
                  </a:cubicBezTo>
                  <a:cubicBezTo>
                    <a:pt x="49" y="2"/>
                    <a:pt x="43" y="7"/>
                    <a:pt x="37" y="7"/>
                  </a:cubicBezTo>
                  <a:cubicBezTo>
                    <a:pt x="38" y="6"/>
                    <a:pt x="39" y="4"/>
                    <a:pt x="39" y="4"/>
                  </a:cubicBezTo>
                  <a:cubicBezTo>
                    <a:pt x="32" y="2"/>
                    <a:pt x="22" y="10"/>
                    <a:pt x="1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4" name="Freeform 411">
              <a:extLst>
                <a:ext uri="{FF2B5EF4-FFF2-40B4-BE49-F238E27FC236}">
                  <a16:creationId xmlns:a16="http://schemas.microsoft.com/office/drawing/2014/main" id="{BD9CAE71-CF4E-4D4F-8EC8-C7E027BD8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04"/>
              <a:ext cx="163" cy="139"/>
            </a:xfrm>
            <a:custGeom>
              <a:avLst/>
              <a:gdLst>
                <a:gd name="T0" fmla="*/ 459 w 65"/>
                <a:gd name="T1" fmla="*/ 209 h 52"/>
                <a:gd name="T2" fmla="*/ 176 w 65"/>
                <a:gd name="T3" fmla="*/ 559 h 52"/>
                <a:gd name="T4" fmla="*/ 346 w 65"/>
                <a:gd name="T5" fmla="*/ 422 h 52"/>
                <a:gd name="T6" fmla="*/ 0 w 65"/>
                <a:gd name="T7" fmla="*/ 994 h 52"/>
                <a:gd name="T8" fmla="*/ 271 w 65"/>
                <a:gd name="T9" fmla="*/ 687 h 52"/>
                <a:gd name="T10" fmla="*/ 629 w 65"/>
                <a:gd name="T11" fmla="*/ 401 h 52"/>
                <a:gd name="T12" fmla="*/ 429 w 65"/>
                <a:gd name="T13" fmla="*/ 572 h 52"/>
                <a:gd name="T14" fmla="*/ 722 w 65"/>
                <a:gd name="T15" fmla="*/ 265 h 52"/>
                <a:gd name="T16" fmla="*/ 1026 w 65"/>
                <a:gd name="T17" fmla="*/ 0 h 52"/>
                <a:gd name="T18" fmla="*/ 554 w 65"/>
                <a:gd name="T19" fmla="*/ 230 h 52"/>
                <a:gd name="T20" fmla="*/ 722 w 65"/>
                <a:gd name="T21" fmla="*/ 21 h 52"/>
                <a:gd name="T22" fmla="*/ 597 w 65"/>
                <a:gd name="T23" fmla="*/ 78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52">
                  <a:moveTo>
                    <a:pt x="29" y="11"/>
                  </a:moveTo>
                  <a:cubicBezTo>
                    <a:pt x="24" y="17"/>
                    <a:pt x="14" y="21"/>
                    <a:pt x="11" y="29"/>
                  </a:cubicBezTo>
                  <a:cubicBezTo>
                    <a:pt x="15" y="26"/>
                    <a:pt x="18" y="23"/>
                    <a:pt x="22" y="22"/>
                  </a:cubicBezTo>
                  <a:cubicBezTo>
                    <a:pt x="16" y="32"/>
                    <a:pt x="2" y="39"/>
                    <a:pt x="0" y="52"/>
                  </a:cubicBezTo>
                  <a:cubicBezTo>
                    <a:pt x="6" y="47"/>
                    <a:pt x="11" y="41"/>
                    <a:pt x="17" y="36"/>
                  </a:cubicBezTo>
                  <a:cubicBezTo>
                    <a:pt x="24" y="31"/>
                    <a:pt x="34" y="28"/>
                    <a:pt x="40" y="21"/>
                  </a:cubicBezTo>
                  <a:cubicBezTo>
                    <a:pt x="36" y="24"/>
                    <a:pt x="31" y="27"/>
                    <a:pt x="27" y="30"/>
                  </a:cubicBezTo>
                  <a:cubicBezTo>
                    <a:pt x="33" y="25"/>
                    <a:pt x="39" y="19"/>
                    <a:pt x="46" y="14"/>
                  </a:cubicBezTo>
                  <a:cubicBezTo>
                    <a:pt x="51" y="10"/>
                    <a:pt x="61" y="5"/>
                    <a:pt x="65" y="0"/>
                  </a:cubicBezTo>
                  <a:cubicBezTo>
                    <a:pt x="55" y="3"/>
                    <a:pt x="45" y="7"/>
                    <a:pt x="35" y="12"/>
                  </a:cubicBezTo>
                  <a:cubicBezTo>
                    <a:pt x="40" y="9"/>
                    <a:pt x="43" y="5"/>
                    <a:pt x="46" y="1"/>
                  </a:cubicBezTo>
                  <a:cubicBezTo>
                    <a:pt x="43" y="1"/>
                    <a:pt x="40" y="2"/>
                    <a:pt x="3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5" name="Freeform 412">
              <a:extLst>
                <a:ext uri="{FF2B5EF4-FFF2-40B4-BE49-F238E27FC236}">
                  <a16:creationId xmlns:a16="http://schemas.microsoft.com/office/drawing/2014/main" id="{77678C2F-E987-415B-AFFB-F418BC624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304"/>
              <a:ext cx="205" cy="232"/>
            </a:xfrm>
            <a:custGeom>
              <a:avLst/>
              <a:gdLst>
                <a:gd name="T0" fmla="*/ 908 w 82"/>
                <a:gd name="T1" fmla="*/ 149 h 87"/>
                <a:gd name="T2" fmla="*/ 345 w 82"/>
                <a:gd name="T3" fmla="*/ 717 h 87"/>
                <a:gd name="T4" fmla="*/ 688 w 82"/>
                <a:gd name="T5" fmla="*/ 533 h 87"/>
                <a:gd name="T6" fmla="*/ 175 w 82"/>
                <a:gd name="T7" fmla="*/ 1195 h 87"/>
                <a:gd name="T8" fmla="*/ 458 w 82"/>
                <a:gd name="T9" fmla="*/ 1003 h 87"/>
                <a:gd name="T10" fmla="*/ 0 w 82"/>
                <a:gd name="T11" fmla="*/ 1651 h 87"/>
                <a:gd name="T12" fmla="*/ 488 w 82"/>
                <a:gd name="T13" fmla="*/ 1229 h 87"/>
                <a:gd name="T14" fmla="*/ 300 w 82"/>
                <a:gd name="T15" fmla="*/ 1651 h 87"/>
                <a:gd name="T16" fmla="*/ 488 w 82"/>
                <a:gd name="T17" fmla="*/ 1344 h 87"/>
                <a:gd name="T18" fmla="*/ 875 w 82"/>
                <a:gd name="T19" fmla="*/ 968 h 87"/>
                <a:gd name="T20" fmla="*/ 750 w 82"/>
                <a:gd name="T21" fmla="*/ 1024 h 87"/>
                <a:gd name="T22" fmla="*/ 1270 w 82"/>
                <a:gd name="T23" fmla="*/ 341 h 87"/>
                <a:gd name="T24" fmla="*/ 988 w 82"/>
                <a:gd name="T25" fmla="*/ 435 h 87"/>
                <a:gd name="T26" fmla="*/ 1283 w 82"/>
                <a:gd name="T27" fmla="*/ 21 h 87"/>
                <a:gd name="T28" fmla="*/ 1050 w 82"/>
                <a:gd name="T29" fmla="*/ 115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2" h="87">
                  <a:moveTo>
                    <a:pt x="58" y="8"/>
                  </a:moveTo>
                  <a:cubicBezTo>
                    <a:pt x="46" y="17"/>
                    <a:pt x="30" y="24"/>
                    <a:pt x="22" y="38"/>
                  </a:cubicBezTo>
                  <a:cubicBezTo>
                    <a:pt x="29" y="37"/>
                    <a:pt x="35" y="30"/>
                    <a:pt x="44" y="28"/>
                  </a:cubicBezTo>
                  <a:cubicBezTo>
                    <a:pt x="31" y="37"/>
                    <a:pt x="18" y="50"/>
                    <a:pt x="11" y="63"/>
                  </a:cubicBezTo>
                  <a:cubicBezTo>
                    <a:pt x="17" y="60"/>
                    <a:pt x="22" y="55"/>
                    <a:pt x="29" y="53"/>
                  </a:cubicBezTo>
                  <a:cubicBezTo>
                    <a:pt x="17" y="63"/>
                    <a:pt x="7" y="74"/>
                    <a:pt x="0" y="87"/>
                  </a:cubicBezTo>
                  <a:cubicBezTo>
                    <a:pt x="10" y="80"/>
                    <a:pt x="18" y="67"/>
                    <a:pt x="31" y="65"/>
                  </a:cubicBezTo>
                  <a:cubicBezTo>
                    <a:pt x="24" y="70"/>
                    <a:pt x="22" y="79"/>
                    <a:pt x="19" y="87"/>
                  </a:cubicBezTo>
                  <a:cubicBezTo>
                    <a:pt x="23" y="82"/>
                    <a:pt x="26" y="76"/>
                    <a:pt x="31" y="71"/>
                  </a:cubicBezTo>
                  <a:cubicBezTo>
                    <a:pt x="38" y="63"/>
                    <a:pt x="47" y="56"/>
                    <a:pt x="56" y="51"/>
                  </a:cubicBezTo>
                  <a:cubicBezTo>
                    <a:pt x="53" y="52"/>
                    <a:pt x="50" y="53"/>
                    <a:pt x="48" y="54"/>
                  </a:cubicBezTo>
                  <a:cubicBezTo>
                    <a:pt x="53" y="39"/>
                    <a:pt x="69" y="26"/>
                    <a:pt x="81" y="18"/>
                  </a:cubicBezTo>
                  <a:cubicBezTo>
                    <a:pt x="75" y="19"/>
                    <a:pt x="69" y="22"/>
                    <a:pt x="63" y="23"/>
                  </a:cubicBezTo>
                  <a:cubicBezTo>
                    <a:pt x="68" y="15"/>
                    <a:pt x="77" y="9"/>
                    <a:pt x="82" y="1"/>
                  </a:cubicBezTo>
                  <a:cubicBezTo>
                    <a:pt x="77" y="0"/>
                    <a:pt x="71" y="5"/>
                    <a:pt x="6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6" name="Freeform 413">
              <a:extLst>
                <a:ext uri="{FF2B5EF4-FFF2-40B4-BE49-F238E27FC236}">
                  <a16:creationId xmlns:a16="http://schemas.microsoft.com/office/drawing/2014/main" id="{8B0E450B-6590-4DC5-A859-8B5C829AD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15"/>
              <a:ext cx="75" cy="149"/>
            </a:xfrm>
            <a:custGeom>
              <a:avLst/>
              <a:gdLst>
                <a:gd name="T0" fmla="*/ 470 w 30"/>
                <a:gd name="T1" fmla="*/ 0 h 56"/>
                <a:gd name="T2" fmla="*/ 458 w 30"/>
                <a:gd name="T3" fmla="*/ 0 h 56"/>
                <a:gd name="T4" fmla="*/ 458 w 30"/>
                <a:gd name="T5" fmla="*/ 0 h 56"/>
                <a:gd name="T6" fmla="*/ 458 w 30"/>
                <a:gd name="T7" fmla="*/ 0 h 56"/>
                <a:gd name="T8" fmla="*/ 458 w 30"/>
                <a:gd name="T9" fmla="*/ 0 h 56"/>
                <a:gd name="T10" fmla="*/ 250 w 30"/>
                <a:gd name="T11" fmla="*/ 114 h 56"/>
                <a:gd name="T12" fmla="*/ 220 w 30"/>
                <a:gd name="T13" fmla="*/ 149 h 56"/>
                <a:gd name="T14" fmla="*/ 188 w 30"/>
                <a:gd name="T15" fmla="*/ 418 h 56"/>
                <a:gd name="T16" fmla="*/ 158 w 30"/>
                <a:gd name="T17" fmla="*/ 418 h 56"/>
                <a:gd name="T18" fmla="*/ 33 w 30"/>
                <a:gd name="T19" fmla="*/ 431 h 56"/>
                <a:gd name="T20" fmla="*/ 33 w 30"/>
                <a:gd name="T21" fmla="*/ 452 h 56"/>
                <a:gd name="T22" fmla="*/ 0 w 30"/>
                <a:gd name="T23" fmla="*/ 532 h 56"/>
                <a:gd name="T24" fmla="*/ 0 w 30"/>
                <a:gd name="T25" fmla="*/ 998 h 56"/>
                <a:gd name="T26" fmla="*/ 158 w 30"/>
                <a:gd name="T27" fmla="*/ 1054 h 56"/>
                <a:gd name="T28" fmla="*/ 300 w 30"/>
                <a:gd name="T29" fmla="*/ 998 h 56"/>
                <a:gd name="T30" fmla="*/ 300 w 30"/>
                <a:gd name="T31" fmla="*/ 532 h 56"/>
                <a:gd name="T32" fmla="*/ 270 w 30"/>
                <a:gd name="T33" fmla="*/ 452 h 56"/>
                <a:gd name="T34" fmla="*/ 270 w 30"/>
                <a:gd name="T35" fmla="*/ 431 h 56"/>
                <a:gd name="T36" fmla="*/ 208 w 30"/>
                <a:gd name="T37" fmla="*/ 418 h 56"/>
                <a:gd name="T38" fmla="*/ 250 w 30"/>
                <a:gd name="T39" fmla="*/ 149 h 56"/>
                <a:gd name="T40" fmla="*/ 270 w 30"/>
                <a:gd name="T41" fmla="*/ 136 h 56"/>
                <a:gd name="T42" fmla="*/ 470 w 30"/>
                <a:gd name="T43" fmla="*/ 21 h 56"/>
                <a:gd name="T44" fmla="*/ 470 w 30"/>
                <a:gd name="T45" fmla="*/ 21 h 56"/>
                <a:gd name="T46" fmla="*/ 470 w 30"/>
                <a:gd name="T47" fmla="*/ 21 h 56"/>
                <a:gd name="T48" fmla="*/ 470 w 30"/>
                <a:gd name="T49" fmla="*/ 0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" h="56">
                  <a:moveTo>
                    <a:pt x="30" y="0"/>
                  </a:moveTo>
                  <a:cubicBezTo>
                    <a:pt x="30" y="0"/>
                    <a:pt x="30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16" y="6"/>
                    <a:pt x="16" y="6"/>
                  </a:cubicBezTo>
                  <a:cubicBezTo>
                    <a:pt x="15" y="7"/>
                    <a:pt x="15" y="7"/>
                    <a:pt x="14" y="8"/>
                  </a:cubicBezTo>
                  <a:cubicBezTo>
                    <a:pt x="14" y="8"/>
                    <a:pt x="13" y="14"/>
                    <a:pt x="12" y="22"/>
                  </a:cubicBezTo>
                  <a:cubicBezTo>
                    <a:pt x="11" y="22"/>
                    <a:pt x="11" y="22"/>
                    <a:pt x="10" y="22"/>
                  </a:cubicBezTo>
                  <a:cubicBezTo>
                    <a:pt x="4" y="22"/>
                    <a:pt x="2" y="23"/>
                    <a:pt x="2" y="23"/>
                  </a:cubicBezTo>
                  <a:cubicBezTo>
                    <a:pt x="1" y="23"/>
                    <a:pt x="2" y="24"/>
                    <a:pt x="2" y="24"/>
                  </a:cubicBezTo>
                  <a:cubicBezTo>
                    <a:pt x="2" y="25"/>
                    <a:pt x="0" y="27"/>
                    <a:pt x="0" y="28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2" y="56"/>
                    <a:pt x="10" y="56"/>
                  </a:cubicBezTo>
                  <a:cubicBezTo>
                    <a:pt x="17" y="56"/>
                    <a:pt x="19" y="54"/>
                    <a:pt x="19" y="53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7"/>
                    <a:pt x="18" y="25"/>
                    <a:pt x="17" y="24"/>
                  </a:cubicBezTo>
                  <a:cubicBezTo>
                    <a:pt x="18" y="24"/>
                    <a:pt x="18" y="23"/>
                    <a:pt x="17" y="23"/>
                  </a:cubicBezTo>
                  <a:cubicBezTo>
                    <a:pt x="17" y="23"/>
                    <a:pt x="16" y="22"/>
                    <a:pt x="13" y="22"/>
                  </a:cubicBezTo>
                  <a:cubicBezTo>
                    <a:pt x="14" y="16"/>
                    <a:pt x="15" y="10"/>
                    <a:pt x="16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20" y="6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0"/>
                  </a:cubicBezTo>
                  <a:close/>
                </a:path>
              </a:pathLst>
            </a:custGeom>
            <a:noFill/>
            <a:ln w="158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7" name="Freeform 414">
              <a:extLst>
                <a:ext uri="{FF2B5EF4-FFF2-40B4-BE49-F238E27FC236}">
                  <a16:creationId xmlns:a16="http://schemas.microsoft.com/office/drawing/2014/main" id="{319BD774-27A2-46A3-848C-359E1AAA6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73"/>
              <a:ext cx="47" cy="91"/>
            </a:xfrm>
            <a:custGeom>
              <a:avLst/>
              <a:gdLst>
                <a:gd name="T0" fmla="*/ 153 w 19"/>
                <a:gd name="T1" fmla="*/ 653 h 34"/>
                <a:gd name="T2" fmla="*/ 287 w 19"/>
                <a:gd name="T3" fmla="*/ 594 h 34"/>
                <a:gd name="T4" fmla="*/ 287 w 19"/>
                <a:gd name="T5" fmla="*/ 115 h 34"/>
                <a:gd name="T6" fmla="*/ 257 w 19"/>
                <a:gd name="T7" fmla="*/ 35 h 34"/>
                <a:gd name="T8" fmla="*/ 257 w 19"/>
                <a:gd name="T9" fmla="*/ 21 h 34"/>
                <a:gd name="T10" fmla="*/ 153 w 19"/>
                <a:gd name="T11" fmla="*/ 0 h 34"/>
                <a:gd name="T12" fmla="*/ 30 w 19"/>
                <a:gd name="T13" fmla="*/ 21 h 34"/>
                <a:gd name="T14" fmla="*/ 30 w 19"/>
                <a:gd name="T15" fmla="*/ 35 h 34"/>
                <a:gd name="T16" fmla="*/ 0 w 19"/>
                <a:gd name="T17" fmla="*/ 115 h 34"/>
                <a:gd name="T18" fmla="*/ 0 w 19"/>
                <a:gd name="T19" fmla="*/ 594 h 34"/>
                <a:gd name="T20" fmla="*/ 153 w 19"/>
                <a:gd name="T21" fmla="*/ 65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4">
                  <a:moveTo>
                    <a:pt x="10" y="34"/>
                  </a:moveTo>
                  <a:cubicBezTo>
                    <a:pt x="17" y="34"/>
                    <a:pt x="19" y="32"/>
                    <a:pt x="19" y="31"/>
                  </a:cubicBezTo>
                  <a:cubicBezTo>
                    <a:pt x="19" y="29"/>
                    <a:pt x="19" y="8"/>
                    <a:pt x="19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1"/>
                    <a:pt x="16" y="0"/>
                    <a:pt x="10" y="0"/>
                  </a:cubicBezTo>
                  <a:cubicBezTo>
                    <a:pt x="4" y="0"/>
                    <a:pt x="2" y="1"/>
                    <a:pt x="2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" y="3"/>
                    <a:pt x="0" y="5"/>
                    <a:pt x="0" y="6"/>
                  </a:cubicBezTo>
                  <a:cubicBezTo>
                    <a:pt x="0" y="8"/>
                    <a:pt x="0" y="29"/>
                    <a:pt x="0" y="31"/>
                  </a:cubicBezTo>
                  <a:cubicBezTo>
                    <a:pt x="0" y="32"/>
                    <a:pt x="2" y="34"/>
                    <a:pt x="10" y="34"/>
                  </a:cubicBezTo>
                  <a:close/>
                </a:path>
              </a:pathLst>
            </a:custGeom>
            <a:solidFill>
              <a:srgbClr val="DB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8" name="Freeform 415">
              <a:extLst>
                <a:ext uri="{FF2B5EF4-FFF2-40B4-BE49-F238E27FC236}">
                  <a16:creationId xmlns:a16="http://schemas.microsoft.com/office/drawing/2014/main" id="{295B8D0B-76F2-4F32-AB56-6E23CE4D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373"/>
              <a:ext cx="37" cy="6"/>
            </a:xfrm>
            <a:custGeom>
              <a:avLst/>
              <a:gdLst>
                <a:gd name="T0" fmla="*/ 224 w 15"/>
                <a:gd name="T1" fmla="*/ 27 h 2"/>
                <a:gd name="T2" fmla="*/ 224 w 15"/>
                <a:gd name="T3" fmla="*/ 27 h 2"/>
                <a:gd name="T4" fmla="*/ 121 w 15"/>
                <a:gd name="T5" fmla="*/ 0 h 2"/>
                <a:gd name="T6" fmla="*/ 0 w 15"/>
                <a:gd name="T7" fmla="*/ 27 h 2"/>
                <a:gd name="T8" fmla="*/ 0 w 15"/>
                <a:gd name="T9" fmla="*/ 27 h 2"/>
                <a:gd name="T10" fmla="*/ 121 w 15"/>
                <a:gd name="T11" fmla="*/ 54 h 2"/>
                <a:gd name="T12" fmla="*/ 224 w 15"/>
                <a:gd name="T13" fmla="*/ 27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">
                  <a:moveTo>
                    <a:pt x="15" y="1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0"/>
                    <a:pt x="8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3" y="2"/>
                    <a:pt x="8" y="2"/>
                  </a:cubicBezTo>
                  <a:cubicBezTo>
                    <a:pt x="12" y="2"/>
                    <a:pt x="15" y="2"/>
                    <a:pt x="15" y="1"/>
                  </a:cubicBezTo>
                  <a:close/>
                </a:path>
              </a:pathLst>
            </a:custGeom>
            <a:solidFill>
              <a:srgbClr val="70C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9" name="Freeform 416">
              <a:extLst>
                <a:ext uri="{FF2B5EF4-FFF2-40B4-BE49-F238E27FC236}">
                  <a16:creationId xmlns:a16="http://schemas.microsoft.com/office/drawing/2014/main" id="{62B68FF7-D8CA-4A4C-901C-A8FC9D41A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89"/>
              <a:ext cx="30" cy="72"/>
            </a:xfrm>
            <a:custGeom>
              <a:avLst/>
              <a:gdLst>
                <a:gd name="T0" fmla="*/ 0 w 12"/>
                <a:gd name="T1" fmla="*/ 0 h 27"/>
                <a:gd name="T2" fmla="*/ 188 w 12"/>
                <a:gd name="T3" fmla="*/ 21 h 27"/>
                <a:gd name="T4" fmla="*/ 188 w 12"/>
                <a:gd name="T5" fmla="*/ 491 h 27"/>
                <a:gd name="T6" fmla="*/ 0 w 12"/>
                <a:gd name="T7" fmla="*/ 45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0"/>
                  </a:moveTo>
                  <a:cubicBezTo>
                    <a:pt x="1" y="0"/>
                    <a:pt x="9" y="1"/>
                    <a:pt x="12" y="1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3" y="27"/>
                    <a:pt x="0" y="24"/>
                  </a:cubicBezTo>
                </a:path>
              </a:pathLst>
            </a:custGeom>
            <a:solidFill>
              <a:srgbClr val="77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0" name="Freeform 417">
              <a:extLst>
                <a:ext uri="{FF2B5EF4-FFF2-40B4-BE49-F238E27FC236}">
                  <a16:creationId xmlns:a16="http://schemas.microsoft.com/office/drawing/2014/main" id="{C0BB95F0-582A-4352-B2FF-CF10C9FFA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92"/>
              <a:ext cx="27" cy="64"/>
            </a:xfrm>
            <a:custGeom>
              <a:avLst/>
              <a:gdLst>
                <a:gd name="T0" fmla="*/ 0 w 11"/>
                <a:gd name="T1" fmla="*/ 0 h 24"/>
                <a:gd name="T2" fmla="*/ 162 w 11"/>
                <a:gd name="T3" fmla="*/ 21 h 24"/>
                <a:gd name="T4" fmla="*/ 162 w 11"/>
                <a:gd name="T5" fmla="*/ 456 h 24"/>
                <a:gd name="T6" fmla="*/ 0 w 11"/>
                <a:gd name="T7" fmla="*/ 41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1" y="0"/>
                    <a:pt x="8" y="1"/>
                    <a:pt x="11" y="1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2" y="24"/>
                    <a:pt x="0" y="22"/>
                  </a:cubicBezTo>
                </a:path>
              </a:pathLst>
            </a:custGeom>
            <a:solidFill>
              <a:srgbClr val="F8C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1" name="Freeform 418">
              <a:extLst>
                <a:ext uri="{FF2B5EF4-FFF2-40B4-BE49-F238E27FC236}">
                  <a16:creationId xmlns:a16="http://schemas.microsoft.com/office/drawing/2014/main" id="{EF667A60-559D-4711-AE26-5FF8003E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403"/>
              <a:ext cx="5" cy="40"/>
            </a:xfrm>
            <a:custGeom>
              <a:avLst/>
              <a:gdLst>
                <a:gd name="T0" fmla="*/ 33 w 2"/>
                <a:gd name="T1" fmla="*/ 248 h 15"/>
                <a:gd name="T2" fmla="*/ 20 w 2"/>
                <a:gd name="T3" fmla="*/ 285 h 15"/>
                <a:gd name="T4" fmla="*/ 20 w 2"/>
                <a:gd name="T5" fmla="*/ 285 h 15"/>
                <a:gd name="T6" fmla="*/ 0 w 2"/>
                <a:gd name="T7" fmla="*/ 248 h 15"/>
                <a:gd name="T8" fmla="*/ 0 w 2"/>
                <a:gd name="T9" fmla="*/ 21 h 15"/>
                <a:gd name="T10" fmla="*/ 20 w 2"/>
                <a:gd name="T11" fmla="*/ 0 h 15"/>
                <a:gd name="T12" fmla="*/ 20 w 2"/>
                <a:gd name="T13" fmla="*/ 0 h 15"/>
                <a:gd name="T14" fmla="*/ 33 w 2"/>
                <a:gd name="T15" fmla="*/ 21 h 15"/>
                <a:gd name="T16" fmla="*/ 33 w 2"/>
                <a:gd name="T17" fmla="*/ 24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15">
                  <a:moveTo>
                    <a:pt x="2" y="13"/>
                  </a:moveTo>
                  <a:cubicBezTo>
                    <a:pt x="2" y="14"/>
                    <a:pt x="2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lnTo>
                    <a:pt x="2" y="13"/>
                  </a:lnTo>
                  <a:close/>
                </a:path>
              </a:pathLst>
            </a:custGeom>
            <a:solidFill>
              <a:srgbClr val="FCE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2" name="Freeform 419">
              <a:extLst>
                <a:ext uri="{FF2B5EF4-FFF2-40B4-BE49-F238E27FC236}">
                  <a16:creationId xmlns:a16="http://schemas.microsoft.com/office/drawing/2014/main" id="{F8D6EDBD-8A21-486E-8B01-15558D2D3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387"/>
              <a:ext cx="5" cy="69"/>
            </a:xfrm>
            <a:custGeom>
              <a:avLst/>
              <a:gdLst>
                <a:gd name="T0" fmla="*/ 33 w 2"/>
                <a:gd name="T1" fmla="*/ 464 h 26"/>
                <a:gd name="T2" fmla="*/ 0 w 2"/>
                <a:gd name="T3" fmla="*/ 486 h 26"/>
                <a:gd name="T4" fmla="*/ 0 w 2"/>
                <a:gd name="T5" fmla="*/ 21 h 26"/>
                <a:gd name="T6" fmla="*/ 33 w 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6">
                  <a:moveTo>
                    <a:pt x="2" y="25"/>
                  </a:moveTo>
                  <a:cubicBezTo>
                    <a:pt x="1" y="26"/>
                    <a:pt x="0" y="26"/>
                    <a:pt x="0" y="26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1" y="1"/>
                    <a:pt x="2" y="0"/>
                  </a:cubicBezTo>
                </a:path>
              </a:pathLst>
            </a:custGeom>
            <a:solidFill>
              <a:srgbClr val="77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3" name="Freeform 420">
              <a:extLst>
                <a:ext uri="{FF2B5EF4-FFF2-40B4-BE49-F238E27FC236}">
                  <a16:creationId xmlns:a16="http://schemas.microsoft.com/office/drawing/2014/main" id="{4F03F9A3-577D-4BE6-B3E0-C7B3C4264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389"/>
              <a:ext cx="2" cy="64"/>
            </a:xfrm>
            <a:custGeom>
              <a:avLst/>
              <a:gdLst>
                <a:gd name="T0" fmla="*/ 8 w 1"/>
                <a:gd name="T1" fmla="*/ 435 h 24"/>
                <a:gd name="T2" fmla="*/ 0 w 1"/>
                <a:gd name="T3" fmla="*/ 456 h 24"/>
                <a:gd name="T4" fmla="*/ 0 w 1"/>
                <a:gd name="T5" fmla="*/ 21 h 24"/>
                <a:gd name="T6" fmla="*/ 8 w 1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4">
                  <a:moveTo>
                    <a:pt x="1" y="23"/>
                  </a:moveTo>
                  <a:cubicBezTo>
                    <a:pt x="1" y="24"/>
                    <a:pt x="0" y="24"/>
                    <a:pt x="0" y="2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F8C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4" name="Freeform 421">
              <a:extLst>
                <a:ext uri="{FF2B5EF4-FFF2-40B4-BE49-F238E27FC236}">
                  <a16:creationId xmlns:a16="http://schemas.microsoft.com/office/drawing/2014/main" id="{0D9C01C6-B7C6-45C1-93DF-966686EE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315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0 w 1"/>
                <a:gd name="T5" fmla="*/ 0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74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5" name="Freeform 422">
              <a:extLst>
                <a:ext uri="{FF2B5EF4-FFF2-40B4-BE49-F238E27FC236}">
                  <a16:creationId xmlns:a16="http://schemas.microsoft.com/office/drawing/2014/main" id="{B0F1776D-2B25-4779-B233-4EA2F90FA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33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6" name="Freeform 423">
              <a:extLst>
                <a:ext uri="{FF2B5EF4-FFF2-40B4-BE49-F238E27FC236}">
                  <a16:creationId xmlns:a16="http://schemas.microsoft.com/office/drawing/2014/main" id="{C54518C6-1222-46CF-85DA-7FD32E28D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315"/>
              <a:ext cx="45" cy="64"/>
            </a:xfrm>
            <a:custGeom>
              <a:avLst/>
              <a:gdLst>
                <a:gd name="T0" fmla="*/ 20 w 18"/>
                <a:gd name="T1" fmla="*/ 456 h 24"/>
                <a:gd name="T2" fmla="*/ 63 w 18"/>
                <a:gd name="T3" fmla="*/ 149 h 24"/>
                <a:gd name="T4" fmla="*/ 83 w 18"/>
                <a:gd name="T5" fmla="*/ 136 h 24"/>
                <a:gd name="T6" fmla="*/ 283 w 18"/>
                <a:gd name="T7" fmla="*/ 21 h 24"/>
                <a:gd name="T8" fmla="*/ 270 w 18"/>
                <a:gd name="T9" fmla="*/ 0 h 24"/>
                <a:gd name="T10" fmla="*/ 270 w 18"/>
                <a:gd name="T11" fmla="*/ 0 h 24"/>
                <a:gd name="T12" fmla="*/ 270 w 18"/>
                <a:gd name="T13" fmla="*/ 0 h 24"/>
                <a:gd name="T14" fmla="*/ 63 w 18"/>
                <a:gd name="T15" fmla="*/ 115 h 24"/>
                <a:gd name="T16" fmla="*/ 33 w 18"/>
                <a:gd name="T17" fmla="*/ 149 h 24"/>
                <a:gd name="T18" fmla="*/ 0 w 18"/>
                <a:gd name="T19" fmla="*/ 456 h 24"/>
                <a:gd name="T20" fmla="*/ 20 w 18"/>
                <a:gd name="T21" fmla="*/ 456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4">
                  <a:moveTo>
                    <a:pt x="1" y="24"/>
                  </a:moveTo>
                  <a:cubicBezTo>
                    <a:pt x="2" y="17"/>
                    <a:pt x="3" y="10"/>
                    <a:pt x="4" y="8"/>
                  </a:cubicBezTo>
                  <a:cubicBezTo>
                    <a:pt x="4" y="8"/>
                    <a:pt x="4" y="8"/>
                    <a:pt x="5" y="7"/>
                  </a:cubicBezTo>
                  <a:cubicBezTo>
                    <a:pt x="8" y="6"/>
                    <a:pt x="18" y="1"/>
                    <a:pt x="18" y="1"/>
                  </a:cubicBezTo>
                  <a:cubicBezTo>
                    <a:pt x="18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4" y="6"/>
                    <a:pt x="4" y="6"/>
                  </a:cubicBezTo>
                  <a:cubicBezTo>
                    <a:pt x="3" y="7"/>
                    <a:pt x="3" y="7"/>
                    <a:pt x="2" y="8"/>
                  </a:cubicBezTo>
                  <a:cubicBezTo>
                    <a:pt x="2" y="8"/>
                    <a:pt x="1" y="15"/>
                    <a:pt x="0" y="24"/>
                  </a:cubicBezTo>
                  <a:cubicBezTo>
                    <a:pt x="0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EE8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7" name="Freeform 424">
              <a:extLst>
                <a:ext uri="{FF2B5EF4-FFF2-40B4-BE49-F238E27FC236}">
                  <a16:creationId xmlns:a16="http://schemas.microsoft.com/office/drawing/2014/main" id="{164CABEB-A433-4D6C-9E06-7A6EEFE06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317"/>
              <a:ext cx="32" cy="14"/>
            </a:xfrm>
            <a:custGeom>
              <a:avLst/>
              <a:gdLst>
                <a:gd name="T0" fmla="*/ 0 w 13"/>
                <a:gd name="T1" fmla="*/ 109 h 5"/>
                <a:gd name="T2" fmla="*/ 19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2" y="5"/>
                    <a:pt x="11" y="1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8" name="Freeform 425">
              <a:extLst>
                <a:ext uri="{FF2B5EF4-FFF2-40B4-BE49-F238E27FC236}">
                  <a16:creationId xmlns:a16="http://schemas.microsoft.com/office/drawing/2014/main" id="{67A101FA-D686-4C3F-A9B9-35F8F74AD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339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1"/>
                    <a:pt x="1" y="12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9" name="Freeform 426">
              <a:extLst>
                <a:ext uri="{FF2B5EF4-FFF2-40B4-BE49-F238E27FC236}">
                  <a16:creationId xmlns:a16="http://schemas.microsoft.com/office/drawing/2014/main" id="{EF767399-998A-46A7-9247-80CF86443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41"/>
              <a:ext cx="20" cy="40"/>
            </a:xfrm>
            <a:custGeom>
              <a:avLst/>
              <a:gdLst>
                <a:gd name="T0" fmla="*/ 63 w 8"/>
                <a:gd name="T1" fmla="*/ 285 h 15"/>
                <a:gd name="T2" fmla="*/ 125 w 8"/>
                <a:gd name="T3" fmla="*/ 264 h 15"/>
                <a:gd name="T4" fmla="*/ 125 w 8"/>
                <a:gd name="T5" fmla="*/ 35 h 15"/>
                <a:gd name="T6" fmla="*/ 125 w 8"/>
                <a:gd name="T7" fmla="*/ 21 h 15"/>
                <a:gd name="T8" fmla="*/ 125 w 8"/>
                <a:gd name="T9" fmla="*/ 0 h 15"/>
                <a:gd name="T10" fmla="*/ 63 w 8"/>
                <a:gd name="T11" fmla="*/ 0 h 15"/>
                <a:gd name="T12" fmla="*/ 0 w 8"/>
                <a:gd name="T13" fmla="*/ 0 h 15"/>
                <a:gd name="T14" fmla="*/ 0 w 8"/>
                <a:gd name="T15" fmla="*/ 21 h 15"/>
                <a:gd name="T16" fmla="*/ 0 w 8"/>
                <a:gd name="T17" fmla="*/ 35 h 15"/>
                <a:gd name="T18" fmla="*/ 0 w 8"/>
                <a:gd name="T19" fmla="*/ 264 h 15"/>
                <a:gd name="T20" fmla="*/ 63 w 8"/>
                <a:gd name="T21" fmla="*/ 28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8" y="15"/>
                    <a:pt x="8" y="14"/>
                    <a:pt x="8" y="14"/>
                  </a:cubicBezTo>
                  <a:cubicBezTo>
                    <a:pt x="8" y="13"/>
                    <a:pt x="8" y="3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4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13"/>
                    <a:pt x="0" y="14"/>
                  </a:cubicBezTo>
                  <a:cubicBezTo>
                    <a:pt x="0" y="14"/>
                    <a:pt x="0" y="15"/>
                    <a:pt x="4" y="15"/>
                  </a:cubicBezTo>
                  <a:close/>
                </a:path>
              </a:pathLst>
            </a:custGeom>
            <a:solidFill>
              <a:srgbClr val="DB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0" name="Freeform 427">
              <a:extLst>
                <a:ext uri="{FF2B5EF4-FFF2-40B4-BE49-F238E27FC236}">
                  <a16:creationId xmlns:a16="http://schemas.microsoft.com/office/drawing/2014/main" id="{22458F97-9F61-4F0E-86CD-97170F6F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41"/>
              <a:ext cx="20" cy="1"/>
            </a:xfrm>
            <a:custGeom>
              <a:avLst/>
              <a:gdLst>
                <a:gd name="T0" fmla="*/ 125 w 8"/>
                <a:gd name="T1" fmla="*/ 0 h 1"/>
                <a:gd name="T2" fmla="*/ 125 w 8"/>
                <a:gd name="T3" fmla="*/ 0 h 1"/>
                <a:gd name="T4" fmla="*/ 63 w 8"/>
                <a:gd name="T5" fmla="*/ 0 h 1"/>
                <a:gd name="T6" fmla="*/ 0 w 8"/>
                <a:gd name="T7" fmla="*/ 0 h 1"/>
                <a:gd name="T8" fmla="*/ 0 w 8"/>
                <a:gd name="T9" fmla="*/ 0 h 1"/>
                <a:gd name="T10" fmla="*/ 63 w 8"/>
                <a:gd name="T11" fmla="*/ 0 h 1"/>
                <a:gd name="T12" fmla="*/ 125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4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6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70C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1" name="Freeform 428">
              <a:extLst>
                <a:ext uri="{FF2B5EF4-FFF2-40B4-BE49-F238E27FC236}">
                  <a16:creationId xmlns:a16="http://schemas.microsoft.com/office/drawing/2014/main" id="{A81BD197-F2FA-4039-9552-FE3473B0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47"/>
              <a:ext cx="13" cy="32"/>
            </a:xfrm>
            <a:custGeom>
              <a:avLst/>
              <a:gdLst>
                <a:gd name="T0" fmla="*/ 0 w 5"/>
                <a:gd name="T1" fmla="*/ 0 h 12"/>
                <a:gd name="T2" fmla="*/ 88 w 5"/>
                <a:gd name="T3" fmla="*/ 21 h 12"/>
                <a:gd name="T4" fmla="*/ 88 w 5"/>
                <a:gd name="T5" fmla="*/ 227 h 12"/>
                <a:gd name="T6" fmla="*/ 0 w 5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0"/>
                    <a:pt x="4" y="1"/>
                    <a:pt x="5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1" y="12"/>
                    <a:pt x="0" y="11"/>
                  </a:cubicBezTo>
                </a:path>
              </a:pathLst>
            </a:custGeom>
            <a:solidFill>
              <a:srgbClr val="F8C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2" name="Freeform 429">
              <a:extLst>
                <a:ext uri="{FF2B5EF4-FFF2-40B4-BE49-F238E27FC236}">
                  <a16:creationId xmlns:a16="http://schemas.microsoft.com/office/drawing/2014/main" id="{4E889DCF-0B82-4F6A-84B8-C00D5758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49"/>
              <a:ext cx="13" cy="30"/>
            </a:xfrm>
            <a:custGeom>
              <a:avLst/>
              <a:gdLst>
                <a:gd name="T0" fmla="*/ 0 w 5"/>
                <a:gd name="T1" fmla="*/ 0 h 11"/>
                <a:gd name="T2" fmla="*/ 88 w 5"/>
                <a:gd name="T3" fmla="*/ 0 h 11"/>
                <a:gd name="T4" fmla="*/ 88 w 5"/>
                <a:gd name="T5" fmla="*/ 202 h 11"/>
                <a:gd name="T6" fmla="*/ 0 w 5"/>
                <a:gd name="T7" fmla="*/ 20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1" y="11"/>
                    <a:pt x="0" y="10"/>
                  </a:cubicBezTo>
                </a:path>
              </a:pathLst>
            </a:custGeom>
            <a:solidFill>
              <a:srgbClr val="FFE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3" name="Freeform 430">
              <a:extLst>
                <a:ext uri="{FF2B5EF4-FFF2-40B4-BE49-F238E27FC236}">
                  <a16:creationId xmlns:a16="http://schemas.microsoft.com/office/drawing/2014/main" id="{A7B2D9A9-1EEB-4359-854B-AEA362C39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52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20 w 2"/>
                <a:gd name="T3" fmla="*/ 141 h 7"/>
                <a:gd name="T4" fmla="*/ 20 w 2"/>
                <a:gd name="T5" fmla="*/ 141 h 7"/>
                <a:gd name="T6" fmla="*/ 0 w 2"/>
                <a:gd name="T7" fmla="*/ 141 h 7"/>
                <a:gd name="T8" fmla="*/ 0 w 2"/>
                <a:gd name="T9" fmla="*/ 22 h 7"/>
                <a:gd name="T10" fmla="*/ 20 w 2"/>
                <a:gd name="T11" fmla="*/ 0 h 7"/>
                <a:gd name="T12" fmla="*/ 20 w 2"/>
                <a:gd name="T13" fmla="*/ 0 h 7"/>
                <a:gd name="T14" fmla="*/ 33 w 2"/>
                <a:gd name="T15" fmla="*/ 22 h 7"/>
                <a:gd name="T16" fmla="*/ 33 w 2"/>
                <a:gd name="T17" fmla="*/ 14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DB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4" name="Freeform 431">
              <a:extLst>
                <a:ext uri="{FF2B5EF4-FFF2-40B4-BE49-F238E27FC236}">
                  <a16:creationId xmlns:a16="http://schemas.microsoft.com/office/drawing/2014/main" id="{A15222A1-6320-4E7C-A59F-E3F2D022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747"/>
              <a:ext cx="2" cy="32"/>
            </a:xfrm>
            <a:custGeom>
              <a:avLst/>
              <a:gdLst>
                <a:gd name="T0" fmla="*/ 8 w 1"/>
                <a:gd name="T1" fmla="*/ 205 h 12"/>
                <a:gd name="T2" fmla="*/ 0 w 1"/>
                <a:gd name="T3" fmla="*/ 227 h 12"/>
                <a:gd name="T4" fmla="*/ 0 w 1"/>
                <a:gd name="T5" fmla="*/ 0 h 12"/>
                <a:gd name="T6" fmla="*/ 8 w 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2">
                  <a:moveTo>
                    <a:pt x="1" y="11"/>
                  </a:moveTo>
                  <a:cubicBezTo>
                    <a:pt x="1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8C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5" name="Freeform 432">
              <a:extLst>
                <a:ext uri="{FF2B5EF4-FFF2-40B4-BE49-F238E27FC236}">
                  <a16:creationId xmlns:a16="http://schemas.microsoft.com/office/drawing/2014/main" id="{7AC4E1D9-C8F2-49CA-8CA3-B65CF8C7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747"/>
              <a:ext cx="1" cy="29"/>
            </a:xfrm>
            <a:custGeom>
              <a:avLst/>
              <a:gdLst>
                <a:gd name="T0" fmla="*/ 0 w 1"/>
                <a:gd name="T1" fmla="*/ 200 h 11"/>
                <a:gd name="T2" fmla="*/ 0 w 1"/>
                <a:gd name="T3" fmla="*/ 200 h 11"/>
                <a:gd name="T4" fmla="*/ 0 w 1"/>
                <a:gd name="T5" fmla="*/ 21 h 11"/>
                <a:gd name="T6" fmla="*/ 0 w 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1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FE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6" name="Freeform 433">
              <a:extLst>
                <a:ext uri="{FF2B5EF4-FFF2-40B4-BE49-F238E27FC236}">
                  <a16:creationId xmlns:a16="http://schemas.microsoft.com/office/drawing/2014/main" id="{2A9EC447-098E-480A-A539-FFECA8094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712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8 w 1"/>
                <a:gd name="T5" fmla="*/ 27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C74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7" name="Freeform 434">
              <a:extLst>
                <a:ext uri="{FF2B5EF4-FFF2-40B4-BE49-F238E27FC236}">
                  <a16:creationId xmlns:a16="http://schemas.microsoft.com/office/drawing/2014/main" id="{34B6AACA-C9D6-4915-A11B-7D97AAFE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712"/>
              <a:ext cx="22" cy="29"/>
            </a:xfrm>
            <a:custGeom>
              <a:avLst/>
              <a:gdLst>
                <a:gd name="T0" fmla="*/ 120 w 9"/>
                <a:gd name="T1" fmla="*/ 200 h 11"/>
                <a:gd name="T2" fmla="*/ 103 w 9"/>
                <a:gd name="T3" fmla="*/ 76 h 11"/>
                <a:gd name="T4" fmla="*/ 90 w 9"/>
                <a:gd name="T5" fmla="*/ 76 h 11"/>
                <a:gd name="T6" fmla="*/ 0 w 9"/>
                <a:gd name="T7" fmla="*/ 21 h 11"/>
                <a:gd name="T8" fmla="*/ 12 w 9"/>
                <a:gd name="T9" fmla="*/ 21 h 11"/>
                <a:gd name="T10" fmla="*/ 12 w 9"/>
                <a:gd name="T11" fmla="*/ 0 h 11"/>
                <a:gd name="T12" fmla="*/ 12 w 9"/>
                <a:gd name="T13" fmla="*/ 0 h 11"/>
                <a:gd name="T14" fmla="*/ 103 w 9"/>
                <a:gd name="T15" fmla="*/ 55 h 11"/>
                <a:gd name="T16" fmla="*/ 103 w 9"/>
                <a:gd name="T17" fmla="*/ 76 h 11"/>
                <a:gd name="T18" fmla="*/ 132 w 9"/>
                <a:gd name="T19" fmla="*/ 200 h 11"/>
                <a:gd name="T20" fmla="*/ 120 w 9"/>
                <a:gd name="T21" fmla="*/ 20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1">
                  <a:moveTo>
                    <a:pt x="8" y="11"/>
                  </a:moveTo>
                  <a:cubicBezTo>
                    <a:pt x="7" y="8"/>
                    <a:pt x="7" y="5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5" y="3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7" y="3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7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lose/>
                </a:path>
              </a:pathLst>
            </a:custGeom>
            <a:solidFill>
              <a:srgbClr val="EE8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8" name="Freeform 435">
              <a:extLst>
                <a:ext uri="{FF2B5EF4-FFF2-40B4-BE49-F238E27FC236}">
                  <a16:creationId xmlns:a16="http://schemas.microsoft.com/office/drawing/2014/main" id="{67781728-B0F9-4BA0-9FEA-2AF9E06C4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715"/>
              <a:ext cx="15" cy="5"/>
            </a:xfrm>
            <a:custGeom>
              <a:avLst/>
              <a:gdLst>
                <a:gd name="T0" fmla="*/ 95 w 6"/>
                <a:gd name="T1" fmla="*/ 3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5" y="2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9" name="Freeform 436">
              <a:extLst>
                <a:ext uri="{FF2B5EF4-FFF2-40B4-BE49-F238E27FC236}">
                  <a16:creationId xmlns:a16="http://schemas.microsoft.com/office/drawing/2014/main" id="{110820B9-8545-49B1-8186-E6A419F59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725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0"/>
                    <a:pt x="1" y="5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0" name="Freeform 437">
              <a:extLst>
                <a:ext uri="{FF2B5EF4-FFF2-40B4-BE49-F238E27FC236}">
                  <a16:creationId xmlns:a16="http://schemas.microsoft.com/office/drawing/2014/main" id="{BBB7E823-8B40-4779-8B22-D1305FA6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776"/>
              <a:ext cx="70" cy="8"/>
            </a:xfrm>
            <a:custGeom>
              <a:avLst/>
              <a:gdLst>
                <a:gd name="T0" fmla="*/ 67 w 70"/>
                <a:gd name="T1" fmla="*/ 0 h 8"/>
                <a:gd name="T2" fmla="*/ 0 w 70"/>
                <a:gd name="T3" fmla="*/ 0 h 8"/>
                <a:gd name="T4" fmla="*/ 2 w 70"/>
                <a:gd name="T5" fmla="*/ 8 h 8"/>
                <a:gd name="T6" fmla="*/ 70 w 70"/>
                <a:gd name="T7" fmla="*/ 8 h 8"/>
                <a:gd name="T8" fmla="*/ 67 w 7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8">
                  <a:moveTo>
                    <a:pt x="67" y="0"/>
                  </a:moveTo>
                  <a:lnTo>
                    <a:pt x="0" y="0"/>
                  </a:lnTo>
                  <a:lnTo>
                    <a:pt x="2" y="8"/>
                  </a:lnTo>
                  <a:lnTo>
                    <a:pt x="70" y="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D81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1" name="Freeform 438">
              <a:extLst>
                <a:ext uri="{FF2B5EF4-FFF2-40B4-BE49-F238E27FC236}">
                  <a16:creationId xmlns:a16="http://schemas.microsoft.com/office/drawing/2014/main" id="{2D8CE1C1-EEAA-4DB7-B018-5F2A7540B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776"/>
              <a:ext cx="70" cy="8"/>
            </a:xfrm>
            <a:custGeom>
              <a:avLst/>
              <a:gdLst>
                <a:gd name="T0" fmla="*/ 67 w 70"/>
                <a:gd name="T1" fmla="*/ 0 h 8"/>
                <a:gd name="T2" fmla="*/ 0 w 70"/>
                <a:gd name="T3" fmla="*/ 0 h 8"/>
                <a:gd name="T4" fmla="*/ 2 w 70"/>
                <a:gd name="T5" fmla="*/ 8 h 8"/>
                <a:gd name="T6" fmla="*/ 70 w 70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8">
                  <a:moveTo>
                    <a:pt x="67" y="0"/>
                  </a:moveTo>
                  <a:lnTo>
                    <a:pt x="0" y="0"/>
                  </a:lnTo>
                  <a:lnTo>
                    <a:pt x="2" y="8"/>
                  </a:lnTo>
                  <a:lnTo>
                    <a:pt x="7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2" name="Freeform 439">
              <a:extLst>
                <a:ext uri="{FF2B5EF4-FFF2-40B4-BE49-F238E27FC236}">
                  <a16:creationId xmlns:a16="http://schemas.microsoft.com/office/drawing/2014/main" id="{BD57ABDB-6AAB-4CC2-9237-644FECE6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776"/>
              <a:ext cx="97" cy="8"/>
            </a:xfrm>
            <a:custGeom>
              <a:avLst/>
              <a:gdLst>
                <a:gd name="T0" fmla="*/ 0 w 97"/>
                <a:gd name="T1" fmla="*/ 0 h 8"/>
                <a:gd name="T2" fmla="*/ 97 w 97"/>
                <a:gd name="T3" fmla="*/ 0 h 8"/>
                <a:gd name="T4" fmla="*/ 95 w 97"/>
                <a:gd name="T5" fmla="*/ 8 h 8"/>
                <a:gd name="T6" fmla="*/ 0 w 97"/>
                <a:gd name="T7" fmla="*/ 8 h 8"/>
                <a:gd name="T8" fmla="*/ 0 w 9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">
                  <a:moveTo>
                    <a:pt x="0" y="0"/>
                  </a:moveTo>
                  <a:lnTo>
                    <a:pt x="97" y="0"/>
                  </a:lnTo>
                  <a:lnTo>
                    <a:pt x="95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1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3" name="Freeform 440">
              <a:extLst>
                <a:ext uri="{FF2B5EF4-FFF2-40B4-BE49-F238E27FC236}">
                  <a16:creationId xmlns:a16="http://schemas.microsoft.com/office/drawing/2014/main" id="{E83A854B-4DB6-4727-8579-80427CD2C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776"/>
              <a:ext cx="97" cy="8"/>
            </a:xfrm>
            <a:custGeom>
              <a:avLst/>
              <a:gdLst>
                <a:gd name="T0" fmla="*/ 0 w 97"/>
                <a:gd name="T1" fmla="*/ 0 h 8"/>
                <a:gd name="T2" fmla="*/ 97 w 97"/>
                <a:gd name="T3" fmla="*/ 0 h 8"/>
                <a:gd name="T4" fmla="*/ 95 w 97"/>
                <a:gd name="T5" fmla="*/ 8 h 8"/>
                <a:gd name="T6" fmla="*/ 0 w 97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8">
                  <a:moveTo>
                    <a:pt x="0" y="0"/>
                  </a:moveTo>
                  <a:lnTo>
                    <a:pt x="97" y="0"/>
                  </a:lnTo>
                  <a:lnTo>
                    <a:pt x="95" y="8"/>
                  </a:lnTo>
                  <a:lnTo>
                    <a:pt x="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4" name="Freeform 441">
              <a:extLst>
                <a:ext uri="{FF2B5EF4-FFF2-40B4-BE49-F238E27FC236}">
                  <a16:creationId xmlns:a16="http://schemas.microsoft.com/office/drawing/2014/main" id="{8DE804C1-B491-4CAE-8C24-561906BD2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60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145 w 18"/>
                <a:gd name="T3" fmla="*/ 0 h 6"/>
                <a:gd name="T4" fmla="*/ 283 w 18"/>
                <a:gd name="T5" fmla="*/ 115 h 6"/>
                <a:gd name="T6" fmla="*/ 20 w 18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1" y="1"/>
                    <a:pt x="4" y="0"/>
                    <a:pt x="9" y="0"/>
                  </a:cubicBezTo>
                  <a:cubicBezTo>
                    <a:pt x="14" y="0"/>
                    <a:pt x="16" y="1"/>
                    <a:pt x="18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F0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5" name="Freeform 442">
              <a:extLst>
                <a:ext uri="{FF2B5EF4-FFF2-40B4-BE49-F238E27FC236}">
                  <a16:creationId xmlns:a16="http://schemas.microsoft.com/office/drawing/2014/main" id="{C7ECCA39-40F2-473C-9947-C010B8AD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760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145 w 18"/>
                <a:gd name="T3" fmla="*/ 0 h 6"/>
                <a:gd name="T4" fmla="*/ 283 w 18"/>
                <a:gd name="T5" fmla="*/ 115 h 6"/>
                <a:gd name="T6" fmla="*/ 33 w 18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2" y="1"/>
                    <a:pt x="4" y="0"/>
                    <a:pt x="9" y="0"/>
                  </a:cubicBezTo>
                  <a:cubicBezTo>
                    <a:pt x="14" y="0"/>
                    <a:pt x="17" y="1"/>
                    <a:pt x="18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rgbClr val="F0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6" name="Freeform 443">
              <a:extLst>
                <a:ext uri="{FF2B5EF4-FFF2-40B4-BE49-F238E27FC236}">
                  <a16:creationId xmlns:a16="http://schemas.microsoft.com/office/drawing/2014/main" id="{906EA592-87DF-4976-BACF-6FD786DB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36"/>
              <a:ext cx="42" cy="24"/>
            </a:xfrm>
            <a:custGeom>
              <a:avLst/>
              <a:gdLst>
                <a:gd name="T0" fmla="*/ 245 w 17"/>
                <a:gd name="T1" fmla="*/ 93 h 9"/>
                <a:gd name="T2" fmla="*/ 121 w 17"/>
                <a:gd name="T3" fmla="*/ 0 h 9"/>
                <a:gd name="T4" fmla="*/ 0 w 17"/>
                <a:gd name="T5" fmla="*/ 93 h 9"/>
                <a:gd name="T6" fmla="*/ 121 w 17"/>
                <a:gd name="T7" fmla="*/ 171 h 9"/>
                <a:gd name="T8" fmla="*/ 245 w 17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5"/>
                  </a:moveTo>
                  <a:cubicBezTo>
                    <a:pt x="15" y="1"/>
                    <a:pt x="13" y="0"/>
                    <a:pt x="8" y="0"/>
                  </a:cubicBezTo>
                  <a:cubicBezTo>
                    <a:pt x="4" y="0"/>
                    <a:pt x="1" y="1"/>
                    <a:pt x="0" y="5"/>
                  </a:cubicBezTo>
                  <a:cubicBezTo>
                    <a:pt x="0" y="7"/>
                    <a:pt x="0" y="9"/>
                    <a:pt x="8" y="9"/>
                  </a:cubicBezTo>
                  <a:cubicBezTo>
                    <a:pt x="16" y="9"/>
                    <a:pt x="17" y="8"/>
                    <a:pt x="16" y="5"/>
                  </a:cubicBezTo>
                  <a:close/>
                </a:path>
              </a:pathLst>
            </a:custGeom>
            <a:solidFill>
              <a:srgbClr val="F0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7" name="Freeform 444">
              <a:extLst>
                <a:ext uri="{FF2B5EF4-FFF2-40B4-BE49-F238E27FC236}">
                  <a16:creationId xmlns:a16="http://schemas.microsoft.com/office/drawing/2014/main" id="{3D98823F-BEFF-4970-8A24-969DC540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741"/>
              <a:ext cx="15" cy="14"/>
            </a:xfrm>
            <a:custGeom>
              <a:avLst/>
              <a:gdLst>
                <a:gd name="T0" fmla="*/ 0 w 6"/>
                <a:gd name="T1" fmla="*/ 87 h 5"/>
                <a:gd name="T2" fmla="*/ 95 w 6"/>
                <a:gd name="T3" fmla="*/ 0 h 5"/>
                <a:gd name="T4" fmla="*/ 33 w 6"/>
                <a:gd name="T5" fmla="*/ 87 h 5"/>
                <a:gd name="T6" fmla="*/ 0 w 6"/>
                <a:gd name="T7" fmla="*/ 8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0" y="2"/>
                    <a:pt x="2" y="0"/>
                    <a:pt x="6" y="0"/>
                  </a:cubicBezTo>
                  <a:cubicBezTo>
                    <a:pt x="5" y="0"/>
                    <a:pt x="2" y="3"/>
                    <a:pt x="2" y="4"/>
                  </a:cubicBezTo>
                  <a:cubicBezTo>
                    <a:pt x="2" y="5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8" name="Freeform 445">
              <a:extLst>
                <a:ext uri="{FF2B5EF4-FFF2-40B4-BE49-F238E27FC236}">
                  <a16:creationId xmlns:a16="http://schemas.microsoft.com/office/drawing/2014/main" id="{7C991250-E87D-4A1C-BEC1-20B3449CE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765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50 w 6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4" y="1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9" name="Freeform 446">
              <a:extLst>
                <a:ext uri="{FF2B5EF4-FFF2-40B4-BE49-F238E27FC236}">
                  <a16:creationId xmlns:a16="http://schemas.microsoft.com/office/drawing/2014/main" id="{5ED682C7-9699-4002-AF6C-A9797A56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763"/>
              <a:ext cx="17" cy="8"/>
            </a:xfrm>
            <a:custGeom>
              <a:avLst/>
              <a:gdLst>
                <a:gd name="T0" fmla="*/ 0 w 7"/>
                <a:gd name="T1" fmla="*/ 56 h 3"/>
                <a:gd name="T2" fmla="*/ 100 w 7"/>
                <a:gd name="T3" fmla="*/ 21 h 3"/>
                <a:gd name="T4" fmla="*/ 41 w 7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0"/>
                    <a:pt x="5" y="1"/>
                    <a:pt x="7" y="1"/>
                  </a:cubicBezTo>
                  <a:cubicBezTo>
                    <a:pt x="5" y="1"/>
                    <a:pt x="3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0" name="Freeform 447">
              <a:extLst>
                <a:ext uri="{FF2B5EF4-FFF2-40B4-BE49-F238E27FC236}">
                  <a16:creationId xmlns:a16="http://schemas.microsoft.com/office/drawing/2014/main" id="{7DB141A9-98C9-408C-BF79-AF3AD1BB68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" y="1328"/>
              <a:ext cx="162" cy="123"/>
            </a:xfrm>
            <a:custGeom>
              <a:avLst/>
              <a:gdLst>
                <a:gd name="T0" fmla="*/ 105 w 65"/>
                <a:gd name="T1" fmla="*/ 251 h 46"/>
                <a:gd name="T2" fmla="*/ 75 w 65"/>
                <a:gd name="T3" fmla="*/ 265 h 46"/>
                <a:gd name="T4" fmla="*/ 12 w 65"/>
                <a:gd name="T5" fmla="*/ 308 h 46"/>
                <a:gd name="T6" fmla="*/ 12 w 65"/>
                <a:gd name="T7" fmla="*/ 342 h 46"/>
                <a:gd name="T8" fmla="*/ 12 w 65"/>
                <a:gd name="T9" fmla="*/ 364 h 46"/>
                <a:gd name="T10" fmla="*/ 0 w 65"/>
                <a:gd name="T11" fmla="*/ 401 h 46"/>
                <a:gd name="T12" fmla="*/ 30 w 65"/>
                <a:gd name="T13" fmla="*/ 422 h 46"/>
                <a:gd name="T14" fmla="*/ 30 w 65"/>
                <a:gd name="T15" fmla="*/ 457 h 46"/>
                <a:gd name="T16" fmla="*/ 12 w 65"/>
                <a:gd name="T17" fmla="*/ 457 h 46"/>
                <a:gd name="T18" fmla="*/ 12 w 65"/>
                <a:gd name="T19" fmla="*/ 479 h 46"/>
                <a:gd name="T20" fmla="*/ 12 w 65"/>
                <a:gd name="T21" fmla="*/ 516 h 46"/>
                <a:gd name="T22" fmla="*/ 62 w 65"/>
                <a:gd name="T23" fmla="*/ 559 h 46"/>
                <a:gd name="T24" fmla="*/ 105 w 65"/>
                <a:gd name="T25" fmla="*/ 650 h 46"/>
                <a:gd name="T26" fmla="*/ 125 w 65"/>
                <a:gd name="T27" fmla="*/ 671 h 46"/>
                <a:gd name="T28" fmla="*/ 125 w 65"/>
                <a:gd name="T29" fmla="*/ 709 h 46"/>
                <a:gd name="T30" fmla="*/ 125 w 65"/>
                <a:gd name="T31" fmla="*/ 730 h 46"/>
                <a:gd name="T32" fmla="*/ 508 w 65"/>
                <a:gd name="T33" fmla="*/ 880 h 46"/>
                <a:gd name="T34" fmla="*/ 900 w 65"/>
                <a:gd name="T35" fmla="*/ 730 h 46"/>
                <a:gd name="T36" fmla="*/ 900 w 65"/>
                <a:gd name="T37" fmla="*/ 709 h 46"/>
                <a:gd name="T38" fmla="*/ 900 w 65"/>
                <a:gd name="T39" fmla="*/ 671 h 46"/>
                <a:gd name="T40" fmla="*/ 900 w 65"/>
                <a:gd name="T41" fmla="*/ 628 h 46"/>
                <a:gd name="T42" fmla="*/ 932 w 65"/>
                <a:gd name="T43" fmla="*/ 516 h 46"/>
                <a:gd name="T44" fmla="*/ 945 w 65"/>
                <a:gd name="T45" fmla="*/ 479 h 46"/>
                <a:gd name="T46" fmla="*/ 1007 w 65"/>
                <a:gd name="T47" fmla="*/ 457 h 46"/>
                <a:gd name="T48" fmla="*/ 994 w 65"/>
                <a:gd name="T49" fmla="*/ 321 h 46"/>
                <a:gd name="T50" fmla="*/ 932 w 65"/>
                <a:gd name="T51" fmla="*/ 286 h 46"/>
                <a:gd name="T52" fmla="*/ 837 w 65"/>
                <a:gd name="T53" fmla="*/ 136 h 46"/>
                <a:gd name="T54" fmla="*/ 167 w 65"/>
                <a:gd name="T55" fmla="*/ 136 h 46"/>
                <a:gd name="T56" fmla="*/ 167 w 65"/>
                <a:gd name="T57" fmla="*/ 308 h 46"/>
                <a:gd name="T58" fmla="*/ 508 w 65"/>
                <a:gd name="T59" fmla="*/ 78 h 46"/>
                <a:gd name="T60" fmla="*/ 837 w 65"/>
                <a:gd name="T61" fmla="*/ 286 h 46"/>
                <a:gd name="T62" fmla="*/ 837 w 65"/>
                <a:gd name="T63" fmla="*/ 308 h 46"/>
                <a:gd name="T64" fmla="*/ 850 w 65"/>
                <a:gd name="T65" fmla="*/ 342 h 46"/>
                <a:gd name="T66" fmla="*/ 850 w 65"/>
                <a:gd name="T67" fmla="*/ 364 h 46"/>
                <a:gd name="T68" fmla="*/ 837 w 65"/>
                <a:gd name="T69" fmla="*/ 380 h 46"/>
                <a:gd name="T70" fmla="*/ 808 w 65"/>
                <a:gd name="T71" fmla="*/ 401 h 46"/>
                <a:gd name="T72" fmla="*/ 837 w 65"/>
                <a:gd name="T73" fmla="*/ 457 h 46"/>
                <a:gd name="T74" fmla="*/ 850 w 65"/>
                <a:gd name="T75" fmla="*/ 500 h 46"/>
                <a:gd name="T76" fmla="*/ 850 w 65"/>
                <a:gd name="T77" fmla="*/ 516 h 46"/>
                <a:gd name="T78" fmla="*/ 837 w 65"/>
                <a:gd name="T79" fmla="*/ 628 h 46"/>
                <a:gd name="T80" fmla="*/ 837 w 65"/>
                <a:gd name="T81" fmla="*/ 650 h 46"/>
                <a:gd name="T82" fmla="*/ 837 w 65"/>
                <a:gd name="T83" fmla="*/ 687 h 46"/>
                <a:gd name="T84" fmla="*/ 837 w 65"/>
                <a:gd name="T85" fmla="*/ 709 h 46"/>
                <a:gd name="T86" fmla="*/ 508 w 65"/>
                <a:gd name="T87" fmla="*/ 800 h 46"/>
                <a:gd name="T88" fmla="*/ 187 w 65"/>
                <a:gd name="T89" fmla="*/ 730 h 46"/>
                <a:gd name="T90" fmla="*/ 187 w 65"/>
                <a:gd name="T91" fmla="*/ 687 h 46"/>
                <a:gd name="T92" fmla="*/ 187 w 65"/>
                <a:gd name="T93" fmla="*/ 650 h 46"/>
                <a:gd name="T94" fmla="*/ 187 w 65"/>
                <a:gd name="T95" fmla="*/ 628 h 46"/>
                <a:gd name="T96" fmla="*/ 155 w 65"/>
                <a:gd name="T97" fmla="*/ 594 h 46"/>
                <a:gd name="T98" fmla="*/ 137 w 65"/>
                <a:gd name="T99" fmla="*/ 516 h 46"/>
                <a:gd name="T100" fmla="*/ 105 w 65"/>
                <a:gd name="T101" fmla="*/ 479 h 46"/>
                <a:gd name="T102" fmla="*/ 105 w 65"/>
                <a:gd name="T103" fmla="*/ 457 h 46"/>
                <a:gd name="T104" fmla="*/ 92 w 65"/>
                <a:gd name="T105" fmla="*/ 444 h 46"/>
                <a:gd name="T106" fmla="*/ 105 w 65"/>
                <a:gd name="T107" fmla="*/ 422 h 46"/>
                <a:gd name="T108" fmla="*/ 75 w 65"/>
                <a:gd name="T109" fmla="*/ 364 h 46"/>
                <a:gd name="T110" fmla="*/ 92 w 65"/>
                <a:gd name="T111" fmla="*/ 342 h 46"/>
                <a:gd name="T112" fmla="*/ 105 w 65"/>
                <a:gd name="T113" fmla="*/ 321 h 46"/>
                <a:gd name="T114" fmla="*/ 155 w 65"/>
                <a:gd name="T115" fmla="*/ 342 h 4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5" h="46">
                  <a:moveTo>
                    <a:pt x="11" y="7"/>
                  </a:moveTo>
                  <a:cubicBezTo>
                    <a:pt x="9" y="9"/>
                    <a:pt x="8" y="11"/>
                    <a:pt x="7" y="13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3"/>
                    <a:pt x="2" y="13"/>
                    <a:pt x="1" y="15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1" y="16"/>
                    <a:pt x="1" y="17"/>
                    <a:pt x="2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2"/>
                    <a:pt x="1" y="22"/>
                  </a:cubicBezTo>
                  <a:cubicBezTo>
                    <a:pt x="1" y="22"/>
                    <a:pt x="2" y="22"/>
                    <a:pt x="2" y="22"/>
                  </a:cubicBezTo>
                  <a:cubicBezTo>
                    <a:pt x="2" y="23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2" y="28"/>
                    <a:pt x="2" y="28"/>
                  </a:cubicBezTo>
                  <a:cubicBezTo>
                    <a:pt x="2" y="29"/>
                    <a:pt x="3" y="29"/>
                    <a:pt x="4" y="29"/>
                  </a:cubicBezTo>
                  <a:cubicBezTo>
                    <a:pt x="4" y="29"/>
                    <a:pt x="4" y="29"/>
                    <a:pt x="5" y="29"/>
                  </a:cubicBezTo>
                  <a:cubicBezTo>
                    <a:pt x="5" y="31"/>
                    <a:pt x="5" y="33"/>
                    <a:pt x="7" y="34"/>
                  </a:cubicBezTo>
                  <a:cubicBezTo>
                    <a:pt x="7" y="34"/>
                    <a:pt x="8" y="34"/>
                    <a:pt x="8" y="34"/>
                  </a:cubicBezTo>
                  <a:cubicBezTo>
                    <a:pt x="8" y="34"/>
                    <a:pt x="8" y="35"/>
                    <a:pt x="8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9"/>
                    <a:pt x="8" y="39"/>
                  </a:cubicBezTo>
                  <a:cubicBezTo>
                    <a:pt x="9" y="43"/>
                    <a:pt x="13" y="46"/>
                    <a:pt x="33" y="46"/>
                  </a:cubicBezTo>
                  <a:cubicBezTo>
                    <a:pt x="52" y="46"/>
                    <a:pt x="56" y="43"/>
                    <a:pt x="57" y="39"/>
                  </a:cubicBezTo>
                  <a:cubicBezTo>
                    <a:pt x="57" y="39"/>
                    <a:pt x="58" y="38"/>
                    <a:pt x="58" y="38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8" y="38"/>
                    <a:pt x="58" y="37"/>
                    <a:pt x="58" y="37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6"/>
                    <a:pt x="58" y="35"/>
                    <a:pt x="58" y="35"/>
                  </a:cubicBezTo>
                  <a:cubicBezTo>
                    <a:pt x="58" y="35"/>
                    <a:pt x="58" y="34"/>
                    <a:pt x="58" y="34"/>
                  </a:cubicBezTo>
                  <a:cubicBezTo>
                    <a:pt x="58" y="34"/>
                    <a:pt x="58" y="34"/>
                    <a:pt x="58" y="33"/>
                  </a:cubicBezTo>
                  <a:cubicBezTo>
                    <a:pt x="59" y="32"/>
                    <a:pt x="59" y="29"/>
                    <a:pt x="59" y="27"/>
                  </a:cubicBezTo>
                  <a:cubicBezTo>
                    <a:pt x="59" y="27"/>
                    <a:pt x="60" y="27"/>
                    <a:pt x="60" y="27"/>
                  </a:cubicBezTo>
                  <a:cubicBezTo>
                    <a:pt x="60" y="27"/>
                    <a:pt x="61" y="26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1" y="25"/>
                    <a:pt x="61" y="26"/>
                    <a:pt x="62" y="26"/>
                  </a:cubicBezTo>
                  <a:cubicBezTo>
                    <a:pt x="63" y="26"/>
                    <a:pt x="64" y="26"/>
                    <a:pt x="65" y="24"/>
                  </a:cubicBezTo>
                  <a:cubicBezTo>
                    <a:pt x="65" y="23"/>
                    <a:pt x="65" y="22"/>
                    <a:pt x="65" y="20"/>
                  </a:cubicBezTo>
                  <a:cubicBezTo>
                    <a:pt x="65" y="19"/>
                    <a:pt x="65" y="18"/>
                    <a:pt x="64" y="17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4"/>
                    <a:pt x="59" y="13"/>
                    <a:pt x="58" y="13"/>
                  </a:cubicBezTo>
                  <a:cubicBezTo>
                    <a:pt x="57" y="11"/>
                    <a:pt x="56" y="9"/>
                    <a:pt x="54" y="7"/>
                  </a:cubicBezTo>
                  <a:cubicBezTo>
                    <a:pt x="50" y="3"/>
                    <a:pt x="42" y="0"/>
                    <a:pt x="33" y="0"/>
                  </a:cubicBezTo>
                  <a:cubicBezTo>
                    <a:pt x="24" y="0"/>
                    <a:pt x="15" y="3"/>
                    <a:pt x="11" y="7"/>
                  </a:cubicBezTo>
                  <a:close/>
                  <a:moveTo>
                    <a:pt x="10" y="18"/>
                  </a:moveTo>
                  <a:cubicBezTo>
                    <a:pt x="11" y="17"/>
                    <a:pt x="11" y="16"/>
                    <a:pt x="11" y="16"/>
                  </a:cubicBezTo>
                  <a:cubicBezTo>
                    <a:pt x="11" y="15"/>
                    <a:pt x="11" y="13"/>
                    <a:pt x="14" y="10"/>
                  </a:cubicBezTo>
                  <a:cubicBezTo>
                    <a:pt x="17" y="7"/>
                    <a:pt x="25" y="4"/>
                    <a:pt x="33" y="4"/>
                  </a:cubicBezTo>
                  <a:cubicBezTo>
                    <a:pt x="41" y="4"/>
                    <a:pt x="48" y="7"/>
                    <a:pt x="51" y="10"/>
                  </a:cubicBezTo>
                  <a:cubicBezTo>
                    <a:pt x="54" y="13"/>
                    <a:pt x="54" y="14"/>
                    <a:pt x="54" y="15"/>
                  </a:cubicBezTo>
                  <a:cubicBezTo>
                    <a:pt x="54" y="15"/>
                    <a:pt x="54" y="16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4" y="17"/>
                    <a:pt x="55" y="18"/>
                    <a:pt x="55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8"/>
                    <a:pt x="55" y="19"/>
                    <a:pt x="55" y="19"/>
                  </a:cubicBezTo>
                  <a:cubicBezTo>
                    <a:pt x="55" y="19"/>
                    <a:pt x="55" y="20"/>
                    <a:pt x="55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3" y="20"/>
                    <a:pt x="52" y="20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2"/>
                    <a:pt x="52" y="22"/>
                    <a:pt x="53" y="23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4"/>
                    <a:pt x="55" y="25"/>
                    <a:pt x="56" y="25"/>
                  </a:cubicBezTo>
                  <a:cubicBezTo>
                    <a:pt x="56" y="26"/>
                    <a:pt x="55" y="26"/>
                    <a:pt x="55" y="26"/>
                  </a:cubicBezTo>
                  <a:cubicBezTo>
                    <a:pt x="55" y="26"/>
                    <a:pt x="55" y="26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8"/>
                    <a:pt x="55" y="31"/>
                    <a:pt x="55" y="31"/>
                  </a:cubicBezTo>
                  <a:cubicBezTo>
                    <a:pt x="54" y="31"/>
                    <a:pt x="54" y="32"/>
                    <a:pt x="54" y="33"/>
                  </a:cubicBezTo>
                  <a:cubicBezTo>
                    <a:pt x="54" y="33"/>
                    <a:pt x="54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4" y="35"/>
                    <a:pt x="54" y="35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8"/>
                    <a:pt x="53" y="38"/>
                    <a:pt x="53" y="38"/>
                  </a:cubicBezTo>
                  <a:cubicBezTo>
                    <a:pt x="53" y="39"/>
                    <a:pt x="51" y="42"/>
                    <a:pt x="33" y="42"/>
                  </a:cubicBezTo>
                  <a:cubicBezTo>
                    <a:pt x="14" y="42"/>
                    <a:pt x="12" y="39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7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2"/>
                    <a:pt x="11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0"/>
                    <a:pt x="9" y="30"/>
                    <a:pt x="9" y="28"/>
                  </a:cubicBezTo>
                  <a:cubicBezTo>
                    <a:pt x="9" y="28"/>
                    <a:pt x="9" y="28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8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7" y="22"/>
                    <a:pt x="7" y="22"/>
                  </a:cubicBezTo>
                  <a:cubicBezTo>
                    <a:pt x="7" y="21"/>
                    <a:pt x="7" y="21"/>
                    <a:pt x="6" y="20"/>
                  </a:cubicBezTo>
                  <a:cubicBezTo>
                    <a:pt x="6" y="20"/>
                    <a:pt x="6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19"/>
                    <a:pt x="6" y="18"/>
                    <a:pt x="6" y="18"/>
                  </a:cubicBezTo>
                  <a:cubicBezTo>
                    <a:pt x="6" y="18"/>
                    <a:pt x="6" y="18"/>
                    <a:pt x="6" y="17"/>
                  </a:cubicBezTo>
                  <a:cubicBezTo>
                    <a:pt x="6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8"/>
                    <a:pt x="9" y="18"/>
                    <a:pt x="10" y="18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1" name="Freeform 448">
              <a:extLst>
                <a:ext uri="{FF2B5EF4-FFF2-40B4-BE49-F238E27FC236}">
                  <a16:creationId xmlns:a16="http://schemas.microsoft.com/office/drawing/2014/main" id="{C169C18C-D7F0-47ED-8AAF-09D944A9A7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2" y="1381"/>
              <a:ext cx="138" cy="38"/>
            </a:xfrm>
            <a:custGeom>
              <a:avLst/>
              <a:gdLst>
                <a:gd name="T0" fmla="*/ 838 w 55"/>
                <a:gd name="T1" fmla="*/ 60 h 14"/>
                <a:gd name="T2" fmla="*/ 818 w 55"/>
                <a:gd name="T3" fmla="*/ 38 h 14"/>
                <a:gd name="T4" fmla="*/ 805 w 55"/>
                <a:gd name="T5" fmla="*/ 38 h 14"/>
                <a:gd name="T6" fmla="*/ 755 w 55"/>
                <a:gd name="T7" fmla="*/ 60 h 14"/>
                <a:gd name="T8" fmla="*/ 755 w 55"/>
                <a:gd name="T9" fmla="*/ 38 h 14"/>
                <a:gd name="T10" fmla="*/ 743 w 55"/>
                <a:gd name="T11" fmla="*/ 22 h 14"/>
                <a:gd name="T12" fmla="*/ 725 w 55"/>
                <a:gd name="T13" fmla="*/ 60 h 14"/>
                <a:gd name="T14" fmla="*/ 693 w 55"/>
                <a:gd name="T15" fmla="*/ 60 h 14"/>
                <a:gd name="T16" fmla="*/ 713 w 55"/>
                <a:gd name="T17" fmla="*/ 22 h 14"/>
                <a:gd name="T18" fmla="*/ 660 w 55"/>
                <a:gd name="T19" fmla="*/ 38 h 14"/>
                <a:gd name="T20" fmla="*/ 693 w 55"/>
                <a:gd name="T21" fmla="*/ 103 h 14"/>
                <a:gd name="T22" fmla="*/ 680 w 55"/>
                <a:gd name="T23" fmla="*/ 117 h 14"/>
                <a:gd name="T24" fmla="*/ 680 w 55"/>
                <a:gd name="T25" fmla="*/ 117 h 14"/>
                <a:gd name="T26" fmla="*/ 838 w 55"/>
                <a:gd name="T27" fmla="*/ 117 h 14"/>
                <a:gd name="T28" fmla="*/ 868 w 55"/>
                <a:gd name="T29" fmla="*/ 81 h 14"/>
                <a:gd name="T30" fmla="*/ 868 w 55"/>
                <a:gd name="T31" fmla="*/ 81 h 14"/>
                <a:gd name="T32" fmla="*/ 868 w 55"/>
                <a:gd name="T33" fmla="*/ 81 h 14"/>
                <a:gd name="T34" fmla="*/ 838 w 55"/>
                <a:gd name="T35" fmla="*/ 60 h 14"/>
                <a:gd name="T36" fmla="*/ 146 w 55"/>
                <a:gd name="T37" fmla="*/ 81 h 14"/>
                <a:gd name="T38" fmla="*/ 95 w 55"/>
                <a:gd name="T39" fmla="*/ 60 h 14"/>
                <a:gd name="T40" fmla="*/ 33 w 55"/>
                <a:gd name="T41" fmla="*/ 103 h 14"/>
                <a:gd name="T42" fmla="*/ 0 w 55"/>
                <a:gd name="T43" fmla="*/ 117 h 14"/>
                <a:gd name="T44" fmla="*/ 0 w 55"/>
                <a:gd name="T45" fmla="*/ 117 h 14"/>
                <a:gd name="T46" fmla="*/ 50 w 55"/>
                <a:gd name="T47" fmla="*/ 117 h 14"/>
                <a:gd name="T48" fmla="*/ 158 w 55"/>
                <a:gd name="T49" fmla="*/ 117 h 14"/>
                <a:gd name="T50" fmla="*/ 176 w 55"/>
                <a:gd name="T51" fmla="*/ 141 h 14"/>
                <a:gd name="T52" fmla="*/ 176 w 55"/>
                <a:gd name="T53" fmla="*/ 141 h 14"/>
                <a:gd name="T54" fmla="*/ 146 w 55"/>
                <a:gd name="T55" fmla="*/ 81 h 14"/>
                <a:gd name="T56" fmla="*/ 617 w 55"/>
                <a:gd name="T57" fmla="*/ 117 h 14"/>
                <a:gd name="T58" fmla="*/ 597 w 55"/>
                <a:gd name="T59" fmla="*/ 103 h 14"/>
                <a:gd name="T60" fmla="*/ 597 w 55"/>
                <a:gd name="T61" fmla="*/ 60 h 14"/>
                <a:gd name="T62" fmla="*/ 567 w 55"/>
                <a:gd name="T63" fmla="*/ 60 h 14"/>
                <a:gd name="T64" fmla="*/ 597 w 55"/>
                <a:gd name="T65" fmla="*/ 141 h 14"/>
                <a:gd name="T66" fmla="*/ 630 w 55"/>
                <a:gd name="T67" fmla="*/ 141 h 14"/>
                <a:gd name="T68" fmla="*/ 630 w 55"/>
                <a:gd name="T69" fmla="*/ 141 h 14"/>
                <a:gd name="T70" fmla="*/ 617 w 55"/>
                <a:gd name="T71" fmla="*/ 117 h 14"/>
                <a:gd name="T72" fmla="*/ 504 w 55"/>
                <a:gd name="T73" fmla="*/ 103 h 14"/>
                <a:gd name="T74" fmla="*/ 472 w 55"/>
                <a:gd name="T75" fmla="*/ 60 h 14"/>
                <a:gd name="T76" fmla="*/ 442 w 55"/>
                <a:gd name="T77" fmla="*/ 81 h 14"/>
                <a:gd name="T78" fmla="*/ 379 w 55"/>
                <a:gd name="T79" fmla="*/ 60 h 14"/>
                <a:gd name="T80" fmla="*/ 366 w 55"/>
                <a:gd name="T81" fmla="*/ 117 h 14"/>
                <a:gd name="T82" fmla="*/ 301 w 55"/>
                <a:gd name="T83" fmla="*/ 117 h 14"/>
                <a:gd name="T84" fmla="*/ 284 w 55"/>
                <a:gd name="T85" fmla="*/ 38 h 14"/>
                <a:gd name="T86" fmla="*/ 238 w 55"/>
                <a:gd name="T87" fmla="*/ 38 h 14"/>
                <a:gd name="T88" fmla="*/ 238 w 55"/>
                <a:gd name="T89" fmla="*/ 141 h 14"/>
                <a:gd name="T90" fmla="*/ 221 w 55"/>
                <a:gd name="T91" fmla="*/ 163 h 14"/>
                <a:gd name="T92" fmla="*/ 396 w 55"/>
                <a:gd name="T93" fmla="*/ 280 h 14"/>
                <a:gd name="T94" fmla="*/ 504 w 55"/>
                <a:gd name="T95" fmla="*/ 176 h 14"/>
                <a:gd name="T96" fmla="*/ 597 w 55"/>
                <a:gd name="T97" fmla="*/ 141 h 14"/>
                <a:gd name="T98" fmla="*/ 597 w 55"/>
                <a:gd name="T99" fmla="*/ 141 h 14"/>
                <a:gd name="T100" fmla="*/ 534 w 55"/>
                <a:gd name="T101" fmla="*/ 117 h 14"/>
                <a:gd name="T102" fmla="*/ 504 w 55"/>
                <a:gd name="T103" fmla="*/ 103 h 1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5" h="14">
                  <a:moveTo>
                    <a:pt x="53" y="3"/>
                  </a:move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0" y="3"/>
                    <a:pt x="49" y="4"/>
                    <a:pt x="48" y="3"/>
                  </a:cubicBezTo>
                  <a:cubicBezTo>
                    <a:pt x="48" y="2"/>
                    <a:pt x="49" y="2"/>
                    <a:pt x="48" y="2"/>
                  </a:cubicBezTo>
                  <a:cubicBezTo>
                    <a:pt x="48" y="1"/>
                    <a:pt x="47" y="1"/>
                    <a:pt x="47" y="1"/>
                  </a:cubicBezTo>
                  <a:cubicBezTo>
                    <a:pt x="47" y="2"/>
                    <a:pt x="47" y="3"/>
                    <a:pt x="46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4" y="2"/>
                    <a:pt x="44" y="2"/>
                    <a:pt x="45" y="1"/>
                  </a:cubicBezTo>
                  <a:cubicBezTo>
                    <a:pt x="44" y="2"/>
                    <a:pt x="42" y="2"/>
                    <a:pt x="42" y="2"/>
                  </a:cubicBezTo>
                  <a:cubicBezTo>
                    <a:pt x="42" y="3"/>
                    <a:pt x="43" y="5"/>
                    <a:pt x="44" y="5"/>
                  </a:cubicBezTo>
                  <a:cubicBezTo>
                    <a:pt x="44" y="6"/>
                    <a:pt x="44" y="6"/>
                    <a:pt x="43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7" y="6"/>
                    <a:pt x="50" y="6"/>
                    <a:pt x="53" y="6"/>
                  </a:cubicBezTo>
                  <a:cubicBezTo>
                    <a:pt x="54" y="6"/>
                    <a:pt x="54" y="5"/>
                    <a:pt x="55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4" y="4"/>
                    <a:pt x="53" y="3"/>
                    <a:pt x="53" y="3"/>
                  </a:cubicBezTo>
                  <a:close/>
                  <a:moveTo>
                    <a:pt x="9" y="4"/>
                  </a:moveTo>
                  <a:cubicBezTo>
                    <a:pt x="8" y="3"/>
                    <a:pt x="7" y="3"/>
                    <a:pt x="6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6" y="6"/>
                    <a:pt x="8" y="6"/>
                    <a:pt x="10" y="6"/>
                  </a:cubicBezTo>
                  <a:cubicBezTo>
                    <a:pt x="10" y="6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9" y="6"/>
                    <a:pt x="9" y="6"/>
                    <a:pt x="9" y="4"/>
                  </a:cubicBezTo>
                  <a:close/>
                  <a:moveTo>
                    <a:pt x="39" y="6"/>
                  </a:moveTo>
                  <a:cubicBezTo>
                    <a:pt x="39" y="6"/>
                    <a:pt x="38" y="6"/>
                    <a:pt x="38" y="5"/>
                  </a:cubicBezTo>
                  <a:cubicBezTo>
                    <a:pt x="37" y="4"/>
                    <a:pt x="39" y="4"/>
                    <a:pt x="38" y="3"/>
                  </a:cubicBezTo>
                  <a:cubicBezTo>
                    <a:pt x="37" y="2"/>
                    <a:pt x="36" y="3"/>
                    <a:pt x="36" y="3"/>
                  </a:cubicBezTo>
                  <a:cubicBezTo>
                    <a:pt x="36" y="4"/>
                    <a:pt x="38" y="6"/>
                    <a:pt x="38" y="7"/>
                  </a:cubicBezTo>
                  <a:cubicBezTo>
                    <a:pt x="39" y="7"/>
                    <a:pt x="39" y="7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6"/>
                    <a:pt x="39" y="6"/>
                  </a:cubicBezTo>
                  <a:close/>
                  <a:moveTo>
                    <a:pt x="32" y="5"/>
                  </a:move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9" y="3"/>
                    <a:pt x="28" y="4"/>
                  </a:cubicBezTo>
                  <a:cubicBezTo>
                    <a:pt x="27" y="4"/>
                    <a:pt x="25" y="2"/>
                    <a:pt x="24" y="3"/>
                  </a:cubicBezTo>
                  <a:cubicBezTo>
                    <a:pt x="23" y="3"/>
                    <a:pt x="24" y="5"/>
                    <a:pt x="23" y="6"/>
                  </a:cubicBezTo>
                  <a:cubicBezTo>
                    <a:pt x="22" y="7"/>
                    <a:pt x="19" y="7"/>
                    <a:pt x="19" y="6"/>
                  </a:cubicBezTo>
                  <a:cubicBezTo>
                    <a:pt x="18" y="5"/>
                    <a:pt x="19" y="3"/>
                    <a:pt x="18" y="2"/>
                  </a:cubicBezTo>
                  <a:cubicBezTo>
                    <a:pt x="17" y="0"/>
                    <a:pt x="15" y="0"/>
                    <a:pt x="15" y="2"/>
                  </a:cubicBezTo>
                  <a:cubicBezTo>
                    <a:pt x="14" y="3"/>
                    <a:pt x="17" y="5"/>
                    <a:pt x="15" y="7"/>
                  </a:cubicBezTo>
                  <a:cubicBezTo>
                    <a:pt x="15" y="7"/>
                    <a:pt x="15" y="8"/>
                    <a:pt x="14" y="8"/>
                  </a:cubicBezTo>
                  <a:cubicBezTo>
                    <a:pt x="18" y="9"/>
                    <a:pt x="22" y="11"/>
                    <a:pt x="25" y="14"/>
                  </a:cubicBezTo>
                  <a:cubicBezTo>
                    <a:pt x="26" y="12"/>
                    <a:pt x="31" y="10"/>
                    <a:pt x="32" y="9"/>
                  </a:cubicBezTo>
                  <a:cubicBezTo>
                    <a:pt x="34" y="8"/>
                    <a:pt x="36" y="8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7"/>
                    <a:pt x="35" y="7"/>
                    <a:pt x="34" y="6"/>
                  </a:cubicBezTo>
                  <a:cubicBezTo>
                    <a:pt x="32" y="6"/>
                    <a:pt x="33" y="6"/>
                    <a:pt x="32" y="5"/>
                  </a:cubicBezTo>
                  <a:close/>
                </a:path>
              </a:pathLst>
            </a:custGeom>
            <a:solidFill>
              <a:srgbClr val="FB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2" name="Freeform 449">
              <a:extLst>
                <a:ext uri="{FF2B5EF4-FFF2-40B4-BE49-F238E27FC236}">
                  <a16:creationId xmlns:a16="http://schemas.microsoft.com/office/drawing/2014/main" id="{056947B2-EAEC-4636-997F-E15B1B82D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363"/>
              <a:ext cx="152" cy="42"/>
            </a:xfrm>
            <a:custGeom>
              <a:avLst/>
              <a:gdLst>
                <a:gd name="T0" fmla="*/ 944 w 61"/>
                <a:gd name="T1" fmla="*/ 89 h 16"/>
                <a:gd name="T2" fmla="*/ 882 w 61"/>
                <a:gd name="T3" fmla="*/ 55 h 16"/>
                <a:gd name="T4" fmla="*/ 850 w 61"/>
                <a:gd name="T5" fmla="*/ 34 h 16"/>
                <a:gd name="T6" fmla="*/ 837 w 61"/>
                <a:gd name="T7" fmla="*/ 55 h 16"/>
                <a:gd name="T8" fmla="*/ 478 w 61"/>
                <a:gd name="T9" fmla="*/ 110 h 16"/>
                <a:gd name="T10" fmla="*/ 105 w 61"/>
                <a:gd name="T11" fmla="*/ 55 h 16"/>
                <a:gd name="T12" fmla="*/ 42 w 61"/>
                <a:gd name="T13" fmla="*/ 55 h 16"/>
                <a:gd name="T14" fmla="*/ 12 w 61"/>
                <a:gd name="T15" fmla="*/ 55 h 16"/>
                <a:gd name="T16" fmla="*/ 30 w 61"/>
                <a:gd name="T17" fmla="*/ 76 h 16"/>
                <a:gd name="T18" fmla="*/ 12 w 61"/>
                <a:gd name="T19" fmla="*/ 110 h 16"/>
                <a:gd name="T20" fmla="*/ 12 w 61"/>
                <a:gd name="T21" fmla="*/ 123 h 16"/>
                <a:gd name="T22" fmla="*/ 0 w 61"/>
                <a:gd name="T23" fmla="*/ 144 h 16"/>
                <a:gd name="T24" fmla="*/ 42 w 61"/>
                <a:gd name="T25" fmla="*/ 144 h 16"/>
                <a:gd name="T26" fmla="*/ 30 w 61"/>
                <a:gd name="T27" fmla="*/ 179 h 16"/>
                <a:gd name="T28" fmla="*/ 105 w 61"/>
                <a:gd name="T29" fmla="*/ 179 h 16"/>
                <a:gd name="T30" fmla="*/ 154 w 61"/>
                <a:gd name="T31" fmla="*/ 200 h 16"/>
                <a:gd name="T32" fmla="*/ 187 w 61"/>
                <a:gd name="T33" fmla="*/ 255 h 16"/>
                <a:gd name="T34" fmla="*/ 249 w 61"/>
                <a:gd name="T35" fmla="*/ 255 h 16"/>
                <a:gd name="T36" fmla="*/ 249 w 61"/>
                <a:gd name="T37" fmla="*/ 165 h 16"/>
                <a:gd name="T38" fmla="*/ 292 w 61"/>
                <a:gd name="T39" fmla="*/ 165 h 16"/>
                <a:gd name="T40" fmla="*/ 311 w 61"/>
                <a:gd name="T41" fmla="*/ 234 h 16"/>
                <a:gd name="T42" fmla="*/ 374 w 61"/>
                <a:gd name="T43" fmla="*/ 234 h 16"/>
                <a:gd name="T44" fmla="*/ 384 w 61"/>
                <a:gd name="T45" fmla="*/ 179 h 16"/>
                <a:gd name="T46" fmla="*/ 446 w 61"/>
                <a:gd name="T47" fmla="*/ 200 h 16"/>
                <a:gd name="T48" fmla="*/ 478 w 61"/>
                <a:gd name="T49" fmla="*/ 179 h 16"/>
                <a:gd name="T50" fmla="*/ 508 w 61"/>
                <a:gd name="T51" fmla="*/ 221 h 16"/>
                <a:gd name="T52" fmla="*/ 541 w 61"/>
                <a:gd name="T53" fmla="*/ 234 h 16"/>
                <a:gd name="T54" fmla="*/ 603 w 61"/>
                <a:gd name="T55" fmla="*/ 255 h 16"/>
                <a:gd name="T56" fmla="*/ 571 w 61"/>
                <a:gd name="T57" fmla="*/ 179 h 16"/>
                <a:gd name="T58" fmla="*/ 603 w 61"/>
                <a:gd name="T59" fmla="*/ 179 h 16"/>
                <a:gd name="T60" fmla="*/ 603 w 61"/>
                <a:gd name="T61" fmla="*/ 221 h 16"/>
                <a:gd name="T62" fmla="*/ 620 w 61"/>
                <a:gd name="T63" fmla="*/ 234 h 16"/>
                <a:gd name="T64" fmla="*/ 633 w 61"/>
                <a:gd name="T65" fmla="*/ 255 h 16"/>
                <a:gd name="T66" fmla="*/ 695 w 61"/>
                <a:gd name="T67" fmla="*/ 221 h 16"/>
                <a:gd name="T68" fmla="*/ 665 w 61"/>
                <a:gd name="T69" fmla="*/ 165 h 16"/>
                <a:gd name="T70" fmla="*/ 715 w 61"/>
                <a:gd name="T71" fmla="*/ 144 h 16"/>
                <a:gd name="T72" fmla="*/ 695 w 61"/>
                <a:gd name="T73" fmla="*/ 179 h 16"/>
                <a:gd name="T74" fmla="*/ 728 w 61"/>
                <a:gd name="T75" fmla="*/ 179 h 16"/>
                <a:gd name="T76" fmla="*/ 745 w 61"/>
                <a:gd name="T77" fmla="*/ 144 h 16"/>
                <a:gd name="T78" fmla="*/ 758 w 61"/>
                <a:gd name="T79" fmla="*/ 165 h 16"/>
                <a:gd name="T80" fmla="*/ 758 w 61"/>
                <a:gd name="T81" fmla="*/ 179 h 16"/>
                <a:gd name="T82" fmla="*/ 807 w 61"/>
                <a:gd name="T83" fmla="*/ 165 h 16"/>
                <a:gd name="T84" fmla="*/ 820 w 61"/>
                <a:gd name="T85" fmla="*/ 165 h 16"/>
                <a:gd name="T86" fmla="*/ 837 w 61"/>
                <a:gd name="T87" fmla="*/ 165 h 16"/>
                <a:gd name="T88" fmla="*/ 850 w 61"/>
                <a:gd name="T89" fmla="*/ 123 h 16"/>
                <a:gd name="T90" fmla="*/ 900 w 61"/>
                <a:gd name="T91" fmla="*/ 123 h 16"/>
                <a:gd name="T92" fmla="*/ 932 w 61"/>
                <a:gd name="T93" fmla="*/ 165 h 16"/>
                <a:gd name="T94" fmla="*/ 932 w 61"/>
                <a:gd name="T95" fmla="*/ 200 h 16"/>
                <a:gd name="T96" fmla="*/ 944 w 61"/>
                <a:gd name="T97" fmla="*/ 89 h 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1" h="16">
                  <a:moveTo>
                    <a:pt x="61" y="5"/>
                  </a:moveTo>
                  <a:cubicBezTo>
                    <a:pt x="60" y="4"/>
                    <a:pt x="58" y="4"/>
                    <a:pt x="57" y="3"/>
                  </a:cubicBezTo>
                  <a:cubicBezTo>
                    <a:pt x="56" y="3"/>
                    <a:pt x="56" y="2"/>
                    <a:pt x="55" y="2"/>
                  </a:cubicBezTo>
                  <a:cubicBezTo>
                    <a:pt x="55" y="2"/>
                    <a:pt x="54" y="3"/>
                    <a:pt x="54" y="3"/>
                  </a:cubicBezTo>
                  <a:cubicBezTo>
                    <a:pt x="54" y="3"/>
                    <a:pt x="45" y="6"/>
                    <a:pt x="31" y="6"/>
                  </a:cubicBezTo>
                  <a:cubicBezTo>
                    <a:pt x="18" y="6"/>
                    <a:pt x="9" y="4"/>
                    <a:pt x="7" y="3"/>
                  </a:cubicBezTo>
                  <a:cubicBezTo>
                    <a:pt x="6" y="0"/>
                    <a:pt x="4" y="3"/>
                    <a:pt x="3" y="3"/>
                  </a:cubicBezTo>
                  <a:cubicBezTo>
                    <a:pt x="2" y="2"/>
                    <a:pt x="0" y="2"/>
                    <a:pt x="1" y="3"/>
                  </a:cubicBezTo>
                  <a:cubicBezTo>
                    <a:pt x="2" y="4"/>
                    <a:pt x="3" y="3"/>
                    <a:pt x="2" y="4"/>
                  </a:cubicBezTo>
                  <a:cubicBezTo>
                    <a:pt x="2" y="5"/>
                    <a:pt x="1" y="5"/>
                    <a:pt x="1" y="6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7"/>
                    <a:pt x="1" y="7"/>
                    <a:pt x="0" y="8"/>
                  </a:cubicBezTo>
                  <a:cubicBezTo>
                    <a:pt x="1" y="8"/>
                    <a:pt x="2" y="7"/>
                    <a:pt x="3" y="8"/>
                  </a:cubicBezTo>
                  <a:cubicBezTo>
                    <a:pt x="3" y="9"/>
                    <a:pt x="2" y="10"/>
                    <a:pt x="2" y="10"/>
                  </a:cubicBezTo>
                  <a:cubicBezTo>
                    <a:pt x="3" y="13"/>
                    <a:pt x="6" y="11"/>
                    <a:pt x="7" y="10"/>
                  </a:cubicBezTo>
                  <a:cubicBezTo>
                    <a:pt x="8" y="10"/>
                    <a:pt x="9" y="10"/>
                    <a:pt x="10" y="11"/>
                  </a:cubicBezTo>
                  <a:cubicBezTo>
                    <a:pt x="10" y="13"/>
                    <a:pt x="10" y="13"/>
                    <a:pt x="12" y="14"/>
                  </a:cubicBezTo>
                  <a:cubicBezTo>
                    <a:pt x="13" y="14"/>
                    <a:pt x="15" y="16"/>
                    <a:pt x="16" y="14"/>
                  </a:cubicBezTo>
                  <a:cubicBezTo>
                    <a:pt x="18" y="12"/>
                    <a:pt x="15" y="10"/>
                    <a:pt x="16" y="9"/>
                  </a:cubicBezTo>
                  <a:cubicBezTo>
                    <a:pt x="16" y="7"/>
                    <a:pt x="18" y="7"/>
                    <a:pt x="19" y="9"/>
                  </a:cubicBezTo>
                  <a:cubicBezTo>
                    <a:pt x="20" y="10"/>
                    <a:pt x="19" y="12"/>
                    <a:pt x="20" y="13"/>
                  </a:cubicBezTo>
                  <a:cubicBezTo>
                    <a:pt x="20" y="14"/>
                    <a:pt x="23" y="14"/>
                    <a:pt x="24" y="13"/>
                  </a:cubicBezTo>
                  <a:cubicBezTo>
                    <a:pt x="25" y="12"/>
                    <a:pt x="24" y="10"/>
                    <a:pt x="25" y="10"/>
                  </a:cubicBezTo>
                  <a:cubicBezTo>
                    <a:pt x="26" y="9"/>
                    <a:pt x="28" y="11"/>
                    <a:pt x="29" y="11"/>
                  </a:cubicBezTo>
                  <a:cubicBezTo>
                    <a:pt x="30" y="10"/>
                    <a:pt x="30" y="10"/>
                    <a:pt x="31" y="10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4" y="13"/>
                    <a:pt x="33" y="13"/>
                    <a:pt x="35" y="13"/>
                  </a:cubicBezTo>
                  <a:cubicBezTo>
                    <a:pt x="36" y="14"/>
                    <a:pt x="38" y="15"/>
                    <a:pt x="39" y="14"/>
                  </a:cubicBezTo>
                  <a:cubicBezTo>
                    <a:pt x="39" y="13"/>
                    <a:pt x="36" y="11"/>
                    <a:pt x="37" y="10"/>
                  </a:cubicBezTo>
                  <a:cubicBezTo>
                    <a:pt x="37" y="10"/>
                    <a:pt x="38" y="9"/>
                    <a:pt x="39" y="10"/>
                  </a:cubicBezTo>
                  <a:cubicBezTo>
                    <a:pt x="40" y="11"/>
                    <a:pt x="38" y="11"/>
                    <a:pt x="39" y="12"/>
                  </a:cubicBezTo>
                  <a:cubicBezTo>
                    <a:pt x="39" y="13"/>
                    <a:pt x="40" y="13"/>
                    <a:pt x="40" y="13"/>
                  </a:cubicBezTo>
                  <a:cubicBezTo>
                    <a:pt x="41" y="13"/>
                    <a:pt x="41" y="14"/>
                    <a:pt x="41" y="14"/>
                  </a:cubicBezTo>
                  <a:cubicBezTo>
                    <a:pt x="43" y="15"/>
                    <a:pt x="45" y="14"/>
                    <a:pt x="45" y="12"/>
                  </a:cubicBezTo>
                  <a:cubicBezTo>
                    <a:pt x="44" y="12"/>
                    <a:pt x="43" y="10"/>
                    <a:pt x="43" y="9"/>
                  </a:cubicBezTo>
                  <a:cubicBezTo>
                    <a:pt x="43" y="9"/>
                    <a:pt x="45" y="9"/>
                    <a:pt x="46" y="8"/>
                  </a:cubicBezTo>
                  <a:cubicBezTo>
                    <a:pt x="45" y="9"/>
                    <a:pt x="45" y="9"/>
                    <a:pt x="45" y="10"/>
                  </a:cubicBezTo>
                  <a:cubicBezTo>
                    <a:pt x="46" y="10"/>
                    <a:pt x="46" y="10"/>
                    <a:pt x="47" y="10"/>
                  </a:cubicBezTo>
                  <a:cubicBezTo>
                    <a:pt x="48" y="10"/>
                    <a:pt x="48" y="9"/>
                    <a:pt x="48" y="8"/>
                  </a:cubicBezTo>
                  <a:cubicBezTo>
                    <a:pt x="48" y="8"/>
                    <a:pt x="49" y="8"/>
                    <a:pt x="49" y="9"/>
                  </a:cubicBezTo>
                  <a:cubicBezTo>
                    <a:pt x="50" y="9"/>
                    <a:pt x="49" y="9"/>
                    <a:pt x="49" y="10"/>
                  </a:cubicBezTo>
                  <a:cubicBezTo>
                    <a:pt x="50" y="11"/>
                    <a:pt x="51" y="10"/>
                    <a:pt x="52" y="9"/>
                  </a:cubicBezTo>
                  <a:cubicBezTo>
                    <a:pt x="52" y="9"/>
                    <a:pt x="52" y="9"/>
                    <a:pt x="53" y="9"/>
                  </a:cubicBezTo>
                  <a:cubicBezTo>
                    <a:pt x="53" y="9"/>
                    <a:pt x="54" y="9"/>
                    <a:pt x="54" y="9"/>
                  </a:cubicBezTo>
                  <a:cubicBezTo>
                    <a:pt x="55" y="8"/>
                    <a:pt x="55" y="8"/>
                    <a:pt x="55" y="7"/>
                  </a:cubicBezTo>
                  <a:cubicBezTo>
                    <a:pt x="56" y="7"/>
                    <a:pt x="56" y="8"/>
                    <a:pt x="58" y="7"/>
                  </a:cubicBezTo>
                  <a:cubicBezTo>
                    <a:pt x="60" y="7"/>
                    <a:pt x="60" y="8"/>
                    <a:pt x="60" y="9"/>
                  </a:cubicBezTo>
                  <a:cubicBezTo>
                    <a:pt x="60" y="10"/>
                    <a:pt x="60" y="10"/>
                    <a:pt x="60" y="11"/>
                  </a:cubicBezTo>
                  <a:cubicBezTo>
                    <a:pt x="61" y="11"/>
                    <a:pt x="61" y="6"/>
                    <a:pt x="61" y="5"/>
                  </a:cubicBezTo>
                  <a:close/>
                </a:path>
              </a:pathLst>
            </a:custGeom>
            <a:solidFill>
              <a:srgbClr val="A4C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3" name="Freeform 450">
              <a:extLst>
                <a:ext uri="{FF2B5EF4-FFF2-40B4-BE49-F238E27FC236}">
                  <a16:creationId xmlns:a16="http://schemas.microsoft.com/office/drawing/2014/main" id="{B2F9E0F9-ED4D-4366-95FA-05BD65894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435"/>
              <a:ext cx="490" cy="125"/>
            </a:xfrm>
            <a:custGeom>
              <a:avLst/>
              <a:gdLst>
                <a:gd name="T0" fmla="*/ 1533 w 196"/>
                <a:gd name="T1" fmla="*/ 0 h 47"/>
                <a:gd name="T2" fmla="*/ 3063 w 196"/>
                <a:gd name="T3" fmla="*/ 883 h 47"/>
                <a:gd name="T4" fmla="*/ 1533 w 196"/>
                <a:gd name="T5" fmla="*/ 827 h 47"/>
                <a:gd name="T6" fmla="*/ 1533 w 196"/>
                <a:gd name="T7" fmla="*/ 827 h 47"/>
                <a:gd name="T8" fmla="*/ 0 w 196"/>
                <a:gd name="T9" fmla="*/ 883 h 47"/>
                <a:gd name="T10" fmla="*/ 1533 w 196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47">
                  <a:moveTo>
                    <a:pt x="98" y="0"/>
                  </a:moveTo>
                  <a:cubicBezTo>
                    <a:pt x="129" y="0"/>
                    <a:pt x="188" y="23"/>
                    <a:pt x="196" y="47"/>
                  </a:cubicBezTo>
                  <a:cubicBezTo>
                    <a:pt x="174" y="43"/>
                    <a:pt x="116" y="44"/>
                    <a:pt x="98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80" y="44"/>
                    <a:pt x="23" y="43"/>
                    <a:pt x="0" y="47"/>
                  </a:cubicBezTo>
                  <a:cubicBezTo>
                    <a:pt x="8" y="23"/>
                    <a:pt x="67" y="0"/>
                    <a:pt x="9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4" name="Freeform 451">
              <a:extLst>
                <a:ext uri="{FF2B5EF4-FFF2-40B4-BE49-F238E27FC236}">
                  <a16:creationId xmlns:a16="http://schemas.microsoft.com/office/drawing/2014/main" id="{E8166192-4092-407C-91AD-47471D63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536"/>
              <a:ext cx="490" cy="24"/>
            </a:xfrm>
            <a:custGeom>
              <a:avLst/>
              <a:gdLst>
                <a:gd name="T0" fmla="*/ 1533 w 196"/>
                <a:gd name="T1" fmla="*/ 21 h 9"/>
                <a:gd name="T2" fmla="*/ 1533 w 196"/>
                <a:gd name="T3" fmla="*/ 21 h 9"/>
                <a:gd name="T4" fmla="*/ 50 w 196"/>
                <a:gd name="T5" fmla="*/ 77 h 9"/>
                <a:gd name="T6" fmla="*/ 50 w 196"/>
                <a:gd name="T7" fmla="*/ 77 h 9"/>
                <a:gd name="T8" fmla="*/ 0 w 196"/>
                <a:gd name="T9" fmla="*/ 171 h 9"/>
                <a:gd name="T10" fmla="*/ 1533 w 196"/>
                <a:gd name="T11" fmla="*/ 115 h 9"/>
                <a:gd name="T12" fmla="*/ 1533 w 196"/>
                <a:gd name="T13" fmla="*/ 115 h 9"/>
                <a:gd name="T14" fmla="*/ 3063 w 196"/>
                <a:gd name="T15" fmla="*/ 171 h 9"/>
                <a:gd name="T16" fmla="*/ 3020 w 196"/>
                <a:gd name="T17" fmla="*/ 77 h 9"/>
                <a:gd name="T18" fmla="*/ 3020 w 196"/>
                <a:gd name="T19" fmla="*/ 77 h 9"/>
                <a:gd name="T20" fmla="*/ 1533 w 196"/>
                <a:gd name="T21" fmla="*/ 21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6" h="9">
                  <a:moveTo>
                    <a:pt x="98" y="1"/>
                  </a:moveTo>
                  <a:cubicBezTo>
                    <a:pt x="98" y="1"/>
                    <a:pt x="98" y="1"/>
                    <a:pt x="98" y="1"/>
                  </a:cubicBezTo>
                  <a:cubicBezTo>
                    <a:pt x="81" y="1"/>
                    <a:pt x="27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6"/>
                    <a:pt x="1" y="8"/>
                    <a:pt x="0" y="9"/>
                  </a:cubicBezTo>
                  <a:cubicBezTo>
                    <a:pt x="23" y="5"/>
                    <a:pt x="80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116" y="6"/>
                    <a:pt x="174" y="5"/>
                    <a:pt x="196" y="9"/>
                  </a:cubicBezTo>
                  <a:cubicBezTo>
                    <a:pt x="195" y="7"/>
                    <a:pt x="194" y="5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69" y="0"/>
                    <a:pt x="116" y="1"/>
                    <a:pt x="9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5" name="Rectangle 452">
              <a:extLst>
                <a:ext uri="{FF2B5EF4-FFF2-40B4-BE49-F238E27FC236}">
                  <a16:creationId xmlns:a16="http://schemas.microsoft.com/office/drawing/2014/main" id="{2172B56E-46B7-4596-9557-9B8C8B8AA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552"/>
              <a:ext cx="10" cy="232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856" name="Rectangle 453">
              <a:extLst>
                <a:ext uri="{FF2B5EF4-FFF2-40B4-BE49-F238E27FC236}">
                  <a16:creationId xmlns:a16="http://schemas.microsoft.com/office/drawing/2014/main" id="{447C6531-18D3-491F-8211-83C57A3AE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808"/>
              <a:ext cx="10" cy="203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857" name="Rectangle 454">
              <a:extLst>
                <a:ext uri="{FF2B5EF4-FFF2-40B4-BE49-F238E27FC236}">
                  <a16:creationId xmlns:a16="http://schemas.microsoft.com/office/drawing/2014/main" id="{B2E0F747-F288-4F4F-8728-03DEDE9C1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0" y="1787"/>
              <a:ext cx="430" cy="18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858" name="Freeform 455">
              <a:extLst>
                <a:ext uri="{FF2B5EF4-FFF2-40B4-BE49-F238E27FC236}">
                  <a16:creationId xmlns:a16="http://schemas.microsoft.com/office/drawing/2014/main" id="{CB49E818-A41B-4EF6-860A-487D5221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805"/>
              <a:ext cx="18" cy="206"/>
            </a:xfrm>
            <a:custGeom>
              <a:avLst/>
              <a:gdLst>
                <a:gd name="T0" fmla="*/ 18 w 18"/>
                <a:gd name="T1" fmla="*/ 206 h 206"/>
                <a:gd name="T2" fmla="*/ 18 w 18"/>
                <a:gd name="T3" fmla="*/ 0 h 206"/>
                <a:gd name="T4" fmla="*/ 0 w 18"/>
                <a:gd name="T5" fmla="*/ 0 h 206"/>
                <a:gd name="T6" fmla="*/ 0 w 18"/>
                <a:gd name="T7" fmla="*/ 206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6">
                  <a:moveTo>
                    <a:pt x="18" y="206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0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9" name="Freeform 456">
              <a:extLst>
                <a:ext uri="{FF2B5EF4-FFF2-40B4-BE49-F238E27FC236}">
                  <a16:creationId xmlns:a16="http://schemas.microsoft.com/office/drawing/2014/main" id="{51474819-FDD3-4817-8951-BBA1214A5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805"/>
              <a:ext cx="18" cy="206"/>
            </a:xfrm>
            <a:custGeom>
              <a:avLst/>
              <a:gdLst>
                <a:gd name="T0" fmla="*/ 0 w 18"/>
                <a:gd name="T1" fmla="*/ 206 h 206"/>
                <a:gd name="T2" fmla="*/ 0 w 18"/>
                <a:gd name="T3" fmla="*/ 0 h 206"/>
                <a:gd name="T4" fmla="*/ 18 w 18"/>
                <a:gd name="T5" fmla="*/ 0 h 206"/>
                <a:gd name="T6" fmla="*/ 18 w 18"/>
                <a:gd name="T7" fmla="*/ 206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6">
                  <a:moveTo>
                    <a:pt x="0" y="206"/>
                  </a:moveTo>
                  <a:lnTo>
                    <a:pt x="0" y="0"/>
                  </a:lnTo>
                  <a:lnTo>
                    <a:pt x="18" y="0"/>
                  </a:lnTo>
                  <a:lnTo>
                    <a:pt x="18" y="20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0" name="Freeform 457">
              <a:extLst>
                <a:ext uri="{FF2B5EF4-FFF2-40B4-BE49-F238E27FC236}">
                  <a16:creationId xmlns:a16="http://schemas.microsoft.com/office/drawing/2014/main" id="{A58C4848-D69B-40B4-AE64-D822C2B2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885"/>
              <a:ext cx="68" cy="126"/>
            </a:xfrm>
            <a:custGeom>
              <a:avLst/>
              <a:gdLst>
                <a:gd name="T0" fmla="*/ 68 w 68"/>
                <a:gd name="T1" fmla="*/ 126 h 126"/>
                <a:gd name="T2" fmla="*/ 68 w 68"/>
                <a:gd name="T3" fmla="*/ 0 h 126"/>
                <a:gd name="T4" fmla="*/ 0 w 68"/>
                <a:gd name="T5" fmla="*/ 0 h 126"/>
                <a:gd name="T6" fmla="*/ 0 w 68"/>
                <a:gd name="T7" fmla="*/ 126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26">
                  <a:moveTo>
                    <a:pt x="68" y="126"/>
                  </a:moveTo>
                  <a:lnTo>
                    <a:pt x="68" y="0"/>
                  </a:lnTo>
                  <a:lnTo>
                    <a:pt x="0" y="0"/>
                  </a:lnTo>
                  <a:lnTo>
                    <a:pt x="0" y="12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1" name="Line 458">
              <a:extLst>
                <a:ext uri="{FF2B5EF4-FFF2-40B4-BE49-F238E27FC236}">
                  <a16:creationId xmlns:a16="http://schemas.microsoft.com/office/drawing/2014/main" id="{8830F558-C329-4A01-BBE7-D4DD0D3406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78" y="1965"/>
              <a:ext cx="72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2" name="Freeform 459">
              <a:extLst>
                <a:ext uri="{FF2B5EF4-FFF2-40B4-BE49-F238E27FC236}">
                  <a16:creationId xmlns:a16="http://schemas.microsoft.com/office/drawing/2014/main" id="{38B264EB-21BB-4685-87D2-71FC5A673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885"/>
              <a:ext cx="67" cy="126"/>
            </a:xfrm>
            <a:custGeom>
              <a:avLst/>
              <a:gdLst>
                <a:gd name="T0" fmla="*/ 0 w 67"/>
                <a:gd name="T1" fmla="*/ 126 h 126"/>
                <a:gd name="T2" fmla="*/ 0 w 67"/>
                <a:gd name="T3" fmla="*/ 0 h 126"/>
                <a:gd name="T4" fmla="*/ 67 w 67"/>
                <a:gd name="T5" fmla="*/ 0 h 126"/>
                <a:gd name="T6" fmla="*/ 67 w 67"/>
                <a:gd name="T7" fmla="*/ 126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26">
                  <a:moveTo>
                    <a:pt x="0" y="126"/>
                  </a:moveTo>
                  <a:lnTo>
                    <a:pt x="0" y="0"/>
                  </a:lnTo>
                  <a:lnTo>
                    <a:pt x="67" y="0"/>
                  </a:lnTo>
                  <a:lnTo>
                    <a:pt x="67" y="12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3" name="Line 460">
              <a:extLst>
                <a:ext uri="{FF2B5EF4-FFF2-40B4-BE49-F238E27FC236}">
                  <a16:creationId xmlns:a16="http://schemas.microsoft.com/office/drawing/2014/main" id="{89A208E8-D921-46D2-AEB4-3AD3F5E682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1965"/>
              <a:ext cx="67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4" name="Line 461">
              <a:extLst>
                <a:ext uri="{FF2B5EF4-FFF2-40B4-BE49-F238E27FC236}">
                  <a16:creationId xmlns:a16="http://schemas.microsoft.com/office/drawing/2014/main" id="{5BDF9638-4527-4BD2-9178-9C0393DD4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" y="1965"/>
              <a:ext cx="68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5" name="Freeform 462">
              <a:extLst>
                <a:ext uri="{FF2B5EF4-FFF2-40B4-BE49-F238E27FC236}">
                  <a16:creationId xmlns:a16="http://schemas.microsoft.com/office/drawing/2014/main" id="{5163D83B-8E22-4F03-B4C7-DC9B0D25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1440"/>
              <a:ext cx="490" cy="125"/>
            </a:xfrm>
            <a:custGeom>
              <a:avLst/>
              <a:gdLst>
                <a:gd name="T0" fmla="*/ 1533 w 196"/>
                <a:gd name="T1" fmla="*/ 0 h 47"/>
                <a:gd name="T2" fmla="*/ 3063 w 196"/>
                <a:gd name="T3" fmla="*/ 883 h 47"/>
                <a:gd name="T4" fmla="*/ 1533 w 196"/>
                <a:gd name="T5" fmla="*/ 827 h 47"/>
                <a:gd name="T6" fmla="*/ 1533 w 196"/>
                <a:gd name="T7" fmla="*/ 827 h 47"/>
                <a:gd name="T8" fmla="*/ 0 w 196"/>
                <a:gd name="T9" fmla="*/ 883 h 47"/>
                <a:gd name="T10" fmla="*/ 1533 w 196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47">
                  <a:moveTo>
                    <a:pt x="98" y="0"/>
                  </a:moveTo>
                  <a:cubicBezTo>
                    <a:pt x="129" y="0"/>
                    <a:pt x="188" y="23"/>
                    <a:pt x="196" y="47"/>
                  </a:cubicBezTo>
                  <a:cubicBezTo>
                    <a:pt x="174" y="43"/>
                    <a:pt x="116" y="44"/>
                    <a:pt x="98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80" y="44"/>
                    <a:pt x="23" y="43"/>
                    <a:pt x="0" y="47"/>
                  </a:cubicBezTo>
                  <a:cubicBezTo>
                    <a:pt x="8" y="23"/>
                    <a:pt x="67" y="0"/>
                    <a:pt x="9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6" name="Freeform 463">
              <a:extLst>
                <a:ext uri="{FF2B5EF4-FFF2-40B4-BE49-F238E27FC236}">
                  <a16:creationId xmlns:a16="http://schemas.microsoft.com/office/drawing/2014/main" id="{BECD7269-D948-4608-A801-4CFD387C1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1541"/>
              <a:ext cx="490" cy="24"/>
            </a:xfrm>
            <a:custGeom>
              <a:avLst/>
              <a:gdLst>
                <a:gd name="T0" fmla="*/ 1533 w 196"/>
                <a:gd name="T1" fmla="*/ 21 h 9"/>
                <a:gd name="T2" fmla="*/ 1533 w 196"/>
                <a:gd name="T3" fmla="*/ 21 h 9"/>
                <a:gd name="T4" fmla="*/ 50 w 196"/>
                <a:gd name="T5" fmla="*/ 77 h 9"/>
                <a:gd name="T6" fmla="*/ 50 w 196"/>
                <a:gd name="T7" fmla="*/ 77 h 9"/>
                <a:gd name="T8" fmla="*/ 0 w 196"/>
                <a:gd name="T9" fmla="*/ 171 h 9"/>
                <a:gd name="T10" fmla="*/ 1533 w 196"/>
                <a:gd name="T11" fmla="*/ 115 h 9"/>
                <a:gd name="T12" fmla="*/ 1533 w 196"/>
                <a:gd name="T13" fmla="*/ 115 h 9"/>
                <a:gd name="T14" fmla="*/ 3063 w 196"/>
                <a:gd name="T15" fmla="*/ 171 h 9"/>
                <a:gd name="T16" fmla="*/ 3020 w 196"/>
                <a:gd name="T17" fmla="*/ 77 h 9"/>
                <a:gd name="T18" fmla="*/ 3020 w 196"/>
                <a:gd name="T19" fmla="*/ 77 h 9"/>
                <a:gd name="T20" fmla="*/ 1533 w 196"/>
                <a:gd name="T21" fmla="*/ 21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6" h="9">
                  <a:moveTo>
                    <a:pt x="98" y="1"/>
                  </a:moveTo>
                  <a:cubicBezTo>
                    <a:pt x="98" y="1"/>
                    <a:pt x="98" y="1"/>
                    <a:pt x="98" y="1"/>
                  </a:cubicBezTo>
                  <a:cubicBezTo>
                    <a:pt x="81" y="1"/>
                    <a:pt x="27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6"/>
                    <a:pt x="1" y="8"/>
                    <a:pt x="0" y="9"/>
                  </a:cubicBezTo>
                  <a:cubicBezTo>
                    <a:pt x="23" y="5"/>
                    <a:pt x="80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116" y="6"/>
                    <a:pt x="174" y="5"/>
                    <a:pt x="196" y="9"/>
                  </a:cubicBezTo>
                  <a:cubicBezTo>
                    <a:pt x="196" y="8"/>
                    <a:pt x="194" y="6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69" y="0"/>
                    <a:pt x="116" y="1"/>
                    <a:pt x="9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7" name="Rectangle 464">
              <a:extLst>
                <a:ext uri="{FF2B5EF4-FFF2-40B4-BE49-F238E27FC236}">
                  <a16:creationId xmlns:a16="http://schemas.microsoft.com/office/drawing/2014/main" id="{7EA7CF82-18CE-492D-9A30-FD8D223DC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1557"/>
              <a:ext cx="10" cy="227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868" name="Rectangle 465">
              <a:extLst>
                <a:ext uri="{FF2B5EF4-FFF2-40B4-BE49-F238E27FC236}">
                  <a16:creationId xmlns:a16="http://schemas.microsoft.com/office/drawing/2014/main" id="{9D815BAF-0BB2-4D3C-BE1E-AC57AFF0C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1808"/>
              <a:ext cx="10" cy="203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869" name="Rectangle 466">
              <a:extLst>
                <a:ext uri="{FF2B5EF4-FFF2-40B4-BE49-F238E27FC236}">
                  <a16:creationId xmlns:a16="http://schemas.microsoft.com/office/drawing/2014/main" id="{CC5FBFD2-89B1-4E9F-89CE-71DC8ECA7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1787"/>
              <a:ext cx="430" cy="18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870" name="Freeform 467">
              <a:extLst>
                <a:ext uri="{FF2B5EF4-FFF2-40B4-BE49-F238E27FC236}">
                  <a16:creationId xmlns:a16="http://schemas.microsoft.com/office/drawing/2014/main" id="{123E249C-CA55-4EDF-AD2B-33715D0AC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805"/>
              <a:ext cx="17" cy="206"/>
            </a:xfrm>
            <a:custGeom>
              <a:avLst/>
              <a:gdLst>
                <a:gd name="T0" fmla="*/ 17 w 17"/>
                <a:gd name="T1" fmla="*/ 206 h 206"/>
                <a:gd name="T2" fmla="*/ 17 w 17"/>
                <a:gd name="T3" fmla="*/ 0 h 206"/>
                <a:gd name="T4" fmla="*/ 0 w 17"/>
                <a:gd name="T5" fmla="*/ 0 h 206"/>
                <a:gd name="T6" fmla="*/ 0 w 17"/>
                <a:gd name="T7" fmla="*/ 206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6">
                  <a:moveTo>
                    <a:pt x="17" y="206"/>
                  </a:moveTo>
                  <a:lnTo>
                    <a:pt x="17" y="0"/>
                  </a:lnTo>
                  <a:lnTo>
                    <a:pt x="0" y="0"/>
                  </a:lnTo>
                  <a:lnTo>
                    <a:pt x="0" y="20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1" name="Freeform 468">
              <a:extLst>
                <a:ext uri="{FF2B5EF4-FFF2-40B4-BE49-F238E27FC236}">
                  <a16:creationId xmlns:a16="http://schemas.microsoft.com/office/drawing/2014/main" id="{6D9DF5D7-D62D-40D4-A183-4ACCE74BA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05"/>
              <a:ext cx="18" cy="206"/>
            </a:xfrm>
            <a:custGeom>
              <a:avLst/>
              <a:gdLst>
                <a:gd name="T0" fmla="*/ 0 w 18"/>
                <a:gd name="T1" fmla="*/ 206 h 206"/>
                <a:gd name="T2" fmla="*/ 0 w 18"/>
                <a:gd name="T3" fmla="*/ 0 h 206"/>
                <a:gd name="T4" fmla="*/ 18 w 18"/>
                <a:gd name="T5" fmla="*/ 0 h 206"/>
                <a:gd name="T6" fmla="*/ 18 w 18"/>
                <a:gd name="T7" fmla="*/ 206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6">
                  <a:moveTo>
                    <a:pt x="0" y="206"/>
                  </a:moveTo>
                  <a:lnTo>
                    <a:pt x="0" y="0"/>
                  </a:lnTo>
                  <a:lnTo>
                    <a:pt x="18" y="0"/>
                  </a:lnTo>
                  <a:lnTo>
                    <a:pt x="18" y="20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2" name="Freeform 469">
              <a:extLst>
                <a:ext uri="{FF2B5EF4-FFF2-40B4-BE49-F238E27FC236}">
                  <a16:creationId xmlns:a16="http://schemas.microsoft.com/office/drawing/2014/main" id="{70AF26C1-5356-45E3-AE61-7E8ACEC07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885"/>
              <a:ext cx="68" cy="126"/>
            </a:xfrm>
            <a:custGeom>
              <a:avLst/>
              <a:gdLst>
                <a:gd name="T0" fmla="*/ 68 w 68"/>
                <a:gd name="T1" fmla="*/ 126 h 126"/>
                <a:gd name="T2" fmla="*/ 68 w 68"/>
                <a:gd name="T3" fmla="*/ 0 h 126"/>
                <a:gd name="T4" fmla="*/ 0 w 68"/>
                <a:gd name="T5" fmla="*/ 0 h 126"/>
                <a:gd name="T6" fmla="*/ 0 w 68"/>
                <a:gd name="T7" fmla="*/ 126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26">
                  <a:moveTo>
                    <a:pt x="68" y="126"/>
                  </a:moveTo>
                  <a:lnTo>
                    <a:pt x="68" y="0"/>
                  </a:lnTo>
                  <a:lnTo>
                    <a:pt x="0" y="0"/>
                  </a:lnTo>
                  <a:lnTo>
                    <a:pt x="0" y="12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3" name="Line 470">
              <a:extLst>
                <a:ext uri="{FF2B5EF4-FFF2-40B4-BE49-F238E27FC236}">
                  <a16:creationId xmlns:a16="http://schemas.microsoft.com/office/drawing/2014/main" id="{2452CE12-3FD3-425A-AA2A-64A4B28C2F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28" y="1965"/>
              <a:ext cx="72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4" name="Freeform 471">
              <a:extLst>
                <a:ext uri="{FF2B5EF4-FFF2-40B4-BE49-F238E27FC236}">
                  <a16:creationId xmlns:a16="http://schemas.microsoft.com/office/drawing/2014/main" id="{A7ECA970-5D15-4F56-814E-0413E0BDD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1885"/>
              <a:ext cx="67" cy="126"/>
            </a:xfrm>
            <a:custGeom>
              <a:avLst/>
              <a:gdLst>
                <a:gd name="T0" fmla="*/ 0 w 67"/>
                <a:gd name="T1" fmla="*/ 126 h 126"/>
                <a:gd name="T2" fmla="*/ 0 w 67"/>
                <a:gd name="T3" fmla="*/ 0 h 126"/>
                <a:gd name="T4" fmla="*/ 67 w 67"/>
                <a:gd name="T5" fmla="*/ 0 h 126"/>
                <a:gd name="T6" fmla="*/ 67 w 67"/>
                <a:gd name="T7" fmla="*/ 126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26">
                  <a:moveTo>
                    <a:pt x="0" y="126"/>
                  </a:moveTo>
                  <a:lnTo>
                    <a:pt x="0" y="0"/>
                  </a:lnTo>
                  <a:lnTo>
                    <a:pt x="67" y="0"/>
                  </a:lnTo>
                  <a:lnTo>
                    <a:pt x="67" y="12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5" name="Freeform 472">
              <a:extLst>
                <a:ext uri="{FF2B5EF4-FFF2-40B4-BE49-F238E27FC236}">
                  <a16:creationId xmlns:a16="http://schemas.microsoft.com/office/drawing/2014/main" id="{0C221A61-97AD-439D-B35D-A1C3156DF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440"/>
              <a:ext cx="490" cy="125"/>
            </a:xfrm>
            <a:custGeom>
              <a:avLst/>
              <a:gdLst>
                <a:gd name="T0" fmla="*/ 1533 w 196"/>
                <a:gd name="T1" fmla="*/ 0 h 47"/>
                <a:gd name="T2" fmla="*/ 0 w 196"/>
                <a:gd name="T3" fmla="*/ 883 h 47"/>
                <a:gd name="T4" fmla="*/ 1533 w 196"/>
                <a:gd name="T5" fmla="*/ 827 h 47"/>
                <a:gd name="T6" fmla="*/ 1533 w 196"/>
                <a:gd name="T7" fmla="*/ 827 h 47"/>
                <a:gd name="T8" fmla="*/ 3063 w 196"/>
                <a:gd name="T9" fmla="*/ 883 h 47"/>
                <a:gd name="T10" fmla="*/ 1533 w 196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47">
                  <a:moveTo>
                    <a:pt x="98" y="0"/>
                  </a:moveTo>
                  <a:cubicBezTo>
                    <a:pt x="67" y="0"/>
                    <a:pt x="8" y="23"/>
                    <a:pt x="0" y="47"/>
                  </a:cubicBezTo>
                  <a:cubicBezTo>
                    <a:pt x="22" y="43"/>
                    <a:pt x="80" y="44"/>
                    <a:pt x="98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116" y="44"/>
                    <a:pt x="173" y="43"/>
                    <a:pt x="196" y="47"/>
                  </a:cubicBezTo>
                  <a:cubicBezTo>
                    <a:pt x="188" y="23"/>
                    <a:pt x="129" y="0"/>
                    <a:pt x="9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6" name="Freeform 473">
              <a:extLst>
                <a:ext uri="{FF2B5EF4-FFF2-40B4-BE49-F238E27FC236}">
                  <a16:creationId xmlns:a16="http://schemas.microsoft.com/office/drawing/2014/main" id="{DE7ACC56-1D94-4DE6-9307-7BCD3327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541"/>
              <a:ext cx="490" cy="24"/>
            </a:xfrm>
            <a:custGeom>
              <a:avLst/>
              <a:gdLst>
                <a:gd name="T0" fmla="*/ 3020 w 196"/>
                <a:gd name="T1" fmla="*/ 77 h 9"/>
                <a:gd name="T2" fmla="*/ 3020 w 196"/>
                <a:gd name="T3" fmla="*/ 77 h 9"/>
                <a:gd name="T4" fmla="*/ 1533 w 196"/>
                <a:gd name="T5" fmla="*/ 21 h 9"/>
                <a:gd name="T6" fmla="*/ 1533 w 196"/>
                <a:gd name="T7" fmla="*/ 21 h 9"/>
                <a:gd name="T8" fmla="*/ 50 w 196"/>
                <a:gd name="T9" fmla="*/ 77 h 9"/>
                <a:gd name="T10" fmla="*/ 50 w 196"/>
                <a:gd name="T11" fmla="*/ 77 h 9"/>
                <a:gd name="T12" fmla="*/ 0 w 196"/>
                <a:gd name="T13" fmla="*/ 171 h 9"/>
                <a:gd name="T14" fmla="*/ 1533 w 196"/>
                <a:gd name="T15" fmla="*/ 115 h 9"/>
                <a:gd name="T16" fmla="*/ 1533 w 196"/>
                <a:gd name="T17" fmla="*/ 115 h 9"/>
                <a:gd name="T18" fmla="*/ 3063 w 196"/>
                <a:gd name="T19" fmla="*/ 171 h 9"/>
                <a:gd name="T20" fmla="*/ 3020 w 196"/>
                <a:gd name="T21" fmla="*/ 77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6" h="9">
                  <a:moveTo>
                    <a:pt x="193" y="4"/>
                  </a:moveTo>
                  <a:cubicBezTo>
                    <a:pt x="193" y="4"/>
                    <a:pt x="193" y="4"/>
                    <a:pt x="193" y="4"/>
                  </a:cubicBezTo>
                  <a:cubicBezTo>
                    <a:pt x="169" y="0"/>
                    <a:pt x="115" y="1"/>
                    <a:pt x="98" y="1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80" y="1"/>
                    <a:pt x="27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22" y="5"/>
                    <a:pt x="80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116" y="6"/>
                    <a:pt x="173" y="5"/>
                    <a:pt x="196" y="9"/>
                  </a:cubicBezTo>
                  <a:cubicBezTo>
                    <a:pt x="195" y="7"/>
                    <a:pt x="194" y="5"/>
                    <a:pt x="193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7" name="Rectangle 474">
              <a:extLst>
                <a:ext uri="{FF2B5EF4-FFF2-40B4-BE49-F238E27FC236}">
                  <a16:creationId xmlns:a16="http://schemas.microsoft.com/office/drawing/2014/main" id="{126F8C2A-9175-48A6-8F24-8A92F45FE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557"/>
              <a:ext cx="10" cy="227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878" name="Rectangle 475">
              <a:extLst>
                <a:ext uri="{FF2B5EF4-FFF2-40B4-BE49-F238E27FC236}">
                  <a16:creationId xmlns:a16="http://schemas.microsoft.com/office/drawing/2014/main" id="{F468C723-4CA0-4FC0-8524-4B20B2BC4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808"/>
              <a:ext cx="10" cy="203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879" name="Rectangle 476">
              <a:extLst>
                <a:ext uri="{FF2B5EF4-FFF2-40B4-BE49-F238E27FC236}">
                  <a16:creationId xmlns:a16="http://schemas.microsoft.com/office/drawing/2014/main" id="{0252A6A7-E2AD-4681-AB87-F5E5ED712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787"/>
              <a:ext cx="430" cy="18"/>
            </a:xfrm>
            <a:prstGeom prst="rect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880" name="Freeform 477">
              <a:extLst>
                <a:ext uri="{FF2B5EF4-FFF2-40B4-BE49-F238E27FC236}">
                  <a16:creationId xmlns:a16="http://schemas.microsoft.com/office/drawing/2014/main" id="{9C09A53C-4D39-422F-8266-077125D6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805"/>
              <a:ext cx="18" cy="206"/>
            </a:xfrm>
            <a:custGeom>
              <a:avLst/>
              <a:gdLst>
                <a:gd name="T0" fmla="*/ 0 w 18"/>
                <a:gd name="T1" fmla="*/ 206 h 206"/>
                <a:gd name="T2" fmla="*/ 0 w 18"/>
                <a:gd name="T3" fmla="*/ 0 h 206"/>
                <a:gd name="T4" fmla="*/ 18 w 18"/>
                <a:gd name="T5" fmla="*/ 0 h 206"/>
                <a:gd name="T6" fmla="*/ 18 w 18"/>
                <a:gd name="T7" fmla="*/ 206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6">
                  <a:moveTo>
                    <a:pt x="0" y="206"/>
                  </a:moveTo>
                  <a:lnTo>
                    <a:pt x="0" y="0"/>
                  </a:lnTo>
                  <a:lnTo>
                    <a:pt x="18" y="0"/>
                  </a:lnTo>
                  <a:lnTo>
                    <a:pt x="18" y="20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1" name="Freeform 478">
              <a:extLst>
                <a:ext uri="{FF2B5EF4-FFF2-40B4-BE49-F238E27FC236}">
                  <a16:creationId xmlns:a16="http://schemas.microsoft.com/office/drawing/2014/main" id="{92899EE5-2EC0-4048-BA3F-D82BA12CF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805"/>
              <a:ext cx="18" cy="206"/>
            </a:xfrm>
            <a:custGeom>
              <a:avLst/>
              <a:gdLst>
                <a:gd name="T0" fmla="*/ 18 w 18"/>
                <a:gd name="T1" fmla="*/ 206 h 206"/>
                <a:gd name="T2" fmla="*/ 18 w 18"/>
                <a:gd name="T3" fmla="*/ 0 h 206"/>
                <a:gd name="T4" fmla="*/ 0 w 18"/>
                <a:gd name="T5" fmla="*/ 0 h 206"/>
                <a:gd name="T6" fmla="*/ 0 w 18"/>
                <a:gd name="T7" fmla="*/ 206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6">
                  <a:moveTo>
                    <a:pt x="18" y="206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0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2" name="Freeform 479">
              <a:extLst>
                <a:ext uri="{FF2B5EF4-FFF2-40B4-BE49-F238E27FC236}">
                  <a16:creationId xmlns:a16="http://schemas.microsoft.com/office/drawing/2014/main" id="{710127C2-DE2A-4198-946B-04B33779A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885"/>
              <a:ext cx="68" cy="126"/>
            </a:xfrm>
            <a:custGeom>
              <a:avLst/>
              <a:gdLst>
                <a:gd name="T0" fmla="*/ 0 w 68"/>
                <a:gd name="T1" fmla="*/ 126 h 126"/>
                <a:gd name="T2" fmla="*/ 0 w 68"/>
                <a:gd name="T3" fmla="*/ 0 h 126"/>
                <a:gd name="T4" fmla="*/ 68 w 68"/>
                <a:gd name="T5" fmla="*/ 0 h 126"/>
                <a:gd name="T6" fmla="*/ 68 w 68"/>
                <a:gd name="T7" fmla="*/ 126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26">
                  <a:moveTo>
                    <a:pt x="0" y="126"/>
                  </a:moveTo>
                  <a:lnTo>
                    <a:pt x="0" y="0"/>
                  </a:lnTo>
                  <a:lnTo>
                    <a:pt x="68" y="0"/>
                  </a:lnTo>
                  <a:lnTo>
                    <a:pt x="68" y="12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3" name="Line 480">
              <a:extLst>
                <a:ext uri="{FF2B5EF4-FFF2-40B4-BE49-F238E27FC236}">
                  <a16:creationId xmlns:a16="http://schemas.microsoft.com/office/drawing/2014/main" id="{3E9C26BE-27DE-413F-AF62-4F48515F54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3" y="1965"/>
              <a:ext cx="72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4" name="Freeform 481">
              <a:extLst>
                <a:ext uri="{FF2B5EF4-FFF2-40B4-BE49-F238E27FC236}">
                  <a16:creationId xmlns:a16="http://schemas.microsoft.com/office/drawing/2014/main" id="{78899060-9333-4AD2-A402-5531888D1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885"/>
              <a:ext cx="67" cy="126"/>
            </a:xfrm>
            <a:custGeom>
              <a:avLst/>
              <a:gdLst>
                <a:gd name="T0" fmla="*/ 67 w 67"/>
                <a:gd name="T1" fmla="*/ 126 h 126"/>
                <a:gd name="T2" fmla="*/ 67 w 67"/>
                <a:gd name="T3" fmla="*/ 0 h 126"/>
                <a:gd name="T4" fmla="*/ 0 w 67"/>
                <a:gd name="T5" fmla="*/ 0 h 126"/>
                <a:gd name="T6" fmla="*/ 0 w 67"/>
                <a:gd name="T7" fmla="*/ 126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26">
                  <a:moveTo>
                    <a:pt x="67" y="126"/>
                  </a:moveTo>
                  <a:lnTo>
                    <a:pt x="67" y="0"/>
                  </a:lnTo>
                  <a:lnTo>
                    <a:pt x="0" y="0"/>
                  </a:lnTo>
                  <a:lnTo>
                    <a:pt x="0" y="126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5" name="Line 482">
              <a:extLst>
                <a:ext uri="{FF2B5EF4-FFF2-40B4-BE49-F238E27FC236}">
                  <a16:creationId xmlns:a16="http://schemas.microsoft.com/office/drawing/2014/main" id="{795141FE-21E4-4769-9155-9C7A9B932D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13" y="1965"/>
              <a:ext cx="67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6" name="Freeform 483">
              <a:extLst>
                <a:ext uri="{FF2B5EF4-FFF2-40B4-BE49-F238E27FC236}">
                  <a16:creationId xmlns:a16="http://schemas.microsoft.com/office/drawing/2014/main" id="{2FD9CF61-30E2-4215-B1D2-99DCB14F9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333"/>
              <a:ext cx="122" cy="46"/>
            </a:xfrm>
            <a:custGeom>
              <a:avLst/>
              <a:gdLst>
                <a:gd name="T0" fmla="*/ 383 w 49"/>
                <a:gd name="T1" fmla="*/ 336 h 17"/>
                <a:gd name="T2" fmla="*/ 744 w 49"/>
                <a:gd name="T3" fmla="*/ 279 h 17"/>
                <a:gd name="T4" fmla="*/ 695 w 49"/>
                <a:gd name="T5" fmla="*/ 138 h 17"/>
                <a:gd name="T6" fmla="*/ 383 w 49"/>
                <a:gd name="T7" fmla="*/ 0 h 17"/>
                <a:gd name="T8" fmla="*/ 62 w 49"/>
                <a:gd name="T9" fmla="*/ 138 h 17"/>
                <a:gd name="T10" fmla="*/ 12 w 49"/>
                <a:gd name="T11" fmla="*/ 279 h 17"/>
                <a:gd name="T12" fmla="*/ 383 w 49"/>
                <a:gd name="T13" fmla="*/ 33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7">
                  <a:moveTo>
                    <a:pt x="25" y="17"/>
                  </a:moveTo>
                  <a:cubicBezTo>
                    <a:pt x="39" y="17"/>
                    <a:pt x="48" y="14"/>
                    <a:pt x="48" y="14"/>
                  </a:cubicBezTo>
                  <a:cubicBezTo>
                    <a:pt x="48" y="14"/>
                    <a:pt x="49" y="11"/>
                    <a:pt x="45" y="7"/>
                  </a:cubicBezTo>
                  <a:cubicBezTo>
                    <a:pt x="40" y="2"/>
                    <a:pt x="32" y="0"/>
                    <a:pt x="25" y="0"/>
                  </a:cubicBezTo>
                  <a:cubicBezTo>
                    <a:pt x="17" y="0"/>
                    <a:pt x="9" y="2"/>
                    <a:pt x="4" y="7"/>
                  </a:cubicBezTo>
                  <a:cubicBezTo>
                    <a:pt x="0" y="11"/>
                    <a:pt x="1" y="14"/>
                    <a:pt x="1" y="14"/>
                  </a:cubicBezTo>
                  <a:cubicBezTo>
                    <a:pt x="1" y="14"/>
                    <a:pt x="11" y="17"/>
                    <a:pt x="25" y="17"/>
                  </a:cubicBezTo>
                </a:path>
              </a:pathLst>
            </a:custGeom>
            <a:solidFill>
              <a:srgbClr val="FFE7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7" name="Freeform 484">
              <a:extLst>
                <a:ext uri="{FF2B5EF4-FFF2-40B4-BE49-F238E27FC236}">
                  <a16:creationId xmlns:a16="http://schemas.microsoft.com/office/drawing/2014/main" id="{047A5E7A-EDC9-4BED-825E-9331179B4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392"/>
              <a:ext cx="140" cy="29"/>
            </a:xfrm>
            <a:custGeom>
              <a:avLst/>
              <a:gdLst>
                <a:gd name="T0" fmla="*/ 875 w 56"/>
                <a:gd name="T1" fmla="*/ 21 h 11"/>
                <a:gd name="T2" fmla="*/ 863 w 56"/>
                <a:gd name="T3" fmla="*/ 0 h 11"/>
                <a:gd name="T4" fmla="*/ 863 w 56"/>
                <a:gd name="T5" fmla="*/ 0 h 11"/>
                <a:gd name="T6" fmla="*/ 863 w 56"/>
                <a:gd name="T7" fmla="*/ 0 h 11"/>
                <a:gd name="T8" fmla="*/ 833 w 56"/>
                <a:gd name="T9" fmla="*/ 34 h 11"/>
                <a:gd name="T10" fmla="*/ 675 w 56"/>
                <a:gd name="T11" fmla="*/ 34 h 11"/>
                <a:gd name="T12" fmla="*/ 625 w 56"/>
                <a:gd name="T13" fmla="*/ 55 h 11"/>
                <a:gd name="T14" fmla="*/ 625 w 56"/>
                <a:gd name="T15" fmla="*/ 55 h 11"/>
                <a:gd name="T16" fmla="*/ 595 w 56"/>
                <a:gd name="T17" fmla="*/ 55 h 11"/>
                <a:gd name="T18" fmla="*/ 595 w 56"/>
                <a:gd name="T19" fmla="*/ 55 h 11"/>
                <a:gd name="T20" fmla="*/ 595 w 56"/>
                <a:gd name="T21" fmla="*/ 55 h 11"/>
                <a:gd name="T22" fmla="*/ 500 w 56"/>
                <a:gd name="T23" fmla="*/ 90 h 11"/>
                <a:gd name="T24" fmla="*/ 395 w 56"/>
                <a:gd name="T25" fmla="*/ 182 h 11"/>
                <a:gd name="T26" fmla="*/ 220 w 56"/>
                <a:gd name="T27" fmla="*/ 76 h 11"/>
                <a:gd name="T28" fmla="*/ 175 w 56"/>
                <a:gd name="T29" fmla="*/ 55 h 11"/>
                <a:gd name="T30" fmla="*/ 175 w 56"/>
                <a:gd name="T31" fmla="*/ 55 h 11"/>
                <a:gd name="T32" fmla="*/ 158 w 56"/>
                <a:gd name="T33" fmla="*/ 34 h 11"/>
                <a:gd name="T34" fmla="*/ 50 w 56"/>
                <a:gd name="T35" fmla="*/ 34 h 11"/>
                <a:gd name="T36" fmla="*/ 0 w 56"/>
                <a:gd name="T37" fmla="*/ 34 h 11"/>
                <a:gd name="T38" fmla="*/ 0 w 56"/>
                <a:gd name="T39" fmla="*/ 34 h 11"/>
                <a:gd name="T40" fmla="*/ 0 w 56"/>
                <a:gd name="T41" fmla="*/ 55 h 11"/>
                <a:gd name="T42" fmla="*/ 50 w 56"/>
                <a:gd name="T43" fmla="*/ 55 h 11"/>
                <a:gd name="T44" fmla="*/ 158 w 56"/>
                <a:gd name="T45" fmla="*/ 76 h 11"/>
                <a:gd name="T46" fmla="*/ 408 w 56"/>
                <a:gd name="T47" fmla="*/ 200 h 11"/>
                <a:gd name="T48" fmla="*/ 500 w 56"/>
                <a:gd name="T49" fmla="*/ 111 h 11"/>
                <a:gd name="T50" fmla="*/ 658 w 56"/>
                <a:gd name="T51" fmla="*/ 76 h 11"/>
                <a:gd name="T52" fmla="*/ 833 w 56"/>
                <a:gd name="T53" fmla="*/ 55 h 11"/>
                <a:gd name="T54" fmla="*/ 875 w 56"/>
                <a:gd name="T55" fmla="*/ 21 h 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6" h="11">
                  <a:moveTo>
                    <a:pt x="56" y="1"/>
                  </a:moveTo>
                  <a:cubicBezTo>
                    <a:pt x="56" y="1"/>
                    <a:pt x="56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1"/>
                    <a:pt x="54" y="2"/>
                    <a:pt x="53" y="2"/>
                  </a:cubicBezTo>
                  <a:cubicBezTo>
                    <a:pt x="50" y="2"/>
                    <a:pt x="47" y="2"/>
                    <a:pt x="43" y="2"/>
                  </a:cubicBezTo>
                  <a:cubicBezTo>
                    <a:pt x="43" y="3"/>
                    <a:pt x="41" y="4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9" y="3"/>
                    <a:pt x="39" y="3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6" y="4"/>
                    <a:pt x="34" y="4"/>
                    <a:pt x="32" y="5"/>
                  </a:cubicBezTo>
                  <a:cubicBezTo>
                    <a:pt x="31" y="6"/>
                    <a:pt x="26" y="8"/>
                    <a:pt x="25" y="10"/>
                  </a:cubicBezTo>
                  <a:cubicBezTo>
                    <a:pt x="22" y="7"/>
                    <a:pt x="18" y="5"/>
                    <a:pt x="14" y="4"/>
                  </a:cubicBezTo>
                  <a:cubicBezTo>
                    <a:pt x="13" y="4"/>
                    <a:pt x="12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0" y="2"/>
                    <a:pt x="10" y="2"/>
                  </a:cubicBezTo>
                  <a:cubicBezTo>
                    <a:pt x="8" y="2"/>
                    <a:pt x="6" y="2"/>
                    <a:pt x="3" y="2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2"/>
                    <a:pt x="2" y="3"/>
                    <a:pt x="3" y="3"/>
                  </a:cubicBezTo>
                  <a:cubicBezTo>
                    <a:pt x="6" y="3"/>
                    <a:pt x="8" y="3"/>
                    <a:pt x="10" y="4"/>
                  </a:cubicBezTo>
                  <a:cubicBezTo>
                    <a:pt x="16" y="5"/>
                    <a:pt x="21" y="7"/>
                    <a:pt x="26" y="11"/>
                  </a:cubicBezTo>
                  <a:cubicBezTo>
                    <a:pt x="26" y="9"/>
                    <a:pt x="31" y="7"/>
                    <a:pt x="32" y="6"/>
                  </a:cubicBezTo>
                  <a:cubicBezTo>
                    <a:pt x="36" y="5"/>
                    <a:pt x="39" y="4"/>
                    <a:pt x="42" y="4"/>
                  </a:cubicBezTo>
                  <a:cubicBezTo>
                    <a:pt x="46" y="3"/>
                    <a:pt x="49" y="4"/>
                    <a:pt x="53" y="3"/>
                  </a:cubicBezTo>
                  <a:cubicBezTo>
                    <a:pt x="54" y="3"/>
                    <a:pt x="55" y="2"/>
                    <a:pt x="56" y="1"/>
                  </a:cubicBezTo>
                  <a:close/>
                </a:path>
              </a:pathLst>
            </a:custGeom>
            <a:solidFill>
              <a:srgbClr val="FCC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8" name="Freeform 485">
              <a:extLst>
                <a:ext uri="{FF2B5EF4-FFF2-40B4-BE49-F238E27FC236}">
                  <a16:creationId xmlns:a16="http://schemas.microsoft.com/office/drawing/2014/main" id="{22E44BA4-F5D1-4EC4-81DD-FB22399F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397"/>
              <a:ext cx="130" cy="27"/>
            </a:xfrm>
            <a:custGeom>
              <a:avLst/>
              <a:gdLst>
                <a:gd name="T0" fmla="*/ 800 w 52"/>
                <a:gd name="T1" fmla="*/ 0 h 10"/>
                <a:gd name="T2" fmla="*/ 783 w 52"/>
                <a:gd name="T3" fmla="*/ 22 h 10"/>
                <a:gd name="T4" fmla="*/ 613 w 52"/>
                <a:gd name="T5" fmla="*/ 38 h 10"/>
                <a:gd name="T6" fmla="*/ 458 w 52"/>
                <a:gd name="T7" fmla="*/ 81 h 10"/>
                <a:gd name="T8" fmla="*/ 363 w 52"/>
                <a:gd name="T9" fmla="*/ 176 h 10"/>
                <a:gd name="T10" fmla="*/ 113 w 52"/>
                <a:gd name="T11" fmla="*/ 38 h 10"/>
                <a:gd name="T12" fmla="*/ 20 w 52"/>
                <a:gd name="T13" fmla="*/ 22 h 10"/>
                <a:gd name="T14" fmla="*/ 50 w 52"/>
                <a:gd name="T15" fmla="*/ 116 h 10"/>
                <a:gd name="T16" fmla="*/ 250 w 52"/>
                <a:gd name="T17" fmla="*/ 176 h 10"/>
                <a:gd name="T18" fmla="*/ 425 w 52"/>
                <a:gd name="T19" fmla="*/ 176 h 10"/>
                <a:gd name="T20" fmla="*/ 625 w 52"/>
                <a:gd name="T21" fmla="*/ 176 h 10"/>
                <a:gd name="T22" fmla="*/ 783 w 52"/>
                <a:gd name="T23" fmla="*/ 138 h 10"/>
                <a:gd name="T24" fmla="*/ 800 w 52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10">
                  <a:moveTo>
                    <a:pt x="51" y="0"/>
                  </a:moveTo>
                  <a:cubicBezTo>
                    <a:pt x="51" y="1"/>
                    <a:pt x="50" y="1"/>
                    <a:pt x="50" y="1"/>
                  </a:cubicBezTo>
                  <a:cubicBezTo>
                    <a:pt x="46" y="2"/>
                    <a:pt x="43" y="1"/>
                    <a:pt x="39" y="2"/>
                  </a:cubicBezTo>
                  <a:cubicBezTo>
                    <a:pt x="36" y="2"/>
                    <a:pt x="33" y="3"/>
                    <a:pt x="29" y="4"/>
                  </a:cubicBezTo>
                  <a:cubicBezTo>
                    <a:pt x="28" y="5"/>
                    <a:pt x="23" y="7"/>
                    <a:pt x="23" y="9"/>
                  </a:cubicBezTo>
                  <a:cubicBezTo>
                    <a:pt x="18" y="5"/>
                    <a:pt x="13" y="3"/>
                    <a:pt x="7" y="2"/>
                  </a:cubicBezTo>
                  <a:cubicBezTo>
                    <a:pt x="5" y="1"/>
                    <a:pt x="3" y="1"/>
                    <a:pt x="1" y="1"/>
                  </a:cubicBezTo>
                  <a:cubicBezTo>
                    <a:pt x="1" y="3"/>
                    <a:pt x="0" y="5"/>
                    <a:pt x="3" y="6"/>
                  </a:cubicBezTo>
                  <a:cubicBezTo>
                    <a:pt x="5" y="8"/>
                    <a:pt x="10" y="9"/>
                    <a:pt x="16" y="9"/>
                  </a:cubicBezTo>
                  <a:cubicBezTo>
                    <a:pt x="22" y="10"/>
                    <a:pt x="23" y="9"/>
                    <a:pt x="27" y="9"/>
                  </a:cubicBezTo>
                  <a:cubicBezTo>
                    <a:pt x="31" y="9"/>
                    <a:pt x="32" y="10"/>
                    <a:pt x="40" y="9"/>
                  </a:cubicBezTo>
                  <a:cubicBezTo>
                    <a:pt x="47" y="8"/>
                    <a:pt x="49" y="7"/>
                    <a:pt x="50" y="7"/>
                  </a:cubicBezTo>
                  <a:cubicBezTo>
                    <a:pt x="51" y="6"/>
                    <a:pt x="52" y="2"/>
                    <a:pt x="51" y="0"/>
                  </a:cubicBezTo>
                  <a:close/>
                </a:path>
              </a:pathLst>
            </a:custGeom>
            <a:solidFill>
              <a:srgbClr val="AD8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9" name="Freeform 486">
              <a:extLst>
                <a:ext uri="{FF2B5EF4-FFF2-40B4-BE49-F238E27FC236}">
                  <a16:creationId xmlns:a16="http://schemas.microsoft.com/office/drawing/2014/main" id="{8BE35F30-C67D-425B-8454-D2EC1EC52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416"/>
              <a:ext cx="118" cy="29"/>
            </a:xfrm>
            <a:custGeom>
              <a:avLst/>
              <a:gdLst>
                <a:gd name="T0" fmla="*/ 585 w 47"/>
                <a:gd name="T1" fmla="*/ 34 h 11"/>
                <a:gd name="T2" fmla="*/ 379 w 47"/>
                <a:gd name="T3" fmla="*/ 34 h 11"/>
                <a:gd name="T4" fmla="*/ 208 w 47"/>
                <a:gd name="T5" fmla="*/ 34 h 11"/>
                <a:gd name="T6" fmla="*/ 20 w 47"/>
                <a:gd name="T7" fmla="*/ 0 h 11"/>
                <a:gd name="T8" fmla="*/ 20 w 47"/>
                <a:gd name="T9" fmla="*/ 111 h 11"/>
                <a:gd name="T10" fmla="*/ 379 w 47"/>
                <a:gd name="T11" fmla="*/ 200 h 11"/>
                <a:gd name="T12" fmla="*/ 726 w 47"/>
                <a:gd name="T13" fmla="*/ 111 h 11"/>
                <a:gd name="T14" fmla="*/ 743 w 47"/>
                <a:gd name="T15" fmla="*/ 0 h 11"/>
                <a:gd name="T16" fmla="*/ 585 w 47"/>
                <a:gd name="T17" fmla="*/ 3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1">
                  <a:moveTo>
                    <a:pt x="37" y="2"/>
                  </a:moveTo>
                  <a:cubicBezTo>
                    <a:pt x="29" y="3"/>
                    <a:pt x="28" y="2"/>
                    <a:pt x="24" y="2"/>
                  </a:cubicBezTo>
                  <a:cubicBezTo>
                    <a:pt x="20" y="2"/>
                    <a:pt x="19" y="3"/>
                    <a:pt x="13" y="2"/>
                  </a:cubicBezTo>
                  <a:cubicBezTo>
                    <a:pt x="8" y="2"/>
                    <a:pt x="3" y="1"/>
                    <a:pt x="1" y="0"/>
                  </a:cubicBezTo>
                  <a:cubicBezTo>
                    <a:pt x="0" y="2"/>
                    <a:pt x="1" y="5"/>
                    <a:pt x="1" y="6"/>
                  </a:cubicBezTo>
                  <a:cubicBezTo>
                    <a:pt x="1" y="7"/>
                    <a:pt x="2" y="11"/>
                    <a:pt x="24" y="11"/>
                  </a:cubicBezTo>
                  <a:cubicBezTo>
                    <a:pt x="45" y="11"/>
                    <a:pt x="46" y="7"/>
                    <a:pt x="46" y="6"/>
                  </a:cubicBezTo>
                  <a:cubicBezTo>
                    <a:pt x="47" y="5"/>
                    <a:pt x="47" y="2"/>
                    <a:pt x="47" y="0"/>
                  </a:cubicBezTo>
                  <a:cubicBezTo>
                    <a:pt x="45" y="1"/>
                    <a:pt x="43" y="1"/>
                    <a:pt x="37" y="2"/>
                  </a:cubicBezTo>
                  <a:close/>
                </a:path>
              </a:pathLst>
            </a:custGeom>
            <a:solidFill>
              <a:srgbClr val="ED8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0" name="Freeform 487">
              <a:extLst>
                <a:ext uri="{FF2B5EF4-FFF2-40B4-BE49-F238E27FC236}">
                  <a16:creationId xmlns:a16="http://schemas.microsoft.com/office/drawing/2014/main" id="{B63B3DB1-9AF4-49BA-B9C2-B191C8050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1424"/>
              <a:ext cx="20" cy="8"/>
            </a:xfrm>
            <a:custGeom>
              <a:avLst/>
              <a:gdLst>
                <a:gd name="T0" fmla="*/ 95 w 8"/>
                <a:gd name="T1" fmla="*/ 21 h 3"/>
                <a:gd name="T2" fmla="*/ 125 w 8"/>
                <a:gd name="T3" fmla="*/ 0 h 3"/>
                <a:gd name="T4" fmla="*/ 0 w 8"/>
                <a:gd name="T5" fmla="*/ 0 h 3"/>
                <a:gd name="T6" fmla="*/ 50 w 8"/>
                <a:gd name="T7" fmla="*/ 35 h 3"/>
                <a:gd name="T8" fmla="*/ 83 w 8"/>
                <a:gd name="T9" fmla="*/ 56 h 3"/>
                <a:gd name="T10" fmla="*/ 95 w 8"/>
                <a:gd name="T11" fmla="*/ 21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6" y="1"/>
                  </a:moveTo>
                  <a:cubicBezTo>
                    <a:pt x="7" y="1"/>
                    <a:pt x="8" y="0"/>
                    <a:pt x="8" y="0"/>
                  </a:cubicBezTo>
                  <a:cubicBezTo>
                    <a:pt x="4" y="0"/>
                    <a:pt x="4" y="0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7" y="3"/>
                    <a:pt x="6" y="3"/>
                    <a:pt x="6" y="1"/>
                  </a:cubicBezTo>
                  <a:close/>
                </a:path>
              </a:pathLst>
            </a:custGeom>
            <a:solidFill>
              <a:srgbClr val="C94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1" name="Freeform 488">
              <a:extLst>
                <a:ext uri="{FF2B5EF4-FFF2-40B4-BE49-F238E27FC236}">
                  <a16:creationId xmlns:a16="http://schemas.microsoft.com/office/drawing/2014/main" id="{31C59779-6638-4F4E-B58D-C82F8AFD6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419"/>
              <a:ext cx="118" cy="26"/>
            </a:xfrm>
            <a:custGeom>
              <a:avLst/>
              <a:gdLst>
                <a:gd name="T0" fmla="*/ 726 w 47"/>
                <a:gd name="T1" fmla="*/ 88 h 10"/>
                <a:gd name="T2" fmla="*/ 743 w 47"/>
                <a:gd name="T3" fmla="*/ 0 h 10"/>
                <a:gd name="T4" fmla="*/ 379 w 47"/>
                <a:gd name="T5" fmla="*/ 55 h 10"/>
                <a:gd name="T6" fmla="*/ 20 w 47"/>
                <a:gd name="T7" fmla="*/ 0 h 10"/>
                <a:gd name="T8" fmla="*/ 20 w 47"/>
                <a:gd name="T9" fmla="*/ 88 h 10"/>
                <a:gd name="T10" fmla="*/ 379 w 47"/>
                <a:gd name="T11" fmla="*/ 177 h 10"/>
                <a:gd name="T12" fmla="*/ 726 w 47"/>
                <a:gd name="T13" fmla="*/ 8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46" y="5"/>
                  </a:moveTo>
                  <a:cubicBezTo>
                    <a:pt x="47" y="4"/>
                    <a:pt x="47" y="2"/>
                    <a:pt x="47" y="0"/>
                  </a:cubicBezTo>
                  <a:cubicBezTo>
                    <a:pt x="44" y="2"/>
                    <a:pt x="33" y="3"/>
                    <a:pt x="24" y="3"/>
                  </a:cubicBezTo>
                  <a:cubicBezTo>
                    <a:pt x="14" y="3"/>
                    <a:pt x="3" y="2"/>
                    <a:pt x="1" y="0"/>
                  </a:cubicBezTo>
                  <a:cubicBezTo>
                    <a:pt x="0" y="2"/>
                    <a:pt x="1" y="4"/>
                    <a:pt x="1" y="5"/>
                  </a:cubicBezTo>
                  <a:cubicBezTo>
                    <a:pt x="1" y="6"/>
                    <a:pt x="2" y="10"/>
                    <a:pt x="24" y="10"/>
                  </a:cubicBezTo>
                  <a:cubicBezTo>
                    <a:pt x="45" y="10"/>
                    <a:pt x="46" y="6"/>
                    <a:pt x="46" y="5"/>
                  </a:cubicBezTo>
                  <a:close/>
                </a:path>
              </a:pathLst>
            </a:custGeom>
            <a:solidFill>
              <a:srgbClr val="FFE7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2" name="Freeform 489">
              <a:extLst>
                <a:ext uri="{FF2B5EF4-FFF2-40B4-BE49-F238E27FC236}">
                  <a16:creationId xmlns:a16="http://schemas.microsoft.com/office/drawing/2014/main" id="{D4E7610E-B170-405C-A1E3-6826CC56F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291"/>
              <a:ext cx="187" cy="194"/>
            </a:xfrm>
            <a:custGeom>
              <a:avLst/>
              <a:gdLst>
                <a:gd name="T0" fmla="*/ 0 w 75"/>
                <a:gd name="T1" fmla="*/ 1313 h 73"/>
                <a:gd name="T2" fmla="*/ 1120 w 75"/>
                <a:gd name="T3" fmla="*/ 1313 h 73"/>
                <a:gd name="T4" fmla="*/ 1120 w 75"/>
                <a:gd name="T5" fmla="*/ 0 h 73"/>
                <a:gd name="T6" fmla="*/ 30 w 75"/>
                <a:gd name="T7" fmla="*/ 0 h 73"/>
                <a:gd name="T8" fmla="*/ 0 w 75"/>
                <a:gd name="T9" fmla="*/ 131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3">
                  <a:moveTo>
                    <a:pt x="0" y="70"/>
                  </a:moveTo>
                  <a:cubicBezTo>
                    <a:pt x="16" y="70"/>
                    <a:pt x="61" y="73"/>
                    <a:pt x="72" y="70"/>
                  </a:cubicBezTo>
                  <a:cubicBezTo>
                    <a:pt x="75" y="50"/>
                    <a:pt x="72" y="0"/>
                    <a:pt x="7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7"/>
                    <a:pt x="2" y="62"/>
                    <a:pt x="0" y="7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3" name="Freeform 490">
              <a:extLst>
                <a:ext uri="{FF2B5EF4-FFF2-40B4-BE49-F238E27FC236}">
                  <a16:creationId xmlns:a16="http://schemas.microsoft.com/office/drawing/2014/main" id="{3D96A474-A713-40D5-B2C7-4EE7E81A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291"/>
              <a:ext cx="142" cy="208"/>
            </a:xfrm>
            <a:custGeom>
              <a:avLst/>
              <a:gdLst>
                <a:gd name="T0" fmla="*/ 12 w 57"/>
                <a:gd name="T1" fmla="*/ 1421 h 78"/>
                <a:gd name="T2" fmla="*/ 837 w 57"/>
                <a:gd name="T3" fmla="*/ 1421 h 78"/>
                <a:gd name="T4" fmla="*/ 882 w 57"/>
                <a:gd name="T5" fmla="*/ 21 h 78"/>
                <a:gd name="T6" fmla="*/ 0 w 57"/>
                <a:gd name="T7" fmla="*/ 0 h 78"/>
                <a:gd name="T8" fmla="*/ 12 w 57"/>
                <a:gd name="T9" fmla="*/ 142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8">
                  <a:moveTo>
                    <a:pt x="1" y="75"/>
                  </a:moveTo>
                  <a:cubicBezTo>
                    <a:pt x="17" y="77"/>
                    <a:pt x="42" y="78"/>
                    <a:pt x="54" y="75"/>
                  </a:cubicBezTo>
                  <a:cubicBezTo>
                    <a:pt x="56" y="55"/>
                    <a:pt x="57" y="1"/>
                    <a:pt x="5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0" y="66"/>
                    <a:pt x="1" y="7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4" name="Freeform 491">
              <a:extLst>
                <a:ext uri="{FF2B5EF4-FFF2-40B4-BE49-F238E27FC236}">
                  <a16:creationId xmlns:a16="http://schemas.microsoft.com/office/drawing/2014/main" id="{FE6DA9B3-EC93-4BB6-9F5A-4184322DE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299"/>
              <a:ext cx="118" cy="186"/>
            </a:xfrm>
            <a:custGeom>
              <a:avLst/>
              <a:gdLst>
                <a:gd name="T0" fmla="*/ 20 w 47"/>
                <a:gd name="T1" fmla="*/ 1278 h 70"/>
                <a:gd name="T2" fmla="*/ 713 w 47"/>
                <a:gd name="T3" fmla="*/ 1278 h 70"/>
                <a:gd name="T4" fmla="*/ 726 w 47"/>
                <a:gd name="T5" fmla="*/ 0 h 70"/>
                <a:gd name="T6" fmla="*/ 20 w 47"/>
                <a:gd name="T7" fmla="*/ 21 h 70"/>
                <a:gd name="T8" fmla="*/ 20 w 47"/>
                <a:gd name="T9" fmla="*/ 127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0">
                  <a:moveTo>
                    <a:pt x="1" y="68"/>
                  </a:moveTo>
                  <a:cubicBezTo>
                    <a:pt x="14" y="69"/>
                    <a:pt x="36" y="70"/>
                    <a:pt x="45" y="68"/>
                  </a:cubicBezTo>
                  <a:cubicBezTo>
                    <a:pt x="47" y="52"/>
                    <a:pt x="46" y="0"/>
                    <a:pt x="46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1" y="60"/>
                    <a:pt x="1" y="6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5" name="Freeform 492">
              <a:extLst>
                <a:ext uri="{FF2B5EF4-FFF2-40B4-BE49-F238E27FC236}">
                  <a16:creationId xmlns:a16="http://schemas.microsoft.com/office/drawing/2014/main" id="{358673BD-7D10-4502-AF2B-6360D279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376"/>
              <a:ext cx="20" cy="16"/>
            </a:xfrm>
            <a:custGeom>
              <a:avLst/>
              <a:gdLst>
                <a:gd name="T0" fmla="*/ 0 w 8"/>
                <a:gd name="T1" fmla="*/ 56 h 6"/>
                <a:gd name="T2" fmla="*/ 33 w 8"/>
                <a:gd name="T3" fmla="*/ 77 h 6"/>
                <a:gd name="T4" fmla="*/ 50 w 8"/>
                <a:gd name="T5" fmla="*/ 93 h 6"/>
                <a:gd name="T6" fmla="*/ 95 w 8"/>
                <a:gd name="T7" fmla="*/ 115 h 6"/>
                <a:gd name="T8" fmla="*/ 113 w 8"/>
                <a:gd name="T9" fmla="*/ 115 h 6"/>
                <a:gd name="T10" fmla="*/ 113 w 8"/>
                <a:gd name="T11" fmla="*/ 56 h 6"/>
                <a:gd name="T12" fmla="*/ 63 w 8"/>
                <a:gd name="T13" fmla="*/ 0 h 6"/>
                <a:gd name="T14" fmla="*/ 20 w 8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8" y="5"/>
                    <a:pt x="8" y="4"/>
                    <a:pt x="7" y="3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A4C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6" name="Freeform 493">
              <a:extLst>
                <a:ext uri="{FF2B5EF4-FFF2-40B4-BE49-F238E27FC236}">
                  <a16:creationId xmlns:a16="http://schemas.microsoft.com/office/drawing/2014/main" id="{EEE678F0-26DA-4770-A1FC-205D93E9A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336"/>
              <a:ext cx="55" cy="37"/>
            </a:xfrm>
            <a:custGeom>
              <a:avLst/>
              <a:gdLst>
                <a:gd name="T0" fmla="*/ 313 w 22"/>
                <a:gd name="T1" fmla="*/ 259 h 14"/>
                <a:gd name="T2" fmla="*/ 95 w 22"/>
                <a:gd name="T3" fmla="*/ 167 h 14"/>
                <a:gd name="T4" fmla="*/ 345 w 22"/>
                <a:gd name="T5" fmla="*/ 0 h 14"/>
                <a:gd name="T6" fmla="*/ 0 w 22"/>
                <a:gd name="T7" fmla="*/ 204 h 14"/>
                <a:gd name="T8" fmla="*/ 313 w 22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20" y="14"/>
                  </a:moveTo>
                  <a:cubicBezTo>
                    <a:pt x="16" y="14"/>
                    <a:pt x="5" y="12"/>
                    <a:pt x="6" y="9"/>
                  </a:cubicBezTo>
                  <a:cubicBezTo>
                    <a:pt x="6" y="5"/>
                    <a:pt x="17" y="1"/>
                    <a:pt x="22" y="0"/>
                  </a:cubicBezTo>
                  <a:cubicBezTo>
                    <a:pt x="7" y="0"/>
                    <a:pt x="0" y="7"/>
                    <a:pt x="0" y="11"/>
                  </a:cubicBezTo>
                  <a:cubicBezTo>
                    <a:pt x="0" y="14"/>
                    <a:pt x="16" y="14"/>
                    <a:pt x="20" y="14"/>
                  </a:cubicBezTo>
                  <a:close/>
                </a:path>
              </a:pathLst>
            </a:custGeom>
            <a:solidFill>
              <a:srgbClr val="FFF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7" name="Freeform 494">
              <a:extLst>
                <a:ext uri="{FF2B5EF4-FFF2-40B4-BE49-F238E27FC236}">
                  <a16:creationId xmlns:a16="http://schemas.microsoft.com/office/drawing/2014/main" id="{E6BC5EC3-1214-4FB2-814F-FF867EB55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1421"/>
              <a:ext cx="40" cy="14"/>
            </a:xfrm>
            <a:custGeom>
              <a:avLst/>
              <a:gdLst>
                <a:gd name="T0" fmla="*/ 33 w 16"/>
                <a:gd name="T1" fmla="*/ 22 h 5"/>
                <a:gd name="T2" fmla="*/ 250 w 16"/>
                <a:gd name="T3" fmla="*/ 48 h 5"/>
                <a:gd name="T4" fmla="*/ 63 w 16"/>
                <a:gd name="T5" fmla="*/ 62 h 5"/>
                <a:gd name="T6" fmla="*/ 33 w 16"/>
                <a:gd name="T7" fmla="*/ 109 h 5"/>
                <a:gd name="T8" fmla="*/ 33 w 16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">
                  <a:moveTo>
                    <a:pt x="2" y="1"/>
                  </a:moveTo>
                  <a:cubicBezTo>
                    <a:pt x="6" y="2"/>
                    <a:pt x="8" y="3"/>
                    <a:pt x="16" y="2"/>
                  </a:cubicBezTo>
                  <a:cubicBezTo>
                    <a:pt x="11" y="4"/>
                    <a:pt x="6" y="4"/>
                    <a:pt x="4" y="3"/>
                  </a:cubicBezTo>
                  <a:cubicBezTo>
                    <a:pt x="2" y="3"/>
                    <a:pt x="1" y="5"/>
                    <a:pt x="2" y="5"/>
                  </a:cubicBezTo>
                  <a:cubicBezTo>
                    <a:pt x="0" y="5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FFF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8" name="Freeform 495">
              <a:extLst>
                <a:ext uri="{FF2B5EF4-FFF2-40B4-BE49-F238E27FC236}">
                  <a16:creationId xmlns:a16="http://schemas.microsoft.com/office/drawing/2014/main" id="{59F5E29B-4E83-40D4-8298-C7C541A82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421"/>
              <a:ext cx="43" cy="22"/>
            </a:xfrm>
            <a:custGeom>
              <a:avLst/>
              <a:gdLst>
                <a:gd name="T0" fmla="*/ 0 w 17"/>
                <a:gd name="T1" fmla="*/ 168 h 8"/>
                <a:gd name="T2" fmla="*/ 243 w 17"/>
                <a:gd name="T3" fmla="*/ 83 h 8"/>
                <a:gd name="T4" fmla="*/ 255 w 17"/>
                <a:gd name="T5" fmla="*/ 0 h 8"/>
                <a:gd name="T6" fmla="*/ 0 w 17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5" y="8"/>
                    <a:pt x="13" y="7"/>
                    <a:pt x="15" y="4"/>
                  </a:cubicBezTo>
                  <a:cubicBezTo>
                    <a:pt x="17" y="2"/>
                    <a:pt x="16" y="0"/>
                    <a:pt x="16" y="0"/>
                  </a:cubicBezTo>
                  <a:cubicBezTo>
                    <a:pt x="16" y="1"/>
                    <a:pt x="12" y="7"/>
                    <a:pt x="0" y="8"/>
                  </a:cubicBezTo>
                  <a:close/>
                </a:path>
              </a:pathLst>
            </a:custGeom>
            <a:solidFill>
              <a:srgbClr val="FDD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9" name="Freeform 496">
              <a:extLst>
                <a:ext uri="{FF2B5EF4-FFF2-40B4-BE49-F238E27FC236}">
                  <a16:creationId xmlns:a16="http://schemas.microsoft.com/office/drawing/2014/main" id="{CEA5B42A-8267-4E40-AEF1-2EED2EED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339"/>
              <a:ext cx="50" cy="37"/>
            </a:xfrm>
            <a:custGeom>
              <a:avLst/>
              <a:gdLst>
                <a:gd name="T0" fmla="*/ 0 w 20"/>
                <a:gd name="T1" fmla="*/ 259 h 14"/>
                <a:gd name="T2" fmla="*/ 283 w 20"/>
                <a:gd name="T3" fmla="*/ 204 h 14"/>
                <a:gd name="T4" fmla="*/ 63 w 20"/>
                <a:gd name="T5" fmla="*/ 0 h 14"/>
                <a:gd name="T6" fmla="*/ 208 w 20"/>
                <a:gd name="T7" fmla="*/ 167 h 14"/>
                <a:gd name="T8" fmla="*/ 0 w 20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4" y="14"/>
                    <a:pt x="15" y="13"/>
                    <a:pt x="18" y="11"/>
                  </a:cubicBezTo>
                  <a:cubicBezTo>
                    <a:pt x="20" y="9"/>
                    <a:pt x="12" y="1"/>
                    <a:pt x="4" y="0"/>
                  </a:cubicBezTo>
                  <a:cubicBezTo>
                    <a:pt x="10" y="2"/>
                    <a:pt x="15" y="6"/>
                    <a:pt x="13" y="9"/>
                  </a:cubicBezTo>
                  <a:cubicBezTo>
                    <a:pt x="11" y="12"/>
                    <a:pt x="2" y="14"/>
                    <a:pt x="0" y="14"/>
                  </a:cubicBezTo>
                  <a:close/>
                </a:path>
              </a:pathLst>
            </a:custGeom>
            <a:solidFill>
              <a:srgbClr val="FDD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0" name="Freeform 497">
              <a:extLst>
                <a:ext uri="{FF2B5EF4-FFF2-40B4-BE49-F238E27FC236}">
                  <a16:creationId xmlns:a16="http://schemas.microsoft.com/office/drawing/2014/main" id="{13FC7233-A107-4002-9D96-C9344D5A8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1371"/>
              <a:ext cx="30" cy="13"/>
            </a:xfrm>
            <a:custGeom>
              <a:avLst/>
              <a:gdLst>
                <a:gd name="T0" fmla="*/ 33 w 12"/>
                <a:gd name="T1" fmla="*/ 21 h 5"/>
                <a:gd name="T2" fmla="*/ 188 w 12"/>
                <a:gd name="T3" fmla="*/ 55 h 5"/>
                <a:gd name="T4" fmla="*/ 145 w 12"/>
                <a:gd name="T5" fmla="*/ 88 h 5"/>
                <a:gd name="T6" fmla="*/ 113 w 12"/>
                <a:gd name="T7" fmla="*/ 55 h 5"/>
                <a:gd name="T8" fmla="*/ 83 w 12"/>
                <a:gd name="T9" fmla="*/ 55 h 5"/>
                <a:gd name="T10" fmla="*/ 20 w 12"/>
                <a:gd name="T11" fmla="*/ 34 h 5"/>
                <a:gd name="T12" fmla="*/ 0 w 12"/>
                <a:gd name="T13" fmla="*/ 21 h 5"/>
                <a:gd name="T14" fmla="*/ 20 w 12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5">
                  <a:moveTo>
                    <a:pt x="2" y="1"/>
                  </a:moveTo>
                  <a:cubicBezTo>
                    <a:pt x="5" y="3"/>
                    <a:pt x="9" y="2"/>
                    <a:pt x="12" y="3"/>
                  </a:cubicBezTo>
                  <a:cubicBezTo>
                    <a:pt x="11" y="4"/>
                    <a:pt x="9" y="3"/>
                    <a:pt x="9" y="5"/>
                  </a:cubicBezTo>
                  <a:cubicBezTo>
                    <a:pt x="9" y="4"/>
                    <a:pt x="8" y="3"/>
                    <a:pt x="7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4" y="3"/>
                    <a:pt x="2" y="1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FE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1" name="Freeform 498">
              <a:extLst>
                <a:ext uri="{FF2B5EF4-FFF2-40B4-BE49-F238E27FC236}">
                  <a16:creationId xmlns:a16="http://schemas.microsoft.com/office/drawing/2014/main" id="{81227FD6-B19A-4177-8ADB-395F0E2D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379"/>
              <a:ext cx="33" cy="8"/>
            </a:xfrm>
            <a:custGeom>
              <a:avLst/>
              <a:gdLst>
                <a:gd name="T0" fmla="*/ 51 w 13"/>
                <a:gd name="T1" fmla="*/ 21 h 3"/>
                <a:gd name="T2" fmla="*/ 96 w 13"/>
                <a:gd name="T3" fmla="*/ 56 h 3"/>
                <a:gd name="T4" fmla="*/ 129 w 13"/>
                <a:gd name="T5" fmla="*/ 21 h 3"/>
                <a:gd name="T6" fmla="*/ 213 w 13"/>
                <a:gd name="T7" fmla="*/ 0 h 3"/>
                <a:gd name="T8" fmla="*/ 160 w 13"/>
                <a:gd name="T9" fmla="*/ 21 h 3"/>
                <a:gd name="T10" fmla="*/ 96 w 13"/>
                <a:gd name="T11" fmla="*/ 21 h 3"/>
                <a:gd name="T12" fmla="*/ 0 w 13"/>
                <a:gd name="T13" fmla="*/ 21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">
                  <a:moveTo>
                    <a:pt x="3" y="1"/>
                  </a:moveTo>
                  <a:cubicBezTo>
                    <a:pt x="5" y="1"/>
                    <a:pt x="5" y="3"/>
                    <a:pt x="6" y="3"/>
                  </a:cubicBezTo>
                  <a:cubicBezTo>
                    <a:pt x="7" y="2"/>
                    <a:pt x="6" y="1"/>
                    <a:pt x="8" y="1"/>
                  </a:cubicBezTo>
                  <a:cubicBezTo>
                    <a:pt x="10" y="1"/>
                    <a:pt x="12" y="1"/>
                    <a:pt x="13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9" y="1"/>
                    <a:pt x="7" y="1"/>
                    <a:pt x="6" y="1"/>
                  </a:cubicBezTo>
                  <a:cubicBezTo>
                    <a:pt x="3" y="1"/>
                    <a:pt x="2" y="1"/>
                    <a:pt x="0" y="1"/>
                  </a:cubicBezTo>
                </a:path>
              </a:pathLst>
            </a:custGeom>
            <a:solidFill>
              <a:srgbClr val="DFE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2" name="Freeform 499">
              <a:extLst>
                <a:ext uri="{FF2B5EF4-FFF2-40B4-BE49-F238E27FC236}">
                  <a16:creationId xmlns:a16="http://schemas.microsoft.com/office/drawing/2014/main" id="{8F3492EA-14F5-494F-A1A1-F1320058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371"/>
              <a:ext cx="33" cy="8"/>
            </a:xfrm>
            <a:custGeom>
              <a:avLst/>
              <a:gdLst>
                <a:gd name="T0" fmla="*/ 0 w 13"/>
                <a:gd name="T1" fmla="*/ 56 h 3"/>
                <a:gd name="T2" fmla="*/ 129 w 13"/>
                <a:gd name="T3" fmla="*/ 21 h 3"/>
                <a:gd name="T4" fmla="*/ 147 w 13"/>
                <a:gd name="T5" fmla="*/ 21 h 3"/>
                <a:gd name="T6" fmla="*/ 160 w 13"/>
                <a:gd name="T7" fmla="*/ 35 h 3"/>
                <a:gd name="T8" fmla="*/ 213 w 13"/>
                <a:gd name="T9" fmla="*/ 56 h 3"/>
                <a:gd name="T10" fmla="*/ 160 w 13"/>
                <a:gd name="T11" fmla="*/ 35 h 3"/>
                <a:gd name="T12" fmla="*/ 147 w 13"/>
                <a:gd name="T13" fmla="*/ 0 h 3"/>
                <a:gd name="T14" fmla="*/ 129 w 13"/>
                <a:gd name="T15" fmla="*/ 21 h 3"/>
                <a:gd name="T16" fmla="*/ 63 w 13"/>
                <a:gd name="T17" fmla="*/ 35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3" y="2"/>
                    <a:pt x="6" y="3"/>
                    <a:pt x="8" y="1"/>
                  </a:cubicBezTo>
                  <a:cubicBezTo>
                    <a:pt x="9" y="1"/>
                    <a:pt x="8" y="1"/>
                    <a:pt x="9" y="1"/>
                  </a:cubicBezTo>
                  <a:cubicBezTo>
                    <a:pt x="9" y="1"/>
                    <a:pt x="10" y="2"/>
                    <a:pt x="10" y="2"/>
                  </a:cubicBezTo>
                  <a:cubicBezTo>
                    <a:pt x="11" y="2"/>
                    <a:pt x="12" y="3"/>
                    <a:pt x="13" y="3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10" y="1"/>
                    <a:pt x="9" y="0"/>
                    <a:pt x="9" y="0"/>
                  </a:cubicBezTo>
                  <a:cubicBezTo>
                    <a:pt x="8" y="0"/>
                    <a:pt x="8" y="0"/>
                    <a:pt x="8" y="1"/>
                  </a:cubicBezTo>
                  <a:cubicBezTo>
                    <a:pt x="7" y="2"/>
                    <a:pt x="6" y="1"/>
                    <a:pt x="4" y="2"/>
                  </a:cubicBezTo>
                </a:path>
              </a:pathLst>
            </a:custGeom>
            <a:solidFill>
              <a:srgbClr val="DFE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3" name="Freeform 500">
              <a:extLst>
                <a:ext uri="{FF2B5EF4-FFF2-40B4-BE49-F238E27FC236}">
                  <a16:creationId xmlns:a16="http://schemas.microsoft.com/office/drawing/2014/main" id="{2B5BD41D-9C69-44F4-A486-89D392E2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387"/>
              <a:ext cx="8" cy="13"/>
            </a:xfrm>
            <a:custGeom>
              <a:avLst/>
              <a:gdLst>
                <a:gd name="T0" fmla="*/ 21 w 3"/>
                <a:gd name="T1" fmla="*/ 0 h 5"/>
                <a:gd name="T2" fmla="*/ 35 w 3"/>
                <a:gd name="T3" fmla="*/ 34 h 5"/>
                <a:gd name="T4" fmla="*/ 21 w 3"/>
                <a:gd name="T5" fmla="*/ 68 h 5"/>
                <a:gd name="T6" fmla="*/ 21 w 3"/>
                <a:gd name="T7" fmla="*/ 34 h 5"/>
                <a:gd name="T8" fmla="*/ 0 w 3"/>
                <a:gd name="T9" fmla="*/ 34 h 5"/>
                <a:gd name="T10" fmla="*/ 0 w 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2" y="3"/>
                    <a:pt x="3" y="5"/>
                    <a:pt x="1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FE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4" name="Freeform 501">
              <a:extLst>
                <a:ext uri="{FF2B5EF4-FFF2-40B4-BE49-F238E27FC236}">
                  <a16:creationId xmlns:a16="http://schemas.microsoft.com/office/drawing/2014/main" id="{458E5E28-0502-480A-A985-A115EDF92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389"/>
              <a:ext cx="12" cy="11"/>
            </a:xfrm>
            <a:custGeom>
              <a:avLst/>
              <a:gdLst>
                <a:gd name="T0" fmla="*/ 0 w 5"/>
                <a:gd name="T1" fmla="*/ 22 h 4"/>
                <a:gd name="T2" fmla="*/ 29 w 5"/>
                <a:gd name="T3" fmla="*/ 47 h 4"/>
                <a:gd name="T4" fmla="*/ 58 w 5"/>
                <a:gd name="T5" fmla="*/ 83 h 4"/>
                <a:gd name="T6" fmla="*/ 70 w 5"/>
                <a:gd name="T7" fmla="*/ 47 h 4"/>
                <a:gd name="T8" fmla="*/ 41 w 5"/>
                <a:gd name="T9" fmla="*/ 0 h 4"/>
                <a:gd name="T10" fmla="*/ 29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3" y="3"/>
                    <a:pt x="3" y="1"/>
                    <a:pt x="3" y="0"/>
                  </a:cubicBezTo>
                  <a:cubicBezTo>
                    <a:pt x="3" y="0"/>
                    <a:pt x="2" y="1"/>
                    <a:pt x="2" y="0"/>
                  </a:cubicBezTo>
                </a:path>
              </a:pathLst>
            </a:custGeom>
            <a:solidFill>
              <a:srgbClr val="7AA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5" name="Freeform 502">
              <a:extLst>
                <a:ext uri="{FF2B5EF4-FFF2-40B4-BE49-F238E27FC236}">
                  <a16:creationId xmlns:a16="http://schemas.microsoft.com/office/drawing/2014/main" id="{5E44E137-6E3C-4B01-932D-48085EB2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389"/>
              <a:ext cx="7" cy="6"/>
            </a:xfrm>
            <a:custGeom>
              <a:avLst/>
              <a:gdLst>
                <a:gd name="T0" fmla="*/ 0 w 3"/>
                <a:gd name="T1" fmla="*/ 0 h 2"/>
                <a:gd name="T2" fmla="*/ 28 w 3"/>
                <a:gd name="T3" fmla="*/ 54 h 2"/>
                <a:gd name="T4" fmla="*/ 37 w 3"/>
                <a:gd name="T5" fmla="*/ 27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7AA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6" name="Freeform 503">
              <a:extLst>
                <a:ext uri="{FF2B5EF4-FFF2-40B4-BE49-F238E27FC236}">
                  <a16:creationId xmlns:a16="http://schemas.microsoft.com/office/drawing/2014/main" id="{ADCA82C8-F32F-4667-91D2-A27C8EBA0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392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35 h 3"/>
                <a:gd name="T4" fmla="*/ 28 w 3"/>
                <a:gd name="T5" fmla="*/ 35 h 3"/>
                <a:gd name="T6" fmla="*/ 37 w 3"/>
                <a:gd name="T7" fmla="*/ 56 h 3"/>
                <a:gd name="T8" fmla="*/ 12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1" y="1"/>
                    <a:pt x="1" y="0"/>
                  </a:cubicBezTo>
                </a:path>
              </a:pathLst>
            </a:custGeom>
            <a:solidFill>
              <a:srgbClr val="7AA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7" name="Freeform 504">
              <a:extLst>
                <a:ext uri="{FF2B5EF4-FFF2-40B4-BE49-F238E27FC236}">
                  <a16:creationId xmlns:a16="http://schemas.microsoft.com/office/drawing/2014/main" id="{04A958A9-EB11-4823-B646-B5ADD7CF1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376"/>
              <a:ext cx="25" cy="13"/>
            </a:xfrm>
            <a:custGeom>
              <a:avLst/>
              <a:gdLst>
                <a:gd name="T0" fmla="*/ 50 w 10"/>
                <a:gd name="T1" fmla="*/ 34 h 5"/>
                <a:gd name="T2" fmla="*/ 83 w 10"/>
                <a:gd name="T3" fmla="*/ 68 h 5"/>
                <a:gd name="T4" fmla="*/ 113 w 10"/>
                <a:gd name="T5" fmla="*/ 68 h 5"/>
                <a:gd name="T6" fmla="*/ 125 w 10"/>
                <a:gd name="T7" fmla="*/ 68 h 5"/>
                <a:gd name="T8" fmla="*/ 145 w 10"/>
                <a:gd name="T9" fmla="*/ 68 h 5"/>
                <a:gd name="T10" fmla="*/ 158 w 10"/>
                <a:gd name="T11" fmla="*/ 21 h 5"/>
                <a:gd name="T12" fmla="*/ 95 w 10"/>
                <a:gd name="T13" fmla="*/ 0 h 5"/>
                <a:gd name="T14" fmla="*/ 113 w 10"/>
                <a:gd name="T15" fmla="*/ 55 h 5"/>
                <a:gd name="T16" fmla="*/ 83 w 10"/>
                <a:gd name="T17" fmla="*/ 55 h 5"/>
                <a:gd name="T18" fmla="*/ 50 w 10"/>
                <a:gd name="T19" fmla="*/ 34 h 5"/>
                <a:gd name="T20" fmla="*/ 0 w 10"/>
                <a:gd name="T21" fmla="*/ 88 h 5"/>
                <a:gd name="T22" fmla="*/ 63 w 10"/>
                <a:gd name="T23" fmla="*/ 55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">
                  <a:moveTo>
                    <a:pt x="3" y="2"/>
                  </a:moveTo>
                  <a:cubicBezTo>
                    <a:pt x="5" y="2"/>
                    <a:pt x="5" y="4"/>
                    <a:pt x="5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5"/>
                    <a:pt x="9" y="5"/>
                    <a:pt x="9" y="4"/>
                  </a:cubicBezTo>
                  <a:cubicBezTo>
                    <a:pt x="10" y="3"/>
                    <a:pt x="9" y="2"/>
                    <a:pt x="10" y="1"/>
                  </a:cubicBezTo>
                  <a:cubicBezTo>
                    <a:pt x="9" y="3"/>
                    <a:pt x="7" y="1"/>
                    <a:pt x="6" y="0"/>
                  </a:cubicBezTo>
                  <a:cubicBezTo>
                    <a:pt x="5" y="1"/>
                    <a:pt x="8" y="2"/>
                    <a:pt x="7" y="3"/>
                  </a:cubicBezTo>
                  <a:cubicBezTo>
                    <a:pt x="7" y="4"/>
                    <a:pt x="6" y="3"/>
                    <a:pt x="5" y="3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3"/>
                    <a:pt x="0" y="4"/>
                    <a:pt x="0" y="5"/>
                  </a:cubicBezTo>
                  <a:cubicBezTo>
                    <a:pt x="1" y="4"/>
                    <a:pt x="3" y="3"/>
                    <a:pt x="4" y="3"/>
                  </a:cubicBezTo>
                </a:path>
              </a:pathLst>
            </a:custGeom>
            <a:solidFill>
              <a:srgbClr val="7AA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8" name="Freeform 505">
              <a:extLst>
                <a:ext uri="{FF2B5EF4-FFF2-40B4-BE49-F238E27FC236}">
                  <a16:creationId xmlns:a16="http://schemas.microsoft.com/office/drawing/2014/main" id="{03093ED8-C2EC-4B86-AD86-57E8F064B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1381"/>
              <a:ext cx="10" cy="6"/>
            </a:xfrm>
            <a:custGeom>
              <a:avLst/>
              <a:gdLst>
                <a:gd name="T0" fmla="*/ 20 w 4"/>
                <a:gd name="T1" fmla="*/ 0 h 2"/>
                <a:gd name="T2" fmla="*/ 20 w 4"/>
                <a:gd name="T3" fmla="*/ 54 h 2"/>
                <a:gd name="T4" fmla="*/ 63 w 4"/>
                <a:gd name="T5" fmla="*/ 27 h 2"/>
                <a:gd name="T6" fmla="*/ 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2" y="2"/>
                    <a:pt x="2" y="0"/>
                    <a:pt x="4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7AA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9" name="Freeform 506">
              <a:extLst>
                <a:ext uri="{FF2B5EF4-FFF2-40B4-BE49-F238E27FC236}">
                  <a16:creationId xmlns:a16="http://schemas.microsoft.com/office/drawing/2014/main" id="{9CCBB937-6C3E-4A25-A394-45675DAE6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137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35 h 6"/>
                <a:gd name="T4" fmla="*/ 20 w 6"/>
                <a:gd name="T5" fmla="*/ 56 h 6"/>
                <a:gd name="T6" fmla="*/ 33 w 6"/>
                <a:gd name="T7" fmla="*/ 77 h 6"/>
                <a:gd name="T8" fmla="*/ 20 w 6"/>
                <a:gd name="T9" fmla="*/ 93 h 6"/>
                <a:gd name="T10" fmla="*/ 50 w 6"/>
                <a:gd name="T11" fmla="*/ 93 h 6"/>
                <a:gd name="T12" fmla="*/ 95 w 6"/>
                <a:gd name="T13" fmla="*/ 77 h 6"/>
                <a:gd name="T14" fmla="*/ 50 w 6"/>
                <a:gd name="T15" fmla="*/ 77 h 6"/>
                <a:gd name="T16" fmla="*/ 33 w 6"/>
                <a:gd name="T17" fmla="*/ 56 h 6"/>
                <a:gd name="T18" fmla="*/ 20 w 6"/>
                <a:gd name="T19" fmla="*/ 35 h 6"/>
                <a:gd name="T20" fmla="*/ 0 w 6"/>
                <a:gd name="T21" fmla="*/ 21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6"/>
                    <a:pt x="2" y="5"/>
                    <a:pt x="3" y="5"/>
                  </a:cubicBezTo>
                  <a:cubicBezTo>
                    <a:pt x="3" y="4"/>
                    <a:pt x="5" y="4"/>
                    <a:pt x="6" y="4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7AA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0" name="Freeform 507">
              <a:extLst>
                <a:ext uri="{FF2B5EF4-FFF2-40B4-BE49-F238E27FC236}">
                  <a16:creationId xmlns:a16="http://schemas.microsoft.com/office/drawing/2014/main" id="{2F9C9E24-00BF-477E-8E46-DE86CDBD4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392"/>
              <a:ext cx="18" cy="11"/>
            </a:xfrm>
            <a:custGeom>
              <a:avLst/>
              <a:gdLst>
                <a:gd name="T0" fmla="*/ 0 w 7"/>
                <a:gd name="T1" fmla="*/ 61 h 4"/>
                <a:gd name="T2" fmla="*/ 33 w 7"/>
                <a:gd name="T3" fmla="*/ 0 h 4"/>
                <a:gd name="T4" fmla="*/ 118 w 7"/>
                <a:gd name="T5" fmla="*/ 0 h 4"/>
                <a:gd name="T6" fmla="*/ 54 w 7"/>
                <a:gd name="T7" fmla="*/ 47 h 4"/>
                <a:gd name="T8" fmla="*/ 33 w 7"/>
                <a:gd name="T9" fmla="*/ 61 h 4"/>
                <a:gd name="T10" fmla="*/ 0 w 7"/>
                <a:gd name="T11" fmla="*/ 83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">
                  <a:moveTo>
                    <a:pt x="0" y="3"/>
                  </a:moveTo>
                  <a:cubicBezTo>
                    <a:pt x="2" y="4"/>
                    <a:pt x="2" y="1"/>
                    <a:pt x="2" y="0"/>
                  </a:cubicBezTo>
                  <a:cubicBezTo>
                    <a:pt x="4" y="0"/>
                    <a:pt x="5" y="1"/>
                    <a:pt x="7" y="0"/>
                  </a:cubicBezTo>
                  <a:cubicBezTo>
                    <a:pt x="6" y="1"/>
                    <a:pt x="5" y="0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4"/>
                    <a:pt x="0" y="4"/>
                  </a:cubicBezTo>
                </a:path>
              </a:pathLst>
            </a:custGeom>
            <a:solidFill>
              <a:srgbClr val="FFE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1" name="Freeform 508">
              <a:extLst>
                <a:ext uri="{FF2B5EF4-FFF2-40B4-BE49-F238E27FC236}">
                  <a16:creationId xmlns:a16="http://schemas.microsoft.com/office/drawing/2014/main" id="{0E03D710-7B22-415C-9704-B82D4FCDA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397"/>
              <a:ext cx="125" cy="27"/>
            </a:xfrm>
            <a:custGeom>
              <a:avLst/>
              <a:gdLst>
                <a:gd name="T0" fmla="*/ 770 w 50"/>
                <a:gd name="T1" fmla="*/ 22 h 10"/>
                <a:gd name="T2" fmla="*/ 595 w 50"/>
                <a:gd name="T3" fmla="*/ 38 h 10"/>
                <a:gd name="T4" fmla="*/ 438 w 50"/>
                <a:gd name="T5" fmla="*/ 81 h 10"/>
                <a:gd name="T6" fmla="*/ 345 w 50"/>
                <a:gd name="T7" fmla="*/ 176 h 10"/>
                <a:gd name="T8" fmla="*/ 95 w 50"/>
                <a:gd name="T9" fmla="*/ 38 h 10"/>
                <a:gd name="T10" fmla="*/ 0 w 50"/>
                <a:gd name="T11" fmla="*/ 22 h 10"/>
                <a:gd name="T12" fmla="*/ 0 w 50"/>
                <a:gd name="T13" fmla="*/ 22 h 10"/>
                <a:gd name="T14" fmla="*/ 0 w 50"/>
                <a:gd name="T15" fmla="*/ 38 h 10"/>
                <a:gd name="T16" fmla="*/ 238 w 50"/>
                <a:gd name="T17" fmla="*/ 138 h 10"/>
                <a:gd name="T18" fmla="*/ 270 w 50"/>
                <a:gd name="T19" fmla="*/ 197 h 10"/>
                <a:gd name="T20" fmla="*/ 395 w 50"/>
                <a:gd name="T21" fmla="*/ 197 h 10"/>
                <a:gd name="T22" fmla="*/ 613 w 50"/>
                <a:gd name="T23" fmla="*/ 81 h 10"/>
                <a:gd name="T24" fmla="*/ 783 w 50"/>
                <a:gd name="T25" fmla="*/ 22 h 10"/>
                <a:gd name="T26" fmla="*/ 783 w 50"/>
                <a:gd name="T27" fmla="*/ 0 h 10"/>
                <a:gd name="T28" fmla="*/ 770 w 50"/>
                <a:gd name="T29" fmla="*/ 22 h 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10">
                  <a:moveTo>
                    <a:pt x="49" y="1"/>
                  </a:moveTo>
                  <a:cubicBezTo>
                    <a:pt x="45" y="2"/>
                    <a:pt x="42" y="1"/>
                    <a:pt x="38" y="2"/>
                  </a:cubicBezTo>
                  <a:cubicBezTo>
                    <a:pt x="35" y="2"/>
                    <a:pt x="32" y="3"/>
                    <a:pt x="28" y="4"/>
                  </a:cubicBezTo>
                  <a:cubicBezTo>
                    <a:pt x="27" y="5"/>
                    <a:pt x="22" y="7"/>
                    <a:pt x="22" y="9"/>
                  </a:cubicBezTo>
                  <a:cubicBezTo>
                    <a:pt x="17" y="5"/>
                    <a:pt x="12" y="3"/>
                    <a:pt x="6" y="2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2"/>
                    <a:pt x="11" y="4"/>
                    <a:pt x="15" y="7"/>
                  </a:cubicBezTo>
                  <a:cubicBezTo>
                    <a:pt x="16" y="8"/>
                    <a:pt x="16" y="9"/>
                    <a:pt x="17" y="10"/>
                  </a:cubicBezTo>
                  <a:cubicBezTo>
                    <a:pt x="21" y="10"/>
                    <a:pt x="22" y="10"/>
                    <a:pt x="25" y="10"/>
                  </a:cubicBezTo>
                  <a:cubicBezTo>
                    <a:pt x="26" y="7"/>
                    <a:pt x="36" y="4"/>
                    <a:pt x="39" y="4"/>
                  </a:cubicBezTo>
                  <a:cubicBezTo>
                    <a:pt x="41" y="4"/>
                    <a:pt x="47" y="3"/>
                    <a:pt x="50" y="1"/>
                  </a:cubicBezTo>
                  <a:cubicBezTo>
                    <a:pt x="50" y="1"/>
                    <a:pt x="50" y="0"/>
                    <a:pt x="50" y="0"/>
                  </a:cubicBezTo>
                  <a:cubicBezTo>
                    <a:pt x="50" y="1"/>
                    <a:pt x="49" y="1"/>
                    <a:pt x="49" y="1"/>
                  </a:cubicBezTo>
                  <a:close/>
                </a:path>
              </a:pathLst>
            </a:custGeom>
            <a:solidFill>
              <a:srgbClr val="976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2" name="Freeform 509">
              <a:extLst>
                <a:ext uri="{FF2B5EF4-FFF2-40B4-BE49-F238E27FC236}">
                  <a16:creationId xmlns:a16="http://schemas.microsoft.com/office/drawing/2014/main" id="{066CB88E-1CD8-407D-BB36-B69DCFECD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427"/>
              <a:ext cx="12" cy="5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0 h 2"/>
                <a:gd name="T4" fmla="*/ 58 w 5"/>
                <a:gd name="T5" fmla="*/ 33 h 2"/>
                <a:gd name="T6" fmla="*/ 70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0"/>
                    <a:pt x="3" y="2"/>
                    <a:pt x="4" y="2"/>
                  </a:cubicBezTo>
                  <a:cubicBezTo>
                    <a:pt x="4" y="1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FDD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3" name="Freeform 510">
              <a:extLst>
                <a:ext uri="{FF2B5EF4-FFF2-40B4-BE49-F238E27FC236}">
                  <a16:creationId xmlns:a16="http://schemas.microsoft.com/office/drawing/2014/main" id="{1C2C9296-B8DF-4879-9493-5C6BB8220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403"/>
              <a:ext cx="30" cy="13"/>
            </a:xfrm>
            <a:custGeom>
              <a:avLst/>
              <a:gdLst>
                <a:gd name="T0" fmla="*/ 20 w 12"/>
                <a:gd name="T1" fmla="*/ 55 h 5"/>
                <a:gd name="T2" fmla="*/ 20 w 12"/>
                <a:gd name="T3" fmla="*/ 21 h 5"/>
                <a:gd name="T4" fmla="*/ 83 w 12"/>
                <a:gd name="T5" fmla="*/ 21 h 5"/>
                <a:gd name="T6" fmla="*/ 188 w 12"/>
                <a:gd name="T7" fmla="*/ 88 h 5"/>
                <a:gd name="T8" fmla="*/ 83 w 12"/>
                <a:gd name="T9" fmla="*/ 34 h 5"/>
                <a:gd name="T10" fmla="*/ 20 w 12"/>
                <a:gd name="T11" fmla="*/ 34 h 5"/>
                <a:gd name="T12" fmla="*/ 20 w 12"/>
                <a:gd name="T13" fmla="*/ 3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4" y="1"/>
                    <a:pt x="5" y="1"/>
                  </a:cubicBezTo>
                  <a:cubicBezTo>
                    <a:pt x="7" y="2"/>
                    <a:pt x="11" y="3"/>
                    <a:pt x="12" y="5"/>
                  </a:cubicBezTo>
                  <a:cubicBezTo>
                    <a:pt x="10" y="4"/>
                    <a:pt x="7" y="3"/>
                    <a:pt x="5" y="2"/>
                  </a:cubicBezTo>
                  <a:cubicBezTo>
                    <a:pt x="4" y="2"/>
                    <a:pt x="2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CBA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4" name="Freeform 511">
              <a:extLst>
                <a:ext uri="{FF2B5EF4-FFF2-40B4-BE49-F238E27FC236}">
                  <a16:creationId xmlns:a16="http://schemas.microsoft.com/office/drawing/2014/main" id="{1ED79431-4537-42B1-A725-CB88CD999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403"/>
              <a:ext cx="53" cy="13"/>
            </a:xfrm>
            <a:custGeom>
              <a:avLst/>
              <a:gdLst>
                <a:gd name="T0" fmla="*/ 0 w 21"/>
                <a:gd name="T1" fmla="*/ 88 h 5"/>
                <a:gd name="T2" fmla="*/ 192 w 21"/>
                <a:gd name="T3" fmla="*/ 34 h 5"/>
                <a:gd name="T4" fmla="*/ 338 w 21"/>
                <a:gd name="T5" fmla="*/ 0 h 5"/>
                <a:gd name="T6" fmla="*/ 179 w 21"/>
                <a:gd name="T7" fmla="*/ 55 h 5"/>
                <a:gd name="T8" fmla="*/ 0 w 21"/>
                <a:gd name="T9" fmla="*/ 8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3" y="3"/>
                    <a:pt x="8" y="3"/>
                    <a:pt x="12" y="2"/>
                  </a:cubicBezTo>
                  <a:cubicBezTo>
                    <a:pt x="16" y="2"/>
                    <a:pt x="20" y="1"/>
                    <a:pt x="21" y="0"/>
                  </a:cubicBezTo>
                  <a:cubicBezTo>
                    <a:pt x="21" y="0"/>
                    <a:pt x="16" y="3"/>
                    <a:pt x="11" y="3"/>
                  </a:cubicBezTo>
                  <a:cubicBezTo>
                    <a:pt x="6" y="4"/>
                    <a:pt x="3" y="4"/>
                    <a:pt x="0" y="5"/>
                  </a:cubicBezTo>
                  <a:close/>
                </a:path>
              </a:pathLst>
            </a:custGeom>
            <a:solidFill>
              <a:srgbClr val="CBA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5" name="Freeform 512">
              <a:extLst>
                <a:ext uri="{FF2B5EF4-FFF2-40B4-BE49-F238E27FC236}">
                  <a16:creationId xmlns:a16="http://schemas.microsoft.com/office/drawing/2014/main" id="{0202000F-0F65-4B92-A35B-5F0837E9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776"/>
              <a:ext cx="67" cy="8"/>
            </a:xfrm>
            <a:custGeom>
              <a:avLst/>
              <a:gdLst>
                <a:gd name="T0" fmla="*/ 2 w 67"/>
                <a:gd name="T1" fmla="*/ 8 h 8"/>
                <a:gd name="T2" fmla="*/ 0 w 67"/>
                <a:gd name="T3" fmla="*/ 0 h 8"/>
                <a:gd name="T4" fmla="*/ 67 w 6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8">
                  <a:moveTo>
                    <a:pt x="2" y="8"/>
                  </a:moveTo>
                  <a:lnTo>
                    <a:pt x="0" y="0"/>
                  </a:lnTo>
                  <a:lnTo>
                    <a:pt x="67" y="0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6" name="Freeform 513">
              <a:extLst>
                <a:ext uri="{FF2B5EF4-FFF2-40B4-BE49-F238E27FC236}">
                  <a16:creationId xmlns:a16="http://schemas.microsoft.com/office/drawing/2014/main" id="{8323D476-FB3B-4883-97F4-832CE13BF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776"/>
              <a:ext cx="97" cy="8"/>
            </a:xfrm>
            <a:custGeom>
              <a:avLst/>
              <a:gdLst>
                <a:gd name="T0" fmla="*/ 95 w 97"/>
                <a:gd name="T1" fmla="*/ 8 h 8"/>
                <a:gd name="T2" fmla="*/ 97 w 97"/>
                <a:gd name="T3" fmla="*/ 0 h 8"/>
                <a:gd name="T4" fmla="*/ 0 w 9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">
                  <a:moveTo>
                    <a:pt x="95" y="8"/>
                  </a:moveTo>
                  <a:lnTo>
                    <a:pt x="97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7" name="Freeform 514">
              <a:extLst>
                <a:ext uri="{FF2B5EF4-FFF2-40B4-BE49-F238E27FC236}">
                  <a16:creationId xmlns:a16="http://schemas.microsoft.com/office/drawing/2014/main" id="{D3582CD9-6760-4A53-8ADE-40BEE089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60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145 w 18"/>
                <a:gd name="T3" fmla="*/ 0 h 6"/>
                <a:gd name="T4" fmla="*/ 283 w 1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1" y="1"/>
                    <a:pt x="4" y="0"/>
                    <a:pt x="9" y="0"/>
                  </a:cubicBezTo>
                  <a:cubicBezTo>
                    <a:pt x="14" y="0"/>
                    <a:pt x="16" y="1"/>
                    <a:pt x="18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8" name="Freeform 515">
              <a:extLst>
                <a:ext uri="{FF2B5EF4-FFF2-40B4-BE49-F238E27FC236}">
                  <a16:creationId xmlns:a16="http://schemas.microsoft.com/office/drawing/2014/main" id="{65E9887A-9511-42EA-BBD3-7612C267E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760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145 w 18"/>
                <a:gd name="T3" fmla="*/ 0 h 6"/>
                <a:gd name="T4" fmla="*/ 283 w 1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2" y="1"/>
                    <a:pt x="4" y="0"/>
                    <a:pt x="9" y="0"/>
                  </a:cubicBezTo>
                  <a:cubicBezTo>
                    <a:pt x="14" y="0"/>
                    <a:pt x="17" y="1"/>
                    <a:pt x="18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9" name="Freeform 516">
              <a:extLst>
                <a:ext uri="{FF2B5EF4-FFF2-40B4-BE49-F238E27FC236}">
                  <a16:creationId xmlns:a16="http://schemas.microsoft.com/office/drawing/2014/main" id="{019BC269-768A-4F25-B960-76526B312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36"/>
              <a:ext cx="42" cy="24"/>
            </a:xfrm>
            <a:custGeom>
              <a:avLst/>
              <a:gdLst>
                <a:gd name="T0" fmla="*/ 245 w 17"/>
                <a:gd name="T1" fmla="*/ 93 h 9"/>
                <a:gd name="T2" fmla="*/ 121 w 17"/>
                <a:gd name="T3" fmla="*/ 0 h 9"/>
                <a:gd name="T4" fmla="*/ 0 w 17"/>
                <a:gd name="T5" fmla="*/ 93 h 9"/>
                <a:gd name="T6" fmla="*/ 121 w 17"/>
                <a:gd name="T7" fmla="*/ 171 h 9"/>
                <a:gd name="T8" fmla="*/ 245 w 17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5"/>
                  </a:moveTo>
                  <a:cubicBezTo>
                    <a:pt x="15" y="1"/>
                    <a:pt x="13" y="0"/>
                    <a:pt x="8" y="0"/>
                  </a:cubicBezTo>
                  <a:cubicBezTo>
                    <a:pt x="4" y="0"/>
                    <a:pt x="1" y="1"/>
                    <a:pt x="0" y="5"/>
                  </a:cubicBezTo>
                  <a:cubicBezTo>
                    <a:pt x="0" y="7"/>
                    <a:pt x="0" y="9"/>
                    <a:pt x="8" y="9"/>
                  </a:cubicBezTo>
                  <a:cubicBezTo>
                    <a:pt x="16" y="9"/>
                    <a:pt x="17" y="8"/>
                    <a:pt x="16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0" name="Line 517">
              <a:extLst>
                <a:ext uri="{FF2B5EF4-FFF2-40B4-BE49-F238E27FC236}">
                  <a16:creationId xmlns:a16="http://schemas.microsoft.com/office/drawing/2014/main" id="{F580FAB8-6926-470B-B686-C5CA94C030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05" y="1736"/>
              <a:ext cx="3" cy="11"/>
            </a:xfrm>
            <a:prstGeom prst="lin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1" name="Line 518">
              <a:extLst>
                <a:ext uri="{FF2B5EF4-FFF2-40B4-BE49-F238E27FC236}">
                  <a16:creationId xmlns:a16="http://schemas.microsoft.com/office/drawing/2014/main" id="{10392958-783C-40F1-8912-76383D41D9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15" y="1725"/>
              <a:ext cx="1" cy="22"/>
            </a:xfrm>
            <a:prstGeom prst="lin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2" name="Line 519">
              <a:extLst>
                <a:ext uri="{FF2B5EF4-FFF2-40B4-BE49-F238E27FC236}">
                  <a16:creationId xmlns:a16="http://schemas.microsoft.com/office/drawing/2014/main" id="{67D0BB55-3AD9-414C-92DF-A69FB05D2B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18" y="1731"/>
              <a:ext cx="5" cy="16"/>
            </a:xfrm>
            <a:prstGeom prst="lin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3" name="Line 520">
              <a:extLst>
                <a:ext uri="{FF2B5EF4-FFF2-40B4-BE49-F238E27FC236}">
                  <a16:creationId xmlns:a16="http://schemas.microsoft.com/office/drawing/2014/main" id="{FE9668F5-805A-4A2B-B03A-C8E97830E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1733"/>
              <a:ext cx="5" cy="14"/>
            </a:xfrm>
            <a:prstGeom prst="lin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4" name="Line 521">
              <a:extLst>
                <a:ext uri="{FF2B5EF4-FFF2-40B4-BE49-F238E27FC236}">
                  <a16:creationId xmlns:a16="http://schemas.microsoft.com/office/drawing/2014/main" id="{4EADBCA1-6268-4231-A4B5-D48E9510E2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5" y="1723"/>
              <a:ext cx="5" cy="24"/>
            </a:xfrm>
            <a:prstGeom prst="lin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5" name="Freeform 522">
              <a:extLst>
                <a:ext uri="{FF2B5EF4-FFF2-40B4-BE49-F238E27FC236}">
                  <a16:creationId xmlns:a16="http://schemas.microsoft.com/office/drawing/2014/main" id="{FC8424A4-A6FB-4761-A607-AFB1ED65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728"/>
              <a:ext cx="2" cy="19"/>
            </a:xfrm>
            <a:custGeom>
              <a:avLst/>
              <a:gdLst>
                <a:gd name="T0" fmla="*/ 8 w 1"/>
                <a:gd name="T1" fmla="*/ 0 h 7"/>
                <a:gd name="T2" fmla="*/ 8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6" name="Freeform 523">
              <a:extLst>
                <a:ext uri="{FF2B5EF4-FFF2-40B4-BE49-F238E27FC236}">
                  <a16:creationId xmlns:a16="http://schemas.microsoft.com/office/drawing/2014/main" id="{FF836C8A-66AF-4450-A9CE-E367C2C09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39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7" name="Freeform 524">
              <a:extLst>
                <a:ext uri="{FF2B5EF4-FFF2-40B4-BE49-F238E27FC236}">
                  <a16:creationId xmlns:a16="http://schemas.microsoft.com/office/drawing/2014/main" id="{D9E680A0-3F18-4E0F-BC42-885BB5934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675"/>
              <a:ext cx="20" cy="18"/>
            </a:xfrm>
            <a:custGeom>
              <a:avLst/>
              <a:gdLst>
                <a:gd name="T0" fmla="*/ 0 w 8"/>
                <a:gd name="T1" fmla="*/ 100 h 7"/>
                <a:gd name="T2" fmla="*/ 63 w 8"/>
                <a:gd name="T3" fmla="*/ 118 h 7"/>
                <a:gd name="T4" fmla="*/ 125 w 8"/>
                <a:gd name="T5" fmla="*/ 100 h 7"/>
                <a:gd name="T6" fmla="*/ 83 w 8"/>
                <a:gd name="T7" fmla="*/ 21 h 7"/>
                <a:gd name="T8" fmla="*/ 50 w 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2" y="7"/>
                    <a:pt x="4" y="7"/>
                    <a:pt x="4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9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8" name="Freeform 525">
              <a:extLst>
                <a:ext uri="{FF2B5EF4-FFF2-40B4-BE49-F238E27FC236}">
                  <a16:creationId xmlns:a16="http://schemas.microsoft.com/office/drawing/2014/main" id="{9ABE9413-8219-4EE4-97A1-55D699CDB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837"/>
              <a:ext cx="148" cy="160"/>
            </a:xfrm>
            <a:custGeom>
              <a:avLst/>
              <a:gdLst>
                <a:gd name="T0" fmla="*/ 805 w 59"/>
                <a:gd name="T1" fmla="*/ 77 h 60"/>
                <a:gd name="T2" fmla="*/ 647 w 59"/>
                <a:gd name="T3" fmla="*/ 77 h 60"/>
                <a:gd name="T4" fmla="*/ 567 w 59"/>
                <a:gd name="T5" fmla="*/ 0 h 60"/>
                <a:gd name="T6" fmla="*/ 113 w 59"/>
                <a:gd name="T7" fmla="*/ 205 h 60"/>
                <a:gd name="T8" fmla="*/ 33 w 59"/>
                <a:gd name="T9" fmla="*/ 605 h 60"/>
                <a:gd name="T10" fmla="*/ 50 w 59"/>
                <a:gd name="T11" fmla="*/ 931 h 60"/>
                <a:gd name="T12" fmla="*/ 95 w 59"/>
                <a:gd name="T13" fmla="*/ 1101 h 60"/>
                <a:gd name="T14" fmla="*/ 334 w 59"/>
                <a:gd name="T15" fmla="*/ 1045 h 60"/>
                <a:gd name="T16" fmla="*/ 251 w 59"/>
                <a:gd name="T17" fmla="*/ 568 h 60"/>
                <a:gd name="T18" fmla="*/ 251 w 59"/>
                <a:gd name="T19" fmla="*/ 419 h 60"/>
                <a:gd name="T20" fmla="*/ 472 w 59"/>
                <a:gd name="T21" fmla="*/ 320 h 60"/>
                <a:gd name="T22" fmla="*/ 755 w 59"/>
                <a:gd name="T23" fmla="*/ 320 h 60"/>
                <a:gd name="T24" fmla="*/ 913 w 59"/>
                <a:gd name="T25" fmla="*/ 248 h 60"/>
                <a:gd name="T26" fmla="*/ 931 w 59"/>
                <a:gd name="T27" fmla="*/ 77 h 60"/>
                <a:gd name="T28" fmla="*/ 805 w 59"/>
                <a:gd name="T29" fmla="*/ 77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60">
                  <a:moveTo>
                    <a:pt x="51" y="4"/>
                  </a:moveTo>
                  <a:cubicBezTo>
                    <a:pt x="48" y="4"/>
                    <a:pt x="44" y="4"/>
                    <a:pt x="41" y="4"/>
                  </a:cubicBezTo>
                  <a:cubicBezTo>
                    <a:pt x="38" y="3"/>
                    <a:pt x="36" y="2"/>
                    <a:pt x="36" y="0"/>
                  </a:cubicBezTo>
                  <a:cubicBezTo>
                    <a:pt x="25" y="2"/>
                    <a:pt x="16" y="6"/>
                    <a:pt x="7" y="11"/>
                  </a:cubicBezTo>
                  <a:cubicBezTo>
                    <a:pt x="0" y="15"/>
                    <a:pt x="2" y="25"/>
                    <a:pt x="2" y="32"/>
                  </a:cubicBezTo>
                  <a:cubicBezTo>
                    <a:pt x="2" y="38"/>
                    <a:pt x="3" y="43"/>
                    <a:pt x="3" y="49"/>
                  </a:cubicBezTo>
                  <a:cubicBezTo>
                    <a:pt x="4" y="51"/>
                    <a:pt x="4" y="56"/>
                    <a:pt x="6" y="58"/>
                  </a:cubicBezTo>
                  <a:cubicBezTo>
                    <a:pt x="8" y="60"/>
                    <a:pt x="19" y="58"/>
                    <a:pt x="21" y="55"/>
                  </a:cubicBezTo>
                  <a:cubicBezTo>
                    <a:pt x="19" y="46"/>
                    <a:pt x="18" y="40"/>
                    <a:pt x="16" y="30"/>
                  </a:cubicBezTo>
                  <a:cubicBezTo>
                    <a:pt x="15" y="26"/>
                    <a:pt x="14" y="24"/>
                    <a:pt x="16" y="22"/>
                  </a:cubicBezTo>
                  <a:cubicBezTo>
                    <a:pt x="18" y="17"/>
                    <a:pt x="27" y="17"/>
                    <a:pt x="30" y="17"/>
                  </a:cubicBezTo>
                  <a:cubicBezTo>
                    <a:pt x="36" y="17"/>
                    <a:pt x="42" y="18"/>
                    <a:pt x="48" y="17"/>
                  </a:cubicBezTo>
                  <a:cubicBezTo>
                    <a:pt x="53" y="17"/>
                    <a:pt x="57" y="18"/>
                    <a:pt x="58" y="13"/>
                  </a:cubicBezTo>
                  <a:cubicBezTo>
                    <a:pt x="59" y="11"/>
                    <a:pt x="59" y="7"/>
                    <a:pt x="59" y="4"/>
                  </a:cubicBezTo>
                  <a:cubicBezTo>
                    <a:pt x="57" y="5"/>
                    <a:pt x="54" y="4"/>
                    <a:pt x="51" y="4"/>
                  </a:cubicBezTo>
                  <a:close/>
                </a:path>
              </a:pathLst>
            </a:custGeom>
            <a:solidFill>
              <a:srgbClr val="A27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9" name="Freeform 526">
              <a:extLst>
                <a:ext uri="{FF2B5EF4-FFF2-40B4-BE49-F238E27FC236}">
                  <a16:creationId xmlns:a16="http://schemas.microsoft.com/office/drawing/2014/main" id="{72783054-7412-4BA0-89DD-A85E5E96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901"/>
              <a:ext cx="45" cy="86"/>
            </a:xfrm>
            <a:custGeom>
              <a:avLst/>
              <a:gdLst>
                <a:gd name="T0" fmla="*/ 0 w 18"/>
                <a:gd name="T1" fmla="*/ 0 h 32"/>
                <a:gd name="T2" fmla="*/ 20 w 18"/>
                <a:gd name="T3" fmla="*/ 116 h 32"/>
                <a:gd name="T4" fmla="*/ 95 w 18"/>
                <a:gd name="T5" fmla="*/ 599 h 32"/>
                <a:gd name="T6" fmla="*/ 283 w 18"/>
                <a:gd name="T7" fmla="*/ 406 h 32"/>
                <a:gd name="T8" fmla="*/ 0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16"/>
                    <a:pt x="4" y="22"/>
                    <a:pt x="6" y="31"/>
                  </a:cubicBezTo>
                  <a:cubicBezTo>
                    <a:pt x="11" y="32"/>
                    <a:pt x="16" y="25"/>
                    <a:pt x="18" y="21"/>
                  </a:cubicBezTo>
                  <a:cubicBezTo>
                    <a:pt x="12" y="14"/>
                    <a:pt x="5" y="9"/>
                    <a:pt x="0" y="0"/>
                  </a:cubicBezTo>
                  <a:close/>
                </a:path>
              </a:pathLst>
            </a:custGeom>
            <a:solidFill>
              <a:srgbClr val="8150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0" name="Freeform 527">
              <a:extLst>
                <a:ext uri="{FF2B5EF4-FFF2-40B4-BE49-F238E27FC236}">
                  <a16:creationId xmlns:a16="http://schemas.microsoft.com/office/drawing/2014/main" id="{344A5ABB-F98F-4F15-A45D-65746AA4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84"/>
              <a:ext cx="83" cy="29"/>
            </a:xfrm>
            <a:custGeom>
              <a:avLst/>
              <a:gdLst>
                <a:gd name="T0" fmla="*/ 493 w 33"/>
                <a:gd name="T1" fmla="*/ 21 h 11"/>
                <a:gd name="T2" fmla="*/ 254 w 33"/>
                <a:gd name="T3" fmla="*/ 55 h 11"/>
                <a:gd name="T4" fmla="*/ 221 w 33"/>
                <a:gd name="T5" fmla="*/ 0 h 11"/>
                <a:gd name="T6" fmla="*/ 113 w 33"/>
                <a:gd name="T7" fmla="*/ 166 h 11"/>
                <a:gd name="T8" fmla="*/ 380 w 33"/>
                <a:gd name="T9" fmla="*/ 166 h 11"/>
                <a:gd name="T10" fmla="*/ 506 w 33"/>
                <a:gd name="T11" fmla="*/ 55 h 11"/>
                <a:gd name="T12" fmla="*/ 493 w 33"/>
                <a:gd name="T13" fmla="*/ 2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">
                  <a:moveTo>
                    <a:pt x="31" y="1"/>
                  </a:moveTo>
                  <a:cubicBezTo>
                    <a:pt x="27" y="3"/>
                    <a:pt x="18" y="5"/>
                    <a:pt x="16" y="3"/>
                  </a:cubicBezTo>
                  <a:cubicBezTo>
                    <a:pt x="15" y="2"/>
                    <a:pt x="15" y="1"/>
                    <a:pt x="14" y="0"/>
                  </a:cubicBezTo>
                  <a:cubicBezTo>
                    <a:pt x="8" y="1"/>
                    <a:pt x="0" y="4"/>
                    <a:pt x="7" y="9"/>
                  </a:cubicBezTo>
                  <a:cubicBezTo>
                    <a:pt x="10" y="11"/>
                    <a:pt x="20" y="10"/>
                    <a:pt x="24" y="9"/>
                  </a:cubicBezTo>
                  <a:cubicBezTo>
                    <a:pt x="28" y="9"/>
                    <a:pt x="33" y="8"/>
                    <a:pt x="32" y="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1" name="Freeform 528">
              <a:extLst>
                <a:ext uri="{FF2B5EF4-FFF2-40B4-BE49-F238E27FC236}">
                  <a16:creationId xmlns:a16="http://schemas.microsoft.com/office/drawing/2014/main" id="{48C98193-4FAB-4E49-8901-6B0363A72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963"/>
              <a:ext cx="42" cy="50"/>
            </a:xfrm>
            <a:custGeom>
              <a:avLst/>
              <a:gdLst>
                <a:gd name="T0" fmla="*/ 225 w 17"/>
                <a:gd name="T1" fmla="*/ 0 h 19"/>
                <a:gd name="T2" fmla="*/ 62 w 17"/>
                <a:gd name="T3" fmla="*/ 145 h 19"/>
                <a:gd name="T4" fmla="*/ 62 w 17"/>
                <a:gd name="T5" fmla="*/ 166 h 19"/>
                <a:gd name="T6" fmla="*/ 74 w 17"/>
                <a:gd name="T7" fmla="*/ 200 h 19"/>
                <a:gd name="T8" fmla="*/ 0 w 17"/>
                <a:gd name="T9" fmla="*/ 311 h 19"/>
                <a:gd name="T10" fmla="*/ 74 w 17"/>
                <a:gd name="T11" fmla="*/ 311 h 19"/>
                <a:gd name="T12" fmla="*/ 195 w 17"/>
                <a:gd name="T13" fmla="*/ 166 h 19"/>
                <a:gd name="T14" fmla="*/ 225 w 17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9">
                  <a:moveTo>
                    <a:pt x="15" y="0"/>
                  </a:moveTo>
                  <a:cubicBezTo>
                    <a:pt x="12" y="4"/>
                    <a:pt x="9" y="9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5"/>
                    <a:pt x="3" y="16"/>
                    <a:pt x="0" y="17"/>
                  </a:cubicBezTo>
                  <a:cubicBezTo>
                    <a:pt x="1" y="18"/>
                    <a:pt x="2" y="19"/>
                    <a:pt x="5" y="17"/>
                  </a:cubicBezTo>
                  <a:cubicBezTo>
                    <a:pt x="8" y="15"/>
                    <a:pt x="10" y="12"/>
                    <a:pt x="13" y="9"/>
                  </a:cubicBezTo>
                  <a:cubicBezTo>
                    <a:pt x="17" y="6"/>
                    <a:pt x="17" y="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2" name="Freeform 529">
              <a:extLst>
                <a:ext uri="{FF2B5EF4-FFF2-40B4-BE49-F238E27FC236}">
                  <a16:creationId xmlns:a16="http://schemas.microsoft.com/office/drawing/2014/main" id="{8982DABB-3541-4B24-9375-DD741715A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667"/>
              <a:ext cx="133" cy="176"/>
            </a:xfrm>
            <a:custGeom>
              <a:avLst/>
              <a:gdLst>
                <a:gd name="T0" fmla="*/ 555 w 53"/>
                <a:gd name="T1" fmla="*/ 0 h 66"/>
                <a:gd name="T2" fmla="*/ 188 w 53"/>
                <a:gd name="T3" fmla="*/ 491 h 66"/>
                <a:gd name="T4" fmla="*/ 83 w 53"/>
                <a:gd name="T5" fmla="*/ 875 h 66"/>
                <a:gd name="T6" fmla="*/ 83 w 53"/>
                <a:gd name="T7" fmla="*/ 1216 h 66"/>
                <a:gd name="T8" fmla="*/ 472 w 53"/>
                <a:gd name="T9" fmla="*/ 1173 h 66"/>
                <a:gd name="T10" fmla="*/ 617 w 53"/>
                <a:gd name="T11" fmla="*/ 1059 h 66"/>
                <a:gd name="T12" fmla="*/ 647 w 53"/>
                <a:gd name="T13" fmla="*/ 661 h 66"/>
                <a:gd name="T14" fmla="*/ 693 w 53"/>
                <a:gd name="T15" fmla="*/ 704 h 66"/>
                <a:gd name="T16" fmla="*/ 806 w 53"/>
                <a:gd name="T17" fmla="*/ 547 h 66"/>
                <a:gd name="T18" fmla="*/ 743 w 53"/>
                <a:gd name="T19" fmla="*/ 376 h 66"/>
                <a:gd name="T20" fmla="*/ 680 w 53"/>
                <a:gd name="T21" fmla="*/ 192 h 66"/>
                <a:gd name="T22" fmla="*/ 585 w 53"/>
                <a:gd name="T23" fmla="*/ 115 h 66"/>
                <a:gd name="T24" fmla="*/ 555 w 53"/>
                <a:gd name="T25" fmla="*/ 0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66">
                  <a:moveTo>
                    <a:pt x="35" y="0"/>
                  </a:moveTo>
                  <a:cubicBezTo>
                    <a:pt x="26" y="4"/>
                    <a:pt x="16" y="17"/>
                    <a:pt x="12" y="26"/>
                  </a:cubicBezTo>
                  <a:cubicBezTo>
                    <a:pt x="9" y="32"/>
                    <a:pt x="7" y="40"/>
                    <a:pt x="5" y="46"/>
                  </a:cubicBezTo>
                  <a:cubicBezTo>
                    <a:pt x="4" y="51"/>
                    <a:pt x="0" y="61"/>
                    <a:pt x="5" y="64"/>
                  </a:cubicBezTo>
                  <a:cubicBezTo>
                    <a:pt x="10" y="66"/>
                    <a:pt x="26" y="63"/>
                    <a:pt x="30" y="62"/>
                  </a:cubicBezTo>
                  <a:cubicBezTo>
                    <a:pt x="33" y="61"/>
                    <a:pt x="36" y="60"/>
                    <a:pt x="39" y="56"/>
                  </a:cubicBezTo>
                  <a:cubicBezTo>
                    <a:pt x="41" y="51"/>
                    <a:pt x="38" y="40"/>
                    <a:pt x="41" y="35"/>
                  </a:cubicBezTo>
                  <a:cubicBezTo>
                    <a:pt x="41" y="36"/>
                    <a:pt x="43" y="37"/>
                    <a:pt x="44" y="37"/>
                  </a:cubicBezTo>
                  <a:cubicBezTo>
                    <a:pt x="46" y="34"/>
                    <a:pt x="50" y="32"/>
                    <a:pt x="51" y="29"/>
                  </a:cubicBezTo>
                  <a:cubicBezTo>
                    <a:pt x="53" y="25"/>
                    <a:pt x="49" y="23"/>
                    <a:pt x="47" y="20"/>
                  </a:cubicBezTo>
                  <a:cubicBezTo>
                    <a:pt x="45" y="17"/>
                    <a:pt x="45" y="12"/>
                    <a:pt x="43" y="10"/>
                  </a:cubicBezTo>
                  <a:cubicBezTo>
                    <a:pt x="42" y="8"/>
                    <a:pt x="39" y="8"/>
                    <a:pt x="37" y="6"/>
                  </a:cubicBezTo>
                  <a:cubicBezTo>
                    <a:pt x="36" y="4"/>
                    <a:pt x="37" y="0"/>
                    <a:pt x="35" y="0"/>
                  </a:cubicBezTo>
                </a:path>
              </a:pathLst>
            </a:custGeom>
            <a:solidFill>
              <a:srgbClr val="DE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3" name="Freeform 530">
              <a:extLst>
                <a:ext uri="{FF2B5EF4-FFF2-40B4-BE49-F238E27FC236}">
                  <a16:creationId xmlns:a16="http://schemas.microsoft.com/office/drawing/2014/main" id="{83A926C6-6813-451B-BC5E-A70F2B5BD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821"/>
              <a:ext cx="155" cy="184"/>
            </a:xfrm>
            <a:custGeom>
              <a:avLst/>
              <a:gdLst>
                <a:gd name="T0" fmla="*/ 925 w 62"/>
                <a:gd name="T1" fmla="*/ 227 h 69"/>
                <a:gd name="T2" fmla="*/ 675 w 62"/>
                <a:gd name="T3" fmla="*/ 56 h 69"/>
                <a:gd name="T4" fmla="*/ 563 w 62"/>
                <a:gd name="T5" fmla="*/ 0 h 69"/>
                <a:gd name="T6" fmla="*/ 458 w 62"/>
                <a:gd name="T7" fmla="*/ 77 h 69"/>
                <a:gd name="T8" fmla="*/ 63 w 62"/>
                <a:gd name="T9" fmla="*/ 115 h 69"/>
                <a:gd name="T10" fmla="*/ 63 w 62"/>
                <a:gd name="T11" fmla="*/ 115 h 69"/>
                <a:gd name="T12" fmla="*/ 220 w 62"/>
                <a:gd name="T13" fmla="*/ 435 h 69"/>
                <a:gd name="T14" fmla="*/ 658 w 62"/>
                <a:gd name="T15" fmla="*/ 477 h 69"/>
                <a:gd name="T16" fmla="*/ 488 w 62"/>
                <a:gd name="T17" fmla="*/ 1139 h 69"/>
                <a:gd name="T18" fmla="*/ 658 w 62"/>
                <a:gd name="T19" fmla="*/ 1251 h 69"/>
                <a:gd name="T20" fmla="*/ 770 w 62"/>
                <a:gd name="T21" fmla="*/ 1251 h 69"/>
                <a:gd name="T22" fmla="*/ 800 w 62"/>
                <a:gd name="T23" fmla="*/ 1080 h 69"/>
                <a:gd name="T24" fmla="*/ 925 w 62"/>
                <a:gd name="T25" fmla="*/ 589 h 69"/>
                <a:gd name="T26" fmla="*/ 958 w 62"/>
                <a:gd name="T27" fmla="*/ 341 h 69"/>
                <a:gd name="T28" fmla="*/ 925 w 62"/>
                <a:gd name="T29" fmla="*/ 227 h 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69">
                  <a:moveTo>
                    <a:pt x="59" y="12"/>
                  </a:moveTo>
                  <a:cubicBezTo>
                    <a:pt x="55" y="9"/>
                    <a:pt x="48" y="6"/>
                    <a:pt x="43" y="3"/>
                  </a:cubicBezTo>
                  <a:cubicBezTo>
                    <a:pt x="42" y="3"/>
                    <a:pt x="39" y="1"/>
                    <a:pt x="36" y="0"/>
                  </a:cubicBezTo>
                  <a:cubicBezTo>
                    <a:pt x="33" y="2"/>
                    <a:pt x="31" y="4"/>
                    <a:pt x="29" y="4"/>
                  </a:cubicBezTo>
                  <a:cubicBezTo>
                    <a:pt x="25" y="5"/>
                    <a:pt x="9" y="8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12"/>
                    <a:pt x="0" y="23"/>
                    <a:pt x="14" y="23"/>
                  </a:cubicBezTo>
                  <a:cubicBezTo>
                    <a:pt x="17" y="23"/>
                    <a:pt x="41" y="22"/>
                    <a:pt x="42" y="25"/>
                  </a:cubicBezTo>
                  <a:cubicBezTo>
                    <a:pt x="43" y="26"/>
                    <a:pt x="34" y="55"/>
                    <a:pt x="31" y="60"/>
                  </a:cubicBezTo>
                  <a:cubicBezTo>
                    <a:pt x="26" y="69"/>
                    <a:pt x="36" y="66"/>
                    <a:pt x="42" y="66"/>
                  </a:cubicBezTo>
                  <a:cubicBezTo>
                    <a:pt x="44" y="66"/>
                    <a:pt x="48" y="67"/>
                    <a:pt x="49" y="66"/>
                  </a:cubicBezTo>
                  <a:cubicBezTo>
                    <a:pt x="51" y="65"/>
                    <a:pt x="51" y="60"/>
                    <a:pt x="51" y="57"/>
                  </a:cubicBezTo>
                  <a:cubicBezTo>
                    <a:pt x="54" y="49"/>
                    <a:pt x="56" y="40"/>
                    <a:pt x="59" y="31"/>
                  </a:cubicBezTo>
                  <a:cubicBezTo>
                    <a:pt x="60" y="27"/>
                    <a:pt x="61" y="23"/>
                    <a:pt x="61" y="18"/>
                  </a:cubicBezTo>
                  <a:cubicBezTo>
                    <a:pt x="61" y="15"/>
                    <a:pt x="62" y="14"/>
                    <a:pt x="59" y="12"/>
                  </a:cubicBezTo>
                  <a:close/>
                </a:path>
              </a:pathLst>
            </a:custGeom>
            <a:solidFill>
              <a:srgbClr val="00A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4" name="Freeform 531">
              <a:extLst>
                <a:ext uri="{FF2B5EF4-FFF2-40B4-BE49-F238E27FC236}">
                  <a16:creationId xmlns:a16="http://schemas.microsoft.com/office/drawing/2014/main" id="{DCF894BC-F4B7-48E7-9E85-E8EC8299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995"/>
              <a:ext cx="65" cy="18"/>
            </a:xfrm>
            <a:custGeom>
              <a:avLst/>
              <a:gdLst>
                <a:gd name="T0" fmla="*/ 300 w 26"/>
                <a:gd name="T1" fmla="*/ 0 h 7"/>
                <a:gd name="T2" fmla="*/ 283 w 26"/>
                <a:gd name="T3" fmla="*/ 21 h 7"/>
                <a:gd name="T4" fmla="*/ 175 w 26"/>
                <a:gd name="T5" fmla="*/ 21 h 7"/>
                <a:gd name="T6" fmla="*/ 20 w 26"/>
                <a:gd name="T7" fmla="*/ 21 h 7"/>
                <a:gd name="T8" fmla="*/ 63 w 26"/>
                <a:gd name="T9" fmla="*/ 118 h 7"/>
                <a:gd name="T10" fmla="*/ 345 w 26"/>
                <a:gd name="T11" fmla="*/ 100 h 7"/>
                <a:gd name="T12" fmla="*/ 375 w 26"/>
                <a:gd name="T13" fmla="*/ 21 h 7"/>
                <a:gd name="T14" fmla="*/ 300 w 26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3" y="1"/>
                    <a:pt x="11" y="1"/>
                  </a:cubicBezTo>
                  <a:cubicBezTo>
                    <a:pt x="8" y="1"/>
                    <a:pt x="4" y="2"/>
                    <a:pt x="1" y="1"/>
                  </a:cubicBezTo>
                  <a:cubicBezTo>
                    <a:pt x="0" y="5"/>
                    <a:pt x="0" y="6"/>
                    <a:pt x="4" y="7"/>
                  </a:cubicBezTo>
                  <a:cubicBezTo>
                    <a:pt x="8" y="7"/>
                    <a:pt x="18" y="7"/>
                    <a:pt x="22" y="6"/>
                  </a:cubicBezTo>
                  <a:cubicBezTo>
                    <a:pt x="25" y="6"/>
                    <a:pt x="26" y="4"/>
                    <a:pt x="24" y="1"/>
                  </a:cubicBezTo>
                  <a:cubicBezTo>
                    <a:pt x="23" y="0"/>
                    <a:pt x="20" y="1"/>
                    <a:pt x="19" y="0"/>
                  </a:cubicBezTo>
                  <a:close/>
                </a:path>
              </a:pathLst>
            </a:custGeom>
            <a:solidFill>
              <a:srgbClr val="A0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5" name="Freeform 532">
              <a:extLst>
                <a:ext uri="{FF2B5EF4-FFF2-40B4-BE49-F238E27FC236}">
                  <a16:creationId xmlns:a16="http://schemas.microsoft.com/office/drawing/2014/main" id="{680E9C8D-621D-464C-BF7C-60640C874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667"/>
              <a:ext cx="83" cy="120"/>
            </a:xfrm>
            <a:custGeom>
              <a:avLst/>
              <a:gdLst>
                <a:gd name="T0" fmla="*/ 304 w 33"/>
                <a:gd name="T1" fmla="*/ 136 h 45"/>
                <a:gd name="T2" fmla="*/ 317 w 33"/>
                <a:gd name="T3" fmla="*/ 227 h 45"/>
                <a:gd name="T4" fmla="*/ 304 w 33"/>
                <a:gd name="T5" fmla="*/ 341 h 45"/>
                <a:gd name="T6" fmla="*/ 272 w 33"/>
                <a:gd name="T7" fmla="*/ 589 h 45"/>
                <a:gd name="T8" fmla="*/ 126 w 33"/>
                <a:gd name="T9" fmla="*/ 533 h 45"/>
                <a:gd name="T10" fmla="*/ 113 w 33"/>
                <a:gd name="T11" fmla="*/ 547 h 45"/>
                <a:gd name="T12" fmla="*/ 0 w 33"/>
                <a:gd name="T13" fmla="*/ 704 h 45"/>
                <a:gd name="T14" fmla="*/ 189 w 33"/>
                <a:gd name="T15" fmla="*/ 819 h 45"/>
                <a:gd name="T16" fmla="*/ 347 w 33"/>
                <a:gd name="T17" fmla="*/ 776 h 45"/>
                <a:gd name="T18" fmla="*/ 430 w 33"/>
                <a:gd name="T19" fmla="*/ 397 h 45"/>
                <a:gd name="T20" fmla="*/ 506 w 33"/>
                <a:gd name="T21" fmla="*/ 136 h 45"/>
                <a:gd name="T22" fmla="*/ 304 w 33"/>
                <a:gd name="T23" fmla="*/ 136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45">
                  <a:moveTo>
                    <a:pt x="19" y="7"/>
                  </a:moveTo>
                  <a:cubicBezTo>
                    <a:pt x="19" y="9"/>
                    <a:pt x="20" y="11"/>
                    <a:pt x="20" y="12"/>
                  </a:cubicBezTo>
                  <a:cubicBezTo>
                    <a:pt x="21" y="14"/>
                    <a:pt x="20" y="16"/>
                    <a:pt x="19" y="18"/>
                  </a:cubicBezTo>
                  <a:cubicBezTo>
                    <a:pt x="18" y="21"/>
                    <a:pt x="16" y="28"/>
                    <a:pt x="17" y="31"/>
                  </a:cubicBezTo>
                  <a:cubicBezTo>
                    <a:pt x="14" y="31"/>
                    <a:pt x="10" y="28"/>
                    <a:pt x="8" y="28"/>
                  </a:cubicBezTo>
                  <a:cubicBezTo>
                    <a:pt x="8" y="28"/>
                    <a:pt x="7" y="28"/>
                    <a:pt x="7" y="29"/>
                  </a:cubicBezTo>
                  <a:cubicBezTo>
                    <a:pt x="6" y="32"/>
                    <a:pt x="2" y="34"/>
                    <a:pt x="0" y="37"/>
                  </a:cubicBezTo>
                  <a:cubicBezTo>
                    <a:pt x="4" y="39"/>
                    <a:pt x="10" y="42"/>
                    <a:pt x="12" y="43"/>
                  </a:cubicBezTo>
                  <a:cubicBezTo>
                    <a:pt x="17" y="44"/>
                    <a:pt x="20" y="45"/>
                    <a:pt x="22" y="41"/>
                  </a:cubicBezTo>
                  <a:cubicBezTo>
                    <a:pt x="23" y="37"/>
                    <a:pt x="26" y="26"/>
                    <a:pt x="27" y="21"/>
                  </a:cubicBezTo>
                  <a:cubicBezTo>
                    <a:pt x="28" y="17"/>
                    <a:pt x="33" y="11"/>
                    <a:pt x="32" y="7"/>
                  </a:cubicBezTo>
                  <a:cubicBezTo>
                    <a:pt x="31" y="1"/>
                    <a:pt x="18" y="0"/>
                    <a:pt x="19" y="7"/>
                  </a:cubicBezTo>
                  <a:close/>
                </a:path>
              </a:pathLst>
            </a:custGeom>
            <a:solidFill>
              <a:srgbClr val="FCE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6" name="Freeform 533">
              <a:extLst>
                <a:ext uri="{FF2B5EF4-FFF2-40B4-BE49-F238E27FC236}">
                  <a16:creationId xmlns:a16="http://schemas.microsoft.com/office/drawing/2014/main" id="{A04D399E-7216-4B65-855A-6C134C5D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627"/>
              <a:ext cx="70" cy="72"/>
            </a:xfrm>
            <a:custGeom>
              <a:avLst/>
              <a:gdLst>
                <a:gd name="T0" fmla="*/ 408 w 28"/>
                <a:gd name="T1" fmla="*/ 115 h 27"/>
                <a:gd name="T2" fmla="*/ 250 w 28"/>
                <a:gd name="T3" fmla="*/ 136 h 27"/>
                <a:gd name="T4" fmla="*/ 158 w 28"/>
                <a:gd name="T5" fmla="*/ 171 h 27"/>
                <a:gd name="T6" fmla="*/ 113 w 28"/>
                <a:gd name="T7" fmla="*/ 285 h 27"/>
                <a:gd name="T8" fmla="*/ 0 w 28"/>
                <a:gd name="T9" fmla="*/ 341 h 27"/>
                <a:gd name="T10" fmla="*/ 20 w 28"/>
                <a:gd name="T11" fmla="*/ 397 h 27"/>
                <a:gd name="T12" fmla="*/ 113 w 28"/>
                <a:gd name="T13" fmla="*/ 477 h 27"/>
                <a:gd name="T14" fmla="*/ 125 w 28"/>
                <a:gd name="T15" fmla="*/ 512 h 27"/>
                <a:gd name="T16" fmla="*/ 125 w 28"/>
                <a:gd name="T17" fmla="*/ 491 h 27"/>
                <a:gd name="T18" fmla="*/ 250 w 28"/>
                <a:gd name="T19" fmla="*/ 456 h 27"/>
                <a:gd name="T20" fmla="*/ 363 w 28"/>
                <a:gd name="T21" fmla="*/ 435 h 27"/>
                <a:gd name="T22" fmla="*/ 408 w 28"/>
                <a:gd name="T23" fmla="*/ 115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27">
                  <a:moveTo>
                    <a:pt x="26" y="6"/>
                  </a:moveTo>
                  <a:cubicBezTo>
                    <a:pt x="20" y="0"/>
                    <a:pt x="18" y="7"/>
                    <a:pt x="16" y="7"/>
                  </a:cubicBezTo>
                  <a:cubicBezTo>
                    <a:pt x="14" y="7"/>
                    <a:pt x="12" y="8"/>
                    <a:pt x="10" y="9"/>
                  </a:cubicBezTo>
                  <a:cubicBezTo>
                    <a:pt x="5" y="12"/>
                    <a:pt x="7" y="12"/>
                    <a:pt x="7" y="15"/>
                  </a:cubicBezTo>
                  <a:cubicBezTo>
                    <a:pt x="7" y="17"/>
                    <a:pt x="3" y="18"/>
                    <a:pt x="0" y="18"/>
                  </a:cubicBezTo>
                  <a:cubicBezTo>
                    <a:pt x="0" y="19"/>
                    <a:pt x="1" y="20"/>
                    <a:pt x="1" y="21"/>
                  </a:cubicBezTo>
                  <a:cubicBezTo>
                    <a:pt x="3" y="23"/>
                    <a:pt x="6" y="23"/>
                    <a:pt x="7" y="25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1" y="25"/>
                    <a:pt x="12" y="24"/>
                    <a:pt x="16" y="24"/>
                  </a:cubicBezTo>
                  <a:cubicBezTo>
                    <a:pt x="18" y="24"/>
                    <a:pt x="21" y="25"/>
                    <a:pt x="23" y="23"/>
                  </a:cubicBezTo>
                  <a:cubicBezTo>
                    <a:pt x="26" y="21"/>
                    <a:pt x="28" y="10"/>
                    <a:pt x="26" y="6"/>
                  </a:cubicBezTo>
                  <a:close/>
                </a:path>
              </a:pathLst>
            </a:custGeom>
            <a:solidFill>
              <a:srgbClr val="FCE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7" name="Freeform 534">
              <a:extLst>
                <a:ext uri="{FF2B5EF4-FFF2-40B4-BE49-F238E27FC236}">
                  <a16:creationId xmlns:a16="http://schemas.microsoft.com/office/drawing/2014/main" id="{A1AA9815-FB9E-4D2C-8FB3-FFBA6B247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691"/>
              <a:ext cx="43" cy="58"/>
            </a:xfrm>
            <a:custGeom>
              <a:avLst/>
              <a:gdLst>
                <a:gd name="T0" fmla="*/ 129 w 17"/>
                <a:gd name="T1" fmla="*/ 348 h 22"/>
                <a:gd name="T2" fmla="*/ 276 w 17"/>
                <a:gd name="T3" fmla="*/ 403 h 22"/>
                <a:gd name="T4" fmla="*/ 276 w 17"/>
                <a:gd name="T5" fmla="*/ 327 h 22"/>
                <a:gd name="T6" fmla="*/ 255 w 17"/>
                <a:gd name="T7" fmla="*/ 327 h 22"/>
                <a:gd name="T8" fmla="*/ 210 w 17"/>
                <a:gd name="T9" fmla="*/ 182 h 22"/>
                <a:gd name="T10" fmla="*/ 147 w 17"/>
                <a:gd name="T11" fmla="*/ 21 h 22"/>
                <a:gd name="T12" fmla="*/ 147 w 17"/>
                <a:gd name="T13" fmla="*/ 0 h 22"/>
                <a:gd name="T14" fmla="*/ 129 w 17"/>
                <a:gd name="T15" fmla="*/ 0 h 22"/>
                <a:gd name="T16" fmla="*/ 0 w 17"/>
                <a:gd name="T17" fmla="*/ 34 h 22"/>
                <a:gd name="T18" fmla="*/ 0 w 17"/>
                <a:gd name="T19" fmla="*/ 55 h 22"/>
                <a:gd name="T20" fmla="*/ 51 w 17"/>
                <a:gd name="T21" fmla="*/ 200 h 22"/>
                <a:gd name="T22" fmla="*/ 129 w 17"/>
                <a:gd name="T23" fmla="*/ 348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" h="22">
                  <a:moveTo>
                    <a:pt x="8" y="19"/>
                  </a:moveTo>
                  <a:cubicBezTo>
                    <a:pt x="10" y="19"/>
                    <a:pt x="14" y="22"/>
                    <a:pt x="17" y="22"/>
                  </a:cubicBezTo>
                  <a:cubicBezTo>
                    <a:pt x="16" y="21"/>
                    <a:pt x="17" y="20"/>
                    <a:pt x="17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5"/>
                    <a:pt x="14" y="13"/>
                    <a:pt x="13" y="10"/>
                  </a:cubicBezTo>
                  <a:cubicBezTo>
                    <a:pt x="12" y="7"/>
                    <a:pt x="11" y="4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3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8"/>
                    <a:pt x="3" y="11"/>
                  </a:cubicBezTo>
                  <a:cubicBezTo>
                    <a:pt x="5" y="13"/>
                    <a:pt x="8" y="16"/>
                    <a:pt x="8" y="19"/>
                  </a:cubicBezTo>
                  <a:close/>
                </a:path>
              </a:pathLst>
            </a:custGeom>
            <a:solidFill>
              <a:srgbClr val="CED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8" name="Freeform 535">
              <a:extLst>
                <a:ext uri="{FF2B5EF4-FFF2-40B4-BE49-F238E27FC236}">
                  <a16:creationId xmlns:a16="http://schemas.microsoft.com/office/drawing/2014/main" id="{4B37486A-916A-47BE-977F-D085003A1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605"/>
              <a:ext cx="90" cy="70"/>
            </a:xfrm>
            <a:custGeom>
              <a:avLst/>
              <a:gdLst>
                <a:gd name="T0" fmla="*/ 550 w 36"/>
                <a:gd name="T1" fmla="*/ 218 h 26"/>
                <a:gd name="T2" fmla="*/ 345 w 36"/>
                <a:gd name="T3" fmla="*/ 22 h 26"/>
                <a:gd name="T4" fmla="*/ 125 w 36"/>
                <a:gd name="T5" fmla="*/ 94 h 26"/>
                <a:gd name="T6" fmla="*/ 83 w 36"/>
                <a:gd name="T7" fmla="*/ 450 h 26"/>
                <a:gd name="T8" fmla="*/ 95 w 36"/>
                <a:gd name="T9" fmla="*/ 506 h 26"/>
                <a:gd name="T10" fmla="*/ 208 w 36"/>
                <a:gd name="T11" fmla="*/ 450 h 26"/>
                <a:gd name="T12" fmla="*/ 250 w 36"/>
                <a:gd name="T13" fmla="*/ 334 h 26"/>
                <a:gd name="T14" fmla="*/ 345 w 36"/>
                <a:gd name="T15" fmla="*/ 291 h 26"/>
                <a:gd name="T16" fmla="*/ 500 w 36"/>
                <a:gd name="T17" fmla="*/ 275 h 26"/>
                <a:gd name="T18" fmla="*/ 520 w 36"/>
                <a:gd name="T19" fmla="*/ 347 h 26"/>
                <a:gd name="T20" fmla="*/ 533 w 36"/>
                <a:gd name="T21" fmla="*/ 334 h 26"/>
                <a:gd name="T22" fmla="*/ 550 w 36"/>
                <a:gd name="T23" fmla="*/ 218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6">
                  <a:moveTo>
                    <a:pt x="35" y="11"/>
                  </a:moveTo>
                  <a:cubicBezTo>
                    <a:pt x="33" y="4"/>
                    <a:pt x="29" y="2"/>
                    <a:pt x="22" y="1"/>
                  </a:cubicBezTo>
                  <a:cubicBezTo>
                    <a:pt x="18" y="0"/>
                    <a:pt x="12" y="2"/>
                    <a:pt x="8" y="5"/>
                  </a:cubicBezTo>
                  <a:cubicBezTo>
                    <a:pt x="6" y="8"/>
                    <a:pt x="0" y="21"/>
                    <a:pt x="5" y="23"/>
                  </a:cubicBezTo>
                  <a:cubicBezTo>
                    <a:pt x="6" y="23"/>
                    <a:pt x="6" y="24"/>
                    <a:pt x="6" y="26"/>
                  </a:cubicBezTo>
                  <a:cubicBezTo>
                    <a:pt x="9" y="26"/>
                    <a:pt x="13" y="25"/>
                    <a:pt x="13" y="23"/>
                  </a:cubicBezTo>
                  <a:cubicBezTo>
                    <a:pt x="13" y="20"/>
                    <a:pt x="11" y="20"/>
                    <a:pt x="16" y="17"/>
                  </a:cubicBezTo>
                  <a:cubicBezTo>
                    <a:pt x="18" y="16"/>
                    <a:pt x="20" y="15"/>
                    <a:pt x="22" y="15"/>
                  </a:cubicBezTo>
                  <a:cubicBezTo>
                    <a:pt x="24" y="15"/>
                    <a:pt x="26" y="8"/>
                    <a:pt x="32" y="14"/>
                  </a:cubicBezTo>
                  <a:cubicBezTo>
                    <a:pt x="32" y="15"/>
                    <a:pt x="33" y="16"/>
                    <a:pt x="33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6" y="16"/>
                    <a:pt x="35" y="13"/>
                    <a:pt x="35" y="11"/>
                  </a:cubicBezTo>
                  <a:close/>
                </a:path>
              </a:pathLst>
            </a:custGeom>
            <a:solidFill>
              <a:srgbClr val="CA89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9" name="Freeform 536">
              <a:extLst>
                <a:ext uri="{FF2B5EF4-FFF2-40B4-BE49-F238E27FC236}">
                  <a16:creationId xmlns:a16="http://schemas.microsoft.com/office/drawing/2014/main" id="{0DD1DB20-72EC-4EBD-BD45-666D70AC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760"/>
              <a:ext cx="20" cy="51"/>
            </a:xfrm>
            <a:custGeom>
              <a:avLst/>
              <a:gdLst>
                <a:gd name="T0" fmla="*/ 113 w 8"/>
                <a:gd name="T1" fmla="*/ 0 h 19"/>
                <a:gd name="T2" fmla="*/ 0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7" y="0"/>
                  </a:moveTo>
                  <a:cubicBezTo>
                    <a:pt x="8" y="3"/>
                    <a:pt x="4" y="14"/>
                    <a:pt x="0" y="19"/>
                  </a:cubicBezTo>
                </a:path>
              </a:pathLst>
            </a:custGeom>
            <a:solidFill>
              <a:srgbClr val="0095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0" name="Freeform 537">
              <a:extLst>
                <a:ext uri="{FF2B5EF4-FFF2-40B4-BE49-F238E27FC236}">
                  <a16:creationId xmlns:a16="http://schemas.microsoft.com/office/drawing/2014/main" id="{2DB4FB49-B084-44C0-AFA4-0BA8DAD53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677"/>
              <a:ext cx="40" cy="46"/>
            </a:xfrm>
            <a:custGeom>
              <a:avLst/>
              <a:gdLst>
                <a:gd name="T0" fmla="*/ 20 w 16"/>
                <a:gd name="T1" fmla="*/ 60 h 17"/>
                <a:gd name="T2" fmla="*/ 145 w 16"/>
                <a:gd name="T3" fmla="*/ 116 h 17"/>
                <a:gd name="T4" fmla="*/ 250 w 16"/>
                <a:gd name="T5" fmla="*/ 257 h 17"/>
                <a:gd name="T6" fmla="*/ 188 w 16"/>
                <a:gd name="T7" fmla="*/ 314 h 17"/>
                <a:gd name="T8" fmla="*/ 95 w 16"/>
                <a:gd name="T9" fmla="*/ 336 h 17"/>
                <a:gd name="T10" fmla="*/ 20 w 16"/>
                <a:gd name="T11" fmla="*/ 257 h 17"/>
                <a:gd name="T12" fmla="*/ 20 w 16"/>
                <a:gd name="T13" fmla="*/ 60 h 17"/>
                <a:gd name="T14" fmla="*/ 20 w 16"/>
                <a:gd name="T15" fmla="*/ 6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7">
                  <a:moveTo>
                    <a:pt x="1" y="3"/>
                  </a:moveTo>
                  <a:cubicBezTo>
                    <a:pt x="4" y="0"/>
                    <a:pt x="8" y="4"/>
                    <a:pt x="9" y="6"/>
                  </a:cubicBezTo>
                  <a:cubicBezTo>
                    <a:pt x="11" y="10"/>
                    <a:pt x="11" y="12"/>
                    <a:pt x="16" y="13"/>
                  </a:cubicBezTo>
                  <a:cubicBezTo>
                    <a:pt x="14" y="14"/>
                    <a:pt x="14" y="15"/>
                    <a:pt x="12" y="16"/>
                  </a:cubicBezTo>
                  <a:cubicBezTo>
                    <a:pt x="11" y="17"/>
                    <a:pt x="9" y="17"/>
                    <a:pt x="6" y="17"/>
                  </a:cubicBezTo>
                  <a:cubicBezTo>
                    <a:pt x="4" y="17"/>
                    <a:pt x="2" y="16"/>
                    <a:pt x="1" y="13"/>
                  </a:cubicBezTo>
                  <a:cubicBezTo>
                    <a:pt x="0" y="10"/>
                    <a:pt x="0" y="6"/>
                    <a:pt x="1" y="3"/>
                  </a:cubicBezTo>
                  <a:cubicBezTo>
                    <a:pt x="1" y="2"/>
                    <a:pt x="1" y="2"/>
                    <a:pt x="1" y="3"/>
                  </a:cubicBezTo>
                </a:path>
              </a:pathLst>
            </a:custGeom>
            <a:solidFill>
              <a:srgbClr val="ED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1" name="Freeform 538">
              <a:extLst>
                <a:ext uri="{FF2B5EF4-FFF2-40B4-BE49-F238E27FC236}">
                  <a16:creationId xmlns:a16="http://schemas.microsoft.com/office/drawing/2014/main" id="{E887C7B7-18D4-40F3-A142-50809A536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15"/>
              <a:ext cx="175" cy="136"/>
            </a:xfrm>
            <a:custGeom>
              <a:avLst/>
              <a:gdLst>
                <a:gd name="T0" fmla="*/ 970 w 70"/>
                <a:gd name="T1" fmla="*/ 56 h 51"/>
                <a:gd name="T2" fmla="*/ 908 w 70"/>
                <a:gd name="T3" fmla="*/ 56 h 51"/>
                <a:gd name="T4" fmla="*/ 845 w 70"/>
                <a:gd name="T5" fmla="*/ 0 h 51"/>
                <a:gd name="T6" fmla="*/ 750 w 70"/>
                <a:gd name="T7" fmla="*/ 56 h 51"/>
                <a:gd name="T8" fmla="*/ 675 w 70"/>
                <a:gd name="T9" fmla="*/ 149 h 51"/>
                <a:gd name="T10" fmla="*/ 595 w 70"/>
                <a:gd name="T11" fmla="*/ 435 h 51"/>
                <a:gd name="T12" fmla="*/ 470 w 70"/>
                <a:gd name="T13" fmla="*/ 491 h 51"/>
                <a:gd name="T14" fmla="*/ 270 w 70"/>
                <a:gd name="T15" fmla="*/ 397 h 51"/>
                <a:gd name="T16" fmla="*/ 113 w 70"/>
                <a:gd name="T17" fmla="*/ 307 h 51"/>
                <a:gd name="T18" fmla="*/ 20 w 70"/>
                <a:gd name="T19" fmla="*/ 320 h 51"/>
                <a:gd name="T20" fmla="*/ 33 w 70"/>
                <a:gd name="T21" fmla="*/ 419 h 51"/>
                <a:gd name="T22" fmla="*/ 83 w 70"/>
                <a:gd name="T23" fmla="*/ 491 h 51"/>
                <a:gd name="T24" fmla="*/ 238 w 70"/>
                <a:gd name="T25" fmla="*/ 491 h 51"/>
                <a:gd name="T26" fmla="*/ 595 w 70"/>
                <a:gd name="T27" fmla="*/ 739 h 51"/>
                <a:gd name="T28" fmla="*/ 675 w 70"/>
                <a:gd name="T29" fmla="*/ 683 h 51"/>
                <a:gd name="T30" fmla="*/ 658 w 70"/>
                <a:gd name="T31" fmla="*/ 704 h 51"/>
                <a:gd name="T32" fmla="*/ 658 w 70"/>
                <a:gd name="T33" fmla="*/ 739 h 51"/>
                <a:gd name="T34" fmla="*/ 750 w 70"/>
                <a:gd name="T35" fmla="*/ 947 h 51"/>
                <a:gd name="T36" fmla="*/ 908 w 70"/>
                <a:gd name="T37" fmla="*/ 947 h 51"/>
                <a:gd name="T38" fmla="*/ 1033 w 70"/>
                <a:gd name="T39" fmla="*/ 947 h 51"/>
                <a:gd name="T40" fmla="*/ 1095 w 70"/>
                <a:gd name="T41" fmla="*/ 627 h 51"/>
                <a:gd name="T42" fmla="*/ 970 w 70"/>
                <a:gd name="T43" fmla="*/ 56 h 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0" h="51">
                  <a:moveTo>
                    <a:pt x="62" y="3"/>
                  </a:moveTo>
                  <a:cubicBezTo>
                    <a:pt x="61" y="3"/>
                    <a:pt x="60" y="3"/>
                    <a:pt x="58" y="3"/>
                  </a:cubicBezTo>
                  <a:cubicBezTo>
                    <a:pt x="56" y="3"/>
                    <a:pt x="55" y="2"/>
                    <a:pt x="54" y="0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6" y="6"/>
                    <a:pt x="46" y="5"/>
                    <a:pt x="43" y="8"/>
                  </a:cubicBezTo>
                  <a:cubicBezTo>
                    <a:pt x="40" y="11"/>
                    <a:pt x="39" y="19"/>
                    <a:pt x="38" y="23"/>
                  </a:cubicBezTo>
                  <a:cubicBezTo>
                    <a:pt x="37" y="27"/>
                    <a:pt x="33" y="27"/>
                    <a:pt x="30" y="26"/>
                  </a:cubicBezTo>
                  <a:cubicBezTo>
                    <a:pt x="26" y="25"/>
                    <a:pt x="17" y="21"/>
                    <a:pt x="17" y="21"/>
                  </a:cubicBezTo>
                  <a:cubicBezTo>
                    <a:pt x="15" y="19"/>
                    <a:pt x="9" y="15"/>
                    <a:pt x="7" y="16"/>
                  </a:cubicBezTo>
                  <a:cubicBezTo>
                    <a:pt x="5" y="17"/>
                    <a:pt x="2" y="16"/>
                    <a:pt x="1" y="17"/>
                  </a:cubicBezTo>
                  <a:cubicBezTo>
                    <a:pt x="0" y="19"/>
                    <a:pt x="1" y="20"/>
                    <a:pt x="2" y="22"/>
                  </a:cubicBezTo>
                  <a:cubicBezTo>
                    <a:pt x="2" y="25"/>
                    <a:pt x="2" y="26"/>
                    <a:pt x="5" y="26"/>
                  </a:cubicBezTo>
                  <a:cubicBezTo>
                    <a:pt x="8" y="26"/>
                    <a:pt x="14" y="25"/>
                    <a:pt x="15" y="26"/>
                  </a:cubicBezTo>
                  <a:cubicBezTo>
                    <a:pt x="18" y="30"/>
                    <a:pt x="29" y="38"/>
                    <a:pt x="38" y="39"/>
                  </a:cubicBezTo>
                  <a:cubicBezTo>
                    <a:pt x="40" y="39"/>
                    <a:pt x="41" y="38"/>
                    <a:pt x="43" y="36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1" y="44"/>
                    <a:pt x="42" y="49"/>
                    <a:pt x="48" y="50"/>
                  </a:cubicBezTo>
                  <a:cubicBezTo>
                    <a:pt x="51" y="50"/>
                    <a:pt x="55" y="50"/>
                    <a:pt x="58" y="50"/>
                  </a:cubicBezTo>
                  <a:cubicBezTo>
                    <a:pt x="61" y="50"/>
                    <a:pt x="64" y="51"/>
                    <a:pt x="66" y="50"/>
                  </a:cubicBezTo>
                  <a:cubicBezTo>
                    <a:pt x="70" y="47"/>
                    <a:pt x="70" y="37"/>
                    <a:pt x="70" y="33"/>
                  </a:cubicBezTo>
                  <a:cubicBezTo>
                    <a:pt x="70" y="25"/>
                    <a:pt x="69" y="8"/>
                    <a:pt x="62" y="3"/>
                  </a:cubicBezTo>
                  <a:close/>
                </a:path>
              </a:pathLst>
            </a:custGeom>
            <a:solidFill>
              <a:srgbClr val="EBC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2" name="Freeform 539">
              <a:extLst>
                <a:ext uri="{FF2B5EF4-FFF2-40B4-BE49-F238E27FC236}">
                  <a16:creationId xmlns:a16="http://schemas.microsoft.com/office/drawing/2014/main" id="{DCE01441-8F0D-4010-993E-D698B19196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0" y="1747"/>
              <a:ext cx="33" cy="40"/>
            </a:xfrm>
            <a:custGeom>
              <a:avLst/>
              <a:gdLst>
                <a:gd name="T0" fmla="*/ 63 w 13"/>
                <a:gd name="T1" fmla="*/ 264 h 15"/>
                <a:gd name="T2" fmla="*/ 160 w 13"/>
                <a:gd name="T3" fmla="*/ 264 h 15"/>
                <a:gd name="T4" fmla="*/ 63 w 13"/>
                <a:gd name="T5" fmla="*/ 264 h 15"/>
                <a:gd name="T6" fmla="*/ 0 w 13"/>
                <a:gd name="T7" fmla="*/ 0 h 15"/>
                <a:gd name="T8" fmla="*/ 20 w 13"/>
                <a:gd name="T9" fmla="*/ 93 h 15"/>
                <a:gd name="T10" fmla="*/ 96 w 13"/>
                <a:gd name="T11" fmla="*/ 77 h 15"/>
                <a:gd name="T12" fmla="*/ 193 w 13"/>
                <a:gd name="T13" fmla="*/ 115 h 15"/>
                <a:gd name="T14" fmla="*/ 213 w 13"/>
                <a:gd name="T15" fmla="*/ 0 h 15"/>
                <a:gd name="T16" fmla="*/ 0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4" y="14"/>
                  </a:moveTo>
                  <a:cubicBezTo>
                    <a:pt x="5" y="15"/>
                    <a:pt x="8" y="14"/>
                    <a:pt x="10" y="14"/>
                  </a:cubicBezTo>
                  <a:cubicBezTo>
                    <a:pt x="8" y="14"/>
                    <a:pt x="5" y="14"/>
                    <a:pt x="4" y="14"/>
                  </a:cubicBezTo>
                  <a:close/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2" y="4"/>
                    <a:pt x="4" y="5"/>
                    <a:pt x="6" y="4"/>
                  </a:cubicBezTo>
                  <a:cubicBezTo>
                    <a:pt x="7" y="3"/>
                    <a:pt x="10" y="5"/>
                    <a:pt x="12" y="6"/>
                  </a:cubicBezTo>
                  <a:cubicBezTo>
                    <a:pt x="13" y="4"/>
                    <a:pt x="13" y="2"/>
                    <a:pt x="13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3" name="Freeform 540">
              <a:extLst>
                <a:ext uri="{FF2B5EF4-FFF2-40B4-BE49-F238E27FC236}">
                  <a16:creationId xmlns:a16="http://schemas.microsoft.com/office/drawing/2014/main" id="{1B0358FB-B5CB-44E6-982E-62D552BB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661"/>
              <a:ext cx="55" cy="48"/>
            </a:xfrm>
            <a:custGeom>
              <a:avLst/>
              <a:gdLst>
                <a:gd name="T0" fmla="*/ 313 w 22"/>
                <a:gd name="T1" fmla="*/ 171 h 18"/>
                <a:gd name="T2" fmla="*/ 313 w 22"/>
                <a:gd name="T3" fmla="*/ 171 h 18"/>
                <a:gd name="T4" fmla="*/ 345 w 22"/>
                <a:gd name="T5" fmla="*/ 149 h 18"/>
                <a:gd name="T6" fmla="*/ 63 w 22"/>
                <a:gd name="T7" fmla="*/ 56 h 18"/>
                <a:gd name="T8" fmla="*/ 0 w 22"/>
                <a:gd name="T9" fmla="*/ 149 h 18"/>
                <a:gd name="T10" fmla="*/ 63 w 22"/>
                <a:gd name="T11" fmla="*/ 171 h 18"/>
                <a:gd name="T12" fmla="*/ 175 w 22"/>
                <a:gd name="T13" fmla="*/ 205 h 18"/>
                <a:gd name="T14" fmla="*/ 208 w 22"/>
                <a:gd name="T15" fmla="*/ 307 h 18"/>
                <a:gd name="T16" fmla="*/ 300 w 22"/>
                <a:gd name="T17" fmla="*/ 307 h 18"/>
                <a:gd name="T18" fmla="*/ 300 w 22"/>
                <a:gd name="T19" fmla="*/ 285 h 18"/>
                <a:gd name="T20" fmla="*/ 313 w 22"/>
                <a:gd name="T21" fmla="*/ 171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8">
                  <a:moveTo>
                    <a:pt x="20" y="9"/>
                  </a:moveTo>
                  <a:cubicBezTo>
                    <a:pt x="20" y="8"/>
                    <a:pt x="20" y="8"/>
                    <a:pt x="20" y="9"/>
                  </a:cubicBezTo>
                  <a:cubicBezTo>
                    <a:pt x="21" y="8"/>
                    <a:pt x="21" y="8"/>
                    <a:pt x="22" y="8"/>
                  </a:cubicBezTo>
                  <a:cubicBezTo>
                    <a:pt x="20" y="0"/>
                    <a:pt x="9" y="0"/>
                    <a:pt x="4" y="3"/>
                  </a:cubicBezTo>
                  <a:cubicBezTo>
                    <a:pt x="4" y="4"/>
                    <a:pt x="0" y="7"/>
                    <a:pt x="0" y="8"/>
                  </a:cubicBezTo>
                  <a:cubicBezTo>
                    <a:pt x="1" y="10"/>
                    <a:pt x="3" y="8"/>
                    <a:pt x="4" y="9"/>
                  </a:cubicBezTo>
                  <a:cubicBezTo>
                    <a:pt x="2" y="12"/>
                    <a:pt x="9" y="11"/>
                    <a:pt x="11" y="11"/>
                  </a:cubicBezTo>
                  <a:cubicBezTo>
                    <a:pt x="13" y="12"/>
                    <a:pt x="12" y="14"/>
                    <a:pt x="13" y="16"/>
                  </a:cubicBezTo>
                  <a:cubicBezTo>
                    <a:pt x="16" y="18"/>
                    <a:pt x="18" y="16"/>
                    <a:pt x="19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3"/>
                    <a:pt x="19" y="11"/>
                    <a:pt x="20" y="9"/>
                  </a:cubicBezTo>
                  <a:close/>
                </a:path>
              </a:pathLst>
            </a:custGeom>
            <a:solidFill>
              <a:srgbClr val="ED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4" name="Freeform 541">
              <a:extLst>
                <a:ext uri="{FF2B5EF4-FFF2-40B4-BE49-F238E27FC236}">
                  <a16:creationId xmlns:a16="http://schemas.microsoft.com/office/drawing/2014/main" id="{84A28D44-F544-4EC0-92E1-7422190F9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85"/>
              <a:ext cx="50" cy="46"/>
            </a:xfrm>
            <a:custGeom>
              <a:avLst/>
              <a:gdLst>
                <a:gd name="T0" fmla="*/ 300 w 20"/>
                <a:gd name="T1" fmla="*/ 198 h 17"/>
                <a:gd name="T2" fmla="*/ 283 w 20"/>
                <a:gd name="T3" fmla="*/ 116 h 17"/>
                <a:gd name="T4" fmla="*/ 283 w 20"/>
                <a:gd name="T5" fmla="*/ 138 h 17"/>
                <a:gd name="T6" fmla="*/ 188 w 20"/>
                <a:gd name="T7" fmla="*/ 138 h 17"/>
                <a:gd name="T8" fmla="*/ 158 w 20"/>
                <a:gd name="T9" fmla="*/ 38 h 17"/>
                <a:gd name="T10" fmla="*/ 50 w 20"/>
                <a:gd name="T11" fmla="*/ 0 h 17"/>
                <a:gd name="T12" fmla="*/ 50 w 20"/>
                <a:gd name="T13" fmla="*/ 0 h 17"/>
                <a:gd name="T14" fmla="*/ 20 w 20"/>
                <a:gd name="T15" fmla="*/ 22 h 17"/>
                <a:gd name="T16" fmla="*/ 20 w 20"/>
                <a:gd name="T17" fmla="*/ 138 h 17"/>
                <a:gd name="T18" fmla="*/ 20 w 20"/>
                <a:gd name="T19" fmla="*/ 235 h 17"/>
                <a:gd name="T20" fmla="*/ 50 w 20"/>
                <a:gd name="T21" fmla="*/ 235 h 17"/>
                <a:gd name="T22" fmla="*/ 83 w 20"/>
                <a:gd name="T23" fmla="*/ 300 h 17"/>
                <a:gd name="T24" fmla="*/ 145 w 20"/>
                <a:gd name="T25" fmla="*/ 300 h 17"/>
                <a:gd name="T26" fmla="*/ 175 w 20"/>
                <a:gd name="T27" fmla="*/ 336 h 17"/>
                <a:gd name="T28" fmla="*/ 175 w 20"/>
                <a:gd name="T29" fmla="*/ 336 h 17"/>
                <a:gd name="T30" fmla="*/ 220 w 20"/>
                <a:gd name="T31" fmla="*/ 279 h 17"/>
                <a:gd name="T32" fmla="*/ 313 w 20"/>
                <a:gd name="T33" fmla="*/ 219 h 17"/>
                <a:gd name="T34" fmla="*/ 300 w 20"/>
                <a:gd name="T35" fmla="*/ 198 h 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" h="17">
                  <a:moveTo>
                    <a:pt x="19" y="10"/>
                  </a:moveTo>
                  <a:cubicBezTo>
                    <a:pt x="19" y="9"/>
                    <a:pt x="18" y="8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7"/>
                    <a:pt x="15" y="9"/>
                    <a:pt x="12" y="7"/>
                  </a:cubicBezTo>
                  <a:cubicBezTo>
                    <a:pt x="11" y="5"/>
                    <a:pt x="12" y="3"/>
                    <a:pt x="10" y="2"/>
                  </a:cubicBezTo>
                  <a:cubicBezTo>
                    <a:pt x="8" y="2"/>
                    <a:pt x="1" y="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2" y="9"/>
                    <a:pt x="1" y="12"/>
                    <a:pt x="1" y="12"/>
                  </a:cubicBezTo>
                  <a:cubicBezTo>
                    <a:pt x="2" y="12"/>
                    <a:pt x="3" y="12"/>
                    <a:pt x="3" y="12"/>
                  </a:cubicBezTo>
                  <a:cubicBezTo>
                    <a:pt x="3" y="12"/>
                    <a:pt x="4" y="15"/>
                    <a:pt x="5" y="15"/>
                  </a:cubicBezTo>
                  <a:cubicBezTo>
                    <a:pt x="6" y="16"/>
                    <a:pt x="7" y="16"/>
                    <a:pt x="9" y="15"/>
                  </a:cubicBezTo>
                  <a:cubicBezTo>
                    <a:pt x="10" y="14"/>
                    <a:pt x="10" y="16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6"/>
                    <a:pt x="12" y="16"/>
                    <a:pt x="14" y="14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0"/>
                  </a:cubicBezTo>
                  <a:close/>
                </a:path>
              </a:pathLst>
            </a:custGeom>
            <a:solidFill>
              <a:srgbClr val="FCE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5" name="Freeform 542">
              <a:extLst>
                <a:ext uri="{FF2B5EF4-FFF2-40B4-BE49-F238E27FC236}">
                  <a16:creationId xmlns:a16="http://schemas.microsoft.com/office/drawing/2014/main" id="{B1A84509-AB13-433A-8CEA-79059F72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747"/>
              <a:ext cx="60" cy="85"/>
            </a:xfrm>
            <a:custGeom>
              <a:avLst/>
              <a:gdLst>
                <a:gd name="T0" fmla="*/ 0 w 24"/>
                <a:gd name="T1" fmla="*/ 579 h 32"/>
                <a:gd name="T2" fmla="*/ 238 w 24"/>
                <a:gd name="T3" fmla="*/ 545 h 32"/>
                <a:gd name="T4" fmla="*/ 363 w 24"/>
                <a:gd name="T5" fmla="*/ 409 h 32"/>
                <a:gd name="T6" fmla="*/ 363 w 24"/>
                <a:gd name="T7" fmla="*/ 170 h 32"/>
                <a:gd name="T8" fmla="*/ 363 w 24"/>
                <a:gd name="T9" fmla="*/ 77 h 32"/>
                <a:gd name="T10" fmla="*/ 313 w 24"/>
                <a:gd name="T11" fmla="*/ 35 h 32"/>
                <a:gd name="T12" fmla="*/ 283 w 24"/>
                <a:gd name="T13" fmla="*/ 0 h 32"/>
                <a:gd name="T14" fmla="*/ 238 w 24"/>
                <a:gd name="T15" fmla="*/ 226 h 32"/>
                <a:gd name="T16" fmla="*/ 238 w 24"/>
                <a:gd name="T17" fmla="*/ 353 h 32"/>
                <a:gd name="T18" fmla="*/ 238 w 24"/>
                <a:gd name="T19" fmla="*/ 452 h 32"/>
                <a:gd name="T20" fmla="*/ 20 w 24"/>
                <a:gd name="T21" fmla="*/ 545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2">
                  <a:moveTo>
                    <a:pt x="0" y="31"/>
                  </a:moveTo>
                  <a:cubicBezTo>
                    <a:pt x="5" y="32"/>
                    <a:pt x="11" y="30"/>
                    <a:pt x="15" y="29"/>
                  </a:cubicBezTo>
                  <a:cubicBezTo>
                    <a:pt x="20" y="28"/>
                    <a:pt x="22" y="26"/>
                    <a:pt x="23" y="22"/>
                  </a:cubicBezTo>
                  <a:cubicBezTo>
                    <a:pt x="23" y="18"/>
                    <a:pt x="23" y="13"/>
                    <a:pt x="23" y="9"/>
                  </a:cubicBezTo>
                  <a:cubicBezTo>
                    <a:pt x="24" y="7"/>
                    <a:pt x="24" y="6"/>
                    <a:pt x="23" y="4"/>
                  </a:cubicBezTo>
                  <a:cubicBezTo>
                    <a:pt x="22" y="4"/>
                    <a:pt x="21" y="3"/>
                    <a:pt x="20" y="2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9" y="3"/>
                    <a:pt x="22" y="12"/>
                    <a:pt x="15" y="12"/>
                  </a:cubicBezTo>
                  <a:cubicBezTo>
                    <a:pt x="20" y="13"/>
                    <a:pt x="19" y="17"/>
                    <a:pt x="15" y="19"/>
                  </a:cubicBezTo>
                  <a:cubicBezTo>
                    <a:pt x="18" y="19"/>
                    <a:pt x="16" y="23"/>
                    <a:pt x="15" y="24"/>
                  </a:cubicBezTo>
                  <a:cubicBezTo>
                    <a:pt x="13" y="26"/>
                    <a:pt x="2" y="31"/>
                    <a:pt x="1" y="29"/>
                  </a:cubicBezTo>
                </a:path>
              </a:pathLst>
            </a:custGeom>
            <a:solidFill>
              <a:srgbClr val="CED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6" name="Freeform 543">
              <a:extLst>
                <a:ext uri="{FF2B5EF4-FFF2-40B4-BE49-F238E27FC236}">
                  <a16:creationId xmlns:a16="http://schemas.microsoft.com/office/drawing/2014/main" id="{D5B103CA-D7E9-4ED5-8A15-888639C1D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696"/>
              <a:ext cx="35" cy="59"/>
            </a:xfrm>
            <a:custGeom>
              <a:avLst/>
              <a:gdLst>
                <a:gd name="T0" fmla="*/ 0 w 14"/>
                <a:gd name="T1" fmla="*/ 252 h 22"/>
                <a:gd name="T2" fmla="*/ 83 w 14"/>
                <a:gd name="T3" fmla="*/ 346 h 22"/>
                <a:gd name="T4" fmla="*/ 158 w 14"/>
                <a:gd name="T5" fmla="*/ 424 h 22"/>
                <a:gd name="T6" fmla="*/ 220 w 14"/>
                <a:gd name="T7" fmla="*/ 308 h 22"/>
                <a:gd name="T8" fmla="*/ 175 w 14"/>
                <a:gd name="T9" fmla="*/ 215 h 22"/>
                <a:gd name="T10" fmla="*/ 33 w 14"/>
                <a:gd name="T11" fmla="*/ 0 h 22"/>
                <a:gd name="T12" fmla="*/ 83 w 14"/>
                <a:gd name="T13" fmla="*/ 137 h 22"/>
                <a:gd name="T14" fmla="*/ 50 w 14"/>
                <a:gd name="T15" fmla="*/ 150 h 22"/>
                <a:gd name="T16" fmla="*/ 95 w 14"/>
                <a:gd name="T17" fmla="*/ 287 h 22"/>
                <a:gd name="T18" fmla="*/ 145 w 14"/>
                <a:gd name="T19" fmla="*/ 367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22">
                  <a:moveTo>
                    <a:pt x="0" y="13"/>
                  </a:moveTo>
                  <a:cubicBezTo>
                    <a:pt x="3" y="14"/>
                    <a:pt x="3" y="16"/>
                    <a:pt x="5" y="18"/>
                  </a:cubicBezTo>
                  <a:cubicBezTo>
                    <a:pt x="6" y="20"/>
                    <a:pt x="8" y="21"/>
                    <a:pt x="10" y="22"/>
                  </a:cubicBezTo>
                  <a:cubicBezTo>
                    <a:pt x="11" y="21"/>
                    <a:pt x="14" y="18"/>
                    <a:pt x="14" y="16"/>
                  </a:cubicBezTo>
                  <a:cubicBezTo>
                    <a:pt x="14" y="14"/>
                    <a:pt x="12" y="13"/>
                    <a:pt x="11" y="11"/>
                  </a:cubicBezTo>
                  <a:cubicBezTo>
                    <a:pt x="8" y="7"/>
                    <a:pt x="7" y="1"/>
                    <a:pt x="2" y="0"/>
                  </a:cubicBezTo>
                  <a:cubicBezTo>
                    <a:pt x="5" y="1"/>
                    <a:pt x="4" y="5"/>
                    <a:pt x="5" y="7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8" y="8"/>
                    <a:pt x="7" y="11"/>
                    <a:pt x="6" y="15"/>
                  </a:cubicBezTo>
                  <a:cubicBezTo>
                    <a:pt x="9" y="13"/>
                    <a:pt x="10" y="17"/>
                    <a:pt x="9" y="19"/>
                  </a:cubicBezTo>
                </a:path>
              </a:pathLst>
            </a:custGeom>
            <a:solidFill>
              <a:srgbClr val="CED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7" name="Freeform 544">
              <a:extLst>
                <a:ext uri="{FF2B5EF4-FFF2-40B4-BE49-F238E27FC236}">
                  <a16:creationId xmlns:a16="http://schemas.microsoft.com/office/drawing/2014/main" id="{531901F8-41B0-41C2-99A4-1FB68B079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869"/>
              <a:ext cx="65" cy="128"/>
            </a:xfrm>
            <a:custGeom>
              <a:avLst/>
              <a:gdLst>
                <a:gd name="T0" fmla="*/ 395 w 26"/>
                <a:gd name="T1" fmla="*/ 0 h 48"/>
                <a:gd name="T2" fmla="*/ 363 w 26"/>
                <a:gd name="T3" fmla="*/ 149 h 48"/>
                <a:gd name="T4" fmla="*/ 345 w 26"/>
                <a:gd name="T5" fmla="*/ 307 h 48"/>
                <a:gd name="T6" fmla="*/ 270 w 26"/>
                <a:gd name="T7" fmla="*/ 605 h 48"/>
                <a:gd name="T8" fmla="*/ 208 w 26"/>
                <a:gd name="T9" fmla="*/ 853 h 48"/>
                <a:gd name="T10" fmla="*/ 0 w 26"/>
                <a:gd name="T11" fmla="*/ 853 h 48"/>
                <a:gd name="T12" fmla="*/ 113 w 26"/>
                <a:gd name="T13" fmla="*/ 797 h 48"/>
                <a:gd name="T14" fmla="*/ 125 w 26"/>
                <a:gd name="T15" fmla="*/ 661 h 48"/>
                <a:gd name="T16" fmla="*/ 188 w 26"/>
                <a:gd name="T17" fmla="*/ 512 h 48"/>
                <a:gd name="T18" fmla="*/ 238 w 26"/>
                <a:gd name="T19" fmla="*/ 376 h 48"/>
                <a:gd name="T20" fmla="*/ 270 w 26"/>
                <a:gd name="T21" fmla="*/ 248 h 48"/>
                <a:gd name="T22" fmla="*/ 345 w 26"/>
                <a:gd name="T23" fmla="*/ 136 h 48"/>
                <a:gd name="T24" fmla="*/ 363 w 26"/>
                <a:gd name="T25" fmla="*/ 21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48">
                  <a:moveTo>
                    <a:pt x="25" y="0"/>
                  </a:moveTo>
                  <a:cubicBezTo>
                    <a:pt x="26" y="3"/>
                    <a:pt x="24" y="6"/>
                    <a:pt x="23" y="8"/>
                  </a:cubicBezTo>
                  <a:cubicBezTo>
                    <a:pt x="23" y="11"/>
                    <a:pt x="22" y="13"/>
                    <a:pt x="22" y="16"/>
                  </a:cubicBezTo>
                  <a:cubicBezTo>
                    <a:pt x="21" y="21"/>
                    <a:pt x="18" y="27"/>
                    <a:pt x="17" y="32"/>
                  </a:cubicBezTo>
                  <a:cubicBezTo>
                    <a:pt x="16" y="36"/>
                    <a:pt x="15" y="43"/>
                    <a:pt x="13" y="45"/>
                  </a:cubicBezTo>
                  <a:cubicBezTo>
                    <a:pt x="10" y="48"/>
                    <a:pt x="3" y="44"/>
                    <a:pt x="0" y="45"/>
                  </a:cubicBezTo>
                  <a:cubicBezTo>
                    <a:pt x="2" y="44"/>
                    <a:pt x="5" y="43"/>
                    <a:pt x="7" y="42"/>
                  </a:cubicBezTo>
                  <a:cubicBezTo>
                    <a:pt x="11" y="40"/>
                    <a:pt x="11" y="38"/>
                    <a:pt x="8" y="35"/>
                  </a:cubicBezTo>
                  <a:cubicBezTo>
                    <a:pt x="13" y="37"/>
                    <a:pt x="17" y="30"/>
                    <a:pt x="12" y="27"/>
                  </a:cubicBezTo>
                  <a:cubicBezTo>
                    <a:pt x="14" y="25"/>
                    <a:pt x="17" y="22"/>
                    <a:pt x="15" y="20"/>
                  </a:cubicBezTo>
                  <a:cubicBezTo>
                    <a:pt x="17" y="18"/>
                    <a:pt x="18" y="16"/>
                    <a:pt x="17" y="13"/>
                  </a:cubicBezTo>
                  <a:cubicBezTo>
                    <a:pt x="19" y="12"/>
                    <a:pt x="21" y="10"/>
                    <a:pt x="22" y="7"/>
                  </a:cubicBezTo>
                  <a:cubicBezTo>
                    <a:pt x="22" y="6"/>
                    <a:pt x="22" y="2"/>
                    <a:pt x="23" y="1"/>
                  </a:cubicBezTo>
                </a:path>
              </a:pathLst>
            </a:custGeom>
            <a:solidFill>
              <a:srgbClr val="008F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8" name="Freeform 545">
              <a:extLst>
                <a:ext uri="{FF2B5EF4-FFF2-40B4-BE49-F238E27FC236}">
                  <a16:creationId xmlns:a16="http://schemas.microsoft.com/office/drawing/2014/main" id="{D845DA06-1E4A-48E5-8635-120799A36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843"/>
              <a:ext cx="103" cy="40"/>
            </a:xfrm>
            <a:custGeom>
              <a:avLst/>
              <a:gdLst>
                <a:gd name="T0" fmla="*/ 33 w 41"/>
                <a:gd name="T1" fmla="*/ 35 h 15"/>
                <a:gd name="T2" fmla="*/ 239 w 41"/>
                <a:gd name="T3" fmla="*/ 248 h 15"/>
                <a:gd name="T4" fmla="*/ 430 w 41"/>
                <a:gd name="T5" fmla="*/ 248 h 15"/>
                <a:gd name="T6" fmla="*/ 651 w 41"/>
                <a:gd name="T7" fmla="*/ 285 h 15"/>
                <a:gd name="T8" fmla="*/ 505 w 41"/>
                <a:gd name="T9" fmla="*/ 205 h 15"/>
                <a:gd name="T10" fmla="*/ 334 w 41"/>
                <a:gd name="T11" fmla="*/ 192 h 15"/>
                <a:gd name="T12" fmla="*/ 146 w 41"/>
                <a:gd name="T13" fmla="*/ 136 h 15"/>
                <a:gd name="T14" fmla="*/ 63 w 41"/>
                <a:gd name="T15" fmla="*/ 56 h 15"/>
                <a:gd name="T16" fmla="*/ 50 w 41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5">
                  <a:moveTo>
                    <a:pt x="2" y="2"/>
                  </a:moveTo>
                  <a:cubicBezTo>
                    <a:pt x="0" y="11"/>
                    <a:pt x="9" y="13"/>
                    <a:pt x="15" y="13"/>
                  </a:cubicBezTo>
                  <a:cubicBezTo>
                    <a:pt x="19" y="13"/>
                    <a:pt x="23" y="13"/>
                    <a:pt x="27" y="13"/>
                  </a:cubicBezTo>
                  <a:cubicBezTo>
                    <a:pt x="32" y="13"/>
                    <a:pt x="37" y="13"/>
                    <a:pt x="41" y="15"/>
                  </a:cubicBezTo>
                  <a:cubicBezTo>
                    <a:pt x="38" y="13"/>
                    <a:pt x="36" y="11"/>
                    <a:pt x="32" y="11"/>
                  </a:cubicBezTo>
                  <a:cubicBezTo>
                    <a:pt x="28" y="11"/>
                    <a:pt x="24" y="10"/>
                    <a:pt x="21" y="10"/>
                  </a:cubicBezTo>
                  <a:cubicBezTo>
                    <a:pt x="16" y="10"/>
                    <a:pt x="12" y="10"/>
                    <a:pt x="9" y="7"/>
                  </a:cubicBezTo>
                  <a:cubicBezTo>
                    <a:pt x="7" y="6"/>
                    <a:pt x="5" y="4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008F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9" name="Freeform 546">
              <a:extLst>
                <a:ext uri="{FF2B5EF4-FFF2-40B4-BE49-F238E27FC236}">
                  <a16:creationId xmlns:a16="http://schemas.microsoft.com/office/drawing/2014/main" id="{ACEDD904-1808-40B1-8424-95D17B426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693"/>
              <a:ext cx="48" cy="94"/>
            </a:xfrm>
            <a:custGeom>
              <a:avLst/>
              <a:gdLst>
                <a:gd name="T0" fmla="*/ 306 w 19"/>
                <a:gd name="T1" fmla="*/ 0 h 35"/>
                <a:gd name="T2" fmla="*/ 210 w 19"/>
                <a:gd name="T3" fmla="*/ 115 h 35"/>
                <a:gd name="T4" fmla="*/ 114 w 19"/>
                <a:gd name="T5" fmla="*/ 274 h 35"/>
                <a:gd name="T6" fmla="*/ 0 w 19"/>
                <a:gd name="T7" fmla="*/ 677 h 35"/>
                <a:gd name="T8" fmla="*/ 147 w 19"/>
                <a:gd name="T9" fmla="*/ 403 h 35"/>
                <a:gd name="T10" fmla="*/ 192 w 19"/>
                <a:gd name="T11" fmla="*/ 252 h 35"/>
                <a:gd name="T12" fmla="*/ 255 w 19"/>
                <a:gd name="T13" fmla="*/ 8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5">
                  <a:moveTo>
                    <a:pt x="19" y="0"/>
                  </a:moveTo>
                  <a:cubicBezTo>
                    <a:pt x="17" y="2"/>
                    <a:pt x="15" y="3"/>
                    <a:pt x="13" y="6"/>
                  </a:cubicBezTo>
                  <a:cubicBezTo>
                    <a:pt x="11" y="8"/>
                    <a:pt x="9" y="11"/>
                    <a:pt x="7" y="14"/>
                  </a:cubicBezTo>
                  <a:cubicBezTo>
                    <a:pt x="4" y="21"/>
                    <a:pt x="2" y="28"/>
                    <a:pt x="0" y="35"/>
                  </a:cubicBezTo>
                  <a:cubicBezTo>
                    <a:pt x="2" y="31"/>
                    <a:pt x="3" y="20"/>
                    <a:pt x="9" y="21"/>
                  </a:cubicBezTo>
                  <a:cubicBezTo>
                    <a:pt x="8" y="19"/>
                    <a:pt x="8" y="14"/>
                    <a:pt x="12" y="13"/>
                  </a:cubicBezTo>
                  <a:cubicBezTo>
                    <a:pt x="10" y="10"/>
                    <a:pt x="14" y="6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0" name="Freeform 547">
              <a:extLst>
                <a:ext uri="{FF2B5EF4-FFF2-40B4-BE49-F238E27FC236}">
                  <a16:creationId xmlns:a16="http://schemas.microsoft.com/office/drawing/2014/main" id="{E5240FCB-02AC-40A7-AA84-2156BC2AD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832"/>
              <a:ext cx="60" cy="32"/>
            </a:xfrm>
            <a:custGeom>
              <a:avLst/>
              <a:gdLst>
                <a:gd name="T0" fmla="*/ 0 w 24"/>
                <a:gd name="T1" fmla="*/ 35 h 12"/>
                <a:gd name="T2" fmla="*/ 95 w 24"/>
                <a:gd name="T3" fmla="*/ 0 h 12"/>
                <a:gd name="T4" fmla="*/ 188 w 24"/>
                <a:gd name="T5" fmla="*/ 77 h 12"/>
                <a:gd name="T6" fmla="*/ 375 w 24"/>
                <a:gd name="T7" fmla="*/ 227 h 12"/>
                <a:gd name="T8" fmla="*/ 250 w 24"/>
                <a:gd name="T9" fmla="*/ 205 h 12"/>
                <a:gd name="T10" fmla="*/ 270 w 24"/>
                <a:gd name="T11" fmla="*/ 136 h 12"/>
                <a:gd name="T12" fmla="*/ 188 w 24"/>
                <a:gd name="T13" fmla="*/ 136 h 12"/>
                <a:gd name="T14" fmla="*/ 113 w 24"/>
                <a:gd name="T15" fmla="*/ 35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2">
                  <a:moveTo>
                    <a:pt x="0" y="2"/>
                  </a:moveTo>
                  <a:cubicBezTo>
                    <a:pt x="2" y="2"/>
                    <a:pt x="3" y="0"/>
                    <a:pt x="6" y="0"/>
                  </a:cubicBezTo>
                  <a:cubicBezTo>
                    <a:pt x="8" y="1"/>
                    <a:pt x="10" y="3"/>
                    <a:pt x="12" y="4"/>
                  </a:cubicBezTo>
                  <a:cubicBezTo>
                    <a:pt x="15" y="6"/>
                    <a:pt x="22" y="7"/>
                    <a:pt x="24" y="12"/>
                  </a:cubicBezTo>
                  <a:cubicBezTo>
                    <a:pt x="23" y="9"/>
                    <a:pt x="18" y="10"/>
                    <a:pt x="16" y="11"/>
                  </a:cubicBezTo>
                  <a:cubicBezTo>
                    <a:pt x="18" y="10"/>
                    <a:pt x="18" y="8"/>
                    <a:pt x="17" y="7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2" y="3"/>
                    <a:pt x="9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1" name="Freeform 548">
              <a:extLst>
                <a:ext uri="{FF2B5EF4-FFF2-40B4-BE49-F238E27FC236}">
                  <a16:creationId xmlns:a16="http://schemas.microsoft.com/office/drawing/2014/main" id="{F9699C0B-17CA-4950-8592-D3699C223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677"/>
              <a:ext cx="20" cy="19"/>
            </a:xfrm>
            <a:custGeom>
              <a:avLst/>
              <a:gdLst>
                <a:gd name="T0" fmla="*/ 125 w 8"/>
                <a:gd name="T1" fmla="*/ 22 h 7"/>
                <a:gd name="T2" fmla="*/ 20 w 8"/>
                <a:gd name="T3" fmla="*/ 22 h 7"/>
                <a:gd name="T4" fmla="*/ 50 w 8"/>
                <a:gd name="T5" fmla="*/ 141 h 7"/>
                <a:gd name="T6" fmla="*/ 113 w 8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7" y="1"/>
                    <a:pt x="3" y="0"/>
                    <a:pt x="1" y="1"/>
                  </a:cubicBezTo>
                  <a:cubicBezTo>
                    <a:pt x="0" y="3"/>
                    <a:pt x="2" y="6"/>
                    <a:pt x="3" y="7"/>
                  </a:cubicBezTo>
                  <a:cubicBezTo>
                    <a:pt x="1" y="5"/>
                    <a:pt x="4" y="1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2" name="Freeform 549">
              <a:extLst>
                <a:ext uri="{FF2B5EF4-FFF2-40B4-BE49-F238E27FC236}">
                  <a16:creationId xmlns:a16="http://schemas.microsoft.com/office/drawing/2014/main" id="{EBE42752-13A0-4043-BA1D-8280FBAD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645"/>
              <a:ext cx="30" cy="19"/>
            </a:xfrm>
            <a:custGeom>
              <a:avLst/>
              <a:gdLst>
                <a:gd name="T0" fmla="*/ 188 w 12"/>
                <a:gd name="T1" fmla="*/ 0 h 7"/>
                <a:gd name="T2" fmla="*/ 113 w 12"/>
                <a:gd name="T3" fmla="*/ 60 h 7"/>
                <a:gd name="T4" fmla="*/ 33 w 12"/>
                <a:gd name="T5" fmla="*/ 141 h 7"/>
                <a:gd name="T6" fmla="*/ 113 w 12"/>
                <a:gd name="T7" fmla="*/ 103 h 7"/>
                <a:gd name="T8" fmla="*/ 188 w 12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0"/>
                    <a:pt x="9" y="2"/>
                    <a:pt x="7" y="3"/>
                  </a:cubicBezTo>
                  <a:cubicBezTo>
                    <a:pt x="5" y="3"/>
                    <a:pt x="0" y="4"/>
                    <a:pt x="2" y="7"/>
                  </a:cubicBezTo>
                  <a:cubicBezTo>
                    <a:pt x="3" y="5"/>
                    <a:pt x="4" y="5"/>
                    <a:pt x="7" y="5"/>
                  </a:cubicBezTo>
                  <a:cubicBezTo>
                    <a:pt x="11" y="4"/>
                    <a:pt x="10" y="4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3" name="Freeform 550">
              <a:extLst>
                <a:ext uri="{FF2B5EF4-FFF2-40B4-BE49-F238E27FC236}">
                  <a16:creationId xmlns:a16="http://schemas.microsoft.com/office/drawing/2014/main" id="{ED218ADD-5944-4323-AC23-2DC4A8A1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613"/>
              <a:ext cx="43" cy="48"/>
            </a:xfrm>
            <a:custGeom>
              <a:avLst/>
              <a:gdLst>
                <a:gd name="T0" fmla="*/ 192 w 17"/>
                <a:gd name="T1" fmla="*/ 21 h 18"/>
                <a:gd name="T2" fmla="*/ 51 w 17"/>
                <a:gd name="T3" fmla="*/ 341 h 18"/>
                <a:gd name="T4" fmla="*/ 129 w 17"/>
                <a:gd name="T5" fmla="*/ 171 h 18"/>
                <a:gd name="T6" fmla="*/ 210 w 17"/>
                <a:gd name="T7" fmla="*/ 93 h 18"/>
                <a:gd name="T8" fmla="*/ 276 w 1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2" y="1"/>
                  </a:moveTo>
                  <a:cubicBezTo>
                    <a:pt x="6" y="3"/>
                    <a:pt x="0" y="11"/>
                    <a:pt x="3" y="18"/>
                  </a:cubicBezTo>
                  <a:cubicBezTo>
                    <a:pt x="4" y="14"/>
                    <a:pt x="3" y="8"/>
                    <a:pt x="8" y="9"/>
                  </a:cubicBezTo>
                  <a:cubicBezTo>
                    <a:pt x="6" y="5"/>
                    <a:pt x="9" y="4"/>
                    <a:pt x="13" y="5"/>
                  </a:cubicBezTo>
                  <a:cubicBezTo>
                    <a:pt x="10" y="2"/>
                    <a:pt x="15" y="0"/>
                    <a:pt x="17" y="0"/>
                  </a:cubicBezTo>
                </a:path>
              </a:pathLst>
            </a:custGeom>
            <a:solidFill>
              <a:srgbClr val="E8C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4" name="Freeform 551">
              <a:extLst>
                <a:ext uri="{FF2B5EF4-FFF2-40B4-BE49-F238E27FC236}">
                  <a16:creationId xmlns:a16="http://schemas.microsoft.com/office/drawing/2014/main" id="{6B0572E7-230A-45E8-B176-35C74277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696"/>
              <a:ext cx="27" cy="43"/>
            </a:xfrm>
            <a:custGeom>
              <a:avLst/>
              <a:gdLst>
                <a:gd name="T0" fmla="*/ 0 w 11"/>
                <a:gd name="T1" fmla="*/ 22 h 16"/>
                <a:gd name="T2" fmla="*/ 61 w 11"/>
                <a:gd name="T3" fmla="*/ 22 h 16"/>
                <a:gd name="T4" fmla="*/ 91 w 11"/>
                <a:gd name="T5" fmla="*/ 94 h 16"/>
                <a:gd name="T6" fmla="*/ 150 w 11"/>
                <a:gd name="T7" fmla="*/ 312 h 16"/>
                <a:gd name="T8" fmla="*/ 91 w 11"/>
                <a:gd name="T9" fmla="*/ 231 h 16"/>
                <a:gd name="T10" fmla="*/ 61 w 11"/>
                <a:gd name="T11" fmla="*/ 116 h 16"/>
                <a:gd name="T12" fmla="*/ 29 w 11"/>
                <a:gd name="T13" fmla="*/ 2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6">
                  <a:moveTo>
                    <a:pt x="0" y="1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4"/>
                    <a:pt x="6" y="5"/>
                  </a:cubicBezTo>
                  <a:cubicBezTo>
                    <a:pt x="7" y="8"/>
                    <a:pt x="11" y="13"/>
                    <a:pt x="10" y="16"/>
                  </a:cubicBezTo>
                  <a:cubicBezTo>
                    <a:pt x="9" y="15"/>
                    <a:pt x="8" y="12"/>
                    <a:pt x="6" y="12"/>
                  </a:cubicBezTo>
                  <a:cubicBezTo>
                    <a:pt x="7" y="10"/>
                    <a:pt x="6" y="7"/>
                    <a:pt x="4" y="6"/>
                  </a:cubicBezTo>
                  <a:cubicBezTo>
                    <a:pt x="4" y="4"/>
                    <a:pt x="5" y="2"/>
                    <a:pt x="2" y="1"/>
                  </a:cubicBezTo>
                </a:path>
              </a:pathLst>
            </a:custGeom>
            <a:solidFill>
              <a:srgbClr val="ABC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5" name="Freeform 552">
              <a:extLst>
                <a:ext uri="{FF2B5EF4-FFF2-40B4-BE49-F238E27FC236}">
                  <a16:creationId xmlns:a16="http://schemas.microsoft.com/office/drawing/2014/main" id="{55BFFF5C-8B47-4228-B67F-6814731F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749"/>
              <a:ext cx="20" cy="11"/>
            </a:xfrm>
            <a:custGeom>
              <a:avLst/>
              <a:gdLst>
                <a:gd name="T0" fmla="*/ 0 w 8"/>
                <a:gd name="T1" fmla="*/ 47 h 4"/>
                <a:gd name="T2" fmla="*/ 125 w 8"/>
                <a:gd name="T3" fmla="*/ 61 h 4"/>
                <a:gd name="T4" fmla="*/ 0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2"/>
                  </a:moveTo>
                  <a:cubicBezTo>
                    <a:pt x="3" y="3"/>
                    <a:pt x="5" y="4"/>
                    <a:pt x="8" y="3"/>
                  </a:cubicBez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6" name="Freeform 553">
              <a:extLst>
                <a:ext uri="{FF2B5EF4-FFF2-40B4-BE49-F238E27FC236}">
                  <a16:creationId xmlns:a16="http://schemas.microsoft.com/office/drawing/2014/main" id="{E7BFB920-708F-46A1-AFFE-AA0A8EE11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55"/>
              <a:ext cx="45" cy="32"/>
            </a:xfrm>
            <a:custGeom>
              <a:avLst/>
              <a:gdLst>
                <a:gd name="T0" fmla="*/ 250 w 18"/>
                <a:gd name="T1" fmla="*/ 227 h 12"/>
                <a:gd name="T2" fmla="*/ 283 w 18"/>
                <a:gd name="T3" fmla="*/ 136 h 12"/>
                <a:gd name="T4" fmla="*/ 283 w 18"/>
                <a:gd name="T5" fmla="*/ 136 h 12"/>
                <a:gd name="T6" fmla="*/ 270 w 18"/>
                <a:gd name="T7" fmla="*/ 115 h 12"/>
                <a:gd name="T8" fmla="*/ 113 w 18"/>
                <a:gd name="T9" fmla="*/ 21 h 12"/>
                <a:gd name="T10" fmla="*/ 20 w 18"/>
                <a:gd name="T11" fmla="*/ 35 h 12"/>
                <a:gd name="T12" fmla="*/ 33 w 18"/>
                <a:gd name="T13" fmla="*/ 136 h 12"/>
                <a:gd name="T14" fmla="*/ 83 w 18"/>
                <a:gd name="T15" fmla="*/ 205 h 12"/>
                <a:gd name="T16" fmla="*/ 238 w 18"/>
                <a:gd name="T17" fmla="*/ 205 h 12"/>
                <a:gd name="T18" fmla="*/ 250 w 18"/>
                <a:gd name="T19" fmla="*/ 22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6" y="12"/>
                  </a:moveTo>
                  <a:cubicBezTo>
                    <a:pt x="16" y="11"/>
                    <a:pt x="17" y="9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5" y="4"/>
                    <a:pt x="9" y="0"/>
                    <a:pt x="7" y="1"/>
                  </a:cubicBezTo>
                  <a:cubicBezTo>
                    <a:pt x="5" y="2"/>
                    <a:pt x="2" y="1"/>
                    <a:pt x="1" y="2"/>
                  </a:cubicBezTo>
                  <a:cubicBezTo>
                    <a:pt x="0" y="4"/>
                    <a:pt x="1" y="5"/>
                    <a:pt x="2" y="7"/>
                  </a:cubicBezTo>
                  <a:cubicBezTo>
                    <a:pt x="2" y="10"/>
                    <a:pt x="2" y="11"/>
                    <a:pt x="5" y="11"/>
                  </a:cubicBezTo>
                  <a:cubicBezTo>
                    <a:pt x="8" y="11"/>
                    <a:pt x="14" y="10"/>
                    <a:pt x="15" y="11"/>
                  </a:cubicBezTo>
                  <a:cubicBezTo>
                    <a:pt x="15" y="11"/>
                    <a:pt x="15" y="12"/>
                    <a:pt x="16" y="12"/>
                  </a:cubicBezTo>
                  <a:close/>
                </a:path>
              </a:pathLst>
            </a:custGeom>
            <a:solidFill>
              <a:srgbClr val="FCE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7" name="Freeform 554">
              <a:extLst>
                <a:ext uri="{FF2B5EF4-FFF2-40B4-BE49-F238E27FC236}">
                  <a16:creationId xmlns:a16="http://schemas.microsoft.com/office/drawing/2014/main" id="{0031A502-3409-42D7-9293-A6587499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736"/>
              <a:ext cx="68" cy="109"/>
            </a:xfrm>
            <a:custGeom>
              <a:avLst/>
              <a:gdLst>
                <a:gd name="T0" fmla="*/ 317 w 27"/>
                <a:gd name="T1" fmla="*/ 0 h 41"/>
                <a:gd name="T2" fmla="*/ 400 w 27"/>
                <a:gd name="T3" fmla="*/ 431 h 41"/>
                <a:gd name="T4" fmla="*/ 350 w 27"/>
                <a:gd name="T5" fmla="*/ 750 h 41"/>
                <a:gd name="T6" fmla="*/ 209 w 27"/>
                <a:gd name="T7" fmla="*/ 750 h 41"/>
                <a:gd name="T8" fmla="*/ 96 w 27"/>
                <a:gd name="T9" fmla="*/ 750 h 41"/>
                <a:gd name="T10" fmla="*/ 33 w 27"/>
                <a:gd name="T11" fmla="*/ 715 h 41"/>
                <a:gd name="T12" fmla="*/ 20 w 27"/>
                <a:gd name="T13" fmla="*/ 580 h 41"/>
                <a:gd name="T14" fmla="*/ 63 w 27"/>
                <a:gd name="T15" fmla="*/ 715 h 41"/>
                <a:gd name="T16" fmla="*/ 317 w 27"/>
                <a:gd name="T17" fmla="*/ 678 h 41"/>
                <a:gd name="T18" fmla="*/ 350 w 27"/>
                <a:gd name="T19" fmla="*/ 465 h 41"/>
                <a:gd name="T20" fmla="*/ 335 w 27"/>
                <a:gd name="T21" fmla="*/ 362 h 41"/>
                <a:gd name="T22" fmla="*/ 317 w 27"/>
                <a:gd name="T23" fmla="*/ 0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1">
                  <a:moveTo>
                    <a:pt x="20" y="0"/>
                  </a:moveTo>
                  <a:cubicBezTo>
                    <a:pt x="24" y="5"/>
                    <a:pt x="25" y="17"/>
                    <a:pt x="25" y="23"/>
                  </a:cubicBezTo>
                  <a:cubicBezTo>
                    <a:pt x="24" y="26"/>
                    <a:pt x="26" y="37"/>
                    <a:pt x="22" y="40"/>
                  </a:cubicBezTo>
                  <a:cubicBezTo>
                    <a:pt x="21" y="41"/>
                    <a:pt x="17" y="40"/>
                    <a:pt x="13" y="40"/>
                  </a:cubicBezTo>
                  <a:cubicBezTo>
                    <a:pt x="10" y="40"/>
                    <a:pt x="8" y="41"/>
                    <a:pt x="6" y="40"/>
                  </a:cubicBezTo>
                  <a:cubicBezTo>
                    <a:pt x="4" y="40"/>
                    <a:pt x="3" y="39"/>
                    <a:pt x="2" y="38"/>
                  </a:cubicBezTo>
                  <a:cubicBezTo>
                    <a:pt x="1" y="37"/>
                    <a:pt x="1" y="32"/>
                    <a:pt x="1" y="31"/>
                  </a:cubicBezTo>
                  <a:cubicBezTo>
                    <a:pt x="1" y="33"/>
                    <a:pt x="0" y="37"/>
                    <a:pt x="4" y="38"/>
                  </a:cubicBezTo>
                  <a:cubicBezTo>
                    <a:pt x="7" y="39"/>
                    <a:pt x="17" y="39"/>
                    <a:pt x="20" y="36"/>
                  </a:cubicBezTo>
                  <a:cubicBezTo>
                    <a:pt x="24" y="34"/>
                    <a:pt x="22" y="26"/>
                    <a:pt x="22" y="25"/>
                  </a:cubicBezTo>
                  <a:cubicBezTo>
                    <a:pt x="23" y="23"/>
                    <a:pt x="23" y="20"/>
                    <a:pt x="21" y="19"/>
                  </a:cubicBezTo>
                  <a:cubicBezTo>
                    <a:pt x="27" y="14"/>
                    <a:pt x="22" y="5"/>
                    <a:pt x="20" y="0"/>
                  </a:cubicBezTo>
                </a:path>
              </a:pathLst>
            </a:custGeom>
            <a:solidFill>
              <a:srgbClr val="D69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8" name="Freeform 555">
              <a:extLst>
                <a:ext uri="{FF2B5EF4-FFF2-40B4-BE49-F238E27FC236}">
                  <a16:creationId xmlns:a16="http://schemas.microsoft.com/office/drawing/2014/main" id="{2DF4B071-0C44-4891-8595-A412DDBF0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63"/>
              <a:ext cx="50" cy="53"/>
            </a:xfrm>
            <a:custGeom>
              <a:avLst/>
              <a:gdLst>
                <a:gd name="T0" fmla="*/ 0 w 20"/>
                <a:gd name="T1" fmla="*/ 281 h 20"/>
                <a:gd name="T2" fmla="*/ 208 w 20"/>
                <a:gd name="T3" fmla="*/ 315 h 20"/>
                <a:gd name="T4" fmla="*/ 270 w 20"/>
                <a:gd name="T5" fmla="*/ 191 h 20"/>
                <a:gd name="T6" fmla="*/ 313 w 20"/>
                <a:gd name="T7" fmla="*/ 0 h 20"/>
                <a:gd name="T8" fmla="*/ 270 w 20"/>
                <a:gd name="T9" fmla="*/ 56 h 20"/>
                <a:gd name="T10" fmla="*/ 238 w 20"/>
                <a:gd name="T11" fmla="*/ 111 h 20"/>
                <a:gd name="T12" fmla="*/ 238 w 20"/>
                <a:gd name="T13" fmla="*/ 191 h 20"/>
                <a:gd name="T14" fmla="*/ 208 w 20"/>
                <a:gd name="T15" fmla="*/ 204 h 20"/>
                <a:gd name="T16" fmla="*/ 188 w 20"/>
                <a:gd name="T17" fmla="*/ 281 h 20"/>
                <a:gd name="T18" fmla="*/ 158 w 20"/>
                <a:gd name="T19" fmla="*/ 281 h 20"/>
                <a:gd name="T20" fmla="*/ 125 w 20"/>
                <a:gd name="T21" fmla="*/ 315 h 20"/>
                <a:gd name="T22" fmla="*/ 20 w 20"/>
                <a:gd name="T23" fmla="*/ 294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20">
                  <a:moveTo>
                    <a:pt x="0" y="15"/>
                  </a:moveTo>
                  <a:cubicBezTo>
                    <a:pt x="3" y="18"/>
                    <a:pt x="10" y="20"/>
                    <a:pt x="13" y="17"/>
                  </a:cubicBezTo>
                  <a:cubicBezTo>
                    <a:pt x="15" y="14"/>
                    <a:pt x="16" y="12"/>
                    <a:pt x="17" y="10"/>
                  </a:cubicBezTo>
                  <a:cubicBezTo>
                    <a:pt x="19" y="7"/>
                    <a:pt x="19" y="3"/>
                    <a:pt x="20" y="0"/>
                  </a:cubicBezTo>
                  <a:cubicBezTo>
                    <a:pt x="19" y="2"/>
                    <a:pt x="19" y="3"/>
                    <a:pt x="17" y="3"/>
                  </a:cubicBezTo>
                  <a:cubicBezTo>
                    <a:pt x="18" y="4"/>
                    <a:pt x="17" y="7"/>
                    <a:pt x="15" y="6"/>
                  </a:cubicBezTo>
                  <a:cubicBezTo>
                    <a:pt x="16" y="7"/>
                    <a:pt x="16" y="9"/>
                    <a:pt x="15" y="10"/>
                  </a:cubicBezTo>
                  <a:cubicBezTo>
                    <a:pt x="14" y="10"/>
                    <a:pt x="13" y="11"/>
                    <a:pt x="13" y="11"/>
                  </a:cubicBezTo>
                  <a:cubicBezTo>
                    <a:pt x="12" y="12"/>
                    <a:pt x="13" y="13"/>
                    <a:pt x="12" y="15"/>
                  </a:cubicBezTo>
                  <a:cubicBezTo>
                    <a:pt x="11" y="15"/>
                    <a:pt x="11" y="15"/>
                    <a:pt x="10" y="15"/>
                  </a:cubicBezTo>
                  <a:cubicBezTo>
                    <a:pt x="11" y="17"/>
                    <a:pt x="10" y="17"/>
                    <a:pt x="8" y="17"/>
                  </a:cubicBezTo>
                  <a:cubicBezTo>
                    <a:pt x="8" y="17"/>
                    <a:pt x="1" y="17"/>
                    <a:pt x="1" y="16"/>
                  </a:cubicBezTo>
                </a:path>
              </a:pathLst>
            </a:custGeom>
            <a:solidFill>
              <a:srgbClr val="D69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9" name="Freeform 556">
              <a:extLst>
                <a:ext uri="{FF2B5EF4-FFF2-40B4-BE49-F238E27FC236}">
                  <a16:creationId xmlns:a16="http://schemas.microsoft.com/office/drawing/2014/main" id="{99D4DBE1-0192-4C65-A1E5-16EC3748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853"/>
              <a:ext cx="102" cy="32"/>
            </a:xfrm>
            <a:custGeom>
              <a:avLst/>
              <a:gdLst>
                <a:gd name="T0" fmla="*/ 632 w 41"/>
                <a:gd name="T1" fmla="*/ 0 h 12"/>
                <a:gd name="T2" fmla="*/ 587 w 41"/>
                <a:gd name="T3" fmla="*/ 171 h 12"/>
                <a:gd name="T4" fmla="*/ 433 w 41"/>
                <a:gd name="T5" fmla="*/ 171 h 12"/>
                <a:gd name="T6" fmla="*/ 216 w 41"/>
                <a:gd name="T7" fmla="*/ 171 h 12"/>
                <a:gd name="T8" fmla="*/ 0 w 41"/>
                <a:gd name="T9" fmla="*/ 227 h 12"/>
                <a:gd name="T10" fmla="*/ 259 w 41"/>
                <a:gd name="T11" fmla="*/ 149 h 12"/>
                <a:gd name="T12" fmla="*/ 445 w 41"/>
                <a:gd name="T13" fmla="*/ 136 h 12"/>
                <a:gd name="T14" fmla="*/ 465 w 41"/>
                <a:gd name="T15" fmla="*/ 93 h 12"/>
                <a:gd name="T16" fmla="*/ 508 w 41"/>
                <a:gd name="T17" fmla="*/ 35 h 12"/>
                <a:gd name="T18" fmla="*/ 403 w 41"/>
                <a:gd name="T19" fmla="*/ 0 h 12"/>
                <a:gd name="T20" fmla="*/ 525 w 41"/>
                <a:gd name="T21" fmla="*/ 21 h 12"/>
                <a:gd name="T22" fmla="*/ 632 w 41"/>
                <a:gd name="T23" fmla="*/ 21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41" y="3"/>
                    <a:pt x="41" y="8"/>
                    <a:pt x="38" y="9"/>
                  </a:cubicBezTo>
                  <a:cubicBezTo>
                    <a:pt x="35" y="10"/>
                    <a:pt x="31" y="9"/>
                    <a:pt x="28" y="9"/>
                  </a:cubicBezTo>
                  <a:cubicBezTo>
                    <a:pt x="24" y="9"/>
                    <a:pt x="18" y="8"/>
                    <a:pt x="14" y="9"/>
                  </a:cubicBezTo>
                  <a:cubicBezTo>
                    <a:pt x="10" y="9"/>
                    <a:pt x="4" y="9"/>
                    <a:pt x="0" y="12"/>
                  </a:cubicBezTo>
                  <a:cubicBezTo>
                    <a:pt x="4" y="8"/>
                    <a:pt x="12" y="8"/>
                    <a:pt x="17" y="8"/>
                  </a:cubicBezTo>
                  <a:cubicBezTo>
                    <a:pt x="21" y="7"/>
                    <a:pt x="25" y="7"/>
                    <a:pt x="29" y="7"/>
                  </a:cubicBezTo>
                  <a:cubicBezTo>
                    <a:pt x="31" y="7"/>
                    <a:pt x="33" y="5"/>
                    <a:pt x="30" y="5"/>
                  </a:cubicBezTo>
                  <a:cubicBezTo>
                    <a:pt x="32" y="6"/>
                    <a:pt x="35" y="4"/>
                    <a:pt x="33" y="2"/>
                  </a:cubicBezTo>
                  <a:cubicBezTo>
                    <a:pt x="31" y="1"/>
                    <a:pt x="28" y="0"/>
                    <a:pt x="26" y="0"/>
                  </a:cubicBezTo>
                  <a:cubicBezTo>
                    <a:pt x="28" y="0"/>
                    <a:pt x="31" y="0"/>
                    <a:pt x="34" y="1"/>
                  </a:cubicBezTo>
                  <a:cubicBezTo>
                    <a:pt x="36" y="1"/>
                    <a:pt x="39" y="1"/>
                    <a:pt x="41" y="1"/>
                  </a:cubicBezTo>
                </a:path>
              </a:pathLst>
            </a:custGeom>
            <a:solidFill>
              <a:srgbClr val="8150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0" name="Freeform 557">
              <a:extLst>
                <a:ext uri="{FF2B5EF4-FFF2-40B4-BE49-F238E27FC236}">
                  <a16:creationId xmlns:a16="http://schemas.microsoft.com/office/drawing/2014/main" id="{306FA852-6154-42C7-BF98-42467DDB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09"/>
              <a:ext cx="27" cy="80"/>
            </a:xfrm>
            <a:custGeom>
              <a:avLst/>
              <a:gdLst>
                <a:gd name="T0" fmla="*/ 71 w 11"/>
                <a:gd name="T1" fmla="*/ 0 h 30"/>
                <a:gd name="T2" fmla="*/ 91 w 11"/>
                <a:gd name="T3" fmla="*/ 171 h 30"/>
                <a:gd name="T4" fmla="*/ 120 w 11"/>
                <a:gd name="T5" fmla="*/ 376 h 30"/>
                <a:gd name="T6" fmla="*/ 150 w 11"/>
                <a:gd name="T7" fmla="*/ 512 h 30"/>
                <a:gd name="T8" fmla="*/ 91 w 11"/>
                <a:gd name="T9" fmla="*/ 547 h 30"/>
                <a:gd name="T10" fmla="*/ 0 w 11"/>
                <a:gd name="T11" fmla="*/ 568 h 30"/>
                <a:gd name="T12" fmla="*/ 61 w 11"/>
                <a:gd name="T13" fmla="*/ 512 h 30"/>
                <a:gd name="T14" fmla="*/ 61 w 11"/>
                <a:gd name="T15" fmla="*/ 435 h 30"/>
                <a:gd name="T16" fmla="*/ 61 w 11"/>
                <a:gd name="T17" fmla="*/ 285 h 30"/>
                <a:gd name="T18" fmla="*/ 71 w 11"/>
                <a:gd name="T19" fmla="*/ 205 h 30"/>
                <a:gd name="T20" fmla="*/ 61 w 11"/>
                <a:gd name="T21" fmla="*/ 149 h 30"/>
                <a:gd name="T22" fmla="*/ 71 w 11"/>
                <a:gd name="T23" fmla="*/ 21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30">
                  <a:moveTo>
                    <a:pt x="5" y="0"/>
                  </a:moveTo>
                  <a:cubicBezTo>
                    <a:pt x="6" y="2"/>
                    <a:pt x="6" y="6"/>
                    <a:pt x="6" y="9"/>
                  </a:cubicBezTo>
                  <a:cubicBezTo>
                    <a:pt x="7" y="12"/>
                    <a:pt x="8" y="16"/>
                    <a:pt x="8" y="20"/>
                  </a:cubicBezTo>
                  <a:cubicBezTo>
                    <a:pt x="9" y="21"/>
                    <a:pt x="11" y="25"/>
                    <a:pt x="10" y="27"/>
                  </a:cubicBezTo>
                  <a:cubicBezTo>
                    <a:pt x="9" y="28"/>
                    <a:pt x="7" y="29"/>
                    <a:pt x="6" y="29"/>
                  </a:cubicBezTo>
                  <a:cubicBezTo>
                    <a:pt x="4" y="29"/>
                    <a:pt x="2" y="30"/>
                    <a:pt x="0" y="30"/>
                  </a:cubicBezTo>
                  <a:cubicBezTo>
                    <a:pt x="1" y="29"/>
                    <a:pt x="3" y="28"/>
                    <a:pt x="4" y="27"/>
                  </a:cubicBezTo>
                  <a:cubicBezTo>
                    <a:pt x="5" y="26"/>
                    <a:pt x="6" y="23"/>
                    <a:pt x="4" y="23"/>
                  </a:cubicBezTo>
                  <a:cubicBezTo>
                    <a:pt x="7" y="21"/>
                    <a:pt x="6" y="17"/>
                    <a:pt x="4" y="15"/>
                  </a:cubicBezTo>
                  <a:cubicBezTo>
                    <a:pt x="4" y="14"/>
                    <a:pt x="5" y="13"/>
                    <a:pt x="5" y="11"/>
                  </a:cubicBezTo>
                  <a:cubicBezTo>
                    <a:pt x="5" y="10"/>
                    <a:pt x="4" y="9"/>
                    <a:pt x="4" y="8"/>
                  </a:cubicBezTo>
                  <a:cubicBezTo>
                    <a:pt x="4" y="5"/>
                    <a:pt x="5" y="3"/>
                    <a:pt x="5" y="1"/>
                  </a:cubicBezTo>
                </a:path>
              </a:pathLst>
            </a:custGeom>
            <a:solidFill>
              <a:srgbClr val="8150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1" name="Freeform 558">
              <a:extLst>
                <a:ext uri="{FF2B5EF4-FFF2-40B4-BE49-F238E27FC236}">
                  <a16:creationId xmlns:a16="http://schemas.microsoft.com/office/drawing/2014/main" id="{23D23086-F1FC-4E4C-B1F4-682FFEE6E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877"/>
              <a:ext cx="7" cy="54"/>
            </a:xfrm>
            <a:custGeom>
              <a:avLst/>
              <a:gdLst>
                <a:gd name="T0" fmla="*/ 28 w 3"/>
                <a:gd name="T1" fmla="*/ 0 h 20"/>
                <a:gd name="T2" fmla="*/ 12 w 3"/>
                <a:gd name="T3" fmla="*/ 159 h 20"/>
                <a:gd name="T4" fmla="*/ 28 w 3"/>
                <a:gd name="T5" fmla="*/ 394 h 20"/>
                <a:gd name="T6" fmla="*/ 28 w 3"/>
                <a:gd name="T7" fmla="*/ 335 h 20"/>
                <a:gd name="T8" fmla="*/ 37 w 3"/>
                <a:gd name="T9" fmla="*/ 278 h 20"/>
                <a:gd name="T10" fmla="*/ 28 w 3"/>
                <a:gd name="T11" fmla="*/ 232 h 20"/>
                <a:gd name="T12" fmla="*/ 37 w 3"/>
                <a:gd name="T13" fmla="*/ 176 h 20"/>
                <a:gd name="T14" fmla="*/ 28 w 3"/>
                <a:gd name="T15" fmla="*/ 138 h 20"/>
                <a:gd name="T16" fmla="*/ 28 w 3"/>
                <a:gd name="T17" fmla="*/ 81 h 20"/>
                <a:gd name="T18" fmla="*/ 28 w 3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0">
                  <a:moveTo>
                    <a:pt x="2" y="0"/>
                  </a:moveTo>
                  <a:cubicBezTo>
                    <a:pt x="0" y="2"/>
                    <a:pt x="1" y="6"/>
                    <a:pt x="1" y="8"/>
                  </a:cubicBezTo>
                  <a:cubicBezTo>
                    <a:pt x="1" y="12"/>
                    <a:pt x="2" y="16"/>
                    <a:pt x="2" y="20"/>
                  </a:cubicBezTo>
                  <a:cubicBezTo>
                    <a:pt x="2" y="19"/>
                    <a:pt x="1" y="18"/>
                    <a:pt x="2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3" y="14"/>
                    <a:pt x="2" y="13"/>
                    <a:pt x="2" y="12"/>
                  </a:cubicBezTo>
                  <a:cubicBezTo>
                    <a:pt x="2" y="11"/>
                    <a:pt x="3" y="10"/>
                    <a:pt x="3" y="9"/>
                  </a:cubicBezTo>
                  <a:cubicBezTo>
                    <a:pt x="3" y="8"/>
                    <a:pt x="3" y="7"/>
                    <a:pt x="2" y="7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2" y="3"/>
                    <a:pt x="1" y="2"/>
                    <a:pt x="2" y="0"/>
                  </a:cubicBezTo>
                </a:path>
              </a:pathLst>
            </a:custGeom>
            <a:solidFill>
              <a:srgbClr val="D6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2" name="Freeform 559">
              <a:extLst>
                <a:ext uri="{FF2B5EF4-FFF2-40B4-BE49-F238E27FC236}">
                  <a16:creationId xmlns:a16="http://schemas.microsoft.com/office/drawing/2014/main" id="{0103A6EC-FF21-4108-83E3-D09DCEB7E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845"/>
              <a:ext cx="55" cy="19"/>
            </a:xfrm>
            <a:custGeom>
              <a:avLst/>
              <a:gdLst>
                <a:gd name="T0" fmla="*/ 0 w 22"/>
                <a:gd name="T1" fmla="*/ 141 h 7"/>
                <a:gd name="T2" fmla="*/ 188 w 22"/>
                <a:gd name="T3" fmla="*/ 38 h 7"/>
                <a:gd name="T4" fmla="*/ 300 w 22"/>
                <a:gd name="T5" fmla="*/ 0 h 7"/>
                <a:gd name="T6" fmla="*/ 345 w 22"/>
                <a:gd name="T7" fmla="*/ 60 h 7"/>
                <a:gd name="T8" fmla="*/ 270 w 22"/>
                <a:gd name="T9" fmla="*/ 38 h 7"/>
                <a:gd name="T10" fmla="*/ 208 w 22"/>
                <a:gd name="T11" fmla="*/ 81 h 7"/>
                <a:gd name="T12" fmla="*/ 145 w 22"/>
                <a:gd name="T13" fmla="*/ 8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3" y="5"/>
                    <a:pt x="8" y="3"/>
                    <a:pt x="12" y="2"/>
                  </a:cubicBezTo>
                  <a:cubicBezTo>
                    <a:pt x="14" y="1"/>
                    <a:pt x="17" y="0"/>
                    <a:pt x="19" y="0"/>
                  </a:cubicBezTo>
                  <a:cubicBezTo>
                    <a:pt x="21" y="0"/>
                    <a:pt x="20" y="2"/>
                    <a:pt x="22" y="3"/>
                  </a:cubicBezTo>
                  <a:cubicBezTo>
                    <a:pt x="21" y="3"/>
                    <a:pt x="16" y="0"/>
                    <a:pt x="17" y="2"/>
                  </a:cubicBezTo>
                  <a:cubicBezTo>
                    <a:pt x="16" y="1"/>
                    <a:pt x="14" y="2"/>
                    <a:pt x="13" y="4"/>
                  </a:cubicBezTo>
                  <a:cubicBezTo>
                    <a:pt x="12" y="2"/>
                    <a:pt x="10" y="4"/>
                    <a:pt x="9" y="4"/>
                  </a:cubicBezTo>
                </a:path>
              </a:pathLst>
            </a:custGeom>
            <a:solidFill>
              <a:srgbClr val="D6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3" name="Freeform 560">
              <a:extLst>
                <a:ext uri="{FF2B5EF4-FFF2-40B4-BE49-F238E27FC236}">
                  <a16:creationId xmlns:a16="http://schemas.microsoft.com/office/drawing/2014/main" id="{6CE5479B-4718-4029-A989-8FC6124C6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725"/>
              <a:ext cx="20" cy="38"/>
            </a:xfrm>
            <a:custGeom>
              <a:avLst/>
              <a:gdLst>
                <a:gd name="T0" fmla="*/ 125 w 8"/>
                <a:gd name="T1" fmla="*/ 0 h 14"/>
                <a:gd name="T2" fmla="*/ 20 w 8"/>
                <a:gd name="T3" fmla="*/ 280 h 14"/>
                <a:gd name="T4" fmla="*/ 95 w 8"/>
                <a:gd name="T5" fmla="*/ 163 h 14"/>
                <a:gd name="T6" fmla="*/ 113 w 8"/>
                <a:gd name="T7" fmla="*/ 103 h 14"/>
                <a:gd name="T8" fmla="*/ 125 w 8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6" y="5"/>
                    <a:pt x="0" y="7"/>
                    <a:pt x="1" y="14"/>
                  </a:cubicBezTo>
                  <a:cubicBezTo>
                    <a:pt x="1" y="13"/>
                    <a:pt x="3" y="6"/>
                    <a:pt x="6" y="8"/>
                  </a:cubicBezTo>
                  <a:cubicBezTo>
                    <a:pt x="3" y="6"/>
                    <a:pt x="6" y="5"/>
                    <a:pt x="7" y="5"/>
                  </a:cubicBezTo>
                  <a:cubicBezTo>
                    <a:pt x="8" y="3"/>
                    <a:pt x="7" y="2"/>
                    <a:pt x="8" y="1"/>
                  </a:cubicBezTo>
                </a:path>
              </a:pathLst>
            </a:custGeom>
            <a:solidFill>
              <a:srgbClr val="FBF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4" name="Freeform 561">
              <a:extLst>
                <a:ext uri="{FF2B5EF4-FFF2-40B4-BE49-F238E27FC236}">
                  <a16:creationId xmlns:a16="http://schemas.microsoft.com/office/drawing/2014/main" id="{025533D7-DF90-487A-9982-ACF1E972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760"/>
              <a:ext cx="20" cy="13"/>
            </a:xfrm>
            <a:custGeom>
              <a:avLst/>
              <a:gdLst>
                <a:gd name="T0" fmla="*/ 20 w 8"/>
                <a:gd name="T1" fmla="*/ 88 h 5"/>
                <a:gd name="T2" fmla="*/ 0 w 8"/>
                <a:gd name="T3" fmla="*/ 34 h 5"/>
                <a:gd name="T4" fmla="*/ 125 w 8"/>
                <a:gd name="T5" fmla="*/ 55 h 5"/>
                <a:gd name="T6" fmla="*/ 20 w 8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1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3" y="1"/>
                    <a:pt x="6" y="0"/>
                    <a:pt x="8" y="3"/>
                  </a:cubicBezTo>
                  <a:cubicBezTo>
                    <a:pt x="6" y="3"/>
                    <a:pt x="2" y="1"/>
                    <a:pt x="1" y="3"/>
                  </a:cubicBezTo>
                </a:path>
              </a:pathLst>
            </a:custGeom>
            <a:solidFill>
              <a:srgbClr val="FBF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5" name="Freeform 562">
              <a:extLst>
                <a:ext uri="{FF2B5EF4-FFF2-40B4-BE49-F238E27FC236}">
                  <a16:creationId xmlns:a16="http://schemas.microsoft.com/office/drawing/2014/main" id="{6EA65523-8816-45A4-AB18-8AB67CDA3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696"/>
              <a:ext cx="8" cy="16"/>
            </a:xfrm>
            <a:custGeom>
              <a:avLst/>
              <a:gdLst>
                <a:gd name="T0" fmla="*/ 0 w 3"/>
                <a:gd name="T1" fmla="*/ 0 h 6"/>
                <a:gd name="T2" fmla="*/ 21 w 3"/>
                <a:gd name="T3" fmla="*/ 56 h 6"/>
                <a:gd name="T4" fmla="*/ 21 w 3"/>
                <a:gd name="T5" fmla="*/ 115 h 6"/>
                <a:gd name="T6" fmla="*/ 35 w 3"/>
                <a:gd name="T7" fmla="*/ 56 h 6"/>
                <a:gd name="T8" fmla="*/ 56 w 3"/>
                <a:gd name="T9" fmla="*/ 0 h 6"/>
                <a:gd name="T10" fmla="*/ 21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2" y="6"/>
                    <a:pt x="2" y="3"/>
                    <a:pt x="2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BF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6" name="Freeform 563">
              <a:extLst>
                <a:ext uri="{FF2B5EF4-FFF2-40B4-BE49-F238E27FC236}">
                  <a16:creationId xmlns:a16="http://schemas.microsoft.com/office/drawing/2014/main" id="{654E3E1F-821E-44E3-B950-879F45EE5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667"/>
              <a:ext cx="35" cy="16"/>
            </a:xfrm>
            <a:custGeom>
              <a:avLst/>
              <a:gdLst>
                <a:gd name="T0" fmla="*/ 20 w 14"/>
                <a:gd name="T1" fmla="*/ 56 h 6"/>
                <a:gd name="T2" fmla="*/ 220 w 14"/>
                <a:gd name="T3" fmla="*/ 77 h 6"/>
                <a:gd name="T4" fmla="*/ 50 w 14"/>
                <a:gd name="T5" fmla="*/ 115 h 6"/>
                <a:gd name="T6" fmla="*/ 33 w 14"/>
                <a:gd name="T7" fmla="*/ 77 h 6"/>
                <a:gd name="T8" fmla="*/ 0 w 14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1" y="3"/>
                  </a:moveTo>
                  <a:cubicBezTo>
                    <a:pt x="4" y="0"/>
                    <a:pt x="11" y="0"/>
                    <a:pt x="14" y="4"/>
                  </a:cubicBezTo>
                  <a:cubicBezTo>
                    <a:pt x="11" y="2"/>
                    <a:pt x="1" y="0"/>
                    <a:pt x="3" y="6"/>
                  </a:cubicBezTo>
                  <a:cubicBezTo>
                    <a:pt x="3" y="6"/>
                    <a:pt x="2" y="5"/>
                    <a:pt x="2" y="4"/>
                  </a:cubicBezTo>
                  <a:cubicBezTo>
                    <a:pt x="1" y="4"/>
                    <a:pt x="1" y="3"/>
                    <a:pt x="0" y="4"/>
                  </a:cubicBezTo>
                </a:path>
              </a:pathLst>
            </a:custGeom>
            <a:solidFill>
              <a:srgbClr val="FBF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7" name="Freeform 564">
              <a:extLst>
                <a:ext uri="{FF2B5EF4-FFF2-40B4-BE49-F238E27FC236}">
                  <a16:creationId xmlns:a16="http://schemas.microsoft.com/office/drawing/2014/main" id="{C8C09137-24B1-436B-AD41-C3A87C3E1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685"/>
              <a:ext cx="12" cy="27"/>
            </a:xfrm>
            <a:custGeom>
              <a:avLst/>
              <a:gdLst>
                <a:gd name="T0" fmla="*/ 12 w 5"/>
                <a:gd name="T1" fmla="*/ 38 h 10"/>
                <a:gd name="T2" fmla="*/ 12 w 5"/>
                <a:gd name="T3" fmla="*/ 197 h 10"/>
                <a:gd name="T4" fmla="*/ 12 w 5"/>
                <a:gd name="T5" fmla="*/ 103 h 10"/>
                <a:gd name="T6" fmla="*/ 70 w 5"/>
                <a:gd name="T7" fmla="*/ 103 h 10"/>
                <a:gd name="T8" fmla="*/ 12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1" y="2"/>
                  </a:moveTo>
                  <a:cubicBezTo>
                    <a:pt x="0" y="4"/>
                    <a:pt x="0" y="8"/>
                    <a:pt x="1" y="10"/>
                  </a:cubicBezTo>
                  <a:cubicBezTo>
                    <a:pt x="1" y="8"/>
                    <a:pt x="0" y="6"/>
                    <a:pt x="1" y="5"/>
                  </a:cubicBezTo>
                  <a:cubicBezTo>
                    <a:pt x="2" y="4"/>
                    <a:pt x="4" y="4"/>
                    <a:pt x="5" y="5"/>
                  </a:cubicBezTo>
                  <a:cubicBezTo>
                    <a:pt x="4" y="4"/>
                    <a:pt x="2" y="0"/>
                    <a:pt x="1" y="1"/>
                  </a:cubicBezTo>
                </a:path>
              </a:pathLst>
            </a:custGeom>
            <a:solidFill>
              <a:srgbClr val="FBF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8" name="Freeform 565">
              <a:extLst>
                <a:ext uri="{FF2B5EF4-FFF2-40B4-BE49-F238E27FC236}">
                  <a16:creationId xmlns:a16="http://schemas.microsoft.com/office/drawing/2014/main" id="{C019D127-3F6D-4CA0-96E6-A1DA4B8F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837"/>
              <a:ext cx="148" cy="160"/>
            </a:xfrm>
            <a:custGeom>
              <a:avLst/>
              <a:gdLst>
                <a:gd name="T0" fmla="*/ 805 w 59"/>
                <a:gd name="T1" fmla="*/ 77 h 60"/>
                <a:gd name="T2" fmla="*/ 647 w 59"/>
                <a:gd name="T3" fmla="*/ 77 h 60"/>
                <a:gd name="T4" fmla="*/ 567 w 59"/>
                <a:gd name="T5" fmla="*/ 0 h 60"/>
                <a:gd name="T6" fmla="*/ 113 w 59"/>
                <a:gd name="T7" fmla="*/ 205 h 60"/>
                <a:gd name="T8" fmla="*/ 33 w 59"/>
                <a:gd name="T9" fmla="*/ 605 h 60"/>
                <a:gd name="T10" fmla="*/ 50 w 59"/>
                <a:gd name="T11" fmla="*/ 931 h 60"/>
                <a:gd name="T12" fmla="*/ 95 w 59"/>
                <a:gd name="T13" fmla="*/ 1101 h 60"/>
                <a:gd name="T14" fmla="*/ 334 w 59"/>
                <a:gd name="T15" fmla="*/ 1045 h 60"/>
                <a:gd name="T16" fmla="*/ 251 w 59"/>
                <a:gd name="T17" fmla="*/ 568 h 60"/>
                <a:gd name="T18" fmla="*/ 251 w 59"/>
                <a:gd name="T19" fmla="*/ 419 h 60"/>
                <a:gd name="T20" fmla="*/ 472 w 59"/>
                <a:gd name="T21" fmla="*/ 320 h 60"/>
                <a:gd name="T22" fmla="*/ 755 w 59"/>
                <a:gd name="T23" fmla="*/ 320 h 60"/>
                <a:gd name="T24" fmla="*/ 913 w 59"/>
                <a:gd name="T25" fmla="*/ 248 h 60"/>
                <a:gd name="T26" fmla="*/ 931 w 59"/>
                <a:gd name="T27" fmla="*/ 77 h 60"/>
                <a:gd name="T28" fmla="*/ 805 w 59"/>
                <a:gd name="T29" fmla="*/ 77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60">
                  <a:moveTo>
                    <a:pt x="51" y="4"/>
                  </a:moveTo>
                  <a:cubicBezTo>
                    <a:pt x="48" y="4"/>
                    <a:pt x="44" y="4"/>
                    <a:pt x="41" y="4"/>
                  </a:cubicBezTo>
                  <a:cubicBezTo>
                    <a:pt x="38" y="3"/>
                    <a:pt x="36" y="2"/>
                    <a:pt x="36" y="0"/>
                  </a:cubicBezTo>
                  <a:cubicBezTo>
                    <a:pt x="25" y="2"/>
                    <a:pt x="16" y="6"/>
                    <a:pt x="7" y="11"/>
                  </a:cubicBezTo>
                  <a:cubicBezTo>
                    <a:pt x="0" y="15"/>
                    <a:pt x="2" y="25"/>
                    <a:pt x="2" y="32"/>
                  </a:cubicBezTo>
                  <a:cubicBezTo>
                    <a:pt x="2" y="38"/>
                    <a:pt x="3" y="43"/>
                    <a:pt x="3" y="49"/>
                  </a:cubicBezTo>
                  <a:cubicBezTo>
                    <a:pt x="4" y="51"/>
                    <a:pt x="4" y="56"/>
                    <a:pt x="6" y="58"/>
                  </a:cubicBezTo>
                  <a:cubicBezTo>
                    <a:pt x="8" y="60"/>
                    <a:pt x="19" y="58"/>
                    <a:pt x="21" y="55"/>
                  </a:cubicBezTo>
                  <a:cubicBezTo>
                    <a:pt x="19" y="46"/>
                    <a:pt x="18" y="40"/>
                    <a:pt x="16" y="30"/>
                  </a:cubicBezTo>
                  <a:cubicBezTo>
                    <a:pt x="15" y="26"/>
                    <a:pt x="14" y="24"/>
                    <a:pt x="16" y="22"/>
                  </a:cubicBezTo>
                  <a:cubicBezTo>
                    <a:pt x="18" y="17"/>
                    <a:pt x="27" y="17"/>
                    <a:pt x="30" y="17"/>
                  </a:cubicBezTo>
                  <a:cubicBezTo>
                    <a:pt x="36" y="17"/>
                    <a:pt x="42" y="18"/>
                    <a:pt x="48" y="17"/>
                  </a:cubicBezTo>
                  <a:cubicBezTo>
                    <a:pt x="53" y="17"/>
                    <a:pt x="57" y="18"/>
                    <a:pt x="58" y="13"/>
                  </a:cubicBezTo>
                  <a:cubicBezTo>
                    <a:pt x="59" y="11"/>
                    <a:pt x="59" y="7"/>
                    <a:pt x="59" y="4"/>
                  </a:cubicBezTo>
                  <a:cubicBezTo>
                    <a:pt x="57" y="5"/>
                    <a:pt x="54" y="4"/>
                    <a:pt x="51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9" name="Freeform 566">
              <a:extLst>
                <a:ext uri="{FF2B5EF4-FFF2-40B4-BE49-F238E27FC236}">
                  <a16:creationId xmlns:a16="http://schemas.microsoft.com/office/drawing/2014/main" id="{D8AE6746-8FF4-4585-A320-46ED13C9B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901"/>
              <a:ext cx="45" cy="86"/>
            </a:xfrm>
            <a:custGeom>
              <a:avLst/>
              <a:gdLst>
                <a:gd name="T0" fmla="*/ 0 w 18"/>
                <a:gd name="T1" fmla="*/ 0 h 32"/>
                <a:gd name="T2" fmla="*/ 20 w 18"/>
                <a:gd name="T3" fmla="*/ 116 h 32"/>
                <a:gd name="T4" fmla="*/ 95 w 18"/>
                <a:gd name="T5" fmla="*/ 599 h 32"/>
                <a:gd name="T6" fmla="*/ 283 w 18"/>
                <a:gd name="T7" fmla="*/ 406 h 32"/>
                <a:gd name="T8" fmla="*/ 0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16"/>
                    <a:pt x="4" y="22"/>
                    <a:pt x="6" y="31"/>
                  </a:cubicBezTo>
                  <a:cubicBezTo>
                    <a:pt x="11" y="32"/>
                    <a:pt x="16" y="25"/>
                    <a:pt x="18" y="21"/>
                  </a:cubicBezTo>
                  <a:cubicBezTo>
                    <a:pt x="12" y="14"/>
                    <a:pt x="5" y="9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0" name="Freeform 567">
              <a:extLst>
                <a:ext uri="{FF2B5EF4-FFF2-40B4-BE49-F238E27FC236}">
                  <a16:creationId xmlns:a16="http://schemas.microsoft.com/office/drawing/2014/main" id="{CDAF5A86-8AD0-4CD5-A093-DA46EFFF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84"/>
              <a:ext cx="83" cy="29"/>
            </a:xfrm>
            <a:custGeom>
              <a:avLst/>
              <a:gdLst>
                <a:gd name="T0" fmla="*/ 493 w 33"/>
                <a:gd name="T1" fmla="*/ 21 h 11"/>
                <a:gd name="T2" fmla="*/ 254 w 33"/>
                <a:gd name="T3" fmla="*/ 55 h 11"/>
                <a:gd name="T4" fmla="*/ 221 w 33"/>
                <a:gd name="T5" fmla="*/ 0 h 11"/>
                <a:gd name="T6" fmla="*/ 113 w 33"/>
                <a:gd name="T7" fmla="*/ 166 h 11"/>
                <a:gd name="T8" fmla="*/ 380 w 33"/>
                <a:gd name="T9" fmla="*/ 166 h 11"/>
                <a:gd name="T10" fmla="*/ 506 w 33"/>
                <a:gd name="T11" fmla="*/ 55 h 11"/>
                <a:gd name="T12" fmla="*/ 493 w 33"/>
                <a:gd name="T13" fmla="*/ 2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">
                  <a:moveTo>
                    <a:pt x="31" y="1"/>
                  </a:moveTo>
                  <a:cubicBezTo>
                    <a:pt x="27" y="3"/>
                    <a:pt x="18" y="5"/>
                    <a:pt x="16" y="3"/>
                  </a:cubicBezTo>
                  <a:cubicBezTo>
                    <a:pt x="15" y="2"/>
                    <a:pt x="15" y="1"/>
                    <a:pt x="14" y="0"/>
                  </a:cubicBezTo>
                  <a:cubicBezTo>
                    <a:pt x="8" y="1"/>
                    <a:pt x="0" y="4"/>
                    <a:pt x="7" y="9"/>
                  </a:cubicBezTo>
                  <a:cubicBezTo>
                    <a:pt x="10" y="11"/>
                    <a:pt x="20" y="10"/>
                    <a:pt x="24" y="9"/>
                  </a:cubicBezTo>
                  <a:cubicBezTo>
                    <a:pt x="28" y="9"/>
                    <a:pt x="33" y="8"/>
                    <a:pt x="32" y="3"/>
                  </a:cubicBezTo>
                  <a:lnTo>
                    <a:pt x="31" y="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1" name="Freeform 568">
              <a:extLst>
                <a:ext uri="{FF2B5EF4-FFF2-40B4-BE49-F238E27FC236}">
                  <a16:creationId xmlns:a16="http://schemas.microsoft.com/office/drawing/2014/main" id="{394117FA-BC7D-4545-A8C0-85674EEB4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963"/>
              <a:ext cx="42" cy="50"/>
            </a:xfrm>
            <a:custGeom>
              <a:avLst/>
              <a:gdLst>
                <a:gd name="T0" fmla="*/ 225 w 17"/>
                <a:gd name="T1" fmla="*/ 0 h 19"/>
                <a:gd name="T2" fmla="*/ 62 w 17"/>
                <a:gd name="T3" fmla="*/ 145 h 19"/>
                <a:gd name="T4" fmla="*/ 62 w 17"/>
                <a:gd name="T5" fmla="*/ 166 h 19"/>
                <a:gd name="T6" fmla="*/ 74 w 17"/>
                <a:gd name="T7" fmla="*/ 200 h 19"/>
                <a:gd name="T8" fmla="*/ 0 w 17"/>
                <a:gd name="T9" fmla="*/ 311 h 19"/>
                <a:gd name="T10" fmla="*/ 74 w 17"/>
                <a:gd name="T11" fmla="*/ 311 h 19"/>
                <a:gd name="T12" fmla="*/ 195 w 17"/>
                <a:gd name="T13" fmla="*/ 166 h 19"/>
                <a:gd name="T14" fmla="*/ 225 w 17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9">
                  <a:moveTo>
                    <a:pt x="15" y="0"/>
                  </a:moveTo>
                  <a:cubicBezTo>
                    <a:pt x="12" y="4"/>
                    <a:pt x="9" y="9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5"/>
                    <a:pt x="3" y="16"/>
                    <a:pt x="0" y="17"/>
                  </a:cubicBezTo>
                  <a:cubicBezTo>
                    <a:pt x="1" y="18"/>
                    <a:pt x="2" y="19"/>
                    <a:pt x="5" y="17"/>
                  </a:cubicBezTo>
                  <a:cubicBezTo>
                    <a:pt x="8" y="15"/>
                    <a:pt x="10" y="12"/>
                    <a:pt x="13" y="9"/>
                  </a:cubicBezTo>
                  <a:cubicBezTo>
                    <a:pt x="17" y="6"/>
                    <a:pt x="17" y="3"/>
                    <a:pt x="1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2" name="Freeform 569">
              <a:extLst>
                <a:ext uri="{FF2B5EF4-FFF2-40B4-BE49-F238E27FC236}">
                  <a16:creationId xmlns:a16="http://schemas.microsoft.com/office/drawing/2014/main" id="{F5687C1F-0D2F-4223-A980-52281CC0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667"/>
              <a:ext cx="133" cy="176"/>
            </a:xfrm>
            <a:custGeom>
              <a:avLst/>
              <a:gdLst>
                <a:gd name="T0" fmla="*/ 555 w 53"/>
                <a:gd name="T1" fmla="*/ 0 h 66"/>
                <a:gd name="T2" fmla="*/ 188 w 53"/>
                <a:gd name="T3" fmla="*/ 491 h 66"/>
                <a:gd name="T4" fmla="*/ 83 w 53"/>
                <a:gd name="T5" fmla="*/ 875 h 66"/>
                <a:gd name="T6" fmla="*/ 83 w 53"/>
                <a:gd name="T7" fmla="*/ 1216 h 66"/>
                <a:gd name="T8" fmla="*/ 472 w 53"/>
                <a:gd name="T9" fmla="*/ 1173 h 66"/>
                <a:gd name="T10" fmla="*/ 617 w 53"/>
                <a:gd name="T11" fmla="*/ 1059 h 66"/>
                <a:gd name="T12" fmla="*/ 647 w 53"/>
                <a:gd name="T13" fmla="*/ 661 h 66"/>
                <a:gd name="T14" fmla="*/ 693 w 53"/>
                <a:gd name="T15" fmla="*/ 704 h 66"/>
                <a:gd name="T16" fmla="*/ 806 w 53"/>
                <a:gd name="T17" fmla="*/ 547 h 66"/>
                <a:gd name="T18" fmla="*/ 743 w 53"/>
                <a:gd name="T19" fmla="*/ 376 h 66"/>
                <a:gd name="T20" fmla="*/ 680 w 53"/>
                <a:gd name="T21" fmla="*/ 192 h 66"/>
                <a:gd name="T22" fmla="*/ 585 w 53"/>
                <a:gd name="T23" fmla="*/ 115 h 66"/>
                <a:gd name="T24" fmla="*/ 555 w 53"/>
                <a:gd name="T25" fmla="*/ 0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66">
                  <a:moveTo>
                    <a:pt x="35" y="0"/>
                  </a:moveTo>
                  <a:cubicBezTo>
                    <a:pt x="26" y="4"/>
                    <a:pt x="16" y="17"/>
                    <a:pt x="12" y="26"/>
                  </a:cubicBezTo>
                  <a:cubicBezTo>
                    <a:pt x="9" y="32"/>
                    <a:pt x="7" y="40"/>
                    <a:pt x="5" y="46"/>
                  </a:cubicBezTo>
                  <a:cubicBezTo>
                    <a:pt x="4" y="51"/>
                    <a:pt x="0" y="61"/>
                    <a:pt x="5" y="64"/>
                  </a:cubicBezTo>
                  <a:cubicBezTo>
                    <a:pt x="10" y="66"/>
                    <a:pt x="26" y="63"/>
                    <a:pt x="30" y="62"/>
                  </a:cubicBezTo>
                  <a:cubicBezTo>
                    <a:pt x="33" y="61"/>
                    <a:pt x="36" y="60"/>
                    <a:pt x="39" y="56"/>
                  </a:cubicBezTo>
                  <a:cubicBezTo>
                    <a:pt x="41" y="51"/>
                    <a:pt x="38" y="40"/>
                    <a:pt x="41" y="35"/>
                  </a:cubicBezTo>
                  <a:cubicBezTo>
                    <a:pt x="41" y="36"/>
                    <a:pt x="43" y="37"/>
                    <a:pt x="44" y="37"/>
                  </a:cubicBezTo>
                  <a:cubicBezTo>
                    <a:pt x="46" y="34"/>
                    <a:pt x="50" y="32"/>
                    <a:pt x="51" y="29"/>
                  </a:cubicBezTo>
                  <a:cubicBezTo>
                    <a:pt x="53" y="25"/>
                    <a:pt x="49" y="23"/>
                    <a:pt x="47" y="20"/>
                  </a:cubicBezTo>
                  <a:cubicBezTo>
                    <a:pt x="45" y="17"/>
                    <a:pt x="45" y="12"/>
                    <a:pt x="43" y="10"/>
                  </a:cubicBezTo>
                  <a:cubicBezTo>
                    <a:pt x="42" y="8"/>
                    <a:pt x="39" y="8"/>
                    <a:pt x="37" y="6"/>
                  </a:cubicBezTo>
                  <a:cubicBezTo>
                    <a:pt x="36" y="4"/>
                    <a:pt x="37" y="0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3" name="Freeform 570">
              <a:extLst>
                <a:ext uri="{FF2B5EF4-FFF2-40B4-BE49-F238E27FC236}">
                  <a16:creationId xmlns:a16="http://schemas.microsoft.com/office/drawing/2014/main" id="{E5489C8F-F823-418B-B97B-67AB08C6E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36"/>
              <a:ext cx="23" cy="27"/>
            </a:xfrm>
            <a:custGeom>
              <a:avLst/>
              <a:gdLst>
                <a:gd name="T0" fmla="*/ 0 w 9"/>
                <a:gd name="T1" fmla="*/ 0 h 10"/>
                <a:gd name="T2" fmla="*/ 151 w 9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3" y="2"/>
                    <a:pt x="6" y="7"/>
                    <a:pt x="9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4" name="Freeform 571">
              <a:extLst>
                <a:ext uri="{FF2B5EF4-FFF2-40B4-BE49-F238E27FC236}">
                  <a16:creationId xmlns:a16="http://schemas.microsoft.com/office/drawing/2014/main" id="{014137E7-FABB-45EE-9354-65119B4EF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736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88 w 5"/>
                <a:gd name="T3" fmla="*/ 0 h 5"/>
                <a:gd name="T4" fmla="*/ 68 w 5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5" y="2"/>
                    <a:pt x="5" y="3"/>
                    <a:pt x="4" y="5"/>
                  </a:cubicBezTo>
                </a:path>
              </a:pathLst>
            </a:custGeom>
            <a:noFill/>
            <a:ln w="7938" cap="flat">
              <a:solidFill>
                <a:srgbClr val="DEE8F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5" name="Freeform 572">
              <a:extLst>
                <a:ext uri="{FF2B5EF4-FFF2-40B4-BE49-F238E27FC236}">
                  <a16:creationId xmlns:a16="http://schemas.microsoft.com/office/drawing/2014/main" id="{91A4F8B0-D209-4646-83B8-F4A258550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821"/>
              <a:ext cx="155" cy="184"/>
            </a:xfrm>
            <a:custGeom>
              <a:avLst/>
              <a:gdLst>
                <a:gd name="T0" fmla="*/ 925 w 62"/>
                <a:gd name="T1" fmla="*/ 227 h 69"/>
                <a:gd name="T2" fmla="*/ 675 w 62"/>
                <a:gd name="T3" fmla="*/ 56 h 69"/>
                <a:gd name="T4" fmla="*/ 563 w 62"/>
                <a:gd name="T5" fmla="*/ 0 h 69"/>
                <a:gd name="T6" fmla="*/ 458 w 62"/>
                <a:gd name="T7" fmla="*/ 77 h 69"/>
                <a:gd name="T8" fmla="*/ 63 w 62"/>
                <a:gd name="T9" fmla="*/ 115 h 69"/>
                <a:gd name="T10" fmla="*/ 63 w 62"/>
                <a:gd name="T11" fmla="*/ 115 h 69"/>
                <a:gd name="T12" fmla="*/ 220 w 62"/>
                <a:gd name="T13" fmla="*/ 435 h 69"/>
                <a:gd name="T14" fmla="*/ 658 w 62"/>
                <a:gd name="T15" fmla="*/ 477 h 69"/>
                <a:gd name="T16" fmla="*/ 488 w 62"/>
                <a:gd name="T17" fmla="*/ 1139 h 69"/>
                <a:gd name="T18" fmla="*/ 658 w 62"/>
                <a:gd name="T19" fmla="*/ 1251 h 69"/>
                <a:gd name="T20" fmla="*/ 770 w 62"/>
                <a:gd name="T21" fmla="*/ 1251 h 69"/>
                <a:gd name="T22" fmla="*/ 800 w 62"/>
                <a:gd name="T23" fmla="*/ 1080 h 69"/>
                <a:gd name="T24" fmla="*/ 925 w 62"/>
                <a:gd name="T25" fmla="*/ 589 h 69"/>
                <a:gd name="T26" fmla="*/ 958 w 62"/>
                <a:gd name="T27" fmla="*/ 341 h 69"/>
                <a:gd name="T28" fmla="*/ 925 w 62"/>
                <a:gd name="T29" fmla="*/ 227 h 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69">
                  <a:moveTo>
                    <a:pt x="59" y="12"/>
                  </a:moveTo>
                  <a:cubicBezTo>
                    <a:pt x="55" y="9"/>
                    <a:pt x="48" y="6"/>
                    <a:pt x="43" y="3"/>
                  </a:cubicBezTo>
                  <a:cubicBezTo>
                    <a:pt x="42" y="3"/>
                    <a:pt x="39" y="1"/>
                    <a:pt x="36" y="0"/>
                  </a:cubicBezTo>
                  <a:cubicBezTo>
                    <a:pt x="33" y="2"/>
                    <a:pt x="31" y="4"/>
                    <a:pt x="29" y="4"/>
                  </a:cubicBezTo>
                  <a:cubicBezTo>
                    <a:pt x="25" y="5"/>
                    <a:pt x="9" y="8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12"/>
                    <a:pt x="0" y="23"/>
                    <a:pt x="14" y="23"/>
                  </a:cubicBezTo>
                  <a:cubicBezTo>
                    <a:pt x="17" y="23"/>
                    <a:pt x="41" y="22"/>
                    <a:pt x="42" y="25"/>
                  </a:cubicBezTo>
                  <a:cubicBezTo>
                    <a:pt x="43" y="26"/>
                    <a:pt x="34" y="55"/>
                    <a:pt x="31" y="60"/>
                  </a:cubicBezTo>
                  <a:cubicBezTo>
                    <a:pt x="26" y="69"/>
                    <a:pt x="36" y="66"/>
                    <a:pt x="42" y="66"/>
                  </a:cubicBezTo>
                  <a:cubicBezTo>
                    <a:pt x="44" y="66"/>
                    <a:pt x="48" y="67"/>
                    <a:pt x="49" y="66"/>
                  </a:cubicBezTo>
                  <a:cubicBezTo>
                    <a:pt x="51" y="65"/>
                    <a:pt x="51" y="60"/>
                    <a:pt x="51" y="57"/>
                  </a:cubicBezTo>
                  <a:cubicBezTo>
                    <a:pt x="54" y="49"/>
                    <a:pt x="56" y="40"/>
                    <a:pt x="59" y="31"/>
                  </a:cubicBezTo>
                  <a:cubicBezTo>
                    <a:pt x="60" y="27"/>
                    <a:pt x="61" y="23"/>
                    <a:pt x="61" y="18"/>
                  </a:cubicBezTo>
                  <a:cubicBezTo>
                    <a:pt x="61" y="15"/>
                    <a:pt x="62" y="14"/>
                    <a:pt x="59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6" name="Freeform 573">
              <a:extLst>
                <a:ext uri="{FF2B5EF4-FFF2-40B4-BE49-F238E27FC236}">
                  <a16:creationId xmlns:a16="http://schemas.microsoft.com/office/drawing/2014/main" id="{291527F8-A21D-4EFD-9E1B-BC03C8EE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995"/>
              <a:ext cx="65" cy="18"/>
            </a:xfrm>
            <a:custGeom>
              <a:avLst/>
              <a:gdLst>
                <a:gd name="T0" fmla="*/ 300 w 26"/>
                <a:gd name="T1" fmla="*/ 0 h 7"/>
                <a:gd name="T2" fmla="*/ 283 w 26"/>
                <a:gd name="T3" fmla="*/ 21 h 7"/>
                <a:gd name="T4" fmla="*/ 175 w 26"/>
                <a:gd name="T5" fmla="*/ 21 h 7"/>
                <a:gd name="T6" fmla="*/ 20 w 26"/>
                <a:gd name="T7" fmla="*/ 21 h 7"/>
                <a:gd name="T8" fmla="*/ 63 w 26"/>
                <a:gd name="T9" fmla="*/ 118 h 7"/>
                <a:gd name="T10" fmla="*/ 345 w 26"/>
                <a:gd name="T11" fmla="*/ 100 h 7"/>
                <a:gd name="T12" fmla="*/ 375 w 26"/>
                <a:gd name="T13" fmla="*/ 21 h 7"/>
                <a:gd name="T14" fmla="*/ 300 w 26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3" y="1"/>
                    <a:pt x="11" y="1"/>
                  </a:cubicBezTo>
                  <a:cubicBezTo>
                    <a:pt x="8" y="1"/>
                    <a:pt x="4" y="2"/>
                    <a:pt x="1" y="1"/>
                  </a:cubicBezTo>
                  <a:cubicBezTo>
                    <a:pt x="0" y="5"/>
                    <a:pt x="0" y="6"/>
                    <a:pt x="4" y="7"/>
                  </a:cubicBezTo>
                  <a:cubicBezTo>
                    <a:pt x="8" y="7"/>
                    <a:pt x="18" y="7"/>
                    <a:pt x="22" y="6"/>
                  </a:cubicBezTo>
                  <a:cubicBezTo>
                    <a:pt x="25" y="6"/>
                    <a:pt x="26" y="4"/>
                    <a:pt x="24" y="1"/>
                  </a:cubicBezTo>
                  <a:cubicBezTo>
                    <a:pt x="23" y="0"/>
                    <a:pt x="20" y="1"/>
                    <a:pt x="19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7" name="Freeform 574">
              <a:extLst>
                <a:ext uri="{FF2B5EF4-FFF2-40B4-BE49-F238E27FC236}">
                  <a16:creationId xmlns:a16="http://schemas.microsoft.com/office/drawing/2014/main" id="{74D01B8D-2EE8-4657-A450-30A98CE2C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667"/>
              <a:ext cx="83" cy="120"/>
            </a:xfrm>
            <a:custGeom>
              <a:avLst/>
              <a:gdLst>
                <a:gd name="T0" fmla="*/ 304 w 33"/>
                <a:gd name="T1" fmla="*/ 136 h 45"/>
                <a:gd name="T2" fmla="*/ 317 w 33"/>
                <a:gd name="T3" fmla="*/ 227 h 45"/>
                <a:gd name="T4" fmla="*/ 304 w 33"/>
                <a:gd name="T5" fmla="*/ 341 h 45"/>
                <a:gd name="T6" fmla="*/ 272 w 33"/>
                <a:gd name="T7" fmla="*/ 589 h 45"/>
                <a:gd name="T8" fmla="*/ 126 w 33"/>
                <a:gd name="T9" fmla="*/ 533 h 45"/>
                <a:gd name="T10" fmla="*/ 113 w 33"/>
                <a:gd name="T11" fmla="*/ 547 h 45"/>
                <a:gd name="T12" fmla="*/ 0 w 33"/>
                <a:gd name="T13" fmla="*/ 704 h 45"/>
                <a:gd name="T14" fmla="*/ 189 w 33"/>
                <a:gd name="T15" fmla="*/ 819 h 45"/>
                <a:gd name="T16" fmla="*/ 347 w 33"/>
                <a:gd name="T17" fmla="*/ 776 h 45"/>
                <a:gd name="T18" fmla="*/ 430 w 33"/>
                <a:gd name="T19" fmla="*/ 397 h 45"/>
                <a:gd name="T20" fmla="*/ 506 w 33"/>
                <a:gd name="T21" fmla="*/ 136 h 45"/>
                <a:gd name="T22" fmla="*/ 304 w 33"/>
                <a:gd name="T23" fmla="*/ 136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45">
                  <a:moveTo>
                    <a:pt x="19" y="7"/>
                  </a:moveTo>
                  <a:cubicBezTo>
                    <a:pt x="19" y="9"/>
                    <a:pt x="20" y="11"/>
                    <a:pt x="20" y="12"/>
                  </a:cubicBezTo>
                  <a:cubicBezTo>
                    <a:pt x="21" y="14"/>
                    <a:pt x="20" y="16"/>
                    <a:pt x="19" y="18"/>
                  </a:cubicBezTo>
                  <a:cubicBezTo>
                    <a:pt x="18" y="21"/>
                    <a:pt x="16" y="28"/>
                    <a:pt x="17" y="31"/>
                  </a:cubicBezTo>
                  <a:cubicBezTo>
                    <a:pt x="14" y="31"/>
                    <a:pt x="10" y="28"/>
                    <a:pt x="8" y="28"/>
                  </a:cubicBezTo>
                  <a:cubicBezTo>
                    <a:pt x="8" y="28"/>
                    <a:pt x="7" y="28"/>
                    <a:pt x="7" y="29"/>
                  </a:cubicBezTo>
                  <a:cubicBezTo>
                    <a:pt x="6" y="32"/>
                    <a:pt x="2" y="34"/>
                    <a:pt x="0" y="37"/>
                  </a:cubicBezTo>
                  <a:cubicBezTo>
                    <a:pt x="4" y="39"/>
                    <a:pt x="10" y="42"/>
                    <a:pt x="12" y="43"/>
                  </a:cubicBezTo>
                  <a:cubicBezTo>
                    <a:pt x="17" y="44"/>
                    <a:pt x="20" y="45"/>
                    <a:pt x="22" y="41"/>
                  </a:cubicBezTo>
                  <a:cubicBezTo>
                    <a:pt x="23" y="37"/>
                    <a:pt x="26" y="26"/>
                    <a:pt x="27" y="21"/>
                  </a:cubicBezTo>
                  <a:cubicBezTo>
                    <a:pt x="28" y="17"/>
                    <a:pt x="33" y="11"/>
                    <a:pt x="32" y="7"/>
                  </a:cubicBezTo>
                  <a:cubicBezTo>
                    <a:pt x="31" y="1"/>
                    <a:pt x="18" y="0"/>
                    <a:pt x="19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8" name="Freeform 575">
              <a:extLst>
                <a:ext uri="{FF2B5EF4-FFF2-40B4-BE49-F238E27FC236}">
                  <a16:creationId xmlns:a16="http://schemas.microsoft.com/office/drawing/2014/main" id="{D1E5BACF-FADD-4043-B0EF-F2BB4A3EB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627"/>
              <a:ext cx="70" cy="72"/>
            </a:xfrm>
            <a:custGeom>
              <a:avLst/>
              <a:gdLst>
                <a:gd name="T0" fmla="*/ 408 w 28"/>
                <a:gd name="T1" fmla="*/ 115 h 27"/>
                <a:gd name="T2" fmla="*/ 250 w 28"/>
                <a:gd name="T3" fmla="*/ 136 h 27"/>
                <a:gd name="T4" fmla="*/ 158 w 28"/>
                <a:gd name="T5" fmla="*/ 171 h 27"/>
                <a:gd name="T6" fmla="*/ 113 w 28"/>
                <a:gd name="T7" fmla="*/ 285 h 27"/>
                <a:gd name="T8" fmla="*/ 0 w 28"/>
                <a:gd name="T9" fmla="*/ 341 h 27"/>
                <a:gd name="T10" fmla="*/ 20 w 28"/>
                <a:gd name="T11" fmla="*/ 397 h 27"/>
                <a:gd name="T12" fmla="*/ 113 w 28"/>
                <a:gd name="T13" fmla="*/ 477 h 27"/>
                <a:gd name="T14" fmla="*/ 125 w 28"/>
                <a:gd name="T15" fmla="*/ 512 h 27"/>
                <a:gd name="T16" fmla="*/ 125 w 28"/>
                <a:gd name="T17" fmla="*/ 491 h 27"/>
                <a:gd name="T18" fmla="*/ 250 w 28"/>
                <a:gd name="T19" fmla="*/ 456 h 27"/>
                <a:gd name="T20" fmla="*/ 363 w 28"/>
                <a:gd name="T21" fmla="*/ 435 h 27"/>
                <a:gd name="T22" fmla="*/ 408 w 28"/>
                <a:gd name="T23" fmla="*/ 115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27">
                  <a:moveTo>
                    <a:pt x="26" y="6"/>
                  </a:moveTo>
                  <a:cubicBezTo>
                    <a:pt x="20" y="0"/>
                    <a:pt x="18" y="7"/>
                    <a:pt x="16" y="7"/>
                  </a:cubicBezTo>
                  <a:cubicBezTo>
                    <a:pt x="14" y="7"/>
                    <a:pt x="12" y="8"/>
                    <a:pt x="10" y="9"/>
                  </a:cubicBezTo>
                  <a:cubicBezTo>
                    <a:pt x="5" y="12"/>
                    <a:pt x="7" y="12"/>
                    <a:pt x="7" y="15"/>
                  </a:cubicBezTo>
                  <a:cubicBezTo>
                    <a:pt x="7" y="17"/>
                    <a:pt x="3" y="18"/>
                    <a:pt x="0" y="18"/>
                  </a:cubicBezTo>
                  <a:cubicBezTo>
                    <a:pt x="0" y="19"/>
                    <a:pt x="1" y="20"/>
                    <a:pt x="1" y="21"/>
                  </a:cubicBezTo>
                  <a:cubicBezTo>
                    <a:pt x="3" y="23"/>
                    <a:pt x="6" y="23"/>
                    <a:pt x="7" y="25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1" y="25"/>
                    <a:pt x="12" y="24"/>
                    <a:pt x="16" y="24"/>
                  </a:cubicBezTo>
                  <a:cubicBezTo>
                    <a:pt x="18" y="24"/>
                    <a:pt x="21" y="25"/>
                    <a:pt x="23" y="23"/>
                  </a:cubicBezTo>
                  <a:cubicBezTo>
                    <a:pt x="26" y="21"/>
                    <a:pt x="28" y="10"/>
                    <a:pt x="26" y="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9" name="Freeform 576">
              <a:extLst>
                <a:ext uri="{FF2B5EF4-FFF2-40B4-BE49-F238E27FC236}">
                  <a16:creationId xmlns:a16="http://schemas.microsoft.com/office/drawing/2014/main" id="{A227D94E-D7EB-4F05-B243-5A4C1BD55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691"/>
              <a:ext cx="43" cy="58"/>
            </a:xfrm>
            <a:custGeom>
              <a:avLst/>
              <a:gdLst>
                <a:gd name="T0" fmla="*/ 129 w 17"/>
                <a:gd name="T1" fmla="*/ 348 h 22"/>
                <a:gd name="T2" fmla="*/ 276 w 17"/>
                <a:gd name="T3" fmla="*/ 403 h 22"/>
                <a:gd name="T4" fmla="*/ 276 w 17"/>
                <a:gd name="T5" fmla="*/ 327 h 22"/>
                <a:gd name="T6" fmla="*/ 255 w 17"/>
                <a:gd name="T7" fmla="*/ 327 h 22"/>
                <a:gd name="T8" fmla="*/ 210 w 17"/>
                <a:gd name="T9" fmla="*/ 182 h 22"/>
                <a:gd name="T10" fmla="*/ 147 w 17"/>
                <a:gd name="T11" fmla="*/ 21 h 22"/>
                <a:gd name="T12" fmla="*/ 147 w 17"/>
                <a:gd name="T13" fmla="*/ 0 h 22"/>
                <a:gd name="T14" fmla="*/ 129 w 17"/>
                <a:gd name="T15" fmla="*/ 0 h 22"/>
                <a:gd name="T16" fmla="*/ 0 w 17"/>
                <a:gd name="T17" fmla="*/ 34 h 22"/>
                <a:gd name="T18" fmla="*/ 0 w 17"/>
                <a:gd name="T19" fmla="*/ 55 h 22"/>
                <a:gd name="T20" fmla="*/ 51 w 17"/>
                <a:gd name="T21" fmla="*/ 200 h 22"/>
                <a:gd name="T22" fmla="*/ 129 w 17"/>
                <a:gd name="T23" fmla="*/ 348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" h="22">
                  <a:moveTo>
                    <a:pt x="8" y="19"/>
                  </a:moveTo>
                  <a:cubicBezTo>
                    <a:pt x="10" y="19"/>
                    <a:pt x="14" y="22"/>
                    <a:pt x="17" y="22"/>
                  </a:cubicBezTo>
                  <a:cubicBezTo>
                    <a:pt x="16" y="21"/>
                    <a:pt x="17" y="20"/>
                    <a:pt x="17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5"/>
                    <a:pt x="14" y="13"/>
                    <a:pt x="13" y="10"/>
                  </a:cubicBezTo>
                  <a:cubicBezTo>
                    <a:pt x="12" y="7"/>
                    <a:pt x="11" y="4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3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8"/>
                    <a:pt x="3" y="11"/>
                  </a:cubicBezTo>
                  <a:cubicBezTo>
                    <a:pt x="5" y="13"/>
                    <a:pt x="8" y="16"/>
                    <a:pt x="8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0" name="Freeform 577">
              <a:extLst>
                <a:ext uri="{FF2B5EF4-FFF2-40B4-BE49-F238E27FC236}">
                  <a16:creationId xmlns:a16="http://schemas.microsoft.com/office/drawing/2014/main" id="{C35C26F3-7E5E-4233-90D6-084DB229D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605"/>
              <a:ext cx="90" cy="70"/>
            </a:xfrm>
            <a:custGeom>
              <a:avLst/>
              <a:gdLst>
                <a:gd name="T0" fmla="*/ 550 w 36"/>
                <a:gd name="T1" fmla="*/ 218 h 26"/>
                <a:gd name="T2" fmla="*/ 345 w 36"/>
                <a:gd name="T3" fmla="*/ 22 h 26"/>
                <a:gd name="T4" fmla="*/ 125 w 36"/>
                <a:gd name="T5" fmla="*/ 94 h 26"/>
                <a:gd name="T6" fmla="*/ 83 w 36"/>
                <a:gd name="T7" fmla="*/ 450 h 26"/>
                <a:gd name="T8" fmla="*/ 95 w 36"/>
                <a:gd name="T9" fmla="*/ 506 h 26"/>
                <a:gd name="T10" fmla="*/ 208 w 36"/>
                <a:gd name="T11" fmla="*/ 450 h 26"/>
                <a:gd name="T12" fmla="*/ 250 w 36"/>
                <a:gd name="T13" fmla="*/ 334 h 26"/>
                <a:gd name="T14" fmla="*/ 345 w 36"/>
                <a:gd name="T15" fmla="*/ 291 h 26"/>
                <a:gd name="T16" fmla="*/ 500 w 36"/>
                <a:gd name="T17" fmla="*/ 275 h 26"/>
                <a:gd name="T18" fmla="*/ 520 w 36"/>
                <a:gd name="T19" fmla="*/ 347 h 26"/>
                <a:gd name="T20" fmla="*/ 533 w 36"/>
                <a:gd name="T21" fmla="*/ 334 h 26"/>
                <a:gd name="T22" fmla="*/ 550 w 36"/>
                <a:gd name="T23" fmla="*/ 218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6">
                  <a:moveTo>
                    <a:pt x="35" y="11"/>
                  </a:moveTo>
                  <a:cubicBezTo>
                    <a:pt x="33" y="4"/>
                    <a:pt x="29" y="2"/>
                    <a:pt x="22" y="1"/>
                  </a:cubicBezTo>
                  <a:cubicBezTo>
                    <a:pt x="18" y="0"/>
                    <a:pt x="12" y="2"/>
                    <a:pt x="8" y="5"/>
                  </a:cubicBezTo>
                  <a:cubicBezTo>
                    <a:pt x="6" y="8"/>
                    <a:pt x="0" y="21"/>
                    <a:pt x="5" y="23"/>
                  </a:cubicBezTo>
                  <a:cubicBezTo>
                    <a:pt x="6" y="23"/>
                    <a:pt x="6" y="24"/>
                    <a:pt x="6" y="26"/>
                  </a:cubicBezTo>
                  <a:cubicBezTo>
                    <a:pt x="9" y="26"/>
                    <a:pt x="13" y="25"/>
                    <a:pt x="13" y="23"/>
                  </a:cubicBezTo>
                  <a:cubicBezTo>
                    <a:pt x="13" y="20"/>
                    <a:pt x="11" y="20"/>
                    <a:pt x="16" y="17"/>
                  </a:cubicBezTo>
                  <a:cubicBezTo>
                    <a:pt x="18" y="16"/>
                    <a:pt x="20" y="15"/>
                    <a:pt x="22" y="15"/>
                  </a:cubicBezTo>
                  <a:cubicBezTo>
                    <a:pt x="24" y="15"/>
                    <a:pt x="26" y="8"/>
                    <a:pt x="32" y="14"/>
                  </a:cubicBezTo>
                  <a:cubicBezTo>
                    <a:pt x="32" y="15"/>
                    <a:pt x="33" y="16"/>
                    <a:pt x="33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6" y="16"/>
                    <a:pt x="35" y="13"/>
                    <a:pt x="35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1" name="Freeform 578">
              <a:extLst>
                <a:ext uri="{FF2B5EF4-FFF2-40B4-BE49-F238E27FC236}">
                  <a16:creationId xmlns:a16="http://schemas.microsoft.com/office/drawing/2014/main" id="{8C02CFDF-6F6E-4687-A13F-638CC2CCF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760"/>
              <a:ext cx="20" cy="51"/>
            </a:xfrm>
            <a:custGeom>
              <a:avLst/>
              <a:gdLst>
                <a:gd name="T0" fmla="*/ 113 w 8"/>
                <a:gd name="T1" fmla="*/ 0 h 19"/>
                <a:gd name="T2" fmla="*/ 0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7" y="0"/>
                  </a:moveTo>
                  <a:cubicBezTo>
                    <a:pt x="8" y="3"/>
                    <a:pt x="4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2" name="Freeform 579">
              <a:extLst>
                <a:ext uri="{FF2B5EF4-FFF2-40B4-BE49-F238E27FC236}">
                  <a16:creationId xmlns:a16="http://schemas.microsoft.com/office/drawing/2014/main" id="{ED1E966E-241D-40E1-82CC-9CAB1558C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760"/>
              <a:ext cx="20" cy="19"/>
            </a:xfrm>
            <a:custGeom>
              <a:avLst/>
              <a:gdLst>
                <a:gd name="T0" fmla="*/ 95 w 8"/>
                <a:gd name="T1" fmla="*/ 22 h 7"/>
                <a:gd name="T2" fmla="*/ 33 w 8"/>
                <a:gd name="T3" fmla="*/ 22 h 7"/>
                <a:gd name="T4" fmla="*/ 50 w 8"/>
                <a:gd name="T5" fmla="*/ 81 h 7"/>
                <a:gd name="T6" fmla="*/ 83 w 8"/>
                <a:gd name="T7" fmla="*/ 141 h 7"/>
                <a:gd name="T8" fmla="*/ 33 w 8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4" y="0"/>
                    <a:pt x="4" y="0"/>
                    <a:pt x="2" y="1"/>
                  </a:cubicBezTo>
                  <a:cubicBezTo>
                    <a:pt x="0" y="3"/>
                    <a:pt x="2" y="3"/>
                    <a:pt x="3" y="4"/>
                  </a:cubicBezTo>
                  <a:cubicBezTo>
                    <a:pt x="5" y="4"/>
                    <a:pt x="8" y="5"/>
                    <a:pt x="5" y="7"/>
                  </a:cubicBezTo>
                  <a:cubicBezTo>
                    <a:pt x="4" y="7"/>
                    <a:pt x="1" y="7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BCFD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3" name="Freeform 580">
              <a:extLst>
                <a:ext uri="{FF2B5EF4-FFF2-40B4-BE49-F238E27FC236}">
                  <a16:creationId xmlns:a16="http://schemas.microsoft.com/office/drawing/2014/main" id="{242E3AB6-062D-4B10-854F-7501C841F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677"/>
              <a:ext cx="40" cy="46"/>
            </a:xfrm>
            <a:custGeom>
              <a:avLst/>
              <a:gdLst>
                <a:gd name="T0" fmla="*/ 20 w 16"/>
                <a:gd name="T1" fmla="*/ 60 h 17"/>
                <a:gd name="T2" fmla="*/ 145 w 16"/>
                <a:gd name="T3" fmla="*/ 116 h 17"/>
                <a:gd name="T4" fmla="*/ 250 w 16"/>
                <a:gd name="T5" fmla="*/ 257 h 17"/>
                <a:gd name="T6" fmla="*/ 188 w 16"/>
                <a:gd name="T7" fmla="*/ 314 h 17"/>
                <a:gd name="T8" fmla="*/ 95 w 16"/>
                <a:gd name="T9" fmla="*/ 336 h 17"/>
                <a:gd name="T10" fmla="*/ 20 w 16"/>
                <a:gd name="T11" fmla="*/ 257 h 17"/>
                <a:gd name="T12" fmla="*/ 20 w 16"/>
                <a:gd name="T13" fmla="*/ 60 h 17"/>
                <a:gd name="T14" fmla="*/ 20 w 16"/>
                <a:gd name="T15" fmla="*/ 6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7">
                  <a:moveTo>
                    <a:pt x="1" y="3"/>
                  </a:moveTo>
                  <a:cubicBezTo>
                    <a:pt x="4" y="0"/>
                    <a:pt x="8" y="4"/>
                    <a:pt x="9" y="6"/>
                  </a:cubicBezTo>
                  <a:cubicBezTo>
                    <a:pt x="11" y="10"/>
                    <a:pt x="11" y="12"/>
                    <a:pt x="16" y="13"/>
                  </a:cubicBezTo>
                  <a:cubicBezTo>
                    <a:pt x="14" y="14"/>
                    <a:pt x="14" y="15"/>
                    <a:pt x="12" y="16"/>
                  </a:cubicBezTo>
                  <a:cubicBezTo>
                    <a:pt x="11" y="17"/>
                    <a:pt x="9" y="17"/>
                    <a:pt x="6" y="17"/>
                  </a:cubicBezTo>
                  <a:cubicBezTo>
                    <a:pt x="4" y="17"/>
                    <a:pt x="2" y="16"/>
                    <a:pt x="1" y="13"/>
                  </a:cubicBezTo>
                  <a:cubicBezTo>
                    <a:pt x="0" y="10"/>
                    <a:pt x="0" y="6"/>
                    <a:pt x="1" y="3"/>
                  </a:cubicBezTo>
                  <a:cubicBezTo>
                    <a:pt x="1" y="2"/>
                    <a:pt x="1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4" name="Freeform 581">
              <a:extLst>
                <a:ext uri="{FF2B5EF4-FFF2-40B4-BE49-F238E27FC236}">
                  <a16:creationId xmlns:a16="http://schemas.microsoft.com/office/drawing/2014/main" id="{275062AE-4A1C-4505-BECB-28D12294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15"/>
              <a:ext cx="175" cy="136"/>
            </a:xfrm>
            <a:custGeom>
              <a:avLst/>
              <a:gdLst>
                <a:gd name="T0" fmla="*/ 970 w 70"/>
                <a:gd name="T1" fmla="*/ 56 h 51"/>
                <a:gd name="T2" fmla="*/ 908 w 70"/>
                <a:gd name="T3" fmla="*/ 56 h 51"/>
                <a:gd name="T4" fmla="*/ 845 w 70"/>
                <a:gd name="T5" fmla="*/ 0 h 51"/>
                <a:gd name="T6" fmla="*/ 750 w 70"/>
                <a:gd name="T7" fmla="*/ 56 h 51"/>
                <a:gd name="T8" fmla="*/ 675 w 70"/>
                <a:gd name="T9" fmla="*/ 149 h 51"/>
                <a:gd name="T10" fmla="*/ 595 w 70"/>
                <a:gd name="T11" fmla="*/ 435 h 51"/>
                <a:gd name="T12" fmla="*/ 470 w 70"/>
                <a:gd name="T13" fmla="*/ 491 h 51"/>
                <a:gd name="T14" fmla="*/ 270 w 70"/>
                <a:gd name="T15" fmla="*/ 397 h 51"/>
                <a:gd name="T16" fmla="*/ 113 w 70"/>
                <a:gd name="T17" fmla="*/ 307 h 51"/>
                <a:gd name="T18" fmla="*/ 20 w 70"/>
                <a:gd name="T19" fmla="*/ 320 h 51"/>
                <a:gd name="T20" fmla="*/ 33 w 70"/>
                <a:gd name="T21" fmla="*/ 419 h 51"/>
                <a:gd name="T22" fmla="*/ 83 w 70"/>
                <a:gd name="T23" fmla="*/ 491 h 51"/>
                <a:gd name="T24" fmla="*/ 238 w 70"/>
                <a:gd name="T25" fmla="*/ 491 h 51"/>
                <a:gd name="T26" fmla="*/ 595 w 70"/>
                <a:gd name="T27" fmla="*/ 739 h 51"/>
                <a:gd name="T28" fmla="*/ 675 w 70"/>
                <a:gd name="T29" fmla="*/ 683 h 51"/>
                <a:gd name="T30" fmla="*/ 658 w 70"/>
                <a:gd name="T31" fmla="*/ 704 h 51"/>
                <a:gd name="T32" fmla="*/ 658 w 70"/>
                <a:gd name="T33" fmla="*/ 739 h 51"/>
                <a:gd name="T34" fmla="*/ 750 w 70"/>
                <a:gd name="T35" fmla="*/ 947 h 51"/>
                <a:gd name="T36" fmla="*/ 908 w 70"/>
                <a:gd name="T37" fmla="*/ 947 h 51"/>
                <a:gd name="T38" fmla="*/ 1033 w 70"/>
                <a:gd name="T39" fmla="*/ 947 h 51"/>
                <a:gd name="T40" fmla="*/ 1095 w 70"/>
                <a:gd name="T41" fmla="*/ 627 h 51"/>
                <a:gd name="T42" fmla="*/ 970 w 70"/>
                <a:gd name="T43" fmla="*/ 56 h 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0" h="51">
                  <a:moveTo>
                    <a:pt x="62" y="3"/>
                  </a:moveTo>
                  <a:cubicBezTo>
                    <a:pt x="61" y="3"/>
                    <a:pt x="60" y="3"/>
                    <a:pt x="58" y="3"/>
                  </a:cubicBezTo>
                  <a:cubicBezTo>
                    <a:pt x="56" y="3"/>
                    <a:pt x="55" y="2"/>
                    <a:pt x="54" y="0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6" y="6"/>
                    <a:pt x="46" y="5"/>
                    <a:pt x="43" y="8"/>
                  </a:cubicBezTo>
                  <a:cubicBezTo>
                    <a:pt x="40" y="11"/>
                    <a:pt x="39" y="19"/>
                    <a:pt x="38" y="23"/>
                  </a:cubicBezTo>
                  <a:cubicBezTo>
                    <a:pt x="37" y="27"/>
                    <a:pt x="33" y="27"/>
                    <a:pt x="30" y="26"/>
                  </a:cubicBezTo>
                  <a:cubicBezTo>
                    <a:pt x="26" y="25"/>
                    <a:pt x="17" y="21"/>
                    <a:pt x="17" y="21"/>
                  </a:cubicBezTo>
                  <a:cubicBezTo>
                    <a:pt x="15" y="19"/>
                    <a:pt x="9" y="15"/>
                    <a:pt x="7" y="16"/>
                  </a:cubicBezTo>
                  <a:cubicBezTo>
                    <a:pt x="5" y="17"/>
                    <a:pt x="2" y="16"/>
                    <a:pt x="1" y="17"/>
                  </a:cubicBezTo>
                  <a:cubicBezTo>
                    <a:pt x="0" y="19"/>
                    <a:pt x="1" y="20"/>
                    <a:pt x="2" y="22"/>
                  </a:cubicBezTo>
                  <a:cubicBezTo>
                    <a:pt x="2" y="25"/>
                    <a:pt x="2" y="26"/>
                    <a:pt x="5" y="26"/>
                  </a:cubicBezTo>
                  <a:cubicBezTo>
                    <a:pt x="8" y="26"/>
                    <a:pt x="14" y="25"/>
                    <a:pt x="15" y="26"/>
                  </a:cubicBezTo>
                  <a:cubicBezTo>
                    <a:pt x="18" y="30"/>
                    <a:pt x="29" y="38"/>
                    <a:pt x="38" y="39"/>
                  </a:cubicBezTo>
                  <a:cubicBezTo>
                    <a:pt x="40" y="39"/>
                    <a:pt x="41" y="38"/>
                    <a:pt x="43" y="36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1" y="44"/>
                    <a:pt x="42" y="49"/>
                    <a:pt x="48" y="50"/>
                  </a:cubicBezTo>
                  <a:cubicBezTo>
                    <a:pt x="51" y="50"/>
                    <a:pt x="55" y="50"/>
                    <a:pt x="58" y="50"/>
                  </a:cubicBezTo>
                  <a:cubicBezTo>
                    <a:pt x="61" y="50"/>
                    <a:pt x="64" y="51"/>
                    <a:pt x="66" y="50"/>
                  </a:cubicBezTo>
                  <a:cubicBezTo>
                    <a:pt x="70" y="47"/>
                    <a:pt x="70" y="37"/>
                    <a:pt x="70" y="33"/>
                  </a:cubicBezTo>
                  <a:cubicBezTo>
                    <a:pt x="70" y="25"/>
                    <a:pt x="69" y="8"/>
                    <a:pt x="62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5" name="Freeform 582">
              <a:extLst>
                <a:ext uri="{FF2B5EF4-FFF2-40B4-BE49-F238E27FC236}">
                  <a16:creationId xmlns:a16="http://schemas.microsoft.com/office/drawing/2014/main" id="{737EC580-9CE5-4F3E-9137-74CB75E4FC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0" y="1747"/>
              <a:ext cx="33" cy="40"/>
            </a:xfrm>
            <a:custGeom>
              <a:avLst/>
              <a:gdLst>
                <a:gd name="T0" fmla="*/ 63 w 13"/>
                <a:gd name="T1" fmla="*/ 264 h 15"/>
                <a:gd name="T2" fmla="*/ 160 w 13"/>
                <a:gd name="T3" fmla="*/ 264 h 15"/>
                <a:gd name="T4" fmla="*/ 63 w 13"/>
                <a:gd name="T5" fmla="*/ 264 h 15"/>
                <a:gd name="T6" fmla="*/ 0 w 13"/>
                <a:gd name="T7" fmla="*/ 0 h 15"/>
                <a:gd name="T8" fmla="*/ 20 w 13"/>
                <a:gd name="T9" fmla="*/ 93 h 15"/>
                <a:gd name="T10" fmla="*/ 96 w 13"/>
                <a:gd name="T11" fmla="*/ 77 h 15"/>
                <a:gd name="T12" fmla="*/ 193 w 13"/>
                <a:gd name="T13" fmla="*/ 115 h 15"/>
                <a:gd name="T14" fmla="*/ 213 w 13"/>
                <a:gd name="T15" fmla="*/ 0 h 15"/>
                <a:gd name="T16" fmla="*/ 0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4" y="14"/>
                  </a:moveTo>
                  <a:cubicBezTo>
                    <a:pt x="5" y="15"/>
                    <a:pt x="8" y="14"/>
                    <a:pt x="10" y="14"/>
                  </a:cubicBezTo>
                  <a:cubicBezTo>
                    <a:pt x="8" y="14"/>
                    <a:pt x="5" y="14"/>
                    <a:pt x="4" y="14"/>
                  </a:cubicBezTo>
                  <a:close/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2" y="4"/>
                    <a:pt x="4" y="5"/>
                    <a:pt x="6" y="4"/>
                  </a:cubicBezTo>
                  <a:cubicBezTo>
                    <a:pt x="7" y="3"/>
                    <a:pt x="10" y="5"/>
                    <a:pt x="12" y="6"/>
                  </a:cubicBezTo>
                  <a:cubicBezTo>
                    <a:pt x="13" y="4"/>
                    <a:pt x="13" y="2"/>
                    <a:pt x="13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6" name="Freeform 583">
              <a:extLst>
                <a:ext uri="{FF2B5EF4-FFF2-40B4-BE49-F238E27FC236}">
                  <a16:creationId xmlns:a16="http://schemas.microsoft.com/office/drawing/2014/main" id="{07BD8F04-5D3F-4B65-975D-F95720364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661"/>
              <a:ext cx="55" cy="48"/>
            </a:xfrm>
            <a:custGeom>
              <a:avLst/>
              <a:gdLst>
                <a:gd name="T0" fmla="*/ 313 w 22"/>
                <a:gd name="T1" fmla="*/ 171 h 18"/>
                <a:gd name="T2" fmla="*/ 313 w 22"/>
                <a:gd name="T3" fmla="*/ 171 h 18"/>
                <a:gd name="T4" fmla="*/ 345 w 22"/>
                <a:gd name="T5" fmla="*/ 149 h 18"/>
                <a:gd name="T6" fmla="*/ 63 w 22"/>
                <a:gd name="T7" fmla="*/ 56 h 18"/>
                <a:gd name="T8" fmla="*/ 0 w 22"/>
                <a:gd name="T9" fmla="*/ 149 h 18"/>
                <a:gd name="T10" fmla="*/ 63 w 22"/>
                <a:gd name="T11" fmla="*/ 171 h 18"/>
                <a:gd name="T12" fmla="*/ 175 w 22"/>
                <a:gd name="T13" fmla="*/ 205 h 18"/>
                <a:gd name="T14" fmla="*/ 208 w 22"/>
                <a:gd name="T15" fmla="*/ 307 h 18"/>
                <a:gd name="T16" fmla="*/ 300 w 22"/>
                <a:gd name="T17" fmla="*/ 307 h 18"/>
                <a:gd name="T18" fmla="*/ 300 w 22"/>
                <a:gd name="T19" fmla="*/ 285 h 18"/>
                <a:gd name="T20" fmla="*/ 313 w 22"/>
                <a:gd name="T21" fmla="*/ 171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8">
                  <a:moveTo>
                    <a:pt x="20" y="9"/>
                  </a:moveTo>
                  <a:cubicBezTo>
                    <a:pt x="20" y="8"/>
                    <a:pt x="20" y="8"/>
                    <a:pt x="20" y="9"/>
                  </a:cubicBezTo>
                  <a:cubicBezTo>
                    <a:pt x="21" y="8"/>
                    <a:pt x="21" y="8"/>
                    <a:pt x="22" y="8"/>
                  </a:cubicBezTo>
                  <a:cubicBezTo>
                    <a:pt x="20" y="0"/>
                    <a:pt x="9" y="0"/>
                    <a:pt x="4" y="3"/>
                  </a:cubicBezTo>
                  <a:cubicBezTo>
                    <a:pt x="4" y="4"/>
                    <a:pt x="0" y="7"/>
                    <a:pt x="0" y="8"/>
                  </a:cubicBezTo>
                  <a:cubicBezTo>
                    <a:pt x="1" y="10"/>
                    <a:pt x="3" y="8"/>
                    <a:pt x="4" y="9"/>
                  </a:cubicBezTo>
                  <a:cubicBezTo>
                    <a:pt x="2" y="12"/>
                    <a:pt x="9" y="11"/>
                    <a:pt x="11" y="11"/>
                  </a:cubicBezTo>
                  <a:cubicBezTo>
                    <a:pt x="13" y="12"/>
                    <a:pt x="12" y="14"/>
                    <a:pt x="13" y="16"/>
                  </a:cubicBezTo>
                  <a:cubicBezTo>
                    <a:pt x="16" y="18"/>
                    <a:pt x="18" y="16"/>
                    <a:pt x="19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3"/>
                    <a:pt x="19" y="11"/>
                    <a:pt x="20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7" name="Freeform 584">
              <a:extLst>
                <a:ext uri="{FF2B5EF4-FFF2-40B4-BE49-F238E27FC236}">
                  <a16:creationId xmlns:a16="http://schemas.microsoft.com/office/drawing/2014/main" id="{D3D17290-FEF6-4304-B105-99D49A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85"/>
              <a:ext cx="50" cy="46"/>
            </a:xfrm>
            <a:custGeom>
              <a:avLst/>
              <a:gdLst>
                <a:gd name="T0" fmla="*/ 300 w 20"/>
                <a:gd name="T1" fmla="*/ 198 h 17"/>
                <a:gd name="T2" fmla="*/ 283 w 20"/>
                <a:gd name="T3" fmla="*/ 116 h 17"/>
                <a:gd name="T4" fmla="*/ 283 w 20"/>
                <a:gd name="T5" fmla="*/ 138 h 17"/>
                <a:gd name="T6" fmla="*/ 188 w 20"/>
                <a:gd name="T7" fmla="*/ 138 h 17"/>
                <a:gd name="T8" fmla="*/ 158 w 20"/>
                <a:gd name="T9" fmla="*/ 38 h 17"/>
                <a:gd name="T10" fmla="*/ 50 w 20"/>
                <a:gd name="T11" fmla="*/ 0 h 17"/>
                <a:gd name="T12" fmla="*/ 50 w 20"/>
                <a:gd name="T13" fmla="*/ 0 h 17"/>
                <a:gd name="T14" fmla="*/ 20 w 20"/>
                <a:gd name="T15" fmla="*/ 22 h 17"/>
                <a:gd name="T16" fmla="*/ 20 w 20"/>
                <a:gd name="T17" fmla="*/ 138 h 17"/>
                <a:gd name="T18" fmla="*/ 20 w 20"/>
                <a:gd name="T19" fmla="*/ 235 h 17"/>
                <a:gd name="T20" fmla="*/ 50 w 20"/>
                <a:gd name="T21" fmla="*/ 235 h 17"/>
                <a:gd name="T22" fmla="*/ 83 w 20"/>
                <a:gd name="T23" fmla="*/ 300 h 17"/>
                <a:gd name="T24" fmla="*/ 145 w 20"/>
                <a:gd name="T25" fmla="*/ 300 h 17"/>
                <a:gd name="T26" fmla="*/ 175 w 20"/>
                <a:gd name="T27" fmla="*/ 336 h 17"/>
                <a:gd name="T28" fmla="*/ 175 w 20"/>
                <a:gd name="T29" fmla="*/ 336 h 17"/>
                <a:gd name="T30" fmla="*/ 220 w 20"/>
                <a:gd name="T31" fmla="*/ 279 h 17"/>
                <a:gd name="T32" fmla="*/ 313 w 20"/>
                <a:gd name="T33" fmla="*/ 219 h 17"/>
                <a:gd name="T34" fmla="*/ 300 w 20"/>
                <a:gd name="T35" fmla="*/ 198 h 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" h="17">
                  <a:moveTo>
                    <a:pt x="19" y="10"/>
                  </a:moveTo>
                  <a:cubicBezTo>
                    <a:pt x="19" y="9"/>
                    <a:pt x="18" y="8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7"/>
                    <a:pt x="15" y="9"/>
                    <a:pt x="12" y="7"/>
                  </a:cubicBezTo>
                  <a:cubicBezTo>
                    <a:pt x="11" y="5"/>
                    <a:pt x="12" y="3"/>
                    <a:pt x="10" y="2"/>
                  </a:cubicBezTo>
                  <a:cubicBezTo>
                    <a:pt x="8" y="2"/>
                    <a:pt x="1" y="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2" y="9"/>
                    <a:pt x="1" y="12"/>
                    <a:pt x="1" y="12"/>
                  </a:cubicBezTo>
                  <a:cubicBezTo>
                    <a:pt x="2" y="12"/>
                    <a:pt x="3" y="12"/>
                    <a:pt x="3" y="12"/>
                  </a:cubicBezTo>
                  <a:cubicBezTo>
                    <a:pt x="3" y="12"/>
                    <a:pt x="4" y="15"/>
                    <a:pt x="5" y="15"/>
                  </a:cubicBezTo>
                  <a:cubicBezTo>
                    <a:pt x="6" y="16"/>
                    <a:pt x="7" y="16"/>
                    <a:pt x="9" y="15"/>
                  </a:cubicBezTo>
                  <a:cubicBezTo>
                    <a:pt x="10" y="14"/>
                    <a:pt x="10" y="16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6"/>
                    <a:pt x="12" y="16"/>
                    <a:pt x="14" y="14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8" name="Line 585">
              <a:extLst>
                <a:ext uri="{FF2B5EF4-FFF2-40B4-BE49-F238E27FC236}">
                  <a16:creationId xmlns:a16="http://schemas.microsoft.com/office/drawing/2014/main" id="{2D128060-D711-45F6-A726-2810BAD269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740" y="1675"/>
              <a:ext cx="5" cy="2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9" name="Freeform 586">
              <a:extLst>
                <a:ext uri="{FF2B5EF4-FFF2-40B4-BE49-F238E27FC236}">
                  <a16:creationId xmlns:a16="http://schemas.microsoft.com/office/drawing/2014/main" id="{D3E281CB-6174-4A60-AD21-3F05661D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691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1"/>
                    <a:pt x="4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0" name="Freeform 587">
              <a:extLst>
                <a:ext uri="{FF2B5EF4-FFF2-40B4-BE49-F238E27FC236}">
                  <a16:creationId xmlns:a16="http://schemas.microsoft.com/office/drawing/2014/main" id="{45FCB6C2-5D42-427A-82D2-22C2E73DA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773"/>
              <a:ext cx="8" cy="14"/>
            </a:xfrm>
            <a:custGeom>
              <a:avLst/>
              <a:gdLst>
                <a:gd name="T0" fmla="*/ 56 w 3"/>
                <a:gd name="T1" fmla="*/ 0 h 5"/>
                <a:gd name="T2" fmla="*/ 35 w 3"/>
                <a:gd name="T3" fmla="*/ 48 h 5"/>
                <a:gd name="T4" fmla="*/ 0 w 3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0"/>
                    <a:pt x="2" y="1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6" name="paella-restaurant-storefront-illustration">
            <a:extLst>
              <a:ext uri="{FF2B5EF4-FFF2-40B4-BE49-F238E27FC236}">
                <a16:creationId xmlns:a16="http://schemas.microsoft.com/office/drawing/2014/main" id="{A2AD10A5-A665-4C10-B8ED-A07557742DE0}"/>
              </a:ext>
            </a:extLst>
          </p:cNvPr>
          <p:cNvGrpSpPr>
            <a:grpSpLocks/>
          </p:cNvGrpSpPr>
          <p:nvPr/>
        </p:nvGrpSpPr>
        <p:grpSpPr bwMode="auto">
          <a:xfrm>
            <a:off x="6494463" y="5064125"/>
            <a:ext cx="1301750" cy="1130300"/>
            <a:chOff x="3131" y="3190"/>
            <a:chExt cx="820" cy="712"/>
          </a:xfrm>
        </p:grpSpPr>
        <p:sp>
          <p:nvSpPr>
            <p:cNvPr id="42732" name="Rectangle 699">
              <a:extLst>
                <a:ext uri="{FF2B5EF4-FFF2-40B4-BE49-F238E27FC236}">
                  <a16:creationId xmlns:a16="http://schemas.microsoft.com/office/drawing/2014/main" id="{930909FF-D8DC-4FAA-8746-F07E96E15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3" y="3319"/>
              <a:ext cx="818" cy="581"/>
            </a:xfrm>
            <a:prstGeom prst="rect">
              <a:avLst/>
            </a:prstGeom>
            <a:solidFill>
              <a:srgbClr val="F9CB10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33" name="Rectangle 700">
              <a:extLst>
                <a:ext uri="{FF2B5EF4-FFF2-40B4-BE49-F238E27FC236}">
                  <a16:creationId xmlns:a16="http://schemas.microsoft.com/office/drawing/2014/main" id="{6E075A1B-23CA-487B-B52E-FA1F1CC00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3321"/>
              <a:ext cx="818" cy="581"/>
            </a:xfrm>
            <a:prstGeom prst="rect">
              <a:avLst/>
            </a:prstGeom>
            <a:noFill/>
            <a:ln w="12700" cap="rnd">
              <a:solidFill>
                <a:srgbClr val="01010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34" name="Freeform 701">
              <a:extLst>
                <a:ext uri="{FF2B5EF4-FFF2-40B4-BE49-F238E27FC236}">
                  <a16:creationId xmlns:a16="http://schemas.microsoft.com/office/drawing/2014/main" id="{D9776AC9-4DC4-4514-B603-E3E4E1768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190"/>
              <a:ext cx="818" cy="129"/>
            </a:xfrm>
            <a:custGeom>
              <a:avLst/>
              <a:gdLst>
                <a:gd name="T0" fmla="*/ 818 w 818"/>
                <a:gd name="T1" fmla="*/ 129 h 129"/>
                <a:gd name="T2" fmla="*/ 0 w 818"/>
                <a:gd name="T3" fmla="*/ 129 h 129"/>
                <a:gd name="T4" fmla="*/ 56 w 818"/>
                <a:gd name="T5" fmla="*/ 0 h 129"/>
                <a:gd name="T6" fmla="*/ 762 w 818"/>
                <a:gd name="T7" fmla="*/ 0 h 129"/>
                <a:gd name="T8" fmla="*/ 818 w 818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8" h="129">
                  <a:moveTo>
                    <a:pt x="818" y="129"/>
                  </a:moveTo>
                  <a:lnTo>
                    <a:pt x="0" y="129"/>
                  </a:lnTo>
                  <a:lnTo>
                    <a:pt x="56" y="0"/>
                  </a:lnTo>
                  <a:lnTo>
                    <a:pt x="762" y="0"/>
                  </a:lnTo>
                  <a:lnTo>
                    <a:pt x="818" y="129"/>
                  </a:lnTo>
                  <a:close/>
                </a:path>
              </a:pathLst>
            </a:custGeom>
            <a:solidFill>
              <a:srgbClr val="E4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5" name="Freeform 702">
              <a:extLst>
                <a:ext uri="{FF2B5EF4-FFF2-40B4-BE49-F238E27FC236}">
                  <a16:creationId xmlns:a16="http://schemas.microsoft.com/office/drawing/2014/main" id="{77673EB3-5D87-4BFF-A557-50DC5F6C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190"/>
              <a:ext cx="818" cy="129"/>
            </a:xfrm>
            <a:custGeom>
              <a:avLst/>
              <a:gdLst>
                <a:gd name="T0" fmla="*/ 818 w 818"/>
                <a:gd name="T1" fmla="*/ 129 h 129"/>
                <a:gd name="T2" fmla="*/ 0 w 818"/>
                <a:gd name="T3" fmla="*/ 129 h 129"/>
                <a:gd name="T4" fmla="*/ 56 w 818"/>
                <a:gd name="T5" fmla="*/ 0 h 129"/>
                <a:gd name="T6" fmla="*/ 762 w 818"/>
                <a:gd name="T7" fmla="*/ 0 h 129"/>
                <a:gd name="T8" fmla="*/ 818 w 818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8" h="129">
                  <a:moveTo>
                    <a:pt x="818" y="129"/>
                  </a:moveTo>
                  <a:lnTo>
                    <a:pt x="0" y="129"/>
                  </a:lnTo>
                  <a:lnTo>
                    <a:pt x="56" y="0"/>
                  </a:lnTo>
                  <a:lnTo>
                    <a:pt x="762" y="0"/>
                  </a:lnTo>
                  <a:lnTo>
                    <a:pt x="818" y="129"/>
                  </a:lnTo>
                  <a:close/>
                </a:path>
              </a:pathLst>
            </a:custGeom>
            <a:noFill/>
            <a:ln w="12700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6" name="Freeform 703">
              <a:extLst>
                <a:ext uri="{FF2B5EF4-FFF2-40B4-BE49-F238E27FC236}">
                  <a16:creationId xmlns:a16="http://schemas.microsoft.com/office/drawing/2014/main" id="{B68C0C6C-B10B-44DC-9986-97FF99201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423"/>
              <a:ext cx="210" cy="476"/>
            </a:xfrm>
            <a:custGeom>
              <a:avLst/>
              <a:gdLst>
                <a:gd name="T0" fmla="*/ 134 w 263"/>
                <a:gd name="T1" fmla="*/ 345 h 559"/>
                <a:gd name="T2" fmla="*/ 134 w 263"/>
                <a:gd name="T3" fmla="*/ 69 h 559"/>
                <a:gd name="T4" fmla="*/ 67 w 263"/>
                <a:gd name="T5" fmla="*/ 0 h 559"/>
                <a:gd name="T6" fmla="*/ 0 w 263"/>
                <a:gd name="T7" fmla="*/ 69 h 559"/>
                <a:gd name="T8" fmla="*/ 0 w 263"/>
                <a:gd name="T9" fmla="*/ 345 h 559"/>
                <a:gd name="T10" fmla="*/ 134 w 263"/>
                <a:gd name="T11" fmla="*/ 345 h 5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3" h="559">
                  <a:moveTo>
                    <a:pt x="263" y="559"/>
                  </a:moveTo>
                  <a:cubicBezTo>
                    <a:pt x="263" y="111"/>
                    <a:pt x="263" y="111"/>
                    <a:pt x="263" y="111"/>
                  </a:cubicBezTo>
                  <a:cubicBezTo>
                    <a:pt x="263" y="62"/>
                    <a:pt x="204" y="0"/>
                    <a:pt x="131" y="0"/>
                  </a:cubicBezTo>
                  <a:cubicBezTo>
                    <a:pt x="59" y="0"/>
                    <a:pt x="0" y="62"/>
                    <a:pt x="0" y="111"/>
                  </a:cubicBezTo>
                  <a:cubicBezTo>
                    <a:pt x="0" y="559"/>
                    <a:pt x="0" y="559"/>
                    <a:pt x="0" y="559"/>
                  </a:cubicBezTo>
                  <a:lnTo>
                    <a:pt x="263" y="559"/>
                  </a:lnTo>
                  <a:close/>
                </a:path>
              </a:pathLst>
            </a:custGeom>
            <a:solidFill>
              <a:srgbClr val="E4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7" name="Freeform 704">
              <a:extLst>
                <a:ext uri="{FF2B5EF4-FFF2-40B4-BE49-F238E27FC236}">
                  <a16:creationId xmlns:a16="http://schemas.microsoft.com/office/drawing/2014/main" id="{F381A51A-2251-4E9E-AA53-D00B534EB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423"/>
              <a:ext cx="210" cy="476"/>
            </a:xfrm>
            <a:custGeom>
              <a:avLst/>
              <a:gdLst>
                <a:gd name="T0" fmla="*/ 10 w 263"/>
                <a:gd name="T1" fmla="*/ 345 h 559"/>
                <a:gd name="T2" fmla="*/ 10 w 263"/>
                <a:gd name="T3" fmla="*/ 69 h 559"/>
                <a:gd name="T4" fmla="*/ 72 w 263"/>
                <a:gd name="T5" fmla="*/ 0 h 559"/>
                <a:gd name="T6" fmla="*/ 67 w 263"/>
                <a:gd name="T7" fmla="*/ 0 h 559"/>
                <a:gd name="T8" fmla="*/ 0 w 263"/>
                <a:gd name="T9" fmla="*/ 69 h 559"/>
                <a:gd name="T10" fmla="*/ 0 w 263"/>
                <a:gd name="T11" fmla="*/ 345 h 559"/>
                <a:gd name="T12" fmla="*/ 134 w 263"/>
                <a:gd name="T13" fmla="*/ 345 h 559"/>
                <a:gd name="T14" fmla="*/ 134 w 263"/>
                <a:gd name="T15" fmla="*/ 345 h 559"/>
                <a:gd name="T16" fmla="*/ 10 w 263"/>
                <a:gd name="T17" fmla="*/ 345 h 5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3" h="559">
                  <a:moveTo>
                    <a:pt x="19" y="559"/>
                  </a:moveTo>
                  <a:cubicBezTo>
                    <a:pt x="19" y="111"/>
                    <a:pt x="19" y="111"/>
                    <a:pt x="19" y="111"/>
                  </a:cubicBezTo>
                  <a:cubicBezTo>
                    <a:pt x="19" y="64"/>
                    <a:pt x="73" y="3"/>
                    <a:pt x="141" y="0"/>
                  </a:cubicBezTo>
                  <a:cubicBezTo>
                    <a:pt x="138" y="0"/>
                    <a:pt x="134" y="0"/>
                    <a:pt x="131" y="0"/>
                  </a:cubicBezTo>
                  <a:cubicBezTo>
                    <a:pt x="59" y="0"/>
                    <a:pt x="0" y="62"/>
                    <a:pt x="0" y="111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263" y="559"/>
                    <a:pt x="263" y="559"/>
                    <a:pt x="263" y="559"/>
                  </a:cubicBezTo>
                  <a:cubicBezTo>
                    <a:pt x="263" y="559"/>
                    <a:pt x="263" y="559"/>
                    <a:pt x="263" y="559"/>
                  </a:cubicBezTo>
                  <a:lnTo>
                    <a:pt x="19" y="559"/>
                  </a:lnTo>
                  <a:close/>
                </a:path>
              </a:pathLst>
            </a:custGeom>
            <a:solidFill>
              <a:srgbClr val="E78F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8" name="Freeform 705">
              <a:extLst>
                <a:ext uri="{FF2B5EF4-FFF2-40B4-BE49-F238E27FC236}">
                  <a16:creationId xmlns:a16="http://schemas.microsoft.com/office/drawing/2014/main" id="{B909E3C0-D6D3-47B9-AF8F-FD57762EF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465"/>
              <a:ext cx="153" cy="432"/>
            </a:xfrm>
            <a:custGeom>
              <a:avLst/>
              <a:gdLst>
                <a:gd name="T0" fmla="*/ 97 w 192"/>
                <a:gd name="T1" fmla="*/ 312 h 508"/>
                <a:gd name="T2" fmla="*/ 97 w 192"/>
                <a:gd name="T3" fmla="*/ 62 h 508"/>
                <a:gd name="T4" fmla="*/ 49 w 192"/>
                <a:gd name="T5" fmla="*/ 0 h 508"/>
                <a:gd name="T6" fmla="*/ 0 w 192"/>
                <a:gd name="T7" fmla="*/ 62 h 508"/>
                <a:gd name="T8" fmla="*/ 0 w 192"/>
                <a:gd name="T9" fmla="*/ 312 h 508"/>
                <a:gd name="T10" fmla="*/ 97 w 192"/>
                <a:gd name="T11" fmla="*/ 312 h 5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508">
                  <a:moveTo>
                    <a:pt x="192" y="508"/>
                  </a:moveTo>
                  <a:cubicBezTo>
                    <a:pt x="192" y="101"/>
                    <a:pt x="192" y="101"/>
                    <a:pt x="192" y="101"/>
                  </a:cubicBezTo>
                  <a:cubicBezTo>
                    <a:pt x="192" y="65"/>
                    <a:pt x="149" y="0"/>
                    <a:pt x="96" y="0"/>
                  </a:cubicBezTo>
                  <a:cubicBezTo>
                    <a:pt x="43" y="0"/>
                    <a:pt x="0" y="65"/>
                    <a:pt x="0" y="101"/>
                  </a:cubicBezTo>
                  <a:cubicBezTo>
                    <a:pt x="0" y="508"/>
                    <a:pt x="0" y="508"/>
                    <a:pt x="0" y="508"/>
                  </a:cubicBezTo>
                  <a:lnTo>
                    <a:pt x="192" y="508"/>
                  </a:lnTo>
                  <a:close/>
                </a:path>
              </a:pathLst>
            </a:custGeom>
            <a:solidFill>
              <a:srgbClr val="F9CB10"/>
            </a:solidFill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39" name="Freeform 706">
              <a:extLst>
                <a:ext uri="{FF2B5EF4-FFF2-40B4-BE49-F238E27FC236}">
                  <a16:creationId xmlns:a16="http://schemas.microsoft.com/office/drawing/2014/main" id="{61366D7E-989F-45F5-8316-85921971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3465"/>
              <a:ext cx="153" cy="432"/>
            </a:xfrm>
            <a:custGeom>
              <a:avLst/>
              <a:gdLst>
                <a:gd name="T0" fmla="*/ 14 w 192"/>
                <a:gd name="T1" fmla="*/ 312 h 508"/>
                <a:gd name="T2" fmla="*/ 14 w 192"/>
                <a:gd name="T3" fmla="*/ 61 h 508"/>
                <a:gd name="T4" fmla="*/ 56 w 192"/>
                <a:gd name="T5" fmla="*/ 0 h 508"/>
                <a:gd name="T6" fmla="*/ 49 w 192"/>
                <a:gd name="T7" fmla="*/ 0 h 508"/>
                <a:gd name="T8" fmla="*/ 0 w 192"/>
                <a:gd name="T9" fmla="*/ 61 h 508"/>
                <a:gd name="T10" fmla="*/ 0 w 192"/>
                <a:gd name="T11" fmla="*/ 312 h 508"/>
                <a:gd name="T12" fmla="*/ 97 w 192"/>
                <a:gd name="T13" fmla="*/ 312 h 508"/>
                <a:gd name="T14" fmla="*/ 97 w 192"/>
                <a:gd name="T15" fmla="*/ 312 h 508"/>
                <a:gd name="T16" fmla="*/ 14 w 192"/>
                <a:gd name="T17" fmla="*/ 312 h 5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508">
                  <a:moveTo>
                    <a:pt x="28" y="507"/>
                  </a:moveTo>
                  <a:cubicBezTo>
                    <a:pt x="28" y="100"/>
                    <a:pt x="28" y="100"/>
                    <a:pt x="28" y="100"/>
                  </a:cubicBezTo>
                  <a:cubicBezTo>
                    <a:pt x="28" y="68"/>
                    <a:pt x="64" y="5"/>
                    <a:pt x="110" y="0"/>
                  </a:cubicBezTo>
                  <a:cubicBezTo>
                    <a:pt x="105" y="0"/>
                    <a:pt x="101" y="0"/>
                    <a:pt x="96" y="0"/>
                  </a:cubicBezTo>
                  <a:cubicBezTo>
                    <a:pt x="43" y="0"/>
                    <a:pt x="0" y="64"/>
                    <a:pt x="0" y="100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192" y="508"/>
                    <a:pt x="192" y="508"/>
                    <a:pt x="192" y="508"/>
                  </a:cubicBezTo>
                  <a:cubicBezTo>
                    <a:pt x="192" y="507"/>
                    <a:pt x="192" y="507"/>
                    <a:pt x="192" y="507"/>
                  </a:cubicBezTo>
                  <a:lnTo>
                    <a:pt x="28" y="507"/>
                  </a:lnTo>
                  <a:close/>
                </a:path>
              </a:pathLst>
            </a:custGeom>
            <a:solidFill>
              <a:srgbClr val="FCE6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0" name="Freeform 707">
              <a:extLst>
                <a:ext uri="{FF2B5EF4-FFF2-40B4-BE49-F238E27FC236}">
                  <a16:creationId xmlns:a16="http://schemas.microsoft.com/office/drawing/2014/main" id="{7A5D47DF-94D6-45F6-BFF2-BFBCDBC78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465"/>
              <a:ext cx="153" cy="432"/>
            </a:xfrm>
            <a:custGeom>
              <a:avLst/>
              <a:gdLst>
                <a:gd name="T0" fmla="*/ 97 w 192"/>
                <a:gd name="T1" fmla="*/ 312 h 508"/>
                <a:gd name="T2" fmla="*/ 97 w 192"/>
                <a:gd name="T3" fmla="*/ 62 h 508"/>
                <a:gd name="T4" fmla="*/ 49 w 192"/>
                <a:gd name="T5" fmla="*/ 0 h 508"/>
                <a:gd name="T6" fmla="*/ 0 w 192"/>
                <a:gd name="T7" fmla="*/ 62 h 508"/>
                <a:gd name="T8" fmla="*/ 0 w 192"/>
                <a:gd name="T9" fmla="*/ 312 h 508"/>
                <a:gd name="T10" fmla="*/ 97 w 192"/>
                <a:gd name="T11" fmla="*/ 312 h 5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508">
                  <a:moveTo>
                    <a:pt x="192" y="508"/>
                  </a:moveTo>
                  <a:cubicBezTo>
                    <a:pt x="192" y="101"/>
                    <a:pt x="192" y="101"/>
                    <a:pt x="192" y="101"/>
                  </a:cubicBezTo>
                  <a:cubicBezTo>
                    <a:pt x="192" y="65"/>
                    <a:pt x="149" y="0"/>
                    <a:pt x="96" y="0"/>
                  </a:cubicBezTo>
                  <a:cubicBezTo>
                    <a:pt x="43" y="0"/>
                    <a:pt x="0" y="65"/>
                    <a:pt x="0" y="101"/>
                  </a:cubicBezTo>
                  <a:cubicBezTo>
                    <a:pt x="0" y="508"/>
                    <a:pt x="0" y="508"/>
                    <a:pt x="0" y="508"/>
                  </a:cubicBezTo>
                  <a:lnTo>
                    <a:pt x="192" y="508"/>
                  </a:lnTo>
                  <a:close/>
                </a:path>
              </a:pathLst>
            </a:custGeom>
            <a:noFill/>
            <a:ln w="4763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1" name="Freeform 708">
              <a:extLst>
                <a:ext uri="{FF2B5EF4-FFF2-40B4-BE49-F238E27FC236}">
                  <a16:creationId xmlns:a16="http://schemas.microsoft.com/office/drawing/2014/main" id="{4FFA485E-4FBC-41DA-82CE-D860FB102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423"/>
              <a:ext cx="210" cy="476"/>
            </a:xfrm>
            <a:custGeom>
              <a:avLst/>
              <a:gdLst>
                <a:gd name="T0" fmla="*/ 134 w 263"/>
                <a:gd name="T1" fmla="*/ 345 h 559"/>
                <a:gd name="T2" fmla="*/ 134 w 263"/>
                <a:gd name="T3" fmla="*/ 69 h 559"/>
                <a:gd name="T4" fmla="*/ 67 w 263"/>
                <a:gd name="T5" fmla="*/ 0 h 559"/>
                <a:gd name="T6" fmla="*/ 0 w 263"/>
                <a:gd name="T7" fmla="*/ 69 h 559"/>
                <a:gd name="T8" fmla="*/ 0 w 263"/>
                <a:gd name="T9" fmla="*/ 345 h 559"/>
                <a:gd name="T10" fmla="*/ 134 w 263"/>
                <a:gd name="T11" fmla="*/ 345 h 5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3" h="559">
                  <a:moveTo>
                    <a:pt x="263" y="559"/>
                  </a:moveTo>
                  <a:cubicBezTo>
                    <a:pt x="263" y="111"/>
                    <a:pt x="263" y="111"/>
                    <a:pt x="263" y="111"/>
                  </a:cubicBezTo>
                  <a:cubicBezTo>
                    <a:pt x="263" y="62"/>
                    <a:pt x="204" y="0"/>
                    <a:pt x="131" y="0"/>
                  </a:cubicBezTo>
                  <a:cubicBezTo>
                    <a:pt x="59" y="0"/>
                    <a:pt x="0" y="62"/>
                    <a:pt x="0" y="111"/>
                  </a:cubicBezTo>
                  <a:cubicBezTo>
                    <a:pt x="0" y="559"/>
                    <a:pt x="0" y="559"/>
                    <a:pt x="0" y="559"/>
                  </a:cubicBezTo>
                  <a:lnTo>
                    <a:pt x="263" y="559"/>
                  </a:lnTo>
                  <a:close/>
                </a:path>
              </a:pathLst>
            </a:custGeom>
            <a:noFill/>
            <a:ln w="11113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2" name="Freeform 709">
              <a:extLst>
                <a:ext uri="{FF2B5EF4-FFF2-40B4-BE49-F238E27FC236}">
                  <a16:creationId xmlns:a16="http://schemas.microsoft.com/office/drawing/2014/main" id="{62ADD6EE-EC5C-4289-BF31-257811E93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658"/>
              <a:ext cx="54" cy="33"/>
            </a:xfrm>
            <a:custGeom>
              <a:avLst/>
              <a:gdLst>
                <a:gd name="T0" fmla="*/ 0 w 67"/>
                <a:gd name="T1" fmla="*/ 25 h 38"/>
                <a:gd name="T2" fmla="*/ 35 w 67"/>
                <a:gd name="T3" fmla="*/ 22 h 38"/>
                <a:gd name="T4" fmla="*/ 0 w 67"/>
                <a:gd name="T5" fmla="*/ 2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8">
                  <a:moveTo>
                    <a:pt x="0" y="38"/>
                  </a:moveTo>
                  <a:cubicBezTo>
                    <a:pt x="0" y="38"/>
                    <a:pt x="44" y="0"/>
                    <a:pt x="67" y="33"/>
                  </a:cubicBezTo>
                  <a:cubicBezTo>
                    <a:pt x="67" y="33"/>
                    <a:pt x="23" y="18"/>
                    <a:pt x="0" y="38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3" name="Rectangle 710">
              <a:extLst>
                <a:ext uri="{FF2B5EF4-FFF2-40B4-BE49-F238E27FC236}">
                  <a16:creationId xmlns:a16="http://schemas.microsoft.com/office/drawing/2014/main" id="{6F92965C-BEAD-4FE0-A49E-56043C07E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3506"/>
              <a:ext cx="586" cy="224"/>
            </a:xfrm>
            <a:prstGeom prst="rect">
              <a:avLst/>
            </a:prstGeom>
            <a:solidFill>
              <a:srgbClr val="C9E5DB"/>
            </a:solidFill>
            <a:ln w="1111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44" name="Rectangle 711">
              <a:extLst>
                <a:ext uri="{FF2B5EF4-FFF2-40B4-BE49-F238E27FC236}">
                  <a16:creationId xmlns:a16="http://schemas.microsoft.com/office/drawing/2014/main" id="{EA7845E9-A1E8-4391-8285-3AC0A9C52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3730"/>
              <a:ext cx="586" cy="3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45" name="Freeform 712">
              <a:extLst>
                <a:ext uri="{FF2B5EF4-FFF2-40B4-BE49-F238E27FC236}">
                  <a16:creationId xmlns:a16="http://schemas.microsoft.com/office/drawing/2014/main" id="{06A33BB5-FCAD-449F-9D11-35715A1E3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759"/>
              <a:ext cx="50" cy="140"/>
            </a:xfrm>
            <a:custGeom>
              <a:avLst/>
              <a:gdLst>
                <a:gd name="T0" fmla="*/ 26 w 63"/>
                <a:gd name="T1" fmla="*/ 101 h 165"/>
                <a:gd name="T2" fmla="*/ 32 w 63"/>
                <a:gd name="T3" fmla="*/ 50 h 165"/>
                <a:gd name="T4" fmla="*/ 26 w 63"/>
                <a:gd name="T5" fmla="*/ 0 h 165"/>
                <a:gd name="T6" fmla="*/ 6 w 63"/>
                <a:gd name="T7" fmla="*/ 0 h 165"/>
                <a:gd name="T8" fmla="*/ 0 w 63"/>
                <a:gd name="T9" fmla="*/ 50 h 165"/>
                <a:gd name="T10" fmla="*/ 6 w 63"/>
                <a:gd name="T11" fmla="*/ 101 h 165"/>
                <a:gd name="T12" fmla="*/ 26 w 63"/>
                <a:gd name="T13" fmla="*/ 101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65">
                  <a:moveTo>
                    <a:pt x="52" y="165"/>
                  </a:moveTo>
                  <a:cubicBezTo>
                    <a:pt x="59" y="145"/>
                    <a:pt x="63" y="116"/>
                    <a:pt x="63" y="83"/>
                  </a:cubicBezTo>
                  <a:cubicBezTo>
                    <a:pt x="63" y="50"/>
                    <a:pt x="59" y="2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20"/>
                    <a:pt x="0" y="50"/>
                    <a:pt x="0" y="83"/>
                  </a:cubicBezTo>
                  <a:cubicBezTo>
                    <a:pt x="0" y="116"/>
                    <a:pt x="4" y="145"/>
                    <a:pt x="11" y="165"/>
                  </a:cubicBezTo>
                  <a:lnTo>
                    <a:pt x="52" y="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6" name="Freeform 713">
              <a:extLst>
                <a:ext uri="{FF2B5EF4-FFF2-40B4-BE49-F238E27FC236}">
                  <a16:creationId xmlns:a16="http://schemas.microsoft.com/office/drawing/2014/main" id="{3DBB7425-FB3E-4816-AE2C-0E274EBF5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759"/>
              <a:ext cx="51" cy="140"/>
            </a:xfrm>
            <a:custGeom>
              <a:avLst/>
              <a:gdLst>
                <a:gd name="T0" fmla="*/ 28 w 63"/>
                <a:gd name="T1" fmla="*/ 101 h 165"/>
                <a:gd name="T2" fmla="*/ 33 w 63"/>
                <a:gd name="T3" fmla="*/ 50 h 165"/>
                <a:gd name="T4" fmla="*/ 28 w 63"/>
                <a:gd name="T5" fmla="*/ 0 h 165"/>
                <a:gd name="T6" fmla="*/ 6 w 63"/>
                <a:gd name="T7" fmla="*/ 0 h 165"/>
                <a:gd name="T8" fmla="*/ 0 w 63"/>
                <a:gd name="T9" fmla="*/ 50 h 165"/>
                <a:gd name="T10" fmla="*/ 6 w 63"/>
                <a:gd name="T11" fmla="*/ 101 h 165"/>
                <a:gd name="T12" fmla="*/ 28 w 63"/>
                <a:gd name="T13" fmla="*/ 101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65">
                  <a:moveTo>
                    <a:pt x="52" y="165"/>
                  </a:moveTo>
                  <a:cubicBezTo>
                    <a:pt x="59" y="145"/>
                    <a:pt x="63" y="116"/>
                    <a:pt x="63" y="83"/>
                  </a:cubicBezTo>
                  <a:cubicBezTo>
                    <a:pt x="63" y="50"/>
                    <a:pt x="59" y="2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20"/>
                    <a:pt x="0" y="50"/>
                    <a:pt x="0" y="83"/>
                  </a:cubicBezTo>
                  <a:cubicBezTo>
                    <a:pt x="0" y="116"/>
                    <a:pt x="4" y="145"/>
                    <a:pt x="11" y="165"/>
                  </a:cubicBezTo>
                  <a:lnTo>
                    <a:pt x="52" y="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7" name="Freeform 714">
              <a:extLst>
                <a:ext uri="{FF2B5EF4-FFF2-40B4-BE49-F238E27FC236}">
                  <a16:creationId xmlns:a16="http://schemas.microsoft.com/office/drawing/2014/main" id="{E33CE1D1-3CF5-42A5-9495-93AAE6239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759"/>
              <a:ext cx="51" cy="140"/>
            </a:xfrm>
            <a:custGeom>
              <a:avLst/>
              <a:gdLst>
                <a:gd name="T0" fmla="*/ 26 w 64"/>
                <a:gd name="T1" fmla="*/ 101 h 165"/>
                <a:gd name="T2" fmla="*/ 33 w 64"/>
                <a:gd name="T3" fmla="*/ 50 h 165"/>
                <a:gd name="T4" fmla="*/ 26 w 64"/>
                <a:gd name="T5" fmla="*/ 0 h 165"/>
                <a:gd name="T6" fmla="*/ 6 w 64"/>
                <a:gd name="T7" fmla="*/ 0 h 165"/>
                <a:gd name="T8" fmla="*/ 0 w 64"/>
                <a:gd name="T9" fmla="*/ 50 h 165"/>
                <a:gd name="T10" fmla="*/ 6 w 64"/>
                <a:gd name="T11" fmla="*/ 101 h 165"/>
                <a:gd name="T12" fmla="*/ 26 w 64"/>
                <a:gd name="T13" fmla="*/ 101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65">
                  <a:moveTo>
                    <a:pt x="53" y="165"/>
                  </a:moveTo>
                  <a:cubicBezTo>
                    <a:pt x="59" y="145"/>
                    <a:pt x="64" y="116"/>
                    <a:pt x="64" y="83"/>
                  </a:cubicBezTo>
                  <a:cubicBezTo>
                    <a:pt x="64" y="50"/>
                    <a:pt x="59" y="2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20"/>
                    <a:pt x="0" y="50"/>
                    <a:pt x="0" y="83"/>
                  </a:cubicBezTo>
                  <a:cubicBezTo>
                    <a:pt x="0" y="116"/>
                    <a:pt x="4" y="145"/>
                    <a:pt x="11" y="165"/>
                  </a:cubicBezTo>
                  <a:lnTo>
                    <a:pt x="53" y="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8" name="Freeform 715">
              <a:extLst>
                <a:ext uri="{FF2B5EF4-FFF2-40B4-BE49-F238E27FC236}">
                  <a16:creationId xmlns:a16="http://schemas.microsoft.com/office/drawing/2014/main" id="{E2107B3D-2017-4D00-9BE2-14EF7BBE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759"/>
              <a:ext cx="50" cy="140"/>
            </a:xfrm>
            <a:custGeom>
              <a:avLst/>
              <a:gdLst>
                <a:gd name="T0" fmla="*/ 26 w 63"/>
                <a:gd name="T1" fmla="*/ 101 h 165"/>
                <a:gd name="T2" fmla="*/ 32 w 63"/>
                <a:gd name="T3" fmla="*/ 50 h 165"/>
                <a:gd name="T4" fmla="*/ 26 w 63"/>
                <a:gd name="T5" fmla="*/ 0 h 165"/>
                <a:gd name="T6" fmla="*/ 6 w 63"/>
                <a:gd name="T7" fmla="*/ 0 h 165"/>
                <a:gd name="T8" fmla="*/ 0 w 63"/>
                <a:gd name="T9" fmla="*/ 50 h 165"/>
                <a:gd name="T10" fmla="*/ 5 w 63"/>
                <a:gd name="T11" fmla="*/ 101 h 165"/>
                <a:gd name="T12" fmla="*/ 26 w 63"/>
                <a:gd name="T13" fmla="*/ 101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65">
                  <a:moveTo>
                    <a:pt x="52" y="165"/>
                  </a:moveTo>
                  <a:cubicBezTo>
                    <a:pt x="59" y="145"/>
                    <a:pt x="63" y="116"/>
                    <a:pt x="63" y="83"/>
                  </a:cubicBezTo>
                  <a:cubicBezTo>
                    <a:pt x="63" y="50"/>
                    <a:pt x="59" y="2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20"/>
                    <a:pt x="0" y="50"/>
                    <a:pt x="0" y="83"/>
                  </a:cubicBezTo>
                  <a:cubicBezTo>
                    <a:pt x="0" y="116"/>
                    <a:pt x="4" y="145"/>
                    <a:pt x="10" y="165"/>
                  </a:cubicBezTo>
                  <a:lnTo>
                    <a:pt x="52" y="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9" name="Freeform 716">
              <a:extLst>
                <a:ext uri="{FF2B5EF4-FFF2-40B4-BE49-F238E27FC236}">
                  <a16:creationId xmlns:a16="http://schemas.microsoft.com/office/drawing/2014/main" id="{8AD2D548-B6C7-40C7-B512-8C60719FC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759"/>
              <a:ext cx="50" cy="140"/>
            </a:xfrm>
            <a:custGeom>
              <a:avLst/>
              <a:gdLst>
                <a:gd name="T0" fmla="*/ 26 w 63"/>
                <a:gd name="T1" fmla="*/ 101 h 165"/>
                <a:gd name="T2" fmla="*/ 32 w 63"/>
                <a:gd name="T3" fmla="*/ 50 h 165"/>
                <a:gd name="T4" fmla="*/ 26 w 63"/>
                <a:gd name="T5" fmla="*/ 0 h 165"/>
                <a:gd name="T6" fmla="*/ 6 w 63"/>
                <a:gd name="T7" fmla="*/ 0 h 165"/>
                <a:gd name="T8" fmla="*/ 0 w 63"/>
                <a:gd name="T9" fmla="*/ 50 h 165"/>
                <a:gd name="T10" fmla="*/ 6 w 63"/>
                <a:gd name="T11" fmla="*/ 101 h 165"/>
                <a:gd name="T12" fmla="*/ 26 w 63"/>
                <a:gd name="T13" fmla="*/ 101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65">
                  <a:moveTo>
                    <a:pt x="52" y="165"/>
                  </a:moveTo>
                  <a:cubicBezTo>
                    <a:pt x="59" y="145"/>
                    <a:pt x="63" y="116"/>
                    <a:pt x="63" y="83"/>
                  </a:cubicBezTo>
                  <a:cubicBezTo>
                    <a:pt x="63" y="50"/>
                    <a:pt x="59" y="2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20"/>
                    <a:pt x="0" y="50"/>
                    <a:pt x="0" y="83"/>
                  </a:cubicBezTo>
                  <a:cubicBezTo>
                    <a:pt x="0" y="116"/>
                    <a:pt x="4" y="145"/>
                    <a:pt x="11" y="165"/>
                  </a:cubicBezTo>
                  <a:lnTo>
                    <a:pt x="52" y="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0" name="Freeform 717">
              <a:extLst>
                <a:ext uri="{FF2B5EF4-FFF2-40B4-BE49-F238E27FC236}">
                  <a16:creationId xmlns:a16="http://schemas.microsoft.com/office/drawing/2014/main" id="{3CDA365E-9F13-4DA7-B8FA-BBACA17C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759"/>
              <a:ext cx="50" cy="140"/>
            </a:xfrm>
            <a:custGeom>
              <a:avLst/>
              <a:gdLst>
                <a:gd name="T0" fmla="*/ 26 w 63"/>
                <a:gd name="T1" fmla="*/ 101 h 165"/>
                <a:gd name="T2" fmla="*/ 32 w 63"/>
                <a:gd name="T3" fmla="*/ 50 h 165"/>
                <a:gd name="T4" fmla="*/ 26 w 63"/>
                <a:gd name="T5" fmla="*/ 0 h 165"/>
                <a:gd name="T6" fmla="*/ 6 w 63"/>
                <a:gd name="T7" fmla="*/ 0 h 165"/>
                <a:gd name="T8" fmla="*/ 0 w 63"/>
                <a:gd name="T9" fmla="*/ 50 h 165"/>
                <a:gd name="T10" fmla="*/ 6 w 63"/>
                <a:gd name="T11" fmla="*/ 101 h 165"/>
                <a:gd name="T12" fmla="*/ 26 w 63"/>
                <a:gd name="T13" fmla="*/ 101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65">
                  <a:moveTo>
                    <a:pt x="53" y="165"/>
                  </a:moveTo>
                  <a:cubicBezTo>
                    <a:pt x="59" y="145"/>
                    <a:pt x="63" y="116"/>
                    <a:pt x="63" y="83"/>
                  </a:cubicBezTo>
                  <a:cubicBezTo>
                    <a:pt x="63" y="50"/>
                    <a:pt x="59" y="2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20"/>
                    <a:pt x="0" y="50"/>
                    <a:pt x="0" y="83"/>
                  </a:cubicBezTo>
                  <a:cubicBezTo>
                    <a:pt x="0" y="116"/>
                    <a:pt x="4" y="145"/>
                    <a:pt x="11" y="165"/>
                  </a:cubicBezTo>
                  <a:lnTo>
                    <a:pt x="53" y="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1" name="Freeform 718">
              <a:extLst>
                <a:ext uri="{FF2B5EF4-FFF2-40B4-BE49-F238E27FC236}">
                  <a16:creationId xmlns:a16="http://schemas.microsoft.com/office/drawing/2014/main" id="{C0296FD6-13D7-413F-BF3A-40FF2DAD6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759"/>
              <a:ext cx="51" cy="140"/>
            </a:xfrm>
            <a:custGeom>
              <a:avLst/>
              <a:gdLst>
                <a:gd name="T0" fmla="*/ 26 w 64"/>
                <a:gd name="T1" fmla="*/ 101 h 165"/>
                <a:gd name="T2" fmla="*/ 33 w 64"/>
                <a:gd name="T3" fmla="*/ 50 h 165"/>
                <a:gd name="T4" fmla="*/ 26 w 64"/>
                <a:gd name="T5" fmla="*/ 0 h 165"/>
                <a:gd name="T6" fmla="*/ 6 w 64"/>
                <a:gd name="T7" fmla="*/ 0 h 165"/>
                <a:gd name="T8" fmla="*/ 0 w 64"/>
                <a:gd name="T9" fmla="*/ 50 h 165"/>
                <a:gd name="T10" fmla="*/ 6 w 64"/>
                <a:gd name="T11" fmla="*/ 101 h 165"/>
                <a:gd name="T12" fmla="*/ 26 w 64"/>
                <a:gd name="T13" fmla="*/ 101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65">
                  <a:moveTo>
                    <a:pt x="53" y="165"/>
                  </a:moveTo>
                  <a:cubicBezTo>
                    <a:pt x="59" y="145"/>
                    <a:pt x="64" y="116"/>
                    <a:pt x="64" y="83"/>
                  </a:cubicBezTo>
                  <a:cubicBezTo>
                    <a:pt x="64" y="50"/>
                    <a:pt x="59" y="20"/>
                    <a:pt x="5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20"/>
                    <a:pt x="0" y="50"/>
                    <a:pt x="0" y="83"/>
                  </a:cubicBezTo>
                  <a:cubicBezTo>
                    <a:pt x="0" y="116"/>
                    <a:pt x="5" y="145"/>
                    <a:pt x="11" y="165"/>
                  </a:cubicBezTo>
                  <a:lnTo>
                    <a:pt x="53" y="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2" name="Freeform 719">
              <a:extLst>
                <a:ext uri="{FF2B5EF4-FFF2-40B4-BE49-F238E27FC236}">
                  <a16:creationId xmlns:a16="http://schemas.microsoft.com/office/drawing/2014/main" id="{63DFD6E2-15DE-4827-AC84-FF39412A92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3" y="3222"/>
              <a:ext cx="75" cy="86"/>
            </a:xfrm>
            <a:custGeom>
              <a:avLst/>
              <a:gdLst>
                <a:gd name="T0" fmla="*/ 15 w 95"/>
                <a:gd name="T1" fmla="*/ 56 h 101"/>
                <a:gd name="T2" fmla="*/ 24 w 95"/>
                <a:gd name="T3" fmla="*/ 56 h 101"/>
                <a:gd name="T4" fmla="*/ 20 w 95"/>
                <a:gd name="T5" fmla="*/ 62 h 101"/>
                <a:gd name="T6" fmla="*/ 4 w 95"/>
                <a:gd name="T7" fmla="*/ 61 h 101"/>
                <a:gd name="T8" fmla="*/ 9 w 95"/>
                <a:gd name="T9" fmla="*/ 56 h 101"/>
                <a:gd name="T10" fmla="*/ 13 w 95"/>
                <a:gd name="T11" fmla="*/ 56 h 101"/>
                <a:gd name="T12" fmla="*/ 17 w 95"/>
                <a:gd name="T13" fmla="*/ 43 h 101"/>
                <a:gd name="T14" fmla="*/ 18 w 95"/>
                <a:gd name="T15" fmla="*/ 38 h 101"/>
                <a:gd name="T16" fmla="*/ 21 w 95"/>
                <a:gd name="T17" fmla="*/ 4 h 101"/>
                <a:gd name="T18" fmla="*/ 5 w 95"/>
                <a:gd name="T19" fmla="*/ 20 h 101"/>
                <a:gd name="T20" fmla="*/ 6 w 95"/>
                <a:gd name="T21" fmla="*/ 27 h 101"/>
                <a:gd name="T22" fmla="*/ 2 w 95"/>
                <a:gd name="T23" fmla="*/ 34 h 101"/>
                <a:gd name="T24" fmla="*/ 0 w 95"/>
                <a:gd name="T25" fmla="*/ 27 h 101"/>
                <a:gd name="T26" fmla="*/ 8 w 95"/>
                <a:gd name="T27" fmla="*/ 8 h 101"/>
                <a:gd name="T28" fmla="*/ 29 w 95"/>
                <a:gd name="T29" fmla="*/ 0 h 101"/>
                <a:gd name="T30" fmla="*/ 47 w 95"/>
                <a:gd name="T31" fmla="*/ 14 h 101"/>
                <a:gd name="T32" fmla="*/ 40 w 95"/>
                <a:gd name="T33" fmla="*/ 30 h 101"/>
                <a:gd name="T34" fmla="*/ 24 w 95"/>
                <a:gd name="T35" fmla="*/ 37 h 101"/>
                <a:gd name="T36" fmla="*/ 22 w 95"/>
                <a:gd name="T37" fmla="*/ 50 h 101"/>
                <a:gd name="T38" fmla="*/ 15 w 95"/>
                <a:gd name="T39" fmla="*/ 56 h 101"/>
                <a:gd name="T40" fmla="*/ 27 w 95"/>
                <a:gd name="T41" fmla="*/ 4 h 101"/>
                <a:gd name="T42" fmla="*/ 24 w 95"/>
                <a:gd name="T43" fmla="*/ 32 h 101"/>
                <a:gd name="T44" fmla="*/ 28 w 95"/>
                <a:gd name="T45" fmla="*/ 32 h 101"/>
                <a:gd name="T46" fmla="*/ 41 w 95"/>
                <a:gd name="T47" fmla="*/ 18 h 101"/>
                <a:gd name="T48" fmla="*/ 27 w 95"/>
                <a:gd name="T49" fmla="*/ 4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5" h="101">
                  <a:moveTo>
                    <a:pt x="31" y="91"/>
                  </a:moveTo>
                  <a:cubicBezTo>
                    <a:pt x="50" y="92"/>
                    <a:pt x="50" y="92"/>
                    <a:pt x="50" y="92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31" y="87"/>
                    <a:pt x="35" y="80"/>
                    <a:pt x="36" y="69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21" y="12"/>
                    <a:pt x="10" y="20"/>
                    <a:pt x="10" y="32"/>
                  </a:cubicBezTo>
                  <a:cubicBezTo>
                    <a:pt x="10" y="37"/>
                    <a:pt x="11" y="41"/>
                    <a:pt x="13" y="4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2"/>
                    <a:pt x="0" y="48"/>
                    <a:pt x="0" y="44"/>
                  </a:cubicBezTo>
                  <a:cubicBezTo>
                    <a:pt x="0" y="31"/>
                    <a:pt x="6" y="21"/>
                    <a:pt x="17" y="12"/>
                  </a:cubicBezTo>
                  <a:cubicBezTo>
                    <a:pt x="28" y="4"/>
                    <a:pt x="42" y="0"/>
                    <a:pt x="60" y="0"/>
                  </a:cubicBezTo>
                  <a:cubicBezTo>
                    <a:pt x="83" y="0"/>
                    <a:pt x="95" y="8"/>
                    <a:pt x="95" y="23"/>
                  </a:cubicBezTo>
                  <a:cubicBezTo>
                    <a:pt x="95" y="33"/>
                    <a:pt x="91" y="41"/>
                    <a:pt x="82" y="48"/>
                  </a:cubicBezTo>
                  <a:cubicBezTo>
                    <a:pt x="73" y="55"/>
                    <a:pt x="62" y="59"/>
                    <a:pt x="49" y="60"/>
                  </a:cubicBezTo>
                  <a:cubicBezTo>
                    <a:pt x="47" y="71"/>
                    <a:pt x="46" y="78"/>
                    <a:pt x="44" y="81"/>
                  </a:cubicBezTo>
                  <a:cubicBezTo>
                    <a:pt x="42" y="85"/>
                    <a:pt x="38" y="88"/>
                    <a:pt x="31" y="91"/>
                  </a:cubicBezTo>
                  <a:close/>
                  <a:moveTo>
                    <a:pt x="54" y="7"/>
                  </a:moveTo>
                  <a:cubicBezTo>
                    <a:pt x="49" y="53"/>
                    <a:pt x="49" y="53"/>
                    <a:pt x="49" y="53"/>
                  </a:cubicBezTo>
                  <a:cubicBezTo>
                    <a:pt x="52" y="53"/>
                    <a:pt x="54" y="53"/>
                    <a:pt x="56" y="53"/>
                  </a:cubicBezTo>
                  <a:cubicBezTo>
                    <a:pt x="75" y="53"/>
                    <a:pt x="84" y="45"/>
                    <a:pt x="84" y="29"/>
                  </a:cubicBezTo>
                  <a:cubicBezTo>
                    <a:pt x="84" y="14"/>
                    <a:pt x="74" y="7"/>
                    <a:pt x="54" y="7"/>
                  </a:cubicBezTo>
                  <a:close/>
                </a:path>
              </a:pathLst>
            </a:custGeom>
            <a:solidFill>
              <a:srgbClr val="FF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3" name="Freeform 720">
              <a:extLst>
                <a:ext uri="{FF2B5EF4-FFF2-40B4-BE49-F238E27FC236}">
                  <a16:creationId xmlns:a16="http://schemas.microsoft.com/office/drawing/2014/main" id="{78AE8AFA-05AB-4949-8EDA-1E29A0B7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1" y="3223"/>
              <a:ext cx="80" cy="85"/>
            </a:xfrm>
            <a:custGeom>
              <a:avLst/>
              <a:gdLst>
                <a:gd name="T0" fmla="*/ 8 w 100"/>
                <a:gd name="T1" fmla="*/ 26 h 100"/>
                <a:gd name="T2" fmla="*/ 2 w 100"/>
                <a:gd name="T3" fmla="*/ 32 h 100"/>
                <a:gd name="T4" fmla="*/ 0 w 100"/>
                <a:gd name="T5" fmla="*/ 23 h 100"/>
                <a:gd name="T6" fmla="*/ 8 w 100"/>
                <a:gd name="T7" fmla="*/ 6 h 100"/>
                <a:gd name="T8" fmla="*/ 30 w 100"/>
                <a:gd name="T9" fmla="*/ 0 h 100"/>
                <a:gd name="T10" fmla="*/ 35 w 100"/>
                <a:gd name="T11" fmla="*/ 0 h 100"/>
                <a:gd name="T12" fmla="*/ 42 w 100"/>
                <a:gd name="T13" fmla="*/ 1 h 100"/>
                <a:gd name="T14" fmla="*/ 44 w 100"/>
                <a:gd name="T15" fmla="*/ 1 h 100"/>
                <a:gd name="T16" fmla="*/ 41 w 100"/>
                <a:gd name="T17" fmla="*/ 22 h 100"/>
                <a:gd name="T18" fmla="*/ 41 w 100"/>
                <a:gd name="T19" fmla="*/ 25 h 100"/>
                <a:gd name="T20" fmla="*/ 41 w 100"/>
                <a:gd name="T21" fmla="*/ 30 h 100"/>
                <a:gd name="T22" fmla="*/ 43 w 100"/>
                <a:gd name="T23" fmla="*/ 48 h 100"/>
                <a:gd name="T24" fmla="*/ 45 w 100"/>
                <a:gd name="T25" fmla="*/ 53 h 100"/>
                <a:gd name="T26" fmla="*/ 47 w 100"/>
                <a:gd name="T27" fmla="*/ 54 h 100"/>
                <a:gd name="T28" fmla="*/ 51 w 100"/>
                <a:gd name="T29" fmla="*/ 53 h 100"/>
                <a:gd name="T30" fmla="*/ 51 w 100"/>
                <a:gd name="T31" fmla="*/ 54 h 100"/>
                <a:gd name="T32" fmla="*/ 50 w 100"/>
                <a:gd name="T33" fmla="*/ 55 h 100"/>
                <a:gd name="T34" fmla="*/ 48 w 100"/>
                <a:gd name="T35" fmla="*/ 56 h 100"/>
                <a:gd name="T36" fmla="*/ 40 w 100"/>
                <a:gd name="T37" fmla="*/ 61 h 100"/>
                <a:gd name="T38" fmla="*/ 35 w 100"/>
                <a:gd name="T39" fmla="*/ 38 h 100"/>
                <a:gd name="T40" fmla="*/ 33 w 100"/>
                <a:gd name="T41" fmla="*/ 41 h 100"/>
                <a:gd name="T42" fmla="*/ 21 w 100"/>
                <a:gd name="T43" fmla="*/ 41 h 100"/>
                <a:gd name="T44" fmla="*/ 11 w 100"/>
                <a:gd name="T45" fmla="*/ 55 h 100"/>
                <a:gd name="T46" fmla="*/ 19 w 100"/>
                <a:gd name="T47" fmla="*/ 55 h 100"/>
                <a:gd name="T48" fmla="*/ 14 w 100"/>
                <a:gd name="T49" fmla="*/ 60 h 100"/>
                <a:gd name="T50" fmla="*/ 0 w 100"/>
                <a:gd name="T51" fmla="*/ 60 h 100"/>
                <a:gd name="T52" fmla="*/ 5 w 100"/>
                <a:gd name="T53" fmla="*/ 55 h 100"/>
                <a:gd name="T54" fmla="*/ 9 w 100"/>
                <a:gd name="T55" fmla="*/ 55 h 100"/>
                <a:gd name="T56" fmla="*/ 13 w 100"/>
                <a:gd name="T57" fmla="*/ 48 h 100"/>
                <a:gd name="T58" fmla="*/ 18 w 100"/>
                <a:gd name="T59" fmla="*/ 33 h 100"/>
                <a:gd name="T60" fmla="*/ 19 w 100"/>
                <a:gd name="T61" fmla="*/ 31 h 100"/>
                <a:gd name="T62" fmla="*/ 26 w 100"/>
                <a:gd name="T63" fmla="*/ 14 h 100"/>
                <a:gd name="T64" fmla="*/ 34 w 100"/>
                <a:gd name="T65" fmla="*/ 6 h 100"/>
                <a:gd name="T66" fmla="*/ 22 w 100"/>
                <a:gd name="T67" fmla="*/ 4 h 100"/>
                <a:gd name="T68" fmla="*/ 6 w 100"/>
                <a:gd name="T69" fmla="*/ 17 h 100"/>
                <a:gd name="T70" fmla="*/ 8 w 100"/>
                <a:gd name="T71" fmla="*/ 26 h 100"/>
                <a:gd name="T72" fmla="*/ 35 w 100"/>
                <a:gd name="T73" fmla="*/ 36 h 100"/>
                <a:gd name="T74" fmla="*/ 34 w 100"/>
                <a:gd name="T75" fmla="*/ 23 h 100"/>
                <a:gd name="T76" fmla="*/ 34 w 100"/>
                <a:gd name="T77" fmla="*/ 20 h 100"/>
                <a:gd name="T78" fmla="*/ 35 w 100"/>
                <a:gd name="T79" fmla="*/ 14 h 100"/>
                <a:gd name="T80" fmla="*/ 37 w 100"/>
                <a:gd name="T81" fmla="*/ 7 h 100"/>
                <a:gd name="T82" fmla="*/ 24 w 100"/>
                <a:gd name="T83" fmla="*/ 27 h 100"/>
                <a:gd name="T84" fmla="*/ 23 w 100"/>
                <a:gd name="T85" fmla="*/ 33 h 100"/>
                <a:gd name="T86" fmla="*/ 22 w 100"/>
                <a:gd name="T87" fmla="*/ 36 h 100"/>
                <a:gd name="T88" fmla="*/ 35 w 100"/>
                <a:gd name="T89" fmla="*/ 36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0" h="100">
                  <a:moveTo>
                    <a:pt x="15" y="42"/>
                  </a:moveTo>
                  <a:cubicBezTo>
                    <a:pt x="3" y="53"/>
                    <a:pt x="3" y="53"/>
                    <a:pt x="3" y="53"/>
                  </a:cubicBezTo>
                  <a:cubicBezTo>
                    <a:pt x="1" y="48"/>
                    <a:pt x="0" y="43"/>
                    <a:pt x="0" y="38"/>
                  </a:cubicBezTo>
                  <a:cubicBezTo>
                    <a:pt x="0" y="26"/>
                    <a:pt x="6" y="16"/>
                    <a:pt x="16" y="9"/>
                  </a:cubicBezTo>
                  <a:cubicBezTo>
                    <a:pt x="24" y="3"/>
                    <a:pt x="39" y="0"/>
                    <a:pt x="60" y="0"/>
                  </a:cubicBezTo>
                  <a:cubicBezTo>
                    <a:pt x="63" y="0"/>
                    <a:pt x="67" y="0"/>
                    <a:pt x="69" y="0"/>
                  </a:cubicBezTo>
                  <a:cubicBezTo>
                    <a:pt x="77" y="1"/>
                    <a:pt x="80" y="1"/>
                    <a:pt x="81" y="1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2" y="7"/>
                    <a:pt x="80" y="19"/>
                    <a:pt x="80" y="36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80" y="58"/>
                    <a:pt x="82" y="68"/>
                    <a:pt x="84" y="79"/>
                  </a:cubicBezTo>
                  <a:cubicBezTo>
                    <a:pt x="85" y="83"/>
                    <a:pt x="86" y="85"/>
                    <a:pt x="87" y="86"/>
                  </a:cubicBezTo>
                  <a:cubicBezTo>
                    <a:pt x="88" y="88"/>
                    <a:pt x="89" y="88"/>
                    <a:pt x="92" y="88"/>
                  </a:cubicBezTo>
                  <a:cubicBezTo>
                    <a:pt x="94" y="88"/>
                    <a:pt x="97" y="87"/>
                    <a:pt x="100" y="86"/>
                  </a:cubicBezTo>
                  <a:cubicBezTo>
                    <a:pt x="100" y="86"/>
                    <a:pt x="100" y="87"/>
                    <a:pt x="100" y="88"/>
                  </a:cubicBezTo>
                  <a:cubicBezTo>
                    <a:pt x="100" y="89"/>
                    <a:pt x="100" y="90"/>
                    <a:pt x="98" y="91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3" y="88"/>
                    <a:pt x="70" y="75"/>
                    <a:pt x="69" y="62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40" y="66"/>
                    <a:pt x="40" y="66"/>
                    <a:pt x="40" y="66"/>
                  </a:cubicBezTo>
                  <a:cubicBezTo>
                    <a:pt x="36" y="77"/>
                    <a:pt x="30" y="85"/>
                    <a:pt x="22" y="90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20" y="87"/>
                    <a:pt x="23" y="84"/>
                    <a:pt x="25" y="79"/>
                  </a:cubicBezTo>
                  <a:cubicBezTo>
                    <a:pt x="28" y="75"/>
                    <a:pt x="31" y="67"/>
                    <a:pt x="36" y="54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42" y="37"/>
                    <a:pt x="46" y="28"/>
                    <a:pt x="50" y="22"/>
                  </a:cubicBezTo>
                  <a:cubicBezTo>
                    <a:pt x="54" y="17"/>
                    <a:pt x="60" y="13"/>
                    <a:pt x="67" y="9"/>
                  </a:cubicBezTo>
                  <a:cubicBezTo>
                    <a:pt x="59" y="8"/>
                    <a:pt x="51" y="7"/>
                    <a:pt x="43" y="7"/>
                  </a:cubicBezTo>
                  <a:cubicBezTo>
                    <a:pt x="22" y="7"/>
                    <a:pt x="11" y="14"/>
                    <a:pt x="11" y="28"/>
                  </a:cubicBezTo>
                  <a:cubicBezTo>
                    <a:pt x="11" y="33"/>
                    <a:pt x="12" y="38"/>
                    <a:pt x="15" y="42"/>
                  </a:cubicBezTo>
                  <a:close/>
                  <a:moveTo>
                    <a:pt x="69" y="58"/>
                  </a:moveTo>
                  <a:cubicBezTo>
                    <a:pt x="69" y="50"/>
                    <a:pt x="68" y="43"/>
                    <a:pt x="68" y="38"/>
                  </a:cubicBezTo>
                  <a:cubicBezTo>
                    <a:pt x="68" y="35"/>
                    <a:pt x="68" y="33"/>
                    <a:pt x="68" y="32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18"/>
                    <a:pt x="70" y="13"/>
                    <a:pt x="71" y="10"/>
                  </a:cubicBezTo>
                  <a:cubicBezTo>
                    <a:pt x="61" y="16"/>
                    <a:pt x="54" y="28"/>
                    <a:pt x="48" y="45"/>
                  </a:cubicBezTo>
                  <a:cubicBezTo>
                    <a:pt x="46" y="50"/>
                    <a:pt x="45" y="53"/>
                    <a:pt x="45" y="54"/>
                  </a:cubicBezTo>
                  <a:cubicBezTo>
                    <a:pt x="43" y="58"/>
                    <a:pt x="43" y="58"/>
                    <a:pt x="43" y="58"/>
                  </a:cubicBezTo>
                  <a:lnTo>
                    <a:pt x="69" y="58"/>
                  </a:lnTo>
                  <a:close/>
                </a:path>
              </a:pathLst>
            </a:custGeom>
            <a:solidFill>
              <a:srgbClr val="FF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4" name="Freeform 721">
              <a:extLst>
                <a:ext uri="{FF2B5EF4-FFF2-40B4-BE49-F238E27FC236}">
                  <a16:creationId xmlns:a16="http://schemas.microsoft.com/office/drawing/2014/main" id="{B59E9655-EAB4-47DA-98C3-DADF4B522C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0" y="3201"/>
              <a:ext cx="87" cy="107"/>
            </a:xfrm>
            <a:custGeom>
              <a:avLst/>
              <a:gdLst>
                <a:gd name="T0" fmla="*/ 11 w 109"/>
                <a:gd name="T1" fmla="*/ 42 h 126"/>
                <a:gd name="T2" fmla="*/ 5 w 109"/>
                <a:gd name="T3" fmla="*/ 48 h 126"/>
                <a:gd name="T4" fmla="*/ 4 w 109"/>
                <a:gd name="T5" fmla="*/ 42 h 126"/>
                <a:gd name="T6" fmla="*/ 12 w 109"/>
                <a:gd name="T7" fmla="*/ 22 h 126"/>
                <a:gd name="T8" fmla="*/ 30 w 109"/>
                <a:gd name="T9" fmla="*/ 17 h 126"/>
                <a:gd name="T10" fmla="*/ 42 w 109"/>
                <a:gd name="T11" fmla="*/ 17 h 126"/>
                <a:gd name="T12" fmla="*/ 55 w 109"/>
                <a:gd name="T13" fmla="*/ 16 h 126"/>
                <a:gd name="T14" fmla="*/ 53 w 109"/>
                <a:gd name="T15" fmla="*/ 25 h 126"/>
                <a:gd name="T16" fmla="*/ 52 w 109"/>
                <a:gd name="T17" fmla="*/ 26 h 126"/>
                <a:gd name="T18" fmla="*/ 49 w 109"/>
                <a:gd name="T19" fmla="*/ 30 h 126"/>
                <a:gd name="T20" fmla="*/ 49 w 109"/>
                <a:gd name="T21" fmla="*/ 30 h 126"/>
                <a:gd name="T22" fmla="*/ 49 w 109"/>
                <a:gd name="T23" fmla="*/ 26 h 126"/>
                <a:gd name="T24" fmla="*/ 47 w 109"/>
                <a:gd name="T25" fmla="*/ 22 h 126"/>
                <a:gd name="T26" fmla="*/ 34 w 109"/>
                <a:gd name="T27" fmla="*/ 21 h 126"/>
                <a:gd name="T28" fmla="*/ 31 w 109"/>
                <a:gd name="T29" fmla="*/ 21 h 126"/>
                <a:gd name="T30" fmla="*/ 29 w 109"/>
                <a:gd name="T31" fmla="*/ 42 h 126"/>
                <a:gd name="T32" fmla="*/ 36 w 109"/>
                <a:gd name="T33" fmla="*/ 42 h 126"/>
                <a:gd name="T34" fmla="*/ 47 w 109"/>
                <a:gd name="T35" fmla="*/ 42 h 126"/>
                <a:gd name="T36" fmla="*/ 39 w 109"/>
                <a:gd name="T37" fmla="*/ 48 h 126"/>
                <a:gd name="T38" fmla="*/ 32 w 109"/>
                <a:gd name="T39" fmla="*/ 47 h 126"/>
                <a:gd name="T40" fmla="*/ 30 w 109"/>
                <a:gd name="T41" fmla="*/ 47 h 126"/>
                <a:gd name="T42" fmla="*/ 29 w 109"/>
                <a:gd name="T43" fmla="*/ 47 h 126"/>
                <a:gd name="T44" fmla="*/ 28 w 109"/>
                <a:gd name="T45" fmla="*/ 50 h 126"/>
                <a:gd name="T46" fmla="*/ 26 w 109"/>
                <a:gd name="T47" fmla="*/ 63 h 126"/>
                <a:gd name="T48" fmla="*/ 19 w 109"/>
                <a:gd name="T49" fmla="*/ 70 h 126"/>
                <a:gd name="T50" fmla="*/ 27 w 109"/>
                <a:gd name="T51" fmla="*/ 70 h 126"/>
                <a:gd name="T52" fmla="*/ 30 w 109"/>
                <a:gd name="T53" fmla="*/ 71 h 126"/>
                <a:gd name="T54" fmla="*/ 39 w 109"/>
                <a:gd name="T55" fmla="*/ 71 h 126"/>
                <a:gd name="T56" fmla="*/ 52 w 109"/>
                <a:gd name="T57" fmla="*/ 65 h 126"/>
                <a:gd name="T58" fmla="*/ 53 w 109"/>
                <a:gd name="T59" fmla="*/ 67 h 126"/>
                <a:gd name="T60" fmla="*/ 49 w 109"/>
                <a:gd name="T61" fmla="*/ 71 h 126"/>
                <a:gd name="T62" fmla="*/ 36 w 109"/>
                <a:gd name="T63" fmla="*/ 77 h 126"/>
                <a:gd name="T64" fmla="*/ 18 w 109"/>
                <a:gd name="T65" fmla="*/ 76 h 126"/>
                <a:gd name="T66" fmla="*/ 5 w 109"/>
                <a:gd name="T67" fmla="*/ 74 h 126"/>
                <a:gd name="T68" fmla="*/ 0 w 109"/>
                <a:gd name="T69" fmla="*/ 74 h 126"/>
                <a:gd name="T70" fmla="*/ 6 w 109"/>
                <a:gd name="T71" fmla="*/ 68 h 126"/>
                <a:gd name="T72" fmla="*/ 15 w 109"/>
                <a:gd name="T73" fmla="*/ 70 h 126"/>
                <a:gd name="T74" fmla="*/ 20 w 109"/>
                <a:gd name="T75" fmla="*/ 65 h 126"/>
                <a:gd name="T76" fmla="*/ 22 w 109"/>
                <a:gd name="T77" fmla="*/ 52 h 126"/>
                <a:gd name="T78" fmla="*/ 25 w 109"/>
                <a:gd name="T79" fmla="*/ 21 h 126"/>
                <a:gd name="T80" fmla="*/ 24 w 109"/>
                <a:gd name="T81" fmla="*/ 21 h 126"/>
                <a:gd name="T82" fmla="*/ 13 w 109"/>
                <a:gd name="T83" fmla="*/ 25 h 126"/>
                <a:gd name="T84" fmla="*/ 9 w 109"/>
                <a:gd name="T85" fmla="*/ 35 h 126"/>
                <a:gd name="T86" fmla="*/ 11 w 109"/>
                <a:gd name="T87" fmla="*/ 42 h 126"/>
                <a:gd name="T88" fmla="*/ 34 w 109"/>
                <a:gd name="T89" fmla="*/ 10 h 126"/>
                <a:gd name="T90" fmla="*/ 31 w 109"/>
                <a:gd name="T91" fmla="*/ 5 h 126"/>
                <a:gd name="T92" fmla="*/ 35 w 109"/>
                <a:gd name="T93" fmla="*/ 0 h 126"/>
                <a:gd name="T94" fmla="*/ 39 w 109"/>
                <a:gd name="T95" fmla="*/ 5 h 126"/>
                <a:gd name="T96" fmla="*/ 34 w 109"/>
                <a:gd name="T97" fmla="*/ 10 h 126"/>
                <a:gd name="T98" fmla="*/ 46 w 109"/>
                <a:gd name="T99" fmla="*/ 10 h 126"/>
                <a:gd name="T100" fmla="*/ 42 w 109"/>
                <a:gd name="T101" fmla="*/ 5 h 126"/>
                <a:gd name="T102" fmla="*/ 47 w 109"/>
                <a:gd name="T103" fmla="*/ 0 h 126"/>
                <a:gd name="T104" fmla="*/ 50 w 109"/>
                <a:gd name="T105" fmla="*/ 5 h 126"/>
                <a:gd name="T106" fmla="*/ 46 w 109"/>
                <a:gd name="T107" fmla="*/ 10 h 12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09" h="126">
                  <a:moveTo>
                    <a:pt x="21" y="68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8" y="75"/>
                    <a:pt x="7" y="72"/>
                    <a:pt x="7" y="68"/>
                  </a:cubicBezTo>
                  <a:cubicBezTo>
                    <a:pt x="7" y="55"/>
                    <a:pt x="13" y="44"/>
                    <a:pt x="24" y="36"/>
                  </a:cubicBezTo>
                  <a:cubicBezTo>
                    <a:pt x="32" y="30"/>
                    <a:pt x="44" y="27"/>
                    <a:pt x="59" y="27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91" y="27"/>
                    <a:pt x="100" y="27"/>
                    <a:pt x="109" y="26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1" y="46"/>
                    <a:pt x="100" y="48"/>
                    <a:pt x="98" y="48"/>
                  </a:cubicBezTo>
                  <a:cubicBezTo>
                    <a:pt x="98" y="48"/>
                    <a:pt x="97" y="48"/>
                    <a:pt x="97" y="48"/>
                  </a:cubicBezTo>
                  <a:cubicBezTo>
                    <a:pt x="97" y="45"/>
                    <a:pt x="98" y="43"/>
                    <a:pt x="98" y="42"/>
                  </a:cubicBezTo>
                  <a:cubicBezTo>
                    <a:pt x="98" y="38"/>
                    <a:pt x="96" y="36"/>
                    <a:pt x="93" y="36"/>
                  </a:cubicBezTo>
                  <a:cubicBezTo>
                    <a:pt x="89" y="35"/>
                    <a:pt x="81" y="34"/>
                    <a:pt x="68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9" y="69"/>
                    <a:pt x="86" y="69"/>
                    <a:pt x="93" y="68"/>
                  </a:cubicBezTo>
                  <a:cubicBezTo>
                    <a:pt x="87" y="75"/>
                    <a:pt x="82" y="78"/>
                    <a:pt x="76" y="78"/>
                  </a:cubicBezTo>
                  <a:cubicBezTo>
                    <a:pt x="73" y="78"/>
                    <a:pt x="68" y="78"/>
                    <a:pt x="63" y="77"/>
                  </a:cubicBezTo>
                  <a:cubicBezTo>
                    <a:pt x="60" y="77"/>
                    <a:pt x="59" y="77"/>
                    <a:pt x="58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4" y="92"/>
                    <a:pt x="53" y="99"/>
                    <a:pt x="51" y="103"/>
                  </a:cubicBezTo>
                  <a:cubicBezTo>
                    <a:pt x="48" y="106"/>
                    <a:pt x="44" y="110"/>
                    <a:pt x="38" y="114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60" y="116"/>
                    <a:pt x="60" y="116"/>
                    <a:pt x="60" y="116"/>
                  </a:cubicBezTo>
                  <a:cubicBezTo>
                    <a:pt x="64" y="116"/>
                    <a:pt x="70" y="116"/>
                    <a:pt x="76" y="116"/>
                  </a:cubicBezTo>
                  <a:cubicBezTo>
                    <a:pt x="87" y="116"/>
                    <a:pt x="96" y="113"/>
                    <a:pt x="103" y="106"/>
                  </a:cubicBezTo>
                  <a:cubicBezTo>
                    <a:pt x="104" y="107"/>
                    <a:pt x="104" y="108"/>
                    <a:pt x="104" y="109"/>
                  </a:cubicBezTo>
                  <a:cubicBezTo>
                    <a:pt x="104" y="110"/>
                    <a:pt x="101" y="113"/>
                    <a:pt x="96" y="117"/>
                  </a:cubicBezTo>
                  <a:cubicBezTo>
                    <a:pt x="89" y="123"/>
                    <a:pt x="81" y="126"/>
                    <a:pt x="72" y="126"/>
                  </a:cubicBezTo>
                  <a:cubicBezTo>
                    <a:pt x="64" y="126"/>
                    <a:pt x="52" y="125"/>
                    <a:pt x="36" y="124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9" y="121"/>
                    <a:pt x="6" y="121"/>
                    <a:pt x="0" y="121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8" y="112"/>
                    <a:pt x="23" y="113"/>
                    <a:pt x="30" y="113"/>
                  </a:cubicBezTo>
                  <a:cubicBezTo>
                    <a:pt x="35" y="111"/>
                    <a:pt x="38" y="109"/>
                    <a:pt x="39" y="105"/>
                  </a:cubicBezTo>
                  <a:cubicBezTo>
                    <a:pt x="41" y="102"/>
                    <a:pt x="42" y="95"/>
                    <a:pt x="44" y="8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37" y="34"/>
                    <a:pt x="30" y="36"/>
                    <a:pt x="25" y="40"/>
                  </a:cubicBezTo>
                  <a:cubicBezTo>
                    <a:pt x="20" y="44"/>
                    <a:pt x="17" y="49"/>
                    <a:pt x="17" y="56"/>
                  </a:cubicBezTo>
                  <a:cubicBezTo>
                    <a:pt x="17" y="60"/>
                    <a:pt x="18" y="64"/>
                    <a:pt x="21" y="68"/>
                  </a:cubicBezTo>
                  <a:close/>
                  <a:moveTo>
                    <a:pt x="68" y="16"/>
                  </a:moveTo>
                  <a:cubicBezTo>
                    <a:pt x="66" y="13"/>
                    <a:pt x="64" y="10"/>
                    <a:pt x="61" y="8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2" y="2"/>
                    <a:pt x="74" y="5"/>
                    <a:pt x="76" y="8"/>
                  </a:cubicBezTo>
                  <a:lnTo>
                    <a:pt x="68" y="16"/>
                  </a:lnTo>
                  <a:close/>
                  <a:moveTo>
                    <a:pt x="91" y="16"/>
                  </a:moveTo>
                  <a:cubicBezTo>
                    <a:pt x="89" y="13"/>
                    <a:pt x="87" y="10"/>
                    <a:pt x="84" y="8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5" y="2"/>
                    <a:pt x="97" y="5"/>
                    <a:pt x="99" y="8"/>
                  </a:cubicBezTo>
                  <a:lnTo>
                    <a:pt x="91" y="16"/>
                  </a:lnTo>
                  <a:close/>
                </a:path>
              </a:pathLst>
            </a:custGeom>
            <a:solidFill>
              <a:srgbClr val="FF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5" name="Freeform 722">
              <a:extLst>
                <a:ext uri="{FF2B5EF4-FFF2-40B4-BE49-F238E27FC236}">
                  <a16:creationId xmlns:a16="http://schemas.microsoft.com/office/drawing/2014/main" id="{9CFCBA23-CCF6-4FB6-B42A-3C3792735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222"/>
              <a:ext cx="76" cy="86"/>
            </a:xfrm>
            <a:custGeom>
              <a:avLst/>
              <a:gdLst>
                <a:gd name="T0" fmla="*/ 0 w 96"/>
                <a:gd name="T1" fmla="*/ 59 h 102"/>
                <a:gd name="T2" fmla="*/ 6 w 96"/>
                <a:gd name="T3" fmla="*/ 52 h 102"/>
                <a:gd name="T4" fmla="*/ 10 w 96"/>
                <a:gd name="T5" fmla="*/ 54 h 102"/>
                <a:gd name="T6" fmla="*/ 17 w 96"/>
                <a:gd name="T7" fmla="*/ 47 h 102"/>
                <a:gd name="T8" fmla="*/ 18 w 96"/>
                <a:gd name="T9" fmla="*/ 33 h 102"/>
                <a:gd name="T10" fmla="*/ 18 w 96"/>
                <a:gd name="T11" fmla="*/ 26 h 102"/>
                <a:gd name="T12" fmla="*/ 25 w 96"/>
                <a:gd name="T13" fmla="*/ 6 h 102"/>
                <a:gd name="T14" fmla="*/ 38 w 96"/>
                <a:gd name="T15" fmla="*/ 0 h 102"/>
                <a:gd name="T16" fmla="*/ 44 w 96"/>
                <a:gd name="T17" fmla="*/ 3 h 102"/>
                <a:gd name="T18" fmla="*/ 39 w 96"/>
                <a:gd name="T19" fmla="*/ 8 h 102"/>
                <a:gd name="T20" fmla="*/ 32 w 96"/>
                <a:gd name="T21" fmla="*/ 6 h 102"/>
                <a:gd name="T22" fmla="*/ 25 w 96"/>
                <a:gd name="T23" fmla="*/ 21 h 102"/>
                <a:gd name="T24" fmla="*/ 25 w 96"/>
                <a:gd name="T25" fmla="*/ 27 h 102"/>
                <a:gd name="T26" fmla="*/ 23 w 96"/>
                <a:gd name="T27" fmla="*/ 45 h 102"/>
                <a:gd name="T28" fmla="*/ 16 w 96"/>
                <a:gd name="T29" fmla="*/ 55 h 102"/>
                <a:gd name="T30" fmla="*/ 23 w 96"/>
                <a:gd name="T31" fmla="*/ 56 h 102"/>
                <a:gd name="T32" fmla="*/ 25 w 96"/>
                <a:gd name="T33" fmla="*/ 56 h 102"/>
                <a:gd name="T34" fmla="*/ 30 w 96"/>
                <a:gd name="T35" fmla="*/ 56 h 102"/>
                <a:gd name="T36" fmla="*/ 33 w 96"/>
                <a:gd name="T37" fmla="*/ 56 h 102"/>
                <a:gd name="T38" fmla="*/ 47 w 96"/>
                <a:gd name="T39" fmla="*/ 49 h 102"/>
                <a:gd name="T40" fmla="*/ 48 w 96"/>
                <a:gd name="T41" fmla="*/ 51 h 102"/>
                <a:gd name="T42" fmla="*/ 44 w 96"/>
                <a:gd name="T43" fmla="*/ 56 h 102"/>
                <a:gd name="T44" fmla="*/ 32 w 96"/>
                <a:gd name="T45" fmla="*/ 62 h 102"/>
                <a:gd name="T46" fmla="*/ 25 w 96"/>
                <a:gd name="T47" fmla="*/ 62 h 102"/>
                <a:gd name="T48" fmla="*/ 14 w 96"/>
                <a:gd name="T49" fmla="*/ 60 h 102"/>
                <a:gd name="T50" fmla="*/ 0 w 96"/>
                <a:gd name="T51" fmla="*/ 59 h 10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6" h="102">
                  <a:moveTo>
                    <a:pt x="0" y="98"/>
                  </a:moveTo>
                  <a:cubicBezTo>
                    <a:pt x="12" y="88"/>
                    <a:pt x="12" y="88"/>
                    <a:pt x="12" y="88"/>
                  </a:cubicBezTo>
                  <a:cubicBezTo>
                    <a:pt x="16" y="89"/>
                    <a:pt x="19" y="89"/>
                    <a:pt x="22" y="90"/>
                  </a:cubicBezTo>
                  <a:cubicBezTo>
                    <a:pt x="27" y="88"/>
                    <a:pt x="31" y="84"/>
                    <a:pt x="33" y="79"/>
                  </a:cubicBezTo>
                  <a:cubicBezTo>
                    <a:pt x="36" y="73"/>
                    <a:pt x="37" y="66"/>
                    <a:pt x="37" y="55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30"/>
                    <a:pt x="42" y="18"/>
                    <a:pt x="52" y="10"/>
                  </a:cubicBezTo>
                  <a:cubicBezTo>
                    <a:pt x="60" y="4"/>
                    <a:pt x="68" y="0"/>
                    <a:pt x="77" y="0"/>
                  </a:cubicBezTo>
                  <a:cubicBezTo>
                    <a:pt x="81" y="0"/>
                    <a:pt x="85" y="1"/>
                    <a:pt x="89" y="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4" y="10"/>
                    <a:pt x="70" y="9"/>
                    <a:pt x="66" y="9"/>
                  </a:cubicBezTo>
                  <a:cubicBezTo>
                    <a:pt x="55" y="9"/>
                    <a:pt x="50" y="18"/>
                    <a:pt x="50" y="3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59"/>
                    <a:pt x="48" y="69"/>
                    <a:pt x="46" y="75"/>
                  </a:cubicBezTo>
                  <a:cubicBezTo>
                    <a:pt x="43" y="81"/>
                    <a:pt x="38" y="86"/>
                    <a:pt x="31" y="91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2" y="93"/>
                    <a:pt x="65" y="93"/>
                    <a:pt x="67" y="93"/>
                  </a:cubicBezTo>
                  <a:cubicBezTo>
                    <a:pt x="79" y="93"/>
                    <a:pt x="88" y="89"/>
                    <a:pt x="95" y="82"/>
                  </a:cubicBezTo>
                  <a:cubicBezTo>
                    <a:pt x="96" y="83"/>
                    <a:pt x="96" y="84"/>
                    <a:pt x="96" y="84"/>
                  </a:cubicBezTo>
                  <a:cubicBezTo>
                    <a:pt x="96" y="86"/>
                    <a:pt x="94" y="89"/>
                    <a:pt x="89" y="92"/>
                  </a:cubicBezTo>
                  <a:cubicBezTo>
                    <a:pt x="81" y="99"/>
                    <a:pt x="73" y="102"/>
                    <a:pt x="64" y="102"/>
                  </a:cubicBezTo>
                  <a:cubicBezTo>
                    <a:pt x="60" y="102"/>
                    <a:pt x="56" y="102"/>
                    <a:pt x="50" y="102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18" y="99"/>
                    <a:pt x="9" y="99"/>
                    <a:pt x="0" y="98"/>
                  </a:cubicBezTo>
                  <a:close/>
                </a:path>
              </a:pathLst>
            </a:custGeom>
            <a:solidFill>
              <a:srgbClr val="FF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6" name="Freeform 723">
              <a:extLst>
                <a:ext uri="{FF2B5EF4-FFF2-40B4-BE49-F238E27FC236}">
                  <a16:creationId xmlns:a16="http://schemas.microsoft.com/office/drawing/2014/main" id="{E8261DC5-C9D8-441C-B112-0FE3F4FF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222"/>
              <a:ext cx="76" cy="86"/>
            </a:xfrm>
            <a:custGeom>
              <a:avLst/>
              <a:gdLst>
                <a:gd name="T0" fmla="*/ 0 w 96"/>
                <a:gd name="T1" fmla="*/ 59 h 102"/>
                <a:gd name="T2" fmla="*/ 6 w 96"/>
                <a:gd name="T3" fmla="*/ 52 h 102"/>
                <a:gd name="T4" fmla="*/ 10 w 96"/>
                <a:gd name="T5" fmla="*/ 54 h 102"/>
                <a:gd name="T6" fmla="*/ 17 w 96"/>
                <a:gd name="T7" fmla="*/ 47 h 102"/>
                <a:gd name="T8" fmla="*/ 18 w 96"/>
                <a:gd name="T9" fmla="*/ 33 h 102"/>
                <a:gd name="T10" fmla="*/ 18 w 96"/>
                <a:gd name="T11" fmla="*/ 26 h 102"/>
                <a:gd name="T12" fmla="*/ 25 w 96"/>
                <a:gd name="T13" fmla="*/ 6 h 102"/>
                <a:gd name="T14" fmla="*/ 38 w 96"/>
                <a:gd name="T15" fmla="*/ 0 h 102"/>
                <a:gd name="T16" fmla="*/ 44 w 96"/>
                <a:gd name="T17" fmla="*/ 3 h 102"/>
                <a:gd name="T18" fmla="*/ 39 w 96"/>
                <a:gd name="T19" fmla="*/ 8 h 102"/>
                <a:gd name="T20" fmla="*/ 32 w 96"/>
                <a:gd name="T21" fmla="*/ 6 h 102"/>
                <a:gd name="T22" fmla="*/ 25 w 96"/>
                <a:gd name="T23" fmla="*/ 21 h 102"/>
                <a:gd name="T24" fmla="*/ 25 w 96"/>
                <a:gd name="T25" fmla="*/ 27 h 102"/>
                <a:gd name="T26" fmla="*/ 23 w 96"/>
                <a:gd name="T27" fmla="*/ 45 h 102"/>
                <a:gd name="T28" fmla="*/ 16 w 96"/>
                <a:gd name="T29" fmla="*/ 55 h 102"/>
                <a:gd name="T30" fmla="*/ 23 w 96"/>
                <a:gd name="T31" fmla="*/ 56 h 102"/>
                <a:gd name="T32" fmla="*/ 25 w 96"/>
                <a:gd name="T33" fmla="*/ 56 h 102"/>
                <a:gd name="T34" fmla="*/ 30 w 96"/>
                <a:gd name="T35" fmla="*/ 56 h 102"/>
                <a:gd name="T36" fmla="*/ 33 w 96"/>
                <a:gd name="T37" fmla="*/ 56 h 102"/>
                <a:gd name="T38" fmla="*/ 47 w 96"/>
                <a:gd name="T39" fmla="*/ 49 h 102"/>
                <a:gd name="T40" fmla="*/ 48 w 96"/>
                <a:gd name="T41" fmla="*/ 51 h 102"/>
                <a:gd name="T42" fmla="*/ 44 w 96"/>
                <a:gd name="T43" fmla="*/ 56 h 102"/>
                <a:gd name="T44" fmla="*/ 32 w 96"/>
                <a:gd name="T45" fmla="*/ 62 h 102"/>
                <a:gd name="T46" fmla="*/ 25 w 96"/>
                <a:gd name="T47" fmla="*/ 62 h 102"/>
                <a:gd name="T48" fmla="*/ 14 w 96"/>
                <a:gd name="T49" fmla="*/ 60 h 102"/>
                <a:gd name="T50" fmla="*/ 0 w 96"/>
                <a:gd name="T51" fmla="*/ 59 h 10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6" h="102">
                  <a:moveTo>
                    <a:pt x="0" y="98"/>
                  </a:moveTo>
                  <a:cubicBezTo>
                    <a:pt x="12" y="88"/>
                    <a:pt x="12" y="88"/>
                    <a:pt x="12" y="88"/>
                  </a:cubicBezTo>
                  <a:cubicBezTo>
                    <a:pt x="16" y="89"/>
                    <a:pt x="19" y="89"/>
                    <a:pt x="22" y="90"/>
                  </a:cubicBezTo>
                  <a:cubicBezTo>
                    <a:pt x="27" y="88"/>
                    <a:pt x="31" y="84"/>
                    <a:pt x="33" y="79"/>
                  </a:cubicBezTo>
                  <a:cubicBezTo>
                    <a:pt x="36" y="73"/>
                    <a:pt x="37" y="66"/>
                    <a:pt x="37" y="55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30"/>
                    <a:pt x="42" y="18"/>
                    <a:pt x="51" y="10"/>
                  </a:cubicBezTo>
                  <a:cubicBezTo>
                    <a:pt x="60" y="4"/>
                    <a:pt x="68" y="0"/>
                    <a:pt x="77" y="0"/>
                  </a:cubicBezTo>
                  <a:cubicBezTo>
                    <a:pt x="81" y="0"/>
                    <a:pt x="85" y="1"/>
                    <a:pt x="89" y="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4" y="10"/>
                    <a:pt x="70" y="9"/>
                    <a:pt x="66" y="9"/>
                  </a:cubicBezTo>
                  <a:cubicBezTo>
                    <a:pt x="55" y="9"/>
                    <a:pt x="50" y="18"/>
                    <a:pt x="50" y="3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59"/>
                    <a:pt x="48" y="69"/>
                    <a:pt x="46" y="75"/>
                  </a:cubicBezTo>
                  <a:cubicBezTo>
                    <a:pt x="43" y="81"/>
                    <a:pt x="38" y="86"/>
                    <a:pt x="31" y="91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2" y="93"/>
                    <a:pt x="65" y="93"/>
                    <a:pt x="67" y="93"/>
                  </a:cubicBezTo>
                  <a:cubicBezTo>
                    <a:pt x="79" y="93"/>
                    <a:pt x="88" y="89"/>
                    <a:pt x="95" y="82"/>
                  </a:cubicBezTo>
                  <a:cubicBezTo>
                    <a:pt x="95" y="83"/>
                    <a:pt x="96" y="84"/>
                    <a:pt x="96" y="84"/>
                  </a:cubicBezTo>
                  <a:cubicBezTo>
                    <a:pt x="96" y="86"/>
                    <a:pt x="94" y="89"/>
                    <a:pt x="89" y="92"/>
                  </a:cubicBezTo>
                  <a:cubicBezTo>
                    <a:pt x="81" y="99"/>
                    <a:pt x="73" y="102"/>
                    <a:pt x="64" y="102"/>
                  </a:cubicBezTo>
                  <a:cubicBezTo>
                    <a:pt x="60" y="102"/>
                    <a:pt x="56" y="102"/>
                    <a:pt x="50" y="102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18" y="99"/>
                    <a:pt x="8" y="99"/>
                    <a:pt x="0" y="98"/>
                  </a:cubicBezTo>
                  <a:close/>
                </a:path>
              </a:pathLst>
            </a:custGeom>
            <a:solidFill>
              <a:srgbClr val="FF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7" name="Freeform 724">
              <a:extLst>
                <a:ext uri="{FF2B5EF4-FFF2-40B4-BE49-F238E27FC236}">
                  <a16:creationId xmlns:a16="http://schemas.microsoft.com/office/drawing/2014/main" id="{7F186920-333F-4356-AD6B-3EF88C1547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0" y="3223"/>
              <a:ext cx="80" cy="85"/>
            </a:xfrm>
            <a:custGeom>
              <a:avLst/>
              <a:gdLst>
                <a:gd name="T0" fmla="*/ 7 w 100"/>
                <a:gd name="T1" fmla="*/ 26 h 100"/>
                <a:gd name="T2" fmla="*/ 2 w 100"/>
                <a:gd name="T3" fmla="*/ 32 h 100"/>
                <a:gd name="T4" fmla="*/ 0 w 100"/>
                <a:gd name="T5" fmla="*/ 23 h 100"/>
                <a:gd name="T6" fmla="*/ 8 w 100"/>
                <a:gd name="T7" fmla="*/ 6 h 100"/>
                <a:gd name="T8" fmla="*/ 30 w 100"/>
                <a:gd name="T9" fmla="*/ 0 h 100"/>
                <a:gd name="T10" fmla="*/ 34 w 100"/>
                <a:gd name="T11" fmla="*/ 0 h 100"/>
                <a:gd name="T12" fmla="*/ 41 w 100"/>
                <a:gd name="T13" fmla="*/ 1 h 100"/>
                <a:gd name="T14" fmla="*/ 43 w 100"/>
                <a:gd name="T15" fmla="*/ 1 h 100"/>
                <a:gd name="T16" fmla="*/ 40 w 100"/>
                <a:gd name="T17" fmla="*/ 22 h 100"/>
                <a:gd name="T18" fmla="*/ 40 w 100"/>
                <a:gd name="T19" fmla="*/ 25 h 100"/>
                <a:gd name="T20" fmla="*/ 41 w 100"/>
                <a:gd name="T21" fmla="*/ 30 h 100"/>
                <a:gd name="T22" fmla="*/ 42 w 100"/>
                <a:gd name="T23" fmla="*/ 48 h 100"/>
                <a:gd name="T24" fmla="*/ 44 w 100"/>
                <a:gd name="T25" fmla="*/ 53 h 100"/>
                <a:gd name="T26" fmla="*/ 46 w 100"/>
                <a:gd name="T27" fmla="*/ 54 h 100"/>
                <a:gd name="T28" fmla="*/ 50 w 100"/>
                <a:gd name="T29" fmla="*/ 53 h 100"/>
                <a:gd name="T30" fmla="*/ 51 w 100"/>
                <a:gd name="T31" fmla="*/ 54 h 100"/>
                <a:gd name="T32" fmla="*/ 50 w 100"/>
                <a:gd name="T33" fmla="*/ 55 h 100"/>
                <a:gd name="T34" fmla="*/ 47 w 100"/>
                <a:gd name="T35" fmla="*/ 56 h 100"/>
                <a:gd name="T36" fmla="*/ 39 w 100"/>
                <a:gd name="T37" fmla="*/ 61 h 100"/>
                <a:gd name="T38" fmla="*/ 35 w 100"/>
                <a:gd name="T39" fmla="*/ 38 h 100"/>
                <a:gd name="T40" fmla="*/ 32 w 100"/>
                <a:gd name="T41" fmla="*/ 41 h 100"/>
                <a:gd name="T42" fmla="*/ 20 w 100"/>
                <a:gd name="T43" fmla="*/ 41 h 100"/>
                <a:gd name="T44" fmla="*/ 11 w 100"/>
                <a:gd name="T45" fmla="*/ 55 h 100"/>
                <a:gd name="T46" fmla="*/ 18 w 100"/>
                <a:gd name="T47" fmla="*/ 55 h 100"/>
                <a:gd name="T48" fmla="*/ 14 w 100"/>
                <a:gd name="T49" fmla="*/ 60 h 100"/>
                <a:gd name="T50" fmla="*/ 0 w 100"/>
                <a:gd name="T51" fmla="*/ 60 h 100"/>
                <a:gd name="T52" fmla="*/ 5 w 100"/>
                <a:gd name="T53" fmla="*/ 55 h 100"/>
                <a:gd name="T54" fmla="*/ 8 w 100"/>
                <a:gd name="T55" fmla="*/ 55 h 100"/>
                <a:gd name="T56" fmla="*/ 13 w 100"/>
                <a:gd name="T57" fmla="*/ 48 h 100"/>
                <a:gd name="T58" fmla="*/ 18 w 100"/>
                <a:gd name="T59" fmla="*/ 33 h 100"/>
                <a:gd name="T60" fmla="*/ 19 w 100"/>
                <a:gd name="T61" fmla="*/ 31 h 100"/>
                <a:gd name="T62" fmla="*/ 26 w 100"/>
                <a:gd name="T63" fmla="*/ 14 h 100"/>
                <a:gd name="T64" fmla="*/ 34 w 100"/>
                <a:gd name="T65" fmla="*/ 6 h 100"/>
                <a:gd name="T66" fmla="*/ 22 w 100"/>
                <a:gd name="T67" fmla="*/ 4 h 100"/>
                <a:gd name="T68" fmla="*/ 5 w 100"/>
                <a:gd name="T69" fmla="*/ 17 h 100"/>
                <a:gd name="T70" fmla="*/ 7 w 100"/>
                <a:gd name="T71" fmla="*/ 26 h 100"/>
                <a:gd name="T72" fmla="*/ 35 w 100"/>
                <a:gd name="T73" fmla="*/ 36 h 100"/>
                <a:gd name="T74" fmla="*/ 34 w 100"/>
                <a:gd name="T75" fmla="*/ 23 h 100"/>
                <a:gd name="T76" fmla="*/ 34 w 100"/>
                <a:gd name="T77" fmla="*/ 20 h 100"/>
                <a:gd name="T78" fmla="*/ 34 w 100"/>
                <a:gd name="T79" fmla="*/ 14 h 100"/>
                <a:gd name="T80" fmla="*/ 36 w 100"/>
                <a:gd name="T81" fmla="*/ 7 h 100"/>
                <a:gd name="T82" fmla="*/ 24 w 100"/>
                <a:gd name="T83" fmla="*/ 27 h 100"/>
                <a:gd name="T84" fmla="*/ 22 w 100"/>
                <a:gd name="T85" fmla="*/ 33 h 100"/>
                <a:gd name="T86" fmla="*/ 22 w 100"/>
                <a:gd name="T87" fmla="*/ 36 h 100"/>
                <a:gd name="T88" fmla="*/ 35 w 100"/>
                <a:gd name="T89" fmla="*/ 36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0" h="100">
                  <a:moveTo>
                    <a:pt x="14" y="42"/>
                  </a:moveTo>
                  <a:cubicBezTo>
                    <a:pt x="3" y="53"/>
                    <a:pt x="3" y="53"/>
                    <a:pt x="3" y="53"/>
                  </a:cubicBezTo>
                  <a:cubicBezTo>
                    <a:pt x="1" y="48"/>
                    <a:pt x="0" y="43"/>
                    <a:pt x="0" y="38"/>
                  </a:cubicBezTo>
                  <a:cubicBezTo>
                    <a:pt x="0" y="26"/>
                    <a:pt x="5" y="16"/>
                    <a:pt x="15" y="9"/>
                  </a:cubicBezTo>
                  <a:cubicBezTo>
                    <a:pt x="24" y="3"/>
                    <a:pt x="38" y="0"/>
                    <a:pt x="59" y="0"/>
                  </a:cubicBezTo>
                  <a:cubicBezTo>
                    <a:pt x="63" y="0"/>
                    <a:pt x="66" y="0"/>
                    <a:pt x="68" y="0"/>
                  </a:cubicBezTo>
                  <a:cubicBezTo>
                    <a:pt x="76" y="1"/>
                    <a:pt x="80" y="1"/>
                    <a:pt x="80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1" y="7"/>
                    <a:pt x="79" y="19"/>
                    <a:pt x="79" y="36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80" y="58"/>
                    <a:pt x="81" y="68"/>
                    <a:pt x="83" y="79"/>
                  </a:cubicBezTo>
                  <a:cubicBezTo>
                    <a:pt x="84" y="83"/>
                    <a:pt x="85" y="85"/>
                    <a:pt x="86" y="86"/>
                  </a:cubicBezTo>
                  <a:cubicBezTo>
                    <a:pt x="87" y="88"/>
                    <a:pt x="89" y="88"/>
                    <a:pt x="91" y="88"/>
                  </a:cubicBezTo>
                  <a:cubicBezTo>
                    <a:pt x="93" y="88"/>
                    <a:pt x="96" y="87"/>
                    <a:pt x="99" y="86"/>
                  </a:cubicBezTo>
                  <a:cubicBezTo>
                    <a:pt x="100" y="86"/>
                    <a:pt x="100" y="87"/>
                    <a:pt x="100" y="88"/>
                  </a:cubicBezTo>
                  <a:cubicBezTo>
                    <a:pt x="100" y="89"/>
                    <a:pt x="99" y="90"/>
                    <a:pt x="97" y="91"/>
                  </a:cubicBezTo>
                  <a:cubicBezTo>
                    <a:pt x="93" y="92"/>
                    <a:pt x="93" y="92"/>
                    <a:pt x="93" y="92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2" y="88"/>
                    <a:pt x="70" y="75"/>
                    <a:pt x="69" y="62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5" y="77"/>
                    <a:pt x="29" y="85"/>
                    <a:pt x="21" y="90"/>
                  </a:cubicBezTo>
                  <a:cubicBezTo>
                    <a:pt x="36" y="91"/>
                    <a:pt x="36" y="91"/>
                    <a:pt x="36" y="91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16" y="89"/>
                    <a:pt x="16" y="89"/>
                    <a:pt x="16" y="89"/>
                  </a:cubicBezTo>
                  <a:cubicBezTo>
                    <a:pt x="20" y="87"/>
                    <a:pt x="22" y="84"/>
                    <a:pt x="25" y="79"/>
                  </a:cubicBezTo>
                  <a:cubicBezTo>
                    <a:pt x="27" y="75"/>
                    <a:pt x="30" y="67"/>
                    <a:pt x="35" y="54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2" y="37"/>
                    <a:pt x="46" y="28"/>
                    <a:pt x="50" y="22"/>
                  </a:cubicBezTo>
                  <a:cubicBezTo>
                    <a:pt x="54" y="17"/>
                    <a:pt x="59" y="13"/>
                    <a:pt x="66" y="9"/>
                  </a:cubicBezTo>
                  <a:cubicBezTo>
                    <a:pt x="58" y="8"/>
                    <a:pt x="50" y="7"/>
                    <a:pt x="42" y="7"/>
                  </a:cubicBezTo>
                  <a:cubicBezTo>
                    <a:pt x="21" y="7"/>
                    <a:pt x="10" y="14"/>
                    <a:pt x="10" y="28"/>
                  </a:cubicBezTo>
                  <a:cubicBezTo>
                    <a:pt x="10" y="33"/>
                    <a:pt x="11" y="38"/>
                    <a:pt x="14" y="42"/>
                  </a:cubicBezTo>
                  <a:close/>
                  <a:moveTo>
                    <a:pt x="69" y="58"/>
                  </a:moveTo>
                  <a:cubicBezTo>
                    <a:pt x="68" y="50"/>
                    <a:pt x="68" y="43"/>
                    <a:pt x="68" y="38"/>
                  </a:cubicBezTo>
                  <a:cubicBezTo>
                    <a:pt x="68" y="35"/>
                    <a:pt x="68" y="33"/>
                    <a:pt x="68" y="32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9" y="18"/>
                    <a:pt x="69" y="13"/>
                    <a:pt x="70" y="10"/>
                  </a:cubicBezTo>
                  <a:cubicBezTo>
                    <a:pt x="61" y="16"/>
                    <a:pt x="53" y="28"/>
                    <a:pt x="47" y="45"/>
                  </a:cubicBezTo>
                  <a:cubicBezTo>
                    <a:pt x="45" y="50"/>
                    <a:pt x="44" y="53"/>
                    <a:pt x="44" y="54"/>
                  </a:cubicBezTo>
                  <a:cubicBezTo>
                    <a:pt x="42" y="58"/>
                    <a:pt x="42" y="58"/>
                    <a:pt x="42" y="58"/>
                  </a:cubicBezTo>
                  <a:lnTo>
                    <a:pt x="69" y="58"/>
                  </a:lnTo>
                  <a:close/>
                </a:path>
              </a:pathLst>
            </a:custGeom>
            <a:solidFill>
              <a:srgbClr val="FFE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8" name="Freeform 725">
              <a:extLst>
                <a:ext uri="{FF2B5EF4-FFF2-40B4-BE49-F238E27FC236}">
                  <a16:creationId xmlns:a16="http://schemas.microsoft.com/office/drawing/2014/main" id="{B93D184E-BD11-4FDB-8FE2-F1D46B01A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3196"/>
              <a:ext cx="294" cy="314"/>
            </a:xfrm>
            <a:custGeom>
              <a:avLst/>
              <a:gdLst>
                <a:gd name="T0" fmla="*/ 163 w 368"/>
                <a:gd name="T1" fmla="*/ 168 h 369"/>
                <a:gd name="T2" fmla="*/ 49 w 368"/>
                <a:gd name="T3" fmla="*/ 197 h 369"/>
                <a:gd name="T4" fmla="*/ 26 w 368"/>
                <a:gd name="T5" fmla="*/ 59 h 369"/>
                <a:gd name="T6" fmla="*/ 140 w 368"/>
                <a:gd name="T7" fmla="*/ 31 h 369"/>
                <a:gd name="T8" fmla="*/ 163 w 368"/>
                <a:gd name="T9" fmla="*/ 168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8" h="369">
                  <a:moveTo>
                    <a:pt x="319" y="274"/>
                  </a:moveTo>
                  <a:cubicBezTo>
                    <a:pt x="269" y="348"/>
                    <a:pt x="169" y="369"/>
                    <a:pt x="95" y="319"/>
                  </a:cubicBezTo>
                  <a:cubicBezTo>
                    <a:pt x="20" y="270"/>
                    <a:pt x="0" y="169"/>
                    <a:pt x="50" y="95"/>
                  </a:cubicBezTo>
                  <a:cubicBezTo>
                    <a:pt x="99" y="20"/>
                    <a:pt x="200" y="0"/>
                    <a:pt x="274" y="50"/>
                  </a:cubicBezTo>
                  <a:cubicBezTo>
                    <a:pt x="348" y="99"/>
                    <a:pt x="368" y="200"/>
                    <a:pt x="319" y="274"/>
                  </a:cubicBezTo>
                  <a:close/>
                </a:path>
              </a:pathLst>
            </a:custGeom>
            <a:solidFill>
              <a:srgbClr val="F6E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9" name="Freeform 726">
              <a:extLst>
                <a:ext uri="{FF2B5EF4-FFF2-40B4-BE49-F238E27FC236}">
                  <a16:creationId xmlns:a16="http://schemas.microsoft.com/office/drawing/2014/main" id="{B9509F1E-0229-4288-86BA-A7C0DCD1E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195"/>
              <a:ext cx="235" cy="283"/>
            </a:xfrm>
            <a:custGeom>
              <a:avLst/>
              <a:gdLst>
                <a:gd name="T0" fmla="*/ 47 w 294"/>
                <a:gd name="T1" fmla="*/ 77 h 332"/>
                <a:gd name="T2" fmla="*/ 150 w 294"/>
                <a:gd name="T3" fmla="*/ 41 h 332"/>
                <a:gd name="T4" fmla="*/ 139 w 294"/>
                <a:gd name="T5" fmla="*/ 32 h 332"/>
                <a:gd name="T6" fmla="*/ 25 w 294"/>
                <a:gd name="T7" fmla="*/ 59 h 332"/>
                <a:gd name="T8" fmla="*/ 48 w 294"/>
                <a:gd name="T9" fmla="*/ 198 h 332"/>
                <a:gd name="T10" fmla="*/ 60 w 294"/>
                <a:gd name="T11" fmla="*/ 205 h 332"/>
                <a:gd name="T12" fmla="*/ 47 w 294"/>
                <a:gd name="T13" fmla="*/ 77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4" h="332">
                  <a:moveTo>
                    <a:pt x="93" y="124"/>
                  </a:moveTo>
                  <a:cubicBezTo>
                    <a:pt x="138" y="57"/>
                    <a:pt x="223" y="34"/>
                    <a:pt x="294" y="66"/>
                  </a:cubicBezTo>
                  <a:cubicBezTo>
                    <a:pt x="288" y="60"/>
                    <a:pt x="281" y="55"/>
                    <a:pt x="273" y="50"/>
                  </a:cubicBezTo>
                  <a:cubicBezTo>
                    <a:pt x="199" y="0"/>
                    <a:pt x="99" y="21"/>
                    <a:pt x="49" y="95"/>
                  </a:cubicBezTo>
                  <a:cubicBezTo>
                    <a:pt x="0" y="169"/>
                    <a:pt x="20" y="270"/>
                    <a:pt x="94" y="319"/>
                  </a:cubicBezTo>
                  <a:cubicBezTo>
                    <a:pt x="102" y="324"/>
                    <a:pt x="109" y="328"/>
                    <a:pt x="117" y="332"/>
                  </a:cubicBezTo>
                  <a:cubicBezTo>
                    <a:pt x="60" y="279"/>
                    <a:pt x="49" y="191"/>
                    <a:pt x="93" y="124"/>
                  </a:cubicBezTo>
                  <a:close/>
                </a:path>
              </a:pathLst>
            </a:custGeom>
            <a:solidFill>
              <a:srgbClr val="F7E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0" name="Freeform 727">
              <a:extLst>
                <a:ext uri="{FF2B5EF4-FFF2-40B4-BE49-F238E27FC236}">
                  <a16:creationId xmlns:a16="http://schemas.microsoft.com/office/drawing/2014/main" id="{3F90155B-A87C-4189-8C7D-C0FB3C47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39"/>
              <a:ext cx="22" cy="44"/>
            </a:xfrm>
            <a:custGeom>
              <a:avLst/>
              <a:gdLst>
                <a:gd name="T0" fmla="*/ 10 w 28"/>
                <a:gd name="T1" fmla="*/ 3 h 52"/>
                <a:gd name="T2" fmla="*/ 2 w 28"/>
                <a:gd name="T3" fmla="*/ 3 h 52"/>
                <a:gd name="T4" fmla="*/ 2 w 28"/>
                <a:gd name="T5" fmla="*/ 14 h 52"/>
                <a:gd name="T6" fmla="*/ 6 w 28"/>
                <a:gd name="T7" fmla="*/ 31 h 52"/>
                <a:gd name="T8" fmla="*/ 10 w 28"/>
                <a:gd name="T9" fmla="*/ 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2">
                  <a:moveTo>
                    <a:pt x="21" y="3"/>
                  </a:moveTo>
                  <a:cubicBezTo>
                    <a:pt x="19" y="0"/>
                    <a:pt x="9" y="2"/>
                    <a:pt x="5" y="5"/>
                  </a:cubicBezTo>
                  <a:cubicBezTo>
                    <a:pt x="0" y="10"/>
                    <a:pt x="2" y="16"/>
                    <a:pt x="3" y="22"/>
                  </a:cubicBezTo>
                  <a:cubicBezTo>
                    <a:pt x="4" y="32"/>
                    <a:pt x="4" y="45"/>
                    <a:pt x="11" y="52"/>
                  </a:cubicBezTo>
                  <a:cubicBezTo>
                    <a:pt x="28" y="36"/>
                    <a:pt x="25" y="22"/>
                    <a:pt x="22" y="1"/>
                  </a:cubicBezTo>
                </a:path>
              </a:pathLst>
            </a:custGeom>
            <a:solidFill>
              <a:srgbClr val="1DA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1" name="Freeform 728">
              <a:extLst>
                <a:ext uri="{FF2B5EF4-FFF2-40B4-BE49-F238E27FC236}">
                  <a16:creationId xmlns:a16="http://schemas.microsoft.com/office/drawing/2014/main" id="{EDB882F8-B313-4500-AE72-B372F197E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306"/>
              <a:ext cx="50" cy="39"/>
            </a:xfrm>
            <a:custGeom>
              <a:avLst/>
              <a:gdLst>
                <a:gd name="T0" fmla="*/ 30 w 63"/>
                <a:gd name="T1" fmla="*/ 10 h 46"/>
                <a:gd name="T2" fmla="*/ 18 w 63"/>
                <a:gd name="T3" fmla="*/ 6 h 46"/>
                <a:gd name="T4" fmla="*/ 7 w 63"/>
                <a:gd name="T5" fmla="*/ 3 h 46"/>
                <a:gd name="T6" fmla="*/ 4 w 63"/>
                <a:gd name="T7" fmla="*/ 26 h 46"/>
                <a:gd name="T8" fmla="*/ 28 w 63"/>
                <a:gd name="T9" fmla="*/ 22 h 46"/>
                <a:gd name="T10" fmla="*/ 30 w 63"/>
                <a:gd name="T11" fmla="*/ 1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46">
                  <a:moveTo>
                    <a:pt x="60" y="17"/>
                  </a:moveTo>
                  <a:cubicBezTo>
                    <a:pt x="53" y="12"/>
                    <a:pt x="44" y="12"/>
                    <a:pt x="36" y="9"/>
                  </a:cubicBezTo>
                  <a:cubicBezTo>
                    <a:pt x="29" y="7"/>
                    <a:pt x="22" y="0"/>
                    <a:pt x="14" y="5"/>
                  </a:cubicBezTo>
                  <a:cubicBezTo>
                    <a:pt x="7" y="10"/>
                    <a:pt x="0" y="37"/>
                    <a:pt x="8" y="42"/>
                  </a:cubicBezTo>
                  <a:cubicBezTo>
                    <a:pt x="15" y="46"/>
                    <a:pt x="49" y="42"/>
                    <a:pt x="56" y="37"/>
                  </a:cubicBezTo>
                  <a:cubicBezTo>
                    <a:pt x="63" y="32"/>
                    <a:pt x="60" y="24"/>
                    <a:pt x="61" y="17"/>
                  </a:cubicBezTo>
                </a:path>
              </a:pathLst>
            </a:custGeom>
            <a:solidFill>
              <a:srgbClr val="1DA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2" name="Freeform 729">
              <a:extLst>
                <a:ext uri="{FF2B5EF4-FFF2-40B4-BE49-F238E27FC236}">
                  <a16:creationId xmlns:a16="http://schemas.microsoft.com/office/drawing/2014/main" id="{3DCA9178-1A4F-4AE8-8379-D1DBE54B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296"/>
              <a:ext cx="44" cy="47"/>
            </a:xfrm>
            <a:custGeom>
              <a:avLst/>
              <a:gdLst>
                <a:gd name="T0" fmla="*/ 1 w 55"/>
                <a:gd name="T1" fmla="*/ 16 h 56"/>
                <a:gd name="T2" fmla="*/ 20 w 55"/>
                <a:gd name="T3" fmla="*/ 3 h 56"/>
                <a:gd name="T4" fmla="*/ 26 w 55"/>
                <a:gd name="T5" fmla="*/ 18 h 56"/>
                <a:gd name="T6" fmla="*/ 2 w 55"/>
                <a:gd name="T7" fmla="*/ 1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6">
                  <a:moveTo>
                    <a:pt x="1" y="27"/>
                  </a:moveTo>
                  <a:cubicBezTo>
                    <a:pt x="9" y="20"/>
                    <a:pt x="25" y="0"/>
                    <a:pt x="39" y="3"/>
                  </a:cubicBezTo>
                  <a:cubicBezTo>
                    <a:pt x="47" y="5"/>
                    <a:pt x="55" y="24"/>
                    <a:pt x="51" y="31"/>
                  </a:cubicBezTo>
                  <a:cubicBezTo>
                    <a:pt x="46" y="41"/>
                    <a:pt x="0" y="56"/>
                    <a:pt x="4" y="32"/>
                  </a:cubicBezTo>
                </a:path>
              </a:pathLst>
            </a:custGeom>
            <a:solidFill>
              <a:srgbClr val="1DA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3" name="Freeform 730">
              <a:extLst>
                <a:ext uri="{FF2B5EF4-FFF2-40B4-BE49-F238E27FC236}">
                  <a16:creationId xmlns:a16="http://schemas.microsoft.com/office/drawing/2014/main" id="{7FE3C176-F065-484C-A7E8-F5A4730E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401"/>
              <a:ext cx="40" cy="54"/>
            </a:xfrm>
            <a:custGeom>
              <a:avLst/>
              <a:gdLst>
                <a:gd name="T0" fmla="*/ 11 w 49"/>
                <a:gd name="T1" fmla="*/ 0 h 63"/>
                <a:gd name="T2" fmla="*/ 24 w 49"/>
                <a:gd name="T3" fmla="*/ 27 h 63"/>
                <a:gd name="T4" fmla="*/ 12 w 49"/>
                <a:gd name="T5" fmla="*/ 39 h 63"/>
                <a:gd name="T6" fmla="*/ 0 w 49"/>
                <a:gd name="T7" fmla="*/ 21 h 63"/>
                <a:gd name="T8" fmla="*/ 8 w 49"/>
                <a:gd name="T9" fmla="*/ 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3">
                  <a:moveTo>
                    <a:pt x="21" y="0"/>
                  </a:moveTo>
                  <a:cubicBezTo>
                    <a:pt x="29" y="10"/>
                    <a:pt x="49" y="30"/>
                    <a:pt x="44" y="43"/>
                  </a:cubicBezTo>
                  <a:cubicBezTo>
                    <a:pt x="41" y="51"/>
                    <a:pt x="30" y="63"/>
                    <a:pt x="22" y="61"/>
                  </a:cubicBezTo>
                  <a:cubicBezTo>
                    <a:pt x="13" y="60"/>
                    <a:pt x="0" y="43"/>
                    <a:pt x="0" y="34"/>
                  </a:cubicBezTo>
                  <a:cubicBezTo>
                    <a:pt x="0" y="25"/>
                    <a:pt x="9" y="10"/>
                    <a:pt x="15" y="3"/>
                  </a:cubicBezTo>
                </a:path>
              </a:pathLst>
            </a:custGeom>
            <a:solidFill>
              <a:srgbClr val="1DA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4" name="Freeform 731">
              <a:extLst>
                <a:ext uri="{FF2B5EF4-FFF2-40B4-BE49-F238E27FC236}">
                  <a16:creationId xmlns:a16="http://schemas.microsoft.com/office/drawing/2014/main" id="{AE5EC65E-40C4-459E-8904-B1F84E309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400"/>
              <a:ext cx="38" cy="49"/>
            </a:xfrm>
            <a:custGeom>
              <a:avLst/>
              <a:gdLst>
                <a:gd name="T0" fmla="*/ 23 w 48"/>
                <a:gd name="T1" fmla="*/ 7 h 57"/>
                <a:gd name="T2" fmla="*/ 9 w 48"/>
                <a:gd name="T3" fmla="*/ 36 h 57"/>
                <a:gd name="T4" fmla="*/ 9 w 48"/>
                <a:gd name="T5" fmla="*/ 15 h 57"/>
                <a:gd name="T6" fmla="*/ 24 w 48"/>
                <a:gd name="T7" fmla="*/ 6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7">
                  <a:moveTo>
                    <a:pt x="47" y="10"/>
                  </a:moveTo>
                  <a:cubicBezTo>
                    <a:pt x="44" y="26"/>
                    <a:pt x="28" y="44"/>
                    <a:pt x="18" y="57"/>
                  </a:cubicBezTo>
                  <a:cubicBezTo>
                    <a:pt x="0" y="55"/>
                    <a:pt x="11" y="32"/>
                    <a:pt x="18" y="25"/>
                  </a:cubicBezTo>
                  <a:cubicBezTo>
                    <a:pt x="22" y="20"/>
                    <a:pt x="46" y="0"/>
                    <a:pt x="48" y="9"/>
                  </a:cubicBezTo>
                </a:path>
              </a:pathLst>
            </a:custGeom>
            <a:solidFill>
              <a:srgbClr val="1DA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5" name="Freeform 732">
              <a:extLst>
                <a:ext uri="{FF2B5EF4-FFF2-40B4-BE49-F238E27FC236}">
                  <a16:creationId xmlns:a16="http://schemas.microsoft.com/office/drawing/2014/main" id="{9F5A301A-630E-4DCD-B3D0-512177E7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364"/>
              <a:ext cx="47" cy="32"/>
            </a:xfrm>
            <a:custGeom>
              <a:avLst/>
              <a:gdLst>
                <a:gd name="T0" fmla="*/ 28 w 58"/>
                <a:gd name="T1" fmla="*/ 0 h 38"/>
                <a:gd name="T2" fmla="*/ 9 w 58"/>
                <a:gd name="T3" fmla="*/ 9 h 38"/>
                <a:gd name="T4" fmla="*/ 0 w 58"/>
                <a:gd name="T5" fmla="*/ 23 h 38"/>
                <a:gd name="T6" fmla="*/ 19 w 58"/>
                <a:gd name="T7" fmla="*/ 10 h 38"/>
                <a:gd name="T8" fmla="*/ 31 w 58"/>
                <a:gd name="T9" fmla="*/ 3 h 38"/>
                <a:gd name="T10" fmla="*/ 30 w 58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8">
                  <a:moveTo>
                    <a:pt x="53" y="0"/>
                  </a:moveTo>
                  <a:cubicBezTo>
                    <a:pt x="41" y="5"/>
                    <a:pt x="28" y="10"/>
                    <a:pt x="16" y="16"/>
                  </a:cubicBezTo>
                  <a:cubicBezTo>
                    <a:pt x="3" y="22"/>
                    <a:pt x="1" y="24"/>
                    <a:pt x="0" y="38"/>
                  </a:cubicBezTo>
                  <a:cubicBezTo>
                    <a:pt x="12" y="31"/>
                    <a:pt x="23" y="24"/>
                    <a:pt x="35" y="17"/>
                  </a:cubicBezTo>
                  <a:cubicBezTo>
                    <a:pt x="42" y="13"/>
                    <a:pt x="53" y="9"/>
                    <a:pt x="58" y="3"/>
                  </a:cubicBezTo>
                  <a:cubicBezTo>
                    <a:pt x="57" y="2"/>
                    <a:pt x="57" y="0"/>
                    <a:pt x="57" y="0"/>
                  </a:cubicBezTo>
                </a:path>
              </a:pathLst>
            </a:custGeom>
            <a:solidFill>
              <a:srgbClr val="E43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6" name="Freeform 733">
              <a:extLst>
                <a:ext uri="{FF2B5EF4-FFF2-40B4-BE49-F238E27FC236}">
                  <a16:creationId xmlns:a16="http://schemas.microsoft.com/office/drawing/2014/main" id="{12F24C5D-0A22-4050-868C-16C511007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240"/>
              <a:ext cx="36" cy="46"/>
            </a:xfrm>
            <a:custGeom>
              <a:avLst/>
              <a:gdLst>
                <a:gd name="T0" fmla="*/ 23 w 45"/>
                <a:gd name="T1" fmla="*/ 33 h 54"/>
                <a:gd name="T2" fmla="*/ 12 w 45"/>
                <a:gd name="T3" fmla="*/ 8 h 54"/>
                <a:gd name="T4" fmla="*/ 0 w 45"/>
                <a:gd name="T5" fmla="*/ 3 h 54"/>
                <a:gd name="T6" fmla="*/ 12 w 45"/>
                <a:gd name="T7" fmla="*/ 19 h 54"/>
                <a:gd name="T8" fmla="*/ 22 w 45"/>
                <a:gd name="T9" fmla="*/ 3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4">
                  <a:moveTo>
                    <a:pt x="45" y="54"/>
                  </a:moveTo>
                  <a:cubicBezTo>
                    <a:pt x="33" y="43"/>
                    <a:pt x="32" y="26"/>
                    <a:pt x="24" y="12"/>
                  </a:cubicBezTo>
                  <a:cubicBezTo>
                    <a:pt x="16" y="0"/>
                    <a:pt x="13" y="1"/>
                    <a:pt x="0" y="6"/>
                  </a:cubicBezTo>
                  <a:cubicBezTo>
                    <a:pt x="7" y="15"/>
                    <a:pt x="17" y="22"/>
                    <a:pt x="24" y="31"/>
                  </a:cubicBezTo>
                  <a:cubicBezTo>
                    <a:pt x="30" y="37"/>
                    <a:pt x="37" y="48"/>
                    <a:pt x="42" y="50"/>
                  </a:cubicBezTo>
                </a:path>
              </a:pathLst>
            </a:custGeom>
            <a:solidFill>
              <a:srgbClr val="E43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7" name="Freeform 734">
              <a:extLst>
                <a:ext uri="{FF2B5EF4-FFF2-40B4-BE49-F238E27FC236}">
                  <a16:creationId xmlns:a16="http://schemas.microsoft.com/office/drawing/2014/main" id="{6FDA7ACB-12CC-4A20-AEDE-8556F70E7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236"/>
              <a:ext cx="35" cy="54"/>
            </a:xfrm>
            <a:custGeom>
              <a:avLst/>
              <a:gdLst>
                <a:gd name="T0" fmla="*/ 2 w 44"/>
                <a:gd name="T1" fmla="*/ 39 h 63"/>
                <a:gd name="T2" fmla="*/ 11 w 44"/>
                <a:gd name="T3" fmla="*/ 11 h 63"/>
                <a:gd name="T4" fmla="*/ 16 w 44"/>
                <a:gd name="T5" fmla="*/ 0 h 63"/>
                <a:gd name="T6" fmla="*/ 21 w 44"/>
                <a:gd name="T7" fmla="*/ 4 h 63"/>
                <a:gd name="T8" fmla="*/ 15 w 44"/>
                <a:gd name="T9" fmla="*/ 18 h 63"/>
                <a:gd name="T10" fmla="*/ 0 w 44"/>
                <a:gd name="T11" fmla="*/ 3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3">
                  <a:moveTo>
                    <a:pt x="2" y="63"/>
                  </a:moveTo>
                  <a:cubicBezTo>
                    <a:pt x="4" y="49"/>
                    <a:pt x="15" y="30"/>
                    <a:pt x="21" y="17"/>
                  </a:cubicBezTo>
                  <a:cubicBezTo>
                    <a:pt x="24" y="11"/>
                    <a:pt x="28" y="4"/>
                    <a:pt x="32" y="0"/>
                  </a:cubicBezTo>
                  <a:cubicBezTo>
                    <a:pt x="35" y="2"/>
                    <a:pt x="42" y="3"/>
                    <a:pt x="43" y="7"/>
                  </a:cubicBezTo>
                  <a:cubicBezTo>
                    <a:pt x="44" y="11"/>
                    <a:pt x="32" y="26"/>
                    <a:pt x="30" y="29"/>
                  </a:cubicBezTo>
                  <a:cubicBezTo>
                    <a:pt x="22" y="41"/>
                    <a:pt x="11" y="52"/>
                    <a:pt x="0" y="61"/>
                  </a:cubicBezTo>
                </a:path>
              </a:pathLst>
            </a:custGeom>
            <a:solidFill>
              <a:srgbClr val="E43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8" name="Freeform 735">
              <a:extLst>
                <a:ext uri="{FF2B5EF4-FFF2-40B4-BE49-F238E27FC236}">
                  <a16:creationId xmlns:a16="http://schemas.microsoft.com/office/drawing/2014/main" id="{50A87A40-B676-4122-BACC-F7334AD38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416"/>
              <a:ext cx="32" cy="64"/>
            </a:xfrm>
            <a:custGeom>
              <a:avLst/>
              <a:gdLst>
                <a:gd name="T0" fmla="*/ 2 w 40"/>
                <a:gd name="T1" fmla="*/ 1 h 76"/>
                <a:gd name="T2" fmla="*/ 0 w 40"/>
                <a:gd name="T3" fmla="*/ 38 h 76"/>
                <a:gd name="T4" fmla="*/ 1 w 40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2" y="1"/>
                  </a:moveTo>
                  <a:cubicBezTo>
                    <a:pt x="7" y="11"/>
                    <a:pt x="40" y="76"/>
                    <a:pt x="0" y="64"/>
                  </a:cubicBezTo>
                  <a:cubicBezTo>
                    <a:pt x="3" y="47"/>
                    <a:pt x="9" y="17"/>
                    <a:pt x="1" y="0"/>
                  </a:cubicBezTo>
                </a:path>
              </a:pathLst>
            </a:custGeom>
            <a:solidFill>
              <a:srgbClr val="E43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9" name="Freeform 736">
              <a:extLst>
                <a:ext uri="{FF2B5EF4-FFF2-40B4-BE49-F238E27FC236}">
                  <a16:creationId xmlns:a16="http://schemas.microsoft.com/office/drawing/2014/main" id="{EAA4FB09-499B-4A3E-93CC-9A995CFB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3331"/>
              <a:ext cx="54" cy="20"/>
            </a:xfrm>
            <a:custGeom>
              <a:avLst/>
              <a:gdLst>
                <a:gd name="T0" fmla="*/ 0 w 68"/>
                <a:gd name="T1" fmla="*/ 11 h 24"/>
                <a:gd name="T2" fmla="*/ 21 w 68"/>
                <a:gd name="T3" fmla="*/ 5 h 24"/>
                <a:gd name="T4" fmla="*/ 33 w 68"/>
                <a:gd name="T5" fmla="*/ 0 h 24"/>
                <a:gd name="T6" fmla="*/ 33 w 68"/>
                <a:gd name="T7" fmla="*/ 11 h 24"/>
                <a:gd name="T8" fmla="*/ 21 w 68"/>
                <a:gd name="T9" fmla="*/ 13 h 24"/>
                <a:gd name="T10" fmla="*/ 0 w 68"/>
                <a:gd name="T11" fmla="*/ 1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4">
                  <a:moveTo>
                    <a:pt x="0" y="18"/>
                  </a:moveTo>
                  <a:cubicBezTo>
                    <a:pt x="12" y="19"/>
                    <a:pt x="32" y="12"/>
                    <a:pt x="43" y="8"/>
                  </a:cubicBezTo>
                  <a:cubicBezTo>
                    <a:pt x="50" y="5"/>
                    <a:pt x="58" y="0"/>
                    <a:pt x="65" y="0"/>
                  </a:cubicBezTo>
                  <a:cubicBezTo>
                    <a:pt x="65" y="5"/>
                    <a:pt x="68" y="15"/>
                    <a:pt x="64" y="18"/>
                  </a:cubicBezTo>
                  <a:cubicBezTo>
                    <a:pt x="61" y="21"/>
                    <a:pt x="46" y="20"/>
                    <a:pt x="41" y="21"/>
                  </a:cubicBezTo>
                  <a:cubicBezTo>
                    <a:pt x="27" y="23"/>
                    <a:pt x="14" y="24"/>
                    <a:pt x="0" y="22"/>
                  </a:cubicBezTo>
                </a:path>
              </a:pathLst>
            </a:custGeom>
            <a:solidFill>
              <a:srgbClr val="E43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0" name="Freeform 737">
              <a:extLst>
                <a:ext uri="{FF2B5EF4-FFF2-40B4-BE49-F238E27FC236}">
                  <a16:creationId xmlns:a16="http://schemas.microsoft.com/office/drawing/2014/main" id="{7EDE734E-AF8D-4419-9CDC-75CA1112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259"/>
              <a:ext cx="38" cy="49"/>
            </a:xfrm>
            <a:custGeom>
              <a:avLst/>
              <a:gdLst>
                <a:gd name="T0" fmla="*/ 2 w 47"/>
                <a:gd name="T1" fmla="*/ 29 h 57"/>
                <a:gd name="T2" fmla="*/ 7 w 47"/>
                <a:gd name="T3" fmla="*/ 7 h 57"/>
                <a:gd name="T4" fmla="*/ 23 w 47"/>
                <a:gd name="T5" fmla="*/ 0 h 57"/>
                <a:gd name="T6" fmla="*/ 2 w 47"/>
                <a:gd name="T7" fmla="*/ 3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7">
                  <a:moveTo>
                    <a:pt x="4" y="46"/>
                  </a:moveTo>
                  <a:cubicBezTo>
                    <a:pt x="0" y="35"/>
                    <a:pt x="5" y="19"/>
                    <a:pt x="13" y="11"/>
                  </a:cubicBezTo>
                  <a:cubicBezTo>
                    <a:pt x="22" y="3"/>
                    <a:pt x="33" y="3"/>
                    <a:pt x="43" y="0"/>
                  </a:cubicBezTo>
                  <a:cubicBezTo>
                    <a:pt x="47" y="16"/>
                    <a:pt x="24" y="57"/>
                    <a:pt x="3" y="4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1" name="Freeform 738">
              <a:extLst>
                <a:ext uri="{FF2B5EF4-FFF2-40B4-BE49-F238E27FC236}">
                  <a16:creationId xmlns:a16="http://schemas.microsoft.com/office/drawing/2014/main" id="{A028B5A1-F448-4334-A909-65ECD8704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3263"/>
              <a:ext cx="45" cy="49"/>
            </a:xfrm>
            <a:custGeom>
              <a:avLst/>
              <a:gdLst>
                <a:gd name="T0" fmla="*/ 29 w 56"/>
                <a:gd name="T1" fmla="*/ 28 h 57"/>
                <a:gd name="T2" fmla="*/ 0 w 56"/>
                <a:gd name="T3" fmla="*/ 9 h 57"/>
                <a:gd name="T4" fmla="*/ 29 w 56"/>
                <a:gd name="T5" fmla="*/ 29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7">
                  <a:moveTo>
                    <a:pt x="56" y="43"/>
                  </a:moveTo>
                  <a:cubicBezTo>
                    <a:pt x="49" y="26"/>
                    <a:pt x="19" y="0"/>
                    <a:pt x="0" y="14"/>
                  </a:cubicBezTo>
                  <a:cubicBezTo>
                    <a:pt x="4" y="37"/>
                    <a:pt x="34" y="57"/>
                    <a:pt x="56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2" name="Freeform 739">
              <a:extLst>
                <a:ext uri="{FF2B5EF4-FFF2-40B4-BE49-F238E27FC236}">
                  <a16:creationId xmlns:a16="http://schemas.microsoft.com/office/drawing/2014/main" id="{06C6A8FB-50FC-4424-A710-CFB133D0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360"/>
              <a:ext cx="51" cy="34"/>
            </a:xfrm>
            <a:custGeom>
              <a:avLst/>
              <a:gdLst>
                <a:gd name="T0" fmla="*/ 0 w 65"/>
                <a:gd name="T1" fmla="*/ 8 h 39"/>
                <a:gd name="T2" fmla="*/ 22 w 65"/>
                <a:gd name="T3" fmla="*/ 5 h 39"/>
                <a:gd name="T4" fmla="*/ 30 w 65"/>
                <a:gd name="T5" fmla="*/ 23 h 39"/>
                <a:gd name="T6" fmla="*/ 3 w 65"/>
                <a:gd name="T7" fmla="*/ 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9">
                  <a:moveTo>
                    <a:pt x="0" y="11"/>
                  </a:moveTo>
                  <a:cubicBezTo>
                    <a:pt x="12" y="2"/>
                    <a:pt x="32" y="0"/>
                    <a:pt x="46" y="8"/>
                  </a:cubicBezTo>
                  <a:cubicBezTo>
                    <a:pt x="53" y="13"/>
                    <a:pt x="65" y="24"/>
                    <a:pt x="63" y="34"/>
                  </a:cubicBezTo>
                  <a:cubicBezTo>
                    <a:pt x="41" y="39"/>
                    <a:pt x="21" y="25"/>
                    <a:pt x="7" y="1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3" name="Freeform 740">
              <a:extLst>
                <a:ext uri="{FF2B5EF4-FFF2-40B4-BE49-F238E27FC236}">
                  <a16:creationId xmlns:a16="http://schemas.microsoft.com/office/drawing/2014/main" id="{E0A77D66-81AF-4EBE-BFBA-B065018F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408"/>
              <a:ext cx="28" cy="56"/>
            </a:xfrm>
            <a:custGeom>
              <a:avLst/>
              <a:gdLst>
                <a:gd name="T0" fmla="*/ 11 w 35"/>
                <a:gd name="T1" fmla="*/ 3 h 66"/>
                <a:gd name="T2" fmla="*/ 0 w 35"/>
                <a:gd name="T3" fmla="*/ 22 h 66"/>
                <a:gd name="T4" fmla="*/ 3 w 35"/>
                <a:gd name="T5" fmla="*/ 41 h 66"/>
                <a:gd name="T6" fmla="*/ 11 w 35"/>
                <a:gd name="T7" fmla="*/ 32 h 66"/>
                <a:gd name="T8" fmla="*/ 17 w 35"/>
                <a:gd name="T9" fmla="*/ 20 h 66"/>
                <a:gd name="T10" fmla="*/ 11 w 35"/>
                <a:gd name="T11" fmla="*/ 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6">
                  <a:moveTo>
                    <a:pt x="21" y="3"/>
                  </a:moveTo>
                  <a:cubicBezTo>
                    <a:pt x="12" y="0"/>
                    <a:pt x="1" y="27"/>
                    <a:pt x="0" y="36"/>
                  </a:cubicBezTo>
                  <a:cubicBezTo>
                    <a:pt x="0" y="46"/>
                    <a:pt x="2" y="58"/>
                    <a:pt x="6" y="66"/>
                  </a:cubicBezTo>
                  <a:cubicBezTo>
                    <a:pt x="9" y="60"/>
                    <a:pt x="16" y="58"/>
                    <a:pt x="21" y="53"/>
                  </a:cubicBezTo>
                  <a:cubicBezTo>
                    <a:pt x="26" y="47"/>
                    <a:pt x="29" y="39"/>
                    <a:pt x="32" y="32"/>
                  </a:cubicBezTo>
                  <a:cubicBezTo>
                    <a:pt x="35" y="19"/>
                    <a:pt x="32" y="10"/>
                    <a:pt x="23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4" name="Freeform 741">
              <a:extLst>
                <a:ext uri="{FF2B5EF4-FFF2-40B4-BE49-F238E27FC236}">
                  <a16:creationId xmlns:a16="http://schemas.microsoft.com/office/drawing/2014/main" id="{FD42115B-4559-443A-893A-33AD6CC45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311"/>
              <a:ext cx="45" cy="52"/>
            </a:xfrm>
            <a:custGeom>
              <a:avLst/>
              <a:gdLst>
                <a:gd name="T0" fmla="*/ 0 w 56"/>
                <a:gd name="T1" fmla="*/ 37 h 61"/>
                <a:gd name="T2" fmla="*/ 11 w 56"/>
                <a:gd name="T3" fmla="*/ 7 h 61"/>
                <a:gd name="T4" fmla="*/ 28 w 56"/>
                <a:gd name="T5" fmla="*/ 10 h 61"/>
                <a:gd name="T6" fmla="*/ 17 w 56"/>
                <a:gd name="T7" fmla="*/ 27 h 61"/>
                <a:gd name="T8" fmla="*/ 7 w 56"/>
                <a:gd name="T9" fmla="*/ 34 h 61"/>
                <a:gd name="T10" fmla="*/ 0 w 56"/>
                <a:gd name="T11" fmla="*/ 37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1">
                  <a:moveTo>
                    <a:pt x="0" y="60"/>
                  </a:moveTo>
                  <a:cubicBezTo>
                    <a:pt x="1" y="43"/>
                    <a:pt x="8" y="21"/>
                    <a:pt x="22" y="10"/>
                  </a:cubicBezTo>
                  <a:cubicBezTo>
                    <a:pt x="31" y="4"/>
                    <a:pt x="54" y="0"/>
                    <a:pt x="55" y="17"/>
                  </a:cubicBezTo>
                  <a:cubicBezTo>
                    <a:pt x="56" y="28"/>
                    <a:pt x="40" y="40"/>
                    <a:pt x="32" y="45"/>
                  </a:cubicBezTo>
                  <a:cubicBezTo>
                    <a:pt x="27" y="49"/>
                    <a:pt x="20" y="52"/>
                    <a:pt x="14" y="55"/>
                  </a:cubicBezTo>
                  <a:cubicBezTo>
                    <a:pt x="10" y="56"/>
                    <a:pt x="1" y="61"/>
                    <a:pt x="0" y="6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5" name="Freeform 742">
              <a:extLst>
                <a:ext uri="{FF2B5EF4-FFF2-40B4-BE49-F238E27FC236}">
                  <a16:creationId xmlns:a16="http://schemas.microsoft.com/office/drawing/2014/main" id="{BCCF7ED4-85D6-4C60-B98C-0797951D7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337"/>
              <a:ext cx="58" cy="36"/>
            </a:xfrm>
            <a:custGeom>
              <a:avLst/>
              <a:gdLst>
                <a:gd name="T0" fmla="*/ 1 w 73"/>
                <a:gd name="T1" fmla="*/ 18 h 42"/>
                <a:gd name="T2" fmla="*/ 14 w 73"/>
                <a:gd name="T3" fmla="*/ 8 h 42"/>
                <a:gd name="T4" fmla="*/ 25 w 73"/>
                <a:gd name="T5" fmla="*/ 3 h 42"/>
                <a:gd name="T6" fmla="*/ 33 w 73"/>
                <a:gd name="T7" fmla="*/ 15 h 42"/>
                <a:gd name="T8" fmla="*/ 0 w 73"/>
                <a:gd name="T9" fmla="*/ 1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2">
                  <a:moveTo>
                    <a:pt x="1" y="29"/>
                  </a:moveTo>
                  <a:cubicBezTo>
                    <a:pt x="4" y="23"/>
                    <a:pt x="21" y="16"/>
                    <a:pt x="28" y="12"/>
                  </a:cubicBezTo>
                  <a:cubicBezTo>
                    <a:pt x="35" y="9"/>
                    <a:pt x="42" y="4"/>
                    <a:pt x="49" y="3"/>
                  </a:cubicBezTo>
                  <a:cubicBezTo>
                    <a:pt x="62" y="0"/>
                    <a:pt x="73" y="10"/>
                    <a:pt x="67" y="23"/>
                  </a:cubicBezTo>
                  <a:cubicBezTo>
                    <a:pt x="60" y="39"/>
                    <a:pt x="7" y="42"/>
                    <a:pt x="0" y="2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6" name="Freeform 743">
              <a:extLst>
                <a:ext uri="{FF2B5EF4-FFF2-40B4-BE49-F238E27FC236}">
                  <a16:creationId xmlns:a16="http://schemas.microsoft.com/office/drawing/2014/main" id="{D17A296C-C609-46FE-8644-A1B6C3A9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37"/>
              <a:ext cx="35" cy="29"/>
            </a:xfrm>
            <a:custGeom>
              <a:avLst/>
              <a:gdLst>
                <a:gd name="T0" fmla="*/ 19 w 45"/>
                <a:gd name="T1" fmla="*/ 11 h 35"/>
                <a:gd name="T2" fmla="*/ 20 w 45"/>
                <a:gd name="T3" fmla="*/ 2 h 35"/>
                <a:gd name="T4" fmla="*/ 18 w 45"/>
                <a:gd name="T5" fmla="*/ 2 h 35"/>
                <a:gd name="T6" fmla="*/ 18 w 45"/>
                <a:gd name="T7" fmla="*/ 1 h 35"/>
                <a:gd name="T8" fmla="*/ 13 w 45"/>
                <a:gd name="T9" fmla="*/ 2 h 35"/>
                <a:gd name="T10" fmla="*/ 11 w 45"/>
                <a:gd name="T11" fmla="*/ 5 h 35"/>
                <a:gd name="T12" fmla="*/ 7 w 45"/>
                <a:gd name="T13" fmla="*/ 5 h 35"/>
                <a:gd name="T14" fmla="*/ 4 w 45"/>
                <a:gd name="T15" fmla="*/ 10 h 35"/>
                <a:gd name="T16" fmla="*/ 18 w 45"/>
                <a:gd name="T17" fmla="*/ 12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5">
                  <a:moveTo>
                    <a:pt x="40" y="19"/>
                  </a:moveTo>
                  <a:cubicBezTo>
                    <a:pt x="45" y="15"/>
                    <a:pt x="45" y="9"/>
                    <a:pt x="42" y="5"/>
                  </a:cubicBezTo>
                  <a:cubicBezTo>
                    <a:pt x="41" y="4"/>
                    <a:pt x="40" y="4"/>
                    <a:pt x="39" y="4"/>
                  </a:cubicBezTo>
                  <a:cubicBezTo>
                    <a:pt x="38" y="3"/>
                    <a:pt x="39" y="1"/>
                    <a:pt x="38" y="1"/>
                  </a:cubicBezTo>
                  <a:cubicBezTo>
                    <a:pt x="35" y="0"/>
                    <a:pt x="31" y="2"/>
                    <a:pt x="28" y="4"/>
                  </a:cubicBezTo>
                  <a:cubicBezTo>
                    <a:pt x="26" y="5"/>
                    <a:pt x="25" y="7"/>
                    <a:pt x="23" y="8"/>
                  </a:cubicBezTo>
                  <a:cubicBezTo>
                    <a:pt x="20" y="9"/>
                    <a:pt x="18" y="7"/>
                    <a:pt x="15" y="8"/>
                  </a:cubicBezTo>
                  <a:cubicBezTo>
                    <a:pt x="13" y="10"/>
                    <a:pt x="9" y="15"/>
                    <a:pt x="8" y="17"/>
                  </a:cubicBezTo>
                  <a:cubicBezTo>
                    <a:pt x="0" y="35"/>
                    <a:pt x="33" y="27"/>
                    <a:pt x="39" y="20"/>
                  </a:cubicBezTo>
                </a:path>
              </a:pathLst>
            </a:custGeom>
            <a:solidFill>
              <a:srgbClr val="EC7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7" name="Freeform 744">
              <a:extLst>
                <a:ext uri="{FF2B5EF4-FFF2-40B4-BE49-F238E27FC236}">
                  <a16:creationId xmlns:a16="http://schemas.microsoft.com/office/drawing/2014/main" id="{184BCFB6-DB5F-421D-9E67-BDD17524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334"/>
              <a:ext cx="25" cy="25"/>
            </a:xfrm>
            <a:custGeom>
              <a:avLst/>
              <a:gdLst>
                <a:gd name="T0" fmla="*/ 16 w 31"/>
                <a:gd name="T1" fmla="*/ 6 h 30"/>
                <a:gd name="T2" fmla="*/ 10 w 31"/>
                <a:gd name="T3" fmla="*/ 8 h 30"/>
                <a:gd name="T4" fmla="*/ 2 w 31"/>
                <a:gd name="T5" fmla="*/ 11 h 30"/>
                <a:gd name="T6" fmla="*/ 9 w 31"/>
                <a:gd name="T7" fmla="*/ 13 h 30"/>
                <a:gd name="T8" fmla="*/ 16 w 31"/>
                <a:gd name="T9" fmla="*/ 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1" y="10"/>
                  </a:moveTo>
                  <a:cubicBezTo>
                    <a:pt x="31" y="0"/>
                    <a:pt x="23" y="12"/>
                    <a:pt x="20" y="13"/>
                  </a:cubicBezTo>
                  <a:cubicBezTo>
                    <a:pt x="13" y="15"/>
                    <a:pt x="6" y="11"/>
                    <a:pt x="4" y="18"/>
                  </a:cubicBezTo>
                  <a:cubicBezTo>
                    <a:pt x="0" y="30"/>
                    <a:pt x="10" y="23"/>
                    <a:pt x="17" y="21"/>
                  </a:cubicBezTo>
                  <a:cubicBezTo>
                    <a:pt x="23" y="20"/>
                    <a:pt x="28" y="16"/>
                    <a:pt x="31" y="10"/>
                  </a:cubicBezTo>
                </a:path>
              </a:pathLst>
            </a:custGeom>
            <a:solidFill>
              <a:srgbClr val="F5A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8" name="Freeform 745">
              <a:extLst>
                <a:ext uri="{FF2B5EF4-FFF2-40B4-BE49-F238E27FC236}">
                  <a16:creationId xmlns:a16="http://schemas.microsoft.com/office/drawing/2014/main" id="{B1CA5F59-3A5B-41CC-8A07-86B36BEAD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339"/>
              <a:ext cx="24" cy="19"/>
            </a:xfrm>
            <a:custGeom>
              <a:avLst/>
              <a:gdLst>
                <a:gd name="T0" fmla="*/ 15 w 30"/>
                <a:gd name="T1" fmla="*/ 1 h 22"/>
                <a:gd name="T2" fmla="*/ 14 w 30"/>
                <a:gd name="T3" fmla="*/ 1 h 22"/>
                <a:gd name="T4" fmla="*/ 14 w 30"/>
                <a:gd name="T5" fmla="*/ 2 h 22"/>
                <a:gd name="T6" fmla="*/ 11 w 30"/>
                <a:gd name="T7" fmla="*/ 3 h 22"/>
                <a:gd name="T8" fmla="*/ 9 w 30"/>
                <a:gd name="T9" fmla="*/ 5 h 22"/>
                <a:gd name="T10" fmla="*/ 6 w 30"/>
                <a:gd name="T11" fmla="*/ 8 h 22"/>
                <a:gd name="T12" fmla="*/ 2 w 30"/>
                <a:gd name="T13" fmla="*/ 10 h 22"/>
                <a:gd name="T14" fmla="*/ 0 w 30"/>
                <a:gd name="T15" fmla="*/ 1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">
                  <a:moveTo>
                    <a:pt x="30" y="1"/>
                  </a:moveTo>
                  <a:cubicBezTo>
                    <a:pt x="30" y="0"/>
                    <a:pt x="30" y="1"/>
                    <a:pt x="29" y="1"/>
                  </a:cubicBezTo>
                  <a:cubicBezTo>
                    <a:pt x="28" y="2"/>
                    <a:pt x="28" y="1"/>
                    <a:pt x="27" y="2"/>
                  </a:cubicBezTo>
                  <a:cubicBezTo>
                    <a:pt x="24" y="2"/>
                    <a:pt x="24" y="3"/>
                    <a:pt x="23" y="5"/>
                  </a:cubicBezTo>
                  <a:cubicBezTo>
                    <a:pt x="22" y="7"/>
                    <a:pt x="19" y="7"/>
                    <a:pt x="17" y="8"/>
                  </a:cubicBezTo>
                  <a:cubicBezTo>
                    <a:pt x="15" y="9"/>
                    <a:pt x="13" y="10"/>
                    <a:pt x="11" y="11"/>
                  </a:cubicBezTo>
                  <a:cubicBezTo>
                    <a:pt x="8" y="12"/>
                    <a:pt x="5" y="13"/>
                    <a:pt x="3" y="16"/>
                  </a:cubicBezTo>
                  <a:cubicBezTo>
                    <a:pt x="2" y="17"/>
                    <a:pt x="0" y="20"/>
                    <a:pt x="0" y="22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9" name="Freeform 746">
              <a:extLst>
                <a:ext uri="{FF2B5EF4-FFF2-40B4-BE49-F238E27FC236}">
                  <a16:creationId xmlns:a16="http://schemas.microsoft.com/office/drawing/2014/main" id="{B23B6041-68A0-4AEA-BC7E-9795DDB4D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338"/>
              <a:ext cx="25" cy="20"/>
            </a:xfrm>
            <a:custGeom>
              <a:avLst/>
              <a:gdLst>
                <a:gd name="T0" fmla="*/ 16 w 31"/>
                <a:gd name="T1" fmla="*/ 0 h 23"/>
                <a:gd name="T2" fmla="*/ 13 w 31"/>
                <a:gd name="T3" fmla="*/ 7 h 23"/>
                <a:gd name="T4" fmla="*/ 9 w 31"/>
                <a:gd name="T5" fmla="*/ 10 h 23"/>
                <a:gd name="T6" fmla="*/ 4 w 31"/>
                <a:gd name="T7" fmla="*/ 12 h 23"/>
                <a:gd name="T8" fmla="*/ 0 w 31"/>
                <a:gd name="T9" fmla="*/ 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31" y="0"/>
                  </a:moveTo>
                  <a:cubicBezTo>
                    <a:pt x="28" y="3"/>
                    <a:pt x="28" y="7"/>
                    <a:pt x="25" y="10"/>
                  </a:cubicBezTo>
                  <a:cubicBezTo>
                    <a:pt x="23" y="12"/>
                    <a:pt x="19" y="14"/>
                    <a:pt x="17" y="16"/>
                  </a:cubicBezTo>
                  <a:cubicBezTo>
                    <a:pt x="13" y="18"/>
                    <a:pt x="10" y="17"/>
                    <a:pt x="7" y="18"/>
                  </a:cubicBezTo>
                  <a:cubicBezTo>
                    <a:pt x="5" y="19"/>
                    <a:pt x="1" y="22"/>
                    <a:pt x="0" y="23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0" name="Freeform 747">
              <a:extLst>
                <a:ext uri="{FF2B5EF4-FFF2-40B4-BE49-F238E27FC236}">
                  <a16:creationId xmlns:a16="http://schemas.microsoft.com/office/drawing/2014/main" id="{8798B65A-63B9-4DD1-83D1-D4A3EAFFC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261"/>
              <a:ext cx="25" cy="27"/>
            </a:xfrm>
            <a:custGeom>
              <a:avLst/>
              <a:gdLst>
                <a:gd name="T0" fmla="*/ 16 w 31"/>
                <a:gd name="T1" fmla="*/ 3 h 32"/>
                <a:gd name="T2" fmla="*/ 2 w 31"/>
                <a:gd name="T3" fmla="*/ 19 h 32"/>
                <a:gd name="T4" fmla="*/ 8 w 31"/>
                <a:gd name="T5" fmla="*/ 8 h 32"/>
                <a:gd name="T6" fmla="*/ 15 w 31"/>
                <a:gd name="T7" fmla="*/ 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31" y="4"/>
                  </a:moveTo>
                  <a:cubicBezTo>
                    <a:pt x="20" y="0"/>
                    <a:pt x="0" y="19"/>
                    <a:pt x="5" y="32"/>
                  </a:cubicBezTo>
                  <a:cubicBezTo>
                    <a:pt x="10" y="27"/>
                    <a:pt x="11" y="19"/>
                    <a:pt x="15" y="14"/>
                  </a:cubicBezTo>
                  <a:cubicBezTo>
                    <a:pt x="19" y="9"/>
                    <a:pt x="24" y="5"/>
                    <a:pt x="29" y="2"/>
                  </a:cubicBezTo>
                </a:path>
              </a:pathLst>
            </a:custGeom>
            <a:solidFill>
              <a:srgbClr val="76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1" name="Freeform 748">
              <a:extLst>
                <a:ext uri="{FF2B5EF4-FFF2-40B4-BE49-F238E27FC236}">
                  <a16:creationId xmlns:a16="http://schemas.microsoft.com/office/drawing/2014/main" id="{8BB56CEA-F1DC-473E-9FE5-3020819CD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275"/>
              <a:ext cx="28" cy="16"/>
            </a:xfrm>
            <a:custGeom>
              <a:avLst/>
              <a:gdLst>
                <a:gd name="T0" fmla="*/ 2 w 35"/>
                <a:gd name="T1" fmla="*/ 1 h 18"/>
                <a:gd name="T2" fmla="*/ 17 w 35"/>
                <a:gd name="T3" fmla="*/ 12 h 18"/>
                <a:gd name="T4" fmla="*/ 0 w 35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">
                  <a:moveTo>
                    <a:pt x="2" y="1"/>
                  </a:moveTo>
                  <a:cubicBezTo>
                    <a:pt x="8" y="0"/>
                    <a:pt x="35" y="10"/>
                    <a:pt x="32" y="18"/>
                  </a:cubicBezTo>
                  <a:cubicBezTo>
                    <a:pt x="22" y="11"/>
                    <a:pt x="10" y="7"/>
                    <a:pt x="0" y="2"/>
                  </a:cubicBezTo>
                </a:path>
              </a:pathLst>
            </a:custGeom>
            <a:solidFill>
              <a:srgbClr val="76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2" name="Freeform 749">
              <a:extLst>
                <a:ext uri="{FF2B5EF4-FFF2-40B4-BE49-F238E27FC236}">
                  <a16:creationId xmlns:a16="http://schemas.microsoft.com/office/drawing/2014/main" id="{CD847B04-5791-4C53-BE3B-4BAA9E605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365"/>
              <a:ext cx="27" cy="13"/>
            </a:xfrm>
            <a:custGeom>
              <a:avLst/>
              <a:gdLst>
                <a:gd name="T0" fmla="*/ 0 w 34"/>
                <a:gd name="T1" fmla="*/ 3 h 15"/>
                <a:gd name="T2" fmla="*/ 17 w 34"/>
                <a:gd name="T3" fmla="*/ 10 h 15"/>
                <a:gd name="T4" fmla="*/ 8 w 34"/>
                <a:gd name="T5" fmla="*/ 4 h 15"/>
                <a:gd name="T6" fmla="*/ 2 w 34"/>
                <a:gd name="T7" fmla="*/ 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5">
                  <a:moveTo>
                    <a:pt x="0" y="3"/>
                  </a:moveTo>
                  <a:cubicBezTo>
                    <a:pt x="6" y="0"/>
                    <a:pt x="34" y="5"/>
                    <a:pt x="34" y="15"/>
                  </a:cubicBezTo>
                  <a:cubicBezTo>
                    <a:pt x="28" y="13"/>
                    <a:pt x="21" y="10"/>
                    <a:pt x="16" y="7"/>
                  </a:cubicBezTo>
                  <a:cubicBezTo>
                    <a:pt x="11" y="5"/>
                    <a:pt x="7" y="1"/>
                    <a:pt x="2" y="2"/>
                  </a:cubicBezTo>
                </a:path>
              </a:pathLst>
            </a:custGeom>
            <a:solidFill>
              <a:srgbClr val="76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3" name="Freeform 750">
              <a:extLst>
                <a:ext uri="{FF2B5EF4-FFF2-40B4-BE49-F238E27FC236}">
                  <a16:creationId xmlns:a16="http://schemas.microsoft.com/office/drawing/2014/main" id="{BC11A324-B9EB-4C2A-886F-49174843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417"/>
              <a:ext cx="15" cy="30"/>
            </a:xfrm>
            <a:custGeom>
              <a:avLst/>
              <a:gdLst>
                <a:gd name="T0" fmla="*/ 11 w 18"/>
                <a:gd name="T1" fmla="*/ 0 h 35"/>
                <a:gd name="T2" fmla="*/ 4 w 18"/>
                <a:gd name="T3" fmla="*/ 22 h 35"/>
                <a:gd name="T4" fmla="*/ 9 w 18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">
                  <a:moveTo>
                    <a:pt x="18" y="0"/>
                  </a:moveTo>
                  <a:cubicBezTo>
                    <a:pt x="12" y="7"/>
                    <a:pt x="0" y="26"/>
                    <a:pt x="7" y="35"/>
                  </a:cubicBezTo>
                  <a:cubicBezTo>
                    <a:pt x="15" y="28"/>
                    <a:pt x="7" y="11"/>
                    <a:pt x="16" y="5"/>
                  </a:cubicBezTo>
                </a:path>
              </a:pathLst>
            </a:custGeom>
            <a:solidFill>
              <a:srgbClr val="76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4" name="Freeform 751">
              <a:extLst>
                <a:ext uri="{FF2B5EF4-FFF2-40B4-BE49-F238E27FC236}">
                  <a16:creationId xmlns:a16="http://schemas.microsoft.com/office/drawing/2014/main" id="{A93D97EB-FFAF-489C-B771-CC463F125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319"/>
              <a:ext cx="31" cy="15"/>
            </a:xfrm>
            <a:custGeom>
              <a:avLst/>
              <a:gdLst>
                <a:gd name="T0" fmla="*/ 0 w 39"/>
                <a:gd name="T1" fmla="*/ 11 h 17"/>
                <a:gd name="T2" fmla="*/ 7 w 39"/>
                <a:gd name="T3" fmla="*/ 3 h 17"/>
                <a:gd name="T4" fmla="*/ 17 w 39"/>
                <a:gd name="T5" fmla="*/ 3 h 17"/>
                <a:gd name="T6" fmla="*/ 10 w 39"/>
                <a:gd name="T7" fmla="*/ 4 h 17"/>
                <a:gd name="T8" fmla="*/ 2 w 39"/>
                <a:gd name="T9" fmla="*/ 1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7">
                  <a:moveTo>
                    <a:pt x="0" y="17"/>
                  </a:moveTo>
                  <a:cubicBezTo>
                    <a:pt x="1" y="10"/>
                    <a:pt x="8" y="5"/>
                    <a:pt x="14" y="3"/>
                  </a:cubicBezTo>
                  <a:cubicBezTo>
                    <a:pt x="18" y="2"/>
                    <a:pt x="31" y="0"/>
                    <a:pt x="33" y="3"/>
                  </a:cubicBezTo>
                  <a:cubicBezTo>
                    <a:pt x="39" y="11"/>
                    <a:pt x="22" y="6"/>
                    <a:pt x="19" y="5"/>
                  </a:cubicBezTo>
                  <a:cubicBezTo>
                    <a:pt x="13" y="5"/>
                    <a:pt x="5" y="7"/>
                    <a:pt x="2" y="14"/>
                  </a:cubicBezTo>
                </a:path>
              </a:pathLst>
            </a:custGeom>
            <a:solidFill>
              <a:srgbClr val="76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5" name="Freeform 752">
              <a:extLst>
                <a:ext uri="{FF2B5EF4-FFF2-40B4-BE49-F238E27FC236}">
                  <a16:creationId xmlns:a16="http://schemas.microsoft.com/office/drawing/2014/main" id="{613CDA24-03E1-4310-86A8-B9954DD65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342"/>
              <a:ext cx="25" cy="22"/>
            </a:xfrm>
            <a:custGeom>
              <a:avLst/>
              <a:gdLst>
                <a:gd name="T0" fmla="*/ 12 w 32"/>
                <a:gd name="T1" fmla="*/ 2 h 26"/>
                <a:gd name="T2" fmla="*/ 10 w 32"/>
                <a:gd name="T3" fmla="*/ 3 h 26"/>
                <a:gd name="T4" fmla="*/ 12 w 32"/>
                <a:gd name="T5" fmla="*/ 8 h 26"/>
                <a:gd name="T6" fmla="*/ 0 w 32"/>
                <a:gd name="T7" fmla="*/ 16 h 26"/>
                <a:gd name="T8" fmla="*/ 4 w 32"/>
                <a:gd name="T9" fmla="*/ 14 h 26"/>
                <a:gd name="T10" fmla="*/ 9 w 32"/>
                <a:gd name="T11" fmla="*/ 13 h 26"/>
                <a:gd name="T12" fmla="*/ 13 w 32"/>
                <a:gd name="T13" fmla="*/ 8 h 26"/>
                <a:gd name="T14" fmla="*/ 12 w 32"/>
                <a:gd name="T15" fmla="*/ 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6">
                  <a:moveTo>
                    <a:pt x="24" y="2"/>
                  </a:moveTo>
                  <a:cubicBezTo>
                    <a:pt x="21" y="0"/>
                    <a:pt x="17" y="2"/>
                    <a:pt x="21" y="4"/>
                  </a:cubicBezTo>
                  <a:cubicBezTo>
                    <a:pt x="25" y="6"/>
                    <a:pt x="27" y="8"/>
                    <a:pt x="24" y="13"/>
                  </a:cubicBezTo>
                  <a:cubicBezTo>
                    <a:pt x="20" y="21"/>
                    <a:pt x="8" y="22"/>
                    <a:pt x="0" y="26"/>
                  </a:cubicBezTo>
                  <a:cubicBezTo>
                    <a:pt x="3" y="26"/>
                    <a:pt x="6" y="24"/>
                    <a:pt x="9" y="24"/>
                  </a:cubicBezTo>
                  <a:cubicBezTo>
                    <a:pt x="13" y="23"/>
                    <a:pt x="16" y="22"/>
                    <a:pt x="19" y="21"/>
                  </a:cubicBezTo>
                  <a:cubicBezTo>
                    <a:pt x="23" y="20"/>
                    <a:pt x="26" y="18"/>
                    <a:pt x="28" y="14"/>
                  </a:cubicBezTo>
                  <a:cubicBezTo>
                    <a:pt x="32" y="9"/>
                    <a:pt x="28" y="6"/>
                    <a:pt x="24" y="2"/>
                  </a:cubicBezTo>
                </a:path>
              </a:pathLst>
            </a:custGeom>
            <a:solidFill>
              <a:srgbClr val="76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6" name="Freeform 753">
              <a:extLst>
                <a:ext uri="{FF2B5EF4-FFF2-40B4-BE49-F238E27FC236}">
                  <a16:creationId xmlns:a16="http://schemas.microsoft.com/office/drawing/2014/main" id="{817B0D89-3E46-4D19-94DB-FAC4E338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195"/>
              <a:ext cx="294" cy="314"/>
            </a:xfrm>
            <a:custGeom>
              <a:avLst/>
              <a:gdLst>
                <a:gd name="T0" fmla="*/ 162 w 368"/>
                <a:gd name="T1" fmla="*/ 168 h 369"/>
                <a:gd name="T2" fmla="*/ 48 w 368"/>
                <a:gd name="T3" fmla="*/ 197 h 369"/>
                <a:gd name="T4" fmla="*/ 25 w 368"/>
                <a:gd name="T5" fmla="*/ 59 h 369"/>
                <a:gd name="T6" fmla="*/ 139 w 368"/>
                <a:gd name="T7" fmla="*/ 31 h 369"/>
                <a:gd name="T8" fmla="*/ 162 w 368"/>
                <a:gd name="T9" fmla="*/ 168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8" h="369">
                  <a:moveTo>
                    <a:pt x="318" y="274"/>
                  </a:moveTo>
                  <a:cubicBezTo>
                    <a:pt x="269" y="349"/>
                    <a:pt x="168" y="369"/>
                    <a:pt x="94" y="319"/>
                  </a:cubicBezTo>
                  <a:cubicBezTo>
                    <a:pt x="20" y="270"/>
                    <a:pt x="0" y="169"/>
                    <a:pt x="49" y="95"/>
                  </a:cubicBezTo>
                  <a:cubicBezTo>
                    <a:pt x="99" y="21"/>
                    <a:pt x="199" y="0"/>
                    <a:pt x="273" y="50"/>
                  </a:cubicBezTo>
                  <a:cubicBezTo>
                    <a:pt x="348" y="99"/>
                    <a:pt x="368" y="200"/>
                    <a:pt x="318" y="274"/>
                  </a:cubicBezTo>
                  <a:close/>
                </a:path>
              </a:pathLst>
            </a:custGeom>
            <a:noFill/>
            <a:ln w="12700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7" name="Freeform 754">
              <a:extLst>
                <a:ext uri="{FF2B5EF4-FFF2-40B4-BE49-F238E27FC236}">
                  <a16:creationId xmlns:a16="http://schemas.microsoft.com/office/drawing/2014/main" id="{31F6BE38-E450-41D6-B318-11C90070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374"/>
              <a:ext cx="76" cy="108"/>
            </a:xfrm>
            <a:custGeom>
              <a:avLst/>
              <a:gdLst>
                <a:gd name="T0" fmla="*/ 32 w 96"/>
                <a:gd name="T1" fmla="*/ 0 h 127"/>
                <a:gd name="T2" fmla="*/ 30 w 96"/>
                <a:gd name="T3" fmla="*/ 44 h 127"/>
                <a:gd name="T4" fmla="*/ 0 w 96"/>
                <a:gd name="T5" fmla="*/ 66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27">
                  <a:moveTo>
                    <a:pt x="65" y="0"/>
                  </a:moveTo>
                  <a:cubicBezTo>
                    <a:pt x="65" y="0"/>
                    <a:pt x="96" y="14"/>
                    <a:pt x="60" y="72"/>
                  </a:cubicBezTo>
                  <a:cubicBezTo>
                    <a:pt x="26" y="127"/>
                    <a:pt x="0" y="108"/>
                    <a:pt x="0" y="108"/>
                  </a:cubicBezTo>
                </a:path>
              </a:pathLst>
            </a:custGeom>
            <a:noFill/>
            <a:ln w="12700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8" name="Freeform 755">
              <a:extLst>
                <a:ext uri="{FF2B5EF4-FFF2-40B4-BE49-F238E27FC236}">
                  <a16:creationId xmlns:a16="http://schemas.microsoft.com/office/drawing/2014/main" id="{C388B818-3113-443F-A740-A4CB0290F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226"/>
              <a:ext cx="76" cy="110"/>
            </a:xfrm>
            <a:custGeom>
              <a:avLst/>
              <a:gdLst>
                <a:gd name="T0" fmla="*/ 49 w 95"/>
                <a:gd name="T1" fmla="*/ 14 h 129"/>
                <a:gd name="T2" fmla="*/ 17 w 95"/>
                <a:gd name="T3" fmla="*/ 37 h 129"/>
                <a:gd name="T4" fmla="*/ 14 w 95"/>
                <a:gd name="T5" fmla="*/ 80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29">
                  <a:moveTo>
                    <a:pt x="95" y="22"/>
                  </a:moveTo>
                  <a:cubicBezTo>
                    <a:pt x="95" y="22"/>
                    <a:pt x="68" y="0"/>
                    <a:pt x="33" y="59"/>
                  </a:cubicBezTo>
                  <a:cubicBezTo>
                    <a:pt x="0" y="115"/>
                    <a:pt x="29" y="129"/>
                    <a:pt x="29" y="129"/>
                  </a:cubicBezTo>
                </a:path>
              </a:pathLst>
            </a:custGeom>
            <a:noFill/>
            <a:ln w="12700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9" name="Freeform 756">
              <a:extLst>
                <a:ext uri="{FF2B5EF4-FFF2-40B4-BE49-F238E27FC236}">
                  <a16:creationId xmlns:a16="http://schemas.microsoft.com/office/drawing/2014/main" id="{CA3FFE21-E4DF-43A2-B5A3-32EDE8BC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515"/>
              <a:ext cx="175" cy="203"/>
            </a:xfrm>
            <a:custGeom>
              <a:avLst/>
              <a:gdLst>
                <a:gd name="T0" fmla="*/ 0 w 175"/>
                <a:gd name="T1" fmla="*/ 203 h 203"/>
                <a:gd name="T2" fmla="*/ 150 w 175"/>
                <a:gd name="T3" fmla="*/ 0 h 203"/>
                <a:gd name="T4" fmla="*/ 175 w 175"/>
                <a:gd name="T5" fmla="*/ 0 h 203"/>
                <a:gd name="T6" fmla="*/ 28 w 175"/>
                <a:gd name="T7" fmla="*/ 202 h 203"/>
                <a:gd name="T8" fmla="*/ 0 w 175"/>
                <a:gd name="T9" fmla="*/ 203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203">
                  <a:moveTo>
                    <a:pt x="0" y="203"/>
                  </a:moveTo>
                  <a:lnTo>
                    <a:pt x="150" y="0"/>
                  </a:lnTo>
                  <a:lnTo>
                    <a:pt x="175" y="0"/>
                  </a:lnTo>
                  <a:lnTo>
                    <a:pt x="28" y="202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EE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0" name="Freeform 757">
              <a:extLst>
                <a:ext uri="{FF2B5EF4-FFF2-40B4-BE49-F238E27FC236}">
                  <a16:creationId xmlns:a16="http://schemas.microsoft.com/office/drawing/2014/main" id="{FAAD6816-4B62-4ACE-9803-928DC2DE8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3515"/>
              <a:ext cx="174" cy="203"/>
            </a:xfrm>
            <a:custGeom>
              <a:avLst/>
              <a:gdLst>
                <a:gd name="T0" fmla="*/ 0 w 174"/>
                <a:gd name="T1" fmla="*/ 203 h 203"/>
                <a:gd name="T2" fmla="*/ 149 w 174"/>
                <a:gd name="T3" fmla="*/ 0 h 203"/>
                <a:gd name="T4" fmla="*/ 174 w 174"/>
                <a:gd name="T5" fmla="*/ 0 h 203"/>
                <a:gd name="T6" fmla="*/ 27 w 174"/>
                <a:gd name="T7" fmla="*/ 202 h 203"/>
                <a:gd name="T8" fmla="*/ 0 w 174"/>
                <a:gd name="T9" fmla="*/ 203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203">
                  <a:moveTo>
                    <a:pt x="0" y="203"/>
                  </a:moveTo>
                  <a:lnTo>
                    <a:pt x="149" y="0"/>
                  </a:lnTo>
                  <a:lnTo>
                    <a:pt x="174" y="0"/>
                  </a:lnTo>
                  <a:lnTo>
                    <a:pt x="27" y="202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EE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1" name="Freeform 758">
              <a:extLst>
                <a:ext uri="{FF2B5EF4-FFF2-40B4-BE49-F238E27FC236}">
                  <a16:creationId xmlns:a16="http://schemas.microsoft.com/office/drawing/2014/main" id="{793A055B-887A-4A57-94FE-26092DDB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515"/>
              <a:ext cx="174" cy="203"/>
            </a:xfrm>
            <a:custGeom>
              <a:avLst/>
              <a:gdLst>
                <a:gd name="T0" fmla="*/ 0 w 174"/>
                <a:gd name="T1" fmla="*/ 203 h 203"/>
                <a:gd name="T2" fmla="*/ 150 w 174"/>
                <a:gd name="T3" fmla="*/ 0 h 203"/>
                <a:gd name="T4" fmla="*/ 174 w 174"/>
                <a:gd name="T5" fmla="*/ 0 h 203"/>
                <a:gd name="T6" fmla="*/ 28 w 174"/>
                <a:gd name="T7" fmla="*/ 202 h 203"/>
                <a:gd name="T8" fmla="*/ 0 w 174"/>
                <a:gd name="T9" fmla="*/ 203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203">
                  <a:moveTo>
                    <a:pt x="0" y="203"/>
                  </a:moveTo>
                  <a:lnTo>
                    <a:pt x="150" y="0"/>
                  </a:lnTo>
                  <a:lnTo>
                    <a:pt x="174" y="0"/>
                  </a:lnTo>
                  <a:lnTo>
                    <a:pt x="28" y="202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EE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2" name="Freeform 759">
              <a:extLst>
                <a:ext uri="{FF2B5EF4-FFF2-40B4-BE49-F238E27FC236}">
                  <a16:creationId xmlns:a16="http://schemas.microsoft.com/office/drawing/2014/main" id="{29B2EE77-F83A-482E-A0C8-7C2C00FD4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515"/>
              <a:ext cx="160" cy="203"/>
            </a:xfrm>
            <a:custGeom>
              <a:avLst/>
              <a:gdLst>
                <a:gd name="T0" fmla="*/ 0 w 160"/>
                <a:gd name="T1" fmla="*/ 203 h 203"/>
                <a:gd name="T2" fmla="*/ 150 w 160"/>
                <a:gd name="T3" fmla="*/ 0 h 203"/>
                <a:gd name="T4" fmla="*/ 160 w 160"/>
                <a:gd name="T5" fmla="*/ 0 h 203"/>
                <a:gd name="T6" fmla="*/ 13 w 160"/>
                <a:gd name="T7" fmla="*/ 202 h 203"/>
                <a:gd name="T8" fmla="*/ 0 w 160"/>
                <a:gd name="T9" fmla="*/ 203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203">
                  <a:moveTo>
                    <a:pt x="0" y="203"/>
                  </a:moveTo>
                  <a:lnTo>
                    <a:pt x="150" y="0"/>
                  </a:lnTo>
                  <a:lnTo>
                    <a:pt x="160" y="0"/>
                  </a:lnTo>
                  <a:lnTo>
                    <a:pt x="13" y="202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EE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3" name="Freeform 760">
              <a:extLst>
                <a:ext uri="{FF2B5EF4-FFF2-40B4-BE49-F238E27FC236}">
                  <a16:creationId xmlns:a16="http://schemas.microsoft.com/office/drawing/2014/main" id="{D820F5FA-3075-4FA0-9D11-CD722839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515"/>
              <a:ext cx="161" cy="203"/>
            </a:xfrm>
            <a:custGeom>
              <a:avLst/>
              <a:gdLst>
                <a:gd name="T0" fmla="*/ 0 w 161"/>
                <a:gd name="T1" fmla="*/ 203 h 203"/>
                <a:gd name="T2" fmla="*/ 150 w 161"/>
                <a:gd name="T3" fmla="*/ 0 h 203"/>
                <a:gd name="T4" fmla="*/ 161 w 161"/>
                <a:gd name="T5" fmla="*/ 0 h 203"/>
                <a:gd name="T6" fmla="*/ 14 w 161"/>
                <a:gd name="T7" fmla="*/ 202 h 203"/>
                <a:gd name="T8" fmla="*/ 0 w 161"/>
                <a:gd name="T9" fmla="*/ 203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203">
                  <a:moveTo>
                    <a:pt x="0" y="203"/>
                  </a:moveTo>
                  <a:lnTo>
                    <a:pt x="150" y="0"/>
                  </a:lnTo>
                  <a:lnTo>
                    <a:pt x="161" y="0"/>
                  </a:lnTo>
                  <a:lnTo>
                    <a:pt x="14" y="202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EE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4" name="Freeform 761">
              <a:extLst>
                <a:ext uri="{FF2B5EF4-FFF2-40B4-BE49-F238E27FC236}">
                  <a16:creationId xmlns:a16="http://schemas.microsoft.com/office/drawing/2014/main" id="{D06ECC5D-7CAF-4462-AA05-BCD15B1CF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3515"/>
              <a:ext cx="159" cy="203"/>
            </a:xfrm>
            <a:custGeom>
              <a:avLst/>
              <a:gdLst>
                <a:gd name="T0" fmla="*/ 0 w 159"/>
                <a:gd name="T1" fmla="*/ 203 h 203"/>
                <a:gd name="T2" fmla="*/ 149 w 159"/>
                <a:gd name="T3" fmla="*/ 0 h 203"/>
                <a:gd name="T4" fmla="*/ 159 w 159"/>
                <a:gd name="T5" fmla="*/ 0 h 203"/>
                <a:gd name="T6" fmla="*/ 13 w 159"/>
                <a:gd name="T7" fmla="*/ 202 h 203"/>
                <a:gd name="T8" fmla="*/ 0 w 159"/>
                <a:gd name="T9" fmla="*/ 203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203">
                  <a:moveTo>
                    <a:pt x="0" y="203"/>
                  </a:moveTo>
                  <a:lnTo>
                    <a:pt x="149" y="0"/>
                  </a:lnTo>
                  <a:lnTo>
                    <a:pt x="159" y="0"/>
                  </a:lnTo>
                  <a:lnTo>
                    <a:pt x="13" y="202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EE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5" name="Freeform 762">
              <a:extLst>
                <a:ext uri="{FF2B5EF4-FFF2-40B4-BE49-F238E27FC236}">
                  <a16:creationId xmlns:a16="http://schemas.microsoft.com/office/drawing/2014/main" id="{6DB4D009-875D-4ECA-9A96-BECE5DDC8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199"/>
              <a:ext cx="201" cy="112"/>
            </a:xfrm>
            <a:custGeom>
              <a:avLst/>
              <a:gdLst>
                <a:gd name="T0" fmla="*/ 0 w 201"/>
                <a:gd name="T1" fmla="*/ 112 h 112"/>
                <a:gd name="T2" fmla="*/ 51 w 201"/>
                <a:gd name="T3" fmla="*/ 0 h 112"/>
                <a:gd name="T4" fmla="*/ 201 w 201"/>
                <a:gd name="T5" fmla="*/ 0 h 112"/>
                <a:gd name="T6" fmla="*/ 59 w 201"/>
                <a:gd name="T7" fmla="*/ 18 h 112"/>
                <a:gd name="T8" fmla="*/ 0 w 201"/>
                <a:gd name="T9" fmla="*/ 112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12">
                  <a:moveTo>
                    <a:pt x="0" y="112"/>
                  </a:moveTo>
                  <a:lnTo>
                    <a:pt x="51" y="0"/>
                  </a:lnTo>
                  <a:lnTo>
                    <a:pt x="201" y="0"/>
                  </a:lnTo>
                  <a:lnTo>
                    <a:pt x="59" y="18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E78F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6" name="Freeform 763">
              <a:extLst>
                <a:ext uri="{FF2B5EF4-FFF2-40B4-BE49-F238E27FC236}">
                  <a16:creationId xmlns:a16="http://schemas.microsoft.com/office/drawing/2014/main" id="{742CBF87-4C1A-4517-8D6C-C32B8DA6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329"/>
              <a:ext cx="20" cy="169"/>
            </a:xfrm>
            <a:custGeom>
              <a:avLst/>
              <a:gdLst>
                <a:gd name="T0" fmla="*/ 20 w 20"/>
                <a:gd name="T1" fmla="*/ 0 h 169"/>
                <a:gd name="T2" fmla="*/ 0 w 20"/>
                <a:gd name="T3" fmla="*/ 0 h 169"/>
                <a:gd name="T4" fmla="*/ 0 w 20"/>
                <a:gd name="T5" fmla="*/ 169 h 169"/>
                <a:gd name="T6" fmla="*/ 8 w 20"/>
                <a:gd name="T7" fmla="*/ 11 h 169"/>
                <a:gd name="T8" fmla="*/ 20 w 20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9">
                  <a:moveTo>
                    <a:pt x="20" y="0"/>
                  </a:moveTo>
                  <a:lnTo>
                    <a:pt x="0" y="0"/>
                  </a:lnTo>
                  <a:lnTo>
                    <a:pt x="0" y="169"/>
                  </a:lnTo>
                  <a:lnTo>
                    <a:pt x="8" y="1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CE6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7" name="Freeform 764">
              <a:extLst>
                <a:ext uri="{FF2B5EF4-FFF2-40B4-BE49-F238E27FC236}">
                  <a16:creationId xmlns:a16="http://schemas.microsoft.com/office/drawing/2014/main" id="{84359BF3-A398-48C6-AEEB-02602790B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766"/>
              <a:ext cx="32" cy="125"/>
            </a:xfrm>
            <a:custGeom>
              <a:avLst/>
              <a:gdLst>
                <a:gd name="T0" fmla="*/ 21 w 39"/>
                <a:gd name="T1" fmla="*/ 0 h 147"/>
                <a:gd name="T2" fmla="*/ 21 w 39"/>
                <a:gd name="T3" fmla="*/ 90 h 147"/>
                <a:gd name="T4" fmla="*/ 21 w 39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7">
                  <a:moveTo>
                    <a:pt x="39" y="0"/>
                  </a:moveTo>
                  <a:cubicBezTo>
                    <a:pt x="39" y="0"/>
                    <a:pt x="18" y="69"/>
                    <a:pt x="38" y="147"/>
                  </a:cubicBezTo>
                  <a:cubicBezTo>
                    <a:pt x="38" y="147"/>
                    <a:pt x="0" y="72"/>
                    <a:pt x="39" y="0"/>
                  </a:cubicBezTo>
                  <a:close/>
                </a:path>
              </a:pathLst>
            </a:custGeom>
            <a:solidFill>
              <a:srgbClr val="F7A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8" name="Freeform 765">
              <a:extLst>
                <a:ext uri="{FF2B5EF4-FFF2-40B4-BE49-F238E27FC236}">
                  <a16:creationId xmlns:a16="http://schemas.microsoft.com/office/drawing/2014/main" id="{43F61910-C85E-40BD-9D24-F7CD03CB3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766"/>
              <a:ext cx="32" cy="125"/>
            </a:xfrm>
            <a:custGeom>
              <a:avLst/>
              <a:gdLst>
                <a:gd name="T0" fmla="*/ 21 w 40"/>
                <a:gd name="T1" fmla="*/ 0 h 147"/>
                <a:gd name="T2" fmla="*/ 20 w 40"/>
                <a:gd name="T3" fmla="*/ 90 h 147"/>
                <a:gd name="T4" fmla="*/ 21 w 40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7">
                  <a:moveTo>
                    <a:pt x="40" y="0"/>
                  </a:moveTo>
                  <a:cubicBezTo>
                    <a:pt x="40" y="0"/>
                    <a:pt x="18" y="69"/>
                    <a:pt x="39" y="147"/>
                  </a:cubicBezTo>
                  <a:cubicBezTo>
                    <a:pt x="39" y="147"/>
                    <a:pt x="0" y="72"/>
                    <a:pt x="40" y="0"/>
                  </a:cubicBezTo>
                  <a:close/>
                </a:path>
              </a:pathLst>
            </a:custGeom>
            <a:solidFill>
              <a:srgbClr val="F7A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9" name="Freeform 766">
              <a:extLst>
                <a:ext uri="{FF2B5EF4-FFF2-40B4-BE49-F238E27FC236}">
                  <a16:creationId xmlns:a16="http://schemas.microsoft.com/office/drawing/2014/main" id="{C4DEE71A-B1CE-487B-BEAC-268469B7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766"/>
              <a:ext cx="31" cy="125"/>
            </a:xfrm>
            <a:custGeom>
              <a:avLst/>
              <a:gdLst>
                <a:gd name="T0" fmla="*/ 20 w 39"/>
                <a:gd name="T1" fmla="*/ 0 h 147"/>
                <a:gd name="T2" fmla="*/ 19 w 39"/>
                <a:gd name="T3" fmla="*/ 90 h 147"/>
                <a:gd name="T4" fmla="*/ 20 w 39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7">
                  <a:moveTo>
                    <a:pt x="39" y="0"/>
                  </a:moveTo>
                  <a:cubicBezTo>
                    <a:pt x="39" y="0"/>
                    <a:pt x="17" y="69"/>
                    <a:pt x="38" y="147"/>
                  </a:cubicBezTo>
                  <a:cubicBezTo>
                    <a:pt x="38" y="147"/>
                    <a:pt x="0" y="72"/>
                    <a:pt x="39" y="0"/>
                  </a:cubicBezTo>
                  <a:close/>
                </a:path>
              </a:pathLst>
            </a:custGeom>
            <a:solidFill>
              <a:srgbClr val="F7A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0" name="Freeform 767">
              <a:extLst>
                <a:ext uri="{FF2B5EF4-FFF2-40B4-BE49-F238E27FC236}">
                  <a16:creationId xmlns:a16="http://schemas.microsoft.com/office/drawing/2014/main" id="{86DEF6AE-7BA0-4D43-9D50-9B2DEB6AA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766"/>
              <a:ext cx="32" cy="125"/>
            </a:xfrm>
            <a:custGeom>
              <a:avLst/>
              <a:gdLst>
                <a:gd name="T0" fmla="*/ 21 w 40"/>
                <a:gd name="T1" fmla="*/ 0 h 147"/>
                <a:gd name="T2" fmla="*/ 20 w 40"/>
                <a:gd name="T3" fmla="*/ 90 h 147"/>
                <a:gd name="T4" fmla="*/ 21 w 40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7">
                  <a:moveTo>
                    <a:pt x="40" y="0"/>
                  </a:moveTo>
                  <a:cubicBezTo>
                    <a:pt x="40" y="0"/>
                    <a:pt x="18" y="69"/>
                    <a:pt x="39" y="147"/>
                  </a:cubicBezTo>
                  <a:cubicBezTo>
                    <a:pt x="39" y="147"/>
                    <a:pt x="0" y="72"/>
                    <a:pt x="40" y="0"/>
                  </a:cubicBezTo>
                  <a:close/>
                </a:path>
              </a:pathLst>
            </a:custGeom>
            <a:solidFill>
              <a:srgbClr val="F7A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1" name="Freeform 768">
              <a:extLst>
                <a:ext uri="{FF2B5EF4-FFF2-40B4-BE49-F238E27FC236}">
                  <a16:creationId xmlns:a16="http://schemas.microsoft.com/office/drawing/2014/main" id="{5544F274-8D5C-4DB5-9BB8-865062B8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766"/>
              <a:ext cx="32" cy="125"/>
            </a:xfrm>
            <a:custGeom>
              <a:avLst/>
              <a:gdLst>
                <a:gd name="T0" fmla="*/ 21 w 40"/>
                <a:gd name="T1" fmla="*/ 0 h 147"/>
                <a:gd name="T2" fmla="*/ 20 w 40"/>
                <a:gd name="T3" fmla="*/ 90 h 147"/>
                <a:gd name="T4" fmla="*/ 21 w 40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7">
                  <a:moveTo>
                    <a:pt x="40" y="0"/>
                  </a:moveTo>
                  <a:cubicBezTo>
                    <a:pt x="40" y="0"/>
                    <a:pt x="18" y="69"/>
                    <a:pt x="39" y="147"/>
                  </a:cubicBezTo>
                  <a:cubicBezTo>
                    <a:pt x="39" y="147"/>
                    <a:pt x="0" y="72"/>
                    <a:pt x="40" y="0"/>
                  </a:cubicBezTo>
                  <a:close/>
                </a:path>
              </a:pathLst>
            </a:custGeom>
            <a:solidFill>
              <a:srgbClr val="F7A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2" name="Freeform 769">
              <a:extLst>
                <a:ext uri="{FF2B5EF4-FFF2-40B4-BE49-F238E27FC236}">
                  <a16:creationId xmlns:a16="http://schemas.microsoft.com/office/drawing/2014/main" id="{1953AC37-CD21-4DA7-A5A5-CAD86300A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766"/>
              <a:ext cx="32" cy="125"/>
            </a:xfrm>
            <a:custGeom>
              <a:avLst/>
              <a:gdLst>
                <a:gd name="T0" fmla="*/ 21 w 40"/>
                <a:gd name="T1" fmla="*/ 0 h 147"/>
                <a:gd name="T2" fmla="*/ 20 w 40"/>
                <a:gd name="T3" fmla="*/ 90 h 147"/>
                <a:gd name="T4" fmla="*/ 21 w 40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7">
                  <a:moveTo>
                    <a:pt x="40" y="0"/>
                  </a:moveTo>
                  <a:cubicBezTo>
                    <a:pt x="40" y="0"/>
                    <a:pt x="18" y="69"/>
                    <a:pt x="39" y="147"/>
                  </a:cubicBezTo>
                  <a:cubicBezTo>
                    <a:pt x="39" y="147"/>
                    <a:pt x="0" y="72"/>
                    <a:pt x="40" y="0"/>
                  </a:cubicBezTo>
                  <a:close/>
                </a:path>
              </a:pathLst>
            </a:custGeom>
            <a:solidFill>
              <a:srgbClr val="F7A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3" name="Freeform 770">
              <a:extLst>
                <a:ext uri="{FF2B5EF4-FFF2-40B4-BE49-F238E27FC236}">
                  <a16:creationId xmlns:a16="http://schemas.microsoft.com/office/drawing/2014/main" id="{B23F8734-89D9-404F-8A8E-80D572D4F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332"/>
              <a:ext cx="496" cy="68"/>
            </a:xfrm>
            <a:custGeom>
              <a:avLst/>
              <a:gdLst>
                <a:gd name="T0" fmla="*/ 0 w 496"/>
                <a:gd name="T1" fmla="*/ 0 h 68"/>
                <a:gd name="T2" fmla="*/ 496 w 496"/>
                <a:gd name="T3" fmla="*/ 0 h 68"/>
                <a:gd name="T4" fmla="*/ 496 w 496"/>
                <a:gd name="T5" fmla="*/ 68 h 68"/>
                <a:gd name="T6" fmla="*/ 484 w 496"/>
                <a:gd name="T7" fmla="*/ 11 h 68"/>
                <a:gd name="T8" fmla="*/ 0 w 496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6" h="68">
                  <a:moveTo>
                    <a:pt x="0" y="0"/>
                  </a:moveTo>
                  <a:lnTo>
                    <a:pt x="496" y="0"/>
                  </a:lnTo>
                  <a:lnTo>
                    <a:pt x="496" y="68"/>
                  </a:lnTo>
                  <a:lnTo>
                    <a:pt x="48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E6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" name="Freeform 771">
              <a:extLst>
                <a:ext uri="{FF2B5EF4-FFF2-40B4-BE49-F238E27FC236}">
                  <a16:creationId xmlns:a16="http://schemas.microsoft.com/office/drawing/2014/main" id="{C84508CD-99CA-427D-B572-19A2C9ED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350"/>
              <a:ext cx="173" cy="102"/>
            </a:xfrm>
            <a:custGeom>
              <a:avLst/>
              <a:gdLst>
                <a:gd name="T0" fmla="*/ 0 w 216"/>
                <a:gd name="T1" fmla="*/ 74 h 120"/>
                <a:gd name="T2" fmla="*/ 111 w 216"/>
                <a:gd name="T3" fmla="*/ 71 h 120"/>
                <a:gd name="T4" fmla="*/ 0 w 216"/>
                <a:gd name="T5" fmla="*/ 74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20">
                  <a:moveTo>
                    <a:pt x="0" y="120"/>
                  </a:moveTo>
                  <a:cubicBezTo>
                    <a:pt x="0" y="120"/>
                    <a:pt x="92" y="16"/>
                    <a:pt x="216" y="115"/>
                  </a:cubicBezTo>
                  <a:cubicBezTo>
                    <a:pt x="216" y="115"/>
                    <a:pt x="110" y="0"/>
                    <a:pt x="0" y="120"/>
                  </a:cubicBezTo>
                  <a:close/>
                </a:path>
              </a:pathLst>
            </a:custGeom>
            <a:solidFill>
              <a:srgbClr val="FCE6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5" name="Freeform 772">
              <a:extLst>
                <a:ext uri="{FF2B5EF4-FFF2-40B4-BE49-F238E27FC236}">
                  <a16:creationId xmlns:a16="http://schemas.microsoft.com/office/drawing/2014/main" id="{9031E123-E953-4C0D-9BF5-B3137D75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365"/>
              <a:ext cx="90" cy="125"/>
            </a:xfrm>
            <a:custGeom>
              <a:avLst/>
              <a:gdLst>
                <a:gd name="T0" fmla="*/ 3 w 112"/>
                <a:gd name="T1" fmla="*/ 0 h 147"/>
                <a:gd name="T2" fmla="*/ 58 w 112"/>
                <a:gd name="T3" fmla="*/ 90 h 147"/>
                <a:gd name="T4" fmla="*/ 3 w 112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47">
                  <a:moveTo>
                    <a:pt x="6" y="0"/>
                  </a:moveTo>
                  <a:cubicBezTo>
                    <a:pt x="6" y="0"/>
                    <a:pt x="2" y="88"/>
                    <a:pt x="112" y="147"/>
                  </a:cubicBezTo>
                  <a:cubicBezTo>
                    <a:pt x="112" y="147"/>
                    <a:pt x="0" y="112"/>
                    <a:pt x="6" y="0"/>
                  </a:cubicBezTo>
                  <a:close/>
                </a:path>
              </a:pathLst>
            </a:custGeom>
            <a:solidFill>
              <a:srgbClr val="BE9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Fast-Food-Burger-Shop-Storefront">
            <a:extLst>
              <a:ext uri="{FF2B5EF4-FFF2-40B4-BE49-F238E27FC236}">
                <a16:creationId xmlns:a16="http://schemas.microsoft.com/office/drawing/2014/main" id="{9A08D150-9815-40D2-8B01-A2B038EA75B9}"/>
              </a:ext>
            </a:extLst>
          </p:cNvPr>
          <p:cNvGrpSpPr>
            <a:grpSpLocks/>
          </p:cNvGrpSpPr>
          <p:nvPr/>
        </p:nvGrpSpPr>
        <p:grpSpPr bwMode="auto">
          <a:xfrm>
            <a:off x="6469063" y="1587500"/>
            <a:ext cx="1390650" cy="1250950"/>
            <a:chOff x="3115" y="1000"/>
            <a:chExt cx="876" cy="788"/>
          </a:xfrm>
        </p:grpSpPr>
        <p:sp>
          <p:nvSpPr>
            <p:cNvPr id="42653" name="Rectangle 774">
              <a:extLst>
                <a:ext uri="{FF2B5EF4-FFF2-40B4-BE49-F238E27FC236}">
                  <a16:creationId xmlns:a16="http://schemas.microsoft.com/office/drawing/2014/main" id="{B0FF7B01-B6F8-4EDE-B3FF-958D527F5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188"/>
              <a:ext cx="725" cy="600"/>
            </a:xfrm>
            <a:prstGeom prst="rect">
              <a:avLst/>
            </a:prstGeom>
            <a:solidFill>
              <a:srgbClr val="BBDEF3"/>
            </a:solidFill>
            <a:ln w="6350" cap="rnd">
              <a:solidFill>
                <a:srgbClr val="BBDEF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54" name="Freeform 775">
              <a:extLst>
                <a:ext uri="{FF2B5EF4-FFF2-40B4-BE49-F238E27FC236}">
                  <a16:creationId xmlns:a16="http://schemas.microsoft.com/office/drawing/2014/main" id="{06A76156-1875-4C31-B44C-C45EA1CD5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196"/>
              <a:ext cx="86" cy="145"/>
            </a:xfrm>
            <a:custGeom>
              <a:avLst/>
              <a:gdLst>
                <a:gd name="T0" fmla="*/ 0 w 137"/>
                <a:gd name="T1" fmla="*/ 65 h 216"/>
                <a:gd name="T2" fmla="*/ 0 w 137"/>
                <a:gd name="T3" fmla="*/ 1 h 216"/>
                <a:gd name="T4" fmla="*/ 34 w 137"/>
                <a:gd name="T5" fmla="*/ 1 h 216"/>
                <a:gd name="T6" fmla="*/ 0 w 137"/>
                <a:gd name="T7" fmla="*/ 65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216">
                  <a:moveTo>
                    <a:pt x="0" y="216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0" y="0"/>
                    <a:pt x="0" y="216"/>
                  </a:cubicBez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5" name="Freeform 776">
              <a:extLst>
                <a:ext uri="{FF2B5EF4-FFF2-40B4-BE49-F238E27FC236}">
                  <a16:creationId xmlns:a16="http://schemas.microsoft.com/office/drawing/2014/main" id="{B25B917F-862E-42D7-A04D-71943AA0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336"/>
              <a:ext cx="68" cy="94"/>
            </a:xfrm>
            <a:custGeom>
              <a:avLst/>
              <a:gdLst>
                <a:gd name="T0" fmla="*/ 0 w 107"/>
                <a:gd name="T1" fmla="*/ 43 h 139"/>
                <a:gd name="T2" fmla="*/ 27 w 107"/>
                <a:gd name="T3" fmla="*/ 43 h 139"/>
                <a:gd name="T4" fmla="*/ 27 w 107"/>
                <a:gd name="T5" fmla="*/ 0 h 139"/>
                <a:gd name="T6" fmla="*/ 0 w 107"/>
                <a:gd name="T7" fmla="*/ 43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39">
                  <a:moveTo>
                    <a:pt x="0" y="139"/>
                  </a:moveTo>
                  <a:cubicBezTo>
                    <a:pt x="106" y="139"/>
                    <a:pt x="106" y="139"/>
                    <a:pt x="106" y="139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6" y="0"/>
                    <a:pt x="107" y="135"/>
                    <a:pt x="0" y="139"/>
                  </a:cubicBez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6" name="Freeform 777">
              <a:extLst>
                <a:ext uri="{FF2B5EF4-FFF2-40B4-BE49-F238E27FC236}">
                  <a16:creationId xmlns:a16="http://schemas.microsoft.com/office/drawing/2014/main" id="{1E33B796-0E6D-4445-8413-043E6BCAF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285"/>
              <a:ext cx="182" cy="58"/>
            </a:xfrm>
            <a:custGeom>
              <a:avLst/>
              <a:gdLst>
                <a:gd name="T0" fmla="*/ 0 w 182"/>
                <a:gd name="T1" fmla="*/ 37 h 58"/>
                <a:gd name="T2" fmla="*/ 0 w 182"/>
                <a:gd name="T3" fmla="*/ 58 h 58"/>
                <a:gd name="T4" fmla="*/ 182 w 182"/>
                <a:gd name="T5" fmla="*/ 20 h 58"/>
                <a:gd name="T6" fmla="*/ 182 w 182"/>
                <a:gd name="T7" fmla="*/ 0 h 58"/>
                <a:gd name="T8" fmla="*/ 0 w 182"/>
                <a:gd name="T9" fmla="*/ 3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58">
                  <a:moveTo>
                    <a:pt x="0" y="37"/>
                  </a:moveTo>
                  <a:lnTo>
                    <a:pt x="0" y="58"/>
                  </a:lnTo>
                  <a:lnTo>
                    <a:pt x="182" y="20"/>
                  </a:lnTo>
                  <a:lnTo>
                    <a:pt x="182" y="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7" name="Freeform 778">
              <a:extLst>
                <a:ext uri="{FF2B5EF4-FFF2-40B4-BE49-F238E27FC236}">
                  <a16:creationId xmlns:a16="http://schemas.microsoft.com/office/drawing/2014/main" id="{34713C35-AB9B-443F-B2D0-6AD837D00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250"/>
              <a:ext cx="184" cy="49"/>
            </a:xfrm>
            <a:custGeom>
              <a:avLst/>
              <a:gdLst>
                <a:gd name="T0" fmla="*/ 0 w 184"/>
                <a:gd name="T1" fmla="*/ 35 h 49"/>
                <a:gd name="T2" fmla="*/ 0 w 184"/>
                <a:gd name="T3" fmla="*/ 49 h 49"/>
                <a:gd name="T4" fmla="*/ 184 w 184"/>
                <a:gd name="T5" fmla="*/ 13 h 49"/>
                <a:gd name="T6" fmla="*/ 184 w 184"/>
                <a:gd name="T7" fmla="*/ 0 h 49"/>
                <a:gd name="T8" fmla="*/ 0 w 184"/>
                <a:gd name="T9" fmla="*/ 3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49">
                  <a:moveTo>
                    <a:pt x="0" y="35"/>
                  </a:moveTo>
                  <a:lnTo>
                    <a:pt x="0" y="49"/>
                  </a:lnTo>
                  <a:lnTo>
                    <a:pt x="184" y="13"/>
                  </a:lnTo>
                  <a:lnTo>
                    <a:pt x="184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8" name="Line 779">
              <a:extLst>
                <a:ext uri="{FF2B5EF4-FFF2-40B4-BE49-F238E27FC236}">
                  <a16:creationId xmlns:a16="http://schemas.microsoft.com/office/drawing/2014/main" id="{0CF19AEF-7F76-4B85-9F2E-6A8B03D133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0" y="1274"/>
              <a:ext cx="180" cy="36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9" name="Line 780">
              <a:extLst>
                <a:ext uri="{FF2B5EF4-FFF2-40B4-BE49-F238E27FC236}">
                  <a16:creationId xmlns:a16="http://schemas.microsoft.com/office/drawing/2014/main" id="{931D3C6A-C9C7-44FD-9A74-8EAEE0551A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0" y="1365"/>
              <a:ext cx="180" cy="36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0" name="Line 781">
              <a:extLst>
                <a:ext uri="{FF2B5EF4-FFF2-40B4-BE49-F238E27FC236}">
                  <a16:creationId xmlns:a16="http://schemas.microsoft.com/office/drawing/2014/main" id="{B9C18423-E34C-4E2B-97C3-719C58D073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0" y="1213"/>
              <a:ext cx="180" cy="35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1" name="Freeform 782">
              <a:extLst>
                <a:ext uri="{FF2B5EF4-FFF2-40B4-BE49-F238E27FC236}">
                  <a16:creationId xmlns:a16="http://schemas.microsoft.com/office/drawing/2014/main" id="{5010DC7D-AF3C-4398-8EC4-FCD6D488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285"/>
              <a:ext cx="182" cy="58"/>
            </a:xfrm>
            <a:custGeom>
              <a:avLst/>
              <a:gdLst>
                <a:gd name="T0" fmla="*/ 0 w 182"/>
                <a:gd name="T1" fmla="*/ 37 h 58"/>
                <a:gd name="T2" fmla="*/ 0 w 182"/>
                <a:gd name="T3" fmla="*/ 58 h 58"/>
                <a:gd name="T4" fmla="*/ 182 w 182"/>
                <a:gd name="T5" fmla="*/ 20 h 58"/>
                <a:gd name="T6" fmla="*/ 182 w 182"/>
                <a:gd name="T7" fmla="*/ 0 h 58"/>
                <a:gd name="T8" fmla="*/ 0 w 182"/>
                <a:gd name="T9" fmla="*/ 3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58">
                  <a:moveTo>
                    <a:pt x="0" y="37"/>
                  </a:moveTo>
                  <a:lnTo>
                    <a:pt x="0" y="58"/>
                  </a:lnTo>
                  <a:lnTo>
                    <a:pt x="182" y="20"/>
                  </a:lnTo>
                  <a:lnTo>
                    <a:pt x="182" y="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2" name="Freeform 783">
              <a:extLst>
                <a:ext uri="{FF2B5EF4-FFF2-40B4-BE49-F238E27FC236}">
                  <a16:creationId xmlns:a16="http://schemas.microsoft.com/office/drawing/2014/main" id="{6FD1C316-6AE9-49A1-A54F-7E0ADF9B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250"/>
              <a:ext cx="184" cy="49"/>
            </a:xfrm>
            <a:custGeom>
              <a:avLst/>
              <a:gdLst>
                <a:gd name="T0" fmla="*/ 0 w 184"/>
                <a:gd name="T1" fmla="*/ 35 h 49"/>
                <a:gd name="T2" fmla="*/ 0 w 184"/>
                <a:gd name="T3" fmla="*/ 49 h 49"/>
                <a:gd name="T4" fmla="*/ 184 w 184"/>
                <a:gd name="T5" fmla="*/ 13 h 49"/>
                <a:gd name="T6" fmla="*/ 184 w 184"/>
                <a:gd name="T7" fmla="*/ 0 h 49"/>
                <a:gd name="T8" fmla="*/ 0 w 184"/>
                <a:gd name="T9" fmla="*/ 3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49">
                  <a:moveTo>
                    <a:pt x="0" y="35"/>
                  </a:moveTo>
                  <a:lnTo>
                    <a:pt x="0" y="49"/>
                  </a:lnTo>
                  <a:lnTo>
                    <a:pt x="184" y="13"/>
                  </a:lnTo>
                  <a:lnTo>
                    <a:pt x="184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3" name="Line 784">
              <a:extLst>
                <a:ext uri="{FF2B5EF4-FFF2-40B4-BE49-F238E27FC236}">
                  <a16:creationId xmlns:a16="http://schemas.microsoft.com/office/drawing/2014/main" id="{26DE8585-42A6-4549-8BB2-C763389C3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0" y="1274"/>
              <a:ext cx="179" cy="36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4" name="Line 785">
              <a:extLst>
                <a:ext uri="{FF2B5EF4-FFF2-40B4-BE49-F238E27FC236}">
                  <a16:creationId xmlns:a16="http://schemas.microsoft.com/office/drawing/2014/main" id="{11CC6C64-3017-49A5-8F18-F3D71E1ECB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0" y="1365"/>
              <a:ext cx="179" cy="36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5" name="Line 786">
              <a:extLst>
                <a:ext uri="{FF2B5EF4-FFF2-40B4-BE49-F238E27FC236}">
                  <a16:creationId xmlns:a16="http://schemas.microsoft.com/office/drawing/2014/main" id="{575CFDB5-A13B-47C3-A64D-3BABFF1B5F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0" y="1213"/>
              <a:ext cx="179" cy="35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6" name="Freeform 787">
              <a:extLst>
                <a:ext uri="{FF2B5EF4-FFF2-40B4-BE49-F238E27FC236}">
                  <a16:creationId xmlns:a16="http://schemas.microsoft.com/office/drawing/2014/main" id="{020480E4-7DB8-4D3F-B9DE-C6F00C34F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618"/>
              <a:ext cx="182" cy="58"/>
            </a:xfrm>
            <a:custGeom>
              <a:avLst/>
              <a:gdLst>
                <a:gd name="T0" fmla="*/ 0 w 182"/>
                <a:gd name="T1" fmla="*/ 36 h 58"/>
                <a:gd name="T2" fmla="*/ 0 w 182"/>
                <a:gd name="T3" fmla="*/ 58 h 58"/>
                <a:gd name="T4" fmla="*/ 182 w 182"/>
                <a:gd name="T5" fmla="*/ 20 h 58"/>
                <a:gd name="T6" fmla="*/ 182 w 182"/>
                <a:gd name="T7" fmla="*/ 0 h 58"/>
                <a:gd name="T8" fmla="*/ 0 w 182"/>
                <a:gd name="T9" fmla="*/ 3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58">
                  <a:moveTo>
                    <a:pt x="0" y="36"/>
                  </a:moveTo>
                  <a:lnTo>
                    <a:pt x="0" y="58"/>
                  </a:lnTo>
                  <a:lnTo>
                    <a:pt x="182" y="20"/>
                  </a:lnTo>
                  <a:lnTo>
                    <a:pt x="182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7" name="Freeform 788">
              <a:extLst>
                <a:ext uri="{FF2B5EF4-FFF2-40B4-BE49-F238E27FC236}">
                  <a16:creationId xmlns:a16="http://schemas.microsoft.com/office/drawing/2014/main" id="{AF85E713-E4D5-41F2-A4C7-3285C8A2D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548"/>
              <a:ext cx="184" cy="48"/>
            </a:xfrm>
            <a:custGeom>
              <a:avLst/>
              <a:gdLst>
                <a:gd name="T0" fmla="*/ 0 w 184"/>
                <a:gd name="T1" fmla="*/ 35 h 48"/>
                <a:gd name="T2" fmla="*/ 0 w 184"/>
                <a:gd name="T3" fmla="*/ 48 h 48"/>
                <a:gd name="T4" fmla="*/ 184 w 184"/>
                <a:gd name="T5" fmla="*/ 12 h 48"/>
                <a:gd name="T6" fmla="*/ 184 w 184"/>
                <a:gd name="T7" fmla="*/ 0 h 48"/>
                <a:gd name="T8" fmla="*/ 0 w 184"/>
                <a:gd name="T9" fmla="*/ 3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48">
                  <a:moveTo>
                    <a:pt x="0" y="35"/>
                  </a:moveTo>
                  <a:lnTo>
                    <a:pt x="0" y="48"/>
                  </a:lnTo>
                  <a:lnTo>
                    <a:pt x="184" y="12"/>
                  </a:lnTo>
                  <a:lnTo>
                    <a:pt x="184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8" name="Line 789">
              <a:extLst>
                <a:ext uri="{FF2B5EF4-FFF2-40B4-BE49-F238E27FC236}">
                  <a16:creationId xmlns:a16="http://schemas.microsoft.com/office/drawing/2014/main" id="{14A4DF3D-D6D0-4CDE-A2AA-B27D0F74F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0" y="1698"/>
              <a:ext cx="179" cy="36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9" name="Line 790">
              <a:extLst>
                <a:ext uri="{FF2B5EF4-FFF2-40B4-BE49-F238E27FC236}">
                  <a16:creationId xmlns:a16="http://schemas.microsoft.com/office/drawing/2014/main" id="{6DB2D234-2BA2-4771-ACBB-18F6F95EC3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0" y="1482"/>
              <a:ext cx="179" cy="35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0" name="Freeform 791">
              <a:extLst>
                <a:ext uri="{FF2B5EF4-FFF2-40B4-BE49-F238E27FC236}">
                  <a16:creationId xmlns:a16="http://schemas.microsoft.com/office/drawing/2014/main" id="{F17AE88B-84FF-4E55-91A5-9E1B5087C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618"/>
              <a:ext cx="182" cy="58"/>
            </a:xfrm>
            <a:custGeom>
              <a:avLst/>
              <a:gdLst>
                <a:gd name="T0" fmla="*/ 0 w 182"/>
                <a:gd name="T1" fmla="*/ 36 h 58"/>
                <a:gd name="T2" fmla="*/ 0 w 182"/>
                <a:gd name="T3" fmla="*/ 58 h 58"/>
                <a:gd name="T4" fmla="*/ 182 w 182"/>
                <a:gd name="T5" fmla="*/ 20 h 58"/>
                <a:gd name="T6" fmla="*/ 182 w 182"/>
                <a:gd name="T7" fmla="*/ 0 h 58"/>
                <a:gd name="T8" fmla="*/ 0 w 182"/>
                <a:gd name="T9" fmla="*/ 3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58">
                  <a:moveTo>
                    <a:pt x="0" y="36"/>
                  </a:moveTo>
                  <a:lnTo>
                    <a:pt x="0" y="58"/>
                  </a:lnTo>
                  <a:lnTo>
                    <a:pt x="182" y="20"/>
                  </a:lnTo>
                  <a:lnTo>
                    <a:pt x="182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1" name="Freeform 792">
              <a:extLst>
                <a:ext uri="{FF2B5EF4-FFF2-40B4-BE49-F238E27FC236}">
                  <a16:creationId xmlns:a16="http://schemas.microsoft.com/office/drawing/2014/main" id="{792E3690-79DB-4294-996B-63F890737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548"/>
              <a:ext cx="183" cy="48"/>
            </a:xfrm>
            <a:custGeom>
              <a:avLst/>
              <a:gdLst>
                <a:gd name="T0" fmla="*/ 0 w 183"/>
                <a:gd name="T1" fmla="*/ 35 h 48"/>
                <a:gd name="T2" fmla="*/ 0 w 183"/>
                <a:gd name="T3" fmla="*/ 48 h 48"/>
                <a:gd name="T4" fmla="*/ 183 w 183"/>
                <a:gd name="T5" fmla="*/ 12 h 48"/>
                <a:gd name="T6" fmla="*/ 183 w 183"/>
                <a:gd name="T7" fmla="*/ 0 h 48"/>
                <a:gd name="T8" fmla="*/ 0 w 183"/>
                <a:gd name="T9" fmla="*/ 3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48">
                  <a:moveTo>
                    <a:pt x="0" y="35"/>
                  </a:moveTo>
                  <a:lnTo>
                    <a:pt x="0" y="48"/>
                  </a:lnTo>
                  <a:lnTo>
                    <a:pt x="183" y="12"/>
                  </a:lnTo>
                  <a:lnTo>
                    <a:pt x="183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2" name="Line 793">
              <a:extLst>
                <a:ext uri="{FF2B5EF4-FFF2-40B4-BE49-F238E27FC236}">
                  <a16:creationId xmlns:a16="http://schemas.microsoft.com/office/drawing/2014/main" id="{51B03890-2F45-4BF2-9533-63362070ED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1" y="1607"/>
              <a:ext cx="180" cy="36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3" name="Line 794">
              <a:extLst>
                <a:ext uri="{FF2B5EF4-FFF2-40B4-BE49-F238E27FC236}">
                  <a16:creationId xmlns:a16="http://schemas.microsoft.com/office/drawing/2014/main" id="{B458347E-92AA-45EB-A3E6-F1E1E9FB08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1" y="1698"/>
              <a:ext cx="180" cy="36"/>
            </a:xfrm>
            <a:prstGeom prst="line">
              <a:avLst/>
            </a:prstGeom>
            <a:noFill/>
            <a:ln w="6350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4" name="Freeform 795">
              <a:extLst>
                <a:ext uri="{FF2B5EF4-FFF2-40B4-BE49-F238E27FC236}">
                  <a16:creationId xmlns:a16="http://schemas.microsoft.com/office/drawing/2014/main" id="{98989E65-FDFA-4D4C-823C-A61E3FD08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18"/>
              <a:ext cx="149" cy="58"/>
            </a:xfrm>
            <a:custGeom>
              <a:avLst/>
              <a:gdLst>
                <a:gd name="T0" fmla="*/ 0 w 149"/>
                <a:gd name="T1" fmla="*/ 36 h 58"/>
                <a:gd name="T2" fmla="*/ 0 w 149"/>
                <a:gd name="T3" fmla="*/ 58 h 58"/>
                <a:gd name="T4" fmla="*/ 149 w 149"/>
                <a:gd name="T5" fmla="*/ 20 h 58"/>
                <a:gd name="T6" fmla="*/ 149 w 149"/>
                <a:gd name="T7" fmla="*/ 0 h 58"/>
                <a:gd name="T8" fmla="*/ 0 w 149"/>
                <a:gd name="T9" fmla="*/ 3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58">
                  <a:moveTo>
                    <a:pt x="0" y="36"/>
                  </a:moveTo>
                  <a:lnTo>
                    <a:pt x="0" y="58"/>
                  </a:lnTo>
                  <a:lnTo>
                    <a:pt x="149" y="20"/>
                  </a:lnTo>
                  <a:lnTo>
                    <a:pt x="149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5" name="Freeform 796">
              <a:extLst>
                <a:ext uri="{FF2B5EF4-FFF2-40B4-BE49-F238E27FC236}">
                  <a16:creationId xmlns:a16="http://schemas.microsoft.com/office/drawing/2014/main" id="{8CEA2DD4-1674-4445-9BA1-ECB468A9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548"/>
              <a:ext cx="151" cy="48"/>
            </a:xfrm>
            <a:custGeom>
              <a:avLst/>
              <a:gdLst>
                <a:gd name="T0" fmla="*/ 0 w 151"/>
                <a:gd name="T1" fmla="*/ 35 h 48"/>
                <a:gd name="T2" fmla="*/ 0 w 151"/>
                <a:gd name="T3" fmla="*/ 48 h 48"/>
                <a:gd name="T4" fmla="*/ 151 w 151"/>
                <a:gd name="T5" fmla="*/ 12 h 48"/>
                <a:gd name="T6" fmla="*/ 151 w 151"/>
                <a:gd name="T7" fmla="*/ 0 h 48"/>
                <a:gd name="T8" fmla="*/ 0 w 151"/>
                <a:gd name="T9" fmla="*/ 3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48">
                  <a:moveTo>
                    <a:pt x="0" y="35"/>
                  </a:moveTo>
                  <a:lnTo>
                    <a:pt x="0" y="48"/>
                  </a:lnTo>
                  <a:lnTo>
                    <a:pt x="151" y="12"/>
                  </a:lnTo>
                  <a:lnTo>
                    <a:pt x="151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6" name="Line 797">
              <a:extLst>
                <a:ext uri="{FF2B5EF4-FFF2-40B4-BE49-F238E27FC236}">
                  <a16:creationId xmlns:a16="http://schemas.microsoft.com/office/drawing/2014/main" id="{6A0E456F-D02D-4E1A-BA4B-CCEAEA8446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3" y="1607"/>
              <a:ext cx="147" cy="36"/>
            </a:xfrm>
            <a:prstGeom prst="line">
              <a:avLst/>
            </a:prstGeom>
            <a:noFill/>
            <a:ln w="4763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7" name="Line 798">
              <a:extLst>
                <a:ext uri="{FF2B5EF4-FFF2-40B4-BE49-F238E27FC236}">
                  <a16:creationId xmlns:a16="http://schemas.microsoft.com/office/drawing/2014/main" id="{9D6B56D0-BAD1-4FC0-9D3B-388E8F0F35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3" y="1698"/>
              <a:ext cx="147" cy="36"/>
            </a:xfrm>
            <a:prstGeom prst="line">
              <a:avLst/>
            </a:prstGeom>
            <a:noFill/>
            <a:ln w="4763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8" name="Freeform 799">
              <a:extLst>
                <a:ext uri="{FF2B5EF4-FFF2-40B4-BE49-F238E27FC236}">
                  <a16:creationId xmlns:a16="http://schemas.microsoft.com/office/drawing/2014/main" id="{FD20F519-ADEF-455C-91F2-00532A64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548"/>
              <a:ext cx="151" cy="48"/>
            </a:xfrm>
            <a:custGeom>
              <a:avLst/>
              <a:gdLst>
                <a:gd name="T0" fmla="*/ 0 w 151"/>
                <a:gd name="T1" fmla="*/ 35 h 48"/>
                <a:gd name="T2" fmla="*/ 0 w 151"/>
                <a:gd name="T3" fmla="*/ 48 h 48"/>
                <a:gd name="T4" fmla="*/ 151 w 151"/>
                <a:gd name="T5" fmla="*/ 12 h 48"/>
                <a:gd name="T6" fmla="*/ 151 w 151"/>
                <a:gd name="T7" fmla="*/ 0 h 48"/>
                <a:gd name="T8" fmla="*/ 0 w 151"/>
                <a:gd name="T9" fmla="*/ 3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48">
                  <a:moveTo>
                    <a:pt x="0" y="35"/>
                  </a:moveTo>
                  <a:lnTo>
                    <a:pt x="0" y="48"/>
                  </a:lnTo>
                  <a:lnTo>
                    <a:pt x="151" y="12"/>
                  </a:lnTo>
                  <a:lnTo>
                    <a:pt x="151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E4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9" name="Line 800">
              <a:extLst>
                <a:ext uri="{FF2B5EF4-FFF2-40B4-BE49-F238E27FC236}">
                  <a16:creationId xmlns:a16="http://schemas.microsoft.com/office/drawing/2014/main" id="{ED83B7BD-9BA6-4439-99E5-194CA18E9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1" y="1607"/>
              <a:ext cx="147" cy="36"/>
            </a:xfrm>
            <a:prstGeom prst="line">
              <a:avLst/>
            </a:prstGeom>
            <a:noFill/>
            <a:ln w="4763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0" name="Line 801">
              <a:extLst>
                <a:ext uri="{FF2B5EF4-FFF2-40B4-BE49-F238E27FC236}">
                  <a16:creationId xmlns:a16="http://schemas.microsoft.com/office/drawing/2014/main" id="{B1C72543-47C3-4CAB-9843-F591F559A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1" y="1698"/>
              <a:ext cx="147" cy="36"/>
            </a:xfrm>
            <a:prstGeom prst="line">
              <a:avLst/>
            </a:prstGeom>
            <a:noFill/>
            <a:ln w="4763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1" name="Line 802">
              <a:extLst>
                <a:ext uri="{FF2B5EF4-FFF2-40B4-BE49-F238E27FC236}">
                  <a16:creationId xmlns:a16="http://schemas.microsoft.com/office/drawing/2014/main" id="{4ADABA34-EF04-458C-9D42-6D8486A647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1" y="1482"/>
              <a:ext cx="147" cy="35"/>
            </a:xfrm>
            <a:prstGeom prst="line">
              <a:avLst/>
            </a:prstGeom>
            <a:noFill/>
            <a:ln w="4763">
              <a:solidFill>
                <a:srgbClr val="E4F1F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2" name="Rectangle 803">
              <a:extLst>
                <a:ext uri="{FF2B5EF4-FFF2-40B4-BE49-F238E27FC236}">
                  <a16:creationId xmlns:a16="http://schemas.microsoft.com/office/drawing/2014/main" id="{E651546E-8F56-4513-B365-892C644E2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433"/>
              <a:ext cx="726" cy="13"/>
            </a:xfrm>
            <a:prstGeom prst="rect">
              <a:avLst/>
            </a:prstGeom>
            <a:solidFill>
              <a:srgbClr val="045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83" name="Freeform 804">
              <a:extLst>
                <a:ext uri="{FF2B5EF4-FFF2-40B4-BE49-F238E27FC236}">
                  <a16:creationId xmlns:a16="http://schemas.microsoft.com/office/drawing/2014/main" id="{C63FF163-327D-4CFD-860A-F3DC88D8A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001"/>
              <a:ext cx="876" cy="186"/>
            </a:xfrm>
            <a:custGeom>
              <a:avLst/>
              <a:gdLst>
                <a:gd name="T0" fmla="*/ 417 w 876"/>
                <a:gd name="T1" fmla="*/ 186 h 186"/>
                <a:gd name="T2" fmla="*/ 0 w 876"/>
                <a:gd name="T3" fmla="*/ 186 h 186"/>
                <a:gd name="T4" fmla="*/ 126 w 876"/>
                <a:gd name="T5" fmla="*/ 63 h 186"/>
                <a:gd name="T6" fmla="*/ 153 w 876"/>
                <a:gd name="T7" fmla="*/ 0 h 186"/>
                <a:gd name="T8" fmla="*/ 420 w 876"/>
                <a:gd name="T9" fmla="*/ 0 h 186"/>
                <a:gd name="T10" fmla="*/ 456 w 876"/>
                <a:gd name="T11" fmla="*/ 0 h 186"/>
                <a:gd name="T12" fmla="*/ 723 w 876"/>
                <a:gd name="T13" fmla="*/ 0 h 186"/>
                <a:gd name="T14" fmla="*/ 750 w 876"/>
                <a:gd name="T15" fmla="*/ 63 h 186"/>
                <a:gd name="T16" fmla="*/ 876 w 876"/>
                <a:gd name="T17" fmla="*/ 186 h 186"/>
                <a:gd name="T18" fmla="*/ 460 w 876"/>
                <a:gd name="T19" fmla="*/ 186 h 186"/>
                <a:gd name="T20" fmla="*/ 417 w 876"/>
                <a:gd name="T21" fmla="*/ 186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6" h="186">
                  <a:moveTo>
                    <a:pt x="417" y="186"/>
                  </a:moveTo>
                  <a:lnTo>
                    <a:pt x="0" y="186"/>
                  </a:lnTo>
                  <a:lnTo>
                    <a:pt x="126" y="63"/>
                  </a:lnTo>
                  <a:lnTo>
                    <a:pt x="153" y="0"/>
                  </a:lnTo>
                  <a:lnTo>
                    <a:pt x="420" y="0"/>
                  </a:lnTo>
                  <a:lnTo>
                    <a:pt x="456" y="0"/>
                  </a:lnTo>
                  <a:lnTo>
                    <a:pt x="723" y="0"/>
                  </a:lnTo>
                  <a:lnTo>
                    <a:pt x="750" y="63"/>
                  </a:lnTo>
                  <a:lnTo>
                    <a:pt x="876" y="186"/>
                  </a:lnTo>
                  <a:lnTo>
                    <a:pt x="460" y="186"/>
                  </a:lnTo>
                  <a:lnTo>
                    <a:pt x="417" y="186"/>
                  </a:lnTo>
                  <a:close/>
                </a:path>
              </a:pathLst>
            </a:custGeom>
            <a:solidFill>
              <a:srgbClr val="E4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4" name="Freeform 805">
              <a:extLst>
                <a:ext uri="{FF2B5EF4-FFF2-40B4-BE49-F238E27FC236}">
                  <a16:creationId xmlns:a16="http://schemas.microsoft.com/office/drawing/2014/main" id="{48227576-BB49-4F8F-85A6-D802B26A4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001"/>
              <a:ext cx="876" cy="186"/>
            </a:xfrm>
            <a:custGeom>
              <a:avLst/>
              <a:gdLst>
                <a:gd name="T0" fmla="*/ 417 w 876"/>
                <a:gd name="T1" fmla="*/ 186 h 186"/>
                <a:gd name="T2" fmla="*/ 0 w 876"/>
                <a:gd name="T3" fmla="*/ 186 h 186"/>
                <a:gd name="T4" fmla="*/ 126 w 876"/>
                <a:gd name="T5" fmla="*/ 63 h 186"/>
                <a:gd name="T6" fmla="*/ 153 w 876"/>
                <a:gd name="T7" fmla="*/ 0 h 186"/>
                <a:gd name="T8" fmla="*/ 420 w 876"/>
                <a:gd name="T9" fmla="*/ 0 h 186"/>
                <a:gd name="T10" fmla="*/ 456 w 876"/>
                <a:gd name="T11" fmla="*/ 0 h 186"/>
                <a:gd name="T12" fmla="*/ 723 w 876"/>
                <a:gd name="T13" fmla="*/ 0 h 186"/>
                <a:gd name="T14" fmla="*/ 750 w 876"/>
                <a:gd name="T15" fmla="*/ 63 h 186"/>
                <a:gd name="T16" fmla="*/ 876 w 876"/>
                <a:gd name="T17" fmla="*/ 186 h 186"/>
                <a:gd name="T18" fmla="*/ 460 w 876"/>
                <a:gd name="T19" fmla="*/ 186 h 186"/>
                <a:gd name="T20" fmla="*/ 417 w 876"/>
                <a:gd name="T21" fmla="*/ 186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6" h="186">
                  <a:moveTo>
                    <a:pt x="417" y="186"/>
                  </a:moveTo>
                  <a:lnTo>
                    <a:pt x="0" y="186"/>
                  </a:lnTo>
                  <a:lnTo>
                    <a:pt x="126" y="63"/>
                  </a:lnTo>
                  <a:lnTo>
                    <a:pt x="153" y="0"/>
                  </a:lnTo>
                  <a:lnTo>
                    <a:pt x="420" y="0"/>
                  </a:lnTo>
                  <a:lnTo>
                    <a:pt x="456" y="0"/>
                  </a:lnTo>
                  <a:lnTo>
                    <a:pt x="723" y="0"/>
                  </a:lnTo>
                  <a:lnTo>
                    <a:pt x="750" y="63"/>
                  </a:lnTo>
                  <a:lnTo>
                    <a:pt x="876" y="186"/>
                  </a:lnTo>
                  <a:lnTo>
                    <a:pt x="460" y="186"/>
                  </a:lnTo>
                  <a:lnTo>
                    <a:pt x="417" y="186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5" name="Line 806">
              <a:extLst>
                <a:ext uri="{FF2B5EF4-FFF2-40B4-BE49-F238E27FC236}">
                  <a16:creationId xmlns:a16="http://schemas.microsoft.com/office/drawing/2014/main" id="{0237B8A0-243E-43A8-9E03-348987D3BA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3" y="1001"/>
              <a:ext cx="1" cy="185"/>
            </a:xfrm>
            <a:prstGeom prst="lin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6" name="Freeform 807">
              <a:extLst>
                <a:ext uri="{FF2B5EF4-FFF2-40B4-BE49-F238E27FC236}">
                  <a16:creationId xmlns:a16="http://schemas.microsoft.com/office/drawing/2014/main" id="{610CD29B-E3BA-4133-A87F-AF8ADB6D3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000"/>
              <a:ext cx="73" cy="186"/>
            </a:xfrm>
            <a:custGeom>
              <a:avLst/>
              <a:gdLst>
                <a:gd name="T0" fmla="*/ 73 w 73"/>
                <a:gd name="T1" fmla="*/ 0 h 186"/>
                <a:gd name="T2" fmla="*/ 63 w 73"/>
                <a:gd name="T3" fmla="*/ 69 h 186"/>
                <a:gd name="T4" fmla="*/ 0 w 73"/>
                <a:gd name="T5" fmla="*/ 186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86">
                  <a:moveTo>
                    <a:pt x="73" y="0"/>
                  </a:moveTo>
                  <a:lnTo>
                    <a:pt x="63" y="69"/>
                  </a:lnTo>
                  <a:lnTo>
                    <a:pt x="0" y="186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7" name="Freeform 808">
              <a:extLst>
                <a:ext uri="{FF2B5EF4-FFF2-40B4-BE49-F238E27FC236}">
                  <a16:creationId xmlns:a16="http://schemas.microsoft.com/office/drawing/2014/main" id="{54808A3E-E7F9-4C5A-AA86-85EF5AF7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000"/>
              <a:ext cx="74" cy="186"/>
            </a:xfrm>
            <a:custGeom>
              <a:avLst/>
              <a:gdLst>
                <a:gd name="T0" fmla="*/ 0 w 74"/>
                <a:gd name="T1" fmla="*/ 0 h 186"/>
                <a:gd name="T2" fmla="*/ 11 w 74"/>
                <a:gd name="T3" fmla="*/ 69 h 186"/>
                <a:gd name="T4" fmla="*/ 74 w 74"/>
                <a:gd name="T5" fmla="*/ 186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86">
                  <a:moveTo>
                    <a:pt x="0" y="0"/>
                  </a:moveTo>
                  <a:lnTo>
                    <a:pt x="11" y="69"/>
                  </a:lnTo>
                  <a:lnTo>
                    <a:pt x="74" y="186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8" name="Rectangle 809">
              <a:extLst>
                <a:ext uri="{FF2B5EF4-FFF2-40B4-BE49-F238E27FC236}">
                  <a16:creationId xmlns:a16="http://schemas.microsoft.com/office/drawing/2014/main" id="{D54D5E84-5734-4C51-B336-C0515A6EA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1186"/>
              <a:ext cx="12" cy="600"/>
            </a:xfrm>
            <a:prstGeom prst="rect">
              <a:avLst/>
            </a:prstGeom>
            <a:solidFill>
              <a:srgbClr val="045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89" name="Rectangle 810">
              <a:extLst>
                <a:ext uri="{FF2B5EF4-FFF2-40B4-BE49-F238E27FC236}">
                  <a16:creationId xmlns:a16="http://schemas.microsoft.com/office/drawing/2014/main" id="{C1BA8C10-FF75-4E83-8CBF-4894DC309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1186"/>
              <a:ext cx="11" cy="600"/>
            </a:xfrm>
            <a:prstGeom prst="rect">
              <a:avLst/>
            </a:prstGeom>
            <a:solidFill>
              <a:srgbClr val="045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90" name="Line 811">
              <a:extLst>
                <a:ext uri="{FF2B5EF4-FFF2-40B4-BE49-F238E27FC236}">
                  <a16:creationId xmlns:a16="http://schemas.microsoft.com/office/drawing/2014/main" id="{41753CBE-BC90-45FD-9405-5EFF89E0C7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4" y="1445"/>
              <a:ext cx="1" cy="34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1" name="Rectangle 812">
              <a:extLst>
                <a:ext uri="{FF2B5EF4-FFF2-40B4-BE49-F238E27FC236}">
                  <a16:creationId xmlns:a16="http://schemas.microsoft.com/office/drawing/2014/main" id="{321078B1-C743-44AE-816B-5AD5789E8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1615"/>
              <a:ext cx="29" cy="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92" name="Rectangle 813">
              <a:extLst>
                <a:ext uri="{FF2B5EF4-FFF2-40B4-BE49-F238E27FC236}">
                  <a16:creationId xmlns:a16="http://schemas.microsoft.com/office/drawing/2014/main" id="{ADE92BB1-3C30-45CC-B62D-5DD6DE030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1615"/>
              <a:ext cx="28" cy="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93" name="Freeform 814">
              <a:extLst>
                <a:ext uri="{FF2B5EF4-FFF2-40B4-BE49-F238E27FC236}">
                  <a16:creationId xmlns:a16="http://schemas.microsoft.com/office/drawing/2014/main" id="{7D70A285-279D-48C6-ABF7-154552AE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202"/>
              <a:ext cx="239" cy="91"/>
            </a:xfrm>
            <a:custGeom>
              <a:avLst/>
              <a:gdLst>
                <a:gd name="T0" fmla="*/ 94 w 380"/>
                <a:gd name="T1" fmla="*/ 41 h 136"/>
                <a:gd name="T2" fmla="*/ 47 w 380"/>
                <a:gd name="T3" fmla="*/ 0 h 136"/>
                <a:gd name="T4" fmla="*/ 0 w 380"/>
                <a:gd name="T5" fmla="*/ 41 h 136"/>
                <a:gd name="T6" fmla="*/ 94 w 380"/>
                <a:gd name="T7" fmla="*/ 41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36">
                  <a:moveTo>
                    <a:pt x="380" y="136"/>
                  </a:moveTo>
                  <a:cubicBezTo>
                    <a:pt x="369" y="59"/>
                    <a:pt x="288" y="0"/>
                    <a:pt x="190" y="0"/>
                  </a:cubicBezTo>
                  <a:cubicBezTo>
                    <a:pt x="92" y="0"/>
                    <a:pt x="11" y="59"/>
                    <a:pt x="0" y="136"/>
                  </a:cubicBezTo>
                  <a:lnTo>
                    <a:pt x="380" y="136"/>
                  </a:lnTo>
                  <a:close/>
                </a:path>
              </a:pathLst>
            </a:custGeom>
            <a:solidFill>
              <a:srgbClr val="E4C5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4" name="Freeform 815">
              <a:extLst>
                <a:ext uri="{FF2B5EF4-FFF2-40B4-BE49-F238E27FC236}">
                  <a16:creationId xmlns:a16="http://schemas.microsoft.com/office/drawing/2014/main" id="{6FEE1436-0570-45ED-8380-B4BEBE95F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202"/>
              <a:ext cx="240" cy="91"/>
            </a:xfrm>
            <a:custGeom>
              <a:avLst/>
              <a:gdLst>
                <a:gd name="T0" fmla="*/ 96 w 380"/>
                <a:gd name="T1" fmla="*/ 41 h 136"/>
                <a:gd name="T2" fmla="*/ 48 w 380"/>
                <a:gd name="T3" fmla="*/ 0 h 136"/>
                <a:gd name="T4" fmla="*/ 0 w 380"/>
                <a:gd name="T5" fmla="*/ 41 h 136"/>
                <a:gd name="T6" fmla="*/ 96 w 380"/>
                <a:gd name="T7" fmla="*/ 41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36">
                  <a:moveTo>
                    <a:pt x="380" y="136"/>
                  </a:moveTo>
                  <a:cubicBezTo>
                    <a:pt x="369" y="59"/>
                    <a:pt x="288" y="0"/>
                    <a:pt x="190" y="0"/>
                  </a:cubicBezTo>
                  <a:cubicBezTo>
                    <a:pt x="92" y="0"/>
                    <a:pt x="12" y="59"/>
                    <a:pt x="0" y="136"/>
                  </a:cubicBezTo>
                  <a:lnTo>
                    <a:pt x="380" y="136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5" name="Freeform 816">
              <a:extLst>
                <a:ext uri="{FF2B5EF4-FFF2-40B4-BE49-F238E27FC236}">
                  <a16:creationId xmlns:a16="http://schemas.microsoft.com/office/drawing/2014/main" id="{51416E41-7B01-425C-BCF7-84AB23DA6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350"/>
              <a:ext cx="228" cy="50"/>
            </a:xfrm>
            <a:custGeom>
              <a:avLst/>
              <a:gdLst>
                <a:gd name="T0" fmla="*/ 1 w 362"/>
                <a:gd name="T1" fmla="*/ 0 h 74"/>
                <a:gd name="T2" fmla="*/ 0 w 362"/>
                <a:gd name="T3" fmla="*/ 4 h 74"/>
                <a:gd name="T4" fmla="*/ 16 w 362"/>
                <a:gd name="T5" fmla="*/ 23 h 74"/>
                <a:gd name="T6" fmla="*/ 74 w 362"/>
                <a:gd name="T7" fmla="*/ 23 h 74"/>
                <a:gd name="T8" fmla="*/ 91 w 362"/>
                <a:gd name="T9" fmla="*/ 4 h 74"/>
                <a:gd name="T10" fmla="*/ 90 w 362"/>
                <a:gd name="T11" fmla="*/ 0 h 74"/>
                <a:gd name="T12" fmla="*/ 1 w 362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74">
                  <a:moveTo>
                    <a:pt x="1" y="0"/>
                  </a:moveTo>
                  <a:cubicBezTo>
                    <a:pt x="0" y="4"/>
                    <a:pt x="0" y="8"/>
                    <a:pt x="0" y="13"/>
                  </a:cubicBezTo>
                  <a:cubicBezTo>
                    <a:pt x="0" y="46"/>
                    <a:pt x="29" y="74"/>
                    <a:pt x="66" y="74"/>
                  </a:cubicBezTo>
                  <a:cubicBezTo>
                    <a:pt x="296" y="74"/>
                    <a:pt x="296" y="74"/>
                    <a:pt x="296" y="74"/>
                  </a:cubicBezTo>
                  <a:cubicBezTo>
                    <a:pt x="333" y="74"/>
                    <a:pt x="362" y="46"/>
                    <a:pt x="362" y="13"/>
                  </a:cubicBezTo>
                  <a:cubicBezTo>
                    <a:pt x="362" y="8"/>
                    <a:pt x="362" y="4"/>
                    <a:pt x="36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4C5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6" name="Freeform 817">
              <a:extLst>
                <a:ext uri="{FF2B5EF4-FFF2-40B4-BE49-F238E27FC236}">
                  <a16:creationId xmlns:a16="http://schemas.microsoft.com/office/drawing/2014/main" id="{CEA208E9-9ACE-4983-BFEB-B84CA61F8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350"/>
              <a:ext cx="228" cy="50"/>
            </a:xfrm>
            <a:custGeom>
              <a:avLst/>
              <a:gdLst>
                <a:gd name="T0" fmla="*/ 1 w 362"/>
                <a:gd name="T1" fmla="*/ 0 h 74"/>
                <a:gd name="T2" fmla="*/ 0 w 362"/>
                <a:gd name="T3" fmla="*/ 4 h 74"/>
                <a:gd name="T4" fmla="*/ 16 w 362"/>
                <a:gd name="T5" fmla="*/ 23 h 74"/>
                <a:gd name="T6" fmla="*/ 74 w 362"/>
                <a:gd name="T7" fmla="*/ 23 h 74"/>
                <a:gd name="T8" fmla="*/ 91 w 362"/>
                <a:gd name="T9" fmla="*/ 4 h 74"/>
                <a:gd name="T10" fmla="*/ 90 w 362"/>
                <a:gd name="T11" fmla="*/ 0 h 74"/>
                <a:gd name="T12" fmla="*/ 1 w 362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74">
                  <a:moveTo>
                    <a:pt x="1" y="0"/>
                  </a:moveTo>
                  <a:cubicBezTo>
                    <a:pt x="0" y="4"/>
                    <a:pt x="0" y="8"/>
                    <a:pt x="0" y="13"/>
                  </a:cubicBezTo>
                  <a:cubicBezTo>
                    <a:pt x="0" y="46"/>
                    <a:pt x="29" y="74"/>
                    <a:pt x="66" y="74"/>
                  </a:cubicBezTo>
                  <a:cubicBezTo>
                    <a:pt x="296" y="74"/>
                    <a:pt x="296" y="74"/>
                    <a:pt x="296" y="74"/>
                  </a:cubicBezTo>
                  <a:cubicBezTo>
                    <a:pt x="333" y="74"/>
                    <a:pt x="362" y="46"/>
                    <a:pt x="362" y="13"/>
                  </a:cubicBezTo>
                  <a:cubicBezTo>
                    <a:pt x="362" y="8"/>
                    <a:pt x="362" y="4"/>
                    <a:pt x="361" y="0"/>
                  </a:cubicBezTo>
                  <a:lnTo>
                    <a:pt x="1" y="0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7" name="Freeform 818">
              <a:extLst>
                <a:ext uri="{FF2B5EF4-FFF2-40B4-BE49-F238E27FC236}">
                  <a16:creationId xmlns:a16="http://schemas.microsoft.com/office/drawing/2014/main" id="{879D79CF-F390-42F2-ADBA-7FF8E6FF0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309"/>
              <a:ext cx="234" cy="25"/>
            </a:xfrm>
            <a:custGeom>
              <a:avLst/>
              <a:gdLst>
                <a:gd name="T0" fmla="*/ 92 w 372"/>
                <a:gd name="T1" fmla="*/ 6 h 38"/>
                <a:gd name="T2" fmla="*/ 88 w 372"/>
                <a:gd name="T3" fmla="*/ 11 h 38"/>
                <a:gd name="T4" fmla="*/ 4 w 372"/>
                <a:gd name="T5" fmla="*/ 11 h 38"/>
                <a:gd name="T6" fmla="*/ 0 w 372"/>
                <a:gd name="T7" fmla="*/ 6 h 38"/>
                <a:gd name="T8" fmla="*/ 0 w 372"/>
                <a:gd name="T9" fmla="*/ 6 h 38"/>
                <a:gd name="T10" fmla="*/ 4 w 372"/>
                <a:gd name="T11" fmla="*/ 0 h 38"/>
                <a:gd name="T12" fmla="*/ 88 w 372"/>
                <a:gd name="T13" fmla="*/ 0 h 38"/>
                <a:gd name="T14" fmla="*/ 92 w 372"/>
                <a:gd name="T15" fmla="*/ 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2" h="38">
                  <a:moveTo>
                    <a:pt x="372" y="19"/>
                  </a:moveTo>
                  <a:cubicBezTo>
                    <a:pt x="372" y="29"/>
                    <a:pt x="363" y="38"/>
                    <a:pt x="353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8" y="38"/>
                    <a:pt x="0" y="2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353" y="0"/>
                    <a:pt x="353" y="0"/>
                    <a:pt x="353" y="0"/>
                  </a:cubicBezTo>
                  <a:cubicBezTo>
                    <a:pt x="363" y="0"/>
                    <a:pt x="372" y="8"/>
                    <a:pt x="372" y="19"/>
                  </a:cubicBezTo>
                  <a:close/>
                </a:path>
              </a:pathLst>
            </a:custGeom>
            <a:solidFill>
              <a:srgbClr val="D17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8" name="Freeform 819">
              <a:extLst>
                <a:ext uri="{FF2B5EF4-FFF2-40B4-BE49-F238E27FC236}">
                  <a16:creationId xmlns:a16="http://schemas.microsoft.com/office/drawing/2014/main" id="{B0617236-8130-4027-95B6-41812CA98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309"/>
              <a:ext cx="234" cy="25"/>
            </a:xfrm>
            <a:custGeom>
              <a:avLst/>
              <a:gdLst>
                <a:gd name="T0" fmla="*/ 92 w 372"/>
                <a:gd name="T1" fmla="*/ 6 h 38"/>
                <a:gd name="T2" fmla="*/ 88 w 372"/>
                <a:gd name="T3" fmla="*/ 11 h 38"/>
                <a:gd name="T4" fmla="*/ 4 w 372"/>
                <a:gd name="T5" fmla="*/ 11 h 38"/>
                <a:gd name="T6" fmla="*/ 0 w 372"/>
                <a:gd name="T7" fmla="*/ 6 h 38"/>
                <a:gd name="T8" fmla="*/ 0 w 372"/>
                <a:gd name="T9" fmla="*/ 6 h 38"/>
                <a:gd name="T10" fmla="*/ 4 w 372"/>
                <a:gd name="T11" fmla="*/ 0 h 38"/>
                <a:gd name="T12" fmla="*/ 88 w 372"/>
                <a:gd name="T13" fmla="*/ 0 h 38"/>
                <a:gd name="T14" fmla="*/ 92 w 372"/>
                <a:gd name="T15" fmla="*/ 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2" h="38">
                  <a:moveTo>
                    <a:pt x="372" y="19"/>
                  </a:moveTo>
                  <a:cubicBezTo>
                    <a:pt x="372" y="29"/>
                    <a:pt x="363" y="38"/>
                    <a:pt x="353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8" y="38"/>
                    <a:pt x="0" y="2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353" y="0"/>
                    <a:pt x="353" y="0"/>
                    <a:pt x="353" y="0"/>
                  </a:cubicBezTo>
                  <a:cubicBezTo>
                    <a:pt x="363" y="0"/>
                    <a:pt x="372" y="8"/>
                    <a:pt x="372" y="19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9" name="Freeform 820">
              <a:extLst>
                <a:ext uri="{FF2B5EF4-FFF2-40B4-BE49-F238E27FC236}">
                  <a16:creationId xmlns:a16="http://schemas.microsoft.com/office/drawing/2014/main" id="{B2AFE2EF-647A-4D5E-AC39-181718CE7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66"/>
              <a:ext cx="302" cy="59"/>
            </a:xfrm>
            <a:custGeom>
              <a:avLst/>
              <a:gdLst>
                <a:gd name="T0" fmla="*/ 50 w 480"/>
                <a:gd name="T1" fmla="*/ 9 h 88"/>
                <a:gd name="T2" fmla="*/ 39 w 480"/>
                <a:gd name="T3" fmla="*/ 9 h 88"/>
                <a:gd name="T4" fmla="*/ 30 w 480"/>
                <a:gd name="T5" fmla="*/ 10 h 88"/>
                <a:gd name="T6" fmla="*/ 27 w 480"/>
                <a:gd name="T7" fmla="*/ 10 h 88"/>
                <a:gd name="T8" fmla="*/ 25 w 480"/>
                <a:gd name="T9" fmla="*/ 9 h 88"/>
                <a:gd name="T10" fmla="*/ 22 w 480"/>
                <a:gd name="T11" fmla="*/ 9 h 88"/>
                <a:gd name="T12" fmla="*/ 20 w 480"/>
                <a:gd name="T13" fmla="*/ 9 h 88"/>
                <a:gd name="T14" fmla="*/ 16 w 480"/>
                <a:gd name="T15" fmla="*/ 7 h 88"/>
                <a:gd name="T16" fmla="*/ 12 w 480"/>
                <a:gd name="T17" fmla="*/ 7 h 88"/>
                <a:gd name="T18" fmla="*/ 6 w 480"/>
                <a:gd name="T19" fmla="*/ 5 h 88"/>
                <a:gd name="T20" fmla="*/ 6 w 480"/>
                <a:gd name="T21" fmla="*/ 7 h 88"/>
                <a:gd name="T22" fmla="*/ 4 w 480"/>
                <a:gd name="T23" fmla="*/ 7 h 88"/>
                <a:gd name="T24" fmla="*/ 2 w 480"/>
                <a:gd name="T25" fmla="*/ 11 h 88"/>
                <a:gd name="T26" fmla="*/ 5 w 480"/>
                <a:gd name="T27" fmla="*/ 14 h 88"/>
                <a:gd name="T28" fmla="*/ 7 w 480"/>
                <a:gd name="T29" fmla="*/ 15 h 88"/>
                <a:gd name="T30" fmla="*/ 6 w 480"/>
                <a:gd name="T31" fmla="*/ 19 h 88"/>
                <a:gd name="T32" fmla="*/ 10 w 480"/>
                <a:gd name="T33" fmla="*/ 19 h 88"/>
                <a:gd name="T34" fmla="*/ 11 w 480"/>
                <a:gd name="T35" fmla="*/ 21 h 88"/>
                <a:gd name="T36" fmla="*/ 14 w 480"/>
                <a:gd name="T37" fmla="*/ 20 h 88"/>
                <a:gd name="T38" fmla="*/ 18 w 480"/>
                <a:gd name="T39" fmla="*/ 20 h 88"/>
                <a:gd name="T40" fmla="*/ 23 w 480"/>
                <a:gd name="T41" fmla="*/ 20 h 88"/>
                <a:gd name="T42" fmla="*/ 37 w 480"/>
                <a:gd name="T43" fmla="*/ 21 h 88"/>
                <a:gd name="T44" fmla="*/ 38 w 480"/>
                <a:gd name="T45" fmla="*/ 23 h 88"/>
                <a:gd name="T46" fmla="*/ 40 w 480"/>
                <a:gd name="T47" fmla="*/ 24 h 88"/>
                <a:gd name="T48" fmla="*/ 42 w 480"/>
                <a:gd name="T49" fmla="*/ 24 h 88"/>
                <a:gd name="T50" fmla="*/ 43 w 480"/>
                <a:gd name="T51" fmla="*/ 26 h 88"/>
                <a:gd name="T52" fmla="*/ 50 w 480"/>
                <a:gd name="T53" fmla="*/ 24 h 88"/>
                <a:gd name="T54" fmla="*/ 53 w 480"/>
                <a:gd name="T55" fmla="*/ 25 h 88"/>
                <a:gd name="T56" fmla="*/ 59 w 480"/>
                <a:gd name="T57" fmla="*/ 23 h 88"/>
                <a:gd name="T58" fmla="*/ 71 w 480"/>
                <a:gd name="T59" fmla="*/ 23 h 88"/>
                <a:gd name="T60" fmla="*/ 86 w 480"/>
                <a:gd name="T61" fmla="*/ 21 h 88"/>
                <a:gd name="T62" fmla="*/ 101 w 480"/>
                <a:gd name="T63" fmla="*/ 20 h 88"/>
                <a:gd name="T64" fmla="*/ 108 w 480"/>
                <a:gd name="T65" fmla="*/ 21 h 88"/>
                <a:gd name="T66" fmla="*/ 109 w 480"/>
                <a:gd name="T67" fmla="*/ 23 h 88"/>
                <a:gd name="T68" fmla="*/ 111 w 480"/>
                <a:gd name="T69" fmla="*/ 21 h 88"/>
                <a:gd name="T70" fmla="*/ 116 w 480"/>
                <a:gd name="T71" fmla="*/ 23 h 88"/>
                <a:gd name="T72" fmla="*/ 117 w 480"/>
                <a:gd name="T73" fmla="*/ 19 h 88"/>
                <a:gd name="T74" fmla="*/ 115 w 480"/>
                <a:gd name="T75" fmla="*/ 15 h 88"/>
                <a:gd name="T76" fmla="*/ 119 w 480"/>
                <a:gd name="T77" fmla="*/ 10 h 88"/>
                <a:gd name="T78" fmla="*/ 118 w 480"/>
                <a:gd name="T79" fmla="*/ 3 h 88"/>
                <a:gd name="T80" fmla="*/ 116 w 480"/>
                <a:gd name="T81" fmla="*/ 5 h 88"/>
                <a:gd name="T82" fmla="*/ 112 w 480"/>
                <a:gd name="T83" fmla="*/ 3 h 88"/>
                <a:gd name="T84" fmla="*/ 111 w 480"/>
                <a:gd name="T85" fmla="*/ 7 h 88"/>
                <a:gd name="T86" fmla="*/ 108 w 480"/>
                <a:gd name="T87" fmla="*/ 6 h 88"/>
                <a:gd name="T88" fmla="*/ 102 w 480"/>
                <a:gd name="T89" fmla="*/ 9 h 88"/>
                <a:gd name="T90" fmla="*/ 94 w 480"/>
                <a:gd name="T91" fmla="*/ 11 h 88"/>
                <a:gd name="T92" fmla="*/ 87 w 480"/>
                <a:gd name="T93" fmla="*/ 9 h 88"/>
                <a:gd name="T94" fmla="*/ 78 w 480"/>
                <a:gd name="T95" fmla="*/ 7 h 88"/>
                <a:gd name="T96" fmla="*/ 70 w 480"/>
                <a:gd name="T97" fmla="*/ 6 h 88"/>
                <a:gd name="T98" fmla="*/ 62 w 480"/>
                <a:gd name="T99" fmla="*/ 5 h 88"/>
                <a:gd name="T100" fmla="*/ 53 w 480"/>
                <a:gd name="T101" fmla="*/ 7 h 88"/>
                <a:gd name="T102" fmla="*/ 50 w 480"/>
                <a:gd name="T103" fmla="*/ 9 h 8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0" h="88">
                  <a:moveTo>
                    <a:pt x="199" y="31"/>
                  </a:moveTo>
                  <a:cubicBezTo>
                    <a:pt x="187" y="27"/>
                    <a:pt x="169" y="32"/>
                    <a:pt x="156" y="32"/>
                  </a:cubicBezTo>
                  <a:cubicBezTo>
                    <a:pt x="144" y="33"/>
                    <a:pt x="131" y="32"/>
                    <a:pt x="118" y="33"/>
                  </a:cubicBezTo>
                  <a:cubicBezTo>
                    <a:pt x="115" y="33"/>
                    <a:pt x="112" y="34"/>
                    <a:pt x="109" y="34"/>
                  </a:cubicBezTo>
                  <a:cubicBezTo>
                    <a:pt x="106" y="33"/>
                    <a:pt x="101" y="30"/>
                    <a:pt x="100" y="30"/>
                  </a:cubicBezTo>
                  <a:cubicBezTo>
                    <a:pt x="96" y="29"/>
                    <a:pt x="93" y="32"/>
                    <a:pt x="89" y="32"/>
                  </a:cubicBezTo>
                  <a:cubicBezTo>
                    <a:pt x="85" y="32"/>
                    <a:pt x="85" y="31"/>
                    <a:pt x="81" y="31"/>
                  </a:cubicBezTo>
                  <a:cubicBezTo>
                    <a:pt x="76" y="30"/>
                    <a:pt x="69" y="28"/>
                    <a:pt x="64" y="25"/>
                  </a:cubicBezTo>
                  <a:cubicBezTo>
                    <a:pt x="58" y="23"/>
                    <a:pt x="52" y="14"/>
                    <a:pt x="47" y="22"/>
                  </a:cubicBezTo>
                  <a:cubicBezTo>
                    <a:pt x="41" y="15"/>
                    <a:pt x="30" y="12"/>
                    <a:pt x="22" y="18"/>
                  </a:cubicBezTo>
                  <a:cubicBezTo>
                    <a:pt x="23" y="19"/>
                    <a:pt x="24" y="23"/>
                    <a:pt x="25" y="23"/>
                  </a:cubicBezTo>
                  <a:cubicBezTo>
                    <a:pt x="22" y="23"/>
                    <a:pt x="19" y="24"/>
                    <a:pt x="16" y="25"/>
                  </a:cubicBezTo>
                  <a:cubicBezTo>
                    <a:pt x="24" y="33"/>
                    <a:pt x="9" y="32"/>
                    <a:pt x="6" y="38"/>
                  </a:cubicBezTo>
                  <a:cubicBezTo>
                    <a:pt x="0" y="50"/>
                    <a:pt x="13" y="47"/>
                    <a:pt x="19" y="47"/>
                  </a:cubicBezTo>
                  <a:cubicBezTo>
                    <a:pt x="25" y="47"/>
                    <a:pt x="26" y="44"/>
                    <a:pt x="29" y="51"/>
                  </a:cubicBezTo>
                  <a:cubicBezTo>
                    <a:pt x="31" y="55"/>
                    <a:pt x="26" y="60"/>
                    <a:pt x="26" y="63"/>
                  </a:cubicBezTo>
                  <a:cubicBezTo>
                    <a:pt x="28" y="70"/>
                    <a:pt x="36" y="70"/>
                    <a:pt x="42" y="64"/>
                  </a:cubicBezTo>
                  <a:cubicBezTo>
                    <a:pt x="44" y="66"/>
                    <a:pt x="46" y="69"/>
                    <a:pt x="46" y="72"/>
                  </a:cubicBezTo>
                  <a:cubicBezTo>
                    <a:pt x="51" y="71"/>
                    <a:pt x="55" y="68"/>
                    <a:pt x="59" y="67"/>
                  </a:cubicBezTo>
                  <a:cubicBezTo>
                    <a:pt x="62" y="67"/>
                    <a:pt x="67" y="68"/>
                    <a:pt x="71" y="67"/>
                  </a:cubicBezTo>
                  <a:cubicBezTo>
                    <a:pt x="80" y="65"/>
                    <a:pt x="83" y="65"/>
                    <a:pt x="93" y="67"/>
                  </a:cubicBezTo>
                  <a:cubicBezTo>
                    <a:pt x="110" y="70"/>
                    <a:pt x="136" y="62"/>
                    <a:pt x="150" y="72"/>
                  </a:cubicBezTo>
                  <a:cubicBezTo>
                    <a:pt x="151" y="72"/>
                    <a:pt x="151" y="77"/>
                    <a:pt x="153" y="78"/>
                  </a:cubicBezTo>
                  <a:cubicBezTo>
                    <a:pt x="155" y="80"/>
                    <a:pt x="159" y="79"/>
                    <a:pt x="161" y="79"/>
                  </a:cubicBezTo>
                  <a:cubicBezTo>
                    <a:pt x="162" y="80"/>
                    <a:pt x="165" y="78"/>
                    <a:pt x="167" y="79"/>
                  </a:cubicBezTo>
                  <a:cubicBezTo>
                    <a:pt x="170" y="80"/>
                    <a:pt x="171" y="85"/>
                    <a:pt x="175" y="86"/>
                  </a:cubicBezTo>
                  <a:cubicBezTo>
                    <a:pt x="184" y="88"/>
                    <a:pt x="190" y="78"/>
                    <a:pt x="199" y="79"/>
                  </a:cubicBezTo>
                  <a:cubicBezTo>
                    <a:pt x="204" y="80"/>
                    <a:pt x="207" y="84"/>
                    <a:pt x="213" y="84"/>
                  </a:cubicBezTo>
                  <a:cubicBezTo>
                    <a:pt x="220" y="83"/>
                    <a:pt x="228" y="79"/>
                    <a:pt x="235" y="78"/>
                  </a:cubicBezTo>
                  <a:cubicBezTo>
                    <a:pt x="252" y="77"/>
                    <a:pt x="269" y="76"/>
                    <a:pt x="285" y="77"/>
                  </a:cubicBezTo>
                  <a:cubicBezTo>
                    <a:pt x="306" y="80"/>
                    <a:pt x="323" y="73"/>
                    <a:pt x="343" y="70"/>
                  </a:cubicBezTo>
                  <a:cubicBezTo>
                    <a:pt x="364" y="67"/>
                    <a:pt x="384" y="68"/>
                    <a:pt x="405" y="66"/>
                  </a:cubicBezTo>
                  <a:cubicBezTo>
                    <a:pt x="415" y="65"/>
                    <a:pt x="422" y="66"/>
                    <a:pt x="432" y="70"/>
                  </a:cubicBezTo>
                  <a:cubicBezTo>
                    <a:pt x="434" y="71"/>
                    <a:pt x="438" y="75"/>
                    <a:pt x="440" y="75"/>
                  </a:cubicBezTo>
                  <a:cubicBezTo>
                    <a:pt x="444" y="74"/>
                    <a:pt x="444" y="70"/>
                    <a:pt x="447" y="69"/>
                  </a:cubicBezTo>
                  <a:cubicBezTo>
                    <a:pt x="454" y="67"/>
                    <a:pt x="459" y="71"/>
                    <a:pt x="464" y="74"/>
                  </a:cubicBezTo>
                  <a:cubicBezTo>
                    <a:pt x="466" y="72"/>
                    <a:pt x="470" y="65"/>
                    <a:pt x="470" y="62"/>
                  </a:cubicBezTo>
                  <a:cubicBezTo>
                    <a:pt x="469" y="54"/>
                    <a:pt x="465" y="55"/>
                    <a:pt x="460" y="52"/>
                  </a:cubicBezTo>
                  <a:cubicBezTo>
                    <a:pt x="464" y="46"/>
                    <a:pt x="475" y="42"/>
                    <a:pt x="478" y="35"/>
                  </a:cubicBezTo>
                  <a:cubicBezTo>
                    <a:pt x="480" y="28"/>
                    <a:pt x="474" y="16"/>
                    <a:pt x="472" y="10"/>
                  </a:cubicBezTo>
                  <a:cubicBezTo>
                    <a:pt x="471" y="11"/>
                    <a:pt x="467" y="13"/>
                    <a:pt x="466" y="15"/>
                  </a:cubicBezTo>
                  <a:cubicBezTo>
                    <a:pt x="465" y="2"/>
                    <a:pt x="457" y="0"/>
                    <a:pt x="450" y="12"/>
                  </a:cubicBezTo>
                  <a:cubicBezTo>
                    <a:pt x="448" y="15"/>
                    <a:pt x="450" y="22"/>
                    <a:pt x="445" y="24"/>
                  </a:cubicBezTo>
                  <a:cubicBezTo>
                    <a:pt x="442" y="25"/>
                    <a:pt x="438" y="20"/>
                    <a:pt x="435" y="19"/>
                  </a:cubicBezTo>
                  <a:cubicBezTo>
                    <a:pt x="429" y="31"/>
                    <a:pt x="419" y="28"/>
                    <a:pt x="408" y="30"/>
                  </a:cubicBezTo>
                  <a:cubicBezTo>
                    <a:pt x="397" y="31"/>
                    <a:pt x="388" y="35"/>
                    <a:pt x="377" y="36"/>
                  </a:cubicBezTo>
                  <a:cubicBezTo>
                    <a:pt x="363" y="37"/>
                    <a:pt x="359" y="40"/>
                    <a:pt x="350" y="29"/>
                  </a:cubicBezTo>
                  <a:cubicBezTo>
                    <a:pt x="337" y="10"/>
                    <a:pt x="331" y="19"/>
                    <a:pt x="313" y="26"/>
                  </a:cubicBezTo>
                  <a:cubicBezTo>
                    <a:pt x="307" y="3"/>
                    <a:pt x="298" y="17"/>
                    <a:pt x="283" y="20"/>
                  </a:cubicBezTo>
                  <a:cubicBezTo>
                    <a:pt x="268" y="24"/>
                    <a:pt x="258" y="22"/>
                    <a:pt x="246" y="15"/>
                  </a:cubicBezTo>
                  <a:cubicBezTo>
                    <a:pt x="242" y="21"/>
                    <a:pt x="221" y="19"/>
                    <a:pt x="214" y="22"/>
                  </a:cubicBezTo>
                  <a:cubicBezTo>
                    <a:pt x="209" y="24"/>
                    <a:pt x="203" y="28"/>
                    <a:pt x="199" y="31"/>
                  </a:cubicBezTo>
                  <a:close/>
                </a:path>
              </a:pathLst>
            </a:custGeom>
            <a:solidFill>
              <a:srgbClr val="22A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0" name="Freeform 821">
              <a:extLst>
                <a:ext uri="{FF2B5EF4-FFF2-40B4-BE49-F238E27FC236}">
                  <a16:creationId xmlns:a16="http://schemas.microsoft.com/office/drawing/2014/main" id="{DEDD69FA-DBB9-4A79-AFFF-A4457E8BF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66"/>
              <a:ext cx="302" cy="59"/>
            </a:xfrm>
            <a:custGeom>
              <a:avLst/>
              <a:gdLst>
                <a:gd name="T0" fmla="*/ 50 w 480"/>
                <a:gd name="T1" fmla="*/ 9 h 88"/>
                <a:gd name="T2" fmla="*/ 39 w 480"/>
                <a:gd name="T3" fmla="*/ 9 h 88"/>
                <a:gd name="T4" fmla="*/ 30 w 480"/>
                <a:gd name="T5" fmla="*/ 10 h 88"/>
                <a:gd name="T6" fmla="*/ 27 w 480"/>
                <a:gd name="T7" fmla="*/ 10 h 88"/>
                <a:gd name="T8" fmla="*/ 25 w 480"/>
                <a:gd name="T9" fmla="*/ 9 h 88"/>
                <a:gd name="T10" fmla="*/ 22 w 480"/>
                <a:gd name="T11" fmla="*/ 9 h 88"/>
                <a:gd name="T12" fmla="*/ 20 w 480"/>
                <a:gd name="T13" fmla="*/ 9 h 88"/>
                <a:gd name="T14" fmla="*/ 16 w 480"/>
                <a:gd name="T15" fmla="*/ 7 h 88"/>
                <a:gd name="T16" fmla="*/ 12 w 480"/>
                <a:gd name="T17" fmla="*/ 7 h 88"/>
                <a:gd name="T18" fmla="*/ 6 w 480"/>
                <a:gd name="T19" fmla="*/ 5 h 88"/>
                <a:gd name="T20" fmla="*/ 6 w 480"/>
                <a:gd name="T21" fmla="*/ 7 h 88"/>
                <a:gd name="T22" fmla="*/ 4 w 480"/>
                <a:gd name="T23" fmla="*/ 7 h 88"/>
                <a:gd name="T24" fmla="*/ 2 w 480"/>
                <a:gd name="T25" fmla="*/ 11 h 88"/>
                <a:gd name="T26" fmla="*/ 5 w 480"/>
                <a:gd name="T27" fmla="*/ 14 h 88"/>
                <a:gd name="T28" fmla="*/ 7 w 480"/>
                <a:gd name="T29" fmla="*/ 15 h 88"/>
                <a:gd name="T30" fmla="*/ 6 w 480"/>
                <a:gd name="T31" fmla="*/ 19 h 88"/>
                <a:gd name="T32" fmla="*/ 10 w 480"/>
                <a:gd name="T33" fmla="*/ 19 h 88"/>
                <a:gd name="T34" fmla="*/ 11 w 480"/>
                <a:gd name="T35" fmla="*/ 21 h 88"/>
                <a:gd name="T36" fmla="*/ 14 w 480"/>
                <a:gd name="T37" fmla="*/ 20 h 88"/>
                <a:gd name="T38" fmla="*/ 18 w 480"/>
                <a:gd name="T39" fmla="*/ 20 h 88"/>
                <a:gd name="T40" fmla="*/ 23 w 480"/>
                <a:gd name="T41" fmla="*/ 20 h 88"/>
                <a:gd name="T42" fmla="*/ 37 w 480"/>
                <a:gd name="T43" fmla="*/ 21 h 88"/>
                <a:gd name="T44" fmla="*/ 38 w 480"/>
                <a:gd name="T45" fmla="*/ 23 h 88"/>
                <a:gd name="T46" fmla="*/ 40 w 480"/>
                <a:gd name="T47" fmla="*/ 24 h 88"/>
                <a:gd name="T48" fmla="*/ 42 w 480"/>
                <a:gd name="T49" fmla="*/ 24 h 88"/>
                <a:gd name="T50" fmla="*/ 43 w 480"/>
                <a:gd name="T51" fmla="*/ 26 h 88"/>
                <a:gd name="T52" fmla="*/ 50 w 480"/>
                <a:gd name="T53" fmla="*/ 24 h 88"/>
                <a:gd name="T54" fmla="*/ 53 w 480"/>
                <a:gd name="T55" fmla="*/ 25 h 88"/>
                <a:gd name="T56" fmla="*/ 59 w 480"/>
                <a:gd name="T57" fmla="*/ 23 h 88"/>
                <a:gd name="T58" fmla="*/ 71 w 480"/>
                <a:gd name="T59" fmla="*/ 23 h 88"/>
                <a:gd name="T60" fmla="*/ 86 w 480"/>
                <a:gd name="T61" fmla="*/ 21 h 88"/>
                <a:gd name="T62" fmla="*/ 101 w 480"/>
                <a:gd name="T63" fmla="*/ 20 h 88"/>
                <a:gd name="T64" fmla="*/ 108 w 480"/>
                <a:gd name="T65" fmla="*/ 21 h 88"/>
                <a:gd name="T66" fmla="*/ 109 w 480"/>
                <a:gd name="T67" fmla="*/ 23 h 88"/>
                <a:gd name="T68" fmla="*/ 111 w 480"/>
                <a:gd name="T69" fmla="*/ 21 h 88"/>
                <a:gd name="T70" fmla="*/ 116 w 480"/>
                <a:gd name="T71" fmla="*/ 23 h 88"/>
                <a:gd name="T72" fmla="*/ 117 w 480"/>
                <a:gd name="T73" fmla="*/ 19 h 88"/>
                <a:gd name="T74" fmla="*/ 115 w 480"/>
                <a:gd name="T75" fmla="*/ 15 h 88"/>
                <a:gd name="T76" fmla="*/ 119 w 480"/>
                <a:gd name="T77" fmla="*/ 10 h 88"/>
                <a:gd name="T78" fmla="*/ 118 w 480"/>
                <a:gd name="T79" fmla="*/ 3 h 88"/>
                <a:gd name="T80" fmla="*/ 116 w 480"/>
                <a:gd name="T81" fmla="*/ 5 h 88"/>
                <a:gd name="T82" fmla="*/ 112 w 480"/>
                <a:gd name="T83" fmla="*/ 3 h 88"/>
                <a:gd name="T84" fmla="*/ 111 w 480"/>
                <a:gd name="T85" fmla="*/ 7 h 88"/>
                <a:gd name="T86" fmla="*/ 108 w 480"/>
                <a:gd name="T87" fmla="*/ 6 h 88"/>
                <a:gd name="T88" fmla="*/ 102 w 480"/>
                <a:gd name="T89" fmla="*/ 9 h 88"/>
                <a:gd name="T90" fmla="*/ 94 w 480"/>
                <a:gd name="T91" fmla="*/ 11 h 88"/>
                <a:gd name="T92" fmla="*/ 87 w 480"/>
                <a:gd name="T93" fmla="*/ 9 h 88"/>
                <a:gd name="T94" fmla="*/ 78 w 480"/>
                <a:gd name="T95" fmla="*/ 7 h 88"/>
                <a:gd name="T96" fmla="*/ 70 w 480"/>
                <a:gd name="T97" fmla="*/ 6 h 88"/>
                <a:gd name="T98" fmla="*/ 62 w 480"/>
                <a:gd name="T99" fmla="*/ 5 h 88"/>
                <a:gd name="T100" fmla="*/ 53 w 480"/>
                <a:gd name="T101" fmla="*/ 7 h 88"/>
                <a:gd name="T102" fmla="*/ 50 w 480"/>
                <a:gd name="T103" fmla="*/ 9 h 8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0" h="88">
                  <a:moveTo>
                    <a:pt x="199" y="31"/>
                  </a:moveTo>
                  <a:cubicBezTo>
                    <a:pt x="187" y="27"/>
                    <a:pt x="169" y="32"/>
                    <a:pt x="156" y="32"/>
                  </a:cubicBezTo>
                  <a:cubicBezTo>
                    <a:pt x="144" y="33"/>
                    <a:pt x="131" y="32"/>
                    <a:pt x="118" y="33"/>
                  </a:cubicBezTo>
                  <a:cubicBezTo>
                    <a:pt x="115" y="33"/>
                    <a:pt x="112" y="34"/>
                    <a:pt x="109" y="34"/>
                  </a:cubicBezTo>
                  <a:cubicBezTo>
                    <a:pt x="106" y="33"/>
                    <a:pt x="101" y="30"/>
                    <a:pt x="100" y="30"/>
                  </a:cubicBezTo>
                  <a:cubicBezTo>
                    <a:pt x="96" y="29"/>
                    <a:pt x="93" y="32"/>
                    <a:pt x="89" y="32"/>
                  </a:cubicBezTo>
                  <a:cubicBezTo>
                    <a:pt x="85" y="32"/>
                    <a:pt x="85" y="31"/>
                    <a:pt x="81" y="31"/>
                  </a:cubicBezTo>
                  <a:cubicBezTo>
                    <a:pt x="76" y="30"/>
                    <a:pt x="69" y="28"/>
                    <a:pt x="64" y="25"/>
                  </a:cubicBezTo>
                  <a:cubicBezTo>
                    <a:pt x="58" y="23"/>
                    <a:pt x="52" y="14"/>
                    <a:pt x="47" y="22"/>
                  </a:cubicBezTo>
                  <a:cubicBezTo>
                    <a:pt x="41" y="15"/>
                    <a:pt x="30" y="12"/>
                    <a:pt x="22" y="18"/>
                  </a:cubicBezTo>
                  <a:cubicBezTo>
                    <a:pt x="23" y="19"/>
                    <a:pt x="24" y="23"/>
                    <a:pt x="25" y="23"/>
                  </a:cubicBezTo>
                  <a:cubicBezTo>
                    <a:pt x="22" y="23"/>
                    <a:pt x="19" y="24"/>
                    <a:pt x="16" y="25"/>
                  </a:cubicBezTo>
                  <a:cubicBezTo>
                    <a:pt x="24" y="33"/>
                    <a:pt x="9" y="32"/>
                    <a:pt x="6" y="38"/>
                  </a:cubicBezTo>
                  <a:cubicBezTo>
                    <a:pt x="0" y="50"/>
                    <a:pt x="13" y="47"/>
                    <a:pt x="19" y="47"/>
                  </a:cubicBezTo>
                  <a:cubicBezTo>
                    <a:pt x="25" y="47"/>
                    <a:pt x="26" y="44"/>
                    <a:pt x="29" y="51"/>
                  </a:cubicBezTo>
                  <a:cubicBezTo>
                    <a:pt x="31" y="55"/>
                    <a:pt x="26" y="60"/>
                    <a:pt x="26" y="63"/>
                  </a:cubicBezTo>
                  <a:cubicBezTo>
                    <a:pt x="28" y="70"/>
                    <a:pt x="36" y="70"/>
                    <a:pt x="42" y="64"/>
                  </a:cubicBezTo>
                  <a:cubicBezTo>
                    <a:pt x="44" y="66"/>
                    <a:pt x="46" y="69"/>
                    <a:pt x="46" y="72"/>
                  </a:cubicBezTo>
                  <a:cubicBezTo>
                    <a:pt x="51" y="71"/>
                    <a:pt x="55" y="68"/>
                    <a:pt x="59" y="67"/>
                  </a:cubicBezTo>
                  <a:cubicBezTo>
                    <a:pt x="62" y="67"/>
                    <a:pt x="67" y="68"/>
                    <a:pt x="71" y="67"/>
                  </a:cubicBezTo>
                  <a:cubicBezTo>
                    <a:pt x="80" y="65"/>
                    <a:pt x="83" y="65"/>
                    <a:pt x="93" y="67"/>
                  </a:cubicBezTo>
                  <a:cubicBezTo>
                    <a:pt x="110" y="70"/>
                    <a:pt x="136" y="62"/>
                    <a:pt x="150" y="72"/>
                  </a:cubicBezTo>
                  <a:cubicBezTo>
                    <a:pt x="151" y="72"/>
                    <a:pt x="151" y="77"/>
                    <a:pt x="153" y="78"/>
                  </a:cubicBezTo>
                  <a:cubicBezTo>
                    <a:pt x="155" y="80"/>
                    <a:pt x="159" y="79"/>
                    <a:pt x="161" y="79"/>
                  </a:cubicBezTo>
                  <a:cubicBezTo>
                    <a:pt x="162" y="80"/>
                    <a:pt x="165" y="78"/>
                    <a:pt x="167" y="79"/>
                  </a:cubicBezTo>
                  <a:cubicBezTo>
                    <a:pt x="170" y="80"/>
                    <a:pt x="171" y="85"/>
                    <a:pt x="175" y="86"/>
                  </a:cubicBezTo>
                  <a:cubicBezTo>
                    <a:pt x="184" y="88"/>
                    <a:pt x="190" y="78"/>
                    <a:pt x="199" y="79"/>
                  </a:cubicBezTo>
                  <a:cubicBezTo>
                    <a:pt x="204" y="80"/>
                    <a:pt x="207" y="84"/>
                    <a:pt x="213" y="84"/>
                  </a:cubicBezTo>
                  <a:cubicBezTo>
                    <a:pt x="220" y="83"/>
                    <a:pt x="228" y="79"/>
                    <a:pt x="235" y="78"/>
                  </a:cubicBezTo>
                  <a:cubicBezTo>
                    <a:pt x="252" y="77"/>
                    <a:pt x="269" y="76"/>
                    <a:pt x="285" y="77"/>
                  </a:cubicBezTo>
                  <a:cubicBezTo>
                    <a:pt x="306" y="80"/>
                    <a:pt x="323" y="73"/>
                    <a:pt x="343" y="70"/>
                  </a:cubicBezTo>
                  <a:cubicBezTo>
                    <a:pt x="364" y="67"/>
                    <a:pt x="384" y="68"/>
                    <a:pt x="405" y="66"/>
                  </a:cubicBezTo>
                  <a:cubicBezTo>
                    <a:pt x="415" y="65"/>
                    <a:pt x="422" y="66"/>
                    <a:pt x="432" y="70"/>
                  </a:cubicBezTo>
                  <a:cubicBezTo>
                    <a:pt x="434" y="71"/>
                    <a:pt x="438" y="75"/>
                    <a:pt x="440" y="75"/>
                  </a:cubicBezTo>
                  <a:cubicBezTo>
                    <a:pt x="444" y="74"/>
                    <a:pt x="444" y="70"/>
                    <a:pt x="447" y="69"/>
                  </a:cubicBezTo>
                  <a:cubicBezTo>
                    <a:pt x="454" y="67"/>
                    <a:pt x="459" y="71"/>
                    <a:pt x="464" y="74"/>
                  </a:cubicBezTo>
                  <a:cubicBezTo>
                    <a:pt x="466" y="72"/>
                    <a:pt x="470" y="65"/>
                    <a:pt x="470" y="62"/>
                  </a:cubicBezTo>
                  <a:cubicBezTo>
                    <a:pt x="469" y="54"/>
                    <a:pt x="465" y="55"/>
                    <a:pt x="460" y="52"/>
                  </a:cubicBezTo>
                  <a:cubicBezTo>
                    <a:pt x="464" y="46"/>
                    <a:pt x="475" y="42"/>
                    <a:pt x="478" y="35"/>
                  </a:cubicBezTo>
                  <a:cubicBezTo>
                    <a:pt x="480" y="28"/>
                    <a:pt x="474" y="16"/>
                    <a:pt x="472" y="10"/>
                  </a:cubicBezTo>
                  <a:cubicBezTo>
                    <a:pt x="471" y="11"/>
                    <a:pt x="467" y="13"/>
                    <a:pt x="466" y="15"/>
                  </a:cubicBezTo>
                  <a:cubicBezTo>
                    <a:pt x="465" y="2"/>
                    <a:pt x="457" y="0"/>
                    <a:pt x="450" y="12"/>
                  </a:cubicBezTo>
                  <a:cubicBezTo>
                    <a:pt x="448" y="15"/>
                    <a:pt x="450" y="22"/>
                    <a:pt x="445" y="24"/>
                  </a:cubicBezTo>
                  <a:cubicBezTo>
                    <a:pt x="442" y="25"/>
                    <a:pt x="438" y="20"/>
                    <a:pt x="435" y="19"/>
                  </a:cubicBezTo>
                  <a:cubicBezTo>
                    <a:pt x="429" y="31"/>
                    <a:pt x="419" y="28"/>
                    <a:pt x="408" y="30"/>
                  </a:cubicBezTo>
                  <a:cubicBezTo>
                    <a:pt x="397" y="31"/>
                    <a:pt x="388" y="35"/>
                    <a:pt x="377" y="36"/>
                  </a:cubicBezTo>
                  <a:cubicBezTo>
                    <a:pt x="363" y="37"/>
                    <a:pt x="359" y="40"/>
                    <a:pt x="350" y="29"/>
                  </a:cubicBezTo>
                  <a:cubicBezTo>
                    <a:pt x="337" y="10"/>
                    <a:pt x="331" y="19"/>
                    <a:pt x="313" y="26"/>
                  </a:cubicBezTo>
                  <a:cubicBezTo>
                    <a:pt x="307" y="3"/>
                    <a:pt x="298" y="17"/>
                    <a:pt x="283" y="20"/>
                  </a:cubicBezTo>
                  <a:cubicBezTo>
                    <a:pt x="268" y="24"/>
                    <a:pt x="258" y="22"/>
                    <a:pt x="246" y="15"/>
                  </a:cubicBezTo>
                  <a:cubicBezTo>
                    <a:pt x="242" y="21"/>
                    <a:pt x="221" y="19"/>
                    <a:pt x="214" y="22"/>
                  </a:cubicBezTo>
                  <a:cubicBezTo>
                    <a:pt x="209" y="24"/>
                    <a:pt x="203" y="28"/>
                    <a:pt x="199" y="31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1" name="Freeform 822">
              <a:extLst>
                <a:ext uri="{FF2B5EF4-FFF2-40B4-BE49-F238E27FC236}">
                  <a16:creationId xmlns:a16="http://schemas.microsoft.com/office/drawing/2014/main" id="{7BA1162C-59C6-446F-A2AD-1AF3FF02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334"/>
              <a:ext cx="251" cy="15"/>
            </a:xfrm>
            <a:custGeom>
              <a:avLst/>
              <a:gdLst>
                <a:gd name="T0" fmla="*/ 101 w 397"/>
                <a:gd name="T1" fmla="*/ 3 h 23"/>
                <a:gd name="T2" fmla="*/ 97 w 397"/>
                <a:gd name="T3" fmla="*/ 7 h 23"/>
                <a:gd name="T4" fmla="*/ 3 w 397"/>
                <a:gd name="T5" fmla="*/ 7 h 23"/>
                <a:gd name="T6" fmla="*/ 0 w 397"/>
                <a:gd name="T7" fmla="*/ 3 h 23"/>
                <a:gd name="T8" fmla="*/ 0 w 397"/>
                <a:gd name="T9" fmla="*/ 3 h 23"/>
                <a:gd name="T10" fmla="*/ 3 w 397"/>
                <a:gd name="T11" fmla="*/ 0 h 23"/>
                <a:gd name="T12" fmla="*/ 97 w 397"/>
                <a:gd name="T13" fmla="*/ 0 h 23"/>
                <a:gd name="T14" fmla="*/ 101 w 397"/>
                <a:gd name="T15" fmla="*/ 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7" h="23">
                  <a:moveTo>
                    <a:pt x="397" y="11"/>
                  </a:moveTo>
                  <a:cubicBezTo>
                    <a:pt x="397" y="18"/>
                    <a:pt x="392" y="23"/>
                    <a:pt x="386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386" y="0"/>
                    <a:pt x="386" y="0"/>
                    <a:pt x="386" y="0"/>
                  </a:cubicBezTo>
                  <a:cubicBezTo>
                    <a:pt x="392" y="0"/>
                    <a:pt x="397" y="5"/>
                    <a:pt x="397" y="11"/>
                  </a:cubicBezTo>
                  <a:close/>
                </a:path>
              </a:pathLst>
            </a:custGeom>
            <a:solidFill>
              <a:srgbClr val="F9C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2" name="Freeform 823">
              <a:extLst>
                <a:ext uri="{FF2B5EF4-FFF2-40B4-BE49-F238E27FC236}">
                  <a16:creationId xmlns:a16="http://schemas.microsoft.com/office/drawing/2014/main" id="{F12BB847-AD5D-4165-BD48-7E5064DD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334"/>
              <a:ext cx="251" cy="16"/>
            </a:xfrm>
            <a:custGeom>
              <a:avLst/>
              <a:gdLst>
                <a:gd name="T0" fmla="*/ 100 w 398"/>
                <a:gd name="T1" fmla="*/ 4 h 23"/>
                <a:gd name="T2" fmla="*/ 96 w 398"/>
                <a:gd name="T3" fmla="*/ 8 h 23"/>
                <a:gd name="T4" fmla="*/ 3 w 398"/>
                <a:gd name="T5" fmla="*/ 8 h 23"/>
                <a:gd name="T6" fmla="*/ 0 w 398"/>
                <a:gd name="T7" fmla="*/ 4 h 23"/>
                <a:gd name="T8" fmla="*/ 0 w 398"/>
                <a:gd name="T9" fmla="*/ 4 h 23"/>
                <a:gd name="T10" fmla="*/ 3 w 398"/>
                <a:gd name="T11" fmla="*/ 0 h 23"/>
                <a:gd name="T12" fmla="*/ 96 w 398"/>
                <a:gd name="T13" fmla="*/ 0 h 23"/>
                <a:gd name="T14" fmla="*/ 100 w 398"/>
                <a:gd name="T15" fmla="*/ 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8" h="23">
                  <a:moveTo>
                    <a:pt x="398" y="11"/>
                  </a:moveTo>
                  <a:cubicBezTo>
                    <a:pt x="398" y="18"/>
                    <a:pt x="392" y="23"/>
                    <a:pt x="386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386" y="0"/>
                    <a:pt x="386" y="0"/>
                    <a:pt x="386" y="0"/>
                  </a:cubicBezTo>
                  <a:cubicBezTo>
                    <a:pt x="392" y="0"/>
                    <a:pt x="398" y="5"/>
                    <a:pt x="398" y="1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3" name="Freeform 824">
              <a:extLst>
                <a:ext uri="{FF2B5EF4-FFF2-40B4-BE49-F238E27FC236}">
                  <a16:creationId xmlns:a16="http://schemas.microsoft.com/office/drawing/2014/main" id="{62A75185-5022-4C4E-B0E0-2D5AB0F27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205"/>
              <a:ext cx="113" cy="83"/>
            </a:xfrm>
            <a:custGeom>
              <a:avLst/>
              <a:gdLst>
                <a:gd name="T0" fmla="*/ 0 w 179"/>
                <a:gd name="T1" fmla="*/ 35 h 124"/>
                <a:gd name="T2" fmla="*/ 45 w 179"/>
                <a:gd name="T3" fmla="*/ 0 h 124"/>
                <a:gd name="T4" fmla="*/ 16 w 179"/>
                <a:gd name="T5" fmla="*/ 35 h 124"/>
                <a:gd name="T6" fmla="*/ 0 w 179"/>
                <a:gd name="T7" fmla="*/ 35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24">
                  <a:moveTo>
                    <a:pt x="0" y="115"/>
                  </a:moveTo>
                  <a:cubicBezTo>
                    <a:pt x="0" y="115"/>
                    <a:pt x="39" y="3"/>
                    <a:pt x="179" y="0"/>
                  </a:cubicBezTo>
                  <a:cubicBezTo>
                    <a:pt x="179" y="0"/>
                    <a:pt x="64" y="29"/>
                    <a:pt x="64" y="118"/>
                  </a:cubicBezTo>
                  <a:cubicBezTo>
                    <a:pt x="64" y="118"/>
                    <a:pt x="13" y="124"/>
                    <a:pt x="0" y="115"/>
                  </a:cubicBezTo>
                  <a:close/>
                </a:path>
              </a:pathLst>
            </a:custGeom>
            <a:solidFill>
              <a:srgbClr val="F7D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4" name="Freeform 825">
              <a:extLst>
                <a:ext uri="{FF2B5EF4-FFF2-40B4-BE49-F238E27FC236}">
                  <a16:creationId xmlns:a16="http://schemas.microsoft.com/office/drawing/2014/main" id="{D7A5B5AC-F99E-434F-9E77-5F3590ED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357"/>
              <a:ext cx="218" cy="18"/>
            </a:xfrm>
            <a:custGeom>
              <a:avLst/>
              <a:gdLst>
                <a:gd name="T0" fmla="*/ 0 w 346"/>
                <a:gd name="T1" fmla="*/ 0 h 27"/>
                <a:gd name="T2" fmla="*/ 86 w 346"/>
                <a:gd name="T3" fmla="*/ 0 h 27"/>
                <a:gd name="T4" fmla="*/ 0 w 34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6" h="27">
                  <a:moveTo>
                    <a:pt x="0" y="0"/>
                  </a:moveTo>
                  <a:cubicBezTo>
                    <a:pt x="346" y="0"/>
                    <a:pt x="346" y="0"/>
                    <a:pt x="346" y="0"/>
                  </a:cubicBezTo>
                  <a:cubicBezTo>
                    <a:pt x="346" y="0"/>
                    <a:pt x="107" y="27"/>
                    <a:pt x="0" y="0"/>
                  </a:cubicBezTo>
                  <a:close/>
                </a:path>
              </a:pathLst>
            </a:custGeom>
            <a:solidFill>
              <a:srgbClr val="CCA9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5" name="Oval 826">
              <a:extLst>
                <a:ext uri="{FF2B5EF4-FFF2-40B4-BE49-F238E27FC236}">
                  <a16:creationId xmlns:a16="http://schemas.microsoft.com/office/drawing/2014/main" id="{4CAF0C18-7C6C-4D8E-8EDC-C664854C8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122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06" name="Oval 827">
              <a:extLst>
                <a:ext uri="{FF2B5EF4-FFF2-40B4-BE49-F238E27FC236}">
                  <a16:creationId xmlns:a16="http://schemas.microsoft.com/office/drawing/2014/main" id="{74E3B785-459E-4861-804D-4D47D0C94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22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07" name="Oval 828">
              <a:extLst>
                <a:ext uri="{FF2B5EF4-FFF2-40B4-BE49-F238E27FC236}">
                  <a16:creationId xmlns:a16="http://schemas.microsoft.com/office/drawing/2014/main" id="{E6D88257-0C8A-40FF-93DF-089424A05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0" y="124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08" name="Oval 829">
              <a:extLst>
                <a:ext uri="{FF2B5EF4-FFF2-40B4-BE49-F238E27FC236}">
                  <a16:creationId xmlns:a16="http://schemas.microsoft.com/office/drawing/2014/main" id="{71C90AD3-37AE-4D0E-855D-8CD4D63F7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123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09" name="Oval 830">
              <a:extLst>
                <a:ext uri="{FF2B5EF4-FFF2-40B4-BE49-F238E27FC236}">
                  <a16:creationId xmlns:a16="http://schemas.microsoft.com/office/drawing/2014/main" id="{9857B066-500A-4224-9C31-7AA96B9B7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125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10" name="Oval 831">
              <a:extLst>
                <a:ext uri="{FF2B5EF4-FFF2-40B4-BE49-F238E27FC236}">
                  <a16:creationId xmlns:a16="http://schemas.microsoft.com/office/drawing/2014/main" id="{7CC0EAC7-4AD5-4F3A-86FA-6FA4C305E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121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11" name="Oval 832">
              <a:extLst>
                <a:ext uri="{FF2B5EF4-FFF2-40B4-BE49-F238E27FC236}">
                  <a16:creationId xmlns:a16="http://schemas.microsoft.com/office/drawing/2014/main" id="{EF1B2C21-969F-452B-9CA4-4DFEE44C5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123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12" name="Oval 833">
              <a:extLst>
                <a:ext uri="{FF2B5EF4-FFF2-40B4-BE49-F238E27FC236}">
                  <a16:creationId xmlns:a16="http://schemas.microsoft.com/office/drawing/2014/main" id="{8777CE56-3BF8-4BEF-999F-90AB5F3B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121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13" name="Oval 834">
              <a:extLst>
                <a:ext uri="{FF2B5EF4-FFF2-40B4-BE49-F238E27FC236}">
                  <a16:creationId xmlns:a16="http://schemas.microsoft.com/office/drawing/2014/main" id="{B889B072-DD40-4319-AA56-0FA612611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126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714" name="Freeform 835">
              <a:extLst>
                <a:ext uri="{FF2B5EF4-FFF2-40B4-BE49-F238E27FC236}">
                  <a16:creationId xmlns:a16="http://schemas.microsoft.com/office/drawing/2014/main" id="{CAA12BCD-E734-4640-8BF7-F0F38B9E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489"/>
              <a:ext cx="216" cy="75"/>
            </a:xfrm>
            <a:custGeom>
              <a:avLst/>
              <a:gdLst>
                <a:gd name="T0" fmla="*/ 86 w 343"/>
                <a:gd name="T1" fmla="*/ 33 h 112"/>
                <a:gd name="T2" fmla="*/ 43 w 343"/>
                <a:gd name="T3" fmla="*/ 0 h 112"/>
                <a:gd name="T4" fmla="*/ 0 w 343"/>
                <a:gd name="T5" fmla="*/ 33 h 112"/>
                <a:gd name="T6" fmla="*/ 86 w 343"/>
                <a:gd name="T7" fmla="*/ 33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112">
                  <a:moveTo>
                    <a:pt x="343" y="112"/>
                  </a:moveTo>
                  <a:cubicBezTo>
                    <a:pt x="325" y="48"/>
                    <a:pt x="255" y="0"/>
                    <a:pt x="171" y="0"/>
                  </a:cubicBezTo>
                  <a:cubicBezTo>
                    <a:pt x="88" y="0"/>
                    <a:pt x="17" y="48"/>
                    <a:pt x="0" y="112"/>
                  </a:cubicBezTo>
                  <a:lnTo>
                    <a:pt x="343" y="112"/>
                  </a:lnTo>
                  <a:close/>
                </a:path>
              </a:pathLst>
            </a:custGeom>
            <a:solidFill>
              <a:srgbClr val="E4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5" name="Freeform 836">
              <a:extLst>
                <a:ext uri="{FF2B5EF4-FFF2-40B4-BE49-F238E27FC236}">
                  <a16:creationId xmlns:a16="http://schemas.microsoft.com/office/drawing/2014/main" id="{3975E424-AB56-4BF4-804B-EE6511DFA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88"/>
              <a:ext cx="217" cy="76"/>
            </a:xfrm>
            <a:custGeom>
              <a:avLst/>
              <a:gdLst>
                <a:gd name="T0" fmla="*/ 87 w 343"/>
                <a:gd name="T1" fmla="*/ 35 h 112"/>
                <a:gd name="T2" fmla="*/ 44 w 343"/>
                <a:gd name="T3" fmla="*/ 0 h 112"/>
                <a:gd name="T4" fmla="*/ 0 w 343"/>
                <a:gd name="T5" fmla="*/ 35 h 112"/>
                <a:gd name="T6" fmla="*/ 87 w 343"/>
                <a:gd name="T7" fmla="*/ 35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112">
                  <a:moveTo>
                    <a:pt x="343" y="112"/>
                  </a:moveTo>
                  <a:cubicBezTo>
                    <a:pt x="326" y="48"/>
                    <a:pt x="255" y="0"/>
                    <a:pt x="172" y="0"/>
                  </a:cubicBezTo>
                  <a:cubicBezTo>
                    <a:pt x="88" y="0"/>
                    <a:pt x="18" y="48"/>
                    <a:pt x="0" y="112"/>
                  </a:cubicBezTo>
                  <a:lnTo>
                    <a:pt x="343" y="1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6" name="Line 837">
              <a:extLst>
                <a:ext uri="{FF2B5EF4-FFF2-40B4-BE49-F238E27FC236}">
                  <a16:creationId xmlns:a16="http://schemas.microsoft.com/office/drawing/2014/main" id="{E2158607-C9BF-4016-AB5A-B6C6E89B94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6" y="1564"/>
              <a:ext cx="1" cy="223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7" name="Line 838">
              <a:extLst>
                <a:ext uri="{FF2B5EF4-FFF2-40B4-BE49-F238E27FC236}">
                  <a16:creationId xmlns:a16="http://schemas.microsoft.com/office/drawing/2014/main" id="{B6D58363-FFCF-487A-9B4C-B1EB8335A1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5" y="1674"/>
              <a:ext cx="142" cy="1"/>
            </a:xfrm>
            <a:prstGeom prst="line">
              <a:avLst/>
            </a:prstGeom>
            <a:noFill/>
            <a:ln w="17463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8" name="Freeform 839">
              <a:extLst>
                <a:ext uri="{FF2B5EF4-FFF2-40B4-BE49-F238E27FC236}">
                  <a16:creationId xmlns:a16="http://schemas.microsoft.com/office/drawing/2014/main" id="{43EBDA03-556A-4595-907F-85692EF01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720"/>
              <a:ext cx="185" cy="26"/>
            </a:xfrm>
            <a:custGeom>
              <a:avLst/>
              <a:gdLst>
                <a:gd name="T0" fmla="*/ 0 w 185"/>
                <a:gd name="T1" fmla="*/ 0 h 26"/>
                <a:gd name="T2" fmla="*/ 0 w 185"/>
                <a:gd name="T3" fmla="*/ 26 h 26"/>
                <a:gd name="T4" fmla="*/ 185 w 185"/>
                <a:gd name="T5" fmla="*/ 26 h 26"/>
                <a:gd name="T6" fmla="*/ 185 w 185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26">
                  <a:moveTo>
                    <a:pt x="0" y="0"/>
                  </a:moveTo>
                  <a:lnTo>
                    <a:pt x="0" y="26"/>
                  </a:lnTo>
                  <a:lnTo>
                    <a:pt x="185" y="26"/>
                  </a:lnTo>
                  <a:lnTo>
                    <a:pt x="185" y="0"/>
                  </a:ln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9" name="Line 840">
              <a:extLst>
                <a:ext uri="{FF2B5EF4-FFF2-40B4-BE49-F238E27FC236}">
                  <a16:creationId xmlns:a16="http://schemas.microsoft.com/office/drawing/2014/main" id="{AA8B5A02-CFE1-4FC4-A458-6E8E512A9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718"/>
              <a:ext cx="51" cy="1"/>
            </a:xfrm>
            <a:prstGeom prst="line">
              <a:avLst/>
            </a:prstGeom>
            <a:noFill/>
            <a:ln w="11113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0" name="Line 841">
              <a:extLst>
                <a:ext uri="{FF2B5EF4-FFF2-40B4-BE49-F238E27FC236}">
                  <a16:creationId xmlns:a16="http://schemas.microsoft.com/office/drawing/2014/main" id="{BC706F72-0145-4768-BDAD-DB2A7463BE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3" y="1718"/>
              <a:ext cx="51" cy="1"/>
            </a:xfrm>
            <a:prstGeom prst="line">
              <a:avLst/>
            </a:prstGeom>
            <a:noFill/>
            <a:ln w="11113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1" name="Freeform 842">
              <a:extLst>
                <a:ext uri="{FF2B5EF4-FFF2-40B4-BE49-F238E27FC236}">
                  <a16:creationId xmlns:a16="http://schemas.microsoft.com/office/drawing/2014/main" id="{4BF31D0C-8D31-43C4-A57A-9CBD75F8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007"/>
              <a:ext cx="190" cy="172"/>
            </a:xfrm>
            <a:custGeom>
              <a:avLst/>
              <a:gdLst>
                <a:gd name="T0" fmla="*/ 0 w 190"/>
                <a:gd name="T1" fmla="*/ 172 h 172"/>
                <a:gd name="T2" fmla="*/ 1 w 190"/>
                <a:gd name="T3" fmla="*/ 171 h 172"/>
                <a:gd name="T4" fmla="*/ 116 w 190"/>
                <a:gd name="T5" fmla="*/ 59 h 172"/>
                <a:gd name="T6" fmla="*/ 138 w 190"/>
                <a:gd name="T7" fmla="*/ 0 h 172"/>
                <a:gd name="T8" fmla="*/ 190 w 190"/>
                <a:gd name="T9" fmla="*/ 0 h 172"/>
                <a:gd name="T10" fmla="*/ 166 w 190"/>
                <a:gd name="T11" fmla="*/ 58 h 172"/>
                <a:gd name="T12" fmla="*/ 0 w 190"/>
                <a:gd name="T13" fmla="*/ 172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172">
                  <a:moveTo>
                    <a:pt x="0" y="172"/>
                  </a:moveTo>
                  <a:lnTo>
                    <a:pt x="1" y="171"/>
                  </a:lnTo>
                  <a:lnTo>
                    <a:pt x="116" y="59"/>
                  </a:lnTo>
                  <a:lnTo>
                    <a:pt x="138" y="0"/>
                  </a:lnTo>
                  <a:lnTo>
                    <a:pt x="190" y="0"/>
                  </a:lnTo>
                  <a:lnTo>
                    <a:pt x="166" y="58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E75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2" name="Freeform 843">
              <a:extLst>
                <a:ext uri="{FF2B5EF4-FFF2-40B4-BE49-F238E27FC236}">
                  <a16:creationId xmlns:a16="http://schemas.microsoft.com/office/drawing/2014/main" id="{A95DE998-D222-4FEB-BB0A-64405E1DE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009"/>
              <a:ext cx="121" cy="173"/>
            </a:xfrm>
            <a:custGeom>
              <a:avLst/>
              <a:gdLst>
                <a:gd name="T0" fmla="*/ 71 w 121"/>
                <a:gd name="T1" fmla="*/ 0 h 173"/>
                <a:gd name="T2" fmla="*/ 64 w 121"/>
                <a:gd name="T3" fmla="*/ 62 h 173"/>
                <a:gd name="T4" fmla="*/ 0 w 121"/>
                <a:gd name="T5" fmla="*/ 173 h 173"/>
                <a:gd name="T6" fmla="*/ 104 w 121"/>
                <a:gd name="T7" fmla="*/ 60 h 173"/>
                <a:gd name="T8" fmla="*/ 121 w 121"/>
                <a:gd name="T9" fmla="*/ 0 h 173"/>
                <a:gd name="T10" fmla="*/ 73 w 121"/>
                <a:gd name="T11" fmla="*/ 0 h 173"/>
                <a:gd name="T12" fmla="*/ 71 w 12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73">
                  <a:moveTo>
                    <a:pt x="71" y="0"/>
                  </a:moveTo>
                  <a:lnTo>
                    <a:pt x="64" y="62"/>
                  </a:lnTo>
                  <a:lnTo>
                    <a:pt x="0" y="173"/>
                  </a:lnTo>
                  <a:lnTo>
                    <a:pt x="104" y="60"/>
                  </a:lnTo>
                  <a:lnTo>
                    <a:pt x="121" y="0"/>
                  </a:lnTo>
                  <a:lnTo>
                    <a:pt x="73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75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3" name="Freeform 844">
              <a:extLst>
                <a:ext uri="{FF2B5EF4-FFF2-40B4-BE49-F238E27FC236}">
                  <a16:creationId xmlns:a16="http://schemas.microsoft.com/office/drawing/2014/main" id="{7B4F806F-7B3A-48D7-A7B8-B54CC9A6B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009"/>
              <a:ext cx="121" cy="173"/>
            </a:xfrm>
            <a:custGeom>
              <a:avLst/>
              <a:gdLst>
                <a:gd name="T0" fmla="*/ 71 w 121"/>
                <a:gd name="T1" fmla="*/ 0 h 173"/>
                <a:gd name="T2" fmla="*/ 64 w 121"/>
                <a:gd name="T3" fmla="*/ 62 h 173"/>
                <a:gd name="T4" fmla="*/ 0 w 121"/>
                <a:gd name="T5" fmla="*/ 173 h 173"/>
                <a:gd name="T6" fmla="*/ 104 w 121"/>
                <a:gd name="T7" fmla="*/ 60 h 173"/>
                <a:gd name="T8" fmla="*/ 121 w 121"/>
                <a:gd name="T9" fmla="*/ 0 h 173"/>
                <a:gd name="T10" fmla="*/ 73 w 121"/>
                <a:gd name="T11" fmla="*/ 0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73">
                  <a:moveTo>
                    <a:pt x="71" y="0"/>
                  </a:moveTo>
                  <a:lnTo>
                    <a:pt x="64" y="62"/>
                  </a:lnTo>
                  <a:lnTo>
                    <a:pt x="0" y="173"/>
                  </a:lnTo>
                  <a:lnTo>
                    <a:pt x="104" y="60"/>
                  </a:lnTo>
                  <a:lnTo>
                    <a:pt x="121" y="0"/>
                  </a:lnTo>
                  <a:lnTo>
                    <a:pt x="7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4" name="Freeform 845">
              <a:extLst>
                <a:ext uri="{FF2B5EF4-FFF2-40B4-BE49-F238E27FC236}">
                  <a16:creationId xmlns:a16="http://schemas.microsoft.com/office/drawing/2014/main" id="{63FD3B49-BB2C-43FD-963C-1C170A57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008"/>
              <a:ext cx="65" cy="170"/>
            </a:xfrm>
            <a:custGeom>
              <a:avLst/>
              <a:gdLst>
                <a:gd name="T0" fmla="*/ 0 w 65"/>
                <a:gd name="T1" fmla="*/ 0 h 170"/>
                <a:gd name="T2" fmla="*/ 0 w 65"/>
                <a:gd name="T3" fmla="*/ 170 h 170"/>
                <a:gd name="T4" fmla="*/ 65 w 65"/>
                <a:gd name="T5" fmla="*/ 170 h 170"/>
                <a:gd name="T6" fmla="*/ 16 w 65"/>
                <a:gd name="T7" fmla="*/ 63 h 170"/>
                <a:gd name="T8" fmla="*/ 0 w 65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70">
                  <a:moveTo>
                    <a:pt x="0" y="0"/>
                  </a:moveTo>
                  <a:lnTo>
                    <a:pt x="0" y="170"/>
                  </a:lnTo>
                  <a:lnTo>
                    <a:pt x="65" y="170"/>
                  </a:lnTo>
                  <a:lnTo>
                    <a:pt x="16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5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5" name="Freeform 846">
              <a:extLst>
                <a:ext uri="{FF2B5EF4-FFF2-40B4-BE49-F238E27FC236}">
                  <a16:creationId xmlns:a16="http://schemas.microsoft.com/office/drawing/2014/main" id="{F9BB72FC-8307-4D44-862F-198E60F99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009"/>
              <a:ext cx="71" cy="171"/>
            </a:xfrm>
            <a:custGeom>
              <a:avLst/>
              <a:gdLst>
                <a:gd name="T0" fmla="*/ 0 w 71"/>
                <a:gd name="T1" fmla="*/ 2 h 171"/>
                <a:gd name="T2" fmla="*/ 0 w 71"/>
                <a:gd name="T3" fmla="*/ 2 h 171"/>
                <a:gd name="T4" fmla="*/ 9 w 71"/>
                <a:gd name="T5" fmla="*/ 57 h 171"/>
                <a:gd name="T6" fmla="*/ 71 w 71"/>
                <a:gd name="T7" fmla="*/ 171 h 171"/>
                <a:gd name="T8" fmla="*/ 71 w 71"/>
                <a:gd name="T9" fmla="*/ 171 h 171"/>
                <a:gd name="T10" fmla="*/ 44 w 71"/>
                <a:gd name="T11" fmla="*/ 56 h 171"/>
                <a:gd name="T12" fmla="*/ 48 w 71"/>
                <a:gd name="T13" fmla="*/ 0 h 171"/>
                <a:gd name="T14" fmla="*/ 0 w 71"/>
                <a:gd name="T15" fmla="*/ 2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71">
                  <a:moveTo>
                    <a:pt x="0" y="2"/>
                  </a:moveTo>
                  <a:lnTo>
                    <a:pt x="0" y="2"/>
                  </a:lnTo>
                  <a:lnTo>
                    <a:pt x="9" y="57"/>
                  </a:lnTo>
                  <a:lnTo>
                    <a:pt x="71" y="171"/>
                  </a:lnTo>
                  <a:lnTo>
                    <a:pt x="44" y="56"/>
                  </a:lnTo>
                  <a:lnTo>
                    <a:pt x="48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75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6" name="Freeform 847">
              <a:extLst>
                <a:ext uri="{FF2B5EF4-FFF2-40B4-BE49-F238E27FC236}">
                  <a16:creationId xmlns:a16="http://schemas.microsoft.com/office/drawing/2014/main" id="{F70B5871-12A9-4EE4-8467-80012E257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489"/>
              <a:ext cx="48" cy="74"/>
            </a:xfrm>
            <a:custGeom>
              <a:avLst/>
              <a:gdLst>
                <a:gd name="T0" fmla="*/ 0 w 75"/>
                <a:gd name="T1" fmla="*/ 34 h 110"/>
                <a:gd name="T2" fmla="*/ 20 w 75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10">
                  <a:moveTo>
                    <a:pt x="0" y="110"/>
                  </a:moveTo>
                  <a:cubicBezTo>
                    <a:pt x="5" y="35"/>
                    <a:pt x="75" y="0"/>
                    <a:pt x="7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7" name="Freeform 848">
              <a:extLst>
                <a:ext uri="{FF2B5EF4-FFF2-40B4-BE49-F238E27FC236}">
                  <a16:creationId xmlns:a16="http://schemas.microsoft.com/office/drawing/2014/main" id="{08858657-7DBD-4BCB-B095-573754A88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489"/>
              <a:ext cx="47" cy="74"/>
            </a:xfrm>
            <a:custGeom>
              <a:avLst/>
              <a:gdLst>
                <a:gd name="T0" fmla="*/ 18 w 75"/>
                <a:gd name="T1" fmla="*/ 34 h 110"/>
                <a:gd name="T2" fmla="*/ 0 w 75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10">
                  <a:moveTo>
                    <a:pt x="75" y="110"/>
                  </a:moveTo>
                  <a:cubicBezTo>
                    <a:pt x="70" y="3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8" name="Freeform 849">
              <a:extLst>
                <a:ext uri="{FF2B5EF4-FFF2-40B4-BE49-F238E27FC236}">
                  <a16:creationId xmlns:a16="http://schemas.microsoft.com/office/drawing/2014/main" id="{4DEF0921-D7AE-42B5-8186-9F752571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494"/>
              <a:ext cx="87" cy="67"/>
            </a:xfrm>
            <a:custGeom>
              <a:avLst/>
              <a:gdLst>
                <a:gd name="T0" fmla="*/ 35 w 138"/>
                <a:gd name="T1" fmla="*/ 0 h 100"/>
                <a:gd name="T2" fmla="*/ 0 w 138"/>
                <a:gd name="T3" fmla="*/ 30 h 100"/>
                <a:gd name="T4" fmla="*/ 8 w 138"/>
                <a:gd name="T5" fmla="*/ 30 h 100"/>
                <a:gd name="T6" fmla="*/ 35 w 138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100">
                  <a:moveTo>
                    <a:pt x="138" y="0"/>
                  </a:moveTo>
                  <a:cubicBezTo>
                    <a:pt x="138" y="0"/>
                    <a:pt x="45" y="5"/>
                    <a:pt x="0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00"/>
                    <a:pt x="51" y="27"/>
                    <a:pt x="138" y="0"/>
                  </a:cubicBezTo>
                  <a:close/>
                </a:path>
              </a:pathLst>
            </a:custGeom>
            <a:solidFill>
              <a:srgbClr val="EB6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9" name="Freeform 850">
              <a:extLst>
                <a:ext uri="{FF2B5EF4-FFF2-40B4-BE49-F238E27FC236}">
                  <a16:creationId xmlns:a16="http://schemas.microsoft.com/office/drawing/2014/main" id="{473A7145-AA05-40C9-82AF-93F6176C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92"/>
              <a:ext cx="44" cy="69"/>
            </a:xfrm>
            <a:custGeom>
              <a:avLst/>
              <a:gdLst>
                <a:gd name="T0" fmla="*/ 18 w 70"/>
                <a:gd name="T1" fmla="*/ 0 h 102"/>
                <a:gd name="T2" fmla="*/ 0 w 70"/>
                <a:gd name="T3" fmla="*/ 32 h 102"/>
                <a:gd name="T4" fmla="*/ 18 w 70"/>
                <a:gd name="T5" fmla="*/ 32 h 102"/>
                <a:gd name="T6" fmla="*/ 18 w 70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02">
                  <a:moveTo>
                    <a:pt x="70" y="0"/>
                  </a:moveTo>
                  <a:cubicBezTo>
                    <a:pt x="70" y="0"/>
                    <a:pt x="5" y="36"/>
                    <a:pt x="0" y="102"/>
                  </a:cubicBezTo>
                  <a:cubicBezTo>
                    <a:pt x="70" y="102"/>
                    <a:pt x="70" y="102"/>
                    <a:pt x="70" y="102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EB6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0" name="Freeform 851">
              <a:extLst>
                <a:ext uri="{FF2B5EF4-FFF2-40B4-BE49-F238E27FC236}">
                  <a16:creationId xmlns:a16="http://schemas.microsoft.com/office/drawing/2014/main" id="{09B25203-EFEA-47D1-8D10-F1B63E00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492"/>
              <a:ext cx="66" cy="68"/>
            </a:xfrm>
            <a:custGeom>
              <a:avLst/>
              <a:gdLst>
                <a:gd name="T0" fmla="*/ 0 w 105"/>
                <a:gd name="T1" fmla="*/ 0 h 102"/>
                <a:gd name="T2" fmla="*/ 16 w 105"/>
                <a:gd name="T3" fmla="*/ 30 h 102"/>
                <a:gd name="T4" fmla="*/ 26 w 105"/>
                <a:gd name="T5" fmla="*/ 30 h 102"/>
                <a:gd name="T6" fmla="*/ 0 w 105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02">
                  <a:moveTo>
                    <a:pt x="0" y="0"/>
                  </a:moveTo>
                  <a:cubicBezTo>
                    <a:pt x="0" y="0"/>
                    <a:pt x="58" y="29"/>
                    <a:pt x="64" y="102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2"/>
                    <a:pt x="99" y="38"/>
                    <a:pt x="0" y="0"/>
                  </a:cubicBezTo>
                  <a:close/>
                </a:path>
              </a:pathLst>
            </a:custGeom>
            <a:solidFill>
              <a:srgbClr val="EB6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1" name="Rectangle 852">
              <a:extLst>
                <a:ext uri="{FF2B5EF4-FFF2-40B4-BE49-F238E27FC236}">
                  <a16:creationId xmlns:a16="http://schemas.microsoft.com/office/drawing/2014/main" id="{50A30941-F227-4233-953A-ABE7D979C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1187"/>
              <a:ext cx="725" cy="600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88" name="Indian-restaurant-building-illustration">
            <a:extLst>
              <a:ext uri="{FF2B5EF4-FFF2-40B4-BE49-F238E27FC236}">
                <a16:creationId xmlns:a16="http://schemas.microsoft.com/office/drawing/2014/main" id="{F00FE337-319F-4AE8-8CF8-36DAC68AA1A9}"/>
              </a:ext>
            </a:extLst>
          </p:cNvPr>
          <p:cNvGrpSpPr>
            <a:grpSpLocks/>
          </p:cNvGrpSpPr>
          <p:nvPr/>
        </p:nvGrpSpPr>
        <p:grpSpPr bwMode="auto">
          <a:xfrm>
            <a:off x="5576888" y="2828925"/>
            <a:ext cx="1039812" cy="1711325"/>
            <a:chOff x="2553" y="1782"/>
            <a:chExt cx="655" cy="1078"/>
          </a:xfrm>
        </p:grpSpPr>
        <p:sp>
          <p:nvSpPr>
            <p:cNvPr id="42584" name="Rectangle 902">
              <a:extLst>
                <a:ext uri="{FF2B5EF4-FFF2-40B4-BE49-F238E27FC236}">
                  <a16:creationId xmlns:a16="http://schemas.microsoft.com/office/drawing/2014/main" id="{C693DCCF-84BC-45AC-9F98-07625F6CC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2206"/>
              <a:ext cx="655" cy="654"/>
            </a:xfrm>
            <a:prstGeom prst="rect">
              <a:avLst/>
            </a:prstGeom>
            <a:solidFill>
              <a:srgbClr val="ED7A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85" name="Freeform 903">
              <a:extLst>
                <a:ext uri="{FF2B5EF4-FFF2-40B4-BE49-F238E27FC236}">
                  <a16:creationId xmlns:a16="http://schemas.microsoft.com/office/drawing/2014/main" id="{F84C767E-382A-426B-93BD-F985559D1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220"/>
              <a:ext cx="643" cy="99"/>
            </a:xfrm>
            <a:custGeom>
              <a:avLst/>
              <a:gdLst>
                <a:gd name="T0" fmla="*/ 0 w 805"/>
                <a:gd name="T1" fmla="*/ 0 h 116"/>
                <a:gd name="T2" fmla="*/ 403 w 805"/>
                <a:gd name="T3" fmla="*/ 0 h 116"/>
                <a:gd name="T4" fmla="*/ 403 w 805"/>
                <a:gd name="T5" fmla="*/ 72 h 116"/>
                <a:gd name="T6" fmla="*/ 0 w 805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5" h="116">
                  <a:moveTo>
                    <a:pt x="0" y="0"/>
                  </a:moveTo>
                  <a:cubicBezTo>
                    <a:pt x="790" y="0"/>
                    <a:pt x="790" y="0"/>
                    <a:pt x="790" y="0"/>
                  </a:cubicBezTo>
                  <a:cubicBezTo>
                    <a:pt x="790" y="116"/>
                    <a:pt x="790" y="116"/>
                    <a:pt x="790" y="116"/>
                  </a:cubicBezTo>
                  <a:cubicBezTo>
                    <a:pt x="790" y="116"/>
                    <a:pt x="805" y="28"/>
                    <a:pt x="0" y="0"/>
                  </a:cubicBezTo>
                  <a:close/>
                </a:path>
              </a:pathLst>
            </a:custGeom>
            <a:solidFill>
              <a:srgbClr val="EB6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6" name="Rectangle 904">
              <a:extLst>
                <a:ext uri="{FF2B5EF4-FFF2-40B4-BE49-F238E27FC236}">
                  <a16:creationId xmlns:a16="http://schemas.microsoft.com/office/drawing/2014/main" id="{F145ADF0-8322-431A-AD2A-1E7BD37B1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2380"/>
              <a:ext cx="655" cy="480"/>
            </a:xfrm>
            <a:prstGeom prst="rect">
              <a:avLst/>
            </a:prstGeom>
            <a:solidFill>
              <a:srgbClr val="C3E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87" name="Freeform 905">
              <a:extLst>
                <a:ext uri="{FF2B5EF4-FFF2-40B4-BE49-F238E27FC236}">
                  <a16:creationId xmlns:a16="http://schemas.microsoft.com/office/drawing/2014/main" id="{7E82745F-FB98-439E-B0F5-219064BC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380"/>
              <a:ext cx="214" cy="105"/>
            </a:xfrm>
            <a:custGeom>
              <a:avLst/>
              <a:gdLst>
                <a:gd name="T0" fmla="*/ 136 w 268"/>
                <a:gd name="T1" fmla="*/ 75 h 124"/>
                <a:gd name="T2" fmla="*/ 68 w 268"/>
                <a:gd name="T3" fmla="*/ 20 h 124"/>
                <a:gd name="T4" fmla="*/ 68 w 268"/>
                <a:gd name="T5" fmla="*/ 20 h 124"/>
                <a:gd name="T6" fmla="*/ 0 w 268"/>
                <a:gd name="T7" fmla="*/ 75 h 124"/>
                <a:gd name="T8" fmla="*/ 0 w 268"/>
                <a:gd name="T9" fmla="*/ 0 h 124"/>
                <a:gd name="T10" fmla="*/ 137 w 268"/>
                <a:gd name="T11" fmla="*/ 0 h 124"/>
                <a:gd name="T12" fmla="*/ 136 w 268"/>
                <a:gd name="T13" fmla="*/ 75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124">
                  <a:moveTo>
                    <a:pt x="267" y="124"/>
                  </a:moveTo>
                  <a:cubicBezTo>
                    <a:pt x="267" y="47"/>
                    <a:pt x="134" y="95"/>
                    <a:pt x="134" y="33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3" y="95"/>
                    <a:pt x="0" y="47"/>
                    <a:pt x="0" y="1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8" y="0"/>
                    <a:pt x="268" y="0"/>
                    <a:pt x="268" y="0"/>
                  </a:cubicBezTo>
                  <a:lnTo>
                    <a:pt x="267" y="124"/>
                  </a:lnTo>
                  <a:close/>
                </a:path>
              </a:pathLst>
            </a:custGeom>
            <a:solidFill>
              <a:srgbClr val="E53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8" name="Freeform 906">
              <a:extLst>
                <a:ext uri="{FF2B5EF4-FFF2-40B4-BE49-F238E27FC236}">
                  <a16:creationId xmlns:a16="http://schemas.microsoft.com/office/drawing/2014/main" id="{B9F9E993-BFD3-4741-B21F-01424CB5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380"/>
              <a:ext cx="214" cy="105"/>
            </a:xfrm>
            <a:custGeom>
              <a:avLst/>
              <a:gdLst>
                <a:gd name="T0" fmla="*/ 136 w 268"/>
                <a:gd name="T1" fmla="*/ 75 h 124"/>
                <a:gd name="T2" fmla="*/ 68 w 268"/>
                <a:gd name="T3" fmla="*/ 20 h 124"/>
                <a:gd name="T4" fmla="*/ 68 w 268"/>
                <a:gd name="T5" fmla="*/ 20 h 124"/>
                <a:gd name="T6" fmla="*/ 0 w 268"/>
                <a:gd name="T7" fmla="*/ 75 h 124"/>
                <a:gd name="T8" fmla="*/ 0 w 268"/>
                <a:gd name="T9" fmla="*/ 0 h 124"/>
                <a:gd name="T10" fmla="*/ 137 w 268"/>
                <a:gd name="T11" fmla="*/ 0 h 124"/>
                <a:gd name="T12" fmla="*/ 136 w 268"/>
                <a:gd name="T13" fmla="*/ 75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124">
                  <a:moveTo>
                    <a:pt x="267" y="124"/>
                  </a:moveTo>
                  <a:cubicBezTo>
                    <a:pt x="267" y="47"/>
                    <a:pt x="134" y="95"/>
                    <a:pt x="134" y="33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3" y="95"/>
                    <a:pt x="0" y="47"/>
                    <a:pt x="0" y="1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8" y="0"/>
                    <a:pt x="268" y="0"/>
                    <a:pt x="268" y="0"/>
                  </a:cubicBezTo>
                  <a:lnTo>
                    <a:pt x="267" y="124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9" name="Oval 907">
              <a:extLst>
                <a:ext uri="{FF2B5EF4-FFF2-40B4-BE49-F238E27FC236}">
                  <a16:creationId xmlns:a16="http://schemas.microsoft.com/office/drawing/2014/main" id="{A57B5A3E-BE8F-4B1F-96C6-43C6EFE30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2345"/>
              <a:ext cx="23" cy="24"/>
            </a:xfrm>
            <a:prstGeom prst="ellipse">
              <a:avLst/>
            </a:prstGeom>
            <a:solidFill>
              <a:srgbClr val="E3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90" name="Oval 908">
              <a:extLst>
                <a:ext uri="{FF2B5EF4-FFF2-40B4-BE49-F238E27FC236}">
                  <a16:creationId xmlns:a16="http://schemas.microsoft.com/office/drawing/2014/main" id="{E055883D-C004-4637-AB60-9CEA77F59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345"/>
              <a:ext cx="22" cy="24"/>
            </a:xfrm>
            <a:prstGeom prst="ellipse">
              <a:avLst/>
            </a:prstGeom>
            <a:solidFill>
              <a:srgbClr val="E3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91" name="Oval 909">
              <a:extLst>
                <a:ext uri="{FF2B5EF4-FFF2-40B4-BE49-F238E27FC236}">
                  <a16:creationId xmlns:a16="http://schemas.microsoft.com/office/drawing/2014/main" id="{ED7047A7-CDB2-47CC-A732-E31D57953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2345"/>
              <a:ext cx="23" cy="24"/>
            </a:xfrm>
            <a:prstGeom prst="ellipse">
              <a:avLst/>
            </a:prstGeom>
            <a:solidFill>
              <a:srgbClr val="E3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92" name="Oval 910">
              <a:extLst>
                <a:ext uri="{FF2B5EF4-FFF2-40B4-BE49-F238E27FC236}">
                  <a16:creationId xmlns:a16="http://schemas.microsoft.com/office/drawing/2014/main" id="{3D9B5D40-83F9-41C5-B866-531DBB877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345"/>
              <a:ext cx="22" cy="24"/>
            </a:xfrm>
            <a:prstGeom prst="ellipse">
              <a:avLst/>
            </a:prstGeom>
            <a:solidFill>
              <a:srgbClr val="E3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93" name="Rectangle 911">
              <a:extLst>
                <a:ext uri="{FF2B5EF4-FFF2-40B4-BE49-F238E27FC236}">
                  <a16:creationId xmlns:a16="http://schemas.microsoft.com/office/drawing/2014/main" id="{10676652-3EEF-4241-A79F-EE57077ED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2207"/>
              <a:ext cx="655" cy="653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94" name="Freeform 912">
              <a:extLst>
                <a:ext uri="{FF2B5EF4-FFF2-40B4-BE49-F238E27FC236}">
                  <a16:creationId xmlns:a16="http://schemas.microsoft.com/office/drawing/2014/main" id="{3690E138-7714-4262-B500-A8ECDA392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782"/>
              <a:ext cx="56" cy="87"/>
            </a:xfrm>
            <a:custGeom>
              <a:avLst/>
              <a:gdLst>
                <a:gd name="T0" fmla="*/ 36 w 70"/>
                <a:gd name="T1" fmla="*/ 51 h 101"/>
                <a:gd name="T2" fmla="*/ 34 w 70"/>
                <a:gd name="T3" fmla="*/ 65 h 101"/>
                <a:gd name="T4" fmla="*/ 2 w 70"/>
                <a:gd name="T5" fmla="*/ 65 h 101"/>
                <a:gd name="T6" fmla="*/ 0 w 70"/>
                <a:gd name="T7" fmla="*/ 51 h 101"/>
                <a:gd name="T8" fmla="*/ 16 w 70"/>
                <a:gd name="T9" fmla="*/ 0 h 101"/>
                <a:gd name="T10" fmla="*/ 20 w 70"/>
                <a:gd name="T11" fmla="*/ 0 h 101"/>
                <a:gd name="T12" fmla="*/ 36 w 70"/>
                <a:gd name="T13" fmla="*/ 51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01">
                  <a:moveTo>
                    <a:pt x="70" y="80"/>
                  </a:moveTo>
                  <a:cubicBezTo>
                    <a:pt x="70" y="92"/>
                    <a:pt x="68" y="101"/>
                    <a:pt x="66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1" y="101"/>
                    <a:pt x="0" y="92"/>
                    <a:pt x="0" y="80"/>
                  </a:cubicBezTo>
                  <a:cubicBezTo>
                    <a:pt x="0" y="80"/>
                    <a:pt x="14" y="0"/>
                    <a:pt x="3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3" y="0"/>
                    <a:pt x="70" y="80"/>
                    <a:pt x="70" y="80"/>
                  </a:cubicBezTo>
                  <a:close/>
                </a:path>
              </a:pathLst>
            </a:custGeom>
            <a:solidFill>
              <a:srgbClr val="F7B312"/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95" name="Freeform 913">
              <a:extLst>
                <a:ext uri="{FF2B5EF4-FFF2-40B4-BE49-F238E27FC236}">
                  <a16:creationId xmlns:a16="http://schemas.microsoft.com/office/drawing/2014/main" id="{84FC537E-DC1E-42A8-ADA4-A944B0B3A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847"/>
              <a:ext cx="142" cy="106"/>
            </a:xfrm>
            <a:custGeom>
              <a:avLst/>
              <a:gdLst>
                <a:gd name="T0" fmla="*/ 90 w 178"/>
                <a:gd name="T1" fmla="*/ 62 h 124"/>
                <a:gd name="T2" fmla="*/ 85 w 178"/>
                <a:gd name="T3" fmla="*/ 78 h 124"/>
                <a:gd name="T4" fmla="*/ 5 w 178"/>
                <a:gd name="T5" fmla="*/ 78 h 124"/>
                <a:gd name="T6" fmla="*/ 0 w 178"/>
                <a:gd name="T7" fmla="*/ 62 h 124"/>
                <a:gd name="T8" fmla="*/ 28 w 178"/>
                <a:gd name="T9" fmla="*/ 0 h 124"/>
                <a:gd name="T10" fmla="*/ 62 w 178"/>
                <a:gd name="T11" fmla="*/ 0 h 124"/>
                <a:gd name="T12" fmla="*/ 90 w 178"/>
                <a:gd name="T13" fmla="*/ 6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124">
                  <a:moveTo>
                    <a:pt x="178" y="98"/>
                  </a:moveTo>
                  <a:cubicBezTo>
                    <a:pt x="178" y="113"/>
                    <a:pt x="174" y="124"/>
                    <a:pt x="168" y="124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4" y="124"/>
                    <a:pt x="0" y="113"/>
                    <a:pt x="0" y="98"/>
                  </a:cubicBezTo>
                  <a:cubicBezTo>
                    <a:pt x="0" y="98"/>
                    <a:pt x="35" y="0"/>
                    <a:pt x="55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42" y="0"/>
                    <a:pt x="178" y="98"/>
                    <a:pt x="178" y="98"/>
                  </a:cubicBezTo>
                  <a:close/>
                </a:path>
              </a:pathLst>
            </a:custGeom>
            <a:solidFill>
              <a:srgbClr val="F7B312"/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96" name="Freeform 914">
              <a:extLst>
                <a:ext uri="{FF2B5EF4-FFF2-40B4-BE49-F238E27FC236}">
                  <a16:creationId xmlns:a16="http://schemas.microsoft.com/office/drawing/2014/main" id="{F322A82A-E246-4F27-AEF3-58710173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912"/>
              <a:ext cx="222" cy="106"/>
            </a:xfrm>
            <a:custGeom>
              <a:avLst/>
              <a:gdLst>
                <a:gd name="T0" fmla="*/ 141 w 278"/>
                <a:gd name="T1" fmla="*/ 60 h 125"/>
                <a:gd name="T2" fmla="*/ 134 w 278"/>
                <a:gd name="T3" fmla="*/ 76 h 125"/>
                <a:gd name="T4" fmla="*/ 8 w 278"/>
                <a:gd name="T5" fmla="*/ 76 h 125"/>
                <a:gd name="T6" fmla="*/ 0 w 278"/>
                <a:gd name="T7" fmla="*/ 60 h 125"/>
                <a:gd name="T8" fmla="*/ 25 w 278"/>
                <a:gd name="T9" fmla="*/ 0 h 125"/>
                <a:gd name="T10" fmla="*/ 117 w 278"/>
                <a:gd name="T11" fmla="*/ 0 h 125"/>
                <a:gd name="T12" fmla="*/ 141 w 278"/>
                <a:gd name="T13" fmla="*/ 6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125">
                  <a:moveTo>
                    <a:pt x="278" y="99"/>
                  </a:moveTo>
                  <a:cubicBezTo>
                    <a:pt x="278" y="113"/>
                    <a:pt x="271" y="125"/>
                    <a:pt x="263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7" y="125"/>
                    <a:pt x="0" y="113"/>
                    <a:pt x="0" y="99"/>
                  </a:cubicBezTo>
                  <a:cubicBezTo>
                    <a:pt x="0" y="99"/>
                    <a:pt x="23" y="0"/>
                    <a:pt x="49" y="0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257" y="0"/>
                    <a:pt x="278" y="99"/>
                    <a:pt x="278" y="99"/>
                  </a:cubicBezTo>
                  <a:close/>
                </a:path>
              </a:pathLst>
            </a:custGeom>
            <a:solidFill>
              <a:srgbClr val="F7B312"/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97" name="Freeform 915">
              <a:extLst>
                <a:ext uri="{FF2B5EF4-FFF2-40B4-BE49-F238E27FC236}">
                  <a16:creationId xmlns:a16="http://schemas.microsoft.com/office/drawing/2014/main" id="{8AF57AFB-CF80-49C0-9935-FB5DEBBDB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985"/>
              <a:ext cx="333" cy="107"/>
            </a:xfrm>
            <a:custGeom>
              <a:avLst/>
              <a:gdLst>
                <a:gd name="T0" fmla="*/ 212 w 417"/>
                <a:gd name="T1" fmla="*/ 62 h 125"/>
                <a:gd name="T2" fmla="*/ 201 w 417"/>
                <a:gd name="T3" fmla="*/ 79 h 125"/>
                <a:gd name="T4" fmla="*/ 11 w 417"/>
                <a:gd name="T5" fmla="*/ 79 h 125"/>
                <a:gd name="T6" fmla="*/ 0 w 417"/>
                <a:gd name="T7" fmla="*/ 62 h 125"/>
                <a:gd name="T8" fmla="*/ 27 w 417"/>
                <a:gd name="T9" fmla="*/ 0 h 125"/>
                <a:gd name="T10" fmla="*/ 185 w 417"/>
                <a:gd name="T11" fmla="*/ 0 h 125"/>
                <a:gd name="T12" fmla="*/ 212 w 417"/>
                <a:gd name="T13" fmla="*/ 62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7" h="125">
                  <a:moveTo>
                    <a:pt x="417" y="99"/>
                  </a:moveTo>
                  <a:cubicBezTo>
                    <a:pt x="417" y="113"/>
                    <a:pt x="407" y="125"/>
                    <a:pt x="395" y="125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10" y="125"/>
                    <a:pt x="0" y="113"/>
                    <a:pt x="0" y="99"/>
                  </a:cubicBezTo>
                  <a:cubicBezTo>
                    <a:pt x="0" y="99"/>
                    <a:pt x="25" y="0"/>
                    <a:pt x="53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96" y="0"/>
                    <a:pt x="417" y="99"/>
                    <a:pt x="417" y="99"/>
                  </a:cubicBezTo>
                  <a:close/>
                </a:path>
              </a:pathLst>
            </a:custGeom>
            <a:solidFill>
              <a:srgbClr val="F7B312"/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98" name="Freeform 916">
              <a:extLst>
                <a:ext uri="{FF2B5EF4-FFF2-40B4-BE49-F238E27FC236}">
                  <a16:creationId xmlns:a16="http://schemas.microsoft.com/office/drawing/2014/main" id="{93B52644-9180-4F57-9637-765926EC5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65"/>
              <a:ext cx="423" cy="106"/>
            </a:xfrm>
            <a:custGeom>
              <a:avLst/>
              <a:gdLst>
                <a:gd name="T0" fmla="*/ 270 w 530"/>
                <a:gd name="T1" fmla="*/ 62 h 124"/>
                <a:gd name="T2" fmla="*/ 255 w 530"/>
                <a:gd name="T3" fmla="*/ 78 h 124"/>
                <a:gd name="T4" fmla="*/ 14 w 530"/>
                <a:gd name="T5" fmla="*/ 78 h 124"/>
                <a:gd name="T6" fmla="*/ 0 w 530"/>
                <a:gd name="T7" fmla="*/ 62 h 124"/>
                <a:gd name="T8" fmla="*/ 29 w 530"/>
                <a:gd name="T9" fmla="*/ 0 h 124"/>
                <a:gd name="T10" fmla="*/ 241 w 530"/>
                <a:gd name="T11" fmla="*/ 0 h 124"/>
                <a:gd name="T12" fmla="*/ 270 w 530"/>
                <a:gd name="T13" fmla="*/ 6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0" h="124">
                  <a:moveTo>
                    <a:pt x="530" y="99"/>
                  </a:moveTo>
                  <a:cubicBezTo>
                    <a:pt x="530" y="113"/>
                    <a:pt x="517" y="124"/>
                    <a:pt x="501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13" y="124"/>
                    <a:pt x="0" y="113"/>
                    <a:pt x="0" y="99"/>
                  </a:cubicBezTo>
                  <a:cubicBezTo>
                    <a:pt x="0" y="99"/>
                    <a:pt x="29" y="0"/>
                    <a:pt x="56" y="0"/>
                  </a:cubicBezTo>
                  <a:cubicBezTo>
                    <a:pt x="474" y="0"/>
                    <a:pt x="474" y="0"/>
                    <a:pt x="474" y="0"/>
                  </a:cubicBezTo>
                  <a:cubicBezTo>
                    <a:pt x="508" y="0"/>
                    <a:pt x="530" y="99"/>
                    <a:pt x="530" y="99"/>
                  </a:cubicBezTo>
                  <a:close/>
                </a:path>
              </a:pathLst>
            </a:custGeom>
            <a:solidFill>
              <a:srgbClr val="F7B312"/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99" name="Freeform 917">
              <a:extLst>
                <a:ext uri="{FF2B5EF4-FFF2-40B4-BE49-F238E27FC236}">
                  <a16:creationId xmlns:a16="http://schemas.microsoft.com/office/drawing/2014/main" id="{0A5EE0EA-EFF1-47EA-9170-E46FE1176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084"/>
              <a:ext cx="655" cy="122"/>
            </a:xfrm>
            <a:custGeom>
              <a:avLst/>
              <a:gdLst>
                <a:gd name="T0" fmla="*/ 612 w 655"/>
                <a:gd name="T1" fmla="*/ 0 h 122"/>
                <a:gd name="T2" fmla="*/ 612 w 655"/>
                <a:gd name="T3" fmla="*/ 50 h 122"/>
                <a:gd name="T4" fmla="*/ 42 w 655"/>
                <a:gd name="T5" fmla="*/ 50 h 122"/>
                <a:gd name="T6" fmla="*/ 42 w 655"/>
                <a:gd name="T7" fmla="*/ 0 h 122"/>
                <a:gd name="T8" fmla="*/ 0 w 655"/>
                <a:gd name="T9" fmla="*/ 0 h 122"/>
                <a:gd name="T10" fmla="*/ 0 w 655"/>
                <a:gd name="T11" fmla="*/ 122 h 122"/>
                <a:gd name="T12" fmla="*/ 655 w 655"/>
                <a:gd name="T13" fmla="*/ 122 h 122"/>
                <a:gd name="T14" fmla="*/ 655 w 655"/>
                <a:gd name="T15" fmla="*/ 0 h 122"/>
                <a:gd name="T16" fmla="*/ 612 w 655"/>
                <a:gd name="T17" fmla="*/ 0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5" h="122">
                  <a:moveTo>
                    <a:pt x="612" y="0"/>
                  </a:moveTo>
                  <a:lnTo>
                    <a:pt x="612" y="50"/>
                  </a:lnTo>
                  <a:lnTo>
                    <a:pt x="42" y="50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655" y="122"/>
                  </a:lnTo>
                  <a:lnTo>
                    <a:pt x="655" y="0"/>
                  </a:lnTo>
                  <a:lnTo>
                    <a:pt x="612" y="0"/>
                  </a:lnTo>
                  <a:close/>
                </a:path>
              </a:pathLst>
            </a:custGeom>
            <a:solidFill>
              <a:srgbClr val="F9D0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0" name="Freeform 918">
              <a:extLst>
                <a:ext uri="{FF2B5EF4-FFF2-40B4-BE49-F238E27FC236}">
                  <a16:creationId xmlns:a16="http://schemas.microsoft.com/office/drawing/2014/main" id="{8945EBF7-F629-4ED8-8845-3706DDFAB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084"/>
              <a:ext cx="655" cy="122"/>
            </a:xfrm>
            <a:custGeom>
              <a:avLst/>
              <a:gdLst>
                <a:gd name="T0" fmla="*/ 612 w 655"/>
                <a:gd name="T1" fmla="*/ 0 h 122"/>
                <a:gd name="T2" fmla="*/ 612 w 655"/>
                <a:gd name="T3" fmla="*/ 50 h 122"/>
                <a:gd name="T4" fmla="*/ 42 w 655"/>
                <a:gd name="T5" fmla="*/ 50 h 122"/>
                <a:gd name="T6" fmla="*/ 42 w 655"/>
                <a:gd name="T7" fmla="*/ 0 h 122"/>
                <a:gd name="T8" fmla="*/ 0 w 655"/>
                <a:gd name="T9" fmla="*/ 0 h 122"/>
                <a:gd name="T10" fmla="*/ 0 w 655"/>
                <a:gd name="T11" fmla="*/ 122 h 122"/>
                <a:gd name="T12" fmla="*/ 655 w 655"/>
                <a:gd name="T13" fmla="*/ 122 h 122"/>
                <a:gd name="T14" fmla="*/ 655 w 655"/>
                <a:gd name="T15" fmla="*/ 0 h 122"/>
                <a:gd name="T16" fmla="*/ 612 w 655"/>
                <a:gd name="T17" fmla="*/ 0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5" h="122">
                  <a:moveTo>
                    <a:pt x="612" y="0"/>
                  </a:moveTo>
                  <a:lnTo>
                    <a:pt x="612" y="50"/>
                  </a:lnTo>
                  <a:lnTo>
                    <a:pt x="42" y="50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655" y="122"/>
                  </a:lnTo>
                  <a:lnTo>
                    <a:pt x="655" y="0"/>
                  </a:lnTo>
                  <a:lnTo>
                    <a:pt x="612" y="0"/>
                  </a:ln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1" name="Rectangle 919">
              <a:extLst>
                <a:ext uri="{FF2B5EF4-FFF2-40B4-BE49-F238E27FC236}">
                  <a16:creationId xmlns:a16="http://schemas.microsoft.com/office/drawing/2014/main" id="{166549FE-289E-443A-85AE-CDF0A8B28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381"/>
              <a:ext cx="226" cy="476"/>
            </a:xfrm>
            <a:prstGeom prst="rect">
              <a:avLst/>
            </a:prstGeom>
            <a:solidFill>
              <a:srgbClr val="1F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02" name="Rectangle 920">
              <a:extLst>
                <a:ext uri="{FF2B5EF4-FFF2-40B4-BE49-F238E27FC236}">
                  <a16:creationId xmlns:a16="http://schemas.microsoft.com/office/drawing/2014/main" id="{D6AC7A86-4B53-43AD-AFA8-22B2EFE1A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381"/>
              <a:ext cx="226" cy="476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03" name="Freeform 921">
              <a:extLst>
                <a:ext uri="{FF2B5EF4-FFF2-40B4-BE49-F238E27FC236}">
                  <a16:creationId xmlns:a16="http://schemas.microsoft.com/office/drawing/2014/main" id="{431C7538-E828-4B34-B7FB-BFA3218B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380"/>
              <a:ext cx="213" cy="105"/>
            </a:xfrm>
            <a:custGeom>
              <a:avLst/>
              <a:gdLst>
                <a:gd name="T0" fmla="*/ 136 w 267"/>
                <a:gd name="T1" fmla="*/ 75 h 124"/>
                <a:gd name="T2" fmla="*/ 68 w 267"/>
                <a:gd name="T3" fmla="*/ 20 h 124"/>
                <a:gd name="T4" fmla="*/ 68 w 267"/>
                <a:gd name="T5" fmla="*/ 20 h 124"/>
                <a:gd name="T6" fmla="*/ 0 w 267"/>
                <a:gd name="T7" fmla="*/ 75 h 124"/>
                <a:gd name="T8" fmla="*/ 0 w 267"/>
                <a:gd name="T9" fmla="*/ 0 h 124"/>
                <a:gd name="T10" fmla="*/ 136 w 267"/>
                <a:gd name="T11" fmla="*/ 0 h 124"/>
                <a:gd name="T12" fmla="*/ 136 w 267"/>
                <a:gd name="T13" fmla="*/ 75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124">
                  <a:moveTo>
                    <a:pt x="267" y="124"/>
                  </a:moveTo>
                  <a:cubicBezTo>
                    <a:pt x="267" y="47"/>
                    <a:pt x="133" y="95"/>
                    <a:pt x="133" y="33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3" y="95"/>
                    <a:pt x="0" y="47"/>
                    <a:pt x="0" y="1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7" y="0"/>
                    <a:pt x="267" y="0"/>
                    <a:pt x="267" y="0"/>
                  </a:cubicBezTo>
                  <a:lnTo>
                    <a:pt x="267" y="124"/>
                  </a:lnTo>
                  <a:close/>
                </a:path>
              </a:pathLst>
            </a:custGeom>
            <a:solidFill>
              <a:srgbClr val="E53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4" name="Freeform 922">
              <a:extLst>
                <a:ext uri="{FF2B5EF4-FFF2-40B4-BE49-F238E27FC236}">
                  <a16:creationId xmlns:a16="http://schemas.microsoft.com/office/drawing/2014/main" id="{F06AEA15-22D4-4396-953F-AFF0ABBD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380"/>
              <a:ext cx="213" cy="105"/>
            </a:xfrm>
            <a:custGeom>
              <a:avLst/>
              <a:gdLst>
                <a:gd name="T0" fmla="*/ 136 w 267"/>
                <a:gd name="T1" fmla="*/ 75 h 124"/>
                <a:gd name="T2" fmla="*/ 68 w 267"/>
                <a:gd name="T3" fmla="*/ 20 h 124"/>
                <a:gd name="T4" fmla="*/ 68 w 267"/>
                <a:gd name="T5" fmla="*/ 20 h 124"/>
                <a:gd name="T6" fmla="*/ 0 w 267"/>
                <a:gd name="T7" fmla="*/ 75 h 124"/>
                <a:gd name="T8" fmla="*/ 0 w 267"/>
                <a:gd name="T9" fmla="*/ 0 h 124"/>
                <a:gd name="T10" fmla="*/ 136 w 267"/>
                <a:gd name="T11" fmla="*/ 0 h 124"/>
                <a:gd name="T12" fmla="*/ 136 w 267"/>
                <a:gd name="T13" fmla="*/ 75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124">
                  <a:moveTo>
                    <a:pt x="267" y="124"/>
                  </a:moveTo>
                  <a:cubicBezTo>
                    <a:pt x="267" y="47"/>
                    <a:pt x="133" y="95"/>
                    <a:pt x="133" y="33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3" y="95"/>
                    <a:pt x="0" y="47"/>
                    <a:pt x="0" y="1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7" y="0"/>
                    <a:pt x="267" y="0"/>
                    <a:pt x="267" y="0"/>
                  </a:cubicBezTo>
                  <a:lnTo>
                    <a:pt x="267" y="124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5" name="Oval 923">
              <a:extLst>
                <a:ext uri="{FF2B5EF4-FFF2-40B4-BE49-F238E27FC236}">
                  <a16:creationId xmlns:a16="http://schemas.microsoft.com/office/drawing/2014/main" id="{BDF8B998-C71E-4DA0-B943-3D79321AF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624"/>
              <a:ext cx="45" cy="2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06" name="Freeform 924">
              <a:extLst>
                <a:ext uri="{FF2B5EF4-FFF2-40B4-BE49-F238E27FC236}">
                  <a16:creationId xmlns:a16="http://schemas.microsoft.com/office/drawing/2014/main" id="{87C3FCD7-3E3F-4F73-9CD0-00D347C9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164"/>
              <a:ext cx="254" cy="440"/>
            </a:xfrm>
            <a:custGeom>
              <a:avLst/>
              <a:gdLst>
                <a:gd name="T0" fmla="*/ 104 w 318"/>
                <a:gd name="T1" fmla="*/ 201 h 517"/>
                <a:gd name="T2" fmla="*/ 156 w 318"/>
                <a:gd name="T3" fmla="*/ 164 h 517"/>
                <a:gd name="T4" fmla="*/ 147 w 318"/>
                <a:gd name="T5" fmla="*/ 101 h 517"/>
                <a:gd name="T6" fmla="*/ 125 w 318"/>
                <a:gd name="T7" fmla="*/ 113 h 517"/>
                <a:gd name="T8" fmla="*/ 87 w 318"/>
                <a:gd name="T9" fmla="*/ 10 h 517"/>
                <a:gd name="T10" fmla="*/ 77 w 318"/>
                <a:gd name="T11" fmla="*/ 10 h 517"/>
                <a:gd name="T12" fmla="*/ 38 w 318"/>
                <a:gd name="T13" fmla="*/ 113 h 517"/>
                <a:gd name="T14" fmla="*/ 14 w 318"/>
                <a:gd name="T15" fmla="*/ 101 h 517"/>
                <a:gd name="T16" fmla="*/ 6 w 318"/>
                <a:gd name="T17" fmla="*/ 164 h 517"/>
                <a:gd name="T18" fmla="*/ 57 w 318"/>
                <a:gd name="T19" fmla="*/ 202 h 517"/>
                <a:gd name="T20" fmla="*/ 62 w 318"/>
                <a:gd name="T21" fmla="*/ 231 h 517"/>
                <a:gd name="T22" fmla="*/ 57 w 318"/>
                <a:gd name="T23" fmla="*/ 299 h 517"/>
                <a:gd name="T24" fmla="*/ 105 w 318"/>
                <a:gd name="T25" fmla="*/ 295 h 517"/>
                <a:gd name="T26" fmla="*/ 117 w 318"/>
                <a:gd name="T27" fmla="*/ 306 h 517"/>
                <a:gd name="T28" fmla="*/ 133 w 318"/>
                <a:gd name="T29" fmla="*/ 299 h 517"/>
                <a:gd name="T30" fmla="*/ 100 w 318"/>
                <a:gd name="T31" fmla="*/ 270 h 517"/>
                <a:gd name="T32" fmla="*/ 74 w 318"/>
                <a:gd name="T33" fmla="*/ 278 h 517"/>
                <a:gd name="T34" fmla="*/ 97 w 318"/>
                <a:gd name="T35" fmla="*/ 216 h 517"/>
                <a:gd name="T36" fmla="*/ 104 w 318"/>
                <a:gd name="T37" fmla="*/ 201 h 5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18" h="517">
                  <a:moveTo>
                    <a:pt x="204" y="325"/>
                  </a:moveTo>
                  <a:cubicBezTo>
                    <a:pt x="283" y="457"/>
                    <a:pt x="313" y="312"/>
                    <a:pt x="306" y="267"/>
                  </a:cubicBezTo>
                  <a:cubicBezTo>
                    <a:pt x="299" y="220"/>
                    <a:pt x="318" y="165"/>
                    <a:pt x="288" y="164"/>
                  </a:cubicBezTo>
                  <a:cubicBezTo>
                    <a:pt x="270" y="162"/>
                    <a:pt x="254" y="174"/>
                    <a:pt x="244" y="183"/>
                  </a:cubicBezTo>
                  <a:cubicBezTo>
                    <a:pt x="241" y="152"/>
                    <a:pt x="225" y="100"/>
                    <a:pt x="171" y="16"/>
                  </a:cubicBezTo>
                  <a:cubicBezTo>
                    <a:pt x="171" y="16"/>
                    <a:pt x="161" y="0"/>
                    <a:pt x="150" y="16"/>
                  </a:cubicBezTo>
                  <a:cubicBezTo>
                    <a:pt x="150" y="16"/>
                    <a:pt x="86" y="117"/>
                    <a:pt x="74" y="183"/>
                  </a:cubicBezTo>
                  <a:cubicBezTo>
                    <a:pt x="64" y="174"/>
                    <a:pt x="48" y="162"/>
                    <a:pt x="29" y="164"/>
                  </a:cubicBezTo>
                  <a:cubicBezTo>
                    <a:pt x="0" y="165"/>
                    <a:pt x="19" y="220"/>
                    <a:pt x="12" y="267"/>
                  </a:cubicBezTo>
                  <a:cubicBezTo>
                    <a:pt x="5" y="312"/>
                    <a:pt x="34" y="456"/>
                    <a:pt x="112" y="327"/>
                  </a:cubicBezTo>
                  <a:cubicBezTo>
                    <a:pt x="123" y="345"/>
                    <a:pt x="127" y="359"/>
                    <a:pt x="123" y="374"/>
                  </a:cubicBezTo>
                  <a:cubicBezTo>
                    <a:pt x="116" y="393"/>
                    <a:pt x="82" y="453"/>
                    <a:pt x="111" y="485"/>
                  </a:cubicBezTo>
                  <a:cubicBezTo>
                    <a:pt x="140" y="517"/>
                    <a:pt x="184" y="493"/>
                    <a:pt x="205" y="479"/>
                  </a:cubicBezTo>
                  <a:cubicBezTo>
                    <a:pt x="226" y="466"/>
                    <a:pt x="250" y="478"/>
                    <a:pt x="230" y="496"/>
                  </a:cubicBezTo>
                  <a:cubicBezTo>
                    <a:pt x="230" y="496"/>
                    <a:pt x="255" y="511"/>
                    <a:pt x="261" y="484"/>
                  </a:cubicBezTo>
                  <a:cubicBezTo>
                    <a:pt x="268" y="457"/>
                    <a:pt x="244" y="426"/>
                    <a:pt x="196" y="438"/>
                  </a:cubicBezTo>
                  <a:cubicBezTo>
                    <a:pt x="181" y="441"/>
                    <a:pt x="159" y="464"/>
                    <a:pt x="147" y="451"/>
                  </a:cubicBezTo>
                  <a:cubicBezTo>
                    <a:pt x="136" y="439"/>
                    <a:pt x="183" y="401"/>
                    <a:pt x="192" y="351"/>
                  </a:cubicBezTo>
                  <a:cubicBezTo>
                    <a:pt x="193" y="341"/>
                    <a:pt x="198" y="334"/>
                    <a:pt x="204" y="325"/>
                  </a:cubicBezTo>
                  <a:close/>
                </a:path>
              </a:pathLst>
            </a:custGeom>
            <a:solidFill>
              <a:srgbClr val="0F7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7" name="Freeform 925">
              <a:extLst>
                <a:ext uri="{FF2B5EF4-FFF2-40B4-BE49-F238E27FC236}">
                  <a16:creationId xmlns:a16="http://schemas.microsoft.com/office/drawing/2014/main" id="{65A76690-9FB1-4E0B-98B7-BA30D9401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281"/>
              <a:ext cx="102" cy="255"/>
            </a:xfrm>
            <a:custGeom>
              <a:avLst/>
              <a:gdLst>
                <a:gd name="T0" fmla="*/ 19 w 128"/>
                <a:gd name="T1" fmla="*/ 19 h 300"/>
                <a:gd name="T2" fmla="*/ 49 w 128"/>
                <a:gd name="T3" fmla="*/ 2 h 300"/>
                <a:gd name="T4" fmla="*/ 58 w 128"/>
                <a:gd name="T5" fmla="*/ 65 h 300"/>
                <a:gd name="T6" fmla="*/ 0 w 128"/>
                <a:gd name="T7" fmla="*/ 96 h 300"/>
                <a:gd name="T8" fmla="*/ 19 w 128"/>
                <a:gd name="T9" fmla="*/ 19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300">
                  <a:moveTo>
                    <a:pt x="38" y="30"/>
                  </a:moveTo>
                  <a:cubicBezTo>
                    <a:pt x="38" y="30"/>
                    <a:pt x="64" y="0"/>
                    <a:pt x="96" y="2"/>
                  </a:cubicBezTo>
                  <a:cubicBezTo>
                    <a:pt x="128" y="3"/>
                    <a:pt x="107" y="58"/>
                    <a:pt x="115" y="105"/>
                  </a:cubicBezTo>
                  <a:cubicBezTo>
                    <a:pt x="122" y="151"/>
                    <a:pt x="89" y="300"/>
                    <a:pt x="0" y="156"/>
                  </a:cubicBezTo>
                  <a:lnTo>
                    <a:pt x="38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8" name="Freeform 926">
              <a:extLst>
                <a:ext uri="{FF2B5EF4-FFF2-40B4-BE49-F238E27FC236}">
                  <a16:creationId xmlns:a16="http://schemas.microsoft.com/office/drawing/2014/main" id="{AFBB8926-5E16-4597-A567-09CAE3E8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81"/>
              <a:ext cx="102" cy="255"/>
            </a:xfrm>
            <a:custGeom>
              <a:avLst/>
              <a:gdLst>
                <a:gd name="T0" fmla="*/ 45 w 128"/>
                <a:gd name="T1" fmla="*/ 19 h 300"/>
                <a:gd name="T2" fmla="*/ 17 w 128"/>
                <a:gd name="T3" fmla="*/ 2 h 300"/>
                <a:gd name="T4" fmla="*/ 6 w 128"/>
                <a:gd name="T5" fmla="*/ 65 h 300"/>
                <a:gd name="T6" fmla="*/ 65 w 128"/>
                <a:gd name="T7" fmla="*/ 96 h 300"/>
                <a:gd name="T8" fmla="*/ 45 w 128"/>
                <a:gd name="T9" fmla="*/ 19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300">
                  <a:moveTo>
                    <a:pt x="90" y="30"/>
                  </a:moveTo>
                  <a:cubicBezTo>
                    <a:pt x="90" y="30"/>
                    <a:pt x="64" y="0"/>
                    <a:pt x="32" y="2"/>
                  </a:cubicBezTo>
                  <a:cubicBezTo>
                    <a:pt x="0" y="3"/>
                    <a:pt x="21" y="58"/>
                    <a:pt x="13" y="105"/>
                  </a:cubicBezTo>
                  <a:cubicBezTo>
                    <a:pt x="6" y="151"/>
                    <a:pt x="39" y="300"/>
                    <a:pt x="128" y="156"/>
                  </a:cubicBezTo>
                  <a:lnTo>
                    <a:pt x="9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9" name="Freeform 927">
              <a:extLst>
                <a:ext uri="{FF2B5EF4-FFF2-40B4-BE49-F238E27FC236}">
                  <a16:creationId xmlns:a16="http://schemas.microsoft.com/office/drawing/2014/main" id="{3EB7628D-1687-4547-909A-0FE2062F2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281"/>
              <a:ext cx="102" cy="255"/>
            </a:xfrm>
            <a:custGeom>
              <a:avLst/>
              <a:gdLst>
                <a:gd name="T0" fmla="*/ 19 w 128"/>
                <a:gd name="T1" fmla="*/ 19 h 300"/>
                <a:gd name="T2" fmla="*/ 49 w 128"/>
                <a:gd name="T3" fmla="*/ 2 h 300"/>
                <a:gd name="T4" fmla="*/ 58 w 128"/>
                <a:gd name="T5" fmla="*/ 65 h 300"/>
                <a:gd name="T6" fmla="*/ 0 w 128"/>
                <a:gd name="T7" fmla="*/ 96 h 300"/>
                <a:gd name="T8" fmla="*/ 19 w 128"/>
                <a:gd name="T9" fmla="*/ 19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300">
                  <a:moveTo>
                    <a:pt x="38" y="30"/>
                  </a:moveTo>
                  <a:cubicBezTo>
                    <a:pt x="38" y="30"/>
                    <a:pt x="64" y="0"/>
                    <a:pt x="96" y="2"/>
                  </a:cubicBezTo>
                  <a:cubicBezTo>
                    <a:pt x="128" y="3"/>
                    <a:pt x="107" y="58"/>
                    <a:pt x="115" y="105"/>
                  </a:cubicBezTo>
                  <a:cubicBezTo>
                    <a:pt x="122" y="151"/>
                    <a:pt x="89" y="300"/>
                    <a:pt x="0" y="156"/>
                  </a:cubicBezTo>
                  <a:lnTo>
                    <a:pt x="38" y="30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0" name="Freeform 928">
              <a:extLst>
                <a:ext uri="{FF2B5EF4-FFF2-40B4-BE49-F238E27FC236}">
                  <a16:creationId xmlns:a16="http://schemas.microsoft.com/office/drawing/2014/main" id="{81779510-F89C-4E69-BAFA-D0689F3BA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81"/>
              <a:ext cx="102" cy="255"/>
            </a:xfrm>
            <a:custGeom>
              <a:avLst/>
              <a:gdLst>
                <a:gd name="T0" fmla="*/ 45 w 128"/>
                <a:gd name="T1" fmla="*/ 19 h 300"/>
                <a:gd name="T2" fmla="*/ 17 w 128"/>
                <a:gd name="T3" fmla="*/ 2 h 300"/>
                <a:gd name="T4" fmla="*/ 6 w 128"/>
                <a:gd name="T5" fmla="*/ 65 h 300"/>
                <a:gd name="T6" fmla="*/ 65 w 128"/>
                <a:gd name="T7" fmla="*/ 96 h 300"/>
                <a:gd name="T8" fmla="*/ 45 w 128"/>
                <a:gd name="T9" fmla="*/ 19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300">
                  <a:moveTo>
                    <a:pt x="90" y="30"/>
                  </a:moveTo>
                  <a:cubicBezTo>
                    <a:pt x="90" y="30"/>
                    <a:pt x="64" y="0"/>
                    <a:pt x="32" y="2"/>
                  </a:cubicBezTo>
                  <a:cubicBezTo>
                    <a:pt x="0" y="3"/>
                    <a:pt x="21" y="58"/>
                    <a:pt x="13" y="105"/>
                  </a:cubicBezTo>
                  <a:cubicBezTo>
                    <a:pt x="6" y="151"/>
                    <a:pt x="39" y="300"/>
                    <a:pt x="128" y="156"/>
                  </a:cubicBezTo>
                  <a:lnTo>
                    <a:pt x="90" y="30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1" name="Oval 929">
              <a:extLst>
                <a:ext uri="{FF2B5EF4-FFF2-40B4-BE49-F238E27FC236}">
                  <a16:creationId xmlns:a16="http://schemas.microsoft.com/office/drawing/2014/main" id="{B1C213D4-5334-4550-8A21-E94699A26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345"/>
              <a:ext cx="23" cy="24"/>
            </a:xfrm>
            <a:prstGeom prst="ellipse">
              <a:avLst/>
            </a:prstGeom>
            <a:solidFill>
              <a:srgbClr val="E3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12" name="Oval 930">
              <a:extLst>
                <a:ext uri="{FF2B5EF4-FFF2-40B4-BE49-F238E27FC236}">
                  <a16:creationId xmlns:a16="http://schemas.microsoft.com/office/drawing/2014/main" id="{E9F3B5BE-5D1A-4EC7-9A19-27B461B40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2345"/>
              <a:ext cx="22" cy="24"/>
            </a:xfrm>
            <a:prstGeom prst="ellipse">
              <a:avLst/>
            </a:prstGeom>
            <a:solidFill>
              <a:srgbClr val="E3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13" name="Oval 931">
              <a:extLst>
                <a:ext uri="{FF2B5EF4-FFF2-40B4-BE49-F238E27FC236}">
                  <a16:creationId xmlns:a16="http://schemas.microsoft.com/office/drawing/2014/main" id="{87B9F590-F542-411D-A427-1095A5310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345"/>
              <a:ext cx="22" cy="24"/>
            </a:xfrm>
            <a:prstGeom prst="ellipse">
              <a:avLst/>
            </a:prstGeom>
            <a:solidFill>
              <a:srgbClr val="E3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14" name="Oval 932">
              <a:extLst>
                <a:ext uri="{FF2B5EF4-FFF2-40B4-BE49-F238E27FC236}">
                  <a16:creationId xmlns:a16="http://schemas.microsoft.com/office/drawing/2014/main" id="{C73AEF23-774A-4114-BF7B-8DAA982F6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345"/>
              <a:ext cx="22" cy="24"/>
            </a:xfrm>
            <a:prstGeom prst="ellipse">
              <a:avLst/>
            </a:prstGeom>
            <a:solidFill>
              <a:srgbClr val="E3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15" name="Freeform 933">
              <a:extLst>
                <a:ext uri="{FF2B5EF4-FFF2-40B4-BE49-F238E27FC236}">
                  <a16:creationId xmlns:a16="http://schemas.microsoft.com/office/drawing/2014/main" id="{5A3ECC95-14E6-49EC-9FC0-DAF19A142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143"/>
              <a:ext cx="188" cy="440"/>
            </a:xfrm>
            <a:custGeom>
              <a:avLst/>
              <a:gdLst>
                <a:gd name="T0" fmla="*/ 53 w 235"/>
                <a:gd name="T1" fmla="*/ 10 h 517"/>
                <a:gd name="T2" fmla="*/ 11 w 235"/>
                <a:gd name="T3" fmla="*/ 136 h 517"/>
                <a:gd name="T4" fmla="*/ 24 w 235"/>
                <a:gd name="T5" fmla="*/ 186 h 517"/>
                <a:gd name="T6" fmla="*/ 38 w 235"/>
                <a:gd name="T7" fmla="*/ 230 h 517"/>
                <a:gd name="T8" fmla="*/ 32 w 235"/>
                <a:gd name="T9" fmla="*/ 299 h 517"/>
                <a:gd name="T10" fmla="*/ 83 w 235"/>
                <a:gd name="T11" fmla="*/ 295 h 517"/>
                <a:gd name="T12" fmla="*/ 98 w 235"/>
                <a:gd name="T13" fmla="*/ 306 h 517"/>
                <a:gd name="T14" fmla="*/ 114 w 235"/>
                <a:gd name="T15" fmla="*/ 299 h 517"/>
                <a:gd name="T16" fmla="*/ 78 w 235"/>
                <a:gd name="T17" fmla="*/ 270 h 517"/>
                <a:gd name="T18" fmla="*/ 52 w 235"/>
                <a:gd name="T19" fmla="*/ 278 h 517"/>
                <a:gd name="T20" fmla="*/ 75 w 235"/>
                <a:gd name="T21" fmla="*/ 216 h 517"/>
                <a:gd name="T22" fmla="*/ 103 w 235"/>
                <a:gd name="T23" fmla="*/ 134 h 517"/>
                <a:gd name="T24" fmla="*/ 65 w 235"/>
                <a:gd name="T25" fmla="*/ 10 h 517"/>
                <a:gd name="T26" fmla="*/ 53 w 235"/>
                <a:gd name="T27" fmla="*/ 10 h 5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5" h="517">
                  <a:moveTo>
                    <a:pt x="104" y="16"/>
                  </a:moveTo>
                  <a:cubicBezTo>
                    <a:pt x="104" y="16"/>
                    <a:pt x="0" y="167"/>
                    <a:pt x="23" y="221"/>
                  </a:cubicBezTo>
                  <a:cubicBezTo>
                    <a:pt x="23" y="221"/>
                    <a:pt x="27" y="270"/>
                    <a:pt x="48" y="302"/>
                  </a:cubicBezTo>
                  <a:cubicBezTo>
                    <a:pt x="69" y="334"/>
                    <a:pt x="81" y="354"/>
                    <a:pt x="74" y="373"/>
                  </a:cubicBezTo>
                  <a:cubicBezTo>
                    <a:pt x="67" y="393"/>
                    <a:pt x="31" y="453"/>
                    <a:pt x="62" y="485"/>
                  </a:cubicBezTo>
                  <a:cubicBezTo>
                    <a:pt x="93" y="517"/>
                    <a:pt x="140" y="493"/>
                    <a:pt x="163" y="479"/>
                  </a:cubicBezTo>
                  <a:cubicBezTo>
                    <a:pt x="186" y="465"/>
                    <a:pt x="211" y="477"/>
                    <a:pt x="190" y="496"/>
                  </a:cubicBezTo>
                  <a:cubicBezTo>
                    <a:pt x="190" y="496"/>
                    <a:pt x="217" y="511"/>
                    <a:pt x="224" y="484"/>
                  </a:cubicBezTo>
                  <a:cubicBezTo>
                    <a:pt x="231" y="457"/>
                    <a:pt x="206" y="426"/>
                    <a:pt x="153" y="438"/>
                  </a:cubicBezTo>
                  <a:cubicBezTo>
                    <a:pt x="137" y="441"/>
                    <a:pt x="113" y="464"/>
                    <a:pt x="101" y="451"/>
                  </a:cubicBezTo>
                  <a:cubicBezTo>
                    <a:pt x="88" y="439"/>
                    <a:pt x="139" y="401"/>
                    <a:pt x="148" y="351"/>
                  </a:cubicBezTo>
                  <a:cubicBezTo>
                    <a:pt x="154" y="323"/>
                    <a:pt x="191" y="312"/>
                    <a:pt x="201" y="219"/>
                  </a:cubicBezTo>
                  <a:cubicBezTo>
                    <a:pt x="201" y="219"/>
                    <a:pt x="235" y="170"/>
                    <a:pt x="126" y="16"/>
                  </a:cubicBezTo>
                  <a:cubicBezTo>
                    <a:pt x="126" y="16"/>
                    <a:pt x="115" y="0"/>
                    <a:pt x="10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6" name="Freeform 934">
              <a:extLst>
                <a:ext uri="{FF2B5EF4-FFF2-40B4-BE49-F238E27FC236}">
                  <a16:creationId xmlns:a16="http://schemas.microsoft.com/office/drawing/2014/main" id="{58FECF7D-59F5-481D-B8B7-1FD649D73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399"/>
              <a:ext cx="5" cy="56"/>
            </a:xfrm>
            <a:custGeom>
              <a:avLst/>
              <a:gdLst>
                <a:gd name="T0" fmla="*/ 0 w 6"/>
                <a:gd name="T1" fmla="*/ 41 h 66"/>
                <a:gd name="T2" fmla="*/ 2 w 6"/>
                <a:gd name="T3" fmla="*/ 34 h 66"/>
                <a:gd name="T4" fmla="*/ 3 w 6"/>
                <a:gd name="T5" fmla="*/ 24 h 66"/>
                <a:gd name="T6" fmla="*/ 0 w 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6">
                  <a:moveTo>
                    <a:pt x="0" y="66"/>
                  </a:moveTo>
                  <a:cubicBezTo>
                    <a:pt x="2" y="59"/>
                    <a:pt x="2" y="59"/>
                    <a:pt x="2" y="55"/>
                  </a:cubicBezTo>
                  <a:cubicBezTo>
                    <a:pt x="3" y="50"/>
                    <a:pt x="4" y="44"/>
                    <a:pt x="5" y="39"/>
                  </a:cubicBezTo>
                  <a:cubicBezTo>
                    <a:pt x="6" y="26"/>
                    <a:pt x="6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7" name="Freeform 935">
              <a:extLst>
                <a:ext uri="{FF2B5EF4-FFF2-40B4-BE49-F238E27FC236}">
                  <a16:creationId xmlns:a16="http://schemas.microsoft.com/office/drawing/2014/main" id="{CAC3F02C-5F83-42F8-AF7C-B8464BE5E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397"/>
              <a:ext cx="5" cy="49"/>
            </a:xfrm>
            <a:custGeom>
              <a:avLst/>
              <a:gdLst>
                <a:gd name="T0" fmla="*/ 0 w 6"/>
                <a:gd name="T1" fmla="*/ 36 h 57"/>
                <a:gd name="T2" fmla="*/ 3 w 6"/>
                <a:gd name="T3" fmla="*/ 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7">
                  <a:moveTo>
                    <a:pt x="0" y="57"/>
                  </a:moveTo>
                  <a:cubicBezTo>
                    <a:pt x="4" y="36"/>
                    <a:pt x="4" y="18"/>
                    <a:pt x="6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8" name="Freeform 936">
              <a:extLst>
                <a:ext uri="{FF2B5EF4-FFF2-40B4-BE49-F238E27FC236}">
                  <a16:creationId xmlns:a16="http://schemas.microsoft.com/office/drawing/2014/main" id="{B182F196-B79F-40AA-9EFF-2ECDFE50C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330"/>
              <a:ext cx="28" cy="18"/>
            </a:xfrm>
            <a:custGeom>
              <a:avLst/>
              <a:gdLst>
                <a:gd name="T0" fmla="*/ 0 w 35"/>
                <a:gd name="T1" fmla="*/ 13 h 21"/>
                <a:gd name="T2" fmla="*/ 18 w 35"/>
                <a:gd name="T3" fmla="*/ 0 h 21"/>
                <a:gd name="T4" fmla="*/ 0 w 35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">
                  <a:moveTo>
                    <a:pt x="0" y="21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18" y="19"/>
                    <a:pt x="0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9" name="Freeform 937">
              <a:extLst>
                <a:ext uri="{FF2B5EF4-FFF2-40B4-BE49-F238E27FC236}">
                  <a16:creationId xmlns:a16="http://schemas.microsoft.com/office/drawing/2014/main" id="{F3DD46DC-A4A4-4976-8CEE-09DDB9843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329"/>
              <a:ext cx="28" cy="18"/>
            </a:xfrm>
            <a:custGeom>
              <a:avLst/>
              <a:gdLst>
                <a:gd name="T0" fmla="*/ 18 w 35"/>
                <a:gd name="T1" fmla="*/ 13 h 21"/>
                <a:gd name="T2" fmla="*/ 0 w 35"/>
                <a:gd name="T3" fmla="*/ 0 h 21"/>
                <a:gd name="T4" fmla="*/ 18 w 35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">
                  <a:moveTo>
                    <a:pt x="35" y="2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" y="19"/>
                    <a:pt x="35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0" name="Freeform 938">
              <a:extLst>
                <a:ext uri="{FF2B5EF4-FFF2-40B4-BE49-F238E27FC236}">
                  <a16:creationId xmlns:a16="http://schemas.microsoft.com/office/drawing/2014/main" id="{F305E12A-731F-4954-9C12-13CEF522E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282"/>
              <a:ext cx="142" cy="49"/>
            </a:xfrm>
            <a:custGeom>
              <a:avLst/>
              <a:gdLst>
                <a:gd name="T0" fmla="*/ 0 w 142"/>
                <a:gd name="T1" fmla="*/ 49 h 49"/>
                <a:gd name="T2" fmla="*/ 32 w 142"/>
                <a:gd name="T3" fmla="*/ 0 h 49"/>
                <a:gd name="T4" fmla="*/ 109 w 142"/>
                <a:gd name="T5" fmla="*/ 0 h 49"/>
                <a:gd name="T6" fmla="*/ 142 w 142"/>
                <a:gd name="T7" fmla="*/ 4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9">
                  <a:moveTo>
                    <a:pt x="0" y="49"/>
                  </a:moveTo>
                  <a:lnTo>
                    <a:pt x="32" y="0"/>
                  </a:lnTo>
                  <a:lnTo>
                    <a:pt x="109" y="0"/>
                  </a:lnTo>
                  <a:lnTo>
                    <a:pt x="142" y="4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1" name="Freeform 939">
              <a:extLst>
                <a:ext uri="{FF2B5EF4-FFF2-40B4-BE49-F238E27FC236}">
                  <a16:creationId xmlns:a16="http://schemas.microsoft.com/office/drawing/2014/main" id="{38392B5F-5E7F-4CE9-A714-77035CE26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143"/>
              <a:ext cx="188" cy="440"/>
            </a:xfrm>
            <a:custGeom>
              <a:avLst/>
              <a:gdLst>
                <a:gd name="T0" fmla="*/ 53 w 235"/>
                <a:gd name="T1" fmla="*/ 10 h 517"/>
                <a:gd name="T2" fmla="*/ 11 w 235"/>
                <a:gd name="T3" fmla="*/ 136 h 517"/>
                <a:gd name="T4" fmla="*/ 24 w 235"/>
                <a:gd name="T5" fmla="*/ 186 h 517"/>
                <a:gd name="T6" fmla="*/ 38 w 235"/>
                <a:gd name="T7" fmla="*/ 230 h 517"/>
                <a:gd name="T8" fmla="*/ 32 w 235"/>
                <a:gd name="T9" fmla="*/ 299 h 517"/>
                <a:gd name="T10" fmla="*/ 83 w 235"/>
                <a:gd name="T11" fmla="*/ 295 h 517"/>
                <a:gd name="T12" fmla="*/ 98 w 235"/>
                <a:gd name="T13" fmla="*/ 306 h 517"/>
                <a:gd name="T14" fmla="*/ 114 w 235"/>
                <a:gd name="T15" fmla="*/ 299 h 517"/>
                <a:gd name="T16" fmla="*/ 78 w 235"/>
                <a:gd name="T17" fmla="*/ 270 h 517"/>
                <a:gd name="T18" fmla="*/ 52 w 235"/>
                <a:gd name="T19" fmla="*/ 278 h 517"/>
                <a:gd name="T20" fmla="*/ 75 w 235"/>
                <a:gd name="T21" fmla="*/ 216 h 517"/>
                <a:gd name="T22" fmla="*/ 103 w 235"/>
                <a:gd name="T23" fmla="*/ 134 h 517"/>
                <a:gd name="T24" fmla="*/ 65 w 235"/>
                <a:gd name="T25" fmla="*/ 10 h 517"/>
                <a:gd name="T26" fmla="*/ 53 w 235"/>
                <a:gd name="T27" fmla="*/ 10 h 5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5" h="517">
                  <a:moveTo>
                    <a:pt x="104" y="16"/>
                  </a:moveTo>
                  <a:cubicBezTo>
                    <a:pt x="104" y="16"/>
                    <a:pt x="0" y="167"/>
                    <a:pt x="23" y="221"/>
                  </a:cubicBezTo>
                  <a:cubicBezTo>
                    <a:pt x="23" y="221"/>
                    <a:pt x="27" y="270"/>
                    <a:pt x="48" y="302"/>
                  </a:cubicBezTo>
                  <a:cubicBezTo>
                    <a:pt x="69" y="334"/>
                    <a:pt x="81" y="354"/>
                    <a:pt x="74" y="373"/>
                  </a:cubicBezTo>
                  <a:cubicBezTo>
                    <a:pt x="67" y="393"/>
                    <a:pt x="31" y="453"/>
                    <a:pt x="62" y="485"/>
                  </a:cubicBezTo>
                  <a:cubicBezTo>
                    <a:pt x="93" y="517"/>
                    <a:pt x="140" y="493"/>
                    <a:pt x="163" y="479"/>
                  </a:cubicBezTo>
                  <a:cubicBezTo>
                    <a:pt x="186" y="465"/>
                    <a:pt x="211" y="477"/>
                    <a:pt x="190" y="496"/>
                  </a:cubicBezTo>
                  <a:cubicBezTo>
                    <a:pt x="190" y="496"/>
                    <a:pt x="217" y="511"/>
                    <a:pt x="224" y="484"/>
                  </a:cubicBezTo>
                  <a:cubicBezTo>
                    <a:pt x="231" y="457"/>
                    <a:pt x="206" y="426"/>
                    <a:pt x="153" y="438"/>
                  </a:cubicBezTo>
                  <a:cubicBezTo>
                    <a:pt x="137" y="441"/>
                    <a:pt x="113" y="464"/>
                    <a:pt x="101" y="451"/>
                  </a:cubicBezTo>
                  <a:cubicBezTo>
                    <a:pt x="88" y="439"/>
                    <a:pt x="139" y="401"/>
                    <a:pt x="148" y="351"/>
                  </a:cubicBezTo>
                  <a:cubicBezTo>
                    <a:pt x="154" y="323"/>
                    <a:pt x="191" y="312"/>
                    <a:pt x="201" y="219"/>
                  </a:cubicBezTo>
                  <a:cubicBezTo>
                    <a:pt x="201" y="219"/>
                    <a:pt x="235" y="170"/>
                    <a:pt x="126" y="16"/>
                  </a:cubicBezTo>
                  <a:cubicBezTo>
                    <a:pt x="126" y="16"/>
                    <a:pt x="115" y="0"/>
                    <a:pt x="104" y="1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2" name="Freeform 940">
              <a:extLst>
                <a:ext uri="{FF2B5EF4-FFF2-40B4-BE49-F238E27FC236}">
                  <a16:creationId xmlns:a16="http://schemas.microsoft.com/office/drawing/2014/main" id="{1821F396-D0A4-4572-96A1-80670D433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152"/>
              <a:ext cx="112" cy="172"/>
            </a:xfrm>
            <a:custGeom>
              <a:avLst/>
              <a:gdLst>
                <a:gd name="T0" fmla="*/ 22 w 140"/>
                <a:gd name="T1" fmla="*/ 91 h 202"/>
                <a:gd name="T2" fmla="*/ 72 w 140"/>
                <a:gd name="T3" fmla="*/ 91 h 202"/>
                <a:gd name="T4" fmla="*/ 50 w 140"/>
                <a:gd name="T5" fmla="*/ 3 h 202"/>
                <a:gd name="T6" fmla="*/ 21 w 140"/>
                <a:gd name="T7" fmla="*/ 55 h 202"/>
                <a:gd name="T8" fmla="*/ 2 w 140"/>
                <a:gd name="T9" fmla="*/ 124 h 202"/>
                <a:gd name="T10" fmla="*/ 22 w 140"/>
                <a:gd name="T11" fmla="*/ 91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02">
                  <a:moveTo>
                    <a:pt x="42" y="148"/>
                  </a:moveTo>
                  <a:cubicBezTo>
                    <a:pt x="140" y="148"/>
                    <a:pt x="140" y="148"/>
                    <a:pt x="140" y="148"/>
                  </a:cubicBezTo>
                  <a:cubicBezTo>
                    <a:pt x="79" y="102"/>
                    <a:pt x="97" y="3"/>
                    <a:pt x="97" y="3"/>
                  </a:cubicBezTo>
                  <a:cubicBezTo>
                    <a:pt x="89" y="0"/>
                    <a:pt x="80" y="20"/>
                    <a:pt x="40" y="89"/>
                  </a:cubicBezTo>
                  <a:cubicBezTo>
                    <a:pt x="0" y="159"/>
                    <a:pt x="5" y="202"/>
                    <a:pt x="5" y="202"/>
                  </a:cubicBezTo>
                  <a:lnTo>
                    <a:pt x="42" y="148"/>
                  </a:lnTo>
                  <a:close/>
                </a:path>
              </a:pathLst>
            </a:custGeom>
            <a:solidFill>
              <a:srgbClr val="FFF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3" name="Oval 941">
              <a:extLst>
                <a:ext uri="{FF2B5EF4-FFF2-40B4-BE49-F238E27FC236}">
                  <a16:creationId xmlns:a16="http://schemas.microsoft.com/office/drawing/2014/main" id="{CDB6F6B7-3335-4E82-8BFD-C9FA18AC1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2234"/>
              <a:ext cx="31" cy="32"/>
            </a:xfrm>
            <a:prstGeom prst="ellipse">
              <a:avLst/>
            </a:prstGeom>
            <a:solidFill>
              <a:srgbClr val="E53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624" name="Freeform 942">
              <a:extLst>
                <a:ext uri="{FF2B5EF4-FFF2-40B4-BE49-F238E27FC236}">
                  <a16:creationId xmlns:a16="http://schemas.microsoft.com/office/drawing/2014/main" id="{B95E22C7-03BB-4825-8C94-9AF87DF3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286"/>
              <a:ext cx="72" cy="175"/>
            </a:xfrm>
            <a:custGeom>
              <a:avLst/>
              <a:gdLst>
                <a:gd name="T0" fmla="*/ 28 w 91"/>
                <a:gd name="T1" fmla="*/ 11 h 205"/>
                <a:gd name="T2" fmla="*/ 21 w 91"/>
                <a:gd name="T3" fmla="*/ 6 h 205"/>
                <a:gd name="T4" fmla="*/ 13 w 91"/>
                <a:gd name="T5" fmla="*/ 3 h 205"/>
                <a:gd name="T6" fmla="*/ 2 w 91"/>
                <a:gd name="T7" fmla="*/ 11 h 205"/>
                <a:gd name="T8" fmla="*/ 5 w 91"/>
                <a:gd name="T9" fmla="*/ 43 h 205"/>
                <a:gd name="T10" fmla="*/ 3 w 91"/>
                <a:gd name="T11" fmla="*/ 82 h 205"/>
                <a:gd name="T12" fmla="*/ 9 w 91"/>
                <a:gd name="T13" fmla="*/ 108 h 205"/>
                <a:gd name="T14" fmla="*/ 20 w 91"/>
                <a:gd name="T15" fmla="*/ 125 h 205"/>
                <a:gd name="T16" fmla="*/ 32 w 91"/>
                <a:gd name="T17" fmla="*/ 117 h 205"/>
                <a:gd name="T18" fmla="*/ 45 w 91"/>
                <a:gd name="T19" fmla="*/ 101 h 205"/>
                <a:gd name="T20" fmla="*/ 32 w 91"/>
                <a:gd name="T21" fmla="*/ 102 h 205"/>
                <a:gd name="T22" fmla="*/ 20 w 91"/>
                <a:gd name="T23" fmla="*/ 93 h 205"/>
                <a:gd name="T24" fmla="*/ 17 w 91"/>
                <a:gd name="T25" fmla="*/ 74 h 205"/>
                <a:gd name="T26" fmla="*/ 16 w 91"/>
                <a:gd name="T27" fmla="*/ 49 h 205"/>
                <a:gd name="T28" fmla="*/ 15 w 91"/>
                <a:gd name="T29" fmla="*/ 31 h 205"/>
                <a:gd name="T30" fmla="*/ 17 w 91"/>
                <a:gd name="T31" fmla="*/ 18 h 205"/>
                <a:gd name="T32" fmla="*/ 28 w 91"/>
                <a:gd name="T33" fmla="*/ 11 h 2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1" h="205">
                  <a:moveTo>
                    <a:pt x="57" y="17"/>
                  </a:moveTo>
                  <a:cubicBezTo>
                    <a:pt x="52" y="15"/>
                    <a:pt x="47" y="11"/>
                    <a:pt x="42" y="9"/>
                  </a:cubicBezTo>
                  <a:cubicBezTo>
                    <a:pt x="36" y="7"/>
                    <a:pt x="31" y="5"/>
                    <a:pt x="25" y="3"/>
                  </a:cubicBezTo>
                  <a:cubicBezTo>
                    <a:pt x="13" y="0"/>
                    <a:pt x="5" y="6"/>
                    <a:pt x="3" y="18"/>
                  </a:cubicBezTo>
                  <a:cubicBezTo>
                    <a:pt x="0" y="34"/>
                    <a:pt x="8" y="53"/>
                    <a:pt x="10" y="69"/>
                  </a:cubicBezTo>
                  <a:cubicBezTo>
                    <a:pt x="12" y="90"/>
                    <a:pt x="4" y="110"/>
                    <a:pt x="6" y="132"/>
                  </a:cubicBezTo>
                  <a:cubicBezTo>
                    <a:pt x="8" y="147"/>
                    <a:pt x="14" y="161"/>
                    <a:pt x="19" y="175"/>
                  </a:cubicBezTo>
                  <a:cubicBezTo>
                    <a:pt x="22" y="184"/>
                    <a:pt x="29" y="198"/>
                    <a:pt x="39" y="202"/>
                  </a:cubicBezTo>
                  <a:cubicBezTo>
                    <a:pt x="49" y="205"/>
                    <a:pt x="59" y="195"/>
                    <a:pt x="65" y="189"/>
                  </a:cubicBezTo>
                  <a:cubicBezTo>
                    <a:pt x="73" y="180"/>
                    <a:pt x="86" y="172"/>
                    <a:pt x="91" y="162"/>
                  </a:cubicBezTo>
                  <a:cubicBezTo>
                    <a:pt x="84" y="166"/>
                    <a:pt x="74" y="165"/>
                    <a:pt x="66" y="165"/>
                  </a:cubicBezTo>
                  <a:cubicBezTo>
                    <a:pt x="56" y="164"/>
                    <a:pt x="45" y="161"/>
                    <a:pt x="40" y="150"/>
                  </a:cubicBezTo>
                  <a:cubicBezTo>
                    <a:pt x="35" y="141"/>
                    <a:pt x="34" y="129"/>
                    <a:pt x="33" y="120"/>
                  </a:cubicBezTo>
                  <a:cubicBezTo>
                    <a:pt x="32" y="106"/>
                    <a:pt x="32" y="93"/>
                    <a:pt x="32" y="79"/>
                  </a:cubicBezTo>
                  <a:cubicBezTo>
                    <a:pt x="32" y="69"/>
                    <a:pt x="31" y="59"/>
                    <a:pt x="30" y="49"/>
                  </a:cubicBezTo>
                  <a:cubicBezTo>
                    <a:pt x="30" y="41"/>
                    <a:pt x="29" y="34"/>
                    <a:pt x="36" y="29"/>
                  </a:cubicBezTo>
                  <a:cubicBezTo>
                    <a:pt x="43" y="25"/>
                    <a:pt x="51" y="20"/>
                    <a:pt x="57" y="17"/>
                  </a:cubicBezTo>
                </a:path>
              </a:pathLst>
            </a:custGeom>
            <a:solidFill>
              <a:srgbClr val="FFF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5" name="Freeform 943">
              <a:extLst>
                <a:ext uri="{FF2B5EF4-FFF2-40B4-BE49-F238E27FC236}">
                  <a16:creationId xmlns:a16="http://schemas.microsoft.com/office/drawing/2014/main" id="{A327DAEC-278D-4630-97CC-5A2F5BD31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82"/>
              <a:ext cx="68" cy="179"/>
            </a:xfrm>
            <a:custGeom>
              <a:avLst/>
              <a:gdLst>
                <a:gd name="T0" fmla="*/ 43 w 85"/>
                <a:gd name="T1" fmla="*/ 6 h 210"/>
                <a:gd name="T2" fmla="*/ 27 w 85"/>
                <a:gd name="T3" fmla="*/ 8 h 210"/>
                <a:gd name="T4" fmla="*/ 21 w 85"/>
                <a:gd name="T5" fmla="*/ 13 h 210"/>
                <a:gd name="T6" fmla="*/ 19 w 85"/>
                <a:gd name="T7" fmla="*/ 22 h 210"/>
                <a:gd name="T8" fmla="*/ 17 w 85"/>
                <a:gd name="T9" fmla="*/ 40 h 210"/>
                <a:gd name="T10" fmla="*/ 12 w 85"/>
                <a:gd name="T11" fmla="*/ 66 h 210"/>
                <a:gd name="T12" fmla="*/ 6 w 85"/>
                <a:gd name="T13" fmla="*/ 86 h 210"/>
                <a:gd name="T14" fmla="*/ 1 w 85"/>
                <a:gd name="T15" fmla="*/ 101 h 210"/>
                <a:gd name="T16" fmla="*/ 13 w 85"/>
                <a:gd name="T17" fmla="*/ 121 h 210"/>
                <a:gd name="T18" fmla="*/ 22 w 85"/>
                <a:gd name="T19" fmla="*/ 128 h 210"/>
                <a:gd name="T20" fmla="*/ 32 w 85"/>
                <a:gd name="T21" fmla="*/ 124 h 210"/>
                <a:gd name="T22" fmla="*/ 23 w 85"/>
                <a:gd name="T23" fmla="*/ 114 h 210"/>
                <a:gd name="T24" fmla="*/ 20 w 85"/>
                <a:gd name="T25" fmla="*/ 94 h 210"/>
                <a:gd name="T26" fmla="*/ 27 w 85"/>
                <a:gd name="T27" fmla="*/ 48 h 210"/>
                <a:gd name="T28" fmla="*/ 37 w 85"/>
                <a:gd name="T29" fmla="*/ 19 h 210"/>
                <a:gd name="T30" fmla="*/ 43 w 85"/>
                <a:gd name="T31" fmla="*/ 6 h 2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" h="210">
                  <a:moveTo>
                    <a:pt x="85" y="9"/>
                  </a:moveTo>
                  <a:cubicBezTo>
                    <a:pt x="77" y="0"/>
                    <a:pt x="61" y="6"/>
                    <a:pt x="53" y="12"/>
                  </a:cubicBezTo>
                  <a:cubicBezTo>
                    <a:pt x="49" y="15"/>
                    <a:pt x="45" y="18"/>
                    <a:pt x="41" y="21"/>
                  </a:cubicBezTo>
                  <a:cubicBezTo>
                    <a:pt x="38" y="25"/>
                    <a:pt x="39" y="29"/>
                    <a:pt x="38" y="35"/>
                  </a:cubicBezTo>
                  <a:cubicBezTo>
                    <a:pt x="35" y="46"/>
                    <a:pt x="32" y="54"/>
                    <a:pt x="32" y="65"/>
                  </a:cubicBezTo>
                  <a:cubicBezTo>
                    <a:pt x="32" y="80"/>
                    <a:pt x="30" y="94"/>
                    <a:pt x="24" y="108"/>
                  </a:cubicBezTo>
                  <a:cubicBezTo>
                    <a:pt x="20" y="118"/>
                    <a:pt x="16" y="129"/>
                    <a:pt x="11" y="139"/>
                  </a:cubicBezTo>
                  <a:cubicBezTo>
                    <a:pt x="8" y="146"/>
                    <a:pt x="2" y="154"/>
                    <a:pt x="1" y="162"/>
                  </a:cubicBezTo>
                  <a:cubicBezTo>
                    <a:pt x="0" y="176"/>
                    <a:pt x="14" y="190"/>
                    <a:pt x="25" y="196"/>
                  </a:cubicBezTo>
                  <a:cubicBezTo>
                    <a:pt x="31" y="199"/>
                    <a:pt x="37" y="204"/>
                    <a:pt x="44" y="206"/>
                  </a:cubicBezTo>
                  <a:cubicBezTo>
                    <a:pt x="51" y="210"/>
                    <a:pt x="55" y="204"/>
                    <a:pt x="62" y="201"/>
                  </a:cubicBezTo>
                  <a:cubicBezTo>
                    <a:pt x="54" y="199"/>
                    <a:pt x="49" y="190"/>
                    <a:pt x="45" y="184"/>
                  </a:cubicBezTo>
                  <a:cubicBezTo>
                    <a:pt x="39" y="174"/>
                    <a:pt x="39" y="163"/>
                    <a:pt x="39" y="151"/>
                  </a:cubicBezTo>
                  <a:cubicBezTo>
                    <a:pt x="40" y="127"/>
                    <a:pt x="45" y="101"/>
                    <a:pt x="53" y="78"/>
                  </a:cubicBezTo>
                  <a:cubicBezTo>
                    <a:pt x="58" y="62"/>
                    <a:pt x="67" y="47"/>
                    <a:pt x="73" y="31"/>
                  </a:cubicBezTo>
                  <a:cubicBezTo>
                    <a:pt x="76" y="24"/>
                    <a:pt x="80" y="15"/>
                    <a:pt x="85" y="9"/>
                  </a:cubicBezTo>
                </a:path>
              </a:pathLst>
            </a:custGeom>
            <a:solidFill>
              <a:srgbClr val="FFF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6" name="Freeform 944">
              <a:extLst>
                <a:ext uri="{FF2B5EF4-FFF2-40B4-BE49-F238E27FC236}">
                  <a16:creationId xmlns:a16="http://schemas.microsoft.com/office/drawing/2014/main" id="{DD30CA0F-D185-484D-9A45-32AA75599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288"/>
              <a:ext cx="43" cy="147"/>
            </a:xfrm>
            <a:custGeom>
              <a:avLst/>
              <a:gdLst>
                <a:gd name="T0" fmla="*/ 20 w 54"/>
                <a:gd name="T1" fmla="*/ 0 h 172"/>
                <a:gd name="T2" fmla="*/ 11 w 54"/>
                <a:gd name="T3" fmla="*/ 18 h 172"/>
                <a:gd name="T4" fmla="*/ 3 w 54"/>
                <a:gd name="T5" fmla="*/ 32 h 172"/>
                <a:gd name="T6" fmla="*/ 4 w 54"/>
                <a:gd name="T7" fmla="*/ 50 h 172"/>
                <a:gd name="T8" fmla="*/ 9 w 54"/>
                <a:gd name="T9" fmla="*/ 71 h 172"/>
                <a:gd name="T10" fmla="*/ 18 w 54"/>
                <a:gd name="T11" fmla="*/ 92 h 172"/>
                <a:gd name="T12" fmla="*/ 25 w 54"/>
                <a:gd name="T13" fmla="*/ 108 h 172"/>
                <a:gd name="T14" fmla="*/ 23 w 54"/>
                <a:gd name="T15" fmla="*/ 86 h 172"/>
                <a:gd name="T16" fmla="*/ 20 w 54"/>
                <a:gd name="T17" fmla="*/ 62 h 172"/>
                <a:gd name="T18" fmla="*/ 14 w 54"/>
                <a:gd name="T19" fmla="*/ 50 h 172"/>
                <a:gd name="T20" fmla="*/ 9 w 54"/>
                <a:gd name="T21" fmla="*/ 43 h 172"/>
                <a:gd name="T22" fmla="*/ 8 w 54"/>
                <a:gd name="T23" fmla="*/ 31 h 172"/>
                <a:gd name="T24" fmla="*/ 10 w 54"/>
                <a:gd name="T25" fmla="*/ 25 h 172"/>
                <a:gd name="T26" fmla="*/ 18 w 54"/>
                <a:gd name="T27" fmla="*/ 29 h 172"/>
                <a:gd name="T28" fmla="*/ 26 w 54"/>
                <a:gd name="T29" fmla="*/ 36 h 172"/>
                <a:gd name="T30" fmla="*/ 26 w 54"/>
                <a:gd name="T31" fmla="*/ 26 h 172"/>
                <a:gd name="T32" fmla="*/ 25 w 54"/>
                <a:gd name="T33" fmla="*/ 15 h 172"/>
                <a:gd name="T34" fmla="*/ 20 w 54"/>
                <a:gd name="T35" fmla="*/ 0 h 1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4" h="172">
                  <a:moveTo>
                    <a:pt x="39" y="0"/>
                  </a:moveTo>
                  <a:cubicBezTo>
                    <a:pt x="34" y="10"/>
                    <a:pt x="27" y="19"/>
                    <a:pt x="22" y="28"/>
                  </a:cubicBezTo>
                  <a:cubicBezTo>
                    <a:pt x="16" y="37"/>
                    <a:pt x="11" y="44"/>
                    <a:pt x="6" y="53"/>
                  </a:cubicBezTo>
                  <a:cubicBezTo>
                    <a:pt x="0" y="61"/>
                    <a:pt x="4" y="71"/>
                    <a:pt x="7" y="79"/>
                  </a:cubicBezTo>
                  <a:cubicBezTo>
                    <a:pt x="11" y="91"/>
                    <a:pt x="13" y="103"/>
                    <a:pt x="17" y="114"/>
                  </a:cubicBezTo>
                  <a:cubicBezTo>
                    <a:pt x="22" y="126"/>
                    <a:pt x="30" y="137"/>
                    <a:pt x="37" y="148"/>
                  </a:cubicBezTo>
                  <a:cubicBezTo>
                    <a:pt x="42" y="154"/>
                    <a:pt x="49" y="164"/>
                    <a:pt x="50" y="172"/>
                  </a:cubicBezTo>
                  <a:cubicBezTo>
                    <a:pt x="50" y="161"/>
                    <a:pt x="49" y="149"/>
                    <a:pt x="46" y="138"/>
                  </a:cubicBezTo>
                  <a:cubicBezTo>
                    <a:pt x="43" y="125"/>
                    <a:pt x="42" y="113"/>
                    <a:pt x="39" y="100"/>
                  </a:cubicBezTo>
                  <a:cubicBezTo>
                    <a:pt x="36" y="92"/>
                    <a:pt x="33" y="85"/>
                    <a:pt x="28" y="79"/>
                  </a:cubicBezTo>
                  <a:cubicBezTo>
                    <a:pt x="25" y="76"/>
                    <a:pt x="21" y="73"/>
                    <a:pt x="18" y="69"/>
                  </a:cubicBezTo>
                  <a:cubicBezTo>
                    <a:pt x="15" y="64"/>
                    <a:pt x="14" y="56"/>
                    <a:pt x="16" y="49"/>
                  </a:cubicBezTo>
                  <a:cubicBezTo>
                    <a:pt x="16" y="46"/>
                    <a:pt x="18" y="43"/>
                    <a:pt x="20" y="40"/>
                  </a:cubicBezTo>
                  <a:cubicBezTo>
                    <a:pt x="26" y="41"/>
                    <a:pt x="31" y="44"/>
                    <a:pt x="36" y="47"/>
                  </a:cubicBezTo>
                  <a:cubicBezTo>
                    <a:pt x="41" y="50"/>
                    <a:pt x="47" y="53"/>
                    <a:pt x="52" y="57"/>
                  </a:cubicBezTo>
                  <a:cubicBezTo>
                    <a:pt x="52" y="52"/>
                    <a:pt x="54" y="47"/>
                    <a:pt x="53" y="42"/>
                  </a:cubicBezTo>
                  <a:cubicBezTo>
                    <a:pt x="53" y="36"/>
                    <a:pt x="52" y="30"/>
                    <a:pt x="50" y="25"/>
                  </a:cubicBezTo>
                  <a:cubicBezTo>
                    <a:pt x="48" y="15"/>
                    <a:pt x="46" y="7"/>
                    <a:pt x="39" y="0"/>
                  </a:cubicBezTo>
                </a:path>
              </a:pathLst>
            </a:custGeom>
            <a:solidFill>
              <a:srgbClr val="FFF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7" name="Freeform 945">
              <a:extLst>
                <a:ext uri="{FF2B5EF4-FFF2-40B4-BE49-F238E27FC236}">
                  <a16:creationId xmlns:a16="http://schemas.microsoft.com/office/drawing/2014/main" id="{17FA6D91-F22A-4BC0-A929-0E7F44ADD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486"/>
              <a:ext cx="62" cy="78"/>
            </a:xfrm>
            <a:custGeom>
              <a:avLst/>
              <a:gdLst>
                <a:gd name="T0" fmla="*/ 6 w 77"/>
                <a:gd name="T1" fmla="*/ 1 h 92"/>
                <a:gd name="T2" fmla="*/ 2 w 77"/>
                <a:gd name="T3" fmla="*/ 14 h 92"/>
                <a:gd name="T4" fmla="*/ 1 w 77"/>
                <a:gd name="T5" fmla="*/ 26 h 92"/>
                <a:gd name="T6" fmla="*/ 6 w 77"/>
                <a:gd name="T7" fmla="*/ 48 h 92"/>
                <a:gd name="T8" fmla="*/ 22 w 77"/>
                <a:gd name="T9" fmla="*/ 56 h 92"/>
                <a:gd name="T10" fmla="*/ 31 w 77"/>
                <a:gd name="T11" fmla="*/ 54 h 92"/>
                <a:gd name="T12" fmla="*/ 40 w 77"/>
                <a:gd name="T13" fmla="*/ 50 h 92"/>
                <a:gd name="T14" fmla="*/ 25 w 77"/>
                <a:gd name="T15" fmla="*/ 49 h 92"/>
                <a:gd name="T16" fmla="*/ 7 w 77"/>
                <a:gd name="T17" fmla="*/ 36 h 92"/>
                <a:gd name="T18" fmla="*/ 6 w 77"/>
                <a:gd name="T19" fmla="*/ 14 h 92"/>
                <a:gd name="T20" fmla="*/ 7 w 77"/>
                <a:gd name="T21" fmla="*/ 0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92">
                  <a:moveTo>
                    <a:pt x="13" y="1"/>
                  </a:moveTo>
                  <a:cubicBezTo>
                    <a:pt x="11" y="9"/>
                    <a:pt x="6" y="16"/>
                    <a:pt x="4" y="24"/>
                  </a:cubicBezTo>
                  <a:cubicBezTo>
                    <a:pt x="3" y="30"/>
                    <a:pt x="2" y="36"/>
                    <a:pt x="1" y="42"/>
                  </a:cubicBezTo>
                  <a:cubicBezTo>
                    <a:pt x="0" y="55"/>
                    <a:pt x="4" y="70"/>
                    <a:pt x="12" y="79"/>
                  </a:cubicBezTo>
                  <a:cubicBezTo>
                    <a:pt x="19" y="87"/>
                    <a:pt x="32" y="90"/>
                    <a:pt x="41" y="92"/>
                  </a:cubicBezTo>
                  <a:cubicBezTo>
                    <a:pt x="48" y="92"/>
                    <a:pt x="53" y="90"/>
                    <a:pt x="59" y="88"/>
                  </a:cubicBezTo>
                  <a:cubicBezTo>
                    <a:pt x="64" y="87"/>
                    <a:pt x="73" y="85"/>
                    <a:pt x="77" y="82"/>
                  </a:cubicBezTo>
                  <a:cubicBezTo>
                    <a:pt x="69" y="84"/>
                    <a:pt x="57" y="81"/>
                    <a:pt x="48" y="80"/>
                  </a:cubicBezTo>
                  <a:cubicBezTo>
                    <a:pt x="35" y="79"/>
                    <a:pt x="21" y="72"/>
                    <a:pt x="14" y="60"/>
                  </a:cubicBezTo>
                  <a:cubicBezTo>
                    <a:pt x="9" y="49"/>
                    <a:pt x="10" y="35"/>
                    <a:pt x="11" y="24"/>
                  </a:cubicBezTo>
                  <a:cubicBezTo>
                    <a:pt x="12" y="17"/>
                    <a:pt x="11" y="6"/>
                    <a:pt x="14" y="0"/>
                  </a:cubicBezTo>
                </a:path>
              </a:pathLst>
            </a:custGeom>
            <a:solidFill>
              <a:srgbClr val="FFF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8" name="Freeform 946">
              <a:extLst>
                <a:ext uri="{FF2B5EF4-FFF2-40B4-BE49-F238E27FC236}">
                  <a16:creationId xmlns:a16="http://schemas.microsoft.com/office/drawing/2014/main" id="{C585BA64-9876-420A-A376-20150428C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532"/>
              <a:ext cx="31" cy="32"/>
            </a:xfrm>
            <a:custGeom>
              <a:avLst/>
              <a:gdLst>
                <a:gd name="T0" fmla="*/ 0 w 38"/>
                <a:gd name="T1" fmla="*/ 5 h 38"/>
                <a:gd name="T2" fmla="*/ 14 w 38"/>
                <a:gd name="T3" fmla="*/ 13 h 38"/>
                <a:gd name="T4" fmla="*/ 11 w 38"/>
                <a:gd name="T5" fmla="*/ 23 h 38"/>
                <a:gd name="T6" fmla="*/ 16 w 38"/>
                <a:gd name="T7" fmla="*/ 6 h 38"/>
                <a:gd name="T8" fmla="*/ 1 w 38"/>
                <a:gd name="T9" fmla="*/ 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0" y="8"/>
                  </a:moveTo>
                  <a:cubicBezTo>
                    <a:pt x="10" y="8"/>
                    <a:pt x="23" y="10"/>
                    <a:pt x="26" y="21"/>
                  </a:cubicBezTo>
                  <a:cubicBezTo>
                    <a:pt x="28" y="27"/>
                    <a:pt x="26" y="36"/>
                    <a:pt x="19" y="38"/>
                  </a:cubicBezTo>
                  <a:cubicBezTo>
                    <a:pt x="32" y="37"/>
                    <a:pt x="38" y="17"/>
                    <a:pt x="30" y="9"/>
                  </a:cubicBezTo>
                  <a:cubicBezTo>
                    <a:pt x="22" y="0"/>
                    <a:pt x="11" y="3"/>
                    <a:pt x="1" y="8"/>
                  </a:cubicBezTo>
                </a:path>
              </a:pathLst>
            </a:custGeom>
            <a:solidFill>
              <a:srgbClr val="FFF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9" name="Freeform 947">
              <a:extLst>
                <a:ext uri="{FF2B5EF4-FFF2-40B4-BE49-F238E27FC236}">
                  <a16:creationId xmlns:a16="http://schemas.microsoft.com/office/drawing/2014/main" id="{6BF91472-1A72-45BD-AC6B-8233F1FE4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478"/>
              <a:ext cx="24" cy="19"/>
            </a:xfrm>
            <a:custGeom>
              <a:avLst/>
              <a:gdLst>
                <a:gd name="T0" fmla="*/ 1 w 31"/>
                <a:gd name="T1" fmla="*/ 5 h 23"/>
                <a:gd name="T2" fmla="*/ 12 w 31"/>
                <a:gd name="T3" fmla="*/ 13 h 23"/>
                <a:gd name="T4" fmla="*/ 8 w 31"/>
                <a:gd name="T5" fmla="*/ 2 h 23"/>
                <a:gd name="T6" fmla="*/ 0 w 31"/>
                <a:gd name="T7" fmla="*/ 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" y="9"/>
                  </a:moveTo>
                  <a:cubicBezTo>
                    <a:pt x="10" y="5"/>
                    <a:pt x="25" y="11"/>
                    <a:pt x="25" y="23"/>
                  </a:cubicBezTo>
                  <a:cubicBezTo>
                    <a:pt x="31" y="16"/>
                    <a:pt x="23" y="7"/>
                    <a:pt x="17" y="4"/>
                  </a:cubicBezTo>
                  <a:cubicBezTo>
                    <a:pt x="9" y="0"/>
                    <a:pt x="6" y="3"/>
                    <a:pt x="0" y="6"/>
                  </a:cubicBezTo>
                </a:path>
              </a:pathLst>
            </a:custGeom>
            <a:solidFill>
              <a:srgbClr val="FFF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0" name="Freeform 948">
              <a:extLst>
                <a:ext uri="{FF2B5EF4-FFF2-40B4-BE49-F238E27FC236}">
                  <a16:creationId xmlns:a16="http://schemas.microsoft.com/office/drawing/2014/main" id="{1A7D427A-4169-4EA7-AC69-A2E181B3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448"/>
              <a:ext cx="29" cy="20"/>
            </a:xfrm>
            <a:custGeom>
              <a:avLst/>
              <a:gdLst>
                <a:gd name="T0" fmla="*/ 1 w 36"/>
                <a:gd name="T1" fmla="*/ 9 h 24"/>
                <a:gd name="T2" fmla="*/ 0 w 36"/>
                <a:gd name="T3" fmla="*/ 8 h 24"/>
                <a:gd name="T4" fmla="*/ 19 w 36"/>
                <a:gd name="T5" fmla="*/ 14 h 24"/>
                <a:gd name="T6" fmla="*/ 12 w 36"/>
                <a:gd name="T7" fmla="*/ 3 h 24"/>
                <a:gd name="T8" fmla="*/ 2 w 36"/>
                <a:gd name="T9" fmla="*/ 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">
                  <a:moveTo>
                    <a:pt x="1" y="15"/>
                  </a:moveTo>
                  <a:cubicBezTo>
                    <a:pt x="0" y="15"/>
                    <a:pt x="0" y="14"/>
                    <a:pt x="0" y="14"/>
                  </a:cubicBezTo>
                  <a:cubicBezTo>
                    <a:pt x="12" y="5"/>
                    <a:pt x="31" y="11"/>
                    <a:pt x="36" y="24"/>
                  </a:cubicBezTo>
                  <a:cubicBezTo>
                    <a:pt x="32" y="16"/>
                    <a:pt x="35" y="7"/>
                    <a:pt x="24" y="3"/>
                  </a:cubicBezTo>
                  <a:cubicBezTo>
                    <a:pt x="16" y="0"/>
                    <a:pt x="6" y="4"/>
                    <a:pt x="2" y="12"/>
                  </a:cubicBezTo>
                </a:path>
              </a:pathLst>
            </a:custGeom>
            <a:solidFill>
              <a:srgbClr val="FFF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1" name="Freeform 949">
              <a:extLst>
                <a:ext uri="{FF2B5EF4-FFF2-40B4-BE49-F238E27FC236}">
                  <a16:creationId xmlns:a16="http://schemas.microsoft.com/office/drawing/2014/main" id="{0444F29F-A973-43A0-A8A7-EA49F444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417"/>
              <a:ext cx="32" cy="13"/>
            </a:xfrm>
            <a:custGeom>
              <a:avLst/>
              <a:gdLst>
                <a:gd name="T0" fmla="*/ 1 w 40"/>
                <a:gd name="T1" fmla="*/ 9 h 15"/>
                <a:gd name="T2" fmla="*/ 5 w 40"/>
                <a:gd name="T3" fmla="*/ 6 h 15"/>
                <a:gd name="T4" fmla="*/ 14 w 40"/>
                <a:gd name="T5" fmla="*/ 6 h 15"/>
                <a:gd name="T6" fmla="*/ 21 w 40"/>
                <a:gd name="T7" fmla="*/ 10 h 15"/>
                <a:gd name="T8" fmla="*/ 18 w 40"/>
                <a:gd name="T9" fmla="*/ 3 h 15"/>
                <a:gd name="T10" fmla="*/ 10 w 40"/>
                <a:gd name="T11" fmla="*/ 1 h 15"/>
                <a:gd name="T12" fmla="*/ 0 w 40"/>
                <a:gd name="T13" fmla="*/ 8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5">
                  <a:moveTo>
                    <a:pt x="1" y="14"/>
                  </a:moveTo>
                  <a:cubicBezTo>
                    <a:pt x="3" y="14"/>
                    <a:pt x="7" y="10"/>
                    <a:pt x="10" y="9"/>
                  </a:cubicBezTo>
                  <a:cubicBezTo>
                    <a:pt x="15" y="7"/>
                    <a:pt x="20" y="8"/>
                    <a:pt x="26" y="9"/>
                  </a:cubicBezTo>
                  <a:cubicBezTo>
                    <a:pt x="31" y="10"/>
                    <a:pt x="36" y="12"/>
                    <a:pt x="40" y="15"/>
                  </a:cubicBezTo>
                  <a:cubicBezTo>
                    <a:pt x="40" y="12"/>
                    <a:pt x="38" y="8"/>
                    <a:pt x="36" y="6"/>
                  </a:cubicBezTo>
                  <a:cubicBezTo>
                    <a:pt x="33" y="1"/>
                    <a:pt x="25" y="1"/>
                    <a:pt x="19" y="1"/>
                  </a:cubicBezTo>
                  <a:cubicBezTo>
                    <a:pt x="10" y="0"/>
                    <a:pt x="6" y="6"/>
                    <a:pt x="0" y="12"/>
                  </a:cubicBezTo>
                </a:path>
              </a:pathLst>
            </a:custGeom>
            <a:solidFill>
              <a:srgbClr val="FFF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2" name="Freeform 950">
              <a:extLst>
                <a:ext uri="{FF2B5EF4-FFF2-40B4-BE49-F238E27FC236}">
                  <a16:creationId xmlns:a16="http://schemas.microsoft.com/office/drawing/2014/main" id="{BFFB97C4-FE88-43A1-927D-D841FCC38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566"/>
              <a:ext cx="203" cy="101"/>
            </a:xfrm>
            <a:custGeom>
              <a:avLst/>
              <a:gdLst>
                <a:gd name="T0" fmla="*/ 0 w 203"/>
                <a:gd name="T1" fmla="*/ 76 h 101"/>
                <a:gd name="T2" fmla="*/ 0 w 203"/>
                <a:gd name="T3" fmla="*/ 101 h 101"/>
                <a:gd name="T4" fmla="*/ 203 w 203"/>
                <a:gd name="T5" fmla="*/ 26 h 101"/>
                <a:gd name="T6" fmla="*/ 203 w 203"/>
                <a:gd name="T7" fmla="*/ 0 h 101"/>
                <a:gd name="T8" fmla="*/ 0 w 203"/>
                <a:gd name="T9" fmla="*/ 7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101">
                  <a:moveTo>
                    <a:pt x="0" y="76"/>
                  </a:moveTo>
                  <a:lnTo>
                    <a:pt x="0" y="101"/>
                  </a:lnTo>
                  <a:lnTo>
                    <a:pt x="203" y="26"/>
                  </a:lnTo>
                  <a:lnTo>
                    <a:pt x="203" y="0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E5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3" name="Freeform 951">
              <a:extLst>
                <a:ext uri="{FF2B5EF4-FFF2-40B4-BE49-F238E27FC236}">
                  <a16:creationId xmlns:a16="http://schemas.microsoft.com/office/drawing/2014/main" id="{93D9A333-B88C-47A0-8495-4F3D1A74F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540"/>
              <a:ext cx="203" cy="88"/>
            </a:xfrm>
            <a:custGeom>
              <a:avLst/>
              <a:gdLst>
                <a:gd name="T0" fmla="*/ 0 w 203"/>
                <a:gd name="T1" fmla="*/ 75 h 88"/>
                <a:gd name="T2" fmla="*/ 0 w 203"/>
                <a:gd name="T3" fmla="*/ 88 h 88"/>
                <a:gd name="T4" fmla="*/ 203 w 203"/>
                <a:gd name="T5" fmla="*/ 12 h 88"/>
                <a:gd name="T6" fmla="*/ 203 w 203"/>
                <a:gd name="T7" fmla="*/ 0 h 88"/>
                <a:gd name="T8" fmla="*/ 0 w 203"/>
                <a:gd name="T9" fmla="*/ 75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88">
                  <a:moveTo>
                    <a:pt x="0" y="75"/>
                  </a:moveTo>
                  <a:lnTo>
                    <a:pt x="0" y="88"/>
                  </a:lnTo>
                  <a:lnTo>
                    <a:pt x="203" y="12"/>
                  </a:lnTo>
                  <a:lnTo>
                    <a:pt x="20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E5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4" name="Freeform 952">
              <a:extLst>
                <a:ext uri="{FF2B5EF4-FFF2-40B4-BE49-F238E27FC236}">
                  <a16:creationId xmlns:a16="http://schemas.microsoft.com/office/drawing/2014/main" id="{67783721-3F72-4861-9D65-92AB2193D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603"/>
              <a:ext cx="203" cy="87"/>
            </a:xfrm>
            <a:custGeom>
              <a:avLst/>
              <a:gdLst>
                <a:gd name="T0" fmla="*/ 0 w 203"/>
                <a:gd name="T1" fmla="*/ 75 h 87"/>
                <a:gd name="T2" fmla="*/ 0 w 203"/>
                <a:gd name="T3" fmla="*/ 87 h 87"/>
                <a:gd name="T4" fmla="*/ 203 w 203"/>
                <a:gd name="T5" fmla="*/ 13 h 87"/>
                <a:gd name="T6" fmla="*/ 203 w 203"/>
                <a:gd name="T7" fmla="*/ 0 h 87"/>
                <a:gd name="T8" fmla="*/ 0 w 203"/>
                <a:gd name="T9" fmla="*/ 7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87">
                  <a:moveTo>
                    <a:pt x="0" y="75"/>
                  </a:moveTo>
                  <a:lnTo>
                    <a:pt x="0" y="87"/>
                  </a:lnTo>
                  <a:lnTo>
                    <a:pt x="203" y="13"/>
                  </a:lnTo>
                  <a:lnTo>
                    <a:pt x="20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E5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5" name="Freeform 953">
              <a:extLst>
                <a:ext uri="{FF2B5EF4-FFF2-40B4-BE49-F238E27FC236}">
                  <a16:creationId xmlns:a16="http://schemas.microsoft.com/office/drawing/2014/main" id="{8B5200FE-251E-4E18-8DD1-38B31CFAD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694"/>
              <a:ext cx="203" cy="88"/>
            </a:xfrm>
            <a:custGeom>
              <a:avLst/>
              <a:gdLst>
                <a:gd name="T0" fmla="*/ 0 w 203"/>
                <a:gd name="T1" fmla="*/ 75 h 88"/>
                <a:gd name="T2" fmla="*/ 0 w 203"/>
                <a:gd name="T3" fmla="*/ 88 h 88"/>
                <a:gd name="T4" fmla="*/ 203 w 203"/>
                <a:gd name="T5" fmla="*/ 13 h 88"/>
                <a:gd name="T6" fmla="*/ 203 w 203"/>
                <a:gd name="T7" fmla="*/ 0 h 88"/>
                <a:gd name="T8" fmla="*/ 0 w 203"/>
                <a:gd name="T9" fmla="*/ 75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88">
                  <a:moveTo>
                    <a:pt x="0" y="75"/>
                  </a:moveTo>
                  <a:lnTo>
                    <a:pt x="0" y="88"/>
                  </a:lnTo>
                  <a:lnTo>
                    <a:pt x="203" y="13"/>
                  </a:lnTo>
                  <a:lnTo>
                    <a:pt x="20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E5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6" name="Freeform 954">
              <a:extLst>
                <a:ext uri="{FF2B5EF4-FFF2-40B4-BE49-F238E27FC236}">
                  <a16:creationId xmlns:a16="http://schemas.microsoft.com/office/drawing/2014/main" id="{5A73880E-321E-4D81-9C41-547DF71E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544"/>
              <a:ext cx="202" cy="100"/>
            </a:xfrm>
            <a:custGeom>
              <a:avLst/>
              <a:gdLst>
                <a:gd name="T0" fmla="*/ 0 w 202"/>
                <a:gd name="T1" fmla="*/ 76 h 100"/>
                <a:gd name="T2" fmla="*/ 0 w 202"/>
                <a:gd name="T3" fmla="*/ 100 h 100"/>
                <a:gd name="T4" fmla="*/ 202 w 202"/>
                <a:gd name="T5" fmla="*/ 26 h 100"/>
                <a:gd name="T6" fmla="*/ 202 w 202"/>
                <a:gd name="T7" fmla="*/ 0 h 100"/>
                <a:gd name="T8" fmla="*/ 0 w 202"/>
                <a:gd name="T9" fmla="*/ 7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100">
                  <a:moveTo>
                    <a:pt x="0" y="76"/>
                  </a:moveTo>
                  <a:lnTo>
                    <a:pt x="0" y="100"/>
                  </a:lnTo>
                  <a:lnTo>
                    <a:pt x="202" y="26"/>
                  </a:lnTo>
                  <a:lnTo>
                    <a:pt x="202" y="0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E5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7" name="Freeform 955">
              <a:extLst>
                <a:ext uri="{FF2B5EF4-FFF2-40B4-BE49-F238E27FC236}">
                  <a16:creationId xmlns:a16="http://schemas.microsoft.com/office/drawing/2014/main" id="{81066F66-386F-49E9-88C3-5F7908428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518"/>
              <a:ext cx="202" cy="87"/>
            </a:xfrm>
            <a:custGeom>
              <a:avLst/>
              <a:gdLst>
                <a:gd name="T0" fmla="*/ 0 w 202"/>
                <a:gd name="T1" fmla="*/ 75 h 87"/>
                <a:gd name="T2" fmla="*/ 0 w 202"/>
                <a:gd name="T3" fmla="*/ 87 h 87"/>
                <a:gd name="T4" fmla="*/ 202 w 202"/>
                <a:gd name="T5" fmla="*/ 12 h 87"/>
                <a:gd name="T6" fmla="*/ 202 w 202"/>
                <a:gd name="T7" fmla="*/ 0 h 87"/>
                <a:gd name="T8" fmla="*/ 0 w 202"/>
                <a:gd name="T9" fmla="*/ 7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87">
                  <a:moveTo>
                    <a:pt x="0" y="75"/>
                  </a:moveTo>
                  <a:lnTo>
                    <a:pt x="0" y="87"/>
                  </a:lnTo>
                  <a:lnTo>
                    <a:pt x="202" y="12"/>
                  </a:lnTo>
                  <a:lnTo>
                    <a:pt x="202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E5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8" name="Freeform 956">
              <a:extLst>
                <a:ext uri="{FF2B5EF4-FFF2-40B4-BE49-F238E27FC236}">
                  <a16:creationId xmlns:a16="http://schemas.microsoft.com/office/drawing/2014/main" id="{57D5B200-FED7-4B32-941C-F3244531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581"/>
              <a:ext cx="202" cy="87"/>
            </a:xfrm>
            <a:custGeom>
              <a:avLst/>
              <a:gdLst>
                <a:gd name="T0" fmla="*/ 0 w 202"/>
                <a:gd name="T1" fmla="*/ 75 h 87"/>
                <a:gd name="T2" fmla="*/ 0 w 202"/>
                <a:gd name="T3" fmla="*/ 87 h 87"/>
                <a:gd name="T4" fmla="*/ 202 w 202"/>
                <a:gd name="T5" fmla="*/ 12 h 87"/>
                <a:gd name="T6" fmla="*/ 202 w 202"/>
                <a:gd name="T7" fmla="*/ 0 h 87"/>
                <a:gd name="T8" fmla="*/ 0 w 202"/>
                <a:gd name="T9" fmla="*/ 7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87">
                  <a:moveTo>
                    <a:pt x="0" y="75"/>
                  </a:moveTo>
                  <a:lnTo>
                    <a:pt x="0" y="87"/>
                  </a:lnTo>
                  <a:lnTo>
                    <a:pt x="202" y="12"/>
                  </a:lnTo>
                  <a:lnTo>
                    <a:pt x="202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E5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9" name="Freeform 957">
              <a:extLst>
                <a:ext uri="{FF2B5EF4-FFF2-40B4-BE49-F238E27FC236}">
                  <a16:creationId xmlns:a16="http://schemas.microsoft.com/office/drawing/2014/main" id="{44827FC0-5361-4061-A25F-6AB1DF6C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672"/>
              <a:ext cx="202" cy="87"/>
            </a:xfrm>
            <a:custGeom>
              <a:avLst/>
              <a:gdLst>
                <a:gd name="T0" fmla="*/ 0 w 202"/>
                <a:gd name="T1" fmla="*/ 75 h 87"/>
                <a:gd name="T2" fmla="*/ 0 w 202"/>
                <a:gd name="T3" fmla="*/ 87 h 87"/>
                <a:gd name="T4" fmla="*/ 202 w 202"/>
                <a:gd name="T5" fmla="*/ 13 h 87"/>
                <a:gd name="T6" fmla="*/ 202 w 202"/>
                <a:gd name="T7" fmla="*/ 0 h 87"/>
                <a:gd name="T8" fmla="*/ 0 w 202"/>
                <a:gd name="T9" fmla="*/ 7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87">
                  <a:moveTo>
                    <a:pt x="0" y="75"/>
                  </a:moveTo>
                  <a:lnTo>
                    <a:pt x="0" y="87"/>
                  </a:lnTo>
                  <a:lnTo>
                    <a:pt x="202" y="13"/>
                  </a:lnTo>
                  <a:lnTo>
                    <a:pt x="202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E5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0" name="Freeform 958">
              <a:extLst>
                <a:ext uri="{FF2B5EF4-FFF2-40B4-BE49-F238E27FC236}">
                  <a16:creationId xmlns:a16="http://schemas.microsoft.com/office/drawing/2014/main" id="{5BB60560-6778-4EC1-926B-1E6CEAE7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688"/>
              <a:ext cx="213" cy="163"/>
            </a:xfrm>
            <a:custGeom>
              <a:avLst/>
              <a:gdLst>
                <a:gd name="T0" fmla="*/ 137 w 266"/>
                <a:gd name="T1" fmla="*/ 0 h 191"/>
                <a:gd name="T2" fmla="*/ 137 w 266"/>
                <a:gd name="T3" fmla="*/ 119 h 191"/>
                <a:gd name="T4" fmla="*/ 0 w 266"/>
                <a:gd name="T5" fmla="*/ 119 h 191"/>
                <a:gd name="T6" fmla="*/ 120 w 266"/>
                <a:gd name="T7" fmla="*/ 92 h 191"/>
                <a:gd name="T8" fmla="*/ 137 w 266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191">
                  <a:moveTo>
                    <a:pt x="266" y="0"/>
                  </a:moveTo>
                  <a:cubicBezTo>
                    <a:pt x="266" y="191"/>
                    <a:pt x="266" y="191"/>
                    <a:pt x="266" y="191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191"/>
                    <a:pt x="196" y="189"/>
                    <a:pt x="234" y="149"/>
                  </a:cubicBezTo>
                  <a:cubicBezTo>
                    <a:pt x="263" y="118"/>
                    <a:pt x="266" y="0"/>
                    <a:pt x="266" y="0"/>
                  </a:cubicBezTo>
                  <a:close/>
                </a:path>
              </a:pathLst>
            </a:custGeom>
            <a:solidFill>
              <a:srgbClr val="53A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1" name="Freeform 959">
              <a:extLst>
                <a:ext uri="{FF2B5EF4-FFF2-40B4-BE49-F238E27FC236}">
                  <a16:creationId xmlns:a16="http://schemas.microsoft.com/office/drawing/2014/main" id="{3B3A3ED3-BE61-4B56-B779-84194C629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093"/>
              <a:ext cx="288" cy="104"/>
            </a:xfrm>
            <a:custGeom>
              <a:avLst/>
              <a:gdLst>
                <a:gd name="T0" fmla="*/ 0 w 288"/>
                <a:gd name="T1" fmla="*/ 0 h 104"/>
                <a:gd name="T2" fmla="*/ 0 w 288"/>
                <a:gd name="T3" fmla="*/ 104 h 104"/>
                <a:gd name="T4" fmla="*/ 282 w 288"/>
                <a:gd name="T5" fmla="*/ 104 h 104"/>
                <a:gd name="T6" fmla="*/ 288 w 288"/>
                <a:gd name="T7" fmla="*/ 91 h 104"/>
                <a:gd name="T8" fmla="*/ 12 w 288"/>
                <a:gd name="T9" fmla="*/ 91 h 104"/>
                <a:gd name="T10" fmla="*/ 0 w 288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104">
                  <a:moveTo>
                    <a:pt x="0" y="0"/>
                  </a:moveTo>
                  <a:lnTo>
                    <a:pt x="0" y="104"/>
                  </a:lnTo>
                  <a:lnTo>
                    <a:pt x="282" y="104"/>
                  </a:lnTo>
                  <a:lnTo>
                    <a:pt x="288" y="91"/>
                  </a:lnTo>
                  <a:lnTo>
                    <a:pt x="12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DD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2" name="Freeform 960">
              <a:extLst>
                <a:ext uri="{FF2B5EF4-FFF2-40B4-BE49-F238E27FC236}">
                  <a16:creationId xmlns:a16="http://schemas.microsoft.com/office/drawing/2014/main" id="{14623E33-36A2-43FF-8BF5-E8054F64C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093"/>
              <a:ext cx="287" cy="105"/>
            </a:xfrm>
            <a:custGeom>
              <a:avLst/>
              <a:gdLst>
                <a:gd name="T0" fmla="*/ 287 w 287"/>
                <a:gd name="T1" fmla="*/ 0 h 105"/>
                <a:gd name="T2" fmla="*/ 287 w 287"/>
                <a:gd name="T3" fmla="*/ 105 h 105"/>
                <a:gd name="T4" fmla="*/ 6 w 287"/>
                <a:gd name="T5" fmla="*/ 105 h 105"/>
                <a:gd name="T6" fmla="*/ 0 w 287"/>
                <a:gd name="T7" fmla="*/ 92 h 105"/>
                <a:gd name="T8" fmla="*/ 275 w 287"/>
                <a:gd name="T9" fmla="*/ 92 h 105"/>
                <a:gd name="T10" fmla="*/ 287 w 287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7" h="105">
                  <a:moveTo>
                    <a:pt x="287" y="0"/>
                  </a:moveTo>
                  <a:lnTo>
                    <a:pt x="287" y="105"/>
                  </a:lnTo>
                  <a:lnTo>
                    <a:pt x="6" y="105"/>
                  </a:lnTo>
                  <a:lnTo>
                    <a:pt x="0" y="92"/>
                  </a:lnTo>
                  <a:lnTo>
                    <a:pt x="275" y="9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F9DD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3" name="Freeform 961">
              <a:extLst>
                <a:ext uri="{FF2B5EF4-FFF2-40B4-BE49-F238E27FC236}">
                  <a16:creationId xmlns:a16="http://schemas.microsoft.com/office/drawing/2014/main" id="{00144F18-7EFA-4501-9DA8-16E494C5D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073"/>
              <a:ext cx="334" cy="31"/>
            </a:xfrm>
            <a:custGeom>
              <a:avLst/>
              <a:gdLst>
                <a:gd name="T0" fmla="*/ 0 w 418"/>
                <a:gd name="T1" fmla="*/ 0 h 36"/>
                <a:gd name="T2" fmla="*/ 213 w 418"/>
                <a:gd name="T3" fmla="*/ 0 h 36"/>
                <a:gd name="T4" fmla="*/ 0 w 418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36">
                  <a:moveTo>
                    <a:pt x="0" y="0"/>
                  </a:moveTo>
                  <a:cubicBezTo>
                    <a:pt x="418" y="0"/>
                    <a:pt x="418" y="0"/>
                    <a:pt x="418" y="0"/>
                  </a:cubicBezTo>
                  <a:cubicBezTo>
                    <a:pt x="418" y="0"/>
                    <a:pt x="184" y="36"/>
                    <a:pt x="0" y="0"/>
                  </a:cubicBezTo>
                  <a:close/>
                </a:path>
              </a:pathLst>
            </a:custGeom>
            <a:solidFill>
              <a:srgbClr val="F9D0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4" name="Freeform 962">
              <a:extLst>
                <a:ext uri="{FF2B5EF4-FFF2-40B4-BE49-F238E27FC236}">
                  <a16:creationId xmlns:a16="http://schemas.microsoft.com/office/drawing/2014/main" id="{99C4546E-2454-49F5-909C-0E417F7CC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995"/>
              <a:ext cx="251" cy="31"/>
            </a:xfrm>
            <a:custGeom>
              <a:avLst/>
              <a:gdLst>
                <a:gd name="T0" fmla="*/ 0 w 314"/>
                <a:gd name="T1" fmla="*/ 0 h 37"/>
                <a:gd name="T2" fmla="*/ 161 w 314"/>
                <a:gd name="T3" fmla="*/ 0 h 37"/>
                <a:gd name="T4" fmla="*/ 0 w 314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4" h="37">
                  <a:moveTo>
                    <a:pt x="0" y="0"/>
                  </a:moveTo>
                  <a:cubicBezTo>
                    <a:pt x="314" y="0"/>
                    <a:pt x="314" y="0"/>
                    <a:pt x="314" y="0"/>
                  </a:cubicBezTo>
                  <a:cubicBezTo>
                    <a:pt x="314" y="0"/>
                    <a:pt x="158" y="37"/>
                    <a:pt x="0" y="0"/>
                  </a:cubicBezTo>
                  <a:close/>
                </a:path>
              </a:pathLst>
            </a:custGeom>
            <a:solidFill>
              <a:srgbClr val="F9D0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5" name="Freeform 963">
              <a:extLst>
                <a:ext uri="{FF2B5EF4-FFF2-40B4-BE49-F238E27FC236}">
                  <a16:creationId xmlns:a16="http://schemas.microsoft.com/office/drawing/2014/main" id="{C62C69E1-E753-40E5-AF10-1AA617391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920"/>
              <a:ext cx="146" cy="27"/>
            </a:xfrm>
            <a:custGeom>
              <a:avLst/>
              <a:gdLst>
                <a:gd name="T0" fmla="*/ 0 w 183"/>
                <a:gd name="T1" fmla="*/ 0 h 32"/>
                <a:gd name="T2" fmla="*/ 93 w 183"/>
                <a:gd name="T3" fmla="*/ 0 h 32"/>
                <a:gd name="T4" fmla="*/ 0 w 18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32">
                  <a:moveTo>
                    <a:pt x="0" y="0"/>
                  </a:moveTo>
                  <a:cubicBezTo>
                    <a:pt x="183" y="0"/>
                    <a:pt x="183" y="0"/>
                    <a:pt x="183" y="0"/>
                  </a:cubicBezTo>
                  <a:cubicBezTo>
                    <a:pt x="183" y="0"/>
                    <a:pt x="92" y="32"/>
                    <a:pt x="0" y="0"/>
                  </a:cubicBezTo>
                  <a:close/>
                </a:path>
              </a:pathLst>
            </a:custGeom>
            <a:solidFill>
              <a:srgbClr val="F9D0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6" name="Freeform 964">
              <a:extLst>
                <a:ext uri="{FF2B5EF4-FFF2-40B4-BE49-F238E27FC236}">
                  <a16:creationId xmlns:a16="http://schemas.microsoft.com/office/drawing/2014/main" id="{2C7A001A-4CE8-45DC-B193-E43409AB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56"/>
              <a:ext cx="52" cy="24"/>
            </a:xfrm>
            <a:custGeom>
              <a:avLst/>
              <a:gdLst>
                <a:gd name="T0" fmla="*/ 0 w 65"/>
                <a:gd name="T1" fmla="*/ 0 h 28"/>
                <a:gd name="T2" fmla="*/ 34 w 65"/>
                <a:gd name="T3" fmla="*/ 0 h 28"/>
                <a:gd name="T4" fmla="*/ 0 w 6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8">
                  <a:moveTo>
                    <a:pt x="0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25" y="28"/>
                    <a:pt x="0" y="0"/>
                  </a:cubicBezTo>
                  <a:close/>
                </a:path>
              </a:pathLst>
            </a:custGeom>
            <a:solidFill>
              <a:srgbClr val="F9D0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7" name="Freeform 965">
              <a:extLst>
                <a:ext uri="{FF2B5EF4-FFF2-40B4-BE49-F238E27FC236}">
                  <a16:creationId xmlns:a16="http://schemas.microsoft.com/office/drawing/2014/main" id="{7124EC4B-EA6F-4895-9871-9A8071581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794"/>
              <a:ext cx="16" cy="10"/>
            </a:xfrm>
            <a:custGeom>
              <a:avLst/>
              <a:gdLst>
                <a:gd name="T0" fmla="*/ 0 w 19"/>
                <a:gd name="T1" fmla="*/ 8 h 11"/>
                <a:gd name="T2" fmla="*/ 6 w 19"/>
                <a:gd name="T3" fmla="*/ 0 h 11"/>
                <a:gd name="T4" fmla="*/ 11 w 19"/>
                <a:gd name="T5" fmla="*/ 8 h 11"/>
                <a:gd name="T6" fmla="*/ 0 w 19"/>
                <a:gd name="T7" fmla="*/ 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0" y="11"/>
                    <a:pt x="2" y="0"/>
                    <a:pt x="9" y="0"/>
                  </a:cubicBezTo>
                  <a:cubicBezTo>
                    <a:pt x="16" y="0"/>
                    <a:pt x="19" y="11"/>
                    <a:pt x="19" y="11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F9D0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8" name="Freeform 966">
              <a:extLst>
                <a:ext uri="{FF2B5EF4-FFF2-40B4-BE49-F238E27FC236}">
                  <a16:creationId xmlns:a16="http://schemas.microsoft.com/office/drawing/2014/main" id="{70CF0910-62A9-4174-B3BC-414C94DE2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075"/>
              <a:ext cx="317" cy="7"/>
            </a:xfrm>
            <a:custGeom>
              <a:avLst/>
              <a:gdLst>
                <a:gd name="T0" fmla="*/ 0 w 397"/>
                <a:gd name="T1" fmla="*/ 0 h 8"/>
                <a:gd name="T2" fmla="*/ 202 w 397"/>
                <a:gd name="T3" fmla="*/ 0 h 8"/>
                <a:gd name="T4" fmla="*/ 0 w 39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7" h="8">
                  <a:moveTo>
                    <a:pt x="0" y="0"/>
                  </a:moveTo>
                  <a:cubicBezTo>
                    <a:pt x="397" y="0"/>
                    <a:pt x="397" y="0"/>
                    <a:pt x="397" y="0"/>
                  </a:cubicBezTo>
                  <a:cubicBezTo>
                    <a:pt x="397" y="0"/>
                    <a:pt x="206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9" name="Freeform 967">
              <a:extLst>
                <a:ext uri="{FF2B5EF4-FFF2-40B4-BE49-F238E27FC236}">
                  <a16:creationId xmlns:a16="http://schemas.microsoft.com/office/drawing/2014/main" id="{55626E9C-DB9A-4337-B244-ACF6B90B2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996"/>
              <a:ext cx="235" cy="5"/>
            </a:xfrm>
            <a:custGeom>
              <a:avLst/>
              <a:gdLst>
                <a:gd name="T0" fmla="*/ 0 w 294"/>
                <a:gd name="T1" fmla="*/ 0 h 6"/>
                <a:gd name="T2" fmla="*/ 150 w 294"/>
                <a:gd name="T3" fmla="*/ 0 h 6"/>
                <a:gd name="T4" fmla="*/ 0 w 29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4" h="6">
                  <a:moveTo>
                    <a:pt x="0" y="0"/>
                  </a:moveTo>
                  <a:cubicBezTo>
                    <a:pt x="294" y="0"/>
                    <a:pt x="294" y="0"/>
                    <a:pt x="294" y="0"/>
                  </a:cubicBezTo>
                  <a:cubicBezTo>
                    <a:pt x="294" y="0"/>
                    <a:pt x="137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0" name="Freeform 968">
              <a:extLst>
                <a:ext uri="{FF2B5EF4-FFF2-40B4-BE49-F238E27FC236}">
                  <a16:creationId xmlns:a16="http://schemas.microsoft.com/office/drawing/2014/main" id="{7F9123D8-15DC-4F26-8AF2-19E313387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0"/>
              <a:ext cx="140" cy="6"/>
            </a:xfrm>
            <a:custGeom>
              <a:avLst/>
              <a:gdLst>
                <a:gd name="T0" fmla="*/ 0 w 175"/>
                <a:gd name="T1" fmla="*/ 0 h 7"/>
                <a:gd name="T2" fmla="*/ 90 w 175"/>
                <a:gd name="T3" fmla="*/ 0 h 7"/>
                <a:gd name="T4" fmla="*/ 0 w 17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7">
                  <a:moveTo>
                    <a:pt x="0" y="0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75" y="0"/>
                    <a:pt x="14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1" name="Freeform 969">
              <a:extLst>
                <a:ext uri="{FF2B5EF4-FFF2-40B4-BE49-F238E27FC236}">
                  <a16:creationId xmlns:a16="http://schemas.microsoft.com/office/drawing/2014/main" id="{2C37975D-D0FB-46C7-8D79-A7BE8022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56"/>
              <a:ext cx="52" cy="3"/>
            </a:xfrm>
            <a:custGeom>
              <a:avLst/>
              <a:gdLst>
                <a:gd name="T0" fmla="*/ 0 w 65"/>
                <a:gd name="T1" fmla="*/ 0 h 4"/>
                <a:gd name="T2" fmla="*/ 34 w 65"/>
                <a:gd name="T3" fmla="*/ 0 h 4"/>
                <a:gd name="T4" fmla="*/ 0 w 6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">
                  <a:moveTo>
                    <a:pt x="0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14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2" name="Freeform 970">
              <a:extLst>
                <a:ext uri="{FF2B5EF4-FFF2-40B4-BE49-F238E27FC236}">
                  <a16:creationId xmlns:a16="http://schemas.microsoft.com/office/drawing/2014/main" id="{1FD1CE6D-0926-431D-969C-E788FA60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388"/>
              <a:ext cx="113" cy="62"/>
            </a:xfrm>
            <a:custGeom>
              <a:avLst/>
              <a:gdLst>
                <a:gd name="T0" fmla="*/ 0 w 141"/>
                <a:gd name="T1" fmla="*/ 45 h 73"/>
                <a:gd name="T2" fmla="*/ 0 w 141"/>
                <a:gd name="T3" fmla="*/ 1 h 73"/>
                <a:gd name="T4" fmla="*/ 73 w 141"/>
                <a:gd name="T5" fmla="*/ 1 h 73"/>
                <a:gd name="T6" fmla="*/ 0 w 141"/>
                <a:gd name="T7" fmla="*/ 4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73">
                  <a:moveTo>
                    <a:pt x="0" y="73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1" y="1"/>
                    <a:pt x="4" y="0"/>
                    <a:pt x="0" y="73"/>
                  </a:cubicBezTo>
                  <a:close/>
                </a:path>
              </a:pathLst>
            </a:custGeom>
            <a:solidFill>
              <a:srgbClr val="D94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middle-eastern-restaurant-building-illustration">
            <a:extLst>
              <a:ext uri="{FF2B5EF4-FFF2-40B4-BE49-F238E27FC236}">
                <a16:creationId xmlns:a16="http://schemas.microsoft.com/office/drawing/2014/main" id="{CA0F87F6-494A-49CB-AFDC-028E473ADE78}"/>
              </a:ext>
            </a:extLst>
          </p:cNvPr>
          <p:cNvGrpSpPr>
            <a:grpSpLocks/>
          </p:cNvGrpSpPr>
          <p:nvPr/>
        </p:nvGrpSpPr>
        <p:grpSpPr bwMode="auto">
          <a:xfrm>
            <a:off x="8378825" y="4706938"/>
            <a:ext cx="1281113" cy="1487487"/>
            <a:chOff x="4318" y="2965"/>
            <a:chExt cx="807" cy="937"/>
          </a:xfrm>
        </p:grpSpPr>
        <p:sp>
          <p:nvSpPr>
            <p:cNvPr id="42521" name="Rectangle 1040">
              <a:extLst>
                <a:ext uri="{FF2B5EF4-FFF2-40B4-BE49-F238E27FC236}">
                  <a16:creationId xmlns:a16="http://schemas.microsoft.com/office/drawing/2014/main" id="{BF4E4E90-3EA6-49BE-955B-D6C6D94FA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7" y="3271"/>
              <a:ext cx="747" cy="630"/>
            </a:xfrm>
            <a:prstGeom prst="rect">
              <a:avLst/>
            </a:prstGeom>
            <a:solidFill>
              <a:srgbClr val="E6F4F6"/>
            </a:solidFill>
            <a:ln w="12700">
              <a:solidFill>
                <a:srgbClr val="01010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22" name="Freeform 1041">
              <a:extLst>
                <a:ext uri="{FF2B5EF4-FFF2-40B4-BE49-F238E27FC236}">
                  <a16:creationId xmlns:a16="http://schemas.microsoft.com/office/drawing/2014/main" id="{395B08AA-D73A-460C-9550-5927EB6E4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479"/>
              <a:ext cx="176" cy="300"/>
            </a:xfrm>
            <a:custGeom>
              <a:avLst/>
              <a:gdLst>
                <a:gd name="T0" fmla="*/ 62 w 297"/>
                <a:gd name="T1" fmla="*/ 37 h 474"/>
                <a:gd name="T2" fmla="*/ 62 w 297"/>
                <a:gd name="T3" fmla="*/ 35 h 474"/>
                <a:gd name="T4" fmla="*/ 62 w 297"/>
                <a:gd name="T5" fmla="*/ 35 h 474"/>
                <a:gd name="T6" fmla="*/ 62 w 297"/>
                <a:gd name="T7" fmla="*/ 35 h 474"/>
                <a:gd name="T8" fmla="*/ 31 w 297"/>
                <a:gd name="T9" fmla="*/ 0 h 474"/>
                <a:gd name="T10" fmla="*/ 1 w 297"/>
                <a:gd name="T11" fmla="*/ 35 h 474"/>
                <a:gd name="T12" fmla="*/ 1 w 297"/>
                <a:gd name="T13" fmla="*/ 35 h 474"/>
                <a:gd name="T14" fmla="*/ 1 w 297"/>
                <a:gd name="T15" fmla="*/ 35 h 474"/>
                <a:gd name="T16" fmla="*/ 0 w 297"/>
                <a:gd name="T17" fmla="*/ 37 h 474"/>
                <a:gd name="T18" fmla="*/ 1 w 297"/>
                <a:gd name="T19" fmla="*/ 40 h 474"/>
                <a:gd name="T20" fmla="*/ 1 w 297"/>
                <a:gd name="T21" fmla="*/ 120 h 474"/>
                <a:gd name="T22" fmla="*/ 62 w 297"/>
                <a:gd name="T23" fmla="*/ 120 h 474"/>
                <a:gd name="T24" fmla="*/ 62 w 297"/>
                <a:gd name="T25" fmla="*/ 41 h 474"/>
                <a:gd name="T26" fmla="*/ 62 w 297"/>
                <a:gd name="T27" fmla="*/ 37 h 47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7" h="474">
                  <a:moveTo>
                    <a:pt x="296" y="148"/>
                  </a:moveTo>
                  <a:cubicBezTo>
                    <a:pt x="296" y="145"/>
                    <a:pt x="296" y="143"/>
                    <a:pt x="296" y="140"/>
                  </a:cubicBezTo>
                  <a:cubicBezTo>
                    <a:pt x="296" y="138"/>
                    <a:pt x="296" y="138"/>
                    <a:pt x="296" y="138"/>
                  </a:cubicBezTo>
                  <a:cubicBezTo>
                    <a:pt x="295" y="138"/>
                    <a:pt x="295" y="138"/>
                    <a:pt x="295" y="138"/>
                  </a:cubicBezTo>
                  <a:cubicBezTo>
                    <a:pt x="283" y="50"/>
                    <a:pt x="176" y="78"/>
                    <a:pt x="146" y="0"/>
                  </a:cubicBezTo>
                  <a:cubicBezTo>
                    <a:pt x="115" y="78"/>
                    <a:pt x="9" y="58"/>
                    <a:pt x="1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0" y="142"/>
                    <a:pt x="0" y="145"/>
                    <a:pt x="0" y="148"/>
                  </a:cubicBezTo>
                  <a:cubicBezTo>
                    <a:pt x="0" y="151"/>
                    <a:pt x="0" y="154"/>
                    <a:pt x="1" y="156"/>
                  </a:cubicBezTo>
                  <a:cubicBezTo>
                    <a:pt x="1" y="474"/>
                    <a:pt x="1" y="474"/>
                    <a:pt x="1" y="474"/>
                  </a:cubicBezTo>
                  <a:cubicBezTo>
                    <a:pt x="296" y="474"/>
                    <a:pt x="296" y="474"/>
                    <a:pt x="296" y="474"/>
                  </a:cubicBezTo>
                  <a:cubicBezTo>
                    <a:pt x="296" y="160"/>
                    <a:pt x="296" y="160"/>
                    <a:pt x="296" y="160"/>
                  </a:cubicBezTo>
                  <a:cubicBezTo>
                    <a:pt x="296" y="156"/>
                    <a:pt x="297" y="152"/>
                    <a:pt x="296" y="148"/>
                  </a:cubicBezTo>
                  <a:close/>
                </a:path>
              </a:pathLst>
            </a:custGeom>
            <a:solidFill>
              <a:srgbClr val="F8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3" name="Freeform 1042">
              <a:extLst>
                <a:ext uri="{FF2B5EF4-FFF2-40B4-BE49-F238E27FC236}">
                  <a16:creationId xmlns:a16="http://schemas.microsoft.com/office/drawing/2014/main" id="{0B4C75BE-87B2-4008-A587-483441173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479"/>
              <a:ext cx="99" cy="300"/>
            </a:xfrm>
            <a:custGeom>
              <a:avLst/>
              <a:gdLst>
                <a:gd name="T0" fmla="*/ 7 w 167"/>
                <a:gd name="T1" fmla="*/ 120 h 474"/>
                <a:gd name="T2" fmla="*/ 7 w 167"/>
                <a:gd name="T3" fmla="*/ 42 h 474"/>
                <a:gd name="T4" fmla="*/ 7 w 167"/>
                <a:gd name="T5" fmla="*/ 40 h 474"/>
                <a:gd name="T6" fmla="*/ 7 w 167"/>
                <a:gd name="T7" fmla="*/ 37 h 474"/>
                <a:gd name="T8" fmla="*/ 7 w 167"/>
                <a:gd name="T9" fmla="*/ 37 h 474"/>
                <a:gd name="T10" fmla="*/ 8 w 167"/>
                <a:gd name="T11" fmla="*/ 37 h 474"/>
                <a:gd name="T12" fmla="*/ 35 w 167"/>
                <a:gd name="T13" fmla="*/ 8 h 474"/>
                <a:gd name="T14" fmla="*/ 31 w 167"/>
                <a:gd name="T15" fmla="*/ 0 h 474"/>
                <a:gd name="T16" fmla="*/ 1 w 167"/>
                <a:gd name="T17" fmla="*/ 35 h 474"/>
                <a:gd name="T18" fmla="*/ 1 w 167"/>
                <a:gd name="T19" fmla="*/ 35 h 474"/>
                <a:gd name="T20" fmla="*/ 1 w 167"/>
                <a:gd name="T21" fmla="*/ 35 h 474"/>
                <a:gd name="T22" fmla="*/ 0 w 167"/>
                <a:gd name="T23" fmla="*/ 37 h 474"/>
                <a:gd name="T24" fmla="*/ 1 w 167"/>
                <a:gd name="T25" fmla="*/ 40 h 474"/>
                <a:gd name="T26" fmla="*/ 1 w 167"/>
                <a:gd name="T27" fmla="*/ 120 h 474"/>
                <a:gd name="T28" fmla="*/ 7 w 167"/>
                <a:gd name="T29" fmla="*/ 120 h 4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7" h="474">
                  <a:moveTo>
                    <a:pt x="36" y="474"/>
                  </a:moveTo>
                  <a:cubicBezTo>
                    <a:pt x="36" y="164"/>
                    <a:pt x="36" y="164"/>
                    <a:pt x="36" y="164"/>
                  </a:cubicBezTo>
                  <a:cubicBezTo>
                    <a:pt x="36" y="161"/>
                    <a:pt x="36" y="159"/>
                    <a:pt x="36" y="156"/>
                  </a:cubicBezTo>
                  <a:cubicBezTo>
                    <a:pt x="36" y="152"/>
                    <a:pt x="36" y="149"/>
                    <a:pt x="36" y="146"/>
                  </a:cubicBezTo>
                  <a:cubicBezTo>
                    <a:pt x="36" y="145"/>
                    <a:pt x="36" y="145"/>
                    <a:pt x="36" y="145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4" y="75"/>
                    <a:pt x="127" y="82"/>
                    <a:pt x="167" y="32"/>
                  </a:cubicBezTo>
                  <a:cubicBezTo>
                    <a:pt x="159" y="24"/>
                    <a:pt x="151" y="13"/>
                    <a:pt x="146" y="0"/>
                  </a:cubicBezTo>
                  <a:cubicBezTo>
                    <a:pt x="115" y="78"/>
                    <a:pt x="9" y="58"/>
                    <a:pt x="1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0" y="142"/>
                    <a:pt x="0" y="145"/>
                    <a:pt x="0" y="148"/>
                  </a:cubicBezTo>
                  <a:cubicBezTo>
                    <a:pt x="0" y="151"/>
                    <a:pt x="0" y="154"/>
                    <a:pt x="1" y="156"/>
                  </a:cubicBezTo>
                  <a:cubicBezTo>
                    <a:pt x="1" y="474"/>
                    <a:pt x="1" y="474"/>
                    <a:pt x="1" y="474"/>
                  </a:cubicBezTo>
                  <a:lnTo>
                    <a:pt x="36" y="474"/>
                  </a:lnTo>
                  <a:close/>
                </a:path>
              </a:pathLst>
            </a:custGeom>
            <a:solidFill>
              <a:srgbClr val="FCC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4" name="Freeform 1043">
              <a:extLst>
                <a:ext uri="{FF2B5EF4-FFF2-40B4-BE49-F238E27FC236}">
                  <a16:creationId xmlns:a16="http://schemas.microsoft.com/office/drawing/2014/main" id="{0F4E1D0A-9948-4415-87C7-698A5219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3479"/>
              <a:ext cx="175" cy="300"/>
            </a:xfrm>
            <a:custGeom>
              <a:avLst/>
              <a:gdLst>
                <a:gd name="T0" fmla="*/ 61 w 296"/>
                <a:gd name="T1" fmla="*/ 37 h 474"/>
                <a:gd name="T2" fmla="*/ 61 w 296"/>
                <a:gd name="T3" fmla="*/ 35 h 474"/>
                <a:gd name="T4" fmla="*/ 61 w 296"/>
                <a:gd name="T5" fmla="*/ 35 h 474"/>
                <a:gd name="T6" fmla="*/ 61 w 296"/>
                <a:gd name="T7" fmla="*/ 35 h 474"/>
                <a:gd name="T8" fmla="*/ 30 w 296"/>
                <a:gd name="T9" fmla="*/ 0 h 474"/>
                <a:gd name="T10" fmla="*/ 0 w 296"/>
                <a:gd name="T11" fmla="*/ 35 h 474"/>
                <a:gd name="T12" fmla="*/ 0 w 296"/>
                <a:gd name="T13" fmla="*/ 35 h 474"/>
                <a:gd name="T14" fmla="*/ 0 w 296"/>
                <a:gd name="T15" fmla="*/ 35 h 474"/>
                <a:gd name="T16" fmla="*/ 0 w 296"/>
                <a:gd name="T17" fmla="*/ 37 h 474"/>
                <a:gd name="T18" fmla="*/ 0 w 296"/>
                <a:gd name="T19" fmla="*/ 40 h 474"/>
                <a:gd name="T20" fmla="*/ 0 w 296"/>
                <a:gd name="T21" fmla="*/ 120 h 474"/>
                <a:gd name="T22" fmla="*/ 61 w 296"/>
                <a:gd name="T23" fmla="*/ 120 h 474"/>
                <a:gd name="T24" fmla="*/ 61 w 296"/>
                <a:gd name="T25" fmla="*/ 41 h 474"/>
                <a:gd name="T26" fmla="*/ 61 w 296"/>
                <a:gd name="T27" fmla="*/ 37 h 47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6" h="474">
                  <a:moveTo>
                    <a:pt x="296" y="148"/>
                  </a:moveTo>
                  <a:cubicBezTo>
                    <a:pt x="296" y="145"/>
                    <a:pt x="296" y="143"/>
                    <a:pt x="295" y="140"/>
                  </a:cubicBezTo>
                  <a:cubicBezTo>
                    <a:pt x="295" y="138"/>
                    <a:pt x="295" y="138"/>
                    <a:pt x="295" y="138"/>
                  </a:cubicBezTo>
                  <a:cubicBezTo>
                    <a:pt x="295" y="138"/>
                    <a:pt x="295" y="138"/>
                    <a:pt x="295" y="138"/>
                  </a:cubicBezTo>
                  <a:cubicBezTo>
                    <a:pt x="283" y="50"/>
                    <a:pt x="176" y="78"/>
                    <a:pt x="145" y="0"/>
                  </a:cubicBezTo>
                  <a:cubicBezTo>
                    <a:pt x="115" y="78"/>
                    <a:pt x="9" y="58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42"/>
                    <a:pt x="0" y="145"/>
                    <a:pt x="0" y="148"/>
                  </a:cubicBezTo>
                  <a:cubicBezTo>
                    <a:pt x="0" y="151"/>
                    <a:pt x="0" y="154"/>
                    <a:pt x="0" y="156"/>
                  </a:cubicBezTo>
                  <a:cubicBezTo>
                    <a:pt x="0" y="474"/>
                    <a:pt x="0" y="474"/>
                    <a:pt x="0" y="474"/>
                  </a:cubicBezTo>
                  <a:cubicBezTo>
                    <a:pt x="295" y="474"/>
                    <a:pt x="295" y="474"/>
                    <a:pt x="295" y="474"/>
                  </a:cubicBezTo>
                  <a:cubicBezTo>
                    <a:pt x="295" y="160"/>
                    <a:pt x="295" y="160"/>
                    <a:pt x="295" y="160"/>
                  </a:cubicBezTo>
                  <a:cubicBezTo>
                    <a:pt x="296" y="156"/>
                    <a:pt x="296" y="152"/>
                    <a:pt x="296" y="148"/>
                  </a:cubicBezTo>
                  <a:close/>
                </a:path>
              </a:pathLst>
            </a:custGeom>
            <a:solidFill>
              <a:srgbClr val="F8E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5" name="Rectangle 1044">
              <a:extLst>
                <a:ext uri="{FF2B5EF4-FFF2-40B4-BE49-F238E27FC236}">
                  <a16:creationId xmlns:a16="http://schemas.microsoft.com/office/drawing/2014/main" id="{B471BD9C-6BB2-46F1-893A-DE48AC4F7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" y="3605"/>
              <a:ext cx="186" cy="296"/>
            </a:xfrm>
            <a:prstGeom prst="rect">
              <a:avLst/>
            </a:prstGeom>
            <a:solidFill>
              <a:srgbClr val="72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26" name="Rectangle 1045">
              <a:extLst>
                <a:ext uri="{FF2B5EF4-FFF2-40B4-BE49-F238E27FC236}">
                  <a16:creationId xmlns:a16="http://schemas.microsoft.com/office/drawing/2014/main" id="{79585D1D-AA66-4F86-A8A7-D273B4E8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3605"/>
              <a:ext cx="186" cy="297"/>
            </a:xfrm>
            <a:prstGeom prst="rect">
              <a:avLst/>
            </a:prstGeom>
            <a:noFill/>
            <a:ln w="6350">
              <a:solidFill>
                <a:srgbClr val="01010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27" name="Freeform 1046">
              <a:extLst>
                <a:ext uri="{FF2B5EF4-FFF2-40B4-BE49-F238E27FC236}">
                  <a16:creationId xmlns:a16="http://schemas.microsoft.com/office/drawing/2014/main" id="{C21A2404-5118-483D-91BC-10F129E5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965"/>
              <a:ext cx="408" cy="381"/>
            </a:xfrm>
            <a:custGeom>
              <a:avLst/>
              <a:gdLst>
                <a:gd name="T0" fmla="*/ 143 w 687"/>
                <a:gd name="T1" fmla="*/ 93 h 602"/>
                <a:gd name="T2" fmla="*/ 71 w 687"/>
                <a:gd name="T3" fmla="*/ 153 h 602"/>
                <a:gd name="T4" fmla="*/ 0 w 687"/>
                <a:gd name="T5" fmla="*/ 93 h 602"/>
                <a:gd name="T6" fmla="*/ 70 w 687"/>
                <a:gd name="T7" fmla="*/ 0 h 602"/>
                <a:gd name="T8" fmla="*/ 143 w 687"/>
                <a:gd name="T9" fmla="*/ 93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602">
                  <a:moveTo>
                    <a:pt x="681" y="367"/>
                  </a:moveTo>
                  <a:cubicBezTo>
                    <a:pt x="687" y="497"/>
                    <a:pt x="529" y="602"/>
                    <a:pt x="340" y="602"/>
                  </a:cubicBezTo>
                  <a:cubicBezTo>
                    <a:pt x="152" y="602"/>
                    <a:pt x="0" y="497"/>
                    <a:pt x="0" y="367"/>
                  </a:cubicBezTo>
                  <a:cubicBezTo>
                    <a:pt x="0" y="138"/>
                    <a:pt x="262" y="200"/>
                    <a:pt x="335" y="0"/>
                  </a:cubicBezTo>
                  <a:cubicBezTo>
                    <a:pt x="408" y="200"/>
                    <a:pt x="670" y="118"/>
                    <a:pt x="681" y="367"/>
                  </a:cubicBezTo>
                  <a:close/>
                </a:path>
              </a:pathLst>
            </a:custGeom>
            <a:solidFill>
              <a:srgbClr val="7FC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8" name="Freeform 1047">
              <a:extLst>
                <a:ext uri="{FF2B5EF4-FFF2-40B4-BE49-F238E27FC236}">
                  <a16:creationId xmlns:a16="http://schemas.microsoft.com/office/drawing/2014/main" id="{AE7DF342-5854-4584-BBB1-E4E6A4317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965"/>
              <a:ext cx="230" cy="381"/>
            </a:xfrm>
            <a:custGeom>
              <a:avLst/>
              <a:gdLst>
                <a:gd name="T0" fmla="*/ 31 w 387"/>
                <a:gd name="T1" fmla="*/ 91 h 602"/>
                <a:gd name="T2" fmla="*/ 80 w 387"/>
                <a:gd name="T3" fmla="*/ 19 h 602"/>
                <a:gd name="T4" fmla="*/ 70 w 387"/>
                <a:gd name="T5" fmla="*/ 0 h 602"/>
                <a:gd name="T6" fmla="*/ 0 w 387"/>
                <a:gd name="T7" fmla="*/ 93 h 602"/>
                <a:gd name="T8" fmla="*/ 71 w 387"/>
                <a:gd name="T9" fmla="*/ 153 h 602"/>
                <a:gd name="T10" fmla="*/ 81 w 387"/>
                <a:gd name="T11" fmla="*/ 152 h 602"/>
                <a:gd name="T12" fmla="*/ 31 w 387"/>
                <a:gd name="T13" fmla="*/ 91 h 6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7" h="602">
                  <a:moveTo>
                    <a:pt x="150" y="360"/>
                  </a:moveTo>
                  <a:cubicBezTo>
                    <a:pt x="150" y="166"/>
                    <a:pt x="280" y="188"/>
                    <a:pt x="382" y="76"/>
                  </a:cubicBezTo>
                  <a:cubicBezTo>
                    <a:pt x="362" y="56"/>
                    <a:pt x="346" y="31"/>
                    <a:pt x="335" y="0"/>
                  </a:cubicBezTo>
                  <a:cubicBezTo>
                    <a:pt x="262" y="200"/>
                    <a:pt x="0" y="138"/>
                    <a:pt x="0" y="367"/>
                  </a:cubicBezTo>
                  <a:cubicBezTo>
                    <a:pt x="0" y="497"/>
                    <a:pt x="152" y="602"/>
                    <a:pt x="340" y="602"/>
                  </a:cubicBezTo>
                  <a:cubicBezTo>
                    <a:pt x="356" y="602"/>
                    <a:pt x="371" y="601"/>
                    <a:pt x="387" y="600"/>
                  </a:cubicBezTo>
                  <a:cubicBezTo>
                    <a:pt x="220" y="584"/>
                    <a:pt x="150" y="479"/>
                    <a:pt x="150" y="360"/>
                  </a:cubicBezTo>
                  <a:close/>
                </a:path>
              </a:pathLst>
            </a:custGeom>
            <a:solidFill>
              <a:srgbClr val="B9E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9" name="Freeform 1048">
              <a:extLst>
                <a:ext uri="{FF2B5EF4-FFF2-40B4-BE49-F238E27FC236}">
                  <a16:creationId xmlns:a16="http://schemas.microsoft.com/office/drawing/2014/main" id="{7FD35F9E-3B08-49E6-B5EC-7851DACFE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965"/>
              <a:ext cx="408" cy="381"/>
            </a:xfrm>
            <a:custGeom>
              <a:avLst/>
              <a:gdLst>
                <a:gd name="T0" fmla="*/ 143 w 687"/>
                <a:gd name="T1" fmla="*/ 93 h 602"/>
                <a:gd name="T2" fmla="*/ 71 w 687"/>
                <a:gd name="T3" fmla="*/ 153 h 602"/>
                <a:gd name="T4" fmla="*/ 0 w 687"/>
                <a:gd name="T5" fmla="*/ 93 h 602"/>
                <a:gd name="T6" fmla="*/ 70 w 687"/>
                <a:gd name="T7" fmla="*/ 0 h 602"/>
                <a:gd name="T8" fmla="*/ 143 w 687"/>
                <a:gd name="T9" fmla="*/ 93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602">
                  <a:moveTo>
                    <a:pt x="681" y="367"/>
                  </a:moveTo>
                  <a:cubicBezTo>
                    <a:pt x="687" y="497"/>
                    <a:pt x="529" y="602"/>
                    <a:pt x="340" y="602"/>
                  </a:cubicBezTo>
                  <a:cubicBezTo>
                    <a:pt x="152" y="602"/>
                    <a:pt x="0" y="497"/>
                    <a:pt x="0" y="367"/>
                  </a:cubicBezTo>
                  <a:cubicBezTo>
                    <a:pt x="0" y="138"/>
                    <a:pt x="262" y="200"/>
                    <a:pt x="335" y="0"/>
                  </a:cubicBezTo>
                  <a:cubicBezTo>
                    <a:pt x="408" y="200"/>
                    <a:pt x="670" y="118"/>
                    <a:pt x="681" y="367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0" name="Freeform 1049">
              <a:extLst>
                <a:ext uri="{FF2B5EF4-FFF2-40B4-BE49-F238E27FC236}">
                  <a16:creationId xmlns:a16="http://schemas.microsoft.com/office/drawing/2014/main" id="{A6222E03-796D-4377-AC05-7918BAB3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112"/>
              <a:ext cx="263" cy="245"/>
            </a:xfrm>
            <a:custGeom>
              <a:avLst/>
              <a:gdLst>
                <a:gd name="T0" fmla="*/ 92 w 443"/>
                <a:gd name="T1" fmla="*/ 59 h 388"/>
                <a:gd name="T2" fmla="*/ 46 w 443"/>
                <a:gd name="T3" fmla="*/ 98 h 388"/>
                <a:gd name="T4" fmla="*/ 0 w 443"/>
                <a:gd name="T5" fmla="*/ 59 h 388"/>
                <a:gd name="T6" fmla="*/ 45 w 443"/>
                <a:gd name="T7" fmla="*/ 0 h 388"/>
                <a:gd name="T8" fmla="*/ 92 w 443"/>
                <a:gd name="T9" fmla="*/ 59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3" h="388">
                  <a:moveTo>
                    <a:pt x="439" y="236"/>
                  </a:moveTo>
                  <a:cubicBezTo>
                    <a:pt x="443" y="320"/>
                    <a:pt x="341" y="388"/>
                    <a:pt x="220" y="388"/>
                  </a:cubicBezTo>
                  <a:cubicBezTo>
                    <a:pt x="98" y="388"/>
                    <a:pt x="0" y="320"/>
                    <a:pt x="0" y="236"/>
                  </a:cubicBezTo>
                  <a:cubicBezTo>
                    <a:pt x="0" y="89"/>
                    <a:pt x="169" y="129"/>
                    <a:pt x="216" y="0"/>
                  </a:cubicBezTo>
                  <a:cubicBezTo>
                    <a:pt x="263" y="129"/>
                    <a:pt x="432" y="76"/>
                    <a:pt x="439" y="236"/>
                  </a:cubicBezTo>
                  <a:close/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1" name="Freeform 1050">
              <a:extLst>
                <a:ext uri="{FF2B5EF4-FFF2-40B4-BE49-F238E27FC236}">
                  <a16:creationId xmlns:a16="http://schemas.microsoft.com/office/drawing/2014/main" id="{9C94DBB4-082E-494C-9693-85DAB0916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112"/>
              <a:ext cx="142" cy="245"/>
            </a:xfrm>
            <a:custGeom>
              <a:avLst/>
              <a:gdLst>
                <a:gd name="T0" fmla="*/ 15 w 239"/>
                <a:gd name="T1" fmla="*/ 61 h 388"/>
                <a:gd name="T2" fmla="*/ 49 w 239"/>
                <a:gd name="T3" fmla="*/ 9 h 388"/>
                <a:gd name="T4" fmla="*/ 45 w 239"/>
                <a:gd name="T5" fmla="*/ 0 h 388"/>
                <a:gd name="T6" fmla="*/ 0 w 239"/>
                <a:gd name="T7" fmla="*/ 59 h 388"/>
                <a:gd name="T8" fmla="*/ 46 w 239"/>
                <a:gd name="T9" fmla="*/ 98 h 388"/>
                <a:gd name="T10" fmla="*/ 50 w 239"/>
                <a:gd name="T11" fmla="*/ 98 h 388"/>
                <a:gd name="T12" fmla="*/ 15 w 239"/>
                <a:gd name="T13" fmla="*/ 61 h 3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388">
                  <a:moveTo>
                    <a:pt x="72" y="241"/>
                  </a:moveTo>
                  <a:cubicBezTo>
                    <a:pt x="73" y="109"/>
                    <a:pt x="173" y="122"/>
                    <a:pt x="235" y="36"/>
                  </a:cubicBezTo>
                  <a:cubicBezTo>
                    <a:pt x="227" y="26"/>
                    <a:pt x="221" y="14"/>
                    <a:pt x="216" y="0"/>
                  </a:cubicBezTo>
                  <a:cubicBezTo>
                    <a:pt x="168" y="129"/>
                    <a:pt x="0" y="89"/>
                    <a:pt x="0" y="236"/>
                  </a:cubicBezTo>
                  <a:cubicBezTo>
                    <a:pt x="0" y="320"/>
                    <a:pt x="98" y="388"/>
                    <a:pt x="219" y="388"/>
                  </a:cubicBezTo>
                  <a:cubicBezTo>
                    <a:pt x="226" y="388"/>
                    <a:pt x="232" y="388"/>
                    <a:pt x="239" y="388"/>
                  </a:cubicBezTo>
                  <a:cubicBezTo>
                    <a:pt x="126" y="381"/>
                    <a:pt x="72" y="320"/>
                    <a:pt x="72" y="241"/>
                  </a:cubicBezTo>
                  <a:close/>
                </a:path>
              </a:pathLst>
            </a:custGeom>
            <a:solidFill>
              <a:srgbClr val="A8D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2" name="Freeform 1051">
              <a:extLst>
                <a:ext uri="{FF2B5EF4-FFF2-40B4-BE49-F238E27FC236}">
                  <a16:creationId xmlns:a16="http://schemas.microsoft.com/office/drawing/2014/main" id="{6A8ECA0E-2693-4C5D-B5A5-B79AA0930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3112"/>
              <a:ext cx="263" cy="245"/>
            </a:xfrm>
            <a:custGeom>
              <a:avLst/>
              <a:gdLst>
                <a:gd name="T0" fmla="*/ 92 w 443"/>
                <a:gd name="T1" fmla="*/ 59 h 388"/>
                <a:gd name="T2" fmla="*/ 46 w 443"/>
                <a:gd name="T3" fmla="*/ 98 h 388"/>
                <a:gd name="T4" fmla="*/ 0 w 443"/>
                <a:gd name="T5" fmla="*/ 59 h 388"/>
                <a:gd name="T6" fmla="*/ 45 w 443"/>
                <a:gd name="T7" fmla="*/ 0 h 388"/>
                <a:gd name="T8" fmla="*/ 92 w 443"/>
                <a:gd name="T9" fmla="*/ 59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3" h="388">
                  <a:moveTo>
                    <a:pt x="439" y="236"/>
                  </a:moveTo>
                  <a:cubicBezTo>
                    <a:pt x="443" y="320"/>
                    <a:pt x="341" y="388"/>
                    <a:pt x="220" y="388"/>
                  </a:cubicBezTo>
                  <a:cubicBezTo>
                    <a:pt x="98" y="388"/>
                    <a:pt x="0" y="320"/>
                    <a:pt x="0" y="236"/>
                  </a:cubicBezTo>
                  <a:cubicBezTo>
                    <a:pt x="0" y="89"/>
                    <a:pt x="169" y="129"/>
                    <a:pt x="216" y="0"/>
                  </a:cubicBezTo>
                  <a:cubicBezTo>
                    <a:pt x="263" y="129"/>
                    <a:pt x="432" y="76"/>
                    <a:pt x="439" y="236"/>
                  </a:cubicBezTo>
                  <a:close/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3" name="Freeform 1052">
              <a:extLst>
                <a:ext uri="{FF2B5EF4-FFF2-40B4-BE49-F238E27FC236}">
                  <a16:creationId xmlns:a16="http://schemas.microsoft.com/office/drawing/2014/main" id="{9938E19C-E516-4506-AFE0-92E50842C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3112"/>
              <a:ext cx="142" cy="245"/>
            </a:xfrm>
            <a:custGeom>
              <a:avLst/>
              <a:gdLst>
                <a:gd name="T0" fmla="*/ 15 w 239"/>
                <a:gd name="T1" fmla="*/ 61 h 388"/>
                <a:gd name="T2" fmla="*/ 49 w 239"/>
                <a:gd name="T3" fmla="*/ 9 h 388"/>
                <a:gd name="T4" fmla="*/ 45 w 239"/>
                <a:gd name="T5" fmla="*/ 0 h 388"/>
                <a:gd name="T6" fmla="*/ 0 w 239"/>
                <a:gd name="T7" fmla="*/ 59 h 388"/>
                <a:gd name="T8" fmla="*/ 46 w 239"/>
                <a:gd name="T9" fmla="*/ 98 h 388"/>
                <a:gd name="T10" fmla="*/ 50 w 239"/>
                <a:gd name="T11" fmla="*/ 98 h 388"/>
                <a:gd name="T12" fmla="*/ 15 w 239"/>
                <a:gd name="T13" fmla="*/ 61 h 3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388">
                  <a:moveTo>
                    <a:pt x="73" y="241"/>
                  </a:moveTo>
                  <a:cubicBezTo>
                    <a:pt x="73" y="109"/>
                    <a:pt x="173" y="122"/>
                    <a:pt x="236" y="36"/>
                  </a:cubicBezTo>
                  <a:cubicBezTo>
                    <a:pt x="228" y="26"/>
                    <a:pt x="221" y="14"/>
                    <a:pt x="216" y="0"/>
                  </a:cubicBezTo>
                  <a:cubicBezTo>
                    <a:pt x="169" y="129"/>
                    <a:pt x="0" y="89"/>
                    <a:pt x="0" y="236"/>
                  </a:cubicBezTo>
                  <a:cubicBezTo>
                    <a:pt x="0" y="320"/>
                    <a:pt x="99" y="388"/>
                    <a:pt x="220" y="388"/>
                  </a:cubicBezTo>
                  <a:cubicBezTo>
                    <a:pt x="226" y="388"/>
                    <a:pt x="233" y="388"/>
                    <a:pt x="239" y="388"/>
                  </a:cubicBezTo>
                  <a:cubicBezTo>
                    <a:pt x="127" y="381"/>
                    <a:pt x="73" y="320"/>
                    <a:pt x="73" y="241"/>
                  </a:cubicBezTo>
                  <a:close/>
                </a:path>
              </a:pathLst>
            </a:custGeom>
            <a:solidFill>
              <a:srgbClr val="A8D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4" name="Oval 1053">
              <a:extLst>
                <a:ext uri="{FF2B5EF4-FFF2-40B4-BE49-F238E27FC236}">
                  <a16:creationId xmlns:a16="http://schemas.microsoft.com/office/drawing/2014/main" id="{E8232B27-C465-44CD-8A4A-A85E0D2D5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1" y="321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35" name="Oval 1054">
              <a:extLst>
                <a:ext uri="{FF2B5EF4-FFF2-40B4-BE49-F238E27FC236}">
                  <a16:creationId xmlns:a16="http://schemas.microsoft.com/office/drawing/2014/main" id="{F41BDC0F-5986-40A1-877E-64E52EB48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" y="320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36" name="Oval 1055">
              <a:extLst>
                <a:ext uri="{FF2B5EF4-FFF2-40B4-BE49-F238E27FC236}">
                  <a16:creationId xmlns:a16="http://schemas.microsoft.com/office/drawing/2014/main" id="{8490512A-0275-4AD8-8317-730510AEA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320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37" name="Oval 1056">
              <a:extLst>
                <a:ext uri="{FF2B5EF4-FFF2-40B4-BE49-F238E27FC236}">
                  <a16:creationId xmlns:a16="http://schemas.microsoft.com/office/drawing/2014/main" id="{B8B02F66-3540-4B8E-98BC-08E66D812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189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38" name="Oval 1057">
              <a:extLst>
                <a:ext uri="{FF2B5EF4-FFF2-40B4-BE49-F238E27FC236}">
                  <a16:creationId xmlns:a16="http://schemas.microsoft.com/office/drawing/2014/main" id="{EE97CA42-AE0F-434D-B436-D18B4958E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3124"/>
              <a:ext cx="34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39" name="Oval 1058">
              <a:extLst>
                <a:ext uri="{FF2B5EF4-FFF2-40B4-BE49-F238E27FC236}">
                  <a16:creationId xmlns:a16="http://schemas.microsoft.com/office/drawing/2014/main" id="{C627CCE2-CBD2-499B-91BB-FA21BDCC1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309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40" name="Freeform 1059">
              <a:extLst>
                <a:ext uri="{FF2B5EF4-FFF2-40B4-BE49-F238E27FC236}">
                  <a16:creationId xmlns:a16="http://schemas.microsoft.com/office/drawing/2014/main" id="{78304ADF-4FEA-469E-B899-20372E896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112"/>
              <a:ext cx="263" cy="245"/>
            </a:xfrm>
            <a:custGeom>
              <a:avLst/>
              <a:gdLst>
                <a:gd name="T0" fmla="*/ 92 w 443"/>
                <a:gd name="T1" fmla="*/ 59 h 388"/>
                <a:gd name="T2" fmla="*/ 46 w 443"/>
                <a:gd name="T3" fmla="*/ 98 h 388"/>
                <a:gd name="T4" fmla="*/ 0 w 443"/>
                <a:gd name="T5" fmla="*/ 59 h 388"/>
                <a:gd name="T6" fmla="*/ 45 w 443"/>
                <a:gd name="T7" fmla="*/ 0 h 388"/>
                <a:gd name="T8" fmla="*/ 92 w 443"/>
                <a:gd name="T9" fmla="*/ 59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3" h="388">
                  <a:moveTo>
                    <a:pt x="439" y="236"/>
                  </a:moveTo>
                  <a:cubicBezTo>
                    <a:pt x="443" y="320"/>
                    <a:pt x="341" y="388"/>
                    <a:pt x="220" y="388"/>
                  </a:cubicBezTo>
                  <a:cubicBezTo>
                    <a:pt x="98" y="388"/>
                    <a:pt x="0" y="320"/>
                    <a:pt x="0" y="236"/>
                  </a:cubicBezTo>
                  <a:cubicBezTo>
                    <a:pt x="0" y="89"/>
                    <a:pt x="169" y="129"/>
                    <a:pt x="216" y="0"/>
                  </a:cubicBezTo>
                  <a:cubicBezTo>
                    <a:pt x="263" y="129"/>
                    <a:pt x="432" y="76"/>
                    <a:pt x="439" y="236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1" name="Freeform 1060">
              <a:extLst>
                <a:ext uri="{FF2B5EF4-FFF2-40B4-BE49-F238E27FC236}">
                  <a16:creationId xmlns:a16="http://schemas.microsoft.com/office/drawing/2014/main" id="{B5D84A97-D74E-4B4D-99EA-0B6431613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3112"/>
              <a:ext cx="263" cy="245"/>
            </a:xfrm>
            <a:custGeom>
              <a:avLst/>
              <a:gdLst>
                <a:gd name="T0" fmla="*/ 92 w 443"/>
                <a:gd name="T1" fmla="*/ 59 h 388"/>
                <a:gd name="T2" fmla="*/ 46 w 443"/>
                <a:gd name="T3" fmla="*/ 98 h 388"/>
                <a:gd name="T4" fmla="*/ 0 w 443"/>
                <a:gd name="T5" fmla="*/ 59 h 388"/>
                <a:gd name="T6" fmla="*/ 45 w 443"/>
                <a:gd name="T7" fmla="*/ 0 h 388"/>
                <a:gd name="T8" fmla="*/ 92 w 443"/>
                <a:gd name="T9" fmla="*/ 59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3" h="388">
                  <a:moveTo>
                    <a:pt x="439" y="236"/>
                  </a:moveTo>
                  <a:cubicBezTo>
                    <a:pt x="443" y="320"/>
                    <a:pt x="341" y="388"/>
                    <a:pt x="220" y="388"/>
                  </a:cubicBezTo>
                  <a:cubicBezTo>
                    <a:pt x="98" y="388"/>
                    <a:pt x="0" y="320"/>
                    <a:pt x="0" y="236"/>
                  </a:cubicBezTo>
                  <a:cubicBezTo>
                    <a:pt x="0" y="89"/>
                    <a:pt x="169" y="129"/>
                    <a:pt x="216" y="0"/>
                  </a:cubicBezTo>
                  <a:cubicBezTo>
                    <a:pt x="263" y="129"/>
                    <a:pt x="432" y="76"/>
                    <a:pt x="439" y="236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2" name="Freeform 1061">
              <a:extLst>
                <a:ext uri="{FF2B5EF4-FFF2-40B4-BE49-F238E27FC236}">
                  <a16:creationId xmlns:a16="http://schemas.microsoft.com/office/drawing/2014/main" id="{3EB42478-7765-4B18-8692-10960DF4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624"/>
              <a:ext cx="174" cy="201"/>
            </a:xfrm>
            <a:custGeom>
              <a:avLst/>
              <a:gdLst>
                <a:gd name="T0" fmla="*/ 61 w 293"/>
                <a:gd name="T1" fmla="*/ 1 h 317"/>
                <a:gd name="T2" fmla="*/ 0 w 293"/>
                <a:gd name="T3" fmla="*/ 0 h 317"/>
                <a:gd name="T4" fmla="*/ 0 w 293"/>
                <a:gd name="T5" fmla="*/ 81 h 317"/>
                <a:gd name="T6" fmla="*/ 7 w 293"/>
                <a:gd name="T7" fmla="*/ 9 h 317"/>
                <a:gd name="T8" fmla="*/ 61 w 293"/>
                <a:gd name="T9" fmla="*/ 1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3" h="317">
                  <a:moveTo>
                    <a:pt x="293" y="2"/>
                  </a:moveTo>
                  <a:cubicBezTo>
                    <a:pt x="293" y="2"/>
                    <a:pt x="24" y="6"/>
                    <a:pt x="0" y="0"/>
                  </a:cubicBezTo>
                  <a:cubicBezTo>
                    <a:pt x="0" y="317"/>
                    <a:pt x="0" y="317"/>
                    <a:pt x="0" y="317"/>
                  </a:cubicBezTo>
                  <a:cubicBezTo>
                    <a:pt x="0" y="317"/>
                    <a:pt x="18" y="41"/>
                    <a:pt x="31" y="35"/>
                  </a:cubicBezTo>
                  <a:cubicBezTo>
                    <a:pt x="44" y="29"/>
                    <a:pt x="228" y="22"/>
                    <a:pt x="293" y="2"/>
                  </a:cubicBezTo>
                  <a:close/>
                </a:path>
              </a:pathLst>
            </a:custGeom>
            <a:solidFill>
              <a:srgbClr val="46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3" name="Line 1062">
              <a:extLst>
                <a:ext uri="{FF2B5EF4-FFF2-40B4-BE49-F238E27FC236}">
                  <a16:creationId xmlns:a16="http://schemas.microsoft.com/office/drawing/2014/main" id="{2B80920F-75A9-4186-958B-53503AB1E9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" y="3605"/>
              <a:ext cx="1" cy="296"/>
            </a:xfrm>
            <a:prstGeom prst="line">
              <a:avLst/>
            </a:prstGeom>
            <a:noFill/>
            <a:ln w="6350">
              <a:solidFill>
                <a:srgbClr val="01010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4" name="Line 1063">
              <a:extLst>
                <a:ext uri="{FF2B5EF4-FFF2-40B4-BE49-F238E27FC236}">
                  <a16:creationId xmlns:a16="http://schemas.microsoft.com/office/drawing/2014/main" id="{64C088D8-A7ED-4F8F-8889-BC206698F3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2" y="3605"/>
              <a:ext cx="1" cy="296"/>
            </a:xfrm>
            <a:prstGeom prst="line">
              <a:avLst/>
            </a:prstGeom>
            <a:noFill/>
            <a:ln w="6350">
              <a:solidFill>
                <a:srgbClr val="01010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5" name="Line 1064">
              <a:extLst>
                <a:ext uri="{FF2B5EF4-FFF2-40B4-BE49-F238E27FC236}">
                  <a16:creationId xmlns:a16="http://schemas.microsoft.com/office/drawing/2014/main" id="{924204AC-9652-4C34-8513-20A7BBB68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0" y="3605"/>
              <a:ext cx="1" cy="296"/>
            </a:xfrm>
            <a:prstGeom prst="line">
              <a:avLst/>
            </a:prstGeom>
            <a:noFill/>
            <a:ln w="6350">
              <a:solidFill>
                <a:srgbClr val="01010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6" name="Line 1065">
              <a:extLst>
                <a:ext uri="{FF2B5EF4-FFF2-40B4-BE49-F238E27FC236}">
                  <a16:creationId xmlns:a16="http://schemas.microsoft.com/office/drawing/2014/main" id="{78780995-E870-41D6-8208-EAE6865B0D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8" y="3605"/>
              <a:ext cx="1" cy="296"/>
            </a:xfrm>
            <a:prstGeom prst="line">
              <a:avLst/>
            </a:prstGeom>
            <a:noFill/>
            <a:ln w="6350">
              <a:solidFill>
                <a:srgbClr val="01010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7" name="Freeform 1066">
              <a:extLst>
                <a:ext uri="{FF2B5EF4-FFF2-40B4-BE49-F238E27FC236}">
                  <a16:creationId xmlns:a16="http://schemas.microsoft.com/office/drawing/2014/main" id="{AFFB3E85-EB2C-4B15-B648-9E2606D7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377"/>
              <a:ext cx="263" cy="252"/>
            </a:xfrm>
            <a:custGeom>
              <a:avLst/>
              <a:gdLst>
                <a:gd name="T0" fmla="*/ 92 w 443"/>
                <a:gd name="T1" fmla="*/ 80 h 399"/>
                <a:gd name="T2" fmla="*/ 46 w 443"/>
                <a:gd name="T3" fmla="*/ 97 h 399"/>
                <a:gd name="T4" fmla="*/ 0 w 443"/>
                <a:gd name="T5" fmla="*/ 80 h 399"/>
                <a:gd name="T6" fmla="*/ 45 w 443"/>
                <a:gd name="T7" fmla="*/ 0 h 399"/>
                <a:gd name="T8" fmla="*/ 92 w 443"/>
                <a:gd name="T9" fmla="*/ 80 h 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3" h="399">
                  <a:moveTo>
                    <a:pt x="439" y="316"/>
                  </a:moveTo>
                  <a:cubicBezTo>
                    <a:pt x="443" y="399"/>
                    <a:pt x="341" y="383"/>
                    <a:pt x="219" y="383"/>
                  </a:cubicBezTo>
                  <a:cubicBezTo>
                    <a:pt x="98" y="383"/>
                    <a:pt x="0" y="399"/>
                    <a:pt x="0" y="316"/>
                  </a:cubicBezTo>
                  <a:cubicBezTo>
                    <a:pt x="0" y="171"/>
                    <a:pt x="169" y="127"/>
                    <a:pt x="216" y="0"/>
                  </a:cubicBezTo>
                  <a:cubicBezTo>
                    <a:pt x="263" y="127"/>
                    <a:pt x="432" y="158"/>
                    <a:pt x="439" y="316"/>
                  </a:cubicBezTo>
                  <a:close/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8" name="Freeform 1067">
              <a:extLst>
                <a:ext uri="{FF2B5EF4-FFF2-40B4-BE49-F238E27FC236}">
                  <a16:creationId xmlns:a16="http://schemas.microsoft.com/office/drawing/2014/main" id="{A3CA7470-9A52-4EA2-8671-240DC184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377"/>
              <a:ext cx="151" cy="245"/>
            </a:xfrm>
            <a:custGeom>
              <a:avLst/>
              <a:gdLst>
                <a:gd name="T0" fmla="*/ 0 w 254"/>
                <a:gd name="T1" fmla="*/ 80 h 387"/>
                <a:gd name="T2" fmla="*/ 35 w 254"/>
                <a:gd name="T3" fmla="*/ 97 h 387"/>
                <a:gd name="T4" fmla="*/ 21 w 254"/>
                <a:gd name="T5" fmla="*/ 73 h 387"/>
                <a:gd name="T6" fmla="*/ 54 w 254"/>
                <a:gd name="T7" fmla="*/ 16 h 387"/>
                <a:gd name="T8" fmla="*/ 45 w 254"/>
                <a:gd name="T9" fmla="*/ 0 h 387"/>
                <a:gd name="T10" fmla="*/ 0 w 254"/>
                <a:gd name="T11" fmla="*/ 80 h 3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4" h="387">
                  <a:moveTo>
                    <a:pt x="0" y="316"/>
                  </a:moveTo>
                  <a:cubicBezTo>
                    <a:pt x="0" y="387"/>
                    <a:pt x="72" y="385"/>
                    <a:pt x="169" y="384"/>
                  </a:cubicBezTo>
                  <a:cubicBezTo>
                    <a:pt x="112" y="381"/>
                    <a:pt x="102" y="340"/>
                    <a:pt x="102" y="289"/>
                  </a:cubicBezTo>
                  <a:cubicBezTo>
                    <a:pt x="102" y="171"/>
                    <a:pt x="146" y="121"/>
                    <a:pt x="254" y="63"/>
                  </a:cubicBezTo>
                  <a:cubicBezTo>
                    <a:pt x="238" y="45"/>
                    <a:pt x="225" y="24"/>
                    <a:pt x="216" y="0"/>
                  </a:cubicBezTo>
                  <a:cubicBezTo>
                    <a:pt x="169" y="127"/>
                    <a:pt x="0" y="171"/>
                    <a:pt x="0" y="316"/>
                  </a:cubicBezTo>
                  <a:close/>
                </a:path>
              </a:pathLst>
            </a:custGeom>
            <a:solidFill>
              <a:srgbClr val="A8D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9" name="Freeform 1068">
              <a:extLst>
                <a:ext uri="{FF2B5EF4-FFF2-40B4-BE49-F238E27FC236}">
                  <a16:creationId xmlns:a16="http://schemas.microsoft.com/office/drawing/2014/main" id="{7B628940-B97A-4BE0-B0B5-B3903B08C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3460"/>
              <a:ext cx="127" cy="136"/>
            </a:xfrm>
            <a:custGeom>
              <a:avLst/>
              <a:gdLst>
                <a:gd name="T0" fmla="*/ 123 w 127"/>
                <a:gd name="T1" fmla="*/ 101 h 136"/>
                <a:gd name="T2" fmla="*/ 96 w 127"/>
                <a:gd name="T3" fmla="*/ 110 h 136"/>
                <a:gd name="T4" fmla="*/ 84 w 127"/>
                <a:gd name="T5" fmla="*/ 136 h 136"/>
                <a:gd name="T6" fmla="*/ 59 w 127"/>
                <a:gd name="T7" fmla="*/ 123 h 136"/>
                <a:gd name="T8" fmla="*/ 32 w 127"/>
                <a:gd name="T9" fmla="*/ 132 h 136"/>
                <a:gd name="T10" fmla="*/ 24 w 127"/>
                <a:gd name="T11" fmla="*/ 103 h 136"/>
                <a:gd name="T12" fmla="*/ 0 w 127"/>
                <a:gd name="T13" fmla="*/ 90 h 136"/>
                <a:gd name="T14" fmla="*/ 12 w 127"/>
                <a:gd name="T15" fmla="*/ 64 h 136"/>
                <a:gd name="T16" fmla="*/ 4 w 127"/>
                <a:gd name="T17" fmla="*/ 36 h 136"/>
                <a:gd name="T18" fmla="*/ 30 w 127"/>
                <a:gd name="T19" fmla="*/ 26 h 136"/>
                <a:gd name="T20" fmla="*/ 43 w 127"/>
                <a:gd name="T21" fmla="*/ 0 h 136"/>
                <a:gd name="T22" fmla="*/ 67 w 127"/>
                <a:gd name="T23" fmla="*/ 14 h 136"/>
                <a:gd name="T24" fmla="*/ 94 w 127"/>
                <a:gd name="T25" fmla="*/ 5 h 136"/>
                <a:gd name="T26" fmla="*/ 102 w 127"/>
                <a:gd name="T27" fmla="*/ 33 h 136"/>
                <a:gd name="T28" fmla="*/ 127 w 127"/>
                <a:gd name="T29" fmla="*/ 46 h 136"/>
                <a:gd name="T30" fmla="*/ 114 w 127"/>
                <a:gd name="T31" fmla="*/ 73 h 136"/>
                <a:gd name="T32" fmla="*/ 123 w 127"/>
                <a:gd name="T33" fmla="*/ 101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7" h="136">
                  <a:moveTo>
                    <a:pt x="123" y="101"/>
                  </a:moveTo>
                  <a:lnTo>
                    <a:pt x="96" y="110"/>
                  </a:lnTo>
                  <a:lnTo>
                    <a:pt x="84" y="136"/>
                  </a:lnTo>
                  <a:lnTo>
                    <a:pt x="59" y="123"/>
                  </a:lnTo>
                  <a:lnTo>
                    <a:pt x="32" y="132"/>
                  </a:lnTo>
                  <a:lnTo>
                    <a:pt x="24" y="103"/>
                  </a:lnTo>
                  <a:lnTo>
                    <a:pt x="0" y="90"/>
                  </a:lnTo>
                  <a:lnTo>
                    <a:pt x="12" y="64"/>
                  </a:lnTo>
                  <a:lnTo>
                    <a:pt x="4" y="36"/>
                  </a:lnTo>
                  <a:lnTo>
                    <a:pt x="30" y="26"/>
                  </a:lnTo>
                  <a:lnTo>
                    <a:pt x="43" y="0"/>
                  </a:lnTo>
                  <a:lnTo>
                    <a:pt x="67" y="14"/>
                  </a:lnTo>
                  <a:lnTo>
                    <a:pt x="94" y="5"/>
                  </a:lnTo>
                  <a:lnTo>
                    <a:pt x="102" y="33"/>
                  </a:lnTo>
                  <a:lnTo>
                    <a:pt x="127" y="46"/>
                  </a:lnTo>
                  <a:lnTo>
                    <a:pt x="114" y="73"/>
                  </a:lnTo>
                  <a:lnTo>
                    <a:pt x="123" y="101"/>
                  </a:lnTo>
                  <a:close/>
                </a:path>
              </a:pathLst>
            </a:custGeom>
            <a:solidFill>
              <a:srgbClr val="F8EA93"/>
            </a:solidFill>
            <a:ln w="6350" cap="flat">
              <a:solidFill>
                <a:srgbClr val="01010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50" name="Freeform 1069">
              <a:extLst>
                <a:ext uri="{FF2B5EF4-FFF2-40B4-BE49-F238E27FC236}">
                  <a16:creationId xmlns:a16="http://schemas.microsoft.com/office/drawing/2014/main" id="{20E58DEE-AD65-42A7-98EF-DDFF1D3CD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3479"/>
              <a:ext cx="99" cy="300"/>
            </a:xfrm>
            <a:custGeom>
              <a:avLst/>
              <a:gdLst>
                <a:gd name="T0" fmla="*/ 7 w 167"/>
                <a:gd name="T1" fmla="*/ 120 h 474"/>
                <a:gd name="T2" fmla="*/ 7 w 167"/>
                <a:gd name="T3" fmla="*/ 42 h 474"/>
                <a:gd name="T4" fmla="*/ 7 w 167"/>
                <a:gd name="T5" fmla="*/ 40 h 474"/>
                <a:gd name="T6" fmla="*/ 7 w 167"/>
                <a:gd name="T7" fmla="*/ 37 h 474"/>
                <a:gd name="T8" fmla="*/ 7 w 167"/>
                <a:gd name="T9" fmla="*/ 37 h 474"/>
                <a:gd name="T10" fmla="*/ 7 w 167"/>
                <a:gd name="T11" fmla="*/ 37 h 474"/>
                <a:gd name="T12" fmla="*/ 35 w 167"/>
                <a:gd name="T13" fmla="*/ 8 h 474"/>
                <a:gd name="T14" fmla="*/ 30 w 167"/>
                <a:gd name="T15" fmla="*/ 0 h 474"/>
                <a:gd name="T16" fmla="*/ 0 w 167"/>
                <a:gd name="T17" fmla="*/ 35 h 474"/>
                <a:gd name="T18" fmla="*/ 0 w 167"/>
                <a:gd name="T19" fmla="*/ 35 h 474"/>
                <a:gd name="T20" fmla="*/ 0 w 167"/>
                <a:gd name="T21" fmla="*/ 35 h 474"/>
                <a:gd name="T22" fmla="*/ 0 w 167"/>
                <a:gd name="T23" fmla="*/ 37 h 474"/>
                <a:gd name="T24" fmla="*/ 0 w 167"/>
                <a:gd name="T25" fmla="*/ 40 h 474"/>
                <a:gd name="T26" fmla="*/ 0 w 167"/>
                <a:gd name="T27" fmla="*/ 120 h 474"/>
                <a:gd name="T28" fmla="*/ 7 w 167"/>
                <a:gd name="T29" fmla="*/ 120 h 4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7" h="474">
                  <a:moveTo>
                    <a:pt x="36" y="474"/>
                  </a:moveTo>
                  <a:cubicBezTo>
                    <a:pt x="36" y="164"/>
                    <a:pt x="36" y="164"/>
                    <a:pt x="36" y="164"/>
                  </a:cubicBezTo>
                  <a:cubicBezTo>
                    <a:pt x="36" y="161"/>
                    <a:pt x="36" y="159"/>
                    <a:pt x="36" y="156"/>
                  </a:cubicBezTo>
                  <a:cubicBezTo>
                    <a:pt x="36" y="152"/>
                    <a:pt x="36" y="149"/>
                    <a:pt x="36" y="146"/>
                  </a:cubicBezTo>
                  <a:cubicBezTo>
                    <a:pt x="36" y="145"/>
                    <a:pt x="36" y="145"/>
                    <a:pt x="36" y="145"/>
                  </a:cubicBezTo>
                  <a:cubicBezTo>
                    <a:pt x="36" y="145"/>
                    <a:pt x="36" y="145"/>
                    <a:pt x="36" y="145"/>
                  </a:cubicBezTo>
                  <a:cubicBezTo>
                    <a:pt x="44" y="75"/>
                    <a:pt x="126" y="82"/>
                    <a:pt x="167" y="32"/>
                  </a:cubicBezTo>
                  <a:cubicBezTo>
                    <a:pt x="158" y="24"/>
                    <a:pt x="151" y="13"/>
                    <a:pt x="145" y="0"/>
                  </a:cubicBezTo>
                  <a:cubicBezTo>
                    <a:pt x="115" y="78"/>
                    <a:pt x="9" y="58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42"/>
                    <a:pt x="0" y="145"/>
                    <a:pt x="0" y="148"/>
                  </a:cubicBezTo>
                  <a:cubicBezTo>
                    <a:pt x="0" y="151"/>
                    <a:pt x="0" y="154"/>
                    <a:pt x="0" y="156"/>
                  </a:cubicBezTo>
                  <a:cubicBezTo>
                    <a:pt x="0" y="474"/>
                    <a:pt x="0" y="474"/>
                    <a:pt x="0" y="474"/>
                  </a:cubicBezTo>
                  <a:lnTo>
                    <a:pt x="36" y="474"/>
                  </a:lnTo>
                  <a:close/>
                </a:path>
              </a:pathLst>
            </a:custGeom>
            <a:solidFill>
              <a:srgbClr val="FCC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1" name="Freeform 1070">
              <a:extLst>
                <a:ext uri="{FF2B5EF4-FFF2-40B4-BE49-F238E27FC236}">
                  <a16:creationId xmlns:a16="http://schemas.microsoft.com/office/drawing/2014/main" id="{FE2D3B07-FF6F-4E30-BF05-A18033B62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479"/>
              <a:ext cx="176" cy="300"/>
            </a:xfrm>
            <a:custGeom>
              <a:avLst/>
              <a:gdLst>
                <a:gd name="T0" fmla="*/ 62 w 297"/>
                <a:gd name="T1" fmla="*/ 37 h 474"/>
                <a:gd name="T2" fmla="*/ 62 w 297"/>
                <a:gd name="T3" fmla="*/ 35 h 474"/>
                <a:gd name="T4" fmla="*/ 62 w 297"/>
                <a:gd name="T5" fmla="*/ 35 h 474"/>
                <a:gd name="T6" fmla="*/ 62 w 297"/>
                <a:gd name="T7" fmla="*/ 35 h 474"/>
                <a:gd name="T8" fmla="*/ 31 w 297"/>
                <a:gd name="T9" fmla="*/ 0 h 474"/>
                <a:gd name="T10" fmla="*/ 1 w 297"/>
                <a:gd name="T11" fmla="*/ 35 h 474"/>
                <a:gd name="T12" fmla="*/ 1 w 297"/>
                <a:gd name="T13" fmla="*/ 35 h 474"/>
                <a:gd name="T14" fmla="*/ 1 w 297"/>
                <a:gd name="T15" fmla="*/ 35 h 474"/>
                <a:gd name="T16" fmla="*/ 0 w 297"/>
                <a:gd name="T17" fmla="*/ 37 h 474"/>
                <a:gd name="T18" fmla="*/ 1 w 297"/>
                <a:gd name="T19" fmla="*/ 40 h 474"/>
                <a:gd name="T20" fmla="*/ 1 w 297"/>
                <a:gd name="T21" fmla="*/ 120 h 474"/>
                <a:gd name="T22" fmla="*/ 62 w 297"/>
                <a:gd name="T23" fmla="*/ 120 h 474"/>
                <a:gd name="T24" fmla="*/ 62 w 297"/>
                <a:gd name="T25" fmla="*/ 41 h 474"/>
                <a:gd name="T26" fmla="*/ 62 w 297"/>
                <a:gd name="T27" fmla="*/ 37 h 47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7" h="474">
                  <a:moveTo>
                    <a:pt x="296" y="148"/>
                  </a:moveTo>
                  <a:cubicBezTo>
                    <a:pt x="296" y="145"/>
                    <a:pt x="296" y="143"/>
                    <a:pt x="296" y="140"/>
                  </a:cubicBezTo>
                  <a:cubicBezTo>
                    <a:pt x="296" y="138"/>
                    <a:pt x="296" y="138"/>
                    <a:pt x="296" y="138"/>
                  </a:cubicBezTo>
                  <a:cubicBezTo>
                    <a:pt x="295" y="138"/>
                    <a:pt x="295" y="138"/>
                    <a:pt x="295" y="138"/>
                  </a:cubicBezTo>
                  <a:cubicBezTo>
                    <a:pt x="283" y="50"/>
                    <a:pt x="176" y="78"/>
                    <a:pt x="146" y="0"/>
                  </a:cubicBezTo>
                  <a:cubicBezTo>
                    <a:pt x="115" y="78"/>
                    <a:pt x="9" y="58"/>
                    <a:pt x="1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0" y="142"/>
                    <a:pt x="0" y="145"/>
                    <a:pt x="0" y="148"/>
                  </a:cubicBezTo>
                  <a:cubicBezTo>
                    <a:pt x="0" y="151"/>
                    <a:pt x="0" y="154"/>
                    <a:pt x="1" y="156"/>
                  </a:cubicBezTo>
                  <a:cubicBezTo>
                    <a:pt x="1" y="474"/>
                    <a:pt x="1" y="474"/>
                    <a:pt x="1" y="474"/>
                  </a:cubicBezTo>
                  <a:cubicBezTo>
                    <a:pt x="296" y="474"/>
                    <a:pt x="296" y="474"/>
                    <a:pt x="296" y="474"/>
                  </a:cubicBezTo>
                  <a:cubicBezTo>
                    <a:pt x="296" y="160"/>
                    <a:pt x="296" y="160"/>
                    <a:pt x="296" y="160"/>
                  </a:cubicBezTo>
                  <a:cubicBezTo>
                    <a:pt x="296" y="156"/>
                    <a:pt x="297" y="152"/>
                    <a:pt x="296" y="148"/>
                  </a:cubicBezTo>
                  <a:close/>
                </a:path>
              </a:pathLst>
            </a:custGeom>
            <a:noFill/>
            <a:ln w="12700" cap="flat">
              <a:solidFill>
                <a:srgbClr val="01010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2" name="Freeform 1071">
              <a:extLst>
                <a:ext uri="{FF2B5EF4-FFF2-40B4-BE49-F238E27FC236}">
                  <a16:creationId xmlns:a16="http://schemas.microsoft.com/office/drawing/2014/main" id="{D4E9841C-FBE8-474F-9274-00C738BF8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3479"/>
              <a:ext cx="175" cy="300"/>
            </a:xfrm>
            <a:custGeom>
              <a:avLst/>
              <a:gdLst>
                <a:gd name="T0" fmla="*/ 61 w 296"/>
                <a:gd name="T1" fmla="*/ 37 h 474"/>
                <a:gd name="T2" fmla="*/ 61 w 296"/>
                <a:gd name="T3" fmla="*/ 35 h 474"/>
                <a:gd name="T4" fmla="*/ 61 w 296"/>
                <a:gd name="T5" fmla="*/ 35 h 474"/>
                <a:gd name="T6" fmla="*/ 61 w 296"/>
                <a:gd name="T7" fmla="*/ 35 h 474"/>
                <a:gd name="T8" fmla="*/ 30 w 296"/>
                <a:gd name="T9" fmla="*/ 0 h 474"/>
                <a:gd name="T10" fmla="*/ 0 w 296"/>
                <a:gd name="T11" fmla="*/ 35 h 474"/>
                <a:gd name="T12" fmla="*/ 0 w 296"/>
                <a:gd name="T13" fmla="*/ 35 h 474"/>
                <a:gd name="T14" fmla="*/ 0 w 296"/>
                <a:gd name="T15" fmla="*/ 35 h 474"/>
                <a:gd name="T16" fmla="*/ 0 w 296"/>
                <a:gd name="T17" fmla="*/ 37 h 474"/>
                <a:gd name="T18" fmla="*/ 0 w 296"/>
                <a:gd name="T19" fmla="*/ 40 h 474"/>
                <a:gd name="T20" fmla="*/ 0 w 296"/>
                <a:gd name="T21" fmla="*/ 120 h 474"/>
                <a:gd name="T22" fmla="*/ 61 w 296"/>
                <a:gd name="T23" fmla="*/ 120 h 474"/>
                <a:gd name="T24" fmla="*/ 61 w 296"/>
                <a:gd name="T25" fmla="*/ 41 h 474"/>
                <a:gd name="T26" fmla="*/ 61 w 296"/>
                <a:gd name="T27" fmla="*/ 37 h 47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6" h="474">
                  <a:moveTo>
                    <a:pt x="296" y="148"/>
                  </a:moveTo>
                  <a:cubicBezTo>
                    <a:pt x="296" y="145"/>
                    <a:pt x="296" y="143"/>
                    <a:pt x="295" y="140"/>
                  </a:cubicBezTo>
                  <a:cubicBezTo>
                    <a:pt x="295" y="138"/>
                    <a:pt x="295" y="138"/>
                    <a:pt x="295" y="138"/>
                  </a:cubicBezTo>
                  <a:cubicBezTo>
                    <a:pt x="295" y="138"/>
                    <a:pt x="295" y="138"/>
                    <a:pt x="295" y="138"/>
                  </a:cubicBezTo>
                  <a:cubicBezTo>
                    <a:pt x="283" y="50"/>
                    <a:pt x="176" y="78"/>
                    <a:pt x="145" y="0"/>
                  </a:cubicBezTo>
                  <a:cubicBezTo>
                    <a:pt x="115" y="78"/>
                    <a:pt x="9" y="58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42"/>
                    <a:pt x="0" y="145"/>
                    <a:pt x="0" y="148"/>
                  </a:cubicBezTo>
                  <a:cubicBezTo>
                    <a:pt x="0" y="151"/>
                    <a:pt x="0" y="154"/>
                    <a:pt x="0" y="156"/>
                  </a:cubicBezTo>
                  <a:cubicBezTo>
                    <a:pt x="0" y="474"/>
                    <a:pt x="0" y="474"/>
                    <a:pt x="0" y="474"/>
                  </a:cubicBezTo>
                  <a:cubicBezTo>
                    <a:pt x="295" y="474"/>
                    <a:pt x="295" y="474"/>
                    <a:pt x="295" y="474"/>
                  </a:cubicBezTo>
                  <a:cubicBezTo>
                    <a:pt x="295" y="160"/>
                    <a:pt x="295" y="160"/>
                    <a:pt x="295" y="160"/>
                  </a:cubicBezTo>
                  <a:cubicBezTo>
                    <a:pt x="296" y="156"/>
                    <a:pt x="296" y="152"/>
                    <a:pt x="296" y="148"/>
                  </a:cubicBezTo>
                  <a:close/>
                </a:path>
              </a:pathLst>
            </a:custGeom>
            <a:noFill/>
            <a:ln w="12700" cap="flat">
              <a:solidFill>
                <a:srgbClr val="01010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3" name="Freeform 1072">
              <a:extLst>
                <a:ext uri="{FF2B5EF4-FFF2-40B4-BE49-F238E27FC236}">
                  <a16:creationId xmlns:a16="http://schemas.microsoft.com/office/drawing/2014/main" id="{47F153E2-5C4D-489C-8927-6A459041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327"/>
              <a:ext cx="203" cy="112"/>
            </a:xfrm>
            <a:custGeom>
              <a:avLst/>
              <a:gdLst>
                <a:gd name="T0" fmla="*/ 0 w 342"/>
                <a:gd name="T1" fmla="*/ 9 h 176"/>
                <a:gd name="T2" fmla="*/ 71 w 342"/>
                <a:gd name="T3" fmla="*/ 0 h 176"/>
                <a:gd name="T4" fmla="*/ 0 w 342"/>
                <a:gd name="T5" fmla="*/ 9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176">
                  <a:moveTo>
                    <a:pt x="0" y="34"/>
                  </a:moveTo>
                  <a:cubicBezTo>
                    <a:pt x="0" y="34"/>
                    <a:pt x="188" y="128"/>
                    <a:pt x="342" y="0"/>
                  </a:cubicBezTo>
                  <a:cubicBezTo>
                    <a:pt x="342" y="0"/>
                    <a:pt x="193" y="176"/>
                    <a:pt x="0" y="34"/>
                  </a:cubicBezTo>
                  <a:close/>
                </a:path>
              </a:pathLst>
            </a:custGeom>
            <a:solidFill>
              <a:srgbClr val="C7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4" name="Freeform 1073">
              <a:extLst>
                <a:ext uri="{FF2B5EF4-FFF2-40B4-BE49-F238E27FC236}">
                  <a16:creationId xmlns:a16="http://schemas.microsoft.com/office/drawing/2014/main" id="{921F1D99-282F-4EA1-B235-F7635FCDA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3327"/>
              <a:ext cx="203" cy="112"/>
            </a:xfrm>
            <a:custGeom>
              <a:avLst/>
              <a:gdLst>
                <a:gd name="T0" fmla="*/ 71 w 342"/>
                <a:gd name="T1" fmla="*/ 9 h 176"/>
                <a:gd name="T2" fmla="*/ 0 w 342"/>
                <a:gd name="T3" fmla="*/ 0 h 176"/>
                <a:gd name="T4" fmla="*/ 71 w 342"/>
                <a:gd name="T5" fmla="*/ 9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176">
                  <a:moveTo>
                    <a:pt x="342" y="34"/>
                  </a:moveTo>
                  <a:cubicBezTo>
                    <a:pt x="342" y="34"/>
                    <a:pt x="154" y="128"/>
                    <a:pt x="0" y="0"/>
                  </a:cubicBezTo>
                  <a:cubicBezTo>
                    <a:pt x="0" y="0"/>
                    <a:pt x="149" y="176"/>
                    <a:pt x="342" y="34"/>
                  </a:cubicBezTo>
                  <a:close/>
                </a:path>
              </a:pathLst>
            </a:custGeom>
            <a:solidFill>
              <a:srgbClr val="C7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5" name="Freeform 1074">
              <a:extLst>
                <a:ext uri="{FF2B5EF4-FFF2-40B4-BE49-F238E27FC236}">
                  <a16:creationId xmlns:a16="http://schemas.microsoft.com/office/drawing/2014/main" id="{2D689504-D434-431F-91CD-F96EB8AD2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3320"/>
              <a:ext cx="279" cy="100"/>
            </a:xfrm>
            <a:custGeom>
              <a:avLst/>
              <a:gdLst>
                <a:gd name="T0" fmla="*/ 0 w 470"/>
                <a:gd name="T1" fmla="*/ 0 h 159"/>
                <a:gd name="T2" fmla="*/ 99 w 470"/>
                <a:gd name="T3" fmla="*/ 1 h 159"/>
                <a:gd name="T4" fmla="*/ 0 w 470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0" h="159">
                  <a:moveTo>
                    <a:pt x="0" y="0"/>
                  </a:moveTo>
                  <a:cubicBezTo>
                    <a:pt x="0" y="0"/>
                    <a:pt x="210" y="123"/>
                    <a:pt x="470" y="5"/>
                  </a:cubicBezTo>
                  <a:cubicBezTo>
                    <a:pt x="470" y="5"/>
                    <a:pt x="241" y="159"/>
                    <a:pt x="0" y="0"/>
                  </a:cubicBezTo>
                  <a:close/>
                </a:path>
              </a:pathLst>
            </a:custGeom>
            <a:solidFill>
              <a:srgbClr val="C7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6" name="Freeform 1075">
              <a:extLst>
                <a:ext uri="{FF2B5EF4-FFF2-40B4-BE49-F238E27FC236}">
                  <a16:creationId xmlns:a16="http://schemas.microsoft.com/office/drawing/2014/main" id="{62763F21-FF5F-4C05-B7B8-C3F78068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3659"/>
              <a:ext cx="144" cy="107"/>
            </a:xfrm>
            <a:custGeom>
              <a:avLst/>
              <a:gdLst>
                <a:gd name="T0" fmla="*/ 0 w 144"/>
                <a:gd name="T1" fmla="*/ 107 h 107"/>
                <a:gd name="T2" fmla="*/ 0 w 144"/>
                <a:gd name="T3" fmla="*/ 87 h 107"/>
                <a:gd name="T4" fmla="*/ 144 w 144"/>
                <a:gd name="T5" fmla="*/ 0 h 107"/>
                <a:gd name="T6" fmla="*/ 144 w 144"/>
                <a:gd name="T7" fmla="*/ 23 h 107"/>
                <a:gd name="T8" fmla="*/ 0 w 144"/>
                <a:gd name="T9" fmla="*/ 10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07">
                  <a:moveTo>
                    <a:pt x="0" y="107"/>
                  </a:moveTo>
                  <a:lnTo>
                    <a:pt x="0" y="87"/>
                  </a:lnTo>
                  <a:lnTo>
                    <a:pt x="144" y="0"/>
                  </a:lnTo>
                  <a:lnTo>
                    <a:pt x="144" y="23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F9F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7" name="Freeform 1076">
              <a:extLst>
                <a:ext uri="{FF2B5EF4-FFF2-40B4-BE49-F238E27FC236}">
                  <a16:creationId xmlns:a16="http://schemas.microsoft.com/office/drawing/2014/main" id="{B544C8BD-D1F1-45AF-870D-E062DB4BB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3619"/>
              <a:ext cx="144" cy="108"/>
            </a:xfrm>
            <a:custGeom>
              <a:avLst/>
              <a:gdLst>
                <a:gd name="T0" fmla="*/ 0 w 144"/>
                <a:gd name="T1" fmla="*/ 108 h 108"/>
                <a:gd name="T2" fmla="*/ 0 w 144"/>
                <a:gd name="T3" fmla="*/ 87 h 108"/>
                <a:gd name="T4" fmla="*/ 144 w 144"/>
                <a:gd name="T5" fmla="*/ 0 h 108"/>
                <a:gd name="T6" fmla="*/ 144 w 144"/>
                <a:gd name="T7" fmla="*/ 23 h 108"/>
                <a:gd name="T8" fmla="*/ 0 w 144"/>
                <a:gd name="T9" fmla="*/ 108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08">
                  <a:moveTo>
                    <a:pt x="0" y="108"/>
                  </a:moveTo>
                  <a:lnTo>
                    <a:pt x="0" y="87"/>
                  </a:lnTo>
                  <a:lnTo>
                    <a:pt x="144" y="0"/>
                  </a:lnTo>
                  <a:lnTo>
                    <a:pt x="144" y="23"/>
                  </a:lnTo>
                  <a:lnTo>
                    <a:pt x="0" y="108"/>
                  </a:lnTo>
                  <a:close/>
                </a:path>
              </a:pathLst>
            </a:custGeom>
            <a:solidFill>
              <a:srgbClr val="F9F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8" name="Freeform 1077">
              <a:extLst>
                <a:ext uri="{FF2B5EF4-FFF2-40B4-BE49-F238E27FC236}">
                  <a16:creationId xmlns:a16="http://schemas.microsoft.com/office/drawing/2014/main" id="{1F5DA9AA-012D-4260-95EB-3B6AB801F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568"/>
              <a:ext cx="144" cy="93"/>
            </a:xfrm>
            <a:custGeom>
              <a:avLst/>
              <a:gdLst>
                <a:gd name="T0" fmla="*/ 0 w 144"/>
                <a:gd name="T1" fmla="*/ 93 h 93"/>
                <a:gd name="T2" fmla="*/ 0 w 144"/>
                <a:gd name="T3" fmla="*/ 87 h 93"/>
                <a:gd name="T4" fmla="*/ 144 w 144"/>
                <a:gd name="T5" fmla="*/ 0 h 93"/>
                <a:gd name="T6" fmla="*/ 144 w 144"/>
                <a:gd name="T7" fmla="*/ 9 h 93"/>
                <a:gd name="T8" fmla="*/ 0 w 144"/>
                <a:gd name="T9" fmla="*/ 9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93">
                  <a:moveTo>
                    <a:pt x="0" y="93"/>
                  </a:moveTo>
                  <a:lnTo>
                    <a:pt x="0" y="87"/>
                  </a:lnTo>
                  <a:lnTo>
                    <a:pt x="144" y="0"/>
                  </a:lnTo>
                  <a:lnTo>
                    <a:pt x="144" y="9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F9F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9" name="Freeform 1078">
              <a:extLst>
                <a:ext uri="{FF2B5EF4-FFF2-40B4-BE49-F238E27FC236}">
                  <a16:creationId xmlns:a16="http://schemas.microsoft.com/office/drawing/2014/main" id="{033336E8-732A-402B-B7E2-0CA541910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3659"/>
              <a:ext cx="143" cy="107"/>
            </a:xfrm>
            <a:custGeom>
              <a:avLst/>
              <a:gdLst>
                <a:gd name="T0" fmla="*/ 0 w 143"/>
                <a:gd name="T1" fmla="*/ 107 h 107"/>
                <a:gd name="T2" fmla="*/ 0 w 143"/>
                <a:gd name="T3" fmla="*/ 87 h 107"/>
                <a:gd name="T4" fmla="*/ 143 w 143"/>
                <a:gd name="T5" fmla="*/ 0 h 107"/>
                <a:gd name="T6" fmla="*/ 143 w 143"/>
                <a:gd name="T7" fmla="*/ 23 h 107"/>
                <a:gd name="T8" fmla="*/ 0 w 143"/>
                <a:gd name="T9" fmla="*/ 10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07">
                  <a:moveTo>
                    <a:pt x="0" y="107"/>
                  </a:moveTo>
                  <a:lnTo>
                    <a:pt x="0" y="87"/>
                  </a:lnTo>
                  <a:lnTo>
                    <a:pt x="143" y="0"/>
                  </a:lnTo>
                  <a:lnTo>
                    <a:pt x="143" y="23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F9F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0" name="Freeform 1079">
              <a:extLst>
                <a:ext uri="{FF2B5EF4-FFF2-40B4-BE49-F238E27FC236}">
                  <a16:creationId xmlns:a16="http://schemas.microsoft.com/office/drawing/2014/main" id="{55B6183A-1372-4C30-9F99-A78633F8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3619"/>
              <a:ext cx="143" cy="108"/>
            </a:xfrm>
            <a:custGeom>
              <a:avLst/>
              <a:gdLst>
                <a:gd name="T0" fmla="*/ 0 w 143"/>
                <a:gd name="T1" fmla="*/ 108 h 108"/>
                <a:gd name="T2" fmla="*/ 0 w 143"/>
                <a:gd name="T3" fmla="*/ 87 h 108"/>
                <a:gd name="T4" fmla="*/ 143 w 143"/>
                <a:gd name="T5" fmla="*/ 0 h 108"/>
                <a:gd name="T6" fmla="*/ 143 w 143"/>
                <a:gd name="T7" fmla="*/ 23 h 108"/>
                <a:gd name="T8" fmla="*/ 0 w 143"/>
                <a:gd name="T9" fmla="*/ 108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08">
                  <a:moveTo>
                    <a:pt x="0" y="108"/>
                  </a:moveTo>
                  <a:lnTo>
                    <a:pt x="0" y="87"/>
                  </a:lnTo>
                  <a:lnTo>
                    <a:pt x="143" y="0"/>
                  </a:lnTo>
                  <a:lnTo>
                    <a:pt x="143" y="23"/>
                  </a:lnTo>
                  <a:lnTo>
                    <a:pt x="0" y="108"/>
                  </a:lnTo>
                  <a:close/>
                </a:path>
              </a:pathLst>
            </a:custGeom>
            <a:solidFill>
              <a:srgbClr val="F9F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1" name="Freeform 1080">
              <a:extLst>
                <a:ext uri="{FF2B5EF4-FFF2-40B4-BE49-F238E27FC236}">
                  <a16:creationId xmlns:a16="http://schemas.microsoft.com/office/drawing/2014/main" id="{87B55C7D-5028-41CD-9A37-30C824E11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3568"/>
              <a:ext cx="144" cy="93"/>
            </a:xfrm>
            <a:custGeom>
              <a:avLst/>
              <a:gdLst>
                <a:gd name="T0" fmla="*/ 0 w 144"/>
                <a:gd name="T1" fmla="*/ 93 h 93"/>
                <a:gd name="T2" fmla="*/ 0 w 144"/>
                <a:gd name="T3" fmla="*/ 87 h 93"/>
                <a:gd name="T4" fmla="*/ 144 w 144"/>
                <a:gd name="T5" fmla="*/ 0 h 93"/>
                <a:gd name="T6" fmla="*/ 144 w 144"/>
                <a:gd name="T7" fmla="*/ 9 h 93"/>
                <a:gd name="T8" fmla="*/ 0 w 144"/>
                <a:gd name="T9" fmla="*/ 9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93">
                  <a:moveTo>
                    <a:pt x="0" y="93"/>
                  </a:moveTo>
                  <a:lnTo>
                    <a:pt x="0" y="87"/>
                  </a:lnTo>
                  <a:lnTo>
                    <a:pt x="144" y="0"/>
                  </a:lnTo>
                  <a:lnTo>
                    <a:pt x="144" y="9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F9F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2" name="Line 1081">
              <a:extLst>
                <a:ext uri="{FF2B5EF4-FFF2-40B4-BE49-F238E27FC236}">
                  <a16:creationId xmlns:a16="http://schemas.microsoft.com/office/drawing/2014/main" id="{87FB77A9-65B2-4FCD-BBE8-064A3260DD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3297"/>
              <a:ext cx="1" cy="78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3" name="Line 1082">
              <a:extLst>
                <a:ext uri="{FF2B5EF4-FFF2-40B4-BE49-F238E27FC236}">
                  <a16:creationId xmlns:a16="http://schemas.microsoft.com/office/drawing/2014/main" id="{C6B93219-D4FE-4833-8B24-C87B2BE8C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2" y="3297"/>
              <a:ext cx="1" cy="78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4" name="Freeform 1083">
              <a:extLst>
                <a:ext uri="{FF2B5EF4-FFF2-40B4-BE49-F238E27FC236}">
                  <a16:creationId xmlns:a16="http://schemas.microsoft.com/office/drawing/2014/main" id="{99E9FE55-65A4-4B8E-9742-F1E14658D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312"/>
              <a:ext cx="18" cy="63"/>
            </a:xfrm>
            <a:custGeom>
              <a:avLst/>
              <a:gdLst>
                <a:gd name="T0" fmla="*/ 0 w 30"/>
                <a:gd name="T1" fmla="*/ 0 h 100"/>
                <a:gd name="T2" fmla="*/ 0 w 30"/>
                <a:gd name="T3" fmla="*/ 25 h 100"/>
                <a:gd name="T4" fmla="*/ 0 w 30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00">
                  <a:moveTo>
                    <a:pt x="0" y="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30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5" name="Freeform 1084">
              <a:extLst>
                <a:ext uri="{FF2B5EF4-FFF2-40B4-BE49-F238E27FC236}">
                  <a16:creationId xmlns:a16="http://schemas.microsoft.com/office/drawing/2014/main" id="{2ADB7DAD-A192-4F98-8A6B-06C921EBD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3319"/>
              <a:ext cx="11" cy="56"/>
            </a:xfrm>
            <a:custGeom>
              <a:avLst/>
              <a:gdLst>
                <a:gd name="T0" fmla="*/ 0 w 18"/>
                <a:gd name="T1" fmla="*/ 22 h 89"/>
                <a:gd name="T2" fmla="*/ 0 w 18"/>
                <a:gd name="T3" fmla="*/ 0 h 89"/>
                <a:gd name="T4" fmla="*/ 0 w 18"/>
                <a:gd name="T5" fmla="*/ 22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9">
                  <a:moveTo>
                    <a:pt x="0" y="8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8" y="34"/>
                    <a:pt x="0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6" name="Freeform 1085">
              <a:extLst>
                <a:ext uri="{FF2B5EF4-FFF2-40B4-BE49-F238E27FC236}">
                  <a16:creationId xmlns:a16="http://schemas.microsoft.com/office/drawing/2014/main" id="{7147EDEF-E533-476C-A5E3-B169E5C4B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3354"/>
              <a:ext cx="21" cy="540"/>
            </a:xfrm>
            <a:custGeom>
              <a:avLst/>
              <a:gdLst>
                <a:gd name="T0" fmla="*/ 0 w 21"/>
                <a:gd name="T1" fmla="*/ 0 h 540"/>
                <a:gd name="T2" fmla="*/ 0 w 21"/>
                <a:gd name="T3" fmla="*/ 540 h 540"/>
                <a:gd name="T4" fmla="*/ 21 w 21"/>
                <a:gd name="T5" fmla="*/ 540 h 540"/>
                <a:gd name="T6" fmla="*/ 0 w 21"/>
                <a:gd name="T7" fmla="*/ 0 h 5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40">
                  <a:moveTo>
                    <a:pt x="0" y="0"/>
                  </a:moveTo>
                  <a:lnTo>
                    <a:pt x="0" y="540"/>
                  </a:lnTo>
                  <a:lnTo>
                    <a:pt x="21" y="5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7" name="Freeform 1086">
              <a:extLst>
                <a:ext uri="{FF2B5EF4-FFF2-40B4-BE49-F238E27FC236}">
                  <a16:creationId xmlns:a16="http://schemas.microsoft.com/office/drawing/2014/main" id="{F1394862-0933-4106-8926-04A14DCA1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375"/>
              <a:ext cx="263" cy="253"/>
            </a:xfrm>
            <a:custGeom>
              <a:avLst/>
              <a:gdLst>
                <a:gd name="T0" fmla="*/ 92 w 443"/>
                <a:gd name="T1" fmla="*/ 80 h 400"/>
                <a:gd name="T2" fmla="*/ 46 w 443"/>
                <a:gd name="T3" fmla="*/ 97 h 400"/>
                <a:gd name="T4" fmla="*/ 0 w 443"/>
                <a:gd name="T5" fmla="*/ 80 h 400"/>
                <a:gd name="T6" fmla="*/ 45 w 443"/>
                <a:gd name="T7" fmla="*/ 0 h 400"/>
                <a:gd name="T8" fmla="*/ 92 w 443"/>
                <a:gd name="T9" fmla="*/ 80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3" h="400">
                  <a:moveTo>
                    <a:pt x="439" y="317"/>
                  </a:moveTo>
                  <a:cubicBezTo>
                    <a:pt x="443" y="400"/>
                    <a:pt x="341" y="384"/>
                    <a:pt x="219" y="384"/>
                  </a:cubicBezTo>
                  <a:cubicBezTo>
                    <a:pt x="98" y="384"/>
                    <a:pt x="0" y="400"/>
                    <a:pt x="0" y="317"/>
                  </a:cubicBezTo>
                  <a:cubicBezTo>
                    <a:pt x="0" y="172"/>
                    <a:pt x="169" y="128"/>
                    <a:pt x="216" y="0"/>
                  </a:cubicBezTo>
                  <a:cubicBezTo>
                    <a:pt x="263" y="128"/>
                    <a:pt x="432" y="159"/>
                    <a:pt x="439" y="317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8" name="Oval 1087">
              <a:extLst>
                <a:ext uri="{FF2B5EF4-FFF2-40B4-BE49-F238E27FC236}">
                  <a16:creationId xmlns:a16="http://schemas.microsoft.com/office/drawing/2014/main" id="{FF1D6FCC-F1DC-4E7A-A4EE-A48CBCA62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3582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69" name="Oval 1088">
              <a:extLst>
                <a:ext uri="{FF2B5EF4-FFF2-40B4-BE49-F238E27FC236}">
                  <a16:creationId xmlns:a16="http://schemas.microsoft.com/office/drawing/2014/main" id="{7705CCDE-F4B5-47CF-9976-386E61B9D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7" y="3562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70" name="Freeform 1089">
              <a:extLst>
                <a:ext uri="{FF2B5EF4-FFF2-40B4-BE49-F238E27FC236}">
                  <a16:creationId xmlns:a16="http://schemas.microsoft.com/office/drawing/2014/main" id="{AD76FA62-56F7-4D7F-9051-5E8016CAF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573"/>
              <a:ext cx="8" cy="199"/>
            </a:xfrm>
            <a:custGeom>
              <a:avLst/>
              <a:gdLst>
                <a:gd name="T0" fmla="*/ 0 w 13"/>
                <a:gd name="T1" fmla="*/ 0 h 314"/>
                <a:gd name="T2" fmla="*/ 0 w 13"/>
                <a:gd name="T3" fmla="*/ 80 h 314"/>
                <a:gd name="T4" fmla="*/ 0 w 13"/>
                <a:gd name="T5" fmla="*/ 0 h 3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4">
                  <a:moveTo>
                    <a:pt x="0" y="0"/>
                  </a:moveTo>
                  <a:cubicBezTo>
                    <a:pt x="0" y="314"/>
                    <a:pt x="0" y="314"/>
                    <a:pt x="0" y="314"/>
                  </a:cubicBezTo>
                  <a:cubicBezTo>
                    <a:pt x="0" y="314"/>
                    <a:pt x="13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1" name="Freeform 1090">
              <a:extLst>
                <a:ext uri="{FF2B5EF4-FFF2-40B4-BE49-F238E27FC236}">
                  <a16:creationId xmlns:a16="http://schemas.microsoft.com/office/drawing/2014/main" id="{43D75762-E7CA-40D6-A6B5-542841D31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3578"/>
              <a:ext cx="7" cy="193"/>
            </a:xfrm>
            <a:custGeom>
              <a:avLst/>
              <a:gdLst>
                <a:gd name="T0" fmla="*/ 0 w 11"/>
                <a:gd name="T1" fmla="*/ 0 h 305"/>
                <a:gd name="T2" fmla="*/ 0 w 11"/>
                <a:gd name="T3" fmla="*/ 77 h 305"/>
                <a:gd name="T4" fmla="*/ 0 w 11"/>
                <a:gd name="T5" fmla="*/ 0 h 3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5">
                  <a:moveTo>
                    <a:pt x="0" y="0"/>
                  </a:moveTo>
                  <a:cubicBezTo>
                    <a:pt x="0" y="305"/>
                    <a:pt x="0" y="305"/>
                    <a:pt x="0" y="305"/>
                  </a:cubicBezTo>
                  <a:cubicBezTo>
                    <a:pt x="0" y="305"/>
                    <a:pt x="11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2" name="Freeform 1091">
              <a:extLst>
                <a:ext uri="{FF2B5EF4-FFF2-40B4-BE49-F238E27FC236}">
                  <a16:creationId xmlns:a16="http://schemas.microsoft.com/office/drawing/2014/main" id="{E36D6C8B-4FA4-4E40-9065-FCDC1D4F3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181"/>
              <a:ext cx="78" cy="117"/>
            </a:xfrm>
            <a:custGeom>
              <a:avLst/>
              <a:gdLst>
                <a:gd name="T0" fmla="*/ 3 w 131"/>
                <a:gd name="T1" fmla="*/ 3 h 185"/>
                <a:gd name="T2" fmla="*/ 25 w 131"/>
                <a:gd name="T3" fmla="*/ 23 h 185"/>
                <a:gd name="T4" fmla="*/ 18 w 131"/>
                <a:gd name="T5" fmla="*/ 45 h 185"/>
                <a:gd name="T6" fmla="*/ 10 w 131"/>
                <a:gd name="T7" fmla="*/ 25 h 185"/>
                <a:gd name="T8" fmla="*/ 1 w 131"/>
                <a:gd name="T9" fmla="*/ 3 h 185"/>
                <a:gd name="T10" fmla="*/ 3 w 131"/>
                <a:gd name="T11" fmla="*/ 3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185">
                  <a:moveTo>
                    <a:pt x="14" y="12"/>
                  </a:moveTo>
                  <a:cubicBezTo>
                    <a:pt x="43" y="0"/>
                    <a:pt x="107" y="67"/>
                    <a:pt x="118" y="93"/>
                  </a:cubicBezTo>
                  <a:cubicBezTo>
                    <a:pt x="131" y="124"/>
                    <a:pt x="128" y="174"/>
                    <a:pt x="88" y="179"/>
                  </a:cubicBezTo>
                  <a:cubicBezTo>
                    <a:pt x="39" y="185"/>
                    <a:pt x="65" y="129"/>
                    <a:pt x="48" y="100"/>
                  </a:cubicBezTo>
                  <a:cubicBezTo>
                    <a:pt x="30" y="71"/>
                    <a:pt x="0" y="49"/>
                    <a:pt x="7" y="10"/>
                  </a:cubicBezTo>
                  <a:cubicBezTo>
                    <a:pt x="9" y="9"/>
                    <a:pt x="11" y="10"/>
                    <a:pt x="14" y="10"/>
                  </a:cubicBezTo>
                </a:path>
              </a:pathLst>
            </a:custGeom>
            <a:solidFill>
              <a:srgbClr val="43B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3" name="Freeform 1092">
              <a:extLst>
                <a:ext uri="{FF2B5EF4-FFF2-40B4-BE49-F238E27FC236}">
                  <a16:creationId xmlns:a16="http://schemas.microsoft.com/office/drawing/2014/main" id="{1A5A2D5D-33F6-40F7-9E64-79D001A7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181"/>
              <a:ext cx="77" cy="117"/>
            </a:xfrm>
            <a:custGeom>
              <a:avLst/>
              <a:gdLst>
                <a:gd name="T0" fmla="*/ 3 w 131"/>
                <a:gd name="T1" fmla="*/ 3 h 185"/>
                <a:gd name="T2" fmla="*/ 24 w 131"/>
                <a:gd name="T3" fmla="*/ 23 h 185"/>
                <a:gd name="T4" fmla="*/ 18 w 131"/>
                <a:gd name="T5" fmla="*/ 45 h 185"/>
                <a:gd name="T6" fmla="*/ 9 w 131"/>
                <a:gd name="T7" fmla="*/ 25 h 185"/>
                <a:gd name="T8" fmla="*/ 1 w 131"/>
                <a:gd name="T9" fmla="*/ 3 h 185"/>
                <a:gd name="T10" fmla="*/ 3 w 131"/>
                <a:gd name="T11" fmla="*/ 3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185">
                  <a:moveTo>
                    <a:pt x="13" y="12"/>
                  </a:moveTo>
                  <a:cubicBezTo>
                    <a:pt x="43" y="0"/>
                    <a:pt x="107" y="67"/>
                    <a:pt x="118" y="93"/>
                  </a:cubicBezTo>
                  <a:cubicBezTo>
                    <a:pt x="131" y="124"/>
                    <a:pt x="128" y="174"/>
                    <a:pt x="87" y="179"/>
                  </a:cubicBezTo>
                  <a:cubicBezTo>
                    <a:pt x="38" y="185"/>
                    <a:pt x="65" y="129"/>
                    <a:pt x="47" y="100"/>
                  </a:cubicBezTo>
                  <a:cubicBezTo>
                    <a:pt x="30" y="71"/>
                    <a:pt x="0" y="49"/>
                    <a:pt x="6" y="10"/>
                  </a:cubicBezTo>
                  <a:cubicBezTo>
                    <a:pt x="9" y="9"/>
                    <a:pt x="11" y="10"/>
                    <a:pt x="13" y="10"/>
                  </a:cubicBezTo>
                </a:path>
              </a:pathLst>
            </a:custGeom>
            <a:solidFill>
              <a:srgbClr val="43B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4" name="Freeform 1093">
              <a:extLst>
                <a:ext uri="{FF2B5EF4-FFF2-40B4-BE49-F238E27FC236}">
                  <a16:creationId xmlns:a16="http://schemas.microsoft.com/office/drawing/2014/main" id="{29266856-5813-4865-9F9E-6C238CB2A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3074"/>
              <a:ext cx="96" cy="138"/>
            </a:xfrm>
            <a:custGeom>
              <a:avLst/>
              <a:gdLst>
                <a:gd name="T0" fmla="*/ 2 w 162"/>
                <a:gd name="T1" fmla="*/ 3 h 218"/>
                <a:gd name="T2" fmla="*/ 22 w 162"/>
                <a:gd name="T3" fmla="*/ 11 h 218"/>
                <a:gd name="T4" fmla="*/ 33 w 162"/>
                <a:gd name="T5" fmla="*/ 27 h 218"/>
                <a:gd name="T6" fmla="*/ 31 w 162"/>
                <a:gd name="T7" fmla="*/ 40 h 218"/>
                <a:gd name="T8" fmla="*/ 26 w 162"/>
                <a:gd name="T9" fmla="*/ 44 h 218"/>
                <a:gd name="T10" fmla="*/ 21 w 162"/>
                <a:gd name="T11" fmla="*/ 52 h 218"/>
                <a:gd name="T12" fmla="*/ 15 w 162"/>
                <a:gd name="T13" fmla="*/ 41 h 218"/>
                <a:gd name="T14" fmla="*/ 10 w 162"/>
                <a:gd name="T15" fmla="*/ 23 h 218"/>
                <a:gd name="T16" fmla="*/ 1 w 162"/>
                <a:gd name="T17" fmla="*/ 2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2" h="218">
                  <a:moveTo>
                    <a:pt x="9" y="13"/>
                  </a:moveTo>
                  <a:cubicBezTo>
                    <a:pt x="25" y="0"/>
                    <a:pt x="88" y="33"/>
                    <a:pt x="106" y="44"/>
                  </a:cubicBezTo>
                  <a:cubicBezTo>
                    <a:pt x="129" y="59"/>
                    <a:pt x="148" y="79"/>
                    <a:pt x="155" y="106"/>
                  </a:cubicBezTo>
                  <a:cubicBezTo>
                    <a:pt x="160" y="123"/>
                    <a:pt x="162" y="141"/>
                    <a:pt x="151" y="156"/>
                  </a:cubicBezTo>
                  <a:cubicBezTo>
                    <a:pt x="144" y="166"/>
                    <a:pt x="136" y="167"/>
                    <a:pt x="127" y="174"/>
                  </a:cubicBezTo>
                  <a:cubicBezTo>
                    <a:pt x="118" y="182"/>
                    <a:pt x="113" y="197"/>
                    <a:pt x="103" y="203"/>
                  </a:cubicBezTo>
                  <a:cubicBezTo>
                    <a:pt x="77" y="218"/>
                    <a:pt x="75" y="181"/>
                    <a:pt x="71" y="162"/>
                  </a:cubicBezTo>
                  <a:cubicBezTo>
                    <a:pt x="66" y="138"/>
                    <a:pt x="56" y="115"/>
                    <a:pt x="48" y="92"/>
                  </a:cubicBezTo>
                  <a:cubicBezTo>
                    <a:pt x="41" y="74"/>
                    <a:pt x="0" y="19"/>
                    <a:pt x="5" y="7"/>
                  </a:cubicBezTo>
                </a:path>
              </a:pathLst>
            </a:custGeom>
            <a:solidFill>
              <a:srgbClr val="7BC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5" name="Freeform 1094">
              <a:extLst>
                <a:ext uri="{FF2B5EF4-FFF2-40B4-BE49-F238E27FC236}">
                  <a16:creationId xmlns:a16="http://schemas.microsoft.com/office/drawing/2014/main" id="{A7E1F258-EE07-457A-9EB3-2027141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091"/>
              <a:ext cx="151" cy="183"/>
            </a:xfrm>
            <a:custGeom>
              <a:avLst/>
              <a:gdLst>
                <a:gd name="T0" fmla="*/ 54 w 253"/>
                <a:gd name="T1" fmla="*/ 0 h 289"/>
                <a:gd name="T2" fmla="*/ 4 w 253"/>
                <a:gd name="T3" fmla="*/ 49 h 289"/>
                <a:gd name="T4" fmla="*/ 30 w 253"/>
                <a:gd name="T5" fmla="*/ 55 h 289"/>
                <a:gd name="T6" fmla="*/ 18 w 253"/>
                <a:gd name="T7" fmla="*/ 73 h 289"/>
                <a:gd name="T8" fmla="*/ 39 w 253"/>
                <a:gd name="T9" fmla="*/ 49 h 289"/>
                <a:gd name="T10" fmla="*/ 8 w 253"/>
                <a:gd name="T11" fmla="*/ 49 h 289"/>
                <a:gd name="T12" fmla="*/ 54 w 253"/>
                <a:gd name="T13" fmla="*/ 0 h 2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3" h="289">
                  <a:moveTo>
                    <a:pt x="253" y="0"/>
                  </a:moveTo>
                  <a:cubicBezTo>
                    <a:pt x="253" y="0"/>
                    <a:pt x="0" y="95"/>
                    <a:pt x="18" y="191"/>
                  </a:cubicBezTo>
                  <a:cubicBezTo>
                    <a:pt x="37" y="286"/>
                    <a:pt x="127" y="185"/>
                    <a:pt x="140" y="218"/>
                  </a:cubicBezTo>
                  <a:cubicBezTo>
                    <a:pt x="152" y="252"/>
                    <a:pt x="86" y="289"/>
                    <a:pt x="86" y="289"/>
                  </a:cubicBezTo>
                  <a:cubicBezTo>
                    <a:pt x="86" y="289"/>
                    <a:pt x="196" y="234"/>
                    <a:pt x="183" y="194"/>
                  </a:cubicBezTo>
                  <a:cubicBezTo>
                    <a:pt x="169" y="154"/>
                    <a:pt x="49" y="235"/>
                    <a:pt x="39" y="193"/>
                  </a:cubicBezTo>
                  <a:cubicBezTo>
                    <a:pt x="19" y="112"/>
                    <a:pt x="253" y="0"/>
                    <a:pt x="2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6" name="Freeform 1095">
              <a:extLst>
                <a:ext uri="{FF2B5EF4-FFF2-40B4-BE49-F238E27FC236}">
                  <a16:creationId xmlns:a16="http://schemas.microsoft.com/office/drawing/2014/main" id="{9A63FC52-FB74-4BFC-AEFE-B83A4F46E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081"/>
              <a:ext cx="165" cy="192"/>
            </a:xfrm>
            <a:custGeom>
              <a:avLst/>
              <a:gdLst>
                <a:gd name="T0" fmla="*/ 3 w 279"/>
                <a:gd name="T1" fmla="*/ 0 h 303"/>
                <a:gd name="T2" fmla="*/ 9 w 279"/>
                <a:gd name="T3" fmla="*/ 3 h 303"/>
                <a:gd name="T4" fmla="*/ 12 w 279"/>
                <a:gd name="T5" fmla="*/ 63 h 303"/>
                <a:gd name="T6" fmla="*/ 27 w 279"/>
                <a:gd name="T7" fmla="*/ 27 h 303"/>
                <a:gd name="T8" fmla="*/ 31 w 279"/>
                <a:gd name="T9" fmla="*/ 43 h 303"/>
                <a:gd name="T10" fmla="*/ 37 w 279"/>
                <a:gd name="T11" fmla="*/ 27 h 303"/>
                <a:gd name="T12" fmla="*/ 41 w 279"/>
                <a:gd name="T13" fmla="*/ 48 h 303"/>
                <a:gd name="T14" fmla="*/ 43 w 279"/>
                <a:gd name="T15" fmla="*/ 37 h 303"/>
                <a:gd name="T16" fmla="*/ 44 w 279"/>
                <a:gd name="T17" fmla="*/ 53 h 303"/>
                <a:gd name="T18" fmla="*/ 35 w 279"/>
                <a:gd name="T19" fmla="*/ 48 h 303"/>
                <a:gd name="T20" fmla="*/ 27 w 279"/>
                <a:gd name="T21" fmla="*/ 48 h 303"/>
                <a:gd name="T22" fmla="*/ 11 w 279"/>
                <a:gd name="T23" fmla="*/ 76 h 303"/>
                <a:gd name="T24" fmla="*/ 3 w 279"/>
                <a:gd name="T25" fmla="*/ 0 h 3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03">
                  <a:moveTo>
                    <a:pt x="15" y="0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3" y="255"/>
                    <a:pt x="61" y="250"/>
                  </a:cubicBezTo>
                  <a:cubicBezTo>
                    <a:pt x="120" y="246"/>
                    <a:pt x="129" y="104"/>
                    <a:pt x="129" y="104"/>
                  </a:cubicBezTo>
                  <a:cubicBezTo>
                    <a:pt x="129" y="104"/>
                    <a:pt x="126" y="166"/>
                    <a:pt x="148" y="169"/>
                  </a:cubicBezTo>
                  <a:cubicBezTo>
                    <a:pt x="169" y="172"/>
                    <a:pt x="178" y="107"/>
                    <a:pt x="178" y="107"/>
                  </a:cubicBezTo>
                  <a:cubicBezTo>
                    <a:pt x="178" y="107"/>
                    <a:pt x="180" y="190"/>
                    <a:pt x="201" y="187"/>
                  </a:cubicBezTo>
                  <a:cubicBezTo>
                    <a:pt x="223" y="184"/>
                    <a:pt x="238" y="158"/>
                    <a:pt x="208" y="143"/>
                  </a:cubicBezTo>
                  <a:cubicBezTo>
                    <a:pt x="208" y="143"/>
                    <a:pt x="279" y="153"/>
                    <a:pt x="214" y="209"/>
                  </a:cubicBezTo>
                  <a:cubicBezTo>
                    <a:pt x="169" y="247"/>
                    <a:pt x="168" y="186"/>
                    <a:pt x="168" y="186"/>
                  </a:cubicBezTo>
                  <a:cubicBezTo>
                    <a:pt x="168" y="186"/>
                    <a:pt x="137" y="253"/>
                    <a:pt x="128" y="190"/>
                  </a:cubicBezTo>
                  <a:cubicBezTo>
                    <a:pt x="128" y="190"/>
                    <a:pt x="92" y="303"/>
                    <a:pt x="54" y="300"/>
                  </a:cubicBezTo>
                  <a:cubicBezTo>
                    <a:pt x="15" y="296"/>
                    <a:pt x="0" y="81"/>
                    <a:pt x="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7" name="Oval 1096">
              <a:extLst>
                <a:ext uri="{FF2B5EF4-FFF2-40B4-BE49-F238E27FC236}">
                  <a16:creationId xmlns:a16="http://schemas.microsoft.com/office/drawing/2014/main" id="{AFDF75E9-E83F-4448-AD40-0AB4E50BE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3155"/>
              <a:ext cx="20" cy="2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578" name="Freeform 1097">
              <a:extLst>
                <a:ext uri="{FF2B5EF4-FFF2-40B4-BE49-F238E27FC236}">
                  <a16:creationId xmlns:a16="http://schemas.microsoft.com/office/drawing/2014/main" id="{ED8711A6-7428-4D58-9A95-F3BD0CFC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652"/>
              <a:ext cx="9" cy="245"/>
            </a:xfrm>
            <a:custGeom>
              <a:avLst/>
              <a:gdLst>
                <a:gd name="T0" fmla="*/ 3 w 15"/>
                <a:gd name="T1" fmla="*/ 0 h 388"/>
                <a:gd name="T2" fmla="*/ 3 w 15"/>
                <a:gd name="T3" fmla="*/ 98 h 388"/>
                <a:gd name="T4" fmla="*/ 3 w 15"/>
                <a:gd name="T5" fmla="*/ 0 h 3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88">
                  <a:moveTo>
                    <a:pt x="15" y="0"/>
                  </a:moveTo>
                  <a:cubicBezTo>
                    <a:pt x="15" y="388"/>
                    <a:pt x="15" y="388"/>
                    <a:pt x="15" y="388"/>
                  </a:cubicBezTo>
                  <a:cubicBezTo>
                    <a:pt x="15" y="388"/>
                    <a:pt x="0" y="42"/>
                    <a:pt x="15" y="0"/>
                  </a:cubicBezTo>
                  <a:close/>
                </a:path>
              </a:pathLst>
            </a:custGeom>
            <a:solidFill>
              <a:srgbClr val="A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9" name="Freeform 1098">
              <a:extLst>
                <a:ext uri="{FF2B5EF4-FFF2-40B4-BE49-F238E27FC236}">
                  <a16:creationId xmlns:a16="http://schemas.microsoft.com/office/drawing/2014/main" id="{AB466E95-5F13-4A6C-9F5B-78AF3B54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3646"/>
              <a:ext cx="7" cy="251"/>
            </a:xfrm>
            <a:custGeom>
              <a:avLst/>
              <a:gdLst>
                <a:gd name="T0" fmla="*/ 2 w 12"/>
                <a:gd name="T1" fmla="*/ 0 h 398"/>
                <a:gd name="T2" fmla="*/ 2 w 12"/>
                <a:gd name="T3" fmla="*/ 100 h 398"/>
                <a:gd name="T4" fmla="*/ 2 w 12"/>
                <a:gd name="T5" fmla="*/ 0 h 3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98">
                  <a:moveTo>
                    <a:pt x="12" y="0"/>
                  </a:moveTo>
                  <a:cubicBezTo>
                    <a:pt x="12" y="398"/>
                    <a:pt x="12" y="398"/>
                    <a:pt x="12" y="398"/>
                  </a:cubicBezTo>
                  <a:cubicBezTo>
                    <a:pt x="12" y="398"/>
                    <a:pt x="0" y="17"/>
                    <a:pt x="12" y="0"/>
                  </a:cubicBezTo>
                  <a:close/>
                </a:path>
              </a:pathLst>
            </a:custGeom>
            <a:solidFill>
              <a:srgbClr val="A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0" name="Freeform 1099">
              <a:extLst>
                <a:ext uri="{FF2B5EF4-FFF2-40B4-BE49-F238E27FC236}">
                  <a16:creationId xmlns:a16="http://schemas.microsoft.com/office/drawing/2014/main" id="{C57252D6-6E35-44C1-9421-B009E479A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642"/>
              <a:ext cx="7" cy="254"/>
            </a:xfrm>
            <a:custGeom>
              <a:avLst/>
              <a:gdLst>
                <a:gd name="T0" fmla="*/ 2 w 12"/>
                <a:gd name="T1" fmla="*/ 0 h 402"/>
                <a:gd name="T2" fmla="*/ 2 w 12"/>
                <a:gd name="T3" fmla="*/ 101 h 402"/>
                <a:gd name="T4" fmla="*/ 2 w 12"/>
                <a:gd name="T5" fmla="*/ 0 h 4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2">
                  <a:moveTo>
                    <a:pt x="12" y="0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0" y="16"/>
                    <a:pt x="12" y="0"/>
                  </a:cubicBezTo>
                  <a:close/>
                </a:path>
              </a:pathLst>
            </a:custGeom>
            <a:solidFill>
              <a:srgbClr val="A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1" name="Freeform 1100">
              <a:extLst>
                <a:ext uri="{FF2B5EF4-FFF2-40B4-BE49-F238E27FC236}">
                  <a16:creationId xmlns:a16="http://schemas.microsoft.com/office/drawing/2014/main" id="{F0F9A00D-193D-4182-A1CD-2C2D511CB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636"/>
              <a:ext cx="9" cy="262"/>
            </a:xfrm>
            <a:custGeom>
              <a:avLst/>
              <a:gdLst>
                <a:gd name="T0" fmla="*/ 4 w 14"/>
                <a:gd name="T1" fmla="*/ 0 h 414"/>
                <a:gd name="T2" fmla="*/ 4 w 14"/>
                <a:gd name="T3" fmla="*/ 105 h 414"/>
                <a:gd name="T4" fmla="*/ 4 w 14"/>
                <a:gd name="T5" fmla="*/ 0 h 4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14">
                  <a:moveTo>
                    <a:pt x="14" y="0"/>
                  </a:moveTo>
                  <a:cubicBezTo>
                    <a:pt x="14" y="414"/>
                    <a:pt x="14" y="414"/>
                    <a:pt x="14" y="414"/>
                  </a:cubicBezTo>
                  <a:cubicBezTo>
                    <a:pt x="14" y="414"/>
                    <a:pt x="0" y="18"/>
                    <a:pt x="14" y="0"/>
                  </a:cubicBezTo>
                  <a:close/>
                </a:path>
              </a:pathLst>
            </a:custGeom>
            <a:solidFill>
              <a:srgbClr val="A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2" name="Freeform 1101">
              <a:extLst>
                <a:ext uri="{FF2B5EF4-FFF2-40B4-BE49-F238E27FC236}">
                  <a16:creationId xmlns:a16="http://schemas.microsoft.com/office/drawing/2014/main" id="{0B0ECA80-6CAA-434E-8247-54B4D866E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633"/>
              <a:ext cx="8" cy="263"/>
            </a:xfrm>
            <a:custGeom>
              <a:avLst/>
              <a:gdLst>
                <a:gd name="T0" fmla="*/ 3 w 14"/>
                <a:gd name="T1" fmla="*/ 0 h 416"/>
                <a:gd name="T2" fmla="*/ 3 w 14"/>
                <a:gd name="T3" fmla="*/ 105 h 416"/>
                <a:gd name="T4" fmla="*/ 2 w 14"/>
                <a:gd name="T5" fmla="*/ 0 h 4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16">
                  <a:moveTo>
                    <a:pt x="14" y="0"/>
                  </a:moveTo>
                  <a:cubicBezTo>
                    <a:pt x="14" y="416"/>
                    <a:pt x="14" y="416"/>
                    <a:pt x="14" y="416"/>
                  </a:cubicBezTo>
                  <a:cubicBezTo>
                    <a:pt x="14" y="416"/>
                    <a:pt x="0" y="12"/>
                    <a:pt x="11" y="0"/>
                  </a:cubicBezTo>
                </a:path>
              </a:pathLst>
            </a:custGeom>
            <a:solidFill>
              <a:srgbClr val="A53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3" name="Freeform 1102">
              <a:extLst>
                <a:ext uri="{FF2B5EF4-FFF2-40B4-BE49-F238E27FC236}">
                  <a16:creationId xmlns:a16="http://schemas.microsoft.com/office/drawing/2014/main" id="{F3937E7C-5913-4463-A918-5E55454DF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3722"/>
              <a:ext cx="60" cy="41"/>
            </a:xfrm>
            <a:custGeom>
              <a:avLst/>
              <a:gdLst>
                <a:gd name="T0" fmla="*/ 0 w 101"/>
                <a:gd name="T1" fmla="*/ 13 h 65"/>
                <a:gd name="T2" fmla="*/ 17 w 101"/>
                <a:gd name="T3" fmla="*/ 8 h 65"/>
                <a:gd name="T4" fmla="*/ 0 w 101"/>
                <a:gd name="T5" fmla="*/ 1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5">
                  <a:moveTo>
                    <a:pt x="0" y="49"/>
                  </a:moveTo>
                  <a:cubicBezTo>
                    <a:pt x="0" y="49"/>
                    <a:pt x="58" y="0"/>
                    <a:pt x="79" y="32"/>
                  </a:cubicBezTo>
                  <a:cubicBezTo>
                    <a:pt x="101" y="65"/>
                    <a:pt x="44" y="18"/>
                    <a:pt x="0" y="49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0" name="italian-pizzeria-storefront-illustration">
            <a:extLst>
              <a:ext uri="{FF2B5EF4-FFF2-40B4-BE49-F238E27FC236}">
                <a16:creationId xmlns:a16="http://schemas.microsoft.com/office/drawing/2014/main" id="{BAEBA176-7D55-4051-BE52-CB4F09686163}"/>
              </a:ext>
            </a:extLst>
          </p:cNvPr>
          <p:cNvGrpSpPr>
            <a:grpSpLocks/>
          </p:cNvGrpSpPr>
          <p:nvPr/>
        </p:nvGrpSpPr>
        <p:grpSpPr bwMode="auto">
          <a:xfrm>
            <a:off x="7007225" y="3289300"/>
            <a:ext cx="1346200" cy="1252538"/>
            <a:chOff x="3454" y="2072"/>
            <a:chExt cx="848" cy="789"/>
          </a:xfrm>
        </p:grpSpPr>
        <p:sp>
          <p:nvSpPr>
            <p:cNvPr id="42455" name="Rectangle 1104">
              <a:extLst>
                <a:ext uri="{FF2B5EF4-FFF2-40B4-BE49-F238E27FC236}">
                  <a16:creationId xmlns:a16="http://schemas.microsoft.com/office/drawing/2014/main" id="{54C71F98-72A7-4A71-8A03-9B0E2484A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9" y="2213"/>
              <a:ext cx="801" cy="64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56" name="Freeform 1105">
              <a:extLst>
                <a:ext uri="{FF2B5EF4-FFF2-40B4-BE49-F238E27FC236}">
                  <a16:creationId xmlns:a16="http://schemas.microsoft.com/office/drawing/2014/main" id="{91F5499F-93FE-4C67-9752-9F861E304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072"/>
              <a:ext cx="801" cy="141"/>
            </a:xfrm>
            <a:custGeom>
              <a:avLst/>
              <a:gdLst>
                <a:gd name="T0" fmla="*/ 801 w 801"/>
                <a:gd name="T1" fmla="*/ 141 h 141"/>
                <a:gd name="T2" fmla="*/ 0 w 801"/>
                <a:gd name="T3" fmla="*/ 141 h 141"/>
                <a:gd name="T4" fmla="*/ 124 w 801"/>
                <a:gd name="T5" fmla="*/ 0 h 141"/>
                <a:gd name="T6" fmla="*/ 677 w 801"/>
                <a:gd name="T7" fmla="*/ 0 h 141"/>
                <a:gd name="T8" fmla="*/ 801 w 801"/>
                <a:gd name="T9" fmla="*/ 14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1" h="141">
                  <a:moveTo>
                    <a:pt x="801" y="141"/>
                  </a:moveTo>
                  <a:lnTo>
                    <a:pt x="0" y="141"/>
                  </a:lnTo>
                  <a:lnTo>
                    <a:pt x="124" y="0"/>
                  </a:lnTo>
                  <a:lnTo>
                    <a:pt x="677" y="0"/>
                  </a:lnTo>
                  <a:lnTo>
                    <a:pt x="801" y="141"/>
                  </a:lnTo>
                  <a:close/>
                </a:path>
              </a:pathLst>
            </a:custGeom>
            <a:solidFill>
              <a:srgbClr val="E4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7" name="Freeform 1106">
              <a:extLst>
                <a:ext uri="{FF2B5EF4-FFF2-40B4-BE49-F238E27FC236}">
                  <a16:creationId xmlns:a16="http://schemas.microsoft.com/office/drawing/2014/main" id="{7F102A55-ED47-4577-9D95-2AB8D0F5B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072"/>
              <a:ext cx="198" cy="141"/>
            </a:xfrm>
            <a:custGeom>
              <a:avLst/>
              <a:gdLst>
                <a:gd name="T0" fmla="*/ 124 w 198"/>
                <a:gd name="T1" fmla="*/ 0 h 141"/>
                <a:gd name="T2" fmla="*/ 0 w 198"/>
                <a:gd name="T3" fmla="*/ 141 h 141"/>
                <a:gd name="T4" fmla="*/ 74 w 198"/>
                <a:gd name="T5" fmla="*/ 141 h 141"/>
                <a:gd name="T6" fmla="*/ 198 w 198"/>
                <a:gd name="T7" fmla="*/ 0 h 141"/>
                <a:gd name="T8" fmla="*/ 124 w 198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41">
                  <a:moveTo>
                    <a:pt x="124" y="0"/>
                  </a:moveTo>
                  <a:lnTo>
                    <a:pt x="0" y="141"/>
                  </a:lnTo>
                  <a:lnTo>
                    <a:pt x="74" y="141"/>
                  </a:lnTo>
                  <a:lnTo>
                    <a:pt x="198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EA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8" name="Freeform 1107">
              <a:extLst>
                <a:ext uri="{FF2B5EF4-FFF2-40B4-BE49-F238E27FC236}">
                  <a16:creationId xmlns:a16="http://schemas.microsoft.com/office/drawing/2014/main" id="{659CED9B-ED2E-47CE-AB25-B3F4F6A26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072"/>
              <a:ext cx="135" cy="141"/>
            </a:xfrm>
            <a:custGeom>
              <a:avLst/>
              <a:gdLst>
                <a:gd name="T0" fmla="*/ 104 w 135"/>
                <a:gd name="T1" fmla="*/ 0 h 141"/>
                <a:gd name="T2" fmla="*/ 0 w 135"/>
                <a:gd name="T3" fmla="*/ 141 h 141"/>
                <a:gd name="T4" fmla="*/ 47 w 135"/>
                <a:gd name="T5" fmla="*/ 141 h 141"/>
                <a:gd name="T6" fmla="*/ 135 w 135"/>
                <a:gd name="T7" fmla="*/ 0 h 141"/>
                <a:gd name="T8" fmla="*/ 104 w 135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41">
                  <a:moveTo>
                    <a:pt x="104" y="0"/>
                  </a:moveTo>
                  <a:lnTo>
                    <a:pt x="0" y="141"/>
                  </a:lnTo>
                  <a:lnTo>
                    <a:pt x="47" y="141"/>
                  </a:lnTo>
                  <a:lnTo>
                    <a:pt x="135" y="0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A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9" name="Freeform 1108">
              <a:extLst>
                <a:ext uri="{FF2B5EF4-FFF2-40B4-BE49-F238E27FC236}">
                  <a16:creationId xmlns:a16="http://schemas.microsoft.com/office/drawing/2014/main" id="{7E182A2D-8786-4C86-8D47-B679A4B3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072"/>
              <a:ext cx="801" cy="141"/>
            </a:xfrm>
            <a:custGeom>
              <a:avLst/>
              <a:gdLst>
                <a:gd name="T0" fmla="*/ 801 w 801"/>
                <a:gd name="T1" fmla="*/ 141 h 141"/>
                <a:gd name="T2" fmla="*/ 0 w 801"/>
                <a:gd name="T3" fmla="*/ 141 h 141"/>
                <a:gd name="T4" fmla="*/ 124 w 801"/>
                <a:gd name="T5" fmla="*/ 0 h 141"/>
                <a:gd name="T6" fmla="*/ 677 w 801"/>
                <a:gd name="T7" fmla="*/ 0 h 141"/>
                <a:gd name="T8" fmla="*/ 801 w 801"/>
                <a:gd name="T9" fmla="*/ 14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1" h="141">
                  <a:moveTo>
                    <a:pt x="801" y="141"/>
                  </a:moveTo>
                  <a:lnTo>
                    <a:pt x="0" y="141"/>
                  </a:lnTo>
                  <a:lnTo>
                    <a:pt x="124" y="0"/>
                  </a:lnTo>
                  <a:lnTo>
                    <a:pt x="677" y="0"/>
                  </a:lnTo>
                  <a:lnTo>
                    <a:pt x="801" y="141"/>
                  </a:lnTo>
                  <a:close/>
                </a:path>
              </a:pathLst>
            </a:custGeom>
            <a:noFill/>
            <a:ln w="12700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0" name="Freeform 1109">
              <a:extLst>
                <a:ext uri="{FF2B5EF4-FFF2-40B4-BE49-F238E27FC236}">
                  <a16:creationId xmlns:a16="http://schemas.microsoft.com/office/drawing/2014/main" id="{11AB5FD2-97B4-46C1-A5A2-408F2BDAB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213"/>
              <a:ext cx="801" cy="648"/>
            </a:xfrm>
            <a:custGeom>
              <a:avLst/>
              <a:gdLst>
                <a:gd name="T0" fmla="*/ 610 w 887"/>
                <a:gd name="T1" fmla="*/ 235 h 673"/>
                <a:gd name="T2" fmla="*/ 329 w 887"/>
                <a:gd name="T3" fmla="*/ 46 h 673"/>
                <a:gd name="T4" fmla="*/ 47 w 887"/>
                <a:gd name="T5" fmla="*/ 235 h 673"/>
                <a:gd name="T6" fmla="*/ 47 w 887"/>
                <a:gd name="T7" fmla="*/ 601 h 673"/>
                <a:gd name="T8" fmla="*/ 0 w 887"/>
                <a:gd name="T9" fmla="*/ 601 h 673"/>
                <a:gd name="T10" fmla="*/ 0 w 887"/>
                <a:gd name="T11" fmla="*/ 0 h 673"/>
                <a:gd name="T12" fmla="*/ 653 w 887"/>
                <a:gd name="T13" fmla="*/ 0 h 673"/>
                <a:gd name="T14" fmla="*/ 653 w 887"/>
                <a:gd name="T15" fmla="*/ 601 h 673"/>
                <a:gd name="T16" fmla="*/ 610 w 887"/>
                <a:gd name="T17" fmla="*/ 601 h 673"/>
                <a:gd name="T18" fmla="*/ 610 w 887"/>
                <a:gd name="T19" fmla="*/ 235 h 6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7" h="673">
                  <a:moveTo>
                    <a:pt x="828" y="263"/>
                  </a:moveTo>
                  <a:cubicBezTo>
                    <a:pt x="828" y="124"/>
                    <a:pt x="657" y="52"/>
                    <a:pt x="446" y="52"/>
                  </a:cubicBezTo>
                  <a:cubicBezTo>
                    <a:pt x="235" y="52"/>
                    <a:pt x="64" y="124"/>
                    <a:pt x="64" y="263"/>
                  </a:cubicBezTo>
                  <a:cubicBezTo>
                    <a:pt x="64" y="673"/>
                    <a:pt x="64" y="673"/>
                    <a:pt x="64" y="673"/>
                  </a:cubicBezTo>
                  <a:cubicBezTo>
                    <a:pt x="0" y="673"/>
                    <a:pt x="0" y="673"/>
                    <a:pt x="0" y="67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887" y="673"/>
                    <a:pt x="887" y="673"/>
                    <a:pt x="887" y="673"/>
                  </a:cubicBezTo>
                  <a:cubicBezTo>
                    <a:pt x="828" y="673"/>
                    <a:pt x="828" y="673"/>
                    <a:pt x="828" y="673"/>
                  </a:cubicBezTo>
                  <a:lnTo>
                    <a:pt x="828" y="263"/>
                  </a:lnTo>
                  <a:close/>
                </a:path>
              </a:pathLst>
            </a:custGeom>
            <a:solidFill>
              <a:srgbClr val="38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1" name="Freeform 1110">
              <a:extLst>
                <a:ext uri="{FF2B5EF4-FFF2-40B4-BE49-F238E27FC236}">
                  <a16:creationId xmlns:a16="http://schemas.microsoft.com/office/drawing/2014/main" id="{9354C282-687F-4135-A8D9-B92671190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213"/>
              <a:ext cx="801" cy="648"/>
            </a:xfrm>
            <a:custGeom>
              <a:avLst/>
              <a:gdLst>
                <a:gd name="T0" fmla="*/ 610 w 887"/>
                <a:gd name="T1" fmla="*/ 235 h 673"/>
                <a:gd name="T2" fmla="*/ 329 w 887"/>
                <a:gd name="T3" fmla="*/ 46 h 673"/>
                <a:gd name="T4" fmla="*/ 47 w 887"/>
                <a:gd name="T5" fmla="*/ 235 h 673"/>
                <a:gd name="T6" fmla="*/ 47 w 887"/>
                <a:gd name="T7" fmla="*/ 601 h 673"/>
                <a:gd name="T8" fmla="*/ 0 w 887"/>
                <a:gd name="T9" fmla="*/ 601 h 673"/>
                <a:gd name="T10" fmla="*/ 0 w 887"/>
                <a:gd name="T11" fmla="*/ 0 h 673"/>
                <a:gd name="T12" fmla="*/ 653 w 887"/>
                <a:gd name="T13" fmla="*/ 0 h 673"/>
                <a:gd name="T14" fmla="*/ 653 w 887"/>
                <a:gd name="T15" fmla="*/ 601 h 673"/>
                <a:gd name="T16" fmla="*/ 610 w 887"/>
                <a:gd name="T17" fmla="*/ 601 h 673"/>
                <a:gd name="T18" fmla="*/ 610 w 887"/>
                <a:gd name="T19" fmla="*/ 235 h 6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7" h="673">
                  <a:moveTo>
                    <a:pt x="828" y="263"/>
                  </a:moveTo>
                  <a:cubicBezTo>
                    <a:pt x="828" y="124"/>
                    <a:pt x="657" y="52"/>
                    <a:pt x="446" y="52"/>
                  </a:cubicBezTo>
                  <a:cubicBezTo>
                    <a:pt x="235" y="52"/>
                    <a:pt x="64" y="124"/>
                    <a:pt x="64" y="263"/>
                  </a:cubicBezTo>
                  <a:cubicBezTo>
                    <a:pt x="64" y="673"/>
                    <a:pt x="64" y="673"/>
                    <a:pt x="64" y="673"/>
                  </a:cubicBezTo>
                  <a:cubicBezTo>
                    <a:pt x="0" y="673"/>
                    <a:pt x="0" y="673"/>
                    <a:pt x="0" y="67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887" y="673"/>
                    <a:pt x="887" y="673"/>
                    <a:pt x="887" y="673"/>
                  </a:cubicBezTo>
                  <a:cubicBezTo>
                    <a:pt x="828" y="673"/>
                    <a:pt x="828" y="673"/>
                    <a:pt x="828" y="673"/>
                  </a:cubicBezTo>
                  <a:lnTo>
                    <a:pt x="828" y="263"/>
                  </a:lnTo>
                  <a:close/>
                </a:path>
              </a:pathLst>
            </a:custGeom>
            <a:noFill/>
            <a:ln w="6350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2" name="Freeform 1111">
              <a:extLst>
                <a:ext uri="{FF2B5EF4-FFF2-40B4-BE49-F238E27FC236}">
                  <a16:creationId xmlns:a16="http://schemas.microsoft.com/office/drawing/2014/main" id="{03089766-2002-4DFA-B9A0-62422D73B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377"/>
              <a:ext cx="257" cy="484"/>
            </a:xfrm>
            <a:custGeom>
              <a:avLst/>
              <a:gdLst>
                <a:gd name="T0" fmla="*/ 209 w 285"/>
                <a:gd name="T1" fmla="*/ 448 h 503"/>
                <a:gd name="T2" fmla="*/ 209 w 285"/>
                <a:gd name="T3" fmla="*/ 75 h 503"/>
                <a:gd name="T4" fmla="*/ 104 w 285"/>
                <a:gd name="T5" fmla="*/ 0 h 503"/>
                <a:gd name="T6" fmla="*/ 0 w 285"/>
                <a:gd name="T7" fmla="*/ 75 h 503"/>
                <a:gd name="T8" fmla="*/ 0 w 285"/>
                <a:gd name="T9" fmla="*/ 448 h 503"/>
                <a:gd name="T10" fmla="*/ 209 w 285"/>
                <a:gd name="T11" fmla="*/ 448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503">
                  <a:moveTo>
                    <a:pt x="285" y="503"/>
                  </a:moveTo>
                  <a:cubicBezTo>
                    <a:pt x="285" y="84"/>
                    <a:pt x="285" y="84"/>
                    <a:pt x="285" y="84"/>
                  </a:cubicBezTo>
                  <a:cubicBezTo>
                    <a:pt x="285" y="38"/>
                    <a:pt x="221" y="0"/>
                    <a:pt x="142" y="0"/>
                  </a:cubicBezTo>
                  <a:cubicBezTo>
                    <a:pt x="63" y="0"/>
                    <a:pt x="0" y="38"/>
                    <a:pt x="0" y="84"/>
                  </a:cubicBezTo>
                  <a:cubicBezTo>
                    <a:pt x="0" y="503"/>
                    <a:pt x="0" y="503"/>
                    <a:pt x="0" y="503"/>
                  </a:cubicBezTo>
                  <a:lnTo>
                    <a:pt x="285" y="503"/>
                  </a:lnTo>
                  <a:close/>
                </a:path>
              </a:pathLst>
            </a:custGeom>
            <a:solidFill>
              <a:srgbClr val="E4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3" name="Freeform 1112">
              <a:extLst>
                <a:ext uri="{FF2B5EF4-FFF2-40B4-BE49-F238E27FC236}">
                  <a16:creationId xmlns:a16="http://schemas.microsoft.com/office/drawing/2014/main" id="{B6F4331E-9C84-4AB1-ABE4-2C0E3769A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377"/>
              <a:ext cx="257" cy="484"/>
            </a:xfrm>
            <a:custGeom>
              <a:avLst/>
              <a:gdLst>
                <a:gd name="T0" fmla="*/ 14 w 285"/>
                <a:gd name="T1" fmla="*/ 448 h 503"/>
                <a:gd name="T2" fmla="*/ 14 w 285"/>
                <a:gd name="T3" fmla="*/ 75 h 503"/>
                <a:gd name="T4" fmla="*/ 112 w 285"/>
                <a:gd name="T5" fmla="*/ 1 h 503"/>
                <a:gd name="T6" fmla="*/ 104 w 285"/>
                <a:gd name="T7" fmla="*/ 0 h 503"/>
                <a:gd name="T8" fmla="*/ 0 w 285"/>
                <a:gd name="T9" fmla="*/ 75 h 503"/>
                <a:gd name="T10" fmla="*/ 0 w 285"/>
                <a:gd name="T11" fmla="*/ 448 h 503"/>
                <a:gd name="T12" fmla="*/ 209 w 285"/>
                <a:gd name="T13" fmla="*/ 448 h 503"/>
                <a:gd name="T14" fmla="*/ 209 w 285"/>
                <a:gd name="T15" fmla="*/ 448 h 503"/>
                <a:gd name="T16" fmla="*/ 14 w 285"/>
                <a:gd name="T17" fmla="*/ 448 h 5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503">
                  <a:moveTo>
                    <a:pt x="20" y="503"/>
                  </a:moveTo>
                  <a:cubicBezTo>
                    <a:pt x="20" y="84"/>
                    <a:pt x="20" y="84"/>
                    <a:pt x="20" y="84"/>
                  </a:cubicBezTo>
                  <a:cubicBezTo>
                    <a:pt x="20" y="40"/>
                    <a:pt x="79" y="4"/>
                    <a:pt x="153" y="1"/>
                  </a:cubicBezTo>
                  <a:cubicBezTo>
                    <a:pt x="149" y="0"/>
                    <a:pt x="146" y="0"/>
                    <a:pt x="142" y="0"/>
                  </a:cubicBezTo>
                  <a:cubicBezTo>
                    <a:pt x="63" y="0"/>
                    <a:pt x="0" y="38"/>
                    <a:pt x="0" y="84"/>
                  </a:cubicBezTo>
                  <a:cubicBezTo>
                    <a:pt x="0" y="503"/>
                    <a:pt x="0" y="503"/>
                    <a:pt x="0" y="503"/>
                  </a:cubicBezTo>
                  <a:cubicBezTo>
                    <a:pt x="285" y="503"/>
                    <a:pt x="285" y="503"/>
                    <a:pt x="285" y="503"/>
                  </a:cubicBezTo>
                  <a:cubicBezTo>
                    <a:pt x="285" y="503"/>
                    <a:pt x="285" y="503"/>
                    <a:pt x="285" y="503"/>
                  </a:cubicBezTo>
                  <a:lnTo>
                    <a:pt x="20" y="503"/>
                  </a:lnTo>
                  <a:close/>
                </a:path>
              </a:pathLst>
            </a:custGeom>
            <a:solidFill>
              <a:srgbClr val="EA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4" name="Freeform 1113">
              <a:extLst>
                <a:ext uri="{FF2B5EF4-FFF2-40B4-BE49-F238E27FC236}">
                  <a16:creationId xmlns:a16="http://schemas.microsoft.com/office/drawing/2014/main" id="{4B0AD9F7-9078-4756-B1AA-81192E27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434"/>
              <a:ext cx="189" cy="425"/>
            </a:xfrm>
            <a:custGeom>
              <a:avLst/>
              <a:gdLst>
                <a:gd name="T0" fmla="*/ 155 w 209"/>
                <a:gd name="T1" fmla="*/ 393 h 442"/>
                <a:gd name="T2" fmla="*/ 155 w 209"/>
                <a:gd name="T3" fmla="*/ 55 h 442"/>
                <a:gd name="T4" fmla="*/ 77 w 209"/>
                <a:gd name="T5" fmla="*/ 0 h 442"/>
                <a:gd name="T6" fmla="*/ 0 w 209"/>
                <a:gd name="T7" fmla="*/ 55 h 442"/>
                <a:gd name="T8" fmla="*/ 0 w 209"/>
                <a:gd name="T9" fmla="*/ 393 h 442"/>
                <a:gd name="T10" fmla="*/ 155 w 209"/>
                <a:gd name="T11" fmla="*/ 393 h 4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442">
                  <a:moveTo>
                    <a:pt x="209" y="442"/>
                  </a:moveTo>
                  <a:cubicBezTo>
                    <a:pt x="209" y="61"/>
                    <a:pt x="209" y="61"/>
                    <a:pt x="209" y="61"/>
                  </a:cubicBezTo>
                  <a:cubicBezTo>
                    <a:pt x="209" y="27"/>
                    <a:pt x="162" y="0"/>
                    <a:pt x="104" y="0"/>
                  </a:cubicBezTo>
                  <a:cubicBezTo>
                    <a:pt x="47" y="0"/>
                    <a:pt x="0" y="27"/>
                    <a:pt x="0" y="61"/>
                  </a:cubicBezTo>
                  <a:cubicBezTo>
                    <a:pt x="0" y="442"/>
                    <a:pt x="0" y="442"/>
                    <a:pt x="0" y="442"/>
                  </a:cubicBezTo>
                  <a:lnTo>
                    <a:pt x="209" y="442"/>
                  </a:lnTo>
                  <a:close/>
                </a:path>
              </a:pathLst>
            </a:custGeom>
            <a:solidFill>
              <a:srgbClr val="38A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5" name="Freeform 1114">
              <a:extLst>
                <a:ext uri="{FF2B5EF4-FFF2-40B4-BE49-F238E27FC236}">
                  <a16:creationId xmlns:a16="http://schemas.microsoft.com/office/drawing/2014/main" id="{BB54D6F8-DD24-4A10-90E3-CF201A1C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434"/>
              <a:ext cx="188" cy="425"/>
            </a:xfrm>
            <a:custGeom>
              <a:avLst/>
              <a:gdLst>
                <a:gd name="T0" fmla="*/ 23 w 208"/>
                <a:gd name="T1" fmla="*/ 392 h 442"/>
                <a:gd name="T2" fmla="*/ 23 w 208"/>
                <a:gd name="T3" fmla="*/ 55 h 442"/>
                <a:gd name="T4" fmla="*/ 89 w 208"/>
                <a:gd name="T5" fmla="*/ 0 h 442"/>
                <a:gd name="T6" fmla="*/ 77 w 208"/>
                <a:gd name="T7" fmla="*/ 0 h 442"/>
                <a:gd name="T8" fmla="*/ 0 w 208"/>
                <a:gd name="T9" fmla="*/ 55 h 442"/>
                <a:gd name="T10" fmla="*/ 0 w 208"/>
                <a:gd name="T11" fmla="*/ 392 h 442"/>
                <a:gd name="T12" fmla="*/ 154 w 208"/>
                <a:gd name="T13" fmla="*/ 393 h 442"/>
                <a:gd name="T14" fmla="*/ 154 w 208"/>
                <a:gd name="T15" fmla="*/ 393 h 442"/>
                <a:gd name="T16" fmla="*/ 23 w 208"/>
                <a:gd name="T17" fmla="*/ 392 h 4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8" h="442">
                  <a:moveTo>
                    <a:pt x="31" y="441"/>
                  </a:moveTo>
                  <a:cubicBezTo>
                    <a:pt x="31" y="61"/>
                    <a:pt x="31" y="61"/>
                    <a:pt x="31" y="61"/>
                  </a:cubicBezTo>
                  <a:cubicBezTo>
                    <a:pt x="31" y="30"/>
                    <a:pt x="69" y="5"/>
                    <a:pt x="120" y="0"/>
                  </a:cubicBezTo>
                  <a:cubicBezTo>
                    <a:pt x="114" y="0"/>
                    <a:pt x="109" y="0"/>
                    <a:pt x="104" y="0"/>
                  </a:cubicBezTo>
                  <a:cubicBezTo>
                    <a:pt x="46" y="0"/>
                    <a:pt x="0" y="27"/>
                    <a:pt x="0" y="61"/>
                  </a:cubicBezTo>
                  <a:cubicBezTo>
                    <a:pt x="0" y="441"/>
                    <a:pt x="0" y="441"/>
                    <a:pt x="0" y="441"/>
                  </a:cubicBezTo>
                  <a:cubicBezTo>
                    <a:pt x="208" y="442"/>
                    <a:pt x="208" y="442"/>
                    <a:pt x="208" y="442"/>
                  </a:cubicBezTo>
                  <a:cubicBezTo>
                    <a:pt x="208" y="442"/>
                    <a:pt x="208" y="442"/>
                    <a:pt x="208" y="442"/>
                  </a:cubicBezTo>
                  <a:lnTo>
                    <a:pt x="31" y="441"/>
                  </a:lnTo>
                  <a:close/>
                </a:path>
              </a:pathLst>
            </a:custGeom>
            <a:solidFill>
              <a:srgbClr val="76B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6" name="Freeform 1115">
              <a:extLst>
                <a:ext uri="{FF2B5EF4-FFF2-40B4-BE49-F238E27FC236}">
                  <a16:creationId xmlns:a16="http://schemas.microsoft.com/office/drawing/2014/main" id="{2D606140-E5C3-4EA0-B014-0F770990E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434"/>
              <a:ext cx="189" cy="425"/>
            </a:xfrm>
            <a:custGeom>
              <a:avLst/>
              <a:gdLst>
                <a:gd name="T0" fmla="*/ 155 w 209"/>
                <a:gd name="T1" fmla="*/ 393 h 442"/>
                <a:gd name="T2" fmla="*/ 155 w 209"/>
                <a:gd name="T3" fmla="*/ 55 h 442"/>
                <a:gd name="T4" fmla="*/ 77 w 209"/>
                <a:gd name="T5" fmla="*/ 0 h 442"/>
                <a:gd name="T6" fmla="*/ 0 w 209"/>
                <a:gd name="T7" fmla="*/ 55 h 442"/>
                <a:gd name="T8" fmla="*/ 0 w 209"/>
                <a:gd name="T9" fmla="*/ 393 h 442"/>
                <a:gd name="T10" fmla="*/ 155 w 209"/>
                <a:gd name="T11" fmla="*/ 393 h 4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442">
                  <a:moveTo>
                    <a:pt x="209" y="442"/>
                  </a:moveTo>
                  <a:cubicBezTo>
                    <a:pt x="209" y="61"/>
                    <a:pt x="209" y="61"/>
                    <a:pt x="209" y="61"/>
                  </a:cubicBezTo>
                  <a:cubicBezTo>
                    <a:pt x="209" y="27"/>
                    <a:pt x="162" y="0"/>
                    <a:pt x="104" y="0"/>
                  </a:cubicBezTo>
                  <a:cubicBezTo>
                    <a:pt x="47" y="0"/>
                    <a:pt x="0" y="27"/>
                    <a:pt x="0" y="61"/>
                  </a:cubicBezTo>
                  <a:cubicBezTo>
                    <a:pt x="0" y="442"/>
                    <a:pt x="0" y="442"/>
                    <a:pt x="0" y="442"/>
                  </a:cubicBezTo>
                  <a:lnTo>
                    <a:pt x="209" y="442"/>
                  </a:lnTo>
                  <a:close/>
                </a:path>
              </a:pathLst>
            </a:custGeom>
            <a:noFill/>
            <a:ln w="6350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7" name="Rectangle 1116">
              <a:extLst>
                <a:ext uri="{FF2B5EF4-FFF2-40B4-BE49-F238E27FC236}">
                  <a16:creationId xmlns:a16="http://schemas.microsoft.com/office/drawing/2014/main" id="{E17BEC75-FE67-4D86-8F02-CAB56D891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2490"/>
              <a:ext cx="211" cy="246"/>
            </a:xfrm>
            <a:prstGeom prst="rect">
              <a:avLst/>
            </a:prstGeom>
            <a:solidFill>
              <a:srgbClr val="C0E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68" name="Rectangle 1117">
              <a:extLst>
                <a:ext uri="{FF2B5EF4-FFF2-40B4-BE49-F238E27FC236}">
                  <a16:creationId xmlns:a16="http://schemas.microsoft.com/office/drawing/2014/main" id="{1EF91A19-EDA8-4721-B64A-75E135F88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2490"/>
              <a:ext cx="217" cy="246"/>
            </a:xfrm>
            <a:prstGeom prst="rect">
              <a:avLst/>
            </a:prstGeom>
            <a:solidFill>
              <a:srgbClr val="C0E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69" name="Rectangle 1118">
              <a:extLst>
                <a:ext uri="{FF2B5EF4-FFF2-40B4-BE49-F238E27FC236}">
                  <a16:creationId xmlns:a16="http://schemas.microsoft.com/office/drawing/2014/main" id="{EAC5036F-82C0-48D4-BBD9-6F6E86FEB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2490"/>
              <a:ext cx="211" cy="246"/>
            </a:xfrm>
            <a:prstGeom prst="rect">
              <a:avLst/>
            </a:prstGeom>
            <a:noFill/>
            <a:ln w="6350" cap="rnd">
              <a:solidFill>
                <a:srgbClr val="01010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70" name="Rectangle 1119">
              <a:extLst>
                <a:ext uri="{FF2B5EF4-FFF2-40B4-BE49-F238E27FC236}">
                  <a16:creationId xmlns:a16="http://schemas.microsoft.com/office/drawing/2014/main" id="{B64AF037-21F3-4C7B-B963-E05158D53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2490"/>
              <a:ext cx="217" cy="246"/>
            </a:xfrm>
            <a:prstGeom prst="rect">
              <a:avLst/>
            </a:prstGeom>
            <a:noFill/>
            <a:ln w="6350" cap="rnd">
              <a:solidFill>
                <a:srgbClr val="01010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71" name="Freeform 1120">
              <a:extLst>
                <a:ext uri="{FF2B5EF4-FFF2-40B4-BE49-F238E27FC236}">
                  <a16:creationId xmlns:a16="http://schemas.microsoft.com/office/drawing/2014/main" id="{F786FE08-FE16-4725-AFE0-C2FEFA0B1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377"/>
              <a:ext cx="257" cy="484"/>
            </a:xfrm>
            <a:custGeom>
              <a:avLst/>
              <a:gdLst>
                <a:gd name="T0" fmla="*/ 209 w 285"/>
                <a:gd name="T1" fmla="*/ 448 h 503"/>
                <a:gd name="T2" fmla="*/ 209 w 285"/>
                <a:gd name="T3" fmla="*/ 75 h 503"/>
                <a:gd name="T4" fmla="*/ 104 w 285"/>
                <a:gd name="T5" fmla="*/ 0 h 503"/>
                <a:gd name="T6" fmla="*/ 0 w 285"/>
                <a:gd name="T7" fmla="*/ 75 h 503"/>
                <a:gd name="T8" fmla="*/ 0 w 285"/>
                <a:gd name="T9" fmla="*/ 448 h 503"/>
                <a:gd name="T10" fmla="*/ 209 w 285"/>
                <a:gd name="T11" fmla="*/ 448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503">
                  <a:moveTo>
                    <a:pt x="285" y="503"/>
                  </a:moveTo>
                  <a:cubicBezTo>
                    <a:pt x="285" y="84"/>
                    <a:pt x="285" y="84"/>
                    <a:pt x="285" y="84"/>
                  </a:cubicBezTo>
                  <a:cubicBezTo>
                    <a:pt x="285" y="38"/>
                    <a:pt x="221" y="0"/>
                    <a:pt x="142" y="0"/>
                  </a:cubicBezTo>
                  <a:cubicBezTo>
                    <a:pt x="63" y="0"/>
                    <a:pt x="0" y="38"/>
                    <a:pt x="0" y="84"/>
                  </a:cubicBezTo>
                  <a:cubicBezTo>
                    <a:pt x="0" y="503"/>
                    <a:pt x="0" y="503"/>
                    <a:pt x="0" y="503"/>
                  </a:cubicBezTo>
                  <a:lnTo>
                    <a:pt x="285" y="503"/>
                  </a:lnTo>
                  <a:close/>
                </a:path>
              </a:pathLst>
            </a:custGeom>
            <a:noFill/>
            <a:ln w="12700" cap="rnd">
              <a:solidFill>
                <a:srgbClr val="01010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2" name="Rectangle 1121">
              <a:extLst>
                <a:ext uri="{FF2B5EF4-FFF2-40B4-BE49-F238E27FC236}">
                  <a16:creationId xmlns:a16="http://schemas.microsoft.com/office/drawing/2014/main" id="{975343EB-8A66-42DC-ACC5-B04833068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7" y="2213"/>
              <a:ext cx="802" cy="648"/>
            </a:xfrm>
            <a:prstGeom prst="rect">
              <a:avLst/>
            </a:prstGeom>
            <a:noFill/>
            <a:ln w="12700" cap="rnd">
              <a:solidFill>
                <a:srgbClr val="01010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73" name="Freeform 1122">
              <a:extLst>
                <a:ext uri="{FF2B5EF4-FFF2-40B4-BE49-F238E27FC236}">
                  <a16:creationId xmlns:a16="http://schemas.microsoft.com/office/drawing/2014/main" id="{411766D9-4CF6-4BA8-B3E2-DDDDEB1C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156"/>
              <a:ext cx="325" cy="226"/>
            </a:xfrm>
            <a:custGeom>
              <a:avLst/>
              <a:gdLst>
                <a:gd name="T0" fmla="*/ 251 w 360"/>
                <a:gd name="T1" fmla="*/ 45 h 235"/>
                <a:gd name="T2" fmla="*/ 156 w 360"/>
                <a:gd name="T3" fmla="*/ 176 h 235"/>
                <a:gd name="T4" fmla="*/ 14 w 360"/>
                <a:gd name="T5" fmla="*/ 163 h 235"/>
                <a:gd name="T6" fmla="*/ 108 w 360"/>
                <a:gd name="T7" fmla="*/ 34 h 235"/>
                <a:gd name="T8" fmla="*/ 251 w 360"/>
                <a:gd name="T9" fmla="*/ 45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0" h="235">
                  <a:moveTo>
                    <a:pt x="341" y="51"/>
                  </a:moveTo>
                  <a:cubicBezTo>
                    <a:pt x="360" y="95"/>
                    <a:pt x="302" y="161"/>
                    <a:pt x="213" y="198"/>
                  </a:cubicBezTo>
                  <a:cubicBezTo>
                    <a:pt x="124" y="235"/>
                    <a:pt x="37" y="229"/>
                    <a:pt x="19" y="184"/>
                  </a:cubicBezTo>
                  <a:cubicBezTo>
                    <a:pt x="0" y="139"/>
                    <a:pt x="57" y="73"/>
                    <a:pt x="147" y="37"/>
                  </a:cubicBezTo>
                  <a:cubicBezTo>
                    <a:pt x="236" y="0"/>
                    <a:pt x="323" y="6"/>
                    <a:pt x="341" y="51"/>
                  </a:cubicBezTo>
                  <a:close/>
                </a:path>
              </a:pathLst>
            </a:custGeom>
            <a:solidFill>
              <a:srgbClr val="F7D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4" name="Freeform 1123">
              <a:extLst>
                <a:ext uri="{FF2B5EF4-FFF2-40B4-BE49-F238E27FC236}">
                  <a16:creationId xmlns:a16="http://schemas.microsoft.com/office/drawing/2014/main" id="{E0E67406-69AC-4C19-AE52-A357942B8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154"/>
              <a:ext cx="324" cy="226"/>
            </a:xfrm>
            <a:custGeom>
              <a:avLst/>
              <a:gdLst>
                <a:gd name="T0" fmla="*/ 251 w 359"/>
                <a:gd name="T1" fmla="*/ 45 h 235"/>
                <a:gd name="T2" fmla="*/ 156 w 359"/>
                <a:gd name="T3" fmla="*/ 177 h 235"/>
                <a:gd name="T4" fmla="*/ 13 w 359"/>
                <a:gd name="T5" fmla="*/ 164 h 235"/>
                <a:gd name="T6" fmla="*/ 107 w 359"/>
                <a:gd name="T7" fmla="*/ 34 h 235"/>
                <a:gd name="T8" fmla="*/ 251 w 359"/>
                <a:gd name="T9" fmla="*/ 45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9" h="235">
                  <a:moveTo>
                    <a:pt x="341" y="51"/>
                  </a:moveTo>
                  <a:cubicBezTo>
                    <a:pt x="359" y="96"/>
                    <a:pt x="302" y="162"/>
                    <a:pt x="213" y="199"/>
                  </a:cubicBezTo>
                  <a:cubicBezTo>
                    <a:pt x="124" y="235"/>
                    <a:pt x="37" y="229"/>
                    <a:pt x="18" y="185"/>
                  </a:cubicBezTo>
                  <a:cubicBezTo>
                    <a:pt x="0" y="140"/>
                    <a:pt x="57" y="74"/>
                    <a:pt x="146" y="37"/>
                  </a:cubicBezTo>
                  <a:cubicBezTo>
                    <a:pt x="235" y="0"/>
                    <a:pt x="322" y="7"/>
                    <a:pt x="341" y="51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5" name="Freeform 1124">
              <a:extLst>
                <a:ext uri="{FF2B5EF4-FFF2-40B4-BE49-F238E27FC236}">
                  <a16:creationId xmlns:a16="http://schemas.microsoft.com/office/drawing/2014/main" id="{C1FF868E-8C1D-4BAC-A72B-96D956333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76"/>
              <a:ext cx="288" cy="187"/>
            </a:xfrm>
            <a:custGeom>
              <a:avLst/>
              <a:gdLst>
                <a:gd name="T0" fmla="*/ 141 w 319"/>
                <a:gd name="T1" fmla="*/ 8 h 194"/>
                <a:gd name="T2" fmla="*/ 117 w 319"/>
                <a:gd name="T3" fmla="*/ 18 h 194"/>
                <a:gd name="T4" fmla="*/ 96 w 319"/>
                <a:gd name="T5" fmla="*/ 26 h 194"/>
                <a:gd name="T6" fmla="*/ 55 w 319"/>
                <a:gd name="T7" fmla="*/ 57 h 194"/>
                <a:gd name="T8" fmla="*/ 14 w 319"/>
                <a:gd name="T9" fmla="*/ 142 h 194"/>
                <a:gd name="T10" fmla="*/ 36 w 319"/>
                <a:gd name="T11" fmla="*/ 155 h 194"/>
                <a:gd name="T12" fmla="*/ 56 w 319"/>
                <a:gd name="T13" fmla="*/ 166 h 194"/>
                <a:gd name="T14" fmla="*/ 105 w 319"/>
                <a:gd name="T15" fmla="*/ 162 h 194"/>
                <a:gd name="T16" fmla="*/ 130 w 319"/>
                <a:gd name="T17" fmla="*/ 151 h 194"/>
                <a:gd name="T18" fmla="*/ 155 w 319"/>
                <a:gd name="T19" fmla="*/ 142 h 194"/>
                <a:gd name="T20" fmla="*/ 173 w 319"/>
                <a:gd name="T21" fmla="*/ 124 h 194"/>
                <a:gd name="T22" fmla="*/ 197 w 319"/>
                <a:gd name="T23" fmla="*/ 105 h 194"/>
                <a:gd name="T24" fmla="*/ 214 w 319"/>
                <a:gd name="T25" fmla="*/ 79 h 194"/>
                <a:gd name="T26" fmla="*/ 230 w 319"/>
                <a:gd name="T27" fmla="*/ 51 h 194"/>
                <a:gd name="T28" fmla="*/ 216 w 319"/>
                <a:gd name="T29" fmla="*/ 12 h 194"/>
                <a:gd name="T30" fmla="*/ 196 w 319"/>
                <a:gd name="T31" fmla="*/ 5 h 194"/>
                <a:gd name="T32" fmla="*/ 178 w 319"/>
                <a:gd name="T33" fmla="*/ 0 h 194"/>
                <a:gd name="T34" fmla="*/ 141 w 319"/>
                <a:gd name="T35" fmla="*/ 7 h 19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9" h="194">
                  <a:moveTo>
                    <a:pt x="192" y="8"/>
                  </a:moveTo>
                  <a:cubicBezTo>
                    <a:pt x="176" y="7"/>
                    <a:pt x="172" y="16"/>
                    <a:pt x="160" y="21"/>
                  </a:cubicBezTo>
                  <a:cubicBezTo>
                    <a:pt x="151" y="24"/>
                    <a:pt x="140" y="24"/>
                    <a:pt x="130" y="29"/>
                  </a:cubicBezTo>
                  <a:cubicBezTo>
                    <a:pt x="110" y="39"/>
                    <a:pt x="93" y="52"/>
                    <a:pt x="75" y="63"/>
                  </a:cubicBezTo>
                  <a:cubicBezTo>
                    <a:pt x="49" y="79"/>
                    <a:pt x="0" y="124"/>
                    <a:pt x="19" y="158"/>
                  </a:cubicBezTo>
                  <a:cubicBezTo>
                    <a:pt x="25" y="169"/>
                    <a:pt x="39" y="170"/>
                    <a:pt x="49" y="173"/>
                  </a:cubicBezTo>
                  <a:cubicBezTo>
                    <a:pt x="58" y="176"/>
                    <a:pt x="67" y="182"/>
                    <a:pt x="76" y="185"/>
                  </a:cubicBezTo>
                  <a:cubicBezTo>
                    <a:pt x="96" y="194"/>
                    <a:pt x="122" y="184"/>
                    <a:pt x="143" y="180"/>
                  </a:cubicBezTo>
                  <a:cubicBezTo>
                    <a:pt x="155" y="177"/>
                    <a:pt x="165" y="174"/>
                    <a:pt x="177" y="169"/>
                  </a:cubicBezTo>
                  <a:cubicBezTo>
                    <a:pt x="189" y="165"/>
                    <a:pt x="200" y="165"/>
                    <a:pt x="211" y="159"/>
                  </a:cubicBezTo>
                  <a:cubicBezTo>
                    <a:pt x="221" y="154"/>
                    <a:pt x="228" y="146"/>
                    <a:pt x="236" y="139"/>
                  </a:cubicBezTo>
                  <a:cubicBezTo>
                    <a:pt x="246" y="131"/>
                    <a:pt x="258" y="127"/>
                    <a:pt x="267" y="117"/>
                  </a:cubicBezTo>
                  <a:cubicBezTo>
                    <a:pt x="275" y="108"/>
                    <a:pt x="283" y="97"/>
                    <a:pt x="291" y="88"/>
                  </a:cubicBezTo>
                  <a:cubicBezTo>
                    <a:pt x="298" y="79"/>
                    <a:pt x="307" y="68"/>
                    <a:pt x="312" y="57"/>
                  </a:cubicBezTo>
                  <a:cubicBezTo>
                    <a:pt x="319" y="41"/>
                    <a:pt x="313" y="18"/>
                    <a:pt x="294" y="12"/>
                  </a:cubicBezTo>
                  <a:cubicBezTo>
                    <a:pt x="284" y="8"/>
                    <a:pt x="276" y="10"/>
                    <a:pt x="266" y="5"/>
                  </a:cubicBezTo>
                  <a:cubicBezTo>
                    <a:pt x="258" y="1"/>
                    <a:pt x="251" y="0"/>
                    <a:pt x="242" y="0"/>
                  </a:cubicBezTo>
                  <a:cubicBezTo>
                    <a:pt x="225" y="0"/>
                    <a:pt x="208" y="6"/>
                    <a:pt x="192" y="7"/>
                  </a:cubicBezTo>
                </a:path>
              </a:pathLst>
            </a:custGeom>
            <a:solidFill>
              <a:srgbClr val="EB6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6" name="Freeform 1125">
              <a:extLst>
                <a:ext uri="{FF2B5EF4-FFF2-40B4-BE49-F238E27FC236}">
                  <a16:creationId xmlns:a16="http://schemas.microsoft.com/office/drawing/2014/main" id="{411B9FC6-ECDE-4207-933F-B7E8A7310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97"/>
              <a:ext cx="202" cy="166"/>
            </a:xfrm>
            <a:custGeom>
              <a:avLst/>
              <a:gdLst>
                <a:gd name="T0" fmla="*/ 141 w 224"/>
                <a:gd name="T1" fmla="*/ 124 h 172"/>
                <a:gd name="T2" fmla="*/ 92 w 224"/>
                <a:gd name="T3" fmla="*/ 128 h 172"/>
                <a:gd name="T4" fmla="*/ 71 w 224"/>
                <a:gd name="T5" fmla="*/ 118 h 172"/>
                <a:gd name="T6" fmla="*/ 50 w 224"/>
                <a:gd name="T7" fmla="*/ 104 h 172"/>
                <a:gd name="T8" fmla="*/ 91 w 224"/>
                <a:gd name="T9" fmla="*/ 18 h 172"/>
                <a:gd name="T10" fmla="*/ 115 w 224"/>
                <a:gd name="T11" fmla="*/ 0 h 172"/>
                <a:gd name="T12" fmla="*/ 96 w 224"/>
                <a:gd name="T13" fmla="*/ 7 h 172"/>
                <a:gd name="T14" fmla="*/ 55 w 224"/>
                <a:gd name="T15" fmla="*/ 38 h 172"/>
                <a:gd name="T16" fmla="*/ 14 w 224"/>
                <a:gd name="T17" fmla="*/ 122 h 172"/>
                <a:gd name="T18" fmla="*/ 36 w 224"/>
                <a:gd name="T19" fmla="*/ 136 h 172"/>
                <a:gd name="T20" fmla="*/ 56 w 224"/>
                <a:gd name="T21" fmla="*/ 147 h 172"/>
                <a:gd name="T22" fmla="*/ 105 w 224"/>
                <a:gd name="T23" fmla="*/ 142 h 172"/>
                <a:gd name="T24" fmla="*/ 130 w 224"/>
                <a:gd name="T25" fmla="*/ 132 h 172"/>
                <a:gd name="T26" fmla="*/ 154 w 224"/>
                <a:gd name="T27" fmla="*/ 123 h 172"/>
                <a:gd name="T28" fmla="*/ 164 w 224"/>
                <a:gd name="T29" fmla="*/ 116 h 172"/>
                <a:gd name="T30" fmla="*/ 141 w 224"/>
                <a:gd name="T31" fmla="*/ 124 h 1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4" h="172">
                  <a:moveTo>
                    <a:pt x="192" y="138"/>
                  </a:moveTo>
                  <a:cubicBezTo>
                    <a:pt x="172" y="142"/>
                    <a:pt x="145" y="151"/>
                    <a:pt x="125" y="143"/>
                  </a:cubicBezTo>
                  <a:cubicBezTo>
                    <a:pt x="116" y="139"/>
                    <a:pt x="108" y="134"/>
                    <a:pt x="98" y="131"/>
                  </a:cubicBezTo>
                  <a:cubicBezTo>
                    <a:pt x="88" y="127"/>
                    <a:pt x="74" y="126"/>
                    <a:pt x="68" y="116"/>
                  </a:cubicBezTo>
                  <a:cubicBezTo>
                    <a:pt x="49" y="82"/>
                    <a:pt x="98" y="36"/>
                    <a:pt x="124" y="21"/>
                  </a:cubicBezTo>
                  <a:cubicBezTo>
                    <a:pt x="135" y="14"/>
                    <a:pt x="145" y="7"/>
                    <a:pt x="156" y="0"/>
                  </a:cubicBezTo>
                  <a:cubicBezTo>
                    <a:pt x="148" y="2"/>
                    <a:pt x="138" y="3"/>
                    <a:pt x="130" y="7"/>
                  </a:cubicBezTo>
                  <a:cubicBezTo>
                    <a:pt x="110" y="17"/>
                    <a:pt x="93" y="30"/>
                    <a:pt x="75" y="41"/>
                  </a:cubicBezTo>
                  <a:cubicBezTo>
                    <a:pt x="49" y="57"/>
                    <a:pt x="0" y="102"/>
                    <a:pt x="19" y="136"/>
                  </a:cubicBezTo>
                  <a:cubicBezTo>
                    <a:pt x="25" y="147"/>
                    <a:pt x="39" y="148"/>
                    <a:pt x="49" y="151"/>
                  </a:cubicBezTo>
                  <a:cubicBezTo>
                    <a:pt x="58" y="154"/>
                    <a:pt x="67" y="160"/>
                    <a:pt x="76" y="163"/>
                  </a:cubicBezTo>
                  <a:cubicBezTo>
                    <a:pt x="96" y="172"/>
                    <a:pt x="122" y="162"/>
                    <a:pt x="143" y="158"/>
                  </a:cubicBezTo>
                  <a:cubicBezTo>
                    <a:pt x="155" y="155"/>
                    <a:pt x="165" y="152"/>
                    <a:pt x="177" y="147"/>
                  </a:cubicBezTo>
                  <a:cubicBezTo>
                    <a:pt x="189" y="143"/>
                    <a:pt x="200" y="143"/>
                    <a:pt x="211" y="137"/>
                  </a:cubicBezTo>
                  <a:cubicBezTo>
                    <a:pt x="216" y="134"/>
                    <a:pt x="220" y="131"/>
                    <a:pt x="224" y="128"/>
                  </a:cubicBezTo>
                  <a:cubicBezTo>
                    <a:pt x="213" y="132"/>
                    <a:pt x="204" y="135"/>
                    <a:pt x="192" y="138"/>
                  </a:cubicBezTo>
                  <a:close/>
                </a:path>
              </a:pathLst>
            </a:custGeom>
            <a:solidFill>
              <a:srgbClr val="E64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7" name="Freeform 1126">
              <a:extLst>
                <a:ext uri="{FF2B5EF4-FFF2-40B4-BE49-F238E27FC236}">
                  <a16:creationId xmlns:a16="http://schemas.microsoft.com/office/drawing/2014/main" id="{C4D75239-7F5B-4C6D-A063-09C368A91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279"/>
              <a:ext cx="11" cy="53"/>
            </a:xfrm>
            <a:custGeom>
              <a:avLst/>
              <a:gdLst>
                <a:gd name="T0" fmla="*/ 9 w 12"/>
                <a:gd name="T1" fmla="*/ 0 h 55"/>
                <a:gd name="T2" fmla="*/ 1 w 12"/>
                <a:gd name="T3" fmla="*/ 27 h 55"/>
                <a:gd name="T4" fmla="*/ 1 w 12"/>
                <a:gd name="T5" fmla="*/ 39 h 55"/>
                <a:gd name="T6" fmla="*/ 4 w 12"/>
                <a:gd name="T7" fmla="*/ 49 h 55"/>
                <a:gd name="T8" fmla="*/ 6 w 12"/>
                <a:gd name="T9" fmla="*/ 22 h 55"/>
                <a:gd name="T10" fmla="*/ 8 w 12"/>
                <a:gd name="T11" fmla="*/ 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5">
                  <a:moveTo>
                    <a:pt x="12" y="0"/>
                  </a:moveTo>
                  <a:cubicBezTo>
                    <a:pt x="8" y="10"/>
                    <a:pt x="2" y="18"/>
                    <a:pt x="1" y="30"/>
                  </a:cubicBezTo>
                  <a:cubicBezTo>
                    <a:pt x="1" y="34"/>
                    <a:pt x="0" y="39"/>
                    <a:pt x="1" y="44"/>
                  </a:cubicBezTo>
                  <a:cubicBezTo>
                    <a:pt x="2" y="48"/>
                    <a:pt x="4" y="51"/>
                    <a:pt x="4" y="55"/>
                  </a:cubicBezTo>
                  <a:cubicBezTo>
                    <a:pt x="5" y="45"/>
                    <a:pt x="7" y="35"/>
                    <a:pt x="7" y="25"/>
                  </a:cubicBezTo>
                  <a:cubicBezTo>
                    <a:pt x="8" y="17"/>
                    <a:pt x="9" y="9"/>
                    <a:pt x="11" y="1"/>
                  </a:cubicBezTo>
                </a:path>
              </a:pathLst>
            </a:cu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8" name="Freeform 1127">
              <a:extLst>
                <a:ext uri="{FF2B5EF4-FFF2-40B4-BE49-F238E27FC236}">
                  <a16:creationId xmlns:a16="http://schemas.microsoft.com/office/drawing/2014/main" id="{5B49082D-3387-49D7-A1B4-44167413E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280"/>
              <a:ext cx="59" cy="34"/>
            </a:xfrm>
            <a:custGeom>
              <a:avLst/>
              <a:gdLst>
                <a:gd name="T0" fmla="*/ 49 w 65"/>
                <a:gd name="T1" fmla="*/ 0 h 36"/>
                <a:gd name="T2" fmla="*/ 5 w 65"/>
                <a:gd name="T3" fmla="*/ 30 h 36"/>
                <a:gd name="T4" fmla="*/ 47 w 6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6">
                  <a:moveTo>
                    <a:pt x="65" y="0"/>
                  </a:moveTo>
                  <a:cubicBezTo>
                    <a:pt x="42" y="7"/>
                    <a:pt x="25" y="20"/>
                    <a:pt x="6" y="36"/>
                  </a:cubicBezTo>
                  <a:cubicBezTo>
                    <a:pt x="0" y="13"/>
                    <a:pt x="50" y="5"/>
                    <a:pt x="63" y="0"/>
                  </a:cubicBezTo>
                </a:path>
              </a:pathLst>
            </a:cu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9" name="Freeform 1128">
              <a:extLst>
                <a:ext uri="{FF2B5EF4-FFF2-40B4-BE49-F238E27FC236}">
                  <a16:creationId xmlns:a16="http://schemas.microsoft.com/office/drawing/2014/main" id="{BB506F7B-FE96-4612-9290-16E97578F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191"/>
              <a:ext cx="26" cy="36"/>
            </a:xfrm>
            <a:custGeom>
              <a:avLst/>
              <a:gdLst>
                <a:gd name="T0" fmla="*/ 0 w 29"/>
                <a:gd name="T1" fmla="*/ 33 h 37"/>
                <a:gd name="T2" fmla="*/ 8 w 29"/>
                <a:gd name="T3" fmla="*/ 12 h 37"/>
                <a:gd name="T4" fmla="*/ 21 w 29"/>
                <a:gd name="T5" fmla="*/ 0 h 37"/>
                <a:gd name="T6" fmla="*/ 11 w 29"/>
                <a:gd name="T7" fmla="*/ 18 h 37"/>
                <a:gd name="T8" fmla="*/ 1 w 29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7">
                  <a:moveTo>
                    <a:pt x="0" y="36"/>
                  </a:moveTo>
                  <a:cubicBezTo>
                    <a:pt x="2" y="35"/>
                    <a:pt x="7" y="17"/>
                    <a:pt x="11" y="12"/>
                  </a:cubicBezTo>
                  <a:cubicBezTo>
                    <a:pt x="16" y="6"/>
                    <a:pt x="22" y="2"/>
                    <a:pt x="29" y="0"/>
                  </a:cubicBezTo>
                  <a:cubicBezTo>
                    <a:pt x="28" y="8"/>
                    <a:pt x="19" y="15"/>
                    <a:pt x="14" y="20"/>
                  </a:cubicBezTo>
                  <a:cubicBezTo>
                    <a:pt x="9" y="25"/>
                    <a:pt x="5" y="31"/>
                    <a:pt x="1" y="37"/>
                  </a:cubicBezTo>
                </a:path>
              </a:pathLst>
            </a:cu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0" name="Freeform 1129">
              <a:extLst>
                <a:ext uri="{FF2B5EF4-FFF2-40B4-BE49-F238E27FC236}">
                  <a16:creationId xmlns:a16="http://schemas.microsoft.com/office/drawing/2014/main" id="{191D3718-4993-4EF7-8DFA-DC398A547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202"/>
              <a:ext cx="73" cy="45"/>
            </a:xfrm>
            <a:custGeom>
              <a:avLst/>
              <a:gdLst>
                <a:gd name="T0" fmla="*/ 1 w 80"/>
                <a:gd name="T1" fmla="*/ 40 h 47"/>
                <a:gd name="T2" fmla="*/ 0 w 80"/>
                <a:gd name="T3" fmla="*/ 39 h 47"/>
                <a:gd name="T4" fmla="*/ 61 w 80"/>
                <a:gd name="T5" fmla="*/ 0 h 47"/>
                <a:gd name="T6" fmla="*/ 26 w 80"/>
                <a:gd name="T7" fmla="*/ 23 h 47"/>
                <a:gd name="T8" fmla="*/ 3 w 80"/>
                <a:gd name="T9" fmla="*/ 4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7">
                  <a:moveTo>
                    <a:pt x="1" y="46"/>
                  </a:moveTo>
                  <a:cubicBezTo>
                    <a:pt x="0" y="45"/>
                    <a:pt x="0" y="47"/>
                    <a:pt x="0" y="45"/>
                  </a:cubicBezTo>
                  <a:cubicBezTo>
                    <a:pt x="17" y="19"/>
                    <a:pt x="52" y="11"/>
                    <a:pt x="80" y="0"/>
                  </a:cubicBezTo>
                  <a:cubicBezTo>
                    <a:pt x="66" y="10"/>
                    <a:pt x="50" y="17"/>
                    <a:pt x="35" y="26"/>
                  </a:cubicBezTo>
                  <a:cubicBezTo>
                    <a:pt x="25" y="33"/>
                    <a:pt x="13" y="38"/>
                    <a:pt x="3" y="46"/>
                  </a:cubicBezTo>
                </a:path>
              </a:pathLst>
            </a:cu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1" name="Freeform 1130">
              <a:extLst>
                <a:ext uri="{FF2B5EF4-FFF2-40B4-BE49-F238E27FC236}">
                  <a16:creationId xmlns:a16="http://schemas.microsoft.com/office/drawing/2014/main" id="{0A805D99-99FF-43A8-9457-00F27564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267"/>
              <a:ext cx="53" cy="21"/>
            </a:xfrm>
            <a:custGeom>
              <a:avLst/>
              <a:gdLst>
                <a:gd name="T0" fmla="*/ 0 w 59"/>
                <a:gd name="T1" fmla="*/ 0 h 22"/>
                <a:gd name="T2" fmla="*/ 17 w 59"/>
                <a:gd name="T3" fmla="*/ 3 h 22"/>
                <a:gd name="T4" fmla="*/ 30 w 59"/>
                <a:gd name="T5" fmla="*/ 9 h 22"/>
                <a:gd name="T6" fmla="*/ 43 w 59"/>
                <a:gd name="T7" fmla="*/ 19 h 22"/>
                <a:gd name="T8" fmla="*/ 19 w 59"/>
                <a:gd name="T9" fmla="*/ 13 h 22"/>
                <a:gd name="T10" fmla="*/ 9 w 59"/>
                <a:gd name="T11" fmla="*/ 10 h 22"/>
                <a:gd name="T12" fmla="*/ 3 w 59"/>
                <a:gd name="T13" fmla="*/ 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2">
                  <a:moveTo>
                    <a:pt x="0" y="0"/>
                  </a:moveTo>
                  <a:cubicBezTo>
                    <a:pt x="7" y="2"/>
                    <a:pt x="15" y="1"/>
                    <a:pt x="23" y="3"/>
                  </a:cubicBezTo>
                  <a:cubicBezTo>
                    <a:pt x="29" y="5"/>
                    <a:pt x="35" y="7"/>
                    <a:pt x="41" y="9"/>
                  </a:cubicBezTo>
                  <a:cubicBezTo>
                    <a:pt x="49" y="12"/>
                    <a:pt x="53" y="15"/>
                    <a:pt x="59" y="22"/>
                  </a:cubicBezTo>
                  <a:cubicBezTo>
                    <a:pt x="49" y="18"/>
                    <a:pt x="37" y="20"/>
                    <a:pt x="26" y="16"/>
                  </a:cubicBezTo>
                  <a:cubicBezTo>
                    <a:pt x="21" y="14"/>
                    <a:pt x="16" y="13"/>
                    <a:pt x="12" y="10"/>
                  </a:cubicBezTo>
                  <a:cubicBezTo>
                    <a:pt x="9" y="7"/>
                    <a:pt x="6" y="3"/>
                    <a:pt x="3" y="1"/>
                  </a:cubicBezTo>
                </a:path>
              </a:pathLst>
            </a:cu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2" name="Freeform 1131">
              <a:extLst>
                <a:ext uri="{FF2B5EF4-FFF2-40B4-BE49-F238E27FC236}">
                  <a16:creationId xmlns:a16="http://schemas.microsoft.com/office/drawing/2014/main" id="{B4527C98-1BD7-4036-BEBF-EF984A983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233"/>
              <a:ext cx="53" cy="11"/>
            </a:xfrm>
            <a:custGeom>
              <a:avLst/>
              <a:gdLst>
                <a:gd name="T0" fmla="*/ 43 w 59"/>
                <a:gd name="T1" fmla="*/ 7 h 12"/>
                <a:gd name="T2" fmla="*/ 19 w 59"/>
                <a:gd name="T3" fmla="*/ 0 h 12"/>
                <a:gd name="T4" fmla="*/ 0 w 59"/>
                <a:gd name="T5" fmla="*/ 6 h 12"/>
                <a:gd name="T6" fmla="*/ 24 w 59"/>
                <a:gd name="T7" fmla="*/ 9 h 12"/>
                <a:gd name="T8" fmla="*/ 40 w 59"/>
                <a:gd name="T9" fmla="*/ 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2">
                  <a:moveTo>
                    <a:pt x="59" y="10"/>
                  </a:moveTo>
                  <a:cubicBezTo>
                    <a:pt x="48" y="6"/>
                    <a:pt x="38" y="0"/>
                    <a:pt x="26" y="0"/>
                  </a:cubicBezTo>
                  <a:cubicBezTo>
                    <a:pt x="17" y="0"/>
                    <a:pt x="8" y="2"/>
                    <a:pt x="0" y="6"/>
                  </a:cubicBezTo>
                  <a:cubicBezTo>
                    <a:pt x="11" y="8"/>
                    <a:pt x="22" y="11"/>
                    <a:pt x="33" y="12"/>
                  </a:cubicBezTo>
                  <a:cubicBezTo>
                    <a:pt x="39" y="12"/>
                    <a:pt x="52" y="12"/>
                    <a:pt x="56" y="9"/>
                  </a:cubicBezTo>
                </a:path>
              </a:pathLst>
            </a:cu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3" name="Freeform 1132">
              <a:extLst>
                <a:ext uri="{FF2B5EF4-FFF2-40B4-BE49-F238E27FC236}">
                  <a16:creationId xmlns:a16="http://schemas.microsoft.com/office/drawing/2014/main" id="{7AC5CD1F-7E6A-4594-9A96-A0D36516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214"/>
              <a:ext cx="13" cy="14"/>
            </a:xfrm>
            <a:custGeom>
              <a:avLst/>
              <a:gdLst>
                <a:gd name="T0" fmla="*/ 10 w 14"/>
                <a:gd name="T1" fmla="*/ 5 h 14"/>
                <a:gd name="T2" fmla="*/ 7 w 14"/>
                <a:gd name="T3" fmla="*/ 13 h 14"/>
                <a:gd name="T4" fmla="*/ 1 w 14"/>
                <a:gd name="T5" fmla="*/ 10 h 14"/>
                <a:gd name="T6" fmla="*/ 5 w 14"/>
                <a:gd name="T7" fmla="*/ 2 h 14"/>
                <a:gd name="T8" fmla="*/ 10 w 14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1"/>
                    <a:pt x="9" y="13"/>
                  </a:cubicBezTo>
                  <a:cubicBezTo>
                    <a:pt x="6" y="14"/>
                    <a:pt x="2" y="13"/>
                    <a:pt x="1" y="10"/>
                  </a:cubicBezTo>
                  <a:cubicBezTo>
                    <a:pt x="0" y="6"/>
                    <a:pt x="1" y="3"/>
                    <a:pt x="5" y="2"/>
                  </a:cubicBezTo>
                  <a:cubicBezTo>
                    <a:pt x="8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4" name="Freeform 1133">
              <a:extLst>
                <a:ext uri="{FF2B5EF4-FFF2-40B4-BE49-F238E27FC236}">
                  <a16:creationId xmlns:a16="http://schemas.microsoft.com/office/drawing/2014/main" id="{FB98D23D-C315-4F85-AE73-7A594AB7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261"/>
              <a:ext cx="17" cy="14"/>
            </a:xfrm>
            <a:custGeom>
              <a:avLst/>
              <a:gdLst>
                <a:gd name="T0" fmla="*/ 13 w 19"/>
                <a:gd name="T1" fmla="*/ 4 h 15"/>
                <a:gd name="T2" fmla="*/ 9 w 19"/>
                <a:gd name="T3" fmla="*/ 10 h 15"/>
                <a:gd name="T4" fmla="*/ 1 w 19"/>
                <a:gd name="T5" fmla="*/ 8 h 15"/>
                <a:gd name="T6" fmla="*/ 4 w 19"/>
                <a:gd name="T7" fmla="*/ 2 h 15"/>
                <a:gd name="T8" fmla="*/ 13 w 19"/>
                <a:gd name="T9" fmla="*/ 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8" y="4"/>
                  </a:moveTo>
                  <a:cubicBezTo>
                    <a:pt x="19" y="7"/>
                    <a:pt x="16" y="11"/>
                    <a:pt x="12" y="13"/>
                  </a:cubicBezTo>
                  <a:cubicBezTo>
                    <a:pt x="7" y="15"/>
                    <a:pt x="3" y="14"/>
                    <a:pt x="1" y="11"/>
                  </a:cubicBezTo>
                  <a:cubicBezTo>
                    <a:pt x="0" y="8"/>
                    <a:pt x="3" y="4"/>
                    <a:pt x="7" y="2"/>
                  </a:cubicBezTo>
                  <a:cubicBezTo>
                    <a:pt x="12" y="0"/>
                    <a:pt x="16" y="1"/>
                    <a:pt x="1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5" name="Freeform 1134">
              <a:extLst>
                <a:ext uri="{FF2B5EF4-FFF2-40B4-BE49-F238E27FC236}">
                  <a16:creationId xmlns:a16="http://schemas.microsoft.com/office/drawing/2014/main" id="{D15ECBE7-231A-4EA6-A9F4-0A4F64ACC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306"/>
              <a:ext cx="18" cy="13"/>
            </a:xfrm>
            <a:custGeom>
              <a:avLst/>
              <a:gdLst>
                <a:gd name="T0" fmla="*/ 14 w 20"/>
                <a:gd name="T1" fmla="*/ 3 h 14"/>
                <a:gd name="T2" fmla="*/ 9 w 20"/>
                <a:gd name="T3" fmla="*/ 9 h 14"/>
                <a:gd name="T4" fmla="*/ 1 w 20"/>
                <a:gd name="T5" fmla="*/ 8 h 14"/>
                <a:gd name="T6" fmla="*/ 5 w 20"/>
                <a:gd name="T7" fmla="*/ 2 h 14"/>
                <a:gd name="T8" fmla="*/ 14 w 20"/>
                <a:gd name="T9" fmla="*/ 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19" y="3"/>
                  </a:moveTo>
                  <a:cubicBezTo>
                    <a:pt x="20" y="6"/>
                    <a:pt x="17" y="10"/>
                    <a:pt x="12" y="12"/>
                  </a:cubicBezTo>
                  <a:cubicBezTo>
                    <a:pt x="7" y="14"/>
                    <a:pt x="2" y="14"/>
                    <a:pt x="1" y="11"/>
                  </a:cubicBezTo>
                  <a:cubicBezTo>
                    <a:pt x="0" y="8"/>
                    <a:pt x="3" y="4"/>
                    <a:pt x="8" y="2"/>
                  </a:cubicBezTo>
                  <a:cubicBezTo>
                    <a:pt x="12" y="0"/>
                    <a:pt x="17" y="1"/>
                    <a:pt x="1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6" name="Freeform 1135">
              <a:extLst>
                <a:ext uri="{FF2B5EF4-FFF2-40B4-BE49-F238E27FC236}">
                  <a16:creationId xmlns:a16="http://schemas.microsoft.com/office/drawing/2014/main" id="{F7948723-68AD-40E5-8EC6-779F1AC3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296"/>
              <a:ext cx="17" cy="17"/>
            </a:xfrm>
            <a:custGeom>
              <a:avLst/>
              <a:gdLst>
                <a:gd name="T0" fmla="*/ 12 w 19"/>
                <a:gd name="T1" fmla="*/ 5 h 17"/>
                <a:gd name="T2" fmla="*/ 9 w 19"/>
                <a:gd name="T3" fmla="*/ 15 h 17"/>
                <a:gd name="T4" fmla="*/ 1 w 19"/>
                <a:gd name="T5" fmla="*/ 12 h 17"/>
                <a:gd name="T6" fmla="*/ 4 w 19"/>
                <a:gd name="T7" fmla="*/ 2 h 17"/>
                <a:gd name="T8" fmla="*/ 12 w 19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7" y="5"/>
                  </a:moveTo>
                  <a:cubicBezTo>
                    <a:pt x="19" y="9"/>
                    <a:pt x="17" y="13"/>
                    <a:pt x="12" y="15"/>
                  </a:cubicBezTo>
                  <a:cubicBezTo>
                    <a:pt x="8" y="17"/>
                    <a:pt x="3" y="16"/>
                    <a:pt x="1" y="12"/>
                  </a:cubicBezTo>
                  <a:cubicBezTo>
                    <a:pt x="0" y="8"/>
                    <a:pt x="2" y="4"/>
                    <a:pt x="6" y="2"/>
                  </a:cubicBezTo>
                  <a:cubicBezTo>
                    <a:pt x="11" y="0"/>
                    <a:pt x="16" y="1"/>
                    <a:pt x="1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7" name="Freeform 1136">
              <a:extLst>
                <a:ext uri="{FF2B5EF4-FFF2-40B4-BE49-F238E27FC236}">
                  <a16:creationId xmlns:a16="http://schemas.microsoft.com/office/drawing/2014/main" id="{52CD3DB7-5709-4BE4-AA97-23F5EAD6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240"/>
              <a:ext cx="18" cy="16"/>
            </a:xfrm>
            <a:custGeom>
              <a:avLst/>
              <a:gdLst>
                <a:gd name="T0" fmla="*/ 15 w 19"/>
                <a:gd name="T1" fmla="*/ 4 h 16"/>
                <a:gd name="T2" fmla="*/ 9 w 19"/>
                <a:gd name="T3" fmla="*/ 14 h 16"/>
                <a:gd name="T4" fmla="*/ 1 w 19"/>
                <a:gd name="T5" fmla="*/ 11 h 16"/>
                <a:gd name="T6" fmla="*/ 7 w 19"/>
                <a:gd name="T7" fmla="*/ 2 h 16"/>
                <a:gd name="T8" fmla="*/ 15 w 19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8" y="4"/>
                  </a:moveTo>
                  <a:cubicBezTo>
                    <a:pt x="19" y="8"/>
                    <a:pt x="17" y="12"/>
                    <a:pt x="12" y="14"/>
                  </a:cubicBezTo>
                  <a:cubicBezTo>
                    <a:pt x="8" y="16"/>
                    <a:pt x="3" y="14"/>
                    <a:pt x="1" y="11"/>
                  </a:cubicBezTo>
                  <a:cubicBezTo>
                    <a:pt x="0" y="8"/>
                    <a:pt x="2" y="3"/>
                    <a:pt x="7" y="2"/>
                  </a:cubicBezTo>
                  <a:cubicBezTo>
                    <a:pt x="11" y="0"/>
                    <a:pt x="16" y="1"/>
                    <a:pt x="1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8" name="Freeform 1137">
              <a:extLst>
                <a:ext uri="{FF2B5EF4-FFF2-40B4-BE49-F238E27FC236}">
                  <a16:creationId xmlns:a16="http://schemas.microsoft.com/office/drawing/2014/main" id="{F9CD870D-168D-4950-A04C-90B9ABED0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206"/>
              <a:ext cx="18" cy="16"/>
            </a:xfrm>
            <a:custGeom>
              <a:avLst/>
              <a:gdLst>
                <a:gd name="T0" fmla="*/ 13 w 21"/>
                <a:gd name="T1" fmla="*/ 4 h 17"/>
                <a:gd name="T2" fmla="*/ 8 w 21"/>
                <a:gd name="T3" fmla="*/ 12 h 17"/>
                <a:gd name="T4" fmla="*/ 2 w 21"/>
                <a:gd name="T5" fmla="*/ 9 h 17"/>
                <a:gd name="T6" fmla="*/ 5 w 21"/>
                <a:gd name="T7" fmla="*/ 2 h 17"/>
                <a:gd name="T8" fmla="*/ 13 w 21"/>
                <a:gd name="T9" fmla="*/ 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20" y="4"/>
                  </a:moveTo>
                  <a:cubicBezTo>
                    <a:pt x="21" y="8"/>
                    <a:pt x="18" y="13"/>
                    <a:pt x="13" y="15"/>
                  </a:cubicBezTo>
                  <a:cubicBezTo>
                    <a:pt x="8" y="17"/>
                    <a:pt x="3" y="15"/>
                    <a:pt x="2" y="12"/>
                  </a:cubicBezTo>
                  <a:cubicBezTo>
                    <a:pt x="0" y="8"/>
                    <a:pt x="3" y="4"/>
                    <a:pt x="8" y="2"/>
                  </a:cubicBezTo>
                  <a:cubicBezTo>
                    <a:pt x="13" y="0"/>
                    <a:pt x="18" y="1"/>
                    <a:pt x="2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9" name="Freeform 1138">
              <a:extLst>
                <a:ext uri="{FF2B5EF4-FFF2-40B4-BE49-F238E27FC236}">
                  <a16:creationId xmlns:a16="http://schemas.microsoft.com/office/drawing/2014/main" id="{B44F9D8C-E623-4733-990B-2B9C4D1B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247"/>
              <a:ext cx="10" cy="12"/>
            </a:xfrm>
            <a:custGeom>
              <a:avLst/>
              <a:gdLst>
                <a:gd name="T0" fmla="*/ 7 w 12"/>
                <a:gd name="T1" fmla="*/ 4 h 12"/>
                <a:gd name="T2" fmla="*/ 5 w 12"/>
                <a:gd name="T3" fmla="*/ 11 h 12"/>
                <a:gd name="T4" fmla="*/ 1 w 12"/>
                <a:gd name="T5" fmla="*/ 8 h 12"/>
                <a:gd name="T6" fmla="*/ 3 w 12"/>
                <a:gd name="T7" fmla="*/ 1 h 12"/>
                <a:gd name="T8" fmla="*/ 7 w 12"/>
                <a:gd name="T9" fmla="*/ 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7"/>
                    <a:pt x="11" y="10"/>
                    <a:pt x="8" y="11"/>
                  </a:cubicBezTo>
                  <a:cubicBezTo>
                    <a:pt x="5" y="12"/>
                    <a:pt x="2" y="11"/>
                    <a:pt x="1" y="8"/>
                  </a:cubicBezTo>
                  <a:cubicBezTo>
                    <a:pt x="0" y="5"/>
                    <a:pt x="1" y="2"/>
                    <a:pt x="4" y="1"/>
                  </a:cubicBezTo>
                  <a:cubicBezTo>
                    <a:pt x="6" y="0"/>
                    <a:pt x="10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0" name="Freeform 1139">
              <a:extLst>
                <a:ext uri="{FF2B5EF4-FFF2-40B4-BE49-F238E27FC236}">
                  <a16:creationId xmlns:a16="http://schemas.microsoft.com/office/drawing/2014/main" id="{FA2D6E7F-5498-43CD-82F2-CAA4CA1B9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261"/>
              <a:ext cx="7" cy="6"/>
            </a:xfrm>
            <a:custGeom>
              <a:avLst/>
              <a:gdLst>
                <a:gd name="T0" fmla="*/ 6 w 7"/>
                <a:gd name="T1" fmla="*/ 2 h 7"/>
                <a:gd name="T2" fmla="*/ 5 w 7"/>
                <a:gd name="T3" fmla="*/ 3 h 7"/>
                <a:gd name="T4" fmla="*/ 1 w 7"/>
                <a:gd name="T5" fmla="*/ 3 h 7"/>
                <a:gd name="T6" fmla="*/ 2 w 7"/>
                <a:gd name="T7" fmla="*/ 1 h 7"/>
                <a:gd name="T8" fmla="*/ 6 w 7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4"/>
                    <a:pt x="6" y="6"/>
                    <a:pt x="5" y="6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1" name="Freeform 1140">
              <a:extLst>
                <a:ext uri="{FF2B5EF4-FFF2-40B4-BE49-F238E27FC236}">
                  <a16:creationId xmlns:a16="http://schemas.microsoft.com/office/drawing/2014/main" id="{50560C86-B478-4A7B-9260-FC2BF2CB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335"/>
              <a:ext cx="11" cy="11"/>
            </a:xfrm>
            <a:custGeom>
              <a:avLst/>
              <a:gdLst>
                <a:gd name="T0" fmla="*/ 8 w 12"/>
                <a:gd name="T1" fmla="*/ 4 h 12"/>
                <a:gd name="T2" fmla="*/ 6 w 12"/>
                <a:gd name="T3" fmla="*/ 7 h 12"/>
                <a:gd name="T4" fmla="*/ 2 w 12"/>
                <a:gd name="T5" fmla="*/ 6 h 12"/>
                <a:gd name="T6" fmla="*/ 4 w 12"/>
                <a:gd name="T7" fmla="*/ 1 h 12"/>
                <a:gd name="T8" fmla="*/ 8 w 12"/>
                <a:gd name="T9" fmla="*/ 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6"/>
                    <a:pt x="11" y="9"/>
                    <a:pt x="8" y="10"/>
                  </a:cubicBezTo>
                  <a:cubicBezTo>
                    <a:pt x="5" y="12"/>
                    <a:pt x="3" y="10"/>
                    <a:pt x="2" y="8"/>
                  </a:cubicBezTo>
                  <a:cubicBezTo>
                    <a:pt x="0" y="5"/>
                    <a:pt x="2" y="2"/>
                    <a:pt x="4" y="1"/>
                  </a:cubicBezTo>
                  <a:cubicBezTo>
                    <a:pt x="7" y="0"/>
                    <a:pt x="10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2" name="Freeform 1141">
              <a:extLst>
                <a:ext uri="{FF2B5EF4-FFF2-40B4-BE49-F238E27FC236}">
                  <a16:creationId xmlns:a16="http://schemas.microsoft.com/office/drawing/2014/main" id="{85271F48-8120-4726-B31C-B6AD1A53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344"/>
              <a:ext cx="5" cy="6"/>
            </a:xfrm>
            <a:custGeom>
              <a:avLst/>
              <a:gdLst>
                <a:gd name="T0" fmla="*/ 3 w 6"/>
                <a:gd name="T1" fmla="*/ 2 h 6"/>
                <a:gd name="T2" fmla="*/ 3 w 6"/>
                <a:gd name="T3" fmla="*/ 5 h 6"/>
                <a:gd name="T4" fmla="*/ 0 w 6"/>
                <a:gd name="T5" fmla="*/ 4 h 6"/>
                <a:gd name="T6" fmla="*/ 2 w 6"/>
                <a:gd name="T7" fmla="*/ 0 h 6"/>
                <a:gd name="T8" fmla="*/ 3 w 6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6" y="3"/>
                    <a:pt x="5" y="4"/>
                    <a:pt x="4" y="5"/>
                  </a:cubicBezTo>
                  <a:cubicBezTo>
                    <a:pt x="2" y="6"/>
                    <a:pt x="1" y="5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0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3" name="Rectangle 1142">
              <a:extLst>
                <a:ext uri="{FF2B5EF4-FFF2-40B4-BE49-F238E27FC236}">
                  <a16:creationId xmlns:a16="http://schemas.microsoft.com/office/drawing/2014/main" id="{564F6880-A6CD-43F4-A988-6FB955E68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2406"/>
              <a:ext cx="105" cy="51"/>
            </a:xfrm>
            <a:prstGeom prst="rect">
              <a:avLst/>
            </a:prstGeom>
            <a:solidFill>
              <a:srgbClr val="E4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94" name="Rectangle 1143">
              <a:extLst>
                <a:ext uri="{FF2B5EF4-FFF2-40B4-BE49-F238E27FC236}">
                  <a16:creationId xmlns:a16="http://schemas.microsoft.com/office/drawing/2014/main" id="{17E1BA89-7911-4BE0-95FF-8401F41A3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406"/>
              <a:ext cx="106" cy="51"/>
            </a:xfrm>
            <a:prstGeom prst="rect">
              <a:avLst/>
            </a:prstGeom>
            <a:solidFill>
              <a:srgbClr val="E4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95" name="Rectangle 1144">
              <a:extLst>
                <a:ext uri="{FF2B5EF4-FFF2-40B4-BE49-F238E27FC236}">
                  <a16:creationId xmlns:a16="http://schemas.microsoft.com/office/drawing/2014/main" id="{8DA160C6-A8C3-475E-AB5B-30CFF34D8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2406"/>
              <a:ext cx="105" cy="51"/>
            </a:xfrm>
            <a:prstGeom prst="rect">
              <a:avLst/>
            </a:prstGeom>
            <a:noFill/>
            <a:ln w="6350" cap="rnd">
              <a:solidFill>
                <a:srgbClr val="01010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96" name="Rectangle 1145">
              <a:extLst>
                <a:ext uri="{FF2B5EF4-FFF2-40B4-BE49-F238E27FC236}">
                  <a16:creationId xmlns:a16="http://schemas.microsoft.com/office/drawing/2014/main" id="{68ACDC53-FDF4-47E2-8F6B-910E1AC32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406"/>
              <a:ext cx="106" cy="51"/>
            </a:xfrm>
            <a:prstGeom prst="rect">
              <a:avLst/>
            </a:prstGeom>
            <a:noFill/>
            <a:ln w="6350" cap="rnd">
              <a:solidFill>
                <a:srgbClr val="01010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97" name="Oval 1146">
              <a:extLst>
                <a:ext uri="{FF2B5EF4-FFF2-40B4-BE49-F238E27FC236}">
                  <a16:creationId xmlns:a16="http://schemas.microsoft.com/office/drawing/2014/main" id="{C2C859AF-5C65-4ADA-8898-A50FDC218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2631"/>
              <a:ext cx="30" cy="32"/>
            </a:xfrm>
            <a:prstGeom prst="ellipse">
              <a:avLst/>
            </a:prstGeom>
            <a:solidFill>
              <a:srgbClr val="0101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98" name="Freeform 1147">
              <a:extLst>
                <a:ext uri="{FF2B5EF4-FFF2-40B4-BE49-F238E27FC236}">
                  <a16:creationId xmlns:a16="http://schemas.microsoft.com/office/drawing/2014/main" id="{70FC1A5B-4680-4614-9E87-4C2819F7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66"/>
              <a:ext cx="43" cy="386"/>
            </a:xfrm>
            <a:custGeom>
              <a:avLst/>
              <a:gdLst>
                <a:gd name="T0" fmla="*/ 43 w 43"/>
                <a:gd name="T1" fmla="*/ 0 h 386"/>
                <a:gd name="T2" fmla="*/ 0 w 43"/>
                <a:gd name="T3" fmla="*/ 0 h 386"/>
                <a:gd name="T4" fmla="*/ 0 w 43"/>
                <a:gd name="T5" fmla="*/ 386 h 386"/>
                <a:gd name="T6" fmla="*/ 9 w 43"/>
                <a:gd name="T7" fmla="*/ 10 h 386"/>
                <a:gd name="T8" fmla="*/ 43 w 43"/>
                <a:gd name="T9" fmla="*/ 0 h 3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86">
                  <a:moveTo>
                    <a:pt x="43" y="0"/>
                  </a:moveTo>
                  <a:lnTo>
                    <a:pt x="0" y="0"/>
                  </a:lnTo>
                  <a:lnTo>
                    <a:pt x="0" y="386"/>
                  </a:lnTo>
                  <a:lnTo>
                    <a:pt x="9" y="1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76B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9" name="Freeform 1148">
              <a:extLst>
                <a:ext uri="{FF2B5EF4-FFF2-40B4-BE49-F238E27FC236}">
                  <a16:creationId xmlns:a16="http://schemas.microsoft.com/office/drawing/2014/main" id="{1091D4F8-06EE-4ED4-A10C-7FFD6757C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463"/>
              <a:ext cx="37" cy="387"/>
            </a:xfrm>
            <a:custGeom>
              <a:avLst/>
              <a:gdLst>
                <a:gd name="T0" fmla="*/ 37 w 37"/>
                <a:gd name="T1" fmla="*/ 0 h 387"/>
                <a:gd name="T2" fmla="*/ 0 w 37"/>
                <a:gd name="T3" fmla="*/ 0 h 387"/>
                <a:gd name="T4" fmla="*/ 0 w 37"/>
                <a:gd name="T5" fmla="*/ 387 h 387"/>
                <a:gd name="T6" fmla="*/ 11 w 37"/>
                <a:gd name="T7" fmla="*/ 14 h 387"/>
                <a:gd name="T8" fmla="*/ 37 w 37"/>
                <a:gd name="T9" fmla="*/ 0 h 3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87">
                  <a:moveTo>
                    <a:pt x="37" y="0"/>
                  </a:moveTo>
                  <a:lnTo>
                    <a:pt x="0" y="0"/>
                  </a:lnTo>
                  <a:lnTo>
                    <a:pt x="0" y="387"/>
                  </a:lnTo>
                  <a:lnTo>
                    <a:pt x="11" y="1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76B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0" name="Freeform 1149">
              <a:extLst>
                <a:ext uri="{FF2B5EF4-FFF2-40B4-BE49-F238E27FC236}">
                  <a16:creationId xmlns:a16="http://schemas.microsoft.com/office/drawing/2014/main" id="{D74B26B6-A3B8-46F3-A9A8-FB51F423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224"/>
              <a:ext cx="251" cy="177"/>
            </a:xfrm>
            <a:custGeom>
              <a:avLst/>
              <a:gdLst>
                <a:gd name="T0" fmla="*/ 0 w 251"/>
                <a:gd name="T1" fmla="*/ 177 h 177"/>
                <a:gd name="T2" fmla="*/ 0 w 251"/>
                <a:gd name="T3" fmla="*/ 0 h 177"/>
                <a:gd name="T4" fmla="*/ 251 w 251"/>
                <a:gd name="T5" fmla="*/ 0 h 177"/>
                <a:gd name="T6" fmla="*/ 9 w 251"/>
                <a:gd name="T7" fmla="*/ 10 h 177"/>
                <a:gd name="T8" fmla="*/ 0 w 251"/>
                <a:gd name="T9" fmla="*/ 177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77">
                  <a:moveTo>
                    <a:pt x="0" y="177"/>
                  </a:moveTo>
                  <a:lnTo>
                    <a:pt x="0" y="0"/>
                  </a:lnTo>
                  <a:lnTo>
                    <a:pt x="251" y="0"/>
                  </a:lnTo>
                  <a:lnTo>
                    <a:pt x="9" y="10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76B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1" name="Freeform 1150">
              <a:extLst>
                <a:ext uri="{FF2B5EF4-FFF2-40B4-BE49-F238E27FC236}">
                  <a16:creationId xmlns:a16="http://schemas.microsoft.com/office/drawing/2014/main" id="{E5BD8F12-911B-48F4-8F38-CCC71D01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228"/>
              <a:ext cx="347" cy="170"/>
            </a:xfrm>
            <a:custGeom>
              <a:avLst/>
              <a:gdLst>
                <a:gd name="T0" fmla="*/ 0 w 384"/>
                <a:gd name="T1" fmla="*/ 157 h 177"/>
                <a:gd name="T2" fmla="*/ 284 w 384"/>
                <a:gd name="T3" fmla="*/ 26 h 177"/>
                <a:gd name="T4" fmla="*/ 0 w 384"/>
                <a:gd name="T5" fmla="*/ 157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4" h="177">
                  <a:moveTo>
                    <a:pt x="0" y="177"/>
                  </a:moveTo>
                  <a:cubicBezTo>
                    <a:pt x="0" y="177"/>
                    <a:pt x="61" y="25"/>
                    <a:pt x="384" y="29"/>
                  </a:cubicBezTo>
                  <a:cubicBezTo>
                    <a:pt x="384" y="29"/>
                    <a:pt x="87" y="0"/>
                    <a:pt x="0" y="177"/>
                  </a:cubicBezTo>
                  <a:close/>
                </a:path>
              </a:pathLst>
            </a:custGeom>
            <a:solidFill>
              <a:srgbClr val="76B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2" name="Freeform 1151">
              <a:extLst>
                <a:ext uri="{FF2B5EF4-FFF2-40B4-BE49-F238E27FC236}">
                  <a16:creationId xmlns:a16="http://schemas.microsoft.com/office/drawing/2014/main" id="{2B80720D-F5A4-470C-BFB8-FC28E113D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258"/>
              <a:ext cx="363" cy="141"/>
            </a:xfrm>
            <a:custGeom>
              <a:avLst/>
              <a:gdLst>
                <a:gd name="T0" fmla="*/ 0 w 402"/>
                <a:gd name="T1" fmla="*/ 129 h 147"/>
                <a:gd name="T2" fmla="*/ 296 w 402"/>
                <a:gd name="T3" fmla="*/ 12 h 147"/>
                <a:gd name="T4" fmla="*/ 289 w 402"/>
                <a:gd name="T5" fmla="*/ 26 h 147"/>
                <a:gd name="T6" fmla="*/ 0 w 402"/>
                <a:gd name="T7" fmla="*/ 129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2" h="147">
                  <a:moveTo>
                    <a:pt x="0" y="147"/>
                  </a:moveTo>
                  <a:cubicBezTo>
                    <a:pt x="0" y="147"/>
                    <a:pt x="64" y="0"/>
                    <a:pt x="402" y="13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9"/>
                    <a:pt x="121" y="1"/>
                    <a:pt x="0" y="147"/>
                  </a:cubicBezTo>
                  <a:close/>
                </a:path>
              </a:pathLst>
            </a:custGeom>
            <a:solidFill>
              <a:srgbClr val="D6D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3" name="Freeform 1152">
              <a:extLst>
                <a:ext uri="{FF2B5EF4-FFF2-40B4-BE49-F238E27FC236}">
                  <a16:creationId xmlns:a16="http://schemas.microsoft.com/office/drawing/2014/main" id="{98A01ACC-FC50-468C-91AA-D1029F15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324"/>
              <a:ext cx="82" cy="76"/>
            </a:xfrm>
            <a:custGeom>
              <a:avLst/>
              <a:gdLst>
                <a:gd name="T0" fmla="*/ 67 w 91"/>
                <a:gd name="T1" fmla="*/ 70 h 79"/>
                <a:gd name="T2" fmla="*/ 7 w 91"/>
                <a:gd name="T3" fmla="*/ 0 h 79"/>
                <a:gd name="T4" fmla="*/ 0 w 91"/>
                <a:gd name="T5" fmla="*/ 6 h 79"/>
                <a:gd name="T6" fmla="*/ 67 w 91"/>
                <a:gd name="T7" fmla="*/ 7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79">
                  <a:moveTo>
                    <a:pt x="91" y="79"/>
                  </a:moveTo>
                  <a:cubicBezTo>
                    <a:pt x="91" y="79"/>
                    <a:pt x="78" y="41"/>
                    <a:pt x="1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2" y="6"/>
                    <a:pt x="91" y="79"/>
                  </a:cubicBezTo>
                  <a:close/>
                </a:path>
              </a:pathLst>
            </a:custGeom>
            <a:solidFill>
              <a:srgbClr val="D6D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4" name="Freeform 1153">
              <a:extLst>
                <a:ext uri="{FF2B5EF4-FFF2-40B4-BE49-F238E27FC236}">
                  <a16:creationId xmlns:a16="http://schemas.microsoft.com/office/drawing/2014/main" id="{271FAF09-6ECC-4B0C-89C7-8E0B45571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338"/>
              <a:ext cx="191" cy="85"/>
            </a:xfrm>
            <a:custGeom>
              <a:avLst/>
              <a:gdLst>
                <a:gd name="T0" fmla="*/ 0 w 212"/>
                <a:gd name="T1" fmla="*/ 15 h 89"/>
                <a:gd name="T2" fmla="*/ 155 w 212"/>
                <a:gd name="T3" fmla="*/ 0 h 89"/>
                <a:gd name="T4" fmla="*/ 0 w 212"/>
                <a:gd name="T5" fmla="*/ 15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89">
                  <a:moveTo>
                    <a:pt x="0" y="18"/>
                  </a:moveTo>
                  <a:cubicBezTo>
                    <a:pt x="0" y="18"/>
                    <a:pt x="51" y="73"/>
                    <a:pt x="212" y="0"/>
                  </a:cubicBezTo>
                  <a:cubicBezTo>
                    <a:pt x="212" y="0"/>
                    <a:pt x="69" y="89"/>
                    <a:pt x="0" y="18"/>
                  </a:cubicBezTo>
                  <a:close/>
                </a:path>
              </a:pathLst>
            </a:custGeom>
            <a:solidFill>
              <a:srgbClr val="BA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5" name="Freeform 1154">
              <a:extLst>
                <a:ext uri="{FF2B5EF4-FFF2-40B4-BE49-F238E27FC236}">
                  <a16:creationId xmlns:a16="http://schemas.microsoft.com/office/drawing/2014/main" id="{E3AC1A93-5203-4B16-9346-9C28C7B8C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092"/>
              <a:ext cx="82" cy="84"/>
            </a:xfrm>
            <a:custGeom>
              <a:avLst/>
              <a:gdLst>
                <a:gd name="T0" fmla="*/ 68 w 90"/>
                <a:gd name="T1" fmla="*/ 14 h 87"/>
                <a:gd name="T2" fmla="*/ 66 w 90"/>
                <a:gd name="T3" fmla="*/ 25 h 87"/>
                <a:gd name="T4" fmla="*/ 59 w 90"/>
                <a:gd name="T5" fmla="*/ 35 h 87"/>
                <a:gd name="T6" fmla="*/ 49 w 90"/>
                <a:gd name="T7" fmla="*/ 41 h 87"/>
                <a:gd name="T8" fmla="*/ 36 w 90"/>
                <a:gd name="T9" fmla="*/ 44 h 87"/>
                <a:gd name="T10" fmla="*/ 29 w 90"/>
                <a:gd name="T11" fmla="*/ 42 h 87"/>
                <a:gd name="T12" fmla="*/ 29 w 90"/>
                <a:gd name="T13" fmla="*/ 42 h 87"/>
                <a:gd name="T14" fmla="*/ 29 w 90"/>
                <a:gd name="T15" fmla="*/ 42 h 87"/>
                <a:gd name="T16" fmla="*/ 32 w 90"/>
                <a:gd name="T17" fmla="*/ 42 h 87"/>
                <a:gd name="T18" fmla="*/ 36 w 90"/>
                <a:gd name="T19" fmla="*/ 42 h 87"/>
                <a:gd name="T20" fmla="*/ 46 w 90"/>
                <a:gd name="T21" fmla="*/ 41 h 87"/>
                <a:gd name="T22" fmla="*/ 54 w 90"/>
                <a:gd name="T23" fmla="*/ 34 h 87"/>
                <a:gd name="T24" fmla="*/ 59 w 90"/>
                <a:gd name="T25" fmla="*/ 24 h 87"/>
                <a:gd name="T26" fmla="*/ 61 w 90"/>
                <a:gd name="T27" fmla="*/ 14 h 87"/>
                <a:gd name="T28" fmla="*/ 57 w 90"/>
                <a:gd name="T29" fmla="*/ 5 h 87"/>
                <a:gd name="T30" fmla="*/ 48 w 90"/>
                <a:gd name="T31" fmla="*/ 2 h 87"/>
                <a:gd name="T32" fmla="*/ 42 w 90"/>
                <a:gd name="T33" fmla="*/ 3 h 87"/>
                <a:gd name="T34" fmla="*/ 39 w 90"/>
                <a:gd name="T35" fmla="*/ 6 h 87"/>
                <a:gd name="T36" fmla="*/ 33 w 90"/>
                <a:gd name="T37" fmla="*/ 18 h 87"/>
                <a:gd name="T38" fmla="*/ 25 w 90"/>
                <a:gd name="T39" fmla="*/ 35 h 87"/>
                <a:gd name="T40" fmla="*/ 17 w 90"/>
                <a:gd name="T41" fmla="*/ 50 h 87"/>
                <a:gd name="T42" fmla="*/ 11 w 90"/>
                <a:gd name="T43" fmla="*/ 65 h 87"/>
                <a:gd name="T44" fmla="*/ 9 w 90"/>
                <a:gd name="T45" fmla="*/ 70 h 87"/>
                <a:gd name="T46" fmla="*/ 12 w 90"/>
                <a:gd name="T47" fmla="*/ 74 h 87"/>
                <a:gd name="T48" fmla="*/ 19 w 90"/>
                <a:gd name="T49" fmla="*/ 76 h 87"/>
                <a:gd name="T50" fmla="*/ 21 w 90"/>
                <a:gd name="T51" fmla="*/ 76 h 87"/>
                <a:gd name="T52" fmla="*/ 20 w 90"/>
                <a:gd name="T53" fmla="*/ 77 h 87"/>
                <a:gd name="T54" fmla="*/ 14 w 90"/>
                <a:gd name="T55" fmla="*/ 78 h 87"/>
                <a:gd name="T56" fmla="*/ 6 w 90"/>
                <a:gd name="T57" fmla="*/ 78 h 87"/>
                <a:gd name="T58" fmla="*/ 5 w 90"/>
                <a:gd name="T59" fmla="*/ 78 h 87"/>
                <a:gd name="T60" fmla="*/ 4 w 90"/>
                <a:gd name="T61" fmla="*/ 78 h 87"/>
                <a:gd name="T62" fmla="*/ 1 w 90"/>
                <a:gd name="T63" fmla="*/ 76 h 87"/>
                <a:gd name="T64" fmla="*/ 0 w 90"/>
                <a:gd name="T65" fmla="*/ 74 h 87"/>
                <a:gd name="T66" fmla="*/ 1 w 90"/>
                <a:gd name="T67" fmla="*/ 70 h 87"/>
                <a:gd name="T68" fmla="*/ 5 w 90"/>
                <a:gd name="T69" fmla="*/ 60 h 87"/>
                <a:gd name="T70" fmla="*/ 13 w 90"/>
                <a:gd name="T71" fmla="*/ 46 h 87"/>
                <a:gd name="T72" fmla="*/ 21 w 90"/>
                <a:gd name="T73" fmla="*/ 31 h 87"/>
                <a:gd name="T74" fmla="*/ 28 w 90"/>
                <a:gd name="T75" fmla="*/ 14 h 87"/>
                <a:gd name="T76" fmla="*/ 29 w 90"/>
                <a:gd name="T77" fmla="*/ 13 h 87"/>
                <a:gd name="T78" fmla="*/ 30 w 90"/>
                <a:gd name="T79" fmla="*/ 10 h 87"/>
                <a:gd name="T80" fmla="*/ 31 w 90"/>
                <a:gd name="T81" fmla="*/ 7 h 87"/>
                <a:gd name="T82" fmla="*/ 31 w 90"/>
                <a:gd name="T83" fmla="*/ 5 h 87"/>
                <a:gd name="T84" fmla="*/ 30 w 90"/>
                <a:gd name="T85" fmla="*/ 4 h 87"/>
                <a:gd name="T86" fmla="*/ 22 w 90"/>
                <a:gd name="T87" fmla="*/ 5 h 87"/>
                <a:gd name="T88" fmla="*/ 13 w 90"/>
                <a:gd name="T89" fmla="*/ 6 h 87"/>
                <a:gd name="T90" fmla="*/ 10 w 90"/>
                <a:gd name="T91" fmla="*/ 4 h 87"/>
                <a:gd name="T92" fmla="*/ 10 w 90"/>
                <a:gd name="T93" fmla="*/ 2 h 87"/>
                <a:gd name="T94" fmla="*/ 12 w 90"/>
                <a:gd name="T95" fmla="*/ 0 h 87"/>
                <a:gd name="T96" fmla="*/ 12 w 90"/>
                <a:gd name="T97" fmla="*/ 1 h 87"/>
                <a:gd name="T98" fmla="*/ 13 w 90"/>
                <a:gd name="T99" fmla="*/ 2 h 87"/>
                <a:gd name="T100" fmla="*/ 16 w 90"/>
                <a:gd name="T101" fmla="*/ 2 h 87"/>
                <a:gd name="T102" fmla="*/ 21 w 90"/>
                <a:gd name="T103" fmla="*/ 3 h 87"/>
                <a:gd name="T104" fmla="*/ 29 w 90"/>
                <a:gd name="T105" fmla="*/ 2 h 87"/>
                <a:gd name="T106" fmla="*/ 38 w 90"/>
                <a:gd name="T107" fmla="*/ 1 h 87"/>
                <a:gd name="T108" fmla="*/ 45 w 90"/>
                <a:gd name="T109" fmla="*/ 0 h 87"/>
                <a:gd name="T110" fmla="*/ 50 w 90"/>
                <a:gd name="T111" fmla="*/ 0 h 87"/>
                <a:gd name="T112" fmla="*/ 56 w 90"/>
                <a:gd name="T113" fmla="*/ 1 h 87"/>
                <a:gd name="T114" fmla="*/ 62 w 90"/>
                <a:gd name="T115" fmla="*/ 3 h 87"/>
                <a:gd name="T116" fmla="*/ 67 w 90"/>
                <a:gd name="T117" fmla="*/ 9 h 87"/>
                <a:gd name="T118" fmla="*/ 68 w 90"/>
                <a:gd name="T119" fmla="*/ 14 h 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0" h="87">
                  <a:moveTo>
                    <a:pt x="90" y="17"/>
                  </a:moveTo>
                  <a:cubicBezTo>
                    <a:pt x="90" y="20"/>
                    <a:pt x="89" y="24"/>
                    <a:pt x="87" y="28"/>
                  </a:cubicBezTo>
                  <a:cubicBezTo>
                    <a:pt x="85" y="32"/>
                    <a:pt x="82" y="35"/>
                    <a:pt x="78" y="38"/>
                  </a:cubicBezTo>
                  <a:cubicBezTo>
                    <a:pt x="75" y="42"/>
                    <a:pt x="70" y="44"/>
                    <a:pt x="65" y="46"/>
                  </a:cubicBezTo>
                  <a:cubicBezTo>
                    <a:pt x="60" y="49"/>
                    <a:pt x="53" y="50"/>
                    <a:pt x="47" y="50"/>
                  </a:cubicBezTo>
                  <a:cubicBezTo>
                    <a:pt x="43" y="50"/>
                    <a:pt x="41" y="49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39" y="47"/>
                    <a:pt x="40" y="47"/>
                    <a:pt x="42" y="48"/>
                  </a:cubicBezTo>
                  <a:cubicBezTo>
                    <a:pt x="44" y="48"/>
                    <a:pt x="45" y="48"/>
                    <a:pt x="47" y="48"/>
                  </a:cubicBezTo>
                  <a:cubicBezTo>
                    <a:pt x="52" y="48"/>
                    <a:pt x="56" y="47"/>
                    <a:pt x="60" y="45"/>
                  </a:cubicBezTo>
                  <a:cubicBezTo>
                    <a:pt x="65" y="43"/>
                    <a:pt x="68" y="41"/>
                    <a:pt x="71" y="37"/>
                  </a:cubicBezTo>
                  <a:cubicBezTo>
                    <a:pt x="74" y="34"/>
                    <a:pt x="77" y="31"/>
                    <a:pt x="78" y="27"/>
                  </a:cubicBezTo>
                  <a:cubicBezTo>
                    <a:pt x="80" y="23"/>
                    <a:pt x="81" y="19"/>
                    <a:pt x="81" y="15"/>
                  </a:cubicBezTo>
                  <a:cubicBezTo>
                    <a:pt x="81" y="10"/>
                    <a:pt x="79" y="6"/>
                    <a:pt x="76" y="5"/>
                  </a:cubicBezTo>
                  <a:cubicBezTo>
                    <a:pt x="73" y="3"/>
                    <a:pt x="69" y="2"/>
                    <a:pt x="64" y="2"/>
                  </a:cubicBezTo>
                  <a:cubicBezTo>
                    <a:pt x="61" y="2"/>
                    <a:pt x="58" y="2"/>
                    <a:pt x="56" y="3"/>
                  </a:cubicBezTo>
                  <a:cubicBezTo>
                    <a:pt x="54" y="3"/>
                    <a:pt x="53" y="4"/>
                    <a:pt x="52" y="6"/>
                  </a:cubicBezTo>
                  <a:cubicBezTo>
                    <a:pt x="49" y="10"/>
                    <a:pt x="46" y="15"/>
                    <a:pt x="43" y="21"/>
                  </a:cubicBezTo>
                  <a:cubicBezTo>
                    <a:pt x="39" y="26"/>
                    <a:pt x="36" y="32"/>
                    <a:pt x="33" y="38"/>
                  </a:cubicBezTo>
                  <a:cubicBezTo>
                    <a:pt x="29" y="44"/>
                    <a:pt x="26" y="50"/>
                    <a:pt x="23" y="56"/>
                  </a:cubicBezTo>
                  <a:cubicBezTo>
                    <a:pt x="19" y="62"/>
                    <a:pt x="17" y="67"/>
                    <a:pt x="14" y="71"/>
                  </a:cubicBezTo>
                  <a:cubicBezTo>
                    <a:pt x="13" y="74"/>
                    <a:pt x="12" y="76"/>
                    <a:pt x="12" y="78"/>
                  </a:cubicBezTo>
                  <a:cubicBezTo>
                    <a:pt x="12" y="81"/>
                    <a:pt x="13" y="82"/>
                    <a:pt x="15" y="83"/>
                  </a:cubicBezTo>
                  <a:cubicBezTo>
                    <a:pt x="17" y="84"/>
                    <a:pt x="21" y="85"/>
                    <a:pt x="25" y="85"/>
                  </a:cubicBezTo>
                  <a:cubicBezTo>
                    <a:pt x="26" y="85"/>
                    <a:pt x="27" y="85"/>
                    <a:pt x="27" y="85"/>
                  </a:cubicBezTo>
                  <a:cubicBezTo>
                    <a:pt x="27" y="86"/>
                    <a:pt x="26" y="86"/>
                    <a:pt x="26" y="86"/>
                  </a:cubicBezTo>
                  <a:cubicBezTo>
                    <a:pt x="23" y="87"/>
                    <a:pt x="21" y="87"/>
                    <a:pt x="18" y="87"/>
                  </a:cubicBezTo>
                  <a:cubicBezTo>
                    <a:pt x="15" y="87"/>
                    <a:pt x="12" y="87"/>
                    <a:pt x="9" y="87"/>
                  </a:cubicBezTo>
                  <a:cubicBezTo>
                    <a:pt x="9" y="87"/>
                    <a:pt x="8" y="87"/>
                    <a:pt x="7" y="87"/>
                  </a:cubicBezTo>
                  <a:cubicBezTo>
                    <a:pt x="6" y="87"/>
                    <a:pt x="5" y="87"/>
                    <a:pt x="4" y="87"/>
                  </a:cubicBezTo>
                  <a:cubicBezTo>
                    <a:pt x="3" y="86"/>
                    <a:pt x="2" y="86"/>
                    <a:pt x="1" y="85"/>
                  </a:cubicBezTo>
                  <a:cubicBezTo>
                    <a:pt x="0" y="85"/>
                    <a:pt x="0" y="84"/>
                    <a:pt x="0" y="83"/>
                  </a:cubicBezTo>
                  <a:cubicBezTo>
                    <a:pt x="0" y="82"/>
                    <a:pt x="0" y="81"/>
                    <a:pt x="1" y="79"/>
                  </a:cubicBezTo>
                  <a:cubicBezTo>
                    <a:pt x="3" y="75"/>
                    <a:pt x="5" y="71"/>
                    <a:pt x="8" y="66"/>
                  </a:cubicBezTo>
                  <a:cubicBezTo>
                    <a:pt x="11" y="61"/>
                    <a:pt x="14" y="56"/>
                    <a:pt x="17" y="52"/>
                  </a:cubicBezTo>
                  <a:cubicBezTo>
                    <a:pt x="20" y="46"/>
                    <a:pt x="23" y="40"/>
                    <a:pt x="27" y="34"/>
                  </a:cubicBezTo>
                  <a:cubicBezTo>
                    <a:pt x="31" y="27"/>
                    <a:pt x="34" y="21"/>
                    <a:pt x="37" y="16"/>
                  </a:cubicBezTo>
                  <a:cubicBezTo>
                    <a:pt x="37" y="15"/>
                    <a:pt x="37" y="15"/>
                    <a:pt x="38" y="13"/>
                  </a:cubicBezTo>
                  <a:cubicBezTo>
                    <a:pt x="38" y="12"/>
                    <a:pt x="39" y="11"/>
                    <a:pt x="39" y="10"/>
                  </a:cubicBezTo>
                  <a:cubicBezTo>
                    <a:pt x="40" y="9"/>
                    <a:pt x="40" y="8"/>
                    <a:pt x="41" y="7"/>
                  </a:cubicBezTo>
                  <a:cubicBezTo>
                    <a:pt x="41" y="6"/>
                    <a:pt x="41" y="5"/>
                    <a:pt x="41" y="5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36" y="4"/>
                    <a:pt x="32" y="4"/>
                    <a:pt x="28" y="5"/>
                  </a:cubicBezTo>
                  <a:cubicBezTo>
                    <a:pt x="24" y="5"/>
                    <a:pt x="20" y="6"/>
                    <a:pt x="16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4" y="0"/>
                    <a:pt x="14" y="0"/>
                    <a:pt x="15" y="0"/>
                  </a:cubicBezTo>
                  <a:cubicBezTo>
                    <a:pt x="15" y="0"/>
                    <a:pt x="15" y="0"/>
                    <a:pt x="15" y="1"/>
                  </a:cubicBezTo>
                  <a:cubicBezTo>
                    <a:pt x="15" y="1"/>
                    <a:pt x="16" y="2"/>
                    <a:pt x="17" y="2"/>
                  </a:cubicBezTo>
                  <a:cubicBezTo>
                    <a:pt x="19" y="2"/>
                    <a:pt x="20" y="2"/>
                    <a:pt x="22" y="2"/>
                  </a:cubicBezTo>
                  <a:cubicBezTo>
                    <a:pt x="23" y="3"/>
                    <a:pt x="25" y="3"/>
                    <a:pt x="27" y="3"/>
                  </a:cubicBezTo>
                  <a:cubicBezTo>
                    <a:pt x="30" y="3"/>
                    <a:pt x="34" y="2"/>
                    <a:pt x="38" y="2"/>
                  </a:cubicBezTo>
                  <a:cubicBezTo>
                    <a:pt x="42" y="2"/>
                    <a:pt x="46" y="2"/>
                    <a:pt x="50" y="1"/>
                  </a:cubicBezTo>
                  <a:cubicBezTo>
                    <a:pt x="53" y="1"/>
                    <a:pt x="56" y="1"/>
                    <a:pt x="59" y="0"/>
                  </a:cubicBezTo>
                  <a:cubicBezTo>
                    <a:pt x="62" y="0"/>
                    <a:pt x="64" y="0"/>
                    <a:pt x="66" y="0"/>
                  </a:cubicBezTo>
                  <a:cubicBezTo>
                    <a:pt x="68" y="0"/>
                    <a:pt x="71" y="0"/>
                    <a:pt x="74" y="1"/>
                  </a:cubicBezTo>
                  <a:cubicBezTo>
                    <a:pt x="77" y="1"/>
                    <a:pt x="80" y="2"/>
                    <a:pt x="82" y="3"/>
                  </a:cubicBezTo>
                  <a:cubicBezTo>
                    <a:pt x="84" y="5"/>
                    <a:pt x="86" y="7"/>
                    <a:pt x="88" y="9"/>
                  </a:cubicBezTo>
                  <a:cubicBezTo>
                    <a:pt x="89" y="11"/>
                    <a:pt x="90" y="14"/>
                    <a:pt x="90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6" name="Freeform 1155">
              <a:extLst>
                <a:ext uri="{FF2B5EF4-FFF2-40B4-BE49-F238E27FC236}">
                  <a16:creationId xmlns:a16="http://schemas.microsoft.com/office/drawing/2014/main" id="{05262464-7A12-46E8-B502-39082A674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093"/>
              <a:ext cx="59" cy="83"/>
            </a:xfrm>
            <a:custGeom>
              <a:avLst/>
              <a:gdLst>
                <a:gd name="T0" fmla="*/ 0 w 65"/>
                <a:gd name="T1" fmla="*/ 76 h 86"/>
                <a:gd name="T2" fmla="*/ 3 w 65"/>
                <a:gd name="T3" fmla="*/ 75 h 86"/>
                <a:gd name="T4" fmla="*/ 5 w 65"/>
                <a:gd name="T5" fmla="*/ 73 h 86"/>
                <a:gd name="T6" fmla="*/ 8 w 65"/>
                <a:gd name="T7" fmla="*/ 66 h 86"/>
                <a:gd name="T8" fmla="*/ 15 w 65"/>
                <a:gd name="T9" fmla="*/ 55 h 86"/>
                <a:gd name="T10" fmla="*/ 22 w 65"/>
                <a:gd name="T11" fmla="*/ 41 h 86"/>
                <a:gd name="T12" fmla="*/ 28 w 65"/>
                <a:gd name="T13" fmla="*/ 28 h 86"/>
                <a:gd name="T14" fmla="*/ 34 w 65"/>
                <a:gd name="T15" fmla="*/ 15 h 86"/>
                <a:gd name="T16" fmla="*/ 37 w 65"/>
                <a:gd name="T17" fmla="*/ 8 h 86"/>
                <a:gd name="T18" fmla="*/ 37 w 65"/>
                <a:gd name="T19" fmla="*/ 6 h 86"/>
                <a:gd name="T20" fmla="*/ 34 w 65"/>
                <a:gd name="T21" fmla="*/ 3 h 86"/>
                <a:gd name="T22" fmla="*/ 30 w 65"/>
                <a:gd name="T23" fmla="*/ 4 h 86"/>
                <a:gd name="T24" fmla="*/ 26 w 65"/>
                <a:gd name="T25" fmla="*/ 4 h 86"/>
                <a:gd name="T26" fmla="*/ 25 w 65"/>
                <a:gd name="T27" fmla="*/ 4 h 86"/>
                <a:gd name="T28" fmla="*/ 26 w 65"/>
                <a:gd name="T29" fmla="*/ 2 h 86"/>
                <a:gd name="T30" fmla="*/ 38 w 65"/>
                <a:gd name="T31" fmla="*/ 1 h 86"/>
                <a:gd name="T32" fmla="*/ 48 w 65"/>
                <a:gd name="T33" fmla="*/ 0 h 86"/>
                <a:gd name="T34" fmla="*/ 49 w 65"/>
                <a:gd name="T35" fmla="*/ 1 h 86"/>
                <a:gd name="T36" fmla="*/ 48 w 65"/>
                <a:gd name="T37" fmla="*/ 2 h 86"/>
                <a:gd name="T38" fmla="*/ 46 w 65"/>
                <a:gd name="T39" fmla="*/ 4 h 86"/>
                <a:gd name="T40" fmla="*/ 44 w 65"/>
                <a:gd name="T41" fmla="*/ 7 h 86"/>
                <a:gd name="T42" fmla="*/ 38 w 65"/>
                <a:gd name="T43" fmla="*/ 20 h 86"/>
                <a:gd name="T44" fmla="*/ 30 w 65"/>
                <a:gd name="T45" fmla="*/ 40 h 86"/>
                <a:gd name="T46" fmla="*/ 21 w 65"/>
                <a:gd name="T47" fmla="*/ 56 h 86"/>
                <a:gd name="T48" fmla="*/ 13 w 65"/>
                <a:gd name="T49" fmla="*/ 72 h 86"/>
                <a:gd name="T50" fmla="*/ 10 w 65"/>
                <a:gd name="T51" fmla="*/ 75 h 86"/>
                <a:gd name="T52" fmla="*/ 6 w 65"/>
                <a:gd name="T53" fmla="*/ 77 h 86"/>
                <a:gd name="T54" fmla="*/ 4 w 65"/>
                <a:gd name="T55" fmla="*/ 77 h 86"/>
                <a:gd name="T56" fmla="*/ 0 w 65"/>
                <a:gd name="T57" fmla="*/ 77 h 86"/>
                <a:gd name="T58" fmla="*/ 0 w 65"/>
                <a:gd name="T59" fmla="*/ 76 h 8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5" h="86">
                  <a:moveTo>
                    <a:pt x="0" y="85"/>
                  </a:moveTo>
                  <a:cubicBezTo>
                    <a:pt x="1" y="85"/>
                    <a:pt x="2" y="85"/>
                    <a:pt x="3" y="84"/>
                  </a:cubicBezTo>
                  <a:cubicBezTo>
                    <a:pt x="4" y="83"/>
                    <a:pt x="4" y="83"/>
                    <a:pt x="5" y="82"/>
                  </a:cubicBezTo>
                  <a:cubicBezTo>
                    <a:pt x="7" y="80"/>
                    <a:pt x="9" y="77"/>
                    <a:pt x="11" y="73"/>
                  </a:cubicBezTo>
                  <a:cubicBezTo>
                    <a:pt x="14" y="70"/>
                    <a:pt x="17" y="65"/>
                    <a:pt x="20" y="61"/>
                  </a:cubicBezTo>
                  <a:cubicBezTo>
                    <a:pt x="23" y="56"/>
                    <a:pt x="26" y="51"/>
                    <a:pt x="29" y="46"/>
                  </a:cubicBezTo>
                  <a:cubicBezTo>
                    <a:pt x="32" y="41"/>
                    <a:pt x="35" y="36"/>
                    <a:pt x="38" y="31"/>
                  </a:cubicBezTo>
                  <a:cubicBezTo>
                    <a:pt x="41" y="26"/>
                    <a:pt x="44" y="22"/>
                    <a:pt x="46" y="18"/>
                  </a:cubicBezTo>
                  <a:cubicBezTo>
                    <a:pt x="48" y="14"/>
                    <a:pt x="49" y="10"/>
                    <a:pt x="50" y="8"/>
                  </a:cubicBezTo>
                  <a:cubicBezTo>
                    <a:pt x="50" y="7"/>
                    <a:pt x="50" y="6"/>
                    <a:pt x="50" y="6"/>
                  </a:cubicBezTo>
                  <a:cubicBezTo>
                    <a:pt x="50" y="4"/>
                    <a:pt x="49" y="3"/>
                    <a:pt x="45" y="3"/>
                  </a:cubicBezTo>
                  <a:cubicBezTo>
                    <a:pt x="44" y="3"/>
                    <a:pt x="42" y="3"/>
                    <a:pt x="40" y="4"/>
                  </a:cubicBezTo>
                  <a:cubicBezTo>
                    <a:pt x="38" y="4"/>
                    <a:pt x="36" y="4"/>
                    <a:pt x="35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3"/>
                    <a:pt x="35" y="2"/>
                    <a:pt x="35" y="2"/>
                  </a:cubicBezTo>
                  <a:cubicBezTo>
                    <a:pt x="41" y="2"/>
                    <a:pt x="46" y="1"/>
                    <a:pt x="51" y="1"/>
                  </a:cubicBezTo>
                  <a:cubicBezTo>
                    <a:pt x="56" y="1"/>
                    <a:pt x="61" y="0"/>
                    <a:pt x="64" y="0"/>
                  </a:cubicBezTo>
                  <a:cubicBezTo>
                    <a:pt x="65" y="0"/>
                    <a:pt x="65" y="0"/>
                    <a:pt x="65" y="1"/>
                  </a:cubicBezTo>
                  <a:cubicBezTo>
                    <a:pt x="65" y="1"/>
                    <a:pt x="65" y="2"/>
                    <a:pt x="64" y="2"/>
                  </a:cubicBezTo>
                  <a:cubicBezTo>
                    <a:pt x="63" y="2"/>
                    <a:pt x="62" y="3"/>
                    <a:pt x="62" y="4"/>
                  </a:cubicBezTo>
                  <a:cubicBezTo>
                    <a:pt x="61" y="5"/>
                    <a:pt x="61" y="6"/>
                    <a:pt x="60" y="7"/>
                  </a:cubicBezTo>
                  <a:cubicBezTo>
                    <a:pt x="57" y="12"/>
                    <a:pt x="54" y="17"/>
                    <a:pt x="51" y="23"/>
                  </a:cubicBezTo>
                  <a:cubicBezTo>
                    <a:pt x="47" y="30"/>
                    <a:pt x="44" y="36"/>
                    <a:pt x="40" y="43"/>
                  </a:cubicBezTo>
                  <a:cubicBezTo>
                    <a:pt x="36" y="49"/>
                    <a:pt x="32" y="56"/>
                    <a:pt x="28" y="62"/>
                  </a:cubicBezTo>
                  <a:cubicBezTo>
                    <a:pt x="24" y="69"/>
                    <a:pt x="20" y="75"/>
                    <a:pt x="16" y="81"/>
                  </a:cubicBezTo>
                  <a:cubicBezTo>
                    <a:pt x="15" y="82"/>
                    <a:pt x="14" y="83"/>
                    <a:pt x="13" y="84"/>
                  </a:cubicBezTo>
                  <a:cubicBezTo>
                    <a:pt x="11" y="85"/>
                    <a:pt x="10" y="85"/>
                    <a:pt x="9" y="86"/>
                  </a:cubicBezTo>
                  <a:cubicBezTo>
                    <a:pt x="8" y="86"/>
                    <a:pt x="6" y="86"/>
                    <a:pt x="4" y="86"/>
                  </a:cubicBezTo>
                  <a:cubicBezTo>
                    <a:pt x="3" y="86"/>
                    <a:pt x="1" y="86"/>
                    <a:pt x="0" y="86"/>
                  </a:cubicBezTo>
                  <a:cubicBezTo>
                    <a:pt x="0" y="86"/>
                    <a:pt x="0" y="86"/>
                    <a:pt x="0" y="8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7" name="Freeform 1156">
              <a:extLst>
                <a:ext uri="{FF2B5EF4-FFF2-40B4-BE49-F238E27FC236}">
                  <a16:creationId xmlns:a16="http://schemas.microsoft.com/office/drawing/2014/main" id="{34ACAE7E-6BC1-4F9D-AD82-E50B3213D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094"/>
              <a:ext cx="116" cy="97"/>
            </a:xfrm>
            <a:custGeom>
              <a:avLst/>
              <a:gdLst>
                <a:gd name="T0" fmla="*/ 94 w 129"/>
                <a:gd name="T1" fmla="*/ 62 h 101"/>
                <a:gd name="T2" fmla="*/ 91 w 129"/>
                <a:gd name="T3" fmla="*/ 73 h 101"/>
                <a:gd name="T4" fmla="*/ 85 w 129"/>
                <a:gd name="T5" fmla="*/ 82 h 101"/>
                <a:gd name="T6" fmla="*/ 80 w 129"/>
                <a:gd name="T7" fmla="*/ 87 h 101"/>
                <a:gd name="T8" fmla="*/ 72 w 129"/>
                <a:gd name="T9" fmla="*/ 89 h 101"/>
                <a:gd name="T10" fmla="*/ 57 w 129"/>
                <a:gd name="T11" fmla="*/ 86 h 101"/>
                <a:gd name="T12" fmla="*/ 40 w 129"/>
                <a:gd name="T13" fmla="*/ 82 h 101"/>
                <a:gd name="T14" fmla="*/ 20 w 129"/>
                <a:gd name="T15" fmla="*/ 78 h 101"/>
                <a:gd name="T16" fmla="*/ 1 w 129"/>
                <a:gd name="T17" fmla="*/ 75 h 101"/>
                <a:gd name="T18" fmla="*/ 0 w 129"/>
                <a:gd name="T19" fmla="*/ 74 h 101"/>
                <a:gd name="T20" fmla="*/ 1 w 129"/>
                <a:gd name="T21" fmla="*/ 73 h 101"/>
                <a:gd name="T22" fmla="*/ 7 w 129"/>
                <a:gd name="T23" fmla="*/ 70 h 101"/>
                <a:gd name="T24" fmla="*/ 13 w 129"/>
                <a:gd name="T25" fmla="*/ 63 h 101"/>
                <a:gd name="T26" fmla="*/ 24 w 129"/>
                <a:gd name="T27" fmla="*/ 54 h 101"/>
                <a:gd name="T28" fmla="*/ 36 w 129"/>
                <a:gd name="T29" fmla="*/ 40 h 101"/>
                <a:gd name="T30" fmla="*/ 47 w 129"/>
                <a:gd name="T31" fmla="*/ 29 h 101"/>
                <a:gd name="T32" fmla="*/ 58 w 129"/>
                <a:gd name="T33" fmla="*/ 15 h 101"/>
                <a:gd name="T34" fmla="*/ 66 w 129"/>
                <a:gd name="T35" fmla="*/ 6 h 101"/>
                <a:gd name="T36" fmla="*/ 67 w 129"/>
                <a:gd name="T37" fmla="*/ 4 h 101"/>
                <a:gd name="T38" fmla="*/ 64 w 129"/>
                <a:gd name="T39" fmla="*/ 2 h 101"/>
                <a:gd name="T40" fmla="*/ 49 w 129"/>
                <a:gd name="T41" fmla="*/ 2 h 101"/>
                <a:gd name="T42" fmla="*/ 36 w 129"/>
                <a:gd name="T43" fmla="*/ 4 h 101"/>
                <a:gd name="T44" fmla="*/ 28 w 129"/>
                <a:gd name="T45" fmla="*/ 6 h 101"/>
                <a:gd name="T46" fmla="*/ 24 w 129"/>
                <a:gd name="T47" fmla="*/ 9 h 101"/>
                <a:gd name="T48" fmla="*/ 22 w 129"/>
                <a:gd name="T49" fmla="*/ 9 h 101"/>
                <a:gd name="T50" fmla="*/ 24 w 129"/>
                <a:gd name="T51" fmla="*/ 4 h 101"/>
                <a:gd name="T52" fmla="*/ 27 w 129"/>
                <a:gd name="T53" fmla="*/ 2 h 101"/>
                <a:gd name="T54" fmla="*/ 38 w 129"/>
                <a:gd name="T55" fmla="*/ 1 h 101"/>
                <a:gd name="T56" fmla="*/ 51 w 129"/>
                <a:gd name="T57" fmla="*/ 0 h 101"/>
                <a:gd name="T58" fmla="*/ 60 w 129"/>
                <a:gd name="T59" fmla="*/ 0 h 101"/>
                <a:gd name="T60" fmla="*/ 68 w 129"/>
                <a:gd name="T61" fmla="*/ 0 h 101"/>
                <a:gd name="T62" fmla="*/ 76 w 129"/>
                <a:gd name="T63" fmla="*/ 0 h 101"/>
                <a:gd name="T64" fmla="*/ 80 w 129"/>
                <a:gd name="T65" fmla="*/ 0 h 101"/>
                <a:gd name="T66" fmla="*/ 82 w 129"/>
                <a:gd name="T67" fmla="*/ 1 h 101"/>
                <a:gd name="T68" fmla="*/ 80 w 129"/>
                <a:gd name="T69" fmla="*/ 2 h 101"/>
                <a:gd name="T70" fmla="*/ 78 w 129"/>
                <a:gd name="T71" fmla="*/ 3 h 101"/>
                <a:gd name="T72" fmla="*/ 76 w 129"/>
                <a:gd name="T73" fmla="*/ 5 h 101"/>
                <a:gd name="T74" fmla="*/ 69 w 129"/>
                <a:gd name="T75" fmla="*/ 12 h 101"/>
                <a:gd name="T76" fmla="*/ 60 w 129"/>
                <a:gd name="T77" fmla="*/ 23 h 101"/>
                <a:gd name="T78" fmla="*/ 49 w 129"/>
                <a:gd name="T79" fmla="*/ 35 h 101"/>
                <a:gd name="T80" fmla="*/ 38 w 129"/>
                <a:gd name="T81" fmla="*/ 48 h 101"/>
                <a:gd name="T82" fmla="*/ 27 w 129"/>
                <a:gd name="T83" fmla="*/ 60 h 101"/>
                <a:gd name="T84" fmla="*/ 18 w 129"/>
                <a:gd name="T85" fmla="*/ 71 h 101"/>
                <a:gd name="T86" fmla="*/ 18 w 129"/>
                <a:gd name="T87" fmla="*/ 73 h 101"/>
                <a:gd name="T88" fmla="*/ 18 w 129"/>
                <a:gd name="T89" fmla="*/ 75 h 101"/>
                <a:gd name="T90" fmla="*/ 27 w 129"/>
                <a:gd name="T91" fmla="*/ 78 h 101"/>
                <a:gd name="T92" fmla="*/ 40 w 129"/>
                <a:gd name="T93" fmla="*/ 81 h 101"/>
                <a:gd name="T94" fmla="*/ 54 w 129"/>
                <a:gd name="T95" fmla="*/ 82 h 101"/>
                <a:gd name="T96" fmla="*/ 68 w 129"/>
                <a:gd name="T97" fmla="*/ 84 h 101"/>
                <a:gd name="T98" fmla="*/ 85 w 129"/>
                <a:gd name="T99" fmla="*/ 79 h 101"/>
                <a:gd name="T100" fmla="*/ 93 w 129"/>
                <a:gd name="T101" fmla="*/ 62 h 101"/>
                <a:gd name="T102" fmla="*/ 93 w 129"/>
                <a:gd name="T103" fmla="*/ 61 h 101"/>
                <a:gd name="T104" fmla="*/ 94 w 129"/>
                <a:gd name="T105" fmla="*/ 62 h 1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9" h="101">
                  <a:moveTo>
                    <a:pt x="129" y="71"/>
                  </a:moveTo>
                  <a:cubicBezTo>
                    <a:pt x="128" y="75"/>
                    <a:pt x="127" y="79"/>
                    <a:pt x="125" y="82"/>
                  </a:cubicBezTo>
                  <a:cubicBezTo>
                    <a:pt x="123" y="86"/>
                    <a:pt x="121" y="89"/>
                    <a:pt x="118" y="92"/>
                  </a:cubicBezTo>
                  <a:cubicBezTo>
                    <a:pt x="116" y="95"/>
                    <a:pt x="113" y="97"/>
                    <a:pt x="110" y="99"/>
                  </a:cubicBezTo>
                  <a:cubicBezTo>
                    <a:pt x="106" y="100"/>
                    <a:pt x="103" y="101"/>
                    <a:pt x="99" y="101"/>
                  </a:cubicBezTo>
                  <a:cubicBezTo>
                    <a:pt x="93" y="101"/>
                    <a:pt x="86" y="100"/>
                    <a:pt x="78" y="98"/>
                  </a:cubicBezTo>
                  <a:cubicBezTo>
                    <a:pt x="71" y="97"/>
                    <a:pt x="62" y="95"/>
                    <a:pt x="54" y="93"/>
                  </a:cubicBezTo>
                  <a:cubicBezTo>
                    <a:pt x="46" y="91"/>
                    <a:pt x="37" y="89"/>
                    <a:pt x="28" y="87"/>
                  </a:cubicBezTo>
                  <a:cubicBezTo>
                    <a:pt x="19" y="86"/>
                    <a:pt x="10" y="85"/>
                    <a:pt x="1" y="84"/>
                  </a:cubicBezTo>
                  <a:cubicBezTo>
                    <a:pt x="1" y="84"/>
                    <a:pt x="0" y="84"/>
                    <a:pt x="0" y="83"/>
                  </a:cubicBezTo>
                  <a:cubicBezTo>
                    <a:pt x="0" y="83"/>
                    <a:pt x="0" y="82"/>
                    <a:pt x="1" y="82"/>
                  </a:cubicBezTo>
                  <a:cubicBezTo>
                    <a:pt x="5" y="82"/>
                    <a:pt x="8" y="81"/>
                    <a:pt x="10" y="79"/>
                  </a:cubicBezTo>
                  <a:cubicBezTo>
                    <a:pt x="12" y="77"/>
                    <a:pt x="15" y="75"/>
                    <a:pt x="19" y="72"/>
                  </a:cubicBezTo>
                  <a:cubicBezTo>
                    <a:pt x="23" y="68"/>
                    <a:pt x="28" y="64"/>
                    <a:pt x="33" y="60"/>
                  </a:cubicBezTo>
                  <a:cubicBezTo>
                    <a:pt x="38" y="56"/>
                    <a:pt x="43" y="51"/>
                    <a:pt x="49" y="46"/>
                  </a:cubicBezTo>
                  <a:cubicBezTo>
                    <a:pt x="54" y="41"/>
                    <a:pt x="60" y="37"/>
                    <a:pt x="65" y="32"/>
                  </a:cubicBezTo>
                  <a:cubicBezTo>
                    <a:pt x="70" y="27"/>
                    <a:pt x="75" y="22"/>
                    <a:pt x="79" y="18"/>
                  </a:cubicBezTo>
                  <a:cubicBezTo>
                    <a:pt x="84" y="13"/>
                    <a:pt x="88" y="10"/>
                    <a:pt x="90" y="6"/>
                  </a:cubicBezTo>
                  <a:cubicBezTo>
                    <a:pt x="91" y="5"/>
                    <a:pt x="92" y="4"/>
                    <a:pt x="92" y="4"/>
                  </a:cubicBezTo>
                  <a:cubicBezTo>
                    <a:pt x="92" y="2"/>
                    <a:pt x="90" y="2"/>
                    <a:pt x="88" y="2"/>
                  </a:cubicBezTo>
                  <a:cubicBezTo>
                    <a:pt x="81" y="2"/>
                    <a:pt x="74" y="2"/>
                    <a:pt x="67" y="2"/>
                  </a:cubicBezTo>
                  <a:cubicBezTo>
                    <a:pt x="60" y="3"/>
                    <a:pt x="54" y="3"/>
                    <a:pt x="49" y="4"/>
                  </a:cubicBezTo>
                  <a:cubicBezTo>
                    <a:pt x="45" y="4"/>
                    <a:pt x="42" y="5"/>
                    <a:pt x="39" y="6"/>
                  </a:cubicBezTo>
                  <a:cubicBezTo>
                    <a:pt x="36" y="7"/>
                    <a:pt x="34" y="8"/>
                    <a:pt x="33" y="9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2" y="7"/>
                    <a:pt x="33" y="5"/>
                    <a:pt x="33" y="4"/>
                  </a:cubicBezTo>
                  <a:cubicBezTo>
                    <a:pt x="34" y="3"/>
                    <a:pt x="35" y="2"/>
                    <a:pt x="37" y="2"/>
                  </a:cubicBezTo>
                  <a:cubicBezTo>
                    <a:pt x="42" y="1"/>
                    <a:pt x="47" y="1"/>
                    <a:pt x="52" y="1"/>
                  </a:cubicBezTo>
                  <a:cubicBezTo>
                    <a:pt x="58" y="1"/>
                    <a:pt x="64" y="1"/>
                    <a:pt x="70" y="0"/>
                  </a:cubicBezTo>
                  <a:cubicBezTo>
                    <a:pt x="74" y="0"/>
                    <a:pt x="78" y="0"/>
                    <a:pt x="82" y="0"/>
                  </a:cubicBezTo>
                  <a:cubicBezTo>
                    <a:pt x="86" y="0"/>
                    <a:pt x="90" y="0"/>
                    <a:pt x="94" y="0"/>
                  </a:cubicBezTo>
                  <a:cubicBezTo>
                    <a:pt x="98" y="0"/>
                    <a:pt x="101" y="0"/>
                    <a:pt x="104" y="0"/>
                  </a:cubicBezTo>
                  <a:cubicBezTo>
                    <a:pt x="107" y="0"/>
                    <a:pt x="109" y="0"/>
                    <a:pt x="110" y="0"/>
                  </a:cubicBezTo>
                  <a:cubicBezTo>
                    <a:pt x="111" y="0"/>
                    <a:pt x="112" y="0"/>
                    <a:pt x="112" y="1"/>
                  </a:cubicBezTo>
                  <a:cubicBezTo>
                    <a:pt x="112" y="1"/>
                    <a:pt x="111" y="2"/>
                    <a:pt x="110" y="2"/>
                  </a:cubicBezTo>
                  <a:cubicBezTo>
                    <a:pt x="110" y="2"/>
                    <a:pt x="109" y="2"/>
                    <a:pt x="108" y="3"/>
                  </a:cubicBezTo>
                  <a:cubicBezTo>
                    <a:pt x="107" y="3"/>
                    <a:pt x="107" y="4"/>
                    <a:pt x="106" y="5"/>
                  </a:cubicBezTo>
                  <a:cubicBezTo>
                    <a:pt x="103" y="7"/>
                    <a:pt x="100" y="10"/>
                    <a:pt x="96" y="14"/>
                  </a:cubicBezTo>
                  <a:cubicBezTo>
                    <a:pt x="91" y="18"/>
                    <a:pt x="87" y="22"/>
                    <a:pt x="82" y="26"/>
                  </a:cubicBezTo>
                  <a:cubicBezTo>
                    <a:pt x="77" y="30"/>
                    <a:pt x="72" y="35"/>
                    <a:pt x="67" y="39"/>
                  </a:cubicBezTo>
                  <a:cubicBezTo>
                    <a:pt x="62" y="44"/>
                    <a:pt x="57" y="49"/>
                    <a:pt x="52" y="54"/>
                  </a:cubicBezTo>
                  <a:cubicBezTo>
                    <a:pt x="47" y="59"/>
                    <a:pt x="42" y="63"/>
                    <a:pt x="37" y="68"/>
                  </a:cubicBezTo>
                  <a:cubicBezTo>
                    <a:pt x="33" y="72"/>
                    <a:pt x="28" y="76"/>
                    <a:pt x="25" y="80"/>
                  </a:cubicBezTo>
                  <a:cubicBezTo>
                    <a:pt x="24" y="81"/>
                    <a:pt x="24" y="82"/>
                    <a:pt x="24" y="82"/>
                  </a:cubicBezTo>
                  <a:cubicBezTo>
                    <a:pt x="24" y="83"/>
                    <a:pt x="24" y="84"/>
                    <a:pt x="25" y="84"/>
                  </a:cubicBezTo>
                  <a:cubicBezTo>
                    <a:pt x="28" y="85"/>
                    <a:pt x="32" y="86"/>
                    <a:pt x="37" y="87"/>
                  </a:cubicBezTo>
                  <a:cubicBezTo>
                    <a:pt x="43" y="88"/>
                    <a:pt x="48" y="89"/>
                    <a:pt x="55" y="91"/>
                  </a:cubicBezTo>
                  <a:cubicBezTo>
                    <a:pt x="61" y="92"/>
                    <a:pt x="68" y="93"/>
                    <a:pt x="75" y="93"/>
                  </a:cubicBezTo>
                  <a:cubicBezTo>
                    <a:pt x="81" y="94"/>
                    <a:pt x="88" y="95"/>
                    <a:pt x="94" y="95"/>
                  </a:cubicBezTo>
                  <a:cubicBezTo>
                    <a:pt x="104" y="95"/>
                    <a:pt x="112" y="93"/>
                    <a:pt x="117" y="88"/>
                  </a:cubicBezTo>
                  <a:cubicBezTo>
                    <a:pt x="122" y="84"/>
                    <a:pt x="125" y="78"/>
                    <a:pt x="127" y="71"/>
                  </a:cubicBezTo>
                  <a:cubicBezTo>
                    <a:pt x="127" y="70"/>
                    <a:pt x="128" y="70"/>
                    <a:pt x="128" y="70"/>
                  </a:cubicBezTo>
                  <a:cubicBezTo>
                    <a:pt x="128" y="70"/>
                    <a:pt x="129" y="70"/>
                    <a:pt x="129" y="7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8" name="Freeform 1157">
              <a:extLst>
                <a:ext uri="{FF2B5EF4-FFF2-40B4-BE49-F238E27FC236}">
                  <a16:creationId xmlns:a16="http://schemas.microsoft.com/office/drawing/2014/main" id="{3FB07311-9E96-4900-BC4B-B52DDB5F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094"/>
              <a:ext cx="116" cy="97"/>
            </a:xfrm>
            <a:custGeom>
              <a:avLst/>
              <a:gdLst>
                <a:gd name="T0" fmla="*/ 94 w 129"/>
                <a:gd name="T1" fmla="*/ 62 h 101"/>
                <a:gd name="T2" fmla="*/ 91 w 129"/>
                <a:gd name="T3" fmla="*/ 73 h 101"/>
                <a:gd name="T4" fmla="*/ 86 w 129"/>
                <a:gd name="T5" fmla="*/ 82 h 101"/>
                <a:gd name="T6" fmla="*/ 80 w 129"/>
                <a:gd name="T7" fmla="*/ 87 h 101"/>
                <a:gd name="T8" fmla="*/ 72 w 129"/>
                <a:gd name="T9" fmla="*/ 89 h 101"/>
                <a:gd name="T10" fmla="*/ 58 w 129"/>
                <a:gd name="T11" fmla="*/ 86 h 101"/>
                <a:gd name="T12" fmla="*/ 40 w 129"/>
                <a:gd name="T13" fmla="*/ 82 h 101"/>
                <a:gd name="T14" fmla="*/ 21 w 129"/>
                <a:gd name="T15" fmla="*/ 78 h 101"/>
                <a:gd name="T16" fmla="*/ 2 w 129"/>
                <a:gd name="T17" fmla="*/ 75 h 101"/>
                <a:gd name="T18" fmla="*/ 1 w 129"/>
                <a:gd name="T19" fmla="*/ 74 h 101"/>
                <a:gd name="T20" fmla="*/ 2 w 129"/>
                <a:gd name="T21" fmla="*/ 73 h 101"/>
                <a:gd name="T22" fmla="*/ 8 w 129"/>
                <a:gd name="T23" fmla="*/ 70 h 101"/>
                <a:gd name="T24" fmla="*/ 14 w 129"/>
                <a:gd name="T25" fmla="*/ 63 h 101"/>
                <a:gd name="T26" fmla="*/ 24 w 129"/>
                <a:gd name="T27" fmla="*/ 54 h 101"/>
                <a:gd name="T28" fmla="*/ 36 w 129"/>
                <a:gd name="T29" fmla="*/ 40 h 101"/>
                <a:gd name="T30" fmla="*/ 47 w 129"/>
                <a:gd name="T31" fmla="*/ 29 h 101"/>
                <a:gd name="T32" fmla="*/ 58 w 129"/>
                <a:gd name="T33" fmla="*/ 15 h 101"/>
                <a:gd name="T34" fmla="*/ 67 w 129"/>
                <a:gd name="T35" fmla="*/ 6 h 101"/>
                <a:gd name="T36" fmla="*/ 67 w 129"/>
                <a:gd name="T37" fmla="*/ 4 h 101"/>
                <a:gd name="T38" fmla="*/ 64 w 129"/>
                <a:gd name="T39" fmla="*/ 2 h 101"/>
                <a:gd name="T40" fmla="*/ 49 w 129"/>
                <a:gd name="T41" fmla="*/ 2 h 101"/>
                <a:gd name="T42" fmla="*/ 36 w 129"/>
                <a:gd name="T43" fmla="*/ 4 h 101"/>
                <a:gd name="T44" fmla="*/ 28 w 129"/>
                <a:gd name="T45" fmla="*/ 6 h 101"/>
                <a:gd name="T46" fmla="*/ 24 w 129"/>
                <a:gd name="T47" fmla="*/ 9 h 101"/>
                <a:gd name="T48" fmla="*/ 22 w 129"/>
                <a:gd name="T49" fmla="*/ 9 h 101"/>
                <a:gd name="T50" fmla="*/ 25 w 129"/>
                <a:gd name="T51" fmla="*/ 4 h 101"/>
                <a:gd name="T52" fmla="*/ 28 w 129"/>
                <a:gd name="T53" fmla="*/ 2 h 101"/>
                <a:gd name="T54" fmla="*/ 39 w 129"/>
                <a:gd name="T55" fmla="*/ 1 h 101"/>
                <a:gd name="T56" fmla="*/ 52 w 129"/>
                <a:gd name="T57" fmla="*/ 0 h 101"/>
                <a:gd name="T58" fmla="*/ 60 w 129"/>
                <a:gd name="T59" fmla="*/ 0 h 101"/>
                <a:gd name="T60" fmla="*/ 68 w 129"/>
                <a:gd name="T61" fmla="*/ 0 h 101"/>
                <a:gd name="T62" fmla="*/ 76 w 129"/>
                <a:gd name="T63" fmla="*/ 0 h 101"/>
                <a:gd name="T64" fmla="*/ 80 w 129"/>
                <a:gd name="T65" fmla="*/ 0 h 101"/>
                <a:gd name="T66" fmla="*/ 82 w 129"/>
                <a:gd name="T67" fmla="*/ 1 h 101"/>
                <a:gd name="T68" fmla="*/ 81 w 129"/>
                <a:gd name="T69" fmla="*/ 2 h 101"/>
                <a:gd name="T70" fmla="*/ 79 w 129"/>
                <a:gd name="T71" fmla="*/ 3 h 101"/>
                <a:gd name="T72" fmla="*/ 76 w 129"/>
                <a:gd name="T73" fmla="*/ 5 h 101"/>
                <a:gd name="T74" fmla="*/ 69 w 129"/>
                <a:gd name="T75" fmla="*/ 12 h 101"/>
                <a:gd name="T76" fmla="*/ 60 w 129"/>
                <a:gd name="T77" fmla="*/ 23 h 101"/>
                <a:gd name="T78" fmla="*/ 49 w 129"/>
                <a:gd name="T79" fmla="*/ 35 h 101"/>
                <a:gd name="T80" fmla="*/ 38 w 129"/>
                <a:gd name="T81" fmla="*/ 48 h 101"/>
                <a:gd name="T82" fmla="*/ 28 w 129"/>
                <a:gd name="T83" fmla="*/ 60 h 101"/>
                <a:gd name="T84" fmla="*/ 18 w 129"/>
                <a:gd name="T85" fmla="*/ 71 h 101"/>
                <a:gd name="T86" fmla="*/ 18 w 129"/>
                <a:gd name="T87" fmla="*/ 73 h 101"/>
                <a:gd name="T88" fmla="*/ 19 w 129"/>
                <a:gd name="T89" fmla="*/ 75 h 101"/>
                <a:gd name="T90" fmla="*/ 28 w 129"/>
                <a:gd name="T91" fmla="*/ 78 h 101"/>
                <a:gd name="T92" fmla="*/ 40 w 129"/>
                <a:gd name="T93" fmla="*/ 81 h 101"/>
                <a:gd name="T94" fmla="*/ 54 w 129"/>
                <a:gd name="T95" fmla="*/ 82 h 101"/>
                <a:gd name="T96" fmla="*/ 68 w 129"/>
                <a:gd name="T97" fmla="*/ 84 h 101"/>
                <a:gd name="T98" fmla="*/ 85 w 129"/>
                <a:gd name="T99" fmla="*/ 79 h 101"/>
                <a:gd name="T100" fmla="*/ 93 w 129"/>
                <a:gd name="T101" fmla="*/ 62 h 101"/>
                <a:gd name="T102" fmla="*/ 93 w 129"/>
                <a:gd name="T103" fmla="*/ 61 h 101"/>
                <a:gd name="T104" fmla="*/ 94 w 129"/>
                <a:gd name="T105" fmla="*/ 62 h 1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9" h="101">
                  <a:moveTo>
                    <a:pt x="129" y="71"/>
                  </a:moveTo>
                  <a:cubicBezTo>
                    <a:pt x="128" y="75"/>
                    <a:pt x="127" y="79"/>
                    <a:pt x="125" y="82"/>
                  </a:cubicBezTo>
                  <a:cubicBezTo>
                    <a:pt x="123" y="86"/>
                    <a:pt x="121" y="89"/>
                    <a:pt x="119" y="92"/>
                  </a:cubicBezTo>
                  <a:cubicBezTo>
                    <a:pt x="116" y="95"/>
                    <a:pt x="113" y="97"/>
                    <a:pt x="110" y="99"/>
                  </a:cubicBezTo>
                  <a:cubicBezTo>
                    <a:pt x="107" y="100"/>
                    <a:pt x="103" y="101"/>
                    <a:pt x="99" y="101"/>
                  </a:cubicBezTo>
                  <a:cubicBezTo>
                    <a:pt x="93" y="101"/>
                    <a:pt x="86" y="100"/>
                    <a:pt x="79" y="98"/>
                  </a:cubicBezTo>
                  <a:cubicBezTo>
                    <a:pt x="71" y="97"/>
                    <a:pt x="63" y="95"/>
                    <a:pt x="54" y="93"/>
                  </a:cubicBezTo>
                  <a:cubicBezTo>
                    <a:pt x="46" y="91"/>
                    <a:pt x="37" y="89"/>
                    <a:pt x="29" y="87"/>
                  </a:cubicBezTo>
                  <a:cubicBezTo>
                    <a:pt x="20" y="86"/>
                    <a:pt x="11" y="85"/>
                    <a:pt x="2" y="84"/>
                  </a:cubicBezTo>
                  <a:cubicBezTo>
                    <a:pt x="1" y="84"/>
                    <a:pt x="1" y="84"/>
                    <a:pt x="1" y="83"/>
                  </a:cubicBezTo>
                  <a:cubicBezTo>
                    <a:pt x="0" y="83"/>
                    <a:pt x="1" y="82"/>
                    <a:pt x="2" y="82"/>
                  </a:cubicBezTo>
                  <a:cubicBezTo>
                    <a:pt x="5" y="82"/>
                    <a:pt x="8" y="81"/>
                    <a:pt x="11" y="79"/>
                  </a:cubicBezTo>
                  <a:cubicBezTo>
                    <a:pt x="13" y="77"/>
                    <a:pt x="16" y="75"/>
                    <a:pt x="20" y="72"/>
                  </a:cubicBezTo>
                  <a:cubicBezTo>
                    <a:pt x="24" y="68"/>
                    <a:pt x="28" y="64"/>
                    <a:pt x="33" y="60"/>
                  </a:cubicBezTo>
                  <a:cubicBezTo>
                    <a:pt x="38" y="56"/>
                    <a:pt x="43" y="51"/>
                    <a:pt x="49" y="46"/>
                  </a:cubicBezTo>
                  <a:cubicBezTo>
                    <a:pt x="55" y="41"/>
                    <a:pt x="60" y="37"/>
                    <a:pt x="65" y="32"/>
                  </a:cubicBezTo>
                  <a:cubicBezTo>
                    <a:pt x="70" y="27"/>
                    <a:pt x="75" y="22"/>
                    <a:pt x="80" y="18"/>
                  </a:cubicBezTo>
                  <a:cubicBezTo>
                    <a:pt x="84" y="13"/>
                    <a:pt x="88" y="10"/>
                    <a:pt x="91" y="6"/>
                  </a:cubicBezTo>
                  <a:cubicBezTo>
                    <a:pt x="92" y="5"/>
                    <a:pt x="92" y="4"/>
                    <a:pt x="92" y="4"/>
                  </a:cubicBezTo>
                  <a:cubicBezTo>
                    <a:pt x="92" y="2"/>
                    <a:pt x="91" y="2"/>
                    <a:pt x="88" y="2"/>
                  </a:cubicBezTo>
                  <a:cubicBezTo>
                    <a:pt x="82" y="2"/>
                    <a:pt x="75" y="2"/>
                    <a:pt x="68" y="2"/>
                  </a:cubicBezTo>
                  <a:cubicBezTo>
                    <a:pt x="61" y="3"/>
                    <a:pt x="54" y="3"/>
                    <a:pt x="49" y="4"/>
                  </a:cubicBezTo>
                  <a:cubicBezTo>
                    <a:pt x="45" y="4"/>
                    <a:pt x="42" y="5"/>
                    <a:pt x="39" y="6"/>
                  </a:cubicBezTo>
                  <a:cubicBezTo>
                    <a:pt x="37" y="7"/>
                    <a:pt x="34" y="8"/>
                    <a:pt x="33" y="9"/>
                  </a:cubicBezTo>
                  <a:cubicBezTo>
                    <a:pt x="32" y="10"/>
                    <a:pt x="31" y="10"/>
                    <a:pt x="31" y="9"/>
                  </a:cubicBezTo>
                  <a:cubicBezTo>
                    <a:pt x="32" y="7"/>
                    <a:pt x="33" y="5"/>
                    <a:pt x="34" y="4"/>
                  </a:cubicBezTo>
                  <a:cubicBezTo>
                    <a:pt x="35" y="3"/>
                    <a:pt x="36" y="2"/>
                    <a:pt x="38" y="2"/>
                  </a:cubicBezTo>
                  <a:cubicBezTo>
                    <a:pt x="42" y="1"/>
                    <a:pt x="47" y="1"/>
                    <a:pt x="53" y="1"/>
                  </a:cubicBezTo>
                  <a:cubicBezTo>
                    <a:pt x="59" y="1"/>
                    <a:pt x="65" y="1"/>
                    <a:pt x="71" y="0"/>
                  </a:cubicBezTo>
                  <a:cubicBezTo>
                    <a:pt x="74" y="0"/>
                    <a:pt x="78" y="0"/>
                    <a:pt x="82" y="0"/>
                  </a:cubicBezTo>
                  <a:cubicBezTo>
                    <a:pt x="86" y="0"/>
                    <a:pt x="91" y="0"/>
                    <a:pt x="94" y="0"/>
                  </a:cubicBezTo>
                  <a:cubicBezTo>
                    <a:pt x="98" y="0"/>
                    <a:pt x="102" y="0"/>
                    <a:pt x="105" y="0"/>
                  </a:cubicBezTo>
                  <a:cubicBezTo>
                    <a:pt x="108" y="0"/>
                    <a:pt x="109" y="0"/>
                    <a:pt x="110" y="0"/>
                  </a:cubicBezTo>
                  <a:cubicBezTo>
                    <a:pt x="112" y="0"/>
                    <a:pt x="112" y="0"/>
                    <a:pt x="112" y="1"/>
                  </a:cubicBezTo>
                  <a:cubicBezTo>
                    <a:pt x="112" y="1"/>
                    <a:pt x="112" y="2"/>
                    <a:pt x="111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8" y="3"/>
                    <a:pt x="107" y="4"/>
                    <a:pt x="106" y="5"/>
                  </a:cubicBezTo>
                  <a:cubicBezTo>
                    <a:pt x="103" y="7"/>
                    <a:pt x="100" y="10"/>
                    <a:pt x="96" y="14"/>
                  </a:cubicBezTo>
                  <a:cubicBezTo>
                    <a:pt x="92" y="18"/>
                    <a:pt x="87" y="22"/>
                    <a:pt x="83" y="26"/>
                  </a:cubicBezTo>
                  <a:cubicBezTo>
                    <a:pt x="78" y="30"/>
                    <a:pt x="73" y="35"/>
                    <a:pt x="68" y="39"/>
                  </a:cubicBezTo>
                  <a:cubicBezTo>
                    <a:pt x="62" y="44"/>
                    <a:pt x="57" y="49"/>
                    <a:pt x="52" y="54"/>
                  </a:cubicBezTo>
                  <a:cubicBezTo>
                    <a:pt x="47" y="59"/>
                    <a:pt x="42" y="63"/>
                    <a:pt x="38" y="68"/>
                  </a:cubicBezTo>
                  <a:cubicBezTo>
                    <a:pt x="33" y="72"/>
                    <a:pt x="29" y="76"/>
                    <a:pt x="25" y="80"/>
                  </a:cubicBezTo>
                  <a:cubicBezTo>
                    <a:pt x="24" y="81"/>
                    <a:pt x="24" y="82"/>
                    <a:pt x="24" y="82"/>
                  </a:cubicBezTo>
                  <a:cubicBezTo>
                    <a:pt x="24" y="83"/>
                    <a:pt x="25" y="84"/>
                    <a:pt x="26" y="84"/>
                  </a:cubicBezTo>
                  <a:cubicBezTo>
                    <a:pt x="29" y="85"/>
                    <a:pt x="33" y="86"/>
                    <a:pt x="38" y="87"/>
                  </a:cubicBezTo>
                  <a:cubicBezTo>
                    <a:pt x="43" y="88"/>
                    <a:pt x="49" y="89"/>
                    <a:pt x="55" y="91"/>
                  </a:cubicBezTo>
                  <a:cubicBezTo>
                    <a:pt x="62" y="92"/>
                    <a:pt x="68" y="93"/>
                    <a:pt x="75" y="93"/>
                  </a:cubicBezTo>
                  <a:cubicBezTo>
                    <a:pt x="82" y="94"/>
                    <a:pt x="88" y="95"/>
                    <a:pt x="94" y="95"/>
                  </a:cubicBezTo>
                  <a:cubicBezTo>
                    <a:pt x="104" y="95"/>
                    <a:pt x="112" y="93"/>
                    <a:pt x="117" y="88"/>
                  </a:cubicBezTo>
                  <a:cubicBezTo>
                    <a:pt x="122" y="84"/>
                    <a:pt x="126" y="78"/>
                    <a:pt x="127" y="7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9" y="70"/>
                    <a:pt x="129" y="70"/>
                    <a:pt x="129" y="7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9" name="Freeform 1158">
              <a:extLst>
                <a:ext uri="{FF2B5EF4-FFF2-40B4-BE49-F238E27FC236}">
                  <a16:creationId xmlns:a16="http://schemas.microsoft.com/office/drawing/2014/main" id="{6CC54E76-104B-4C14-BACC-8C3B0AFE1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093"/>
              <a:ext cx="79" cy="84"/>
            </a:xfrm>
            <a:custGeom>
              <a:avLst/>
              <a:gdLst>
                <a:gd name="T0" fmla="*/ 58 w 87"/>
                <a:gd name="T1" fmla="*/ 66 h 87"/>
                <a:gd name="T2" fmla="*/ 54 w 87"/>
                <a:gd name="T3" fmla="*/ 70 h 87"/>
                <a:gd name="T4" fmla="*/ 43 w 87"/>
                <a:gd name="T5" fmla="*/ 75 h 87"/>
                <a:gd name="T6" fmla="*/ 25 w 87"/>
                <a:gd name="T7" fmla="*/ 78 h 87"/>
                <a:gd name="T8" fmla="*/ 8 w 87"/>
                <a:gd name="T9" fmla="*/ 78 h 87"/>
                <a:gd name="T10" fmla="*/ 1 w 87"/>
                <a:gd name="T11" fmla="*/ 74 h 87"/>
                <a:gd name="T12" fmla="*/ 2 w 87"/>
                <a:gd name="T13" fmla="*/ 66 h 87"/>
                <a:gd name="T14" fmla="*/ 8 w 87"/>
                <a:gd name="T15" fmla="*/ 50 h 87"/>
                <a:gd name="T16" fmla="*/ 14 w 87"/>
                <a:gd name="T17" fmla="*/ 40 h 87"/>
                <a:gd name="T18" fmla="*/ 12 w 87"/>
                <a:gd name="T19" fmla="*/ 39 h 87"/>
                <a:gd name="T20" fmla="*/ 13 w 87"/>
                <a:gd name="T21" fmla="*/ 36 h 87"/>
                <a:gd name="T22" fmla="*/ 20 w 87"/>
                <a:gd name="T23" fmla="*/ 26 h 87"/>
                <a:gd name="T24" fmla="*/ 28 w 87"/>
                <a:gd name="T25" fmla="*/ 9 h 87"/>
                <a:gd name="T26" fmla="*/ 29 w 87"/>
                <a:gd name="T27" fmla="*/ 3 h 87"/>
                <a:gd name="T28" fmla="*/ 13 w 87"/>
                <a:gd name="T29" fmla="*/ 5 h 87"/>
                <a:gd name="T30" fmla="*/ 13 w 87"/>
                <a:gd name="T31" fmla="*/ 1 h 87"/>
                <a:gd name="T32" fmla="*/ 32 w 87"/>
                <a:gd name="T33" fmla="*/ 1 h 87"/>
                <a:gd name="T34" fmla="*/ 45 w 87"/>
                <a:gd name="T35" fmla="*/ 1 h 87"/>
                <a:gd name="T36" fmla="*/ 64 w 87"/>
                <a:gd name="T37" fmla="*/ 0 h 87"/>
                <a:gd name="T38" fmla="*/ 64 w 87"/>
                <a:gd name="T39" fmla="*/ 4 h 87"/>
                <a:gd name="T40" fmla="*/ 61 w 87"/>
                <a:gd name="T41" fmla="*/ 8 h 87"/>
                <a:gd name="T42" fmla="*/ 61 w 87"/>
                <a:gd name="T43" fmla="*/ 5 h 87"/>
                <a:gd name="T44" fmla="*/ 40 w 87"/>
                <a:gd name="T45" fmla="*/ 3 h 87"/>
                <a:gd name="T46" fmla="*/ 29 w 87"/>
                <a:gd name="T47" fmla="*/ 18 h 87"/>
                <a:gd name="T48" fmla="*/ 23 w 87"/>
                <a:gd name="T49" fmla="*/ 36 h 87"/>
                <a:gd name="T50" fmla="*/ 31 w 87"/>
                <a:gd name="T51" fmla="*/ 37 h 87"/>
                <a:gd name="T52" fmla="*/ 53 w 87"/>
                <a:gd name="T53" fmla="*/ 34 h 87"/>
                <a:gd name="T54" fmla="*/ 53 w 87"/>
                <a:gd name="T55" fmla="*/ 37 h 87"/>
                <a:gd name="T56" fmla="*/ 50 w 87"/>
                <a:gd name="T57" fmla="*/ 40 h 87"/>
                <a:gd name="T58" fmla="*/ 33 w 87"/>
                <a:gd name="T59" fmla="*/ 39 h 87"/>
                <a:gd name="T60" fmla="*/ 21 w 87"/>
                <a:gd name="T61" fmla="*/ 39 h 87"/>
                <a:gd name="T62" fmla="*/ 14 w 87"/>
                <a:gd name="T63" fmla="*/ 50 h 87"/>
                <a:gd name="T64" fmla="*/ 8 w 87"/>
                <a:gd name="T65" fmla="*/ 68 h 87"/>
                <a:gd name="T66" fmla="*/ 28 w 87"/>
                <a:gd name="T67" fmla="*/ 75 h 87"/>
                <a:gd name="T68" fmla="*/ 49 w 87"/>
                <a:gd name="T69" fmla="*/ 70 h 8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7" h="87">
                  <a:moveTo>
                    <a:pt x="76" y="73"/>
                  </a:moveTo>
                  <a:cubicBezTo>
                    <a:pt x="76" y="72"/>
                    <a:pt x="77" y="73"/>
                    <a:pt x="77" y="73"/>
                  </a:cubicBezTo>
                  <a:cubicBezTo>
                    <a:pt x="76" y="74"/>
                    <a:pt x="75" y="75"/>
                    <a:pt x="74" y="76"/>
                  </a:cubicBezTo>
                  <a:cubicBezTo>
                    <a:pt x="74" y="77"/>
                    <a:pt x="73" y="78"/>
                    <a:pt x="72" y="78"/>
                  </a:cubicBezTo>
                  <a:cubicBezTo>
                    <a:pt x="72" y="80"/>
                    <a:pt x="70" y="81"/>
                    <a:pt x="67" y="82"/>
                  </a:cubicBezTo>
                  <a:cubicBezTo>
                    <a:pt x="64" y="83"/>
                    <a:pt x="60" y="83"/>
                    <a:pt x="57" y="84"/>
                  </a:cubicBezTo>
                  <a:cubicBezTo>
                    <a:pt x="53" y="85"/>
                    <a:pt x="49" y="85"/>
                    <a:pt x="45" y="86"/>
                  </a:cubicBezTo>
                  <a:cubicBezTo>
                    <a:pt x="41" y="86"/>
                    <a:pt x="38" y="86"/>
                    <a:pt x="34" y="87"/>
                  </a:cubicBezTo>
                  <a:cubicBezTo>
                    <a:pt x="30" y="87"/>
                    <a:pt x="27" y="87"/>
                    <a:pt x="23" y="87"/>
                  </a:cubicBezTo>
                  <a:cubicBezTo>
                    <a:pt x="18" y="87"/>
                    <a:pt x="14" y="87"/>
                    <a:pt x="11" y="87"/>
                  </a:cubicBezTo>
                  <a:cubicBezTo>
                    <a:pt x="8" y="86"/>
                    <a:pt x="6" y="86"/>
                    <a:pt x="4" y="85"/>
                  </a:cubicBezTo>
                  <a:cubicBezTo>
                    <a:pt x="2" y="84"/>
                    <a:pt x="1" y="84"/>
                    <a:pt x="1" y="83"/>
                  </a:cubicBezTo>
                  <a:cubicBezTo>
                    <a:pt x="0" y="82"/>
                    <a:pt x="0" y="81"/>
                    <a:pt x="0" y="79"/>
                  </a:cubicBezTo>
                  <a:cubicBezTo>
                    <a:pt x="0" y="77"/>
                    <a:pt x="0" y="74"/>
                    <a:pt x="2" y="72"/>
                  </a:cubicBezTo>
                  <a:cubicBezTo>
                    <a:pt x="2" y="71"/>
                    <a:pt x="3" y="69"/>
                    <a:pt x="5" y="66"/>
                  </a:cubicBezTo>
                  <a:cubicBezTo>
                    <a:pt x="7" y="63"/>
                    <a:pt x="9" y="60"/>
                    <a:pt x="11" y="56"/>
                  </a:cubicBezTo>
                  <a:cubicBezTo>
                    <a:pt x="13" y="53"/>
                    <a:pt x="14" y="50"/>
                    <a:pt x="16" y="47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2"/>
                    <a:pt x="16" y="42"/>
                    <a:pt x="15" y="42"/>
                  </a:cubicBezTo>
                  <a:cubicBezTo>
                    <a:pt x="14" y="42"/>
                    <a:pt x="14" y="41"/>
                    <a:pt x="14" y="41"/>
                  </a:cubicBezTo>
                  <a:cubicBezTo>
                    <a:pt x="14" y="40"/>
                    <a:pt x="15" y="40"/>
                    <a:pt x="16" y="39"/>
                  </a:cubicBezTo>
                  <a:cubicBezTo>
                    <a:pt x="19" y="39"/>
                    <a:pt x="21" y="37"/>
                    <a:pt x="23" y="35"/>
                  </a:cubicBezTo>
                  <a:cubicBezTo>
                    <a:pt x="23" y="34"/>
                    <a:pt x="25" y="32"/>
                    <a:pt x="26" y="29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4" y="15"/>
                    <a:pt x="35" y="12"/>
                    <a:pt x="37" y="9"/>
                  </a:cubicBezTo>
                  <a:cubicBezTo>
                    <a:pt x="38" y="6"/>
                    <a:pt x="39" y="4"/>
                    <a:pt x="39" y="4"/>
                  </a:cubicBezTo>
                  <a:cubicBezTo>
                    <a:pt x="39" y="3"/>
                    <a:pt x="39" y="3"/>
                    <a:pt x="38" y="3"/>
                  </a:cubicBezTo>
                  <a:cubicBezTo>
                    <a:pt x="34" y="3"/>
                    <a:pt x="30" y="3"/>
                    <a:pt x="26" y="4"/>
                  </a:cubicBezTo>
                  <a:cubicBezTo>
                    <a:pt x="22" y="4"/>
                    <a:pt x="19" y="4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3"/>
                    <a:pt x="16" y="1"/>
                    <a:pt x="17" y="1"/>
                  </a:cubicBezTo>
                  <a:cubicBezTo>
                    <a:pt x="21" y="1"/>
                    <a:pt x="25" y="1"/>
                    <a:pt x="30" y="1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4" y="1"/>
                    <a:pt x="46" y="1"/>
                    <a:pt x="50" y="1"/>
                  </a:cubicBezTo>
                  <a:cubicBezTo>
                    <a:pt x="53" y="1"/>
                    <a:pt x="57" y="1"/>
                    <a:pt x="61" y="1"/>
                  </a:cubicBezTo>
                  <a:cubicBezTo>
                    <a:pt x="66" y="1"/>
                    <a:pt x="70" y="0"/>
                    <a:pt x="74" y="0"/>
                  </a:cubicBezTo>
                  <a:cubicBezTo>
                    <a:pt x="79" y="0"/>
                    <a:pt x="83" y="0"/>
                    <a:pt x="86" y="0"/>
                  </a:cubicBezTo>
                  <a:cubicBezTo>
                    <a:pt x="86" y="0"/>
                    <a:pt x="87" y="0"/>
                    <a:pt x="87" y="1"/>
                  </a:cubicBezTo>
                  <a:cubicBezTo>
                    <a:pt x="87" y="2"/>
                    <a:pt x="86" y="3"/>
                    <a:pt x="85" y="4"/>
                  </a:cubicBezTo>
                  <a:cubicBezTo>
                    <a:pt x="84" y="5"/>
                    <a:pt x="84" y="7"/>
                    <a:pt x="83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2" y="7"/>
                    <a:pt x="82" y="7"/>
                    <a:pt x="82" y="6"/>
                  </a:cubicBezTo>
                  <a:cubicBezTo>
                    <a:pt x="82" y="5"/>
                    <a:pt x="81" y="5"/>
                    <a:pt x="81" y="5"/>
                  </a:cubicBezTo>
                  <a:cubicBezTo>
                    <a:pt x="77" y="4"/>
                    <a:pt x="72" y="4"/>
                    <a:pt x="68" y="3"/>
                  </a:cubicBezTo>
                  <a:cubicBezTo>
                    <a:pt x="63" y="3"/>
                    <a:pt x="59" y="3"/>
                    <a:pt x="54" y="3"/>
                  </a:cubicBezTo>
                  <a:cubicBezTo>
                    <a:pt x="52" y="3"/>
                    <a:pt x="50" y="4"/>
                    <a:pt x="49" y="5"/>
                  </a:cubicBezTo>
                  <a:cubicBezTo>
                    <a:pt x="46" y="10"/>
                    <a:pt x="42" y="15"/>
                    <a:pt x="39" y="21"/>
                  </a:cubicBezTo>
                  <a:cubicBezTo>
                    <a:pt x="35" y="27"/>
                    <a:pt x="32" y="32"/>
                    <a:pt x="29" y="38"/>
                  </a:cubicBezTo>
                  <a:cubicBezTo>
                    <a:pt x="28" y="39"/>
                    <a:pt x="29" y="39"/>
                    <a:pt x="30" y="39"/>
                  </a:cubicBezTo>
                  <a:cubicBezTo>
                    <a:pt x="32" y="40"/>
                    <a:pt x="34" y="40"/>
                    <a:pt x="35" y="40"/>
                  </a:cubicBezTo>
                  <a:cubicBezTo>
                    <a:pt x="37" y="40"/>
                    <a:pt x="39" y="40"/>
                    <a:pt x="41" y="40"/>
                  </a:cubicBezTo>
                  <a:cubicBezTo>
                    <a:pt x="47" y="40"/>
                    <a:pt x="52" y="40"/>
                    <a:pt x="57" y="39"/>
                  </a:cubicBezTo>
                  <a:cubicBezTo>
                    <a:pt x="61" y="39"/>
                    <a:pt x="65" y="38"/>
                    <a:pt x="70" y="37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0" y="38"/>
                    <a:pt x="70" y="39"/>
                    <a:pt x="70" y="40"/>
                  </a:cubicBezTo>
                  <a:cubicBezTo>
                    <a:pt x="69" y="40"/>
                    <a:pt x="69" y="41"/>
                    <a:pt x="69" y="42"/>
                  </a:cubicBezTo>
                  <a:cubicBezTo>
                    <a:pt x="68" y="42"/>
                    <a:pt x="68" y="43"/>
                    <a:pt x="67" y="43"/>
                  </a:cubicBezTo>
                  <a:cubicBezTo>
                    <a:pt x="64" y="42"/>
                    <a:pt x="60" y="42"/>
                    <a:pt x="56" y="42"/>
                  </a:cubicBezTo>
                  <a:cubicBezTo>
                    <a:pt x="52" y="42"/>
                    <a:pt x="48" y="42"/>
                    <a:pt x="44" y="42"/>
                  </a:cubicBezTo>
                  <a:cubicBezTo>
                    <a:pt x="41" y="42"/>
                    <a:pt x="38" y="42"/>
                    <a:pt x="36" y="42"/>
                  </a:cubicBezTo>
                  <a:cubicBezTo>
                    <a:pt x="33" y="42"/>
                    <a:pt x="30" y="42"/>
                    <a:pt x="28" y="42"/>
                  </a:cubicBezTo>
                  <a:cubicBezTo>
                    <a:pt x="27" y="42"/>
                    <a:pt x="26" y="43"/>
                    <a:pt x="26" y="44"/>
                  </a:cubicBezTo>
                  <a:cubicBezTo>
                    <a:pt x="24" y="47"/>
                    <a:pt x="21" y="51"/>
                    <a:pt x="19" y="56"/>
                  </a:cubicBezTo>
                  <a:cubicBezTo>
                    <a:pt x="17" y="60"/>
                    <a:pt x="15" y="64"/>
                    <a:pt x="13" y="68"/>
                  </a:cubicBezTo>
                  <a:cubicBezTo>
                    <a:pt x="12" y="71"/>
                    <a:pt x="11" y="74"/>
                    <a:pt x="11" y="76"/>
                  </a:cubicBezTo>
                  <a:cubicBezTo>
                    <a:pt x="11" y="82"/>
                    <a:pt x="16" y="85"/>
                    <a:pt x="25" y="85"/>
                  </a:cubicBezTo>
                  <a:cubicBezTo>
                    <a:pt x="28" y="85"/>
                    <a:pt x="32" y="85"/>
                    <a:pt x="37" y="84"/>
                  </a:cubicBezTo>
                  <a:cubicBezTo>
                    <a:pt x="42" y="84"/>
                    <a:pt x="46" y="83"/>
                    <a:pt x="51" y="82"/>
                  </a:cubicBezTo>
                  <a:cubicBezTo>
                    <a:pt x="56" y="81"/>
                    <a:pt x="61" y="79"/>
                    <a:pt x="65" y="78"/>
                  </a:cubicBezTo>
                  <a:cubicBezTo>
                    <a:pt x="70" y="76"/>
                    <a:pt x="73" y="75"/>
                    <a:pt x="76" y="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0" name="Freeform 1159">
              <a:extLst>
                <a:ext uri="{FF2B5EF4-FFF2-40B4-BE49-F238E27FC236}">
                  <a16:creationId xmlns:a16="http://schemas.microsoft.com/office/drawing/2014/main" id="{9B0BF059-41D3-4B6F-AD52-A2EC663C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093"/>
              <a:ext cx="141" cy="111"/>
            </a:xfrm>
            <a:custGeom>
              <a:avLst/>
              <a:gdLst>
                <a:gd name="T0" fmla="*/ 12 w 157"/>
                <a:gd name="T1" fmla="*/ 19 h 115"/>
                <a:gd name="T2" fmla="*/ 12 w 157"/>
                <a:gd name="T3" fmla="*/ 15 h 115"/>
                <a:gd name="T4" fmla="*/ 14 w 157"/>
                <a:gd name="T5" fmla="*/ 11 h 115"/>
                <a:gd name="T6" fmla="*/ 31 w 157"/>
                <a:gd name="T7" fmla="*/ 2 h 115"/>
                <a:gd name="T8" fmla="*/ 66 w 157"/>
                <a:gd name="T9" fmla="*/ 3 h 115"/>
                <a:gd name="T10" fmla="*/ 69 w 157"/>
                <a:gd name="T11" fmla="*/ 21 h 115"/>
                <a:gd name="T12" fmla="*/ 55 w 157"/>
                <a:gd name="T13" fmla="*/ 36 h 115"/>
                <a:gd name="T14" fmla="*/ 43 w 157"/>
                <a:gd name="T15" fmla="*/ 40 h 115"/>
                <a:gd name="T16" fmla="*/ 60 w 157"/>
                <a:gd name="T17" fmla="*/ 74 h 115"/>
                <a:gd name="T18" fmla="*/ 75 w 157"/>
                <a:gd name="T19" fmla="*/ 94 h 115"/>
                <a:gd name="T20" fmla="*/ 96 w 157"/>
                <a:gd name="T21" fmla="*/ 101 h 115"/>
                <a:gd name="T22" fmla="*/ 114 w 157"/>
                <a:gd name="T23" fmla="*/ 96 h 115"/>
                <a:gd name="T24" fmla="*/ 103 w 157"/>
                <a:gd name="T25" fmla="*/ 101 h 115"/>
                <a:gd name="T26" fmla="*/ 79 w 157"/>
                <a:gd name="T27" fmla="*/ 101 h 115"/>
                <a:gd name="T28" fmla="*/ 59 w 157"/>
                <a:gd name="T29" fmla="*/ 85 h 115"/>
                <a:gd name="T30" fmla="*/ 46 w 157"/>
                <a:gd name="T31" fmla="*/ 63 h 115"/>
                <a:gd name="T32" fmla="*/ 38 w 157"/>
                <a:gd name="T33" fmla="*/ 44 h 115"/>
                <a:gd name="T34" fmla="*/ 35 w 157"/>
                <a:gd name="T35" fmla="*/ 39 h 115"/>
                <a:gd name="T36" fmla="*/ 56 w 157"/>
                <a:gd name="T37" fmla="*/ 33 h 115"/>
                <a:gd name="T38" fmla="*/ 64 w 157"/>
                <a:gd name="T39" fmla="*/ 14 h 115"/>
                <a:gd name="T40" fmla="*/ 60 w 157"/>
                <a:gd name="T41" fmla="*/ 7 h 115"/>
                <a:gd name="T42" fmla="*/ 50 w 157"/>
                <a:gd name="T43" fmla="*/ 2 h 115"/>
                <a:gd name="T44" fmla="*/ 45 w 157"/>
                <a:gd name="T45" fmla="*/ 4 h 115"/>
                <a:gd name="T46" fmla="*/ 35 w 157"/>
                <a:gd name="T47" fmla="*/ 23 h 115"/>
                <a:gd name="T48" fmla="*/ 20 w 157"/>
                <a:gd name="T49" fmla="*/ 54 h 115"/>
                <a:gd name="T50" fmla="*/ 11 w 157"/>
                <a:gd name="T51" fmla="*/ 76 h 115"/>
                <a:gd name="T52" fmla="*/ 9 w 157"/>
                <a:gd name="T53" fmla="*/ 76 h 115"/>
                <a:gd name="T54" fmla="*/ 5 w 157"/>
                <a:gd name="T55" fmla="*/ 76 h 115"/>
                <a:gd name="T56" fmla="*/ 1 w 157"/>
                <a:gd name="T57" fmla="*/ 80 h 115"/>
                <a:gd name="T58" fmla="*/ 0 w 157"/>
                <a:gd name="T59" fmla="*/ 79 h 115"/>
                <a:gd name="T60" fmla="*/ 37 w 157"/>
                <a:gd name="T61" fmla="*/ 5 h 115"/>
                <a:gd name="T62" fmla="*/ 36 w 157"/>
                <a:gd name="T63" fmla="*/ 3 h 115"/>
                <a:gd name="T64" fmla="*/ 20 w 157"/>
                <a:gd name="T65" fmla="*/ 10 h 115"/>
                <a:gd name="T66" fmla="*/ 12 w 157"/>
                <a:gd name="T67" fmla="*/ 19 h 11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7" h="115">
                  <a:moveTo>
                    <a:pt x="16" y="22"/>
                  </a:move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1"/>
                    <a:pt x="16" y="20"/>
                    <a:pt x="16" y="18"/>
                  </a:cubicBezTo>
                  <a:cubicBezTo>
                    <a:pt x="17" y="17"/>
                    <a:pt x="17" y="15"/>
                    <a:pt x="17" y="14"/>
                  </a:cubicBezTo>
                  <a:cubicBezTo>
                    <a:pt x="17" y="13"/>
                    <a:pt x="18" y="12"/>
                    <a:pt x="20" y="11"/>
                  </a:cubicBezTo>
                  <a:cubicBezTo>
                    <a:pt x="23" y="9"/>
                    <a:pt x="27" y="7"/>
                    <a:pt x="31" y="6"/>
                  </a:cubicBezTo>
                  <a:cubicBezTo>
                    <a:pt x="35" y="4"/>
                    <a:pt x="39" y="3"/>
                    <a:pt x="43" y="2"/>
                  </a:cubicBezTo>
                  <a:cubicBezTo>
                    <a:pt x="51" y="1"/>
                    <a:pt x="59" y="0"/>
                    <a:pt x="67" y="0"/>
                  </a:cubicBezTo>
                  <a:cubicBezTo>
                    <a:pt x="77" y="0"/>
                    <a:pt x="85" y="1"/>
                    <a:pt x="91" y="3"/>
                  </a:cubicBezTo>
                  <a:cubicBezTo>
                    <a:pt x="96" y="5"/>
                    <a:pt x="99" y="9"/>
                    <a:pt x="99" y="15"/>
                  </a:cubicBezTo>
                  <a:cubicBezTo>
                    <a:pt x="99" y="18"/>
                    <a:pt x="98" y="21"/>
                    <a:pt x="96" y="24"/>
                  </a:cubicBezTo>
                  <a:cubicBezTo>
                    <a:pt x="94" y="27"/>
                    <a:pt x="92" y="30"/>
                    <a:pt x="89" y="32"/>
                  </a:cubicBezTo>
                  <a:cubicBezTo>
                    <a:pt x="85" y="35"/>
                    <a:pt x="81" y="37"/>
                    <a:pt x="76" y="39"/>
                  </a:cubicBezTo>
                  <a:cubicBezTo>
                    <a:pt x="71" y="41"/>
                    <a:pt x="66" y="42"/>
                    <a:pt x="60" y="43"/>
                  </a:cubicBezTo>
                  <a:cubicBezTo>
                    <a:pt x="59" y="43"/>
                    <a:pt x="59" y="44"/>
                    <a:pt x="59" y="44"/>
                  </a:cubicBezTo>
                  <a:cubicBezTo>
                    <a:pt x="62" y="49"/>
                    <a:pt x="65" y="55"/>
                    <a:pt x="69" y="61"/>
                  </a:cubicBezTo>
                  <a:cubicBezTo>
                    <a:pt x="74" y="68"/>
                    <a:pt x="78" y="75"/>
                    <a:pt x="84" y="83"/>
                  </a:cubicBezTo>
                  <a:cubicBezTo>
                    <a:pt x="87" y="87"/>
                    <a:pt x="90" y="90"/>
                    <a:pt x="93" y="94"/>
                  </a:cubicBezTo>
                  <a:cubicBezTo>
                    <a:pt x="97" y="98"/>
                    <a:pt x="101" y="101"/>
                    <a:pt x="105" y="104"/>
                  </a:cubicBezTo>
                  <a:cubicBezTo>
                    <a:pt x="109" y="106"/>
                    <a:pt x="113" y="109"/>
                    <a:pt x="118" y="110"/>
                  </a:cubicBezTo>
                  <a:cubicBezTo>
                    <a:pt x="123" y="112"/>
                    <a:pt x="128" y="113"/>
                    <a:pt x="133" y="113"/>
                  </a:cubicBezTo>
                  <a:cubicBezTo>
                    <a:pt x="140" y="113"/>
                    <a:pt x="148" y="111"/>
                    <a:pt x="156" y="107"/>
                  </a:cubicBezTo>
                  <a:cubicBezTo>
                    <a:pt x="156" y="106"/>
                    <a:pt x="157" y="106"/>
                    <a:pt x="157" y="107"/>
                  </a:cubicBezTo>
                  <a:cubicBezTo>
                    <a:pt x="157" y="108"/>
                    <a:pt x="157" y="108"/>
                    <a:pt x="156" y="108"/>
                  </a:cubicBezTo>
                  <a:cubicBezTo>
                    <a:pt x="152" y="110"/>
                    <a:pt x="148" y="112"/>
                    <a:pt x="143" y="113"/>
                  </a:cubicBezTo>
                  <a:cubicBezTo>
                    <a:pt x="139" y="115"/>
                    <a:pt x="134" y="115"/>
                    <a:pt x="129" y="115"/>
                  </a:cubicBezTo>
                  <a:cubicBezTo>
                    <a:pt x="121" y="115"/>
                    <a:pt x="115" y="115"/>
                    <a:pt x="109" y="113"/>
                  </a:cubicBezTo>
                  <a:cubicBezTo>
                    <a:pt x="104" y="112"/>
                    <a:pt x="99" y="109"/>
                    <a:pt x="94" y="106"/>
                  </a:cubicBezTo>
                  <a:cubicBezTo>
                    <a:pt x="89" y="103"/>
                    <a:pt x="85" y="99"/>
                    <a:pt x="81" y="94"/>
                  </a:cubicBezTo>
                  <a:cubicBezTo>
                    <a:pt x="77" y="89"/>
                    <a:pt x="72" y="84"/>
                    <a:pt x="68" y="77"/>
                  </a:cubicBezTo>
                  <a:cubicBezTo>
                    <a:pt x="67" y="75"/>
                    <a:pt x="65" y="72"/>
                    <a:pt x="63" y="69"/>
                  </a:cubicBezTo>
                  <a:cubicBezTo>
                    <a:pt x="61" y="66"/>
                    <a:pt x="60" y="63"/>
                    <a:pt x="58" y="60"/>
                  </a:cubicBezTo>
                  <a:cubicBezTo>
                    <a:pt x="56" y="56"/>
                    <a:pt x="54" y="53"/>
                    <a:pt x="52" y="50"/>
                  </a:cubicBezTo>
                  <a:cubicBezTo>
                    <a:pt x="50" y="47"/>
                    <a:pt x="49" y="45"/>
                    <a:pt x="48" y="43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54" y="42"/>
                    <a:pt x="59" y="42"/>
                    <a:pt x="64" y="41"/>
                  </a:cubicBezTo>
                  <a:cubicBezTo>
                    <a:pt x="69" y="40"/>
                    <a:pt x="73" y="38"/>
                    <a:pt x="77" y="36"/>
                  </a:cubicBezTo>
                  <a:cubicBezTo>
                    <a:pt x="80" y="34"/>
                    <a:pt x="83" y="31"/>
                    <a:pt x="85" y="28"/>
                  </a:cubicBezTo>
                  <a:cubicBezTo>
                    <a:pt x="87" y="24"/>
                    <a:pt x="88" y="21"/>
                    <a:pt x="88" y="16"/>
                  </a:cubicBezTo>
                  <a:cubicBezTo>
                    <a:pt x="88" y="15"/>
                    <a:pt x="88" y="13"/>
                    <a:pt x="87" y="11"/>
                  </a:cubicBezTo>
                  <a:cubicBezTo>
                    <a:pt x="87" y="10"/>
                    <a:pt x="86" y="8"/>
                    <a:pt x="84" y="7"/>
                  </a:cubicBezTo>
                  <a:cubicBezTo>
                    <a:pt x="83" y="5"/>
                    <a:pt x="81" y="4"/>
                    <a:pt x="78" y="3"/>
                  </a:cubicBezTo>
                  <a:cubicBezTo>
                    <a:pt x="76" y="2"/>
                    <a:pt x="73" y="2"/>
                    <a:pt x="69" y="2"/>
                  </a:cubicBezTo>
                  <a:cubicBezTo>
                    <a:pt x="68" y="2"/>
                    <a:pt x="66" y="2"/>
                    <a:pt x="65" y="2"/>
                  </a:cubicBezTo>
                  <a:cubicBezTo>
                    <a:pt x="64" y="3"/>
                    <a:pt x="63" y="3"/>
                    <a:pt x="62" y="4"/>
                  </a:cubicBezTo>
                  <a:cubicBezTo>
                    <a:pt x="61" y="6"/>
                    <a:pt x="59" y="9"/>
                    <a:pt x="56" y="13"/>
                  </a:cubicBezTo>
                  <a:cubicBezTo>
                    <a:pt x="54" y="17"/>
                    <a:pt x="51" y="21"/>
                    <a:pt x="48" y="26"/>
                  </a:cubicBezTo>
                  <a:cubicBezTo>
                    <a:pt x="45" y="32"/>
                    <a:pt x="41" y="37"/>
                    <a:pt x="38" y="43"/>
                  </a:cubicBezTo>
                  <a:cubicBezTo>
                    <a:pt x="35" y="49"/>
                    <a:pt x="31" y="54"/>
                    <a:pt x="28" y="60"/>
                  </a:cubicBezTo>
                  <a:cubicBezTo>
                    <a:pt x="25" y="65"/>
                    <a:pt x="23" y="70"/>
                    <a:pt x="20" y="75"/>
                  </a:cubicBezTo>
                  <a:cubicBezTo>
                    <a:pt x="18" y="79"/>
                    <a:pt x="16" y="83"/>
                    <a:pt x="15" y="85"/>
                  </a:cubicBezTo>
                  <a:cubicBezTo>
                    <a:pt x="15" y="85"/>
                    <a:pt x="15" y="86"/>
                    <a:pt x="14" y="86"/>
                  </a:cubicBezTo>
                  <a:cubicBezTo>
                    <a:pt x="14" y="85"/>
                    <a:pt x="13" y="85"/>
                    <a:pt x="12" y="85"/>
                  </a:cubicBezTo>
                  <a:cubicBezTo>
                    <a:pt x="12" y="85"/>
                    <a:pt x="11" y="85"/>
                    <a:pt x="11" y="85"/>
                  </a:cubicBezTo>
                  <a:cubicBezTo>
                    <a:pt x="10" y="85"/>
                    <a:pt x="9" y="85"/>
                    <a:pt x="8" y="85"/>
                  </a:cubicBezTo>
                  <a:cubicBezTo>
                    <a:pt x="7" y="85"/>
                    <a:pt x="6" y="85"/>
                    <a:pt x="5" y="86"/>
                  </a:cubicBezTo>
                  <a:cubicBezTo>
                    <a:pt x="4" y="86"/>
                    <a:pt x="2" y="88"/>
                    <a:pt x="1" y="89"/>
                  </a:cubicBezTo>
                  <a:cubicBezTo>
                    <a:pt x="1" y="89"/>
                    <a:pt x="0" y="89"/>
                    <a:pt x="0" y="89"/>
                  </a:cubicBezTo>
                  <a:cubicBezTo>
                    <a:pt x="0" y="89"/>
                    <a:pt x="0" y="89"/>
                    <a:pt x="0" y="88"/>
                  </a:cubicBezTo>
                  <a:cubicBezTo>
                    <a:pt x="12" y="71"/>
                    <a:pt x="22" y="56"/>
                    <a:pt x="30" y="42"/>
                  </a:cubicBezTo>
                  <a:cubicBezTo>
                    <a:pt x="38" y="29"/>
                    <a:pt x="45" y="16"/>
                    <a:pt x="51" y="5"/>
                  </a:cubicBezTo>
                  <a:cubicBezTo>
                    <a:pt x="51" y="4"/>
                    <a:pt x="51" y="4"/>
                    <a:pt x="51" y="3"/>
                  </a:cubicBezTo>
                  <a:cubicBezTo>
                    <a:pt x="51" y="3"/>
                    <a:pt x="51" y="3"/>
                    <a:pt x="50" y="3"/>
                  </a:cubicBezTo>
                  <a:cubicBezTo>
                    <a:pt x="46" y="3"/>
                    <a:pt x="42" y="4"/>
                    <a:pt x="38" y="5"/>
                  </a:cubicBezTo>
                  <a:cubicBezTo>
                    <a:pt x="34" y="7"/>
                    <a:pt x="31" y="8"/>
                    <a:pt x="28" y="10"/>
                  </a:cubicBezTo>
                  <a:cubicBezTo>
                    <a:pt x="25" y="11"/>
                    <a:pt x="23" y="13"/>
                    <a:pt x="21" y="15"/>
                  </a:cubicBezTo>
                  <a:cubicBezTo>
                    <a:pt x="19" y="17"/>
                    <a:pt x="18" y="20"/>
                    <a:pt x="16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1" name="Freeform 1160">
              <a:extLst>
                <a:ext uri="{FF2B5EF4-FFF2-40B4-BE49-F238E27FC236}">
                  <a16:creationId xmlns:a16="http://schemas.microsoft.com/office/drawing/2014/main" id="{9B61A555-F436-41B2-ABBD-AFF3876A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093"/>
              <a:ext cx="59" cy="83"/>
            </a:xfrm>
            <a:custGeom>
              <a:avLst/>
              <a:gdLst>
                <a:gd name="T0" fmla="*/ 0 w 66"/>
                <a:gd name="T1" fmla="*/ 76 h 86"/>
                <a:gd name="T2" fmla="*/ 3 w 66"/>
                <a:gd name="T3" fmla="*/ 75 h 86"/>
                <a:gd name="T4" fmla="*/ 4 w 66"/>
                <a:gd name="T5" fmla="*/ 73 h 86"/>
                <a:gd name="T6" fmla="*/ 9 w 66"/>
                <a:gd name="T7" fmla="*/ 66 h 86"/>
                <a:gd name="T8" fmla="*/ 14 w 66"/>
                <a:gd name="T9" fmla="*/ 55 h 86"/>
                <a:gd name="T10" fmla="*/ 21 w 66"/>
                <a:gd name="T11" fmla="*/ 41 h 86"/>
                <a:gd name="T12" fmla="*/ 28 w 66"/>
                <a:gd name="T13" fmla="*/ 28 h 86"/>
                <a:gd name="T14" fmla="*/ 33 w 66"/>
                <a:gd name="T15" fmla="*/ 15 h 86"/>
                <a:gd name="T16" fmla="*/ 37 w 66"/>
                <a:gd name="T17" fmla="*/ 8 h 86"/>
                <a:gd name="T18" fmla="*/ 37 w 66"/>
                <a:gd name="T19" fmla="*/ 6 h 86"/>
                <a:gd name="T20" fmla="*/ 33 w 66"/>
                <a:gd name="T21" fmla="*/ 3 h 86"/>
                <a:gd name="T22" fmla="*/ 30 w 66"/>
                <a:gd name="T23" fmla="*/ 4 h 86"/>
                <a:gd name="T24" fmla="*/ 25 w 66"/>
                <a:gd name="T25" fmla="*/ 4 h 86"/>
                <a:gd name="T26" fmla="*/ 25 w 66"/>
                <a:gd name="T27" fmla="*/ 4 h 86"/>
                <a:gd name="T28" fmla="*/ 26 w 66"/>
                <a:gd name="T29" fmla="*/ 2 h 86"/>
                <a:gd name="T30" fmla="*/ 37 w 66"/>
                <a:gd name="T31" fmla="*/ 1 h 86"/>
                <a:gd name="T32" fmla="*/ 46 w 66"/>
                <a:gd name="T33" fmla="*/ 0 h 86"/>
                <a:gd name="T34" fmla="*/ 47 w 66"/>
                <a:gd name="T35" fmla="*/ 1 h 86"/>
                <a:gd name="T36" fmla="*/ 46 w 66"/>
                <a:gd name="T37" fmla="*/ 2 h 86"/>
                <a:gd name="T38" fmla="*/ 44 w 66"/>
                <a:gd name="T39" fmla="*/ 4 h 86"/>
                <a:gd name="T40" fmla="*/ 43 w 66"/>
                <a:gd name="T41" fmla="*/ 7 h 86"/>
                <a:gd name="T42" fmla="*/ 37 w 66"/>
                <a:gd name="T43" fmla="*/ 20 h 86"/>
                <a:gd name="T44" fmla="*/ 29 w 66"/>
                <a:gd name="T45" fmla="*/ 40 h 86"/>
                <a:gd name="T46" fmla="*/ 20 w 66"/>
                <a:gd name="T47" fmla="*/ 56 h 86"/>
                <a:gd name="T48" fmla="*/ 12 w 66"/>
                <a:gd name="T49" fmla="*/ 72 h 86"/>
                <a:gd name="T50" fmla="*/ 10 w 66"/>
                <a:gd name="T51" fmla="*/ 75 h 86"/>
                <a:gd name="T52" fmla="*/ 7 w 66"/>
                <a:gd name="T53" fmla="*/ 77 h 86"/>
                <a:gd name="T54" fmla="*/ 4 w 66"/>
                <a:gd name="T55" fmla="*/ 77 h 86"/>
                <a:gd name="T56" fmla="*/ 1 w 66"/>
                <a:gd name="T57" fmla="*/ 77 h 86"/>
                <a:gd name="T58" fmla="*/ 0 w 66"/>
                <a:gd name="T59" fmla="*/ 76 h 8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" h="86">
                  <a:moveTo>
                    <a:pt x="0" y="85"/>
                  </a:moveTo>
                  <a:cubicBezTo>
                    <a:pt x="1" y="85"/>
                    <a:pt x="2" y="85"/>
                    <a:pt x="3" y="84"/>
                  </a:cubicBezTo>
                  <a:cubicBezTo>
                    <a:pt x="4" y="83"/>
                    <a:pt x="5" y="83"/>
                    <a:pt x="6" y="82"/>
                  </a:cubicBezTo>
                  <a:cubicBezTo>
                    <a:pt x="7" y="80"/>
                    <a:pt x="9" y="77"/>
                    <a:pt x="12" y="73"/>
                  </a:cubicBezTo>
                  <a:cubicBezTo>
                    <a:pt x="14" y="70"/>
                    <a:pt x="17" y="65"/>
                    <a:pt x="20" y="61"/>
                  </a:cubicBezTo>
                  <a:cubicBezTo>
                    <a:pt x="23" y="56"/>
                    <a:pt x="26" y="51"/>
                    <a:pt x="30" y="46"/>
                  </a:cubicBezTo>
                  <a:cubicBezTo>
                    <a:pt x="33" y="41"/>
                    <a:pt x="36" y="36"/>
                    <a:pt x="39" y="31"/>
                  </a:cubicBezTo>
                  <a:cubicBezTo>
                    <a:pt x="42" y="26"/>
                    <a:pt x="44" y="22"/>
                    <a:pt x="46" y="18"/>
                  </a:cubicBezTo>
                  <a:cubicBezTo>
                    <a:pt x="48" y="14"/>
                    <a:pt x="50" y="10"/>
                    <a:pt x="51" y="8"/>
                  </a:cubicBezTo>
                  <a:cubicBezTo>
                    <a:pt x="51" y="7"/>
                    <a:pt x="51" y="6"/>
                    <a:pt x="51" y="6"/>
                  </a:cubicBezTo>
                  <a:cubicBezTo>
                    <a:pt x="51" y="4"/>
                    <a:pt x="49" y="3"/>
                    <a:pt x="46" y="3"/>
                  </a:cubicBezTo>
                  <a:cubicBezTo>
                    <a:pt x="44" y="3"/>
                    <a:pt x="42" y="3"/>
                    <a:pt x="41" y="4"/>
                  </a:cubicBezTo>
                  <a:cubicBezTo>
                    <a:pt x="39" y="4"/>
                    <a:pt x="37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3"/>
                    <a:pt x="35" y="2"/>
                    <a:pt x="36" y="2"/>
                  </a:cubicBezTo>
                  <a:cubicBezTo>
                    <a:pt x="41" y="2"/>
                    <a:pt x="46" y="1"/>
                    <a:pt x="52" y="1"/>
                  </a:cubicBezTo>
                  <a:cubicBezTo>
                    <a:pt x="57" y="1"/>
                    <a:pt x="61" y="0"/>
                    <a:pt x="65" y="0"/>
                  </a:cubicBezTo>
                  <a:cubicBezTo>
                    <a:pt x="66" y="0"/>
                    <a:pt x="66" y="0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ubicBezTo>
                    <a:pt x="64" y="2"/>
                    <a:pt x="63" y="3"/>
                    <a:pt x="62" y="4"/>
                  </a:cubicBezTo>
                  <a:cubicBezTo>
                    <a:pt x="62" y="5"/>
                    <a:pt x="61" y="6"/>
                    <a:pt x="60" y="7"/>
                  </a:cubicBezTo>
                  <a:cubicBezTo>
                    <a:pt x="58" y="12"/>
                    <a:pt x="55" y="17"/>
                    <a:pt x="51" y="23"/>
                  </a:cubicBezTo>
                  <a:cubicBezTo>
                    <a:pt x="48" y="30"/>
                    <a:pt x="44" y="36"/>
                    <a:pt x="40" y="43"/>
                  </a:cubicBezTo>
                  <a:cubicBezTo>
                    <a:pt x="36" y="49"/>
                    <a:pt x="32" y="56"/>
                    <a:pt x="28" y="62"/>
                  </a:cubicBezTo>
                  <a:cubicBezTo>
                    <a:pt x="24" y="69"/>
                    <a:pt x="21" y="75"/>
                    <a:pt x="17" y="81"/>
                  </a:cubicBezTo>
                  <a:cubicBezTo>
                    <a:pt x="16" y="82"/>
                    <a:pt x="15" y="83"/>
                    <a:pt x="13" y="84"/>
                  </a:cubicBezTo>
                  <a:cubicBezTo>
                    <a:pt x="12" y="85"/>
                    <a:pt x="11" y="85"/>
                    <a:pt x="10" y="86"/>
                  </a:cubicBezTo>
                  <a:cubicBezTo>
                    <a:pt x="8" y="86"/>
                    <a:pt x="7" y="86"/>
                    <a:pt x="5" y="86"/>
                  </a:cubicBezTo>
                  <a:cubicBezTo>
                    <a:pt x="3" y="86"/>
                    <a:pt x="2" y="86"/>
                    <a:pt x="1" y="86"/>
                  </a:cubicBezTo>
                  <a:cubicBezTo>
                    <a:pt x="0" y="86"/>
                    <a:pt x="0" y="86"/>
                    <a:pt x="0" y="8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2" name="Freeform 1161">
              <a:extLst>
                <a:ext uri="{FF2B5EF4-FFF2-40B4-BE49-F238E27FC236}">
                  <a16:creationId xmlns:a16="http://schemas.microsoft.com/office/drawing/2014/main" id="{925198C7-0919-474F-A2E3-2A5098CF5C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5" y="2088"/>
              <a:ext cx="97" cy="102"/>
            </a:xfrm>
            <a:custGeom>
              <a:avLst/>
              <a:gdLst>
                <a:gd name="T0" fmla="*/ 3 w 108"/>
                <a:gd name="T1" fmla="*/ 81 h 106"/>
                <a:gd name="T2" fmla="*/ 50 w 108"/>
                <a:gd name="T3" fmla="*/ 26 h 106"/>
                <a:gd name="T4" fmla="*/ 75 w 108"/>
                <a:gd name="T5" fmla="*/ 3 h 106"/>
                <a:gd name="T6" fmla="*/ 78 w 108"/>
                <a:gd name="T7" fmla="*/ 1 h 106"/>
                <a:gd name="T8" fmla="*/ 75 w 108"/>
                <a:gd name="T9" fmla="*/ 9 h 106"/>
                <a:gd name="T10" fmla="*/ 75 w 108"/>
                <a:gd name="T11" fmla="*/ 17 h 106"/>
                <a:gd name="T12" fmla="*/ 71 w 108"/>
                <a:gd name="T13" fmla="*/ 38 h 106"/>
                <a:gd name="T14" fmla="*/ 67 w 108"/>
                <a:gd name="T15" fmla="*/ 62 h 106"/>
                <a:gd name="T16" fmla="*/ 67 w 108"/>
                <a:gd name="T17" fmla="*/ 74 h 106"/>
                <a:gd name="T18" fmla="*/ 70 w 108"/>
                <a:gd name="T19" fmla="*/ 78 h 106"/>
                <a:gd name="T20" fmla="*/ 74 w 108"/>
                <a:gd name="T21" fmla="*/ 77 h 106"/>
                <a:gd name="T22" fmla="*/ 75 w 108"/>
                <a:gd name="T23" fmla="*/ 77 h 106"/>
                <a:gd name="T24" fmla="*/ 74 w 108"/>
                <a:gd name="T25" fmla="*/ 79 h 106"/>
                <a:gd name="T26" fmla="*/ 66 w 108"/>
                <a:gd name="T27" fmla="*/ 82 h 106"/>
                <a:gd name="T28" fmla="*/ 60 w 108"/>
                <a:gd name="T29" fmla="*/ 79 h 106"/>
                <a:gd name="T30" fmla="*/ 61 w 108"/>
                <a:gd name="T31" fmla="*/ 66 h 106"/>
                <a:gd name="T32" fmla="*/ 63 w 108"/>
                <a:gd name="T33" fmla="*/ 56 h 106"/>
                <a:gd name="T34" fmla="*/ 57 w 108"/>
                <a:gd name="T35" fmla="*/ 48 h 106"/>
                <a:gd name="T36" fmla="*/ 46 w 108"/>
                <a:gd name="T37" fmla="*/ 48 h 106"/>
                <a:gd name="T38" fmla="*/ 32 w 108"/>
                <a:gd name="T39" fmla="*/ 47 h 106"/>
                <a:gd name="T40" fmla="*/ 4 w 108"/>
                <a:gd name="T41" fmla="*/ 86 h 106"/>
                <a:gd name="T42" fmla="*/ 3 w 108"/>
                <a:gd name="T43" fmla="*/ 93 h 106"/>
                <a:gd name="T44" fmla="*/ 0 w 108"/>
                <a:gd name="T45" fmla="*/ 86 h 106"/>
                <a:gd name="T46" fmla="*/ 39 w 108"/>
                <a:gd name="T47" fmla="*/ 45 h 106"/>
                <a:gd name="T48" fmla="*/ 47 w 108"/>
                <a:gd name="T49" fmla="*/ 46 h 106"/>
                <a:gd name="T50" fmla="*/ 59 w 108"/>
                <a:gd name="T51" fmla="*/ 46 h 106"/>
                <a:gd name="T52" fmla="*/ 64 w 108"/>
                <a:gd name="T53" fmla="*/ 47 h 106"/>
                <a:gd name="T54" fmla="*/ 66 w 108"/>
                <a:gd name="T55" fmla="*/ 37 h 106"/>
                <a:gd name="T56" fmla="*/ 68 w 108"/>
                <a:gd name="T57" fmla="*/ 14 h 106"/>
                <a:gd name="T58" fmla="*/ 69 w 108"/>
                <a:gd name="T59" fmla="*/ 9 h 106"/>
                <a:gd name="T60" fmla="*/ 66 w 108"/>
                <a:gd name="T61" fmla="*/ 13 h 106"/>
                <a:gd name="T62" fmla="*/ 54 w 108"/>
                <a:gd name="T63" fmla="*/ 23 h 106"/>
                <a:gd name="T64" fmla="*/ 41 w 108"/>
                <a:gd name="T65" fmla="*/ 38 h 1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8" h="106">
                  <a:moveTo>
                    <a:pt x="0" y="96"/>
                  </a:moveTo>
                  <a:cubicBezTo>
                    <a:pt x="0" y="94"/>
                    <a:pt x="1" y="92"/>
                    <a:pt x="3" y="90"/>
                  </a:cubicBezTo>
                  <a:cubicBezTo>
                    <a:pt x="4" y="88"/>
                    <a:pt x="7" y="86"/>
                    <a:pt x="9" y="83"/>
                  </a:cubicBezTo>
                  <a:cubicBezTo>
                    <a:pt x="34" y="60"/>
                    <a:pt x="54" y="42"/>
                    <a:pt x="69" y="29"/>
                  </a:cubicBezTo>
                  <a:cubicBezTo>
                    <a:pt x="84" y="16"/>
                    <a:pt x="94" y="8"/>
                    <a:pt x="98" y="5"/>
                  </a:cubicBezTo>
                  <a:cubicBezTo>
                    <a:pt x="99" y="4"/>
                    <a:pt x="101" y="3"/>
                    <a:pt x="103" y="3"/>
                  </a:cubicBezTo>
                  <a:cubicBezTo>
                    <a:pt x="105" y="2"/>
                    <a:pt x="106" y="2"/>
                    <a:pt x="107" y="1"/>
                  </a:cubicBezTo>
                  <a:cubicBezTo>
                    <a:pt x="108" y="0"/>
                    <a:pt x="108" y="0"/>
                    <a:pt x="108" y="1"/>
                  </a:cubicBezTo>
                  <a:cubicBezTo>
                    <a:pt x="108" y="1"/>
                    <a:pt x="108" y="2"/>
                    <a:pt x="108" y="2"/>
                  </a:cubicBezTo>
                  <a:cubicBezTo>
                    <a:pt x="107" y="4"/>
                    <a:pt x="106" y="6"/>
                    <a:pt x="105" y="9"/>
                  </a:cubicBezTo>
                  <a:cubicBezTo>
                    <a:pt x="104" y="11"/>
                    <a:pt x="104" y="14"/>
                    <a:pt x="103" y="15"/>
                  </a:cubicBezTo>
                  <a:cubicBezTo>
                    <a:pt x="103" y="16"/>
                    <a:pt x="103" y="17"/>
                    <a:pt x="102" y="20"/>
                  </a:cubicBezTo>
                  <a:cubicBezTo>
                    <a:pt x="102" y="23"/>
                    <a:pt x="101" y="27"/>
                    <a:pt x="100" y="31"/>
                  </a:cubicBezTo>
                  <a:cubicBezTo>
                    <a:pt x="100" y="35"/>
                    <a:pt x="99" y="40"/>
                    <a:pt x="98" y="44"/>
                  </a:cubicBezTo>
                  <a:cubicBezTo>
                    <a:pt x="97" y="49"/>
                    <a:pt x="96" y="54"/>
                    <a:pt x="96" y="58"/>
                  </a:cubicBezTo>
                  <a:cubicBezTo>
                    <a:pt x="95" y="63"/>
                    <a:pt x="94" y="67"/>
                    <a:pt x="94" y="70"/>
                  </a:cubicBezTo>
                  <a:cubicBezTo>
                    <a:pt x="93" y="74"/>
                    <a:pt x="93" y="76"/>
                    <a:pt x="93" y="78"/>
                  </a:cubicBezTo>
                  <a:cubicBezTo>
                    <a:pt x="93" y="80"/>
                    <a:pt x="93" y="82"/>
                    <a:pt x="94" y="83"/>
                  </a:cubicBezTo>
                  <a:cubicBezTo>
                    <a:pt x="94" y="84"/>
                    <a:pt x="95" y="85"/>
                    <a:pt x="95" y="86"/>
                  </a:cubicBezTo>
                  <a:cubicBezTo>
                    <a:pt x="96" y="86"/>
                    <a:pt x="96" y="86"/>
                    <a:pt x="97" y="87"/>
                  </a:cubicBezTo>
                  <a:cubicBezTo>
                    <a:pt x="98" y="87"/>
                    <a:pt x="98" y="87"/>
                    <a:pt x="99" y="87"/>
                  </a:cubicBezTo>
                  <a:cubicBezTo>
                    <a:pt x="99" y="87"/>
                    <a:pt x="100" y="87"/>
                    <a:pt x="101" y="86"/>
                  </a:cubicBezTo>
                  <a:cubicBezTo>
                    <a:pt x="102" y="86"/>
                    <a:pt x="103" y="86"/>
                    <a:pt x="104" y="86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06" y="86"/>
                    <a:pt x="105" y="87"/>
                    <a:pt x="104" y="87"/>
                  </a:cubicBezTo>
                  <a:cubicBezTo>
                    <a:pt x="104" y="87"/>
                    <a:pt x="103" y="87"/>
                    <a:pt x="101" y="88"/>
                  </a:cubicBezTo>
                  <a:cubicBezTo>
                    <a:pt x="100" y="88"/>
                    <a:pt x="98" y="89"/>
                    <a:pt x="97" y="89"/>
                  </a:cubicBezTo>
                  <a:cubicBezTo>
                    <a:pt x="95" y="90"/>
                    <a:pt x="93" y="90"/>
                    <a:pt x="91" y="91"/>
                  </a:cubicBezTo>
                  <a:cubicBezTo>
                    <a:pt x="90" y="91"/>
                    <a:pt x="88" y="91"/>
                    <a:pt x="87" y="92"/>
                  </a:cubicBezTo>
                  <a:cubicBezTo>
                    <a:pt x="85" y="92"/>
                    <a:pt x="84" y="90"/>
                    <a:pt x="83" y="88"/>
                  </a:cubicBezTo>
                  <a:cubicBezTo>
                    <a:pt x="83" y="87"/>
                    <a:pt x="83" y="85"/>
                    <a:pt x="84" y="83"/>
                  </a:cubicBezTo>
                  <a:cubicBezTo>
                    <a:pt x="84" y="80"/>
                    <a:pt x="85" y="78"/>
                    <a:pt x="85" y="75"/>
                  </a:cubicBezTo>
                  <a:cubicBezTo>
                    <a:pt x="85" y="72"/>
                    <a:pt x="86" y="69"/>
                    <a:pt x="86" y="67"/>
                  </a:cubicBezTo>
                  <a:cubicBezTo>
                    <a:pt x="87" y="64"/>
                    <a:pt x="87" y="63"/>
                    <a:pt x="87" y="62"/>
                  </a:cubicBezTo>
                  <a:cubicBezTo>
                    <a:pt x="87" y="60"/>
                    <a:pt x="86" y="59"/>
                    <a:pt x="85" y="58"/>
                  </a:cubicBezTo>
                  <a:cubicBezTo>
                    <a:pt x="83" y="56"/>
                    <a:pt x="82" y="55"/>
                    <a:pt x="79" y="54"/>
                  </a:cubicBezTo>
                  <a:cubicBezTo>
                    <a:pt x="78" y="54"/>
                    <a:pt x="76" y="54"/>
                    <a:pt x="74" y="54"/>
                  </a:cubicBezTo>
                  <a:cubicBezTo>
                    <a:pt x="71" y="54"/>
                    <a:pt x="68" y="54"/>
                    <a:pt x="64" y="54"/>
                  </a:cubicBezTo>
                  <a:cubicBezTo>
                    <a:pt x="61" y="54"/>
                    <a:pt x="57" y="54"/>
                    <a:pt x="53" y="53"/>
                  </a:cubicBezTo>
                  <a:cubicBezTo>
                    <a:pt x="50" y="53"/>
                    <a:pt x="47" y="53"/>
                    <a:pt x="45" y="53"/>
                  </a:cubicBezTo>
                  <a:cubicBezTo>
                    <a:pt x="36" y="62"/>
                    <a:pt x="27" y="70"/>
                    <a:pt x="21" y="77"/>
                  </a:cubicBezTo>
                  <a:cubicBezTo>
                    <a:pt x="14" y="85"/>
                    <a:pt x="9" y="91"/>
                    <a:pt x="6" y="96"/>
                  </a:cubicBezTo>
                  <a:cubicBezTo>
                    <a:pt x="5" y="97"/>
                    <a:pt x="4" y="99"/>
                    <a:pt x="4" y="100"/>
                  </a:cubicBezTo>
                  <a:cubicBezTo>
                    <a:pt x="3" y="102"/>
                    <a:pt x="3" y="103"/>
                    <a:pt x="3" y="105"/>
                  </a:cubicBezTo>
                  <a:cubicBezTo>
                    <a:pt x="2" y="106"/>
                    <a:pt x="2" y="106"/>
                    <a:pt x="1" y="106"/>
                  </a:cubicBezTo>
                  <a:lnTo>
                    <a:pt x="0" y="96"/>
                  </a:lnTo>
                  <a:close/>
                  <a:moveTo>
                    <a:pt x="50" y="49"/>
                  </a:moveTo>
                  <a:cubicBezTo>
                    <a:pt x="50" y="50"/>
                    <a:pt x="51" y="51"/>
                    <a:pt x="53" y="51"/>
                  </a:cubicBezTo>
                  <a:cubicBezTo>
                    <a:pt x="54" y="51"/>
                    <a:pt x="56" y="52"/>
                    <a:pt x="58" y="52"/>
                  </a:cubicBezTo>
                  <a:cubicBezTo>
                    <a:pt x="60" y="52"/>
                    <a:pt x="62" y="52"/>
                    <a:pt x="65" y="52"/>
                  </a:cubicBezTo>
                  <a:cubicBezTo>
                    <a:pt x="67" y="52"/>
                    <a:pt x="69" y="52"/>
                    <a:pt x="70" y="52"/>
                  </a:cubicBezTo>
                  <a:cubicBezTo>
                    <a:pt x="75" y="52"/>
                    <a:pt x="78" y="52"/>
                    <a:pt x="81" y="52"/>
                  </a:cubicBezTo>
                  <a:cubicBezTo>
                    <a:pt x="83" y="52"/>
                    <a:pt x="85" y="52"/>
                    <a:pt x="86" y="53"/>
                  </a:cubicBezTo>
                  <a:cubicBezTo>
                    <a:pt x="87" y="53"/>
                    <a:pt x="88" y="53"/>
                    <a:pt x="88" y="53"/>
                  </a:cubicBezTo>
                  <a:cubicBezTo>
                    <a:pt x="88" y="53"/>
                    <a:pt x="89" y="53"/>
                    <a:pt x="89" y="52"/>
                  </a:cubicBezTo>
                  <a:cubicBezTo>
                    <a:pt x="89" y="49"/>
                    <a:pt x="90" y="46"/>
                    <a:pt x="91" y="41"/>
                  </a:cubicBezTo>
                  <a:cubicBezTo>
                    <a:pt x="92" y="37"/>
                    <a:pt x="92" y="32"/>
                    <a:pt x="93" y="28"/>
                  </a:cubicBezTo>
                  <a:cubicBezTo>
                    <a:pt x="94" y="24"/>
                    <a:pt x="94" y="20"/>
                    <a:pt x="95" y="17"/>
                  </a:cubicBezTo>
                  <a:cubicBezTo>
                    <a:pt x="96" y="13"/>
                    <a:pt x="96" y="11"/>
                    <a:pt x="96" y="11"/>
                  </a:cubicBezTo>
                  <a:cubicBezTo>
                    <a:pt x="96" y="10"/>
                    <a:pt x="96" y="9"/>
                    <a:pt x="96" y="9"/>
                  </a:cubicBezTo>
                  <a:cubicBezTo>
                    <a:pt x="96" y="9"/>
                    <a:pt x="95" y="10"/>
                    <a:pt x="94" y="10"/>
                  </a:cubicBezTo>
                  <a:cubicBezTo>
                    <a:pt x="94" y="11"/>
                    <a:pt x="93" y="11"/>
                    <a:pt x="91" y="13"/>
                  </a:cubicBezTo>
                  <a:cubicBezTo>
                    <a:pt x="89" y="14"/>
                    <a:pt x="87" y="16"/>
                    <a:pt x="84" y="19"/>
                  </a:cubicBezTo>
                  <a:cubicBezTo>
                    <a:pt x="81" y="21"/>
                    <a:pt x="78" y="24"/>
                    <a:pt x="75" y="26"/>
                  </a:cubicBezTo>
                  <a:cubicBezTo>
                    <a:pt x="72" y="29"/>
                    <a:pt x="69" y="32"/>
                    <a:pt x="65" y="35"/>
                  </a:cubicBezTo>
                  <a:cubicBezTo>
                    <a:pt x="62" y="37"/>
                    <a:pt x="59" y="40"/>
                    <a:pt x="57" y="43"/>
                  </a:cubicBezTo>
                  <a:cubicBezTo>
                    <a:pt x="54" y="45"/>
                    <a:pt x="52" y="47"/>
                    <a:pt x="50" y="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3" name="Freeform 1162">
              <a:extLst>
                <a:ext uri="{FF2B5EF4-FFF2-40B4-BE49-F238E27FC236}">
                  <a16:creationId xmlns:a16="http://schemas.microsoft.com/office/drawing/2014/main" id="{4A252558-D37E-42FC-A017-7C04921CE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46"/>
              <a:ext cx="196" cy="23"/>
            </a:xfrm>
            <a:custGeom>
              <a:avLst/>
              <a:gdLst>
                <a:gd name="T0" fmla="*/ 0 w 217"/>
                <a:gd name="T1" fmla="*/ 0 h 24"/>
                <a:gd name="T2" fmla="*/ 160 w 217"/>
                <a:gd name="T3" fmla="*/ 0 h 24"/>
                <a:gd name="T4" fmla="*/ 0 w 2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24">
                  <a:moveTo>
                    <a:pt x="0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17" y="0"/>
                    <a:pt x="51" y="24"/>
                    <a:pt x="0" y="0"/>
                  </a:cubicBezTo>
                  <a:close/>
                </a:path>
              </a:pathLst>
            </a:custGeom>
            <a:solidFill>
              <a:srgbClr val="D6D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4" name="Freeform 1163">
              <a:extLst>
                <a:ext uri="{FF2B5EF4-FFF2-40B4-BE49-F238E27FC236}">
                  <a16:creationId xmlns:a16="http://schemas.microsoft.com/office/drawing/2014/main" id="{6A1C4188-B12A-4252-81CB-15C4B6AA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746"/>
              <a:ext cx="199" cy="21"/>
            </a:xfrm>
            <a:custGeom>
              <a:avLst/>
              <a:gdLst>
                <a:gd name="T0" fmla="*/ 0 w 220"/>
                <a:gd name="T1" fmla="*/ 0 h 22"/>
                <a:gd name="T2" fmla="*/ 163 w 220"/>
                <a:gd name="T3" fmla="*/ 0 h 22"/>
                <a:gd name="T4" fmla="*/ 0 w 2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22">
                  <a:moveTo>
                    <a:pt x="0" y="0"/>
                  </a:moveTo>
                  <a:cubicBezTo>
                    <a:pt x="220" y="0"/>
                    <a:pt x="220" y="0"/>
                    <a:pt x="220" y="0"/>
                  </a:cubicBezTo>
                  <a:cubicBezTo>
                    <a:pt x="220" y="0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D6D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5" name="Freeform 1164">
              <a:extLst>
                <a:ext uri="{FF2B5EF4-FFF2-40B4-BE49-F238E27FC236}">
                  <a16:creationId xmlns:a16="http://schemas.microsoft.com/office/drawing/2014/main" id="{90D3F7C4-FBE7-4D30-9EFD-14B1C5050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528"/>
              <a:ext cx="198" cy="48"/>
            </a:xfrm>
            <a:custGeom>
              <a:avLst/>
              <a:gdLst>
                <a:gd name="T0" fmla="*/ 0 w 198"/>
                <a:gd name="T1" fmla="*/ 34 h 48"/>
                <a:gd name="T2" fmla="*/ 0 w 198"/>
                <a:gd name="T3" fmla="*/ 48 h 48"/>
                <a:gd name="T4" fmla="*/ 198 w 198"/>
                <a:gd name="T5" fmla="*/ 17 h 48"/>
                <a:gd name="T6" fmla="*/ 198 w 198"/>
                <a:gd name="T7" fmla="*/ 0 h 48"/>
                <a:gd name="T8" fmla="*/ 0 w 198"/>
                <a:gd name="T9" fmla="*/ 3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48">
                  <a:moveTo>
                    <a:pt x="0" y="34"/>
                  </a:moveTo>
                  <a:lnTo>
                    <a:pt x="0" y="48"/>
                  </a:lnTo>
                  <a:lnTo>
                    <a:pt x="198" y="17"/>
                  </a:lnTo>
                  <a:lnTo>
                    <a:pt x="198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6" name="Freeform 1165">
              <a:extLst>
                <a:ext uri="{FF2B5EF4-FFF2-40B4-BE49-F238E27FC236}">
                  <a16:creationId xmlns:a16="http://schemas.microsoft.com/office/drawing/2014/main" id="{7B0C3A18-2806-4EE7-86D1-875243845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562"/>
              <a:ext cx="198" cy="49"/>
            </a:xfrm>
            <a:custGeom>
              <a:avLst/>
              <a:gdLst>
                <a:gd name="T0" fmla="*/ 0 w 198"/>
                <a:gd name="T1" fmla="*/ 35 h 49"/>
                <a:gd name="T2" fmla="*/ 0 w 198"/>
                <a:gd name="T3" fmla="*/ 49 h 49"/>
                <a:gd name="T4" fmla="*/ 198 w 198"/>
                <a:gd name="T5" fmla="*/ 16 h 49"/>
                <a:gd name="T6" fmla="*/ 198 w 198"/>
                <a:gd name="T7" fmla="*/ 0 h 49"/>
                <a:gd name="T8" fmla="*/ 0 w 198"/>
                <a:gd name="T9" fmla="*/ 3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49">
                  <a:moveTo>
                    <a:pt x="0" y="35"/>
                  </a:moveTo>
                  <a:lnTo>
                    <a:pt x="0" y="49"/>
                  </a:lnTo>
                  <a:lnTo>
                    <a:pt x="198" y="16"/>
                  </a:lnTo>
                  <a:lnTo>
                    <a:pt x="198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7" name="Freeform 1166">
              <a:extLst>
                <a:ext uri="{FF2B5EF4-FFF2-40B4-BE49-F238E27FC236}">
                  <a16:creationId xmlns:a16="http://schemas.microsoft.com/office/drawing/2014/main" id="{B6805C4A-B306-4CD4-8C41-D6165B42A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654"/>
              <a:ext cx="198" cy="48"/>
            </a:xfrm>
            <a:custGeom>
              <a:avLst/>
              <a:gdLst>
                <a:gd name="T0" fmla="*/ 0 w 198"/>
                <a:gd name="T1" fmla="*/ 34 h 48"/>
                <a:gd name="T2" fmla="*/ 0 w 198"/>
                <a:gd name="T3" fmla="*/ 48 h 48"/>
                <a:gd name="T4" fmla="*/ 198 w 198"/>
                <a:gd name="T5" fmla="*/ 16 h 48"/>
                <a:gd name="T6" fmla="*/ 198 w 198"/>
                <a:gd name="T7" fmla="*/ 0 h 48"/>
                <a:gd name="T8" fmla="*/ 0 w 198"/>
                <a:gd name="T9" fmla="*/ 3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48">
                  <a:moveTo>
                    <a:pt x="0" y="34"/>
                  </a:moveTo>
                  <a:lnTo>
                    <a:pt x="0" y="48"/>
                  </a:lnTo>
                  <a:lnTo>
                    <a:pt x="198" y="16"/>
                  </a:lnTo>
                  <a:lnTo>
                    <a:pt x="198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8" name="Freeform 1167">
              <a:extLst>
                <a:ext uri="{FF2B5EF4-FFF2-40B4-BE49-F238E27FC236}">
                  <a16:creationId xmlns:a16="http://schemas.microsoft.com/office/drawing/2014/main" id="{B070C5AA-FBF4-4CA3-80C6-167DDC196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528"/>
              <a:ext cx="197" cy="48"/>
            </a:xfrm>
            <a:custGeom>
              <a:avLst/>
              <a:gdLst>
                <a:gd name="T0" fmla="*/ 0 w 197"/>
                <a:gd name="T1" fmla="*/ 34 h 48"/>
                <a:gd name="T2" fmla="*/ 0 w 197"/>
                <a:gd name="T3" fmla="*/ 48 h 48"/>
                <a:gd name="T4" fmla="*/ 197 w 197"/>
                <a:gd name="T5" fmla="*/ 17 h 48"/>
                <a:gd name="T6" fmla="*/ 197 w 197"/>
                <a:gd name="T7" fmla="*/ 0 h 48"/>
                <a:gd name="T8" fmla="*/ 0 w 197"/>
                <a:gd name="T9" fmla="*/ 3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48">
                  <a:moveTo>
                    <a:pt x="0" y="34"/>
                  </a:moveTo>
                  <a:lnTo>
                    <a:pt x="0" y="48"/>
                  </a:lnTo>
                  <a:lnTo>
                    <a:pt x="197" y="17"/>
                  </a:lnTo>
                  <a:lnTo>
                    <a:pt x="197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9" name="Freeform 1168">
              <a:extLst>
                <a:ext uri="{FF2B5EF4-FFF2-40B4-BE49-F238E27FC236}">
                  <a16:creationId xmlns:a16="http://schemas.microsoft.com/office/drawing/2014/main" id="{5C6862BF-71EB-472F-8B44-C73C46689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562"/>
              <a:ext cx="197" cy="49"/>
            </a:xfrm>
            <a:custGeom>
              <a:avLst/>
              <a:gdLst>
                <a:gd name="T0" fmla="*/ 0 w 197"/>
                <a:gd name="T1" fmla="*/ 35 h 49"/>
                <a:gd name="T2" fmla="*/ 0 w 197"/>
                <a:gd name="T3" fmla="*/ 49 h 49"/>
                <a:gd name="T4" fmla="*/ 197 w 197"/>
                <a:gd name="T5" fmla="*/ 16 h 49"/>
                <a:gd name="T6" fmla="*/ 197 w 197"/>
                <a:gd name="T7" fmla="*/ 0 h 49"/>
                <a:gd name="T8" fmla="*/ 0 w 197"/>
                <a:gd name="T9" fmla="*/ 3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49">
                  <a:moveTo>
                    <a:pt x="0" y="35"/>
                  </a:moveTo>
                  <a:lnTo>
                    <a:pt x="0" y="49"/>
                  </a:lnTo>
                  <a:lnTo>
                    <a:pt x="197" y="16"/>
                  </a:lnTo>
                  <a:lnTo>
                    <a:pt x="197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0" name="Freeform 1169">
              <a:extLst>
                <a:ext uri="{FF2B5EF4-FFF2-40B4-BE49-F238E27FC236}">
                  <a16:creationId xmlns:a16="http://schemas.microsoft.com/office/drawing/2014/main" id="{EB76F261-6505-4F31-BC96-5195E3F7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54"/>
              <a:ext cx="197" cy="48"/>
            </a:xfrm>
            <a:custGeom>
              <a:avLst/>
              <a:gdLst>
                <a:gd name="T0" fmla="*/ 0 w 197"/>
                <a:gd name="T1" fmla="*/ 34 h 48"/>
                <a:gd name="T2" fmla="*/ 0 w 197"/>
                <a:gd name="T3" fmla="*/ 48 h 48"/>
                <a:gd name="T4" fmla="*/ 197 w 197"/>
                <a:gd name="T5" fmla="*/ 16 h 48"/>
                <a:gd name="T6" fmla="*/ 197 w 197"/>
                <a:gd name="T7" fmla="*/ 0 h 48"/>
                <a:gd name="T8" fmla="*/ 0 w 197"/>
                <a:gd name="T9" fmla="*/ 3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48">
                  <a:moveTo>
                    <a:pt x="0" y="34"/>
                  </a:moveTo>
                  <a:lnTo>
                    <a:pt x="0" y="48"/>
                  </a:lnTo>
                  <a:lnTo>
                    <a:pt x="197" y="16"/>
                  </a:lnTo>
                  <a:lnTo>
                    <a:pt x="197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1" name="fast-food-sandwich-stall">
            <a:extLst>
              <a:ext uri="{FF2B5EF4-FFF2-40B4-BE49-F238E27FC236}">
                <a16:creationId xmlns:a16="http://schemas.microsoft.com/office/drawing/2014/main" id="{57071FFB-34C8-4D45-9C5A-2DF1CF58D200}"/>
              </a:ext>
            </a:extLst>
          </p:cNvPr>
          <p:cNvGrpSpPr>
            <a:grpSpLocks/>
          </p:cNvGrpSpPr>
          <p:nvPr/>
        </p:nvGrpSpPr>
        <p:grpSpPr bwMode="auto">
          <a:xfrm>
            <a:off x="2228850" y="3167063"/>
            <a:ext cx="1204913" cy="1373187"/>
            <a:chOff x="444" y="1995"/>
            <a:chExt cx="759" cy="865"/>
          </a:xfrm>
        </p:grpSpPr>
        <p:sp>
          <p:nvSpPr>
            <p:cNvPr id="42360" name="Rectangle 1171">
              <a:extLst>
                <a:ext uri="{FF2B5EF4-FFF2-40B4-BE49-F238E27FC236}">
                  <a16:creationId xmlns:a16="http://schemas.microsoft.com/office/drawing/2014/main" id="{2C6B1E2D-DD89-4726-8D52-D49832B6E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2185"/>
              <a:ext cx="758" cy="674"/>
            </a:xfrm>
            <a:prstGeom prst="rect">
              <a:avLst/>
            </a:prstGeom>
            <a:solidFill>
              <a:srgbClr val="995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61" name="Rectangle 1172">
              <a:extLst>
                <a:ext uri="{FF2B5EF4-FFF2-40B4-BE49-F238E27FC236}">
                  <a16:creationId xmlns:a16="http://schemas.microsoft.com/office/drawing/2014/main" id="{6667ED16-8ABF-485D-8460-C8AA3D384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2383"/>
              <a:ext cx="758" cy="212"/>
            </a:xfrm>
            <a:prstGeom prst="rect">
              <a:avLst/>
            </a:prstGeom>
            <a:solidFill>
              <a:srgbClr val="6F1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62" name="Rectangle 1173">
              <a:extLst>
                <a:ext uri="{FF2B5EF4-FFF2-40B4-BE49-F238E27FC236}">
                  <a16:creationId xmlns:a16="http://schemas.microsoft.com/office/drawing/2014/main" id="{DC8A99BE-E34C-4B3E-8A38-66A856B3C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" y="2383"/>
              <a:ext cx="154" cy="211"/>
            </a:xfrm>
            <a:prstGeom prst="rect">
              <a:avLst/>
            </a:prstGeom>
            <a:solidFill>
              <a:srgbClr val="FCF6C4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63" name="Rectangle 1174">
              <a:extLst>
                <a:ext uri="{FF2B5EF4-FFF2-40B4-BE49-F238E27FC236}">
                  <a16:creationId xmlns:a16="http://schemas.microsoft.com/office/drawing/2014/main" id="{3477C5E0-DBDA-463D-B7F7-034C3505C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2383"/>
              <a:ext cx="154" cy="211"/>
            </a:xfrm>
            <a:prstGeom prst="rect">
              <a:avLst/>
            </a:prstGeom>
            <a:solidFill>
              <a:srgbClr val="FCF6C4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64" name="Freeform 1175">
              <a:extLst>
                <a:ext uri="{FF2B5EF4-FFF2-40B4-BE49-F238E27FC236}">
                  <a16:creationId xmlns:a16="http://schemas.microsoft.com/office/drawing/2014/main" id="{2B5E6CBD-8BF2-4EF7-BD49-E4920A5D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389"/>
              <a:ext cx="135" cy="197"/>
            </a:xfrm>
            <a:custGeom>
              <a:avLst/>
              <a:gdLst>
                <a:gd name="T0" fmla="*/ 0 w 144"/>
                <a:gd name="T1" fmla="*/ 197 h 197"/>
                <a:gd name="T2" fmla="*/ 0 w 144"/>
                <a:gd name="T3" fmla="*/ 0 h 197"/>
                <a:gd name="T4" fmla="*/ 119 w 144"/>
                <a:gd name="T5" fmla="*/ 0 h 197"/>
                <a:gd name="T6" fmla="*/ 0 w 144"/>
                <a:gd name="T7" fmla="*/ 197 h 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7">
                  <a:moveTo>
                    <a:pt x="0" y="19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2" y="40"/>
                    <a:pt x="0" y="1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5" name="Freeform 1176">
              <a:extLst>
                <a:ext uri="{FF2B5EF4-FFF2-40B4-BE49-F238E27FC236}">
                  <a16:creationId xmlns:a16="http://schemas.microsoft.com/office/drawing/2014/main" id="{A4DD760D-0900-4FE4-AE6A-57ED9768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392"/>
              <a:ext cx="438" cy="125"/>
            </a:xfrm>
            <a:custGeom>
              <a:avLst/>
              <a:gdLst>
                <a:gd name="T0" fmla="*/ 382 w 469"/>
                <a:gd name="T1" fmla="*/ 0 h 125"/>
                <a:gd name="T2" fmla="*/ 0 w 469"/>
                <a:gd name="T3" fmla="*/ 0 h 125"/>
                <a:gd name="T4" fmla="*/ 0 w 469"/>
                <a:gd name="T5" fmla="*/ 125 h 125"/>
                <a:gd name="T6" fmla="*/ 381 w 469"/>
                <a:gd name="T7" fmla="*/ 36 h 125"/>
                <a:gd name="T8" fmla="*/ 382 w 469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9" h="125">
                  <a:moveTo>
                    <a:pt x="46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5"/>
                    <a:pt x="96" y="36"/>
                    <a:pt x="468" y="36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4F22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Freeform 1177">
              <a:extLst>
                <a:ext uri="{FF2B5EF4-FFF2-40B4-BE49-F238E27FC236}">
                  <a16:creationId xmlns:a16="http://schemas.microsoft.com/office/drawing/2014/main" id="{5DC4560C-81DD-464D-903B-592F3505A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389"/>
              <a:ext cx="135" cy="197"/>
            </a:xfrm>
            <a:custGeom>
              <a:avLst/>
              <a:gdLst>
                <a:gd name="T0" fmla="*/ 0 w 144"/>
                <a:gd name="T1" fmla="*/ 197 h 197"/>
                <a:gd name="T2" fmla="*/ 0 w 144"/>
                <a:gd name="T3" fmla="*/ 0 h 197"/>
                <a:gd name="T4" fmla="*/ 119 w 144"/>
                <a:gd name="T5" fmla="*/ 0 h 197"/>
                <a:gd name="T6" fmla="*/ 0 w 144"/>
                <a:gd name="T7" fmla="*/ 197 h 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7">
                  <a:moveTo>
                    <a:pt x="0" y="19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2" y="40"/>
                    <a:pt x="0" y="1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7" name="Rectangle 1178">
              <a:extLst>
                <a:ext uri="{FF2B5EF4-FFF2-40B4-BE49-F238E27FC236}">
                  <a16:creationId xmlns:a16="http://schemas.microsoft.com/office/drawing/2014/main" id="{D770A51A-4664-462A-B80C-0E70FE55C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2187"/>
              <a:ext cx="758" cy="673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68" name="Rectangle 1179">
              <a:extLst>
                <a:ext uri="{FF2B5EF4-FFF2-40B4-BE49-F238E27FC236}">
                  <a16:creationId xmlns:a16="http://schemas.microsoft.com/office/drawing/2014/main" id="{1CF83F09-FA43-439C-8A8C-94EB486C1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" y="2383"/>
              <a:ext cx="756" cy="212"/>
            </a:xfrm>
            <a:prstGeom prst="rect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69" name="Rectangle 1180">
              <a:extLst>
                <a:ext uri="{FF2B5EF4-FFF2-40B4-BE49-F238E27FC236}">
                  <a16:creationId xmlns:a16="http://schemas.microsoft.com/office/drawing/2014/main" id="{6D44F5BE-EA2B-406D-8C58-A3A8412E2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2595"/>
              <a:ext cx="758" cy="26"/>
            </a:xfrm>
            <a:prstGeom prst="rect">
              <a:avLst/>
            </a:prstGeom>
            <a:solidFill>
              <a:srgbClr val="1F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70" name="Rectangle 1181">
              <a:extLst>
                <a:ext uri="{FF2B5EF4-FFF2-40B4-BE49-F238E27FC236}">
                  <a16:creationId xmlns:a16="http://schemas.microsoft.com/office/drawing/2014/main" id="{FC65ACD1-1B82-47A1-A0E2-9584C1508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2595"/>
              <a:ext cx="758" cy="26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71" name="Rectangle 1182">
              <a:extLst>
                <a:ext uri="{FF2B5EF4-FFF2-40B4-BE49-F238E27FC236}">
                  <a16:creationId xmlns:a16="http://schemas.microsoft.com/office/drawing/2014/main" id="{55FD40CE-7BDB-40E0-9520-4A6826B13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644"/>
              <a:ext cx="229" cy="15"/>
            </a:xfrm>
            <a:prstGeom prst="rect">
              <a:avLst/>
            </a:prstGeom>
            <a:solidFill>
              <a:srgbClr val="1F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72" name="Rectangle 1183">
              <a:extLst>
                <a:ext uri="{FF2B5EF4-FFF2-40B4-BE49-F238E27FC236}">
                  <a16:creationId xmlns:a16="http://schemas.microsoft.com/office/drawing/2014/main" id="{F46A3CCD-3F52-4156-88D8-EE18AF7C1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692"/>
              <a:ext cx="88" cy="16"/>
            </a:xfrm>
            <a:prstGeom prst="rect">
              <a:avLst/>
            </a:prstGeom>
            <a:solidFill>
              <a:srgbClr val="1F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73" name="Line 1184">
              <a:extLst>
                <a:ext uri="{FF2B5EF4-FFF2-40B4-BE49-F238E27FC236}">
                  <a16:creationId xmlns:a16="http://schemas.microsoft.com/office/drawing/2014/main" id="{9E76464D-1B9B-486A-89E7-50C44A711B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5" y="2708"/>
              <a:ext cx="33" cy="1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Freeform 1185">
              <a:extLst>
                <a:ext uri="{FF2B5EF4-FFF2-40B4-BE49-F238E27FC236}">
                  <a16:creationId xmlns:a16="http://schemas.microsoft.com/office/drawing/2014/main" id="{841C4732-82C5-47AD-BC94-33E188A5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708"/>
              <a:ext cx="34" cy="152"/>
            </a:xfrm>
            <a:custGeom>
              <a:avLst/>
              <a:gdLst>
                <a:gd name="T0" fmla="*/ 0 w 36"/>
                <a:gd name="T1" fmla="*/ 0 h 152"/>
                <a:gd name="T2" fmla="*/ 30 w 36"/>
                <a:gd name="T3" fmla="*/ 150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52">
                  <a:moveTo>
                    <a:pt x="0" y="0"/>
                  </a:moveTo>
                  <a:cubicBezTo>
                    <a:pt x="0" y="0"/>
                    <a:pt x="36" y="152"/>
                    <a:pt x="36" y="15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5" name="Rectangle 1186">
              <a:extLst>
                <a:ext uri="{FF2B5EF4-FFF2-40B4-BE49-F238E27FC236}">
                  <a16:creationId xmlns:a16="http://schemas.microsoft.com/office/drawing/2014/main" id="{8407C2F2-C4A0-4A41-A6D3-476EBB3BD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" y="2692"/>
              <a:ext cx="88" cy="16"/>
            </a:xfrm>
            <a:prstGeom prst="rect">
              <a:avLst/>
            </a:prstGeom>
            <a:solidFill>
              <a:srgbClr val="1F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76" name="Rectangle 1187">
              <a:extLst>
                <a:ext uri="{FF2B5EF4-FFF2-40B4-BE49-F238E27FC236}">
                  <a16:creationId xmlns:a16="http://schemas.microsoft.com/office/drawing/2014/main" id="{9FDC1617-CE33-4C64-8C39-8264FA810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644"/>
              <a:ext cx="229" cy="15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77" name="Rectangle 1188">
              <a:extLst>
                <a:ext uri="{FF2B5EF4-FFF2-40B4-BE49-F238E27FC236}">
                  <a16:creationId xmlns:a16="http://schemas.microsoft.com/office/drawing/2014/main" id="{1B1F05FE-6A4C-4176-9154-C8515F211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692"/>
              <a:ext cx="88" cy="16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78" name="Rectangle 1189">
              <a:extLst>
                <a:ext uri="{FF2B5EF4-FFF2-40B4-BE49-F238E27FC236}">
                  <a16:creationId xmlns:a16="http://schemas.microsoft.com/office/drawing/2014/main" id="{CFEEA775-0735-4A01-ADE1-9B785AC50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" y="2692"/>
              <a:ext cx="88" cy="16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79" name="Line 1190">
              <a:extLst>
                <a:ext uri="{FF2B5EF4-FFF2-40B4-BE49-F238E27FC236}">
                  <a16:creationId xmlns:a16="http://schemas.microsoft.com/office/drawing/2014/main" id="{90CFF1CE-C2A5-4465-B8CA-EF34648879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9" y="2708"/>
              <a:ext cx="32" cy="1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0" name="Freeform 1191">
              <a:extLst>
                <a:ext uri="{FF2B5EF4-FFF2-40B4-BE49-F238E27FC236}">
                  <a16:creationId xmlns:a16="http://schemas.microsoft.com/office/drawing/2014/main" id="{BCA3D7C5-5672-4E9D-AFE3-05CB8C767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708"/>
              <a:ext cx="34" cy="152"/>
            </a:xfrm>
            <a:custGeom>
              <a:avLst/>
              <a:gdLst>
                <a:gd name="T0" fmla="*/ 0 w 36"/>
                <a:gd name="T1" fmla="*/ 0 h 152"/>
                <a:gd name="T2" fmla="*/ 30 w 36"/>
                <a:gd name="T3" fmla="*/ 150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52">
                  <a:moveTo>
                    <a:pt x="0" y="0"/>
                  </a:moveTo>
                  <a:cubicBezTo>
                    <a:pt x="0" y="0"/>
                    <a:pt x="36" y="152"/>
                    <a:pt x="36" y="15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1" name="Line 1192">
              <a:extLst>
                <a:ext uri="{FF2B5EF4-FFF2-40B4-BE49-F238E27FC236}">
                  <a16:creationId xmlns:a16="http://schemas.microsoft.com/office/drawing/2014/main" id="{56BDF389-0B4F-4755-9E99-EAE5495B6B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9" y="2659"/>
              <a:ext cx="1" cy="20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Line 1193">
              <a:extLst>
                <a:ext uri="{FF2B5EF4-FFF2-40B4-BE49-F238E27FC236}">
                  <a16:creationId xmlns:a16="http://schemas.microsoft.com/office/drawing/2014/main" id="{B0EB59B6-E8A6-4F16-8FD9-9E3340E1BB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" y="2449"/>
              <a:ext cx="15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3" name="Rectangle 1194">
              <a:extLst>
                <a:ext uri="{FF2B5EF4-FFF2-40B4-BE49-F238E27FC236}">
                  <a16:creationId xmlns:a16="http://schemas.microsoft.com/office/drawing/2014/main" id="{49969825-23D1-4B5D-865C-A6EEB56D4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" y="2414"/>
              <a:ext cx="26" cy="34"/>
            </a:xfrm>
            <a:prstGeom prst="rect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84" name="Rectangle 1195">
              <a:extLst>
                <a:ext uri="{FF2B5EF4-FFF2-40B4-BE49-F238E27FC236}">
                  <a16:creationId xmlns:a16="http://schemas.microsoft.com/office/drawing/2014/main" id="{692725CF-43E1-4473-8AC5-A2C02D17C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" y="2421"/>
              <a:ext cx="20" cy="28"/>
            </a:xfrm>
            <a:prstGeom prst="rect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85" name="Line 1196">
              <a:extLst>
                <a:ext uri="{FF2B5EF4-FFF2-40B4-BE49-F238E27FC236}">
                  <a16:creationId xmlns:a16="http://schemas.microsoft.com/office/drawing/2014/main" id="{B69535E1-336B-433E-B98E-B56076276B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" y="2504"/>
              <a:ext cx="189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Rectangle 1197">
              <a:extLst>
                <a:ext uri="{FF2B5EF4-FFF2-40B4-BE49-F238E27FC236}">
                  <a16:creationId xmlns:a16="http://schemas.microsoft.com/office/drawing/2014/main" id="{B6437811-63A5-4430-A005-786CEB9AC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" y="2470"/>
              <a:ext cx="79" cy="33"/>
            </a:xfrm>
            <a:prstGeom prst="rect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87" name="Rectangle 1198">
              <a:extLst>
                <a:ext uri="{FF2B5EF4-FFF2-40B4-BE49-F238E27FC236}">
                  <a16:creationId xmlns:a16="http://schemas.microsoft.com/office/drawing/2014/main" id="{D75ECC58-AB58-49C8-A789-BF77FF062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" y="2427"/>
              <a:ext cx="32" cy="76"/>
            </a:xfrm>
            <a:prstGeom prst="rect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88" name="Line 1199">
              <a:extLst>
                <a:ext uri="{FF2B5EF4-FFF2-40B4-BE49-F238E27FC236}">
                  <a16:creationId xmlns:a16="http://schemas.microsoft.com/office/drawing/2014/main" id="{0A56D51F-73C9-44D8-998E-C907B6D530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" y="2408"/>
              <a:ext cx="43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9" name="Line 1200">
              <a:extLst>
                <a:ext uri="{FF2B5EF4-FFF2-40B4-BE49-F238E27FC236}">
                  <a16:creationId xmlns:a16="http://schemas.microsoft.com/office/drawing/2014/main" id="{8651A919-FDB0-4BA4-91D0-13D70635BB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" y="2493"/>
              <a:ext cx="43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Line 1201">
              <a:extLst>
                <a:ext uri="{FF2B5EF4-FFF2-40B4-BE49-F238E27FC236}">
                  <a16:creationId xmlns:a16="http://schemas.microsoft.com/office/drawing/2014/main" id="{6275B9EC-9854-46D0-8ED4-135F8FCE28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435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Line 1202">
              <a:extLst>
                <a:ext uri="{FF2B5EF4-FFF2-40B4-BE49-F238E27FC236}">
                  <a16:creationId xmlns:a16="http://schemas.microsoft.com/office/drawing/2014/main" id="{54B38921-0DCB-4311-A26B-6D0285E101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442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Line 1203">
              <a:extLst>
                <a:ext uri="{FF2B5EF4-FFF2-40B4-BE49-F238E27FC236}">
                  <a16:creationId xmlns:a16="http://schemas.microsoft.com/office/drawing/2014/main" id="{AB3A2A62-2737-42AA-8C13-D662553242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449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Line 1204">
              <a:extLst>
                <a:ext uri="{FF2B5EF4-FFF2-40B4-BE49-F238E27FC236}">
                  <a16:creationId xmlns:a16="http://schemas.microsoft.com/office/drawing/2014/main" id="{4EF49FC5-4CA6-41D0-8679-0A13A76CD6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455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Line 1205">
              <a:extLst>
                <a:ext uri="{FF2B5EF4-FFF2-40B4-BE49-F238E27FC236}">
                  <a16:creationId xmlns:a16="http://schemas.microsoft.com/office/drawing/2014/main" id="{51B2DF39-2064-4B0B-AD6B-43298C379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462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Line 1206">
              <a:extLst>
                <a:ext uri="{FF2B5EF4-FFF2-40B4-BE49-F238E27FC236}">
                  <a16:creationId xmlns:a16="http://schemas.microsoft.com/office/drawing/2014/main" id="{C1A5EA2B-229D-42FC-A3AD-2DECE5BE63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469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Line 1207">
              <a:extLst>
                <a:ext uri="{FF2B5EF4-FFF2-40B4-BE49-F238E27FC236}">
                  <a16:creationId xmlns:a16="http://schemas.microsoft.com/office/drawing/2014/main" id="{351B03F0-40AA-405D-8A48-61AA37A044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511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7" name="Line 1208">
              <a:extLst>
                <a:ext uri="{FF2B5EF4-FFF2-40B4-BE49-F238E27FC236}">
                  <a16:creationId xmlns:a16="http://schemas.microsoft.com/office/drawing/2014/main" id="{B7E99481-CD1E-4191-9541-94E5E38A80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518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Line 1209">
              <a:extLst>
                <a:ext uri="{FF2B5EF4-FFF2-40B4-BE49-F238E27FC236}">
                  <a16:creationId xmlns:a16="http://schemas.microsoft.com/office/drawing/2014/main" id="{CE175D22-3E2F-4336-AA2D-8FAD10A8CB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525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Line 1210">
              <a:extLst>
                <a:ext uri="{FF2B5EF4-FFF2-40B4-BE49-F238E27FC236}">
                  <a16:creationId xmlns:a16="http://schemas.microsoft.com/office/drawing/2014/main" id="{E778EDCB-E525-4938-A676-D90CE3F4C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532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Line 1211">
              <a:extLst>
                <a:ext uri="{FF2B5EF4-FFF2-40B4-BE49-F238E27FC236}">
                  <a16:creationId xmlns:a16="http://schemas.microsoft.com/office/drawing/2014/main" id="{F5FB2675-916D-49ED-8D62-6590B5D4B9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538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Line 1212">
              <a:extLst>
                <a:ext uri="{FF2B5EF4-FFF2-40B4-BE49-F238E27FC236}">
                  <a16:creationId xmlns:a16="http://schemas.microsoft.com/office/drawing/2014/main" id="{63FF94D4-37C7-419F-8472-31D32AC697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545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Line 1213">
              <a:extLst>
                <a:ext uri="{FF2B5EF4-FFF2-40B4-BE49-F238E27FC236}">
                  <a16:creationId xmlns:a16="http://schemas.microsoft.com/office/drawing/2014/main" id="{F0CBB425-FBD9-4071-875D-7B0ADC562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563"/>
              <a:ext cx="62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Line 1214">
              <a:extLst>
                <a:ext uri="{FF2B5EF4-FFF2-40B4-BE49-F238E27FC236}">
                  <a16:creationId xmlns:a16="http://schemas.microsoft.com/office/drawing/2014/main" id="{1DB6887C-3910-4742-AFEA-9E0BE1AC99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" y="2570"/>
              <a:ext cx="62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Line 1215">
              <a:extLst>
                <a:ext uri="{FF2B5EF4-FFF2-40B4-BE49-F238E27FC236}">
                  <a16:creationId xmlns:a16="http://schemas.microsoft.com/office/drawing/2014/main" id="{4D0EF559-8CA0-4C99-A9A5-3472457E1D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4" y="2408"/>
              <a:ext cx="43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Line 1216">
              <a:extLst>
                <a:ext uri="{FF2B5EF4-FFF2-40B4-BE49-F238E27FC236}">
                  <a16:creationId xmlns:a16="http://schemas.microsoft.com/office/drawing/2014/main" id="{63F18E7B-508D-44FF-ADB3-E734A576D0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4" y="2493"/>
              <a:ext cx="43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Line 1217">
              <a:extLst>
                <a:ext uri="{FF2B5EF4-FFF2-40B4-BE49-F238E27FC236}">
                  <a16:creationId xmlns:a16="http://schemas.microsoft.com/office/drawing/2014/main" id="{B77C977E-033A-4A89-B03B-D8B6F0382C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435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Line 1218">
              <a:extLst>
                <a:ext uri="{FF2B5EF4-FFF2-40B4-BE49-F238E27FC236}">
                  <a16:creationId xmlns:a16="http://schemas.microsoft.com/office/drawing/2014/main" id="{659A71C8-E177-4821-B568-8FC09BA6D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442"/>
              <a:ext cx="68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Line 1219">
              <a:extLst>
                <a:ext uri="{FF2B5EF4-FFF2-40B4-BE49-F238E27FC236}">
                  <a16:creationId xmlns:a16="http://schemas.microsoft.com/office/drawing/2014/main" id="{8178B2CF-DAAA-4014-B69C-1C683A051F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449"/>
              <a:ext cx="68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Line 1220">
              <a:extLst>
                <a:ext uri="{FF2B5EF4-FFF2-40B4-BE49-F238E27FC236}">
                  <a16:creationId xmlns:a16="http://schemas.microsoft.com/office/drawing/2014/main" id="{E7D00E60-D125-4B65-9B06-B158078752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455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Line 1221">
              <a:extLst>
                <a:ext uri="{FF2B5EF4-FFF2-40B4-BE49-F238E27FC236}">
                  <a16:creationId xmlns:a16="http://schemas.microsoft.com/office/drawing/2014/main" id="{30E5D227-AD61-4A88-A4E0-C7CB79B88F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462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1" name="Line 1222">
              <a:extLst>
                <a:ext uri="{FF2B5EF4-FFF2-40B4-BE49-F238E27FC236}">
                  <a16:creationId xmlns:a16="http://schemas.microsoft.com/office/drawing/2014/main" id="{41B536CA-C518-4DDC-AE6C-E6A9FF649B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469"/>
              <a:ext cx="68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2" name="Line 1223">
              <a:extLst>
                <a:ext uri="{FF2B5EF4-FFF2-40B4-BE49-F238E27FC236}">
                  <a16:creationId xmlns:a16="http://schemas.microsoft.com/office/drawing/2014/main" id="{D6B04F45-DD27-4B7C-B9E3-4E338F718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511"/>
              <a:ext cx="78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3" name="Line 1224">
              <a:extLst>
                <a:ext uri="{FF2B5EF4-FFF2-40B4-BE49-F238E27FC236}">
                  <a16:creationId xmlns:a16="http://schemas.microsoft.com/office/drawing/2014/main" id="{8AF46B06-3F8E-4F98-9D05-5DF08ADE13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518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Line 1225">
              <a:extLst>
                <a:ext uri="{FF2B5EF4-FFF2-40B4-BE49-F238E27FC236}">
                  <a16:creationId xmlns:a16="http://schemas.microsoft.com/office/drawing/2014/main" id="{33129177-D90F-4BDB-980F-24C17A082C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525"/>
              <a:ext cx="86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5" name="Line 1226">
              <a:extLst>
                <a:ext uri="{FF2B5EF4-FFF2-40B4-BE49-F238E27FC236}">
                  <a16:creationId xmlns:a16="http://schemas.microsoft.com/office/drawing/2014/main" id="{7B48A34E-FB80-4461-B42B-F2E79EE375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532"/>
              <a:ext cx="86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6" name="Line 1227">
              <a:extLst>
                <a:ext uri="{FF2B5EF4-FFF2-40B4-BE49-F238E27FC236}">
                  <a16:creationId xmlns:a16="http://schemas.microsoft.com/office/drawing/2014/main" id="{80281247-D5E8-4FEB-B3DA-940099DDCC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538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7" name="Line 1228">
              <a:extLst>
                <a:ext uri="{FF2B5EF4-FFF2-40B4-BE49-F238E27FC236}">
                  <a16:creationId xmlns:a16="http://schemas.microsoft.com/office/drawing/2014/main" id="{22D93E6A-27FF-4982-8CE2-CC019EF80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545"/>
              <a:ext cx="100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Line 1229">
              <a:extLst>
                <a:ext uri="{FF2B5EF4-FFF2-40B4-BE49-F238E27FC236}">
                  <a16:creationId xmlns:a16="http://schemas.microsoft.com/office/drawing/2014/main" id="{1CFCC248-F03A-4D85-92A1-B6AAC3057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563"/>
              <a:ext cx="62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9" name="Line 1230">
              <a:extLst>
                <a:ext uri="{FF2B5EF4-FFF2-40B4-BE49-F238E27FC236}">
                  <a16:creationId xmlns:a16="http://schemas.microsoft.com/office/drawing/2014/main" id="{13888841-0485-492B-9C26-0773516AAA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2570"/>
              <a:ext cx="62" cy="1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0" name="Freeform 1231">
              <a:extLst>
                <a:ext uri="{FF2B5EF4-FFF2-40B4-BE49-F238E27FC236}">
                  <a16:creationId xmlns:a16="http://schemas.microsoft.com/office/drawing/2014/main" id="{B4549619-3911-420C-B50E-1FEBA845F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188"/>
              <a:ext cx="343" cy="207"/>
            </a:xfrm>
            <a:custGeom>
              <a:avLst/>
              <a:gdLst>
                <a:gd name="T0" fmla="*/ 0 w 367"/>
                <a:gd name="T1" fmla="*/ 168 h 208"/>
                <a:gd name="T2" fmla="*/ 90 w 367"/>
                <a:gd name="T3" fmla="*/ 166 h 208"/>
                <a:gd name="T4" fmla="*/ 284 w 367"/>
                <a:gd name="T5" fmla="*/ 0 h 208"/>
                <a:gd name="T6" fmla="*/ 0 w 367"/>
                <a:gd name="T7" fmla="*/ 168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7" h="208">
                  <a:moveTo>
                    <a:pt x="0" y="171"/>
                  </a:moveTo>
                  <a:cubicBezTo>
                    <a:pt x="0" y="171"/>
                    <a:pt x="21" y="208"/>
                    <a:pt x="110" y="169"/>
                  </a:cubicBezTo>
                  <a:cubicBezTo>
                    <a:pt x="199" y="129"/>
                    <a:pt x="367" y="75"/>
                    <a:pt x="348" y="0"/>
                  </a:cubicBezTo>
                  <a:lnTo>
                    <a:pt x="0" y="171"/>
                  </a:lnTo>
                  <a:close/>
                </a:path>
              </a:pathLst>
            </a:custGeom>
            <a:solidFill>
              <a:srgbClr val="864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1" name="Freeform 1232">
              <a:extLst>
                <a:ext uri="{FF2B5EF4-FFF2-40B4-BE49-F238E27FC236}">
                  <a16:creationId xmlns:a16="http://schemas.microsoft.com/office/drawing/2014/main" id="{722E3F20-57DD-49DF-B197-2D72FF54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83"/>
              <a:ext cx="344" cy="207"/>
            </a:xfrm>
            <a:custGeom>
              <a:avLst/>
              <a:gdLst>
                <a:gd name="T0" fmla="*/ 0 w 367"/>
                <a:gd name="T1" fmla="*/ 169 h 208"/>
                <a:gd name="T2" fmla="*/ 91 w 367"/>
                <a:gd name="T3" fmla="*/ 166 h 208"/>
                <a:gd name="T4" fmla="*/ 288 w 367"/>
                <a:gd name="T5" fmla="*/ 0 h 208"/>
                <a:gd name="T6" fmla="*/ 0 w 367"/>
                <a:gd name="T7" fmla="*/ 169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7" h="208">
                  <a:moveTo>
                    <a:pt x="0" y="172"/>
                  </a:moveTo>
                  <a:cubicBezTo>
                    <a:pt x="0" y="172"/>
                    <a:pt x="22" y="208"/>
                    <a:pt x="111" y="169"/>
                  </a:cubicBezTo>
                  <a:cubicBezTo>
                    <a:pt x="199" y="129"/>
                    <a:pt x="367" y="75"/>
                    <a:pt x="349" y="0"/>
                  </a:cubicBezTo>
                  <a:lnTo>
                    <a:pt x="0" y="172"/>
                  </a:lnTo>
                  <a:close/>
                </a:path>
              </a:pathLst>
            </a:custGeom>
            <a:solidFill>
              <a:srgbClr val="F4E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Freeform 1233">
              <a:extLst>
                <a:ext uri="{FF2B5EF4-FFF2-40B4-BE49-F238E27FC236}">
                  <a16:creationId xmlns:a16="http://schemas.microsoft.com/office/drawing/2014/main" id="{92BB1593-3B1B-41AA-968C-84B3483AC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83"/>
              <a:ext cx="344" cy="207"/>
            </a:xfrm>
            <a:custGeom>
              <a:avLst/>
              <a:gdLst>
                <a:gd name="T0" fmla="*/ 288 w 367"/>
                <a:gd name="T1" fmla="*/ 0 h 208"/>
                <a:gd name="T2" fmla="*/ 284 w 367"/>
                <a:gd name="T3" fmla="*/ 2 h 208"/>
                <a:gd name="T4" fmla="*/ 86 w 367"/>
                <a:gd name="T5" fmla="*/ 158 h 208"/>
                <a:gd name="T6" fmla="*/ 2 w 367"/>
                <a:gd name="T7" fmla="*/ 168 h 208"/>
                <a:gd name="T8" fmla="*/ 0 w 367"/>
                <a:gd name="T9" fmla="*/ 169 h 208"/>
                <a:gd name="T10" fmla="*/ 91 w 367"/>
                <a:gd name="T11" fmla="*/ 166 h 208"/>
                <a:gd name="T12" fmla="*/ 288 w 367"/>
                <a:gd name="T13" fmla="*/ 0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7" h="208">
                  <a:moveTo>
                    <a:pt x="349" y="0"/>
                  </a:moveTo>
                  <a:cubicBezTo>
                    <a:pt x="345" y="2"/>
                    <a:pt x="345" y="2"/>
                    <a:pt x="345" y="2"/>
                  </a:cubicBezTo>
                  <a:cubicBezTo>
                    <a:pt x="347" y="72"/>
                    <a:pt x="190" y="123"/>
                    <a:pt x="105" y="161"/>
                  </a:cubicBezTo>
                  <a:cubicBezTo>
                    <a:pt x="43" y="188"/>
                    <a:pt x="14" y="179"/>
                    <a:pt x="2" y="171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0" y="172"/>
                    <a:pt x="22" y="208"/>
                    <a:pt x="111" y="169"/>
                  </a:cubicBezTo>
                  <a:cubicBezTo>
                    <a:pt x="199" y="129"/>
                    <a:pt x="367" y="75"/>
                    <a:pt x="349" y="0"/>
                  </a:cubicBezTo>
                  <a:close/>
                </a:path>
              </a:pathLst>
            </a:custGeom>
            <a:solidFill>
              <a:srgbClr val="E7B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3" name="Freeform 1234">
              <a:extLst>
                <a:ext uri="{FF2B5EF4-FFF2-40B4-BE49-F238E27FC236}">
                  <a16:creationId xmlns:a16="http://schemas.microsoft.com/office/drawing/2014/main" id="{086B76E0-8078-4E19-8BF6-80AD5956D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83"/>
              <a:ext cx="344" cy="207"/>
            </a:xfrm>
            <a:custGeom>
              <a:avLst/>
              <a:gdLst>
                <a:gd name="T0" fmla="*/ 0 w 367"/>
                <a:gd name="T1" fmla="*/ 169 h 208"/>
                <a:gd name="T2" fmla="*/ 91 w 367"/>
                <a:gd name="T3" fmla="*/ 166 h 208"/>
                <a:gd name="T4" fmla="*/ 288 w 367"/>
                <a:gd name="T5" fmla="*/ 0 h 208"/>
                <a:gd name="T6" fmla="*/ 0 w 367"/>
                <a:gd name="T7" fmla="*/ 169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7" h="208">
                  <a:moveTo>
                    <a:pt x="0" y="172"/>
                  </a:moveTo>
                  <a:cubicBezTo>
                    <a:pt x="0" y="172"/>
                    <a:pt x="22" y="208"/>
                    <a:pt x="111" y="169"/>
                  </a:cubicBezTo>
                  <a:cubicBezTo>
                    <a:pt x="199" y="129"/>
                    <a:pt x="367" y="75"/>
                    <a:pt x="349" y="0"/>
                  </a:cubicBezTo>
                  <a:lnTo>
                    <a:pt x="0" y="172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4" name="Freeform 1235">
              <a:extLst>
                <a:ext uri="{FF2B5EF4-FFF2-40B4-BE49-F238E27FC236}">
                  <a16:creationId xmlns:a16="http://schemas.microsoft.com/office/drawing/2014/main" id="{5DBBFB40-26D3-478C-96C3-3188EA97D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143"/>
              <a:ext cx="378" cy="233"/>
            </a:xfrm>
            <a:custGeom>
              <a:avLst/>
              <a:gdLst>
                <a:gd name="T0" fmla="*/ 23 w 404"/>
                <a:gd name="T1" fmla="*/ 162 h 234"/>
                <a:gd name="T2" fmla="*/ 13 w 404"/>
                <a:gd name="T3" fmla="*/ 193 h 234"/>
                <a:gd name="T4" fmla="*/ 16 w 404"/>
                <a:gd name="T5" fmla="*/ 211 h 234"/>
                <a:gd name="T6" fmla="*/ 22 w 404"/>
                <a:gd name="T7" fmla="*/ 209 h 234"/>
                <a:gd name="T8" fmla="*/ 22 w 404"/>
                <a:gd name="T9" fmla="*/ 216 h 234"/>
                <a:gd name="T10" fmla="*/ 29 w 404"/>
                <a:gd name="T11" fmla="*/ 224 h 234"/>
                <a:gd name="T12" fmla="*/ 38 w 404"/>
                <a:gd name="T13" fmla="*/ 221 h 234"/>
                <a:gd name="T14" fmla="*/ 42 w 404"/>
                <a:gd name="T15" fmla="*/ 219 h 234"/>
                <a:gd name="T16" fmla="*/ 45 w 404"/>
                <a:gd name="T17" fmla="*/ 225 h 234"/>
                <a:gd name="T18" fmla="*/ 53 w 404"/>
                <a:gd name="T19" fmla="*/ 228 h 234"/>
                <a:gd name="T20" fmla="*/ 60 w 404"/>
                <a:gd name="T21" fmla="*/ 218 h 234"/>
                <a:gd name="T22" fmla="*/ 74 w 404"/>
                <a:gd name="T23" fmla="*/ 213 h 234"/>
                <a:gd name="T24" fmla="*/ 84 w 404"/>
                <a:gd name="T25" fmla="*/ 202 h 234"/>
                <a:gd name="T26" fmla="*/ 95 w 404"/>
                <a:gd name="T27" fmla="*/ 204 h 234"/>
                <a:gd name="T28" fmla="*/ 100 w 404"/>
                <a:gd name="T29" fmla="*/ 196 h 234"/>
                <a:gd name="T30" fmla="*/ 102 w 404"/>
                <a:gd name="T31" fmla="*/ 190 h 234"/>
                <a:gd name="T32" fmla="*/ 111 w 404"/>
                <a:gd name="T33" fmla="*/ 191 h 234"/>
                <a:gd name="T34" fmla="*/ 119 w 404"/>
                <a:gd name="T35" fmla="*/ 184 h 234"/>
                <a:gd name="T36" fmla="*/ 124 w 404"/>
                <a:gd name="T37" fmla="*/ 172 h 234"/>
                <a:gd name="T38" fmla="*/ 142 w 404"/>
                <a:gd name="T39" fmla="*/ 163 h 234"/>
                <a:gd name="T40" fmla="*/ 150 w 404"/>
                <a:gd name="T41" fmla="*/ 162 h 234"/>
                <a:gd name="T42" fmla="*/ 160 w 404"/>
                <a:gd name="T43" fmla="*/ 153 h 234"/>
                <a:gd name="T44" fmla="*/ 169 w 404"/>
                <a:gd name="T45" fmla="*/ 157 h 234"/>
                <a:gd name="T46" fmla="*/ 183 w 404"/>
                <a:gd name="T47" fmla="*/ 142 h 234"/>
                <a:gd name="T48" fmla="*/ 202 w 404"/>
                <a:gd name="T49" fmla="*/ 129 h 234"/>
                <a:gd name="T50" fmla="*/ 225 w 404"/>
                <a:gd name="T51" fmla="*/ 124 h 234"/>
                <a:gd name="T52" fmla="*/ 237 w 404"/>
                <a:gd name="T53" fmla="*/ 126 h 234"/>
                <a:gd name="T54" fmla="*/ 237 w 404"/>
                <a:gd name="T55" fmla="*/ 117 h 234"/>
                <a:gd name="T56" fmla="*/ 252 w 404"/>
                <a:gd name="T57" fmla="*/ 103 h 234"/>
                <a:gd name="T58" fmla="*/ 268 w 404"/>
                <a:gd name="T59" fmla="*/ 101 h 234"/>
                <a:gd name="T60" fmla="*/ 272 w 404"/>
                <a:gd name="T61" fmla="*/ 84 h 234"/>
                <a:gd name="T62" fmla="*/ 292 w 404"/>
                <a:gd name="T63" fmla="*/ 74 h 234"/>
                <a:gd name="T64" fmla="*/ 300 w 404"/>
                <a:gd name="T65" fmla="*/ 64 h 234"/>
                <a:gd name="T66" fmla="*/ 310 w 404"/>
                <a:gd name="T67" fmla="*/ 64 h 234"/>
                <a:gd name="T68" fmla="*/ 312 w 404"/>
                <a:gd name="T69" fmla="*/ 59 h 234"/>
                <a:gd name="T70" fmla="*/ 331 w 404"/>
                <a:gd name="T71" fmla="*/ 36 h 234"/>
                <a:gd name="T72" fmla="*/ 324 w 404"/>
                <a:gd name="T73" fmla="*/ 9 h 234"/>
                <a:gd name="T74" fmla="*/ 289 w 404"/>
                <a:gd name="T75" fmla="*/ 24 h 234"/>
                <a:gd name="T76" fmla="*/ 256 w 404"/>
                <a:gd name="T77" fmla="*/ 45 h 234"/>
                <a:gd name="T78" fmla="*/ 209 w 404"/>
                <a:gd name="T79" fmla="*/ 64 h 234"/>
                <a:gd name="T80" fmla="*/ 171 w 404"/>
                <a:gd name="T81" fmla="*/ 92 h 234"/>
                <a:gd name="T82" fmla="*/ 126 w 404"/>
                <a:gd name="T83" fmla="*/ 117 h 234"/>
                <a:gd name="T84" fmla="*/ 67 w 404"/>
                <a:gd name="T85" fmla="*/ 141 h 234"/>
                <a:gd name="T86" fmla="*/ 25 w 404"/>
                <a:gd name="T87" fmla="*/ 160 h 2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4" h="234">
                  <a:moveTo>
                    <a:pt x="29" y="165"/>
                  </a:moveTo>
                  <a:cubicBezTo>
                    <a:pt x="21" y="156"/>
                    <a:pt x="0" y="195"/>
                    <a:pt x="16" y="196"/>
                  </a:cubicBezTo>
                  <a:cubicBezTo>
                    <a:pt x="15" y="203"/>
                    <a:pt x="12" y="210"/>
                    <a:pt x="19" y="214"/>
                  </a:cubicBezTo>
                  <a:cubicBezTo>
                    <a:pt x="22" y="215"/>
                    <a:pt x="25" y="210"/>
                    <a:pt x="28" y="212"/>
                  </a:cubicBezTo>
                  <a:cubicBezTo>
                    <a:pt x="31" y="214"/>
                    <a:pt x="27" y="217"/>
                    <a:pt x="28" y="219"/>
                  </a:cubicBezTo>
                  <a:cubicBezTo>
                    <a:pt x="30" y="224"/>
                    <a:pt x="28" y="225"/>
                    <a:pt x="35" y="227"/>
                  </a:cubicBezTo>
                  <a:cubicBezTo>
                    <a:pt x="40" y="229"/>
                    <a:pt x="44" y="224"/>
                    <a:pt x="47" y="224"/>
                  </a:cubicBezTo>
                  <a:cubicBezTo>
                    <a:pt x="48" y="224"/>
                    <a:pt x="49" y="222"/>
                    <a:pt x="51" y="222"/>
                  </a:cubicBezTo>
                  <a:cubicBezTo>
                    <a:pt x="53" y="223"/>
                    <a:pt x="53" y="227"/>
                    <a:pt x="54" y="228"/>
                  </a:cubicBezTo>
                  <a:cubicBezTo>
                    <a:pt x="59" y="231"/>
                    <a:pt x="59" y="234"/>
                    <a:pt x="65" y="231"/>
                  </a:cubicBezTo>
                  <a:cubicBezTo>
                    <a:pt x="69" y="228"/>
                    <a:pt x="68" y="223"/>
                    <a:pt x="73" y="221"/>
                  </a:cubicBezTo>
                  <a:cubicBezTo>
                    <a:pt x="79" y="218"/>
                    <a:pt x="83" y="221"/>
                    <a:pt x="90" y="216"/>
                  </a:cubicBezTo>
                  <a:cubicBezTo>
                    <a:pt x="94" y="213"/>
                    <a:pt x="99" y="206"/>
                    <a:pt x="103" y="205"/>
                  </a:cubicBezTo>
                  <a:cubicBezTo>
                    <a:pt x="107" y="204"/>
                    <a:pt x="113" y="208"/>
                    <a:pt x="116" y="207"/>
                  </a:cubicBezTo>
                  <a:cubicBezTo>
                    <a:pt x="123" y="205"/>
                    <a:pt x="119" y="203"/>
                    <a:pt x="122" y="199"/>
                  </a:cubicBezTo>
                  <a:cubicBezTo>
                    <a:pt x="123" y="196"/>
                    <a:pt x="120" y="195"/>
                    <a:pt x="124" y="193"/>
                  </a:cubicBezTo>
                  <a:cubicBezTo>
                    <a:pt x="127" y="191"/>
                    <a:pt x="133" y="193"/>
                    <a:pt x="136" y="194"/>
                  </a:cubicBezTo>
                  <a:cubicBezTo>
                    <a:pt x="139" y="190"/>
                    <a:pt x="143" y="189"/>
                    <a:pt x="145" y="187"/>
                  </a:cubicBezTo>
                  <a:cubicBezTo>
                    <a:pt x="147" y="184"/>
                    <a:pt x="150" y="176"/>
                    <a:pt x="152" y="175"/>
                  </a:cubicBezTo>
                  <a:cubicBezTo>
                    <a:pt x="161" y="170"/>
                    <a:pt x="167" y="183"/>
                    <a:pt x="173" y="166"/>
                  </a:cubicBezTo>
                  <a:cubicBezTo>
                    <a:pt x="176" y="165"/>
                    <a:pt x="180" y="166"/>
                    <a:pt x="183" y="165"/>
                  </a:cubicBezTo>
                  <a:cubicBezTo>
                    <a:pt x="188" y="163"/>
                    <a:pt x="191" y="156"/>
                    <a:pt x="196" y="156"/>
                  </a:cubicBezTo>
                  <a:cubicBezTo>
                    <a:pt x="200" y="155"/>
                    <a:pt x="201" y="160"/>
                    <a:pt x="206" y="160"/>
                  </a:cubicBezTo>
                  <a:cubicBezTo>
                    <a:pt x="212" y="159"/>
                    <a:pt x="219" y="149"/>
                    <a:pt x="223" y="145"/>
                  </a:cubicBezTo>
                  <a:cubicBezTo>
                    <a:pt x="233" y="153"/>
                    <a:pt x="246" y="143"/>
                    <a:pt x="247" y="132"/>
                  </a:cubicBezTo>
                  <a:cubicBezTo>
                    <a:pt x="258" y="147"/>
                    <a:pt x="265" y="126"/>
                    <a:pt x="274" y="127"/>
                  </a:cubicBezTo>
                  <a:cubicBezTo>
                    <a:pt x="280" y="127"/>
                    <a:pt x="282" y="140"/>
                    <a:pt x="289" y="129"/>
                  </a:cubicBezTo>
                  <a:cubicBezTo>
                    <a:pt x="292" y="125"/>
                    <a:pt x="293" y="121"/>
                    <a:pt x="289" y="118"/>
                  </a:cubicBezTo>
                  <a:cubicBezTo>
                    <a:pt x="297" y="118"/>
                    <a:pt x="301" y="106"/>
                    <a:pt x="308" y="103"/>
                  </a:cubicBezTo>
                  <a:cubicBezTo>
                    <a:pt x="314" y="100"/>
                    <a:pt x="321" y="102"/>
                    <a:pt x="327" y="101"/>
                  </a:cubicBezTo>
                  <a:cubicBezTo>
                    <a:pt x="328" y="94"/>
                    <a:pt x="326" y="89"/>
                    <a:pt x="332" y="84"/>
                  </a:cubicBezTo>
                  <a:cubicBezTo>
                    <a:pt x="341" y="78"/>
                    <a:pt x="350" y="83"/>
                    <a:pt x="356" y="74"/>
                  </a:cubicBezTo>
                  <a:cubicBezTo>
                    <a:pt x="360" y="69"/>
                    <a:pt x="358" y="66"/>
                    <a:pt x="367" y="64"/>
                  </a:cubicBezTo>
                  <a:cubicBezTo>
                    <a:pt x="370" y="63"/>
                    <a:pt x="375" y="65"/>
                    <a:pt x="378" y="64"/>
                  </a:cubicBezTo>
                  <a:cubicBezTo>
                    <a:pt x="380" y="63"/>
                    <a:pt x="379" y="60"/>
                    <a:pt x="381" y="59"/>
                  </a:cubicBezTo>
                  <a:cubicBezTo>
                    <a:pt x="393" y="52"/>
                    <a:pt x="404" y="54"/>
                    <a:pt x="404" y="36"/>
                  </a:cubicBezTo>
                  <a:cubicBezTo>
                    <a:pt x="404" y="29"/>
                    <a:pt x="400" y="13"/>
                    <a:pt x="395" y="9"/>
                  </a:cubicBezTo>
                  <a:cubicBezTo>
                    <a:pt x="383" y="0"/>
                    <a:pt x="363" y="19"/>
                    <a:pt x="353" y="24"/>
                  </a:cubicBezTo>
                  <a:cubicBezTo>
                    <a:pt x="340" y="30"/>
                    <a:pt x="327" y="40"/>
                    <a:pt x="313" y="45"/>
                  </a:cubicBezTo>
                  <a:cubicBezTo>
                    <a:pt x="294" y="52"/>
                    <a:pt x="273" y="57"/>
                    <a:pt x="254" y="64"/>
                  </a:cubicBezTo>
                  <a:cubicBezTo>
                    <a:pt x="238" y="70"/>
                    <a:pt x="225" y="82"/>
                    <a:pt x="210" y="92"/>
                  </a:cubicBezTo>
                  <a:cubicBezTo>
                    <a:pt x="193" y="104"/>
                    <a:pt x="174" y="110"/>
                    <a:pt x="154" y="117"/>
                  </a:cubicBezTo>
                  <a:cubicBezTo>
                    <a:pt x="129" y="125"/>
                    <a:pt x="106" y="135"/>
                    <a:pt x="82" y="144"/>
                  </a:cubicBezTo>
                  <a:cubicBezTo>
                    <a:pt x="63" y="152"/>
                    <a:pt x="45" y="148"/>
                    <a:pt x="31" y="163"/>
                  </a:cubicBezTo>
                </a:path>
              </a:pathLst>
            </a:custGeom>
            <a:solidFill>
              <a:srgbClr val="1F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5" name="Freeform 1236">
              <a:extLst>
                <a:ext uri="{FF2B5EF4-FFF2-40B4-BE49-F238E27FC236}">
                  <a16:creationId xmlns:a16="http://schemas.microsoft.com/office/drawing/2014/main" id="{A7F1A45E-1EF5-4849-A039-261361ED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143"/>
              <a:ext cx="378" cy="233"/>
            </a:xfrm>
            <a:custGeom>
              <a:avLst/>
              <a:gdLst>
                <a:gd name="T0" fmla="*/ 23 w 404"/>
                <a:gd name="T1" fmla="*/ 162 h 234"/>
                <a:gd name="T2" fmla="*/ 13 w 404"/>
                <a:gd name="T3" fmla="*/ 193 h 234"/>
                <a:gd name="T4" fmla="*/ 16 w 404"/>
                <a:gd name="T5" fmla="*/ 211 h 234"/>
                <a:gd name="T6" fmla="*/ 22 w 404"/>
                <a:gd name="T7" fmla="*/ 209 h 234"/>
                <a:gd name="T8" fmla="*/ 22 w 404"/>
                <a:gd name="T9" fmla="*/ 216 h 234"/>
                <a:gd name="T10" fmla="*/ 29 w 404"/>
                <a:gd name="T11" fmla="*/ 224 h 234"/>
                <a:gd name="T12" fmla="*/ 38 w 404"/>
                <a:gd name="T13" fmla="*/ 221 h 234"/>
                <a:gd name="T14" fmla="*/ 42 w 404"/>
                <a:gd name="T15" fmla="*/ 219 h 234"/>
                <a:gd name="T16" fmla="*/ 45 w 404"/>
                <a:gd name="T17" fmla="*/ 225 h 234"/>
                <a:gd name="T18" fmla="*/ 53 w 404"/>
                <a:gd name="T19" fmla="*/ 228 h 234"/>
                <a:gd name="T20" fmla="*/ 60 w 404"/>
                <a:gd name="T21" fmla="*/ 218 h 234"/>
                <a:gd name="T22" fmla="*/ 74 w 404"/>
                <a:gd name="T23" fmla="*/ 213 h 234"/>
                <a:gd name="T24" fmla="*/ 84 w 404"/>
                <a:gd name="T25" fmla="*/ 202 h 234"/>
                <a:gd name="T26" fmla="*/ 95 w 404"/>
                <a:gd name="T27" fmla="*/ 204 h 234"/>
                <a:gd name="T28" fmla="*/ 100 w 404"/>
                <a:gd name="T29" fmla="*/ 196 h 234"/>
                <a:gd name="T30" fmla="*/ 102 w 404"/>
                <a:gd name="T31" fmla="*/ 190 h 234"/>
                <a:gd name="T32" fmla="*/ 111 w 404"/>
                <a:gd name="T33" fmla="*/ 191 h 234"/>
                <a:gd name="T34" fmla="*/ 119 w 404"/>
                <a:gd name="T35" fmla="*/ 184 h 234"/>
                <a:gd name="T36" fmla="*/ 124 w 404"/>
                <a:gd name="T37" fmla="*/ 172 h 234"/>
                <a:gd name="T38" fmla="*/ 142 w 404"/>
                <a:gd name="T39" fmla="*/ 163 h 234"/>
                <a:gd name="T40" fmla="*/ 150 w 404"/>
                <a:gd name="T41" fmla="*/ 162 h 234"/>
                <a:gd name="T42" fmla="*/ 160 w 404"/>
                <a:gd name="T43" fmla="*/ 153 h 234"/>
                <a:gd name="T44" fmla="*/ 169 w 404"/>
                <a:gd name="T45" fmla="*/ 157 h 234"/>
                <a:gd name="T46" fmla="*/ 183 w 404"/>
                <a:gd name="T47" fmla="*/ 142 h 234"/>
                <a:gd name="T48" fmla="*/ 202 w 404"/>
                <a:gd name="T49" fmla="*/ 129 h 234"/>
                <a:gd name="T50" fmla="*/ 225 w 404"/>
                <a:gd name="T51" fmla="*/ 124 h 234"/>
                <a:gd name="T52" fmla="*/ 237 w 404"/>
                <a:gd name="T53" fmla="*/ 126 h 234"/>
                <a:gd name="T54" fmla="*/ 237 w 404"/>
                <a:gd name="T55" fmla="*/ 117 h 234"/>
                <a:gd name="T56" fmla="*/ 252 w 404"/>
                <a:gd name="T57" fmla="*/ 103 h 234"/>
                <a:gd name="T58" fmla="*/ 268 w 404"/>
                <a:gd name="T59" fmla="*/ 101 h 234"/>
                <a:gd name="T60" fmla="*/ 272 w 404"/>
                <a:gd name="T61" fmla="*/ 84 h 234"/>
                <a:gd name="T62" fmla="*/ 292 w 404"/>
                <a:gd name="T63" fmla="*/ 74 h 234"/>
                <a:gd name="T64" fmla="*/ 300 w 404"/>
                <a:gd name="T65" fmla="*/ 64 h 234"/>
                <a:gd name="T66" fmla="*/ 310 w 404"/>
                <a:gd name="T67" fmla="*/ 64 h 234"/>
                <a:gd name="T68" fmla="*/ 312 w 404"/>
                <a:gd name="T69" fmla="*/ 59 h 234"/>
                <a:gd name="T70" fmla="*/ 331 w 404"/>
                <a:gd name="T71" fmla="*/ 36 h 234"/>
                <a:gd name="T72" fmla="*/ 324 w 404"/>
                <a:gd name="T73" fmla="*/ 9 h 234"/>
                <a:gd name="T74" fmla="*/ 289 w 404"/>
                <a:gd name="T75" fmla="*/ 24 h 234"/>
                <a:gd name="T76" fmla="*/ 256 w 404"/>
                <a:gd name="T77" fmla="*/ 45 h 234"/>
                <a:gd name="T78" fmla="*/ 209 w 404"/>
                <a:gd name="T79" fmla="*/ 64 h 234"/>
                <a:gd name="T80" fmla="*/ 171 w 404"/>
                <a:gd name="T81" fmla="*/ 92 h 234"/>
                <a:gd name="T82" fmla="*/ 126 w 404"/>
                <a:gd name="T83" fmla="*/ 117 h 234"/>
                <a:gd name="T84" fmla="*/ 67 w 404"/>
                <a:gd name="T85" fmla="*/ 141 h 234"/>
                <a:gd name="T86" fmla="*/ 25 w 404"/>
                <a:gd name="T87" fmla="*/ 160 h 2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4" h="234">
                  <a:moveTo>
                    <a:pt x="29" y="165"/>
                  </a:moveTo>
                  <a:cubicBezTo>
                    <a:pt x="21" y="156"/>
                    <a:pt x="0" y="195"/>
                    <a:pt x="16" y="196"/>
                  </a:cubicBezTo>
                  <a:cubicBezTo>
                    <a:pt x="15" y="203"/>
                    <a:pt x="12" y="210"/>
                    <a:pt x="19" y="214"/>
                  </a:cubicBezTo>
                  <a:cubicBezTo>
                    <a:pt x="22" y="215"/>
                    <a:pt x="25" y="210"/>
                    <a:pt x="28" y="212"/>
                  </a:cubicBezTo>
                  <a:cubicBezTo>
                    <a:pt x="31" y="214"/>
                    <a:pt x="27" y="217"/>
                    <a:pt x="28" y="219"/>
                  </a:cubicBezTo>
                  <a:cubicBezTo>
                    <a:pt x="30" y="224"/>
                    <a:pt x="28" y="225"/>
                    <a:pt x="35" y="227"/>
                  </a:cubicBezTo>
                  <a:cubicBezTo>
                    <a:pt x="40" y="229"/>
                    <a:pt x="44" y="224"/>
                    <a:pt x="47" y="224"/>
                  </a:cubicBezTo>
                  <a:cubicBezTo>
                    <a:pt x="48" y="224"/>
                    <a:pt x="49" y="222"/>
                    <a:pt x="51" y="222"/>
                  </a:cubicBezTo>
                  <a:cubicBezTo>
                    <a:pt x="53" y="223"/>
                    <a:pt x="53" y="227"/>
                    <a:pt x="54" y="228"/>
                  </a:cubicBezTo>
                  <a:cubicBezTo>
                    <a:pt x="59" y="231"/>
                    <a:pt x="59" y="234"/>
                    <a:pt x="65" y="231"/>
                  </a:cubicBezTo>
                  <a:cubicBezTo>
                    <a:pt x="69" y="228"/>
                    <a:pt x="68" y="223"/>
                    <a:pt x="73" y="221"/>
                  </a:cubicBezTo>
                  <a:cubicBezTo>
                    <a:pt x="79" y="218"/>
                    <a:pt x="83" y="221"/>
                    <a:pt x="90" y="216"/>
                  </a:cubicBezTo>
                  <a:cubicBezTo>
                    <a:pt x="94" y="213"/>
                    <a:pt x="99" y="206"/>
                    <a:pt x="103" y="205"/>
                  </a:cubicBezTo>
                  <a:cubicBezTo>
                    <a:pt x="107" y="204"/>
                    <a:pt x="113" y="208"/>
                    <a:pt x="116" y="207"/>
                  </a:cubicBezTo>
                  <a:cubicBezTo>
                    <a:pt x="123" y="205"/>
                    <a:pt x="119" y="203"/>
                    <a:pt x="122" y="199"/>
                  </a:cubicBezTo>
                  <a:cubicBezTo>
                    <a:pt x="123" y="196"/>
                    <a:pt x="120" y="195"/>
                    <a:pt x="124" y="193"/>
                  </a:cubicBezTo>
                  <a:cubicBezTo>
                    <a:pt x="127" y="191"/>
                    <a:pt x="133" y="193"/>
                    <a:pt x="136" y="194"/>
                  </a:cubicBezTo>
                  <a:cubicBezTo>
                    <a:pt x="139" y="190"/>
                    <a:pt x="143" y="189"/>
                    <a:pt x="145" y="187"/>
                  </a:cubicBezTo>
                  <a:cubicBezTo>
                    <a:pt x="147" y="184"/>
                    <a:pt x="150" y="176"/>
                    <a:pt x="152" y="175"/>
                  </a:cubicBezTo>
                  <a:cubicBezTo>
                    <a:pt x="161" y="170"/>
                    <a:pt x="167" y="183"/>
                    <a:pt x="173" y="166"/>
                  </a:cubicBezTo>
                  <a:cubicBezTo>
                    <a:pt x="176" y="165"/>
                    <a:pt x="180" y="166"/>
                    <a:pt x="183" y="165"/>
                  </a:cubicBezTo>
                  <a:cubicBezTo>
                    <a:pt x="188" y="163"/>
                    <a:pt x="191" y="156"/>
                    <a:pt x="196" y="156"/>
                  </a:cubicBezTo>
                  <a:cubicBezTo>
                    <a:pt x="200" y="155"/>
                    <a:pt x="201" y="160"/>
                    <a:pt x="206" y="160"/>
                  </a:cubicBezTo>
                  <a:cubicBezTo>
                    <a:pt x="212" y="159"/>
                    <a:pt x="219" y="149"/>
                    <a:pt x="223" y="145"/>
                  </a:cubicBezTo>
                  <a:cubicBezTo>
                    <a:pt x="233" y="153"/>
                    <a:pt x="246" y="143"/>
                    <a:pt x="247" y="132"/>
                  </a:cubicBezTo>
                  <a:cubicBezTo>
                    <a:pt x="258" y="147"/>
                    <a:pt x="265" y="126"/>
                    <a:pt x="274" y="127"/>
                  </a:cubicBezTo>
                  <a:cubicBezTo>
                    <a:pt x="280" y="127"/>
                    <a:pt x="282" y="140"/>
                    <a:pt x="289" y="129"/>
                  </a:cubicBezTo>
                  <a:cubicBezTo>
                    <a:pt x="292" y="125"/>
                    <a:pt x="293" y="121"/>
                    <a:pt x="289" y="118"/>
                  </a:cubicBezTo>
                  <a:cubicBezTo>
                    <a:pt x="297" y="118"/>
                    <a:pt x="301" y="106"/>
                    <a:pt x="308" y="103"/>
                  </a:cubicBezTo>
                  <a:cubicBezTo>
                    <a:pt x="314" y="100"/>
                    <a:pt x="321" y="102"/>
                    <a:pt x="327" y="101"/>
                  </a:cubicBezTo>
                  <a:cubicBezTo>
                    <a:pt x="328" y="94"/>
                    <a:pt x="326" y="89"/>
                    <a:pt x="332" y="84"/>
                  </a:cubicBezTo>
                  <a:cubicBezTo>
                    <a:pt x="341" y="78"/>
                    <a:pt x="350" y="83"/>
                    <a:pt x="356" y="74"/>
                  </a:cubicBezTo>
                  <a:cubicBezTo>
                    <a:pt x="360" y="69"/>
                    <a:pt x="358" y="66"/>
                    <a:pt x="367" y="64"/>
                  </a:cubicBezTo>
                  <a:cubicBezTo>
                    <a:pt x="370" y="63"/>
                    <a:pt x="375" y="65"/>
                    <a:pt x="378" y="64"/>
                  </a:cubicBezTo>
                  <a:cubicBezTo>
                    <a:pt x="380" y="63"/>
                    <a:pt x="379" y="60"/>
                    <a:pt x="381" y="59"/>
                  </a:cubicBezTo>
                  <a:cubicBezTo>
                    <a:pt x="393" y="52"/>
                    <a:pt x="404" y="54"/>
                    <a:pt x="404" y="36"/>
                  </a:cubicBezTo>
                  <a:cubicBezTo>
                    <a:pt x="404" y="29"/>
                    <a:pt x="400" y="13"/>
                    <a:pt x="395" y="9"/>
                  </a:cubicBezTo>
                  <a:cubicBezTo>
                    <a:pt x="383" y="0"/>
                    <a:pt x="363" y="19"/>
                    <a:pt x="353" y="24"/>
                  </a:cubicBezTo>
                  <a:cubicBezTo>
                    <a:pt x="340" y="30"/>
                    <a:pt x="327" y="40"/>
                    <a:pt x="313" y="45"/>
                  </a:cubicBezTo>
                  <a:cubicBezTo>
                    <a:pt x="294" y="52"/>
                    <a:pt x="273" y="57"/>
                    <a:pt x="254" y="64"/>
                  </a:cubicBezTo>
                  <a:cubicBezTo>
                    <a:pt x="238" y="70"/>
                    <a:pt x="225" y="82"/>
                    <a:pt x="210" y="92"/>
                  </a:cubicBezTo>
                  <a:cubicBezTo>
                    <a:pt x="193" y="104"/>
                    <a:pt x="174" y="110"/>
                    <a:pt x="154" y="117"/>
                  </a:cubicBezTo>
                  <a:cubicBezTo>
                    <a:pt x="129" y="125"/>
                    <a:pt x="106" y="135"/>
                    <a:pt x="82" y="144"/>
                  </a:cubicBezTo>
                  <a:cubicBezTo>
                    <a:pt x="63" y="152"/>
                    <a:pt x="45" y="148"/>
                    <a:pt x="31" y="16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Freeform 1237">
              <a:extLst>
                <a:ext uri="{FF2B5EF4-FFF2-40B4-BE49-F238E27FC236}">
                  <a16:creationId xmlns:a16="http://schemas.microsoft.com/office/drawing/2014/main" id="{633A4131-F996-49BA-A4BB-F45A07476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12"/>
              <a:ext cx="402" cy="263"/>
            </a:xfrm>
            <a:custGeom>
              <a:avLst/>
              <a:gdLst>
                <a:gd name="T0" fmla="*/ 337 w 430"/>
                <a:gd name="T1" fmla="*/ 29 h 264"/>
                <a:gd name="T2" fmla="*/ 237 w 430"/>
                <a:gd name="T3" fmla="*/ 16 h 264"/>
                <a:gd name="T4" fmla="*/ 230 w 430"/>
                <a:gd name="T5" fmla="*/ 28 h 264"/>
                <a:gd name="T6" fmla="*/ 222 w 430"/>
                <a:gd name="T7" fmla="*/ 20 h 264"/>
                <a:gd name="T8" fmla="*/ 148 w 430"/>
                <a:gd name="T9" fmla="*/ 50 h 264"/>
                <a:gd name="T10" fmla="*/ 141 w 430"/>
                <a:gd name="T11" fmla="*/ 64 h 264"/>
                <a:gd name="T12" fmla="*/ 133 w 430"/>
                <a:gd name="T13" fmla="*/ 58 h 264"/>
                <a:gd name="T14" fmla="*/ 69 w 430"/>
                <a:gd name="T15" fmla="*/ 101 h 264"/>
                <a:gd name="T16" fmla="*/ 63 w 430"/>
                <a:gd name="T17" fmla="*/ 117 h 264"/>
                <a:gd name="T18" fmla="*/ 57 w 430"/>
                <a:gd name="T19" fmla="*/ 112 h 264"/>
                <a:gd name="T20" fmla="*/ 7 w 430"/>
                <a:gd name="T21" fmla="*/ 211 h 264"/>
                <a:gd name="T22" fmla="*/ 210 w 430"/>
                <a:gd name="T23" fmla="*/ 149 h 264"/>
                <a:gd name="T24" fmla="*/ 337 w 430"/>
                <a:gd name="T25" fmla="*/ 29 h 2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0" h="264">
                  <a:moveTo>
                    <a:pt x="413" y="29"/>
                  </a:moveTo>
                  <a:cubicBezTo>
                    <a:pt x="402" y="10"/>
                    <a:pt x="363" y="0"/>
                    <a:pt x="291" y="16"/>
                  </a:cubicBezTo>
                  <a:cubicBezTo>
                    <a:pt x="291" y="16"/>
                    <a:pt x="287" y="28"/>
                    <a:pt x="281" y="28"/>
                  </a:cubicBezTo>
                  <a:cubicBezTo>
                    <a:pt x="277" y="28"/>
                    <a:pt x="273" y="25"/>
                    <a:pt x="272" y="20"/>
                  </a:cubicBezTo>
                  <a:cubicBezTo>
                    <a:pt x="246" y="27"/>
                    <a:pt x="216" y="37"/>
                    <a:pt x="181" y="50"/>
                  </a:cubicBezTo>
                  <a:cubicBezTo>
                    <a:pt x="182" y="52"/>
                    <a:pt x="178" y="64"/>
                    <a:pt x="172" y="64"/>
                  </a:cubicBezTo>
                  <a:cubicBezTo>
                    <a:pt x="168" y="64"/>
                    <a:pt x="165" y="61"/>
                    <a:pt x="163" y="58"/>
                  </a:cubicBezTo>
                  <a:cubicBezTo>
                    <a:pt x="132" y="72"/>
                    <a:pt x="106" y="86"/>
                    <a:pt x="85" y="101"/>
                  </a:cubicBezTo>
                  <a:cubicBezTo>
                    <a:pt x="86" y="102"/>
                    <a:pt x="83" y="117"/>
                    <a:pt x="77" y="117"/>
                  </a:cubicBezTo>
                  <a:cubicBezTo>
                    <a:pt x="74" y="117"/>
                    <a:pt x="70" y="115"/>
                    <a:pt x="69" y="112"/>
                  </a:cubicBezTo>
                  <a:cubicBezTo>
                    <a:pt x="13" y="156"/>
                    <a:pt x="0" y="198"/>
                    <a:pt x="9" y="214"/>
                  </a:cubicBezTo>
                  <a:cubicBezTo>
                    <a:pt x="40" y="264"/>
                    <a:pt x="178" y="188"/>
                    <a:pt x="258" y="152"/>
                  </a:cubicBezTo>
                  <a:cubicBezTo>
                    <a:pt x="337" y="116"/>
                    <a:pt x="430" y="57"/>
                    <a:pt x="413" y="29"/>
                  </a:cubicBezTo>
                  <a:close/>
                </a:path>
              </a:pathLst>
            </a:custGeom>
            <a:solidFill>
              <a:srgbClr val="F4E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7" name="Freeform 1238">
              <a:extLst>
                <a:ext uri="{FF2B5EF4-FFF2-40B4-BE49-F238E27FC236}">
                  <a16:creationId xmlns:a16="http://schemas.microsoft.com/office/drawing/2014/main" id="{F73F60B5-0BBA-466B-9C0D-10FB1BF2E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130"/>
              <a:ext cx="397" cy="245"/>
            </a:xfrm>
            <a:custGeom>
              <a:avLst/>
              <a:gdLst>
                <a:gd name="T0" fmla="*/ 334 w 424"/>
                <a:gd name="T1" fmla="*/ 11 h 246"/>
                <a:gd name="T2" fmla="*/ 324 w 424"/>
                <a:gd name="T3" fmla="*/ 0 h 246"/>
                <a:gd name="T4" fmla="*/ 198 w 424"/>
                <a:gd name="T5" fmla="*/ 107 h 246"/>
                <a:gd name="T6" fmla="*/ 1 w 424"/>
                <a:gd name="T7" fmla="*/ 176 h 246"/>
                <a:gd name="T8" fmla="*/ 3 w 424"/>
                <a:gd name="T9" fmla="*/ 193 h 246"/>
                <a:gd name="T10" fmla="*/ 207 w 424"/>
                <a:gd name="T11" fmla="*/ 131 h 246"/>
                <a:gd name="T12" fmla="*/ 334 w 424"/>
                <a:gd name="T13" fmla="*/ 1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4" h="246">
                  <a:moveTo>
                    <a:pt x="407" y="11"/>
                  </a:moveTo>
                  <a:cubicBezTo>
                    <a:pt x="405" y="7"/>
                    <a:pt x="401" y="3"/>
                    <a:pt x="395" y="0"/>
                  </a:cubicBezTo>
                  <a:cubicBezTo>
                    <a:pt x="383" y="31"/>
                    <a:pt x="306" y="77"/>
                    <a:pt x="240" y="107"/>
                  </a:cubicBezTo>
                  <a:cubicBezTo>
                    <a:pt x="167" y="140"/>
                    <a:pt x="44" y="207"/>
                    <a:pt x="1" y="179"/>
                  </a:cubicBezTo>
                  <a:cubicBezTo>
                    <a:pt x="0" y="186"/>
                    <a:pt x="1" y="192"/>
                    <a:pt x="3" y="196"/>
                  </a:cubicBezTo>
                  <a:cubicBezTo>
                    <a:pt x="34" y="246"/>
                    <a:pt x="172" y="170"/>
                    <a:pt x="252" y="134"/>
                  </a:cubicBezTo>
                  <a:cubicBezTo>
                    <a:pt x="331" y="98"/>
                    <a:pt x="424" y="39"/>
                    <a:pt x="407" y="11"/>
                  </a:cubicBezTo>
                  <a:close/>
                </a:path>
              </a:pathLst>
            </a:custGeom>
            <a:solidFill>
              <a:srgbClr val="E7B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8" name="Freeform 1239">
              <a:extLst>
                <a:ext uri="{FF2B5EF4-FFF2-40B4-BE49-F238E27FC236}">
                  <a16:creationId xmlns:a16="http://schemas.microsoft.com/office/drawing/2014/main" id="{14DF84AF-6643-472E-90BB-1978AE197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12"/>
              <a:ext cx="402" cy="263"/>
            </a:xfrm>
            <a:custGeom>
              <a:avLst/>
              <a:gdLst>
                <a:gd name="T0" fmla="*/ 337 w 430"/>
                <a:gd name="T1" fmla="*/ 29 h 264"/>
                <a:gd name="T2" fmla="*/ 237 w 430"/>
                <a:gd name="T3" fmla="*/ 16 h 264"/>
                <a:gd name="T4" fmla="*/ 230 w 430"/>
                <a:gd name="T5" fmla="*/ 28 h 264"/>
                <a:gd name="T6" fmla="*/ 222 w 430"/>
                <a:gd name="T7" fmla="*/ 20 h 264"/>
                <a:gd name="T8" fmla="*/ 148 w 430"/>
                <a:gd name="T9" fmla="*/ 50 h 264"/>
                <a:gd name="T10" fmla="*/ 141 w 430"/>
                <a:gd name="T11" fmla="*/ 64 h 264"/>
                <a:gd name="T12" fmla="*/ 133 w 430"/>
                <a:gd name="T13" fmla="*/ 58 h 264"/>
                <a:gd name="T14" fmla="*/ 69 w 430"/>
                <a:gd name="T15" fmla="*/ 101 h 264"/>
                <a:gd name="T16" fmla="*/ 63 w 430"/>
                <a:gd name="T17" fmla="*/ 117 h 264"/>
                <a:gd name="T18" fmla="*/ 57 w 430"/>
                <a:gd name="T19" fmla="*/ 112 h 264"/>
                <a:gd name="T20" fmla="*/ 7 w 430"/>
                <a:gd name="T21" fmla="*/ 211 h 264"/>
                <a:gd name="T22" fmla="*/ 210 w 430"/>
                <a:gd name="T23" fmla="*/ 149 h 264"/>
                <a:gd name="T24" fmla="*/ 337 w 430"/>
                <a:gd name="T25" fmla="*/ 29 h 2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0" h="264">
                  <a:moveTo>
                    <a:pt x="413" y="29"/>
                  </a:moveTo>
                  <a:cubicBezTo>
                    <a:pt x="402" y="10"/>
                    <a:pt x="363" y="0"/>
                    <a:pt x="291" y="16"/>
                  </a:cubicBezTo>
                  <a:cubicBezTo>
                    <a:pt x="291" y="16"/>
                    <a:pt x="287" y="28"/>
                    <a:pt x="281" y="28"/>
                  </a:cubicBezTo>
                  <a:cubicBezTo>
                    <a:pt x="277" y="28"/>
                    <a:pt x="273" y="25"/>
                    <a:pt x="272" y="20"/>
                  </a:cubicBezTo>
                  <a:cubicBezTo>
                    <a:pt x="246" y="27"/>
                    <a:pt x="216" y="37"/>
                    <a:pt x="181" y="50"/>
                  </a:cubicBezTo>
                  <a:cubicBezTo>
                    <a:pt x="182" y="52"/>
                    <a:pt x="178" y="64"/>
                    <a:pt x="172" y="64"/>
                  </a:cubicBezTo>
                  <a:cubicBezTo>
                    <a:pt x="168" y="64"/>
                    <a:pt x="165" y="61"/>
                    <a:pt x="163" y="58"/>
                  </a:cubicBezTo>
                  <a:cubicBezTo>
                    <a:pt x="132" y="72"/>
                    <a:pt x="106" y="86"/>
                    <a:pt x="85" y="101"/>
                  </a:cubicBezTo>
                  <a:cubicBezTo>
                    <a:pt x="86" y="102"/>
                    <a:pt x="83" y="117"/>
                    <a:pt x="77" y="117"/>
                  </a:cubicBezTo>
                  <a:cubicBezTo>
                    <a:pt x="74" y="117"/>
                    <a:pt x="70" y="115"/>
                    <a:pt x="69" y="112"/>
                  </a:cubicBezTo>
                  <a:cubicBezTo>
                    <a:pt x="13" y="156"/>
                    <a:pt x="0" y="198"/>
                    <a:pt x="9" y="214"/>
                  </a:cubicBezTo>
                  <a:cubicBezTo>
                    <a:pt x="40" y="264"/>
                    <a:pt x="178" y="188"/>
                    <a:pt x="258" y="152"/>
                  </a:cubicBezTo>
                  <a:cubicBezTo>
                    <a:pt x="337" y="116"/>
                    <a:pt x="430" y="57"/>
                    <a:pt x="413" y="2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9" name="Freeform 1240">
              <a:extLst>
                <a:ext uri="{FF2B5EF4-FFF2-40B4-BE49-F238E27FC236}">
                  <a16:creationId xmlns:a16="http://schemas.microsoft.com/office/drawing/2014/main" id="{591673A5-7823-4964-9462-7180D3CD3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127"/>
              <a:ext cx="34" cy="67"/>
            </a:xfrm>
            <a:custGeom>
              <a:avLst/>
              <a:gdLst>
                <a:gd name="T0" fmla="*/ 30 w 36"/>
                <a:gd name="T1" fmla="*/ 0 h 67"/>
                <a:gd name="T2" fmla="*/ 2 w 36"/>
                <a:gd name="T3" fmla="*/ 67 h 67"/>
                <a:gd name="T4" fmla="*/ 13 w 36"/>
                <a:gd name="T5" fmla="*/ 5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7">
                  <a:moveTo>
                    <a:pt x="36" y="0"/>
                  </a:moveTo>
                  <a:cubicBezTo>
                    <a:pt x="36" y="0"/>
                    <a:pt x="12" y="32"/>
                    <a:pt x="2" y="67"/>
                  </a:cubicBezTo>
                  <a:cubicBezTo>
                    <a:pt x="2" y="67"/>
                    <a:pt x="0" y="36"/>
                    <a:pt x="1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Freeform 1241">
              <a:extLst>
                <a:ext uri="{FF2B5EF4-FFF2-40B4-BE49-F238E27FC236}">
                  <a16:creationId xmlns:a16="http://schemas.microsoft.com/office/drawing/2014/main" id="{D184C5F7-9561-4F98-B3E4-CCBB8572A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162"/>
              <a:ext cx="24" cy="87"/>
            </a:xfrm>
            <a:custGeom>
              <a:avLst/>
              <a:gdLst>
                <a:gd name="T0" fmla="*/ 20 w 26"/>
                <a:gd name="T1" fmla="*/ 0 h 88"/>
                <a:gd name="T2" fmla="*/ 0 w 26"/>
                <a:gd name="T3" fmla="*/ 85 h 88"/>
                <a:gd name="T4" fmla="*/ 6 w 26"/>
                <a:gd name="T5" fmla="*/ 8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8">
                  <a:moveTo>
                    <a:pt x="26" y="0"/>
                  </a:moveTo>
                  <a:cubicBezTo>
                    <a:pt x="26" y="0"/>
                    <a:pt x="3" y="63"/>
                    <a:pt x="0" y="88"/>
                  </a:cubicBezTo>
                  <a:cubicBezTo>
                    <a:pt x="0" y="88"/>
                    <a:pt x="2" y="31"/>
                    <a:pt x="8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1" name="Freeform 1242">
              <a:extLst>
                <a:ext uri="{FF2B5EF4-FFF2-40B4-BE49-F238E27FC236}">
                  <a16:creationId xmlns:a16="http://schemas.microsoft.com/office/drawing/2014/main" id="{8A1003F1-C49F-4FA3-AD21-038BF8230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211"/>
              <a:ext cx="20" cy="49"/>
            </a:xfrm>
            <a:custGeom>
              <a:avLst/>
              <a:gdLst>
                <a:gd name="T0" fmla="*/ 18 w 21"/>
                <a:gd name="T1" fmla="*/ 0 h 50"/>
                <a:gd name="T2" fmla="*/ 10 w 21"/>
                <a:gd name="T3" fmla="*/ 47 h 50"/>
                <a:gd name="T4" fmla="*/ 3 w 21"/>
                <a:gd name="T5" fmla="*/ 13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0">
                  <a:moveTo>
                    <a:pt x="21" y="0"/>
                  </a:moveTo>
                  <a:cubicBezTo>
                    <a:pt x="21" y="0"/>
                    <a:pt x="10" y="30"/>
                    <a:pt x="10" y="50"/>
                  </a:cubicBezTo>
                  <a:cubicBezTo>
                    <a:pt x="10" y="50"/>
                    <a:pt x="0" y="18"/>
                    <a:pt x="3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2" name="Freeform 1243">
              <a:extLst>
                <a:ext uri="{FF2B5EF4-FFF2-40B4-BE49-F238E27FC236}">
                  <a16:creationId xmlns:a16="http://schemas.microsoft.com/office/drawing/2014/main" id="{5011005F-F578-4580-BD14-08477626B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227"/>
              <a:ext cx="9" cy="24"/>
            </a:xfrm>
            <a:custGeom>
              <a:avLst/>
              <a:gdLst>
                <a:gd name="T0" fmla="*/ 0 w 9"/>
                <a:gd name="T1" fmla="*/ 0 h 24"/>
                <a:gd name="T2" fmla="*/ 5 w 9"/>
                <a:gd name="T3" fmla="*/ 24 h 24"/>
                <a:gd name="T4" fmla="*/ 9 w 9"/>
                <a:gd name="T5" fmla="*/ 2 h 24"/>
                <a:gd name="T6" fmla="*/ 1 w 9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0" y="0"/>
                    <a:pt x="2" y="17"/>
                    <a:pt x="5" y="2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3" y="4"/>
                    <a:pt x="1" y="0"/>
                  </a:cubicBezTo>
                </a:path>
              </a:pathLst>
            </a:custGeom>
            <a:solidFill>
              <a:srgbClr val="E7B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3" name="Freeform 1244">
              <a:extLst>
                <a:ext uri="{FF2B5EF4-FFF2-40B4-BE49-F238E27FC236}">
                  <a16:creationId xmlns:a16="http://schemas.microsoft.com/office/drawing/2014/main" id="{E5A9B4C0-F572-4249-9C4A-BDB98A972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174"/>
              <a:ext cx="17" cy="55"/>
            </a:xfrm>
            <a:custGeom>
              <a:avLst/>
              <a:gdLst>
                <a:gd name="T0" fmla="*/ 7 w 18"/>
                <a:gd name="T1" fmla="*/ 0 h 56"/>
                <a:gd name="T2" fmla="*/ 0 w 18"/>
                <a:gd name="T3" fmla="*/ 53 h 56"/>
                <a:gd name="T4" fmla="*/ 15 w 18"/>
                <a:gd name="T5" fmla="*/ 3 h 56"/>
                <a:gd name="T6" fmla="*/ 7 w 18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6">
                  <a:moveTo>
                    <a:pt x="7" y="0"/>
                  </a:moveTo>
                  <a:cubicBezTo>
                    <a:pt x="7" y="0"/>
                    <a:pt x="0" y="39"/>
                    <a:pt x="0" y="56"/>
                  </a:cubicBezTo>
                  <a:cubicBezTo>
                    <a:pt x="0" y="56"/>
                    <a:pt x="13" y="9"/>
                    <a:pt x="18" y="3"/>
                  </a:cubicBezTo>
                  <a:cubicBezTo>
                    <a:pt x="18" y="3"/>
                    <a:pt x="9" y="4"/>
                    <a:pt x="7" y="0"/>
                  </a:cubicBezTo>
                  <a:close/>
                </a:path>
              </a:pathLst>
            </a:custGeom>
            <a:solidFill>
              <a:srgbClr val="E7B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Freeform 1245">
              <a:extLst>
                <a:ext uri="{FF2B5EF4-FFF2-40B4-BE49-F238E27FC236}">
                  <a16:creationId xmlns:a16="http://schemas.microsoft.com/office/drawing/2014/main" id="{0877EAD5-828F-4F06-BFE4-117973DD7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37"/>
              <a:ext cx="20" cy="47"/>
            </a:xfrm>
            <a:custGeom>
              <a:avLst/>
              <a:gdLst>
                <a:gd name="T0" fmla="*/ 9 w 22"/>
                <a:gd name="T1" fmla="*/ 0 h 47"/>
                <a:gd name="T2" fmla="*/ 1 w 22"/>
                <a:gd name="T3" fmla="*/ 47 h 47"/>
                <a:gd name="T4" fmla="*/ 16 w 22"/>
                <a:gd name="T5" fmla="*/ 4 h 47"/>
                <a:gd name="T6" fmla="*/ 9 w 22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7">
                  <a:moveTo>
                    <a:pt x="12" y="0"/>
                  </a:moveTo>
                  <a:cubicBezTo>
                    <a:pt x="12" y="0"/>
                    <a:pt x="0" y="28"/>
                    <a:pt x="1" y="47"/>
                  </a:cubicBezTo>
                  <a:cubicBezTo>
                    <a:pt x="1" y="47"/>
                    <a:pt x="12" y="16"/>
                    <a:pt x="22" y="4"/>
                  </a:cubicBezTo>
                  <a:cubicBezTo>
                    <a:pt x="22" y="4"/>
                    <a:pt x="13" y="5"/>
                    <a:pt x="12" y="0"/>
                  </a:cubicBezTo>
                  <a:close/>
                </a:path>
              </a:pathLst>
            </a:custGeom>
            <a:solidFill>
              <a:srgbClr val="E7B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5" name="Freeform 1246">
              <a:extLst>
                <a:ext uri="{FF2B5EF4-FFF2-40B4-BE49-F238E27FC236}">
                  <a16:creationId xmlns:a16="http://schemas.microsoft.com/office/drawing/2014/main" id="{D4A6B789-29A2-4A82-98A3-E5973350F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29"/>
              <a:ext cx="53" cy="74"/>
            </a:xfrm>
            <a:custGeom>
              <a:avLst/>
              <a:gdLst>
                <a:gd name="T0" fmla="*/ 44 w 57"/>
                <a:gd name="T1" fmla="*/ 0 h 74"/>
                <a:gd name="T2" fmla="*/ 0 w 57"/>
                <a:gd name="T3" fmla="*/ 74 h 74"/>
                <a:gd name="T4" fmla="*/ 46 w 57"/>
                <a:gd name="T5" fmla="*/ 11 h 74"/>
                <a:gd name="T6" fmla="*/ 44 w 57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4">
                  <a:moveTo>
                    <a:pt x="55" y="0"/>
                  </a:moveTo>
                  <a:cubicBezTo>
                    <a:pt x="55" y="0"/>
                    <a:pt x="6" y="45"/>
                    <a:pt x="0" y="74"/>
                  </a:cubicBezTo>
                  <a:cubicBezTo>
                    <a:pt x="0" y="74"/>
                    <a:pt x="47" y="8"/>
                    <a:pt x="57" y="11"/>
                  </a:cubicBezTo>
                  <a:lnTo>
                    <a:pt x="55" y="0"/>
                  </a:lnTo>
                  <a:close/>
                </a:path>
              </a:pathLst>
            </a:custGeom>
            <a:solidFill>
              <a:srgbClr val="FD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6" name="Freeform 1247">
              <a:extLst>
                <a:ext uri="{FF2B5EF4-FFF2-40B4-BE49-F238E27FC236}">
                  <a16:creationId xmlns:a16="http://schemas.microsoft.com/office/drawing/2014/main" id="{326B86A5-4D75-45B6-AB5D-1C3AD221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173"/>
              <a:ext cx="72" cy="56"/>
            </a:xfrm>
            <a:custGeom>
              <a:avLst/>
              <a:gdLst>
                <a:gd name="T0" fmla="*/ 6 w 77"/>
                <a:gd name="T1" fmla="*/ 36 h 57"/>
                <a:gd name="T2" fmla="*/ 63 w 77"/>
                <a:gd name="T3" fmla="*/ 0 h 57"/>
                <a:gd name="T4" fmla="*/ 61 w 77"/>
                <a:gd name="T5" fmla="*/ 14 h 57"/>
                <a:gd name="T6" fmla="*/ 0 w 77"/>
                <a:gd name="T7" fmla="*/ 54 h 57"/>
                <a:gd name="T8" fmla="*/ 6 w 77"/>
                <a:gd name="T9" fmla="*/ 3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7">
                  <a:moveTo>
                    <a:pt x="6" y="39"/>
                  </a:moveTo>
                  <a:cubicBezTo>
                    <a:pt x="6" y="39"/>
                    <a:pt x="65" y="4"/>
                    <a:pt x="77" y="0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10" y="43"/>
                    <a:pt x="0" y="57"/>
                  </a:cubicBezTo>
                  <a:lnTo>
                    <a:pt x="6" y="39"/>
                  </a:lnTo>
                  <a:close/>
                </a:path>
              </a:pathLst>
            </a:custGeom>
            <a:solidFill>
              <a:srgbClr val="FD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7" name="Freeform 1248">
              <a:extLst>
                <a:ext uri="{FF2B5EF4-FFF2-40B4-BE49-F238E27FC236}">
                  <a16:creationId xmlns:a16="http://schemas.microsoft.com/office/drawing/2014/main" id="{1864968E-9048-40C6-AC1E-E0E09A550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136"/>
              <a:ext cx="86" cy="47"/>
            </a:xfrm>
            <a:custGeom>
              <a:avLst/>
              <a:gdLst>
                <a:gd name="T0" fmla="*/ 7 w 92"/>
                <a:gd name="T1" fmla="*/ 28 h 47"/>
                <a:gd name="T2" fmla="*/ 75 w 92"/>
                <a:gd name="T3" fmla="*/ 0 h 47"/>
                <a:gd name="T4" fmla="*/ 69 w 92"/>
                <a:gd name="T5" fmla="*/ 16 h 47"/>
                <a:gd name="T6" fmla="*/ 0 w 92"/>
                <a:gd name="T7" fmla="*/ 47 h 47"/>
                <a:gd name="T8" fmla="*/ 7 w 92"/>
                <a:gd name="T9" fmla="*/ 2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47">
                  <a:moveTo>
                    <a:pt x="7" y="28"/>
                  </a:moveTo>
                  <a:cubicBezTo>
                    <a:pt x="7" y="28"/>
                    <a:pt x="82" y="1"/>
                    <a:pt x="92" y="0"/>
                  </a:cubicBezTo>
                  <a:cubicBezTo>
                    <a:pt x="92" y="0"/>
                    <a:pt x="86" y="10"/>
                    <a:pt x="85" y="16"/>
                  </a:cubicBezTo>
                  <a:cubicBezTo>
                    <a:pt x="0" y="47"/>
                    <a:pt x="0" y="47"/>
                    <a:pt x="0" y="47"/>
                  </a:cubicBezTo>
                  <a:lnTo>
                    <a:pt x="7" y="28"/>
                  </a:lnTo>
                  <a:close/>
                </a:path>
              </a:pathLst>
            </a:custGeom>
            <a:solidFill>
              <a:srgbClr val="FD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Freeform 1249">
              <a:extLst>
                <a:ext uri="{FF2B5EF4-FFF2-40B4-BE49-F238E27FC236}">
                  <a16:creationId xmlns:a16="http://schemas.microsoft.com/office/drawing/2014/main" id="{F41185F5-6D9F-4334-A626-7FFAEB940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115"/>
              <a:ext cx="99" cy="27"/>
            </a:xfrm>
            <a:custGeom>
              <a:avLst/>
              <a:gdLst>
                <a:gd name="T0" fmla="*/ 7 w 106"/>
                <a:gd name="T1" fmla="*/ 15 h 27"/>
                <a:gd name="T2" fmla="*/ 0 w 106"/>
                <a:gd name="T3" fmla="*/ 27 h 27"/>
                <a:gd name="T4" fmla="*/ 86 w 106"/>
                <a:gd name="T5" fmla="*/ 13 h 27"/>
                <a:gd name="T6" fmla="*/ 7 w 106"/>
                <a:gd name="T7" fmla="*/ 1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27">
                  <a:moveTo>
                    <a:pt x="9" y="1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81" y="3"/>
                    <a:pt x="106" y="13"/>
                  </a:cubicBezTo>
                  <a:cubicBezTo>
                    <a:pt x="106" y="13"/>
                    <a:pt x="78" y="0"/>
                    <a:pt x="9" y="15"/>
                  </a:cubicBezTo>
                  <a:close/>
                </a:path>
              </a:pathLst>
            </a:custGeom>
            <a:solidFill>
              <a:srgbClr val="FD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9" name="Freeform 1250">
              <a:extLst>
                <a:ext uri="{FF2B5EF4-FFF2-40B4-BE49-F238E27FC236}">
                  <a16:creationId xmlns:a16="http://schemas.microsoft.com/office/drawing/2014/main" id="{A10FBD03-C2C7-45ED-9ECA-396BEDCA6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184"/>
              <a:ext cx="7" cy="60"/>
            </a:xfrm>
            <a:custGeom>
              <a:avLst/>
              <a:gdLst>
                <a:gd name="T0" fmla="*/ 7 w 7"/>
                <a:gd name="T1" fmla="*/ 0 h 61"/>
                <a:gd name="T2" fmla="*/ 3 w 7"/>
                <a:gd name="T3" fmla="*/ 58 h 61"/>
                <a:gd name="T4" fmla="*/ 0 w 7"/>
                <a:gd name="T5" fmla="*/ 4 h 61"/>
                <a:gd name="T6" fmla="*/ 7 w 7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1">
                  <a:moveTo>
                    <a:pt x="7" y="0"/>
                  </a:moveTo>
                  <a:cubicBezTo>
                    <a:pt x="7" y="0"/>
                    <a:pt x="2" y="55"/>
                    <a:pt x="3" y="61"/>
                  </a:cubicBezTo>
                  <a:cubicBezTo>
                    <a:pt x="0" y="4"/>
                    <a:pt x="0" y="4"/>
                    <a:pt x="0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D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0" name="Freeform 1251">
              <a:extLst>
                <a:ext uri="{FF2B5EF4-FFF2-40B4-BE49-F238E27FC236}">
                  <a16:creationId xmlns:a16="http://schemas.microsoft.com/office/drawing/2014/main" id="{CB15AB35-A33B-4704-BAF3-D90B2568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149"/>
              <a:ext cx="11" cy="40"/>
            </a:xfrm>
            <a:custGeom>
              <a:avLst/>
              <a:gdLst>
                <a:gd name="T0" fmla="*/ 9 w 12"/>
                <a:gd name="T1" fmla="*/ 0 h 40"/>
                <a:gd name="T2" fmla="*/ 6 w 12"/>
                <a:gd name="T3" fmla="*/ 40 h 40"/>
                <a:gd name="T4" fmla="*/ 4 w 12"/>
                <a:gd name="T5" fmla="*/ 1 h 40"/>
                <a:gd name="T6" fmla="*/ 9 w 12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cubicBezTo>
                    <a:pt x="12" y="0"/>
                    <a:pt x="6" y="31"/>
                    <a:pt x="7" y="40"/>
                  </a:cubicBezTo>
                  <a:cubicBezTo>
                    <a:pt x="7" y="40"/>
                    <a:pt x="0" y="7"/>
                    <a:pt x="4" y="1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FD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1" name="Freeform 1252">
              <a:extLst>
                <a:ext uri="{FF2B5EF4-FFF2-40B4-BE49-F238E27FC236}">
                  <a16:creationId xmlns:a16="http://schemas.microsoft.com/office/drawing/2014/main" id="{116C72FE-D92C-4A7F-A795-E6A32D4A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2628"/>
              <a:ext cx="738" cy="83"/>
            </a:xfrm>
            <a:custGeom>
              <a:avLst/>
              <a:gdLst>
                <a:gd name="T0" fmla="*/ 0 w 789"/>
                <a:gd name="T1" fmla="*/ 81 h 84"/>
                <a:gd name="T2" fmla="*/ 0 w 789"/>
                <a:gd name="T3" fmla="*/ 0 h 84"/>
                <a:gd name="T4" fmla="*/ 645 w 789"/>
                <a:gd name="T5" fmla="*/ 0 h 84"/>
                <a:gd name="T6" fmla="*/ 0 w 789"/>
                <a:gd name="T7" fmla="*/ 81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9" h="84">
                  <a:moveTo>
                    <a:pt x="0" y="8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89" y="0"/>
                    <a:pt x="789" y="0"/>
                    <a:pt x="789" y="0"/>
                  </a:cubicBezTo>
                  <a:cubicBezTo>
                    <a:pt x="789" y="0"/>
                    <a:pt x="7" y="15"/>
                    <a:pt x="0" y="84"/>
                  </a:cubicBezTo>
                  <a:close/>
                </a:path>
              </a:pathLst>
            </a:custGeom>
            <a:solidFill>
              <a:srgbClr val="8F4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Freeform 1253">
              <a:extLst>
                <a:ext uri="{FF2B5EF4-FFF2-40B4-BE49-F238E27FC236}">
                  <a16:creationId xmlns:a16="http://schemas.microsoft.com/office/drawing/2014/main" id="{E5E10DF7-D3CF-4C9E-B513-75DA13FB4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203"/>
              <a:ext cx="152" cy="169"/>
            </a:xfrm>
            <a:custGeom>
              <a:avLst/>
              <a:gdLst>
                <a:gd name="T0" fmla="*/ 134 w 162"/>
                <a:gd name="T1" fmla="*/ 0 h 170"/>
                <a:gd name="T2" fmla="*/ 7 w 162"/>
                <a:gd name="T3" fmla="*/ 0 h 170"/>
                <a:gd name="T4" fmla="*/ 7 w 162"/>
                <a:gd name="T5" fmla="*/ 167 h 170"/>
                <a:gd name="T6" fmla="*/ 134 w 162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70">
                  <a:moveTo>
                    <a:pt x="16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7" y="170"/>
                    <a:pt x="0" y="0"/>
                    <a:pt x="162" y="0"/>
                  </a:cubicBezTo>
                  <a:close/>
                </a:path>
              </a:pathLst>
            </a:custGeom>
            <a:solidFill>
              <a:srgbClr val="A66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3" name="Freeform 1254">
              <a:extLst>
                <a:ext uri="{FF2B5EF4-FFF2-40B4-BE49-F238E27FC236}">
                  <a16:creationId xmlns:a16="http://schemas.microsoft.com/office/drawing/2014/main" id="{C5FE9629-67B5-4925-956B-6906DA28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132"/>
              <a:ext cx="84" cy="92"/>
            </a:xfrm>
            <a:custGeom>
              <a:avLst/>
              <a:gdLst>
                <a:gd name="T0" fmla="*/ 39 w 90"/>
                <a:gd name="T1" fmla="*/ 91 h 92"/>
                <a:gd name="T2" fmla="*/ 35 w 90"/>
                <a:gd name="T3" fmla="*/ 89 h 92"/>
                <a:gd name="T4" fmla="*/ 33 w 90"/>
                <a:gd name="T5" fmla="*/ 84 h 92"/>
                <a:gd name="T6" fmla="*/ 33 w 90"/>
                <a:gd name="T7" fmla="*/ 79 h 92"/>
                <a:gd name="T8" fmla="*/ 36 w 90"/>
                <a:gd name="T9" fmla="*/ 75 h 92"/>
                <a:gd name="T10" fmla="*/ 41 w 90"/>
                <a:gd name="T11" fmla="*/ 74 h 92"/>
                <a:gd name="T12" fmla="*/ 46 w 90"/>
                <a:gd name="T13" fmla="*/ 73 h 92"/>
                <a:gd name="T14" fmla="*/ 51 w 90"/>
                <a:gd name="T15" fmla="*/ 68 h 92"/>
                <a:gd name="T16" fmla="*/ 55 w 90"/>
                <a:gd name="T17" fmla="*/ 65 h 92"/>
                <a:gd name="T18" fmla="*/ 58 w 90"/>
                <a:gd name="T19" fmla="*/ 60 h 92"/>
                <a:gd name="T20" fmla="*/ 59 w 90"/>
                <a:gd name="T21" fmla="*/ 57 h 92"/>
                <a:gd name="T22" fmla="*/ 59 w 90"/>
                <a:gd name="T23" fmla="*/ 53 h 92"/>
                <a:gd name="T24" fmla="*/ 58 w 90"/>
                <a:gd name="T25" fmla="*/ 48 h 92"/>
                <a:gd name="T26" fmla="*/ 55 w 90"/>
                <a:gd name="T27" fmla="*/ 44 h 92"/>
                <a:gd name="T28" fmla="*/ 50 w 90"/>
                <a:gd name="T29" fmla="*/ 43 h 92"/>
                <a:gd name="T30" fmla="*/ 46 w 90"/>
                <a:gd name="T31" fmla="*/ 45 h 92"/>
                <a:gd name="T32" fmla="*/ 39 w 90"/>
                <a:gd name="T33" fmla="*/ 51 h 92"/>
                <a:gd name="T34" fmla="*/ 33 w 90"/>
                <a:gd name="T35" fmla="*/ 57 h 92"/>
                <a:gd name="T36" fmla="*/ 26 w 90"/>
                <a:gd name="T37" fmla="*/ 62 h 92"/>
                <a:gd name="T38" fmla="*/ 19 w 90"/>
                <a:gd name="T39" fmla="*/ 64 h 92"/>
                <a:gd name="T40" fmla="*/ 14 w 90"/>
                <a:gd name="T41" fmla="*/ 63 h 92"/>
                <a:gd name="T42" fmla="*/ 9 w 90"/>
                <a:gd name="T43" fmla="*/ 61 h 92"/>
                <a:gd name="T44" fmla="*/ 4 w 90"/>
                <a:gd name="T45" fmla="*/ 53 h 92"/>
                <a:gd name="T46" fmla="*/ 1 w 90"/>
                <a:gd name="T47" fmla="*/ 43 h 92"/>
                <a:gd name="T48" fmla="*/ 2 w 90"/>
                <a:gd name="T49" fmla="*/ 30 h 92"/>
                <a:gd name="T50" fmla="*/ 7 w 90"/>
                <a:gd name="T51" fmla="*/ 19 h 92"/>
                <a:gd name="T52" fmla="*/ 12 w 90"/>
                <a:gd name="T53" fmla="*/ 9 h 92"/>
                <a:gd name="T54" fmla="*/ 21 w 90"/>
                <a:gd name="T55" fmla="*/ 1 h 92"/>
                <a:gd name="T56" fmla="*/ 26 w 90"/>
                <a:gd name="T57" fmla="*/ 1 h 92"/>
                <a:gd name="T58" fmla="*/ 30 w 90"/>
                <a:gd name="T59" fmla="*/ 4 h 92"/>
                <a:gd name="T60" fmla="*/ 31 w 90"/>
                <a:gd name="T61" fmla="*/ 10 h 92"/>
                <a:gd name="T62" fmla="*/ 29 w 90"/>
                <a:gd name="T63" fmla="*/ 15 h 92"/>
                <a:gd name="T64" fmla="*/ 24 w 90"/>
                <a:gd name="T65" fmla="*/ 19 h 92"/>
                <a:gd name="T66" fmla="*/ 20 w 90"/>
                <a:gd name="T67" fmla="*/ 23 h 92"/>
                <a:gd name="T68" fmla="*/ 19 w 90"/>
                <a:gd name="T69" fmla="*/ 27 h 92"/>
                <a:gd name="T70" fmla="*/ 17 w 90"/>
                <a:gd name="T71" fmla="*/ 31 h 92"/>
                <a:gd name="T72" fmla="*/ 15 w 90"/>
                <a:gd name="T73" fmla="*/ 36 h 92"/>
                <a:gd name="T74" fmla="*/ 14 w 90"/>
                <a:gd name="T75" fmla="*/ 39 h 92"/>
                <a:gd name="T76" fmla="*/ 15 w 90"/>
                <a:gd name="T77" fmla="*/ 42 h 92"/>
                <a:gd name="T78" fmla="*/ 17 w 90"/>
                <a:gd name="T79" fmla="*/ 46 h 92"/>
                <a:gd name="T80" fmla="*/ 20 w 90"/>
                <a:gd name="T81" fmla="*/ 47 h 92"/>
                <a:gd name="T82" fmla="*/ 23 w 90"/>
                <a:gd name="T83" fmla="*/ 45 h 92"/>
                <a:gd name="T84" fmla="*/ 31 w 90"/>
                <a:gd name="T85" fmla="*/ 38 h 92"/>
                <a:gd name="T86" fmla="*/ 36 w 90"/>
                <a:gd name="T87" fmla="*/ 32 h 92"/>
                <a:gd name="T88" fmla="*/ 44 w 90"/>
                <a:gd name="T89" fmla="*/ 28 h 92"/>
                <a:gd name="T90" fmla="*/ 52 w 90"/>
                <a:gd name="T91" fmla="*/ 26 h 92"/>
                <a:gd name="T92" fmla="*/ 59 w 90"/>
                <a:gd name="T93" fmla="*/ 28 h 92"/>
                <a:gd name="T94" fmla="*/ 66 w 90"/>
                <a:gd name="T95" fmla="*/ 33 h 92"/>
                <a:gd name="T96" fmla="*/ 71 w 90"/>
                <a:gd name="T97" fmla="*/ 40 h 92"/>
                <a:gd name="T98" fmla="*/ 73 w 90"/>
                <a:gd name="T99" fmla="*/ 49 h 92"/>
                <a:gd name="T100" fmla="*/ 73 w 90"/>
                <a:gd name="T101" fmla="*/ 56 h 92"/>
                <a:gd name="T102" fmla="*/ 72 w 90"/>
                <a:gd name="T103" fmla="*/ 62 h 92"/>
                <a:gd name="T104" fmla="*/ 68 w 90"/>
                <a:gd name="T105" fmla="*/ 73 h 92"/>
                <a:gd name="T106" fmla="*/ 60 w 90"/>
                <a:gd name="T107" fmla="*/ 82 h 92"/>
                <a:gd name="T108" fmla="*/ 50 w 90"/>
                <a:gd name="T109" fmla="*/ 89 h 92"/>
                <a:gd name="T110" fmla="*/ 41 w 90"/>
                <a:gd name="T111" fmla="*/ 92 h 92"/>
                <a:gd name="T112" fmla="*/ 39 w 90"/>
                <a:gd name="T113" fmla="*/ 91 h 9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0" h="92">
                  <a:moveTo>
                    <a:pt x="48" y="91"/>
                  </a:moveTo>
                  <a:cubicBezTo>
                    <a:pt x="46" y="91"/>
                    <a:pt x="44" y="90"/>
                    <a:pt x="43" y="89"/>
                  </a:cubicBezTo>
                  <a:cubicBezTo>
                    <a:pt x="42" y="87"/>
                    <a:pt x="41" y="86"/>
                    <a:pt x="41" y="84"/>
                  </a:cubicBezTo>
                  <a:cubicBezTo>
                    <a:pt x="40" y="83"/>
                    <a:pt x="40" y="81"/>
                    <a:pt x="41" y="79"/>
                  </a:cubicBezTo>
                  <a:cubicBezTo>
                    <a:pt x="42" y="78"/>
                    <a:pt x="43" y="77"/>
                    <a:pt x="45" y="75"/>
                  </a:cubicBezTo>
                  <a:cubicBezTo>
                    <a:pt x="47" y="75"/>
                    <a:pt x="48" y="74"/>
                    <a:pt x="50" y="74"/>
                  </a:cubicBezTo>
                  <a:cubicBezTo>
                    <a:pt x="52" y="74"/>
                    <a:pt x="54" y="73"/>
                    <a:pt x="56" y="73"/>
                  </a:cubicBezTo>
                  <a:cubicBezTo>
                    <a:pt x="59" y="71"/>
                    <a:pt x="61" y="70"/>
                    <a:pt x="63" y="68"/>
                  </a:cubicBezTo>
                  <a:cubicBezTo>
                    <a:pt x="64" y="67"/>
                    <a:pt x="66" y="66"/>
                    <a:pt x="67" y="65"/>
                  </a:cubicBezTo>
                  <a:cubicBezTo>
                    <a:pt x="68" y="63"/>
                    <a:pt x="70" y="62"/>
                    <a:pt x="71" y="60"/>
                  </a:cubicBezTo>
                  <a:cubicBezTo>
                    <a:pt x="71" y="59"/>
                    <a:pt x="72" y="58"/>
                    <a:pt x="72" y="57"/>
                  </a:cubicBezTo>
                  <a:cubicBezTo>
                    <a:pt x="73" y="56"/>
                    <a:pt x="73" y="54"/>
                    <a:pt x="72" y="53"/>
                  </a:cubicBezTo>
                  <a:cubicBezTo>
                    <a:pt x="72" y="51"/>
                    <a:pt x="72" y="49"/>
                    <a:pt x="71" y="48"/>
                  </a:cubicBezTo>
                  <a:cubicBezTo>
                    <a:pt x="70" y="46"/>
                    <a:pt x="68" y="45"/>
                    <a:pt x="67" y="44"/>
                  </a:cubicBezTo>
                  <a:cubicBezTo>
                    <a:pt x="65" y="44"/>
                    <a:pt x="64" y="43"/>
                    <a:pt x="62" y="43"/>
                  </a:cubicBezTo>
                  <a:cubicBezTo>
                    <a:pt x="60" y="44"/>
                    <a:pt x="58" y="44"/>
                    <a:pt x="57" y="45"/>
                  </a:cubicBezTo>
                  <a:cubicBezTo>
                    <a:pt x="54" y="47"/>
                    <a:pt x="51" y="49"/>
                    <a:pt x="48" y="51"/>
                  </a:cubicBezTo>
                  <a:cubicBezTo>
                    <a:pt x="46" y="53"/>
                    <a:pt x="43" y="56"/>
                    <a:pt x="41" y="57"/>
                  </a:cubicBezTo>
                  <a:cubicBezTo>
                    <a:pt x="38" y="59"/>
                    <a:pt x="35" y="61"/>
                    <a:pt x="32" y="62"/>
                  </a:cubicBezTo>
                  <a:cubicBezTo>
                    <a:pt x="29" y="63"/>
                    <a:pt x="26" y="64"/>
                    <a:pt x="22" y="64"/>
                  </a:cubicBezTo>
                  <a:cubicBezTo>
                    <a:pt x="20" y="64"/>
                    <a:pt x="18" y="64"/>
                    <a:pt x="17" y="63"/>
                  </a:cubicBezTo>
                  <a:cubicBezTo>
                    <a:pt x="16" y="63"/>
                    <a:pt x="14" y="62"/>
                    <a:pt x="12" y="61"/>
                  </a:cubicBezTo>
                  <a:cubicBezTo>
                    <a:pt x="8" y="59"/>
                    <a:pt x="5" y="56"/>
                    <a:pt x="4" y="53"/>
                  </a:cubicBezTo>
                  <a:cubicBezTo>
                    <a:pt x="3" y="50"/>
                    <a:pt x="2" y="47"/>
                    <a:pt x="1" y="43"/>
                  </a:cubicBezTo>
                  <a:cubicBezTo>
                    <a:pt x="0" y="39"/>
                    <a:pt x="1" y="34"/>
                    <a:pt x="2" y="30"/>
                  </a:cubicBezTo>
                  <a:cubicBezTo>
                    <a:pt x="3" y="26"/>
                    <a:pt x="4" y="22"/>
                    <a:pt x="7" y="19"/>
                  </a:cubicBezTo>
                  <a:cubicBezTo>
                    <a:pt x="9" y="15"/>
                    <a:pt x="12" y="12"/>
                    <a:pt x="15" y="9"/>
                  </a:cubicBezTo>
                  <a:cubicBezTo>
                    <a:pt x="18" y="6"/>
                    <a:pt x="22" y="3"/>
                    <a:pt x="26" y="1"/>
                  </a:cubicBezTo>
                  <a:cubicBezTo>
                    <a:pt x="28" y="0"/>
                    <a:pt x="30" y="0"/>
                    <a:pt x="32" y="1"/>
                  </a:cubicBezTo>
                  <a:cubicBezTo>
                    <a:pt x="34" y="2"/>
                    <a:pt x="35" y="3"/>
                    <a:pt x="36" y="4"/>
                  </a:cubicBezTo>
                  <a:cubicBezTo>
                    <a:pt x="38" y="6"/>
                    <a:pt x="38" y="8"/>
                    <a:pt x="38" y="10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4" y="17"/>
                    <a:pt x="32" y="18"/>
                    <a:pt x="30" y="19"/>
                  </a:cubicBezTo>
                  <a:cubicBezTo>
                    <a:pt x="28" y="21"/>
                    <a:pt x="27" y="22"/>
                    <a:pt x="25" y="23"/>
                  </a:cubicBezTo>
                  <a:cubicBezTo>
                    <a:pt x="24" y="24"/>
                    <a:pt x="23" y="25"/>
                    <a:pt x="22" y="27"/>
                  </a:cubicBezTo>
                  <a:cubicBezTo>
                    <a:pt x="21" y="28"/>
                    <a:pt x="20" y="30"/>
                    <a:pt x="20" y="31"/>
                  </a:cubicBezTo>
                  <a:cubicBezTo>
                    <a:pt x="19" y="33"/>
                    <a:pt x="18" y="34"/>
                    <a:pt x="18" y="36"/>
                  </a:cubicBezTo>
                  <a:cubicBezTo>
                    <a:pt x="18" y="37"/>
                    <a:pt x="17" y="38"/>
                    <a:pt x="17" y="39"/>
                  </a:cubicBezTo>
                  <a:cubicBezTo>
                    <a:pt x="17" y="40"/>
                    <a:pt x="18" y="41"/>
                    <a:pt x="18" y="42"/>
                  </a:cubicBezTo>
                  <a:cubicBezTo>
                    <a:pt x="18" y="44"/>
                    <a:pt x="19" y="45"/>
                    <a:pt x="20" y="46"/>
                  </a:cubicBezTo>
                  <a:cubicBezTo>
                    <a:pt x="21" y="47"/>
                    <a:pt x="23" y="47"/>
                    <a:pt x="24" y="47"/>
                  </a:cubicBezTo>
                  <a:cubicBezTo>
                    <a:pt x="26" y="46"/>
                    <a:pt x="28" y="46"/>
                    <a:pt x="29" y="45"/>
                  </a:cubicBezTo>
                  <a:cubicBezTo>
                    <a:pt x="32" y="43"/>
                    <a:pt x="34" y="40"/>
                    <a:pt x="37" y="38"/>
                  </a:cubicBezTo>
                  <a:cubicBezTo>
                    <a:pt x="39" y="36"/>
                    <a:pt x="42" y="34"/>
                    <a:pt x="45" y="32"/>
                  </a:cubicBezTo>
                  <a:cubicBezTo>
                    <a:pt x="48" y="30"/>
                    <a:pt x="51" y="29"/>
                    <a:pt x="54" y="28"/>
                  </a:cubicBezTo>
                  <a:cubicBezTo>
                    <a:pt x="57" y="27"/>
                    <a:pt x="60" y="26"/>
                    <a:pt x="64" y="26"/>
                  </a:cubicBezTo>
                  <a:cubicBezTo>
                    <a:pt x="67" y="26"/>
                    <a:pt x="70" y="27"/>
                    <a:pt x="73" y="28"/>
                  </a:cubicBezTo>
                  <a:cubicBezTo>
                    <a:pt x="76" y="29"/>
                    <a:pt x="79" y="31"/>
                    <a:pt x="81" y="33"/>
                  </a:cubicBezTo>
                  <a:cubicBezTo>
                    <a:pt x="84" y="35"/>
                    <a:pt x="86" y="38"/>
                    <a:pt x="87" y="40"/>
                  </a:cubicBezTo>
                  <a:cubicBezTo>
                    <a:pt x="89" y="43"/>
                    <a:pt x="90" y="46"/>
                    <a:pt x="90" y="49"/>
                  </a:cubicBezTo>
                  <a:cubicBezTo>
                    <a:pt x="90" y="51"/>
                    <a:pt x="90" y="54"/>
                    <a:pt x="90" y="56"/>
                  </a:cubicBezTo>
                  <a:cubicBezTo>
                    <a:pt x="90" y="58"/>
                    <a:pt x="89" y="60"/>
                    <a:pt x="89" y="62"/>
                  </a:cubicBezTo>
                  <a:cubicBezTo>
                    <a:pt x="88" y="66"/>
                    <a:pt x="86" y="70"/>
                    <a:pt x="84" y="73"/>
                  </a:cubicBezTo>
                  <a:cubicBezTo>
                    <a:pt x="81" y="77"/>
                    <a:pt x="78" y="80"/>
                    <a:pt x="74" y="82"/>
                  </a:cubicBezTo>
                  <a:cubicBezTo>
                    <a:pt x="70" y="85"/>
                    <a:pt x="66" y="87"/>
                    <a:pt x="62" y="89"/>
                  </a:cubicBezTo>
                  <a:cubicBezTo>
                    <a:pt x="58" y="90"/>
                    <a:pt x="53" y="91"/>
                    <a:pt x="50" y="92"/>
                  </a:cubicBezTo>
                  <a:lnTo>
                    <a:pt x="48" y="91"/>
                  </a:lnTo>
                  <a:close/>
                </a:path>
              </a:pathLst>
            </a:custGeom>
            <a:solidFill>
              <a:srgbClr val="1FA12D"/>
            </a:solidFill>
            <a:ln w="6350" cap="flat">
              <a:solidFill>
                <a:srgbClr val="06040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44" name="Freeform 1255">
              <a:extLst>
                <a:ext uri="{FF2B5EF4-FFF2-40B4-BE49-F238E27FC236}">
                  <a16:creationId xmlns:a16="http://schemas.microsoft.com/office/drawing/2014/main" id="{09E40C6F-AD13-44FF-B2BE-D751B2242B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9" y="2079"/>
              <a:ext cx="87" cy="98"/>
            </a:xfrm>
            <a:custGeom>
              <a:avLst/>
              <a:gdLst>
                <a:gd name="T0" fmla="*/ 75 w 93"/>
                <a:gd name="T1" fmla="*/ 47 h 98"/>
                <a:gd name="T2" fmla="*/ 76 w 93"/>
                <a:gd name="T3" fmla="*/ 53 h 98"/>
                <a:gd name="T4" fmla="*/ 75 w 93"/>
                <a:gd name="T5" fmla="*/ 58 h 98"/>
                <a:gd name="T6" fmla="*/ 71 w 93"/>
                <a:gd name="T7" fmla="*/ 61 h 98"/>
                <a:gd name="T8" fmla="*/ 67 w 93"/>
                <a:gd name="T9" fmla="*/ 61 h 98"/>
                <a:gd name="T10" fmla="*/ 63 w 93"/>
                <a:gd name="T11" fmla="*/ 58 h 98"/>
                <a:gd name="T12" fmla="*/ 60 w 93"/>
                <a:gd name="T13" fmla="*/ 54 h 98"/>
                <a:gd name="T14" fmla="*/ 49 w 93"/>
                <a:gd name="T15" fmla="*/ 43 h 98"/>
                <a:gd name="T16" fmla="*/ 37 w 93"/>
                <a:gd name="T17" fmla="*/ 54 h 98"/>
                <a:gd name="T18" fmla="*/ 26 w 93"/>
                <a:gd name="T19" fmla="*/ 64 h 98"/>
                <a:gd name="T20" fmla="*/ 29 w 93"/>
                <a:gd name="T21" fmla="*/ 72 h 98"/>
                <a:gd name="T22" fmla="*/ 32 w 93"/>
                <a:gd name="T23" fmla="*/ 79 h 98"/>
                <a:gd name="T24" fmla="*/ 33 w 93"/>
                <a:gd name="T25" fmla="*/ 84 h 98"/>
                <a:gd name="T26" fmla="*/ 34 w 93"/>
                <a:gd name="T27" fmla="*/ 90 h 98"/>
                <a:gd name="T28" fmla="*/ 32 w 93"/>
                <a:gd name="T29" fmla="*/ 96 h 98"/>
                <a:gd name="T30" fmla="*/ 28 w 93"/>
                <a:gd name="T31" fmla="*/ 98 h 98"/>
                <a:gd name="T32" fmla="*/ 23 w 93"/>
                <a:gd name="T33" fmla="*/ 97 h 98"/>
                <a:gd name="T34" fmla="*/ 21 w 93"/>
                <a:gd name="T35" fmla="*/ 93 h 98"/>
                <a:gd name="T36" fmla="*/ 18 w 93"/>
                <a:gd name="T37" fmla="*/ 85 h 98"/>
                <a:gd name="T38" fmla="*/ 15 w 93"/>
                <a:gd name="T39" fmla="*/ 76 h 98"/>
                <a:gd name="T40" fmla="*/ 3 w 93"/>
                <a:gd name="T41" fmla="*/ 28 h 98"/>
                <a:gd name="T42" fmla="*/ 2 w 93"/>
                <a:gd name="T43" fmla="*/ 24 h 98"/>
                <a:gd name="T44" fmla="*/ 2 w 93"/>
                <a:gd name="T45" fmla="*/ 20 h 98"/>
                <a:gd name="T46" fmla="*/ 1 w 93"/>
                <a:gd name="T47" fmla="*/ 15 h 98"/>
                <a:gd name="T48" fmla="*/ 0 w 93"/>
                <a:gd name="T49" fmla="*/ 10 h 98"/>
                <a:gd name="T50" fmla="*/ 1 w 93"/>
                <a:gd name="T51" fmla="*/ 6 h 98"/>
                <a:gd name="T52" fmla="*/ 4 w 93"/>
                <a:gd name="T53" fmla="*/ 2 h 98"/>
                <a:gd name="T54" fmla="*/ 7 w 93"/>
                <a:gd name="T55" fmla="*/ 0 h 98"/>
                <a:gd name="T56" fmla="*/ 30 w 93"/>
                <a:gd name="T57" fmla="*/ 8 h 98"/>
                <a:gd name="T58" fmla="*/ 49 w 93"/>
                <a:gd name="T59" fmla="*/ 22 h 98"/>
                <a:gd name="T60" fmla="*/ 53 w 93"/>
                <a:gd name="T61" fmla="*/ 18 h 98"/>
                <a:gd name="T62" fmla="*/ 57 w 93"/>
                <a:gd name="T63" fmla="*/ 17 h 98"/>
                <a:gd name="T64" fmla="*/ 61 w 93"/>
                <a:gd name="T65" fmla="*/ 19 h 98"/>
                <a:gd name="T66" fmla="*/ 63 w 93"/>
                <a:gd name="T67" fmla="*/ 23 h 98"/>
                <a:gd name="T68" fmla="*/ 63 w 93"/>
                <a:gd name="T69" fmla="*/ 28 h 98"/>
                <a:gd name="T70" fmla="*/ 61 w 93"/>
                <a:gd name="T71" fmla="*/ 32 h 98"/>
                <a:gd name="T72" fmla="*/ 68 w 93"/>
                <a:gd name="T73" fmla="*/ 39 h 98"/>
                <a:gd name="T74" fmla="*/ 75 w 93"/>
                <a:gd name="T75" fmla="*/ 46 h 98"/>
                <a:gd name="T76" fmla="*/ 75 w 93"/>
                <a:gd name="T77" fmla="*/ 47 h 98"/>
                <a:gd name="T78" fmla="*/ 36 w 93"/>
                <a:gd name="T79" fmla="*/ 33 h 98"/>
                <a:gd name="T80" fmla="*/ 26 w 93"/>
                <a:gd name="T81" fmla="*/ 26 h 98"/>
                <a:gd name="T82" fmla="*/ 16 w 93"/>
                <a:gd name="T83" fmla="*/ 20 h 98"/>
                <a:gd name="T84" fmla="*/ 20 w 93"/>
                <a:gd name="T85" fmla="*/ 34 h 98"/>
                <a:gd name="T86" fmla="*/ 21 w 93"/>
                <a:gd name="T87" fmla="*/ 47 h 98"/>
                <a:gd name="T88" fmla="*/ 30 w 93"/>
                <a:gd name="T89" fmla="*/ 40 h 98"/>
                <a:gd name="T90" fmla="*/ 36 w 93"/>
                <a:gd name="T91" fmla="*/ 33 h 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3" h="98">
                  <a:moveTo>
                    <a:pt x="91" y="47"/>
                  </a:moveTo>
                  <a:cubicBezTo>
                    <a:pt x="92" y="49"/>
                    <a:pt x="93" y="51"/>
                    <a:pt x="93" y="53"/>
                  </a:cubicBezTo>
                  <a:cubicBezTo>
                    <a:pt x="92" y="55"/>
                    <a:pt x="92" y="56"/>
                    <a:pt x="91" y="58"/>
                  </a:cubicBezTo>
                  <a:cubicBezTo>
                    <a:pt x="90" y="59"/>
                    <a:pt x="89" y="60"/>
                    <a:pt x="87" y="61"/>
                  </a:cubicBezTo>
                  <a:cubicBezTo>
                    <a:pt x="86" y="61"/>
                    <a:pt x="84" y="61"/>
                    <a:pt x="82" y="61"/>
                  </a:cubicBezTo>
                  <a:cubicBezTo>
                    <a:pt x="80" y="60"/>
                    <a:pt x="78" y="59"/>
                    <a:pt x="77" y="58"/>
                  </a:cubicBezTo>
                  <a:cubicBezTo>
                    <a:pt x="76" y="56"/>
                    <a:pt x="75" y="55"/>
                    <a:pt x="73" y="54"/>
                  </a:cubicBezTo>
                  <a:cubicBezTo>
                    <a:pt x="69" y="50"/>
                    <a:pt x="65" y="47"/>
                    <a:pt x="60" y="43"/>
                  </a:cubicBezTo>
                  <a:cubicBezTo>
                    <a:pt x="56" y="47"/>
                    <a:pt x="51" y="50"/>
                    <a:pt x="46" y="54"/>
                  </a:cubicBezTo>
                  <a:cubicBezTo>
                    <a:pt x="41" y="57"/>
                    <a:pt x="37" y="61"/>
                    <a:pt x="32" y="64"/>
                  </a:cubicBezTo>
                  <a:cubicBezTo>
                    <a:pt x="33" y="67"/>
                    <a:pt x="34" y="69"/>
                    <a:pt x="35" y="72"/>
                  </a:cubicBezTo>
                  <a:cubicBezTo>
                    <a:pt x="36" y="74"/>
                    <a:pt x="37" y="76"/>
                    <a:pt x="38" y="79"/>
                  </a:cubicBezTo>
                  <a:cubicBezTo>
                    <a:pt x="38" y="81"/>
                    <a:pt x="39" y="82"/>
                    <a:pt x="40" y="84"/>
                  </a:cubicBezTo>
                  <a:cubicBezTo>
                    <a:pt x="41" y="86"/>
                    <a:pt x="41" y="88"/>
                    <a:pt x="41" y="90"/>
                  </a:cubicBezTo>
                  <a:cubicBezTo>
                    <a:pt x="41" y="93"/>
                    <a:pt x="40" y="95"/>
                    <a:pt x="39" y="96"/>
                  </a:cubicBezTo>
                  <a:cubicBezTo>
                    <a:pt x="38" y="97"/>
                    <a:pt x="36" y="98"/>
                    <a:pt x="34" y="98"/>
                  </a:cubicBezTo>
                  <a:cubicBezTo>
                    <a:pt x="33" y="98"/>
                    <a:pt x="31" y="98"/>
                    <a:pt x="29" y="97"/>
                  </a:cubicBezTo>
                  <a:cubicBezTo>
                    <a:pt x="27" y="96"/>
                    <a:pt x="26" y="95"/>
                    <a:pt x="25" y="93"/>
                  </a:cubicBezTo>
                  <a:cubicBezTo>
                    <a:pt x="23" y="90"/>
                    <a:pt x="22" y="87"/>
                    <a:pt x="21" y="85"/>
                  </a:cubicBezTo>
                  <a:cubicBezTo>
                    <a:pt x="20" y="82"/>
                    <a:pt x="19" y="79"/>
                    <a:pt x="18" y="76"/>
                  </a:cubicBezTo>
                  <a:cubicBezTo>
                    <a:pt x="12" y="60"/>
                    <a:pt x="7" y="44"/>
                    <a:pt x="3" y="28"/>
                  </a:cubicBezTo>
                  <a:cubicBezTo>
                    <a:pt x="3" y="26"/>
                    <a:pt x="3" y="25"/>
                    <a:pt x="2" y="24"/>
                  </a:cubicBezTo>
                  <a:cubicBezTo>
                    <a:pt x="2" y="22"/>
                    <a:pt x="2" y="21"/>
                    <a:pt x="2" y="20"/>
                  </a:cubicBezTo>
                  <a:cubicBezTo>
                    <a:pt x="1" y="18"/>
                    <a:pt x="1" y="17"/>
                    <a:pt x="1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9"/>
                    <a:pt x="0" y="7"/>
                    <a:pt x="1" y="6"/>
                  </a:cubicBezTo>
                  <a:cubicBezTo>
                    <a:pt x="1" y="4"/>
                    <a:pt x="2" y="3"/>
                    <a:pt x="4" y="2"/>
                  </a:cubicBezTo>
                  <a:cubicBezTo>
                    <a:pt x="6" y="0"/>
                    <a:pt x="8" y="0"/>
                    <a:pt x="10" y="0"/>
                  </a:cubicBezTo>
                  <a:cubicBezTo>
                    <a:pt x="19" y="1"/>
                    <a:pt x="28" y="4"/>
                    <a:pt x="36" y="8"/>
                  </a:cubicBezTo>
                  <a:cubicBezTo>
                    <a:pt x="44" y="12"/>
                    <a:pt x="52" y="17"/>
                    <a:pt x="60" y="22"/>
                  </a:cubicBezTo>
                  <a:cubicBezTo>
                    <a:pt x="61" y="21"/>
                    <a:pt x="63" y="19"/>
                    <a:pt x="65" y="18"/>
                  </a:cubicBezTo>
                  <a:cubicBezTo>
                    <a:pt x="66" y="17"/>
                    <a:pt x="68" y="17"/>
                    <a:pt x="70" y="17"/>
                  </a:cubicBezTo>
                  <a:cubicBezTo>
                    <a:pt x="72" y="18"/>
                    <a:pt x="74" y="18"/>
                    <a:pt x="75" y="19"/>
                  </a:cubicBezTo>
                  <a:cubicBezTo>
                    <a:pt x="76" y="21"/>
                    <a:pt x="77" y="22"/>
                    <a:pt x="77" y="23"/>
                  </a:cubicBezTo>
                  <a:cubicBezTo>
                    <a:pt x="77" y="25"/>
                    <a:pt x="77" y="26"/>
                    <a:pt x="77" y="28"/>
                  </a:cubicBezTo>
                  <a:cubicBezTo>
                    <a:pt x="77" y="29"/>
                    <a:pt x="76" y="31"/>
                    <a:pt x="75" y="32"/>
                  </a:cubicBezTo>
                  <a:cubicBezTo>
                    <a:pt x="78" y="34"/>
                    <a:pt x="80" y="37"/>
                    <a:pt x="83" y="39"/>
                  </a:cubicBezTo>
                  <a:cubicBezTo>
                    <a:pt x="86" y="41"/>
                    <a:pt x="88" y="44"/>
                    <a:pt x="91" y="46"/>
                  </a:cubicBezTo>
                  <a:lnTo>
                    <a:pt x="91" y="47"/>
                  </a:lnTo>
                  <a:close/>
                  <a:moveTo>
                    <a:pt x="44" y="33"/>
                  </a:moveTo>
                  <a:cubicBezTo>
                    <a:pt x="40" y="31"/>
                    <a:pt x="36" y="28"/>
                    <a:pt x="32" y="26"/>
                  </a:cubicBezTo>
                  <a:cubicBezTo>
                    <a:pt x="28" y="24"/>
                    <a:pt x="24" y="22"/>
                    <a:pt x="19" y="20"/>
                  </a:cubicBezTo>
                  <a:cubicBezTo>
                    <a:pt x="20" y="25"/>
                    <a:pt x="21" y="29"/>
                    <a:pt x="23" y="34"/>
                  </a:cubicBezTo>
                  <a:cubicBezTo>
                    <a:pt x="24" y="38"/>
                    <a:pt x="25" y="42"/>
                    <a:pt x="26" y="47"/>
                  </a:cubicBezTo>
                  <a:cubicBezTo>
                    <a:pt x="30" y="44"/>
                    <a:pt x="33" y="42"/>
                    <a:pt x="36" y="40"/>
                  </a:cubicBezTo>
                  <a:cubicBezTo>
                    <a:pt x="38" y="38"/>
                    <a:pt x="41" y="35"/>
                    <a:pt x="44" y="33"/>
                  </a:cubicBezTo>
                  <a:close/>
                </a:path>
              </a:pathLst>
            </a:custGeom>
            <a:solidFill>
              <a:srgbClr val="1FA12D"/>
            </a:solidFill>
            <a:ln w="6350" cap="flat">
              <a:solidFill>
                <a:srgbClr val="06040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45" name="Freeform 1256">
              <a:extLst>
                <a:ext uri="{FF2B5EF4-FFF2-40B4-BE49-F238E27FC236}">
                  <a16:creationId xmlns:a16="http://schemas.microsoft.com/office/drawing/2014/main" id="{C70D2344-B8D4-434A-8748-499B6D00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17"/>
              <a:ext cx="94" cy="114"/>
            </a:xfrm>
            <a:custGeom>
              <a:avLst/>
              <a:gdLst>
                <a:gd name="T0" fmla="*/ 46 w 100"/>
                <a:gd name="T1" fmla="*/ 10 h 114"/>
                <a:gd name="T2" fmla="*/ 46 w 100"/>
                <a:gd name="T3" fmla="*/ 5 h 114"/>
                <a:gd name="T4" fmla="*/ 49 w 100"/>
                <a:gd name="T5" fmla="*/ 1 h 114"/>
                <a:gd name="T6" fmla="*/ 52 w 100"/>
                <a:gd name="T7" fmla="*/ 0 h 114"/>
                <a:gd name="T8" fmla="*/ 56 w 100"/>
                <a:gd name="T9" fmla="*/ 1 h 114"/>
                <a:gd name="T10" fmla="*/ 58 w 100"/>
                <a:gd name="T11" fmla="*/ 3 h 114"/>
                <a:gd name="T12" fmla="*/ 59 w 100"/>
                <a:gd name="T13" fmla="*/ 4 h 114"/>
                <a:gd name="T14" fmla="*/ 71 w 100"/>
                <a:gd name="T15" fmla="*/ 42 h 114"/>
                <a:gd name="T16" fmla="*/ 82 w 100"/>
                <a:gd name="T17" fmla="*/ 81 h 114"/>
                <a:gd name="T18" fmla="*/ 82 w 100"/>
                <a:gd name="T19" fmla="*/ 86 h 114"/>
                <a:gd name="T20" fmla="*/ 80 w 100"/>
                <a:gd name="T21" fmla="*/ 90 h 114"/>
                <a:gd name="T22" fmla="*/ 75 w 100"/>
                <a:gd name="T23" fmla="*/ 92 h 114"/>
                <a:gd name="T24" fmla="*/ 71 w 100"/>
                <a:gd name="T25" fmla="*/ 90 h 114"/>
                <a:gd name="T26" fmla="*/ 71 w 100"/>
                <a:gd name="T27" fmla="*/ 90 h 114"/>
                <a:gd name="T28" fmla="*/ 71 w 100"/>
                <a:gd name="T29" fmla="*/ 90 h 114"/>
                <a:gd name="T30" fmla="*/ 47 w 100"/>
                <a:gd name="T31" fmla="*/ 70 h 114"/>
                <a:gd name="T32" fmla="*/ 22 w 100"/>
                <a:gd name="T33" fmla="*/ 52 h 114"/>
                <a:gd name="T34" fmla="*/ 32 w 100"/>
                <a:gd name="T35" fmla="*/ 82 h 114"/>
                <a:gd name="T36" fmla="*/ 35 w 100"/>
                <a:gd name="T37" fmla="*/ 92 h 114"/>
                <a:gd name="T38" fmla="*/ 37 w 100"/>
                <a:gd name="T39" fmla="*/ 99 h 114"/>
                <a:gd name="T40" fmla="*/ 38 w 100"/>
                <a:gd name="T41" fmla="*/ 103 h 114"/>
                <a:gd name="T42" fmla="*/ 38 w 100"/>
                <a:gd name="T43" fmla="*/ 106 h 114"/>
                <a:gd name="T44" fmla="*/ 37 w 100"/>
                <a:gd name="T45" fmla="*/ 112 h 114"/>
                <a:gd name="T46" fmla="*/ 33 w 100"/>
                <a:gd name="T47" fmla="*/ 114 h 114"/>
                <a:gd name="T48" fmla="*/ 28 w 100"/>
                <a:gd name="T49" fmla="*/ 113 h 114"/>
                <a:gd name="T50" fmla="*/ 24 w 100"/>
                <a:gd name="T51" fmla="*/ 109 h 114"/>
                <a:gd name="T52" fmla="*/ 23 w 100"/>
                <a:gd name="T53" fmla="*/ 103 h 114"/>
                <a:gd name="T54" fmla="*/ 21 w 100"/>
                <a:gd name="T55" fmla="*/ 94 h 114"/>
                <a:gd name="T56" fmla="*/ 17 w 100"/>
                <a:gd name="T57" fmla="*/ 83 h 114"/>
                <a:gd name="T58" fmla="*/ 12 w 100"/>
                <a:gd name="T59" fmla="*/ 71 h 114"/>
                <a:gd name="T60" fmla="*/ 8 w 100"/>
                <a:gd name="T61" fmla="*/ 61 h 114"/>
                <a:gd name="T62" fmla="*/ 8 w 100"/>
                <a:gd name="T63" fmla="*/ 53 h 114"/>
                <a:gd name="T64" fmla="*/ 4 w 100"/>
                <a:gd name="T65" fmla="*/ 44 h 114"/>
                <a:gd name="T66" fmla="*/ 0 w 100"/>
                <a:gd name="T67" fmla="*/ 35 h 114"/>
                <a:gd name="T68" fmla="*/ 0 w 100"/>
                <a:gd name="T69" fmla="*/ 30 h 114"/>
                <a:gd name="T70" fmla="*/ 2 w 100"/>
                <a:gd name="T71" fmla="*/ 27 h 114"/>
                <a:gd name="T72" fmla="*/ 5 w 100"/>
                <a:gd name="T73" fmla="*/ 24 h 114"/>
                <a:gd name="T74" fmla="*/ 8 w 100"/>
                <a:gd name="T75" fmla="*/ 23 h 114"/>
                <a:gd name="T76" fmla="*/ 10 w 100"/>
                <a:gd name="T77" fmla="*/ 24 h 114"/>
                <a:gd name="T78" fmla="*/ 15 w 100"/>
                <a:gd name="T79" fmla="*/ 27 h 114"/>
                <a:gd name="T80" fmla="*/ 20 w 100"/>
                <a:gd name="T81" fmla="*/ 29 h 114"/>
                <a:gd name="T82" fmla="*/ 22 w 100"/>
                <a:gd name="T83" fmla="*/ 31 h 114"/>
                <a:gd name="T84" fmla="*/ 32 w 100"/>
                <a:gd name="T85" fmla="*/ 38 h 114"/>
                <a:gd name="T86" fmla="*/ 41 w 100"/>
                <a:gd name="T87" fmla="*/ 45 h 114"/>
                <a:gd name="T88" fmla="*/ 52 w 100"/>
                <a:gd name="T89" fmla="*/ 52 h 114"/>
                <a:gd name="T90" fmla="*/ 61 w 100"/>
                <a:gd name="T91" fmla="*/ 60 h 114"/>
                <a:gd name="T92" fmla="*/ 53 w 100"/>
                <a:gd name="T93" fmla="*/ 35 h 114"/>
                <a:gd name="T94" fmla="*/ 46 w 100"/>
                <a:gd name="T95" fmla="*/ 11 h 114"/>
                <a:gd name="T96" fmla="*/ 46 w 100"/>
                <a:gd name="T97" fmla="*/ 10 h 1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00" h="114">
                  <a:moveTo>
                    <a:pt x="55" y="10"/>
                  </a:moveTo>
                  <a:cubicBezTo>
                    <a:pt x="54" y="8"/>
                    <a:pt x="55" y="7"/>
                    <a:pt x="55" y="5"/>
                  </a:cubicBezTo>
                  <a:cubicBezTo>
                    <a:pt x="56" y="3"/>
                    <a:pt x="57" y="2"/>
                    <a:pt x="58" y="1"/>
                  </a:cubicBezTo>
                  <a:cubicBezTo>
                    <a:pt x="60" y="0"/>
                    <a:pt x="61" y="0"/>
                    <a:pt x="63" y="0"/>
                  </a:cubicBezTo>
                  <a:cubicBezTo>
                    <a:pt x="65" y="0"/>
                    <a:pt x="66" y="0"/>
                    <a:pt x="68" y="1"/>
                  </a:cubicBezTo>
                  <a:cubicBezTo>
                    <a:pt x="68" y="2"/>
                    <a:pt x="69" y="2"/>
                    <a:pt x="70" y="3"/>
                  </a:cubicBezTo>
                  <a:cubicBezTo>
                    <a:pt x="70" y="3"/>
                    <a:pt x="71" y="4"/>
                    <a:pt x="71" y="4"/>
                  </a:cubicBezTo>
                  <a:cubicBezTo>
                    <a:pt x="76" y="17"/>
                    <a:pt x="81" y="29"/>
                    <a:pt x="86" y="42"/>
                  </a:cubicBezTo>
                  <a:cubicBezTo>
                    <a:pt x="90" y="55"/>
                    <a:pt x="95" y="68"/>
                    <a:pt x="99" y="81"/>
                  </a:cubicBezTo>
                  <a:cubicBezTo>
                    <a:pt x="100" y="83"/>
                    <a:pt x="100" y="85"/>
                    <a:pt x="99" y="86"/>
                  </a:cubicBezTo>
                  <a:cubicBezTo>
                    <a:pt x="98" y="88"/>
                    <a:pt x="97" y="89"/>
                    <a:pt x="96" y="90"/>
                  </a:cubicBezTo>
                  <a:cubicBezTo>
                    <a:pt x="94" y="91"/>
                    <a:pt x="92" y="92"/>
                    <a:pt x="90" y="92"/>
                  </a:cubicBezTo>
                  <a:cubicBezTo>
                    <a:pt x="88" y="92"/>
                    <a:pt x="87" y="91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76" y="83"/>
                    <a:pt x="66" y="76"/>
                    <a:pt x="56" y="70"/>
                  </a:cubicBezTo>
                  <a:cubicBezTo>
                    <a:pt x="46" y="64"/>
                    <a:pt x="36" y="58"/>
                    <a:pt x="26" y="52"/>
                  </a:cubicBezTo>
                  <a:cubicBezTo>
                    <a:pt x="38" y="82"/>
                    <a:pt x="38" y="82"/>
                    <a:pt x="38" y="82"/>
                  </a:cubicBezTo>
                  <a:cubicBezTo>
                    <a:pt x="39" y="86"/>
                    <a:pt x="41" y="89"/>
                    <a:pt x="42" y="92"/>
                  </a:cubicBezTo>
                  <a:cubicBezTo>
                    <a:pt x="43" y="95"/>
                    <a:pt x="44" y="97"/>
                    <a:pt x="44" y="99"/>
                  </a:cubicBezTo>
                  <a:cubicBezTo>
                    <a:pt x="45" y="101"/>
                    <a:pt x="45" y="102"/>
                    <a:pt x="46" y="103"/>
                  </a:cubicBezTo>
                  <a:cubicBezTo>
                    <a:pt x="46" y="104"/>
                    <a:pt x="46" y="105"/>
                    <a:pt x="46" y="106"/>
                  </a:cubicBezTo>
                  <a:cubicBezTo>
                    <a:pt x="46" y="108"/>
                    <a:pt x="45" y="110"/>
                    <a:pt x="44" y="112"/>
                  </a:cubicBezTo>
                  <a:cubicBezTo>
                    <a:pt x="43" y="113"/>
                    <a:pt x="41" y="114"/>
                    <a:pt x="39" y="114"/>
                  </a:cubicBezTo>
                  <a:cubicBezTo>
                    <a:pt x="37" y="114"/>
                    <a:pt x="36" y="114"/>
                    <a:pt x="34" y="113"/>
                  </a:cubicBezTo>
                  <a:cubicBezTo>
                    <a:pt x="32" y="112"/>
                    <a:pt x="31" y="111"/>
                    <a:pt x="30" y="109"/>
                  </a:cubicBezTo>
                  <a:cubicBezTo>
                    <a:pt x="29" y="107"/>
                    <a:pt x="28" y="105"/>
                    <a:pt x="27" y="103"/>
                  </a:cubicBezTo>
                  <a:cubicBezTo>
                    <a:pt x="26" y="100"/>
                    <a:pt x="25" y="97"/>
                    <a:pt x="24" y="94"/>
                  </a:cubicBezTo>
                  <a:cubicBezTo>
                    <a:pt x="23" y="90"/>
                    <a:pt x="21" y="87"/>
                    <a:pt x="20" y="83"/>
                  </a:cubicBezTo>
                  <a:cubicBezTo>
                    <a:pt x="18" y="79"/>
                    <a:pt x="17" y="75"/>
                    <a:pt x="15" y="71"/>
                  </a:cubicBezTo>
                  <a:cubicBezTo>
                    <a:pt x="14" y="68"/>
                    <a:pt x="12" y="64"/>
                    <a:pt x="11" y="61"/>
                  </a:cubicBezTo>
                  <a:cubicBezTo>
                    <a:pt x="10" y="58"/>
                    <a:pt x="9" y="55"/>
                    <a:pt x="8" y="53"/>
                  </a:cubicBezTo>
                  <a:cubicBezTo>
                    <a:pt x="6" y="50"/>
                    <a:pt x="5" y="47"/>
                    <a:pt x="4" y="44"/>
                  </a:cubicBezTo>
                  <a:cubicBezTo>
                    <a:pt x="3" y="41"/>
                    <a:pt x="1" y="38"/>
                    <a:pt x="0" y="35"/>
                  </a:cubicBezTo>
                  <a:cubicBezTo>
                    <a:pt x="0" y="33"/>
                    <a:pt x="0" y="32"/>
                    <a:pt x="0" y="30"/>
                  </a:cubicBezTo>
                  <a:cubicBezTo>
                    <a:pt x="0" y="29"/>
                    <a:pt x="1" y="28"/>
                    <a:pt x="2" y="27"/>
                  </a:cubicBezTo>
                  <a:cubicBezTo>
                    <a:pt x="3" y="26"/>
                    <a:pt x="4" y="25"/>
                    <a:pt x="5" y="24"/>
                  </a:cubicBezTo>
                  <a:cubicBezTo>
                    <a:pt x="6" y="24"/>
                    <a:pt x="8" y="23"/>
                    <a:pt x="9" y="23"/>
                  </a:cubicBezTo>
                  <a:cubicBezTo>
                    <a:pt x="10" y="23"/>
                    <a:pt x="12" y="24"/>
                    <a:pt x="13" y="24"/>
                  </a:cubicBezTo>
                  <a:cubicBezTo>
                    <a:pt x="15" y="25"/>
                    <a:pt x="16" y="26"/>
                    <a:pt x="18" y="27"/>
                  </a:cubicBezTo>
                  <a:cubicBezTo>
                    <a:pt x="20" y="27"/>
                    <a:pt x="21" y="28"/>
                    <a:pt x="23" y="29"/>
                  </a:cubicBezTo>
                  <a:cubicBezTo>
                    <a:pt x="24" y="30"/>
                    <a:pt x="25" y="31"/>
                    <a:pt x="26" y="31"/>
                  </a:cubicBezTo>
                  <a:cubicBezTo>
                    <a:pt x="30" y="33"/>
                    <a:pt x="33" y="36"/>
                    <a:pt x="38" y="38"/>
                  </a:cubicBezTo>
                  <a:cubicBezTo>
                    <a:pt x="42" y="41"/>
                    <a:pt x="47" y="43"/>
                    <a:pt x="50" y="45"/>
                  </a:cubicBezTo>
                  <a:cubicBezTo>
                    <a:pt x="54" y="48"/>
                    <a:pt x="58" y="50"/>
                    <a:pt x="62" y="52"/>
                  </a:cubicBezTo>
                  <a:cubicBezTo>
                    <a:pt x="66" y="55"/>
                    <a:pt x="69" y="57"/>
                    <a:pt x="73" y="60"/>
                  </a:cubicBezTo>
                  <a:cubicBezTo>
                    <a:pt x="70" y="52"/>
                    <a:pt x="67" y="43"/>
                    <a:pt x="64" y="35"/>
                  </a:cubicBezTo>
                  <a:cubicBezTo>
                    <a:pt x="61" y="27"/>
                    <a:pt x="58" y="19"/>
                    <a:pt x="55" y="11"/>
                  </a:cubicBezTo>
                  <a:lnTo>
                    <a:pt x="55" y="10"/>
                  </a:lnTo>
                  <a:close/>
                </a:path>
              </a:pathLst>
            </a:custGeom>
            <a:solidFill>
              <a:srgbClr val="1FA12D"/>
            </a:solidFill>
            <a:ln w="6350" cap="flat">
              <a:solidFill>
                <a:srgbClr val="06040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Freeform 1257">
              <a:extLst>
                <a:ext uri="{FF2B5EF4-FFF2-40B4-BE49-F238E27FC236}">
                  <a16:creationId xmlns:a16="http://schemas.microsoft.com/office/drawing/2014/main" id="{A4AF0B95-FECB-43C1-911E-B4F9174052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7" y="2006"/>
              <a:ext cx="81" cy="96"/>
            </a:xfrm>
            <a:custGeom>
              <a:avLst/>
              <a:gdLst>
                <a:gd name="T0" fmla="*/ 25 w 87"/>
                <a:gd name="T1" fmla="*/ 96 h 96"/>
                <a:gd name="T2" fmla="*/ 19 w 87"/>
                <a:gd name="T3" fmla="*/ 93 h 96"/>
                <a:gd name="T4" fmla="*/ 18 w 87"/>
                <a:gd name="T5" fmla="*/ 87 h 96"/>
                <a:gd name="T6" fmla="*/ 9 w 87"/>
                <a:gd name="T7" fmla="*/ 27 h 96"/>
                <a:gd name="T8" fmla="*/ 7 w 87"/>
                <a:gd name="T9" fmla="*/ 27 h 96"/>
                <a:gd name="T10" fmla="*/ 3 w 87"/>
                <a:gd name="T11" fmla="*/ 25 h 96"/>
                <a:gd name="T12" fmla="*/ 1 w 87"/>
                <a:gd name="T13" fmla="*/ 21 h 96"/>
                <a:gd name="T14" fmla="*/ 2 w 87"/>
                <a:gd name="T15" fmla="*/ 16 h 96"/>
                <a:gd name="T16" fmla="*/ 5 w 87"/>
                <a:gd name="T17" fmla="*/ 12 h 96"/>
                <a:gd name="T18" fmla="*/ 7 w 87"/>
                <a:gd name="T19" fmla="*/ 8 h 96"/>
                <a:gd name="T20" fmla="*/ 13 w 87"/>
                <a:gd name="T21" fmla="*/ 6 h 96"/>
                <a:gd name="T22" fmla="*/ 18 w 87"/>
                <a:gd name="T23" fmla="*/ 4 h 96"/>
                <a:gd name="T24" fmla="*/ 31 w 87"/>
                <a:gd name="T25" fmla="*/ 1 h 96"/>
                <a:gd name="T26" fmla="*/ 43 w 87"/>
                <a:gd name="T27" fmla="*/ 2 h 96"/>
                <a:gd name="T28" fmla="*/ 54 w 87"/>
                <a:gd name="T29" fmla="*/ 8 h 96"/>
                <a:gd name="T30" fmla="*/ 64 w 87"/>
                <a:gd name="T31" fmla="*/ 20 h 96"/>
                <a:gd name="T32" fmla="*/ 67 w 87"/>
                <a:gd name="T33" fmla="*/ 29 h 96"/>
                <a:gd name="T34" fmla="*/ 69 w 87"/>
                <a:gd name="T35" fmla="*/ 39 h 96"/>
                <a:gd name="T36" fmla="*/ 69 w 87"/>
                <a:gd name="T37" fmla="*/ 52 h 96"/>
                <a:gd name="T38" fmla="*/ 67 w 87"/>
                <a:gd name="T39" fmla="*/ 65 h 96"/>
                <a:gd name="T40" fmla="*/ 61 w 87"/>
                <a:gd name="T41" fmla="*/ 75 h 96"/>
                <a:gd name="T42" fmla="*/ 53 w 87"/>
                <a:gd name="T43" fmla="*/ 84 h 96"/>
                <a:gd name="T44" fmla="*/ 44 w 87"/>
                <a:gd name="T45" fmla="*/ 89 h 96"/>
                <a:gd name="T46" fmla="*/ 35 w 87"/>
                <a:gd name="T47" fmla="*/ 93 h 96"/>
                <a:gd name="T48" fmla="*/ 31 w 87"/>
                <a:gd name="T49" fmla="*/ 95 h 96"/>
                <a:gd name="T50" fmla="*/ 26 w 87"/>
                <a:gd name="T51" fmla="*/ 96 h 96"/>
                <a:gd name="T52" fmla="*/ 25 w 87"/>
                <a:gd name="T53" fmla="*/ 96 h 96"/>
                <a:gd name="T54" fmla="*/ 30 w 87"/>
                <a:gd name="T55" fmla="*/ 18 h 96"/>
                <a:gd name="T56" fmla="*/ 26 w 87"/>
                <a:gd name="T57" fmla="*/ 19 h 96"/>
                <a:gd name="T58" fmla="*/ 23 w 87"/>
                <a:gd name="T59" fmla="*/ 20 h 96"/>
                <a:gd name="T60" fmla="*/ 30 w 87"/>
                <a:gd name="T61" fmla="*/ 77 h 96"/>
                <a:gd name="T62" fmla="*/ 31 w 87"/>
                <a:gd name="T63" fmla="*/ 77 h 96"/>
                <a:gd name="T64" fmla="*/ 32 w 87"/>
                <a:gd name="T65" fmla="*/ 76 h 96"/>
                <a:gd name="T66" fmla="*/ 32 w 87"/>
                <a:gd name="T67" fmla="*/ 76 h 96"/>
                <a:gd name="T68" fmla="*/ 34 w 87"/>
                <a:gd name="T69" fmla="*/ 75 h 96"/>
                <a:gd name="T70" fmla="*/ 37 w 87"/>
                <a:gd name="T71" fmla="*/ 74 h 96"/>
                <a:gd name="T72" fmla="*/ 39 w 87"/>
                <a:gd name="T73" fmla="*/ 74 h 96"/>
                <a:gd name="T74" fmla="*/ 41 w 87"/>
                <a:gd name="T75" fmla="*/ 73 h 96"/>
                <a:gd name="T76" fmla="*/ 51 w 87"/>
                <a:gd name="T77" fmla="*/ 64 h 96"/>
                <a:gd name="T78" fmla="*/ 55 w 87"/>
                <a:gd name="T79" fmla="*/ 50 h 96"/>
                <a:gd name="T80" fmla="*/ 55 w 87"/>
                <a:gd name="T81" fmla="*/ 41 h 96"/>
                <a:gd name="T82" fmla="*/ 53 w 87"/>
                <a:gd name="T83" fmla="*/ 32 h 96"/>
                <a:gd name="T84" fmla="*/ 47 w 87"/>
                <a:gd name="T85" fmla="*/ 24 h 96"/>
                <a:gd name="T86" fmla="*/ 41 w 87"/>
                <a:gd name="T87" fmla="*/ 20 h 96"/>
                <a:gd name="T88" fmla="*/ 34 w 87"/>
                <a:gd name="T89" fmla="*/ 18 h 96"/>
                <a:gd name="T90" fmla="*/ 30 w 87"/>
                <a:gd name="T91" fmla="*/ 18 h 9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7" h="96">
                  <a:moveTo>
                    <a:pt x="31" y="96"/>
                  </a:moveTo>
                  <a:cubicBezTo>
                    <a:pt x="28" y="96"/>
                    <a:pt x="26" y="95"/>
                    <a:pt x="24" y="93"/>
                  </a:cubicBezTo>
                  <a:cubicBezTo>
                    <a:pt x="22" y="92"/>
                    <a:pt x="21" y="90"/>
                    <a:pt x="21" y="8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0" y="28"/>
                    <a:pt x="9" y="28"/>
                    <a:pt x="7" y="27"/>
                  </a:cubicBezTo>
                  <a:cubicBezTo>
                    <a:pt x="5" y="27"/>
                    <a:pt x="4" y="26"/>
                    <a:pt x="3" y="25"/>
                  </a:cubicBezTo>
                  <a:cubicBezTo>
                    <a:pt x="2" y="24"/>
                    <a:pt x="1" y="23"/>
                    <a:pt x="1" y="21"/>
                  </a:cubicBezTo>
                  <a:cubicBezTo>
                    <a:pt x="0" y="20"/>
                    <a:pt x="1" y="18"/>
                    <a:pt x="2" y="16"/>
                  </a:cubicBezTo>
                  <a:cubicBezTo>
                    <a:pt x="3" y="15"/>
                    <a:pt x="4" y="13"/>
                    <a:pt x="5" y="12"/>
                  </a:cubicBezTo>
                  <a:cubicBezTo>
                    <a:pt x="7" y="10"/>
                    <a:pt x="9" y="9"/>
                    <a:pt x="10" y="8"/>
                  </a:cubicBezTo>
                  <a:cubicBezTo>
                    <a:pt x="12" y="7"/>
                    <a:pt x="14" y="7"/>
                    <a:pt x="16" y="6"/>
                  </a:cubicBezTo>
                  <a:cubicBezTo>
                    <a:pt x="18" y="5"/>
                    <a:pt x="20" y="4"/>
                    <a:pt x="22" y="4"/>
                  </a:cubicBezTo>
                  <a:cubicBezTo>
                    <a:pt x="27" y="2"/>
                    <a:pt x="32" y="1"/>
                    <a:pt x="38" y="1"/>
                  </a:cubicBezTo>
                  <a:cubicBezTo>
                    <a:pt x="43" y="0"/>
                    <a:pt x="48" y="1"/>
                    <a:pt x="53" y="2"/>
                  </a:cubicBezTo>
                  <a:cubicBezTo>
                    <a:pt x="58" y="3"/>
                    <a:pt x="63" y="5"/>
                    <a:pt x="67" y="8"/>
                  </a:cubicBezTo>
                  <a:cubicBezTo>
                    <a:pt x="72" y="11"/>
                    <a:pt x="75" y="15"/>
                    <a:pt x="79" y="20"/>
                  </a:cubicBezTo>
                  <a:cubicBezTo>
                    <a:pt x="81" y="23"/>
                    <a:pt x="82" y="26"/>
                    <a:pt x="83" y="29"/>
                  </a:cubicBezTo>
                  <a:cubicBezTo>
                    <a:pt x="84" y="32"/>
                    <a:pt x="85" y="36"/>
                    <a:pt x="86" y="39"/>
                  </a:cubicBezTo>
                  <a:cubicBezTo>
                    <a:pt x="86" y="43"/>
                    <a:pt x="87" y="48"/>
                    <a:pt x="86" y="52"/>
                  </a:cubicBezTo>
                  <a:cubicBezTo>
                    <a:pt x="85" y="56"/>
                    <a:pt x="84" y="61"/>
                    <a:pt x="83" y="65"/>
                  </a:cubicBezTo>
                  <a:cubicBezTo>
                    <a:pt x="81" y="69"/>
                    <a:pt x="78" y="72"/>
                    <a:pt x="76" y="75"/>
                  </a:cubicBezTo>
                  <a:cubicBezTo>
                    <a:pt x="73" y="79"/>
                    <a:pt x="70" y="82"/>
                    <a:pt x="66" y="84"/>
                  </a:cubicBezTo>
                  <a:cubicBezTo>
                    <a:pt x="63" y="86"/>
                    <a:pt x="59" y="88"/>
                    <a:pt x="55" y="89"/>
                  </a:cubicBezTo>
                  <a:cubicBezTo>
                    <a:pt x="51" y="91"/>
                    <a:pt x="48" y="92"/>
                    <a:pt x="44" y="93"/>
                  </a:cubicBezTo>
                  <a:cubicBezTo>
                    <a:pt x="42" y="93"/>
                    <a:pt x="40" y="94"/>
                    <a:pt x="38" y="95"/>
                  </a:cubicBezTo>
                  <a:cubicBezTo>
                    <a:pt x="36" y="95"/>
                    <a:pt x="34" y="96"/>
                    <a:pt x="32" y="96"/>
                  </a:cubicBezTo>
                  <a:lnTo>
                    <a:pt x="31" y="96"/>
                  </a:lnTo>
                  <a:close/>
                  <a:moveTo>
                    <a:pt x="36" y="18"/>
                  </a:moveTo>
                  <a:cubicBezTo>
                    <a:pt x="34" y="19"/>
                    <a:pt x="33" y="19"/>
                    <a:pt x="32" y="19"/>
                  </a:cubicBezTo>
                  <a:cubicBezTo>
                    <a:pt x="31" y="19"/>
                    <a:pt x="30" y="20"/>
                    <a:pt x="29" y="20"/>
                  </a:cubicBezTo>
                  <a:cubicBezTo>
                    <a:pt x="37" y="77"/>
                    <a:pt x="37" y="77"/>
                    <a:pt x="37" y="77"/>
                  </a:cubicBezTo>
                  <a:cubicBezTo>
                    <a:pt x="37" y="77"/>
                    <a:pt x="38" y="77"/>
                    <a:pt x="38" y="77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2" y="76"/>
                    <a:pt x="43" y="75"/>
                    <a:pt x="43" y="75"/>
                  </a:cubicBezTo>
                  <a:cubicBezTo>
                    <a:pt x="44" y="75"/>
                    <a:pt x="45" y="75"/>
                    <a:pt x="46" y="74"/>
                  </a:cubicBezTo>
                  <a:cubicBezTo>
                    <a:pt x="47" y="74"/>
                    <a:pt x="47" y="74"/>
                    <a:pt x="48" y="74"/>
                  </a:cubicBezTo>
                  <a:cubicBezTo>
                    <a:pt x="49" y="73"/>
                    <a:pt x="50" y="73"/>
                    <a:pt x="51" y="73"/>
                  </a:cubicBezTo>
                  <a:cubicBezTo>
                    <a:pt x="56" y="70"/>
                    <a:pt x="60" y="67"/>
                    <a:pt x="63" y="64"/>
                  </a:cubicBezTo>
                  <a:cubicBezTo>
                    <a:pt x="66" y="60"/>
                    <a:pt x="67" y="56"/>
                    <a:pt x="68" y="50"/>
                  </a:cubicBezTo>
                  <a:cubicBezTo>
                    <a:pt x="69" y="47"/>
                    <a:pt x="69" y="44"/>
                    <a:pt x="68" y="41"/>
                  </a:cubicBezTo>
                  <a:cubicBezTo>
                    <a:pt x="68" y="37"/>
                    <a:pt x="67" y="34"/>
                    <a:pt x="65" y="32"/>
                  </a:cubicBezTo>
                  <a:cubicBezTo>
                    <a:pt x="64" y="29"/>
                    <a:pt x="62" y="26"/>
                    <a:pt x="59" y="24"/>
                  </a:cubicBezTo>
                  <a:cubicBezTo>
                    <a:pt x="57" y="22"/>
                    <a:pt x="54" y="21"/>
                    <a:pt x="51" y="20"/>
                  </a:cubicBezTo>
                  <a:cubicBezTo>
                    <a:pt x="48" y="19"/>
                    <a:pt x="46" y="18"/>
                    <a:pt x="43" y="18"/>
                  </a:cubicBezTo>
                  <a:cubicBezTo>
                    <a:pt x="41" y="18"/>
                    <a:pt x="38" y="18"/>
                    <a:pt x="36" y="18"/>
                  </a:cubicBezTo>
                  <a:close/>
                </a:path>
              </a:pathLst>
            </a:custGeom>
            <a:solidFill>
              <a:srgbClr val="1FA12D"/>
            </a:solidFill>
            <a:ln w="6350" cap="flat">
              <a:solidFill>
                <a:srgbClr val="06040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47" name="Freeform 1258">
              <a:extLst>
                <a:ext uri="{FF2B5EF4-FFF2-40B4-BE49-F238E27FC236}">
                  <a16:creationId xmlns:a16="http://schemas.microsoft.com/office/drawing/2014/main" id="{B2EBBA93-1025-46C7-9947-419F2C17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995"/>
              <a:ext cx="117" cy="108"/>
            </a:xfrm>
            <a:custGeom>
              <a:avLst/>
              <a:gdLst>
                <a:gd name="T0" fmla="*/ 92 w 125"/>
                <a:gd name="T1" fmla="*/ 16 h 108"/>
                <a:gd name="T2" fmla="*/ 102 w 125"/>
                <a:gd name="T3" fmla="*/ 20 h 108"/>
                <a:gd name="T4" fmla="*/ 98 w 125"/>
                <a:gd name="T5" fmla="*/ 38 h 108"/>
                <a:gd name="T6" fmla="*/ 89 w 125"/>
                <a:gd name="T7" fmla="*/ 61 h 108"/>
                <a:gd name="T8" fmla="*/ 79 w 125"/>
                <a:gd name="T9" fmla="*/ 85 h 108"/>
                <a:gd name="T10" fmla="*/ 71 w 125"/>
                <a:gd name="T11" fmla="*/ 102 h 108"/>
                <a:gd name="T12" fmla="*/ 64 w 125"/>
                <a:gd name="T13" fmla="*/ 108 h 108"/>
                <a:gd name="T14" fmla="*/ 57 w 125"/>
                <a:gd name="T15" fmla="*/ 100 h 108"/>
                <a:gd name="T16" fmla="*/ 54 w 125"/>
                <a:gd name="T17" fmla="*/ 86 h 108"/>
                <a:gd name="T18" fmla="*/ 50 w 125"/>
                <a:gd name="T19" fmla="*/ 65 h 108"/>
                <a:gd name="T20" fmla="*/ 44 w 125"/>
                <a:gd name="T21" fmla="*/ 62 h 108"/>
                <a:gd name="T22" fmla="*/ 35 w 125"/>
                <a:gd name="T23" fmla="*/ 80 h 108"/>
                <a:gd name="T24" fmla="*/ 31 w 125"/>
                <a:gd name="T25" fmla="*/ 91 h 108"/>
                <a:gd name="T26" fmla="*/ 24 w 125"/>
                <a:gd name="T27" fmla="*/ 99 h 108"/>
                <a:gd name="T28" fmla="*/ 18 w 125"/>
                <a:gd name="T29" fmla="*/ 100 h 108"/>
                <a:gd name="T30" fmla="*/ 13 w 125"/>
                <a:gd name="T31" fmla="*/ 87 h 108"/>
                <a:gd name="T32" fmla="*/ 11 w 125"/>
                <a:gd name="T33" fmla="*/ 72 h 108"/>
                <a:gd name="T34" fmla="*/ 9 w 125"/>
                <a:gd name="T35" fmla="*/ 61 h 108"/>
                <a:gd name="T36" fmla="*/ 7 w 125"/>
                <a:gd name="T37" fmla="*/ 39 h 108"/>
                <a:gd name="T38" fmla="*/ 2 w 125"/>
                <a:gd name="T39" fmla="*/ 18 h 108"/>
                <a:gd name="T40" fmla="*/ 0 w 125"/>
                <a:gd name="T41" fmla="*/ 10 h 108"/>
                <a:gd name="T42" fmla="*/ 3 w 125"/>
                <a:gd name="T43" fmla="*/ 3 h 108"/>
                <a:gd name="T44" fmla="*/ 8 w 125"/>
                <a:gd name="T45" fmla="*/ 1 h 108"/>
                <a:gd name="T46" fmla="*/ 16 w 125"/>
                <a:gd name="T47" fmla="*/ 13 h 108"/>
                <a:gd name="T48" fmla="*/ 20 w 125"/>
                <a:gd name="T49" fmla="*/ 34 h 108"/>
                <a:gd name="T50" fmla="*/ 22 w 125"/>
                <a:gd name="T51" fmla="*/ 55 h 108"/>
                <a:gd name="T52" fmla="*/ 26 w 125"/>
                <a:gd name="T53" fmla="*/ 64 h 108"/>
                <a:gd name="T54" fmla="*/ 33 w 125"/>
                <a:gd name="T55" fmla="*/ 48 h 108"/>
                <a:gd name="T56" fmla="*/ 40 w 125"/>
                <a:gd name="T57" fmla="*/ 31 h 108"/>
                <a:gd name="T58" fmla="*/ 44 w 125"/>
                <a:gd name="T59" fmla="*/ 21 h 108"/>
                <a:gd name="T60" fmla="*/ 48 w 125"/>
                <a:gd name="T61" fmla="*/ 15 h 108"/>
                <a:gd name="T62" fmla="*/ 55 w 125"/>
                <a:gd name="T63" fmla="*/ 17 h 108"/>
                <a:gd name="T64" fmla="*/ 58 w 125"/>
                <a:gd name="T65" fmla="*/ 23 h 108"/>
                <a:gd name="T66" fmla="*/ 59 w 125"/>
                <a:gd name="T67" fmla="*/ 31 h 108"/>
                <a:gd name="T68" fmla="*/ 62 w 125"/>
                <a:gd name="T69" fmla="*/ 43 h 108"/>
                <a:gd name="T70" fmla="*/ 65 w 125"/>
                <a:gd name="T71" fmla="*/ 65 h 108"/>
                <a:gd name="T72" fmla="*/ 70 w 125"/>
                <a:gd name="T73" fmla="*/ 69 h 108"/>
                <a:gd name="T74" fmla="*/ 81 w 125"/>
                <a:gd name="T75" fmla="*/ 43 h 108"/>
                <a:gd name="T76" fmla="*/ 89 w 125"/>
                <a:gd name="T77" fmla="*/ 22 h 1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25" h="108">
                  <a:moveTo>
                    <a:pt x="108" y="22"/>
                  </a:moveTo>
                  <a:cubicBezTo>
                    <a:pt x="109" y="19"/>
                    <a:pt x="110" y="17"/>
                    <a:pt x="112" y="16"/>
                  </a:cubicBezTo>
                  <a:cubicBezTo>
                    <a:pt x="115" y="16"/>
                    <a:pt x="117" y="15"/>
                    <a:pt x="119" y="16"/>
                  </a:cubicBezTo>
                  <a:cubicBezTo>
                    <a:pt x="121" y="17"/>
                    <a:pt x="122" y="18"/>
                    <a:pt x="124" y="20"/>
                  </a:cubicBezTo>
                  <a:cubicBezTo>
                    <a:pt x="125" y="22"/>
                    <a:pt x="125" y="24"/>
                    <a:pt x="124" y="27"/>
                  </a:cubicBezTo>
                  <a:cubicBezTo>
                    <a:pt x="123" y="31"/>
                    <a:pt x="122" y="34"/>
                    <a:pt x="120" y="38"/>
                  </a:cubicBezTo>
                  <a:cubicBezTo>
                    <a:pt x="119" y="41"/>
                    <a:pt x="118" y="45"/>
                    <a:pt x="116" y="48"/>
                  </a:cubicBezTo>
                  <a:cubicBezTo>
                    <a:pt x="114" y="52"/>
                    <a:pt x="112" y="57"/>
                    <a:pt x="109" y="61"/>
                  </a:cubicBezTo>
                  <a:cubicBezTo>
                    <a:pt x="107" y="65"/>
                    <a:pt x="105" y="69"/>
                    <a:pt x="103" y="73"/>
                  </a:cubicBezTo>
                  <a:cubicBezTo>
                    <a:pt x="101" y="77"/>
                    <a:pt x="98" y="81"/>
                    <a:pt x="96" y="85"/>
                  </a:cubicBezTo>
                  <a:cubicBezTo>
                    <a:pt x="94" y="89"/>
                    <a:pt x="92" y="93"/>
                    <a:pt x="90" y="97"/>
                  </a:cubicBezTo>
                  <a:cubicBezTo>
                    <a:pt x="89" y="99"/>
                    <a:pt x="88" y="100"/>
                    <a:pt x="87" y="102"/>
                  </a:cubicBezTo>
                  <a:cubicBezTo>
                    <a:pt x="86" y="103"/>
                    <a:pt x="85" y="104"/>
                    <a:pt x="84" y="105"/>
                  </a:cubicBezTo>
                  <a:cubicBezTo>
                    <a:pt x="83" y="107"/>
                    <a:pt x="80" y="108"/>
                    <a:pt x="78" y="108"/>
                  </a:cubicBezTo>
                  <a:cubicBezTo>
                    <a:pt x="75" y="108"/>
                    <a:pt x="73" y="107"/>
                    <a:pt x="72" y="105"/>
                  </a:cubicBezTo>
                  <a:cubicBezTo>
                    <a:pt x="70" y="104"/>
                    <a:pt x="69" y="102"/>
                    <a:pt x="69" y="100"/>
                  </a:cubicBezTo>
                  <a:cubicBezTo>
                    <a:pt x="69" y="98"/>
                    <a:pt x="68" y="96"/>
                    <a:pt x="68" y="94"/>
                  </a:cubicBezTo>
                  <a:cubicBezTo>
                    <a:pt x="67" y="92"/>
                    <a:pt x="67" y="89"/>
                    <a:pt x="66" y="86"/>
                  </a:cubicBezTo>
                  <a:cubicBezTo>
                    <a:pt x="65" y="83"/>
                    <a:pt x="65" y="80"/>
                    <a:pt x="64" y="78"/>
                  </a:cubicBezTo>
                  <a:cubicBezTo>
                    <a:pt x="63" y="74"/>
                    <a:pt x="62" y="69"/>
                    <a:pt x="61" y="65"/>
                  </a:cubicBezTo>
                  <a:cubicBezTo>
                    <a:pt x="60" y="60"/>
                    <a:pt x="60" y="56"/>
                    <a:pt x="58" y="51"/>
                  </a:cubicBezTo>
                  <a:cubicBezTo>
                    <a:pt x="57" y="55"/>
                    <a:pt x="55" y="59"/>
                    <a:pt x="53" y="62"/>
                  </a:cubicBezTo>
                  <a:cubicBezTo>
                    <a:pt x="51" y="66"/>
                    <a:pt x="49" y="69"/>
                    <a:pt x="47" y="73"/>
                  </a:cubicBezTo>
                  <a:cubicBezTo>
                    <a:pt x="45" y="75"/>
                    <a:pt x="44" y="78"/>
                    <a:pt x="43" y="80"/>
                  </a:cubicBezTo>
                  <a:cubicBezTo>
                    <a:pt x="42" y="83"/>
                    <a:pt x="40" y="85"/>
                    <a:pt x="39" y="87"/>
                  </a:cubicBezTo>
                  <a:cubicBezTo>
                    <a:pt x="38" y="89"/>
                    <a:pt x="37" y="90"/>
                    <a:pt x="37" y="91"/>
                  </a:cubicBezTo>
                  <a:cubicBezTo>
                    <a:pt x="36" y="92"/>
                    <a:pt x="35" y="93"/>
                    <a:pt x="34" y="95"/>
                  </a:cubicBezTo>
                  <a:cubicBezTo>
                    <a:pt x="33" y="96"/>
                    <a:pt x="32" y="98"/>
                    <a:pt x="30" y="99"/>
                  </a:cubicBezTo>
                  <a:cubicBezTo>
                    <a:pt x="29" y="100"/>
                    <a:pt x="27" y="100"/>
                    <a:pt x="26" y="100"/>
                  </a:cubicBezTo>
                  <a:cubicBezTo>
                    <a:pt x="24" y="101"/>
                    <a:pt x="23" y="100"/>
                    <a:pt x="21" y="100"/>
                  </a:cubicBezTo>
                  <a:cubicBezTo>
                    <a:pt x="20" y="99"/>
                    <a:pt x="19" y="98"/>
                    <a:pt x="18" y="96"/>
                  </a:cubicBezTo>
                  <a:cubicBezTo>
                    <a:pt x="17" y="93"/>
                    <a:pt x="16" y="90"/>
                    <a:pt x="16" y="87"/>
                  </a:cubicBezTo>
                  <a:cubicBezTo>
                    <a:pt x="16" y="83"/>
                    <a:pt x="15" y="80"/>
                    <a:pt x="15" y="77"/>
                  </a:cubicBezTo>
                  <a:cubicBezTo>
                    <a:pt x="15" y="75"/>
                    <a:pt x="14" y="74"/>
                    <a:pt x="14" y="72"/>
                  </a:cubicBezTo>
                  <a:cubicBezTo>
                    <a:pt x="14" y="70"/>
                    <a:pt x="13" y="68"/>
                    <a:pt x="13" y="67"/>
                  </a:cubicBezTo>
                  <a:cubicBezTo>
                    <a:pt x="13" y="65"/>
                    <a:pt x="12" y="63"/>
                    <a:pt x="12" y="61"/>
                  </a:cubicBezTo>
                  <a:cubicBezTo>
                    <a:pt x="12" y="60"/>
                    <a:pt x="11" y="58"/>
                    <a:pt x="11" y="56"/>
                  </a:cubicBezTo>
                  <a:cubicBezTo>
                    <a:pt x="10" y="50"/>
                    <a:pt x="9" y="45"/>
                    <a:pt x="7" y="39"/>
                  </a:cubicBezTo>
                  <a:cubicBezTo>
                    <a:pt x="6" y="33"/>
                    <a:pt x="5" y="28"/>
                    <a:pt x="3" y="22"/>
                  </a:cubicBezTo>
                  <a:cubicBezTo>
                    <a:pt x="3" y="21"/>
                    <a:pt x="3" y="20"/>
                    <a:pt x="2" y="18"/>
                  </a:cubicBezTo>
                  <a:cubicBezTo>
                    <a:pt x="2" y="17"/>
                    <a:pt x="1" y="16"/>
                    <a:pt x="1" y="14"/>
                  </a:cubicBezTo>
                  <a:cubicBezTo>
                    <a:pt x="1" y="13"/>
                    <a:pt x="0" y="12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1" y="5"/>
                    <a:pt x="1" y="4"/>
                    <a:pt x="3" y="3"/>
                  </a:cubicBezTo>
                  <a:cubicBezTo>
                    <a:pt x="4" y="2"/>
                    <a:pt x="5" y="1"/>
                    <a:pt x="6" y="1"/>
                  </a:cubicBezTo>
                  <a:cubicBezTo>
                    <a:pt x="8" y="0"/>
                    <a:pt x="9" y="0"/>
                    <a:pt x="11" y="1"/>
                  </a:cubicBezTo>
                  <a:cubicBezTo>
                    <a:pt x="12" y="1"/>
                    <a:pt x="14" y="2"/>
                    <a:pt x="15" y="3"/>
                  </a:cubicBezTo>
                  <a:cubicBezTo>
                    <a:pt x="17" y="6"/>
                    <a:pt x="18" y="9"/>
                    <a:pt x="19" y="13"/>
                  </a:cubicBezTo>
                  <a:cubicBezTo>
                    <a:pt x="20" y="16"/>
                    <a:pt x="21" y="20"/>
                    <a:pt x="21" y="23"/>
                  </a:cubicBezTo>
                  <a:cubicBezTo>
                    <a:pt x="22" y="26"/>
                    <a:pt x="23" y="30"/>
                    <a:pt x="24" y="34"/>
                  </a:cubicBezTo>
                  <a:cubicBezTo>
                    <a:pt x="24" y="37"/>
                    <a:pt x="25" y="41"/>
                    <a:pt x="26" y="44"/>
                  </a:cubicBezTo>
                  <a:cubicBezTo>
                    <a:pt x="27" y="48"/>
                    <a:pt x="28" y="52"/>
                    <a:pt x="28" y="55"/>
                  </a:cubicBezTo>
                  <a:cubicBezTo>
                    <a:pt x="29" y="59"/>
                    <a:pt x="30" y="63"/>
                    <a:pt x="30" y="66"/>
                  </a:cubicBezTo>
                  <a:cubicBezTo>
                    <a:pt x="31" y="66"/>
                    <a:pt x="31" y="65"/>
                    <a:pt x="32" y="64"/>
                  </a:cubicBezTo>
                  <a:cubicBezTo>
                    <a:pt x="32" y="63"/>
                    <a:pt x="33" y="62"/>
                    <a:pt x="33" y="61"/>
                  </a:cubicBezTo>
                  <a:cubicBezTo>
                    <a:pt x="36" y="57"/>
                    <a:pt x="38" y="52"/>
                    <a:pt x="40" y="48"/>
                  </a:cubicBezTo>
                  <a:cubicBezTo>
                    <a:pt x="43" y="44"/>
                    <a:pt x="45" y="39"/>
                    <a:pt x="47" y="34"/>
                  </a:cubicBezTo>
                  <a:cubicBezTo>
                    <a:pt x="48" y="33"/>
                    <a:pt x="48" y="32"/>
                    <a:pt x="49" y="31"/>
                  </a:cubicBezTo>
                  <a:cubicBezTo>
                    <a:pt x="49" y="29"/>
                    <a:pt x="50" y="28"/>
                    <a:pt x="50" y="27"/>
                  </a:cubicBezTo>
                  <a:cubicBezTo>
                    <a:pt x="51" y="24"/>
                    <a:pt x="52" y="23"/>
                    <a:pt x="53" y="21"/>
                  </a:cubicBezTo>
                  <a:cubicBezTo>
                    <a:pt x="53" y="20"/>
                    <a:pt x="54" y="19"/>
                    <a:pt x="55" y="18"/>
                  </a:cubicBezTo>
                  <a:cubicBezTo>
                    <a:pt x="56" y="16"/>
                    <a:pt x="57" y="15"/>
                    <a:pt x="59" y="15"/>
                  </a:cubicBezTo>
                  <a:cubicBezTo>
                    <a:pt x="60" y="15"/>
                    <a:pt x="62" y="15"/>
                    <a:pt x="63" y="15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68" y="18"/>
                    <a:pt x="69" y="19"/>
                    <a:pt x="70" y="20"/>
                  </a:cubicBezTo>
                  <a:cubicBezTo>
                    <a:pt x="70" y="21"/>
                    <a:pt x="70" y="22"/>
                    <a:pt x="70" y="23"/>
                  </a:cubicBezTo>
                  <a:cubicBezTo>
                    <a:pt x="71" y="24"/>
                    <a:pt x="71" y="26"/>
                    <a:pt x="71" y="27"/>
                  </a:cubicBezTo>
                  <a:cubicBezTo>
                    <a:pt x="72" y="29"/>
                    <a:pt x="72" y="30"/>
                    <a:pt x="72" y="31"/>
                  </a:cubicBezTo>
                  <a:cubicBezTo>
                    <a:pt x="72" y="33"/>
                    <a:pt x="73" y="33"/>
                    <a:pt x="73" y="34"/>
                  </a:cubicBezTo>
                  <a:cubicBezTo>
                    <a:pt x="73" y="37"/>
                    <a:pt x="74" y="40"/>
                    <a:pt x="75" y="43"/>
                  </a:cubicBezTo>
                  <a:cubicBezTo>
                    <a:pt x="75" y="47"/>
                    <a:pt x="76" y="50"/>
                    <a:pt x="77" y="53"/>
                  </a:cubicBezTo>
                  <a:cubicBezTo>
                    <a:pt x="77" y="57"/>
                    <a:pt x="78" y="61"/>
                    <a:pt x="79" y="65"/>
                  </a:cubicBezTo>
                  <a:cubicBezTo>
                    <a:pt x="80" y="69"/>
                    <a:pt x="81" y="73"/>
                    <a:pt x="82" y="77"/>
                  </a:cubicBezTo>
                  <a:cubicBezTo>
                    <a:pt x="83" y="74"/>
                    <a:pt x="84" y="72"/>
                    <a:pt x="85" y="69"/>
                  </a:cubicBezTo>
                  <a:cubicBezTo>
                    <a:pt x="86" y="67"/>
                    <a:pt x="88" y="65"/>
                    <a:pt x="89" y="62"/>
                  </a:cubicBezTo>
                  <a:cubicBezTo>
                    <a:pt x="92" y="56"/>
                    <a:pt x="96" y="49"/>
                    <a:pt x="99" y="43"/>
                  </a:cubicBezTo>
                  <a:cubicBezTo>
                    <a:pt x="102" y="36"/>
                    <a:pt x="105" y="30"/>
                    <a:pt x="107" y="23"/>
                  </a:cubicBezTo>
                  <a:lnTo>
                    <a:pt x="108" y="22"/>
                  </a:lnTo>
                  <a:close/>
                </a:path>
              </a:pathLst>
            </a:custGeom>
            <a:solidFill>
              <a:srgbClr val="1FA12D"/>
            </a:solidFill>
            <a:ln w="6350" cap="flat">
              <a:solidFill>
                <a:srgbClr val="06040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48" name="Freeform 1259">
              <a:extLst>
                <a:ext uri="{FF2B5EF4-FFF2-40B4-BE49-F238E27FC236}">
                  <a16:creationId xmlns:a16="http://schemas.microsoft.com/office/drawing/2014/main" id="{A0FAF3EB-3679-4994-9F60-252C7D089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028"/>
              <a:ext cx="69" cy="97"/>
            </a:xfrm>
            <a:custGeom>
              <a:avLst/>
              <a:gdLst>
                <a:gd name="T0" fmla="*/ 32 w 73"/>
                <a:gd name="T1" fmla="*/ 80 h 97"/>
                <a:gd name="T2" fmla="*/ 37 w 73"/>
                <a:gd name="T3" fmla="*/ 85 h 97"/>
                <a:gd name="T4" fmla="*/ 38 w 73"/>
                <a:gd name="T5" fmla="*/ 90 h 97"/>
                <a:gd name="T6" fmla="*/ 35 w 73"/>
                <a:gd name="T7" fmla="*/ 95 h 97"/>
                <a:gd name="T8" fmla="*/ 30 w 73"/>
                <a:gd name="T9" fmla="*/ 97 h 97"/>
                <a:gd name="T10" fmla="*/ 25 w 73"/>
                <a:gd name="T11" fmla="*/ 96 h 97"/>
                <a:gd name="T12" fmla="*/ 20 w 73"/>
                <a:gd name="T13" fmla="*/ 93 h 97"/>
                <a:gd name="T14" fmla="*/ 14 w 73"/>
                <a:gd name="T15" fmla="*/ 91 h 97"/>
                <a:gd name="T16" fmla="*/ 10 w 73"/>
                <a:gd name="T17" fmla="*/ 89 h 97"/>
                <a:gd name="T18" fmla="*/ 5 w 73"/>
                <a:gd name="T19" fmla="*/ 85 h 97"/>
                <a:gd name="T20" fmla="*/ 1 w 73"/>
                <a:gd name="T21" fmla="*/ 82 h 97"/>
                <a:gd name="T22" fmla="*/ 0 w 73"/>
                <a:gd name="T23" fmla="*/ 77 h 97"/>
                <a:gd name="T24" fmla="*/ 1 w 73"/>
                <a:gd name="T25" fmla="*/ 72 h 97"/>
                <a:gd name="T26" fmla="*/ 5 w 73"/>
                <a:gd name="T27" fmla="*/ 69 h 97"/>
                <a:gd name="T28" fmla="*/ 9 w 73"/>
                <a:gd name="T29" fmla="*/ 69 h 97"/>
                <a:gd name="T30" fmla="*/ 14 w 73"/>
                <a:gd name="T31" fmla="*/ 72 h 97"/>
                <a:gd name="T32" fmla="*/ 33 w 73"/>
                <a:gd name="T33" fmla="*/ 19 h 97"/>
                <a:gd name="T34" fmla="*/ 28 w 73"/>
                <a:gd name="T35" fmla="*/ 17 h 97"/>
                <a:gd name="T36" fmla="*/ 25 w 73"/>
                <a:gd name="T37" fmla="*/ 13 h 97"/>
                <a:gd name="T38" fmla="*/ 24 w 73"/>
                <a:gd name="T39" fmla="*/ 8 h 97"/>
                <a:gd name="T40" fmla="*/ 25 w 73"/>
                <a:gd name="T41" fmla="*/ 4 h 97"/>
                <a:gd name="T42" fmla="*/ 27 w 73"/>
                <a:gd name="T43" fmla="*/ 1 h 97"/>
                <a:gd name="T44" fmla="*/ 31 w 73"/>
                <a:gd name="T45" fmla="*/ 0 h 97"/>
                <a:gd name="T46" fmla="*/ 35 w 73"/>
                <a:gd name="T47" fmla="*/ 1 h 97"/>
                <a:gd name="T48" fmla="*/ 46 w 73"/>
                <a:gd name="T49" fmla="*/ 7 h 97"/>
                <a:gd name="T50" fmla="*/ 58 w 73"/>
                <a:gd name="T51" fmla="*/ 13 h 97"/>
                <a:gd name="T52" fmla="*/ 59 w 73"/>
                <a:gd name="T53" fmla="*/ 13 h 97"/>
                <a:gd name="T54" fmla="*/ 60 w 73"/>
                <a:gd name="T55" fmla="*/ 15 h 97"/>
                <a:gd name="T56" fmla="*/ 61 w 73"/>
                <a:gd name="T57" fmla="*/ 21 h 97"/>
                <a:gd name="T58" fmla="*/ 58 w 73"/>
                <a:gd name="T59" fmla="*/ 27 h 97"/>
                <a:gd name="T60" fmla="*/ 56 w 73"/>
                <a:gd name="T61" fmla="*/ 29 h 97"/>
                <a:gd name="T62" fmla="*/ 53 w 73"/>
                <a:gd name="T63" fmla="*/ 29 h 97"/>
                <a:gd name="T64" fmla="*/ 50 w 73"/>
                <a:gd name="T65" fmla="*/ 27 h 97"/>
                <a:gd name="T66" fmla="*/ 46 w 73"/>
                <a:gd name="T67" fmla="*/ 26 h 97"/>
                <a:gd name="T68" fmla="*/ 27 w 73"/>
                <a:gd name="T69" fmla="*/ 79 h 97"/>
                <a:gd name="T70" fmla="*/ 29 w 73"/>
                <a:gd name="T71" fmla="*/ 79 h 97"/>
                <a:gd name="T72" fmla="*/ 31 w 73"/>
                <a:gd name="T73" fmla="*/ 80 h 97"/>
                <a:gd name="T74" fmla="*/ 32 w 73"/>
                <a:gd name="T75" fmla="*/ 80 h 9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3" h="97">
                  <a:moveTo>
                    <a:pt x="38" y="80"/>
                  </a:moveTo>
                  <a:cubicBezTo>
                    <a:pt x="40" y="81"/>
                    <a:pt x="42" y="83"/>
                    <a:pt x="43" y="85"/>
                  </a:cubicBezTo>
                  <a:cubicBezTo>
                    <a:pt x="44" y="87"/>
                    <a:pt x="44" y="89"/>
                    <a:pt x="44" y="90"/>
                  </a:cubicBezTo>
                  <a:cubicBezTo>
                    <a:pt x="44" y="92"/>
                    <a:pt x="43" y="94"/>
                    <a:pt x="41" y="95"/>
                  </a:cubicBezTo>
                  <a:cubicBezTo>
                    <a:pt x="40" y="97"/>
                    <a:pt x="38" y="97"/>
                    <a:pt x="36" y="97"/>
                  </a:cubicBezTo>
                  <a:cubicBezTo>
                    <a:pt x="34" y="97"/>
                    <a:pt x="32" y="97"/>
                    <a:pt x="29" y="96"/>
                  </a:cubicBezTo>
                  <a:cubicBezTo>
                    <a:pt x="27" y="95"/>
                    <a:pt x="25" y="94"/>
                    <a:pt x="23" y="93"/>
                  </a:cubicBezTo>
                  <a:cubicBezTo>
                    <a:pt x="21" y="92"/>
                    <a:pt x="19" y="92"/>
                    <a:pt x="17" y="91"/>
                  </a:cubicBezTo>
                  <a:cubicBezTo>
                    <a:pt x="15" y="90"/>
                    <a:pt x="14" y="89"/>
                    <a:pt x="13" y="89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3" y="85"/>
                    <a:pt x="2" y="83"/>
                    <a:pt x="1" y="82"/>
                  </a:cubicBezTo>
                  <a:cubicBezTo>
                    <a:pt x="0" y="80"/>
                    <a:pt x="0" y="79"/>
                    <a:pt x="0" y="77"/>
                  </a:cubicBezTo>
                  <a:cubicBezTo>
                    <a:pt x="0" y="75"/>
                    <a:pt x="0" y="74"/>
                    <a:pt x="1" y="72"/>
                  </a:cubicBezTo>
                  <a:cubicBezTo>
                    <a:pt x="2" y="71"/>
                    <a:pt x="4" y="70"/>
                    <a:pt x="5" y="69"/>
                  </a:cubicBezTo>
                  <a:cubicBezTo>
                    <a:pt x="7" y="68"/>
                    <a:pt x="9" y="68"/>
                    <a:pt x="11" y="69"/>
                  </a:cubicBezTo>
                  <a:cubicBezTo>
                    <a:pt x="13" y="70"/>
                    <a:pt x="15" y="71"/>
                    <a:pt x="17" y="72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7" y="18"/>
                    <a:pt x="35" y="18"/>
                    <a:pt x="34" y="17"/>
                  </a:cubicBezTo>
                  <a:cubicBezTo>
                    <a:pt x="32" y="16"/>
                    <a:pt x="30" y="15"/>
                    <a:pt x="29" y="13"/>
                  </a:cubicBezTo>
                  <a:cubicBezTo>
                    <a:pt x="28" y="11"/>
                    <a:pt x="28" y="10"/>
                    <a:pt x="28" y="8"/>
                  </a:cubicBezTo>
                  <a:cubicBezTo>
                    <a:pt x="28" y="7"/>
                    <a:pt x="29" y="5"/>
                    <a:pt x="29" y="4"/>
                  </a:cubicBezTo>
                  <a:cubicBezTo>
                    <a:pt x="30" y="3"/>
                    <a:pt x="31" y="2"/>
                    <a:pt x="33" y="1"/>
                  </a:cubicBezTo>
                  <a:cubicBezTo>
                    <a:pt x="34" y="1"/>
                    <a:pt x="36" y="0"/>
                    <a:pt x="37" y="0"/>
                  </a:cubicBezTo>
                  <a:cubicBezTo>
                    <a:pt x="39" y="0"/>
                    <a:pt x="40" y="0"/>
                    <a:pt x="41" y="1"/>
                  </a:cubicBezTo>
                  <a:cubicBezTo>
                    <a:pt x="46" y="3"/>
                    <a:pt x="50" y="5"/>
                    <a:pt x="55" y="7"/>
                  </a:cubicBezTo>
                  <a:cubicBezTo>
                    <a:pt x="59" y="9"/>
                    <a:pt x="64" y="11"/>
                    <a:pt x="69" y="13"/>
                  </a:cubicBezTo>
                  <a:cubicBezTo>
                    <a:pt x="69" y="13"/>
                    <a:pt x="69" y="13"/>
                    <a:pt x="70" y="13"/>
                  </a:cubicBezTo>
                  <a:cubicBezTo>
                    <a:pt x="70" y="14"/>
                    <a:pt x="70" y="14"/>
                    <a:pt x="71" y="15"/>
                  </a:cubicBezTo>
                  <a:cubicBezTo>
                    <a:pt x="72" y="17"/>
                    <a:pt x="73" y="19"/>
                    <a:pt x="73" y="21"/>
                  </a:cubicBezTo>
                  <a:cubicBezTo>
                    <a:pt x="72" y="24"/>
                    <a:pt x="71" y="26"/>
                    <a:pt x="69" y="27"/>
                  </a:cubicBezTo>
                  <a:cubicBezTo>
                    <a:pt x="68" y="28"/>
                    <a:pt x="67" y="28"/>
                    <a:pt x="66" y="29"/>
                  </a:cubicBezTo>
                  <a:cubicBezTo>
                    <a:pt x="65" y="29"/>
                    <a:pt x="64" y="29"/>
                    <a:pt x="62" y="29"/>
                  </a:cubicBezTo>
                  <a:cubicBezTo>
                    <a:pt x="61" y="28"/>
                    <a:pt x="60" y="28"/>
                    <a:pt x="59" y="27"/>
                  </a:cubicBezTo>
                  <a:cubicBezTo>
                    <a:pt x="58" y="27"/>
                    <a:pt x="57" y="26"/>
                    <a:pt x="55" y="26"/>
                  </a:cubicBezTo>
                  <a:cubicBezTo>
                    <a:pt x="33" y="79"/>
                    <a:pt x="33" y="79"/>
                    <a:pt x="33" y="79"/>
                  </a:cubicBezTo>
                  <a:cubicBezTo>
                    <a:pt x="34" y="79"/>
                    <a:pt x="35" y="79"/>
                    <a:pt x="35" y="79"/>
                  </a:cubicBezTo>
                  <a:cubicBezTo>
                    <a:pt x="36" y="80"/>
                    <a:pt x="36" y="80"/>
                    <a:pt x="37" y="80"/>
                  </a:cubicBezTo>
                  <a:lnTo>
                    <a:pt x="38" y="80"/>
                  </a:lnTo>
                  <a:close/>
                </a:path>
              </a:pathLst>
            </a:custGeom>
            <a:solidFill>
              <a:srgbClr val="1FA12D"/>
            </a:solidFill>
            <a:ln w="6350" cap="flat">
              <a:solidFill>
                <a:srgbClr val="06040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49" name="Freeform 1260">
              <a:extLst>
                <a:ext uri="{FF2B5EF4-FFF2-40B4-BE49-F238E27FC236}">
                  <a16:creationId xmlns:a16="http://schemas.microsoft.com/office/drawing/2014/main" id="{2C9D1AB1-089C-4DE2-BD94-FA3F6DC7C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076"/>
              <a:ext cx="83" cy="84"/>
            </a:xfrm>
            <a:custGeom>
              <a:avLst/>
              <a:gdLst>
                <a:gd name="T0" fmla="*/ 38 w 89"/>
                <a:gd name="T1" fmla="*/ 62 h 84"/>
                <a:gd name="T2" fmla="*/ 43 w 89"/>
                <a:gd name="T3" fmla="*/ 63 h 84"/>
                <a:gd name="T4" fmla="*/ 46 w 89"/>
                <a:gd name="T5" fmla="*/ 67 h 84"/>
                <a:gd name="T6" fmla="*/ 47 w 89"/>
                <a:gd name="T7" fmla="*/ 72 h 84"/>
                <a:gd name="T8" fmla="*/ 45 w 89"/>
                <a:gd name="T9" fmla="*/ 77 h 84"/>
                <a:gd name="T10" fmla="*/ 40 w 89"/>
                <a:gd name="T11" fmla="*/ 81 h 84"/>
                <a:gd name="T12" fmla="*/ 34 w 89"/>
                <a:gd name="T13" fmla="*/ 82 h 84"/>
                <a:gd name="T14" fmla="*/ 21 w 89"/>
                <a:gd name="T15" fmla="*/ 82 h 84"/>
                <a:gd name="T16" fmla="*/ 11 w 89"/>
                <a:gd name="T17" fmla="*/ 77 h 84"/>
                <a:gd name="T18" fmla="*/ 4 w 89"/>
                <a:gd name="T19" fmla="*/ 66 h 84"/>
                <a:gd name="T20" fmla="*/ 0 w 89"/>
                <a:gd name="T21" fmla="*/ 52 h 84"/>
                <a:gd name="T22" fmla="*/ 0 w 89"/>
                <a:gd name="T23" fmla="*/ 42 h 84"/>
                <a:gd name="T24" fmla="*/ 2 w 89"/>
                <a:gd name="T25" fmla="*/ 33 h 84"/>
                <a:gd name="T26" fmla="*/ 7 w 89"/>
                <a:gd name="T27" fmla="*/ 21 h 84"/>
                <a:gd name="T28" fmla="*/ 16 w 89"/>
                <a:gd name="T29" fmla="*/ 10 h 84"/>
                <a:gd name="T30" fmla="*/ 25 w 89"/>
                <a:gd name="T31" fmla="*/ 3 h 84"/>
                <a:gd name="T32" fmla="*/ 36 w 89"/>
                <a:gd name="T33" fmla="*/ 0 h 84"/>
                <a:gd name="T34" fmla="*/ 45 w 89"/>
                <a:gd name="T35" fmla="*/ 0 h 84"/>
                <a:gd name="T36" fmla="*/ 53 w 89"/>
                <a:gd name="T37" fmla="*/ 2 h 84"/>
                <a:gd name="T38" fmla="*/ 58 w 89"/>
                <a:gd name="T39" fmla="*/ 3 h 84"/>
                <a:gd name="T40" fmla="*/ 62 w 89"/>
                <a:gd name="T41" fmla="*/ 5 h 84"/>
                <a:gd name="T42" fmla="*/ 66 w 89"/>
                <a:gd name="T43" fmla="*/ 8 h 84"/>
                <a:gd name="T44" fmla="*/ 70 w 89"/>
                <a:gd name="T45" fmla="*/ 13 h 84"/>
                <a:gd name="T46" fmla="*/ 71 w 89"/>
                <a:gd name="T47" fmla="*/ 17 h 84"/>
                <a:gd name="T48" fmla="*/ 72 w 89"/>
                <a:gd name="T49" fmla="*/ 22 h 84"/>
                <a:gd name="T50" fmla="*/ 72 w 89"/>
                <a:gd name="T51" fmla="*/ 27 h 84"/>
                <a:gd name="T52" fmla="*/ 71 w 89"/>
                <a:gd name="T53" fmla="*/ 31 h 84"/>
                <a:gd name="T54" fmla="*/ 70 w 89"/>
                <a:gd name="T55" fmla="*/ 35 h 84"/>
                <a:gd name="T56" fmla="*/ 67 w 89"/>
                <a:gd name="T57" fmla="*/ 37 h 84"/>
                <a:gd name="T58" fmla="*/ 65 w 89"/>
                <a:gd name="T59" fmla="*/ 38 h 84"/>
                <a:gd name="T60" fmla="*/ 62 w 89"/>
                <a:gd name="T61" fmla="*/ 37 h 84"/>
                <a:gd name="T62" fmla="*/ 58 w 89"/>
                <a:gd name="T63" fmla="*/ 33 h 84"/>
                <a:gd name="T64" fmla="*/ 58 w 89"/>
                <a:gd name="T65" fmla="*/ 29 h 84"/>
                <a:gd name="T66" fmla="*/ 58 w 89"/>
                <a:gd name="T67" fmla="*/ 25 h 84"/>
                <a:gd name="T68" fmla="*/ 58 w 89"/>
                <a:gd name="T69" fmla="*/ 22 h 84"/>
                <a:gd name="T70" fmla="*/ 56 w 89"/>
                <a:gd name="T71" fmla="*/ 21 h 84"/>
                <a:gd name="T72" fmla="*/ 48 w 89"/>
                <a:gd name="T73" fmla="*/ 18 h 84"/>
                <a:gd name="T74" fmla="*/ 40 w 89"/>
                <a:gd name="T75" fmla="*/ 17 h 84"/>
                <a:gd name="T76" fmla="*/ 31 w 89"/>
                <a:gd name="T77" fmla="*/ 19 h 84"/>
                <a:gd name="T78" fmla="*/ 23 w 89"/>
                <a:gd name="T79" fmla="*/ 24 h 84"/>
                <a:gd name="T80" fmla="*/ 18 w 89"/>
                <a:gd name="T81" fmla="*/ 34 h 84"/>
                <a:gd name="T82" fmla="*/ 14 w 89"/>
                <a:gd name="T83" fmla="*/ 46 h 84"/>
                <a:gd name="T84" fmla="*/ 15 w 89"/>
                <a:gd name="T85" fmla="*/ 53 h 84"/>
                <a:gd name="T86" fmla="*/ 18 w 89"/>
                <a:gd name="T87" fmla="*/ 60 h 84"/>
                <a:gd name="T88" fmla="*/ 21 w 89"/>
                <a:gd name="T89" fmla="*/ 64 h 84"/>
                <a:gd name="T90" fmla="*/ 27 w 89"/>
                <a:gd name="T91" fmla="*/ 66 h 84"/>
                <a:gd name="T92" fmla="*/ 33 w 89"/>
                <a:gd name="T93" fmla="*/ 65 h 84"/>
                <a:gd name="T94" fmla="*/ 38 w 89"/>
                <a:gd name="T95" fmla="*/ 62 h 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9" h="84">
                  <a:moveTo>
                    <a:pt x="47" y="62"/>
                  </a:moveTo>
                  <a:cubicBezTo>
                    <a:pt x="49" y="62"/>
                    <a:pt x="51" y="62"/>
                    <a:pt x="53" y="63"/>
                  </a:cubicBezTo>
                  <a:cubicBezTo>
                    <a:pt x="55" y="64"/>
                    <a:pt x="56" y="65"/>
                    <a:pt x="57" y="67"/>
                  </a:cubicBezTo>
                  <a:cubicBezTo>
                    <a:pt x="58" y="68"/>
                    <a:pt x="58" y="70"/>
                    <a:pt x="58" y="72"/>
                  </a:cubicBezTo>
                  <a:cubicBezTo>
                    <a:pt x="58" y="74"/>
                    <a:pt x="57" y="76"/>
                    <a:pt x="55" y="77"/>
                  </a:cubicBezTo>
                  <a:cubicBezTo>
                    <a:pt x="53" y="79"/>
                    <a:pt x="51" y="80"/>
                    <a:pt x="49" y="81"/>
                  </a:cubicBezTo>
                  <a:cubicBezTo>
                    <a:pt x="46" y="81"/>
                    <a:pt x="44" y="82"/>
                    <a:pt x="42" y="82"/>
                  </a:cubicBezTo>
                  <a:cubicBezTo>
                    <a:pt x="36" y="84"/>
                    <a:pt x="31" y="84"/>
                    <a:pt x="27" y="82"/>
                  </a:cubicBezTo>
                  <a:cubicBezTo>
                    <a:pt x="22" y="81"/>
                    <a:pt x="17" y="80"/>
                    <a:pt x="14" y="77"/>
                  </a:cubicBezTo>
                  <a:cubicBezTo>
                    <a:pt x="10" y="74"/>
                    <a:pt x="7" y="71"/>
                    <a:pt x="4" y="66"/>
                  </a:cubicBezTo>
                  <a:cubicBezTo>
                    <a:pt x="2" y="62"/>
                    <a:pt x="0" y="57"/>
                    <a:pt x="0" y="52"/>
                  </a:cubicBezTo>
                  <a:cubicBezTo>
                    <a:pt x="0" y="49"/>
                    <a:pt x="0" y="45"/>
                    <a:pt x="0" y="42"/>
                  </a:cubicBezTo>
                  <a:cubicBezTo>
                    <a:pt x="0" y="39"/>
                    <a:pt x="1" y="36"/>
                    <a:pt x="2" y="33"/>
                  </a:cubicBezTo>
                  <a:cubicBezTo>
                    <a:pt x="4" y="29"/>
                    <a:pt x="6" y="25"/>
                    <a:pt x="9" y="21"/>
                  </a:cubicBezTo>
                  <a:cubicBezTo>
                    <a:pt x="12" y="17"/>
                    <a:pt x="15" y="13"/>
                    <a:pt x="19" y="10"/>
                  </a:cubicBezTo>
                  <a:cubicBezTo>
                    <a:pt x="23" y="7"/>
                    <a:pt x="27" y="5"/>
                    <a:pt x="31" y="3"/>
                  </a:cubicBezTo>
                  <a:cubicBezTo>
                    <a:pt x="36" y="1"/>
                    <a:pt x="40" y="0"/>
                    <a:pt x="45" y="0"/>
                  </a:cubicBezTo>
                  <a:cubicBezTo>
                    <a:pt x="49" y="0"/>
                    <a:pt x="52" y="0"/>
                    <a:pt x="55" y="0"/>
                  </a:cubicBezTo>
                  <a:cubicBezTo>
                    <a:pt x="58" y="1"/>
                    <a:pt x="62" y="1"/>
                    <a:pt x="65" y="2"/>
                  </a:cubicBezTo>
                  <a:cubicBezTo>
                    <a:pt x="67" y="2"/>
                    <a:pt x="69" y="3"/>
                    <a:pt x="71" y="3"/>
                  </a:cubicBezTo>
                  <a:cubicBezTo>
                    <a:pt x="73" y="4"/>
                    <a:pt x="75" y="4"/>
                    <a:pt x="77" y="5"/>
                  </a:cubicBezTo>
                  <a:cubicBezTo>
                    <a:pt x="78" y="6"/>
                    <a:pt x="80" y="7"/>
                    <a:pt x="82" y="8"/>
                  </a:cubicBezTo>
                  <a:cubicBezTo>
                    <a:pt x="83" y="10"/>
                    <a:pt x="85" y="11"/>
                    <a:pt x="86" y="13"/>
                  </a:cubicBezTo>
                  <a:cubicBezTo>
                    <a:pt x="87" y="14"/>
                    <a:pt x="87" y="15"/>
                    <a:pt x="88" y="17"/>
                  </a:cubicBezTo>
                  <a:cubicBezTo>
                    <a:pt x="88" y="19"/>
                    <a:pt x="89" y="20"/>
                    <a:pt x="89" y="22"/>
                  </a:cubicBezTo>
                  <a:cubicBezTo>
                    <a:pt x="89" y="24"/>
                    <a:pt x="89" y="25"/>
                    <a:pt x="89" y="27"/>
                  </a:cubicBezTo>
                  <a:cubicBezTo>
                    <a:pt x="89" y="29"/>
                    <a:pt x="89" y="30"/>
                    <a:pt x="88" y="31"/>
                  </a:cubicBezTo>
                  <a:cubicBezTo>
                    <a:pt x="88" y="33"/>
                    <a:pt x="87" y="34"/>
                    <a:pt x="86" y="35"/>
                  </a:cubicBezTo>
                  <a:cubicBezTo>
                    <a:pt x="85" y="36"/>
                    <a:pt x="84" y="36"/>
                    <a:pt x="83" y="37"/>
                  </a:cubicBezTo>
                  <a:cubicBezTo>
                    <a:pt x="82" y="37"/>
                    <a:pt x="81" y="38"/>
                    <a:pt x="80" y="38"/>
                  </a:cubicBezTo>
                  <a:cubicBezTo>
                    <a:pt x="79" y="38"/>
                    <a:pt x="77" y="37"/>
                    <a:pt x="76" y="37"/>
                  </a:cubicBezTo>
                  <a:cubicBezTo>
                    <a:pt x="74" y="36"/>
                    <a:pt x="73" y="35"/>
                    <a:pt x="72" y="33"/>
                  </a:cubicBezTo>
                  <a:cubicBezTo>
                    <a:pt x="72" y="32"/>
                    <a:pt x="71" y="31"/>
                    <a:pt x="72" y="29"/>
                  </a:cubicBezTo>
                  <a:cubicBezTo>
                    <a:pt x="72" y="28"/>
                    <a:pt x="72" y="27"/>
                    <a:pt x="72" y="25"/>
                  </a:cubicBezTo>
                  <a:cubicBezTo>
                    <a:pt x="72" y="24"/>
                    <a:pt x="71" y="23"/>
                    <a:pt x="71" y="22"/>
                  </a:cubicBezTo>
                  <a:cubicBezTo>
                    <a:pt x="70" y="21"/>
                    <a:pt x="70" y="21"/>
                    <a:pt x="69" y="21"/>
                  </a:cubicBezTo>
                  <a:cubicBezTo>
                    <a:pt x="66" y="20"/>
                    <a:pt x="63" y="19"/>
                    <a:pt x="59" y="18"/>
                  </a:cubicBezTo>
                  <a:cubicBezTo>
                    <a:pt x="56" y="18"/>
                    <a:pt x="52" y="17"/>
                    <a:pt x="49" y="17"/>
                  </a:cubicBezTo>
                  <a:cubicBezTo>
                    <a:pt x="45" y="18"/>
                    <a:pt x="42" y="18"/>
                    <a:pt x="38" y="19"/>
                  </a:cubicBezTo>
                  <a:cubicBezTo>
                    <a:pt x="35" y="20"/>
                    <a:pt x="32" y="22"/>
                    <a:pt x="29" y="24"/>
                  </a:cubicBezTo>
                  <a:cubicBezTo>
                    <a:pt x="26" y="27"/>
                    <a:pt x="23" y="30"/>
                    <a:pt x="21" y="34"/>
                  </a:cubicBezTo>
                  <a:cubicBezTo>
                    <a:pt x="19" y="38"/>
                    <a:pt x="18" y="41"/>
                    <a:pt x="17" y="46"/>
                  </a:cubicBezTo>
                  <a:cubicBezTo>
                    <a:pt x="17" y="48"/>
                    <a:pt x="17" y="51"/>
                    <a:pt x="18" y="53"/>
                  </a:cubicBezTo>
                  <a:cubicBezTo>
                    <a:pt x="18" y="55"/>
                    <a:pt x="19" y="58"/>
                    <a:pt x="21" y="60"/>
                  </a:cubicBezTo>
                  <a:cubicBezTo>
                    <a:pt x="22" y="62"/>
                    <a:pt x="24" y="63"/>
                    <a:pt x="26" y="64"/>
                  </a:cubicBezTo>
                  <a:cubicBezTo>
                    <a:pt x="28" y="65"/>
                    <a:pt x="31" y="66"/>
                    <a:pt x="33" y="66"/>
                  </a:cubicBezTo>
                  <a:cubicBezTo>
                    <a:pt x="36" y="66"/>
                    <a:pt x="38" y="66"/>
                    <a:pt x="40" y="65"/>
                  </a:cubicBezTo>
                  <a:cubicBezTo>
                    <a:pt x="43" y="64"/>
                    <a:pt x="45" y="63"/>
                    <a:pt x="47" y="62"/>
                  </a:cubicBezTo>
                  <a:close/>
                </a:path>
              </a:pathLst>
            </a:custGeom>
            <a:solidFill>
              <a:srgbClr val="1FA12D"/>
            </a:solidFill>
            <a:ln w="6350" cap="flat">
              <a:solidFill>
                <a:srgbClr val="06040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Freeform 1261">
              <a:extLst>
                <a:ext uri="{FF2B5EF4-FFF2-40B4-BE49-F238E27FC236}">
                  <a16:creationId xmlns:a16="http://schemas.microsoft.com/office/drawing/2014/main" id="{F81E2102-8C8E-443F-8024-3FEDEBFB5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115"/>
              <a:ext cx="104" cy="107"/>
            </a:xfrm>
            <a:custGeom>
              <a:avLst/>
              <a:gdLst>
                <a:gd name="T0" fmla="*/ 68 w 111"/>
                <a:gd name="T1" fmla="*/ 76 h 107"/>
                <a:gd name="T2" fmla="*/ 68 w 111"/>
                <a:gd name="T3" fmla="*/ 83 h 107"/>
                <a:gd name="T4" fmla="*/ 66 w 111"/>
                <a:gd name="T5" fmla="*/ 87 h 107"/>
                <a:gd name="T6" fmla="*/ 62 w 111"/>
                <a:gd name="T7" fmla="*/ 90 h 107"/>
                <a:gd name="T8" fmla="*/ 57 w 111"/>
                <a:gd name="T9" fmla="*/ 88 h 107"/>
                <a:gd name="T10" fmla="*/ 42 w 111"/>
                <a:gd name="T11" fmla="*/ 104 h 107"/>
                <a:gd name="T12" fmla="*/ 37 w 111"/>
                <a:gd name="T13" fmla="*/ 107 h 107"/>
                <a:gd name="T14" fmla="*/ 33 w 111"/>
                <a:gd name="T15" fmla="*/ 106 h 107"/>
                <a:gd name="T16" fmla="*/ 29 w 111"/>
                <a:gd name="T17" fmla="*/ 102 h 107"/>
                <a:gd name="T18" fmla="*/ 28 w 111"/>
                <a:gd name="T19" fmla="*/ 96 h 107"/>
                <a:gd name="T20" fmla="*/ 30 w 111"/>
                <a:gd name="T21" fmla="*/ 93 h 107"/>
                <a:gd name="T22" fmla="*/ 32 w 111"/>
                <a:gd name="T23" fmla="*/ 90 h 107"/>
                <a:gd name="T24" fmla="*/ 47 w 111"/>
                <a:gd name="T25" fmla="*/ 74 h 107"/>
                <a:gd name="T26" fmla="*/ 29 w 111"/>
                <a:gd name="T27" fmla="*/ 49 h 107"/>
                <a:gd name="T28" fmla="*/ 14 w 111"/>
                <a:gd name="T29" fmla="*/ 65 h 107"/>
                <a:gd name="T30" fmla="*/ 11 w 111"/>
                <a:gd name="T31" fmla="*/ 67 h 107"/>
                <a:gd name="T32" fmla="*/ 8 w 111"/>
                <a:gd name="T33" fmla="*/ 68 h 107"/>
                <a:gd name="T34" fmla="*/ 5 w 111"/>
                <a:gd name="T35" fmla="*/ 67 h 107"/>
                <a:gd name="T36" fmla="*/ 1 w 111"/>
                <a:gd name="T37" fmla="*/ 63 h 107"/>
                <a:gd name="T38" fmla="*/ 1 w 111"/>
                <a:gd name="T39" fmla="*/ 57 h 107"/>
                <a:gd name="T40" fmla="*/ 5 w 111"/>
                <a:gd name="T41" fmla="*/ 51 h 107"/>
                <a:gd name="T42" fmla="*/ 50 w 111"/>
                <a:gd name="T43" fmla="*/ 3 h 107"/>
                <a:gd name="T44" fmla="*/ 55 w 111"/>
                <a:gd name="T45" fmla="*/ 0 h 107"/>
                <a:gd name="T46" fmla="*/ 60 w 111"/>
                <a:gd name="T47" fmla="*/ 1 h 107"/>
                <a:gd name="T48" fmla="*/ 63 w 111"/>
                <a:gd name="T49" fmla="*/ 6 h 107"/>
                <a:gd name="T50" fmla="*/ 63 w 111"/>
                <a:gd name="T51" fmla="*/ 12 h 107"/>
                <a:gd name="T52" fmla="*/ 62 w 111"/>
                <a:gd name="T53" fmla="*/ 14 h 107"/>
                <a:gd name="T54" fmla="*/ 61 w 111"/>
                <a:gd name="T55" fmla="*/ 15 h 107"/>
                <a:gd name="T56" fmla="*/ 40 w 111"/>
                <a:gd name="T57" fmla="*/ 36 h 107"/>
                <a:gd name="T58" fmla="*/ 59 w 111"/>
                <a:gd name="T59" fmla="*/ 62 h 107"/>
                <a:gd name="T60" fmla="*/ 77 w 111"/>
                <a:gd name="T61" fmla="*/ 42 h 107"/>
                <a:gd name="T62" fmla="*/ 82 w 111"/>
                <a:gd name="T63" fmla="*/ 39 h 107"/>
                <a:gd name="T64" fmla="*/ 87 w 111"/>
                <a:gd name="T65" fmla="*/ 40 h 107"/>
                <a:gd name="T66" fmla="*/ 91 w 111"/>
                <a:gd name="T67" fmla="*/ 44 h 107"/>
                <a:gd name="T68" fmla="*/ 91 w 111"/>
                <a:gd name="T69" fmla="*/ 49 h 107"/>
                <a:gd name="T70" fmla="*/ 89 w 111"/>
                <a:gd name="T71" fmla="*/ 55 h 107"/>
                <a:gd name="T72" fmla="*/ 68 w 111"/>
                <a:gd name="T73" fmla="*/ 76 h 1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1" h="107">
                  <a:moveTo>
                    <a:pt x="83" y="76"/>
                  </a:moveTo>
                  <a:cubicBezTo>
                    <a:pt x="84" y="78"/>
                    <a:pt x="84" y="81"/>
                    <a:pt x="83" y="83"/>
                  </a:cubicBezTo>
                  <a:cubicBezTo>
                    <a:pt x="83" y="85"/>
                    <a:pt x="82" y="86"/>
                    <a:pt x="80" y="87"/>
                  </a:cubicBezTo>
                  <a:cubicBezTo>
                    <a:pt x="79" y="89"/>
                    <a:pt x="77" y="89"/>
                    <a:pt x="75" y="90"/>
                  </a:cubicBezTo>
                  <a:cubicBezTo>
                    <a:pt x="73" y="90"/>
                    <a:pt x="71" y="89"/>
                    <a:pt x="69" y="88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9" y="106"/>
                    <a:pt x="47" y="107"/>
                    <a:pt x="45" y="107"/>
                  </a:cubicBezTo>
                  <a:cubicBezTo>
                    <a:pt x="42" y="107"/>
                    <a:pt x="40" y="107"/>
                    <a:pt x="39" y="106"/>
                  </a:cubicBezTo>
                  <a:cubicBezTo>
                    <a:pt x="37" y="105"/>
                    <a:pt x="36" y="104"/>
                    <a:pt x="35" y="102"/>
                  </a:cubicBezTo>
                  <a:cubicBezTo>
                    <a:pt x="34" y="101"/>
                    <a:pt x="34" y="99"/>
                    <a:pt x="34" y="96"/>
                  </a:cubicBezTo>
                  <a:cubicBezTo>
                    <a:pt x="35" y="95"/>
                    <a:pt x="35" y="94"/>
                    <a:pt x="36" y="93"/>
                  </a:cubicBezTo>
                  <a:cubicBezTo>
                    <a:pt x="37" y="92"/>
                    <a:pt x="37" y="91"/>
                    <a:pt x="38" y="90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6" y="65"/>
                    <a:pt x="15" y="66"/>
                    <a:pt x="14" y="67"/>
                  </a:cubicBezTo>
                  <a:cubicBezTo>
                    <a:pt x="13" y="67"/>
                    <a:pt x="12" y="68"/>
                    <a:pt x="11" y="68"/>
                  </a:cubicBezTo>
                  <a:cubicBezTo>
                    <a:pt x="9" y="68"/>
                    <a:pt x="6" y="68"/>
                    <a:pt x="5" y="67"/>
                  </a:cubicBezTo>
                  <a:cubicBezTo>
                    <a:pt x="3" y="66"/>
                    <a:pt x="2" y="65"/>
                    <a:pt x="1" y="63"/>
                  </a:cubicBezTo>
                  <a:cubicBezTo>
                    <a:pt x="0" y="61"/>
                    <a:pt x="0" y="59"/>
                    <a:pt x="1" y="57"/>
                  </a:cubicBezTo>
                  <a:cubicBezTo>
                    <a:pt x="1" y="55"/>
                    <a:pt x="3" y="53"/>
                    <a:pt x="5" y="5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3" y="1"/>
                    <a:pt x="65" y="0"/>
                    <a:pt x="67" y="0"/>
                  </a:cubicBezTo>
                  <a:cubicBezTo>
                    <a:pt x="69" y="0"/>
                    <a:pt x="71" y="0"/>
                    <a:pt x="73" y="1"/>
                  </a:cubicBezTo>
                  <a:cubicBezTo>
                    <a:pt x="75" y="2"/>
                    <a:pt x="76" y="4"/>
                    <a:pt x="77" y="6"/>
                  </a:cubicBezTo>
                  <a:cubicBezTo>
                    <a:pt x="78" y="8"/>
                    <a:pt x="78" y="10"/>
                    <a:pt x="77" y="12"/>
                  </a:cubicBezTo>
                  <a:cubicBezTo>
                    <a:pt x="76" y="13"/>
                    <a:pt x="76" y="13"/>
                    <a:pt x="75" y="14"/>
                  </a:cubicBezTo>
                  <a:cubicBezTo>
                    <a:pt x="75" y="14"/>
                    <a:pt x="74" y="15"/>
                    <a:pt x="74" y="15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94" y="42"/>
                    <a:pt x="94" y="42"/>
                    <a:pt x="94" y="42"/>
                  </a:cubicBezTo>
                  <a:cubicBezTo>
                    <a:pt x="96" y="41"/>
                    <a:pt x="98" y="40"/>
                    <a:pt x="99" y="39"/>
                  </a:cubicBezTo>
                  <a:cubicBezTo>
                    <a:pt x="102" y="39"/>
                    <a:pt x="104" y="39"/>
                    <a:pt x="106" y="40"/>
                  </a:cubicBezTo>
                  <a:cubicBezTo>
                    <a:pt x="108" y="41"/>
                    <a:pt x="109" y="42"/>
                    <a:pt x="110" y="44"/>
                  </a:cubicBezTo>
                  <a:cubicBezTo>
                    <a:pt x="111" y="45"/>
                    <a:pt x="111" y="47"/>
                    <a:pt x="111" y="49"/>
                  </a:cubicBezTo>
                  <a:cubicBezTo>
                    <a:pt x="111" y="51"/>
                    <a:pt x="110" y="53"/>
                    <a:pt x="108" y="55"/>
                  </a:cubicBezTo>
                  <a:lnTo>
                    <a:pt x="83" y="76"/>
                  </a:lnTo>
                  <a:close/>
                </a:path>
              </a:pathLst>
            </a:custGeom>
            <a:solidFill>
              <a:srgbClr val="1FA12D"/>
            </a:solidFill>
            <a:ln w="6350" cap="flat">
              <a:solidFill>
                <a:srgbClr val="06040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51" name="Rectangle 1262">
              <a:extLst>
                <a:ext uri="{FF2B5EF4-FFF2-40B4-BE49-F238E27FC236}">
                  <a16:creationId xmlns:a16="http://schemas.microsoft.com/office/drawing/2014/main" id="{B5045BA3-8C24-4F78-AD12-2DB82E01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2418"/>
              <a:ext cx="14" cy="26"/>
            </a:xfrm>
            <a:prstGeom prst="rect">
              <a:avLst/>
            </a:prstGeom>
            <a:solidFill>
              <a:srgbClr val="3C1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52" name="Rectangle 1263">
              <a:extLst>
                <a:ext uri="{FF2B5EF4-FFF2-40B4-BE49-F238E27FC236}">
                  <a16:creationId xmlns:a16="http://schemas.microsoft.com/office/drawing/2014/main" id="{AD9D34CB-46D7-4309-9B00-C27075EB7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2424"/>
              <a:ext cx="11" cy="22"/>
            </a:xfrm>
            <a:prstGeom prst="rect">
              <a:avLst/>
            </a:prstGeom>
            <a:solidFill>
              <a:srgbClr val="3C1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53" name="Rectangle 1264">
              <a:extLst>
                <a:ext uri="{FF2B5EF4-FFF2-40B4-BE49-F238E27FC236}">
                  <a16:creationId xmlns:a16="http://schemas.microsoft.com/office/drawing/2014/main" id="{745CF58D-7307-4EAF-B5C7-35F45C330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6" y="2474"/>
              <a:ext cx="59" cy="25"/>
            </a:xfrm>
            <a:prstGeom prst="rect">
              <a:avLst/>
            </a:prstGeom>
            <a:solidFill>
              <a:srgbClr val="4F22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54" name="Rectangle 1265">
              <a:extLst>
                <a:ext uri="{FF2B5EF4-FFF2-40B4-BE49-F238E27FC236}">
                  <a16:creationId xmlns:a16="http://schemas.microsoft.com/office/drawing/2014/main" id="{F28C7338-6B00-4097-9EBE-97F8D32B4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0" y="2431"/>
              <a:ext cx="18" cy="67"/>
            </a:xfrm>
            <a:prstGeom prst="rect">
              <a:avLst/>
            </a:prstGeom>
            <a:solidFill>
              <a:srgbClr val="4F22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2" name="restaurant-building-exterior-illustration">
            <a:extLst>
              <a:ext uri="{FF2B5EF4-FFF2-40B4-BE49-F238E27FC236}">
                <a16:creationId xmlns:a16="http://schemas.microsoft.com/office/drawing/2014/main" id="{757987CB-D8C5-42ED-B611-6CDF16713ABB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1163638"/>
            <a:ext cx="1306512" cy="1674812"/>
            <a:chOff x="4281" y="733"/>
            <a:chExt cx="823" cy="1055"/>
          </a:xfrm>
        </p:grpSpPr>
        <p:sp>
          <p:nvSpPr>
            <p:cNvPr id="42232" name="Freeform 1267">
              <a:extLst>
                <a:ext uri="{FF2B5EF4-FFF2-40B4-BE49-F238E27FC236}">
                  <a16:creationId xmlns:a16="http://schemas.microsoft.com/office/drawing/2014/main" id="{77DA9805-6C1B-4C4D-B14D-CF427D0F1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771"/>
              <a:ext cx="731" cy="1015"/>
            </a:xfrm>
            <a:custGeom>
              <a:avLst/>
              <a:gdLst>
                <a:gd name="T0" fmla="*/ 731 w 731"/>
                <a:gd name="T1" fmla="*/ 427 h 1015"/>
                <a:gd name="T2" fmla="*/ 731 w 731"/>
                <a:gd name="T3" fmla="*/ 1015 h 1015"/>
                <a:gd name="T4" fmla="*/ 0 w 731"/>
                <a:gd name="T5" fmla="*/ 1015 h 1015"/>
                <a:gd name="T6" fmla="*/ 0 w 731"/>
                <a:gd name="T7" fmla="*/ 427 h 1015"/>
                <a:gd name="T8" fmla="*/ 366 w 731"/>
                <a:gd name="T9" fmla="*/ 0 h 1015"/>
                <a:gd name="T10" fmla="*/ 731 w 731"/>
                <a:gd name="T11" fmla="*/ 427 h 10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1" h="1015">
                  <a:moveTo>
                    <a:pt x="731" y="427"/>
                  </a:moveTo>
                  <a:lnTo>
                    <a:pt x="731" y="1015"/>
                  </a:lnTo>
                  <a:lnTo>
                    <a:pt x="0" y="1015"/>
                  </a:lnTo>
                  <a:lnTo>
                    <a:pt x="0" y="427"/>
                  </a:lnTo>
                  <a:lnTo>
                    <a:pt x="366" y="0"/>
                  </a:lnTo>
                  <a:lnTo>
                    <a:pt x="731" y="427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33" name="Freeform 1268">
              <a:extLst>
                <a:ext uri="{FF2B5EF4-FFF2-40B4-BE49-F238E27FC236}">
                  <a16:creationId xmlns:a16="http://schemas.microsoft.com/office/drawing/2014/main" id="{1F0B2F14-F830-4249-8F8B-2F5623DC5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733"/>
              <a:ext cx="823" cy="531"/>
            </a:xfrm>
            <a:custGeom>
              <a:avLst/>
              <a:gdLst>
                <a:gd name="T0" fmla="*/ 721 w 823"/>
                <a:gd name="T1" fmla="*/ 427 h 531"/>
                <a:gd name="T2" fmla="*/ 721 w 823"/>
                <a:gd name="T3" fmla="*/ 531 h 531"/>
                <a:gd name="T4" fmla="*/ 823 w 823"/>
                <a:gd name="T5" fmla="*/ 531 h 531"/>
                <a:gd name="T6" fmla="*/ 823 w 823"/>
                <a:gd name="T7" fmla="*/ 482 h 531"/>
                <a:gd name="T8" fmla="*/ 411 w 823"/>
                <a:gd name="T9" fmla="*/ 0 h 531"/>
                <a:gd name="T10" fmla="*/ 411 w 823"/>
                <a:gd name="T11" fmla="*/ 0 h 531"/>
                <a:gd name="T12" fmla="*/ 0 w 823"/>
                <a:gd name="T13" fmla="*/ 482 h 531"/>
                <a:gd name="T14" fmla="*/ 0 w 823"/>
                <a:gd name="T15" fmla="*/ 531 h 531"/>
                <a:gd name="T16" fmla="*/ 103 w 823"/>
                <a:gd name="T17" fmla="*/ 531 h 531"/>
                <a:gd name="T18" fmla="*/ 103 w 823"/>
                <a:gd name="T19" fmla="*/ 427 h 531"/>
                <a:gd name="T20" fmla="*/ 301 w 823"/>
                <a:gd name="T21" fmla="*/ 203 h 531"/>
                <a:gd name="T22" fmla="*/ 522 w 823"/>
                <a:gd name="T23" fmla="*/ 203 h 531"/>
                <a:gd name="T24" fmla="*/ 721 w 823"/>
                <a:gd name="T25" fmla="*/ 427 h 5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3" h="531">
                  <a:moveTo>
                    <a:pt x="721" y="427"/>
                  </a:moveTo>
                  <a:lnTo>
                    <a:pt x="721" y="531"/>
                  </a:lnTo>
                  <a:lnTo>
                    <a:pt x="823" y="531"/>
                  </a:lnTo>
                  <a:lnTo>
                    <a:pt x="823" y="482"/>
                  </a:lnTo>
                  <a:lnTo>
                    <a:pt x="411" y="0"/>
                  </a:lnTo>
                  <a:lnTo>
                    <a:pt x="0" y="482"/>
                  </a:lnTo>
                  <a:lnTo>
                    <a:pt x="0" y="531"/>
                  </a:lnTo>
                  <a:lnTo>
                    <a:pt x="103" y="531"/>
                  </a:lnTo>
                  <a:lnTo>
                    <a:pt x="103" y="427"/>
                  </a:lnTo>
                  <a:lnTo>
                    <a:pt x="301" y="203"/>
                  </a:lnTo>
                  <a:lnTo>
                    <a:pt x="522" y="203"/>
                  </a:lnTo>
                  <a:lnTo>
                    <a:pt x="721" y="427"/>
                  </a:lnTo>
                  <a:close/>
                </a:path>
              </a:pathLst>
            </a:custGeom>
            <a:solidFill>
              <a:srgbClr val="D02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4" name="Freeform 1269">
              <a:extLst>
                <a:ext uri="{FF2B5EF4-FFF2-40B4-BE49-F238E27FC236}">
                  <a16:creationId xmlns:a16="http://schemas.microsoft.com/office/drawing/2014/main" id="{CEDA29BB-3834-451D-914E-44DA31BCE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733"/>
              <a:ext cx="823" cy="531"/>
            </a:xfrm>
            <a:custGeom>
              <a:avLst/>
              <a:gdLst>
                <a:gd name="T0" fmla="*/ 721 w 823"/>
                <a:gd name="T1" fmla="*/ 427 h 531"/>
                <a:gd name="T2" fmla="*/ 721 w 823"/>
                <a:gd name="T3" fmla="*/ 531 h 531"/>
                <a:gd name="T4" fmla="*/ 823 w 823"/>
                <a:gd name="T5" fmla="*/ 531 h 531"/>
                <a:gd name="T6" fmla="*/ 823 w 823"/>
                <a:gd name="T7" fmla="*/ 482 h 531"/>
                <a:gd name="T8" fmla="*/ 411 w 823"/>
                <a:gd name="T9" fmla="*/ 0 h 531"/>
                <a:gd name="T10" fmla="*/ 411 w 823"/>
                <a:gd name="T11" fmla="*/ 0 h 531"/>
                <a:gd name="T12" fmla="*/ 0 w 823"/>
                <a:gd name="T13" fmla="*/ 482 h 531"/>
                <a:gd name="T14" fmla="*/ 0 w 823"/>
                <a:gd name="T15" fmla="*/ 531 h 531"/>
                <a:gd name="T16" fmla="*/ 103 w 823"/>
                <a:gd name="T17" fmla="*/ 531 h 531"/>
                <a:gd name="T18" fmla="*/ 103 w 823"/>
                <a:gd name="T19" fmla="*/ 427 h 531"/>
                <a:gd name="T20" fmla="*/ 301 w 823"/>
                <a:gd name="T21" fmla="*/ 203 h 531"/>
                <a:gd name="T22" fmla="*/ 522 w 823"/>
                <a:gd name="T23" fmla="*/ 203 h 531"/>
                <a:gd name="T24" fmla="*/ 721 w 823"/>
                <a:gd name="T25" fmla="*/ 427 h 5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3" h="531">
                  <a:moveTo>
                    <a:pt x="721" y="427"/>
                  </a:moveTo>
                  <a:lnTo>
                    <a:pt x="721" y="531"/>
                  </a:lnTo>
                  <a:lnTo>
                    <a:pt x="823" y="531"/>
                  </a:lnTo>
                  <a:lnTo>
                    <a:pt x="823" y="482"/>
                  </a:lnTo>
                  <a:lnTo>
                    <a:pt x="411" y="0"/>
                  </a:lnTo>
                  <a:lnTo>
                    <a:pt x="0" y="482"/>
                  </a:lnTo>
                  <a:lnTo>
                    <a:pt x="0" y="531"/>
                  </a:lnTo>
                  <a:lnTo>
                    <a:pt x="103" y="531"/>
                  </a:lnTo>
                  <a:lnTo>
                    <a:pt x="103" y="427"/>
                  </a:lnTo>
                  <a:lnTo>
                    <a:pt x="301" y="203"/>
                  </a:lnTo>
                  <a:lnTo>
                    <a:pt x="522" y="203"/>
                  </a:lnTo>
                  <a:lnTo>
                    <a:pt x="721" y="427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5" name="Line 1270">
              <a:extLst>
                <a:ext uri="{FF2B5EF4-FFF2-40B4-BE49-F238E27FC236}">
                  <a16:creationId xmlns:a16="http://schemas.microsoft.com/office/drawing/2014/main" id="{EB79444A-1564-451A-B14B-048C3ED708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50" y="899"/>
              <a:ext cx="32" cy="3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6" name="Line 1271">
              <a:extLst>
                <a:ext uri="{FF2B5EF4-FFF2-40B4-BE49-F238E27FC236}">
                  <a16:creationId xmlns:a16="http://schemas.microsoft.com/office/drawing/2014/main" id="{E4A92499-08C4-41B5-9D5E-30F50728F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03" y="899"/>
              <a:ext cx="32" cy="3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7" name="Freeform 1272">
              <a:extLst>
                <a:ext uri="{FF2B5EF4-FFF2-40B4-BE49-F238E27FC236}">
                  <a16:creationId xmlns:a16="http://schemas.microsoft.com/office/drawing/2014/main" id="{FC32211D-BAF6-47D0-AC7D-7BBA065BE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884"/>
              <a:ext cx="51" cy="50"/>
            </a:xfrm>
            <a:custGeom>
              <a:avLst/>
              <a:gdLst>
                <a:gd name="T0" fmla="*/ 27 w 70"/>
                <a:gd name="T1" fmla="*/ 0 h 64"/>
                <a:gd name="T2" fmla="*/ 14 w 70"/>
                <a:gd name="T3" fmla="*/ 30 h 64"/>
                <a:gd name="T4" fmla="*/ 0 w 7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70" y="0"/>
                  </a:moveTo>
                  <a:cubicBezTo>
                    <a:pt x="70" y="36"/>
                    <a:pt x="54" y="64"/>
                    <a:pt x="35" y="64"/>
                  </a:cubicBezTo>
                  <a:cubicBezTo>
                    <a:pt x="16" y="64"/>
                    <a:pt x="0" y="3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Freeform 1273">
              <a:extLst>
                <a:ext uri="{FF2B5EF4-FFF2-40B4-BE49-F238E27FC236}">
                  <a16:creationId xmlns:a16="http://schemas.microsoft.com/office/drawing/2014/main" id="{25655D37-7A3A-4D81-BFB0-46FC0F74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884"/>
              <a:ext cx="51" cy="50"/>
            </a:xfrm>
            <a:custGeom>
              <a:avLst/>
              <a:gdLst>
                <a:gd name="T0" fmla="*/ 27 w 70"/>
                <a:gd name="T1" fmla="*/ 0 h 64"/>
                <a:gd name="T2" fmla="*/ 14 w 70"/>
                <a:gd name="T3" fmla="*/ 30 h 64"/>
                <a:gd name="T4" fmla="*/ 0 w 7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70" y="0"/>
                  </a:moveTo>
                  <a:cubicBezTo>
                    <a:pt x="70" y="36"/>
                    <a:pt x="54" y="64"/>
                    <a:pt x="35" y="64"/>
                  </a:cubicBezTo>
                  <a:cubicBezTo>
                    <a:pt x="16" y="64"/>
                    <a:pt x="0" y="3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1274">
              <a:extLst>
                <a:ext uri="{FF2B5EF4-FFF2-40B4-BE49-F238E27FC236}">
                  <a16:creationId xmlns:a16="http://schemas.microsoft.com/office/drawing/2014/main" id="{01F9D3E8-223D-4106-B49C-0FE5320C2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884"/>
              <a:ext cx="51" cy="50"/>
            </a:xfrm>
            <a:custGeom>
              <a:avLst/>
              <a:gdLst>
                <a:gd name="T0" fmla="*/ 28 w 69"/>
                <a:gd name="T1" fmla="*/ 0 h 64"/>
                <a:gd name="T2" fmla="*/ 13 w 69"/>
                <a:gd name="T3" fmla="*/ 30 h 64"/>
                <a:gd name="T4" fmla="*/ 0 w 6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4">
                  <a:moveTo>
                    <a:pt x="69" y="0"/>
                  </a:moveTo>
                  <a:cubicBezTo>
                    <a:pt x="69" y="36"/>
                    <a:pt x="53" y="64"/>
                    <a:pt x="34" y="64"/>
                  </a:cubicBezTo>
                  <a:cubicBezTo>
                    <a:pt x="15" y="64"/>
                    <a:pt x="0" y="3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1275">
              <a:extLst>
                <a:ext uri="{FF2B5EF4-FFF2-40B4-BE49-F238E27FC236}">
                  <a16:creationId xmlns:a16="http://schemas.microsoft.com/office/drawing/2014/main" id="{7224B41E-A732-4ED2-9CDF-29B82FBA6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884"/>
              <a:ext cx="50" cy="50"/>
            </a:xfrm>
            <a:custGeom>
              <a:avLst/>
              <a:gdLst>
                <a:gd name="T0" fmla="*/ 26 w 69"/>
                <a:gd name="T1" fmla="*/ 0 h 64"/>
                <a:gd name="T2" fmla="*/ 13 w 69"/>
                <a:gd name="T3" fmla="*/ 30 h 64"/>
                <a:gd name="T4" fmla="*/ 0 w 6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4">
                  <a:moveTo>
                    <a:pt x="69" y="0"/>
                  </a:moveTo>
                  <a:cubicBezTo>
                    <a:pt x="69" y="36"/>
                    <a:pt x="53" y="64"/>
                    <a:pt x="34" y="64"/>
                  </a:cubicBezTo>
                  <a:cubicBezTo>
                    <a:pt x="15" y="64"/>
                    <a:pt x="0" y="3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Freeform 1276">
              <a:extLst>
                <a:ext uri="{FF2B5EF4-FFF2-40B4-BE49-F238E27FC236}">
                  <a16:creationId xmlns:a16="http://schemas.microsoft.com/office/drawing/2014/main" id="{31A12485-435F-4E4C-9D0C-A7E12280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884"/>
              <a:ext cx="50" cy="50"/>
            </a:xfrm>
            <a:custGeom>
              <a:avLst/>
              <a:gdLst>
                <a:gd name="T0" fmla="*/ 26 w 69"/>
                <a:gd name="T1" fmla="*/ 0 h 64"/>
                <a:gd name="T2" fmla="*/ 13 w 69"/>
                <a:gd name="T3" fmla="*/ 30 h 64"/>
                <a:gd name="T4" fmla="*/ 0 w 6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4">
                  <a:moveTo>
                    <a:pt x="69" y="0"/>
                  </a:moveTo>
                  <a:cubicBezTo>
                    <a:pt x="69" y="36"/>
                    <a:pt x="54" y="64"/>
                    <a:pt x="34" y="64"/>
                  </a:cubicBezTo>
                  <a:cubicBezTo>
                    <a:pt x="15" y="64"/>
                    <a:pt x="0" y="3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Freeform 1277">
              <a:extLst>
                <a:ext uri="{FF2B5EF4-FFF2-40B4-BE49-F238E27FC236}">
                  <a16:creationId xmlns:a16="http://schemas.microsoft.com/office/drawing/2014/main" id="{1AD1B84A-3090-475C-BCD2-C8A45793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835"/>
              <a:ext cx="49" cy="49"/>
            </a:xfrm>
            <a:custGeom>
              <a:avLst/>
              <a:gdLst>
                <a:gd name="T0" fmla="*/ 25 w 68"/>
                <a:gd name="T1" fmla="*/ 0 h 63"/>
                <a:gd name="T2" fmla="*/ 13 w 68"/>
                <a:gd name="T3" fmla="*/ 30 h 63"/>
                <a:gd name="T4" fmla="*/ 0 w 68"/>
                <a:gd name="T5" fmla="*/ 8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3">
                  <a:moveTo>
                    <a:pt x="68" y="0"/>
                  </a:moveTo>
                  <a:cubicBezTo>
                    <a:pt x="68" y="35"/>
                    <a:pt x="53" y="63"/>
                    <a:pt x="34" y="63"/>
                  </a:cubicBezTo>
                  <a:cubicBezTo>
                    <a:pt x="18" y="63"/>
                    <a:pt x="4" y="44"/>
                    <a:pt x="0" y="1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3" name="Freeform 1278">
              <a:extLst>
                <a:ext uri="{FF2B5EF4-FFF2-40B4-BE49-F238E27FC236}">
                  <a16:creationId xmlns:a16="http://schemas.microsoft.com/office/drawing/2014/main" id="{CDF4DD04-2131-4C95-977A-71084135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835"/>
              <a:ext cx="51" cy="49"/>
            </a:xfrm>
            <a:custGeom>
              <a:avLst/>
              <a:gdLst>
                <a:gd name="T0" fmla="*/ 28 w 69"/>
                <a:gd name="T1" fmla="*/ 0 h 63"/>
                <a:gd name="T2" fmla="*/ 14 w 69"/>
                <a:gd name="T3" fmla="*/ 30 h 63"/>
                <a:gd name="T4" fmla="*/ 0 w 6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3">
                  <a:moveTo>
                    <a:pt x="69" y="0"/>
                  </a:moveTo>
                  <a:cubicBezTo>
                    <a:pt x="69" y="35"/>
                    <a:pt x="54" y="63"/>
                    <a:pt x="35" y="63"/>
                  </a:cubicBezTo>
                  <a:cubicBezTo>
                    <a:pt x="16" y="63"/>
                    <a:pt x="0" y="3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4" name="Freeform 1279">
              <a:extLst>
                <a:ext uri="{FF2B5EF4-FFF2-40B4-BE49-F238E27FC236}">
                  <a16:creationId xmlns:a16="http://schemas.microsoft.com/office/drawing/2014/main" id="{7427AA29-A44E-4BB5-875E-CD11C8169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835"/>
              <a:ext cx="50" cy="49"/>
            </a:xfrm>
            <a:custGeom>
              <a:avLst/>
              <a:gdLst>
                <a:gd name="T0" fmla="*/ 26 w 69"/>
                <a:gd name="T1" fmla="*/ 0 h 63"/>
                <a:gd name="T2" fmla="*/ 13 w 69"/>
                <a:gd name="T3" fmla="*/ 30 h 63"/>
                <a:gd name="T4" fmla="*/ 0 w 6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3">
                  <a:moveTo>
                    <a:pt x="69" y="0"/>
                  </a:moveTo>
                  <a:cubicBezTo>
                    <a:pt x="69" y="35"/>
                    <a:pt x="54" y="63"/>
                    <a:pt x="35" y="63"/>
                  </a:cubicBezTo>
                  <a:cubicBezTo>
                    <a:pt x="16" y="63"/>
                    <a:pt x="0" y="3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5" name="Freeform 1280">
              <a:extLst>
                <a:ext uri="{FF2B5EF4-FFF2-40B4-BE49-F238E27FC236}">
                  <a16:creationId xmlns:a16="http://schemas.microsoft.com/office/drawing/2014/main" id="{59A234A8-1635-4783-B5E1-58CD7DE4B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835"/>
              <a:ext cx="49" cy="49"/>
            </a:xfrm>
            <a:custGeom>
              <a:avLst/>
              <a:gdLst>
                <a:gd name="T0" fmla="*/ 26 w 67"/>
                <a:gd name="T1" fmla="*/ 10 h 63"/>
                <a:gd name="T2" fmla="*/ 14 w 67"/>
                <a:gd name="T3" fmla="*/ 30 h 63"/>
                <a:gd name="T4" fmla="*/ 0 w 67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3">
                  <a:moveTo>
                    <a:pt x="67" y="22"/>
                  </a:moveTo>
                  <a:cubicBezTo>
                    <a:pt x="63" y="46"/>
                    <a:pt x="50" y="63"/>
                    <a:pt x="35" y="63"/>
                  </a:cubicBezTo>
                  <a:cubicBezTo>
                    <a:pt x="16" y="63"/>
                    <a:pt x="0" y="3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Freeform 1281">
              <a:extLst>
                <a:ext uri="{FF2B5EF4-FFF2-40B4-BE49-F238E27FC236}">
                  <a16:creationId xmlns:a16="http://schemas.microsoft.com/office/drawing/2014/main" id="{C44820C3-DE87-434D-B676-E2A793BF0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786"/>
              <a:ext cx="45" cy="49"/>
            </a:xfrm>
            <a:custGeom>
              <a:avLst/>
              <a:gdLst>
                <a:gd name="T0" fmla="*/ 24 w 62"/>
                <a:gd name="T1" fmla="*/ 0 h 63"/>
                <a:gd name="T2" fmla="*/ 11 w 62"/>
                <a:gd name="T3" fmla="*/ 30 h 63"/>
                <a:gd name="T4" fmla="*/ 0 w 62"/>
                <a:gd name="T5" fmla="*/ 18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3">
                  <a:moveTo>
                    <a:pt x="62" y="0"/>
                  </a:moveTo>
                  <a:cubicBezTo>
                    <a:pt x="62" y="35"/>
                    <a:pt x="47" y="63"/>
                    <a:pt x="28" y="63"/>
                  </a:cubicBezTo>
                  <a:cubicBezTo>
                    <a:pt x="16" y="63"/>
                    <a:pt x="6" y="53"/>
                    <a:pt x="0" y="3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1282">
              <a:extLst>
                <a:ext uri="{FF2B5EF4-FFF2-40B4-BE49-F238E27FC236}">
                  <a16:creationId xmlns:a16="http://schemas.microsoft.com/office/drawing/2014/main" id="{DDB11F64-BD2C-4DD5-B88C-172B6992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786"/>
              <a:ext cx="51" cy="49"/>
            </a:xfrm>
            <a:custGeom>
              <a:avLst/>
              <a:gdLst>
                <a:gd name="T0" fmla="*/ 27 w 70"/>
                <a:gd name="T1" fmla="*/ 0 h 63"/>
                <a:gd name="T2" fmla="*/ 14 w 70"/>
                <a:gd name="T3" fmla="*/ 30 h 63"/>
                <a:gd name="T4" fmla="*/ 0 w 7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3">
                  <a:moveTo>
                    <a:pt x="70" y="0"/>
                  </a:moveTo>
                  <a:cubicBezTo>
                    <a:pt x="70" y="35"/>
                    <a:pt x="54" y="63"/>
                    <a:pt x="35" y="63"/>
                  </a:cubicBezTo>
                  <a:cubicBezTo>
                    <a:pt x="16" y="63"/>
                    <a:pt x="0" y="3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1283">
              <a:extLst>
                <a:ext uri="{FF2B5EF4-FFF2-40B4-BE49-F238E27FC236}">
                  <a16:creationId xmlns:a16="http://schemas.microsoft.com/office/drawing/2014/main" id="{077022EA-0A8D-464B-907C-93AB03328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786"/>
              <a:ext cx="45" cy="49"/>
            </a:xfrm>
            <a:custGeom>
              <a:avLst/>
              <a:gdLst>
                <a:gd name="T0" fmla="*/ 24 w 62"/>
                <a:gd name="T1" fmla="*/ 19 h 63"/>
                <a:gd name="T2" fmla="*/ 13 w 62"/>
                <a:gd name="T3" fmla="*/ 30 h 63"/>
                <a:gd name="T4" fmla="*/ 0 w 62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3">
                  <a:moveTo>
                    <a:pt x="62" y="40"/>
                  </a:moveTo>
                  <a:cubicBezTo>
                    <a:pt x="56" y="54"/>
                    <a:pt x="46" y="63"/>
                    <a:pt x="35" y="63"/>
                  </a:cubicBezTo>
                  <a:cubicBezTo>
                    <a:pt x="16" y="63"/>
                    <a:pt x="0" y="3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Freeform 1284">
              <a:extLst>
                <a:ext uri="{FF2B5EF4-FFF2-40B4-BE49-F238E27FC236}">
                  <a16:creationId xmlns:a16="http://schemas.microsoft.com/office/drawing/2014/main" id="{AFC2FAD3-ED3E-446B-B802-910DD1C01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736"/>
              <a:ext cx="39" cy="50"/>
            </a:xfrm>
            <a:custGeom>
              <a:avLst/>
              <a:gdLst>
                <a:gd name="T0" fmla="*/ 20 w 54"/>
                <a:gd name="T1" fmla="*/ 0 h 64"/>
                <a:gd name="T2" fmla="*/ 7 w 54"/>
                <a:gd name="T3" fmla="*/ 30 h 64"/>
                <a:gd name="T4" fmla="*/ 0 w 54"/>
                <a:gd name="T5" fmla="*/ 2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4">
                  <a:moveTo>
                    <a:pt x="54" y="0"/>
                  </a:moveTo>
                  <a:cubicBezTo>
                    <a:pt x="54" y="35"/>
                    <a:pt x="38" y="64"/>
                    <a:pt x="19" y="64"/>
                  </a:cubicBezTo>
                  <a:cubicBezTo>
                    <a:pt x="12" y="64"/>
                    <a:pt x="6" y="60"/>
                    <a:pt x="0" y="54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0" name="Freeform 1285">
              <a:extLst>
                <a:ext uri="{FF2B5EF4-FFF2-40B4-BE49-F238E27FC236}">
                  <a16:creationId xmlns:a16="http://schemas.microsoft.com/office/drawing/2014/main" id="{B494402B-4A7B-441B-ABC0-5BA46656B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736"/>
              <a:ext cx="39" cy="50"/>
            </a:xfrm>
            <a:custGeom>
              <a:avLst/>
              <a:gdLst>
                <a:gd name="T0" fmla="*/ 20 w 54"/>
                <a:gd name="T1" fmla="*/ 25 h 64"/>
                <a:gd name="T2" fmla="*/ 13 w 54"/>
                <a:gd name="T3" fmla="*/ 30 h 64"/>
                <a:gd name="T4" fmla="*/ 0 w 5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4">
                  <a:moveTo>
                    <a:pt x="54" y="53"/>
                  </a:moveTo>
                  <a:cubicBezTo>
                    <a:pt x="48" y="60"/>
                    <a:pt x="41" y="64"/>
                    <a:pt x="34" y="64"/>
                  </a:cubicBezTo>
                  <a:cubicBezTo>
                    <a:pt x="15" y="64"/>
                    <a:pt x="0" y="3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1" name="Rectangle 1286">
              <a:extLst>
                <a:ext uri="{FF2B5EF4-FFF2-40B4-BE49-F238E27FC236}">
                  <a16:creationId xmlns:a16="http://schemas.microsoft.com/office/drawing/2014/main" id="{3059DEDC-CDED-425F-BB88-EFB2B3EAC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1323"/>
              <a:ext cx="194" cy="463"/>
            </a:xfrm>
            <a:prstGeom prst="rect">
              <a:avLst/>
            </a:prstGeom>
            <a:solidFill>
              <a:srgbClr val="C49F5F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2" name="Rectangle 1287">
              <a:extLst>
                <a:ext uri="{FF2B5EF4-FFF2-40B4-BE49-F238E27FC236}">
                  <a16:creationId xmlns:a16="http://schemas.microsoft.com/office/drawing/2014/main" id="{13DDEEB8-DC6E-4950-A6CD-394AA5449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1352"/>
              <a:ext cx="240" cy="234"/>
            </a:xfrm>
            <a:prstGeom prst="rect">
              <a:avLst/>
            </a:prstGeom>
            <a:solidFill>
              <a:srgbClr val="D7E1F1"/>
            </a:solidFill>
            <a:ln w="6350">
              <a:solidFill>
                <a:srgbClr val="01010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3" name="Rectangle 1288">
              <a:extLst>
                <a:ext uri="{FF2B5EF4-FFF2-40B4-BE49-F238E27FC236}">
                  <a16:creationId xmlns:a16="http://schemas.microsoft.com/office/drawing/2014/main" id="{72B8420D-515A-47EF-AB0C-72CE4B55A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352"/>
              <a:ext cx="239" cy="234"/>
            </a:xfrm>
            <a:prstGeom prst="rect">
              <a:avLst/>
            </a:prstGeom>
            <a:solidFill>
              <a:srgbClr val="D7E1F1"/>
            </a:solidFill>
            <a:ln w="6350">
              <a:solidFill>
                <a:srgbClr val="01010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4" name="Rectangle 1289">
              <a:extLst>
                <a:ext uri="{FF2B5EF4-FFF2-40B4-BE49-F238E27FC236}">
                  <a16:creationId xmlns:a16="http://schemas.microsoft.com/office/drawing/2014/main" id="{70D43BD0-7D4D-42B0-8F04-7E12C610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1586"/>
              <a:ext cx="269" cy="200"/>
            </a:xfrm>
            <a:prstGeom prst="rect">
              <a:avLst/>
            </a:prstGeom>
            <a:solidFill>
              <a:srgbClr val="D02F1B"/>
            </a:solidFill>
            <a:ln w="6350">
              <a:solidFill>
                <a:srgbClr val="01010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5" name="Rectangle 1290">
              <a:extLst>
                <a:ext uri="{FF2B5EF4-FFF2-40B4-BE49-F238E27FC236}">
                  <a16:creationId xmlns:a16="http://schemas.microsoft.com/office/drawing/2014/main" id="{75DE2939-F7C0-4668-AC3C-0354668B5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588"/>
              <a:ext cx="267" cy="198"/>
            </a:xfrm>
            <a:prstGeom prst="rect">
              <a:avLst/>
            </a:prstGeom>
            <a:solidFill>
              <a:srgbClr val="D02F1B"/>
            </a:solidFill>
            <a:ln w="6350">
              <a:solidFill>
                <a:srgbClr val="01010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6" name="Rectangle 1291">
              <a:extLst>
                <a:ext uri="{FF2B5EF4-FFF2-40B4-BE49-F238E27FC236}">
                  <a16:creationId xmlns:a16="http://schemas.microsoft.com/office/drawing/2014/main" id="{4D2A3647-14B3-4C81-88B5-98AEEB3A8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1360"/>
              <a:ext cx="145" cy="224"/>
            </a:xfrm>
            <a:prstGeom prst="rect">
              <a:avLst/>
            </a:prstGeom>
            <a:solidFill>
              <a:srgbClr val="D7E1F1"/>
            </a:solidFill>
            <a:ln w="6350">
              <a:solidFill>
                <a:srgbClr val="01010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7" name="Rectangle 1292">
              <a:extLst>
                <a:ext uri="{FF2B5EF4-FFF2-40B4-BE49-F238E27FC236}">
                  <a16:creationId xmlns:a16="http://schemas.microsoft.com/office/drawing/2014/main" id="{B333360E-A9CB-43BB-8BC3-9EF13EA38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1472"/>
              <a:ext cx="238" cy="113"/>
            </a:xfrm>
            <a:prstGeom prst="rect">
              <a:avLst/>
            </a:prstGeom>
            <a:solidFill>
              <a:srgbClr val="7A91C4"/>
            </a:solidFill>
            <a:ln w="6350">
              <a:solidFill>
                <a:srgbClr val="01010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8" name="Rectangle 1293">
              <a:extLst>
                <a:ext uri="{FF2B5EF4-FFF2-40B4-BE49-F238E27FC236}">
                  <a16:creationId xmlns:a16="http://schemas.microsoft.com/office/drawing/2014/main" id="{ECC949A5-2060-4E6A-A907-F31DED9B5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2" y="1472"/>
              <a:ext cx="237" cy="113"/>
            </a:xfrm>
            <a:prstGeom prst="rect">
              <a:avLst/>
            </a:prstGeom>
            <a:solidFill>
              <a:srgbClr val="7A91C4"/>
            </a:solidFill>
            <a:ln w="6350">
              <a:solidFill>
                <a:srgbClr val="01010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9" name="Line 1294">
              <a:extLst>
                <a:ext uri="{FF2B5EF4-FFF2-40B4-BE49-F238E27FC236}">
                  <a16:creationId xmlns:a16="http://schemas.microsoft.com/office/drawing/2014/main" id="{DE3D1666-C6D8-4353-9A29-EFC7EC9D2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9" y="1652"/>
              <a:ext cx="268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0" name="Line 1295">
              <a:extLst>
                <a:ext uri="{FF2B5EF4-FFF2-40B4-BE49-F238E27FC236}">
                  <a16:creationId xmlns:a16="http://schemas.microsoft.com/office/drawing/2014/main" id="{75950F4C-AB7A-45B3-AE7B-AC1F08F03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9" y="1721"/>
              <a:ext cx="268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1" name="Line 1296">
              <a:extLst>
                <a:ext uri="{FF2B5EF4-FFF2-40B4-BE49-F238E27FC236}">
                  <a16:creationId xmlns:a16="http://schemas.microsoft.com/office/drawing/2014/main" id="{CDCFBD39-F425-404F-AF09-51EB2F3BE5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0" y="1585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2" name="Line 1297">
              <a:extLst>
                <a:ext uri="{FF2B5EF4-FFF2-40B4-BE49-F238E27FC236}">
                  <a16:creationId xmlns:a16="http://schemas.microsoft.com/office/drawing/2014/main" id="{3566C16C-5CD2-45CC-808B-CE48E357E7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3" y="1585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3" name="Line 1298">
              <a:extLst>
                <a:ext uri="{FF2B5EF4-FFF2-40B4-BE49-F238E27FC236}">
                  <a16:creationId xmlns:a16="http://schemas.microsoft.com/office/drawing/2014/main" id="{8160AB51-E1BE-4E77-838B-C8E4031E96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7" y="1653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4" name="Line 1299">
              <a:extLst>
                <a:ext uri="{FF2B5EF4-FFF2-40B4-BE49-F238E27FC236}">
                  <a16:creationId xmlns:a16="http://schemas.microsoft.com/office/drawing/2014/main" id="{9C54BCE6-46BE-4582-AFD9-1FA5FDC155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1653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5" name="Line 1300">
              <a:extLst>
                <a:ext uri="{FF2B5EF4-FFF2-40B4-BE49-F238E27FC236}">
                  <a16:creationId xmlns:a16="http://schemas.microsoft.com/office/drawing/2014/main" id="{58498505-288D-401E-909F-087698C3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3" y="1653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6" name="Line 1301">
              <a:extLst>
                <a:ext uri="{FF2B5EF4-FFF2-40B4-BE49-F238E27FC236}">
                  <a16:creationId xmlns:a16="http://schemas.microsoft.com/office/drawing/2014/main" id="{4419DEED-01EA-4BBB-A867-26FF0AF721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" y="1721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7" name="Line 1302">
              <a:extLst>
                <a:ext uri="{FF2B5EF4-FFF2-40B4-BE49-F238E27FC236}">
                  <a16:creationId xmlns:a16="http://schemas.microsoft.com/office/drawing/2014/main" id="{E02CEF23-80E0-46DD-AE5E-4323EA1D00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0" y="1721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8" name="Line 1303">
              <a:extLst>
                <a:ext uri="{FF2B5EF4-FFF2-40B4-BE49-F238E27FC236}">
                  <a16:creationId xmlns:a16="http://schemas.microsoft.com/office/drawing/2014/main" id="{91760D4D-3C9F-4614-8E18-92CB15A67B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1" y="1652"/>
              <a:ext cx="268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9" name="Line 1304">
              <a:extLst>
                <a:ext uri="{FF2B5EF4-FFF2-40B4-BE49-F238E27FC236}">
                  <a16:creationId xmlns:a16="http://schemas.microsoft.com/office/drawing/2014/main" id="{5083D528-D0E3-4685-AC4F-DE5CC00889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1" y="1720"/>
              <a:ext cx="268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0" name="Line 1305">
              <a:extLst>
                <a:ext uri="{FF2B5EF4-FFF2-40B4-BE49-F238E27FC236}">
                  <a16:creationId xmlns:a16="http://schemas.microsoft.com/office/drawing/2014/main" id="{31A469DA-C590-4E95-BEA3-144027AD21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7" y="1585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1" name="Line 1306">
              <a:extLst>
                <a:ext uri="{FF2B5EF4-FFF2-40B4-BE49-F238E27FC236}">
                  <a16:creationId xmlns:a16="http://schemas.microsoft.com/office/drawing/2014/main" id="{B26D1AB5-AF7E-4FDE-9487-74A107256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4" y="1585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2" name="Line 1307">
              <a:extLst>
                <a:ext uri="{FF2B5EF4-FFF2-40B4-BE49-F238E27FC236}">
                  <a16:creationId xmlns:a16="http://schemas.microsoft.com/office/drawing/2014/main" id="{84AE31D5-573A-4545-A796-78F2261DFC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0" y="1653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3" name="Line 1308">
              <a:extLst>
                <a:ext uri="{FF2B5EF4-FFF2-40B4-BE49-F238E27FC236}">
                  <a16:creationId xmlns:a16="http://schemas.microsoft.com/office/drawing/2014/main" id="{A91673FA-F7D2-4977-BD5A-D5A79B58E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6" y="1653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4" name="Line 1309">
              <a:extLst>
                <a:ext uri="{FF2B5EF4-FFF2-40B4-BE49-F238E27FC236}">
                  <a16:creationId xmlns:a16="http://schemas.microsoft.com/office/drawing/2014/main" id="{E398484C-741E-4DD6-A83E-CE535EBD4D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4" y="1653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5" name="Line 1310">
              <a:extLst>
                <a:ext uri="{FF2B5EF4-FFF2-40B4-BE49-F238E27FC236}">
                  <a16:creationId xmlns:a16="http://schemas.microsoft.com/office/drawing/2014/main" id="{006BB008-24A2-498A-865E-5C71A046F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0" y="1721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6" name="Line 1311">
              <a:extLst>
                <a:ext uri="{FF2B5EF4-FFF2-40B4-BE49-F238E27FC236}">
                  <a16:creationId xmlns:a16="http://schemas.microsoft.com/office/drawing/2014/main" id="{A9619694-1820-44E7-B91C-A27C6659A7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6" y="1721"/>
              <a:ext cx="1" cy="6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7" name="Freeform 1312">
              <a:extLst>
                <a:ext uri="{FF2B5EF4-FFF2-40B4-BE49-F238E27FC236}">
                  <a16:creationId xmlns:a16="http://schemas.microsoft.com/office/drawing/2014/main" id="{56493D07-598F-46F7-96CA-10E7083C4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806"/>
              <a:ext cx="28" cy="22"/>
            </a:xfrm>
            <a:custGeom>
              <a:avLst/>
              <a:gdLst>
                <a:gd name="T0" fmla="*/ 0 w 39"/>
                <a:gd name="T1" fmla="*/ 5 h 29"/>
                <a:gd name="T2" fmla="*/ 7 w 39"/>
                <a:gd name="T3" fmla="*/ 12 h 29"/>
                <a:gd name="T4" fmla="*/ 14 w 39"/>
                <a:gd name="T5" fmla="*/ 0 h 29"/>
                <a:gd name="T6" fmla="*/ 6 w 39"/>
                <a:gd name="T7" fmla="*/ 10 h 29"/>
                <a:gd name="T8" fmla="*/ 0 w 39"/>
                <a:gd name="T9" fmla="*/ 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9">
                  <a:moveTo>
                    <a:pt x="0" y="12"/>
                  </a:moveTo>
                  <a:cubicBezTo>
                    <a:pt x="0" y="20"/>
                    <a:pt x="11" y="28"/>
                    <a:pt x="19" y="28"/>
                  </a:cubicBezTo>
                  <a:cubicBezTo>
                    <a:pt x="31" y="29"/>
                    <a:pt x="39" y="10"/>
                    <a:pt x="37" y="0"/>
                  </a:cubicBezTo>
                  <a:cubicBezTo>
                    <a:pt x="36" y="9"/>
                    <a:pt x="26" y="22"/>
                    <a:pt x="16" y="23"/>
                  </a:cubicBezTo>
                  <a:cubicBezTo>
                    <a:pt x="11" y="23"/>
                    <a:pt x="2" y="20"/>
                    <a:pt x="0" y="15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8" name="Freeform 1313">
              <a:extLst>
                <a:ext uri="{FF2B5EF4-FFF2-40B4-BE49-F238E27FC236}">
                  <a16:creationId xmlns:a16="http://schemas.microsoft.com/office/drawing/2014/main" id="{45828407-CCD4-4A57-8397-F73CEF347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790"/>
              <a:ext cx="34" cy="42"/>
            </a:xfrm>
            <a:custGeom>
              <a:avLst/>
              <a:gdLst>
                <a:gd name="T0" fmla="*/ 0 w 46"/>
                <a:gd name="T1" fmla="*/ 1 h 54"/>
                <a:gd name="T2" fmla="*/ 8 w 46"/>
                <a:gd name="T3" fmla="*/ 24 h 54"/>
                <a:gd name="T4" fmla="*/ 16 w 46"/>
                <a:gd name="T5" fmla="*/ 18 h 54"/>
                <a:gd name="T6" fmla="*/ 18 w 46"/>
                <a:gd name="T7" fmla="*/ 9 h 54"/>
                <a:gd name="T8" fmla="*/ 7 w 46"/>
                <a:gd name="T9" fmla="*/ 18 h 54"/>
                <a:gd name="T10" fmla="*/ 3 w 46"/>
                <a:gd name="T11" fmla="*/ 7 h 54"/>
                <a:gd name="T12" fmla="*/ 1 w 46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4">
                  <a:moveTo>
                    <a:pt x="0" y="1"/>
                  </a:moveTo>
                  <a:cubicBezTo>
                    <a:pt x="2" y="14"/>
                    <a:pt x="4" y="45"/>
                    <a:pt x="20" y="51"/>
                  </a:cubicBezTo>
                  <a:cubicBezTo>
                    <a:pt x="30" y="54"/>
                    <a:pt x="35" y="48"/>
                    <a:pt x="38" y="39"/>
                  </a:cubicBezTo>
                  <a:cubicBezTo>
                    <a:pt x="41" y="32"/>
                    <a:pt x="46" y="26"/>
                    <a:pt x="46" y="18"/>
                  </a:cubicBezTo>
                  <a:cubicBezTo>
                    <a:pt x="44" y="27"/>
                    <a:pt x="30" y="44"/>
                    <a:pt x="19" y="37"/>
                  </a:cubicBezTo>
                  <a:cubicBezTo>
                    <a:pt x="13" y="33"/>
                    <a:pt x="10" y="22"/>
                    <a:pt x="8" y="16"/>
                  </a:cubicBezTo>
                  <a:cubicBezTo>
                    <a:pt x="5" y="11"/>
                    <a:pt x="4" y="5"/>
                    <a:pt x="2" y="0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9" name="Freeform 1314">
              <a:extLst>
                <a:ext uri="{FF2B5EF4-FFF2-40B4-BE49-F238E27FC236}">
                  <a16:creationId xmlns:a16="http://schemas.microsoft.com/office/drawing/2014/main" id="{BFDD9B88-11E8-4181-8598-F62BC275A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748"/>
              <a:ext cx="22" cy="31"/>
            </a:xfrm>
            <a:custGeom>
              <a:avLst/>
              <a:gdLst>
                <a:gd name="T0" fmla="*/ 0 w 30"/>
                <a:gd name="T1" fmla="*/ 0 h 40"/>
                <a:gd name="T2" fmla="*/ 5 w 30"/>
                <a:gd name="T3" fmla="*/ 14 h 40"/>
                <a:gd name="T4" fmla="*/ 12 w 30"/>
                <a:gd name="T5" fmla="*/ 16 h 40"/>
                <a:gd name="T6" fmla="*/ 1 w 30"/>
                <a:gd name="T7" fmla="*/ 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0">
                  <a:moveTo>
                    <a:pt x="0" y="0"/>
                  </a:moveTo>
                  <a:cubicBezTo>
                    <a:pt x="6" y="7"/>
                    <a:pt x="6" y="22"/>
                    <a:pt x="14" y="30"/>
                  </a:cubicBezTo>
                  <a:cubicBezTo>
                    <a:pt x="17" y="33"/>
                    <a:pt x="26" y="40"/>
                    <a:pt x="30" y="35"/>
                  </a:cubicBezTo>
                  <a:cubicBezTo>
                    <a:pt x="16" y="28"/>
                    <a:pt x="7" y="17"/>
                    <a:pt x="3" y="2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0" name="Freeform 1315">
              <a:extLst>
                <a:ext uri="{FF2B5EF4-FFF2-40B4-BE49-F238E27FC236}">
                  <a16:creationId xmlns:a16="http://schemas.microsoft.com/office/drawing/2014/main" id="{C3309498-C221-4BAE-83E4-3962D5FA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764"/>
              <a:ext cx="21" cy="18"/>
            </a:xfrm>
            <a:custGeom>
              <a:avLst/>
              <a:gdLst>
                <a:gd name="T0" fmla="*/ 0 w 29"/>
                <a:gd name="T1" fmla="*/ 8 h 23"/>
                <a:gd name="T2" fmla="*/ 7 w 29"/>
                <a:gd name="T3" fmla="*/ 8 h 23"/>
                <a:gd name="T4" fmla="*/ 11 w 29"/>
                <a:gd name="T5" fmla="*/ 0 h 23"/>
                <a:gd name="T6" fmla="*/ 1 w 29"/>
                <a:gd name="T7" fmla="*/ 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3">
                  <a:moveTo>
                    <a:pt x="0" y="17"/>
                  </a:moveTo>
                  <a:cubicBezTo>
                    <a:pt x="8" y="20"/>
                    <a:pt x="12" y="23"/>
                    <a:pt x="19" y="16"/>
                  </a:cubicBezTo>
                  <a:cubicBezTo>
                    <a:pt x="23" y="12"/>
                    <a:pt x="29" y="4"/>
                    <a:pt x="29" y="0"/>
                  </a:cubicBezTo>
                  <a:cubicBezTo>
                    <a:pt x="25" y="5"/>
                    <a:pt x="9" y="20"/>
                    <a:pt x="3" y="12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1" name="Freeform 1316">
              <a:extLst>
                <a:ext uri="{FF2B5EF4-FFF2-40B4-BE49-F238E27FC236}">
                  <a16:creationId xmlns:a16="http://schemas.microsoft.com/office/drawing/2014/main" id="{0EF5CFA3-EFFA-4AA7-A664-BA160B610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845"/>
              <a:ext cx="34" cy="33"/>
            </a:xfrm>
            <a:custGeom>
              <a:avLst/>
              <a:gdLst>
                <a:gd name="T0" fmla="*/ 0 w 47"/>
                <a:gd name="T1" fmla="*/ 2 h 42"/>
                <a:gd name="T2" fmla="*/ 9 w 47"/>
                <a:gd name="T3" fmla="*/ 19 h 42"/>
                <a:gd name="T4" fmla="*/ 18 w 47"/>
                <a:gd name="T5" fmla="*/ 3 h 42"/>
                <a:gd name="T6" fmla="*/ 7 w 47"/>
                <a:gd name="T7" fmla="*/ 11 h 42"/>
                <a:gd name="T8" fmla="*/ 2 w 4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2">
                  <a:moveTo>
                    <a:pt x="0" y="5"/>
                  </a:moveTo>
                  <a:cubicBezTo>
                    <a:pt x="1" y="15"/>
                    <a:pt x="11" y="39"/>
                    <a:pt x="23" y="40"/>
                  </a:cubicBezTo>
                  <a:cubicBezTo>
                    <a:pt x="36" y="42"/>
                    <a:pt x="45" y="16"/>
                    <a:pt x="47" y="6"/>
                  </a:cubicBezTo>
                  <a:cubicBezTo>
                    <a:pt x="40" y="13"/>
                    <a:pt x="33" y="29"/>
                    <a:pt x="20" y="23"/>
                  </a:cubicBezTo>
                  <a:cubicBezTo>
                    <a:pt x="12" y="19"/>
                    <a:pt x="9" y="7"/>
                    <a:pt x="5" y="0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2" name="Freeform 1317">
              <a:extLst>
                <a:ext uri="{FF2B5EF4-FFF2-40B4-BE49-F238E27FC236}">
                  <a16:creationId xmlns:a16="http://schemas.microsoft.com/office/drawing/2014/main" id="{9AA00B87-3F32-47BD-A6C4-45FEFB39C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843"/>
              <a:ext cx="35" cy="34"/>
            </a:xfrm>
            <a:custGeom>
              <a:avLst/>
              <a:gdLst>
                <a:gd name="T0" fmla="*/ 1 w 48"/>
                <a:gd name="T1" fmla="*/ 0 h 44"/>
                <a:gd name="T2" fmla="*/ 12 w 48"/>
                <a:gd name="T3" fmla="*/ 19 h 44"/>
                <a:gd name="T4" fmla="*/ 17 w 48"/>
                <a:gd name="T5" fmla="*/ 10 h 44"/>
                <a:gd name="T6" fmla="*/ 18 w 48"/>
                <a:gd name="T7" fmla="*/ 2 h 44"/>
                <a:gd name="T8" fmla="*/ 7 w 48"/>
                <a:gd name="T9" fmla="*/ 11 h 44"/>
                <a:gd name="T10" fmla="*/ 0 w 48"/>
                <a:gd name="T11" fmla="*/ 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4">
                  <a:moveTo>
                    <a:pt x="3" y="0"/>
                  </a:moveTo>
                  <a:cubicBezTo>
                    <a:pt x="1" y="12"/>
                    <a:pt x="15" y="44"/>
                    <a:pt x="30" y="42"/>
                  </a:cubicBezTo>
                  <a:cubicBezTo>
                    <a:pt x="40" y="40"/>
                    <a:pt x="41" y="30"/>
                    <a:pt x="44" y="22"/>
                  </a:cubicBezTo>
                  <a:cubicBezTo>
                    <a:pt x="46" y="17"/>
                    <a:pt x="47" y="10"/>
                    <a:pt x="47" y="5"/>
                  </a:cubicBezTo>
                  <a:cubicBezTo>
                    <a:pt x="48" y="19"/>
                    <a:pt x="27" y="28"/>
                    <a:pt x="16" y="23"/>
                  </a:cubicBezTo>
                  <a:cubicBezTo>
                    <a:pt x="8" y="19"/>
                    <a:pt x="2" y="10"/>
                    <a:pt x="0" y="1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3" name="Freeform 1318">
              <a:extLst>
                <a:ext uri="{FF2B5EF4-FFF2-40B4-BE49-F238E27FC236}">
                  <a16:creationId xmlns:a16="http://schemas.microsoft.com/office/drawing/2014/main" id="{78344EB8-5508-4E86-BE8C-E0D3A89D7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842"/>
              <a:ext cx="32" cy="35"/>
            </a:xfrm>
            <a:custGeom>
              <a:avLst/>
              <a:gdLst>
                <a:gd name="T0" fmla="*/ 0 w 44"/>
                <a:gd name="T1" fmla="*/ 0 h 44"/>
                <a:gd name="T2" fmla="*/ 7 w 44"/>
                <a:gd name="T3" fmla="*/ 21 h 44"/>
                <a:gd name="T4" fmla="*/ 12 w 44"/>
                <a:gd name="T5" fmla="*/ 17 h 44"/>
                <a:gd name="T6" fmla="*/ 17 w 44"/>
                <a:gd name="T7" fmla="*/ 6 h 44"/>
                <a:gd name="T8" fmla="*/ 7 w 44"/>
                <a:gd name="T9" fmla="*/ 14 h 44"/>
                <a:gd name="T10" fmla="*/ 1 w 44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4">
                  <a:moveTo>
                    <a:pt x="0" y="0"/>
                  </a:moveTo>
                  <a:cubicBezTo>
                    <a:pt x="8" y="11"/>
                    <a:pt x="3" y="35"/>
                    <a:pt x="19" y="42"/>
                  </a:cubicBezTo>
                  <a:cubicBezTo>
                    <a:pt x="26" y="44"/>
                    <a:pt x="29" y="37"/>
                    <a:pt x="33" y="33"/>
                  </a:cubicBezTo>
                  <a:cubicBezTo>
                    <a:pt x="39" y="26"/>
                    <a:pt x="41" y="20"/>
                    <a:pt x="43" y="12"/>
                  </a:cubicBezTo>
                  <a:cubicBezTo>
                    <a:pt x="44" y="26"/>
                    <a:pt x="29" y="33"/>
                    <a:pt x="18" y="26"/>
                  </a:cubicBezTo>
                  <a:cubicBezTo>
                    <a:pt x="9" y="20"/>
                    <a:pt x="4" y="10"/>
                    <a:pt x="2" y="0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4" name="Freeform 1319">
              <a:extLst>
                <a:ext uri="{FF2B5EF4-FFF2-40B4-BE49-F238E27FC236}">
                  <a16:creationId xmlns:a16="http://schemas.microsoft.com/office/drawing/2014/main" id="{4BD3E132-AE2F-4144-9EB9-E54CD8AE6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841"/>
              <a:ext cx="35" cy="36"/>
            </a:xfrm>
            <a:custGeom>
              <a:avLst/>
              <a:gdLst>
                <a:gd name="T0" fmla="*/ 1 w 48"/>
                <a:gd name="T1" fmla="*/ 0 h 46"/>
                <a:gd name="T2" fmla="*/ 8 w 48"/>
                <a:gd name="T3" fmla="*/ 18 h 46"/>
                <a:gd name="T4" fmla="*/ 19 w 48"/>
                <a:gd name="T5" fmla="*/ 3 h 46"/>
                <a:gd name="T6" fmla="*/ 9 w 48"/>
                <a:gd name="T7" fmla="*/ 13 h 46"/>
                <a:gd name="T8" fmla="*/ 0 w 48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2" y="0"/>
                  </a:moveTo>
                  <a:cubicBezTo>
                    <a:pt x="3" y="13"/>
                    <a:pt x="9" y="32"/>
                    <a:pt x="21" y="38"/>
                  </a:cubicBezTo>
                  <a:cubicBezTo>
                    <a:pt x="37" y="46"/>
                    <a:pt x="47" y="18"/>
                    <a:pt x="48" y="6"/>
                  </a:cubicBezTo>
                  <a:cubicBezTo>
                    <a:pt x="47" y="15"/>
                    <a:pt x="31" y="26"/>
                    <a:pt x="23" y="25"/>
                  </a:cubicBezTo>
                  <a:cubicBezTo>
                    <a:pt x="10" y="24"/>
                    <a:pt x="3" y="12"/>
                    <a:pt x="0" y="0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5" name="Freeform 1320">
              <a:extLst>
                <a:ext uri="{FF2B5EF4-FFF2-40B4-BE49-F238E27FC236}">
                  <a16:creationId xmlns:a16="http://schemas.microsoft.com/office/drawing/2014/main" id="{4ACF56F6-AA2A-4583-9F7A-0A020093C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789"/>
              <a:ext cx="25" cy="37"/>
            </a:xfrm>
            <a:custGeom>
              <a:avLst/>
              <a:gdLst>
                <a:gd name="T0" fmla="*/ 0 w 35"/>
                <a:gd name="T1" fmla="*/ 2 h 47"/>
                <a:gd name="T2" fmla="*/ 6 w 35"/>
                <a:gd name="T3" fmla="*/ 22 h 47"/>
                <a:gd name="T4" fmla="*/ 13 w 35"/>
                <a:gd name="T5" fmla="*/ 15 h 47"/>
                <a:gd name="T6" fmla="*/ 4 w 35"/>
                <a:gd name="T7" fmla="*/ 15 h 47"/>
                <a:gd name="T8" fmla="*/ 1 w 35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0" y="4"/>
                  </a:moveTo>
                  <a:cubicBezTo>
                    <a:pt x="4" y="15"/>
                    <a:pt x="3" y="39"/>
                    <a:pt x="17" y="44"/>
                  </a:cubicBezTo>
                  <a:cubicBezTo>
                    <a:pt x="25" y="47"/>
                    <a:pt x="33" y="38"/>
                    <a:pt x="35" y="31"/>
                  </a:cubicBezTo>
                  <a:cubicBezTo>
                    <a:pt x="28" y="40"/>
                    <a:pt x="18" y="40"/>
                    <a:pt x="13" y="30"/>
                  </a:cubicBezTo>
                  <a:cubicBezTo>
                    <a:pt x="9" y="22"/>
                    <a:pt x="3" y="9"/>
                    <a:pt x="3" y="0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6" name="Freeform 1321">
              <a:extLst>
                <a:ext uri="{FF2B5EF4-FFF2-40B4-BE49-F238E27FC236}">
                  <a16:creationId xmlns:a16="http://schemas.microsoft.com/office/drawing/2014/main" id="{989756A5-A0DA-4732-A52D-44053739F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882"/>
              <a:ext cx="33" cy="51"/>
            </a:xfrm>
            <a:custGeom>
              <a:avLst/>
              <a:gdLst>
                <a:gd name="T0" fmla="*/ 1 w 45"/>
                <a:gd name="T1" fmla="*/ 0 h 65"/>
                <a:gd name="T2" fmla="*/ 7 w 45"/>
                <a:gd name="T3" fmla="*/ 24 h 65"/>
                <a:gd name="T4" fmla="*/ 18 w 45"/>
                <a:gd name="T5" fmla="*/ 10 h 65"/>
                <a:gd name="T6" fmla="*/ 7 w 45"/>
                <a:gd name="T7" fmla="*/ 15 h 65"/>
                <a:gd name="T8" fmla="*/ 1 w 45"/>
                <a:gd name="T9" fmla="*/ 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5">
                  <a:moveTo>
                    <a:pt x="1" y="0"/>
                  </a:moveTo>
                  <a:cubicBezTo>
                    <a:pt x="0" y="16"/>
                    <a:pt x="4" y="40"/>
                    <a:pt x="16" y="51"/>
                  </a:cubicBezTo>
                  <a:cubicBezTo>
                    <a:pt x="32" y="65"/>
                    <a:pt x="45" y="32"/>
                    <a:pt x="45" y="21"/>
                  </a:cubicBezTo>
                  <a:cubicBezTo>
                    <a:pt x="43" y="35"/>
                    <a:pt x="25" y="40"/>
                    <a:pt x="16" y="30"/>
                  </a:cubicBezTo>
                  <a:cubicBezTo>
                    <a:pt x="8" y="22"/>
                    <a:pt x="6" y="12"/>
                    <a:pt x="4" y="1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7" name="Freeform 1322">
              <a:extLst>
                <a:ext uri="{FF2B5EF4-FFF2-40B4-BE49-F238E27FC236}">
                  <a16:creationId xmlns:a16="http://schemas.microsoft.com/office/drawing/2014/main" id="{3C1202D9-AF91-41AA-A0DB-A62DD9336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891"/>
              <a:ext cx="33" cy="35"/>
            </a:xfrm>
            <a:custGeom>
              <a:avLst/>
              <a:gdLst>
                <a:gd name="T0" fmla="*/ 0 w 45"/>
                <a:gd name="T1" fmla="*/ 0 h 46"/>
                <a:gd name="T2" fmla="*/ 9 w 45"/>
                <a:gd name="T3" fmla="*/ 21 h 46"/>
                <a:gd name="T4" fmla="*/ 15 w 45"/>
                <a:gd name="T5" fmla="*/ 14 h 46"/>
                <a:gd name="T6" fmla="*/ 18 w 45"/>
                <a:gd name="T7" fmla="*/ 3 h 46"/>
                <a:gd name="T8" fmla="*/ 8 w 45"/>
                <a:gd name="T9" fmla="*/ 11 h 46"/>
                <a:gd name="T10" fmla="*/ 2 w 45"/>
                <a:gd name="T11" fmla="*/ 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6">
                  <a:moveTo>
                    <a:pt x="0" y="0"/>
                  </a:moveTo>
                  <a:cubicBezTo>
                    <a:pt x="0" y="11"/>
                    <a:pt x="6" y="45"/>
                    <a:pt x="23" y="46"/>
                  </a:cubicBezTo>
                  <a:cubicBezTo>
                    <a:pt x="30" y="46"/>
                    <a:pt x="35" y="37"/>
                    <a:pt x="38" y="31"/>
                  </a:cubicBezTo>
                  <a:cubicBezTo>
                    <a:pt x="43" y="23"/>
                    <a:pt x="43" y="16"/>
                    <a:pt x="45" y="7"/>
                  </a:cubicBezTo>
                  <a:cubicBezTo>
                    <a:pt x="41" y="18"/>
                    <a:pt x="35" y="33"/>
                    <a:pt x="21" y="24"/>
                  </a:cubicBezTo>
                  <a:cubicBezTo>
                    <a:pt x="12" y="19"/>
                    <a:pt x="6" y="10"/>
                    <a:pt x="5" y="1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8" name="Freeform 1323">
              <a:extLst>
                <a:ext uri="{FF2B5EF4-FFF2-40B4-BE49-F238E27FC236}">
                  <a16:creationId xmlns:a16="http://schemas.microsoft.com/office/drawing/2014/main" id="{7AA3EB8E-831E-45AA-95E7-1A65A3305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891"/>
              <a:ext cx="37" cy="38"/>
            </a:xfrm>
            <a:custGeom>
              <a:avLst/>
              <a:gdLst>
                <a:gd name="T0" fmla="*/ 1 w 50"/>
                <a:gd name="T1" fmla="*/ 0 h 49"/>
                <a:gd name="T2" fmla="*/ 11 w 50"/>
                <a:gd name="T3" fmla="*/ 22 h 49"/>
                <a:gd name="T4" fmla="*/ 17 w 50"/>
                <a:gd name="T5" fmla="*/ 16 h 49"/>
                <a:gd name="T6" fmla="*/ 18 w 50"/>
                <a:gd name="T7" fmla="*/ 4 h 49"/>
                <a:gd name="T8" fmla="*/ 8 w 50"/>
                <a:gd name="T9" fmla="*/ 13 h 49"/>
                <a:gd name="T10" fmla="*/ 1 w 50"/>
                <a:gd name="T11" fmla="*/ 2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9">
                  <a:moveTo>
                    <a:pt x="1" y="0"/>
                  </a:moveTo>
                  <a:cubicBezTo>
                    <a:pt x="0" y="14"/>
                    <a:pt x="10" y="46"/>
                    <a:pt x="27" y="48"/>
                  </a:cubicBezTo>
                  <a:cubicBezTo>
                    <a:pt x="35" y="49"/>
                    <a:pt x="39" y="42"/>
                    <a:pt x="42" y="35"/>
                  </a:cubicBezTo>
                  <a:cubicBezTo>
                    <a:pt x="45" y="28"/>
                    <a:pt x="50" y="16"/>
                    <a:pt x="45" y="9"/>
                  </a:cubicBezTo>
                  <a:cubicBezTo>
                    <a:pt x="42" y="21"/>
                    <a:pt x="35" y="36"/>
                    <a:pt x="20" y="28"/>
                  </a:cubicBezTo>
                  <a:cubicBezTo>
                    <a:pt x="12" y="23"/>
                    <a:pt x="3" y="13"/>
                    <a:pt x="4" y="3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9" name="Freeform 1324">
              <a:extLst>
                <a:ext uri="{FF2B5EF4-FFF2-40B4-BE49-F238E27FC236}">
                  <a16:creationId xmlns:a16="http://schemas.microsoft.com/office/drawing/2014/main" id="{6100A107-B65D-47BF-891D-311D7994E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891"/>
              <a:ext cx="34" cy="31"/>
            </a:xfrm>
            <a:custGeom>
              <a:avLst/>
              <a:gdLst>
                <a:gd name="T0" fmla="*/ 0 w 46"/>
                <a:gd name="T1" fmla="*/ 0 h 41"/>
                <a:gd name="T2" fmla="*/ 10 w 46"/>
                <a:gd name="T3" fmla="*/ 17 h 41"/>
                <a:gd name="T4" fmla="*/ 18 w 46"/>
                <a:gd name="T5" fmla="*/ 5 h 41"/>
                <a:gd name="T6" fmla="*/ 10 w 46"/>
                <a:gd name="T7" fmla="*/ 13 h 41"/>
                <a:gd name="T8" fmla="*/ 3 w 46"/>
                <a:gd name="T9" fmla="*/ 8 h 41"/>
                <a:gd name="T10" fmla="*/ 1 w 46"/>
                <a:gd name="T11" fmla="*/ 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1">
                  <a:moveTo>
                    <a:pt x="0" y="0"/>
                  </a:moveTo>
                  <a:cubicBezTo>
                    <a:pt x="4" y="12"/>
                    <a:pt x="8" y="39"/>
                    <a:pt x="24" y="40"/>
                  </a:cubicBezTo>
                  <a:cubicBezTo>
                    <a:pt x="39" y="41"/>
                    <a:pt x="46" y="24"/>
                    <a:pt x="46" y="12"/>
                  </a:cubicBezTo>
                  <a:cubicBezTo>
                    <a:pt x="43" y="21"/>
                    <a:pt x="35" y="31"/>
                    <a:pt x="24" y="29"/>
                  </a:cubicBezTo>
                  <a:cubicBezTo>
                    <a:pt x="19" y="27"/>
                    <a:pt x="12" y="22"/>
                    <a:pt x="8" y="18"/>
                  </a:cubicBezTo>
                  <a:cubicBezTo>
                    <a:pt x="4" y="13"/>
                    <a:pt x="5" y="7"/>
                    <a:pt x="2" y="2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0" name="Freeform 1325">
              <a:extLst>
                <a:ext uri="{FF2B5EF4-FFF2-40B4-BE49-F238E27FC236}">
                  <a16:creationId xmlns:a16="http://schemas.microsoft.com/office/drawing/2014/main" id="{4794E7DD-017B-41D3-B5E9-B2FAADFA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891"/>
              <a:ext cx="39" cy="34"/>
            </a:xfrm>
            <a:custGeom>
              <a:avLst/>
              <a:gdLst>
                <a:gd name="T0" fmla="*/ 1 w 54"/>
                <a:gd name="T1" fmla="*/ 0 h 44"/>
                <a:gd name="T2" fmla="*/ 5 w 54"/>
                <a:gd name="T3" fmla="*/ 14 h 44"/>
                <a:gd name="T4" fmla="*/ 12 w 54"/>
                <a:gd name="T5" fmla="*/ 19 h 44"/>
                <a:gd name="T6" fmla="*/ 19 w 54"/>
                <a:gd name="T7" fmla="*/ 12 h 44"/>
                <a:gd name="T8" fmla="*/ 20 w 54"/>
                <a:gd name="T9" fmla="*/ 1 h 44"/>
                <a:gd name="T10" fmla="*/ 16 w 54"/>
                <a:gd name="T11" fmla="*/ 9 h 44"/>
                <a:gd name="T12" fmla="*/ 8 w 54"/>
                <a:gd name="T13" fmla="*/ 13 h 44"/>
                <a:gd name="T14" fmla="*/ 1 w 54"/>
                <a:gd name="T15" fmla="*/ 1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44">
                  <a:moveTo>
                    <a:pt x="1" y="0"/>
                  </a:moveTo>
                  <a:cubicBezTo>
                    <a:pt x="0" y="9"/>
                    <a:pt x="7" y="23"/>
                    <a:pt x="12" y="30"/>
                  </a:cubicBezTo>
                  <a:cubicBezTo>
                    <a:pt x="17" y="37"/>
                    <a:pt x="25" y="44"/>
                    <a:pt x="33" y="41"/>
                  </a:cubicBezTo>
                  <a:cubicBezTo>
                    <a:pt x="40" y="39"/>
                    <a:pt x="47" y="33"/>
                    <a:pt x="50" y="27"/>
                  </a:cubicBezTo>
                  <a:cubicBezTo>
                    <a:pt x="54" y="19"/>
                    <a:pt x="52" y="8"/>
                    <a:pt x="52" y="1"/>
                  </a:cubicBezTo>
                  <a:cubicBezTo>
                    <a:pt x="48" y="7"/>
                    <a:pt x="47" y="13"/>
                    <a:pt x="42" y="19"/>
                  </a:cubicBezTo>
                  <a:cubicBezTo>
                    <a:pt x="37" y="25"/>
                    <a:pt x="29" y="30"/>
                    <a:pt x="21" y="29"/>
                  </a:cubicBezTo>
                  <a:cubicBezTo>
                    <a:pt x="8" y="27"/>
                    <a:pt x="3" y="12"/>
                    <a:pt x="1" y="1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1" name="Freeform 1326">
              <a:extLst>
                <a:ext uri="{FF2B5EF4-FFF2-40B4-BE49-F238E27FC236}">
                  <a16:creationId xmlns:a16="http://schemas.microsoft.com/office/drawing/2014/main" id="{4F574CCD-EB5D-49E2-BF2E-C4AD72BDA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262"/>
              <a:ext cx="731" cy="524"/>
            </a:xfrm>
            <a:custGeom>
              <a:avLst/>
              <a:gdLst>
                <a:gd name="T0" fmla="*/ 731 w 731"/>
                <a:gd name="T1" fmla="*/ 0 h 524"/>
                <a:gd name="T2" fmla="*/ 731 w 731"/>
                <a:gd name="T3" fmla="*/ 524 h 524"/>
                <a:gd name="T4" fmla="*/ 0 w 731"/>
                <a:gd name="T5" fmla="*/ 524 h 524"/>
                <a:gd name="T6" fmla="*/ 0 w 731"/>
                <a:gd name="T7" fmla="*/ 0 h 5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1" h="524">
                  <a:moveTo>
                    <a:pt x="731" y="0"/>
                  </a:moveTo>
                  <a:lnTo>
                    <a:pt x="731" y="524"/>
                  </a:lnTo>
                  <a:lnTo>
                    <a:pt x="0" y="524"/>
                  </a:lnTo>
                  <a:lnTo>
                    <a:pt x="0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2" name="Freeform 1327">
              <a:extLst>
                <a:ext uri="{FF2B5EF4-FFF2-40B4-BE49-F238E27FC236}">
                  <a16:creationId xmlns:a16="http://schemas.microsoft.com/office/drawing/2014/main" id="{B02A5A64-39A6-4E23-8670-480D8061D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362"/>
              <a:ext cx="65" cy="101"/>
            </a:xfrm>
            <a:custGeom>
              <a:avLst/>
              <a:gdLst>
                <a:gd name="T0" fmla="*/ 0 w 65"/>
                <a:gd name="T1" fmla="*/ 101 h 101"/>
                <a:gd name="T2" fmla="*/ 44 w 65"/>
                <a:gd name="T3" fmla="*/ 0 h 101"/>
                <a:gd name="T4" fmla="*/ 65 w 65"/>
                <a:gd name="T5" fmla="*/ 0 h 101"/>
                <a:gd name="T6" fmla="*/ 22 w 65"/>
                <a:gd name="T7" fmla="*/ 101 h 101"/>
                <a:gd name="T8" fmla="*/ 0 w 65"/>
                <a:gd name="T9" fmla="*/ 10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0" y="101"/>
                  </a:moveTo>
                  <a:lnTo>
                    <a:pt x="44" y="0"/>
                  </a:lnTo>
                  <a:lnTo>
                    <a:pt x="65" y="0"/>
                  </a:lnTo>
                  <a:lnTo>
                    <a:pt x="22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F1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3" name="Freeform 1328">
              <a:extLst>
                <a:ext uri="{FF2B5EF4-FFF2-40B4-BE49-F238E27FC236}">
                  <a16:creationId xmlns:a16="http://schemas.microsoft.com/office/drawing/2014/main" id="{8B019D5E-7D05-451D-9FC5-98A3E904E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362"/>
              <a:ext cx="65" cy="101"/>
            </a:xfrm>
            <a:custGeom>
              <a:avLst/>
              <a:gdLst>
                <a:gd name="T0" fmla="*/ 0 w 65"/>
                <a:gd name="T1" fmla="*/ 101 h 101"/>
                <a:gd name="T2" fmla="*/ 45 w 65"/>
                <a:gd name="T3" fmla="*/ 0 h 101"/>
                <a:gd name="T4" fmla="*/ 65 w 65"/>
                <a:gd name="T5" fmla="*/ 0 h 101"/>
                <a:gd name="T6" fmla="*/ 22 w 65"/>
                <a:gd name="T7" fmla="*/ 101 h 101"/>
                <a:gd name="T8" fmla="*/ 0 w 65"/>
                <a:gd name="T9" fmla="*/ 10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0" y="101"/>
                  </a:moveTo>
                  <a:lnTo>
                    <a:pt x="45" y="0"/>
                  </a:lnTo>
                  <a:lnTo>
                    <a:pt x="65" y="0"/>
                  </a:lnTo>
                  <a:lnTo>
                    <a:pt x="22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F1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4" name="Freeform 1329">
              <a:extLst>
                <a:ext uri="{FF2B5EF4-FFF2-40B4-BE49-F238E27FC236}">
                  <a16:creationId xmlns:a16="http://schemas.microsoft.com/office/drawing/2014/main" id="{0E708A49-68A2-4207-BF99-39DF8B0D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362"/>
              <a:ext cx="65" cy="101"/>
            </a:xfrm>
            <a:custGeom>
              <a:avLst/>
              <a:gdLst>
                <a:gd name="T0" fmla="*/ 0 w 65"/>
                <a:gd name="T1" fmla="*/ 101 h 101"/>
                <a:gd name="T2" fmla="*/ 45 w 65"/>
                <a:gd name="T3" fmla="*/ 0 h 101"/>
                <a:gd name="T4" fmla="*/ 65 w 65"/>
                <a:gd name="T5" fmla="*/ 0 h 101"/>
                <a:gd name="T6" fmla="*/ 22 w 65"/>
                <a:gd name="T7" fmla="*/ 101 h 101"/>
                <a:gd name="T8" fmla="*/ 0 w 65"/>
                <a:gd name="T9" fmla="*/ 10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0" y="101"/>
                  </a:moveTo>
                  <a:lnTo>
                    <a:pt x="45" y="0"/>
                  </a:lnTo>
                  <a:lnTo>
                    <a:pt x="65" y="0"/>
                  </a:lnTo>
                  <a:lnTo>
                    <a:pt x="22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F1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5" name="Freeform 1330">
              <a:extLst>
                <a:ext uri="{FF2B5EF4-FFF2-40B4-BE49-F238E27FC236}">
                  <a16:creationId xmlns:a16="http://schemas.microsoft.com/office/drawing/2014/main" id="{06F33B68-ED9B-4191-9F05-374AFBF72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362"/>
              <a:ext cx="65" cy="101"/>
            </a:xfrm>
            <a:custGeom>
              <a:avLst/>
              <a:gdLst>
                <a:gd name="T0" fmla="*/ 0 w 65"/>
                <a:gd name="T1" fmla="*/ 101 h 101"/>
                <a:gd name="T2" fmla="*/ 45 w 65"/>
                <a:gd name="T3" fmla="*/ 0 h 101"/>
                <a:gd name="T4" fmla="*/ 65 w 65"/>
                <a:gd name="T5" fmla="*/ 0 h 101"/>
                <a:gd name="T6" fmla="*/ 22 w 65"/>
                <a:gd name="T7" fmla="*/ 101 h 101"/>
                <a:gd name="T8" fmla="*/ 0 w 65"/>
                <a:gd name="T9" fmla="*/ 10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0" y="101"/>
                  </a:moveTo>
                  <a:lnTo>
                    <a:pt x="45" y="0"/>
                  </a:lnTo>
                  <a:lnTo>
                    <a:pt x="65" y="0"/>
                  </a:lnTo>
                  <a:lnTo>
                    <a:pt x="22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F1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6" name="Freeform 1331">
              <a:extLst>
                <a:ext uri="{FF2B5EF4-FFF2-40B4-BE49-F238E27FC236}">
                  <a16:creationId xmlns:a16="http://schemas.microsoft.com/office/drawing/2014/main" id="{5E8CC570-4B4F-4D63-8858-00DB54C1E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362"/>
              <a:ext cx="65" cy="101"/>
            </a:xfrm>
            <a:custGeom>
              <a:avLst/>
              <a:gdLst>
                <a:gd name="T0" fmla="*/ 0 w 65"/>
                <a:gd name="T1" fmla="*/ 101 h 101"/>
                <a:gd name="T2" fmla="*/ 45 w 65"/>
                <a:gd name="T3" fmla="*/ 0 h 101"/>
                <a:gd name="T4" fmla="*/ 65 w 65"/>
                <a:gd name="T5" fmla="*/ 0 h 101"/>
                <a:gd name="T6" fmla="*/ 22 w 65"/>
                <a:gd name="T7" fmla="*/ 101 h 101"/>
                <a:gd name="T8" fmla="*/ 0 w 65"/>
                <a:gd name="T9" fmla="*/ 10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0" y="101"/>
                  </a:moveTo>
                  <a:lnTo>
                    <a:pt x="45" y="0"/>
                  </a:lnTo>
                  <a:lnTo>
                    <a:pt x="65" y="0"/>
                  </a:lnTo>
                  <a:lnTo>
                    <a:pt x="22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F1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7" name="Freeform 1332">
              <a:extLst>
                <a:ext uri="{FF2B5EF4-FFF2-40B4-BE49-F238E27FC236}">
                  <a16:creationId xmlns:a16="http://schemas.microsoft.com/office/drawing/2014/main" id="{292C99ED-D215-465C-A88F-063D6371C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1362"/>
              <a:ext cx="66" cy="101"/>
            </a:xfrm>
            <a:custGeom>
              <a:avLst/>
              <a:gdLst>
                <a:gd name="T0" fmla="*/ 0 w 66"/>
                <a:gd name="T1" fmla="*/ 101 h 101"/>
                <a:gd name="T2" fmla="*/ 45 w 66"/>
                <a:gd name="T3" fmla="*/ 0 h 101"/>
                <a:gd name="T4" fmla="*/ 66 w 66"/>
                <a:gd name="T5" fmla="*/ 0 h 101"/>
                <a:gd name="T6" fmla="*/ 22 w 66"/>
                <a:gd name="T7" fmla="*/ 101 h 101"/>
                <a:gd name="T8" fmla="*/ 0 w 66"/>
                <a:gd name="T9" fmla="*/ 10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1">
                  <a:moveTo>
                    <a:pt x="0" y="101"/>
                  </a:moveTo>
                  <a:lnTo>
                    <a:pt x="45" y="0"/>
                  </a:lnTo>
                  <a:lnTo>
                    <a:pt x="66" y="0"/>
                  </a:lnTo>
                  <a:lnTo>
                    <a:pt x="22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F1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8" name="Freeform 1333">
              <a:extLst>
                <a:ext uri="{FF2B5EF4-FFF2-40B4-BE49-F238E27FC236}">
                  <a16:creationId xmlns:a16="http://schemas.microsoft.com/office/drawing/2014/main" id="{4230BC92-C9ED-433A-B604-474B4F6D8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362"/>
              <a:ext cx="92" cy="192"/>
            </a:xfrm>
            <a:custGeom>
              <a:avLst/>
              <a:gdLst>
                <a:gd name="T0" fmla="*/ 76 w 92"/>
                <a:gd name="T1" fmla="*/ 11 h 192"/>
                <a:gd name="T2" fmla="*/ 0 w 92"/>
                <a:gd name="T3" fmla="*/ 175 h 192"/>
                <a:gd name="T4" fmla="*/ 0 w 92"/>
                <a:gd name="T5" fmla="*/ 192 h 192"/>
                <a:gd name="T6" fmla="*/ 92 w 92"/>
                <a:gd name="T7" fmla="*/ 0 h 192"/>
                <a:gd name="T8" fmla="*/ 76 w 92"/>
                <a:gd name="T9" fmla="*/ 11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92">
                  <a:moveTo>
                    <a:pt x="76" y="11"/>
                  </a:moveTo>
                  <a:lnTo>
                    <a:pt x="0" y="175"/>
                  </a:lnTo>
                  <a:lnTo>
                    <a:pt x="0" y="192"/>
                  </a:lnTo>
                  <a:lnTo>
                    <a:pt x="92" y="0"/>
                  </a:lnTo>
                  <a:lnTo>
                    <a:pt x="76" y="11"/>
                  </a:lnTo>
                  <a:close/>
                </a:path>
              </a:pathLst>
            </a:custGeom>
            <a:solidFill>
              <a:srgbClr val="F1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9" name="Freeform 1334">
              <a:extLst>
                <a:ext uri="{FF2B5EF4-FFF2-40B4-BE49-F238E27FC236}">
                  <a16:creationId xmlns:a16="http://schemas.microsoft.com/office/drawing/2014/main" id="{46040702-AE9F-4A2E-8D91-6E8F9E0B0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368"/>
              <a:ext cx="111" cy="210"/>
            </a:xfrm>
            <a:custGeom>
              <a:avLst/>
              <a:gdLst>
                <a:gd name="T0" fmla="*/ 0 w 111"/>
                <a:gd name="T1" fmla="*/ 210 h 210"/>
                <a:gd name="T2" fmla="*/ 104 w 111"/>
                <a:gd name="T3" fmla="*/ 0 h 210"/>
                <a:gd name="T4" fmla="*/ 111 w 111"/>
                <a:gd name="T5" fmla="*/ 6 h 210"/>
                <a:gd name="T6" fmla="*/ 12 w 111"/>
                <a:gd name="T7" fmla="*/ 210 h 210"/>
                <a:gd name="T8" fmla="*/ 0 w 111"/>
                <a:gd name="T9" fmla="*/ 21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10">
                  <a:moveTo>
                    <a:pt x="0" y="210"/>
                  </a:moveTo>
                  <a:lnTo>
                    <a:pt x="104" y="0"/>
                  </a:lnTo>
                  <a:lnTo>
                    <a:pt x="111" y="6"/>
                  </a:lnTo>
                  <a:lnTo>
                    <a:pt x="12" y="210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F1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0" name="Freeform 1335">
              <a:extLst>
                <a:ext uri="{FF2B5EF4-FFF2-40B4-BE49-F238E27FC236}">
                  <a16:creationId xmlns:a16="http://schemas.microsoft.com/office/drawing/2014/main" id="{C29ACC97-E5E1-4F5B-9B0B-DB3F36BDC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455"/>
              <a:ext cx="62" cy="123"/>
            </a:xfrm>
            <a:custGeom>
              <a:avLst/>
              <a:gdLst>
                <a:gd name="T0" fmla="*/ 0 w 62"/>
                <a:gd name="T1" fmla="*/ 123 h 123"/>
                <a:gd name="T2" fmla="*/ 9 w 62"/>
                <a:gd name="T3" fmla="*/ 123 h 123"/>
                <a:gd name="T4" fmla="*/ 62 w 62"/>
                <a:gd name="T5" fmla="*/ 17 h 123"/>
                <a:gd name="T6" fmla="*/ 62 w 62"/>
                <a:gd name="T7" fmla="*/ 0 h 123"/>
                <a:gd name="T8" fmla="*/ 0 w 62"/>
                <a:gd name="T9" fmla="*/ 12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23">
                  <a:moveTo>
                    <a:pt x="0" y="123"/>
                  </a:moveTo>
                  <a:lnTo>
                    <a:pt x="9" y="123"/>
                  </a:lnTo>
                  <a:lnTo>
                    <a:pt x="62" y="17"/>
                  </a:lnTo>
                  <a:lnTo>
                    <a:pt x="62" y="0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F1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1" name="Freeform 1336">
              <a:extLst>
                <a:ext uri="{FF2B5EF4-FFF2-40B4-BE49-F238E27FC236}">
                  <a16:creationId xmlns:a16="http://schemas.microsoft.com/office/drawing/2014/main" id="{F76CB423-6698-4B53-8275-E2833A6D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1284"/>
              <a:ext cx="621" cy="101"/>
            </a:xfrm>
            <a:custGeom>
              <a:avLst/>
              <a:gdLst>
                <a:gd name="T0" fmla="*/ 331 w 851"/>
                <a:gd name="T1" fmla="*/ 0 h 130"/>
                <a:gd name="T2" fmla="*/ 331 w 851"/>
                <a:gd name="T3" fmla="*/ 44 h 130"/>
                <a:gd name="T4" fmla="*/ 316 w 851"/>
                <a:gd name="T5" fmla="*/ 61 h 130"/>
                <a:gd name="T6" fmla="*/ 301 w 851"/>
                <a:gd name="T7" fmla="*/ 44 h 130"/>
                <a:gd name="T8" fmla="*/ 301 w 851"/>
                <a:gd name="T9" fmla="*/ 44 h 130"/>
                <a:gd name="T10" fmla="*/ 285 w 851"/>
                <a:gd name="T11" fmla="*/ 61 h 130"/>
                <a:gd name="T12" fmla="*/ 271 w 851"/>
                <a:gd name="T13" fmla="*/ 44 h 130"/>
                <a:gd name="T14" fmla="*/ 271 w 851"/>
                <a:gd name="T15" fmla="*/ 44 h 130"/>
                <a:gd name="T16" fmla="*/ 255 w 851"/>
                <a:gd name="T17" fmla="*/ 61 h 130"/>
                <a:gd name="T18" fmla="*/ 241 w 851"/>
                <a:gd name="T19" fmla="*/ 44 h 130"/>
                <a:gd name="T20" fmla="*/ 241 w 851"/>
                <a:gd name="T21" fmla="*/ 44 h 130"/>
                <a:gd name="T22" fmla="*/ 225 w 851"/>
                <a:gd name="T23" fmla="*/ 61 h 130"/>
                <a:gd name="T24" fmla="*/ 210 w 851"/>
                <a:gd name="T25" fmla="*/ 44 h 130"/>
                <a:gd name="T26" fmla="*/ 211 w 851"/>
                <a:gd name="T27" fmla="*/ 44 h 130"/>
                <a:gd name="T28" fmla="*/ 196 w 851"/>
                <a:gd name="T29" fmla="*/ 61 h 130"/>
                <a:gd name="T30" fmla="*/ 180 w 851"/>
                <a:gd name="T31" fmla="*/ 44 h 130"/>
                <a:gd name="T32" fmla="*/ 180 w 851"/>
                <a:gd name="T33" fmla="*/ 44 h 130"/>
                <a:gd name="T34" fmla="*/ 166 w 851"/>
                <a:gd name="T35" fmla="*/ 61 h 130"/>
                <a:gd name="T36" fmla="*/ 150 w 851"/>
                <a:gd name="T37" fmla="*/ 44 h 130"/>
                <a:gd name="T38" fmla="*/ 150 w 851"/>
                <a:gd name="T39" fmla="*/ 44 h 130"/>
                <a:gd name="T40" fmla="*/ 135 w 851"/>
                <a:gd name="T41" fmla="*/ 61 h 130"/>
                <a:gd name="T42" fmla="*/ 120 w 851"/>
                <a:gd name="T43" fmla="*/ 44 h 130"/>
                <a:gd name="T44" fmla="*/ 120 w 851"/>
                <a:gd name="T45" fmla="*/ 44 h 130"/>
                <a:gd name="T46" fmla="*/ 105 w 851"/>
                <a:gd name="T47" fmla="*/ 61 h 130"/>
                <a:gd name="T48" fmla="*/ 90 w 851"/>
                <a:gd name="T49" fmla="*/ 44 h 130"/>
                <a:gd name="T50" fmla="*/ 90 w 851"/>
                <a:gd name="T51" fmla="*/ 44 h 130"/>
                <a:gd name="T52" fmla="*/ 76 w 851"/>
                <a:gd name="T53" fmla="*/ 61 h 130"/>
                <a:gd name="T54" fmla="*/ 60 w 851"/>
                <a:gd name="T55" fmla="*/ 44 h 130"/>
                <a:gd name="T56" fmla="*/ 60 w 851"/>
                <a:gd name="T57" fmla="*/ 44 h 130"/>
                <a:gd name="T58" fmla="*/ 45 w 851"/>
                <a:gd name="T59" fmla="*/ 61 h 130"/>
                <a:gd name="T60" fmla="*/ 31 w 851"/>
                <a:gd name="T61" fmla="*/ 44 h 130"/>
                <a:gd name="T62" fmla="*/ 31 w 851"/>
                <a:gd name="T63" fmla="*/ 44 h 130"/>
                <a:gd name="T64" fmla="*/ 15 w 851"/>
                <a:gd name="T65" fmla="*/ 61 h 130"/>
                <a:gd name="T66" fmla="*/ 0 w 851"/>
                <a:gd name="T67" fmla="*/ 44 h 130"/>
                <a:gd name="T68" fmla="*/ 0 w 851"/>
                <a:gd name="T69" fmla="*/ 0 h 130"/>
                <a:gd name="T70" fmla="*/ 331 w 851"/>
                <a:gd name="T71" fmla="*/ 0 h 13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51" h="130">
                  <a:moveTo>
                    <a:pt x="851" y="0"/>
                  </a:moveTo>
                  <a:cubicBezTo>
                    <a:pt x="851" y="94"/>
                    <a:pt x="851" y="94"/>
                    <a:pt x="851" y="94"/>
                  </a:cubicBezTo>
                  <a:cubicBezTo>
                    <a:pt x="851" y="114"/>
                    <a:pt x="833" y="130"/>
                    <a:pt x="812" y="130"/>
                  </a:cubicBezTo>
                  <a:cubicBezTo>
                    <a:pt x="791" y="130"/>
                    <a:pt x="773" y="114"/>
                    <a:pt x="773" y="94"/>
                  </a:cubicBezTo>
                  <a:cubicBezTo>
                    <a:pt x="773" y="94"/>
                    <a:pt x="773" y="94"/>
                    <a:pt x="773" y="94"/>
                  </a:cubicBezTo>
                  <a:cubicBezTo>
                    <a:pt x="773" y="114"/>
                    <a:pt x="756" y="130"/>
                    <a:pt x="735" y="130"/>
                  </a:cubicBezTo>
                  <a:cubicBezTo>
                    <a:pt x="713" y="130"/>
                    <a:pt x="696" y="114"/>
                    <a:pt x="696" y="94"/>
                  </a:cubicBezTo>
                  <a:cubicBezTo>
                    <a:pt x="696" y="94"/>
                    <a:pt x="696" y="94"/>
                    <a:pt x="696" y="94"/>
                  </a:cubicBezTo>
                  <a:cubicBezTo>
                    <a:pt x="696" y="114"/>
                    <a:pt x="679" y="130"/>
                    <a:pt x="657" y="130"/>
                  </a:cubicBezTo>
                  <a:cubicBezTo>
                    <a:pt x="636" y="130"/>
                    <a:pt x="619" y="114"/>
                    <a:pt x="619" y="94"/>
                  </a:cubicBezTo>
                  <a:cubicBezTo>
                    <a:pt x="619" y="94"/>
                    <a:pt x="619" y="94"/>
                    <a:pt x="619" y="94"/>
                  </a:cubicBezTo>
                  <a:cubicBezTo>
                    <a:pt x="619" y="114"/>
                    <a:pt x="601" y="130"/>
                    <a:pt x="580" y="130"/>
                  </a:cubicBezTo>
                  <a:cubicBezTo>
                    <a:pt x="559" y="130"/>
                    <a:pt x="541" y="114"/>
                    <a:pt x="541" y="94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42" y="114"/>
                    <a:pt x="524" y="130"/>
                    <a:pt x="503" y="130"/>
                  </a:cubicBezTo>
                  <a:cubicBezTo>
                    <a:pt x="481" y="130"/>
                    <a:pt x="464" y="114"/>
                    <a:pt x="464" y="94"/>
                  </a:cubicBezTo>
                  <a:cubicBezTo>
                    <a:pt x="464" y="94"/>
                    <a:pt x="464" y="94"/>
                    <a:pt x="464" y="94"/>
                  </a:cubicBezTo>
                  <a:cubicBezTo>
                    <a:pt x="464" y="114"/>
                    <a:pt x="447" y="130"/>
                    <a:pt x="426" y="130"/>
                  </a:cubicBezTo>
                  <a:cubicBezTo>
                    <a:pt x="404" y="130"/>
                    <a:pt x="387" y="114"/>
                    <a:pt x="387" y="94"/>
                  </a:cubicBezTo>
                  <a:cubicBezTo>
                    <a:pt x="387" y="94"/>
                    <a:pt x="387" y="94"/>
                    <a:pt x="387" y="94"/>
                  </a:cubicBezTo>
                  <a:cubicBezTo>
                    <a:pt x="387" y="114"/>
                    <a:pt x="370" y="130"/>
                    <a:pt x="348" y="130"/>
                  </a:cubicBezTo>
                  <a:cubicBezTo>
                    <a:pt x="327" y="130"/>
                    <a:pt x="310" y="114"/>
                    <a:pt x="310" y="94"/>
                  </a:cubicBezTo>
                  <a:cubicBezTo>
                    <a:pt x="310" y="94"/>
                    <a:pt x="310" y="94"/>
                    <a:pt x="310" y="94"/>
                  </a:cubicBezTo>
                  <a:cubicBezTo>
                    <a:pt x="310" y="114"/>
                    <a:pt x="292" y="130"/>
                    <a:pt x="271" y="130"/>
                  </a:cubicBezTo>
                  <a:cubicBezTo>
                    <a:pt x="250" y="130"/>
                    <a:pt x="232" y="114"/>
                    <a:pt x="232" y="94"/>
                  </a:cubicBezTo>
                  <a:cubicBezTo>
                    <a:pt x="232" y="94"/>
                    <a:pt x="232" y="94"/>
                    <a:pt x="232" y="94"/>
                  </a:cubicBezTo>
                  <a:cubicBezTo>
                    <a:pt x="232" y="114"/>
                    <a:pt x="215" y="130"/>
                    <a:pt x="194" y="130"/>
                  </a:cubicBezTo>
                  <a:cubicBezTo>
                    <a:pt x="172" y="130"/>
                    <a:pt x="155" y="114"/>
                    <a:pt x="155" y="94"/>
                  </a:cubicBezTo>
                  <a:cubicBezTo>
                    <a:pt x="155" y="94"/>
                    <a:pt x="155" y="94"/>
                    <a:pt x="155" y="94"/>
                  </a:cubicBezTo>
                  <a:cubicBezTo>
                    <a:pt x="155" y="114"/>
                    <a:pt x="138" y="130"/>
                    <a:pt x="116" y="130"/>
                  </a:cubicBezTo>
                  <a:cubicBezTo>
                    <a:pt x="95" y="130"/>
                    <a:pt x="78" y="114"/>
                    <a:pt x="78" y="94"/>
                  </a:cubicBezTo>
                  <a:cubicBezTo>
                    <a:pt x="78" y="94"/>
                    <a:pt x="78" y="94"/>
                    <a:pt x="78" y="94"/>
                  </a:cubicBezTo>
                  <a:cubicBezTo>
                    <a:pt x="78" y="114"/>
                    <a:pt x="61" y="130"/>
                    <a:pt x="39" y="130"/>
                  </a:cubicBezTo>
                  <a:cubicBezTo>
                    <a:pt x="18" y="130"/>
                    <a:pt x="0" y="114"/>
                    <a:pt x="0" y="9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7A91C4"/>
            </a:solidFill>
            <a:ln w="6350" cap="flat">
              <a:solidFill>
                <a:srgbClr val="01010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02" name="Freeform 1337">
              <a:extLst>
                <a:ext uri="{FF2B5EF4-FFF2-40B4-BE49-F238E27FC236}">
                  <a16:creationId xmlns:a16="http://schemas.microsoft.com/office/drawing/2014/main" id="{5540FAC3-4B13-4284-91A9-787FC865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595"/>
              <a:ext cx="103" cy="55"/>
            </a:xfrm>
            <a:custGeom>
              <a:avLst/>
              <a:gdLst>
                <a:gd name="T0" fmla="*/ 0 w 141"/>
                <a:gd name="T1" fmla="*/ 0 h 71"/>
                <a:gd name="T2" fmla="*/ 0 w 141"/>
                <a:gd name="T3" fmla="*/ 32 h 71"/>
                <a:gd name="T4" fmla="*/ 55 w 141"/>
                <a:gd name="T5" fmla="*/ 32 h 71"/>
                <a:gd name="T6" fmla="*/ 0 w 141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71">
                  <a:moveTo>
                    <a:pt x="0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141" y="68"/>
                    <a:pt x="141" y="68"/>
                    <a:pt x="141" y="68"/>
                  </a:cubicBezTo>
                  <a:cubicBezTo>
                    <a:pt x="141" y="68"/>
                    <a:pt x="8" y="71"/>
                    <a:pt x="0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3" name="Freeform 1338">
              <a:extLst>
                <a:ext uri="{FF2B5EF4-FFF2-40B4-BE49-F238E27FC236}">
                  <a16:creationId xmlns:a16="http://schemas.microsoft.com/office/drawing/2014/main" id="{B2276B45-DD1D-4917-B2B6-A11AAFDEB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596"/>
              <a:ext cx="63" cy="49"/>
            </a:xfrm>
            <a:custGeom>
              <a:avLst/>
              <a:gdLst>
                <a:gd name="T0" fmla="*/ 0 w 86"/>
                <a:gd name="T1" fmla="*/ 0 h 62"/>
                <a:gd name="T2" fmla="*/ 0 w 86"/>
                <a:gd name="T3" fmla="*/ 31 h 62"/>
                <a:gd name="T4" fmla="*/ 34 w 86"/>
                <a:gd name="T5" fmla="*/ 31 h 62"/>
                <a:gd name="T6" fmla="*/ 0 w 86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62">
                  <a:moveTo>
                    <a:pt x="0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6" y="62"/>
                    <a:pt x="2" y="57"/>
                    <a:pt x="0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4" name="Freeform 1339">
              <a:extLst>
                <a:ext uri="{FF2B5EF4-FFF2-40B4-BE49-F238E27FC236}">
                  <a16:creationId xmlns:a16="http://schemas.microsoft.com/office/drawing/2014/main" id="{CC15EE5E-13C9-4A65-B80A-03C56EEA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592"/>
              <a:ext cx="74" cy="54"/>
            </a:xfrm>
            <a:custGeom>
              <a:avLst/>
              <a:gdLst>
                <a:gd name="T0" fmla="*/ 0 w 101"/>
                <a:gd name="T1" fmla="*/ 0 h 69"/>
                <a:gd name="T2" fmla="*/ 0 w 101"/>
                <a:gd name="T3" fmla="*/ 33 h 69"/>
                <a:gd name="T4" fmla="*/ 40 w 101"/>
                <a:gd name="T5" fmla="*/ 33 h 69"/>
                <a:gd name="T6" fmla="*/ 0 w 101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9">
                  <a:moveTo>
                    <a:pt x="0" y="0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101" y="69"/>
                    <a:pt x="3" y="69"/>
                    <a:pt x="0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5" name="Freeform 1340">
              <a:extLst>
                <a:ext uri="{FF2B5EF4-FFF2-40B4-BE49-F238E27FC236}">
                  <a16:creationId xmlns:a16="http://schemas.microsoft.com/office/drawing/2014/main" id="{7062EDC4-7E3D-4CBD-9EE7-B011924B5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658"/>
              <a:ext cx="107" cy="65"/>
            </a:xfrm>
            <a:custGeom>
              <a:avLst/>
              <a:gdLst>
                <a:gd name="T0" fmla="*/ 0 w 147"/>
                <a:gd name="T1" fmla="*/ 0 h 84"/>
                <a:gd name="T2" fmla="*/ 0 w 147"/>
                <a:gd name="T3" fmla="*/ 35 h 84"/>
                <a:gd name="T4" fmla="*/ 57 w 147"/>
                <a:gd name="T5" fmla="*/ 35 h 84"/>
                <a:gd name="T6" fmla="*/ 0 w 147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84">
                  <a:moveTo>
                    <a:pt x="0" y="0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7" y="75"/>
                    <a:pt x="1" y="84"/>
                    <a:pt x="0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6" name="Freeform 1341">
              <a:extLst>
                <a:ext uri="{FF2B5EF4-FFF2-40B4-BE49-F238E27FC236}">
                  <a16:creationId xmlns:a16="http://schemas.microsoft.com/office/drawing/2014/main" id="{9476E4B0-6C9C-4B0C-94AF-0040EF99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658"/>
              <a:ext cx="108" cy="70"/>
            </a:xfrm>
            <a:custGeom>
              <a:avLst/>
              <a:gdLst>
                <a:gd name="T0" fmla="*/ 0 w 148"/>
                <a:gd name="T1" fmla="*/ 0 h 90"/>
                <a:gd name="T2" fmla="*/ 0 w 148"/>
                <a:gd name="T3" fmla="*/ 34 h 90"/>
                <a:gd name="T4" fmla="*/ 58 w 148"/>
                <a:gd name="T5" fmla="*/ 34 h 90"/>
                <a:gd name="T6" fmla="*/ 0 w 148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90">
                  <a:moveTo>
                    <a:pt x="0" y="0"/>
                  </a:moveTo>
                  <a:cubicBezTo>
                    <a:pt x="0" y="73"/>
                    <a:pt x="0" y="73"/>
                    <a:pt x="0" y="73"/>
                  </a:cubicBezTo>
                  <a:cubicBezTo>
                    <a:pt x="148" y="73"/>
                    <a:pt x="148" y="73"/>
                    <a:pt x="148" y="73"/>
                  </a:cubicBezTo>
                  <a:cubicBezTo>
                    <a:pt x="148" y="73"/>
                    <a:pt x="7" y="90"/>
                    <a:pt x="0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7" name="Freeform 1342">
              <a:extLst>
                <a:ext uri="{FF2B5EF4-FFF2-40B4-BE49-F238E27FC236}">
                  <a16:creationId xmlns:a16="http://schemas.microsoft.com/office/drawing/2014/main" id="{9E5E2E3C-F09E-412F-81F4-7432ACC5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1680"/>
              <a:ext cx="16" cy="37"/>
            </a:xfrm>
            <a:custGeom>
              <a:avLst/>
              <a:gdLst>
                <a:gd name="T0" fmla="*/ 0 w 22"/>
                <a:gd name="T1" fmla="*/ 0 h 48"/>
                <a:gd name="T2" fmla="*/ 0 w 22"/>
                <a:gd name="T3" fmla="*/ 22 h 48"/>
                <a:gd name="T4" fmla="*/ 9 w 22"/>
                <a:gd name="T5" fmla="*/ 22 h 48"/>
                <a:gd name="T6" fmla="*/ 0 w 22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8">
                  <a:moveTo>
                    <a:pt x="0" y="0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8"/>
                    <a:pt x="1" y="34"/>
                    <a:pt x="0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8" name="Freeform 1343">
              <a:extLst>
                <a:ext uri="{FF2B5EF4-FFF2-40B4-BE49-F238E27FC236}">
                  <a16:creationId xmlns:a16="http://schemas.microsoft.com/office/drawing/2014/main" id="{86E11D54-73E8-451E-8129-F4D8AEEB0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727"/>
              <a:ext cx="60" cy="53"/>
            </a:xfrm>
            <a:custGeom>
              <a:avLst/>
              <a:gdLst>
                <a:gd name="T0" fmla="*/ 0 w 82"/>
                <a:gd name="T1" fmla="*/ 0 h 68"/>
                <a:gd name="T2" fmla="*/ 0 w 82"/>
                <a:gd name="T3" fmla="*/ 32 h 68"/>
                <a:gd name="T4" fmla="*/ 32 w 82"/>
                <a:gd name="T5" fmla="*/ 32 h 68"/>
                <a:gd name="T6" fmla="*/ 0 w 82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8">
                  <a:moveTo>
                    <a:pt x="0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5" y="61"/>
                    <a:pt x="0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9" name="Freeform 1344">
              <a:extLst>
                <a:ext uri="{FF2B5EF4-FFF2-40B4-BE49-F238E27FC236}">
                  <a16:creationId xmlns:a16="http://schemas.microsoft.com/office/drawing/2014/main" id="{B2C1FE9F-0A7A-4CDB-A850-87EFD17B4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725"/>
              <a:ext cx="108" cy="63"/>
            </a:xfrm>
            <a:custGeom>
              <a:avLst/>
              <a:gdLst>
                <a:gd name="T0" fmla="*/ 0 w 149"/>
                <a:gd name="T1" fmla="*/ 0 h 81"/>
                <a:gd name="T2" fmla="*/ 0 w 149"/>
                <a:gd name="T3" fmla="*/ 33 h 81"/>
                <a:gd name="T4" fmla="*/ 57 w 149"/>
                <a:gd name="T5" fmla="*/ 33 h 81"/>
                <a:gd name="T6" fmla="*/ 0 w 149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81">
                  <a:moveTo>
                    <a:pt x="0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0" y="81"/>
                    <a:pt x="0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0" name="Freeform 1345">
              <a:extLst>
                <a:ext uri="{FF2B5EF4-FFF2-40B4-BE49-F238E27FC236}">
                  <a16:creationId xmlns:a16="http://schemas.microsoft.com/office/drawing/2014/main" id="{82F33F43-5D39-42FC-AEF7-1537D270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727"/>
              <a:ext cx="70" cy="56"/>
            </a:xfrm>
            <a:custGeom>
              <a:avLst/>
              <a:gdLst>
                <a:gd name="T0" fmla="*/ 0 w 95"/>
                <a:gd name="T1" fmla="*/ 0 h 72"/>
                <a:gd name="T2" fmla="*/ 0 w 95"/>
                <a:gd name="T3" fmla="*/ 31 h 72"/>
                <a:gd name="T4" fmla="*/ 38 w 95"/>
                <a:gd name="T5" fmla="*/ 31 h 72"/>
                <a:gd name="T6" fmla="*/ 0 w 9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72">
                  <a:moveTo>
                    <a:pt x="0" y="0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95" y="66"/>
                    <a:pt x="6" y="72"/>
                    <a:pt x="0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1" name="Freeform 1346">
              <a:extLst>
                <a:ext uri="{FF2B5EF4-FFF2-40B4-BE49-F238E27FC236}">
                  <a16:creationId xmlns:a16="http://schemas.microsoft.com/office/drawing/2014/main" id="{841C0B62-FDB1-4AF9-8A71-954C8DF1D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592"/>
              <a:ext cx="41" cy="20"/>
            </a:xfrm>
            <a:custGeom>
              <a:avLst/>
              <a:gdLst>
                <a:gd name="T0" fmla="*/ 0 w 56"/>
                <a:gd name="T1" fmla="*/ 0 h 25"/>
                <a:gd name="T2" fmla="*/ 21 w 56"/>
                <a:gd name="T3" fmla="*/ 0 h 25"/>
                <a:gd name="T4" fmla="*/ 21 w 56"/>
                <a:gd name="T5" fmla="*/ 13 h 25"/>
                <a:gd name="T6" fmla="*/ 0 w 56"/>
                <a:gd name="T7" fmla="*/ 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0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5" y="25"/>
                    <a:pt x="56" y="0"/>
                    <a:pt x="0" y="2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2" name="Freeform 1347">
              <a:extLst>
                <a:ext uri="{FF2B5EF4-FFF2-40B4-BE49-F238E27FC236}">
                  <a16:creationId xmlns:a16="http://schemas.microsoft.com/office/drawing/2014/main" id="{5464FDA9-8BFE-461F-A8ED-23EB206F9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592"/>
              <a:ext cx="45" cy="27"/>
            </a:xfrm>
            <a:custGeom>
              <a:avLst/>
              <a:gdLst>
                <a:gd name="T0" fmla="*/ 0 w 62"/>
                <a:gd name="T1" fmla="*/ 1 h 34"/>
                <a:gd name="T2" fmla="*/ 19 w 62"/>
                <a:gd name="T3" fmla="*/ 1 h 34"/>
                <a:gd name="T4" fmla="*/ 19 w 62"/>
                <a:gd name="T5" fmla="*/ 17 h 34"/>
                <a:gd name="T6" fmla="*/ 0 w 62"/>
                <a:gd name="T7" fmla="*/ 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4">
                  <a:moveTo>
                    <a:pt x="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0" y="34"/>
                    <a:pt x="62" y="0"/>
                    <a:pt x="0" y="1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3" name="Freeform 1348">
              <a:extLst>
                <a:ext uri="{FF2B5EF4-FFF2-40B4-BE49-F238E27FC236}">
                  <a16:creationId xmlns:a16="http://schemas.microsoft.com/office/drawing/2014/main" id="{843024B7-3FEC-4704-BC79-BDB8B0132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592"/>
              <a:ext cx="15" cy="15"/>
            </a:xfrm>
            <a:custGeom>
              <a:avLst/>
              <a:gdLst>
                <a:gd name="T0" fmla="*/ 0 w 20"/>
                <a:gd name="T1" fmla="*/ 0 h 20"/>
                <a:gd name="T2" fmla="*/ 8 w 20"/>
                <a:gd name="T3" fmla="*/ 0 h 20"/>
                <a:gd name="T4" fmla="*/ 8 w 20"/>
                <a:gd name="T5" fmla="*/ 8 h 20"/>
                <a:gd name="T6" fmla="*/ 0 w 2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20" y="2"/>
                    <a:pt x="0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Freeform 1349">
              <a:extLst>
                <a:ext uri="{FF2B5EF4-FFF2-40B4-BE49-F238E27FC236}">
                  <a16:creationId xmlns:a16="http://schemas.microsoft.com/office/drawing/2014/main" id="{6F12A912-B416-48A0-AF00-C1410C0C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657"/>
              <a:ext cx="39" cy="31"/>
            </a:xfrm>
            <a:custGeom>
              <a:avLst/>
              <a:gdLst>
                <a:gd name="T0" fmla="*/ 0 w 53"/>
                <a:gd name="T1" fmla="*/ 0 h 40"/>
                <a:gd name="T2" fmla="*/ 21 w 53"/>
                <a:gd name="T3" fmla="*/ 0 h 40"/>
                <a:gd name="T4" fmla="*/ 21 w 53"/>
                <a:gd name="T5" fmla="*/ 19 h 40"/>
                <a:gd name="T6" fmla="*/ 0 w 53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0">
                  <a:moveTo>
                    <a:pt x="0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46" y="0"/>
                    <a:pt x="0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1350">
              <a:extLst>
                <a:ext uri="{FF2B5EF4-FFF2-40B4-BE49-F238E27FC236}">
                  <a16:creationId xmlns:a16="http://schemas.microsoft.com/office/drawing/2014/main" id="{284C7B8C-1687-47D7-ACA0-2E9E88FA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59"/>
              <a:ext cx="46" cy="25"/>
            </a:xfrm>
            <a:custGeom>
              <a:avLst/>
              <a:gdLst>
                <a:gd name="T0" fmla="*/ 0 w 63"/>
                <a:gd name="T1" fmla="*/ 0 h 32"/>
                <a:gd name="T2" fmla="*/ 25 w 63"/>
                <a:gd name="T3" fmla="*/ 0 h 32"/>
                <a:gd name="T4" fmla="*/ 25 w 63"/>
                <a:gd name="T5" fmla="*/ 16 h 32"/>
                <a:gd name="T6" fmla="*/ 0 w 63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2">
                  <a:moveTo>
                    <a:pt x="0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1" y="3"/>
                    <a:pt x="0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Freeform 1351">
              <a:extLst>
                <a:ext uri="{FF2B5EF4-FFF2-40B4-BE49-F238E27FC236}">
                  <a16:creationId xmlns:a16="http://schemas.microsoft.com/office/drawing/2014/main" id="{88AD40E3-CF3A-497F-83CB-913D2F92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727"/>
              <a:ext cx="24" cy="17"/>
            </a:xfrm>
            <a:custGeom>
              <a:avLst/>
              <a:gdLst>
                <a:gd name="T0" fmla="*/ 0 w 33"/>
                <a:gd name="T1" fmla="*/ 0 h 21"/>
                <a:gd name="T2" fmla="*/ 12 w 33"/>
                <a:gd name="T3" fmla="*/ 0 h 21"/>
                <a:gd name="T4" fmla="*/ 12 w 33"/>
                <a:gd name="T5" fmla="*/ 11 h 21"/>
                <a:gd name="T6" fmla="*/ 0 w 3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0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28" y="2"/>
                    <a:pt x="0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7" name="Freeform 1352">
              <a:extLst>
                <a:ext uri="{FF2B5EF4-FFF2-40B4-BE49-F238E27FC236}">
                  <a16:creationId xmlns:a16="http://schemas.microsoft.com/office/drawing/2014/main" id="{BED02555-6D31-4AB3-89FB-02D0A14B6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727"/>
              <a:ext cx="34" cy="20"/>
            </a:xfrm>
            <a:custGeom>
              <a:avLst/>
              <a:gdLst>
                <a:gd name="T0" fmla="*/ 0 w 46"/>
                <a:gd name="T1" fmla="*/ 0 h 25"/>
                <a:gd name="T2" fmla="*/ 16 w 46"/>
                <a:gd name="T3" fmla="*/ 0 h 25"/>
                <a:gd name="T4" fmla="*/ 16 w 46"/>
                <a:gd name="T5" fmla="*/ 13 h 25"/>
                <a:gd name="T6" fmla="*/ 0 w 46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5">
                  <a:moveTo>
                    <a:pt x="0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46" y="3"/>
                    <a:pt x="0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Freeform 1353">
              <a:extLst>
                <a:ext uri="{FF2B5EF4-FFF2-40B4-BE49-F238E27FC236}">
                  <a16:creationId xmlns:a16="http://schemas.microsoft.com/office/drawing/2014/main" id="{53F15C85-22D0-4B3B-8FE6-65D210F62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727"/>
              <a:ext cx="23" cy="21"/>
            </a:xfrm>
            <a:custGeom>
              <a:avLst/>
              <a:gdLst>
                <a:gd name="T0" fmla="*/ 0 w 32"/>
                <a:gd name="T1" fmla="*/ 0 h 27"/>
                <a:gd name="T2" fmla="*/ 12 w 32"/>
                <a:gd name="T3" fmla="*/ 0 h 27"/>
                <a:gd name="T4" fmla="*/ 12 w 32"/>
                <a:gd name="T5" fmla="*/ 12 h 27"/>
                <a:gd name="T6" fmla="*/ 0 w 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0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7"/>
                    <a:pt x="32" y="3"/>
                    <a:pt x="0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9" name="Freeform 1354">
              <a:extLst>
                <a:ext uri="{FF2B5EF4-FFF2-40B4-BE49-F238E27FC236}">
                  <a16:creationId xmlns:a16="http://schemas.microsoft.com/office/drawing/2014/main" id="{C8D66893-D831-4AC8-B29C-0B09A8D3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594"/>
              <a:ext cx="103" cy="56"/>
            </a:xfrm>
            <a:custGeom>
              <a:avLst/>
              <a:gdLst>
                <a:gd name="T0" fmla="*/ 55 w 141"/>
                <a:gd name="T1" fmla="*/ 0 h 72"/>
                <a:gd name="T2" fmla="*/ 55 w 141"/>
                <a:gd name="T3" fmla="*/ 33 h 72"/>
                <a:gd name="T4" fmla="*/ 0 w 141"/>
                <a:gd name="T5" fmla="*/ 33 h 72"/>
                <a:gd name="T6" fmla="*/ 55 w 141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72">
                  <a:moveTo>
                    <a:pt x="141" y="0"/>
                  </a:moveTo>
                  <a:cubicBezTo>
                    <a:pt x="141" y="69"/>
                    <a:pt x="141" y="69"/>
                    <a:pt x="141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133" y="72"/>
                    <a:pt x="141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0" name="Freeform 1355">
              <a:extLst>
                <a:ext uri="{FF2B5EF4-FFF2-40B4-BE49-F238E27FC236}">
                  <a16:creationId xmlns:a16="http://schemas.microsoft.com/office/drawing/2014/main" id="{02EBCDD7-0243-47DE-B71A-ABCD50E0F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596"/>
              <a:ext cx="63" cy="48"/>
            </a:xfrm>
            <a:custGeom>
              <a:avLst/>
              <a:gdLst>
                <a:gd name="T0" fmla="*/ 34 w 86"/>
                <a:gd name="T1" fmla="*/ 0 h 62"/>
                <a:gd name="T2" fmla="*/ 34 w 86"/>
                <a:gd name="T3" fmla="*/ 29 h 62"/>
                <a:gd name="T4" fmla="*/ 0 w 86"/>
                <a:gd name="T5" fmla="*/ 29 h 62"/>
                <a:gd name="T6" fmla="*/ 34 w 86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62">
                  <a:moveTo>
                    <a:pt x="86" y="0"/>
                  </a:moveTo>
                  <a:cubicBezTo>
                    <a:pt x="86" y="62"/>
                    <a:pt x="86" y="62"/>
                    <a:pt x="86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84" y="58"/>
                    <a:pt x="86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1" name="Freeform 1356">
              <a:extLst>
                <a:ext uri="{FF2B5EF4-FFF2-40B4-BE49-F238E27FC236}">
                  <a16:creationId xmlns:a16="http://schemas.microsoft.com/office/drawing/2014/main" id="{918EFA68-4E00-4920-80D2-1B03F35EE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592"/>
              <a:ext cx="73" cy="54"/>
            </a:xfrm>
            <a:custGeom>
              <a:avLst/>
              <a:gdLst>
                <a:gd name="T0" fmla="*/ 38 w 101"/>
                <a:gd name="T1" fmla="*/ 0 h 70"/>
                <a:gd name="T2" fmla="*/ 38 w 101"/>
                <a:gd name="T3" fmla="*/ 32 h 70"/>
                <a:gd name="T4" fmla="*/ 0 w 101"/>
                <a:gd name="T5" fmla="*/ 32 h 70"/>
                <a:gd name="T6" fmla="*/ 38 w 10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70">
                  <a:moveTo>
                    <a:pt x="101" y="0"/>
                  </a:moveTo>
                  <a:cubicBezTo>
                    <a:pt x="101" y="70"/>
                    <a:pt x="101" y="70"/>
                    <a:pt x="101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98" y="70"/>
                    <a:pt x="101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Freeform 1357">
              <a:extLst>
                <a:ext uri="{FF2B5EF4-FFF2-40B4-BE49-F238E27FC236}">
                  <a16:creationId xmlns:a16="http://schemas.microsoft.com/office/drawing/2014/main" id="{53CD3567-8670-4442-BA9F-189365F08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658"/>
              <a:ext cx="107" cy="65"/>
            </a:xfrm>
            <a:custGeom>
              <a:avLst/>
              <a:gdLst>
                <a:gd name="T0" fmla="*/ 57 w 147"/>
                <a:gd name="T1" fmla="*/ 0 h 83"/>
                <a:gd name="T2" fmla="*/ 57 w 147"/>
                <a:gd name="T3" fmla="*/ 35 h 83"/>
                <a:gd name="T4" fmla="*/ 0 w 147"/>
                <a:gd name="T5" fmla="*/ 35 h 83"/>
                <a:gd name="T6" fmla="*/ 57 w 147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83">
                  <a:moveTo>
                    <a:pt x="147" y="0"/>
                  </a:moveTo>
                  <a:cubicBezTo>
                    <a:pt x="147" y="74"/>
                    <a:pt x="147" y="74"/>
                    <a:pt x="147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46" y="83"/>
                    <a:pt x="147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3" name="Freeform 1358">
              <a:extLst>
                <a:ext uri="{FF2B5EF4-FFF2-40B4-BE49-F238E27FC236}">
                  <a16:creationId xmlns:a16="http://schemas.microsoft.com/office/drawing/2014/main" id="{4803C21F-2949-426C-8A7A-D24D0948E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658"/>
              <a:ext cx="108" cy="69"/>
            </a:xfrm>
            <a:custGeom>
              <a:avLst/>
              <a:gdLst>
                <a:gd name="T0" fmla="*/ 58 w 148"/>
                <a:gd name="T1" fmla="*/ 0 h 89"/>
                <a:gd name="T2" fmla="*/ 58 w 148"/>
                <a:gd name="T3" fmla="*/ 33 h 89"/>
                <a:gd name="T4" fmla="*/ 0 w 148"/>
                <a:gd name="T5" fmla="*/ 33 h 89"/>
                <a:gd name="T6" fmla="*/ 58 w 148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89">
                  <a:moveTo>
                    <a:pt x="148" y="0"/>
                  </a:moveTo>
                  <a:cubicBezTo>
                    <a:pt x="148" y="72"/>
                    <a:pt x="148" y="72"/>
                    <a:pt x="148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141" y="89"/>
                    <a:pt x="148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4" name="Freeform 1359">
              <a:extLst>
                <a:ext uri="{FF2B5EF4-FFF2-40B4-BE49-F238E27FC236}">
                  <a16:creationId xmlns:a16="http://schemas.microsoft.com/office/drawing/2014/main" id="{A17ECA63-B3CD-4C4A-AD28-E16F4817E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679"/>
              <a:ext cx="16" cy="37"/>
            </a:xfrm>
            <a:custGeom>
              <a:avLst/>
              <a:gdLst>
                <a:gd name="T0" fmla="*/ 9 w 22"/>
                <a:gd name="T1" fmla="*/ 0 h 48"/>
                <a:gd name="T2" fmla="*/ 9 w 22"/>
                <a:gd name="T3" fmla="*/ 22 h 48"/>
                <a:gd name="T4" fmla="*/ 0 w 22"/>
                <a:gd name="T5" fmla="*/ 22 h 48"/>
                <a:gd name="T6" fmla="*/ 9 w 22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8">
                  <a:moveTo>
                    <a:pt x="22" y="0"/>
                  </a:moveTo>
                  <a:cubicBezTo>
                    <a:pt x="22" y="48"/>
                    <a:pt x="22" y="48"/>
                    <a:pt x="22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21" y="34"/>
                    <a:pt x="22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5" name="Freeform 1360">
              <a:extLst>
                <a:ext uri="{FF2B5EF4-FFF2-40B4-BE49-F238E27FC236}">
                  <a16:creationId xmlns:a16="http://schemas.microsoft.com/office/drawing/2014/main" id="{87840FAD-7188-4EC5-89D8-D4A6DA56F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1727"/>
              <a:ext cx="59" cy="53"/>
            </a:xfrm>
            <a:custGeom>
              <a:avLst/>
              <a:gdLst>
                <a:gd name="T0" fmla="*/ 30 w 82"/>
                <a:gd name="T1" fmla="*/ 0 h 68"/>
                <a:gd name="T2" fmla="*/ 30 w 82"/>
                <a:gd name="T3" fmla="*/ 32 h 68"/>
                <a:gd name="T4" fmla="*/ 0 w 82"/>
                <a:gd name="T5" fmla="*/ 32 h 68"/>
                <a:gd name="T6" fmla="*/ 30 w 82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8">
                  <a:moveTo>
                    <a:pt x="82" y="0"/>
                  </a:moveTo>
                  <a:cubicBezTo>
                    <a:pt x="82" y="68"/>
                    <a:pt x="82" y="68"/>
                    <a:pt x="82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77" y="60"/>
                    <a:pt x="82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1361">
              <a:extLst>
                <a:ext uri="{FF2B5EF4-FFF2-40B4-BE49-F238E27FC236}">
                  <a16:creationId xmlns:a16="http://schemas.microsoft.com/office/drawing/2014/main" id="{DC545C97-F969-450B-9127-8FA1245E7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725"/>
              <a:ext cx="109" cy="62"/>
            </a:xfrm>
            <a:custGeom>
              <a:avLst/>
              <a:gdLst>
                <a:gd name="T0" fmla="*/ 59 w 149"/>
                <a:gd name="T1" fmla="*/ 0 h 80"/>
                <a:gd name="T2" fmla="*/ 59 w 149"/>
                <a:gd name="T3" fmla="*/ 33 h 80"/>
                <a:gd name="T4" fmla="*/ 0 w 149"/>
                <a:gd name="T5" fmla="*/ 33 h 80"/>
                <a:gd name="T6" fmla="*/ 59 w 149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80">
                  <a:moveTo>
                    <a:pt x="149" y="0"/>
                  </a:moveTo>
                  <a:cubicBezTo>
                    <a:pt x="149" y="70"/>
                    <a:pt x="149" y="70"/>
                    <a:pt x="149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139" y="80"/>
                    <a:pt x="149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1362">
              <a:extLst>
                <a:ext uri="{FF2B5EF4-FFF2-40B4-BE49-F238E27FC236}">
                  <a16:creationId xmlns:a16="http://schemas.microsoft.com/office/drawing/2014/main" id="{230ED6B5-6B25-41BC-9C8E-BB208A3CF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27"/>
              <a:ext cx="69" cy="56"/>
            </a:xfrm>
            <a:custGeom>
              <a:avLst/>
              <a:gdLst>
                <a:gd name="T0" fmla="*/ 36 w 95"/>
                <a:gd name="T1" fmla="*/ 0 h 72"/>
                <a:gd name="T2" fmla="*/ 36 w 95"/>
                <a:gd name="T3" fmla="*/ 31 h 72"/>
                <a:gd name="T4" fmla="*/ 0 w 95"/>
                <a:gd name="T5" fmla="*/ 31 h 72"/>
                <a:gd name="T6" fmla="*/ 36 w 9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72">
                  <a:moveTo>
                    <a:pt x="95" y="0"/>
                  </a:moveTo>
                  <a:cubicBezTo>
                    <a:pt x="95" y="66"/>
                    <a:pt x="95" y="66"/>
                    <a:pt x="95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89" y="72"/>
                    <a:pt x="95" y="0"/>
                  </a:cubicBezTo>
                  <a:close/>
                </a:path>
              </a:pathLst>
            </a:custGeom>
            <a:solidFill>
              <a:srgbClr val="B1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1363">
              <a:extLst>
                <a:ext uri="{FF2B5EF4-FFF2-40B4-BE49-F238E27FC236}">
                  <a16:creationId xmlns:a16="http://schemas.microsoft.com/office/drawing/2014/main" id="{5DA75B4A-30B9-4676-A52C-6DC31BEF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592"/>
              <a:ext cx="41" cy="20"/>
            </a:xfrm>
            <a:custGeom>
              <a:avLst/>
              <a:gdLst>
                <a:gd name="T0" fmla="*/ 22 w 56"/>
                <a:gd name="T1" fmla="*/ 0 h 26"/>
                <a:gd name="T2" fmla="*/ 1 w 56"/>
                <a:gd name="T3" fmla="*/ 0 h 26"/>
                <a:gd name="T4" fmla="*/ 1 w 56"/>
                <a:gd name="T5" fmla="*/ 12 h 26"/>
                <a:gd name="T6" fmla="*/ 22 w 56"/>
                <a:gd name="T7" fmla="*/ 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6">
                  <a:moveTo>
                    <a:pt x="56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0"/>
                    <a:pt x="56" y="2"/>
                  </a:cubicBezTo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1364">
              <a:extLst>
                <a:ext uri="{FF2B5EF4-FFF2-40B4-BE49-F238E27FC236}">
                  <a16:creationId xmlns:a16="http://schemas.microsoft.com/office/drawing/2014/main" id="{F960C284-FB3B-4880-8678-497E62DF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592"/>
              <a:ext cx="45" cy="27"/>
            </a:xfrm>
            <a:custGeom>
              <a:avLst/>
              <a:gdLst>
                <a:gd name="T0" fmla="*/ 24 w 62"/>
                <a:gd name="T1" fmla="*/ 2 h 35"/>
                <a:gd name="T2" fmla="*/ 5 w 62"/>
                <a:gd name="T3" fmla="*/ 2 h 35"/>
                <a:gd name="T4" fmla="*/ 5 w 62"/>
                <a:gd name="T5" fmla="*/ 16 h 35"/>
                <a:gd name="T6" fmla="*/ 24 w 62"/>
                <a:gd name="T7" fmla="*/ 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5">
                  <a:moveTo>
                    <a:pt x="6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0" y="0"/>
                    <a:pt x="62" y="2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Freeform 1365">
              <a:extLst>
                <a:ext uri="{FF2B5EF4-FFF2-40B4-BE49-F238E27FC236}">
                  <a16:creationId xmlns:a16="http://schemas.microsoft.com/office/drawing/2014/main" id="{04A879E8-38CB-41CE-BD55-FD7B6329D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592"/>
              <a:ext cx="15" cy="15"/>
            </a:xfrm>
            <a:custGeom>
              <a:avLst/>
              <a:gdLst>
                <a:gd name="T0" fmla="*/ 8 w 20"/>
                <a:gd name="T1" fmla="*/ 0 h 20"/>
                <a:gd name="T2" fmla="*/ 2 w 20"/>
                <a:gd name="T3" fmla="*/ 0 h 20"/>
                <a:gd name="T4" fmla="*/ 2 w 20"/>
                <a:gd name="T5" fmla="*/ 8 h 20"/>
                <a:gd name="T6" fmla="*/ 8 w 2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2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0" y="2"/>
                    <a:pt x="20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1366">
              <a:extLst>
                <a:ext uri="{FF2B5EF4-FFF2-40B4-BE49-F238E27FC236}">
                  <a16:creationId xmlns:a16="http://schemas.microsoft.com/office/drawing/2014/main" id="{9A543796-2943-452D-B197-7F370ED92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656"/>
              <a:ext cx="39" cy="32"/>
            </a:xfrm>
            <a:custGeom>
              <a:avLst/>
              <a:gdLst>
                <a:gd name="T0" fmla="*/ 21 w 53"/>
                <a:gd name="T1" fmla="*/ 0 h 41"/>
                <a:gd name="T2" fmla="*/ 0 w 53"/>
                <a:gd name="T3" fmla="*/ 0 h 41"/>
                <a:gd name="T4" fmla="*/ 0 w 53"/>
                <a:gd name="T5" fmla="*/ 20 h 41"/>
                <a:gd name="T6" fmla="*/ 21 w 53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1">
                  <a:moveTo>
                    <a:pt x="5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7" y="1"/>
                    <a:pt x="53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Freeform 1367">
              <a:extLst>
                <a:ext uri="{FF2B5EF4-FFF2-40B4-BE49-F238E27FC236}">
                  <a16:creationId xmlns:a16="http://schemas.microsoft.com/office/drawing/2014/main" id="{A809D443-A620-4A60-B8DE-DE9E49119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659"/>
              <a:ext cx="46" cy="25"/>
            </a:xfrm>
            <a:custGeom>
              <a:avLst/>
              <a:gdLst>
                <a:gd name="T0" fmla="*/ 25 w 63"/>
                <a:gd name="T1" fmla="*/ 0 h 33"/>
                <a:gd name="T2" fmla="*/ 0 w 63"/>
                <a:gd name="T3" fmla="*/ 0 h 33"/>
                <a:gd name="T4" fmla="*/ 0 w 63"/>
                <a:gd name="T5" fmla="*/ 14 h 33"/>
                <a:gd name="T6" fmla="*/ 25 w 63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3">
                  <a:moveTo>
                    <a:pt x="6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2" y="4"/>
                    <a:pt x="63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3" name="Freeform 1368">
              <a:extLst>
                <a:ext uri="{FF2B5EF4-FFF2-40B4-BE49-F238E27FC236}">
                  <a16:creationId xmlns:a16="http://schemas.microsoft.com/office/drawing/2014/main" id="{559EFC24-B155-4D2A-BA54-D559BD373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726"/>
              <a:ext cx="25" cy="18"/>
            </a:xfrm>
            <a:custGeom>
              <a:avLst/>
              <a:gdLst>
                <a:gd name="T0" fmla="*/ 13 w 34"/>
                <a:gd name="T1" fmla="*/ 0 h 22"/>
                <a:gd name="T2" fmla="*/ 0 w 34"/>
                <a:gd name="T3" fmla="*/ 0 h 22"/>
                <a:gd name="T4" fmla="*/ 0 w 34"/>
                <a:gd name="T5" fmla="*/ 12 h 22"/>
                <a:gd name="T6" fmla="*/ 13 w 34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2">
                  <a:moveTo>
                    <a:pt x="3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6" y="2"/>
                    <a:pt x="34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Freeform 1369">
              <a:extLst>
                <a:ext uri="{FF2B5EF4-FFF2-40B4-BE49-F238E27FC236}">
                  <a16:creationId xmlns:a16="http://schemas.microsoft.com/office/drawing/2014/main" id="{0163DC49-6952-4F8D-AB08-7A9A9F440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1726"/>
              <a:ext cx="33" cy="20"/>
            </a:xfrm>
            <a:custGeom>
              <a:avLst/>
              <a:gdLst>
                <a:gd name="T0" fmla="*/ 18 w 45"/>
                <a:gd name="T1" fmla="*/ 0 h 25"/>
                <a:gd name="T2" fmla="*/ 3 w 45"/>
                <a:gd name="T3" fmla="*/ 0 h 25"/>
                <a:gd name="T4" fmla="*/ 3 w 45"/>
                <a:gd name="T5" fmla="*/ 13 h 25"/>
                <a:gd name="T6" fmla="*/ 18 w 4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5">
                  <a:moveTo>
                    <a:pt x="4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0" y="3"/>
                    <a:pt x="45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5" name="Freeform 1370">
              <a:extLst>
                <a:ext uri="{FF2B5EF4-FFF2-40B4-BE49-F238E27FC236}">
                  <a16:creationId xmlns:a16="http://schemas.microsoft.com/office/drawing/2014/main" id="{34482A1A-07F7-4222-B9F4-F1DDDC04F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726"/>
              <a:ext cx="24" cy="22"/>
            </a:xfrm>
            <a:custGeom>
              <a:avLst/>
              <a:gdLst>
                <a:gd name="T0" fmla="*/ 14 w 32"/>
                <a:gd name="T1" fmla="*/ 0 h 28"/>
                <a:gd name="T2" fmla="*/ 0 w 32"/>
                <a:gd name="T3" fmla="*/ 0 h 28"/>
                <a:gd name="T4" fmla="*/ 0 w 32"/>
                <a:gd name="T5" fmla="*/ 13 h 28"/>
                <a:gd name="T6" fmla="*/ 1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3"/>
                    <a:pt x="32" y="0"/>
                  </a:cubicBezTo>
                  <a:close/>
                </a:path>
              </a:pathLst>
            </a:custGeom>
            <a:solidFill>
              <a:srgbClr val="E8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1371">
              <a:extLst>
                <a:ext uri="{FF2B5EF4-FFF2-40B4-BE49-F238E27FC236}">
                  <a16:creationId xmlns:a16="http://schemas.microsoft.com/office/drawing/2014/main" id="{F2F62028-64A8-4C02-A63B-5E476E484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292"/>
              <a:ext cx="607" cy="36"/>
            </a:xfrm>
            <a:custGeom>
              <a:avLst/>
              <a:gdLst>
                <a:gd name="T0" fmla="*/ 0 w 831"/>
                <a:gd name="T1" fmla="*/ 0 h 46"/>
                <a:gd name="T2" fmla="*/ 324 w 831"/>
                <a:gd name="T3" fmla="*/ 0 h 46"/>
                <a:gd name="T4" fmla="*/ 0 w 83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1" h="46">
                  <a:moveTo>
                    <a:pt x="0" y="0"/>
                  </a:moveTo>
                  <a:cubicBezTo>
                    <a:pt x="831" y="0"/>
                    <a:pt x="831" y="0"/>
                    <a:pt x="831" y="0"/>
                  </a:cubicBezTo>
                  <a:cubicBezTo>
                    <a:pt x="831" y="0"/>
                    <a:pt x="497" y="46"/>
                    <a:pt x="0" y="0"/>
                  </a:cubicBezTo>
                  <a:close/>
                </a:path>
              </a:pathLst>
            </a:custGeom>
            <a:solidFill>
              <a:srgbClr val="BBCD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Freeform 1372">
              <a:extLst>
                <a:ext uri="{FF2B5EF4-FFF2-40B4-BE49-F238E27FC236}">
                  <a16:creationId xmlns:a16="http://schemas.microsoft.com/office/drawing/2014/main" id="{0DA24697-AE60-46A5-9B77-80C8B6D2D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479"/>
              <a:ext cx="8" cy="101"/>
            </a:xfrm>
            <a:custGeom>
              <a:avLst/>
              <a:gdLst>
                <a:gd name="T0" fmla="*/ 0 w 8"/>
                <a:gd name="T1" fmla="*/ 99 h 101"/>
                <a:gd name="T2" fmla="*/ 2 w 8"/>
                <a:gd name="T3" fmla="*/ 0 h 101"/>
                <a:gd name="T4" fmla="*/ 8 w 8"/>
                <a:gd name="T5" fmla="*/ 101 h 101"/>
                <a:gd name="T6" fmla="*/ 0 w 8"/>
                <a:gd name="T7" fmla="*/ 99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1">
                  <a:moveTo>
                    <a:pt x="0" y="99"/>
                  </a:moveTo>
                  <a:lnTo>
                    <a:pt x="2" y="0"/>
                  </a:lnTo>
                  <a:lnTo>
                    <a:pt x="8" y="101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476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1373">
              <a:extLst>
                <a:ext uri="{FF2B5EF4-FFF2-40B4-BE49-F238E27FC236}">
                  <a16:creationId xmlns:a16="http://schemas.microsoft.com/office/drawing/2014/main" id="{5A7C9AF7-BF9E-4D5C-8EF2-7AA58B40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479"/>
              <a:ext cx="8" cy="99"/>
            </a:xfrm>
            <a:custGeom>
              <a:avLst/>
              <a:gdLst>
                <a:gd name="T0" fmla="*/ 0 w 8"/>
                <a:gd name="T1" fmla="*/ 98 h 99"/>
                <a:gd name="T2" fmla="*/ 0 w 8"/>
                <a:gd name="T3" fmla="*/ 0 h 99"/>
                <a:gd name="T4" fmla="*/ 8 w 8"/>
                <a:gd name="T5" fmla="*/ 99 h 99"/>
                <a:gd name="T6" fmla="*/ 0 w 8"/>
                <a:gd name="T7" fmla="*/ 98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9">
                  <a:moveTo>
                    <a:pt x="0" y="98"/>
                  </a:moveTo>
                  <a:lnTo>
                    <a:pt x="0" y="0"/>
                  </a:lnTo>
                  <a:lnTo>
                    <a:pt x="8" y="99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476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1374">
              <a:extLst>
                <a:ext uri="{FF2B5EF4-FFF2-40B4-BE49-F238E27FC236}">
                  <a16:creationId xmlns:a16="http://schemas.microsoft.com/office/drawing/2014/main" id="{906AFA47-1EDB-4915-87BD-B5D85E03E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479"/>
              <a:ext cx="9" cy="98"/>
            </a:xfrm>
            <a:custGeom>
              <a:avLst/>
              <a:gdLst>
                <a:gd name="T0" fmla="*/ 0 w 9"/>
                <a:gd name="T1" fmla="*/ 96 h 98"/>
                <a:gd name="T2" fmla="*/ 7 w 9"/>
                <a:gd name="T3" fmla="*/ 0 h 98"/>
                <a:gd name="T4" fmla="*/ 9 w 9"/>
                <a:gd name="T5" fmla="*/ 98 h 98"/>
                <a:gd name="T6" fmla="*/ 0 w 9"/>
                <a:gd name="T7" fmla="*/ 9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8">
                  <a:moveTo>
                    <a:pt x="0" y="96"/>
                  </a:moveTo>
                  <a:lnTo>
                    <a:pt x="7" y="0"/>
                  </a:lnTo>
                  <a:lnTo>
                    <a:pt x="9" y="9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476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1375">
              <a:extLst>
                <a:ext uri="{FF2B5EF4-FFF2-40B4-BE49-F238E27FC236}">
                  <a16:creationId xmlns:a16="http://schemas.microsoft.com/office/drawing/2014/main" id="{09FA36D9-B737-46FF-91B4-84A3EBBE4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479"/>
              <a:ext cx="9" cy="96"/>
            </a:xfrm>
            <a:custGeom>
              <a:avLst/>
              <a:gdLst>
                <a:gd name="T0" fmla="*/ 0 w 9"/>
                <a:gd name="T1" fmla="*/ 96 h 96"/>
                <a:gd name="T2" fmla="*/ 0 w 9"/>
                <a:gd name="T3" fmla="*/ 0 h 96"/>
                <a:gd name="T4" fmla="*/ 9 w 9"/>
                <a:gd name="T5" fmla="*/ 96 h 96"/>
                <a:gd name="T6" fmla="*/ 0 w 9"/>
                <a:gd name="T7" fmla="*/ 96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6">
                  <a:moveTo>
                    <a:pt x="0" y="96"/>
                  </a:moveTo>
                  <a:lnTo>
                    <a:pt x="0" y="0"/>
                  </a:lnTo>
                  <a:lnTo>
                    <a:pt x="9" y="9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476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1376">
              <a:extLst>
                <a:ext uri="{FF2B5EF4-FFF2-40B4-BE49-F238E27FC236}">
                  <a16:creationId xmlns:a16="http://schemas.microsoft.com/office/drawing/2014/main" id="{C34BCABA-91AD-411C-9A75-195E5AD67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477"/>
              <a:ext cx="12" cy="105"/>
            </a:xfrm>
            <a:custGeom>
              <a:avLst/>
              <a:gdLst>
                <a:gd name="T0" fmla="*/ 0 w 12"/>
                <a:gd name="T1" fmla="*/ 104 h 105"/>
                <a:gd name="T2" fmla="*/ 11 w 12"/>
                <a:gd name="T3" fmla="*/ 0 h 105"/>
                <a:gd name="T4" fmla="*/ 12 w 12"/>
                <a:gd name="T5" fmla="*/ 105 h 105"/>
                <a:gd name="T6" fmla="*/ 0 w 12"/>
                <a:gd name="T7" fmla="*/ 104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5">
                  <a:moveTo>
                    <a:pt x="0" y="104"/>
                  </a:moveTo>
                  <a:lnTo>
                    <a:pt x="11" y="0"/>
                  </a:lnTo>
                  <a:lnTo>
                    <a:pt x="12" y="105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476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1377">
              <a:extLst>
                <a:ext uri="{FF2B5EF4-FFF2-40B4-BE49-F238E27FC236}">
                  <a16:creationId xmlns:a16="http://schemas.microsoft.com/office/drawing/2014/main" id="{62659D60-F2C4-48E7-AACE-9085923CA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478"/>
              <a:ext cx="8" cy="102"/>
            </a:xfrm>
            <a:custGeom>
              <a:avLst/>
              <a:gdLst>
                <a:gd name="T0" fmla="*/ 0 w 8"/>
                <a:gd name="T1" fmla="*/ 100 h 102"/>
                <a:gd name="T2" fmla="*/ 5 w 8"/>
                <a:gd name="T3" fmla="*/ 0 h 102"/>
                <a:gd name="T4" fmla="*/ 8 w 8"/>
                <a:gd name="T5" fmla="*/ 102 h 102"/>
                <a:gd name="T6" fmla="*/ 0 w 8"/>
                <a:gd name="T7" fmla="*/ 10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2">
                  <a:moveTo>
                    <a:pt x="0" y="100"/>
                  </a:moveTo>
                  <a:lnTo>
                    <a:pt x="5" y="0"/>
                  </a:lnTo>
                  <a:lnTo>
                    <a:pt x="8" y="102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476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1378">
              <a:extLst>
                <a:ext uri="{FF2B5EF4-FFF2-40B4-BE49-F238E27FC236}">
                  <a16:creationId xmlns:a16="http://schemas.microsoft.com/office/drawing/2014/main" id="{35F341FC-8F84-4EBA-8328-D1EE9B6F4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478"/>
              <a:ext cx="11" cy="100"/>
            </a:xfrm>
            <a:custGeom>
              <a:avLst/>
              <a:gdLst>
                <a:gd name="T0" fmla="*/ 0 w 11"/>
                <a:gd name="T1" fmla="*/ 99 h 100"/>
                <a:gd name="T2" fmla="*/ 2 w 11"/>
                <a:gd name="T3" fmla="*/ 0 h 100"/>
                <a:gd name="T4" fmla="*/ 11 w 11"/>
                <a:gd name="T5" fmla="*/ 100 h 100"/>
                <a:gd name="T6" fmla="*/ 0 w 11"/>
                <a:gd name="T7" fmla="*/ 99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0">
                  <a:moveTo>
                    <a:pt x="0" y="99"/>
                  </a:moveTo>
                  <a:lnTo>
                    <a:pt x="2" y="0"/>
                  </a:lnTo>
                  <a:lnTo>
                    <a:pt x="11" y="100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476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1379">
              <a:extLst>
                <a:ext uri="{FF2B5EF4-FFF2-40B4-BE49-F238E27FC236}">
                  <a16:creationId xmlns:a16="http://schemas.microsoft.com/office/drawing/2014/main" id="{7BD46DA2-F93A-4F26-A889-631D680C4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478"/>
              <a:ext cx="13" cy="100"/>
            </a:xfrm>
            <a:custGeom>
              <a:avLst/>
              <a:gdLst>
                <a:gd name="T0" fmla="*/ 0 w 13"/>
                <a:gd name="T1" fmla="*/ 99 h 100"/>
                <a:gd name="T2" fmla="*/ 6 w 13"/>
                <a:gd name="T3" fmla="*/ 0 h 100"/>
                <a:gd name="T4" fmla="*/ 13 w 13"/>
                <a:gd name="T5" fmla="*/ 100 h 100"/>
                <a:gd name="T6" fmla="*/ 0 w 13"/>
                <a:gd name="T7" fmla="*/ 99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0">
                  <a:moveTo>
                    <a:pt x="0" y="99"/>
                  </a:moveTo>
                  <a:lnTo>
                    <a:pt x="6" y="0"/>
                  </a:lnTo>
                  <a:lnTo>
                    <a:pt x="13" y="100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476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1380">
              <a:extLst>
                <a:ext uri="{FF2B5EF4-FFF2-40B4-BE49-F238E27FC236}">
                  <a16:creationId xmlns:a16="http://schemas.microsoft.com/office/drawing/2014/main" id="{0F6C77C4-615D-4989-B478-259E54B05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947"/>
              <a:ext cx="407" cy="312"/>
            </a:xfrm>
            <a:custGeom>
              <a:avLst/>
              <a:gdLst>
                <a:gd name="T0" fmla="*/ 0 w 407"/>
                <a:gd name="T1" fmla="*/ 312 h 312"/>
                <a:gd name="T2" fmla="*/ 0 w 407"/>
                <a:gd name="T3" fmla="*/ 222 h 312"/>
                <a:gd name="T4" fmla="*/ 193 w 407"/>
                <a:gd name="T5" fmla="*/ 0 h 312"/>
                <a:gd name="T6" fmla="*/ 407 w 407"/>
                <a:gd name="T7" fmla="*/ 2 h 312"/>
                <a:gd name="T8" fmla="*/ 204 w 407"/>
                <a:gd name="T9" fmla="*/ 26 h 312"/>
                <a:gd name="T10" fmla="*/ 20 w 407"/>
                <a:gd name="T11" fmla="*/ 230 h 312"/>
                <a:gd name="T12" fmla="*/ 0 w 407"/>
                <a:gd name="T13" fmla="*/ 312 h 3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7" h="312">
                  <a:moveTo>
                    <a:pt x="0" y="312"/>
                  </a:moveTo>
                  <a:lnTo>
                    <a:pt x="0" y="222"/>
                  </a:lnTo>
                  <a:lnTo>
                    <a:pt x="193" y="0"/>
                  </a:lnTo>
                  <a:lnTo>
                    <a:pt x="407" y="2"/>
                  </a:lnTo>
                  <a:lnTo>
                    <a:pt x="204" y="26"/>
                  </a:lnTo>
                  <a:lnTo>
                    <a:pt x="20" y="230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E3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1381">
              <a:extLst>
                <a:ext uri="{FF2B5EF4-FFF2-40B4-BE49-F238E27FC236}">
                  <a16:creationId xmlns:a16="http://schemas.microsoft.com/office/drawing/2014/main" id="{2F893AC8-767D-43EF-883A-31311F158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11" y="1154"/>
              <a:ext cx="84" cy="105"/>
            </a:xfrm>
            <a:custGeom>
              <a:avLst/>
              <a:gdLst>
                <a:gd name="T0" fmla="*/ 43 w 115"/>
                <a:gd name="T1" fmla="*/ 62 h 135"/>
                <a:gd name="T2" fmla="*/ 34 w 115"/>
                <a:gd name="T3" fmla="*/ 61 h 135"/>
                <a:gd name="T4" fmla="*/ 27 w 115"/>
                <a:gd name="T5" fmla="*/ 50 h 135"/>
                <a:gd name="T6" fmla="*/ 24 w 115"/>
                <a:gd name="T7" fmla="*/ 39 h 135"/>
                <a:gd name="T8" fmla="*/ 20 w 115"/>
                <a:gd name="T9" fmla="*/ 40 h 135"/>
                <a:gd name="T10" fmla="*/ 15 w 115"/>
                <a:gd name="T11" fmla="*/ 36 h 135"/>
                <a:gd name="T12" fmla="*/ 20 w 115"/>
                <a:gd name="T13" fmla="*/ 32 h 135"/>
                <a:gd name="T14" fmla="*/ 26 w 115"/>
                <a:gd name="T15" fmla="*/ 35 h 135"/>
                <a:gd name="T16" fmla="*/ 34 w 115"/>
                <a:gd name="T17" fmla="*/ 20 h 135"/>
                <a:gd name="T18" fmla="*/ 19 w 115"/>
                <a:gd name="T19" fmla="*/ 3 h 135"/>
                <a:gd name="T20" fmla="*/ 8 w 115"/>
                <a:gd name="T21" fmla="*/ 5 h 135"/>
                <a:gd name="T22" fmla="*/ 2 w 115"/>
                <a:gd name="T23" fmla="*/ 12 h 135"/>
                <a:gd name="T24" fmla="*/ 3 w 115"/>
                <a:gd name="T25" fmla="*/ 15 h 135"/>
                <a:gd name="T26" fmla="*/ 5 w 115"/>
                <a:gd name="T27" fmla="*/ 16 h 135"/>
                <a:gd name="T28" fmla="*/ 6 w 115"/>
                <a:gd name="T29" fmla="*/ 13 h 135"/>
                <a:gd name="T30" fmla="*/ 7 w 115"/>
                <a:gd name="T31" fmla="*/ 16 h 135"/>
                <a:gd name="T32" fmla="*/ 4 w 115"/>
                <a:gd name="T33" fmla="*/ 19 h 135"/>
                <a:gd name="T34" fmla="*/ 0 w 115"/>
                <a:gd name="T35" fmla="*/ 15 h 135"/>
                <a:gd name="T36" fmla="*/ 7 w 115"/>
                <a:gd name="T37" fmla="*/ 4 h 135"/>
                <a:gd name="T38" fmla="*/ 20 w 115"/>
                <a:gd name="T39" fmla="*/ 0 h 135"/>
                <a:gd name="T40" fmla="*/ 39 w 115"/>
                <a:gd name="T41" fmla="*/ 18 h 135"/>
                <a:gd name="T42" fmla="*/ 27 w 115"/>
                <a:gd name="T43" fmla="*/ 37 h 135"/>
                <a:gd name="T44" fmla="*/ 31 w 115"/>
                <a:gd name="T45" fmla="*/ 47 h 135"/>
                <a:gd name="T46" fmla="*/ 37 w 115"/>
                <a:gd name="T47" fmla="*/ 59 h 135"/>
                <a:gd name="T48" fmla="*/ 42 w 115"/>
                <a:gd name="T49" fmla="*/ 61 h 135"/>
                <a:gd name="T50" fmla="*/ 42 w 115"/>
                <a:gd name="T51" fmla="*/ 58 h 135"/>
                <a:gd name="T52" fmla="*/ 42 w 115"/>
                <a:gd name="T53" fmla="*/ 58 h 135"/>
                <a:gd name="T54" fmla="*/ 44 w 115"/>
                <a:gd name="T55" fmla="*/ 58 h 135"/>
                <a:gd name="T56" fmla="*/ 15 w 115"/>
                <a:gd name="T57" fmla="*/ 54 h 135"/>
                <a:gd name="T58" fmla="*/ 16 w 115"/>
                <a:gd name="T59" fmla="*/ 54 h 135"/>
                <a:gd name="T60" fmla="*/ 13 w 115"/>
                <a:gd name="T61" fmla="*/ 54 h 135"/>
                <a:gd name="T62" fmla="*/ 8 w 115"/>
                <a:gd name="T63" fmla="*/ 54 h 135"/>
                <a:gd name="T64" fmla="*/ 7 w 115"/>
                <a:gd name="T65" fmla="*/ 54 h 135"/>
                <a:gd name="T66" fmla="*/ 8 w 115"/>
                <a:gd name="T67" fmla="*/ 52 h 135"/>
                <a:gd name="T68" fmla="*/ 9 w 115"/>
                <a:gd name="T69" fmla="*/ 16 h 135"/>
                <a:gd name="T70" fmla="*/ 7 w 115"/>
                <a:gd name="T71" fmla="*/ 13 h 135"/>
                <a:gd name="T72" fmla="*/ 7 w 115"/>
                <a:gd name="T73" fmla="*/ 12 h 135"/>
                <a:gd name="T74" fmla="*/ 11 w 115"/>
                <a:gd name="T75" fmla="*/ 9 h 135"/>
                <a:gd name="T76" fmla="*/ 15 w 115"/>
                <a:gd name="T77" fmla="*/ 7 h 135"/>
                <a:gd name="T78" fmla="*/ 15 w 115"/>
                <a:gd name="T79" fmla="*/ 7 h 135"/>
                <a:gd name="T80" fmla="*/ 13 w 115"/>
                <a:gd name="T81" fmla="*/ 12 h 135"/>
                <a:gd name="T82" fmla="*/ 15 w 115"/>
                <a:gd name="T83" fmla="*/ 52 h 135"/>
                <a:gd name="T84" fmla="*/ 23 w 115"/>
                <a:gd name="T85" fmla="*/ 37 h 135"/>
                <a:gd name="T86" fmla="*/ 20 w 115"/>
                <a:gd name="T87" fmla="*/ 34 h 135"/>
                <a:gd name="T88" fmla="*/ 18 w 115"/>
                <a:gd name="T89" fmla="*/ 36 h 135"/>
                <a:gd name="T90" fmla="*/ 20 w 115"/>
                <a:gd name="T91" fmla="*/ 37 h 135"/>
                <a:gd name="T92" fmla="*/ 23 w 115"/>
                <a:gd name="T93" fmla="*/ 37 h 1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5" h="135">
                  <a:moveTo>
                    <a:pt x="115" y="127"/>
                  </a:moveTo>
                  <a:cubicBezTo>
                    <a:pt x="115" y="130"/>
                    <a:pt x="114" y="131"/>
                    <a:pt x="111" y="133"/>
                  </a:cubicBezTo>
                  <a:cubicBezTo>
                    <a:pt x="109" y="134"/>
                    <a:pt x="107" y="135"/>
                    <a:pt x="104" y="135"/>
                  </a:cubicBezTo>
                  <a:cubicBezTo>
                    <a:pt x="97" y="135"/>
                    <a:pt x="91" y="133"/>
                    <a:pt x="86" y="130"/>
                  </a:cubicBezTo>
                  <a:cubicBezTo>
                    <a:pt x="81" y="126"/>
                    <a:pt x="77" y="122"/>
                    <a:pt x="73" y="117"/>
                  </a:cubicBezTo>
                  <a:cubicBezTo>
                    <a:pt x="71" y="114"/>
                    <a:pt x="70" y="110"/>
                    <a:pt x="68" y="105"/>
                  </a:cubicBezTo>
                  <a:cubicBezTo>
                    <a:pt x="68" y="104"/>
                    <a:pt x="67" y="100"/>
                    <a:pt x="66" y="94"/>
                  </a:cubicBezTo>
                  <a:cubicBezTo>
                    <a:pt x="65" y="89"/>
                    <a:pt x="64" y="85"/>
                    <a:pt x="62" y="82"/>
                  </a:cubicBezTo>
                  <a:cubicBezTo>
                    <a:pt x="61" y="83"/>
                    <a:pt x="59" y="83"/>
                    <a:pt x="57" y="83"/>
                  </a:cubicBezTo>
                  <a:cubicBezTo>
                    <a:pt x="56" y="84"/>
                    <a:pt x="54" y="84"/>
                    <a:pt x="53" y="84"/>
                  </a:cubicBezTo>
                  <a:cubicBezTo>
                    <a:pt x="49" y="84"/>
                    <a:pt x="46" y="83"/>
                    <a:pt x="44" y="82"/>
                  </a:cubicBezTo>
                  <a:cubicBezTo>
                    <a:pt x="41" y="81"/>
                    <a:pt x="40" y="79"/>
                    <a:pt x="40" y="76"/>
                  </a:cubicBezTo>
                  <a:cubicBezTo>
                    <a:pt x="40" y="74"/>
                    <a:pt x="41" y="72"/>
                    <a:pt x="44" y="70"/>
                  </a:cubicBezTo>
                  <a:cubicBezTo>
                    <a:pt x="46" y="69"/>
                    <a:pt x="49" y="68"/>
                    <a:pt x="52" y="68"/>
                  </a:cubicBezTo>
                  <a:cubicBezTo>
                    <a:pt x="54" y="68"/>
                    <a:pt x="57" y="69"/>
                    <a:pt x="60" y="70"/>
                  </a:cubicBezTo>
                  <a:cubicBezTo>
                    <a:pt x="62" y="71"/>
                    <a:pt x="65" y="73"/>
                    <a:pt x="66" y="75"/>
                  </a:cubicBezTo>
                  <a:cubicBezTo>
                    <a:pt x="71" y="73"/>
                    <a:pt x="76" y="68"/>
                    <a:pt x="80" y="63"/>
                  </a:cubicBezTo>
                  <a:cubicBezTo>
                    <a:pt x="84" y="56"/>
                    <a:pt x="86" y="50"/>
                    <a:pt x="86" y="43"/>
                  </a:cubicBezTo>
                  <a:cubicBezTo>
                    <a:pt x="86" y="32"/>
                    <a:pt x="82" y="24"/>
                    <a:pt x="75" y="17"/>
                  </a:cubicBezTo>
                  <a:cubicBezTo>
                    <a:pt x="68" y="10"/>
                    <a:pt x="59" y="6"/>
                    <a:pt x="48" y="6"/>
                  </a:cubicBezTo>
                  <a:cubicBezTo>
                    <a:pt x="42" y="6"/>
                    <a:pt x="37" y="6"/>
                    <a:pt x="34" y="7"/>
                  </a:cubicBezTo>
                  <a:cubicBezTo>
                    <a:pt x="29" y="8"/>
                    <a:pt x="24" y="9"/>
                    <a:pt x="20" y="12"/>
                  </a:cubicBezTo>
                  <a:cubicBezTo>
                    <a:pt x="16" y="13"/>
                    <a:pt x="13" y="16"/>
                    <a:pt x="11" y="18"/>
                  </a:cubicBezTo>
                  <a:cubicBezTo>
                    <a:pt x="8" y="21"/>
                    <a:pt x="6" y="24"/>
                    <a:pt x="6" y="27"/>
                  </a:cubicBezTo>
                  <a:cubicBezTo>
                    <a:pt x="6" y="27"/>
                    <a:pt x="6" y="28"/>
                    <a:pt x="6" y="28"/>
                  </a:cubicBezTo>
                  <a:cubicBezTo>
                    <a:pt x="6" y="30"/>
                    <a:pt x="7" y="31"/>
                    <a:pt x="7" y="32"/>
                  </a:cubicBezTo>
                  <a:cubicBezTo>
                    <a:pt x="8" y="33"/>
                    <a:pt x="9" y="34"/>
                    <a:pt x="10" y="34"/>
                  </a:cubicBezTo>
                  <a:cubicBezTo>
                    <a:pt x="11" y="34"/>
                    <a:pt x="12" y="33"/>
                    <a:pt x="13" y="33"/>
                  </a:cubicBezTo>
                  <a:cubicBezTo>
                    <a:pt x="13" y="32"/>
                    <a:pt x="14" y="31"/>
                    <a:pt x="14" y="29"/>
                  </a:cubicBezTo>
                  <a:cubicBezTo>
                    <a:pt x="14" y="29"/>
                    <a:pt x="15" y="28"/>
                    <a:pt x="15" y="28"/>
                  </a:cubicBezTo>
                  <a:cubicBezTo>
                    <a:pt x="15" y="28"/>
                    <a:pt x="16" y="29"/>
                    <a:pt x="16" y="29"/>
                  </a:cubicBezTo>
                  <a:cubicBezTo>
                    <a:pt x="17" y="30"/>
                    <a:pt x="17" y="32"/>
                    <a:pt x="17" y="33"/>
                  </a:cubicBezTo>
                  <a:cubicBezTo>
                    <a:pt x="17" y="36"/>
                    <a:pt x="16" y="37"/>
                    <a:pt x="15" y="39"/>
                  </a:cubicBezTo>
                  <a:cubicBezTo>
                    <a:pt x="13" y="40"/>
                    <a:pt x="11" y="41"/>
                    <a:pt x="9" y="41"/>
                  </a:cubicBezTo>
                  <a:cubicBezTo>
                    <a:pt x="6" y="41"/>
                    <a:pt x="4" y="40"/>
                    <a:pt x="2" y="38"/>
                  </a:cubicBezTo>
                  <a:cubicBezTo>
                    <a:pt x="1" y="36"/>
                    <a:pt x="0" y="34"/>
                    <a:pt x="0" y="31"/>
                  </a:cubicBezTo>
                  <a:cubicBezTo>
                    <a:pt x="0" y="26"/>
                    <a:pt x="2" y="22"/>
                    <a:pt x="5" y="18"/>
                  </a:cubicBezTo>
                  <a:cubicBezTo>
                    <a:pt x="8" y="14"/>
                    <a:pt x="11" y="12"/>
                    <a:pt x="16" y="9"/>
                  </a:cubicBezTo>
                  <a:cubicBezTo>
                    <a:pt x="22" y="6"/>
                    <a:pt x="28" y="3"/>
                    <a:pt x="34" y="2"/>
                  </a:cubicBezTo>
                  <a:cubicBezTo>
                    <a:pt x="39" y="1"/>
                    <a:pt x="45" y="0"/>
                    <a:pt x="53" y="0"/>
                  </a:cubicBezTo>
                  <a:cubicBezTo>
                    <a:pt x="65" y="0"/>
                    <a:pt x="76" y="4"/>
                    <a:pt x="85" y="11"/>
                  </a:cubicBezTo>
                  <a:cubicBezTo>
                    <a:pt x="94" y="19"/>
                    <a:pt x="99" y="28"/>
                    <a:pt x="99" y="39"/>
                  </a:cubicBezTo>
                  <a:cubicBezTo>
                    <a:pt x="99" y="48"/>
                    <a:pt x="96" y="57"/>
                    <a:pt x="90" y="65"/>
                  </a:cubicBezTo>
                  <a:cubicBezTo>
                    <a:pt x="84" y="71"/>
                    <a:pt x="78" y="77"/>
                    <a:pt x="70" y="80"/>
                  </a:cubicBezTo>
                  <a:cubicBezTo>
                    <a:pt x="72" y="82"/>
                    <a:pt x="73" y="85"/>
                    <a:pt x="75" y="89"/>
                  </a:cubicBezTo>
                  <a:cubicBezTo>
                    <a:pt x="77" y="92"/>
                    <a:pt x="78" y="96"/>
                    <a:pt x="80" y="101"/>
                  </a:cubicBezTo>
                  <a:cubicBezTo>
                    <a:pt x="83" y="107"/>
                    <a:pt x="85" y="112"/>
                    <a:pt x="86" y="114"/>
                  </a:cubicBezTo>
                  <a:cubicBezTo>
                    <a:pt x="88" y="119"/>
                    <a:pt x="91" y="123"/>
                    <a:pt x="93" y="126"/>
                  </a:cubicBezTo>
                  <a:cubicBezTo>
                    <a:pt x="96" y="129"/>
                    <a:pt x="100" y="131"/>
                    <a:pt x="103" y="131"/>
                  </a:cubicBezTo>
                  <a:cubicBezTo>
                    <a:pt x="105" y="131"/>
                    <a:pt x="106" y="131"/>
                    <a:pt x="107" y="130"/>
                  </a:cubicBezTo>
                  <a:cubicBezTo>
                    <a:pt x="108" y="130"/>
                    <a:pt x="109" y="129"/>
                    <a:pt x="109" y="127"/>
                  </a:cubicBezTo>
                  <a:cubicBezTo>
                    <a:pt x="109" y="126"/>
                    <a:pt x="109" y="126"/>
                    <a:pt x="109" y="125"/>
                  </a:cubicBezTo>
                  <a:cubicBezTo>
                    <a:pt x="109" y="125"/>
                    <a:pt x="108" y="124"/>
                    <a:pt x="108" y="124"/>
                  </a:cubicBezTo>
                  <a:cubicBezTo>
                    <a:pt x="108" y="124"/>
                    <a:pt x="108" y="123"/>
                    <a:pt x="108" y="123"/>
                  </a:cubicBezTo>
                  <a:cubicBezTo>
                    <a:pt x="108" y="123"/>
                    <a:pt x="108" y="123"/>
                    <a:pt x="108" y="122"/>
                  </a:cubicBezTo>
                  <a:cubicBezTo>
                    <a:pt x="109" y="122"/>
                    <a:pt x="111" y="123"/>
                    <a:pt x="112" y="124"/>
                  </a:cubicBezTo>
                  <a:cubicBezTo>
                    <a:pt x="114" y="124"/>
                    <a:pt x="115" y="126"/>
                    <a:pt x="115" y="127"/>
                  </a:cubicBezTo>
                  <a:close/>
                  <a:moveTo>
                    <a:pt x="40" y="114"/>
                  </a:moveTo>
                  <a:cubicBezTo>
                    <a:pt x="40" y="114"/>
                    <a:pt x="40" y="114"/>
                    <a:pt x="41" y="114"/>
                  </a:cubicBezTo>
                  <a:cubicBezTo>
                    <a:pt x="41" y="114"/>
                    <a:pt x="41" y="115"/>
                    <a:pt x="41" y="115"/>
                  </a:cubicBezTo>
                  <a:cubicBezTo>
                    <a:pt x="41" y="115"/>
                    <a:pt x="40" y="116"/>
                    <a:pt x="39" y="116"/>
                  </a:cubicBezTo>
                  <a:cubicBezTo>
                    <a:pt x="39" y="116"/>
                    <a:pt x="37" y="116"/>
                    <a:pt x="34" y="115"/>
                  </a:cubicBezTo>
                  <a:cubicBezTo>
                    <a:pt x="32" y="115"/>
                    <a:pt x="30" y="115"/>
                    <a:pt x="29" y="115"/>
                  </a:cubicBezTo>
                  <a:cubicBezTo>
                    <a:pt x="27" y="115"/>
                    <a:pt x="25" y="115"/>
                    <a:pt x="21" y="115"/>
                  </a:cubicBezTo>
                  <a:cubicBezTo>
                    <a:pt x="20" y="115"/>
                    <a:pt x="19" y="115"/>
                    <a:pt x="18" y="115"/>
                  </a:cubicBezTo>
                  <a:cubicBezTo>
                    <a:pt x="17" y="115"/>
                    <a:pt x="17" y="115"/>
                    <a:pt x="17" y="114"/>
                  </a:cubicBezTo>
                  <a:cubicBezTo>
                    <a:pt x="17" y="114"/>
                    <a:pt x="17" y="114"/>
                    <a:pt x="17" y="113"/>
                  </a:cubicBezTo>
                  <a:cubicBezTo>
                    <a:pt x="17" y="113"/>
                    <a:pt x="19" y="112"/>
                    <a:pt x="21" y="111"/>
                  </a:cubicBezTo>
                  <a:cubicBezTo>
                    <a:pt x="22" y="109"/>
                    <a:pt x="23" y="108"/>
                    <a:pt x="23" y="107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1"/>
                    <a:pt x="23" y="30"/>
                    <a:pt x="22" y="29"/>
                  </a:cubicBezTo>
                  <a:cubicBezTo>
                    <a:pt x="22" y="29"/>
                    <a:pt x="21" y="29"/>
                    <a:pt x="19" y="28"/>
                  </a:cubicBezTo>
                  <a:cubicBezTo>
                    <a:pt x="19" y="28"/>
                    <a:pt x="18" y="27"/>
                    <a:pt x="18" y="27"/>
                  </a:cubicBezTo>
                  <a:cubicBezTo>
                    <a:pt x="18" y="27"/>
                    <a:pt x="19" y="26"/>
                    <a:pt x="19" y="26"/>
                  </a:cubicBezTo>
                  <a:cubicBezTo>
                    <a:pt x="21" y="25"/>
                    <a:pt x="22" y="24"/>
                    <a:pt x="24" y="24"/>
                  </a:cubicBezTo>
                  <a:cubicBezTo>
                    <a:pt x="24" y="23"/>
                    <a:pt x="26" y="22"/>
                    <a:pt x="28" y="21"/>
                  </a:cubicBezTo>
                  <a:cubicBezTo>
                    <a:pt x="29" y="20"/>
                    <a:pt x="32" y="18"/>
                    <a:pt x="35" y="16"/>
                  </a:cubicBezTo>
                  <a:cubicBezTo>
                    <a:pt x="36" y="15"/>
                    <a:pt x="37" y="14"/>
                    <a:pt x="38" y="14"/>
                  </a:cubicBezTo>
                  <a:cubicBezTo>
                    <a:pt x="38" y="14"/>
                    <a:pt x="38" y="14"/>
                    <a:pt x="39" y="14"/>
                  </a:cubicBezTo>
                  <a:cubicBezTo>
                    <a:pt x="39" y="14"/>
                    <a:pt x="39" y="15"/>
                    <a:pt x="39" y="15"/>
                  </a:cubicBezTo>
                  <a:cubicBezTo>
                    <a:pt x="37" y="18"/>
                    <a:pt x="36" y="20"/>
                    <a:pt x="36" y="21"/>
                  </a:cubicBezTo>
                  <a:cubicBezTo>
                    <a:pt x="35" y="23"/>
                    <a:pt x="34" y="25"/>
                    <a:pt x="34" y="27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8"/>
                    <a:pt x="35" y="109"/>
                    <a:pt x="37" y="111"/>
                  </a:cubicBezTo>
                  <a:cubicBezTo>
                    <a:pt x="39" y="112"/>
                    <a:pt x="40" y="113"/>
                    <a:pt x="40" y="114"/>
                  </a:cubicBezTo>
                  <a:close/>
                  <a:moveTo>
                    <a:pt x="60" y="78"/>
                  </a:moveTo>
                  <a:cubicBezTo>
                    <a:pt x="60" y="76"/>
                    <a:pt x="59" y="75"/>
                    <a:pt x="57" y="74"/>
                  </a:cubicBezTo>
                  <a:cubicBezTo>
                    <a:pt x="55" y="73"/>
                    <a:pt x="53" y="72"/>
                    <a:pt x="51" y="72"/>
                  </a:cubicBezTo>
                  <a:cubicBezTo>
                    <a:pt x="50" y="72"/>
                    <a:pt x="48" y="73"/>
                    <a:pt x="47" y="73"/>
                  </a:cubicBezTo>
                  <a:cubicBezTo>
                    <a:pt x="46" y="74"/>
                    <a:pt x="46" y="75"/>
                    <a:pt x="46" y="76"/>
                  </a:cubicBezTo>
                  <a:cubicBezTo>
                    <a:pt x="46" y="77"/>
                    <a:pt x="46" y="78"/>
                    <a:pt x="48" y="79"/>
                  </a:cubicBezTo>
                  <a:cubicBezTo>
                    <a:pt x="49" y="80"/>
                    <a:pt x="51" y="80"/>
                    <a:pt x="53" y="80"/>
                  </a:cubicBezTo>
                  <a:cubicBezTo>
                    <a:pt x="54" y="80"/>
                    <a:pt x="55" y="80"/>
                    <a:pt x="57" y="79"/>
                  </a:cubicBezTo>
                  <a:cubicBezTo>
                    <a:pt x="58" y="79"/>
                    <a:pt x="59" y="78"/>
                    <a:pt x="60" y="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1382">
              <a:extLst>
                <a:ext uri="{FF2B5EF4-FFF2-40B4-BE49-F238E27FC236}">
                  <a16:creationId xmlns:a16="http://schemas.microsoft.com/office/drawing/2014/main" id="{FEBFB720-F417-44E5-9A2B-BB803DC7BC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7" y="1182"/>
              <a:ext cx="53" cy="75"/>
            </a:xfrm>
            <a:custGeom>
              <a:avLst/>
              <a:gdLst>
                <a:gd name="T0" fmla="*/ 28 w 72"/>
                <a:gd name="T1" fmla="*/ 30 h 96"/>
                <a:gd name="T2" fmla="*/ 24 w 72"/>
                <a:gd name="T3" fmla="*/ 36 h 96"/>
                <a:gd name="T4" fmla="*/ 16 w 72"/>
                <a:gd name="T5" fmla="*/ 39 h 96"/>
                <a:gd name="T6" fmla="*/ 11 w 72"/>
                <a:gd name="T7" fmla="*/ 38 h 96"/>
                <a:gd name="T8" fmla="*/ 7 w 72"/>
                <a:gd name="T9" fmla="*/ 35 h 96"/>
                <a:gd name="T10" fmla="*/ 5 w 72"/>
                <a:gd name="T11" fmla="*/ 38 h 96"/>
                <a:gd name="T12" fmla="*/ 4 w 72"/>
                <a:gd name="T13" fmla="*/ 41 h 96"/>
                <a:gd name="T14" fmla="*/ 4 w 72"/>
                <a:gd name="T15" fmla="*/ 43 h 96"/>
                <a:gd name="T16" fmla="*/ 5 w 72"/>
                <a:gd name="T17" fmla="*/ 43 h 96"/>
                <a:gd name="T18" fmla="*/ 6 w 72"/>
                <a:gd name="T19" fmla="*/ 43 h 96"/>
                <a:gd name="T20" fmla="*/ 7 w 72"/>
                <a:gd name="T21" fmla="*/ 43 h 96"/>
                <a:gd name="T22" fmla="*/ 7 w 72"/>
                <a:gd name="T23" fmla="*/ 43 h 96"/>
                <a:gd name="T24" fmla="*/ 7 w 72"/>
                <a:gd name="T25" fmla="*/ 43 h 96"/>
                <a:gd name="T26" fmla="*/ 6 w 72"/>
                <a:gd name="T27" fmla="*/ 45 h 96"/>
                <a:gd name="T28" fmla="*/ 4 w 72"/>
                <a:gd name="T29" fmla="*/ 46 h 96"/>
                <a:gd name="T30" fmla="*/ 2 w 72"/>
                <a:gd name="T31" fmla="*/ 45 h 96"/>
                <a:gd name="T32" fmla="*/ 1 w 72"/>
                <a:gd name="T33" fmla="*/ 43 h 96"/>
                <a:gd name="T34" fmla="*/ 2 w 72"/>
                <a:gd name="T35" fmla="*/ 40 h 96"/>
                <a:gd name="T36" fmla="*/ 5 w 72"/>
                <a:gd name="T37" fmla="*/ 34 h 96"/>
                <a:gd name="T38" fmla="*/ 1 w 72"/>
                <a:gd name="T39" fmla="*/ 27 h 96"/>
                <a:gd name="T40" fmla="*/ 0 w 72"/>
                <a:gd name="T41" fmla="*/ 20 h 96"/>
                <a:gd name="T42" fmla="*/ 4 w 72"/>
                <a:gd name="T43" fmla="*/ 5 h 96"/>
                <a:gd name="T44" fmla="*/ 15 w 72"/>
                <a:gd name="T45" fmla="*/ 0 h 96"/>
                <a:gd name="T46" fmla="*/ 21 w 72"/>
                <a:gd name="T47" fmla="*/ 2 h 96"/>
                <a:gd name="T48" fmla="*/ 24 w 72"/>
                <a:gd name="T49" fmla="*/ 3 h 96"/>
                <a:gd name="T50" fmla="*/ 24 w 72"/>
                <a:gd name="T51" fmla="*/ 3 h 96"/>
                <a:gd name="T52" fmla="*/ 26 w 72"/>
                <a:gd name="T53" fmla="*/ 3 h 96"/>
                <a:gd name="T54" fmla="*/ 27 w 72"/>
                <a:gd name="T55" fmla="*/ 3 h 96"/>
                <a:gd name="T56" fmla="*/ 27 w 72"/>
                <a:gd name="T57" fmla="*/ 4 h 96"/>
                <a:gd name="T58" fmla="*/ 27 w 72"/>
                <a:gd name="T59" fmla="*/ 4 h 96"/>
                <a:gd name="T60" fmla="*/ 26 w 72"/>
                <a:gd name="T61" fmla="*/ 5 h 96"/>
                <a:gd name="T62" fmla="*/ 24 w 72"/>
                <a:gd name="T63" fmla="*/ 7 h 96"/>
                <a:gd name="T64" fmla="*/ 17 w 72"/>
                <a:gd name="T65" fmla="*/ 18 h 96"/>
                <a:gd name="T66" fmla="*/ 10 w 72"/>
                <a:gd name="T67" fmla="*/ 31 h 96"/>
                <a:gd name="T68" fmla="*/ 13 w 72"/>
                <a:gd name="T69" fmla="*/ 34 h 96"/>
                <a:gd name="T70" fmla="*/ 18 w 72"/>
                <a:gd name="T71" fmla="*/ 35 h 96"/>
                <a:gd name="T72" fmla="*/ 24 w 72"/>
                <a:gd name="T73" fmla="*/ 33 h 96"/>
                <a:gd name="T74" fmla="*/ 27 w 72"/>
                <a:gd name="T75" fmla="*/ 30 h 96"/>
                <a:gd name="T76" fmla="*/ 28 w 72"/>
                <a:gd name="T77" fmla="*/ 28 h 96"/>
                <a:gd name="T78" fmla="*/ 28 w 72"/>
                <a:gd name="T79" fmla="*/ 27 h 96"/>
                <a:gd name="T80" fmla="*/ 29 w 72"/>
                <a:gd name="T81" fmla="*/ 29 h 96"/>
                <a:gd name="T82" fmla="*/ 28 w 72"/>
                <a:gd name="T83" fmla="*/ 30 h 96"/>
                <a:gd name="T84" fmla="*/ 20 w 72"/>
                <a:gd name="T85" fmla="*/ 7 h 96"/>
                <a:gd name="T86" fmla="*/ 18 w 72"/>
                <a:gd name="T87" fmla="*/ 3 h 96"/>
                <a:gd name="T88" fmla="*/ 13 w 72"/>
                <a:gd name="T89" fmla="*/ 2 h 96"/>
                <a:gd name="T90" fmla="*/ 6 w 72"/>
                <a:gd name="T91" fmla="*/ 7 h 96"/>
                <a:gd name="T92" fmla="*/ 3 w 72"/>
                <a:gd name="T93" fmla="*/ 18 h 96"/>
                <a:gd name="T94" fmla="*/ 5 w 72"/>
                <a:gd name="T95" fmla="*/ 24 h 96"/>
                <a:gd name="T96" fmla="*/ 7 w 72"/>
                <a:gd name="T97" fmla="*/ 30 h 96"/>
                <a:gd name="T98" fmla="*/ 11 w 72"/>
                <a:gd name="T99" fmla="*/ 23 h 96"/>
                <a:gd name="T100" fmla="*/ 15 w 72"/>
                <a:gd name="T101" fmla="*/ 18 h 96"/>
                <a:gd name="T102" fmla="*/ 18 w 72"/>
                <a:gd name="T103" fmla="*/ 13 h 96"/>
                <a:gd name="T104" fmla="*/ 20 w 72"/>
                <a:gd name="T105" fmla="*/ 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2" h="96">
                  <a:moveTo>
                    <a:pt x="71" y="62"/>
                  </a:moveTo>
                  <a:cubicBezTo>
                    <a:pt x="70" y="66"/>
                    <a:pt x="67" y="71"/>
                    <a:pt x="61" y="75"/>
                  </a:cubicBezTo>
                  <a:cubicBezTo>
                    <a:pt x="55" y="79"/>
                    <a:pt x="48" y="82"/>
                    <a:pt x="41" y="82"/>
                  </a:cubicBezTo>
                  <a:cubicBezTo>
                    <a:pt x="36" y="82"/>
                    <a:pt x="32" y="81"/>
                    <a:pt x="28" y="80"/>
                  </a:cubicBezTo>
                  <a:cubicBezTo>
                    <a:pt x="24" y="79"/>
                    <a:pt x="20" y="77"/>
                    <a:pt x="17" y="74"/>
                  </a:cubicBezTo>
                  <a:cubicBezTo>
                    <a:pt x="15" y="76"/>
                    <a:pt x="14" y="78"/>
                    <a:pt x="12" y="80"/>
                  </a:cubicBezTo>
                  <a:cubicBezTo>
                    <a:pt x="11" y="83"/>
                    <a:pt x="10" y="85"/>
                    <a:pt x="10" y="86"/>
                  </a:cubicBezTo>
                  <a:cubicBezTo>
                    <a:pt x="10" y="88"/>
                    <a:pt x="10" y="89"/>
                    <a:pt x="11" y="89"/>
                  </a:cubicBezTo>
                  <a:cubicBezTo>
                    <a:pt x="12" y="90"/>
                    <a:pt x="13" y="90"/>
                    <a:pt x="14" y="90"/>
                  </a:cubicBezTo>
                  <a:cubicBezTo>
                    <a:pt x="14" y="90"/>
                    <a:pt x="15" y="90"/>
                    <a:pt x="15" y="90"/>
                  </a:cubicBezTo>
                  <a:cubicBezTo>
                    <a:pt x="15" y="90"/>
                    <a:pt x="16" y="90"/>
                    <a:pt x="16" y="89"/>
                  </a:cubicBezTo>
                  <a:cubicBezTo>
                    <a:pt x="16" y="89"/>
                    <a:pt x="16" y="89"/>
                    <a:pt x="17" y="89"/>
                  </a:cubicBezTo>
                  <a:cubicBezTo>
                    <a:pt x="17" y="90"/>
                    <a:pt x="17" y="90"/>
                    <a:pt x="17" y="91"/>
                  </a:cubicBezTo>
                  <a:cubicBezTo>
                    <a:pt x="16" y="92"/>
                    <a:pt x="16" y="93"/>
                    <a:pt x="15" y="94"/>
                  </a:cubicBezTo>
                  <a:cubicBezTo>
                    <a:pt x="14" y="96"/>
                    <a:pt x="12" y="96"/>
                    <a:pt x="10" y="96"/>
                  </a:cubicBezTo>
                  <a:cubicBezTo>
                    <a:pt x="9" y="96"/>
                    <a:pt x="7" y="96"/>
                    <a:pt x="6" y="94"/>
                  </a:cubicBezTo>
                  <a:cubicBezTo>
                    <a:pt x="5" y="93"/>
                    <a:pt x="4" y="91"/>
                    <a:pt x="4" y="89"/>
                  </a:cubicBezTo>
                  <a:cubicBezTo>
                    <a:pt x="4" y="87"/>
                    <a:pt x="5" y="85"/>
                    <a:pt x="6" y="83"/>
                  </a:cubicBezTo>
                  <a:cubicBezTo>
                    <a:pt x="6" y="82"/>
                    <a:pt x="9" y="78"/>
                    <a:pt x="13" y="71"/>
                  </a:cubicBezTo>
                  <a:cubicBezTo>
                    <a:pt x="9" y="67"/>
                    <a:pt x="6" y="63"/>
                    <a:pt x="4" y="58"/>
                  </a:cubicBezTo>
                  <a:cubicBezTo>
                    <a:pt x="1" y="53"/>
                    <a:pt x="0" y="47"/>
                    <a:pt x="0" y="41"/>
                  </a:cubicBezTo>
                  <a:cubicBezTo>
                    <a:pt x="0" y="30"/>
                    <a:pt x="4" y="20"/>
                    <a:pt x="11" y="12"/>
                  </a:cubicBezTo>
                  <a:cubicBezTo>
                    <a:pt x="18" y="4"/>
                    <a:pt x="27" y="0"/>
                    <a:pt x="38" y="0"/>
                  </a:cubicBezTo>
                  <a:cubicBezTo>
                    <a:pt x="43" y="0"/>
                    <a:pt x="47" y="1"/>
                    <a:pt x="52" y="3"/>
                  </a:cubicBezTo>
                  <a:cubicBezTo>
                    <a:pt x="54" y="4"/>
                    <a:pt x="57" y="5"/>
                    <a:pt x="59" y="7"/>
                  </a:cubicBezTo>
                  <a:cubicBezTo>
                    <a:pt x="60" y="7"/>
                    <a:pt x="60" y="7"/>
                    <a:pt x="61" y="7"/>
                  </a:cubicBezTo>
                  <a:cubicBezTo>
                    <a:pt x="62" y="7"/>
                    <a:pt x="63" y="7"/>
                    <a:pt x="64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7"/>
                    <a:pt x="67" y="7"/>
                    <a:pt x="67" y="8"/>
                  </a:cubicBezTo>
                  <a:cubicBezTo>
                    <a:pt x="67" y="8"/>
                    <a:pt x="67" y="8"/>
                    <a:pt x="67" y="9"/>
                  </a:cubicBezTo>
                  <a:cubicBezTo>
                    <a:pt x="66" y="9"/>
                    <a:pt x="65" y="10"/>
                    <a:pt x="64" y="11"/>
                  </a:cubicBezTo>
                  <a:cubicBezTo>
                    <a:pt x="62" y="12"/>
                    <a:pt x="61" y="13"/>
                    <a:pt x="60" y="14"/>
                  </a:cubicBezTo>
                  <a:cubicBezTo>
                    <a:pt x="55" y="20"/>
                    <a:pt x="49" y="28"/>
                    <a:pt x="42" y="37"/>
                  </a:cubicBezTo>
                  <a:cubicBezTo>
                    <a:pt x="35" y="46"/>
                    <a:pt x="29" y="56"/>
                    <a:pt x="23" y="65"/>
                  </a:cubicBezTo>
                  <a:cubicBezTo>
                    <a:pt x="26" y="67"/>
                    <a:pt x="29" y="69"/>
                    <a:pt x="33" y="70"/>
                  </a:cubicBezTo>
                  <a:cubicBezTo>
                    <a:pt x="36" y="72"/>
                    <a:pt x="40" y="73"/>
                    <a:pt x="45" y="73"/>
                  </a:cubicBezTo>
                  <a:cubicBezTo>
                    <a:pt x="50" y="73"/>
                    <a:pt x="55" y="71"/>
                    <a:pt x="59" y="69"/>
                  </a:cubicBezTo>
                  <a:cubicBezTo>
                    <a:pt x="62" y="68"/>
                    <a:pt x="65" y="65"/>
                    <a:pt x="68" y="61"/>
                  </a:cubicBezTo>
                  <a:cubicBezTo>
                    <a:pt x="68" y="60"/>
                    <a:pt x="69" y="60"/>
                    <a:pt x="69" y="59"/>
                  </a:cubicBezTo>
                  <a:cubicBezTo>
                    <a:pt x="70" y="58"/>
                    <a:pt x="70" y="58"/>
                    <a:pt x="71" y="58"/>
                  </a:cubicBezTo>
                  <a:cubicBezTo>
                    <a:pt x="71" y="59"/>
                    <a:pt x="72" y="59"/>
                    <a:pt x="72" y="60"/>
                  </a:cubicBezTo>
                  <a:cubicBezTo>
                    <a:pt x="72" y="61"/>
                    <a:pt x="72" y="61"/>
                    <a:pt x="71" y="62"/>
                  </a:cubicBezTo>
                  <a:close/>
                  <a:moveTo>
                    <a:pt x="49" y="15"/>
                  </a:moveTo>
                  <a:cubicBezTo>
                    <a:pt x="49" y="12"/>
                    <a:pt x="48" y="9"/>
                    <a:pt x="44" y="7"/>
                  </a:cubicBezTo>
                  <a:cubicBezTo>
                    <a:pt x="41" y="6"/>
                    <a:pt x="38" y="5"/>
                    <a:pt x="34" y="5"/>
                  </a:cubicBezTo>
                  <a:cubicBezTo>
                    <a:pt x="26" y="5"/>
                    <a:pt x="20" y="8"/>
                    <a:pt x="15" y="15"/>
                  </a:cubicBezTo>
                  <a:cubicBezTo>
                    <a:pt x="10" y="21"/>
                    <a:pt x="8" y="28"/>
                    <a:pt x="8" y="37"/>
                  </a:cubicBezTo>
                  <a:cubicBezTo>
                    <a:pt x="8" y="41"/>
                    <a:pt x="9" y="46"/>
                    <a:pt x="12" y="51"/>
                  </a:cubicBezTo>
                  <a:cubicBezTo>
                    <a:pt x="14" y="56"/>
                    <a:pt x="16" y="59"/>
                    <a:pt x="19" y="62"/>
                  </a:cubicBezTo>
                  <a:cubicBezTo>
                    <a:pt x="23" y="57"/>
                    <a:pt x="26" y="53"/>
                    <a:pt x="28" y="50"/>
                  </a:cubicBezTo>
                  <a:cubicBezTo>
                    <a:pt x="31" y="45"/>
                    <a:pt x="34" y="41"/>
                    <a:pt x="36" y="37"/>
                  </a:cubicBezTo>
                  <a:cubicBezTo>
                    <a:pt x="39" y="33"/>
                    <a:pt x="42" y="29"/>
                    <a:pt x="45" y="25"/>
                  </a:cubicBezTo>
                  <a:cubicBezTo>
                    <a:pt x="48" y="21"/>
                    <a:pt x="49" y="17"/>
                    <a:pt x="49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1383">
              <a:extLst>
                <a:ext uri="{FF2B5EF4-FFF2-40B4-BE49-F238E27FC236}">
                  <a16:creationId xmlns:a16="http://schemas.microsoft.com/office/drawing/2014/main" id="{8F88E95B-0E2F-4DA8-97C3-7C8DF8981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182"/>
              <a:ext cx="48" cy="64"/>
            </a:xfrm>
            <a:custGeom>
              <a:avLst/>
              <a:gdLst>
                <a:gd name="T0" fmla="*/ 26 w 65"/>
                <a:gd name="T1" fmla="*/ 25 h 82"/>
                <a:gd name="T2" fmla="*/ 22 w 65"/>
                <a:gd name="T3" fmla="*/ 35 h 82"/>
                <a:gd name="T4" fmla="*/ 12 w 65"/>
                <a:gd name="T5" fmla="*/ 39 h 82"/>
                <a:gd name="T6" fmla="*/ 4 w 65"/>
                <a:gd name="T7" fmla="*/ 37 h 82"/>
                <a:gd name="T8" fmla="*/ 0 w 65"/>
                <a:gd name="T9" fmla="*/ 30 h 82"/>
                <a:gd name="T10" fmla="*/ 2 w 65"/>
                <a:gd name="T11" fmla="*/ 24 h 82"/>
                <a:gd name="T12" fmla="*/ 7 w 65"/>
                <a:gd name="T13" fmla="*/ 23 h 82"/>
                <a:gd name="T14" fmla="*/ 12 w 65"/>
                <a:gd name="T15" fmla="*/ 23 h 82"/>
                <a:gd name="T16" fmla="*/ 15 w 65"/>
                <a:gd name="T17" fmla="*/ 27 h 82"/>
                <a:gd name="T18" fmla="*/ 13 w 65"/>
                <a:gd name="T19" fmla="*/ 30 h 82"/>
                <a:gd name="T20" fmla="*/ 11 w 65"/>
                <a:gd name="T21" fmla="*/ 32 h 82"/>
                <a:gd name="T22" fmla="*/ 9 w 65"/>
                <a:gd name="T23" fmla="*/ 32 h 82"/>
                <a:gd name="T24" fmla="*/ 9 w 65"/>
                <a:gd name="T25" fmla="*/ 31 h 82"/>
                <a:gd name="T26" fmla="*/ 10 w 65"/>
                <a:gd name="T27" fmla="*/ 30 h 82"/>
                <a:gd name="T28" fmla="*/ 10 w 65"/>
                <a:gd name="T29" fmla="*/ 30 h 82"/>
                <a:gd name="T30" fmla="*/ 10 w 65"/>
                <a:gd name="T31" fmla="*/ 28 h 82"/>
                <a:gd name="T32" fmla="*/ 10 w 65"/>
                <a:gd name="T33" fmla="*/ 27 h 82"/>
                <a:gd name="T34" fmla="*/ 7 w 65"/>
                <a:gd name="T35" fmla="*/ 26 h 82"/>
                <a:gd name="T36" fmla="*/ 3 w 65"/>
                <a:gd name="T37" fmla="*/ 27 h 82"/>
                <a:gd name="T38" fmla="*/ 1 w 65"/>
                <a:gd name="T39" fmla="*/ 30 h 82"/>
                <a:gd name="T40" fmla="*/ 5 w 65"/>
                <a:gd name="T41" fmla="*/ 35 h 82"/>
                <a:gd name="T42" fmla="*/ 12 w 65"/>
                <a:gd name="T43" fmla="*/ 37 h 82"/>
                <a:gd name="T44" fmla="*/ 19 w 65"/>
                <a:gd name="T45" fmla="*/ 34 h 82"/>
                <a:gd name="T46" fmla="*/ 23 w 65"/>
                <a:gd name="T47" fmla="*/ 27 h 82"/>
                <a:gd name="T48" fmla="*/ 20 w 65"/>
                <a:gd name="T49" fmla="*/ 21 h 82"/>
                <a:gd name="T50" fmla="*/ 14 w 65"/>
                <a:gd name="T51" fmla="*/ 18 h 82"/>
                <a:gd name="T52" fmla="*/ 9 w 65"/>
                <a:gd name="T53" fmla="*/ 17 h 82"/>
                <a:gd name="T54" fmla="*/ 4 w 65"/>
                <a:gd name="T55" fmla="*/ 15 h 82"/>
                <a:gd name="T56" fmla="*/ 2 w 65"/>
                <a:gd name="T57" fmla="*/ 9 h 82"/>
                <a:gd name="T58" fmla="*/ 6 w 65"/>
                <a:gd name="T59" fmla="*/ 2 h 82"/>
                <a:gd name="T60" fmla="*/ 14 w 65"/>
                <a:gd name="T61" fmla="*/ 0 h 82"/>
                <a:gd name="T62" fmla="*/ 20 w 65"/>
                <a:gd name="T63" fmla="*/ 2 h 82"/>
                <a:gd name="T64" fmla="*/ 24 w 65"/>
                <a:gd name="T65" fmla="*/ 6 h 82"/>
                <a:gd name="T66" fmla="*/ 22 w 65"/>
                <a:gd name="T67" fmla="*/ 9 h 82"/>
                <a:gd name="T68" fmla="*/ 18 w 65"/>
                <a:gd name="T69" fmla="*/ 11 h 82"/>
                <a:gd name="T70" fmla="*/ 15 w 65"/>
                <a:gd name="T71" fmla="*/ 9 h 82"/>
                <a:gd name="T72" fmla="*/ 13 w 65"/>
                <a:gd name="T73" fmla="*/ 7 h 82"/>
                <a:gd name="T74" fmla="*/ 13 w 65"/>
                <a:gd name="T75" fmla="*/ 5 h 82"/>
                <a:gd name="T76" fmla="*/ 16 w 65"/>
                <a:gd name="T77" fmla="*/ 4 h 82"/>
                <a:gd name="T78" fmla="*/ 16 w 65"/>
                <a:gd name="T79" fmla="*/ 4 h 82"/>
                <a:gd name="T80" fmla="*/ 16 w 65"/>
                <a:gd name="T81" fmla="*/ 4 h 82"/>
                <a:gd name="T82" fmla="*/ 16 w 65"/>
                <a:gd name="T83" fmla="*/ 5 h 82"/>
                <a:gd name="T84" fmla="*/ 16 w 65"/>
                <a:gd name="T85" fmla="*/ 6 h 82"/>
                <a:gd name="T86" fmla="*/ 18 w 65"/>
                <a:gd name="T87" fmla="*/ 7 h 82"/>
                <a:gd name="T88" fmla="*/ 19 w 65"/>
                <a:gd name="T89" fmla="*/ 6 h 82"/>
                <a:gd name="T90" fmla="*/ 20 w 65"/>
                <a:gd name="T91" fmla="*/ 5 h 82"/>
                <a:gd name="T92" fmla="*/ 18 w 65"/>
                <a:gd name="T93" fmla="*/ 2 h 82"/>
                <a:gd name="T94" fmla="*/ 14 w 65"/>
                <a:gd name="T95" fmla="*/ 2 h 82"/>
                <a:gd name="T96" fmla="*/ 9 w 65"/>
                <a:gd name="T97" fmla="*/ 3 h 82"/>
                <a:gd name="T98" fmla="*/ 5 w 65"/>
                <a:gd name="T99" fmla="*/ 8 h 82"/>
                <a:gd name="T100" fmla="*/ 7 w 65"/>
                <a:gd name="T101" fmla="*/ 12 h 82"/>
                <a:gd name="T102" fmla="*/ 15 w 65"/>
                <a:gd name="T103" fmla="*/ 14 h 82"/>
                <a:gd name="T104" fmla="*/ 21 w 65"/>
                <a:gd name="T105" fmla="*/ 16 h 82"/>
                <a:gd name="T106" fmla="*/ 24 w 65"/>
                <a:gd name="T107" fmla="*/ 20 h 82"/>
                <a:gd name="T108" fmla="*/ 26 w 65"/>
                <a:gd name="T109" fmla="*/ 25 h 8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5" h="82">
                  <a:moveTo>
                    <a:pt x="65" y="53"/>
                  </a:moveTo>
                  <a:cubicBezTo>
                    <a:pt x="65" y="62"/>
                    <a:pt x="62" y="69"/>
                    <a:pt x="54" y="74"/>
                  </a:cubicBezTo>
                  <a:cubicBezTo>
                    <a:pt x="48" y="79"/>
                    <a:pt x="39" y="82"/>
                    <a:pt x="30" y="82"/>
                  </a:cubicBezTo>
                  <a:cubicBezTo>
                    <a:pt x="22" y="82"/>
                    <a:pt x="15" y="80"/>
                    <a:pt x="10" y="78"/>
                  </a:cubicBezTo>
                  <a:cubicBezTo>
                    <a:pt x="4" y="75"/>
                    <a:pt x="0" y="70"/>
                    <a:pt x="0" y="64"/>
                  </a:cubicBezTo>
                  <a:cubicBezTo>
                    <a:pt x="0" y="59"/>
                    <a:pt x="2" y="55"/>
                    <a:pt x="6" y="51"/>
                  </a:cubicBezTo>
                  <a:cubicBezTo>
                    <a:pt x="9" y="48"/>
                    <a:pt x="13" y="47"/>
                    <a:pt x="18" y="47"/>
                  </a:cubicBezTo>
                  <a:cubicBezTo>
                    <a:pt x="23" y="47"/>
                    <a:pt x="27" y="47"/>
                    <a:pt x="30" y="49"/>
                  </a:cubicBezTo>
                  <a:cubicBezTo>
                    <a:pt x="34" y="51"/>
                    <a:pt x="36" y="54"/>
                    <a:pt x="36" y="58"/>
                  </a:cubicBezTo>
                  <a:cubicBezTo>
                    <a:pt x="36" y="61"/>
                    <a:pt x="35" y="63"/>
                    <a:pt x="33" y="64"/>
                  </a:cubicBezTo>
                  <a:cubicBezTo>
                    <a:pt x="31" y="66"/>
                    <a:pt x="29" y="67"/>
                    <a:pt x="27" y="67"/>
                  </a:cubicBezTo>
                  <a:cubicBezTo>
                    <a:pt x="25" y="67"/>
                    <a:pt x="23" y="67"/>
                    <a:pt x="22" y="66"/>
                  </a:cubicBezTo>
                  <a:cubicBezTo>
                    <a:pt x="22" y="66"/>
                    <a:pt x="22" y="65"/>
                    <a:pt x="22" y="65"/>
                  </a:cubicBezTo>
                  <a:cubicBezTo>
                    <a:pt x="22" y="65"/>
                    <a:pt x="22" y="65"/>
                    <a:pt x="23" y="64"/>
                  </a:cubicBezTo>
                  <a:cubicBezTo>
                    <a:pt x="23" y="64"/>
                    <a:pt x="24" y="63"/>
                    <a:pt x="25" y="63"/>
                  </a:cubicBezTo>
                  <a:cubicBezTo>
                    <a:pt x="25" y="62"/>
                    <a:pt x="26" y="61"/>
                    <a:pt x="26" y="59"/>
                  </a:cubicBezTo>
                  <a:cubicBezTo>
                    <a:pt x="26" y="57"/>
                    <a:pt x="25" y="56"/>
                    <a:pt x="23" y="55"/>
                  </a:cubicBezTo>
                  <a:cubicBezTo>
                    <a:pt x="22" y="54"/>
                    <a:pt x="20" y="54"/>
                    <a:pt x="18" y="54"/>
                  </a:cubicBezTo>
                  <a:cubicBezTo>
                    <a:pt x="14" y="54"/>
                    <a:pt x="11" y="55"/>
                    <a:pt x="8" y="56"/>
                  </a:cubicBezTo>
                  <a:cubicBezTo>
                    <a:pt x="6" y="58"/>
                    <a:pt x="4" y="61"/>
                    <a:pt x="4" y="64"/>
                  </a:cubicBezTo>
                  <a:cubicBezTo>
                    <a:pt x="4" y="68"/>
                    <a:pt x="7" y="72"/>
                    <a:pt x="13" y="74"/>
                  </a:cubicBezTo>
                  <a:cubicBezTo>
                    <a:pt x="18" y="76"/>
                    <a:pt x="23" y="77"/>
                    <a:pt x="30" y="77"/>
                  </a:cubicBezTo>
                  <a:cubicBezTo>
                    <a:pt x="37" y="77"/>
                    <a:pt x="43" y="76"/>
                    <a:pt x="48" y="73"/>
                  </a:cubicBezTo>
                  <a:cubicBezTo>
                    <a:pt x="54" y="69"/>
                    <a:pt x="57" y="64"/>
                    <a:pt x="57" y="58"/>
                  </a:cubicBezTo>
                  <a:cubicBezTo>
                    <a:pt x="57" y="52"/>
                    <a:pt x="55" y="48"/>
                    <a:pt x="50" y="45"/>
                  </a:cubicBezTo>
                  <a:cubicBezTo>
                    <a:pt x="47" y="43"/>
                    <a:pt x="42" y="41"/>
                    <a:pt x="35" y="39"/>
                  </a:cubicBezTo>
                  <a:cubicBezTo>
                    <a:pt x="30" y="38"/>
                    <a:pt x="26" y="37"/>
                    <a:pt x="22" y="36"/>
                  </a:cubicBezTo>
                  <a:cubicBezTo>
                    <a:pt x="17" y="35"/>
                    <a:pt x="13" y="33"/>
                    <a:pt x="11" y="31"/>
                  </a:cubicBezTo>
                  <a:cubicBezTo>
                    <a:pt x="8" y="28"/>
                    <a:pt x="6" y="24"/>
                    <a:pt x="6" y="19"/>
                  </a:cubicBezTo>
                  <a:cubicBezTo>
                    <a:pt x="6" y="14"/>
                    <a:pt x="9" y="9"/>
                    <a:pt x="15" y="5"/>
                  </a:cubicBezTo>
                  <a:cubicBezTo>
                    <a:pt x="21" y="2"/>
                    <a:pt x="27" y="0"/>
                    <a:pt x="35" y="0"/>
                  </a:cubicBezTo>
                  <a:cubicBezTo>
                    <a:pt x="41" y="0"/>
                    <a:pt x="46" y="1"/>
                    <a:pt x="50" y="2"/>
                  </a:cubicBezTo>
                  <a:cubicBezTo>
                    <a:pt x="56" y="5"/>
                    <a:pt x="58" y="8"/>
                    <a:pt x="58" y="13"/>
                  </a:cubicBezTo>
                  <a:cubicBezTo>
                    <a:pt x="58" y="16"/>
                    <a:pt x="57" y="18"/>
                    <a:pt x="54" y="20"/>
                  </a:cubicBezTo>
                  <a:cubicBezTo>
                    <a:pt x="51" y="22"/>
                    <a:pt x="48" y="23"/>
                    <a:pt x="45" y="23"/>
                  </a:cubicBezTo>
                  <a:cubicBezTo>
                    <a:pt x="42" y="23"/>
                    <a:pt x="39" y="22"/>
                    <a:pt x="37" y="21"/>
                  </a:cubicBezTo>
                  <a:cubicBezTo>
                    <a:pt x="34" y="19"/>
                    <a:pt x="33" y="17"/>
                    <a:pt x="33" y="14"/>
                  </a:cubicBezTo>
                  <a:cubicBezTo>
                    <a:pt x="33" y="13"/>
                    <a:pt x="33" y="12"/>
                    <a:pt x="34" y="11"/>
                  </a:cubicBezTo>
                  <a:cubicBezTo>
                    <a:pt x="35" y="9"/>
                    <a:pt x="36" y="9"/>
                    <a:pt x="38" y="8"/>
                  </a:cubicBezTo>
                  <a:cubicBezTo>
                    <a:pt x="38" y="8"/>
                    <a:pt x="39" y="8"/>
                    <a:pt x="39" y="8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2"/>
                    <a:pt x="39" y="13"/>
                    <a:pt x="40" y="13"/>
                  </a:cubicBezTo>
                  <a:cubicBezTo>
                    <a:pt x="41" y="14"/>
                    <a:pt x="43" y="15"/>
                    <a:pt x="45" y="15"/>
                  </a:cubicBezTo>
                  <a:cubicBezTo>
                    <a:pt x="46" y="15"/>
                    <a:pt x="47" y="14"/>
                    <a:pt x="48" y="13"/>
                  </a:cubicBezTo>
                  <a:cubicBezTo>
                    <a:pt x="49" y="12"/>
                    <a:pt x="50" y="11"/>
                    <a:pt x="50" y="10"/>
                  </a:cubicBezTo>
                  <a:cubicBezTo>
                    <a:pt x="50" y="8"/>
                    <a:pt x="48" y="6"/>
                    <a:pt x="45" y="5"/>
                  </a:cubicBezTo>
                  <a:cubicBezTo>
                    <a:pt x="42" y="4"/>
                    <a:pt x="39" y="4"/>
                    <a:pt x="35" y="4"/>
                  </a:cubicBezTo>
                  <a:cubicBezTo>
                    <a:pt x="29" y="4"/>
                    <a:pt x="25" y="5"/>
                    <a:pt x="21" y="7"/>
                  </a:cubicBezTo>
                  <a:cubicBezTo>
                    <a:pt x="16" y="10"/>
                    <a:pt x="14" y="13"/>
                    <a:pt x="14" y="17"/>
                  </a:cubicBezTo>
                  <a:cubicBezTo>
                    <a:pt x="14" y="20"/>
                    <a:pt x="15" y="23"/>
                    <a:pt x="18" y="25"/>
                  </a:cubicBezTo>
                  <a:cubicBezTo>
                    <a:pt x="20" y="26"/>
                    <a:pt x="26" y="28"/>
                    <a:pt x="36" y="30"/>
                  </a:cubicBezTo>
                  <a:cubicBezTo>
                    <a:pt x="43" y="31"/>
                    <a:pt x="47" y="33"/>
                    <a:pt x="51" y="34"/>
                  </a:cubicBezTo>
                  <a:cubicBezTo>
                    <a:pt x="55" y="36"/>
                    <a:pt x="59" y="38"/>
                    <a:pt x="61" y="41"/>
                  </a:cubicBezTo>
                  <a:cubicBezTo>
                    <a:pt x="64" y="44"/>
                    <a:pt x="65" y="48"/>
                    <a:pt x="65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1384">
              <a:extLst>
                <a:ext uri="{FF2B5EF4-FFF2-40B4-BE49-F238E27FC236}">
                  <a16:creationId xmlns:a16="http://schemas.microsoft.com/office/drawing/2014/main" id="{D6A1C754-AB1D-40EE-878E-37A197C0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1162"/>
              <a:ext cx="25" cy="84"/>
            </a:xfrm>
            <a:custGeom>
              <a:avLst/>
              <a:gdLst>
                <a:gd name="T0" fmla="*/ 14 w 33"/>
                <a:gd name="T1" fmla="*/ 15 h 108"/>
                <a:gd name="T2" fmla="*/ 13 w 33"/>
                <a:gd name="T3" fmla="*/ 16 h 108"/>
                <a:gd name="T4" fmla="*/ 11 w 33"/>
                <a:gd name="T5" fmla="*/ 16 h 108"/>
                <a:gd name="T6" fmla="*/ 9 w 33"/>
                <a:gd name="T7" fmla="*/ 16 h 108"/>
                <a:gd name="T8" fmla="*/ 9 w 33"/>
                <a:gd name="T9" fmla="*/ 40 h 108"/>
                <a:gd name="T10" fmla="*/ 11 w 33"/>
                <a:gd name="T11" fmla="*/ 45 h 108"/>
                <a:gd name="T12" fmla="*/ 13 w 33"/>
                <a:gd name="T13" fmla="*/ 47 h 108"/>
                <a:gd name="T14" fmla="*/ 13 w 33"/>
                <a:gd name="T15" fmla="*/ 47 h 108"/>
                <a:gd name="T16" fmla="*/ 13 w 33"/>
                <a:gd name="T17" fmla="*/ 47 h 108"/>
                <a:gd name="T18" fmla="*/ 11 w 33"/>
                <a:gd name="T19" fmla="*/ 48 h 108"/>
                <a:gd name="T20" fmla="*/ 11 w 33"/>
                <a:gd name="T21" fmla="*/ 49 h 108"/>
                <a:gd name="T22" fmla="*/ 10 w 33"/>
                <a:gd name="T23" fmla="*/ 51 h 108"/>
                <a:gd name="T24" fmla="*/ 10 w 33"/>
                <a:gd name="T25" fmla="*/ 51 h 108"/>
                <a:gd name="T26" fmla="*/ 8 w 33"/>
                <a:gd name="T27" fmla="*/ 51 h 108"/>
                <a:gd name="T28" fmla="*/ 6 w 33"/>
                <a:gd name="T29" fmla="*/ 47 h 108"/>
                <a:gd name="T30" fmla="*/ 5 w 33"/>
                <a:gd name="T31" fmla="*/ 40 h 108"/>
                <a:gd name="T32" fmla="*/ 5 w 33"/>
                <a:gd name="T33" fmla="*/ 16 h 108"/>
                <a:gd name="T34" fmla="*/ 3 w 33"/>
                <a:gd name="T35" fmla="*/ 16 h 108"/>
                <a:gd name="T36" fmla="*/ 1 w 33"/>
                <a:gd name="T37" fmla="*/ 16 h 108"/>
                <a:gd name="T38" fmla="*/ 0 w 33"/>
                <a:gd name="T39" fmla="*/ 15 h 108"/>
                <a:gd name="T40" fmla="*/ 0 w 33"/>
                <a:gd name="T41" fmla="*/ 14 h 108"/>
                <a:gd name="T42" fmla="*/ 1 w 33"/>
                <a:gd name="T43" fmla="*/ 13 h 108"/>
                <a:gd name="T44" fmla="*/ 2 w 33"/>
                <a:gd name="T45" fmla="*/ 14 h 108"/>
                <a:gd name="T46" fmla="*/ 5 w 33"/>
                <a:gd name="T47" fmla="*/ 14 h 108"/>
                <a:gd name="T48" fmla="*/ 5 w 33"/>
                <a:gd name="T49" fmla="*/ 11 h 108"/>
                <a:gd name="T50" fmla="*/ 4 w 33"/>
                <a:gd name="T51" fmla="*/ 8 h 108"/>
                <a:gd name="T52" fmla="*/ 3 w 33"/>
                <a:gd name="T53" fmla="*/ 8 h 108"/>
                <a:gd name="T54" fmla="*/ 3 w 33"/>
                <a:gd name="T55" fmla="*/ 7 h 108"/>
                <a:gd name="T56" fmla="*/ 3 w 33"/>
                <a:gd name="T57" fmla="*/ 7 h 108"/>
                <a:gd name="T58" fmla="*/ 5 w 33"/>
                <a:gd name="T59" fmla="*/ 5 h 108"/>
                <a:gd name="T60" fmla="*/ 6 w 33"/>
                <a:gd name="T61" fmla="*/ 4 h 108"/>
                <a:gd name="T62" fmla="*/ 8 w 33"/>
                <a:gd name="T63" fmla="*/ 2 h 108"/>
                <a:gd name="T64" fmla="*/ 9 w 33"/>
                <a:gd name="T65" fmla="*/ 0 h 108"/>
                <a:gd name="T66" fmla="*/ 9 w 33"/>
                <a:gd name="T67" fmla="*/ 0 h 108"/>
                <a:gd name="T68" fmla="*/ 10 w 33"/>
                <a:gd name="T69" fmla="*/ 1 h 108"/>
                <a:gd name="T70" fmla="*/ 9 w 33"/>
                <a:gd name="T71" fmla="*/ 2 h 108"/>
                <a:gd name="T72" fmla="*/ 9 w 33"/>
                <a:gd name="T73" fmla="*/ 7 h 108"/>
                <a:gd name="T74" fmla="*/ 9 w 33"/>
                <a:gd name="T75" fmla="*/ 14 h 108"/>
                <a:gd name="T76" fmla="*/ 11 w 33"/>
                <a:gd name="T77" fmla="*/ 14 h 108"/>
                <a:gd name="T78" fmla="*/ 13 w 33"/>
                <a:gd name="T79" fmla="*/ 13 h 108"/>
                <a:gd name="T80" fmla="*/ 14 w 33"/>
                <a:gd name="T81" fmla="*/ 14 h 108"/>
                <a:gd name="T82" fmla="*/ 14 w 33"/>
                <a:gd name="T83" fmla="*/ 15 h 1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3" h="108">
                  <a:moveTo>
                    <a:pt x="33" y="32"/>
                  </a:moveTo>
                  <a:cubicBezTo>
                    <a:pt x="33" y="33"/>
                    <a:pt x="32" y="34"/>
                    <a:pt x="31" y="34"/>
                  </a:cubicBezTo>
                  <a:cubicBezTo>
                    <a:pt x="31" y="34"/>
                    <a:pt x="30" y="33"/>
                    <a:pt x="27" y="33"/>
                  </a:cubicBezTo>
                  <a:cubicBezTo>
                    <a:pt x="25" y="33"/>
                    <a:pt x="23" y="33"/>
                    <a:pt x="21" y="33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21" y="90"/>
                    <a:pt x="22" y="93"/>
                    <a:pt x="24" y="96"/>
                  </a:cubicBezTo>
                  <a:cubicBezTo>
                    <a:pt x="25" y="97"/>
                    <a:pt x="26" y="98"/>
                    <a:pt x="29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8" y="103"/>
                    <a:pt x="28" y="103"/>
                    <a:pt x="27" y="103"/>
                  </a:cubicBezTo>
                  <a:cubicBezTo>
                    <a:pt x="27" y="104"/>
                    <a:pt x="26" y="104"/>
                    <a:pt x="26" y="104"/>
                  </a:cubicBezTo>
                  <a:cubicBezTo>
                    <a:pt x="24" y="106"/>
                    <a:pt x="23" y="107"/>
                    <a:pt x="23" y="107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1" y="108"/>
                    <a:pt x="21" y="108"/>
                    <a:pt x="20" y="108"/>
                  </a:cubicBezTo>
                  <a:cubicBezTo>
                    <a:pt x="18" y="106"/>
                    <a:pt x="16" y="104"/>
                    <a:pt x="14" y="101"/>
                  </a:cubicBezTo>
                  <a:cubicBezTo>
                    <a:pt x="12" y="97"/>
                    <a:pt x="11" y="92"/>
                    <a:pt x="11" y="86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9" y="33"/>
                    <a:pt x="7" y="33"/>
                    <a:pt x="6" y="33"/>
                  </a:cubicBezTo>
                  <a:cubicBezTo>
                    <a:pt x="4" y="33"/>
                    <a:pt x="3" y="33"/>
                    <a:pt x="1" y="34"/>
                  </a:cubicBezTo>
                  <a:cubicBezTo>
                    <a:pt x="0" y="34"/>
                    <a:pt x="0" y="33"/>
                    <a:pt x="0" y="32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9"/>
                    <a:pt x="0" y="28"/>
                    <a:pt x="1" y="28"/>
                  </a:cubicBezTo>
                  <a:cubicBezTo>
                    <a:pt x="2" y="28"/>
                    <a:pt x="3" y="28"/>
                    <a:pt x="5" y="29"/>
                  </a:cubicBezTo>
                  <a:cubicBezTo>
                    <a:pt x="7" y="29"/>
                    <a:pt x="9" y="29"/>
                    <a:pt x="11" y="29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0"/>
                    <a:pt x="10" y="18"/>
                    <a:pt x="9" y="17"/>
                  </a:cubicBezTo>
                  <a:cubicBezTo>
                    <a:pt x="8" y="17"/>
                    <a:pt x="7" y="17"/>
                    <a:pt x="7" y="17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6" y="16"/>
                    <a:pt x="6" y="15"/>
                    <a:pt x="6" y="15"/>
                  </a:cubicBezTo>
                  <a:cubicBezTo>
                    <a:pt x="7" y="14"/>
                    <a:pt x="9" y="13"/>
                    <a:pt x="10" y="12"/>
                  </a:cubicBezTo>
                  <a:cubicBezTo>
                    <a:pt x="11" y="11"/>
                    <a:pt x="12" y="9"/>
                    <a:pt x="14" y="8"/>
                  </a:cubicBezTo>
                  <a:cubicBezTo>
                    <a:pt x="16" y="6"/>
                    <a:pt x="17" y="5"/>
                    <a:pt x="18" y="4"/>
                  </a:cubicBezTo>
                  <a:cubicBezTo>
                    <a:pt x="19" y="2"/>
                    <a:pt x="20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0"/>
                    <a:pt x="22" y="1"/>
                  </a:cubicBezTo>
                  <a:cubicBezTo>
                    <a:pt x="22" y="2"/>
                    <a:pt x="22" y="4"/>
                    <a:pt x="21" y="5"/>
                  </a:cubicBezTo>
                  <a:cubicBezTo>
                    <a:pt x="21" y="8"/>
                    <a:pt x="21" y="12"/>
                    <a:pt x="21" y="15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3" y="29"/>
                    <a:pt x="24" y="29"/>
                    <a:pt x="26" y="29"/>
                  </a:cubicBezTo>
                  <a:cubicBezTo>
                    <a:pt x="28" y="29"/>
                    <a:pt x="30" y="29"/>
                    <a:pt x="31" y="28"/>
                  </a:cubicBezTo>
                  <a:cubicBezTo>
                    <a:pt x="32" y="28"/>
                    <a:pt x="33" y="29"/>
                    <a:pt x="33" y="30"/>
                  </a:cubicBezTo>
                  <a:lnTo>
                    <a:pt x="33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1385">
              <a:extLst>
                <a:ext uri="{FF2B5EF4-FFF2-40B4-BE49-F238E27FC236}">
                  <a16:creationId xmlns:a16="http://schemas.microsoft.com/office/drawing/2014/main" id="{32727F82-4E3F-43FD-9C89-F7ABEB83BA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1" y="1182"/>
              <a:ext cx="52" cy="64"/>
            </a:xfrm>
            <a:custGeom>
              <a:avLst/>
              <a:gdLst>
                <a:gd name="T0" fmla="*/ 27 w 71"/>
                <a:gd name="T1" fmla="*/ 37 h 82"/>
                <a:gd name="T2" fmla="*/ 28 w 71"/>
                <a:gd name="T3" fmla="*/ 37 h 82"/>
                <a:gd name="T4" fmla="*/ 27 w 71"/>
                <a:gd name="T5" fmla="*/ 37 h 82"/>
                <a:gd name="T6" fmla="*/ 26 w 71"/>
                <a:gd name="T7" fmla="*/ 37 h 82"/>
                <a:gd name="T8" fmla="*/ 24 w 71"/>
                <a:gd name="T9" fmla="*/ 37 h 82"/>
                <a:gd name="T10" fmla="*/ 23 w 71"/>
                <a:gd name="T11" fmla="*/ 37 h 82"/>
                <a:gd name="T12" fmla="*/ 23 w 71"/>
                <a:gd name="T13" fmla="*/ 37 h 82"/>
                <a:gd name="T14" fmla="*/ 21 w 71"/>
                <a:gd name="T15" fmla="*/ 37 h 82"/>
                <a:gd name="T16" fmla="*/ 22 w 71"/>
                <a:gd name="T17" fmla="*/ 37 h 82"/>
                <a:gd name="T18" fmla="*/ 23 w 71"/>
                <a:gd name="T19" fmla="*/ 36 h 82"/>
                <a:gd name="T20" fmla="*/ 23 w 71"/>
                <a:gd name="T21" fmla="*/ 34 h 82"/>
                <a:gd name="T22" fmla="*/ 23 w 71"/>
                <a:gd name="T23" fmla="*/ 31 h 82"/>
                <a:gd name="T24" fmla="*/ 18 w 71"/>
                <a:gd name="T25" fmla="*/ 36 h 82"/>
                <a:gd name="T26" fmla="*/ 12 w 71"/>
                <a:gd name="T27" fmla="*/ 39 h 82"/>
                <a:gd name="T28" fmla="*/ 4 w 71"/>
                <a:gd name="T29" fmla="*/ 35 h 82"/>
                <a:gd name="T30" fmla="*/ 0 w 71"/>
                <a:gd name="T31" fmla="*/ 26 h 82"/>
                <a:gd name="T32" fmla="*/ 4 w 71"/>
                <a:gd name="T33" fmla="*/ 16 h 82"/>
                <a:gd name="T34" fmla="*/ 12 w 71"/>
                <a:gd name="T35" fmla="*/ 12 h 82"/>
                <a:gd name="T36" fmla="*/ 17 w 71"/>
                <a:gd name="T37" fmla="*/ 13 h 82"/>
                <a:gd name="T38" fmla="*/ 21 w 71"/>
                <a:gd name="T39" fmla="*/ 16 h 82"/>
                <a:gd name="T40" fmla="*/ 19 w 71"/>
                <a:gd name="T41" fmla="*/ 12 h 82"/>
                <a:gd name="T42" fmla="*/ 15 w 71"/>
                <a:gd name="T43" fmla="*/ 5 h 82"/>
                <a:gd name="T44" fmla="*/ 8 w 71"/>
                <a:gd name="T45" fmla="*/ 2 h 82"/>
                <a:gd name="T46" fmla="*/ 4 w 71"/>
                <a:gd name="T47" fmla="*/ 3 h 82"/>
                <a:gd name="T48" fmla="*/ 3 w 71"/>
                <a:gd name="T49" fmla="*/ 6 h 82"/>
                <a:gd name="T50" fmla="*/ 3 w 71"/>
                <a:gd name="T51" fmla="*/ 8 h 82"/>
                <a:gd name="T52" fmla="*/ 5 w 71"/>
                <a:gd name="T53" fmla="*/ 9 h 82"/>
                <a:gd name="T54" fmla="*/ 6 w 71"/>
                <a:gd name="T55" fmla="*/ 9 h 82"/>
                <a:gd name="T56" fmla="*/ 7 w 71"/>
                <a:gd name="T57" fmla="*/ 7 h 82"/>
                <a:gd name="T58" fmla="*/ 7 w 71"/>
                <a:gd name="T59" fmla="*/ 6 h 82"/>
                <a:gd name="T60" fmla="*/ 6 w 71"/>
                <a:gd name="T61" fmla="*/ 5 h 82"/>
                <a:gd name="T62" fmla="*/ 6 w 71"/>
                <a:gd name="T63" fmla="*/ 5 h 82"/>
                <a:gd name="T64" fmla="*/ 7 w 71"/>
                <a:gd name="T65" fmla="*/ 5 h 82"/>
                <a:gd name="T66" fmla="*/ 8 w 71"/>
                <a:gd name="T67" fmla="*/ 6 h 82"/>
                <a:gd name="T68" fmla="*/ 9 w 71"/>
                <a:gd name="T69" fmla="*/ 8 h 82"/>
                <a:gd name="T70" fmla="*/ 7 w 71"/>
                <a:gd name="T71" fmla="*/ 11 h 82"/>
                <a:gd name="T72" fmla="*/ 5 w 71"/>
                <a:gd name="T73" fmla="*/ 12 h 82"/>
                <a:gd name="T74" fmla="*/ 2 w 71"/>
                <a:gd name="T75" fmla="*/ 10 h 82"/>
                <a:gd name="T76" fmla="*/ 1 w 71"/>
                <a:gd name="T77" fmla="*/ 7 h 82"/>
                <a:gd name="T78" fmla="*/ 4 w 71"/>
                <a:gd name="T79" fmla="*/ 2 h 82"/>
                <a:gd name="T80" fmla="*/ 10 w 71"/>
                <a:gd name="T81" fmla="*/ 0 h 82"/>
                <a:gd name="T82" fmla="*/ 17 w 71"/>
                <a:gd name="T83" fmla="*/ 3 h 82"/>
                <a:gd name="T84" fmla="*/ 22 w 71"/>
                <a:gd name="T85" fmla="*/ 9 h 82"/>
                <a:gd name="T86" fmla="*/ 24 w 71"/>
                <a:gd name="T87" fmla="*/ 18 h 82"/>
                <a:gd name="T88" fmla="*/ 26 w 71"/>
                <a:gd name="T89" fmla="*/ 27 h 82"/>
                <a:gd name="T90" fmla="*/ 26 w 71"/>
                <a:gd name="T91" fmla="*/ 34 h 82"/>
                <a:gd name="T92" fmla="*/ 27 w 71"/>
                <a:gd name="T93" fmla="*/ 36 h 82"/>
                <a:gd name="T94" fmla="*/ 27 w 71"/>
                <a:gd name="T95" fmla="*/ 37 h 82"/>
                <a:gd name="T96" fmla="*/ 22 w 71"/>
                <a:gd name="T97" fmla="*/ 24 h 82"/>
                <a:gd name="T98" fmla="*/ 20 w 71"/>
                <a:gd name="T99" fmla="*/ 18 h 82"/>
                <a:gd name="T100" fmla="*/ 12 w 71"/>
                <a:gd name="T101" fmla="*/ 15 h 82"/>
                <a:gd name="T102" fmla="*/ 7 w 71"/>
                <a:gd name="T103" fmla="*/ 18 h 82"/>
                <a:gd name="T104" fmla="*/ 4 w 71"/>
                <a:gd name="T105" fmla="*/ 24 h 82"/>
                <a:gd name="T106" fmla="*/ 7 w 71"/>
                <a:gd name="T107" fmla="*/ 32 h 82"/>
                <a:gd name="T108" fmla="*/ 13 w 71"/>
                <a:gd name="T109" fmla="*/ 34 h 82"/>
                <a:gd name="T110" fmla="*/ 20 w 71"/>
                <a:gd name="T111" fmla="*/ 32 h 82"/>
                <a:gd name="T112" fmla="*/ 22 w 71"/>
                <a:gd name="T113" fmla="*/ 24 h 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1" h="82">
                  <a:moveTo>
                    <a:pt x="70" y="77"/>
                  </a:moveTo>
                  <a:cubicBezTo>
                    <a:pt x="70" y="78"/>
                    <a:pt x="71" y="78"/>
                    <a:pt x="71" y="78"/>
                  </a:cubicBezTo>
                  <a:cubicBezTo>
                    <a:pt x="71" y="79"/>
                    <a:pt x="70" y="79"/>
                    <a:pt x="69" y="79"/>
                  </a:cubicBezTo>
                  <a:cubicBezTo>
                    <a:pt x="69" y="79"/>
                    <a:pt x="68" y="79"/>
                    <a:pt x="67" y="79"/>
                  </a:cubicBezTo>
                  <a:cubicBezTo>
                    <a:pt x="65" y="79"/>
                    <a:pt x="64" y="79"/>
                    <a:pt x="62" y="79"/>
                  </a:cubicBezTo>
                  <a:cubicBezTo>
                    <a:pt x="61" y="79"/>
                    <a:pt x="60" y="79"/>
                    <a:pt x="59" y="79"/>
                  </a:cubicBezTo>
                  <a:cubicBezTo>
                    <a:pt x="58" y="79"/>
                    <a:pt x="57" y="79"/>
                    <a:pt x="57" y="79"/>
                  </a:cubicBezTo>
                  <a:cubicBezTo>
                    <a:pt x="56" y="79"/>
                    <a:pt x="55" y="79"/>
                    <a:pt x="55" y="78"/>
                  </a:cubicBezTo>
                  <a:cubicBezTo>
                    <a:pt x="55" y="78"/>
                    <a:pt x="55" y="78"/>
                    <a:pt x="56" y="77"/>
                  </a:cubicBezTo>
                  <a:cubicBezTo>
                    <a:pt x="56" y="77"/>
                    <a:pt x="56" y="76"/>
                    <a:pt x="57" y="75"/>
                  </a:cubicBezTo>
                  <a:cubicBezTo>
                    <a:pt x="57" y="74"/>
                    <a:pt x="57" y="73"/>
                    <a:pt x="57" y="72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5" y="69"/>
                    <a:pt x="51" y="73"/>
                    <a:pt x="46" y="76"/>
                  </a:cubicBezTo>
                  <a:cubicBezTo>
                    <a:pt x="41" y="80"/>
                    <a:pt x="35" y="82"/>
                    <a:pt x="30" y="82"/>
                  </a:cubicBezTo>
                  <a:cubicBezTo>
                    <a:pt x="21" y="82"/>
                    <a:pt x="14" y="79"/>
                    <a:pt x="9" y="74"/>
                  </a:cubicBezTo>
                  <a:cubicBezTo>
                    <a:pt x="3" y="69"/>
                    <a:pt x="0" y="63"/>
                    <a:pt x="0" y="54"/>
                  </a:cubicBezTo>
                  <a:cubicBezTo>
                    <a:pt x="0" y="46"/>
                    <a:pt x="3" y="39"/>
                    <a:pt x="10" y="34"/>
                  </a:cubicBezTo>
                  <a:cubicBezTo>
                    <a:pt x="16" y="28"/>
                    <a:pt x="23" y="26"/>
                    <a:pt x="32" y="26"/>
                  </a:cubicBezTo>
                  <a:cubicBezTo>
                    <a:pt x="36" y="26"/>
                    <a:pt x="40" y="27"/>
                    <a:pt x="44" y="28"/>
                  </a:cubicBezTo>
                  <a:cubicBezTo>
                    <a:pt x="48" y="30"/>
                    <a:pt x="51" y="32"/>
                    <a:pt x="53" y="34"/>
                  </a:cubicBezTo>
                  <a:cubicBezTo>
                    <a:pt x="53" y="32"/>
                    <a:pt x="52" y="28"/>
                    <a:pt x="49" y="24"/>
                  </a:cubicBezTo>
                  <a:cubicBezTo>
                    <a:pt x="46" y="18"/>
                    <a:pt x="42" y="14"/>
                    <a:pt x="38" y="10"/>
                  </a:cubicBezTo>
                  <a:cubicBezTo>
                    <a:pt x="32" y="6"/>
                    <a:pt x="26" y="4"/>
                    <a:pt x="21" y="4"/>
                  </a:cubicBezTo>
                  <a:cubicBezTo>
                    <a:pt x="17" y="4"/>
                    <a:pt x="14" y="4"/>
                    <a:pt x="11" y="6"/>
                  </a:cubicBezTo>
                  <a:cubicBezTo>
                    <a:pt x="9" y="8"/>
                    <a:pt x="7" y="10"/>
                    <a:pt x="7" y="13"/>
                  </a:cubicBezTo>
                  <a:cubicBezTo>
                    <a:pt x="7" y="14"/>
                    <a:pt x="8" y="16"/>
                    <a:pt x="8" y="17"/>
                  </a:cubicBezTo>
                  <a:cubicBezTo>
                    <a:pt x="9" y="18"/>
                    <a:pt x="11" y="19"/>
                    <a:pt x="12" y="19"/>
                  </a:cubicBezTo>
                  <a:cubicBezTo>
                    <a:pt x="13" y="19"/>
                    <a:pt x="14" y="18"/>
                    <a:pt x="15" y="18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2"/>
                    <a:pt x="15" y="12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6" y="10"/>
                    <a:pt x="16" y="10"/>
                  </a:cubicBezTo>
                  <a:cubicBezTo>
                    <a:pt x="18" y="11"/>
                    <a:pt x="19" y="11"/>
                    <a:pt x="20" y="13"/>
                  </a:cubicBezTo>
                  <a:cubicBezTo>
                    <a:pt x="22" y="14"/>
                    <a:pt x="22" y="15"/>
                    <a:pt x="22" y="17"/>
                  </a:cubicBezTo>
                  <a:cubicBezTo>
                    <a:pt x="22" y="19"/>
                    <a:pt x="21" y="21"/>
                    <a:pt x="19" y="23"/>
                  </a:cubicBezTo>
                  <a:cubicBezTo>
                    <a:pt x="17" y="25"/>
                    <a:pt x="15" y="26"/>
                    <a:pt x="12" y="26"/>
                  </a:cubicBezTo>
                  <a:cubicBezTo>
                    <a:pt x="9" y="26"/>
                    <a:pt x="7" y="24"/>
                    <a:pt x="5" y="22"/>
                  </a:cubicBezTo>
                  <a:cubicBezTo>
                    <a:pt x="3" y="20"/>
                    <a:pt x="2" y="17"/>
                    <a:pt x="2" y="14"/>
                  </a:cubicBezTo>
                  <a:cubicBezTo>
                    <a:pt x="2" y="9"/>
                    <a:pt x="4" y="6"/>
                    <a:pt x="9" y="3"/>
                  </a:cubicBezTo>
                  <a:cubicBezTo>
                    <a:pt x="13" y="1"/>
                    <a:pt x="18" y="0"/>
                    <a:pt x="24" y="0"/>
                  </a:cubicBezTo>
                  <a:cubicBezTo>
                    <a:pt x="30" y="0"/>
                    <a:pt x="36" y="2"/>
                    <a:pt x="42" y="6"/>
                  </a:cubicBezTo>
                  <a:cubicBezTo>
                    <a:pt x="48" y="9"/>
                    <a:pt x="52" y="14"/>
                    <a:pt x="56" y="21"/>
                  </a:cubicBezTo>
                  <a:cubicBezTo>
                    <a:pt x="59" y="25"/>
                    <a:pt x="61" y="31"/>
                    <a:pt x="62" y="38"/>
                  </a:cubicBezTo>
                  <a:cubicBezTo>
                    <a:pt x="63" y="42"/>
                    <a:pt x="64" y="48"/>
                    <a:pt x="65" y="55"/>
                  </a:cubicBezTo>
                  <a:cubicBezTo>
                    <a:pt x="66" y="63"/>
                    <a:pt x="66" y="68"/>
                    <a:pt x="67" y="71"/>
                  </a:cubicBezTo>
                  <a:cubicBezTo>
                    <a:pt x="67" y="72"/>
                    <a:pt x="68" y="73"/>
                    <a:pt x="68" y="75"/>
                  </a:cubicBezTo>
                  <a:cubicBezTo>
                    <a:pt x="69" y="76"/>
                    <a:pt x="70" y="77"/>
                    <a:pt x="70" y="77"/>
                  </a:cubicBezTo>
                  <a:close/>
                  <a:moveTo>
                    <a:pt x="56" y="51"/>
                  </a:moveTo>
                  <a:cubicBezTo>
                    <a:pt x="56" y="45"/>
                    <a:pt x="54" y="40"/>
                    <a:pt x="50" y="37"/>
                  </a:cubicBezTo>
                  <a:cubicBezTo>
                    <a:pt x="45" y="33"/>
                    <a:pt x="39" y="31"/>
                    <a:pt x="32" y="31"/>
                  </a:cubicBezTo>
                  <a:cubicBezTo>
                    <a:pt x="26" y="31"/>
                    <a:pt x="21" y="33"/>
                    <a:pt x="17" y="37"/>
                  </a:cubicBezTo>
                  <a:cubicBezTo>
                    <a:pt x="12" y="41"/>
                    <a:pt x="10" y="46"/>
                    <a:pt x="10" y="51"/>
                  </a:cubicBezTo>
                  <a:cubicBezTo>
                    <a:pt x="10" y="58"/>
                    <a:pt x="12" y="63"/>
                    <a:pt x="17" y="67"/>
                  </a:cubicBezTo>
                  <a:cubicBezTo>
                    <a:pt x="21" y="71"/>
                    <a:pt x="27" y="73"/>
                    <a:pt x="33" y="73"/>
                  </a:cubicBezTo>
                  <a:cubicBezTo>
                    <a:pt x="40" y="73"/>
                    <a:pt x="46" y="71"/>
                    <a:pt x="50" y="67"/>
                  </a:cubicBezTo>
                  <a:cubicBezTo>
                    <a:pt x="54" y="63"/>
                    <a:pt x="56" y="58"/>
                    <a:pt x="56" y="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1386">
              <a:extLst>
                <a:ext uri="{FF2B5EF4-FFF2-40B4-BE49-F238E27FC236}">
                  <a16:creationId xmlns:a16="http://schemas.microsoft.com/office/drawing/2014/main" id="{A8EE2AD0-731E-4F34-9674-2D30B0A24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182"/>
              <a:ext cx="52" cy="64"/>
            </a:xfrm>
            <a:custGeom>
              <a:avLst/>
              <a:gdLst>
                <a:gd name="T0" fmla="*/ 27 w 72"/>
                <a:gd name="T1" fmla="*/ 35 h 82"/>
                <a:gd name="T2" fmla="*/ 27 w 72"/>
                <a:gd name="T3" fmla="*/ 36 h 82"/>
                <a:gd name="T4" fmla="*/ 25 w 72"/>
                <a:gd name="T5" fmla="*/ 37 h 82"/>
                <a:gd name="T6" fmla="*/ 25 w 72"/>
                <a:gd name="T7" fmla="*/ 37 h 82"/>
                <a:gd name="T8" fmla="*/ 25 w 72"/>
                <a:gd name="T9" fmla="*/ 38 h 82"/>
                <a:gd name="T10" fmla="*/ 24 w 72"/>
                <a:gd name="T11" fmla="*/ 38 h 82"/>
                <a:gd name="T12" fmla="*/ 24 w 72"/>
                <a:gd name="T13" fmla="*/ 38 h 82"/>
                <a:gd name="T14" fmla="*/ 22 w 72"/>
                <a:gd name="T15" fmla="*/ 36 h 82"/>
                <a:gd name="T16" fmla="*/ 20 w 72"/>
                <a:gd name="T17" fmla="*/ 32 h 82"/>
                <a:gd name="T18" fmla="*/ 17 w 72"/>
                <a:gd name="T19" fmla="*/ 36 h 82"/>
                <a:gd name="T20" fmla="*/ 12 w 72"/>
                <a:gd name="T21" fmla="*/ 39 h 82"/>
                <a:gd name="T22" fmla="*/ 3 w 72"/>
                <a:gd name="T23" fmla="*/ 34 h 82"/>
                <a:gd name="T24" fmla="*/ 0 w 72"/>
                <a:gd name="T25" fmla="*/ 24 h 82"/>
                <a:gd name="T26" fmla="*/ 1 w 72"/>
                <a:gd name="T27" fmla="*/ 17 h 82"/>
                <a:gd name="T28" fmla="*/ 3 w 72"/>
                <a:gd name="T29" fmla="*/ 12 h 82"/>
                <a:gd name="T30" fmla="*/ 5 w 72"/>
                <a:gd name="T31" fmla="*/ 7 h 82"/>
                <a:gd name="T32" fmla="*/ 4 w 72"/>
                <a:gd name="T33" fmla="*/ 6 h 82"/>
                <a:gd name="T34" fmla="*/ 3 w 72"/>
                <a:gd name="T35" fmla="*/ 5 h 82"/>
                <a:gd name="T36" fmla="*/ 1 w 72"/>
                <a:gd name="T37" fmla="*/ 5 h 82"/>
                <a:gd name="T38" fmla="*/ 1 w 72"/>
                <a:gd name="T39" fmla="*/ 4 h 82"/>
                <a:gd name="T40" fmla="*/ 2 w 72"/>
                <a:gd name="T41" fmla="*/ 4 h 82"/>
                <a:gd name="T42" fmla="*/ 3 w 72"/>
                <a:gd name="T43" fmla="*/ 3 h 82"/>
                <a:gd name="T44" fmla="*/ 5 w 72"/>
                <a:gd name="T45" fmla="*/ 3 h 82"/>
                <a:gd name="T46" fmla="*/ 7 w 72"/>
                <a:gd name="T47" fmla="*/ 2 h 82"/>
                <a:gd name="T48" fmla="*/ 9 w 72"/>
                <a:gd name="T49" fmla="*/ 0 h 82"/>
                <a:gd name="T50" fmla="*/ 9 w 72"/>
                <a:gd name="T51" fmla="*/ 0 h 82"/>
                <a:gd name="T52" fmla="*/ 9 w 72"/>
                <a:gd name="T53" fmla="*/ 1 h 82"/>
                <a:gd name="T54" fmla="*/ 9 w 72"/>
                <a:gd name="T55" fmla="*/ 2 h 82"/>
                <a:gd name="T56" fmla="*/ 9 w 72"/>
                <a:gd name="T57" fmla="*/ 2 h 82"/>
                <a:gd name="T58" fmla="*/ 5 w 72"/>
                <a:gd name="T59" fmla="*/ 10 h 82"/>
                <a:gd name="T60" fmla="*/ 4 w 72"/>
                <a:gd name="T61" fmla="*/ 21 h 82"/>
                <a:gd name="T62" fmla="*/ 6 w 72"/>
                <a:gd name="T63" fmla="*/ 31 h 82"/>
                <a:gd name="T64" fmla="*/ 12 w 72"/>
                <a:gd name="T65" fmla="*/ 34 h 82"/>
                <a:gd name="T66" fmla="*/ 17 w 72"/>
                <a:gd name="T67" fmla="*/ 33 h 82"/>
                <a:gd name="T68" fmla="*/ 20 w 72"/>
                <a:gd name="T69" fmla="*/ 28 h 82"/>
                <a:gd name="T70" fmla="*/ 20 w 72"/>
                <a:gd name="T71" fmla="*/ 5 h 82"/>
                <a:gd name="T72" fmla="*/ 19 w 72"/>
                <a:gd name="T73" fmla="*/ 3 h 82"/>
                <a:gd name="T74" fmla="*/ 18 w 72"/>
                <a:gd name="T75" fmla="*/ 2 h 82"/>
                <a:gd name="T76" fmla="*/ 18 w 72"/>
                <a:gd name="T77" fmla="*/ 2 h 82"/>
                <a:gd name="T78" fmla="*/ 18 w 72"/>
                <a:gd name="T79" fmla="*/ 2 h 82"/>
                <a:gd name="T80" fmla="*/ 20 w 72"/>
                <a:gd name="T81" fmla="*/ 2 h 82"/>
                <a:gd name="T82" fmla="*/ 22 w 72"/>
                <a:gd name="T83" fmla="*/ 2 h 82"/>
                <a:gd name="T84" fmla="*/ 24 w 72"/>
                <a:gd name="T85" fmla="*/ 2 h 82"/>
                <a:gd name="T86" fmla="*/ 25 w 72"/>
                <a:gd name="T87" fmla="*/ 2 h 82"/>
                <a:gd name="T88" fmla="*/ 26 w 72"/>
                <a:gd name="T89" fmla="*/ 2 h 82"/>
                <a:gd name="T90" fmla="*/ 25 w 72"/>
                <a:gd name="T91" fmla="*/ 2 h 82"/>
                <a:gd name="T92" fmla="*/ 25 w 72"/>
                <a:gd name="T93" fmla="*/ 3 h 82"/>
                <a:gd name="T94" fmla="*/ 24 w 72"/>
                <a:gd name="T95" fmla="*/ 5 h 82"/>
                <a:gd name="T96" fmla="*/ 24 w 72"/>
                <a:gd name="T97" fmla="*/ 27 h 82"/>
                <a:gd name="T98" fmla="*/ 25 w 72"/>
                <a:gd name="T99" fmla="*/ 32 h 82"/>
                <a:gd name="T100" fmla="*/ 27 w 72"/>
                <a:gd name="T101" fmla="*/ 34 h 82"/>
                <a:gd name="T102" fmla="*/ 27 w 72"/>
                <a:gd name="T103" fmla="*/ 34 h 82"/>
                <a:gd name="T104" fmla="*/ 27 w 72"/>
                <a:gd name="T105" fmla="*/ 35 h 8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2" h="82">
                  <a:moveTo>
                    <a:pt x="72" y="74"/>
                  </a:moveTo>
                  <a:cubicBezTo>
                    <a:pt x="72" y="74"/>
                    <a:pt x="71" y="75"/>
                    <a:pt x="70" y="76"/>
                  </a:cubicBezTo>
                  <a:cubicBezTo>
                    <a:pt x="69" y="76"/>
                    <a:pt x="69" y="77"/>
                    <a:pt x="68" y="78"/>
                  </a:cubicBezTo>
                  <a:cubicBezTo>
                    <a:pt x="67" y="78"/>
                    <a:pt x="67" y="79"/>
                    <a:pt x="66" y="80"/>
                  </a:cubicBezTo>
                  <a:cubicBezTo>
                    <a:pt x="66" y="80"/>
                    <a:pt x="66" y="80"/>
                    <a:pt x="65" y="81"/>
                  </a:cubicBezTo>
                  <a:cubicBezTo>
                    <a:pt x="65" y="81"/>
                    <a:pt x="65" y="81"/>
                    <a:pt x="64" y="81"/>
                  </a:cubicBezTo>
                  <a:cubicBezTo>
                    <a:pt x="64" y="81"/>
                    <a:pt x="64" y="81"/>
                    <a:pt x="63" y="81"/>
                  </a:cubicBezTo>
                  <a:cubicBezTo>
                    <a:pt x="61" y="80"/>
                    <a:pt x="59" y="78"/>
                    <a:pt x="57" y="76"/>
                  </a:cubicBezTo>
                  <a:cubicBezTo>
                    <a:pt x="55" y="73"/>
                    <a:pt x="53" y="69"/>
                    <a:pt x="53" y="66"/>
                  </a:cubicBezTo>
                  <a:cubicBezTo>
                    <a:pt x="52" y="70"/>
                    <a:pt x="49" y="73"/>
                    <a:pt x="45" y="76"/>
                  </a:cubicBezTo>
                  <a:cubicBezTo>
                    <a:pt x="40" y="80"/>
                    <a:pt x="35" y="82"/>
                    <a:pt x="30" y="82"/>
                  </a:cubicBezTo>
                  <a:cubicBezTo>
                    <a:pt x="20" y="82"/>
                    <a:pt x="12" y="78"/>
                    <a:pt x="7" y="72"/>
                  </a:cubicBezTo>
                  <a:cubicBezTo>
                    <a:pt x="2" y="66"/>
                    <a:pt x="0" y="59"/>
                    <a:pt x="0" y="51"/>
                  </a:cubicBezTo>
                  <a:cubicBezTo>
                    <a:pt x="0" y="46"/>
                    <a:pt x="1" y="41"/>
                    <a:pt x="2" y="36"/>
                  </a:cubicBezTo>
                  <a:cubicBezTo>
                    <a:pt x="3" y="33"/>
                    <a:pt x="5" y="29"/>
                    <a:pt x="7" y="25"/>
                  </a:cubicBezTo>
                  <a:cubicBezTo>
                    <a:pt x="7" y="23"/>
                    <a:pt x="9" y="20"/>
                    <a:pt x="12" y="15"/>
                  </a:cubicBezTo>
                  <a:cubicBezTo>
                    <a:pt x="12" y="14"/>
                    <a:pt x="12" y="14"/>
                    <a:pt x="11" y="13"/>
                  </a:cubicBezTo>
                  <a:cubicBezTo>
                    <a:pt x="10" y="12"/>
                    <a:pt x="9" y="12"/>
                    <a:pt x="7" y="11"/>
                  </a:cubicBezTo>
                  <a:cubicBezTo>
                    <a:pt x="6" y="11"/>
                    <a:pt x="5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4" y="8"/>
                    <a:pt x="5" y="8"/>
                  </a:cubicBezTo>
                  <a:cubicBezTo>
                    <a:pt x="6" y="8"/>
                    <a:pt x="7" y="8"/>
                    <a:pt x="8" y="7"/>
                  </a:cubicBezTo>
                  <a:cubicBezTo>
                    <a:pt x="10" y="7"/>
                    <a:pt x="11" y="6"/>
                    <a:pt x="13" y="6"/>
                  </a:cubicBezTo>
                  <a:cubicBezTo>
                    <a:pt x="15" y="5"/>
                    <a:pt x="17" y="4"/>
                    <a:pt x="19" y="3"/>
                  </a:cubicBezTo>
                  <a:cubicBezTo>
                    <a:pt x="21" y="2"/>
                    <a:pt x="22" y="1"/>
                    <a:pt x="24" y="0"/>
                  </a:cubicBezTo>
                  <a:cubicBezTo>
                    <a:pt x="24" y="0"/>
                    <a:pt x="25" y="0"/>
                    <a:pt x="25" y="0"/>
                  </a:cubicBezTo>
                  <a:cubicBezTo>
                    <a:pt x="25" y="0"/>
                    <a:pt x="25" y="0"/>
                    <a:pt x="25" y="1"/>
                  </a:cubicBezTo>
                  <a:cubicBezTo>
                    <a:pt x="26" y="1"/>
                    <a:pt x="26" y="1"/>
                    <a:pt x="25" y="2"/>
                  </a:cubicBezTo>
                  <a:cubicBezTo>
                    <a:pt x="25" y="2"/>
                    <a:pt x="25" y="3"/>
                    <a:pt x="25" y="3"/>
                  </a:cubicBezTo>
                  <a:cubicBezTo>
                    <a:pt x="20" y="9"/>
                    <a:pt x="16" y="15"/>
                    <a:pt x="14" y="22"/>
                  </a:cubicBezTo>
                  <a:cubicBezTo>
                    <a:pt x="11" y="29"/>
                    <a:pt x="9" y="36"/>
                    <a:pt x="9" y="44"/>
                  </a:cubicBezTo>
                  <a:cubicBezTo>
                    <a:pt x="9" y="53"/>
                    <a:pt x="11" y="60"/>
                    <a:pt x="15" y="65"/>
                  </a:cubicBezTo>
                  <a:cubicBezTo>
                    <a:pt x="19" y="71"/>
                    <a:pt x="24" y="73"/>
                    <a:pt x="31" y="73"/>
                  </a:cubicBezTo>
                  <a:cubicBezTo>
                    <a:pt x="35" y="73"/>
                    <a:pt x="40" y="72"/>
                    <a:pt x="44" y="69"/>
                  </a:cubicBezTo>
                  <a:cubicBezTo>
                    <a:pt x="48" y="67"/>
                    <a:pt x="51" y="63"/>
                    <a:pt x="53" y="59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9"/>
                    <a:pt x="52" y="8"/>
                    <a:pt x="50" y="7"/>
                  </a:cubicBezTo>
                  <a:cubicBezTo>
                    <a:pt x="49" y="6"/>
                    <a:pt x="48" y="5"/>
                    <a:pt x="47" y="4"/>
                  </a:cubicBezTo>
                  <a:cubicBezTo>
                    <a:pt x="47" y="4"/>
                    <a:pt x="47" y="4"/>
                    <a:pt x="47" y="3"/>
                  </a:cubicBezTo>
                  <a:cubicBezTo>
                    <a:pt x="47" y="3"/>
                    <a:pt x="47" y="2"/>
                    <a:pt x="48" y="2"/>
                  </a:cubicBezTo>
                  <a:cubicBezTo>
                    <a:pt x="49" y="2"/>
                    <a:pt x="51" y="2"/>
                    <a:pt x="53" y="3"/>
                  </a:cubicBezTo>
                  <a:cubicBezTo>
                    <a:pt x="56" y="3"/>
                    <a:pt x="57" y="3"/>
                    <a:pt x="58" y="3"/>
                  </a:cubicBezTo>
                  <a:cubicBezTo>
                    <a:pt x="60" y="3"/>
                    <a:pt x="62" y="3"/>
                    <a:pt x="63" y="3"/>
                  </a:cubicBezTo>
                  <a:cubicBezTo>
                    <a:pt x="64" y="3"/>
                    <a:pt x="66" y="3"/>
                    <a:pt x="67" y="2"/>
                  </a:cubicBezTo>
                  <a:cubicBezTo>
                    <a:pt x="68" y="2"/>
                    <a:pt x="69" y="3"/>
                    <a:pt x="69" y="3"/>
                  </a:cubicBezTo>
                  <a:cubicBezTo>
                    <a:pt x="69" y="4"/>
                    <a:pt x="68" y="4"/>
                    <a:pt x="68" y="5"/>
                  </a:cubicBezTo>
                  <a:cubicBezTo>
                    <a:pt x="67" y="6"/>
                    <a:pt x="66" y="6"/>
                    <a:pt x="65" y="7"/>
                  </a:cubicBezTo>
                  <a:cubicBezTo>
                    <a:pt x="64" y="8"/>
                    <a:pt x="63" y="9"/>
                    <a:pt x="63" y="10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62"/>
                    <a:pt x="64" y="66"/>
                    <a:pt x="66" y="68"/>
                  </a:cubicBezTo>
                  <a:cubicBezTo>
                    <a:pt x="67" y="69"/>
                    <a:pt x="69" y="71"/>
                    <a:pt x="71" y="72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2" y="74"/>
                    <a:pt x="72" y="74"/>
                    <a:pt x="72" y="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1387">
              <a:extLst>
                <a:ext uri="{FF2B5EF4-FFF2-40B4-BE49-F238E27FC236}">
                  <a16:creationId xmlns:a16="http://schemas.microsoft.com/office/drawing/2014/main" id="{82610F3F-62F1-4E43-BFCB-ACE44A43A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182"/>
              <a:ext cx="43" cy="61"/>
            </a:xfrm>
            <a:custGeom>
              <a:avLst/>
              <a:gdLst>
                <a:gd name="T0" fmla="*/ 22 w 60"/>
                <a:gd name="T1" fmla="*/ 5 h 79"/>
                <a:gd name="T2" fmla="*/ 22 w 60"/>
                <a:gd name="T3" fmla="*/ 9 h 79"/>
                <a:gd name="T4" fmla="*/ 19 w 60"/>
                <a:gd name="T5" fmla="*/ 10 h 79"/>
                <a:gd name="T6" fmla="*/ 17 w 60"/>
                <a:gd name="T7" fmla="*/ 9 h 79"/>
                <a:gd name="T8" fmla="*/ 16 w 60"/>
                <a:gd name="T9" fmla="*/ 9 h 79"/>
                <a:gd name="T10" fmla="*/ 16 w 60"/>
                <a:gd name="T11" fmla="*/ 8 h 79"/>
                <a:gd name="T12" fmla="*/ 16 w 60"/>
                <a:gd name="T13" fmla="*/ 8 h 79"/>
                <a:gd name="T14" fmla="*/ 17 w 60"/>
                <a:gd name="T15" fmla="*/ 8 h 79"/>
                <a:gd name="T16" fmla="*/ 18 w 60"/>
                <a:gd name="T17" fmla="*/ 7 h 79"/>
                <a:gd name="T18" fmla="*/ 19 w 60"/>
                <a:gd name="T19" fmla="*/ 5 h 79"/>
                <a:gd name="T20" fmla="*/ 17 w 60"/>
                <a:gd name="T21" fmla="*/ 4 h 79"/>
                <a:gd name="T22" fmla="*/ 15 w 60"/>
                <a:gd name="T23" fmla="*/ 3 h 79"/>
                <a:gd name="T24" fmla="*/ 11 w 60"/>
                <a:gd name="T25" fmla="*/ 5 h 79"/>
                <a:gd name="T26" fmla="*/ 8 w 60"/>
                <a:gd name="T27" fmla="*/ 10 h 79"/>
                <a:gd name="T28" fmla="*/ 8 w 60"/>
                <a:gd name="T29" fmla="*/ 32 h 79"/>
                <a:gd name="T30" fmla="*/ 9 w 60"/>
                <a:gd name="T31" fmla="*/ 34 h 79"/>
                <a:gd name="T32" fmla="*/ 10 w 60"/>
                <a:gd name="T33" fmla="*/ 36 h 79"/>
                <a:gd name="T34" fmla="*/ 10 w 60"/>
                <a:gd name="T35" fmla="*/ 36 h 79"/>
                <a:gd name="T36" fmla="*/ 10 w 60"/>
                <a:gd name="T37" fmla="*/ 36 h 79"/>
                <a:gd name="T38" fmla="*/ 9 w 60"/>
                <a:gd name="T39" fmla="*/ 36 h 79"/>
                <a:gd name="T40" fmla="*/ 6 w 60"/>
                <a:gd name="T41" fmla="*/ 36 h 79"/>
                <a:gd name="T42" fmla="*/ 4 w 60"/>
                <a:gd name="T43" fmla="*/ 36 h 79"/>
                <a:gd name="T44" fmla="*/ 3 w 60"/>
                <a:gd name="T45" fmla="*/ 36 h 79"/>
                <a:gd name="T46" fmla="*/ 3 w 60"/>
                <a:gd name="T47" fmla="*/ 36 h 79"/>
                <a:gd name="T48" fmla="*/ 3 w 60"/>
                <a:gd name="T49" fmla="*/ 36 h 79"/>
                <a:gd name="T50" fmla="*/ 4 w 60"/>
                <a:gd name="T51" fmla="*/ 35 h 79"/>
                <a:gd name="T52" fmla="*/ 4 w 60"/>
                <a:gd name="T53" fmla="*/ 32 h 79"/>
                <a:gd name="T54" fmla="*/ 4 w 60"/>
                <a:gd name="T55" fmla="*/ 12 h 79"/>
                <a:gd name="T56" fmla="*/ 3 w 60"/>
                <a:gd name="T57" fmla="*/ 7 h 79"/>
                <a:gd name="T58" fmla="*/ 1 w 60"/>
                <a:gd name="T59" fmla="*/ 4 h 79"/>
                <a:gd name="T60" fmla="*/ 0 w 60"/>
                <a:gd name="T61" fmla="*/ 4 h 79"/>
                <a:gd name="T62" fmla="*/ 1 w 60"/>
                <a:gd name="T63" fmla="*/ 4 h 79"/>
                <a:gd name="T64" fmla="*/ 1 w 60"/>
                <a:gd name="T65" fmla="*/ 2 h 79"/>
                <a:gd name="T66" fmla="*/ 2 w 60"/>
                <a:gd name="T67" fmla="*/ 2 h 79"/>
                <a:gd name="T68" fmla="*/ 3 w 60"/>
                <a:gd name="T69" fmla="*/ 1 h 79"/>
                <a:gd name="T70" fmla="*/ 3 w 60"/>
                <a:gd name="T71" fmla="*/ 1 h 79"/>
                <a:gd name="T72" fmla="*/ 3 w 60"/>
                <a:gd name="T73" fmla="*/ 1 h 79"/>
                <a:gd name="T74" fmla="*/ 6 w 60"/>
                <a:gd name="T75" fmla="*/ 3 h 79"/>
                <a:gd name="T76" fmla="*/ 8 w 60"/>
                <a:gd name="T77" fmla="*/ 7 h 79"/>
                <a:gd name="T78" fmla="*/ 11 w 60"/>
                <a:gd name="T79" fmla="*/ 2 h 79"/>
                <a:gd name="T80" fmla="*/ 16 w 60"/>
                <a:gd name="T81" fmla="*/ 0 h 79"/>
                <a:gd name="T82" fmla="*/ 21 w 60"/>
                <a:gd name="T83" fmla="*/ 2 h 79"/>
                <a:gd name="T84" fmla="*/ 22 w 60"/>
                <a:gd name="T85" fmla="*/ 5 h 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0" h="79">
                  <a:moveTo>
                    <a:pt x="60" y="12"/>
                  </a:moveTo>
                  <a:cubicBezTo>
                    <a:pt x="60" y="15"/>
                    <a:pt x="59" y="17"/>
                    <a:pt x="58" y="19"/>
                  </a:cubicBezTo>
                  <a:cubicBezTo>
                    <a:pt x="56" y="21"/>
                    <a:pt x="54" y="22"/>
                    <a:pt x="51" y="22"/>
                  </a:cubicBezTo>
                  <a:cubicBezTo>
                    <a:pt x="49" y="22"/>
                    <a:pt x="47" y="22"/>
                    <a:pt x="46" y="21"/>
                  </a:cubicBezTo>
                  <a:cubicBezTo>
                    <a:pt x="44" y="21"/>
                    <a:pt x="44" y="20"/>
                    <a:pt x="43" y="19"/>
                  </a:cubicBezTo>
                  <a:cubicBezTo>
                    <a:pt x="43" y="19"/>
                    <a:pt x="43" y="18"/>
                    <a:pt x="43" y="18"/>
                  </a:cubicBezTo>
                  <a:cubicBezTo>
                    <a:pt x="43" y="18"/>
                    <a:pt x="43" y="18"/>
                    <a:pt x="44" y="18"/>
                  </a:cubicBezTo>
                  <a:cubicBezTo>
                    <a:pt x="45" y="18"/>
                    <a:pt x="46" y="18"/>
                    <a:pt x="46" y="17"/>
                  </a:cubicBezTo>
                  <a:cubicBezTo>
                    <a:pt x="47" y="17"/>
                    <a:pt x="48" y="17"/>
                    <a:pt x="49" y="16"/>
                  </a:cubicBezTo>
                  <a:cubicBezTo>
                    <a:pt x="50" y="15"/>
                    <a:pt x="50" y="14"/>
                    <a:pt x="50" y="12"/>
                  </a:cubicBezTo>
                  <a:cubicBezTo>
                    <a:pt x="50" y="10"/>
                    <a:pt x="49" y="9"/>
                    <a:pt x="48" y="8"/>
                  </a:cubicBezTo>
                  <a:cubicBezTo>
                    <a:pt x="46" y="7"/>
                    <a:pt x="44" y="6"/>
                    <a:pt x="41" y="6"/>
                  </a:cubicBezTo>
                  <a:cubicBezTo>
                    <a:pt x="37" y="6"/>
                    <a:pt x="34" y="8"/>
                    <a:pt x="30" y="11"/>
                  </a:cubicBezTo>
                  <a:cubicBezTo>
                    <a:pt x="27" y="14"/>
                    <a:pt x="24" y="18"/>
                    <a:pt x="23" y="22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2"/>
                    <a:pt x="23" y="73"/>
                    <a:pt x="24" y="74"/>
                  </a:cubicBezTo>
                  <a:cubicBezTo>
                    <a:pt x="26" y="75"/>
                    <a:pt x="27" y="76"/>
                    <a:pt x="28" y="77"/>
                  </a:cubicBezTo>
                  <a:cubicBezTo>
                    <a:pt x="28" y="77"/>
                    <a:pt x="28" y="78"/>
                    <a:pt x="28" y="78"/>
                  </a:cubicBezTo>
                  <a:cubicBezTo>
                    <a:pt x="28" y="79"/>
                    <a:pt x="28" y="79"/>
                    <a:pt x="27" y="79"/>
                  </a:cubicBezTo>
                  <a:cubicBezTo>
                    <a:pt x="26" y="79"/>
                    <a:pt x="25" y="79"/>
                    <a:pt x="24" y="79"/>
                  </a:cubicBezTo>
                  <a:cubicBezTo>
                    <a:pt x="21" y="79"/>
                    <a:pt x="19" y="79"/>
                    <a:pt x="18" y="79"/>
                  </a:cubicBezTo>
                  <a:cubicBezTo>
                    <a:pt x="15" y="79"/>
                    <a:pt x="14" y="79"/>
                    <a:pt x="13" y="79"/>
                  </a:cubicBezTo>
                  <a:cubicBezTo>
                    <a:pt x="11" y="79"/>
                    <a:pt x="10" y="79"/>
                    <a:pt x="8" y="79"/>
                  </a:cubicBezTo>
                  <a:cubicBezTo>
                    <a:pt x="7" y="79"/>
                    <a:pt x="7" y="79"/>
                    <a:pt x="7" y="78"/>
                  </a:cubicBezTo>
                  <a:cubicBezTo>
                    <a:pt x="7" y="78"/>
                    <a:pt x="7" y="77"/>
                    <a:pt x="8" y="76"/>
                  </a:cubicBezTo>
                  <a:cubicBezTo>
                    <a:pt x="9" y="76"/>
                    <a:pt x="9" y="75"/>
                    <a:pt x="10" y="75"/>
                  </a:cubicBezTo>
                  <a:cubicBezTo>
                    <a:pt x="12" y="73"/>
                    <a:pt x="12" y="72"/>
                    <a:pt x="12" y="71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0"/>
                    <a:pt x="11" y="17"/>
                    <a:pt x="9" y="15"/>
                  </a:cubicBezTo>
                  <a:cubicBezTo>
                    <a:pt x="8" y="13"/>
                    <a:pt x="5" y="11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2" y="3"/>
                    <a:pt x="14" y="5"/>
                    <a:pt x="16" y="6"/>
                  </a:cubicBezTo>
                  <a:cubicBezTo>
                    <a:pt x="19" y="9"/>
                    <a:pt x="21" y="13"/>
                    <a:pt x="21" y="16"/>
                  </a:cubicBezTo>
                  <a:cubicBezTo>
                    <a:pt x="23" y="12"/>
                    <a:pt x="26" y="8"/>
                    <a:pt x="30" y="5"/>
                  </a:cubicBezTo>
                  <a:cubicBezTo>
                    <a:pt x="35" y="2"/>
                    <a:pt x="40" y="0"/>
                    <a:pt x="45" y="0"/>
                  </a:cubicBezTo>
                  <a:cubicBezTo>
                    <a:pt x="50" y="0"/>
                    <a:pt x="54" y="1"/>
                    <a:pt x="56" y="3"/>
                  </a:cubicBezTo>
                  <a:cubicBezTo>
                    <a:pt x="59" y="6"/>
                    <a:pt x="60" y="8"/>
                    <a:pt x="60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1388">
              <a:extLst>
                <a:ext uri="{FF2B5EF4-FFF2-40B4-BE49-F238E27FC236}">
                  <a16:creationId xmlns:a16="http://schemas.microsoft.com/office/drawing/2014/main" id="{D5B51444-CB2B-4F62-A2C6-66148B78F8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30" y="1182"/>
              <a:ext cx="51" cy="64"/>
            </a:xfrm>
            <a:custGeom>
              <a:avLst/>
              <a:gdLst>
                <a:gd name="T0" fmla="*/ 26 w 71"/>
                <a:gd name="T1" fmla="*/ 37 h 82"/>
                <a:gd name="T2" fmla="*/ 27 w 71"/>
                <a:gd name="T3" fmla="*/ 37 h 82"/>
                <a:gd name="T4" fmla="*/ 26 w 71"/>
                <a:gd name="T5" fmla="*/ 37 h 82"/>
                <a:gd name="T6" fmla="*/ 24 w 71"/>
                <a:gd name="T7" fmla="*/ 37 h 82"/>
                <a:gd name="T8" fmla="*/ 23 w 71"/>
                <a:gd name="T9" fmla="*/ 37 h 82"/>
                <a:gd name="T10" fmla="*/ 22 w 71"/>
                <a:gd name="T11" fmla="*/ 37 h 82"/>
                <a:gd name="T12" fmla="*/ 21 w 71"/>
                <a:gd name="T13" fmla="*/ 37 h 82"/>
                <a:gd name="T14" fmla="*/ 21 w 71"/>
                <a:gd name="T15" fmla="*/ 37 h 82"/>
                <a:gd name="T16" fmla="*/ 21 w 71"/>
                <a:gd name="T17" fmla="*/ 37 h 82"/>
                <a:gd name="T18" fmla="*/ 21 w 71"/>
                <a:gd name="T19" fmla="*/ 36 h 82"/>
                <a:gd name="T20" fmla="*/ 21 w 71"/>
                <a:gd name="T21" fmla="*/ 34 h 82"/>
                <a:gd name="T22" fmla="*/ 21 w 71"/>
                <a:gd name="T23" fmla="*/ 31 h 82"/>
                <a:gd name="T24" fmla="*/ 17 w 71"/>
                <a:gd name="T25" fmla="*/ 36 h 82"/>
                <a:gd name="T26" fmla="*/ 11 w 71"/>
                <a:gd name="T27" fmla="*/ 39 h 82"/>
                <a:gd name="T28" fmla="*/ 3 w 71"/>
                <a:gd name="T29" fmla="*/ 35 h 82"/>
                <a:gd name="T30" fmla="*/ 0 w 71"/>
                <a:gd name="T31" fmla="*/ 26 h 82"/>
                <a:gd name="T32" fmla="*/ 4 w 71"/>
                <a:gd name="T33" fmla="*/ 16 h 82"/>
                <a:gd name="T34" fmla="*/ 12 w 71"/>
                <a:gd name="T35" fmla="*/ 12 h 82"/>
                <a:gd name="T36" fmla="*/ 17 w 71"/>
                <a:gd name="T37" fmla="*/ 13 h 82"/>
                <a:gd name="T38" fmla="*/ 19 w 71"/>
                <a:gd name="T39" fmla="*/ 16 h 82"/>
                <a:gd name="T40" fmla="*/ 18 w 71"/>
                <a:gd name="T41" fmla="*/ 12 h 82"/>
                <a:gd name="T42" fmla="*/ 14 w 71"/>
                <a:gd name="T43" fmla="*/ 5 h 82"/>
                <a:gd name="T44" fmla="*/ 8 w 71"/>
                <a:gd name="T45" fmla="*/ 2 h 82"/>
                <a:gd name="T46" fmla="*/ 4 w 71"/>
                <a:gd name="T47" fmla="*/ 3 h 82"/>
                <a:gd name="T48" fmla="*/ 3 w 71"/>
                <a:gd name="T49" fmla="*/ 6 h 82"/>
                <a:gd name="T50" fmla="*/ 3 w 71"/>
                <a:gd name="T51" fmla="*/ 8 h 82"/>
                <a:gd name="T52" fmla="*/ 4 w 71"/>
                <a:gd name="T53" fmla="*/ 9 h 82"/>
                <a:gd name="T54" fmla="*/ 6 w 71"/>
                <a:gd name="T55" fmla="*/ 9 h 82"/>
                <a:gd name="T56" fmla="*/ 6 w 71"/>
                <a:gd name="T57" fmla="*/ 7 h 82"/>
                <a:gd name="T58" fmla="*/ 6 w 71"/>
                <a:gd name="T59" fmla="*/ 6 h 82"/>
                <a:gd name="T60" fmla="*/ 6 w 71"/>
                <a:gd name="T61" fmla="*/ 5 h 82"/>
                <a:gd name="T62" fmla="*/ 6 w 71"/>
                <a:gd name="T63" fmla="*/ 5 h 82"/>
                <a:gd name="T64" fmla="*/ 6 w 71"/>
                <a:gd name="T65" fmla="*/ 5 h 82"/>
                <a:gd name="T66" fmla="*/ 8 w 71"/>
                <a:gd name="T67" fmla="*/ 6 h 82"/>
                <a:gd name="T68" fmla="*/ 9 w 71"/>
                <a:gd name="T69" fmla="*/ 8 h 82"/>
                <a:gd name="T70" fmla="*/ 7 w 71"/>
                <a:gd name="T71" fmla="*/ 11 h 82"/>
                <a:gd name="T72" fmla="*/ 4 w 71"/>
                <a:gd name="T73" fmla="*/ 12 h 82"/>
                <a:gd name="T74" fmla="*/ 2 w 71"/>
                <a:gd name="T75" fmla="*/ 10 h 82"/>
                <a:gd name="T76" fmla="*/ 1 w 71"/>
                <a:gd name="T77" fmla="*/ 7 h 82"/>
                <a:gd name="T78" fmla="*/ 3 w 71"/>
                <a:gd name="T79" fmla="*/ 2 h 82"/>
                <a:gd name="T80" fmla="*/ 9 w 71"/>
                <a:gd name="T81" fmla="*/ 0 h 82"/>
                <a:gd name="T82" fmla="*/ 16 w 71"/>
                <a:gd name="T83" fmla="*/ 3 h 82"/>
                <a:gd name="T84" fmla="*/ 21 w 71"/>
                <a:gd name="T85" fmla="*/ 9 h 82"/>
                <a:gd name="T86" fmla="*/ 23 w 71"/>
                <a:gd name="T87" fmla="*/ 18 h 82"/>
                <a:gd name="T88" fmla="*/ 24 w 71"/>
                <a:gd name="T89" fmla="*/ 27 h 82"/>
                <a:gd name="T90" fmla="*/ 24 w 71"/>
                <a:gd name="T91" fmla="*/ 34 h 82"/>
                <a:gd name="T92" fmla="*/ 26 w 71"/>
                <a:gd name="T93" fmla="*/ 36 h 82"/>
                <a:gd name="T94" fmla="*/ 26 w 71"/>
                <a:gd name="T95" fmla="*/ 37 h 82"/>
                <a:gd name="T96" fmla="*/ 21 w 71"/>
                <a:gd name="T97" fmla="*/ 24 h 82"/>
                <a:gd name="T98" fmla="*/ 19 w 71"/>
                <a:gd name="T99" fmla="*/ 18 h 82"/>
                <a:gd name="T100" fmla="*/ 12 w 71"/>
                <a:gd name="T101" fmla="*/ 15 h 82"/>
                <a:gd name="T102" fmla="*/ 6 w 71"/>
                <a:gd name="T103" fmla="*/ 18 h 82"/>
                <a:gd name="T104" fmla="*/ 4 w 71"/>
                <a:gd name="T105" fmla="*/ 24 h 82"/>
                <a:gd name="T106" fmla="*/ 6 w 71"/>
                <a:gd name="T107" fmla="*/ 32 h 82"/>
                <a:gd name="T108" fmla="*/ 12 w 71"/>
                <a:gd name="T109" fmla="*/ 34 h 82"/>
                <a:gd name="T110" fmla="*/ 19 w 71"/>
                <a:gd name="T111" fmla="*/ 32 h 82"/>
                <a:gd name="T112" fmla="*/ 21 w 71"/>
                <a:gd name="T113" fmla="*/ 24 h 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1" h="82">
                  <a:moveTo>
                    <a:pt x="70" y="77"/>
                  </a:moveTo>
                  <a:cubicBezTo>
                    <a:pt x="71" y="78"/>
                    <a:pt x="71" y="78"/>
                    <a:pt x="71" y="78"/>
                  </a:cubicBezTo>
                  <a:cubicBezTo>
                    <a:pt x="71" y="79"/>
                    <a:pt x="70" y="79"/>
                    <a:pt x="70" y="79"/>
                  </a:cubicBezTo>
                  <a:cubicBezTo>
                    <a:pt x="69" y="79"/>
                    <a:pt x="69" y="79"/>
                    <a:pt x="67" y="79"/>
                  </a:cubicBezTo>
                  <a:cubicBezTo>
                    <a:pt x="65" y="79"/>
                    <a:pt x="64" y="79"/>
                    <a:pt x="63" y="79"/>
                  </a:cubicBezTo>
                  <a:cubicBezTo>
                    <a:pt x="62" y="79"/>
                    <a:pt x="61" y="79"/>
                    <a:pt x="59" y="79"/>
                  </a:cubicBezTo>
                  <a:cubicBezTo>
                    <a:pt x="58" y="79"/>
                    <a:pt x="57" y="79"/>
                    <a:pt x="57" y="79"/>
                  </a:cubicBezTo>
                  <a:cubicBezTo>
                    <a:pt x="56" y="79"/>
                    <a:pt x="55" y="79"/>
                    <a:pt x="55" y="78"/>
                  </a:cubicBezTo>
                  <a:cubicBezTo>
                    <a:pt x="55" y="78"/>
                    <a:pt x="56" y="78"/>
                    <a:pt x="56" y="77"/>
                  </a:cubicBezTo>
                  <a:cubicBezTo>
                    <a:pt x="56" y="77"/>
                    <a:pt x="57" y="76"/>
                    <a:pt x="57" y="75"/>
                  </a:cubicBezTo>
                  <a:cubicBezTo>
                    <a:pt x="57" y="74"/>
                    <a:pt x="57" y="73"/>
                    <a:pt x="57" y="72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5" y="69"/>
                    <a:pt x="51" y="73"/>
                    <a:pt x="47" y="76"/>
                  </a:cubicBezTo>
                  <a:cubicBezTo>
                    <a:pt x="41" y="80"/>
                    <a:pt x="36" y="82"/>
                    <a:pt x="30" y="82"/>
                  </a:cubicBezTo>
                  <a:cubicBezTo>
                    <a:pt x="22" y="82"/>
                    <a:pt x="15" y="79"/>
                    <a:pt x="9" y="74"/>
                  </a:cubicBezTo>
                  <a:cubicBezTo>
                    <a:pt x="3" y="69"/>
                    <a:pt x="0" y="63"/>
                    <a:pt x="0" y="54"/>
                  </a:cubicBezTo>
                  <a:cubicBezTo>
                    <a:pt x="0" y="46"/>
                    <a:pt x="3" y="39"/>
                    <a:pt x="10" y="34"/>
                  </a:cubicBezTo>
                  <a:cubicBezTo>
                    <a:pt x="16" y="28"/>
                    <a:pt x="24" y="26"/>
                    <a:pt x="32" y="26"/>
                  </a:cubicBezTo>
                  <a:cubicBezTo>
                    <a:pt x="36" y="26"/>
                    <a:pt x="40" y="27"/>
                    <a:pt x="44" y="28"/>
                  </a:cubicBezTo>
                  <a:cubicBezTo>
                    <a:pt x="48" y="30"/>
                    <a:pt x="51" y="32"/>
                    <a:pt x="53" y="34"/>
                  </a:cubicBezTo>
                  <a:cubicBezTo>
                    <a:pt x="53" y="32"/>
                    <a:pt x="52" y="28"/>
                    <a:pt x="49" y="24"/>
                  </a:cubicBezTo>
                  <a:cubicBezTo>
                    <a:pt x="46" y="18"/>
                    <a:pt x="42" y="14"/>
                    <a:pt x="38" y="10"/>
                  </a:cubicBezTo>
                  <a:cubicBezTo>
                    <a:pt x="32" y="6"/>
                    <a:pt x="27" y="4"/>
                    <a:pt x="21" y="4"/>
                  </a:cubicBezTo>
                  <a:cubicBezTo>
                    <a:pt x="17" y="4"/>
                    <a:pt x="14" y="4"/>
                    <a:pt x="12" y="6"/>
                  </a:cubicBezTo>
                  <a:cubicBezTo>
                    <a:pt x="9" y="8"/>
                    <a:pt x="7" y="10"/>
                    <a:pt x="7" y="13"/>
                  </a:cubicBezTo>
                  <a:cubicBezTo>
                    <a:pt x="7" y="14"/>
                    <a:pt x="8" y="16"/>
                    <a:pt x="9" y="17"/>
                  </a:cubicBezTo>
                  <a:cubicBezTo>
                    <a:pt x="10" y="18"/>
                    <a:pt x="11" y="19"/>
                    <a:pt x="12" y="19"/>
                  </a:cubicBezTo>
                  <a:cubicBezTo>
                    <a:pt x="13" y="19"/>
                    <a:pt x="14" y="18"/>
                    <a:pt x="15" y="18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2"/>
                    <a:pt x="16" y="12"/>
                    <a:pt x="16" y="11"/>
                  </a:cubicBezTo>
                  <a:cubicBezTo>
                    <a:pt x="15" y="11"/>
                    <a:pt x="15" y="11"/>
                    <a:pt x="16" y="11"/>
                  </a:cubicBezTo>
                  <a:cubicBezTo>
                    <a:pt x="16" y="11"/>
                    <a:pt x="16" y="10"/>
                    <a:pt x="17" y="10"/>
                  </a:cubicBezTo>
                  <a:cubicBezTo>
                    <a:pt x="18" y="11"/>
                    <a:pt x="19" y="11"/>
                    <a:pt x="21" y="13"/>
                  </a:cubicBezTo>
                  <a:cubicBezTo>
                    <a:pt x="22" y="14"/>
                    <a:pt x="23" y="15"/>
                    <a:pt x="23" y="17"/>
                  </a:cubicBezTo>
                  <a:cubicBezTo>
                    <a:pt x="23" y="19"/>
                    <a:pt x="22" y="21"/>
                    <a:pt x="20" y="23"/>
                  </a:cubicBezTo>
                  <a:cubicBezTo>
                    <a:pt x="18" y="25"/>
                    <a:pt x="15" y="26"/>
                    <a:pt x="13" y="26"/>
                  </a:cubicBezTo>
                  <a:cubicBezTo>
                    <a:pt x="10" y="26"/>
                    <a:pt x="7" y="24"/>
                    <a:pt x="5" y="22"/>
                  </a:cubicBezTo>
                  <a:cubicBezTo>
                    <a:pt x="3" y="20"/>
                    <a:pt x="2" y="17"/>
                    <a:pt x="2" y="14"/>
                  </a:cubicBezTo>
                  <a:cubicBezTo>
                    <a:pt x="2" y="9"/>
                    <a:pt x="4" y="6"/>
                    <a:pt x="9" y="3"/>
                  </a:cubicBezTo>
                  <a:cubicBezTo>
                    <a:pt x="13" y="1"/>
                    <a:pt x="19" y="0"/>
                    <a:pt x="25" y="0"/>
                  </a:cubicBezTo>
                  <a:cubicBezTo>
                    <a:pt x="31" y="0"/>
                    <a:pt x="36" y="2"/>
                    <a:pt x="42" y="6"/>
                  </a:cubicBezTo>
                  <a:cubicBezTo>
                    <a:pt x="48" y="9"/>
                    <a:pt x="53" y="14"/>
                    <a:pt x="56" y="21"/>
                  </a:cubicBezTo>
                  <a:cubicBezTo>
                    <a:pt x="59" y="25"/>
                    <a:pt x="61" y="31"/>
                    <a:pt x="62" y="38"/>
                  </a:cubicBezTo>
                  <a:cubicBezTo>
                    <a:pt x="63" y="42"/>
                    <a:pt x="64" y="48"/>
                    <a:pt x="65" y="55"/>
                  </a:cubicBezTo>
                  <a:cubicBezTo>
                    <a:pt x="66" y="63"/>
                    <a:pt x="67" y="68"/>
                    <a:pt x="67" y="71"/>
                  </a:cubicBezTo>
                  <a:cubicBezTo>
                    <a:pt x="67" y="72"/>
                    <a:pt x="68" y="73"/>
                    <a:pt x="69" y="75"/>
                  </a:cubicBezTo>
                  <a:cubicBezTo>
                    <a:pt x="70" y="76"/>
                    <a:pt x="70" y="77"/>
                    <a:pt x="70" y="77"/>
                  </a:cubicBezTo>
                  <a:close/>
                  <a:moveTo>
                    <a:pt x="57" y="51"/>
                  </a:moveTo>
                  <a:cubicBezTo>
                    <a:pt x="57" y="45"/>
                    <a:pt x="54" y="40"/>
                    <a:pt x="50" y="37"/>
                  </a:cubicBezTo>
                  <a:cubicBezTo>
                    <a:pt x="45" y="33"/>
                    <a:pt x="40" y="31"/>
                    <a:pt x="32" y="31"/>
                  </a:cubicBezTo>
                  <a:cubicBezTo>
                    <a:pt x="27" y="31"/>
                    <a:pt x="21" y="33"/>
                    <a:pt x="17" y="37"/>
                  </a:cubicBezTo>
                  <a:cubicBezTo>
                    <a:pt x="13" y="41"/>
                    <a:pt x="10" y="46"/>
                    <a:pt x="10" y="51"/>
                  </a:cubicBezTo>
                  <a:cubicBezTo>
                    <a:pt x="10" y="58"/>
                    <a:pt x="13" y="63"/>
                    <a:pt x="17" y="67"/>
                  </a:cubicBezTo>
                  <a:cubicBezTo>
                    <a:pt x="22" y="71"/>
                    <a:pt x="27" y="73"/>
                    <a:pt x="33" y="73"/>
                  </a:cubicBezTo>
                  <a:cubicBezTo>
                    <a:pt x="40" y="73"/>
                    <a:pt x="46" y="71"/>
                    <a:pt x="50" y="67"/>
                  </a:cubicBezTo>
                  <a:cubicBezTo>
                    <a:pt x="54" y="63"/>
                    <a:pt x="57" y="58"/>
                    <a:pt x="57" y="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1389">
              <a:extLst>
                <a:ext uri="{FF2B5EF4-FFF2-40B4-BE49-F238E27FC236}">
                  <a16:creationId xmlns:a16="http://schemas.microsoft.com/office/drawing/2014/main" id="{23994435-6EE5-4788-B68F-2782C1781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182"/>
              <a:ext cx="53" cy="64"/>
            </a:xfrm>
            <a:custGeom>
              <a:avLst/>
              <a:gdLst>
                <a:gd name="T0" fmla="*/ 28 w 73"/>
                <a:gd name="T1" fmla="*/ 14 h 82"/>
                <a:gd name="T2" fmla="*/ 26 w 73"/>
                <a:gd name="T3" fmla="*/ 25 h 82"/>
                <a:gd name="T4" fmla="*/ 22 w 73"/>
                <a:gd name="T5" fmla="*/ 34 h 82"/>
                <a:gd name="T6" fmla="*/ 22 w 73"/>
                <a:gd name="T7" fmla="*/ 34 h 82"/>
                <a:gd name="T8" fmla="*/ 23 w 73"/>
                <a:gd name="T9" fmla="*/ 34 h 82"/>
                <a:gd name="T10" fmla="*/ 24 w 73"/>
                <a:gd name="T11" fmla="*/ 34 h 82"/>
                <a:gd name="T12" fmla="*/ 26 w 73"/>
                <a:gd name="T13" fmla="*/ 34 h 82"/>
                <a:gd name="T14" fmla="*/ 27 w 73"/>
                <a:gd name="T15" fmla="*/ 33 h 82"/>
                <a:gd name="T16" fmla="*/ 27 w 73"/>
                <a:gd name="T17" fmla="*/ 32 h 82"/>
                <a:gd name="T18" fmla="*/ 28 w 73"/>
                <a:gd name="T19" fmla="*/ 32 h 82"/>
                <a:gd name="T20" fmla="*/ 28 w 73"/>
                <a:gd name="T21" fmla="*/ 34 h 82"/>
                <a:gd name="T22" fmla="*/ 28 w 73"/>
                <a:gd name="T23" fmla="*/ 34 h 82"/>
                <a:gd name="T24" fmla="*/ 28 w 73"/>
                <a:gd name="T25" fmla="*/ 36 h 82"/>
                <a:gd name="T26" fmla="*/ 28 w 73"/>
                <a:gd name="T27" fmla="*/ 37 h 82"/>
                <a:gd name="T28" fmla="*/ 28 w 73"/>
                <a:gd name="T29" fmla="*/ 37 h 82"/>
                <a:gd name="T30" fmla="*/ 28 w 73"/>
                <a:gd name="T31" fmla="*/ 39 h 82"/>
                <a:gd name="T32" fmla="*/ 27 w 73"/>
                <a:gd name="T33" fmla="*/ 39 h 82"/>
                <a:gd name="T34" fmla="*/ 26 w 73"/>
                <a:gd name="T35" fmla="*/ 37 h 82"/>
                <a:gd name="T36" fmla="*/ 24 w 73"/>
                <a:gd name="T37" fmla="*/ 37 h 82"/>
                <a:gd name="T38" fmla="*/ 22 w 73"/>
                <a:gd name="T39" fmla="*/ 37 h 82"/>
                <a:gd name="T40" fmla="*/ 20 w 73"/>
                <a:gd name="T41" fmla="*/ 37 h 82"/>
                <a:gd name="T42" fmla="*/ 20 w 73"/>
                <a:gd name="T43" fmla="*/ 37 h 82"/>
                <a:gd name="T44" fmla="*/ 18 w 73"/>
                <a:gd name="T45" fmla="*/ 37 h 82"/>
                <a:gd name="T46" fmla="*/ 19 w 73"/>
                <a:gd name="T47" fmla="*/ 37 h 82"/>
                <a:gd name="T48" fmla="*/ 21 w 73"/>
                <a:gd name="T49" fmla="*/ 31 h 82"/>
                <a:gd name="T50" fmla="*/ 23 w 73"/>
                <a:gd name="T51" fmla="*/ 25 h 82"/>
                <a:gd name="T52" fmla="*/ 24 w 73"/>
                <a:gd name="T53" fmla="*/ 18 h 82"/>
                <a:gd name="T54" fmla="*/ 22 w 73"/>
                <a:gd name="T55" fmla="*/ 8 h 82"/>
                <a:gd name="T56" fmla="*/ 16 w 73"/>
                <a:gd name="T57" fmla="*/ 4 h 82"/>
                <a:gd name="T58" fmla="*/ 12 w 73"/>
                <a:gd name="T59" fmla="*/ 6 h 82"/>
                <a:gd name="T60" fmla="*/ 9 w 73"/>
                <a:gd name="T61" fmla="*/ 10 h 82"/>
                <a:gd name="T62" fmla="*/ 9 w 73"/>
                <a:gd name="T63" fmla="*/ 34 h 82"/>
                <a:gd name="T64" fmla="*/ 9 w 73"/>
                <a:gd name="T65" fmla="*/ 35 h 82"/>
                <a:gd name="T66" fmla="*/ 10 w 73"/>
                <a:gd name="T67" fmla="*/ 37 h 82"/>
                <a:gd name="T68" fmla="*/ 11 w 73"/>
                <a:gd name="T69" fmla="*/ 37 h 82"/>
                <a:gd name="T70" fmla="*/ 10 w 73"/>
                <a:gd name="T71" fmla="*/ 37 h 82"/>
                <a:gd name="T72" fmla="*/ 9 w 73"/>
                <a:gd name="T73" fmla="*/ 37 h 82"/>
                <a:gd name="T74" fmla="*/ 7 w 73"/>
                <a:gd name="T75" fmla="*/ 37 h 82"/>
                <a:gd name="T76" fmla="*/ 5 w 73"/>
                <a:gd name="T77" fmla="*/ 37 h 82"/>
                <a:gd name="T78" fmla="*/ 3 w 73"/>
                <a:gd name="T79" fmla="*/ 37 h 82"/>
                <a:gd name="T80" fmla="*/ 2 w 73"/>
                <a:gd name="T81" fmla="*/ 37 h 82"/>
                <a:gd name="T82" fmla="*/ 2 w 73"/>
                <a:gd name="T83" fmla="*/ 37 h 82"/>
                <a:gd name="T84" fmla="*/ 4 w 73"/>
                <a:gd name="T85" fmla="*/ 36 h 82"/>
                <a:gd name="T86" fmla="*/ 4 w 73"/>
                <a:gd name="T87" fmla="*/ 34 h 82"/>
                <a:gd name="T88" fmla="*/ 4 w 73"/>
                <a:gd name="T89" fmla="*/ 12 h 82"/>
                <a:gd name="T90" fmla="*/ 3 w 73"/>
                <a:gd name="T91" fmla="*/ 6 h 82"/>
                <a:gd name="T92" fmla="*/ 1 w 73"/>
                <a:gd name="T93" fmla="*/ 4 h 82"/>
                <a:gd name="T94" fmla="*/ 0 w 73"/>
                <a:gd name="T95" fmla="*/ 4 h 82"/>
                <a:gd name="T96" fmla="*/ 1 w 73"/>
                <a:gd name="T97" fmla="*/ 3 h 82"/>
                <a:gd name="T98" fmla="*/ 1 w 73"/>
                <a:gd name="T99" fmla="*/ 2 h 82"/>
                <a:gd name="T100" fmla="*/ 1 w 73"/>
                <a:gd name="T101" fmla="*/ 2 h 82"/>
                <a:gd name="T102" fmla="*/ 2 w 73"/>
                <a:gd name="T103" fmla="*/ 2 h 82"/>
                <a:gd name="T104" fmla="*/ 3 w 73"/>
                <a:gd name="T105" fmla="*/ 0 h 82"/>
                <a:gd name="T106" fmla="*/ 3 w 73"/>
                <a:gd name="T107" fmla="*/ 0 h 82"/>
                <a:gd name="T108" fmla="*/ 4 w 73"/>
                <a:gd name="T109" fmla="*/ 0 h 82"/>
                <a:gd name="T110" fmla="*/ 6 w 73"/>
                <a:gd name="T111" fmla="*/ 3 h 82"/>
                <a:gd name="T112" fmla="*/ 8 w 73"/>
                <a:gd name="T113" fmla="*/ 7 h 82"/>
                <a:gd name="T114" fmla="*/ 11 w 73"/>
                <a:gd name="T115" fmla="*/ 3 h 82"/>
                <a:gd name="T116" fmla="*/ 17 w 73"/>
                <a:gd name="T117" fmla="*/ 0 h 82"/>
                <a:gd name="T118" fmla="*/ 25 w 73"/>
                <a:gd name="T119" fmla="*/ 5 h 82"/>
                <a:gd name="T120" fmla="*/ 28 w 73"/>
                <a:gd name="T121" fmla="*/ 14 h 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3" h="82">
                  <a:moveTo>
                    <a:pt x="73" y="30"/>
                  </a:moveTo>
                  <a:cubicBezTo>
                    <a:pt x="73" y="38"/>
                    <a:pt x="71" y="45"/>
                    <a:pt x="69" y="53"/>
                  </a:cubicBezTo>
                  <a:cubicBezTo>
                    <a:pt x="66" y="60"/>
                    <a:pt x="62" y="67"/>
                    <a:pt x="56" y="73"/>
                  </a:cubicBezTo>
                  <a:cubicBezTo>
                    <a:pt x="56" y="73"/>
                    <a:pt x="57" y="73"/>
                    <a:pt x="57" y="73"/>
                  </a:cubicBezTo>
                  <a:cubicBezTo>
                    <a:pt x="57" y="73"/>
                    <a:pt x="58" y="73"/>
                    <a:pt x="59" y="73"/>
                  </a:cubicBezTo>
                  <a:cubicBezTo>
                    <a:pt x="60" y="73"/>
                    <a:pt x="62" y="73"/>
                    <a:pt x="63" y="72"/>
                  </a:cubicBezTo>
                  <a:cubicBezTo>
                    <a:pt x="65" y="72"/>
                    <a:pt x="66" y="72"/>
                    <a:pt x="67" y="71"/>
                  </a:cubicBezTo>
                  <a:cubicBezTo>
                    <a:pt x="69" y="70"/>
                    <a:pt x="70" y="69"/>
                    <a:pt x="70" y="69"/>
                  </a:cubicBezTo>
                  <a:cubicBezTo>
                    <a:pt x="70" y="69"/>
                    <a:pt x="70" y="68"/>
                    <a:pt x="70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2" y="69"/>
                    <a:pt x="71" y="70"/>
                  </a:cubicBezTo>
                  <a:cubicBezTo>
                    <a:pt x="71" y="71"/>
                    <a:pt x="71" y="72"/>
                    <a:pt x="71" y="73"/>
                  </a:cubicBezTo>
                  <a:cubicBezTo>
                    <a:pt x="71" y="74"/>
                    <a:pt x="71" y="75"/>
                    <a:pt x="71" y="75"/>
                  </a:cubicBezTo>
                  <a:cubicBezTo>
                    <a:pt x="71" y="76"/>
                    <a:pt x="71" y="77"/>
                    <a:pt x="71" y="78"/>
                  </a:cubicBezTo>
                  <a:cubicBezTo>
                    <a:pt x="71" y="78"/>
                    <a:pt x="71" y="79"/>
                    <a:pt x="71" y="80"/>
                  </a:cubicBezTo>
                  <a:cubicBezTo>
                    <a:pt x="72" y="81"/>
                    <a:pt x="71" y="82"/>
                    <a:pt x="71" y="82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68" y="81"/>
                    <a:pt x="67" y="80"/>
                    <a:pt x="67" y="80"/>
                  </a:cubicBezTo>
                  <a:cubicBezTo>
                    <a:pt x="65" y="79"/>
                    <a:pt x="64" y="79"/>
                    <a:pt x="63" y="79"/>
                  </a:cubicBezTo>
                  <a:cubicBezTo>
                    <a:pt x="62" y="79"/>
                    <a:pt x="60" y="79"/>
                    <a:pt x="58" y="79"/>
                  </a:cubicBezTo>
                  <a:cubicBezTo>
                    <a:pt x="56" y="79"/>
                    <a:pt x="55" y="79"/>
                    <a:pt x="54" y="79"/>
                  </a:cubicBezTo>
                  <a:cubicBezTo>
                    <a:pt x="53" y="79"/>
                    <a:pt x="52" y="79"/>
                    <a:pt x="51" y="79"/>
                  </a:cubicBezTo>
                  <a:cubicBezTo>
                    <a:pt x="49" y="79"/>
                    <a:pt x="48" y="79"/>
                    <a:pt x="48" y="78"/>
                  </a:cubicBezTo>
                  <a:cubicBezTo>
                    <a:pt x="48" y="77"/>
                    <a:pt x="48" y="77"/>
                    <a:pt x="49" y="77"/>
                  </a:cubicBezTo>
                  <a:cubicBezTo>
                    <a:pt x="52" y="72"/>
                    <a:pt x="54" y="68"/>
                    <a:pt x="55" y="65"/>
                  </a:cubicBezTo>
                  <a:cubicBezTo>
                    <a:pt x="58" y="61"/>
                    <a:pt x="60" y="57"/>
                    <a:pt x="61" y="52"/>
                  </a:cubicBezTo>
                  <a:cubicBezTo>
                    <a:pt x="63" y="48"/>
                    <a:pt x="63" y="43"/>
                    <a:pt x="63" y="37"/>
                  </a:cubicBezTo>
                  <a:cubicBezTo>
                    <a:pt x="63" y="29"/>
                    <a:pt x="61" y="22"/>
                    <a:pt x="58" y="17"/>
                  </a:cubicBezTo>
                  <a:cubicBezTo>
                    <a:pt x="54" y="12"/>
                    <a:pt x="48" y="9"/>
                    <a:pt x="42" y="9"/>
                  </a:cubicBezTo>
                  <a:cubicBezTo>
                    <a:pt x="37" y="9"/>
                    <a:pt x="33" y="10"/>
                    <a:pt x="30" y="13"/>
                  </a:cubicBezTo>
                  <a:cubicBezTo>
                    <a:pt x="26" y="15"/>
                    <a:pt x="24" y="18"/>
                    <a:pt x="22" y="22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2"/>
                    <a:pt x="22" y="73"/>
                    <a:pt x="23" y="74"/>
                  </a:cubicBezTo>
                  <a:cubicBezTo>
                    <a:pt x="24" y="75"/>
                    <a:pt x="25" y="76"/>
                    <a:pt x="26" y="77"/>
                  </a:cubicBezTo>
                  <a:cubicBezTo>
                    <a:pt x="27" y="77"/>
                    <a:pt x="27" y="78"/>
                    <a:pt x="27" y="78"/>
                  </a:cubicBezTo>
                  <a:cubicBezTo>
                    <a:pt x="27" y="79"/>
                    <a:pt x="27" y="79"/>
                    <a:pt x="26" y="79"/>
                  </a:cubicBezTo>
                  <a:cubicBezTo>
                    <a:pt x="26" y="79"/>
                    <a:pt x="24" y="79"/>
                    <a:pt x="22" y="79"/>
                  </a:cubicBezTo>
                  <a:cubicBezTo>
                    <a:pt x="20" y="79"/>
                    <a:pt x="18" y="79"/>
                    <a:pt x="16" y="79"/>
                  </a:cubicBezTo>
                  <a:cubicBezTo>
                    <a:pt x="14" y="79"/>
                    <a:pt x="13" y="79"/>
                    <a:pt x="12" y="79"/>
                  </a:cubicBezTo>
                  <a:cubicBezTo>
                    <a:pt x="10" y="79"/>
                    <a:pt x="9" y="79"/>
                    <a:pt x="7" y="79"/>
                  </a:cubicBezTo>
                  <a:cubicBezTo>
                    <a:pt x="6" y="79"/>
                    <a:pt x="5" y="79"/>
                    <a:pt x="5" y="78"/>
                  </a:cubicBezTo>
                  <a:cubicBezTo>
                    <a:pt x="5" y="78"/>
                    <a:pt x="6" y="77"/>
                    <a:pt x="6" y="77"/>
                  </a:cubicBezTo>
                  <a:cubicBezTo>
                    <a:pt x="7" y="76"/>
                    <a:pt x="7" y="75"/>
                    <a:pt x="9" y="75"/>
                  </a:cubicBezTo>
                  <a:cubicBezTo>
                    <a:pt x="10" y="73"/>
                    <a:pt x="11" y="72"/>
                    <a:pt x="11" y="71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19"/>
                    <a:pt x="10" y="16"/>
                    <a:pt x="7" y="13"/>
                  </a:cubicBezTo>
                  <a:cubicBezTo>
                    <a:pt x="6" y="11"/>
                    <a:pt x="4" y="10"/>
                    <a:pt x="1" y="9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1" y="6"/>
                    <a:pt x="2" y="5"/>
                    <a:pt x="3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5" y="3"/>
                    <a:pt x="6" y="2"/>
                    <a:pt x="6" y="2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1" y="1"/>
                    <a:pt x="13" y="4"/>
                    <a:pt x="15" y="6"/>
                  </a:cubicBezTo>
                  <a:cubicBezTo>
                    <a:pt x="18" y="10"/>
                    <a:pt x="20" y="13"/>
                    <a:pt x="20" y="16"/>
                  </a:cubicBezTo>
                  <a:cubicBezTo>
                    <a:pt x="23" y="12"/>
                    <a:pt x="25" y="9"/>
                    <a:pt x="29" y="6"/>
                  </a:cubicBezTo>
                  <a:cubicBezTo>
                    <a:pt x="34" y="2"/>
                    <a:pt x="39" y="0"/>
                    <a:pt x="44" y="0"/>
                  </a:cubicBezTo>
                  <a:cubicBezTo>
                    <a:pt x="54" y="0"/>
                    <a:pt x="61" y="3"/>
                    <a:pt x="66" y="11"/>
                  </a:cubicBezTo>
                  <a:cubicBezTo>
                    <a:pt x="71" y="16"/>
                    <a:pt x="73" y="23"/>
                    <a:pt x="73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1390">
              <a:extLst>
                <a:ext uri="{FF2B5EF4-FFF2-40B4-BE49-F238E27FC236}">
                  <a16:creationId xmlns:a16="http://schemas.microsoft.com/office/drawing/2014/main" id="{7B840A7A-E6BF-4832-8DBB-1763B9676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162"/>
              <a:ext cx="25" cy="84"/>
            </a:xfrm>
            <a:custGeom>
              <a:avLst/>
              <a:gdLst>
                <a:gd name="T0" fmla="*/ 14 w 33"/>
                <a:gd name="T1" fmla="*/ 15 h 108"/>
                <a:gd name="T2" fmla="*/ 14 w 33"/>
                <a:gd name="T3" fmla="*/ 16 h 108"/>
                <a:gd name="T4" fmla="*/ 12 w 33"/>
                <a:gd name="T5" fmla="*/ 16 h 108"/>
                <a:gd name="T6" fmla="*/ 9 w 33"/>
                <a:gd name="T7" fmla="*/ 16 h 108"/>
                <a:gd name="T8" fmla="*/ 9 w 33"/>
                <a:gd name="T9" fmla="*/ 40 h 108"/>
                <a:gd name="T10" fmla="*/ 11 w 33"/>
                <a:gd name="T11" fmla="*/ 45 h 108"/>
                <a:gd name="T12" fmla="*/ 13 w 33"/>
                <a:gd name="T13" fmla="*/ 47 h 108"/>
                <a:gd name="T14" fmla="*/ 13 w 33"/>
                <a:gd name="T15" fmla="*/ 47 h 108"/>
                <a:gd name="T16" fmla="*/ 13 w 33"/>
                <a:gd name="T17" fmla="*/ 47 h 108"/>
                <a:gd name="T18" fmla="*/ 11 w 33"/>
                <a:gd name="T19" fmla="*/ 48 h 108"/>
                <a:gd name="T20" fmla="*/ 11 w 33"/>
                <a:gd name="T21" fmla="*/ 49 h 108"/>
                <a:gd name="T22" fmla="*/ 10 w 33"/>
                <a:gd name="T23" fmla="*/ 51 h 108"/>
                <a:gd name="T24" fmla="*/ 10 w 33"/>
                <a:gd name="T25" fmla="*/ 51 h 108"/>
                <a:gd name="T26" fmla="*/ 9 w 33"/>
                <a:gd name="T27" fmla="*/ 51 h 108"/>
                <a:gd name="T28" fmla="*/ 6 w 33"/>
                <a:gd name="T29" fmla="*/ 47 h 108"/>
                <a:gd name="T30" fmla="*/ 5 w 33"/>
                <a:gd name="T31" fmla="*/ 40 h 108"/>
                <a:gd name="T32" fmla="*/ 5 w 33"/>
                <a:gd name="T33" fmla="*/ 16 h 108"/>
                <a:gd name="T34" fmla="*/ 3 w 33"/>
                <a:gd name="T35" fmla="*/ 16 h 108"/>
                <a:gd name="T36" fmla="*/ 1 w 33"/>
                <a:gd name="T37" fmla="*/ 16 h 108"/>
                <a:gd name="T38" fmla="*/ 0 w 33"/>
                <a:gd name="T39" fmla="*/ 15 h 108"/>
                <a:gd name="T40" fmla="*/ 0 w 33"/>
                <a:gd name="T41" fmla="*/ 14 h 108"/>
                <a:gd name="T42" fmla="*/ 1 w 33"/>
                <a:gd name="T43" fmla="*/ 13 h 108"/>
                <a:gd name="T44" fmla="*/ 2 w 33"/>
                <a:gd name="T45" fmla="*/ 14 h 108"/>
                <a:gd name="T46" fmla="*/ 5 w 33"/>
                <a:gd name="T47" fmla="*/ 14 h 108"/>
                <a:gd name="T48" fmla="*/ 5 w 33"/>
                <a:gd name="T49" fmla="*/ 11 h 108"/>
                <a:gd name="T50" fmla="*/ 4 w 33"/>
                <a:gd name="T51" fmla="*/ 8 h 108"/>
                <a:gd name="T52" fmla="*/ 3 w 33"/>
                <a:gd name="T53" fmla="*/ 8 h 108"/>
                <a:gd name="T54" fmla="*/ 3 w 33"/>
                <a:gd name="T55" fmla="*/ 7 h 108"/>
                <a:gd name="T56" fmla="*/ 3 w 33"/>
                <a:gd name="T57" fmla="*/ 7 h 108"/>
                <a:gd name="T58" fmla="*/ 5 w 33"/>
                <a:gd name="T59" fmla="*/ 5 h 108"/>
                <a:gd name="T60" fmla="*/ 6 w 33"/>
                <a:gd name="T61" fmla="*/ 4 h 108"/>
                <a:gd name="T62" fmla="*/ 8 w 33"/>
                <a:gd name="T63" fmla="*/ 2 h 108"/>
                <a:gd name="T64" fmla="*/ 9 w 33"/>
                <a:gd name="T65" fmla="*/ 0 h 108"/>
                <a:gd name="T66" fmla="*/ 9 w 33"/>
                <a:gd name="T67" fmla="*/ 0 h 108"/>
                <a:gd name="T68" fmla="*/ 10 w 33"/>
                <a:gd name="T69" fmla="*/ 1 h 108"/>
                <a:gd name="T70" fmla="*/ 10 w 33"/>
                <a:gd name="T71" fmla="*/ 2 h 108"/>
                <a:gd name="T72" fmla="*/ 9 w 33"/>
                <a:gd name="T73" fmla="*/ 7 h 108"/>
                <a:gd name="T74" fmla="*/ 9 w 33"/>
                <a:gd name="T75" fmla="*/ 14 h 108"/>
                <a:gd name="T76" fmla="*/ 11 w 33"/>
                <a:gd name="T77" fmla="*/ 14 h 108"/>
                <a:gd name="T78" fmla="*/ 14 w 33"/>
                <a:gd name="T79" fmla="*/ 13 h 108"/>
                <a:gd name="T80" fmla="*/ 14 w 33"/>
                <a:gd name="T81" fmla="*/ 14 h 108"/>
                <a:gd name="T82" fmla="*/ 14 w 33"/>
                <a:gd name="T83" fmla="*/ 15 h 1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3" h="108">
                  <a:moveTo>
                    <a:pt x="33" y="32"/>
                  </a:moveTo>
                  <a:cubicBezTo>
                    <a:pt x="33" y="33"/>
                    <a:pt x="32" y="34"/>
                    <a:pt x="32" y="34"/>
                  </a:cubicBezTo>
                  <a:cubicBezTo>
                    <a:pt x="31" y="34"/>
                    <a:pt x="30" y="33"/>
                    <a:pt x="28" y="33"/>
                  </a:cubicBezTo>
                  <a:cubicBezTo>
                    <a:pt x="25" y="33"/>
                    <a:pt x="23" y="33"/>
                    <a:pt x="21" y="33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21" y="90"/>
                    <a:pt x="22" y="93"/>
                    <a:pt x="24" y="96"/>
                  </a:cubicBezTo>
                  <a:cubicBezTo>
                    <a:pt x="25" y="97"/>
                    <a:pt x="26" y="98"/>
                    <a:pt x="29" y="100"/>
                  </a:cubicBezTo>
                  <a:cubicBezTo>
                    <a:pt x="29" y="101"/>
                    <a:pt x="30" y="101"/>
                    <a:pt x="30" y="101"/>
                  </a:cubicBezTo>
                  <a:cubicBezTo>
                    <a:pt x="30" y="102"/>
                    <a:pt x="29" y="102"/>
                    <a:pt x="29" y="102"/>
                  </a:cubicBezTo>
                  <a:cubicBezTo>
                    <a:pt x="29" y="103"/>
                    <a:pt x="28" y="103"/>
                    <a:pt x="27" y="103"/>
                  </a:cubicBezTo>
                  <a:cubicBezTo>
                    <a:pt x="27" y="104"/>
                    <a:pt x="26" y="104"/>
                    <a:pt x="26" y="104"/>
                  </a:cubicBezTo>
                  <a:cubicBezTo>
                    <a:pt x="24" y="106"/>
                    <a:pt x="23" y="107"/>
                    <a:pt x="23" y="107"/>
                  </a:cubicBezTo>
                  <a:cubicBezTo>
                    <a:pt x="23" y="108"/>
                    <a:pt x="22" y="108"/>
                    <a:pt x="22" y="108"/>
                  </a:cubicBezTo>
                  <a:cubicBezTo>
                    <a:pt x="21" y="108"/>
                    <a:pt x="21" y="108"/>
                    <a:pt x="21" y="108"/>
                  </a:cubicBezTo>
                  <a:cubicBezTo>
                    <a:pt x="18" y="106"/>
                    <a:pt x="16" y="104"/>
                    <a:pt x="14" y="101"/>
                  </a:cubicBezTo>
                  <a:cubicBezTo>
                    <a:pt x="12" y="97"/>
                    <a:pt x="11" y="92"/>
                    <a:pt x="11" y="86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9" y="33"/>
                    <a:pt x="7" y="33"/>
                    <a:pt x="6" y="33"/>
                  </a:cubicBezTo>
                  <a:cubicBezTo>
                    <a:pt x="4" y="33"/>
                    <a:pt x="3" y="33"/>
                    <a:pt x="1" y="34"/>
                  </a:cubicBezTo>
                  <a:cubicBezTo>
                    <a:pt x="0" y="34"/>
                    <a:pt x="0" y="33"/>
                    <a:pt x="0" y="32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9"/>
                    <a:pt x="0" y="28"/>
                    <a:pt x="1" y="28"/>
                  </a:cubicBezTo>
                  <a:cubicBezTo>
                    <a:pt x="2" y="28"/>
                    <a:pt x="3" y="28"/>
                    <a:pt x="5" y="29"/>
                  </a:cubicBezTo>
                  <a:cubicBezTo>
                    <a:pt x="7" y="29"/>
                    <a:pt x="9" y="29"/>
                    <a:pt x="11" y="29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0"/>
                    <a:pt x="10" y="18"/>
                    <a:pt x="9" y="17"/>
                  </a:cubicBezTo>
                  <a:cubicBezTo>
                    <a:pt x="8" y="17"/>
                    <a:pt x="7" y="17"/>
                    <a:pt x="7" y="17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6" y="16"/>
                    <a:pt x="6" y="15"/>
                    <a:pt x="6" y="15"/>
                  </a:cubicBezTo>
                  <a:cubicBezTo>
                    <a:pt x="7" y="14"/>
                    <a:pt x="9" y="13"/>
                    <a:pt x="10" y="12"/>
                  </a:cubicBezTo>
                  <a:cubicBezTo>
                    <a:pt x="11" y="11"/>
                    <a:pt x="13" y="9"/>
                    <a:pt x="14" y="8"/>
                  </a:cubicBezTo>
                  <a:cubicBezTo>
                    <a:pt x="16" y="6"/>
                    <a:pt x="17" y="5"/>
                    <a:pt x="18" y="4"/>
                  </a:cubicBezTo>
                  <a:cubicBezTo>
                    <a:pt x="19" y="2"/>
                    <a:pt x="20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0"/>
                    <a:pt x="22" y="1"/>
                  </a:cubicBezTo>
                  <a:cubicBezTo>
                    <a:pt x="22" y="2"/>
                    <a:pt x="22" y="4"/>
                    <a:pt x="22" y="5"/>
                  </a:cubicBezTo>
                  <a:cubicBezTo>
                    <a:pt x="21" y="8"/>
                    <a:pt x="21" y="12"/>
                    <a:pt x="21" y="15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3" y="29"/>
                    <a:pt x="25" y="29"/>
                    <a:pt x="26" y="29"/>
                  </a:cubicBezTo>
                  <a:cubicBezTo>
                    <a:pt x="28" y="29"/>
                    <a:pt x="30" y="29"/>
                    <a:pt x="32" y="28"/>
                  </a:cubicBezTo>
                  <a:cubicBezTo>
                    <a:pt x="32" y="28"/>
                    <a:pt x="33" y="29"/>
                    <a:pt x="33" y="30"/>
                  </a:cubicBezTo>
                  <a:lnTo>
                    <a:pt x="33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1391">
              <a:extLst>
                <a:ext uri="{FF2B5EF4-FFF2-40B4-BE49-F238E27FC236}">
                  <a16:creationId xmlns:a16="http://schemas.microsoft.com/office/drawing/2014/main" id="{495D9E4B-A068-444D-A237-2045D2C90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275"/>
              <a:ext cx="50" cy="17"/>
            </a:xfrm>
            <a:custGeom>
              <a:avLst/>
              <a:gdLst>
                <a:gd name="T0" fmla="*/ 2 w 50"/>
                <a:gd name="T1" fmla="*/ 0 h 17"/>
                <a:gd name="T2" fmla="*/ 50 w 50"/>
                <a:gd name="T3" fmla="*/ 0 h 17"/>
                <a:gd name="T4" fmla="*/ 0 w 50"/>
                <a:gd name="T5" fmla="*/ 17 h 17"/>
                <a:gd name="T6" fmla="*/ 2 w 5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7">
                  <a:moveTo>
                    <a:pt x="2" y="0"/>
                  </a:moveTo>
                  <a:lnTo>
                    <a:pt x="50" y="0"/>
                  </a:lnTo>
                  <a:lnTo>
                    <a:pt x="0" y="1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3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1392">
              <a:extLst>
                <a:ext uri="{FF2B5EF4-FFF2-40B4-BE49-F238E27FC236}">
                  <a16:creationId xmlns:a16="http://schemas.microsoft.com/office/drawing/2014/main" id="{31367CAB-CD62-441D-A880-2CBBB89EC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0"/>
              <a:ext cx="50" cy="22"/>
            </a:xfrm>
            <a:custGeom>
              <a:avLst/>
              <a:gdLst>
                <a:gd name="T0" fmla="*/ 0 w 50"/>
                <a:gd name="T1" fmla="*/ 1 h 22"/>
                <a:gd name="T2" fmla="*/ 50 w 50"/>
                <a:gd name="T3" fmla="*/ 0 h 22"/>
                <a:gd name="T4" fmla="*/ 50 w 50"/>
                <a:gd name="T5" fmla="*/ 22 h 22"/>
                <a:gd name="T6" fmla="*/ 0 w 50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2">
                  <a:moveTo>
                    <a:pt x="0" y="1"/>
                  </a:moveTo>
                  <a:lnTo>
                    <a:pt x="50" y="0"/>
                  </a:lnTo>
                  <a:lnTo>
                    <a:pt x="50" y="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Oval 1393">
              <a:extLst>
                <a:ext uri="{FF2B5EF4-FFF2-40B4-BE49-F238E27FC236}">
                  <a16:creationId xmlns:a16="http://schemas.microsoft.com/office/drawing/2014/main" id="{600259F3-75D4-4BC5-B936-B56158B44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0" y="1611"/>
              <a:ext cx="31" cy="3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359" name="Freeform 1394">
              <a:extLst>
                <a:ext uri="{FF2B5EF4-FFF2-40B4-BE49-F238E27FC236}">
                  <a16:creationId xmlns:a16="http://schemas.microsoft.com/office/drawing/2014/main" id="{2EC80B08-BA41-453E-B8B2-3C6ACC1E7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664"/>
              <a:ext cx="174" cy="109"/>
            </a:xfrm>
            <a:custGeom>
              <a:avLst/>
              <a:gdLst>
                <a:gd name="T0" fmla="*/ 0 w 239"/>
                <a:gd name="T1" fmla="*/ 0 h 140"/>
                <a:gd name="T2" fmla="*/ 0 w 239"/>
                <a:gd name="T3" fmla="*/ 66 h 140"/>
                <a:gd name="T4" fmla="*/ 92 w 239"/>
                <a:gd name="T5" fmla="*/ 66 h 140"/>
                <a:gd name="T6" fmla="*/ 0 w 239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9" h="140">
                  <a:moveTo>
                    <a:pt x="0" y="0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239" y="140"/>
                    <a:pt x="239" y="140"/>
                    <a:pt x="239" y="140"/>
                  </a:cubicBezTo>
                  <a:cubicBezTo>
                    <a:pt x="239" y="140"/>
                    <a:pt x="5" y="131"/>
                    <a:pt x="0" y="0"/>
                  </a:cubicBezTo>
                  <a:close/>
                </a:path>
              </a:pathLst>
            </a:custGeom>
            <a:solidFill>
              <a:srgbClr val="B28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6330" name="Rectangle 1395">
            <a:extLst>
              <a:ext uri="{FF2B5EF4-FFF2-40B4-BE49-F238E27FC236}">
                <a16:creationId xmlns:a16="http://schemas.microsoft.com/office/drawing/2014/main" id="{E7EF8AC1-3015-446C-866A-32192364D5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Restaurants</a:t>
            </a:r>
          </a:p>
        </p:txBody>
      </p:sp>
      <p:grpSp>
        <p:nvGrpSpPr>
          <p:cNvPr id="41994" name="pancake-shop-building-illustration">
            <a:extLst>
              <a:ext uri="{FF2B5EF4-FFF2-40B4-BE49-F238E27FC236}">
                <a16:creationId xmlns:a16="http://schemas.microsoft.com/office/drawing/2014/main" id="{99E729F7-DE62-405D-BAD2-2A1E60733593}"/>
              </a:ext>
            </a:extLst>
          </p:cNvPr>
          <p:cNvGrpSpPr>
            <a:grpSpLocks/>
          </p:cNvGrpSpPr>
          <p:nvPr/>
        </p:nvGrpSpPr>
        <p:grpSpPr bwMode="auto">
          <a:xfrm>
            <a:off x="3860800" y="3175000"/>
            <a:ext cx="1343025" cy="1370013"/>
            <a:chOff x="1472" y="2000"/>
            <a:chExt cx="846" cy="863"/>
          </a:xfrm>
        </p:grpSpPr>
        <p:sp>
          <p:nvSpPr>
            <p:cNvPr id="42156" name="Rectangle 1397">
              <a:extLst>
                <a:ext uri="{FF2B5EF4-FFF2-40B4-BE49-F238E27FC236}">
                  <a16:creationId xmlns:a16="http://schemas.microsoft.com/office/drawing/2014/main" id="{F82939BC-61A5-46E2-910C-F3863677E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2277"/>
              <a:ext cx="846" cy="586"/>
            </a:xfrm>
            <a:prstGeom prst="rect">
              <a:avLst/>
            </a:prstGeom>
            <a:solidFill>
              <a:srgbClr val="F9E3C5"/>
            </a:solidFill>
            <a:ln w="1428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7" name="Freeform 1398">
              <a:extLst>
                <a:ext uri="{FF2B5EF4-FFF2-40B4-BE49-F238E27FC236}">
                  <a16:creationId xmlns:a16="http://schemas.microsoft.com/office/drawing/2014/main" id="{66008432-9710-4A05-A430-9D752A24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000"/>
              <a:ext cx="846" cy="277"/>
            </a:xfrm>
            <a:custGeom>
              <a:avLst/>
              <a:gdLst>
                <a:gd name="T0" fmla="*/ 90 w 846"/>
                <a:gd name="T1" fmla="*/ 0 h 277"/>
                <a:gd name="T2" fmla="*/ 757 w 846"/>
                <a:gd name="T3" fmla="*/ 0 h 277"/>
                <a:gd name="T4" fmla="*/ 846 w 846"/>
                <a:gd name="T5" fmla="*/ 277 h 277"/>
                <a:gd name="T6" fmla="*/ 0 w 846"/>
                <a:gd name="T7" fmla="*/ 277 h 277"/>
                <a:gd name="T8" fmla="*/ 90 w 846"/>
                <a:gd name="T9" fmla="*/ 0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6" h="277">
                  <a:moveTo>
                    <a:pt x="90" y="0"/>
                  </a:moveTo>
                  <a:lnTo>
                    <a:pt x="757" y="0"/>
                  </a:lnTo>
                  <a:lnTo>
                    <a:pt x="846" y="277"/>
                  </a:lnTo>
                  <a:lnTo>
                    <a:pt x="0" y="277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D79330"/>
            </a:solidFill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Rectangle 1399">
              <a:extLst>
                <a:ext uri="{FF2B5EF4-FFF2-40B4-BE49-F238E27FC236}">
                  <a16:creationId xmlns:a16="http://schemas.microsoft.com/office/drawing/2014/main" id="{3F56E497-0D87-4D65-9B20-A732DD4D3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4" y="2348"/>
              <a:ext cx="262" cy="512"/>
            </a:xfrm>
            <a:prstGeom prst="rect">
              <a:avLst/>
            </a:prstGeom>
            <a:solidFill>
              <a:srgbClr val="89599C"/>
            </a:solidFill>
            <a:ln w="1111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9" name="Rectangle 1400">
              <a:extLst>
                <a:ext uri="{FF2B5EF4-FFF2-40B4-BE49-F238E27FC236}">
                  <a16:creationId xmlns:a16="http://schemas.microsoft.com/office/drawing/2014/main" id="{AAAEBDA0-BBBC-468A-8ACD-82A4E9824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" y="2348"/>
              <a:ext cx="255" cy="332"/>
            </a:xfrm>
            <a:prstGeom prst="rect">
              <a:avLst/>
            </a:prstGeom>
            <a:solidFill>
              <a:srgbClr val="CAE7EE"/>
            </a:solidFill>
            <a:ln w="1428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0" name="Rectangle 1401">
              <a:extLst>
                <a:ext uri="{FF2B5EF4-FFF2-40B4-BE49-F238E27FC236}">
                  <a16:creationId xmlns:a16="http://schemas.microsoft.com/office/drawing/2014/main" id="{E5BA7D12-7ABE-4364-89D2-A046E6D98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2348"/>
              <a:ext cx="256" cy="332"/>
            </a:xfrm>
            <a:prstGeom prst="rect">
              <a:avLst/>
            </a:prstGeom>
            <a:solidFill>
              <a:srgbClr val="CAE7EE"/>
            </a:solidFill>
            <a:ln w="1428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1" name="Rectangle 1402">
              <a:extLst>
                <a:ext uri="{FF2B5EF4-FFF2-40B4-BE49-F238E27FC236}">
                  <a16:creationId xmlns:a16="http://schemas.microsoft.com/office/drawing/2014/main" id="{CC72D6C6-F199-4BD5-87D1-6765BC9E9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2708"/>
              <a:ext cx="221" cy="125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2" name="Rectangle 1403">
              <a:extLst>
                <a:ext uri="{FF2B5EF4-FFF2-40B4-BE49-F238E27FC236}">
                  <a16:creationId xmlns:a16="http://schemas.microsoft.com/office/drawing/2014/main" id="{073F00D2-46B2-4C35-8975-4DDC548A7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708"/>
              <a:ext cx="220" cy="125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3" name="Rectangle 1404">
              <a:extLst>
                <a:ext uri="{FF2B5EF4-FFF2-40B4-BE49-F238E27FC236}">
                  <a16:creationId xmlns:a16="http://schemas.microsoft.com/office/drawing/2014/main" id="{C8B064F5-B1C5-48D4-8738-0FCD702CA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380"/>
              <a:ext cx="205" cy="341"/>
            </a:xfrm>
            <a:prstGeom prst="rect">
              <a:avLst/>
            </a:prstGeom>
            <a:solidFill>
              <a:srgbClr val="CAE7EE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4" name="Rectangle 1405">
              <a:extLst>
                <a:ext uri="{FF2B5EF4-FFF2-40B4-BE49-F238E27FC236}">
                  <a16:creationId xmlns:a16="http://schemas.microsoft.com/office/drawing/2014/main" id="{275175C4-5BC6-4A11-A714-492FB35F2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749"/>
              <a:ext cx="205" cy="82"/>
            </a:xfrm>
            <a:prstGeom prst="rect">
              <a:avLst/>
            </a:prstGeom>
            <a:solidFill>
              <a:srgbClr val="7B569B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5" name="Freeform 1406">
              <a:extLst>
                <a:ext uri="{FF2B5EF4-FFF2-40B4-BE49-F238E27FC236}">
                  <a16:creationId xmlns:a16="http://schemas.microsoft.com/office/drawing/2014/main" id="{2D808CDC-4AAA-4DDE-B743-FD4C573C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369"/>
              <a:ext cx="239" cy="240"/>
            </a:xfrm>
            <a:custGeom>
              <a:avLst/>
              <a:gdLst>
                <a:gd name="T0" fmla="*/ 0 w 239"/>
                <a:gd name="T1" fmla="*/ 206 h 240"/>
                <a:gd name="T2" fmla="*/ 239 w 239"/>
                <a:gd name="T3" fmla="*/ 0 h 240"/>
                <a:gd name="T4" fmla="*/ 239 w 239"/>
                <a:gd name="T5" fmla="*/ 35 h 240"/>
                <a:gd name="T6" fmla="*/ 1 w 239"/>
                <a:gd name="T7" fmla="*/ 240 h 240"/>
                <a:gd name="T8" fmla="*/ 0 w 239"/>
                <a:gd name="T9" fmla="*/ 20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240">
                  <a:moveTo>
                    <a:pt x="0" y="206"/>
                  </a:moveTo>
                  <a:lnTo>
                    <a:pt x="239" y="0"/>
                  </a:lnTo>
                  <a:lnTo>
                    <a:pt x="239" y="35"/>
                  </a:lnTo>
                  <a:lnTo>
                    <a:pt x="1" y="24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EE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1407">
              <a:extLst>
                <a:ext uri="{FF2B5EF4-FFF2-40B4-BE49-F238E27FC236}">
                  <a16:creationId xmlns:a16="http://schemas.microsoft.com/office/drawing/2014/main" id="{7AE02494-5F79-422F-8919-76307107E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476"/>
              <a:ext cx="230" cy="194"/>
            </a:xfrm>
            <a:custGeom>
              <a:avLst/>
              <a:gdLst>
                <a:gd name="T0" fmla="*/ 0 w 230"/>
                <a:gd name="T1" fmla="*/ 194 h 194"/>
                <a:gd name="T2" fmla="*/ 230 w 230"/>
                <a:gd name="T3" fmla="*/ 0 h 194"/>
                <a:gd name="T4" fmla="*/ 230 w 230"/>
                <a:gd name="T5" fmla="*/ 35 h 194"/>
                <a:gd name="T6" fmla="*/ 35 w 230"/>
                <a:gd name="T7" fmla="*/ 194 h 194"/>
                <a:gd name="T8" fmla="*/ 0 w 230"/>
                <a:gd name="T9" fmla="*/ 194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194">
                  <a:moveTo>
                    <a:pt x="0" y="194"/>
                  </a:moveTo>
                  <a:lnTo>
                    <a:pt x="230" y="0"/>
                  </a:lnTo>
                  <a:lnTo>
                    <a:pt x="230" y="35"/>
                  </a:lnTo>
                  <a:lnTo>
                    <a:pt x="35" y="194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EE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1408">
              <a:extLst>
                <a:ext uri="{FF2B5EF4-FFF2-40B4-BE49-F238E27FC236}">
                  <a16:creationId xmlns:a16="http://schemas.microsoft.com/office/drawing/2014/main" id="{A4A393FF-0FDC-4C49-9ACD-3BA4BAD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359"/>
              <a:ext cx="119" cy="112"/>
            </a:xfrm>
            <a:custGeom>
              <a:avLst/>
              <a:gdLst>
                <a:gd name="T0" fmla="*/ 0 w 119"/>
                <a:gd name="T1" fmla="*/ 81 h 112"/>
                <a:gd name="T2" fmla="*/ 95 w 119"/>
                <a:gd name="T3" fmla="*/ 0 h 112"/>
                <a:gd name="T4" fmla="*/ 119 w 119"/>
                <a:gd name="T5" fmla="*/ 0 h 112"/>
                <a:gd name="T6" fmla="*/ 0 w 119"/>
                <a:gd name="T7" fmla="*/ 112 h 112"/>
                <a:gd name="T8" fmla="*/ 0 w 119"/>
                <a:gd name="T9" fmla="*/ 81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2">
                  <a:moveTo>
                    <a:pt x="0" y="81"/>
                  </a:moveTo>
                  <a:lnTo>
                    <a:pt x="95" y="0"/>
                  </a:lnTo>
                  <a:lnTo>
                    <a:pt x="119" y="0"/>
                  </a:lnTo>
                  <a:lnTo>
                    <a:pt x="0" y="112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EE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Freeform 1409">
              <a:extLst>
                <a:ext uri="{FF2B5EF4-FFF2-40B4-BE49-F238E27FC236}">
                  <a16:creationId xmlns:a16="http://schemas.microsoft.com/office/drawing/2014/main" id="{ACC09E81-65B8-421A-A1E7-F62BEA0CF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69"/>
              <a:ext cx="239" cy="240"/>
            </a:xfrm>
            <a:custGeom>
              <a:avLst/>
              <a:gdLst>
                <a:gd name="T0" fmla="*/ 0 w 239"/>
                <a:gd name="T1" fmla="*/ 206 h 240"/>
                <a:gd name="T2" fmla="*/ 239 w 239"/>
                <a:gd name="T3" fmla="*/ 0 h 240"/>
                <a:gd name="T4" fmla="*/ 239 w 239"/>
                <a:gd name="T5" fmla="*/ 35 h 240"/>
                <a:gd name="T6" fmla="*/ 1 w 239"/>
                <a:gd name="T7" fmla="*/ 240 h 240"/>
                <a:gd name="T8" fmla="*/ 0 w 239"/>
                <a:gd name="T9" fmla="*/ 20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240">
                  <a:moveTo>
                    <a:pt x="0" y="206"/>
                  </a:moveTo>
                  <a:lnTo>
                    <a:pt x="239" y="0"/>
                  </a:lnTo>
                  <a:lnTo>
                    <a:pt x="239" y="35"/>
                  </a:lnTo>
                  <a:lnTo>
                    <a:pt x="1" y="24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EE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9" name="Freeform 1410">
              <a:extLst>
                <a:ext uri="{FF2B5EF4-FFF2-40B4-BE49-F238E27FC236}">
                  <a16:creationId xmlns:a16="http://schemas.microsoft.com/office/drawing/2014/main" id="{1D837B1C-6C2F-4CDA-8729-7F5F3E551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476"/>
              <a:ext cx="230" cy="194"/>
            </a:xfrm>
            <a:custGeom>
              <a:avLst/>
              <a:gdLst>
                <a:gd name="T0" fmla="*/ 0 w 230"/>
                <a:gd name="T1" fmla="*/ 194 h 194"/>
                <a:gd name="T2" fmla="*/ 230 w 230"/>
                <a:gd name="T3" fmla="*/ 0 h 194"/>
                <a:gd name="T4" fmla="*/ 230 w 230"/>
                <a:gd name="T5" fmla="*/ 35 h 194"/>
                <a:gd name="T6" fmla="*/ 34 w 230"/>
                <a:gd name="T7" fmla="*/ 194 h 194"/>
                <a:gd name="T8" fmla="*/ 0 w 230"/>
                <a:gd name="T9" fmla="*/ 194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194">
                  <a:moveTo>
                    <a:pt x="0" y="194"/>
                  </a:moveTo>
                  <a:lnTo>
                    <a:pt x="230" y="0"/>
                  </a:lnTo>
                  <a:lnTo>
                    <a:pt x="230" y="35"/>
                  </a:lnTo>
                  <a:lnTo>
                    <a:pt x="34" y="194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EE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1411">
              <a:extLst>
                <a:ext uri="{FF2B5EF4-FFF2-40B4-BE49-F238E27FC236}">
                  <a16:creationId xmlns:a16="http://schemas.microsoft.com/office/drawing/2014/main" id="{B429D20B-C04C-49F2-A556-A1D6DCDD8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9"/>
              <a:ext cx="118" cy="112"/>
            </a:xfrm>
            <a:custGeom>
              <a:avLst/>
              <a:gdLst>
                <a:gd name="T0" fmla="*/ 0 w 118"/>
                <a:gd name="T1" fmla="*/ 81 h 112"/>
                <a:gd name="T2" fmla="*/ 94 w 118"/>
                <a:gd name="T3" fmla="*/ 0 h 112"/>
                <a:gd name="T4" fmla="*/ 118 w 118"/>
                <a:gd name="T5" fmla="*/ 0 h 112"/>
                <a:gd name="T6" fmla="*/ 0 w 118"/>
                <a:gd name="T7" fmla="*/ 112 h 112"/>
                <a:gd name="T8" fmla="*/ 0 w 118"/>
                <a:gd name="T9" fmla="*/ 81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2">
                  <a:moveTo>
                    <a:pt x="0" y="81"/>
                  </a:moveTo>
                  <a:lnTo>
                    <a:pt x="94" y="0"/>
                  </a:lnTo>
                  <a:lnTo>
                    <a:pt x="118" y="0"/>
                  </a:lnTo>
                  <a:lnTo>
                    <a:pt x="0" y="112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EE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1" name="Freeform 1412">
              <a:extLst>
                <a:ext uri="{FF2B5EF4-FFF2-40B4-BE49-F238E27FC236}">
                  <a16:creationId xmlns:a16="http://schemas.microsoft.com/office/drawing/2014/main" id="{C2C2D5F3-414F-4B96-B49F-D9972003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389"/>
              <a:ext cx="189" cy="179"/>
            </a:xfrm>
            <a:custGeom>
              <a:avLst/>
              <a:gdLst>
                <a:gd name="T0" fmla="*/ 2 w 189"/>
                <a:gd name="T1" fmla="*/ 150 h 179"/>
                <a:gd name="T2" fmla="*/ 189 w 189"/>
                <a:gd name="T3" fmla="*/ 0 h 179"/>
                <a:gd name="T4" fmla="*/ 189 w 189"/>
                <a:gd name="T5" fmla="*/ 33 h 179"/>
                <a:gd name="T6" fmla="*/ 0 w 189"/>
                <a:gd name="T7" fmla="*/ 179 h 179"/>
                <a:gd name="T8" fmla="*/ 2 w 189"/>
                <a:gd name="T9" fmla="*/ 15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179">
                  <a:moveTo>
                    <a:pt x="2" y="150"/>
                  </a:moveTo>
                  <a:lnTo>
                    <a:pt x="189" y="0"/>
                  </a:lnTo>
                  <a:lnTo>
                    <a:pt x="189" y="33"/>
                  </a:lnTo>
                  <a:lnTo>
                    <a:pt x="0" y="179"/>
                  </a:lnTo>
                  <a:lnTo>
                    <a:pt x="2" y="150"/>
                  </a:lnTo>
                  <a:close/>
                </a:path>
              </a:pathLst>
            </a:custGeom>
            <a:solidFill>
              <a:srgbClr val="EE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1413">
              <a:extLst>
                <a:ext uri="{FF2B5EF4-FFF2-40B4-BE49-F238E27FC236}">
                  <a16:creationId xmlns:a16="http://schemas.microsoft.com/office/drawing/2014/main" id="{C75EEE1A-ED97-425B-8281-E95D580A0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476"/>
              <a:ext cx="187" cy="186"/>
            </a:xfrm>
            <a:custGeom>
              <a:avLst/>
              <a:gdLst>
                <a:gd name="T0" fmla="*/ 0 w 187"/>
                <a:gd name="T1" fmla="*/ 168 h 186"/>
                <a:gd name="T2" fmla="*/ 187 w 187"/>
                <a:gd name="T3" fmla="*/ 0 h 186"/>
                <a:gd name="T4" fmla="*/ 187 w 187"/>
                <a:gd name="T5" fmla="*/ 23 h 186"/>
                <a:gd name="T6" fmla="*/ 0 w 187"/>
                <a:gd name="T7" fmla="*/ 186 h 186"/>
                <a:gd name="T8" fmla="*/ 0 w 187"/>
                <a:gd name="T9" fmla="*/ 16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86">
                  <a:moveTo>
                    <a:pt x="0" y="168"/>
                  </a:moveTo>
                  <a:lnTo>
                    <a:pt x="187" y="0"/>
                  </a:lnTo>
                  <a:lnTo>
                    <a:pt x="187" y="23"/>
                  </a:lnTo>
                  <a:lnTo>
                    <a:pt x="0" y="18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EE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414">
              <a:extLst>
                <a:ext uri="{FF2B5EF4-FFF2-40B4-BE49-F238E27FC236}">
                  <a16:creationId xmlns:a16="http://schemas.microsoft.com/office/drawing/2014/main" id="{9A79DA10-161A-4523-9180-AFA97B5E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516"/>
              <a:ext cx="187" cy="186"/>
            </a:xfrm>
            <a:custGeom>
              <a:avLst/>
              <a:gdLst>
                <a:gd name="T0" fmla="*/ 2 w 187"/>
                <a:gd name="T1" fmla="*/ 171 h 186"/>
                <a:gd name="T2" fmla="*/ 2 w 187"/>
                <a:gd name="T3" fmla="*/ 171 h 186"/>
                <a:gd name="T4" fmla="*/ 187 w 187"/>
                <a:gd name="T5" fmla="*/ 0 h 186"/>
                <a:gd name="T6" fmla="*/ 187 w 187"/>
                <a:gd name="T7" fmla="*/ 18 h 186"/>
                <a:gd name="T8" fmla="*/ 0 w 187"/>
                <a:gd name="T9" fmla="*/ 186 h 186"/>
                <a:gd name="T10" fmla="*/ 2 w 187"/>
                <a:gd name="T11" fmla="*/ 171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86">
                  <a:moveTo>
                    <a:pt x="2" y="171"/>
                  </a:moveTo>
                  <a:lnTo>
                    <a:pt x="2" y="171"/>
                  </a:lnTo>
                  <a:lnTo>
                    <a:pt x="187" y="0"/>
                  </a:lnTo>
                  <a:lnTo>
                    <a:pt x="187" y="18"/>
                  </a:lnTo>
                  <a:lnTo>
                    <a:pt x="0" y="186"/>
                  </a:lnTo>
                  <a:lnTo>
                    <a:pt x="2" y="171"/>
                  </a:lnTo>
                  <a:close/>
                </a:path>
              </a:pathLst>
            </a:custGeom>
            <a:solidFill>
              <a:srgbClr val="EE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1415">
              <a:extLst>
                <a:ext uri="{FF2B5EF4-FFF2-40B4-BE49-F238E27FC236}">
                  <a16:creationId xmlns:a16="http://schemas.microsoft.com/office/drawing/2014/main" id="{028328C5-47D7-4216-BCF7-28DAACC3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188"/>
              <a:ext cx="378" cy="234"/>
            </a:xfrm>
            <a:custGeom>
              <a:avLst/>
              <a:gdLst>
                <a:gd name="T0" fmla="*/ 241 w 473"/>
                <a:gd name="T1" fmla="*/ 137 h 274"/>
                <a:gd name="T2" fmla="*/ 241 w 473"/>
                <a:gd name="T3" fmla="*/ 137 h 274"/>
                <a:gd name="T4" fmla="*/ 217 w 473"/>
                <a:gd name="T5" fmla="*/ 171 h 274"/>
                <a:gd name="T6" fmla="*/ 193 w 473"/>
                <a:gd name="T7" fmla="*/ 137 h 274"/>
                <a:gd name="T8" fmla="*/ 193 w 473"/>
                <a:gd name="T9" fmla="*/ 137 h 274"/>
                <a:gd name="T10" fmla="*/ 169 w 473"/>
                <a:gd name="T11" fmla="*/ 171 h 274"/>
                <a:gd name="T12" fmla="*/ 145 w 473"/>
                <a:gd name="T13" fmla="*/ 137 h 274"/>
                <a:gd name="T14" fmla="*/ 145 w 473"/>
                <a:gd name="T15" fmla="*/ 137 h 274"/>
                <a:gd name="T16" fmla="*/ 121 w 473"/>
                <a:gd name="T17" fmla="*/ 171 h 274"/>
                <a:gd name="T18" fmla="*/ 97 w 473"/>
                <a:gd name="T19" fmla="*/ 137 h 274"/>
                <a:gd name="T20" fmla="*/ 97 w 473"/>
                <a:gd name="T21" fmla="*/ 137 h 274"/>
                <a:gd name="T22" fmla="*/ 72 w 473"/>
                <a:gd name="T23" fmla="*/ 171 h 274"/>
                <a:gd name="T24" fmla="*/ 49 w 473"/>
                <a:gd name="T25" fmla="*/ 137 h 274"/>
                <a:gd name="T26" fmla="*/ 48 w 473"/>
                <a:gd name="T27" fmla="*/ 137 h 274"/>
                <a:gd name="T28" fmla="*/ 24 w 473"/>
                <a:gd name="T29" fmla="*/ 171 h 274"/>
                <a:gd name="T30" fmla="*/ 1 w 473"/>
                <a:gd name="T31" fmla="*/ 137 h 274"/>
                <a:gd name="T32" fmla="*/ 0 w 473"/>
                <a:gd name="T33" fmla="*/ 136 h 274"/>
                <a:gd name="T34" fmla="*/ 121 w 473"/>
                <a:gd name="T35" fmla="*/ 0 h 274"/>
                <a:gd name="T36" fmla="*/ 241 w 473"/>
                <a:gd name="T37" fmla="*/ 136 h 274"/>
                <a:gd name="T38" fmla="*/ 241 w 473"/>
                <a:gd name="T39" fmla="*/ 137 h 2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3" h="274">
                  <a:moveTo>
                    <a:pt x="473" y="220"/>
                  </a:moveTo>
                  <a:cubicBezTo>
                    <a:pt x="473" y="220"/>
                    <a:pt x="473" y="220"/>
                    <a:pt x="473" y="220"/>
                  </a:cubicBezTo>
                  <a:cubicBezTo>
                    <a:pt x="473" y="250"/>
                    <a:pt x="452" y="274"/>
                    <a:pt x="426" y="274"/>
                  </a:cubicBezTo>
                  <a:cubicBezTo>
                    <a:pt x="400" y="274"/>
                    <a:pt x="379" y="250"/>
                    <a:pt x="379" y="220"/>
                  </a:cubicBezTo>
                  <a:cubicBezTo>
                    <a:pt x="378" y="220"/>
                    <a:pt x="378" y="220"/>
                    <a:pt x="378" y="220"/>
                  </a:cubicBezTo>
                  <a:cubicBezTo>
                    <a:pt x="378" y="250"/>
                    <a:pt x="357" y="274"/>
                    <a:pt x="331" y="274"/>
                  </a:cubicBezTo>
                  <a:cubicBezTo>
                    <a:pt x="305" y="274"/>
                    <a:pt x="284" y="25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50"/>
                    <a:pt x="263" y="274"/>
                    <a:pt x="237" y="274"/>
                  </a:cubicBezTo>
                  <a:cubicBezTo>
                    <a:pt x="211" y="274"/>
                    <a:pt x="190" y="250"/>
                    <a:pt x="190" y="220"/>
                  </a:cubicBezTo>
                  <a:cubicBezTo>
                    <a:pt x="189" y="220"/>
                    <a:pt x="189" y="220"/>
                    <a:pt x="189" y="220"/>
                  </a:cubicBezTo>
                  <a:cubicBezTo>
                    <a:pt x="189" y="250"/>
                    <a:pt x="168" y="274"/>
                    <a:pt x="142" y="274"/>
                  </a:cubicBezTo>
                  <a:cubicBezTo>
                    <a:pt x="116" y="274"/>
                    <a:pt x="95" y="250"/>
                    <a:pt x="95" y="220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94" y="250"/>
                    <a:pt x="73" y="274"/>
                    <a:pt x="47" y="274"/>
                  </a:cubicBezTo>
                  <a:cubicBezTo>
                    <a:pt x="22" y="274"/>
                    <a:pt x="1" y="250"/>
                    <a:pt x="1" y="220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7"/>
                    <a:pt x="106" y="0"/>
                    <a:pt x="237" y="0"/>
                  </a:cubicBezTo>
                  <a:cubicBezTo>
                    <a:pt x="367" y="0"/>
                    <a:pt x="473" y="97"/>
                    <a:pt x="473" y="218"/>
                  </a:cubicBezTo>
                  <a:lnTo>
                    <a:pt x="473" y="220"/>
                  </a:lnTo>
                  <a:close/>
                </a:path>
              </a:pathLst>
            </a:custGeom>
            <a:solidFill>
              <a:srgbClr val="7B569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1416">
              <a:extLst>
                <a:ext uri="{FF2B5EF4-FFF2-40B4-BE49-F238E27FC236}">
                  <a16:creationId xmlns:a16="http://schemas.microsoft.com/office/drawing/2014/main" id="{20D93E2B-7E46-4928-8C72-17195CFB8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264"/>
              <a:ext cx="354" cy="60"/>
            </a:xfrm>
            <a:custGeom>
              <a:avLst/>
              <a:gdLst>
                <a:gd name="T0" fmla="*/ 0 w 443"/>
                <a:gd name="T1" fmla="*/ 44 h 70"/>
                <a:gd name="T2" fmla="*/ 226 w 443"/>
                <a:gd name="T3" fmla="*/ 44 h 70"/>
                <a:gd name="T4" fmla="*/ 0 w 443"/>
                <a:gd name="T5" fmla="*/ 44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3" h="70">
                  <a:moveTo>
                    <a:pt x="0" y="70"/>
                  </a:moveTo>
                  <a:cubicBezTo>
                    <a:pt x="0" y="70"/>
                    <a:pt x="163" y="14"/>
                    <a:pt x="443" y="70"/>
                  </a:cubicBezTo>
                  <a:cubicBezTo>
                    <a:pt x="443" y="70"/>
                    <a:pt x="209" y="0"/>
                    <a:pt x="0" y="70"/>
                  </a:cubicBezTo>
                  <a:close/>
                </a:path>
              </a:pathLst>
            </a:custGeom>
            <a:solidFill>
              <a:srgbClr val="AE9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1417">
              <a:extLst>
                <a:ext uri="{FF2B5EF4-FFF2-40B4-BE49-F238E27FC236}">
                  <a16:creationId xmlns:a16="http://schemas.microsoft.com/office/drawing/2014/main" id="{D742DF34-F669-4669-A7DF-3A495998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114"/>
              <a:ext cx="346" cy="203"/>
            </a:xfrm>
            <a:custGeom>
              <a:avLst/>
              <a:gdLst>
                <a:gd name="T0" fmla="*/ 0 w 433"/>
                <a:gd name="T1" fmla="*/ 148 h 238"/>
                <a:gd name="T2" fmla="*/ 221 w 433"/>
                <a:gd name="T3" fmla="*/ 148 h 238"/>
                <a:gd name="T4" fmla="*/ 0 w 433"/>
                <a:gd name="T5" fmla="*/ 148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3" h="238">
                  <a:moveTo>
                    <a:pt x="0" y="238"/>
                  </a:moveTo>
                  <a:cubicBezTo>
                    <a:pt x="0" y="238"/>
                    <a:pt x="192" y="20"/>
                    <a:pt x="433" y="238"/>
                  </a:cubicBezTo>
                  <a:cubicBezTo>
                    <a:pt x="433" y="238"/>
                    <a:pt x="229" y="0"/>
                    <a:pt x="0" y="238"/>
                  </a:cubicBezTo>
                  <a:close/>
                </a:path>
              </a:pathLst>
            </a:custGeom>
            <a:solidFill>
              <a:srgbClr val="AE9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1418">
              <a:extLst>
                <a:ext uri="{FF2B5EF4-FFF2-40B4-BE49-F238E27FC236}">
                  <a16:creationId xmlns:a16="http://schemas.microsoft.com/office/drawing/2014/main" id="{C2CF7840-72C4-4208-87BE-5FB2AF44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361"/>
              <a:ext cx="37" cy="57"/>
            </a:xfrm>
            <a:custGeom>
              <a:avLst/>
              <a:gdLst>
                <a:gd name="T0" fmla="*/ 4 w 46"/>
                <a:gd name="T1" fmla="*/ 0 h 67"/>
                <a:gd name="T2" fmla="*/ 24 w 46"/>
                <a:gd name="T3" fmla="*/ 41 h 67"/>
                <a:gd name="T4" fmla="*/ 4 w 4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7">
                  <a:moveTo>
                    <a:pt x="8" y="0"/>
                  </a:moveTo>
                  <a:cubicBezTo>
                    <a:pt x="8" y="0"/>
                    <a:pt x="0" y="61"/>
                    <a:pt x="46" y="67"/>
                  </a:cubicBezTo>
                  <a:cubicBezTo>
                    <a:pt x="46" y="67"/>
                    <a:pt x="10" y="47"/>
                    <a:pt x="8" y="0"/>
                  </a:cubicBezTo>
                  <a:close/>
                </a:path>
              </a:pathLst>
            </a:custGeom>
            <a:solidFill>
              <a:srgbClr val="AE9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1419">
              <a:extLst>
                <a:ext uri="{FF2B5EF4-FFF2-40B4-BE49-F238E27FC236}">
                  <a16:creationId xmlns:a16="http://schemas.microsoft.com/office/drawing/2014/main" id="{F15C968E-8941-4A96-B9BA-7C363BBAD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374"/>
              <a:ext cx="33" cy="44"/>
            </a:xfrm>
            <a:custGeom>
              <a:avLst/>
              <a:gdLst>
                <a:gd name="T0" fmla="*/ 2 w 42"/>
                <a:gd name="T1" fmla="*/ 0 h 52"/>
                <a:gd name="T2" fmla="*/ 20 w 42"/>
                <a:gd name="T3" fmla="*/ 31 h 52"/>
                <a:gd name="T4" fmla="*/ 2 w 4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2">
                  <a:moveTo>
                    <a:pt x="2" y="0"/>
                  </a:moveTo>
                  <a:cubicBezTo>
                    <a:pt x="2" y="0"/>
                    <a:pt x="0" y="48"/>
                    <a:pt x="42" y="52"/>
                  </a:cubicBezTo>
                  <a:cubicBezTo>
                    <a:pt x="42" y="52"/>
                    <a:pt x="7" y="41"/>
                    <a:pt x="2" y="0"/>
                  </a:cubicBezTo>
                  <a:close/>
                </a:path>
              </a:pathLst>
            </a:custGeom>
            <a:solidFill>
              <a:srgbClr val="AE9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420">
              <a:extLst>
                <a:ext uri="{FF2B5EF4-FFF2-40B4-BE49-F238E27FC236}">
                  <a16:creationId xmlns:a16="http://schemas.microsoft.com/office/drawing/2014/main" id="{58FAE5DD-C11A-4F93-9396-0AD1DEF3C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374"/>
              <a:ext cx="41" cy="54"/>
            </a:xfrm>
            <a:custGeom>
              <a:avLst/>
              <a:gdLst>
                <a:gd name="T0" fmla="*/ 0 w 52"/>
                <a:gd name="T1" fmla="*/ 0 h 63"/>
                <a:gd name="T2" fmla="*/ 25 w 52"/>
                <a:gd name="T3" fmla="*/ 31 h 63"/>
                <a:gd name="T4" fmla="*/ 0 w 52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3">
                  <a:moveTo>
                    <a:pt x="0" y="0"/>
                  </a:moveTo>
                  <a:cubicBezTo>
                    <a:pt x="0" y="0"/>
                    <a:pt x="5" y="63"/>
                    <a:pt x="52" y="49"/>
                  </a:cubicBezTo>
                  <a:cubicBezTo>
                    <a:pt x="52" y="49"/>
                    <a:pt x="13" y="51"/>
                    <a:pt x="0" y="0"/>
                  </a:cubicBezTo>
                  <a:close/>
                </a:path>
              </a:pathLst>
            </a:custGeom>
            <a:solidFill>
              <a:srgbClr val="AE9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1421">
              <a:extLst>
                <a:ext uri="{FF2B5EF4-FFF2-40B4-BE49-F238E27FC236}">
                  <a16:creationId xmlns:a16="http://schemas.microsoft.com/office/drawing/2014/main" id="{FB6BB1C0-A817-4D24-AB33-ABAF9D750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376"/>
              <a:ext cx="44" cy="51"/>
            </a:xfrm>
            <a:custGeom>
              <a:avLst/>
              <a:gdLst>
                <a:gd name="T0" fmla="*/ 0 w 55"/>
                <a:gd name="T1" fmla="*/ 0 h 60"/>
                <a:gd name="T2" fmla="*/ 28 w 55"/>
                <a:gd name="T3" fmla="*/ 27 h 60"/>
                <a:gd name="T4" fmla="*/ 0 w 55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0">
                  <a:moveTo>
                    <a:pt x="0" y="0"/>
                  </a:moveTo>
                  <a:cubicBezTo>
                    <a:pt x="0" y="0"/>
                    <a:pt x="1" y="60"/>
                    <a:pt x="55" y="45"/>
                  </a:cubicBezTo>
                  <a:cubicBezTo>
                    <a:pt x="55" y="45"/>
                    <a:pt x="10" y="55"/>
                    <a:pt x="0" y="0"/>
                  </a:cubicBezTo>
                  <a:close/>
                </a:path>
              </a:pathLst>
            </a:custGeom>
            <a:solidFill>
              <a:srgbClr val="AE9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1422">
              <a:extLst>
                <a:ext uri="{FF2B5EF4-FFF2-40B4-BE49-F238E27FC236}">
                  <a16:creationId xmlns:a16="http://schemas.microsoft.com/office/drawing/2014/main" id="{1A194E37-96A8-43E5-A866-D6920379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76"/>
              <a:ext cx="48" cy="55"/>
            </a:xfrm>
            <a:custGeom>
              <a:avLst/>
              <a:gdLst>
                <a:gd name="T0" fmla="*/ 0 w 60"/>
                <a:gd name="T1" fmla="*/ 0 h 65"/>
                <a:gd name="T2" fmla="*/ 30 w 60"/>
                <a:gd name="T3" fmla="*/ 25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5">
                  <a:moveTo>
                    <a:pt x="0" y="0"/>
                  </a:moveTo>
                  <a:cubicBezTo>
                    <a:pt x="0" y="0"/>
                    <a:pt x="8" y="65"/>
                    <a:pt x="60" y="43"/>
                  </a:cubicBezTo>
                </a:path>
              </a:pathLst>
            </a:custGeom>
            <a:solidFill>
              <a:srgbClr val="AE9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1423">
              <a:extLst>
                <a:ext uri="{FF2B5EF4-FFF2-40B4-BE49-F238E27FC236}">
                  <a16:creationId xmlns:a16="http://schemas.microsoft.com/office/drawing/2014/main" id="{E7CFC698-D4EE-4929-BE00-E486E755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76"/>
              <a:ext cx="48" cy="55"/>
            </a:xfrm>
            <a:custGeom>
              <a:avLst/>
              <a:gdLst>
                <a:gd name="T0" fmla="*/ 0 w 60"/>
                <a:gd name="T1" fmla="*/ 0 h 65"/>
                <a:gd name="T2" fmla="*/ 30 w 60"/>
                <a:gd name="T3" fmla="*/ 25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5">
                  <a:moveTo>
                    <a:pt x="0" y="0"/>
                  </a:moveTo>
                  <a:cubicBezTo>
                    <a:pt x="0" y="0"/>
                    <a:pt x="8" y="65"/>
                    <a:pt x="60" y="43"/>
                  </a:cubicBezTo>
                </a:path>
              </a:pathLst>
            </a:custGeom>
            <a:solidFill>
              <a:srgbClr val="AE9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1424">
              <a:extLst>
                <a:ext uri="{FF2B5EF4-FFF2-40B4-BE49-F238E27FC236}">
                  <a16:creationId xmlns:a16="http://schemas.microsoft.com/office/drawing/2014/main" id="{0F06EAE4-D6FC-4C38-811E-BBD1D76CF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401"/>
              <a:ext cx="281" cy="258"/>
            </a:xfrm>
            <a:custGeom>
              <a:avLst/>
              <a:gdLst>
                <a:gd name="T0" fmla="*/ 156 w 351"/>
                <a:gd name="T1" fmla="*/ 24 h 302"/>
                <a:gd name="T2" fmla="*/ 104 w 351"/>
                <a:gd name="T3" fmla="*/ 55 h 302"/>
                <a:gd name="T4" fmla="*/ 17 w 351"/>
                <a:gd name="T5" fmla="*/ 139 h 302"/>
                <a:gd name="T6" fmla="*/ 156 w 351"/>
                <a:gd name="T7" fmla="*/ 24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1" h="302">
                  <a:moveTo>
                    <a:pt x="303" y="39"/>
                  </a:moveTo>
                  <a:cubicBezTo>
                    <a:pt x="288" y="0"/>
                    <a:pt x="246" y="68"/>
                    <a:pt x="204" y="88"/>
                  </a:cubicBezTo>
                  <a:cubicBezTo>
                    <a:pt x="162" y="108"/>
                    <a:pt x="0" y="146"/>
                    <a:pt x="32" y="224"/>
                  </a:cubicBezTo>
                  <a:cubicBezTo>
                    <a:pt x="65" y="302"/>
                    <a:pt x="351" y="162"/>
                    <a:pt x="303" y="39"/>
                  </a:cubicBezTo>
                  <a:close/>
                </a:path>
              </a:pathLst>
            </a:custGeom>
            <a:solidFill>
              <a:srgbClr val="ECC47C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1425">
              <a:extLst>
                <a:ext uri="{FF2B5EF4-FFF2-40B4-BE49-F238E27FC236}">
                  <a16:creationId xmlns:a16="http://schemas.microsoft.com/office/drawing/2014/main" id="{9E74ADD8-2ED0-4392-9A1A-777D341EE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526"/>
              <a:ext cx="84" cy="78"/>
            </a:xfrm>
            <a:custGeom>
              <a:avLst/>
              <a:gdLst>
                <a:gd name="T0" fmla="*/ 22 w 105"/>
                <a:gd name="T1" fmla="*/ 0 h 91"/>
                <a:gd name="T2" fmla="*/ 10 w 105"/>
                <a:gd name="T3" fmla="*/ 9 h 91"/>
                <a:gd name="T4" fmla="*/ 5 w 105"/>
                <a:gd name="T5" fmla="*/ 20 h 91"/>
                <a:gd name="T6" fmla="*/ 2 w 105"/>
                <a:gd name="T7" fmla="*/ 30 h 91"/>
                <a:gd name="T8" fmla="*/ 4 w 105"/>
                <a:gd name="T9" fmla="*/ 44 h 91"/>
                <a:gd name="T10" fmla="*/ 22 w 105"/>
                <a:gd name="T11" fmla="*/ 56 h 91"/>
                <a:gd name="T12" fmla="*/ 36 w 105"/>
                <a:gd name="T13" fmla="*/ 56 h 91"/>
                <a:gd name="T14" fmla="*/ 54 w 105"/>
                <a:gd name="T15" fmla="*/ 51 h 91"/>
                <a:gd name="T16" fmla="*/ 37 w 105"/>
                <a:gd name="T17" fmla="*/ 49 h 91"/>
                <a:gd name="T18" fmla="*/ 24 w 105"/>
                <a:gd name="T19" fmla="*/ 51 h 91"/>
                <a:gd name="T20" fmla="*/ 6 w 105"/>
                <a:gd name="T21" fmla="*/ 41 h 91"/>
                <a:gd name="T22" fmla="*/ 8 w 105"/>
                <a:gd name="T23" fmla="*/ 16 h 91"/>
                <a:gd name="T24" fmla="*/ 21 w 105"/>
                <a:gd name="T25" fmla="*/ 3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91">
                  <a:moveTo>
                    <a:pt x="43" y="0"/>
                  </a:moveTo>
                  <a:cubicBezTo>
                    <a:pt x="35" y="6"/>
                    <a:pt x="28" y="10"/>
                    <a:pt x="20" y="15"/>
                  </a:cubicBezTo>
                  <a:cubicBezTo>
                    <a:pt x="13" y="20"/>
                    <a:pt x="13" y="24"/>
                    <a:pt x="10" y="31"/>
                  </a:cubicBezTo>
                  <a:cubicBezTo>
                    <a:pt x="8" y="37"/>
                    <a:pt x="4" y="42"/>
                    <a:pt x="2" y="48"/>
                  </a:cubicBezTo>
                  <a:cubicBezTo>
                    <a:pt x="0" y="57"/>
                    <a:pt x="3" y="62"/>
                    <a:pt x="7" y="69"/>
                  </a:cubicBezTo>
                  <a:cubicBezTo>
                    <a:pt x="16" y="86"/>
                    <a:pt x="23" y="88"/>
                    <a:pt x="42" y="89"/>
                  </a:cubicBezTo>
                  <a:cubicBezTo>
                    <a:pt x="52" y="90"/>
                    <a:pt x="60" y="91"/>
                    <a:pt x="70" y="89"/>
                  </a:cubicBezTo>
                  <a:cubicBezTo>
                    <a:pt x="83" y="88"/>
                    <a:pt x="92" y="81"/>
                    <a:pt x="105" y="81"/>
                  </a:cubicBezTo>
                  <a:cubicBezTo>
                    <a:pt x="94" y="82"/>
                    <a:pt x="83" y="74"/>
                    <a:pt x="73" y="78"/>
                  </a:cubicBezTo>
                  <a:cubicBezTo>
                    <a:pt x="63" y="80"/>
                    <a:pt x="59" y="84"/>
                    <a:pt x="48" y="82"/>
                  </a:cubicBezTo>
                  <a:cubicBezTo>
                    <a:pt x="39" y="81"/>
                    <a:pt x="17" y="74"/>
                    <a:pt x="12" y="65"/>
                  </a:cubicBezTo>
                  <a:cubicBezTo>
                    <a:pt x="10" y="60"/>
                    <a:pt x="12" y="32"/>
                    <a:pt x="15" y="26"/>
                  </a:cubicBezTo>
                  <a:cubicBezTo>
                    <a:pt x="19" y="16"/>
                    <a:pt x="34" y="11"/>
                    <a:pt x="41" y="3"/>
                  </a:cubicBezTo>
                </a:path>
              </a:pathLst>
            </a:custGeom>
            <a:solidFill>
              <a:srgbClr val="F7D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426">
              <a:extLst>
                <a:ext uri="{FF2B5EF4-FFF2-40B4-BE49-F238E27FC236}">
                  <a16:creationId xmlns:a16="http://schemas.microsoft.com/office/drawing/2014/main" id="{3D5CAE17-9941-48D8-B295-15B5074D1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1"/>
              <a:ext cx="54" cy="87"/>
            </a:xfrm>
            <a:custGeom>
              <a:avLst/>
              <a:gdLst>
                <a:gd name="T0" fmla="*/ 0 w 67"/>
                <a:gd name="T1" fmla="*/ 33 h 102"/>
                <a:gd name="T2" fmla="*/ 18 w 67"/>
                <a:gd name="T3" fmla="*/ 16 h 102"/>
                <a:gd name="T4" fmla="*/ 34 w 67"/>
                <a:gd name="T5" fmla="*/ 14 h 102"/>
                <a:gd name="T6" fmla="*/ 33 w 67"/>
                <a:gd name="T7" fmla="*/ 42 h 102"/>
                <a:gd name="T8" fmla="*/ 31 w 67"/>
                <a:gd name="T9" fmla="*/ 54 h 102"/>
                <a:gd name="T10" fmla="*/ 24 w 67"/>
                <a:gd name="T11" fmla="*/ 63 h 102"/>
                <a:gd name="T12" fmla="*/ 31 w 67"/>
                <a:gd name="T13" fmla="*/ 42 h 102"/>
                <a:gd name="T14" fmla="*/ 31 w 67"/>
                <a:gd name="T15" fmla="*/ 17 h 102"/>
                <a:gd name="T16" fmla="*/ 15 w 67"/>
                <a:gd name="T17" fmla="*/ 22 h 102"/>
                <a:gd name="T18" fmla="*/ 6 w 67"/>
                <a:gd name="T19" fmla="*/ 27 h 102"/>
                <a:gd name="T20" fmla="*/ 1 w 67"/>
                <a:gd name="T21" fmla="*/ 33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02">
                  <a:moveTo>
                    <a:pt x="0" y="54"/>
                  </a:moveTo>
                  <a:cubicBezTo>
                    <a:pt x="12" y="46"/>
                    <a:pt x="23" y="35"/>
                    <a:pt x="34" y="26"/>
                  </a:cubicBezTo>
                  <a:cubicBezTo>
                    <a:pt x="45" y="18"/>
                    <a:pt x="60" y="0"/>
                    <a:pt x="64" y="22"/>
                  </a:cubicBezTo>
                  <a:cubicBezTo>
                    <a:pt x="67" y="37"/>
                    <a:pt x="66" y="52"/>
                    <a:pt x="63" y="67"/>
                  </a:cubicBezTo>
                  <a:cubicBezTo>
                    <a:pt x="62" y="73"/>
                    <a:pt x="61" y="81"/>
                    <a:pt x="58" y="87"/>
                  </a:cubicBezTo>
                  <a:cubicBezTo>
                    <a:pt x="55" y="93"/>
                    <a:pt x="49" y="96"/>
                    <a:pt x="46" y="102"/>
                  </a:cubicBezTo>
                  <a:cubicBezTo>
                    <a:pt x="50" y="90"/>
                    <a:pt x="58" y="80"/>
                    <a:pt x="59" y="67"/>
                  </a:cubicBezTo>
                  <a:cubicBezTo>
                    <a:pt x="60" y="55"/>
                    <a:pt x="62" y="38"/>
                    <a:pt x="58" y="27"/>
                  </a:cubicBezTo>
                  <a:cubicBezTo>
                    <a:pt x="53" y="14"/>
                    <a:pt x="38" y="30"/>
                    <a:pt x="30" y="35"/>
                  </a:cubicBezTo>
                  <a:cubicBezTo>
                    <a:pt x="25" y="38"/>
                    <a:pt x="18" y="40"/>
                    <a:pt x="13" y="43"/>
                  </a:cubicBezTo>
                  <a:cubicBezTo>
                    <a:pt x="10" y="46"/>
                    <a:pt x="6" y="51"/>
                    <a:pt x="1" y="54"/>
                  </a:cubicBezTo>
                </a:path>
              </a:pathLst>
            </a:custGeom>
            <a:solidFill>
              <a:srgbClr val="F7D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1427">
              <a:extLst>
                <a:ext uri="{FF2B5EF4-FFF2-40B4-BE49-F238E27FC236}">
                  <a16:creationId xmlns:a16="http://schemas.microsoft.com/office/drawing/2014/main" id="{5B2D90FA-8A17-44D4-ADF6-A7BC32A71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526"/>
              <a:ext cx="12" cy="17"/>
            </a:xfrm>
            <a:custGeom>
              <a:avLst/>
              <a:gdLst>
                <a:gd name="T0" fmla="*/ 4 w 16"/>
                <a:gd name="T1" fmla="*/ 3 h 20"/>
                <a:gd name="T2" fmla="*/ 4 w 16"/>
                <a:gd name="T3" fmla="*/ 10 h 20"/>
                <a:gd name="T4" fmla="*/ 3 w 16"/>
                <a:gd name="T5" fmla="*/ 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8" y="6"/>
                  </a:moveTo>
                  <a:cubicBezTo>
                    <a:pt x="2" y="7"/>
                    <a:pt x="0" y="20"/>
                    <a:pt x="8" y="17"/>
                  </a:cubicBezTo>
                  <a:cubicBezTo>
                    <a:pt x="14" y="14"/>
                    <a:pt x="16" y="0"/>
                    <a:pt x="7" y="6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1428">
              <a:extLst>
                <a:ext uri="{FF2B5EF4-FFF2-40B4-BE49-F238E27FC236}">
                  <a16:creationId xmlns:a16="http://schemas.microsoft.com/office/drawing/2014/main" id="{7B372DC7-B146-4AB3-8B41-0892BF008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541"/>
              <a:ext cx="11" cy="9"/>
            </a:xfrm>
            <a:custGeom>
              <a:avLst/>
              <a:gdLst>
                <a:gd name="T0" fmla="*/ 6 w 14"/>
                <a:gd name="T1" fmla="*/ 1 h 10"/>
                <a:gd name="T2" fmla="*/ 2 w 14"/>
                <a:gd name="T3" fmla="*/ 3 h 10"/>
                <a:gd name="T4" fmla="*/ 2 w 14"/>
                <a:gd name="T5" fmla="*/ 6 h 10"/>
                <a:gd name="T6" fmla="*/ 6 w 14"/>
                <a:gd name="T7" fmla="*/ 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1" y="1"/>
                  </a:moveTo>
                  <a:cubicBezTo>
                    <a:pt x="7" y="1"/>
                    <a:pt x="6" y="0"/>
                    <a:pt x="3" y="3"/>
                  </a:cubicBezTo>
                  <a:cubicBezTo>
                    <a:pt x="2" y="5"/>
                    <a:pt x="0" y="7"/>
                    <a:pt x="4" y="9"/>
                  </a:cubicBezTo>
                  <a:cubicBezTo>
                    <a:pt x="8" y="10"/>
                    <a:pt x="14" y="6"/>
                    <a:pt x="11" y="2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1429">
              <a:extLst>
                <a:ext uri="{FF2B5EF4-FFF2-40B4-BE49-F238E27FC236}">
                  <a16:creationId xmlns:a16="http://schemas.microsoft.com/office/drawing/2014/main" id="{7B6C7D01-2E38-454E-89FB-9F7BCED74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545"/>
              <a:ext cx="3" cy="4"/>
            </a:xfrm>
            <a:custGeom>
              <a:avLst/>
              <a:gdLst>
                <a:gd name="T0" fmla="*/ 1 w 4"/>
                <a:gd name="T1" fmla="*/ 0 h 4"/>
                <a:gd name="T2" fmla="*/ 2 w 4"/>
                <a:gd name="T3" fmla="*/ 3 h 4"/>
                <a:gd name="T4" fmla="*/ 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4"/>
                    <a:pt x="3" y="3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430">
              <a:extLst>
                <a:ext uri="{FF2B5EF4-FFF2-40B4-BE49-F238E27FC236}">
                  <a16:creationId xmlns:a16="http://schemas.microsoft.com/office/drawing/2014/main" id="{A3470611-61F2-4A76-92B0-D8FF54639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534"/>
              <a:ext cx="4" cy="5"/>
            </a:xfrm>
            <a:custGeom>
              <a:avLst/>
              <a:gdLst>
                <a:gd name="T0" fmla="*/ 2 w 5"/>
                <a:gd name="T1" fmla="*/ 1 h 6"/>
                <a:gd name="T2" fmla="*/ 2 w 5"/>
                <a:gd name="T3" fmla="*/ 3 h 6"/>
                <a:gd name="T4" fmla="*/ 2 w 5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3" y="5"/>
                    <a:pt x="5" y="0"/>
                    <a:pt x="3" y="1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1431">
              <a:extLst>
                <a:ext uri="{FF2B5EF4-FFF2-40B4-BE49-F238E27FC236}">
                  <a16:creationId xmlns:a16="http://schemas.microsoft.com/office/drawing/2014/main" id="{AAF8A132-2740-4440-AF74-C0D7230C7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522"/>
              <a:ext cx="4" cy="6"/>
            </a:xfrm>
            <a:custGeom>
              <a:avLst/>
              <a:gdLst>
                <a:gd name="T0" fmla="*/ 2 w 5"/>
                <a:gd name="T1" fmla="*/ 1 h 6"/>
                <a:gd name="T2" fmla="*/ 2 w 5"/>
                <a:gd name="T3" fmla="*/ 4 h 6"/>
                <a:gd name="T4" fmla="*/ 2 w 5"/>
                <a:gd name="T5" fmla="*/ 0 h 6"/>
                <a:gd name="T6" fmla="*/ 2 w 5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3"/>
                    <a:pt x="1" y="6"/>
                    <a:pt x="3" y="4"/>
                  </a:cubicBezTo>
                  <a:cubicBezTo>
                    <a:pt x="5" y="3"/>
                    <a:pt x="4" y="1"/>
                    <a:pt x="4" y="0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1432">
              <a:extLst>
                <a:ext uri="{FF2B5EF4-FFF2-40B4-BE49-F238E27FC236}">
                  <a16:creationId xmlns:a16="http://schemas.microsoft.com/office/drawing/2014/main" id="{93287E2A-6FBA-4DA1-BC07-A8816FFE6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522"/>
              <a:ext cx="3" cy="9"/>
            </a:xfrm>
            <a:custGeom>
              <a:avLst/>
              <a:gdLst>
                <a:gd name="T0" fmla="*/ 0 w 4"/>
                <a:gd name="T1" fmla="*/ 5 h 10"/>
                <a:gd name="T2" fmla="*/ 0 w 4"/>
                <a:gd name="T3" fmla="*/ 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6"/>
                  </a:moveTo>
                  <a:cubicBezTo>
                    <a:pt x="2" y="10"/>
                    <a:pt x="4" y="0"/>
                    <a:pt x="0" y="5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1433">
              <a:extLst>
                <a:ext uri="{FF2B5EF4-FFF2-40B4-BE49-F238E27FC236}">
                  <a16:creationId xmlns:a16="http://schemas.microsoft.com/office/drawing/2014/main" id="{6460A42C-8ADC-483A-B2DA-BF690CED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557"/>
              <a:ext cx="3" cy="5"/>
            </a:xfrm>
            <a:custGeom>
              <a:avLst/>
              <a:gdLst>
                <a:gd name="T0" fmla="*/ 0 w 3"/>
                <a:gd name="T1" fmla="*/ 3 h 6"/>
                <a:gd name="T2" fmla="*/ 2 w 3"/>
                <a:gd name="T3" fmla="*/ 2 h 6"/>
                <a:gd name="T4" fmla="*/ 0 w 3"/>
                <a:gd name="T5" fmla="*/ 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6"/>
                    <a:pt x="3" y="3"/>
                    <a:pt x="2" y="2"/>
                  </a:cubicBezTo>
                  <a:cubicBezTo>
                    <a:pt x="1" y="0"/>
                    <a:pt x="0" y="5"/>
                    <a:pt x="0" y="6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1434">
              <a:extLst>
                <a:ext uri="{FF2B5EF4-FFF2-40B4-BE49-F238E27FC236}">
                  <a16:creationId xmlns:a16="http://schemas.microsoft.com/office/drawing/2014/main" id="{4C3AACEF-49E5-49B0-AD76-72EAB74F1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587"/>
              <a:ext cx="6" cy="5"/>
            </a:xfrm>
            <a:custGeom>
              <a:avLst/>
              <a:gdLst>
                <a:gd name="T0" fmla="*/ 1 w 8"/>
                <a:gd name="T1" fmla="*/ 3 h 5"/>
                <a:gd name="T2" fmla="*/ 3 w 8"/>
                <a:gd name="T3" fmla="*/ 4 h 5"/>
                <a:gd name="T4" fmla="*/ 2 w 8"/>
                <a:gd name="T5" fmla="*/ 1 h 5"/>
                <a:gd name="T6" fmla="*/ 1 w 8"/>
                <a:gd name="T7" fmla="*/ 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2" y="3"/>
                    <a:pt x="5" y="5"/>
                    <a:pt x="7" y="4"/>
                  </a:cubicBezTo>
                  <a:cubicBezTo>
                    <a:pt x="8" y="3"/>
                    <a:pt x="6" y="1"/>
                    <a:pt x="5" y="1"/>
                  </a:cubicBezTo>
                  <a:cubicBezTo>
                    <a:pt x="3" y="0"/>
                    <a:pt x="0" y="1"/>
                    <a:pt x="1" y="3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Freeform 1435">
              <a:extLst>
                <a:ext uri="{FF2B5EF4-FFF2-40B4-BE49-F238E27FC236}">
                  <a16:creationId xmlns:a16="http://schemas.microsoft.com/office/drawing/2014/main" id="{10EED359-0FD6-43C5-BE45-61D0E8826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584"/>
              <a:ext cx="6" cy="5"/>
            </a:xfrm>
            <a:custGeom>
              <a:avLst/>
              <a:gdLst>
                <a:gd name="T0" fmla="*/ 3 w 7"/>
                <a:gd name="T1" fmla="*/ 3 h 6"/>
                <a:gd name="T2" fmla="*/ 3 w 7"/>
                <a:gd name="T3" fmla="*/ 1 h 6"/>
                <a:gd name="T4" fmla="*/ 0 w 7"/>
                <a:gd name="T5" fmla="*/ 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5"/>
                  </a:moveTo>
                  <a:cubicBezTo>
                    <a:pt x="4" y="6"/>
                    <a:pt x="7" y="3"/>
                    <a:pt x="5" y="1"/>
                  </a:cubicBezTo>
                  <a:cubicBezTo>
                    <a:pt x="4" y="0"/>
                    <a:pt x="1" y="4"/>
                    <a:pt x="0" y="5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Freeform 1436">
              <a:extLst>
                <a:ext uri="{FF2B5EF4-FFF2-40B4-BE49-F238E27FC236}">
                  <a16:creationId xmlns:a16="http://schemas.microsoft.com/office/drawing/2014/main" id="{8EFF75E8-1A3D-4164-8183-C65B0BF3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581"/>
              <a:ext cx="4" cy="4"/>
            </a:xfrm>
            <a:custGeom>
              <a:avLst/>
              <a:gdLst>
                <a:gd name="T0" fmla="*/ 1 w 5"/>
                <a:gd name="T1" fmla="*/ 3 h 4"/>
                <a:gd name="T2" fmla="*/ 1 w 5"/>
                <a:gd name="T3" fmla="*/ 4 h 4"/>
                <a:gd name="T4" fmla="*/ 2 w 5"/>
                <a:gd name="T5" fmla="*/ 2 h 4"/>
                <a:gd name="T6" fmla="*/ 1 w 5"/>
                <a:gd name="T7" fmla="*/ 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2" y="4"/>
                    <a:pt x="5" y="4"/>
                    <a:pt x="4" y="2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6" name="Freeform 1437">
              <a:extLst>
                <a:ext uri="{FF2B5EF4-FFF2-40B4-BE49-F238E27FC236}">
                  <a16:creationId xmlns:a16="http://schemas.microsoft.com/office/drawing/2014/main" id="{4740DB5D-7920-4BBF-9DA0-A8555B5E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579"/>
              <a:ext cx="5" cy="5"/>
            </a:xfrm>
            <a:custGeom>
              <a:avLst/>
              <a:gdLst>
                <a:gd name="T0" fmla="*/ 1 w 7"/>
                <a:gd name="T1" fmla="*/ 3 h 6"/>
                <a:gd name="T2" fmla="*/ 0 w 7"/>
                <a:gd name="T3" fmla="*/ 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7" y="4"/>
                    <a:pt x="3" y="0"/>
                    <a:pt x="0" y="5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7" name="Freeform 1438">
              <a:extLst>
                <a:ext uri="{FF2B5EF4-FFF2-40B4-BE49-F238E27FC236}">
                  <a16:creationId xmlns:a16="http://schemas.microsoft.com/office/drawing/2014/main" id="{7DA1A1DE-351E-4B4C-A85F-AF29FD3CD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458"/>
              <a:ext cx="10" cy="9"/>
            </a:xfrm>
            <a:custGeom>
              <a:avLst/>
              <a:gdLst>
                <a:gd name="T0" fmla="*/ 4 w 13"/>
                <a:gd name="T1" fmla="*/ 2 h 11"/>
                <a:gd name="T2" fmla="*/ 0 w 13"/>
                <a:gd name="T3" fmla="*/ 6 h 11"/>
                <a:gd name="T4" fmla="*/ 4 w 13"/>
                <a:gd name="T5" fmla="*/ 3 h 11"/>
                <a:gd name="T6" fmla="*/ 4 w 13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9" y="3"/>
                  </a:moveTo>
                  <a:cubicBezTo>
                    <a:pt x="7" y="0"/>
                    <a:pt x="1" y="9"/>
                    <a:pt x="0" y="11"/>
                  </a:cubicBezTo>
                  <a:cubicBezTo>
                    <a:pt x="3" y="10"/>
                    <a:pt x="6" y="8"/>
                    <a:pt x="8" y="6"/>
                  </a:cubicBezTo>
                  <a:cubicBezTo>
                    <a:pt x="10" y="6"/>
                    <a:pt x="13" y="4"/>
                    <a:pt x="9" y="3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Freeform 1439">
              <a:extLst>
                <a:ext uri="{FF2B5EF4-FFF2-40B4-BE49-F238E27FC236}">
                  <a16:creationId xmlns:a16="http://schemas.microsoft.com/office/drawing/2014/main" id="{876135FF-66CD-4ED5-8223-D8EF3A03D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469"/>
              <a:ext cx="9" cy="5"/>
            </a:xfrm>
            <a:custGeom>
              <a:avLst/>
              <a:gdLst>
                <a:gd name="T0" fmla="*/ 6 w 11"/>
                <a:gd name="T1" fmla="*/ 0 h 6"/>
                <a:gd name="T2" fmla="*/ 0 w 11"/>
                <a:gd name="T3" fmla="*/ 3 h 6"/>
                <a:gd name="T4" fmla="*/ 6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8" y="0"/>
                    <a:pt x="0" y="3"/>
                    <a:pt x="0" y="6"/>
                  </a:cubicBezTo>
                  <a:cubicBezTo>
                    <a:pt x="4" y="6"/>
                    <a:pt x="10" y="4"/>
                    <a:pt x="10" y="0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1440">
              <a:extLst>
                <a:ext uri="{FF2B5EF4-FFF2-40B4-BE49-F238E27FC236}">
                  <a16:creationId xmlns:a16="http://schemas.microsoft.com/office/drawing/2014/main" id="{16533573-62D9-4428-B95B-9F747AC44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71"/>
              <a:ext cx="10" cy="10"/>
            </a:xfrm>
            <a:custGeom>
              <a:avLst/>
              <a:gdLst>
                <a:gd name="T0" fmla="*/ 5 w 12"/>
                <a:gd name="T1" fmla="*/ 1 h 11"/>
                <a:gd name="T2" fmla="*/ 1 w 12"/>
                <a:gd name="T3" fmla="*/ 5 h 11"/>
                <a:gd name="T4" fmla="*/ 6 w 12"/>
                <a:gd name="T5" fmla="*/ 5 h 11"/>
                <a:gd name="T6" fmla="*/ 6 w 12"/>
                <a:gd name="T7" fmla="*/ 2 h 11"/>
                <a:gd name="T8" fmla="*/ 4 w 12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8" y="1"/>
                  </a:moveTo>
                  <a:cubicBezTo>
                    <a:pt x="5" y="1"/>
                    <a:pt x="0" y="5"/>
                    <a:pt x="1" y="8"/>
                  </a:cubicBezTo>
                  <a:cubicBezTo>
                    <a:pt x="3" y="11"/>
                    <a:pt x="7" y="8"/>
                    <a:pt x="9" y="7"/>
                  </a:cubicBezTo>
                  <a:cubicBezTo>
                    <a:pt x="10" y="6"/>
                    <a:pt x="12" y="4"/>
                    <a:pt x="10" y="2"/>
                  </a:cubicBezTo>
                  <a:cubicBezTo>
                    <a:pt x="10" y="1"/>
                    <a:pt x="8" y="0"/>
                    <a:pt x="7" y="1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Freeform 1441">
              <a:extLst>
                <a:ext uri="{FF2B5EF4-FFF2-40B4-BE49-F238E27FC236}">
                  <a16:creationId xmlns:a16="http://schemas.microsoft.com/office/drawing/2014/main" id="{4847939E-3498-4E0E-A1EC-4C698259D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467"/>
              <a:ext cx="6" cy="5"/>
            </a:xfrm>
            <a:custGeom>
              <a:avLst/>
              <a:gdLst>
                <a:gd name="T0" fmla="*/ 0 w 7"/>
                <a:gd name="T1" fmla="*/ 3 h 6"/>
                <a:gd name="T2" fmla="*/ 3 w 7"/>
                <a:gd name="T3" fmla="*/ 3 h 6"/>
                <a:gd name="T4" fmla="*/ 1 w 7"/>
                <a:gd name="T5" fmla="*/ 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1" y="6"/>
                    <a:pt x="5" y="6"/>
                    <a:pt x="6" y="4"/>
                  </a:cubicBezTo>
                  <a:cubicBezTo>
                    <a:pt x="7" y="0"/>
                    <a:pt x="3" y="3"/>
                    <a:pt x="1" y="3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1" name="Freeform 1442">
              <a:extLst>
                <a:ext uri="{FF2B5EF4-FFF2-40B4-BE49-F238E27FC236}">
                  <a16:creationId xmlns:a16="http://schemas.microsoft.com/office/drawing/2014/main" id="{1EA192C6-AB0D-4A57-9654-E68A8C52E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477"/>
              <a:ext cx="13" cy="8"/>
            </a:xfrm>
            <a:custGeom>
              <a:avLst/>
              <a:gdLst>
                <a:gd name="T0" fmla="*/ 6 w 17"/>
                <a:gd name="T1" fmla="*/ 1 h 9"/>
                <a:gd name="T2" fmla="*/ 2 w 17"/>
                <a:gd name="T3" fmla="*/ 4 h 9"/>
                <a:gd name="T4" fmla="*/ 8 w 17"/>
                <a:gd name="T5" fmla="*/ 2 h 9"/>
                <a:gd name="T6" fmla="*/ 7 w 17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15" y="1"/>
                  </a:moveTo>
                  <a:cubicBezTo>
                    <a:pt x="13" y="0"/>
                    <a:pt x="0" y="0"/>
                    <a:pt x="3" y="5"/>
                  </a:cubicBezTo>
                  <a:cubicBezTo>
                    <a:pt x="5" y="9"/>
                    <a:pt x="15" y="5"/>
                    <a:pt x="17" y="2"/>
                  </a:cubicBezTo>
                  <a:cubicBezTo>
                    <a:pt x="17" y="2"/>
                    <a:pt x="16" y="2"/>
                    <a:pt x="16" y="1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Freeform 1443">
              <a:extLst>
                <a:ext uri="{FF2B5EF4-FFF2-40B4-BE49-F238E27FC236}">
                  <a16:creationId xmlns:a16="http://schemas.microsoft.com/office/drawing/2014/main" id="{9A457AB7-0AFE-4F82-AF5C-381B0BD88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455"/>
              <a:ext cx="4" cy="4"/>
            </a:xfrm>
            <a:custGeom>
              <a:avLst/>
              <a:gdLst>
                <a:gd name="T0" fmla="*/ 1 w 5"/>
                <a:gd name="T1" fmla="*/ 2 h 5"/>
                <a:gd name="T2" fmla="*/ 1 w 5"/>
                <a:gd name="T3" fmla="*/ 2 h 5"/>
                <a:gd name="T4" fmla="*/ 2 w 5"/>
                <a:gd name="T5" fmla="*/ 0 h 5"/>
                <a:gd name="T6" fmla="*/ 1 w 5"/>
                <a:gd name="T7" fmla="*/ 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2" y="5"/>
                    <a:pt x="5" y="1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</a:path>
              </a:pathLst>
            </a:custGeom>
            <a:solidFill>
              <a:srgbClr val="DDA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Rectangle 1444">
              <a:extLst>
                <a:ext uri="{FF2B5EF4-FFF2-40B4-BE49-F238E27FC236}">
                  <a16:creationId xmlns:a16="http://schemas.microsoft.com/office/drawing/2014/main" id="{9810E21D-CBB7-47F5-B294-F43176134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2730"/>
              <a:ext cx="191" cy="83"/>
            </a:xfrm>
            <a:prstGeom prst="rect">
              <a:avLst/>
            </a:prstGeom>
            <a:solidFill>
              <a:srgbClr val="E4B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04" name="Rectangle 1445">
              <a:extLst>
                <a:ext uri="{FF2B5EF4-FFF2-40B4-BE49-F238E27FC236}">
                  <a16:creationId xmlns:a16="http://schemas.microsoft.com/office/drawing/2014/main" id="{08267202-98C3-4DE1-862F-BF2FD5511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730"/>
              <a:ext cx="192" cy="83"/>
            </a:xfrm>
            <a:prstGeom prst="rect">
              <a:avLst/>
            </a:prstGeom>
            <a:solidFill>
              <a:srgbClr val="E4B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05" name="Freeform 1446">
              <a:extLst>
                <a:ext uri="{FF2B5EF4-FFF2-40B4-BE49-F238E27FC236}">
                  <a16:creationId xmlns:a16="http://schemas.microsoft.com/office/drawing/2014/main" id="{A6BAC19C-52BF-461B-85C4-D0B857E6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013"/>
              <a:ext cx="232" cy="249"/>
            </a:xfrm>
            <a:custGeom>
              <a:avLst/>
              <a:gdLst>
                <a:gd name="T0" fmla="*/ 0 w 232"/>
                <a:gd name="T1" fmla="*/ 249 h 249"/>
                <a:gd name="T2" fmla="*/ 82 w 232"/>
                <a:gd name="T3" fmla="*/ 0 h 249"/>
                <a:gd name="T4" fmla="*/ 232 w 232"/>
                <a:gd name="T5" fmla="*/ 0 h 249"/>
                <a:gd name="T6" fmla="*/ 90 w 232"/>
                <a:gd name="T7" fmla="*/ 23 h 249"/>
                <a:gd name="T8" fmla="*/ 0 w 232"/>
                <a:gd name="T9" fmla="*/ 249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249">
                  <a:moveTo>
                    <a:pt x="0" y="249"/>
                  </a:moveTo>
                  <a:lnTo>
                    <a:pt x="82" y="0"/>
                  </a:lnTo>
                  <a:lnTo>
                    <a:pt x="232" y="0"/>
                  </a:lnTo>
                  <a:lnTo>
                    <a:pt x="90" y="23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E4B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Freeform 1447">
              <a:extLst>
                <a:ext uri="{FF2B5EF4-FFF2-40B4-BE49-F238E27FC236}">
                  <a16:creationId xmlns:a16="http://schemas.microsoft.com/office/drawing/2014/main" id="{BAD5CFEC-082D-4687-A2A7-F69B5FC4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288"/>
              <a:ext cx="229" cy="392"/>
            </a:xfrm>
            <a:custGeom>
              <a:avLst/>
              <a:gdLst>
                <a:gd name="T0" fmla="*/ 229 w 229"/>
                <a:gd name="T1" fmla="*/ 0 h 392"/>
                <a:gd name="T2" fmla="*/ 0 w 229"/>
                <a:gd name="T3" fmla="*/ 0 h 392"/>
                <a:gd name="T4" fmla="*/ 0 w 229"/>
                <a:gd name="T5" fmla="*/ 392 h 392"/>
                <a:gd name="T6" fmla="*/ 12 w 229"/>
                <a:gd name="T7" fmla="*/ 11 h 392"/>
                <a:gd name="T8" fmla="*/ 229 w 229"/>
                <a:gd name="T9" fmla="*/ 0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392">
                  <a:moveTo>
                    <a:pt x="229" y="0"/>
                  </a:moveTo>
                  <a:lnTo>
                    <a:pt x="0" y="0"/>
                  </a:lnTo>
                  <a:lnTo>
                    <a:pt x="0" y="392"/>
                  </a:lnTo>
                  <a:lnTo>
                    <a:pt x="12" y="1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FAE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1448">
              <a:extLst>
                <a:ext uri="{FF2B5EF4-FFF2-40B4-BE49-F238E27FC236}">
                  <a16:creationId xmlns:a16="http://schemas.microsoft.com/office/drawing/2014/main" id="{51AF9707-9FA5-4DB3-9F27-DE80AD31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14"/>
              <a:ext cx="142" cy="112"/>
            </a:xfrm>
            <a:custGeom>
              <a:avLst/>
              <a:gdLst>
                <a:gd name="T0" fmla="*/ 0 w 142"/>
                <a:gd name="T1" fmla="*/ 112 h 112"/>
                <a:gd name="T2" fmla="*/ 0 w 142"/>
                <a:gd name="T3" fmla="*/ 0 h 112"/>
                <a:gd name="T4" fmla="*/ 142 w 142"/>
                <a:gd name="T5" fmla="*/ 0 h 112"/>
                <a:gd name="T6" fmla="*/ 8 w 142"/>
                <a:gd name="T7" fmla="*/ 12 h 112"/>
                <a:gd name="T8" fmla="*/ 0 w 142"/>
                <a:gd name="T9" fmla="*/ 112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12">
                  <a:moveTo>
                    <a:pt x="0" y="112"/>
                  </a:moveTo>
                  <a:lnTo>
                    <a:pt x="0" y="0"/>
                  </a:lnTo>
                  <a:lnTo>
                    <a:pt x="142" y="0"/>
                  </a:lnTo>
                  <a:lnTo>
                    <a:pt x="8" y="12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FAE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8" name="Freeform 1449">
              <a:extLst>
                <a:ext uri="{FF2B5EF4-FFF2-40B4-BE49-F238E27FC236}">
                  <a16:creationId xmlns:a16="http://schemas.microsoft.com/office/drawing/2014/main" id="{9E817D8B-D8FF-407A-B27E-72C457A53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14"/>
              <a:ext cx="115" cy="111"/>
            </a:xfrm>
            <a:custGeom>
              <a:avLst/>
              <a:gdLst>
                <a:gd name="T0" fmla="*/ 0 w 115"/>
                <a:gd name="T1" fmla="*/ 111 h 111"/>
                <a:gd name="T2" fmla="*/ 0 w 115"/>
                <a:gd name="T3" fmla="*/ 0 h 111"/>
                <a:gd name="T4" fmla="*/ 115 w 115"/>
                <a:gd name="T5" fmla="*/ 0 h 111"/>
                <a:gd name="T6" fmla="*/ 7 w 115"/>
                <a:gd name="T7" fmla="*/ 7 h 111"/>
                <a:gd name="T8" fmla="*/ 0 w 115"/>
                <a:gd name="T9" fmla="*/ 11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11">
                  <a:moveTo>
                    <a:pt x="0" y="111"/>
                  </a:moveTo>
                  <a:lnTo>
                    <a:pt x="0" y="0"/>
                  </a:lnTo>
                  <a:lnTo>
                    <a:pt x="115" y="0"/>
                  </a:lnTo>
                  <a:lnTo>
                    <a:pt x="7" y="7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FAE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9" name="Freeform 1450">
              <a:extLst>
                <a:ext uri="{FF2B5EF4-FFF2-40B4-BE49-F238E27FC236}">
                  <a16:creationId xmlns:a16="http://schemas.microsoft.com/office/drawing/2014/main" id="{7532309C-3580-49BC-A19F-073E9BEAD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757"/>
              <a:ext cx="188" cy="66"/>
            </a:xfrm>
            <a:custGeom>
              <a:avLst/>
              <a:gdLst>
                <a:gd name="T0" fmla="*/ 0 w 188"/>
                <a:gd name="T1" fmla="*/ 66 h 66"/>
                <a:gd name="T2" fmla="*/ 0 w 188"/>
                <a:gd name="T3" fmla="*/ 0 h 66"/>
                <a:gd name="T4" fmla="*/ 188 w 188"/>
                <a:gd name="T5" fmla="*/ 0 h 66"/>
                <a:gd name="T6" fmla="*/ 7 w 188"/>
                <a:gd name="T7" fmla="*/ 8 h 66"/>
                <a:gd name="T8" fmla="*/ 0 w 188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66">
                  <a:moveTo>
                    <a:pt x="0" y="66"/>
                  </a:moveTo>
                  <a:lnTo>
                    <a:pt x="0" y="0"/>
                  </a:lnTo>
                  <a:lnTo>
                    <a:pt x="188" y="0"/>
                  </a:lnTo>
                  <a:lnTo>
                    <a:pt x="7" y="8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9C8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Freeform 1451">
              <a:extLst>
                <a:ext uri="{FF2B5EF4-FFF2-40B4-BE49-F238E27FC236}">
                  <a16:creationId xmlns:a16="http://schemas.microsoft.com/office/drawing/2014/main" id="{77862FE6-81CF-4D79-92C4-8803C546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158"/>
              <a:ext cx="95" cy="102"/>
            </a:xfrm>
            <a:custGeom>
              <a:avLst/>
              <a:gdLst>
                <a:gd name="T0" fmla="*/ 6 w 95"/>
                <a:gd name="T1" fmla="*/ 39 h 102"/>
                <a:gd name="T2" fmla="*/ 12 w 95"/>
                <a:gd name="T3" fmla="*/ 32 h 102"/>
                <a:gd name="T4" fmla="*/ 15 w 95"/>
                <a:gd name="T5" fmla="*/ 25 h 102"/>
                <a:gd name="T6" fmla="*/ 19 w 95"/>
                <a:gd name="T7" fmla="*/ 16 h 102"/>
                <a:gd name="T8" fmla="*/ 23 w 95"/>
                <a:gd name="T9" fmla="*/ 12 h 102"/>
                <a:gd name="T10" fmla="*/ 27 w 95"/>
                <a:gd name="T11" fmla="*/ 6 h 102"/>
                <a:gd name="T12" fmla="*/ 32 w 95"/>
                <a:gd name="T13" fmla="*/ 3 h 102"/>
                <a:gd name="T14" fmla="*/ 38 w 95"/>
                <a:gd name="T15" fmla="*/ 1 h 102"/>
                <a:gd name="T16" fmla="*/ 43 w 95"/>
                <a:gd name="T17" fmla="*/ 0 h 102"/>
                <a:gd name="T18" fmla="*/ 48 w 95"/>
                <a:gd name="T19" fmla="*/ 0 h 102"/>
                <a:gd name="T20" fmla="*/ 57 w 95"/>
                <a:gd name="T21" fmla="*/ 3 h 102"/>
                <a:gd name="T22" fmla="*/ 63 w 95"/>
                <a:gd name="T23" fmla="*/ 9 h 102"/>
                <a:gd name="T24" fmla="*/ 68 w 95"/>
                <a:gd name="T25" fmla="*/ 15 h 102"/>
                <a:gd name="T26" fmla="*/ 71 w 95"/>
                <a:gd name="T27" fmla="*/ 24 h 102"/>
                <a:gd name="T28" fmla="*/ 72 w 95"/>
                <a:gd name="T29" fmla="*/ 32 h 102"/>
                <a:gd name="T30" fmla="*/ 71 w 95"/>
                <a:gd name="T31" fmla="*/ 37 h 102"/>
                <a:gd name="T32" fmla="*/ 70 w 95"/>
                <a:gd name="T33" fmla="*/ 44 h 102"/>
                <a:gd name="T34" fmla="*/ 66 w 95"/>
                <a:gd name="T35" fmla="*/ 49 h 102"/>
                <a:gd name="T36" fmla="*/ 56 w 95"/>
                <a:gd name="T37" fmla="*/ 47 h 102"/>
                <a:gd name="T38" fmla="*/ 59 w 95"/>
                <a:gd name="T39" fmla="*/ 41 h 102"/>
                <a:gd name="T40" fmla="*/ 62 w 95"/>
                <a:gd name="T41" fmla="*/ 37 h 102"/>
                <a:gd name="T42" fmla="*/ 54 w 95"/>
                <a:gd name="T43" fmla="*/ 28 h 102"/>
                <a:gd name="T44" fmla="*/ 48 w 95"/>
                <a:gd name="T45" fmla="*/ 24 h 102"/>
                <a:gd name="T46" fmla="*/ 42 w 95"/>
                <a:gd name="T47" fmla="*/ 20 h 102"/>
                <a:gd name="T48" fmla="*/ 31 w 95"/>
                <a:gd name="T49" fmla="*/ 17 h 102"/>
                <a:gd name="T50" fmla="*/ 24 w 95"/>
                <a:gd name="T51" fmla="*/ 25 h 102"/>
                <a:gd name="T52" fmla="*/ 29 w 95"/>
                <a:gd name="T53" fmla="*/ 31 h 102"/>
                <a:gd name="T54" fmla="*/ 35 w 95"/>
                <a:gd name="T55" fmla="*/ 35 h 102"/>
                <a:gd name="T56" fmla="*/ 42 w 95"/>
                <a:gd name="T57" fmla="*/ 40 h 102"/>
                <a:gd name="T58" fmla="*/ 49 w 95"/>
                <a:gd name="T59" fmla="*/ 45 h 102"/>
                <a:gd name="T60" fmla="*/ 55 w 95"/>
                <a:gd name="T61" fmla="*/ 49 h 102"/>
                <a:gd name="T62" fmla="*/ 60 w 95"/>
                <a:gd name="T63" fmla="*/ 52 h 102"/>
                <a:gd name="T64" fmla="*/ 68 w 95"/>
                <a:gd name="T65" fmla="*/ 56 h 102"/>
                <a:gd name="T66" fmla="*/ 75 w 95"/>
                <a:gd name="T67" fmla="*/ 59 h 102"/>
                <a:gd name="T68" fmla="*/ 82 w 95"/>
                <a:gd name="T69" fmla="*/ 60 h 102"/>
                <a:gd name="T70" fmla="*/ 87 w 95"/>
                <a:gd name="T71" fmla="*/ 55 h 102"/>
                <a:gd name="T72" fmla="*/ 86 w 95"/>
                <a:gd name="T73" fmla="*/ 46 h 102"/>
                <a:gd name="T74" fmla="*/ 90 w 95"/>
                <a:gd name="T75" fmla="*/ 45 h 102"/>
                <a:gd name="T76" fmla="*/ 95 w 95"/>
                <a:gd name="T77" fmla="*/ 52 h 102"/>
                <a:gd name="T78" fmla="*/ 93 w 95"/>
                <a:gd name="T79" fmla="*/ 60 h 102"/>
                <a:gd name="T80" fmla="*/ 89 w 95"/>
                <a:gd name="T81" fmla="*/ 67 h 102"/>
                <a:gd name="T82" fmla="*/ 84 w 95"/>
                <a:gd name="T83" fmla="*/ 73 h 102"/>
                <a:gd name="T84" fmla="*/ 79 w 95"/>
                <a:gd name="T85" fmla="*/ 79 h 102"/>
                <a:gd name="T86" fmla="*/ 76 w 95"/>
                <a:gd name="T87" fmla="*/ 83 h 102"/>
                <a:gd name="T88" fmla="*/ 72 w 95"/>
                <a:gd name="T89" fmla="*/ 93 h 102"/>
                <a:gd name="T90" fmla="*/ 72 w 95"/>
                <a:gd name="T91" fmla="*/ 99 h 102"/>
                <a:gd name="T92" fmla="*/ 67 w 95"/>
                <a:gd name="T93" fmla="*/ 102 h 102"/>
                <a:gd name="T94" fmla="*/ 63 w 95"/>
                <a:gd name="T95" fmla="*/ 96 h 102"/>
                <a:gd name="T96" fmla="*/ 63 w 95"/>
                <a:gd name="T97" fmla="*/ 89 h 102"/>
                <a:gd name="T98" fmla="*/ 60 w 95"/>
                <a:gd name="T99" fmla="*/ 80 h 102"/>
                <a:gd name="T100" fmla="*/ 55 w 95"/>
                <a:gd name="T101" fmla="*/ 76 h 102"/>
                <a:gd name="T102" fmla="*/ 49 w 95"/>
                <a:gd name="T103" fmla="*/ 71 h 102"/>
                <a:gd name="T104" fmla="*/ 43 w 95"/>
                <a:gd name="T105" fmla="*/ 66 h 102"/>
                <a:gd name="T106" fmla="*/ 35 w 95"/>
                <a:gd name="T107" fmla="*/ 60 h 102"/>
                <a:gd name="T108" fmla="*/ 27 w 95"/>
                <a:gd name="T109" fmla="*/ 56 h 102"/>
                <a:gd name="T110" fmla="*/ 23 w 95"/>
                <a:gd name="T111" fmla="*/ 53 h 102"/>
                <a:gd name="T112" fmla="*/ 18 w 95"/>
                <a:gd name="T113" fmla="*/ 50 h 102"/>
                <a:gd name="T114" fmla="*/ 13 w 95"/>
                <a:gd name="T115" fmla="*/ 48 h 102"/>
                <a:gd name="T116" fmla="*/ 7 w 95"/>
                <a:gd name="T117" fmla="*/ 50 h 102"/>
                <a:gd name="T118" fmla="*/ 1 w 95"/>
                <a:gd name="T119" fmla="*/ 49 h 10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5" h="102">
                  <a:moveTo>
                    <a:pt x="1" y="42"/>
                  </a:moveTo>
                  <a:lnTo>
                    <a:pt x="2" y="40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6" y="39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1" y="36"/>
                  </a:lnTo>
                  <a:lnTo>
                    <a:pt x="11" y="33"/>
                  </a:lnTo>
                  <a:lnTo>
                    <a:pt x="12" y="32"/>
                  </a:lnTo>
                  <a:lnTo>
                    <a:pt x="14" y="30"/>
                  </a:lnTo>
                  <a:lnTo>
                    <a:pt x="14" y="29"/>
                  </a:lnTo>
                  <a:lnTo>
                    <a:pt x="14" y="28"/>
                  </a:lnTo>
                  <a:lnTo>
                    <a:pt x="15" y="27"/>
                  </a:lnTo>
                  <a:lnTo>
                    <a:pt x="15" y="25"/>
                  </a:lnTo>
                  <a:lnTo>
                    <a:pt x="15" y="24"/>
                  </a:lnTo>
                  <a:lnTo>
                    <a:pt x="16" y="23"/>
                  </a:lnTo>
                  <a:lnTo>
                    <a:pt x="17" y="22"/>
                  </a:lnTo>
                  <a:lnTo>
                    <a:pt x="17" y="21"/>
                  </a:lnTo>
                  <a:lnTo>
                    <a:pt x="19" y="19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4"/>
                  </a:lnTo>
                  <a:lnTo>
                    <a:pt x="22" y="13"/>
                  </a:lnTo>
                  <a:lnTo>
                    <a:pt x="23" y="12"/>
                  </a:lnTo>
                  <a:lnTo>
                    <a:pt x="23" y="10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5" y="8"/>
                  </a:lnTo>
                  <a:lnTo>
                    <a:pt x="26" y="7"/>
                  </a:lnTo>
                  <a:lnTo>
                    <a:pt x="27" y="6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31" y="3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5" y="0"/>
                  </a:lnTo>
                  <a:lnTo>
                    <a:pt x="46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54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61" y="6"/>
                  </a:lnTo>
                  <a:lnTo>
                    <a:pt x="62" y="8"/>
                  </a:lnTo>
                  <a:lnTo>
                    <a:pt x="63" y="9"/>
                  </a:lnTo>
                  <a:lnTo>
                    <a:pt x="64" y="10"/>
                  </a:lnTo>
                  <a:lnTo>
                    <a:pt x="65" y="11"/>
                  </a:lnTo>
                  <a:lnTo>
                    <a:pt x="66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68" y="18"/>
                  </a:lnTo>
                  <a:lnTo>
                    <a:pt x="69" y="19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6"/>
                  </a:lnTo>
                  <a:lnTo>
                    <a:pt x="71" y="27"/>
                  </a:lnTo>
                  <a:lnTo>
                    <a:pt x="72" y="29"/>
                  </a:lnTo>
                  <a:lnTo>
                    <a:pt x="72" y="30"/>
                  </a:lnTo>
                  <a:lnTo>
                    <a:pt x="72" y="32"/>
                  </a:lnTo>
                  <a:lnTo>
                    <a:pt x="72" y="33"/>
                  </a:lnTo>
                  <a:lnTo>
                    <a:pt x="72" y="34"/>
                  </a:lnTo>
                  <a:lnTo>
                    <a:pt x="72" y="35"/>
                  </a:lnTo>
                  <a:lnTo>
                    <a:pt x="71" y="36"/>
                  </a:lnTo>
                  <a:lnTo>
                    <a:pt x="71" y="37"/>
                  </a:lnTo>
                  <a:lnTo>
                    <a:pt x="71" y="38"/>
                  </a:lnTo>
                  <a:lnTo>
                    <a:pt x="71" y="40"/>
                  </a:lnTo>
                  <a:lnTo>
                    <a:pt x="71" y="41"/>
                  </a:lnTo>
                  <a:lnTo>
                    <a:pt x="71" y="43"/>
                  </a:lnTo>
                  <a:lnTo>
                    <a:pt x="70" y="44"/>
                  </a:lnTo>
                  <a:lnTo>
                    <a:pt x="69" y="44"/>
                  </a:lnTo>
                  <a:lnTo>
                    <a:pt x="68" y="45"/>
                  </a:lnTo>
                  <a:lnTo>
                    <a:pt x="67" y="46"/>
                  </a:lnTo>
                  <a:lnTo>
                    <a:pt x="67" y="47"/>
                  </a:lnTo>
                  <a:lnTo>
                    <a:pt x="67" y="48"/>
                  </a:lnTo>
                  <a:lnTo>
                    <a:pt x="66" y="49"/>
                  </a:lnTo>
                  <a:lnTo>
                    <a:pt x="64" y="50"/>
                  </a:lnTo>
                  <a:lnTo>
                    <a:pt x="61" y="50"/>
                  </a:lnTo>
                  <a:lnTo>
                    <a:pt x="59" y="50"/>
                  </a:lnTo>
                  <a:lnTo>
                    <a:pt x="58" y="49"/>
                  </a:lnTo>
                  <a:lnTo>
                    <a:pt x="57" y="49"/>
                  </a:lnTo>
                  <a:lnTo>
                    <a:pt x="56" y="47"/>
                  </a:lnTo>
                  <a:lnTo>
                    <a:pt x="56" y="46"/>
                  </a:lnTo>
                  <a:lnTo>
                    <a:pt x="56" y="45"/>
                  </a:lnTo>
                  <a:lnTo>
                    <a:pt x="56" y="44"/>
                  </a:lnTo>
                  <a:lnTo>
                    <a:pt x="58" y="41"/>
                  </a:lnTo>
                  <a:lnTo>
                    <a:pt x="59" y="41"/>
                  </a:lnTo>
                  <a:lnTo>
                    <a:pt x="60" y="41"/>
                  </a:lnTo>
                  <a:lnTo>
                    <a:pt x="61" y="41"/>
                  </a:lnTo>
                  <a:lnTo>
                    <a:pt x="62" y="42"/>
                  </a:lnTo>
                  <a:lnTo>
                    <a:pt x="63" y="41"/>
                  </a:lnTo>
                  <a:lnTo>
                    <a:pt x="63" y="39"/>
                  </a:lnTo>
                  <a:lnTo>
                    <a:pt x="62" y="37"/>
                  </a:lnTo>
                  <a:lnTo>
                    <a:pt x="59" y="32"/>
                  </a:lnTo>
                  <a:lnTo>
                    <a:pt x="58" y="32"/>
                  </a:lnTo>
                  <a:lnTo>
                    <a:pt x="57" y="31"/>
                  </a:lnTo>
                  <a:lnTo>
                    <a:pt x="55" y="30"/>
                  </a:lnTo>
                  <a:lnTo>
                    <a:pt x="55" y="29"/>
                  </a:lnTo>
                  <a:lnTo>
                    <a:pt x="54" y="28"/>
                  </a:lnTo>
                  <a:lnTo>
                    <a:pt x="54" y="27"/>
                  </a:lnTo>
                  <a:lnTo>
                    <a:pt x="53" y="27"/>
                  </a:lnTo>
                  <a:lnTo>
                    <a:pt x="51" y="27"/>
                  </a:lnTo>
                  <a:lnTo>
                    <a:pt x="50" y="26"/>
                  </a:lnTo>
                  <a:lnTo>
                    <a:pt x="49" y="24"/>
                  </a:lnTo>
                  <a:lnTo>
                    <a:pt x="48" y="24"/>
                  </a:lnTo>
                  <a:lnTo>
                    <a:pt x="47" y="22"/>
                  </a:lnTo>
                  <a:lnTo>
                    <a:pt x="46" y="22"/>
                  </a:lnTo>
                  <a:lnTo>
                    <a:pt x="44" y="21"/>
                  </a:lnTo>
                  <a:lnTo>
                    <a:pt x="43" y="20"/>
                  </a:lnTo>
                  <a:lnTo>
                    <a:pt x="42" y="20"/>
                  </a:lnTo>
                  <a:lnTo>
                    <a:pt x="39" y="20"/>
                  </a:lnTo>
                  <a:lnTo>
                    <a:pt x="39" y="19"/>
                  </a:lnTo>
                  <a:lnTo>
                    <a:pt x="38" y="19"/>
                  </a:lnTo>
                  <a:lnTo>
                    <a:pt x="35" y="18"/>
                  </a:lnTo>
                  <a:lnTo>
                    <a:pt x="32" y="17"/>
                  </a:lnTo>
                  <a:lnTo>
                    <a:pt x="31" y="17"/>
                  </a:lnTo>
                  <a:lnTo>
                    <a:pt x="30" y="18"/>
                  </a:lnTo>
                  <a:lnTo>
                    <a:pt x="26" y="20"/>
                  </a:lnTo>
                  <a:lnTo>
                    <a:pt x="25" y="21"/>
                  </a:lnTo>
                  <a:lnTo>
                    <a:pt x="25" y="22"/>
                  </a:lnTo>
                  <a:lnTo>
                    <a:pt x="24" y="23"/>
                  </a:lnTo>
                  <a:lnTo>
                    <a:pt x="24" y="25"/>
                  </a:lnTo>
                  <a:lnTo>
                    <a:pt x="25" y="27"/>
                  </a:lnTo>
                  <a:lnTo>
                    <a:pt x="26" y="28"/>
                  </a:lnTo>
                  <a:lnTo>
                    <a:pt x="27" y="28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30" y="32"/>
                  </a:lnTo>
                  <a:lnTo>
                    <a:pt x="31" y="32"/>
                  </a:lnTo>
                  <a:lnTo>
                    <a:pt x="31" y="33"/>
                  </a:lnTo>
                  <a:lnTo>
                    <a:pt x="32" y="33"/>
                  </a:lnTo>
                  <a:lnTo>
                    <a:pt x="33" y="34"/>
                  </a:lnTo>
                  <a:lnTo>
                    <a:pt x="35" y="35"/>
                  </a:lnTo>
                  <a:lnTo>
                    <a:pt x="35" y="36"/>
                  </a:lnTo>
                  <a:lnTo>
                    <a:pt x="36" y="37"/>
                  </a:lnTo>
                  <a:lnTo>
                    <a:pt x="37" y="37"/>
                  </a:lnTo>
                  <a:lnTo>
                    <a:pt x="40" y="39"/>
                  </a:lnTo>
                  <a:lnTo>
                    <a:pt x="41" y="40"/>
                  </a:lnTo>
                  <a:lnTo>
                    <a:pt x="42" y="40"/>
                  </a:lnTo>
                  <a:lnTo>
                    <a:pt x="43" y="41"/>
                  </a:lnTo>
                  <a:lnTo>
                    <a:pt x="44" y="42"/>
                  </a:lnTo>
                  <a:lnTo>
                    <a:pt x="47" y="44"/>
                  </a:lnTo>
                  <a:lnTo>
                    <a:pt x="48" y="44"/>
                  </a:lnTo>
                  <a:lnTo>
                    <a:pt x="49" y="45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2" y="48"/>
                  </a:lnTo>
                  <a:lnTo>
                    <a:pt x="53" y="48"/>
                  </a:lnTo>
                  <a:lnTo>
                    <a:pt x="54" y="48"/>
                  </a:lnTo>
                  <a:lnTo>
                    <a:pt x="55" y="49"/>
                  </a:lnTo>
                  <a:lnTo>
                    <a:pt x="55" y="50"/>
                  </a:lnTo>
                  <a:lnTo>
                    <a:pt x="56" y="50"/>
                  </a:lnTo>
                  <a:lnTo>
                    <a:pt x="57" y="50"/>
                  </a:lnTo>
                  <a:lnTo>
                    <a:pt x="59" y="52"/>
                  </a:lnTo>
                  <a:lnTo>
                    <a:pt x="60" y="52"/>
                  </a:lnTo>
                  <a:lnTo>
                    <a:pt x="61" y="53"/>
                  </a:lnTo>
                  <a:lnTo>
                    <a:pt x="62" y="54"/>
                  </a:lnTo>
                  <a:lnTo>
                    <a:pt x="64" y="55"/>
                  </a:lnTo>
                  <a:lnTo>
                    <a:pt x="66" y="55"/>
                  </a:lnTo>
                  <a:lnTo>
                    <a:pt x="67" y="56"/>
                  </a:lnTo>
                  <a:lnTo>
                    <a:pt x="68" y="56"/>
                  </a:lnTo>
                  <a:lnTo>
                    <a:pt x="70" y="56"/>
                  </a:lnTo>
                  <a:lnTo>
                    <a:pt x="71" y="57"/>
                  </a:lnTo>
                  <a:lnTo>
                    <a:pt x="72" y="57"/>
                  </a:lnTo>
                  <a:lnTo>
                    <a:pt x="73" y="58"/>
                  </a:lnTo>
                  <a:lnTo>
                    <a:pt x="75" y="59"/>
                  </a:lnTo>
                  <a:lnTo>
                    <a:pt x="78" y="59"/>
                  </a:lnTo>
                  <a:lnTo>
                    <a:pt x="78" y="58"/>
                  </a:lnTo>
                  <a:lnTo>
                    <a:pt x="79" y="58"/>
                  </a:lnTo>
                  <a:lnTo>
                    <a:pt x="81" y="59"/>
                  </a:lnTo>
                  <a:lnTo>
                    <a:pt x="82" y="60"/>
                  </a:lnTo>
                  <a:lnTo>
                    <a:pt x="84" y="59"/>
                  </a:lnTo>
                  <a:lnTo>
                    <a:pt x="85" y="59"/>
                  </a:lnTo>
                  <a:lnTo>
                    <a:pt x="85" y="58"/>
                  </a:lnTo>
                  <a:lnTo>
                    <a:pt x="87" y="57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6" y="54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48"/>
                  </a:lnTo>
                  <a:lnTo>
                    <a:pt x="85" y="47"/>
                  </a:lnTo>
                  <a:lnTo>
                    <a:pt x="86" y="46"/>
                  </a:lnTo>
                  <a:lnTo>
                    <a:pt x="86" y="45"/>
                  </a:lnTo>
                  <a:lnTo>
                    <a:pt x="87" y="45"/>
                  </a:lnTo>
                  <a:lnTo>
                    <a:pt x="88" y="45"/>
                  </a:lnTo>
                  <a:lnTo>
                    <a:pt x="89" y="44"/>
                  </a:lnTo>
                  <a:lnTo>
                    <a:pt x="90" y="45"/>
                  </a:lnTo>
                  <a:lnTo>
                    <a:pt x="91" y="45"/>
                  </a:lnTo>
                  <a:lnTo>
                    <a:pt x="92" y="46"/>
                  </a:lnTo>
                  <a:lnTo>
                    <a:pt x="93" y="48"/>
                  </a:lnTo>
                  <a:lnTo>
                    <a:pt x="94" y="50"/>
                  </a:lnTo>
                  <a:lnTo>
                    <a:pt x="95" y="51"/>
                  </a:lnTo>
                  <a:lnTo>
                    <a:pt x="95" y="52"/>
                  </a:lnTo>
                  <a:lnTo>
                    <a:pt x="95" y="54"/>
                  </a:lnTo>
                  <a:lnTo>
                    <a:pt x="95" y="55"/>
                  </a:lnTo>
                  <a:lnTo>
                    <a:pt x="95" y="56"/>
                  </a:lnTo>
                  <a:lnTo>
                    <a:pt x="94" y="57"/>
                  </a:lnTo>
                  <a:lnTo>
                    <a:pt x="93" y="59"/>
                  </a:lnTo>
                  <a:lnTo>
                    <a:pt x="93" y="60"/>
                  </a:lnTo>
                  <a:lnTo>
                    <a:pt x="92" y="62"/>
                  </a:lnTo>
                  <a:lnTo>
                    <a:pt x="91" y="62"/>
                  </a:lnTo>
                  <a:lnTo>
                    <a:pt x="91" y="65"/>
                  </a:lnTo>
                  <a:lnTo>
                    <a:pt x="89" y="67"/>
                  </a:lnTo>
                  <a:lnTo>
                    <a:pt x="88" y="68"/>
                  </a:lnTo>
                  <a:lnTo>
                    <a:pt x="87" y="69"/>
                  </a:lnTo>
                  <a:lnTo>
                    <a:pt x="87" y="70"/>
                  </a:lnTo>
                  <a:lnTo>
                    <a:pt x="84" y="73"/>
                  </a:lnTo>
                  <a:lnTo>
                    <a:pt x="83" y="73"/>
                  </a:lnTo>
                  <a:lnTo>
                    <a:pt x="83" y="74"/>
                  </a:lnTo>
                  <a:lnTo>
                    <a:pt x="81" y="77"/>
                  </a:lnTo>
                  <a:lnTo>
                    <a:pt x="79" y="77"/>
                  </a:lnTo>
                  <a:lnTo>
                    <a:pt x="79" y="79"/>
                  </a:lnTo>
                  <a:lnTo>
                    <a:pt x="78" y="80"/>
                  </a:lnTo>
                  <a:lnTo>
                    <a:pt x="78" y="81"/>
                  </a:lnTo>
                  <a:lnTo>
                    <a:pt x="77" y="81"/>
                  </a:lnTo>
                  <a:lnTo>
                    <a:pt x="77" y="82"/>
                  </a:lnTo>
                  <a:lnTo>
                    <a:pt x="76" y="82"/>
                  </a:lnTo>
                  <a:lnTo>
                    <a:pt x="76" y="83"/>
                  </a:lnTo>
                  <a:lnTo>
                    <a:pt x="75" y="84"/>
                  </a:lnTo>
                  <a:lnTo>
                    <a:pt x="75" y="85"/>
                  </a:lnTo>
                  <a:lnTo>
                    <a:pt x="73" y="88"/>
                  </a:lnTo>
                  <a:lnTo>
                    <a:pt x="72" y="89"/>
                  </a:lnTo>
                  <a:lnTo>
                    <a:pt x="72" y="91"/>
                  </a:lnTo>
                  <a:lnTo>
                    <a:pt x="72" y="93"/>
                  </a:lnTo>
                  <a:lnTo>
                    <a:pt x="72" y="94"/>
                  </a:lnTo>
                  <a:lnTo>
                    <a:pt x="73" y="95"/>
                  </a:lnTo>
                  <a:lnTo>
                    <a:pt x="73" y="96"/>
                  </a:lnTo>
                  <a:lnTo>
                    <a:pt x="72" y="99"/>
                  </a:lnTo>
                  <a:lnTo>
                    <a:pt x="71" y="101"/>
                  </a:lnTo>
                  <a:lnTo>
                    <a:pt x="71" y="102"/>
                  </a:lnTo>
                  <a:lnTo>
                    <a:pt x="69" y="102"/>
                  </a:lnTo>
                  <a:lnTo>
                    <a:pt x="67" y="102"/>
                  </a:lnTo>
                  <a:lnTo>
                    <a:pt x="66" y="102"/>
                  </a:lnTo>
                  <a:lnTo>
                    <a:pt x="65" y="102"/>
                  </a:lnTo>
                  <a:lnTo>
                    <a:pt x="64" y="100"/>
                  </a:lnTo>
                  <a:lnTo>
                    <a:pt x="63" y="98"/>
                  </a:lnTo>
                  <a:lnTo>
                    <a:pt x="63" y="96"/>
                  </a:lnTo>
                  <a:lnTo>
                    <a:pt x="63" y="95"/>
                  </a:lnTo>
                  <a:lnTo>
                    <a:pt x="63" y="94"/>
                  </a:lnTo>
                  <a:lnTo>
                    <a:pt x="63" y="91"/>
                  </a:lnTo>
                  <a:lnTo>
                    <a:pt x="63" y="89"/>
                  </a:lnTo>
                  <a:lnTo>
                    <a:pt x="63" y="87"/>
                  </a:lnTo>
                  <a:lnTo>
                    <a:pt x="63" y="85"/>
                  </a:lnTo>
                  <a:lnTo>
                    <a:pt x="63" y="83"/>
                  </a:lnTo>
                  <a:lnTo>
                    <a:pt x="62" y="82"/>
                  </a:lnTo>
                  <a:lnTo>
                    <a:pt x="61" y="81"/>
                  </a:lnTo>
                  <a:lnTo>
                    <a:pt x="60" y="80"/>
                  </a:lnTo>
                  <a:lnTo>
                    <a:pt x="59" y="79"/>
                  </a:lnTo>
                  <a:lnTo>
                    <a:pt x="58" y="78"/>
                  </a:lnTo>
                  <a:lnTo>
                    <a:pt x="57" y="78"/>
                  </a:lnTo>
                  <a:lnTo>
                    <a:pt x="56" y="76"/>
                  </a:lnTo>
                  <a:lnTo>
                    <a:pt x="55" y="76"/>
                  </a:lnTo>
                  <a:lnTo>
                    <a:pt x="55" y="75"/>
                  </a:lnTo>
                  <a:lnTo>
                    <a:pt x="53" y="74"/>
                  </a:lnTo>
                  <a:lnTo>
                    <a:pt x="52" y="73"/>
                  </a:lnTo>
                  <a:lnTo>
                    <a:pt x="51" y="72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7" y="70"/>
                  </a:lnTo>
                  <a:lnTo>
                    <a:pt x="47" y="68"/>
                  </a:lnTo>
                  <a:lnTo>
                    <a:pt x="47" y="67"/>
                  </a:lnTo>
                  <a:lnTo>
                    <a:pt x="44" y="67"/>
                  </a:lnTo>
                  <a:lnTo>
                    <a:pt x="43" y="67"/>
                  </a:lnTo>
                  <a:lnTo>
                    <a:pt x="43" y="66"/>
                  </a:lnTo>
                  <a:lnTo>
                    <a:pt x="41" y="65"/>
                  </a:lnTo>
                  <a:lnTo>
                    <a:pt x="40" y="64"/>
                  </a:lnTo>
                  <a:lnTo>
                    <a:pt x="39" y="64"/>
                  </a:lnTo>
                  <a:lnTo>
                    <a:pt x="39" y="63"/>
                  </a:lnTo>
                  <a:lnTo>
                    <a:pt x="37" y="61"/>
                  </a:lnTo>
                  <a:lnTo>
                    <a:pt x="35" y="60"/>
                  </a:lnTo>
                  <a:lnTo>
                    <a:pt x="34" y="60"/>
                  </a:lnTo>
                  <a:lnTo>
                    <a:pt x="33" y="59"/>
                  </a:lnTo>
                  <a:lnTo>
                    <a:pt x="32" y="58"/>
                  </a:lnTo>
                  <a:lnTo>
                    <a:pt x="31" y="57"/>
                  </a:lnTo>
                  <a:lnTo>
                    <a:pt x="28" y="56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6" y="55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3" y="53"/>
                  </a:lnTo>
                  <a:lnTo>
                    <a:pt x="23" y="52"/>
                  </a:lnTo>
                  <a:lnTo>
                    <a:pt x="20" y="51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50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4" y="48"/>
                  </a:lnTo>
                  <a:lnTo>
                    <a:pt x="13" y="48"/>
                  </a:lnTo>
                  <a:lnTo>
                    <a:pt x="12" y="48"/>
                  </a:lnTo>
                  <a:lnTo>
                    <a:pt x="11" y="48"/>
                  </a:lnTo>
                  <a:lnTo>
                    <a:pt x="9" y="48"/>
                  </a:lnTo>
                  <a:lnTo>
                    <a:pt x="8" y="49"/>
                  </a:lnTo>
                  <a:lnTo>
                    <a:pt x="7" y="50"/>
                  </a:lnTo>
                  <a:lnTo>
                    <a:pt x="6" y="50"/>
                  </a:lnTo>
                  <a:lnTo>
                    <a:pt x="4" y="50"/>
                  </a:lnTo>
                  <a:lnTo>
                    <a:pt x="3" y="50"/>
                  </a:lnTo>
                  <a:lnTo>
                    <a:pt x="2" y="50"/>
                  </a:lnTo>
                  <a:lnTo>
                    <a:pt x="1" y="49"/>
                  </a:lnTo>
                  <a:lnTo>
                    <a:pt x="0" y="45"/>
                  </a:lnTo>
                  <a:lnTo>
                    <a:pt x="0" y="44"/>
                  </a:lnTo>
                  <a:lnTo>
                    <a:pt x="1" y="42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1452">
              <a:extLst>
                <a:ext uri="{FF2B5EF4-FFF2-40B4-BE49-F238E27FC236}">
                  <a16:creationId xmlns:a16="http://schemas.microsoft.com/office/drawing/2014/main" id="{CB5455D8-9165-4FC1-BDD4-F0BF996495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7" y="2118"/>
              <a:ext cx="65" cy="70"/>
            </a:xfrm>
            <a:custGeom>
              <a:avLst/>
              <a:gdLst>
                <a:gd name="T0" fmla="*/ 11 w 65"/>
                <a:gd name="T1" fmla="*/ 5 h 70"/>
                <a:gd name="T2" fmla="*/ 17 w 65"/>
                <a:gd name="T3" fmla="*/ 4 h 70"/>
                <a:gd name="T4" fmla="*/ 22 w 65"/>
                <a:gd name="T5" fmla="*/ 3 h 70"/>
                <a:gd name="T6" fmla="*/ 27 w 65"/>
                <a:gd name="T7" fmla="*/ 0 h 70"/>
                <a:gd name="T8" fmla="*/ 30 w 65"/>
                <a:gd name="T9" fmla="*/ 5 h 70"/>
                <a:gd name="T10" fmla="*/ 36 w 65"/>
                <a:gd name="T11" fmla="*/ 13 h 70"/>
                <a:gd name="T12" fmla="*/ 42 w 65"/>
                <a:gd name="T13" fmla="*/ 20 h 70"/>
                <a:gd name="T14" fmla="*/ 47 w 65"/>
                <a:gd name="T15" fmla="*/ 25 h 70"/>
                <a:gd name="T16" fmla="*/ 51 w 65"/>
                <a:gd name="T17" fmla="*/ 28 h 70"/>
                <a:gd name="T18" fmla="*/ 56 w 65"/>
                <a:gd name="T19" fmla="*/ 32 h 70"/>
                <a:gd name="T20" fmla="*/ 60 w 65"/>
                <a:gd name="T21" fmla="*/ 30 h 70"/>
                <a:gd name="T22" fmla="*/ 61 w 65"/>
                <a:gd name="T23" fmla="*/ 36 h 70"/>
                <a:gd name="T24" fmla="*/ 61 w 65"/>
                <a:gd name="T25" fmla="*/ 39 h 70"/>
                <a:gd name="T26" fmla="*/ 62 w 65"/>
                <a:gd name="T27" fmla="*/ 43 h 70"/>
                <a:gd name="T28" fmla="*/ 65 w 65"/>
                <a:gd name="T29" fmla="*/ 46 h 70"/>
                <a:gd name="T30" fmla="*/ 60 w 65"/>
                <a:gd name="T31" fmla="*/ 51 h 70"/>
                <a:gd name="T32" fmla="*/ 53 w 65"/>
                <a:gd name="T33" fmla="*/ 52 h 70"/>
                <a:gd name="T34" fmla="*/ 47 w 65"/>
                <a:gd name="T35" fmla="*/ 53 h 70"/>
                <a:gd name="T36" fmla="*/ 47 w 65"/>
                <a:gd name="T37" fmla="*/ 59 h 70"/>
                <a:gd name="T38" fmla="*/ 48 w 65"/>
                <a:gd name="T39" fmla="*/ 65 h 70"/>
                <a:gd name="T40" fmla="*/ 41 w 65"/>
                <a:gd name="T41" fmla="*/ 67 h 70"/>
                <a:gd name="T42" fmla="*/ 36 w 65"/>
                <a:gd name="T43" fmla="*/ 67 h 70"/>
                <a:gd name="T44" fmla="*/ 32 w 65"/>
                <a:gd name="T45" fmla="*/ 70 h 70"/>
                <a:gd name="T46" fmla="*/ 28 w 65"/>
                <a:gd name="T47" fmla="*/ 67 h 70"/>
                <a:gd name="T48" fmla="*/ 28 w 65"/>
                <a:gd name="T49" fmla="*/ 61 h 70"/>
                <a:gd name="T50" fmla="*/ 24 w 65"/>
                <a:gd name="T51" fmla="*/ 57 h 70"/>
                <a:gd name="T52" fmla="*/ 20 w 65"/>
                <a:gd name="T53" fmla="*/ 54 h 70"/>
                <a:gd name="T54" fmla="*/ 15 w 65"/>
                <a:gd name="T55" fmla="*/ 49 h 70"/>
                <a:gd name="T56" fmla="*/ 16 w 65"/>
                <a:gd name="T57" fmla="*/ 43 h 70"/>
                <a:gd name="T58" fmla="*/ 19 w 65"/>
                <a:gd name="T59" fmla="*/ 38 h 70"/>
                <a:gd name="T60" fmla="*/ 22 w 65"/>
                <a:gd name="T61" fmla="*/ 34 h 70"/>
                <a:gd name="T62" fmla="*/ 24 w 65"/>
                <a:gd name="T63" fmla="*/ 26 h 70"/>
                <a:gd name="T64" fmla="*/ 21 w 65"/>
                <a:gd name="T65" fmla="*/ 21 h 70"/>
                <a:gd name="T66" fmla="*/ 14 w 65"/>
                <a:gd name="T67" fmla="*/ 19 h 70"/>
                <a:gd name="T68" fmla="*/ 8 w 65"/>
                <a:gd name="T69" fmla="*/ 22 h 70"/>
                <a:gd name="T70" fmla="*/ 8 w 65"/>
                <a:gd name="T71" fmla="*/ 30 h 70"/>
                <a:gd name="T72" fmla="*/ 12 w 65"/>
                <a:gd name="T73" fmla="*/ 28 h 70"/>
                <a:gd name="T74" fmla="*/ 16 w 65"/>
                <a:gd name="T75" fmla="*/ 29 h 70"/>
                <a:gd name="T76" fmla="*/ 16 w 65"/>
                <a:gd name="T77" fmla="*/ 37 h 70"/>
                <a:gd name="T78" fmla="*/ 10 w 65"/>
                <a:gd name="T79" fmla="*/ 39 h 70"/>
                <a:gd name="T80" fmla="*/ 6 w 65"/>
                <a:gd name="T81" fmla="*/ 37 h 70"/>
                <a:gd name="T82" fmla="*/ 2 w 65"/>
                <a:gd name="T83" fmla="*/ 32 h 70"/>
                <a:gd name="T84" fmla="*/ 1 w 65"/>
                <a:gd name="T85" fmla="*/ 22 h 70"/>
                <a:gd name="T86" fmla="*/ 4 w 65"/>
                <a:gd name="T87" fmla="*/ 14 h 70"/>
                <a:gd name="T88" fmla="*/ 4 w 65"/>
                <a:gd name="T89" fmla="*/ 8 h 70"/>
                <a:gd name="T90" fmla="*/ 28 w 65"/>
                <a:gd name="T91" fmla="*/ 35 h 70"/>
                <a:gd name="T92" fmla="*/ 27 w 65"/>
                <a:gd name="T93" fmla="*/ 39 h 70"/>
                <a:gd name="T94" fmla="*/ 32 w 65"/>
                <a:gd name="T95" fmla="*/ 44 h 70"/>
                <a:gd name="T96" fmla="*/ 37 w 65"/>
                <a:gd name="T97" fmla="*/ 52 h 70"/>
                <a:gd name="T98" fmla="*/ 40 w 65"/>
                <a:gd name="T99" fmla="*/ 49 h 70"/>
                <a:gd name="T100" fmla="*/ 44 w 65"/>
                <a:gd name="T101" fmla="*/ 45 h 7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" h="70">
                  <a:moveTo>
                    <a:pt x="4" y="8"/>
                  </a:moveTo>
                  <a:lnTo>
                    <a:pt x="5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3" y="2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8" y="1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5"/>
                  </a:lnTo>
                  <a:lnTo>
                    <a:pt x="30" y="6"/>
                  </a:lnTo>
                  <a:lnTo>
                    <a:pt x="31" y="7"/>
                  </a:lnTo>
                  <a:lnTo>
                    <a:pt x="33" y="10"/>
                  </a:lnTo>
                  <a:lnTo>
                    <a:pt x="35" y="12"/>
                  </a:lnTo>
                  <a:lnTo>
                    <a:pt x="36" y="13"/>
                  </a:lnTo>
                  <a:lnTo>
                    <a:pt x="36" y="14"/>
                  </a:lnTo>
                  <a:lnTo>
                    <a:pt x="37" y="14"/>
                  </a:lnTo>
                  <a:lnTo>
                    <a:pt x="40" y="17"/>
                  </a:lnTo>
                  <a:lnTo>
                    <a:pt x="40" y="18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4" y="23"/>
                  </a:lnTo>
                  <a:lnTo>
                    <a:pt x="45" y="24"/>
                  </a:lnTo>
                  <a:lnTo>
                    <a:pt x="46" y="25"/>
                  </a:lnTo>
                  <a:lnTo>
                    <a:pt x="47" y="25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2" y="29"/>
                  </a:lnTo>
                  <a:lnTo>
                    <a:pt x="52" y="30"/>
                  </a:lnTo>
                  <a:lnTo>
                    <a:pt x="54" y="32"/>
                  </a:lnTo>
                  <a:lnTo>
                    <a:pt x="55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7" y="30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60" y="32"/>
                  </a:lnTo>
                  <a:lnTo>
                    <a:pt x="61" y="32"/>
                  </a:lnTo>
                  <a:lnTo>
                    <a:pt x="61" y="34"/>
                  </a:lnTo>
                  <a:lnTo>
                    <a:pt x="61" y="36"/>
                  </a:lnTo>
                  <a:lnTo>
                    <a:pt x="61" y="37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1" y="40"/>
                  </a:lnTo>
                  <a:lnTo>
                    <a:pt x="61" y="42"/>
                  </a:lnTo>
                  <a:lnTo>
                    <a:pt x="61" y="43"/>
                  </a:lnTo>
                  <a:lnTo>
                    <a:pt x="62" y="43"/>
                  </a:lnTo>
                  <a:lnTo>
                    <a:pt x="63" y="43"/>
                  </a:lnTo>
                  <a:lnTo>
                    <a:pt x="64" y="44"/>
                  </a:lnTo>
                  <a:lnTo>
                    <a:pt x="65" y="46"/>
                  </a:lnTo>
                  <a:lnTo>
                    <a:pt x="65" y="48"/>
                  </a:lnTo>
                  <a:lnTo>
                    <a:pt x="65" y="49"/>
                  </a:lnTo>
                  <a:lnTo>
                    <a:pt x="64" y="49"/>
                  </a:lnTo>
                  <a:lnTo>
                    <a:pt x="62" y="50"/>
                  </a:lnTo>
                  <a:lnTo>
                    <a:pt x="60" y="51"/>
                  </a:lnTo>
                  <a:lnTo>
                    <a:pt x="60" y="52"/>
                  </a:lnTo>
                  <a:lnTo>
                    <a:pt x="58" y="52"/>
                  </a:lnTo>
                  <a:lnTo>
                    <a:pt x="54" y="53"/>
                  </a:lnTo>
                  <a:lnTo>
                    <a:pt x="53" y="52"/>
                  </a:lnTo>
                  <a:lnTo>
                    <a:pt x="52" y="53"/>
                  </a:lnTo>
                  <a:lnTo>
                    <a:pt x="50" y="52"/>
                  </a:lnTo>
                  <a:lnTo>
                    <a:pt x="48" y="53"/>
                  </a:lnTo>
                  <a:lnTo>
                    <a:pt x="47" y="53"/>
                  </a:lnTo>
                  <a:lnTo>
                    <a:pt x="45" y="53"/>
                  </a:lnTo>
                  <a:lnTo>
                    <a:pt x="45" y="54"/>
                  </a:lnTo>
                  <a:lnTo>
                    <a:pt x="44" y="55"/>
                  </a:lnTo>
                  <a:lnTo>
                    <a:pt x="45" y="56"/>
                  </a:lnTo>
                  <a:lnTo>
                    <a:pt x="47" y="59"/>
                  </a:lnTo>
                  <a:lnTo>
                    <a:pt x="48" y="59"/>
                  </a:lnTo>
                  <a:lnTo>
                    <a:pt x="50" y="60"/>
                  </a:lnTo>
                  <a:lnTo>
                    <a:pt x="51" y="61"/>
                  </a:lnTo>
                  <a:lnTo>
                    <a:pt x="49" y="63"/>
                  </a:lnTo>
                  <a:lnTo>
                    <a:pt x="48" y="65"/>
                  </a:lnTo>
                  <a:lnTo>
                    <a:pt x="48" y="66"/>
                  </a:lnTo>
                  <a:lnTo>
                    <a:pt x="45" y="67"/>
                  </a:lnTo>
                  <a:lnTo>
                    <a:pt x="44" y="67"/>
                  </a:lnTo>
                  <a:lnTo>
                    <a:pt x="43" y="67"/>
                  </a:lnTo>
                  <a:lnTo>
                    <a:pt x="41" y="67"/>
                  </a:lnTo>
                  <a:lnTo>
                    <a:pt x="40" y="67"/>
                  </a:lnTo>
                  <a:lnTo>
                    <a:pt x="39" y="67"/>
                  </a:lnTo>
                  <a:lnTo>
                    <a:pt x="38" y="67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7"/>
                  </a:lnTo>
                  <a:lnTo>
                    <a:pt x="34" y="68"/>
                  </a:lnTo>
                  <a:lnTo>
                    <a:pt x="32" y="69"/>
                  </a:lnTo>
                  <a:lnTo>
                    <a:pt x="32" y="70"/>
                  </a:lnTo>
                  <a:lnTo>
                    <a:pt x="30" y="70"/>
                  </a:lnTo>
                  <a:lnTo>
                    <a:pt x="29" y="70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8" y="65"/>
                  </a:lnTo>
                  <a:lnTo>
                    <a:pt x="28" y="63"/>
                  </a:lnTo>
                  <a:lnTo>
                    <a:pt x="28" y="62"/>
                  </a:lnTo>
                  <a:lnTo>
                    <a:pt x="28" y="61"/>
                  </a:lnTo>
                  <a:lnTo>
                    <a:pt x="27" y="61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4" y="59"/>
                  </a:lnTo>
                  <a:lnTo>
                    <a:pt x="24" y="57"/>
                  </a:lnTo>
                  <a:lnTo>
                    <a:pt x="23" y="56"/>
                  </a:lnTo>
                  <a:lnTo>
                    <a:pt x="22" y="55"/>
                  </a:lnTo>
                  <a:lnTo>
                    <a:pt x="20" y="54"/>
                  </a:lnTo>
                  <a:lnTo>
                    <a:pt x="20" y="53"/>
                  </a:lnTo>
                  <a:lnTo>
                    <a:pt x="20" y="52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45"/>
                  </a:lnTo>
                  <a:lnTo>
                    <a:pt x="16" y="43"/>
                  </a:lnTo>
                  <a:lnTo>
                    <a:pt x="16" y="42"/>
                  </a:lnTo>
                  <a:lnTo>
                    <a:pt x="17" y="42"/>
                  </a:lnTo>
                  <a:lnTo>
                    <a:pt x="18" y="40"/>
                  </a:lnTo>
                  <a:lnTo>
                    <a:pt x="19" y="39"/>
                  </a:lnTo>
                  <a:lnTo>
                    <a:pt x="19" y="38"/>
                  </a:lnTo>
                  <a:lnTo>
                    <a:pt x="20" y="38"/>
                  </a:lnTo>
                  <a:lnTo>
                    <a:pt x="20" y="37"/>
                  </a:lnTo>
                  <a:lnTo>
                    <a:pt x="21" y="37"/>
                  </a:lnTo>
                  <a:lnTo>
                    <a:pt x="21" y="36"/>
                  </a:lnTo>
                  <a:lnTo>
                    <a:pt x="22" y="34"/>
                  </a:lnTo>
                  <a:lnTo>
                    <a:pt x="22" y="33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2" y="24"/>
                  </a:lnTo>
                  <a:lnTo>
                    <a:pt x="22" y="23"/>
                  </a:lnTo>
                  <a:lnTo>
                    <a:pt x="21" y="21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8" y="19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20"/>
                  </a:lnTo>
                  <a:lnTo>
                    <a:pt x="12" y="20"/>
                  </a:lnTo>
                  <a:lnTo>
                    <a:pt x="10" y="20"/>
                  </a:lnTo>
                  <a:lnTo>
                    <a:pt x="9" y="21"/>
                  </a:lnTo>
                  <a:lnTo>
                    <a:pt x="8" y="22"/>
                  </a:lnTo>
                  <a:lnTo>
                    <a:pt x="7" y="24"/>
                  </a:lnTo>
                  <a:lnTo>
                    <a:pt x="7" y="27"/>
                  </a:lnTo>
                  <a:lnTo>
                    <a:pt x="7" y="28"/>
                  </a:lnTo>
                  <a:lnTo>
                    <a:pt x="8" y="29"/>
                  </a:lnTo>
                  <a:lnTo>
                    <a:pt x="8" y="30"/>
                  </a:lnTo>
                  <a:lnTo>
                    <a:pt x="9" y="31"/>
                  </a:lnTo>
                  <a:lnTo>
                    <a:pt x="10" y="30"/>
                  </a:lnTo>
                  <a:lnTo>
                    <a:pt x="11" y="29"/>
                  </a:lnTo>
                  <a:lnTo>
                    <a:pt x="12" y="28"/>
                  </a:lnTo>
                  <a:lnTo>
                    <a:pt x="12" y="27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6" y="29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17" y="35"/>
                  </a:lnTo>
                  <a:lnTo>
                    <a:pt x="16" y="37"/>
                  </a:lnTo>
                  <a:lnTo>
                    <a:pt x="15" y="38"/>
                  </a:lnTo>
                  <a:lnTo>
                    <a:pt x="13" y="38"/>
                  </a:lnTo>
                  <a:lnTo>
                    <a:pt x="12" y="39"/>
                  </a:lnTo>
                  <a:lnTo>
                    <a:pt x="10" y="39"/>
                  </a:lnTo>
                  <a:lnTo>
                    <a:pt x="8" y="39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2" y="32"/>
                  </a:lnTo>
                  <a:lnTo>
                    <a:pt x="1" y="32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1" y="22"/>
                  </a:lnTo>
                  <a:lnTo>
                    <a:pt x="2" y="21"/>
                  </a:lnTo>
                  <a:lnTo>
                    <a:pt x="3" y="20"/>
                  </a:lnTo>
                  <a:lnTo>
                    <a:pt x="4" y="18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8"/>
                  </a:lnTo>
                  <a:close/>
                  <a:moveTo>
                    <a:pt x="30" y="30"/>
                  </a:moveTo>
                  <a:lnTo>
                    <a:pt x="30" y="32"/>
                  </a:lnTo>
                  <a:lnTo>
                    <a:pt x="29" y="33"/>
                  </a:lnTo>
                  <a:lnTo>
                    <a:pt x="29" y="34"/>
                  </a:lnTo>
                  <a:lnTo>
                    <a:pt x="28" y="35"/>
                  </a:lnTo>
                  <a:lnTo>
                    <a:pt x="28" y="36"/>
                  </a:lnTo>
                  <a:lnTo>
                    <a:pt x="28" y="37"/>
                  </a:lnTo>
                  <a:lnTo>
                    <a:pt x="27" y="37"/>
                  </a:lnTo>
                  <a:lnTo>
                    <a:pt x="27" y="38"/>
                  </a:lnTo>
                  <a:lnTo>
                    <a:pt x="27" y="39"/>
                  </a:lnTo>
                  <a:lnTo>
                    <a:pt x="28" y="39"/>
                  </a:lnTo>
                  <a:lnTo>
                    <a:pt x="28" y="40"/>
                  </a:lnTo>
                  <a:lnTo>
                    <a:pt x="29" y="41"/>
                  </a:lnTo>
                  <a:lnTo>
                    <a:pt x="32" y="43"/>
                  </a:lnTo>
                  <a:lnTo>
                    <a:pt x="32" y="44"/>
                  </a:lnTo>
                  <a:lnTo>
                    <a:pt x="32" y="45"/>
                  </a:lnTo>
                  <a:lnTo>
                    <a:pt x="34" y="46"/>
                  </a:lnTo>
                  <a:lnTo>
                    <a:pt x="36" y="49"/>
                  </a:lnTo>
                  <a:lnTo>
                    <a:pt x="37" y="50"/>
                  </a:lnTo>
                  <a:lnTo>
                    <a:pt x="37" y="52"/>
                  </a:lnTo>
                  <a:lnTo>
                    <a:pt x="38" y="51"/>
                  </a:lnTo>
                  <a:lnTo>
                    <a:pt x="39" y="51"/>
                  </a:lnTo>
                  <a:lnTo>
                    <a:pt x="40" y="49"/>
                  </a:lnTo>
                  <a:lnTo>
                    <a:pt x="43" y="47"/>
                  </a:lnTo>
                  <a:lnTo>
                    <a:pt x="44" y="46"/>
                  </a:lnTo>
                  <a:lnTo>
                    <a:pt x="45" y="45"/>
                  </a:lnTo>
                  <a:lnTo>
                    <a:pt x="44" y="45"/>
                  </a:lnTo>
                  <a:lnTo>
                    <a:pt x="36" y="37"/>
                  </a:lnTo>
                  <a:lnTo>
                    <a:pt x="35" y="37"/>
                  </a:lnTo>
                  <a:lnTo>
                    <a:pt x="34" y="35"/>
                  </a:lnTo>
                  <a:lnTo>
                    <a:pt x="30" y="30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1453">
              <a:extLst>
                <a:ext uri="{FF2B5EF4-FFF2-40B4-BE49-F238E27FC236}">
                  <a16:creationId xmlns:a16="http://schemas.microsoft.com/office/drawing/2014/main" id="{8046FFE9-BBC2-45A3-98B6-27665ADAE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080"/>
              <a:ext cx="68" cy="72"/>
            </a:xfrm>
            <a:custGeom>
              <a:avLst/>
              <a:gdLst>
                <a:gd name="T0" fmla="*/ 14 w 85"/>
                <a:gd name="T1" fmla="*/ 3 h 85"/>
                <a:gd name="T2" fmla="*/ 18 w 85"/>
                <a:gd name="T3" fmla="*/ 3 h 85"/>
                <a:gd name="T4" fmla="*/ 24 w 85"/>
                <a:gd name="T5" fmla="*/ 0 h 85"/>
                <a:gd name="T6" fmla="*/ 26 w 85"/>
                <a:gd name="T7" fmla="*/ 3 h 85"/>
                <a:gd name="T8" fmla="*/ 28 w 85"/>
                <a:gd name="T9" fmla="*/ 8 h 85"/>
                <a:gd name="T10" fmla="*/ 30 w 85"/>
                <a:gd name="T11" fmla="*/ 13 h 85"/>
                <a:gd name="T12" fmla="*/ 31 w 85"/>
                <a:gd name="T13" fmla="*/ 16 h 85"/>
                <a:gd name="T14" fmla="*/ 34 w 85"/>
                <a:gd name="T15" fmla="*/ 21 h 85"/>
                <a:gd name="T16" fmla="*/ 37 w 85"/>
                <a:gd name="T17" fmla="*/ 25 h 85"/>
                <a:gd name="T18" fmla="*/ 38 w 85"/>
                <a:gd name="T19" fmla="*/ 27 h 85"/>
                <a:gd name="T20" fmla="*/ 43 w 85"/>
                <a:gd name="T21" fmla="*/ 29 h 85"/>
                <a:gd name="T22" fmla="*/ 41 w 85"/>
                <a:gd name="T23" fmla="*/ 34 h 85"/>
                <a:gd name="T24" fmla="*/ 42 w 85"/>
                <a:gd name="T25" fmla="*/ 38 h 85"/>
                <a:gd name="T26" fmla="*/ 42 w 85"/>
                <a:gd name="T27" fmla="*/ 42 h 85"/>
                <a:gd name="T28" fmla="*/ 40 w 85"/>
                <a:gd name="T29" fmla="*/ 42 h 85"/>
                <a:gd name="T30" fmla="*/ 37 w 85"/>
                <a:gd name="T31" fmla="*/ 42 h 85"/>
                <a:gd name="T32" fmla="*/ 34 w 85"/>
                <a:gd name="T33" fmla="*/ 41 h 85"/>
                <a:gd name="T34" fmla="*/ 31 w 85"/>
                <a:gd name="T35" fmla="*/ 38 h 85"/>
                <a:gd name="T36" fmla="*/ 30 w 85"/>
                <a:gd name="T37" fmla="*/ 34 h 85"/>
                <a:gd name="T38" fmla="*/ 27 w 85"/>
                <a:gd name="T39" fmla="*/ 30 h 85"/>
                <a:gd name="T40" fmla="*/ 26 w 85"/>
                <a:gd name="T41" fmla="*/ 27 h 85"/>
                <a:gd name="T42" fmla="*/ 25 w 85"/>
                <a:gd name="T43" fmla="*/ 25 h 85"/>
                <a:gd name="T44" fmla="*/ 23 w 85"/>
                <a:gd name="T45" fmla="*/ 21 h 85"/>
                <a:gd name="T46" fmla="*/ 22 w 85"/>
                <a:gd name="T47" fmla="*/ 18 h 85"/>
                <a:gd name="T48" fmla="*/ 19 w 85"/>
                <a:gd name="T49" fmla="*/ 13 h 85"/>
                <a:gd name="T50" fmla="*/ 17 w 85"/>
                <a:gd name="T51" fmla="*/ 12 h 85"/>
                <a:gd name="T52" fmla="*/ 13 w 85"/>
                <a:gd name="T53" fmla="*/ 13 h 85"/>
                <a:gd name="T54" fmla="*/ 13 w 85"/>
                <a:gd name="T55" fmla="*/ 15 h 85"/>
                <a:gd name="T56" fmla="*/ 16 w 85"/>
                <a:gd name="T57" fmla="*/ 19 h 85"/>
                <a:gd name="T58" fmla="*/ 18 w 85"/>
                <a:gd name="T59" fmla="*/ 22 h 85"/>
                <a:gd name="T60" fmla="*/ 18 w 85"/>
                <a:gd name="T61" fmla="*/ 25 h 85"/>
                <a:gd name="T62" fmla="*/ 21 w 85"/>
                <a:gd name="T63" fmla="*/ 29 h 85"/>
                <a:gd name="T64" fmla="*/ 22 w 85"/>
                <a:gd name="T65" fmla="*/ 30 h 85"/>
                <a:gd name="T66" fmla="*/ 24 w 85"/>
                <a:gd name="T67" fmla="*/ 37 h 85"/>
                <a:gd name="T68" fmla="*/ 27 w 85"/>
                <a:gd name="T69" fmla="*/ 38 h 85"/>
                <a:gd name="T70" fmla="*/ 30 w 85"/>
                <a:gd name="T71" fmla="*/ 40 h 85"/>
                <a:gd name="T72" fmla="*/ 28 w 85"/>
                <a:gd name="T73" fmla="*/ 45 h 85"/>
                <a:gd name="T74" fmla="*/ 30 w 85"/>
                <a:gd name="T75" fmla="*/ 48 h 85"/>
                <a:gd name="T76" fmla="*/ 27 w 85"/>
                <a:gd name="T77" fmla="*/ 52 h 85"/>
                <a:gd name="T78" fmla="*/ 23 w 85"/>
                <a:gd name="T79" fmla="*/ 50 h 85"/>
                <a:gd name="T80" fmla="*/ 20 w 85"/>
                <a:gd name="T81" fmla="*/ 51 h 85"/>
                <a:gd name="T82" fmla="*/ 18 w 85"/>
                <a:gd name="T83" fmla="*/ 50 h 85"/>
                <a:gd name="T84" fmla="*/ 18 w 85"/>
                <a:gd name="T85" fmla="*/ 45 h 85"/>
                <a:gd name="T86" fmla="*/ 16 w 85"/>
                <a:gd name="T87" fmla="*/ 42 h 85"/>
                <a:gd name="T88" fmla="*/ 14 w 85"/>
                <a:gd name="T89" fmla="*/ 39 h 85"/>
                <a:gd name="T90" fmla="*/ 12 w 85"/>
                <a:gd name="T91" fmla="*/ 34 h 85"/>
                <a:gd name="T92" fmla="*/ 10 w 85"/>
                <a:gd name="T93" fmla="*/ 30 h 85"/>
                <a:gd name="T94" fmla="*/ 8 w 85"/>
                <a:gd name="T95" fmla="*/ 26 h 85"/>
                <a:gd name="T96" fmla="*/ 6 w 85"/>
                <a:gd name="T97" fmla="*/ 25 h 85"/>
                <a:gd name="T98" fmla="*/ 2 w 85"/>
                <a:gd name="T99" fmla="*/ 25 h 85"/>
                <a:gd name="T100" fmla="*/ 2 w 85"/>
                <a:gd name="T101" fmla="*/ 20 h 85"/>
                <a:gd name="T102" fmla="*/ 2 w 85"/>
                <a:gd name="T103" fmla="*/ 16 h 85"/>
                <a:gd name="T104" fmla="*/ 1 w 85"/>
                <a:gd name="T105" fmla="*/ 14 h 85"/>
                <a:gd name="T106" fmla="*/ 2 w 85"/>
                <a:gd name="T107" fmla="*/ 10 h 85"/>
                <a:gd name="T108" fmla="*/ 6 w 85"/>
                <a:gd name="T109" fmla="*/ 9 h 85"/>
                <a:gd name="T110" fmla="*/ 10 w 85"/>
                <a:gd name="T111" fmla="*/ 10 h 85"/>
                <a:gd name="T112" fmla="*/ 11 w 85"/>
                <a:gd name="T113" fmla="*/ 6 h 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85">
                  <a:moveTo>
                    <a:pt x="22" y="5"/>
                  </a:moveTo>
                  <a:cubicBezTo>
                    <a:pt x="24" y="3"/>
                    <a:pt x="24" y="3"/>
                    <a:pt x="24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3" y="46"/>
                    <a:pt x="83" y="46"/>
                    <a:pt x="83" y="46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2" y="52"/>
                    <a:pt x="82" y="52"/>
                    <a:pt x="82" y="52"/>
                  </a:cubicBezTo>
                  <a:cubicBezTo>
                    <a:pt x="82" y="53"/>
                    <a:pt x="82" y="53"/>
                    <a:pt x="82" y="53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2" y="69"/>
                    <a:pt x="82" y="69"/>
                    <a:pt x="82" y="69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5" y="67"/>
                    <a:pt x="65" y="67"/>
                    <a:pt x="65" y="67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8" y="55"/>
                    <a:pt x="58" y="55"/>
                    <a:pt x="58" y="55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7" y="63"/>
                    <a:pt x="57" y="63"/>
                    <a:pt x="57" y="63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73"/>
                    <a:pt x="55" y="73"/>
                    <a:pt x="55" y="73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8" y="79"/>
                    <a:pt x="58" y="79"/>
                    <a:pt x="58" y="79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5" y="84"/>
                    <a:pt x="55" y="84"/>
                    <a:pt x="55" y="84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5" y="83"/>
                    <a:pt x="45" y="83"/>
                    <a:pt x="45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9" y="84"/>
                    <a:pt x="39" y="84"/>
                    <a:pt x="39" y="84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4" y="83"/>
                    <a:pt x="34" y="83"/>
                    <a:pt x="34" y="83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4" y="56"/>
                    <a:pt x="24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1" y="6"/>
                    <a:pt x="21" y="6"/>
                    <a:pt x="21" y="6"/>
                  </a:cubicBezTo>
                  <a:lnTo>
                    <a:pt x="22" y="5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Freeform 1454">
              <a:extLst>
                <a:ext uri="{FF2B5EF4-FFF2-40B4-BE49-F238E27FC236}">
                  <a16:creationId xmlns:a16="http://schemas.microsoft.com/office/drawing/2014/main" id="{4E86C36D-1B8C-4954-B98C-FF26BEA17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052"/>
              <a:ext cx="50" cy="72"/>
            </a:xfrm>
            <a:custGeom>
              <a:avLst/>
              <a:gdLst>
                <a:gd name="T0" fmla="*/ 23 w 50"/>
                <a:gd name="T1" fmla="*/ 1 h 72"/>
                <a:gd name="T2" fmla="*/ 26 w 50"/>
                <a:gd name="T3" fmla="*/ 4 h 72"/>
                <a:gd name="T4" fmla="*/ 30 w 50"/>
                <a:gd name="T5" fmla="*/ 8 h 72"/>
                <a:gd name="T6" fmla="*/ 34 w 50"/>
                <a:gd name="T7" fmla="*/ 10 h 72"/>
                <a:gd name="T8" fmla="*/ 38 w 50"/>
                <a:gd name="T9" fmla="*/ 14 h 72"/>
                <a:gd name="T10" fmla="*/ 40 w 50"/>
                <a:gd name="T11" fmla="*/ 17 h 72"/>
                <a:gd name="T12" fmla="*/ 36 w 50"/>
                <a:gd name="T13" fmla="*/ 23 h 72"/>
                <a:gd name="T14" fmla="*/ 35 w 50"/>
                <a:gd name="T15" fmla="*/ 28 h 72"/>
                <a:gd name="T16" fmla="*/ 32 w 50"/>
                <a:gd name="T17" fmla="*/ 29 h 72"/>
                <a:gd name="T18" fmla="*/ 27 w 50"/>
                <a:gd name="T19" fmla="*/ 25 h 72"/>
                <a:gd name="T20" fmla="*/ 24 w 50"/>
                <a:gd name="T21" fmla="*/ 22 h 72"/>
                <a:gd name="T22" fmla="*/ 20 w 50"/>
                <a:gd name="T23" fmla="*/ 18 h 72"/>
                <a:gd name="T24" fmla="*/ 17 w 50"/>
                <a:gd name="T25" fmla="*/ 16 h 72"/>
                <a:gd name="T26" fmla="*/ 18 w 50"/>
                <a:gd name="T27" fmla="*/ 22 h 72"/>
                <a:gd name="T28" fmla="*/ 21 w 50"/>
                <a:gd name="T29" fmla="*/ 25 h 72"/>
                <a:gd name="T30" fmla="*/ 22 w 50"/>
                <a:gd name="T31" fmla="*/ 28 h 72"/>
                <a:gd name="T32" fmla="*/ 23 w 50"/>
                <a:gd name="T33" fmla="*/ 31 h 72"/>
                <a:gd name="T34" fmla="*/ 26 w 50"/>
                <a:gd name="T35" fmla="*/ 36 h 72"/>
                <a:gd name="T36" fmla="*/ 26 w 50"/>
                <a:gd name="T37" fmla="*/ 39 h 72"/>
                <a:gd name="T38" fmla="*/ 27 w 50"/>
                <a:gd name="T39" fmla="*/ 42 h 72"/>
                <a:gd name="T40" fmla="*/ 30 w 50"/>
                <a:gd name="T41" fmla="*/ 50 h 72"/>
                <a:gd name="T42" fmla="*/ 29 w 50"/>
                <a:gd name="T43" fmla="*/ 53 h 72"/>
                <a:gd name="T44" fmla="*/ 32 w 50"/>
                <a:gd name="T45" fmla="*/ 55 h 72"/>
                <a:gd name="T46" fmla="*/ 39 w 50"/>
                <a:gd name="T47" fmla="*/ 54 h 72"/>
                <a:gd name="T48" fmla="*/ 42 w 50"/>
                <a:gd name="T49" fmla="*/ 52 h 72"/>
                <a:gd name="T50" fmla="*/ 44 w 50"/>
                <a:gd name="T51" fmla="*/ 50 h 72"/>
                <a:gd name="T52" fmla="*/ 42 w 50"/>
                <a:gd name="T53" fmla="*/ 46 h 72"/>
                <a:gd name="T54" fmla="*/ 42 w 50"/>
                <a:gd name="T55" fmla="*/ 43 h 72"/>
                <a:gd name="T56" fmla="*/ 46 w 50"/>
                <a:gd name="T57" fmla="*/ 41 h 72"/>
                <a:gd name="T58" fmla="*/ 50 w 50"/>
                <a:gd name="T59" fmla="*/ 47 h 72"/>
                <a:gd name="T60" fmla="*/ 50 w 50"/>
                <a:gd name="T61" fmla="*/ 54 h 72"/>
                <a:gd name="T62" fmla="*/ 47 w 50"/>
                <a:gd name="T63" fmla="*/ 57 h 72"/>
                <a:gd name="T64" fmla="*/ 44 w 50"/>
                <a:gd name="T65" fmla="*/ 65 h 72"/>
                <a:gd name="T66" fmla="*/ 42 w 50"/>
                <a:gd name="T67" fmla="*/ 70 h 72"/>
                <a:gd name="T68" fmla="*/ 37 w 50"/>
                <a:gd name="T69" fmla="*/ 71 h 72"/>
                <a:gd name="T70" fmla="*/ 31 w 50"/>
                <a:gd name="T71" fmla="*/ 71 h 72"/>
                <a:gd name="T72" fmla="*/ 25 w 50"/>
                <a:gd name="T73" fmla="*/ 70 h 72"/>
                <a:gd name="T74" fmla="*/ 21 w 50"/>
                <a:gd name="T75" fmla="*/ 70 h 72"/>
                <a:gd name="T76" fmla="*/ 18 w 50"/>
                <a:gd name="T77" fmla="*/ 71 h 72"/>
                <a:gd name="T78" fmla="*/ 17 w 50"/>
                <a:gd name="T79" fmla="*/ 67 h 72"/>
                <a:gd name="T80" fmla="*/ 17 w 50"/>
                <a:gd name="T81" fmla="*/ 63 h 72"/>
                <a:gd name="T82" fmla="*/ 14 w 50"/>
                <a:gd name="T83" fmla="*/ 56 h 72"/>
                <a:gd name="T84" fmla="*/ 13 w 50"/>
                <a:gd name="T85" fmla="*/ 50 h 72"/>
                <a:gd name="T86" fmla="*/ 10 w 50"/>
                <a:gd name="T87" fmla="*/ 42 h 72"/>
                <a:gd name="T88" fmla="*/ 9 w 50"/>
                <a:gd name="T89" fmla="*/ 39 h 72"/>
                <a:gd name="T90" fmla="*/ 8 w 50"/>
                <a:gd name="T91" fmla="*/ 36 h 72"/>
                <a:gd name="T92" fmla="*/ 6 w 50"/>
                <a:gd name="T93" fmla="*/ 33 h 72"/>
                <a:gd name="T94" fmla="*/ 3 w 50"/>
                <a:gd name="T95" fmla="*/ 28 h 72"/>
                <a:gd name="T96" fmla="*/ 0 w 50"/>
                <a:gd name="T97" fmla="*/ 25 h 72"/>
                <a:gd name="T98" fmla="*/ 2 w 50"/>
                <a:gd name="T99" fmla="*/ 22 h 72"/>
                <a:gd name="T100" fmla="*/ 6 w 50"/>
                <a:gd name="T101" fmla="*/ 19 h 72"/>
                <a:gd name="T102" fmla="*/ 8 w 50"/>
                <a:gd name="T103" fmla="*/ 17 h 72"/>
                <a:gd name="T104" fmla="*/ 12 w 50"/>
                <a:gd name="T105" fmla="*/ 13 h 72"/>
                <a:gd name="T106" fmla="*/ 15 w 50"/>
                <a:gd name="T107" fmla="*/ 10 h 72"/>
                <a:gd name="T108" fmla="*/ 18 w 50"/>
                <a:gd name="T109" fmla="*/ 5 h 7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0" h="72">
                  <a:moveTo>
                    <a:pt x="19" y="1"/>
                  </a:moveTo>
                  <a:lnTo>
                    <a:pt x="19" y="1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5" y="3"/>
                  </a:lnTo>
                  <a:lnTo>
                    <a:pt x="25" y="4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31" y="9"/>
                  </a:lnTo>
                  <a:lnTo>
                    <a:pt x="32" y="10"/>
                  </a:lnTo>
                  <a:lnTo>
                    <a:pt x="33" y="10"/>
                  </a:lnTo>
                  <a:lnTo>
                    <a:pt x="34" y="10"/>
                  </a:lnTo>
                  <a:lnTo>
                    <a:pt x="35" y="11"/>
                  </a:lnTo>
                  <a:lnTo>
                    <a:pt x="36" y="14"/>
                  </a:lnTo>
                  <a:lnTo>
                    <a:pt x="37" y="14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40" y="14"/>
                  </a:lnTo>
                  <a:lnTo>
                    <a:pt x="41" y="16"/>
                  </a:lnTo>
                  <a:lnTo>
                    <a:pt x="40" y="17"/>
                  </a:lnTo>
                  <a:lnTo>
                    <a:pt x="40" y="19"/>
                  </a:lnTo>
                  <a:lnTo>
                    <a:pt x="38" y="21"/>
                  </a:lnTo>
                  <a:lnTo>
                    <a:pt x="36" y="22"/>
                  </a:lnTo>
                  <a:lnTo>
                    <a:pt x="36" y="23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5" y="28"/>
                  </a:lnTo>
                  <a:lnTo>
                    <a:pt x="34" y="29"/>
                  </a:lnTo>
                  <a:lnTo>
                    <a:pt x="33" y="30"/>
                  </a:lnTo>
                  <a:lnTo>
                    <a:pt x="32" y="30"/>
                  </a:lnTo>
                  <a:lnTo>
                    <a:pt x="32" y="29"/>
                  </a:lnTo>
                  <a:lnTo>
                    <a:pt x="30" y="28"/>
                  </a:lnTo>
                  <a:lnTo>
                    <a:pt x="28" y="26"/>
                  </a:lnTo>
                  <a:lnTo>
                    <a:pt x="27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5" y="23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1" y="19"/>
                  </a:lnTo>
                  <a:lnTo>
                    <a:pt x="20" y="18"/>
                  </a:lnTo>
                  <a:lnTo>
                    <a:pt x="19" y="17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8" y="21"/>
                  </a:lnTo>
                  <a:lnTo>
                    <a:pt x="18" y="22"/>
                  </a:lnTo>
                  <a:lnTo>
                    <a:pt x="19" y="22"/>
                  </a:lnTo>
                  <a:lnTo>
                    <a:pt x="19" y="23"/>
                  </a:lnTo>
                  <a:lnTo>
                    <a:pt x="20" y="24"/>
                  </a:lnTo>
                  <a:lnTo>
                    <a:pt x="21" y="25"/>
                  </a:lnTo>
                  <a:lnTo>
                    <a:pt x="21" y="26"/>
                  </a:lnTo>
                  <a:lnTo>
                    <a:pt x="22" y="27"/>
                  </a:lnTo>
                  <a:lnTo>
                    <a:pt x="22" y="28"/>
                  </a:lnTo>
                  <a:lnTo>
                    <a:pt x="22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4" y="33"/>
                  </a:lnTo>
                  <a:lnTo>
                    <a:pt x="25" y="34"/>
                  </a:lnTo>
                  <a:lnTo>
                    <a:pt x="25" y="35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6" y="39"/>
                  </a:lnTo>
                  <a:lnTo>
                    <a:pt x="27" y="40"/>
                  </a:lnTo>
                  <a:lnTo>
                    <a:pt x="27" y="41"/>
                  </a:lnTo>
                  <a:lnTo>
                    <a:pt x="27" y="42"/>
                  </a:lnTo>
                  <a:lnTo>
                    <a:pt x="29" y="46"/>
                  </a:lnTo>
                  <a:lnTo>
                    <a:pt x="30" y="49"/>
                  </a:lnTo>
                  <a:lnTo>
                    <a:pt x="30" y="50"/>
                  </a:lnTo>
                  <a:lnTo>
                    <a:pt x="29" y="51"/>
                  </a:lnTo>
                  <a:lnTo>
                    <a:pt x="28" y="52"/>
                  </a:lnTo>
                  <a:lnTo>
                    <a:pt x="29" y="53"/>
                  </a:lnTo>
                  <a:lnTo>
                    <a:pt x="30" y="54"/>
                  </a:lnTo>
                  <a:lnTo>
                    <a:pt x="30" y="55"/>
                  </a:lnTo>
                  <a:lnTo>
                    <a:pt x="32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40" y="53"/>
                  </a:lnTo>
                  <a:lnTo>
                    <a:pt x="42" y="52"/>
                  </a:lnTo>
                  <a:lnTo>
                    <a:pt x="42" y="53"/>
                  </a:lnTo>
                  <a:lnTo>
                    <a:pt x="42" y="52"/>
                  </a:lnTo>
                  <a:lnTo>
                    <a:pt x="43" y="51"/>
                  </a:lnTo>
                  <a:lnTo>
                    <a:pt x="44" y="51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3" y="47"/>
                  </a:lnTo>
                  <a:lnTo>
                    <a:pt x="42" y="47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2" y="42"/>
                  </a:lnTo>
                  <a:lnTo>
                    <a:pt x="43" y="41"/>
                  </a:lnTo>
                  <a:lnTo>
                    <a:pt x="46" y="41"/>
                  </a:lnTo>
                  <a:lnTo>
                    <a:pt x="47" y="42"/>
                  </a:lnTo>
                  <a:lnTo>
                    <a:pt x="49" y="44"/>
                  </a:lnTo>
                  <a:lnTo>
                    <a:pt x="49" y="45"/>
                  </a:lnTo>
                  <a:lnTo>
                    <a:pt x="50" y="47"/>
                  </a:lnTo>
                  <a:lnTo>
                    <a:pt x="50" y="50"/>
                  </a:lnTo>
                  <a:lnTo>
                    <a:pt x="50" y="51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49" y="55"/>
                  </a:lnTo>
                  <a:lnTo>
                    <a:pt x="48" y="56"/>
                  </a:lnTo>
                  <a:lnTo>
                    <a:pt x="47" y="57"/>
                  </a:lnTo>
                  <a:lnTo>
                    <a:pt x="45" y="61"/>
                  </a:lnTo>
                  <a:lnTo>
                    <a:pt x="44" y="63"/>
                  </a:lnTo>
                  <a:lnTo>
                    <a:pt x="44" y="65"/>
                  </a:lnTo>
                  <a:lnTo>
                    <a:pt x="45" y="66"/>
                  </a:lnTo>
                  <a:lnTo>
                    <a:pt x="46" y="68"/>
                  </a:lnTo>
                  <a:lnTo>
                    <a:pt x="45" y="69"/>
                  </a:lnTo>
                  <a:lnTo>
                    <a:pt x="42" y="70"/>
                  </a:lnTo>
                  <a:lnTo>
                    <a:pt x="42" y="71"/>
                  </a:lnTo>
                  <a:lnTo>
                    <a:pt x="41" y="71"/>
                  </a:lnTo>
                  <a:lnTo>
                    <a:pt x="39" y="71"/>
                  </a:lnTo>
                  <a:lnTo>
                    <a:pt x="37" y="71"/>
                  </a:lnTo>
                  <a:lnTo>
                    <a:pt x="36" y="72"/>
                  </a:lnTo>
                  <a:lnTo>
                    <a:pt x="34" y="71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8" y="70"/>
                  </a:lnTo>
                  <a:lnTo>
                    <a:pt x="27" y="70"/>
                  </a:lnTo>
                  <a:lnTo>
                    <a:pt x="25" y="70"/>
                  </a:lnTo>
                  <a:lnTo>
                    <a:pt x="24" y="69"/>
                  </a:lnTo>
                  <a:lnTo>
                    <a:pt x="23" y="70"/>
                  </a:lnTo>
                  <a:lnTo>
                    <a:pt x="22" y="70"/>
                  </a:lnTo>
                  <a:lnTo>
                    <a:pt x="21" y="70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69"/>
                  </a:lnTo>
                  <a:lnTo>
                    <a:pt x="17" y="67"/>
                  </a:lnTo>
                  <a:lnTo>
                    <a:pt x="17" y="66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7" y="63"/>
                  </a:lnTo>
                  <a:lnTo>
                    <a:pt x="15" y="59"/>
                  </a:lnTo>
                  <a:lnTo>
                    <a:pt x="15" y="57"/>
                  </a:lnTo>
                  <a:lnTo>
                    <a:pt x="14" y="56"/>
                  </a:lnTo>
                  <a:lnTo>
                    <a:pt x="14" y="54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3" y="50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10" y="41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2" y="22"/>
                  </a:lnTo>
                  <a:lnTo>
                    <a:pt x="3" y="21"/>
                  </a:lnTo>
                  <a:lnTo>
                    <a:pt x="5" y="20"/>
                  </a:lnTo>
                  <a:lnTo>
                    <a:pt x="6" y="19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2" y="13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5" y="10"/>
                  </a:lnTo>
                  <a:lnTo>
                    <a:pt x="17" y="7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Freeform 1455">
              <a:extLst>
                <a:ext uri="{FF2B5EF4-FFF2-40B4-BE49-F238E27FC236}">
                  <a16:creationId xmlns:a16="http://schemas.microsoft.com/office/drawing/2014/main" id="{7F7A9DFB-32A4-4D81-9427-5161EB2387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2" y="2039"/>
              <a:ext cx="51" cy="72"/>
            </a:xfrm>
            <a:custGeom>
              <a:avLst/>
              <a:gdLst>
                <a:gd name="T0" fmla="*/ 22 w 51"/>
                <a:gd name="T1" fmla="*/ 0 h 72"/>
                <a:gd name="T2" fmla="*/ 27 w 51"/>
                <a:gd name="T3" fmla="*/ 4 h 72"/>
                <a:gd name="T4" fmla="*/ 32 w 51"/>
                <a:gd name="T5" fmla="*/ 5 h 72"/>
                <a:gd name="T6" fmla="*/ 38 w 51"/>
                <a:gd name="T7" fmla="*/ 5 h 72"/>
                <a:gd name="T8" fmla="*/ 38 w 51"/>
                <a:gd name="T9" fmla="*/ 12 h 72"/>
                <a:gd name="T10" fmla="*/ 39 w 51"/>
                <a:gd name="T11" fmla="*/ 20 h 72"/>
                <a:gd name="T12" fmla="*/ 41 w 51"/>
                <a:gd name="T13" fmla="*/ 31 h 72"/>
                <a:gd name="T14" fmla="*/ 43 w 51"/>
                <a:gd name="T15" fmla="*/ 37 h 72"/>
                <a:gd name="T16" fmla="*/ 44 w 51"/>
                <a:gd name="T17" fmla="*/ 42 h 72"/>
                <a:gd name="T18" fmla="*/ 47 w 51"/>
                <a:gd name="T19" fmla="*/ 47 h 72"/>
                <a:gd name="T20" fmla="*/ 51 w 51"/>
                <a:gd name="T21" fmla="*/ 48 h 72"/>
                <a:gd name="T22" fmla="*/ 50 w 51"/>
                <a:gd name="T23" fmla="*/ 54 h 72"/>
                <a:gd name="T24" fmla="*/ 48 w 51"/>
                <a:gd name="T25" fmla="*/ 58 h 72"/>
                <a:gd name="T26" fmla="*/ 47 w 51"/>
                <a:gd name="T27" fmla="*/ 61 h 72"/>
                <a:gd name="T28" fmla="*/ 48 w 51"/>
                <a:gd name="T29" fmla="*/ 66 h 72"/>
                <a:gd name="T30" fmla="*/ 42 w 51"/>
                <a:gd name="T31" fmla="*/ 68 h 72"/>
                <a:gd name="T32" fmla="*/ 35 w 51"/>
                <a:gd name="T33" fmla="*/ 64 h 72"/>
                <a:gd name="T34" fmla="*/ 29 w 51"/>
                <a:gd name="T35" fmla="*/ 61 h 72"/>
                <a:gd name="T36" fmla="*/ 26 w 51"/>
                <a:gd name="T37" fmla="*/ 66 h 72"/>
                <a:gd name="T38" fmla="*/ 25 w 51"/>
                <a:gd name="T39" fmla="*/ 72 h 72"/>
                <a:gd name="T40" fmla="*/ 18 w 51"/>
                <a:gd name="T41" fmla="*/ 70 h 72"/>
                <a:gd name="T42" fmla="*/ 14 w 51"/>
                <a:gd name="T43" fmla="*/ 68 h 72"/>
                <a:gd name="T44" fmla="*/ 7 w 51"/>
                <a:gd name="T45" fmla="*/ 68 h 72"/>
                <a:gd name="T46" fmla="*/ 7 w 51"/>
                <a:gd name="T47" fmla="*/ 63 h 72"/>
                <a:gd name="T48" fmla="*/ 8 w 51"/>
                <a:gd name="T49" fmla="*/ 58 h 72"/>
                <a:gd name="T50" fmla="*/ 7 w 51"/>
                <a:gd name="T51" fmla="*/ 52 h 72"/>
                <a:gd name="T52" fmla="*/ 6 w 51"/>
                <a:gd name="T53" fmla="*/ 47 h 72"/>
                <a:gd name="T54" fmla="*/ 4 w 51"/>
                <a:gd name="T55" fmla="*/ 40 h 72"/>
                <a:gd name="T56" fmla="*/ 7 w 51"/>
                <a:gd name="T57" fmla="*/ 36 h 72"/>
                <a:gd name="T58" fmla="*/ 12 w 51"/>
                <a:gd name="T59" fmla="*/ 34 h 72"/>
                <a:gd name="T60" fmla="*/ 17 w 51"/>
                <a:gd name="T61" fmla="*/ 31 h 72"/>
                <a:gd name="T62" fmla="*/ 23 w 51"/>
                <a:gd name="T63" fmla="*/ 26 h 72"/>
                <a:gd name="T64" fmla="*/ 23 w 51"/>
                <a:gd name="T65" fmla="*/ 20 h 72"/>
                <a:gd name="T66" fmla="*/ 17 w 51"/>
                <a:gd name="T67" fmla="*/ 14 h 72"/>
                <a:gd name="T68" fmla="*/ 11 w 51"/>
                <a:gd name="T69" fmla="*/ 14 h 72"/>
                <a:gd name="T70" fmla="*/ 7 w 51"/>
                <a:gd name="T71" fmla="*/ 21 h 72"/>
                <a:gd name="T72" fmla="*/ 11 w 51"/>
                <a:gd name="T73" fmla="*/ 21 h 72"/>
                <a:gd name="T74" fmla="*/ 15 w 51"/>
                <a:gd name="T75" fmla="*/ 23 h 72"/>
                <a:gd name="T76" fmla="*/ 11 w 51"/>
                <a:gd name="T77" fmla="*/ 30 h 72"/>
                <a:gd name="T78" fmla="*/ 4 w 51"/>
                <a:gd name="T79" fmla="*/ 29 h 72"/>
                <a:gd name="T80" fmla="*/ 2 w 51"/>
                <a:gd name="T81" fmla="*/ 26 h 72"/>
                <a:gd name="T82" fmla="*/ 1 w 51"/>
                <a:gd name="T83" fmla="*/ 19 h 72"/>
                <a:gd name="T84" fmla="*/ 5 w 51"/>
                <a:gd name="T85" fmla="*/ 11 h 72"/>
                <a:gd name="T86" fmla="*/ 12 w 51"/>
                <a:gd name="T87" fmla="*/ 5 h 72"/>
                <a:gd name="T88" fmla="*/ 15 w 51"/>
                <a:gd name="T89" fmla="*/ 0 h 72"/>
                <a:gd name="T90" fmla="*/ 22 w 51"/>
                <a:gd name="T91" fmla="*/ 35 h 72"/>
                <a:gd name="T92" fmla="*/ 19 w 51"/>
                <a:gd name="T93" fmla="*/ 38 h 72"/>
                <a:gd name="T94" fmla="*/ 21 w 51"/>
                <a:gd name="T95" fmla="*/ 46 h 72"/>
                <a:gd name="T96" fmla="*/ 21 w 51"/>
                <a:gd name="T97" fmla="*/ 55 h 72"/>
                <a:gd name="T98" fmla="*/ 26 w 51"/>
                <a:gd name="T99" fmla="*/ 54 h 72"/>
                <a:gd name="T100" fmla="*/ 31 w 51"/>
                <a:gd name="T101" fmla="*/ 52 h 7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" h="72">
                  <a:moveTo>
                    <a:pt x="15" y="0"/>
                  </a:moveTo>
                  <a:lnTo>
                    <a:pt x="15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3" y="2"/>
                  </a:lnTo>
                  <a:lnTo>
                    <a:pt x="25" y="2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5"/>
                  </a:lnTo>
                  <a:lnTo>
                    <a:pt x="36" y="5"/>
                  </a:lnTo>
                  <a:lnTo>
                    <a:pt x="37" y="4"/>
                  </a:lnTo>
                  <a:lnTo>
                    <a:pt x="38" y="5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8" y="9"/>
                  </a:lnTo>
                  <a:lnTo>
                    <a:pt x="38" y="12"/>
                  </a:lnTo>
                  <a:lnTo>
                    <a:pt x="38" y="13"/>
                  </a:lnTo>
                  <a:lnTo>
                    <a:pt x="39" y="18"/>
                  </a:lnTo>
                  <a:lnTo>
                    <a:pt x="39" y="19"/>
                  </a:lnTo>
                  <a:lnTo>
                    <a:pt x="39" y="20"/>
                  </a:lnTo>
                  <a:lnTo>
                    <a:pt x="39" y="22"/>
                  </a:lnTo>
                  <a:lnTo>
                    <a:pt x="39" y="23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41" y="31"/>
                  </a:lnTo>
                  <a:lnTo>
                    <a:pt x="41" y="32"/>
                  </a:lnTo>
                  <a:lnTo>
                    <a:pt x="42" y="35"/>
                  </a:lnTo>
                  <a:lnTo>
                    <a:pt x="42" y="36"/>
                  </a:lnTo>
                  <a:lnTo>
                    <a:pt x="43" y="37"/>
                  </a:lnTo>
                  <a:lnTo>
                    <a:pt x="43" y="39"/>
                  </a:lnTo>
                  <a:lnTo>
                    <a:pt x="43" y="41"/>
                  </a:lnTo>
                  <a:lnTo>
                    <a:pt x="44" y="41"/>
                  </a:lnTo>
                  <a:lnTo>
                    <a:pt x="44" y="42"/>
                  </a:lnTo>
                  <a:lnTo>
                    <a:pt x="45" y="44"/>
                  </a:lnTo>
                  <a:lnTo>
                    <a:pt x="45" y="45"/>
                  </a:lnTo>
                  <a:lnTo>
                    <a:pt x="46" y="47"/>
                  </a:lnTo>
                  <a:lnTo>
                    <a:pt x="47" y="47"/>
                  </a:lnTo>
                  <a:lnTo>
                    <a:pt x="48" y="47"/>
                  </a:lnTo>
                  <a:lnTo>
                    <a:pt x="49" y="47"/>
                  </a:lnTo>
                  <a:lnTo>
                    <a:pt x="50" y="47"/>
                  </a:lnTo>
                  <a:lnTo>
                    <a:pt x="51" y="48"/>
                  </a:lnTo>
                  <a:lnTo>
                    <a:pt x="51" y="50"/>
                  </a:lnTo>
                  <a:lnTo>
                    <a:pt x="51" y="51"/>
                  </a:lnTo>
                  <a:lnTo>
                    <a:pt x="51" y="52"/>
                  </a:lnTo>
                  <a:lnTo>
                    <a:pt x="50" y="54"/>
                  </a:lnTo>
                  <a:lnTo>
                    <a:pt x="49" y="55"/>
                  </a:lnTo>
                  <a:lnTo>
                    <a:pt x="49" y="56"/>
                  </a:lnTo>
                  <a:lnTo>
                    <a:pt x="48" y="57"/>
                  </a:lnTo>
                  <a:lnTo>
                    <a:pt x="48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7" y="60"/>
                  </a:lnTo>
                  <a:lnTo>
                    <a:pt x="47" y="61"/>
                  </a:lnTo>
                  <a:lnTo>
                    <a:pt x="47" y="62"/>
                  </a:lnTo>
                  <a:lnTo>
                    <a:pt x="47" y="63"/>
                  </a:lnTo>
                  <a:lnTo>
                    <a:pt x="48" y="64"/>
                  </a:lnTo>
                  <a:lnTo>
                    <a:pt x="48" y="66"/>
                  </a:lnTo>
                  <a:lnTo>
                    <a:pt x="47" y="67"/>
                  </a:lnTo>
                  <a:lnTo>
                    <a:pt x="47" y="68"/>
                  </a:lnTo>
                  <a:lnTo>
                    <a:pt x="45" y="68"/>
                  </a:lnTo>
                  <a:lnTo>
                    <a:pt x="43" y="68"/>
                  </a:lnTo>
                  <a:lnTo>
                    <a:pt x="42" y="68"/>
                  </a:lnTo>
                  <a:lnTo>
                    <a:pt x="41" y="68"/>
                  </a:lnTo>
                  <a:lnTo>
                    <a:pt x="39" y="67"/>
                  </a:lnTo>
                  <a:lnTo>
                    <a:pt x="39" y="66"/>
                  </a:lnTo>
                  <a:lnTo>
                    <a:pt x="35" y="65"/>
                  </a:lnTo>
                  <a:lnTo>
                    <a:pt x="35" y="64"/>
                  </a:lnTo>
                  <a:lnTo>
                    <a:pt x="34" y="64"/>
                  </a:lnTo>
                  <a:lnTo>
                    <a:pt x="32" y="63"/>
                  </a:lnTo>
                  <a:lnTo>
                    <a:pt x="31" y="62"/>
                  </a:lnTo>
                  <a:lnTo>
                    <a:pt x="30" y="61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1"/>
                  </a:lnTo>
                  <a:lnTo>
                    <a:pt x="26" y="63"/>
                  </a:lnTo>
                  <a:lnTo>
                    <a:pt x="26" y="64"/>
                  </a:lnTo>
                  <a:lnTo>
                    <a:pt x="26" y="66"/>
                  </a:lnTo>
                  <a:lnTo>
                    <a:pt x="27" y="68"/>
                  </a:lnTo>
                  <a:lnTo>
                    <a:pt x="28" y="69"/>
                  </a:lnTo>
                  <a:lnTo>
                    <a:pt x="28" y="70"/>
                  </a:lnTo>
                  <a:lnTo>
                    <a:pt x="27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19" y="71"/>
                  </a:lnTo>
                  <a:lnTo>
                    <a:pt x="18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69"/>
                  </a:lnTo>
                  <a:lnTo>
                    <a:pt x="14" y="69"/>
                  </a:lnTo>
                  <a:lnTo>
                    <a:pt x="14" y="68"/>
                  </a:lnTo>
                  <a:lnTo>
                    <a:pt x="11" y="67"/>
                  </a:lnTo>
                  <a:lnTo>
                    <a:pt x="9" y="68"/>
                  </a:lnTo>
                  <a:lnTo>
                    <a:pt x="8" y="68"/>
                  </a:lnTo>
                  <a:lnTo>
                    <a:pt x="7" y="68"/>
                  </a:lnTo>
                  <a:lnTo>
                    <a:pt x="7" y="67"/>
                  </a:lnTo>
                  <a:lnTo>
                    <a:pt x="6" y="66"/>
                  </a:lnTo>
                  <a:lnTo>
                    <a:pt x="6" y="64"/>
                  </a:lnTo>
                  <a:lnTo>
                    <a:pt x="7" y="63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7" y="51"/>
                  </a:lnTo>
                  <a:lnTo>
                    <a:pt x="7" y="50"/>
                  </a:lnTo>
                  <a:lnTo>
                    <a:pt x="7" y="49"/>
                  </a:lnTo>
                  <a:lnTo>
                    <a:pt x="6" y="47"/>
                  </a:lnTo>
                  <a:lnTo>
                    <a:pt x="7" y="47"/>
                  </a:lnTo>
                  <a:lnTo>
                    <a:pt x="6" y="46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3" y="39"/>
                  </a:lnTo>
                  <a:lnTo>
                    <a:pt x="4" y="38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9" y="35"/>
                  </a:lnTo>
                  <a:lnTo>
                    <a:pt x="11" y="35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8" y="31"/>
                  </a:lnTo>
                  <a:lnTo>
                    <a:pt x="19" y="30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3" y="26"/>
                  </a:lnTo>
                  <a:lnTo>
                    <a:pt x="22" y="24"/>
                  </a:lnTo>
                  <a:lnTo>
                    <a:pt x="23" y="23"/>
                  </a:lnTo>
                  <a:lnTo>
                    <a:pt x="22" y="22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1" y="16"/>
                  </a:lnTo>
                  <a:lnTo>
                    <a:pt x="19" y="14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3" y="13"/>
                  </a:lnTo>
                  <a:lnTo>
                    <a:pt x="12" y="13"/>
                  </a:lnTo>
                  <a:lnTo>
                    <a:pt x="11" y="14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4" y="22"/>
                  </a:lnTo>
                  <a:lnTo>
                    <a:pt x="15" y="22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5" y="28"/>
                  </a:lnTo>
                  <a:lnTo>
                    <a:pt x="14" y="29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31"/>
                  </a:lnTo>
                  <a:lnTo>
                    <a:pt x="6" y="30"/>
                  </a:lnTo>
                  <a:lnTo>
                    <a:pt x="4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3" y="0"/>
                  </a:lnTo>
                  <a:lnTo>
                    <a:pt x="15" y="0"/>
                  </a:lnTo>
                  <a:close/>
                  <a:moveTo>
                    <a:pt x="26" y="33"/>
                  </a:moveTo>
                  <a:lnTo>
                    <a:pt x="25" y="34"/>
                  </a:lnTo>
                  <a:lnTo>
                    <a:pt x="24" y="35"/>
                  </a:lnTo>
                  <a:lnTo>
                    <a:pt x="23" y="35"/>
                  </a:lnTo>
                  <a:lnTo>
                    <a:pt x="22" y="35"/>
                  </a:lnTo>
                  <a:lnTo>
                    <a:pt x="21" y="36"/>
                  </a:lnTo>
                  <a:lnTo>
                    <a:pt x="20" y="37"/>
                  </a:lnTo>
                  <a:lnTo>
                    <a:pt x="19" y="37"/>
                  </a:lnTo>
                  <a:lnTo>
                    <a:pt x="19" y="38"/>
                  </a:lnTo>
                  <a:lnTo>
                    <a:pt x="19" y="39"/>
                  </a:lnTo>
                  <a:lnTo>
                    <a:pt x="19" y="40"/>
                  </a:lnTo>
                  <a:lnTo>
                    <a:pt x="19" y="41"/>
                  </a:lnTo>
                  <a:lnTo>
                    <a:pt x="21" y="45"/>
                  </a:lnTo>
                  <a:lnTo>
                    <a:pt x="21" y="46"/>
                  </a:lnTo>
                  <a:lnTo>
                    <a:pt x="21" y="47"/>
                  </a:lnTo>
                  <a:lnTo>
                    <a:pt x="21" y="48"/>
                  </a:lnTo>
                  <a:lnTo>
                    <a:pt x="22" y="52"/>
                  </a:lnTo>
                  <a:lnTo>
                    <a:pt x="22" y="53"/>
                  </a:lnTo>
                  <a:lnTo>
                    <a:pt x="21" y="55"/>
                  </a:lnTo>
                  <a:lnTo>
                    <a:pt x="23" y="55"/>
                  </a:lnTo>
                  <a:lnTo>
                    <a:pt x="24" y="54"/>
                  </a:lnTo>
                  <a:lnTo>
                    <a:pt x="25" y="54"/>
                  </a:lnTo>
                  <a:lnTo>
                    <a:pt x="26" y="54"/>
                  </a:lnTo>
                  <a:lnTo>
                    <a:pt x="28" y="54"/>
                  </a:lnTo>
                  <a:lnTo>
                    <a:pt x="30" y="54"/>
                  </a:lnTo>
                  <a:lnTo>
                    <a:pt x="31" y="54"/>
                  </a:lnTo>
                  <a:lnTo>
                    <a:pt x="31" y="53"/>
                  </a:lnTo>
                  <a:lnTo>
                    <a:pt x="31" y="52"/>
                  </a:lnTo>
                  <a:lnTo>
                    <a:pt x="27" y="42"/>
                  </a:lnTo>
                  <a:lnTo>
                    <a:pt x="27" y="41"/>
                  </a:lnTo>
                  <a:lnTo>
                    <a:pt x="27" y="39"/>
                  </a:lnTo>
                  <a:lnTo>
                    <a:pt x="26" y="33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5" name="Freeform 1456">
              <a:extLst>
                <a:ext uri="{FF2B5EF4-FFF2-40B4-BE49-F238E27FC236}">
                  <a16:creationId xmlns:a16="http://schemas.microsoft.com/office/drawing/2014/main" id="{7866A643-F09B-4E82-8DF1-9E4418336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006"/>
              <a:ext cx="50" cy="99"/>
            </a:xfrm>
            <a:custGeom>
              <a:avLst/>
              <a:gdLst>
                <a:gd name="T0" fmla="*/ 30 w 50"/>
                <a:gd name="T1" fmla="*/ 4 h 99"/>
                <a:gd name="T2" fmla="*/ 31 w 50"/>
                <a:gd name="T3" fmla="*/ 10 h 99"/>
                <a:gd name="T4" fmla="*/ 30 w 50"/>
                <a:gd name="T5" fmla="*/ 16 h 99"/>
                <a:gd name="T6" fmla="*/ 25 w 50"/>
                <a:gd name="T7" fmla="*/ 10 h 99"/>
                <a:gd name="T8" fmla="*/ 21 w 50"/>
                <a:gd name="T9" fmla="*/ 8 h 99"/>
                <a:gd name="T10" fmla="*/ 18 w 50"/>
                <a:gd name="T11" fmla="*/ 16 h 99"/>
                <a:gd name="T12" fmla="*/ 18 w 50"/>
                <a:gd name="T13" fmla="*/ 26 h 99"/>
                <a:gd name="T14" fmla="*/ 18 w 50"/>
                <a:gd name="T15" fmla="*/ 31 h 99"/>
                <a:gd name="T16" fmla="*/ 24 w 50"/>
                <a:gd name="T17" fmla="*/ 26 h 99"/>
                <a:gd name="T18" fmla="*/ 30 w 50"/>
                <a:gd name="T19" fmla="*/ 27 h 99"/>
                <a:gd name="T20" fmla="*/ 38 w 50"/>
                <a:gd name="T21" fmla="*/ 31 h 99"/>
                <a:gd name="T22" fmla="*/ 46 w 50"/>
                <a:gd name="T23" fmla="*/ 33 h 99"/>
                <a:gd name="T24" fmla="*/ 42 w 50"/>
                <a:gd name="T25" fmla="*/ 45 h 99"/>
                <a:gd name="T26" fmla="*/ 37 w 50"/>
                <a:gd name="T27" fmla="*/ 51 h 99"/>
                <a:gd name="T28" fmla="*/ 44 w 50"/>
                <a:gd name="T29" fmla="*/ 55 h 99"/>
                <a:gd name="T30" fmla="*/ 45 w 50"/>
                <a:gd name="T31" fmla="*/ 62 h 99"/>
                <a:gd name="T32" fmla="*/ 44 w 50"/>
                <a:gd name="T33" fmla="*/ 71 h 99"/>
                <a:gd name="T34" fmla="*/ 48 w 50"/>
                <a:gd name="T35" fmla="*/ 80 h 99"/>
                <a:gd name="T36" fmla="*/ 50 w 50"/>
                <a:gd name="T37" fmla="*/ 84 h 99"/>
                <a:gd name="T38" fmla="*/ 46 w 50"/>
                <a:gd name="T39" fmla="*/ 88 h 99"/>
                <a:gd name="T40" fmla="*/ 43 w 50"/>
                <a:gd name="T41" fmla="*/ 97 h 99"/>
                <a:gd name="T42" fmla="*/ 36 w 50"/>
                <a:gd name="T43" fmla="*/ 94 h 99"/>
                <a:gd name="T44" fmla="*/ 32 w 50"/>
                <a:gd name="T45" fmla="*/ 90 h 99"/>
                <a:gd name="T46" fmla="*/ 28 w 50"/>
                <a:gd name="T47" fmla="*/ 85 h 99"/>
                <a:gd name="T48" fmla="*/ 30 w 50"/>
                <a:gd name="T49" fmla="*/ 80 h 99"/>
                <a:gd name="T50" fmla="*/ 30 w 50"/>
                <a:gd name="T51" fmla="*/ 71 h 99"/>
                <a:gd name="T52" fmla="*/ 31 w 50"/>
                <a:gd name="T53" fmla="*/ 65 h 99"/>
                <a:gd name="T54" fmla="*/ 26 w 50"/>
                <a:gd name="T55" fmla="*/ 61 h 99"/>
                <a:gd name="T56" fmla="*/ 21 w 50"/>
                <a:gd name="T57" fmla="*/ 56 h 99"/>
                <a:gd name="T58" fmla="*/ 24 w 50"/>
                <a:gd name="T59" fmla="*/ 55 h 99"/>
                <a:gd name="T60" fmla="*/ 30 w 50"/>
                <a:gd name="T61" fmla="*/ 52 h 99"/>
                <a:gd name="T62" fmla="*/ 34 w 50"/>
                <a:gd name="T63" fmla="*/ 46 h 99"/>
                <a:gd name="T64" fmla="*/ 33 w 50"/>
                <a:gd name="T65" fmla="*/ 44 h 99"/>
                <a:gd name="T66" fmla="*/ 30 w 50"/>
                <a:gd name="T67" fmla="*/ 44 h 99"/>
                <a:gd name="T68" fmla="*/ 21 w 50"/>
                <a:gd name="T69" fmla="*/ 39 h 99"/>
                <a:gd name="T70" fmla="*/ 19 w 50"/>
                <a:gd name="T71" fmla="*/ 45 h 99"/>
                <a:gd name="T72" fmla="*/ 19 w 50"/>
                <a:gd name="T73" fmla="*/ 51 h 99"/>
                <a:gd name="T74" fmla="*/ 19 w 50"/>
                <a:gd name="T75" fmla="*/ 61 h 99"/>
                <a:gd name="T76" fmla="*/ 19 w 50"/>
                <a:gd name="T77" fmla="*/ 67 h 99"/>
                <a:gd name="T78" fmla="*/ 21 w 50"/>
                <a:gd name="T79" fmla="*/ 77 h 99"/>
                <a:gd name="T80" fmla="*/ 23 w 50"/>
                <a:gd name="T81" fmla="*/ 80 h 99"/>
                <a:gd name="T82" fmla="*/ 23 w 50"/>
                <a:gd name="T83" fmla="*/ 86 h 99"/>
                <a:gd name="T84" fmla="*/ 18 w 50"/>
                <a:gd name="T85" fmla="*/ 91 h 99"/>
                <a:gd name="T86" fmla="*/ 19 w 50"/>
                <a:gd name="T87" fmla="*/ 96 h 99"/>
                <a:gd name="T88" fmla="*/ 12 w 50"/>
                <a:gd name="T89" fmla="*/ 97 h 99"/>
                <a:gd name="T90" fmla="*/ 6 w 50"/>
                <a:gd name="T91" fmla="*/ 92 h 99"/>
                <a:gd name="T92" fmla="*/ 1 w 50"/>
                <a:gd name="T93" fmla="*/ 89 h 99"/>
                <a:gd name="T94" fmla="*/ 4 w 50"/>
                <a:gd name="T95" fmla="*/ 84 h 99"/>
                <a:gd name="T96" fmla="*/ 5 w 50"/>
                <a:gd name="T97" fmla="*/ 77 h 99"/>
                <a:gd name="T98" fmla="*/ 5 w 50"/>
                <a:gd name="T99" fmla="*/ 70 h 99"/>
                <a:gd name="T100" fmla="*/ 5 w 50"/>
                <a:gd name="T101" fmla="*/ 65 h 99"/>
                <a:gd name="T102" fmla="*/ 5 w 50"/>
                <a:gd name="T103" fmla="*/ 60 h 99"/>
                <a:gd name="T104" fmla="*/ 5 w 50"/>
                <a:gd name="T105" fmla="*/ 51 h 99"/>
                <a:gd name="T106" fmla="*/ 5 w 50"/>
                <a:gd name="T107" fmla="*/ 43 h 99"/>
                <a:gd name="T108" fmla="*/ 6 w 50"/>
                <a:gd name="T109" fmla="*/ 36 h 99"/>
                <a:gd name="T110" fmla="*/ 5 w 50"/>
                <a:gd name="T111" fmla="*/ 25 h 99"/>
                <a:gd name="T112" fmla="*/ 3 w 50"/>
                <a:gd name="T113" fmla="*/ 12 h 99"/>
                <a:gd name="T114" fmla="*/ 1 w 50"/>
                <a:gd name="T115" fmla="*/ 4 h 99"/>
                <a:gd name="T116" fmla="*/ 8 w 50"/>
                <a:gd name="T117" fmla="*/ 6 h 99"/>
                <a:gd name="T118" fmla="*/ 11 w 50"/>
                <a:gd name="T119" fmla="*/ 7 h 99"/>
                <a:gd name="T120" fmla="*/ 18 w 50"/>
                <a:gd name="T121" fmla="*/ 1 h 9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0" h="99">
                  <a:moveTo>
                    <a:pt x="20" y="0"/>
                  </a:moveTo>
                  <a:lnTo>
                    <a:pt x="24" y="0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9" y="3"/>
                  </a:lnTo>
                  <a:lnTo>
                    <a:pt x="30" y="4"/>
                  </a:lnTo>
                  <a:lnTo>
                    <a:pt x="31" y="5"/>
                  </a:lnTo>
                  <a:lnTo>
                    <a:pt x="32" y="6"/>
                  </a:lnTo>
                  <a:lnTo>
                    <a:pt x="32" y="7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1" y="10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2" y="13"/>
                  </a:lnTo>
                  <a:lnTo>
                    <a:pt x="32" y="14"/>
                  </a:lnTo>
                  <a:lnTo>
                    <a:pt x="30" y="16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5" y="14"/>
                  </a:lnTo>
                  <a:lnTo>
                    <a:pt x="25" y="12"/>
                  </a:lnTo>
                  <a:lnTo>
                    <a:pt x="25" y="10"/>
                  </a:lnTo>
                  <a:lnTo>
                    <a:pt x="25" y="8"/>
                  </a:lnTo>
                  <a:lnTo>
                    <a:pt x="24" y="7"/>
                  </a:lnTo>
                  <a:lnTo>
                    <a:pt x="22" y="7"/>
                  </a:lnTo>
                  <a:lnTo>
                    <a:pt x="21" y="8"/>
                  </a:lnTo>
                  <a:lnTo>
                    <a:pt x="20" y="11"/>
                  </a:lnTo>
                  <a:lnTo>
                    <a:pt x="19" y="12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8" y="16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8" y="26"/>
                  </a:lnTo>
                  <a:lnTo>
                    <a:pt x="18" y="27"/>
                  </a:lnTo>
                  <a:lnTo>
                    <a:pt x="18" y="28"/>
                  </a:lnTo>
                  <a:lnTo>
                    <a:pt x="18" y="30"/>
                  </a:lnTo>
                  <a:lnTo>
                    <a:pt x="18" y="31"/>
                  </a:lnTo>
                  <a:lnTo>
                    <a:pt x="18" y="33"/>
                  </a:lnTo>
                  <a:lnTo>
                    <a:pt x="21" y="33"/>
                  </a:lnTo>
                  <a:lnTo>
                    <a:pt x="22" y="32"/>
                  </a:lnTo>
                  <a:lnTo>
                    <a:pt x="23" y="30"/>
                  </a:lnTo>
                  <a:lnTo>
                    <a:pt x="24" y="26"/>
                  </a:lnTo>
                  <a:lnTo>
                    <a:pt x="25" y="25"/>
                  </a:lnTo>
                  <a:lnTo>
                    <a:pt x="27" y="25"/>
                  </a:lnTo>
                  <a:lnTo>
                    <a:pt x="28" y="26"/>
                  </a:lnTo>
                  <a:lnTo>
                    <a:pt x="30" y="26"/>
                  </a:lnTo>
                  <a:lnTo>
                    <a:pt x="30" y="27"/>
                  </a:lnTo>
                  <a:lnTo>
                    <a:pt x="32" y="27"/>
                  </a:lnTo>
                  <a:lnTo>
                    <a:pt x="34" y="29"/>
                  </a:lnTo>
                  <a:lnTo>
                    <a:pt x="35" y="30"/>
                  </a:lnTo>
                  <a:lnTo>
                    <a:pt x="37" y="30"/>
                  </a:lnTo>
                  <a:lnTo>
                    <a:pt x="38" y="31"/>
                  </a:lnTo>
                  <a:lnTo>
                    <a:pt x="40" y="32"/>
                  </a:lnTo>
                  <a:lnTo>
                    <a:pt x="42" y="33"/>
                  </a:lnTo>
                  <a:lnTo>
                    <a:pt x="44" y="33"/>
                  </a:lnTo>
                  <a:lnTo>
                    <a:pt x="45" y="33"/>
                  </a:lnTo>
                  <a:lnTo>
                    <a:pt x="46" y="33"/>
                  </a:lnTo>
                  <a:lnTo>
                    <a:pt x="46" y="36"/>
                  </a:lnTo>
                  <a:lnTo>
                    <a:pt x="45" y="39"/>
                  </a:lnTo>
                  <a:lnTo>
                    <a:pt x="44" y="39"/>
                  </a:lnTo>
                  <a:lnTo>
                    <a:pt x="43" y="41"/>
                  </a:lnTo>
                  <a:lnTo>
                    <a:pt x="42" y="44"/>
                  </a:lnTo>
                  <a:lnTo>
                    <a:pt x="42" y="45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9" y="49"/>
                  </a:lnTo>
                  <a:lnTo>
                    <a:pt x="38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8" y="53"/>
                  </a:lnTo>
                  <a:lnTo>
                    <a:pt x="39" y="54"/>
                  </a:lnTo>
                  <a:lnTo>
                    <a:pt x="41" y="54"/>
                  </a:lnTo>
                  <a:lnTo>
                    <a:pt x="44" y="55"/>
                  </a:lnTo>
                  <a:lnTo>
                    <a:pt x="46" y="56"/>
                  </a:lnTo>
                  <a:lnTo>
                    <a:pt x="46" y="57"/>
                  </a:lnTo>
                  <a:lnTo>
                    <a:pt x="46" y="59"/>
                  </a:lnTo>
                  <a:lnTo>
                    <a:pt x="45" y="61"/>
                  </a:lnTo>
                  <a:lnTo>
                    <a:pt x="45" y="62"/>
                  </a:lnTo>
                  <a:lnTo>
                    <a:pt x="45" y="65"/>
                  </a:lnTo>
                  <a:lnTo>
                    <a:pt x="45" y="67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70"/>
                  </a:lnTo>
                  <a:lnTo>
                    <a:pt x="44" y="71"/>
                  </a:lnTo>
                  <a:lnTo>
                    <a:pt x="44" y="72"/>
                  </a:lnTo>
                  <a:lnTo>
                    <a:pt x="44" y="73"/>
                  </a:lnTo>
                  <a:lnTo>
                    <a:pt x="45" y="76"/>
                  </a:lnTo>
                  <a:lnTo>
                    <a:pt x="45" y="77"/>
                  </a:lnTo>
                  <a:lnTo>
                    <a:pt x="46" y="80"/>
                  </a:lnTo>
                  <a:lnTo>
                    <a:pt x="48" y="80"/>
                  </a:lnTo>
                  <a:lnTo>
                    <a:pt x="49" y="80"/>
                  </a:lnTo>
                  <a:lnTo>
                    <a:pt x="50" y="80"/>
                  </a:lnTo>
                  <a:lnTo>
                    <a:pt x="50" y="81"/>
                  </a:lnTo>
                  <a:lnTo>
                    <a:pt x="50" y="82"/>
                  </a:lnTo>
                  <a:lnTo>
                    <a:pt x="50" y="83"/>
                  </a:lnTo>
                  <a:lnTo>
                    <a:pt x="50" y="84"/>
                  </a:lnTo>
                  <a:lnTo>
                    <a:pt x="49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6" y="88"/>
                  </a:lnTo>
                  <a:lnTo>
                    <a:pt x="45" y="90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5" y="94"/>
                  </a:lnTo>
                  <a:lnTo>
                    <a:pt x="44" y="97"/>
                  </a:lnTo>
                  <a:lnTo>
                    <a:pt x="43" y="97"/>
                  </a:lnTo>
                  <a:lnTo>
                    <a:pt x="42" y="97"/>
                  </a:lnTo>
                  <a:lnTo>
                    <a:pt x="40" y="97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4"/>
                  </a:lnTo>
                  <a:lnTo>
                    <a:pt x="36" y="94"/>
                  </a:lnTo>
                  <a:lnTo>
                    <a:pt x="35" y="93"/>
                  </a:lnTo>
                  <a:lnTo>
                    <a:pt x="35" y="92"/>
                  </a:lnTo>
                  <a:lnTo>
                    <a:pt x="34" y="91"/>
                  </a:lnTo>
                  <a:lnTo>
                    <a:pt x="33" y="91"/>
                  </a:lnTo>
                  <a:lnTo>
                    <a:pt x="32" y="90"/>
                  </a:lnTo>
                  <a:lnTo>
                    <a:pt x="31" y="90"/>
                  </a:lnTo>
                  <a:lnTo>
                    <a:pt x="30" y="90"/>
                  </a:lnTo>
                  <a:lnTo>
                    <a:pt x="29" y="89"/>
                  </a:lnTo>
                  <a:lnTo>
                    <a:pt x="28" y="88"/>
                  </a:lnTo>
                  <a:lnTo>
                    <a:pt x="28" y="85"/>
                  </a:lnTo>
                  <a:lnTo>
                    <a:pt x="29" y="85"/>
                  </a:lnTo>
                  <a:lnTo>
                    <a:pt x="29" y="84"/>
                  </a:lnTo>
                  <a:lnTo>
                    <a:pt x="30" y="82"/>
                  </a:lnTo>
                  <a:lnTo>
                    <a:pt x="30" y="81"/>
                  </a:lnTo>
                  <a:lnTo>
                    <a:pt x="30" y="80"/>
                  </a:lnTo>
                  <a:lnTo>
                    <a:pt x="30" y="79"/>
                  </a:lnTo>
                  <a:lnTo>
                    <a:pt x="30" y="78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69"/>
                  </a:lnTo>
                  <a:lnTo>
                    <a:pt x="30" y="68"/>
                  </a:lnTo>
                  <a:lnTo>
                    <a:pt x="30" y="67"/>
                  </a:lnTo>
                  <a:lnTo>
                    <a:pt x="30" y="66"/>
                  </a:lnTo>
                  <a:lnTo>
                    <a:pt x="31" y="65"/>
                  </a:lnTo>
                  <a:lnTo>
                    <a:pt x="31" y="63"/>
                  </a:lnTo>
                  <a:lnTo>
                    <a:pt x="30" y="62"/>
                  </a:lnTo>
                  <a:lnTo>
                    <a:pt x="29" y="62"/>
                  </a:lnTo>
                  <a:lnTo>
                    <a:pt x="28" y="62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0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1" y="56"/>
                  </a:lnTo>
                  <a:lnTo>
                    <a:pt x="22" y="56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8" y="55"/>
                  </a:lnTo>
                  <a:lnTo>
                    <a:pt x="29" y="54"/>
                  </a:lnTo>
                  <a:lnTo>
                    <a:pt x="30" y="53"/>
                  </a:lnTo>
                  <a:lnTo>
                    <a:pt x="30" y="52"/>
                  </a:lnTo>
                  <a:lnTo>
                    <a:pt x="31" y="51"/>
                  </a:lnTo>
                  <a:lnTo>
                    <a:pt x="32" y="51"/>
                  </a:lnTo>
                  <a:lnTo>
                    <a:pt x="32" y="50"/>
                  </a:lnTo>
                  <a:lnTo>
                    <a:pt x="33" y="49"/>
                  </a:lnTo>
                  <a:lnTo>
                    <a:pt x="33" y="47"/>
                  </a:lnTo>
                  <a:lnTo>
                    <a:pt x="34" y="46"/>
                  </a:lnTo>
                  <a:lnTo>
                    <a:pt x="34" y="45"/>
                  </a:lnTo>
                  <a:lnTo>
                    <a:pt x="34" y="44"/>
                  </a:lnTo>
                  <a:lnTo>
                    <a:pt x="34" y="43"/>
                  </a:lnTo>
                  <a:lnTo>
                    <a:pt x="33" y="44"/>
                  </a:lnTo>
                  <a:lnTo>
                    <a:pt x="32" y="44"/>
                  </a:lnTo>
                  <a:lnTo>
                    <a:pt x="31" y="44"/>
                  </a:lnTo>
                  <a:lnTo>
                    <a:pt x="30" y="44"/>
                  </a:lnTo>
                  <a:lnTo>
                    <a:pt x="28" y="43"/>
                  </a:lnTo>
                  <a:lnTo>
                    <a:pt x="27" y="42"/>
                  </a:lnTo>
                  <a:lnTo>
                    <a:pt x="26" y="41"/>
                  </a:lnTo>
                  <a:lnTo>
                    <a:pt x="24" y="40"/>
                  </a:lnTo>
                  <a:lnTo>
                    <a:pt x="22" y="39"/>
                  </a:lnTo>
                  <a:lnTo>
                    <a:pt x="21" y="39"/>
                  </a:lnTo>
                  <a:lnTo>
                    <a:pt x="19" y="39"/>
                  </a:lnTo>
                  <a:lnTo>
                    <a:pt x="19" y="41"/>
                  </a:lnTo>
                  <a:lnTo>
                    <a:pt x="19" y="44"/>
                  </a:lnTo>
                  <a:lnTo>
                    <a:pt x="19" y="45"/>
                  </a:lnTo>
                  <a:lnTo>
                    <a:pt x="19" y="47"/>
                  </a:lnTo>
                  <a:lnTo>
                    <a:pt x="18" y="48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9" y="51"/>
                  </a:lnTo>
                  <a:lnTo>
                    <a:pt x="19" y="53"/>
                  </a:lnTo>
                  <a:lnTo>
                    <a:pt x="19" y="54"/>
                  </a:lnTo>
                  <a:lnTo>
                    <a:pt x="19" y="56"/>
                  </a:lnTo>
                  <a:lnTo>
                    <a:pt x="19" y="59"/>
                  </a:lnTo>
                  <a:lnTo>
                    <a:pt x="19" y="61"/>
                  </a:lnTo>
                  <a:lnTo>
                    <a:pt x="19" y="62"/>
                  </a:lnTo>
                  <a:lnTo>
                    <a:pt x="20" y="64"/>
                  </a:lnTo>
                  <a:lnTo>
                    <a:pt x="20" y="65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19" y="67"/>
                  </a:lnTo>
                  <a:lnTo>
                    <a:pt x="19" y="68"/>
                  </a:lnTo>
                  <a:lnTo>
                    <a:pt x="20" y="71"/>
                  </a:lnTo>
                  <a:lnTo>
                    <a:pt x="20" y="73"/>
                  </a:lnTo>
                  <a:lnTo>
                    <a:pt x="20" y="74"/>
                  </a:lnTo>
                  <a:lnTo>
                    <a:pt x="20" y="76"/>
                  </a:lnTo>
                  <a:lnTo>
                    <a:pt x="21" y="77"/>
                  </a:lnTo>
                  <a:lnTo>
                    <a:pt x="21" y="78"/>
                  </a:lnTo>
                  <a:lnTo>
                    <a:pt x="22" y="79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4" y="80"/>
                  </a:lnTo>
                  <a:lnTo>
                    <a:pt x="25" y="81"/>
                  </a:lnTo>
                  <a:lnTo>
                    <a:pt x="26" y="83"/>
                  </a:lnTo>
                  <a:lnTo>
                    <a:pt x="26" y="84"/>
                  </a:lnTo>
                  <a:lnTo>
                    <a:pt x="25" y="85"/>
                  </a:lnTo>
                  <a:lnTo>
                    <a:pt x="23" y="86"/>
                  </a:lnTo>
                  <a:lnTo>
                    <a:pt x="22" y="87"/>
                  </a:lnTo>
                  <a:lnTo>
                    <a:pt x="21" y="88"/>
                  </a:lnTo>
                  <a:lnTo>
                    <a:pt x="20" y="88"/>
                  </a:lnTo>
                  <a:lnTo>
                    <a:pt x="20" y="89"/>
                  </a:lnTo>
                  <a:lnTo>
                    <a:pt x="18" y="91"/>
                  </a:lnTo>
                  <a:lnTo>
                    <a:pt x="18" y="92"/>
                  </a:lnTo>
                  <a:lnTo>
                    <a:pt x="19" y="94"/>
                  </a:lnTo>
                  <a:lnTo>
                    <a:pt x="19" y="95"/>
                  </a:lnTo>
                  <a:lnTo>
                    <a:pt x="19" y="96"/>
                  </a:lnTo>
                  <a:lnTo>
                    <a:pt x="19" y="97"/>
                  </a:lnTo>
                  <a:lnTo>
                    <a:pt x="18" y="98"/>
                  </a:lnTo>
                  <a:lnTo>
                    <a:pt x="17" y="99"/>
                  </a:lnTo>
                  <a:lnTo>
                    <a:pt x="14" y="98"/>
                  </a:lnTo>
                  <a:lnTo>
                    <a:pt x="14" y="97"/>
                  </a:lnTo>
                  <a:lnTo>
                    <a:pt x="12" y="97"/>
                  </a:lnTo>
                  <a:lnTo>
                    <a:pt x="12" y="96"/>
                  </a:lnTo>
                  <a:lnTo>
                    <a:pt x="11" y="95"/>
                  </a:lnTo>
                  <a:lnTo>
                    <a:pt x="10" y="95"/>
                  </a:lnTo>
                  <a:lnTo>
                    <a:pt x="10" y="94"/>
                  </a:lnTo>
                  <a:lnTo>
                    <a:pt x="7" y="93"/>
                  </a:lnTo>
                  <a:lnTo>
                    <a:pt x="6" y="92"/>
                  </a:lnTo>
                  <a:lnTo>
                    <a:pt x="6" y="91"/>
                  </a:lnTo>
                  <a:lnTo>
                    <a:pt x="5" y="91"/>
                  </a:lnTo>
                  <a:lnTo>
                    <a:pt x="4" y="91"/>
                  </a:lnTo>
                  <a:lnTo>
                    <a:pt x="3" y="90"/>
                  </a:lnTo>
                  <a:lnTo>
                    <a:pt x="1" y="89"/>
                  </a:lnTo>
                  <a:lnTo>
                    <a:pt x="1" y="87"/>
                  </a:lnTo>
                  <a:lnTo>
                    <a:pt x="1" y="86"/>
                  </a:lnTo>
                  <a:lnTo>
                    <a:pt x="2" y="85"/>
                  </a:lnTo>
                  <a:lnTo>
                    <a:pt x="3" y="85"/>
                  </a:lnTo>
                  <a:lnTo>
                    <a:pt x="3" y="84"/>
                  </a:lnTo>
                  <a:lnTo>
                    <a:pt x="4" y="84"/>
                  </a:lnTo>
                  <a:lnTo>
                    <a:pt x="4" y="83"/>
                  </a:lnTo>
                  <a:lnTo>
                    <a:pt x="5" y="82"/>
                  </a:lnTo>
                  <a:lnTo>
                    <a:pt x="5" y="81"/>
                  </a:lnTo>
                  <a:lnTo>
                    <a:pt x="5" y="80"/>
                  </a:lnTo>
                  <a:lnTo>
                    <a:pt x="5" y="79"/>
                  </a:lnTo>
                  <a:lnTo>
                    <a:pt x="5" y="77"/>
                  </a:lnTo>
                  <a:lnTo>
                    <a:pt x="5" y="76"/>
                  </a:lnTo>
                  <a:lnTo>
                    <a:pt x="5" y="75"/>
                  </a:lnTo>
                  <a:lnTo>
                    <a:pt x="5" y="74"/>
                  </a:lnTo>
                  <a:lnTo>
                    <a:pt x="6" y="72"/>
                  </a:lnTo>
                  <a:lnTo>
                    <a:pt x="5" y="70"/>
                  </a:lnTo>
                  <a:lnTo>
                    <a:pt x="5" y="69"/>
                  </a:lnTo>
                  <a:lnTo>
                    <a:pt x="5" y="68"/>
                  </a:lnTo>
                  <a:lnTo>
                    <a:pt x="5" y="67"/>
                  </a:lnTo>
                  <a:lnTo>
                    <a:pt x="5" y="66"/>
                  </a:lnTo>
                  <a:lnTo>
                    <a:pt x="5" y="65"/>
                  </a:lnTo>
                  <a:lnTo>
                    <a:pt x="6" y="64"/>
                  </a:lnTo>
                  <a:lnTo>
                    <a:pt x="6" y="63"/>
                  </a:lnTo>
                  <a:lnTo>
                    <a:pt x="5" y="62"/>
                  </a:lnTo>
                  <a:lnTo>
                    <a:pt x="5" y="61"/>
                  </a:lnTo>
                  <a:lnTo>
                    <a:pt x="5" y="60"/>
                  </a:lnTo>
                  <a:lnTo>
                    <a:pt x="6" y="58"/>
                  </a:lnTo>
                  <a:lnTo>
                    <a:pt x="5" y="57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7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2" y="4"/>
                  </a:lnTo>
                  <a:lnTo>
                    <a:pt x="5" y="4"/>
                  </a:lnTo>
                  <a:lnTo>
                    <a:pt x="6" y="5"/>
                  </a:lnTo>
                  <a:lnTo>
                    <a:pt x="7" y="6"/>
                  </a:lnTo>
                  <a:lnTo>
                    <a:pt x="8" y="6"/>
                  </a:lnTo>
                  <a:lnTo>
                    <a:pt x="9" y="7"/>
                  </a:lnTo>
                  <a:lnTo>
                    <a:pt x="9" y="8"/>
                  </a:lnTo>
                  <a:lnTo>
                    <a:pt x="10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6" name="Freeform 1457">
              <a:extLst>
                <a:ext uri="{FF2B5EF4-FFF2-40B4-BE49-F238E27FC236}">
                  <a16:creationId xmlns:a16="http://schemas.microsoft.com/office/drawing/2014/main" id="{C42C5EC2-7C9B-4031-AEFA-E4670E9613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0" y="2035"/>
              <a:ext cx="46" cy="74"/>
            </a:xfrm>
            <a:custGeom>
              <a:avLst/>
              <a:gdLst>
                <a:gd name="T0" fmla="*/ 37 w 46"/>
                <a:gd name="T1" fmla="*/ 3 h 74"/>
                <a:gd name="T2" fmla="*/ 40 w 46"/>
                <a:gd name="T3" fmla="*/ 11 h 74"/>
                <a:gd name="T4" fmla="*/ 40 w 46"/>
                <a:gd name="T5" fmla="*/ 15 h 74"/>
                <a:gd name="T6" fmla="*/ 43 w 46"/>
                <a:gd name="T7" fmla="*/ 20 h 74"/>
                <a:gd name="T8" fmla="*/ 44 w 46"/>
                <a:gd name="T9" fmla="*/ 25 h 74"/>
                <a:gd name="T10" fmla="*/ 45 w 46"/>
                <a:gd name="T11" fmla="*/ 31 h 74"/>
                <a:gd name="T12" fmla="*/ 38 w 46"/>
                <a:gd name="T13" fmla="*/ 35 h 74"/>
                <a:gd name="T14" fmla="*/ 34 w 46"/>
                <a:gd name="T15" fmla="*/ 37 h 74"/>
                <a:gd name="T16" fmla="*/ 28 w 46"/>
                <a:gd name="T17" fmla="*/ 39 h 74"/>
                <a:gd name="T18" fmla="*/ 24 w 46"/>
                <a:gd name="T19" fmla="*/ 41 h 74"/>
                <a:gd name="T20" fmla="*/ 23 w 46"/>
                <a:gd name="T21" fmla="*/ 45 h 74"/>
                <a:gd name="T22" fmla="*/ 20 w 46"/>
                <a:gd name="T23" fmla="*/ 47 h 74"/>
                <a:gd name="T24" fmla="*/ 17 w 46"/>
                <a:gd name="T25" fmla="*/ 51 h 74"/>
                <a:gd name="T26" fmla="*/ 19 w 46"/>
                <a:gd name="T27" fmla="*/ 53 h 74"/>
                <a:gd name="T28" fmla="*/ 24 w 46"/>
                <a:gd name="T29" fmla="*/ 55 h 74"/>
                <a:gd name="T30" fmla="*/ 28 w 46"/>
                <a:gd name="T31" fmla="*/ 56 h 74"/>
                <a:gd name="T32" fmla="*/ 32 w 46"/>
                <a:gd name="T33" fmla="*/ 56 h 74"/>
                <a:gd name="T34" fmla="*/ 32 w 46"/>
                <a:gd name="T35" fmla="*/ 53 h 74"/>
                <a:gd name="T36" fmla="*/ 33 w 46"/>
                <a:gd name="T37" fmla="*/ 48 h 74"/>
                <a:gd name="T38" fmla="*/ 36 w 46"/>
                <a:gd name="T39" fmla="*/ 47 h 74"/>
                <a:gd name="T40" fmla="*/ 40 w 46"/>
                <a:gd name="T41" fmla="*/ 51 h 74"/>
                <a:gd name="T42" fmla="*/ 38 w 46"/>
                <a:gd name="T43" fmla="*/ 58 h 74"/>
                <a:gd name="T44" fmla="*/ 36 w 46"/>
                <a:gd name="T45" fmla="*/ 61 h 74"/>
                <a:gd name="T46" fmla="*/ 27 w 46"/>
                <a:gd name="T47" fmla="*/ 68 h 74"/>
                <a:gd name="T48" fmla="*/ 26 w 46"/>
                <a:gd name="T49" fmla="*/ 72 h 74"/>
                <a:gd name="T50" fmla="*/ 22 w 46"/>
                <a:gd name="T51" fmla="*/ 73 h 74"/>
                <a:gd name="T52" fmla="*/ 18 w 46"/>
                <a:gd name="T53" fmla="*/ 70 h 74"/>
                <a:gd name="T54" fmla="*/ 14 w 46"/>
                <a:gd name="T55" fmla="*/ 68 h 74"/>
                <a:gd name="T56" fmla="*/ 9 w 46"/>
                <a:gd name="T57" fmla="*/ 65 h 74"/>
                <a:gd name="T58" fmla="*/ 4 w 46"/>
                <a:gd name="T59" fmla="*/ 61 h 74"/>
                <a:gd name="T60" fmla="*/ 0 w 46"/>
                <a:gd name="T61" fmla="*/ 58 h 74"/>
                <a:gd name="T62" fmla="*/ 0 w 46"/>
                <a:gd name="T63" fmla="*/ 55 h 74"/>
                <a:gd name="T64" fmla="*/ 4 w 46"/>
                <a:gd name="T65" fmla="*/ 51 h 74"/>
                <a:gd name="T66" fmla="*/ 5 w 46"/>
                <a:gd name="T67" fmla="*/ 45 h 74"/>
                <a:gd name="T68" fmla="*/ 5 w 46"/>
                <a:gd name="T69" fmla="*/ 43 h 74"/>
                <a:gd name="T70" fmla="*/ 6 w 46"/>
                <a:gd name="T71" fmla="*/ 39 h 74"/>
                <a:gd name="T72" fmla="*/ 7 w 46"/>
                <a:gd name="T73" fmla="*/ 35 h 74"/>
                <a:gd name="T74" fmla="*/ 8 w 46"/>
                <a:gd name="T75" fmla="*/ 27 h 74"/>
                <a:gd name="T76" fmla="*/ 8 w 46"/>
                <a:gd name="T77" fmla="*/ 22 h 74"/>
                <a:gd name="T78" fmla="*/ 8 w 46"/>
                <a:gd name="T79" fmla="*/ 16 h 74"/>
                <a:gd name="T80" fmla="*/ 7 w 46"/>
                <a:gd name="T81" fmla="*/ 12 h 74"/>
                <a:gd name="T82" fmla="*/ 9 w 46"/>
                <a:gd name="T83" fmla="*/ 9 h 74"/>
                <a:gd name="T84" fmla="*/ 15 w 46"/>
                <a:gd name="T85" fmla="*/ 9 h 74"/>
                <a:gd name="T86" fmla="*/ 22 w 46"/>
                <a:gd name="T87" fmla="*/ 7 h 74"/>
                <a:gd name="T88" fmla="*/ 26 w 46"/>
                <a:gd name="T89" fmla="*/ 6 h 74"/>
                <a:gd name="T90" fmla="*/ 32 w 46"/>
                <a:gd name="T91" fmla="*/ 2 h 74"/>
                <a:gd name="T92" fmla="*/ 24 w 46"/>
                <a:gd name="T93" fmla="*/ 12 h 74"/>
                <a:gd name="T94" fmla="*/ 24 w 46"/>
                <a:gd name="T95" fmla="*/ 16 h 74"/>
                <a:gd name="T96" fmla="*/ 24 w 46"/>
                <a:gd name="T97" fmla="*/ 22 h 74"/>
                <a:gd name="T98" fmla="*/ 23 w 46"/>
                <a:gd name="T99" fmla="*/ 26 h 74"/>
                <a:gd name="T100" fmla="*/ 22 w 46"/>
                <a:gd name="T101" fmla="*/ 30 h 74"/>
                <a:gd name="T102" fmla="*/ 22 w 46"/>
                <a:gd name="T103" fmla="*/ 33 h 74"/>
                <a:gd name="T104" fmla="*/ 22 w 46"/>
                <a:gd name="T105" fmla="*/ 36 h 74"/>
                <a:gd name="T106" fmla="*/ 27 w 46"/>
                <a:gd name="T107" fmla="*/ 33 h 74"/>
                <a:gd name="T108" fmla="*/ 29 w 46"/>
                <a:gd name="T109" fmla="*/ 30 h 74"/>
                <a:gd name="T110" fmla="*/ 28 w 46"/>
                <a:gd name="T111" fmla="*/ 27 h 74"/>
                <a:gd name="T112" fmla="*/ 26 w 46"/>
                <a:gd name="T113" fmla="*/ 16 h 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6" h="74">
                  <a:moveTo>
                    <a:pt x="34" y="0"/>
                  </a:moveTo>
                  <a:lnTo>
                    <a:pt x="36" y="0"/>
                  </a:lnTo>
                  <a:lnTo>
                    <a:pt x="36" y="2"/>
                  </a:lnTo>
                  <a:lnTo>
                    <a:pt x="37" y="3"/>
                  </a:lnTo>
                  <a:lnTo>
                    <a:pt x="38" y="5"/>
                  </a:lnTo>
                  <a:lnTo>
                    <a:pt x="39" y="8"/>
                  </a:lnTo>
                  <a:lnTo>
                    <a:pt x="40" y="10"/>
                  </a:lnTo>
                  <a:lnTo>
                    <a:pt x="40" y="11"/>
                  </a:lnTo>
                  <a:lnTo>
                    <a:pt x="40" y="12"/>
                  </a:lnTo>
                  <a:lnTo>
                    <a:pt x="40" y="13"/>
                  </a:lnTo>
                  <a:lnTo>
                    <a:pt x="40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1" y="18"/>
                  </a:lnTo>
                  <a:lnTo>
                    <a:pt x="43" y="20"/>
                  </a:lnTo>
                  <a:lnTo>
                    <a:pt x="43" y="21"/>
                  </a:lnTo>
                  <a:lnTo>
                    <a:pt x="43" y="22"/>
                  </a:lnTo>
                  <a:lnTo>
                    <a:pt x="43" y="23"/>
                  </a:lnTo>
                  <a:lnTo>
                    <a:pt x="44" y="25"/>
                  </a:lnTo>
                  <a:lnTo>
                    <a:pt x="44" y="27"/>
                  </a:lnTo>
                  <a:lnTo>
                    <a:pt x="45" y="28"/>
                  </a:lnTo>
                  <a:lnTo>
                    <a:pt x="46" y="30"/>
                  </a:lnTo>
                  <a:lnTo>
                    <a:pt x="45" y="31"/>
                  </a:lnTo>
                  <a:lnTo>
                    <a:pt x="44" y="32"/>
                  </a:lnTo>
                  <a:lnTo>
                    <a:pt x="44" y="33"/>
                  </a:lnTo>
                  <a:lnTo>
                    <a:pt x="40" y="34"/>
                  </a:lnTo>
                  <a:lnTo>
                    <a:pt x="38" y="35"/>
                  </a:lnTo>
                  <a:lnTo>
                    <a:pt x="36" y="36"/>
                  </a:lnTo>
                  <a:lnTo>
                    <a:pt x="35" y="37"/>
                  </a:lnTo>
                  <a:lnTo>
                    <a:pt x="34" y="37"/>
                  </a:lnTo>
                  <a:lnTo>
                    <a:pt x="32" y="38"/>
                  </a:lnTo>
                  <a:lnTo>
                    <a:pt x="31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39"/>
                  </a:lnTo>
                  <a:lnTo>
                    <a:pt x="24" y="41"/>
                  </a:lnTo>
                  <a:lnTo>
                    <a:pt x="24" y="42"/>
                  </a:lnTo>
                  <a:lnTo>
                    <a:pt x="23" y="43"/>
                  </a:lnTo>
                  <a:lnTo>
                    <a:pt x="23" y="44"/>
                  </a:lnTo>
                  <a:lnTo>
                    <a:pt x="23" y="45"/>
                  </a:lnTo>
                  <a:lnTo>
                    <a:pt x="22" y="45"/>
                  </a:lnTo>
                  <a:lnTo>
                    <a:pt x="20" y="45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9" y="48"/>
                  </a:lnTo>
                  <a:lnTo>
                    <a:pt x="18" y="49"/>
                  </a:lnTo>
                  <a:lnTo>
                    <a:pt x="17" y="50"/>
                  </a:lnTo>
                  <a:lnTo>
                    <a:pt x="17" y="51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9" y="53"/>
                  </a:lnTo>
                  <a:lnTo>
                    <a:pt x="20" y="53"/>
                  </a:lnTo>
                  <a:lnTo>
                    <a:pt x="21" y="54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6"/>
                  </a:lnTo>
                  <a:lnTo>
                    <a:pt x="26" y="56"/>
                  </a:lnTo>
                  <a:lnTo>
                    <a:pt x="28" y="56"/>
                  </a:lnTo>
                  <a:lnTo>
                    <a:pt x="30" y="56"/>
                  </a:lnTo>
                  <a:lnTo>
                    <a:pt x="32" y="56"/>
                  </a:lnTo>
                  <a:lnTo>
                    <a:pt x="33" y="55"/>
                  </a:lnTo>
                  <a:lnTo>
                    <a:pt x="33" y="54"/>
                  </a:lnTo>
                  <a:lnTo>
                    <a:pt x="32" y="53"/>
                  </a:lnTo>
                  <a:lnTo>
                    <a:pt x="32" y="52"/>
                  </a:lnTo>
                  <a:lnTo>
                    <a:pt x="32" y="51"/>
                  </a:lnTo>
                  <a:lnTo>
                    <a:pt x="32" y="49"/>
                  </a:lnTo>
                  <a:lnTo>
                    <a:pt x="33" y="48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7"/>
                  </a:lnTo>
                  <a:lnTo>
                    <a:pt x="38" y="48"/>
                  </a:lnTo>
                  <a:lnTo>
                    <a:pt x="39" y="48"/>
                  </a:lnTo>
                  <a:lnTo>
                    <a:pt x="40" y="50"/>
                  </a:lnTo>
                  <a:lnTo>
                    <a:pt x="40" y="51"/>
                  </a:lnTo>
                  <a:lnTo>
                    <a:pt x="40" y="54"/>
                  </a:lnTo>
                  <a:lnTo>
                    <a:pt x="39" y="55"/>
                  </a:lnTo>
                  <a:lnTo>
                    <a:pt x="39" y="56"/>
                  </a:lnTo>
                  <a:lnTo>
                    <a:pt x="38" y="58"/>
                  </a:lnTo>
                  <a:lnTo>
                    <a:pt x="37" y="59"/>
                  </a:lnTo>
                  <a:lnTo>
                    <a:pt x="36" y="60"/>
                  </a:lnTo>
                  <a:lnTo>
                    <a:pt x="36" y="61"/>
                  </a:lnTo>
                  <a:lnTo>
                    <a:pt x="35" y="62"/>
                  </a:lnTo>
                  <a:lnTo>
                    <a:pt x="34" y="62"/>
                  </a:lnTo>
                  <a:lnTo>
                    <a:pt x="28" y="67"/>
                  </a:lnTo>
                  <a:lnTo>
                    <a:pt x="27" y="68"/>
                  </a:lnTo>
                  <a:lnTo>
                    <a:pt x="26" y="69"/>
                  </a:lnTo>
                  <a:lnTo>
                    <a:pt x="27" y="70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3"/>
                  </a:lnTo>
                  <a:lnTo>
                    <a:pt x="24" y="73"/>
                  </a:lnTo>
                  <a:lnTo>
                    <a:pt x="23" y="74"/>
                  </a:lnTo>
                  <a:lnTo>
                    <a:pt x="22" y="73"/>
                  </a:lnTo>
                  <a:lnTo>
                    <a:pt x="20" y="72"/>
                  </a:lnTo>
                  <a:lnTo>
                    <a:pt x="18" y="71"/>
                  </a:lnTo>
                  <a:lnTo>
                    <a:pt x="18" y="70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4" y="68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7" y="62"/>
                  </a:lnTo>
                  <a:lnTo>
                    <a:pt x="5" y="62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1" y="60"/>
                  </a:lnTo>
                  <a:lnTo>
                    <a:pt x="0" y="59"/>
                  </a:lnTo>
                  <a:lnTo>
                    <a:pt x="0" y="58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2" y="54"/>
                  </a:lnTo>
                  <a:lnTo>
                    <a:pt x="4" y="53"/>
                  </a:lnTo>
                  <a:lnTo>
                    <a:pt x="4" y="51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4" y="44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5" y="39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6" y="35"/>
                  </a:lnTo>
                  <a:lnTo>
                    <a:pt x="7" y="35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8" y="28"/>
                  </a:lnTo>
                  <a:lnTo>
                    <a:pt x="8" y="27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2" y="9"/>
                  </a:lnTo>
                  <a:lnTo>
                    <a:pt x="14" y="9"/>
                  </a:lnTo>
                  <a:lnTo>
                    <a:pt x="15" y="9"/>
                  </a:lnTo>
                  <a:lnTo>
                    <a:pt x="20" y="8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6" y="6"/>
                  </a:lnTo>
                  <a:lnTo>
                    <a:pt x="28" y="5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2" y="1"/>
                  </a:lnTo>
                  <a:lnTo>
                    <a:pt x="33" y="0"/>
                  </a:lnTo>
                  <a:lnTo>
                    <a:pt x="34" y="0"/>
                  </a:lnTo>
                  <a:close/>
                  <a:moveTo>
                    <a:pt x="24" y="12"/>
                  </a:moveTo>
                  <a:lnTo>
                    <a:pt x="24" y="13"/>
                  </a:lnTo>
                  <a:lnTo>
                    <a:pt x="23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9"/>
                  </a:lnTo>
                  <a:lnTo>
                    <a:pt x="24" y="22"/>
                  </a:lnTo>
                  <a:lnTo>
                    <a:pt x="24" y="23"/>
                  </a:lnTo>
                  <a:lnTo>
                    <a:pt x="24" y="25"/>
                  </a:lnTo>
                  <a:lnTo>
                    <a:pt x="23" y="26"/>
                  </a:lnTo>
                  <a:lnTo>
                    <a:pt x="23" y="27"/>
                  </a:lnTo>
                  <a:lnTo>
                    <a:pt x="23" y="28"/>
                  </a:lnTo>
                  <a:lnTo>
                    <a:pt x="22" y="30"/>
                  </a:lnTo>
                  <a:lnTo>
                    <a:pt x="22" y="31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2" y="34"/>
                  </a:lnTo>
                  <a:lnTo>
                    <a:pt x="21" y="35"/>
                  </a:lnTo>
                  <a:lnTo>
                    <a:pt x="22" y="36"/>
                  </a:lnTo>
                  <a:lnTo>
                    <a:pt x="24" y="34"/>
                  </a:lnTo>
                  <a:lnTo>
                    <a:pt x="25" y="33"/>
                  </a:lnTo>
                  <a:lnTo>
                    <a:pt x="26" y="33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9" y="31"/>
                  </a:lnTo>
                  <a:lnTo>
                    <a:pt x="29" y="30"/>
                  </a:lnTo>
                  <a:lnTo>
                    <a:pt x="29" y="29"/>
                  </a:lnTo>
                  <a:lnTo>
                    <a:pt x="29" y="28"/>
                  </a:lnTo>
                  <a:lnTo>
                    <a:pt x="28" y="27"/>
                  </a:lnTo>
                  <a:lnTo>
                    <a:pt x="28" y="24"/>
                  </a:lnTo>
                  <a:lnTo>
                    <a:pt x="27" y="19"/>
                  </a:lnTo>
                  <a:lnTo>
                    <a:pt x="26" y="16"/>
                  </a:lnTo>
                  <a:lnTo>
                    <a:pt x="25" y="16"/>
                  </a:lnTo>
                  <a:lnTo>
                    <a:pt x="24" y="12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7" name="Freeform 1458">
              <a:extLst>
                <a:ext uri="{FF2B5EF4-FFF2-40B4-BE49-F238E27FC236}">
                  <a16:creationId xmlns:a16="http://schemas.microsoft.com/office/drawing/2014/main" id="{F1B7FF39-D88E-41CB-AC25-2DD2493FA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048"/>
              <a:ext cx="99" cy="94"/>
            </a:xfrm>
            <a:custGeom>
              <a:avLst/>
              <a:gdLst>
                <a:gd name="T0" fmla="*/ 99 w 99"/>
                <a:gd name="T1" fmla="*/ 19 h 94"/>
                <a:gd name="T2" fmla="*/ 87 w 99"/>
                <a:gd name="T3" fmla="*/ 29 h 94"/>
                <a:gd name="T4" fmla="*/ 83 w 99"/>
                <a:gd name="T5" fmla="*/ 38 h 94"/>
                <a:gd name="T6" fmla="*/ 75 w 99"/>
                <a:gd name="T7" fmla="*/ 36 h 94"/>
                <a:gd name="T8" fmla="*/ 76 w 99"/>
                <a:gd name="T9" fmla="*/ 21 h 94"/>
                <a:gd name="T10" fmla="*/ 74 w 99"/>
                <a:gd name="T11" fmla="*/ 14 h 94"/>
                <a:gd name="T12" fmla="*/ 68 w 99"/>
                <a:gd name="T13" fmla="*/ 9 h 94"/>
                <a:gd name="T14" fmla="*/ 59 w 99"/>
                <a:gd name="T15" fmla="*/ 9 h 94"/>
                <a:gd name="T16" fmla="*/ 52 w 99"/>
                <a:gd name="T17" fmla="*/ 18 h 94"/>
                <a:gd name="T18" fmla="*/ 52 w 99"/>
                <a:gd name="T19" fmla="*/ 25 h 94"/>
                <a:gd name="T20" fmla="*/ 56 w 99"/>
                <a:gd name="T21" fmla="*/ 32 h 94"/>
                <a:gd name="T22" fmla="*/ 65 w 99"/>
                <a:gd name="T23" fmla="*/ 35 h 94"/>
                <a:gd name="T24" fmla="*/ 71 w 99"/>
                <a:gd name="T25" fmla="*/ 40 h 94"/>
                <a:gd name="T26" fmla="*/ 76 w 99"/>
                <a:gd name="T27" fmla="*/ 50 h 94"/>
                <a:gd name="T28" fmla="*/ 78 w 99"/>
                <a:gd name="T29" fmla="*/ 55 h 94"/>
                <a:gd name="T30" fmla="*/ 77 w 99"/>
                <a:gd name="T31" fmla="*/ 64 h 94"/>
                <a:gd name="T32" fmla="*/ 72 w 99"/>
                <a:gd name="T33" fmla="*/ 75 h 94"/>
                <a:gd name="T34" fmla="*/ 67 w 99"/>
                <a:gd name="T35" fmla="*/ 83 h 94"/>
                <a:gd name="T36" fmla="*/ 61 w 99"/>
                <a:gd name="T37" fmla="*/ 86 h 94"/>
                <a:gd name="T38" fmla="*/ 51 w 99"/>
                <a:gd name="T39" fmla="*/ 89 h 94"/>
                <a:gd name="T40" fmla="*/ 44 w 99"/>
                <a:gd name="T41" fmla="*/ 89 h 94"/>
                <a:gd name="T42" fmla="*/ 37 w 99"/>
                <a:gd name="T43" fmla="*/ 86 h 94"/>
                <a:gd name="T44" fmla="*/ 25 w 99"/>
                <a:gd name="T45" fmla="*/ 79 h 94"/>
                <a:gd name="T46" fmla="*/ 20 w 99"/>
                <a:gd name="T47" fmla="*/ 76 h 94"/>
                <a:gd name="T48" fmla="*/ 15 w 99"/>
                <a:gd name="T49" fmla="*/ 74 h 94"/>
                <a:gd name="T50" fmla="*/ 8 w 99"/>
                <a:gd name="T51" fmla="*/ 78 h 94"/>
                <a:gd name="T52" fmla="*/ 12 w 99"/>
                <a:gd name="T53" fmla="*/ 84 h 94"/>
                <a:gd name="T54" fmla="*/ 19 w 99"/>
                <a:gd name="T55" fmla="*/ 86 h 94"/>
                <a:gd name="T56" fmla="*/ 9 w 99"/>
                <a:gd name="T57" fmla="*/ 93 h 94"/>
                <a:gd name="T58" fmla="*/ 2 w 99"/>
                <a:gd name="T59" fmla="*/ 90 h 94"/>
                <a:gd name="T60" fmla="*/ 0 w 99"/>
                <a:gd name="T61" fmla="*/ 78 h 94"/>
                <a:gd name="T62" fmla="*/ 3 w 99"/>
                <a:gd name="T63" fmla="*/ 73 h 94"/>
                <a:gd name="T64" fmla="*/ 8 w 99"/>
                <a:gd name="T65" fmla="*/ 67 h 94"/>
                <a:gd name="T66" fmla="*/ 19 w 99"/>
                <a:gd name="T67" fmla="*/ 58 h 94"/>
                <a:gd name="T68" fmla="*/ 24 w 99"/>
                <a:gd name="T69" fmla="*/ 50 h 94"/>
                <a:gd name="T70" fmla="*/ 25 w 99"/>
                <a:gd name="T71" fmla="*/ 42 h 94"/>
                <a:gd name="T72" fmla="*/ 32 w 99"/>
                <a:gd name="T73" fmla="*/ 45 h 94"/>
                <a:gd name="T74" fmla="*/ 32 w 99"/>
                <a:gd name="T75" fmla="*/ 53 h 94"/>
                <a:gd name="T76" fmla="*/ 29 w 99"/>
                <a:gd name="T77" fmla="*/ 60 h 94"/>
                <a:gd name="T78" fmla="*/ 30 w 99"/>
                <a:gd name="T79" fmla="*/ 71 h 94"/>
                <a:gd name="T80" fmla="*/ 36 w 99"/>
                <a:gd name="T81" fmla="*/ 77 h 94"/>
                <a:gd name="T82" fmla="*/ 44 w 99"/>
                <a:gd name="T83" fmla="*/ 80 h 94"/>
                <a:gd name="T84" fmla="*/ 48 w 99"/>
                <a:gd name="T85" fmla="*/ 79 h 94"/>
                <a:gd name="T86" fmla="*/ 55 w 99"/>
                <a:gd name="T87" fmla="*/ 73 h 94"/>
                <a:gd name="T88" fmla="*/ 58 w 99"/>
                <a:gd name="T89" fmla="*/ 66 h 94"/>
                <a:gd name="T90" fmla="*/ 57 w 99"/>
                <a:gd name="T91" fmla="*/ 58 h 94"/>
                <a:gd name="T92" fmla="*/ 51 w 99"/>
                <a:gd name="T93" fmla="*/ 50 h 94"/>
                <a:gd name="T94" fmla="*/ 44 w 99"/>
                <a:gd name="T95" fmla="*/ 50 h 94"/>
                <a:gd name="T96" fmla="*/ 40 w 99"/>
                <a:gd name="T97" fmla="*/ 46 h 94"/>
                <a:gd name="T98" fmla="*/ 35 w 99"/>
                <a:gd name="T99" fmla="*/ 37 h 94"/>
                <a:gd name="T100" fmla="*/ 34 w 99"/>
                <a:gd name="T101" fmla="*/ 29 h 94"/>
                <a:gd name="T102" fmla="*/ 33 w 99"/>
                <a:gd name="T103" fmla="*/ 25 h 94"/>
                <a:gd name="T104" fmla="*/ 35 w 99"/>
                <a:gd name="T105" fmla="*/ 17 h 94"/>
                <a:gd name="T106" fmla="*/ 38 w 99"/>
                <a:gd name="T107" fmla="*/ 13 h 94"/>
                <a:gd name="T108" fmla="*/ 45 w 99"/>
                <a:gd name="T109" fmla="*/ 5 h 94"/>
                <a:gd name="T110" fmla="*/ 57 w 99"/>
                <a:gd name="T111" fmla="*/ 1 h 94"/>
                <a:gd name="T112" fmla="*/ 65 w 99"/>
                <a:gd name="T113" fmla="*/ 1 h 94"/>
                <a:gd name="T114" fmla="*/ 72 w 99"/>
                <a:gd name="T115" fmla="*/ 3 h 94"/>
                <a:gd name="T116" fmla="*/ 81 w 99"/>
                <a:gd name="T117" fmla="*/ 9 h 94"/>
                <a:gd name="T118" fmla="*/ 91 w 99"/>
                <a:gd name="T119" fmla="*/ 14 h 9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9" h="94">
                  <a:moveTo>
                    <a:pt x="96" y="13"/>
                  </a:moveTo>
                  <a:lnTo>
                    <a:pt x="96" y="14"/>
                  </a:lnTo>
                  <a:lnTo>
                    <a:pt x="98" y="14"/>
                  </a:lnTo>
                  <a:lnTo>
                    <a:pt x="99" y="14"/>
                  </a:lnTo>
                  <a:lnTo>
                    <a:pt x="99" y="16"/>
                  </a:lnTo>
                  <a:lnTo>
                    <a:pt x="99" y="17"/>
                  </a:lnTo>
                  <a:lnTo>
                    <a:pt x="99" y="19"/>
                  </a:lnTo>
                  <a:lnTo>
                    <a:pt x="98" y="20"/>
                  </a:lnTo>
                  <a:lnTo>
                    <a:pt x="96" y="22"/>
                  </a:lnTo>
                  <a:lnTo>
                    <a:pt x="95" y="23"/>
                  </a:lnTo>
                  <a:lnTo>
                    <a:pt x="89" y="26"/>
                  </a:lnTo>
                  <a:lnTo>
                    <a:pt x="88" y="26"/>
                  </a:lnTo>
                  <a:lnTo>
                    <a:pt x="87" y="29"/>
                  </a:lnTo>
                  <a:lnTo>
                    <a:pt x="85" y="30"/>
                  </a:lnTo>
                  <a:lnTo>
                    <a:pt x="84" y="31"/>
                  </a:lnTo>
                  <a:lnTo>
                    <a:pt x="84" y="32"/>
                  </a:lnTo>
                  <a:lnTo>
                    <a:pt x="84" y="34"/>
                  </a:lnTo>
                  <a:lnTo>
                    <a:pt x="83" y="36"/>
                  </a:lnTo>
                  <a:lnTo>
                    <a:pt x="83" y="37"/>
                  </a:lnTo>
                  <a:lnTo>
                    <a:pt x="83" y="38"/>
                  </a:lnTo>
                  <a:lnTo>
                    <a:pt x="81" y="38"/>
                  </a:lnTo>
                  <a:lnTo>
                    <a:pt x="81" y="39"/>
                  </a:lnTo>
                  <a:lnTo>
                    <a:pt x="80" y="39"/>
                  </a:lnTo>
                  <a:lnTo>
                    <a:pt x="79" y="39"/>
                  </a:lnTo>
                  <a:lnTo>
                    <a:pt x="77" y="38"/>
                  </a:lnTo>
                  <a:lnTo>
                    <a:pt x="76" y="38"/>
                  </a:lnTo>
                  <a:lnTo>
                    <a:pt x="75" y="36"/>
                  </a:lnTo>
                  <a:lnTo>
                    <a:pt x="75" y="33"/>
                  </a:lnTo>
                  <a:lnTo>
                    <a:pt x="76" y="32"/>
                  </a:lnTo>
                  <a:lnTo>
                    <a:pt x="76" y="30"/>
                  </a:lnTo>
                  <a:lnTo>
                    <a:pt x="77" y="28"/>
                  </a:lnTo>
                  <a:lnTo>
                    <a:pt x="77" y="24"/>
                  </a:lnTo>
                  <a:lnTo>
                    <a:pt x="76" y="22"/>
                  </a:lnTo>
                  <a:lnTo>
                    <a:pt x="76" y="21"/>
                  </a:lnTo>
                  <a:lnTo>
                    <a:pt x="78" y="20"/>
                  </a:lnTo>
                  <a:lnTo>
                    <a:pt x="77" y="19"/>
                  </a:lnTo>
                  <a:lnTo>
                    <a:pt x="76" y="17"/>
                  </a:lnTo>
                  <a:lnTo>
                    <a:pt x="76" y="16"/>
                  </a:lnTo>
                  <a:lnTo>
                    <a:pt x="74" y="14"/>
                  </a:lnTo>
                  <a:lnTo>
                    <a:pt x="74" y="13"/>
                  </a:lnTo>
                  <a:lnTo>
                    <a:pt x="73" y="13"/>
                  </a:lnTo>
                  <a:lnTo>
                    <a:pt x="72" y="12"/>
                  </a:lnTo>
                  <a:lnTo>
                    <a:pt x="72" y="11"/>
                  </a:lnTo>
                  <a:lnTo>
                    <a:pt x="71" y="10"/>
                  </a:lnTo>
                  <a:lnTo>
                    <a:pt x="69" y="9"/>
                  </a:lnTo>
                  <a:lnTo>
                    <a:pt x="68" y="9"/>
                  </a:lnTo>
                  <a:lnTo>
                    <a:pt x="66" y="9"/>
                  </a:lnTo>
                  <a:lnTo>
                    <a:pt x="65" y="9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1" y="9"/>
                  </a:lnTo>
                  <a:lnTo>
                    <a:pt x="60" y="9"/>
                  </a:lnTo>
                  <a:lnTo>
                    <a:pt x="59" y="9"/>
                  </a:lnTo>
                  <a:lnTo>
                    <a:pt x="57" y="11"/>
                  </a:lnTo>
                  <a:lnTo>
                    <a:pt x="55" y="12"/>
                  </a:lnTo>
                  <a:lnTo>
                    <a:pt x="54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2" y="18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2" y="22"/>
                  </a:lnTo>
                  <a:lnTo>
                    <a:pt x="52" y="23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2" y="26"/>
                  </a:lnTo>
                  <a:lnTo>
                    <a:pt x="52" y="27"/>
                  </a:lnTo>
                  <a:lnTo>
                    <a:pt x="52" y="28"/>
                  </a:lnTo>
                  <a:lnTo>
                    <a:pt x="52" y="29"/>
                  </a:lnTo>
                  <a:lnTo>
                    <a:pt x="53" y="30"/>
                  </a:lnTo>
                  <a:lnTo>
                    <a:pt x="55" y="29"/>
                  </a:lnTo>
                  <a:lnTo>
                    <a:pt x="56" y="32"/>
                  </a:lnTo>
                  <a:lnTo>
                    <a:pt x="57" y="32"/>
                  </a:lnTo>
                  <a:lnTo>
                    <a:pt x="58" y="33"/>
                  </a:lnTo>
                  <a:lnTo>
                    <a:pt x="60" y="32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4" y="33"/>
                  </a:lnTo>
                  <a:lnTo>
                    <a:pt x="65" y="35"/>
                  </a:lnTo>
                  <a:lnTo>
                    <a:pt x="66" y="35"/>
                  </a:lnTo>
                  <a:lnTo>
                    <a:pt x="67" y="35"/>
                  </a:lnTo>
                  <a:lnTo>
                    <a:pt x="69" y="38"/>
                  </a:lnTo>
                  <a:lnTo>
                    <a:pt x="70" y="39"/>
                  </a:lnTo>
                  <a:lnTo>
                    <a:pt x="71" y="39"/>
                  </a:lnTo>
                  <a:lnTo>
                    <a:pt x="71" y="40"/>
                  </a:lnTo>
                  <a:lnTo>
                    <a:pt x="72" y="43"/>
                  </a:lnTo>
                  <a:lnTo>
                    <a:pt x="73" y="44"/>
                  </a:lnTo>
                  <a:lnTo>
                    <a:pt x="74" y="45"/>
                  </a:lnTo>
                  <a:lnTo>
                    <a:pt x="75" y="46"/>
                  </a:lnTo>
                  <a:lnTo>
                    <a:pt x="76" y="49"/>
                  </a:lnTo>
                  <a:lnTo>
                    <a:pt x="76" y="50"/>
                  </a:lnTo>
                  <a:lnTo>
                    <a:pt x="76" y="51"/>
                  </a:lnTo>
                  <a:lnTo>
                    <a:pt x="76" y="52"/>
                  </a:lnTo>
                  <a:lnTo>
                    <a:pt x="76" y="53"/>
                  </a:lnTo>
                  <a:lnTo>
                    <a:pt x="77" y="53"/>
                  </a:lnTo>
                  <a:lnTo>
                    <a:pt x="78" y="55"/>
                  </a:lnTo>
                  <a:lnTo>
                    <a:pt x="77" y="56"/>
                  </a:lnTo>
                  <a:lnTo>
                    <a:pt x="77" y="57"/>
                  </a:lnTo>
                  <a:lnTo>
                    <a:pt x="78" y="58"/>
                  </a:lnTo>
                  <a:lnTo>
                    <a:pt x="77" y="59"/>
                  </a:lnTo>
                  <a:lnTo>
                    <a:pt x="78" y="61"/>
                  </a:lnTo>
                  <a:lnTo>
                    <a:pt x="78" y="62"/>
                  </a:lnTo>
                  <a:lnTo>
                    <a:pt x="77" y="64"/>
                  </a:lnTo>
                  <a:lnTo>
                    <a:pt x="77" y="66"/>
                  </a:lnTo>
                  <a:lnTo>
                    <a:pt x="77" y="67"/>
                  </a:lnTo>
                  <a:lnTo>
                    <a:pt x="76" y="71"/>
                  </a:lnTo>
                  <a:lnTo>
                    <a:pt x="76" y="72"/>
                  </a:lnTo>
                  <a:lnTo>
                    <a:pt x="75" y="73"/>
                  </a:lnTo>
                  <a:lnTo>
                    <a:pt x="73" y="73"/>
                  </a:lnTo>
                  <a:lnTo>
                    <a:pt x="72" y="75"/>
                  </a:lnTo>
                  <a:lnTo>
                    <a:pt x="72" y="76"/>
                  </a:lnTo>
                  <a:lnTo>
                    <a:pt x="72" y="77"/>
                  </a:lnTo>
                  <a:lnTo>
                    <a:pt x="72" y="78"/>
                  </a:lnTo>
                  <a:lnTo>
                    <a:pt x="69" y="78"/>
                  </a:lnTo>
                  <a:lnTo>
                    <a:pt x="68" y="80"/>
                  </a:lnTo>
                  <a:lnTo>
                    <a:pt x="68" y="82"/>
                  </a:lnTo>
                  <a:lnTo>
                    <a:pt x="67" y="83"/>
                  </a:lnTo>
                  <a:lnTo>
                    <a:pt x="66" y="84"/>
                  </a:lnTo>
                  <a:lnTo>
                    <a:pt x="65" y="84"/>
                  </a:lnTo>
                  <a:lnTo>
                    <a:pt x="64" y="84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1" y="86"/>
                  </a:lnTo>
                  <a:lnTo>
                    <a:pt x="60" y="87"/>
                  </a:lnTo>
                  <a:lnTo>
                    <a:pt x="59" y="88"/>
                  </a:lnTo>
                  <a:lnTo>
                    <a:pt x="57" y="89"/>
                  </a:lnTo>
                  <a:lnTo>
                    <a:pt x="56" y="89"/>
                  </a:lnTo>
                  <a:lnTo>
                    <a:pt x="54" y="89"/>
                  </a:lnTo>
                  <a:lnTo>
                    <a:pt x="51" y="89"/>
                  </a:lnTo>
                  <a:lnTo>
                    <a:pt x="50" y="89"/>
                  </a:lnTo>
                  <a:lnTo>
                    <a:pt x="49" y="89"/>
                  </a:lnTo>
                  <a:lnTo>
                    <a:pt x="48" y="89"/>
                  </a:lnTo>
                  <a:lnTo>
                    <a:pt x="47" y="89"/>
                  </a:lnTo>
                  <a:lnTo>
                    <a:pt x="45" y="89"/>
                  </a:lnTo>
                  <a:lnTo>
                    <a:pt x="44" y="89"/>
                  </a:lnTo>
                  <a:lnTo>
                    <a:pt x="42" y="89"/>
                  </a:lnTo>
                  <a:lnTo>
                    <a:pt x="41" y="88"/>
                  </a:lnTo>
                  <a:lnTo>
                    <a:pt x="40" y="88"/>
                  </a:lnTo>
                  <a:lnTo>
                    <a:pt x="39" y="87"/>
                  </a:lnTo>
                  <a:lnTo>
                    <a:pt x="38" y="87"/>
                  </a:lnTo>
                  <a:lnTo>
                    <a:pt x="37" y="86"/>
                  </a:lnTo>
                  <a:lnTo>
                    <a:pt x="35" y="85"/>
                  </a:lnTo>
                  <a:lnTo>
                    <a:pt x="32" y="84"/>
                  </a:lnTo>
                  <a:lnTo>
                    <a:pt x="31" y="83"/>
                  </a:lnTo>
                  <a:lnTo>
                    <a:pt x="29" y="82"/>
                  </a:lnTo>
                  <a:lnTo>
                    <a:pt x="25" y="79"/>
                  </a:lnTo>
                  <a:lnTo>
                    <a:pt x="24" y="78"/>
                  </a:lnTo>
                  <a:lnTo>
                    <a:pt x="24" y="77"/>
                  </a:lnTo>
                  <a:lnTo>
                    <a:pt x="23" y="77"/>
                  </a:lnTo>
                  <a:lnTo>
                    <a:pt x="22" y="77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0" y="75"/>
                  </a:lnTo>
                  <a:lnTo>
                    <a:pt x="19" y="75"/>
                  </a:lnTo>
                  <a:lnTo>
                    <a:pt x="18" y="75"/>
                  </a:lnTo>
                  <a:lnTo>
                    <a:pt x="17" y="74"/>
                  </a:lnTo>
                  <a:lnTo>
                    <a:pt x="16" y="74"/>
                  </a:lnTo>
                  <a:lnTo>
                    <a:pt x="15" y="74"/>
                  </a:lnTo>
                  <a:lnTo>
                    <a:pt x="14" y="74"/>
                  </a:lnTo>
                  <a:lnTo>
                    <a:pt x="12" y="74"/>
                  </a:lnTo>
                  <a:lnTo>
                    <a:pt x="12" y="75"/>
                  </a:lnTo>
                  <a:lnTo>
                    <a:pt x="11" y="75"/>
                  </a:lnTo>
                  <a:lnTo>
                    <a:pt x="9" y="77"/>
                  </a:lnTo>
                  <a:lnTo>
                    <a:pt x="8" y="78"/>
                  </a:lnTo>
                  <a:lnTo>
                    <a:pt x="7" y="81"/>
                  </a:lnTo>
                  <a:lnTo>
                    <a:pt x="8" y="83"/>
                  </a:lnTo>
                  <a:lnTo>
                    <a:pt x="8" y="84"/>
                  </a:lnTo>
                  <a:lnTo>
                    <a:pt x="9" y="84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3" y="83"/>
                  </a:lnTo>
                  <a:lnTo>
                    <a:pt x="15" y="82"/>
                  </a:lnTo>
                  <a:lnTo>
                    <a:pt x="16" y="83"/>
                  </a:lnTo>
                  <a:lnTo>
                    <a:pt x="17" y="84"/>
                  </a:lnTo>
                  <a:lnTo>
                    <a:pt x="19" y="85"/>
                  </a:lnTo>
                  <a:lnTo>
                    <a:pt x="19" y="86"/>
                  </a:lnTo>
                  <a:lnTo>
                    <a:pt x="19" y="87"/>
                  </a:lnTo>
                  <a:lnTo>
                    <a:pt x="18" y="90"/>
                  </a:lnTo>
                  <a:lnTo>
                    <a:pt x="16" y="91"/>
                  </a:lnTo>
                  <a:lnTo>
                    <a:pt x="16" y="92"/>
                  </a:lnTo>
                  <a:lnTo>
                    <a:pt x="16" y="93"/>
                  </a:lnTo>
                  <a:lnTo>
                    <a:pt x="11" y="94"/>
                  </a:lnTo>
                  <a:lnTo>
                    <a:pt x="9" y="93"/>
                  </a:lnTo>
                  <a:lnTo>
                    <a:pt x="8" y="94"/>
                  </a:lnTo>
                  <a:lnTo>
                    <a:pt x="8" y="93"/>
                  </a:lnTo>
                  <a:lnTo>
                    <a:pt x="6" y="92"/>
                  </a:lnTo>
                  <a:lnTo>
                    <a:pt x="5" y="92"/>
                  </a:lnTo>
                  <a:lnTo>
                    <a:pt x="4" y="91"/>
                  </a:lnTo>
                  <a:lnTo>
                    <a:pt x="4" y="90"/>
                  </a:lnTo>
                  <a:lnTo>
                    <a:pt x="2" y="90"/>
                  </a:lnTo>
                  <a:lnTo>
                    <a:pt x="2" y="89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0" y="77"/>
                  </a:lnTo>
                  <a:lnTo>
                    <a:pt x="1" y="76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3" y="73"/>
                  </a:lnTo>
                  <a:lnTo>
                    <a:pt x="4" y="71"/>
                  </a:lnTo>
                  <a:lnTo>
                    <a:pt x="4" y="70"/>
                  </a:lnTo>
                  <a:lnTo>
                    <a:pt x="5" y="69"/>
                  </a:lnTo>
                  <a:lnTo>
                    <a:pt x="6" y="68"/>
                  </a:lnTo>
                  <a:lnTo>
                    <a:pt x="7" y="67"/>
                  </a:lnTo>
                  <a:lnTo>
                    <a:pt x="8" y="67"/>
                  </a:lnTo>
                  <a:lnTo>
                    <a:pt x="10" y="65"/>
                  </a:lnTo>
                  <a:lnTo>
                    <a:pt x="12" y="62"/>
                  </a:lnTo>
                  <a:lnTo>
                    <a:pt x="14" y="61"/>
                  </a:lnTo>
                  <a:lnTo>
                    <a:pt x="16" y="60"/>
                  </a:lnTo>
                  <a:lnTo>
                    <a:pt x="17" y="59"/>
                  </a:lnTo>
                  <a:lnTo>
                    <a:pt x="19" y="58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3" y="54"/>
                  </a:lnTo>
                  <a:lnTo>
                    <a:pt x="23" y="52"/>
                  </a:lnTo>
                  <a:lnTo>
                    <a:pt x="24" y="51"/>
                  </a:lnTo>
                  <a:lnTo>
                    <a:pt x="24" y="50"/>
                  </a:lnTo>
                  <a:lnTo>
                    <a:pt x="24" y="49"/>
                  </a:lnTo>
                  <a:lnTo>
                    <a:pt x="24" y="48"/>
                  </a:lnTo>
                  <a:lnTo>
                    <a:pt x="24" y="45"/>
                  </a:lnTo>
                  <a:lnTo>
                    <a:pt x="24" y="44"/>
                  </a:lnTo>
                  <a:lnTo>
                    <a:pt x="24" y="43"/>
                  </a:lnTo>
                  <a:lnTo>
                    <a:pt x="25" y="42"/>
                  </a:lnTo>
                  <a:lnTo>
                    <a:pt x="27" y="41"/>
                  </a:lnTo>
                  <a:lnTo>
                    <a:pt x="28" y="41"/>
                  </a:lnTo>
                  <a:lnTo>
                    <a:pt x="30" y="42"/>
                  </a:lnTo>
                  <a:lnTo>
                    <a:pt x="31" y="42"/>
                  </a:lnTo>
                  <a:lnTo>
                    <a:pt x="32" y="44"/>
                  </a:lnTo>
                  <a:lnTo>
                    <a:pt x="32" y="45"/>
                  </a:lnTo>
                  <a:lnTo>
                    <a:pt x="32" y="46"/>
                  </a:lnTo>
                  <a:lnTo>
                    <a:pt x="33" y="47"/>
                  </a:lnTo>
                  <a:lnTo>
                    <a:pt x="32" y="48"/>
                  </a:lnTo>
                  <a:lnTo>
                    <a:pt x="32" y="50"/>
                  </a:lnTo>
                  <a:lnTo>
                    <a:pt x="32" y="51"/>
                  </a:lnTo>
                  <a:lnTo>
                    <a:pt x="32" y="52"/>
                  </a:lnTo>
                  <a:lnTo>
                    <a:pt x="32" y="53"/>
                  </a:lnTo>
                  <a:lnTo>
                    <a:pt x="32" y="54"/>
                  </a:lnTo>
                  <a:lnTo>
                    <a:pt x="31" y="55"/>
                  </a:lnTo>
                  <a:lnTo>
                    <a:pt x="31" y="56"/>
                  </a:lnTo>
                  <a:lnTo>
                    <a:pt x="30" y="57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9" y="61"/>
                  </a:lnTo>
                  <a:lnTo>
                    <a:pt x="29" y="62"/>
                  </a:lnTo>
                  <a:lnTo>
                    <a:pt x="29" y="64"/>
                  </a:lnTo>
                  <a:lnTo>
                    <a:pt x="29" y="66"/>
                  </a:lnTo>
                  <a:lnTo>
                    <a:pt x="29" y="67"/>
                  </a:lnTo>
                  <a:lnTo>
                    <a:pt x="30" y="69"/>
                  </a:lnTo>
                  <a:lnTo>
                    <a:pt x="30" y="71"/>
                  </a:lnTo>
                  <a:lnTo>
                    <a:pt x="31" y="72"/>
                  </a:lnTo>
                  <a:lnTo>
                    <a:pt x="32" y="73"/>
                  </a:lnTo>
                  <a:lnTo>
                    <a:pt x="33" y="74"/>
                  </a:lnTo>
                  <a:lnTo>
                    <a:pt x="34" y="75"/>
                  </a:lnTo>
                  <a:lnTo>
                    <a:pt x="35" y="76"/>
                  </a:lnTo>
                  <a:lnTo>
                    <a:pt x="36" y="77"/>
                  </a:lnTo>
                  <a:lnTo>
                    <a:pt x="36" y="78"/>
                  </a:lnTo>
                  <a:lnTo>
                    <a:pt x="37" y="78"/>
                  </a:lnTo>
                  <a:lnTo>
                    <a:pt x="38" y="78"/>
                  </a:lnTo>
                  <a:lnTo>
                    <a:pt x="40" y="79"/>
                  </a:lnTo>
                  <a:lnTo>
                    <a:pt x="41" y="80"/>
                  </a:lnTo>
                  <a:lnTo>
                    <a:pt x="42" y="80"/>
                  </a:lnTo>
                  <a:lnTo>
                    <a:pt x="44" y="80"/>
                  </a:lnTo>
                  <a:lnTo>
                    <a:pt x="45" y="80"/>
                  </a:lnTo>
                  <a:lnTo>
                    <a:pt x="46" y="79"/>
                  </a:lnTo>
                  <a:lnTo>
                    <a:pt x="47" y="80"/>
                  </a:lnTo>
                  <a:lnTo>
                    <a:pt x="47" y="79"/>
                  </a:lnTo>
                  <a:lnTo>
                    <a:pt x="48" y="79"/>
                  </a:lnTo>
                  <a:lnTo>
                    <a:pt x="50" y="78"/>
                  </a:lnTo>
                  <a:lnTo>
                    <a:pt x="52" y="77"/>
                  </a:lnTo>
                  <a:lnTo>
                    <a:pt x="53" y="75"/>
                  </a:lnTo>
                  <a:lnTo>
                    <a:pt x="54" y="75"/>
                  </a:lnTo>
                  <a:lnTo>
                    <a:pt x="55" y="74"/>
                  </a:lnTo>
                  <a:lnTo>
                    <a:pt x="55" y="73"/>
                  </a:lnTo>
                  <a:lnTo>
                    <a:pt x="56" y="72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8"/>
                  </a:lnTo>
                  <a:lnTo>
                    <a:pt x="57" y="67"/>
                  </a:lnTo>
                  <a:lnTo>
                    <a:pt x="58" y="66"/>
                  </a:lnTo>
                  <a:lnTo>
                    <a:pt x="58" y="65"/>
                  </a:lnTo>
                  <a:lnTo>
                    <a:pt x="58" y="62"/>
                  </a:lnTo>
                  <a:lnTo>
                    <a:pt x="58" y="61"/>
                  </a:lnTo>
                  <a:lnTo>
                    <a:pt x="58" y="60"/>
                  </a:lnTo>
                  <a:lnTo>
                    <a:pt x="57" y="59"/>
                  </a:lnTo>
                  <a:lnTo>
                    <a:pt x="57" y="58"/>
                  </a:lnTo>
                  <a:lnTo>
                    <a:pt x="56" y="56"/>
                  </a:lnTo>
                  <a:lnTo>
                    <a:pt x="55" y="55"/>
                  </a:lnTo>
                  <a:lnTo>
                    <a:pt x="55" y="54"/>
                  </a:lnTo>
                  <a:lnTo>
                    <a:pt x="54" y="54"/>
                  </a:lnTo>
                  <a:lnTo>
                    <a:pt x="53" y="52"/>
                  </a:lnTo>
                  <a:lnTo>
                    <a:pt x="52" y="50"/>
                  </a:lnTo>
                  <a:lnTo>
                    <a:pt x="51" y="50"/>
                  </a:lnTo>
                  <a:lnTo>
                    <a:pt x="49" y="49"/>
                  </a:lnTo>
                  <a:lnTo>
                    <a:pt x="48" y="50"/>
                  </a:lnTo>
                  <a:lnTo>
                    <a:pt x="48" y="51"/>
                  </a:lnTo>
                  <a:lnTo>
                    <a:pt x="47" y="51"/>
                  </a:lnTo>
                  <a:lnTo>
                    <a:pt x="46" y="52"/>
                  </a:lnTo>
                  <a:lnTo>
                    <a:pt x="44" y="51"/>
                  </a:lnTo>
                  <a:lnTo>
                    <a:pt x="44" y="50"/>
                  </a:lnTo>
                  <a:lnTo>
                    <a:pt x="43" y="50"/>
                  </a:lnTo>
                  <a:lnTo>
                    <a:pt x="42" y="49"/>
                  </a:lnTo>
                  <a:lnTo>
                    <a:pt x="41" y="49"/>
                  </a:lnTo>
                  <a:lnTo>
                    <a:pt x="40" y="48"/>
                  </a:lnTo>
                  <a:lnTo>
                    <a:pt x="40" y="47"/>
                  </a:lnTo>
                  <a:lnTo>
                    <a:pt x="40" y="46"/>
                  </a:lnTo>
                  <a:lnTo>
                    <a:pt x="38" y="45"/>
                  </a:lnTo>
                  <a:lnTo>
                    <a:pt x="38" y="44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6" y="40"/>
                  </a:lnTo>
                  <a:lnTo>
                    <a:pt x="35" y="38"/>
                  </a:lnTo>
                  <a:lnTo>
                    <a:pt x="35" y="37"/>
                  </a:lnTo>
                  <a:lnTo>
                    <a:pt x="35" y="36"/>
                  </a:lnTo>
                  <a:lnTo>
                    <a:pt x="34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3" y="30"/>
                  </a:lnTo>
                  <a:lnTo>
                    <a:pt x="34" y="29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7"/>
                  </a:lnTo>
                  <a:lnTo>
                    <a:pt x="33" y="26"/>
                  </a:lnTo>
                  <a:lnTo>
                    <a:pt x="33" y="25"/>
                  </a:lnTo>
                  <a:lnTo>
                    <a:pt x="33" y="24"/>
                  </a:lnTo>
                  <a:lnTo>
                    <a:pt x="33" y="23"/>
                  </a:lnTo>
                  <a:lnTo>
                    <a:pt x="34" y="22"/>
                  </a:lnTo>
                  <a:lnTo>
                    <a:pt x="34" y="20"/>
                  </a:lnTo>
                  <a:lnTo>
                    <a:pt x="35" y="19"/>
                  </a:lnTo>
                  <a:lnTo>
                    <a:pt x="35" y="17"/>
                  </a:lnTo>
                  <a:lnTo>
                    <a:pt x="36" y="17"/>
                  </a:lnTo>
                  <a:lnTo>
                    <a:pt x="37" y="15"/>
                  </a:lnTo>
                  <a:lnTo>
                    <a:pt x="36" y="15"/>
                  </a:lnTo>
                  <a:lnTo>
                    <a:pt x="36" y="14"/>
                  </a:lnTo>
                  <a:lnTo>
                    <a:pt x="36" y="13"/>
                  </a:lnTo>
                  <a:lnTo>
                    <a:pt x="38" y="13"/>
                  </a:lnTo>
                  <a:lnTo>
                    <a:pt x="40" y="10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3" y="7"/>
                  </a:lnTo>
                  <a:lnTo>
                    <a:pt x="44" y="6"/>
                  </a:lnTo>
                  <a:lnTo>
                    <a:pt x="45" y="5"/>
                  </a:lnTo>
                  <a:lnTo>
                    <a:pt x="46" y="4"/>
                  </a:lnTo>
                  <a:lnTo>
                    <a:pt x="48" y="3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3" y="2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3" y="0"/>
                  </a:lnTo>
                  <a:lnTo>
                    <a:pt x="64" y="1"/>
                  </a:lnTo>
                  <a:lnTo>
                    <a:pt x="65" y="1"/>
                  </a:lnTo>
                  <a:lnTo>
                    <a:pt x="66" y="1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3"/>
                  </a:lnTo>
                  <a:lnTo>
                    <a:pt x="71" y="3"/>
                  </a:lnTo>
                  <a:lnTo>
                    <a:pt x="72" y="3"/>
                  </a:lnTo>
                  <a:lnTo>
                    <a:pt x="74" y="4"/>
                  </a:lnTo>
                  <a:lnTo>
                    <a:pt x="76" y="5"/>
                  </a:lnTo>
                  <a:lnTo>
                    <a:pt x="76" y="6"/>
                  </a:lnTo>
                  <a:lnTo>
                    <a:pt x="77" y="6"/>
                  </a:lnTo>
                  <a:lnTo>
                    <a:pt x="80" y="8"/>
                  </a:lnTo>
                  <a:lnTo>
                    <a:pt x="80" y="9"/>
                  </a:lnTo>
                  <a:lnTo>
                    <a:pt x="81" y="9"/>
                  </a:lnTo>
                  <a:lnTo>
                    <a:pt x="82" y="10"/>
                  </a:lnTo>
                  <a:lnTo>
                    <a:pt x="84" y="12"/>
                  </a:lnTo>
                  <a:lnTo>
                    <a:pt x="85" y="13"/>
                  </a:lnTo>
                  <a:lnTo>
                    <a:pt x="85" y="14"/>
                  </a:lnTo>
                  <a:lnTo>
                    <a:pt x="87" y="14"/>
                  </a:lnTo>
                  <a:lnTo>
                    <a:pt x="89" y="15"/>
                  </a:lnTo>
                  <a:lnTo>
                    <a:pt x="91" y="14"/>
                  </a:lnTo>
                  <a:lnTo>
                    <a:pt x="92" y="14"/>
                  </a:lnTo>
                  <a:lnTo>
                    <a:pt x="93" y="14"/>
                  </a:lnTo>
                  <a:lnTo>
                    <a:pt x="95" y="13"/>
                  </a:lnTo>
                  <a:lnTo>
                    <a:pt x="96" y="13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8" name="Freeform 1459">
              <a:extLst>
                <a:ext uri="{FF2B5EF4-FFF2-40B4-BE49-F238E27FC236}">
                  <a16:creationId xmlns:a16="http://schemas.microsoft.com/office/drawing/2014/main" id="{B542B662-1560-4FA1-9562-44A90E09E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78"/>
              <a:ext cx="75" cy="104"/>
            </a:xfrm>
            <a:custGeom>
              <a:avLst/>
              <a:gdLst>
                <a:gd name="T0" fmla="*/ 73 w 75"/>
                <a:gd name="T1" fmla="*/ 14 h 104"/>
                <a:gd name="T2" fmla="*/ 75 w 75"/>
                <a:gd name="T3" fmla="*/ 19 h 104"/>
                <a:gd name="T4" fmla="*/ 73 w 75"/>
                <a:gd name="T5" fmla="*/ 26 h 104"/>
                <a:gd name="T6" fmla="*/ 68 w 75"/>
                <a:gd name="T7" fmla="*/ 28 h 104"/>
                <a:gd name="T8" fmla="*/ 69 w 75"/>
                <a:gd name="T9" fmla="*/ 19 h 104"/>
                <a:gd name="T10" fmla="*/ 64 w 75"/>
                <a:gd name="T11" fmla="*/ 17 h 104"/>
                <a:gd name="T12" fmla="*/ 57 w 75"/>
                <a:gd name="T13" fmla="*/ 22 h 104"/>
                <a:gd name="T14" fmla="*/ 52 w 75"/>
                <a:gd name="T15" fmla="*/ 28 h 104"/>
                <a:gd name="T16" fmla="*/ 53 w 75"/>
                <a:gd name="T17" fmla="*/ 35 h 104"/>
                <a:gd name="T18" fmla="*/ 59 w 75"/>
                <a:gd name="T19" fmla="*/ 33 h 104"/>
                <a:gd name="T20" fmla="*/ 62 w 75"/>
                <a:gd name="T21" fmla="*/ 40 h 104"/>
                <a:gd name="T22" fmla="*/ 65 w 75"/>
                <a:gd name="T23" fmla="*/ 48 h 104"/>
                <a:gd name="T24" fmla="*/ 67 w 75"/>
                <a:gd name="T25" fmla="*/ 54 h 104"/>
                <a:gd name="T26" fmla="*/ 63 w 75"/>
                <a:gd name="T27" fmla="*/ 56 h 104"/>
                <a:gd name="T28" fmla="*/ 56 w 75"/>
                <a:gd name="T29" fmla="*/ 64 h 104"/>
                <a:gd name="T30" fmla="*/ 49 w 75"/>
                <a:gd name="T31" fmla="*/ 71 h 104"/>
                <a:gd name="T32" fmla="*/ 45 w 75"/>
                <a:gd name="T33" fmla="*/ 77 h 104"/>
                <a:gd name="T34" fmla="*/ 40 w 75"/>
                <a:gd name="T35" fmla="*/ 85 h 104"/>
                <a:gd name="T36" fmla="*/ 35 w 75"/>
                <a:gd name="T37" fmla="*/ 91 h 104"/>
                <a:gd name="T38" fmla="*/ 28 w 75"/>
                <a:gd name="T39" fmla="*/ 89 h 104"/>
                <a:gd name="T40" fmla="*/ 21 w 75"/>
                <a:gd name="T41" fmla="*/ 92 h 104"/>
                <a:gd name="T42" fmla="*/ 21 w 75"/>
                <a:gd name="T43" fmla="*/ 99 h 104"/>
                <a:gd name="T44" fmla="*/ 13 w 75"/>
                <a:gd name="T45" fmla="*/ 103 h 104"/>
                <a:gd name="T46" fmla="*/ 12 w 75"/>
                <a:gd name="T47" fmla="*/ 95 h 104"/>
                <a:gd name="T48" fmla="*/ 18 w 75"/>
                <a:gd name="T49" fmla="*/ 88 h 104"/>
                <a:gd name="T50" fmla="*/ 23 w 75"/>
                <a:gd name="T51" fmla="*/ 83 h 104"/>
                <a:gd name="T52" fmla="*/ 29 w 75"/>
                <a:gd name="T53" fmla="*/ 75 h 104"/>
                <a:gd name="T54" fmla="*/ 34 w 75"/>
                <a:gd name="T55" fmla="*/ 66 h 104"/>
                <a:gd name="T56" fmla="*/ 38 w 75"/>
                <a:gd name="T57" fmla="*/ 60 h 104"/>
                <a:gd name="T58" fmla="*/ 45 w 75"/>
                <a:gd name="T59" fmla="*/ 52 h 104"/>
                <a:gd name="T60" fmla="*/ 49 w 75"/>
                <a:gd name="T61" fmla="*/ 45 h 104"/>
                <a:gd name="T62" fmla="*/ 42 w 75"/>
                <a:gd name="T63" fmla="*/ 42 h 104"/>
                <a:gd name="T64" fmla="*/ 37 w 75"/>
                <a:gd name="T65" fmla="*/ 49 h 104"/>
                <a:gd name="T66" fmla="*/ 32 w 75"/>
                <a:gd name="T67" fmla="*/ 55 h 104"/>
                <a:gd name="T68" fmla="*/ 26 w 75"/>
                <a:gd name="T69" fmla="*/ 63 h 104"/>
                <a:gd name="T70" fmla="*/ 23 w 75"/>
                <a:gd name="T71" fmla="*/ 70 h 104"/>
                <a:gd name="T72" fmla="*/ 24 w 75"/>
                <a:gd name="T73" fmla="*/ 77 h 104"/>
                <a:gd name="T74" fmla="*/ 20 w 75"/>
                <a:gd name="T75" fmla="*/ 78 h 104"/>
                <a:gd name="T76" fmla="*/ 13 w 75"/>
                <a:gd name="T77" fmla="*/ 77 h 104"/>
                <a:gd name="T78" fmla="*/ 10 w 75"/>
                <a:gd name="T79" fmla="*/ 81 h 104"/>
                <a:gd name="T80" fmla="*/ 5 w 75"/>
                <a:gd name="T81" fmla="*/ 78 h 104"/>
                <a:gd name="T82" fmla="*/ 4 w 75"/>
                <a:gd name="T83" fmla="*/ 73 h 104"/>
                <a:gd name="T84" fmla="*/ 1 w 75"/>
                <a:gd name="T85" fmla="*/ 67 h 104"/>
                <a:gd name="T86" fmla="*/ 4 w 75"/>
                <a:gd name="T87" fmla="*/ 61 h 104"/>
                <a:gd name="T88" fmla="*/ 9 w 75"/>
                <a:gd name="T89" fmla="*/ 59 h 104"/>
                <a:gd name="T90" fmla="*/ 13 w 75"/>
                <a:gd name="T91" fmla="*/ 54 h 104"/>
                <a:gd name="T92" fmla="*/ 17 w 75"/>
                <a:gd name="T93" fmla="*/ 48 h 104"/>
                <a:gd name="T94" fmla="*/ 21 w 75"/>
                <a:gd name="T95" fmla="*/ 43 h 104"/>
                <a:gd name="T96" fmla="*/ 25 w 75"/>
                <a:gd name="T97" fmla="*/ 39 h 104"/>
                <a:gd name="T98" fmla="*/ 30 w 75"/>
                <a:gd name="T99" fmla="*/ 32 h 104"/>
                <a:gd name="T100" fmla="*/ 33 w 75"/>
                <a:gd name="T101" fmla="*/ 29 h 104"/>
                <a:gd name="T102" fmla="*/ 39 w 75"/>
                <a:gd name="T103" fmla="*/ 20 h 104"/>
                <a:gd name="T104" fmla="*/ 43 w 75"/>
                <a:gd name="T105" fmla="*/ 16 h 104"/>
                <a:gd name="T106" fmla="*/ 47 w 75"/>
                <a:gd name="T107" fmla="*/ 11 h 104"/>
                <a:gd name="T108" fmla="*/ 49 w 75"/>
                <a:gd name="T109" fmla="*/ 6 h 104"/>
                <a:gd name="T110" fmla="*/ 51 w 75"/>
                <a:gd name="T111" fmla="*/ 0 h 104"/>
                <a:gd name="T112" fmla="*/ 56 w 75"/>
                <a:gd name="T113" fmla="*/ 4 h 104"/>
                <a:gd name="T114" fmla="*/ 61 w 75"/>
                <a:gd name="T115" fmla="*/ 8 h 10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5" h="104">
                  <a:moveTo>
                    <a:pt x="69" y="10"/>
                  </a:moveTo>
                  <a:lnTo>
                    <a:pt x="71" y="12"/>
                  </a:lnTo>
                  <a:lnTo>
                    <a:pt x="72" y="13"/>
                  </a:lnTo>
                  <a:lnTo>
                    <a:pt x="73" y="13"/>
                  </a:lnTo>
                  <a:lnTo>
                    <a:pt x="73" y="14"/>
                  </a:lnTo>
                  <a:lnTo>
                    <a:pt x="73" y="15"/>
                  </a:lnTo>
                  <a:lnTo>
                    <a:pt x="74" y="15"/>
                  </a:lnTo>
                  <a:lnTo>
                    <a:pt x="74" y="16"/>
                  </a:lnTo>
                  <a:lnTo>
                    <a:pt x="74" y="17"/>
                  </a:lnTo>
                  <a:lnTo>
                    <a:pt x="75" y="18"/>
                  </a:lnTo>
                  <a:lnTo>
                    <a:pt x="75" y="19"/>
                  </a:lnTo>
                  <a:lnTo>
                    <a:pt x="75" y="21"/>
                  </a:lnTo>
                  <a:lnTo>
                    <a:pt x="75" y="23"/>
                  </a:lnTo>
                  <a:lnTo>
                    <a:pt x="74" y="24"/>
                  </a:lnTo>
                  <a:lnTo>
                    <a:pt x="73" y="26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69" y="28"/>
                  </a:lnTo>
                  <a:lnTo>
                    <a:pt x="68" y="28"/>
                  </a:lnTo>
                  <a:lnTo>
                    <a:pt x="65" y="25"/>
                  </a:lnTo>
                  <a:lnTo>
                    <a:pt x="65" y="24"/>
                  </a:lnTo>
                  <a:lnTo>
                    <a:pt x="66" y="22"/>
                  </a:lnTo>
                  <a:lnTo>
                    <a:pt x="68" y="20"/>
                  </a:lnTo>
                  <a:lnTo>
                    <a:pt x="69" y="19"/>
                  </a:lnTo>
                  <a:lnTo>
                    <a:pt x="69" y="18"/>
                  </a:lnTo>
                  <a:lnTo>
                    <a:pt x="68" y="18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7"/>
                  </a:lnTo>
                  <a:lnTo>
                    <a:pt x="63" y="17"/>
                  </a:lnTo>
                  <a:lnTo>
                    <a:pt x="60" y="19"/>
                  </a:lnTo>
                  <a:lnTo>
                    <a:pt x="59" y="20"/>
                  </a:lnTo>
                  <a:lnTo>
                    <a:pt x="58" y="21"/>
                  </a:lnTo>
                  <a:lnTo>
                    <a:pt x="57" y="22"/>
                  </a:lnTo>
                  <a:lnTo>
                    <a:pt x="57" y="23"/>
                  </a:lnTo>
                  <a:lnTo>
                    <a:pt x="56" y="24"/>
                  </a:lnTo>
                  <a:lnTo>
                    <a:pt x="55" y="25"/>
                  </a:lnTo>
                  <a:lnTo>
                    <a:pt x="54" y="25"/>
                  </a:lnTo>
                  <a:lnTo>
                    <a:pt x="53" y="26"/>
                  </a:lnTo>
                  <a:lnTo>
                    <a:pt x="52" y="28"/>
                  </a:lnTo>
                  <a:lnTo>
                    <a:pt x="51" y="29"/>
                  </a:lnTo>
                  <a:lnTo>
                    <a:pt x="49" y="32"/>
                  </a:lnTo>
                  <a:lnTo>
                    <a:pt x="49" y="34"/>
                  </a:lnTo>
                  <a:lnTo>
                    <a:pt x="50" y="35"/>
                  </a:lnTo>
                  <a:lnTo>
                    <a:pt x="53" y="35"/>
                  </a:lnTo>
                  <a:lnTo>
                    <a:pt x="54" y="32"/>
                  </a:lnTo>
                  <a:lnTo>
                    <a:pt x="55" y="31"/>
                  </a:lnTo>
                  <a:lnTo>
                    <a:pt x="57" y="31"/>
                  </a:lnTo>
                  <a:lnTo>
                    <a:pt x="59" y="33"/>
                  </a:lnTo>
                  <a:lnTo>
                    <a:pt x="60" y="33"/>
                  </a:lnTo>
                  <a:lnTo>
                    <a:pt x="60" y="34"/>
                  </a:lnTo>
                  <a:lnTo>
                    <a:pt x="61" y="35"/>
                  </a:lnTo>
                  <a:lnTo>
                    <a:pt x="61" y="37"/>
                  </a:lnTo>
                  <a:lnTo>
                    <a:pt x="61" y="39"/>
                  </a:lnTo>
                  <a:lnTo>
                    <a:pt x="62" y="40"/>
                  </a:lnTo>
                  <a:lnTo>
                    <a:pt x="61" y="41"/>
                  </a:lnTo>
                  <a:lnTo>
                    <a:pt x="62" y="43"/>
                  </a:lnTo>
                  <a:lnTo>
                    <a:pt x="63" y="44"/>
                  </a:lnTo>
                  <a:lnTo>
                    <a:pt x="65" y="46"/>
                  </a:lnTo>
                  <a:lnTo>
                    <a:pt x="65" y="47"/>
                  </a:lnTo>
                  <a:lnTo>
                    <a:pt x="65" y="48"/>
                  </a:lnTo>
                  <a:lnTo>
                    <a:pt x="65" y="49"/>
                  </a:lnTo>
                  <a:lnTo>
                    <a:pt x="65" y="50"/>
                  </a:lnTo>
                  <a:lnTo>
                    <a:pt x="66" y="51"/>
                  </a:lnTo>
                  <a:lnTo>
                    <a:pt x="66" y="52"/>
                  </a:lnTo>
                  <a:lnTo>
                    <a:pt x="67" y="53"/>
                  </a:lnTo>
                  <a:lnTo>
                    <a:pt x="67" y="54"/>
                  </a:lnTo>
                  <a:lnTo>
                    <a:pt x="66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5" y="56"/>
                  </a:lnTo>
                  <a:lnTo>
                    <a:pt x="63" y="55"/>
                  </a:lnTo>
                  <a:lnTo>
                    <a:pt x="63" y="56"/>
                  </a:lnTo>
                  <a:lnTo>
                    <a:pt x="61" y="56"/>
                  </a:lnTo>
                  <a:lnTo>
                    <a:pt x="60" y="59"/>
                  </a:lnTo>
                  <a:lnTo>
                    <a:pt x="58" y="60"/>
                  </a:lnTo>
                  <a:lnTo>
                    <a:pt x="57" y="61"/>
                  </a:lnTo>
                  <a:lnTo>
                    <a:pt x="57" y="62"/>
                  </a:lnTo>
                  <a:lnTo>
                    <a:pt x="56" y="64"/>
                  </a:lnTo>
                  <a:lnTo>
                    <a:pt x="53" y="66"/>
                  </a:lnTo>
                  <a:lnTo>
                    <a:pt x="52" y="67"/>
                  </a:lnTo>
                  <a:lnTo>
                    <a:pt x="52" y="68"/>
                  </a:lnTo>
                  <a:lnTo>
                    <a:pt x="50" y="70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8" y="73"/>
                  </a:lnTo>
                  <a:lnTo>
                    <a:pt x="46" y="76"/>
                  </a:lnTo>
                  <a:lnTo>
                    <a:pt x="46" y="77"/>
                  </a:lnTo>
                  <a:lnTo>
                    <a:pt x="45" y="77"/>
                  </a:lnTo>
                  <a:lnTo>
                    <a:pt x="44" y="79"/>
                  </a:lnTo>
                  <a:lnTo>
                    <a:pt x="43" y="80"/>
                  </a:lnTo>
                  <a:lnTo>
                    <a:pt x="42" y="81"/>
                  </a:lnTo>
                  <a:lnTo>
                    <a:pt x="42" y="82"/>
                  </a:lnTo>
                  <a:lnTo>
                    <a:pt x="41" y="84"/>
                  </a:lnTo>
                  <a:lnTo>
                    <a:pt x="40" y="85"/>
                  </a:lnTo>
                  <a:lnTo>
                    <a:pt x="40" y="86"/>
                  </a:lnTo>
                  <a:lnTo>
                    <a:pt x="39" y="87"/>
                  </a:lnTo>
                  <a:lnTo>
                    <a:pt x="39" y="89"/>
                  </a:lnTo>
                  <a:lnTo>
                    <a:pt x="39" y="90"/>
                  </a:lnTo>
                  <a:lnTo>
                    <a:pt x="37" y="91"/>
                  </a:lnTo>
                  <a:lnTo>
                    <a:pt x="35" y="91"/>
                  </a:lnTo>
                  <a:lnTo>
                    <a:pt x="34" y="90"/>
                  </a:lnTo>
                  <a:lnTo>
                    <a:pt x="33" y="90"/>
                  </a:lnTo>
                  <a:lnTo>
                    <a:pt x="32" y="89"/>
                  </a:lnTo>
                  <a:lnTo>
                    <a:pt x="29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5" y="89"/>
                  </a:lnTo>
                  <a:lnTo>
                    <a:pt x="24" y="90"/>
                  </a:lnTo>
                  <a:lnTo>
                    <a:pt x="23" y="90"/>
                  </a:lnTo>
                  <a:lnTo>
                    <a:pt x="21" y="92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0" y="97"/>
                  </a:lnTo>
                  <a:lnTo>
                    <a:pt x="21" y="98"/>
                  </a:lnTo>
                  <a:lnTo>
                    <a:pt x="21" y="99"/>
                  </a:lnTo>
                  <a:lnTo>
                    <a:pt x="21" y="101"/>
                  </a:lnTo>
                  <a:lnTo>
                    <a:pt x="19" y="102"/>
                  </a:lnTo>
                  <a:lnTo>
                    <a:pt x="17" y="104"/>
                  </a:lnTo>
                  <a:lnTo>
                    <a:pt x="15" y="104"/>
                  </a:lnTo>
                  <a:lnTo>
                    <a:pt x="14" y="104"/>
                  </a:lnTo>
                  <a:lnTo>
                    <a:pt x="13" y="103"/>
                  </a:lnTo>
                  <a:lnTo>
                    <a:pt x="13" y="102"/>
                  </a:lnTo>
                  <a:lnTo>
                    <a:pt x="11" y="101"/>
                  </a:lnTo>
                  <a:lnTo>
                    <a:pt x="11" y="97"/>
                  </a:lnTo>
                  <a:lnTo>
                    <a:pt x="11" y="96"/>
                  </a:lnTo>
                  <a:lnTo>
                    <a:pt x="12" y="95"/>
                  </a:lnTo>
                  <a:lnTo>
                    <a:pt x="13" y="94"/>
                  </a:lnTo>
                  <a:lnTo>
                    <a:pt x="13" y="93"/>
                  </a:lnTo>
                  <a:lnTo>
                    <a:pt x="14" y="91"/>
                  </a:lnTo>
                  <a:lnTo>
                    <a:pt x="14" y="90"/>
                  </a:lnTo>
                  <a:lnTo>
                    <a:pt x="16" y="89"/>
                  </a:lnTo>
                  <a:lnTo>
                    <a:pt x="18" y="88"/>
                  </a:lnTo>
                  <a:lnTo>
                    <a:pt x="18" y="87"/>
                  </a:lnTo>
                  <a:lnTo>
                    <a:pt x="19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2" y="83"/>
                  </a:lnTo>
                  <a:lnTo>
                    <a:pt x="23" y="83"/>
                  </a:lnTo>
                  <a:lnTo>
                    <a:pt x="24" y="83"/>
                  </a:lnTo>
                  <a:lnTo>
                    <a:pt x="25" y="81"/>
                  </a:lnTo>
                  <a:lnTo>
                    <a:pt x="25" y="80"/>
                  </a:lnTo>
                  <a:lnTo>
                    <a:pt x="26" y="78"/>
                  </a:lnTo>
                  <a:lnTo>
                    <a:pt x="27" y="77"/>
                  </a:lnTo>
                  <a:lnTo>
                    <a:pt x="29" y="75"/>
                  </a:lnTo>
                  <a:lnTo>
                    <a:pt x="29" y="74"/>
                  </a:lnTo>
                  <a:lnTo>
                    <a:pt x="30" y="73"/>
                  </a:lnTo>
                  <a:lnTo>
                    <a:pt x="32" y="71"/>
                  </a:lnTo>
                  <a:lnTo>
                    <a:pt x="33" y="68"/>
                  </a:lnTo>
                  <a:lnTo>
                    <a:pt x="34" y="66"/>
                  </a:lnTo>
                  <a:lnTo>
                    <a:pt x="35" y="65"/>
                  </a:lnTo>
                  <a:lnTo>
                    <a:pt x="36" y="64"/>
                  </a:lnTo>
                  <a:lnTo>
                    <a:pt x="36" y="63"/>
                  </a:lnTo>
                  <a:lnTo>
                    <a:pt x="37" y="61"/>
                  </a:lnTo>
                  <a:lnTo>
                    <a:pt x="38" y="60"/>
                  </a:lnTo>
                  <a:lnTo>
                    <a:pt x="40" y="58"/>
                  </a:lnTo>
                  <a:lnTo>
                    <a:pt x="40" y="57"/>
                  </a:lnTo>
                  <a:lnTo>
                    <a:pt x="41" y="56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5" y="52"/>
                  </a:lnTo>
                  <a:lnTo>
                    <a:pt x="47" y="51"/>
                  </a:lnTo>
                  <a:lnTo>
                    <a:pt x="49" y="50"/>
                  </a:lnTo>
                  <a:lnTo>
                    <a:pt x="50" y="49"/>
                  </a:lnTo>
                  <a:lnTo>
                    <a:pt x="49" y="48"/>
                  </a:lnTo>
                  <a:lnTo>
                    <a:pt x="49" y="46"/>
                  </a:lnTo>
                  <a:lnTo>
                    <a:pt x="49" y="45"/>
                  </a:lnTo>
                  <a:lnTo>
                    <a:pt x="47" y="42"/>
                  </a:lnTo>
                  <a:lnTo>
                    <a:pt x="47" y="41"/>
                  </a:lnTo>
                  <a:lnTo>
                    <a:pt x="45" y="41"/>
                  </a:lnTo>
                  <a:lnTo>
                    <a:pt x="42" y="42"/>
                  </a:lnTo>
                  <a:lnTo>
                    <a:pt x="41" y="43"/>
                  </a:lnTo>
                  <a:lnTo>
                    <a:pt x="38" y="47"/>
                  </a:lnTo>
                  <a:lnTo>
                    <a:pt x="37" y="48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5" y="52"/>
                  </a:lnTo>
                  <a:lnTo>
                    <a:pt x="33" y="53"/>
                  </a:lnTo>
                  <a:lnTo>
                    <a:pt x="33" y="54"/>
                  </a:lnTo>
                  <a:lnTo>
                    <a:pt x="32" y="55"/>
                  </a:lnTo>
                  <a:lnTo>
                    <a:pt x="29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6" y="63"/>
                  </a:lnTo>
                  <a:lnTo>
                    <a:pt x="25" y="64"/>
                  </a:lnTo>
                  <a:lnTo>
                    <a:pt x="25" y="65"/>
                  </a:lnTo>
                  <a:lnTo>
                    <a:pt x="24" y="66"/>
                  </a:lnTo>
                  <a:lnTo>
                    <a:pt x="24" y="67"/>
                  </a:lnTo>
                  <a:lnTo>
                    <a:pt x="23" y="68"/>
                  </a:lnTo>
                  <a:lnTo>
                    <a:pt x="23" y="70"/>
                  </a:lnTo>
                  <a:lnTo>
                    <a:pt x="22" y="71"/>
                  </a:lnTo>
                  <a:lnTo>
                    <a:pt x="22" y="72"/>
                  </a:lnTo>
                  <a:lnTo>
                    <a:pt x="23" y="73"/>
                  </a:lnTo>
                  <a:lnTo>
                    <a:pt x="24" y="75"/>
                  </a:lnTo>
                  <a:lnTo>
                    <a:pt x="24" y="77"/>
                  </a:lnTo>
                  <a:lnTo>
                    <a:pt x="23" y="77"/>
                  </a:lnTo>
                  <a:lnTo>
                    <a:pt x="22" y="77"/>
                  </a:lnTo>
                  <a:lnTo>
                    <a:pt x="21" y="77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8"/>
                  </a:lnTo>
                  <a:lnTo>
                    <a:pt x="17" y="78"/>
                  </a:lnTo>
                  <a:lnTo>
                    <a:pt x="17" y="77"/>
                  </a:lnTo>
                  <a:lnTo>
                    <a:pt x="16" y="77"/>
                  </a:lnTo>
                  <a:lnTo>
                    <a:pt x="15" y="77"/>
                  </a:lnTo>
                  <a:lnTo>
                    <a:pt x="13" y="77"/>
                  </a:lnTo>
                  <a:lnTo>
                    <a:pt x="12" y="78"/>
                  </a:lnTo>
                  <a:lnTo>
                    <a:pt x="12" y="79"/>
                  </a:lnTo>
                  <a:lnTo>
                    <a:pt x="11" y="80"/>
                  </a:lnTo>
                  <a:lnTo>
                    <a:pt x="11" y="81"/>
                  </a:lnTo>
                  <a:lnTo>
                    <a:pt x="10" y="81"/>
                  </a:lnTo>
                  <a:lnTo>
                    <a:pt x="9" y="83"/>
                  </a:lnTo>
                  <a:lnTo>
                    <a:pt x="8" y="83"/>
                  </a:lnTo>
                  <a:lnTo>
                    <a:pt x="6" y="82"/>
                  </a:lnTo>
                  <a:lnTo>
                    <a:pt x="5" y="80"/>
                  </a:lnTo>
                  <a:lnTo>
                    <a:pt x="5" y="78"/>
                  </a:lnTo>
                  <a:lnTo>
                    <a:pt x="4" y="77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4" y="74"/>
                  </a:lnTo>
                  <a:lnTo>
                    <a:pt x="4" y="73"/>
                  </a:lnTo>
                  <a:lnTo>
                    <a:pt x="4" y="72"/>
                  </a:lnTo>
                  <a:lnTo>
                    <a:pt x="3" y="71"/>
                  </a:lnTo>
                  <a:lnTo>
                    <a:pt x="2" y="69"/>
                  </a:lnTo>
                  <a:lnTo>
                    <a:pt x="2" y="68"/>
                  </a:lnTo>
                  <a:lnTo>
                    <a:pt x="1" y="68"/>
                  </a:lnTo>
                  <a:lnTo>
                    <a:pt x="1" y="67"/>
                  </a:lnTo>
                  <a:lnTo>
                    <a:pt x="0" y="65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1" y="61"/>
                  </a:lnTo>
                  <a:lnTo>
                    <a:pt x="2" y="61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10" y="58"/>
                  </a:lnTo>
                  <a:lnTo>
                    <a:pt x="11" y="58"/>
                  </a:lnTo>
                  <a:lnTo>
                    <a:pt x="11" y="57"/>
                  </a:lnTo>
                  <a:lnTo>
                    <a:pt x="12" y="55"/>
                  </a:lnTo>
                  <a:lnTo>
                    <a:pt x="13" y="54"/>
                  </a:lnTo>
                  <a:lnTo>
                    <a:pt x="14" y="53"/>
                  </a:lnTo>
                  <a:lnTo>
                    <a:pt x="15" y="52"/>
                  </a:lnTo>
                  <a:lnTo>
                    <a:pt x="17" y="51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6"/>
                  </a:lnTo>
                  <a:lnTo>
                    <a:pt x="19" y="45"/>
                  </a:lnTo>
                  <a:lnTo>
                    <a:pt x="21" y="44"/>
                  </a:lnTo>
                  <a:lnTo>
                    <a:pt x="21" y="43"/>
                  </a:lnTo>
                  <a:lnTo>
                    <a:pt x="22" y="43"/>
                  </a:lnTo>
                  <a:lnTo>
                    <a:pt x="23" y="43"/>
                  </a:lnTo>
                  <a:lnTo>
                    <a:pt x="23" y="42"/>
                  </a:lnTo>
                  <a:lnTo>
                    <a:pt x="25" y="40"/>
                  </a:lnTo>
                  <a:lnTo>
                    <a:pt x="25" y="39"/>
                  </a:lnTo>
                  <a:lnTo>
                    <a:pt x="27" y="37"/>
                  </a:lnTo>
                  <a:lnTo>
                    <a:pt x="28" y="36"/>
                  </a:lnTo>
                  <a:lnTo>
                    <a:pt x="29" y="36"/>
                  </a:lnTo>
                  <a:lnTo>
                    <a:pt x="29" y="34"/>
                  </a:lnTo>
                  <a:lnTo>
                    <a:pt x="29" y="33"/>
                  </a:lnTo>
                  <a:lnTo>
                    <a:pt x="30" y="32"/>
                  </a:lnTo>
                  <a:lnTo>
                    <a:pt x="31" y="32"/>
                  </a:lnTo>
                  <a:lnTo>
                    <a:pt x="31" y="31"/>
                  </a:lnTo>
                  <a:lnTo>
                    <a:pt x="32" y="30"/>
                  </a:lnTo>
                  <a:lnTo>
                    <a:pt x="33" y="29"/>
                  </a:lnTo>
                  <a:lnTo>
                    <a:pt x="33" y="28"/>
                  </a:lnTo>
                  <a:lnTo>
                    <a:pt x="34" y="27"/>
                  </a:lnTo>
                  <a:lnTo>
                    <a:pt x="37" y="23"/>
                  </a:lnTo>
                  <a:lnTo>
                    <a:pt x="38" y="23"/>
                  </a:lnTo>
                  <a:lnTo>
                    <a:pt x="38" y="22"/>
                  </a:lnTo>
                  <a:lnTo>
                    <a:pt x="39" y="20"/>
                  </a:lnTo>
                  <a:lnTo>
                    <a:pt x="40" y="19"/>
                  </a:lnTo>
                  <a:lnTo>
                    <a:pt x="41" y="19"/>
                  </a:lnTo>
                  <a:lnTo>
                    <a:pt x="42" y="18"/>
                  </a:lnTo>
                  <a:lnTo>
                    <a:pt x="42" y="17"/>
                  </a:lnTo>
                  <a:lnTo>
                    <a:pt x="43" y="16"/>
                  </a:lnTo>
                  <a:lnTo>
                    <a:pt x="44" y="15"/>
                  </a:lnTo>
                  <a:lnTo>
                    <a:pt x="45" y="15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7" y="11"/>
                  </a:lnTo>
                  <a:lnTo>
                    <a:pt x="47" y="10"/>
                  </a:lnTo>
                  <a:lnTo>
                    <a:pt x="48" y="9"/>
                  </a:lnTo>
                  <a:lnTo>
                    <a:pt x="49" y="9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49" y="6"/>
                  </a:lnTo>
                  <a:lnTo>
                    <a:pt x="49" y="5"/>
                  </a:lnTo>
                  <a:lnTo>
                    <a:pt x="49" y="2"/>
                  </a:lnTo>
                  <a:lnTo>
                    <a:pt x="49" y="1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1"/>
                  </a:lnTo>
                  <a:lnTo>
                    <a:pt x="54" y="2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6" y="5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60" y="8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6" y="8"/>
                  </a:lnTo>
                  <a:lnTo>
                    <a:pt x="69" y="9"/>
                  </a:lnTo>
                  <a:lnTo>
                    <a:pt x="69" y="10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9" name="Freeform 1460">
              <a:extLst>
                <a:ext uri="{FF2B5EF4-FFF2-40B4-BE49-F238E27FC236}">
                  <a16:creationId xmlns:a16="http://schemas.microsoft.com/office/drawing/2014/main" id="{94006231-E05B-4051-A747-9152524FF1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8" y="2146"/>
              <a:ext cx="63" cy="63"/>
            </a:xfrm>
            <a:custGeom>
              <a:avLst/>
              <a:gdLst>
                <a:gd name="T0" fmla="*/ 60 w 63"/>
                <a:gd name="T1" fmla="*/ 14 h 63"/>
                <a:gd name="T2" fmla="*/ 60 w 63"/>
                <a:gd name="T3" fmla="*/ 23 h 63"/>
                <a:gd name="T4" fmla="*/ 62 w 63"/>
                <a:gd name="T5" fmla="*/ 27 h 63"/>
                <a:gd name="T6" fmla="*/ 62 w 63"/>
                <a:gd name="T7" fmla="*/ 34 h 63"/>
                <a:gd name="T8" fmla="*/ 59 w 63"/>
                <a:gd name="T9" fmla="*/ 36 h 63"/>
                <a:gd name="T10" fmla="*/ 54 w 63"/>
                <a:gd name="T11" fmla="*/ 39 h 63"/>
                <a:gd name="T12" fmla="*/ 51 w 63"/>
                <a:gd name="T13" fmla="*/ 42 h 63"/>
                <a:gd name="T14" fmla="*/ 48 w 63"/>
                <a:gd name="T15" fmla="*/ 44 h 63"/>
                <a:gd name="T16" fmla="*/ 44 w 63"/>
                <a:gd name="T17" fmla="*/ 47 h 63"/>
                <a:gd name="T18" fmla="*/ 41 w 63"/>
                <a:gd name="T19" fmla="*/ 50 h 63"/>
                <a:gd name="T20" fmla="*/ 37 w 63"/>
                <a:gd name="T21" fmla="*/ 53 h 63"/>
                <a:gd name="T22" fmla="*/ 33 w 63"/>
                <a:gd name="T23" fmla="*/ 57 h 63"/>
                <a:gd name="T24" fmla="*/ 31 w 63"/>
                <a:gd name="T25" fmla="*/ 60 h 63"/>
                <a:gd name="T26" fmla="*/ 29 w 63"/>
                <a:gd name="T27" fmla="*/ 63 h 63"/>
                <a:gd name="T28" fmla="*/ 26 w 63"/>
                <a:gd name="T29" fmla="*/ 62 h 63"/>
                <a:gd name="T30" fmla="*/ 24 w 63"/>
                <a:gd name="T31" fmla="*/ 60 h 63"/>
                <a:gd name="T32" fmla="*/ 17 w 63"/>
                <a:gd name="T33" fmla="*/ 56 h 63"/>
                <a:gd name="T34" fmla="*/ 12 w 63"/>
                <a:gd name="T35" fmla="*/ 54 h 63"/>
                <a:gd name="T36" fmla="*/ 8 w 63"/>
                <a:gd name="T37" fmla="*/ 57 h 63"/>
                <a:gd name="T38" fmla="*/ 4 w 63"/>
                <a:gd name="T39" fmla="*/ 54 h 63"/>
                <a:gd name="T40" fmla="*/ 4 w 63"/>
                <a:gd name="T41" fmla="*/ 50 h 63"/>
                <a:gd name="T42" fmla="*/ 3 w 63"/>
                <a:gd name="T43" fmla="*/ 46 h 63"/>
                <a:gd name="T44" fmla="*/ 1 w 63"/>
                <a:gd name="T45" fmla="*/ 37 h 63"/>
                <a:gd name="T46" fmla="*/ 0 w 63"/>
                <a:gd name="T47" fmla="*/ 33 h 63"/>
                <a:gd name="T48" fmla="*/ 1 w 63"/>
                <a:gd name="T49" fmla="*/ 29 h 63"/>
                <a:gd name="T50" fmla="*/ 7 w 63"/>
                <a:gd name="T51" fmla="*/ 27 h 63"/>
                <a:gd name="T52" fmla="*/ 13 w 63"/>
                <a:gd name="T53" fmla="*/ 23 h 63"/>
                <a:gd name="T54" fmla="*/ 17 w 63"/>
                <a:gd name="T55" fmla="*/ 20 h 63"/>
                <a:gd name="T56" fmla="*/ 20 w 63"/>
                <a:gd name="T57" fmla="*/ 18 h 63"/>
                <a:gd name="T58" fmla="*/ 24 w 63"/>
                <a:gd name="T59" fmla="*/ 15 h 63"/>
                <a:gd name="T60" fmla="*/ 26 w 63"/>
                <a:gd name="T61" fmla="*/ 12 h 63"/>
                <a:gd name="T62" fmla="*/ 28 w 63"/>
                <a:gd name="T63" fmla="*/ 9 h 63"/>
                <a:gd name="T64" fmla="*/ 33 w 63"/>
                <a:gd name="T65" fmla="*/ 5 h 63"/>
                <a:gd name="T66" fmla="*/ 35 w 63"/>
                <a:gd name="T67" fmla="*/ 1 h 63"/>
                <a:gd name="T68" fmla="*/ 38 w 63"/>
                <a:gd name="T69" fmla="*/ 1 h 63"/>
                <a:gd name="T70" fmla="*/ 42 w 63"/>
                <a:gd name="T71" fmla="*/ 4 h 63"/>
                <a:gd name="T72" fmla="*/ 48 w 63"/>
                <a:gd name="T73" fmla="*/ 9 h 63"/>
                <a:gd name="T74" fmla="*/ 54 w 63"/>
                <a:gd name="T75" fmla="*/ 9 h 63"/>
                <a:gd name="T76" fmla="*/ 57 w 63"/>
                <a:gd name="T77" fmla="*/ 8 h 63"/>
                <a:gd name="T78" fmla="*/ 45 w 63"/>
                <a:gd name="T79" fmla="*/ 15 h 63"/>
                <a:gd name="T80" fmla="*/ 40 w 63"/>
                <a:gd name="T81" fmla="*/ 20 h 63"/>
                <a:gd name="T82" fmla="*/ 38 w 63"/>
                <a:gd name="T83" fmla="*/ 22 h 63"/>
                <a:gd name="T84" fmla="*/ 35 w 63"/>
                <a:gd name="T85" fmla="*/ 24 h 63"/>
                <a:gd name="T86" fmla="*/ 32 w 63"/>
                <a:gd name="T87" fmla="*/ 27 h 63"/>
                <a:gd name="T88" fmla="*/ 28 w 63"/>
                <a:gd name="T89" fmla="*/ 32 h 63"/>
                <a:gd name="T90" fmla="*/ 24 w 63"/>
                <a:gd name="T91" fmla="*/ 33 h 63"/>
                <a:gd name="T92" fmla="*/ 20 w 63"/>
                <a:gd name="T93" fmla="*/ 37 h 63"/>
                <a:gd name="T94" fmla="*/ 16 w 63"/>
                <a:gd name="T95" fmla="*/ 39 h 63"/>
                <a:gd name="T96" fmla="*/ 18 w 63"/>
                <a:gd name="T97" fmla="*/ 44 h 63"/>
                <a:gd name="T98" fmla="*/ 20 w 63"/>
                <a:gd name="T99" fmla="*/ 49 h 63"/>
                <a:gd name="T100" fmla="*/ 23 w 63"/>
                <a:gd name="T101" fmla="*/ 46 h 63"/>
                <a:gd name="T102" fmla="*/ 28 w 63"/>
                <a:gd name="T103" fmla="*/ 40 h 63"/>
                <a:gd name="T104" fmla="*/ 32 w 63"/>
                <a:gd name="T105" fmla="*/ 39 h 63"/>
                <a:gd name="T106" fmla="*/ 36 w 63"/>
                <a:gd name="T107" fmla="*/ 36 h 63"/>
                <a:gd name="T108" fmla="*/ 39 w 63"/>
                <a:gd name="T109" fmla="*/ 32 h 63"/>
                <a:gd name="T110" fmla="*/ 43 w 63"/>
                <a:gd name="T111" fmla="*/ 28 h 63"/>
                <a:gd name="T112" fmla="*/ 47 w 63"/>
                <a:gd name="T113" fmla="*/ 25 h 63"/>
                <a:gd name="T114" fmla="*/ 48 w 63"/>
                <a:gd name="T115" fmla="*/ 22 h 63"/>
                <a:gd name="T116" fmla="*/ 47 w 63"/>
                <a:gd name="T117" fmla="*/ 18 h 6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3" h="63">
                  <a:moveTo>
                    <a:pt x="58" y="9"/>
                  </a:moveTo>
                  <a:lnTo>
                    <a:pt x="59" y="9"/>
                  </a:lnTo>
                  <a:lnTo>
                    <a:pt x="60" y="10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0" y="16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1" y="25"/>
                  </a:lnTo>
                  <a:lnTo>
                    <a:pt x="61" y="26"/>
                  </a:lnTo>
                  <a:lnTo>
                    <a:pt x="61" y="27"/>
                  </a:lnTo>
                  <a:lnTo>
                    <a:pt x="62" y="27"/>
                  </a:lnTo>
                  <a:lnTo>
                    <a:pt x="62" y="29"/>
                  </a:lnTo>
                  <a:lnTo>
                    <a:pt x="63" y="31"/>
                  </a:lnTo>
                  <a:lnTo>
                    <a:pt x="63" y="33"/>
                  </a:lnTo>
                  <a:lnTo>
                    <a:pt x="62" y="34"/>
                  </a:lnTo>
                  <a:lnTo>
                    <a:pt x="61" y="35"/>
                  </a:lnTo>
                  <a:lnTo>
                    <a:pt x="60" y="35"/>
                  </a:lnTo>
                  <a:lnTo>
                    <a:pt x="59" y="36"/>
                  </a:lnTo>
                  <a:lnTo>
                    <a:pt x="58" y="37"/>
                  </a:lnTo>
                  <a:lnTo>
                    <a:pt x="57" y="37"/>
                  </a:lnTo>
                  <a:lnTo>
                    <a:pt x="56" y="38"/>
                  </a:lnTo>
                  <a:lnTo>
                    <a:pt x="54" y="39"/>
                  </a:lnTo>
                  <a:lnTo>
                    <a:pt x="53" y="40"/>
                  </a:lnTo>
                  <a:lnTo>
                    <a:pt x="52" y="41"/>
                  </a:lnTo>
                  <a:lnTo>
                    <a:pt x="51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7"/>
                  </a:lnTo>
                  <a:lnTo>
                    <a:pt x="44" y="48"/>
                  </a:lnTo>
                  <a:lnTo>
                    <a:pt x="43" y="49"/>
                  </a:lnTo>
                  <a:lnTo>
                    <a:pt x="42" y="49"/>
                  </a:lnTo>
                  <a:lnTo>
                    <a:pt x="41" y="50"/>
                  </a:lnTo>
                  <a:lnTo>
                    <a:pt x="40" y="51"/>
                  </a:lnTo>
                  <a:lnTo>
                    <a:pt x="38" y="53"/>
                  </a:lnTo>
                  <a:lnTo>
                    <a:pt x="37" y="53"/>
                  </a:lnTo>
                  <a:lnTo>
                    <a:pt x="37" y="54"/>
                  </a:lnTo>
                  <a:lnTo>
                    <a:pt x="36" y="54"/>
                  </a:lnTo>
                  <a:lnTo>
                    <a:pt x="34" y="56"/>
                  </a:lnTo>
                  <a:lnTo>
                    <a:pt x="33" y="57"/>
                  </a:lnTo>
                  <a:lnTo>
                    <a:pt x="32" y="57"/>
                  </a:lnTo>
                  <a:lnTo>
                    <a:pt x="32" y="58"/>
                  </a:lnTo>
                  <a:lnTo>
                    <a:pt x="32" y="59"/>
                  </a:lnTo>
                  <a:lnTo>
                    <a:pt x="31" y="60"/>
                  </a:lnTo>
                  <a:lnTo>
                    <a:pt x="32" y="61"/>
                  </a:lnTo>
                  <a:lnTo>
                    <a:pt x="31" y="62"/>
                  </a:lnTo>
                  <a:lnTo>
                    <a:pt x="31" y="63"/>
                  </a:lnTo>
                  <a:lnTo>
                    <a:pt x="29" y="63"/>
                  </a:lnTo>
                  <a:lnTo>
                    <a:pt x="28" y="63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5" y="62"/>
                  </a:lnTo>
                  <a:lnTo>
                    <a:pt x="25" y="61"/>
                  </a:lnTo>
                  <a:lnTo>
                    <a:pt x="24" y="60"/>
                  </a:lnTo>
                  <a:lnTo>
                    <a:pt x="23" y="59"/>
                  </a:lnTo>
                  <a:lnTo>
                    <a:pt x="20" y="57"/>
                  </a:lnTo>
                  <a:lnTo>
                    <a:pt x="19" y="56"/>
                  </a:lnTo>
                  <a:lnTo>
                    <a:pt x="17" y="56"/>
                  </a:lnTo>
                  <a:lnTo>
                    <a:pt x="16" y="56"/>
                  </a:lnTo>
                  <a:lnTo>
                    <a:pt x="14" y="54"/>
                  </a:lnTo>
                  <a:lnTo>
                    <a:pt x="12" y="54"/>
                  </a:lnTo>
                  <a:lnTo>
                    <a:pt x="11" y="55"/>
                  </a:lnTo>
                  <a:lnTo>
                    <a:pt x="10" y="56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5" y="56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3"/>
                  </a:lnTo>
                  <a:lnTo>
                    <a:pt x="4" y="51"/>
                  </a:lnTo>
                  <a:lnTo>
                    <a:pt x="4" y="50"/>
                  </a:lnTo>
                  <a:lnTo>
                    <a:pt x="3" y="48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2" y="43"/>
                  </a:lnTo>
                  <a:lnTo>
                    <a:pt x="3" y="40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1" y="29"/>
                  </a:lnTo>
                  <a:lnTo>
                    <a:pt x="4" y="29"/>
                  </a:lnTo>
                  <a:lnTo>
                    <a:pt x="6" y="28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12" y="25"/>
                  </a:lnTo>
                  <a:lnTo>
                    <a:pt x="13" y="23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6" y="21"/>
                  </a:lnTo>
                  <a:lnTo>
                    <a:pt x="17" y="20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20" y="18"/>
                  </a:lnTo>
                  <a:lnTo>
                    <a:pt x="21" y="16"/>
                  </a:lnTo>
                  <a:lnTo>
                    <a:pt x="23" y="16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5" y="13"/>
                  </a:lnTo>
                  <a:lnTo>
                    <a:pt x="26" y="12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2" y="7"/>
                  </a:lnTo>
                  <a:lnTo>
                    <a:pt x="33" y="5"/>
                  </a:lnTo>
                  <a:lnTo>
                    <a:pt x="34" y="4"/>
                  </a:lnTo>
                  <a:lnTo>
                    <a:pt x="34" y="3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6" y="0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3" y="6"/>
                  </a:lnTo>
                  <a:lnTo>
                    <a:pt x="44" y="7"/>
                  </a:lnTo>
                  <a:lnTo>
                    <a:pt x="47" y="9"/>
                  </a:lnTo>
                  <a:lnTo>
                    <a:pt x="48" y="9"/>
                  </a:lnTo>
                  <a:lnTo>
                    <a:pt x="50" y="9"/>
                  </a:lnTo>
                  <a:lnTo>
                    <a:pt x="52" y="9"/>
                  </a:lnTo>
                  <a:lnTo>
                    <a:pt x="53" y="9"/>
                  </a:lnTo>
                  <a:lnTo>
                    <a:pt x="54" y="9"/>
                  </a:lnTo>
                  <a:lnTo>
                    <a:pt x="55" y="8"/>
                  </a:lnTo>
                  <a:lnTo>
                    <a:pt x="56" y="8"/>
                  </a:lnTo>
                  <a:lnTo>
                    <a:pt x="57" y="8"/>
                  </a:lnTo>
                  <a:lnTo>
                    <a:pt x="58" y="9"/>
                  </a:lnTo>
                  <a:close/>
                  <a:moveTo>
                    <a:pt x="46" y="15"/>
                  </a:moveTo>
                  <a:lnTo>
                    <a:pt x="45" y="15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2" y="18"/>
                  </a:lnTo>
                  <a:lnTo>
                    <a:pt x="40" y="20"/>
                  </a:lnTo>
                  <a:lnTo>
                    <a:pt x="39" y="21"/>
                  </a:lnTo>
                  <a:lnTo>
                    <a:pt x="38" y="22"/>
                  </a:lnTo>
                  <a:lnTo>
                    <a:pt x="37" y="23"/>
                  </a:lnTo>
                  <a:lnTo>
                    <a:pt x="36" y="23"/>
                  </a:lnTo>
                  <a:lnTo>
                    <a:pt x="36" y="24"/>
                  </a:lnTo>
                  <a:lnTo>
                    <a:pt x="35" y="24"/>
                  </a:lnTo>
                  <a:lnTo>
                    <a:pt x="35" y="25"/>
                  </a:lnTo>
                  <a:lnTo>
                    <a:pt x="33" y="27"/>
                  </a:lnTo>
                  <a:lnTo>
                    <a:pt x="32" y="27"/>
                  </a:lnTo>
                  <a:lnTo>
                    <a:pt x="31" y="28"/>
                  </a:lnTo>
                  <a:lnTo>
                    <a:pt x="30" y="29"/>
                  </a:lnTo>
                  <a:lnTo>
                    <a:pt x="28" y="31"/>
                  </a:lnTo>
                  <a:lnTo>
                    <a:pt x="28" y="32"/>
                  </a:lnTo>
                  <a:lnTo>
                    <a:pt x="27" y="32"/>
                  </a:lnTo>
                  <a:lnTo>
                    <a:pt x="26" y="33"/>
                  </a:lnTo>
                  <a:lnTo>
                    <a:pt x="25" y="33"/>
                  </a:lnTo>
                  <a:lnTo>
                    <a:pt x="24" y="33"/>
                  </a:lnTo>
                  <a:lnTo>
                    <a:pt x="24" y="34"/>
                  </a:lnTo>
                  <a:lnTo>
                    <a:pt x="23" y="35"/>
                  </a:lnTo>
                  <a:lnTo>
                    <a:pt x="20" y="36"/>
                  </a:lnTo>
                  <a:lnTo>
                    <a:pt x="20" y="37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6" y="39"/>
                  </a:lnTo>
                  <a:lnTo>
                    <a:pt x="16" y="41"/>
                  </a:lnTo>
                  <a:lnTo>
                    <a:pt x="17" y="42"/>
                  </a:lnTo>
                  <a:lnTo>
                    <a:pt x="18" y="44"/>
                  </a:lnTo>
                  <a:lnTo>
                    <a:pt x="19" y="44"/>
                  </a:lnTo>
                  <a:lnTo>
                    <a:pt x="19" y="45"/>
                  </a:lnTo>
                  <a:lnTo>
                    <a:pt x="20" y="48"/>
                  </a:lnTo>
                  <a:lnTo>
                    <a:pt x="20" y="49"/>
                  </a:lnTo>
                  <a:lnTo>
                    <a:pt x="21" y="50"/>
                  </a:lnTo>
                  <a:lnTo>
                    <a:pt x="22" y="49"/>
                  </a:lnTo>
                  <a:lnTo>
                    <a:pt x="23" y="49"/>
                  </a:lnTo>
                  <a:lnTo>
                    <a:pt x="23" y="46"/>
                  </a:lnTo>
                  <a:lnTo>
                    <a:pt x="24" y="44"/>
                  </a:lnTo>
                  <a:lnTo>
                    <a:pt x="25" y="43"/>
                  </a:lnTo>
                  <a:lnTo>
                    <a:pt x="26" y="43"/>
                  </a:lnTo>
                  <a:lnTo>
                    <a:pt x="28" y="40"/>
                  </a:lnTo>
                  <a:lnTo>
                    <a:pt x="30" y="39"/>
                  </a:lnTo>
                  <a:lnTo>
                    <a:pt x="31" y="39"/>
                  </a:lnTo>
                  <a:lnTo>
                    <a:pt x="32" y="39"/>
                  </a:lnTo>
                  <a:lnTo>
                    <a:pt x="32" y="38"/>
                  </a:lnTo>
                  <a:lnTo>
                    <a:pt x="34" y="36"/>
                  </a:lnTo>
                  <a:lnTo>
                    <a:pt x="35" y="36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7" y="34"/>
                  </a:lnTo>
                  <a:lnTo>
                    <a:pt x="39" y="33"/>
                  </a:lnTo>
                  <a:lnTo>
                    <a:pt x="39" y="32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9"/>
                  </a:lnTo>
                  <a:lnTo>
                    <a:pt x="43" y="28"/>
                  </a:lnTo>
                  <a:lnTo>
                    <a:pt x="44" y="27"/>
                  </a:lnTo>
                  <a:lnTo>
                    <a:pt x="45" y="27"/>
                  </a:lnTo>
                  <a:lnTo>
                    <a:pt x="46" y="26"/>
                  </a:lnTo>
                  <a:lnTo>
                    <a:pt x="47" y="25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9" y="24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5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0" name="Freeform 1461">
              <a:extLst>
                <a:ext uri="{FF2B5EF4-FFF2-40B4-BE49-F238E27FC236}">
                  <a16:creationId xmlns:a16="http://schemas.microsoft.com/office/drawing/2014/main" id="{3C98DAA8-1C13-4021-8B78-205AC754EB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8" y="2193"/>
              <a:ext cx="93" cy="68"/>
            </a:xfrm>
            <a:custGeom>
              <a:avLst/>
              <a:gdLst>
                <a:gd name="T0" fmla="*/ 89 w 93"/>
                <a:gd name="T1" fmla="*/ 22 h 68"/>
                <a:gd name="T2" fmla="*/ 87 w 93"/>
                <a:gd name="T3" fmla="*/ 27 h 68"/>
                <a:gd name="T4" fmla="*/ 89 w 93"/>
                <a:gd name="T5" fmla="*/ 38 h 68"/>
                <a:gd name="T6" fmla="*/ 91 w 93"/>
                <a:gd name="T7" fmla="*/ 45 h 68"/>
                <a:gd name="T8" fmla="*/ 88 w 93"/>
                <a:gd name="T9" fmla="*/ 46 h 68"/>
                <a:gd name="T10" fmla="*/ 78 w 93"/>
                <a:gd name="T11" fmla="*/ 50 h 68"/>
                <a:gd name="T12" fmla="*/ 73 w 93"/>
                <a:gd name="T13" fmla="*/ 51 h 68"/>
                <a:gd name="T14" fmla="*/ 70 w 93"/>
                <a:gd name="T15" fmla="*/ 54 h 68"/>
                <a:gd name="T16" fmla="*/ 57 w 93"/>
                <a:gd name="T17" fmla="*/ 61 h 68"/>
                <a:gd name="T18" fmla="*/ 52 w 93"/>
                <a:gd name="T19" fmla="*/ 66 h 68"/>
                <a:gd name="T20" fmla="*/ 50 w 93"/>
                <a:gd name="T21" fmla="*/ 68 h 68"/>
                <a:gd name="T22" fmla="*/ 46 w 93"/>
                <a:gd name="T23" fmla="*/ 66 h 68"/>
                <a:gd name="T24" fmla="*/ 40 w 93"/>
                <a:gd name="T25" fmla="*/ 61 h 68"/>
                <a:gd name="T26" fmla="*/ 34 w 93"/>
                <a:gd name="T27" fmla="*/ 58 h 68"/>
                <a:gd name="T28" fmla="*/ 34 w 93"/>
                <a:gd name="T29" fmla="*/ 53 h 68"/>
                <a:gd name="T30" fmla="*/ 40 w 93"/>
                <a:gd name="T31" fmla="*/ 51 h 68"/>
                <a:gd name="T32" fmla="*/ 39 w 93"/>
                <a:gd name="T33" fmla="*/ 45 h 68"/>
                <a:gd name="T34" fmla="*/ 34 w 93"/>
                <a:gd name="T35" fmla="*/ 44 h 68"/>
                <a:gd name="T36" fmla="*/ 28 w 93"/>
                <a:gd name="T37" fmla="*/ 47 h 68"/>
                <a:gd name="T38" fmla="*/ 21 w 93"/>
                <a:gd name="T39" fmla="*/ 52 h 68"/>
                <a:gd name="T40" fmla="*/ 17 w 93"/>
                <a:gd name="T41" fmla="*/ 59 h 68"/>
                <a:gd name="T42" fmla="*/ 12 w 93"/>
                <a:gd name="T43" fmla="*/ 56 h 68"/>
                <a:gd name="T44" fmla="*/ 12 w 93"/>
                <a:gd name="T45" fmla="*/ 50 h 68"/>
                <a:gd name="T46" fmla="*/ 12 w 93"/>
                <a:gd name="T47" fmla="*/ 44 h 68"/>
                <a:gd name="T48" fmla="*/ 4 w 93"/>
                <a:gd name="T49" fmla="*/ 44 h 68"/>
                <a:gd name="T50" fmla="*/ 0 w 93"/>
                <a:gd name="T51" fmla="*/ 41 h 68"/>
                <a:gd name="T52" fmla="*/ 0 w 93"/>
                <a:gd name="T53" fmla="*/ 35 h 68"/>
                <a:gd name="T54" fmla="*/ 7 w 93"/>
                <a:gd name="T55" fmla="*/ 35 h 68"/>
                <a:gd name="T56" fmla="*/ 14 w 93"/>
                <a:gd name="T57" fmla="*/ 37 h 68"/>
                <a:gd name="T58" fmla="*/ 24 w 93"/>
                <a:gd name="T59" fmla="*/ 32 h 68"/>
                <a:gd name="T60" fmla="*/ 30 w 93"/>
                <a:gd name="T61" fmla="*/ 29 h 68"/>
                <a:gd name="T62" fmla="*/ 36 w 93"/>
                <a:gd name="T63" fmla="*/ 26 h 68"/>
                <a:gd name="T64" fmla="*/ 40 w 93"/>
                <a:gd name="T65" fmla="*/ 23 h 68"/>
                <a:gd name="T66" fmla="*/ 48 w 93"/>
                <a:gd name="T67" fmla="*/ 20 h 68"/>
                <a:gd name="T68" fmla="*/ 51 w 93"/>
                <a:gd name="T69" fmla="*/ 17 h 68"/>
                <a:gd name="T70" fmla="*/ 59 w 93"/>
                <a:gd name="T71" fmla="*/ 13 h 68"/>
                <a:gd name="T72" fmla="*/ 66 w 93"/>
                <a:gd name="T73" fmla="*/ 9 h 68"/>
                <a:gd name="T74" fmla="*/ 71 w 93"/>
                <a:gd name="T75" fmla="*/ 3 h 68"/>
                <a:gd name="T76" fmla="*/ 75 w 93"/>
                <a:gd name="T77" fmla="*/ 1 h 68"/>
                <a:gd name="T78" fmla="*/ 83 w 93"/>
                <a:gd name="T79" fmla="*/ 9 h 68"/>
                <a:gd name="T80" fmla="*/ 89 w 93"/>
                <a:gd name="T81" fmla="*/ 13 h 68"/>
                <a:gd name="T82" fmla="*/ 93 w 93"/>
                <a:gd name="T83" fmla="*/ 18 h 68"/>
                <a:gd name="T84" fmla="*/ 80 w 93"/>
                <a:gd name="T85" fmla="*/ 26 h 68"/>
                <a:gd name="T86" fmla="*/ 77 w 93"/>
                <a:gd name="T87" fmla="*/ 23 h 68"/>
                <a:gd name="T88" fmla="*/ 74 w 93"/>
                <a:gd name="T89" fmla="*/ 22 h 68"/>
                <a:gd name="T90" fmla="*/ 64 w 93"/>
                <a:gd name="T91" fmla="*/ 28 h 68"/>
                <a:gd name="T92" fmla="*/ 60 w 93"/>
                <a:gd name="T93" fmla="*/ 30 h 68"/>
                <a:gd name="T94" fmla="*/ 56 w 93"/>
                <a:gd name="T95" fmla="*/ 32 h 68"/>
                <a:gd name="T96" fmla="*/ 45 w 93"/>
                <a:gd name="T97" fmla="*/ 38 h 68"/>
                <a:gd name="T98" fmla="*/ 44 w 93"/>
                <a:gd name="T99" fmla="*/ 42 h 68"/>
                <a:gd name="T100" fmla="*/ 48 w 93"/>
                <a:gd name="T101" fmla="*/ 46 h 68"/>
                <a:gd name="T102" fmla="*/ 48 w 93"/>
                <a:gd name="T103" fmla="*/ 50 h 68"/>
                <a:gd name="T104" fmla="*/ 52 w 93"/>
                <a:gd name="T105" fmla="*/ 47 h 68"/>
                <a:gd name="T106" fmla="*/ 56 w 93"/>
                <a:gd name="T107" fmla="*/ 43 h 68"/>
                <a:gd name="T108" fmla="*/ 60 w 93"/>
                <a:gd name="T109" fmla="*/ 40 h 68"/>
                <a:gd name="T110" fmla="*/ 71 w 93"/>
                <a:gd name="T111" fmla="*/ 35 h 68"/>
                <a:gd name="T112" fmla="*/ 81 w 93"/>
                <a:gd name="T113" fmla="*/ 31 h 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3" h="68">
                  <a:moveTo>
                    <a:pt x="93" y="18"/>
                  </a:moveTo>
                  <a:lnTo>
                    <a:pt x="93" y="19"/>
                  </a:lnTo>
                  <a:lnTo>
                    <a:pt x="92" y="21"/>
                  </a:lnTo>
                  <a:lnTo>
                    <a:pt x="91" y="21"/>
                  </a:lnTo>
                  <a:lnTo>
                    <a:pt x="89" y="22"/>
                  </a:lnTo>
                  <a:lnTo>
                    <a:pt x="89" y="23"/>
                  </a:lnTo>
                  <a:lnTo>
                    <a:pt x="88" y="24"/>
                  </a:lnTo>
                  <a:lnTo>
                    <a:pt x="87" y="25"/>
                  </a:lnTo>
                  <a:lnTo>
                    <a:pt x="87" y="26"/>
                  </a:lnTo>
                  <a:lnTo>
                    <a:pt x="87" y="27"/>
                  </a:lnTo>
                  <a:lnTo>
                    <a:pt x="87" y="29"/>
                  </a:lnTo>
                  <a:lnTo>
                    <a:pt x="87" y="32"/>
                  </a:lnTo>
                  <a:lnTo>
                    <a:pt x="88" y="33"/>
                  </a:lnTo>
                  <a:lnTo>
                    <a:pt x="88" y="34"/>
                  </a:lnTo>
                  <a:lnTo>
                    <a:pt x="89" y="38"/>
                  </a:lnTo>
                  <a:lnTo>
                    <a:pt x="91" y="41"/>
                  </a:lnTo>
                  <a:lnTo>
                    <a:pt x="91" y="42"/>
                  </a:lnTo>
                  <a:lnTo>
                    <a:pt x="92" y="44"/>
                  </a:lnTo>
                  <a:lnTo>
                    <a:pt x="91" y="45"/>
                  </a:lnTo>
                  <a:lnTo>
                    <a:pt x="90" y="46"/>
                  </a:lnTo>
                  <a:lnTo>
                    <a:pt x="89" y="46"/>
                  </a:lnTo>
                  <a:lnTo>
                    <a:pt x="88" y="46"/>
                  </a:lnTo>
                  <a:lnTo>
                    <a:pt x="86" y="46"/>
                  </a:lnTo>
                  <a:lnTo>
                    <a:pt x="84" y="47"/>
                  </a:lnTo>
                  <a:lnTo>
                    <a:pt x="82" y="47"/>
                  </a:lnTo>
                  <a:lnTo>
                    <a:pt x="81" y="47"/>
                  </a:lnTo>
                  <a:lnTo>
                    <a:pt x="78" y="50"/>
                  </a:lnTo>
                  <a:lnTo>
                    <a:pt x="77" y="50"/>
                  </a:lnTo>
                  <a:lnTo>
                    <a:pt x="75" y="50"/>
                  </a:lnTo>
                  <a:lnTo>
                    <a:pt x="73" y="51"/>
                  </a:lnTo>
                  <a:lnTo>
                    <a:pt x="72" y="52"/>
                  </a:lnTo>
                  <a:lnTo>
                    <a:pt x="71" y="53"/>
                  </a:lnTo>
                  <a:lnTo>
                    <a:pt x="70" y="54"/>
                  </a:lnTo>
                  <a:lnTo>
                    <a:pt x="68" y="55"/>
                  </a:lnTo>
                  <a:lnTo>
                    <a:pt x="66" y="56"/>
                  </a:lnTo>
                  <a:lnTo>
                    <a:pt x="64" y="57"/>
                  </a:lnTo>
                  <a:lnTo>
                    <a:pt x="61" y="58"/>
                  </a:lnTo>
                  <a:lnTo>
                    <a:pt x="57" y="61"/>
                  </a:lnTo>
                  <a:lnTo>
                    <a:pt x="56" y="61"/>
                  </a:lnTo>
                  <a:lnTo>
                    <a:pt x="53" y="64"/>
                  </a:lnTo>
                  <a:lnTo>
                    <a:pt x="52" y="65"/>
                  </a:lnTo>
                  <a:lnTo>
                    <a:pt x="52" y="66"/>
                  </a:lnTo>
                  <a:lnTo>
                    <a:pt x="52" y="67"/>
                  </a:lnTo>
                  <a:lnTo>
                    <a:pt x="52" y="68"/>
                  </a:lnTo>
                  <a:lnTo>
                    <a:pt x="51" y="68"/>
                  </a:lnTo>
                  <a:lnTo>
                    <a:pt x="50" y="68"/>
                  </a:lnTo>
                  <a:lnTo>
                    <a:pt x="49" y="68"/>
                  </a:lnTo>
                  <a:lnTo>
                    <a:pt x="48" y="68"/>
                  </a:lnTo>
                  <a:lnTo>
                    <a:pt x="48" y="67"/>
                  </a:lnTo>
                  <a:lnTo>
                    <a:pt x="47" y="66"/>
                  </a:lnTo>
                  <a:lnTo>
                    <a:pt x="46" y="66"/>
                  </a:lnTo>
                  <a:lnTo>
                    <a:pt x="45" y="65"/>
                  </a:lnTo>
                  <a:lnTo>
                    <a:pt x="44" y="65"/>
                  </a:lnTo>
                  <a:lnTo>
                    <a:pt x="42" y="62"/>
                  </a:lnTo>
                  <a:lnTo>
                    <a:pt x="41" y="62"/>
                  </a:lnTo>
                  <a:lnTo>
                    <a:pt x="40" y="61"/>
                  </a:lnTo>
                  <a:lnTo>
                    <a:pt x="39" y="61"/>
                  </a:lnTo>
                  <a:lnTo>
                    <a:pt x="37" y="61"/>
                  </a:lnTo>
                  <a:lnTo>
                    <a:pt x="36" y="60"/>
                  </a:lnTo>
                  <a:lnTo>
                    <a:pt x="35" y="59"/>
                  </a:lnTo>
                  <a:lnTo>
                    <a:pt x="34" y="58"/>
                  </a:lnTo>
                  <a:lnTo>
                    <a:pt x="33" y="57"/>
                  </a:lnTo>
                  <a:lnTo>
                    <a:pt x="33" y="56"/>
                  </a:lnTo>
                  <a:lnTo>
                    <a:pt x="33" y="55"/>
                  </a:lnTo>
                  <a:lnTo>
                    <a:pt x="33" y="54"/>
                  </a:lnTo>
                  <a:lnTo>
                    <a:pt x="34" y="53"/>
                  </a:lnTo>
                  <a:lnTo>
                    <a:pt x="36" y="52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40" y="52"/>
                  </a:lnTo>
                  <a:lnTo>
                    <a:pt x="40" y="51"/>
                  </a:lnTo>
                  <a:lnTo>
                    <a:pt x="40" y="50"/>
                  </a:lnTo>
                  <a:lnTo>
                    <a:pt x="40" y="47"/>
                  </a:lnTo>
                  <a:lnTo>
                    <a:pt x="40" y="46"/>
                  </a:lnTo>
                  <a:lnTo>
                    <a:pt x="39" y="45"/>
                  </a:lnTo>
                  <a:lnTo>
                    <a:pt x="38" y="44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4"/>
                  </a:lnTo>
                  <a:lnTo>
                    <a:pt x="33" y="44"/>
                  </a:lnTo>
                  <a:lnTo>
                    <a:pt x="32" y="45"/>
                  </a:lnTo>
                  <a:lnTo>
                    <a:pt x="31" y="45"/>
                  </a:lnTo>
                  <a:lnTo>
                    <a:pt x="29" y="46"/>
                  </a:lnTo>
                  <a:lnTo>
                    <a:pt x="28" y="47"/>
                  </a:lnTo>
                  <a:lnTo>
                    <a:pt x="27" y="48"/>
                  </a:lnTo>
                  <a:lnTo>
                    <a:pt x="24" y="50"/>
                  </a:lnTo>
                  <a:lnTo>
                    <a:pt x="23" y="50"/>
                  </a:lnTo>
                  <a:lnTo>
                    <a:pt x="21" y="52"/>
                  </a:lnTo>
                  <a:lnTo>
                    <a:pt x="20" y="53"/>
                  </a:lnTo>
                  <a:lnTo>
                    <a:pt x="19" y="54"/>
                  </a:lnTo>
                  <a:lnTo>
                    <a:pt x="19" y="55"/>
                  </a:lnTo>
                  <a:lnTo>
                    <a:pt x="18" y="57"/>
                  </a:lnTo>
                  <a:lnTo>
                    <a:pt x="17" y="59"/>
                  </a:lnTo>
                  <a:lnTo>
                    <a:pt x="16" y="60"/>
                  </a:lnTo>
                  <a:lnTo>
                    <a:pt x="15" y="60"/>
                  </a:lnTo>
                  <a:lnTo>
                    <a:pt x="13" y="59"/>
                  </a:lnTo>
                  <a:lnTo>
                    <a:pt x="12" y="56"/>
                  </a:lnTo>
                  <a:lnTo>
                    <a:pt x="12" y="55"/>
                  </a:lnTo>
                  <a:lnTo>
                    <a:pt x="12" y="54"/>
                  </a:lnTo>
                  <a:lnTo>
                    <a:pt x="12" y="52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4"/>
                  </a:lnTo>
                  <a:lnTo>
                    <a:pt x="8" y="44"/>
                  </a:lnTo>
                  <a:lnTo>
                    <a:pt x="5" y="44"/>
                  </a:lnTo>
                  <a:lnTo>
                    <a:pt x="4" y="44"/>
                  </a:lnTo>
                  <a:lnTo>
                    <a:pt x="3" y="44"/>
                  </a:lnTo>
                  <a:lnTo>
                    <a:pt x="2" y="44"/>
                  </a:lnTo>
                  <a:lnTo>
                    <a:pt x="1" y="42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2" y="34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6" y="35"/>
                  </a:lnTo>
                  <a:lnTo>
                    <a:pt x="7" y="35"/>
                  </a:lnTo>
                  <a:lnTo>
                    <a:pt x="8" y="36"/>
                  </a:lnTo>
                  <a:lnTo>
                    <a:pt x="8" y="37"/>
                  </a:lnTo>
                  <a:lnTo>
                    <a:pt x="10" y="37"/>
                  </a:lnTo>
                  <a:lnTo>
                    <a:pt x="11" y="37"/>
                  </a:lnTo>
                  <a:lnTo>
                    <a:pt x="14" y="37"/>
                  </a:lnTo>
                  <a:lnTo>
                    <a:pt x="16" y="36"/>
                  </a:lnTo>
                  <a:lnTo>
                    <a:pt x="19" y="34"/>
                  </a:lnTo>
                  <a:lnTo>
                    <a:pt x="20" y="33"/>
                  </a:lnTo>
                  <a:lnTo>
                    <a:pt x="24" y="32"/>
                  </a:lnTo>
                  <a:lnTo>
                    <a:pt x="26" y="31"/>
                  </a:lnTo>
                  <a:lnTo>
                    <a:pt x="28" y="30"/>
                  </a:lnTo>
                  <a:lnTo>
                    <a:pt x="28" y="29"/>
                  </a:lnTo>
                  <a:lnTo>
                    <a:pt x="30" y="29"/>
                  </a:lnTo>
                  <a:lnTo>
                    <a:pt x="31" y="28"/>
                  </a:lnTo>
                  <a:lnTo>
                    <a:pt x="32" y="28"/>
                  </a:lnTo>
                  <a:lnTo>
                    <a:pt x="32" y="27"/>
                  </a:lnTo>
                  <a:lnTo>
                    <a:pt x="35" y="26"/>
                  </a:lnTo>
                  <a:lnTo>
                    <a:pt x="36" y="26"/>
                  </a:lnTo>
                  <a:lnTo>
                    <a:pt x="38" y="24"/>
                  </a:lnTo>
                  <a:lnTo>
                    <a:pt x="39" y="23"/>
                  </a:lnTo>
                  <a:lnTo>
                    <a:pt x="40" y="23"/>
                  </a:lnTo>
                  <a:lnTo>
                    <a:pt x="43" y="21"/>
                  </a:lnTo>
                  <a:lnTo>
                    <a:pt x="44" y="21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3" y="15"/>
                  </a:lnTo>
                  <a:lnTo>
                    <a:pt x="55" y="15"/>
                  </a:lnTo>
                  <a:lnTo>
                    <a:pt x="57" y="14"/>
                  </a:lnTo>
                  <a:lnTo>
                    <a:pt x="58" y="14"/>
                  </a:lnTo>
                  <a:lnTo>
                    <a:pt x="59" y="13"/>
                  </a:lnTo>
                  <a:lnTo>
                    <a:pt x="60" y="13"/>
                  </a:lnTo>
                  <a:lnTo>
                    <a:pt x="60" y="12"/>
                  </a:lnTo>
                  <a:lnTo>
                    <a:pt x="63" y="11"/>
                  </a:lnTo>
                  <a:lnTo>
                    <a:pt x="65" y="9"/>
                  </a:lnTo>
                  <a:lnTo>
                    <a:pt x="66" y="9"/>
                  </a:lnTo>
                  <a:lnTo>
                    <a:pt x="69" y="8"/>
                  </a:lnTo>
                  <a:lnTo>
                    <a:pt x="70" y="6"/>
                  </a:lnTo>
                  <a:lnTo>
                    <a:pt x="71" y="5"/>
                  </a:lnTo>
                  <a:lnTo>
                    <a:pt x="71" y="4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3" y="0"/>
                  </a:lnTo>
                  <a:lnTo>
                    <a:pt x="75" y="1"/>
                  </a:lnTo>
                  <a:lnTo>
                    <a:pt x="77" y="3"/>
                  </a:lnTo>
                  <a:lnTo>
                    <a:pt x="77" y="4"/>
                  </a:lnTo>
                  <a:lnTo>
                    <a:pt x="79" y="6"/>
                  </a:lnTo>
                  <a:lnTo>
                    <a:pt x="81" y="8"/>
                  </a:lnTo>
                  <a:lnTo>
                    <a:pt x="83" y="9"/>
                  </a:lnTo>
                  <a:lnTo>
                    <a:pt x="85" y="10"/>
                  </a:lnTo>
                  <a:lnTo>
                    <a:pt x="87" y="12"/>
                  </a:lnTo>
                  <a:lnTo>
                    <a:pt x="89" y="13"/>
                  </a:lnTo>
                  <a:lnTo>
                    <a:pt x="90" y="15"/>
                  </a:lnTo>
                  <a:lnTo>
                    <a:pt x="91" y="15"/>
                  </a:lnTo>
                  <a:lnTo>
                    <a:pt x="92" y="16"/>
                  </a:lnTo>
                  <a:lnTo>
                    <a:pt x="93" y="18"/>
                  </a:lnTo>
                  <a:close/>
                  <a:moveTo>
                    <a:pt x="82" y="28"/>
                  </a:moveTo>
                  <a:lnTo>
                    <a:pt x="82" y="27"/>
                  </a:lnTo>
                  <a:lnTo>
                    <a:pt x="81" y="27"/>
                  </a:lnTo>
                  <a:lnTo>
                    <a:pt x="80" y="26"/>
                  </a:lnTo>
                  <a:lnTo>
                    <a:pt x="79" y="25"/>
                  </a:lnTo>
                  <a:lnTo>
                    <a:pt x="78" y="24"/>
                  </a:lnTo>
                  <a:lnTo>
                    <a:pt x="77" y="23"/>
                  </a:lnTo>
                  <a:lnTo>
                    <a:pt x="77" y="22"/>
                  </a:lnTo>
                  <a:lnTo>
                    <a:pt x="76" y="21"/>
                  </a:lnTo>
                  <a:lnTo>
                    <a:pt x="74" y="22"/>
                  </a:lnTo>
                  <a:lnTo>
                    <a:pt x="68" y="26"/>
                  </a:lnTo>
                  <a:lnTo>
                    <a:pt x="67" y="27"/>
                  </a:lnTo>
                  <a:lnTo>
                    <a:pt x="65" y="27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62" y="29"/>
                  </a:lnTo>
                  <a:lnTo>
                    <a:pt x="61" y="30"/>
                  </a:lnTo>
                  <a:lnTo>
                    <a:pt x="60" y="30"/>
                  </a:lnTo>
                  <a:lnTo>
                    <a:pt x="59" y="31"/>
                  </a:lnTo>
                  <a:lnTo>
                    <a:pt x="59" y="32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6" y="38"/>
                  </a:lnTo>
                  <a:lnTo>
                    <a:pt x="45" y="38"/>
                  </a:lnTo>
                  <a:lnTo>
                    <a:pt x="44" y="38"/>
                  </a:lnTo>
                  <a:lnTo>
                    <a:pt x="44" y="39"/>
                  </a:lnTo>
                  <a:lnTo>
                    <a:pt x="44" y="41"/>
                  </a:lnTo>
                  <a:lnTo>
                    <a:pt x="44" y="42"/>
                  </a:lnTo>
                  <a:lnTo>
                    <a:pt x="45" y="43"/>
                  </a:lnTo>
                  <a:lnTo>
                    <a:pt x="46" y="44"/>
                  </a:lnTo>
                  <a:lnTo>
                    <a:pt x="47" y="44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8" y="47"/>
                  </a:lnTo>
                  <a:lnTo>
                    <a:pt x="49" y="49"/>
                  </a:lnTo>
                  <a:lnTo>
                    <a:pt x="49" y="50"/>
                  </a:lnTo>
                  <a:lnTo>
                    <a:pt x="48" y="50"/>
                  </a:lnTo>
                  <a:lnTo>
                    <a:pt x="49" y="51"/>
                  </a:lnTo>
                  <a:lnTo>
                    <a:pt x="50" y="50"/>
                  </a:lnTo>
                  <a:lnTo>
                    <a:pt x="52" y="48"/>
                  </a:lnTo>
                  <a:lnTo>
                    <a:pt x="52" y="47"/>
                  </a:lnTo>
                  <a:lnTo>
                    <a:pt x="53" y="45"/>
                  </a:lnTo>
                  <a:lnTo>
                    <a:pt x="54" y="44"/>
                  </a:lnTo>
                  <a:lnTo>
                    <a:pt x="55" y="44"/>
                  </a:lnTo>
                  <a:lnTo>
                    <a:pt x="56" y="43"/>
                  </a:lnTo>
                  <a:lnTo>
                    <a:pt x="59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4" y="39"/>
                  </a:lnTo>
                  <a:lnTo>
                    <a:pt x="64" y="38"/>
                  </a:lnTo>
                  <a:lnTo>
                    <a:pt x="69" y="36"/>
                  </a:lnTo>
                  <a:lnTo>
                    <a:pt x="71" y="35"/>
                  </a:lnTo>
                  <a:lnTo>
                    <a:pt x="72" y="34"/>
                  </a:lnTo>
                  <a:lnTo>
                    <a:pt x="73" y="34"/>
                  </a:lnTo>
                  <a:lnTo>
                    <a:pt x="73" y="33"/>
                  </a:lnTo>
                  <a:lnTo>
                    <a:pt x="79" y="31"/>
                  </a:lnTo>
                  <a:lnTo>
                    <a:pt x="81" y="31"/>
                  </a:lnTo>
                  <a:lnTo>
                    <a:pt x="81" y="30"/>
                  </a:lnTo>
                  <a:lnTo>
                    <a:pt x="82" y="28"/>
                  </a:lnTo>
                  <a:close/>
                </a:path>
              </a:pathLst>
            </a:custGeom>
            <a:solidFill>
              <a:srgbClr val="965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1" name="Freeform 1462">
              <a:extLst>
                <a:ext uri="{FF2B5EF4-FFF2-40B4-BE49-F238E27FC236}">
                  <a16:creationId xmlns:a16="http://schemas.microsoft.com/office/drawing/2014/main" id="{737865E9-3417-4C27-93B5-D92A76C50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161"/>
              <a:ext cx="94" cy="104"/>
            </a:xfrm>
            <a:custGeom>
              <a:avLst/>
              <a:gdLst>
                <a:gd name="T0" fmla="*/ 6 w 94"/>
                <a:gd name="T1" fmla="*/ 40 h 104"/>
                <a:gd name="T2" fmla="*/ 12 w 94"/>
                <a:gd name="T3" fmla="*/ 33 h 104"/>
                <a:gd name="T4" fmla="*/ 15 w 94"/>
                <a:gd name="T5" fmla="*/ 26 h 104"/>
                <a:gd name="T6" fmla="*/ 19 w 94"/>
                <a:gd name="T7" fmla="*/ 17 h 104"/>
                <a:gd name="T8" fmla="*/ 22 w 94"/>
                <a:gd name="T9" fmla="*/ 12 h 104"/>
                <a:gd name="T10" fmla="*/ 27 w 94"/>
                <a:gd name="T11" fmla="*/ 6 h 104"/>
                <a:gd name="T12" fmla="*/ 32 w 94"/>
                <a:gd name="T13" fmla="*/ 3 h 104"/>
                <a:gd name="T14" fmla="*/ 38 w 94"/>
                <a:gd name="T15" fmla="*/ 1 h 104"/>
                <a:gd name="T16" fmla="*/ 43 w 94"/>
                <a:gd name="T17" fmla="*/ 0 h 104"/>
                <a:gd name="T18" fmla="*/ 49 w 94"/>
                <a:gd name="T19" fmla="*/ 0 h 104"/>
                <a:gd name="T20" fmla="*/ 58 w 94"/>
                <a:gd name="T21" fmla="*/ 3 h 104"/>
                <a:gd name="T22" fmla="*/ 62 w 94"/>
                <a:gd name="T23" fmla="*/ 9 h 104"/>
                <a:gd name="T24" fmla="*/ 68 w 94"/>
                <a:gd name="T25" fmla="*/ 16 h 104"/>
                <a:gd name="T26" fmla="*/ 70 w 94"/>
                <a:gd name="T27" fmla="*/ 24 h 104"/>
                <a:gd name="T28" fmla="*/ 72 w 94"/>
                <a:gd name="T29" fmla="*/ 32 h 104"/>
                <a:gd name="T30" fmla="*/ 71 w 94"/>
                <a:gd name="T31" fmla="*/ 38 h 104"/>
                <a:gd name="T32" fmla="*/ 70 w 94"/>
                <a:gd name="T33" fmla="*/ 45 h 104"/>
                <a:gd name="T34" fmla="*/ 66 w 94"/>
                <a:gd name="T35" fmla="*/ 49 h 104"/>
                <a:gd name="T36" fmla="*/ 56 w 94"/>
                <a:gd name="T37" fmla="*/ 47 h 104"/>
                <a:gd name="T38" fmla="*/ 59 w 94"/>
                <a:gd name="T39" fmla="*/ 41 h 104"/>
                <a:gd name="T40" fmla="*/ 62 w 94"/>
                <a:gd name="T41" fmla="*/ 37 h 104"/>
                <a:gd name="T42" fmla="*/ 54 w 94"/>
                <a:gd name="T43" fmla="*/ 29 h 104"/>
                <a:gd name="T44" fmla="*/ 48 w 94"/>
                <a:gd name="T45" fmla="*/ 24 h 104"/>
                <a:gd name="T46" fmla="*/ 42 w 94"/>
                <a:gd name="T47" fmla="*/ 20 h 104"/>
                <a:gd name="T48" fmla="*/ 30 w 94"/>
                <a:gd name="T49" fmla="*/ 18 h 104"/>
                <a:gd name="T50" fmla="*/ 24 w 94"/>
                <a:gd name="T51" fmla="*/ 26 h 104"/>
                <a:gd name="T52" fmla="*/ 29 w 94"/>
                <a:gd name="T53" fmla="*/ 32 h 104"/>
                <a:gd name="T54" fmla="*/ 34 w 94"/>
                <a:gd name="T55" fmla="*/ 35 h 104"/>
                <a:gd name="T56" fmla="*/ 42 w 94"/>
                <a:gd name="T57" fmla="*/ 41 h 104"/>
                <a:gd name="T58" fmla="*/ 49 w 94"/>
                <a:gd name="T59" fmla="*/ 46 h 104"/>
                <a:gd name="T60" fmla="*/ 54 w 94"/>
                <a:gd name="T61" fmla="*/ 49 h 104"/>
                <a:gd name="T62" fmla="*/ 60 w 94"/>
                <a:gd name="T63" fmla="*/ 53 h 104"/>
                <a:gd name="T64" fmla="*/ 68 w 94"/>
                <a:gd name="T65" fmla="*/ 57 h 104"/>
                <a:gd name="T66" fmla="*/ 76 w 94"/>
                <a:gd name="T67" fmla="*/ 59 h 104"/>
                <a:gd name="T68" fmla="*/ 82 w 94"/>
                <a:gd name="T69" fmla="*/ 60 h 104"/>
                <a:gd name="T70" fmla="*/ 86 w 94"/>
                <a:gd name="T71" fmla="*/ 55 h 104"/>
                <a:gd name="T72" fmla="*/ 86 w 94"/>
                <a:gd name="T73" fmla="*/ 47 h 104"/>
                <a:gd name="T74" fmla="*/ 90 w 94"/>
                <a:gd name="T75" fmla="*/ 46 h 104"/>
                <a:gd name="T76" fmla="*/ 94 w 94"/>
                <a:gd name="T77" fmla="*/ 53 h 104"/>
                <a:gd name="T78" fmla="*/ 93 w 94"/>
                <a:gd name="T79" fmla="*/ 61 h 104"/>
                <a:gd name="T80" fmla="*/ 89 w 94"/>
                <a:gd name="T81" fmla="*/ 67 h 104"/>
                <a:gd name="T82" fmla="*/ 84 w 94"/>
                <a:gd name="T83" fmla="*/ 74 h 104"/>
                <a:gd name="T84" fmla="*/ 78 w 94"/>
                <a:gd name="T85" fmla="*/ 80 h 104"/>
                <a:gd name="T86" fmla="*/ 76 w 94"/>
                <a:gd name="T87" fmla="*/ 84 h 104"/>
                <a:gd name="T88" fmla="*/ 72 w 94"/>
                <a:gd name="T89" fmla="*/ 93 h 104"/>
                <a:gd name="T90" fmla="*/ 72 w 94"/>
                <a:gd name="T91" fmla="*/ 100 h 104"/>
                <a:gd name="T92" fmla="*/ 67 w 94"/>
                <a:gd name="T93" fmla="*/ 103 h 104"/>
                <a:gd name="T94" fmla="*/ 62 w 94"/>
                <a:gd name="T95" fmla="*/ 96 h 104"/>
                <a:gd name="T96" fmla="*/ 62 w 94"/>
                <a:gd name="T97" fmla="*/ 89 h 104"/>
                <a:gd name="T98" fmla="*/ 61 w 94"/>
                <a:gd name="T99" fmla="*/ 82 h 104"/>
                <a:gd name="T100" fmla="*/ 55 w 94"/>
                <a:gd name="T101" fmla="*/ 76 h 104"/>
                <a:gd name="T102" fmla="*/ 49 w 94"/>
                <a:gd name="T103" fmla="*/ 71 h 104"/>
                <a:gd name="T104" fmla="*/ 42 w 94"/>
                <a:gd name="T105" fmla="*/ 66 h 104"/>
                <a:gd name="T106" fmla="*/ 35 w 94"/>
                <a:gd name="T107" fmla="*/ 60 h 104"/>
                <a:gd name="T108" fmla="*/ 27 w 94"/>
                <a:gd name="T109" fmla="*/ 56 h 104"/>
                <a:gd name="T110" fmla="*/ 22 w 94"/>
                <a:gd name="T111" fmla="*/ 53 h 104"/>
                <a:gd name="T112" fmla="*/ 18 w 94"/>
                <a:gd name="T113" fmla="*/ 51 h 104"/>
                <a:gd name="T114" fmla="*/ 14 w 94"/>
                <a:gd name="T115" fmla="*/ 48 h 104"/>
                <a:gd name="T116" fmla="*/ 7 w 94"/>
                <a:gd name="T117" fmla="*/ 50 h 104"/>
                <a:gd name="T118" fmla="*/ 1 w 94"/>
                <a:gd name="T119" fmla="*/ 49 h 10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4" h="104">
                  <a:moveTo>
                    <a:pt x="1" y="43"/>
                  </a:moveTo>
                  <a:lnTo>
                    <a:pt x="2" y="41"/>
                  </a:lnTo>
                  <a:lnTo>
                    <a:pt x="3" y="41"/>
                  </a:lnTo>
                  <a:lnTo>
                    <a:pt x="5" y="40"/>
                  </a:lnTo>
                  <a:lnTo>
                    <a:pt x="6" y="40"/>
                  </a:lnTo>
                  <a:lnTo>
                    <a:pt x="8" y="39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1" y="34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4" y="30"/>
                  </a:lnTo>
                  <a:lnTo>
                    <a:pt x="14" y="29"/>
                  </a:lnTo>
                  <a:lnTo>
                    <a:pt x="14" y="28"/>
                  </a:lnTo>
                  <a:lnTo>
                    <a:pt x="15" y="26"/>
                  </a:lnTo>
                  <a:lnTo>
                    <a:pt x="16" y="25"/>
                  </a:lnTo>
                  <a:lnTo>
                    <a:pt x="16" y="24"/>
                  </a:lnTo>
                  <a:lnTo>
                    <a:pt x="17" y="23"/>
                  </a:lnTo>
                  <a:lnTo>
                    <a:pt x="18" y="19"/>
                  </a:lnTo>
                  <a:lnTo>
                    <a:pt x="19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3" y="11"/>
                  </a:lnTo>
                  <a:lnTo>
                    <a:pt x="24" y="10"/>
                  </a:lnTo>
                  <a:lnTo>
                    <a:pt x="25" y="9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7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29" y="6"/>
                  </a:lnTo>
                  <a:lnTo>
                    <a:pt x="31" y="4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1"/>
                  </a:lnTo>
                  <a:lnTo>
                    <a:pt x="39" y="1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5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2" y="2"/>
                  </a:lnTo>
                  <a:lnTo>
                    <a:pt x="54" y="3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8" y="4"/>
                  </a:lnTo>
                  <a:lnTo>
                    <a:pt x="60" y="6"/>
                  </a:lnTo>
                  <a:lnTo>
                    <a:pt x="61" y="7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4" y="10"/>
                  </a:lnTo>
                  <a:lnTo>
                    <a:pt x="65" y="11"/>
                  </a:lnTo>
                  <a:lnTo>
                    <a:pt x="65" y="12"/>
                  </a:lnTo>
                  <a:lnTo>
                    <a:pt x="66" y="13"/>
                  </a:lnTo>
                  <a:lnTo>
                    <a:pt x="66" y="14"/>
                  </a:lnTo>
                  <a:lnTo>
                    <a:pt x="68" y="16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69" y="20"/>
                  </a:lnTo>
                  <a:lnTo>
                    <a:pt x="70" y="23"/>
                  </a:lnTo>
                  <a:lnTo>
                    <a:pt x="70" y="24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8"/>
                  </a:lnTo>
                  <a:lnTo>
                    <a:pt x="72" y="30"/>
                  </a:lnTo>
                  <a:lnTo>
                    <a:pt x="72" y="31"/>
                  </a:lnTo>
                  <a:lnTo>
                    <a:pt x="72" y="32"/>
                  </a:lnTo>
                  <a:lnTo>
                    <a:pt x="72" y="33"/>
                  </a:lnTo>
                  <a:lnTo>
                    <a:pt x="72" y="34"/>
                  </a:lnTo>
                  <a:lnTo>
                    <a:pt x="72" y="35"/>
                  </a:lnTo>
                  <a:lnTo>
                    <a:pt x="71" y="36"/>
                  </a:lnTo>
                  <a:lnTo>
                    <a:pt x="71" y="38"/>
                  </a:lnTo>
                  <a:lnTo>
                    <a:pt x="71" y="39"/>
                  </a:lnTo>
                  <a:lnTo>
                    <a:pt x="71" y="41"/>
                  </a:lnTo>
                  <a:lnTo>
                    <a:pt x="70" y="41"/>
                  </a:lnTo>
                  <a:lnTo>
                    <a:pt x="70" y="43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6" y="48"/>
                  </a:lnTo>
                  <a:lnTo>
                    <a:pt x="66" y="49"/>
                  </a:lnTo>
                  <a:lnTo>
                    <a:pt x="64" y="50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0"/>
                  </a:lnTo>
                  <a:lnTo>
                    <a:pt x="57" y="49"/>
                  </a:lnTo>
                  <a:lnTo>
                    <a:pt x="56" y="47"/>
                  </a:lnTo>
                  <a:lnTo>
                    <a:pt x="56" y="46"/>
                  </a:lnTo>
                  <a:lnTo>
                    <a:pt x="56" y="45"/>
                  </a:lnTo>
                  <a:lnTo>
                    <a:pt x="56" y="44"/>
                  </a:lnTo>
                  <a:lnTo>
                    <a:pt x="58" y="42"/>
                  </a:lnTo>
                  <a:lnTo>
                    <a:pt x="59" y="41"/>
                  </a:lnTo>
                  <a:lnTo>
                    <a:pt x="60" y="41"/>
                  </a:lnTo>
                  <a:lnTo>
                    <a:pt x="61" y="42"/>
                  </a:lnTo>
                  <a:lnTo>
                    <a:pt x="62" y="42"/>
                  </a:lnTo>
                  <a:lnTo>
                    <a:pt x="62" y="41"/>
                  </a:lnTo>
                  <a:lnTo>
                    <a:pt x="62" y="40"/>
                  </a:lnTo>
                  <a:lnTo>
                    <a:pt x="62" y="37"/>
                  </a:lnTo>
                  <a:lnTo>
                    <a:pt x="58" y="33"/>
                  </a:lnTo>
                  <a:lnTo>
                    <a:pt x="58" y="32"/>
                  </a:lnTo>
                  <a:lnTo>
                    <a:pt x="57" y="32"/>
                  </a:lnTo>
                  <a:lnTo>
                    <a:pt x="56" y="31"/>
                  </a:lnTo>
                  <a:lnTo>
                    <a:pt x="55" y="30"/>
                  </a:lnTo>
                  <a:lnTo>
                    <a:pt x="54" y="29"/>
                  </a:lnTo>
                  <a:lnTo>
                    <a:pt x="54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0" y="27"/>
                  </a:lnTo>
                  <a:lnTo>
                    <a:pt x="50" y="24"/>
                  </a:lnTo>
                  <a:lnTo>
                    <a:pt x="48" y="24"/>
                  </a:lnTo>
                  <a:lnTo>
                    <a:pt x="47" y="24"/>
                  </a:lnTo>
                  <a:lnTo>
                    <a:pt x="46" y="24"/>
                  </a:lnTo>
                  <a:lnTo>
                    <a:pt x="46" y="23"/>
                  </a:lnTo>
                  <a:lnTo>
                    <a:pt x="44" y="22"/>
                  </a:lnTo>
                  <a:lnTo>
                    <a:pt x="42" y="21"/>
                  </a:lnTo>
                  <a:lnTo>
                    <a:pt x="42" y="20"/>
                  </a:lnTo>
                  <a:lnTo>
                    <a:pt x="39" y="20"/>
                  </a:lnTo>
                  <a:lnTo>
                    <a:pt x="38" y="19"/>
                  </a:lnTo>
                  <a:lnTo>
                    <a:pt x="35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26" y="21"/>
                  </a:lnTo>
                  <a:lnTo>
                    <a:pt x="25" y="22"/>
                  </a:lnTo>
                  <a:lnTo>
                    <a:pt x="25" y="23"/>
                  </a:lnTo>
                  <a:lnTo>
                    <a:pt x="24" y="24"/>
                  </a:lnTo>
                  <a:lnTo>
                    <a:pt x="24" y="26"/>
                  </a:lnTo>
                  <a:lnTo>
                    <a:pt x="25" y="27"/>
                  </a:lnTo>
                  <a:lnTo>
                    <a:pt x="26" y="29"/>
                  </a:lnTo>
                  <a:lnTo>
                    <a:pt x="27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9" y="32"/>
                  </a:lnTo>
                  <a:lnTo>
                    <a:pt x="30" y="32"/>
                  </a:lnTo>
                  <a:lnTo>
                    <a:pt x="30" y="33"/>
                  </a:lnTo>
                  <a:lnTo>
                    <a:pt x="31" y="34"/>
                  </a:lnTo>
                  <a:lnTo>
                    <a:pt x="32" y="35"/>
                  </a:lnTo>
                  <a:lnTo>
                    <a:pt x="33" y="35"/>
                  </a:lnTo>
                  <a:lnTo>
                    <a:pt x="34" y="35"/>
                  </a:lnTo>
                  <a:lnTo>
                    <a:pt x="35" y="36"/>
                  </a:lnTo>
                  <a:lnTo>
                    <a:pt x="36" y="37"/>
                  </a:lnTo>
                  <a:lnTo>
                    <a:pt x="37" y="37"/>
                  </a:lnTo>
                  <a:lnTo>
                    <a:pt x="40" y="40"/>
                  </a:lnTo>
                  <a:lnTo>
                    <a:pt x="41" y="41"/>
                  </a:lnTo>
                  <a:lnTo>
                    <a:pt x="42" y="41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6" y="45"/>
                  </a:lnTo>
                  <a:lnTo>
                    <a:pt x="48" y="45"/>
                  </a:lnTo>
                  <a:lnTo>
                    <a:pt x="49" y="46"/>
                  </a:lnTo>
                  <a:lnTo>
                    <a:pt x="50" y="47"/>
                  </a:lnTo>
                  <a:lnTo>
                    <a:pt x="51" y="47"/>
                  </a:lnTo>
                  <a:lnTo>
                    <a:pt x="52" y="48"/>
                  </a:lnTo>
                  <a:lnTo>
                    <a:pt x="53" y="48"/>
                  </a:lnTo>
                  <a:lnTo>
                    <a:pt x="54" y="49"/>
                  </a:lnTo>
                  <a:lnTo>
                    <a:pt x="55" y="50"/>
                  </a:lnTo>
                  <a:lnTo>
                    <a:pt x="56" y="51"/>
                  </a:lnTo>
                  <a:lnTo>
                    <a:pt x="57" y="51"/>
                  </a:lnTo>
                  <a:lnTo>
                    <a:pt x="58" y="53"/>
                  </a:lnTo>
                  <a:lnTo>
                    <a:pt x="59" y="53"/>
                  </a:lnTo>
                  <a:lnTo>
                    <a:pt x="60" y="53"/>
                  </a:lnTo>
                  <a:lnTo>
                    <a:pt x="61" y="53"/>
                  </a:lnTo>
                  <a:lnTo>
                    <a:pt x="62" y="54"/>
                  </a:lnTo>
                  <a:lnTo>
                    <a:pt x="65" y="55"/>
                  </a:lnTo>
                  <a:lnTo>
                    <a:pt x="66" y="56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72" y="58"/>
                  </a:lnTo>
                  <a:lnTo>
                    <a:pt x="73" y="59"/>
                  </a:lnTo>
                  <a:lnTo>
                    <a:pt x="76" y="59"/>
                  </a:lnTo>
                  <a:lnTo>
                    <a:pt x="78" y="60"/>
                  </a:lnTo>
                  <a:lnTo>
                    <a:pt x="78" y="59"/>
                  </a:lnTo>
                  <a:lnTo>
                    <a:pt x="79" y="59"/>
                  </a:lnTo>
                  <a:lnTo>
                    <a:pt x="81" y="60"/>
                  </a:lnTo>
                  <a:lnTo>
                    <a:pt x="82" y="60"/>
                  </a:lnTo>
                  <a:lnTo>
                    <a:pt x="84" y="60"/>
                  </a:lnTo>
                  <a:lnTo>
                    <a:pt x="85" y="59"/>
                  </a:lnTo>
                  <a:lnTo>
                    <a:pt x="86" y="59"/>
                  </a:lnTo>
                  <a:lnTo>
                    <a:pt x="86" y="58"/>
                  </a:lnTo>
                  <a:lnTo>
                    <a:pt x="86" y="57"/>
                  </a:lnTo>
                  <a:lnTo>
                    <a:pt x="86" y="55"/>
                  </a:lnTo>
                  <a:lnTo>
                    <a:pt x="86" y="54"/>
                  </a:lnTo>
                  <a:lnTo>
                    <a:pt x="85" y="53"/>
                  </a:lnTo>
                  <a:lnTo>
                    <a:pt x="84" y="51"/>
                  </a:lnTo>
                  <a:lnTo>
                    <a:pt x="84" y="48"/>
                  </a:lnTo>
                  <a:lnTo>
                    <a:pt x="85" y="47"/>
                  </a:lnTo>
                  <a:lnTo>
                    <a:pt x="86" y="47"/>
                  </a:lnTo>
                  <a:lnTo>
                    <a:pt x="87" y="46"/>
                  </a:lnTo>
                  <a:lnTo>
                    <a:pt x="88" y="47"/>
                  </a:lnTo>
                  <a:lnTo>
                    <a:pt x="88" y="46"/>
                  </a:lnTo>
                  <a:lnTo>
                    <a:pt x="89" y="45"/>
                  </a:lnTo>
                  <a:lnTo>
                    <a:pt x="90" y="46"/>
                  </a:lnTo>
                  <a:lnTo>
                    <a:pt x="91" y="46"/>
                  </a:lnTo>
                  <a:lnTo>
                    <a:pt x="92" y="47"/>
                  </a:lnTo>
                  <a:lnTo>
                    <a:pt x="93" y="48"/>
                  </a:lnTo>
                  <a:lnTo>
                    <a:pt x="94" y="50"/>
                  </a:lnTo>
                  <a:lnTo>
                    <a:pt x="94" y="52"/>
                  </a:lnTo>
                  <a:lnTo>
                    <a:pt x="94" y="53"/>
                  </a:lnTo>
                  <a:lnTo>
                    <a:pt x="94" y="54"/>
                  </a:lnTo>
                  <a:lnTo>
                    <a:pt x="94" y="55"/>
                  </a:lnTo>
                  <a:lnTo>
                    <a:pt x="94" y="57"/>
                  </a:lnTo>
                  <a:lnTo>
                    <a:pt x="94" y="59"/>
                  </a:lnTo>
                  <a:lnTo>
                    <a:pt x="93" y="61"/>
                  </a:lnTo>
                  <a:lnTo>
                    <a:pt x="93" y="62"/>
                  </a:lnTo>
                  <a:lnTo>
                    <a:pt x="92" y="62"/>
                  </a:lnTo>
                  <a:lnTo>
                    <a:pt x="92" y="63"/>
                  </a:lnTo>
                  <a:lnTo>
                    <a:pt x="92" y="64"/>
                  </a:lnTo>
                  <a:lnTo>
                    <a:pt x="90" y="65"/>
                  </a:lnTo>
                  <a:lnTo>
                    <a:pt x="89" y="67"/>
                  </a:lnTo>
                  <a:lnTo>
                    <a:pt x="89" y="68"/>
                  </a:lnTo>
                  <a:lnTo>
                    <a:pt x="88" y="69"/>
                  </a:lnTo>
                  <a:lnTo>
                    <a:pt x="87" y="70"/>
                  </a:lnTo>
                  <a:lnTo>
                    <a:pt x="86" y="71"/>
                  </a:lnTo>
                  <a:lnTo>
                    <a:pt x="84" y="74"/>
                  </a:lnTo>
                  <a:lnTo>
                    <a:pt x="83" y="74"/>
                  </a:lnTo>
                  <a:lnTo>
                    <a:pt x="83" y="75"/>
                  </a:lnTo>
                  <a:lnTo>
                    <a:pt x="81" y="77"/>
                  </a:lnTo>
                  <a:lnTo>
                    <a:pt x="78" y="78"/>
                  </a:lnTo>
                  <a:lnTo>
                    <a:pt x="79" y="80"/>
                  </a:lnTo>
                  <a:lnTo>
                    <a:pt x="78" y="80"/>
                  </a:lnTo>
                  <a:lnTo>
                    <a:pt x="78" y="81"/>
                  </a:lnTo>
                  <a:lnTo>
                    <a:pt x="78" y="82"/>
                  </a:lnTo>
                  <a:lnTo>
                    <a:pt x="77" y="82"/>
                  </a:lnTo>
                  <a:lnTo>
                    <a:pt x="76" y="83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4" y="86"/>
                  </a:lnTo>
                  <a:lnTo>
                    <a:pt x="73" y="88"/>
                  </a:lnTo>
                  <a:lnTo>
                    <a:pt x="72" y="89"/>
                  </a:lnTo>
                  <a:lnTo>
                    <a:pt x="72" y="93"/>
                  </a:lnTo>
                  <a:lnTo>
                    <a:pt x="72" y="95"/>
                  </a:lnTo>
                  <a:lnTo>
                    <a:pt x="73" y="96"/>
                  </a:lnTo>
                  <a:lnTo>
                    <a:pt x="73" y="97"/>
                  </a:lnTo>
                  <a:lnTo>
                    <a:pt x="73" y="98"/>
                  </a:lnTo>
                  <a:lnTo>
                    <a:pt x="72" y="100"/>
                  </a:lnTo>
                  <a:lnTo>
                    <a:pt x="71" y="101"/>
                  </a:lnTo>
                  <a:lnTo>
                    <a:pt x="71" y="102"/>
                  </a:lnTo>
                  <a:lnTo>
                    <a:pt x="70" y="103"/>
                  </a:lnTo>
                  <a:lnTo>
                    <a:pt x="69" y="103"/>
                  </a:lnTo>
                  <a:lnTo>
                    <a:pt x="68" y="104"/>
                  </a:lnTo>
                  <a:lnTo>
                    <a:pt x="67" y="103"/>
                  </a:lnTo>
                  <a:lnTo>
                    <a:pt x="66" y="103"/>
                  </a:lnTo>
                  <a:lnTo>
                    <a:pt x="65" y="102"/>
                  </a:lnTo>
                  <a:lnTo>
                    <a:pt x="64" y="100"/>
                  </a:lnTo>
                  <a:lnTo>
                    <a:pt x="63" y="99"/>
                  </a:lnTo>
                  <a:lnTo>
                    <a:pt x="62" y="96"/>
                  </a:lnTo>
                  <a:lnTo>
                    <a:pt x="62" y="94"/>
                  </a:lnTo>
                  <a:lnTo>
                    <a:pt x="62" y="93"/>
                  </a:lnTo>
                  <a:lnTo>
                    <a:pt x="62" y="92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8"/>
                  </a:lnTo>
                  <a:lnTo>
                    <a:pt x="62" y="85"/>
                  </a:lnTo>
                  <a:lnTo>
                    <a:pt x="62" y="83"/>
                  </a:lnTo>
                  <a:lnTo>
                    <a:pt x="61" y="82"/>
                  </a:lnTo>
                  <a:lnTo>
                    <a:pt x="59" y="80"/>
                  </a:lnTo>
                  <a:lnTo>
                    <a:pt x="58" y="79"/>
                  </a:lnTo>
                  <a:lnTo>
                    <a:pt x="58" y="78"/>
                  </a:lnTo>
                  <a:lnTo>
                    <a:pt x="56" y="77"/>
                  </a:lnTo>
                  <a:lnTo>
                    <a:pt x="55" y="76"/>
                  </a:lnTo>
                  <a:lnTo>
                    <a:pt x="54" y="76"/>
                  </a:lnTo>
                  <a:lnTo>
                    <a:pt x="53" y="76"/>
                  </a:lnTo>
                  <a:lnTo>
                    <a:pt x="52" y="74"/>
                  </a:lnTo>
                  <a:lnTo>
                    <a:pt x="51" y="73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0"/>
                  </a:lnTo>
                  <a:lnTo>
                    <a:pt x="46" y="69"/>
                  </a:lnTo>
                  <a:lnTo>
                    <a:pt x="46" y="68"/>
                  </a:lnTo>
                  <a:lnTo>
                    <a:pt x="44" y="67"/>
                  </a:lnTo>
                  <a:lnTo>
                    <a:pt x="43" y="67"/>
                  </a:lnTo>
                  <a:lnTo>
                    <a:pt x="42" y="66"/>
                  </a:lnTo>
                  <a:lnTo>
                    <a:pt x="41" y="65"/>
                  </a:lnTo>
                  <a:lnTo>
                    <a:pt x="40" y="64"/>
                  </a:lnTo>
                  <a:lnTo>
                    <a:pt x="39" y="64"/>
                  </a:lnTo>
                  <a:lnTo>
                    <a:pt x="38" y="64"/>
                  </a:lnTo>
                  <a:lnTo>
                    <a:pt x="37" y="61"/>
                  </a:lnTo>
                  <a:lnTo>
                    <a:pt x="35" y="60"/>
                  </a:lnTo>
                  <a:lnTo>
                    <a:pt x="34" y="60"/>
                  </a:lnTo>
                  <a:lnTo>
                    <a:pt x="33" y="59"/>
                  </a:lnTo>
                  <a:lnTo>
                    <a:pt x="32" y="59"/>
                  </a:lnTo>
                  <a:lnTo>
                    <a:pt x="30" y="59"/>
                  </a:lnTo>
                  <a:lnTo>
                    <a:pt x="28" y="56"/>
                  </a:lnTo>
                  <a:lnTo>
                    <a:pt x="27" y="56"/>
                  </a:lnTo>
                  <a:lnTo>
                    <a:pt x="26" y="56"/>
                  </a:lnTo>
                  <a:lnTo>
                    <a:pt x="26" y="55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3"/>
                  </a:lnTo>
                  <a:lnTo>
                    <a:pt x="21" y="53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8" y="50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4" y="48"/>
                  </a:lnTo>
                  <a:lnTo>
                    <a:pt x="13" y="48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9" y="48"/>
                  </a:lnTo>
                  <a:lnTo>
                    <a:pt x="8" y="49"/>
                  </a:lnTo>
                  <a:lnTo>
                    <a:pt x="7" y="50"/>
                  </a:lnTo>
                  <a:lnTo>
                    <a:pt x="6" y="51"/>
                  </a:lnTo>
                  <a:lnTo>
                    <a:pt x="4" y="51"/>
                  </a:lnTo>
                  <a:lnTo>
                    <a:pt x="3" y="50"/>
                  </a:lnTo>
                  <a:lnTo>
                    <a:pt x="2" y="50"/>
                  </a:lnTo>
                  <a:lnTo>
                    <a:pt x="1" y="49"/>
                  </a:lnTo>
                  <a:lnTo>
                    <a:pt x="0" y="46"/>
                  </a:lnTo>
                  <a:lnTo>
                    <a:pt x="0" y="45"/>
                  </a:lnTo>
                  <a:lnTo>
                    <a:pt x="1" y="43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2" name="Freeform 1463">
              <a:extLst>
                <a:ext uri="{FF2B5EF4-FFF2-40B4-BE49-F238E27FC236}">
                  <a16:creationId xmlns:a16="http://schemas.microsoft.com/office/drawing/2014/main" id="{59AE046C-1D18-4ABD-B126-E89CF5A45A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8" y="2121"/>
              <a:ext cx="65" cy="71"/>
            </a:xfrm>
            <a:custGeom>
              <a:avLst/>
              <a:gdLst>
                <a:gd name="T0" fmla="*/ 11 w 65"/>
                <a:gd name="T1" fmla="*/ 5 h 71"/>
                <a:gd name="T2" fmla="*/ 17 w 65"/>
                <a:gd name="T3" fmla="*/ 5 h 71"/>
                <a:gd name="T4" fmla="*/ 22 w 65"/>
                <a:gd name="T5" fmla="*/ 3 h 71"/>
                <a:gd name="T6" fmla="*/ 27 w 65"/>
                <a:gd name="T7" fmla="*/ 0 h 71"/>
                <a:gd name="T8" fmla="*/ 30 w 65"/>
                <a:gd name="T9" fmla="*/ 6 h 71"/>
                <a:gd name="T10" fmla="*/ 35 w 65"/>
                <a:gd name="T11" fmla="*/ 13 h 71"/>
                <a:gd name="T12" fmla="*/ 42 w 65"/>
                <a:gd name="T13" fmla="*/ 21 h 71"/>
                <a:gd name="T14" fmla="*/ 47 w 65"/>
                <a:gd name="T15" fmla="*/ 25 h 71"/>
                <a:gd name="T16" fmla="*/ 51 w 65"/>
                <a:gd name="T17" fmla="*/ 29 h 71"/>
                <a:gd name="T18" fmla="*/ 55 w 65"/>
                <a:gd name="T19" fmla="*/ 32 h 71"/>
                <a:gd name="T20" fmla="*/ 59 w 65"/>
                <a:gd name="T21" fmla="*/ 30 h 71"/>
                <a:gd name="T22" fmla="*/ 61 w 65"/>
                <a:gd name="T23" fmla="*/ 36 h 71"/>
                <a:gd name="T24" fmla="*/ 61 w 65"/>
                <a:gd name="T25" fmla="*/ 40 h 71"/>
                <a:gd name="T26" fmla="*/ 62 w 65"/>
                <a:gd name="T27" fmla="*/ 44 h 71"/>
                <a:gd name="T28" fmla="*/ 65 w 65"/>
                <a:gd name="T29" fmla="*/ 46 h 71"/>
                <a:gd name="T30" fmla="*/ 60 w 65"/>
                <a:gd name="T31" fmla="*/ 52 h 71"/>
                <a:gd name="T32" fmla="*/ 53 w 65"/>
                <a:gd name="T33" fmla="*/ 53 h 71"/>
                <a:gd name="T34" fmla="*/ 47 w 65"/>
                <a:gd name="T35" fmla="*/ 53 h 71"/>
                <a:gd name="T36" fmla="*/ 47 w 65"/>
                <a:gd name="T37" fmla="*/ 59 h 71"/>
                <a:gd name="T38" fmla="*/ 48 w 65"/>
                <a:gd name="T39" fmla="*/ 65 h 71"/>
                <a:gd name="T40" fmla="*/ 42 w 65"/>
                <a:gd name="T41" fmla="*/ 68 h 71"/>
                <a:gd name="T42" fmla="*/ 36 w 65"/>
                <a:gd name="T43" fmla="*/ 68 h 71"/>
                <a:gd name="T44" fmla="*/ 31 w 65"/>
                <a:gd name="T45" fmla="*/ 70 h 71"/>
                <a:gd name="T46" fmla="*/ 28 w 65"/>
                <a:gd name="T47" fmla="*/ 68 h 71"/>
                <a:gd name="T48" fmla="*/ 27 w 65"/>
                <a:gd name="T49" fmla="*/ 63 h 71"/>
                <a:gd name="T50" fmla="*/ 23 w 65"/>
                <a:gd name="T51" fmla="*/ 58 h 71"/>
                <a:gd name="T52" fmla="*/ 20 w 65"/>
                <a:gd name="T53" fmla="*/ 55 h 71"/>
                <a:gd name="T54" fmla="*/ 15 w 65"/>
                <a:gd name="T55" fmla="*/ 49 h 71"/>
                <a:gd name="T56" fmla="*/ 15 w 65"/>
                <a:gd name="T57" fmla="*/ 44 h 71"/>
                <a:gd name="T58" fmla="*/ 19 w 65"/>
                <a:gd name="T59" fmla="*/ 40 h 71"/>
                <a:gd name="T60" fmla="*/ 22 w 65"/>
                <a:gd name="T61" fmla="*/ 34 h 71"/>
                <a:gd name="T62" fmla="*/ 24 w 65"/>
                <a:gd name="T63" fmla="*/ 28 h 71"/>
                <a:gd name="T64" fmla="*/ 21 w 65"/>
                <a:gd name="T65" fmla="*/ 22 h 71"/>
                <a:gd name="T66" fmla="*/ 14 w 65"/>
                <a:gd name="T67" fmla="*/ 20 h 71"/>
                <a:gd name="T68" fmla="*/ 8 w 65"/>
                <a:gd name="T69" fmla="*/ 23 h 71"/>
                <a:gd name="T70" fmla="*/ 8 w 65"/>
                <a:gd name="T71" fmla="*/ 30 h 71"/>
                <a:gd name="T72" fmla="*/ 11 w 65"/>
                <a:gd name="T73" fmla="*/ 29 h 71"/>
                <a:gd name="T74" fmla="*/ 16 w 65"/>
                <a:gd name="T75" fmla="*/ 29 h 71"/>
                <a:gd name="T76" fmla="*/ 16 w 65"/>
                <a:gd name="T77" fmla="*/ 37 h 71"/>
                <a:gd name="T78" fmla="*/ 10 w 65"/>
                <a:gd name="T79" fmla="*/ 40 h 71"/>
                <a:gd name="T80" fmla="*/ 6 w 65"/>
                <a:gd name="T81" fmla="*/ 38 h 71"/>
                <a:gd name="T82" fmla="*/ 2 w 65"/>
                <a:gd name="T83" fmla="*/ 33 h 71"/>
                <a:gd name="T84" fmla="*/ 2 w 65"/>
                <a:gd name="T85" fmla="*/ 23 h 71"/>
                <a:gd name="T86" fmla="*/ 4 w 65"/>
                <a:gd name="T87" fmla="*/ 14 h 71"/>
                <a:gd name="T88" fmla="*/ 4 w 65"/>
                <a:gd name="T89" fmla="*/ 9 h 71"/>
                <a:gd name="T90" fmla="*/ 28 w 65"/>
                <a:gd name="T91" fmla="*/ 35 h 71"/>
                <a:gd name="T92" fmla="*/ 27 w 65"/>
                <a:gd name="T93" fmla="*/ 40 h 71"/>
                <a:gd name="T94" fmla="*/ 32 w 65"/>
                <a:gd name="T95" fmla="*/ 45 h 71"/>
                <a:gd name="T96" fmla="*/ 37 w 65"/>
                <a:gd name="T97" fmla="*/ 52 h 71"/>
                <a:gd name="T98" fmla="*/ 40 w 65"/>
                <a:gd name="T99" fmla="*/ 49 h 71"/>
                <a:gd name="T100" fmla="*/ 43 w 65"/>
                <a:gd name="T101" fmla="*/ 46 h 7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" h="71">
                  <a:moveTo>
                    <a:pt x="4" y="9"/>
                  </a:moveTo>
                  <a:lnTo>
                    <a:pt x="5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2" y="3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5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1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30" y="6"/>
                  </a:lnTo>
                  <a:lnTo>
                    <a:pt x="31" y="7"/>
                  </a:lnTo>
                  <a:lnTo>
                    <a:pt x="33" y="11"/>
                  </a:lnTo>
                  <a:lnTo>
                    <a:pt x="35" y="12"/>
                  </a:lnTo>
                  <a:lnTo>
                    <a:pt x="35" y="13"/>
                  </a:lnTo>
                  <a:lnTo>
                    <a:pt x="35" y="14"/>
                  </a:lnTo>
                  <a:lnTo>
                    <a:pt x="38" y="16"/>
                  </a:lnTo>
                  <a:lnTo>
                    <a:pt x="39" y="17"/>
                  </a:lnTo>
                  <a:lnTo>
                    <a:pt x="40" y="18"/>
                  </a:lnTo>
                  <a:lnTo>
                    <a:pt x="42" y="21"/>
                  </a:lnTo>
                  <a:lnTo>
                    <a:pt x="43" y="22"/>
                  </a:lnTo>
                  <a:lnTo>
                    <a:pt x="44" y="23"/>
                  </a:lnTo>
                  <a:lnTo>
                    <a:pt x="45" y="24"/>
                  </a:lnTo>
                  <a:lnTo>
                    <a:pt x="46" y="25"/>
                  </a:lnTo>
                  <a:lnTo>
                    <a:pt x="47" y="25"/>
                  </a:lnTo>
                  <a:lnTo>
                    <a:pt x="48" y="27"/>
                  </a:lnTo>
                  <a:lnTo>
                    <a:pt x="49" y="28"/>
                  </a:lnTo>
                  <a:lnTo>
                    <a:pt x="50" y="29"/>
                  </a:lnTo>
                  <a:lnTo>
                    <a:pt x="51" y="29"/>
                  </a:lnTo>
                  <a:lnTo>
                    <a:pt x="51" y="30"/>
                  </a:lnTo>
                  <a:lnTo>
                    <a:pt x="52" y="30"/>
                  </a:lnTo>
                  <a:lnTo>
                    <a:pt x="54" y="32"/>
                  </a:lnTo>
                  <a:lnTo>
                    <a:pt x="55" y="33"/>
                  </a:lnTo>
                  <a:lnTo>
                    <a:pt x="55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8" y="30"/>
                  </a:lnTo>
                  <a:lnTo>
                    <a:pt x="59" y="30"/>
                  </a:lnTo>
                  <a:lnTo>
                    <a:pt x="60" y="31"/>
                  </a:lnTo>
                  <a:lnTo>
                    <a:pt x="60" y="32"/>
                  </a:lnTo>
                  <a:lnTo>
                    <a:pt x="61" y="33"/>
                  </a:lnTo>
                  <a:lnTo>
                    <a:pt x="61" y="34"/>
                  </a:lnTo>
                  <a:lnTo>
                    <a:pt x="61" y="36"/>
                  </a:lnTo>
                  <a:lnTo>
                    <a:pt x="61" y="37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1" y="40"/>
                  </a:lnTo>
                  <a:lnTo>
                    <a:pt x="61" y="41"/>
                  </a:lnTo>
                  <a:lnTo>
                    <a:pt x="61" y="42"/>
                  </a:lnTo>
                  <a:lnTo>
                    <a:pt x="61" y="43"/>
                  </a:lnTo>
                  <a:lnTo>
                    <a:pt x="62" y="44"/>
                  </a:lnTo>
                  <a:lnTo>
                    <a:pt x="62" y="45"/>
                  </a:lnTo>
                  <a:lnTo>
                    <a:pt x="63" y="45"/>
                  </a:lnTo>
                  <a:lnTo>
                    <a:pt x="64" y="45"/>
                  </a:lnTo>
                  <a:lnTo>
                    <a:pt x="63" y="45"/>
                  </a:lnTo>
                  <a:lnTo>
                    <a:pt x="65" y="46"/>
                  </a:lnTo>
                  <a:lnTo>
                    <a:pt x="65" y="48"/>
                  </a:lnTo>
                  <a:lnTo>
                    <a:pt x="65" y="49"/>
                  </a:lnTo>
                  <a:lnTo>
                    <a:pt x="63" y="51"/>
                  </a:lnTo>
                  <a:lnTo>
                    <a:pt x="62" y="52"/>
                  </a:lnTo>
                  <a:lnTo>
                    <a:pt x="60" y="52"/>
                  </a:lnTo>
                  <a:lnTo>
                    <a:pt x="59" y="52"/>
                  </a:lnTo>
                  <a:lnTo>
                    <a:pt x="58" y="53"/>
                  </a:lnTo>
                  <a:lnTo>
                    <a:pt x="58" y="52"/>
                  </a:lnTo>
                  <a:lnTo>
                    <a:pt x="54" y="53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8" y="53"/>
                  </a:lnTo>
                  <a:lnTo>
                    <a:pt x="47" y="53"/>
                  </a:lnTo>
                  <a:lnTo>
                    <a:pt x="46" y="54"/>
                  </a:lnTo>
                  <a:lnTo>
                    <a:pt x="45" y="54"/>
                  </a:lnTo>
                  <a:lnTo>
                    <a:pt x="44" y="57"/>
                  </a:lnTo>
                  <a:lnTo>
                    <a:pt x="45" y="58"/>
                  </a:lnTo>
                  <a:lnTo>
                    <a:pt x="47" y="59"/>
                  </a:lnTo>
                  <a:lnTo>
                    <a:pt x="48" y="59"/>
                  </a:lnTo>
                  <a:lnTo>
                    <a:pt x="50" y="60"/>
                  </a:lnTo>
                  <a:lnTo>
                    <a:pt x="51" y="62"/>
                  </a:lnTo>
                  <a:lnTo>
                    <a:pt x="49" y="64"/>
                  </a:lnTo>
                  <a:lnTo>
                    <a:pt x="48" y="65"/>
                  </a:lnTo>
                  <a:lnTo>
                    <a:pt x="47" y="66"/>
                  </a:lnTo>
                  <a:lnTo>
                    <a:pt x="45" y="67"/>
                  </a:lnTo>
                  <a:lnTo>
                    <a:pt x="43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39" y="68"/>
                  </a:lnTo>
                  <a:lnTo>
                    <a:pt x="38" y="68"/>
                  </a:lnTo>
                  <a:lnTo>
                    <a:pt x="37" y="68"/>
                  </a:lnTo>
                  <a:lnTo>
                    <a:pt x="36" y="68"/>
                  </a:lnTo>
                  <a:lnTo>
                    <a:pt x="35" y="69"/>
                  </a:lnTo>
                  <a:lnTo>
                    <a:pt x="34" y="69"/>
                  </a:lnTo>
                  <a:lnTo>
                    <a:pt x="32" y="70"/>
                  </a:lnTo>
                  <a:lnTo>
                    <a:pt x="31" y="70"/>
                  </a:lnTo>
                  <a:lnTo>
                    <a:pt x="30" y="71"/>
                  </a:lnTo>
                  <a:lnTo>
                    <a:pt x="30" y="70"/>
                  </a:lnTo>
                  <a:lnTo>
                    <a:pt x="29" y="70"/>
                  </a:lnTo>
                  <a:lnTo>
                    <a:pt x="28" y="69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8" y="65"/>
                  </a:lnTo>
                  <a:lnTo>
                    <a:pt x="28" y="64"/>
                  </a:lnTo>
                  <a:lnTo>
                    <a:pt x="27" y="63"/>
                  </a:lnTo>
                  <a:lnTo>
                    <a:pt x="27" y="62"/>
                  </a:lnTo>
                  <a:lnTo>
                    <a:pt x="26" y="61"/>
                  </a:lnTo>
                  <a:lnTo>
                    <a:pt x="25" y="59"/>
                  </a:lnTo>
                  <a:lnTo>
                    <a:pt x="23" y="58"/>
                  </a:lnTo>
                  <a:lnTo>
                    <a:pt x="23" y="57"/>
                  </a:lnTo>
                  <a:lnTo>
                    <a:pt x="23" y="56"/>
                  </a:lnTo>
                  <a:lnTo>
                    <a:pt x="22" y="56"/>
                  </a:lnTo>
                  <a:lnTo>
                    <a:pt x="20" y="55"/>
                  </a:lnTo>
                  <a:lnTo>
                    <a:pt x="20" y="54"/>
                  </a:lnTo>
                  <a:lnTo>
                    <a:pt x="20" y="53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5" y="49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5" y="44"/>
                  </a:lnTo>
                  <a:lnTo>
                    <a:pt x="17" y="42"/>
                  </a:lnTo>
                  <a:lnTo>
                    <a:pt x="19" y="40"/>
                  </a:lnTo>
                  <a:lnTo>
                    <a:pt x="19" y="39"/>
                  </a:lnTo>
                  <a:lnTo>
                    <a:pt x="20" y="38"/>
                  </a:lnTo>
                  <a:lnTo>
                    <a:pt x="21" y="37"/>
                  </a:lnTo>
                  <a:lnTo>
                    <a:pt x="21" y="36"/>
                  </a:lnTo>
                  <a:lnTo>
                    <a:pt x="22" y="34"/>
                  </a:lnTo>
                  <a:lnTo>
                    <a:pt x="23" y="34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4" y="29"/>
                  </a:lnTo>
                  <a:lnTo>
                    <a:pt x="24" y="28"/>
                  </a:lnTo>
                  <a:lnTo>
                    <a:pt x="23" y="26"/>
                  </a:lnTo>
                  <a:lnTo>
                    <a:pt x="23" y="24"/>
                  </a:lnTo>
                  <a:lnTo>
                    <a:pt x="22" y="24"/>
                  </a:lnTo>
                  <a:lnTo>
                    <a:pt x="22" y="23"/>
                  </a:lnTo>
                  <a:lnTo>
                    <a:pt x="21" y="22"/>
                  </a:lnTo>
                  <a:lnTo>
                    <a:pt x="20" y="21"/>
                  </a:lnTo>
                  <a:lnTo>
                    <a:pt x="19" y="20"/>
                  </a:lnTo>
                  <a:lnTo>
                    <a:pt x="18" y="19"/>
                  </a:lnTo>
                  <a:lnTo>
                    <a:pt x="15" y="19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2" y="21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8" y="23"/>
                  </a:lnTo>
                  <a:lnTo>
                    <a:pt x="7" y="24"/>
                  </a:lnTo>
                  <a:lnTo>
                    <a:pt x="7" y="28"/>
                  </a:lnTo>
                  <a:lnTo>
                    <a:pt x="7" y="29"/>
                  </a:lnTo>
                  <a:lnTo>
                    <a:pt x="8" y="30"/>
                  </a:lnTo>
                  <a:lnTo>
                    <a:pt x="9" y="31"/>
                  </a:lnTo>
                  <a:lnTo>
                    <a:pt x="10" y="31"/>
                  </a:lnTo>
                  <a:lnTo>
                    <a:pt x="11" y="29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6" y="29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18" y="34"/>
                  </a:lnTo>
                  <a:lnTo>
                    <a:pt x="17" y="36"/>
                  </a:lnTo>
                  <a:lnTo>
                    <a:pt x="16" y="37"/>
                  </a:lnTo>
                  <a:lnTo>
                    <a:pt x="15" y="38"/>
                  </a:lnTo>
                  <a:lnTo>
                    <a:pt x="15" y="39"/>
                  </a:lnTo>
                  <a:lnTo>
                    <a:pt x="13" y="40"/>
                  </a:lnTo>
                  <a:lnTo>
                    <a:pt x="12" y="40"/>
                  </a:lnTo>
                  <a:lnTo>
                    <a:pt x="10" y="40"/>
                  </a:lnTo>
                  <a:lnTo>
                    <a:pt x="8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3" y="35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1" y="32"/>
                  </a:lnTo>
                  <a:lnTo>
                    <a:pt x="1" y="28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4" y="9"/>
                  </a:lnTo>
                  <a:close/>
                  <a:moveTo>
                    <a:pt x="30" y="31"/>
                  </a:moveTo>
                  <a:lnTo>
                    <a:pt x="30" y="33"/>
                  </a:lnTo>
                  <a:lnTo>
                    <a:pt x="29" y="34"/>
                  </a:lnTo>
                  <a:lnTo>
                    <a:pt x="28" y="35"/>
                  </a:lnTo>
                  <a:lnTo>
                    <a:pt x="27" y="36"/>
                  </a:lnTo>
                  <a:lnTo>
                    <a:pt x="27" y="38"/>
                  </a:lnTo>
                  <a:lnTo>
                    <a:pt x="27" y="39"/>
                  </a:lnTo>
                  <a:lnTo>
                    <a:pt x="27" y="40"/>
                  </a:lnTo>
                  <a:lnTo>
                    <a:pt x="28" y="40"/>
                  </a:lnTo>
                  <a:lnTo>
                    <a:pt x="29" y="41"/>
                  </a:lnTo>
                  <a:lnTo>
                    <a:pt x="31" y="44"/>
                  </a:lnTo>
                  <a:lnTo>
                    <a:pt x="32" y="45"/>
                  </a:lnTo>
                  <a:lnTo>
                    <a:pt x="32" y="46"/>
                  </a:lnTo>
                  <a:lnTo>
                    <a:pt x="34" y="46"/>
                  </a:lnTo>
                  <a:lnTo>
                    <a:pt x="36" y="50"/>
                  </a:lnTo>
                  <a:lnTo>
                    <a:pt x="37" y="51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9" y="52"/>
                  </a:lnTo>
                  <a:lnTo>
                    <a:pt x="39" y="51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3" y="47"/>
                  </a:lnTo>
                  <a:lnTo>
                    <a:pt x="43" y="46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36" y="38"/>
                  </a:lnTo>
                  <a:lnTo>
                    <a:pt x="35" y="37"/>
                  </a:lnTo>
                  <a:lnTo>
                    <a:pt x="34" y="35"/>
                  </a:lnTo>
                  <a:lnTo>
                    <a:pt x="30" y="31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3" name="Freeform 1464">
              <a:extLst>
                <a:ext uri="{FF2B5EF4-FFF2-40B4-BE49-F238E27FC236}">
                  <a16:creationId xmlns:a16="http://schemas.microsoft.com/office/drawing/2014/main" id="{22F3CEC0-2F32-45B1-AFC6-50B19EC4D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083"/>
              <a:ext cx="68" cy="72"/>
            </a:xfrm>
            <a:custGeom>
              <a:avLst/>
              <a:gdLst>
                <a:gd name="T0" fmla="*/ 14 w 85"/>
                <a:gd name="T1" fmla="*/ 3 h 85"/>
                <a:gd name="T2" fmla="*/ 18 w 85"/>
                <a:gd name="T3" fmla="*/ 3 h 85"/>
                <a:gd name="T4" fmla="*/ 24 w 85"/>
                <a:gd name="T5" fmla="*/ 0 h 85"/>
                <a:gd name="T6" fmla="*/ 26 w 85"/>
                <a:gd name="T7" fmla="*/ 3 h 85"/>
                <a:gd name="T8" fmla="*/ 28 w 85"/>
                <a:gd name="T9" fmla="*/ 8 h 85"/>
                <a:gd name="T10" fmla="*/ 30 w 85"/>
                <a:gd name="T11" fmla="*/ 13 h 85"/>
                <a:gd name="T12" fmla="*/ 31 w 85"/>
                <a:gd name="T13" fmla="*/ 16 h 85"/>
                <a:gd name="T14" fmla="*/ 34 w 85"/>
                <a:gd name="T15" fmla="*/ 21 h 85"/>
                <a:gd name="T16" fmla="*/ 37 w 85"/>
                <a:gd name="T17" fmla="*/ 25 h 85"/>
                <a:gd name="T18" fmla="*/ 38 w 85"/>
                <a:gd name="T19" fmla="*/ 28 h 85"/>
                <a:gd name="T20" fmla="*/ 43 w 85"/>
                <a:gd name="T21" fmla="*/ 30 h 85"/>
                <a:gd name="T22" fmla="*/ 42 w 85"/>
                <a:gd name="T23" fmla="*/ 34 h 85"/>
                <a:gd name="T24" fmla="*/ 42 w 85"/>
                <a:gd name="T25" fmla="*/ 38 h 85"/>
                <a:gd name="T26" fmla="*/ 42 w 85"/>
                <a:gd name="T27" fmla="*/ 42 h 85"/>
                <a:gd name="T28" fmla="*/ 40 w 85"/>
                <a:gd name="T29" fmla="*/ 42 h 85"/>
                <a:gd name="T30" fmla="*/ 37 w 85"/>
                <a:gd name="T31" fmla="*/ 42 h 85"/>
                <a:gd name="T32" fmla="*/ 34 w 85"/>
                <a:gd name="T33" fmla="*/ 42 h 85"/>
                <a:gd name="T34" fmla="*/ 31 w 85"/>
                <a:gd name="T35" fmla="*/ 38 h 85"/>
                <a:gd name="T36" fmla="*/ 30 w 85"/>
                <a:gd name="T37" fmla="*/ 34 h 85"/>
                <a:gd name="T38" fmla="*/ 27 w 85"/>
                <a:gd name="T39" fmla="*/ 30 h 85"/>
                <a:gd name="T40" fmla="*/ 26 w 85"/>
                <a:gd name="T41" fmla="*/ 27 h 85"/>
                <a:gd name="T42" fmla="*/ 25 w 85"/>
                <a:gd name="T43" fmla="*/ 25 h 85"/>
                <a:gd name="T44" fmla="*/ 23 w 85"/>
                <a:gd name="T45" fmla="*/ 21 h 85"/>
                <a:gd name="T46" fmla="*/ 22 w 85"/>
                <a:gd name="T47" fmla="*/ 18 h 85"/>
                <a:gd name="T48" fmla="*/ 20 w 85"/>
                <a:gd name="T49" fmla="*/ 13 h 85"/>
                <a:gd name="T50" fmla="*/ 17 w 85"/>
                <a:gd name="T51" fmla="*/ 12 h 85"/>
                <a:gd name="T52" fmla="*/ 13 w 85"/>
                <a:gd name="T53" fmla="*/ 13 h 85"/>
                <a:gd name="T54" fmla="*/ 13 w 85"/>
                <a:gd name="T55" fmla="*/ 16 h 85"/>
                <a:gd name="T56" fmla="*/ 16 w 85"/>
                <a:gd name="T57" fmla="*/ 20 h 85"/>
                <a:gd name="T58" fmla="*/ 18 w 85"/>
                <a:gd name="T59" fmla="*/ 22 h 85"/>
                <a:gd name="T60" fmla="*/ 18 w 85"/>
                <a:gd name="T61" fmla="*/ 25 h 85"/>
                <a:gd name="T62" fmla="*/ 21 w 85"/>
                <a:gd name="T63" fmla="*/ 29 h 85"/>
                <a:gd name="T64" fmla="*/ 22 w 85"/>
                <a:gd name="T65" fmla="*/ 31 h 85"/>
                <a:gd name="T66" fmla="*/ 24 w 85"/>
                <a:gd name="T67" fmla="*/ 37 h 85"/>
                <a:gd name="T68" fmla="*/ 27 w 85"/>
                <a:gd name="T69" fmla="*/ 38 h 85"/>
                <a:gd name="T70" fmla="*/ 30 w 85"/>
                <a:gd name="T71" fmla="*/ 40 h 85"/>
                <a:gd name="T72" fmla="*/ 28 w 85"/>
                <a:gd name="T73" fmla="*/ 45 h 85"/>
                <a:gd name="T74" fmla="*/ 30 w 85"/>
                <a:gd name="T75" fmla="*/ 48 h 85"/>
                <a:gd name="T76" fmla="*/ 27 w 85"/>
                <a:gd name="T77" fmla="*/ 52 h 85"/>
                <a:gd name="T78" fmla="*/ 23 w 85"/>
                <a:gd name="T79" fmla="*/ 51 h 85"/>
                <a:gd name="T80" fmla="*/ 20 w 85"/>
                <a:gd name="T81" fmla="*/ 51 h 85"/>
                <a:gd name="T82" fmla="*/ 18 w 85"/>
                <a:gd name="T83" fmla="*/ 51 h 85"/>
                <a:gd name="T84" fmla="*/ 18 w 85"/>
                <a:gd name="T85" fmla="*/ 46 h 85"/>
                <a:gd name="T86" fmla="*/ 16 w 85"/>
                <a:gd name="T87" fmla="*/ 42 h 85"/>
                <a:gd name="T88" fmla="*/ 14 w 85"/>
                <a:gd name="T89" fmla="*/ 39 h 85"/>
                <a:gd name="T90" fmla="*/ 12 w 85"/>
                <a:gd name="T91" fmla="*/ 35 h 85"/>
                <a:gd name="T92" fmla="*/ 10 w 85"/>
                <a:gd name="T93" fmla="*/ 30 h 85"/>
                <a:gd name="T94" fmla="*/ 8 w 85"/>
                <a:gd name="T95" fmla="*/ 26 h 85"/>
                <a:gd name="T96" fmla="*/ 6 w 85"/>
                <a:gd name="T97" fmla="*/ 25 h 85"/>
                <a:gd name="T98" fmla="*/ 2 w 85"/>
                <a:gd name="T99" fmla="*/ 25 h 85"/>
                <a:gd name="T100" fmla="*/ 2 w 85"/>
                <a:gd name="T101" fmla="*/ 20 h 85"/>
                <a:gd name="T102" fmla="*/ 2 w 85"/>
                <a:gd name="T103" fmla="*/ 16 h 85"/>
                <a:gd name="T104" fmla="*/ 1 w 85"/>
                <a:gd name="T105" fmla="*/ 14 h 85"/>
                <a:gd name="T106" fmla="*/ 2 w 85"/>
                <a:gd name="T107" fmla="*/ 10 h 85"/>
                <a:gd name="T108" fmla="*/ 6 w 85"/>
                <a:gd name="T109" fmla="*/ 9 h 85"/>
                <a:gd name="T110" fmla="*/ 10 w 85"/>
                <a:gd name="T111" fmla="*/ 10 h 85"/>
                <a:gd name="T112" fmla="*/ 11 w 85"/>
                <a:gd name="T113" fmla="*/ 6 h 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" h="85">
                  <a:moveTo>
                    <a:pt x="22" y="5"/>
                  </a:moveTo>
                  <a:cubicBezTo>
                    <a:pt x="24" y="4"/>
                    <a:pt x="24" y="4"/>
                    <a:pt x="24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3" y="46"/>
                    <a:pt x="83" y="46"/>
                    <a:pt x="83" y="46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2" y="53"/>
                    <a:pt x="82" y="53"/>
                    <a:pt x="82" y="53"/>
                  </a:cubicBezTo>
                  <a:cubicBezTo>
                    <a:pt x="82" y="54"/>
                    <a:pt x="82" y="54"/>
                    <a:pt x="82" y="54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2" y="69"/>
                    <a:pt x="82" y="69"/>
                    <a:pt x="82" y="69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8" y="55"/>
                    <a:pt x="58" y="55"/>
                    <a:pt x="58" y="55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73"/>
                    <a:pt x="55" y="73"/>
                    <a:pt x="55" y="73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8" y="79"/>
                    <a:pt x="58" y="79"/>
                    <a:pt x="58" y="79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41" y="84"/>
                    <a:pt x="41" y="84"/>
                    <a:pt x="41" y="84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39" y="84"/>
                    <a:pt x="39" y="84"/>
                    <a:pt x="39" y="84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7"/>
                    <a:pt x="21" y="7"/>
                    <a:pt x="21" y="7"/>
                  </a:cubicBezTo>
                  <a:lnTo>
                    <a:pt x="22" y="5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4" name="Freeform 1465">
              <a:extLst>
                <a:ext uri="{FF2B5EF4-FFF2-40B4-BE49-F238E27FC236}">
                  <a16:creationId xmlns:a16="http://schemas.microsoft.com/office/drawing/2014/main" id="{6140F44E-E2E6-4FE6-9F10-3CB2E8A4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057"/>
              <a:ext cx="49" cy="70"/>
            </a:xfrm>
            <a:custGeom>
              <a:avLst/>
              <a:gdLst>
                <a:gd name="T0" fmla="*/ 23 w 49"/>
                <a:gd name="T1" fmla="*/ 0 h 70"/>
                <a:gd name="T2" fmla="*/ 27 w 49"/>
                <a:gd name="T3" fmla="*/ 3 h 70"/>
                <a:gd name="T4" fmla="*/ 31 w 49"/>
                <a:gd name="T5" fmla="*/ 6 h 70"/>
                <a:gd name="T6" fmla="*/ 33 w 49"/>
                <a:gd name="T7" fmla="*/ 9 h 70"/>
                <a:gd name="T8" fmla="*/ 38 w 49"/>
                <a:gd name="T9" fmla="*/ 12 h 70"/>
                <a:gd name="T10" fmla="*/ 41 w 49"/>
                <a:gd name="T11" fmla="*/ 16 h 70"/>
                <a:gd name="T12" fmla="*/ 36 w 49"/>
                <a:gd name="T13" fmla="*/ 22 h 70"/>
                <a:gd name="T14" fmla="*/ 35 w 49"/>
                <a:gd name="T15" fmla="*/ 28 h 70"/>
                <a:gd name="T16" fmla="*/ 32 w 49"/>
                <a:gd name="T17" fmla="*/ 29 h 70"/>
                <a:gd name="T18" fmla="*/ 27 w 49"/>
                <a:gd name="T19" fmla="*/ 24 h 70"/>
                <a:gd name="T20" fmla="*/ 25 w 49"/>
                <a:gd name="T21" fmla="*/ 21 h 70"/>
                <a:gd name="T22" fmla="*/ 20 w 49"/>
                <a:gd name="T23" fmla="*/ 17 h 70"/>
                <a:gd name="T24" fmla="*/ 17 w 49"/>
                <a:gd name="T25" fmla="*/ 15 h 70"/>
                <a:gd name="T26" fmla="*/ 18 w 49"/>
                <a:gd name="T27" fmla="*/ 20 h 70"/>
                <a:gd name="T28" fmla="*/ 21 w 49"/>
                <a:gd name="T29" fmla="*/ 24 h 70"/>
                <a:gd name="T30" fmla="*/ 22 w 49"/>
                <a:gd name="T31" fmla="*/ 27 h 70"/>
                <a:gd name="T32" fmla="*/ 23 w 49"/>
                <a:gd name="T33" fmla="*/ 30 h 70"/>
                <a:gd name="T34" fmla="*/ 25 w 49"/>
                <a:gd name="T35" fmla="*/ 34 h 70"/>
                <a:gd name="T36" fmla="*/ 26 w 49"/>
                <a:gd name="T37" fmla="*/ 38 h 70"/>
                <a:gd name="T38" fmla="*/ 27 w 49"/>
                <a:gd name="T39" fmla="*/ 41 h 70"/>
                <a:gd name="T40" fmla="*/ 29 w 49"/>
                <a:gd name="T41" fmla="*/ 49 h 70"/>
                <a:gd name="T42" fmla="*/ 29 w 49"/>
                <a:gd name="T43" fmla="*/ 52 h 70"/>
                <a:gd name="T44" fmla="*/ 33 w 49"/>
                <a:gd name="T45" fmla="*/ 53 h 70"/>
                <a:gd name="T46" fmla="*/ 39 w 49"/>
                <a:gd name="T47" fmla="*/ 52 h 70"/>
                <a:gd name="T48" fmla="*/ 43 w 49"/>
                <a:gd name="T49" fmla="*/ 52 h 70"/>
                <a:gd name="T50" fmla="*/ 44 w 49"/>
                <a:gd name="T51" fmla="*/ 48 h 70"/>
                <a:gd name="T52" fmla="*/ 42 w 49"/>
                <a:gd name="T53" fmla="*/ 45 h 70"/>
                <a:gd name="T54" fmla="*/ 41 w 49"/>
                <a:gd name="T55" fmla="*/ 41 h 70"/>
                <a:gd name="T56" fmla="*/ 46 w 49"/>
                <a:gd name="T57" fmla="*/ 40 h 70"/>
                <a:gd name="T58" fmla="*/ 49 w 49"/>
                <a:gd name="T59" fmla="*/ 46 h 70"/>
                <a:gd name="T60" fmla="*/ 49 w 49"/>
                <a:gd name="T61" fmla="*/ 52 h 70"/>
                <a:gd name="T62" fmla="*/ 47 w 49"/>
                <a:gd name="T63" fmla="*/ 57 h 70"/>
                <a:gd name="T64" fmla="*/ 44 w 49"/>
                <a:gd name="T65" fmla="*/ 64 h 70"/>
                <a:gd name="T66" fmla="*/ 43 w 49"/>
                <a:gd name="T67" fmla="*/ 69 h 70"/>
                <a:gd name="T68" fmla="*/ 37 w 49"/>
                <a:gd name="T69" fmla="*/ 70 h 70"/>
                <a:gd name="T70" fmla="*/ 31 w 49"/>
                <a:gd name="T71" fmla="*/ 69 h 70"/>
                <a:gd name="T72" fmla="*/ 25 w 49"/>
                <a:gd name="T73" fmla="*/ 69 h 70"/>
                <a:gd name="T74" fmla="*/ 21 w 49"/>
                <a:gd name="T75" fmla="*/ 69 h 70"/>
                <a:gd name="T76" fmla="*/ 17 w 49"/>
                <a:gd name="T77" fmla="*/ 69 h 70"/>
                <a:gd name="T78" fmla="*/ 17 w 49"/>
                <a:gd name="T79" fmla="*/ 66 h 70"/>
                <a:gd name="T80" fmla="*/ 17 w 49"/>
                <a:gd name="T81" fmla="*/ 61 h 70"/>
                <a:gd name="T82" fmla="*/ 14 w 49"/>
                <a:gd name="T83" fmla="*/ 54 h 70"/>
                <a:gd name="T84" fmla="*/ 13 w 49"/>
                <a:gd name="T85" fmla="*/ 49 h 70"/>
                <a:gd name="T86" fmla="*/ 9 w 49"/>
                <a:gd name="T87" fmla="*/ 40 h 70"/>
                <a:gd name="T88" fmla="*/ 9 w 49"/>
                <a:gd name="T89" fmla="*/ 39 h 70"/>
                <a:gd name="T90" fmla="*/ 8 w 49"/>
                <a:gd name="T91" fmla="*/ 34 h 70"/>
                <a:gd name="T92" fmla="*/ 6 w 49"/>
                <a:gd name="T93" fmla="*/ 32 h 70"/>
                <a:gd name="T94" fmla="*/ 3 w 49"/>
                <a:gd name="T95" fmla="*/ 27 h 70"/>
                <a:gd name="T96" fmla="*/ 0 w 49"/>
                <a:gd name="T97" fmla="*/ 24 h 70"/>
                <a:gd name="T98" fmla="*/ 1 w 49"/>
                <a:gd name="T99" fmla="*/ 20 h 70"/>
                <a:gd name="T100" fmla="*/ 5 w 49"/>
                <a:gd name="T101" fmla="*/ 18 h 70"/>
                <a:gd name="T102" fmla="*/ 8 w 49"/>
                <a:gd name="T103" fmla="*/ 16 h 70"/>
                <a:gd name="T104" fmla="*/ 13 w 49"/>
                <a:gd name="T105" fmla="*/ 11 h 70"/>
                <a:gd name="T106" fmla="*/ 15 w 49"/>
                <a:gd name="T107" fmla="*/ 8 h 70"/>
                <a:gd name="T108" fmla="*/ 17 w 49"/>
                <a:gd name="T109" fmla="*/ 3 h 7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9" h="70">
                  <a:moveTo>
                    <a:pt x="19" y="0"/>
                  </a:moveTo>
                  <a:lnTo>
                    <a:pt x="19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5" y="3"/>
                  </a:lnTo>
                  <a:lnTo>
                    <a:pt x="27" y="3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31" y="6"/>
                  </a:lnTo>
                  <a:lnTo>
                    <a:pt x="32" y="7"/>
                  </a:lnTo>
                  <a:lnTo>
                    <a:pt x="32" y="8"/>
                  </a:lnTo>
                  <a:lnTo>
                    <a:pt x="33" y="9"/>
                  </a:lnTo>
                  <a:lnTo>
                    <a:pt x="35" y="11"/>
                  </a:lnTo>
                  <a:lnTo>
                    <a:pt x="37" y="12"/>
                  </a:lnTo>
                  <a:lnTo>
                    <a:pt x="38" y="12"/>
                  </a:lnTo>
                  <a:lnTo>
                    <a:pt x="39" y="12"/>
                  </a:lnTo>
                  <a:lnTo>
                    <a:pt x="40" y="13"/>
                  </a:lnTo>
                  <a:lnTo>
                    <a:pt x="41" y="14"/>
                  </a:lnTo>
                  <a:lnTo>
                    <a:pt x="41" y="16"/>
                  </a:lnTo>
                  <a:lnTo>
                    <a:pt x="40" y="17"/>
                  </a:lnTo>
                  <a:lnTo>
                    <a:pt x="38" y="19"/>
                  </a:lnTo>
                  <a:lnTo>
                    <a:pt x="37" y="22"/>
                  </a:lnTo>
                  <a:lnTo>
                    <a:pt x="36" y="22"/>
                  </a:lnTo>
                  <a:lnTo>
                    <a:pt x="35" y="24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8"/>
                  </a:lnTo>
                  <a:lnTo>
                    <a:pt x="34" y="29"/>
                  </a:lnTo>
                  <a:lnTo>
                    <a:pt x="33" y="29"/>
                  </a:lnTo>
                  <a:lnTo>
                    <a:pt x="32" y="29"/>
                  </a:lnTo>
                  <a:lnTo>
                    <a:pt x="30" y="28"/>
                  </a:lnTo>
                  <a:lnTo>
                    <a:pt x="29" y="26"/>
                  </a:lnTo>
                  <a:lnTo>
                    <a:pt x="28" y="25"/>
                  </a:lnTo>
                  <a:lnTo>
                    <a:pt x="27" y="24"/>
                  </a:lnTo>
                  <a:lnTo>
                    <a:pt x="26" y="23"/>
                  </a:lnTo>
                  <a:lnTo>
                    <a:pt x="25" y="22"/>
                  </a:lnTo>
                  <a:lnTo>
                    <a:pt x="25" y="21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1" y="18"/>
                  </a:lnTo>
                  <a:lnTo>
                    <a:pt x="20" y="17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7" y="15"/>
                  </a:lnTo>
                  <a:lnTo>
                    <a:pt x="16" y="17"/>
                  </a:lnTo>
                  <a:lnTo>
                    <a:pt x="17" y="19"/>
                  </a:lnTo>
                  <a:lnTo>
                    <a:pt x="18" y="20"/>
                  </a:lnTo>
                  <a:lnTo>
                    <a:pt x="19" y="22"/>
                  </a:lnTo>
                  <a:lnTo>
                    <a:pt x="20" y="23"/>
                  </a:lnTo>
                  <a:lnTo>
                    <a:pt x="21" y="24"/>
                  </a:lnTo>
                  <a:lnTo>
                    <a:pt x="21" y="26"/>
                  </a:lnTo>
                  <a:lnTo>
                    <a:pt x="22" y="26"/>
                  </a:lnTo>
                  <a:lnTo>
                    <a:pt x="22" y="27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30"/>
                  </a:lnTo>
                  <a:lnTo>
                    <a:pt x="24" y="32"/>
                  </a:lnTo>
                  <a:lnTo>
                    <a:pt x="25" y="33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7"/>
                  </a:lnTo>
                  <a:lnTo>
                    <a:pt x="25" y="38"/>
                  </a:lnTo>
                  <a:lnTo>
                    <a:pt x="26" y="38"/>
                  </a:lnTo>
                  <a:lnTo>
                    <a:pt x="27" y="39"/>
                  </a:lnTo>
                  <a:lnTo>
                    <a:pt x="27" y="40"/>
                  </a:lnTo>
                  <a:lnTo>
                    <a:pt x="27" y="41"/>
                  </a:lnTo>
                  <a:lnTo>
                    <a:pt x="29" y="45"/>
                  </a:lnTo>
                  <a:lnTo>
                    <a:pt x="29" y="47"/>
                  </a:lnTo>
                  <a:lnTo>
                    <a:pt x="29" y="48"/>
                  </a:lnTo>
                  <a:lnTo>
                    <a:pt x="29" y="49"/>
                  </a:lnTo>
                  <a:lnTo>
                    <a:pt x="29" y="50"/>
                  </a:lnTo>
                  <a:lnTo>
                    <a:pt x="29" y="52"/>
                  </a:lnTo>
                  <a:lnTo>
                    <a:pt x="29" y="53"/>
                  </a:lnTo>
                  <a:lnTo>
                    <a:pt x="30" y="53"/>
                  </a:lnTo>
                  <a:lnTo>
                    <a:pt x="32" y="53"/>
                  </a:lnTo>
                  <a:lnTo>
                    <a:pt x="33" y="53"/>
                  </a:lnTo>
                  <a:lnTo>
                    <a:pt x="37" y="53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9" y="52"/>
                  </a:lnTo>
                  <a:lnTo>
                    <a:pt x="40" y="52"/>
                  </a:lnTo>
                  <a:lnTo>
                    <a:pt x="41" y="51"/>
                  </a:lnTo>
                  <a:lnTo>
                    <a:pt x="42" y="52"/>
                  </a:lnTo>
                  <a:lnTo>
                    <a:pt x="43" y="52"/>
                  </a:lnTo>
                  <a:lnTo>
                    <a:pt x="43" y="50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4" y="48"/>
                  </a:lnTo>
                  <a:lnTo>
                    <a:pt x="44" y="47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1" y="44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6" y="40"/>
                  </a:lnTo>
                  <a:lnTo>
                    <a:pt x="47" y="40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9" y="46"/>
                  </a:lnTo>
                  <a:lnTo>
                    <a:pt x="49" y="48"/>
                  </a:lnTo>
                  <a:lnTo>
                    <a:pt x="49" y="50"/>
                  </a:lnTo>
                  <a:lnTo>
                    <a:pt x="49" y="51"/>
                  </a:lnTo>
                  <a:lnTo>
                    <a:pt x="49" y="52"/>
                  </a:lnTo>
                  <a:lnTo>
                    <a:pt x="49" y="53"/>
                  </a:lnTo>
                  <a:lnTo>
                    <a:pt x="49" y="54"/>
                  </a:lnTo>
                  <a:lnTo>
                    <a:pt x="49" y="55"/>
                  </a:lnTo>
                  <a:lnTo>
                    <a:pt x="47" y="57"/>
                  </a:lnTo>
                  <a:lnTo>
                    <a:pt x="45" y="59"/>
                  </a:lnTo>
                  <a:lnTo>
                    <a:pt x="44" y="62"/>
                  </a:lnTo>
                  <a:lnTo>
                    <a:pt x="44" y="63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6"/>
                  </a:lnTo>
                  <a:lnTo>
                    <a:pt x="45" y="68"/>
                  </a:lnTo>
                  <a:lnTo>
                    <a:pt x="43" y="69"/>
                  </a:lnTo>
                  <a:lnTo>
                    <a:pt x="41" y="69"/>
                  </a:lnTo>
                  <a:lnTo>
                    <a:pt x="40" y="69"/>
                  </a:lnTo>
                  <a:lnTo>
                    <a:pt x="37" y="70"/>
                  </a:lnTo>
                  <a:lnTo>
                    <a:pt x="36" y="70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1" y="69"/>
                  </a:lnTo>
                  <a:lnTo>
                    <a:pt x="29" y="69"/>
                  </a:lnTo>
                  <a:lnTo>
                    <a:pt x="28" y="69"/>
                  </a:lnTo>
                  <a:lnTo>
                    <a:pt x="27" y="69"/>
                  </a:lnTo>
                  <a:lnTo>
                    <a:pt x="25" y="69"/>
                  </a:lnTo>
                  <a:lnTo>
                    <a:pt x="23" y="69"/>
                  </a:lnTo>
                  <a:lnTo>
                    <a:pt x="21" y="69"/>
                  </a:lnTo>
                  <a:lnTo>
                    <a:pt x="20" y="69"/>
                  </a:lnTo>
                  <a:lnTo>
                    <a:pt x="19" y="69"/>
                  </a:lnTo>
                  <a:lnTo>
                    <a:pt x="18" y="70"/>
                  </a:lnTo>
                  <a:lnTo>
                    <a:pt x="17" y="69"/>
                  </a:lnTo>
                  <a:lnTo>
                    <a:pt x="17" y="68"/>
                  </a:lnTo>
                  <a:lnTo>
                    <a:pt x="16" y="67"/>
                  </a:lnTo>
                  <a:lnTo>
                    <a:pt x="17" y="66"/>
                  </a:lnTo>
                  <a:lnTo>
                    <a:pt x="17" y="64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6" y="58"/>
                  </a:lnTo>
                  <a:lnTo>
                    <a:pt x="15" y="56"/>
                  </a:lnTo>
                  <a:lnTo>
                    <a:pt x="15" y="55"/>
                  </a:lnTo>
                  <a:lnTo>
                    <a:pt x="14" y="54"/>
                  </a:lnTo>
                  <a:lnTo>
                    <a:pt x="14" y="53"/>
                  </a:lnTo>
                  <a:lnTo>
                    <a:pt x="15" y="52"/>
                  </a:lnTo>
                  <a:lnTo>
                    <a:pt x="13" y="51"/>
                  </a:lnTo>
                  <a:lnTo>
                    <a:pt x="13" y="49"/>
                  </a:lnTo>
                  <a:lnTo>
                    <a:pt x="11" y="44"/>
                  </a:lnTo>
                  <a:lnTo>
                    <a:pt x="10" y="43"/>
                  </a:lnTo>
                  <a:lnTo>
                    <a:pt x="10" y="41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37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6" y="32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3" y="27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4" y="9"/>
                  </a:lnTo>
                  <a:lnTo>
                    <a:pt x="15" y="8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Freeform 1466">
              <a:extLst>
                <a:ext uri="{FF2B5EF4-FFF2-40B4-BE49-F238E27FC236}">
                  <a16:creationId xmlns:a16="http://schemas.microsoft.com/office/drawing/2014/main" id="{7288D468-BED1-4C3E-AFF6-2B54E51A25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4" y="2042"/>
              <a:ext cx="50" cy="73"/>
            </a:xfrm>
            <a:custGeom>
              <a:avLst/>
              <a:gdLst>
                <a:gd name="T0" fmla="*/ 21 w 50"/>
                <a:gd name="T1" fmla="*/ 2 h 73"/>
                <a:gd name="T2" fmla="*/ 26 w 50"/>
                <a:gd name="T3" fmla="*/ 4 h 73"/>
                <a:gd name="T4" fmla="*/ 32 w 50"/>
                <a:gd name="T5" fmla="*/ 5 h 73"/>
                <a:gd name="T6" fmla="*/ 37 w 50"/>
                <a:gd name="T7" fmla="*/ 5 h 73"/>
                <a:gd name="T8" fmla="*/ 37 w 50"/>
                <a:gd name="T9" fmla="*/ 12 h 73"/>
                <a:gd name="T10" fmla="*/ 37 w 50"/>
                <a:gd name="T11" fmla="*/ 20 h 73"/>
                <a:gd name="T12" fmla="*/ 40 w 50"/>
                <a:gd name="T13" fmla="*/ 32 h 73"/>
                <a:gd name="T14" fmla="*/ 41 w 50"/>
                <a:gd name="T15" fmla="*/ 38 h 73"/>
                <a:gd name="T16" fmla="*/ 43 w 50"/>
                <a:gd name="T17" fmla="*/ 43 h 73"/>
                <a:gd name="T18" fmla="*/ 46 w 50"/>
                <a:gd name="T19" fmla="*/ 49 h 73"/>
                <a:gd name="T20" fmla="*/ 50 w 50"/>
                <a:gd name="T21" fmla="*/ 49 h 73"/>
                <a:gd name="T22" fmla="*/ 49 w 50"/>
                <a:gd name="T23" fmla="*/ 55 h 73"/>
                <a:gd name="T24" fmla="*/ 47 w 50"/>
                <a:gd name="T25" fmla="*/ 58 h 73"/>
                <a:gd name="T26" fmla="*/ 45 w 50"/>
                <a:gd name="T27" fmla="*/ 62 h 73"/>
                <a:gd name="T28" fmla="*/ 47 w 50"/>
                <a:gd name="T29" fmla="*/ 67 h 73"/>
                <a:gd name="T30" fmla="*/ 41 w 50"/>
                <a:gd name="T31" fmla="*/ 68 h 73"/>
                <a:gd name="T32" fmla="*/ 33 w 50"/>
                <a:gd name="T33" fmla="*/ 65 h 73"/>
                <a:gd name="T34" fmla="*/ 28 w 50"/>
                <a:gd name="T35" fmla="*/ 61 h 73"/>
                <a:gd name="T36" fmla="*/ 25 w 50"/>
                <a:gd name="T37" fmla="*/ 67 h 73"/>
                <a:gd name="T38" fmla="*/ 24 w 50"/>
                <a:gd name="T39" fmla="*/ 73 h 73"/>
                <a:gd name="T40" fmla="*/ 17 w 50"/>
                <a:gd name="T41" fmla="*/ 71 h 73"/>
                <a:gd name="T42" fmla="*/ 13 w 50"/>
                <a:gd name="T43" fmla="*/ 68 h 73"/>
                <a:gd name="T44" fmla="*/ 6 w 50"/>
                <a:gd name="T45" fmla="*/ 68 h 73"/>
                <a:gd name="T46" fmla="*/ 5 w 50"/>
                <a:gd name="T47" fmla="*/ 64 h 73"/>
                <a:gd name="T48" fmla="*/ 7 w 50"/>
                <a:gd name="T49" fmla="*/ 59 h 73"/>
                <a:gd name="T50" fmla="*/ 6 w 50"/>
                <a:gd name="T51" fmla="*/ 53 h 73"/>
                <a:gd name="T52" fmla="*/ 5 w 50"/>
                <a:gd name="T53" fmla="*/ 49 h 73"/>
                <a:gd name="T54" fmla="*/ 3 w 50"/>
                <a:gd name="T55" fmla="*/ 41 h 73"/>
                <a:gd name="T56" fmla="*/ 6 w 50"/>
                <a:gd name="T57" fmla="*/ 37 h 73"/>
                <a:gd name="T58" fmla="*/ 11 w 50"/>
                <a:gd name="T59" fmla="*/ 34 h 73"/>
                <a:gd name="T60" fmla="*/ 17 w 50"/>
                <a:gd name="T61" fmla="*/ 32 h 73"/>
                <a:gd name="T62" fmla="*/ 21 w 50"/>
                <a:gd name="T63" fmla="*/ 27 h 73"/>
                <a:gd name="T64" fmla="*/ 21 w 50"/>
                <a:gd name="T65" fmla="*/ 20 h 73"/>
                <a:gd name="T66" fmla="*/ 16 w 50"/>
                <a:gd name="T67" fmla="*/ 15 h 73"/>
                <a:gd name="T68" fmla="*/ 10 w 50"/>
                <a:gd name="T69" fmla="*/ 15 h 73"/>
                <a:gd name="T70" fmla="*/ 6 w 50"/>
                <a:gd name="T71" fmla="*/ 21 h 73"/>
                <a:gd name="T72" fmla="*/ 10 w 50"/>
                <a:gd name="T73" fmla="*/ 21 h 73"/>
                <a:gd name="T74" fmla="*/ 14 w 50"/>
                <a:gd name="T75" fmla="*/ 25 h 73"/>
                <a:gd name="T76" fmla="*/ 10 w 50"/>
                <a:gd name="T77" fmla="*/ 32 h 73"/>
                <a:gd name="T78" fmla="*/ 3 w 50"/>
                <a:gd name="T79" fmla="*/ 30 h 73"/>
                <a:gd name="T80" fmla="*/ 1 w 50"/>
                <a:gd name="T81" fmla="*/ 26 h 73"/>
                <a:gd name="T82" fmla="*/ 0 w 50"/>
                <a:gd name="T83" fmla="*/ 20 h 73"/>
                <a:gd name="T84" fmla="*/ 4 w 50"/>
                <a:gd name="T85" fmla="*/ 11 h 73"/>
                <a:gd name="T86" fmla="*/ 11 w 50"/>
                <a:gd name="T87" fmla="*/ 5 h 73"/>
                <a:gd name="T88" fmla="*/ 13 w 50"/>
                <a:gd name="T89" fmla="*/ 0 h 73"/>
                <a:gd name="T90" fmla="*/ 21 w 50"/>
                <a:gd name="T91" fmla="*/ 36 h 73"/>
                <a:gd name="T92" fmla="*/ 17 w 50"/>
                <a:gd name="T93" fmla="*/ 39 h 73"/>
                <a:gd name="T94" fmla="*/ 20 w 50"/>
                <a:gd name="T95" fmla="*/ 46 h 73"/>
                <a:gd name="T96" fmla="*/ 20 w 50"/>
                <a:gd name="T97" fmla="*/ 55 h 73"/>
                <a:gd name="T98" fmla="*/ 25 w 50"/>
                <a:gd name="T99" fmla="*/ 55 h 73"/>
                <a:gd name="T100" fmla="*/ 29 w 50"/>
                <a:gd name="T101" fmla="*/ 53 h 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0" h="73">
                  <a:moveTo>
                    <a:pt x="13" y="0"/>
                  </a:moveTo>
                  <a:lnTo>
                    <a:pt x="14" y="0"/>
                  </a:lnTo>
                  <a:lnTo>
                    <a:pt x="16" y="0"/>
                  </a:lnTo>
                  <a:lnTo>
                    <a:pt x="18" y="1"/>
                  </a:lnTo>
                  <a:lnTo>
                    <a:pt x="21" y="2"/>
                  </a:lnTo>
                  <a:lnTo>
                    <a:pt x="22" y="3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6" y="4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5"/>
                  </a:lnTo>
                  <a:lnTo>
                    <a:pt x="36" y="5"/>
                  </a:lnTo>
                  <a:lnTo>
                    <a:pt x="37" y="5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7" y="12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7" y="18"/>
                  </a:lnTo>
                  <a:lnTo>
                    <a:pt x="37" y="20"/>
                  </a:lnTo>
                  <a:lnTo>
                    <a:pt x="38" y="22"/>
                  </a:lnTo>
                  <a:lnTo>
                    <a:pt x="38" y="24"/>
                  </a:lnTo>
                  <a:lnTo>
                    <a:pt x="39" y="27"/>
                  </a:lnTo>
                  <a:lnTo>
                    <a:pt x="39" y="28"/>
                  </a:lnTo>
                  <a:lnTo>
                    <a:pt x="40" y="32"/>
                  </a:lnTo>
                  <a:lnTo>
                    <a:pt x="41" y="35"/>
                  </a:lnTo>
                  <a:lnTo>
                    <a:pt x="41" y="37"/>
                  </a:lnTo>
                  <a:lnTo>
                    <a:pt x="41" y="38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3" y="42"/>
                  </a:lnTo>
                  <a:lnTo>
                    <a:pt x="43" y="43"/>
                  </a:lnTo>
                  <a:lnTo>
                    <a:pt x="44" y="44"/>
                  </a:lnTo>
                  <a:lnTo>
                    <a:pt x="44" y="45"/>
                  </a:lnTo>
                  <a:lnTo>
                    <a:pt x="45" y="48"/>
                  </a:lnTo>
                  <a:lnTo>
                    <a:pt x="45" y="49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8" y="48"/>
                  </a:lnTo>
                  <a:lnTo>
                    <a:pt x="49" y="48"/>
                  </a:lnTo>
                  <a:lnTo>
                    <a:pt x="50" y="49"/>
                  </a:lnTo>
                  <a:lnTo>
                    <a:pt x="50" y="50"/>
                  </a:lnTo>
                  <a:lnTo>
                    <a:pt x="50" y="51"/>
                  </a:lnTo>
                  <a:lnTo>
                    <a:pt x="50" y="52"/>
                  </a:lnTo>
                  <a:lnTo>
                    <a:pt x="49" y="54"/>
                  </a:lnTo>
                  <a:lnTo>
                    <a:pt x="49" y="55"/>
                  </a:lnTo>
                  <a:lnTo>
                    <a:pt x="48" y="55"/>
                  </a:lnTo>
                  <a:lnTo>
                    <a:pt x="48" y="56"/>
                  </a:lnTo>
                  <a:lnTo>
                    <a:pt x="48" y="57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6" y="59"/>
                  </a:lnTo>
                  <a:lnTo>
                    <a:pt x="45" y="60"/>
                  </a:lnTo>
                  <a:lnTo>
                    <a:pt x="45" y="61"/>
                  </a:lnTo>
                  <a:lnTo>
                    <a:pt x="45" y="62"/>
                  </a:lnTo>
                  <a:lnTo>
                    <a:pt x="46" y="63"/>
                  </a:lnTo>
                  <a:lnTo>
                    <a:pt x="47" y="64"/>
                  </a:lnTo>
                  <a:lnTo>
                    <a:pt x="47" y="67"/>
                  </a:lnTo>
                  <a:lnTo>
                    <a:pt x="46" y="67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1" y="68"/>
                  </a:lnTo>
                  <a:lnTo>
                    <a:pt x="40" y="68"/>
                  </a:lnTo>
                  <a:lnTo>
                    <a:pt x="38" y="67"/>
                  </a:lnTo>
                  <a:lnTo>
                    <a:pt x="37" y="67"/>
                  </a:lnTo>
                  <a:lnTo>
                    <a:pt x="34" y="66"/>
                  </a:lnTo>
                  <a:lnTo>
                    <a:pt x="33" y="65"/>
                  </a:lnTo>
                  <a:lnTo>
                    <a:pt x="33" y="64"/>
                  </a:lnTo>
                  <a:lnTo>
                    <a:pt x="31" y="63"/>
                  </a:lnTo>
                  <a:lnTo>
                    <a:pt x="29" y="63"/>
                  </a:lnTo>
                  <a:lnTo>
                    <a:pt x="29" y="62"/>
                  </a:lnTo>
                  <a:lnTo>
                    <a:pt x="28" y="61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5" y="63"/>
                  </a:lnTo>
                  <a:lnTo>
                    <a:pt x="25" y="64"/>
                  </a:lnTo>
                  <a:lnTo>
                    <a:pt x="25" y="67"/>
                  </a:lnTo>
                  <a:lnTo>
                    <a:pt x="27" y="68"/>
                  </a:lnTo>
                  <a:lnTo>
                    <a:pt x="27" y="69"/>
                  </a:lnTo>
                  <a:lnTo>
                    <a:pt x="27" y="71"/>
                  </a:lnTo>
                  <a:lnTo>
                    <a:pt x="25" y="73"/>
                  </a:lnTo>
                  <a:lnTo>
                    <a:pt x="24" y="73"/>
                  </a:lnTo>
                  <a:lnTo>
                    <a:pt x="22" y="73"/>
                  </a:lnTo>
                  <a:lnTo>
                    <a:pt x="20" y="73"/>
                  </a:lnTo>
                  <a:lnTo>
                    <a:pt x="18" y="73"/>
                  </a:lnTo>
                  <a:lnTo>
                    <a:pt x="18" y="72"/>
                  </a:lnTo>
                  <a:lnTo>
                    <a:pt x="17" y="71"/>
                  </a:lnTo>
                  <a:lnTo>
                    <a:pt x="16" y="71"/>
                  </a:lnTo>
                  <a:lnTo>
                    <a:pt x="14" y="70"/>
                  </a:lnTo>
                  <a:lnTo>
                    <a:pt x="13" y="69"/>
                  </a:lnTo>
                  <a:lnTo>
                    <a:pt x="13" y="68"/>
                  </a:lnTo>
                  <a:lnTo>
                    <a:pt x="10" y="68"/>
                  </a:lnTo>
                  <a:lnTo>
                    <a:pt x="10" y="67"/>
                  </a:lnTo>
                  <a:lnTo>
                    <a:pt x="8" y="68"/>
                  </a:lnTo>
                  <a:lnTo>
                    <a:pt x="7" y="68"/>
                  </a:lnTo>
                  <a:lnTo>
                    <a:pt x="6" y="68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4"/>
                  </a:lnTo>
                  <a:lnTo>
                    <a:pt x="5" y="63"/>
                  </a:lnTo>
                  <a:lnTo>
                    <a:pt x="6" y="62"/>
                  </a:lnTo>
                  <a:lnTo>
                    <a:pt x="7" y="61"/>
                  </a:lnTo>
                  <a:lnTo>
                    <a:pt x="7" y="60"/>
                  </a:lnTo>
                  <a:lnTo>
                    <a:pt x="7" y="59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6" y="55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6" y="50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5" y="46"/>
                  </a:lnTo>
                  <a:lnTo>
                    <a:pt x="4" y="43"/>
                  </a:lnTo>
                  <a:lnTo>
                    <a:pt x="3" y="41"/>
                  </a:lnTo>
                  <a:lnTo>
                    <a:pt x="2" y="39"/>
                  </a:lnTo>
                  <a:lnTo>
                    <a:pt x="3" y="38"/>
                  </a:lnTo>
                  <a:lnTo>
                    <a:pt x="4" y="38"/>
                  </a:lnTo>
                  <a:lnTo>
                    <a:pt x="6" y="37"/>
                  </a:lnTo>
                  <a:lnTo>
                    <a:pt x="8" y="36"/>
                  </a:lnTo>
                  <a:lnTo>
                    <a:pt x="9" y="36"/>
                  </a:lnTo>
                  <a:lnTo>
                    <a:pt x="10" y="35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4" y="34"/>
                  </a:lnTo>
                  <a:lnTo>
                    <a:pt x="14" y="33"/>
                  </a:lnTo>
                  <a:lnTo>
                    <a:pt x="17" y="32"/>
                  </a:lnTo>
                  <a:lnTo>
                    <a:pt x="18" y="31"/>
                  </a:lnTo>
                  <a:lnTo>
                    <a:pt x="19" y="30"/>
                  </a:lnTo>
                  <a:lnTo>
                    <a:pt x="21" y="29"/>
                  </a:lnTo>
                  <a:lnTo>
                    <a:pt x="21" y="27"/>
                  </a:lnTo>
                  <a:lnTo>
                    <a:pt x="21" y="25"/>
                  </a:lnTo>
                  <a:lnTo>
                    <a:pt x="21" y="24"/>
                  </a:lnTo>
                  <a:lnTo>
                    <a:pt x="21" y="23"/>
                  </a:lnTo>
                  <a:lnTo>
                    <a:pt x="21" y="20"/>
                  </a:lnTo>
                  <a:lnTo>
                    <a:pt x="21" y="19"/>
                  </a:lnTo>
                  <a:lnTo>
                    <a:pt x="21" y="18"/>
                  </a:lnTo>
                  <a:lnTo>
                    <a:pt x="20" y="17"/>
                  </a:lnTo>
                  <a:lnTo>
                    <a:pt x="17" y="15"/>
                  </a:lnTo>
                  <a:lnTo>
                    <a:pt x="16" y="15"/>
                  </a:lnTo>
                  <a:lnTo>
                    <a:pt x="15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6" y="20"/>
                  </a:lnTo>
                  <a:lnTo>
                    <a:pt x="6" y="21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4" y="28"/>
                  </a:lnTo>
                  <a:lnTo>
                    <a:pt x="13" y="30"/>
                  </a:lnTo>
                  <a:lnTo>
                    <a:pt x="12" y="31"/>
                  </a:lnTo>
                  <a:lnTo>
                    <a:pt x="10" y="32"/>
                  </a:lnTo>
                  <a:lnTo>
                    <a:pt x="9" y="32"/>
                  </a:lnTo>
                  <a:lnTo>
                    <a:pt x="8" y="32"/>
                  </a:lnTo>
                  <a:lnTo>
                    <a:pt x="6" y="32"/>
                  </a:lnTo>
                  <a:lnTo>
                    <a:pt x="5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3" y="0"/>
                  </a:lnTo>
                  <a:close/>
                  <a:moveTo>
                    <a:pt x="25" y="33"/>
                  </a:moveTo>
                  <a:lnTo>
                    <a:pt x="24" y="35"/>
                  </a:lnTo>
                  <a:lnTo>
                    <a:pt x="23" y="36"/>
                  </a:lnTo>
                  <a:lnTo>
                    <a:pt x="21" y="36"/>
                  </a:lnTo>
                  <a:lnTo>
                    <a:pt x="20" y="37"/>
                  </a:lnTo>
                  <a:lnTo>
                    <a:pt x="19" y="38"/>
                  </a:lnTo>
                  <a:lnTo>
                    <a:pt x="18" y="38"/>
                  </a:lnTo>
                  <a:lnTo>
                    <a:pt x="17" y="39"/>
                  </a:lnTo>
                  <a:lnTo>
                    <a:pt x="17" y="40"/>
                  </a:lnTo>
                  <a:lnTo>
                    <a:pt x="18" y="41"/>
                  </a:lnTo>
                  <a:lnTo>
                    <a:pt x="18" y="42"/>
                  </a:lnTo>
                  <a:lnTo>
                    <a:pt x="20" y="45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53"/>
                  </a:lnTo>
                  <a:lnTo>
                    <a:pt x="21" y="55"/>
                  </a:lnTo>
                  <a:lnTo>
                    <a:pt x="20" y="55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3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7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29" y="54"/>
                  </a:lnTo>
                  <a:lnTo>
                    <a:pt x="29" y="53"/>
                  </a:lnTo>
                  <a:lnTo>
                    <a:pt x="26" y="44"/>
                  </a:lnTo>
                  <a:lnTo>
                    <a:pt x="25" y="41"/>
                  </a:lnTo>
                  <a:lnTo>
                    <a:pt x="26" y="39"/>
                  </a:lnTo>
                  <a:lnTo>
                    <a:pt x="25" y="33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6" name="Freeform 1467">
              <a:extLst>
                <a:ext uri="{FF2B5EF4-FFF2-40B4-BE49-F238E27FC236}">
                  <a16:creationId xmlns:a16="http://schemas.microsoft.com/office/drawing/2014/main" id="{38CEC2E8-62B0-45C2-B836-86C1DEB86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010"/>
              <a:ext cx="50" cy="99"/>
            </a:xfrm>
            <a:custGeom>
              <a:avLst/>
              <a:gdLst>
                <a:gd name="T0" fmla="*/ 29 w 50"/>
                <a:gd name="T1" fmla="*/ 4 h 99"/>
                <a:gd name="T2" fmla="*/ 31 w 50"/>
                <a:gd name="T3" fmla="*/ 10 h 99"/>
                <a:gd name="T4" fmla="*/ 29 w 50"/>
                <a:gd name="T5" fmla="*/ 16 h 99"/>
                <a:gd name="T6" fmla="*/ 25 w 50"/>
                <a:gd name="T7" fmla="*/ 10 h 99"/>
                <a:gd name="T8" fmla="*/ 21 w 50"/>
                <a:gd name="T9" fmla="*/ 8 h 99"/>
                <a:gd name="T10" fmla="*/ 18 w 50"/>
                <a:gd name="T11" fmla="*/ 16 h 99"/>
                <a:gd name="T12" fmla="*/ 18 w 50"/>
                <a:gd name="T13" fmla="*/ 25 h 99"/>
                <a:gd name="T14" fmla="*/ 18 w 50"/>
                <a:gd name="T15" fmla="*/ 30 h 99"/>
                <a:gd name="T16" fmla="*/ 24 w 50"/>
                <a:gd name="T17" fmla="*/ 25 h 99"/>
                <a:gd name="T18" fmla="*/ 31 w 50"/>
                <a:gd name="T19" fmla="*/ 27 h 99"/>
                <a:gd name="T20" fmla="*/ 38 w 50"/>
                <a:gd name="T21" fmla="*/ 30 h 99"/>
                <a:gd name="T22" fmla="*/ 45 w 50"/>
                <a:gd name="T23" fmla="*/ 33 h 99"/>
                <a:gd name="T24" fmla="*/ 41 w 50"/>
                <a:gd name="T25" fmla="*/ 45 h 99"/>
                <a:gd name="T26" fmla="*/ 37 w 50"/>
                <a:gd name="T27" fmla="*/ 51 h 99"/>
                <a:gd name="T28" fmla="*/ 44 w 50"/>
                <a:gd name="T29" fmla="*/ 54 h 99"/>
                <a:gd name="T30" fmla="*/ 45 w 50"/>
                <a:gd name="T31" fmla="*/ 62 h 99"/>
                <a:gd name="T32" fmla="*/ 44 w 50"/>
                <a:gd name="T33" fmla="*/ 70 h 99"/>
                <a:gd name="T34" fmla="*/ 48 w 50"/>
                <a:gd name="T35" fmla="*/ 80 h 99"/>
                <a:gd name="T36" fmla="*/ 49 w 50"/>
                <a:gd name="T37" fmla="*/ 83 h 99"/>
                <a:gd name="T38" fmla="*/ 46 w 50"/>
                <a:gd name="T39" fmla="*/ 87 h 99"/>
                <a:gd name="T40" fmla="*/ 43 w 50"/>
                <a:gd name="T41" fmla="*/ 97 h 99"/>
                <a:gd name="T42" fmla="*/ 36 w 50"/>
                <a:gd name="T43" fmla="*/ 93 h 99"/>
                <a:gd name="T44" fmla="*/ 32 w 50"/>
                <a:gd name="T45" fmla="*/ 90 h 99"/>
                <a:gd name="T46" fmla="*/ 28 w 50"/>
                <a:gd name="T47" fmla="*/ 85 h 99"/>
                <a:gd name="T48" fmla="*/ 30 w 50"/>
                <a:gd name="T49" fmla="*/ 80 h 99"/>
                <a:gd name="T50" fmla="*/ 29 w 50"/>
                <a:gd name="T51" fmla="*/ 70 h 99"/>
                <a:gd name="T52" fmla="*/ 31 w 50"/>
                <a:gd name="T53" fmla="*/ 65 h 99"/>
                <a:gd name="T54" fmla="*/ 26 w 50"/>
                <a:gd name="T55" fmla="*/ 60 h 99"/>
                <a:gd name="T56" fmla="*/ 21 w 50"/>
                <a:gd name="T57" fmla="*/ 56 h 99"/>
                <a:gd name="T58" fmla="*/ 25 w 50"/>
                <a:gd name="T59" fmla="*/ 54 h 99"/>
                <a:gd name="T60" fmla="*/ 30 w 50"/>
                <a:gd name="T61" fmla="*/ 52 h 99"/>
                <a:gd name="T62" fmla="*/ 33 w 50"/>
                <a:gd name="T63" fmla="*/ 46 h 99"/>
                <a:gd name="T64" fmla="*/ 33 w 50"/>
                <a:gd name="T65" fmla="*/ 43 h 99"/>
                <a:gd name="T66" fmla="*/ 29 w 50"/>
                <a:gd name="T67" fmla="*/ 43 h 99"/>
                <a:gd name="T68" fmla="*/ 21 w 50"/>
                <a:gd name="T69" fmla="*/ 39 h 99"/>
                <a:gd name="T70" fmla="*/ 19 w 50"/>
                <a:gd name="T71" fmla="*/ 45 h 99"/>
                <a:gd name="T72" fmla="*/ 19 w 50"/>
                <a:gd name="T73" fmla="*/ 51 h 99"/>
                <a:gd name="T74" fmla="*/ 19 w 50"/>
                <a:gd name="T75" fmla="*/ 60 h 99"/>
                <a:gd name="T76" fmla="*/ 19 w 50"/>
                <a:gd name="T77" fmla="*/ 67 h 99"/>
                <a:gd name="T78" fmla="*/ 21 w 50"/>
                <a:gd name="T79" fmla="*/ 76 h 99"/>
                <a:gd name="T80" fmla="*/ 24 w 50"/>
                <a:gd name="T81" fmla="*/ 80 h 99"/>
                <a:gd name="T82" fmla="*/ 23 w 50"/>
                <a:gd name="T83" fmla="*/ 86 h 99"/>
                <a:gd name="T84" fmla="*/ 19 w 50"/>
                <a:gd name="T85" fmla="*/ 90 h 99"/>
                <a:gd name="T86" fmla="*/ 19 w 50"/>
                <a:gd name="T87" fmla="*/ 95 h 99"/>
                <a:gd name="T88" fmla="*/ 12 w 50"/>
                <a:gd name="T89" fmla="*/ 96 h 99"/>
                <a:gd name="T90" fmla="*/ 6 w 50"/>
                <a:gd name="T91" fmla="*/ 92 h 99"/>
                <a:gd name="T92" fmla="*/ 1 w 50"/>
                <a:gd name="T93" fmla="*/ 88 h 99"/>
                <a:gd name="T94" fmla="*/ 4 w 50"/>
                <a:gd name="T95" fmla="*/ 83 h 99"/>
                <a:gd name="T96" fmla="*/ 5 w 50"/>
                <a:gd name="T97" fmla="*/ 76 h 99"/>
                <a:gd name="T98" fmla="*/ 5 w 50"/>
                <a:gd name="T99" fmla="*/ 70 h 99"/>
                <a:gd name="T100" fmla="*/ 5 w 50"/>
                <a:gd name="T101" fmla="*/ 64 h 99"/>
                <a:gd name="T102" fmla="*/ 5 w 50"/>
                <a:gd name="T103" fmla="*/ 59 h 99"/>
                <a:gd name="T104" fmla="*/ 5 w 50"/>
                <a:gd name="T105" fmla="*/ 51 h 99"/>
                <a:gd name="T106" fmla="*/ 5 w 50"/>
                <a:gd name="T107" fmla="*/ 42 h 99"/>
                <a:gd name="T108" fmla="*/ 5 w 50"/>
                <a:gd name="T109" fmla="*/ 36 h 99"/>
                <a:gd name="T110" fmla="*/ 5 w 50"/>
                <a:gd name="T111" fmla="*/ 24 h 99"/>
                <a:gd name="T112" fmla="*/ 3 w 50"/>
                <a:gd name="T113" fmla="*/ 12 h 99"/>
                <a:gd name="T114" fmla="*/ 1 w 50"/>
                <a:gd name="T115" fmla="*/ 5 h 99"/>
                <a:gd name="T116" fmla="*/ 8 w 50"/>
                <a:gd name="T117" fmla="*/ 6 h 99"/>
                <a:gd name="T118" fmla="*/ 11 w 50"/>
                <a:gd name="T119" fmla="*/ 7 h 99"/>
                <a:gd name="T120" fmla="*/ 18 w 50"/>
                <a:gd name="T121" fmla="*/ 0 h 9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0" h="99">
                  <a:moveTo>
                    <a:pt x="21" y="0"/>
                  </a:move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31" y="6"/>
                  </a:lnTo>
                  <a:lnTo>
                    <a:pt x="32" y="6"/>
                  </a:lnTo>
                  <a:lnTo>
                    <a:pt x="32" y="7"/>
                  </a:lnTo>
                  <a:lnTo>
                    <a:pt x="32" y="9"/>
                  </a:lnTo>
                  <a:lnTo>
                    <a:pt x="31" y="10"/>
                  </a:lnTo>
                  <a:lnTo>
                    <a:pt x="31" y="11"/>
                  </a:lnTo>
                  <a:lnTo>
                    <a:pt x="32" y="12"/>
                  </a:lnTo>
                  <a:lnTo>
                    <a:pt x="32" y="13"/>
                  </a:lnTo>
                  <a:lnTo>
                    <a:pt x="30" y="16"/>
                  </a:lnTo>
                  <a:lnTo>
                    <a:pt x="29" y="16"/>
                  </a:lnTo>
                  <a:lnTo>
                    <a:pt x="28" y="17"/>
                  </a:lnTo>
                  <a:lnTo>
                    <a:pt x="27" y="16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5" y="10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4" y="6"/>
                  </a:lnTo>
                  <a:lnTo>
                    <a:pt x="22" y="7"/>
                  </a:lnTo>
                  <a:lnTo>
                    <a:pt x="21" y="8"/>
                  </a:lnTo>
                  <a:lnTo>
                    <a:pt x="20" y="11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8" y="15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5"/>
                  </a:lnTo>
                  <a:lnTo>
                    <a:pt x="18" y="26"/>
                  </a:lnTo>
                  <a:lnTo>
                    <a:pt x="18" y="27"/>
                  </a:lnTo>
                  <a:lnTo>
                    <a:pt x="18" y="28"/>
                  </a:lnTo>
                  <a:lnTo>
                    <a:pt x="18" y="29"/>
                  </a:lnTo>
                  <a:lnTo>
                    <a:pt x="18" y="30"/>
                  </a:lnTo>
                  <a:lnTo>
                    <a:pt x="18" y="32"/>
                  </a:lnTo>
                  <a:lnTo>
                    <a:pt x="21" y="33"/>
                  </a:lnTo>
                  <a:lnTo>
                    <a:pt x="22" y="31"/>
                  </a:lnTo>
                  <a:lnTo>
                    <a:pt x="23" y="29"/>
                  </a:lnTo>
                  <a:lnTo>
                    <a:pt x="24" y="25"/>
                  </a:lnTo>
                  <a:lnTo>
                    <a:pt x="25" y="24"/>
                  </a:lnTo>
                  <a:lnTo>
                    <a:pt x="27" y="24"/>
                  </a:lnTo>
                  <a:lnTo>
                    <a:pt x="28" y="25"/>
                  </a:lnTo>
                  <a:lnTo>
                    <a:pt x="29" y="26"/>
                  </a:lnTo>
                  <a:lnTo>
                    <a:pt x="30" y="26"/>
                  </a:lnTo>
                  <a:lnTo>
                    <a:pt x="31" y="27"/>
                  </a:lnTo>
                  <a:lnTo>
                    <a:pt x="32" y="27"/>
                  </a:lnTo>
                  <a:lnTo>
                    <a:pt x="33" y="29"/>
                  </a:lnTo>
                  <a:lnTo>
                    <a:pt x="34" y="29"/>
                  </a:lnTo>
                  <a:lnTo>
                    <a:pt x="36" y="29"/>
                  </a:lnTo>
                  <a:lnTo>
                    <a:pt x="37" y="30"/>
                  </a:lnTo>
                  <a:lnTo>
                    <a:pt x="38" y="30"/>
                  </a:lnTo>
                  <a:lnTo>
                    <a:pt x="39" y="30"/>
                  </a:lnTo>
                  <a:lnTo>
                    <a:pt x="40" y="32"/>
                  </a:lnTo>
                  <a:lnTo>
                    <a:pt x="43" y="33"/>
                  </a:lnTo>
                  <a:lnTo>
                    <a:pt x="44" y="32"/>
                  </a:lnTo>
                  <a:lnTo>
                    <a:pt x="45" y="33"/>
                  </a:lnTo>
                  <a:lnTo>
                    <a:pt x="46" y="35"/>
                  </a:lnTo>
                  <a:lnTo>
                    <a:pt x="45" y="38"/>
                  </a:lnTo>
                  <a:lnTo>
                    <a:pt x="44" y="39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1" y="45"/>
                  </a:lnTo>
                  <a:lnTo>
                    <a:pt x="40" y="47"/>
                  </a:lnTo>
                  <a:lnTo>
                    <a:pt x="39" y="48"/>
                  </a:lnTo>
                  <a:lnTo>
                    <a:pt x="39" y="49"/>
                  </a:lnTo>
                  <a:lnTo>
                    <a:pt x="38" y="49"/>
                  </a:lnTo>
                  <a:lnTo>
                    <a:pt x="38" y="50"/>
                  </a:lnTo>
                  <a:lnTo>
                    <a:pt x="37" y="51"/>
                  </a:lnTo>
                  <a:lnTo>
                    <a:pt x="37" y="52"/>
                  </a:lnTo>
                  <a:lnTo>
                    <a:pt x="38" y="53"/>
                  </a:lnTo>
                  <a:lnTo>
                    <a:pt x="40" y="53"/>
                  </a:lnTo>
                  <a:lnTo>
                    <a:pt x="41" y="53"/>
                  </a:lnTo>
                  <a:lnTo>
                    <a:pt x="44" y="54"/>
                  </a:lnTo>
                  <a:lnTo>
                    <a:pt x="45" y="55"/>
                  </a:lnTo>
                  <a:lnTo>
                    <a:pt x="46" y="57"/>
                  </a:lnTo>
                  <a:lnTo>
                    <a:pt x="45" y="59"/>
                  </a:lnTo>
                  <a:lnTo>
                    <a:pt x="45" y="61"/>
                  </a:lnTo>
                  <a:lnTo>
                    <a:pt x="45" y="62"/>
                  </a:lnTo>
                  <a:lnTo>
                    <a:pt x="45" y="64"/>
                  </a:lnTo>
                  <a:lnTo>
                    <a:pt x="45" y="66"/>
                  </a:lnTo>
                  <a:lnTo>
                    <a:pt x="44" y="69"/>
                  </a:lnTo>
                  <a:lnTo>
                    <a:pt x="44" y="70"/>
                  </a:lnTo>
                  <a:lnTo>
                    <a:pt x="44" y="71"/>
                  </a:lnTo>
                  <a:lnTo>
                    <a:pt x="45" y="72"/>
                  </a:lnTo>
                  <a:lnTo>
                    <a:pt x="45" y="76"/>
                  </a:lnTo>
                  <a:lnTo>
                    <a:pt x="45" y="79"/>
                  </a:lnTo>
                  <a:lnTo>
                    <a:pt x="48" y="80"/>
                  </a:lnTo>
                  <a:lnTo>
                    <a:pt x="49" y="80"/>
                  </a:lnTo>
                  <a:lnTo>
                    <a:pt x="50" y="81"/>
                  </a:lnTo>
                  <a:lnTo>
                    <a:pt x="50" y="82"/>
                  </a:lnTo>
                  <a:lnTo>
                    <a:pt x="49" y="83"/>
                  </a:lnTo>
                  <a:lnTo>
                    <a:pt x="49" y="84"/>
                  </a:lnTo>
                  <a:lnTo>
                    <a:pt x="49" y="85"/>
                  </a:lnTo>
                  <a:lnTo>
                    <a:pt x="48" y="86"/>
                  </a:lnTo>
                  <a:lnTo>
                    <a:pt x="46" y="86"/>
                  </a:lnTo>
                  <a:lnTo>
                    <a:pt x="46" y="87"/>
                  </a:lnTo>
                  <a:lnTo>
                    <a:pt x="45" y="89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5" y="93"/>
                  </a:lnTo>
                  <a:lnTo>
                    <a:pt x="44" y="96"/>
                  </a:lnTo>
                  <a:lnTo>
                    <a:pt x="43" y="97"/>
                  </a:lnTo>
                  <a:lnTo>
                    <a:pt x="42" y="97"/>
                  </a:lnTo>
                  <a:lnTo>
                    <a:pt x="40" y="97"/>
                  </a:lnTo>
                  <a:lnTo>
                    <a:pt x="38" y="96"/>
                  </a:lnTo>
                  <a:lnTo>
                    <a:pt x="37" y="95"/>
                  </a:lnTo>
                  <a:lnTo>
                    <a:pt x="37" y="94"/>
                  </a:lnTo>
                  <a:lnTo>
                    <a:pt x="36" y="93"/>
                  </a:lnTo>
                  <a:lnTo>
                    <a:pt x="35" y="93"/>
                  </a:lnTo>
                  <a:lnTo>
                    <a:pt x="33" y="91"/>
                  </a:lnTo>
                  <a:lnTo>
                    <a:pt x="33" y="90"/>
                  </a:lnTo>
                  <a:lnTo>
                    <a:pt x="32" y="89"/>
                  </a:lnTo>
                  <a:lnTo>
                    <a:pt x="32" y="90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9" y="88"/>
                  </a:lnTo>
                  <a:lnTo>
                    <a:pt x="28" y="87"/>
                  </a:lnTo>
                  <a:lnTo>
                    <a:pt x="28" y="85"/>
                  </a:lnTo>
                  <a:lnTo>
                    <a:pt x="29" y="84"/>
                  </a:lnTo>
                  <a:lnTo>
                    <a:pt x="29" y="83"/>
                  </a:lnTo>
                  <a:lnTo>
                    <a:pt x="30" y="81"/>
                  </a:lnTo>
                  <a:lnTo>
                    <a:pt x="30" y="80"/>
                  </a:lnTo>
                  <a:lnTo>
                    <a:pt x="30" y="78"/>
                  </a:lnTo>
                  <a:lnTo>
                    <a:pt x="30" y="77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30" y="71"/>
                  </a:lnTo>
                  <a:lnTo>
                    <a:pt x="29" y="70"/>
                  </a:lnTo>
                  <a:lnTo>
                    <a:pt x="30" y="69"/>
                  </a:lnTo>
                  <a:lnTo>
                    <a:pt x="30" y="67"/>
                  </a:lnTo>
                  <a:lnTo>
                    <a:pt x="30" y="66"/>
                  </a:lnTo>
                  <a:lnTo>
                    <a:pt x="31" y="65"/>
                  </a:lnTo>
                  <a:lnTo>
                    <a:pt x="31" y="63"/>
                  </a:lnTo>
                  <a:lnTo>
                    <a:pt x="30" y="62"/>
                  </a:lnTo>
                  <a:lnTo>
                    <a:pt x="29" y="62"/>
                  </a:lnTo>
                  <a:lnTo>
                    <a:pt x="28" y="61"/>
                  </a:lnTo>
                  <a:lnTo>
                    <a:pt x="26" y="61"/>
                  </a:lnTo>
                  <a:lnTo>
                    <a:pt x="26" y="60"/>
                  </a:lnTo>
                  <a:lnTo>
                    <a:pt x="25" y="60"/>
                  </a:lnTo>
                  <a:lnTo>
                    <a:pt x="24" y="60"/>
                  </a:lnTo>
                  <a:lnTo>
                    <a:pt x="24" y="59"/>
                  </a:lnTo>
                  <a:lnTo>
                    <a:pt x="22" y="58"/>
                  </a:lnTo>
                  <a:lnTo>
                    <a:pt x="21" y="58"/>
                  </a:lnTo>
                  <a:lnTo>
                    <a:pt x="21" y="56"/>
                  </a:lnTo>
                  <a:lnTo>
                    <a:pt x="21" y="55"/>
                  </a:lnTo>
                  <a:lnTo>
                    <a:pt x="22" y="54"/>
                  </a:lnTo>
                  <a:lnTo>
                    <a:pt x="23" y="54"/>
                  </a:lnTo>
                  <a:lnTo>
                    <a:pt x="24" y="54"/>
                  </a:lnTo>
                  <a:lnTo>
                    <a:pt x="25" y="54"/>
                  </a:lnTo>
                  <a:lnTo>
                    <a:pt x="27" y="54"/>
                  </a:lnTo>
                  <a:lnTo>
                    <a:pt x="28" y="54"/>
                  </a:lnTo>
                  <a:lnTo>
                    <a:pt x="29" y="53"/>
                  </a:lnTo>
                  <a:lnTo>
                    <a:pt x="30" y="52"/>
                  </a:lnTo>
                  <a:lnTo>
                    <a:pt x="31" y="52"/>
                  </a:lnTo>
                  <a:lnTo>
                    <a:pt x="32" y="51"/>
                  </a:lnTo>
                  <a:lnTo>
                    <a:pt x="32" y="50"/>
                  </a:lnTo>
                  <a:lnTo>
                    <a:pt x="33" y="48"/>
                  </a:lnTo>
                  <a:lnTo>
                    <a:pt x="33" y="47"/>
                  </a:lnTo>
                  <a:lnTo>
                    <a:pt x="33" y="46"/>
                  </a:lnTo>
                  <a:lnTo>
                    <a:pt x="34" y="45"/>
                  </a:lnTo>
                  <a:lnTo>
                    <a:pt x="35" y="44"/>
                  </a:lnTo>
                  <a:lnTo>
                    <a:pt x="34" y="43"/>
                  </a:lnTo>
                  <a:lnTo>
                    <a:pt x="33" y="43"/>
                  </a:lnTo>
                  <a:lnTo>
                    <a:pt x="32" y="43"/>
                  </a:lnTo>
                  <a:lnTo>
                    <a:pt x="31" y="43"/>
                  </a:lnTo>
                  <a:lnTo>
                    <a:pt x="30" y="43"/>
                  </a:lnTo>
                  <a:lnTo>
                    <a:pt x="29" y="43"/>
                  </a:lnTo>
                  <a:lnTo>
                    <a:pt x="28" y="42"/>
                  </a:lnTo>
                  <a:lnTo>
                    <a:pt x="27" y="41"/>
                  </a:lnTo>
                  <a:lnTo>
                    <a:pt x="25" y="41"/>
                  </a:lnTo>
                  <a:lnTo>
                    <a:pt x="24" y="40"/>
                  </a:lnTo>
                  <a:lnTo>
                    <a:pt x="22" y="39"/>
                  </a:lnTo>
                  <a:lnTo>
                    <a:pt x="21" y="39"/>
                  </a:lnTo>
                  <a:lnTo>
                    <a:pt x="20" y="40"/>
                  </a:lnTo>
                  <a:lnTo>
                    <a:pt x="19" y="41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5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8" y="49"/>
                  </a:lnTo>
                  <a:lnTo>
                    <a:pt x="18" y="50"/>
                  </a:lnTo>
                  <a:lnTo>
                    <a:pt x="19" y="50"/>
                  </a:lnTo>
                  <a:lnTo>
                    <a:pt x="19" y="51"/>
                  </a:lnTo>
                  <a:lnTo>
                    <a:pt x="19" y="52"/>
                  </a:lnTo>
                  <a:lnTo>
                    <a:pt x="19" y="53"/>
                  </a:lnTo>
                  <a:lnTo>
                    <a:pt x="19" y="54"/>
                  </a:lnTo>
                  <a:lnTo>
                    <a:pt x="19" y="55"/>
                  </a:lnTo>
                  <a:lnTo>
                    <a:pt x="19" y="59"/>
                  </a:lnTo>
                  <a:lnTo>
                    <a:pt x="19" y="60"/>
                  </a:lnTo>
                  <a:lnTo>
                    <a:pt x="19" y="62"/>
                  </a:lnTo>
                  <a:lnTo>
                    <a:pt x="20" y="64"/>
                  </a:lnTo>
                  <a:lnTo>
                    <a:pt x="20" y="65"/>
                  </a:lnTo>
                  <a:lnTo>
                    <a:pt x="20" y="66"/>
                  </a:lnTo>
                  <a:lnTo>
                    <a:pt x="19" y="67"/>
                  </a:lnTo>
                  <a:lnTo>
                    <a:pt x="19" y="69"/>
                  </a:lnTo>
                  <a:lnTo>
                    <a:pt x="20" y="70"/>
                  </a:lnTo>
                  <a:lnTo>
                    <a:pt x="21" y="72"/>
                  </a:lnTo>
                  <a:lnTo>
                    <a:pt x="20" y="73"/>
                  </a:lnTo>
                  <a:lnTo>
                    <a:pt x="20" y="76"/>
                  </a:lnTo>
                  <a:lnTo>
                    <a:pt x="21" y="76"/>
                  </a:lnTo>
                  <a:lnTo>
                    <a:pt x="21" y="77"/>
                  </a:lnTo>
                  <a:lnTo>
                    <a:pt x="21" y="78"/>
                  </a:lnTo>
                  <a:lnTo>
                    <a:pt x="21" y="79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4" y="81"/>
                  </a:lnTo>
                  <a:lnTo>
                    <a:pt x="25" y="81"/>
                  </a:lnTo>
                  <a:lnTo>
                    <a:pt x="25" y="82"/>
                  </a:lnTo>
                  <a:lnTo>
                    <a:pt x="25" y="83"/>
                  </a:lnTo>
                  <a:lnTo>
                    <a:pt x="25" y="84"/>
                  </a:lnTo>
                  <a:lnTo>
                    <a:pt x="23" y="86"/>
                  </a:lnTo>
                  <a:lnTo>
                    <a:pt x="22" y="87"/>
                  </a:lnTo>
                  <a:lnTo>
                    <a:pt x="21" y="87"/>
                  </a:lnTo>
                  <a:lnTo>
                    <a:pt x="20" y="88"/>
                  </a:lnTo>
                  <a:lnTo>
                    <a:pt x="19" y="90"/>
                  </a:lnTo>
                  <a:lnTo>
                    <a:pt x="18" y="91"/>
                  </a:lnTo>
                  <a:lnTo>
                    <a:pt x="18" y="93"/>
                  </a:lnTo>
                  <a:lnTo>
                    <a:pt x="19" y="93"/>
                  </a:lnTo>
                  <a:lnTo>
                    <a:pt x="19" y="94"/>
                  </a:lnTo>
                  <a:lnTo>
                    <a:pt x="19" y="95"/>
                  </a:lnTo>
                  <a:lnTo>
                    <a:pt x="19" y="97"/>
                  </a:lnTo>
                  <a:lnTo>
                    <a:pt x="18" y="98"/>
                  </a:lnTo>
                  <a:lnTo>
                    <a:pt x="17" y="99"/>
                  </a:lnTo>
                  <a:lnTo>
                    <a:pt x="14" y="98"/>
                  </a:lnTo>
                  <a:lnTo>
                    <a:pt x="14" y="97"/>
                  </a:lnTo>
                  <a:lnTo>
                    <a:pt x="12" y="96"/>
                  </a:lnTo>
                  <a:lnTo>
                    <a:pt x="12" y="95"/>
                  </a:lnTo>
                  <a:lnTo>
                    <a:pt x="11" y="94"/>
                  </a:lnTo>
                  <a:lnTo>
                    <a:pt x="9" y="94"/>
                  </a:lnTo>
                  <a:lnTo>
                    <a:pt x="9" y="93"/>
                  </a:lnTo>
                  <a:lnTo>
                    <a:pt x="7" y="93"/>
                  </a:lnTo>
                  <a:lnTo>
                    <a:pt x="6" y="92"/>
                  </a:lnTo>
                  <a:lnTo>
                    <a:pt x="5" y="91"/>
                  </a:lnTo>
                  <a:lnTo>
                    <a:pt x="5" y="90"/>
                  </a:lnTo>
                  <a:lnTo>
                    <a:pt x="4" y="90"/>
                  </a:lnTo>
                  <a:lnTo>
                    <a:pt x="3" y="90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1" y="87"/>
                  </a:lnTo>
                  <a:lnTo>
                    <a:pt x="2" y="86"/>
                  </a:lnTo>
                  <a:lnTo>
                    <a:pt x="3" y="85"/>
                  </a:lnTo>
                  <a:lnTo>
                    <a:pt x="4" y="84"/>
                  </a:lnTo>
                  <a:lnTo>
                    <a:pt x="4" y="83"/>
                  </a:lnTo>
                  <a:lnTo>
                    <a:pt x="5" y="82"/>
                  </a:lnTo>
                  <a:lnTo>
                    <a:pt x="5" y="81"/>
                  </a:lnTo>
                  <a:lnTo>
                    <a:pt x="5" y="79"/>
                  </a:lnTo>
                  <a:lnTo>
                    <a:pt x="5" y="78"/>
                  </a:lnTo>
                  <a:lnTo>
                    <a:pt x="5" y="76"/>
                  </a:lnTo>
                  <a:lnTo>
                    <a:pt x="5" y="74"/>
                  </a:lnTo>
                  <a:lnTo>
                    <a:pt x="5" y="72"/>
                  </a:lnTo>
                  <a:lnTo>
                    <a:pt x="5" y="70"/>
                  </a:lnTo>
                  <a:lnTo>
                    <a:pt x="5" y="69"/>
                  </a:lnTo>
                  <a:lnTo>
                    <a:pt x="5" y="68"/>
                  </a:lnTo>
                  <a:lnTo>
                    <a:pt x="5" y="66"/>
                  </a:lnTo>
                  <a:lnTo>
                    <a:pt x="5" y="65"/>
                  </a:lnTo>
                  <a:lnTo>
                    <a:pt x="5" y="64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5" y="40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5" y="34"/>
                  </a:lnTo>
                  <a:lnTo>
                    <a:pt x="5" y="32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4" y="22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5"/>
                  </a:lnTo>
                  <a:lnTo>
                    <a:pt x="2" y="5"/>
                  </a:lnTo>
                  <a:lnTo>
                    <a:pt x="5" y="4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7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Freeform 1468">
              <a:extLst>
                <a:ext uri="{FF2B5EF4-FFF2-40B4-BE49-F238E27FC236}">
                  <a16:creationId xmlns:a16="http://schemas.microsoft.com/office/drawing/2014/main" id="{A97D0E67-77FE-45B5-82FD-ECECA2404F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0" y="2039"/>
              <a:ext cx="47" cy="73"/>
            </a:xfrm>
            <a:custGeom>
              <a:avLst/>
              <a:gdLst>
                <a:gd name="T0" fmla="*/ 38 w 47"/>
                <a:gd name="T1" fmla="*/ 2 h 73"/>
                <a:gd name="T2" fmla="*/ 41 w 47"/>
                <a:gd name="T3" fmla="*/ 11 h 73"/>
                <a:gd name="T4" fmla="*/ 41 w 47"/>
                <a:gd name="T5" fmla="*/ 15 h 73"/>
                <a:gd name="T6" fmla="*/ 44 w 47"/>
                <a:gd name="T7" fmla="*/ 19 h 73"/>
                <a:gd name="T8" fmla="*/ 44 w 47"/>
                <a:gd name="T9" fmla="*/ 24 h 73"/>
                <a:gd name="T10" fmla="*/ 46 w 47"/>
                <a:gd name="T11" fmla="*/ 31 h 73"/>
                <a:gd name="T12" fmla="*/ 39 w 47"/>
                <a:gd name="T13" fmla="*/ 35 h 73"/>
                <a:gd name="T14" fmla="*/ 35 w 47"/>
                <a:gd name="T15" fmla="*/ 37 h 73"/>
                <a:gd name="T16" fmla="*/ 29 w 47"/>
                <a:gd name="T17" fmla="*/ 39 h 73"/>
                <a:gd name="T18" fmla="*/ 25 w 47"/>
                <a:gd name="T19" fmla="*/ 41 h 73"/>
                <a:gd name="T20" fmla="*/ 24 w 47"/>
                <a:gd name="T21" fmla="*/ 44 h 73"/>
                <a:gd name="T22" fmla="*/ 20 w 47"/>
                <a:gd name="T23" fmla="*/ 47 h 73"/>
                <a:gd name="T24" fmla="*/ 18 w 47"/>
                <a:gd name="T25" fmla="*/ 50 h 73"/>
                <a:gd name="T26" fmla="*/ 20 w 47"/>
                <a:gd name="T27" fmla="*/ 53 h 73"/>
                <a:gd name="T28" fmla="*/ 24 w 47"/>
                <a:gd name="T29" fmla="*/ 54 h 73"/>
                <a:gd name="T30" fmla="*/ 29 w 47"/>
                <a:gd name="T31" fmla="*/ 56 h 73"/>
                <a:gd name="T32" fmla="*/ 33 w 47"/>
                <a:gd name="T33" fmla="*/ 55 h 73"/>
                <a:gd name="T34" fmla="*/ 33 w 47"/>
                <a:gd name="T35" fmla="*/ 52 h 73"/>
                <a:gd name="T36" fmla="*/ 34 w 47"/>
                <a:gd name="T37" fmla="*/ 48 h 73"/>
                <a:gd name="T38" fmla="*/ 38 w 47"/>
                <a:gd name="T39" fmla="*/ 47 h 73"/>
                <a:gd name="T40" fmla="*/ 40 w 47"/>
                <a:gd name="T41" fmla="*/ 51 h 73"/>
                <a:gd name="T42" fmla="*/ 39 w 47"/>
                <a:gd name="T43" fmla="*/ 58 h 73"/>
                <a:gd name="T44" fmla="*/ 37 w 47"/>
                <a:gd name="T45" fmla="*/ 60 h 73"/>
                <a:gd name="T46" fmla="*/ 28 w 47"/>
                <a:gd name="T47" fmla="*/ 67 h 73"/>
                <a:gd name="T48" fmla="*/ 27 w 47"/>
                <a:gd name="T49" fmla="*/ 72 h 73"/>
                <a:gd name="T50" fmla="*/ 23 w 47"/>
                <a:gd name="T51" fmla="*/ 72 h 73"/>
                <a:gd name="T52" fmla="*/ 19 w 47"/>
                <a:gd name="T53" fmla="*/ 70 h 73"/>
                <a:gd name="T54" fmla="*/ 15 w 47"/>
                <a:gd name="T55" fmla="*/ 68 h 73"/>
                <a:gd name="T56" fmla="*/ 10 w 47"/>
                <a:gd name="T57" fmla="*/ 64 h 73"/>
                <a:gd name="T58" fmla="*/ 4 w 47"/>
                <a:gd name="T59" fmla="*/ 60 h 73"/>
                <a:gd name="T60" fmla="*/ 0 w 47"/>
                <a:gd name="T61" fmla="*/ 58 h 73"/>
                <a:gd name="T62" fmla="*/ 1 w 47"/>
                <a:gd name="T63" fmla="*/ 55 h 73"/>
                <a:gd name="T64" fmla="*/ 5 w 47"/>
                <a:gd name="T65" fmla="*/ 50 h 73"/>
                <a:gd name="T66" fmla="*/ 6 w 47"/>
                <a:gd name="T67" fmla="*/ 46 h 73"/>
                <a:gd name="T68" fmla="*/ 6 w 47"/>
                <a:gd name="T69" fmla="*/ 42 h 73"/>
                <a:gd name="T70" fmla="*/ 7 w 47"/>
                <a:gd name="T71" fmla="*/ 38 h 73"/>
                <a:gd name="T72" fmla="*/ 8 w 47"/>
                <a:gd name="T73" fmla="*/ 35 h 73"/>
                <a:gd name="T74" fmla="*/ 8 w 47"/>
                <a:gd name="T75" fmla="*/ 26 h 73"/>
                <a:gd name="T76" fmla="*/ 9 w 47"/>
                <a:gd name="T77" fmla="*/ 22 h 73"/>
                <a:gd name="T78" fmla="*/ 9 w 47"/>
                <a:gd name="T79" fmla="*/ 16 h 73"/>
                <a:gd name="T80" fmla="*/ 8 w 47"/>
                <a:gd name="T81" fmla="*/ 12 h 73"/>
                <a:gd name="T82" fmla="*/ 10 w 47"/>
                <a:gd name="T83" fmla="*/ 9 h 73"/>
                <a:gd name="T84" fmla="*/ 16 w 47"/>
                <a:gd name="T85" fmla="*/ 8 h 73"/>
                <a:gd name="T86" fmla="*/ 24 w 47"/>
                <a:gd name="T87" fmla="*/ 7 h 73"/>
                <a:gd name="T88" fmla="*/ 27 w 47"/>
                <a:gd name="T89" fmla="*/ 6 h 73"/>
                <a:gd name="T90" fmla="*/ 33 w 47"/>
                <a:gd name="T91" fmla="*/ 2 h 73"/>
                <a:gd name="T92" fmla="*/ 24 w 47"/>
                <a:gd name="T93" fmla="*/ 12 h 73"/>
                <a:gd name="T94" fmla="*/ 24 w 47"/>
                <a:gd name="T95" fmla="*/ 16 h 73"/>
                <a:gd name="T96" fmla="*/ 24 w 47"/>
                <a:gd name="T97" fmla="*/ 22 h 73"/>
                <a:gd name="T98" fmla="*/ 24 w 47"/>
                <a:gd name="T99" fmla="*/ 25 h 73"/>
                <a:gd name="T100" fmla="*/ 23 w 47"/>
                <a:gd name="T101" fmla="*/ 29 h 73"/>
                <a:gd name="T102" fmla="*/ 23 w 47"/>
                <a:gd name="T103" fmla="*/ 32 h 73"/>
                <a:gd name="T104" fmla="*/ 23 w 47"/>
                <a:gd name="T105" fmla="*/ 35 h 73"/>
                <a:gd name="T106" fmla="*/ 28 w 47"/>
                <a:gd name="T107" fmla="*/ 33 h 73"/>
                <a:gd name="T108" fmla="*/ 30 w 47"/>
                <a:gd name="T109" fmla="*/ 29 h 73"/>
                <a:gd name="T110" fmla="*/ 29 w 47"/>
                <a:gd name="T111" fmla="*/ 26 h 73"/>
                <a:gd name="T112" fmla="*/ 27 w 47"/>
                <a:gd name="T113" fmla="*/ 16 h 7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7" h="73">
                  <a:moveTo>
                    <a:pt x="35" y="0"/>
                  </a:moveTo>
                  <a:lnTo>
                    <a:pt x="36" y="0"/>
                  </a:lnTo>
                  <a:lnTo>
                    <a:pt x="38" y="1"/>
                  </a:lnTo>
                  <a:lnTo>
                    <a:pt x="38" y="2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0" y="9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1" y="13"/>
                  </a:lnTo>
                  <a:lnTo>
                    <a:pt x="41" y="15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4" y="19"/>
                  </a:lnTo>
                  <a:lnTo>
                    <a:pt x="44" y="20"/>
                  </a:lnTo>
                  <a:lnTo>
                    <a:pt x="44" y="22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5" y="27"/>
                  </a:lnTo>
                  <a:lnTo>
                    <a:pt x="46" y="29"/>
                  </a:lnTo>
                  <a:lnTo>
                    <a:pt x="47" y="29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4" y="33"/>
                  </a:lnTo>
                  <a:lnTo>
                    <a:pt x="41" y="34"/>
                  </a:lnTo>
                  <a:lnTo>
                    <a:pt x="39" y="35"/>
                  </a:lnTo>
                  <a:lnTo>
                    <a:pt x="37" y="35"/>
                  </a:lnTo>
                  <a:lnTo>
                    <a:pt x="36" y="36"/>
                  </a:lnTo>
                  <a:lnTo>
                    <a:pt x="35" y="37"/>
                  </a:lnTo>
                  <a:lnTo>
                    <a:pt x="33" y="37"/>
                  </a:lnTo>
                  <a:lnTo>
                    <a:pt x="32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8" y="40"/>
                  </a:lnTo>
                  <a:lnTo>
                    <a:pt x="27" y="40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3" y="45"/>
                  </a:lnTo>
                  <a:lnTo>
                    <a:pt x="20" y="44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8" y="50"/>
                  </a:lnTo>
                  <a:lnTo>
                    <a:pt x="18" y="52"/>
                  </a:lnTo>
                  <a:lnTo>
                    <a:pt x="19" y="52"/>
                  </a:lnTo>
                  <a:lnTo>
                    <a:pt x="20" y="53"/>
                  </a:lnTo>
                  <a:lnTo>
                    <a:pt x="22" y="53"/>
                  </a:lnTo>
                  <a:lnTo>
                    <a:pt x="23" y="54"/>
                  </a:lnTo>
                  <a:lnTo>
                    <a:pt x="24" y="54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8" y="55"/>
                  </a:lnTo>
                  <a:lnTo>
                    <a:pt x="29" y="56"/>
                  </a:lnTo>
                  <a:lnTo>
                    <a:pt x="31" y="56"/>
                  </a:lnTo>
                  <a:lnTo>
                    <a:pt x="32" y="56"/>
                  </a:lnTo>
                  <a:lnTo>
                    <a:pt x="33" y="56"/>
                  </a:lnTo>
                  <a:lnTo>
                    <a:pt x="33" y="55"/>
                  </a:lnTo>
                  <a:lnTo>
                    <a:pt x="34" y="55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3" y="52"/>
                  </a:lnTo>
                  <a:lnTo>
                    <a:pt x="33" y="50"/>
                  </a:lnTo>
                  <a:lnTo>
                    <a:pt x="33" y="48"/>
                  </a:lnTo>
                  <a:lnTo>
                    <a:pt x="34" y="48"/>
                  </a:lnTo>
                  <a:lnTo>
                    <a:pt x="35" y="47"/>
                  </a:lnTo>
                  <a:lnTo>
                    <a:pt x="36" y="47"/>
                  </a:lnTo>
                  <a:lnTo>
                    <a:pt x="37" y="47"/>
                  </a:lnTo>
                  <a:lnTo>
                    <a:pt x="38" y="47"/>
                  </a:lnTo>
                  <a:lnTo>
                    <a:pt x="39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40" y="51"/>
                  </a:lnTo>
                  <a:lnTo>
                    <a:pt x="40" y="54"/>
                  </a:lnTo>
                  <a:lnTo>
                    <a:pt x="40" y="56"/>
                  </a:lnTo>
                  <a:lnTo>
                    <a:pt x="39" y="58"/>
                  </a:lnTo>
                  <a:lnTo>
                    <a:pt x="38" y="59"/>
                  </a:lnTo>
                  <a:lnTo>
                    <a:pt x="37" y="60"/>
                  </a:lnTo>
                  <a:lnTo>
                    <a:pt x="36" y="62"/>
                  </a:lnTo>
                  <a:lnTo>
                    <a:pt x="35" y="63"/>
                  </a:lnTo>
                  <a:lnTo>
                    <a:pt x="28" y="66"/>
                  </a:lnTo>
                  <a:lnTo>
                    <a:pt x="28" y="67"/>
                  </a:lnTo>
                  <a:lnTo>
                    <a:pt x="28" y="69"/>
                  </a:lnTo>
                  <a:lnTo>
                    <a:pt x="28" y="70"/>
                  </a:lnTo>
                  <a:lnTo>
                    <a:pt x="27" y="72"/>
                  </a:lnTo>
                  <a:lnTo>
                    <a:pt x="26" y="73"/>
                  </a:lnTo>
                  <a:lnTo>
                    <a:pt x="25" y="73"/>
                  </a:lnTo>
                  <a:lnTo>
                    <a:pt x="24" y="73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20" y="71"/>
                  </a:lnTo>
                  <a:lnTo>
                    <a:pt x="20" y="70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70"/>
                  </a:lnTo>
                  <a:lnTo>
                    <a:pt x="16" y="69"/>
                  </a:lnTo>
                  <a:lnTo>
                    <a:pt x="15" y="68"/>
                  </a:lnTo>
                  <a:lnTo>
                    <a:pt x="13" y="66"/>
                  </a:lnTo>
                  <a:lnTo>
                    <a:pt x="12" y="66"/>
                  </a:lnTo>
                  <a:lnTo>
                    <a:pt x="12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2"/>
                  </a:lnTo>
                  <a:lnTo>
                    <a:pt x="6" y="61"/>
                  </a:lnTo>
                  <a:lnTo>
                    <a:pt x="4" y="60"/>
                  </a:lnTo>
                  <a:lnTo>
                    <a:pt x="2" y="59"/>
                  </a:lnTo>
                  <a:lnTo>
                    <a:pt x="1" y="59"/>
                  </a:lnTo>
                  <a:lnTo>
                    <a:pt x="0" y="58"/>
                  </a:lnTo>
                  <a:lnTo>
                    <a:pt x="0" y="57"/>
                  </a:lnTo>
                  <a:lnTo>
                    <a:pt x="1" y="56"/>
                  </a:lnTo>
                  <a:lnTo>
                    <a:pt x="1" y="55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6" y="47"/>
                  </a:lnTo>
                  <a:lnTo>
                    <a:pt x="6" y="46"/>
                  </a:lnTo>
                  <a:lnTo>
                    <a:pt x="5" y="45"/>
                  </a:lnTo>
                  <a:lnTo>
                    <a:pt x="5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6" y="39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7" y="35"/>
                  </a:lnTo>
                  <a:lnTo>
                    <a:pt x="8" y="35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3" y="9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4" y="7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32" y="3"/>
                  </a:lnTo>
                  <a:lnTo>
                    <a:pt x="33" y="2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0"/>
                  </a:lnTo>
                  <a:close/>
                  <a:moveTo>
                    <a:pt x="24" y="12"/>
                  </a:moveTo>
                  <a:lnTo>
                    <a:pt x="24" y="12"/>
                  </a:lnTo>
                  <a:lnTo>
                    <a:pt x="24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22"/>
                  </a:lnTo>
                  <a:lnTo>
                    <a:pt x="24" y="23"/>
                  </a:lnTo>
                  <a:lnTo>
                    <a:pt x="24" y="24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8"/>
                  </a:lnTo>
                  <a:lnTo>
                    <a:pt x="23" y="29"/>
                  </a:lnTo>
                  <a:lnTo>
                    <a:pt x="23" y="30"/>
                  </a:lnTo>
                  <a:lnTo>
                    <a:pt x="23" y="31"/>
                  </a:lnTo>
                  <a:lnTo>
                    <a:pt x="23" y="32"/>
                  </a:lnTo>
                  <a:lnTo>
                    <a:pt x="23" y="33"/>
                  </a:lnTo>
                  <a:lnTo>
                    <a:pt x="23" y="34"/>
                  </a:lnTo>
                  <a:lnTo>
                    <a:pt x="22" y="35"/>
                  </a:lnTo>
                  <a:lnTo>
                    <a:pt x="23" y="35"/>
                  </a:lnTo>
                  <a:lnTo>
                    <a:pt x="24" y="34"/>
                  </a:lnTo>
                  <a:lnTo>
                    <a:pt x="27" y="34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8" y="32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30" y="28"/>
                  </a:lnTo>
                  <a:lnTo>
                    <a:pt x="29" y="27"/>
                  </a:lnTo>
                  <a:lnTo>
                    <a:pt x="29" y="26"/>
                  </a:lnTo>
                  <a:lnTo>
                    <a:pt x="29" y="24"/>
                  </a:lnTo>
                  <a:lnTo>
                    <a:pt x="28" y="19"/>
                  </a:lnTo>
                  <a:lnTo>
                    <a:pt x="28" y="18"/>
                  </a:lnTo>
                  <a:lnTo>
                    <a:pt x="27" y="16"/>
                  </a:lnTo>
                  <a:lnTo>
                    <a:pt x="27" y="15"/>
                  </a:lnTo>
                  <a:lnTo>
                    <a:pt x="25" y="12"/>
                  </a:lnTo>
                  <a:lnTo>
                    <a:pt x="24" y="12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8" name="Freeform 1469">
              <a:extLst>
                <a:ext uri="{FF2B5EF4-FFF2-40B4-BE49-F238E27FC236}">
                  <a16:creationId xmlns:a16="http://schemas.microsoft.com/office/drawing/2014/main" id="{0AA282A8-3DFA-4858-A925-1F7A84453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052"/>
              <a:ext cx="100" cy="93"/>
            </a:xfrm>
            <a:custGeom>
              <a:avLst/>
              <a:gdLst>
                <a:gd name="T0" fmla="*/ 100 w 100"/>
                <a:gd name="T1" fmla="*/ 18 h 93"/>
                <a:gd name="T2" fmla="*/ 88 w 100"/>
                <a:gd name="T3" fmla="*/ 28 h 93"/>
                <a:gd name="T4" fmla="*/ 84 w 100"/>
                <a:gd name="T5" fmla="*/ 37 h 93"/>
                <a:gd name="T6" fmla="*/ 76 w 100"/>
                <a:gd name="T7" fmla="*/ 35 h 93"/>
                <a:gd name="T8" fmla="*/ 78 w 100"/>
                <a:gd name="T9" fmla="*/ 21 h 93"/>
                <a:gd name="T10" fmla="*/ 75 w 100"/>
                <a:gd name="T11" fmla="*/ 13 h 93"/>
                <a:gd name="T12" fmla="*/ 68 w 100"/>
                <a:gd name="T13" fmla="*/ 9 h 93"/>
                <a:gd name="T14" fmla="*/ 60 w 100"/>
                <a:gd name="T15" fmla="*/ 10 h 93"/>
                <a:gd name="T16" fmla="*/ 53 w 100"/>
                <a:gd name="T17" fmla="*/ 17 h 93"/>
                <a:gd name="T18" fmla="*/ 52 w 100"/>
                <a:gd name="T19" fmla="*/ 24 h 93"/>
                <a:gd name="T20" fmla="*/ 57 w 100"/>
                <a:gd name="T21" fmla="*/ 31 h 93"/>
                <a:gd name="T22" fmla="*/ 66 w 100"/>
                <a:gd name="T23" fmla="*/ 34 h 93"/>
                <a:gd name="T24" fmla="*/ 72 w 100"/>
                <a:gd name="T25" fmla="*/ 40 h 93"/>
                <a:gd name="T26" fmla="*/ 77 w 100"/>
                <a:gd name="T27" fmla="*/ 51 h 93"/>
                <a:gd name="T28" fmla="*/ 79 w 100"/>
                <a:gd name="T29" fmla="*/ 55 h 93"/>
                <a:gd name="T30" fmla="*/ 78 w 100"/>
                <a:gd name="T31" fmla="*/ 63 h 93"/>
                <a:gd name="T32" fmla="*/ 73 w 100"/>
                <a:gd name="T33" fmla="*/ 74 h 93"/>
                <a:gd name="T34" fmla="*/ 68 w 100"/>
                <a:gd name="T35" fmla="*/ 82 h 93"/>
                <a:gd name="T36" fmla="*/ 62 w 100"/>
                <a:gd name="T37" fmla="*/ 86 h 93"/>
                <a:gd name="T38" fmla="*/ 52 w 100"/>
                <a:gd name="T39" fmla="*/ 89 h 93"/>
                <a:gd name="T40" fmla="*/ 44 w 100"/>
                <a:gd name="T41" fmla="*/ 88 h 93"/>
                <a:gd name="T42" fmla="*/ 38 w 100"/>
                <a:gd name="T43" fmla="*/ 86 h 93"/>
                <a:gd name="T44" fmla="*/ 27 w 100"/>
                <a:gd name="T45" fmla="*/ 79 h 93"/>
                <a:gd name="T46" fmla="*/ 21 w 100"/>
                <a:gd name="T47" fmla="*/ 75 h 93"/>
                <a:gd name="T48" fmla="*/ 16 w 100"/>
                <a:gd name="T49" fmla="*/ 74 h 93"/>
                <a:gd name="T50" fmla="*/ 8 w 100"/>
                <a:gd name="T51" fmla="*/ 78 h 93"/>
                <a:gd name="T52" fmla="*/ 13 w 100"/>
                <a:gd name="T53" fmla="*/ 83 h 93"/>
                <a:gd name="T54" fmla="*/ 20 w 100"/>
                <a:gd name="T55" fmla="*/ 86 h 93"/>
                <a:gd name="T56" fmla="*/ 10 w 100"/>
                <a:gd name="T57" fmla="*/ 93 h 93"/>
                <a:gd name="T58" fmla="*/ 3 w 100"/>
                <a:gd name="T59" fmla="*/ 89 h 93"/>
                <a:gd name="T60" fmla="*/ 1 w 100"/>
                <a:gd name="T61" fmla="*/ 79 h 93"/>
                <a:gd name="T62" fmla="*/ 4 w 100"/>
                <a:gd name="T63" fmla="*/ 72 h 93"/>
                <a:gd name="T64" fmla="*/ 8 w 100"/>
                <a:gd name="T65" fmla="*/ 66 h 93"/>
                <a:gd name="T66" fmla="*/ 20 w 100"/>
                <a:gd name="T67" fmla="*/ 57 h 93"/>
                <a:gd name="T68" fmla="*/ 24 w 100"/>
                <a:gd name="T69" fmla="*/ 50 h 93"/>
                <a:gd name="T70" fmla="*/ 26 w 100"/>
                <a:gd name="T71" fmla="*/ 41 h 93"/>
                <a:gd name="T72" fmla="*/ 33 w 100"/>
                <a:gd name="T73" fmla="*/ 45 h 93"/>
                <a:gd name="T74" fmla="*/ 32 w 100"/>
                <a:gd name="T75" fmla="*/ 52 h 93"/>
                <a:gd name="T76" fmla="*/ 31 w 100"/>
                <a:gd name="T77" fmla="*/ 59 h 93"/>
                <a:gd name="T78" fmla="*/ 31 w 100"/>
                <a:gd name="T79" fmla="*/ 70 h 93"/>
                <a:gd name="T80" fmla="*/ 36 w 100"/>
                <a:gd name="T81" fmla="*/ 77 h 93"/>
                <a:gd name="T82" fmla="*/ 44 w 100"/>
                <a:gd name="T83" fmla="*/ 80 h 93"/>
                <a:gd name="T84" fmla="*/ 50 w 100"/>
                <a:gd name="T85" fmla="*/ 79 h 93"/>
                <a:gd name="T86" fmla="*/ 56 w 100"/>
                <a:gd name="T87" fmla="*/ 73 h 93"/>
                <a:gd name="T88" fmla="*/ 59 w 100"/>
                <a:gd name="T89" fmla="*/ 66 h 93"/>
                <a:gd name="T90" fmla="*/ 58 w 100"/>
                <a:gd name="T91" fmla="*/ 58 h 93"/>
                <a:gd name="T92" fmla="*/ 52 w 100"/>
                <a:gd name="T93" fmla="*/ 50 h 93"/>
                <a:gd name="T94" fmla="*/ 44 w 100"/>
                <a:gd name="T95" fmla="*/ 51 h 93"/>
                <a:gd name="T96" fmla="*/ 40 w 100"/>
                <a:gd name="T97" fmla="*/ 46 h 93"/>
                <a:gd name="T98" fmla="*/ 36 w 100"/>
                <a:gd name="T99" fmla="*/ 37 h 93"/>
                <a:gd name="T100" fmla="*/ 36 w 100"/>
                <a:gd name="T101" fmla="*/ 29 h 93"/>
                <a:gd name="T102" fmla="*/ 34 w 100"/>
                <a:gd name="T103" fmla="*/ 24 h 93"/>
                <a:gd name="T104" fmla="*/ 36 w 100"/>
                <a:gd name="T105" fmla="*/ 16 h 93"/>
                <a:gd name="T106" fmla="*/ 39 w 100"/>
                <a:gd name="T107" fmla="*/ 12 h 93"/>
                <a:gd name="T108" fmla="*/ 46 w 100"/>
                <a:gd name="T109" fmla="*/ 5 h 93"/>
                <a:gd name="T110" fmla="*/ 58 w 100"/>
                <a:gd name="T111" fmla="*/ 0 h 93"/>
                <a:gd name="T112" fmla="*/ 66 w 100"/>
                <a:gd name="T113" fmla="*/ 0 h 93"/>
                <a:gd name="T114" fmla="*/ 73 w 100"/>
                <a:gd name="T115" fmla="*/ 3 h 93"/>
                <a:gd name="T116" fmla="*/ 82 w 100"/>
                <a:gd name="T117" fmla="*/ 9 h 93"/>
                <a:gd name="T118" fmla="*/ 92 w 100"/>
                <a:gd name="T119" fmla="*/ 15 h 9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0" h="93">
                  <a:moveTo>
                    <a:pt x="97" y="13"/>
                  </a:moveTo>
                  <a:lnTo>
                    <a:pt x="97" y="13"/>
                  </a:lnTo>
                  <a:lnTo>
                    <a:pt x="99" y="14"/>
                  </a:lnTo>
                  <a:lnTo>
                    <a:pt x="100" y="15"/>
                  </a:lnTo>
                  <a:lnTo>
                    <a:pt x="100" y="16"/>
                  </a:lnTo>
                  <a:lnTo>
                    <a:pt x="100" y="18"/>
                  </a:lnTo>
                  <a:lnTo>
                    <a:pt x="99" y="20"/>
                  </a:lnTo>
                  <a:lnTo>
                    <a:pt x="97" y="22"/>
                  </a:lnTo>
                  <a:lnTo>
                    <a:pt x="96" y="23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8" y="28"/>
                  </a:lnTo>
                  <a:lnTo>
                    <a:pt x="86" y="29"/>
                  </a:lnTo>
                  <a:lnTo>
                    <a:pt x="85" y="31"/>
                  </a:lnTo>
                  <a:lnTo>
                    <a:pt x="84" y="33"/>
                  </a:lnTo>
                  <a:lnTo>
                    <a:pt x="84" y="34"/>
                  </a:lnTo>
                  <a:lnTo>
                    <a:pt x="84" y="36"/>
                  </a:lnTo>
                  <a:lnTo>
                    <a:pt x="84" y="37"/>
                  </a:lnTo>
                  <a:lnTo>
                    <a:pt x="82" y="39"/>
                  </a:lnTo>
                  <a:lnTo>
                    <a:pt x="81" y="39"/>
                  </a:lnTo>
                  <a:lnTo>
                    <a:pt x="80" y="39"/>
                  </a:lnTo>
                  <a:lnTo>
                    <a:pt x="78" y="39"/>
                  </a:lnTo>
                  <a:lnTo>
                    <a:pt x="76" y="37"/>
                  </a:lnTo>
                  <a:lnTo>
                    <a:pt x="76" y="35"/>
                  </a:lnTo>
                  <a:lnTo>
                    <a:pt x="76" y="33"/>
                  </a:lnTo>
                  <a:lnTo>
                    <a:pt x="76" y="32"/>
                  </a:lnTo>
                  <a:lnTo>
                    <a:pt x="77" y="29"/>
                  </a:lnTo>
                  <a:lnTo>
                    <a:pt x="78" y="28"/>
                  </a:lnTo>
                  <a:lnTo>
                    <a:pt x="78" y="23"/>
                  </a:lnTo>
                  <a:lnTo>
                    <a:pt x="77" y="22"/>
                  </a:lnTo>
                  <a:lnTo>
                    <a:pt x="78" y="21"/>
                  </a:lnTo>
                  <a:lnTo>
                    <a:pt x="79" y="20"/>
                  </a:lnTo>
                  <a:lnTo>
                    <a:pt x="79" y="18"/>
                  </a:lnTo>
                  <a:lnTo>
                    <a:pt x="77" y="17"/>
                  </a:lnTo>
                  <a:lnTo>
                    <a:pt x="77" y="16"/>
                  </a:lnTo>
                  <a:lnTo>
                    <a:pt x="76" y="16"/>
                  </a:lnTo>
                  <a:lnTo>
                    <a:pt x="75" y="13"/>
                  </a:lnTo>
                  <a:lnTo>
                    <a:pt x="74" y="12"/>
                  </a:lnTo>
                  <a:lnTo>
                    <a:pt x="73" y="12"/>
                  </a:lnTo>
                  <a:lnTo>
                    <a:pt x="72" y="10"/>
                  </a:lnTo>
                  <a:lnTo>
                    <a:pt x="70" y="9"/>
                  </a:lnTo>
                  <a:lnTo>
                    <a:pt x="68" y="9"/>
                  </a:lnTo>
                  <a:lnTo>
                    <a:pt x="67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4" y="8"/>
                  </a:lnTo>
                  <a:lnTo>
                    <a:pt x="62" y="9"/>
                  </a:lnTo>
                  <a:lnTo>
                    <a:pt x="61" y="9"/>
                  </a:lnTo>
                  <a:lnTo>
                    <a:pt x="60" y="10"/>
                  </a:lnTo>
                  <a:lnTo>
                    <a:pt x="58" y="10"/>
                  </a:lnTo>
                  <a:lnTo>
                    <a:pt x="56" y="11"/>
                  </a:lnTo>
                  <a:lnTo>
                    <a:pt x="56" y="13"/>
                  </a:lnTo>
                  <a:lnTo>
                    <a:pt x="55" y="15"/>
                  </a:lnTo>
                  <a:lnTo>
                    <a:pt x="54" y="16"/>
                  </a:lnTo>
                  <a:lnTo>
                    <a:pt x="53" y="16"/>
                  </a:lnTo>
                  <a:lnTo>
                    <a:pt x="53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2" y="22"/>
                  </a:lnTo>
                  <a:lnTo>
                    <a:pt x="52" y="23"/>
                  </a:lnTo>
                  <a:lnTo>
                    <a:pt x="52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4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7" y="31"/>
                  </a:lnTo>
                  <a:lnTo>
                    <a:pt x="58" y="32"/>
                  </a:lnTo>
                  <a:lnTo>
                    <a:pt x="59" y="33"/>
                  </a:lnTo>
                  <a:lnTo>
                    <a:pt x="60" y="33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4" y="33"/>
                  </a:lnTo>
                  <a:lnTo>
                    <a:pt x="66" y="34"/>
                  </a:lnTo>
                  <a:lnTo>
                    <a:pt x="67" y="34"/>
                  </a:lnTo>
                  <a:lnTo>
                    <a:pt x="68" y="35"/>
                  </a:lnTo>
                  <a:lnTo>
                    <a:pt x="70" y="38"/>
                  </a:lnTo>
                  <a:lnTo>
                    <a:pt x="71" y="38"/>
                  </a:lnTo>
                  <a:lnTo>
                    <a:pt x="71" y="39"/>
                  </a:lnTo>
                  <a:lnTo>
                    <a:pt x="72" y="39"/>
                  </a:lnTo>
                  <a:lnTo>
                    <a:pt x="72" y="40"/>
                  </a:lnTo>
                  <a:lnTo>
                    <a:pt x="73" y="42"/>
                  </a:lnTo>
                  <a:lnTo>
                    <a:pt x="75" y="44"/>
                  </a:lnTo>
                  <a:lnTo>
                    <a:pt x="75" y="45"/>
                  </a:lnTo>
                  <a:lnTo>
                    <a:pt x="76" y="45"/>
                  </a:lnTo>
                  <a:lnTo>
                    <a:pt x="76" y="48"/>
                  </a:lnTo>
                  <a:lnTo>
                    <a:pt x="77" y="50"/>
                  </a:lnTo>
                  <a:lnTo>
                    <a:pt x="77" y="51"/>
                  </a:lnTo>
                  <a:lnTo>
                    <a:pt x="77" y="50"/>
                  </a:lnTo>
                  <a:lnTo>
                    <a:pt x="77" y="51"/>
                  </a:lnTo>
                  <a:lnTo>
                    <a:pt x="78" y="52"/>
                  </a:lnTo>
                  <a:lnTo>
                    <a:pt x="78" y="53"/>
                  </a:lnTo>
                  <a:lnTo>
                    <a:pt x="79" y="54"/>
                  </a:lnTo>
                  <a:lnTo>
                    <a:pt x="79" y="55"/>
                  </a:lnTo>
                  <a:lnTo>
                    <a:pt x="78" y="56"/>
                  </a:lnTo>
                  <a:lnTo>
                    <a:pt x="78" y="57"/>
                  </a:lnTo>
                  <a:lnTo>
                    <a:pt x="79" y="57"/>
                  </a:lnTo>
                  <a:lnTo>
                    <a:pt x="79" y="58"/>
                  </a:lnTo>
                  <a:lnTo>
                    <a:pt x="79" y="61"/>
                  </a:lnTo>
                  <a:lnTo>
                    <a:pt x="79" y="63"/>
                  </a:lnTo>
                  <a:lnTo>
                    <a:pt x="78" y="63"/>
                  </a:lnTo>
                  <a:lnTo>
                    <a:pt x="78" y="65"/>
                  </a:lnTo>
                  <a:lnTo>
                    <a:pt x="78" y="67"/>
                  </a:lnTo>
                  <a:lnTo>
                    <a:pt x="76" y="70"/>
                  </a:lnTo>
                  <a:lnTo>
                    <a:pt x="76" y="71"/>
                  </a:lnTo>
                  <a:lnTo>
                    <a:pt x="76" y="73"/>
                  </a:lnTo>
                  <a:lnTo>
                    <a:pt x="74" y="74"/>
                  </a:lnTo>
                  <a:lnTo>
                    <a:pt x="73" y="74"/>
                  </a:lnTo>
                  <a:lnTo>
                    <a:pt x="73" y="75"/>
                  </a:lnTo>
                  <a:lnTo>
                    <a:pt x="73" y="76"/>
                  </a:lnTo>
                  <a:lnTo>
                    <a:pt x="72" y="78"/>
                  </a:lnTo>
                  <a:lnTo>
                    <a:pt x="70" y="79"/>
                  </a:lnTo>
                  <a:lnTo>
                    <a:pt x="69" y="80"/>
                  </a:lnTo>
                  <a:lnTo>
                    <a:pt x="69" y="81"/>
                  </a:lnTo>
                  <a:lnTo>
                    <a:pt x="68" y="82"/>
                  </a:lnTo>
                  <a:lnTo>
                    <a:pt x="68" y="83"/>
                  </a:lnTo>
                  <a:lnTo>
                    <a:pt x="66" y="83"/>
                  </a:lnTo>
                  <a:lnTo>
                    <a:pt x="65" y="84"/>
                  </a:lnTo>
                  <a:lnTo>
                    <a:pt x="64" y="85"/>
                  </a:lnTo>
                  <a:lnTo>
                    <a:pt x="63" y="86"/>
                  </a:lnTo>
                  <a:lnTo>
                    <a:pt x="62" y="86"/>
                  </a:lnTo>
                  <a:lnTo>
                    <a:pt x="61" y="86"/>
                  </a:lnTo>
                  <a:lnTo>
                    <a:pt x="60" y="86"/>
                  </a:lnTo>
                  <a:lnTo>
                    <a:pt x="60" y="87"/>
                  </a:lnTo>
                  <a:lnTo>
                    <a:pt x="59" y="88"/>
                  </a:lnTo>
                  <a:lnTo>
                    <a:pt x="57" y="88"/>
                  </a:lnTo>
                  <a:lnTo>
                    <a:pt x="55" y="88"/>
                  </a:lnTo>
                  <a:lnTo>
                    <a:pt x="52" y="89"/>
                  </a:lnTo>
                  <a:lnTo>
                    <a:pt x="51" y="88"/>
                  </a:lnTo>
                  <a:lnTo>
                    <a:pt x="50" y="88"/>
                  </a:lnTo>
                  <a:lnTo>
                    <a:pt x="48" y="88"/>
                  </a:lnTo>
                  <a:lnTo>
                    <a:pt x="48" y="89"/>
                  </a:lnTo>
                  <a:lnTo>
                    <a:pt x="46" y="89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7"/>
                  </a:lnTo>
                  <a:lnTo>
                    <a:pt x="41" y="87"/>
                  </a:lnTo>
                  <a:lnTo>
                    <a:pt x="40" y="87"/>
                  </a:lnTo>
                  <a:lnTo>
                    <a:pt x="40" y="86"/>
                  </a:lnTo>
                  <a:lnTo>
                    <a:pt x="39" y="86"/>
                  </a:lnTo>
                  <a:lnTo>
                    <a:pt x="38" y="86"/>
                  </a:lnTo>
                  <a:lnTo>
                    <a:pt x="36" y="85"/>
                  </a:lnTo>
                  <a:lnTo>
                    <a:pt x="33" y="84"/>
                  </a:lnTo>
                  <a:lnTo>
                    <a:pt x="32" y="83"/>
                  </a:lnTo>
                  <a:lnTo>
                    <a:pt x="30" y="81"/>
                  </a:lnTo>
                  <a:lnTo>
                    <a:pt x="27" y="79"/>
                  </a:lnTo>
                  <a:lnTo>
                    <a:pt x="24" y="79"/>
                  </a:lnTo>
                  <a:lnTo>
                    <a:pt x="24" y="78"/>
                  </a:lnTo>
                  <a:lnTo>
                    <a:pt x="24" y="77"/>
                  </a:lnTo>
                  <a:lnTo>
                    <a:pt x="24" y="76"/>
                  </a:lnTo>
                  <a:lnTo>
                    <a:pt x="23" y="76"/>
                  </a:lnTo>
                  <a:lnTo>
                    <a:pt x="22" y="76"/>
                  </a:lnTo>
                  <a:lnTo>
                    <a:pt x="21" y="75"/>
                  </a:lnTo>
                  <a:lnTo>
                    <a:pt x="20" y="74"/>
                  </a:lnTo>
                  <a:lnTo>
                    <a:pt x="19" y="74"/>
                  </a:lnTo>
                  <a:lnTo>
                    <a:pt x="18" y="74"/>
                  </a:lnTo>
                  <a:lnTo>
                    <a:pt x="17" y="74"/>
                  </a:lnTo>
                  <a:lnTo>
                    <a:pt x="16" y="74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2" y="74"/>
                  </a:lnTo>
                  <a:lnTo>
                    <a:pt x="12" y="75"/>
                  </a:lnTo>
                  <a:lnTo>
                    <a:pt x="10" y="76"/>
                  </a:lnTo>
                  <a:lnTo>
                    <a:pt x="9" y="77"/>
                  </a:lnTo>
                  <a:lnTo>
                    <a:pt x="8" y="78"/>
                  </a:lnTo>
                  <a:lnTo>
                    <a:pt x="8" y="80"/>
                  </a:lnTo>
                  <a:lnTo>
                    <a:pt x="8" y="83"/>
                  </a:lnTo>
                  <a:lnTo>
                    <a:pt x="10" y="84"/>
                  </a:lnTo>
                  <a:lnTo>
                    <a:pt x="10" y="85"/>
                  </a:lnTo>
                  <a:lnTo>
                    <a:pt x="12" y="84"/>
                  </a:lnTo>
                  <a:lnTo>
                    <a:pt x="13" y="83"/>
                  </a:lnTo>
                  <a:lnTo>
                    <a:pt x="14" y="82"/>
                  </a:lnTo>
                  <a:lnTo>
                    <a:pt x="16" y="82"/>
                  </a:lnTo>
                  <a:lnTo>
                    <a:pt x="17" y="82"/>
                  </a:lnTo>
                  <a:lnTo>
                    <a:pt x="18" y="83"/>
                  </a:lnTo>
                  <a:lnTo>
                    <a:pt x="20" y="85"/>
                  </a:lnTo>
                  <a:lnTo>
                    <a:pt x="20" y="86"/>
                  </a:lnTo>
                  <a:lnTo>
                    <a:pt x="19" y="90"/>
                  </a:lnTo>
                  <a:lnTo>
                    <a:pt x="18" y="91"/>
                  </a:lnTo>
                  <a:lnTo>
                    <a:pt x="17" y="92"/>
                  </a:lnTo>
                  <a:lnTo>
                    <a:pt x="16" y="92"/>
                  </a:lnTo>
                  <a:lnTo>
                    <a:pt x="12" y="93"/>
                  </a:lnTo>
                  <a:lnTo>
                    <a:pt x="10" y="93"/>
                  </a:lnTo>
                  <a:lnTo>
                    <a:pt x="9" y="93"/>
                  </a:lnTo>
                  <a:lnTo>
                    <a:pt x="8" y="93"/>
                  </a:lnTo>
                  <a:lnTo>
                    <a:pt x="7" y="92"/>
                  </a:lnTo>
                  <a:lnTo>
                    <a:pt x="6" y="92"/>
                  </a:lnTo>
                  <a:lnTo>
                    <a:pt x="5" y="91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8"/>
                  </a:lnTo>
                  <a:lnTo>
                    <a:pt x="1" y="86"/>
                  </a:lnTo>
                  <a:lnTo>
                    <a:pt x="0" y="81"/>
                  </a:lnTo>
                  <a:lnTo>
                    <a:pt x="0" y="80"/>
                  </a:lnTo>
                  <a:lnTo>
                    <a:pt x="1" y="79"/>
                  </a:lnTo>
                  <a:lnTo>
                    <a:pt x="1" y="77"/>
                  </a:lnTo>
                  <a:lnTo>
                    <a:pt x="2" y="76"/>
                  </a:lnTo>
                  <a:lnTo>
                    <a:pt x="2" y="75"/>
                  </a:lnTo>
                  <a:lnTo>
                    <a:pt x="3" y="74"/>
                  </a:lnTo>
                  <a:lnTo>
                    <a:pt x="4" y="73"/>
                  </a:lnTo>
                  <a:lnTo>
                    <a:pt x="4" y="72"/>
                  </a:lnTo>
                  <a:lnTo>
                    <a:pt x="5" y="70"/>
                  </a:lnTo>
                  <a:lnTo>
                    <a:pt x="6" y="69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8" y="66"/>
                  </a:lnTo>
                  <a:lnTo>
                    <a:pt x="9" y="66"/>
                  </a:lnTo>
                  <a:lnTo>
                    <a:pt x="11" y="64"/>
                  </a:lnTo>
                  <a:lnTo>
                    <a:pt x="13" y="62"/>
                  </a:lnTo>
                  <a:lnTo>
                    <a:pt x="15" y="61"/>
                  </a:lnTo>
                  <a:lnTo>
                    <a:pt x="16" y="60"/>
                  </a:lnTo>
                  <a:lnTo>
                    <a:pt x="18" y="58"/>
                  </a:lnTo>
                  <a:lnTo>
                    <a:pt x="20" y="57"/>
                  </a:lnTo>
                  <a:lnTo>
                    <a:pt x="22" y="55"/>
                  </a:lnTo>
                  <a:lnTo>
                    <a:pt x="23" y="54"/>
                  </a:lnTo>
                  <a:lnTo>
                    <a:pt x="24" y="53"/>
                  </a:lnTo>
                  <a:lnTo>
                    <a:pt x="24" y="52"/>
                  </a:lnTo>
                  <a:lnTo>
                    <a:pt x="24" y="51"/>
                  </a:lnTo>
                  <a:lnTo>
                    <a:pt x="24" y="50"/>
                  </a:lnTo>
                  <a:lnTo>
                    <a:pt x="24" y="48"/>
                  </a:lnTo>
                  <a:lnTo>
                    <a:pt x="24" y="47"/>
                  </a:lnTo>
                  <a:lnTo>
                    <a:pt x="24" y="45"/>
                  </a:lnTo>
                  <a:lnTo>
                    <a:pt x="24" y="44"/>
                  </a:lnTo>
                  <a:lnTo>
                    <a:pt x="25" y="42"/>
                  </a:lnTo>
                  <a:lnTo>
                    <a:pt x="26" y="41"/>
                  </a:lnTo>
                  <a:lnTo>
                    <a:pt x="28" y="40"/>
                  </a:lnTo>
                  <a:lnTo>
                    <a:pt x="29" y="40"/>
                  </a:lnTo>
                  <a:lnTo>
                    <a:pt x="31" y="41"/>
                  </a:lnTo>
                  <a:lnTo>
                    <a:pt x="32" y="41"/>
                  </a:lnTo>
                  <a:lnTo>
                    <a:pt x="33" y="44"/>
                  </a:lnTo>
                  <a:lnTo>
                    <a:pt x="33" y="45"/>
                  </a:lnTo>
                  <a:lnTo>
                    <a:pt x="34" y="46"/>
                  </a:lnTo>
                  <a:lnTo>
                    <a:pt x="33" y="47"/>
                  </a:lnTo>
                  <a:lnTo>
                    <a:pt x="33" y="50"/>
                  </a:lnTo>
                  <a:lnTo>
                    <a:pt x="33" y="51"/>
                  </a:lnTo>
                  <a:lnTo>
                    <a:pt x="32" y="51"/>
                  </a:lnTo>
                  <a:lnTo>
                    <a:pt x="32" y="52"/>
                  </a:lnTo>
                  <a:lnTo>
                    <a:pt x="32" y="53"/>
                  </a:lnTo>
                  <a:lnTo>
                    <a:pt x="32" y="54"/>
                  </a:lnTo>
                  <a:lnTo>
                    <a:pt x="32" y="57"/>
                  </a:lnTo>
                  <a:lnTo>
                    <a:pt x="31" y="57"/>
                  </a:lnTo>
                  <a:lnTo>
                    <a:pt x="31" y="58"/>
                  </a:lnTo>
                  <a:lnTo>
                    <a:pt x="31" y="59"/>
                  </a:lnTo>
                  <a:lnTo>
                    <a:pt x="31" y="60"/>
                  </a:lnTo>
                  <a:lnTo>
                    <a:pt x="30" y="63"/>
                  </a:lnTo>
                  <a:lnTo>
                    <a:pt x="30" y="65"/>
                  </a:lnTo>
                  <a:lnTo>
                    <a:pt x="30" y="67"/>
                  </a:lnTo>
                  <a:lnTo>
                    <a:pt x="31" y="69"/>
                  </a:lnTo>
                  <a:lnTo>
                    <a:pt x="31" y="70"/>
                  </a:lnTo>
                  <a:lnTo>
                    <a:pt x="32" y="71"/>
                  </a:lnTo>
                  <a:lnTo>
                    <a:pt x="32" y="72"/>
                  </a:lnTo>
                  <a:lnTo>
                    <a:pt x="33" y="73"/>
                  </a:lnTo>
                  <a:lnTo>
                    <a:pt x="34" y="74"/>
                  </a:lnTo>
                  <a:lnTo>
                    <a:pt x="35" y="74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7" y="77"/>
                  </a:lnTo>
                  <a:lnTo>
                    <a:pt x="38" y="78"/>
                  </a:lnTo>
                  <a:lnTo>
                    <a:pt x="39" y="78"/>
                  </a:lnTo>
                  <a:lnTo>
                    <a:pt x="40" y="79"/>
                  </a:lnTo>
                  <a:lnTo>
                    <a:pt x="42" y="80"/>
                  </a:lnTo>
                  <a:lnTo>
                    <a:pt x="44" y="80"/>
                  </a:lnTo>
                  <a:lnTo>
                    <a:pt x="45" y="80"/>
                  </a:lnTo>
                  <a:lnTo>
                    <a:pt x="46" y="80"/>
                  </a:lnTo>
                  <a:lnTo>
                    <a:pt x="47" y="80"/>
                  </a:lnTo>
                  <a:lnTo>
                    <a:pt x="48" y="80"/>
                  </a:lnTo>
                  <a:lnTo>
                    <a:pt x="48" y="79"/>
                  </a:lnTo>
                  <a:lnTo>
                    <a:pt x="50" y="79"/>
                  </a:lnTo>
                  <a:lnTo>
                    <a:pt x="52" y="79"/>
                  </a:lnTo>
                  <a:lnTo>
                    <a:pt x="52" y="77"/>
                  </a:lnTo>
                  <a:lnTo>
                    <a:pt x="52" y="76"/>
                  </a:lnTo>
                  <a:lnTo>
                    <a:pt x="54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6" y="73"/>
                  </a:lnTo>
                  <a:lnTo>
                    <a:pt x="56" y="72"/>
                  </a:lnTo>
                  <a:lnTo>
                    <a:pt x="56" y="71"/>
                  </a:lnTo>
                  <a:lnTo>
                    <a:pt x="58" y="70"/>
                  </a:lnTo>
                  <a:lnTo>
                    <a:pt x="58" y="69"/>
                  </a:lnTo>
                  <a:lnTo>
                    <a:pt x="58" y="68"/>
                  </a:lnTo>
                  <a:lnTo>
                    <a:pt x="59" y="66"/>
                  </a:lnTo>
                  <a:lnTo>
                    <a:pt x="59" y="65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59" y="59"/>
                  </a:lnTo>
                  <a:lnTo>
                    <a:pt x="58" y="58"/>
                  </a:lnTo>
                  <a:lnTo>
                    <a:pt x="57" y="56"/>
                  </a:lnTo>
                  <a:lnTo>
                    <a:pt x="56" y="55"/>
                  </a:lnTo>
                  <a:lnTo>
                    <a:pt x="56" y="54"/>
                  </a:lnTo>
                  <a:lnTo>
                    <a:pt x="55" y="53"/>
                  </a:lnTo>
                  <a:lnTo>
                    <a:pt x="54" y="52"/>
                  </a:lnTo>
                  <a:lnTo>
                    <a:pt x="52" y="51"/>
                  </a:lnTo>
                  <a:lnTo>
                    <a:pt x="52" y="50"/>
                  </a:lnTo>
                  <a:lnTo>
                    <a:pt x="50" y="49"/>
                  </a:lnTo>
                  <a:lnTo>
                    <a:pt x="49" y="50"/>
                  </a:lnTo>
                  <a:lnTo>
                    <a:pt x="48" y="51"/>
                  </a:lnTo>
                  <a:lnTo>
                    <a:pt x="47" y="51"/>
                  </a:lnTo>
                  <a:lnTo>
                    <a:pt x="45" y="51"/>
                  </a:lnTo>
                  <a:lnTo>
                    <a:pt x="44" y="51"/>
                  </a:lnTo>
                  <a:lnTo>
                    <a:pt x="44" y="50"/>
                  </a:lnTo>
                  <a:lnTo>
                    <a:pt x="43" y="50"/>
                  </a:lnTo>
                  <a:lnTo>
                    <a:pt x="43" y="49"/>
                  </a:lnTo>
                  <a:lnTo>
                    <a:pt x="42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0" y="46"/>
                  </a:lnTo>
                  <a:lnTo>
                    <a:pt x="39" y="45"/>
                  </a:lnTo>
                  <a:lnTo>
                    <a:pt x="40" y="44"/>
                  </a:lnTo>
                  <a:lnTo>
                    <a:pt x="38" y="43"/>
                  </a:lnTo>
                  <a:lnTo>
                    <a:pt x="39" y="42"/>
                  </a:lnTo>
                  <a:lnTo>
                    <a:pt x="37" y="40"/>
                  </a:lnTo>
                  <a:lnTo>
                    <a:pt x="36" y="38"/>
                  </a:lnTo>
                  <a:lnTo>
                    <a:pt x="36" y="37"/>
                  </a:lnTo>
                  <a:lnTo>
                    <a:pt x="36" y="35"/>
                  </a:lnTo>
                  <a:lnTo>
                    <a:pt x="35" y="34"/>
                  </a:lnTo>
                  <a:lnTo>
                    <a:pt x="35" y="33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6" y="29"/>
                  </a:lnTo>
                  <a:lnTo>
                    <a:pt x="35" y="28"/>
                  </a:lnTo>
                  <a:lnTo>
                    <a:pt x="34" y="28"/>
                  </a:lnTo>
                  <a:lnTo>
                    <a:pt x="34" y="27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4" y="24"/>
                  </a:lnTo>
                  <a:lnTo>
                    <a:pt x="34" y="23"/>
                  </a:lnTo>
                  <a:lnTo>
                    <a:pt x="34" y="22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6" y="18"/>
                  </a:lnTo>
                  <a:lnTo>
                    <a:pt x="36" y="17"/>
                  </a:lnTo>
                  <a:lnTo>
                    <a:pt x="36" y="16"/>
                  </a:lnTo>
                  <a:lnTo>
                    <a:pt x="37" y="16"/>
                  </a:lnTo>
                  <a:lnTo>
                    <a:pt x="38" y="16"/>
                  </a:lnTo>
                  <a:lnTo>
                    <a:pt x="37" y="15"/>
                  </a:lnTo>
                  <a:lnTo>
                    <a:pt x="37" y="14"/>
                  </a:lnTo>
                  <a:lnTo>
                    <a:pt x="38" y="13"/>
                  </a:lnTo>
                  <a:lnTo>
                    <a:pt x="39" y="12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8"/>
                  </a:lnTo>
                  <a:lnTo>
                    <a:pt x="44" y="6"/>
                  </a:lnTo>
                  <a:lnTo>
                    <a:pt x="44" y="5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8" y="4"/>
                  </a:lnTo>
                  <a:lnTo>
                    <a:pt x="49" y="2"/>
                  </a:lnTo>
                  <a:lnTo>
                    <a:pt x="52" y="2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7" y="1"/>
                  </a:lnTo>
                  <a:lnTo>
                    <a:pt x="68" y="1"/>
                  </a:lnTo>
                  <a:lnTo>
                    <a:pt x="69" y="2"/>
                  </a:lnTo>
                  <a:lnTo>
                    <a:pt x="71" y="2"/>
                  </a:lnTo>
                  <a:lnTo>
                    <a:pt x="72" y="3"/>
                  </a:lnTo>
                  <a:lnTo>
                    <a:pt x="73" y="3"/>
                  </a:lnTo>
                  <a:lnTo>
                    <a:pt x="75" y="4"/>
                  </a:lnTo>
                  <a:lnTo>
                    <a:pt x="76" y="5"/>
                  </a:lnTo>
                  <a:lnTo>
                    <a:pt x="78" y="5"/>
                  </a:lnTo>
                  <a:lnTo>
                    <a:pt x="78" y="6"/>
                  </a:lnTo>
                  <a:lnTo>
                    <a:pt x="80" y="7"/>
                  </a:lnTo>
                  <a:lnTo>
                    <a:pt x="81" y="8"/>
                  </a:lnTo>
                  <a:lnTo>
                    <a:pt x="82" y="9"/>
                  </a:lnTo>
                  <a:lnTo>
                    <a:pt x="83" y="10"/>
                  </a:lnTo>
                  <a:lnTo>
                    <a:pt x="85" y="12"/>
                  </a:lnTo>
                  <a:lnTo>
                    <a:pt x="86" y="13"/>
                  </a:lnTo>
                  <a:lnTo>
                    <a:pt x="87" y="13"/>
                  </a:lnTo>
                  <a:lnTo>
                    <a:pt x="88" y="15"/>
                  </a:lnTo>
                  <a:lnTo>
                    <a:pt x="91" y="16"/>
                  </a:lnTo>
                  <a:lnTo>
                    <a:pt x="92" y="15"/>
                  </a:lnTo>
                  <a:lnTo>
                    <a:pt x="92" y="14"/>
                  </a:lnTo>
                  <a:lnTo>
                    <a:pt x="94" y="13"/>
                  </a:lnTo>
                  <a:lnTo>
                    <a:pt x="96" y="13"/>
                  </a:lnTo>
                  <a:lnTo>
                    <a:pt x="97" y="13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9" name="Freeform 1470">
              <a:extLst>
                <a:ext uri="{FF2B5EF4-FFF2-40B4-BE49-F238E27FC236}">
                  <a16:creationId xmlns:a16="http://schemas.microsoft.com/office/drawing/2014/main" id="{74EEDF10-1A28-4AB8-8198-29C8D0F1C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081"/>
              <a:ext cx="75" cy="104"/>
            </a:xfrm>
            <a:custGeom>
              <a:avLst/>
              <a:gdLst>
                <a:gd name="T0" fmla="*/ 73 w 75"/>
                <a:gd name="T1" fmla="*/ 15 h 104"/>
                <a:gd name="T2" fmla="*/ 75 w 75"/>
                <a:gd name="T3" fmla="*/ 20 h 104"/>
                <a:gd name="T4" fmla="*/ 72 w 75"/>
                <a:gd name="T5" fmla="*/ 27 h 104"/>
                <a:gd name="T6" fmla="*/ 68 w 75"/>
                <a:gd name="T7" fmla="*/ 28 h 104"/>
                <a:gd name="T8" fmla="*/ 68 w 75"/>
                <a:gd name="T9" fmla="*/ 20 h 104"/>
                <a:gd name="T10" fmla="*/ 64 w 75"/>
                <a:gd name="T11" fmla="*/ 17 h 104"/>
                <a:gd name="T12" fmla="*/ 57 w 75"/>
                <a:gd name="T13" fmla="*/ 22 h 104"/>
                <a:gd name="T14" fmla="*/ 52 w 75"/>
                <a:gd name="T15" fmla="*/ 28 h 104"/>
                <a:gd name="T16" fmla="*/ 52 w 75"/>
                <a:gd name="T17" fmla="*/ 35 h 104"/>
                <a:gd name="T18" fmla="*/ 59 w 75"/>
                <a:gd name="T19" fmla="*/ 34 h 104"/>
                <a:gd name="T20" fmla="*/ 62 w 75"/>
                <a:gd name="T21" fmla="*/ 40 h 104"/>
                <a:gd name="T22" fmla="*/ 64 w 75"/>
                <a:gd name="T23" fmla="*/ 48 h 104"/>
                <a:gd name="T24" fmla="*/ 67 w 75"/>
                <a:gd name="T25" fmla="*/ 55 h 104"/>
                <a:gd name="T26" fmla="*/ 63 w 75"/>
                <a:gd name="T27" fmla="*/ 57 h 104"/>
                <a:gd name="T28" fmla="*/ 56 w 75"/>
                <a:gd name="T29" fmla="*/ 64 h 104"/>
                <a:gd name="T30" fmla="*/ 50 w 75"/>
                <a:gd name="T31" fmla="*/ 72 h 104"/>
                <a:gd name="T32" fmla="*/ 44 w 75"/>
                <a:gd name="T33" fmla="*/ 79 h 104"/>
                <a:gd name="T34" fmla="*/ 40 w 75"/>
                <a:gd name="T35" fmla="*/ 86 h 104"/>
                <a:gd name="T36" fmla="*/ 36 w 75"/>
                <a:gd name="T37" fmla="*/ 92 h 104"/>
                <a:gd name="T38" fmla="*/ 28 w 75"/>
                <a:gd name="T39" fmla="*/ 90 h 104"/>
                <a:gd name="T40" fmla="*/ 21 w 75"/>
                <a:gd name="T41" fmla="*/ 92 h 104"/>
                <a:gd name="T42" fmla="*/ 20 w 75"/>
                <a:gd name="T43" fmla="*/ 100 h 104"/>
                <a:gd name="T44" fmla="*/ 13 w 75"/>
                <a:gd name="T45" fmla="*/ 104 h 104"/>
                <a:gd name="T46" fmla="*/ 12 w 75"/>
                <a:gd name="T47" fmla="*/ 96 h 104"/>
                <a:gd name="T48" fmla="*/ 18 w 75"/>
                <a:gd name="T49" fmla="*/ 88 h 104"/>
                <a:gd name="T50" fmla="*/ 23 w 75"/>
                <a:gd name="T51" fmla="*/ 84 h 104"/>
                <a:gd name="T52" fmla="*/ 28 w 75"/>
                <a:gd name="T53" fmla="*/ 75 h 104"/>
                <a:gd name="T54" fmla="*/ 34 w 75"/>
                <a:gd name="T55" fmla="*/ 67 h 104"/>
                <a:gd name="T56" fmla="*/ 39 w 75"/>
                <a:gd name="T57" fmla="*/ 60 h 104"/>
                <a:gd name="T58" fmla="*/ 45 w 75"/>
                <a:gd name="T59" fmla="*/ 52 h 104"/>
                <a:gd name="T60" fmla="*/ 48 w 75"/>
                <a:gd name="T61" fmla="*/ 46 h 104"/>
                <a:gd name="T62" fmla="*/ 42 w 75"/>
                <a:gd name="T63" fmla="*/ 43 h 104"/>
                <a:gd name="T64" fmla="*/ 36 w 75"/>
                <a:gd name="T65" fmla="*/ 50 h 104"/>
                <a:gd name="T66" fmla="*/ 32 w 75"/>
                <a:gd name="T67" fmla="*/ 57 h 104"/>
                <a:gd name="T68" fmla="*/ 26 w 75"/>
                <a:gd name="T69" fmla="*/ 64 h 104"/>
                <a:gd name="T70" fmla="*/ 23 w 75"/>
                <a:gd name="T71" fmla="*/ 70 h 104"/>
                <a:gd name="T72" fmla="*/ 24 w 75"/>
                <a:gd name="T73" fmla="*/ 77 h 104"/>
                <a:gd name="T74" fmla="*/ 20 w 75"/>
                <a:gd name="T75" fmla="*/ 79 h 104"/>
                <a:gd name="T76" fmla="*/ 13 w 75"/>
                <a:gd name="T77" fmla="*/ 78 h 104"/>
                <a:gd name="T78" fmla="*/ 10 w 75"/>
                <a:gd name="T79" fmla="*/ 82 h 104"/>
                <a:gd name="T80" fmla="*/ 4 w 75"/>
                <a:gd name="T81" fmla="*/ 80 h 104"/>
                <a:gd name="T82" fmla="*/ 4 w 75"/>
                <a:gd name="T83" fmla="*/ 74 h 104"/>
                <a:gd name="T84" fmla="*/ 1 w 75"/>
                <a:gd name="T85" fmla="*/ 68 h 104"/>
                <a:gd name="T86" fmla="*/ 4 w 75"/>
                <a:gd name="T87" fmla="*/ 62 h 104"/>
                <a:gd name="T88" fmla="*/ 10 w 75"/>
                <a:gd name="T89" fmla="*/ 59 h 104"/>
                <a:gd name="T90" fmla="*/ 13 w 75"/>
                <a:gd name="T91" fmla="*/ 54 h 104"/>
                <a:gd name="T92" fmla="*/ 17 w 75"/>
                <a:gd name="T93" fmla="*/ 50 h 104"/>
                <a:gd name="T94" fmla="*/ 20 w 75"/>
                <a:gd name="T95" fmla="*/ 45 h 104"/>
                <a:gd name="T96" fmla="*/ 25 w 75"/>
                <a:gd name="T97" fmla="*/ 40 h 104"/>
                <a:gd name="T98" fmla="*/ 30 w 75"/>
                <a:gd name="T99" fmla="*/ 34 h 104"/>
                <a:gd name="T100" fmla="*/ 32 w 75"/>
                <a:gd name="T101" fmla="*/ 29 h 104"/>
                <a:gd name="T102" fmla="*/ 39 w 75"/>
                <a:gd name="T103" fmla="*/ 22 h 104"/>
                <a:gd name="T104" fmla="*/ 44 w 75"/>
                <a:gd name="T105" fmla="*/ 16 h 104"/>
                <a:gd name="T106" fmla="*/ 47 w 75"/>
                <a:gd name="T107" fmla="*/ 11 h 104"/>
                <a:gd name="T108" fmla="*/ 49 w 75"/>
                <a:gd name="T109" fmla="*/ 6 h 104"/>
                <a:gd name="T110" fmla="*/ 51 w 75"/>
                <a:gd name="T111" fmla="*/ 1 h 104"/>
                <a:gd name="T112" fmla="*/ 56 w 75"/>
                <a:gd name="T113" fmla="*/ 5 h 104"/>
                <a:gd name="T114" fmla="*/ 61 w 75"/>
                <a:gd name="T115" fmla="*/ 9 h 10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5" h="104">
                  <a:moveTo>
                    <a:pt x="69" y="10"/>
                  </a:moveTo>
                  <a:lnTo>
                    <a:pt x="72" y="12"/>
                  </a:lnTo>
                  <a:lnTo>
                    <a:pt x="72" y="13"/>
                  </a:lnTo>
                  <a:lnTo>
                    <a:pt x="72" y="14"/>
                  </a:lnTo>
                  <a:lnTo>
                    <a:pt x="73" y="14"/>
                  </a:lnTo>
                  <a:lnTo>
                    <a:pt x="73" y="15"/>
                  </a:lnTo>
                  <a:lnTo>
                    <a:pt x="74" y="16"/>
                  </a:lnTo>
                  <a:lnTo>
                    <a:pt x="74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20"/>
                  </a:lnTo>
                  <a:lnTo>
                    <a:pt x="75" y="22"/>
                  </a:lnTo>
                  <a:lnTo>
                    <a:pt x="75" y="23"/>
                  </a:lnTo>
                  <a:lnTo>
                    <a:pt x="74" y="24"/>
                  </a:lnTo>
                  <a:lnTo>
                    <a:pt x="73" y="27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1" y="28"/>
                  </a:lnTo>
                  <a:lnTo>
                    <a:pt x="69" y="28"/>
                  </a:lnTo>
                  <a:lnTo>
                    <a:pt x="68" y="28"/>
                  </a:lnTo>
                  <a:lnTo>
                    <a:pt x="65" y="27"/>
                  </a:lnTo>
                  <a:lnTo>
                    <a:pt x="65" y="24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68" y="21"/>
                  </a:lnTo>
                  <a:lnTo>
                    <a:pt x="68" y="20"/>
                  </a:lnTo>
                  <a:lnTo>
                    <a:pt x="68" y="19"/>
                  </a:lnTo>
                  <a:lnTo>
                    <a:pt x="68" y="18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5" y="17"/>
                  </a:lnTo>
                  <a:lnTo>
                    <a:pt x="64" y="17"/>
                  </a:lnTo>
                  <a:lnTo>
                    <a:pt x="63" y="18"/>
                  </a:lnTo>
                  <a:lnTo>
                    <a:pt x="60" y="20"/>
                  </a:lnTo>
                  <a:lnTo>
                    <a:pt x="59" y="21"/>
                  </a:lnTo>
                  <a:lnTo>
                    <a:pt x="58" y="22"/>
                  </a:lnTo>
                  <a:lnTo>
                    <a:pt x="57" y="22"/>
                  </a:lnTo>
                  <a:lnTo>
                    <a:pt x="56" y="23"/>
                  </a:lnTo>
                  <a:lnTo>
                    <a:pt x="56" y="24"/>
                  </a:lnTo>
                  <a:lnTo>
                    <a:pt x="55" y="25"/>
                  </a:lnTo>
                  <a:lnTo>
                    <a:pt x="54" y="26"/>
                  </a:lnTo>
                  <a:lnTo>
                    <a:pt x="53" y="27"/>
                  </a:lnTo>
                  <a:lnTo>
                    <a:pt x="52" y="28"/>
                  </a:lnTo>
                  <a:lnTo>
                    <a:pt x="52" y="29"/>
                  </a:lnTo>
                  <a:lnTo>
                    <a:pt x="49" y="33"/>
                  </a:lnTo>
                  <a:lnTo>
                    <a:pt x="48" y="34"/>
                  </a:lnTo>
                  <a:lnTo>
                    <a:pt x="50" y="36"/>
                  </a:lnTo>
                  <a:lnTo>
                    <a:pt x="52" y="35"/>
                  </a:lnTo>
                  <a:lnTo>
                    <a:pt x="54" y="34"/>
                  </a:lnTo>
                  <a:lnTo>
                    <a:pt x="54" y="33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7" y="32"/>
                  </a:lnTo>
                  <a:lnTo>
                    <a:pt x="59" y="34"/>
                  </a:lnTo>
                  <a:lnTo>
                    <a:pt x="60" y="34"/>
                  </a:lnTo>
                  <a:lnTo>
                    <a:pt x="60" y="35"/>
                  </a:lnTo>
                  <a:lnTo>
                    <a:pt x="61" y="38"/>
                  </a:lnTo>
                  <a:lnTo>
                    <a:pt x="61" y="40"/>
                  </a:lnTo>
                  <a:lnTo>
                    <a:pt x="62" y="40"/>
                  </a:lnTo>
                  <a:lnTo>
                    <a:pt x="61" y="41"/>
                  </a:lnTo>
                  <a:lnTo>
                    <a:pt x="62" y="43"/>
                  </a:lnTo>
                  <a:lnTo>
                    <a:pt x="63" y="45"/>
                  </a:lnTo>
                  <a:lnTo>
                    <a:pt x="64" y="46"/>
                  </a:lnTo>
                  <a:lnTo>
                    <a:pt x="64" y="48"/>
                  </a:lnTo>
                  <a:lnTo>
                    <a:pt x="65" y="50"/>
                  </a:lnTo>
                  <a:lnTo>
                    <a:pt x="65" y="51"/>
                  </a:lnTo>
                  <a:lnTo>
                    <a:pt x="66" y="51"/>
                  </a:lnTo>
                  <a:lnTo>
                    <a:pt x="67" y="52"/>
                  </a:lnTo>
                  <a:lnTo>
                    <a:pt x="67" y="54"/>
                  </a:lnTo>
                  <a:lnTo>
                    <a:pt x="67" y="55"/>
                  </a:lnTo>
                  <a:lnTo>
                    <a:pt x="66" y="56"/>
                  </a:lnTo>
                  <a:lnTo>
                    <a:pt x="65" y="57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2" y="57"/>
                  </a:lnTo>
                  <a:lnTo>
                    <a:pt x="60" y="59"/>
                  </a:lnTo>
                  <a:lnTo>
                    <a:pt x="58" y="61"/>
                  </a:lnTo>
                  <a:lnTo>
                    <a:pt x="57" y="62"/>
                  </a:lnTo>
                  <a:lnTo>
                    <a:pt x="56" y="63"/>
                  </a:lnTo>
                  <a:lnTo>
                    <a:pt x="56" y="64"/>
                  </a:lnTo>
                  <a:lnTo>
                    <a:pt x="53" y="67"/>
                  </a:lnTo>
                  <a:lnTo>
                    <a:pt x="52" y="68"/>
                  </a:lnTo>
                  <a:lnTo>
                    <a:pt x="52" y="69"/>
                  </a:lnTo>
                  <a:lnTo>
                    <a:pt x="51" y="70"/>
                  </a:lnTo>
                  <a:lnTo>
                    <a:pt x="50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3"/>
                  </a:lnTo>
                  <a:lnTo>
                    <a:pt x="48" y="74"/>
                  </a:lnTo>
                  <a:lnTo>
                    <a:pt x="47" y="76"/>
                  </a:lnTo>
                  <a:lnTo>
                    <a:pt x="46" y="77"/>
                  </a:lnTo>
                  <a:lnTo>
                    <a:pt x="44" y="79"/>
                  </a:lnTo>
                  <a:lnTo>
                    <a:pt x="44" y="80"/>
                  </a:lnTo>
                  <a:lnTo>
                    <a:pt x="43" y="80"/>
                  </a:lnTo>
                  <a:lnTo>
                    <a:pt x="42" y="81"/>
                  </a:lnTo>
                  <a:lnTo>
                    <a:pt x="42" y="82"/>
                  </a:lnTo>
                  <a:lnTo>
                    <a:pt x="40" y="85"/>
                  </a:lnTo>
                  <a:lnTo>
                    <a:pt x="40" y="86"/>
                  </a:lnTo>
                  <a:lnTo>
                    <a:pt x="40" y="87"/>
                  </a:lnTo>
                  <a:lnTo>
                    <a:pt x="39" y="88"/>
                  </a:lnTo>
                  <a:lnTo>
                    <a:pt x="39" y="89"/>
                  </a:lnTo>
                  <a:lnTo>
                    <a:pt x="39" y="91"/>
                  </a:lnTo>
                  <a:lnTo>
                    <a:pt x="37" y="92"/>
                  </a:lnTo>
                  <a:lnTo>
                    <a:pt x="36" y="92"/>
                  </a:lnTo>
                  <a:lnTo>
                    <a:pt x="34" y="91"/>
                  </a:lnTo>
                  <a:lnTo>
                    <a:pt x="32" y="91"/>
                  </a:lnTo>
                  <a:lnTo>
                    <a:pt x="29" y="90"/>
                  </a:lnTo>
                  <a:lnTo>
                    <a:pt x="28" y="90"/>
                  </a:lnTo>
                  <a:lnTo>
                    <a:pt x="27" y="90"/>
                  </a:lnTo>
                  <a:lnTo>
                    <a:pt x="26" y="90"/>
                  </a:lnTo>
                  <a:lnTo>
                    <a:pt x="25" y="90"/>
                  </a:lnTo>
                  <a:lnTo>
                    <a:pt x="24" y="91"/>
                  </a:lnTo>
                  <a:lnTo>
                    <a:pt x="23" y="92"/>
                  </a:lnTo>
                  <a:lnTo>
                    <a:pt x="21" y="92"/>
                  </a:lnTo>
                  <a:lnTo>
                    <a:pt x="20" y="93"/>
                  </a:lnTo>
                  <a:lnTo>
                    <a:pt x="20" y="94"/>
                  </a:lnTo>
                  <a:lnTo>
                    <a:pt x="20" y="98"/>
                  </a:lnTo>
                  <a:lnTo>
                    <a:pt x="20" y="99"/>
                  </a:lnTo>
                  <a:lnTo>
                    <a:pt x="20" y="100"/>
                  </a:lnTo>
                  <a:lnTo>
                    <a:pt x="20" y="101"/>
                  </a:lnTo>
                  <a:lnTo>
                    <a:pt x="19" y="103"/>
                  </a:lnTo>
                  <a:lnTo>
                    <a:pt x="17" y="104"/>
                  </a:lnTo>
                  <a:lnTo>
                    <a:pt x="15" y="104"/>
                  </a:lnTo>
                  <a:lnTo>
                    <a:pt x="14" y="104"/>
                  </a:lnTo>
                  <a:lnTo>
                    <a:pt x="13" y="104"/>
                  </a:lnTo>
                  <a:lnTo>
                    <a:pt x="12" y="103"/>
                  </a:lnTo>
                  <a:lnTo>
                    <a:pt x="11" y="101"/>
                  </a:lnTo>
                  <a:lnTo>
                    <a:pt x="11" y="98"/>
                  </a:lnTo>
                  <a:lnTo>
                    <a:pt x="12" y="97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6" y="89"/>
                  </a:lnTo>
                  <a:lnTo>
                    <a:pt x="18" y="88"/>
                  </a:lnTo>
                  <a:lnTo>
                    <a:pt x="18" y="87"/>
                  </a:lnTo>
                  <a:lnTo>
                    <a:pt x="19" y="87"/>
                  </a:lnTo>
                  <a:lnTo>
                    <a:pt x="20" y="86"/>
                  </a:lnTo>
                  <a:lnTo>
                    <a:pt x="21" y="85"/>
                  </a:lnTo>
                  <a:lnTo>
                    <a:pt x="22" y="84"/>
                  </a:lnTo>
                  <a:lnTo>
                    <a:pt x="23" y="84"/>
                  </a:lnTo>
                  <a:lnTo>
                    <a:pt x="24" y="83"/>
                  </a:lnTo>
                  <a:lnTo>
                    <a:pt x="24" y="82"/>
                  </a:lnTo>
                  <a:lnTo>
                    <a:pt x="25" y="80"/>
                  </a:lnTo>
                  <a:lnTo>
                    <a:pt x="26" y="79"/>
                  </a:lnTo>
                  <a:lnTo>
                    <a:pt x="28" y="77"/>
                  </a:lnTo>
                  <a:lnTo>
                    <a:pt x="28" y="75"/>
                  </a:lnTo>
                  <a:lnTo>
                    <a:pt x="29" y="74"/>
                  </a:lnTo>
                  <a:lnTo>
                    <a:pt x="30" y="74"/>
                  </a:lnTo>
                  <a:lnTo>
                    <a:pt x="32" y="71"/>
                  </a:lnTo>
                  <a:lnTo>
                    <a:pt x="33" y="69"/>
                  </a:lnTo>
                  <a:lnTo>
                    <a:pt x="34" y="67"/>
                  </a:lnTo>
                  <a:lnTo>
                    <a:pt x="35" y="65"/>
                  </a:lnTo>
                  <a:lnTo>
                    <a:pt x="36" y="64"/>
                  </a:lnTo>
                  <a:lnTo>
                    <a:pt x="36" y="63"/>
                  </a:lnTo>
                  <a:lnTo>
                    <a:pt x="37" y="62"/>
                  </a:lnTo>
                  <a:lnTo>
                    <a:pt x="38" y="61"/>
                  </a:lnTo>
                  <a:lnTo>
                    <a:pt x="39" y="60"/>
                  </a:lnTo>
                  <a:lnTo>
                    <a:pt x="40" y="59"/>
                  </a:lnTo>
                  <a:lnTo>
                    <a:pt x="40" y="58"/>
                  </a:lnTo>
                  <a:lnTo>
                    <a:pt x="40" y="57"/>
                  </a:lnTo>
                  <a:lnTo>
                    <a:pt x="42" y="56"/>
                  </a:lnTo>
                  <a:lnTo>
                    <a:pt x="43" y="55"/>
                  </a:lnTo>
                  <a:lnTo>
                    <a:pt x="45" y="52"/>
                  </a:lnTo>
                  <a:lnTo>
                    <a:pt x="48" y="51"/>
                  </a:lnTo>
                  <a:lnTo>
                    <a:pt x="50" y="50"/>
                  </a:lnTo>
                  <a:lnTo>
                    <a:pt x="50" y="49"/>
                  </a:lnTo>
                  <a:lnTo>
                    <a:pt x="48" y="47"/>
                  </a:lnTo>
                  <a:lnTo>
                    <a:pt x="48" y="46"/>
                  </a:lnTo>
                  <a:lnTo>
                    <a:pt x="47" y="43"/>
                  </a:lnTo>
                  <a:lnTo>
                    <a:pt x="47" y="41"/>
                  </a:lnTo>
                  <a:lnTo>
                    <a:pt x="44" y="41"/>
                  </a:lnTo>
                  <a:lnTo>
                    <a:pt x="42" y="43"/>
                  </a:lnTo>
                  <a:lnTo>
                    <a:pt x="41" y="44"/>
                  </a:lnTo>
                  <a:lnTo>
                    <a:pt x="40" y="45"/>
                  </a:lnTo>
                  <a:lnTo>
                    <a:pt x="38" y="47"/>
                  </a:lnTo>
                  <a:lnTo>
                    <a:pt x="37" y="48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6" y="51"/>
                  </a:lnTo>
                  <a:lnTo>
                    <a:pt x="35" y="52"/>
                  </a:lnTo>
                  <a:lnTo>
                    <a:pt x="34" y="54"/>
                  </a:lnTo>
                  <a:lnTo>
                    <a:pt x="33" y="54"/>
                  </a:lnTo>
                  <a:lnTo>
                    <a:pt x="32" y="55"/>
                  </a:lnTo>
                  <a:lnTo>
                    <a:pt x="32" y="57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26" y="63"/>
                  </a:lnTo>
                  <a:lnTo>
                    <a:pt x="26" y="64"/>
                  </a:lnTo>
                  <a:lnTo>
                    <a:pt x="25" y="64"/>
                  </a:lnTo>
                  <a:lnTo>
                    <a:pt x="25" y="65"/>
                  </a:lnTo>
                  <a:lnTo>
                    <a:pt x="24" y="66"/>
                  </a:lnTo>
                  <a:lnTo>
                    <a:pt x="24" y="68"/>
                  </a:lnTo>
                  <a:lnTo>
                    <a:pt x="23" y="69"/>
                  </a:lnTo>
                  <a:lnTo>
                    <a:pt x="23" y="70"/>
                  </a:lnTo>
                  <a:lnTo>
                    <a:pt x="23" y="71"/>
                  </a:lnTo>
                  <a:lnTo>
                    <a:pt x="23" y="72"/>
                  </a:lnTo>
                  <a:lnTo>
                    <a:pt x="22" y="73"/>
                  </a:lnTo>
                  <a:lnTo>
                    <a:pt x="23" y="74"/>
                  </a:lnTo>
                  <a:lnTo>
                    <a:pt x="24" y="76"/>
                  </a:lnTo>
                  <a:lnTo>
                    <a:pt x="24" y="77"/>
                  </a:lnTo>
                  <a:lnTo>
                    <a:pt x="23" y="78"/>
                  </a:lnTo>
                  <a:lnTo>
                    <a:pt x="22" y="79"/>
                  </a:lnTo>
                  <a:lnTo>
                    <a:pt x="21" y="79"/>
                  </a:lnTo>
                  <a:lnTo>
                    <a:pt x="20" y="79"/>
                  </a:lnTo>
                  <a:lnTo>
                    <a:pt x="19" y="79"/>
                  </a:lnTo>
                  <a:lnTo>
                    <a:pt x="17" y="79"/>
                  </a:lnTo>
                  <a:lnTo>
                    <a:pt x="16" y="78"/>
                  </a:lnTo>
                  <a:lnTo>
                    <a:pt x="15" y="78"/>
                  </a:lnTo>
                  <a:lnTo>
                    <a:pt x="13" y="78"/>
                  </a:lnTo>
                  <a:lnTo>
                    <a:pt x="12" y="78"/>
                  </a:lnTo>
                  <a:lnTo>
                    <a:pt x="12" y="79"/>
                  </a:lnTo>
                  <a:lnTo>
                    <a:pt x="12" y="80"/>
                  </a:lnTo>
                  <a:lnTo>
                    <a:pt x="11" y="81"/>
                  </a:lnTo>
                  <a:lnTo>
                    <a:pt x="10" y="82"/>
                  </a:lnTo>
                  <a:lnTo>
                    <a:pt x="9" y="83"/>
                  </a:lnTo>
                  <a:lnTo>
                    <a:pt x="8" y="83"/>
                  </a:lnTo>
                  <a:lnTo>
                    <a:pt x="6" y="82"/>
                  </a:lnTo>
                  <a:lnTo>
                    <a:pt x="5" y="80"/>
                  </a:lnTo>
                  <a:lnTo>
                    <a:pt x="4" y="80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4" y="74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2" y="69"/>
                  </a:lnTo>
                  <a:lnTo>
                    <a:pt x="1" y="69"/>
                  </a:lnTo>
                  <a:lnTo>
                    <a:pt x="1" y="68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0" y="64"/>
                  </a:lnTo>
                  <a:lnTo>
                    <a:pt x="1" y="63"/>
                  </a:lnTo>
                  <a:lnTo>
                    <a:pt x="2" y="62"/>
                  </a:lnTo>
                  <a:lnTo>
                    <a:pt x="4" y="62"/>
                  </a:lnTo>
                  <a:lnTo>
                    <a:pt x="5" y="62"/>
                  </a:lnTo>
                  <a:lnTo>
                    <a:pt x="6" y="62"/>
                  </a:lnTo>
                  <a:lnTo>
                    <a:pt x="7" y="62"/>
                  </a:lnTo>
                  <a:lnTo>
                    <a:pt x="8" y="60"/>
                  </a:lnTo>
                  <a:lnTo>
                    <a:pt x="10" y="59"/>
                  </a:lnTo>
                  <a:lnTo>
                    <a:pt x="11" y="58"/>
                  </a:lnTo>
                  <a:lnTo>
                    <a:pt x="11" y="57"/>
                  </a:lnTo>
                  <a:lnTo>
                    <a:pt x="12" y="56"/>
                  </a:lnTo>
                  <a:lnTo>
                    <a:pt x="12" y="55"/>
                  </a:lnTo>
                  <a:lnTo>
                    <a:pt x="13" y="54"/>
                  </a:lnTo>
                  <a:lnTo>
                    <a:pt x="14" y="54"/>
                  </a:lnTo>
                  <a:lnTo>
                    <a:pt x="15" y="52"/>
                  </a:lnTo>
                  <a:lnTo>
                    <a:pt x="16" y="51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20" y="45"/>
                  </a:lnTo>
                  <a:lnTo>
                    <a:pt x="22" y="44"/>
                  </a:lnTo>
                  <a:lnTo>
                    <a:pt x="23" y="43"/>
                  </a:lnTo>
                  <a:lnTo>
                    <a:pt x="23" y="42"/>
                  </a:lnTo>
                  <a:lnTo>
                    <a:pt x="24" y="41"/>
                  </a:lnTo>
                  <a:lnTo>
                    <a:pt x="25" y="40"/>
                  </a:lnTo>
                  <a:lnTo>
                    <a:pt x="27" y="37"/>
                  </a:lnTo>
                  <a:lnTo>
                    <a:pt x="28" y="36"/>
                  </a:lnTo>
                  <a:lnTo>
                    <a:pt x="29" y="35"/>
                  </a:lnTo>
                  <a:lnTo>
                    <a:pt x="29" y="34"/>
                  </a:lnTo>
                  <a:lnTo>
                    <a:pt x="30" y="34"/>
                  </a:lnTo>
                  <a:lnTo>
                    <a:pt x="31" y="33"/>
                  </a:lnTo>
                  <a:lnTo>
                    <a:pt x="31" y="32"/>
                  </a:lnTo>
                  <a:lnTo>
                    <a:pt x="32" y="32"/>
                  </a:lnTo>
                  <a:lnTo>
                    <a:pt x="32" y="31"/>
                  </a:lnTo>
                  <a:lnTo>
                    <a:pt x="32" y="30"/>
                  </a:lnTo>
                  <a:lnTo>
                    <a:pt x="32" y="29"/>
                  </a:lnTo>
                  <a:lnTo>
                    <a:pt x="33" y="28"/>
                  </a:lnTo>
                  <a:lnTo>
                    <a:pt x="35" y="28"/>
                  </a:lnTo>
                  <a:lnTo>
                    <a:pt x="37" y="24"/>
                  </a:lnTo>
                  <a:lnTo>
                    <a:pt x="38" y="23"/>
                  </a:lnTo>
                  <a:lnTo>
                    <a:pt x="38" y="22"/>
                  </a:lnTo>
                  <a:lnTo>
                    <a:pt x="39" y="22"/>
                  </a:lnTo>
                  <a:lnTo>
                    <a:pt x="39" y="21"/>
                  </a:lnTo>
                  <a:lnTo>
                    <a:pt x="40" y="20"/>
                  </a:lnTo>
                  <a:lnTo>
                    <a:pt x="41" y="19"/>
                  </a:lnTo>
                  <a:lnTo>
                    <a:pt x="42" y="18"/>
                  </a:lnTo>
                  <a:lnTo>
                    <a:pt x="43" y="18"/>
                  </a:lnTo>
                  <a:lnTo>
                    <a:pt x="44" y="16"/>
                  </a:lnTo>
                  <a:lnTo>
                    <a:pt x="44" y="15"/>
                  </a:lnTo>
                  <a:lnTo>
                    <a:pt x="45" y="14"/>
                  </a:lnTo>
                  <a:lnTo>
                    <a:pt x="46" y="13"/>
                  </a:lnTo>
                  <a:lnTo>
                    <a:pt x="47" y="11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49" y="7"/>
                  </a:lnTo>
                  <a:lnTo>
                    <a:pt x="49" y="6"/>
                  </a:lnTo>
                  <a:lnTo>
                    <a:pt x="49" y="5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1"/>
                  </a:lnTo>
                  <a:lnTo>
                    <a:pt x="50" y="0"/>
                  </a:lnTo>
                  <a:lnTo>
                    <a:pt x="51" y="1"/>
                  </a:lnTo>
                  <a:lnTo>
                    <a:pt x="52" y="0"/>
                  </a:lnTo>
                  <a:lnTo>
                    <a:pt x="52" y="1"/>
                  </a:lnTo>
                  <a:lnTo>
                    <a:pt x="54" y="2"/>
                  </a:lnTo>
                  <a:lnTo>
                    <a:pt x="54" y="3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6"/>
                  </a:lnTo>
                  <a:lnTo>
                    <a:pt x="56" y="8"/>
                  </a:lnTo>
                  <a:lnTo>
                    <a:pt x="56" y="10"/>
                  </a:lnTo>
                  <a:lnTo>
                    <a:pt x="57" y="10"/>
                  </a:lnTo>
                  <a:lnTo>
                    <a:pt x="60" y="10"/>
                  </a:lnTo>
                  <a:lnTo>
                    <a:pt x="61" y="9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8" y="10"/>
                  </a:lnTo>
                  <a:lnTo>
                    <a:pt x="69" y="10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0" name="Freeform 1471">
              <a:extLst>
                <a:ext uri="{FF2B5EF4-FFF2-40B4-BE49-F238E27FC236}">
                  <a16:creationId xmlns:a16="http://schemas.microsoft.com/office/drawing/2014/main" id="{C01BFBF1-6874-4392-906C-42F1085E6C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8" y="2150"/>
              <a:ext cx="64" cy="63"/>
            </a:xfrm>
            <a:custGeom>
              <a:avLst/>
              <a:gdLst>
                <a:gd name="T0" fmla="*/ 61 w 64"/>
                <a:gd name="T1" fmla="*/ 13 h 63"/>
                <a:gd name="T2" fmla="*/ 62 w 64"/>
                <a:gd name="T3" fmla="*/ 23 h 63"/>
                <a:gd name="T4" fmla="*/ 63 w 64"/>
                <a:gd name="T5" fmla="*/ 27 h 63"/>
                <a:gd name="T6" fmla="*/ 63 w 64"/>
                <a:gd name="T7" fmla="*/ 35 h 63"/>
                <a:gd name="T8" fmla="*/ 60 w 64"/>
                <a:gd name="T9" fmla="*/ 35 h 63"/>
                <a:gd name="T10" fmla="*/ 55 w 64"/>
                <a:gd name="T11" fmla="*/ 39 h 63"/>
                <a:gd name="T12" fmla="*/ 52 w 64"/>
                <a:gd name="T13" fmla="*/ 42 h 63"/>
                <a:gd name="T14" fmla="*/ 48 w 64"/>
                <a:gd name="T15" fmla="*/ 44 h 63"/>
                <a:gd name="T16" fmla="*/ 45 w 64"/>
                <a:gd name="T17" fmla="*/ 47 h 63"/>
                <a:gd name="T18" fmla="*/ 42 w 64"/>
                <a:gd name="T19" fmla="*/ 50 h 63"/>
                <a:gd name="T20" fmla="*/ 38 w 64"/>
                <a:gd name="T21" fmla="*/ 52 h 63"/>
                <a:gd name="T22" fmla="*/ 34 w 64"/>
                <a:gd name="T23" fmla="*/ 58 h 63"/>
                <a:gd name="T24" fmla="*/ 32 w 64"/>
                <a:gd name="T25" fmla="*/ 59 h 63"/>
                <a:gd name="T26" fmla="*/ 30 w 64"/>
                <a:gd name="T27" fmla="*/ 63 h 63"/>
                <a:gd name="T28" fmla="*/ 27 w 64"/>
                <a:gd name="T29" fmla="*/ 61 h 63"/>
                <a:gd name="T30" fmla="*/ 24 w 64"/>
                <a:gd name="T31" fmla="*/ 59 h 63"/>
                <a:gd name="T32" fmla="*/ 18 w 64"/>
                <a:gd name="T33" fmla="*/ 55 h 63"/>
                <a:gd name="T34" fmla="*/ 12 w 64"/>
                <a:gd name="T35" fmla="*/ 53 h 63"/>
                <a:gd name="T36" fmla="*/ 9 w 64"/>
                <a:gd name="T37" fmla="*/ 57 h 63"/>
                <a:gd name="T38" fmla="*/ 5 w 64"/>
                <a:gd name="T39" fmla="*/ 53 h 63"/>
                <a:gd name="T40" fmla="*/ 4 w 64"/>
                <a:gd name="T41" fmla="*/ 49 h 63"/>
                <a:gd name="T42" fmla="*/ 4 w 64"/>
                <a:gd name="T43" fmla="*/ 46 h 63"/>
                <a:gd name="T44" fmla="*/ 3 w 64"/>
                <a:gd name="T45" fmla="*/ 36 h 63"/>
                <a:gd name="T46" fmla="*/ 1 w 64"/>
                <a:gd name="T47" fmla="*/ 34 h 63"/>
                <a:gd name="T48" fmla="*/ 2 w 64"/>
                <a:gd name="T49" fmla="*/ 29 h 63"/>
                <a:gd name="T50" fmla="*/ 8 w 64"/>
                <a:gd name="T51" fmla="*/ 28 h 63"/>
                <a:gd name="T52" fmla="*/ 15 w 64"/>
                <a:gd name="T53" fmla="*/ 23 h 63"/>
                <a:gd name="T54" fmla="*/ 18 w 64"/>
                <a:gd name="T55" fmla="*/ 20 h 63"/>
                <a:gd name="T56" fmla="*/ 20 w 64"/>
                <a:gd name="T57" fmla="*/ 17 h 63"/>
                <a:gd name="T58" fmla="*/ 24 w 64"/>
                <a:gd name="T59" fmla="*/ 14 h 63"/>
                <a:gd name="T60" fmla="*/ 27 w 64"/>
                <a:gd name="T61" fmla="*/ 11 h 63"/>
                <a:gd name="T62" fmla="*/ 29 w 64"/>
                <a:gd name="T63" fmla="*/ 10 h 63"/>
                <a:gd name="T64" fmla="*/ 34 w 64"/>
                <a:gd name="T65" fmla="*/ 5 h 63"/>
                <a:gd name="T66" fmla="*/ 36 w 64"/>
                <a:gd name="T67" fmla="*/ 0 h 63"/>
                <a:gd name="T68" fmla="*/ 39 w 64"/>
                <a:gd name="T69" fmla="*/ 1 h 63"/>
                <a:gd name="T70" fmla="*/ 43 w 64"/>
                <a:gd name="T71" fmla="*/ 5 h 63"/>
                <a:gd name="T72" fmla="*/ 49 w 64"/>
                <a:gd name="T73" fmla="*/ 8 h 63"/>
                <a:gd name="T74" fmla="*/ 55 w 64"/>
                <a:gd name="T75" fmla="*/ 9 h 63"/>
                <a:gd name="T76" fmla="*/ 59 w 64"/>
                <a:gd name="T77" fmla="*/ 7 h 63"/>
                <a:gd name="T78" fmla="*/ 46 w 64"/>
                <a:gd name="T79" fmla="*/ 15 h 63"/>
                <a:gd name="T80" fmla="*/ 41 w 64"/>
                <a:gd name="T81" fmla="*/ 19 h 63"/>
                <a:gd name="T82" fmla="*/ 39 w 64"/>
                <a:gd name="T83" fmla="*/ 22 h 63"/>
                <a:gd name="T84" fmla="*/ 36 w 64"/>
                <a:gd name="T85" fmla="*/ 24 h 63"/>
                <a:gd name="T86" fmla="*/ 32 w 64"/>
                <a:gd name="T87" fmla="*/ 28 h 63"/>
                <a:gd name="T88" fmla="*/ 29 w 64"/>
                <a:gd name="T89" fmla="*/ 31 h 63"/>
                <a:gd name="T90" fmla="*/ 25 w 64"/>
                <a:gd name="T91" fmla="*/ 34 h 63"/>
                <a:gd name="T92" fmla="*/ 20 w 64"/>
                <a:gd name="T93" fmla="*/ 37 h 63"/>
                <a:gd name="T94" fmla="*/ 16 w 64"/>
                <a:gd name="T95" fmla="*/ 39 h 63"/>
                <a:gd name="T96" fmla="*/ 19 w 64"/>
                <a:gd name="T97" fmla="*/ 43 h 63"/>
                <a:gd name="T98" fmla="*/ 21 w 64"/>
                <a:gd name="T99" fmla="*/ 48 h 63"/>
                <a:gd name="T100" fmla="*/ 24 w 64"/>
                <a:gd name="T101" fmla="*/ 46 h 63"/>
                <a:gd name="T102" fmla="*/ 30 w 64"/>
                <a:gd name="T103" fmla="*/ 40 h 63"/>
                <a:gd name="T104" fmla="*/ 32 w 64"/>
                <a:gd name="T105" fmla="*/ 38 h 63"/>
                <a:gd name="T106" fmla="*/ 36 w 64"/>
                <a:gd name="T107" fmla="*/ 35 h 63"/>
                <a:gd name="T108" fmla="*/ 40 w 64"/>
                <a:gd name="T109" fmla="*/ 32 h 63"/>
                <a:gd name="T110" fmla="*/ 44 w 64"/>
                <a:gd name="T111" fmla="*/ 28 h 63"/>
                <a:gd name="T112" fmla="*/ 48 w 64"/>
                <a:gd name="T113" fmla="*/ 25 h 63"/>
                <a:gd name="T114" fmla="*/ 48 w 64"/>
                <a:gd name="T115" fmla="*/ 22 h 63"/>
                <a:gd name="T116" fmla="*/ 48 w 64"/>
                <a:gd name="T117" fmla="*/ 18 h 6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4" h="63">
                  <a:moveTo>
                    <a:pt x="60" y="8"/>
                  </a:moveTo>
                  <a:lnTo>
                    <a:pt x="60" y="9"/>
                  </a:lnTo>
                  <a:lnTo>
                    <a:pt x="60" y="10"/>
                  </a:lnTo>
                  <a:lnTo>
                    <a:pt x="61" y="13"/>
                  </a:lnTo>
                  <a:lnTo>
                    <a:pt x="60" y="15"/>
                  </a:lnTo>
                  <a:lnTo>
                    <a:pt x="61" y="16"/>
                  </a:lnTo>
                  <a:lnTo>
                    <a:pt x="61" y="21"/>
                  </a:lnTo>
                  <a:lnTo>
                    <a:pt x="62" y="23"/>
                  </a:lnTo>
                  <a:lnTo>
                    <a:pt x="62" y="24"/>
                  </a:lnTo>
                  <a:lnTo>
                    <a:pt x="62" y="25"/>
                  </a:lnTo>
                  <a:lnTo>
                    <a:pt x="63" y="26"/>
                  </a:lnTo>
                  <a:lnTo>
                    <a:pt x="63" y="27"/>
                  </a:lnTo>
                  <a:lnTo>
                    <a:pt x="64" y="29"/>
                  </a:lnTo>
                  <a:lnTo>
                    <a:pt x="64" y="30"/>
                  </a:lnTo>
                  <a:lnTo>
                    <a:pt x="64" y="33"/>
                  </a:lnTo>
                  <a:lnTo>
                    <a:pt x="63" y="35"/>
                  </a:lnTo>
                  <a:lnTo>
                    <a:pt x="62" y="35"/>
                  </a:lnTo>
                  <a:lnTo>
                    <a:pt x="61" y="35"/>
                  </a:lnTo>
                  <a:lnTo>
                    <a:pt x="60" y="35"/>
                  </a:lnTo>
                  <a:lnTo>
                    <a:pt x="59" y="36"/>
                  </a:lnTo>
                  <a:lnTo>
                    <a:pt x="58" y="37"/>
                  </a:lnTo>
                  <a:lnTo>
                    <a:pt x="56" y="38"/>
                  </a:lnTo>
                  <a:lnTo>
                    <a:pt x="55" y="39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41"/>
                  </a:lnTo>
                  <a:lnTo>
                    <a:pt x="52" y="42"/>
                  </a:lnTo>
                  <a:lnTo>
                    <a:pt x="51" y="42"/>
                  </a:lnTo>
                  <a:lnTo>
                    <a:pt x="50" y="43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8" y="45"/>
                  </a:lnTo>
                  <a:lnTo>
                    <a:pt x="46" y="46"/>
                  </a:lnTo>
                  <a:lnTo>
                    <a:pt x="45" y="46"/>
                  </a:lnTo>
                  <a:lnTo>
                    <a:pt x="45" y="47"/>
                  </a:lnTo>
                  <a:lnTo>
                    <a:pt x="44" y="48"/>
                  </a:lnTo>
                  <a:lnTo>
                    <a:pt x="43" y="49"/>
                  </a:lnTo>
                  <a:lnTo>
                    <a:pt x="42" y="50"/>
                  </a:lnTo>
                  <a:lnTo>
                    <a:pt x="41" y="51"/>
                  </a:lnTo>
                  <a:lnTo>
                    <a:pt x="40" y="51"/>
                  </a:lnTo>
                  <a:lnTo>
                    <a:pt x="39" y="52"/>
                  </a:lnTo>
                  <a:lnTo>
                    <a:pt x="38" y="52"/>
                  </a:lnTo>
                  <a:lnTo>
                    <a:pt x="38" y="53"/>
                  </a:lnTo>
                  <a:lnTo>
                    <a:pt x="37" y="53"/>
                  </a:lnTo>
                  <a:lnTo>
                    <a:pt x="36" y="56"/>
                  </a:lnTo>
                  <a:lnTo>
                    <a:pt x="34" y="58"/>
                  </a:lnTo>
                  <a:lnTo>
                    <a:pt x="33" y="58"/>
                  </a:lnTo>
                  <a:lnTo>
                    <a:pt x="32" y="58"/>
                  </a:lnTo>
                  <a:lnTo>
                    <a:pt x="32" y="59"/>
                  </a:lnTo>
                  <a:lnTo>
                    <a:pt x="32" y="60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9" y="63"/>
                  </a:lnTo>
                  <a:lnTo>
                    <a:pt x="28" y="62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6" y="60"/>
                  </a:lnTo>
                  <a:lnTo>
                    <a:pt x="25" y="59"/>
                  </a:lnTo>
                  <a:lnTo>
                    <a:pt x="24" y="59"/>
                  </a:lnTo>
                  <a:lnTo>
                    <a:pt x="24" y="58"/>
                  </a:lnTo>
                  <a:lnTo>
                    <a:pt x="21" y="58"/>
                  </a:lnTo>
                  <a:lnTo>
                    <a:pt x="20" y="57"/>
                  </a:lnTo>
                  <a:lnTo>
                    <a:pt x="18" y="55"/>
                  </a:lnTo>
                  <a:lnTo>
                    <a:pt x="17" y="55"/>
                  </a:lnTo>
                  <a:lnTo>
                    <a:pt x="15" y="53"/>
                  </a:lnTo>
                  <a:lnTo>
                    <a:pt x="13" y="53"/>
                  </a:lnTo>
                  <a:lnTo>
                    <a:pt x="12" y="53"/>
                  </a:lnTo>
                  <a:lnTo>
                    <a:pt x="12" y="54"/>
                  </a:lnTo>
                  <a:lnTo>
                    <a:pt x="11" y="55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5" y="51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4" y="47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1" y="29"/>
                  </a:lnTo>
                  <a:lnTo>
                    <a:pt x="2" y="29"/>
                  </a:lnTo>
                  <a:lnTo>
                    <a:pt x="4" y="29"/>
                  </a:lnTo>
                  <a:lnTo>
                    <a:pt x="5" y="29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7"/>
                  </a:lnTo>
                  <a:lnTo>
                    <a:pt x="10" y="27"/>
                  </a:lnTo>
                  <a:lnTo>
                    <a:pt x="12" y="25"/>
                  </a:lnTo>
                  <a:lnTo>
                    <a:pt x="15" y="23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8" y="20"/>
                  </a:lnTo>
                  <a:lnTo>
                    <a:pt x="19" y="19"/>
                  </a:lnTo>
                  <a:lnTo>
                    <a:pt x="20" y="18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6" y="13"/>
                  </a:lnTo>
                  <a:lnTo>
                    <a:pt x="26" y="12"/>
                  </a:lnTo>
                  <a:lnTo>
                    <a:pt x="27" y="11"/>
                  </a:lnTo>
                  <a:lnTo>
                    <a:pt x="28" y="11"/>
                  </a:lnTo>
                  <a:lnTo>
                    <a:pt x="29" y="11"/>
                  </a:lnTo>
                  <a:lnTo>
                    <a:pt x="29" y="10"/>
                  </a:lnTo>
                  <a:lnTo>
                    <a:pt x="30" y="9"/>
                  </a:lnTo>
                  <a:lnTo>
                    <a:pt x="32" y="7"/>
                  </a:lnTo>
                  <a:lnTo>
                    <a:pt x="34" y="5"/>
                  </a:lnTo>
                  <a:lnTo>
                    <a:pt x="35" y="4"/>
                  </a:lnTo>
                  <a:lnTo>
                    <a:pt x="35" y="3"/>
                  </a:lnTo>
                  <a:lnTo>
                    <a:pt x="35" y="1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9" y="1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8" y="8"/>
                  </a:lnTo>
                  <a:lnTo>
                    <a:pt x="49" y="8"/>
                  </a:lnTo>
                  <a:lnTo>
                    <a:pt x="51" y="9"/>
                  </a:lnTo>
                  <a:lnTo>
                    <a:pt x="52" y="9"/>
                  </a:lnTo>
                  <a:lnTo>
                    <a:pt x="54" y="9"/>
                  </a:lnTo>
                  <a:lnTo>
                    <a:pt x="55" y="9"/>
                  </a:lnTo>
                  <a:lnTo>
                    <a:pt x="56" y="8"/>
                  </a:lnTo>
                  <a:lnTo>
                    <a:pt x="56" y="7"/>
                  </a:lnTo>
                  <a:lnTo>
                    <a:pt x="57" y="7"/>
                  </a:lnTo>
                  <a:lnTo>
                    <a:pt x="59" y="7"/>
                  </a:lnTo>
                  <a:lnTo>
                    <a:pt x="60" y="8"/>
                  </a:lnTo>
                  <a:close/>
                  <a:moveTo>
                    <a:pt x="48" y="15"/>
                  </a:moveTo>
                  <a:lnTo>
                    <a:pt x="46" y="14"/>
                  </a:lnTo>
                  <a:lnTo>
                    <a:pt x="46" y="15"/>
                  </a:lnTo>
                  <a:lnTo>
                    <a:pt x="45" y="15"/>
                  </a:lnTo>
                  <a:lnTo>
                    <a:pt x="45" y="16"/>
                  </a:lnTo>
                  <a:lnTo>
                    <a:pt x="43" y="17"/>
                  </a:lnTo>
                  <a:lnTo>
                    <a:pt x="41" y="19"/>
                  </a:lnTo>
                  <a:lnTo>
                    <a:pt x="40" y="21"/>
                  </a:lnTo>
                  <a:lnTo>
                    <a:pt x="39" y="22"/>
                  </a:lnTo>
                  <a:lnTo>
                    <a:pt x="38" y="23"/>
                  </a:lnTo>
                  <a:lnTo>
                    <a:pt x="37" y="23"/>
                  </a:lnTo>
                  <a:lnTo>
                    <a:pt x="36" y="24"/>
                  </a:lnTo>
                  <a:lnTo>
                    <a:pt x="34" y="26"/>
                  </a:lnTo>
                  <a:lnTo>
                    <a:pt x="33" y="27"/>
                  </a:lnTo>
                  <a:lnTo>
                    <a:pt x="32" y="28"/>
                  </a:lnTo>
                  <a:lnTo>
                    <a:pt x="31" y="29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8" y="32"/>
                  </a:lnTo>
                  <a:lnTo>
                    <a:pt x="27" y="32"/>
                  </a:lnTo>
                  <a:lnTo>
                    <a:pt x="26" y="33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4" y="35"/>
                  </a:lnTo>
                  <a:lnTo>
                    <a:pt x="22" y="36"/>
                  </a:lnTo>
                  <a:lnTo>
                    <a:pt x="20" y="37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7" y="38"/>
                  </a:lnTo>
                  <a:lnTo>
                    <a:pt x="16" y="39"/>
                  </a:lnTo>
                  <a:lnTo>
                    <a:pt x="17" y="40"/>
                  </a:lnTo>
                  <a:lnTo>
                    <a:pt x="18" y="41"/>
                  </a:lnTo>
                  <a:lnTo>
                    <a:pt x="19" y="43"/>
                  </a:lnTo>
                  <a:lnTo>
                    <a:pt x="20" y="45"/>
                  </a:lnTo>
                  <a:lnTo>
                    <a:pt x="21" y="47"/>
                  </a:lnTo>
                  <a:lnTo>
                    <a:pt x="21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4" y="45"/>
                  </a:lnTo>
                  <a:lnTo>
                    <a:pt x="26" y="42"/>
                  </a:lnTo>
                  <a:lnTo>
                    <a:pt x="27" y="42"/>
                  </a:lnTo>
                  <a:lnTo>
                    <a:pt x="30" y="40"/>
                  </a:lnTo>
                  <a:lnTo>
                    <a:pt x="31" y="40"/>
                  </a:lnTo>
                  <a:lnTo>
                    <a:pt x="32" y="39"/>
                  </a:lnTo>
                  <a:lnTo>
                    <a:pt x="32" y="38"/>
                  </a:lnTo>
                  <a:lnTo>
                    <a:pt x="33" y="37"/>
                  </a:lnTo>
                  <a:lnTo>
                    <a:pt x="35" y="36"/>
                  </a:lnTo>
                  <a:lnTo>
                    <a:pt x="36" y="36"/>
                  </a:lnTo>
                  <a:lnTo>
                    <a:pt x="36" y="35"/>
                  </a:lnTo>
                  <a:lnTo>
                    <a:pt x="37" y="35"/>
                  </a:lnTo>
                  <a:lnTo>
                    <a:pt x="38" y="34"/>
                  </a:lnTo>
                  <a:lnTo>
                    <a:pt x="40" y="33"/>
                  </a:lnTo>
                  <a:lnTo>
                    <a:pt x="40" y="32"/>
                  </a:lnTo>
                  <a:lnTo>
                    <a:pt x="40" y="31"/>
                  </a:lnTo>
                  <a:lnTo>
                    <a:pt x="41" y="30"/>
                  </a:lnTo>
                  <a:lnTo>
                    <a:pt x="43" y="29"/>
                  </a:lnTo>
                  <a:lnTo>
                    <a:pt x="44" y="28"/>
                  </a:lnTo>
                  <a:lnTo>
                    <a:pt x="44" y="27"/>
                  </a:lnTo>
                  <a:lnTo>
                    <a:pt x="46" y="26"/>
                  </a:lnTo>
                  <a:lnTo>
                    <a:pt x="47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9" y="24"/>
                  </a:lnTo>
                  <a:lnTo>
                    <a:pt x="50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8"/>
                  </a:lnTo>
                  <a:lnTo>
                    <a:pt x="48" y="17"/>
                  </a:lnTo>
                  <a:lnTo>
                    <a:pt x="48" y="15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1" name="Freeform 1472">
              <a:extLst>
                <a:ext uri="{FF2B5EF4-FFF2-40B4-BE49-F238E27FC236}">
                  <a16:creationId xmlns:a16="http://schemas.microsoft.com/office/drawing/2014/main" id="{CC725F89-FA21-4311-93DF-51FA4B795B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8" y="2197"/>
              <a:ext cx="93" cy="69"/>
            </a:xfrm>
            <a:custGeom>
              <a:avLst/>
              <a:gdLst>
                <a:gd name="T0" fmla="*/ 90 w 93"/>
                <a:gd name="T1" fmla="*/ 22 h 69"/>
                <a:gd name="T2" fmla="*/ 88 w 93"/>
                <a:gd name="T3" fmla="*/ 27 h 69"/>
                <a:gd name="T4" fmla="*/ 90 w 93"/>
                <a:gd name="T5" fmla="*/ 37 h 69"/>
                <a:gd name="T6" fmla="*/ 92 w 93"/>
                <a:gd name="T7" fmla="*/ 46 h 69"/>
                <a:gd name="T8" fmla="*/ 89 w 93"/>
                <a:gd name="T9" fmla="*/ 46 h 69"/>
                <a:gd name="T10" fmla="*/ 79 w 93"/>
                <a:gd name="T11" fmla="*/ 49 h 69"/>
                <a:gd name="T12" fmla="*/ 74 w 93"/>
                <a:gd name="T13" fmla="*/ 51 h 69"/>
                <a:gd name="T14" fmla="*/ 71 w 93"/>
                <a:gd name="T15" fmla="*/ 53 h 69"/>
                <a:gd name="T16" fmla="*/ 58 w 93"/>
                <a:gd name="T17" fmla="*/ 60 h 69"/>
                <a:gd name="T18" fmla="*/ 53 w 93"/>
                <a:gd name="T19" fmla="*/ 65 h 69"/>
                <a:gd name="T20" fmla="*/ 51 w 93"/>
                <a:gd name="T21" fmla="*/ 69 h 69"/>
                <a:gd name="T22" fmla="*/ 47 w 93"/>
                <a:gd name="T23" fmla="*/ 65 h 69"/>
                <a:gd name="T24" fmla="*/ 41 w 93"/>
                <a:gd name="T25" fmla="*/ 62 h 69"/>
                <a:gd name="T26" fmla="*/ 35 w 93"/>
                <a:gd name="T27" fmla="*/ 57 h 69"/>
                <a:gd name="T28" fmla="*/ 35 w 93"/>
                <a:gd name="T29" fmla="*/ 52 h 69"/>
                <a:gd name="T30" fmla="*/ 41 w 93"/>
                <a:gd name="T31" fmla="*/ 51 h 69"/>
                <a:gd name="T32" fmla="*/ 40 w 93"/>
                <a:gd name="T33" fmla="*/ 45 h 69"/>
                <a:gd name="T34" fmla="*/ 35 w 93"/>
                <a:gd name="T35" fmla="*/ 44 h 69"/>
                <a:gd name="T36" fmla="*/ 29 w 93"/>
                <a:gd name="T37" fmla="*/ 46 h 69"/>
                <a:gd name="T38" fmla="*/ 22 w 93"/>
                <a:gd name="T39" fmla="*/ 52 h 69"/>
                <a:gd name="T40" fmla="*/ 19 w 93"/>
                <a:gd name="T41" fmla="*/ 58 h 69"/>
                <a:gd name="T42" fmla="*/ 13 w 93"/>
                <a:gd name="T43" fmla="*/ 57 h 69"/>
                <a:gd name="T44" fmla="*/ 12 w 93"/>
                <a:gd name="T45" fmla="*/ 50 h 69"/>
                <a:gd name="T46" fmla="*/ 14 w 93"/>
                <a:gd name="T47" fmla="*/ 44 h 69"/>
                <a:gd name="T48" fmla="*/ 5 w 93"/>
                <a:gd name="T49" fmla="*/ 44 h 69"/>
                <a:gd name="T50" fmla="*/ 1 w 93"/>
                <a:gd name="T51" fmla="*/ 40 h 69"/>
                <a:gd name="T52" fmla="*/ 1 w 93"/>
                <a:gd name="T53" fmla="*/ 35 h 69"/>
                <a:gd name="T54" fmla="*/ 8 w 93"/>
                <a:gd name="T55" fmla="*/ 34 h 69"/>
                <a:gd name="T56" fmla="*/ 15 w 93"/>
                <a:gd name="T57" fmla="*/ 36 h 69"/>
                <a:gd name="T58" fmla="*/ 26 w 93"/>
                <a:gd name="T59" fmla="*/ 31 h 69"/>
                <a:gd name="T60" fmla="*/ 31 w 93"/>
                <a:gd name="T61" fmla="*/ 28 h 69"/>
                <a:gd name="T62" fmla="*/ 36 w 93"/>
                <a:gd name="T63" fmla="*/ 25 h 69"/>
                <a:gd name="T64" fmla="*/ 42 w 93"/>
                <a:gd name="T65" fmla="*/ 23 h 69"/>
                <a:gd name="T66" fmla="*/ 48 w 93"/>
                <a:gd name="T67" fmla="*/ 20 h 69"/>
                <a:gd name="T68" fmla="*/ 52 w 93"/>
                <a:gd name="T69" fmla="*/ 17 h 69"/>
                <a:gd name="T70" fmla="*/ 60 w 93"/>
                <a:gd name="T71" fmla="*/ 12 h 69"/>
                <a:gd name="T72" fmla="*/ 67 w 93"/>
                <a:gd name="T73" fmla="*/ 9 h 69"/>
                <a:gd name="T74" fmla="*/ 72 w 93"/>
                <a:gd name="T75" fmla="*/ 4 h 69"/>
                <a:gd name="T76" fmla="*/ 76 w 93"/>
                <a:gd name="T77" fmla="*/ 0 h 69"/>
                <a:gd name="T78" fmla="*/ 84 w 93"/>
                <a:gd name="T79" fmla="*/ 9 h 69"/>
                <a:gd name="T80" fmla="*/ 89 w 93"/>
                <a:gd name="T81" fmla="*/ 12 h 69"/>
                <a:gd name="T82" fmla="*/ 93 w 93"/>
                <a:gd name="T83" fmla="*/ 17 h 69"/>
                <a:gd name="T84" fmla="*/ 81 w 93"/>
                <a:gd name="T85" fmla="*/ 26 h 69"/>
                <a:gd name="T86" fmla="*/ 78 w 93"/>
                <a:gd name="T87" fmla="*/ 23 h 69"/>
                <a:gd name="T88" fmla="*/ 75 w 93"/>
                <a:gd name="T89" fmla="*/ 22 h 69"/>
                <a:gd name="T90" fmla="*/ 64 w 93"/>
                <a:gd name="T91" fmla="*/ 28 h 69"/>
                <a:gd name="T92" fmla="*/ 61 w 93"/>
                <a:gd name="T93" fmla="*/ 30 h 69"/>
                <a:gd name="T94" fmla="*/ 57 w 93"/>
                <a:gd name="T95" fmla="*/ 33 h 69"/>
                <a:gd name="T96" fmla="*/ 47 w 93"/>
                <a:gd name="T97" fmla="*/ 38 h 69"/>
                <a:gd name="T98" fmla="*/ 45 w 93"/>
                <a:gd name="T99" fmla="*/ 41 h 69"/>
                <a:gd name="T100" fmla="*/ 48 w 93"/>
                <a:gd name="T101" fmla="*/ 46 h 69"/>
                <a:gd name="T102" fmla="*/ 50 w 93"/>
                <a:gd name="T103" fmla="*/ 50 h 69"/>
                <a:gd name="T104" fmla="*/ 52 w 93"/>
                <a:gd name="T105" fmla="*/ 47 h 69"/>
                <a:gd name="T106" fmla="*/ 56 w 93"/>
                <a:gd name="T107" fmla="*/ 42 h 69"/>
                <a:gd name="T108" fmla="*/ 61 w 93"/>
                <a:gd name="T109" fmla="*/ 40 h 69"/>
                <a:gd name="T110" fmla="*/ 72 w 93"/>
                <a:gd name="T111" fmla="*/ 34 h 69"/>
                <a:gd name="T112" fmla="*/ 81 w 93"/>
                <a:gd name="T113" fmla="*/ 30 h 6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3" h="69">
                  <a:moveTo>
                    <a:pt x="93" y="17"/>
                  </a:moveTo>
                  <a:lnTo>
                    <a:pt x="93" y="19"/>
                  </a:lnTo>
                  <a:lnTo>
                    <a:pt x="93" y="21"/>
                  </a:lnTo>
                  <a:lnTo>
                    <a:pt x="92" y="22"/>
                  </a:lnTo>
                  <a:lnTo>
                    <a:pt x="90" y="22"/>
                  </a:lnTo>
                  <a:lnTo>
                    <a:pt x="89" y="23"/>
                  </a:lnTo>
                  <a:lnTo>
                    <a:pt x="89" y="24"/>
                  </a:lnTo>
                  <a:lnTo>
                    <a:pt x="89" y="25"/>
                  </a:lnTo>
                  <a:lnTo>
                    <a:pt x="88" y="25"/>
                  </a:lnTo>
                  <a:lnTo>
                    <a:pt x="88" y="27"/>
                  </a:lnTo>
                  <a:lnTo>
                    <a:pt x="88" y="28"/>
                  </a:lnTo>
                  <a:lnTo>
                    <a:pt x="89" y="32"/>
                  </a:lnTo>
                  <a:lnTo>
                    <a:pt x="89" y="33"/>
                  </a:lnTo>
                  <a:lnTo>
                    <a:pt x="89" y="34"/>
                  </a:lnTo>
                  <a:lnTo>
                    <a:pt x="90" y="37"/>
                  </a:lnTo>
                  <a:lnTo>
                    <a:pt x="92" y="41"/>
                  </a:lnTo>
                  <a:lnTo>
                    <a:pt x="93" y="43"/>
                  </a:lnTo>
                  <a:lnTo>
                    <a:pt x="93" y="45"/>
                  </a:lnTo>
                  <a:lnTo>
                    <a:pt x="92" y="46"/>
                  </a:lnTo>
                  <a:lnTo>
                    <a:pt x="91" y="46"/>
                  </a:lnTo>
                  <a:lnTo>
                    <a:pt x="89" y="46"/>
                  </a:lnTo>
                  <a:lnTo>
                    <a:pt x="87" y="46"/>
                  </a:lnTo>
                  <a:lnTo>
                    <a:pt x="85" y="46"/>
                  </a:lnTo>
                  <a:lnTo>
                    <a:pt x="83" y="46"/>
                  </a:lnTo>
                  <a:lnTo>
                    <a:pt x="83" y="47"/>
                  </a:lnTo>
                  <a:lnTo>
                    <a:pt x="79" y="49"/>
                  </a:lnTo>
                  <a:lnTo>
                    <a:pt x="78" y="49"/>
                  </a:lnTo>
                  <a:lnTo>
                    <a:pt x="77" y="49"/>
                  </a:lnTo>
                  <a:lnTo>
                    <a:pt x="77" y="50"/>
                  </a:lnTo>
                  <a:lnTo>
                    <a:pt x="76" y="50"/>
                  </a:lnTo>
                  <a:lnTo>
                    <a:pt x="74" y="51"/>
                  </a:lnTo>
                  <a:lnTo>
                    <a:pt x="73" y="52"/>
                  </a:lnTo>
                  <a:lnTo>
                    <a:pt x="72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7" y="55"/>
                  </a:lnTo>
                  <a:lnTo>
                    <a:pt x="64" y="57"/>
                  </a:lnTo>
                  <a:lnTo>
                    <a:pt x="62" y="57"/>
                  </a:lnTo>
                  <a:lnTo>
                    <a:pt x="58" y="60"/>
                  </a:lnTo>
                  <a:lnTo>
                    <a:pt x="57" y="61"/>
                  </a:lnTo>
                  <a:lnTo>
                    <a:pt x="56" y="62"/>
                  </a:lnTo>
                  <a:lnTo>
                    <a:pt x="54" y="63"/>
                  </a:lnTo>
                  <a:lnTo>
                    <a:pt x="54" y="64"/>
                  </a:lnTo>
                  <a:lnTo>
                    <a:pt x="53" y="65"/>
                  </a:lnTo>
                  <a:lnTo>
                    <a:pt x="53" y="66"/>
                  </a:lnTo>
                  <a:lnTo>
                    <a:pt x="53" y="67"/>
                  </a:lnTo>
                  <a:lnTo>
                    <a:pt x="52" y="68"/>
                  </a:lnTo>
                  <a:lnTo>
                    <a:pt x="51" y="69"/>
                  </a:lnTo>
                  <a:lnTo>
                    <a:pt x="50" y="68"/>
                  </a:lnTo>
                  <a:lnTo>
                    <a:pt x="49" y="68"/>
                  </a:lnTo>
                  <a:lnTo>
                    <a:pt x="48" y="67"/>
                  </a:lnTo>
                  <a:lnTo>
                    <a:pt x="48" y="66"/>
                  </a:lnTo>
                  <a:lnTo>
                    <a:pt x="47" y="65"/>
                  </a:lnTo>
                  <a:lnTo>
                    <a:pt x="46" y="64"/>
                  </a:lnTo>
                  <a:lnTo>
                    <a:pt x="45" y="64"/>
                  </a:lnTo>
                  <a:lnTo>
                    <a:pt x="43" y="63"/>
                  </a:lnTo>
                  <a:lnTo>
                    <a:pt x="42" y="62"/>
                  </a:lnTo>
                  <a:lnTo>
                    <a:pt x="41" y="62"/>
                  </a:lnTo>
                  <a:lnTo>
                    <a:pt x="40" y="61"/>
                  </a:lnTo>
                  <a:lnTo>
                    <a:pt x="38" y="60"/>
                  </a:lnTo>
                  <a:lnTo>
                    <a:pt x="37" y="59"/>
                  </a:lnTo>
                  <a:lnTo>
                    <a:pt x="36" y="58"/>
                  </a:lnTo>
                  <a:lnTo>
                    <a:pt x="35" y="57"/>
                  </a:lnTo>
                  <a:lnTo>
                    <a:pt x="34" y="56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5" y="52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9" y="52"/>
                  </a:lnTo>
                  <a:lnTo>
                    <a:pt x="40" y="52"/>
                  </a:lnTo>
                  <a:lnTo>
                    <a:pt x="41" y="51"/>
                  </a:lnTo>
                  <a:lnTo>
                    <a:pt x="41" y="50"/>
                  </a:lnTo>
                  <a:lnTo>
                    <a:pt x="41" y="46"/>
                  </a:lnTo>
                  <a:lnTo>
                    <a:pt x="40" y="46"/>
                  </a:lnTo>
                  <a:lnTo>
                    <a:pt x="40" y="45"/>
                  </a:lnTo>
                  <a:lnTo>
                    <a:pt x="39" y="44"/>
                  </a:lnTo>
                  <a:lnTo>
                    <a:pt x="37" y="44"/>
                  </a:lnTo>
                  <a:lnTo>
                    <a:pt x="36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9" y="46"/>
                  </a:lnTo>
                  <a:lnTo>
                    <a:pt x="28" y="47"/>
                  </a:lnTo>
                  <a:lnTo>
                    <a:pt x="25" y="49"/>
                  </a:lnTo>
                  <a:lnTo>
                    <a:pt x="24" y="50"/>
                  </a:lnTo>
                  <a:lnTo>
                    <a:pt x="22" y="52"/>
                  </a:lnTo>
                  <a:lnTo>
                    <a:pt x="21" y="52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9" y="57"/>
                  </a:lnTo>
                  <a:lnTo>
                    <a:pt x="19" y="58"/>
                  </a:lnTo>
                  <a:lnTo>
                    <a:pt x="18" y="59"/>
                  </a:lnTo>
                  <a:lnTo>
                    <a:pt x="16" y="60"/>
                  </a:lnTo>
                  <a:lnTo>
                    <a:pt x="15" y="58"/>
                  </a:lnTo>
                  <a:lnTo>
                    <a:pt x="14" y="58"/>
                  </a:lnTo>
                  <a:lnTo>
                    <a:pt x="13" y="57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2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2" y="44"/>
                  </a:lnTo>
                  <a:lnTo>
                    <a:pt x="8" y="45"/>
                  </a:lnTo>
                  <a:lnTo>
                    <a:pt x="6" y="44"/>
                  </a:lnTo>
                  <a:lnTo>
                    <a:pt x="5" y="44"/>
                  </a:lnTo>
                  <a:lnTo>
                    <a:pt x="4" y="44"/>
                  </a:lnTo>
                  <a:lnTo>
                    <a:pt x="4" y="43"/>
                  </a:lnTo>
                  <a:lnTo>
                    <a:pt x="2" y="41"/>
                  </a:lnTo>
                  <a:lnTo>
                    <a:pt x="1" y="40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1" y="35"/>
                  </a:lnTo>
                  <a:lnTo>
                    <a:pt x="3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8" y="34"/>
                  </a:lnTo>
                  <a:lnTo>
                    <a:pt x="8" y="35"/>
                  </a:lnTo>
                  <a:lnTo>
                    <a:pt x="9" y="36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5" y="36"/>
                  </a:lnTo>
                  <a:lnTo>
                    <a:pt x="16" y="35"/>
                  </a:lnTo>
                  <a:lnTo>
                    <a:pt x="20" y="34"/>
                  </a:lnTo>
                  <a:lnTo>
                    <a:pt x="21" y="34"/>
                  </a:lnTo>
                  <a:lnTo>
                    <a:pt x="24" y="32"/>
                  </a:lnTo>
                  <a:lnTo>
                    <a:pt x="26" y="31"/>
                  </a:lnTo>
                  <a:lnTo>
                    <a:pt x="27" y="30"/>
                  </a:lnTo>
                  <a:lnTo>
                    <a:pt x="28" y="30"/>
                  </a:lnTo>
                  <a:lnTo>
                    <a:pt x="28" y="29"/>
                  </a:lnTo>
                  <a:lnTo>
                    <a:pt x="29" y="29"/>
                  </a:lnTo>
                  <a:lnTo>
                    <a:pt x="31" y="28"/>
                  </a:lnTo>
                  <a:lnTo>
                    <a:pt x="32" y="28"/>
                  </a:lnTo>
                  <a:lnTo>
                    <a:pt x="33" y="28"/>
                  </a:lnTo>
                  <a:lnTo>
                    <a:pt x="36" y="26"/>
                  </a:lnTo>
                  <a:lnTo>
                    <a:pt x="36" y="25"/>
                  </a:lnTo>
                  <a:lnTo>
                    <a:pt x="39" y="23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9" y="17"/>
                  </a:lnTo>
                  <a:lnTo>
                    <a:pt x="51" y="17"/>
                  </a:lnTo>
                  <a:lnTo>
                    <a:pt x="52" y="17"/>
                  </a:lnTo>
                  <a:lnTo>
                    <a:pt x="54" y="15"/>
                  </a:lnTo>
                  <a:lnTo>
                    <a:pt x="56" y="15"/>
                  </a:lnTo>
                  <a:lnTo>
                    <a:pt x="58" y="13"/>
                  </a:lnTo>
                  <a:lnTo>
                    <a:pt x="59" y="13"/>
                  </a:lnTo>
                  <a:lnTo>
                    <a:pt x="60" y="12"/>
                  </a:lnTo>
                  <a:lnTo>
                    <a:pt x="61" y="12"/>
                  </a:lnTo>
                  <a:lnTo>
                    <a:pt x="64" y="11"/>
                  </a:lnTo>
                  <a:lnTo>
                    <a:pt x="66" y="9"/>
                  </a:lnTo>
                  <a:lnTo>
                    <a:pt x="67" y="9"/>
                  </a:lnTo>
                  <a:lnTo>
                    <a:pt x="69" y="7"/>
                  </a:lnTo>
                  <a:lnTo>
                    <a:pt x="71" y="5"/>
                  </a:lnTo>
                  <a:lnTo>
                    <a:pt x="72" y="5"/>
                  </a:lnTo>
                  <a:lnTo>
                    <a:pt x="72" y="4"/>
                  </a:lnTo>
                  <a:lnTo>
                    <a:pt x="73" y="1"/>
                  </a:lnTo>
                  <a:lnTo>
                    <a:pt x="73" y="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77" y="2"/>
                  </a:lnTo>
                  <a:lnTo>
                    <a:pt x="78" y="4"/>
                  </a:lnTo>
                  <a:lnTo>
                    <a:pt x="80" y="5"/>
                  </a:lnTo>
                  <a:lnTo>
                    <a:pt x="82" y="7"/>
                  </a:lnTo>
                  <a:lnTo>
                    <a:pt x="84" y="9"/>
                  </a:lnTo>
                  <a:lnTo>
                    <a:pt x="85" y="9"/>
                  </a:lnTo>
                  <a:lnTo>
                    <a:pt x="86" y="10"/>
                  </a:lnTo>
                  <a:lnTo>
                    <a:pt x="86" y="11"/>
                  </a:lnTo>
                  <a:lnTo>
                    <a:pt x="89" y="11"/>
                  </a:lnTo>
                  <a:lnTo>
                    <a:pt x="89" y="12"/>
                  </a:lnTo>
                  <a:lnTo>
                    <a:pt x="91" y="14"/>
                  </a:lnTo>
                  <a:lnTo>
                    <a:pt x="92" y="14"/>
                  </a:lnTo>
                  <a:lnTo>
                    <a:pt x="92" y="15"/>
                  </a:lnTo>
                  <a:lnTo>
                    <a:pt x="93" y="16"/>
                  </a:lnTo>
                  <a:lnTo>
                    <a:pt x="93" y="17"/>
                  </a:lnTo>
                  <a:close/>
                  <a:moveTo>
                    <a:pt x="83" y="28"/>
                  </a:moveTo>
                  <a:lnTo>
                    <a:pt x="83" y="28"/>
                  </a:lnTo>
                  <a:lnTo>
                    <a:pt x="82" y="27"/>
                  </a:lnTo>
                  <a:lnTo>
                    <a:pt x="81" y="26"/>
                  </a:lnTo>
                  <a:lnTo>
                    <a:pt x="81" y="25"/>
                  </a:lnTo>
                  <a:lnTo>
                    <a:pt x="80" y="24"/>
                  </a:lnTo>
                  <a:lnTo>
                    <a:pt x="79" y="23"/>
                  </a:lnTo>
                  <a:lnTo>
                    <a:pt x="78" y="23"/>
                  </a:lnTo>
                  <a:lnTo>
                    <a:pt x="78" y="22"/>
                  </a:lnTo>
                  <a:lnTo>
                    <a:pt x="77" y="22"/>
                  </a:lnTo>
                  <a:lnTo>
                    <a:pt x="77" y="21"/>
                  </a:lnTo>
                  <a:lnTo>
                    <a:pt x="75" y="22"/>
                  </a:lnTo>
                  <a:lnTo>
                    <a:pt x="69" y="25"/>
                  </a:lnTo>
                  <a:lnTo>
                    <a:pt x="68" y="26"/>
                  </a:lnTo>
                  <a:lnTo>
                    <a:pt x="66" y="27"/>
                  </a:lnTo>
                  <a:lnTo>
                    <a:pt x="65" y="28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63" y="29"/>
                  </a:lnTo>
                  <a:lnTo>
                    <a:pt x="62" y="29"/>
                  </a:lnTo>
                  <a:lnTo>
                    <a:pt x="61" y="30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2" y="36"/>
                  </a:lnTo>
                  <a:lnTo>
                    <a:pt x="51" y="36"/>
                  </a:lnTo>
                  <a:lnTo>
                    <a:pt x="49" y="37"/>
                  </a:lnTo>
                  <a:lnTo>
                    <a:pt x="47" y="38"/>
                  </a:lnTo>
                  <a:lnTo>
                    <a:pt x="46" y="38"/>
                  </a:lnTo>
                  <a:lnTo>
                    <a:pt x="45" y="38"/>
                  </a:lnTo>
                  <a:lnTo>
                    <a:pt x="44" y="40"/>
                  </a:lnTo>
                  <a:lnTo>
                    <a:pt x="45" y="41"/>
                  </a:lnTo>
                  <a:lnTo>
                    <a:pt x="46" y="42"/>
                  </a:lnTo>
                  <a:lnTo>
                    <a:pt x="47" y="44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9" y="46"/>
                  </a:lnTo>
                  <a:lnTo>
                    <a:pt x="50" y="48"/>
                  </a:lnTo>
                  <a:lnTo>
                    <a:pt x="50" y="49"/>
                  </a:lnTo>
                  <a:lnTo>
                    <a:pt x="50" y="50"/>
                  </a:lnTo>
                  <a:lnTo>
                    <a:pt x="50" y="51"/>
                  </a:lnTo>
                  <a:lnTo>
                    <a:pt x="51" y="51"/>
                  </a:lnTo>
                  <a:lnTo>
                    <a:pt x="52" y="50"/>
                  </a:lnTo>
                  <a:lnTo>
                    <a:pt x="52" y="48"/>
                  </a:lnTo>
                  <a:lnTo>
                    <a:pt x="52" y="47"/>
                  </a:lnTo>
                  <a:lnTo>
                    <a:pt x="54" y="45"/>
                  </a:lnTo>
                  <a:lnTo>
                    <a:pt x="55" y="44"/>
                  </a:lnTo>
                  <a:lnTo>
                    <a:pt x="56" y="44"/>
                  </a:lnTo>
                  <a:lnTo>
                    <a:pt x="56" y="43"/>
                  </a:lnTo>
                  <a:lnTo>
                    <a:pt x="56" y="42"/>
                  </a:lnTo>
                  <a:lnTo>
                    <a:pt x="60" y="41"/>
                  </a:lnTo>
                  <a:lnTo>
                    <a:pt x="60" y="42"/>
                  </a:lnTo>
                  <a:lnTo>
                    <a:pt x="61" y="40"/>
                  </a:lnTo>
                  <a:lnTo>
                    <a:pt x="64" y="39"/>
                  </a:lnTo>
                  <a:lnTo>
                    <a:pt x="64" y="38"/>
                  </a:lnTo>
                  <a:lnTo>
                    <a:pt x="69" y="35"/>
                  </a:lnTo>
                  <a:lnTo>
                    <a:pt x="72" y="34"/>
                  </a:lnTo>
                  <a:lnTo>
                    <a:pt x="73" y="34"/>
                  </a:lnTo>
                  <a:lnTo>
                    <a:pt x="74" y="34"/>
                  </a:lnTo>
                  <a:lnTo>
                    <a:pt x="80" y="30"/>
                  </a:lnTo>
                  <a:lnTo>
                    <a:pt x="81" y="30"/>
                  </a:lnTo>
                  <a:lnTo>
                    <a:pt x="82" y="30"/>
                  </a:lnTo>
                  <a:lnTo>
                    <a:pt x="83" y="29"/>
                  </a:lnTo>
                  <a:lnTo>
                    <a:pt x="83" y="28"/>
                  </a:lnTo>
                  <a:close/>
                </a:path>
              </a:pathLst>
            </a:custGeom>
            <a:solidFill>
              <a:srgbClr val="422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5" name="chinese-restaurant-building-illustration">
            <a:extLst>
              <a:ext uri="{FF2B5EF4-FFF2-40B4-BE49-F238E27FC236}">
                <a16:creationId xmlns:a16="http://schemas.microsoft.com/office/drawing/2014/main" id="{BE033846-E9ED-43CE-8021-720A25B11968}"/>
              </a:ext>
            </a:extLst>
          </p:cNvPr>
          <p:cNvGrpSpPr>
            <a:grpSpLocks/>
          </p:cNvGrpSpPr>
          <p:nvPr/>
        </p:nvGrpSpPr>
        <p:grpSpPr bwMode="auto">
          <a:xfrm>
            <a:off x="2390775" y="4826000"/>
            <a:ext cx="1444625" cy="1360488"/>
            <a:chOff x="606" y="3040"/>
            <a:chExt cx="910" cy="857"/>
          </a:xfrm>
        </p:grpSpPr>
        <p:sp>
          <p:nvSpPr>
            <p:cNvPr id="42118" name="Rectangle 1475">
              <a:extLst>
                <a:ext uri="{FF2B5EF4-FFF2-40B4-BE49-F238E27FC236}">
                  <a16:creationId xmlns:a16="http://schemas.microsoft.com/office/drawing/2014/main" id="{4FCAC2A8-8446-4DCA-8A34-E80CD3213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" y="3313"/>
              <a:ext cx="688" cy="583"/>
            </a:xfrm>
            <a:prstGeom prst="rect">
              <a:avLst/>
            </a:prstGeom>
            <a:solidFill>
              <a:srgbClr val="E3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9" name="Freeform 1476">
              <a:extLst>
                <a:ext uri="{FF2B5EF4-FFF2-40B4-BE49-F238E27FC236}">
                  <a16:creationId xmlns:a16="http://schemas.microsoft.com/office/drawing/2014/main" id="{9D3FD27E-7C49-4C34-94A9-F198E9D82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3040"/>
              <a:ext cx="910" cy="345"/>
            </a:xfrm>
            <a:custGeom>
              <a:avLst/>
              <a:gdLst>
                <a:gd name="T0" fmla="*/ 271 w 1123"/>
                <a:gd name="T1" fmla="*/ 203 h 400"/>
                <a:gd name="T2" fmla="*/ 74 w 1123"/>
                <a:gd name="T3" fmla="*/ 203 h 400"/>
                <a:gd name="T4" fmla="*/ 0 w 1123"/>
                <a:gd name="T5" fmla="*/ 115 h 400"/>
                <a:gd name="T6" fmla="*/ 299 w 1123"/>
                <a:gd name="T7" fmla="*/ 0 h 400"/>
                <a:gd name="T8" fmla="*/ 299 w 1123"/>
                <a:gd name="T9" fmla="*/ 0 h 400"/>
                <a:gd name="T10" fmla="*/ 597 w 1123"/>
                <a:gd name="T11" fmla="*/ 115 h 400"/>
                <a:gd name="T12" fmla="*/ 523 w 1123"/>
                <a:gd name="T13" fmla="*/ 203 h 400"/>
                <a:gd name="T14" fmla="*/ 326 w 1123"/>
                <a:gd name="T15" fmla="*/ 203 h 400"/>
                <a:gd name="T16" fmla="*/ 271 w 1123"/>
                <a:gd name="T17" fmla="*/ 203 h 4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3" h="400">
                  <a:moveTo>
                    <a:pt x="510" y="317"/>
                  </a:moveTo>
                  <a:cubicBezTo>
                    <a:pt x="138" y="317"/>
                    <a:pt x="138" y="317"/>
                    <a:pt x="138" y="317"/>
                  </a:cubicBezTo>
                  <a:cubicBezTo>
                    <a:pt x="138" y="317"/>
                    <a:pt x="0" y="274"/>
                    <a:pt x="0" y="178"/>
                  </a:cubicBezTo>
                  <a:cubicBezTo>
                    <a:pt x="0" y="178"/>
                    <a:pt x="175" y="400"/>
                    <a:pt x="561" y="0"/>
                  </a:cubicBezTo>
                  <a:cubicBezTo>
                    <a:pt x="561" y="0"/>
                    <a:pt x="561" y="0"/>
                    <a:pt x="561" y="0"/>
                  </a:cubicBezTo>
                  <a:cubicBezTo>
                    <a:pt x="947" y="400"/>
                    <a:pt x="1123" y="178"/>
                    <a:pt x="1123" y="178"/>
                  </a:cubicBezTo>
                  <a:cubicBezTo>
                    <a:pt x="1123" y="274"/>
                    <a:pt x="984" y="317"/>
                    <a:pt x="984" y="317"/>
                  </a:cubicBezTo>
                  <a:cubicBezTo>
                    <a:pt x="612" y="317"/>
                    <a:pt x="612" y="317"/>
                    <a:pt x="612" y="317"/>
                  </a:cubicBezTo>
                  <a:lnTo>
                    <a:pt x="510" y="317"/>
                  </a:lnTo>
                  <a:close/>
                </a:path>
              </a:pathLst>
            </a:custGeom>
            <a:solidFill>
              <a:srgbClr val="F9D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1477">
              <a:extLst>
                <a:ext uri="{FF2B5EF4-FFF2-40B4-BE49-F238E27FC236}">
                  <a16:creationId xmlns:a16="http://schemas.microsoft.com/office/drawing/2014/main" id="{6D966207-02B6-4523-8B97-E495D408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3040"/>
              <a:ext cx="910" cy="345"/>
            </a:xfrm>
            <a:custGeom>
              <a:avLst/>
              <a:gdLst>
                <a:gd name="T0" fmla="*/ 271 w 1123"/>
                <a:gd name="T1" fmla="*/ 203 h 400"/>
                <a:gd name="T2" fmla="*/ 74 w 1123"/>
                <a:gd name="T3" fmla="*/ 203 h 400"/>
                <a:gd name="T4" fmla="*/ 0 w 1123"/>
                <a:gd name="T5" fmla="*/ 115 h 400"/>
                <a:gd name="T6" fmla="*/ 299 w 1123"/>
                <a:gd name="T7" fmla="*/ 0 h 400"/>
                <a:gd name="T8" fmla="*/ 299 w 1123"/>
                <a:gd name="T9" fmla="*/ 0 h 400"/>
                <a:gd name="T10" fmla="*/ 597 w 1123"/>
                <a:gd name="T11" fmla="*/ 115 h 400"/>
                <a:gd name="T12" fmla="*/ 523 w 1123"/>
                <a:gd name="T13" fmla="*/ 203 h 400"/>
                <a:gd name="T14" fmla="*/ 326 w 1123"/>
                <a:gd name="T15" fmla="*/ 203 h 400"/>
                <a:gd name="T16" fmla="*/ 271 w 1123"/>
                <a:gd name="T17" fmla="*/ 203 h 4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3" h="400">
                  <a:moveTo>
                    <a:pt x="510" y="317"/>
                  </a:moveTo>
                  <a:cubicBezTo>
                    <a:pt x="138" y="317"/>
                    <a:pt x="138" y="317"/>
                    <a:pt x="138" y="317"/>
                  </a:cubicBezTo>
                  <a:cubicBezTo>
                    <a:pt x="138" y="317"/>
                    <a:pt x="0" y="274"/>
                    <a:pt x="0" y="178"/>
                  </a:cubicBezTo>
                  <a:cubicBezTo>
                    <a:pt x="0" y="178"/>
                    <a:pt x="175" y="400"/>
                    <a:pt x="561" y="0"/>
                  </a:cubicBezTo>
                  <a:cubicBezTo>
                    <a:pt x="561" y="0"/>
                    <a:pt x="561" y="0"/>
                    <a:pt x="561" y="0"/>
                  </a:cubicBezTo>
                  <a:cubicBezTo>
                    <a:pt x="947" y="400"/>
                    <a:pt x="1123" y="178"/>
                    <a:pt x="1123" y="178"/>
                  </a:cubicBezTo>
                  <a:cubicBezTo>
                    <a:pt x="1123" y="274"/>
                    <a:pt x="984" y="317"/>
                    <a:pt x="984" y="317"/>
                  </a:cubicBezTo>
                  <a:cubicBezTo>
                    <a:pt x="612" y="317"/>
                    <a:pt x="612" y="317"/>
                    <a:pt x="612" y="317"/>
                  </a:cubicBezTo>
                  <a:lnTo>
                    <a:pt x="510" y="317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Rectangle 1478">
              <a:extLst>
                <a:ext uri="{FF2B5EF4-FFF2-40B4-BE49-F238E27FC236}">
                  <a16:creationId xmlns:a16="http://schemas.microsoft.com/office/drawing/2014/main" id="{2A915AF7-E17B-4A01-B85F-4ED3B16E1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471"/>
              <a:ext cx="685" cy="425"/>
            </a:xfrm>
            <a:prstGeom prst="rect">
              <a:avLst/>
            </a:prstGeom>
            <a:solidFill>
              <a:srgbClr val="D1D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2" name="Rectangle 1479">
              <a:extLst>
                <a:ext uri="{FF2B5EF4-FFF2-40B4-BE49-F238E27FC236}">
                  <a16:creationId xmlns:a16="http://schemas.microsoft.com/office/drawing/2014/main" id="{1F161D47-2901-4471-97FA-2578C55D3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3471"/>
              <a:ext cx="685" cy="425"/>
            </a:xfrm>
            <a:prstGeom prst="rect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3" name="Rectangle 1480">
              <a:extLst>
                <a:ext uri="{FF2B5EF4-FFF2-40B4-BE49-F238E27FC236}">
                  <a16:creationId xmlns:a16="http://schemas.microsoft.com/office/drawing/2014/main" id="{D67AC38D-A5DD-4B66-A076-209647E2C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" y="3471"/>
              <a:ext cx="252" cy="425"/>
            </a:xfrm>
            <a:prstGeom prst="rect">
              <a:avLst/>
            </a:prstGeom>
            <a:solidFill>
              <a:srgbClr val="F9D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4" name="Rectangle 1481">
              <a:extLst>
                <a:ext uri="{FF2B5EF4-FFF2-40B4-BE49-F238E27FC236}">
                  <a16:creationId xmlns:a16="http://schemas.microsoft.com/office/drawing/2014/main" id="{A40B3EFC-0B14-4FD7-94F7-E5A230B16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" y="3471"/>
              <a:ext cx="252" cy="425"/>
            </a:xfrm>
            <a:prstGeom prst="rect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5" name="Rectangle 1482">
              <a:extLst>
                <a:ext uri="{FF2B5EF4-FFF2-40B4-BE49-F238E27FC236}">
                  <a16:creationId xmlns:a16="http://schemas.microsoft.com/office/drawing/2014/main" id="{FDC9349C-95A7-4BEB-96AC-E65327147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" y="3428"/>
              <a:ext cx="317" cy="43"/>
            </a:xfrm>
            <a:prstGeom prst="rect">
              <a:avLst/>
            </a:prstGeom>
            <a:solidFill>
              <a:srgbClr val="F9D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6" name="Rectangle 1483">
              <a:extLst>
                <a:ext uri="{FF2B5EF4-FFF2-40B4-BE49-F238E27FC236}">
                  <a16:creationId xmlns:a16="http://schemas.microsoft.com/office/drawing/2014/main" id="{112C452E-9C88-4678-AB89-B098BC0D7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3471"/>
              <a:ext cx="209" cy="425"/>
            </a:xfrm>
            <a:prstGeom prst="rect">
              <a:avLst/>
            </a:prstGeom>
            <a:solidFill>
              <a:srgbClr val="E3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7" name="Rectangle 1484">
              <a:extLst>
                <a:ext uri="{FF2B5EF4-FFF2-40B4-BE49-F238E27FC236}">
                  <a16:creationId xmlns:a16="http://schemas.microsoft.com/office/drawing/2014/main" id="{CCEA00CD-A42E-4F1D-931E-CA9923772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3470"/>
              <a:ext cx="209" cy="425"/>
            </a:xfrm>
            <a:prstGeom prst="rect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8" name="Freeform 1485">
              <a:extLst>
                <a:ext uri="{FF2B5EF4-FFF2-40B4-BE49-F238E27FC236}">
                  <a16:creationId xmlns:a16="http://schemas.microsoft.com/office/drawing/2014/main" id="{7E66FCF3-A9BF-44A1-8B02-1FD8FB6C6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3668"/>
              <a:ext cx="42" cy="26"/>
            </a:xfrm>
            <a:custGeom>
              <a:avLst/>
              <a:gdLst>
                <a:gd name="T0" fmla="*/ 0 w 53"/>
                <a:gd name="T1" fmla="*/ 18 h 31"/>
                <a:gd name="T2" fmla="*/ 26 w 53"/>
                <a:gd name="T3" fmla="*/ 18 h 31"/>
                <a:gd name="T4" fmla="*/ 0 w 53"/>
                <a:gd name="T5" fmla="*/ 1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">
                  <a:moveTo>
                    <a:pt x="0" y="31"/>
                  </a:moveTo>
                  <a:cubicBezTo>
                    <a:pt x="0" y="31"/>
                    <a:pt x="24" y="0"/>
                    <a:pt x="53" y="31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Line 1486">
              <a:extLst>
                <a:ext uri="{FF2B5EF4-FFF2-40B4-BE49-F238E27FC236}">
                  <a16:creationId xmlns:a16="http://schemas.microsoft.com/office/drawing/2014/main" id="{DE728FEB-92EE-45C6-B61C-2AB242A58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9" y="3470"/>
              <a:ext cx="1" cy="427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Line 1487">
              <a:extLst>
                <a:ext uri="{FF2B5EF4-FFF2-40B4-BE49-F238E27FC236}">
                  <a16:creationId xmlns:a16="http://schemas.microsoft.com/office/drawing/2014/main" id="{4260975C-5C09-4D91-8134-427EC4CC56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4" y="3470"/>
              <a:ext cx="1" cy="426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Rectangle 1488">
              <a:extLst>
                <a:ext uri="{FF2B5EF4-FFF2-40B4-BE49-F238E27FC236}">
                  <a16:creationId xmlns:a16="http://schemas.microsoft.com/office/drawing/2014/main" id="{8C285FBB-2724-4BD8-B34D-52BD5AF96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" y="3313"/>
              <a:ext cx="688" cy="583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2" name="Rectangle 1489">
              <a:extLst>
                <a:ext uri="{FF2B5EF4-FFF2-40B4-BE49-F238E27FC236}">
                  <a16:creationId xmlns:a16="http://schemas.microsoft.com/office/drawing/2014/main" id="{30BFA336-C49E-44E9-A6E1-DF3402E68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" y="3428"/>
              <a:ext cx="317" cy="43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3" name="Freeform 1490">
              <a:extLst>
                <a:ext uri="{FF2B5EF4-FFF2-40B4-BE49-F238E27FC236}">
                  <a16:creationId xmlns:a16="http://schemas.microsoft.com/office/drawing/2014/main" id="{29B036FF-5B68-438E-846F-82704E5E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478"/>
              <a:ext cx="128" cy="147"/>
            </a:xfrm>
            <a:custGeom>
              <a:avLst/>
              <a:gdLst>
                <a:gd name="T0" fmla="*/ 0 w 158"/>
                <a:gd name="T1" fmla="*/ 110 h 170"/>
                <a:gd name="T2" fmla="*/ 0 w 158"/>
                <a:gd name="T3" fmla="*/ 0 h 170"/>
                <a:gd name="T4" fmla="*/ 84 w 158"/>
                <a:gd name="T5" fmla="*/ 0 h 170"/>
                <a:gd name="T6" fmla="*/ 0 w 158"/>
                <a:gd name="T7" fmla="*/ 11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70">
                  <a:moveTo>
                    <a:pt x="0" y="17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58" y="0"/>
                    <a:pt x="6" y="25"/>
                    <a:pt x="0" y="170"/>
                  </a:cubicBez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1491">
              <a:extLst>
                <a:ext uri="{FF2B5EF4-FFF2-40B4-BE49-F238E27FC236}">
                  <a16:creationId xmlns:a16="http://schemas.microsoft.com/office/drawing/2014/main" id="{111B2F51-D4F2-42A9-BD80-7C0B6FAEF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726"/>
              <a:ext cx="106" cy="159"/>
            </a:xfrm>
            <a:custGeom>
              <a:avLst/>
              <a:gdLst>
                <a:gd name="T0" fmla="*/ 70 w 131"/>
                <a:gd name="T1" fmla="*/ 0 h 183"/>
                <a:gd name="T2" fmla="*/ 70 w 131"/>
                <a:gd name="T3" fmla="*/ 120 h 183"/>
                <a:gd name="T4" fmla="*/ 0 w 131"/>
                <a:gd name="T5" fmla="*/ 120 h 183"/>
                <a:gd name="T6" fmla="*/ 70 w 131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83">
                  <a:moveTo>
                    <a:pt x="131" y="0"/>
                  </a:moveTo>
                  <a:cubicBezTo>
                    <a:pt x="131" y="183"/>
                    <a:pt x="131" y="183"/>
                    <a:pt x="13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83"/>
                    <a:pt x="128" y="182"/>
                    <a:pt x="131" y="0"/>
                  </a:cubicBezTo>
                  <a:close/>
                </a:path>
              </a:pathLst>
            </a:custGeom>
            <a:solidFill>
              <a:srgbClr val="E74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1492">
              <a:extLst>
                <a:ext uri="{FF2B5EF4-FFF2-40B4-BE49-F238E27FC236}">
                  <a16:creationId xmlns:a16="http://schemas.microsoft.com/office/drawing/2014/main" id="{2A325133-27EB-4E13-8770-D427B57B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542"/>
              <a:ext cx="102" cy="148"/>
            </a:xfrm>
            <a:custGeom>
              <a:avLst/>
              <a:gdLst>
                <a:gd name="T0" fmla="*/ 102 w 102"/>
                <a:gd name="T1" fmla="*/ 0 h 148"/>
                <a:gd name="T2" fmla="*/ 0 w 102"/>
                <a:gd name="T3" fmla="*/ 101 h 148"/>
                <a:gd name="T4" fmla="*/ 0 w 102"/>
                <a:gd name="T5" fmla="*/ 148 h 148"/>
                <a:gd name="T6" fmla="*/ 101 w 102"/>
                <a:gd name="T7" fmla="*/ 53 h 148"/>
                <a:gd name="T8" fmla="*/ 102 w 102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8">
                  <a:moveTo>
                    <a:pt x="102" y="0"/>
                  </a:moveTo>
                  <a:lnTo>
                    <a:pt x="0" y="101"/>
                  </a:lnTo>
                  <a:lnTo>
                    <a:pt x="0" y="148"/>
                  </a:lnTo>
                  <a:lnTo>
                    <a:pt x="101" y="53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8E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1493">
              <a:extLst>
                <a:ext uri="{FF2B5EF4-FFF2-40B4-BE49-F238E27FC236}">
                  <a16:creationId xmlns:a16="http://schemas.microsoft.com/office/drawing/2014/main" id="{4A2E88CC-AC84-4D0A-AE75-388AC7B65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3513"/>
              <a:ext cx="101" cy="148"/>
            </a:xfrm>
            <a:custGeom>
              <a:avLst/>
              <a:gdLst>
                <a:gd name="T0" fmla="*/ 101 w 101"/>
                <a:gd name="T1" fmla="*/ 0 h 148"/>
                <a:gd name="T2" fmla="*/ 0 w 101"/>
                <a:gd name="T3" fmla="*/ 100 h 148"/>
                <a:gd name="T4" fmla="*/ 0 w 101"/>
                <a:gd name="T5" fmla="*/ 148 h 148"/>
                <a:gd name="T6" fmla="*/ 101 w 101"/>
                <a:gd name="T7" fmla="*/ 53 h 148"/>
                <a:gd name="T8" fmla="*/ 101 w 101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0" y="100"/>
                  </a:lnTo>
                  <a:lnTo>
                    <a:pt x="0" y="148"/>
                  </a:lnTo>
                  <a:lnTo>
                    <a:pt x="101" y="53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8E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1494">
              <a:extLst>
                <a:ext uri="{FF2B5EF4-FFF2-40B4-BE49-F238E27FC236}">
                  <a16:creationId xmlns:a16="http://schemas.microsoft.com/office/drawing/2014/main" id="{003C85B8-02F7-4290-819B-76273528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3576"/>
              <a:ext cx="101" cy="148"/>
            </a:xfrm>
            <a:custGeom>
              <a:avLst/>
              <a:gdLst>
                <a:gd name="T0" fmla="*/ 101 w 101"/>
                <a:gd name="T1" fmla="*/ 0 h 148"/>
                <a:gd name="T2" fmla="*/ 0 w 101"/>
                <a:gd name="T3" fmla="*/ 100 h 148"/>
                <a:gd name="T4" fmla="*/ 0 w 101"/>
                <a:gd name="T5" fmla="*/ 148 h 148"/>
                <a:gd name="T6" fmla="*/ 101 w 101"/>
                <a:gd name="T7" fmla="*/ 53 h 148"/>
                <a:gd name="T8" fmla="*/ 101 w 101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0" y="100"/>
                  </a:lnTo>
                  <a:lnTo>
                    <a:pt x="0" y="148"/>
                  </a:lnTo>
                  <a:lnTo>
                    <a:pt x="101" y="53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8E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1495">
              <a:extLst>
                <a:ext uri="{FF2B5EF4-FFF2-40B4-BE49-F238E27FC236}">
                  <a16:creationId xmlns:a16="http://schemas.microsoft.com/office/drawing/2014/main" id="{48B49E50-81F2-4948-9816-21ACBB301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577"/>
              <a:ext cx="101" cy="148"/>
            </a:xfrm>
            <a:custGeom>
              <a:avLst/>
              <a:gdLst>
                <a:gd name="T0" fmla="*/ 101 w 101"/>
                <a:gd name="T1" fmla="*/ 0 h 148"/>
                <a:gd name="T2" fmla="*/ 0 w 101"/>
                <a:gd name="T3" fmla="*/ 100 h 148"/>
                <a:gd name="T4" fmla="*/ 0 w 101"/>
                <a:gd name="T5" fmla="*/ 148 h 148"/>
                <a:gd name="T6" fmla="*/ 101 w 101"/>
                <a:gd name="T7" fmla="*/ 53 h 148"/>
                <a:gd name="T8" fmla="*/ 101 w 101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0" y="100"/>
                  </a:lnTo>
                  <a:lnTo>
                    <a:pt x="0" y="148"/>
                  </a:lnTo>
                  <a:lnTo>
                    <a:pt x="101" y="53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8E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1496">
              <a:extLst>
                <a:ext uri="{FF2B5EF4-FFF2-40B4-BE49-F238E27FC236}">
                  <a16:creationId xmlns:a16="http://schemas.microsoft.com/office/drawing/2014/main" id="{EFBC304C-A9BD-46E2-920B-3D3B8A926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643"/>
              <a:ext cx="101" cy="147"/>
            </a:xfrm>
            <a:custGeom>
              <a:avLst/>
              <a:gdLst>
                <a:gd name="T0" fmla="*/ 101 w 101"/>
                <a:gd name="T1" fmla="*/ 0 h 147"/>
                <a:gd name="T2" fmla="*/ 0 w 101"/>
                <a:gd name="T3" fmla="*/ 100 h 147"/>
                <a:gd name="T4" fmla="*/ 0 w 101"/>
                <a:gd name="T5" fmla="*/ 147 h 147"/>
                <a:gd name="T6" fmla="*/ 101 w 101"/>
                <a:gd name="T7" fmla="*/ 52 h 147"/>
                <a:gd name="T8" fmla="*/ 101 w 101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7">
                  <a:moveTo>
                    <a:pt x="101" y="0"/>
                  </a:moveTo>
                  <a:lnTo>
                    <a:pt x="0" y="100"/>
                  </a:lnTo>
                  <a:lnTo>
                    <a:pt x="0" y="147"/>
                  </a:lnTo>
                  <a:lnTo>
                    <a:pt x="101" y="52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8E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1497">
              <a:extLst>
                <a:ext uri="{FF2B5EF4-FFF2-40B4-BE49-F238E27FC236}">
                  <a16:creationId xmlns:a16="http://schemas.microsoft.com/office/drawing/2014/main" id="{E8BDC2DF-3EF5-44E0-9F87-9458B04FF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629"/>
              <a:ext cx="102" cy="148"/>
            </a:xfrm>
            <a:custGeom>
              <a:avLst/>
              <a:gdLst>
                <a:gd name="T0" fmla="*/ 102 w 102"/>
                <a:gd name="T1" fmla="*/ 0 h 148"/>
                <a:gd name="T2" fmla="*/ 0 w 102"/>
                <a:gd name="T3" fmla="*/ 101 h 148"/>
                <a:gd name="T4" fmla="*/ 0 w 102"/>
                <a:gd name="T5" fmla="*/ 148 h 148"/>
                <a:gd name="T6" fmla="*/ 102 w 102"/>
                <a:gd name="T7" fmla="*/ 53 h 148"/>
                <a:gd name="T8" fmla="*/ 102 w 102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8">
                  <a:moveTo>
                    <a:pt x="102" y="0"/>
                  </a:moveTo>
                  <a:lnTo>
                    <a:pt x="0" y="101"/>
                  </a:lnTo>
                  <a:lnTo>
                    <a:pt x="0" y="148"/>
                  </a:lnTo>
                  <a:lnTo>
                    <a:pt x="102" y="53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8E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1498">
              <a:extLst>
                <a:ext uri="{FF2B5EF4-FFF2-40B4-BE49-F238E27FC236}">
                  <a16:creationId xmlns:a16="http://schemas.microsoft.com/office/drawing/2014/main" id="{476404E8-8329-4A7C-84E6-D97E2079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708"/>
              <a:ext cx="102" cy="148"/>
            </a:xfrm>
            <a:custGeom>
              <a:avLst/>
              <a:gdLst>
                <a:gd name="T0" fmla="*/ 102 w 102"/>
                <a:gd name="T1" fmla="*/ 0 h 148"/>
                <a:gd name="T2" fmla="*/ 0 w 102"/>
                <a:gd name="T3" fmla="*/ 101 h 148"/>
                <a:gd name="T4" fmla="*/ 0 w 102"/>
                <a:gd name="T5" fmla="*/ 148 h 148"/>
                <a:gd name="T6" fmla="*/ 102 w 102"/>
                <a:gd name="T7" fmla="*/ 54 h 148"/>
                <a:gd name="T8" fmla="*/ 102 w 102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8">
                  <a:moveTo>
                    <a:pt x="102" y="0"/>
                  </a:moveTo>
                  <a:lnTo>
                    <a:pt x="0" y="101"/>
                  </a:lnTo>
                  <a:lnTo>
                    <a:pt x="0" y="148"/>
                  </a:lnTo>
                  <a:lnTo>
                    <a:pt x="102" y="54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8E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1499">
              <a:extLst>
                <a:ext uri="{FF2B5EF4-FFF2-40B4-BE49-F238E27FC236}">
                  <a16:creationId xmlns:a16="http://schemas.microsoft.com/office/drawing/2014/main" id="{7D40CFF7-6B55-4478-9471-EB580FDFF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618"/>
              <a:ext cx="102" cy="148"/>
            </a:xfrm>
            <a:custGeom>
              <a:avLst/>
              <a:gdLst>
                <a:gd name="T0" fmla="*/ 102 w 102"/>
                <a:gd name="T1" fmla="*/ 0 h 148"/>
                <a:gd name="T2" fmla="*/ 0 w 102"/>
                <a:gd name="T3" fmla="*/ 101 h 148"/>
                <a:gd name="T4" fmla="*/ 0 w 102"/>
                <a:gd name="T5" fmla="*/ 148 h 148"/>
                <a:gd name="T6" fmla="*/ 101 w 102"/>
                <a:gd name="T7" fmla="*/ 54 h 148"/>
                <a:gd name="T8" fmla="*/ 102 w 102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8">
                  <a:moveTo>
                    <a:pt x="102" y="0"/>
                  </a:moveTo>
                  <a:lnTo>
                    <a:pt x="0" y="101"/>
                  </a:lnTo>
                  <a:lnTo>
                    <a:pt x="0" y="148"/>
                  </a:lnTo>
                  <a:lnTo>
                    <a:pt x="101" y="54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8E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Freeform 1500">
              <a:extLst>
                <a:ext uri="{FF2B5EF4-FFF2-40B4-BE49-F238E27FC236}">
                  <a16:creationId xmlns:a16="http://schemas.microsoft.com/office/drawing/2014/main" id="{FFF022F5-0A40-46A5-BC49-021691C4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260"/>
              <a:ext cx="816" cy="77"/>
            </a:xfrm>
            <a:custGeom>
              <a:avLst/>
              <a:gdLst>
                <a:gd name="T0" fmla="*/ 0 w 1008"/>
                <a:gd name="T1" fmla="*/ 9 h 89"/>
                <a:gd name="T2" fmla="*/ 40 w 1008"/>
                <a:gd name="T3" fmla="*/ 34 h 89"/>
                <a:gd name="T4" fmla="*/ 487 w 1008"/>
                <a:gd name="T5" fmla="*/ 34 h 89"/>
                <a:gd name="T6" fmla="*/ 535 w 1008"/>
                <a:gd name="T7" fmla="*/ 0 h 89"/>
                <a:gd name="T8" fmla="*/ 0 w 1008"/>
                <a:gd name="T9" fmla="*/ 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8" h="89">
                  <a:moveTo>
                    <a:pt x="0" y="14"/>
                  </a:moveTo>
                  <a:cubicBezTo>
                    <a:pt x="0" y="14"/>
                    <a:pt x="42" y="48"/>
                    <a:pt x="76" y="52"/>
                  </a:cubicBezTo>
                  <a:cubicBezTo>
                    <a:pt x="918" y="52"/>
                    <a:pt x="918" y="52"/>
                    <a:pt x="918" y="52"/>
                  </a:cubicBezTo>
                  <a:cubicBezTo>
                    <a:pt x="918" y="52"/>
                    <a:pt x="980" y="34"/>
                    <a:pt x="1008" y="0"/>
                  </a:cubicBezTo>
                  <a:cubicBezTo>
                    <a:pt x="1008" y="0"/>
                    <a:pt x="611" y="89"/>
                    <a:pt x="0" y="14"/>
                  </a:cubicBezTo>
                  <a:close/>
                </a:path>
              </a:pathLst>
            </a:custGeom>
            <a:solidFill>
              <a:srgbClr val="F7B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4" name="Freeform 1501">
              <a:extLst>
                <a:ext uri="{FF2B5EF4-FFF2-40B4-BE49-F238E27FC236}">
                  <a16:creationId xmlns:a16="http://schemas.microsoft.com/office/drawing/2014/main" id="{E6AE96C0-90EB-4B0B-AC77-F7A8D0346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3056"/>
              <a:ext cx="440" cy="351"/>
            </a:xfrm>
            <a:custGeom>
              <a:avLst/>
              <a:gdLst>
                <a:gd name="T0" fmla="*/ 0 w 544"/>
                <a:gd name="T1" fmla="*/ 122 h 406"/>
                <a:gd name="T2" fmla="*/ 288 w 544"/>
                <a:gd name="T3" fmla="*/ 0 h 406"/>
                <a:gd name="T4" fmla="*/ 0 w 544"/>
                <a:gd name="T5" fmla="*/ 122 h 4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4" h="406">
                  <a:moveTo>
                    <a:pt x="0" y="189"/>
                  </a:moveTo>
                  <a:cubicBezTo>
                    <a:pt x="0" y="189"/>
                    <a:pt x="178" y="373"/>
                    <a:pt x="544" y="0"/>
                  </a:cubicBezTo>
                  <a:cubicBezTo>
                    <a:pt x="544" y="0"/>
                    <a:pt x="209" y="406"/>
                    <a:pt x="0" y="189"/>
                  </a:cubicBezTo>
                  <a:close/>
                </a:path>
              </a:pathLst>
            </a:custGeom>
            <a:solidFill>
              <a:srgbClr val="FCE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Rectangle 1502">
              <a:extLst>
                <a:ext uri="{FF2B5EF4-FFF2-40B4-BE49-F238E27FC236}">
                  <a16:creationId xmlns:a16="http://schemas.microsoft.com/office/drawing/2014/main" id="{BED8926C-25A8-4787-9943-D108C25AD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3322"/>
              <a:ext cx="672" cy="48"/>
            </a:xfrm>
            <a:prstGeom prst="rect">
              <a:avLst/>
            </a:pr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6" name="Freeform 1503">
              <a:extLst>
                <a:ext uri="{FF2B5EF4-FFF2-40B4-BE49-F238E27FC236}">
                  <a16:creationId xmlns:a16="http://schemas.microsoft.com/office/drawing/2014/main" id="{BE0E6939-0D48-4FD5-A398-A0718246C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339"/>
              <a:ext cx="71" cy="74"/>
            </a:xfrm>
            <a:custGeom>
              <a:avLst/>
              <a:gdLst>
                <a:gd name="T0" fmla="*/ 45 w 88"/>
                <a:gd name="T1" fmla="*/ 49 h 86"/>
                <a:gd name="T2" fmla="*/ 42 w 88"/>
                <a:gd name="T3" fmla="*/ 52 h 86"/>
                <a:gd name="T4" fmla="*/ 30 w 88"/>
                <a:gd name="T5" fmla="*/ 55 h 86"/>
                <a:gd name="T6" fmla="*/ 23 w 88"/>
                <a:gd name="T7" fmla="*/ 55 h 86"/>
                <a:gd name="T8" fmla="*/ 20 w 88"/>
                <a:gd name="T9" fmla="*/ 54 h 86"/>
                <a:gd name="T10" fmla="*/ 14 w 88"/>
                <a:gd name="T11" fmla="*/ 52 h 86"/>
                <a:gd name="T12" fmla="*/ 9 w 88"/>
                <a:gd name="T13" fmla="*/ 48 h 86"/>
                <a:gd name="T14" fmla="*/ 6 w 88"/>
                <a:gd name="T15" fmla="*/ 43 h 86"/>
                <a:gd name="T16" fmla="*/ 5 w 88"/>
                <a:gd name="T17" fmla="*/ 41 h 86"/>
                <a:gd name="T18" fmla="*/ 3 w 88"/>
                <a:gd name="T19" fmla="*/ 40 h 86"/>
                <a:gd name="T20" fmla="*/ 2 w 88"/>
                <a:gd name="T21" fmla="*/ 38 h 86"/>
                <a:gd name="T22" fmla="*/ 0 w 88"/>
                <a:gd name="T23" fmla="*/ 30 h 86"/>
                <a:gd name="T24" fmla="*/ 0 w 88"/>
                <a:gd name="T25" fmla="*/ 25 h 86"/>
                <a:gd name="T26" fmla="*/ 1 w 88"/>
                <a:gd name="T27" fmla="*/ 23 h 86"/>
                <a:gd name="T28" fmla="*/ 2 w 88"/>
                <a:gd name="T29" fmla="*/ 19 h 86"/>
                <a:gd name="T30" fmla="*/ 5 w 88"/>
                <a:gd name="T31" fmla="*/ 12 h 86"/>
                <a:gd name="T32" fmla="*/ 8 w 88"/>
                <a:gd name="T33" fmla="*/ 10 h 86"/>
                <a:gd name="T34" fmla="*/ 14 w 88"/>
                <a:gd name="T35" fmla="*/ 5 h 86"/>
                <a:gd name="T36" fmla="*/ 20 w 88"/>
                <a:gd name="T37" fmla="*/ 3 h 86"/>
                <a:gd name="T38" fmla="*/ 30 w 88"/>
                <a:gd name="T39" fmla="*/ 0 h 86"/>
                <a:gd name="T40" fmla="*/ 34 w 88"/>
                <a:gd name="T41" fmla="*/ 1 h 86"/>
                <a:gd name="T42" fmla="*/ 38 w 88"/>
                <a:gd name="T43" fmla="*/ 2 h 86"/>
                <a:gd name="T44" fmla="*/ 39 w 88"/>
                <a:gd name="T45" fmla="*/ 4 h 86"/>
                <a:gd name="T46" fmla="*/ 36 w 88"/>
                <a:gd name="T47" fmla="*/ 7 h 86"/>
                <a:gd name="T48" fmla="*/ 33 w 88"/>
                <a:gd name="T49" fmla="*/ 4 h 86"/>
                <a:gd name="T50" fmla="*/ 32 w 88"/>
                <a:gd name="T51" fmla="*/ 3 h 86"/>
                <a:gd name="T52" fmla="*/ 25 w 88"/>
                <a:gd name="T53" fmla="*/ 3 h 86"/>
                <a:gd name="T54" fmla="*/ 22 w 88"/>
                <a:gd name="T55" fmla="*/ 3 h 86"/>
                <a:gd name="T56" fmla="*/ 17 w 88"/>
                <a:gd name="T57" fmla="*/ 6 h 86"/>
                <a:gd name="T58" fmla="*/ 12 w 88"/>
                <a:gd name="T59" fmla="*/ 8 h 86"/>
                <a:gd name="T60" fmla="*/ 10 w 88"/>
                <a:gd name="T61" fmla="*/ 11 h 86"/>
                <a:gd name="T62" fmla="*/ 6 w 88"/>
                <a:gd name="T63" fmla="*/ 16 h 86"/>
                <a:gd name="T64" fmla="*/ 5 w 88"/>
                <a:gd name="T65" fmla="*/ 19 h 86"/>
                <a:gd name="T66" fmla="*/ 5 w 88"/>
                <a:gd name="T67" fmla="*/ 22 h 86"/>
                <a:gd name="T68" fmla="*/ 5 w 88"/>
                <a:gd name="T69" fmla="*/ 29 h 86"/>
                <a:gd name="T70" fmla="*/ 5 w 88"/>
                <a:gd name="T71" fmla="*/ 31 h 86"/>
                <a:gd name="T72" fmla="*/ 7 w 88"/>
                <a:gd name="T73" fmla="*/ 35 h 86"/>
                <a:gd name="T74" fmla="*/ 9 w 88"/>
                <a:gd name="T75" fmla="*/ 40 h 86"/>
                <a:gd name="T76" fmla="*/ 11 w 88"/>
                <a:gd name="T77" fmla="*/ 44 h 86"/>
                <a:gd name="T78" fmla="*/ 13 w 88"/>
                <a:gd name="T79" fmla="*/ 45 h 86"/>
                <a:gd name="T80" fmla="*/ 18 w 88"/>
                <a:gd name="T81" fmla="*/ 48 h 86"/>
                <a:gd name="T82" fmla="*/ 22 w 88"/>
                <a:gd name="T83" fmla="*/ 51 h 86"/>
                <a:gd name="T84" fmla="*/ 29 w 88"/>
                <a:gd name="T85" fmla="*/ 52 h 86"/>
                <a:gd name="T86" fmla="*/ 36 w 88"/>
                <a:gd name="T87" fmla="*/ 51 h 86"/>
                <a:gd name="T88" fmla="*/ 43 w 88"/>
                <a:gd name="T89" fmla="*/ 48 h 86"/>
                <a:gd name="T90" fmla="*/ 46 w 88"/>
                <a:gd name="T91" fmla="*/ 47 h 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" h="86">
                  <a:moveTo>
                    <a:pt x="88" y="74"/>
                  </a:moveTo>
                  <a:cubicBezTo>
                    <a:pt x="88" y="75"/>
                    <a:pt x="87" y="76"/>
                    <a:pt x="87" y="76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5" y="81"/>
                    <a:pt x="85" y="81"/>
                    <a:pt x="84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6" y="86"/>
                    <a:pt x="55" y="86"/>
                    <a:pt x="54" y="86"/>
                  </a:cubicBezTo>
                  <a:cubicBezTo>
                    <a:pt x="50" y="86"/>
                    <a:pt x="48" y="86"/>
                    <a:pt x="46" y="86"/>
                  </a:cubicBezTo>
                  <a:cubicBezTo>
                    <a:pt x="44" y="86"/>
                    <a:pt x="44" y="86"/>
                    <a:pt x="44" y="86"/>
                  </a:cubicBezTo>
                  <a:cubicBezTo>
                    <a:pt x="44" y="84"/>
                    <a:pt x="43" y="83"/>
                    <a:pt x="41" y="83"/>
                  </a:cubicBezTo>
                  <a:cubicBezTo>
                    <a:pt x="41" y="83"/>
                    <a:pt x="40" y="83"/>
                    <a:pt x="39" y="84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5" y="81"/>
                    <a:pt x="24" y="80"/>
                    <a:pt x="23" y="79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2" y="67"/>
                    <a:pt x="12" y="67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0" y="65"/>
                    <a:pt x="9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7" y="63"/>
                    <a:pt x="6" y="63"/>
                    <a:pt x="6" y="62"/>
                  </a:cubicBezTo>
                  <a:cubicBezTo>
                    <a:pt x="6" y="62"/>
                    <a:pt x="5" y="61"/>
                    <a:pt x="5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8"/>
                    <a:pt x="0" y="37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2" y="35"/>
                    <a:pt x="3" y="34"/>
                  </a:cubicBezTo>
                  <a:cubicBezTo>
                    <a:pt x="2" y="33"/>
                    <a:pt x="2" y="32"/>
                    <a:pt x="2" y="32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1"/>
                    <a:pt x="20" y="10"/>
                    <a:pt x="22" y="10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40" y="2"/>
                    <a:pt x="42" y="2"/>
                    <a:pt x="43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3" y="2"/>
                    <a:pt x="74" y="3"/>
                    <a:pt x="74" y="3"/>
                  </a:cubicBezTo>
                  <a:cubicBezTo>
                    <a:pt x="75" y="3"/>
                    <a:pt x="75" y="4"/>
                    <a:pt x="75" y="5"/>
                  </a:cubicBezTo>
                  <a:cubicBezTo>
                    <a:pt x="75" y="6"/>
                    <a:pt x="75" y="7"/>
                    <a:pt x="74" y="7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0" y="9"/>
                    <a:pt x="70" y="10"/>
                    <a:pt x="70" y="10"/>
                  </a:cubicBezTo>
                  <a:cubicBezTo>
                    <a:pt x="69" y="10"/>
                    <a:pt x="69" y="9"/>
                    <a:pt x="69" y="9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6"/>
                    <a:pt x="63" y="6"/>
                    <a:pt x="62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5"/>
                    <a:pt x="42" y="5"/>
                    <a:pt x="41" y="6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0" y="16"/>
                    <a:pt x="18" y="17"/>
                    <a:pt x="18" y="18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7"/>
                    <a:pt x="11" y="28"/>
                    <a:pt x="11" y="28"/>
                  </a:cubicBezTo>
                  <a:cubicBezTo>
                    <a:pt x="11" y="29"/>
                    <a:pt x="10" y="29"/>
                    <a:pt x="9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3" y="69"/>
                    <a:pt x="23" y="70"/>
                    <a:pt x="23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6" y="71"/>
                    <a:pt x="26" y="72"/>
                    <a:pt x="27" y="73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7" y="78"/>
                    <a:pt x="38" y="78"/>
                    <a:pt x="42" y="79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2" y="81"/>
                    <a:pt x="53" y="81"/>
                    <a:pt x="54" y="8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7" y="73"/>
                    <a:pt x="88" y="73"/>
                    <a:pt x="88" y="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1504">
              <a:extLst>
                <a:ext uri="{FF2B5EF4-FFF2-40B4-BE49-F238E27FC236}">
                  <a16:creationId xmlns:a16="http://schemas.microsoft.com/office/drawing/2014/main" id="{A6283A32-3B37-4F0F-9C60-F12E9647B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3340"/>
              <a:ext cx="64" cy="72"/>
            </a:xfrm>
            <a:custGeom>
              <a:avLst/>
              <a:gdLst>
                <a:gd name="T0" fmla="*/ 40 w 79"/>
                <a:gd name="T1" fmla="*/ 53 h 83"/>
                <a:gd name="T2" fmla="*/ 39 w 79"/>
                <a:gd name="T3" fmla="*/ 54 h 83"/>
                <a:gd name="T4" fmla="*/ 36 w 79"/>
                <a:gd name="T5" fmla="*/ 54 h 83"/>
                <a:gd name="T6" fmla="*/ 36 w 79"/>
                <a:gd name="T7" fmla="*/ 50 h 83"/>
                <a:gd name="T8" fmla="*/ 37 w 79"/>
                <a:gd name="T9" fmla="*/ 46 h 83"/>
                <a:gd name="T10" fmla="*/ 37 w 79"/>
                <a:gd name="T11" fmla="*/ 41 h 83"/>
                <a:gd name="T12" fmla="*/ 38 w 79"/>
                <a:gd name="T13" fmla="*/ 37 h 83"/>
                <a:gd name="T14" fmla="*/ 38 w 79"/>
                <a:gd name="T15" fmla="*/ 31 h 83"/>
                <a:gd name="T16" fmla="*/ 37 w 79"/>
                <a:gd name="T17" fmla="*/ 24 h 83"/>
                <a:gd name="T18" fmla="*/ 36 w 79"/>
                <a:gd name="T19" fmla="*/ 23 h 83"/>
                <a:gd name="T20" fmla="*/ 33 w 79"/>
                <a:gd name="T21" fmla="*/ 24 h 83"/>
                <a:gd name="T22" fmla="*/ 29 w 79"/>
                <a:gd name="T23" fmla="*/ 23 h 83"/>
                <a:gd name="T24" fmla="*/ 26 w 79"/>
                <a:gd name="T25" fmla="*/ 23 h 83"/>
                <a:gd name="T26" fmla="*/ 19 w 79"/>
                <a:gd name="T27" fmla="*/ 23 h 83"/>
                <a:gd name="T28" fmla="*/ 12 w 79"/>
                <a:gd name="T29" fmla="*/ 23 h 83"/>
                <a:gd name="T30" fmla="*/ 6 w 79"/>
                <a:gd name="T31" fmla="*/ 23 h 83"/>
                <a:gd name="T32" fmla="*/ 6 w 79"/>
                <a:gd name="T33" fmla="*/ 30 h 83"/>
                <a:gd name="T34" fmla="*/ 5 w 79"/>
                <a:gd name="T35" fmla="*/ 35 h 83"/>
                <a:gd name="T36" fmla="*/ 6 w 79"/>
                <a:gd name="T37" fmla="*/ 37 h 83"/>
                <a:gd name="T38" fmla="*/ 6 w 79"/>
                <a:gd name="T39" fmla="*/ 44 h 83"/>
                <a:gd name="T40" fmla="*/ 6 w 79"/>
                <a:gd name="T41" fmla="*/ 49 h 83"/>
                <a:gd name="T42" fmla="*/ 4 w 79"/>
                <a:gd name="T43" fmla="*/ 53 h 83"/>
                <a:gd name="T44" fmla="*/ 2 w 79"/>
                <a:gd name="T45" fmla="*/ 54 h 83"/>
                <a:gd name="T46" fmla="*/ 1 w 79"/>
                <a:gd name="T47" fmla="*/ 52 h 83"/>
                <a:gd name="T48" fmla="*/ 2 w 79"/>
                <a:gd name="T49" fmla="*/ 48 h 83"/>
                <a:gd name="T50" fmla="*/ 2 w 79"/>
                <a:gd name="T51" fmla="*/ 44 h 83"/>
                <a:gd name="T52" fmla="*/ 2 w 79"/>
                <a:gd name="T53" fmla="*/ 36 h 83"/>
                <a:gd name="T54" fmla="*/ 2 w 79"/>
                <a:gd name="T55" fmla="*/ 32 h 83"/>
                <a:gd name="T56" fmla="*/ 2 w 79"/>
                <a:gd name="T57" fmla="*/ 29 h 83"/>
                <a:gd name="T58" fmla="*/ 2 w 79"/>
                <a:gd name="T59" fmla="*/ 21 h 83"/>
                <a:gd name="T60" fmla="*/ 2 w 79"/>
                <a:gd name="T61" fmla="*/ 17 h 83"/>
                <a:gd name="T62" fmla="*/ 2 w 79"/>
                <a:gd name="T63" fmla="*/ 17 h 83"/>
                <a:gd name="T64" fmla="*/ 2 w 79"/>
                <a:gd name="T65" fmla="*/ 12 h 83"/>
                <a:gd name="T66" fmla="*/ 0 w 79"/>
                <a:gd name="T67" fmla="*/ 5 h 83"/>
                <a:gd name="T68" fmla="*/ 2 w 79"/>
                <a:gd name="T69" fmla="*/ 2 h 83"/>
                <a:gd name="T70" fmla="*/ 6 w 79"/>
                <a:gd name="T71" fmla="*/ 0 h 83"/>
                <a:gd name="T72" fmla="*/ 6 w 79"/>
                <a:gd name="T73" fmla="*/ 5 h 83"/>
                <a:gd name="T74" fmla="*/ 6 w 79"/>
                <a:gd name="T75" fmla="*/ 10 h 83"/>
                <a:gd name="T76" fmla="*/ 6 w 79"/>
                <a:gd name="T77" fmla="*/ 13 h 83"/>
                <a:gd name="T78" fmla="*/ 5 w 79"/>
                <a:gd name="T79" fmla="*/ 15 h 83"/>
                <a:gd name="T80" fmla="*/ 6 w 79"/>
                <a:gd name="T81" fmla="*/ 20 h 83"/>
                <a:gd name="T82" fmla="*/ 13 w 79"/>
                <a:gd name="T83" fmla="*/ 21 h 83"/>
                <a:gd name="T84" fmla="*/ 16 w 79"/>
                <a:gd name="T85" fmla="*/ 21 h 83"/>
                <a:gd name="T86" fmla="*/ 19 w 79"/>
                <a:gd name="T87" fmla="*/ 20 h 83"/>
                <a:gd name="T88" fmla="*/ 21 w 79"/>
                <a:gd name="T89" fmla="*/ 21 h 83"/>
                <a:gd name="T90" fmla="*/ 27 w 79"/>
                <a:gd name="T91" fmla="*/ 21 h 83"/>
                <a:gd name="T92" fmla="*/ 29 w 79"/>
                <a:gd name="T93" fmla="*/ 20 h 83"/>
                <a:gd name="T94" fmla="*/ 36 w 79"/>
                <a:gd name="T95" fmla="*/ 20 h 83"/>
                <a:gd name="T96" fmla="*/ 37 w 79"/>
                <a:gd name="T97" fmla="*/ 17 h 83"/>
                <a:gd name="T98" fmla="*/ 36 w 79"/>
                <a:gd name="T99" fmla="*/ 10 h 83"/>
                <a:gd name="T100" fmla="*/ 36 w 79"/>
                <a:gd name="T101" fmla="*/ 7 h 83"/>
                <a:gd name="T102" fmla="*/ 36 w 79"/>
                <a:gd name="T103" fmla="*/ 3 h 83"/>
                <a:gd name="T104" fmla="*/ 39 w 79"/>
                <a:gd name="T105" fmla="*/ 1 h 83"/>
                <a:gd name="T106" fmla="*/ 41 w 79"/>
                <a:gd name="T107" fmla="*/ 3 h 83"/>
                <a:gd name="T108" fmla="*/ 41 w 79"/>
                <a:gd name="T109" fmla="*/ 10 h 83"/>
                <a:gd name="T110" fmla="*/ 40 w 79"/>
                <a:gd name="T111" fmla="*/ 11 h 83"/>
                <a:gd name="T112" fmla="*/ 41 w 79"/>
                <a:gd name="T113" fmla="*/ 14 h 83"/>
                <a:gd name="T114" fmla="*/ 41 w 79"/>
                <a:gd name="T115" fmla="*/ 17 h 83"/>
                <a:gd name="T116" fmla="*/ 41 w 79"/>
                <a:gd name="T117" fmla="*/ 31 h 83"/>
                <a:gd name="T118" fmla="*/ 41 w 79"/>
                <a:gd name="T119" fmla="*/ 34 h 83"/>
                <a:gd name="T120" fmla="*/ 41 w 79"/>
                <a:gd name="T121" fmla="*/ 37 h 83"/>
                <a:gd name="T122" fmla="*/ 41 w 79"/>
                <a:gd name="T123" fmla="*/ 43 h 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9" h="83">
                  <a:moveTo>
                    <a:pt x="79" y="76"/>
                  </a:moveTo>
                  <a:cubicBezTo>
                    <a:pt x="76" y="79"/>
                    <a:pt x="76" y="79"/>
                    <a:pt x="76" y="79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9" y="74"/>
                    <a:pt x="69" y="74"/>
                    <a:pt x="69" y="74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0"/>
                    <a:pt x="71" y="60"/>
                    <a:pt x="71" y="59"/>
                  </a:cubicBezTo>
                  <a:cubicBezTo>
                    <a:pt x="71" y="58"/>
                    <a:pt x="71" y="57"/>
                    <a:pt x="71" y="56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5"/>
                    <a:pt x="68" y="35"/>
                    <a:pt x="67" y="35"/>
                  </a:cubicBezTo>
                  <a:cubicBezTo>
                    <a:pt x="67" y="35"/>
                    <a:pt x="67" y="35"/>
                    <a:pt x="66" y="36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1" y="37"/>
                    <a:pt x="60" y="37"/>
                    <a:pt x="60" y="37"/>
                  </a:cubicBezTo>
                  <a:cubicBezTo>
                    <a:pt x="60" y="37"/>
                    <a:pt x="59" y="37"/>
                    <a:pt x="58" y="37"/>
                  </a:cubicBezTo>
                  <a:cubicBezTo>
                    <a:pt x="57" y="36"/>
                    <a:pt x="56" y="36"/>
                    <a:pt x="55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7"/>
                    <a:pt x="11" y="38"/>
                    <a:pt x="11" y="39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5"/>
                    <a:pt x="12" y="46"/>
                  </a:cubicBezTo>
                  <a:cubicBezTo>
                    <a:pt x="12" y="46"/>
                    <a:pt x="11" y="47"/>
                    <a:pt x="11" y="48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0" y="53"/>
                    <a:pt x="10" y="53"/>
                  </a:cubicBezTo>
                  <a:cubicBezTo>
                    <a:pt x="10" y="53"/>
                    <a:pt x="10" y="54"/>
                    <a:pt x="10" y="54"/>
                  </a:cubicBezTo>
                  <a:cubicBezTo>
                    <a:pt x="10" y="55"/>
                    <a:pt x="11" y="55"/>
                    <a:pt x="12" y="56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2" y="68"/>
                    <a:pt x="12" y="69"/>
                    <a:pt x="11" y="69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7"/>
                    <a:pt x="12" y="79"/>
                    <a:pt x="10" y="79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1" y="82"/>
                    <a:pt x="1" y="81"/>
                    <a:pt x="1" y="80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4" y="69"/>
                    <a:pt x="4" y="68"/>
                    <a:pt x="4" y="68"/>
                  </a:cubicBezTo>
                  <a:cubicBezTo>
                    <a:pt x="4" y="68"/>
                    <a:pt x="4" y="67"/>
                    <a:pt x="3" y="6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1"/>
                    <a:pt x="3" y="50"/>
                    <a:pt x="4" y="50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49"/>
                    <a:pt x="5" y="48"/>
                    <a:pt x="5" y="48"/>
                  </a:cubicBezTo>
                  <a:cubicBezTo>
                    <a:pt x="4" y="47"/>
                    <a:pt x="3" y="47"/>
                    <a:pt x="3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2"/>
                    <a:pt x="4" y="21"/>
                    <a:pt x="4" y="21"/>
                  </a:cubicBezTo>
                  <a:cubicBezTo>
                    <a:pt x="4" y="19"/>
                    <a:pt x="3" y="19"/>
                    <a:pt x="2" y="1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2" y="2"/>
                    <a:pt x="12" y="3"/>
                  </a:cubicBezTo>
                  <a:cubicBezTo>
                    <a:pt x="12" y="4"/>
                    <a:pt x="11" y="4"/>
                    <a:pt x="11" y="4"/>
                  </a:cubicBezTo>
                  <a:cubicBezTo>
                    <a:pt x="11" y="5"/>
                    <a:pt x="11" y="6"/>
                    <a:pt x="11" y="8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8"/>
                    <a:pt x="11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6" y="31"/>
                    <a:pt x="37" y="31"/>
                    <a:pt x="37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3" y="31"/>
                    <a:pt x="54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7"/>
                    <a:pt x="67" y="5"/>
                    <a:pt x="67" y="4"/>
                  </a:cubicBezTo>
                  <a:cubicBezTo>
                    <a:pt x="67" y="4"/>
                    <a:pt x="68" y="3"/>
                    <a:pt x="68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4" y="1"/>
                    <a:pt x="75" y="1"/>
                    <a:pt x="76" y="0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6" y="16"/>
                    <a:pt x="75" y="17"/>
                    <a:pt x="75" y="17"/>
                  </a:cubicBezTo>
                  <a:cubicBezTo>
                    <a:pt x="75" y="18"/>
                    <a:pt x="76" y="18"/>
                    <a:pt x="77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8" y="48"/>
                    <a:pt x="78" y="48"/>
                    <a:pt x="78" y="48"/>
                  </a:cubicBezTo>
                  <a:cubicBezTo>
                    <a:pt x="78" y="50"/>
                    <a:pt x="78" y="51"/>
                    <a:pt x="78" y="51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7" y="55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8" y="67"/>
                    <a:pt x="78" y="67"/>
                    <a:pt x="78" y="67"/>
                  </a:cubicBezTo>
                  <a:lnTo>
                    <a:pt x="79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1505">
              <a:extLst>
                <a:ext uri="{FF2B5EF4-FFF2-40B4-BE49-F238E27FC236}">
                  <a16:creationId xmlns:a16="http://schemas.microsoft.com/office/drawing/2014/main" id="{BB460118-1794-41C5-B491-9C3D793E5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3339"/>
              <a:ext cx="11" cy="73"/>
            </a:xfrm>
            <a:custGeom>
              <a:avLst/>
              <a:gdLst>
                <a:gd name="T0" fmla="*/ 8 w 13"/>
                <a:gd name="T1" fmla="*/ 3 h 84"/>
                <a:gd name="T2" fmla="*/ 7 w 13"/>
                <a:gd name="T3" fmla="*/ 5 h 84"/>
                <a:gd name="T4" fmla="*/ 7 w 13"/>
                <a:gd name="T5" fmla="*/ 13 h 84"/>
                <a:gd name="T6" fmla="*/ 7 w 13"/>
                <a:gd name="T7" fmla="*/ 13 h 84"/>
                <a:gd name="T8" fmla="*/ 7 w 13"/>
                <a:gd name="T9" fmla="*/ 17 h 84"/>
                <a:gd name="T10" fmla="*/ 7 w 13"/>
                <a:gd name="T11" fmla="*/ 20 h 84"/>
                <a:gd name="T12" fmla="*/ 7 w 13"/>
                <a:gd name="T13" fmla="*/ 23 h 84"/>
                <a:gd name="T14" fmla="*/ 6 w 13"/>
                <a:gd name="T15" fmla="*/ 25 h 84"/>
                <a:gd name="T16" fmla="*/ 7 w 13"/>
                <a:gd name="T17" fmla="*/ 27 h 84"/>
                <a:gd name="T18" fmla="*/ 7 w 13"/>
                <a:gd name="T19" fmla="*/ 32 h 84"/>
                <a:gd name="T20" fmla="*/ 6 w 13"/>
                <a:gd name="T21" fmla="*/ 34 h 84"/>
                <a:gd name="T22" fmla="*/ 7 w 13"/>
                <a:gd name="T23" fmla="*/ 37 h 84"/>
                <a:gd name="T24" fmla="*/ 7 w 13"/>
                <a:gd name="T25" fmla="*/ 38 h 84"/>
                <a:gd name="T26" fmla="*/ 6 w 13"/>
                <a:gd name="T27" fmla="*/ 43 h 84"/>
                <a:gd name="T28" fmla="*/ 7 w 13"/>
                <a:gd name="T29" fmla="*/ 43 h 84"/>
                <a:gd name="T30" fmla="*/ 7 w 13"/>
                <a:gd name="T31" fmla="*/ 49 h 84"/>
                <a:gd name="T32" fmla="*/ 7 w 13"/>
                <a:gd name="T33" fmla="*/ 51 h 84"/>
                <a:gd name="T34" fmla="*/ 3 w 13"/>
                <a:gd name="T35" fmla="*/ 55 h 84"/>
                <a:gd name="T36" fmla="*/ 1 w 13"/>
                <a:gd name="T37" fmla="*/ 55 h 84"/>
                <a:gd name="T38" fmla="*/ 1 w 13"/>
                <a:gd name="T39" fmla="*/ 53 h 84"/>
                <a:gd name="T40" fmla="*/ 3 w 13"/>
                <a:gd name="T41" fmla="*/ 48 h 84"/>
                <a:gd name="T42" fmla="*/ 3 w 13"/>
                <a:gd name="T43" fmla="*/ 45 h 84"/>
                <a:gd name="T44" fmla="*/ 3 w 13"/>
                <a:gd name="T45" fmla="*/ 44 h 84"/>
                <a:gd name="T46" fmla="*/ 3 w 13"/>
                <a:gd name="T47" fmla="*/ 43 h 84"/>
                <a:gd name="T48" fmla="*/ 3 w 13"/>
                <a:gd name="T49" fmla="*/ 43 h 84"/>
                <a:gd name="T50" fmla="*/ 3 w 13"/>
                <a:gd name="T51" fmla="*/ 41 h 84"/>
                <a:gd name="T52" fmla="*/ 3 w 13"/>
                <a:gd name="T53" fmla="*/ 37 h 84"/>
                <a:gd name="T54" fmla="*/ 3 w 13"/>
                <a:gd name="T55" fmla="*/ 33 h 84"/>
                <a:gd name="T56" fmla="*/ 3 w 13"/>
                <a:gd name="T57" fmla="*/ 30 h 84"/>
                <a:gd name="T58" fmla="*/ 3 w 13"/>
                <a:gd name="T59" fmla="*/ 28 h 84"/>
                <a:gd name="T60" fmla="*/ 3 w 13"/>
                <a:gd name="T61" fmla="*/ 24 h 84"/>
                <a:gd name="T62" fmla="*/ 3 w 13"/>
                <a:gd name="T63" fmla="*/ 23 h 84"/>
                <a:gd name="T64" fmla="*/ 2 w 13"/>
                <a:gd name="T65" fmla="*/ 20 h 84"/>
                <a:gd name="T66" fmla="*/ 2 w 13"/>
                <a:gd name="T67" fmla="*/ 17 h 84"/>
                <a:gd name="T68" fmla="*/ 3 w 13"/>
                <a:gd name="T69" fmla="*/ 15 h 84"/>
                <a:gd name="T70" fmla="*/ 2 w 13"/>
                <a:gd name="T71" fmla="*/ 13 h 84"/>
                <a:gd name="T72" fmla="*/ 2 w 13"/>
                <a:gd name="T73" fmla="*/ 8 h 84"/>
                <a:gd name="T74" fmla="*/ 1 w 13"/>
                <a:gd name="T75" fmla="*/ 6 h 84"/>
                <a:gd name="T76" fmla="*/ 3 w 13"/>
                <a:gd name="T77" fmla="*/ 3 h 84"/>
                <a:gd name="T78" fmla="*/ 5 w 13"/>
                <a:gd name="T79" fmla="*/ 2 h 84"/>
                <a:gd name="T80" fmla="*/ 7 w 13"/>
                <a:gd name="T81" fmla="*/ 0 h 84"/>
                <a:gd name="T82" fmla="*/ 8 w 13"/>
                <a:gd name="T83" fmla="*/ 2 h 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3" h="84">
                  <a:moveTo>
                    <a:pt x="13" y="2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2" y="17"/>
                    <a:pt x="11" y="19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8"/>
                    <a:pt x="12" y="29"/>
                    <a:pt x="12" y="29"/>
                  </a:cubicBezTo>
                  <a:cubicBezTo>
                    <a:pt x="12" y="30"/>
                    <a:pt x="11" y="30"/>
                    <a:pt x="11" y="31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0" y="52"/>
                    <a:pt x="10" y="53"/>
                    <a:pt x="11" y="53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2"/>
                    <a:pt x="6" y="83"/>
                    <a:pt x="4" y="83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1" y="81"/>
                    <a:pt x="1" y="80"/>
                    <a:pt x="1" y="80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7"/>
                    <a:pt x="5" y="67"/>
                    <a:pt x="5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4" y="52"/>
                    <a:pt x="4" y="52"/>
                    <a:pt x="3" y="51"/>
                  </a:cubicBezTo>
                  <a:cubicBezTo>
                    <a:pt x="3" y="51"/>
                    <a:pt x="3" y="50"/>
                    <a:pt x="3" y="49"/>
                  </a:cubicBezTo>
                  <a:cubicBezTo>
                    <a:pt x="3" y="48"/>
                    <a:pt x="3" y="47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4"/>
                    <a:pt x="4" y="33"/>
                    <a:pt x="4" y="32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2"/>
                    <a:pt x="3" y="22"/>
                    <a:pt x="2" y="21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3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1"/>
                    <a:pt x="13" y="2"/>
                    <a:pt x="1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1506">
              <a:extLst>
                <a:ext uri="{FF2B5EF4-FFF2-40B4-BE49-F238E27FC236}">
                  <a16:creationId xmlns:a16="http://schemas.microsoft.com/office/drawing/2014/main" id="{0E26DF03-35AA-4F63-A513-A3C5C058F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3339"/>
              <a:ext cx="52" cy="73"/>
            </a:xfrm>
            <a:custGeom>
              <a:avLst/>
              <a:gdLst>
                <a:gd name="T0" fmla="*/ 34 w 65"/>
                <a:gd name="T1" fmla="*/ 20 h 84"/>
                <a:gd name="T2" fmla="*/ 33 w 65"/>
                <a:gd name="T3" fmla="*/ 28 h 84"/>
                <a:gd name="T4" fmla="*/ 33 w 65"/>
                <a:gd name="T5" fmla="*/ 37 h 84"/>
                <a:gd name="T6" fmla="*/ 33 w 65"/>
                <a:gd name="T7" fmla="*/ 43 h 84"/>
                <a:gd name="T8" fmla="*/ 33 w 65"/>
                <a:gd name="T9" fmla="*/ 43 h 84"/>
                <a:gd name="T10" fmla="*/ 30 w 65"/>
                <a:gd name="T11" fmla="*/ 53 h 84"/>
                <a:gd name="T12" fmla="*/ 30 w 65"/>
                <a:gd name="T13" fmla="*/ 55 h 84"/>
                <a:gd name="T14" fmla="*/ 24 w 65"/>
                <a:gd name="T15" fmla="*/ 45 h 84"/>
                <a:gd name="T16" fmla="*/ 22 w 65"/>
                <a:gd name="T17" fmla="*/ 42 h 84"/>
                <a:gd name="T18" fmla="*/ 18 w 65"/>
                <a:gd name="T19" fmla="*/ 34 h 84"/>
                <a:gd name="T20" fmla="*/ 15 w 65"/>
                <a:gd name="T21" fmla="*/ 30 h 84"/>
                <a:gd name="T22" fmla="*/ 12 w 65"/>
                <a:gd name="T23" fmla="*/ 23 h 84"/>
                <a:gd name="T24" fmla="*/ 7 w 65"/>
                <a:gd name="T25" fmla="*/ 17 h 84"/>
                <a:gd name="T26" fmla="*/ 6 w 65"/>
                <a:gd name="T27" fmla="*/ 14 h 84"/>
                <a:gd name="T28" fmla="*/ 6 w 65"/>
                <a:gd name="T29" fmla="*/ 16 h 84"/>
                <a:gd name="T30" fmla="*/ 5 w 65"/>
                <a:gd name="T31" fmla="*/ 18 h 84"/>
                <a:gd name="T32" fmla="*/ 4 w 65"/>
                <a:gd name="T33" fmla="*/ 23 h 84"/>
                <a:gd name="T34" fmla="*/ 5 w 65"/>
                <a:gd name="T35" fmla="*/ 27 h 84"/>
                <a:gd name="T36" fmla="*/ 4 w 65"/>
                <a:gd name="T37" fmla="*/ 30 h 84"/>
                <a:gd name="T38" fmla="*/ 5 w 65"/>
                <a:gd name="T39" fmla="*/ 47 h 84"/>
                <a:gd name="T40" fmla="*/ 5 w 65"/>
                <a:gd name="T41" fmla="*/ 49 h 84"/>
                <a:gd name="T42" fmla="*/ 4 w 65"/>
                <a:gd name="T43" fmla="*/ 54 h 84"/>
                <a:gd name="T44" fmla="*/ 2 w 65"/>
                <a:gd name="T45" fmla="*/ 55 h 84"/>
                <a:gd name="T46" fmla="*/ 0 w 65"/>
                <a:gd name="T47" fmla="*/ 55 h 84"/>
                <a:gd name="T48" fmla="*/ 2 w 65"/>
                <a:gd name="T49" fmla="*/ 52 h 84"/>
                <a:gd name="T50" fmla="*/ 2 w 65"/>
                <a:gd name="T51" fmla="*/ 49 h 84"/>
                <a:gd name="T52" fmla="*/ 2 w 65"/>
                <a:gd name="T53" fmla="*/ 47 h 84"/>
                <a:gd name="T54" fmla="*/ 2 w 65"/>
                <a:gd name="T55" fmla="*/ 39 h 84"/>
                <a:gd name="T56" fmla="*/ 2 w 65"/>
                <a:gd name="T57" fmla="*/ 37 h 84"/>
                <a:gd name="T58" fmla="*/ 2 w 65"/>
                <a:gd name="T59" fmla="*/ 33 h 84"/>
                <a:gd name="T60" fmla="*/ 2 w 65"/>
                <a:gd name="T61" fmla="*/ 32 h 84"/>
                <a:gd name="T62" fmla="*/ 2 w 65"/>
                <a:gd name="T63" fmla="*/ 26 h 84"/>
                <a:gd name="T64" fmla="*/ 2 w 65"/>
                <a:gd name="T65" fmla="*/ 23 h 84"/>
                <a:gd name="T66" fmla="*/ 2 w 65"/>
                <a:gd name="T67" fmla="*/ 18 h 84"/>
                <a:gd name="T68" fmla="*/ 2 w 65"/>
                <a:gd name="T69" fmla="*/ 13 h 84"/>
                <a:gd name="T70" fmla="*/ 0 w 65"/>
                <a:gd name="T71" fmla="*/ 7 h 84"/>
                <a:gd name="T72" fmla="*/ 2 w 65"/>
                <a:gd name="T73" fmla="*/ 4 h 84"/>
                <a:gd name="T74" fmla="*/ 5 w 65"/>
                <a:gd name="T75" fmla="*/ 1 h 84"/>
                <a:gd name="T76" fmla="*/ 8 w 65"/>
                <a:gd name="T77" fmla="*/ 5 h 84"/>
                <a:gd name="T78" fmla="*/ 8 w 65"/>
                <a:gd name="T79" fmla="*/ 8 h 84"/>
                <a:gd name="T80" fmla="*/ 12 w 65"/>
                <a:gd name="T81" fmla="*/ 17 h 84"/>
                <a:gd name="T82" fmla="*/ 14 w 65"/>
                <a:gd name="T83" fmla="*/ 18 h 84"/>
                <a:gd name="T84" fmla="*/ 16 w 65"/>
                <a:gd name="T85" fmla="*/ 23 h 84"/>
                <a:gd name="T86" fmla="*/ 18 w 65"/>
                <a:gd name="T87" fmla="*/ 29 h 84"/>
                <a:gd name="T88" fmla="*/ 22 w 65"/>
                <a:gd name="T89" fmla="*/ 32 h 84"/>
                <a:gd name="T90" fmla="*/ 23 w 65"/>
                <a:gd name="T91" fmla="*/ 35 h 84"/>
                <a:gd name="T92" fmla="*/ 24 w 65"/>
                <a:gd name="T93" fmla="*/ 37 h 84"/>
                <a:gd name="T94" fmla="*/ 26 w 65"/>
                <a:gd name="T95" fmla="*/ 41 h 84"/>
                <a:gd name="T96" fmla="*/ 30 w 65"/>
                <a:gd name="T97" fmla="*/ 45 h 84"/>
                <a:gd name="T98" fmla="*/ 30 w 65"/>
                <a:gd name="T99" fmla="*/ 37 h 84"/>
                <a:gd name="T100" fmla="*/ 30 w 65"/>
                <a:gd name="T101" fmla="*/ 33 h 84"/>
                <a:gd name="T102" fmla="*/ 30 w 65"/>
                <a:gd name="T103" fmla="*/ 26 h 84"/>
                <a:gd name="T104" fmla="*/ 30 w 65"/>
                <a:gd name="T105" fmla="*/ 23 h 84"/>
                <a:gd name="T106" fmla="*/ 30 w 65"/>
                <a:gd name="T107" fmla="*/ 10 h 84"/>
                <a:gd name="T108" fmla="*/ 30 w 65"/>
                <a:gd name="T109" fmla="*/ 6 h 84"/>
                <a:gd name="T110" fmla="*/ 30 w 65"/>
                <a:gd name="T111" fmla="*/ 3 h 84"/>
                <a:gd name="T112" fmla="*/ 34 w 65"/>
                <a:gd name="T113" fmla="*/ 2 h 84"/>
                <a:gd name="T114" fmla="*/ 34 w 65"/>
                <a:gd name="T115" fmla="*/ 5 h 84"/>
                <a:gd name="T116" fmla="*/ 33 w 65"/>
                <a:gd name="T117" fmla="*/ 12 h 84"/>
                <a:gd name="T118" fmla="*/ 34 w 65"/>
                <a:gd name="T119" fmla="*/ 17 h 8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5" h="84">
                  <a:moveTo>
                    <a:pt x="65" y="27"/>
                  </a:moveTo>
                  <a:cubicBezTo>
                    <a:pt x="65" y="27"/>
                    <a:pt x="64" y="27"/>
                    <a:pt x="64" y="28"/>
                  </a:cubicBezTo>
                  <a:cubicBezTo>
                    <a:pt x="64" y="29"/>
                    <a:pt x="65" y="30"/>
                    <a:pt x="65" y="30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63"/>
                    <a:pt x="64" y="63"/>
                    <a:pt x="64" y="6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3" y="64"/>
                    <a:pt x="62" y="65"/>
                    <a:pt x="62" y="65"/>
                  </a:cubicBezTo>
                  <a:cubicBezTo>
                    <a:pt x="62" y="66"/>
                    <a:pt x="63" y="67"/>
                    <a:pt x="64" y="67"/>
                  </a:cubicBezTo>
                  <a:cubicBezTo>
                    <a:pt x="65" y="69"/>
                    <a:pt x="65" y="70"/>
                    <a:pt x="65" y="71"/>
                  </a:cubicBezTo>
                  <a:cubicBezTo>
                    <a:pt x="65" y="72"/>
                    <a:pt x="64" y="74"/>
                    <a:pt x="64" y="75"/>
                  </a:cubicBezTo>
                  <a:cubicBezTo>
                    <a:pt x="63" y="77"/>
                    <a:pt x="62" y="79"/>
                    <a:pt x="60" y="81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7" y="66"/>
                    <a:pt x="47" y="66"/>
                    <a:pt x="47" y="66"/>
                  </a:cubicBezTo>
                  <a:cubicBezTo>
                    <a:pt x="47" y="65"/>
                    <a:pt x="46" y="64"/>
                    <a:pt x="44" y="63"/>
                  </a:cubicBezTo>
                  <a:cubicBezTo>
                    <a:pt x="42" y="62"/>
                    <a:pt x="41" y="61"/>
                    <a:pt x="41" y="60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4" y="47"/>
                    <a:pt x="33" y="47"/>
                    <a:pt x="31" y="47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0" y="29"/>
                    <a:pt x="17" y="26"/>
                    <a:pt x="14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1" y="20"/>
                    <a:pt x="11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2"/>
                    <a:pt x="8" y="44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0" y="71"/>
                    <a:pt x="10" y="71"/>
                    <a:pt x="9" y="71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6"/>
                    <a:pt x="10" y="76"/>
                    <a:pt x="10" y="77"/>
                  </a:cubicBezTo>
                  <a:cubicBezTo>
                    <a:pt x="10" y="77"/>
                    <a:pt x="9" y="79"/>
                    <a:pt x="7" y="8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4" y="84"/>
                    <a:pt x="3" y="84"/>
                    <a:pt x="3" y="84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2"/>
                    <a:pt x="1" y="81"/>
                    <a:pt x="1" y="81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2"/>
                    <a:pt x="3" y="71"/>
                    <a:pt x="3" y="71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1"/>
                    <a:pt x="3" y="71"/>
                    <a:pt x="3" y="70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60"/>
                    <a:pt x="4" y="59"/>
                    <a:pt x="5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1"/>
                    <a:pt x="4" y="40"/>
                    <a:pt x="5" y="3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5"/>
                    <a:pt x="4" y="35"/>
                    <a:pt x="5" y="34"/>
                  </a:cubicBezTo>
                  <a:cubicBezTo>
                    <a:pt x="4" y="33"/>
                    <a:pt x="3" y="33"/>
                    <a:pt x="3" y="32"/>
                  </a:cubicBezTo>
                  <a:cubicBezTo>
                    <a:pt x="3" y="31"/>
                    <a:pt x="4" y="30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1"/>
                    <a:pt x="3" y="21"/>
                    <a:pt x="3" y="20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6"/>
                    <a:pt x="3" y="14"/>
                    <a:pt x="3" y="1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4" y="7"/>
                    <a:pt x="4" y="7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10" y="1"/>
                    <a:pt x="10" y="1"/>
                  </a:cubicBezTo>
                  <a:cubicBezTo>
                    <a:pt x="11" y="1"/>
                    <a:pt x="11" y="1"/>
                    <a:pt x="12" y="3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3"/>
                    <a:pt x="19" y="14"/>
                    <a:pt x="20" y="17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4"/>
                    <a:pt x="24" y="24"/>
                    <a:pt x="24" y="25"/>
                  </a:cubicBezTo>
                  <a:cubicBezTo>
                    <a:pt x="24" y="25"/>
                    <a:pt x="24" y="25"/>
                    <a:pt x="24" y="26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7" y="44"/>
                    <a:pt x="37" y="45"/>
                    <a:pt x="37" y="45"/>
                  </a:cubicBezTo>
                  <a:cubicBezTo>
                    <a:pt x="38" y="45"/>
                    <a:pt x="38" y="46"/>
                    <a:pt x="39" y="46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4" y="52"/>
                    <a:pt x="45" y="52"/>
                    <a:pt x="45" y="53"/>
                  </a:cubicBezTo>
                  <a:cubicBezTo>
                    <a:pt x="45" y="53"/>
                    <a:pt x="46" y="54"/>
                    <a:pt x="46" y="55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6" y="58"/>
                    <a:pt x="47" y="59"/>
                    <a:pt x="47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2"/>
                    <a:pt x="51" y="62"/>
                    <a:pt x="51" y="62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8" y="56"/>
                    <a:pt x="58" y="55"/>
                    <a:pt x="58" y="54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0" y="35"/>
                    <a:pt x="59" y="35"/>
                    <a:pt x="58" y="34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9" y="18"/>
                    <a:pt x="59" y="18"/>
                  </a:cubicBezTo>
                  <a:cubicBezTo>
                    <a:pt x="59" y="18"/>
                    <a:pt x="59" y="17"/>
                    <a:pt x="59" y="16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11"/>
                    <a:pt x="57" y="10"/>
                    <a:pt x="57" y="9"/>
                  </a:cubicBezTo>
                  <a:cubicBezTo>
                    <a:pt x="56" y="9"/>
                    <a:pt x="56" y="8"/>
                    <a:pt x="55" y="8"/>
                  </a:cubicBezTo>
                  <a:cubicBezTo>
                    <a:pt x="55" y="8"/>
                    <a:pt x="54" y="7"/>
                    <a:pt x="54" y="7"/>
                  </a:cubicBezTo>
                  <a:cubicBezTo>
                    <a:pt x="54" y="5"/>
                    <a:pt x="56" y="4"/>
                    <a:pt x="60" y="3"/>
                  </a:cubicBezTo>
                  <a:cubicBezTo>
                    <a:pt x="60" y="2"/>
                    <a:pt x="61" y="2"/>
                    <a:pt x="61" y="1"/>
                  </a:cubicBezTo>
                  <a:cubicBezTo>
                    <a:pt x="62" y="1"/>
                    <a:pt x="63" y="1"/>
                    <a:pt x="64" y="0"/>
                  </a:cubicBezTo>
                  <a:cubicBezTo>
                    <a:pt x="64" y="1"/>
                    <a:pt x="65" y="2"/>
                    <a:pt x="65" y="2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4"/>
                    <a:pt x="65" y="15"/>
                    <a:pt x="64" y="16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5"/>
                    <a:pt x="65" y="25"/>
                    <a:pt x="65" y="25"/>
                  </a:cubicBezTo>
                  <a:lnTo>
                    <a:pt x="65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1507">
              <a:extLst>
                <a:ext uri="{FF2B5EF4-FFF2-40B4-BE49-F238E27FC236}">
                  <a16:creationId xmlns:a16="http://schemas.microsoft.com/office/drawing/2014/main" id="{E469BB69-3A8B-42BE-B084-AF646E1CD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339"/>
              <a:ext cx="64" cy="73"/>
            </a:xfrm>
            <a:custGeom>
              <a:avLst/>
              <a:gdLst>
                <a:gd name="T0" fmla="*/ 41 w 79"/>
                <a:gd name="T1" fmla="*/ 51 h 84"/>
                <a:gd name="T2" fmla="*/ 39 w 79"/>
                <a:gd name="T3" fmla="*/ 54 h 84"/>
                <a:gd name="T4" fmla="*/ 36 w 79"/>
                <a:gd name="T5" fmla="*/ 55 h 84"/>
                <a:gd name="T6" fmla="*/ 34 w 79"/>
                <a:gd name="T7" fmla="*/ 55 h 84"/>
                <a:gd name="T8" fmla="*/ 29 w 79"/>
                <a:gd name="T9" fmla="*/ 54 h 84"/>
                <a:gd name="T10" fmla="*/ 25 w 79"/>
                <a:gd name="T11" fmla="*/ 55 h 84"/>
                <a:gd name="T12" fmla="*/ 23 w 79"/>
                <a:gd name="T13" fmla="*/ 54 h 84"/>
                <a:gd name="T14" fmla="*/ 15 w 79"/>
                <a:gd name="T15" fmla="*/ 55 h 84"/>
                <a:gd name="T16" fmla="*/ 12 w 79"/>
                <a:gd name="T17" fmla="*/ 55 h 84"/>
                <a:gd name="T18" fmla="*/ 2 w 79"/>
                <a:gd name="T19" fmla="*/ 54 h 84"/>
                <a:gd name="T20" fmla="*/ 3 w 79"/>
                <a:gd name="T21" fmla="*/ 48 h 84"/>
                <a:gd name="T22" fmla="*/ 4 w 79"/>
                <a:gd name="T23" fmla="*/ 43 h 84"/>
                <a:gd name="T24" fmla="*/ 3 w 79"/>
                <a:gd name="T25" fmla="*/ 30 h 84"/>
                <a:gd name="T26" fmla="*/ 4 w 79"/>
                <a:gd name="T27" fmla="*/ 27 h 84"/>
                <a:gd name="T28" fmla="*/ 3 w 79"/>
                <a:gd name="T29" fmla="*/ 23 h 84"/>
                <a:gd name="T30" fmla="*/ 3 w 79"/>
                <a:gd name="T31" fmla="*/ 15 h 84"/>
                <a:gd name="T32" fmla="*/ 2 w 79"/>
                <a:gd name="T33" fmla="*/ 11 h 84"/>
                <a:gd name="T34" fmla="*/ 2 w 79"/>
                <a:gd name="T35" fmla="*/ 9 h 84"/>
                <a:gd name="T36" fmla="*/ 3 w 79"/>
                <a:gd name="T37" fmla="*/ 9 h 84"/>
                <a:gd name="T38" fmla="*/ 2 w 79"/>
                <a:gd name="T39" fmla="*/ 7 h 84"/>
                <a:gd name="T40" fmla="*/ 2 w 79"/>
                <a:gd name="T41" fmla="*/ 3 h 84"/>
                <a:gd name="T42" fmla="*/ 2 w 79"/>
                <a:gd name="T43" fmla="*/ 2 h 84"/>
                <a:gd name="T44" fmla="*/ 4 w 79"/>
                <a:gd name="T45" fmla="*/ 0 h 84"/>
                <a:gd name="T46" fmla="*/ 11 w 79"/>
                <a:gd name="T47" fmla="*/ 2 h 84"/>
                <a:gd name="T48" fmla="*/ 15 w 79"/>
                <a:gd name="T49" fmla="*/ 2 h 84"/>
                <a:gd name="T50" fmla="*/ 26 w 79"/>
                <a:gd name="T51" fmla="*/ 3 h 84"/>
                <a:gd name="T52" fmla="*/ 29 w 79"/>
                <a:gd name="T53" fmla="*/ 1 h 84"/>
                <a:gd name="T54" fmla="*/ 32 w 79"/>
                <a:gd name="T55" fmla="*/ 2 h 84"/>
                <a:gd name="T56" fmla="*/ 29 w 79"/>
                <a:gd name="T57" fmla="*/ 3 h 84"/>
                <a:gd name="T58" fmla="*/ 24 w 79"/>
                <a:gd name="T59" fmla="*/ 5 h 84"/>
                <a:gd name="T60" fmla="*/ 19 w 79"/>
                <a:gd name="T61" fmla="*/ 4 h 84"/>
                <a:gd name="T62" fmla="*/ 15 w 79"/>
                <a:gd name="T63" fmla="*/ 5 h 84"/>
                <a:gd name="T64" fmla="*/ 12 w 79"/>
                <a:gd name="T65" fmla="*/ 5 h 84"/>
                <a:gd name="T66" fmla="*/ 7 w 79"/>
                <a:gd name="T67" fmla="*/ 6 h 84"/>
                <a:gd name="T68" fmla="*/ 7 w 79"/>
                <a:gd name="T69" fmla="*/ 12 h 84"/>
                <a:gd name="T70" fmla="*/ 8 w 79"/>
                <a:gd name="T71" fmla="*/ 14 h 84"/>
                <a:gd name="T72" fmla="*/ 15 w 79"/>
                <a:gd name="T73" fmla="*/ 15 h 84"/>
                <a:gd name="T74" fmla="*/ 19 w 79"/>
                <a:gd name="T75" fmla="*/ 15 h 84"/>
                <a:gd name="T76" fmla="*/ 25 w 79"/>
                <a:gd name="T77" fmla="*/ 15 h 84"/>
                <a:gd name="T78" fmla="*/ 29 w 79"/>
                <a:gd name="T79" fmla="*/ 15 h 84"/>
                <a:gd name="T80" fmla="*/ 35 w 79"/>
                <a:gd name="T81" fmla="*/ 14 h 84"/>
                <a:gd name="T82" fmla="*/ 38 w 79"/>
                <a:gd name="T83" fmla="*/ 13 h 84"/>
                <a:gd name="T84" fmla="*/ 40 w 79"/>
                <a:gd name="T85" fmla="*/ 15 h 84"/>
                <a:gd name="T86" fmla="*/ 36 w 79"/>
                <a:gd name="T87" fmla="*/ 17 h 84"/>
                <a:gd name="T88" fmla="*/ 31 w 79"/>
                <a:gd name="T89" fmla="*/ 17 h 84"/>
                <a:gd name="T90" fmla="*/ 23 w 79"/>
                <a:gd name="T91" fmla="*/ 17 h 84"/>
                <a:gd name="T92" fmla="*/ 20 w 79"/>
                <a:gd name="T93" fmla="*/ 17 h 84"/>
                <a:gd name="T94" fmla="*/ 12 w 79"/>
                <a:gd name="T95" fmla="*/ 17 h 84"/>
                <a:gd name="T96" fmla="*/ 7 w 79"/>
                <a:gd name="T97" fmla="*/ 18 h 84"/>
                <a:gd name="T98" fmla="*/ 7 w 79"/>
                <a:gd name="T99" fmla="*/ 23 h 84"/>
                <a:gd name="T100" fmla="*/ 8 w 79"/>
                <a:gd name="T101" fmla="*/ 28 h 84"/>
                <a:gd name="T102" fmla="*/ 8 w 79"/>
                <a:gd name="T103" fmla="*/ 32 h 84"/>
                <a:gd name="T104" fmla="*/ 8 w 79"/>
                <a:gd name="T105" fmla="*/ 37 h 84"/>
                <a:gd name="T106" fmla="*/ 9 w 79"/>
                <a:gd name="T107" fmla="*/ 49 h 84"/>
                <a:gd name="T108" fmla="*/ 15 w 79"/>
                <a:gd name="T109" fmla="*/ 50 h 84"/>
                <a:gd name="T110" fmla="*/ 19 w 79"/>
                <a:gd name="T111" fmla="*/ 50 h 84"/>
                <a:gd name="T112" fmla="*/ 24 w 79"/>
                <a:gd name="T113" fmla="*/ 52 h 84"/>
                <a:gd name="T114" fmla="*/ 31 w 79"/>
                <a:gd name="T115" fmla="*/ 51 h 84"/>
                <a:gd name="T116" fmla="*/ 32 w 79"/>
                <a:gd name="T117" fmla="*/ 51 h 84"/>
                <a:gd name="T118" fmla="*/ 40 w 79"/>
                <a:gd name="T119" fmla="*/ 50 h 84"/>
                <a:gd name="T120" fmla="*/ 42 w 79"/>
                <a:gd name="T121" fmla="*/ 50 h 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" h="84">
                  <a:moveTo>
                    <a:pt x="79" y="76"/>
                  </a:moveTo>
                  <a:cubicBezTo>
                    <a:pt x="78" y="78"/>
                    <a:pt x="78" y="78"/>
                    <a:pt x="78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6" y="78"/>
                    <a:pt x="76" y="78"/>
                    <a:pt x="76" y="79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2" y="82"/>
                    <a:pt x="51" y="83"/>
                    <a:pt x="50" y="83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47" y="83"/>
                    <a:pt x="47" y="83"/>
                    <a:pt x="47" y="83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8" y="83"/>
                    <a:pt x="27" y="82"/>
                    <a:pt x="26" y="82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7" y="83"/>
                    <a:pt x="6" y="83"/>
                    <a:pt x="3" y="82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2"/>
                    <a:pt x="8" y="42"/>
                    <a:pt x="7" y="41"/>
                  </a:cubicBezTo>
                  <a:cubicBezTo>
                    <a:pt x="7" y="41"/>
                    <a:pt x="7" y="40"/>
                    <a:pt x="6" y="40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8"/>
                    <a:pt x="3" y="7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2"/>
                    <a:pt x="26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2" y="2"/>
                    <a:pt x="55" y="2"/>
                    <a:pt x="56" y="1"/>
                  </a:cubicBezTo>
                  <a:cubicBezTo>
                    <a:pt x="58" y="0"/>
                    <a:pt x="59" y="0"/>
                    <a:pt x="59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2"/>
                    <a:pt x="60" y="2"/>
                  </a:cubicBezTo>
                  <a:cubicBezTo>
                    <a:pt x="59" y="3"/>
                    <a:pt x="59" y="3"/>
                    <a:pt x="58" y="4"/>
                  </a:cubicBezTo>
                  <a:cubicBezTo>
                    <a:pt x="57" y="4"/>
                    <a:pt x="57" y="5"/>
                    <a:pt x="57" y="5"/>
                  </a:cubicBezTo>
                  <a:cubicBezTo>
                    <a:pt x="57" y="6"/>
                    <a:pt x="56" y="6"/>
                    <a:pt x="55" y="6"/>
                  </a:cubicBezTo>
                  <a:cubicBezTo>
                    <a:pt x="53" y="7"/>
                    <a:pt x="51" y="8"/>
                    <a:pt x="50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5" y="7"/>
                    <a:pt x="34" y="6"/>
                    <a:pt x="33" y="6"/>
                  </a:cubicBezTo>
                  <a:cubicBezTo>
                    <a:pt x="32" y="7"/>
                    <a:pt x="31" y="8"/>
                    <a:pt x="28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5" y="22"/>
                    <a:pt x="26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9" y="22"/>
                    <a:pt x="30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6" y="23"/>
                    <a:pt x="47" y="23"/>
                  </a:cubicBezTo>
                  <a:cubicBezTo>
                    <a:pt x="47" y="22"/>
                    <a:pt x="48" y="22"/>
                    <a:pt x="48" y="22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7" y="21"/>
                    <a:pt x="67" y="22"/>
                    <a:pt x="68" y="22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0" y="21"/>
                    <a:pt x="71" y="20"/>
                    <a:pt x="72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6"/>
                    <a:pt x="42" y="25"/>
                    <a:pt x="42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40"/>
                    <a:pt x="15" y="41"/>
                    <a:pt x="15" y="42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50"/>
                    <a:pt x="15" y="51"/>
                    <a:pt x="14" y="52"/>
                  </a:cubicBezTo>
                  <a:cubicBezTo>
                    <a:pt x="15" y="53"/>
                    <a:pt x="15" y="54"/>
                    <a:pt x="15" y="55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7"/>
                    <a:pt x="30" y="78"/>
                    <a:pt x="32" y="78"/>
                  </a:cubicBezTo>
                  <a:cubicBezTo>
                    <a:pt x="32" y="78"/>
                    <a:pt x="33" y="77"/>
                    <a:pt x="33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5" y="76"/>
                    <a:pt x="75" y="76"/>
                    <a:pt x="76" y="76"/>
                  </a:cubicBezTo>
                  <a:cubicBezTo>
                    <a:pt x="77" y="75"/>
                    <a:pt x="77" y="75"/>
                    <a:pt x="78" y="75"/>
                  </a:cubicBezTo>
                  <a:cubicBezTo>
                    <a:pt x="78" y="75"/>
                    <a:pt x="78" y="75"/>
                    <a:pt x="79" y="7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1508">
              <a:extLst>
                <a:ext uri="{FF2B5EF4-FFF2-40B4-BE49-F238E27FC236}">
                  <a16:creationId xmlns:a16="http://schemas.microsoft.com/office/drawing/2014/main" id="{F5267437-AA65-4D27-8CB4-D8C88D4CA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3339"/>
              <a:ext cx="61" cy="74"/>
            </a:xfrm>
            <a:custGeom>
              <a:avLst/>
              <a:gdLst>
                <a:gd name="T0" fmla="*/ 39 w 75"/>
                <a:gd name="T1" fmla="*/ 37 h 86"/>
                <a:gd name="T2" fmla="*/ 39 w 75"/>
                <a:gd name="T3" fmla="*/ 40 h 86"/>
                <a:gd name="T4" fmla="*/ 37 w 75"/>
                <a:gd name="T5" fmla="*/ 46 h 86"/>
                <a:gd name="T6" fmla="*/ 33 w 75"/>
                <a:gd name="T7" fmla="*/ 49 h 86"/>
                <a:gd name="T8" fmla="*/ 24 w 75"/>
                <a:gd name="T9" fmla="*/ 55 h 86"/>
                <a:gd name="T10" fmla="*/ 20 w 75"/>
                <a:gd name="T11" fmla="*/ 55 h 86"/>
                <a:gd name="T12" fmla="*/ 12 w 75"/>
                <a:gd name="T13" fmla="*/ 54 h 86"/>
                <a:gd name="T14" fmla="*/ 9 w 75"/>
                <a:gd name="T15" fmla="*/ 53 h 86"/>
                <a:gd name="T16" fmla="*/ 5 w 75"/>
                <a:gd name="T17" fmla="*/ 51 h 86"/>
                <a:gd name="T18" fmla="*/ 0 w 75"/>
                <a:gd name="T19" fmla="*/ 48 h 86"/>
                <a:gd name="T20" fmla="*/ 4 w 75"/>
                <a:gd name="T21" fmla="*/ 43 h 86"/>
                <a:gd name="T22" fmla="*/ 6 w 75"/>
                <a:gd name="T23" fmla="*/ 47 h 86"/>
                <a:gd name="T24" fmla="*/ 7 w 75"/>
                <a:gd name="T25" fmla="*/ 48 h 86"/>
                <a:gd name="T26" fmla="*/ 16 w 75"/>
                <a:gd name="T27" fmla="*/ 52 h 86"/>
                <a:gd name="T28" fmla="*/ 19 w 75"/>
                <a:gd name="T29" fmla="*/ 52 h 86"/>
                <a:gd name="T30" fmla="*/ 24 w 75"/>
                <a:gd name="T31" fmla="*/ 52 h 86"/>
                <a:gd name="T32" fmla="*/ 29 w 75"/>
                <a:gd name="T33" fmla="*/ 49 h 86"/>
                <a:gd name="T34" fmla="*/ 32 w 75"/>
                <a:gd name="T35" fmla="*/ 45 h 86"/>
                <a:gd name="T36" fmla="*/ 33 w 75"/>
                <a:gd name="T37" fmla="*/ 41 h 86"/>
                <a:gd name="T38" fmla="*/ 35 w 75"/>
                <a:gd name="T39" fmla="*/ 38 h 86"/>
                <a:gd name="T40" fmla="*/ 33 w 75"/>
                <a:gd name="T41" fmla="*/ 32 h 86"/>
                <a:gd name="T42" fmla="*/ 27 w 75"/>
                <a:gd name="T43" fmla="*/ 29 h 86"/>
                <a:gd name="T44" fmla="*/ 25 w 75"/>
                <a:gd name="T45" fmla="*/ 28 h 86"/>
                <a:gd name="T46" fmla="*/ 20 w 75"/>
                <a:gd name="T47" fmla="*/ 27 h 86"/>
                <a:gd name="T48" fmla="*/ 16 w 75"/>
                <a:gd name="T49" fmla="*/ 27 h 86"/>
                <a:gd name="T50" fmla="*/ 11 w 75"/>
                <a:gd name="T51" fmla="*/ 24 h 86"/>
                <a:gd name="T52" fmla="*/ 8 w 75"/>
                <a:gd name="T53" fmla="*/ 22 h 86"/>
                <a:gd name="T54" fmla="*/ 7 w 75"/>
                <a:gd name="T55" fmla="*/ 19 h 86"/>
                <a:gd name="T56" fmla="*/ 7 w 75"/>
                <a:gd name="T57" fmla="*/ 16 h 86"/>
                <a:gd name="T58" fmla="*/ 8 w 75"/>
                <a:gd name="T59" fmla="*/ 12 h 86"/>
                <a:gd name="T60" fmla="*/ 10 w 75"/>
                <a:gd name="T61" fmla="*/ 9 h 86"/>
                <a:gd name="T62" fmla="*/ 19 w 75"/>
                <a:gd name="T63" fmla="*/ 3 h 86"/>
                <a:gd name="T64" fmla="*/ 23 w 75"/>
                <a:gd name="T65" fmla="*/ 2 h 86"/>
                <a:gd name="T66" fmla="*/ 30 w 75"/>
                <a:gd name="T67" fmla="*/ 1 h 86"/>
                <a:gd name="T68" fmla="*/ 33 w 75"/>
                <a:gd name="T69" fmla="*/ 2 h 86"/>
                <a:gd name="T70" fmla="*/ 34 w 75"/>
                <a:gd name="T71" fmla="*/ 3 h 86"/>
                <a:gd name="T72" fmla="*/ 30 w 75"/>
                <a:gd name="T73" fmla="*/ 5 h 86"/>
                <a:gd name="T74" fmla="*/ 24 w 75"/>
                <a:gd name="T75" fmla="*/ 3 h 86"/>
                <a:gd name="T76" fmla="*/ 19 w 75"/>
                <a:gd name="T77" fmla="*/ 5 h 86"/>
                <a:gd name="T78" fmla="*/ 14 w 75"/>
                <a:gd name="T79" fmla="*/ 9 h 86"/>
                <a:gd name="T80" fmla="*/ 11 w 75"/>
                <a:gd name="T81" fmla="*/ 14 h 86"/>
                <a:gd name="T82" fmla="*/ 12 w 75"/>
                <a:gd name="T83" fmla="*/ 16 h 86"/>
                <a:gd name="T84" fmla="*/ 12 w 75"/>
                <a:gd name="T85" fmla="*/ 19 h 86"/>
                <a:gd name="T86" fmla="*/ 16 w 75"/>
                <a:gd name="T87" fmla="*/ 22 h 86"/>
                <a:gd name="T88" fmla="*/ 22 w 75"/>
                <a:gd name="T89" fmla="*/ 22 h 86"/>
                <a:gd name="T90" fmla="*/ 24 w 75"/>
                <a:gd name="T91" fmla="*/ 22 h 86"/>
                <a:gd name="T92" fmla="*/ 27 w 75"/>
                <a:gd name="T93" fmla="*/ 24 h 86"/>
                <a:gd name="T94" fmla="*/ 28 w 75"/>
                <a:gd name="T95" fmla="*/ 25 h 86"/>
                <a:gd name="T96" fmla="*/ 33 w 75"/>
                <a:gd name="T97" fmla="*/ 24 h 86"/>
                <a:gd name="T98" fmla="*/ 37 w 75"/>
                <a:gd name="T99" fmla="*/ 27 h 86"/>
                <a:gd name="T100" fmla="*/ 37 w 75"/>
                <a:gd name="T101" fmla="*/ 27 h 86"/>
                <a:gd name="T102" fmla="*/ 40 w 75"/>
                <a:gd name="T103" fmla="*/ 31 h 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5" h="86">
                  <a:moveTo>
                    <a:pt x="75" y="55"/>
                  </a:moveTo>
                  <a:cubicBezTo>
                    <a:pt x="75" y="56"/>
                    <a:pt x="75" y="57"/>
                    <a:pt x="74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60"/>
                    <a:pt x="71" y="60"/>
                    <a:pt x="71" y="60"/>
                  </a:cubicBezTo>
                  <a:cubicBezTo>
                    <a:pt x="72" y="61"/>
                    <a:pt x="73" y="61"/>
                    <a:pt x="73" y="62"/>
                  </a:cubicBezTo>
                  <a:cubicBezTo>
                    <a:pt x="73" y="64"/>
                    <a:pt x="73" y="65"/>
                    <a:pt x="72" y="66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47" y="85"/>
                    <a:pt x="47" y="85"/>
                    <a:pt x="47" y="85"/>
                  </a:cubicBezTo>
                  <a:cubicBezTo>
                    <a:pt x="46" y="85"/>
                    <a:pt x="45" y="86"/>
                    <a:pt x="45" y="86"/>
                  </a:cubicBezTo>
                  <a:cubicBezTo>
                    <a:pt x="45" y="86"/>
                    <a:pt x="44" y="86"/>
                    <a:pt x="44" y="85"/>
                  </a:cubicBezTo>
                  <a:cubicBezTo>
                    <a:pt x="42" y="86"/>
                    <a:pt x="41" y="86"/>
                    <a:pt x="39" y="86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1" y="86"/>
                    <a:pt x="31" y="86"/>
                    <a:pt x="31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6"/>
                    <a:pt x="0" y="76"/>
                    <a:pt x="0" y="75"/>
                  </a:cubicBezTo>
                  <a:cubicBezTo>
                    <a:pt x="0" y="74"/>
                    <a:pt x="0" y="73"/>
                    <a:pt x="1" y="72"/>
                  </a:cubicBezTo>
                  <a:cubicBezTo>
                    <a:pt x="1" y="71"/>
                    <a:pt x="2" y="70"/>
                    <a:pt x="3" y="69"/>
                  </a:cubicBezTo>
                  <a:cubicBezTo>
                    <a:pt x="4" y="68"/>
                    <a:pt x="6" y="67"/>
                    <a:pt x="7" y="67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9" y="72"/>
                    <a:pt x="9" y="72"/>
                    <a:pt x="10" y="72"/>
                  </a:cubicBezTo>
                  <a:cubicBezTo>
                    <a:pt x="10" y="73"/>
                    <a:pt x="10" y="73"/>
                    <a:pt x="10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2" y="82"/>
                    <a:pt x="33" y="82"/>
                    <a:pt x="33" y="82"/>
                  </a:cubicBezTo>
                  <a:cubicBezTo>
                    <a:pt x="34" y="82"/>
                    <a:pt x="34" y="82"/>
                    <a:pt x="34" y="81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5" y="80"/>
                    <a:pt x="45" y="80"/>
                    <a:pt x="45" y="80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3" y="79"/>
                    <a:pt x="54" y="78"/>
                    <a:pt x="54" y="77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8" y="73"/>
                    <a:pt x="58" y="73"/>
                    <a:pt x="58" y="73"/>
                  </a:cubicBezTo>
                  <a:cubicBezTo>
                    <a:pt x="58" y="72"/>
                    <a:pt x="59" y="71"/>
                    <a:pt x="59" y="70"/>
                  </a:cubicBezTo>
                  <a:cubicBezTo>
                    <a:pt x="61" y="70"/>
                    <a:pt x="61" y="69"/>
                    <a:pt x="61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42"/>
                    <a:pt x="25" y="42"/>
                    <a:pt x="24" y="41"/>
                  </a:cubicBezTo>
                  <a:cubicBezTo>
                    <a:pt x="23" y="41"/>
                    <a:pt x="22" y="40"/>
                    <a:pt x="21" y="40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8" y="38"/>
                  </a:cubicBezTo>
                  <a:cubicBezTo>
                    <a:pt x="17" y="37"/>
                    <a:pt x="16" y="36"/>
                    <a:pt x="15" y="35"/>
                  </a:cubicBezTo>
                  <a:cubicBezTo>
                    <a:pt x="15" y="34"/>
                    <a:pt x="14" y="33"/>
                    <a:pt x="14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7"/>
                    <a:pt x="18" y="16"/>
                    <a:pt x="18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5" y="3"/>
                    <a:pt x="66" y="4"/>
                    <a:pt x="66" y="4"/>
                  </a:cubicBezTo>
                  <a:cubicBezTo>
                    <a:pt x="66" y="5"/>
                    <a:pt x="66" y="5"/>
                    <a:pt x="65" y="5"/>
                  </a:cubicBezTo>
                  <a:cubicBezTo>
                    <a:pt x="65" y="6"/>
                    <a:pt x="64" y="6"/>
                    <a:pt x="64" y="6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2" y="8"/>
                    <a:pt x="60" y="9"/>
                    <a:pt x="58" y="9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3"/>
                    <a:pt x="22" y="24"/>
                    <a:pt x="22" y="24"/>
                  </a:cubicBezTo>
                  <a:cubicBezTo>
                    <a:pt x="22" y="25"/>
                    <a:pt x="22" y="25"/>
                    <a:pt x="22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5" y="35"/>
                    <a:pt x="45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1" y="39"/>
                    <a:pt x="51" y="40"/>
                    <a:pt x="52" y="40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38"/>
                    <a:pt x="63" y="38"/>
                    <a:pt x="64" y="39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70" y="42"/>
                    <a:pt x="71" y="43"/>
                    <a:pt x="73" y="46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4" y="49"/>
                    <a:pt x="74" y="49"/>
                    <a:pt x="74" y="49"/>
                  </a:cubicBezTo>
                  <a:lnTo>
                    <a:pt x="75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1509">
              <a:extLst>
                <a:ext uri="{FF2B5EF4-FFF2-40B4-BE49-F238E27FC236}">
                  <a16:creationId xmlns:a16="http://schemas.microsoft.com/office/drawing/2014/main" id="{9FD25143-823F-4F6B-A6FC-5935A6612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3339"/>
              <a:ext cx="64" cy="73"/>
            </a:xfrm>
            <a:custGeom>
              <a:avLst/>
              <a:gdLst>
                <a:gd name="T0" fmla="*/ 40 w 80"/>
                <a:gd name="T1" fmla="*/ 51 h 84"/>
                <a:gd name="T2" fmla="*/ 38 w 80"/>
                <a:gd name="T3" fmla="*/ 54 h 84"/>
                <a:gd name="T4" fmla="*/ 34 w 80"/>
                <a:gd name="T5" fmla="*/ 55 h 84"/>
                <a:gd name="T6" fmla="*/ 34 w 80"/>
                <a:gd name="T7" fmla="*/ 55 h 84"/>
                <a:gd name="T8" fmla="*/ 28 w 80"/>
                <a:gd name="T9" fmla="*/ 54 h 84"/>
                <a:gd name="T10" fmla="*/ 24 w 80"/>
                <a:gd name="T11" fmla="*/ 55 h 84"/>
                <a:gd name="T12" fmla="*/ 24 w 80"/>
                <a:gd name="T13" fmla="*/ 54 h 84"/>
                <a:gd name="T14" fmla="*/ 15 w 80"/>
                <a:gd name="T15" fmla="*/ 55 h 84"/>
                <a:gd name="T16" fmla="*/ 11 w 80"/>
                <a:gd name="T17" fmla="*/ 55 h 84"/>
                <a:gd name="T18" fmla="*/ 2 w 80"/>
                <a:gd name="T19" fmla="*/ 54 h 84"/>
                <a:gd name="T20" fmla="*/ 3 w 80"/>
                <a:gd name="T21" fmla="*/ 48 h 84"/>
                <a:gd name="T22" fmla="*/ 4 w 80"/>
                <a:gd name="T23" fmla="*/ 43 h 84"/>
                <a:gd name="T24" fmla="*/ 4 w 80"/>
                <a:gd name="T25" fmla="*/ 30 h 84"/>
                <a:gd name="T26" fmla="*/ 4 w 80"/>
                <a:gd name="T27" fmla="*/ 27 h 84"/>
                <a:gd name="T28" fmla="*/ 3 w 80"/>
                <a:gd name="T29" fmla="*/ 23 h 84"/>
                <a:gd name="T30" fmla="*/ 4 w 80"/>
                <a:gd name="T31" fmla="*/ 15 h 84"/>
                <a:gd name="T32" fmla="*/ 2 w 80"/>
                <a:gd name="T33" fmla="*/ 11 h 84"/>
                <a:gd name="T34" fmla="*/ 2 w 80"/>
                <a:gd name="T35" fmla="*/ 9 h 84"/>
                <a:gd name="T36" fmla="*/ 4 w 80"/>
                <a:gd name="T37" fmla="*/ 9 h 84"/>
                <a:gd name="T38" fmla="*/ 2 w 80"/>
                <a:gd name="T39" fmla="*/ 7 h 84"/>
                <a:gd name="T40" fmla="*/ 2 w 80"/>
                <a:gd name="T41" fmla="*/ 3 h 84"/>
                <a:gd name="T42" fmla="*/ 2 w 80"/>
                <a:gd name="T43" fmla="*/ 2 h 84"/>
                <a:gd name="T44" fmla="*/ 5 w 80"/>
                <a:gd name="T45" fmla="*/ 0 h 84"/>
                <a:gd name="T46" fmla="*/ 11 w 80"/>
                <a:gd name="T47" fmla="*/ 2 h 84"/>
                <a:gd name="T48" fmla="*/ 14 w 80"/>
                <a:gd name="T49" fmla="*/ 2 h 84"/>
                <a:gd name="T50" fmla="*/ 25 w 80"/>
                <a:gd name="T51" fmla="*/ 3 h 84"/>
                <a:gd name="T52" fmla="*/ 30 w 80"/>
                <a:gd name="T53" fmla="*/ 1 h 84"/>
                <a:gd name="T54" fmla="*/ 30 w 80"/>
                <a:gd name="T55" fmla="*/ 2 h 84"/>
                <a:gd name="T56" fmla="*/ 29 w 80"/>
                <a:gd name="T57" fmla="*/ 3 h 84"/>
                <a:gd name="T58" fmla="*/ 24 w 80"/>
                <a:gd name="T59" fmla="*/ 5 h 84"/>
                <a:gd name="T60" fmla="*/ 19 w 80"/>
                <a:gd name="T61" fmla="*/ 4 h 84"/>
                <a:gd name="T62" fmla="*/ 14 w 80"/>
                <a:gd name="T63" fmla="*/ 5 h 84"/>
                <a:gd name="T64" fmla="*/ 12 w 80"/>
                <a:gd name="T65" fmla="*/ 5 h 84"/>
                <a:gd name="T66" fmla="*/ 8 w 80"/>
                <a:gd name="T67" fmla="*/ 6 h 84"/>
                <a:gd name="T68" fmla="*/ 8 w 80"/>
                <a:gd name="T69" fmla="*/ 12 h 84"/>
                <a:gd name="T70" fmla="*/ 8 w 80"/>
                <a:gd name="T71" fmla="*/ 14 h 84"/>
                <a:gd name="T72" fmla="*/ 14 w 80"/>
                <a:gd name="T73" fmla="*/ 15 h 84"/>
                <a:gd name="T74" fmla="*/ 19 w 80"/>
                <a:gd name="T75" fmla="*/ 15 h 84"/>
                <a:gd name="T76" fmla="*/ 24 w 80"/>
                <a:gd name="T77" fmla="*/ 15 h 84"/>
                <a:gd name="T78" fmla="*/ 28 w 80"/>
                <a:gd name="T79" fmla="*/ 15 h 84"/>
                <a:gd name="T80" fmla="*/ 34 w 80"/>
                <a:gd name="T81" fmla="*/ 14 h 84"/>
                <a:gd name="T82" fmla="*/ 37 w 80"/>
                <a:gd name="T83" fmla="*/ 13 h 84"/>
                <a:gd name="T84" fmla="*/ 38 w 80"/>
                <a:gd name="T85" fmla="*/ 15 h 84"/>
                <a:gd name="T86" fmla="*/ 34 w 80"/>
                <a:gd name="T87" fmla="*/ 17 h 84"/>
                <a:gd name="T88" fmla="*/ 30 w 80"/>
                <a:gd name="T89" fmla="*/ 17 h 84"/>
                <a:gd name="T90" fmla="*/ 22 w 80"/>
                <a:gd name="T91" fmla="*/ 17 h 84"/>
                <a:gd name="T92" fmla="*/ 20 w 80"/>
                <a:gd name="T93" fmla="*/ 17 h 84"/>
                <a:gd name="T94" fmla="*/ 12 w 80"/>
                <a:gd name="T95" fmla="*/ 17 h 84"/>
                <a:gd name="T96" fmla="*/ 8 w 80"/>
                <a:gd name="T97" fmla="*/ 18 h 84"/>
                <a:gd name="T98" fmla="*/ 7 w 80"/>
                <a:gd name="T99" fmla="*/ 23 h 84"/>
                <a:gd name="T100" fmla="*/ 8 w 80"/>
                <a:gd name="T101" fmla="*/ 28 h 84"/>
                <a:gd name="T102" fmla="*/ 8 w 80"/>
                <a:gd name="T103" fmla="*/ 32 h 84"/>
                <a:gd name="T104" fmla="*/ 8 w 80"/>
                <a:gd name="T105" fmla="*/ 37 h 84"/>
                <a:gd name="T106" fmla="*/ 9 w 80"/>
                <a:gd name="T107" fmla="*/ 49 h 84"/>
                <a:gd name="T108" fmla="*/ 15 w 80"/>
                <a:gd name="T109" fmla="*/ 50 h 84"/>
                <a:gd name="T110" fmla="*/ 18 w 80"/>
                <a:gd name="T111" fmla="*/ 50 h 84"/>
                <a:gd name="T112" fmla="*/ 24 w 80"/>
                <a:gd name="T113" fmla="*/ 52 h 84"/>
                <a:gd name="T114" fmla="*/ 30 w 80"/>
                <a:gd name="T115" fmla="*/ 51 h 84"/>
                <a:gd name="T116" fmla="*/ 31 w 80"/>
                <a:gd name="T117" fmla="*/ 51 h 84"/>
                <a:gd name="T118" fmla="*/ 39 w 80"/>
                <a:gd name="T119" fmla="*/ 50 h 84"/>
                <a:gd name="T120" fmla="*/ 41 w 80"/>
                <a:gd name="T121" fmla="*/ 50 h 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0" h="84">
                  <a:moveTo>
                    <a:pt x="80" y="76"/>
                  </a:moveTo>
                  <a:cubicBezTo>
                    <a:pt x="79" y="78"/>
                    <a:pt x="79" y="78"/>
                    <a:pt x="79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7" y="78"/>
                    <a:pt x="77" y="78"/>
                    <a:pt x="77" y="79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58" y="83"/>
                    <a:pt x="58" y="83"/>
                    <a:pt x="58" y="83"/>
                  </a:cubicBezTo>
                  <a:cubicBezTo>
                    <a:pt x="56" y="83"/>
                    <a:pt x="56" y="83"/>
                    <a:pt x="56" y="83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3" y="82"/>
                    <a:pt x="52" y="83"/>
                    <a:pt x="51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7" y="83"/>
                    <a:pt x="47" y="83"/>
                    <a:pt x="47" y="83"/>
                  </a:cubicBezTo>
                  <a:cubicBezTo>
                    <a:pt x="47" y="82"/>
                    <a:pt x="47" y="82"/>
                    <a:pt x="47" y="82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28" y="83"/>
                    <a:pt x="27" y="82"/>
                    <a:pt x="27" y="82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8" y="83"/>
                    <a:pt x="7" y="83"/>
                    <a:pt x="4" y="82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2"/>
                    <a:pt x="8" y="42"/>
                    <a:pt x="8" y="41"/>
                  </a:cubicBezTo>
                  <a:cubicBezTo>
                    <a:pt x="8" y="41"/>
                    <a:pt x="7" y="40"/>
                    <a:pt x="6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2"/>
                    <a:pt x="6" y="12"/>
                    <a:pt x="6" y="11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8"/>
                    <a:pt x="4" y="7"/>
                    <a:pt x="4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2"/>
                    <a:pt x="27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3" y="2"/>
                    <a:pt x="55" y="2"/>
                    <a:pt x="57" y="1"/>
                  </a:cubicBezTo>
                  <a:cubicBezTo>
                    <a:pt x="58" y="0"/>
                    <a:pt x="59" y="0"/>
                    <a:pt x="60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1"/>
                    <a:pt x="61" y="2"/>
                    <a:pt x="60" y="2"/>
                  </a:cubicBezTo>
                  <a:cubicBezTo>
                    <a:pt x="60" y="3"/>
                    <a:pt x="59" y="3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ubicBezTo>
                    <a:pt x="58" y="6"/>
                    <a:pt x="57" y="6"/>
                    <a:pt x="56" y="6"/>
                  </a:cubicBezTo>
                  <a:cubicBezTo>
                    <a:pt x="54" y="7"/>
                    <a:pt x="52" y="8"/>
                    <a:pt x="51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6" y="7"/>
                    <a:pt x="35" y="6"/>
                    <a:pt x="34" y="6"/>
                  </a:cubicBezTo>
                  <a:cubicBezTo>
                    <a:pt x="33" y="7"/>
                    <a:pt x="31" y="8"/>
                    <a:pt x="29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6" y="22"/>
                    <a:pt x="27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6" y="23"/>
                    <a:pt x="47" y="23"/>
                    <a:pt x="47" y="23"/>
                  </a:cubicBezTo>
                  <a:cubicBezTo>
                    <a:pt x="48" y="22"/>
                    <a:pt x="48" y="22"/>
                    <a:pt x="49" y="22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8" y="21"/>
                    <a:pt x="68" y="22"/>
                    <a:pt x="69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2" y="20"/>
                    <a:pt x="72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69" y="27"/>
                    <a:pt x="69" y="27"/>
                    <a:pt x="68" y="27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3" y="26"/>
                    <a:pt x="43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0"/>
                    <a:pt x="15" y="41"/>
                    <a:pt x="16" y="42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50"/>
                    <a:pt x="15" y="51"/>
                    <a:pt x="14" y="52"/>
                  </a:cubicBezTo>
                  <a:cubicBezTo>
                    <a:pt x="16" y="53"/>
                    <a:pt x="16" y="54"/>
                    <a:pt x="16" y="55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31" y="78"/>
                    <a:pt x="32" y="78"/>
                  </a:cubicBezTo>
                  <a:cubicBezTo>
                    <a:pt x="33" y="78"/>
                    <a:pt x="34" y="77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76" y="76"/>
                    <a:pt x="76" y="76"/>
                    <a:pt x="77" y="76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9" y="75"/>
                    <a:pt x="79" y="75"/>
                    <a:pt x="80" y="7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1510">
              <a:extLst>
                <a:ext uri="{FF2B5EF4-FFF2-40B4-BE49-F238E27FC236}">
                  <a16:creationId xmlns:a16="http://schemas.microsoft.com/office/drawing/2014/main" id="{EC7F7EC8-DA3E-481F-8566-E27E239BB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435"/>
              <a:ext cx="303" cy="18"/>
            </a:xfrm>
            <a:custGeom>
              <a:avLst/>
              <a:gdLst>
                <a:gd name="T0" fmla="*/ 0 w 375"/>
                <a:gd name="T1" fmla="*/ 0 h 20"/>
                <a:gd name="T2" fmla="*/ 198 w 375"/>
                <a:gd name="T3" fmla="*/ 0 h 20"/>
                <a:gd name="T4" fmla="*/ 0 w 37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" h="20">
                  <a:moveTo>
                    <a:pt x="0" y="0"/>
                  </a:moveTo>
                  <a:cubicBezTo>
                    <a:pt x="375" y="0"/>
                    <a:pt x="375" y="0"/>
                    <a:pt x="375" y="0"/>
                  </a:cubicBezTo>
                  <a:cubicBezTo>
                    <a:pt x="375" y="0"/>
                    <a:pt x="232" y="20"/>
                    <a:pt x="0" y="0"/>
                  </a:cubicBezTo>
                  <a:close/>
                </a:path>
              </a:pathLst>
            </a:custGeom>
            <a:solidFill>
              <a:srgbClr val="FCE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1511">
              <a:extLst>
                <a:ext uri="{FF2B5EF4-FFF2-40B4-BE49-F238E27FC236}">
                  <a16:creationId xmlns:a16="http://schemas.microsoft.com/office/drawing/2014/main" id="{228C1C11-74BD-47E5-B1F1-0CDCF2007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3476"/>
              <a:ext cx="13" cy="413"/>
            </a:xfrm>
            <a:custGeom>
              <a:avLst/>
              <a:gdLst>
                <a:gd name="T0" fmla="*/ 0 w 13"/>
                <a:gd name="T1" fmla="*/ 413 h 413"/>
                <a:gd name="T2" fmla="*/ 0 w 13"/>
                <a:gd name="T3" fmla="*/ 0 h 413"/>
                <a:gd name="T4" fmla="*/ 13 w 13"/>
                <a:gd name="T5" fmla="*/ 0 h 413"/>
                <a:gd name="T6" fmla="*/ 0 w 13"/>
                <a:gd name="T7" fmla="*/ 413 h 4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13">
                  <a:moveTo>
                    <a:pt x="0" y="413"/>
                  </a:moveTo>
                  <a:lnTo>
                    <a:pt x="0" y="0"/>
                  </a:lnTo>
                  <a:lnTo>
                    <a:pt x="13" y="0"/>
                  </a:lnTo>
                  <a:lnTo>
                    <a:pt x="0" y="413"/>
                  </a:lnTo>
                  <a:close/>
                </a:path>
              </a:pathLst>
            </a:custGeom>
            <a:solidFill>
              <a:srgbClr val="FCE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Freeform 1512">
              <a:extLst>
                <a:ext uri="{FF2B5EF4-FFF2-40B4-BE49-F238E27FC236}">
                  <a16:creationId xmlns:a16="http://schemas.microsoft.com/office/drawing/2014/main" id="{19925928-381A-4E5D-A8AD-69EC78736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477"/>
              <a:ext cx="13" cy="409"/>
            </a:xfrm>
            <a:custGeom>
              <a:avLst/>
              <a:gdLst>
                <a:gd name="T0" fmla="*/ 0 w 13"/>
                <a:gd name="T1" fmla="*/ 0 h 409"/>
                <a:gd name="T2" fmla="*/ 13 w 13"/>
                <a:gd name="T3" fmla="*/ 0 h 409"/>
                <a:gd name="T4" fmla="*/ 13 w 13"/>
                <a:gd name="T5" fmla="*/ 409 h 409"/>
                <a:gd name="T6" fmla="*/ 0 w 13"/>
                <a:gd name="T7" fmla="*/ 0 h 4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09">
                  <a:moveTo>
                    <a:pt x="0" y="0"/>
                  </a:moveTo>
                  <a:lnTo>
                    <a:pt x="13" y="0"/>
                  </a:lnTo>
                  <a:lnTo>
                    <a:pt x="13" y="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E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6" name="Greek-restaurant-building-icon">
            <a:extLst>
              <a:ext uri="{FF2B5EF4-FFF2-40B4-BE49-F238E27FC236}">
                <a16:creationId xmlns:a16="http://schemas.microsoft.com/office/drawing/2014/main" id="{8E6EE11D-C05E-4F38-B97D-4911019FC68E}"/>
              </a:ext>
            </a:extLst>
          </p:cNvPr>
          <p:cNvGrpSpPr>
            <a:grpSpLocks/>
          </p:cNvGrpSpPr>
          <p:nvPr/>
        </p:nvGrpSpPr>
        <p:grpSpPr bwMode="auto">
          <a:xfrm>
            <a:off x="4284663" y="4854575"/>
            <a:ext cx="1371600" cy="1328738"/>
            <a:chOff x="1739" y="3058"/>
            <a:chExt cx="864" cy="837"/>
          </a:xfrm>
        </p:grpSpPr>
        <p:sp>
          <p:nvSpPr>
            <p:cNvPr id="42065" name="Rectangle 1515">
              <a:extLst>
                <a:ext uri="{FF2B5EF4-FFF2-40B4-BE49-F238E27FC236}">
                  <a16:creationId xmlns:a16="http://schemas.microsoft.com/office/drawing/2014/main" id="{D1D43620-AB7A-4737-A199-9B46E9F63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3197"/>
              <a:ext cx="861" cy="69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6" name="Rectangle 1516">
              <a:extLst>
                <a:ext uri="{FF2B5EF4-FFF2-40B4-BE49-F238E27FC236}">
                  <a16:creationId xmlns:a16="http://schemas.microsoft.com/office/drawing/2014/main" id="{B1F18BA3-5CE5-4D7B-B12F-994E5D635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3197"/>
              <a:ext cx="862" cy="698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7" name="Freeform 1517">
              <a:extLst>
                <a:ext uri="{FF2B5EF4-FFF2-40B4-BE49-F238E27FC236}">
                  <a16:creationId xmlns:a16="http://schemas.microsoft.com/office/drawing/2014/main" id="{0C4C8314-6CD6-4ADE-A23A-188E36537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058"/>
              <a:ext cx="861" cy="139"/>
            </a:xfrm>
            <a:custGeom>
              <a:avLst/>
              <a:gdLst>
                <a:gd name="T0" fmla="*/ 861 w 861"/>
                <a:gd name="T1" fmla="*/ 139 h 139"/>
                <a:gd name="T2" fmla="*/ 0 w 861"/>
                <a:gd name="T3" fmla="*/ 139 h 139"/>
                <a:gd name="T4" fmla="*/ 428 w 861"/>
                <a:gd name="T5" fmla="*/ 0 h 139"/>
                <a:gd name="T6" fmla="*/ 861 w 861"/>
                <a:gd name="T7" fmla="*/ 139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1" h="139">
                  <a:moveTo>
                    <a:pt x="861" y="139"/>
                  </a:moveTo>
                  <a:lnTo>
                    <a:pt x="0" y="139"/>
                  </a:lnTo>
                  <a:lnTo>
                    <a:pt x="428" y="0"/>
                  </a:lnTo>
                  <a:lnTo>
                    <a:pt x="861" y="139"/>
                  </a:lnTo>
                  <a:close/>
                </a:path>
              </a:pathLst>
            </a:custGeom>
            <a:solidFill>
              <a:srgbClr val="678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518">
              <a:extLst>
                <a:ext uri="{FF2B5EF4-FFF2-40B4-BE49-F238E27FC236}">
                  <a16:creationId xmlns:a16="http://schemas.microsoft.com/office/drawing/2014/main" id="{DDEA2EEF-E082-435E-8673-B67ABC73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058"/>
              <a:ext cx="862" cy="139"/>
            </a:xfrm>
            <a:custGeom>
              <a:avLst/>
              <a:gdLst>
                <a:gd name="T0" fmla="*/ 862 w 862"/>
                <a:gd name="T1" fmla="*/ 139 h 139"/>
                <a:gd name="T2" fmla="*/ 0 w 862"/>
                <a:gd name="T3" fmla="*/ 139 h 139"/>
                <a:gd name="T4" fmla="*/ 428 w 862"/>
                <a:gd name="T5" fmla="*/ 0 h 139"/>
                <a:gd name="T6" fmla="*/ 862 w 862"/>
                <a:gd name="T7" fmla="*/ 139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2" h="139">
                  <a:moveTo>
                    <a:pt x="862" y="139"/>
                  </a:moveTo>
                  <a:lnTo>
                    <a:pt x="0" y="139"/>
                  </a:lnTo>
                  <a:lnTo>
                    <a:pt x="428" y="0"/>
                  </a:lnTo>
                  <a:lnTo>
                    <a:pt x="862" y="139"/>
                  </a:ln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519">
              <a:extLst>
                <a:ext uri="{FF2B5EF4-FFF2-40B4-BE49-F238E27FC236}">
                  <a16:creationId xmlns:a16="http://schemas.microsoft.com/office/drawing/2014/main" id="{51FE4EB8-E06B-4F34-932F-B17A40601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084"/>
              <a:ext cx="674" cy="111"/>
            </a:xfrm>
            <a:custGeom>
              <a:avLst/>
              <a:gdLst>
                <a:gd name="T0" fmla="*/ 674 w 674"/>
                <a:gd name="T1" fmla="*/ 111 h 111"/>
                <a:gd name="T2" fmla="*/ 0 w 674"/>
                <a:gd name="T3" fmla="*/ 111 h 111"/>
                <a:gd name="T4" fmla="*/ 335 w 674"/>
                <a:gd name="T5" fmla="*/ 0 h 111"/>
                <a:gd name="T6" fmla="*/ 674 w 674"/>
                <a:gd name="T7" fmla="*/ 111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4" h="111">
                  <a:moveTo>
                    <a:pt x="674" y="111"/>
                  </a:moveTo>
                  <a:lnTo>
                    <a:pt x="0" y="111"/>
                  </a:lnTo>
                  <a:lnTo>
                    <a:pt x="335" y="0"/>
                  </a:lnTo>
                  <a:lnTo>
                    <a:pt x="674" y="111"/>
                  </a:lnTo>
                  <a:close/>
                </a:path>
              </a:pathLst>
            </a:custGeom>
            <a:solidFill>
              <a:srgbClr val="ADCBE8"/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Line 1520">
              <a:extLst>
                <a:ext uri="{FF2B5EF4-FFF2-40B4-BE49-F238E27FC236}">
                  <a16:creationId xmlns:a16="http://schemas.microsoft.com/office/drawing/2014/main" id="{D5190BBF-CB2E-4664-B17F-CF0F7F7C47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1" y="3343"/>
              <a:ext cx="859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Rectangle 1521">
              <a:extLst>
                <a:ext uri="{FF2B5EF4-FFF2-40B4-BE49-F238E27FC236}">
                  <a16:creationId xmlns:a16="http://schemas.microsoft.com/office/drawing/2014/main" id="{D4796FA3-62EB-4B57-990C-780B3B760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3343"/>
              <a:ext cx="220" cy="32"/>
            </a:xfrm>
            <a:prstGeom prst="rect">
              <a:avLst/>
            </a:prstGeom>
            <a:solidFill>
              <a:srgbClr val="678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2" name="Rectangle 1522">
              <a:extLst>
                <a:ext uri="{FF2B5EF4-FFF2-40B4-BE49-F238E27FC236}">
                  <a16:creationId xmlns:a16="http://schemas.microsoft.com/office/drawing/2014/main" id="{0BD7BA6D-757A-478A-A318-628FA65BC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3343"/>
              <a:ext cx="221" cy="32"/>
            </a:xfrm>
            <a:prstGeom prst="rect">
              <a:avLst/>
            </a:prstGeom>
            <a:solidFill>
              <a:srgbClr val="678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3" name="Rectangle 1523">
              <a:extLst>
                <a:ext uri="{FF2B5EF4-FFF2-40B4-BE49-F238E27FC236}">
                  <a16:creationId xmlns:a16="http://schemas.microsoft.com/office/drawing/2014/main" id="{396657CF-E5B0-48DB-87DD-90A684D96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3376"/>
              <a:ext cx="69" cy="517"/>
            </a:xfrm>
            <a:prstGeom prst="rect">
              <a:avLst/>
            </a:prstGeom>
            <a:solidFill>
              <a:srgbClr val="678EC4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4" name="Rectangle 1524">
              <a:extLst>
                <a:ext uri="{FF2B5EF4-FFF2-40B4-BE49-F238E27FC236}">
                  <a16:creationId xmlns:a16="http://schemas.microsoft.com/office/drawing/2014/main" id="{5D43CD25-907E-4DF7-8874-806B3441F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3376"/>
              <a:ext cx="69" cy="517"/>
            </a:xfrm>
            <a:prstGeom prst="rect">
              <a:avLst/>
            </a:prstGeom>
            <a:solidFill>
              <a:srgbClr val="678EC4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5" name="Rectangle 1525">
              <a:extLst>
                <a:ext uri="{FF2B5EF4-FFF2-40B4-BE49-F238E27FC236}">
                  <a16:creationId xmlns:a16="http://schemas.microsoft.com/office/drawing/2014/main" id="{A392FB46-96F9-4C3A-A33E-EAA8D5FB0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3376"/>
              <a:ext cx="69" cy="517"/>
            </a:xfrm>
            <a:prstGeom prst="rect">
              <a:avLst/>
            </a:prstGeom>
            <a:solidFill>
              <a:srgbClr val="678EC4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6" name="Rectangle 1526">
              <a:extLst>
                <a:ext uri="{FF2B5EF4-FFF2-40B4-BE49-F238E27FC236}">
                  <a16:creationId xmlns:a16="http://schemas.microsoft.com/office/drawing/2014/main" id="{ACB03B25-5457-46FC-B8B4-FC8575980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3376"/>
              <a:ext cx="69" cy="517"/>
            </a:xfrm>
            <a:prstGeom prst="rect">
              <a:avLst/>
            </a:prstGeom>
            <a:solidFill>
              <a:srgbClr val="678EC4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7" name="Rectangle 1527">
              <a:extLst>
                <a:ext uri="{FF2B5EF4-FFF2-40B4-BE49-F238E27FC236}">
                  <a16:creationId xmlns:a16="http://schemas.microsoft.com/office/drawing/2014/main" id="{46BCA5EB-B55D-4959-BC42-C2BA67109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3439"/>
              <a:ext cx="371" cy="455"/>
            </a:xfrm>
            <a:prstGeom prst="rect">
              <a:avLst/>
            </a:prstGeom>
            <a:solidFill>
              <a:srgbClr val="ADCBE8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8" name="Line 1528">
              <a:extLst>
                <a:ext uri="{FF2B5EF4-FFF2-40B4-BE49-F238E27FC236}">
                  <a16:creationId xmlns:a16="http://schemas.microsoft.com/office/drawing/2014/main" id="{168C1285-A784-4596-835D-1BC4081B6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3439"/>
              <a:ext cx="1" cy="45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Rectangle 1529">
              <a:extLst>
                <a:ext uri="{FF2B5EF4-FFF2-40B4-BE49-F238E27FC236}">
                  <a16:creationId xmlns:a16="http://schemas.microsoft.com/office/drawing/2014/main" id="{3DE6D053-5EE1-4677-AEC0-FE1194085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3481"/>
              <a:ext cx="134" cy="264"/>
            </a:xfrm>
            <a:prstGeom prst="rect">
              <a:avLst/>
            </a:prstGeom>
            <a:solidFill>
              <a:srgbClr val="D8E7F5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0" name="Rectangle 1530">
              <a:extLst>
                <a:ext uri="{FF2B5EF4-FFF2-40B4-BE49-F238E27FC236}">
                  <a16:creationId xmlns:a16="http://schemas.microsoft.com/office/drawing/2014/main" id="{6AA98524-43DE-441D-9C22-FBD7B04D2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481"/>
              <a:ext cx="134" cy="264"/>
            </a:xfrm>
            <a:prstGeom prst="rect">
              <a:avLst/>
            </a:prstGeom>
            <a:solidFill>
              <a:srgbClr val="D8E7F5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1" name="Rectangle 1531">
              <a:extLst>
                <a:ext uri="{FF2B5EF4-FFF2-40B4-BE49-F238E27FC236}">
                  <a16:creationId xmlns:a16="http://schemas.microsoft.com/office/drawing/2014/main" id="{FFD1C731-283B-412D-8FA8-EBB3BD399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3762"/>
              <a:ext cx="30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2" name="Rectangle 1532">
              <a:extLst>
                <a:ext uri="{FF2B5EF4-FFF2-40B4-BE49-F238E27FC236}">
                  <a16:creationId xmlns:a16="http://schemas.microsoft.com/office/drawing/2014/main" id="{26B10FA9-5883-46D5-B529-F606617A6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3762"/>
              <a:ext cx="30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3" name="Rectangle 1533">
              <a:extLst>
                <a:ext uri="{FF2B5EF4-FFF2-40B4-BE49-F238E27FC236}">
                  <a16:creationId xmlns:a16="http://schemas.microsoft.com/office/drawing/2014/main" id="{4B77E2CE-156F-4B2B-9FE1-C58CAFB47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3343"/>
              <a:ext cx="220" cy="32"/>
            </a:xfrm>
            <a:prstGeom prst="rect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4" name="Rectangle 1534">
              <a:extLst>
                <a:ext uri="{FF2B5EF4-FFF2-40B4-BE49-F238E27FC236}">
                  <a16:creationId xmlns:a16="http://schemas.microsoft.com/office/drawing/2014/main" id="{34B5BCAA-E7FF-43C2-B438-72A95F241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3343"/>
              <a:ext cx="221" cy="32"/>
            </a:xfrm>
            <a:prstGeom prst="rect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5" name="Rectangle 1535">
              <a:extLst>
                <a:ext uri="{FF2B5EF4-FFF2-40B4-BE49-F238E27FC236}">
                  <a16:creationId xmlns:a16="http://schemas.microsoft.com/office/drawing/2014/main" id="{DEA6423D-435E-4E72-A0DB-05A5F7B68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" y="3219"/>
              <a:ext cx="821" cy="102"/>
            </a:xfrm>
            <a:prstGeom prst="rect">
              <a:avLst/>
            </a:prstGeom>
            <a:solidFill>
              <a:srgbClr val="D8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6" name="Freeform 1536">
              <a:extLst>
                <a:ext uri="{FF2B5EF4-FFF2-40B4-BE49-F238E27FC236}">
                  <a16:creationId xmlns:a16="http://schemas.microsoft.com/office/drawing/2014/main" id="{D3D35E31-5D3D-480B-88AC-5E50A315E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504"/>
              <a:ext cx="124" cy="77"/>
            </a:xfrm>
            <a:custGeom>
              <a:avLst/>
              <a:gdLst>
                <a:gd name="T0" fmla="*/ 1 w 124"/>
                <a:gd name="T1" fmla="*/ 59 h 77"/>
                <a:gd name="T2" fmla="*/ 124 w 124"/>
                <a:gd name="T3" fmla="*/ 0 h 77"/>
                <a:gd name="T4" fmla="*/ 124 w 124"/>
                <a:gd name="T5" fmla="*/ 20 h 77"/>
                <a:gd name="T6" fmla="*/ 0 w 124"/>
                <a:gd name="T7" fmla="*/ 77 h 77"/>
                <a:gd name="T8" fmla="*/ 1 w 124"/>
                <a:gd name="T9" fmla="*/ 5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77">
                  <a:moveTo>
                    <a:pt x="1" y="59"/>
                  </a:moveTo>
                  <a:lnTo>
                    <a:pt x="124" y="0"/>
                  </a:lnTo>
                  <a:lnTo>
                    <a:pt x="124" y="20"/>
                  </a:lnTo>
                  <a:lnTo>
                    <a:pt x="0" y="77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537">
              <a:extLst>
                <a:ext uri="{FF2B5EF4-FFF2-40B4-BE49-F238E27FC236}">
                  <a16:creationId xmlns:a16="http://schemas.microsoft.com/office/drawing/2014/main" id="{0799252A-9071-4E3D-8F58-BD3C86FA8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537"/>
              <a:ext cx="124" cy="77"/>
            </a:xfrm>
            <a:custGeom>
              <a:avLst/>
              <a:gdLst>
                <a:gd name="T0" fmla="*/ 1 w 124"/>
                <a:gd name="T1" fmla="*/ 59 h 77"/>
                <a:gd name="T2" fmla="*/ 124 w 124"/>
                <a:gd name="T3" fmla="*/ 0 h 77"/>
                <a:gd name="T4" fmla="*/ 124 w 124"/>
                <a:gd name="T5" fmla="*/ 20 h 77"/>
                <a:gd name="T6" fmla="*/ 0 w 124"/>
                <a:gd name="T7" fmla="*/ 77 h 77"/>
                <a:gd name="T8" fmla="*/ 1 w 124"/>
                <a:gd name="T9" fmla="*/ 5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77">
                  <a:moveTo>
                    <a:pt x="1" y="59"/>
                  </a:moveTo>
                  <a:lnTo>
                    <a:pt x="124" y="0"/>
                  </a:lnTo>
                  <a:lnTo>
                    <a:pt x="124" y="20"/>
                  </a:lnTo>
                  <a:lnTo>
                    <a:pt x="0" y="77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538">
              <a:extLst>
                <a:ext uri="{FF2B5EF4-FFF2-40B4-BE49-F238E27FC236}">
                  <a16:creationId xmlns:a16="http://schemas.microsoft.com/office/drawing/2014/main" id="{B1C3CCB4-0480-4399-ABDA-F34647731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638"/>
              <a:ext cx="124" cy="64"/>
            </a:xfrm>
            <a:custGeom>
              <a:avLst/>
              <a:gdLst>
                <a:gd name="T0" fmla="*/ 1 w 124"/>
                <a:gd name="T1" fmla="*/ 58 h 64"/>
                <a:gd name="T2" fmla="*/ 124 w 124"/>
                <a:gd name="T3" fmla="*/ 0 h 64"/>
                <a:gd name="T4" fmla="*/ 124 w 124"/>
                <a:gd name="T5" fmla="*/ 7 h 64"/>
                <a:gd name="T6" fmla="*/ 0 w 124"/>
                <a:gd name="T7" fmla="*/ 64 h 64"/>
                <a:gd name="T8" fmla="*/ 1 w 124"/>
                <a:gd name="T9" fmla="*/ 5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64">
                  <a:moveTo>
                    <a:pt x="1" y="58"/>
                  </a:moveTo>
                  <a:lnTo>
                    <a:pt x="124" y="0"/>
                  </a:lnTo>
                  <a:lnTo>
                    <a:pt x="124" y="7"/>
                  </a:lnTo>
                  <a:lnTo>
                    <a:pt x="0" y="64"/>
                  </a:lnTo>
                  <a:lnTo>
                    <a:pt x="1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1539">
              <a:extLst>
                <a:ext uri="{FF2B5EF4-FFF2-40B4-BE49-F238E27FC236}">
                  <a16:creationId xmlns:a16="http://schemas.microsoft.com/office/drawing/2014/main" id="{BEDB5D1A-BAC2-4879-8CA2-E09D4F548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504"/>
              <a:ext cx="122" cy="77"/>
            </a:xfrm>
            <a:custGeom>
              <a:avLst/>
              <a:gdLst>
                <a:gd name="T0" fmla="*/ 1 w 122"/>
                <a:gd name="T1" fmla="*/ 59 h 77"/>
                <a:gd name="T2" fmla="*/ 122 w 122"/>
                <a:gd name="T3" fmla="*/ 0 h 77"/>
                <a:gd name="T4" fmla="*/ 122 w 122"/>
                <a:gd name="T5" fmla="*/ 20 h 77"/>
                <a:gd name="T6" fmla="*/ 0 w 122"/>
                <a:gd name="T7" fmla="*/ 77 h 77"/>
                <a:gd name="T8" fmla="*/ 1 w 122"/>
                <a:gd name="T9" fmla="*/ 5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77">
                  <a:moveTo>
                    <a:pt x="1" y="59"/>
                  </a:moveTo>
                  <a:lnTo>
                    <a:pt x="122" y="0"/>
                  </a:lnTo>
                  <a:lnTo>
                    <a:pt x="122" y="20"/>
                  </a:lnTo>
                  <a:lnTo>
                    <a:pt x="0" y="77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540">
              <a:extLst>
                <a:ext uri="{FF2B5EF4-FFF2-40B4-BE49-F238E27FC236}">
                  <a16:creationId xmlns:a16="http://schemas.microsoft.com/office/drawing/2014/main" id="{48E9C259-68D9-4AA6-9FE8-323F0DE7B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537"/>
              <a:ext cx="122" cy="77"/>
            </a:xfrm>
            <a:custGeom>
              <a:avLst/>
              <a:gdLst>
                <a:gd name="T0" fmla="*/ 1 w 122"/>
                <a:gd name="T1" fmla="*/ 59 h 77"/>
                <a:gd name="T2" fmla="*/ 122 w 122"/>
                <a:gd name="T3" fmla="*/ 0 h 77"/>
                <a:gd name="T4" fmla="*/ 122 w 122"/>
                <a:gd name="T5" fmla="*/ 20 h 77"/>
                <a:gd name="T6" fmla="*/ 0 w 122"/>
                <a:gd name="T7" fmla="*/ 77 h 77"/>
                <a:gd name="T8" fmla="*/ 1 w 122"/>
                <a:gd name="T9" fmla="*/ 5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77">
                  <a:moveTo>
                    <a:pt x="1" y="59"/>
                  </a:moveTo>
                  <a:lnTo>
                    <a:pt x="122" y="0"/>
                  </a:lnTo>
                  <a:lnTo>
                    <a:pt x="122" y="20"/>
                  </a:lnTo>
                  <a:lnTo>
                    <a:pt x="0" y="77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541">
              <a:extLst>
                <a:ext uri="{FF2B5EF4-FFF2-40B4-BE49-F238E27FC236}">
                  <a16:creationId xmlns:a16="http://schemas.microsoft.com/office/drawing/2014/main" id="{9722E965-6E1E-4F81-B2DD-702F4C3BD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638"/>
              <a:ext cx="122" cy="64"/>
            </a:xfrm>
            <a:custGeom>
              <a:avLst/>
              <a:gdLst>
                <a:gd name="T0" fmla="*/ 1 w 122"/>
                <a:gd name="T1" fmla="*/ 58 h 64"/>
                <a:gd name="T2" fmla="*/ 122 w 122"/>
                <a:gd name="T3" fmla="*/ 0 h 64"/>
                <a:gd name="T4" fmla="*/ 122 w 122"/>
                <a:gd name="T5" fmla="*/ 7 h 64"/>
                <a:gd name="T6" fmla="*/ 0 w 122"/>
                <a:gd name="T7" fmla="*/ 64 h 64"/>
                <a:gd name="T8" fmla="*/ 1 w 122"/>
                <a:gd name="T9" fmla="*/ 5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64">
                  <a:moveTo>
                    <a:pt x="1" y="58"/>
                  </a:moveTo>
                  <a:lnTo>
                    <a:pt x="122" y="0"/>
                  </a:lnTo>
                  <a:lnTo>
                    <a:pt x="122" y="7"/>
                  </a:lnTo>
                  <a:lnTo>
                    <a:pt x="0" y="64"/>
                  </a:lnTo>
                  <a:lnTo>
                    <a:pt x="1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542">
              <a:extLst>
                <a:ext uri="{FF2B5EF4-FFF2-40B4-BE49-F238E27FC236}">
                  <a16:creationId xmlns:a16="http://schemas.microsoft.com/office/drawing/2014/main" id="{F1F228D5-0162-48BA-8652-7E73A81E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3386"/>
              <a:ext cx="23" cy="496"/>
            </a:xfrm>
            <a:custGeom>
              <a:avLst/>
              <a:gdLst>
                <a:gd name="T0" fmla="*/ 0 w 31"/>
                <a:gd name="T1" fmla="*/ 0 h 623"/>
                <a:gd name="T2" fmla="*/ 0 w 31"/>
                <a:gd name="T3" fmla="*/ 314 h 623"/>
                <a:gd name="T4" fmla="*/ 0 w 31"/>
                <a:gd name="T5" fmla="*/ 0 h 6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623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23"/>
                    <a:pt x="31" y="156"/>
                    <a:pt x="0" y="0"/>
                  </a:cubicBezTo>
                  <a:close/>
                </a:path>
              </a:pathLst>
            </a:custGeom>
            <a:solidFill>
              <a:srgbClr val="ADC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543">
              <a:extLst>
                <a:ext uri="{FF2B5EF4-FFF2-40B4-BE49-F238E27FC236}">
                  <a16:creationId xmlns:a16="http://schemas.microsoft.com/office/drawing/2014/main" id="{08F3E81B-2471-4340-B45F-2A87456F3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390"/>
              <a:ext cx="26" cy="493"/>
            </a:xfrm>
            <a:custGeom>
              <a:avLst/>
              <a:gdLst>
                <a:gd name="T0" fmla="*/ 0 w 35"/>
                <a:gd name="T1" fmla="*/ 0 h 619"/>
                <a:gd name="T2" fmla="*/ 0 w 35"/>
                <a:gd name="T3" fmla="*/ 313 h 619"/>
                <a:gd name="T4" fmla="*/ 0 w 35"/>
                <a:gd name="T5" fmla="*/ 0 h 6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19">
                  <a:moveTo>
                    <a:pt x="0" y="0"/>
                  </a:moveTo>
                  <a:cubicBezTo>
                    <a:pt x="0" y="619"/>
                    <a:pt x="0" y="619"/>
                    <a:pt x="0" y="619"/>
                  </a:cubicBezTo>
                  <a:cubicBezTo>
                    <a:pt x="0" y="619"/>
                    <a:pt x="35" y="81"/>
                    <a:pt x="0" y="0"/>
                  </a:cubicBezTo>
                  <a:close/>
                </a:path>
              </a:pathLst>
            </a:custGeom>
            <a:solidFill>
              <a:srgbClr val="ADC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544">
              <a:extLst>
                <a:ext uri="{FF2B5EF4-FFF2-40B4-BE49-F238E27FC236}">
                  <a16:creationId xmlns:a16="http://schemas.microsoft.com/office/drawing/2014/main" id="{4BD9FB9F-8A13-4701-BD87-8AA53486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389"/>
              <a:ext cx="29" cy="494"/>
            </a:xfrm>
            <a:custGeom>
              <a:avLst/>
              <a:gdLst>
                <a:gd name="T0" fmla="*/ 0 w 38"/>
                <a:gd name="T1" fmla="*/ 0 h 620"/>
                <a:gd name="T2" fmla="*/ 0 w 38"/>
                <a:gd name="T3" fmla="*/ 314 h 620"/>
                <a:gd name="T4" fmla="*/ 0 w 38"/>
                <a:gd name="T5" fmla="*/ 0 h 6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20">
                  <a:moveTo>
                    <a:pt x="0" y="0"/>
                  </a:moveTo>
                  <a:cubicBezTo>
                    <a:pt x="0" y="620"/>
                    <a:pt x="0" y="620"/>
                    <a:pt x="0" y="620"/>
                  </a:cubicBezTo>
                  <a:cubicBezTo>
                    <a:pt x="0" y="620"/>
                    <a:pt x="38" y="77"/>
                    <a:pt x="0" y="0"/>
                  </a:cubicBezTo>
                  <a:close/>
                </a:path>
              </a:pathLst>
            </a:custGeom>
            <a:solidFill>
              <a:srgbClr val="ADC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545">
              <a:extLst>
                <a:ext uri="{FF2B5EF4-FFF2-40B4-BE49-F238E27FC236}">
                  <a16:creationId xmlns:a16="http://schemas.microsoft.com/office/drawing/2014/main" id="{82C4422A-13A7-4867-AD96-1B384CE99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386"/>
              <a:ext cx="29" cy="498"/>
            </a:xfrm>
            <a:custGeom>
              <a:avLst/>
              <a:gdLst>
                <a:gd name="T0" fmla="*/ 0 w 39"/>
                <a:gd name="T1" fmla="*/ 0 h 625"/>
                <a:gd name="T2" fmla="*/ 0 w 39"/>
                <a:gd name="T3" fmla="*/ 316 h 625"/>
                <a:gd name="T4" fmla="*/ 0 w 39"/>
                <a:gd name="T5" fmla="*/ 0 h 6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25">
                  <a:moveTo>
                    <a:pt x="0" y="0"/>
                  </a:moveTo>
                  <a:cubicBezTo>
                    <a:pt x="0" y="625"/>
                    <a:pt x="0" y="625"/>
                    <a:pt x="0" y="625"/>
                  </a:cubicBezTo>
                  <a:cubicBezTo>
                    <a:pt x="0" y="625"/>
                    <a:pt x="39" y="108"/>
                    <a:pt x="0" y="0"/>
                  </a:cubicBezTo>
                  <a:close/>
                </a:path>
              </a:pathLst>
            </a:custGeom>
            <a:solidFill>
              <a:srgbClr val="ADC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546">
              <a:extLst>
                <a:ext uri="{FF2B5EF4-FFF2-40B4-BE49-F238E27FC236}">
                  <a16:creationId xmlns:a16="http://schemas.microsoft.com/office/drawing/2014/main" id="{C6E7A310-5115-4D43-A893-17FBE74C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360"/>
              <a:ext cx="213" cy="11"/>
            </a:xfrm>
            <a:custGeom>
              <a:avLst/>
              <a:gdLst>
                <a:gd name="T0" fmla="*/ 0 w 284"/>
                <a:gd name="T1" fmla="*/ 7 h 14"/>
                <a:gd name="T2" fmla="*/ 120 w 284"/>
                <a:gd name="T3" fmla="*/ 7 h 14"/>
                <a:gd name="T4" fmla="*/ 0 w 284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14">
                  <a:moveTo>
                    <a:pt x="0" y="14"/>
                  </a:moveTo>
                  <a:cubicBezTo>
                    <a:pt x="284" y="14"/>
                    <a:pt x="284" y="14"/>
                    <a:pt x="284" y="14"/>
                  </a:cubicBezTo>
                  <a:cubicBezTo>
                    <a:pt x="284" y="14"/>
                    <a:pt x="163" y="0"/>
                    <a:pt x="0" y="14"/>
                  </a:cubicBezTo>
                  <a:close/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547">
              <a:extLst>
                <a:ext uri="{FF2B5EF4-FFF2-40B4-BE49-F238E27FC236}">
                  <a16:creationId xmlns:a16="http://schemas.microsoft.com/office/drawing/2014/main" id="{F2D7794E-3B18-47E8-A0E9-CD8AB7A5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3360"/>
              <a:ext cx="212" cy="11"/>
            </a:xfrm>
            <a:custGeom>
              <a:avLst/>
              <a:gdLst>
                <a:gd name="T0" fmla="*/ 0 w 283"/>
                <a:gd name="T1" fmla="*/ 7 h 14"/>
                <a:gd name="T2" fmla="*/ 119 w 283"/>
                <a:gd name="T3" fmla="*/ 7 h 14"/>
                <a:gd name="T4" fmla="*/ 0 w 283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3" h="14">
                  <a:moveTo>
                    <a:pt x="0" y="14"/>
                  </a:moveTo>
                  <a:cubicBezTo>
                    <a:pt x="283" y="14"/>
                    <a:pt x="283" y="14"/>
                    <a:pt x="283" y="14"/>
                  </a:cubicBezTo>
                  <a:cubicBezTo>
                    <a:pt x="283" y="14"/>
                    <a:pt x="163" y="0"/>
                    <a:pt x="0" y="14"/>
                  </a:cubicBezTo>
                  <a:close/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548">
              <a:extLst>
                <a:ext uri="{FF2B5EF4-FFF2-40B4-BE49-F238E27FC236}">
                  <a16:creationId xmlns:a16="http://schemas.microsoft.com/office/drawing/2014/main" id="{2CFDCA3D-2B9A-4309-915D-E0CDD8F8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716"/>
              <a:ext cx="171" cy="170"/>
            </a:xfrm>
            <a:custGeom>
              <a:avLst/>
              <a:gdLst>
                <a:gd name="T0" fmla="*/ 0 w 171"/>
                <a:gd name="T1" fmla="*/ 0 h 170"/>
                <a:gd name="T2" fmla="*/ 0 w 171"/>
                <a:gd name="T3" fmla="*/ 170 h 170"/>
                <a:gd name="T4" fmla="*/ 171 w 171"/>
                <a:gd name="T5" fmla="*/ 170 h 170"/>
                <a:gd name="T6" fmla="*/ 12 w 171"/>
                <a:gd name="T7" fmla="*/ 160 h 170"/>
                <a:gd name="T8" fmla="*/ 0 w 171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170">
                  <a:moveTo>
                    <a:pt x="0" y="0"/>
                  </a:moveTo>
                  <a:lnTo>
                    <a:pt x="0" y="170"/>
                  </a:lnTo>
                  <a:lnTo>
                    <a:pt x="171" y="170"/>
                  </a:lnTo>
                  <a:lnTo>
                    <a:pt x="12" y="1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1549">
              <a:extLst>
                <a:ext uri="{FF2B5EF4-FFF2-40B4-BE49-F238E27FC236}">
                  <a16:creationId xmlns:a16="http://schemas.microsoft.com/office/drawing/2014/main" id="{42AC8614-34AC-404E-B20C-C12E9F472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3721"/>
              <a:ext cx="173" cy="167"/>
            </a:xfrm>
            <a:custGeom>
              <a:avLst/>
              <a:gdLst>
                <a:gd name="T0" fmla="*/ 0 w 173"/>
                <a:gd name="T1" fmla="*/ 0 h 167"/>
                <a:gd name="T2" fmla="*/ 0 w 173"/>
                <a:gd name="T3" fmla="*/ 167 h 167"/>
                <a:gd name="T4" fmla="*/ 173 w 173"/>
                <a:gd name="T5" fmla="*/ 167 h 167"/>
                <a:gd name="T6" fmla="*/ 9 w 173"/>
                <a:gd name="T7" fmla="*/ 158 h 167"/>
                <a:gd name="T8" fmla="*/ 0 w 173"/>
                <a:gd name="T9" fmla="*/ 0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67">
                  <a:moveTo>
                    <a:pt x="0" y="0"/>
                  </a:moveTo>
                  <a:lnTo>
                    <a:pt x="0" y="167"/>
                  </a:lnTo>
                  <a:lnTo>
                    <a:pt x="173" y="167"/>
                  </a:lnTo>
                  <a:lnTo>
                    <a:pt x="9" y="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1550">
              <a:extLst>
                <a:ext uri="{FF2B5EF4-FFF2-40B4-BE49-F238E27FC236}">
                  <a16:creationId xmlns:a16="http://schemas.microsoft.com/office/drawing/2014/main" id="{3B632831-126E-4578-981E-A85AE8DD1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3445"/>
              <a:ext cx="35" cy="164"/>
            </a:xfrm>
            <a:custGeom>
              <a:avLst/>
              <a:gdLst>
                <a:gd name="T0" fmla="*/ 35 w 35"/>
                <a:gd name="T1" fmla="*/ 0 h 164"/>
                <a:gd name="T2" fmla="*/ 0 w 35"/>
                <a:gd name="T3" fmla="*/ 0 h 164"/>
                <a:gd name="T4" fmla="*/ 0 w 35"/>
                <a:gd name="T5" fmla="*/ 164 h 164"/>
                <a:gd name="T6" fmla="*/ 4 w 35"/>
                <a:gd name="T7" fmla="*/ 6 h 164"/>
                <a:gd name="T8" fmla="*/ 35 w 35"/>
                <a:gd name="T9" fmla="*/ 0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4">
                  <a:moveTo>
                    <a:pt x="35" y="0"/>
                  </a:moveTo>
                  <a:lnTo>
                    <a:pt x="0" y="0"/>
                  </a:lnTo>
                  <a:lnTo>
                    <a:pt x="0" y="164"/>
                  </a:lnTo>
                  <a:lnTo>
                    <a:pt x="4" y="6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D8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1551">
              <a:extLst>
                <a:ext uri="{FF2B5EF4-FFF2-40B4-BE49-F238E27FC236}">
                  <a16:creationId xmlns:a16="http://schemas.microsoft.com/office/drawing/2014/main" id="{7576D638-6890-41BF-8403-538412BBE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3448"/>
              <a:ext cx="36" cy="116"/>
            </a:xfrm>
            <a:custGeom>
              <a:avLst/>
              <a:gdLst>
                <a:gd name="T0" fmla="*/ 36 w 36"/>
                <a:gd name="T1" fmla="*/ 0 h 116"/>
                <a:gd name="T2" fmla="*/ 0 w 36"/>
                <a:gd name="T3" fmla="*/ 0 h 116"/>
                <a:gd name="T4" fmla="*/ 0 w 36"/>
                <a:gd name="T5" fmla="*/ 116 h 116"/>
                <a:gd name="T6" fmla="*/ 2 w 36"/>
                <a:gd name="T7" fmla="*/ 7 h 116"/>
                <a:gd name="T8" fmla="*/ 36 w 36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6">
                  <a:moveTo>
                    <a:pt x="36" y="0"/>
                  </a:moveTo>
                  <a:lnTo>
                    <a:pt x="0" y="0"/>
                  </a:lnTo>
                  <a:lnTo>
                    <a:pt x="0" y="116"/>
                  </a:lnTo>
                  <a:lnTo>
                    <a:pt x="2" y="7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D8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1552">
              <a:extLst>
                <a:ext uri="{FF2B5EF4-FFF2-40B4-BE49-F238E27FC236}">
                  <a16:creationId xmlns:a16="http://schemas.microsoft.com/office/drawing/2014/main" id="{F4230A46-9385-425A-92B7-ECC068DDD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3350"/>
              <a:ext cx="409" cy="40"/>
            </a:xfrm>
            <a:custGeom>
              <a:avLst/>
              <a:gdLst>
                <a:gd name="T0" fmla="*/ 0 w 547"/>
                <a:gd name="T1" fmla="*/ 0 h 51"/>
                <a:gd name="T2" fmla="*/ 229 w 547"/>
                <a:gd name="T3" fmla="*/ 0 h 51"/>
                <a:gd name="T4" fmla="*/ 0 w 54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7" h="51">
                  <a:moveTo>
                    <a:pt x="0" y="0"/>
                  </a:moveTo>
                  <a:cubicBezTo>
                    <a:pt x="547" y="0"/>
                    <a:pt x="547" y="0"/>
                    <a:pt x="547" y="0"/>
                  </a:cubicBezTo>
                  <a:cubicBezTo>
                    <a:pt x="547" y="0"/>
                    <a:pt x="211" y="51"/>
                    <a:pt x="0" y="0"/>
                  </a:cubicBezTo>
                  <a:close/>
                </a:path>
              </a:pathLst>
            </a:custGeom>
            <a:solidFill>
              <a:srgbClr val="E0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1553">
              <a:extLst>
                <a:ext uri="{FF2B5EF4-FFF2-40B4-BE49-F238E27FC236}">
                  <a16:creationId xmlns:a16="http://schemas.microsoft.com/office/drawing/2014/main" id="{AF6B572C-B5CB-4734-B6DF-A3250B3C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92"/>
              <a:ext cx="308" cy="97"/>
            </a:xfrm>
            <a:custGeom>
              <a:avLst/>
              <a:gdLst>
                <a:gd name="T0" fmla="*/ 0 w 308"/>
                <a:gd name="T1" fmla="*/ 97 h 97"/>
                <a:gd name="T2" fmla="*/ 288 w 308"/>
                <a:gd name="T3" fmla="*/ 0 h 97"/>
                <a:gd name="T4" fmla="*/ 308 w 308"/>
                <a:gd name="T5" fmla="*/ 9 h 97"/>
                <a:gd name="T6" fmla="*/ 0 w 308"/>
                <a:gd name="T7" fmla="*/ 9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97">
                  <a:moveTo>
                    <a:pt x="0" y="97"/>
                  </a:moveTo>
                  <a:lnTo>
                    <a:pt x="288" y="0"/>
                  </a:lnTo>
                  <a:lnTo>
                    <a:pt x="308" y="9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D8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Rectangle 1554">
              <a:extLst>
                <a:ext uri="{FF2B5EF4-FFF2-40B4-BE49-F238E27FC236}">
                  <a16:creationId xmlns:a16="http://schemas.microsoft.com/office/drawing/2014/main" id="{617095EB-B782-41B9-9762-4D7802427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" y="3378"/>
              <a:ext cx="9" cy="513"/>
            </a:xfrm>
            <a:prstGeom prst="rect">
              <a:avLst/>
            </a:prstGeom>
            <a:solidFill>
              <a:srgbClr val="E0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5" name="Rectangle 1555">
              <a:extLst>
                <a:ext uri="{FF2B5EF4-FFF2-40B4-BE49-F238E27FC236}">
                  <a16:creationId xmlns:a16="http://schemas.microsoft.com/office/drawing/2014/main" id="{AA0C0C02-A65B-4B07-A81F-98E833137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3378"/>
              <a:ext cx="9" cy="513"/>
            </a:xfrm>
            <a:prstGeom prst="rect">
              <a:avLst/>
            </a:prstGeom>
            <a:solidFill>
              <a:srgbClr val="E0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6" name="Rectangle 1556">
              <a:extLst>
                <a:ext uri="{FF2B5EF4-FFF2-40B4-BE49-F238E27FC236}">
                  <a16:creationId xmlns:a16="http://schemas.microsoft.com/office/drawing/2014/main" id="{7244E7E6-F746-46B2-8E04-EF0BC72BE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3378"/>
              <a:ext cx="10" cy="513"/>
            </a:xfrm>
            <a:prstGeom prst="rect">
              <a:avLst/>
            </a:prstGeom>
            <a:solidFill>
              <a:srgbClr val="E0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7" name="Rectangle 1557">
              <a:extLst>
                <a:ext uri="{FF2B5EF4-FFF2-40B4-BE49-F238E27FC236}">
                  <a16:creationId xmlns:a16="http://schemas.microsoft.com/office/drawing/2014/main" id="{14B00BAF-56BB-4B5B-8F74-B2D092E99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3378"/>
              <a:ext cx="9" cy="513"/>
            </a:xfrm>
            <a:prstGeom prst="rect">
              <a:avLst/>
            </a:prstGeom>
            <a:solidFill>
              <a:srgbClr val="E0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8" name="Freeform 1558">
              <a:extLst>
                <a:ext uri="{FF2B5EF4-FFF2-40B4-BE49-F238E27FC236}">
                  <a16:creationId xmlns:a16="http://schemas.microsoft.com/office/drawing/2014/main" id="{3A6BED29-99CF-48C4-BFDF-791B973CD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3222"/>
              <a:ext cx="73" cy="116"/>
            </a:xfrm>
            <a:custGeom>
              <a:avLst/>
              <a:gdLst>
                <a:gd name="T0" fmla="*/ 33 w 97"/>
                <a:gd name="T1" fmla="*/ 42 h 145"/>
                <a:gd name="T2" fmla="*/ 36 w 97"/>
                <a:gd name="T3" fmla="*/ 42 h 145"/>
                <a:gd name="T4" fmla="*/ 37 w 97"/>
                <a:gd name="T5" fmla="*/ 42 h 145"/>
                <a:gd name="T6" fmla="*/ 38 w 97"/>
                <a:gd name="T7" fmla="*/ 43 h 145"/>
                <a:gd name="T8" fmla="*/ 38 w 97"/>
                <a:gd name="T9" fmla="*/ 46 h 145"/>
                <a:gd name="T10" fmla="*/ 38 w 97"/>
                <a:gd name="T11" fmla="*/ 51 h 145"/>
                <a:gd name="T12" fmla="*/ 38 w 97"/>
                <a:gd name="T13" fmla="*/ 63 h 145"/>
                <a:gd name="T14" fmla="*/ 38 w 97"/>
                <a:gd name="T15" fmla="*/ 71 h 145"/>
                <a:gd name="T16" fmla="*/ 38 w 97"/>
                <a:gd name="T17" fmla="*/ 73 h 145"/>
                <a:gd name="T18" fmla="*/ 36 w 97"/>
                <a:gd name="T19" fmla="*/ 74 h 145"/>
                <a:gd name="T20" fmla="*/ 35 w 97"/>
                <a:gd name="T21" fmla="*/ 74 h 145"/>
                <a:gd name="T22" fmla="*/ 35 w 97"/>
                <a:gd name="T23" fmla="*/ 73 h 145"/>
                <a:gd name="T24" fmla="*/ 34 w 97"/>
                <a:gd name="T25" fmla="*/ 70 h 145"/>
                <a:gd name="T26" fmla="*/ 33 w 97"/>
                <a:gd name="T27" fmla="*/ 66 h 145"/>
                <a:gd name="T28" fmla="*/ 30 w 97"/>
                <a:gd name="T29" fmla="*/ 62 h 145"/>
                <a:gd name="T30" fmla="*/ 29 w 97"/>
                <a:gd name="T31" fmla="*/ 62 h 145"/>
                <a:gd name="T32" fmla="*/ 26 w 97"/>
                <a:gd name="T33" fmla="*/ 62 h 145"/>
                <a:gd name="T34" fmla="*/ 24 w 97"/>
                <a:gd name="T35" fmla="*/ 63 h 145"/>
                <a:gd name="T36" fmla="*/ 22 w 97"/>
                <a:gd name="T37" fmla="*/ 63 h 145"/>
                <a:gd name="T38" fmla="*/ 11 w 97"/>
                <a:gd name="T39" fmla="*/ 61 h 145"/>
                <a:gd name="T40" fmla="*/ 5 w 97"/>
                <a:gd name="T41" fmla="*/ 54 h 145"/>
                <a:gd name="T42" fmla="*/ 2 w 97"/>
                <a:gd name="T43" fmla="*/ 45 h 145"/>
                <a:gd name="T44" fmla="*/ 0 w 97"/>
                <a:gd name="T45" fmla="*/ 37 h 145"/>
                <a:gd name="T46" fmla="*/ 2 w 97"/>
                <a:gd name="T47" fmla="*/ 24 h 145"/>
                <a:gd name="T48" fmla="*/ 8 w 97"/>
                <a:gd name="T49" fmla="*/ 11 h 145"/>
                <a:gd name="T50" fmla="*/ 17 w 97"/>
                <a:gd name="T51" fmla="*/ 3 h 145"/>
                <a:gd name="T52" fmla="*/ 30 w 97"/>
                <a:gd name="T53" fmla="*/ 0 h 145"/>
                <a:gd name="T54" fmla="*/ 38 w 97"/>
                <a:gd name="T55" fmla="*/ 2 h 145"/>
                <a:gd name="T56" fmla="*/ 41 w 97"/>
                <a:gd name="T57" fmla="*/ 6 h 145"/>
                <a:gd name="T58" fmla="*/ 40 w 97"/>
                <a:gd name="T59" fmla="*/ 7 h 145"/>
                <a:gd name="T60" fmla="*/ 39 w 97"/>
                <a:gd name="T61" fmla="*/ 9 h 145"/>
                <a:gd name="T62" fmla="*/ 38 w 97"/>
                <a:gd name="T63" fmla="*/ 10 h 145"/>
                <a:gd name="T64" fmla="*/ 37 w 97"/>
                <a:gd name="T65" fmla="*/ 10 h 145"/>
                <a:gd name="T66" fmla="*/ 35 w 97"/>
                <a:gd name="T67" fmla="*/ 9 h 145"/>
                <a:gd name="T68" fmla="*/ 32 w 97"/>
                <a:gd name="T69" fmla="*/ 6 h 145"/>
                <a:gd name="T70" fmla="*/ 31 w 97"/>
                <a:gd name="T71" fmla="*/ 5 h 145"/>
                <a:gd name="T72" fmla="*/ 29 w 97"/>
                <a:gd name="T73" fmla="*/ 5 h 145"/>
                <a:gd name="T74" fmla="*/ 20 w 97"/>
                <a:gd name="T75" fmla="*/ 8 h 145"/>
                <a:gd name="T76" fmla="*/ 13 w 97"/>
                <a:gd name="T77" fmla="*/ 17 h 145"/>
                <a:gd name="T78" fmla="*/ 8 w 97"/>
                <a:gd name="T79" fmla="*/ 27 h 145"/>
                <a:gd name="T80" fmla="*/ 7 w 97"/>
                <a:gd name="T81" fmla="*/ 38 h 145"/>
                <a:gd name="T82" fmla="*/ 8 w 97"/>
                <a:gd name="T83" fmla="*/ 49 h 145"/>
                <a:gd name="T84" fmla="*/ 11 w 97"/>
                <a:gd name="T85" fmla="*/ 54 h 145"/>
                <a:gd name="T86" fmla="*/ 15 w 97"/>
                <a:gd name="T87" fmla="*/ 57 h 145"/>
                <a:gd name="T88" fmla="*/ 20 w 97"/>
                <a:gd name="T89" fmla="*/ 58 h 145"/>
                <a:gd name="T90" fmla="*/ 25 w 97"/>
                <a:gd name="T91" fmla="*/ 58 h 145"/>
                <a:gd name="T92" fmla="*/ 29 w 97"/>
                <a:gd name="T93" fmla="*/ 55 h 145"/>
                <a:gd name="T94" fmla="*/ 31 w 97"/>
                <a:gd name="T95" fmla="*/ 53 h 145"/>
                <a:gd name="T96" fmla="*/ 32 w 97"/>
                <a:gd name="T97" fmla="*/ 50 h 145"/>
                <a:gd name="T98" fmla="*/ 33 w 97"/>
                <a:gd name="T99" fmla="*/ 43 h 145"/>
                <a:gd name="T100" fmla="*/ 33 w 97"/>
                <a:gd name="T101" fmla="*/ 42 h 1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7" h="145">
                  <a:moveTo>
                    <a:pt x="79" y="82"/>
                  </a:moveTo>
                  <a:cubicBezTo>
                    <a:pt x="80" y="82"/>
                    <a:pt x="82" y="81"/>
                    <a:pt x="85" y="81"/>
                  </a:cubicBezTo>
                  <a:cubicBezTo>
                    <a:pt x="86" y="81"/>
                    <a:pt x="87" y="81"/>
                    <a:pt x="87" y="82"/>
                  </a:cubicBezTo>
                  <a:cubicBezTo>
                    <a:pt x="88" y="82"/>
                    <a:pt x="88" y="83"/>
                    <a:pt x="89" y="84"/>
                  </a:cubicBezTo>
                  <a:cubicBezTo>
                    <a:pt x="89" y="85"/>
                    <a:pt x="89" y="87"/>
                    <a:pt x="89" y="90"/>
                  </a:cubicBezTo>
                  <a:cubicBezTo>
                    <a:pt x="89" y="92"/>
                    <a:pt x="89" y="96"/>
                    <a:pt x="89" y="100"/>
                  </a:cubicBezTo>
                  <a:cubicBezTo>
                    <a:pt x="89" y="110"/>
                    <a:pt x="90" y="118"/>
                    <a:pt x="90" y="124"/>
                  </a:cubicBezTo>
                  <a:cubicBezTo>
                    <a:pt x="91" y="130"/>
                    <a:pt x="91" y="135"/>
                    <a:pt x="91" y="139"/>
                  </a:cubicBezTo>
                  <a:cubicBezTo>
                    <a:pt x="91" y="141"/>
                    <a:pt x="91" y="143"/>
                    <a:pt x="90" y="143"/>
                  </a:cubicBezTo>
                  <a:cubicBezTo>
                    <a:pt x="89" y="144"/>
                    <a:pt x="88" y="145"/>
                    <a:pt x="85" y="145"/>
                  </a:cubicBezTo>
                  <a:cubicBezTo>
                    <a:pt x="84" y="145"/>
                    <a:pt x="84" y="144"/>
                    <a:pt x="83" y="144"/>
                  </a:cubicBezTo>
                  <a:cubicBezTo>
                    <a:pt x="82" y="144"/>
                    <a:pt x="82" y="143"/>
                    <a:pt x="81" y="142"/>
                  </a:cubicBezTo>
                  <a:cubicBezTo>
                    <a:pt x="81" y="140"/>
                    <a:pt x="80" y="139"/>
                    <a:pt x="80" y="136"/>
                  </a:cubicBezTo>
                  <a:cubicBezTo>
                    <a:pt x="79" y="134"/>
                    <a:pt x="79" y="131"/>
                    <a:pt x="78" y="127"/>
                  </a:cubicBezTo>
                  <a:cubicBezTo>
                    <a:pt x="77" y="123"/>
                    <a:pt x="75" y="122"/>
                    <a:pt x="71" y="122"/>
                  </a:cubicBezTo>
                  <a:cubicBezTo>
                    <a:pt x="71" y="122"/>
                    <a:pt x="70" y="122"/>
                    <a:pt x="68" y="122"/>
                  </a:cubicBezTo>
                  <a:cubicBezTo>
                    <a:pt x="67" y="122"/>
                    <a:pt x="65" y="123"/>
                    <a:pt x="63" y="123"/>
                  </a:cubicBezTo>
                  <a:cubicBezTo>
                    <a:pt x="61" y="123"/>
                    <a:pt x="59" y="123"/>
                    <a:pt x="57" y="124"/>
                  </a:cubicBezTo>
                  <a:cubicBezTo>
                    <a:pt x="54" y="124"/>
                    <a:pt x="52" y="124"/>
                    <a:pt x="50" y="124"/>
                  </a:cubicBezTo>
                  <a:cubicBezTo>
                    <a:pt x="40" y="124"/>
                    <a:pt x="32" y="122"/>
                    <a:pt x="25" y="119"/>
                  </a:cubicBezTo>
                  <a:cubicBezTo>
                    <a:pt x="19" y="115"/>
                    <a:pt x="14" y="110"/>
                    <a:pt x="10" y="105"/>
                  </a:cubicBezTo>
                  <a:cubicBezTo>
                    <a:pt x="6" y="99"/>
                    <a:pt x="4" y="94"/>
                    <a:pt x="2" y="88"/>
                  </a:cubicBezTo>
                  <a:cubicBezTo>
                    <a:pt x="1" y="82"/>
                    <a:pt x="0" y="77"/>
                    <a:pt x="0" y="72"/>
                  </a:cubicBezTo>
                  <a:cubicBezTo>
                    <a:pt x="0" y="63"/>
                    <a:pt x="1" y="54"/>
                    <a:pt x="4" y="46"/>
                  </a:cubicBezTo>
                  <a:cubicBezTo>
                    <a:pt x="7" y="37"/>
                    <a:pt x="11" y="29"/>
                    <a:pt x="17" y="23"/>
                  </a:cubicBezTo>
                  <a:cubicBezTo>
                    <a:pt x="23" y="16"/>
                    <a:pt x="30" y="10"/>
                    <a:pt x="39" y="6"/>
                  </a:cubicBezTo>
                  <a:cubicBezTo>
                    <a:pt x="48" y="2"/>
                    <a:pt x="59" y="0"/>
                    <a:pt x="71" y="0"/>
                  </a:cubicBezTo>
                  <a:cubicBezTo>
                    <a:pt x="79" y="0"/>
                    <a:pt x="86" y="1"/>
                    <a:pt x="90" y="2"/>
                  </a:cubicBezTo>
                  <a:cubicBezTo>
                    <a:pt x="94" y="4"/>
                    <a:pt x="97" y="7"/>
                    <a:pt x="97" y="11"/>
                  </a:cubicBezTo>
                  <a:cubicBezTo>
                    <a:pt x="97" y="12"/>
                    <a:pt x="96" y="13"/>
                    <a:pt x="95" y="14"/>
                  </a:cubicBezTo>
                  <a:cubicBezTo>
                    <a:pt x="94" y="15"/>
                    <a:pt x="93" y="16"/>
                    <a:pt x="92" y="17"/>
                  </a:cubicBezTo>
                  <a:cubicBezTo>
                    <a:pt x="91" y="18"/>
                    <a:pt x="90" y="18"/>
                    <a:pt x="89" y="19"/>
                  </a:cubicBezTo>
                  <a:cubicBezTo>
                    <a:pt x="88" y="19"/>
                    <a:pt x="87" y="20"/>
                    <a:pt x="86" y="20"/>
                  </a:cubicBezTo>
                  <a:cubicBezTo>
                    <a:pt x="85" y="20"/>
                    <a:pt x="84" y="19"/>
                    <a:pt x="83" y="18"/>
                  </a:cubicBezTo>
                  <a:cubicBezTo>
                    <a:pt x="82" y="17"/>
                    <a:pt x="80" y="16"/>
                    <a:pt x="76" y="13"/>
                  </a:cubicBezTo>
                  <a:cubicBezTo>
                    <a:pt x="75" y="11"/>
                    <a:pt x="74" y="11"/>
                    <a:pt x="72" y="10"/>
                  </a:cubicBezTo>
                  <a:cubicBezTo>
                    <a:pt x="71" y="10"/>
                    <a:pt x="69" y="10"/>
                    <a:pt x="68" y="10"/>
                  </a:cubicBezTo>
                  <a:cubicBezTo>
                    <a:pt x="61" y="10"/>
                    <a:pt x="54" y="12"/>
                    <a:pt x="48" y="16"/>
                  </a:cubicBezTo>
                  <a:cubicBezTo>
                    <a:pt x="41" y="20"/>
                    <a:pt x="36" y="26"/>
                    <a:pt x="31" y="32"/>
                  </a:cubicBezTo>
                  <a:cubicBezTo>
                    <a:pt x="26" y="39"/>
                    <a:pt x="22" y="46"/>
                    <a:pt x="20" y="54"/>
                  </a:cubicBezTo>
                  <a:cubicBezTo>
                    <a:pt x="17" y="61"/>
                    <a:pt x="16" y="69"/>
                    <a:pt x="16" y="75"/>
                  </a:cubicBezTo>
                  <a:cubicBezTo>
                    <a:pt x="16" y="83"/>
                    <a:pt x="16" y="90"/>
                    <a:pt x="18" y="95"/>
                  </a:cubicBezTo>
                  <a:cubicBezTo>
                    <a:pt x="20" y="99"/>
                    <a:pt x="22" y="103"/>
                    <a:pt x="25" y="106"/>
                  </a:cubicBezTo>
                  <a:cubicBezTo>
                    <a:pt x="28" y="109"/>
                    <a:pt x="31" y="110"/>
                    <a:pt x="35" y="111"/>
                  </a:cubicBezTo>
                  <a:cubicBezTo>
                    <a:pt x="39" y="112"/>
                    <a:pt x="43" y="113"/>
                    <a:pt x="48" y="113"/>
                  </a:cubicBezTo>
                  <a:cubicBezTo>
                    <a:pt x="52" y="113"/>
                    <a:pt x="55" y="112"/>
                    <a:pt x="59" y="112"/>
                  </a:cubicBezTo>
                  <a:cubicBezTo>
                    <a:pt x="62" y="111"/>
                    <a:pt x="65" y="109"/>
                    <a:pt x="67" y="108"/>
                  </a:cubicBezTo>
                  <a:cubicBezTo>
                    <a:pt x="69" y="107"/>
                    <a:pt x="71" y="105"/>
                    <a:pt x="73" y="103"/>
                  </a:cubicBezTo>
                  <a:cubicBezTo>
                    <a:pt x="74" y="101"/>
                    <a:pt x="75" y="100"/>
                    <a:pt x="75" y="98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4"/>
                    <a:pt x="78" y="83"/>
                    <a:pt x="79" y="82"/>
                  </a:cubicBez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1559">
              <a:extLst>
                <a:ext uri="{FF2B5EF4-FFF2-40B4-BE49-F238E27FC236}">
                  <a16:creationId xmlns:a16="http://schemas.microsoft.com/office/drawing/2014/main" id="{286DABDF-08C8-4731-8D76-0929181B13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3217"/>
              <a:ext cx="67" cy="106"/>
            </a:xfrm>
            <a:custGeom>
              <a:avLst/>
              <a:gdLst>
                <a:gd name="T0" fmla="*/ 28 w 90"/>
                <a:gd name="T1" fmla="*/ 14 h 134"/>
                <a:gd name="T2" fmla="*/ 25 w 90"/>
                <a:gd name="T3" fmla="*/ 25 h 134"/>
                <a:gd name="T4" fmla="*/ 21 w 90"/>
                <a:gd name="T5" fmla="*/ 31 h 134"/>
                <a:gd name="T6" fmla="*/ 14 w 90"/>
                <a:gd name="T7" fmla="*/ 35 h 134"/>
                <a:gd name="T8" fmla="*/ 17 w 90"/>
                <a:gd name="T9" fmla="*/ 36 h 134"/>
                <a:gd name="T10" fmla="*/ 31 w 90"/>
                <a:gd name="T11" fmla="*/ 53 h 134"/>
                <a:gd name="T12" fmla="*/ 37 w 90"/>
                <a:gd name="T13" fmla="*/ 61 h 134"/>
                <a:gd name="T14" fmla="*/ 36 w 90"/>
                <a:gd name="T15" fmla="*/ 63 h 134"/>
                <a:gd name="T16" fmla="*/ 34 w 90"/>
                <a:gd name="T17" fmla="*/ 65 h 134"/>
                <a:gd name="T18" fmla="*/ 31 w 90"/>
                <a:gd name="T19" fmla="*/ 65 h 134"/>
                <a:gd name="T20" fmla="*/ 27 w 90"/>
                <a:gd name="T21" fmla="*/ 59 h 134"/>
                <a:gd name="T22" fmla="*/ 12 w 90"/>
                <a:gd name="T23" fmla="*/ 40 h 134"/>
                <a:gd name="T24" fmla="*/ 8 w 90"/>
                <a:gd name="T25" fmla="*/ 38 h 134"/>
                <a:gd name="T26" fmla="*/ 8 w 90"/>
                <a:gd name="T27" fmla="*/ 47 h 134"/>
                <a:gd name="T28" fmla="*/ 7 w 90"/>
                <a:gd name="T29" fmla="*/ 65 h 134"/>
                <a:gd name="T30" fmla="*/ 5 w 90"/>
                <a:gd name="T31" fmla="*/ 66 h 134"/>
                <a:gd name="T32" fmla="*/ 1 w 90"/>
                <a:gd name="T33" fmla="*/ 64 h 134"/>
                <a:gd name="T34" fmla="*/ 1 w 90"/>
                <a:gd name="T35" fmla="*/ 61 h 134"/>
                <a:gd name="T36" fmla="*/ 2 w 90"/>
                <a:gd name="T37" fmla="*/ 55 h 134"/>
                <a:gd name="T38" fmla="*/ 3 w 90"/>
                <a:gd name="T39" fmla="*/ 40 h 134"/>
                <a:gd name="T40" fmla="*/ 3 w 90"/>
                <a:gd name="T41" fmla="*/ 29 h 134"/>
                <a:gd name="T42" fmla="*/ 2 w 90"/>
                <a:gd name="T43" fmla="*/ 13 h 134"/>
                <a:gd name="T44" fmla="*/ 1 w 90"/>
                <a:gd name="T45" fmla="*/ 13 h 134"/>
                <a:gd name="T46" fmla="*/ 0 w 90"/>
                <a:gd name="T47" fmla="*/ 10 h 134"/>
                <a:gd name="T48" fmla="*/ 5 w 90"/>
                <a:gd name="T49" fmla="*/ 4 h 134"/>
                <a:gd name="T50" fmla="*/ 14 w 90"/>
                <a:gd name="T51" fmla="*/ 1 h 134"/>
                <a:gd name="T52" fmla="*/ 25 w 90"/>
                <a:gd name="T53" fmla="*/ 5 h 134"/>
                <a:gd name="T54" fmla="*/ 12 w 90"/>
                <a:gd name="T55" fmla="*/ 31 h 134"/>
                <a:gd name="T56" fmla="*/ 20 w 90"/>
                <a:gd name="T57" fmla="*/ 22 h 134"/>
                <a:gd name="T58" fmla="*/ 19 w 90"/>
                <a:gd name="T59" fmla="*/ 8 h 134"/>
                <a:gd name="T60" fmla="*/ 12 w 90"/>
                <a:gd name="T61" fmla="*/ 7 h 134"/>
                <a:gd name="T62" fmla="*/ 9 w 90"/>
                <a:gd name="T63" fmla="*/ 13 h 134"/>
                <a:gd name="T64" fmla="*/ 8 w 90"/>
                <a:gd name="T65" fmla="*/ 22 h 134"/>
                <a:gd name="T66" fmla="*/ 8 w 90"/>
                <a:gd name="T67" fmla="*/ 31 h 13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0" h="134">
                  <a:moveTo>
                    <a:pt x="61" y="9"/>
                  </a:moveTo>
                  <a:cubicBezTo>
                    <a:pt x="65" y="14"/>
                    <a:pt x="67" y="21"/>
                    <a:pt x="67" y="29"/>
                  </a:cubicBezTo>
                  <a:cubicBezTo>
                    <a:pt x="67" y="34"/>
                    <a:pt x="67" y="38"/>
                    <a:pt x="66" y="42"/>
                  </a:cubicBezTo>
                  <a:cubicBezTo>
                    <a:pt x="65" y="46"/>
                    <a:pt x="63" y="49"/>
                    <a:pt x="61" y="51"/>
                  </a:cubicBezTo>
                  <a:cubicBezTo>
                    <a:pt x="60" y="54"/>
                    <a:pt x="58" y="56"/>
                    <a:pt x="56" y="58"/>
                  </a:cubicBezTo>
                  <a:cubicBezTo>
                    <a:pt x="54" y="60"/>
                    <a:pt x="52" y="61"/>
                    <a:pt x="50" y="62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6" y="69"/>
                    <a:pt x="38" y="70"/>
                    <a:pt x="39" y="70"/>
                  </a:cubicBezTo>
                  <a:cubicBezTo>
                    <a:pt x="40" y="71"/>
                    <a:pt x="41" y="72"/>
                    <a:pt x="42" y="73"/>
                  </a:cubicBezTo>
                  <a:cubicBezTo>
                    <a:pt x="48" y="80"/>
                    <a:pt x="54" y="87"/>
                    <a:pt x="59" y="93"/>
                  </a:cubicBezTo>
                  <a:cubicBezTo>
                    <a:pt x="65" y="99"/>
                    <a:pt x="70" y="104"/>
                    <a:pt x="75" y="108"/>
                  </a:cubicBezTo>
                  <a:cubicBezTo>
                    <a:pt x="79" y="112"/>
                    <a:pt x="83" y="115"/>
                    <a:pt x="85" y="118"/>
                  </a:cubicBezTo>
                  <a:cubicBezTo>
                    <a:pt x="88" y="120"/>
                    <a:pt x="90" y="122"/>
                    <a:pt x="90" y="122"/>
                  </a:cubicBezTo>
                  <a:cubicBezTo>
                    <a:pt x="90" y="123"/>
                    <a:pt x="89" y="124"/>
                    <a:pt x="89" y="125"/>
                  </a:cubicBezTo>
                  <a:cubicBezTo>
                    <a:pt x="89" y="126"/>
                    <a:pt x="88" y="127"/>
                    <a:pt x="87" y="128"/>
                  </a:cubicBezTo>
                  <a:cubicBezTo>
                    <a:pt x="85" y="129"/>
                    <a:pt x="84" y="130"/>
                    <a:pt x="84" y="131"/>
                  </a:cubicBezTo>
                  <a:cubicBezTo>
                    <a:pt x="83" y="131"/>
                    <a:pt x="82" y="132"/>
                    <a:pt x="82" y="132"/>
                  </a:cubicBezTo>
                  <a:cubicBezTo>
                    <a:pt x="78" y="132"/>
                    <a:pt x="78" y="132"/>
                    <a:pt x="78" y="132"/>
                  </a:cubicBezTo>
                  <a:cubicBezTo>
                    <a:pt x="77" y="132"/>
                    <a:pt x="76" y="131"/>
                    <a:pt x="75" y="131"/>
                  </a:cubicBezTo>
                  <a:cubicBezTo>
                    <a:pt x="74" y="131"/>
                    <a:pt x="73" y="130"/>
                    <a:pt x="72" y="128"/>
                  </a:cubicBezTo>
                  <a:cubicBezTo>
                    <a:pt x="70" y="126"/>
                    <a:pt x="68" y="123"/>
                    <a:pt x="65" y="119"/>
                  </a:cubicBezTo>
                  <a:cubicBezTo>
                    <a:pt x="62" y="116"/>
                    <a:pt x="58" y="111"/>
                    <a:pt x="53" y="106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28" y="79"/>
                    <a:pt x="27" y="78"/>
                    <a:pt x="25" y="78"/>
                  </a:cubicBezTo>
                  <a:cubicBezTo>
                    <a:pt x="24" y="77"/>
                    <a:pt x="22" y="77"/>
                    <a:pt x="20" y="77"/>
                  </a:cubicBezTo>
                  <a:cubicBezTo>
                    <a:pt x="20" y="79"/>
                    <a:pt x="20" y="82"/>
                    <a:pt x="20" y="84"/>
                  </a:cubicBezTo>
                  <a:cubicBezTo>
                    <a:pt x="20" y="87"/>
                    <a:pt x="20" y="90"/>
                    <a:pt x="20" y="94"/>
                  </a:cubicBezTo>
                  <a:cubicBezTo>
                    <a:pt x="20" y="129"/>
                    <a:pt x="20" y="129"/>
                    <a:pt x="20" y="129"/>
                  </a:cubicBezTo>
                  <a:cubicBezTo>
                    <a:pt x="20" y="130"/>
                    <a:pt x="19" y="131"/>
                    <a:pt x="19" y="132"/>
                  </a:cubicBezTo>
                  <a:cubicBezTo>
                    <a:pt x="18" y="133"/>
                    <a:pt x="17" y="134"/>
                    <a:pt x="16" y="134"/>
                  </a:cubicBezTo>
                  <a:cubicBezTo>
                    <a:pt x="15" y="134"/>
                    <a:pt x="13" y="133"/>
                    <a:pt x="12" y="133"/>
                  </a:cubicBezTo>
                  <a:cubicBezTo>
                    <a:pt x="10" y="133"/>
                    <a:pt x="8" y="132"/>
                    <a:pt x="6" y="131"/>
                  </a:cubicBezTo>
                  <a:cubicBezTo>
                    <a:pt x="5" y="131"/>
                    <a:pt x="3" y="130"/>
                    <a:pt x="2" y="129"/>
                  </a:cubicBezTo>
                  <a:cubicBezTo>
                    <a:pt x="0" y="128"/>
                    <a:pt x="0" y="127"/>
                    <a:pt x="0" y="126"/>
                  </a:cubicBezTo>
                  <a:cubicBezTo>
                    <a:pt x="0" y="125"/>
                    <a:pt x="0" y="124"/>
                    <a:pt x="1" y="123"/>
                  </a:cubicBezTo>
                  <a:cubicBezTo>
                    <a:pt x="2" y="122"/>
                    <a:pt x="3" y="121"/>
                    <a:pt x="4" y="119"/>
                  </a:cubicBezTo>
                  <a:cubicBezTo>
                    <a:pt x="4" y="118"/>
                    <a:pt x="5" y="116"/>
                    <a:pt x="5" y="112"/>
                  </a:cubicBezTo>
                  <a:cubicBezTo>
                    <a:pt x="5" y="108"/>
                    <a:pt x="6" y="103"/>
                    <a:pt x="6" y="98"/>
                  </a:cubicBezTo>
                  <a:cubicBezTo>
                    <a:pt x="6" y="93"/>
                    <a:pt x="6" y="87"/>
                    <a:pt x="7" y="82"/>
                  </a:cubicBezTo>
                  <a:cubicBezTo>
                    <a:pt x="7" y="77"/>
                    <a:pt x="7" y="74"/>
                    <a:pt x="7" y="71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3"/>
                    <a:pt x="7" y="48"/>
                    <a:pt x="6" y="42"/>
                  </a:cubicBezTo>
                  <a:cubicBezTo>
                    <a:pt x="6" y="37"/>
                    <a:pt x="6" y="32"/>
                    <a:pt x="6" y="28"/>
                  </a:cubicBezTo>
                  <a:cubicBezTo>
                    <a:pt x="5" y="27"/>
                    <a:pt x="5" y="26"/>
                    <a:pt x="4" y="26"/>
                  </a:cubicBezTo>
                  <a:cubicBezTo>
                    <a:pt x="4" y="25"/>
                    <a:pt x="3" y="25"/>
                    <a:pt x="2" y="25"/>
                  </a:cubicBezTo>
                  <a:cubicBezTo>
                    <a:pt x="2" y="24"/>
                    <a:pt x="1" y="24"/>
                    <a:pt x="0" y="23"/>
                  </a:cubicBezTo>
                  <a:cubicBezTo>
                    <a:pt x="0" y="23"/>
                    <a:pt x="0" y="22"/>
                    <a:pt x="0" y="20"/>
                  </a:cubicBezTo>
                  <a:cubicBezTo>
                    <a:pt x="0" y="18"/>
                    <a:pt x="0" y="16"/>
                    <a:pt x="2" y="14"/>
                  </a:cubicBezTo>
                  <a:cubicBezTo>
                    <a:pt x="6" y="12"/>
                    <a:pt x="10" y="10"/>
                    <a:pt x="14" y="8"/>
                  </a:cubicBezTo>
                  <a:cubicBezTo>
                    <a:pt x="17" y="6"/>
                    <a:pt x="21" y="5"/>
                    <a:pt x="25" y="3"/>
                  </a:cubicBezTo>
                  <a:cubicBezTo>
                    <a:pt x="28" y="2"/>
                    <a:pt x="31" y="1"/>
                    <a:pt x="34" y="1"/>
                  </a:cubicBezTo>
                  <a:cubicBezTo>
                    <a:pt x="37" y="0"/>
                    <a:pt x="39" y="0"/>
                    <a:pt x="41" y="0"/>
                  </a:cubicBezTo>
                  <a:cubicBezTo>
                    <a:pt x="50" y="0"/>
                    <a:pt x="56" y="3"/>
                    <a:pt x="61" y="9"/>
                  </a:cubicBezTo>
                  <a:close/>
                  <a:moveTo>
                    <a:pt x="24" y="64"/>
                  </a:moveTo>
                  <a:cubicBezTo>
                    <a:pt x="25" y="64"/>
                    <a:pt x="26" y="63"/>
                    <a:pt x="29" y="62"/>
                  </a:cubicBezTo>
                  <a:cubicBezTo>
                    <a:pt x="32" y="61"/>
                    <a:pt x="35" y="59"/>
                    <a:pt x="39" y="56"/>
                  </a:cubicBezTo>
                  <a:cubicBezTo>
                    <a:pt x="42" y="53"/>
                    <a:pt x="45" y="50"/>
                    <a:pt x="48" y="46"/>
                  </a:cubicBezTo>
                  <a:cubicBezTo>
                    <a:pt x="50" y="42"/>
                    <a:pt x="52" y="37"/>
                    <a:pt x="52" y="32"/>
                  </a:cubicBezTo>
                  <a:cubicBezTo>
                    <a:pt x="52" y="25"/>
                    <a:pt x="50" y="20"/>
                    <a:pt x="47" y="17"/>
                  </a:cubicBezTo>
                  <a:cubicBezTo>
                    <a:pt x="45" y="14"/>
                    <a:pt x="41" y="13"/>
                    <a:pt x="37" y="13"/>
                  </a:cubicBezTo>
                  <a:cubicBezTo>
                    <a:pt x="35" y="13"/>
                    <a:pt x="32" y="13"/>
                    <a:pt x="29" y="14"/>
                  </a:cubicBezTo>
                  <a:cubicBezTo>
                    <a:pt x="27" y="16"/>
                    <a:pt x="24" y="17"/>
                    <a:pt x="23" y="20"/>
                  </a:cubicBezTo>
                  <a:cubicBezTo>
                    <a:pt x="22" y="21"/>
                    <a:pt x="22" y="23"/>
                    <a:pt x="22" y="25"/>
                  </a:cubicBezTo>
                  <a:cubicBezTo>
                    <a:pt x="21" y="28"/>
                    <a:pt x="21" y="31"/>
                    <a:pt x="21" y="34"/>
                  </a:cubicBezTo>
                  <a:cubicBezTo>
                    <a:pt x="21" y="37"/>
                    <a:pt x="21" y="40"/>
                    <a:pt x="20" y="44"/>
                  </a:cubicBezTo>
                  <a:cubicBezTo>
                    <a:pt x="20" y="47"/>
                    <a:pt x="20" y="50"/>
                    <a:pt x="20" y="5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1" y="64"/>
                    <a:pt x="22" y="64"/>
                    <a:pt x="24" y="64"/>
                  </a:cubicBez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1560">
              <a:extLst>
                <a:ext uri="{FF2B5EF4-FFF2-40B4-BE49-F238E27FC236}">
                  <a16:creationId xmlns:a16="http://schemas.microsoft.com/office/drawing/2014/main" id="{6220C8C3-8A3D-411A-86B3-EA44C8027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219"/>
              <a:ext cx="50" cy="108"/>
            </a:xfrm>
            <a:custGeom>
              <a:avLst/>
              <a:gdLst>
                <a:gd name="T0" fmla="*/ 25 w 67"/>
                <a:gd name="T1" fmla="*/ 33 h 136"/>
                <a:gd name="T2" fmla="*/ 24 w 67"/>
                <a:gd name="T3" fmla="*/ 33 h 136"/>
                <a:gd name="T4" fmla="*/ 23 w 67"/>
                <a:gd name="T5" fmla="*/ 35 h 136"/>
                <a:gd name="T6" fmla="*/ 22 w 67"/>
                <a:gd name="T7" fmla="*/ 36 h 136"/>
                <a:gd name="T8" fmla="*/ 21 w 67"/>
                <a:gd name="T9" fmla="*/ 37 h 136"/>
                <a:gd name="T10" fmla="*/ 13 w 67"/>
                <a:gd name="T11" fmla="*/ 37 h 136"/>
                <a:gd name="T12" fmla="*/ 7 w 67"/>
                <a:gd name="T13" fmla="*/ 37 h 136"/>
                <a:gd name="T14" fmla="*/ 10 w 67"/>
                <a:gd name="T15" fmla="*/ 56 h 136"/>
                <a:gd name="T16" fmla="*/ 25 w 67"/>
                <a:gd name="T17" fmla="*/ 63 h 136"/>
                <a:gd name="T18" fmla="*/ 28 w 67"/>
                <a:gd name="T19" fmla="*/ 64 h 136"/>
                <a:gd name="T20" fmla="*/ 28 w 67"/>
                <a:gd name="T21" fmla="*/ 66 h 136"/>
                <a:gd name="T22" fmla="*/ 27 w 67"/>
                <a:gd name="T23" fmla="*/ 67 h 136"/>
                <a:gd name="T24" fmla="*/ 22 w 67"/>
                <a:gd name="T25" fmla="*/ 68 h 136"/>
                <a:gd name="T26" fmla="*/ 13 w 67"/>
                <a:gd name="T27" fmla="*/ 67 h 136"/>
                <a:gd name="T28" fmla="*/ 7 w 67"/>
                <a:gd name="T29" fmla="*/ 63 h 136"/>
                <a:gd name="T30" fmla="*/ 3 w 67"/>
                <a:gd name="T31" fmla="*/ 57 h 136"/>
                <a:gd name="T32" fmla="*/ 1 w 67"/>
                <a:gd name="T33" fmla="*/ 52 h 136"/>
                <a:gd name="T34" fmla="*/ 0 w 67"/>
                <a:gd name="T35" fmla="*/ 44 h 136"/>
                <a:gd name="T36" fmla="*/ 0 w 67"/>
                <a:gd name="T37" fmla="*/ 38 h 136"/>
                <a:gd name="T38" fmla="*/ 1 w 67"/>
                <a:gd name="T39" fmla="*/ 21 h 136"/>
                <a:gd name="T40" fmla="*/ 5 w 67"/>
                <a:gd name="T41" fmla="*/ 9 h 136"/>
                <a:gd name="T42" fmla="*/ 12 w 67"/>
                <a:gd name="T43" fmla="*/ 2 h 136"/>
                <a:gd name="T44" fmla="*/ 19 w 67"/>
                <a:gd name="T45" fmla="*/ 0 h 136"/>
                <a:gd name="T46" fmla="*/ 25 w 67"/>
                <a:gd name="T47" fmla="*/ 2 h 136"/>
                <a:gd name="T48" fmla="*/ 25 w 67"/>
                <a:gd name="T49" fmla="*/ 4 h 136"/>
                <a:gd name="T50" fmla="*/ 24 w 67"/>
                <a:gd name="T51" fmla="*/ 6 h 136"/>
                <a:gd name="T52" fmla="*/ 19 w 67"/>
                <a:gd name="T53" fmla="*/ 6 h 136"/>
                <a:gd name="T54" fmla="*/ 15 w 67"/>
                <a:gd name="T55" fmla="*/ 7 h 136"/>
                <a:gd name="T56" fmla="*/ 11 w 67"/>
                <a:gd name="T57" fmla="*/ 11 h 136"/>
                <a:gd name="T58" fmla="*/ 8 w 67"/>
                <a:gd name="T59" fmla="*/ 19 h 136"/>
                <a:gd name="T60" fmla="*/ 7 w 67"/>
                <a:gd name="T61" fmla="*/ 33 h 136"/>
                <a:gd name="T62" fmla="*/ 8 w 67"/>
                <a:gd name="T63" fmla="*/ 31 h 136"/>
                <a:gd name="T64" fmla="*/ 10 w 67"/>
                <a:gd name="T65" fmla="*/ 30 h 136"/>
                <a:gd name="T66" fmla="*/ 23 w 67"/>
                <a:gd name="T67" fmla="*/ 30 h 136"/>
                <a:gd name="T68" fmla="*/ 25 w 67"/>
                <a:gd name="T69" fmla="*/ 33 h 1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7" h="136">
                  <a:moveTo>
                    <a:pt x="59" y="64"/>
                  </a:moveTo>
                  <a:cubicBezTo>
                    <a:pt x="59" y="64"/>
                    <a:pt x="59" y="65"/>
                    <a:pt x="58" y="66"/>
                  </a:cubicBezTo>
                  <a:cubicBezTo>
                    <a:pt x="57" y="67"/>
                    <a:pt x="56" y="68"/>
                    <a:pt x="55" y="69"/>
                  </a:cubicBezTo>
                  <a:cubicBezTo>
                    <a:pt x="54" y="70"/>
                    <a:pt x="53" y="71"/>
                    <a:pt x="52" y="72"/>
                  </a:cubicBezTo>
                  <a:cubicBezTo>
                    <a:pt x="51" y="72"/>
                    <a:pt x="50" y="73"/>
                    <a:pt x="49" y="73"/>
                  </a:cubicBezTo>
                  <a:cubicBezTo>
                    <a:pt x="43" y="73"/>
                    <a:pt x="37" y="74"/>
                    <a:pt x="31" y="74"/>
                  </a:cubicBezTo>
                  <a:cubicBezTo>
                    <a:pt x="25" y="74"/>
                    <a:pt x="20" y="74"/>
                    <a:pt x="16" y="74"/>
                  </a:cubicBezTo>
                  <a:cubicBezTo>
                    <a:pt x="16" y="91"/>
                    <a:pt x="20" y="104"/>
                    <a:pt x="26" y="113"/>
                  </a:cubicBezTo>
                  <a:cubicBezTo>
                    <a:pt x="33" y="122"/>
                    <a:pt x="44" y="126"/>
                    <a:pt x="59" y="126"/>
                  </a:cubicBezTo>
                  <a:cubicBezTo>
                    <a:pt x="62" y="126"/>
                    <a:pt x="64" y="126"/>
                    <a:pt x="65" y="127"/>
                  </a:cubicBezTo>
                  <a:cubicBezTo>
                    <a:pt x="66" y="128"/>
                    <a:pt x="67" y="129"/>
                    <a:pt x="67" y="131"/>
                  </a:cubicBezTo>
                  <a:cubicBezTo>
                    <a:pt x="67" y="132"/>
                    <a:pt x="66" y="133"/>
                    <a:pt x="64" y="134"/>
                  </a:cubicBezTo>
                  <a:cubicBezTo>
                    <a:pt x="61" y="135"/>
                    <a:pt x="58" y="136"/>
                    <a:pt x="52" y="136"/>
                  </a:cubicBezTo>
                  <a:cubicBezTo>
                    <a:pt x="44" y="136"/>
                    <a:pt x="37" y="135"/>
                    <a:pt x="31" y="133"/>
                  </a:cubicBezTo>
                  <a:cubicBezTo>
                    <a:pt x="25" y="131"/>
                    <a:pt x="20" y="129"/>
                    <a:pt x="17" y="126"/>
                  </a:cubicBezTo>
                  <a:cubicBezTo>
                    <a:pt x="13" y="123"/>
                    <a:pt x="10" y="119"/>
                    <a:pt x="7" y="115"/>
                  </a:cubicBezTo>
                  <a:cubicBezTo>
                    <a:pt x="5" y="112"/>
                    <a:pt x="3" y="107"/>
                    <a:pt x="2" y="103"/>
                  </a:cubicBezTo>
                  <a:cubicBezTo>
                    <a:pt x="1" y="99"/>
                    <a:pt x="0" y="94"/>
                    <a:pt x="0" y="90"/>
                  </a:cubicBezTo>
                  <a:cubicBezTo>
                    <a:pt x="0" y="85"/>
                    <a:pt x="0" y="81"/>
                    <a:pt x="0" y="77"/>
                  </a:cubicBezTo>
                  <a:cubicBezTo>
                    <a:pt x="0" y="62"/>
                    <a:pt x="1" y="50"/>
                    <a:pt x="4" y="41"/>
                  </a:cubicBezTo>
                  <a:cubicBezTo>
                    <a:pt x="6" y="31"/>
                    <a:pt x="10" y="23"/>
                    <a:pt x="14" y="17"/>
                  </a:cubicBezTo>
                  <a:cubicBezTo>
                    <a:pt x="19" y="11"/>
                    <a:pt x="24" y="7"/>
                    <a:pt x="29" y="4"/>
                  </a:cubicBezTo>
                  <a:cubicBezTo>
                    <a:pt x="35" y="2"/>
                    <a:pt x="41" y="0"/>
                    <a:pt x="47" y="0"/>
                  </a:cubicBezTo>
                  <a:cubicBezTo>
                    <a:pt x="53" y="0"/>
                    <a:pt x="57" y="1"/>
                    <a:pt x="59" y="2"/>
                  </a:cubicBezTo>
                  <a:cubicBezTo>
                    <a:pt x="61" y="3"/>
                    <a:pt x="62" y="4"/>
                    <a:pt x="62" y="7"/>
                  </a:cubicBezTo>
                  <a:cubicBezTo>
                    <a:pt x="62" y="10"/>
                    <a:pt x="61" y="12"/>
                    <a:pt x="58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2" y="12"/>
                    <a:pt x="39" y="12"/>
                    <a:pt x="36" y="14"/>
                  </a:cubicBezTo>
                  <a:cubicBezTo>
                    <a:pt x="32" y="15"/>
                    <a:pt x="29" y="18"/>
                    <a:pt x="27" y="22"/>
                  </a:cubicBezTo>
                  <a:cubicBezTo>
                    <a:pt x="24" y="26"/>
                    <a:pt x="22" y="31"/>
                    <a:pt x="20" y="38"/>
                  </a:cubicBezTo>
                  <a:cubicBezTo>
                    <a:pt x="18" y="45"/>
                    <a:pt x="17" y="54"/>
                    <a:pt x="16" y="65"/>
                  </a:cubicBezTo>
                  <a:cubicBezTo>
                    <a:pt x="17" y="64"/>
                    <a:pt x="19" y="63"/>
                    <a:pt x="20" y="62"/>
                  </a:cubicBezTo>
                  <a:cubicBezTo>
                    <a:pt x="22" y="62"/>
                    <a:pt x="24" y="61"/>
                    <a:pt x="26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8" y="61"/>
                    <a:pt x="59" y="62"/>
                    <a:pt x="59" y="64"/>
                  </a:cubicBez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1561">
              <a:extLst>
                <a:ext uri="{FF2B5EF4-FFF2-40B4-BE49-F238E27FC236}">
                  <a16:creationId xmlns:a16="http://schemas.microsoft.com/office/drawing/2014/main" id="{4EDD2B8B-0E64-42F2-82B3-06A5917B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219"/>
              <a:ext cx="50" cy="108"/>
            </a:xfrm>
            <a:custGeom>
              <a:avLst/>
              <a:gdLst>
                <a:gd name="T0" fmla="*/ 25 w 67"/>
                <a:gd name="T1" fmla="*/ 33 h 136"/>
                <a:gd name="T2" fmla="*/ 24 w 67"/>
                <a:gd name="T3" fmla="*/ 33 h 136"/>
                <a:gd name="T4" fmla="*/ 23 w 67"/>
                <a:gd name="T5" fmla="*/ 35 h 136"/>
                <a:gd name="T6" fmla="*/ 22 w 67"/>
                <a:gd name="T7" fmla="*/ 36 h 136"/>
                <a:gd name="T8" fmla="*/ 21 w 67"/>
                <a:gd name="T9" fmla="*/ 37 h 136"/>
                <a:gd name="T10" fmla="*/ 13 w 67"/>
                <a:gd name="T11" fmla="*/ 37 h 136"/>
                <a:gd name="T12" fmla="*/ 7 w 67"/>
                <a:gd name="T13" fmla="*/ 37 h 136"/>
                <a:gd name="T14" fmla="*/ 10 w 67"/>
                <a:gd name="T15" fmla="*/ 56 h 136"/>
                <a:gd name="T16" fmla="*/ 25 w 67"/>
                <a:gd name="T17" fmla="*/ 63 h 136"/>
                <a:gd name="T18" fmla="*/ 28 w 67"/>
                <a:gd name="T19" fmla="*/ 64 h 136"/>
                <a:gd name="T20" fmla="*/ 28 w 67"/>
                <a:gd name="T21" fmla="*/ 66 h 136"/>
                <a:gd name="T22" fmla="*/ 27 w 67"/>
                <a:gd name="T23" fmla="*/ 67 h 136"/>
                <a:gd name="T24" fmla="*/ 22 w 67"/>
                <a:gd name="T25" fmla="*/ 68 h 136"/>
                <a:gd name="T26" fmla="*/ 13 w 67"/>
                <a:gd name="T27" fmla="*/ 67 h 136"/>
                <a:gd name="T28" fmla="*/ 7 w 67"/>
                <a:gd name="T29" fmla="*/ 63 h 136"/>
                <a:gd name="T30" fmla="*/ 3 w 67"/>
                <a:gd name="T31" fmla="*/ 57 h 136"/>
                <a:gd name="T32" fmla="*/ 1 w 67"/>
                <a:gd name="T33" fmla="*/ 52 h 136"/>
                <a:gd name="T34" fmla="*/ 0 w 67"/>
                <a:gd name="T35" fmla="*/ 44 h 136"/>
                <a:gd name="T36" fmla="*/ 0 w 67"/>
                <a:gd name="T37" fmla="*/ 38 h 136"/>
                <a:gd name="T38" fmla="*/ 1 w 67"/>
                <a:gd name="T39" fmla="*/ 21 h 136"/>
                <a:gd name="T40" fmla="*/ 5 w 67"/>
                <a:gd name="T41" fmla="*/ 9 h 136"/>
                <a:gd name="T42" fmla="*/ 12 w 67"/>
                <a:gd name="T43" fmla="*/ 2 h 136"/>
                <a:gd name="T44" fmla="*/ 19 w 67"/>
                <a:gd name="T45" fmla="*/ 0 h 136"/>
                <a:gd name="T46" fmla="*/ 25 w 67"/>
                <a:gd name="T47" fmla="*/ 2 h 136"/>
                <a:gd name="T48" fmla="*/ 26 w 67"/>
                <a:gd name="T49" fmla="*/ 4 h 136"/>
                <a:gd name="T50" fmla="*/ 25 w 67"/>
                <a:gd name="T51" fmla="*/ 6 h 136"/>
                <a:gd name="T52" fmla="*/ 19 w 67"/>
                <a:gd name="T53" fmla="*/ 6 h 136"/>
                <a:gd name="T54" fmla="*/ 15 w 67"/>
                <a:gd name="T55" fmla="*/ 7 h 136"/>
                <a:gd name="T56" fmla="*/ 11 w 67"/>
                <a:gd name="T57" fmla="*/ 11 h 136"/>
                <a:gd name="T58" fmla="*/ 8 w 67"/>
                <a:gd name="T59" fmla="*/ 19 h 136"/>
                <a:gd name="T60" fmla="*/ 7 w 67"/>
                <a:gd name="T61" fmla="*/ 33 h 136"/>
                <a:gd name="T62" fmla="*/ 8 w 67"/>
                <a:gd name="T63" fmla="*/ 31 h 136"/>
                <a:gd name="T64" fmla="*/ 10 w 67"/>
                <a:gd name="T65" fmla="*/ 30 h 136"/>
                <a:gd name="T66" fmla="*/ 23 w 67"/>
                <a:gd name="T67" fmla="*/ 30 h 136"/>
                <a:gd name="T68" fmla="*/ 25 w 67"/>
                <a:gd name="T69" fmla="*/ 33 h 1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7" h="136">
                  <a:moveTo>
                    <a:pt x="59" y="64"/>
                  </a:moveTo>
                  <a:cubicBezTo>
                    <a:pt x="59" y="64"/>
                    <a:pt x="59" y="65"/>
                    <a:pt x="58" y="66"/>
                  </a:cubicBezTo>
                  <a:cubicBezTo>
                    <a:pt x="57" y="67"/>
                    <a:pt x="56" y="68"/>
                    <a:pt x="55" y="69"/>
                  </a:cubicBezTo>
                  <a:cubicBezTo>
                    <a:pt x="54" y="70"/>
                    <a:pt x="53" y="71"/>
                    <a:pt x="52" y="72"/>
                  </a:cubicBezTo>
                  <a:cubicBezTo>
                    <a:pt x="51" y="72"/>
                    <a:pt x="50" y="73"/>
                    <a:pt x="49" y="73"/>
                  </a:cubicBezTo>
                  <a:cubicBezTo>
                    <a:pt x="43" y="73"/>
                    <a:pt x="37" y="74"/>
                    <a:pt x="31" y="74"/>
                  </a:cubicBezTo>
                  <a:cubicBezTo>
                    <a:pt x="26" y="74"/>
                    <a:pt x="21" y="74"/>
                    <a:pt x="16" y="74"/>
                  </a:cubicBezTo>
                  <a:cubicBezTo>
                    <a:pt x="16" y="91"/>
                    <a:pt x="20" y="104"/>
                    <a:pt x="26" y="113"/>
                  </a:cubicBezTo>
                  <a:cubicBezTo>
                    <a:pt x="33" y="122"/>
                    <a:pt x="44" y="126"/>
                    <a:pt x="59" y="126"/>
                  </a:cubicBezTo>
                  <a:cubicBezTo>
                    <a:pt x="62" y="126"/>
                    <a:pt x="64" y="126"/>
                    <a:pt x="65" y="127"/>
                  </a:cubicBezTo>
                  <a:cubicBezTo>
                    <a:pt x="66" y="128"/>
                    <a:pt x="67" y="129"/>
                    <a:pt x="67" y="131"/>
                  </a:cubicBezTo>
                  <a:cubicBezTo>
                    <a:pt x="67" y="132"/>
                    <a:pt x="66" y="133"/>
                    <a:pt x="64" y="134"/>
                  </a:cubicBezTo>
                  <a:cubicBezTo>
                    <a:pt x="62" y="135"/>
                    <a:pt x="58" y="136"/>
                    <a:pt x="52" y="136"/>
                  </a:cubicBezTo>
                  <a:cubicBezTo>
                    <a:pt x="44" y="136"/>
                    <a:pt x="37" y="135"/>
                    <a:pt x="31" y="133"/>
                  </a:cubicBezTo>
                  <a:cubicBezTo>
                    <a:pt x="25" y="131"/>
                    <a:pt x="21" y="129"/>
                    <a:pt x="17" y="126"/>
                  </a:cubicBezTo>
                  <a:cubicBezTo>
                    <a:pt x="13" y="123"/>
                    <a:pt x="10" y="119"/>
                    <a:pt x="7" y="115"/>
                  </a:cubicBezTo>
                  <a:cubicBezTo>
                    <a:pt x="5" y="112"/>
                    <a:pt x="4" y="107"/>
                    <a:pt x="2" y="103"/>
                  </a:cubicBezTo>
                  <a:cubicBezTo>
                    <a:pt x="1" y="99"/>
                    <a:pt x="1" y="94"/>
                    <a:pt x="0" y="90"/>
                  </a:cubicBezTo>
                  <a:cubicBezTo>
                    <a:pt x="0" y="85"/>
                    <a:pt x="0" y="81"/>
                    <a:pt x="0" y="77"/>
                  </a:cubicBezTo>
                  <a:cubicBezTo>
                    <a:pt x="0" y="62"/>
                    <a:pt x="1" y="50"/>
                    <a:pt x="4" y="41"/>
                  </a:cubicBezTo>
                  <a:cubicBezTo>
                    <a:pt x="6" y="31"/>
                    <a:pt x="10" y="23"/>
                    <a:pt x="14" y="17"/>
                  </a:cubicBezTo>
                  <a:cubicBezTo>
                    <a:pt x="19" y="11"/>
                    <a:pt x="24" y="7"/>
                    <a:pt x="29" y="4"/>
                  </a:cubicBezTo>
                  <a:cubicBezTo>
                    <a:pt x="35" y="2"/>
                    <a:pt x="41" y="0"/>
                    <a:pt x="47" y="0"/>
                  </a:cubicBezTo>
                  <a:cubicBezTo>
                    <a:pt x="53" y="0"/>
                    <a:pt x="57" y="1"/>
                    <a:pt x="59" y="2"/>
                  </a:cubicBezTo>
                  <a:cubicBezTo>
                    <a:pt x="62" y="3"/>
                    <a:pt x="63" y="4"/>
                    <a:pt x="63" y="7"/>
                  </a:cubicBezTo>
                  <a:cubicBezTo>
                    <a:pt x="63" y="10"/>
                    <a:pt x="61" y="12"/>
                    <a:pt x="59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2" y="12"/>
                    <a:pt x="39" y="12"/>
                    <a:pt x="36" y="14"/>
                  </a:cubicBezTo>
                  <a:cubicBezTo>
                    <a:pt x="32" y="15"/>
                    <a:pt x="29" y="18"/>
                    <a:pt x="27" y="22"/>
                  </a:cubicBezTo>
                  <a:cubicBezTo>
                    <a:pt x="24" y="26"/>
                    <a:pt x="22" y="31"/>
                    <a:pt x="20" y="38"/>
                  </a:cubicBezTo>
                  <a:cubicBezTo>
                    <a:pt x="18" y="45"/>
                    <a:pt x="17" y="54"/>
                    <a:pt x="16" y="65"/>
                  </a:cubicBezTo>
                  <a:cubicBezTo>
                    <a:pt x="17" y="64"/>
                    <a:pt x="19" y="63"/>
                    <a:pt x="20" y="62"/>
                  </a:cubicBezTo>
                  <a:cubicBezTo>
                    <a:pt x="22" y="62"/>
                    <a:pt x="24" y="61"/>
                    <a:pt x="26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8" y="61"/>
                    <a:pt x="59" y="62"/>
                    <a:pt x="59" y="64"/>
                  </a:cubicBez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1562">
              <a:extLst>
                <a:ext uri="{FF2B5EF4-FFF2-40B4-BE49-F238E27FC236}">
                  <a16:creationId xmlns:a16="http://schemas.microsoft.com/office/drawing/2014/main" id="{558F13D7-1CB1-4145-99F8-388D03D5A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217"/>
              <a:ext cx="113" cy="109"/>
            </a:xfrm>
            <a:custGeom>
              <a:avLst/>
              <a:gdLst>
                <a:gd name="T0" fmla="*/ 34 w 151"/>
                <a:gd name="T1" fmla="*/ 7 h 137"/>
                <a:gd name="T2" fmla="*/ 36 w 151"/>
                <a:gd name="T3" fmla="*/ 4 h 137"/>
                <a:gd name="T4" fmla="*/ 38 w 151"/>
                <a:gd name="T5" fmla="*/ 4 h 137"/>
                <a:gd name="T6" fmla="*/ 41 w 151"/>
                <a:gd name="T7" fmla="*/ 6 h 137"/>
                <a:gd name="T8" fmla="*/ 41 w 151"/>
                <a:gd name="T9" fmla="*/ 10 h 137"/>
                <a:gd name="T10" fmla="*/ 38 w 151"/>
                <a:gd name="T11" fmla="*/ 12 h 137"/>
                <a:gd name="T12" fmla="*/ 29 w 151"/>
                <a:gd name="T13" fmla="*/ 19 h 137"/>
                <a:gd name="T14" fmla="*/ 19 w 151"/>
                <a:gd name="T15" fmla="*/ 27 h 137"/>
                <a:gd name="T16" fmla="*/ 22 w 151"/>
                <a:gd name="T17" fmla="*/ 35 h 137"/>
                <a:gd name="T18" fmla="*/ 44 w 151"/>
                <a:gd name="T19" fmla="*/ 51 h 137"/>
                <a:gd name="T20" fmla="*/ 59 w 151"/>
                <a:gd name="T21" fmla="*/ 60 h 137"/>
                <a:gd name="T22" fmla="*/ 63 w 151"/>
                <a:gd name="T23" fmla="*/ 60 h 137"/>
                <a:gd name="T24" fmla="*/ 63 w 151"/>
                <a:gd name="T25" fmla="*/ 64 h 137"/>
                <a:gd name="T26" fmla="*/ 59 w 151"/>
                <a:gd name="T27" fmla="*/ 68 h 137"/>
                <a:gd name="T28" fmla="*/ 55 w 151"/>
                <a:gd name="T29" fmla="*/ 68 h 137"/>
                <a:gd name="T30" fmla="*/ 34 w 151"/>
                <a:gd name="T31" fmla="*/ 51 h 137"/>
                <a:gd name="T32" fmla="*/ 12 w 151"/>
                <a:gd name="T33" fmla="*/ 36 h 137"/>
                <a:gd name="T34" fmla="*/ 9 w 151"/>
                <a:gd name="T35" fmla="*/ 41 h 137"/>
                <a:gd name="T36" fmla="*/ 9 w 151"/>
                <a:gd name="T37" fmla="*/ 56 h 137"/>
                <a:gd name="T38" fmla="*/ 8 w 151"/>
                <a:gd name="T39" fmla="*/ 64 h 137"/>
                <a:gd name="T40" fmla="*/ 5 w 151"/>
                <a:gd name="T41" fmla="*/ 67 h 137"/>
                <a:gd name="T42" fmla="*/ 3 w 151"/>
                <a:gd name="T43" fmla="*/ 67 h 137"/>
                <a:gd name="T44" fmla="*/ 3 w 151"/>
                <a:gd name="T45" fmla="*/ 59 h 137"/>
                <a:gd name="T46" fmla="*/ 3 w 151"/>
                <a:gd name="T47" fmla="*/ 45 h 137"/>
                <a:gd name="T48" fmla="*/ 3 w 151"/>
                <a:gd name="T49" fmla="*/ 23 h 137"/>
                <a:gd name="T50" fmla="*/ 2 w 151"/>
                <a:gd name="T51" fmla="*/ 9 h 137"/>
                <a:gd name="T52" fmla="*/ 1 w 151"/>
                <a:gd name="T53" fmla="*/ 6 h 137"/>
                <a:gd name="T54" fmla="*/ 0 w 151"/>
                <a:gd name="T55" fmla="*/ 5 h 137"/>
                <a:gd name="T56" fmla="*/ 3 w 151"/>
                <a:gd name="T57" fmla="*/ 2 h 137"/>
                <a:gd name="T58" fmla="*/ 5 w 151"/>
                <a:gd name="T59" fmla="*/ 0 h 137"/>
                <a:gd name="T60" fmla="*/ 7 w 151"/>
                <a:gd name="T61" fmla="*/ 1 h 137"/>
                <a:gd name="T62" fmla="*/ 10 w 151"/>
                <a:gd name="T63" fmla="*/ 3 h 137"/>
                <a:gd name="T64" fmla="*/ 10 w 151"/>
                <a:gd name="T65" fmla="*/ 9 h 137"/>
                <a:gd name="T66" fmla="*/ 9 w 151"/>
                <a:gd name="T67" fmla="*/ 21 h 137"/>
                <a:gd name="T68" fmla="*/ 10 w 151"/>
                <a:gd name="T69" fmla="*/ 29 h 1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1" h="137">
                  <a:moveTo>
                    <a:pt x="73" y="20"/>
                  </a:moveTo>
                  <a:cubicBezTo>
                    <a:pt x="76" y="18"/>
                    <a:pt x="78" y="16"/>
                    <a:pt x="80" y="14"/>
                  </a:cubicBezTo>
                  <a:cubicBezTo>
                    <a:pt x="81" y="12"/>
                    <a:pt x="83" y="11"/>
                    <a:pt x="84" y="10"/>
                  </a:cubicBezTo>
                  <a:cubicBezTo>
                    <a:pt x="84" y="9"/>
                    <a:pt x="85" y="8"/>
                    <a:pt x="86" y="7"/>
                  </a:cubicBezTo>
                  <a:cubicBezTo>
                    <a:pt x="87" y="7"/>
                    <a:pt x="87" y="6"/>
                    <a:pt x="88" y="6"/>
                  </a:cubicBezTo>
                  <a:cubicBezTo>
                    <a:pt x="89" y="6"/>
                    <a:pt x="90" y="7"/>
                    <a:pt x="91" y="7"/>
                  </a:cubicBezTo>
                  <a:cubicBezTo>
                    <a:pt x="92" y="8"/>
                    <a:pt x="94" y="9"/>
                    <a:pt x="96" y="10"/>
                  </a:cubicBezTo>
                  <a:cubicBezTo>
                    <a:pt x="97" y="10"/>
                    <a:pt x="98" y="11"/>
                    <a:pt x="99" y="13"/>
                  </a:cubicBezTo>
                  <a:cubicBezTo>
                    <a:pt x="100" y="15"/>
                    <a:pt x="100" y="17"/>
                    <a:pt x="100" y="18"/>
                  </a:cubicBezTo>
                  <a:cubicBezTo>
                    <a:pt x="100" y="19"/>
                    <a:pt x="100" y="20"/>
                    <a:pt x="99" y="20"/>
                  </a:cubicBezTo>
                  <a:cubicBezTo>
                    <a:pt x="99" y="21"/>
                    <a:pt x="98" y="21"/>
                    <a:pt x="96" y="21"/>
                  </a:cubicBezTo>
                  <a:cubicBezTo>
                    <a:pt x="95" y="22"/>
                    <a:pt x="93" y="22"/>
                    <a:pt x="91" y="24"/>
                  </a:cubicBezTo>
                  <a:cubicBezTo>
                    <a:pt x="88" y="25"/>
                    <a:pt x="85" y="27"/>
                    <a:pt x="81" y="30"/>
                  </a:cubicBezTo>
                  <a:cubicBezTo>
                    <a:pt x="77" y="32"/>
                    <a:pt x="73" y="35"/>
                    <a:pt x="69" y="38"/>
                  </a:cubicBezTo>
                  <a:cubicBezTo>
                    <a:pt x="65" y="40"/>
                    <a:pt x="61" y="43"/>
                    <a:pt x="57" y="46"/>
                  </a:cubicBezTo>
                  <a:cubicBezTo>
                    <a:pt x="53" y="49"/>
                    <a:pt x="50" y="52"/>
                    <a:pt x="46" y="54"/>
                  </a:cubicBezTo>
                  <a:cubicBezTo>
                    <a:pt x="43" y="57"/>
                    <a:pt x="41" y="58"/>
                    <a:pt x="39" y="60"/>
                  </a:cubicBezTo>
                  <a:cubicBezTo>
                    <a:pt x="42" y="61"/>
                    <a:pt x="47" y="64"/>
                    <a:pt x="53" y="69"/>
                  </a:cubicBezTo>
                  <a:cubicBezTo>
                    <a:pt x="60" y="73"/>
                    <a:pt x="68" y="78"/>
                    <a:pt x="77" y="84"/>
                  </a:cubicBezTo>
                  <a:cubicBezTo>
                    <a:pt x="86" y="90"/>
                    <a:pt x="96" y="95"/>
                    <a:pt x="106" y="101"/>
                  </a:cubicBezTo>
                  <a:cubicBezTo>
                    <a:pt x="116" y="107"/>
                    <a:pt x="126" y="113"/>
                    <a:pt x="135" y="117"/>
                  </a:cubicBezTo>
                  <a:cubicBezTo>
                    <a:pt x="137" y="118"/>
                    <a:pt x="138" y="118"/>
                    <a:pt x="140" y="119"/>
                  </a:cubicBezTo>
                  <a:cubicBezTo>
                    <a:pt x="142" y="119"/>
                    <a:pt x="144" y="120"/>
                    <a:pt x="145" y="120"/>
                  </a:cubicBezTo>
                  <a:cubicBezTo>
                    <a:pt x="147" y="120"/>
                    <a:pt x="148" y="120"/>
                    <a:pt x="149" y="121"/>
                  </a:cubicBezTo>
                  <a:cubicBezTo>
                    <a:pt x="151" y="121"/>
                    <a:pt x="151" y="122"/>
                    <a:pt x="151" y="123"/>
                  </a:cubicBezTo>
                  <a:cubicBezTo>
                    <a:pt x="151" y="124"/>
                    <a:pt x="151" y="125"/>
                    <a:pt x="149" y="126"/>
                  </a:cubicBezTo>
                  <a:cubicBezTo>
                    <a:pt x="148" y="128"/>
                    <a:pt x="147" y="129"/>
                    <a:pt x="145" y="131"/>
                  </a:cubicBezTo>
                  <a:cubicBezTo>
                    <a:pt x="144" y="132"/>
                    <a:pt x="142" y="134"/>
                    <a:pt x="140" y="135"/>
                  </a:cubicBezTo>
                  <a:cubicBezTo>
                    <a:pt x="139" y="136"/>
                    <a:pt x="137" y="137"/>
                    <a:pt x="136" y="137"/>
                  </a:cubicBezTo>
                  <a:cubicBezTo>
                    <a:pt x="135" y="137"/>
                    <a:pt x="134" y="136"/>
                    <a:pt x="132" y="135"/>
                  </a:cubicBezTo>
                  <a:cubicBezTo>
                    <a:pt x="131" y="135"/>
                    <a:pt x="129" y="133"/>
                    <a:pt x="126" y="131"/>
                  </a:cubicBezTo>
                  <a:cubicBezTo>
                    <a:pt x="108" y="119"/>
                    <a:pt x="92" y="108"/>
                    <a:pt x="80" y="100"/>
                  </a:cubicBezTo>
                  <a:cubicBezTo>
                    <a:pt x="67" y="92"/>
                    <a:pt x="57" y="85"/>
                    <a:pt x="48" y="80"/>
                  </a:cubicBezTo>
                  <a:cubicBezTo>
                    <a:pt x="40" y="75"/>
                    <a:pt x="34" y="72"/>
                    <a:pt x="29" y="70"/>
                  </a:cubicBezTo>
                  <a:cubicBezTo>
                    <a:pt x="25" y="68"/>
                    <a:pt x="22" y="67"/>
                    <a:pt x="21" y="67"/>
                  </a:cubicBezTo>
                  <a:cubicBezTo>
                    <a:pt x="21" y="70"/>
                    <a:pt x="21" y="75"/>
                    <a:pt x="21" y="80"/>
                  </a:cubicBezTo>
                  <a:cubicBezTo>
                    <a:pt x="21" y="85"/>
                    <a:pt x="21" y="91"/>
                    <a:pt x="21" y="96"/>
                  </a:cubicBezTo>
                  <a:cubicBezTo>
                    <a:pt x="22" y="102"/>
                    <a:pt x="22" y="107"/>
                    <a:pt x="22" y="111"/>
                  </a:cubicBezTo>
                  <a:cubicBezTo>
                    <a:pt x="22" y="116"/>
                    <a:pt x="22" y="120"/>
                    <a:pt x="22" y="122"/>
                  </a:cubicBezTo>
                  <a:cubicBezTo>
                    <a:pt x="22" y="123"/>
                    <a:pt x="21" y="124"/>
                    <a:pt x="20" y="126"/>
                  </a:cubicBezTo>
                  <a:cubicBezTo>
                    <a:pt x="19" y="127"/>
                    <a:pt x="18" y="128"/>
                    <a:pt x="17" y="129"/>
                  </a:cubicBezTo>
                  <a:cubicBezTo>
                    <a:pt x="16" y="131"/>
                    <a:pt x="14" y="132"/>
                    <a:pt x="13" y="132"/>
                  </a:cubicBezTo>
                  <a:cubicBezTo>
                    <a:pt x="12" y="133"/>
                    <a:pt x="11" y="134"/>
                    <a:pt x="10" y="134"/>
                  </a:cubicBezTo>
                  <a:cubicBezTo>
                    <a:pt x="9" y="134"/>
                    <a:pt x="8" y="133"/>
                    <a:pt x="8" y="132"/>
                  </a:cubicBezTo>
                  <a:cubicBezTo>
                    <a:pt x="7" y="131"/>
                    <a:pt x="7" y="128"/>
                    <a:pt x="7" y="124"/>
                  </a:cubicBezTo>
                  <a:cubicBezTo>
                    <a:pt x="7" y="123"/>
                    <a:pt x="7" y="120"/>
                    <a:pt x="7" y="117"/>
                  </a:cubicBezTo>
                  <a:cubicBezTo>
                    <a:pt x="7" y="113"/>
                    <a:pt x="8" y="109"/>
                    <a:pt x="8" y="105"/>
                  </a:cubicBezTo>
                  <a:cubicBezTo>
                    <a:pt x="8" y="100"/>
                    <a:pt x="8" y="95"/>
                    <a:pt x="8" y="89"/>
                  </a:cubicBezTo>
                  <a:cubicBezTo>
                    <a:pt x="8" y="84"/>
                    <a:pt x="8" y="78"/>
                    <a:pt x="8" y="72"/>
                  </a:cubicBezTo>
                  <a:cubicBezTo>
                    <a:pt x="8" y="64"/>
                    <a:pt x="8" y="55"/>
                    <a:pt x="8" y="46"/>
                  </a:cubicBezTo>
                  <a:cubicBezTo>
                    <a:pt x="7" y="37"/>
                    <a:pt x="7" y="29"/>
                    <a:pt x="6" y="20"/>
                  </a:cubicBezTo>
                  <a:cubicBezTo>
                    <a:pt x="6" y="19"/>
                    <a:pt x="5" y="17"/>
                    <a:pt x="5" y="17"/>
                  </a:cubicBezTo>
                  <a:cubicBezTo>
                    <a:pt x="4" y="16"/>
                    <a:pt x="3" y="15"/>
                    <a:pt x="3" y="14"/>
                  </a:cubicBezTo>
                  <a:cubicBezTo>
                    <a:pt x="2" y="14"/>
                    <a:pt x="1" y="13"/>
                    <a:pt x="1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1" y="10"/>
                    <a:pt x="1" y="10"/>
                    <a:pt x="1" y="9"/>
                  </a:cubicBezTo>
                  <a:cubicBezTo>
                    <a:pt x="4" y="7"/>
                    <a:pt x="6" y="6"/>
                    <a:pt x="8" y="4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3" y="1"/>
                    <a:pt x="13" y="1"/>
                    <a:pt x="14" y="0"/>
                  </a:cubicBezTo>
                  <a:cubicBezTo>
                    <a:pt x="14" y="0"/>
                    <a:pt x="14" y="0"/>
                    <a:pt x="15" y="0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2"/>
                    <a:pt x="19" y="2"/>
                    <a:pt x="20" y="3"/>
                  </a:cubicBezTo>
                  <a:cubicBezTo>
                    <a:pt x="21" y="4"/>
                    <a:pt x="22" y="5"/>
                    <a:pt x="23" y="6"/>
                  </a:cubicBezTo>
                  <a:cubicBezTo>
                    <a:pt x="24" y="7"/>
                    <a:pt x="24" y="8"/>
                    <a:pt x="24" y="9"/>
                  </a:cubicBezTo>
                  <a:cubicBezTo>
                    <a:pt x="24" y="11"/>
                    <a:pt x="24" y="14"/>
                    <a:pt x="24" y="17"/>
                  </a:cubicBezTo>
                  <a:cubicBezTo>
                    <a:pt x="23" y="20"/>
                    <a:pt x="23" y="24"/>
                    <a:pt x="23" y="28"/>
                  </a:cubicBezTo>
                  <a:cubicBezTo>
                    <a:pt x="22" y="32"/>
                    <a:pt x="22" y="37"/>
                    <a:pt x="22" y="41"/>
                  </a:cubicBezTo>
                  <a:cubicBezTo>
                    <a:pt x="21" y="46"/>
                    <a:pt x="21" y="50"/>
                    <a:pt x="21" y="54"/>
                  </a:cubicBezTo>
                  <a:cubicBezTo>
                    <a:pt x="26" y="56"/>
                    <a:pt x="26" y="56"/>
                    <a:pt x="26" y="56"/>
                  </a:cubicBezTo>
                  <a:lnTo>
                    <a:pt x="73" y="20"/>
                  </a:ln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1563">
              <a:extLst>
                <a:ext uri="{FF2B5EF4-FFF2-40B4-BE49-F238E27FC236}">
                  <a16:creationId xmlns:a16="http://schemas.microsoft.com/office/drawing/2014/main" id="{E78782EE-AC1A-40E4-BE96-B4ED86FAB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3222"/>
              <a:ext cx="73" cy="116"/>
            </a:xfrm>
            <a:custGeom>
              <a:avLst/>
              <a:gdLst>
                <a:gd name="T0" fmla="*/ 33 w 97"/>
                <a:gd name="T1" fmla="*/ 42 h 145"/>
                <a:gd name="T2" fmla="*/ 36 w 97"/>
                <a:gd name="T3" fmla="*/ 42 h 145"/>
                <a:gd name="T4" fmla="*/ 37 w 97"/>
                <a:gd name="T5" fmla="*/ 42 h 145"/>
                <a:gd name="T6" fmla="*/ 38 w 97"/>
                <a:gd name="T7" fmla="*/ 43 h 145"/>
                <a:gd name="T8" fmla="*/ 38 w 97"/>
                <a:gd name="T9" fmla="*/ 46 h 145"/>
                <a:gd name="T10" fmla="*/ 38 w 97"/>
                <a:gd name="T11" fmla="*/ 51 h 145"/>
                <a:gd name="T12" fmla="*/ 38 w 97"/>
                <a:gd name="T13" fmla="*/ 63 h 145"/>
                <a:gd name="T14" fmla="*/ 38 w 97"/>
                <a:gd name="T15" fmla="*/ 71 h 145"/>
                <a:gd name="T16" fmla="*/ 38 w 97"/>
                <a:gd name="T17" fmla="*/ 73 h 145"/>
                <a:gd name="T18" fmla="*/ 36 w 97"/>
                <a:gd name="T19" fmla="*/ 74 h 145"/>
                <a:gd name="T20" fmla="*/ 35 w 97"/>
                <a:gd name="T21" fmla="*/ 74 h 145"/>
                <a:gd name="T22" fmla="*/ 35 w 97"/>
                <a:gd name="T23" fmla="*/ 73 h 145"/>
                <a:gd name="T24" fmla="*/ 34 w 97"/>
                <a:gd name="T25" fmla="*/ 70 h 145"/>
                <a:gd name="T26" fmla="*/ 33 w 97"/>
                <a:gd name="T27" fmla="*/ 66 h 145"/>
                <a:gd name="T28" fmla="*/ 30 w 97"/>
                <a:gd name="T29" fmla="*/ 62 h 145"/>
                <a:gd name="T30" fmla="*/ 29 w 97"/>
                <a:gd name="T31" fmla="*/ 62 h 145"/>
                <a:gd name="T32" fmla="*/ 26 w 97"/>
                <a:gd name="T33" fmla="*/ 62 h 145"/>
                <a:gd name="T34" fmla="*/ 24 w 97"/>
                <a:gd name="T35" fmla="*/ 63 h 145"/>
                <a:gd name="T36" fmla="*/ 22 w 97"/>
                <a:gd name="T37" fmla="*/ 63 h 145"/>
                <a:gd name="T38" fmla="*/ 11 w 97"/>
                <a:gd name="T39" fmla="*/ 61 h 145"/>
                <a:gd name="T40" fmla="*/ 5 w 97"/>
                <a:gd name="T41" fmla="*/ 54 h 145"/>
                <a:gd name="T42" fmla="*/ 2 w 97"/>
                <a:gd name="T43" fmla="*/ 45 h 145"/>
                <a:gd name="T44" fmla="*/ 0 w 97"/>
                <a:gd name="T45" fmla="*/ 37 h 145"/>
                <a:gd name="T46" fmla="*/ 2 w 97"/>
                <a:gd name="T47" fmla="*/ 24 h 145"/>
                <a:gd name="T48" fmla="*/ 8 w 97"/>
                <a:gd name="T49" fmla="*/ 11 h 145"/>
                <a:gd name="T50" fmla="*/ 17 w 97"/>
                <a:gd name="T51" fmla="*/ 3 h 145"/>
                <a:gd name="T52" fmla="*/ 30 w 97"/>
                <a:gd name="T53" fmla="*/ 0 h 145"/>
                <a:gd name="T54" fmla="*/ 38 w 97"/>
                <a:gd name="T55" fmla="*/ 2 h 145"/>
                <a:gd name="T56" fmla="*/ 41 w 97"/>
                <a:gd name="T57" fmla="*/ 6 h 145"/>
                <a:gd name="T58" fmla="*/ 40 w 97"/>
                <a:gd name="T59" fmla="*/ 7 h 145"/>
                <a:gd name="T60" fmla="*/ 39 w 97"/>
                <a:gd name="T61" fmla="*/ 9 h 145"/>
                <a:gd name="T62" fmla="*/ 38 w 97"/>
                <a:gd name="T63" fmla="*/ 10 h 145"/>
                <a:gd name="T64" fmla="*/ 37 w 97"/>
                <a:gd name="T65" fmla="*/ 10 h 145"/>
                <a:gd name="T66" fmla="*/ 35 w 97"/>
                <a:gd name="T67" fmla="*/ 9 h 145"/>
                <a:gd name="T68" fmla="*/ 32 w 97"/>
                <a:gd name="T69" fmla="*/ 6 h 145"/>
                <a:gd name="T70" fmla="*/ 31 w 97"/>
                <a:gd name="T71" fmla="*/ 5 h 145"/>
                <a:gd name="T72" fmla="*/ 29 w 97"/>
                <a:gd name="T73" fmla="*/ 5 h 145"/>
                <a:gd name="T74" fmla="*/ 20 w 97"/>
                <a:gd name="T75" fmla="*/ 8 h 145"/>
                <a:gd name="T76" fmla="*/ 13 w 97"/>
                <a:gd name="T77" fmla="*/ 17 h 145"/>
                <a:gd name="T78" fmla="*/ 8 w 97"/>
                <a:gd name="T79" fmla="*/ 27 h 145"/>
                <a:gd name="T80" fmla="*/ 7 w 97"/>
                <a:gd name="T81" fmla="*/ 38 h 145"/>
                <a:gd name="T82" fmla="*/ 8 w 97"/>
                <a:gd name="T83" fmla="*/ 49 h 145"/>
                <a:gd name="T84" fmla="*/ 11 w 97"/>
                <a:gd name="T85" fmla="*/ 54 h 145"/>
                <a:gd name="T86" fmla="*/ 15 w 97"/>
                <a:gd name="T87" fmla="*/ 57 h 145"/>
                <a:gd name="T88" fmla="*/ 20 w 97"/>
                <a:gd name="T89" fmla="*/ 58 h 145"/>
                <a:gd name="T90" fmla="*/ 25 w 97"/>
                <a:gd name="T91" fmla="*/ 58 h 145"/>
                <a:gd name="T92" fmla="*/ 29 w 97"/>
                <a:gd name="T93" fmla="*/ 55 h 145"/>
                <a:gd name="T94" fmla="*/ 31 w 97"/>
                <a:gd name="T95" fmla="*/ 53 h 145"/>
                <a:gd name="T96" fmla="*/ 32 w 97"/>
                <a:gd name="T97" fmla="*/ 50 h 145"/>
                <a:gd name="T98" fmla="*/ 33 w 97"/>
                <a:gd name="T99" fmla="*/ 43 h 145"/>
                <a:gd name="T100" fmla="*/ 33 w 97"/>
                <a:gd name="T101" fmla="*/ 42 h 1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7" h="145">
                  <a:moveTo>
                    <a:pt x="79" y="82"/>
                  </a:moveTo>
                  <a:cubicBezTo>
                    <a:pt x="80" y="82"/>
                    <a:pt x="82" y="81"/>
                    <a:pt x="85" y="81"/>
                  </a:cubicBezTo>
                  <a:cubicBezTo>
                    <a:pt x="86" y="81"/>
                    <a:pt x="87" y="81"/>
                    <a:pt x="87" y="82"/>
                  </a:cubicBezTo>
                  <a:cubicBezTo>
                    <a:pt x="88" y="82"/>
                    <a:pt x="88" y="83"/>
                    <a:pt x="89" y="84"/>
                  </a:cubicBezTo>
                  <a:cubicBezTo>
                    <a:pt x="89" y="85"/>
                    <a:pt x="89" y="87"/>
                    <a:pt x="89" y="90"/>
                  </a:cubicBezTo>
                  <a:cubicBezTo>
                    <a:pt x="89" y="92"/>
                    <a:pt x="89" y="96"/>
                    <a:pt x="89" y="100"/>
                  </a:cubicBezTo>
                  <a:cubicBezTo>
                    <a:pt x="89" y="110"/>
                    <a:pt x="90" y="118"/>
                    <a:pt x="90" y="124"/>
                  </a:cubicBezTo>
                  <a:cubicBezTo>
                    <a:pt x="91" y="130"/>
                    <a:pt x="91" y="135"/>
                    <a:pt x="91" y="139"/>
                  </a:cubicBezTo>
                  <a:cubicBezTo>
                    <a:pt x="91" y="141"/>
                    <a:pt x="91" y="143"/>
                    <a:pt x="90" y="143"/>
                  </a:cubicBezTo>
                  <a:cubicBezTo>
                    <a:pt x="89" y="144"/>
                    <a:pt x="88" y="145"/>
                    <a:pt x="85" y="145"/>
                  </a:cubicBezTo>
                  <a:cubicBezTo>
                    <a:pt x="84" y="145"/>
                    <a:pt x="84" y="144"/>
                    <a:pt x="83" y="144"/>
                  </a:cubicBezTo>
                  <a:cubicBezTo>
                    <a:pt x="82" y="144"/>
                    <a:pt x="82" y="143"/>
                    <a:pt x="81" y="142"/>
                  </a:cubicBezTo>
                  <a:cubicBezTo>
                    <a:pt x="81" y="140"/>
                    <a:pt x="80" y="139"/>
                    <a:pt x="80" y="136"/>
                  </a:cubicBezTo>
                  <a:cubicBezTo>
                    <a:pt x="79" y="134"/>
                    <a:pt x="79" y="131"/>
                    <a:pt x="78" y="127"/>
                  </a:cubicBezTo>
                  <a:cubicBezTo>
                    <a:pt x="77" y="123"/>
                    <a:pt x="75" y="122"/>
                    <a:pt x="71" y="122"/>
                  </a:cubicBezTo>
                  <a:cubicBezTo>
                    <a:pt x="71" y="122"/>
                    <a:pt x="70" y="122"/>
                    <a:pt x="68" y="122"/>
                  </a:cubicBezTo>
                  <a:cubicBezTo>
                    <a:pt x="67" y="122"/>
                    <a:pt x="65" y="123"/>
                    <a:pt x="63" y="123"/>
                  </a:cubicBezTo>
                  <a:cubicBezTo>
                    <a:pt x="61" y="123"/>
                    <a:pt x="59" y="123"/>
                    <a:pt x="57" y="124"/>
                  </a:cubicBezTo>
                  <a:cubicBezTo>
                    <a:pt x="54" y="124"/>
                    <a:pt x="52" y="124"/>
                    <a:pt x="50" y="124"/>
                  </a:cubicBezTo>
                  <a:cubicBezTo>
                    <a:pt x="40" y="124"/>
                    <a:pt x="32" y="122"/>
                    <a:pt x="25" y="119"/>
                  </a:cubicBezTo>
                  <a:cubicBezTo>
                    <a:pt x="19" y="115"/>
                    <a:pt x="14" y="110"/>
                    <a:pt x="10" y="105"/>
                  </a:cubicBezTo>
                  <a:cubicBezTo>
                    <a:pt x="6" y="99"/>
                    <a:pt x="4" y="94"/>
                    <a:pt x="2" y="88"/>
                  </a:cubicBezTo>
                  <a:cubicBezTo>
                    <a:pt x="1" y="82"/>
                    <a:pt x="0" y="77"/>
                    <a:pt x="0" y="72"/>
                  </a:cubicBezTo>
                  <a:cubicBezTo>
                    <a:pt x="0" y="63"/>
                    <a:pt x="1" y="54"/>
                    <a:pt x="4" y="46"/>
                  </a:cubicBezTo>
                  <a:cubicBezTo>
                    <a:pt x="7" y="37"/>
                    <a:pt x="11" y="29"/>
                    <a:pt x="17" y="23"/>
                  </a:cubicBezTo>
                  <a:cubicBezTo>
                    <a:pt x="23" y="16"/>
                    <a:pt x="30" y="10"/>
                    <a:pt x="39" y="6"/>
                  </a:cubicBezTo>
                  <a:cubicBezTo>
                    <a:pt x="48" y="2"/>
                    <a:pt x="59" y="0"/>
                    <a:pt x="71" y="0"/>
                  </a:cubicBezTo>
                  <a:cubicBezTo>
                    <a:pt x="79" y="0"/>
                    <a:pt x="86" y="1"/>
                    <a:pt x="90" y="2"/>
                  </a:cubicBezTo>
                  <a:cubicBezTo>
                    <a:pt x="94" y="4"/>
                    <a:pt x="97" y="7"/>
                    <a:pt x="97" y="11"/>
                  </a:cubicBezTo>
                  <a:cubicBezTo>
                    <a:pt x="97" y="12"/>
                    <a:pt x="96" y="13"/>
                    <a:pt x="95" y="14"/>
                  </a:cubicBezTo>
                  <a:cubicBezTo>
                    <a:pt x="94" y="15"/>
                    <a:pt x="93" y="16"/>
                    <a:pt x="92" y="17"/>
                  </a:cubicBezTo>
                  <a:cubicBezTo>
                    <a:pt x="91" y="18"/>
                    <a:pt x="90" y="18"/>
                    <a:pt x="89" y="19"/>
                  </a:cubicBezTo>
                  <a:cubicBezTo>
                    <a:pt x="88" y="19"/>
                    <a:pt x="87" y="20"/>
                    <a:pt x="86" y="20"/>
                  </a:cubicBezTo>
                  <a:cubicBezTo>
                    <a:pt x="85" y="20"/>
                    <a:pt x="84" y="19"/>
                    <a:pt x="83" y="18"/>
                  </a:cubicBezTo>
                  <a:cubicBezTo>
                    <a:pt x="82" y="17"/>
                    <a:pt x="80" y="16"/>
                    <a:pt x="76" y="13"/>
                  </a:cubicBezTo>
                  <a:cubicBezTo>
                    <a:pt x="75" y="11"/>
                    <a:pt x="74" y="11"/>
                    <a:pt x="72" y="10"/>
                  </a:cubicBezTo>
                  <a:cubicBezTo>
                    <a:pt x="71" y="10"/>
                    <a:pt x="69" y="10"/>
                    <a:pt x="68" y="10"/>
                  </a:cubicBezTo>
                  <a:cubicBezTo>
                    <a:pt x="61" y="10"/>
                    <a:pt x="54" y="12"/>
                    <a:pt x="48" y="16"/>
                  </a:cubicBezTo>
                  <a:cubicBezTo>
                    <a:pt x="41" y="20"/>
                    <a:pt x="36" y="26"/>
                    <a:pt x="31" y="32"/>
                  </a:cubicBezTo>
                  <a:cubicBezTo>
                    <a:pt x="26" y="39"/>
                    <a:pt x="22" y="46"/>
                    <a:pt x="20" y="54"/>
                  </a:cubicBezTo>
                  <a:cubicBezTo>
                    <a:pt x="17" y="61"/>
                    <a:pt x="16" y="69"/>
                    <a:pt x="16" y="75"/>
                  </a:cubicBezTo>
                  <a:cubicBezTo>
                    <a:pt x="16" y="83"/>
                    <a:pt x="16" y="90"/>
                    <a:pt x="18" y="95"/>
                  </a:cubicBezTo>
                  <a:cubicBezTo>
                    <a:pt x="20" y="99"/>
                    <a:pt x="22" y="103"/>
                    <a:pt x="25" y="106"/>
                  </a:cubicBezTo>
                  <a:cubicBezTo>
                    <a:pt x="28" y="109"/>
                    <a:pt x="31" y="110"/>
                    <a:pt x="35" y="111"/>
                  </a:cubicBezTo>
                  <a:cubicBezTo>
                    <a:pt x="39" y="112"/>
                    <a:pt x="43" y="113"/>
                    <a:pt x="48" y="113"/>
                  </a:cubicBezTo>
                  <a:cubicBezTo>
                    <a:pt x="52" y="113"/>
                    <a:pt x="55" y="112"/>
                    <a:pt x="59" y="112"/>
                  </a:cubicBezTo>
                  <a:cubicBezTo>
                    <a:pt x="62" y="111"/>
                    <a:pt x="65" y="109"/>
                    <a:pt x="67" y="108"/>
                  </a:cubicBezTo>
                  <a:cubicBezTo>
                    <a:pt x="69" y="107"/>
                    <a:pt x="71" y="105"/>
                    <a:pt x="73" y="103"/>
                  </a:cubicBezTo>
                  <a:cubicBezTo>
                    <a:pt x="74" y="101"/>
                    <a:pt x="75" y="100"/>
                    <a:pt x="75" y="98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4"/>
                    <a:pt x="78" y="83"/>
                    <a:pt x="79" y="82"/>
                  </a:cubicBez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1564">
              <a:extLst>
                <a:ext uri="{FF2B5EF4-FFF2-40B4-BE49-F238E27FC236}">
                  <a16:creationId xmlns:a16="http://schemas.microsoft.com/office/drawing/2014/main" id="{BEC47C7D-95FF-41A0-8077-C0087A07CC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3217"/>
              <a:ext cx="67" cy="106"/>
            </a:xfrm>
            <a:custGeom>
              <a:avLst/>
              <a:gdLst>
                <a:gd name="T0" fmla="*/ 28 w 90"/>
                <a:gd name="T1" fmla="*/ 14 h 134"/>
                <a:gd name="T2" fmla="*/ 25 w 90"/>
                <a:gd name="T3" fmla="*/ 25 h 134"/>
                <a:gd name="T4" fmla="*/ 21 w 90"/>
                <a:gd name="T5" fmla="*/ 31 h 134"/>
                <a:gd name="T6" fmla="*/ 14 w 90"/>
                <a:gd name="T7" fmla="*/ 35 h 134"/>
                <a:gd name="T8" fmla="*/ 17 w 90"/>
                <a:gd name="T9" fmla="*/ 36 h 134"/>
                <a:gd name="T10" fmla="*/ 31 w 90"/>
                <a:gd name="T11" fmla="*/ 53 h 134"/>
                <a:gd name="T12" fmla="*/ 37 w 90"/>
                <a:gd name="T13" fmla="*/ 61 h 134"/>
                <a:gd name="T14" fmla="*/ 36 w 90"/>
                <a:gd name="T15" fmla="*/ 63 h 134"/>
                <a:gd name="T16" fmla="*/ 34 w 90"/>
                <a:gd name="T17" fmla="*/ 65 h 134"/>
                <a:gd name="T18" fmla="*/ 31 w 90"/>
                <a:gd name="T19" fmla="*/ 65 h 134"/>
                <a:gd name="T20" fmla="*/ 27 w 90"/>
                <a:gd name="T21" fmla="*/ 59 h 134"/>
                <a:gd name="T22" fmla="*/ 12 w 90"/>
                <a:gd name="T23" fmla="*/ 40 h 134"/>
                <a:gd name="T24" fmla="*/ 8 w 90"/>
                <a:gd name="T25" fmla="*/ 38 h 134"/>
                <a:gd name="T26" fmla="*/ 8 w 90"/>
                <a:gd name="T27" fmla="*/ 47 h 134"/>
                <a:gd name="T28" fmla="*/ 7 w 90"/>
                <a:gd name="T29" fmla="*/ 65 h 134"/>
                <a:gd name="T30" fmla="*/ 5 w 90"/>
                <a:gd name="T31" fmla="*/ 66 h 134"/>
                <a:gd name="T32" fmla="*/ 1 w 90"/>
                <a:gd name="T33" fmla="*/ 64 h 134"/>
                <a:gd name="T34" fmla="*/ 1 w 90"/>
                <a:gd name="T35" fmla="*/ 61 h 134"/>
                <a:gd name="T36" fmla="*/ 2 w 90"/>
                <a:gd name="T37" fmla="*/ 55 h 134"/>
                <a:gd name="T38" fmla="*/ 3 w 90"/>
                <a:gd name="T39" fmla="*/ 40 h 134"/>
                <a:gd name="T40" fmla="*/ 3 w 90"/>
                <a:gd name="T41" fmla="*/ 29 h 134"/>
                <a:gd name="T42" fmla="*/ 2 w 90"/>
                <a:gd name="T43" fmla="*/ 13 h 134"/>
                <a:gd name="T44" fmla="*/ 1 w 90"/>
                <a:gd name="T45" fmla="*/ 13 h 134"/>
                <a:gd name="T46" fmla="*/ 0 w 90"/>
                <a:gd name="T47" fmla="*/ 10 h 134"/>
                <a:gd name="T48" fmla="*/ 5 w 90"/>
                <a:gd name="T49" fmla="*/ 4 h 134"/>
                <a:gd name="T50" fmla="*/ 14 w 90"/>
                <a:gd name="T51" fmla="*/ 1 h 134"/>
                <a:gd name="T52" fmla="*/ 25 w 90"/>
                <a:gd name="T53" fmla="*/ 5 h 134"/>
                <a:gd name="T54" fmla="*/ 12 w 90"/>
                <a:gd name="T55" fmla="*/ 31 h 134"/>
                <a:gd name="T56" fmla="*/ 20 w 90"/>
                <a:gd name="T57" fmla="*/ 22 h 134"/>
                <a:gd name="T58" fmla="*/ 19 w 90"/>
                <a:gd name="T59" fmla="*/ 8 h 134"/>
                <a:gd name="T60" fmla="*/ 12 w 90"/>
                <a:gd name="T61" fmla="*/ 7 h 134"/>
                <a:gd name="T62" fmla="*/ 9 w 90"/>
                <a:gd name="T63" fmla="*/ 13 h 134"/>
                <a:gd name="T64" fmla="*/ 8 w 90"/>
                <a:gd name="T65" fmla="*/ 22 h 134"/>
                <a:gd name="T66" fmla="*/ 8 w 90"/>
                <a:gd name="T67" fmla="*/ 31 h 13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0" h="134">
                  <a:moveTo>
                    <a:pt x="61" y="9"/>
                  </a:moveTo>
                  <a:cubicBezTo>
                    <a:pt x="65" y="14"/>
                    <a:pt x="67" y="21"/>
                    <a:pt x="67" y="29"/>
                  </a:cubicBezTo>
                  <a:cubicBezTo>
                    <a:pt x="67" y="34"/>
                    <a:pt x="67" y="38"/>
                    <a:pt x="66" y="42"/>
                  </a:cubicBezTo>
                  <a:cubicBezTo>
                    <a:pt x="65" y="46"/>
                    <a:pt x="63" y="49"/>
                    <a:pt x="61" y="51"/>
                  </a:cubicBezTo>
                  <a:cubicBezTo>
                    <a:pt x="60" y="54"/>
                    <a:pt x="58" y="56"/>
                    <a:pt x="56" y="58"/>
                  </a:cubicBezTo>
                  <a:cubicBezTo>
                    <a:pt x="54" y="60"/>
                    <a:pt x="52" y="61"/>
                    <a:pt x="50" y="62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6" y="69"/>
                    <a:pt x="38" y="70"/>
                    <a:pt x="39" y="70"/>
                  </a:cubicBezTo>
                  <a:cubicBezTo>
                    <a:pt x="40" y="71"/>
                    <a:pt x="41" y="72"/>
                    <a:pt x="42" y="73"/>
                  </a:cubicBezTo>
                  <a:cubicBezTo>
                    <a:pt x="48" y="80"/>
                    <a:pt x="54" y="87"/>
                    <a:pt x="59" y="93"/>
                  </a:cubicBezTo>
                  <a:cubicBezTo>
                    <a:pt x="65" y="99"/>
                    <a:pt x="70" y="104"/>
                    <a:pt x="75" y="108"/>
                  </a:cubicBezTo>
                  <a:cubicBezTo>
                    <a:pt x="79" y="112"/>
                    <a:pt x="83" y="115"/>
                    <a:pt x="85" y="118"/>
                  </a:cubicBezTo>
                  <a:cubicBezTo>
                    <a:pt x="88" y="120"/>
                    <a:pt x="90" y="122"/>
                    <a:pt x="90" y="122"/>
                  </a:cubicBezTo>
                  <a:cubicBezTo>
                    <a:pt x="90" y="123"/>
                    <a:pt x="89" y="124"/>
                    <a:pt x="89" y="125"/>
                  </a:cubicBezTo>
                  <a:cubicBezTo>
                    <a:pt x="89" y="126"/>
                    <a:pt x="88" y="127"/>
                    <a:pt x="87" y="128"/>
                  </a:cubicBezTo>
                  <a:cubicBezTo>
                    <a:pt x="85" y="129"/>
                    <a:pt x="84" y="130"/>
                    <a:pt x="84" y="131"/>
                  </a:cubicBezTo>
                  <a:cubicBezTo>
                    <a:pt x="83" y="131"/>
                    <a:pt x="82" y="132"/>
                    <a:pt x="82" y="132"/>
                  </a:cubicBezTo>
                  <a:cubicBezTo>
                    <a:pt x="78" y="132"/>
                    <a:pt x="78" y="132"/>
                    <a:pt x="78" y="132"/>
                  </a:cubicBezTo>
                  <a:cubicBezTo>
                    <a:pt x="77" y="132"/>
                    <a:pt x="76" y="131"/>
                    <a:pt x="75" y="131"/>
                  </a:cubicBezTo>
                  <a:cubicBezTo>
                    <a:pt x="74" y="131"/>
                    <a:pt x="73" y="130"/>
                    <a:pt x="72" y="128"/>
                  </a:cubicBezTo>
                  <a:cubicBezTo>
                    <a:pt x="70" y="126"/>
                    <a:pt x="68" y="123"/>
                    <a:pt x="65" y="119"/>
                  </a:cubicBezTo>
                  <a:cubicBezTo>
                    <a:pt x="62" y="116"/>
                    <a:pt x="58" y="111"/>
                    <a:pt x="53" y="106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28" y="79"/>
                    <a:pt x="27" y="78"/>
                    <a:pt x="25" y="78"/>
                  </a:cubicBezTo>
                  <a:cubicBezTo>
                    <a:pt x="24" y="77"/>
                    <a:pt x="22" y="77"/>
                    <a:pt x="20" y="77"/>
                  </a:cubicBezTo>
                  <a:cubicBezTo>
                    <a:pt x="20" y="79"/>
                    <a:pt x="20" y="82"/>
                    <a:pt x="20" y="84"/>
                  </a:cubicBezTo>
                  <a:cubicBezTo>
                    <a:pt x="20" y="87"/>
                    <a:pt x="20" y="90"/>
                    <a:pt x="20" y="94"/>
                  </a:cubicBezTo>
                  <a:cubicBezTo>
                    <a:pt x="20" y="129"/>
                    <a:pt x="20" y="129"/>
                    <a:pt x="20" y="129"/>
                  </a:cubicBezTo>
                  <a:cubicBezTo>
                    <a:pt x="20" y="130"/>
                    <a:pt x="19" y="131"/>
                    <a:pt x="19" y="132"/>
                  </a:cubicBezTo>
                  <a:cubicBezTo>
                    <a:pt x="18" y="133"/>
                    <a:pt x="17" y="134"/>
                    <a:pt x="16" y="134"/>
                  </a:cubicBezTo>
                  <a:cubicBezTo>
                    <a:pt x="15" y="134"/>
                    <a:pt x="13" y="133"/>
                    <a:pt x="12" y="133"/>
                  </a:cubicBezTo>
                  <a:cubicBezTo>
                    <a:pt x="10" y="133"/>
                    <a:pt x="8" y="132"/>
                    <a:pt x="6" y="131"/>
                  </a:cubicBezTo>
                  <a:cubicBezTo>
                    <a:pt x="5" y="131"/>
                    <a:pt x="3" y="130"/>
                    <a:pt x="2" y="129"/>
                  </a:cubicBezTo>
                  <a:cubicBezTo>
                    <a:pt x="0" y="128"/>
                    <a:pt x="0" y="127"/>
                    <a:pt x="0" y="126"/>
                  </a:cubicBezTo>
                  <a:cubicBezTo>
                    <a:pt x="0" y="125"/>
                    <a:pt x="0" y="124"/>
                    <a:pt x="1" y="123"/>
                  </a:cubicBezTo>
                  <a:cubicBezTo>
                    <a:pt x="2" y="122"/>
                    <a:pt x="3" y="121"/>
                    <a:pt x="4" y="119"/>
                  </a:cubicBezTo>
                  <a:cubicBezTo>
                    <a:pt x="4" y="118"/>
                    <a:pt x="5" y="116"/>
                    <a:pt x="5" y="112"/>
                  </a:cubicBezTo>
                  <a:cubicBezTo>
                    <a:pt x="5" y="108"/>
                    <a:pt x="6" y="103"/>
                    <a:pt x="6" y="98"/>
                  </a:cubicBezTo>
                  <a:cubicBezTo>
                    <a:pt x="6" y="93"/>
                    <a:pt x="6" y="87"/>
                    <a:pt x="7" y="82"/>
                  </a:cubicBezTo>
                  <a:cubicBezTo>
                    <a:pt x="7" y="77"/>
                    <a:pt x="7" y="74"/>
                    <a:pt x="7" y="71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3"/>
                    <a:pt x="7" y="48"/>
                    <a:pt x="6" y="42"/>
                  </a:cubicBezTo>
                  <a:cubicBezTo>
                    <a:pt x="6" y="37"/>
                    <a:pt x="6" y="32"/>
                    <a:pt x="6" y="28"/>
                  </a:cubicBezTo>
                  <a:cubicBezTo>
                    <a:pt x="5" y="27"/>
                    <a:pt x="5" y="26"/>
                    <a:pt x="4" y="26"/>
                  </a:cubicBezTo>
                  <a:cubicBezTo>
                    <a:pt x="4" y="25"/>
                    <a:pt x="3" y="25"/>
                    <a:pt x="2" y="25"/>
                  </a:cubicBezTo>
                  <a:cubicBezTo>
                    <a:pt x="2" y="24"/>
                    <a:pt x="1" y="24"/>
                    <a:pt x="0" y="23"/>
                  </a:cubicBezTo>
                  <a:cubicBezTo>
                    <a:pt x="0" y="23"/>
                    <a:pt x="0" y="22"/>
                    <a:pt x="0" y="20"/>
                  </a:cubicBezTo>
                  <a:cubicBezTo>
                    <a:pt x="0" y="18"/>
                    <a:pt x="0" y="16"/>
                    <a:pt x="2" y="14"/>
                  </a:cubicBezTo>
                  <a:cubicBezTo>
                    <a:pt x="6" y="12"/>
                    <a:pt x="10" y="10"/>
                    <a:pt x="14" y="8"/>
                  </a:cubicBezTo>
                  <a:cubicBezTo>
                    <a:pt x="17" y="6"/>
                    <a:pt x="21" y="5"/>
                    <a:pt x="25" y="3"/>
                  </a:cubicBezTo>
                  <a:cubicBezTo>
                    <a:pt x="28" y="2"/>
                    <a:pt x="31" y="1"/>
                    <a:pt x="34" y="1"/>
                  </a:cubicBezTo>
                  <a:cubicBezTo>
                    <a:pt x="37" y="0"/>
                    <a:pt x="39" y="0"/>
                    <a:pt x="41" y="0"/>
                  </a:cubicBezTo>
                  <a:cubicBezTo>
                    <a:pt x="50" y="0"/>
                    <a:pt x="56" y="3"/>
                    <a:pt x="61" y="9"/>
                  </a:cubicBezTo>
                  <a:close/>
                  <a:moveTo>
                    <a:pt x="24" y="64"/>
                  </a:moveTo>
                  <a:cubicBezTo>
                    <a:pt x="25" y="64"/>
                    <a:pt x="26" y="63"/>
                    <a:pt x="29" y="62"/>
                  </a:cubicBezTo>
                  <a:cubicBezTo>
                    <a:pt x="32" y="61"/>
                    <a:pt x="35" y="59"/>
                    <a:pt x="39" y="56"/>
                  </a:cubicBezTo>
                  <a:cubicBezTo>
                    <a:pt x="42" y="53"/>
                    <a:pt x="45" y="50"/>
                    <a:pt x="48" y="46"/>
                  </a:cubicBezTo>
                  <a:cubicBezTo>
                    <a:pt x="50" y="42"/>
                    <a:pt x="52" y="37"/>
                    <a:pt x="52" y="32"/>
                  </a:cubicBezTo>
                  <a:cubicBezTo>
                    <a:pt x="52" y="25"/>
                    <a:pt x="50" y="20"/>
                    <a:pt x="47" y="17"/>
                  </a:cubicBezTo>
                  <a:cubicBezTo>
                    <a:pt x="45" y="14"/>
                    <a:pt x="41" y="13"/>
                    <a:pt x="37" y="13"/>
                  </a:cubicBezTo>
                  <a:cubicBezTo>
                    <a:pt x="35" y="13"/>
                    <a:pt x="32" y="13"/>
                    <a:pt x="29" y="14"/>
                  </a:cubicBezTo>
                  <a:cubicBezTo>
                    <a:pt x="27" y="16"/>
                    <a:pt x="24" y="17"/>
                    <a:pt x="23" y="20"/>
                  </a:cubicBezTo>
                  <a:cubicBezTo>
                    <a:pt x="22" y="21"/>
                    <a:pt x="22" y="23"/>
                    <a:pt x="22" y="25"/>
                  </a:cubicBezTo>
                  <a:cubicBezTo>
                    <a:pt x="21" y="28"/>
                    <a:pt x="21" y="31"/>
                    <a:pt x="21" y="34"/>
                  </a:cubicBezTo>
                  <a:cubicBezTo>
                    <a:pt x="21" y="37"/>
                    <a:pt x="21" y="40"/>
                    <a:pt x="20" y="44"/>
                  </a:cubicBezTo>
                  <a:cubicBezTo>
                    <a:pt x="20" y="47"/>
                    <a:pt x="20" y="50"/>
                    <a:pt x="20" y="5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1" y="64"/>
                    <a:pt x="22" y="64"/>
                    <a:pt x="24" y="64"/>
                  </a:cubicBez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1565">
              <a:extLst>
                <a:ext uri="{FF2B5EF4-FFF2-40B4-BE49-F238E27FC236}">
                  <a16:creationId xmlns:a16="http://schemas.microsoft.com/office/drawing/2014/main" id="{4B20EB0F-1D71-491E-8070-30CB6D020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219"/>
              <a:ext cx="50" cy="108"/>
            </a:xfrm>
            <a:custGeom>
              <a:avLst/>
              <a:gdLst>
                <a:gd name="T0" fmla="*/ 25 w 67"/>
                <a:gd name="T1" fmla="*/ 33 h 136"/>
                <a:gd name="T2" fmla="*/ 24 w 67"/>
                <a:gd name="T3" fmla="*/ 33 h 136"/>
                <a:gd name="T4" fmla="*/ 23 w 67"/>
                <a:gd name="T5" fmla="*/ 35 h 136"/>
                <a:gd name="T6" fmla="*/ 22 w 67"/>
                <a:gd name="T7" fmla="*/ 36 h 136"/>
                <a:gd name="T8" fmla="*/ 21 w 67"/>
                <a:gd name="T9" fmla="*/ 37 h 136"/>
                <a:gd name="T10" fmla="*/ 13 w 67"/>
                <a:gd name="T11" fmla="*/ 37 h 136"/>
                <a:gd name="T12" fmla="*/ 7 w 67"/>
                <a:gd name="T13" fmla="*/ 37 h 136"/>
                <a:gd name="T14" fmla="*/ 10 w 67"/>
                <a:gd name="T15" fmla="*/ 56 h 136"/>
                <a:gd name="T16" fmla="*/ 25 w 67"/>
                <a:gd name="T17" fmla="*/ 63 h 136"/>
                <a:gd name="T18" fmla="*/ 28 w 67"/>
                <a:gd name="T19" fmla="*/ 64 h 136"/>
                <a:gd name="T20" fmla="*/ 28 w 67"/>
                <a:gd name="T21" fmla="*/ 66 h 136"/>
                <a:gd name="T22" fmla="*/ 27 w 67"/>
                <a:gd name="T23" fmla="*/ 67 h 136"/>
                <a:gd name="T24" fmla="*/ 22 w 67"/>
                <a:gd name="T25" fmla="*/ 68 h 136"/>
                <a:gd name="T26" fmla="*/ 13 w 67"/>
                <a:gd name="T27" fmla="*/ 67 h 136"/>
                <a:gd name="T28" fmla="*/ 7 w 67"/>
                <a:gd name="T29" fmla="*/ 63 h 136"/>
                <a:gd name="T30" fmla="*/ 3 w 67"/>
                <a:gd name="T31" fmla="*/ 57 h 136"/>
                <a:gd name="T32" fmla="*/ 1 w 67"/>
                <a:gd name="T33" fmla="*/ 52 h 136"/>
                <a:gd name="T34" fmla="*/ 0 w 67"/>
                <a:gd name="T35" fmla="*/ 44 h 136"/>
                <a:gd name="T36" fmla="*/ 0 w 67"/>
                <a:gd name="T37" fmla="*/ 38 h 136"/>
                <a:gd name="T38" fmla="*/ 1 w 67"/>
                <a:gd name="T39" fmla="*/ 21 h 136"/>
                <a:gd name="T40" fmla="*/ 5 w 67"/>
                <a:gd name="T41" fmla="*/ 9 h 136"/>
                <a:gd name="T42" fmla="*/ 12 w 67"/>
                <a:gd name="T43" fmla="*/ 2 h 136"/>
                <a:gd name="T44" fmla="*/ 19 w 67"/>
                <a:gd name="T45" fmla="*/ 0 h 136"/>
                <a:gd name="T46" fmla="*/ 25 w 67"/>
                <a:gd name="T47" fmla="*/ 2 h 136"/>
                <a:gd name="T48" fmla="*/ 25 w 67"/>
                <a:gd name="T49" fmla="*/ 4 h 136"/>
                <a:gd name="T50" fmla="*/ 24 w 67"/>
                <a:gd name="T51" fmla="*/ 6 h 136"/>
                <a:gd name="T52" fmla="*/ 19 w 67"/>
                <a:gd name="T53" fmla="*/ 6 h 136"/>
                <a:gd name="T54" fmla="*/ 15 w 67"/>
                <a:gd name="T55" fmla="*/ 7 h 136"/>
                <a:gd name="T56" fmla="*/ 11 w 67"/>
                <a:gd name="T57" fmla="*/ 11 h 136"/>
                <a:gd name="T58" fmla="*/ 8 w 67"/>
                <a:gd name="T59" fmla="*/ 19 h 136"/>
                <a:gd name="T60" fmla="*/ 7 w 67"/>
                <a:gd name="T61" fmla="*/ 33 h 136"/>
                <a:gd name="T62" fmla="*/ 8 w 67"/>
                <a:gd name="T63" fmla="*/ 31 h 136"/>
                <a:gd name="T64" fmla="*/ 10 w 67"/>
                <a:gd name="T65" fmla="*/ 30 h 136"/>
                <a:gd name="T66" fmla="*/ 23 w 67"/>
                <a:gd name="T67" fmla="*/ 30 h 136"/>
                <a:gd name="T68" fmla="*/ 25 w 67"/>
                <a:gd name="T69" fmla="*/ 33 h 1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7" h="136">
                  <a:moveTo>
                    <a:pt x="59" y="64"/>
                  </a:moveTo>
                  <a:cubicBezTo>
                    <a:pt x="59" y="64"/>
                    <a:pt x="59" y="65"/>
                    <a:pt x="58" y="66"/>
                  </a:cubicBezTo>
                  <a:cubicBezTo>
                    <a:pt x="57" y="67"/>
                    <a:pt x="56" y="68"/>
                    <a:pt x="55" y="69"/>
                  </a:cubicBezTo>
                  <a:cubicBezTo>
                    <a:pt x="54" y="70"/>
                    <a:pt x="53" y="71"/>
                    <a:pt x="52" y="72"/>
                  </a:cubicBezTo>
                  <a:cubicBezTo>
                    <a:pt x="51" y="72"/>
                    <a:pt x="50" y="73"/>
                    <a:pt x="49" y="73"/>
                  </a:cubicBezTo>
                  <a:cubicBezTo>
                    <a:pt x="43" y="73"/>
                    <a:pt x="37" y="74"/>
                    <a:pt x="31" y="74"/>
                  </a:cubicBezTo>
                  <a:cubicBezTo>
                    <a:pt x="25" y="74"/>
                    <a:pt x="20" y="74"/>
                    <a:pt x="16" y="74"/>
                  </a:cubicBezTo>
                  <a:cubicBezTo>
                    <a:pt x="16" y="91"/>
                    <a:pt x="20" y="104"/>
                    <a:pt x="26" y="113"/>
                  </a:cubicBezTo>
                  <a:cubicBezTo>
                    <a:pt x="33" y="122"/>
                    <a:pt x="44" y="126"/>
                    <a:pt x="59" y="126"/>
                  </a:cubicBezTo>
                  <a:cubicBezTo>
                    <a:pt x="62" y="126"/>
                    <a:pt x="64" y="126"/>
                    <a:pt x="65" y="127"/>
                  </a:cubicBezTo>
                  <a:cubicBezTo>
                    <a:pt x="66" y="128"/>
                    <a:pt x="67" y="129"/>
                    <a:pt x="67" y="131"/>
                  </a:cubicBezTo>
                  <a:cubicBezTo>
                    <a:pt x="67" y="132"/>
                    <a:pt x="66" y="133"/>
                    <a:pt x="64" y="134"/>
                  </a:cubicBezTo>
                  <a:cubicBezTo>
                    <a:pt x="61" y="135"/>
                    <a:pt x="58" y="136"/>
                    <a:pt x="52" y="136"/>
                  </a:cubicBezTo>
                  <a:cubicBezTo>
                    <a:pt x="44" y="136"/>
                    <a:pt x="37" y="135"/>
                    <a:pt x="31" y="133"/>
                  </a:cubicBezTo>
                  <a:cubicBezTo>
                    <a:pt x="25" y="131"/>
                    <a:pt x="20" y="129"/>
                    <a:pt x="17" y="126"/>
                  </a:cubicBezTo>
                  <a:cubicBezTo>
                    <a:pt x="13" y="123"/>
                    <a:pt x="10" y="119"/>
                    <a:pt x="7" y="115"/>
                  </a:cubicBezTo>
                  <a:cubicBezTo>
                    <a:pt x="5" y="112"/>
                    <a:pt x="3" y="107"/>
                    <a:pt x="2" y="103"/>
                  </a:cubicBezTo>
                  <a:cubicBezTo>
                    <a:pt x="1" y="99"/>
                    <a:pt x="0" y="94"/>
                    <a:pt x="0" y="90"/>
                  </a:cubicBezTo>
                  <a:cubicBezTo>
                    <a:pt x="0" y="85"/>
                    <a:pt x="0" y="81"/>
                    <a:pt x="0" y="77"/>
                  </a:cubicBezTo>
                  <a:cubicBezTo>
                    <a:pt x="0" y="62"/>
                    <a:pt x="1" y="50"/>
                    <a:pt x="4" y="41"/>
                  </a:cubicBezTo>
                  <a:cubicBezTo>
                    <a:pt x="6" y="31"/>
                    <a:pt x="10" y="23"/>
                    <a:pt x="14" y="17"/>
                  </a:cubicBezTo>
                  <a:cubicBezTo>
                    <a:pt x="19" y="11"/>
                    <a:pt x="24" y="7"/>
                    <a:pt x="29" y="4"/>
                  </a:cubicBezTo>
                  <a:cubicBezTo>
                    <a:pt x="35" y="2"/>
                    <a:pt x="41" y="0"/>
                    <a:pt x="47" y="0"/>
                  </a:cubicBezTo>
                  <a:cubicBezTo>
                    <a:pt x="53" y="0"/>
                    <a:pt x="57" y="1"/>
                    <a:pt x="59" y="2"/>
                  </a:cubicBezTo>
                  <a:cubicBezTo>
                    <a:pt x="61" y="3"/>
                    <a:pt x="62" y="4"/>
                    <a:pt x="62" y="7"/>
                  </a:cubicBezTo>
                  <a:cubicBezTo>
                    <a:pt x="62" y="10"/>
                    <a:pt x="61" y="12"/>
                    <a:pt x="58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2" y="12"/>
                    <a:pt x="39" y="12"/>
                    <a:pt x="36" y="14"/>
                  </a:cubicBezTo>
                  <a:cubicBezTo>
                    <a:pt x="32" y="15"/>
                    <a:pt x="29" y="18"/>
                    <a:pt x="27" y="22"/>
                  </a:cubicBezTo>
                  <a:cubicBezTo>
                    <a:pt x="24" y="26"/>
                    <a:pt x="22" y="31"/>
                    <a:pt x="20" y="38"/>
                  </a:cubicBezTo>
                  <a:cubicBezTo>
                    <a:pt x="18" y="45"/>
                    <a:pt x="17" y="54"/>
                    <a:pt x="16" y="65"/>
                  </a:cubicBezTo>
                  <a:cubicBezTo>
                    <a:pt x="17" y="64"/>
                    <a:pt x="19" y="63"/>
                    <a:pt x="20" y="62"/>
                  </a:cubicBezTo>
                  <a:cubicBezTo>
                    <a:pt x="22" y="62"/>
                    <a:pt x="24" y="61"/>
                    <a:pt x="26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8" y="61"/>
                    <a:pt x="59" y="62"/>
                    <a:pt x="59" y="64"/>
                  </a:cubicBez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1566">
              <a:extLst>
                <a:ext uri="{FF2B5EF4-FFF2-40B4-BE49-F238E27FC236}">
                  <a16:creationId xmlns:a16="http://schemas.microsoft.com/office/drawing/2014/main" id="{17DDFF42-DE7E-4A2D-9B97-CB7F0034C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219"/>
              <a:ext cx="50" cy="108"/>
            </a:xfrm>
            <a:custGeom>
              <a:avLst/>
              <a:gdLst>
                <a:gd name="T0" fmla="*/ 25 w 67"/>
                <a:gd name="T1" fmla="*/ 33 h 136"/>
                <a:gd name="T2" fmla="*/ 24 w 67"/>
                <a:gd name="T3" fmla="*/ 33 h 136"/>
                <a:gd name="T4" fmla="*/ 23 w 67"/>
                <a:gd name="T5" fmla="*/ 35 h 136"/>
                <a:gd name="T6" fmla="*/ 22 w 67"/>
                <a:gd name="T7" fmla="*/ 36 h 136"/>
                <a:gd name="T8" fmla="*/ 21 w 67"/>
                <a:gd name="T9" fmla="*/ 37 h 136"/>
                <a:gd name="T10" fmla="*/ 13 w 67"/>
                <a:gd name="T11" fmla="*/ 37 h 136"/>
                <a:gd name="T12" fmla="*/ 7 w 67"/>
                <a:gd name="T13" fmla="*/ 37 h 136"/>
                <a:gd name="T14" fmla="*/ 10 w 67"/>
                <a:gd name="T15" fmla="*/ 56 h 136"/>
                <a:gd name="T16" fmla="*/ 25 w 67"/>
                <a:gd name="T17" fmla="*/ 63 h 136"/>
                <a:gd name="T18" fmla="*/ 28 w 67"/>
                <a:gd name="T19" fmla="*/ 64 h 136"/>
                <a:gd name="T20" fmla="*/ 28 w 67"/>
                <a:gd name="T21" fmla="*/ 66 h 136"/>
                <a:gd name="T22" fmla="*/ 27 w 67"/>
                <a:gd name="T23" fmla="*/ 67 h 136"/>
                <a:gd name="T24" fmla="*/ 22 w 67"/>
                <a:gd name="T25" fmla="*/ 68 h 136"/>
                <a:gd name="T26" fmla="*/ 13 w 67"/>
                <a:gd name="T27" fmla="*/ 67 h 136"/>
                <a:gd name="T28" fmla="*/ 7 w 67"/>
                <a:gd name="T29" fmla="*/ 63 h 136"/>
                <a:gd name="T30" fmla="*/ 3 w 67"/>
                <a:gd name="T31" fmla="*/ 57 h 136"/>
                <a:gd name="T32" fmla="*/ 1 w 67"/>
                <a:gd name="T33" fmla="*/ 52 h 136"/>
                <a:gd name="T34" fmla="*/ 0 w 67"/>
                <a:gd name="T35" fmla="*/ 44 h 136"/>
                <a:gd name="T36" fmla="*/ 0 w 67"/>
                <a:gd name="T37" fmla="*/ 38 h 136"/>
                <a:gd name="T38" fmla="*/ 1 w 67"/>
                <a:gd name="T39" fmla="*/ 21 h 136"/>
                <a:gd name="T40" fmla="*/ 5 w 67"/>
                <a:gd name="T41" fmla="*/ 9 h 136"/>
                <a:gd name="T42" fmla="*/ 12 w 67"/>
                <a:gd name="T43" fmla="*/ 2 h 136"/>
                <a:gd name="T44" fmla="*/ 19 w 67"/>
                <a:gd name="T45" fmla="*/ 0 h 136"/>
                <a:gd name="T46" fmla="*/ 25 w 67"/>
                <a:gd name="T47" fmla="*/ 2 h 136"/>
                <a:gd name="T48" fmla="*/ 26 w 67"/>
                <a:gd name="T49" fmla="*/ 4 h 136"/>
                <a:gd name="T50" fmla="*/ 25 w 67"/>
                <a:gd name="T51" fmla="*/ 6 h 136"/>
                <a:gd name="T52" fmla="*/ 19 w 67"/>
                <a:gd name="T53" fmla="*/ 6 h 136"/>
                <a:gd name="T54" fmla="*/ 15 w 67"/>
                <a:gd name="T55" fmla="*/ 7 h 136"/>
                <a:gd name="T56" fmla="*/ 11 w 67"/>
                <a:gd name="T57" fmla="*/ 11 h 136"/>
                <a:gd name="T58" fmla="*/ 8 w 67"/>
                <a:gd name="T59" fmla="*/ 19 h 136"/>
                <a:gd name="T60" fmla="*/ 7 w 67"/>
                <a:gd name="T61" fmla="*/ 33 h 136"/>
                <a:gd name="T62" fmla="*/ 8 w 67"/>
                <a:gd name="T63" fmla="*/ 31 h 136"/>
                <a:gd name="T64" fmla="*/ 10 w 67"/>
                <a:gd name="T65" fmla="*/ 30 h 136"/>
                <a:gd name="T66" fmla="*/ 23 w 67"/>
                <a:gd name="T67" fmla="*/ 30 h 136"/>
                <a:gd name="T68" fmla="*/ 25 w 67"/>
                <a:gd name="T69" fmla="*/ 33 h 1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7" h="136">
                  <a:moveTo>
                    <a:pt x="59" y="64"/>
                  </a:moveTo>
                  <a:cubicBezTo>
                    <a:pt x="59" y="64"/>
                    <a:pt x="59" y="65"/>
                    <a:pt x="58" y="66"/>
                  </a:cubicBezTo>
                  <a:cubicBezTo>
                    <a:pt x="57" y="67"/>
                    <a:pt x="56" y="68"/>
                    <a:pt x="55" y="69"/>
                  </a:cubicBezTo>
                  <a:cubicBezTo>
                    <a:pt x="54" y="70"/>
                    <a:pt x="53" y="71"/>
                    <a:pt x="52" y="72"/>
                  </a:cubicBezTo>
                  <a:cubicBezTo>
                    <a:pt x="51" y="72"/>
                    <a:pt x="50" y="73"/>
                    <a:pt x="49" y="73"/>
                  </a:cubicBezTo>
                  <a:cubicBezTo>
                    <a:pt x="43" y="73"/>
                    <a:pt x="37" y="74"/>
                    <a:pt x="31" y="74"/>
                  </a:cubicBezTo>
                  <a:cubicBezTo>
                    <a:pt x="26" y="74"/>
                    <a:pt x="21" y="74"/>
                    <a:pt x="16" y="74"/>
                  </a:cubicBezTo>
                  <a:cubicBezTo>
                    <a:pt x="16" y="91"/>
                    <a:pt x="20" y="104"/>
                    <a:pt x="26" y="113"/>
                  </a:cubicBezTo>
                  <a:cubicBezTo>
                    <a:pt x="33" y="122"/>
                    <a:pt x="44" y="126"/>
                    <a:pt x="59" y="126"/>
                  </a:cubicBezTo>
                  <a:cubicBezTo>
                    <a:pt x="62" y="126"/>
                    <a:pt x="64" y="126"/>
                    <a:pt x="65" y="127"/>
                  </a:cubicBezTo>
                  <a:cubicBezTo>
                    <a:pt x="66" y="128"/>
                    <a:pt x="67" y="129"/>
                    <a:pt x="67" y="131"/>
                  </a:cubicBezTo>
                  <a:cubicBezTo>
                    <a:pt x="67" y="132"/>
                    <a:pt x="66" y="133"/>
                    <a:pt x="64" y="134"/>
                  </a:cubicBezTo>
                  <a:cubicBezTo>
                    <a:pt x="62" y="135"/>
                    <a:pt x="58" y="136"/>
                    <a:pt x="52" y="136"/>
                  </a:cubicBezTo>
                  <a:cubicBezTo>
                    <a:pt x="44" y="136"/>
                    <a:pt x="37" y="135"/>
                    <a:pt x="31" y="133"/>
                  </a:cubicBezTo>
                  <a:cubicBezTo>
                    <a:pt x="25" y="131"/>
                    <a:pt x="21" y="129"/>
                    <a:pt x="17" y="126"/>
                  </a:cubicBezTo>
                  <a:cubicBezTo>
                    <a:pt x="13" y="123"/>
                    <a:pt x="10" y="119"/>
                    <a:pt x="7" y="115"/>
                  </a:cubicBezTo>
                  <a:cubicBezTo>
                    <a:pt x="5" y="112"/>
                    <a:pt x="4" y="107"/>
                    <a:pt x="2" y="103"/>
                  </a:cubicBezTo>
                  <a:cubicBezTo>
                    <a:pt x="1" y="99"/>
                    <a:pt x="1" y="94"/>
                    <a:pt x="0" y="90"/>
                  </a:cubicBezTo>
                  <a:cubicBezTo>
                    <a:pt x="0" y="85"/>
                    <a:pt x="0" y="81"/>
                    <a:pt x="0" y="77"/>
                  </a:cubicBezTo>
                  <a:cubicBezTo>
                    <a:pt x="0" y="62"/>
                    <a:pt x="1" y="50"/>
                    <a:pt x="4" y="41"/>
                  </a:cubicBezTo>
                  <a:cubicBezTo>
                    <a:pt x="6" y="31"/>
                    <a:pt x="10" y="23"/>
                    <a:pt x="14" y="17"/>
                  </a:cubicBezTo>
                  <a:cubicBezTo>
                    <a:pt x="19" y="11"/>
                    <a:pt x="24" y="7"/>
                    <a:pt x="29" y="4"/>
                  </a:cubicBezTo>
                  <a:cubicBezTo>
                    <a:pt x="35" y="2"/>
                    <a:pt x="41" y="0"/>
                    <a:pt x="47" y="0"/>
                  </a:cubicBezTo>
                  <a:cubicBezTo>
                    <a:pt x="53" y="0"/>
                    <a:pt x="57" y="1"/>
                    <a:pt x="59" y="2"/>
                  </a:cubicBezTo>
                  <a:cubicBezTo>
                    <a:pt x="62" y="3"/>
                    <a:pt x="63" y="4"/>
                    <a:pt x="63" y="7"/>
                  </a:cubicBezTo>
                  <a:cubicBezTo>
                    <a:pt x="63" y="10"/>
                    <a:pt x="61" y="12"/>
                    <a:pt x="59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2" y="12"/>
                    <a:pt x="39" y="12"/>
                    <a:pt x="36" y="14"/>
                  </a:cubicBezTo>
                  <a:cubicBezTo>
                    <a:pt x="32" y="15"/>
                    <a:pt x="29" y="18"/>
                    <a:pt x="27" y="22"/>
                  </a:cubicBezTo>
                  <a:cubicBezTo>
                    <a:pt x="24" y="26"/>
                    <a:pt x="22" y="31"/>
                    <a:pt x="20" y="38"/>
                  </a:cubicBezTo>
                  <a:cubicBezTo>
                    <a:pt x="18" y="45"/>
                    <a:pt x="17" y="54"/>
                    <a:pt x="16" y="65"/>
                  </a:cubicBezTo>
                  <a:cubicBezTo>
                    <a:pt x="17" y="64"/>
                    <a:pt x="19" y="63"/>
                    <a:pt x="20" y="62"/>
                  </a:cubicBezTo>
                  <a:cubicBezTo>
                    <a:pt x="22" y="62"/>
                    <a:pt x="24" y="61"/>
                    <a:pt x="26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8" y="61"/>
                    <a:pt x="59" y="62"/>
                    <a:pt x="59" y="64"/>
                  </a:cubicBez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1567">
              <a:extLst>
                <a:ext uri="{FF2B5EF4-FFF2-40B4-BE49-F238E27FC236}">
                  <a16:creationId xmlns:a16="http://schemas.microsoft.com/office/drawing/2014/main" id="{8F9C0F01-87C4-4174-A84C-C5D8CE8B5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217"/>
              <a:ext cx="113" cy="109"/>
            </a:xfrm>
            <a:custGeom>
              <a:avLst/>
              <a:gdLst>
                <a:gd name="T0" fmla="*/ 34 w 151"/>
                <a:gd name="T1" fmla="*/ 7 h 137"/>
                <a:gd name="T2" fmla="*/ 36 w 151"/>
                <a:gd name="T3" fmla="*/ 4 h 137"/>
                <a:gd name="T4" fmla="*/ 38 w 151"/>
                <a:gd name="T5" fmla="*/ 4 h 137"/>
                <a:gd name="T6" fmla="*/ 41 w 151"/>
                <a:gd name="T7" fmla="*/ 6 h 137"/>
                <a:gd name="T8" fmla="*/ 41 w 151"/>
                <a:gd name="T9" fmla="*/ 10 h 137"/>
                <a:gd name="T10" fmla="*/ 38 w 151"/>
                <a:gd name="T11" fmla="*/ 12 h 137"/>
                <a:gd name="T12" fmla="*/ 29 w 151"/>
                <a:gd name="T13" fmla="*/ 19 h 137"/>
                <a:gd name="T14" fmla="*/ 19 w 151"/>
                <a:gd name="T15" fmla="*/ 27 h 137"/>
                <a:gd name="T16" fmla="*/ 22 w 151"/>
                <a:gd name="T17" fmla="*/ 35 h 137"/>
                <a:gd name="T18" fmla="*/ 44 w 151"/>
                <a:gd name="T19" fmla="*/ 51 h 137"/>
                <a:gd name="T20" fmla="*/ 59 w 151"/>
                <a:gd name="T21" fmla="*/ 60 h 137"/>
                <a:gd name="T22" fmla="*/ 63 w 151"/>
                <a:gd name="T23" fmla="*/ 60 h 137"/>
                <a:gd name="T24" fmla="*/ 63 w 151"/>
                <a:gd name="T25" fmla="*/ 64 h 137"/>
                <a:gd name="T26" fmla="*/ 59 w 151"/>
                <a:gd name="T27" fmla="*/ 68 h 137"/>
                <a:gd name="T28" fmla="*/ 55 w 151"/>
                <a:gd name="T29" fmla="*/ 68 h 137"/>
                <a:gd name="T30" fmla="*/ 34 w 151"/>
                <a:gd name="T31" fmla="*/ 51 h 137"/>
                <a:gd name="T32" fmla="*/ 12 w 151"/>
                <a:gd name="T33" fmla="*/ 36 h 137"/>
                <a:gd name="T34" fmla="*/ 9 w 151"/>
                <a:gd name="T35" fmla="*/ 41 h 137"/>
                <a:gd name="T36" fmla="*/ 9 w 151"/>
                <a:gd name="T37" fmla="*/ 56 h 137"/>
                <a:gd name="T38" fmla="*/ 8 w 151"/>
                <a:gd name="T39" fmla="*/ 64 h 137"/>
                <a:gd name="T40" fmla="*/ 5 w 151"/>
                <a:gd name="T41" fmla="*/ 67 h 137"/>
                <a:gd name="T42" fmla="*/ 3 w 151"/>
                <a:gd name="T43" fmla="*/ 67 h 137"/>
                <a:gd name="T44" fmla="*/ 3 w 151"/>
                <a:gd name="T45" fmla="*/ 59 h 137"/>
                <a:gd name="T46" fmla="*/ 3 w 151"/>
                <a:gd name="T47" fmla="*/ 45 h 137"/>
                <a:gd name="T48" fmla="*/ 3 w 151"/>
                <a:gd name="T49" fmla="*/ 23 h 137"/>
                <a:gd name="T50" fmla="*/ 2 w 151"/>
                <a:gd name="T51" fmla="*/ 9 h 137"/>
                <a:gd name="T52" fmla="*/ 1 w 151"/>
                <a:gd name="T53" fmla="*/ 6 h 137"/>
                <a:gd name="T54" fmla="*/ 0 w 151"/>
                <a:gd name="T55" fmla="*/ 5 h 137"/>
                <a:gd name="T56" fmla="*/ 3 w 151"/>
                <a:gd name="T57" fmla="*/ 2 h 137"/>
                <a:gd name="T58" fmla="*/ 5 w 151"/>
                <a:gd name="T59" fmla="*/ 0 h 137"/>
                <a:gd name="T60" fmla="*/ 7 w 151"/>
                <a:gd name="T61" fmla="*/ 1 h 137"/>
                <a:gd name="T62" fmla="*/ 10 w 151"/>
                <a:gd name="T63" fmla="*/ 3 h 137"/>
                <a:gd name="T64" fmla="*/ 10 w 151"/>
                <a:gd name="T65" fmla="*/ 9 h 137"/>
                <a:gd name="T66" fmla="*/ 9 w 151"/>
                <a:gd name="T67" fmla="*/ 21 h 137"/>
                <a:gd name="T68" fmla="*/ 10 w 151"/>
                <a:gd name="T69" fmla="*/ 29 h 1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1" h="137">
                  <a:moveTo>
                    <a:pt x="73" y="20"/>
                  </a:moveTo>
                  <a:cubicBezTo>
                    <a:pt x="76" y="18"/>
                    <a:pt x="78" y="16"/>
                    <a:pt x="80" y="14"/>
                  </a:cubicBezTo>
                  <a:cubicBezTo>
                    <a:pt x="81" y="12"/>
                    <a:pt x="83" y="11"/>
                    <a:pt x="84" y="10"/>
                  </a:cubicBezTo>
                  <a:cubicBezTo>
                    <a:pt x="84" y="9"/>
                    <a:pt x="85" y="8"/>
                    <a:pt x="86" y="7"/>
                  </a:cubicBezTo>
                  <a:cubicBezTo>
                    <a:pt x="87" y="7"/>
                    <a:pt x="87" y="6"/>
                    <a:pt x="88" y="6"/>
                  </a:cubicBezTo>
                  <a:cubicBezTo>
                    <a:pt x="89" y="6"/>
                    <a:pt x="90" y="7"/>
                    <a:pt x="91" y="7"/>
                  </a:cubicBezTo>
                  <a:cubicBezTo>
                    <a:pt x="92" y="8"/>
                    <a:pt x="94" y="9"/>
                    <a:pt x="96" y="10"/>
                  </a:cubicBezTo>
                  <a:cubicBezTo>
                    <a:pt x="97" y="10"/>
                    <a:pt x="98" y="11"/>
                    <a:pt x="99" y="13"/>
                  </a:cubicBezTo>
                  <a:cubicBezTo>
                    <a:pt x="100" y="15"/>
                    <a:pt x="100" y="17"/>
                    <a:pt x="100" y="18"/>
                  </a:cubicBezTo>
                  <a:cubicBezTo>
                    <a:pt x="100" y="19"/>
                    <a:pt x="100" y="20"/>
                    <a:pt x="99" y="20"/>
                  </a:cubicBezTo>
                  <a:cubicBezTo>
                    <a:pt x="99" y="21"/>
                    <a:pt x="98" y="21"/>
                    <a:pt x="96" y="21"/>
                  </a:cubicBezTo>
                  <a:cubicBezTo>
                    <a:pt x="95" y="22"/>
                    <a:pt x="93" y="22"/>
                    <a:pt x="91" y="24"/>
                  </a:cubicBezTo>
                  <a:cubicBezTo>
                    <a:pt x="88" y="25"/>
                    <a:pt x="85" y="27"/>
                    <a:pt x="81" y="30"/>
                  </a:cubicBezTo>
                  <a:cubicBezTo>
                    <a:pt x="77" y="32"/>
                    <a:pt x="73" y="35"/>
                    <a:pt x="69" y="38"/>
                  </a:cubicBezTo>
                  <a:cubicBezTo>
                    <a:pt x="65" y="40"/>
                    <a:pt x="61" y="43"/>
                    <a:pt x="57" y="46"/>
                  </a:cubicBezTo>
                  <a:cubicBezTo>
                    <a:pt x="53" y="49"/>
                    <a:pt x="50" y="52"/>
                    <a:pt x="46" y="54"/>
                  </a:cubicBezTo>
                  <a:cubicBezTo>
                    <a:pt x="43" y="57"/>
                    <a:pt x="41" y="58"/>
                    <a:pt x="39" y="60"/>
                  </a:cubicBezTo>
                  <a:cubicBezTo>
                    <a:pt x="42" y="61"/>
                    <a:pt x="47" y="64"/>
                    <a:pt x="53" y="69"/>
                  </a:cubicBezTo>
                  <a:cubicBezTo>
                    <a:pt x="60" y="73"/>
                    <a:pt x="68" y="78"/>
                    <a:pt x="77" y="84"/>
                  </a:cubicBezTo>
                  <a:cubicBezTo>
                    <a:pt x="86" y="90"/>
                    <a:pt x="96" y="95"/>
                    <a:pt x="106" y="101"/>
                  </a:cubicBezTo>
                  <a:cubicBezTo>
                    <a:pt x="116" y="107"/>
                    <a:pt x="126" y="113"/>
                    <a:pt x="135" y="117"/>
                  </a:cubicBezTo>
                  <a:cubicBezTo>
                    <a:pt x="137" y="118"/>
                    <a:pt x="138" y="118"/>
                    <a:pt x="140" y="119"/>
                  </a:cubicBezTo>
                  <a:cubicBezTo>
                    <a:pt x="142" y="119"/>
                    <a:pt x="144" y="120"/>
                    <a:pt x="145" y="120"/>
                  </a:cubicBezTo>
                  <a:cubicBezTo>
                    <a:pt x="147" y="120"/>
                    <a:pt x="148" y="120"/>
                    <a:pt x="149" y="121"/>
                  </a:cubicBezTo>
                  <a:cubicBezTo>
                    <a:pt x="151" y="121"/>
                    <a:pt x="151" y="122"/>
                    <a:pt x="151" y="123"/>
                  </a:cubicBezTo>
                  <a:cubicBezTo>
                    <a:pt x="151" y="124"/>
                    <a:pt x="151" y="125"/>
                    <a:pt x="149" y="126"/>
                  </a:cubicBezTo>
                  <a:cubicBezTo>
                    <a:pt x="148" y="128"/>
                    <a:pt x="147" y="129"/>
                    <a:pt x="145" y="131"/>
                  </a:cubicBezTo>
                  <a:cubicBezTo>
                    <a:pt x="144" y="132"/>
                    <a:pt x="142" y="134"/>
                    <a:pt x="140" y="135"/>
                  </a:cubicBezTo>
                  <a:cubicBezTo>
                    <a:pt x="139" y="136"/>
                    <a:pt x="137" y="137"/>
                    <a:pt x="136" y="137"/>
                  </a:cubicBezTo>
                  <a:cubicBezTo>
                    <a:pt x="135" y="137"/>
                    <a:pt x="134" y="136"/>
                    <a:pt x="132" y="135"/>
                  </a:cubicBezTo>
                  <a:cubicBezTo>
                    <a:pt x="131" y="135"/>
                    <a:pt x="129" y="133"/>
                    <a:pt x="126" y="131"/>
                  </a:cubicBezTo>
                  <a:cubicBezTo>
                    <a:pt x="108" y="119"/>
                    <a:pt x="92" y="108"/>
                    <a:pt x="80" y="100"/>
                  </a:cubicBezTo>
                  <a:cubicBezTo>
                    <a:pt x="67" y="92"/>
                    <a:pt x="57" y="85"/>
                    <a:pt x="48" y="80"/>
                  </a:cubicBezTo>
                  <a:cubicBezTo>
                    <a:pt x="40" y="75"/>
                    <a:pt x="34" y="72"/>
                    <a:pt x="29" y="70"/>
                  </a:cubicBezTo>
                  <a:cubicBezTo>
                    <a:pt x="25" y="68"/>
                    <a:pt x="22" y="67"/>
                    <a:pt x="21" y="67"/>
                  </a:cubicBezTo>
                  <a:cubicBezTo>
                    <a:pt x="21" y="70"/>
                    <a:pt x="21" y="75"/>
                    <a:pt x="21" y="80"/>
                  </a:cubicBezTo>
                  <a:cubicBezTo>
                    <a:pt x="21" y="85"/>
                    <a:pt x="21" y="91"/>
                    <a:pt x="21" y="96"/>
                  </a:cubicBezTo>
                  <a:cubicBezTo>
                    <a:pt x="22" y="102"/>
                    <a:pt x="22" y="107"/>
                    <a:pt x="22" y="111"/>
                  </a:cubicBezTo>
                  <a:cubicBezTo>
                    <a:pt x="22" y="116"/>
                    <a:pt x="22" y="120"/>
                    <a:pt x="22" y="122"/>
                  </a:cubicBezTo>
                  <a:cubicBezTo>
                    <a:pt x="22" y="123"/>
                    <a:pt x="21" y="124"/>
                    <a:pt x="20" y="126"/>
                  </a:cubicBezTo>
                  <a:cubicBezTo>
                    <a:pt x="19" y="127"/>
                    <a:pt x="18" y="128"/>
                    <a:pt x="17" y="129"/>
                  </a:cubicBezTo>
                  <a:cubicBezTo>
                    <a:pt x="16" y="131"/>
                    <a:pt x="14" y="132"/>
                    <a:pt x="13" y="132"/>
                  </a:cubicBezTo>
                  <a:cubicBezTo>
                    <a:pt x="12" y="133"/>
                    <a:pt x="11" y="134"/>
                    <a:pt x="10" y="134"/>
                  </a:cubicBezTo>
                  <a:cubicBezTo>
                    <a:pt x="9" y="134"/>
                    <a:pt x="8" y="133"/>
                    <a:pt x="8" y="132"/>
                  </a:cubicBezTo>
                  <a:cubicBezTo>
                    <a:pt x="7" y="131"/>
                    <a:pt x="7" y="128"/>
                    <a:pt x="7" y="124"/>
                  </a:cubicBezTo>
                  <a:cubicBezTo>
                    <a:pt x="7" y="123"/>
                    <a:pt x="7" y="120"/>
                    <a:pt x="7" y="117"/>
                  </a:cubicBezTo>
                  <a:cubicBezTo>
                    <a:pt x="7" y="113"/>
                    <a:pt x="8" y="109"/>
                    <a:pt x="8" y="105"/>
                  </a:cubicBezTo>
                  <a:cubicBezTo>
                    <a:pt x="8" y="100"/>
                    <a:pt x="8" y="95"/>
                    <a:pt x="8" y="89"/>
                  </a:cubicBezTo>
                  <a:cubicBezTo>
                    <a:pt x="8" y="84"/>
                    <a:pt x="8" y="78"/>
                    <a:pt x="8" y="72"/>
                  </a:cubicBezTo>
                  <a:cubicBezTo>
                    <a:pt x="8" y="64"/>
                    <a:pt x="8" y="55"/>
                    <a:pt x="8" y="46"/>
                  </a:cubicBezTo>
                  <a:cubicBezTo>
                    <a:pt x="7" y="37"/>
                    <a:pt x="7" y="29"/>
                    <a:pt x="6" y="20"/>
                  </a:cubicBezTo>
                  <a:cubicBezTo>
                    <a:pt x="6" y="19"/>
                    <a:pt x="5" y="17"/>
                    <a:pt x="5" y="17"/>
                  </a:cubicBezTo>
                  <a:cubicBezTo>
                    <a:pt x="4" y="16"/>
                    <a:pt x="3" y="15"/>
                    <a:pt x="3" y="14"/>
                  </a:cubicBezTo>
                  <a:cubicBezTo>
                    <a:pt x="2" y="14"/>
                    <a:pt x="1" y="13"/>
                    <a:pt x="1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1" y="10"/>
                    <a:pt x="1" y="10"/>
                    <a:pt x="1" y="9"/>
                  </a:cubicBezTo>
                  <a:cubicBezTo>
                    <a:pt x="4" y="7"/>
                    <a:pt x="6" y="6"/>
                    <a:pt x="8" y="4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3" y="1"/>
                    <a:pt x="13" y="1"/>
                    <a:pt x="14" y="0"/>
                  </a:cubicBezTo>
                  <a:cubicBezTo>
                    <a:pt x="14" y="0"/>
                    <a:pt x="14" y="0"/>
                    <a:pt x="15" y="0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8" y="2"/>
                    <a:pt x="19" y="2"/>
                    <a:pt x="20" y="3"/>
                  </a:cubicBezTo>
                  <a:cubicBezTo>
                    <a:pt x="21" y="4"/>
                    <a:pt x="22" y="5"/>
                    <a:pt x="23" y="6"/>
                  </a:cubicBezTo>
                  <a:cubicBezTo>
                    <a:pt x="24" y="7"/>
                    <a:pt x="24" y="8"/>
                    <a:pt x="24" y="9"/>
                  </a:cubicBezTo>
                  <a:cubicBezTo>
                    <a:pt x="24" y="11"/>
                    <a:pt x="24" y="14"/>
                    <a:pt x="24" y="17"/>
                  </a:cubicBezTo>
                  <a:cubicBezTo>
                    <a:pt x="23" y="20"/>
                    <a:pt x="23" y="24"/>
                    <a:pt x="23" y="28"/>
                  </a:cubicBezTo>
                  <a:cubicBezTo>
                    <a:pt x="22" y="32"/>
                    <a:pt x="22" y="37"/>
                    <a:pt x="22" y="41"/>
                  </a:cubicBezTo>
                  <a:cubicBezTo>
                    <a:pt x="21" y="46"/>
                    <a:pt x="21" y="50"/>
                    <a:pt x="21" y="54"/>
                  </a:cubicBezTo>
                  <a:cubicBezTo>
                    <a:pt x="26" y="56"/>
                    <a:pt x="26" y="56"/>
                    <a:pt x="26" y="56"/>
                  </a:cubicBezTo>
                  <a:lnTo>
                    <a:pt x="73" y="20"/>
                  </a:lnTo>
                  <a:close/>
                </a:path>
              </a:pathLst>
            </a:custGeom>
            <a:solidFill>
              <a:srgbClr val="0E3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7" name="japanese-restaurant-building-illustration">
            <a:extLst>
              <a:ext uri="{FF2B5EF4-FFF2-40B4-BE49-F238E27FC236}">
                <a16:creationId xmlns:a16="http://schemas.microsoft.com/office/drawing/2014/main" id="{A8D60A80-EECA-4EAA-9208-0A2B6EF1C364}"/>
              </a:ext>
            </a:extLst>
          </p:cNvPr>
          <p:cNvGrpSpPr>
            <a:grpSpLocks/>
          </p:cNvGrpSpPr>
          <p:nvPr/>
        </p:nvGrpSpPr>
        <p:grpSpPr bwMode="auto">
          <a:xfrm>
            <a:off x="8528050" y="3146425"/>
            <a:ext cx="1417638" cy="1401763"/>
            <a:chOff x="4412" y="1982"/>
            <a:chExt cx="893" cy="883"/>
          </a:xfrm>
        </p:grpSpPr>
        <p:sp>
          <p:nvSpPr>
            <p:cNvPr id="41998" name="Freeform 1570">
              <a:extLst>
                <a:ext uri="{FF2B5EF4-FFF2-40B4-BE49-F238E27FC236}">
                  <a16:creationId xmlns:a16="http://schemas.microsoft.com/office/drawing/2014/main" id="{EF324415-8BF6-40FF-8021-8B06CB262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152"/>
              <a:ext cx="893" cy="116"/>
            </a:xfrm>
            <a:custGeom>
              <a:avLst/>
              <a:gdLst>
                <a:gd name="T0" fmla="*/ 265 w 1077"/>
                <a:gd name="T1" fmla="*/ 91 h 131"/>
                <a:gd name="T2" fmla="*/ 57 w 1077"/>
                <a:gd name="T3" fmla="*/ 91 h 131"/>
                <a:gd name="T4" fmla="*/ 0 w 1077"/>
                <a:gd name="T5" fmla="*/ 21 h 131"/>
                <a:gd name="T6" fmla="*/ 211 w 1077"/>
                <a:gd name="T7" fmla="*/ 0 h 131"/>
                <a:gd name="T8" fmla="*/ 266 w 1077"/>
                <a:gd name="T9" fmla="*/ 0 h 131"/>
                <a:gd name="T10" fmla="*/ 347 w 1077"/>
                <a:gd name="T11" fmla="*/ 0 h 131"/>
                <a:gd name="T12" fmla="*/ 402 w 1077"/>
                <a:gd name="T13" fmla="*/ 0 h 131"/>
                <a:gd name="T14" fmla="*/ 614 w 1077"/>
                <a:gd name="T15" fmla="*/ 21 h 131"/>
                <a:gd name="T16" fmla="*/ 556 w 1077"/>
                <a:gd name="T17" fmla="*/ 91 h 131"/>
                <a:gd name="T18" fmla="*/ 349 w 1077"/>
                <a:gd name="T19" fmla="*/ 91 h 131"/>
                <a:gd name="T20" fmla="*/ 265 w 1077"/>
                <a:gd name="T21" fmla="*/ 9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7" h="131">
                  <a:moveTo>
                    <a:pt x="464" y="131"/>
                  </a:move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22" y="130"/>
                    <a:pt x="0" y="31"/>
                  </a:cubicBezTo>
                  <a:cubicBezTo>
                    <a:pt x="0" y="31"/>
                    <a:pt x="120" y="128"/>
                    <a:pt x="371" y="0"/>
                  </a:cubicBezTo>
                  <a:cubicBezTo>
                    <a:pt x="467" y="0"/>
                    <a:pt x="467" y="0"/>
                    <a:pt x="467" y="0"/>
                  </a:cubicBezTo>
                  <a:cubicBezTo>
                    <a:pt x="609" y="0"/>
                    <a:pt x="609" y="0"/>
                    <a:pt x="609" y="0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956" y="128"/>
                    <a:pt x="1077" y="31"/>
                    <a:pt x="1077" y="31"/>
                  </a:cubicBezTo>
                  <a:cubicBezTo>
                    <a:pt x="1054" y="130"/>
                    <a:pt x="976" y="131"/>
                    <a:pt x="976" y="131"/>
                  </a:cubicBezTo>
                  <a:cubicBezTo>
                    <a:pt x="613" y="131"/>
                    <a:pt x="613" y="131"/>
                    <a:pt x="613" y="131"/>
                  </a:cubicBezTo>
                  <a:lnTo>
                    <a:pt x="464" y="1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1571">
              <a:extLst>
                <a:ext uri="{FF2B5EF4-FFF2-40B4-BE49-F238E27FC236}">
                  <a16:creationId xmlns:a16="http://schemas.microsoft.com/office/drawing/2014/main" id="{9BC0B1FA-289C-484C-B3ED-8E0056911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1982"/>
              <a:ext cx="391" cy="140"/>
            </a:xfrm>
            <a:custGeom>
              <a:avLst/>
              <a:gdLst>
                <a:gd name="T0" fmla="*/ 107 w 472"/>
                <a:gd name="T1" fmla="*/ 96 h 158"/>
                <a:gd name="T2" fmla="*/ 41 w 472"/>
                <a:gd name="T3" fmla="*/ 96 h 158"/>
                <a:gd name="T4" fmla="*/ 0 w 472"/>
                <a:gd name="T5" fmla="*/ 51 h 158"/>
                <a:gd name="T6" fmla="*/ 134 w 472"/>
                <a:gd name="T7" fmla="*/ 0 h 158"/>
                <a:gd name="T8" fmla="*/ 134 w 472"/>
                <a:gd name="T9" fmla="*/ 0 h 158"/>
                <a:gd name="T10" fmla="*/ 268 w 472"/>
                <a:gd name="T11" fmla="*/ 51 h 158"/>
                <a:gd name="T12" fmla="*/ 228 w 472"/>
                <a:gd name="T13" fmla="*/ 96 h 158"/>
                <a:gd name="T14" fmla="*/ 162 w 472"/>
                <a:gd name="T15" fmla="*/ 96 h 158"/>
                <a:gd name="T16" fmla="*/ 107 w 472"/>
                <a:gd name="T17" fmla="*/ 96 h 1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2" h="158">
                  <a:moveTo>
                    <a:pt x="188" y="138"/>
                  </a:moveTo>
                  <a:cubicBezTo>
                    <a:pt x="71" y="138"/>
                    <a:pt x="71" y="138"/>
                    <a:pt x="71" y="138"/>
                  </a:cubicBezTo>
                  <a:cubicBezTo>
                    <a:pt x="71" y="138"/>
                    <a:pt x="21" y="127"/>
                    <a:pt x="0" y="75"/>
                  </a:cubicBezTo>
                  <a:cubicBezTo>
                    <a:pt x="0" y="75"/>
                    <a:pt x="125" y="158"/>
                    <a:pt x="236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348" y="158"/>
                    <a:pt x="472" y="75"/>
                    <a:pt x="472" y="75"/>
                  </a:cubicBezTo>
                  <a:cubicBezTo>
                    <a:pt x="452" y="127"/>
                    <a:pt x="401" y="138"/>
                    <a:pt x="401" y="138"/>
                  </a:cubicBezTo>
                  <a:cubicBezTo>
                    <a:pt x="285" y="138"/>
                    <a:pt x="285" y="138"/>
                    <a:pt x="285" y="138"/>
                  </a:cubicBezTo>
                  <a:lnTo>
                    <a:pt x="188" y="1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Rectangle 1572">
              <a:extLst>
                <a:ext uri="{FF2B5EF4-FFF2-40B4-BE49-F238E27FC236}">
                  <a16:creationId xmlns:a16="http://schemas.microsoft.com/office/drawing/2014/main" id="{6520B958-CE0C-41CF-996F-8FB7B259D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104"/>
              <a:ext cx="273" cy="4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1" name="Rectangle 1573">
              <a:extLst>
                <a:ext uri="{FF2B5EF4-FFF2-40B4-BE49-F238E27FC236}">
                  <a16:creationId xmlns:a16="http://schemas.microsoft.com/office/drawing/2014/main" id="{9886A3E3-6058-4AF7-820C-2C5E80D8D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105"/>
              <a:ext cx="273" cy="47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2" name="Rectangle 1574">
              <a:extLst>
                <a:ext uri="{FF2B5EF4-FFF2-40B4-BE49-F238E27FC236}">
                  <a16:creationId xmlns:a16="http://schemas.microsoft.com/office/drawing/2014/main" id="{97B6674D-EBB0-4F50-81E8-9E726F3DA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4" y="2268"/>
              <a:ext cx="728" cy="597"/>
            </a:xfrm>
            <a:prstGeom prst="rect">
              <a:avLst/>
            </a:prstGeom>
            <a:solidFill>
              <a:srgbClr val="E3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3" name="Rectangle 1575">
              <a:extLst>
                <a:ext uri="{FF2B5EF4-FFF2-40B4-BE49-F238E27FC236}">
                  <a16:creationId xmlns:a16="http://schemas.microsoft.com/office/drawing/2014/main" id="{D0C04D82-0EEC-4833-989C-8A52F3AC8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4" y="2387"/>
              <a:ext cx="728" cy="478"/>
            </a:xfrm>
            <a:prstGeom prst="rect">
              <a:avLst/>
            </a:prstGeom>
            <a:solidFill>
              <a:srgbClr val="E8E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4" name="Rectangle 1576">
              <a:extLst>
                <a:ext uri="{FF2B5EF4-FFF2-40B4-BE49-F238E27FC236}">
                  <a16:creationId xmlns:a16="http://schemas.microsoft.com/office/drawing/2014/main" id="{5F918E1E-77AC-42E7-BB03-281050CF7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4" y="2387"/>
              <a:ext cx="728" cy="478"/>
            </a:xfrm>
            <a:prstGeom prst="rect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5" name="Rectangle 1577">
              <a:extLst>
                <a:ext uri="{FF2B5EF4-FFF2-40B4-BE49-F238E27FC236}">
                  <a16:creationId xmlns:a16="http://schemas.microsoft.com/office/drawing/2014/main" id="{DBD1AC0F-23AF-4F36-927E-22D64AF0F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" y="2114"/>
              <a:ext cx="9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6" name="Rectangle 1578">
              <a:extLst>
                <a:ext uri="{FF2B5EF4-FFF2-40B4-BE49-F238E27FC236}">
                  <a16:creationId xmlns:a16="http://schemas.microsoft.com/office/drawing/2014/main" id="{CA49908B-830F-4AAE-BEDD-7604C901A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0" y="2114"/>
              <a:ext cx="9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7" name="Rectangle 1579">
              <a:extLst>
                <a:ext uri="{FF2B5EF4-FFF2-40B4-BE49-F238E27FC236}">
                  <a16:creationId xmlns:a16="http://schemas.microsoft.com/office/drawing/2014/main" id="{3D8D53AB-626A-481E-8D98-D96DC9E42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114"/>
              <a:ext cx="8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8" name="Rectangle 1580">
              <a:extLst>
                <a:ext uri="{FF2B5EF4-FFF2-40B4-BE49-F238E27FC236}">
                  <a16:creationId xmlns:a16="http://schemas.microsoft.com/office/drawing/2014/main" id="{461FE273-A344-424F-9134-EAA98F6B8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6" y="2114"/>
              <a:ext cx="8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9" name="Rectangle 1581">
              <a:extLst>
                <a:ext uri="{FF2B5EF4-FFF2-40B4-BE49-F238E27FC236}">
                  <a16:creationId xmlns:a16="http://schemas.microsoft.com/office/drawing/2014/main" id="{1CCF388D-F6BA-4B3D-8F49-250837CCF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2114"/>
              <a:ext cx="9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0" name="Rectangle 1582">
              <a:extLst>
                <a:ext uri="{FF2B5EF4-FFF2-40B4-BE49-F238E27FC236}">
                  <a16:creationId xmlns:a16="http://schemas.microsoft.com/office/drawing/2014/main" id="{5725DB85-0CA8-4865-B56A-E981200C1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2" y="2114"/>
              <a:ext cx="9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1" name="Rectangle 1583">
              <a:extLst>
                <a:ext uri="{FF2B5EF4-FFF2-40B4-BE49-F238E27FC236}">
                  <a16:creationId xmlns:a16="http://schemas.microsoft.com/office/drawing/2014/main" id="{528D6649-342B-4BE3-BC11-BA103D1D8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5" y="2114"/>
              <a:ext cx="8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2" name="Rectangle 1584">
              <a:extLst>
                <a:ext uri="{FF2B5EF4-FFF2-40B4-BE49-F238E27FC236}">
                  <a16:creationId xmlns:a16="http://schemas.microsoft.com/office/drawing/2014/main" id="{39D5EED2-5435-4074-96E9-424B6319D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8" y="2114"/>
              <a:ext cx="8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3" name="Rectangle 1585">
              <a:extLst>
                <a:ext uri="{FF2B5EF4-FFF2-40B4-BE49-F238E27FC236}">
                  <a16:creationId xmlns:a16="http://schemas.microsoft.com/office/drawing/2014/main" id="{778C4967-80EE-41CA-A028-F4ABBE607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1" y="2114"/>
              <a:ext cx="9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4" name="Rectangle 1586">
              <a:extLst>
                <a:ext uri="{FF2B5EF4-FFF2-40B4-BE49-F238E27FC236}">
                  <a16:creationId xmlns:a16="http://schemas.microsoft.com/office/drawing/2014/main" id="{36C6441E-5D41-4758-A979-30A683156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4" y="2114"/>
              <a:ext cx="8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5" name="Rectangle 1587">
              <a:extLst>
                <a:ext uri="{FF2B5EF4-FFF2-40B4-BE49-F238E27FC236}">
                  <a16:creationId xmlns:a16="http://schemas.microsoft.com/office/drawing/2014/main" id="{CBE10D99-301A-40CF-9B77-75184DE02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114"/>
              <a:ext cx="8" cy="2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6" name="Freeform 1588">
              <a:extLst>
                <a:ext uri="{FF2B5EF4-FFF2-40B4-BE49-F238E27FC236}">
                  <a16:creationId xmlns:a16="http://schemas.microsoft.com/office/drawing/2014/main" id="{058F4467-6932-47A3-8644-30B05D12E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281"/>
              <a:ext cx="41" cy="89"/>
            </a:xfrm>
            <a:custGeom>
              <a:avLst/>
              <a:gdLst>
                <a:gd name="T0" fmla="*/ 20 w 49"/>
                <a:gd name="T1" fmla="*/ 4 h 101"/>
                <a:gd name="T2" fmla="*/ 23 w 49"/>
                <a:gd name="T3" fmla="*/ 3 h 101"/>
                <a:gd name="T4" fmla="*/ 25 w 49"/>
                <a:gd name="T5" fmla="*/ 1 h 101"/>
                <a:gd name="T6" fmla="*/ 28 w 49"/>
                <a:gd name="T7" fmla="*/ 2 h 101"/>
                <a:gd name="T8" fmla="*/ 28 w 49"/>
                <a:gd name="T9" fmla="*/ 17 h 101"/>
                <a:gd name="T10" fmla="*/ 27 w 49"/>
                <a:gd name="T11" fmla="*/ 25 h 101"/>
                <a:gd name="T12" fmla="*/ 26 w 49"/>
                <a:gd name="T13" fmla="*/ 28 h 101"/>
                <a:gd name="T14" fmla="*/ 25 w 49"/>
                <a:gd name="T15" fmla="*/ 32 h 101"/>
                <a:gd name="T16" fmla="*/ 23 w 49"/>
                <a:gd name="T17" fmla="*/ 36 h 101"/>
                <a:gd name="T18" fmla="*/ 23 w 49"/>
                <a:gd name="T19" fmla="*/ 41 h 101"/>
                <a:gd name="T20" fmla="*/ 21 w 49"/>
                <a:gd name="T21" fmla="*/ 49 h 101"/>
                <a:gd name="T22" fmla="*/ 19 w 49"/>
                <a:gd name="T23" fmla="*/ 56 h 101"/>
                <a:gd name="T24" fmla="*/ 18 w 49"/>
                <a:gd name="T25" fmla="*/ 61 h 101"/>
                <a:gd name="T26" fmla="*/ 15 w 49"/>
                <a:gd name="T27" fmla="*/ 67 h 101"/>
                <a:gd name="T28" fmla="*/ 11 w 49"/>
                <a:gd name="T29" fmla="*/ 69 h 101"/>
                <a:gd name="T30" fmla="*/ 7 w 49"/>
                <a:gd name="T31" fmla="*/ 69 h 101"/>
                <a:gd name="T32" fmla="*/ 3 w 49"/>
                <a:gd name="T33" fmla="*/ 59 h 101"/>
                <a:gd name="T34" fmla="*/ 3 w 49"/>
                <a:gd name="T35" fmla="*/ 55 h 101"/>
                <a:gd name="T36" fmla="*/ 0 w 49"/>
                <a:gd name="T37" fmla="*/ 48 h 101"/>
                <a:gd name="T38" fmla="*/ 1 w 49"/>
                <a:gd name="T39" fmla="*/ 41 h 101"/>
                <a:gd name="T40" fmla="*/ 4 w 49"/>
                <a:gd name="T41" fmla="*/ 40 h 101"/>
                <a:gd name="T42" fmla="*/ 7 w 49"/>
                <a:gd name="T43" fmla="*/ 43 h 101"/>
                <a:gd name="T44" fmla="*/ 9 w 49"/>
                <a:gd name="T45" fmla="*/ 49 h 101"/>
                <a:gd name="T46" fmla="*/ 9 w 49"/>
                <a:gd name="T47" fmla="*/ 54 h 101"/>
                <a:gd name="T48" fmla="*/ 8 w 49"/>
                <a:gd name="T49" fmla="*/ 56 h 101"/>
                <a:gd name="T50" fmla="*/ 10 w 49"/>
                <a:gd name="T51" fmla="*/ 60 h 101"/>
                <a:gd name="T52" fmla="*/ 13 w 49"/>
                <a:gd name="T53" fmla="*/ 58 h 101"/>
                <a:gd name="T54" fmla="*/ 16 w 49"/>
                <a:gd name="T55" fmla="*/ 46 h 101"/>
                <a:gd name="T56" fmla="*/ 17 w 49"/>
                <a:gd name="T57" fmla="*/ 38 h 101"/>
                <a:gd name="T58" fmla="*/ 18 w 49"/>
                <a:gd name="T59" fmla="*/ 34 h 101"/>
                <a:gd name="T60" fmla="*/ 19 w 49"/>
                <a:gd name="T61" fmla="*/ 28 h 101"/>
                <a:gd name="T62" fmla="*/ 20 w 49"/>
                <a:gd name="T63" fmla="*/ 17 h 101"/>
                <a:gd name="T64" fmla="*/ 19 w 49"/>
                <a:gd name="T65" fmla="*/ 10 h 101"/>
                <a:gd name="T66" fmla="*/ 17 w 49"/>
                <a:gd name="T67" fmla="*/ 9 h 10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9" h="101">
                  <a:moveTo>
                    <a:pt x="33" y="9"/>
                  </a:moveTo>
                  <a:cubicBezTo>
                    <a:pt x="33" y="8"/>
                    <a:pt x="34" y="7"/>
                    <a:pt x="35" y="7"/>
                  </a:cubicBezTo>
                  <a:cubicBezTo>
                    <a:pt x="36" y="6"/>
                    <a:pt x="37" y="6"/>
                    <a:pt x="38" y="5"/>
                  </a:cubicBezTo>
                  <a:cubicBezTo>
                    <a:pt x="39" y="5"/>
                    <a:pt x="40" y="4"/>
                    <a:pt x="41" y="3"/>
                  </a:cubicBezTo>
                  <a:cubicBezTo>
                    <a:pt x="41" y="3"/>
                    <a:pt x="41" y="2"/>
                    <a:pt x="42" y="2"/>
                  </a:cubicBezTo>
                  <a:cubicBezTo>
                    <a:pt x="42" y="2"/>
                    <a:pt x="43" y="1"/>
                    <a:pt x="43" y="1"/>
                  </a:cubicBezTo>
                  <a:cubicBezTo>
                    <a:pt x="44" y="1"/>
                    <a:pt x="45" y="0"/>
                    <a:pt x="46" y="0"/>
                  </a:cubicBezTo>
                  <a:cubicBezTo>
                    <a:pt x="47" y="0"/>
                    <a:pt x="48" y="1"/>
                    <a:pt x="48" y="2"/>
                  </a:cubicBezTo>
                  <a:cubicBezTo>
                    <a:pt x="49" y="4"/>
                    <a:pt x="49" y="7"/>
                    <a:pt x="49" y="10"/>
                  </a:cubicBezTo>
                  <a:cubicBezTo>
                    <a:pt x="49" y="15"/>
                    <a:pt x="49" y="20"/>
                    <a:pt x="48" y="24"/>
                  </a:cubicBezTo>
                  <a:cubicBezTo>
                    <a:pt x="48" y="28"/>
                    <a:pt x="47" y="32"/>
                    <a:pt x="45" y="35"/>
                  </a:cubicBezTo>
                  <a:cubicBezTo>
                    <a:pt x="45" y="35"/>
                    <a:pt x="45" y="36"/>
                    <a:pt x="45" y="36"/>
                  </a:cubicBezTo>
                  <a:cubicBezTo>
                    <a:pt x="45" y="37"/>
                    <a:pt x="45" y="37"/>
                    <a:pt x="44" y="38"/>
                  </a:cubicBezTo>
                  <a:cubicBezTo>
                    <a:pt x="44" y="39"/>
                    <a:pt x="44" y="40"/>
                    <a:pt x="44" y="41"/>
                  </a:cubicBezTo>
                  <a:cubicBezTo>
                    <a:pt x="43" y="42"/>
                    <a:pt x="43" y="43"/>
                    <a:pt x="43" y="45"/>
                  </a:cubicBezTo>
                  <a:cubicBezTo>
                    <a:pt x="43" y="46"/>
                    <a:pt x="43" y="46"/>
                    <a:pt x="43" y="47"/>
                  </a:cubicBezTo>
                  <a:cubicBezTo>
                    <a:pt x="43" y="48"/>
                    <a:pt x="43" y="48"/>
                    <a:pt x="42" y="49"/>
                  </a:cubicBezTo>
                  <a:cubicBezTo>
                    <a:pt x="42" y="50"/>
                    <a:pt x="42" y="51"/>
                    <a:pt x="41" y="53"/>
                  </a:cubicBezTo>
                  <a:cubicBezTo>
                    <a:pt x="41" y="54"/>
                    <a:pt x="40" y="56"/>
                    <a:pt x="39" y="58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39" y="61"/>
                    <a:pt x="39" y="63"/>
                    <a:pt x="38" y="65"/>
                  </a:cubicBezTo>
                  <a:cubicBezTo>
                    <a:pt x="37" y="67"/>
                    <a:pt x="37" y="69"/>
                    <a:pt x="36" y="72"/>
                  </a:cubicBezTo>
                  <a:cubicBezTo>
                    <a:pt x="35" y="73"/>
                    <a:pt x="35" y="74"/>
                    <a:pt x="34" y="76"/>
                  </a:cubicBezTo>
                  <a:cubicBezTo>
                    <a:pt x="34" y="78"/>
                    <a:pt x="33" y="80"/>
                    <a:pt x="32" y="82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32" y="86"/>
                    <a:pt x="31" y="87"/>
                    <a:pt x="31" y="89"/>
                  </a:cubicBezTo>
                  <a:cubicBezTo>
                    <a:pt x="30" y="90"/>
                    <a:pt x="30" y="93"/>
                    <a:pt x="28" y="96"/>
                  </a:cubicBezTo>
                  <a:cubicBezTo>
                    <a:pt x="28" y="96"/>
                    <a:pt x="27" y="97"/>
                    <a:pt x="26" y="98"/>
                  </a:cubicBezTo>
                  <a:cubicBezTo>
                    <a:pt x="26" y="99"/>
                    <a:pt x="24" y="99"/>
                    <a:pt x="23" y="100"/>
                  </a:cubicBezTo>
                  <a:cubicBezTo>
                    <a:pt x="22" y="100"/>
                    <a:pt x="20" y="101"/>
                    <a:pt x="19" y="101"/>
                  </a:cubicBezTo>
                  <a:cubicBezTo>
                    <a:pt x="18" y="101"/>
                    <a:pt x="17" y="101"/>
                    <a:pt x="16" y="101"/>
                  </a:cubicBezTo>
                  <a:cubicBezTo>
                    <a:pt x="14" y="101"/>
                    <a:pt x="13" y="101"/>
                    <a:pt x="12" y="100"/>
                  </a:cubicBezTo>
                  <a:cubicBezTo>
                    <a:pt x="10" y="100"/>
                    <a:pt x="10" y="99"/>
                    <a:pt x="9" y="97"/>
                  </a:cubicBezTo>
                  <a:cubicBezTo>
                    <a:pt x="7" y="93"/>
                    <a:pt x="6" y="89"/>
                    <a:pt x="5" y="86"/>
                  </a:cubicBezTo>
                  <a:cubicBezTo>
                    <a:pt x="4" y="84"/>
                    <a:pt x="4" y="82"/>
                    <a:pt x="4" y="81"/>
                  </a:cubicBezTo>
                  <a:cubicBezTo>
                    <a:pt x="3" y="81"/>
                    <a:pt x="3" y="80"/>
                    <a:pt x="3" y="79"/>
                  </a:cubicBezTo>
                  <a:cubicBezTo>
                    <a:pt x="2" y="78"/>
                    <a:pt x="2" y="76"/>
                    <a:pt x="1" y="74"/>
                  </a:cubicBezTo>
                  <a:cubicBezTo>
                    <a:pt x="1" y="72"/>
                    <a:pt x="0" y="71"/>
                    <a:pt x="0" y="70"/>
                  </a:cubicBezTo>
                  <a:cubicBezTo>
                    <a:pt x="0" y="69"/>
                    <a:pt x="0" y="68"/>
                    <a:pt x="0" y="67"/>
                  </a:cubicBezTo>
                  <a:cubicBezTo>
                    <a:pt x="0" y="64"/>
                    <a:pt x="0" y="62"/>
                    <a:pt x="1" y="60"/>
                  </a:cubicBezTo>
                  <a:cubicBezTo>
                    <a:pt x="1" y="58"/>
                    <a:pt x="2" y="58"/>
                    <a:pt x="3" y="58"/>
                  </a:cubicBezTo>
                  <a:cubicBezTo>
                    <a:pt x="4" y="58"/>
                    <a:pt x="6" y="58"/>
                    <a:pt x="7" y="58"/>
                  </a:cubicBezTo>
                  <a:cubicBezTo>
                    <a:pt x="8" y="59"/>
                    <a:pt x="9" y="60"/>
                    <a:pt x="10" y="60"/>
                  </a:cubicBezTo>
                  <a:cubicBezTo>
                    <a:pt x="11" y="61"/>
                    <a:pt x="11" y="62"/>
                    <a:pt x="12" y="63"/>
                  </a:cubicBezTo>
                  <a:cubicBezTo>
                    <a:pt x="12" y="64"/>
                    <a:pt x="13" y="66"/>
                    <a:pt x="14" y="68"/>
                  </a:cubicBezTo>
                  <a:cubicBezTo>
                    <a:pt x="15" y="70"/>
                    <a:pt x="15" y="72"/>
                    <a:pt x="16" y="73"/>
                  </a:cubicBezTo>
                  <a:cubicBezTo>
                    <a:pt x="16" y="74"/>
                    <a:pt x="17" y="75"/>
                    <a:pt x="17" y="76"/>
                  </a:cubicBezTo>
                  <a:cubicBezTo>
                    <a:pt x="17" y="76"/>
                    <a:pt x="16" y="77"/>
                    <a:pt x="15" y="78"/>
                  </a:cubicBezTo>
                  <a:cubicBezTo>
                    <a:pt x="14" y="79"/>
                    <a:pt x="13" y="79"/>
                    <a:pt x="13" y="80"/>
                  </a:cubicBezTo>
                  <a:cubicBezTo>
                    <a:pt x="13" y="81"/>
                    <a:pt x="14" y="81"/>
                    <a:pt x="14" y="82"/>
                  </a:cubicBezTo>
                  <a:cubicBezTo>
                    <a:pt x="14" y="83"/>
                    <a:pt x="15" y="84"/>
                    <a:pt x="15" y="85"/>
                  </a:cubicBezTo>
                  <a:cubicBezTo>
                    <a:pt x="16" y="86"/>
                    <a:pt x="16" y="87"/>
                    <a:pt x="17" y="87"/>
                  </a:cubicBezTo>
                  <a:cubicBezTo>
                    <a:pt x="17" y="88"/>
                    <a:pt x="18" y="88"/>
                    <a:pt x="18" y="88"/>
                  </a:cubicBezTo>
                  <a:cubicBezTo>
                    <a:pt x="19" y="88"/>
                    <a:pt x="20" y="87"/>
                    <a:pt x="21" y="85"/>
                  </a:cubicBezTo>
                  <a:cubicBezTo>
                    <a:pt x="22" y="83"/>
                    <a:pt x="23" y="80"/>
                    <a:pt x="24" y="75"/>
                  </a:cubicBezTo>
                  <a:cubicBezTo>
                    <a:pt x="25" y="72"/>
                    <a:pt x="26" y="69"/>
                    <a:pt x="27" y="67"/>
                  </a:cubicBezTo>
                  <a:cubicBezTo>
                    <a:pt x="27" y="64"/>
                    <a:pt x="28" y="62"/>
                    <a:pt x="28" y="59"/>
                  </a:cubicBezTo>
                  <a:cubicBezTo>
                    <a:pt x="29" y="58"/>
                    <a:pt x="29" y="57"/>
                    <a:pt x="29" y="56"/>
                  </a:cubicBezTo>
                  <a:cubicBezTo>
                    <a:pt x="30" y="55"/>
                    <a:pt x="30" y="53"/>
                    <a:pt x="31" y="51"/>
                  </a:cubicBezTo>
                  <a:cubicBezTo>
                    <a:pt x="31" y="51"/>
                    <a:pt x="31" y="51"/>
                    <a:pt x="31" y="50"/>
                  </a:cubicBezTo>
                  <a:cubicBezTo>
                    <a:pt x="31" y="50"/>
                    <a:pt x="31" y="49"/>
                    <a:pt x="31" y="48"/>
                  </a:cubicBezTo>
                  <a:cubicBezTo>
                    <a:pt x="32" y="46"/>
                    <a:pt x="32" y="43"/>
                    <a:pt x="32" y="41"/>
                  </a:cubicBezTo>
                  <a:cubicBezTo>
                    <a:pt x="33" y="38"/>
                    <a:pt x="33" y="36"/>
                    <a:pt x="34" y="33"/>
                  </a:cubicBezTo>
                  <a:cubicBezTo>
                    <a:pt x="34" y="31"/>
                    <a:pt x="35" y="28"/>
                    <a:pt x="35" y="25"/>
                  </a:cubicBezTo>
                  <a:cubicBezTo>
                    <a:pt x="35" y="23"/>
                    <a:pt x="35" y="21"/>
                    <a:pt x="35" y="19"/>
                  </a:cubicBezTo>
                  <a:cubicBezTo>
                    <a:pt x="35" y="17"/>
                    <a:pt x="34" y="16"/>
                    <a:pt x="32" y="15"/>
                  </a:cubicBezTo>
                  <a:cubicBezTo>
                    <a:pt x="29" y="15"/>
                    <a:pt x="28" y="15"/>
                    <a:pt x="28" y="14"/>
                  </a:cubicBezTo>
                  <a:cubicBezTo>
                    <a:pt x="28" y="13"/>
                    <a:pt x="29" y="12"/>
                    <a:pt x="29" y="12"/>
                  </a:cubicBezTo>
                  <a:cubicBezTo>
                    <a:pt x="30" y="11"/>
                    <a:pt x="31" y="10"/>
                    <a:pt x="33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589">
              <a:extLst>
                <a:ext uri="{FF2B5EF4-FFF2-40B4-BE49-F238E27FC236}">
                  <a16:creationId xmlns:a16="http://schemas.microsoft.com/office/drawing/2014/main" id="{D36875F5-8996-40CD-A6E3-7538BB27A6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7" y="2278"/>
              <a:ext cx="53" cy="100"/>
            </a:xfrm>
            <a:custGeom>
              <a:avLst/>
              <a:gdLst>
                <a:gd name="T0" fmla="*/ 2 w 64"/>
                <a:gd name="T1" fmla="*/ 51 h 113"/>
                <a:gd name="T2" fmla="*/ 4 w 64"/>
                <a:gd name="T3" fmla="*/ 46 h 113"/>
                <a:gd name="T4" fmla="*/ 7 w 64"/>
                <a:gd name="T5" fmla="*/ 43 h 113"/>
                <a:gd name="T6" fmla="*/ 10 w 64"/>
                <a:gd name="T7" fmla="*/ 36 h 113"/>
                <a:gd name="T8" fmla="*/ 14 w 64"/>
                <a:gd name="T9" fmla="*/ 21 h 113"/>
                <a:gd name="T10" fmla="*/ 17 w 64"/>
                <a:gd name="T11" fmla="*/ 13 h 113"/>
                <a:gd name="T12" fmla="*/ 19 w 64"/>
                <a:gd name="T13" fmla="*/ 8 h 113"/>
                <a:gd name="T14" fmla="*/ 23 w 64"/>
                <a:gd name="T15" fmla="*/ 4 h 113"/>
                <a:gd name="T16" fmla="*/ 27 w 64"/>
                <a:gd name="T17" fmla="*/ 0 h 113"/>
                <a:gd name="T18" fmla="*/ 28 w 64"/>
                <a:gd name="T19" fmla="*/ 4 h 113"/>
                <a:gd name="T20" fmla="*/ 28 w 64"/>
                <a:gd name="T21" fmla="*/ 10 h 113"/>
                <a:gd name="T22" fmla="*/ 34 w 64"/>
                <a:gd name="T23" fmla="*/ 18 h 113"/>
                <a:gd name="T24" fmla="*/ 34 w 64"/>
                <a:gd name="T25" fmla="*/ 27 h 113"/>
                <a:gd name="T26" fmla="*/ 35 w 64"/>
                <a:gd name="T27" fmla="*/ 40 h 113"/>
                <a:gd name="T28" fmla="*/ 36 w 64"/>
                <a:gd name="T29" fmla="*/ 42 h 113"/>
                <a:gd name="T30" fmla="*/ 35 w 64"/>
                <a:gd name="T31" fmla="*/ 45 h 113"/>
                <a:gd name="T32" fmla="*/ 34 w 64"/>
                <a:gd name="T33" fmla="*/ 56 h 113"/>
                <a:gd name="T34" fmla="*/ 33 w 64"/>
                <a:gd name="T35" fmla="*/ 64 h 113"/>
                <a:gd name="T36" fmla="*/ 32 w 64"/>
                <a:gd name="T37" fmla="*/ 69 h 113"/>
                <a:gd name="T38" fmla="*/ 29 w 64"/>
                <a:gd name="T39" fmla="*/ 75 h 113"/>
                <a:gd name="T40" fmla="*/ 28 w 64"/>
                <a:gd name="T41" fmla="*/ 72 h 113"/>
                <a:gd name="T42" fmla="*/ 28 w 64"/>
                <a:gd name="T43" fmla="*/ 68 h 113"/>
                <a:gd name="T44" fmla="*/ 28 w 64"/>
                <a:gd name="T45" fmla="*/ 58 h 113"/>
                <a:gd name="T46" fmla="*/ 29 w 64"/>
                <a:gd name="T47" fmla="*/ 51 h 113"/>
                <a:gd name="T48" fmla="*/ 27 w 64"/>
                <a:gd name="T49" fmla="*/ 48 h 113"/>
                <a:gd name="T50" fmla="*/ 22 w 64"/>
                <a:gd name="T51" fmla="*/ 50 h 113"/>
                <a:gd name="T52" fmla="*/ 15 w 64"/>
                <a:gd name="T53" fmla="*/ 51 h 113"/>
                <a:gd name="T54" fmla="*/ 10 w 64"/>
                <a:gd name="T55" fmla="*/ 54 h 113"/>
                <a:gd name="T56" fmla="*/ 8 w 64"/>
                <a:gd name="T57" fmla="*/ 61 h 113"/>
                <a:gd name="T58" fmla="*/ 6 w 64"/>
                <a:gd name="T59" fmla="*/ 67 h 113"/>
                <a:gd name="T60" fmla="*/ 5 w 64"/>
                <a:gd name="T61" fmla="*/ 73 h 113"/>
                <a:gd name="T62" fmla="*/ 2 w 64"/>
                <a:gd name="T63" fmla="*/ 78 h 113"/>
                <a:gd name="T64" fmla="*/ 0 w 64"/>
                <a:gd name="T65" fmla="*/ 76 h 113"/>
                <a:gd name="T66" fmla="*/ 2 w 64"/>
                <a:gd name="T67" fmla="*/ 65 h 113"/>
                <a:gd name="T68" fmla="*/ 3 w 64"/>
                <a:gd name="T69" fmla="*/ 59 h 113"/>
                <a:gd name="T70" fmla="*/ 2 w 64"/>
                <a:gd name="T71" fmla="*/ 57 h 113"/>
                <a:gd name="T72" fmla="*/ 2 w 64"/>
                <a:gd name="T73" fmla="*/ 54 h 113"/>
                <a:gd name="T74" fmla="*/ 19 w 64"/>
                <a:gd name="T75" fmla="*/ 44 h 113"/>
                <a:gd name="T76" fmla="*/ 26 w 64"/>
                <a:gd name="T77" fmla="*/ 43 h 113"/>
                <a:gd name="T78" fmla="*/ 28 w 64"/>
                <a:gd name="T79" fmla="*/ 41 h 113"/>
                <a:gd name="T80" fmla="*/ 28 w 64"/>
                <a:gd name="T81" fmla="*/ 35 h 113"/>
                <a:gd name="T82" fmla="*/ 28 w 64"/>
                <a:gd name="T83" fmla="*/ 27 h 113"/>
                <a:gd name="T84" fmla="*/ 27 w 64"/>
                <a:gd name="T85" fmla="*/ 25 h 113"/>
                <a:gd name="T86" fmla="*/ 25 w 64"/>
                <a:gd name="T87" fmla="*/ 20 h 113"/>
                <a:gd name="T88" fmla="*/ 20 w 64"/>
                <a:gd name="T89" fmla="*/ 27 h 113"/>
                <a:gd name="T90" fmla="*/ 17 w 64"/>
                <a:gd name="T91" fmla="*/ 36 h 113"/>
                <a:gd name="T92" fmla="*/ 14 w 64"/>
                <a:gd name="T93" fmla="*/ 44 h 113"/>
                <a:gd name="T94" fmla="*/ 15 w 64"/>
                <a:gd name="T95" fmla="*/ 44 h 11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4" h="113">
                  <a:moveTo>
                    <a:pt x="3" y="77"/>
                  </a:moveTo>
                  <a:cubicBezTo>
                    <a:pt x="3" y="76"/>
                    <a:pt x="3" y="76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3"/>
                    <a:pt x="3" y="72"/>
                    <a:pt x="4" y="70"/>
                  </a:cubicBezTo>
                  <a:cubicBezTo>
                    <a:pt x="4" y="69"/>
                    <a:pt x="5" y="68"/>
                    <a:pt x="5" y="68"/>
                  </a:cubicBezTo>
                  <a:cubicBezTo>
                    <a:pt x="6" y="67"/>
                    <a:pt x="6" y="67"/>
                    <a:pt x="7" y="67"/>
                  </a:cubicBezTo>
                  <a:cubicBezTo>
                    <a:pt x="8" y="66"/>
                    <a:pt x="9" y="66"/>
                    <a:pt x="10" y="65"/>
                  </a:cubicBezTo>
                  <a:cubicBezTo>
                    <a:pt x="11" y="65"/>
                    <a:pt x="12" y="64"/>
                    <a:pt x="12" y="64"/>
                  </a:cubicBezTo>
                  <a:cubicBezTo>
                    <a:pt x="13" y="63"/>
                    <a:pt x="13" y="63"/>
                    <a:pt x="13" y="62"/>
                  </a:cubicBezTo>
                  <a:cubicBezTo>
                    <a:pt x="13" y="61"/>
                    <a:pt x="13" y="60"/>
                    <a:pt x="14" y="59"/>
                  </a:cubicBezTo>
                  <a:cubicBezTo>
                    <a:pt x="14" y="59"/>
                    <a:pt x="15" y="58"/>
                    <a:pt x="15" y="57"/>
                  </a:cubicBezTo>
                  <a:cubicBezTo>
                    <a:pt x="16" y="56"/>
                    <a:pt x="16" y="55"/>
                    <a:pt x="17" y="52"/>
                  </a:cubicBezTo>
                  <a:cubicBezTo>
                    <a:pt x="18" y="49"/>
                    <a:pt x="19" y="44"/>
                    <a:pt x="21" y="38"/>
                  </a:cubicBezTo>
                  <a:cubicBezTo>
                    <a:pt x="22" y="37"/>
                    <a:pt x="22" y="35"/>
                    <a:pt x="23" y="34"/>
                  </a:cubicBezTo>
                  <a:cubicBezTo>
                    <a:pt x="23" y="32"/>
                    <a:pt x="23" y="31"/>
                    <a:pt x="24" y="30"/>
                  </a:cubicBezTo>
                  <a:cubicBezTo>
                    <a:pt x="25" y="26"/>
                    <a:pt x="27" y="24"/>
                    <a:pt x="28" y="22"/>
                  </a:cubicBezTo>
                  <a:cubicBezTo>
                    <a:pt x="29" y="21"/>
                    <a:pt x="29" y="20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1"/>
                    <a:pt x="35" y="11"/>
                    <a:pt x="36" y="9"/>
                  </a:cubicBezTo>
                  <a:cubicBezTo>
                    <a:pt x="36" y="8"/>
                    <a:pt x="38" y="7"/>
                    <a:pt x="39" y="5"/>
                  </a:cubicBezTo>
                  <a:cubicBezTo>
                    <a:pt x="39" y="5"/>
                    <a:pt x="40" y="5"/>
                    <a:pt x="41" y="4"/>
                  </a:cubicBezTo>
                  <a:cubicBezTo>
                    <a:pt x="41" y="4"/>
                    <a:pt x="42" y="3"/>
                    <a:pt x="43" y="2"/>
                  </a:cubicBezTo>
                  <a:cubicBezTo>
                    <a:pt x="44" y="2"/>
                    <a:pt x="45" y="1"/>
                    <a:pt x="46" y="1"/>
                  </a:cubicBezTo>
                  <a:cubicBezTo>
                    <a:pt x="47" y="0"/>
                    <a:pt x="47" y="0"/>
                    <a:pt x="48" y="0"/>
                  </a:cubicBezTo>
                  <a:cubicBezTo>
                    <a:pt x="49" y="0"/>
                    <a:pt x="50" y="0"/>
                    <a:pt x="50" y="1"/>
                  </a:cubicBezTo>
                  <a:cubicBezTo>
                    <a:pt x="51" y="1"/>
                    <a:pt x="51" y="2"/>
                    <a:pt x="51" y="3"/>
                  </a:cubicBezTo>
                  <a:cubicBezTo>
                    <a:pt x="51" y="4"/>
                    <a:pt x="51" y="5"/>
                    <a:pt x="50" y="7"/>
                  </a:cubicBezTo>
                  <a:cubicBezTo>
                    <a:pt x="49" y="9"/>
                    <a:pt x="48" y="11"/>
                    <a:pt x="48" y="12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8" y="19"/>
                    <a:pt x="59" y="19"/>
                    <a:pt x="59" y="21"/>
                  </a:cubicBezTo>
                  <a:cubicBezTo>
                    <a:pt x="59" y="22"/>
                    <a:pt x="60" y="24"/>
                    <a:pt x="60" y="26"/>
                  </a:cubicBezTo>
                  <a:cubicBezTo>
                    <a:pt x="60" y="28"/>
                    <a:pt x="61" y="30"/>
                    <a:pt x="61" y="31"/>
                  </a:cubicBezTo>
                  <a:cubicBezTo>
                    <a:pt x="61" y="32"/>
                    <a:pt x="61" y="33"/>
                    <a:pt x="61" y="34"/>
                  </a:cubicBezTo>
                  <a:cubicBezTo>
                    <a:pt x="61" y="36"/>
                    <a:pt x="60" y="38"/>
                    <a:pt x="60" y="40"/>
                  </a:cubicBezTo>
                  <a:cubicBezTo>
                    <a:pt x="60" y="43"/>
                    <a:pt x="61" y="46"/>
                    <a:pt x="62" y="49"/>
                  </a:cubicBezTo>
                  <a:cubicBezTo>
                    <a:pt x="61" y="52"/>
                    <a:pt x="61" y="55"/>
                    <a:pt x="61" y="57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1" y="58"/>
                    <a:pt x="61" y="59"/>
                    <a:pt x="61" y="59"/>
                  </a:cubicBezTo>
                  <a:cubicBezTo>
                    <a:pt x="62" y="59"/>
                    <a:pt x="63" y="59"/>
                    <a:pt x="63" y="59"/>
                  </a:cubicBezTo>
                  <a:cubicBezTo>
                    <a:pt x="64" y="60"/>
                    <a:pt x="64" y="60"/>
                    <a:pt x="64" y="61"/>
                  </a:cubicBezTo>
                  <a:cubicBezTo>
                    <a:pt x="64" y="62"/>
                    <a:pt x="64" y="62"/>
                    <a:pt x="63" y="63"/>
                  </a:cubicBezTo>
                  <a:cubicBezTo>
                    <a:pt x="63" y="63"/>
                    <a:pt x="63" y="64"/>
                    <a:pt x="62" y="64"/>
                  </a:cubicBezTo>
                  <a:cubicBezTo>
                    <a:pt x="62" y="64"/>
                    <a:pt x="61" y="65"/>
                    <a:pt x="61" y="65"/>
                  </a:cubicBezTo>
                  <a:cubicBezTo>
                    <a:pt x="60" y="65"/>
                    <a:pt x="60" y="66"/>
                    <a:pt x="60" y="66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0" y="81"/>
                    <a:pt x="60" y="82"/>
                    <a:pt x="59" y="84"/>
                  </a:cubicBezTo>
                  <a:cubicBezTo>
                    <a:pt x="59" y="85"/>
                    <a:pt x="59" y="87"/>
                    <a:pt x="59" y="88"/>
                  </a:cubicBezTo>
                  <a:cubicBezTo>
                    <a:pt x="58" y="90"/>
                    <a:pt x="58" y="91"/>
                    <a:pt x="58" y="92"/>
                  </a:cubicBezTo>
                  <a:cubicBezTo>
                    <a:pt x="58" y="92"/>
                    <a:pt x="57" y="93"/>
                    <a:pt x="57" y="93"/>
                  </a:cubicBezTo>
                  <a:cubicBezTo>
                    <a:pt x="58" y="94"/>
                    <a:pt x="58" y="95"/>
                    <a:pt x="58" y="96"/>
                  </a:cubicBezTo>
                  <a:cubicBezTo>
                    <a:pt x="58" y="97"/>
                    <a:pt x="57" y="98"/>
                    <a:pt x="57" y="100"/>
                  </a:cubicBezTo>
                  <a:cubicBezTo>
                    <a:pt x="57" y="101"/>
                    <a:pt x="57" y="102"/>
                    <a:pt x="56" y="104"/>
                  </a:cubicBezTo>
                  <a:cubicBezTo>
                    <a:pt x="56" y="105"/>
                    <a:pt x="55" y="106"/>
                    <a:pt x="54" y="107"/>
                  </a:cubicBezTo>
                  <a:cubicBezTo>
                    <a:pt x="53" y="108"/>
                    <a:pt x="52" y="108"/>
                    <a:pt x="51" y="108"/>
                  </a:cubicBezTo>
                  <a:cubicBezTo>
                    <a:pt x="51" y="108"/>
                    <a:pt x="50" y="108"/>
                    <a:pt x="50" y="108"/>
                  </a:cubicBezTo>
                  <a:cubicBezTo>
                    <a:pt x="49" y="107"/>
                    <a:pt x="49" y="106"/>
                    <a:pt x="49" y="105"/>
                  </a:cubicBezTo>
                  <a:cubicBezTo>
                    <a:pt x="49" y="105"/>
                    <a:pt x="49" y="104"/>
                    <a:pt x="50" y="103"/>
                  </a:cubicBezTo>
                  <a:cubicBezTo>
                    <a:pt x="50" y="102"/>
                    <a:pt x="50" y="101"/>
                    <a:pt x="50" y="101"/>
                  </a:cubicBezTo>
                  <a:cubicBezTo>
                    <a:pt x="50" y="101"/>
                    <a:pt x="50" y="100"/>
                    <a:pt x="50" y="100"/>
                  </a:cubicBezTo>
                  <a:cubicBezTo>
                    <a:pt x="50" y="99"/>
                    <a:pt x="50" y="99"/>
                    <a:pt x="50" y="98"/>
                  </a:cubicBezTo>
                  <a:cubicBezTo>
                    <a:pt x="50" y="97"/>
                    <a:pt x="50" y="95"/>
                    <a:pt x="50" y="92"/>
                  </a:cubicBezTo>
                  <a:cubicBezTo>
                    <a:pt x="50" y="89"/>
                    <a:pt x="50" y="87"/>
                    <a:pt x="50" y="85"/>
                  </a:cubicBezTo>
                  <a:cubicBezTo>
                    <a:pt x="50" y="84"/>
                    <a:pt x="50" y="83"/>
                    <a:pt x="50" y="83"/>
                  </a:cubicBezTo>
                  <a:cubicBezTo>
                    <a:pt x="50" y="82"/>
                    <a:pt x="50" y="81"/>
                    <a:pt x="50" y="80"/>
                  </a:cubicBezTo>
                  <a:cubicBezTo>
                    <a:pt x="50" y="79"/>
                    <a:pt x="50" y="78"/>
                    <a:pt x="50" y="77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49" y="68"/>
                    <a:pt x="49" y="68"/>
                    <a:pt x="48" y="69"/>
                  </a:cubicBezTo>
                  <a:cubicBezTo>
                    <a:pt x="48" y="69"/>
                    <a:pt x="47" y="69"/>
                    <a:pt x="46" y="70"/>
                  </a:cubicBezTo>
                  <a:cubicBezTo>
                    <a:pt x="46" y="70"/>
                    <a:pt x="45" y="70"/>
                    <a:pt x="43" y="70"/>
                  </a:cubicBezTo>
                  <a:cubicBezTo>
                    <a:pt x="42" y="71"/>
                    <a:pt x="41" y="71"/>
                    <a:pt x="39" y="71"/>
                  </a:cubicBezTo>
                  <a:cubicBezTo>
                    <a:pt x="38" y="71"/>
                    <a:pt x="37" y="72"/>
                    <a:pt x="36" y="72"/>
                  </a:cubicBezTo>
                  <a:cubicBezTo>
                    <a:pt x="35" y="72"/>
                    <a:pt x="34" y="73"/>
                    <a:pt x="32" y="73"/>
                  </a:cubicBezTo>
                  <a:cubicBezTo>
                    <a:pt x="30" y="74"/>
                    <a:pt x="28" y="74"/>
                    <a:pt x="26" y="75"/>
                  </a:cubicBezTo>
                  <a:cubicBezTo>
                    <a:pt x="25" y="76"/>
                    <a:pt x="24" y="76"/>
                    <a:pt x="23" y="77"/>
                  </a:cubicBezTo>
                  <a:cubicBezTo>
                    <a:pt x="22" y="77"/>
                    <a:pt x="21" y="77"/>
                    <a:pt x="20" y="77"/>
                  </a:cubicBezTo>
                  <a:cubicBezTo>
                    <a:pt x="19" y="77"/>
                    <a:pt x="19" y="78"/>
                    <a:pt x="18" y="78"/>
                  </a:cubicBezTo>
                  <a:cubicBezTo>
                    <a:pt x="18" y="78"/>
                    <a:pt x="18" y="79"/>
                    <a:pt x="18" y="80"/>
                  </a:cubicBezTo>
                  <a:cubicBezTo>
                    <a:pt x="17" y="81"/>
                    <a:pt x="17" y="82"/>
                    <a:pt x="16" y="83"/>
                  </a:cubicBezTo>
                  <a:cubicBezTo>
                    <a:pt x="16" y="84"/>
                    <a:pt x="15" y="86"/>
                    <a:pt x="14" y="88"/>
                  </a:cubicBezTo>
                  <a:cubicBezTo>
                    <a:pt x="14" y="89"/>
                    <a:pt x="14" y="89"/>
                    <a:pt x="14" y="91"/>
                  </a:cubicBezTo>
                  <a:cubicBezTo>
                    <a:pt x="13" y="92"/>
                    <a:pt x="13" y="93"/>
                    <a:pt x="12" y="95"/>
                  </a:cubicBezTo>
                  <a:cubicBezTo>
                    <a:pt x="12" y="95"/>
                    <a:pt x="12" y="96"/>
                    <a:pt x="11" y="97"/>
                  </a:cubicBezTo>
                  <a:cubicBezTo>
                    <a:pt x="11" y="98"/>
                    <a:pt x="11" y="99"/>
                    <a:pt x="10" y="100"/>
                  </a:cubicBezTo>
                  <a:cubicBezTo>
                    <a:pt x="10" y="101"/>
                    <a:pt x="10" y="102"/>
                    <a:pt x="10" y="102"/>
                  </a:cubicBezTo>
                  <a:cubicBezTo>
                    <a:pt x="10" y="103"/>
                    <a:pt x="10" y="104"/>
                    <a:pt x="9" y="105"/>
                  </a:cubicBezTo>
                  <a:cubicBezTo>
                    <a:pt x="9" y="106"/>
                    <a:pt x="9" y="107"/>
                    <a:pt x="8" y="108"/>
                  </a:cubicBezTo>
                  <a:cubicBezTo>
                    <a:pt x="8" y="109"/>
                    <a:pt x="7" y="110"/>
                    <a:pt x="7" y="111"/>
                  </a:cubicBezTo>
                  <a:cubicBezTo>
                    <a:pt x="6" y="112"/>
                    <a:pt x="6" y="113"/>
                    <a:pt x="5" y="113"/>
                  </a:cubicBezTo>
                  <a:cubicBezTo>
                    <a:pt x="4" y="113"/>
                    <a:pt x="4" y="113"/>
                    <a:pt x="2" y="113"/>
                  </a:cubicBezTo>
                  <a:cubicBezTo>
                    <a:pt x="2" y="113"/>
                    <a:pt x="1" y="113"/>
                    <a:pt x="0" y="113"/>
                  </a:cubicBezTo>
                  <a:cubicBezTo>
                    <a:pt x="0" y="112"/>
                    <a:pt x="0" y="111"/>
                    <a:pt x="0" y="110"/>
                  </a:cubicBezTo>
                  <a:cubicBezTo>
                    <a:pt x="0" y="109"/>
                    <a:pt x="0" y="107"/>
                    <a:pt x="0" y="106"/>
                  </a:cubicBezTo>
                  <a:cubicBezTo>
                    <a:pt x="1" y="104"/>
                    <a:pt x="1" y="102"/>
                    <a:pt x="2" y="100"/>
                  </a:cubicBezTo>
                  <a:cubicBezTo>
                    <a:pt x="2" y="98"/>
                    <a:pt x="3" y="96"/>
                    <a:pt x="3" y="94"/>
                  </a:cubicBezTo>
                  <a:cubicBezTo>
                    <a:pt x="4" y="93"/>
                    <a:pt x="4" y="92"/>
                    <a:pt x="4" y="91"/>
                  </a:cubicBezTo>
                  <a:cubicBezTo>
                    <a:pt x="4" y="90"/>
                    <a:pt x="4" y="90"/>
                    <a:pt x="5" y="89"/>
                  </a:cubicBezTo>
                  <a:cubicBezTo>
                    <a:pt x="5" y="88"/>
                    <a:pt x="5" y="87"/>
                    <a:pt x="6" y="86"/>
                  </a:cubicBezTo>
                  <a:cubicBezTo>
                    <a:pt x="6" y="85"/>
                    <a:pt x="7" y="83"/>
                    <a:pt x="7" y="82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1"/>
                    <a:pt x="3" y="81"/>
                    <a:pt x="3" y="81"/>
                  </a:cubicBezTo>
                  <a:cubicBezTo>
                    <a:pt x="3" y="80"/>
                    <a:pt x="3" y="80"/>
                    <a:pt x="3" y="79"/>
                  </a:cubicBezTo>
                  <a:cubicBezTo>
                    <a:pt x="3" y="79"/>
                    <a:pt x="3" y="79"/>
                    <a:pt x="3" y="78"/>
                  </a:cubicBezTo>
                  <a:cubicBezTo>
                    <a:pt x="3" y="78"/>
                    <a:pt x="3" y="77"/>
                    <a:pt x="3" y="77"/>
                  </a:cubicBezTo>
                  <a:close/>
                  <a:moveTo>
                    <a:pt x="29" y="64"/>
                  </a:moveTo>
                  <a:cubicBezTo>
                    <a:pt x="30" y="64"/>
                    <a:pt x="32" y="63"/>
                    <a:pt x="34" y="63"/>
                  </a:cubicBezTo>
                  <a:cubicBezTo>
                    <a:pt x="36" y="62"/>
                    <a:pt x="38" y="62"/>
                    <a:pt x="39" y="62"/>
                  </a:cubicBezTo>
                  <a:cubicBezTo>
                    <a:pt x="40" y="62"/>
                    <a:pt x="40" y="62"/>
                    <a:pt x="41" y="62"/>
                  </a:cubicBezTo>
                  <a:cubicBezTo>
                    <a:pt x="42" y="62"/>
                    <a:pt x="44" y="62"/>
                    <a:pt x="45" y="62"/>
                  </a:cubicBezTo>
                  <a:cubicBezTo>
                    <a:pt x="46" y="61"/>
                    <a:pt x="47" y="61"/>
                    <a:pt x="48" y="61"/>
                  </a:cubicBezTo>
                  <a:cubicBezTo>
                    <a:pt x="49" y="61"/>
                    <a:pt x="49" y="60"/>
                    <a:pt x="49" y="60"/>
                  </a:cubicBezTo>
                  <a:cubicBezTo>
                    <a:pt x="50" y="60"/>
                    <a:pt x="50" y="60"/>
                    <a:pt x="50" y="59"/>
                  </a:cubicBezTo>
                  <a:cubicBezTo>
                    <a:pt x="50" y="58"/>
                    <a:pt x="50" y="57"/>
                    <a:pt x="50" y="56"/>
                  </a:cubicBezTo>
                  <a:cubicBezTo>
                    <a:pt x="50" y="55"/>
                    <a:pt x="50" y="54"/>
                    <a:pt x="50" y="53"/>
                  </a:cubicBezTo>
                  <a:cubicBezTo>
                    <a:pt x="50" y="52"/>
                    <a:pt x="50" y="51"/>
                    <a:pt x="50" y="50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2"/>
                    <a:pt x="49" y="41"/>
                    <a:pt x="49" y="40"/>
                  </a:cubicBezTo>
                  <a:cubicBezTo>
                    <a:pt x="49" y="40"/>
                    <a:pt x="49" y="39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8" y="37"/>
                    <a:pt x="48" y="36"/>
                    <a:pt x="48" y="36"/>
                  </a:cubicBezTo>
                  <a:cubicBezTo>
                    <a:pt x="47" y="35"/>
                    <a:pt x="47" y="34"/>
                    <a:pt x="46" y="33"/>
                  </a:cubicBezTo>
                  <a:cubicBezTo>
                    <a:pt x="46" y="33"/>
                    <a:pt x="45" y="32"/>
                    <a:pt x="45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9"/>
                    <a:pt x="41" y="29"/>
                    <a:pt x="40" y="29"/>
                  </a:cubicBezTo>
                  <a:cubicBezTo>
                    <a:pt x="39" y="29"/>
                    <a:pt x="38" y="29"/>
                    <a:pt x="37" y="31"/>
                  </a:cubicBezTo>
                  <a:cubicBezTo>
                    <a:pt x="36" y="32"/>
                    <a:pt x="35" y="35"/>
                    <a:pt x="35" y="38"/>
                  </a:cubicBezTo>
                  <a:cubicBezTo>
                    <a:pt x="34" y="38"/>
                    <a:pt x="34" y="39"/>
                    <a:pt x="33" y="40"/>
                  </a:cubicBezTo>
                  <a:cubicBezTo>
                    <a:pt x="33" y="41"/>
                    <a:pt x="32" y="43"/>
                    <a:pt x="31" y="45"/>
                  </a:cubicBezTo>
                  <a:cubicBezTo>
                    <a:pt x="30" y="47"/>
                    <a:pt x="30" y="49"/>
                    <a:pt x="29" y="52"/>
                  </a:cubicBezTo>
                  <a:cubicBezTo>
                    <a:pt x="28" y="54"/>
                    <a:pt x="26" y="58"/>
                    <a:pt x="24" y="61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62"/>
                    <a:pt x="24" y="63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24" y="64"/>
                    <a:pt x="24" y="64"/>
                    <a:pt x="25" y="64"/>
                  </a:cubicBezTo>
                  <a:cubicBezTo>
                    <a:pt x="25" y="64"/>
                    <a:pt x="26" y="64"/>
                    <a:pt x="27" y="64"/>
                  </a:cubicBezTo>
                  <a:cubicBezTo>
                    <a:pt x="28" y="64"/>
                    <a:pt x="29" y="64"/>
                    <a:pt x="29" y="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590">
              <a:extLst>
                <a:ext uri="{FF2B5EF4-FFF2-40B4-BE49-F238E27FC236}">
                  <a16:creationId xmlns:a16="http://schemas.microsoft.com/office/drawing/2014/main" id="{139ACAC3-457A-473E-A62D-2F62CA8DAC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6" y="2276"/>
              <a:ext cx="50" cy="102"/>
            </a:xfrm>
            <a:custGeom>
              <a:avLst/>
              <a:gdLst>
                <a:gd name="T0" fmla="*/ 7 w 61"/>
                <a:gd name="T1" fmla="*/ 16 h 115"/>
                <a:gd name="T2" fmla="*/ 5 w 61"/>
                <a:gd name="T3" fmla="*/ 10 h 115"/>
                <a:gd name="T4" fmla="*/ 7 w 61"/>
                <a:gd name="T5" fmla="*/ 4 h 115"/>
                <a:gd name="T6" fmla="*/ 11 w 61"/>
                <a:gd name="T7" fmla="*/ 2 h 115"/>
                <a:gd name="T8" fmla="*/ 15 w 61"/>
                <a:gd name="T9" fmla="*/ 4 h 115"/>
                <a:gd name="T10" fmla="*/ 20 w 61"/>
                <a:gd name="T11" fmla="*/ 7 h 115"/>
                <a:gd name="T12" fmla="*/ 25 w 61"/>
                <a:gd name="T13" fmla="*/ 11 h 115"/>
                <a:gd name="T14" fmla="*/ 27 w 61"/>
                <a:gd name="T15" fmla="*/ 13 h 115"/>
                <a:gd name="T16" fmla="*/ 30 w 61"/>
                <a:gd name="T17" fmla="*/ 19 h 115"/>
                <a:gd name="T18" fmla="*/ 33 w 61"/>
                <a:gd name="T19" fmla="*/ 27 h 115"/>
                <a:gd name="T20" fmla="*/ 32 w 61"/>
                <a:gd name="T21" fmla="*/ 43 h 115"/>
                <a:gd name="T22" fmla="*/ 28 w 61"/>
                <a:gd name="T23" fmla="*/ 49 h 115"/>
                <a:gd name="T24" fmla="*/ 26 w 61"/>
                <a:gd name="T25" fmla="*/ 51 h 115"/>
                <a:gd name="T26" fmla="*/ 20 w 61"/>
                <a:gd name="T27" fmla="*/ 55 h 115"/>
                <a:gd name="T28" fmla="*/ 11 w 61"/>
                <a:gd name="T29" fmla="*/ 59 h 115"/>
                <a:gd name="T30" fmla="*/ 9 w 61"/>
                <a:gd name="T31" fmla="*/ 59 h 115"/>
                <a:gd name="T32" fmla="*/ 8 w 61"/>
                <a:gd name="T33" fmla="*/ 69 h 115"/>
                <a:gd name="T34" fmla="*/ 10 w 61"/>
                <a:gd name="T35" fmla="*/ 73 h 115"/>
                <a:gd name="T36" fmla="*/ 7 w 61"/>
                <a:gd name="T37" fmla="*/ 77 h 115"/>
                <a:gd name="T38" fmla="*/ 5 w 61"/>
                <a:gd name="T39" fmla="*/ 80 h 115"/>
                <a:gd name="T40" fmla="*/ 2 w 61"/>
                <a:gd name="T41" fmla="*/ 73 h 115"/>
                <a:gd name="T42" fmla="*/ 3 w 61"/>
                <a:gd name="T43" fmla="*/ 67 h 115"/>
                <a:gd name="T44" fmla="*/ 2 w 61"/>
                <a:gd name="T45" fmla="*/ 63 h 115"/>
                <a:gd name="T46" fmla="*/ 1 w 61"/>
                <a:gd name="T47" fmla="*/ 61 h 115"/>
                <a:gd name="T48" fmla="*/ 2 w 61"/>
                <a:gd name="T49" fmla="*/ 59 h 115"/>
                <a:gd name="T50" fmla="*/ 4 w 61"/>
                <a:gd name="T51" fmla="*/ 53 h 115"/>
                <a:gd name="T52" fmla="*/ 5 w 61"/>
                <a:gd name="T53" fmla="*/ 46 h 115"/>
                <a:gd name="T54" fmla="*/ 5 w 61"/>
                <a:gd name="T55" fmla="*/ 40 h 115"/>
                <a:gd name="T56" fmla="*/ 6 w 61"/>
                <a:gd name="T57" fmla="*/ 35 h 115"/>
                <a:gd name="T58" fmla="*/ 7 w 61"/>
                <a:gd name="T59" fmla="*/ 17 h 115"/>
                <a:gd name="T60" fmla="*/ 11 w 61"/>
                <a:gd name="T61" fmla="*/ 11 h 115"/>
                <a:gd name="T62" fmla="*/ 16 w 61"/>
                <a:gd name="T63" fmla="*/ 21 h 115"/>
                <a:gd name="T64" fmla="*/ 11 w 61"/>
                <a:gd name="T65" fmla="*/ 37 h 115"/>
                <a:gd name="T66" fmla="*/ 11 w 61"/>
                <a:gd name="T67" fmla="*/ 47 h 115"/>
                <a:gd name="T68" fmla="*/ 10 w 61"/>
                <a:gd name="T69" fmla="*/ 54 h 115"/>
                <a:gd name="T70" fmla="*/ 12 w 61"/>
                <a:gd name="T71" fmla="*/ 54 h 115"/>
                <a:gd name="T72" fmla="*/ 16 w 61"/>
                <a:gd name="T73" fmla="*/ 51 h 115"/>
                <a:gd name="T74" fmla="*/ 20 w 61"/>
                <a:gd name="T75" fmla="*/ 50 h 115"/>
                <a:gd name="T76" fmla="*/ 23 w 61"/>
                <a:gd name="T77" fmla="*/ 46 h 115"/>
                <a:gd name="T78" fmla="*/ 26 w 61"/>
                <a:gd name="T79" fmla="*/ 42 h 115"/>
                <a:gd name="T80" fmla="*/ 26 w 61"/>
                <a:gd name="T81" fmla="*/ 33 h 115"/>
                <a:gd name="T82" fmla="*/ 25 w 61"/>
                <a:gd name="T83" fmla="*/ 27 h 115"/>
                <a:gd name="T84" fmla="*/ 25 w 61"/>
                <a:gd name="T85" fmla="*/ 27 h 115"/>
                <a:gd name="T86" fmla="*/ 24 w 61"/>
                <a:gd name="T87" fmla="*/ 24 h 115"/>
                <a:gd name="T88" fmla="*/ 16 w 61"/>
                <a:gd name="T89" fmla="*/ 16 h 115"/>
                <a:gd name="T90" fmla="*/ 16 w 61"/>
                <a:gd name="T91" fmla="*/ 13 h 115"/>
                <a:gd name="T92" fmla="*/ 11 w 61"/>
                <a:gd name="T93" fmla="*/ 11 h 11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1" h="115">
                  <a:moveTo>
                    <a:pt x="14" y="24"/>
                  </a:moveTo>
                  <a:cubicBezTo>
                    <a:pt x="14" y="24"/>
                    <a:pt x="13" y="23"/>
                    <a:pt x="13" y="22"/>
                  </a:cubicBezTo>
                  <a:cubicBezTo>
                    <a:pt x="12" y="21"/>
                    <a:pt x="11" y="19"/>
                    <a:pt x="10" y="17"/>
                  </a:cubicBezTo>
                  <a:cubicBezTo>
                    <a:pt x="9" y="16"/>
                    <a:pt x="8" y="15"/>
                    <a:pt x="8" y="14"/>
                  </a:cubicBezTo>
                  <a:cubicBezTo>
                    <a:pt x="7" y="13"/>
                    <a:pt x="7" y="12"/>
                    <a:pt x="7" y="12"/>
                  </a:cubicBezTo>
                  <a:cubicBezTo>
                    <a:pt x="7" y="10"/>
                    <a:pt x="8" y="8"/>
                    <a:pt x="12" y="5"/>
                  </a:cubicBezTo>
                  <a:cubicBezTo>
                    <a:pt x="15" y="2"/>
                    <a:pt x="17" y="0"/>
                    <a:pt x="18" y="0"/>
                  </a:cubicBezTo>
                  <a:cubicBezTo>
                    <a:pt x="19" y="1"/>
                    <a:pt x="20" y="1"/>
                    <a:pt x="21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2"/>
                    <a:pt x="25" y="3"/>
                    <a:pt x="27" y="4"/>
                  </a:cubicBezTo>
                  <a:cubicBezTo>
                    <a:pt x="28" y="4"/>
                    <a:pt x="30" y="5"/>
                    <a:pt x="31" y="5"/>
                  </a:cubicBezTo>
                  <a:cubicBezTo>
                    <a:pt x="35" y="7"/>
                    <a:pt x="37" y="9"/>
                    <a:pt x="38" y="10"/>
                  </a:cubicBezTo>
                  <a:cubicBezTo>
                    <a:pt x="39" y="11"/>
                    <a:pt x="41" y="12"/>
                    <a:pt x="43" y="13"/>
                  </a:cubicBezTo>
                  <a:cubicBezTo>
                    <a:pt x="43" y="14"/>
                    <a:pt x="44" y="14"/>
                    <a:pt x="44" y="15"/>
                  </a:cubicBezTo>
                  <a:cubicBezTo>
                    <a:pt x="45" y="16"/>
                    <a:pt x="46" y="17"/>
                    <a:pt x="48" y="19"/>
                  </a:cubicBezTo>
                  <a:cubicBezTo>
                    <a:pt x="48" y="19"/>
                    <a:pt x="48" y="19"/>
                    <a:pt x="49" y="19"/>
                  </a:cubicBezTo>
                  <a:cubicBezTo>
                    <a:pt x="49" y="20"/>
                    <a:pt x="49" y="20"/>
                    <a:pt x="50" y="21"/>
                  </a:cubicBezTo>
                  <a:cubicBezTo>
                    <a:pt x="52" y="23"/>
                    <a:pt x="53" y="25"/>
                    <a:pt x="55" y="27"/>
                  </a:cubicBezTo>
                  <a:cubicBezTo>
                    <a:pt x="56" y="29"/>
                    <a:pt x="57" y="31"/>
                    <a:pt x="58" y="33"/>
                  </a:cubicBezTo>
                  <a:cubicBezTo>
                    <a:pt x="59" y="35"/>
                    <a:pt x="60" y="38"/>
                    <a:pt x="60" y="40"/>
                  </a:cubicBezTo>
                  <a:cubicBezTo>
                    <a:pt x="60" y="42"/>
                    <a:pt x="61" y="45"/>
                    <a:pt x="61" y="48"/>
                  </a:cubicBezTo>
                  <a:cubicBezTo>
                    <a:pt x="61" y="53"/>
                    <a:pt x="60" y="58"/>
                    <a:pt x="59" y="61"/>
                  </a:cubicBezTo>
                  <a:cubicBezTo>
                    <a:pt x="57" y="65"/>
                    <a:pt x="55" y="68"/>
                    <a:pt x="52" y="70"/>
                  </a:cubicBezTo>
                  <a:cubicBezTo>
                    <a:pt x="52" y="70"/>
                    <a:pt x="51" y="70"/>
                    <a:pt x="51" y="70"/>
                  </a:cubicBezTo>
                  <a:cubicBezTo>
                    <a:pt x="50" y="71"/>
                    <a:pt x="50" y="71"/>
                    <a:pt x="49" y="71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7" y="73"/>
                    <a:pt x="46" y="74"/>
                    <a:pt x="44" y="75"/>
                  </a:cubicBezTo>
                  <a:cubicBezTo>
                    <a:pt x="42" y="76"/>
                    <a:pt x="40" y="77"/>
                    <a:pt x="37" y="79"/>
                  </a:cubicBezTo>
                  <a:cubicBezTo>
                    <a:pt x="33" y="80"/>
                    <a:pt x="28" y="82"/>
                    <a:pt x="24" y="84"/>
                  </a:cubicBezTo>
                  <a:cubicBezTo>
                    <a:pt x="22" y="84"/>
                    <a:pt x="21" y="85"/>
                    <a:pt x="21" y="85"/>
                  </a:cubicBezTo>
                  <a:cubicBezTo>
                    <a:pt x="20" y="86"/>
                    <a:pt x="19" y="86"/>
                    <a:pt x="18" y="86"/>
                  </a:cubicBezTo>
                  <a:cubicBezTo>
                    <a:pt x="17" y="86"/>
                    <a:pt x="16" y="86"/>
                    <a:pt x="16" y="86"/>
                  </a:cubicBezTo>
                  <a:cubicBezTo>
                    <a:pt x="16" y="86"/>
                    <a:pt x="15" y="88"/>
                    <a:pt x="15" y="92"/>
                  </a:cubicBezTo>
                  <a:cubicBezTo>
                    <a:pt x="15" y="94"/>
                    <a:pt x="15" y="97"/>
                    <a:pt x="15" y="99"/>
                  </a:cubicBezTo>
                  <a:cubicBezTo>
                    <a:pt x="15" y="100"/>
                    <a:pt x="15" y="101"/>
                    <a:pt x="15" y="102"/>
                  </a:cubicBezTo>
                  <a:cubicBezTo>
                    <a:pt x="16" y="103"/>
                    <a:pt x="17" y="104"/>
                    <a:pt x="18" y="105"/>
                  </a:cubicBezTo>
                  <a:cubicBezTo>
                    <a:pt x="17" y="106"/>
                    <a:pt x="17" y="107"/>
                    <a:pt x="16" y="108"/>
                  </a:cubicBezTo>
                  <a:cubicBezTo>
                    <a:pt x="16" y="109"/>
                    <a:pt x="15" y="110"/>
                    <a:pt x="14" y="111"/>
                  </a:cubicBezTo>
                  <a:cubicBezTo>
                    <a:pt x="13" y="112"/>
                    <a:pt x="13" y="113"/>
                    <a:pt x="12" y="114"/>
                  </a:cubicBezTo>
                  <a:cubicBezTo>
                    <a:pt x="11" y="115"/>
                    <a:pt x="10" y="115"/>
                    <a:pt x="9" y="115"/>
                  </a:cubicBezTo>
                  <a:cubicBezTo>
                    <a:pt x="7" y="115"/>
                    <a:pt x="6" y="114"/>
                    <a:pt x="6" y="112"/>
                  </a:cubicBezTo>
                  <a:cubicBezTo>
                    <a:pt x="5" y="111"/>
                    <a:pt x="4" y="108"/>
                    <a:pt x="4" y="105"/>
                  </a:cubicBezTo>
                  <a:cubicBezTo>
                    <a:pt x="4" y="104"/>
                    <a:pt x="5" y="103"/>
                    <a:pt x="5" y="101"/>
                  </a:cubicBezTo>
                  <a:cubicBezTo>
                    <a:pt x="5" y="99"/>
                    <a:pt x="6" y="97"/>
                    <a:pt x="6" y="95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5" y="91"/>
                    <a:pt x="5" y="90"/>
                    <a:pt x="4" y="90"/>
                  </a:cubicBezTo>
                  <a:cubicBezTo>
                    <a:pt x="4" y="90"/>
                    <a:pt x="3" y="89"/>
                    <a:pt x="3" y="89"/>
                  </a:cubicBezTo>
                  <a:cubicBezTo>
                    <a:pt x="2" y="88"/>
                    <a:pt x="1" y="88"/>
                    <a:pt x="1" y="88"/>
                  </a:cubicBezTo>
                  <a:cubicBezTo>
                    <a:pt x="0" y="87"/>
                    <a:pt x="0" y="87"/>
                    <a:pt x="0" y="86"/>
                  </a:cubicBezTo>
                  <a:cubicBezTo>
                    <a:pt x="0" y="86"/>
                    <a:pt x="1" y="85"/>
                    <a:pt x="4" y="84"/>
                  </a:cubicBezTo>
                  <a:cubicBezTo>
                    <a:pt x="6" y="82"/>
                    <a:pt x="7" y="81"/>
                    <a:pt x="7" y="79"/>
                  </a:cubicBezTo>
                  <a:cubicBezTo>
                    <a:pt x="7" y="78"/>
                    <a:pt x="7" y="78"/>
                    <a:pt x="7" y="77"/>
                  </a:cubicBezTo>
                  <a:cubicBezTo>
                    <a:pt x="7" y="76"/>
                    <a:pt x="6" y="75"/>
                    <a:pt x="6" y="74"/>
                  </a:cubicBezTo>
                  <a:cubicBezTo>
                    <a:pt x="7" y="72"/>
                    <a:pt x="7" y="69"/>
                    <a:pt x="8" y="66"/>
                  </a:cubicBezTo>
                  <a:cubicBezTo>
                    <a:pt x="8" y="66"/>
                    <a:pt x="8" y="65"/>
                    <a:pt x="8" y="63"/>
                  </a:cubicBezTo>
                  <a:cubicBezTo>
                    <a:pt x="8" y="62"/>
                    <a:pt x="9" y="60"/>
                    <a:pt x="9" y="57"/>
                  </a:cubicBezTo>
                  <a:cubicBezTo>
                    <a:pt x="9" y="56"/>
                    <a:pt x="9" y="55"/>
                    <a:pt x="10" y="54"/>
                  </a:cubicBezTo>
                  <a:cubicBezTo>
                    <a:pt x="10" y="53"/>
                    <a:pt x="10" y="51"/>
                    <a:pt x="10" y="50"/>
                  </a:cubicBezTo>
                  <a:cubicBezTo>
                    <a:pt x="10" y="47"/>
                    <a:pt x="10" y="47"/>
                    <a:pt x="10" y="47"/>
                  </a:cubicBezTo>
                  <a:lnTo>
                    <a:pt x="14" y="24"/>
                  </a:lnTo>
                  <a:close/>
                  <a:moveTo>
                    <a:pt x="20" y="16"/>
                  </a:moveTo>
                  <a:cubicBezTo>
                    <a:pt x="20" y="16"/>
                    <a:pt x="20" y="16"/>
                    <a:pt x="19" y="16"/>
                  </a:cubicBezTo>
                  <a:cubicBezTo>
                    <a:pt x="19" y="16"/>
                    <a:pt x="19" y="16"/>
                    <a:pt x="19" y="17"/>
                  </a:cubicBezTo>
                  <a:cubicBezTo>
                    <a:pt x="25" y="23"/>
                    <a:pt x="28" y="27"/>
                    <a:pt x="28" y="30"/>
                  </a:cubicBezTo>
                  <a:cubicBezTo>
                    <a:pt x="28" y="31"/>
                    <a:pt x="27" y="34"/>
                    <a:pt x="25" y="41"/>
                  </a:cubicBezTo>
                  <a:cubicBezTo>
                    <a:pt x="23" y="48"/>
                    <a:pt x="22" y="51"/>
                    <a:pt x="21" y="53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61"/>
                    <a:pt x="19" y="65"/>
                    <a:pt x="19" y="68"/>
                  </a:cubicBezTo>
                  <a:cubicBezTo>
                    <a:pt x="18" y="72"/>
                    <a:pt x="18" y="75"/>
                    <a:pt x="18" y="77"/>
                  </a:cubicBezTo>
                  <a:cubicBezTo>
                    <a:pt x="18" y="77"/>
                    <a:pt x="18" y="78"/>
                    <a:pt x="18" y="78"/>
                  </a:cubicBezTo>
                  <a:cubicBezTo>
                    <a:pt x="18" y="78"/>
                    <a:pt x="19" y="78"/>
                    <a:pt x="19" y="78"/>
                  </a:cubicBezTo>
                  <a:cubicBezTo>
                    <a:pt x="20" y="78"/>
                    <a:pt x="20" y="78"/>
                    <a:pt x="22" y="78"/>
                  </a:cubicBezTo>
                  <a:cubicBezTo>
                    <a:pt x="23" y="77"/>
                    <a:pt x="24" y="76"/>
                    <a:pt x="26" y="75"/>
                  </a:cubicBezTo>
                  <a:cubicBezTo>
                    <a:pt x="28" y="75"/>
                    <a:pt x="29" y="74"/>
                    <a:pt x="30" y="73"/>
                  </a:cubicBezTo>
                  <a:cubicBezTo>
                    <a:pt x="31" y="73"/>
                    <a:pt x="33" y="72"/>
                    <a:pt x="34" y="72"/>
                  </a:cubicBezTo>
                  <a:cubicBezTo>
                    <a:pt x="35" y="71"/>
                    <a:pt x="35" y="71"/>
                    <a:pt x="36" y="71"/>
                  </a:cubicBezTo>
                  <a:cubicBezTo>
                    <a:pt x="37" y="70"/>
                    <a:pt x="37" y="70"/>
                    <a:pt x="38" y="69"/>
                  </a:cubicBezTo>
                  <a:cubicBezTo>
                    <a:pt x="39" y="68"/>
                    <a:pt x="40" y="67"/>
                    <a:pt x="41" y="67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4" y="64"/>
                    <a:pt x="46" y="63"/>
                    <a:pt x="47" y="60"/>
                  </a:cubicBezTo>
                  <a:cubicBezTo>
                    <a:pt x="48" y="58"/>
                    <a:pt x="48" y="56"/>
                    <a:pt x="48" y="53"/>
                  </a:cubicBezTo>
                  <a:cubicBezTo>
                    <a:pt x="48" y="51"/>
                    <a:pt x="48" y="49"/>
                    <a:pt x="48" y="47"/>
                  </a:cubicBezTo>
                  <a:cubicBezTo>
                    <a:pt x="47" y="45"/>
                    <a:pt x="47" y="44"/>
                    <a:pt x="46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39"/>
                    <a:pt x="45" y="39"/>
                  </a:cubicBezTo>
                  <a:cubicBezTo>
                    <a:pt x="45" y="39"/>
                    <a:pt x="45" y="38"/>
                    <a:pt x="45" y="38"/>
                  </a:cubicBezTo>
                  <a:cubicBezTo>
                    <a:pt x="44" y="38"/>
                    <a:pt x="44" y="37"/>
                    <a:pt x="44" y="37"/>
                  </a:cubicBezTo>
                  <a:cubicBezTo>
                    <a:pt x="43" y="36"/>
                    <a:pt x="43" y="36"/>
                    <a:pt x="43" y="35"/>
                  </a:cubicBezTo>
                  <a:cubicBezTo>
                    <a:pt x="42" y="34"/>
                    <a:pt x="41" y="32"/>
                    <a:pt x="38" y="30"/>
                  </a:cubicBezTo>
                  <a:cubicBezTo>
                    <a:pt x="36" y="27"/>
                    <a:pt x="34" y="25"/>
                    <a:pt x="30" y="22"/>
                  </a:cubicBezTo>
                  <a:cubicBezTo>
                    <a:pt x="30" y="22"/>
                    <a:pt x="30" y="21"/>
                    <a:pt x="29" y="21"/>
                  </a:cubicBezTo>
                  <a:cubicBezTo>
                    <a:pt x="29" y="20"/>
                    <a:pt x="28" y="20"/>
                    <a:pt x="28" y="19"/>
                  </a:cubicBezTo>
                  <a:cubicBezTo>
                    <a:pt x="27" y="19"/>
                    <a:pt x="26" y="18"/>
                    <a:pt x="24" y="18"/>
                  </a:cubicBezTo>
                  <a:cubicBezTo>
                    <a:pt x="23" y="17"/>
                    <a:pt x="22" y="17"/>
                    <a:pt x="20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591">
              <a:extLst>
                <a:ext uri="{FF2B5EF4-FFF2-40B4-BE49-F238E27FC236}">
                  <a16:creationId xmlns:a16="http://schemas.microsoft.com/office/drawing/2014/main" id="{7AF3A838-78E3-4469-93F1-D2FB83138D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4" y="2278"/>
              <a:ext cx="54" cy="100"/>
            </a:xfrm>
            <a:custGeom>
              <a:avLst/>
              <a:gdLst>
                <a:gd name="T0" fmla="*/ 3 w 64"/>
                <a:gd name="T1" fmla="*/ 51 h 113"/>
                <a:gd name="T2" fmla="*/ 4 w 64"/>
                <a:gd name="T3" fmla="*/ 46 h 113"/>
                <a:gd name="T4" fmla="*/ 8 w 64"/>
                <a:gd name="T5" fmla="*/ 43 h 113"/>
                <a:gd name="T6" fmla="*/ 10 w 64"/>
                <a:gd name="T7" fmla="*/ 36 h 113"/>
                <a:gd name="T8" fmla="*/ 14 w 64"/>
                <a:gd name="T9" fmla="*/ 21 h 113"/>
                <a:gd name="T10" fmla="*/ 18 w 64"/>
                <a:gd name="T11" fmla="*/ 13 h 113"/>
                <a:gd name="T12" fmla="*/ 20 w 64"/>
                <a:gd name="T13" fmla="*/ 8 h 113"/>
                <a:gd name="T14" fmla="*/ 25 w 64"/>
                <a:gd name="T15" fmla="*/ 4 h 113"/>
                <a:gd name="T16" fmla="*/ 30 w 64"/>
                <a:gd name="T17" fmla="*/ 0 h 113"/>
                <a:gd name="T18" fmla="*/ 30 w 64"/>
                <a:gd name="T19" fmla="*/ 4 h 113"/>
                <a:gd name="T20" fmla="*/ 30 w 64"/>
                <a:gd name="T21" fmla="*/ 10 h 113"/>
                <a:gd name="T22" fmla="*/ 36 w 64"/>
                <a:gd name="T23" fmla="*/ 18 h 113"/>
                <a:gd name="T24" fmla="*/ 36 w 64"/>
                <a:gd name="T25" fmla="*/ 27 h 113"/>
                <a:gd name="T26" fmla="*/ 36 w 64"/>
                <a:gd name="T27" fmla="*/ 40 h 113"/>
                <a:gd name="T28" fmla="*/ 39 w 64"/>
                <a:gd name="T29" fmla="*/ 42 h 113"/>
                <a:gd name="T30" fmla="*/ 36 w 64"/>
                <a:gd name="T31" fmla="*/ 45 h 113"/>
                <a:gd name="T32" fmla="*/ 36 w 64"/>
                <a:gd name="T33" fmla="*/ 56 h 113"/>
                <a:gd name="T34" fmla="*/ 35 w 64"/>
                <a:gd name="T35" fmla="*/ 64 h 113"/>
                <a:gd name="T36" fmla="*/ 35 w 64"/>
                <a:gd name="T37" fmla="*/ 69 h 113"/>
                <a:gd name="T38" fmla="*/ 30 w 64"/>
                <a:gd name="T39" fmla="*/ 75 h 113"/>
                <a:gd name="T40" fmla="*/ 30 w 64"/>
                <a:gd name="T41" fmla="*/ 72 h 113"/>
                <a:gd name="T42" fmla="*/ 30 w 64"/>
                <a:gd name="T43" fmla="*/ 68 h 113"/>
                <a:gd name="T44" fmla="*/ 30 w 64"/>
                <a:gd name="T45" fmla="*/ 58 h 113"/>
                <a:gd name="T46" fmla="*/ 30 w 64"/>
                <a:gd name="T47" fmla="*/ 51 h 113"/>
                <a:gd name="T48" fmla="*/ 30 w 64"/>
                <a:gd name="T49" fmla="*/ 48 h 113"/>
                <a:gd name="T50" fmla="*/ 24 w 64"/>
                <a:gd name="T51" fmla="*/ 50 h 113"/>
                <a:gd name="T52" fmla="*/ 16 w 64"/>
                <a:gd name="T53" fmla="*/ 51 h 113"/>
                <a:gd name="T54" fmla="*/ 12 w 64"/>
                <a:gd name="T55" fmla="*/ 54 h 113"/>
                <a:gd name="T56" fmla="*/ 8 w 64"/>
                <a:gd name="T57" fmla="*/ 61 h 113"/>
                <a:gd name="T58" fmla="*/ 7 w 64"/>
                <a:gd name="T59" fmla="*/ 67 h 113"/>
                <a:gd name="T60" fmla="*/ 6 w 64"/>
                <a:gd name="T61" fmla="*/ 73 h 113"/>
                <a:gd name="T62" fmla="*/ 3 w 64"/>
                <a:gd name="T63" fmla="*/ 78 h 113"/>
                <a:gd name="T64" fmla="*/ 0 w 64"/>
                <a:gd name="T65" fmla="*/ 76 h 113"/>
                <a:gd name="T66" fmla="*/ 3 w 64"/>
                <a:gd name="T67" fmla="*/ 65 h 113"/>
                <a:gd name="T68" fmla="*/ 3 w 64"/>
                <a:gd name="T69" fmla="*/ 59 h 113"/>
                <a:gd name="T70" fmla="*/ 3 w 64"/>
                <a:gd name="T71" fmla="*/ 57 h 113"/>
                <a:gd name="T72" fmla="*/ 3 w 64"/>
                <a:gd name="T73" fmla="*/ 54 h 113"/>
                <a:gd name="T74" fmla="*/ 20 w 64"/>
                <a:gd name="T75" fmla="*/ 44 h 113"/>
                <a:gd name="T76" fmla="*/ 27 w 64"/>
                <a:gd name="T77" fmla="*/ 43 h 113"/>
                <a:gd name="T78" fmla="*/ 30 w 64"/>
                <a:gd name="T79" fmla="*/ 41 h 113"/>
                <a:gd name="T80" fmla="*/ 30 w 64"/>
                <a:gd name="T81" fmla="*/ 35 h 113"/>
                <a:gd name="T82" fmla="*/ 30 w 64"/>
                <a:gd name="T83" fmla="*/ 27 h 113"/>
                <a:gd name="T84" fmla="*/ 30 w 64"/>
                <a:gd name="T85" fmla="*/ 25 h 113"/>
                <a:gd name="T86" fmla="*/ 25 w 64"/>
                <a:gd name="T87" fmla="*/ 20 h 113"/>
                <a:gd name="T88" fmla="*/ 21 w 64"/>
                <a:gd name="T89" fmla="*/ 27 h 113"/>
                <a:gd name="T90" fmla="*/ 17 w 64"/>
                <a:gd name="T91" fmla="*/ 36 h 113"/>
                <a:gd name="T92" fmla="*/ 14 w 64"/>
                <a:gd name="T93" fmla="*/ 44 h 113"/>
                <a:gd name="T94" fmla="*/ 16 w 64"/>
                <a:gd name="T95" fmla="*/ 44 h 11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4" h="113">
                  <a:moveTo>
                    <a:pt x="3" y="77"/>
                  </a:moveTo>
                  <a:cubicBezTo>
                    <a:pt x="3" y="76"/>
                    <a:pt x="3" y="76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3"/>
                    <a:pt x="3" y="72"/>
                    <a:pt x="4" y="70"/>
                  </a:cubicBezTo>
                  <a:cubicBezTo>
                    <a:pt x="4" y="69"/>
                    <a:pt x="5" y="68"/>
                    <a:pt x="5" y="68"/>
                  </a:cubicBezTo>
                  <a:cubicBezTo>
                    <a:pt x="6" y="67"/>
                    <a:pt x="6" y="67"/>
                    <a:pt x="7" y="67"/>
                  </a:cubicBezTo>
                  <a:cubicBezTo>
                    <a:pt x="8" y="66"/>
                    <a:pt x="9" y="66"/>
                    <a:pt x="10" y="65"/>
                  </a:cubicBezTo>
                  <a:cubicBezTo>
                    <a:pt x="11" y="65"/>
                    <a:pt x="12" y="64"/>
                    <a:pt x="12" y="64"/>
                  </a:cubicBezTo>
                  <a:cubicBezTo>
                    <a:pt x="13" y="63"/>
                    <a:pt x="13" y="63"/>
                    <a:pt x="13" y="62"/>
                  </a:cubicBezTo>
                  <a:cubicBezTo>
                    <a:pt x="13" y="61"/>
                    <a:pt x="14" y="60"/>
                    <a:pt x="14" y="59"/>
                  </a:cubicBezTo>
                  <a:cubicBezTo>
                    <a:pt x="14" y="59"/>
                    <a:pt x="15" y="58"/>
                    <a:pt x="15" y="57"/>
                  </a:cubicBezTo>
                  <a:cubicBezTo>
                    <a:pt x="16" y="56"/>
                    <a:pt x="16" y="55"/>
                    <a:pt x="17" y="52"/>
                  </a:cubicBezTo>
                  <a:cubicBezTo>
                    <a:pt x="18" y="49"/>
                    <a:pt x="19" y="44"/>
                    <a:pt x="21" y="38"/>
                  </a:cubicBezTo>
                  <a:cubicBezTo>
                    <a:pt x="22" y="37"/>
                    <a:pt x="22" y="35"/>
                    <a:pt x="23" y="34"/>
                  </a:cubicBezTo>
                  <a:cubicBezTo>
                    <a:pt x="23" y="32"/>
                    <a:pt x="24" y="31"/>
                    <a:pt x="24" y="30"/>
                  </a:cubicBezTo>
                  <a:cubicBezTo>
                    <a:pt x="25" y="26"/>
                    <a:pt x="27" y="24"/>
                    <a:pt x="28" y="22"/>
                  </a:cubicBezTo>
                  <a:cubicBezTo>
                    <a:pt x="29" y="21"/>
                    <a:pt x="29" y="20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1"/>
                    <a:pt x="35" y="11"/>
                    <a:pt x="36" y="9"/>
                  </a:cubicBezTo>
                  <a:cubicBezTo>
                    <a:pt x="37" y="8"/>
                    <a:pt x="38" y="7"/>
                    <a:pt x="39" y="5"/>
                  </a:cubicBezTo>
                  <a:cubicBezTo>
                    <a:pt x="39" y="5"/>
                    <a:pt x="40" y="5"/>
                    <a:pt x="41" y="4"/>
                  </a:cubicBezTo>
                  <a:cubicBezTo>
                    <a:pt x="41" y="4"/>
                    <a:pt x="42" y="3"/>
                    <a:pt x="43" y="2"/>
                  </a:cubicBezTo>
                  <a:cubicBezTo>
                    <a:pt x="44" y="2"/>
                    <a:pt x="45" y="1"/>
                    <a:pt x="46" y="1"/>
                  </a:cubicBezTo>
                  <a:cubicBezTo>
                    <a:pt x="47" y="0"/>
                    <a:pt x="47" y="0"/>
                    <a:pt x="48" y="0"/>
                  </a:cubicBezTo>
                  <a:cubicBezTo>
                    <a:pt x="49" y="0"/>
                    <a:pt x="50" y="0"/>
                    <a:pt x="51" y="1"/>
                  </a:cubicBezTo>
                  <a:cubicBezTo>
                    <a:pt x="51" y="1"/>
                    <a:pt x="51" y="2"/>
                    <a:pt x="51" y="3"/>
                  </a:cubicBezTo>
                  <a:cubicBezTo>
                    <a:pt x="51" y="4"/>
                    <a:pt x="51" y="5"/>
                    <a:pt x="50" y="7"/>
                  </a:cubicBezTo>
                  <a:cubicBezTo>
                    <a:pt x="49" y="9"/>
                    <a:pt x="48" y="11"/>
                    <a:pt x="48" y="12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8" y="19"/>
                    <a:pt x="59" y="19"/>
                    <a:pt x="59" y="21"/>
                  </a:cubicBezTo>
                  <a:cubicBezTo>
                    <a:pt x="60" y="22"/>
                    <a:pt x="60" y="24"/>
                    <a:pt x="60" y="26"/>
                  </a:cubicBezTo>
                  <a:cubicBezTo>
                    <a:pt x="60" y="28"/>
                    <a:pt x="61" y="30"/>
                    <a:pt x="61" y="31"/>
                  </a:cubicBezTo>
                  <a:cubicBezTo>
                    <a:pt x="61" y="32"/>
                    <a:pt x="61" y="33"/>
                    <a:pt x="61" y="34"/>
                  </a:cubicBezTo>
                  <a:cubicBezTo>
                    <a:pt x="61" y="36"/>
                    <a:pt x="60" y="38"/>
                    <a:pt x="60" y="40"/>
                  </a:cubicBezTo>
                  <a:cubicBezTo>
                    <a:pt x="60" y="43"/>
                    <a:pt x="61" y="46"/>
                    <a:pt x="62" y="49"/>
                  </a:cubicBezTo>
                  <a:cubicBezTo>
                    <a:pt x="61" y="52"/>
                    <a:pt x="61" y="55"/>
                    <a:pt x="61" y="57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1" y="58"/>
                    <a:pt x="61" y="59"/>
                    <a:pt x="61" y="59"/>
                  </a:cubicBezTo>
                  <a:cubicBezTo>
                    <a:pt x="62" y="59"/>
                    <a:pt x="63" y="59"/>
                    <a:pt x="63" y="59"/>
                  </a:cubicBezTo>
                  <a:cubicBezTo>
                    <a:pt x="64" y="60"/>
                    <a:pt x="64" y="60"/>
                    <a:pt x="64" y="61"/>
                  </a:cubicBezTo>
                  <a:cubicBezTo>
                    <a:pt x="64" y="62"/>
                    <a:pt x="64" y="62"/>
                    <a:pt x="63" y="63"/>
                  </a:cubicBezTo>
                  <a:cubicBezTo>
                    <a:pt x="63" y="63"/>
                    <a:pt x="63" y="64"/>
                    <a:pt x="62" y="64"/>
                  </a:cubicBezTo>
                  <a:cubicBezTo>
                    <a:pt x="62" y="64"/>
                    <a:pt x="61" y="65"/>
                    <a:pt x="61" y="65"/>
                  </a:cubicBezTo>
                  <a:cubicBezTo>
                    <a:pt x="61" y="65"/>
                    <a:pt x="60" y="66"/>
                    <a:pt x="60" y="66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0" y="81"/>
                    <a:pt x="60" y="82"/>
                    <a:pt x="60" y="84"/>
                  </a:cubicBezTo>
                  <a:cubicBezTo>
                    <a:pt x="59" y="85"/>
                    <a:pt x="59" y="87"/>
                    <a:pt x="59" y="88"/>
                  </a:cubicBezTo>
                  <a:cubicBezTo>
                    <a:pt x="58" y="90"/>
                    <a:pt x="58" y="91"/>
                    <a:pt x="58" y="92"/>
                  </a:cubicBezTo>
                  <a:cubicBezTo>
                    <a:pt x="58" y="92"/>
                    <a:pt x="57" y="93"/>
                    <a:pt x="57" y="93"/>
                  </a:cubicBezTo>
                  <a:cubicBezTo>
                    <a:pt x="58" y="94"/>
                    <a:pt x="58" y="95"/>
                    <a:pt x="58" y="96"/>
                  </a:cubicBezTo>
                  <a:cubicBezTo>
                    <a:pt x="58" y="97"/>
                    <a:pt x="58" y="98"/>
                    <a:pt x="57" y="100"/>
                  </a:cubicBezTo>
                  <a:cubicBezTo>
                    <a:pt x="57" y="101"/>
                    <a:pt x="57" y="102"/>
                    <a:pt x="56" y="104"/>
                  </a:cubicBezTo>
                  <a:cubicBezTo>
                    <a:pt x="56" y="105"/>
                    <a:pt x="55" y="106"/>
                    <a:pt x="54" y="107"/>
                  </a:cubicBezTo>
                  <a:cubicBezTo>
                    <a:pt x="53" y="108"/>
                    <a:pt x="52" y="108"/>
                    <a:pt x="51" y="108"/>
                  </a:cubicBezTo>
                  <a:cubicBezTo>
                    <a:pt x="51" y="108"/>
                    <a:pt x="50" y="108"/>
                    <a:pt x="50" y="108"/>
                  </a:cubicBezTo>
                  <a:cubicBezTo>
                    <a:pt x="50" y="107"/>
                    <a:pt x="49" y="106"/>
                    <a:pt x="49" y="105"/>
                  </a:cubicBezTo>
                  <a:cubicBezTo>
                    <a:pt x="49" y="105"/>
                    <a:pt x="49" y="104"/>
                    <a:pt x="50" y="103"/>
                  </a:cubicBezTo>
                  <a:cubicBezTo>
                    <a:pt x="50" y="102"/>
                    <a:pt x="50" y="101"/>
                    <a:pt x="50" y="101"/>
                  </a:cubicBezTo>
                  <a:cubicBezTo>
                    <a:pt x="50" y="101"/>
                    <a:pt x="50" y="100"/>
                    <a:pt x="50" y="100"/>
                  </a:cubicBezTo>
                  <a:cubicBezTo>
                    <a:pt x="50" y="99"/>
                    <a:pt x="50" y="99"/>
                    <a:pt x="50" y="98"/>
                  </a:cubicBezTo>
                  <a:cubicBezTo>
                    <a:pt x="50" y="97"/>
                    <a:pt x="50" y="95"/>
                    <a:pt x="50" y="92"/>
                  </a:cubicBezTo>
                  <a:cubicBezTo>
                    <a:pt x="50" y="89"/>
                    <a:pt x="50" y="87"/>
                    <a:pt x="50" y="85"/>
                  </a:cubicBezTo>
                  <a:cubicBezTo>
                    <a:pt x="50" y="84"/>
                    <a:pt x="50" y="83"/>
                    <a:pt x="50" y="83"/>
                  </a:cubicBezTo>
                  <a:cubicBezTo>
                    <a:pt x="50" y="82"/>
                    <a:pt x="50" y="81"/>
                    <a:pt x="50" y="80"/>
                  </a:cubicBezTo>
                  <a:cubicBezTo>
                    <a:pt x="50" y="79"/>
                    <a:pt x="50" y="78"/>
                    <a:pt x="50" y="77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49" y="68"/>
                    <a:pt x="49" y="68"/>
                    <a:pt x="48" y="69"/>
                  </a:cubicBezTo>
                  <a:cubicBezTo>
                    <a:pt x="48" y="69"/>
                    <a:pt x="47" y="69"/>
                    <a:pt x="46" y="70"/>
                  </a:cubicBezTo>
                  <a:cubicBezTo>
                    <a:pt x="46" y="70"/>
                    <a:pt x="45" y="70"/>
                    <a:pt x="43" y="70"/>
                  </a:cubicBezTo>
                  <a:cubicBezTo>
                    <a:pt x="42" y="71"/>
                    <a:pt x="41" y="71"/>
                    <a:pt x="39" y="71"/>
                  </a:cubicBezTo>
                  <a:cubicBezTo>
                    <a:pt x="38" y="71"/>
                    <a:pt x="37" y="72"/>
                    <a:pt x="36" y="72"/>
                  </a:cubicBezTo>
                  <a:cubicBezTo>
                    <a:pt x="35" y="72"/>
                    <a:pt x="34" y="73"/>
                    <a:pt x="32" y="73"/>
                  </a:cubicBezTo>
                  <a:cubicBezTo>
                    <a:pt x="30" y="74"/>
                    <a:pt x="28" y="74"/>
                    <a:pt x="26" y="75"/>
                  </a:cubicBezTo>
                  <a:cubicBezTo>
                    <a:pt x="25" y="76"/>
                    <a:pt x="24" y="76"/>
                    <a:pt x="23" y="77"/>
                  </a:cubicBezTo>
                  <a:cubicBezTo>
                    <a:pt x="22" y="77"/>
                    <a:pt x="21" y="77"/>
                    <a:pt x="20" y="77"/>
                  </a:cubicBezTo>
                  <a:cubicBezTo>
                    <a:pt x="19" y="77"/>
                    <a:pt x="19" y="78"/>
                    <a:pt x="19" y="78"/>
                  </a:cubicBezTo>
                  <a:cubicBezTo>
                    <a:pt x="18" y="78"/>
                    <a:pt x="18" y="79"/>
                    <a:pt x="18" y="80"/>
                  </a:cubicBezTo>
                  <a:cubicBezTo>
                    <a:pt x="17" y="81"/>
                    <a:pt x="17" y="82"/>
                    <a:pt x="17" y="83"/>
                  </a:cubicBezTo>
                  <a:cubicBezTo>
                    <a:pt x="16" y="84"/>
                    <a:pt x="15" y="86"/>
                    <a:pt x="14" y="88"/>
                  </a:cubicBezTo>
                  <a:cubicBezTo>
                    <a:pt x="14" y="89"/>
                    <a:pt x="14" y="89"/>
                    <a:pt x="14" y="91"/>
                  </a:cubicBezTo>
                  <a:cubicBezTo>
                    <a:pt x="13" y="92"/>
                    <a:pt x="13" y="93"/>
                    <a:pt x="12" y="95"/>
                  </a:cubicBezTo>
                  <a:cubicBezTo>
                    <a:pt x="12" y="95"/>
                    <a:pt x="12" y="96"/>
                    <a:pt x="11" y="97"/>
                  </a:cubicBezTo>
                  <a:cubicBezTo>
                    <a:pt x="11" y="98"/>
                    <a:pt x="11" y="99"/>
                    <a:pt x="10" y="100"/>
                  </a:cubicBezTo>
                  <a:cubicBezTo>
                    <a:pt x="10" y="101"/>
                    <a:pt x="10" y="102"/>
                    <a:pt x="10" y="102"/>
                  </a:cubicBezTo>
                  <a:cubicBezTo>
                    <a:pt x="10" y="103"/>
                    <a:pt x="10" y="104"/>
                    <a:pt x="9" y="105"/>
                  </a:cubicBezTo>
                  <a:cubicBezTo>
                    <a:pt x="9" y="106"/>
                    <a:pt x="9" y="107"/>
                    <a:pt x="8" y="108"/>
                  </a:cubicBezTo>
                  <a:cubicBezTo>
                    <a:pt x="8" y="109"/>
                    <a:pt x="8" y="110"/>
                    <a:pt x="7" y="111"/>
                  </a:cubicBezTo>
                  <a:cubicBezTo>
                    <a:pt x="7" y="112"/>
                    <a:pt x="6" y="113"/>
                    <a:pt x="5" y="113"/>
                  </a:cubicBezTo>
                  <a:cubicBezTo>
                    <a:pt x="5" y="113"/>
                    <a:pt x="4" y="113"/>
                    <a:pt x="2" y="113"/>
                  </a:cubicBezTo>
                  <a:cubicBezTo>
                    <a:pt x="2" y="113"/>
                    <a:pt x="1" y="113"/>
                    <a:pt x="1" y="113"/>
                  </a:cubicBezTo>
                  <a:cubicBezTo>
                    <a:pt x="0" y="112"/>
                    <a:pt x="0" y="111"/>
                    <a:pt x="0" y="110"/>
                  </a:cubicBezTo>
                  <a:cubicBezTo>
                    <a:pt x="0" y="109"/>
                    <a:pt x="0" y="107"/>
                    <a:pt x="0" y="106"/>
                  </a:cubicBezTo>
                  <a:cubicBezTo>
                    <a:pt x="1" y="104"/>
                    <a:pt x="1" y="102"/>
                    <a:pt x="2" y="100"/>
                  </a:cubicBezTo>
                  <a:cubicBezTo>
                    <a:pt x="2" y="98"/>
                    <a:pt x="3" y="96"/>
                    <a:pt x="3" y="94"/>
                  </a:cubicBezTo>
                  <a:cubicBezTo>
                    <a:pt x="4" y="93"/>
                    <a:pt x="4" y="92"/>
                    <a:pt x="4" y="91"/>
                  </a:cubicBezTo>
                  <a:cubicBezTo>
                    <a:pt x="4" y="90"/>
                    <a:pt x="5" y="90"/>
                    <a:pt x="5" y="89"/>
                  </a:cubicBezTo>
                  <a:cubicBezTo>
                    <a:pt x="5" y="88"/>
                    <a:pt x="5" y="87"/>
                    <a:pt x="6" y="86"/>
                  </a:cubicBezTo>
                  <a:cubicBezTo>
                    <a:pt x="6" y="85"/>
                    <a:pt x="7" y="83"/>
                    <a:pt x="7" y="82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1"/>
                    <a:pt x="3" y="81"/>
                    <a:pt x="3" y="81"/>
                  </a:cubicBezTo>
                  <a:cubicBezTo>
                    <a:pt x="3" y="80"/>
                    <a:pt x="3" y="80"/>
                    <a:pt x="3" y="79"/>
                  </a:cubicBezTo>
                  <a:cubicBezTo>
                    <a:pt x="3" y="79"/>
                    <a:pt x="3" y="79"/>
                    <a:pt x="3" y="78"/>
                  </a:cubicBezTo>
                  <a:cubicBezTo>
                    <a:pt x="3" y="78"/>
                    <a:pt x="3" y="77"/>
                    <a:pt x="3" y="77"/>
                  </a:cubicBezTo>
                  <a:close/>
                  <a:moveTo>
                    <a:pt x="29" y="64"/>
                  </a:moveTo>
                  <a:cubicBezTo>
                    <a:pt x="31" y="64"/>
                    <a:pt x="32" y="63"/>
                    <a:pt x="34" y="63"/>
                  </a:cubicBezTo>
                  <a:cubicBezTo>
                    <a:pt x="36" y="62"/>
                    <a:pt x="38" y="62"/>
                    <a:pt x="39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2" y="62"/>
                    <a:pt x="44" y="62"/>
                    <a:pt x="45" y="62"/>
                  </a:cubicBezTo>
                  <a:cubicBezTo>
                    <a:pt x="46" y="61"/>
                    <a:pt x="47" y="61"/>
                    <a:pt x="48" y="61"/>
                  </a:cubicBezTo>
                  <a:cubicBezTo>
                    <a:pt x="49" y="61"/>
                    <a:pt x="49" y="60"/>
                    <a:pt x="49" y="60"/>
                  </a:cubicBezTo>
                  <a:cubicBezTo>
                    <a:pt x="50" y="60"/>
                    <a:pt x="50" y="60"/>
                    <a:pt x="50" y="59"/>
                  </a:cubicBezTo>
                  <a:cubicBezTo>
                    <a:pt x="50" y="58"/>
                    <a:pt x="50" y="57"/>
                    <a:pt x="50" y="56"/>
                  </a:cubicBezTo>
                  <a:cubicBezTo>
                    <a:pt x="50" y="55"/>
                    <a:pt x="50" y="54"/>
                    <a:pt x="50" y="53"/>
                  </a:cubicBezTo>
                  <a:cubicBezTo>
                    <a:pt x="50" y="52"/>
                    <a:pt x="50" y="51"/>
                    <a:pt x="50" y="50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2"/>
                    <a:pt x="49" y="41"/>
                    <a:pt x="49" y="40"/>
                  </a:cubicBezTo>
                  <a:cubicBezTo>
                    <a:pt x="49" y="40"/>
                    <a:pt x="49" y="39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9" y="37"/>
                    <a:pt x="48" y="36"/>
                    <a:pt x="48" y="36"/>
                  </a:cubicBezTo>
                  <a:cubicBezTo>
                    <a:pt x="47" y="35"/>
                    <a:pt x="47" y="34"/>
                    <a:pt x="46" y="33"/>
                  </a:cubicBezTo>
                  <a:cubicBezTo>
                    <a:pt x="46" y="33"/>
                    <a:pt x="45" y="32"/>
                    <a:pt x="45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9"/>
                    <a:pt x="41" y="29"/>
                    <a:pt x="40" y="29"/>
                  </a:cubicBezTo>
                  <a:cubicBezTo>
                    <a:pt x="39" y="29"/>
                    <a:pt x="38" y="29"/>
                    <a:pt x="37" y="31"/>
                  </a:cubicBezTo>
                  <a:cubicBezTo>
                    <a:pt x="36" y="32"/>
                    <a:pt x="36" y="35"/>
                    <a:pt x="35" y="38"/>
                  </a:cubicBezTo>
                  <a:cubicBezTo>
                    <a:pt x="35" y="38"/>
                    <a:pt x="34" y="39"/>
                    <a:pt x="33" y="40"/>
                  </a:cubicBezTo>
                  <a:cubicBezTo>
                    <a:pt x="33" y="41"/>
                    <a:pt x="32" y="43"/>
                    <a:pt x="31" y="45"/>
                  </a:cubicBezTo>
                  <a:cubicBezTo>
                    <a:pt x="31" y="47"/>
                    <a:pt x="30" y="49"/>
                    <a:pt x="29" y="52"/>
                  </a:cubicBezTo>
                  <a:cubicBezTo>
                    <a:pt x="28" y="54"/>
                    <a:pt x="26" y="58"/>
                    <a:pt x="24" y="61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62"/>
                    <a:pt x="24" y="63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24" y="64"/>
                    <a:pt x="24" y="64"/>
                    <a:pt x="25" y="64"/>
                  </a:cubicBezTo>
                  <a:cubicBezTo>
                    <a:pt x="25" y="64"/>
                    <a:pt x="26" y="64"/>
                    <a:pt x="27" y="64"/>
                  </a:cubicBezTo>
                  <a:cubicBezTo>
                    <a:pt x="28" y="64"/>
                    <a:pt x="29" y="64"/>
                    <a:pt x="29" y="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592">
              <a:extLst>
                <a:ext uri="{FF2B5EF4-FFF2-40B4-BE49-F238E27FC236}">
                  <a16:creationId xmlns:a16="http://schemas.microsoft.com/office/drawing/2014/main" id="{F6DA41A9-C776-48F8-883E-0F582476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279"/>
              <a:ext cx="63" cy="97"/>
            </a:xfrm>
            <a:custGeom>
              <a:avLst/>
              <a:gdLst>
                <a:gd name="T0" fmla="*/ 8 w 75"/>
                <a:gd name="T1" fmla="*/ 13 h 109"/>
                <a:gd name="T2" fmla="*/ 8 w 75"/>
                <a:gd name="T3" fmla="*/ 10 h 109"/>
                <a:gd name="T4" fmla="*/ 11 w 75"/>
                <a:gd name="T5" fmla="*/ 9 h 109"/>
                <a:gd name="T6" fmla="*/ 13 w 75"/>
                <a:gd name="T7" fmla="*/ 8 h 109"/>
                <a:gd name="T8" fmla="*/ 15 w 75"/>
                <a:gd name="T9" fmla="*/ 10 h 109"/>
                <a:gd name="T10" fmla="*/ 17 w 75"/>
                <a:gd name="T11" fmla="*/ 7 h 109"/>
                <a:gd name="T12" fmla="*/ 19 w 75"/>
                <a:gd name="T13" fmla="*/ 4 h 109"/>
                <a:gd name="T14" fmla="*/ 20 w 75"/>
                <a:gd name="T15" fmla="*/ 5 h 109"/>
                <a:gd name="T16" fmla="*/ 20 w 75"/>
                <a:gd name="T17" fmla="*/ 8 h 109"/>
                <a:gd name="T18" fmla="*/ 20 w 75"/>
                <a:gd name="T19" fmla="*/ 12 h 109"/>
                <a:gd name="T20" fmla="*/ 18 w 75"/>
                <a:gd name="T21" fmla="*/ 16 h 109"/>
                <a:gd name="T22" fmla="*/ 18 w 75"/>
                <a:gd name="T23" fmla="*/ 21 h 109"/>
                <a:gd name="T24" fmla="*/ 23 w 75"/>
                <a:gd name="T25" fmla="*/ 35 h 109"/>
                <a:gd name="T26" fmla="*/ 28 w 75"/>
                <a:gd name="T27" fmla="*/ 53 h 109"/>
                <a:gd name="T28" fmla="*/ 32 w 75"/>
                <a:gd name="T29" fmla="*/ 61 h 109"/>
                <a:gd name="T30" fmla="*/ 33 w 75"/>
                <a:gd name="T31" fmla="*/ 59 h 109"/>
                <a:gd name="T32" fmla="*/ 33 w 75"/>
                <a:gd name="T33" fmla="*/ 55 h 109"/>
                <a:gd name="T34" fmla="*/ 35 w 75"/>
                <a:gd name="T35" fmla="*/ 48 h 109"/>
                <a:gd name="T36" fmla="*/ 36 w 75"/>
                <a:gd name="T37" fmla="*/ 40 h 109"/>
                <a:gd name="T38" fmla="*/ 37 w 75"/>
                <a:gd name="T39" fmla="*/ 31 h 109"/>
                <a:gd name="T40" fmla="*/ 38 w 75"/>
                <a:gd name="T41" fmla="*/ 27 h 109"/>
                <a:gd name="T42" fmla="*/ 37 w 75"/>
                <a:gd name="T43" fmla="*/ 22 h 109"/>
                <a:gd name="T44" fmla="*/ 38 w 75"/>
                <a:gd name="T45" fmla="*/ 12 h 109"/>
                <a:gd name="T46" fmla="*/ 39 w 75"/>
                <a:gd name="T47" fmla="*/ 5 h 109"/>
                <a:gd name="T48" fmla="*/ 43 w 75"/>
                <a:gd name="T49" fmla="*/ 0 h 109"/>
                <a:gd name="T50" fmla="*/ 45 w 75"/>
                <a:gd name="T51" fmla="*/ 0 h 109"/>
                <a:gd name="T52" fmla="*/ 44 w 75"/>
                <a:gd name="T53" fmla="*/ 3 h 109"/>
                <a:gd name="T54" fmla="*/ 44 w 75"/>
                <a:gd name="T55" fmla="*/ 6 h 109"/>
                <a:gd name="T56" fmla="*/ 44 w 75"/>
                <a:gd name="T57" fmla="*/ 11 h 109"/>
                <a:gd name="T58" fmla="*/ 43 w 75"/>
                <a:gd name="T59" fmla="*/ 19 h 109"/>
                <a:gd name="T60" fmla="*/ 42 w 75"/>
                <a:gd name="T61" fmla="*/ 38 h 109"/>
                <a:gd name="T62" fmla="*/ 39 w 75"/>
                <a:gd name="T63" fmla="*/ 56 h 109"/>
                <a:gd name="T64" fmla="*/ 37 w 75"/>
                <a:gd name="T65" fmla="*/ 68 h 109"/>
                <a:gd name="T66" fmla="*/ 33 w 75"/>
                <a:gd name="T67" fmla="*/ 71 h 109"/>
                <a:gd name="T68" fmla="*/ 29 w 75"/>
                <a:gd name="T69" fmla="*/ 70 h 109"/>
                <a:gd name="T70" fmla="*/ 23 w 75"/>
                <a:gd name="T71" fmla="*/ 59 h 109"/>
                <a:gd name="T72" fmla="*/ 21 w 75"/>
                <a:gd name="T73" fmla="*/ 54 h 109"/>
                <a:gd name="T74" fmla="*/ 18 w 75"/>
                <a:gd name="T75" fmla="*/ 47 h 109"/>
                <a:gd name="T76" fmla="*/ 15 w 75"/>
                <a:gd name="T77" fmla="*/ 36 h 109"/>
                <a:gd name="T78" fmla="*/ 13 w 75"/>
                <a:gd name="T79" fmla="*/ 35 h 109"/>
                <a:gd name="T80" fmla="*/ 13 w 75"/>
                <a:gd name="T81" fmla="*/ 40 h 109"/>
                <a:gd name="T82" fmla="*/ 10 w 75"/>
                <a:gd name="T83" fmla="*/ 49 h 109"/>
                <a:gd name="T84" fmla="*/ 8 w 75"/>
                <a:gd name="T85" fmla="*/ 60 h 109"/>
                <a:gd name="T86" fmla="*/ 6 w 75"/>
                <a:gd name="T87" fmla="*/ 64 h 109"/>
                <a:gd name="T88" fmla="*/ 6 w 75"/>
                <a:gd name="T89" fmla="*/ 69 h 109"/>
                <a:gd name="T90" fmla="*/ 3 w 75"/>
                <a:gd name="T91" fmla="*/ 76 h 109"/>
                <a:gd name="T92" fmla="*/ 3 w 75"/>
                <a:gd name="T93" fmla="*/ 77 h 109"/>
                <a:gd name="T94" fmla="*/ 0 w 75"/>
                <a:gd name="T95" fmla="*/ 76 h 109"/>
                <a:gd name="T96" fmla="*/ 0 w 75"/>
                <a:gd name="T97" fmla="*/ 73 h 109"/>
                <a:gd name="T98" fmla="*/ 3 w 75"/>
                <a:gd name="T99" fmla="*/ 64 h 109"/>
                <a:gd name="T100" fmla="*/ 3 w 75"/>
                <a:gd name="T101" fmla="*/ 60 h 109"/>
                <a:gd name="T102" fmla="*/ 3 w 75"/>
                <a:gd name="T103" fmla="*/ 53 h 109"/>
                <a:gd name="T104" fmla="*/ 4 w 75"/>
                <a:gd name="T105" fmla="*/ 45 h 109"/>
                <a:gd name="T106" fmla="*/ 8 w 75"/>
                <a:gd name="T107" fmla="*/ 17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5" h="109">
                  <a:moveTo>
                    <a:pt x="14" y="24"/>
                  </a:moveTo>
                  <a:cubicBezTo>
                    <a:pt x="13" y="19"/>
                    <a:pt x="13" y="19"/>
                    <a:pt x="13" y="19"/>
                  </a:cubicBezTo>
                  <a:cubicBezTo>
                    <a:pt x="13" y="18"/>
                    <a:pt x="13" y="18"/>
                    <a:pt x="14" y="17"/>
                  </a:cubicBezTo>
                  <a:cubicBezTo>
                    <a:pt x="14" y="16"/>
                    <a:pt x="14" y="15"/>
                    <a:pt x="14" y="14"/>
                  </a:cubicBezTo>
                  <a:cubicBezTo>
                    <a:pt x="15" y="13"/>
                    <a:pt x="15" y="12"/>
                    <a:pt x="16" y="12"/>
                  </a:cubicBezTo>
                  <a:cubicBezTo>
                    <a:pt x="17" y="12"/>
                    <a:pt x="17" y="12"/>
                    <a:pt x="19" y="12"/>
                  </a:cubicBezTo>
                  <a:cubicBezTo>
                    <a:pt x="19" y="12"/>
                    <a:pt x="20" y="11"/>
                    <a:pt x="21" y="11"/>
                  </a:cubicBezTo>
                  <a:cubicBezTo>
                    <a:pt x="21" y="11"/>
                    <a:pt x="22" y="11"/>
                    <a:pt x="22" y="11"/>
                  </a:cubicBezTo>
                  <a:cubicBezTo>
                    <a:pt x="23" y="11"/>
                    <a:pt x="23" y="11"/>
                    <a:pt x="24" y="12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6" y="12"/>
                    <a:pt x="27" y="12"/>
                  </a:cubicBezTo>
                  <a:cubicBezTo>
                    <a:pt x="27" y="11"/>
                    <a:pt x="28" y="11"/>
                    <a:pt x="29" y="10"/>
                  </a:cubicBezTo>
                  <a:cubicBezTo>
                    <a:pt x="29" y="9"/>
                    <a:pt x="30" y="8"/>
                    <a:pt x="31" y="8"/>
                  </a:cubicBezTo>
                  <a:cubicBezTo>
                    <a:pt x="31" y="7"/>
                    <a:pt x="32" y="7"/>
                    <a:pt x="32" y="7"/>
                  </a:cubicBezTo>
                  <a:cubicBezTo>
                    <a:pt x="33" y="7"/>
                    <a:pt x="34" y="7"/>
                    <a:pt x="34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10"/>
                    <a:pt x="35" y="10"/>
                    <a:pt x="35" y="11"/>
                  </a:cubicBezTo>
                  <a:cubicBezTo>
                    <a:pt x="35" y="12"/>
                    <a:pt x="34" y="13"/>
                    <a:pt x="34" y="14"/>
                  </a:cubicBezTo>
                  <a:cubicBezTo>
                    <a:pt x="33" y="15"/>
                    <a:pt x="33" y="17"/>
                    <a:pt x="33" y="18"/>
                  </a:cubicBezTo>
                  <a:cubicBezTo>
                    <a:pt x="32" y="19"/>
                    <a:pt x="32" y="19"/>
                    <a:pt x="32" y="20"/>
                  </a:cubicBezTo>
                  <a:cubicBezTo>
                    <a:pt x="31" y="21"/>
                    <a:pt x="31" y="22"/>
                    <a:pt x="30" y="23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30" y="26"/>
                    <a:pt x="30" y="28"/>
                    <a:pt x="31" y="30"/>
                  </a:cubicBezTo>
                  <a:cubicBezTo>
                    <a:pt x="31" y="31"/>
                    <a:pt x="32" y="34"/>
                    <a:pt x="33" y="37"/>
                  </a:cubicBezTo>
                  <a:cubicBezTo>
                    <a:pt x="35" y="40"/>
                    <a:pt x="36" y="44"/>
                    <a:pt x="38" y="49"/>
                  </a:cubicBezTo>
                  <a:cubicBezTo>
                    <a:pt x="39" y="53"/>
                    <a:pt x="41" y="58"/>
                    <a:pt x="42" y="62"/>
                  </a:cubicBezTo>
                  <a:cubicBezTo>
                    <a:pt x="44" y="66"/>
                    <a:pt x="46" y="70"/>
                    <a:pt x="47" y="74"/>
                  </a:cubicBezTo>
                  <a:cubicBezTo>
                    <a:pt x="49" y="78"/>
                    <a:pt x="51" y="82"/>
                    <a:pt x="52" y="84"/>
                  </a:cubicBezTo>
                  <a:cubicBezTo>
                    <a:pt x="53" y="86"/>
                    <a:pt x="54" y="87"/>
                    <a:pt x="54" y="87"/>
                  </a:cubicBezTo>
                  <a:cubicBezTo>
                    <a:pt x="55" y="87"/>
                    <a:pt x="55" y="86"/>
                    <a:pt x="55" y="86"/>
                  </a:cubicBezTo>
                  <a:cubicBezTo>
                    <a:pt x="56" y="85"/>
                    <a:pt x="56" y="84"/>
                    <a:pt x="56" y="83"/>
                  </a:cubicBezTo>
                  <a:cubicBezTo>
                    <a:pt x="56" y="83"/>
                    <a:pt x="56" y="82"/>
                    <a:pt x="56" y="81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7" y="77"/>
                    <a:pt x="57" y="76"/>
                    <a:pt x="58" y="74"/>
                  </a:cubicBezTo>
                  <a:cubicBezTo>
                    <a:pt x="58" y="72"/>
                    <a:pt x="59" y="70"/>
                    <a:pt x="59" y="68"/>
                  </a:cubicBezTo>
                  <a:cubicBezTo>
                    <a:pt x="59" y="66"/>
                    <a:pt x="60" y="64"/>
                    <a:pt x="60" y="63"/>
                  </a:cubicBezTo>
                  <a:cubicBezTo>
                    <a:pt x="60" y="62"/>
                    <a:pt x="60" y="60"/>
                    <a:pt x="61" y="57"/>
                  </a:cubicBezTo>
                  <a:cubicBezTo>
                    <a:pt x="61" y="55"/>
                    <a:pt x="61" y="51"/>
                    <a:pt x="61" y="46"/>
                  </a:cubicBezTo>
                  <a:cubicBezTo>
                    <a:pt x="61" y="46"/>
                    <a:pt x="62" y="45"/>
                    <a:pt x="62" y="44"/>
                  </a:cubicBezTo>
                  <a:cubicBezTo>
                    <a:pt x="62" y="43"/>
                    <a:pt x="62" y="42"/>
                    <a:pt x="62" y="41"/>
                  </a:cubicBezTo>
                  <a:cubicBezTo>
                    <a:pt x="62" y="40"/>
                    <a:pt x="62" y="39"/>
                    <a:pt x="63" y="38"/>
                  </a:cubicBezTo>
                  <a:cubicBezTo>
                    <a:pt x="63" y="38"/>
                    <a:pt x="63" y="37"/>
                    <a:pt x="63" y="36"/>
                  </a:cubicBezTo>
                  <a:cubicBezTo>
                    <a:pt x="63" y="35"/>
                    <a:pt x="63" y="34"/>
                    <a:pt x="62" y="31"/>
                  </a:cubicBezTo>
                  <a:cubicBezTo>
                    <a:pt x="62" y="29"/>
                    <a:pt x="62" y="28"/>
                    <a:pt x="62" y="26"/>
                  </a:cubicBezTo>
                  <a:cubicBezTo>
                    <a:pt x="63" y="23"/>
                    <a:pt x="63" y="20"/>
                    <a:pt x="64" y="18"/>
                  </a:cubicBezTo>
                  <a:cubicBezTo>
                    <a:pt x="65" y="15"/>
                    <a:pt x="65" y="13"/>
                    <a:pt x="66" y="11"/>
                  </a:cubicBezTo>
                  <a:cubicBezTo>
                    <a:pt x="66" y="10"/>
                    <a:pt x="66" y="8"/>
                    <a:pt x="67" y="8"/>
                  </a:cubicBezTo>
                  <a:cubicBezTo>
                    <a:pt x="68" y="6"/>
                    <a:pt x="68" y="4"/>
                    <a:pt x="70" y="3"/>
                  </a:cubicBezTo>
                  <a:cubicBezTo>
                    <a:pt x="71" y="2"/>
                    <a:pt x="72" y="1"/>
                    <a:pt x="7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5" y="0"/>
                    <a:pt x="75" y="1"/>
                    <a:pt x="75" y="1"/>
                  </a:cubicBezTo>
                  <a:cubicBezTo>
                    <a:pt x="75" y="2"/>
                    <a:pt x="75" y="3"/>
                    <a:pt x="74" y="3"/>
                  </a:cubicBezTo>
                  <a:cubicBezTo>
                    <a:pt x="75" y="4"/>
                    <a:pt x="75" y="5"/>
                    <a:pt x="75" y="6"/>
                  </a:cubicBezTo>
                  <a:cubicBezTo>
                    <a:pt x="75" y="7"/>
                    <a:pt x="74" y="8"/>
                    <a:pt x="74" y="9"/>
                  </a:cubicBezTo>
                  <a:cubicBezTo>
                    <a:pt x="74" y="10"/>
                    <a:pt x="74" y="11"/>
                    <a:pt x="74" y="12"/>
                  </a:cubicBezTo>
                  <a:cubicBezTo>
                    <a:pt x="74" y="13"/>
                    <a:pt x="74" y="14"/>
                    <a:pt x="74" y="16"/>
                  </a:cubicBezTo>
                  <a:cubicBezTo>
                    <a:pt x="74" y="16"/>
                    <a:pt x="74" y="17"/>
                    <a:pt x="74" y="19"/>
                  </a:cubicBezTo>
                  <a:cubicBezTo>
                    <a:pt x="74" y="21"/>
                    <a:pt x="73" y="24"/>
                    <a:pt x="73" y="27"/>
                  </a:cubicBezTo>
                  <a:cubicBezTo>
                    <a:pt x="73" y="31"/>
                    <a:pt x="72" y="36"/>
                    <a:pt x="72" y="40"/>
                  </a:cubicBezTo>
                  <a:cubicBezTo>
                    <a:pt x="71" y="45"/>
                    <a:pt x="71" y="49"/>
                    <a:pt x="71" y="54"/>
                  </a:cubicBezTo>
                  <a:cubicBezTo>
                    <a:pt x="70" y="59"/>
                    <a:pt x="70" y="64"/>
                    <a:pt x="69" y="68"/>
                  </a:cubicBezTo>
                  <a:cubicBezTo>
                    <a:pt x="68" y="73"/>
                    <a:pt x="67" y="77"/>
                    <a:pt x="66" y="80"/>
                  </a:cubicBezTo>
                  <a:cubicBezTo>
                    <a:pt x="66" y="82"/>
                    <a:pt x="66" y="85"/>
                    <a:pt x="65" y="87"/>
                  </a:cubicBezTo>
                  <a:cubicBezTo>
                    <a:pt x="64" y="90"/>
                    <a:pt x="63" y="93"/>
                    <a:pt x="62" y="96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100"/>
                    <a:pt x="59" y="100"/>
                    <a:pt x="56" y="101"/>
                  </a:cubicBezTo>
                  <a:cubicBezTo>
                    <a:pt x="53" y="102"/>
                    <a:pt x="51" y="103"/>
                    <a:pt x="51" y="103"/>
                  </a:cubicBezTo>
                  <a:cubicBezTo>
                    <a:pt x="50" y="103"/>
                    <a:pt x="49" y="102"/>
                    <a:pt x="48" y="100"/>
                  </a:cubicBezTo>
                  <a:cubicBezTo>
                    <a:pt x="46" y="98"/>
                    <a:pt x="45" y="95"/>
                    <a:pt x="43" y="91"/>
                  </a:cubicBezTo>
                  <a:cubicBezTo>
                    <a:pt x="41" y="88"/>
                    <a:pt x="39" y="85"/>
                    <a:pt x="38" y="83"/>
                  </a:cubicBezTo>
                  <a:cubicBezTo>
                    <a:pt x="37" y="80"/>
                    <a:pt x="36" y="79"/>
                    <a:pt x="36" y="77"/>
                  </a:cubicBezTo>
                  <a:cubicBezTo>
                    <a:pt x="36" y="77"/>
                    <a:pt x="36" y="76"/>
                    <a:pt x="36" y="76"/>
                  </a:cubicBezTo>
                  <a:cubicBezTo>
                    <a:pt x="35" y="75"/>
                    <a:pt x="35" y="74"/>
                    <a:pt x="35" y="73"/>
                  </a:cubicBezTo>
                  <a:cubicBezTo>
                    <a:pt x="34" y="71"/>
                    <a:pt x="33" y="69"/>
                    <a:pt x="31" y="66"/>
                  </a:cubicBezTo>
                  <a:cubicBezTo>
                    <a:pt x="30" y="62"/>
                    <a:pt x="28" y="59"/>
                    <a:pt x="26" y="55"/>
                  </a:cubicBezTo>
                  <a:cubicBezTo>
                    <a:pt x="26" y="53"/>
                    <a:pt x="26" y="52"/>
                    <a:pt x="25" y="51"/>
                  </a:cubicBezTo>
                  <a:cubicBezTo>
                    <a:pt x="24" y="50"/>
                    <a:pt x="24" y="49"/>
                    <a:pt x="23" y="48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2" y="50"/>
                    <a:pt x="22" y="51"/>
                    <a:pt x="22" y="52"/>
                  </a:cubicBezTo>
                  <a:cubicBezTo>
                    <a:pt x="21" y="54"/>
                    <a:pt x="21" y="55"/>
                    <a:pt x="21" y="57"/>
                  </a:cubicBezTo>
                  <a:cubicBezTo>
                    <a:pt x="20" y="59"/>
                    <a:pt x="20" y="60"/>
                    <a:pt x="19" y="61"/>
                  </a:cubicBezTo>
                  <a:cubicBezTo>
                    <a:pt x="18" y="64"/>
                    <a:pt x="17" y="67"/>
                    <a:pt x="17" y="70"/>
                  </a:cubicBezTo>
                  <a:cubicBezTo>
                    <a:pt x="16" y="73"/>
                    <a:pt x="15" y="77"/>
                    <a:pt x="14" y="80"/>
                  </a:cubicBezTo>
                  <a:cubicBezTo>
                    <a:pt x="13" y="82"/>
                    <a:pt x="13" y="83"/>
                    <a:pt x="13" y="84"/>
                  </a:cubicBezTo>
                  <a:cubicBezTo>
                    <a:pt x="13" y="86"/>
                    <a:pt x="12" y="87"/>
                    <a:pt x="12" y="88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10" y="92"/>
                    <a:pt x="10" y="94"/>
                    <a:pt x="10" y="95"/>
                  </a:cubicBezTo>
                  <a:cubicBezTo>
                    <a:pt x="10" y="96"/>
                    <a:pt x="9" y="97"/>
                    <a:pt x="9" y="99"/>
                  </a:cubicBezTo>
                  <a:cubicBezTo>
                    <a:pt x="8" y="101"/>
                    <a:pt x="7" y="102"/>
                    <a:pt x="7" y="105"/>
                  </a:cubicBezTo>
                  <a:cubicBezTo>
                    <a:pt x="7" y="106"/>
                    <a:pt x="6" y="107"/>
                    <a:pt x="6" y="107"/>
                  </a:cubicBezTo>
                  <a:cubicBezTo>
                    <a:pt x="5" y="108"/>
                    <a:pt x="4" y="108"/>
                    <a:pt x="3" y="108"/>
                  </a:cubicBezTo>
                  <a:cubicBezTo>
                    <a:pt x="3" y="108"/>
                    <a:pt x="3" y="108"/>
                    <a:pt x="3" y="109"/>
                  </a:cubicBezTo>
                  <a:cubicBezTo>
                    <a:pt x="3" y="109"/>
                    <a:pt x="2" y="109"/>
                    <a:pt x="1" y="109"/>
                  </a:cubicBezTo>
                  <a:cubicBezTo>
                    <a:pt x="1" y="109"/>
                    <a:pt x="1" y="109"/>
                    <a:pt x="0" y="108"/>
                  </a:cubicBezTo>
                  <a:cubicBezTo>
                    <a:pt x="0" y="108"/>
                    <a:pt x="0" y="107"/>
                    <a:pt x="0" y="106"/>
                  </a:cubicBezTo>
                  <a:cubicBezTo>
                    <a:pt x="0" y="105"/>
                    <a:pt x="0" y="104"/>
                    <a:pt x="0" y="103"/>
                  </a:cubicBezTo>
                  <a:cubicBezTo>
                    <a:pt x="1" y="101"/>
                    <a:pt x="1" y="99"/>
                    <a:pt x="1" y="97"/>
                  </a:cubicBezTo>
                  <a:cubicBezTo>
                    <a:pt x="2" y="95"/>
                    <a:pt x="2" y="93"/>
                    <a:pt x="3" y="91"/>
                  </a:cubicBezTo>
                  <a:cubicBezTo>
                    <a:pt x="3" y="90"/>
                    <a:pt x="3" y="89"/>
                    <a:pt x="3" y="89"/>
                  </a:cubicBezTo>
                  <a:cubicBezTo>
                    <a:pt x="4" y="87"/>
                    <a:pt x="4" y="86"/>
                    <a:pt x="4" y="84"/>
                  </a:cubicBezTo>
                  <a:cubicBezTo>
                    <a:pt x="4" y="82"/>
                    <a:pt x="4" y="80"/>
                    <a:pt x="5" y="78"/>
                  </a:cubicBezTo>
                  <a:cubicBezTo>
                    <a:pt x="5" y="77"/>
                    <a:pt x="5" y="76"/>
                    <a:pt x="5" y="75"/>
                  </a:cubicBezTo>
                  <a:cubicBezTo>
                    <a:pt x="5" y="74"/>
                    <a:pt x="6" y="73"/>
                    <a:pt x="6" y="72"/>
                  </a:cubicBezTo>
                  <a:cubicBezTo>
                    <a:pt x="6" y="71"/>
                    <a:pt x="7" y="68"/>
                    <a:pt x="7" y="64"/>
                  </a:cubicBezTo>
                  <a:cubicBezTo>
                    <a:pt x="8" y="60"/>
                    <a:pt x="9" y="54"/>
                    <a:pt x="10" y="47"/>
                  </a:cubicBezTo>
                  <a:cubicBezTo>
                    <a:pt x="12" y="39"/>
                    <a:pt x="13" y="32"/>
                    <a:pt x="14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593">
              <a:extLst>
                <a:ext uri="{FF2B5EF4-FFF2-40B4-BE49-F238E27FC236}">
                  <a16:creationId xmlns:a16="http://schemas.microsoft.com/office/drawing/2014/main" id="{763DE2F0-E876-4AEB-BCE8-082886C3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280"/>
              <a:ext cx="49" cy="92"/>
            </a:xfrm>
            <a:custGeom>
              <a:avLst/>
              <a:gdLst>
                <a:gd name="T0" fmla="*/ 34 w 59"/>
                <a:gd name="T1" fmla="*/ 61 h 104"/>
                <a:gd name="T2" fmla="*/ 31 w 59"/>
                <a:gd name="T3" fmla="*/ 64 h 104"/>
                <a:gd name="T4" fmla="*/ 26 w 59"/>
                <a:gd name="T5" fmla="*/ 65 h 104"/>
                <a:gd name="T6" fmla="*/ 22 w 59"/>
                <a:gd name="T7" fmla="*/ 67 h 104"/>
                <a:gd name="T8" fmla="*/ 17 w 59"/>
                <a:gd name="T9" fmla="*/ 70 h 104"/>
                <a:gd name="T10" fmla="*/ 12 w 59"/>
                <a:gd name="T11" fmla="*/ 72 h 104"/>
                <a:gd name="T12" fmla="*/ 8 w 59"/>
                <a:gd name="T13" fmla="*/ 72 h 104"/>
                <a:gd name="T14" fmla="*/ 5 w 59"/>
                <a:gd name="T15" fmla="*/ 72 h 104"/>
                <a:gd name="T16" fmla="*/ 2 w 59"/>
                <a:gd name="T17" fmla="*/ 71 h 104"/>
                <a:gd name="T18" fmla="*/ 2 w 59"/>
                <a:gd name="T19" fmla="*/ 68 h 104"/>
                <a:gd name="T20" fmla="*/ 0 w 59"/>
                <a:gd name="T21" fmla="*/ 65 h 104"/>
                <a:gd name="T22" fmla="*/ 0 w 59"/>
                <a:gd name="T23" fmla="*/ 58 h 104"/>
                <a:gd name="T24" fmla="*/ 1 w 59"/>
                <a:gd name="T25" fmla="*/ 57 h 104"/>
                <a:gd name="T26" fmla="*/ 1 w 59"/>
                <a:gd name="T27" fmla="*/ 56 h 104"/>
                <a:gd name="T28" fmla="*/ 2 w 59"/>
                <a:gd name="T29" fmla="*/ 44 h 104"/>
                <a:gd name="T30" fmla="*/ 2 w 59"/>
                <a:gd name="T31" fmla="*/ 34 h 104"/>
                <a:gd name="T32" fmla="*/ 6 w 59"/>
                <a:gd name="T33" fmla="*/ 15 h 104"/>
                <a:gd name="T34" fmla="*/ 8 w 59"/>
                <a:gd name="T35" fmla="*/ 11 h 104"/>
                <a:gd name="T36" fmla="*/ 10 w 59"/>
                <a:gd name="T37" fmla="*/ 9 h 104"/>
                <a:gd name="T38" fmla="*/ 12 w 59"/>
                <a:gd name="T39" fmla="*/ 7 h 104"/>
                <a:gd name="T40" fmla="*/ 14 w 59"/>
                <a:gd name="T41" fmla="*/ 4 h 104"/>
                <a:gd name="T42" fmla="*/ 21 w 59"/>
                <a:gd name="T43" fmla="*/ 1 h 104"/>
                <a:gd name="T44" fmla="*/ 24 w 59"/>
                <a:gd name="T45" fmla="*/ 0 h 104"/>
                <a:gd name="T46" fmla="*/ 27 w 59"/>
                <a:gd name="T47" fmla="*/ 0 h 104"/>
                <a:gd name="T48" fmla="*/ 27 w 59"/>
                <a:gd name="T49" fmla="*/ 0 h 104"/>
                <a:gd name="T50" fmla="*/ 30 w 59"/>
                <a:gd name="T51" fmla="*/ 0 h 104"/>
                <a:gd name="T52" fmla="*/ 32 w 59"/>
                <a:gd name="T53" fmla="*/ 3 h 104"/>
                <a:gd name="T54" fmla="*/ 33 w 59"/>
                <a:gd name="T55" fmla="*/ 10 h 104"/>
                <a:gd name="T56" fmla="*/ 29 w 59"/>
                <a:gd name="T57" fmla="*/ 11 h 104"/>
                <a:gd name="T58" fmla="*/ 18 w 59"/>
                <a:gd name="T59" fmla="*/ 11 h 104"/>
                <a:gd name="T60" fmla="*/ 18 w 59"/>
                <a:gd name="T61" fmla="*/ 11 h 104"/>
                <a:gd name="T62" fmla="*/ 15 w 59"/>
                <a:gd name="T63" fmla="*/ 12 h 104"/>
                <a:gd name="T64" fmla="*/ 13 w 59"/>
                <a:gd name="T65" fmla="*/ 17 h 104"/>
                <a:gd name="T66" fmla="*/ 12 w 59"/>
                <a:gd name="T67" fmla="*/ 26 h 104"/>
                <a:gd name="T68" fmla="*/ 10 w 59"/>
                <a:gd name="T69" fmla="*/ 33 h 104"/>
                <a:gd name="T70" fmla="*/ 9 w 59"/>
                <a:gd name="T71" fmla="*/ 35 h 104"/>
                <a:gd name="T72" fmla="*/ 10 w 59"/>
                <a:gd name="T73" fmla="*/ 37 h 104"/>
                <a:gd name="T74" fmla="*/ 14 w 59"/>
                <a:gd name="T75" fmla="*/ 33 h 104"/>
                <a:gd name="T76" fmla="*/ 18 w 59"/>
                <a:gd name="T77" fmla="*/ 32 h 104"/>
                <a:gd name="T78" fmla="*/ 24 w 59"/>
                <a:gd name="T79" fmla="*/ 31 h 104"/>
                <a:gd name="T80" fmla="*/ 27 w 59"/>
                <a:gd name="T81" fmla="*/ 31 h 104"/>
                <a:gd name="T82" fmla="*/ 29 w 59"/>
                <a:gd name="T83" fmla="*/ 33 h 104"/>
                <a:gd name="T84" fmla="*/ 30 w 59"/>
                <a:gd name="T85" fmla="*/ 38 h 104"/>
                <a:gd name="T86" fmla="*/ 26 w 59"/>
                <a:gd name="T87" fmla="*/ 39 h 104"/>
                <a:gd name="T88" fmla="*/ 14 w 59"/>
                <a:gd name="T89" fmla="*/ 40 h 104"/>
                <a:gd name="T90" fmla="*/ 7 w 59"/>
                <a:gd name="T91" fmla="*/ 48 h 104"/>
                <a:gd name="T92" fmla="*/ 6 w 59"/>
                <a:gd name="T93" fmla="*/ 53 h 104"/>
                <a:gd name="T94" fmla="*/ 6 w 59"/>
                <a:gd name="T95" fmla="*/ 58 h 104"/>
                <a:gd name="T96" fmla="*/ 6 w 59"/>
                <a:gd name="T97" fmla="*/ 64 h 104"/>
                <a:gd name="T98" fmla="*/ 9 w 59"/>
                <a:gd name="T99" fmla="*/ 63 h 104"/>
                <a:gd name="T100" fmla="*/ 13 w 59"/>
                <a:gd name="T101" fmla="*/ 64 h 104"/>
                <a:gd name="T102" fmla="*/ 18 w 59"/>
                <a:gd name="T103" fmla="*/ 62 h 104"/>
                <a:gd name="T104" fmla="*/ 22 w 59"/>
                <a:gd name="T105" fmla="*/ 61 h 104"/>
                <a:gd name="T106" fmla="*/ 27 w 59"/>
                <a:gd name="T107" fmla="*/ 58 h 104"/>
                <a:gd name="T108" fmla="*/ 31 w 59"/>
                <a:gd name="T109" fmla="*/ 58 h 1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9" h="104">
                  <a:moveTo>
                    <a:pt x="56" y="81"/>
                  </a:moveTo>
                  <a:cubicBezTo>
                    <a:pt x="59" y="88"/>
                    <a:pt x="59" y="88"/>
                    <a:pt x="59" y="88"/>
                  </a:cubicBezTo>
                  <a:cubicBezTo>
                    <a:pt x="58" y="88"/>
                    <a:pt x="57" y="89"/>
                    <a:pt x="57" y="89"/>
                  </a:cubicBezTo>
                  <a:cubicBezTo>
                    <a:pt x="56" y="90"/>
                    <a:pt x="55" y="91"/>
                    <a:pt x="54" y="91"/>
                  </a:cubicBezTo>
                  <a:cubicBezTo>
                    <a:pt x="53" y="92"/>
                    <a:pt x="52" y="92"/>
                    <a:pt x="50" y="93"/>
                  </a:cubicBezTo>
                  <a:cubicBezTo>
                    <a:pt x="49" y="93"/>
                    <a:pt x="47" y="94"/>
                    <a:pt x="45" y="95"/>
                  </a:cubicBezTo>
                  <a:cubicBezTo>
                    <a:pt x="44" y="96"/>
                    <a:pt x="43" y="96"/>
                    <a:pt x="42" y="97"/>
                  </a:cubicBezTo>
                  <a:cubicBezTo>
                    <a:pt x="41" y="97"/>
                    <a:pt x="41" y="97"/>
                    <a:pt x="40" y="97"/>
                  </a:cubicBezTo>
                  <a:cubicBezTo>
                    <a:pt x="40" y="97"/>
                    <a:pt x="38" y="98"/>
                    <a:pt x="37" y="98"/>
                  </a:cubicBezTo>
                  <a:cubicBezTo>
                    <a:pt x="35" y="99"/>
                    <a:pt x="33" y="100"/>
                    <a:pt x="30" y="101"/>
                  </a:cubicBezTo>
                  <a:cubicBezTo>
                    <a:pt x="29" y="101"/>
                    <a:pt x="27" y="102"/>
                    <a:pt x="26" y="102"/>
                  </a:cubicBezTo>
                  <a:cubicBezTo>
                    <a:pt x="24" y="103"/>
                    <a:pt x="22" y="103"/>
                    <a:pt x="21" y="104"/>
                  </a:cubicBezTo>
                  <a:cubicBezTo>
                    <a:pt x="16" y="103"/>
                    <a:pt x="16" y="103"/>
                    <a:pt x="16" y="10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3" y="104"/>
                    <a:pt x="12" y="104"/>
                    <a:pt x="11" y="104"/>
                  </a:cubicBezTo>
                  <a:cubicBezTo>
                    <a:pt x="10" y="104"/>
                    <a:pt x="9" y="104"/>
                    <a:pt x="8" y="104"/>
                  </a:cubicBezTo>
                  <a:cubicBezTo>
                    <a:pt x="7" y="104"/>
                    <a:pt x="6" y="103"/>
                    <a:pt x="5" y="103"/>
                  </a:cubicBezTo>
                  <a:cubicBezTo>
                    <a:pt x="4" y="103"/>
                    <a:pt x="4" y="102"/>
                    <a:pt x="4" y="102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98"/>
                    <a:pt x="4" y="98"/>
                    <a:pt x="4" y="98"/>
                  </a:cubicBezTo>
                  <a:cubicBezTo>
                    <a:pt x="2" y="98"/>
                    <a:pt x="1" y="98"/>
                    <a:pt x="1" y="98"/>
                  </a:cubicBezTo>
                  <a:cubicBezTo>
                    <a:pt x="0" y="97"/>
                    <a:pt x="0" y="96"/>
                    <a:pt x="0" y="95"/>
                  </a:cubicBezTo>
                  <a:cubicBezTo>
                    <a:pt x="0" y="94"/>
                    <a:pt x="0" y="93"/>
                    <a:pt x="0" y="91"/>
                  </a:cubicBezTo>
                  <a:cubicBezTo>
                    <a:pt x="0" y="90"/>
                    <a:pt x="0" y="87"/>
                    <a:pt x="0" y="85"/>
                  </a:cubicBezTo>
                  <a:cubicBezTo>
                    <a:pt x="0" y="84"/>
                    <a:pt x="0" y="84"/>
                    <a:pt x="1" y="83"/>
                  </a:cubicBezTo>
                  <a:cubicBezTo>
                    <a:pt x="1" y="82"/>
                    <a:pt x="1" y="82"/>
                    <a:pt x="1" y="81"/>
                  </a:cubicBezTo>
                  <a:cubicBezTo>
                    <a:pt x="1" y="81"/>
                    <a:pt x="1" y="81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" y="78"/>
                    <a:pt x="1" y="75"/>
                    <a:pt x="1" y="73"/>
                  </a:cubicBezTo>
                  <a:cubicBezTo>
                    <a:pt x="2" y="70"/>
                    <a:pt x="2" y="67"/>
                    <a:pt x="2" y="63"/>
                  </a:cubicBezTo>
                  <a:cubicBezTo>
                    <a:pt x="3" y="61"/>
                    <a:pt x="3" y="58"/>
                    <a:pt x="4" y="55"/>
                  </a:cubicBezTo>
                  <a:cubicBezTo>
                    <a:pt x="4" y="53"/>
                    <a:pt x="4" y="51"/>
                    <a:pt x="4" y="49"/>
                  </a:cubicBezTo>
                  <a:cubicBezTo>
                    <a:pt x="5" y="41"/>
                    <a:pt x="7" y="33"/>
                    <a:pt x="9" y="25"/>
                  </a:cubicBezTo>
                  <a:cubicBezTo>
                    <a:pt x="9" y="23"/>
                    <a:pt x="10" y="22"/>
                    <a:pt x="11" y="21"/>
                  </a:cubicBezTo>
                  <a:cubicBezTo>
                    <a:pt x="11" y="19"/>
                    <a:pt x="12" y="18"/>
                    <a:pt x="14" y="17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5" y="16"/>
                    <a:pt x="15" y="15"/>
                    <a:pt x="15" y="15"/>
                  </a:cubicBezTo>
                  <a:cubicBezTo>
                    <a:pt x="16" y="14"/>
                    <a:pt x="16" y="13"/>
                    <a:pt x="17" y="12"/>
                  </a:cubicBezTo>
                  <a:cubicBezTo>
                    <a:pt x="17" y="12"/>
                    <a:pt x="18" y="12"/>
                    <a:pt x="18" y="12"/>
                  </a:cubicBezTo>
                  <a:cubicBezTo>
                    <a:pt x="19" y="11"/>
                    <a:pt x="20" y="11"/>
                    <a:pt x="21" y="10"/>
                  </a:cubicBezTo>
                  <a:cubicBezTo>
                    <a:pt x="21" y="10"/>
                    <a:pt x="22" y="9"/>
                    <a:pt x="22" y="9"/>
                  </a:cubicBezTo>
                  <a:cubicBezTo>
                    <a:pt x="23" y="8"/>
                    <a:pt x="24" y="7"/>
                    <a:pt x="25" y="7"/>
                  </a:cubicBezTo>
                  <a:cubicBezTo>
                    <a:pt x="26" y="6"/>
                    <a:pt x="28" y="4"/>
                    <a:pt x="30" y="3"/>
                  </a:cubicBezTo>
                  <a:cubicBezTo>
                    <a:pt x="31" y="2"/>
                    <a:pt x="33" y="1"/>
                    <a:pt x="36" y="1"/>
                  </a:cubicBezTo>
                  <a:cubicBezTo>
                    <a:pt x="37" y="1"/>
                    <a:pt x="38" y="1"/>
                    <a:pt x="39" y="1"/>
                  </a:cubicBezTo>
                  <a:cubicBezTo>
                    <a:pt x="40" y="1"/>
                    <a:pt x="41" y="1"/>
                    <a:pt x="42" y="0"/>
                  </a:cubicBezTo>
                  <a:cubicBezTo>
                    <a:pt x="43" y="0"/>
                    <a:pt x="44" y="0"/>
                    <a:pt x="45" y="0"/>
                  </a:cubicBezTo>
                  <a:cubicBezTo>
                    <a:pt x="45" y="0"/>
                    <a:pt x="45" y="0"/>
                    <a:pt x="46" y="0"/>
                  </a:cubicBezTo>
                  <a:cubicBezTo>
                    <a:pt x="46" y="0"/>
                    <a:pt x="47" y="0"/>
                    <a:pt x="47" y="0"/>
                  </a:cubicBezTo>
                  <a:cubicBezTo>
                    <a:pt x="47" y="0"/>
                    <a:pt x="47" y="0"/>
                    <a:pt x="48" y="0"/>
                  </a:cubicBezTo>
                  <a:cubicBezTo>
                    <a:pt x="49" y="0"/>
                    <a:pt x="49" y="0"/>
                    <a:pt x="50" y="0"/>
                  </a:cubicBezTo>
                  <a:cubicBezTo>
                    <a:pt x="51" y="0"/>
                    <a:pt x="51" y="0"/>
                    <a:pt x="52" y="0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5" y="1"/>
                    <a:pt x="56" y="2"/>
                    <a:pt x="57" y="3"/>
                  </a:cubicBezTo>
                  <a:cubicBezTo>
                    <a:pt x="58" y="4"/>
                    <a:pt x="59" y="5"/>
                    <a:pt x="59" y="7"/>
                  </a:cubicBezTo>
                  <a:cubicBezTo>
                    <a:pt x="59" y="10"/>
                    <a:pt x="58" y="12"/>
                    <a:pt x="58" y="14"/>
                  </a:cubicBezTo>
                  <a:cubicBezTo>
                    <a:pt x="57" y="16"/>
                    <a:pt x="56" y="16"/>
                    <a:pt x="55" y="16"/>
                  </a:cubicBezTo>
                  <a:cubicBezTo>
                    <a:pt x="54" y="16"/>
                    <a:pt x="52" y="16"/>
                    <a:pt x="51" y="15"/>
                  </a:cubicBezTo>
                  <a:cubicBezTo>
                    <a:pt x="50" y="14"/>
                    <a:pt x="46" y="13"/>
                    <a:pt x="40" y="13"/>
                  </a:cubicBezTo>
                  <a:cubicBezTo>
                    <a:pt x="38" y="14"/>
                    <a:pt x="35" y="14"/>
                    <a:pt x="33" y="15"/>
                  </a:cubicBezTo>
                  <a:cubicBezTo>
                    <a:pt x="33" y="15"/>
                    <a:pt x="32" y="15"/>
                    <a:pt x="32" y="15"/>
                  </a:cubicBezTo>
                  <a:cubicBezTo>
                    <a:pt x="32" y="16"/>
                    <a:pt x="32" y="16"/>
                    <a:pt x="31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8" y="15"/>
                    <a:pt x="27" y="16"/>
                    <a:pt x="26" y="17"/>
                  </a:cubicBezTo>
                  <a:cubicBezTo>
                    <a:pt x="25" y="19"/>
                    <a:pt x="24" y="20"/>
                    <a:pt x="23" y="23"/>
                  </a:cubicBezTo>
                  <a:cubicBezTo>
                    <a:pt x="23" y="23"/>
                    <a:pt x="23" y="24"/>
                    <a:pt x="23" y="24"/>
                  </a:cubicBezTo>
                  <a:cubicBezTo>
                    <a:pt x="22" y="25"/>
                    <a:pt x="22" y="26"/>
                    <a:pt x="22" y="27"/>
                  </a:cubicBezTo>
                  <a:cubicBezTo>
                    <a:pt x="22" y="30"/>
                    <a:pt x="21" y="34"/>
                    <a:pt x="20" y="37"/>
                  </a:cubicBezTo>
                  <a:cubicBezTo>
                    <a:pt x="19" y="40"/>
                    <a:pt x="18" y="43"/>
                    <a:pt x="18" y="45"/>
                  </a:cubicBezTo>
                  <a:cubicBezTo>
                    <a:pt x="17" y="47"/>
                    <a:pt x="17" y="48"/>
                    <a:pt x="17" y="48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6" y="50"/>
                    <a:pt x="16" y="50"/>
                    <a:pt x="16" y="51"/>
                  </a:cubicBezTo>
                  <a:cubicBezTo>
                    <a:pt x="16" y="51"/>
                    <a:pt x="17" y="52"/>
                    <a:pt x="17" y="52"/>
                  </a:cubicBezTo>
                  <a:cubicBezTo>
                    <a:pt x="17" y="53"/>
                    <a:pt x="17" y="53"/>
                    <a:pt x="18" y="53"/>
                  </a:cubicBezTo>
                  <a:cubicBezTo>
                    <a:pt x="18" y="53"/>
                    <a:pt x="19" y="52"/>
                    <a:pt x="21" y="50"/>
                  </a:cubicBezTo>
                  <a:cubicBezTo>
                    <a:pt x="23" y="49"/>
                    <a:pt x="24" y="48"/>
                    <a:pt x="25" y="48"/>
                  </a:cubicBezTo>
                  <a:cubicBezTo>
                    <a:pt x="26" y="47"/>
                    <a:pt x="27" y="47"/>
                    <a:pt x="28" y="47"/>
                  </a:cubicBezTo>
                  <a:cubicBezTo>
                    <a:pt x="29" y="46"/>
                    <a:pt x="30" y="46"/>
                    <a:pt x="31" y="46"/>
                  </a:cubicBezTo>
                  <a:cubicBezTo>
                    <a:pt x="31" y="45"/>
                    <a:pt x="33" y="45"/>
                    <a:pt x="34" y="45"/>
                  </a:cubicBezTo>
                  <a:cubicBezTo>
                    <a:pt x="36" y="45"/>
                    <a:pt x="39" y="44"/>
                    <a:pt x="42" y="44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5"/>
                    <a:pt x="51" y="46"/>
                    <a:pt x="51" y="47"/>
                  </a:cubicBezTo>
                  <a:cubicBezTo>
                    <a:pt x="52" y="47"/>
                    <a:pt x="52" y="48"/>
                    <a:pt x="53" y="49"/>
                  </a:cubicBezTo>
                  <a:cubicBezTo>
                    <a:pt x="53" y="52"/>
                    <a:pt x="52" y="54"/>
                    <a:pt x="52" y="55"/>
                  </a:cubicBezTo>
                  <a:cubicBezTo>
                    <a:pt x="51" y="57"/>
                    <a:pt x="50" y="58"/>
                    <a:pt x="49" y="58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2" y="56"/>
                    <a:pt x="38" y="57"/>
                    <a:pt x="35" y="57"/>
                  </a:cubicBezTo>
                  <a:cubicBezTo>
                    <a:pt x="32" y="57"/>
                    <a:pt x="29" y="58"/>
                    <a:pt x="25" y="58"/>
                  </a:cubicBezTo>
                  <a:cubicBezTo>
                    <a:pt x="21" y="59"/>
                    <a:pt x="18" y="60"/>
                    <a:pt x="16" y="62"/>
                  </a:cubicBezTo>
                  <a:cubicBezTo>
                    <a:pt x="14" y="64"/>
                    <a:pt x="13" y="66"/>
                    <a:pt x="12" y="69"/>
                  </a:cubicBezTo>
                  <a:cubicBezTo>
                    <a:pt x="12" y="70"/>
                    <a:pt x="12" y="71"/>
                    <a:pt x="12" y="72"/>
                  </a:cubicBezTo>
                  <a:cubicBezTo>
                    <a:pt x="12" y="73"/>
                    <a:pt x="11" y="75"/>
                    <a:pt x="11" y="77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1" y="81"/>
                    <a:pt x="11" y="83"/>
                    <a:pt x="10" y="85"/>
                  </a:cubicBezTo>
                  <a:cubicBezTo>
                    <a:pt x="10" y="87"/>
                    <a:pt x="10" y="88"/>
                    <a:pt x="10" y="90"/>
                  </a:cubicBezTo>
                  <a:cubicBezTo>
                    <a:pt x="10" y="90"/>
                    <a:pt x="10" y="90"/>
                    <a:pt x="10" y="91"/>
                  </a:cubicBezTo>
                  <a:cubicBezTo>
                    <a:pt x="10" y="91"/>
                    <a:pt x="11" y="91"/>
                    <a:pt x="11" y="91"/>
                  </a:cubicBezTo>
                  <a:cubicBezTo>
                    <a:pt x="13" y="91"/>
                    <a:pt x="15" y="91"/>
                    <a:pt x="16" y="90"/>
                  </a:cubicBezTo>
                  <a:cubicBezTo>
                    <a:pt x="18" y="90"/>
                    <a:pt x="19" y="90"/>
                    <a:pt x="19" y="90"/>
                  </a:cubicBezTo>
                  <a:cubicBezTo>
                    <a:pt x="21" y="90"/>
                    <a:pt x="22" y="91"/>
                    <a:pt x="23" y="91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0"/>
                    <a:pt x="29" y="90"/>
                    <a:pt x="31" y="89"/>
                  </a:cubicBezTo>
                  <a:cubicBezTo>
                    <a:pt x="32" y="88"/>
                    <a:pt x="34" y="88"/>
                    <a:pt x="35" y="88"/>
                  </a:cubicBezTo>
                  <a:cubicBezTo>
                    <a:pt x="36" y="88"/>
                    <a:pt x="38" y="88"/>
                    <a:pt x="39" y="88"/>
                  </a:cubicBezTo>
                  <a:cubicBezTo>
                    <a:pt x="41" y="87"/>
                    <a:pt x="42" y="87"/>
                    <a:pt x="43" y="87"/>
                  </a:cubicBezTo>
                  <a:cubicBezTo>
                    <a:pt x="45" y="86"/>
                    <a:pt x="46" y="86"/>
                    <a:pt x="47" y="85"/>
                  </a:cubicBezTo>
                  <a:cubicBezTo>
                    <a:pt x="49" y="85"/>
                    <a:pt x="50" y="84"/>
                    <a:pt x="51" y="84"/>
                  </a:cubicBezTo>
                  <a:cubicBezTo>
                    <a:pt x="52" y="84"/>
                    <a:pt x="52" y="83"/>
                    <a:pt x="53" y="83"/>
                  </a:cubicBezTo>
                  <a:cubicBezTo>
                    <a:pt x="54" y="83"/>
                    <a:pt x="55" y="82"/>
                    <a:pt x="56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594">
              <a:extLst>
                <a:ext uri="{FF2B5EF4-FFF2-40B4-BE49-F238E27FC236}">
                  <a16:creationId xmlns:a16="http://schemas.microsoft.com/office/drawing/2014/main" id="{45C2AF48-2DFD-4CC7-B1BD-8B2D8FCC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278"/>
              <a:ext cx="43" cy="98"/>
            </a:xfrm>
            <a:custGeom>
              <a:avLst/>
              <a:gdLst>
                <a:gd name="T0" fmla="*/ 29 w 52"/>
                <a:gd name="T1" fmla="*/ 63 h 110"/>
                <a:gd name="T2" fmla="*/ 22 w 52"/>
                <a:gd name="T3" fmla="*/ 65 h 110"/>
                <a:gd name="T4" fmla="*/ 7 w 52"/>
                <a:gd name="T5" fmla="*/ 77 h 110"/>
                <a:gd name="T6" fmla="*/ 4 w 52"/>
                <a:gd name="T7" fmla="*/ 77 h 110"/>
                <a:gd name="T8" fmla="*/ 1 w 52"/>
                <a:gd name="T9" fmla="*/ 75 h 110"/>
                <a:gd name="T10" fmla="*/ 2 w 52"/>
                <a:gd name="T11" fmla="*/ 69 h 110"/>
                <a:gd name="T12" fmla="*/ 14 w 52"/>
                <a:gd name="T13" fmla="*/ 61 h 110"/>
                <a:gd name="T14" fmla="*/ 15 w 52"/>
                <a:gd name="T15" fmla="*/ 63 h 110"/>
                <a:gd name="T16" fmla="*/ 12 w 52"/>
                <a:gd name="T17" fmla="*/ 68 h 110"/>
                <a:gd name="T18" fmla="*/ 15 w 52"/>
                <a:gd name="T19" fmla="*/ 66 h 110"/>
                <a:gd name="T20" fmla="*/ 17 w 52"/>
                <a:gd name="T21" fmla="*/ 61 h 110"/>
                <a:gd name="T22" fmla="*/ 18 w 52"/>
                <a:gd name="T23" fmla="*/ 60 h 110"/>
                <a:gd name="T24" fmla="*/ 18 w 52"/>
                <a:gd name="T25" fmla="*/ 54 h 110"/>
                <a:gd name="T26" fmla="*/ 12 w 52"/>
                <a:gd name="T27" fmla="*/ 45 h 110"/>
                <a:gd name="T28" fmla="*/ 7 w 52"/>
                <a:gd name="T29" fmla="*/ 41 h 110"/>
                <a:gd name="T30" fmla="*/ 6 w 52"/>
                <a:gd name="T31" fmla="*/ 38 h 110"/>
                <a:gd name="T32" fmla="*/ 5 w 52"/>
                <a:gd name="T33" fmla="*/ 37 h 110"/>
                <a:gd name="T34" fmla="*/ 2 w 52"/>
                <a:gd name="T35" fmla="*/ 33 h 110"/>
                <a:gd name="T36" fmla="*/ 2 w 52"/>
                <a:gd name="T37" fmla="*/ 24 h 110"/>
                <a:gd name="T38" fmla="*/ 5 w 52"/>
                <a:gd name="T39" fmla="*/ 20 h 110"/>
                <a:gd name="T40" fmla="*/ 8 w 52"/>
                <a:gd name="T41" fmla="*/ 13 h 110"/>
                <a:gd name="T42" fmla="*/ 15 w 52"/>
                <a:gd name="T43" fmla="*/ 7 h 110"/>
                <a:gd name="T44" fmla="*/ 18 w 52"/>
                <a:gd name="T45" fmla="*/ 4 h 110"/>
                <a:gd name="T46" fmla="*/ 22 w 52"/>
                <a:gd name="T47" fmla="*/ 4 h 110"/>
                <a:gd name="T48" fmla="*/ 26 w 52"/>
                <a:gd name="T49" fmla="*/ 0 h 110"/>
                <a:gd name="T50" fmla="*/ 30 w 52"/>
                <a:gd name="T51" fmla="*/ 4 h 110"/>
                <a:gd name="T52" fmla="*/ 28 w 52"/>
                <a:gd name="T53" fmla="*/ 10 h 110"/>
                <a:gd name="T54" fmla="*/ 17 w 52"/>
                <a:gd name="T55" fmla="*/ 19 h 110"/>
                <a:gd name="T56" fmla="*/ 15 w 52"/>
                <a:gd name="T57" fmla="*/ 18 h 110"/>
                <a:gd name="T58" fmla="*/ 19 w 52"/>
                <a:gd name="T59" fmla="*/ 12 h 110"/>
                <a:gd name="T60" fmla="*/ 18 w 52"/>
                <a:gd name="T61" fmla="*/ 12 h 110"/>
                <a:gd name="T62" fmla="*/ 12 w 52"/>
                <a:gd name="T63" fmla="*/ 19 h 110"/>
                <a:gd name="T64" fmla="*/ 11 w 52"/>
                <a:gd name="T65" fmla="*/ 27 h 110"/>
                <a:gd name="T66" fmla="*/ 14 w 52"/>
                <a:gd name="T67" fmla="*/ 34 h 110"/>
                <a:gd name="T68" fmla="*/ 22 w 52"/>
                <a:gd name="T69" fmla="*/ 45 h 110"/>
                <a:gd name="T70" fmla="*/ 25 w 52"/>
                <a:gd name="T71" fmla="*/ 49 h 110"/>
                <a:gd name="T72" fmla="*/ 26 w 52"/>
                <a:gd name="T73" fmla="*/ 54 h 110"/>
                <a:gd name="T74" fmla="*/ 26 w 52"/>
                <a:gd name="T75" fmla="*/ 60 h 110"/>
                <a:gd name="T76" fmla="*/ 27 w 52"/>
                <a:gd name="T77" fmla="*/ 60 h 11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2" h="110">
                  <a:moveTo>
                    <a:pt x="48" y="83"/>
                  </a:move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49" y="91"/>
                    <a:pt x="47" y="91"/>
                  </a:cubicBezTo>
                  <a:cubicBezTo>
                    <a:pt x="44" y="92"/>
                    <a:pt x="42" y="92"/>
                    <a:pt x="38" y="92"/>
                  </a:cubicBezTo>
                  <a:cubicBezTo>
                    <a:pt x="34" y="96"/>
                    <a:pt x="29" y="100"/>
                    <a:pt x="25" y="103"/>
                  </a:cubicBezTo>
                  <a:cubicBezTo>
                    <a:pt x="21" y="105"/>
                    <a:pt x="17" y="107"/>
                    <a:pt x="13" y="109"/>
                  </a:cubicBezTo>
                  <a:cubicBezTo>
                    <a:pt x="12" y="109"/>
                    <a:pt x="11" y="109"/>
                    <a:pt x="10" y="110"/>
                  </a:cubicBezTo>
                  <a:cubicBezTo>
                    <a:pt x="9" y="110"/>
                    <a:pt x="8" y="109"/>
                    <a:pt x="7" y="109"/>
                  </a:cubicBezTo>
                  <a:cubicBezTo>
                    <a:pt x="6" y="109"/>
                    <a:pt x="5" y="108"/>
                    <a:pt x="4" y="108"/>
                  </a:cubicBezTo>
                  <a:cubicBezTo>
                    <a:pt x="3" y="107"/>
                    <a:pt x="2" y="106"/>
                    <a:pt x="1" y="106"/>
                  </a:cubicBezTo>
                  <a:cubicBezTo>
                    <a:pt x="1" y="105"/>
                    <a:pt x="0" y="104"/>
                    <a:pt x="0" y="104"/>
                  </a:cubicBezTo>
                  <a:cubicBezTo>
                    <a:pt x="0" y="102"/>
                    <a:pt x="1" y="101"/>
                    <a:pt x="3" y="99"/>
                  </a:cubicBezTo>
                  <a:cubicBezTo>
                    <a:pt x="4" y="98"/>
                    <a:pt x="6" y="97"/>
                    <a:pt x="9" y="96"/>
                  </a:cubicBezTo>
                  <a:cubicBezTo>
                    <a:pt x="14" y="93"/>
                    <a:pt x="19" y="91"/>
                    <a:pt x="24" y="88"/>
                  </a:cubicBezTo>
                  <a:cubicBezTo>
                    <a:pt x="25" y="88"/>
                    <a:pt x="26" y="88"/>
                    <a:pt x="26" y="88"/>
                  </a:cubicBezTo>
                  <a:cubicBezTo>
                    <a:pt x="26" y="89"/>
                    <a:pt x="27" y="89"/>
                    <a:pt x="27" y="90"/>
                  </a:cubicBezTo>
                  <a:cubicBezTo>
                    <a:pt x="27" y="91"/>
                    <a:pt x="26" y="92"/>
                    <a:pt x="24" y="93"/>
                  </a:cubicBezTo>
                  <a:cubicBezTo>
                    <a:pt x="22" y="94"/>
                    <a:pt x="21" y="94"/>
                    <a:pt x="21" y="95"/>
                  </a:cubicBezTo>
                  <a:cubicBezTo>
                    <a:pt x="21" y="95"/>
                    <a:pt x="22" y="96"/>
                    <a:pt x="22" y="96"/>
                  </a:cubicBezTo>
                  <a:cubicBezTo>
                    <a:pt x="23" y="96"/>
                    <a:pt x="24" y="95"/>
                    <a:pt x="26" y="93"/>
                  </a:cubicBezTo>
                  <a:cubicBezTo>
                    <a:pt x="28" y="91"/>
                    <a:pt x="29" y="90"/>
                    <a:pt x="29" y="89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30" y="86"/>
                    <a:pt x="31" y="85"/>
                    <a:pt x="32" y="84"/>
                  </a:cubicBezTo>
                  <a:cubicBezTo>
                    <a:pt x="32" y="83"/>
                    <a:pt x="33" y="83"/>
                    <a:pt x="33" y="82"/>
                  </a:cubicBezTo>
                  <a:cubicBezTo>
                    <a:pt x="33" y="81"/>
                    <a:pt x="32" y="79"/>
                    <a:pt x="31" y="77"/>
                  </a:cubicBezTo>
                  <a:cubicBezTo>
                    <a:pt x="30" y="75"/>
                    <a:pt x="28" y="73"/>
                    <a:pt x="25" y="70"/>
                  </a:cubicBezTo>
                  <a:cubicBezTo>
                    <a:pt x="24" y="68"/>
                    <a:pt x="22" y="66"/>
                    <a:pt x="20" y="64"/>
                  </a:cubicBezTo>
                  <a:cubicBezTo>
                    <a:pt x="18" y="62"/>
                    <a:pt x="16" y="61"/>
                    <a:pt x="15" y="60"/>
                  </a:cubicBezTo>
                  <a:cubicBezTo>
                    <a:pt x="14" y="59"/>
                    <a:pt x="13" y="58"/>
                    <a:pt x="13" y="58"/>
                  </a:cubicBezTo>
                  <a:cubicBezTo>
                    <a:pt x="13" y="57"/>
                    <a:pt x="12" y="57"/>
                    <a:pt x="12" y="56"/>
                  </a:cubicBezTo>
                  <a:cubicBezTo>
                    <a:pt x="11" y="55"/>
                    <a:pt x="11" y="55"/>
                    <a:pt x="11" y="54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2"/>
                    <a:pt x="9" y="52"/>
                    <a:pt x="9" y="52"/>
                  </a:cubicBezTo>
                  <a:cubicBezTo>
                    <a:pt x="8" y="51"/>
                    <a:pt x="8" y="51"/>
                    <a:pt x="7" y="50"/>
                  </a:cubicBezTo>
                  <a:cubicBezTo>
                    <a:pt x="6" y="49"/>
                    <a:pt x="6" y="48"/>
                    <a:pt x="5" y="46"/>
                  </a:cubicBezTo>
                  <a:cubicBezTo>
                    <a:pt x="4" y="44"/>
                    <a:pt x="4" y="42"/>
                    <a:pt x="4" y="39"/>
                  </a:cubicBezTo>
                  <a:cubicBezTo>
                    <a:pt x="4" y="37"/>
                    <a:pt x="4" y="35"/>
                    <a:pt x="5" y="34"/>
                  </a:cubicBezTo>
                  <a:cubicBezTo>
                    <a:pt x="5" y="32"/>
                    <a:pt x="6" y="30"/>
                    <a:pt x="7" y="29"/>
                  </a:cubicBezTo>
                  <a:cubicBezTo>
                    <a:pt x="7" y="29"/>
                    <a:pt x="7" y="28"/>
                    <a:pt x="8" y="28"/>
                  </a:cubicBezTo>
                  <a:cubicBezTo>
                    <a:pt x="8" y="28"/>
                    <a:pt x="8" y="27"/>
                    <a:pt x="8" y="27"/>
                  </a:cubicBezTo>
                  <a:cubicBezTo>
                    <a:pt x="9" y="25"/>
                    <a:pt x="11" y="22"/>
                    <a:pt x="14" y="19"/>
                  </a:cubicBezTo>
                  <a:cubicBezTo>
                    <a:pt x="16" y="17"/>
                    <a:pt x="20" y="14"/>
                    <a:pt x="24" y="11"/>
                  </a:cubicBezTo>
                  <a:cubicBezTo>
                    <a:pt x="25" y="11"/>
                    <a:pt x="25" y="11"/>
                    <a:pt x="26" y="10"/>
                  </a:cubicBezTo>
                  <a:cubicBezTo>
                    <a:pt x="27" y="10"/>
                    <a:pt x="28" y="9"/>
                    <a:pt x="29" y="8"/>
                  </a:cubicBezTo>
                  <a:cubicBezTo>
                    <a:pt x="29" y="8"/>
                    <a:pt x="30" y="7"/>
                    <a:pt x="31" y="7"/>
                  </a:cubicBezTo>
                  <a:cubicBezTo>
                    <a:pt x="31" y="6"/>
                    <a:pt x="32" y="6"/>
                    <a:pt x="33" y="6"/>
                  </a:cubicBezTo>
                  <a:cubicBezTo>
                    <a:pt x="35" y="5"/>
                    <a:pt x="36" y="5"/>
                    <a:pt x="38" y="4"/>
                  </a:cubicBezTo>
                  <a:cubicBezTo>
                    <a:pt x="40" y="3"/>
                    <a:pt x="42" y="2"/>
                    <a:pt x="44" y="1"/>
                  </a:cubicBezTo>
                  <a:cubicBezTo>
                    <a:pt x="45" y="1"/>
                    <a:pt x="46" y="0"/>
                    <a:pt x="47" y="0"/>
                  </a:cubicBezTo>
                  <a:cubicBezTo>
                    <a:pt x="49" y="0"/>
                    <a:pt x="50" y="1"/>
                    <a:pt x="51" y="2"/>
                  </a:cubicBezTo>
                  <a:cubicBezTo>
                    <a:pt x="52" y="3"/>
                    <a:pt x="52" y="4"/>
                    <a:pt x="52" y="6"/>
                  </a:cubicBezTo>
                  <a:cubicBezTo>
                    <a:pt x="52" y="8"/>
                    <a:pt x="52" y="10"/>
                    <a:pt x="51" y="11"/>
                  </a:cubicBezTo>
                  <a:cubicBezTo>
                    <a:pt x="51" y="12"/>
                    <a:pt x="51" y="13"/>
                    <a:pt x="50" y="14"/>
                  </a:cubicBezTo>
                  <a:cubicBezTo>
                    <a:pt x="45" y="18"/>
                    <a:pt x="40" y="21"/>
                    <a:pt x="37" y="24"/>
                  </a:cubicBezTo>
                  <a:cubicBezTo>
                    <a:pt x="33" y="26"/>
                    <a:pt x="31" y="27"/>
                    <a:pt x="29" y="27"/>
                  </a:cubicBezTo>
                  <a:cubicBezTo>
                    <a:pt x="29" y="27"/>
                    <a:pt x="28" y="27"/>
                    <a:pt x="28" y="27"/>
                  </a:cubicBezTo>
                  <a:cubicBezTo>
                    <a:pt x="27" y="26"/>
                    <a:pt x="27" y="26"/>
                    <a:pt x="27" y="25"/>
                  </a:cubicBezTo>
                  <a:cubicBezTo>
                    <a:pt x="27" y="24"/>
                    <a:pt x="28" y="22"/>
                    <a:pt x="30" y="21"/>
                  </a:cubicBezTo>
                  <a:cubicBezTo>
                    <a:pt x="33" y="19"/>
                    <a:pt x="34" y="18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2" y="17"/>
                    <a:pt x="32" y="17"/>
                  </a:cubicBezTo>
                  <a:cubicBezTo>
                    <a:pt x="32" y="17"/>
                    <a:pt x="31" y="17"/>
                    <a:pt x="31" y="17"/>
                  </a:cubicBezTo>
                  <a:cubicBezTo>
                    <a:pt x="27" y="21"/>
                    <a:pt x="24" y="24"/>
                    <a:pt x="22" y="27"/>
                  </a:cubicBezTo>
                  <a:cubicBezTo>
                    <a:pt x="19" y="29"/>
                    <a:pt x="18" y="32"/>
                    <a:pt x="18" y="34"/>
                  </a:cubicBezTo>
                  <a:cubicBezTo>
                    <a:pt x="18" y="35"/>
                    <a:pt x="19" y="37"/>
                    <a:pt x="19" y="38"/>
                  </a:cubicBezTo>
                  <a:cubicBezTo>
                    <a:pt x="20" y="40"/>
                    <a:pt x="21" y="42"/>
                    <a:pt x="22" y="43"/>
                  </a:cubicBezTo>
                  <a:cubicBezTo>
                    <a:pt x="22" y="45"/>
                    <a:pt x="23" y="46"/>
                    <a:pt x="25" y="48"/>
                  </a:cubicBezTo>
                  <a:cubicBezTo>
                    <a:pt x="26" y="50"/>
                    <a:pt x="28" y="52"/>
                    <a:pt x="30" y="55"/>
                  </a:cubicBezTo>
                  <a:cubicBezTo>
                    <a:pt x="34" y="58"/>
                    <a:pt x="36" y="61"/>
                    <a:pt x="38" y="63"/>
                  </a:cubicBezTo>
                  <a:cubicBezTo>
                    <a:pt x="39" y="65"/>
                    <a:pt x="40" y="66"/>
                    <a:pt x="40" y="66"/>
                  </a:cubicBezTo>
                  <a:cubicBezTo>
                    <a:pt x="41" y="67"/>
                    <a:pt x="42" y="69"/>
                    <a:pt x="43" y="70"/>
                  </a:cubicBezTo>
                  <a:cubicBezTo>
                    <a:pt x="44" y="71"/>
                    <a:pt x="44" y="72"/>
                    <a:pt x="44" y="73"/>
                  </a:cubicBezTo>
                  <a:cubicBezTo>
                    <a:pt x="45" y="74"/>
                    <a:pt x="45" y="76"/>
                    <a:pt x="45" y="77"/>
                  </a:cubicBezTo>
                  <a:cubicBezTo>
                    <a:pt x="45" y="78"/>
                    <a:pt x="45" y="80"/>
                    <a:pt x="45" y="82"/>
                  </a:cubicBezTo>
                  <a:cubicBezTo>
                    <a:pt x="45" y="83"/>
                    <a:pt x="45" y="84"/>
                    <a:pt x="45" y="84"/>
                  </a:cubicBezTo>
                  <a:cubicBezTo>
                    <a:pt x="46" y="84"/>
                    <a:pt x="46" y="84"/>
                    <a:pt x="47" y="84"/>
                  </a:cubicBezTo>
                  <a:cubicBezTo>
                    <a:pt x="47" y="84"/>
                    <a:pt x="47" y="84"/>
                    <a:pt x="48" y="84"/>
                  </a:cubicBezTo>
                  <a:cubicBezTo>
                    <a:pt x="48" y="84"/>
                    <a:pt x="48" y="84"/>
                    <a:pt x="48" y="8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595">
              <a:extLst>
                <a:ext uri="{FF2B5EF4-FFF2-40B4-BE49-F238E27FC236}">
                  <a16:creationId xmlns:a16="http://schemas.microsoft.com/office/drawing/2014/main" id="{492C79E1-A70C-4EA6-98EB-5CA77ECDE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280"/>
              <a:ext cx="49" cy="92"/>
            </a:xfrm>
            <a:custGeom>
              <a:avLst/>
              <a:gdLst>
                <a:gd name="T0" fmla="*/ 34 w 59"/>
                <a:gd name="T1" fmla="*/ 61 h 104"/>
                <a:gd name="T2" fmla="*/ 31 w 59"/>
                <a:gd name="T3" fmla="*/ 64 h 104"/>
                <a:gd name="T4" fmla="*/ 27 w 59"/>
                <a:gd name="T5" fmla="*/ 65 h 104"/>
                <a:gd name="T6" fmla="*/ 23 w 59"/>
                <a:gd name="T7" fmla="*/ 67 h 104"/>
                <a:gd name="T8" fmla="*/ 18 w 59"/>
                <a:gd name="T9" fmla="*/ 70 h 104"/>
                <a:gd name="T10" fmla="*/ 12 w 59"/>
                <a:gd name="T11" fmla="*/ 72 h 104"/>
                <a:gd name="T12" fmla="*/ 8 w 59"/>
                <a:gd name="T13" fmla="*/ 72 h 104"/>
                <a:gd name="T14" fmla="*/ 5 w 59"/>
                <a:gd name="T15" fmla="*/ 72 h 104"/>
                <a:gd name="T16" fmla="*/ 2 w 59"/>
                <a:gd name="T17" fmla="*/ 71 h 104"/>
                <a:gd name="T18" fmla="*/ 2 w 59"/>
                <a:gd name="T19" fmla="*/ 68 h 104"/>
                <a:gd name="T20" fmla="*/ 0 w 59"/>
                <a:gd name="T21" fmla="*/ 65 h 104"/>
                <a:gd name="T22" fmla="*/ 1 w 59"/>
                <a:gd name="T23" fmla="*/ 58 h 104"/>
                <a:gd name="T24" fmla="*/ 1 w 59"/>
                <a:gd name="T25" fmla="*/ 57 h 104"/>
                <a:gd name="T26" fmla="*/ 1 w 59"/>
                <a:gd name="T27" fmla="*/ 56 h 104"/>
                <a:gd name="T28" fmla="*/ 2 w 59"/>
                <a:gd name="T29" fmla="*/ 44 h 104"/>
                <a:gd name="T30" fmla="*/ 2 w 59"/>
                <a:gd name="T31" fmla="*/ 34 h 104"/>
                <a:gd name="T32" fmla="*/ 6 w 59"/>
                <a:gd name="T33" fmla="*/ 15 h 104"/>
                <a:gd name="T34" fmla="*/ 8 w 59"/>
                <a:gd name="T35" fmla="*/ 11 h 104"/>
                <a:gd name="T36" fmla="*/ 10 w 59"/>
                <a:gd name="T37" fmla="*/ 9 h 104"/>
                <a:gd name="T38" fmla="*/ 12 w 59"/>
                <a:gd name="T39" fmla="*/ 7 h 104"/>
                <a:gd name="T40" fmla="*/ 14 w 59"/>
                <a:gd name="T41" fmla="*/ 4 h 104"/>
                <a:gd name="T42" fmla="*/ 21 w 59"/>
                <a:gd name="T43" fmla="*/ 1 h 104"/>
                <a:gd name="T44" fmla="*/ 24 w 59"/>
                <a:gd name="T45" fmla="*/ 0 h 104"/>
                <a:gd name="T46" fmla="*/ 27 w 59"/>
                <a:gd name="T47" fmla="*/ 0 h 104"/>
                <a:gd name="T48" fmla="*/ 27 w 59"/>
                <a:gd name="T49" fmla="*/ 0 h 104"/>
                <a:gd name="T50" fmla="*/ 30 w 59"/>
                <a:gd name="T51" fmla="*/ 0 h 104"/>
                <a:gd name="T52" fmla="*/ 33 w 59"/>
                <a:gd name="T53" fmla="*/ 3 h 104"/>
                <a:gd name="T54" fmla="*/ 33 w 59"/>
                <a:gd name="T55" fmla="*/ 10 h 104"/>
                <a:gd name="T56" fmla="*/ 29 w 59"/>
                <a:gd name="T57" fmla="*/ 11 h 104"/>
                <a:gd name="T58" fmla="*/ 18 w 59"/>
                <a:gd name="T59" fmla="*/ 11 h 104"/>
                <a:gd name="T60" fmla="*/ 18 w 59"/>
                <a:gd name="T61" fmla="*/ 11 h 104"/>
                <a:gd name="T62" fmla="*/ 15 w 59"/>
                <a:gd name="T63" fmla="*/ 12 h 104"/>
                <a:gd name="T64" fmla="*/ 13 w 59"/>
                <a:gd name="T65" fmla="*/ 17 h 104"/>
                <a:gd name="T66" fmla="*/ 12 w 59"/>
                <a:gd name="T67" fmla="*/ 26 h 104"/>
                <a:gd name="T68" fmla="*/ 10 w 59"/>
                <a:gd name="T69" fmla="*/ 33 h 104"/>
                <a:gd name="T70" fmla="*/ 10 w 59"/>
                <a:gd name="T71" fmla="*/ 35 h 104"/>
                <a:gd name="T72" fmla="*/ 10 w 59"/>
                <a:gd name="T73" fmla="*/ 37 h 104"/>
                <a:gd name="T74" fmla="*/ 14 w 59"/>
                <a:gd name="T75" fmla="*/ 33 h 104"/>
                <a:gd name="T76" fmla="*/ 18 w 59"/>
                <a:gd name="T77" fmla="*/ 32 h 104"/>
                <a:gd name="T78" fmla="*/ 25 w 59"/>
                <a:gd name="T79" fmla="*/ 31 h 104"/>
                <a:gd name="T80" fmla="*/ 27 w 59"/>
                <a:gd name="T81" fmla="*/ 31 h 104"/>
                <a:gd name="T82" fmla="*/ 30 w 59"/>
                <a:gd name="T83" fmla="*/ 33 h 104"/>
                <a:gd name="T84" fmla="*/ 30 w 59"/>
                <a:gd name="T85" fmla="*/ 38 h 104"/>
                <a:gd name="T86" fmla="*/ 26 w 59"/>
                <a:gd name="T87" fmla="*/ 39 h 104"/>
                <a:gd name="T88" fmla="*/ 15 w 59"/>
                <a:gd name="T89" fmla="*/ 40 h 104"/>
                <a:gd name="T90" fmla="*/ 7 w 59"/>
                <a:gd name="T91" fmla="*/ 48 h 104"/>
                <a:gd name="T92" fmla="*/ 6 w 59"/>
                <a:gd name="T93" fmla="*/ 53 h 104"/>
                <a:gd name="T94" fmla="*/ 6 w 59"/>
                <a:gd name="T95" fmla="*/ 58 h 104"/>
                <a:gd name="T96" fmla="*/ 6 w 59"/>
                <a:gd name="T97" fmla="*/ 64 h 104"/>
                <a:gd name="T98" fmla="*/ 10 w 59"/>
                <a:gd name="T99" fmla="*/ 63 h 104"/>
                <a:gd name="T100" fmla="*/ 13 w 59"/>
                <a:gd name="T101" fmla="*/ 64 h 104"/>
                <a:gd name="T102" fmla="*/ 18 w 59"/>
                <a:gd name="T103" fmla="*/ 62 h 104"/>
                <a:gd name="T104" fmla="*/ 22 w 59"/>
                <a:gd name="T105" fmla="*/ 61 h 104"/>
                <a:gd name="T106" fmla="*/ 27 w 59"/>
                <a:gd name="T107" fmla="*/ 58 h 104"/>
                <a:gd name="T108" fmla="*/ 31 w 59"/>
                <a:gd name="T109" fmla="*/ 58 h 1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9" h="104">
                  <a:moveTo>
                    <a:pt x="56" y="81"/>
                  </a:moveTo>
                  <a:cubicBezTo>
                    <a:pt x="59" y="88"/>
                    <a:pt x="59" y="88"/>
                    <a:pt x="59" y="88"/>
                  </a:cubicBezTo>
                  <a:cubicBezTo>
                    <a:pt x="58" y="88"/>
                    <a:pt x="58" y="89"/>
                    <a:pt x="57" y="89"/>
                  </a:cubicBezTo>
                  <a:cubicBezTo>
                    <a:pt x="56" y="90"/>
                    <a:pt x="55" y="91"/>
                    <a:pt x="54" y="91"/>
                  </a:cubicBezTo>
                  <a:cubicBezTo>
                    <a:pt x="53" y="92"/>
                    <a:pt x="52" y="92"/>
                    <a:pt x="51" y="93"/>
                  </a:cubicBezTo>
                  <a:cubicBezTo>
                    <a:pt x="49" y="93"/>
                    <a:pt x="48" y="94"/>
                    <a:pt x="46" y="95"/>
                  </a:cubicBezTo>
                  <a:cubicBezTo>
                    <a:pt x="44" y="96"/>
                    <a:pt x="43" y="96"/>
                    <a:pt x="42" y="97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39" y="98"/>
                    <a:pt x="37" y="98"/>
                  </a:cubicBezTo>
                  <a:cubicBezTo>
                    <a:pt x="35" y="99"/>
                    <a:pt x="33" y="100"/>
                    <a:pt x="31" y="101"/>
                  </a:cubicBezTo>
                  <a:cubicBezTo>
                    <a:pt x="29" y="101"/>
                    <a:pt x="28" y="102"/>
                    <a:pt x="26" y="102"/>
                  </a:cubicBezTo>
                  <a:cubicBezTo>
                    <a:pt x="24" y="103"/>
                    <a:pt x="23" y="103"/>
                    <a:pt x="21" y="104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3" y="104"/>
                    <a:pt x="12" y="104"/>
                    <a:pt x="11" y="104"/>
                  </a:cubicBezTo>
                  <a:cubicBezTo>
                    <a:pt x="10" y="104"/>
                    <a:pt x="9" y="104"/>
                    <a:pt x="8" y="104"/>
                  </a:cubicBezTo>
                  <a:cubicBezTo>
                    <a:pt x="7" y="104"/>
                    <a:pt x="6" y="103"/>
                    <a:pt x="5" y="103"/>
                  </a:cubicBezTo>
                  <a:cubicBezTo>
                    <a:pt x="5" y="103"/>
                    <a:pt x="4" y="102"/>
                    <a:pt x="4" y="10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4" y="98"/>
                    <a:pt x="4" y="98"/>
                    <a:pt x="4" y="98"/>
                  </a:cubicBezTo>
                  <a:cubicBezTo>
                    <a:pt x="3" y="98"/>
                    <a:pt x="1" y="98"/>
                    <a:pt x="1" y="98"/>
                  </a:cubicBezTo>
                  <a:cubicBezTo>
                    <a:pt x="0" y="97"/>
                    <a:pt x="0" y="96"/>
                    <a:pt x="0" y="95"/>
                  </a:cubicBezTo>
                  <a:cubicBezTo>
                    <a:pt x="0" y="94"/>
                    <a:pt x="0" y="93"/>
                    <a:pt x="0" y="91"/>
                  </a:cubicBezTo>
                  <a:cubicBezTo>
                    <a:pt x="0" y="90"/>
                    <a:pt x="0" y="87"/>
                    <a:pt x="1" y="85"/>
                  </a:cubicBezTo>
                  <a:cubicBezTo>
                    <a:pt x="1" y="84"/>
                    <a:pt x="1" y="84"/>
                    <a:pt x="1" y="83"/>
                  </a:cubicBezTo>
                  <a:cubicBezTo>
                    <a:pt x="1" y="82"/>
                    <a:pt x="1" y="82"/>
                    <a:pt x="1" y="81"/>
                  </a:cubicBezTo>
                  <a:cubicBezTo>
                    <a:pt x="1" y="81"/>
                    <a:pt x="1" y="81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" y="78"/>
                    <a:pt x="1" y="75"/>
                    <a:pt x="2" y="73"/>
                  </a:cubicBezTo>
                  <a:cubicBezTo>
                    <a:pt x="2" y="70"/>
                    <a:pt x="2" y="67"/>
                    <a:pt x="3" y="63"/>
                  </a:cubicBezTo>
                  <a:cubicBezTo>
                    <a:pt x="3" y="61"/>
                    <a:pt x="4" y="58"/>
                    <a:pt x="4" y="55"/>
                  </a:cubicBezTo>
                  <a:cubicBezTo>
                    <a:pt x="4" y="53"/>
                    <a:pt x="4" y="51"/>
                    <a:pt x="4" y="49"/>
                  </a:cubicBezTo>
                  <a:cubicBezTo>
                    <a:pt x="6" y="41"/>
                    <a:pt x="7" y="33"/>
                    <a:pt x="9" y="25"/>
                  </a:cubicBezTo>
                  <a:cubicBezTo>
                    <a:pt x="10" y="23"/>
                    <a:pt x="10" y="22"/>
                    <a:pt x="11" y="21"/>
                  </a:cubicBezTo>
                  <a:cubicBezTo>
                    <a:pt x="12" y="19"/>
                    <a:pt x="13" y="18"/>
                    <a:pt x="14" y="17"/>
                  </a:cubicBezTo>
                  <a:cubicBezTo>
                    <a:pt x="14" y="17"/>
                    <a:pt x="15" y="16"/>
                    <a:pt x="15" y="16"/>
                  </a:cubicBezTo>
                  <a:cubicBezTo>
                    <a:pt x="15" y="16"/>
                    <a:pt x="15" y="15"/>
                    <a:pt x="16" y="15"/>
                  </a:cubicBezTo>
                  <a:cubicBezTo>
                    <a:pt x="16" y="14"/>
                    <a:pt x="17" y="13"/>
                    <a:pt x="17" y="12"/>
                  </a:cubicBezTo>
                  <a:cubicBezTo>
                    <a:pt x="17" y="12"/>
                    <a:pt x="18" y="12"/>
                    <a:pt x="18" y="12"/>
                  </a:cubicBezTo>
                  <a:cubicBezTo>
                    <a:pt x="19" y="11"/>
                    <a:pt x="20" y="11"/>
                    <a:pt x="21" y="10"/>
                  </a:cubicBezTo>
                  <a:cubicBezTo>
                    <a:pt x="22" y="10"/>
                    <a:pt x="22" y="9"/>
                    <a:pt x="23" y="9"/>
                  </a:cubicBezTo>
                  <a:cubicBezTo>
                    <a:pt x="23" y="8"/>
                    <a:pt x="24" y="7"/>
                    <a:pt x="25" y="7"/>
                  </a:cubicBezTo>
                  <a:cubicBezTo>
                    <a:pt x="27" y="6"/>
                    <a:pt x="28" y="4"/>
                    <a:pt x="30" y="3"/>
                  </a:cubicBezTo>
                  <a:cubicBezTo>
                    <a:pt x="32" y="2"/>
                    <a:pt x="34" y="1"/>
                    <a:pt x="36" y="1"/>
                  </a:cubicBezTo>
                  <a:cubicBezTo>
                    <a:pt x="37" y="1"/>
                    <a:pt x="38" y="1"/>
                    <a:pt x="39" y="1"/>
                  </a:cubicBezTo>
                  <a:cubicBezTo>
                    <a:pt x="40" y="1"/>
                    <a:pt x="41" y="1"/>
                    <a:pt x="42" y="0"/>
                  </a:cubicBezTo>
                  <a:cubicBezTo>
                    <a:pt x="43" y="0"/>
                    <a:pt x="44" y="0"/>
                    <a:pt x="45" y="0"/>
                  </a:cubicBezTo>
                  <a:cubicBezTo>
                    <a:pt x="45" y="0"/>
                    <a:pt x="46" y="0"/>
                    <a:pt x="46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8" y="0"/>
                    <a:pt x="48" y="0"/>
                  </a:cubicBezTo>
                  <a:cubicBezTo>
                    <a:pt x="49" y="0"/>
                    <a:pt x="49" y="0"/>
                    <a:pt x="50" y="0"/>
                  </a:cubicBezTo>
                  <a:cubicBezTo>
                    <a:pt x="51" y="0"/>
                    <a:pt x="52" y="0"/>
                    <a:pt x="52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5" y="1"/>
                    <a:pt x="57" y="2"/>
                    <a:pt x="58" y="3"/>
                  </a:cubicBezTo>
                  <a:cubicBezTo>
                    <a:pt x="59" y="4"/>
                    <a:pt x="59" y="5"/>
                    <a:pt x="59" y="7"/>
                  </a:cubicBezTo>
                  <a:cubicBezTo>
                    <a:pt x="59" y="10"/>
                    <a:pt x="59" y="12"/>
                    <a:pt x="58" y="14"/>
                  </a:cubicBezTo>
                  <a:cubicBezTo>
                    <a:pt x="57" y="16"/>
                    <a:pt x="56" y="16"/>
                    <a:pt x="55" y="16"/>
                  </a:cubicBezTo>
                  <a:cubicBezTo>
                    <a:pt x="54" y="16"/>
                    <a:pt x="53" y="16"/>
                    <a:pt x="51" y="15"/>
                  </a:cubicBezTo>
                  <a:cubicBezTo>
                    <a:pt x="50" y="14"/>
                    <a:pt x="46" y="13"/>
                    <a:pt x="41" y="13"/>
                  </a:cubicBezTo>
                  <a:cubicBezTo>
                    <a:pt x="38" y="14"/>
                    <a:pt x="36" y="14"/>
                    <a:pt x="33" y="15"/>
                  </a:cubicBezTo>
                  <a:cubicBezTo>
                    <a:pt x="33" y="15"/>
                    <a:pt x="33" y="15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8" y="15"/>
                    <a:pt x="27" y="16"/>
                    <a:pt x="26" y="17"/>
                  </a:cubicBezTo>
                  <a:cubicBezTo>
                    <a:pt x="26" y="19"/>
                    <a:pt x="25" y="20"/>
                    <a:pt x="23" y="23"/>
                  </a:cubicBezTo>
                  <a:cubicBezTo>
                    <a:pt x="23" y="23"/>
                    <a:pt x="23" y="24"/>
                    <a:pt x="23" y="24"/>
                  </a:cubicBezTo>
                  <a:cubicBezTo>
                    <a:pt x="23" y="25"/>
                    <a:pt x="23" y="26"/>
                    <a:pt x="23" y="27"/>
                  </a:cubicBezTo>
                  <a:cubicBezTo>
                    <a:pt x="22" y="30"/>
                    <a:pt x="21" y="34"/>
                    <a:pt x="20" y="37"/>
                  </a:cubicBezTo>
                  <a:cubicBezTo>
                    <a:pt x="19" y="40"/>
                    <a:pt x="19" y="43"/>
                    <a:pt x="18" y="45"/>
                  </a:cubicBezTo>
                  <a:cubicBezTo>
                    <a:pt x="18" y="47"/>
                    <a:pt x="17" y="48"/>
                    <a:pt x="17" y="48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50"/>
                    <a:pt x="17" y="50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7" y="53"/>
                    <a:pt x="18" y="53"/>
                    <a:pt x="18" y="53"/>
                  </a:cubicBezTo>
                  <a:cubicBezTo>
                    <a:pt x="19" y="53"/>
                    <a:pt x="20" y="52"/>
                    <a:pt x="21" y="50"/>
                  </a:cubicBezTo>
                  <a:cubicBezTo>
                    <a:pt x="23" y="49"/>
                    <a:pt x="24" y="48"/>
                    <a:pt x="25" y="48"/>
                  </a:cubicBezTo>
                  <a:cubicBezTo>
                    <a:pt x="26" y="47"/>
                    <a:pt x="27" y="47"/>
                    <a:pt x="28" y="47"/>
                  </a:cubicBezTo>
                  <a:cubicBezTo>
                    <a:pt x="29" y="46"/>
                    <a:pt x="30" y="46"/>
                    <a:pt x="31" y="46"/>
                  </a:cubicBezTo>
                  <a:cubicBezTo>
                    <a:pt x="32" y="45"/>
                    <a:pt x="33" y="45"/>
                    <a:pt x="35" y="45"/>
                  </a:cubicBezTo>
                  <a:cubicBezTo>
                    <a:pt x="37" y="45"/>
                    <a:pt x="39" y="44"/>
                    <a:pt x="43" y="44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5"/>
                    <a:pt x="51" y="46"/>
                    <a:pt x="52" y="47"/>
                  </a:cubicBezTo>
                  <a:cubicBezTo>
                    <a:pt x="52" y="47"/>
                    <a:pt x="52" y="48"/>
                    <a:pt x="53" y="49"/>
                  </a:cubicBezTo>
                  <a:cubicBezTo>
                    <a:pt x="53" y="52"/>
                    <a:pt x="53" y="54"/>
                    <a:pt x="52" y="55"/>
                  </a:cubicBezTo>
                  <a:cubicBezTo>
                    <a:pt x="51" y="57"/>
                    <a:pt x="50" y="58"/>
                    <a:pt x="49" y="58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2" y="56"/>
                    <a:pt x="39" y="57"/>
                    <a:pt x="35" y="57"/>
                  </a:cubicBezTo>
                  <a:cubicBezTo>
                    <a:pt x="32" y="57"/>
                    <a:pt x="29" y="58"/>
                    <a:pt x="26" y="58"/>
                  </a:cubicBezTo>
                  <a:cubicBezTo>
                    <a:pt x="22" y="59"/>
                    <a:pt x="19" y="60"/>
                    <a:pt x="16" y="62"/>
                  </a:cubicBezTo>
                  <a:cubicBezTo>
                    <a:pt x="14" y="64"/>
                    <a:pt x="13" y="66"/>
                    <a:pt x="13" y="69"/>
                  </a:cubicBezTo>
                  <a:cubicBezTo>
                    <a:pt x="13" y="70"/>
                    <a:pt x="13" y="71"/>
                    <a:pt x="12" y="72"/>
                  </a:cubicBezTo>
                  <a:cubicBezTo>
                    <a:pt x="12" y="73"/>
                    <a:pt x="12" y="75"/>
                    <a:pt x="11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1" y="81"/>
                    <a:pt x="11" y="83"/>
                    <a:pt x="11" y="85"/>
                  </a:cubicBezTo>
                  <a:cubicBezTo>
                    <a:pt x="10" y="87"/>
                    <a:pt x="10" y="88"/>
                    <a:pt x="10" y="90"/>
                  </a:cubicBezTo>
                  <a:cubicBezTo>
                    <a:pt x="10" y="90"/>
                    <a:pt x="10" y="90"/>
                    <a:pt x="11" y="91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3" y="91"/>
                    <a:pt x="15" y="91"/>
                    <a:pt x="17" y="90"/>
                  </a:cubicBezTo>
                  <a:cubicBezTo>
                    <a:pt x="18" y="90"/>
                    <a:pt x="19" y="90"/>
                    <a:pt x="20" y="90"/>
                  </a:cubicBezTo>
                  <a:cubicBezTo>
                    <a:pt x="21" y="90"/>
                    <a:pt x="22" y="91"/>
                    <a:pt x="23" y="91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0"/>
                    <a:pt x="29" y="90"/>
                    <a:pt x="31" y="89"/>
                  </a:cubicBezTo>
                  <a:cubicBezTo>
                    <a:pt x="33" y="88"/>
                    <a:pt x="34" y="88"/>
                    <a:pt x="35" y="88"/>
                  </a:cubicBezTo>
                  <a:cubicBezTo>
                    <a:pt x="37" y="88"/>
                    <a:pt x="38" y="88"/>
                    <a:pt x="40" y="88"/>
                  </a:cubicBezTo>
                  <a:cubicBezTo>
                    <a:pt x="41" y="87"/>
                    <a:pt x="42" y="87"/>
                    <a:pt x="44" y="87"/>
                  </a:cubicBezTo>
                  <a:cubicBezTo>
                    <a:pt x="45" y="86"/>
                    <a:pt x="46" y="86"/>
                    <a:pt x="48" y="85"/>
                  </a:cubicBezTo>
                  <a:cubicBezTo>
                    <a:pt x="49" y="85"/>
                    <a:pt x="50" y="84"/>
                    <a:pt x="51" y="84"/>
                  </a:cubicBezTo>
                  <a:cubicBezTo>
                    <a:pt x="52" y="84"/>
                    <a:pt x="53" y="83"/>
                    <a:pt x="53" y="83"/>
                  </a:cubicBezTo>
                  <a:cubicBezTo>
                    <a:pt x="54" y="83"/>
                    <a:pt x="55" y="82"/>
                    <a:pt x="56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Rectangle 1596">
              <a:extLst>
                <a:ext uri="{FF2B5EF4-FFF2-40B4-BE49-F238E27FC236}">
                  <a16:creationId xmlns:a16="http://schemas.microsoft.com/office/drawing/2014/main" id="{DF80B972-A0B6-4088-96EA-B37723C7F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0" y="2387"/>
              <a:ext cx="297" cy="4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5" name="Rectangle 1597">
              <a:extLst>
                <a:ext uri="{FF2B5EF4-FFF2-40B4-BE49-F238E27FC236}">
                  <a16:creationId xmlns:a16="http://schemas.microsoft.com/office/drawing/2014/main" id="{D47B9F63-34FE-4E11-ABD5-57C48A3CC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0" y="2386"/>
              <a:ext cx="296" cy="478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6" name="Line 1598">
              <a:extLst>
                <a:ext uri="{FF2B5EF4-FFF2-40B4-BE49-F238E27FC236}">
                  <a16:creationId xmlns:a16="http://schemas.microsoft.com/office/drawing/2014/main" id="{114C5C61-8486-4620-83DD-1C0833628C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" y="2386"/>
              <a:ext cx="1" cy="47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Line 1599">
              <a:extLst>
                <a:ext uri="{FF2B5EF4-FFF2-40B4-BE49-F238E27FC236}">
                  <a16:creationId xmlns:a16="http://schemas.microsoft.com/office/drawing/2014/main" id="{E64879A8-BCBC-45C9-B638-DF38399D0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4" y="2386"/>
              <a:ext cx="1" cy="47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Line 1600">
              <a:extLst>
                <a:ext uri="{FF2B5EF4-FFF2-40B4-BE49-F238E27FC236}">
                  <a16:creationId xmlns:a16="http://schemas.microsoft.com/office/drawing/2014/main" id="{E671388D-3125-42D9-89F2-2813DD7280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5" y="2484"/>
              <a:ext cx="215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Line 1601">
              <a:extLst>
                <a:ext uri="{FF2B5EF4-FFF2-40B4-BE49-F238E27FC236}">
                  <a16:creationId xmlns:a16="http://schemas.microsoft.com/office/drawing/2014/main" id="{2CAE17BD-6B99-4A95-B55C-98D053151A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5" y="2581"/>
              <a:ext cx="215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Line 1602">
              <a:extLst>
                <a:ext uri="{FF2B5EF4-FFF2-40B4-BE49-F238E27FC236}">
                  <a16:creationId xmlns:a16="http://schemas.microsoft.com/office/drawing/2014/main" id="{3CDA412B-D30A-483D-B58D-B54590274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5" y="2677"/>
              <a:ext cx="215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Line 1603">
              <a:extLst>
                <a:ext uri="{FF2B5EF4-FFF2-40B4-BE49-F238E27FC236}">
                  <a16:creationId xmlns:a16="http://schemas.microsoft.com/office/drawing/2014/main" id="{C40EC3C9-CE9A-42BF-9374-E2FB360723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5" y="2770"/>
              <a:ext cx="215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Line 1604">
              <a:extLst>
                <a:ext uri="{FF2B5EF4-FFF2-40B4-BE49-F238E27FC236}">
                  <a16:creationId xmlns:a16="http://schemas.microsoft.com/office/drawing/2014/main" id="{FC16E16A-5F48-473B-9595-756EDCABE3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6" y="2484"/>
              <a:ext cx="214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Line 1605">
              <a:extLst>
                <a:ext uri="{FF2B5EF4-FFF2-40B4-BE49-F238E27FC236}">
                  <a16:creationId xmlns:a16="http://schemas.microsoft.com/office/drawing/2014/main" id="{4FDB0350-ADAA-4BC6-9235-7DED9037F3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6" y="2581"/>
              <a:ext cx="214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Line 1606">
              <a:extLst>
                <a:ext uri="{FF2B5EF4-FFF2-40B4-BE49-F238E27FC236}">
                  <a16:creationId xmlns:a16="http://schemas.microsoft.com/office/drawing/2014/main" id="{4F78118B-64AE-46DC-9452-ABAB1CFAA7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6" y="2677"/>
              <a:ext cx="214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Line 1607">
              <a:extLst>
                <a:ext uri="{FF2B5EF4-FFF2-40B4-BE49-F238E27FC236}">
                  <a16:creationId xmlns:a16="http://schemas.microsoft.com/office/drawing/2014/main" id="{1632D650-5FAD-468C-AD3A-06C9A2A29C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6" y="2770"/>
              <a:ext cx="214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Oval 1608">
              <a:extLst>
                <a:ext uri="{FF2B5EF4-FFF2-40B4-BE49-F238E27FC236}">
                  <a16:creationId xmlns:a16="http://schemas.microsoft.com/office/drawing/2014/main" id="{4F8BE3C1-0D41-4D98-A6B5-1E12664F0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" y="2612"/>
              <a:ext cx="220" cy="236"/>
            </a:xfrm>
            <a:prstGeom prst="ellipse">
              <a:avLst/>
            </a:prstGeom>
            <a:solidFill>
              <a:srgbClr val="E3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7" name="Line 1609">
              <a:extLst>
                <a:ext uri="{FF2B5EF4-FFF2-40B4-BE49-F238E27FC236}">
                  <a16:creationId xmlns:a16="http://schemas.microsoft.com/office/drawing/2014/main" id="{261F0051-C33B-43CA-AF2B-CFE47C283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9" y="2387"/>
              <a:ext cx="1" cy="477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Oval 1610">
              <a:extLst>
                <a:ext uri="{FF2B5EF4-FFF2-40B4-BE49-F238E27FC236}">
                  <a16:creationId xmlns:a16="http://schemas.microsoft.com/office/drawing/2014/main" id="{C9E477BB-238A-4DFA-834C-12EF78384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6" y="2577"/>
              <a:ext cx="21" cy="2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9" name="Oval 1611">
              <a:extLst>
                <a:ext uri="{FF2B5EF4-FFF2-40B4-BE49-F238E27FC236}">
                  <a16:creationId xmlns:a16="http://schemas.microsoft.com/office/drawing/2014/main" id="{11B5D398-99D4-492B-91A9-A06E80DB5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1" y="2577"/>
              <a:ext cx="21" cy="2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0" name="Rectangle 1612">
              <a:extLst>
                <a:ext uri="{FF2B5EF4-FFF2-40B4-BE49-F238E27FC236}">
                  <a16:creationId xmlns:a16="http://schemas.microsoft.com/office/drawing/2014/main" id="{70851F3D-7361-4AD7-8BC9-8EC5EAC01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2268"/>
              <a:ext cx="728" cy="596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1" name="Freeform 1613">
              <a:extLst>
                <a:ext uri="{FF2B5EF4-FFF2-40B4-BE49-F238E27FC236}">
                  <a16:creationId xmlns:a16="http://schemas.microsoft.com/office/drawing/2014/main" id="{9338DEDB-1FBC-4719-8B3E-FA8E60892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393"/>
              <a:ext cx="97" cy="86"/>
            </a:xfrm>
            <a:custGeom>
              <a:avLst/>
              <a:gdLst>
                <a:gd name="T0" fmla="*/ 1 w 117"/>
                <a:gd name="T1" fmla="*/ 67 h 97"/>
                <a:gd name="T2" fmla="*/ 1 w 117"/>
                <a:gd name="T3" fmla="*/ 0 h 97"/>
                <a:gd name="T4" fmla="*/ 66 w 117"/>
                <a:gd name="T5" fmla="*/ 0 h 97"/>
                <a:gd name="T6" fmla="*/ 1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" y="9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1614">
              <a:extLst>
                <a:ext uri="{FF2B5EF4-FFF2-40B4-BE49-F238E27FC236}">
                  <a16:creationId xmlns:a16="http://schemas.microsoft.com/office/drawing/2014/main" id="{1DA9142D-CCD6-4F3B-9B35-76ED6D42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393"/>
              <a:ext cx="97" cy="86"/>
            </a:xfrm>
            <a:custGeom>
              <a:avLst/>
              <a:gdLst>
                <a:gd name="T0" fmla="*/ 1 w 117"/>
                <a:gd name="T1" fmla="*/ 67 h 97"/>
                <a:gd name="T2" fmla="*/ 1 w 117"/>
                <a:gd name="T3" fmla="*/ 0 h 97"/>
                <a:gd name="T4" fmla="*/ 66 w 117"/>
                <a:gd name="T5" fmla="*/ 0 h 97"/>
                <a:gd name="T6" fmla="*/ 1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" y="9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1615">
              <a:extLst>
                <a:ext uri="{FF2B5EF4-FFF2-40B4-BE49-F238E27FC236}">
                  <a16:creationId xmlns:a16="http://schemas.microsoft.com/office/drawing/2014/main" id="{FF347DEB-65E8-4EE6-B1F1-2606C375C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490"/>
              <a:ext cx="97" cy="85"/>
            </a:xfrm>
            <a:custGeom>
              <a:avLst/>
              <a:gdLst>
                <a:gd name="T0" fmla="*/ 1 w 117"/>
                <a:gd name="T1" fmla="*/ 66 h 96"/>
                <a:gd name="T2" fmla="*/ 1 w 117"/>
                <a:gd name="T3" fmla="*/ 0 h 96"/>
                <a:gd name="T4" fmla="*/ 66 w 117"/>
                <a:gd name="T5" fmla="*/ 0 h 96"/>
                <a:gd name="T6" fmla="*/ 1 w 117"/>
                <a:gd name="T7" fmla="*/ 66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6">
                  <a:moveTo>
                    <a:pt x="1" y="96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1616">
              <a:extLst>
                <a:ext uri="{FF2B5EF4-FFF2-40B4-BE49-F238E27FC236}">
                  <a16:creationId xmlns:a16="http://schemas.microsoft.com/office/drawing/2014/main" id="{C0C95D22-22AC-4019-83FE-3160B52F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490"/>
              <a:ext cx="97" cy="85"/>
            </a:xfrm>
            <a:custGeom>
              <a:avLst/>
              <a:gdLst>
                <a:gd name="T0" fmla="*/ 1 w 117"/>
                <a:gd name="T1" fmla="*/ 66 h 96"/>
                <a:gd name="T2" fmla="*/ 1 w 117"/>
                <a:gd name="T3" fmla="*/ 0 h 96"/>
                <a:gd name="T4" fmla="*/ 66 w 117"/>
                <a:gd name="T5" fmla="*/ 0 h 96"/>
                <a:gd name="T6" fmla="*/ 1 w 117"/>
                <a:gd name="T7" fmla="*/ 66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6">
                  <a:moveTo>
                    <a:pt x="1" y="96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617">
              <a:extLst>
                <a:ext uri="{FF2B5EF4-FFF2-40B4-BE49-F238E27FC236}">
                  <a16:creationId xmlns:a16="http://schemas.microsoft.com/office/drawing/2014/main" id="{569B9193-EAD9-495D-8672-9961BA0E3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587"/>
              <a:ext cx="97" cy="86"/>
            </a:xfrm>
            <a:custGeom>
              <a:avLst/>
              <a:gdLst>
                <a:gd name="T0" fmla="*/ 1 w 117"/>
                <a:gd name="T1" fmla="*/ 67 h 97"/>
                <a:gd name="T2" fmla="*/ 1 w 117"/>
                <a:gd name="T3" fmla="*/ 0 h 97"/>
                <a:gd name="T4" fmla="*/ 66 w 117"/>
                <a:gd name="T5" fmla="*/ 0 h 97"/>
                <a:gd name="T6" fmla="*/ 1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" y="9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618">
              <a:extLst>
                <a:ext uri="{FF2B5EF4-FFF2-40B4-BE49-F238E27FC236}">
                  <a16:creationId xmlns:a16="http://schemas.microsoft.com/office/drawing/2014/main" id="{7355E6AC-38AA-4C57-B6F4-D35E4752B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681"/>
              <a:ext cx="97" cy="86"/>
            </a:xfrm>
            <a:custGeom>
              <a:avLst/>
              <a:gdLst>
                <a:gd name="T0" fmla="*/ 1 w 117"/>
                <a:gd name="T1" fmla="*/ 67 h 97"/>
                <a:gd name="T2" fmla="*/ 1 w 117"/>
                <a:gd name="T3" fmla="*/ 0 h 97"/>
                <a:gd name="T4" fmla="*/ 66 w 117"/>
                <a:gd name="T5" fmla="*/ 0 h 97"/>
                <a:gd name="T6" fmla="*/ 1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" y="9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619">
              <a:extLst>
                <a:ext uri="{FF2B5EF4-FFF2-40B4-BE49-F238E27FC236}">
                  <a16:creationId xmlns:a16="http://schemas.microsoft.com/office/drawing/2014/main" id="{6A7B19E3-A343-49D2-9A0B-0C7F421B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774"/>
              <a:ext cx="97" cy="86"/>
            </a:xfrm>
            <a:custGeom>
              <a:avLst/>
              <a:gdLst>
                <a:gd name="T0" fmla="*/ 1 w 117"/>
                <a:gd name="T1" fmla="*/ 67 h 97"/>
                <a:gd name="T2" fmla="*/ 1 w 117"/>
                <a:gd name="T3" fmla="*/ 0 h 97"/>
                <a:gd name="T4" fmla="*/ 66 w 117"/>
                <a:gd name="T5" fmla="*/ 0 h 97"/>
                <a:gd name="T6" fmla="*/ 1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" y="9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620">
              <a:extLst>
                <a:ext uri="{FF2B5EF4-FFF2-40B4-BE49-F238E27FC236}">
                  <a16:creationId xmlns:a16="http://schemas.microsoft.com/office/drawing/2014/main" id="{06B9EDA2-6071-445A-BD53-727B9F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774"/>
              <a:ext cx="97" cy="86"/>
            </a:xfrm>
            <a:custGeom>
              <a:avLst/>
              <a:gdLst>
                <a:gd name="T0" fmla="*/ 1 w 117"/>
                <a:gd name="T1" fmla="*/ 67 h 97"/>
                <a:gd name="T2" fmla="*/ 1 w 117"/>
                <a:gd name="T3" fmla="*/ 0 h 97"/>
                <a:gd name="T4" fmla="*/ 66 w 117"/>
                <a:gd name="T5" fmla="*/ 0 h 97"/>
                <a:gd name="T6" fmla="*/ 1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" y="9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1621">
              <a:extLst>
                <a:ext uri="{FF2B5EF4-FFF2-40B4-BE49-F238E27FC236}">
                  <a16:creationId xmlns:a16="http://schemas.microsoft.com/office/drawing/2014/main" id="{1639A7A4-0F0F-445B-9AA9-F6483B0C1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681"/>
              <a:ext cx="97" cy="85"/>
            </a:xfrm>
            <a:custGeom>
              <a:avLst/>
              <a:gdLst>
                <a:gd name="T0" fmla="*/ 1 w 117"/>
                <a:gd name="T1" fmla="*/ 65 h 97"/>
                <a:gd name="T2" fmla="*/ 1 w 117"/>
                <a:gd name="T3" fmla="*/ 0 h 97"/>
                <a:gd name="T4" fmla="*/ 66 w 117"/>
                <a:gd name="T5" fmla="*/ 0 h 97"/>
                <a:gd name="T6" fmla="*/ 1 w 117"/>
                <a:gd name="T7" fmla="*/ 6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" y="9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4"/>
                    <a:pt x="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1622">
              <a:extLst>
                <a:ext uri="{FF2B5EF4-FFF2-40B4-BE49-F238E27FC236}">
                  <a16:creationId xmlns:a16="http://schemas.microsoft.com/office/drawing/2014/main" id="{47B99D87-E345-46B7-9B7B-E995471E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587"/>
              <a:ext cx="97" cy="86"/>
            </a:xfrm>
            <a:custGeom>
              <a:avLst/>
              <a:gdLst>
                <a:gd name="T0" fmla="*/ 1 w 117"/>
                <a:gd name="T1" fmla="*/ 67 h 97"/>
                <a:gd name="T2" fmla="*/ 1 w 117"/>
                <a:gd name="T3" fmla="*/ 0 h 97"/>
                <a:gd name="T4" fmla="*/ 66 w 117"/>
                <a:gd name="T5" fmla="*/ 0 h 97"/>
                <a:gd name="T6" fmla="*/ 1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" y="9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4"/>
                    <a:pt x="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623">
              <a:extLst>
                <a:ext uri="{FF2B5EF4-FFF2-40B4-BE49-F238E27FC236}">
                  <a16:creationId xmlns:a16="http://schemas.microsoft.com/office/drawing/2014/main" id="{53606F76-FD94-4064-B3A3-CE0B8F34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393"/>
              <a:ext cx="97" cy="86"/>
            </a:xfrm>
            <a:custGeom>
              <a:avLst/>
              <a:gdLst>
                <a:gd name="T0" fmla="*/ 2 w 117"/>
                <a:gd name="T1" fmla="*/ 67 h 97"/>
                <a:gd name="T2" fmla="*/ 2 w 117"/>
                <a:gd name="T3" fmla="*/ 0 h 97"/>
                <a:gd name="T4" fmla="*/ 66 w 117"/>
                <a:gd name="T5" fmla="*/ 0 h 97"/>
                <a:gd name="T6" fmla="*/ 2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2" y="9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2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624">
              <a:extLst>
                <a:ext uri="{FF2B5EF4-FFF2-40B4-BE49-F238E27FC236}">
                  <a16:creationId xmlns:a16="http://schemas.microsoft.com/office/drawing/2014/main" id="{0ABC3176-3BB8-4A2A-BD92-9F0033B6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2393"/>
              <a:ext cx="97" cy="86"/>
            </a:xfrm>
            <a:custGeom>
              <a:avLst/>
              <a:gdLst>
                <a:gd name="T0" fmla="*/ 1 w 117"/>
                <a:gd name="T1" fmla="*/ 67 h 97"/>
                <a:gd name="T2" fmla="*/ 1 w 117"/>
                <a:gd name="T3" fmla="*/ 0 h 97"/>
                <a:gd name="T4" fmla="*/ 66 w 117"/>
                <a:gd name="T5" fmla="*/ 0 h 97"/>
                <a:gd name="T6" fmla="*/ 1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" y="9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625">
              <a:extLst>
                <a:ext uri="{FF2B5EF4-FFF2-40B4-BE49-F238E27FC236}">
                  <a16:creationId xmlns:a16="http://schemas.microsoft.com/office/drawing/2014/main" id="{B5969017-13DA-4B73-913A-94FB0CA72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2490"/>
              <a:ext cx="97" cy="85"/>
            </a:xfrm>
            <a:custGeom>
              <a:avLst/>
              <a:gdLst>
                <a:gd name="T0" fmla="*/ 1 w 117"/>
                <a:gd name="T1" fmla="*/ 66 h 96"/>
                <a:gd name="T2" fmla="*/ 1 w 117"/>
                <a:gd name="T3" fmla="*/ 0 h 96"/>
                <a:gd name="T4" fmla="*/ 66 w 117"/>
                <a:gd name="T5" fmla="*/ 0 h 96"/>
                <a:gd name="T6" fmla="*/ 1 w 117"/>
                <a:gd name="T7" fmla="*/ 66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6">
                  <a:moveTo>
                    <a:pt x="1" y="96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1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1626">
              <a:extLst>
                <a:ext uri="{FF2B5EF4-FFF2-40B4-BE49-F238E27FC236}">
                  <a16:creationId xmlns:a16="http://schemas.microsoft.com/office/drawing/2014/main" id="{5BF02373-E160-4034-8345-C80B8ED6B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490"/>
              <a:ext cx="97" cy="85"/>
            </a:xfrm>
            <a:custGeom>
              <a:avLst/>
              <a:gdLst>
                <a:gd name="T0" fmla="*/ 2 w 117"/>
                <a:gd name="T1" fmla="*/ 66 h 96"/>
                <a:gd name="T2" fmla="*/ 2 w 117"/>
                <a:gd name="T3" fmla="*/ 0 h 96"/>
                <a:gd name="T4" fmla="*/ 66 w 117"/>
                <a:gd name="T5" fmla="*/ 0 h 96"/>
                <a:gd name="T6" fmla="*/ 2 w 117"/>
                <a:gd name="T7" fmla="*/ 66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6">
                  <a:moveTo>
                    <a:pt x="2" y="96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2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1627">
              <a:extLst>
                <a:ext uri="{FF2B5EF4-FFF2-40B4-BE49-F238E27FC236}">
                  <a16:creationId xmlns:a16="http://schemas.microsoft.com/office/drawing/2014/main" id="{066CF699-D379-4D6E-A25D-55A25495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587"/>
              <a:ext cx="97" cy="86"/>
            </a:xfrm>
            <a:custGeom>
              <a:avLst/>
              <a:gdLst>
                <a:gd name="T0" fmla="*/ 2 w 117"/>
                <a:gd name="T1" fmla="*/ 67 h 97"/>
                <a:gd name="T2" fmla="*/ 2 w 117"/>
                <a:gd name="T3" fmla="*/ 0 h 97"/>
                <a:gd name="T4" fmla="*/ 66 w 117"/>
                <a:gd name="T5" fmla="*/ 0 h 97"/>
                <a:gd name="T6" fmla="*/ 2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2" y="9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2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628">
              <a:extLst>
                <a:ext uri="{FF2B5EF4-FFF2-40B4-BE49-F238E27FC236}">
                  <a16:creationId xmlns:a16="http://schemas.microsoft.com/office/drawing/2014/main" id="{BDCE3BA7-5870-4355-B396-89269F726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681"/>
              <a:ext cx="97" cy="86"/>
            </a:xfrm>
            <a:custGeom>
              <a:avLst/>
              <a:gdLst>
                <a:gd name="T0" fmla="*/ 2 w 117"/>
                <a:gd name="T1" fmla="*/ 67 h 97"/>
                <a:gd name="T2" fmla="*/ 2 w 117"/>
                <a:gd name="T3" fmla="*/ 0 h 97"/>
                <a:gd name="T4" fmla="*/ 66 w 117"/>
                <a:gd name="T5" fmla="*/ 0 h 97"/>
                <a:gd name="T6" fmla="*/ 2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2" y="9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2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629">
              <a:extLst>
                <a:ext uri="{FF2B5EF4-FFF2-40B4-BE49-F238E27FC236}">
                  <a16:creationId xmlns:a16="http://schemas.microsoft.com/office/drawing/2014/main" id="{8AFDE7C3-3AE1-4F80-9810-EEB129219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774"/>
              <a:ext cx="97" cy="86"/>
            </a:xfrm>
            <a:custGeom>
              <a:avLst/>
              <a:gdLst>
                <a:gd name="T0" fmla="*/ 2 w 117"/>
                <a:gd name="T1" fmla="*/ 67 h 97"/>
                <a:gd name="T2" fmla="*/ 2 w 117"/>
                <a:gd name="T3" fmla="*/ 0 h 97"/>
                <a:gd name="T4" fmla="*/ 66 w 117"/>
                <a:gd name="T5" fmla="*/ 0 h 97"/>
                <a:gd name="T6" fmla="*/ 2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2" y="9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2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1630">
              <a:extLst>
                <a:ext uri="{FF2B5EF4-FFF2-40B4-BE49-F238E27FC236}">
                  <a16:creationId xmlns:a16="http://schemas.microsoft.com/office/drawing/2014/main" id="{9DF38430-00E6-46CD-A609-25F93A70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774"/>
              <a:ext cx="97" cy="86"/>
            </a:xfrm>
            <a:custGeom>
              <a:avLst/>
              <a:gdLst>
                <a:gd name="T0" fmla="*/ 2 w 117"/>
                <a:gd name="T1" fmla="*/ 67 h 97"/>
                <a:gd name="T2" fmla="*/ 2 w 117"/>
                <a:gd name="T3" fmla="*/ 0 h 97"/>
                <a:gd name="T4" fmla="*/ 66 w 117"/>
                <a:gd name="T5" fmla="*/ 0 h 97"/>
                <a:gd name="T6" fmla="*/ 2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2" y="9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3"/>
                    <a:pt x="2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631">
              <a:extLst>
                <a:ext uri="{FF2B5EF4-FFF2-40B4-BE49-F238E27FC236}">
                  <a16:creationId xmlns:a16="http://schemas.microsoft.com/office/drawing/2014/main" id="{432FD7F2-25ED-4F28-949A-816768FE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681"/>
              <a:ext cx="97" cy="85"/>
            </a:xfrm>
            <a:custGeom>
              <a:avLst/>
              <a:gdLst>
                <a:gd name="T0" fmla="*/ 2 w 117"/>
                <a:gd name="T1" fmla="*/ 65 h 97"/>
                <a:gd name="T2" fmla="*/ 2 w 117"/>
                <a:gd name="T3" fmla="*/ 0 h 97"/>
                <a:gd name="T4" fmla="*/ 66 w 117"/>
                <a:gd name="T5" fmla="*/ 0 h 97"/>
                <a:gd name="T6" fmla="*/ 2 w 117"/>
                <a:gd name="T7" fmla="*/ 6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2" y="9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4"/>
                    <a:pt x="2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632">
              <a:extLst>
                <a:ext uri="{FF2B5EF4-FFF2-40B4-BE49-F238E27FC236}">
                  <a16:creationId xmlns:a16="http://schemas.microsoft.com/office/drawing/2014/main" id="{F944BB34-6A8E-4B3B-890F-B8DE219A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587"/>
              <a:ext cx="97" cy="86"/>
            </a:xfrm>
            <a:custGeom>
              <a:avLst/>
              <a:gdLst>
                <a:gd name="T0" fmla="*/ 2 w 117"/>
                <a:gd name="T1" fmla="*/ 67 h 97"/>
                <a:gd name="T2" fmla="*/ 2 w 117"/>
                <a:gd name="T3" fmla="*/ 0 h 97"/>
                <a:gd name="T4" fmla="*/ 66 w 117"/>
                <a:gd name="T5" fmla="*/ 0 h 97"/>
                <a:gd name="T6" fmla="*/ 2 w 117"/>
                <a:gd name="T7" fmla="*/ 6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2" y="9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0" y="4"/>
                    <a:pt x="2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1633">
              <a:extLst>
                <a:ext uri="{FF2B5EF4-FFF2-40B4-BE49-F238E27FC236}">
                  <a16:creationId xmlns:a16="http://schemas.microsoft.com/office/drawing/2014/main" id="{0FEE6C93-B903-4F5C-9CFA-8B4C415E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994"/>
              <a:ext cx="171" cy="131"/>
            </a:xfrm>
            <a:custGeom>
              <a:avLst/>
              <a:gdLst>
                <a:gd name="T0" fmla="*/ 0 w 206"/>
                <a:gd name="T1" fmla="*/ 58 h 148"/>
                <a:gd name="T2" fmla="*/ 118 w 206"/>
                <a:gd name="T3" fmla="*/ 0 h 148"/>
                <a:gd name="T4" fmla="*/ 0 w 206"/>
                <a:gd name="T5" fmla="*/ 58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148">
                  <a:moveTo>
                    <a:pt x="0" y="85"/>
                  </a:moveTo>
                  <a:cubicBezTo>
                    <a:pt x="0" y="85"/>
                    <a:pt x="129" y="130"/>
                    <a:pt x="206" y="0"/>
                  </a:cubicBezTo>
                  <a:cubicBezTo>
                    <a:pt x="206" y="0"/>
                    <a:pt x="138" y="148"/>
                    <a:pt x="0" y="85"/>
                  </a:cubicBez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634">
              <a:extLst>
                <a:ext uri="{FF2B5EF4-FFF2-40B4-BE49-F238E27FC236}">
                  <a16:creationId xmlns:a16="http://schemas.microsoft.com/office/drawing/2014/main" id="{FCFE0693-74C8-41D2-9640-C893DA8F0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165"/>
              <a:ext cx="291" cy="121"/>
            </a:xfrm>
            <a:custGeom>
              <a:avLst/>
              <a:gdLst>
                <a:gd name="T0" fmla="*/ 0 w 351"/>
                <a:gd name="T1" fmla="*/ 26 h 137"/>
                <a:gd name="T2" fmla="*/ 200 w 351"/>
                <a:gd name="T3" fmla="*/ 0 h 137"/>
                <a:gd name="T4" fmla="*/ 0 w 351"/>
                <a:gd name="T5" fmla="*/ 26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1" h="137">
                  <a:moveTo>
                    <a:pt x="0" y="37"/>
                  </a:moveTo>
                  <a:cubicBezTo>
                    <a:pt x="0" y="37"/>
                    <a:pt x="120" y="115"/>
                    <a:pt x="351" y="0"/>
                  </a:cubicBezTo>
                  <a:cubicBezTo>
                    <a:pt x="351" y="0"/>
                    <a:pt x="144" y="137"/>
                    <a:pt x="0" y="37"/>
                  </a:cubicBez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635">
              <a:extLst>
                <a:ext uri="{FF2B5EF4-FFF2-40B4-BE49-F238E27FC236}">
                  <a16:creationId xmlns:a16="http://schemas.microsoft.com/office/drawing/2014/main" id="{A08A5604-0F9E-4100-B25B-5D30683E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159"/>
              <a:ext cx="266" cy="11"/>
            </a:xfrm>
            <a:custGeom>
              <a:avLst/>
              <a:gdLst>
                <a:gd name="T0" fmla="*/ 0 w 321"/>
                <a:gd name="T1" fmla="*/ 0 h 13"/>
                <a:gd name="T2" fmla="*/ 182 w 321"/>
                <a:gd name="T3" fmla="*/ 0 h 13"/>
                <a:gd name="T4" fmla="*/ 0 w 3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1" h="13">
                  <a:moveTo>
                    <a:pt x="0" y="0"/>
                  </a:move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27" y="13"/>
                    <a:pt x="0" y="0"/>
                  </a:cubicBez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636">
              <a:extLst>
                <a:ext uri="{FF2B5EF4-FFF2-40B4-BE49-F238E27FC236}">
                  <a16:creationId xmlns:a16="http://schemas.microsoft.com/office/drawing/2014/main" id="{8FA2AB29-7743-4957-BB1B-6B6322419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278"/>
              <a:ext cx="159" cy="100"/>
            </a:xfrm>
            <a:custGeom>
              <a:avLst/>
              <a:gdLst>
                <a:gd name="T0" fmla="*/ 0 w 192"/>
                <a:gd name="T1" fmla="*/ 78 h 113"/>
                <a:gd name="T2" fmla="*/ 0 w 192"/>
                <a:gd name="T3" fmla="*/ 0 h 113"/>
                <a:gd name="T4" fmla="*/ 109 w 192"/>
                <a:gd name="T5" fmla="*/ 0 h 113"/>
                <a:gd name="T6" fmla="*/ 0 w 192"/>
                <a:gd name="T7" fmla="*/ 78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13">
                  <a:moveTo>
                    <a:pt x="0" y="11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2" y="0"/>
                    <a:pt x="0" y="16"/>
                    <a:pt x="0" y="113"/>
                  </a:cubicBezTo>
                  <a:close/>
                </a:path>
              </a:pathLst>
            </a:custGeom>
            <a:solidFill>
              <a:srgbClr val="E74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>
            <a:extLst>
              <a:ext uri="{FF2B5EF4-FFF2-40B4-BE49-F238E27FC236}">
                <a16:creationId xmlns:a16="http://schemas.microsoft.com/office/drawing/2014/main" id="{CC8AC0C8-DFF0-4040-BEB9-9CB3245BC6F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Miscellaneous (1)</a:t>
            </a:r>
          </a:p>
        </p:txBody>
      </p:sp>
      <p:grpSp>
        <p:nvGrpSpPr>
          <p:cNvPr id="43010" name="microwave-oven-kitchen-appliance">
            <a:extLst>
              <a:ext uri="{FF2B5EF4-FFF2-40B4-BE49-F238E27FC236}">
                <a16:creationId xmlns:a16="http://schemas.microsoft.com/office/drawing/2014/main" id="{5C74DF8C-6CBB-4A3E-BBFF-F2419C79971A}"/>
              </a:ext>
            </a:extLst>
          </p:cNvPr>
          <p:cNvGrpSpPr>
            <a:grpSpLocks/>
          </p:cNvGrpSpPr>
          <p:nvPr/>
        </p:nvGrpSpPr>
        <p:grpSpPr bwMode="auto">
          <a:xfrm>
            <a:off x="2389188" y="1720850"/>
            <a:ext cx="3295650" cy="2130425"/>
            <a:chOff x="461" y="856"/>
            <a:chExt cx="1593" cy="1030"/>
          </a:xfrm>
        </p:grpSpPr>
        <p:sp>
          <p:nvSpPr>
            <p:cNvPr id="43324" name="Freeform 4">
              <a:extLst>
                <a:ext uri="{FF2B5EF4-FFF2-40B4-BE49-F238E27FC236}">
                  <a16:creationId xmlns:a16="http://schemas.microsoft.com/office/drawing/2014/main" id="{C082C56D-E62F-43E3-A637-6132DB6D8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856"/>
              <a:ext cx="1580" cy="75"/>
            </a:xfrm>
            <a:custGeom>
              <a:avLst/>
              <a:gdLst>
                <a:gd name="T0" fmla="*/ 105 w 1580"/>
                <a:gd name="T1" fmla="*/ 0 h 75"/>
                <a:gd name="T2" fmla="*/ 0 w 1580"/>
                <a:gd name="T3" fmla="*/ 75 h 75"/>
                <a:gd name="T4" fmla="*/ 1580 w 1580"/>
                <a:gd name="T5" fmla="*/ 75 h 75"/>
                <a:gd name="T6" fmla="*/ 1478 w 1580"/>
                <a:gd name="T7" fmla="*/ 1 h 75"/>
                <a:gd name="T8" fmla="*/ 105 w 1580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0" h="75">
                  <a:moveTo>
                    <a:pt x="105" y="0"/>
                  </a:moveTo>
                  <a:lnTo>
                    <a:pt x="0" y="75"/>
                  </a:lnTo>
                  <a:lnTo>
                    <a:pt x="1580" y="75"/>
                  </a:lnTo>
                  <a:lnTo>
                    <a:pt x="1478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DEDEF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25" name="Freeform 5">
              <a:extLst>
                <a:ext uri="{FF2B5EF4-FFF2-40B4-BE49-F238E27FC236}">
                  <a16:creationId xmlns:a16="http://schemas.microsoft.com/office/drawing/2014/main" id="{AE22F65A-1BAF-4D89-8369-28AAF545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920"/>
              <a:ext cx="1593" cy="965"/>
            </a:xfrm>
            <a:custGeom>
              <a:avLst/>
              <a:gdLst>
                <a:gd name="T0" fmla="*/ 1204 w 1832"/>
                <a:gd name="T1" fmla="*/ 804 h 1040"/>
                <a:gd name="T2" fmla="*/ 1182 w 1832"/>
                <a:gd name="T3" fmla="*/ 830 h 1040"/>
                <a:gd name="T4" fmla="*/ 23 w 1832"/>
                <a:gd name="T5" fmla="*/ 830 h 1040"/>
                <a:gd name="T6" fmla="*/ 0 w 1832"/>
                <a:gd name="T7" fmla="*/ 804 h 1040"/>
                <a:gd name="T8" fmla="*/ 0 w 1832"/>
                <a:gd name="T9" fmla="*/ 28 h 1040"/>
                <a:gd name="T10" fmla="*/ 23 w 1832"/>
                <a:gd name="T11" fmla="*/ 0 h 1040"/>
                <a:gd name="T12" fmla="*/ 1182 w 1832"/>
                <a:gd name="T13" fmla="*/ 0 h 1040"/>
                <a:gd name="T14" fmla="*/ 1204 w 1832"/>
                <a:gd name="T15" fmla="*/ 28 h 1040"/>
                <a:gd name="T16" fmla="*/ 1204 w 1832"/>
                <a:gd name="T17" fmla="*/ 804 h 10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2" h="1040">
                  <a:moveTo>
                    <a:pt x="1832" y="1006"/>
                  </a:moveTo>
                  <a:cubicBezTo>
                    <a:pt x="1832" y="1025"/>
                    <a:pt x="1816" y="1040"/>
                    <a:pt x="1798" y="1040"/>
                  </a:cubicBezTo>
                  <a:cubicBezTo>
                    <a:pt x="34" y="1040"/>
                    <a:pt x="34" y="1040"/>
                    <a:pt x="34" y="1040"/>
                  </a:cubicBezTo>
                  <a:cubicBezTo>
                    <a:pt x="15" y="1040"/>
                    <a:pt x="0" y="1025"/>
                    <a:pt x="0" y="1006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16" y="0"/>
                    <a:pt x="1832" y="16"/>
                    <a:pt x="1832" y="34"/>
                  </a:cubicBezTo>
                  <a:lnTo>
                    <a:pt x="1832" y="1006"/>
                  </a:lnTo>
                  <a:close/>
                </a:path>
              </a:pathLst>
            </a:custGeom>
            <a:solidFill>
              <a:srgbClr val="E6E6E8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Oval 6">
              <a:extLst>
                <a:ext uri="{FF2B5EF4-FFF2-40B4-BE49-F238E27FC236}">
                  <a16:creationId xmlns:a16="http://schemas.microsoft.com/office/drawing/2014/main" id="{B1B2BFA7-D068-49E6-B3B5-81A1A0645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5" y="1194"/>
              <a:ext cx="151" cy="160"/>
            </a:xfrm>
            <a:prstGeom prst="ellipse">
              <a:avLst/>
            </a:prstGeom>
            <a:solidFill>
              <a:srgbClr val="AAAACB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27" name="Freeform 7">
              <a:extLst>
                <a:ext uri="{FF2B5EF4-FFF2-40B4-BE49-F238E27FC236}">
                  <a16:creationId xmlns:a16="http://schemas.microsoft.com/office/drawing/2014/main" id="{1740DDD0-11BD-4EF6-AEAD-E9143C547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194"/>
              <a:ext cx="117" cy="158"/>
            </a:xfrm>
            <a:custGeom>
              <a:avLst/>
              <a:gdLst>
                <a:gd name="T0" fmla="*/ 18 w 134"/>
                <a:gd name="T1" fmla="*/ 79 h 170"/>
                <a:gd name="T2" fmla="*/ 76 w 134"/>
                <a:gd name="T3" fmla="*/ 8 h 170"/>
                <a:gd name="T4" fmla="*/ 89 w 134"/>
                <a:gd name="T5" fmla="*/ 11 h 170"/>
                <a:gd name="T6" fmla="*/ 58 w 134"/>
                <a:gd name="T7" fmla="*/ 0 h 170"/>
                <a:gd name="T8" fmla="*/ 0 w 134"/>
                <a:gd name="T9" fmla="*/ 69 h 170"/>
                <a:gd name="T10" fmla="*/ 45 w 134"/>
                <a:gd name="T11" fmla="*/ 137 h 170"/>
                <a:gd name="T12" fmla="*/ 18 w 134"/>
                <a:gd name="T13" fmla="*/ 79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0">
                  <a:moveTo>
                    <a:pt x="28" y="98"/>
                  </a:moveTo>
                  <a:cubicBezTo>
                    <a:pt x="28" y="50"/>
                    <a:pt x="67" y="11"/>
                    <a:pt x="114" y="11"/>
                  </a:cubicBezTo>
                  <a:cubicBezTo>
                    <a:pt x="121" y="11"/>
                    <a:pt x="128" y="12"/>
                    <a:pt x="134" y="14"/>
                  </a:cubicBezTo>
                  <a:cubicBezTo>
                    <a:pt x="121" y="5"/>
                    <a:pt x="104" y="0"/>
                    <a:pt x="87" y="0"/>
                  </a:cubicBezTo>
                  <a:cubicBezTo>
                    <a:pt x="39" y="0"/>
                    <a:pt x="0" y="38"/>
                    <a:pt x="0" y="86"/>
                  </a:cubicBezTo>
                  <a:cubicBezTo>
                    <a:pt x="0" y="127"/>
                    <a:pt x="29" y="161"/>
                    <a:pt x="67" y="170"/>
                  </a:cubicBezTo>
                  <a:cubicBezTo>
                    <a:pt x="43" y="155"/>
                    <a:pt x="28" y="128"/>
                    <a:pt x="28" y="98"/>
                  </a:cubicBezTo>
                  <a:close/>
                </a:path>
              </a:pathLst>
            </a:custGeom>
            <a:solidFill>
              <a:srgbClr val="C1C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8" name="Freeform 8">
              <a:extLst>
                <a:ext uri="{FF2B5EF4-FFF2-40B4-BE49-F238E27FC236}">
                  <a16:creationId xmlns:a16="http://schemas.microsoft.com/office/drawing/2014/main" id="{C1440EB4-8C83-44F0-A034-67491BD5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256"/>
              <a:ext cx="43" cy="98"/>
            </a:xfrm>
            <a:custGeom>
              <a:avLst/>
              <a:gdLst>
                <a:gd name="T0" fmla="*/ 33 w 49"/>
                <a:gd name="T1" fmla="*/ 64 h 106"/>
                <a:gd name="T2" fmla="*/ 17 w 49"/>
                <a:gd name="T3" fmla="*/ 84 h 106"/>
                <a:gd name="T4" fmla="*/ 17 w 49"/>
                <a:gd name="T5" fmla="*/ 84 h 106"/>
                <a:gd name="T6" fmla="*/ 0 w 49"/>
                <a:gd name="T7" fmla="*/ 64 h 106"/>
                <a:gd name="T8" fmla="*/ 0 w 49"/>
                <a:gd name="T9" fmla="*/ 18 h 106"/>
                <a:gd name="T10" fmla="*/ 17 w 49"/>
                <a:gd name="T11" fmla="*/ 0 h 106"/>
                <a:gd name="T12" fmla="*/ 17 w 49"/>
                <a:gd name="T13" fmla="*/ 0 h 106"/>
                <a:gd name="T14" fmla="*/ 33 w 49"/>
                <a:gd name="T15" fmla="*/ 18 h 106"/>
                <a:gd name="T16" fmla="*/ 33 w 49"/>
                <a:gd name="T17" fmla="*/ 64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106">
                  <a:moveTo>
                    <a:pt x="49" y="81"/>
                  </a:moveTo>
                  <a:cubicBezTo>
                    <a:pt x="49" y="95"/>
                    <a:pt x="38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11" y="106"/>
                    <a:pt x="0" y="95"/>
                    <a:pt x="0" y="8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8" y="0"/>
                    <a:pt x="49" y="11"/>
                    <a:pt x="49" y="24"/>
                  </a:cubicBezTo>
                  <a:lnTo>
                    <a:pt x="49" y="81"/>
                  </a:lnTo>
                  <a:close/>
                </a:path>
              </a:pathLst>
            </a:custGeom>
            <a:solidFill>
              <a:srgbClr val="AAAACB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29" name="Freeform 9">
              <a:extLst>
                <a:ext uri="{FF2B5EF4-FFF2-40B4-BE49-F238E27FC236}">
                  <a16:creationId xmlns:a16="http://schemas.microsoft.com/office/drawing/2014/main" id="{92ACFC19-699F-4261-A0BE-3F216F7B3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257"/>
              <a:ext cx="43" cy="98"/>
            </a:xfrm>
            <a:custGeom>
              <a:avLst/>
              <a:gdLst>
                <a:gd name="T0" fmla="*/ 33 w 49"/>
                <a:gd name="T1" fmla="*/ 64 h 106"/>
                <a:gd name="T2" fmla="*/ 17 w 49"/>
                <a:gd name="T3" fmla="*/ 84 h 106"/>
                <a:gd name="T4" fmla="*/ 17 w 49"/>
                <a:gd name="T5" fmla="*/ 84 h 106"/>
                <a:gd name="T6" fmla="*/ 0 w 49"/>
                <a:gd name="T7" fmla="*/ 64 h 106"/>
                <a:gd name="T8" fmla="*/ 0 w 49"/>
                <a:gd name="T9" fmla="*/ 18 h 106"/>
                <a:gd name="T10" fmla="*/ 17 w 49"/>
                <a:gd name="T11" fmla="*/ 0 h 106"/>
                <a:gd name="T12" fmla="*/ 17 w 49"/>
                <a:gd name="T13" fmla="*/ 0 h 106"/>
                <a:gd name="T14" fmla="*/ 33 w 49"/>
                <a:gd name="T15" fmla="*/ 18 h 106"/>
                <a:gd name="T16" fmla="*/ 33 w 49"/>
                <a:gd name="T17" fmla="*/ 64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106">
                  <a:moveTo>
                    <a:pt x="49" y="81"/>
                  </a:moveTo>
                  <a:cubicBezTo>
                    <a:pt x="49" y="95"/>
                    <a:pt x="38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11" y="106"/>
                    <a:pt x="0" y="95"/>
                    <a:pt x="0" y="8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8" y="0"/>
                    <a:pt x="49" y="11"/>
                    <a:pt x="49" y="24"/>
                  </a:cubicBezTo>
                  <a:lnTo>
                    <a:pt x="49" y="81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Freeform 10">
              <a:extLst>
                <a:ext uri="{FF2B5EF4-FFF2-40B4-BE49-F238E27FC236}">
                  <a16:creationId xmlns:a16="http://schemas.microsoft.com/office/drawing/2014/main" id="{5380B3CA-3981-44E3-8D4E-9B3049F13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266"/>
              <a:ext cx="20" cy="80"/>
            </a:xfrm>
            <a:custGeom>
              <a:avLst/>
              <a:gdLst>
                <a:gd name="T0" fmla="*/ 15 w 23"/>
                <a:gd name="T1" fmla="*/ 53 h 86"/>
                <a:gd name="T2" fmla="*/ 8 w 23"/>
                <a:gd name="T3" fmla="*/ 69 h 86"/>
                <a:gd name="T4" fmla="*/ 8 w 23"/>
                <a:gd name="T5" fmla="*/ 69 h 86"/>
                <a:gd name="T6" fmla="*/ 0 w 23"/>
                <a:gd name="T7" fmla="*/ 53 h 86"/>
                <a:gd name="T8" fmla="*/ 0 w 23"/>
                <a:gd name="T9" fmla="*/ 17 h 86"/>
                <a:gd name="T10" fmla="*/ 8 w 23"/>
                <a:gd name="T11" fmla="*/ 0 h 86"/>
                <a:gd name="T12" fmla="*/ 8 w 23"/>
                <a:gd name="T13" fmla="*/ 0 h 86"/>
                <a:gd name="T14" fmla="*/ 15 w 23"/>
                <a:gd name="T15" fmla="*/ 17 h 86"/>
                <a:gd name="T16" fmla="*/ 15 w 23"/>
                <a:gd name="T17" fmla="*/ 53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86">
                  <a:moveTo>
                    <a:pt x="23" y="66"/>
                  </a:moveTo>
                  <a:cubicBezTo>
                    <a:pt x="23" y="77"/>
                    <a:pt x="18" y="86"/>
                    <a:pt x="12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5" y="86"/>
                    <a:pt x="0" y="77"/>
                    <a:pt x="0" y="6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5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8" y="0"/>
                    <a:pt x="23" y="9"/>
                    <a:pt x="23" y="20"/>
                  </a:cubicBezTo>
                  <a:lnTo>
                    <a:pt x="23" y="66"/>
                  </a:lnTo>
                  <a:close/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1" name="Oval 11">
              <a:extLst>
                <a:ext uri="{FF2B5EF4-FFF2-40B4-BE49-F238E27FC236}">
                  <a16:creationId xmlns:a16="http://schemas.microsoft.com/office/drawing/2014/main" id="{8ECD3B79-8B3D-433A-B861-1B03820F8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5" y="1195"/>
              <a:ext cx="151" cy="160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32" name="Freeform 12">
              <a:extLst>
                <a:ext uri="{FF2B5EF4-FFF2-40B4-BE49-F238E27FC236}">
                  <a16:creationId xmlns:a16="http://schemas.microsoft.com/office/drawing/2014/main" id="{B12FB466-BBB7-4638-9040-7B1DEBB09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174"/>
              <a:ext cx="113" cy="67"/>
            </a:xfrm>
            <a:custGeom>
              <a:avLst/>
              <a:gdLst>
                <a:gd name="T0" fmla="*/ 0 w 129"/>
                <a:gd name="T1" fmla="*/ 58 h 72"/>
                <a:gd name="T2" fmla="*/ 46 w 129"/>
                <a:gd name="T3" fmla="*/ 20 h 72"/>
                <a:gd name="T4" fmla="*/ 87 w 129"/>
                <a:gd name="T5" fmla="*/ 41 h 72"/>
                <a:gd name="T6" fmla="*/ 0 w 129"/>
                <a:gd name="T7" fmla="*/ 58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72">
                  <a:moveTo>
                    <a:pt x="0" y="72"/>
                  </a:moveTo>
                  <a:cubicBezTo>
                    <a:pt x="0" y="72"/>
                    <a:pt x="22" y="28"/>
                    <a:pt x="67" y="26"/>
                  </a:cubicBezTo>
                  <a:cubicBezTo>
                    <a:pt x="110" y="26"/>
                    <a:pt x="129" y="50"/>
                    <a:pt x="129" y="50"/>
                  </a:cubicBezTo>
                  <a:cubicBezTo>
                    <a:pt x="129" y="50"/>
                    <a:pt x="59" y="0"/>
                    <a:pt x="0" y="72"/>
                  </a:cubicBezTo>
                  <a:close/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3" name="Freeform 13">
              <a:extLst>
                <a:ext uri="{FF2B5EF4-FFF2-40B4-BE49-F238E27FC236}">
                  <a16:creationId xmlns:a16="http://schemas.microsoft.com/office/drawing/2014/main" id="{D22E8FA0-42BD-40EB-BB59-E0D60627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72"/>
              <a:ext cx="165" cy="176"/>
            </a:xfrm>
            <a:custGeom>
              <a:avLst/>
              <a:gdLst>
                <a:gd name="T0" fmla="*/ 102 w 190"/>
                <a:gd name="T1" fmla="*/ 126 h 189"/>
                <a:gd name="T2" fmla="*/ 23 w 190"/>
                <a:gd name="T3" fmla="*/ 126 h 189"/>
                <a:gd name="T4" fmla="*/ 23 w 190"/>
                <a:gd name="T5" fmla="*/ 27 h 189"/>
                <a:gd name="T6" fmla="*/ 102 w 190"/>
                <a:gd name="T7" fmla="*/ 27 h 189"/>
                <a:gd name="T8" fmla="*/ 102 w 190"/>
                <a:gd name="T9" fmla="*/ 126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89">
                  <a:moveTo>
                    <a:pt x="156" y="156"/>
                  </a:moveTo>
                  <a:cubicBezTo>
                    <a:pt x="123" y="189"/>
                    <a:pt x="68" y="189"/>
                    <a:pt x="34" y="156"/>
                  </a:cubicBezTo>
                  <a:cubicBezTo>
                    <a:pt x="0" y="122"/>
                    <a:pt x="0" y="67"/>
                    <a:pt x="34" y="33"/>
                  </a:cubicBezTo>
                  <a:cubicBezTo>
                    <a:pt x="68" y="0"/>
                    <a:pt x="123" y="0"/>
                    <a:pt x="156" y="33"/>
                  </a:cubicBezTo>
                  <a:cubicBezTo>
                    <a:pt x="190" y="67"/>
                    <a:pt x="190" y="122"/>
                    <a:pt x="156" y="156"/>
                  </a:cubicBezTo>
                  <a:close/>
                </a:path>
              </a:pathLst>
            </a:custGeom>
            <a:solidFill>
              <a:srgbClr val="AAAACB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Freeform 14">
              <a:extLst>
                <a:ext uri="{FF2B5EF4-FFF2-40B4-BE49-F238E27FC236}">
                  <a16:creationId xmlns:a16="http://schemas.microsoft.com/office/drawing/2014/main" id="{9BCCA32D-540B-42C2-BBEE-6AC7DA5D1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471"/>
              <a:ext cx="156" cy="131"/>
            </a:xfrm>
            <a:custGeom>
              <a:avLst/>
              <a:gdLst>
                <a:gd name="T0" fmla="*/ 29 w 179"/>
                <a:gd name="T1" fmla="*/ 50 h 141"/>
                <a:gd name="T2" fmla="*/ 110 w 179"/>
                <a:gd name="T3" fmla="*/ 50 h 141"/>
                <a:gd name="T4" fmla="*/ 119 w 179"/>
                <a:gd name="T5" fmla="*/ 62 h 141"/>
                <a:gd name="T6" fmla="*/ 103 w 179"/>
                <a:gd name="T7" fmla="*/ 28 h 141"/>
                <a:gd name="T8" fmla="*/ 22 w 179"/>
                <a:gd name="T9" fmla="*/ 28 h 141"/>
                <a:gd name="T10" fmla="*/ 14 w 179"/>
                <a:gd name="T11" fmla="*/ 113 h 141"/>
                <a:gd name="T12" fmla="*/ 29 w 179"/>
                <a:gd name="T13" fmla="*/ 50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41">
                  <a:moveTo>
                    <a:pt x="44" y="62"/>
                  </a:moveTo>
                  <a:cubicBezTo>
                    <a:pt x="78" y="28"/>
                    <a:pt x="133" y="28"/>
                    <a:pt x="166" y="62"/>
                  </a:cubicBezTo>
                  <a:cubicBezTo>
                    <a:pt x="171" y="67"/>
                    <a:pt x="175" y="72"/>
                    <a:pt x="179" y="78"/>
                  </a:cubicBezTo>
                  <a:cubicBezTo>
                    <a:pt x="175" y="62"/>
                    <a:pt x="168" y="47"/>
                    <a:pt x="155" y="34"/>
                  </a:cubicBezTo>
                  <a:cubicBezTo>
                    <a:pt x="122" y="0"/>
                    <a:pt x="67" y="0"/>
                    <a:pt x="33" y="34"/>
                  </a:cubicBezTo>
                  <a:cubicBezTo>
                    <a:pt x="4" y="63"/>
                    <a:pt x="0" y="108"/>
                    <a:pt x="21" y="141"/>
                  </a:cubicBezTo>
                  <a:cubicBezTo>
                    <a:pt x="15" y="113"/>
                    <a:pt x="23" y="83"/>
                    <a:pt x="44" y="62"/>
                  </a:cubicBezTo>
                  <a:close/>
                </a:path>
              </a:pathLst>
            </a:custGeom>
            <a:solidFill>
              <a:srgbClr val="C1C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5" name="Freeform 15">
              <a:extLst>
                <a:ext uri="{FF2B5EF4-FFF2-40B4-BE49-F238E27FC236}">
                  <a16:creationId xmlns:a16="http://schemas.microsoft.com/office/drawing/2014/main" id="{661928B2-46DD-4956-AFE6-F7ACDA50F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38"/>
              <a:ext cx="82" cy="87"/>
            </a:xfrm>
            <a:custGeom>
              <a:avLst/>
              <a:gdLst>
                <a:gd name="T0" fmla="*/ 30 w 94"/>
                <a:gd name="T1" fmla="*/ 68 h 94"/>
                <a:gd name="T2" fmla="*/ 7 w 94"/>
                <a:gd name="T3" fmla="*/ 68 h 94"/>
                <a:gd name="T4" fmla="*/ 7 w 94"/>
                <a:gd name="T5" fmla="*/ 68 h 94"/>
                <a:gd name="T6" fmla="*/ 7 w 94"/>
                <a:gd name="T7" fmla="*/ 40 h 94"/>
                <a:gd name="T8" fmla="*/ 33 w 94"/>
                <a:gd name="T9" fmla="*/ 7 h 94"/>
                <a:gd name="T10" fmla="*/ 57 w 94"/>
                <a:gd name="T11" fmla="*/ 7 h 94"/>
                <a:gd name="T12" fmla="*/ 57 w 94"/>
                <a:gd name="T13" fmla="*/ 7 h 94"/>
                <a:gd name="T14" fmla="*/ 57 w 94"/>
                <a:gd name="T15" fmla="*/ 35 h 94"/>
                <a:gd name="T16" fmla="*/ 30 w 94"/>
                <a:gd name="T17" fmla="*/ 68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94">
                  <a:moveTo>
                    <a:pt x="45" y="85"/>
                  </a:moveTo>
                  <a:cubicBezTo>
                    <a:pt x="35" y="94"/>
                    <a:pt x="20" y="94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0" y="75"/>
                    <a:pt x="0" y="60"/>
                    <a:pt x="10" y="5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60" y="0"/>
                    <a:pt x="75" y="0"/>
                    <a:pt x="85" y="10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94" y="19"/>
                    <a:pt x="94" y="35"/>
                    <a:pt x="85" y="44"/>
                  </a:cubicBezTo>
                  <a:lnTo>
                    <a:pt x="45" y="85"/>
                  </a:lnTo>
                  <a:close/>
                </a:path>
              </a:pathLst>
            </a:custGeom>
            <a:solidFill>
              <a:srgbClr val="AAAACB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16">
              <a:extLst>
                <a:ext uri="{FF2B5EF4-FFF2-40B4-BE49-F238E27FC236}">
                  <a16:creationId xmlns:a16="http://schemas.microsoft.com/office/drawing/2014/main" id="{187E8851-2FD8-4216-86DF-1D0DB80FD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538"/>
              <a:ext cx="82" cy="87"/>
            </a:xfrm>
            <a:custGeom>
              <a:avLst/>
              <a:gdLst>
                <a:gd name="T0" fmla="*/ 29 w 94"/>
                <a:gd name="T1" fmla="*/ 68 h 94"/>
                <a:gd name="T2" fmla="*/ 7 w 94"/>
                <a:gd name="T3" fmla="*/ 68 h 94"/>
                <a:gd name="T4" fmla="*/ 7 w 94"/>
                <a:gd name="T5" fmla="*/ 68 h 94"/>
                <a:gd name="T6" fmla="*/ 7 w 94"/>
                <a:gd name="T7" fmla="*/ 40 h 94"/>
                <a:gd name="T8" fmla="*/ 33 w 94"/>
                <a:gd name="T9" fmla="*/ 7 h 94"/>
                <a:gd name="T10" fmla="*/ 57 w 94"/>
                <a:gd name="T11" fmla="*/ 7 h 94"/>
                <a:gd name="T12" fmla="*/ 57 w 94"/>
                <a:gd name="T13" fmla="*/ 7 h 94"/>
                <a:gd name="T14" fmla="*/ 57 w 94"/>
                <a:gd name="T15" fmla="*/ 35 h 94"/>
                <a:gd name="T16" fmla="*/ 29 w 94"/>
                <a:gd name="T17" fmla="*/ 68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94">
                  <a:moveTo>
                    <a:pt x="44" y="85"/>
                  </a:moveTo>
                  <a:cubicBezTo>
                    <a:pt x="35" y="94"/>
                    <a:pt x="19" y="94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0" y="75"/>
                    <a:pt x="0" y="60"/>
                    <a:pt x="10" y="5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60" y="0"/>
                    <a:pt x="75" y="0"/>
                    <a:pt x="85" y="10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94" y="19"/>
                    <a:pt x="94" y="35"/>
                    <a:pt x="85" y="44"/>
                  </a:cubicBezTo>
                  <a:lnTo>
                    <a:pt x="44" y="8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17">
              <a:extLst>
                <a:ext uri="{FF2B5EF4-FFF2-40B4-BE49-F238E27FC236}">
                  <a16:creationId xmlns:a16="http://schemas.microsoft.com/office/drawing/2014/main" id="{FFC1DBB7-91CC-489F-A6D7-DFAADF53B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550"/>
              <a:ext cx="60" cy="64"/>
            </a:xfrm>
            <a:custGeom>
              <a:avLst/>
              <a:gdLst>
                <a:gd name="T0" fmla="*/ 17 w 69"/>
                <a:gd name="T1" fmla="*/ 47 h 69"/>
                <a:gd name="T2" fmla="*/ 3 w 69"/>
                <a:gd name="T3" fmla="*/ 52 h 69"/>
                <a:gd name="T4" fmla="*/ 3 w 69"/>
                <a:gd name="T5" fmla="*/ 52 h 69"/>
                <a:gd name="T6" fmla="*/ 7 w 69"/>
                <a:gd name="T7" fmla="*/ 34 h 69"/>
                <a:gd name="T8" fmla="*/ 28 w 69"/>
                <a:gd name="T9" fmla="*/ 7 h 69"/>
                <a:gd name="T10" fmla="*/ 43 w 69"/>
                <a:gd name="T11" fmla="*/ 5 h 69"/>
                <a:gd name="T12" fmla="*/ 43 w 69"/>
                <a:gd name="T13" fmla="*/ 5 h 69"/>
                <a:gd name="T14" fmla="*/ 38 w 69"/>
                <a:gd name="T15" fmla="*/ 21 h 69"/>
                <a:gd name="T16" fmla="*/ 17 w 69"/>
                <a:gd name="T17" fmla="*/ 4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69">
                  <a:moveTo>
                    <a:pt x="26" y="59"/>
                  </a:moveTo>
                  <a:cubicBezTo>
                    <a:pt x="19" y="67"/>
                    <a:pt x="9" y="69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0" y="61"/>
                    <a:pt x="2" y="51"/>
                    <a:pt x="10" y="43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50" y="3"/>
                    <a:pt x="60" y="0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9" y="9"/>
                    <a:pt x="67" y="19"/>
                    <a:pt x="59" y="27"/>
                  </a:cubicBezTo>
                  <a:lnTo>
                    <a:pt x="26" y="59"/>
                  </a:lnTo>
                  <a:close/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18">
              <a:extLst>
                <a:ext uri="{FF2B5EF4-FFF2-40B4-BE49-F238E27FC236}">
                  <a16:creationId xmlns:a16="http://schemas.microsoft.com/office/drawing/2014/main" id="{E729DBC4-10A9-4EAD-8C38-028EE7B81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472"/>
              <a:ext cx="166" cy="177"/>
            </a:xfrm>
            <a:custGeom>
              <a:avLst/>
              <a:gdLst>
                <a:gd name="T0" fmla="*/ 104 w 190"/>
                <a:gd name="T1" fmla="*/ 126 h 190"/>
                <a:gd name="T2" fmla="*/ 23 w 190"/>
                <a:gd name="T3" fmla="*/ 126 h 190"/>
                <a:gd name="T4" fmla="*/ 23 w 190"/>
                <a:gd name="T5" fmla="*/ 28 h 190"/>
                <a:gd name="T6" fmla="*/ 104 w 190"/>
                <a:gd name="T7" fmla="*/ 28 h 190"/>
                <a:gd name="T8" fmla="*/ 104 w 190"/>
                <a:gd name="T9" fmla="*/ 126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0">
                  <a:moveTo>
                    <a:pt x="156" y="156"/>
                  </a:moveTo>
                  <a:cubicBezTo>
                    <a:pt x="123" y="190"/>
                    <a:pt x="68" y="190"/>
                    <a:pt x="34" y="156"/>
                  </a:cubicBezTo>
                  <a:cubicBezTo>
                    <a:pt x="0" y="122"/>
                    <a:pt x="0" y="67"/>
                    <a:pt x="34" y="34"/>
                  </a:cubicBezTo>
                  <a:cubicBezTo>
                    <a:pt x="68" y="0"/>
                    <a:pt x="123" y="0"/>
                    <a:pt x="156" y="34"/>
                  </a:cubicBezTo>
                  <a:cubicBezTo>
                    <a:pt x="190" y="67"/>
                    <a:pt x="190" y="122"/>
                    <a:pt x="156" y="15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19">
              <a:extLst>
                <a:ext uri="{FF2B5EF4-FFF2-40B4-BE49-F238E27FC236}">
                  <a16:creationId xmlns:a16="http://schemas.microsoft.com/office/drawing/2014/main" id="{EC060ACA-C77B-4C59-B414-F0307CD33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474"/>
              <a:ext cx="96" cy="85"/>
            </a:xfrm>
            <a:custGeom>
              <a:avLst/>
              <a:gdLst>
                <a:gd name="T0" fmla="*/ 0 w 110"/>
                <a:gd name="T1" fmla="*/ 13 h 92"/>
                <a:gd name="T2" fmla="*/ 52 w 110"/>
                <a:gd name="T3" fmla="*/ 25 h 92"/>
                <a:gd name="T4" fmla="*/ 71 w 110"/>
                <a:gd name="T5" fmla="*/ 73 h 92"/>
                <a:gd name="T6" fmla="*/ 0 w 110"/>
                <a:gd name="T7" fmla="*/ 13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92">
                  <a:moveTo>
                    <a:pt x="0" y="16"/>
                  </a:moveTo>
                  <a:cubicBezTo>
                    <a:pt x="0" y="16"/>
                    <a:pt x="46" y="0"/>
                    <a:pt x="79" y="31"/>
                  </a:cubicBezTo>
                  <a:cubicBezTo>
                    <a:pt x="110" y="61"/>
                    <a:pt x="106" y="92"/>
                    <a:pt x="106" y="92"/>
                  </a:cubicBezTo>
                  <a:cubicBezTo>
                    <a:pt x="106" y="92"/>
                    <a:pt x="92" y="7"/>
                    <a:pt x="0" y="16"/>
                  </a:cubicBezTo>
                  <a:close/>
                </a:path>
              </a:pathLst>
            </a:custGeom>
            <a:solidFill>
              <a:srgbClr val="F0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Freeform 20">
              <a:extLst>
                <a:ext uri="{FF2B5EF4-FFF2-40B4-BE49-F238E27FC236}">
                  <a16:creationId xmlns:a16="http://schemas.microsoft.com/office/drawing/2014/main" id="{5626438A-9CF9-4153-903B-DD4B8A244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435"/>
              <a:ext cx="21" cy="25"/>
            </a:xfrm>
            <a:custGeom>
              <a:avLst/>
              <a:gdLst>
                <a:gd name="T0" fmla="*/ 4 w 21"/>
                <a:gd name="T1" fmla="*/ 6 h 25"/>
                <a:gd name="T2" fmla="*/ 4 w 21"/>
                <a:gd name="T3" fmla="*/ 6 h 25"/>
                <a:gd name="T4" fmla="*/ 1 w 21"/>
                <a:gd name="T5" fmla="*/ 11 h 25"/>
                <a:gd name="T6" fmla="*/ 0 w 21"/>
                <a:gd name="T7" fmla="*/ 9 h 25"/>
                <a:gd name="T8" fmla="*/ 2 w 21"/>
                <a:gd name="T9" fmla="*/ 3 h 25"/>
                <a:gd name="T10" fmla="*/ 5 w 21"/>
                <a:gd name="T11" fmla="*/ 0 h 25"/>
                <a:gd name="T12" fmla="*/ 21 w 21"/>
                <a:gd name="T13" fmla="*/ 23 h 25"/>
                <a:gd name="T14" fmla="*/ 19 w 21"/>
                <a:gd name="T15" fmla="*/ 25 h 25"/>
                <a:gd name="T16" fmla="*/ 4 w 21"/>
                <a:gd name="T17" fmla="*/ 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5">
                  <a:moveTo>
                    <a:pt x="4" y="6"/>
                  </a:moveTo>
                  <a:lnTo>
                    <a:pt x="4" y="6"/>
                  </a:lnTo>
                  <a:lnTo>
                    <a:pt x="1" y="11"/>
                  </a:lnTo>
                  <a:lnTo>
                    <a:pt x="0" y="9"/>
                  </a:lnTo>
                  <a:lnTo>
                    <a:pt x="2" y="3"/>
                  </a:lnTo>
                  <a:lnTo>
                    <a:pt x="5" y="0"/>
                  </a:lnTo>
                  <a:lnTo>
                    <a:pt x="21" y="23"/>
                  </a:lnTo>
                  <a:lnTo>
                    <a:pt x="19" y="25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1" name="Freeform 21">
              <a:extLst>
                <a:ext uri="{FF2B5EF4-FFF2-40B4-BE49-F238E27FC236}">
                  <a16:creationId xmlns:a16="http://schemas.microsoft.com/office/drawing/2014/main" id="{5C7297F2-685B-454A-AE17-786DAC3A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405"/>
              <a:ext cx="21" cy="32"/>
            </a:xfrm>
            <a:custGeom>
              <a:avLst/>
              <a:gdLst>
                <a:gd name="T0" fmla="*/ 4 w 24"/>
                <a:gd name="T1" fmla="*/ 28 h 34"/>
                <a:gd name="T2" fmla="*/ 4 w 24"/>
                <a:gd name="T3" fmla="*/ 26 h 34"/>
                <a:gd name="T4" fmla="*/ 4 w 24"/>
                <a:gd name="T5" fmla="*/ 23 h 34"/>
                <a:gd name="T6" fmla="*/ 10 w 24"/>
                <a:gd name="T7" fmla="*/ 8 h 34"/>
                <a:gd name="T8" fmla="*/ 5 w 24"/>
                <a:gd name="T9" fmla="*/ 5 h 34"/>
                <a:gd name="T10" fmla="*/ 2 w 24"/>
                <a:gd name="T11" fmla="*/ 8 h 34"/>
                <a:gd name="T12" fmla="*/ 0 w 24"/>
                <a:gd name="T13" fmla="*/ 6 h 34"/>
                <a:gd name="T14" fmla="*/ 5 w 24"/>
                <a:gd name="T15" fmla="*/ 1 h 34"/>
                <a:gd name="T16" fmla="*/ 13 w 24"/>
                <a:gd name="T17" fmla="*/ 8 h 34"/>
                <a:gd name="T18" fmla="*/ 9 w 24"/>
                <a:gd name="T19" fmla="*/ 23 h 34"/>
                <a:gd name="T20" fmla="*/ 7 w 24"/>
                <a:gd name="T21" fmla="*/ 24 h 34"/>
                <a:gd name="T22" fmla="*/ 7 w 24"/>
                <a:gd name="T23" fmla="*/ 24 h 34"/>
                <a:gd name="T24" fmla="*/ 16 w 24"/>
                <a:gd name="T25" fmla="*/ 23 h 34"/>
                <a:gd name="T26" fmla="*/ 16 w 24"/>
                <a:gd name="T27" fmla="*/ 25 h 34"/>
                <a:gd name="T28" fmla="*/ 4 w 24"/>
                <a:gd name="T29" fmla="*/ 28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34">
                  <a:moveTo>
                    <a:pt x="4" y="34"/>
                  </a:moveTo>
                  <a:cubicBezTo>
                    <a:pt x="4" y="32"/>
                    <a:pt x="4" y="32"/>
                    <a:pt x="4" y="32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3" y="19"/>
                    <a:pt x="16" y="14"/>
                    <a:pt x="15" y="10"/>
                  </a:cubicBezTo>
                  <a:cubicBezTo>
                    <a:pt x="15" y="7"/>
                    <a:pt x="13" y="4"/>
                    <a:pt x="8" y="5"/>
                  </a:cubicBezTo>
                  <a:cubicBezTo>
                    <a:pt x="5" y="5"/>
                    <a:pt x="3" y="7"/>
                    <a:pt x="2" y="9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4"/>
                    <a:pt x="5" y="2"/>
                    <a:pt x="8" y="1"/>
                  </a:cubicBezTo>
                  <a:cubicBezTo>
                    <a:pt x="15" y="0"/>
                    <a:pt x="19" y="4"/>
                    <a:pt x="19" y="9"/>
                  </a:cubicBezTo>
                  <a:cubicBezTo>
                    <a:pt x="20" y="14"/>
                    <a:pt x="17" y="20"/>
                    <a:pt x="12" y="27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4" y="31"/>
                    <a:pt x="24" y="31"/>
                    <a:pt x="24" y="31"/>
                  </a:cubicBez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Freeform 22">
              <a:extLst>
                <a:ext uri="{FF2B5EF4-FFF2-40B4-BE49-F238E27FC236}">
                  <a16:creationId xmlns:a16="http://schemas.microsoft.com/office/drawing/2014/main" id="{C0A518FB-4FD6-4176-BB8B-6038601C6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410"/>
              <a:ext cx="22" cy="32"/>
            </a:xfrm>
            <a:custGeom>
              <a:avLst/>
              <a:gdLst>
                <a:gd name="T0" fmla="*/ 2 w 25"/>
                <a:gd name="T1" fmla="*/ 22 h 34"/>
                <a:gd name="T2" fmla="*/ 5 w 25"/>
                <a:gd name="T3" fmla="*/ 23 h 34"/>
                <a:gd name="T4" fmla="*/ 11 w 25"/>
                <a:gd name="T5" fmla="*/ 22 h 34"/>
                <a:gd name="T6" fmla="*/ 8 w 25"/>
                <a:gd name="T7" fmla="*/ 13 h 34"/>
                <a:gd name="T8" fmla="*/ 5 w 25"/>
                <a:gd name="T9" fmla="*/ 13 h 34"/>
                <a:gd name="T10" fmla="*/ 6 w 25"/>
                <a:gd name="T11" fmla="*/ 10 h 34"/>
                <a:gd name="T12" fmla="*/ 9 w 25"/>
                <a:gd name="T13" fmla="*/ 10 h 34"/>
                <a:gd name="T14" fmla="*/ 14 w 25"/>
                <a:gd name="T15" fmla="*/ 8 h 34"/>
                <a:gd name="T16" fmla="*/ 11 w 25"/>
                <a:gd name="T17" fmla="*/ 4 h 34"/>
                <a:gd name="T18" fmla="*/ 6 w 25"/>
                <a:gd name="T19" fmla="*/ 4 h 34"/>
                <a:gd name="T20" fmla="*/ 6 w 25"/>
                <a:gd name="T21" fmla="*/ 1 h 34"/>
                <a:gd name="T22" fmla="*/ 12 w 25"/>
                <a:gd name="T23" fmla="*/ 1 h 34"/>
                <a:gd name="T24" fmla="*/ 16 w 25"/>
                <a:gd name="T25" fmla="*/ 8 h 34"/>
                <a:gd name="T26" fmla="*/ 11 w 25"/>
                <a:gd name="T27" fmla="*/ 13 h 34"/>
                <a:gd name="T28" fmla="*/ 11 w 25"/>
                <a:gd name="T29" fmla="*/ 14 h 34"/>
                <a:gd name="T30" fmla="*/ 14 w 25"/>
                <a:gd name="T31" fmla="*/ 22 h 34"/>
                <a:gd name="T32" fmla="*/ 4 w 25"/>
                <a:gd name="T33" fmla="*/ 26 h 34"/>
                <a:gd name="T34" fmla="*/ 0 w 25"/>
                <a:gd name="T35" fmla="*/ 23 h 34"/>
                <a:gd name="T36" fmla="*/ 2 w 25"/>
                <a:gd name="T37" fmla="*/ 22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" h="34">
                  <a:moveTo>
                    <a:pt x="2" y="25"/>
                  </a:moveTo>
                  <a:cubicBezTo>
                    <a:pt x="3" y="26"/>
                    <a:pt x="5" y="28"/>
                    <a:pt x="8" y="28"/>
                  </a:cubicBezTo>
                  <a:cubicBezTo>
                    <a:pt x="13" y="30"/>
                    <a:pt x="16" y="27"/>
                    <a:pt x="16" y="25"/>
                  </a:cubicBezTo>
                  <a:cubicBezTo>
                    <a:pt x="18" y="21"/>
                    <a:pt x="14" y="18"/>
                    <a:pt x="11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4"/>
                    <a:pt x="19" y="14"/>
                    <a:pt x="20" y="11"/>
                  </a:cubicBezTo>
                  <a:cubicBezTo>
                    <a:pt x="21" y="8"/>
                    <a:pt x="20" y="6"/>
                    <a:pt x="16" y="4"/>
                  </a:cubicBezTo>
                  <a:cubicBezTo>
                    <a:pt x="14" y="4"/>
                    <a:pt x="11" y="4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24" y="3"/>
                    <a:pt x="25" y="8"/>
                    <a:pt x="24" y="11"/>
                  </a:cubicBezTo>
                  <a:cubicBezTo>
                    <a:pt x="23" y="14"/>
                    <a:pt x="20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0" y="18"/>
                    <a:pt x="22" y="22"/>
                    <a:pt x="20" y="26"/>
                  </a:cubicBezTo>
                  <a:cubicBezTo>
                    <a:pt x="19" y="31"/>
                    <a:pt x="14" y="34"/>
                    <a:pt x="7" y="32"/>
                  </a:cubicBezTo>
                  <a:cubicBezTo>
                    <a:pt x="3" y="31"/>
                    <a:pt x="1" y="29"/>
                    <a:pt x="0" y="27"/>
                  </a:cubicBezTo>
                  <a:lnTo>
                    <a:pt x="2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3" name="Freeform 23">
              <a:extLst>
                <a:ext uri="{FF2B5EF4-FFF2-40B4-BE49-F238E27FC236}">
                  <a16:creationId xmlns:a16="http://schemas.microsoft.com/office/drawing/2014/main" id="{BD37B7D0-3030-484B-8BB4-11E62D27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446"/>
              <a:ext cx="208" cy="173"/>
            </a:xfrm>
            <a:custGeom>
              <a:avLst/>
              <a:gdLst>
                <a:gd name="T0" fmla="*/ 9 w 239"/>
                <a:gd name="T1" fmla="*/ 142 h 186"/>
                <a:gd name="T2" fmla="*/ 0 w 239"/>
                <a:gd name="T3" fmla="*/ 96 h 186"/>
                <a:gd name="T4" fmla="*/ 79 w 239"/>
                <a:gd name="T5" fmla="*/ 0 h 186"/>
                <a:gd name="T6" fmla="*/ 158 w 239"/>
                <a:gd name="T7" fmla="*/ 96 h 186"/>
                <a:gd name="T8" fmla="*/ 144 w 239"/>
                <a:gd name="T9" fmla="*/ 15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86">
                  <a:moveTo>
                    <a:pt x="14" y="176"/>
                  </a:moveTo>
                  <a:cubicBezTo>
                    <a:pt x="5" y="159"/>
                    <a:pt x="0" y="140"/>
                    <a:pt x="0" y="119"/>
                  </a:cubicBezTo>
                  <a:cubicBezTo>
                    <a:pt x="0" y="53"/>
                    <a:pt x="53" y="0"/>
                    <a:pt x="119" y="0"/>
                  </a:cubicBezTo>
                  <a:cubicBezTo>
                    <a:pt x="185" y="0"/>
                    <a:pt x="239" y="53"/>
                    <a:pt x="239" y="119"/>
                  </a:cubicBezTo>
                  <a:cubicBezTo>
                    <a:pt x="239" y="144"/>
                    <a:pt x="231" y="167"/>
                    <a:pt x="218" y="186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4" name="Freeform 24">
              <a:extLst>
                <a:ext uri="{FF2B5EF4-FFF2-40B4-BE49-F238E27FC236}">
                  <a16:creationId xmlns:a16="http://schemas.microsoft.com/office/drawing/2014/main" id="{D75C52DC-589C-4A79-AF64-089720A5C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1073"/>
              <a:ext cx="1034" cy="667"/>
            </a:xfrm>
            <a:custGeom>
              <a:avLst/>
              <a:gdLst>
                <a:gd name="T0" fmla="*/ 782 w 1189"/>
                <a:gd name="T1" fmla="*/ 0 h 718"/>
                <a:gd name="T2" fmla="*/ 770 w 1189"/>
                <a:gd name="T3" fmla="*/ 576 h 718"/>
                <a:gd name="T4" fmla="*/ 0 w 1189"/>
                <a:gd name="T5" fmla="*/ 576 h 718"/>
                <a:gd name="T6" fmla="*/ 0 w 1189"/>
                <a:gd name="T7" fmla="*/ 0 h 718"/>
                <a:gd name="T8" fmla="*/ 782 w 1189"/>
                <a:gd name="T9" fmla="*/ 0 h 7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9" h="718">
                  <a:moveTo>
                    <a:pt x="1189" y="0"/>
                  </a:moveTo>
                  <a:cubicBezTo>
                    <a:pt x="1189" y="0"/>
                    <a:pt x="989" y="334"/>
                    <a:pt x="1172" y="718"/>
                  </a:cubicBezTo>
                  <a:cubicBezTo>
                    <a:pt x="0" y="718"/>
                    <a:pt x="0" y="718"/>
                    <a:pt x="0" y="71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189" y="0"/>
                  </a:lnTo>
                  <a:close/>
                </a:path>
              </a:pathLst>
            </a:custGeom>
            <a:solidFill>
              <a:srgbClr val="424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5" name="Line 25">
              <a:extLst>
                <a:ext uri="{FF2B5EF4-FFF2-40B4-BE49-F238E27FC236}">
                  <a16:creationId xmlns:a16="http://schemas.microsoft.com/office/drawing/2014/main" id="{FC015BCD-66BC-4417-A9A0-EDB41EA4D4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5" y="918"/>
              <a:ext cx="1" cy="96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Freeform 26">
              <a:extLst>
                <a:ext uri="{FF2B5EF4-FFF2-40B4-BE49-F238E27FC236}">
                  <a16:creationId xmlns:a16="http://schemas.microsoft.com/office/drawing/2014/main" id="{94756753-B5C6-4CEF-91EE-3AA3A418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040"/>
              <a:ext cx="254" cy="732"/>
            </a:xfrm>
            <a:custGeom>
              <a:avLst/>
              <a:gdLst>
                <a:gd name="T0" fmla="*/ 192 w 292"/>
                <a:gd name="T1" fmla="*/ 0 h 789"/>
                <a:gd name="T2" fmla="*/ 192 w 292"/>
                <a:gd name="T3" fmla="*/ 630 h 789"/>
                <a:gd name="T4" fmla="*/ 192 w 292"/>
                <a:gd name="T5" fmla="*/ 0 h 7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789">
                  <a:moveTo>
                    <a:pt x="292" y="0"/>
                  </a:moveTo>
                  <a:cubicBezTo>
                    <a:pt x="292" y="0"/>
                    <a:pt x="0" y="400"/>
                    <a:pt x="292" y="789"/>
                  </a:cubicBezTo>
                  <a:cubicBezTo>
                    <a:pt x="292" y="789"/>
                    <a:pt x="39" y="446"/>
                    <a:pt x="292" y="0"/>
                  </a:cubicBezTo>
                  <a:close/>
                </a:path>
              </a:pathLst>
            </a:custGeom>
            <a:solidFill>
              <a:srgbClr val="B6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7" name="Freeform 27">
              <a:extLst>
                <a:ext uri="{FF2B5EF4-FFF2-40B4-BE49-F238E27FC236}">
                  <a16:creationId xmlns:a16="http://schemas.microsoft.com/office/drawing/2014/main" id="{DED15D02-8F45-43E5-A933-1E7B3966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932"/>
              <a:ext cx="316" cy="942"/>
            </a:xfrm>
            <a:custGeom>
              <a:avLst/>
              <a:gdLst>
                <a:gd name="T0" fmla="*/ 239 w 363"/>
                <a:gd name="T1" fmla="*/ 6 h 1015"/>
                <a:gd name="T2" fmla="*/ 18 w 363"/>
                <a:gd name="T3" fmla="*/ 6 h 1015"/>
                <a:gd name="T4" fmla="*/ 18 w 363"/>
                <a:gd name="T5" fmla="*/ 811 h 1015"/>
                <a:gd name="T6" fmla="*/ 65 w 363"/>
                <a:gd name="T7" fmla="*/ 22 h 1015"/>
                <a:gd name="T8" fmla="*/ 239 w 363"/>
                <a:gd name="T9" fmla="*/ 6 h 10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3" h="1015">
                  <a:moveTo>
                    <a:pt x="363" y="6"/>
                  </a:moveTo>
                  <a:cubicBezTo>
                    <a:pt x="27" y="6"/>
                    <a:pt x="27" y="6"/>
                    <a:pt x="27" y="6"/>
                  </a:cubicBezTo>
                  <a:cubicBezTo>
                    <a:pt x="27" y="1015"/>
                    <a:pt x="27" y="1015"/>
                    <a:pt x="27" y="1015"/>
                  </a:cubicBezTo>
                  <a:cubicBezTo>
                    <a:pt x="27" y="1015"/>
                    <a:pt x="0" y="100"/>
                    <a:pt x="99" y="28"/>
                  </a:cubicBezTo>
                  <a:cubicBezTo>
                    <a:pt x="136" y="0"/>
                    <a:pt x="363" y="6"/>
                    <a:pt x="363" y="6"/>
                  </a:cubicBezTo>
                  <a:close/>
                </a:path>
              </a:pathLst>
            </a:custGeom>
            <a:solidFill>
              <a:srgbClr val="F3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8" name="Freeform 28">
              <a:extLst>
                <a:ext uri="{FF2B5EF4-FFF2-40B4-BE49-F238E27FC236}">
                  <a16:creationId xmlns:a16="http://schemas.microsoft.com/office/drawing/2014/main" id="{30737427-0730-4C03-B145-AB73C46D4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17"/>
              <a:ext cx="307" cy="157"/>
            </a:xfrm>
            <a:custGeom>
              <a:avLst/>
              <a:gdLst>
                <a:gd name="T0" fmla="*/ 6 w 353"/>
                <a:gd name="T1" fmla="*/ 0 h 169"/>
                <a:gd name="T2" fmla="*/ 6 w 353"/>
                <a:gd name="T3" fmla="*/ 136 h 169"/>
                <a:gd name="T4" fmla="*/ 232 w 353"/>
                <a:gd name="T5" fmla="*/ 136 h 169"/>
                <a:gd name="T6" fmla="*/ 40 w 353"/>
                <a:gd name="T7" fmla="*/ 97 h 169"/>
                <a:gd name="T8" fmla="*/ 6 w 353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3" h="169">
                  <a:moveTo>
                    <a:pt x="9" y="0"/>
                  </a:moveTo>
                  <a:cubicBezTo>
                    <a:pt x="9" y="169"/>
                    <a:pt x="9" y="169"/>
                    <a:pt x="9" y="169"/>
                  </a:cubicBezTo>
                  <a:cubicBezTo>
                    <a:pt x="353" y="169"/>
                    <a:pt x="353" y="169"/>
                    <a:pt x="353" y="169"/>
                  </a:cubicBezTo>
                  <a:cubicBezTo>
                    <a:pt x="353" y="169"/>
                    <a:pt x="107" y="147"/>
                    <a:pt x="61" y="121"/>
                  </a:cubicBezTo>
                  <a:cubicBezTo>
                    <a:pt x="0" y="88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3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9" name="Freeform 29">
              <a:extLst>
                <a:ext uri="{FF2B5EF4-FFF2-40B4-BE49-F238E27FC236}">
                  <a16:creationId xmlns:a16="http://schemas.microsoft.com/office/drawing/2014/main" id="{AEF1966B-4223-4EC7-B7BE-DF99B2BFE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927"/>
              <a:ext cx="1186" cy="165"/>
            </a:xfrm>
            <a:custGeom>
              <a:avLst/>
              <a:gdLst>
                <a:gd name="T0" fmla="*/ 9 w 1364"/>
                <a:gd name="T1" fmla="*/ 142 h 178"/>
                <a:gd name="T2" fmla="*/ 9 w 1364"/>
                <a:gd name="T3" fmla="*/ 41 h 178"/>
                <a:gd name="T4" fmla="*/ 32 w 1364"/>
                <a:gd name="T5" fmla="*/ 0 h 178"/>
                <a:gd name="T6" fmla="*/ 896 w 1364"/>
                <a:gd name="T7" fmla="*/ 0 h 178"/>
                <a:gd name="T8" fmla="*/ 77 w 1364"/>
                <a:gd name="T9" fmla="*/ 14 h 178"/>
                <a:gd name="T10" fmla="*/ 9 w 1364"/>
                <a:gd name="T11" fmla="*/ 142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4" h="178">
                  <a:moveTo>
                    <a:pt x="13" y="178"/>
                  </a:moveTo>
                  <a:cubicBezTo>
                    <a:pt x="13" y="51"/>
                    <a:pt x="13" y="51"/>
                    <a:pt x="13" y="51"/>
                  </a:cubicBezTo>
                  <a:cubicBezTo>
                    <a:pt x="13" y="51"/>
                    <a:pt x="0" y="0"/>
                    <a:pt x="49" y="0"/>
                  </a:cubicBezTo>
                  <a:cubicBezTo>
                    <a:pt x="98" y="0"/>
                    <a:pt x="1364" y="0"/>
                    <a:pt x="1364" y="0"/>
                  </a:cubicBezTo>
                  <a:cubicBezTo>
                    <a:pt x="1364" y="0"/>
                    <a:pt x="161" y="20"/>
                    <a:pt x="116" y="17"/>
                  </a:cubicBezTo>
                  <a:cubicBezTo>
                    <a:pt x="13" y="11"/>
                    <a:pt x="13" y="178"/>
                    <a:pt x="13" y="178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30">
              <a:extLst>
                <a:ext uri="{FF2B5EF4-FFF2-40B4-BE49-F238E27FC236}">
                  <a16:creationId xmlns:a16="http://schemas.microsoft.com/office/drawing/2014/main" id="{C6BFB77D-8F06-4EF7-932E-A03DC47E6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" y="1616"/>
              <a:ext cx="1194" cy="265"/>
            </a:xfrm>
            <a:custGeom>
              <a:avLst/>
              <a:gdLst>
                <a:gd name="T0" fmla="*/ 0 w 1373"/>
                <a:gd name="T1" fmla="*/ 0 h 285"/>
                <a:gd name="T2" fmla="*/ 0 w 1373"/>
                <a:gd name="T3" fmla="*/ 192 h 285"/>
                <a:gd name="T4" fmla="*/ 26 w 1373"/>
                <a:gd name="T5" fmla="*/ 225 h 285"/>
                <a:gd name="T6" fmla="*/ 903 w 1373"/>
                <a:gd name="T7" fmla="*/ 225 h 285"/>
                <a:gd name="T8" fmla="*/ 70 w 1373"/>
                <a:gd name="T9" fmla="*/ 194 h 285"/>
                <a:gd name="T10" fmla="*/ 0 w 1373"/>
                <a:gd name="T11" fmla="*/ 0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3" h="285">
                  <a:moveTo>
                    <a:pt x="0" y="0"/>
                  </a:moveTo>
                  <a:cubicBezTo>
                    <a:pt x="0" y="240"/>
                    <a:pt x="0" y="240"/>
                    <a:pt x="0" y="240"/>
                  </a:cubicBezTo>
                  <a:cubicBezTo>
                    <a:pt x="0" y="240"/>
                    <a:pt x="0" y="280"/>
                    <a:pt x="40" y="280"/>
                  </a:cubicBezTo>
                  <a:cubicBezTo>
                    <a:pt x="80" y="280"/>
                    <a:pt x="1373" y="280"/>
                    <a:pt x="1373" y="280"/>
                  </a:cubicBezTo>
                  <a:cubicBezTo>
                    <a:pt x="1373" y="280"/>
                    <a:pt x="160" y="285"/>
                    <a:pt x="107" y="242"/>
                  </a:cubicBezTo>
                  <a:cubicBezTo>
                    <a:pt x="53" y="200"/>
                    <a:pt x="16" y="224"/>
                    <a:pt x="0" y="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31">
              <a:extLst>
                <a:ext uri="{FF2B5EF4-FFF2-40B4-BE49-F238E27FC236}">
                  <a16:creationId xmlns:a16="http://schemas.microsoft.com/office/drawing/2014/main" id="{5CBDCCAA-3F13-477D-95D3-D8D6C393B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035"/>
              <a:ext cx="1056" cy="618"/>
            </a:xfrm>
            <a:custGeom>
              <a:avLst/>
              <a:gdLst>
                <a:gd name="T0" fmla="*/ 13 w 1056"/>
                <a:gd name="T1" fmla="*/ 618 h 618"/>
                <a:gd name="T2" fmla="*/ 13 w 1056"/>
                <a:gd name="T3" fmla="*/ 24 h 618"/>
                <a:gd name="T4" fmla="*/ 1056 w 1056"/>
                <a:gd name="T5" fmla="*/ 24 h 618"/>
                <a:gd name="T6" fmla="*/ 0 w 1056"/>
                <a:gd name="T7" fmla="*/ 0 h 618"/>
                <a:gd name="T8" fmla="*/ 13 w 1056"/>
                <a:gd name="T9" fmla="*/ 618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6" h="618">
                  <a:moveTo>
                    <a:pt x="13" y="618"/>
                  </a:moveTo>
                  <a:lnTo>
                    <a:pt x="13" y="24"/>
                  </a:lnTo>
                  <a:lnTo>
                    <a:pt x="1056" y="24"/>
                  </a:lnTo>
                  <a:lnTo>
                    <a:pt x="0" y="0"/>
                  </a:lnTo>
                  <a:lnTo>
                    <a:pt x="13" y="618"/>
                  </a:ln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32">
              <a:extLst>
                <a:ext uri="{FF2B5EF4-FFF2-40B4-BE49-F238E27FC236}">
                  <a16:creationId xmlns:a16="http://schemas.microsoft.com/office/drawing/2014/main" id="{59AC3CDA-36E4-4FC9-8CA3-00D567724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759"/>
              <a:ext cx="892" cy="15"/>
            </a:xfrm>
            <a:custGeom>
              <a:avLst/>
              <a:gdLst>
                <a:gd name="T0" fmla="*/ 0 w 892"/>
                <a:gd name="T1" fmla="*/ 0 h 15"/>
                <a:gd name="T2" fmla="*/ 874 w 892"/>
                <a:gd name="T3" fmla="*/ 0 h 15"/>
                <a:gd name="T4" fmla="*/ 892 w 892"/>
                <a:gd name="T5" fmla="*/ 15 h 15"/>
                <a:gd name="T6" fmla="*/ 0 w 89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2" h="15">
                  <a:moveTo>
                    <a:pt x="0" y="0"/>
                  </a:moveTo>
                  <a:lnTo>
                    <a:pt x="874" y="0"/>
                  </a:lnTo>
                  <a:lnTo>
                    <a:pt x="892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33">
              <a:extLst>
                <a:ext uri="{FF2B5EF4-FFF2-40B4-BE49-F238E27FC236}">
                  <a16:creationId xmlns:a16="http://schemas.microsoft.com/office/drawing/2014/main" id="{AC2D3E99-3D3E-442F-9A98-394889175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106"/>
              <a:ext cx="141" cy="575"/>
            </a:xfrm>
            <a:custGeom>
              <a:avLst/>
              <a:gdLst>
                <a:gd name="T0" fmla="*/ 107 w 162"/>
                <a:gd name="T1" fmla="*/ 0 h 620"/>
                <a:gd name="T2" fmla="*/ 95 w 162"/>
                <a:gd name="T3" fmla="*/ 494 h 620"/>
                <a:gd name="T4" fmla="*/ 107 w 162"/>
                <a:gd name="T5" fmla="*/ 0 h 6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620">
                  <a:moveTo>
                    <a:pt x="162" y="0"/>
                  </a:moveTo>
                  <a:cubicBezTo>
                    <a:pt x="162" y="0"/>
                    <a:pt x="0" y="299"/>
                    <a:pt x="144" y="620"/>
                  </a:cubicBezTo>
                  <a:cubicBezTo>
                    <a:pt x="144" y="620"/>
                    <a:pt x="27" y="319"/>
                    <a:pt x="1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34">
              <a:extLst>
                <a:ext uri="{FF2B5EF4-FFF2-40B4-BE49-F238E27FC236}">
                  <a16:creationId xmlns:a16="http://schemas.microsoft.com/office/drawing/2014/main" id="{5B5CBC5A-2FBE-42B1-9D6E-16917756A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073"/>
              <a:ext cx="753" cy="666"/>
            </a:xfrm>
            <a:custGeom>
              <a:avLst/>
              <a:gdLst>
                <a:gd name="T0" fmla="*/ 414 w 866"/>
                <a:gd name="T1" fmla="*/ 481 h 717"/>
                <a:gd name="T2" fmla="*/ 240 w 866"/>
                <a:gd name="T3" fmla="*/ 408 h 717"/>
                <a:gd name="T4" fmla="*/ 475 w 866"/>
                <a:gd name="T5" fmla="*/ 205 h 717"/>
                <a:gd name="T6" fmla="*/ 370 w 866"/>
                <a:gd name="T7" fmla="*/ 112 h 717"/>
                <a:gd name="T8" fmla="*/ 428 w 866"/>
                <a:gd name="T9" fmla="*/ 0 h 717"/>
                <a:gd name="T10" fmla="*/ 0 w 866"/>
                <a:gd name="T11" fmla="*/ 0 h 717"/>
                <a:gd name="T12" fmla="*/ 0 w 866"/>
                <a:gd name="T13" fmla="*/ 575 h 717"/>
                <a:gd name="T14" fmla="*/ 346 w 866"/>
                <a:gd name="T15" fmla="*/ 575 h 717"/>
                <a:gd name="T16" fmla="*/ 414 w 866"/>
                <a:gd name="T17" fmla="*/ 481 h 7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6" h="717">
                  <a:moveTo>
                    <a:pt x="629" y="601"/>
                  </a:moveTo>
                  <a:cubicBezTo>
                    <a:pt x="731" y="396"/>
                    <a:pt x="371" y="572"/>
                    <a:pt x="364" y="509"/>
                  </a:cubicBezTo>
                  <a:cubicBezTo>
                    <a:pt x="352" y="406"/>
                    <a:pt x="624" y="344"/>
                    <a:pt x="722" y="256"/>
                  </a:cubicBezTo>
                  <a:cubicBezTo>
                    <a:pt x="866" y="127"/>
                    <a:pt x="570" y="202"/>
                    <a:pt x="563" y="140"/>
                  </a:cubicBezTo>
                  <a:cubicBezTo>
                    <a:pt x="566" y="81"/>
                    <a:pt x="601" y="36"/>
                    <a:pt x="6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527" y="717"/>
                    <a:pt x="527" y="717"/>
                    <a:pt x="527" y="717"/>
                  </a:cubicBezTo>
                  <a:cubicBezTo>
                    <a:pt x="569" y="683"/>
                    <a:pt x="607" y="645"/>
                    <a:pt x="629" y="60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35">
              <a:extLst>
                <a:ext uri="{FF2B5EF4-FFF2-40B4-BE49-F238E27FC236}">
                  <a16:creationId xmlns:a16="http://schemas.microsoft.com/office/drawing/2014/main" id="{220F58C9-3A01-4201-8EEE-31D6DBE28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1073"/>
              <a:ext cx="1034" cy="667"/>
            </a:xfrm>
            <a:custGeom>
              <a:avLst/>
              <a:gdLst>
                <a:gd name="T0" fmla="*/ 782 w 1189"/>
                <a:gd name="T1" fmla="*/ 0 h 718"/>
                <a:gd name="T2" fmla="*/ 770 w 1189"/>
                <a:gd name="T3" fmla="*/ 576 h 718"/>
                <a:gd name="T4" fmla="*/ 0 w 1189"/>
                <a:gd name="T5" fmla="*/ 576 h 718"/>
                <a:gd name="T6" fmla="*/ 0 w 1189"/>
                <a:gd name="T7" fmla="*/ 0 h 718"/>
                <a:gd name="T8" fmla="*/ 782 w 1189"/>
                <a:gd name="T9" fmla="*/ 0 h 7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9" h="718">
                  <a:moveTo>
                    <a:pt x="1189" y="0"/>
                  </a:moveTo>
                  <a:cubicBezTo>
                    <a:pt x="1189" y="0"/>
                    <a:pt x="989" y="334"/>
                    <a:pt x="1172" y="718"/>
                  </a:cubicBezTo>
                  <a:cubicBezTo>
                    <a:pt x="0" y="718"/>
                    <a:pt x="0" y="718"/>
                    <a:pt x="0" y="71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189" y="0"/>
                  </a:lnTo>
                  <a:close/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Line 36">
              <a:extLst>
                <a:ext uri="{FF2B5EF4-FFF2-40B4-BE49-F238E27FC236}">
                  <a16:creationId xmlns:a16="http://schemas.microsoft.com/office/drawing/2014/main" id="{813F3A03-5571-4F6C-846E-1A9652C36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" y="1185"/>
              <a:ext cx="990" cy="1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7" name="Line 37">
              <a:extLst>
                <a:ext uri="{FF2B5EF4-FFF2-40B4-BE49-F238E27FC236}">
                  <a16:creationId xmlns:a16="http://schemas.microsoft.com/office/drawing/2014/main" id="{149D3BAC-6A77-403E-BF47-77FD470297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7" y="1301"/>
              <a:ext cx="957" cy="1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Line 38">
              <a:extLst>
                <a:ext uri="{FF2B5EF4-FFF2-40B4-BE49-F238E27FC236}">
                  <a16:creationId xmlns:a16="http://schemas.microsoft.com/office/drawing/2014/main" id="{F12081F6-51E2-4C50-A7E0-95090FB8AB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7" y="1420"/>
              <a:ext cx="950" cy="1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9" name="Line 39">
              <a:extLst>
                <a:ext uri="{FF2B5EF4-FFF2-40B4-BE49-F238E27FC236}">
                  <a16:creationId xmlns:a16="http://schemas.microsoft.com/office/drawing/2014/main" id="{61DEE59B-E54F-48B9-861B-8F97007E0F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" y="1532"/>
              <a:ext cx="955" cy="1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0" name="Line 40">
              <a:extLst>
                <a:ext uri="{FF2B5EF4-FFF2-40B4-BE49-F238E27FC236}">
                  <a16:creationId xmlns:a16="http://schemas.microsoft.com/office/drawing/2014/main" id="{E3376ED5-C5D4-416C-9DFD-CC8BE32F5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" y="1640"/>
              <a:ext cx="981" cy="1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1" name="Freeform 41">
              <a:extLst>
                <a:ext uri="{FF2B5EF4-FFF2-40B4-BE49-F238E27FC236}">
                  <a16:creationId xmlns:a16="http://schemas.microsoft.com/office/drawing/2014/main" id="{D6DD510B-EE00-4B80-B3C1-4102B8A49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158"/>
              <a:ext cx="934" cy="15"/>
            </a:xfrm>
            <a:custGeom>
              <a:avLst/>
              <a:gdLst>
                <a:gd name="T0" fmla="*/ 0 w 1074"/>
                <a:gd name="T1" fmla="*/ 11 h 17"/>
                <a:gd name="T2" fmla="*/ 706 w 1074"/>
                <a:gd name="T3" fmla="*/ 11 h 17"/>
                <a:gd name="T4" fmla="*/ 0 w 1074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4" h="17">
                  <a:moveTo>
                    <a:pt x="0" y="17"/>
                  </a:moveTo>
                  <a:cubicBezTo>
                    <a:pt x="1074" y="17"/>
                    <a:pt x="1074" y="17"/>
                    <a:pt x="1074" y="17"/>
                  </a:cubicBezTo>
                  <a:cubicBezTo>
                    <a:pt x="1074" y="17"/>
                    <a:pt x="468" y="0"/>
                    <a:pt x="0" y="17"/>
                  </a:cubicBezTo>
                  <a:close/>
                </a:path>
              </a:pathLst>
            </a:custGeom>
            <a:solidFill>
              <a:srgbClr val="969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Freeform 42">
              <a:extLst>
                <a:ext uri="{FF2B5EF4-FFF2-40B4-BE49-F238E27FC236}">
                  <a16:creationId xmlns:a16="http://schemas.microsoft.com/office/drawing/2014/main" id="{486F341E-2410-40DB-AD10-97EB724D9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274"/>
              <a:ext cx="900" cy="15"/>
            </a:xfrm>
            <a:custGeom>
              <a:avLst/>
              <a:gdLst>
                <a:gd name="T0" fmla="*/ 0 w 1035"/>
                <a:gd name="T1" fmla="*/ 11 h 17"/>
                <a:gd name="T2" fmla="*/ 681 w 1035"/>
                <a:gd name="T3" fmla="*/ 11 h 17"/>
                <a:gd name="T4" fmla="*/ 0 w 1035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5" h="17">
                  <a:moveTo>
                    <a:pt x="0" y="17"/>
                  </a:moveTo>
                  <a:cubicBezTo>
                    <a:pt x="1035" y="17"/>
                    <a:pt x="1035" y="17"/>
                    <a:pt x="1035" y="17"/>
                  </a:cubicBezTo>
                  <a:cubicBezTo>
                    <a:pt x="1035" y="17"/>
                    <a:pt x="377" y="0"/>
                    <a:pt x="0" y="17"/>
                  </a:cubicBezTo>
                  <a:close/>
                </a:path>
              </a:pathLst>
            </a:custGeom>
            <a:solidFill>
              <a:srgbClr val="969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3" name="Freeform 43">
              <a:extLst>
                <a:ext uri="{FF2B5EF4-FFF2-40B4-BE49-F238E27FC236}">
                  <a16:creationId xmlns:a16="http://schemas.microsoft.com/office/drawing/2014/main" id="{AA2EE490-A5BB-4722-86CB-6426076B2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388"/>
              <a:ext cx="890" cy="16"/>
            </a:xfrm>
            <a:custGeom>
              <a:avLst/>
              <a:gdLst>
                <a:gd name="T0" fmla="*/ 0 w 1023"/>
                <a:gd name="T1" fmla="*/ 14 h 17"/>
                <a:gd name="T2" fmla="*/ 673 w 1023"/>
                <a:gd name="T3" fmla="*/ 14 h 17"/>
                <a:gd name="T4" fmla="*/ 0 w 1023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3" h="17">
                  <a:moveTo>
                    <a:pt x="0" y="17"/>
                  </a:moveTo>
                  <a:cubicBezTo>
                    <a:pt x="1023" y="17"/>
                    <a:pt x="1023" y="17"/>
                    <a:pt x="1023" y="17"/>
                  </a:cubicBezTo>
                  <a:cubicBezTo>
                    <a:pt x="1023" y="17"/>
                    <a:pt x="304" y="0"/>
                    <a:pt x="0" y="17"/>
                  </a:cubicBezTo>
                  <a:close/>
                </a:path>
              </a:pathLst>
            </a:custGeom>
            <a:solidFill>
              <a:srgbClr val="969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4" name="Freeform 44">
              <a:extLst>
                <a:ext uri="{FF2B5EF4-FFF2-40B4-BE49-F238E27FC236}">
                  <a16:creationId xmlns:a16="http://schemas.microsoft.com/office/drawing/2014/main" id="{96304634-EBC5-4483-999C-B726BF210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502"/>
              <a:ext cx="894" cy="19"/>
            </a:xfrm>
            <a:custGeom>
              <a:avLst/>
              <a:gdLst>
                <a:gd name="T0" fmla="*/ 0 w 1028"/>
                <a:gd name="T1" fmla="*/ 17 h 20"/>
                <a:gd name="T2" fmla="*/ 676 w 1028"/>
                <a:gd name="T3" fmla="*/ 17 h 20"/>
                <a:gd name="T4" fmla="*/ 0 w 1028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8" h="20">
                  <a:moveTo>
                    <a:pt x="0" y="20"/>
                  </a:moveTo>
                  <a:cubicBezTo>
                    <a:pt x="1028" y="20"/>
                    <a:pt x="1028" y="20"/>
                    <a:pt x="1028" y="20"/>
                  </a:cubicBezTo>
                  <a:cubicBezTo>
                    <a:pt x="1028" y="20"/>
                    <a:pt x="140" y="0"/>
                    <a:pt x="0" y="20"/>
                  </a:cubicBezTo>
                  <a:close/>
                </a:path>
              </a:pathLst>
            </a:custGeom>
            <a:solidFill>
              <a:srgbClr val="969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5" name="Freeform 45">
              <a:extLst>
                <a:ext uri="{FF2B5EF4-FFF2-40B4-BE49-F238E27FC236}">
                  <a16:creationId xmlns:a16="http://schemas.microsoft.com/office/drawing/2014/main" id="{85F699E6-AE58-4D4F-93FF-0172DC60F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614"/>
              <a:ext cx="917" cy="11"/>
            </a:xfrm>
            <a:custGeom>
              <a:avLst/>
              <a:gdLst>
                <a:gd name="T0" fmla="*/ 0 w 1054"/>
                <a:gd name="T1" fmla="*/ 9 h 12"/>
                <a:gd name="T2" fmla="*/ 694 w 1054"/>
                <a:gd name="T3" fmla="*/ 9 h 12"/>
                <a:gd name="T4" fmla="*/ 0 w 1054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4" h="12">
                  <a:moveTo>
                    <a:pt x="0" y="12"/>
                  </a:moveTo>
                  <a:cubicBezTo>
                    <a:pt x="1054" y="12"/>
                    <a:pt x="1054" y="12"/>
                    <a:pt x="1054" y="12"/>
                  </a:cubicBezTo>
                  <a:cubicBezTo>
                    <a:pt x="1054" y="12"/>
                    <a:pt x="123" y="0"/>
                    <a:pt x="0" y="12"/>
                  </a:cubicBezTo>
                  <a:close/>
                </a:path>
              </a:pathLst>
            </a:custGeom>
            <a:solidFill>
              <a:srgbClr val="969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Oval 46">
              <a:extLst>
                <a:ext uri="{FF2B5EF4-FFF2-40B4-BE49-F238E27FC236}">
                  <a16:creationId xmlns:a16="http://schemas.microsoft.com/office/drawing/2014/main" id="{7F7A1E49-D674-4858-9C6E-638D6D2E9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1150"/>
              <a:ext cx="22" cy="22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67" name="Oval 47">
              <a:extLst>
                <a:ext uri="{FF2B5EF4-FFF2-40B4-BE49-F238E27FC236}">
                  <a16:creationId xmlns:a16="http://schemas.microsoft.com/office/drawing/2014/main" id="{2511D58D-3852-425F-AB81-1F62B9219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8" y="1162"/>
              <a:ext cx="21" cy="23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68" name="Oval 48">
              <a:extLst>
                <a:ext uri="{FF2B5EF4-FFF2-40B4-BE49-F238E27FC236}">
                  <a16:creationId xmlns:a16="http://schemas.microsoft.com/office/drawing/2014/main" id="{735FD352-69F0-4BE2-A2FA-FA85CA995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1194"/>
              <a:ext cx="21" cy="23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69" name="Oval 49">
              <a:extLst>
                <a:ext uri="{FF2B5EF4-FFF2-40B4-BE49-F238E27FC236}">
                  <a16:creationId xmlns:a16="http://schemas.microsoft.com/office/drawing/2014/main" id="{60F9FCE8-2718-4744-879E-CA7EE064F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161"/>
              <a:ext cx="21" cy="23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0" name="Oval 50">
              <a:extLst>
                <a:ext uri="{FF2B5EF4-FFF2-40B4-BE49-F238E27FC236}">
                  <a16:creationId xmlns:a16="http://schemas.microsoft.com/office/drawing/2014/main" id="{17C0493F-465F-421F-A66E-1DE617376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1" y="1200"/>
              <a:ext cx="21" cy="23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1" name="Double-pan-mechanical-balance-scale">
            <a:extLst>
              <a:ext uri="{FF2B5EF4-FFF2-40B4-BE49-F238E27FC236}">
                <a16:creationId xmlns:a16="http://schemas.microsoft.com/office/drawing/2014/main" id="{2B26E75E-5072-48CC-8EA2-CB1841531952}"/>
              </a:ext>
            </a:extLst>
          </p:cNvPr>
          <p:cNvGrpSpPr>
            <a:grpSpLocks/>
          </p:cNvGrpSpPr>
          <p:nvPr/>
        </p:nvGrpSpPr>
        <p:grpSpPr bwMode="auto">
          <a:xfrm>
            <a:off x="3719513" y="4437063"/>
            <a:ext cx="4656137" cy="1870075"/>
            <a:chOff x="1716" y="3130"/>
            <a:chExt cx="2216" cy="890"/>
          </a:xfrm>
        </p:grpSpPr>
        <p:sp>
          <p:nvSpPr>
            <p:cNvPr id="43231" name="Freeform 52">
              <a:extLst>
                <a:ext uri="{FF2B5EF4-FFF2-40B4-BE49-F238E27FC236}">
                  <a16:creationId xmlns:a16="http://schemas.microsoft.com/office/drawing/2014/main" id="{1467DB5F-363D-458B-A966-8711FBFC8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722"/>
              <a:ext cx="1840" cy="298"/>
            </a:xfrm>
            <a:custGeom>
              <a:avLst/>
              <a:gdLst>
                <a:gd name="T0" fmla="*/ 102 w 2120"/>
                <a:gd name="T1" fmla="*/ 21 h 343"/>
                <a:gd name="T2" fmla="*/ 131 w 2120"/>
                <a:gd name="T3" fmla="*/ 0 h 343"/>
                <a:gd name="T4" fmla="*/ 1258 w 2120"/>
                <a:gd name="T5" fmla="*/ 0 h 343"/>
                <a:gd name="T6" fmla="*/ 1285 w 2120"/>
                <a:gd name="T7" fmla="*/ 21 h 343"/>
                <a:gd name="T8" fmla="*/ 1386 w 2120"/>
                <a:gd name="T9" fmla="*/ 202 h 343"/>
                <a:gd name="T10" fmla="*/ 1364 w 2120"/>
                <a:gd name="T11" fmla="*/ 225 h 343"/>
                <a:gd name="T12" fmla="*/ 23 w 2120"/>
                <a:gd name="T13" fmla="*/ 225 h 343"/>
                <a:gd name="T14" fmla="*/ 0 w 2120"/>
                <a:gd name="T15" fmla="*/ 202 h 343"/>
                <a:gd name="T16" fmla="*/ 102 w 2120"/>
                <a:gd name="T17" fmla="*/ 21 h 3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0" h="343">
                  <a:moveTo>
                    <a:pt x="155" y="32"/>
                  </a:moveTo>
                  <a:cubicBezTo>
                    <a:pt x="165" y="13"/>
                    <a:pt x="184" y="0"/>
                    <a:pt x="200" y="0"/>
                  </a:cubicBezTo>
                  <a:cubicBezTo>
                    <a:pt x="1924" y="0"/>
                    <a:pt x="1924" y="0"/>
                    <a:pt x="1924" y="0"/>
                  </a:cubicBezTo>
                  <a:cubicBezTo>
                    <a:pt x="1940" y="0"/>
                    <a:pt x="1958" y="17"/>
                    <a:pt x="1965" y="32"/>
                  </a:cubicBezTo>
                  <a:cubicBezTo>
                    <a:pt x="2120" y="309"/>
                    <a:pt x="2120" y="309"/>
                    <a:pt x="2120" y="309"/>
                  </a:cubicBezTo>
                  <a:cubicBezTo>
                    <a:pt x="2120" y="327"/>
                    <a:pt x="2105" y="343"/>
                    <a:pt x="2086" y="343"/>
                  </a:cubicBezTo>
                  <a:cubicBezTo>
                    <a:pt x="34" y="343"/>
                    <a:pt x="34" y="343"/>
                    <a:pt x="34" y="343"/>
                  </a:cubicBezTo>
                  <a:cubicBezTo>
                    <a:pt x="15" y="343"/>
                    <a:pt x="0" y="327"/>
                    <a:pt x="0" y="309"/>
                  </a:cubicBezTo>
                  <a:lnTo>
                    <a:pt x="155" y="32"/>
                  </a:lnTo>
                  <a:close/>
                </a:path>
              </a:pathLst>
            </a:custGeom>
            <a:solidFill>
              <a:srgbClr val="A59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2" name="Freeform 53">
              <a:extLst>
                <a:ext uri="{FF2B5EF4-FFF2-40B4-BE49-F238E27FC236}">
                  <a16:creationId xmlns:a16="http://schemas.microsoft.com/office/drawing/2014/main" id="{510D9E56-77FC-4801-BBA3-C4CE027C9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722"/>
              <a:ext cx="444" cy="298"/>
            </a:xfrm>
            <a:custGeom>
              <a:avLst/>
              <a:gdLst>
                <a:gd name="T0" fmla="*/ 233 w 512"/>
                <a:gd name="T1" fmla="*/ 21 h 343"/>
                <a:gd name="T2" fmla="*/ 206 w 512"/>
                <a:gd name="T3" fmla="*/ 0 h 343"/>
                <a:gd name="T4" fmla="*/ 0 w 512"/>
                <a:gd name="T5" fmla="*/ 0 h 343"/>
                <a:gd name="T6" fmla="*/ 27 w 512"/>
                <a:gd name="T7" fmla="*/ 21 h 343"/>
                <a:gd name="T8" fmla="*/ 127 w 512"/>
                <a:gd name="T9" fmla="*/ 202 h 343"/>
                <a:gd name="T10" fmla="*/ 105 w 512"/>
                <a:gd name="T11" fmla="*/ 225 h 343"/>
                <a:gd name="T12" fmla="*/ 312 w 512"/>
                <a:gd name="T13" fmla="*/ 225 h 343"/>
                <a:gd name="T14" fmla="*/ 334 w 512"/>
                <a:gd name="T15" fmla="*/ 202 h 343"/>
                <a:gd name="T16" fmla="*/ 233 w 512"/>
                <a:gd name="T17" fmla="*/ 21 h 3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2" h="343">
                  <a:moveTo>
                    <a:pt x="357" y="32"/>
                  </a:moveTo>
                  <a:cubicBezTo>
                    <a:pt x="350" y="17"/>
                    <a:pt x="332" y="0"/>
                    <a:pt x="3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34" y="17"/>
                    <a:pt x="41" y="32"/>
                  </a:cubicBezTo>
                  <a:cubicBezTo>
                    <a:pt x="196" y="309"/>
                    <a:pt x="196" y="309"/>
                    <a:pt x="196" y="309"/>
                  </a:cubicBezTo>
                  <a:cubicBezTo>
                    <a:pt x="196" y="327"/>
                    <a:pt x="181" y="343"/>
                    <a:pt x="162" y="343"/>
                  </a:cubicBezTo>
                  <a:cubicBezTo>
                    <a:pt x="478" y="343"/>
                    <a:pt x="478" y="343"/>
                    <a:pt x="478" y="343"/>
                  </a:cubicBezTo>
                  <a:cubicBezTo>
                    <a:pt x="497" y="343"/>
                    <a:pt x="512" y="327"/>
                    <a:pt x="512" y="309"/>
                  </a:cubicBezTo>
                  <a:lnTo>
                    <a:pt x="357" y="32"/>
                  </a:lnTo>
                  <a:close/>
                </a:path>
              </a:pathLst>
            </a:custGeom>
            <a:solidFill>
              <a:srgbClr val="968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3" name="Freeform 54">
              <a:extLst>
                <a:ext uri="{FF2B5EF4-FFF2-40B4-BE49-F238E27FC236}">
                  <a16:creationId xmlns:a16="http://schemas.microsoft.com/office/drawing/2014/main" id="{AB858D3D-6270-48B0-87A4-63CED22E5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722"/>
              <a:ext cx="1840" cy="298"/>
            </a:xfrm>
            <a:custGeom>
              <a:avLst/>
              <a:gdLst>
                <a:gd name="T0" fmla="*/ 102 w 2120"/>
                <a:gd name="T1" fmla="*/ 21 h 343"/>
                <a:gd name="T2" fmla="*/ 131 w 2120"/>
                <a:gd name="T3" fmla="*/ 0 h 343"/>
                <a:gd name="T4" fmla="*/ 1258 w 2120"/>
                <a:gd name="T5" fmla="*/ 0 h 343"/>
                <a:gd name="T6" fmla="*/ 1285 w 2120"/>
                <a:gd name="T7" fmla="*/ 21 h 343"/>
                <a:gd name="T8" fmla="*/ 1386 w 2120"/>
                <a:gd name="T9" fmla="*/ 202 h 343"/>
                <a:gd name="T10" fmla="*/ 1364 w 2120"/>
                <a:gd name="T11" fmla="*/ 225 h 343"/>
                <a:gd name="T12" fmla="*/ 23 w 2120"/>
                <a:gd name="T13" fmla="*/ 225 h 343"/>
                <a:gd name="T14" fmla="*/ 0 w 2120"/>
                <a:gd name="T15" fmla="*/ 202 h 343"/>
                <a:gd name="T16" fmla="*/ 102 w 2120"/>
                <a:gd name="T17" fmla="*/ 21 h 3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0" h="343">
                  <a:moveTo>
                    <a:pt x="155" y="32"/>
                  </a:moveTo>
                  <a:cubicBezTo>
                    <a:pt x="165" y="13"/>
                    <a:pt x="184" y="0"/>
                    <a:pt x="200" y="0"/>
                  </a:cubicBezTo>
                  <a:cubicBezTo>
                    <a:pt x="1924" y="0"/>
                    <a:pt x="1924" y="0"/>
                    <a:pt x="1924" y="0"/>
                  </a:cubicBezTo>
                  <a:cubicBezTo>
                    <a:pt x="1940" y="0"/>
                    <a:pt x="1958" y="17"/>
                    <a:pt x="1965" y="32"/>
                  </a:cubicBezTo>
                  <a:cubicBezTo>
                    <a:pt x="2120" y="309"/>
                    <a:pt x="2120" y="309"/>
                    <a:pt x="2120" y="309"/>
                  </a:cubicBezTo>
                  <a:cubicBezTo>
                    <a:pt x="2120" y="327"/>
                    <a:pt x="2105" y="343"/>
                    <a:pt x="2086" y="343"/>
                  </a:cubicBezTo>
                  <a:cubicBezTo>
                    <a:pt x="34" y="343"/>
                    <a:pt x="34" y="343"/>
                    <a:pt x="34" y="343"/>
                  </a:cubicBezTo>
                  <a:cubicBezTo>
                    <a:pt x="15" y="343"/>
                    <a:pt x="0" y="327"/>
                    <a:pt x="0" y="309"/>
                  </a:cubicBezTo>
                  <a:lnTo>
                    <a:pt x="155" y="32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4" name="Freeform 55">
              <a:extLst>
                <a:ext uri="{FF2B5EF4-FFF2-40B4-BE49-F238E27FC236}">
                  <a16:creationId xmlns:a16="http://schemas.microsoft.com/office/drawing/2014/main" id="{5602C547-6B91-4D34-A036-8ECF88F9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651"/>
              <a:ext cx="1757" cy="297"/>
            </a:xfrm>
            <a:custGeom>
              <a:avLst/>
              <a:gdLst>
                <a:gd name="T0" fmla="*/ 96 w 2024"/>
                <a:gd name="T1" fmla="*/ 21 h 342"/>
                <a:gd name="T2" fmla="*/ 125 w 2024"/>
                <a:gd name="T3" fmla="*/ 0 h 342"/>
                <a:gd name="T4" fmla="*/ 1202 w 2024"/>
                <a:gd name="T5" fmla="*/ 0 h 342"/>
                <a:gd name="T6" fmla="*/ 1227 w 2024"/>
                <a:gd name="T7" fmla="*/ 21 h 342"/>
                <a:gd name="T8" fmla="*/ 1324 w 2024"/>
                <a:gd name="T9" fmla="*/ 201 h 342"/>
                <a:gd name="T10" fmla="*/ 1303 w 2024"/>
                <a:gd name="T11" fmla="*/ 224 h 342"/>
                <a:gd name="T12" fmla="*/ 21 w 2024"/>
                <a:gd name="T13" fmla="*/ 224 h 342"/>
                <a:gd name="T14" fmla="*/ 0 w 2024"/>
                <a:gd name="T15" fmla="*/ 201 h 342"/>
                <a:gd name="T16" fmla="*/ 96 w 2024"/>
                <a:gd name="T17" fmla="*/ 21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4" h="342">
                  <a:moveTo>
                    <a:pt x="148" y="32"/>
                  </a:moveTo>
                  <a:cubicBezTo>
                    <a:pt x="157" y="13"/>
                    <a:pt x="175" y="0"/>
                    <a:pt x="191" y="0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1852" y="0"/>
                    <a:pt x="1869" y="16"/>
                    <a:pt x="1876" y="32"/>
                  </a:cubicBezTo>
                  <a:cubicBezTo>
                    <a:pt x="2024" y="308"/>
                    <a:pt x="2024" y="308"/>
                    <a:pt x="2024" y="308"/>
                  </a:cubicBezTo>
                  <a:cubicBezTo>
                    <a:pt x="2024" y="327"/>
                    <a:pt x="2009" y="342"/>
                    <a:pt x="1992" y="342"/>
                  </a:cubicBezTo>
                  <a:cubicBezTo>
                    <a:pt x="32" y="342"/>
                    <a:pt x="32" y="342"/>
                    <a:pt x="32" y="342"/>
                  </a:cubicBezTo>
                  <a:cubicBezTo>
                    <a:pt x="15" y="342"/>
                    <a:pt x="0" y="327"/>
                    <a:pt x="0" y="308"/>
                  </a:cubicBezTo>
                  <a:lnTo>
                    <a:pt x="148" y="32"/>
                  </a:lnTo>
                  <a:close/>
                </a:path>
              </a:pathLst>
            </a:custGeom>
            <a:solidFill>
              <a:srgbClr val="827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56">
              <a:extLst>
                <a:ext uri="{FF2B5EF4-FFF2-40B4-BE49-F238E27FC236}">
                  <a16:creationId xmlns:a16="http://schemas.microsoft.com/office/drawing/2014/main" id="{1371DA81-EA4D-4C8E-9C60-A6D6F639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651"/>
              <a:ext cx="430" cy="297"/>
            </a:xfrm>
            <a:custGeom>
              <a:avLst/>
              <a:gdLst>
                <a:gd name="T0" fmla="*/ 227 w 495"/>
                <a:gd name="T1" fmla="*/ 21 h 342"/>
                <a:gd name="T2" fmla="*/ 202 w 495"/>
                <a:gd name="T3" fmla="*/ 0 h 342"/>
                <a:gd name="T4" fmla="*/ 0 w 495"/>
                <a:gd name="T5" fmla="*/ 0 h 342"/>
                <a:gd name="T6" fmla="*/ 26 w 495"/>
                <a:gd name="T7" fmla="*/ 21 h 342"/>
                <a:gd name="T8" fmla="*/ 142 w 495"/>
                <a:gd name="T9" fmla="*/ 200 h 342"/>
                <a:gd name="T10" fmla="*/ 124 w 495"/>
                <a:gd name="T11" fmla="*/ 224 h 342"/>
                <a:gd name="T12" fmla="*/ 303 w 495"/>
                <a:gd name="T13" fmla="*/ 224 h 342"/>
                <a:gd name="T14" fmla="*/ 325 w 495"/>
                <a:gd name="T15" fmla="*/ 201 h 342"/>
                <a:gd name="T16" fmla="*/ 227 w 495"/>
                <a:gd name="T17" fmla="*/ 21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5" h="342">
                  <a:moveTo>
                    <a:pt x="347" y="32"/>
                  </a:moveTo>
                  <a:cubicBezTo>
                    <a:pt x="340" y="16"/>
                    <a:pt x="323" y="0"/>
                    <a:pt x="3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32" y="16"/>
                    <a:pt x="39" y="32"/>
                  </a:cubicBezTo>
                  <a:cubicBezTo>
                    <a:pt x="218" y="305"/>
                    <a:pt x="218" y="305"/>
                    <a:pt x="218" y="305"/>
                  </a:cubicBezTo>
                  <a:cubicBezTo>
                    <a:pt x="218" y="324"/>
                    <a:pt x="208" y="342"/>
                    <a:pt x="190" y="342"/>
                  </a:cubicBezTo>
                  <a:cubicBezTo>
                    <a:pt x="463" y="342"/>
                    <a:pt x="463" y="342"/>
                    <a:pt x="463" y="342"/>
                  </a:cubicBezTo>
                  <a:cubicBezTo>
                    <a:pt x="480" y="342"/>
                    <a:pt x="495" y="327"/>
                    <a:pt x="495" y="308"/>
                  </a:cubicBezTo>
                  <a:lnTo>
                    <a:pt x="347" y="32"/>
                  </a:lnTo>
                  <a:close/>
                </a:path>
              </a:pathLst>
            </a:custGeom>
            <a:solidFill>
              <a:srgbClr val="726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57">
              <a:extLst>
                <a:ext uri="{FF2B5EF4-FFF2-40B4-BE49-F238E27FC236}">
                  <a16:creationId xmlns:a16="http://schemas.microsoft.com/office/drawing/2014/main" id="{2E7E7500-3369-45FD-8B2A-2C1F73F7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651"/>
              <a:ext cx="1757" cy="297"/>
            </a:xfrm>
            <a:custGeom>
              <a:avLst/>
              <a:gdLst>
                <a:gd name="T0" fmla="*/ 96 w 2024"/>
                <a:gd name="T1" fmla="*/ 21 h 342"/>
                <a:gd name="T2" fmla="*/ 125 w 2024"/>
                <a:gd name="T3" fmla="*/ 0 h 342"/>
                <a:gd name="T4" fmla="*/ 1202 w 2024"/>
                <a:gd name="T5" fmla="*/ 0 h 342"/>
                <a:gd name="T6" fmla="*/ 1227 w 2024"/>
                <a:gd name="T7" fmla="*/ 21 h 342"/>
                <a:gd name="T8" fmla="*/ 1324 w 2024"/>
                <a:gd name="T9" fmla="*/ 201 h 342"/>
                <a:gd name="T10" fmla="*/ 1303 w 2024"/>
                <a:gd name="T11" fmla="*/ 224 h 342"/>
                <a:gd name="T12" fmla="*/ 21 w 2024"/>
                <a:gd name="T13" fmla="*/ 224 h 342"/>
                <a:gd name="T14" fmla="*/ 0 w 2024"/>
                <a:gd name="T15" fmla="*/ 201 h 342"/>
                <a:gd name="T16" fmla="*/ 96 w 2024"/>
                <a:gd name="T17" fmla="*/ 21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4" h="342">
                  <a:moveTo>
                    <a:pt x="148" y="32"/>
                  </a:moveTo>
                  <a:cubicBezTo>
                    <a:pt x="157" y="13"/>
                    <a:pt x="175" y="0"/>
                    <a:pt x="191" y="0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1852" y="0"/>
                    <a:pt x="1869" y="16"/>
                    <a:pt x="1876" y="32"/>
                  </a:cubicBezTo>
                  <a:cubicBezTo>
                    <a:pt x="2024" y="308"/>
                    <a:pt x="2024" y="308"/>
                    <a:pt x="2024" y="308"/>
                  </a:cubicBezTo>
                  <a:cubicBezTo>
                    <a:pt x="2024" y="327"/>
                    <a:pt x="2009" y="342"/>
                    <a:pt x="1992" y="342"/>
                  </a:cubicBezTo>
                  <a:cubicBezTo>
                    <a:pt x="32" y="342"/>
                    <a:pt x="32" y="342"/>
                    <a:pt x="32" y="342"/>
                  </a:cubicBezTo>
                  <a:cubicBezTo>
                    <a:pt x="15" y="342"/>
                    <a:pt x="0" y="327"/>
                    <a:pt x="0" y="308"/>
                  </a:cubicBezTo>
                  <a:lnTo>
                    <a:pt x="148" y="32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Freeform 58">
              <a:extLst>
                <a:ext uri="{FF2B5EF4-FFF2-40B4-BE49-F238E27FC236}">
                  <a16:creationId xmlns:a16="http://schemas.microsoft.com/office/drawing/2014/main" id="{D32405ED-3423-491E-8CD9-54F92A305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771"/>
              <a:ext cx="1777" cy="136"/>
            </a:xfrm>
            <a:custGeom>
              <a:avLst/>
              <a:gdLst>
                <a:gd name="T0" fmla="*/ 27 w 2048"/>
                <a:gd name="T1" fmla="*/ 102 h 157"/>
                <a:gd name="T2" fmla="*/ 0 w 2048"/>
                <a:gd name="T3" fmla="*/ 0 h 157"/>
                <a:gd name="T4" fmla="*/ 1338 w 2048"/>
                <a:gd name="T5" fmla="*/ 3 h 157"/>
                <a:gd name="T6" fmla="*/ 1317 w 2048"/>
                <a:gd name="T7" fmla="*/ 102 h 157"/>
                <a:gd name="T8" fmla="*/ 27 w 2048"/>
                <a:gd name="T9" fmla="*/ 102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8" h="157">
                  <a:moveTo>
                    <a:pt x="42" y="157"/>
                  </a:moveTo>
                  <a:cubicBezTo>
                    <a:pt x="42" y="157"/>
                    <a:pt x="85" y="43"/>
                    <a:pt x="0" y="0"/>
                  </a:cubicBezTo>
                  <a:cubicBezTo>
                    <a:pt x="2048" y="5"/>
                    <a:pt x="2048" y="5"/>
                    <a:pt x="2048" y="5"/>
                  </a:cubicBezTo>
                  <a:cubicBezTo>
                    <a:pt x="2048" y="5"/>
                    <a:pt x="1978" y="61"/>
                    <a:pt x="2016" y="157"/>
                  </a:cubicBezTo>
                  <a:lnTo>
                    <a:pt x="42" y="157"/>
                  </a:lnTo>
                  <a:close/>
                </a:path>
              </a:pathLst>
            </a:custGeom>
            <a:solidFill>
              <a:srgbClr val="564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8" name="Freeform 59">
              <a:extLst>
                <a:ext uri="{FF2B5EF4-FFF2-40B4-BE49-F238E27FC236}">
                  <a16:creationId xmlns:a16="http://schemas.microsoft.com/office/drawing/2014/main" id="{6DEF2C62-CE59-4F7C-B05D-835617F2C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774"/>
              <a:ext cx="291" cy="132"/>
            </a:xfrm>
            <a:custGeom>
              <a:avLst/>
              <a:gdLst>
                <a:gd name="T0" fmla="*/ 46 w 335"/>
                <a:gd name="T1" fmla="*/ 0 h 152"/>
                <a:gd name="T2" fmla="*/ 25 w 335"/>
                <a:gd name="T3" fmla="*/ 100 h 152"/>
                <a:gd name="T4" fmla="*/ 198 w 335"/>
                <a:gd name="T5" fmla="*/ 100 h 152"/>
                <a:gd name="T6" fmla="*/ 220 w 335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152">
                  <a:moveTo>
                    <a:pt x="70" y="0"/>
                  </a:moveTo>
                  <a:cubicBezTo>
                    <a:pt x="70" y="0"/>
                    <a:pt x="0" y="56"/>
                    <a:pt x="38" y="152"/>
                  </a:cubicBezTo>
                  <a:cubicBezTo>
                    <a:pt x="303" y="152"/>
                    <a:pt x="303" y="152"/>
                    <a:pt x="303" y="152"/>
                  </a:cubicBezTo>
                  <a:cubicBezTo>
                    <a:pt x="266" y="56"/>
                    <a:pt x="335" y="0"/>
                    <a:pt x="335" y="0"/>
                  </a:cubicBezTo>
                </a:path>
              </a:pathLst>
            </a:custGeom>
            <a:solidFill>
              <a:srgbClr val="483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9" name="Freeform 60">
              <a:extLst>
                <a:ext uri="{FF2B5EF4-FFF2-40B4-BE49-F238E27FC236}">
                  <a16:creationId xmlns:a16="http://schemas.microsoft.com/office/drawing/2014/main" id="{8B6E4F50-FF9B-4981-ACC5-261B3BBC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771"/>
              <a:ext cx="1777" cy="136"/>
            </a:xfrm>
            <a:custGeom>
              <a:avLst/>
              <a:gdLst>
                <a:gd name="T0" fmla="*/ 27 w 2048"/>
                <a:gd name="T1" fmla="*/ 102 h 157"/>
                <a:gd name="T2" fmla="*/ 0 w 2048"/>
                <a:gd name="T3" fmla="*/ 0 h 157"/>
                <a:gd name="T4" fmla="*/ 1338 w 2048"/>
                <a:gd name="T5" fmla="*/ 3 h 157"/>
                <a:gd name="T6" fmla="*/ 1317 w 2048"/>
                <a:gd name="T7" fmla="*/ 102 h 157"/>
                <a:gd name="T8" fmla="*/ 27 w 2048"/>
                <a:gd name="T9" fmla="*/ 102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8" h="157">
                  <a:moveTo>
                    <a:pt x="42" y="157"/>
                  </a:moveTo>
                  <a:cubicBezTo>
                    <a:pt x="42" y="157"/>
                    <a:pt x="85" y="43"/>
                    <a:pt x="0" y="0"/>
                  </a:cubicBezTo>
                  <a:cubicBezTo>
                    <a:pt x="2048" y="5"/>
                    <a:pt x="2048" y="5"/>
                    <a:pt x="2048" y="5"/>
                  </a:cubicBezTo>
                  <a:cubicBezTo>
                    <a:pt x="2048" y="5"/>
                    <a:pt x="1978" y="61"/>
                    <a:pt x="2016" y="157"/>
                  </a:cubicBezTo>
                  <a:lnTo>
                    <a:pt x="42" y="157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0" name="Freeform 61">
              <a:extLst>
                <a:ext uri="{FF2B5EF4-FFF2-40B4-BE49-F238E27FC236}">
                  <a16:creationId xmlns:a16="http://schemas.microsoft.com/office/drawing/2014/main" id="{C9EB08AC-C68D-4B37-89C1-48364400E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491"/>
              <a:ext cx="1840" cy="297"/>
            </a:xfrm>
            <a:custGeom>
              <a:avLst/>
              <a:gdLst>
                <a:gd name="T0" fmla="*/ 102 w 2120"/>
                <a:gd name="T1" fmla="*/ 21 h 342"/>
                <a:gd name="T2" fmla="*/ 131 w 2120"/>
                <a:gd name="T3" fmla="*/ 0 h 342"/>
                <a:gd name="T4" fmla="*/ 1258 w 2120"/>
                <a:gd name="T5" fmla="*/ 0 h 342"/>
                <a:gd name="T6" fmla="*/ 1285 w 2120"/>
                <a:gd name="T7" fmla="*/ 21 h 342"/>
                <a:gd name="T8" fmla="*/ 1386 w 2120"/>
                <a:gd name="T9" fmla="*/ 201 h 342"/>
                <a:gd name="T10" fmla="*/ 1364 w 2120"/>
                <a:gd name="T11" fmla="*/ 224 h 342"/>
                <a:gd name="T12" fmla="*/ 23 w 2120"/>
                <a:gd name="T13" fmla="*/ 224 h 342"/>
                <a:gd name="T14" fmla="*/ 0 w 2120"/>
                <a:gd name="T15" fmla="*/ 201 h 342"/>
                <a:gd name="T16" fmla="*/ 102 w 2120"/>
                <a:gd name="T17" fmla="*/ 21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0" h="342">
                  <a:moveTo>
                    <a:pt x="155" y="32"/>
                  </a:moveTo>
                  <a:cubicBezTo>
                    <a:pt x="165" y="13"/>
                    <a:pt x="184" y="0"/>
                    <a:pt x="200" y="0"/>
                  </a:cubicBezTo>
                  <a:cubicBezTo>
                    <a:pt x="1924" y="0"/>
                    <a:pt x="1924" y="0"/>
                    <a:pt x="1924" y="0"/>
                  </a:cubicBezTo>
                  <a:cubicBezTo>
                    <a:pt x="1940" y="0"/>
                    <a:pt x="1958" y="16"/>
                    <a:pt x="1965" y="32"/>
                  </a:cubicBezTo>
                  <a:cubicBezTo>
                    <a:pt x="2120" y="308"/>
                    <a:pt x="2120" y="308"/>
                    <a:pt x="2120" y="308"/>
                  </a:cubicBezTo>
                  <a:cubicBezTo>
                    <a:pt x="2120" y="327"/>
                    <a:pt x="2105" y="342"/>
                    <a:pt x="2086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15" y="342"/>
                    <a:pt x="0" y="327"/>
                    <a:pt x="0" y="308"/>
                  </a:cubicBezTo>
                  <a:lnTo>
                    <a:pt x="155" y="32"/>
                  </a:lnTo>
                  <a:close/>
                </a:path>
              </a:pathLst>
            </a:custGeom>
            <a:solidFill>
              <a:srgbClr val="F9E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1" name="Freeform 62">
              <a:extLst>
                <a:ext uri="{FF2B5EF4-FFF2-40B4-BE49-F238E27FC236}">
                  <a16:creationId xmlns:a16="http://schemas.microsoft.com/office/drawing/2014/main" id="{CA407523-A3A5-430E-AF73-3EBF8D89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491"/>
              <a:ext cx="427" cy="297"/>
            </a:xfrm>
            <a:custGeom>
              <a:avLst/>
              <a:gdLst>
                <a:gd name="T0" fmla="*/ 220 w 492"/>
                <a:gd name="T1" fmla="*/ 21 h 342"/>
                <a:gd name="T2" fmla="*/ 194 w 492"/>
                <a:gd name="T3" fmla="*/ 0 h 342"/>
                <a:gd name="T4" fmla="*/ 0 w 492"/>
                <a:gd name="T5" fmla="*/ 0 h 342"/>
                <a:gd name="T6" fmla="*/ 27 w 492"/>
                <a:gd name="T7" fmla="*/ 21 h 342"/>
                <a:gd name="T8" fmla="*/ 128 w 492"/>
                <a:gd name="T9" fmla="*/ 201 h 342"/>
                <a:gd name="T10" fmla="*/ 106 w 492"/>
                <a:gd name="T11" fmla="*/ 224 h 342"/>
                <a:gd name="T12" fmla="*/ 299 w 492"/>
                <a:gd name="T13" fmla="*/ 224 h 342"/>
                <a:gd name="T14" fmla="*/ 322 w 492"/>
                <a:gd name="T15" fmla="*/ 201 h 342"/>
                <a:gd name="T16" fmla="*/ 220 w 492"/>
                <a:gd name="T17" fmla="*/ 21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2" h="342">
                  <a:moveTo>
                    <a:pt x="337" y="32"/>
                  </a:moveTo>
                  <a:cubicBezTo>
                    <a:pt x="330" y="16"/>
                    <a:pt x="312" y="0"/>
                    <a:pt x="29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34" y="16"/>
                    <a:pt x="41" y="32"/>
                  </a:cubicBezTo>
                  <a:cubicBezTo>
                    <a:pt x="196" y="308"/>
                    <a:pt x="196" y="308"/>
                    <a:pt x="196" y="308"/>
                  </a:cubicBezTo>
                  <a:cubicBezTo>
                    <a:pt x="196" y="327"/>
                    <a:pt x="181" y="342"/>
                    <a:pt x="162" y="342"/>
                  </a:cubicBezTo>
                  <a:cubicBezTo>
                    <a:pt x="458" y="342"/>
                    <a:pt x="458" y="342"/>
                    <a:pt x="458" y="342"/>
                  </a:cubicBezTo>
                  <a:cubicBezTo>
                    <a:pt x="477" y="342"/>
                    <a:pt x="492" y="327"/>
                    <a:pt x="492" y="308"/>
                  </a:cubicBezTo>
                  <a:lnTo>
                    <a:pt x="337" y="32"/>
                  </a:lnTo>
                  <a:close/>
                </a:path>
              </a:pathLst>
            </a:custGeom>
            <a:solidFill>
              <a:srgbClr val="EAD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2" name="Freeform 63">
              <a:extLst>
                <a:ext uri="{FF2B5EF4-FFF2-40B4-BE49-F238E27FC236}">
                  <a16:creationId xmlns:a16="http://schemas.microsoft.com/office/drawing/2014/main" id="{989DFEB9-06DE-4D4B-90B4-0B274948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491"/>
              <a:ext cx="1840" cy="297"/>
            </a:xfrm>
            <a:custGeom>
              <a:avLst/>
              <a:gdLst>
                <a:gd name="T0" fmla="*/ 102 w 2120"/>
                <a:gd name="T1" fmla="*/ 21 h 342"/>
                <a:gd name="T2" fmla="*/ 131 w 2120"/>
                <a:gd name="T3" fmla="*/ 0 h 342"/>
                <a:gd name="T4" fmla="*/ 1258 w 2120"/>
                <a:gd name="T5" fmla="*/ 0 h 342"/>
                <a:gd name="T6" fmla="*/ 1285 w 2120"/>
                <a:gd name="T7" fmla="*/ 21 h 342"/>
                <a:gd name="T8" fmla="*/ 1386 w 2120"/>
                <a:gd name="T9" fmla="*/ 201 h 342"/>
                <a:gd name="T10" fmla="*/ 1364 w 2120"/>
                <a:gd name="T11" fmla="*/ 224 h 342"/>
                <a:gd name="T12" fmla="*/ 23 w 2120"/>
                <a:gd name="T13" fmla="*/ 224 h 342"/>
                <a:gd name="T14" fmla="*/ 0 w 2120"/>
                <a:gd name="T15" fmla="*/ 201 h 342"/>
                <a:gd name="T16" fmla="*/ 102 w 2120"/>
                <a:gd name="T17" fmla="*/ 21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0" h="342">
                  <a:moveTo>
                    <a:pt x="155" y="32"/>
                  </a:moveTo>
                  <a:cubicBezTo>
                    <a:pt x="165" y="13"/>
                    <a:pt x="184" y="0"/>
                    <a:pt x="200" y="0"/>
                  </a:cubicBezTo>
                  <a:cubicBezTo>
                    <a:pt x="1924" y="0"/>
                    <a:pt x="1924" y="0"/>
                    <a:pt x="1924" y="0"/>
                  </a:cubicBezTo>
                  <a:cubicBezTo>
                    <a:pt x="1940" y="0"/>
                    <a:pt x="1958" y="16"/>
                    <a:pt x="1965" y="32"/>
                  </a:cubicBezTo>
                  <a:cubicBezTo>
                    <a:pt x="2120" y="308"/>
                    <a:pt x="2120" y="308"/>
                    <a:pt x="2120" y="308"/>
                  </a:cubicBezTo>
                  <a:cubicBezTo>
                    <a:pt x="2120" y="327"/>
                    <a:pt x="2105" y="342"/>
                    <a:pt x="2086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15" y="342"/>
                    <a:pt x="0" y="327"/>
                    <a:pt x="0" y="308"/>
                  </a:cubicBezTo>
                  <a:lnTo>
                    <a:pt x="155" y="32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3" name="Oval 64">
              <a:extLst>
                <a:ext uri="{FF2B5EF4-FFF2-40B4-BE49-F238E27FC236}">
                  <a16:creationId xmlns:a16="http://schemas.microsoft.com/office/drawing/2014/main" id="{D861D18E-EFD2-4672-872C-71C467904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3249"/>
              <a:ext cx="129" cy="333"/>
            </a:xfrm>
            <a:prstGeom prst="ellipse">
              <a:avLst/>
            </a:prstGeom>
            <a:solidFill>
              <a:srgbClr val="AFA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4" name="Freeform 65">
              <a:extLst>
                <a:ext uri="{FF2B5EF4-FFF2-40B4-BE49-F238E27FC236}">
                  <a16:creationId xmlns:a16="http://schemas.microsoft.com/office/drawing/2014/main" id="{131EB157-89E6-47ED-9F28-EFCFE76CF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250"/>
              <a:ext cx="129" cy="177"/>
            </a:xfrm>
            <a:custGeom>
              <a:avLst/>
              <a:gdLst>
                <a:gd name="T0" fmla="*/ 48 w 149"/>
                <a:gd name="T1" fmla="*/ 16 h 204"/>
                <a:gd name="T2" fmla="*/ 97 w 149"/>
                <a:gd name="T3" fmla="*/ 134 h 204"/>
                <a:gd name="T4" fmla="*/ 97 w 149"/>
                <a:gd name="T5" fmla="*/ 125 h 204"/>
                <a:gd name="T6" fmla="*/ 48 w 149"/>
                <a:gd name="T7" fmla="*/ 0 h 204"/>
                <a:gd name="T8" fmla="*/ 0 w 149"/>
                <a:gd name="T9" fmla="*/ 125 h 204"/>
                <a:gd name="T10" fmla="*/ 0 w 149"/>
                <a:gd name="T11" fmla="*/ 134 h 204"/>
                <a:gd name="T12" fmla="*/ 48 w 149"/>
                <a:gd name="T13" fmla="*/ 16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204">
                  <a:moveTo>
                    <a:pt x="75" y="24"/>
                  </a:moveTo>
                  <a:cubicBezTo>
                    <a:pt x="114" y="24"/>
                    <a:pt x="146" y="104"/>
                    <a:pt x="149" y="204"/>
                  </a:cubicBezTo>
                  <a:cubicBezTo>
                    <a:pt x="149" y="200"/>
                    <a:pt x="149" y="195"/>
                    <a:pt x="149" y="191"/>
                  </a:cubicBezTo>
                  <a:cubicBezTo>
                    <a:pt x="149" y="85"/>
                    <a:pt x="116" y="0"/>
                    <a:pt x="75" y="0"/>
                  </a:cubicBezTo>
                  <a:cubicBezTo>
                    <a:pt x="34" y="0"/>
                    <a:pt x="0" y="85"/>
                    <a:pt x="0" y="191"/>
                  </a:cubicBezTo>
                  <a:cubicBezTo>
                    <a:pt x="0" y="195"/>
                    <a:pt x="0" y="200"/>
                    <a:pt x="0" y="204"/>
                  </a:cubicBezTo>
                  <a:cubicBezTo>
                    <a:pt x="3" y="104"/>
                    <a:pt x="35" y="24"/>
                    <a:pt x="75" y="24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5" name="Oval 66">
              <a:extLst>
                <a:ext uri="{FF2B5EF4-FFF2-40B4-BE49-F238E27FC236}">
                  <a16:creationId xmlns:a16="http://schemas.microsoft.com/office/drawing/2014/main" id="{357E2826-7F52-4917-BF43-BBE3DC06A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3249"/>
              <a:ext cx="129" cy="33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6" name="Freeform 67">
              <a:extLst>
                <a:ext uri="{FF2B5EF4-FFF2-40B4-BE49-F238E27FC236}">
                  <a16:creationId xmlns:a16="http://schemas.microsoft.com/office/drawing/2014/main" id="{025CE6A1-D658-472B-8071-C989B4CF9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316"/>
              <a:ext cx="1178" cy="248"/>
            </a:xfrm>
            <a:custGeom>
              <a:avLst/>
              <a:gdLst>
                <a:gd name="T0" fmla="*/ 834 w 1358"/>
                <a:gd name="T1" fmla="*/ 33 h 285"/>
                <a:gd name="T2" fmla="*/ 671 w 1358"/>
                <a:gd name="T3" fmla="*/ 70 h 285"/>
                <a:gd name="T4" fmla="*/ 538 w 1358"/>
                <a:gd name="T5" fmla="*/ 38 h 285"/>
                <a:gd name="T6" fmla="*/ 468 w 1358"/>
                <a:gd name="T7" fmla="*/ 0 h 285"/>
                <a:gd name="T8" fmla="*/ 418 w 1358"/>
                <a:gd name="T9" fmla="*/ 0 h 285"/>
                <a:gd name="T10" fmla="*/ 349 w 1358"/>
                <a:gd name="T11" fmla="*/ 38 h 285"/>
                <a:gd name="T12" fmla="*/ 216 w 1358"/>
                <a:gd name="T13" fmla="*/ 70 h 285"/>
                <a:gd name="T14" fmla="*/ 52 w 1358"/>
                <a:gd name="T15" fmla="*/ 33 h 285"/>
                <a:gd name="T16" fmla="*/ 0 w 1358"/>
                <a:gd name="T17" fmla="*/ 87 h 285"/>
                <a:gd name="T18" fmla="*/ 344 w 1358"/>
                <a:gd name="T19" fmla="*/ 134 h 285"/>
                <a:gd name="T20" fmla="*/ 415 w 1358"/>
                <a:gd name="T21" fmla="*/ 90 h 285"/>
                <a:gd name="T22" fmla="*/ 443 w 1358"/>
                <a:gd name="T23" fmla="*/ 98 h 285"/>
                <a:gd name="T24" fmla="*/ 472 w 1358"/>
                <a:gd name="T25" fmla="*/ 90 h 285"/>
                <a:gd name="T26" fmla="*/ 542 w 1358"/>
                <a:gd name="T27" fmla="*/ 134 h 285"/>
                <a:gd name="T28" fmla="*/ 887 w 1358"/>
                <a:gd name="T29" fmla="*/ 87 h 285"/>
                <a:gd name="T30" fmla="*/ 834 w 1358"/>
                <a:gd name="T31" fmla="*/ 33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58" h="285">
                  <a:moveTo>
                    <a:pt x="1278" y="50"/>
                  </a:moveTo>
                  <a:cubicBezTo>
                    <a:pt x="1278" y="50"/>
                    <a:pt x="1117" y="71"/>
                    <a:pt x="1027" y="107"/>
                  </a:cubicBezTo>
                  <a:cubicBezTo>
                    <a:pt x="937" y="142"/>
                    <a:pt x="786" y="109"/>
                    <a:pt x="824" y="58"/>
                  </a:cubicBezTo>
                  <a:cubicBezTo>
                    <a:pt x="824" y="58"/>
                    <a:pt x="725" y="92"/>
                    <a:pt x="717" y="0"/>
                  </a:cubicBezTo>
                  <a:cubicBezTo>
                    <a:pt x="641" y="0"/>
                    <a:pt x="641" y="0"/>
                    <a:pt x="641" y="0"/>
                  </a:cubicBezTo>
                  <a:cubicBezTo>
                    <a:pt x="633" y="92"/>
                    <a:pt x="534" y="58"/>
                    <a:pt x="534" y="58"/>
                  </a:cubicBezTo>
                  <a:cubicBezTo>
                    <a:pt x="572" y="109"/>
                    <a:pt x="421" y="142"/>
                    <a:pt x="331" y="107"/>
                  </a:cubicBezTo>
                  <a:cubicBezTo>
                    <a:pt x="241" y="71"/>
                    <a:pt x="80" y="50"/>
                    <a:pt x="80" y="50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136" y="117"/>
                    <a:pt x="446" y="285"/>
                    <a:pt x="528" y="203"/>
                  </a:cubicBezTo>
                  <a:cubicBezTo>
                    <a:pt x="571" y="160"/>
                    <a:pt x="618" y="121"/>
                    <a:pt x="635" y="138"/>
                  </a:cubicBezTo>
                  <a:cubicBezTo>
                    <a:pt x="649" y="152"/>
                    <a:pt x="672" y="150"/>
                    <a:pt x="679" y="149"/>
                  </a:cubicBezTo>
                  <a:cubicBezTo>
                    <a:pt x="686" y="150"/>
                    <a:pt x="709" y="152"/>
                    <a:pt x="723" y="138"/>
                  </a:cubicBezTo>
                  <a:cubicBezTo>
                    <a:pt x="740" y="121"/>
                    <a:pt x="787" y="160"/>
                    <a:pt x="830" y="203"/>
                  </a:cubicBezTo>
                  <a:cubicBezTo>
                    <a:pt x="912" y="285"/>
                    <a:pt x="1222" y="117"/>
                    <a:pt x="1358" y="132"/>
                  </a:cubicBezTo>
                  <a:lnTo>
                    <a:pt x="1278" y="50"/>
                  </a:lnTo>
                  <a:close/>
                </a:path>
              </a:pathLst>
            </a:custGeom>
            <a:solidFill>
              <a:srgbClr val="AFA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7" name="Freeform 68">
              <a:extLst>
                <a:ext uri="{FF2B5EF4-FFF2-40B4-BE49-F238E27FC236}">
                  <a16:creationId xmlns:a16="http://schemas.microsoft.com/office/drawing/2014/main" id="{B8A79D18-512A-4C34-A377-31F5C55FF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410"/>
              <a:ext cx="1178" cy="154"/>
            </a:xfrm>
            <a:custGeom>
              <a:avLst/>
              <a:gdLst>
                <a:gd name="T0" fmla="*/ 877 w 1358"/>
                <a:gd name="T1" fmla="*/ 7 h 177"/>
                <a:gd name="T2" fmla="*/ 542 w 1358"/>
                <a:gd name="T3" fmla="*/ 54 h 177"/>
                <a:gd name="T4" fmla="*/ 472 w 1358"/>
                <a:gd name="T5" fmla="*/ 11 h 177"/>
                <a:gd name="T6" fmla="*/ 443 w 1358"/>
                <a:gd name="T7" fmla="*/ 18 h 177"/>
                <a:gd name="T8" fmla="*/ 415 w 1358"/>
                <a:gd name="T9" fmla="*/ 11 h 177"/>
                <a:gd name="T10" fmla="*/ 344 w 1358"/>
                <a:gd name="T11" fmla="*/ 54 h 177"/>
                <a:gd name="T12" fmla="*/ 9 w 1358"/>
                <a:gd name="T13" fmla="*/ 7 h 177"/>
                <a:gd name="T14" fmla="*/ 0 w 1358"/>
                <a:gd name="T15" fmla="*/ 16 h 177"/>
                <a:gd name="T16" fmla="*/ 344 w 1358"/>
                <a:gd name="T17" fmla="*/ 63 h 177"/>
                <a:gd name="T18" fmla="*/ 415 w 1358"/>
                <a:gd name="T19" fmla="*/ 20 h 177"/>
                <a:gd name="T20" fmla="*/ 443 w 1358"/>
                <a:gd name="T21" fmla="*/ 27 h 177"/>
                <a:gd name="T22" fmla="*/ 472 w 1358"/>
                <a:gd name="T23" fmla="*/ 20 h 177"/>
                <a:gd name="T24" fmla="*/ 542 w 1358"/>
                <a:gd name="T25" fmla="*/ 63 h 177"/>
                <a:gd name="T26" fmla="*/ 887 w 1358"/>
                <a:gd name="T27" fmla="*/ 16 h 177"/>
                <a:gd name="T28" fmla="*/ 877 w 1358"/>
                <a:gd name="T29" fmla="*/ 7 h 17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58" h="177">
                  <a:moveTo>
                    <a:pt x="1344" y="10"/>
                  </a:moveTo>
                  <a:cubicBezTo>
                    <a:pt x="1202" y="7"/>
                    <a:pt x="909" y="161"/>
                    <a:pt x="830" y="82"/>
                  </a:cubicBezTo>
                  <a:cubicBezTo>
                    <a:pt x="787" y="39"/>
                    <a:pt x="740" y="0"/>
                    <a:pt x="723" y="17"/>
                  </a:cubicBezTo>
                  <a:cubicBezTo>
                    <a:pt x="709" y="31"/>
                    <a:pt x="686" y="29"/>
                    <a:pt x="679" y="28"/>
                  </a:cubicBezTo>
                  <a:cubicBezTo>
                    <a:pt x="672" y="29"/>
                    <a:pt x="649" y="31"/>
                    <a:pt x="635" y="17"/>
                  </a:cubicBezTo>
                  <a:cubicBezTo>
                    <a:pt x="618" y="0"/>
                    <a:pt x="571" y="39"/>
                    <a:pt x="528" y="82"/>
                  </a:cubicBezTo>
                  <a:cubicBezTo>
                    <a:pt x="449" y="161"/>
                    <a:pt x="156" y="7"/>
                    <a:pt x="14" y="1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36" y="9"/>
                    <a:pt x="446" y="177"/>
                    <a:pt x="528" y="95"/>
                  </a:cubicBezTo>
                  <a:cubicBezTo>
                    <a:pt x="571" y="52"/>
                    <a:pt x="618" y="13"/>
                    <a:pt x="635" y="30"/>
                  </a:cubicBezTo>
                  <a:cubicBezTo>
                    <a:pt x="649" y="44"/>
                    <a:pt x="672" y="42"/>
                    <a:pt x="679" y="41"/>
                  </a:cubicBezTo>
                  <a:cubicBezTo>
                    <a:pt x="686" y="42"/>
                    <a:pt x="709" y="44"/>
                    <a:pt x="723" y="30"/>
                  </a:cubicBezTo>
                  <a:cubicBezTo>
                    <a:pt x="740" y="13"/>
                    <a:pt x="787" y="52"/>
                    <a:pt x="830" y="95"/>
                  </a:cubicBezTo>
                  <a:cubicBezTo>
                    <a:pt x="912" y="177"/>
                    <a:pt x="1222" y="9"/>
                    <a:pt x="1358" y="24"/>
                  </a:cubicBezTo>
                  <a:lnTo>
                    <a:pt x="1344" y="10"/>
                  </a:lnTo>
                  <a:close/>
                </a:path>
              </a:pathLst>
            </a:custGeom>
            <a:solidFill>
              <a:srgbClr val="7B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8" name="Freeform 69">
              <a:extLst>
                <a:ext uri="{FF2B5EF4-FFF2-40B4-BE49-F238E27FC236}">
                  <a16:creationId xmlns:a16="http://schemas.microsoft.com/office/drawing/2014/main" id="{02C4BEAE-D36B-4425-91D8-07BFDE2C15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3316"/>
              <a:ext cx="1178" cy="136"/>
            </a:xfrm>
            <a:custGeom>
              <a:avLst/>
              <a:gdLst>
                <a:gd name="T0" fmla="*/ 538 w 1358"/>
                <a:gd name="T1" fmla="*/ 38 h 156"/>
                <a:gd name="T2" fmla="*/ 468 w 1358"/>
                <a:gd name="T3" fmla="*/ 0 h 156"/>
                <a:gd name="T4" fmla="*/ 418 w 1358"/>
                <a:gd name="T5" fmla="*/ 0 h 156"/>
                <a:gd name="T6" fmla="*/ 349 w 1358"/>
                <a:gd name="T7" fmla="*/ 38 h 156"/>
                <a:gd name="T8" fmla="*/ 352 w 1358"/>
                <a:gd name="T9" fmla="*/ 51 h 156"/>
                <a:gd name="T10" fmla="*/ 425 w 1358"/>
                <a:gd name="T11" fmla="*/ 10 h 156"/>
                <a:gd name="T12" fmla="*/ 461 w 1358"/>
                <a:gd name="T13" fmla="*/ 10 h 156"/>
                <a:gd name="T14" fmla="*/ 534 w 1358"/>
                <a:gd name="T15" fmla="*/ 51 h 156"/>
                <a:gd name="T16" fmla="*/ 538 w 1358"/>
                <a:gd name="T17" fmla="*/ 38 h 156"/>
                <a:gd name="T18" fmla="*/ 834 w 1358"/>
                <a:gd name="T19" fmla="*/ 33 h 156"/>
                <a:gd name="T20" fmla="*/ 671 w 1358"/>
                <a:gd name="T21" fmla="*/ 71 h 156"/>
                <a:gd name="T22" fmla="*/ 534 w 1358"/>
                <a:gd name="T23" fmla="*/ 54 h 156"/>
                <a:gd name="T24" fmla="*/ 671 w 1358"/>
                <a:gd name="T25" fmla="*/ 81 h 156"/>
                <a:gd name="T26" fmla="*/ 834 w 1358"/>
                <a:gd name="T27" fmla="*/ 44 h 156"/>
                <a:gd name="T28" fmla="*/ 875 w 1358"/>
                <a:gd name="T29" fmla="*/ 86 h 156"/>
                <a:gd name="T30" fmla="*/ 887 w 1358"/>
                <a:gd name="T31" fmla="*/ 87 h 156"/>
                <a:gd name="T32" fmla="*/ 834 w 1358"/>
                <a:gd name="T33" fmla="*/ 33 h 156"/>
                <a:gd name="T34" fmla="*/ 216 w 1358"/>
                <a:gd name="T35" fmla="*/ 71 h 156"/>
                <a:gd name="T36" fmla="*/ 52 w 1358"/>
                <a:gd name="T37" fmla="*/ 33 h 156"/>
                <a:gd name="T38" fmla="*/ 0 w 1358"/>
                <a:gd name="T39" fmla="*/ 87 h 156"/>
                <a:gd name="T40" fmla="*/ 11 w 1358"/>
                <a:gd name="T41" fmla="*/ 86 h 156"/>
                <a:gd name="T42" fmla="*/ 52 w 1358"/>
                <a:gd name="T43" fmla="*/ 44 h 156"/>
                <a:gd name="T44" fmla="*/ 216 w 1358"/>
                <a:gd name="T45" fmla="*/ 81 h 156"/>
                <a:gd name="T46" fmla="*/ 352 w 1358"/>
                <a:gd name="T47" fmla="*/ 54 h 156"/>
                <a:gd name="T48" fmla="*/ 216 w 1358"/>
                <a:gd name="T49" fmla="*/ 71 h 1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58" h="156">
                  <a:moveTo>
                    <a:pt x="824" y="58"/>
                  </a:moveTo>
                  <a:cubicBezTo>
                    <a:pt x="824" y="58"/>
                    <a:pt x="725" y="92"/>
                    <a:pt x="717" y="0"/>
                  </a:cubicBezTo>
                  <a:cubicBezTo>
                    <a:pt x="641" y="0"/>
                    <a:pt x="641" y="0"/>
                    <a:pt x="641" y="0"/>
                  </a:cubicBezTo>
                  <a:cubicBezTo>
                    <a:pt x="633" y="92"/>
                    <a:pt x="534" y="58"/>
                    <a:pt x="534" y="58"/>
                  </a:cubicBezTo>
                  <a:cubicBezTo>
                    <a:pt x="539" y="65"/>
                    <a:pt x="541" y="71"/>
                    <a:pt x="540" y="76"/>
                  </a:cubicBezTo>
                  <a:cubicBezTo>
                    <a:pt x="561" y="82"/>
                    <a:pt x="644" y="94"/>
                    <a:pt x="651" y="15"/>
                  </a:cubicBezTo>
                  <a:cubicBezTo>
                    <a:pt x="705" y="16"/>
                    <a:pt x="705" y="16"/>
                    <a:pt x="705" y="16"/>
                  </a:cubicBezTo>
                  <a:cubicBezTo>
                    <a:pt x="713" y="95"/>
                    <a:pt x="797" y="82"/>
                    <a:pt x="818" y="76"/>
                  </a:cubicBezTo>
                  <a:cubicBezTo>
                    <a:pt x="817" y="71"/>
                    <a:pt x="819" y="65"/>
                    <a:pt x="824" y="58"/>
                  </a:cubicBezTo>
                  <a:close/>
                  <a:moveTo>
                    <a:pt x="1278" y="50"/>
                  </a:moveTo>
                  <a:cubicBezTo>
                    <a:pt x="1278" y="50"/>
                    <a:pt x="1117" y="71"/>
                    <a:pt x="1027" y="107"/>
                  </a:cubicBezTo>
                  <a:cubicBezTo>
                    <a:pt x="952" y="136"/>
                    <a:pt x="834" y="118"/>
                    <a:pt x="819" y="82"/>
                  </a:cubicBezTo>
                  <a:cubicBezTo>
                    <a:pt x="801" y="128"/>
                    <a:pt x="941" y="156"/>
                    <a:pt x="1027" y="123"/>
                  </a:cubicBezTo>
                  <a:cubicBezTo>
                    <a:pt x="1117" y="87"/>
                    <a:pt x="1278" y="66"/>
                    <a:pt x="1278" y="66"/>
                  </a:cubicBezTo>
                  <a:cubicBezTo>
                    <a:pt x="1341" y="131"/>
                    <a:pt x="1341" y="131"/>
                    <a:pt x="1341" y="131"/>
                  </a:cubicBezTo>
                  <a:cubicBezTo>
                    <a:pt x="1347" y="131"/>
                    <a:pt x="1353" y="131"/>
                    <a:pt x="1358" y="132"/>
                  </a:cubicBezTo>
                  <a:lnTo>
                    <a:pt x="1278" y="50"/>
                  </a:lnTo>
                  <a:close/>
                  <a:moveTo>
                    <a:pt x="331" y="107"/>
                  </a:moveTo>
                  <a:cubicBezTo>
                    <a:pt x="241" y="71"/>
                    <a:pt x="80" y="50"/>
                    <a:pt x="80" y="50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5" y="131"/>
                    <a:pt x="11" y="131"/>
                    <a:pt x="17" y="131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80" y="66"/>
                    <a:pt x="241" y="87"/>
                    <a:pt x="331" y="123"/>
                  </a:cubicBezTo>
                  <a:cubicBezTo>
                    <a:pt x="417" y="156"/>
                    <a:pt x="557" y="128"/>
                    <a:pt x="539" y="82"/>
                  </a:cubicBezTo>
                  <a:cubicBezTo>
                    <a:pt x="524" y="118"/>
                    <a:pt x="406" y="136"/>
                    <a:pt x="331" y="107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9" name="Freeform 70">
              <a:extLst>
                <a:ext uri="{FF2B5EF4-FFF2-40B4-BE49-F238E27FC236}">
                  <a16:creationId xmlns:a16="http://schemas.microsoft.com/office/drawing/2014/main" id="{728F60BC-F74D-4CCE-B913-AF7B40485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316"/>
              <a:ext cx="1178" cy="248"/>
            </a:xfrm>
            <a:custGeom>
              <a:avLst/>
              <a:gdLst>
                <a:gd name="T0" fmla="*/ 834 w 1358"/>
                <a:gd name="T1" fmla="*/ 33 h 285"/>
                <a:gd name="T2" fmla="*/ 671 w 1358"/>
                <a:gd name="T3" fmla="*/ 70 h 285"/>
                <a:gd name="T4" fmla="*/ 538 w 1358"/>
                <a:gd name="T5" fmla="*/ 38 h 285"/>
                <a:gd name="T6" fmla="*/ 468 w 1358"/>
                <a:gd name="T7" fmla="*/ 0 h 285"/>
                <a:gd name="T8" fmla="*/ 418 w 1358"/>
                <a:gd name="T9" fmla="*/ 0 h 285"/>
                <a:gd name="T10" fmla="*/ 349 w 1358"/>
                <a:gd name="T11" fmla="*/ 38 h 285"/>
                <a:gd name="T12" fmla="*/ 216 w 1358"/>
                <a:gd name="T13" fmla="*/ 70 h 285"/>
                <a:gd name="T14" fmla="*/ 52 w 1358"/>
                <a:gd name="T15" fmla="*/ 33 h 285"/>
                <a:gd name="T16" fmla="*/ 0 w 1358"/>
                <a:gd name="T17" fmla="*/ 87 h 285"/>
                <a:gd name="T18" fmla="*/ 344 w 1358"/>
                <a:gd name="T19" fmla="*/ 134 h 285"/>
                <a:gd name="T20" fmla="*/ 415 w 1358"/>
                <a:gd name="T21" fmla="*/ 90 h 285"/>
                <a:gd name="T22" fmla="*/ 443 w 1358"/>
                <a:gd name="T23" fmla="*/ 98 h 285"/>
                <a:gd name="T24" fmla="*/ 472 w 1358"/>
                <a:gd name="T25" fmla="*/ 90 h 285"/>
                <a:gd name="T26" fmla="*/ 542 w 1358"/>
                <a:gd name="T27" fmla="*/ 134 h 285"/>
                <a:gd name="T28" fmla="*/ 887 w 1358"/>
                <a:gd name="T29" fmla="*/ 87 h 285"/>
                <a:gd name="T30" fmla="*/ 834 w 1358"/>
                <a:gd name="T31" fmla="*/ 33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58" h="285">
                  <a:moveTo>
                    <a:pt x="1278" y="50"/>
                  </a:moveTo>
                  <a:cubicBezTo>
                    <a:pt x="1278" y="50"/>
                    <a:pt x="1117" y="71"/>
                    <a:pt x="1027" y="107"/>
                  </a:cubicBezTo>
                  <a:cubicBezTo>
                    <a:pt x="937" y="142"/>
                    <a:pt x="786" y="109"/>
                    <a:pt x="824" y="58"/>
                  </a:cubicBezTo>
                  <a:cubicBezTo>
                    <a:pt x="824" y="58"/>
                    <a:pt x="725" y="92"/>
                    <a:pt x="717" y="0"/>
                  </a:cubicBezTo>
                  <a:cubicBezTo>
                    <a:pt x="641" y="0"/>
                    <a:pt x="641" y="0"/>
                    <a:pt x="641" y="0"/>
                  </a:cubicBezTo>
                  <a:cubicBezTo>
                    <a:pt x="633" y="92"/>
                    <a:pt x="534" y="58"/>
                    <a:pt x="534" y="58"/>
                  </a:cubicBezTo>
                  <a:cubicBezTo>
                    <a:pt x="572" y="109"/>
                    <a:pt x="421" y="142"/>
                    <a:pt x="331" y="107"/>
                  </a:cubicBezTo>
                  <a:cubicBezTo>
                    <a:pt x="241" y="71"/>
                    <a:pt x="80" y="50"/>
                    <a:pt x="80" y="50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136" y="117"/>
                    <a:pt x="446" y="285"/>
                    <a:pt x="528" y="203"/>
                  </a:cubicBezTo>
                  <a:cubicBezTo>
                    <a:pt x="571" y="160"/>
                    <a:pt x="618" y="121"/>
                    <a:pt x="635" y="138"/>
                  </a:cubicBezTo>
                  <a:cubicBezTo>
                    <a:pt x="649" y="152"/>
                    <a:pt x="672" y="150"/>
                    <a:pt x="679" y="149"/>
                  </a:cubicBezTo>
                  <a:cubicBezTo>
                    <a:pt x="686" y="150"/>
                    <a:pt x="709" y="152"/>
                    <a:pt x="723" y="138"/>
                  </a:cubicBezTo>
                  <a:cubicBezTo>
                    <a:pt x="740" y="121"/>
                    <a:pt x="787" y="160"/>
                    <a:pt x="830" y="203"/>
                  </a:cubicBezTo>
                  <a:cubicBezTo>
                    <a:pt x="912" y="285"/>
                    <a:pt x="1222" y="117"/>
                    <a:pt x="1358" y="132"/>
                  </a:cubicBezTo>
                  <a:lnTo>
                    <a:pt x="1278" y="50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Freeform 71">
              <a:extLst>
                <a:ext uri="{FF2B5EF4-FFF2-40B4-BE49-F238E27FC236}">
                  <a16:creationId xmlns:a16="http://schemas.microsoft.com/office/drawing/2014/main" id="{E01E1536-F014-4D62-87F1-98FA6676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457"/>
              <a:ext cx="33" cy="171"/>
            </a:xfrm>
            <a:custGeom>
              <a:avLst/>
              <a:gdLst>
                <a:gd name="T0" fmla="*/ 0 w 39"/>
                <a:gd name="T1" fmla="*/ 119 h 197"/>
                <a:gd name="T2" fmla="*/ 24 w 39"/>
                <a:gd name="T3" fmla="*/ 119 h 197"/>
                <a:gd name="T4" fmla="*/ 24 w 39"/>
                <a:gd name="T5" fmla="*/ 0 h 197"/>
                <a:gd name="T6" fmla="*/ 3 w 39"/>
                <a:gd name="T7" fmla="*/ 0 h 197"/>
                <a:gd name="T8" fmla="*/ 0 w 39"/>
                <a:gd name="T9" fmla="*/ 119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7">
                  <a:moveTo>
                    <a:pt x="0" y="182"/>
                  </a:moveTo>
                  <a:cubicBezTo>
                    <a:pt x="0" y="182"/>
                    <a:pt x="23" y="197"/>
                    <a:pt x="39" y="182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182"/>
                  </a:lnTo>
                  <a:close/>
                </a:path>
              </a:pathLst>
            </a:custGeom>
            <a:solidFill>
              <a:srgbClr val="AFAEAE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Oval 72">
              <a:extLst>
                <a:ext uri="{FF2B5EF4-FFF2-40B4-BE49-F238E27FC236}">
                  <a16:creationId xmlns:a16="http://schemas.microsoft.com/office/drawing/2014/main" id="{5278F822-43BD-4038-8E9D-9DCF5189C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3446"/>
              <a:ext cx="107" cy="123"/>
            </a:xfrm>
            <a:prstGeom prst="ellipse">
              <a:avLst/>
            </a:prstGeom>
            <a:solidFill>
              <a:srgbClr val="AFAEAE"/>
            </a:solidFill>
            <a:ln w="4763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52" name="Freeform 73">
              <a:extLst>
                <a:ext uri="{FF2B5EF4-FFF2-40B4-BE49-F238E27FC236}">
                  <a16:creationId xmlns:a16="http://schemas.microsoft.com/office/drawing/2014/main" id="{E2485094-CCB2-48A4-8C4D-CA4CAD8C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457"/>
              <a:ext cx="33" cy="171"/>
            </a:xfrm>
            <a:custGeom>
              <a:avLst/>
              <a:gdLst>
                <a:gd name="T0" fmla="*/ 0 w 38"/>
                <a:gd name="T1" fmla="*/ 119 h 197"/>
                <a:gd name="T2" fmla="*/ 25 w 38"/>
                <a:gd name="T3" fmla="*/ 119 h 197"/>
                <a:gd name="T4" fmla="*/ 25 w 38"/>
                <a:gd name="T5" fmla="*/ 0 h 197"/>
                <a:gd name="T6" fmla="*/ 3 w 38"/>
                <a:gd name="T7" fmla="*/ 0 h 197"/>
                <a:gd name="T8" fmla="*/ 0 w 38"/>
                <a:gd name="T9" fmla="*/ 119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97">
                  <a:moveTo>
                    <a:pt x="0" y="182"/>
                  </a:moveTo>
                  <a:cubicBezTo>
                    <a:pt x="0" y="182"/>
                    <a:pt x="23" y="197"/>
                    <a:pt x="38" y="182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182"/>
                  </a:lnTo>
                  <a:close/>
                </a:path>
              </a:pathLst>
            </a:custGeom>
            <a:solidFill>
              <a:srgbClr val="AFAEAE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53" name="Oval 74">
              <a:extLst>
                <a:ext uri="{FF2B5EF4-FFF2-40B4-BE49-F238E27FC236}">
                  <a16:creationId xmlns:a16="http://schemas.microsoft.com/office/drawing/2014/main" id="{80363644-87A0-4C0A-A135-100DAC10A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3446"/>
              <a:ext cx="106" cy="123"/>
            </a:xfrm>
            <a:prstGeom prst="ellipse">
              <a:avLst/>
            </a:prstGeom>
            <a:solidFill>
              <a:srgbClr val="AFAEAE"/>
            </a:solidFill>
            <a:ln w="4763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54" name="Freeform 75">
              <a:extLst>
                <a:ext uri="{FF2B5EF4-FFF2-40B4-BE49-F238E27FC236}">
                  <a16:creationId xmlns:a16="http://schemas.microsoft.com/office/drawing/2014/main" id="{3B54F7D5-37D8-4D9A-8D70-88B00B59B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27"/>
              <a:ext cx="168" cy="61"/>
            </a:xfrm>
            <a:custGeom>
              <a:avLst/>
              <a:gdLst>
                <a:gd name="T0" fmla="*/ 0 w 193"/>
                <a:gd name="T1" fmla="*/ 7 h 71"/>
                <a:gd name="T2" fmla="*/ 72 w 193"/>
                <a:gd name="T3" fmla="*/ 45 h 71"/>
                <a:gd name="T4" fmla="*/ 120 w 193"/>
                <a:gd name="T5" fmla="*/ 18 h 71"/>
                <a:gd name="T6" fmla="*/ 84 w 193"/>
                <a:gd name="T7" fmla="*/ 30 h 71"/>
                <a:gd name="T8" fmla="*/ 35 w 193"/>
                <a:gd name="T9" fmla="*/ 0 h 71"/>
                <a:gd name="T10" fmla="*/ 0 w 193"/>
                <a:gd name="T11" fmla="*/ 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71">
                  <a:moveTo>
                    <a:pt x="0" y="11"/>
                  </a:moveTo>
                  <a:cubicBezTo>
                    <a:pt x="0" y="11"/>
                    <a:pt x="76" y="71"/>
                    <a:pt x="109" y="71"/>
                  </a:cubicBezTo>
                  <a:cubicBezTo>
                    <a:pt x="141" y="71"/>
                    <a:pt x="193" y="63"/>
                    <a:pt x="181" y="29"/>
                  </a:cubicBezTo>
                  <a:cubicBezTo>
                    <a:pt x="177" y="18"/>
                    <a:pt x="127" y="48"/>
                    <a:pt x="127" y="48"/>
                  </a:cubicBezTo>
                  <a:cubicBezTo>
                    <a:pt x="127" y="48"/>
                    <a:pt x="82" y="33"/>
                    <a:pt x="53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AFAEAE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55" name="Freeform 76">
              <a:extLst>
                <a:ext uri="{FF2B5EF4-FFF2-40B4-BE49-F238E27FC236}">
                  <a16:creationId xmlns:a16="http://schemas.microsoft.com/office/drawing/2014/main" id="{5F17BD68-87BD-4311-BF6B-492624639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3417"/>
              <a:ext cx="168" cy="62"/>
            </a:xfrm>
            <a:custGeom>
              <a:avLst/>
              <a:gdLst>
                <a:gd name="T0" fmla="*/ 127 w 193"/>
                <a:gd name="T1" fmla="*/ 8 h 71"/>
                <a:gd name="T2" fmla="*/ 56 w 193"/>
                <a:gd name="T3" fmla="*/ 47 h 71"/>
                <a:gd name="T4" fmla="*/ 8 w 193"/>
                <a:gd name="T5" fmla="*/ 19 h 71"/>
                <a:gd name="T6" fmla="*/ 44 w 193"/>
                <a:gd name="T7" fmla="*/ 31 h 71"/>
                <a:gd name="T8" fmla="*/ 92 w 193"/>
                <a:gd name="T9" fmla="*/ 0 h 71"/>
                <a:gd name="T10" fmla="*/ 127 w 193"/>
                <a:gd name="T11" fmla="*/ 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71">
                  <a:moveTo>
                    <a:pt x="193" y="11"/>
                  </a:moveTo>
                  <a:cubicBezTo>
                    <a:pt x="193" y="11"/>
                    <a:pt x="117" y="71"/>
                    <a:pt x="84" y="71"/>
                  </a:cubicBezTo>
                  <a:cubicBezTo>
                    <a:pt x="52" y="71"/>
                    <a:pt x="0" y="63"/>
                    <a:pt x="12" y="29"/>
                  </a:cubicBezTo>
                  <a:cubicBezTo>
                    <a:pt x="16" y="18"/>
                    <a:pt x="65" y="47"/>
                    <a:pt x="65" y="47"/>
                  </a:cubicBezTo>
                  <a:cubicBezTo>
                    <a:pt x="65" y="47"/>
                    <a:pt x="111" y="33"/>
                    <a:pt x="140" y="0"/>
                  </a:cubicBezTo>
                  <a:lnTo>
                    <a:pt x="193" y="11"/>
                  </a:lnTo>
                  <a:close/>
                </a:path>
              </a:pathLst>
            </a:custGeom>
            <a:solidFill>
              <a:srgbClr val="AFAEAE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56" name="Freeform 77">
              <a:extLst>
                <a:ext uri="{FF2B5EF4-FFF2-40B4-BE49-F238E27FC236}">
                  <a16:creationId xmlns:a16="http://schemas.microsoft.com/office/drawing/2014/main" id="{A806D85C-7D88-4EA3-B556-C50B69A4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131"/>
              <a:ext cx="833" cy="326"/>
            </a:xfrm>
            <a:custGeom>
              <a:avLst/>
              <a:gdLst>
                <a:gd name="T0" fmla="*/ 0 w 960"/>
                <a:gd name="T1" fmla="*/ 130 h 376"/>
                <a:gd name="T2" fmla="*/ 314 w 960"/>
                <a:gd name="T3" fmla="*/ 245 h 376"/>
                <a:gd name="T4" fmla="*/ 627 w 960"/>
                <a:gd name="T5" fmla="*/ 130 h 376"/>
                <a:gd name="T6" fmla="*/ 314 w 960"/>
                <a:gd name="T7" fmla="*/ 0 h 376"/>
                <a:gd name="T8" fmla="*/ 0 w 960"/>
                <a:gd name="T9" fmla="*/ 130 h 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0" h="376">
                  <a:moveTo>
                    <a:pt x="0" y="199"/>
                  </a:moveTo>
                  <a:cubicBezTo>
                    <a:pt x="15" y="298"/>
                    <a:pt x="224" y="376"/>
                    <a:pt x="480" y="376"/>
                  </a:cubicBezTo>
                  <a:cubicBezTo>
                    <a:pt x="736" y="376"/>
                    <a:pt x="945" y="298"/>
                    <a:pt x="960" y="199"/>
                  </a:cubicBezTo>
                  <a:cubicBezTo>
                    <a:pt x="945" y="88"/>
                    <a:pt x="736" y="0"/>
                    <a:pt x="480" y="0"/>
                  </a:cubicBezTo>
                  <a:cubicBezTo>
                    <a:pt x="224" y="0"/>
                    <a:pt x="15" y="88"/>
                    <a:pt x="0" y="199"/>
                  </a:cubicBezTo>
                  <a:close/>
                </a:path>
              </a:pathLst>
            </a:custGeom>
            <a:solidFill>
              <a:srgbClr val="F9C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7" name="Freeform 78">
              <a:extLst>
                <a:ext uri="{FF2B5EF4-FFF2-40B4-BE49-F238E27FC236}">
                  <a16:creationId xmlns:a16="http://schemas.microsoft.com/office/drawing/2014/main" id="{DE8D622C-31D9-4613-A8DC-A227C18C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130"/>
              <a:ext cx="834" cy="187"/>
            </a:xfrm>
            <a:custGeom>
              <a:avLst/>
              <a:gdLst>
                <a:gd name="T0" fmla="*/ 314 w 960"/>
                <a:gd name="T1" fmla="*/ 14 h 216"/>
                <a:gd name="T2" fmla="*/ 627 w 960"/>
                <a:gd name="T3" fmla="*/ 140 h 216"/>
                <a:gd name="T4" fmla="*/ 630 w 960"/>
                <a:gd name="T5" fmla="*/ 129 h 216"/>
                <a:gd name="T6" fmla="*/ 314 w 960"/>
                <a:gd name="T7" fmla="*/ 0 h 216"/>
                <a:gd name="T8" fmla="*/ 0 w 960"/>
                <a:gd name="T9" fmla="*/ 129 h 216"/>
                <a:gd name="T10" fmla="*/ 3 w 960"/>
                <a:gd name="T11" fmla="*/ 140 h 216"/>
                <a:gd name="T12" fmla="*/ 314 w 960"/>
                <a:gd name="T13" fmla="*/ 14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0" h="216">
                  <a:moveTo>
                    <a:pt x="479" y="22"/>
                  </a:moveTo>
                  <a:cubicBezTo>
                    <a:pt x="720" y="22"/>
                    <a:pt x="922" y="113"/>
                    <a:pt x="956" y="216"/>
                  </a:cubicBezTo>
                  <a:cubicBezTo>
                    <a:pt x="958" y="210"/>
                    <a:pt x="959" y="205"/>
                    <a:pt x="960" y="199"/>
                  </a:cubicBezTo>
                  <a:cubicBezTo>
                    <a:pt x="945" y="88"/>
                    <a:pt x="736" y="0"/>
                    <a:pt x="480" y="0"/>
                  </a:cubicBezTo>
                  <a:cubicBezTo>
                    <a:pt x="225" y="0"/>
                    <a:pt x="16" y="88"/>
                    <a:pt x="0" y="199"/>
                  </a:cubicBezTo>
                  <a:cubicBezTo>
                    <a:pt x="1" y="205"/>
                    <a:pt x="3" y="210"/>
                    <a:pt x="5" y="216"/>
                  </a:cubicBezTo>
                  <a:cubicBezTo>
                    <a:pt x="39" y="113"/>
                    <a:pt x="237" y="22"/>
                    <a:pt x="479" y="22"/>
                  </a:cubicBezTo>
                  <a:close/>
                </a:path>
              </a:pathLst>
            </a:custGeom>
            <a:solidFill>
              <a:srgbClr val="FCE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Freeform 79">
              <a:extLst>
                <a:ext uri="{FF2B5EF4-FFF2-40B4-BE49-F238E27FC236}">
                  <a16:creationId xmlns:a16="http://schemas.microsoft.com/office/drawing/2014/main" id="{51F8C966-A4C0-413B-A5ED-7C5E1549E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303"/>
              <a:ext cx="835" cy="196"/>
            </a:xfrm>
            <a:custGeom>
              <a:avLst/>
              <a:gdLst>
                <a:gd name="T0" fmla="*/ 315 w 962"/>
                <a:gd name="T1" fmla="*/ 117 h 225"/>
                <a:gd name="T2" fmla="*/ 1 w 962"/>
                <a:gd name="T3" fmla="*/ 0 h 225"/>
                <a:gd name="T4" fmla="*/ 0 w 962"/>
                <a:gd name="T5" fmla="*/ 9 h 225"/>
                <a:gd name="T6" fmla="*/ 315 w 962"/>
                <a:gd name="T7" fmla="*/ 149 h 225"/>
                <a:gd name="T8" fmla="*/ 629 w 962"/>
                <a:gd name="T9" fmla="*/ 9 h 225"/>
                <a:gd name="T10" fmla="*/ 628 w 962"/>
                <a:gd name="T11" fmla="*/ 0 h 225"/>
                <a:gd name="T12" fmla="*/ 315 w 962"/>
                <a:gd name="T13" fmla="*/ 117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225">
                  <a:moveTo>
                    <a:pt x="481" y="177"/>
                  </a:moveTo>
                  <a:cubicBezTo>
                    <a:pt x="225" y="177"/>
                    <a:pt x="16" y="99"/>
                    <a:pt x="1" y="0"/>
                  </a:cubicBezTo>
                  <a:cubicBezTo>
                    <a:pt x="1" y="5"/>
                    <a:pt x="0" y="9"/>
                    <a:pt x="0" y="13"/>
                  </a:cubicBezTo>
                  <a:cubicBezTo>
                    <a:pt x="0" y="130"/>
                    <a:pt x="216" y="225"/>
                    <a:pt x="481" y="225"/>
                  </a:cubicBezTo>
                  <a:cubicBezTo>
                    <a:pt x="747" y="225"/>
                    <a:pt x="962" y="130"/>
                    <a:pt x="962" y="13"/>
                  </a:cubicBezTo>
                  <a:cubicBezTo>
                    <a:pt x="962" y="9"/>
                    <a:pt x="962" y="5"/>
                    <a:pt x="961" y="0"/>
                  </a:cubicBezTo>
                  <a:cubicBezTo>
                    <a:pt x="946" y="99"/>
                    <a:pt x="737" y="177"/>
                    <a:pt x="481" y="177"/>
                  </a:cubicBezTo>
                  <a:close/>
                </a:path>
              </a:pathLst>
            </a:custGeom>
            <a:solidFill>
              <a:srgbClr val="F9C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9" name="Freeform 80">
              <a:extLst>
                <a:ext uri="{FF2B5EF4-FFF2-40B4-BE49-F238E27FC236}">
                  <a16:creationId xmlns:a16="http://schemas.microsoft.com/office/drawing/2014/main" id="{BF9B70A6-B86B-4B7B-9DC2-CBB6BBEF4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309"/>
              <a:ext cx="835" cy="188"/>
            </a:xfrm>
            <a:custGeom>
              <a:avLst/>
              <a:gdLst>
                <a:gd name="T0" fmla="*/ 315 w 962"/>
                <a:gd name="T1" fmla="*/ 133 h 217"/>
                <a:gd name="T2" fmla="*/ 0 w 962"/>
                <a:gd name="T3" fmla="*/ 0 h 217"/>
                <a:gd name="T4" fmla="*/ 0 w 962"/>
                <a:gd name="T5" fmla="*/ 3 h 217"/>
                <a:gd name="T6" fmla="*/ 315 w 962"/>
                <a:gd name="T7" fmla="*/ 141 h 217"/>
                <a:gd name="T8" fmla="*/ 629 w 962"/>
                <a:gd name="T9" fmla="*/ 3 h 217"/>
                <a:gd name="T10" fmla="*/ 629 w 962"/>
                <a:gd name="T11" fmla="*/ 0 h 217"/>
                <a:gd name="T12" fmla="*/ 315 w 962"/>
                <a:gd name="T13" fmla="*/ 133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217">
                  <a:moveTo>
                    <a:pt x="481" y="206"/>
                  </a:moveTo>
                  <a:cubicBezTo>
                    <a:pt x="220" y="206"/>
                    <a:pt x="7" y="114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22"/>
                    <a:pt x="216" y="217"/>
                    <a:pt x="481" y="217"/>
                  </a:cubicBezTo>
                  <a:cubicBezTo>
                    <a:pt x="747" y="217"/>
                    <a:pt x="962" y="122"/>
                    <a:pt x="962" y="5"/>
                  </a:cubicBezTo>
                  <a:cubicBezTo>
                    <a:pt x="962" y="3"/>
                    <a:pt x="962" y="1"/>
                    <a:pt x="962" y="0"/>
                  </a:cubicBezTo>
                  <a:cubicBezTo>
                    <a:pt x="955" y="114"/>
                    <a:pt x="742" y="206"/>
                    <a:pt x="481" y="206"/>
                  </a:cubicBezTo>
                  <a:close/>
                </a:path>
              </a:pathLst>
            </a:custGeom>
            <a:solidFill>
              <a:srgbClr val="F7B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0" name="Freeform 81">
              <a:extLst>
                <a:ext uri="{FF2B5EF4-FFF2-40B4-BE49-F238E27FC236}">
                  <a16:creationId xmlns:a16="http://schemas.microsoft.com/office/drawing/2014/main" id="{AEE191EB-493D-479B-A811-D5593657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303"/>
              <a:ext cx="835" cy="196"/>
            </a:xfrm>
            <a:custGeom>
              <a:avLst/>
              <a:gdLst>
                <a:gd name="T0" fmla="*/ 315 w 962"/>
                <a:gd name="T1" fmla="*/ 117 h 225"/>
                <a:gd name="T2" fmla="*/ 1 w 962"/>
                <a:gd name="T3" fmla="*/ 0 h 225"/>
                <a:gd name="T4" fmla="*/ 0 w 962"/>
                <a:gd name="T5" fmla="*/ 9 h 225"/>
                <a:gd name="T6" fmla="*/ 315 w 962"/>
                <a:gd name="T7" fmla="*/ 149 h 225"/>
                <a:gd name="T8" fmla="*/ 629 w 962"/>
                <a:gd name="T9" fmla="*/ 9 h 225"/>
                <a:gd name="T10" fmla="*/ 628 w 962"/>
                <a:gd name="T11" fmla="*/ 0 h 225"/>
                <a:gd name="T12" fmla="*/ 315 w 962"/>
                <a:gd name="T13" fmla="*/ 117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225">
                  <a:moveTo>
                    <a:pt x="481" y="177"/>
                  </a:moveTo>
                  <a:cubicBezTo>
                    <a:pt x="225" y="177"/>
                    <a:pt x="16" y="99"/>
                    <a:pt x="1" y="0"/>
                  </a:cubicBezTo>
                  <a:cubicBezTo>
                    <a:pt x="1" y="5"/>
                    <a:pt x="0" y="9"/>
                    <a:pt x="0" y="13"/>
                  </a:cubicBezTo>
                  <a:cubicBezTo>
                    <a:pt x="0" y="130"/>
                    <a:pt x="216" y="225"/>
                    <a:pt x="481" y="225"/>
                  </a:cubicBezTo>
                  <a:cubicBezTo>
                    <a:pt x="747" y="225"/>
                    <a:pt x="962" y="130"/>
                    <a:pt x="962" y="13"/>
                  </a:cubicBezTo>
                  <a:cubicBezTo>
                    <a:pt x="962" y="9"/>
                    <a:pt x="962" y="5"/>
                    <a:pt x="961" y="0"/>
                  </a:cubicBezTo>
                  <a:cubicBezTo>
                    <a:pt x="946" y="99"/>
                    <a:pt x="737" y="177"/>
                    <a:pt x="481" y="177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1" name="Freeform 82">
              <a:extLst>
                <a:ext uri="{FF2B5EF4-FFF2-40B4-BE49-F238E27FC236}">
                  <a16:creationId xmlns:a16="http://schemas.microsoft.com/office/drawing/2014/main" id="{C7C68DB3-E806-4699-9169-502E2EB12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243"/>
              <a:ext cx="679" cy="214"/>
            </a:xfrm>
            <a:custGeom>
              <a:avLst/>
              <a:gdLst>
                <a:gd name="T0" fmla="*/ 0 w 782"/>
                <a:gd name="T1" fmla="*/ 114 h 246"/>
                <a:gd name="T2" fmla="*/ 247 w 782"/>
                <a:gd name="T3" fmla="*/ 162 h 246"/>
                <a:gd name="T4" fmla="*/ 512 w 782"/>
                <a:gd name="T5" fmla="*/ 105 h 246"/>
                <a:gd name="T6" fmla="*/ 256 w 782"/>
                <a:gd name="T7" fmla="*/ 0 h 246"/>
                <a:gd name="T8" fmla="*/ 0 w 782"/>
                <a:gd name="T9" fmla="*/ 114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2" h="246">
                  <a:moveTo>
                    <a:pt x="0" y="174"/>
                  </a:moveTo>
                  <a:cubicBezTo>
                    <a:pt x="88" y="218"/>
                    <a:pt x="224" y="246"/>
                    <a:pt x="377" y="246"/>
                  </a:cubicBezTo>
                  <a:cubicBezTo>
                    <a:pt x="547" y="246"/>
                    <a:pt x="696" y="211"/>
                    <a:pt x="782" y="160"/>
                  </a:cubicBezTo>
                  <a:cubicBezTo>
                    <a:pt x="762" y="70"/>
                    <a:pt x="595" y="0"/>
                    <a:pt x="392" y="0"/>
                  </a:cubicBezTo>
                  <a:cubicBezTo>
                    <a:pt x="178" y="0"/>
                    <a:pt x="4" y="78"/>
                    <a:pt x="0" y="174"/>
                  </a:cubicBezTo>
                  <a:close/>
                </a:path>
              </a:pathLst>
            </a:custGeom>
            <a:solidFill>
              <a:srgbClr val="F4C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2" name="Freeform 83">
              <a:extLst>
                <a:ext uri="{FF2B5EF4-FFF2-40B4-BE49-F238E27FC236}">
                  <a16:creationId xmlns:a16="http://schemas.microsoft.com/office/drawing/2014/main" id="{F2F89141-6295-4A48-8BEE-D4ED7737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131"/>
              <a:ext cx="833" cy="326"/>
            </a:xfrm>
            <a:custGeom>
              <a:avLst/>
              <a:gdLst>
                <a:gd name="T0" fmla="*/ 0 w 960"/>
                <a:gd name="T1" fmla="*/ 130 h 376"/>
                <a:gd name="T2" fmla="*/ 314 w 960"/>
                <a:gd name="T3" fmla="*/ 245 h 376"/>
                <a:gd name="T4" fmla="*/ 627 w 960"/>
                <a:gd name="T5" fmla="*/ 130 h 376"/>
                <a:gd name="T6" fmla="*/ 314 w 960"/>
                <a:gd name="T7" fmla="*/ 0 h 376"/>
                <a:gd name="T8" fmla="*/ 0 w 960"/>
                <a:gd name="T9" fmla="*/ 130 h 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0" h="376">
                  <a:moveTo>
                    <a:pt x="0" y="199"/>
                  </a:moveTo>
                  <a:cubicBezTo>
                    <a:pt x="15" y="298"/>
                    <a:pt x="224" y="376"/>
                    <a:pt x="480" y="376"/>
                  </a:cubicBezTo>
                  <a:cubicBezTo>
                    <a:pt x="736" y="376"/>
                    <a:pt x="945" y="298"/>
                    <a:pt x="960" y="199"/>
                  </a:cubicBezTo>
                  <a:cubicBezTo>
                    <a:pt x="945" y="88"/>
                    <a:pt x="736" y="0"/>
                    <a:pt x="480" y="0"/>
                  </a:cubicBezTo>
                  <a:cubicBezTo>
                    <a:pt x="224" y="0"/>
                    <a:pt x="15" y="88"/>
                    <a:pt x="0" y="19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84">
              <a:extLst>
                <a:ext uri="{FF2B5EF4-FFF2-40B4-BE49-F238E27FC236}">
                  <a16:creationId xmlns:a16="http://schemas.microsoft.com/office/drawing/2014/main" id="{D6576FF0-CCEE-48D2-8CD1-DCE7F32A0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358"/>
              <a:ext cx="402" cy="119"/>
            </a:xfrm>
            <a:custGeom>
              <a:avLst/>
              <a:gdLst>
                <a:gd name="T0" fmla="*/ 0 w 464"/>
                <a:gd name="T1" fmla="*/ 0 h 137"/>
                <a:gd name="T2" fmla="*/ 302 w 464"/>
                <a:gd name="T3" fmla="*/ 77 h 137"/>
                <a:gd name="T4" fmla="*/ 0 w 464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4" h="137">
                  <a:moveTo>
                    <a:pt x="0" y="0"/>
                  </a:moveTo>
                  <a:cubicBezTo>
                    <a:pt x="0" y="0"/>
                    <a:pt x="111" y="118"/>
                    <a:pt x="464" y="118"/>
                  </a:cubicBezTo>
                  <a:cubicBezTo>
                    <a:pt x="464" y="118"/>
                    <a:pt x="134" y="1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85">
              <a:extLst>
                <a:ext uri="{FF2B5EF4-FFF2-40B4-BE49-F238E27FC236}">
                  <a16:creationId xmlns:a16="http://schemas.microsoft.com/office/drawing/2014/main" id="{18EC9EBC-AC6B-4EC2-84F4-1CAFC6E8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211"/>
              <a:ext cx="109" cy="119"/>
            </a:xfrm>
            <a:custGeom>
              <a:avLst/>
              <a:gdLst>
                <a:gd name="T0" fmla="*/ 32 w 126"/>
                <a:gd name="T1" fmla="*/ 89 h 138"/>
                <a:gd name="T2" fmla="*/ 81 w 126"/>
                <a:gd name="T3" fmla="*/ 0 h 138"/>
                <a:gd name="T4" fmla="*/ 32 w 126"/>
                <a:gd name="T5" fmla="*/ 89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38">
                  <a:moveTo>
                    <a:pt x="50" y="138"/>
                  </a:moveTo>
                  <a:cubicBezTo>
                    <a:pt x="50" y="138"/>
                    <a:pt x="0" y="79"/>
                    <a:pt x="126" y="0"/>
                  </a:cubicBezTo>
                  <a:cubicBezTo>
                    <a:pt x="126" y="0"/>
                    <a:pt x="25" y="62"/>
                    <a:pt x="50" y="1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Oval 86">
              <a:extLst>
                <a:ext uri="{FF2B5EF4-FFF2-40B4-BE49-F238E27FC236}">
                  <a16:creationId xmlns:a16="http://schemas.microsoft.com/office/drawing/2014/main" id="{F27CD055-B75F-4CD8-8D71-8D8230DAB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345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66" name="Oval 87">
              <a:extLst>
                <a:ext uri="{FF2B5EF4-FFF2-40B4-BE49-F238E27FC236}">
                  <a16:creationId xmlns:a16="http://schemas.microsoft.com/office/drawing/2014/main" id="{5E1CE32F-37E1-4D99-A5B1-90DA902E8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345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67" name="Freeform 88">
              <a:extLst>
                <a:ext uri="{FF2B5EF4-FFF2-40B4-BE49-F238E27FC236}">
                  <a16:creationId xmlns:a16="http://schemas.microsoft.com/office/drawing/2014/main" id="{4387D55B-0616-41AF-BCE9-078746B2D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131"/>
              <a:ext cx="834" cy="326"/>
            </a:xfrm>
            <a:custGeom>
              <a:avLst/>
              <a:gdLst>
                <a:gd name="T0" fmla="*/ 0 w 960"/>
                <a:gd name="T1" fmla="*/ 130 h 376"/>
                <a:gd name="T2" fmla="*/ 314 w 960"/>
                <a:gd name="T3" fmla="*/ 245 h 376"/>
                <a:gd name="T4" fmla="*/ 630 w 960"/>
                <a:gd name="T5" fmla="*/ 130 h 376"/>
                <a:gd name="T6" fmla="*/ 314 w 960"/>
                <a:gd name="T7" fmla="*/ 0 h 376"/>
                <a:gd name="T8" fmla="*/ 0 w 960"/>
                <a:gd name="T9" fmla="*/ 130 h 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0" h="376">
                  <a:moveTo>
                    <a:pt x="0" y="199"/>
                  </a:moveTo>
                  <a:cubicBezTo>
                    <a:pt x="15" y="298"/>
                    <a:pt x="224" y="376"/>
                    <a:pt x="480" y="376"/>
                  </a:cubicBezTo>
                  <a:cubicBezTo>
                    <a:pt x="736" y="376"/>
                    <a:pt x="945" y="298"/>
                    <a:pt x="960" y="199"/>
                  </a:cubicBezTo>
                  <a:cubicBezTo>
                    <a:pt x="945" y="88"/>
                    <a:pt x="736" y="0"/>
                    <a:pt x="480" y="0"/>
                  </a:cubicBezTo>
                  <a:cubicBezTo>
                    <a:pt x="224" y="0"/>
                    <a:pt x="15" y="88"/>
                    <a:pt x="0" y="199"/>
                  </a:cubicBezTo>
                  <a:close/>
                </a:path>
              </a:pathLst>
            </a:custGeom>
            <a:solidFill>
              <a:srgbClr val="F9C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8" name="Freeform 89">
              <a:extLst>
                <a:ext uri="{FF2B5EF4-FFF2-40B4-BE49-F238E27FC236}">
                  <a16:creationId xmlns:a16="http://schemas.microsoft.com/office/drawing/2014/main" id="{862421BE-47B3-428A-80D6-72D1E2DFC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130"/>
              <a:ext cx="833" cy="187"/>
            </a:xfrm>
            <a:custGeom>
              <a:avLst/>
              <a:gdLst>
                <a:gd name="T0" fmla="*/ 312 w 960"/>
                <a:gd name="T1" fmla="*/ 14 h 216"/>
                <a:gd name="T2" fmla="*/ 625 w 960"/>
                <a:gd name="T3" fmla="*/ 140 h 216"/>
                <a:gd name="T4" fmla="*/ 627 w 960"/>
                <a:gd name="T5" fmla="*/ 129 h 216"/>
                <a:gd name="T6" fmla="*/ 314 w 960"/>
                <a:gd name="T7" fmla="*/ 0 h 216"/>
                <a:gd name="T8" fmla="*/ 0 w 960"/>
                <a:gd name="T9" fmla="*/ 129 h 216"/>
                <a:gd name="T10" fmla="*/ 3 w 960"/>
                <a:gd name="T11" fmla="*/ 140 h 216"/>
                <a:gd name="T12" fmla="*/ 312 w 960"/>
                <a:gd name="T13" fmla="*/ 14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0" h="216">
                  <a:moveTo>
                    <a:pt x="478" y="22"/>
                  </a:moveTo>
                  <a:cubicBezTo>
                    <a:pt x="720" y="22"/>
                    <a:pt x="921" y="113"/>
                    <a:pt x="956" y="216"/>
                  </a:cubicBezTo>
                  <a:cubicBezTo>
                    <a:pt x="958" y="210"/>
                    <a:pt x="959" y="205"/>
                    <a:pt x="960" y="199"/>
                  </a:cubicBezTo>
                  <a:cubicBezTo>
                    <a:pt x="945" y="88"/>
                    <a:pt x="736" y="0"/>
                    <a:pt x="480" y="0"/>
                  </a:cubicBezTo>
                  <a:cubicBezTo>
                    <a:pt x="224" y="0"/>
                    <a:pt x="15" y="88"/>
                    <a:pt x="0" y="199"/>
                  </a:cubicBezTo>
                  <a:cubicBezTo>
                    <a:pt x="1" y="205"/>
                    <a:pt x="2" y="210"/>
                    <a:pt x="4" y="216"/>
                  </a:cubicBezTo>
                  <a:cubicBezTo>
                    <a:pt x="39" y="113"/>
                    <a:pt x="237" y="22"/>
                    <a:pt x="478" y="22"/>
                  </a:cubicBezTo>
                  <a:close/>
                </a:path>
              </a:pathLst>
            </a:custGeom>
            <a:solidFill>
              <a:srgbClr val="FCE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9" name="Freeform 90">
              <a:extLst>
                <a:ext uri="{FF2B5EF4-FFF2-40B4-BE49-F238E27FC236}">
                  <a16:creationId xmlns:a16="http://schemas.microsoft.com/office/drawing/2014/main" id="{4B1E68DF-C579-43DB-9E64-FD9058D90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303"/>
              <a:ext cx="835" cy="196"/>
            </a:xfrm>
            <a:custGeom>
              <a:avLst/>
              <a:gdLst>
                <a:gd name="T0" fmla="*/ 315 w 962"/>
                <a:gd name="T1" fmla="*/ 117 h 225"/>
                <a:gd name="T2" fmla="*/ 1 w 962"/>
                <a:gd name="T3" fmla="*/ 0 h 225"/>
                <a:gd name="T4" fmla="*/ 0 w 962"/>
                <a:gd name="T5" fmla="*/ 9 h 225"/>
                <a:gd name="T6" fmla="*/ 315 w 962"/>
                <a:gd name="T7" fmla="*/ 149 h 225"/>
                <a:gd name="T8" fmla="*/ 629 w 962"/>
                <a:gd name="T9" fmla="*/ 9 h 225"/>
                <a:gd name="T10" fmla="*/ 628 w 962"/>
                <a:gd name="T11" fmla="*/ 0 h 225"/>
                <a:gd name="T12" fmla="*/ 315 w 962"/>
                <a:gd name="T13" fmla="*/ 117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225">
                  <a:moveTo>
                    <a:pt x="481" y="177"/>
                  </a:moveTo>
                  <a:cubicBezTo>
                    <a:pt x="225" y="177"/>
                    <a:pt x="16" y="99"/>
                    <a:pt x="1" y="0"/>
                  </a:cubicBezTo>
                  <a:cubicBezTo>
                    <a:pt x="0" y="5"/>
                    <a:pt x="0" y="9"/>
                    <a:pt x="0" y="13"/>
                  </a:cubicBezTo>
                  <a:cubicBezTo>
                    <a:pt x="0" y="130"/>
                    <a:pt x="215" y="225"/>
                    <a:pt x="481" y="225"/>
                  </a:cubicBezTo>
                  <a:cubicBezTo>
                    <a:pt x="746" y="225"/>
                    <a:pt x="962" y="130"/>
                    <a:pt x="962" y="13"/>
                  </a:cubicBezTo>
                  <a:cubicBezTo>
                    <a:pt x="962" y="9"/>
                    <a:pt x="961" y="5"/>
                    <a:pt x="961" y="0"/>
                  </a:cubicBezTo>
                  <a:cubicBezTo>
                    <a:pt x="946" y="99"/>
                    <a:pt x="737" y="177"/>
                    <a:pt x="481" y="177"/>
                  </a:cubicBezTo>
                  <a:close/>
                </a:path>
              </a:pathLst>
            </a:custGeom>
            <a:solidFill>
              <a:srgbClr val="F9C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Freeform 91">
              <a:extLst>
                <a:ext uri="{FF2B5EF4-FFF2-40B4-BE49-F238E27FC236}">
                  <a16:creationId xmlns:a16="http://schemas.microsoft.com/office/drawing/2014/main" id="{2BBAD74B-273F-4B19-B538-7007869EC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309"/>
              <a:ext cx="835" cy="188"/>
            </a:xfrm>
            <a:custGeom>
              <a:avLst/>
              <a:gdLst>
                <a:gd name="T0" fmla="*/ 315 w 962"/>
                <a:gd name="T1" fmla="*/ 133 h 217"/>
                <a:gd name="T2" fmla="*/ 0 w 962"/>
                <a:gd name="T3" fmla="*/ 0 h 217"/>
                <a:gd name="T4" fmla="*/ 0 w 962"/>
                <a:gd name="T5" fmla="*/ 3 h 217"/>
                <a:gd name="T6" fmla="*/ 315 w 962"/>
                <a:gd name="T7" fmla="*/ 141 h 217"/>
                <a:gd name="T8" fmla="*/ 629 w 962"/>
                <a:gd name="T9" fmla="*/ 3 h 217"/>
                <a:gd name="T10" fmla="*/ 629 w 962"/>
                <a:gd name="T11" fmla="*/ 0 h 217"/>
                <a:gd name="T12" fmla="*/ 315 w 962"/>
                <a:gd name="T13" fmla="*/ 133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217">
                  <a:moveTo>
                    <a:pt x="481" y="206"/>
                  </a:moveTo>
                  <a:cubicBezTo>
                    <a:pt x="220" y="206"/>
                    <a:pt x="7" y="114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22"/>
                    <a:pt x="215" y="217"/>
                    <a:pt x="481" y="217"/>
                  </a:cubicBezTo>
                  <a:cubicBezTo>
                    <a:pt x="746" y="217"/>
                    <a:pt x="962" y="122"/>
                    <a:pt x="962" y="5"/>
                  </a:cubicBezTo>
                  <a:cubicBezTo>
                    <a:pt x="962" y="3"/>
                    <a:pt x="962" y="1"/>
                    <a:pt x="962" y="0"/>
                  </a:cubicBezTo>
                  <a:cubicBezTo>
                    <a:pt x="955" y="114"/>
                    <a:pt x="742" y="206"/>
                    <a:pt x="481" y="206"/>
                  </a:cubicBezTo>
                  <a:close/>
                </a:path>
              </a:pathLst>
            </a:custGeom>
            <a:solidFill>
              <a:srgbClr val="F7B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1" name="Freeform 92">
              <a:extLst>
                <a:ext uri="{FF2B5EF4-FFF2-40B4-BE49-F238E27FC236}">
                  <a16:creationId xmlns:a16="http://schemas.microsoft.com/office/drawing/2014/main" id="{DE4D1C2A-1A8B-49A9-931B-17FB76811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303"/>
              <a:ext cx="835" cy="196"/>
            </a:xfrm>
            <a:custGeom>
              <a:avLst/>
              <a:gdLst>
                <a:gd name="T0" fmla="*/ 315 w 962"/>
                <a:gd name="T1" fmla="*/ 117 h 225"/>
                <a:gd name="T2" fmla="*/ 1 w 962"/>
                <a:gd name="T3" fmla="*/ 0 h 225"/>
                <a:gd name="T4" fmla="*/ 0 w 962"/>
                <a:gd name="T5" fmla="*/ 9 h 225"/>
                <a:gd name="T6" fmla="*/ 315 w 962"/>
                <a:gd name="T7" fmla="*/ 149 h 225"/>
                <a:gd name="T8" fmla="*/ 629 w 962"/>
                <a:gd name="T9" fmla="*/ 9 h 225"/>
                <a:gd name="T10" fmla="*/ 628 w 962"/>
                <a:gd name="T11" fmla="*/ 0 h 225"/>
                <a:gd name="T12" fmla="*/ 315 w 962"/>
                <a:gd name="T13" fmla="*/ 117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225">
                  <a:moveTo>
                    <a:pt x="481" y="177"/>
                  </a:moveTo>
                  <a:cubicBezTo>
                    <a:pt x="225" y="177"/>
                    <a:pt x="16" y="99"/>
                    <a:pt x="1" y="0"/>
                  </a:cubicBezTo>
                  <a:cubicBezTo>
                    <a:pt x="0" y="5"/>
                    <a:pt x="0" y="9"/>
                    <a:pt x="0" y="13"/>
                  </a:cubicBezTo>
                  <a:cubicBezTo>
                    <a:pt x="0" y="130"/>
                    <a:pt x="215" y="225"/>
                    <a:pt x="481" y="225"/>
                  </a:cubicBezTo>
                  <a:cubicBezTo>
                    <a:pt x="746" y="225"/>
                    <a:pt x="962" y="130"/>
                    <a:pt x="962" y="13"/>
                  </a:cubicBezTo>
                  <a:cubicBezTo>
                    <a:pt x="962" y="9"/>
                    <a:pt x="961" y="5"/>
                    <a:pt x="961" y="0"/>
                  </a:cubicBezTo>
                  <a:cubicBezTo>
                    <a:pt x="946" y="99"/>
                    <a:pt x="737" y="177"/>
                    <a:pt x="481" y="177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Freeform 93">
              <a:extLst>
                <a:ext uri="{FF2B5EF4-FFF2-40B4-BE49-F238E27FC236}">
                  <a16:creationId xmlns:a16="http://schemas.microsoft.com/office/drawing/2014/main" id="{57EB89D1-34C4-465A-8F0E-94054CCFE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243"/>
              <a:ext cx="679" cy="214"/>
            </a:xfrm>
            <a:custGeom>
              <a:avLst/>
              <a:gdLst>
                <a:gd name="T0" fmla="*/ 0 w 782"/>
                <a:gd name="T1" fmla="*/ 114 h 246"/>
                <a:gd name="T2" fmla="*/ 247 w 782"/>
                <a:gd name="T3" fmla="*/ 162 h 246"/>
                <a:gd name="T4" fmla="*/ 512 w 782"/>
                <a:gd name="T5" fmla="*/ 105 h 246"/>
                <a:gd name="T6" fmla="*/ 256 w 782"/>
                <a:gd name="T7" fmla="*/ 0 h 246"/>
                <a:gd name="T8" fmla="*/ 0 w 782"/>
                <a:gd name="T9" fmla="*/ 114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2" h="246">
                  <a:moveTo>
                    <a:pt x="0" y="174"/>
                  </a:moveTo>
                  <a:cubicBezTo>
                    <a:pt x="88" y="218"/>
                    <a:pt x="225" y="246"/>
                    <a:pt x="378" y="246"/>
                  </a:cubicBezTo>
                  <a:cubicBezTo>
                    <a:pt x="548" y="246"/>
                    <a:pt x="697" y="211"/>
                    <a:pt x="782" y="160"/>
                  </a:cubicBezTo>
                  <a:cubicBezTo>
                    <a:pt x="762" y="70"/>
                    <a:pt x="595" y="0"/>
                    <a:pt x="392" y="0"/>
                  </a:cubicBezTo>
                  <a:cubicBezTo>
                    <a:pt x="178" y="0"/>
                    <a:pt x="4" y="78"/>
                    <a:pt x="0" y="174"/>
                  </a:cubicBezTo>
                  <a:close/>
                </a:path>
              </a:pathLst>
            </a:custGeom>
            <a:solidFill>
              <a:srgbClr val="F4C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3" name="Freeform 94">
              <a:extLst>
                <a:ext uri="{FF2B5EF4-FFF2-40B4-BE49-F238E27FC236}">
                  <a16:creationId xmlns:a16="http://schemas.microsoft.com/office/drawing/2014/main" id="{96F0ABBC-1044-4545-9B57-5F4EB75B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131"/>
              <a:ext cx="834" cy="326"/>
            </a:xfrm>
            <a:custGeom>
              <a:avLst/>
              <a:gdLst>
                <a:gd name="T0" fmla="*/ 0 w 960"/>
                <a:gd name="T1" fmla="*/ 130 h 376"/>
                <a:gd name="T2" fmla="*/ 314 w 960"/>
                <a:gd name="T3" fmla="*/ 245 h 376"/>
                <a:gd name="T4" fmla="*/ 630 w 960"/>
                <a:gd name="T5" fmla="*/ 130 h 376"/>
                <a:gd name="T6" fmla="*/ 314 w 960"/>
                <a:gd name="T7" fmla="*/ 0 h 376"/>
                <a:gd name="T8" fmla="*/ 0 w 960"/>
                <a:gd name="T9" fmla="*/ 130 h 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0" h="376">
                  <a:moveTo>
                    <a:pt x="0" y="199"/>
                  </a:moveTo>
                  <a:cubicBezTo>
                    <a:pt x="15" y="298"/>
                    <a:pt x="224" y="376"/>
                    <a:pt x="480" y="376"/>
                  </a:cubicBezTo>
                  <a:cubicBezTo>
                    <a:pt x="736" y="376"/>
                    <a:pt x="945" y="298"/>
                    <a:pt x="960" y="199"/>
                  </a:cubicBezTo>
                  <a:cubicBezTo>
                    <a:pt x="945" y="88"/>
                    <a:pt x="736" y="0"/>
                    <a:pt x="480" y="0"/>
                  </a:cubicBezTo>
                  <a:cubicBezTo>
                    <a:pt x="224" y="0"/>
                    <a:pt x="15" y="88"/>
                    <a:pt x="0" y="19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Freeform 95">
              <a:extLst>
                <a:ext uri="{FF2B5EF4-FFF2-40B4-BE49-F238E27FC236}">
                  <a16:creationId xmlns:a16="http://schemas.microsoft.com/office/drawing/2014/main" id="{C8786E5E-BE97-4945-94B4-F6F42D1F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358"/>
              <a:ext cx="402" cy="119"/>
            </a:xfrm>
            <a:custGeom>
              <a:avLst/>
              <a:gdLst>
                <a:gd name="T0" fmla="*/ 0 w 464"/>
                <a:gd name="T1" fmla="*/ 0 h 137"/>
                <a:gd name="T2" fmla="*/ 302 w 464"/>
                <a:gd name="T3" fmla="*/ 77 h 137"/>
                <a:gd name="T4" fmla="*/ 0 w 464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4" h="137">
                  <a:moveTo>
                    <a:pt x="0" y="0"/>
                  </a:moveTo>
                  <a:cubicBezTo>
                    <a:pt x="0" y="0"/>
                    <a:pt x="112" y="118"/>
                    <a:pt x="464" y="118"/>
                  </a:cubicBezTo>
                  <a:cubicBezTo>
                    <a:pt x="464" y="118"/>
                    <a:pt x="135" y="1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5" name="Freeform 96">
              <a:extLst>
                <a:ext uri="{FF2B5EF4-FFF2-40B4-BE49-F238E27FC236}">
                  <a16:creationId xmlns:a16="http://schemas.microsoft.com/office/drawing/2014/main" id="{AF0814A8-1F68-47A5-84E4-342AA2DC1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211"/>
              <a:ext cx="109" cy="119"/>
            </a:xfrm>
            <a:custGeom>
              <a:avLst/>
              <a:gdLst>
                <a:gd name="T0" fmla="*/ 32 w 126"/>
                <a:gd name="T1" fmla="*/ 89 h 138"/>
                <a:gd name="T2" fmla="*/ 81 w 126"/>
                <a:gd name="T3" fmla="*/ 0 h 138"/>
                <a:gd name="T4" fmla="*/ 32 w 126"/>
                <a:gd name="T5" fmla="*/ 89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38">
                  <a:moveTo>
                    <a:pt x="50" y="138"/>
                  </a:moveTo>
                  <a:cubicBezTo>
                    <a:pt x="50" y="138"/>
                    <a:pt x="0" y="79"/>
                    <a:pt x="126" y="0"/>
                  </a:cubicBezTo>
                  <a:cubicBezTo>
                    <a:pt x="126" y="0"/>
                    <a:pt x="25" y="62"/>
                    <a:pt x="50" y="1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6" name="Oval 97">
              <a:extLst>
                <a:ext uri="{FF2B5EF4-FFF2-40B4-BE49-F238E27FC236}">
                  <a16:creationId xmlns:a16="http://schemas.microsoft.com/office/drawing/2014/main" id="{0B1C3223-2CDE-469E-8C61-F0789CDAD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345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77" name="Oval 98">
              <a:extLst>
                <a:ext uri="{FF2B5EF4-FFF2-40B4-BE49-F238E27FC236}">
                  <a16:creationId xmlns:a16="http://schemas.microsoft.com/office/drawing/2014/main" id="{696082C7-68EB-4FB7-BB9F-C706C8D39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1" y="3452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78" name="Freeform 99">
              <a:extLst>
                <a:ext uri="{FF2B5EF4-FFF2-40B4-BE49-F238E27FC236}">
                  <a16:creationId xmlns:a16="http://schemas.microsoft.com/office/drawing/2014/main" id="{386E37A4-F0D1-4886-9700-7532969A3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353"/>
              <a:ext cx="29" cy="88"/>
            </a:xfrm>
            <a:custGeom>
              <a:avLst/>
              <a:gdLst>
                <a:gd name="T0" fmla="*/ 0 w 29"/>
                <a:gd name="T1" fmla="*/ 84 h 88"/>
                <a:gd name="T2" fmla="*/ 29 w 29"/>
                <a:gd name="T3" fmla="*/ 0 h 88"/>
                <a:gd name="T4" fmla="*/ 21 w 29"/>
                <a:gd name="T5" fmla="*/ 88 h 88"/>
                <a:gd name="T6" fmla="*/ 0 w 29"/>
                <a:gd name="T7" fmla="*/ 84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88">
                  <a:moveTo>
                    <a:pt x="0" y="84"/>
                  </a:moveTo>
                  <a:lnTo>
                    <a:pt x="29" y="0"/>
                  </a:lnTo>
                  <a:lnTo>
                    <a:pt x="21" y="88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9" name="Oval 100">
              <a:extLst>
                <a:ext uri="{FF2B5EF4-FFF2-40B4-BE49-F238E27FC236}">
                  <a16:creationId xmlns:a16="http://schemas.microsoft.com/office/drawing/2014/main" id="{39C5D406-AC25-47DC-BDDE-5D91607DA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3145"/>
              <a:ext cx="105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80" name="Oval 101">
              <a:extLst>
                <a:ext uri="{FF2B5EF4-FFF2-40B4-BE49-F238E27FC236}">
                  <a16:creationId xmlns:a16="http://schemas.microsoft.com/office/drawing/2014/main" id="{F6131390-E5A1-4B49-BE80-D6242965C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3145"/>
              <a:ext cx="4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81" name="Oval 102">
              <a:extLst>
                <a:ext uri="{FF2B5EF4-FFF2-40B4-BE49-F238E27FC236}">
                  <a16:creationId xmlns:a16="http://schemas.microsoft.com/office/drawing/2014/main" id="{261A024D-7E8B-4BE6-9AFA-3F03EFC84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144"/>
              <a:ext cx="83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82" name="Oval 103">
              <a:extLst>
                <a:ext uri="{FF2B5EF4-FFF2-40B4-BE49-F238E27FC236}">
                  <a16:creationId xmlns:a16="http://schemas.microsoft.com/office/drawing/2014/main" id="{3376EEAB-865A-4C6A-AC5B-E9D10A93D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3143"/>
              <a:ext cx="47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83" name="Freeform 104">
              <a:extLst>
                <a:ext uri="{FF2B5EF4-FFF2-40B4-BE49-F238E27FC236}">
                  <a16:creationId xmlns:a16="http://schemas.microsoft.com/office/drawing/2014/main" id="{B7E73614-36AE-4E86-A310-E89A6D90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603"/>
              <a:ext cx="53" cy="33"/>
            </a:xfrm>
            <a:custGeom>
              <a:avLst/>
              <a:gdLst>
                <a:gd name="T0" fmla="*/ 8 w 62"/>
                <a:gd name="T1" fmla="*/ 3 h 38"/>
                <a:gd name="T2" fmla="*/ 8 w 62"/>
                <a:gd name="T3" fmla="*/ 12 h 38"/>
                <a:gd name="T4" fmla="*/ 15 w 62"/>
                <a:gd name="T5" fmla="*/ 15 h 38"/>
                <a:gd name="T6" fmla="*/ 29 w 62"/>
                <a:gd name="T7" fmla="*/ 15 h 38"/>
                <a:gd name="T8" fmla="*/ 36 w 62"/>
                <a:gd name="T9" fmla="*/ 12 h 38"/>
                <a:gd name="T10" fmla="*/ 38 w 62"/>
                <a:gd name="T11" fmla="*/ 10 h 38"/>
                <a:gd name="T12" fmla="*/ 38 w 62"/>
                <a:gd name="T13" fmla="*/ 15 h 38"/>
                <a:gd name="T14" fmla="*/ 15 w 62"/>
                <a:gd name="T15" fmla="*/ 23 h 38"/>
                <a:gd name="T16" fmla="*/ 0 w 62"/>
                <a:gd name="T17" fmla="*/ 10 h 38"/>
                <a:gd name="T18" fmla="*/ 3 w 62"/>
                <a:gd name="T19" fmla="*/ 3 h 38"/>
                <a:gd name="T20" fmla="*/ 8 w 62"/>
                <a:gd name="T21" fmla="*/ 3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38">
                  <a:moveTo>
                    <a:pt x="12" y="5"/>
                  </a:moveTo>
                  <a:cubicBezTo>
                    <a:pt x="13" y="9"/>
                    <a:pt x="10" y="14"/>
                    <a:pt x="13" y="18"/>
                  </a:cubicBezTo>
                  <a:cubicBezTo>
                    <a:pt x="16" y="22"/>
                    <a:pt x="20" y="22"/>
                    <a:pt x="24" y="23"/>
                  </a:cubicBezTo>
                  <a:cubicBezTo>
                    <a:pt x="32" y="24"/>
                    <a:pt x="40" y="25"/>
                    <a:pt x="47" y="23"/>
                  </a:cubicBezTo>
                  <a:cubicBezTo>
                    <a:pt x="51" y="22"/>
                    <a:pt x="53" y="20"/>
                    <a:pt x="57" y="18"/>
                  </a:cubicBezTo>
                  <a:cubicBezTo>
                    <a:pt x="58" y="17"/>
                    <a:pt x="58" y="14"/>
                    <a:pt x="60" y="16"/>
                  </a:cubicBezTo>
                  <a:cubicBezTo>
                    <a:pt x="62" y="16"/>
                    <a:pt x="61" y="20"/>
                    <a:pt x="61" y="22"/>
                  </a:cubicBezTo>
                  <a:cubicBezTo>
                    <a:pt x="56" y="36"/>
                    <a:pt x="37" y="38"/>
                    <a:pt x="25" y="36"/>
                  </a:cubicBezTo>
                  <a:cubicBezTo>
                    <a:pt x="13" y="34"/>
                    <a:pt x="1" y="27"/>
                    <a:pt x="0" y="15"/>
                  </a:cubicBezTo>
                  <a:cubicBezTo>
                    <a:pt x="0" y="10"/>
                    <a:pt x="0" y="8"/>
                    <a:pt x="4" y="5"/>
                  </a:cubicBezTo>
                  <a:cubicBezTo>
                    <a:pt x="6" y="3"/>
                    <a:pt x="12" y="0"/>
                    <a:pt x="12" y="4"/>
                  </a:cubicBezTo>
                </a:path>
              </a:pathLst>
            </a:custGeom>
            <a:solidFill>
              <a:srgbClr val="CEC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4" name="Freeform 105">
              <a:extLst>
                <a:ext uri="{FF2B5EF4-FFF2-40B4-BE49-F238E27FC236}">
                  <a16:creationId xmlns:a16="http://schemas.microsoft.com/office/drawing/2014/main" id="{F43272EE-3154-4FE6-B6A1-724D3257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611"/>
              <a:ext cx="59" cy="27"/>
            </a:xfrm>
            <a:custGeom>
              <a:avLst/>
              <a:gdLst>
                <a:gd name="T0" fmla="*/ 43 w 68"/>
                <a:gd name="T1" fmla="*/ 5 h 31"/>
                <a:gd name="T2" fmla="*/ 15 w 68"/>
                <a:gd name="T3" fmla="*/ 6 h 31"/>
                <a:gd name="T4" fmla="*/ 11 w 68"/>
                <a:gd name="T5" fmla="*/ 1 h 31"/>
                <a:gd name="T6" fmla="*/ 3 w 68"/>
                <a:gd name="T7" fmla="*/ 8 h 31"/>
                <a:gd name="T8" fmla="*/ 24 w 68"/>
                <a:gd name="T9" fmla="*/ 17 h 31"/>
                <a:gd name="T10" fmla="*/ 43 w 68"/>
                <a:gd name="T11" fmla="*/ 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1">
                  <a:moveTo>
                    <a:pt x="66" y="8"/>
                  </a:moveTo>
                  <a:cubicBezTo>
                    <a:pt x="53" y="17"/>
                    <a:pt x="36" y="20"/>
                    <a:pt x="23" y="9"/>
                  </a:cubicBezTo>
                  <a:cubicBezTo>
                    <a:pt x="20" y="7"/>
                    <a:pt x="19" y="2"/>
                    <a:pt x="17" y="1"/>
                  </a:cubicBezTo>
                  <a:cubicBezTo>
                    <a:pt x="12" y="0"/>
                    <a:pt x="6" y="8"/>
                    <a:pt x="5" y="12"/>
                  </a:cubicBezTo>
                  <a:cubicBezTo>
                    <a:pt x="0" y="31"/>
                    <a:pt x="27" y="27"/>
                    <a:pt x="37" y="25"/>
                  </a:cubicBezTo>
                  <a:cubicBezTo>
                    <a:pt x="42" y="25"/>
                    <a:pt x="68" y="13"/>
                    <a:pt x="66" y="8"/>
                  </a:cubicBezTo>
                </a:path>
              </a:pathLst>
            </a:custGeom>
            <a:solidFill>
              <a:srgbClr val="CEC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5" name="Oval 106">
              <a:extLst>
                <a:ext uri="{FF2B5EF4-FFF2-40B4-BE49-F238E27FC236}">
                  <a16:creationId xmlns:a16="http://schemas.microsoft.com/office/drawing/2014/main" id="{49F91A57-C0F2-4E60-88C1-AA0FC1E5F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2" y="3620"/>
              <a:ext cx="75" cy="32"/>
            </a:xfrm>
            <a:prstGeom prst="ellipse">
              <a:avLst/>
            </a:prstGeom>
            <a:solidFill>
              <a:srgbClr val="CEC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86" name="Freeform 107">
              <a:extLst>
                <a:ext uri="{FF2B5EF4-FFF2-40B4-BE49-F238E27FC236}">
                  <a16:creationId xmlns:a16="http://schemas.microsoft.com/office/drawing/2014/main" id="{FE234A23-7163-4F97-94EF-AD55225AE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3430"/>
              <a:ext cx="166" cy="99"/>
            </a:xfrm>
            <a:custGeom>
              <a:avLst/>
              <a:gdLst>
                <a:gd name="T0" fmla="*/ 0 w 191"/>
                <a:gd name="T1" fmla="*/ 75 h 114"/>
                <a:gd name="T2" fmla="*/ 61 w 191"/>
                <a:gd name="T3" fmla="*/ 0 h 114"/>
                <a:gd name="T4" fmla="*/ 125 w 191"/>
                <a:gd name="T5" fmla="*/ 75 h 114"/>
                <a:gd name="T6" fmla="*/ 0 w 191"/>
                <a:gd name="T7" fmla="*/ 75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114">
                  <a:moveTo>
                    <a:pt x="0" y="114"/>
                  </a:moveTo>
                  <a:cubicBezTo>
                    <a:pt x="0" y="114"/>
                    <a:pt x="3" y="0"/>
                    <a:pt x="93" y="0"/>
                  </a:cubicBezTo>
                  <a:cubicBezTo>
                    <a:pt x="182" y="0"/>
                    <a:pt x="191" y="114"/>
                    <a:pt x="191" y="114"/>
                  </a:cubicBezTo>
                  <a:lnTo>
                    <a:pt x="0" y="114"/>
                  </a:lnTo>
                  <a:close/>
                </a:path>
              </a:pathLst>
            </a:custGeom>
            <a:solidFill>
              <a:srgbClr val="AFA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7" name="Freeform 108">
              <a:extLst>
                <a:ext uri="{FF2B5EF4-FFF2-40B4-BE49-F238E27FC236}">
                  <a16:creationId xmlns:a16="http://schemas.microsoft.com/office/drawing/2014/main" id="{6471E4CE-4225-4F35-8CCB-61CED7C94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3430"/>
              <a:ext cx="166" cy="99"/>
            </a:xfrm>
            <a:custGeom>
              <a:avLst/>
              <a:gdLst>
                <a:gd name="T0" fmla="*/ 61 w 191"/>
                <a:gd name="T1" fmla="*/ 12 h 114"/>
                <a:gd name="T2" fmla="*/ 123 w 191"/>
                <a:gd name="T3" fmla="*/ 75 h 114"/>
                <a:gd name="T4" fmla="*/ 125 w 191"/>
                <a:gd name="T5" fmla="*/ 75 h 114"/>
                <a:gd name="T6" fmla="*/ 61 w 191"/>
                <a:gd name="T7" fmla="*/ 0 h 114"/>
                <a:gd name="T8" fmla="*/ 0 w 191"/>
                <a:gd name="T9" fmla="*/ 75 h 114"/>
                <a:gd name="T10" fmla="*/ 2 w 191"/>
                <a:gd name="T11" fmla="*/ 75 h 114"/>
                <a:gd name="T12" fmla="*/ 61 w 191"/>
                <a:gd name="T13" fmla="*/ 12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114">
                  <a:moveTo>
                    <a:pt x="93" y="18"/>
                  </a:moveTo>
                  <a:cubicBezTo>
                    <a:pt x="160" y="18"/>
                    <a:pt x="182" y="82"/>
                    <a:pt x="188" y="114"/>
                  </a:cubicBezTo>
                  <a:cubicBezTo>
                    <a:pt x="191" y="114"/>
                    <a:pt x="191" y="114"/>
                    <a:pt x="191" y="114"/>
                  </a:cubicBezTo>
                  <a:cubicBezTo>
                    <a:pt x="191" y="114"/>
                    <a:pt x="182" y="0"/>
                    <a:pt x="93" y="0"/>
                  </a:cubicBezTo>
                  <a:cubicBezTo>
                    <a:pt x="3" y="0"/>
                    <a:pt x="0" y="114"/>
                    <a:pt x="0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7" y="81"/>
                    <a:pt x="26" y="18"/>
                    <a:pt x="93" y="18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8" name="Freeform 109">
              <a:extLst>
                <a:ext uri="{FF2B5EF4-FFF2-40B4-BE49-F238E27FC236}">
                  <a16:creationId xmlns:a16="http://schemas.microsoft.com/office/drawing/2014/main" id="{070B5D64-FFBB-46E3-903D-AB641FB0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3529"/>
              <a:ext cx="166" cy="57"/>
            </a:xfrm>
            <a:custGeom>
              <a:avLst/>
              <a:gdLst>
                <a:gd name="T0" fmla="*/ 0 w 191"/>
                <a:gd name="T1" fmla="*/ 0 h 66"/>
                <a:gd name="T2" fmla="*/ 42 w 191"/>
                <a:gd name="T3" fmla="*/ 42 h 66"/>
                <a:gd name="T4" fmla="*/ 85 w 191"/>
                <a:gd name="T5" fmla="*/ 42 h 66"/>
                <a:gd name="T6" fmla="*/ 125 w 191"/>
                <a:gd name="T7" fmla="*/ 0 h 66"/>
                <a:gd name="T8" fmla="*/ 0 w 191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66">
                  <a:moveTo>
                    <a:pt x="0" y="0"/>
                  </a:moveTo>
                  <a:cubicBezTo>
                    <a:pt x="0" y="0"/>
                    <a:pt x="59" y="18"/>
                    <a:pt x="63" y="66"/>
                  </a:cubicBezTo>
                  <a:cubicBezTo>
                    <a:pt x="130" y="66"/>
                    <a:pt x="130" y="66"/>
                    <a:pt x="130" y="66"/>
                  </a:cubicBezTo>
                  <a:cubicBezTo>
                    <a:pt x="130" y="66"/>
                    <a:pt x="139" y="2"/>
                    <a:pt x="19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FAEAE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89" name="Oval 110">
              <a:extLst>
                <a:ext uri="{FF2B5EF4-FFF2-40B4-BE49-F238E27FC236}">
                  <a16:creationId xmlns:a16="http://schemas.microsoft.com/office/drawing/2014/main" id="{647435E6-8C1A-4D49-81CE-7896172C0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3559"/>
              <a:ext cx="124" cy="84"/>
            </a:xfrm>
            <a:prstGeom prst="ellipse">
              <a:avLst/>
            </a:prstGeom>
            <a:solidFill>
              <a:srgbClr val="AFAEAE"/>
            </a:solidFill>
            <a:ln w="4763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90" name="Freeform 111">
              <a:extLst>
                <a:ext uri="{FF2B5EF4-FFF2-40B4-BE49-F238E27FC236}">
                  <a16:creationId xmlns:a16="http://schemas.microsoft.com/office/drawing/2014/main" id="{CAFE67E6-46CD-4D79-8774-540A376C7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3430"/>
              <a:ext cx="166" cy="99"/>
            </a:xfrm>
            <a:custGeom>
              <a:avLst/>
              <a:gdLst>
                <a:gd name="T0" fmla="*/ 0 w 191"/>
                <a:gd name="T1" fmla="*/ 75 h 114"/>
                <a:gd name="T2" fmla="*/ 61 w 191"/>
                <a:gd name="T3" fmla="*/ 0 h 114"/>
                <a:gd name="T4" fmla="*/ 125 w 191"/>
                <a:gd name="T5" fmla="*/ 75 h 114"/>
                <a:gd name="T6" fmla="*/ 0 w 191"/>
                <a:gd name="T7" fmla="*/ 75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114">
                  <a:moveTo>
                    <a:pt x="0" y="114"/>
                  </a:moveTo>
                  <a:cubicBezTo>
                    <a:pt x="0" y="114"/>
                    <a:pt x="3" y="0"/>
                    <a:pt x="93" y="0"/>
                  </a:cubicBezTo>
                  <a:cubicBezTo>
                    <a:pt x="182" y="0"/>
                    <a:pt x="191" y="114"/>
                    <a:pt x="191" y="114"/>
                  </a:cubicBezTo>
                  <a:lnTo>
                    <a:pt x="0" y="114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1" name="Freeform 112">
              <a:extLst>
                <a:ext uri="{FF2B5EF4-FFF2-40B4-BE49-F238E27FC236}">
                  <a16:creationId xmlns:a16="http://schemas.microsoft.com/office/drawing/2014/main" id="{18EC9D2B-6348-476D-9A79-E7DA139E9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533"/>
              <a:ext cx="121" cy="20"/>
            </a:xfrm>
            <a:custGeom>
              <a:avLst/>
              <a:gdLst>
                <a:gd name="T0" fmla="*/ 0 w 139"/>
                <a:gd name="T1" fmla="*/ 0 h 23"/>
                <a:gd name="T2" fmla="*/ 91 w 139"/>
                <a:gd name="T3" fmla="*/ 0 h 23"/>
                <a:gd name="T4" fmla="*/ 18 w 139"/>
                <a:gd name="T5" fmla="*/ 15 h 23"/>
                <a:gd name="T6" fmla="*/ 0 w 13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23">
                  <a:moveTo>
                    <a:pt x="0" y="0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39" y="0"/>
                    <a:pt x="34" y="5"/>
                    <a:pt x="28" y="23"/>
                  </a:cubicBezTo>
                  <a:cubicBezTo>
                    <a:pt x="28" y="23"/>
                    <a:pt x="18" y="3"/>
                    <a:pt x="0" y="0"/>
                  </a:cubicBezTo>
                  <a:close/>
                </a:path>
              </a:pathLst>
            </a:custGeom>
            <a:solidFill>
              <a:srgbClr val="7B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2" name="Freeform 113">
              <a:extLst>
                <a:ext uri="{FF2B5EF4-FFF2-40B4-BE49-F238E27FC236}">
                  <a16:creationId xmlns:a16="http://schemas.microsoft.com/office/drawing/2014/main" id="{EE778742-4567-4281-83A1-67CD87B0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618"/>
              <a:ext cx="101" cy="45"/>
            </a:xfrm>
            <a:custGeom>
              <a:avLst/>
              <a:gdLst>
                <a:gd name="T0" fmla="*/ 0 w 116"/>
                <a:gd name="T1" fmla="*/ 3 h 52"/>
                <a:gd name="T2" fmla="*/ 77 w 116"/>
                <a:gd name="T3" fmla="*/ 0 h 52"/>
                <a:gd name="T4" fmla="*/ 0 w 116"/>
                <a:gd name="T5" fmla="*/ 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52">
                  <a:moveTo>
                    <a:pt x="0" y="4"/>
                  </a:moveTo>
                  <a:cubicBezTo>
                    <a:pt x="0" y="4"/>
                    <a:pt x="62" y="52"/>
                    <a:pt x="116" y="0"/>
                  </a:cubicBezTo>
                  <a:cubicBezTo>
                    <a:pt x="116" y="0"/>
                    <a:pt x="65" y="34"/>
                    <a:pt x="0" y="4"/>
                  </a:cubicBezTo>
                  <a:close/>
                </a:path>
              </a:pathLst>
            </a:custGeom>
            <a:solidFill>
              <a:srgbClr val="7B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3" name="Freeform 114">
              <a:extLst>
                <a:ext uri="{FF2B5EF4-FFF2-40B4-BE49-F238E27FC236}">
                  <a16:creationId xmlns:a16="http://schemas.microsoft.com/office/drawing/2014/main" id="{E2BA2447-7F00-43DD-9CF0-E002D1F8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553"/>
              <a:ext cx="73" cy="20"/>
            </a:xfrm>
            <a:custGeom>
              <a:avLst/>
              <a:gdLst>
                <a:gd name="T0" fmla="*/ 0 w 84"/>
                <a:gd name="T1" fmla="*/ 15 h 23"/>
                <a:gd name="T2" fmla="*/ 55 w 84"/>
                <a:gd name="T3" fmla="*/ 14 h 23"/>
                <a:gd name="T4" fmla="*/ 0 w 84"/>
                <a:gd name="T5" fmla="*/ 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23">
                  <a:moveTo>
                    <a:pt x="0" y="23"/>
                  </a:moveTo>
                  <a:cubicBezTo>
                    <a:pt x="0" y="23"/>
                    <a:pt x="36" y="0"/>
                    <a:pt x="84" y="21"/>
                  </a:cubicBezTo>
                  <a:cubicBezTo>
                    <a:pt x="84" y="21"/>
                    <a:pt x="42" y="7"/>
                    <a:pt x="0" y="23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Freeform 115">
              <a:extLst>
                <a:ext uri="{FF2B5EF4-FFF2-40B4-BE49-F238E27FC236}">
                  <a16:creationId xmlns:a16="http://schemas.microsoft.com/office/drawing/2014/main" id="{14BC7866-7218-49F5-9DFC-4233E6A3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520"/>
              <a:ext cx="93" cy="46"/>
            </a:xfrm>
            <a:custGeom>
              <a:avLst/>
              <a:gdLst>
                <a:gd name="T0" fmla="*/ 0 w 107"/>
                <a:gd name="T1" fmla="*/ 4 h 54"/>
                <a:gd name="T2" fmla="*/ 35 w 107"/>
                <a:gd name="T3" fmla="*/ 32 h 54"/>
                <a:gd name="T4" fmla="*/ 70 w 107"/>
                <a:gd name="T5" fmla="*/ 0 h 54"/>
                <a:gd name="T6" fmla="*/ 36 w 107"/>
                <a:gd name="T7" fmla="*/ 27 h 54"/>
                <a:gd name="T8" fmla="*/ 0 w 107"/>
                <a:gd name="T9" fmla="*/ 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54">
                  <a:moveTo>
                    <a:pt x="0" y="7"/>
                  </a:moveTo>
                  <a:cubicBezTo>
                    <a:pt x="0" y="7"/>
                    <a:pt x="8" y="50"/>
                    <a:pt x="53" y="52"/>
                  </a:cubicBezTo>
                  <a:cubicBezTo>
                    <a:pt x="98" y="54"/>
                    <a:pt x="107" y="0"/>
                    <a:pt x="107" y="0"/>
                  </a:cubicBezTo>
                  <a:cubicBezTo>
                    <a:pt x="107" y="0"/>
                    <a:pt x="94" y="45"/>
                    <a:pt x="54" y="44"/>
                  </a:cubicBezTo>
                  <a:cubicBezTo>
                    <a:pt x="13" y="4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7B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5" name="Freeform 116">
              <a:extLst>
                <a:ext uri="{FF2B5EF4-FFF2-40B4-BE49-F238E27FC236}">
                  <a16:creationId xmlns:a16="http://schemas.microsoft.com/office/drawing/2014/main" id="{7C9BC6B7-484A-46C1-B438-79F9AD5E6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494"/>
              <a:ext cx="97" cy="23"/>
            </a:xfrm>
            <a:custGeom>
              <a:avLst/>
              <a:gdLst>
                <a:gd name="T0" fmla="*/ 0 w 111"/>
                <a:gd name="T1" fmla="*/ 6 h 26"/>
                <a:gd name="T2" fmla="*/ 74 w 111"/>
                <a:gd name="T3" fmla="*/ 0 h 26"/>
                <a:gd name="T4" fmla="*/ 0 w 111"/>
                <a:gd name="T5" fmla="*/ 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6">
                  <a:moveTo>
                    <a:pt x="0" y="9"/>
                  </a:moveTo>
                  <a:cubicBezTo>
                    <a:pt x="0" y="9"/>
                    <a:pt x="91" y="7"/>
                    <a:pt x="111" y="0"/>
                  </a:cubicBezTo>
                  <a:cubicBezTo>
                    <a:pt x="111" y="0"/>
                    <a:pt x="61" y="26"/>
                    <a:pt x="0" y="9"/>
                  </a:cubicBezTo>
                  <a:close/>
                </a:path>
              </a:pathLst>
            </a:custGeom>
            <a:solidFill>
              <a:srgbClr val="7B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6" name="Freeform 117">
              <a:extLst>
                <a:ext uri="{FF2B5EF4-FFF2-40B4-BE49-F238E27FC236}">
                  <a16:creationId xmlns:a16="http://schemas.microsoft.com/office/drawing/2014/main" id="{5F3FFCC7-EBE3-45EE-9C44-481AE6CEE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496"/>
              <a:ext cx="98" cy="21"/>
            </a:xfrm>
            <a:custGeom>
              <a:avLst/>
              <a:gdLst>
                <a:gd name="T0" fmla="*/ 0 w 113"/>
                <a:gd name="T1" fmla="*/ 0 h 24"/>
                <a:gd name="T2" fmla="*/ 74 w 113"/>
                <a:gd name="T3" fmla="*/ 4 h 24"/>
                <a:gd name="T4" fmla="*/ 0 w 1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4">
                  <a:moveTo>
                    <a:pt x="0" y="0"/>
                  </a:moveTo>
                  <a:cubicBezTo>
                    <a:pt x="0" y="0"/>
                    <a:pt x="87" y="13"/>
                    <a:pt x="113" y="6"/>
                  </a:cubicBezTo>
                  <a:cubicBezTo>
                    <a:pt x="113" y="6"/>
                    <a:pt x="65" y="24"/>
                    <a:pt x="0" y="0"/>
                  </a:cubicBezTo>
                  <a:close/>
                </a:path>
              </a:pathLst>
            </a:custGeom>
            <a:solidFill>
              <a:srgbClr val="7B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7" name="Freeform 118">
              <a:extLst>
                <a:ext uri="{FF2B5EF4-FFF2-40B4-BE49-F238E27FC236}">
                  <a16:creationId xmlns:a16="http://schemas.microsoft.com/office/drawing/2014/main" id="{A142E366-C241-4AF7-B675-F37AB8E40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533"/>
              <a:ext cx="87" cy="34"/>
            </a:xfrm>
            <a:custGeom>
              <a:avLst/>
              <a:gdLst>
                <a:gd name="T0" fmla="*/ 0 w 100"/>
                <a:gd name="T1" fmla="*/ 3 h 39"/>
                <a:gd name="T2" fmla="*/ 33 w 100"/>
                <a:gd name="T3" fmla="*/ 24 h 39"/>
                <a:gd name="T4" fmla="*/ 66 w 100"/>
                <a:gd name="T5" fmla="*/ 0 h 39"/>
                <a:gd name="T6" fmla="*/ 33 w 100"/>
                <a:gd name="T7" fmla="*/ 21 h 39"/>
                <a:gd name="T8" fmla="*/ 0 w 100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9">
                  <a:moveTo>
                    <a:pt x="0" y="3"/>
                  </a:moveTo>
                  <a:cubicBezTo>
                    <a:pt x="0" y="3"/>
                    <a:pt x="14" y="39"/>
                    <a:pt x="50" y="37"/>
                  </a:cubicBezTo>
                  <a:cubicBezTo>
                    <a:pt x="86" y="36"/>
                    <a:pt x="100" y="0"/>
                    <a:pt x="100" y="0"/>
                  </a:cubicBezTo>
                  <a:cubicBezTo>
                    <a:pt x="100" y="0"/>
                    <a:pt x="78" y="33"/>
                    <a:pt x="50" y="32"/>
                  </a:cubicBezTo>
                  <a:cubicBezTo>
                    <a:pt x="23" y="31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7B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Freeform 119">
              <a:extLst>
                <a:ext uri="{FF2B5EF4-FFF2-40B4-BE49-F238E27FC236}">
                  <a16:creationId xmlns:a16="http://schemas.microsoft.com/office/drawing/2014/main" id="{A1A0A516-DA4A-4BF4-A820-E7671470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572"/>
              <a:ext cx="13" cy="41"/>
            </a:xfrm>
            <a:custGeom>
              <a:avLst/>
              <a:gdLst>
                <a:gd name="T0" fmla="*/ 2 w 15"/>
                <a:gd name="T1" fmla="*/ 0 h 48"/>
                <a:gd name="T2" fmla="*/ 0 w 15"/>
                <a:gd name="T3" fmla="*/ 30 h 48"/>
                <a:gd name="T4" fmla="*/ 2 w 15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8">
                  <a:moveTo>
                    <a:pt x="2" y="0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15" y="17"/>
                    <a:pt x="2" y="0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9" name="Freeform 120">
              <a:extLst>
                <a:ext uri="{FF2B5EF4-FFF2-40B4-BE49-F238E27FC236}">
                  <a16:creationId xmlns:a16="http://schemas.microsoft.com/office/drawing/2014/main" id="{1F8953B7-65D2-47FD-958C-DBC5D1C74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572"/>
              <a:ext cx="13" cy="40"/>
            </a:xfrm>
            <a:custGeom>
              <a:avLst/>
              <a:gdLst>
                <a:gd name="T0" fmla="*/ 1 w 15"/>
                <a:gd name="T1" fmla="*/ 0 h 47"/>
                <a:gd name="T2" fmla="*/ 0 w 15"/>
                <a:gd name="T3" fmla="*/ 29 h 47"/>
                <a:gd name="T4" fmla="*/ 1 w 1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7">
                  <a:moveTo>
                    <a:pt x="1" y="0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15" y="21"/>
                    <a:pt x="1" y="0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0" name="Oval 121">
              <a:extLst>
                <a:ext uri="{FF2B5EF4-FFF2-40B4-BE49-F238E27FC236}">
                  <a16:creationId xmlns:a16="http://schemas.microsoft.com/office/drawing/2014/main" id="{D8FBD14D-27F0-4059-8029-169DC1069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33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1" name="Oval 122">
              <a:extLst>
                <a:ext uri="{FF2B5EF4-FFF2-40B4-BE49-F238E27FC236}">
                  <a16:creationId xmlns:a16="http://schemas.microsoft.com/office/drawing/2014/main" id="{D5EEECA9-5038-46DE-80AD-75D649CC2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331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2" name="Oval 123">
              <a:extLst>
                <a:ext uri="{FF2B5EF4-FFF2-40B4-BE49-F238E27FC236}">
                  <a16:creationId xmlns:a16="http://schemas.microsoft.com/office/drawing/2014/main" id="{AB2D6584-44B7-42AB-9ACA-4D6A371D1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327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3" name="Oval 124">
              <a:extLst>
                <a:ext uri="{FF2B5EF4-FFF2-40B4-BE49-F238E27FC236}">
                  <a16:creationId xmlns:a16="http://schemas.microsoft.com/office/drawing/2014/main" id="{C661420C-9BD5-41EA-BA3B-DEA431DD5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3272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4" name="Oval 125">
              <a:extLst>
                <a:ext uri="{FF2B5EF4-FFF2-40B4-BE49-F238E27FC236}">
                  <a16:creationId xmlns:a16="http://schemas.microsoft.com/office/drawing/2014/main" id="{039C072D-C025-4128-8C99-8EBA627C1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3452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5" name="Oval 126">
              <a:extLst>
                <a:ext uri="{FF2B5EF4-FFF2-40B4-BE49-F238E27FC236}">
                  <a16:creationId xmlns:a16="http://schemas.microsoft.com/office/drawing/2014/main" id="{0C7EDCD9-660D-4C43-B008-CEA75889B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344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6" name="Oval 127">
              <a:extLst>
                <a:ext uri="{FF2B5EF4-FFF2-40B4-BE49-F238E27FC236}">
                  <a16:creationId xmlns:a16="http://schemas.microsoft.com/office/drawing/2014/main" id="{9609C49A-8180-41A8-9461-47AE5E964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2" y="3572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7" name="Oval 128">
              <a:extLst>
                <a:ext uri="{FF2B5EF4-FFF2-40B4-BE49-F238E27FC236}">
                  <a16:creationId xmlns:a16="http://schemas.microsoft.com/office/drawing/2014/main" id="{A681AC96-3A1D-444C-ABAA-53AEC3FF8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356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8" name="Oval 129">
              <a:extLst>
                <a:ext uri="{FF2B5EF4-FFF2-40B4-BE49-F238E27FC236}">
                  <a16:creationId xmlns:a16="http://schemas.microsoft.com/office/drawing/2014/main" id="{1F38AD99-AE80-4E19-8157-1745E5119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350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9" name="Oval 130">
              <a:extLst>
                <a:ext uri="{FF2B5EF4-FFF2-40B4-BE49-F238E27FC236}">
                  <a16:creationId xmlns:a16="http://schemas.microsoft.com/office/drawing/2014/main" id="{FC5552CC-F6CD-435C-8093-A246E126F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344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10" name="Oval 131">
              <a:extLst>
                <a:ext uri="{FF2B5EF4-FFF2-40B4-BE49-F238E27FC236}">
                  <a16:creationId xmlns:a16="http://schemas.microsoft.com/office/drawing/2014/main" id="{9559ECB0-6D9F-447B-BC0D-AA27580EF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350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11" name="Oval 132">
              <a:extLst>
                <a:ext uri="{FF2B5EF4-FFF2-40B4-BE49-F238E27FC236}">
                  <a16:creationId xmlns:a16="http://schemas.microsoft.com/office/drawing/2014/main" id="{87A8F8FD-521A-443E-9227-CA4EB097D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8" y="3458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12" name="Freeform 133">
              <a:extLst>
                <a:ext uri="{FF2B5EF4-FFF2-40B4-BE49-F238E27FC236}">
                  <a16:creationId xmlns:a16="http://schemas.microsoft.com/office/drawing/2014/main" id="{B20E1C4A-5BEE-4B11-9685-D8BCFC06C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3751"/>
              <a:ext cx="1781" cy="45"/>
            </a:xfrm>
            <a:custGeom>
              <a:avLst/>
              <a:gdLst>
                <a:gd name="T0" fmla="*/ 0 w 2052"/>
                <a:gd name="T1" fmla="*/ 0 h 52"/>
                <a:gd name="T2" fmla="*/ 1342 w 2052"/>
                <a:gd name="T3" fmla="*/ 0 h 52"/>
                <a:gd name="T4" fmla="*/ 0 w 205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2" h="52">
                  <a:moveTo>
                    <a:pt x="0" y="0"/>
                  </a:moveTo>
                  <a:cubicBezTo>
                    <a:pt x="2052" y="0"/>
                    <a:pt x="2052" y="0"/>
                    <a:pt x="2052" y="0"/>
                  </a:cubicBezTo>
                  <a:cubicBezTo>
                    <a:pt x="2052" y="0"/>
                    <a:pt x="820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3" name="Freeform 134">
              <a:extLst>
                <a:ext uri="{FF2B5EF4-FFF2-40B4-BE49-F238E27FC236}">
                  <a16:creationId xmlns:a16="http://schemas.microsoft.com/office/drawing/2014/main" id="{C2B295B9-5DE0-43A8-8205-9B62EA8A4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797"/>
              <a:ext cx="1692" cy="59"/>
            </a:xfrm>
            <a:custGeom>
              <a:avLst/>
              <a:gdLst>
                <a:gd name="T0" fmla="*/ 0 w 1950"/>
                <a:gd name="T1" fmla="*/ 0 h 68"/>
                <a:gd name="T2" fmla="*/ 1274 w 1950"/>
                <a:gd name="T3" fmla="*/ 0 h 68"/>
                <a:gd name="T4" fmla="*/ 0 w 195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50" h="68">
                  <a:moveTo>
                    <a:pt x="0" y="0"/>
                  </a:moveTo>
                  <a:cubicBezTo>
                    <a:pt x="1950" y="0"/>
                    <a:pt x="1950" y="0"/>
                    <a:pt x="1950" y="0"/>
                  </a:cubicBezTo>
                  <a:cubicBezTo>
                    <a:pt x="1950" y="0"/>
                    <a:pt x="468" y="68"/>
                    <a:pt x="0" y="0"/>
                  </a:cubicBezTo>
                  <a:close/>
                </a:path>
              </a:pathLst>
            </a:custGeom>
            <a:solidFill>
              <a:srgbClr val="3E34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Freeform 135">
              <a:extLst>
                <a:ext uri="{FF2B5EF4-FFF2-40B4-BE49-F238E27FC236}">
                  <a16:creationId xmlns:a16="http://schemas.microsoft.com/office/drawing/2014/main" id="{F8A79362-0901-4D39-BD7B-B647C6D1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921"/>
              <a:ext cx="1716" cy="43"/>
            </a:xfrm>
            <a:custGeom>
              <a:avLst/>
              <a:gdLst>
                <a:gd name="T0" fmla="*/ 0 w 1977"/>
                <a:gd name="T1" fmla="*/ 0 h 50"/>
                <a:gd name="T2" fmla="*/ 1292 w 1977"/>
                <a:gd name="T3" fmla="*/ 0 h 50"/>
                <a:gd name="T4" fmla="*/ 0 w 1977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7" h="50">
                  <a:moveTo>
                    <a:pt x="0" y="0"/>
                  </a:moveTo>
                  <a:cubicBezTo>
                    <a:pt x="1977" y="0"/>
                    <a:pt x="1977" y="0"/>
                    <a:pt x="1977" y="0"/>
                  </a:cubicBezTo>
                  <a:cubicBezTo>
                    <a:pt x="1977" y="0"/>
                    <a:pt x="715" y="50"/>
                    <a:pt x="0" y="0"/>
                  </a:cubicBezTo>
                  <a:close/>
                </a:path>
              </a:pathLst>
            </a:custGeom>
            <a:solidFill>
              <a:srgbClr val="BFA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5" name="Freeform 136">
              <a:extLst>
                <a:ext uri="{FF2B5EF4-FFF2-40B4-BE49-F238E27FC236}">
                  <a16:creationId xmlns:a16="http://schemas.microsoft.com/office/drawing/2014/main" id="{53FC821F-5CF5-4762-B5F5-5CBA867D5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3971"/>
              <a:ext cx="1789" cy="37"/>
            </a:xfrm>
            <a:custGeom>
              <a:avLst/>
              <a:gdLst>
                <a:gd name="T0" fmla="*/ 0 w 2062"/>
                <a:gd name="T1" fmla="*/ 29 h 42"/>
                <a:gd name="T2" fmla="*/ 1347 w 2062"/>
                <a:gd name="T3" fmla="*/ 29 h 42"/>
                <a:gd name="T4" fmla="*/ 0 w 2062"/>
                <a:gd name="T5" fmla="*/ 2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2" h="42">
                  <a:moveTo>
                    <a:pt x="0" y="42"/>
                  </a:moveTo>
                  <a:cubicBezTo>
                    <a:pt x="2062" y="42"/>
                    <a:pt x="2062" y="42"/>
                    <a:pt x="2062" y="42"/>
                  </a:cubicBezTo>
                  <a:cubicBezTo>
                    <a:pt x="2062" y="42"/>
                    <a:pt x="1218" y="0"/>
                    <a:pt x="0" y="42"/>
                  </a:cubicBezTo>
                  <a:close/>
                </a:path>
              </a:pathLst>
            </a:custGeom>
            <a:solidFill>
              <a:srgbClr val="DAC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6" name="Freeform 137">
              <a:extLst>
                <a:ext uri="{FF2B5EF4-FFF2-40B4-BE49-F238E27FC236}">
                  <a16:creationId xmlns:a16="http://schemas.microsoft.com/office/drawing/2014/main" id="{AA28FB98-DC4E-4C41-914F-AB2B1658A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734"/>
              <a:ext cx="59" cy="50"/>
            </a:xfrm>
            <a:custGeom>
              <a:avLst/>
              <a:gdLst>
                <a:gd name="T0" fmla="*/ 16 w 68"/>
                <a:gd name="T1" fmla="*/ 0 h 58"/>
                <a:gd name="T2" fmla="*/ 8 w 68"/>
                <a:gd name="T3" fmla="*/ 28 h 58"/>
                <a:gd name="T4" fmla="*/ 44 w 68"/>
                <a:gd name="T5" fmla="*/ 32 h 58"/>
                <a:gd name="T6" fmla="*/ 16 w 68"/>
                <a:gd name="T7" fmla="*/ 25 h 58"/>
                <a:gd name="T8" fmla="*/ 17 w 68"/>
                <a:gd name="T9" fmla="*/ 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8">
                  <a:moveTo>
                    <a:pt x="25" y="0"/>
                  </a:moveTo>
                  <a:cubicBezTo>
                    <a:pt x="13" y="8"/>
                    <a:pt x="0" y="32"/>
                    <a:pt x="12" y="44"/>
                  </a:cubicBezTo>
                  <a:cubicBezTo>
                    <a:pt x="26" y="58"/>
                    <a:pt x="51" y="52"/>
                    <a:pt x="68" y="50"/>
                  </a:cubicBezTo>
                  <a:cubicBezTo>
                    <a:pt x="55" y="50"/>
                    <a:pt x="33" y="51"/>
                    <a:pt x="24" y="40"/>
                  </a:cubicBezTo>
                  <a:cubicBezTo>
                    <a:pt x="15" y="30"/>
                    <a:pt x="21" y="15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7" name="Freeform 138">
              <a:extLst>
                <a:ext uri="{FF2B5EF4-FFF2-40B4-BE49-F238E27FC236}">
                  <a16:creationId xmlns:a16="http://schemas.microsoft.com/office/drawing/2014/main" id="{74F82C67-A1E2-4D81-BF8F-B70E1B730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797"/>
              <a:ext cx="25" cy="102"/>
            </a:xfrm>
            <a:custGeom>
              <a:avLst/>
              <a:gdLst>
                <a:gd name="T0" fmla="*/ 0 w 29"/>
                <a:gd name="T1" fmla="*/ 0 h 117"/>
                <a:gd name="T2" fmla="*/ 13 w 29"/>
                <a:gd name="T3" fmla="*/ 42 h 117"/>
                <a:gd name="T4" fmla="*/ 5 w 29"/>
                <a:gd name="T5" fmla="*/ 78 h 117"/>
                <a:gd name="T6" fmla="*/ 16 w 29"/>
                <a:gd name="T7" fmla="*/ 28 h 117"/>
                <a:gd name="T8" fmla="*/ 3 w 29"/>
                <a:gd name="T9" fmla="*/ 2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17">
                  <a:moveTo>
                    <a:pt x="0" y="0"/>
                  </a:moveTo>
                  <a:cubicBezTo>
                    <a:pt x="17" y="9"/>
                    <a:pt x="20" y="46"/>
                    <a:pt x="20" y="63"/>
                  </a:cubicBezTo>
                  <a:cubicBezTo>
                    <a:pt x="19" y="81"/>
                    <a:pt x="14" y="100"/>
                    <a:pt x="8" y="117"/>
                  </a:cubicBezTo>
                  <a:cubicBezTo>
                    <a:pt x="22" y="93"/>
                    <a:pt x="29" y="69"/>
                    <a:pt x="24" y="42"/>
                  </a:cubicBezTo>
                  <a:cubicBezTo>
                    <a:pt x="22" y="27"/>
                    <a:pt x="1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Freeform 139">
              <a:extLst>
                <a:ext uri="{FF2B5EF4-FFF2-40B4-BE49-F238E27FC236}">
                  <a16:creationId xmlns:a16="http://schemas.microsoft.com/office/drawing/2014/main" id="{2C6434A9-1220-422E-9FF2-62E7F853A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899"/>
              <a:ext cx="47" cy="46"/>
            </a:xfrm>
            <a:custGeom>
              <a:avLst/>
              <a:gdLst>
                <a:gd name="T0" fmla="*/ 10 w 54"/>
                <a:gd name="T1" fmla="*/ 0 h 53"/>
                <a:gd name="T2" fmla="*/ 6 w 54"/>
                <a:gd name="T3" fmla="*/ 26 h 53"/>
                <a:gd name="T4" fmla="*/ 36 w 54"/>
                <a:gd name="T5" fmla="*/ 30 h 53"/>
                <a:gd name="T6" fmla="*/ 10 w 54"/>
                <a:gd name="T7" fmla="*/ 23 h 53"/>
                <a:gd name="T8" fmla="*/ 10 w 54"/>
                <a:gd name="T9" fmla="*/ 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3">
                  <a:moveTo>
                    <a:pt x="16" y="0"/>
                  </a:moveTo>
                  <a:cubicBezTo>
                    <a:pt x="8" y="10"/>
                    <a:pt x="0" y="28"/>
                    <a:pt x="9" y="39"/>
                  </a:cubicBezTo>
                  <a:cubicBezTo>
                    <a:pt x="21" y="53"/>
                    <a:pt x="38" y="45"/>
                    <a:pt x="54" y="45"/>
                  </a:cubicBezTo>
                  <a:cubicBezTo>
                    <a:pt x="42" y="45"/>
                    <a:pt x="23" y="44"/>
                    <a:pt x="15" y="34"/>
                  </a:cubicBezTo>
                  <a:cubicBezTo>
                    <a:pt x="7" y="25"/>
                    <a:pt x="12" y="13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9" name="Freeform 140">
              <a:extLst>
                <a:ext uri="{FF2B5EF4-FFF2-40B4-BE49-F238E27FC236}">
                  <a16:creationId xmlns:a16="http://schemas.microsoft.com/office/drawing/2014/main" id="{09AFA646-A5F3-45B1-BE12-7BFF3433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951"/>
              <a:ext cx="58" cy="58"/>
            </a:xfrm>
            <a:custGeom>
              <a:avLst/>
              <a:gdLst>
                <a:gd name="T0" fmla="*/ 16 w 67"/>
                <a:gd name="T1" fmla="*/ 0 h 67"/>
                <a:gd name="T2" fmla="*/ 3 w 67"/>
                <a:gd name="T3" fmla="*/ 33 h 67"/>
                <a:gd name="T4" fmla="*/ 17 w 67"/>
                <a:gd name="T5" fmla="*/ 43 h 67"/>
                <a:gd name="T6" fmla="*/ 30 w 67"/>
                <a:gd name="T7" fmla="*/ 42 h 67"/>
                <a:gd name="T8" fmla="*/ 43 w 67"/>
                <a:gd name="T9" fmla="*/ 42 h 67"/>
                <a:gd name="T10" fmla="*/ 23 w 67"/>
                <a:gd name="T11" fmla="*/ 36 h 67"/>
                <a:gd name="T12" fmla="*/ 10 w 67"/>
                <a:gd name="T13" fmla="*/ 29 h 67"/>
                <a:gd name="T14" fmla="*/ 16 w 67"/>
                <a:gd name="T15" fmla="*/ 2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67">
                  <a:moveTo>
                    <a:pt x="24" y="0"/>
                  </a:moveTo>
                  <a:cubicBezTo>
                    <a:pt x="14" y="10"/>
                    <a:pt x="0" y="36"/>
                    <a:pt x="6" y="51"/>
                  </a:cubicBezTo>
                  <a:cubicBezTo>
                    <a:pt x="10" y="59"/>
                    <a:pt x="17" y="66"/>
                    <a:pt x="27" y="67"/>
                  </a:cubicBezTo>
                  <a:cubicBezTo>
                    <a:pt x="33" y="67"/>
                    <a:pt x="40" y="66"/>
                    <a:pt x="46" y="66"/>
                  </a:cubicBezTo>
                  <a:cubicBezTo>
                    <a:pt x="53" y="65"/>
                    <a:pt x="60" y="67"/>
                    <a:pt x="67" y="66"/>
                  </a:cubicBezTo>
                  <a:cubicBezTo>
                    <a:pt x="57" y="63"/>
                    <a:pt x="46" y="60"/>
                    <a:pt x="36" y="57"/>
                  </a:cubicBezTo>
                  <a:cubicBezTo>
                    <a:pt x="29" y="55"/>
                    <a:pt x="19" y="52"/>
                    <a:pt x="15" y="45"/>
                  </a:cubicBezTo>
                  <a:cubicBezTo>
                    <a:pt x="7" y="30"/>
                    <a:pt x="22" y="14"/>
                    <a:pt x="2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0" name="Oval 141">
              <a:extLst>
                <a:ext uri="{FF2B5EF4-FFF2-40B4-BE49-F238E27FC236}">
                  <a16:creationId xmlns:a16="http://schemas.microsoft.com/office/drawing/2014/main" id="{2EEE5AA2-F490-4A31-A017-B47248B96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393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21" name="Oval 142">
              <a:extLst>
                <a:ext uri="{FF2B5EF4-FFF2-40B4-BE49-F238E27FC236}">
                  <a16:creationId xmlns:a16="http://schemas.microsoft.com/office/drawing/2014/main" id="{8ED873AA-A022-4645-BAED-2B8B5EAFB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394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22" name="Oval 143">
              <a:extLst>
                <a:ext uri="{FF2B5EF4-FFF2-40B4-BE49-F238E27FC236}">
                  <a16:creationId xmlns:a16="http://schemas.microsoft.com/office/drawing/2014/main" id="{0A85D5C5-E8BC-4607-A34F-D94F83DFA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3899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23" name="Freeform 144">
              <a:extLst>
                <a:ext uri="{FF2B5EF4-FFF2-40B4-BE49-F238E27FC236}">
                  <a16:creationId xmlns:a16="http://schemas.microsoft.com/office/drawing/2014/main" id="{76427296-0EDF-4024-9CEA-2D763F299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738"/>
              <a:ext cx="1320" cy="17"/>
            </a:xfrm>
            <a:custGeom>
              <a:avLst/>
              <a:gdLst>
                <a:gd name="T0" fmla="*/ 0 w 1521"/>
                <a:gd name="T1" fmla="*/ 13 h 19"/>
                <a:gd name="T2" fmla="*/ 995 w 1521"/>
                <a:gd name="T3" fmla="*/ 13 h 19"/>
                <a:gd name="T4" fmla="*/ 0 w 1521"/>
                <a:gd name="T5" fmla="*/ 1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1" h="19">
                  <a:moveTo>
                    <a:pt x="0" y="19"/>
                  </a:moveTo>
                  <a:cubicBezTo>
                    <a:pt x="1521" y="19"/>
                    <a:pt x="1521" y="19"/>
                    <a:pt x="1521" y="19"/>
                  </a:cubicBezTo>
                  <a:cubicBezTo>
                    <a:pt x="1521" y="19"/>
                    <a:pt x="144" y="0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Hourglass-with-blue-sand">
            <a:extLst>
              <a:ext uri="{FF2B5EF4-FFF2-40B4-BE49-F238E27FC236}">
                <a16:creationId xmlns:a16="http://schemas.microsoft.com/office/drawing/2014/main" id="{B164BEF8-91C9-41D0-9CD0-81AE5E626DA5}"/>
              </a:ext>
            </a:extLst>
          </p:cNvPr>
          <p:cNvGrpSpPr>
            <a:grpSpLocks/>
          </p:cNvGrpSpPr>
          <p:nvPr/>
        </p:nvGrpSpPr>
        <p:grpSpPr bwMode="auto">
          <a:xfrm>
            <a:off x="7280275" y="1319213"/>
            <a:ext cx="2065338" cy="2870200"/>
            <a:chOff x="2498" y="759"/>
            <a:chExt cx="929" cy="1291"/>
          </a:xfrm>
        </p:grpSpPr>
        <p:grpSp>
          <p:nvGrpSpPr>
            <p:cNvPr id="43013" name="Group 146">
              <a:extLst>
                <a:ext uri="{FF2B5EF4-FFF2-40B4-BE49-F238E27FC236}">
                  <a16:creationId xmlns:a16="http://schemas.microsoft.com/office/drawing/2014/main" id="{204322AC-1A72-444A-905F-31787C62F0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8" y="759"/>
              <a:ext cx="929" cy="1291"/>
              <a:chOff x="2498" y="759"/>
              <a:chExt cx="929" cy="1291"/>
            </a:xfrm>
          </p:grpSpPr>
          <p:sp>
            <p:nvSpPr>
              <p:cNvPr id="43031" name="Freeform 147">
                <a:extLst>
                  <a:ext uri="{FF2B5EF4-FFF2-40B4-BE49-F238E27FC236}">
                    <a16:creationId xmlns:a16="http://schemas.microsoft.com/office/drawing/2014/main" id="{8676271C-264B-4072-B01F-DFF38D132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87"/>
                <a:ext cx="929" cy="162"/>
              </a:xfrm>
              <a:custGeom>
                <a:avLst/>
                <a:gdLst>
                  <a:gd name="T0" fmla="*/ 353 w 1506"/>
                  <a:gd name="T1" fmla="*/ 33 h 263"/>
                  <a:gd name="T2" fmla="*/ 177 w 1506"/>
                  <a:gd name="T3" fmla="*/ 62 h 263"/>
                  <a:gd name="T4" fmla="*/ 0 w 1506"/>
                  <a:gd name="T5" fmla="*/ 33 h 263"/>
                  <a:gd name="T6" fmla="*/ 0 w 1506"/>
                  <a:gd name="T7" fmla="*/ 0 h 263"/>
                  <a:gd name="T8" fmla="*/ 353 w 1506"/>
                  <a:gd name="T9" fmla="*/ 0 h 263"/>
                  <a:gd name="T10" fmla="*/ 353 w 1506"/>
                  <a:gd name="T11" fmla="*/ 33 h 2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3">
                    <a:moveTo>
                      <a:pt x="1506" y="142"/>
                    </a:moveTo>
                    <a:cubicBezTo>
                      <a:pt x="1506" y="209"/>
                      <a:pt x="1169" y="263"/>
                      <a:pt x="753" y="263"/>
                    </a:cubicBezTo>
                    <a:cubicBezTo>
                      <a:pt x="338" y="263"/>
                      <a:pt x="0" y="209"/>
                      <a:pt x="0" y="1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06" y="0"/>
                      <a:pt x="1506" y="0"/>
                      <a:pt x="1506" y="0"/>
                    </a:cubicBezTo>
                    <a:lnTo>
                      <a:pt x="1506" y="142"/>
                    </a:ln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2" name="Freeform 148">
                <a:extLst>
                  <a:ext uri="{FF2B5EF4-FFF2-40B4-BE49-F238E27FC236}">
                    <a16:creationId xmlns:a16="http://schemas.microsoft.com/office/drawing/2014/main" id="{1B5E2941-CB21-41F6-AEF6-50F01D6A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88"/>
                <a:ext cx="439" cy="162"/>
              </a:xfrm>
              <a:custGeom>
                <a:avLst/>
                <a:gdLst>
                  <a:gd name="T0" fmla="*/ 167 w 712"/>
                  <a:gd name="T1" fmla="*/ 0 h 263"/>
                  <a:gd name="T2" fmla="*/ 0 w 712"/>
                  <a:gd name="T3" fmla="*/ 0 h 263"/>
                  <a:gd name="T4" fmla="*/ 0 w 712"/>
                  <a:gd name="T5" fmla="*/ 33 h 263"/>
                  <a:gd name="T6" fmla="*/ 167 w 712"/>
                  <a:gd name="T7" fmla="*/ 62 h 263"/>
                  <a:gd name="T8" fmla="*/ 167 w 712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2" h="263">
                    <a:moveTo>
                      <a:pt x="71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207"/>
                      <a:pt x="315" y="260"/>
                      <a:pt x="712" y="263"/>
                    </a:cubicBez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3" name="Freeform 149">
                <a:extLst>
                  <a:ext uri="{FF2B5EF4-FFF2-40B4-BE49-F238E27FC236}">
                    <a16:creationId xmlns:a16="http://schemas.microsoft.com/office/drawing/2014/main" id="{C99134B3-B9F4-4953-B973-A0C18A0D5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88"/>
                <a:ext cx="269" cy="155"/>
              </a:xfrm>
              <a:custGeom>
                <a:avLst/>
                <a:gdLst>
                  <a:gd name="T0" fmla="*/ 103 w 435"/>
                  <a:gd name="T1" fmla="*/ 0 h 252"/>
                  <a:gd name="T2" fmla="*/ 0 w 435"/>
                  <a:gd name="T3" fmla="*/ 0 h 252"/>
                  <a:gd name="T4" fmla="*/ 0 w 435"/>
                  <a:gd name="T5" fmla="*/ 33 h 252"/>
                  <a:gd name="T6" fmla="*/ 103 w 435"/>
                  <a:gd name="T7" fmla="*/ 58 h 252"/>
                  <a:gd name="T8" fmla="*/ 103 w 435"/>
                  <a:gd name="T9" fmla="*/ 0 h 2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5" h="252">
                    <a:moveTo>
                      <a:pt x="43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91"/>
                      <a:pt x="178" y="233"/>
                      <a:pt x="435" y="252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4" name="Freeform 150">
                <a:extLst>
                  <a:ext uri="{FF2B5EF4-FFF2-40B4-BE49-F238E27FC236}">
                    <a16:creationId xmlns:a16="http://schemas.microsoft.com/office/drawing/2014/main" id="{46438BF6-55AF-4F15-8C01-2848759D3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59"/>
                <a:ext cx="929" cy="163"/>
              </a:xfrm>
              <a:custGeom>
                <a:avLst/>
                <a:gdLst>
                  <a:gd name="T0" fmla="*/ 353 w 1506"/>
                  <a:gd name="T1" fmla="*/ 28 h 264"/>
                  <a:gd name="T2" fmla="*/ 177 w 1506"/>
                  <a:gd name="T3" fmla="*/ 0 h 264"/>
                  <a:gd name="T4" fmla="*/ 0 w 1506"/>
                  <a:gd name="T5" fmla="*/ 28 h 264"/>
                  <a:gd name="T6" fmla="*/ 0 w 1506"/>
                  <a:gd name="T7" fmla="*/ 62 h 264"/>
                  <a:gd name="T8" fmla="*/ 353 w 1506"/>
                  <a:gd name="T9" fmla="*/ 62 h 264"/>
                  <a:gd name="T10" fmla="*/ 353 w 1506"/>
                  <a:gd name="T11" fmla="*/ 28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4">
                    <a:moveTo>
                      <a:pt x="1506" y="120"/>
                    </a:moveTo>
                    <a:cubicBezTo>
                      <a:pt x="1506" y="54"/>
                      <a:pt x="1169" y="0"/>
                      <a:pt x="753" y="0"/>
                    </a:cubicBezTo>
                    <a:cubicBezTo>
                      <a:pt x="338" y="0"/>
                      <a:pt x="0" y="54"/>
                      <a:pt x="0" y="120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1506" y="264"/>
                      <a:pt x="1506" y="264"/>
                      <a:pt x="1506" y="264"/>
                    </a:cubicBezTo>
                    <a:lnTo>
                      <a:pt x="1506" y="120"/>
                    </a:ln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5" name="Freeform 151">
                <a:extLst>
                  <a:ext uri="{FF2B5EF4-FFF2-40B4-BE49-F238E27FC236}">
                    <a16:creationId xmlns:a16="http://schemas.microsoft.com/office/drawing/2014/main" id="{D9AC09A4-B7ED-41E9-A583-6009B4F1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61"/>
                <a:ext cx="363" cy="161"/>
              </a:xfrm>
              <a:custGeom>
                <a:avLst/>
                <a:gdLst>
                  <a:gd name="T0" fmla="*/ 138 w 588"/>
                  <a:gd name="T1" fmla="*/ 0 h 261"/>
                  <a:gd name="T2" fmla="*/ 0 w 588"/>
                  <a:gd name="T3" fmla="*/ 27 h 261"/>
                  <a:gd name="T4" fmla="*/ 0 w 588"/>
                  <a:gd name="T5" fmla="*/ 61 h 261"/>
                  <a:gd name="T6" fmla="*/ 138 w 588"/>
                  <a:gd name="T7" fmla="*/ 61 h 261"/>
                  <a:gd name="T8" fmla="*/ 138 w 588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8" h="261">
                    <a:moveTo>
                      <a:pt x="588" y="0"/>
                    </a:moveTo>
                    <a:cubicBezTo>
                      <a:pt x="252" y="12"/>
                      <a:pt x="0" y="60"/>
                      <a:pt x="0" y="117"/>
                    </a:cubicBezTo>
                    <a:cubicBezTo>
                      <a:pt x="0" y="261"/>
                      <a:pt x="0" y="261"/>
                      <a:pt x="0" y="261"/>
                    </a:cubicBezTo>
                    <a:cubicBezTo>
                      <a:pt x="588" y="261"/>
                      <a:pt x="588" y="261"/>
                      <a:pt x="588" y="261"/>
                    </a:cubicBezTo>
                    <a:lnTo>
                      <a:pt x="588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6" name="Freeform 152">
                <a:extLst>
                  <a:ext uri="{FF2B5EF4-FFF2-40B4-BE49-F238E27FC236}">
                    <a16:creationId xmlns:a16="http://schemas.microsoft.com/office/drawing/2014/main" id="{0BDA7472-2914-470F-9388-952A0D40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71"/>
                <a:ext cx="209" cy="151"/>
              </a:xfrm>
              <a:custGeom>
                <a:avLst/>
                <a:gdLst>
                  <a:gd name="T0" fmla="*/ 80 w 338"/>
                  <a:gd name="T1" fmla="*/ 0 h 244"/>
                  <a:gd name="T2" fmla="*/ 0 w 338"/>
                  <a:gd name="T3" fmla="*/ 24 h 244"/>
                  <a:gd name="T4" fmla="*/ 0 w 338"/>
                  <a:gd name="T5" fmla="*/ 58 h 244"/>
                  <a:gd name="T6" fmla="*/ 80 w 338"/>
                  <a:gd name="T7" fmla="*/ 58 h 244"/>
                  <a:gd name="T8" fmla="*/ 80 w 338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8" h="244">
                    <a:moveTo>
                      <a:pt x="338" y="0"/>
                    </a:moveTo>
                    <a:cubicBezTo>
                      <a:pt x="134" y="21"/>
                      <a:pt x="0" y="58"/>
                      <a:pt x="0" y="100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338" y="244"/>
                      <a:pt x="338" y="244"/>
                      <a:pt x="338" y="244"/>
                    </a:cubicBez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7" name="Freeform 153">
                <a:extLst>
                  <a:ext uri="{FF2B5EF4-FFF2-40B4-BE49-F238E27FC236}">
                    <a16:creationId xmlns:a16="http://schemas.microsoft.com/office/drawing/2014/main" id="{120F40BB-4A7E-45C6-98B8-1F4D4C699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759"/>
                <a:ext cx="929" cy="163"/>
              </a:xfrm>
              <a:custGeom>
                <a:avLst/>
                <a:gdLst>
                  <a:gd name="T0" fmla="*/ 353 w 1506"/>
                  <a:gd name="T1" fmla="*/ 28 h 264"/>
                  <a:gd name="T2" fmla="*/ 177 w 1506"/>
                  <a:gd name="T3" fmla="*/ 0 h 264"/>
                  <a:gd name="T4" fmla="*/ 0 w 1506"/>
                  <a:gd name="T5" fmla="*/ 28 h 264"/>
                  <a:gd name="T6" fmla="*/ 0 w 1506"/>
                  <a:gd name="T7" fmla="*/ 62 h 264"/>
                  <a:gd name="T8" fmla="*/ 353 w 1506"/>
                  <a:gd name="T9" fmla="*/ 62 h 264"/>
                  <a:gd name="T10" fmla="*/ 353 w 1506"/>
                  <a:gd name="T11" fmla="*/ 28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4">
                    <a:moveTo>
                      <a:pt x="1506" y="120"/>
                    </a:moveTo>
                    <a:cubicBezTo>
                      <a:pt x="1506" y="54"/>
                      <a:pt x="1169" y="0"/>
                      <a:pt x="753" y="0"/>
                    </a:cubicBezTo>
                    <a:cubicBezTo>
                      <a:pt x="338" y="0"/>
                      <a:pt x="0" y="54"/>
                      <a:pt x="0" y="120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1506" y="264"/>
                      <a:pt x="1506" y="264"/>
                      <a:pt x="1506" y="264"/>
                    </a:cubicBezTo>
                    <a:lnTo>
                      <a:pt x="1506" y="12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8" name="Oval 154">
                <a:extLst>
                  <a:ext uri="{FF2B5EF4-FFF2-40B4-BE49-F238E27FC236}">
                    <a16:creationId xmlns:a16="http://schemas.microsoft.com/office/drawing/2014/main" id="{6AF71DEA-DB6C-4CD7-A277-C6F1B6C01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847"/>
                <a:ext cx="929" cy="149"/>
              </a:xfrm>
              <a:prstGeom prst="ellipse">
                <a:avLst/>
              </a:prstGeom>
              <a:solidFill>
                <a:srgbClr val="BA8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39" name="Oval 155">
                <a:extLst>
                  <a:ext uri="{FF2B5EF4-FFF2-40B4-BE49-F238E27FC236}">
                    <a16:creationId xmlns:a16="http://schemas.microsoft.com/office/drawing/2014/main" id="{A5AAF244-DFB8-4801-AEC1-60506A96B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848"/>
                <a:ext cx="928" cy="148"/>
              </a:xfrm>
              <a:prstGeom prst="ellips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40" name="Oval 156">
                <a:extLst>
                  <a:ext uri="{FF2B5EF4-FFF2-40B4-BE49-F238E27FC236}">
                    <a16:creationId xmlns:a16="http://schemas.microsoft.com/office/drawing/2014/main" id="{DBF236EA-0A48-4E0D-967C-1362DBF6E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883"/>
                <a:ext cx="446" cy="117"/>
              </a:xfrm>
              <a:prstGeom prst="ellipse">
                <a:avLst/>
              </a:prstGeom>
              <a:solidFill>
                <a:srgbClr val="A5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41" name="Freeform 157">
                <a:extLst>
                  <a:ext uri="{FF2B5EF4-FFF2-40B4-BE49-F238E27FC236}">
                    <a16:creationId xmlns:a16="http://schemas.microsoft.com/office/drawing/2014/main" id="{24625E6A-FAF1-485F-9B0C-261E457CD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87"/>
                <a:ext cx="929" cy="162"/>
              </a:xfrm>
              <a:custGeom>
                <a:avLst/>
                <a:gdLst>
                  <a:gd name="T0" fmla="*/ 353 w 1506"/>
                  <a:gd name="T1" fmla="*/ 33 h 263"/>
                  <a:gd name="T2" fmla="*/ 177 w 1506"/>
                  <a:gd name="T3" fmla="*/ 62 h 263"/>
                  <a:gd name="T4" fmla="*/ 0 w 1506"/>
                  <a:gd name="T5" fmla="*/ 33 h 263"/>
                  <a:gd name="T6" fmla="*/ 0 w 1506"/>
                  <a:gd name="T7" fmla="*/ 0 h 263"/>
                  <a:gd name="T8" fmla="*/ 353 w 1506"/>
                  <a:gd name="T9" fmla="*/ 0 h 263"/>
                  <a:gd name="T10" fmla="*/ 353 w 1506"/>
                  <a:gd name="T11" fmla="*/ 33 h 2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6" h="263">
                    <a:moveTo>
                      <a:pt x="1506" y="142"/>
                    </a:moveTo>
                    <a:cubicBezTo>
                      <a:pt x="1506" y="209"/>
                      <a:pt x="1169" y="263"/>
                      <a:pt x="753" y="263"/>
                    </a:cubicBezTo>
                    <a:cubicBezTo>
                      <a:pt x="338" y="263"/>
                      <a:pt x="0" y="209"/>
                      <a:pt x="0" y="1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06" y="0"/>
                      <a:pt x="1506" y="0"/>
                      <a:pt x="1506" y="0"/>
                    </a:cubicBezTo>
                    <a:lnTo>
                      <a:pt x="1506" y="14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2" name="Oval 158">
                <a:extLst>
                  <a:ext uri="{FF2B5EF4-FFF2-40B4-BE49-F238E27FC236}">
                    <a16:creationId xmlns:a16="http://schemas.microsoft.com/office/drawing/2014/main" id="{D3358172-4C9F-445F-AFA6-4BCBBDDAB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813"/>
                <a:ext cx="929" cy="148"/>
              </a:xfrm>
              <a:prstGeom prst="ellipse">
                <a:avLst/>
              </a:prstGeom>
              <a:solidFill>
                <a:srgbClr val="BA8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43" name="Oval 159">
                <a:extLst>
                  <a:ext uri="{FF2B5EF4-FFF2-40B4-BE49-F238E27FC236}">
                    <a16:creationId xmlns:a16="http://schemas.microsoft.com/office/drawing/2014/main" id="{AA363A4E-BDC3-4EB4-B14D-14131FECF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813"/>
                <a:ext cx="929" cy="148"/>
              </a:xfrm>
              <a:prstGeom prst="ellips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44" name="Oval 160">
                <a:extLst>
                  <a:ext uri="{FF2B5EF4-FFF2-40B4-BE49-F238E27FC236}">
                    <a16:creationId xmlns:a16="http://schemas.microsoft.com/office/drawing/2014/main" id="{FD59B153-CC8D-4F2B-B38B-259C42154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849"/>
                <a:ext cx="427" cy="75"/>
              </a:xfrm>
              <a:prstGeom prst="ellipse">
                <a:avLst/>
              </a:prstGeom>
              <a:solidFill>
                <a:srgbClr val="A5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45" name="Freeform 161">
                <a:extLst>
                  <a:ext uri="{FF2B5EF4-FFF2-40B4-BE49-F238E27FC236}">
                    <a16:creationId xmlns:a16="http://schemas.microsoft.com/office/drawing/2014/main" id="{44F4272F-6914-4D0E-9DF2-4816C01E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912"/>
                <a:ext cx="115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3 w 188"/>
                  <a:gd name="T5" fmla="*/ 370 h 1651"/>
                  <a:gd name="T6" fmla="*/ 43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6" name="Freeform 162">
                <a:extLst>
                  <a:ext uri="{FF2B5EF4-FFF2-40B4-BE49-F238E27FC236}">
                    <a16:creationId xmlns:a16="http://schemas.microsoft.com/office/drawing/2014/main" id="{F59A5A2B-8575-4229-8FF4-6E7EC0B92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12"/>
                <a:ext cx="116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4 w 188"/>
                  <a:gd name="T5" fmla="*/ 370 h 1651"/>
                  <a:gd name="T6" fmla="*/ 44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solidFill>
                <a:srgbClr val="D1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7" name="Freeform 163">
                <a:extLst>
                  <a:ext uri="{FF2B5EF4-FFF2-40B4-BE49-F238E27FC236}">
                    <a16:creationId xmlns:a16="http://schemas.microsoft.com/office/drawing/2014/main" id="{2CC0DCEE-F541-4748-991E-BEDC3BBA5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907"/>
                <a:ext cx="459" cy="993"/>
              </a:xfrm>
              <a:custGeom>
                <a:avLst/>
                <a:gdLst>
                  <a:gd name="T0" fmla="*/ 110 w 744"/>
                  <a:gd name="T1" fmla="*/ 176 h 1611"/>
                  <a:gd name="T2" fmla="*/ 175 w 744"/>
                  <a:gd name="T3" fmla="*/ 44 h 1611"/>
                  <a:gd name="T4" fmla="*/ 88 w 744"/>
                  <a:gd name="T5" fmla="*/ 0 h 1611"/>
                  <a:gd name="T6" fmla="*/ 0 w 744"/>
                  <a:gd name="T7" fmla="*/ 44 h 1611"/>
                  <a:gd name="T8" fmla="*/ 68 w 744"/>
                  <a:gd name="T9" fmla="*/ 179 h 1611"/>
                  <a:gd name="T10" fmla="*/ 68 w 744"/>
                  <a:gd name="T11" fmla="*/ 198 h 1611"/>
                  <a:gd name="T12" fmla="*/ 0 w 744"/>
                  <a:gd name="T13" fmla="*/ 333 h 1611"/>
                  <a:gd name="T14" fmla="*/ 88 w 744"/>
                  <a:gd name="T15" fmla="*/ 377 h 1611"/>
                  <a:gd name="T16" fmla="*/ 175 w 744"/>
                  <a:gd name="T17" fmla="*/ 333 h 1611"/>
                  <a:gd name="T18" fmla="*/ 107 w 744"/>
                  <a:gd name="T19" fmla="*/ 200 h 1611"/>
                  <a:gd name="T20" fmla="*/ 110 w 744"/>
                  <a:gd name="T21" fmla="*/ 176 h 16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4" h="1611">
                    <a:moveTo>
                      <a:pt x="469" y="749"/>
                    </a:moveTo>
                    <a:cubicBezTo>
                      <a:pt x="567" y="632"/>
                      <a:pt x="744" y="491"/>
                      <a:pt x="744" y="188"/>
                    </a:cubicBezTo>
                    <a:cubicBezTo>
                      <a:pt x="744" y="64"/>
                      <a:pt x="675" y="0"/>
                      <a:pt x="372" y="0"/>
                    </a:cubicBezTo>
                    <a:cubicBezTo>
                      <a:pt x="90" y="0"/>
                      <a:pt x="0" y="64"/>
                      <a:pt x="0" y="188"/>
                    </a:cubicBezTo>
                    <a:cubicBezTo>
                      <a:pt x="0" y="506"/>
                      <a:pt x="179" y="624"/>
                      <a:pt x="292" y="763"/>
                    </a:cubicBezTo>
                    <a:cubicBezTo>
                      <a:pt x="303" y="782"/>
                      <a:pt x="309" y="811"/>
                      <a:pt x="290" y="843"/>
                    </a:cubicBezTo>
                    <a:cubicBezTo>
                      <a:pt x="197" y="964"/>
                      <a:pt x="0" y="1104"/>
                      <a:pt x="0" y="1423"/>
                    </a:cubicBezTo>
                    <a:cubicBezTo>
                      <a:pt x="0" y="1548"/>
                      <a:pt x="68" y="1611"/>
                      <a:pt x="372" y="1611"/>
                    </a:cubicBezTo>
                    <a:cubicBezTo>
                      <a:pt x="654" y="1611"/>
                      <a:pt x="744" y="1548"/>
                      <a:pt x="744" y="1423"/>
                    </a:cubicBezTo>
                    <a:cubicBezTo>
                      <a:pt x="743" y="1111"/>
                      <a:pt x="570" y="991"/>
                      <a:pt x="457" y="856"/>
                    </a:cubicBezTo>
                    <a:cubicBezTo>
                      <a:pt x="448" y="842"/>
                      <a:pt x="431" y="804"/>
                      <a:pt x="469" y="749"/>
                    </a:cubicBezTo>
                    <a:close/>
                  </a:path>
                </a:pathLst>
              </a:custGeom>
              <a:solidFill>
                <a:srgbClr val="DFE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8" name="Freeform 164">
                <a:extLst>
                  <a:ext uri="{FF2B5EF4-FFF2-40B4-BE49-F238E27FC236}">
                    <a16:creationId xmlns:a16="http://schemas.microsoft.com/office/drawing/2014/main" id="{7CB7C965-C17E-410B-8FAC-F0BED097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907"/>
                <a:ext cx="459" cy="993"/>
              </a:xfrm>
              <a:custGeom>
                <a:avLst/>
                <a:gdLst>
                  <a:gd name="T0" fmla="*/ 110 w 744"/>
                  <a:gd name="T1" fmla="*/ 176 h 1611"/>
                  <a:gd name="T2" fmla="*/ 175 w 744"/>
                  <a:gd name="T3" fmla="*/ 44 h 1611"/>
                  <a:gd name="T4" fmla="*/ 88 w 744"/>
                  <a:gd name="T5" fmla="*/ 0 h 1611"/>
                  <a:gd name="T6" fmla="*/ 0 w 744"/>
                  <a:gd name="T7" fmla="*/ 44 h 1611"/>
                  <a:gd name="T8" fmla="*/ 68 w 744"/>
                  <a:gd name="T9" fmla="*/ 179 h 1611"/>
                  <a:gd name="T10" fmla="*/ 68 w 744"/>
                  <a:gd name="T11" fmla="*/ 198 h 1611"/>
                  <a:gd name="T12" fmla="*/ 0 w 744"/>
                  <a:gd name="T13" fmla="*/ 333 h 1611"/>
                  <a:gd name="T14" fmla="*/ 88 w 744"/>
                  <a:gd name="T15" fmla="*/ 377 h 1611"/>
                  <a:gd name="T16" fmla="*/ 175 w 744"/>
                  <a:gd name="T17" fmla="*/ 333 h 1611"/>
                  <a:gd name="T18" fmla="*/ 107 w 744"/>
                  <a:gd name="T19" fmla="*/ 200 h 1611"/>
                  <a:gd name="T20" fmla="*/ 110 w 744"/>
                  <a:gd name="T21" fmla="*/ 176 h 16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4" h="1611">
                    <a:moveTo>
                      <a:pt x="469" y="749"/>
                    </a:moveTo>
                    <a:cubicBezTo>
                      <a:pt x="567" y="632"/>
                      <a:pt x="744" y="491"/>
                      <a:pt x="744" y="188"/>
                    </a:cubicBezTo>
                    <a:cubicBezTo>
                      <a:pt x="744" y="64"/>
                      <a:pt x="675" y="0"/>
                      <a:pt x="372" y="0"/>
                    </a:cubicBezTo>
                    <a:cubicBezTo>
                      <a:pt x="90" y="0"/>
                      <a:pt x="0" y="64"/>
                      <a:pt x="0" y="188"/>
                    </a:cubicBezTo>
                    <a:cubicBezTo>
                      <a:pt x="0" y="506"/>
                      <a:pt x="179" y="624"/>
                      <a:pt x="292" y="763"/>
                    </a:cubicBezTo>
                    <a:cubicBezTo>
                      <a:pt x="303" y="782"/>
                      <a:pt x="309" y="811"/>
                      <a:pt x="290" y="843"/>
                    </a:cubicBezTo>
                    <a:cubicBezTo>
                      <a:pt x="197" y="964"/>
                      <a:pt x="0" y="1104"/>
                      <a:pt x="0" y="1423"/>
                    </a:cubicBezTo>
                    <a:cubicBezTo>
                      <a:pt x="0" y="1548"/>
                      <a:pt x="68" y="1611"/>
                      <a:pt x="372" y="1611"/>
                    </a:cubicBezTo>
                    <a:cubicBezTo>
                      <a:pt x="654" y="1611"/>
                      <a:pt x="744" y="1548"/>
                      <a:pt x="744" y="1423"/>
                    </a:cubicBezTo>
                    <a:cubicBezTo>
                      <a:pt x="743" y="1111"/>
                      <a:pt x="570" y="991"/>
                      <a:pt x="457" y="856"/>
                    </a:cubicBezTo>
                    <a:cubicBezTo>
                      <a:pt x="448" y="842"/>
                      <a:pt x="431" y="804"/>
                      <a:pt x="469" y="749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9" name="Freeform 165">
                <a:extLst>
                  <a:ext uri="{FF2B5EF4-FFF2-40B4-BE49-F238E27FC236}">
                    <a16:creationId xmlns:a16="http://schemas.microsoft.com/office/drawing/2014/main" id="{D14E9CCF-7B11-4E9D-8607-54E21C78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919"/>
                <a:ext cx="425" cy="968"/>
              </a:xfrm>
              <a:custGeom>
                <a:avLst/>
                <a:gdLst>
                  <a:gd name="T0" fmla="*/ 95 w 689"/>
                  <a:gd name="T1" fmla="*/ 169 h 1571"/>
                  <a:gd name="T2" fmla="*/ 162 w 689"/>
                  <a:gd name="T3" fmla="*/ 40 h 1571"/>
                  <a:gd name="T4" fmla="*/ 81 w 689"/>
                  <a:gd name="T5" fmla="*/ 0 h 1571"/>
                  <a:gd name="T6" fmla="*/ 0 w 689"/>
                  <a:gd name="T7" fmla="*/ 40 h 1571"/>
                  <a:gd name="T8" fmla="*/ 70 w 689"/>
                  <a:gd name="T9" fmla="*/ 174 h 1571"/>
                  <a:gd name="T10" fmla="*/ 70 w 689"/>
                  <a:gd name="T11" fmla="*/ 192 h 1571"/>
                  <a:gd name="T12" fmla="*/ 1 w 689"/>
                  <a:gd name="T13" fmla="*/ 327 h 1571"/>
                  <a:gd name="T14" fmla="*/ 81 w 689"/>
                  <a:gd name="T15" fmla="*/ 367 h 1571"/>
                  <a:gd name="T16" fmla="*/ 162 w 689"/>
                  <a:gd name="T17" fmla="*/ 326 h 1571"/>
                  <a:gd name="T18" fmla="*/ 92 w 689"/>
                  <a:gd name="T19" fmla="*/ 196 h 1571"/>
                  <a:gd name="T20" fmla="*/ 95 w 689"/>
                  <a:gd name="T21" fmla="*/ 169 h 15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9" h="1571">
                    <a:moveTo>
                      <a:pt x="405" y="725"/>
                    </a:moveTo>
                    <a:cubicBezTo>
                      <a:pt x="473" y="612"/>
                      <a:pt x="687" y="468"/>
                      <a:pt x="687" y="172"/>
                    </a:cubicBezTo>
                    <a:cubicBezTo>
                      <a:pt x="687" y="51"/>
                      <a:pt x="555" y="0"/>
                      <a:pt x="344" y="0"/>
                    </a:cubicBezTo>
                    <a:cubicBezTo>
                      <a:pt x="147" y="0"/>
                      <a:pt x="0" y="49"/>
                      <a:pt x="0" y="170"/>
                    </a:cubicBezTo>
                    <a:cubicBezTo>
                      <a:pt x="0" y="479"/>
                      <a:pt x="219" y="611"/>
                      <a:pt x="298" y="746"/>
                    </a:cubicBezTo>
                    <a:cubicBezTo>
                      <a:pt x="305" y="765"/>
                      <a:pt x="313" y="790"/>
                      <a:pt x="300" y="822"/>
                    </a:cubicBezTo>
                    <a:cubicBezTo>
                      <a:pt x="235" y="939"/>
                      <a:pt x="3" y="1083"/>
                      <a:pt x="3" y="1395"/>
                    </a:cubicBezTo>
                    <a:cubicBezTo>
                      <a:pt x="3" y="1559"/>
                      <a:pt x="195" y="1571"/>
                      <a:pt x="344" y="1571"/>
                    </a:cubicBezTo>
                    <a:cubicBezTo>
                      <a:pt x="471" y="1571"/>
                      <a:pt x="689" y="1558"/>
                      <a:pt x="689" y="1393"/>
                    </a:cubicBezTo>
                    <a:cubicBezTo>
                      <a:pt x="689" y="1089"/>
                      <a:pt x="469" y="970"/>
                      <a:pt x="390" y="838"/>
                    </a:cubicBezTo>
                    <a:cubicBezTo>
                      <a:pt x="384" y="824"/>
                      <a:pt x="379" y="778"/>
                      <a:pt x="405" y="725"/>
                    </a:cubicBezTo>
                    <a:close/>
                  </a:path>
                </a:pathLst>
              </a:custGeom>
              <a:solidFill>
                <a:srgbClr val="ED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0" name="Freeform 166">
                <a:extLst>
                  <a:ext uri="{FF2B5EF4-FFF2-40B4-BE49-F238E27FC236}">
                    <a16:creationId xmlns:a16="http://schemas.microsoft.com/office/drawing/2014/main" id="{DF34B3E0-D194-4288-9362-A0F455E9E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813"/>
                <a:ext cx="405" cy="74"/>
              </a:xfrm>
              <a:custGeom>
                <a:avLst/>
                <a:gdLst>
                  <a:gd name="T0" fmla="*/ 75 w 656"/>
                  <a:gd name="T1" fmla="*/ 0 h 121"/>
                  <a:gd name="T2" fmla="*/ 0 w 656"/>
                  <a:gd name="T3" fmla="*/ 2 h 121"/>
                  <a:gd name="T4" fmla="*/ 77 w 656"/>
                  <a:gd name="T5" fmla="*/ 28 h 121"/>
                  <a:gd name="T6" fmla="*/ 154 w 656"/>
                  <a:gd name="T7" fmla="*/ 3 h 121"/>
                  <a:gd name="T8" fmla="*/ 75 w 656"/>
                  <a:gd name="T9" fmla="*/ 0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6" h="121">
                    <a:moveTo>
                      <a:pt x="319" y="0"/>
                    </a:moveTo>
                    <a:cubicBezTo>
                      <a:pt x="205" y="0"/>
                      <a:pt x="97" y="4"/>
                      <a:pt x="0" y="11"/>
                    </a:cubicBezTo>
                    <a:cubicBezTo>
                      <a:pt x="46" y="113"/>
                      <a:pt x="202" y="121"/>
                      <a:pt x="327" y="121"/>
                    </a:cubicBezTo>
                    <a:cubicBezTo>
                      <a:pt x="434" y="121"/>
                      <a:pt x="603" y="112"/>
                      <a:pt x="656" y="13"/>
                    </a:cubicBezTo>
                    <a:cubicBezTo>
                      <a:pt x="554" y="5"/>
                      <a:pt x="440" y="0"/>
                      <a:pt x="319" y="0"/>
                    </a:cubicBezTo>
                    <a:close/>
                  </a:path>
                </a:pathLst>
              </a:custGeom>
              <a:solidFill>
                <a:srgbClr val="E3D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1" name="Freeform 167">
                <a:extLst>
                  <a:ext uri="{FF2B5EF4-FFF2-40B4-BE49-F238E27FC236}">
                    <a16:creationId xmlns:a16="http://schemas.microsoft.com/office/drawing/2014/main" id="{1D0F0377-69DB-452E-AC8A-28CCA57DB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919"/>
                <a:ext cx="407" cy="76"/>
              </a:xfrm>
              <a:custGeom>
                <a:avLst/>
                <a:gdLst>
                  <a:gd name="T0" fmla="*/ 78 w 661"/>
                  <a:gd name="T1" fmla="*/ 0 h 124"/>
                  <a:gd name="T2" fmla="*/ 0 w 661"/>
                  <a:gd name="T3" fmla="*/ 26 h 124"/>
                  <a:gd name="T4" fmla="*/ 76 w 661"/>
                  <a:gd name="T5" fmla="*/ 29 h 124"/>
                  <a:gd name="T6" fmla="*/ 155 w 661"/>
                  <a:gd name="T7" fmla="*/ 26 h 124"/>
                  <a:gd name="T8" fmla="*/ 78 w 661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1" h="124">
                    <a:moveTo>
                      <a:pt x="331" y="0"/>
                    </a:moveTo>
                    <a:cubicBezTo>
                      <a:pt x="169" y="0"/>
                      <a:pt x="40" y="33"/>
                      <a:pt x="0" y="113"/>
                    </a:cubicBezTo>
                    <a:cubicBezTo>
                      <a:pt x="98" y="120"/>
                      <a:pt x="208" y="124"/>
                      <a:pt x="323" y="124"/>
                    </a:cubicBezTo>
                    <a:cubicBezTo>
                      <a:pt x="445" y="124"/>
                      <a:pt x="559" y="120"/>
                      <a:pt x="661" y="112"/>
                    </a:cubicBezTo>
                    <a:cubicBezTo>
                      <a:pt x="623" y="34"/>
                      <a:pt x="503" y="0"/>
                      <a:pt x="331" y="0"/>
                    </a:cubicBezTo>
                    <a:close/>
                  </a:path>
                </a:pathLst>
              </a:custGeom>
              <a:solidFill>
                <a:srgbClr val="E3D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2" name="Freeform 168">
                <a:extLst>
                  <a:ext uri="{FF2B5EF4-FFF2-40B4-BE49-F238E27FC236}">
                    <a16:creationId xmlns:a16="http://schemas.microsoft.com/office/drawing/2014/main" id="{61188F63-5061-42BB-B009-6BD018FBB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142"/>
                <a:ext cx="360" cy="289"/>
              </a:xfrm>
              <a:custGeom>
                <a:avLst/>
                <a:gdLst>
                  <a:gd name="T0" fmla="*/ 137 w 584"/>
                  <a:gd name="T1" fmla="*/ 10 h 469"/>
                  <a:gd name="T2" fmla="*/ 107 w 584"/>
                  <a:gd name="T3" fmla="*/ 5 h 469"/>
                  <a:gd name="T4" fmla="*/ 54 w 584"/>
                  <a:gd name="T5" fmla="*/ 1 h 469"/>
                  <a:gd name="T6" fmla="*/ 0 w 584"/>
                  <a:gd name="T7" fmla="*/ 13 h 469"/>
                  <a:gd name="T8" fmla="*/ 57 w 584"/>
                  <a:gd name="T9" fmla="*/ 89 h 469"/>
                  <a:gd name="T10" fmla="*/ 58 w 584"/>
                  <a:gd name="T11" fmla="*/ 108 h 469"/>
                  <a:gd name="T12" fmla="*/ 78 w 584"/>
                  <a:gd name="T13" fmla="*/ 110 h 469"/>
                  <a:gd name="T14" fmla="*/ 82 w 584"/>
                  <a:gd name="T15" fmla="*/ 85 h 469"/>
                  <a:gd name="T16" fmla="*/ 137 w 584"/>
                  <a:gd name="T17" fmla="*/ 10 h 4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4" h="469">
                    <a:moveTo>
                      <a:pt x="584" y="45"/>
                    </a:moveTo>
                    <a:cubicBezTo>
                      <a:pt x="549" y="26"/>
                      <a:pt x="499" y="22"/>
                      <a:pt x="454" y="21"/>
                    </a:cubicBezTo>
                    <a:cubicBezTo>
                      <a:pt x="378" y="19"/>
                      <a:pt x="304" y="8"/>
                      <a:pt x="229" y="5"/>
                    </a:cubicBezTo>
                    <a:cubicBezTo>
                      <a:pt x="132" y="0"/>
                      <a:pt x="73" y="4"/>
                      <a:pt x="0" y="55"/>
                    </a:cubicBezTo>
                    <a:cubicBezTo>
                      <a:pt x="68" y="199"/>
                      <a:pt x="189" y="289"/>
                      <a:pt x="243" y="381"/>
                    </a:cubicBezTo>
                    <a:cubicBezTo>
                      <a:pt x="250" y="400"/>
                      <a:pt x="260" y="431"/>
                      <a:pt x="246" y="463"/>
                    </a:cubicBezTo>
                    <a:cubicBezTo>
                      <a:pt x="334" y="469"/>
                      <a:pt x="334" y="469"/>
                      <a:pt x="334" y="469"/>
                    </a:cubicBezTo>
                    <a:cubicBezTo>
                      <a:pt x="328" y="456"/>
                      <a:pt x="325" y="417"/>
                      <a:pt x="351" y="364"/>
                    </a:cubicBezTo>
                    <a:cubicBezTo>
                      <a:pt x="398" y="286"/>
                      <a:pt x="518" y="194"/>
                      <a:pt x="584" y="45"/>
                    </a:cubicBezTo>
                    <a:close/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3" name="Freeform 169">
                <a:extLst>
                  <a:ext uri="{FF2B5EF4-FFF2-40B4-BE49-F238E27FC236}">
                    <a16:creationId xmlns:a16="http://schemas.microsoft.com/office/drawing/2014/main" id="{DBC3E94F-8010-4C7C-AC35-BED4B06F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414"/>
                <a:ext cx="56" cy="139"/>
              </a:xfrm>
              <a:custGeom>
                <a:avLst/>
                <a:gdLst>
                  <a:gd name="T0" fmla="*/ 4 w 91"/>
                  <a:gd name="T1" fmla="*/ 4 h 225"/>
                  <a:gd name="T2" fmla="*/ 8 w 91"/>
                  <a:gd name="T3" fmla="*/ 23 h 225"/>
                  <a:gd name="T4" fmla="*/ 9 w 91"/>
                  <a:gd name="T5" fmla="*/ 40 h 225"/>
                  <a:gd name="T6" fmla="*/ 16 w 91"/>
                  <a:gd name="T7" fmla="*/ 53 h 225"/>
                  <a:gd name="T8" fmla="*/ 14 w 91"/>
                  <a:gd name="T9" fmla="*/ 44 h 225"/>
                  <a:gd name="T10" fmla="*/ 18 w 91"/>
                  <a:gd name="T11" fmla="*/ 35 h 225"/>
                  <a:gd name="T12" fmla="*/ 17 w 91"/>
                  <a:gd name="T13" fmla="*/ 17 h 225"/>
                  <a:gd name="T14" fmla="*/ 19 w 91"/>
                  <a:gd name="T15" fmla="*/ 7 h 225"/>
                  <a:gd name="T16" fmla="*/ 10 w 91"/>
                  <a:gd name="T17" fmla="*/ 1 h 225"/>
                  <a:gd name="T18" fmla="*/ 6 w 91"/>
                  <a:gd name="T19" fmla="*/ 1 h 2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225">
                    <a:moveTo>
                      <a:pt x="18" y="16"/>
                    </a:moveTo>
                    <a:cubicBezTo>
                      <a:pt x="0" y="45"/>
                      <a:pt x="23" y="74"/>
                      <a:pt x="34" y="98"/>
                    </a:cubicBezTo>
                    <a:cubicBezTo>
                      <a:pt x="46" y="121"/>
                      <a:pt x="42" y="143"/>
                      <a:pt x="41" y="168"/>
                    </a:cubicBezTo>
                    <a:cubicBezTo>
                      <a:pt x="41" y="191"/>
                      <a:pt x="54" y="208"/>
                      <a:pt x="68" y="225"/>
                    </a:cubicBezTo>
                    <a:cubicBezTo>
                      <a:pt x="58" y="219"/>
                      <a:pt x="57" y="199"/>
                      <a:pt x="60" y="188"/>
                    </a:cubicBezTo>
                    <a:cubicBezTo>
                      <a:pt x="64" y="175"/>
                      <a:pt x="75" y="164"/>
                      <a:pt x="79" y="151"/>
                    </a:cubicBezTo>
                    <a:cubicBezTo>
                      <a:pt x="87" y="125"/>
                      <a:pt x="71" y="100"/>
                      <a:pt x="74" y="75"/>
                    </a:cubicBezTo>
                    <a:cubicBezTo>
                      <a:pt x="77" y="58"/>
                      <a:pt x="76" y="48"/>
                      <a:pt x="81" y="33"/>
                    </a:cubicBezTo>
                    <a:cubicBezTo>
                      <a:pt x="91" y="1"/>
                      <a:pt x="62" y="5"/>
                      <a:pt x="42" y="2"/>
                    </a:cubicBezTo>
                    <a:cubicBezTo>
                      <a:pt x="36" y="2"/>
                      <a:pt x="31" y="0"/>
                      <a:pt x="25" y="4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4" name="Freeform 170">
                <a:extLst>
                  <a:ext uri="{FF2B5EF4-FFF2-40B4-BE49-F238E27FC236}">
                    <a16:creationId xmlns:a16="http://schemas.microsoft.com/office/drawing/2014/main" id="{3C38DCDC-357A-45DA-B3D0-30ED62372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418"/>
                <a:ext cx="23" cy="100"/>
              </a:xfrm>
              <a:custGeom>
                <a:avLst/>
                <a:gdLst>
                  <a:gd name="T0" fmla="*/ 5 w 38"/>
                  <a:gd name="T1" fmla="*/ 1 h 162"/>
                  <a:gd name="T2" fmla="*/ 7 w 38"/>
                  <a:gd name="T3" fmla="*/ 12 h 162"/>
                  <a:gd name="T4" fmla="*/ 5 w 38"/>
                  <a:gd name="T5" fmla="*/ 20 h 162"/>
                  <a:gd name="T6" fmla="*/ 5 w 38"/>
                  <a:gd name="T7" fmla="*/ 30 h 162"/>
                  <a:gd name="T8" fmla="*/ 1 w 38"/>
                  <a:gd name="T9" fmla="*/ 38 h 162"/>
                  <a:gd name="T10" fmla="*/ 3 w 38"/>
                  <a:gd name="T11" fmla="*/ 28 h 162"/>
                  <a:gd name="T12" fmla="*/ 1 w 38"/>
                  <a:gd name="T13" fmla="*/ 21 h 162"/>
                  <a:gd name="T14" fmla="*/ 1 w 38"/>
                  <a:gd name="T15" fmla="*/ 12 h 162"/>
                  <a:gd name="T16" fmla="*/ 1 w 38"/>
                  <a:gd name="T17" fmla="*/ 2 h 162"/>
                  <a:gd name="T18" fmla="*/ 5 w 38"/>
                  <a:gd name="T19" fmla="*/ 1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162">
                    <a:moveTo>
                      <a:pt x="24" y="7"/>
                    </a:moveTo>
                    <a:cubicBezTo>
                      <a:pt x="27" y="26"/>
                      <a:pt x="38" y="31"/>
                      <a:pt x="33" y="50"/>
                    </a:cubicBezTo>
                    <a:cubicBezTo>
                      <a:pt x="29" y="64"/>
                      <a:pt x="23" y="73"/>
                      <a:pt x="21" y="87"/>
                    </a:cubicBezTo>
                    <a:cubicBezTo>
                      <a:pt x="20" y="101"/>
                      <a:pt x="26" y="115"/>
                      <a:pt x="22" y="129"/>
                    </a:cubicBezTo>
                    <a:cubicBezTo>
                      <a:pt x="19" y="143"/>
                      <a:pt x="9" y="151"/>
                      <a:pt x="2" y="162"/>
                    </a:cubicBezTo>
                    <a:cubicBezTo>
                      <a:pt x="7" y="147"/>
                      <a:pt x="14" y="136"/>
                      <a:pt x="13" y="120"/>
                    </a:cubicBezTo>
                    <a:cubicBezTo>
                      <a:pt x="12" y="108"/>
                      <a:pt x="7" y="100"/>
                      <a:pt x="4" y="89"/>
                    </a:cubicBezTo>
                    <a:cubicBezTo>
                      <a:pt x="0" y="76"/>
                      <a:pt x="4" y="62"/>
                      <a:pt x="4" y="49"/>
                    </a:cubicBezTo>
                    <a:cubicBezTo>
                      <a:pt x="5" y="28"/>
                      <a:pt x="1" y="24"/>
                      <a:pt x="2" y="9"/>
                    </a:cubicBezTo>
                    <a:cubicBezTo>
                      <a:pt x="3" y="1"/>
                      <a:pt x="16" y="0"/>
                      <a:pt x="22" y="4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5" name="Freeform 171">
                <a:extLst>
                  <a:ext uri="{FF2B5EF4-FFF2-40B4-BE49-F238E27FC236}">
                    <a16:creationId xmlns:a16="http://schemas.microsoft.com/office/drawing/2014/main" id="{80FC0661-7CC5-4D41-9D1C-3801E5E8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515"/>
                <a:ext cx="14" cy="87"/>
              </a:xfrm>
              <a:custGeom>
                <a:avLst/>
                <a:gdLst>
                  <a:gd name="T0" fmla="*/ 5 w 24"/>
                  <a:gd name="T1" fmla="*/ 0 h 142"/>
                  <a:gd name="T2" fmla="*/ 1 w 24"/>
                  <a:gd name="T3" fmla="*/ 6 h 142"/>
                  <a:gd name="T4" fmla="*/ 1 w 24"/>
                  <a:gd name="T5" fmla="*/ 13 h 142"/>
                  <a:gd name="T6" fmla="*/ 2 w 24"/>
                  <a:gd name="T7" fmla="*/ 21 h 142"/>
                  <a:gd name="T8" fmla="*/ 3 w 24"/>
                  <a:gd name="T9" fmla="*/ 32 h 142"/>
                  <a:gd name="T10" fmla="*/ 4 w 24"/>
                  <a:gd name="T11" fmla="*/ 23 h 142"/>
                  <a:gd name="T12" fmla="*/ 4 w 24"/>
                  <a:gd name="T13" fmla="*/ 13 h 142"/>
                  <a:gd name="T14" fmla="*/ 4 w 24"/>
                  <a:gd name="T15" fmla="*/ 1 h 142"/>
                  <a:gd name="T16" fmla="*/ 5 w 24"/>
                  <a:gd name="T17" fmla="*/ 1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42">
                    <a:moveTo>
                      <a:pt x="24" y="0"/>
                    </a:moveTo>
                    <a:cubicBezTo>
                      <a:pt x="19" y="10"/>
                      <a:pt x="9" y="16"/>
                      <a:pt x="4" y="26"/>
                    </a:cubicBezTo>
                    <a:cubicBezTo>
                      <a:pt x="0" y="36"/>
                      <a:pt x="0" y="47"/>
                      <a:pt x="5" y="56"/>
                    </a:cubicBezTo>
                    <a:cubicBezTo>
                      <a:pt x="11" y="70"/>
                      <a:pt x="11" y="77"/>
                      <a:pt x="8" y="92"/>
                    </a:cubicBezTo>
                    <a:cubicBezTo>
                      <a:pt x="4" y="111"/>
                      <a:pt x="8" y="125"/>
                      <a:pt x="16" y="142"/>
                    </a:cubicBezTo>
                    <a:cubicBezTo>
                      <a:pt x="7" y="132"/>
                      <a:pt x="12" y="111"/>
                      <a:pt x="17" y="100"/>
                    </a:cubicBezTo>
                    <a:cubicBezTo>
                      <a:pt x="22" y="87"/>
                      <a:pt x="24" y="73"/>
                      <a:pt x="19" y="59"/>
                    </a:cubicBezTo>
                    <a:cubicBezTo>
                      <a:pt x="13" y="45"/>
                      <a:pt x="4" y="14"/>
                      <a:pt x="21" y="5"/>
                    </a:cubicBezTo>
                    <a:cubicBezTo>
                      <a:pt x="21" y="3"/>
                      <a:pt x="22" y="3"/>
                      <a:pt x="23" y="2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6" name="Freeform 172">
                <a:extLst>
                  <a:ext uri="{FF2B5EF4-FFF2-40B4-BE49-F238E27FC236}">
                    <a16:creationId xmlns:a16="http://schemas.microsoft.com/office/drawing/2014/main" id="{160ED7FA-1C65-450D-90CA-FA50D7DE3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545"/>
                <a:ext cx="14" cy="83"/>
              </a:xfrm>
              <a:custGeom>
                <a:avLst/>
                <a:gdLst>
                  <a:gd name="T0" fmla="*/ 1 w 22"/>
                  <a:gd name="T1" fmla="*/ 0 h 134"/>
                  <a:gd name="T2" fmla="*/ 4 w 22"/>
                  <a:gd name="T3" fmla="*/ 7 h 134"/>
                  <a:gd name="T4" fmla="*/ 3 w 22"/>
                  <a:gd name="T5" fmla="*/ 17 h 134"/>
                  <a:gd name="T6" fmla="*/ 2 w 22"/>
                  <a:gd name="T7" fmla="*/ 32 h 134"/>
                  <a:gd name="T8" fmla="*/ 2 w 22"/>
                  <a:gd name="T9" fmla="*/ 24 h 134"/>
                  <a:gd name="T10" fmla="*/ 1 w 22"/>
                  <a:gd name="T11" fmla="*/ 15 h 134"/>
                  <a:gd name="T12" fmla="*/ 3 w 22"/>
                  <a:gd name="T13" fmla="*/ 7 h 134"/>
                  <a:gd name="T14" fmla="*/ 2 w 22"/>
                  <a:gd name="T15" fmla="*/ 1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34">
                    <a:moveTo>
                      <a:pt x="5" y="0"/>
                    </a:moveTo>
                    <a:cubicBezTo>
                      <a:pt x="10" y="11"/>
                      <a:pt x="16" y="19"/>
                      <a:pt x="16" y="32"/>
                    </a:cubicBezTo>
                    <a:cubicBezTo>
                      <a:pt x="16" y="45"/>
                      <a:pt x="12" y="58"/>
                      <a:pt x="10" y="70"/>
                    </a:cubicBezTo>
                    <a:cubicBezTo>
                      <a:pt x="7" y="92"/>
                      <a:pt x="22" y="114"/>
                      <a:pt x="6" y="134"/>
                    </a:cubicBezTo>
                    <a:cubicBezTo>
                      <a:pt x="11" y="124"/>
                      <a:pt x="11" y="111"/>
                      <a:pt x="7" y="101"/>
                    </a:cubicBezTo>
                    <a:cubicBezTo>
                      <a:pt x="1" y="87"/>
                      <a:pt x="0" y="75"/>
                      <a:pt x="5" y="61"/>
                    </a:cubicBezTo>
                    <a:cubicBezTo>
                      <a:pt x="8" y="50"/>
                      <a:pt x="12" y="39"/>
                      <a:pt x="11" y="27"/>
                    </a:cubicBezTo>
                    <a:cubicBezTo>
                      <a:pt x="10" y="19"/>
                      <a:pt x="11" y="8"/>
                      <a:pt x="7" y="2"/>
                    </a:cubicBezTo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7" name="Freeform 173">
                <a:extLst>
                  <a:ext uri="{FF2B5EF4-FFF2-40B4-BE49-F238E27FC236}">
                    <a16:creationId xmlns:a16="http://schemas.microsoft.com/office/drawing/2014/main" id="{323EA8BF-6D38-483A-A5AE-750455ECE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39"/>
                <a:ext cx="261" cy="156"/>
              </a:xfrm>
              <a:custGeom>
                <a:avLst/>
                <a:gdLst>
                  <a:gd name="T0" fmla="*/ 4 w 424"/>
                  <a:gd name="T1" fmla="*/ 42 h 254"/>
                  <a:gd name="T2" fmla="*/ 4 w 424"/>
                  <a:gd name="T3" fmla="*/ 34 h 254"/>
                  <a:gd name="T4" fmla="*/ 13 w 424"/>
                  <a:gd name="T5" fmla="*/ 28 h 254"/>
                  <a:gd name="T6" fmla="*/ 21 w 424"/>
                  <a:gd name="T7" fmla="*/ 23 h 254"/>
                  <a:gd name="T8" fmla="*/ 28 w 424"/>
                  <a:gd name="T9" fmla="*/ 18 h 254"/>
                  <a:gd name="T10" fmla="*/ 39 w 424"/>
                  <a:gd name="T11" fmla="*/ 12 h 254"/>
                  <a:gd name="T12" fmla="*/ 48 w 424"/>
                  <a:gd name="T13" fmla="*/ 4 h 254"/>
                  <a:gd name="T14" fmla="*/ 50 w 424"/>
                  <a:gd name="T15" fmla="*/ 1 h 254"/>
                  <a:gd name="T16" fmla="*/ 54 w 424"/>
                  <a:gd name="T17" fmla="*/ 6 h 254"/>
                  <a:gd name="T18" fmla="*/ 65 w 424"/>
                  <a:gd name="T19" fmla="*/ 15 h 254"/>
                  <a:gd name="T20" fmla="*/ 76 w 424"/>
                  <a:gd name="T21" fmla="*/ 22 h 254"/>
                  <a:gd name="T22" fmla="*/ 87 w 424"/>
                  <a:gd name="T23" fmla="*/ 32 h 254"/>
                  <a:gd name="T24" fmla="*/ 98 w 424"/>
                  <a:gd name="T25" fmla="*/ 42 h 254"/>
                  <a:gd name="T26" fmla="*/ 89 w 424"/>
                  <a:gd name="T27" fmla="*/ 50 h 254"/>
                  <a:gd name="T28" fmla="*/ 18 w 424"/>
                  <a:gd name="T29" fmla="*/ 51 h 254"/>
                  <a:gd name="T30" fmla="*/ 4 w 424"/>
                  <a:gd name="T31" fmla="*/ 42 h 2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4" h="254">
                    <a:moveTo>
                      <a:pt x="19" y="184"/>
                    </a:moveTo>
                    <a:cubicBezTo>
                      <a:pt x="9" y="172"/>
                      <a:pt x="0" y="154"/>
                      <a:pt x="17" y="148"/>
                    </a:cubicBezTo>
                    <a:cubicBezTo>
                      <a:pt x="34" y="143"/>
                      <a:pt x="46" y="130"/>
                      <a:pt x="55" y="120"/>
                    </a:cubicBezTo>
                    <a:cubicBezTo>
                      <a:pt x="64" y="110"/>
                      <a:pt x="76" y="96"/>
                      <a:pt x="89" y="97"/>
                    </a:cubicBezTo>
                    <a:cubicBezTo>
                      <a:pt x="102" y="98"/>
                      <a:pt x="106" y="77"/>
                      <a:pt x="121" y="76"/>
                    </a:cubicBezTo>
                    <a:cubicBezTo>
                      <a:pt x="136" y="75"/>
                      <a:pt x="155" y="62"/>
                      <a:pt x="165" y="50"/>
                    </a:cubicBezTo>
                    <a:cubicBezTo>
                      <a:pt x="175" y="39"/>
                      <a:pt x="204" y="22"/>
                      <a:pt x="204" y="15"/>
                    </a:cubicBezTo>
                    <a:cubicBezTo>
                      <a:pt x="204" y="8"/>
                      <a:pt x="205" y="0"/>
                      <a:pt x="212" y="1"/>
                    </a:cubicBezTo>
                    <a:cubicBezTo>
                      <a:pt x="219" y="3"/>
                      <a:pt x="219" y="14"/>
                      <a:pt x="232" y="23"/>
                    </a:cubicBezTo>
                    <a:cubicBezTo>
                      <a:pt x="246" y="33"/>
                      <a:pt x="265" y="53"/>
                      <a:pt x="278" y="65"/>
                    </a:cubicBezTo>
                    <a:cubicBezTo>
                      <a:pt x="292" y="77"/>
                      <a:pt x="316" y="72"/>
                      <a:pt x="328" y="95"/>
                    </a:cubicBezTo>
                    <a:cubicBezTo>
                      <a:pt x="341" y="118"/>
                      <a:pt x="353" y="123"/>
                      <a:pt x="375" y="137"/>
                    </a:cubicBezTo>
                    <a:cubicBezTo>
                      <a:pt x="397" y="150"/>
                      <a:pt x="424" y="163"/>
                      <a:pt x="421" y="181"/>
                    </a:cubicBezTo>
                    <a:cubicBezTo>
                      <a:pt x="419" y="199"/>
                      <a:pt x="394" y="210"/>
                      <a:pt x="380" y="215"/>
                    </a:cubicBezTo>
                    <a:cubicBezTo>
                      <a:pt x="366" y="220"/>
                      <a:pt x="202" y="254"/>
                      <a:pt x="80" y="220"/>
                    </a:cubicBezTo>
                    <a:cubicBezTo>
                      <a:pt x="43" y="209"/>
                      <a:pt x="19" y="184"/>
                      <a:pt x="19" y="184"/>
                    </a:cubicBezTo>
                    <a:close/>
                  </a:path>
                </a:pathLst>
              </a:cu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8" name="Freeform 174">
                <a:extLst>
                  <a:ext uri="{FF2B5EF4-FFF2-40B4-BE49-F238E27FC236}">
                    <a16:creationId xmlns:a16="http://schemas.microsoft.com/office/drawing/2014/main" id="{ADA96C73-DAB7-4EB1-92B0-C3563095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827"/>
                <a:ext cx="261" cy="68"/>
              </a:xfrm>
              <a:custGeom>
                <a:avLst/>
                <a:gdLst>
                  <a:gd name="T0" fmla="*/ 95 w 423"/>
                  <a:gd name="T1" fmla="*/ 2 h 110"/>
                  <a:gd name="T2" fmla="*/ 89 w 423"/>
                  <a:gd name="T3" fmla="*/ 6 h 110"/>
                  <a:gd name="T4" fmla="*/ 19 w 423"/>
                  <a:gd name="T5" fmla="*/ 7 h 110"/>
                  <a:gd name="T6" fmla="*/ 6 w 423"/>
                  <a:gd name="T7" fmla="*/ 0 h 110"/>
                  <a:gd name="T8" fmla="*/ 4 w 423"/>
                  <a:gd name="T9" fmla="*/ 1 h 110"/>
                  <a:gd name="T10" fmla="*/ 4 w 423"/>
                  <a:gd name="T11" fmla="*/ 9 h 110"/>
                  <a:gd name="T12" fmla="*/ 19 w 423"/>
                  <a:gd name="T13" fmla="*/ 18 h 110"/>
                  <a:gd name="T14" fmla="*/ 89 w 423"/>
                  <a:gd name="T15" fmla="*/ 17 h 110"/>
                  <a:gd name="T16" fmla="*/ 99 w 423"/>
                  <a:gd name="T17" fmla="*/ 9 h 110"/>
                  <a:gd name="T18" fmla="*/ 95 w 423"/>
                  <a:gd name="T19" fmla="*/ 2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3" h="110">
                    <a:moveTo>
                      <a:pt x="405" y="11"/>
                    </a:moveTo>
                    <a:cubicBezTo>
                      <a:pt x="396" y="16"/>
                      <a:pt x="387" y="20"/>
                      <a:pt x="380" y="23"/>
                    </a:cubicBezTo>
                    <a:cubicBezTo>
                      <a:pt x="366" y="28"/>
                      <a:pt x="202" y="62"/>
                      <a:pt x="80" y="28"/>
                    </a:cubicBezTo>
                    <a:cubicBezTo>
                      <a:pt x="56" y="21"/>
                      <a:pt x="38" y="8"/>
                      <a:pt x="28" y="0"/>
                    </a:cubicBezTo>
                    <a:cubicBezTo>
                      <a:pt x="24" y="1"/>
                      <a:pt x="21" y="3"/>
                      <a:pt x="17" y="4"/>
                    </a:cubicBezTo>
                    <a:cubicBezTo>
                      <a:pt x="0" y="10"/>
                      <a:pt x="9" y="28"/>
                      <a:pt x="19" y="40"/>
                    </a:cubicBezTo>
                    <a:cubicBezTo>
                      <a:pt x="19" y="40"/>
                      <a:pt x="43" y="65"/>
                      <a:pt x="80" y="76"/>
                    </a:cubicBezTo>
                    <a:cubicBezTo>
                      <a:pt x="202" y="110"/>
                      <a:pt x="366" y="76"/>
                      <a:pt x="380" y="71"/>
                    </a:cubicBezTo>
                    <a:cubicBezTo>
                      <a:pt x="394" y="66"/>
                      <a:pt x="419" y="55"/>
                      <a:pt x="421" y="37"/>
                    </a:cubicBezTo>
                    <a:cubicBezTo>
                      <a:pt x="423" y="27"/>
                      <a:pt x="415" y="19"/>
                      <a:pt x="405" y="11"/>
                    </a:cubicBezTo>
                    <a:close/>
                  </a:path>
                </a:pathLst>
              </a:custGeom>
              <a:solidFill>
                <a:srgbClr val="305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9" name="Freeform 175">
                <a:extLst>
                  <a:ext uri="{FF2B5EF4-FFF2-40B4-BE49-F238E27FC236}">
                    <a16:creationId xmlns:a16="http://schemas.microsoft.com/office/drawing/2014/main" id="{FB288663-7137-4199-A1FC-B6A7C6330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313"/>
                <a:ext cx="83" cy="170"/>
              </a:xfrm>
              <a:custGeom>
                <a:avLst/>
                <a:gdLst>
                  <a:gd name="T0" fmla="*/ 32 w 134"/>
                  <a:gd name="T1" fmla="*/ 0 h 277"/>
                  <a:gd name="T2" fmla="*/ 27 w 134"/>
                  <a:gd name="T3" fmla="*/ 64 h 277"/>
                  <a:gd name="T4" fmla="*/ 32 w 134"/>
                  <a:gd name="T5" fmla="*/ 0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4" h="277">
                    <a:moveTo>
                      <a:pt x="134" y="0"/>
                    </a:moveTo>
                    <a:cubicBezTo>
                      <a:pt x="134" y="0"/>
                      <a:pt x="10" y="138"/>
                      <a:pt x="111" y="277"/>
                    </a:cubicBezTo>
                    <a:cubicBezTo>
                      <a:pt x="111" y="277"/>
                      <a:pt x="0" y="154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0" name="Freeform 176">
                <a:extLst>
                  <a:ext uri="{FF2B5EF4-FFF2-40B4-BE49-F238E27FC236}">
                    <a16:creationId xmlns:a16="http://schemas.microsoft.com/office/drawing/2014/main" id="{90DE3878-5686-403F-9A72-284134879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930"/>
                <a:ext cx="92" cy="162"/>
              </a:xfrm>
              <a:custGeom>
                <a:avLst/>
                <a:gdLst>
                  <a:gd name="T0" fmla="*/ 34 w 150"/>
                  <a:gd name="T1" fmla="*/ 0 h 264"/>
                  <a:gd name="T2" fmla="*/ 13 w 150"/>
                  <a:gd name="T3" fmla="*/ 61 h 264"/>
                  <a:gd name="T4" fmla="*/ 34 w 150"/>
                  <a:gd name="T5" fmla="*/ 0 h 2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264">
                    <a:moveTo>
                      <a:pt x="150" y="0"/>
                    </a:moveTo>
                    <a:cubicBezTo>
                      <a:pt x="150" y="0"/>
                      <a:pt x="0" y="59"/>
                      <a:pt x="55" y="264"/>
                    </a:cubicBezTo>
                    <a:cubicBezTo>
                      <a:pt x="55" y="264"/>
                      <a:pt x="19" y="66"/>
                      <a:pt x="1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1" name="Freeform 177">
                <a:extLst>
                  <a:ext uri="{FF2B5EF4-FFF2-40B4-BE49-F238E27FC236}">
                    <a16:creationId xmlns:a16="http://schemas.microsoft.com/office/drawing/2014/main" id="{A2A526CC-898F-4399-9048-27FA580EA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714"/>
                <a:ext cx="80" cy="167"/>
              </a:xfrm>
              <a:custGeom>
                <a:avLst/>
                <a:gdLst>
                  <a:gd name="T0" fmla="*/ 30 w 130"/>
                  <a:gd name="T1" fmla="*/ 63 h 271"/>
                  <a:gd name="T2" fmla="*/ 12 w 130"/>
                  <a:gd name="T3" fmla="*/ 0 h 271"/>
                  <a:gd name="T4" fmla="*/ 30 w 130"/>
                  <a:gd name="T5" fmla="*/ 63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271">
                    <a:moveTo>
                      <a:pt x="130" y="271"/>
                    </a:moveTo>
                    <a:cubicBezTo>
                      <a:pt x="130" y="271"/>
                      <a:pt x="0" y="195"/>
                      <a:pt x="54" y="0"/>
                    </a:cubicBezTo>
                    <a:cubicBezTo>
                      <a:pt x="54" y="0"/>
                      <a:pt x="9" y="150"/>
                      <a:pt x="130" y="2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2" name="Freeform 178">
                <a:extLst>
                  <a:ext uri="{FF2B5EF4-FFF2-40B4-BE49-F238E27FC236}">
                    <a16:creationId xmlns:a16="http://schemas.microsoft.com/office/drawing/2014/main" id="{98EF9F44-557E-4A08-8214-97E5DD842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356"/>
                <a:ext cx="71" cy="101"/>
              </a:xfrm>
              <a:custGeom>
                <a:avLst/>
                <a:gdLst>
                  <a:gd name="T0" fmla="*/ 4 w 114"/>
                  <a:gd name="T1" fmla="*/ 0 h 164"/>
                  <a:gd name="T2" fmla="*/ 0 w 114"/>
                  <a:gd name="T3" fmla="*/ 38 h 164"/>
                  <a:gd name="T4" fmla="*/ 4 w 114"/>
                  <a:gd name="T5" fmla="*/ 0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164">
                    <a:moveTo>
                      <a:pt x="14" y="0"/>
                    </a:moveTo>
                    <a:cubicBezTo>
                      <a:pt x="14" y="0"/>
                      <a:pt x="100" y="78"/>
                      <a:pt x="0" y="164"/>
                    </a:cubicBezTo>
                    <a:cubicBezTo>
                      <a:pt x="0" y="164"/>
                      <a:pt x="114" y="92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3" name="Freeform 179">
                <a:extLst>
                  <a:ext uri="{FF2B5EF4-FFF2-40B4-BE49-F238E27FC236}">
                    <a16:creationId xmlns:a16="http://schemas.microsoft.com/office/drawing/2014/main" id="{5B98D89B-ADA3-4084-9A1E-2A84EA8A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142"/>
                <a:ext cx="359" cy="68"/>
              </a:xfrm>
              <a:custGeom>
                <a:avLst/>
                <a:gdLst>
                  <a:gd name="T0" fmla="*/ 107 w 582"/>
                  <a:gd name="T1" fmla="*/ 5 h 111"/>
                  <a:gd name="T2" fmla="*/ 54 w 582"/>
                  <a:gd name="T3" fmla="*/ 1 h 111"/>
                  <a:gd name="T4" fmla="*/ 0 w 582"/>
                  <a:gd name="T5" fmla="*/ 13 h 111"/>
                  <a:gd name="T6" fmla="*/ 1 w 582"/>
                  <a:gd name="T7" fmla="*/ 13 h 111"/>
                  <a:gd name="T8" fmla="*/ 6 w 582"/>
                  <a:gd name="T9" fmla="*/ 16 h 111"/>
                  <a:gd name="T10" fmla="*/ 41 w 582"/>
                  <a:gd name="T11" fmla="*/ 18 h 111"/>
                  <a:gd name="T12" fmla="*/ 62 w 582"/>
                  <a:gd name="T13" fmla="*/ 19 h 111"/>
                  <a:gd name="T14" fmla="*/ 83 w 582"/>
                  <a:gd name="T15" fmla="*/ 22 h 111"/>
                  <a:gd name="T16" fmla="*/ 136 w 582"/>
                  <a:gd name="T17" fmla="*/ 12 h 111"/>
                  <a:gd name="T18" fmla="*/ 136 w 582"/>
                  <a:gd name="T19" fmla="*/ 10 h 111"/>
                  <a:gd name="T20" fmla="*/ 107 w 582"/>
                  <a:gd name="T21" fmla="*/ 5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2" h="111">
                    <a:moveTo>
                      <a:pt x="454" y="21"/>
                    </a:moveTo>
                    <a:cubicBezTo>
                      <a:pt x="378" y="19"/>
                      <a:pt x="304" y="8"/>
                      <a:pt x="229" y="5"/>
                    </a:cubicBezTo>
                    <a:cubicBezTo>
                      <a:pt x="132" y="0"/>
                      <a:pt x="73" y="4"/>
                      <a:pt x="0" y="55"/>
                    </a:cubicBezTo>
                    <a:cubicBezTo>
                      <a:pt x="1" y="56"/>
                      <a:pt x="1" y="56"/>
                      <a:pt x="1" y="57"/>
                    </a:cubicBezTo>
                    <a:cubicBezTo>
                      <a:pt x="8" y="62"/>
                      <a:pt x="16" y="66"/>
                      <a:pt x="25" y="70"/>
                    </a:cubicBezTo>
                    <a:cubicBezTo>
                      <a:pt x="71" y="88"/>
                      <a:pt x="127" y="84"/>
                      <a:pt x="176" y="80"/>
                    </a:cubicBezTo>
                    <a:cubicBezTo>
                      <a:pt x="206" y="78"/>
                      <a:pt x="236" y="78"/>
                      <a:pt x="266" y="81"/>
                    </a:cubicBezTo>
                    <a:cubicBezTo>
                      <a:pt x="296" y="84"/>
                      <a:pt x="325" y="94"/>
                      <a:pt x="355" y="97"/>
                    </a:cubicBezTo>
                    <a:cubicBezTo>
                      <a:pt x="421" y="102"/>
                      <a:pt x="532" y="111"/>
                      <a:pt x="577" y="51"/>
                    </a:cubicBezTo>
                    <a:cubicBezTo>
                      <a:pt x="579" y="49"/>
                      <a:pt x="580" y="47"/>
                      <a:pt x="582" y="44"/>
                    </a:cubicBezTo>
                    <a:cubicBezTo>
                      <a:pt x="547" y="26"/>
                      <a:pt x="498" y="22"/>
                      <a:pt x="454" y="21"/>
                    </a:cubicBezTo>
                    <a:close/>
                  </a:path>
                </a:pathLst>
              </a:cu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4" name="Freeform 180">
                <a:extLst>
                  <a:ext uri="{FF2B5EF4-FFF2-40B4-BE49-F238E27FC236}">
                    <a16:creationId xmlns:a16="http://schemas.microsoft.com/office/drawing/2014/main" id="{7D7A77ED-6DBE-4C27-9954-0CD4B8E7F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153"/>
                <a:ext cx="186" cy="308"/>
              </a:xfrm>
              <a:custGeom>
                <a:avLst/>
                <a:gdLst>
                  <a:gd name="T0" fmla="*/ 1 w 303"/>
                  <a:gd name="T1" fmla="*/ 1 h 499"/>
                  <a:gd name="T2" fmla="*/ 37 w 303"/>
                  <a:gd name="T3" fmla="*/ 55 h 499"/>
                  <a:gd name="T4" fmla="*/ 52 w 303"/>
                  <a:gd name="T5" fmla="*/ 117 h 499"/>
                  <a:gd name="T6" fmla="*/ 52 w 303"/>
                  <a:gd name="T7" fmla="*/ 117 h 499"/>
                  <a:gd name="T8" fmla="*/ 37 w 303"/>
                  <a:gd name="T9" fmla="*/ 57 h 499"/>
                  <a:gd name="T10" fmla="*/ 0 w 303"/>
                  <a:gd name="T11" fmla="*/ 0 h 499"/>
                  <a:gd name="T12" fmla="*/ 1 w 303"/>
                  <a:gd name="T13" fmla="*/ 1 h 4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3" h="499">
                    <a:moveTo>
                      <a:pt x="1" y="4"/>
                    </a:moveTo>
                    <a:cubicBezTo>
                      <a:pt x="1" y="4"/>
                      <a:pt x="79" y="150"/>
                      <a:pt x="163" y="234"/>
                    </a:cubicBezTo>
                    <a:cubicBezTo>
                      <a:pt x="271" y="341"/>
                      <a:pt x="301" y="416"/>
                      <a:pt x="226" y="498"/>
                    </a:cubicBezTo>
                    <a:cubicBezTo>
                      <a:pt x="227" y="499"/>
                      <a:pt x="227" y="499"/>
                      <a:pt x="227" y="499"/>
                    </a:cubicBezTo>
                    <a:cubicBezTo>
                      <a:pt x="303" y="393"/>
                      <a:pt x="246" y="323"/>
                      <a:pt x="160" y="241"/>
                    </a:cubicBezTo>
                    <a:cubicBezTo>
                      <a:pt x="73" y="158"/>
                      <a:pt x="0" y="0"/>
                      <a:pt x="0" y="0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5" name="Oval 181">
                <a:extLst>
                  <a:ext uri="{FF2B5EF4-FFF2-40B4-BE49-F238E27FC236}">
                    <a16:creationId xmlns:a16="http://schemas.microsoft.com/office/drawing/2014/main" id="{746CAD3A-EA0E-40BF-9982-76379F143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631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66" name="Oval 182">
                <a:extLst>
                  <a:ext uri="{FF2B5EF4-FFF2-40B4-BE49-F238E27FC236}">
                    <a16:creationId xmlns:a16="http://schemas.microsoft.com/office/drawing/2014/main" id="{46D4233D-9A51-452A-9767-4592C32C4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25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67" name="Oval 183">
                <a:extLst>
                  <a:ext uri="{FF2B5EF4-FFF2-40B4-BE49-F238E27FC236}">
                    <a16:creationId xmlns:a16="http://schemas.microsoft.com/office/drawing/2014/main" id="{9B7AC9B0-A2F1-4D31-BB8A-11CBC4759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636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68" name="Oval 184">
                <a:extLst>
                  <a:ext uri="{FF2B5EF4-FFF2-40B4-BE49-F238E27FC236}">
                    <a16:creationId xmlns:a16="http://schemas.microsoft.com/office/drawing/2014/main" id="{F7E0EE55-43EC-461C-B6F9-C4545C7DE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39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69" name="Oval 185">
                <a:extLst>
                  <a:ext uri="{FF2B5EF4-FFF2-40B4-BE49-F238E27FC236}">
                    <a16:creationId xmlns:a16="http://schemas.microsoft.com/office/drawing/2014/main" id="{E7FFA7AA-E6D9-47E8-B533-BDB0A0DA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646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0" name="Oval 186">
                <a:extLst>
                  <a:ext uri="{FF2B5EF4-FFF2-40B4-BE49-F238E27FC236}">
                    <a16:creationId xmlns:a16="http://schemas.microsoft.com/office/drawing/2014/main" id="{5B409318-69FF-4E8E-9DA8-35653BB85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5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1" name="Oval 187">
                <a:extLst>
                  <a:ext uri="{FF2B5EF4-FFF2-40B4-BE49-F238E27FC236}">
                    <a16:creationId xmlns:a16="http://schemas.microsoft.com/office/drawing/2014/main" id="{1974CFF2-7EAA-47BC-A7A3-C8AD67878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65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2" name="Oval 188">
                <a:extLst>
                  <a:ext uri="{FF2B5EF4-FFF2-40B4-BE49-F238E27FC236}">
                    <a16:creationId xmlns:a16="http://schemas.microsoft.com/office/drawing/2014/main" id="{E5B5D248-921E-4B83-8CAB-D5A7534DE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62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3" name="Oval 189">
                <a:extLst>
                  <a:ext uri="{FF2B5EF4-FFF2-40B4-BE49-F238E27FC236}">
                    <a16:creationId xmlns:a16="http://schemas.microsoft.com/office/drawing/2014/main" id="{5DC5CF13-064F-4064-87B0-67A7B74FA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665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4" name="Oval 190">
                <a:extLst>
                  <a:ext uri="{FF2B5EF4-FFF2-40B4-BE49-F238E27FC236}">
                    <a16:creationId xmlns:a16="http://schemas.microsoft.com/office/drawing/2014/main" id="{5018024C-F19E-4914-8DC9-9D7F0E3D2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679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5" name="Oval 191">
                <a:extLst>
                  <a:ext uri="{FF2B5EF4-FFF2-40B4-BE49-F238E27FC236}">
                    <a16:creationId xmlns:a16="http://schemas.microsoft.com/office/drawing/2014/main" id="{3B818C74-FE0A-49E1-998B-2B71DBE36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606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6" name="Oval 192">
                <a:extLst>
                  <a:ext uri="{FF2B5EF4-FFF2-40B4-BE49-F238E27FC236}">
                    <a16:creationId xmlns:a16="http://schemas.microsoft.com/office/drawing/2014/main" id="{B6C17774-E35D-4121-A4C0-5A0306093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0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7" name="Oval 193">
                <a:extLst>
                  <a:ext uri="{FF2B5EF4-FFF2-40B4-BE49-F238E27FC236}">
                    <a16:creationId xmlns:a16="http://schemas.microsoft.com/office/drawing/2014/main" id="{B0F60FE7-B6FE-4064-A22F-6379BBDDC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610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8" name="Oval 194">
                <a:extLst>
                  <a:ext uri="{FF2B5EF4-FFF2-40B4-BE49-F238E27FC236}">
                    <a16:creationId xmlns:a16="http://schemas.microsoft.com/office/drawing/2014/main" id="{B479B786-5DB7-4130-BF87-213DC7EB6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61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79" name="Oval 195">
                <a:extLst>
                  <a:ext uri="{FF2B5EF4-FFF2-40B4-BE49-F238E27FC236}">
                    <a16:creationId xmlns:a16="http://schemas.microsoft.com/office/drawing/2014/main" id="{EF64EFC7-0491-44FA-9BFE-6A1A70D7D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593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0" name="Oval 196">
                <a:extLst>
                  <a:ext uri="{FF2B5EF4-FFF2-40B4-BE49-F238E27FC236}">
                    <a16:creationId xmlns:a16="http://schemas.microsoft.com/office/drawing/2014/main" id="{14CD94E4-4F23-4311-B147-0735BCED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585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1" name="Oval 197">
                <a:extLst>
                  <a:ext uri="{FF2B5EF4-FFF2-40B4-BE49-F238E27FC236}">
                    <a16:creationId xmlns:a16="http://schemas.microsoft.com/office/drawing/2014/main" id="{B817C2B5-2835-40AF-B8D1-9B7579FA9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578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2" name="Oval 198">
                <a:extLst>
                  <a:ext uri="{FF2B5EF4-FFF2-40B4-BE49-F238E27FC236}">
                    <a16:creationId xmlns:a16="http://schemas.microsoft.com/office/drawing/2014/main" id="{B3ED7B77-1400-4908-A140-959E5DDF43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570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3" name="Oval 199">
                <a:extLst>
                  <a:ext uri="{FF2B5EF4-FFF2-40B4-BE49-F238E27FC236}">
                    <a16:creationId xmlns:a16="http://schemas.microsoft.com/office/drawing/2014/main" id="{86F3ABAB-7187-465A-B3B2-B80DCDC19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1564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4" name="Oval 200">
                <a:extLst>
                  <a:ext uri="{FF2B5EF4-FFF2-40B4-BE49-F238E27FC236}">
                    <a16:creationId xmlns:a16="http://schemas.microsoft.com/office/drawing/2014/main" id="{BFEBD2AC-B515-4016-BD90-4FCB1CE796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155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5" name="Oval 201">
                <a:extLst>
                  <a:ext uri="{FF2B5EF4-FFF2-40B4-BE49-F238E27FC236}">
                    <a16:creationId xmlns:a16="http://schemas.microsoft.com/office/drawing/2014/main" id="{0CACA1B2-DD49-45DF-9C9E-B13555681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538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6" name="Oval 202">
                <a:extLst>
                  <a:ext uri="{FF2B5EF4-FFF2-40B4-BE49-F238E27FC236}">
                    <a16:creationId xmlns:a16="http://schemas.microsoft.com/office/drawing/2014/main" id="{1E0B001E-32A4-4607-9DBE-DBDB8C43E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527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7" name="Oval 203">
                <a:extLst>
                  <a:ext uri="{FF2B5EF4-FFF2-40B4-BE49-F238E27FC236}">
                    <a16:creationId xmlns:a16="http://schemas.microsoft.com/office/drawing/2014/main" id="{0E2B4C48-EB02-44A8-B818-466584AEA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517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8" name="Oval 204">
                <a:extLst>
                  <a:ext uri="{FF2B5EF4-FFF2-40B4-BE49-F238E27FC236}">
                    <a16:creationId xmlns:a16="http://schemas.microsoft.com/office/drawing/2014/main" id="{7D7CB998-F5AA-4435-81B1-E2A9D01CA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520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89" name="Oval 205">
                <a:extLst>
                  <a:ext uri="{FF2B5EF4-FFF2-40B4-BE49-F238E27FC236}">
                    <a16:creationId xmlns:a16="http://schemas.microsoft.com/office/drawing/2014/main" id="{DDE9FFAD-8EC7-4C2E-8684-EB0B434A2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532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0" name="Oval 206">
                <a:extLst>
                  <a:ext uri="{FF2B5EF4-FFF2-40B4-BE49-F238E27FC236}">
                    <a16:creationId xmlns:a16="http://schemas.microsoft.com/office/drawing/2014/main" id="{0586DFF0-DF92-4CD8-80FC-392016119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1511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1" name="Oval 207">
                <a:extLst>
                  <a:ext uri="{FF2B5EF4-FFF2-40B4-BE49-F238E27FC236}">
                    <a16:creationId xmlns:a16="http://schemas.microsoft.com/office/drawing/2014/main" id="{73242F6D-5D9D-4F59-8462-16303E198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1508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2" name="Oval 208">
                <a:extLst>
                  <a:ext uri="{FF2B5EF4-FFF2-40B4-BE49-F238E27FC236}">
                    <a16:creationId xmlns:a16="http://schemas.microsoft.com/office/drawing/2014/main" id="{54BE9CF1-B59A-41F8-9EE8-D225FEB96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2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3" name="Oval 209">
                <a:extLst>
                  <a:ext uri="{FF2B5EF4-FFF2-40B4-BE49-F238E27FC236}">
                    <a16:creationId xmlns:a16="http://schemas.microsoft.com/office/drawing/2014/main" id="{9CFB3F4E-A8E0-4CA0-A82C-A255E2F92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1511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4" name="Oval 210">
                <a:extLst>
                  <a:ext uri="{FF2B5EF4-FFF2-40B4-BE49-F238E27FC236}">
                    <a16:creationId xmlns:a16="http://schemas.microsoft.com/office/drawing/2014/main" id="{991136BA-CC43-4FF9-AB5F-1326672FF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50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5" name="Oval 211">
                <a:extLst>
                  <a:ext uri="{FF2B5EF4-FFF2-40B4-BE49-F238E27FC236}">
                    <a16:creationId xmlns:a16="http://schemas.microsoft.com/office/drawing/2014/main" id="{7F2EEADC-912F-4614-BDE9-995787040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19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6" name="Oval 212">
                <a:extLst>
                  <a:ext uri="{FF2B5EF4-FFF2-40B4-BE49-F238E27FC236}">
                    <a16:creationId xmlns:a16="http://schemas.microsoft.com/office/drawing/2014/main" id="{9D449F1C-6513-4806-8C55-003FFFEE8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511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7" name="Oval 213">
                <a:extLst>
                  <a:ext uri="{FF2B5EF4-FFF2-40B4-BE49-F238E27FC236}">
                    <a16:creationId xmlns:a16="http://schemas.microsoft.com/office/drawing/2014/main" id="{0B49A29B-4D96-44C0-9BB8-85F7BDE55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5" y="1532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8" name="Oval 214">
                <a:extLst>
                  <a:ext uri="{FF2B5EF4-FFF2-40B4-BE49-F238E27FC236}">
                    <a16:creationId xmlns:a16="http://schemas.microsoft.com/office/drawing/2014/main" id="{6BC11FD5-C4DB-40E2-883A-4FF6A7B7B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531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099" name="Oval 215">
                <a:extLst>
                  <a:ext uri="{FF2B5EF4-FFF2-40B4-BE49-F238E27FC236}">
                    <a16:creationId xmlns:a16="http://schemas.microsoft.com/office/drawing/2014/main" id="{E1A3D96C-C7F8-4E85-ABC0-6C4183800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27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0" name="Oval 216">
                <a:extLst>
                  <a:ext uri="{FF2B5EF4-FFF2-40B4-BE49-F238E27FC236}">
                    <a16:creationId xmlns:a16="http://schemas.microsoft.com/office/drawing/2014/main" id="{BA2D3BA3-C84A-4AD5-BE13-F2E62F888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522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1" name="Rectangle 217">
                <a:extLst>
                  <a:ext uri="{FF2B5EF4-FFF2-40B4-BE49-F238E27FC236}">
                    <a16:creationId xmlns:a16="http://schemas.microsoft.com/office/drawing/2014/main" id="{11F02B97-F740-4848-8CD9-482EF072A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512"/>
                <a:ext cx="1" cy="1"/>
              </a:xfrm>
              <a:prstGeom prst="rect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2" name="Oval 218">
                <a:extLst>
                  <a:ext uri="{FF2B5EF4-FFF2-40B4-BE49-F238E27FC236}">
                    <a16:creationId xmlns:a16="http://schemas.microsoft.com/office/drawing/2014/main" id="{1980CB4D-F500-4D94-99F2-FE3C70D23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49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3" name="Oval 219">
                <a:extLst>
                  <a:ext uri="{FF2B5EF4-FFF2-40B4-BE49-F238E27FC236}">
                    <a16:creationId xmlns:a16="http://schemas.microsoft.com/office/drawing/2014/main" id="{D80E44AB-3F6A-4291-B00D-0A79FA968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485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4" name="Oval 220">
                <a:extLst>
                  <a:ext uri="{FF2B5EF4-FFF2-40B4-BE49-F238E27FC236}">
                    <a16:creationId xmlns:a16="http://schemas.microsoft.com/office/drawing/2014/main" id="{F1458963-7260-4959-B771-4AB4A0788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479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5" name="Oval 221">
                <a:extLst>
                  <a:ext uri="{FF2B5EF4-FFF2-40B4-BE49-F238E27FC236}">
                    <a16:creationId xmlns:a16="http://schemas.microsoft.com/office/drawing/2014/main" id="{566A161B-6EDD-46E9-895C-BDF33CFEE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47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6" name="Oval 222">
                <a:extLst>
                  <a:ext uri="{FF2B5EF4-FFF2-40B4-BE49-F238E27FC236}">
                    <a16:creationId xmlns:a16="http://schemas.microsoft.com/office/drawing/2014/main" id="{C525EBDC-D042-4776-A087-0C78D8ADE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455"/>
                <a:ext cx="5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7" name="Oval 223">
                <a:extLst>
                  <a:ext uri="{FF2B5EF4-FFF2-40B4-BE49-F238E27FC236}">
                    <a16:creationId xmlns:a16="http://schemas.microsoft.com/office/drawing/2014/main" id="{491DA854-0EC3-4A97-B94E-ADFCB7E8B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45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8" name="Oval 224">
                <a:extLst>
                  <a:ext uri="{FF2B5EF4-FFF2-40B4-BE49-F238E27FC236}">
                    <a16:creationId xmlns:a16="http://schemas.microsoft.com/office/drawing/2014/main" id="{32F8F22C-6932-483A-9B2B-4961A56A7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44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09" name="Oval 225">
                <a:extLst>
                  <a:ext uri="{FF2B5EF4-FFF2-40B4-BE49-F238E27FC236}">
                    <a16:creationId xmlns:a16="http://schemas.microsoft.com/office/drawing/2014/main" id="{70526041-C1FF-4DE3-B52E-B80CCEE71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1500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0" name="Oval 226">
                <a:extLst>
                  <a:ext uri="{FF2B5EF4-FFF2-40B4-BE49-F238E27FC236}">
                    <a16:creationId xmlns:a16="http://schemas.microsoft.com/office/drawing/2014/main" id="{AA99276E-C205-4E05-B507-961F51E9C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48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1" name="Oval 227">
                <a:extLst>
                  <a:ext uri="{FF2B5EF4-FFF2-40B4-BE49-F238E27FC236}">
                    <a16:creationId xmlns:a16="http://schemas.microsoft.com/office/drawing/2014/main" id="{C2E58EF3-9310-48B2-AC98-365D8C579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474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2" name="Oval 228">
                <a:extLst>
                  <a:ext uri="{FF2B5EF4-FFF2-40B4-BE49-F238E27FC236}">
                    <a16:creationId xmlns:a16="http://schemas.microsoft.com/office/drawing/2014/main" id="{A6ED4322-4DFF-41A7-AF86-CD32C2D5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147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3" name="Oval 229">
                <a:extLst>
                  <a:ext uri="{FF2B5EF4-FFF2-40B4-BE49-F238E27FC236}">
                    <a16:creationId xmlns:a16="http://schemas.microsoft.com/office/drawing/2014/main" id="{3A749AE8-6C4F-491E-9662-84BBE6478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465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4" name="Oval 230">
                <a:extLst>
                  <a:ext uri="{FF2B5EF4-FFF2-40B4-BE49-F238E27FC236}">
                    <a16:creationId xmlns:a16="http://schemas.microsoft.com/office/drawing/2014/main" id="{899A5C6E-7D67-41C5-93DA-1A2ADB203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47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5" name="Oval 231">
                <a:extLst>
                  <a:ext uri="{FF2B5EF4-FFF2-40B4-BE49-F238E27FC236}">
                    <a16:creationId xmlns:a16="http://schemas.microsoft.com/office/drawing/2014/main" id="{600E0646-6DA5-4822-A77A-82FC2FD6D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148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6" name="Oval 232">
                <a:extLst>
                  <a:ext uri="{FF2B5EF4-FFF2-40B4-BE49-F238E27FC236}">
                    <a16:creationId xmlns:a16="http://schemas.microsoft.com/office/drawing/2014/main" id="{2BCD3C6B-295A-4AC6-BA61-E57AB80AC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444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7" name="Oval 233">
                <a:extLst>
                  <a:ext uri="{FF2B5EF4-FFF2-40B4-BE49-F238E27FC236}">
                    <a16:creationId xmlns:a16="http://schemas.microsoft.com/office/drawing/2014/main" id="{AFEE5A87-E701-4E33-88A6-EC7CFAE68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459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8" name="Oval 234">
                <a:extLst>
                  <a:ext uri="{FF2B5EF4-FFF2-40B4-BE49-F238E27FC236}">
                    <a16:creationId xmlns:a16="http://schemas.microsoft.com/office/drawing/2014/main" id="{026B04F8-E0A0-4A5A-9407-4DBEFEFE4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0" y="1451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19" name="Oval 235">
                <a:extLst>
                  <a:ext uri="{FF2B5EF4-FFF2-40B4-BE49-F238E27FC236}">
                    <a16:creationId xmlns:a16="http://schemas.microsoft.com/office/drawing/2014/main" id="{48525CE4-9CA4-4C25-94F8-D6FFBE559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467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0" name="Oval 236">
                <a:extLst>
                  <a:ext uri="{FF2B5EF4-FFF2-40B4-BE49-F238E27FC236}">
                    <a16:creationId xmlns:a16="http://schemas.microsoft.com/office/drawing/2014/main" id="{4736D0C9-5345-4258-BD5F-56D69942A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466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1" name="Oval 237">
                <a:extLst>
                  <a:ext uri="{FF2B5EF4-FFF2-40B4-BE49-F238E27FC236}">
                    <a16:creationId xmlns:a16="http://schemas.microsoft.com/office/drawing/2014/main" id="{2CBA9D2C-ECB8-4C6A-B030-5FE3BC63D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475"/>
                <a:ext cx="3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2" name="Oval 238">
                <a:extLst>
                  <a:ext uri="{FF2B5EF4-FFF2-40B4-BE49-F238E27FC236}">
                    <a16:creationId xmlns:a16="http://schemas.microsoft.com/office/drawing/2014/main" id="{BB413312-1988-40AF-B69B-CE2898871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47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3" name="Oval 239">
                <a:extLst>
                  <a:ext uri="{FF2B5EF4-FFF2-40B4-BE49-F238E27FC236}">
                    <a16:creationId xmlns:a16="http://schemas.microsoft.com/office/drawing/2014/main" id="{AA50F0B5-1425-4394-818F-C0BA0F705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485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4" name="Oval 240">
                <a:extLst>
                  <a:ext uri="{FF2B5EF4-FFF2-40B4-BE49-F238E27FC236}">
                    <a16:creationId xmlns:a16="http://schemas.microsoft.com/office/drawing/2014/main" id="{D460B051-7262-428F-846D-0A28A39F1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485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5" name="Oval 241">
                <a:extLst>
                  <a:ext uri="{FF2B5EF4-FFF2-40B4-BE49-F238E27FC236}">
                    <a16:creationId xmlns:a16="http://schemas.microsoft.com/office/drawing/2014/main" id="{A53AB494-5F46-4464-BFC2-81806CFA9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496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6" name="Oval 242">
                <a:extLst>
                  <a:ext uri="{FF2B5EF4-FFF2-40B4-BE49-F238E27FC236}">
                    <a16:creationId xmlns:a16="http://schemas.microsoft.com/office/drawing/2014/main" id="{58951E95-2DE5-4129-8FF9-FD70C10C7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59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7" name="Oval 243">
                <a:extLst>
                  <a:ext uri="{FF2B5EF4-FFF2-40B4-BE49-F238E27FC236}">
                    <a16:creationId xmlns:a16="http://schemas.microsoft.com/office/drawing/2014/main" id="{6E5F71C7-D0E3-4E2E-B809-86625B801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159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8" name="Oval 244">
                <a:extLst>
                  <a:ext uri="{FF2B5EF4-FFF2-40B4-BE49-F238E27FC236}">
                    <a16:creationId xmlns:a16="http://schemas.microsoft.com/office/drawing/2014/main" id="{70D198F5-F2B7-413F-A51E-3A2AEC99A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597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9" name="Oval 245">
                <a:extLst>
                  <a:ext uri="{FF2B5EF4-FFF2-40B4-BE49-F238E27FC236}">
                    <a16:creationId xmlns:a16="http://schemas.microsoft.com/office/drawing/2014/main" id="{F5405CA1-FAFE-4CCD-9A84-1888962D4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610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0" name="Oval 246">
                <a:extLst>
                  <a:ext uri="{FF2B5EF4-FFF2-40B4-BE49-F238E27FC236}">
                    <a16:creationId xmlns:a16="http://schemas.microsoft.com/office/drawing/2014/main" id="{6BFA4154-70CE-46EB-912F-C0440202D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17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1" name="Oval 247">
                <a:extLst>
                  <a:ext uri="{FF2B5EF4-FFF2-40B4-BE49-F238E27FC236}">
                    <a16:creationId xmlns:a16="http://schemas.microsoft.com/office/drawing/2014/main" id="{22A46709-331E-4F73-97BB-1B1CF5098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62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2" name="Oval 248">
                <a:extLst>
                  <a:ext uri="{FF2B5EF4-FFF2-40B4-BE49-F238E27FC236}">
                    <a16:creationId xmlns:a16="http://schemas.microsoft.com/office/drawing/2014/main" id="{39119EC4-E255-453E-8FEF-45E1661C8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630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3" name="Oval 249">
                <a:extLst>
                  <a:ext uri="{FF2B5EF4-FFF2-40B4-BE49-F238E27FC236}">
                    <a16:creationId xmlns:a16="http://schemas.microsoft.com/office/drawing/2014/main" id="{E4C588DA-5451-451B-957D-1D146AD66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596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4" name="Oval 250">
                <a:extLst>
                  <a:ext uri="{FF2B5EF4-FFF2-40B4-BE49-F238E27FC236}">
                    <a16:creationId xmlns:a16="http://schemas.microsoft.com/office/drawing/2014/main" id="{FC558669-7550-4204-A2E8-F79A1332B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620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5" name="Oval 251">
                <a:extLst>
                  <a:ext uri="{FF2B5EF4-FFF2-40B4-BE49-F238E27FC236}">
                    <a16:creationId xmlns:a16="http://schemas.microsoft.com/office/drawing/2014/main" id="{CF1787D4-4586-4B0A-B175-7B29ED079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63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6" name="Oval 252">
                <a:extLst>
                  <a:ext uri="{FF2B5EF4-FFF2-40B4-BE49-F238E27FC236}">
                    <a16:creationId xmlns:a16="http://schemas.microsoft.com/office/drawing/2014/main" id="{DB1AB00F-AEE4-43DD-B286-E229AA469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686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7" name="Oval 253">
                <a:extLst>
                  <a:ext uri="{FF2B5EF4-FFF2-40B4-BE49-F238E27FC236}">
                    <a16:creationId xmlns:a16="http://schemas.microsoft.com/office/drawing/2014/main" id="{C75D86FD-54C6-4E88-87A6-80A6D3EB4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703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8" name="Oval 254">
                <a:extLst>
                  <a:ext uri="{FF2B5EF4-FFF2-40B4-BE49-F238E27FC236}">
                    <a16:creationId xmlns:a16="http://schemas.microsoft.com/office/drawing/2014/main" id="{413D73C7-EB42-4B0F-B426-848E647D9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70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9" name="Oval 255">
                <a:extLst>
                  <a:ext uri="{FF2B5EF4-FFF2-40B4-BE49-F238E27FC236}">
                    <a16:creationId xmlns:a16="http://schemas.microsoft.com/office/drawing/2014/main" id="{262757A4-077B-4BD1-ACBA-2005961FB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72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0" name="Oval 256">
                <a:extLst>
                  <a:ext uri="{FF2B5EF4-FFF2-40B4-BE49-F238E27FC236}">
                    <a16:creationId xmlns:a16="http://schemas.microsoft.com/office/drawing/2014/main" id="{C8652F86-F698-44B2-B84B-A7C67FA27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736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1" name="Oval 257">
                <a:extLst>
                  <a:ext uri="{FF2B5EF4-FFF2-40B4-BE49-F238E27FC236}">
                    <a16:creationId xmlns:a16="http://schemas.microsoft.com/office/drawing/2014/main" id="{78047CD7-8323-4F5A-A3A2-B3FAF890A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758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2" name="Oval 258">
                <a:extLst>
                  <a:ext uri="{FF2B5EF4-FFF2-40B4-BE49-F238E27FC236}">
                    <a16:creationId xmlns:a16="http://schemas.microsoft.com/office/drawing/2014/main" id="{C1E4B5BF-0ED7-491A-B81B-A77820123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752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3" name="Oval 259">
                <a:extLst>
                  <a:ext uri="{FF2B5EF4-FFF2-40B4-BE49-F238E27FC236}">
                    <a16:creationId xmlns:a16="http://schemas.microsoft.com/office/drawing/2014/main" id="{7C47485A-C51C-472A-902C-BCB18DF06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747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4" name="Oval 260">
                <a:extLst>
                  <a:ext uri="{FF2B5EF4-FFF2-40B4-BE49-F238E27FC236}">
                    <a16:creationId xmlns:a16="http://schemas.microsoft.com/office/drawing/2014/main" id="{2ABC6DDE-71B8-40B7-AD09-0A3F6E100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752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5" name="Oval 261">
                <a:extLst>
                  <a:ext uri="{FF2B5EF4-FFF2-40B4-BE49-F238E27FC236}">
                    <a16:creationId xmlns:a16="http://schemas.microsoft.com/office/drawing/2014/main" id="{15D384AD-B0B7-4E0B-AD1C-C4A14AAFF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58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6" name="Oval 262">
                <a:extLst>
                  <a:ext uri="{FF2B5EF4-FFF2-40B4-BE49-F238E27FC236}">
                    <a16:creationId xmlns:a16="http://schemas.microsoft.com/office/drawing/2014/main" id="{A580AFB0-35D4-4077-8C6C-CE55ED482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1770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7" name="Oval 263">
                <a:extLst>
                  <a:ext uri="{FF2B5EF4-FFF2-40B4-BE49-F238E27FC236}">
                    <a16:creationId xmlns:a16="http://schemas.microsoft.com/office/drawing/2014/main" id="{689BA3BF-D050-485B-A5ED-24CF64CC5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74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8" name="Oval 264">
                <a:extLst>
                  <a:ext uri="{FF2B5EF4-FFF2-40B4-BE49-F238E27FC236}">
                    <a16:creationId xmlns:a16="http://schemas.microsoft.com/office/drawing/2014/main" id="{63F9004C-D449-4823-AE0C-8B31078DC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1745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9" name="Oval 265">
                <a:extLst>
                  <a:ext uri="{FF2B5EF4-FFF2-40B4-BE49-F238E27FC236}">
                    <a16:creationId xmlns:a16="http://schemas.microsoft.com/office/drawing/2014/main" id="{BBE34787-0032-4787-8515-FD7921C64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1753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0" name="Oval 266">
                <a:extLst>
                  <a:ext uri="{FF2B5EF4-FFF2-40B4-BE49-F238E27FC236}">
                    <a16:creationId xmlns:a16="http://schemas.microsoft.com/office/drawing/2014/main" id="{B6926382-9E53-4082-BC61-115B24215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752"/>
                <a:ext cx="4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1" name="Oval 267">
                <a:extLst>
                  <a:ext uri="{FF2B5EF4-FFF2-40B4-BE49-F238E27FC236}">
                    <a16:creationId xmlns:a16="http://schemas.microsoft.com/office/drawing/2014/main" id="{274FC202-89B4-4ABD-809D-D07E24D08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1754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2" name="Oval 268">
                <a:extLst>
                  <a:ext uri="{FF2B5EF4-FFF2-40B4-BE49-F238E27FC236}">
                    <a16:creationId xmlns:a16="http://schemas.microsoft.com/office/drawing/2014/main" id="{BA534E97-3B59-48A1-81B8-25F135911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764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3" name="Oval 269">
                <a:extLst>
                  <a:ext uri="{FF2B5EF4-FFF2-40B4-BE49-F238E27FC236}">
                    <a16:creationId xmlns:a16="http://schemas.microsoft.com/office/drawing/2014/main" id="{F3AD876B-4405-45F8-94D0-EBC4F5069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762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4" name="Oval 270">
                <a:extLst>
                  <a:ext uri="{FF2B5EF4-FFF2-40B4-BE49-F238E27FC236}">
                    <a16:creationId xmlns:a16="http://schemas.microsoft.com/office/drawing/2014/main" id="{93F96C0B-0CF7-448B-A31F-055BEE3A5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734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5" name="Oval 271">
                <a:extLst>
                  <a:ext uri="{FF2B5EF4-FFF2-40B4-BE49-F238E27FC236}">
                    <a16:creationId xmlns:a16="http://schemas.microsoft.com/office/drawing/2014/main" id="{E5730FE4-34A2-4D68-9030-010520A6C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1744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6" name="Oval 272">
                <a:extLst>
                  <a:ext uri="{FF2B5EF4-FFF2-40B4-BE49-F238E27FC236}">
                    <a16:creationId xmlns:a16="http://schemas.microsoft.com/office/drawing/2014/main" id="{9395BCEE-FE68-4BD6-B0CC-482D9CAF2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751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7" name="Oval 273">
                <a:extLst>
                  <a:ext uri="{FF2B5EF4-FFF2-40B4-BE49-F238E27FC236}">
                    <a16:creationId xmlns:a16="http://schemas.microsoft.com/office/drawing/2014/main" id="{1924EF2B-707F-40D1-B2D3-6EB16EE78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1749"/>
                <a:ext cx="2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8" name="Oval 274">
                <a:extLst>
                  <a:ext uri="{FF2B5EF4-FFF2-40B4-BE49-F238E27FC236}">
                    <a16:creationId xmlns:a16="http://schemas.microsoft.com/office/drawing/2014/main" id="{DA71CA07-A49C-4944-BFED-1837BD728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747"/>
                <a:ext cx="4" cy="5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9" name="Oval 275">
                <a:extLst>
                  <a:ext uri="{FF2B5EF4-FFF2-40B4-BE49-F238E27FC236}">
                    <a16:creationId xmlns:a16="http://schemas.microsoft.com/office/drawing/2014/main" id="{602BB30D-00BB-4C37-A234-30075D399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737"/>
                <a:ext cx="4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0" name="Oval 276">
                <a:extLst>
                  <a:ext uri="{FF2B5EF4-FFF2-40B4-BE49-F238E27FC236}">
                    <a16:creationId xmlns:a16="http://schemas.microsoft.com/office/drawing/2014/main" id="{58A939FC-8123-4474-AA62-0DBD4C684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75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1" name="Oval 277">
                <a:extLst>
                  <a:ext uri="{FF2B5EF4-FFF2-40B4-BE49-F238E27FC236}">
                    <a16:creationId xmlns:a16="http://schemas.microsoft.com/office/drawing/2014/main" id="{37B24EAC-D128-4E29-9483-2C2293FA4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740"/>
                <a:ext cx="5" cy="5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2" name="Oval 278">
                <a:extLst>
                  <a:ext uri="{FF2B5EF4-FFF2-40B4-BE49-F238E27FC236}">
                    <a16:creationId xmlns:a16="http://schemas.microsoft.com/office/drawing/2014/main" id="{313CBD59-77C7-4BBE-9674-AAFA90AEA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761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3" name="Oval 279">
                <a:extLst>
                  <a:ext uri="{FF2B5EF4-FFF2-40B4-BE49-F238E27FC236}">
                    <a16:creationId xmlns:a16="http://schemas.microsoft.com/office/drawing/2014/main" id="{59C08D46-D612-4168-94A7-3C1F7F6CD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765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4" name="Oval 280">
                <a:extLst>
                  <a:ext uri="{FF2B5EF4-FFF2-40B4-BE49-F238E27FC236}">
                    <a16:creationId xmlns:a16="http://schemas.microsoft.com/office/drawing/2014/main" id="{B74A9727-67CC-4D74-9CDA-4AD680E10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2" y="1755"/>
                <a:ext cx="2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5" name="Oval 281">
                <a:extLst>
                  <a:ext uri="{FF2B5EF4-FFF2-40B4-BE49-F238E27FC236}">
                    <a16:creationId xmlns:a16="http://schemas.microsoft.com/office/drawing/2014/main" id="{52193AB5-9889-4A2D-99CD-BDC781607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50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6" name="Oval 282">
                <a:extLst>
                  <a:ext uri="{FF2B5EF4-FFF2-40B4-BE49-F238E27FC236}">
                    <a16:creationId xmlns:a16="http://schemas.microsoft.com/office/drawing/2014/main" id="{A8B674A5-761E-4CC4-937C-059D70E51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1773"/>
                <a:ext cx="1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7" name="Oval 283">
                <a:extLst>
                  <a:ext uri="{FF2B5EF4-FFF2-40B4-BE49-F238E27FC236}">
                    <a16:creationId xmlns:a16="http://schemas.microsoft.com/office/drawing/2014/main" id="{D01C79BA-074A-444E-9AB9-478A35386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772"/>
                <a:ext cx="3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8" name="Oval 284">
                <a:extLst>
                  <a:ext uri="{FF2B5EF4-FFF2-40B4-BE49-F238E27FC236}">
                    <a16:creationId xmlns:a16="http://schemas.microsoft.com/office/drawing/2014/main" id="{E51A9E71-C96F-4119-8DD7-88B52E794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77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69" name="Oval 285">
                <a:extLst>
                  <a:ext uri="{FF2B5EF4-FFF2-40B4-BE49-F238E27FC236}">
                    <a16:creationId xmlns:a16="http://schemas.microsoft.com/office/drawing/2014/main" id="{7BDC8A74-385B-42D6-AE04-B2D98438C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1766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0" name="Oval 286">
                <a:extLst>
                  <a:ext uri="{FF2B5EF4-FFF2-40B4-BE49-F238E27FC236}">
                    <a16:creationId xmlns:a16="http://schemas.microsoft.com/office/drawing/2014/main" id="{2A93497B-F05C-4DC1-8D5B-32A84AEC1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740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1" name="Oval 287">
                <a:extLst>
                  <a:ext uri="{FF2B5EF4-FFF2-40B4-BE49-F238E27FC236}">
                    <a16:creationId xmlns:a16="http://schemas.microsoft.com/office/drawing/2014/main" id="{0A4251A5-3B4E-47F8-B03E-2315C59BE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74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2" name="Oval 288">
                <a:extLst>
                  <a:ext uri="{FF2B5EF4-FFF2-40B4-BE49-F238E27FC236}">
                    <a16:creationId xmlns:a16="http://schemas.microsoft.com/office/drawing/2014/main" id="{ADEAEAA5-5EEC-4C29-BDCB-E055E98A0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23"/>
                <a:ext cx="2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3" name="Oval 289">
                <a:extLst>
                  <a:ext uri="{FF2B5EF4-FFF2-40B4-BE49-F238E27FC236}">
                    <a16:creationId xmlns:a16="http://schemas.microsoft.com/office/drawing/2014/main" id="{5D4C3A97-C107-42EE-8B52-B7B8B08C2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733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4" name="Oval 290">
                <a:extLst>
                  <a:ext uri="{FF2B5EF4-FFF2-40B4-BE49-F238E27FC236}">
                    <a16:creationId xmlns:a16="http://schemas.microsoft.com/office/drawing/2014/main" id="{223D9A44-22A0-4B4C-B04C-889F505CC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723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5" name="Oval 291">
                <a:extLst>
                  <a:ext uri="{FF2B5EF4-FFF2-40B4-BE49-F238E27FC236}">
                    <a16:creationId xmlns:a16="http://schemas.microsoft.com/office/drawing/2014/main" id="{55CA8F02-BE63-4F8C-9311-5AE9ABB4F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492"/>
                <a:ext cx="6" cy="6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6" name="Oval 292">
                <a:extLst>
                  <a:ext uri="{FF2B5EF4-FFF2-40B4-BE49-F238E27FC236}">
                    <a16:creationId xmlns:a16="http://schemas.microsoft.com/office/drawing/2014/main" id="{9E967296-03CB-4381-AC77-9C77F6C33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03"/>
                <a:ext cx="5" cy="6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7" name="Oval 293">
                <a:extLst>
                  <a:ext uri="{FF2B5EF4-FFF2-40B4-BE49-F238E27FC236}">
                    <a16:creationId xmlns:a16="http://schemas.microsoft.com/office/drawing/2014/main" id="{EA4011A0-B62D-4745-A875-A572D2F8E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512"/>
                <a:ext cx="4" cy="4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8" name="Oval 294">
                <a:extLst>
                  <a:ext uri="{FF2B5EF4-FFF2-40B4-BE49-F238E27FC236}">
                    <a16:creationId xmlns:a16="http://schemas.microsoft.com/office/drawing/2014/main" id="{047022D3-D72D-46E2-B8FE-FD9EBC9EE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479"/>
                <a:ext cx="3" cy="2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9" name="Oval 295">
                <a:extLst>
                  <a:ext uri="{FF2B5EF4-FFF2-40B4-BE49-F238E27FC236}">
                    <a16:creationId xmlns:a16="http://schemas.microsoft.com/office/drawing/2014/main" id="{35DEBEC7-6B6C-4EB8-94B3-8289FF24E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485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0" name="Oval 296">
                <a:extLst>
                  <a:ext uri="{FF2B5EF4-FFF2-40B4-BE49-F238E27FC236}">
                    <a16:creationId xmlns:a16="http://schemas.microsoft.com/office/drawing/2014/main" id="{93DED88A-7AD3-49C9-B10C-8415561AF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464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1" name="Oval 297">
                <a:extLst>
                  <a:ext uri="{FF2B5EF4-FFF2-40B4-BE49-F238E27FC236}">
                    <a16:creationId xmlns:a16="http://schemas.microsoft.com/office/drawing/2014/main" id="{B02B0006-BDBC-4E80-A7BD-B944A09B2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1458"/>
                <a:ext cx="1" cy="1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2" name="Oval 298">
                <a:extLst>
                  <a:ext uri="{FF2B5EF4-FFF2-40B4-BE49-F238E27FC236}">
                    <a16:creationId xmlns:a16="http://schemas.microsoft.com/office/drawing/2014/main" id="{3FCD4E2C-33C5-406B-A5D4-C191C00CD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2"/>
                <a:ext cx="3" cy="3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3" name="Freeform 299">
                <a:extLst>
                  <a:ext uri="{FF2B5EF4-FFF2-40B4-BE49-F238E27FC236}">
                    <a16:creationId xmlns:a16="http://schemas.microsoft.com/office/drawing/2014/main" id="{4DE48056-6756-4169-93AF-7DB5AD30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825"/>
                <a:ext cx="128" cy="50"/>
              </a:xfrm>
              <a:custGeom>
                <a:avLst/>
                <a:gdLst>
                  <a:gd name="T0" fmla="*/ 0 w 207"/>
                  <a:gd name="T1" fmla="*/ 1 h 81"/>
                  <a:gd name="T2" fmla="*/ 2 w 207"/>
                  <a:gd name="T3" fmla="*/ 1 h 81"/>
                  <a:gd name="T4" fmla="*/ 8 w 207"/>
                  <a:gd name="T5" fmla="*/ 3 h 81"/>
                  <a:gd name="T6" fmla="*/ 12 w 207"/>
                  <a:gd name="T7" fmla="*/ 2 h 81"/>
                  <a:gd name="T8" fmla="*/ 17 w 207"/>
                  <a:gd name="T9" fmla="*/ 4 h 81"/>
                  <a:gd name="T10" fmla="*/ 20 w 207"/>
                  <a:gd name="T11" fmla="*/ 1 h 81"/>
                  <a:gd name="T12" fmla="*/ 25 w 207"/>
                  <a:gd name="T13" fmla="*/ 2 h 81"/>
                  <a:gd name="T14" fmla="*/ 28 w 207"/>
                  <a:gd name="T15" fmla="*/ 2 h 81"/>
                  <a:gd name="T16" fmla="*/ 30 w 207"/>
                  <a:gd name="T17" fmla="*/ 1 h 81"/>
                  <a:gd name="T18" fmla="*/ 36 w 207"/>
                  <a:gd name="T19" fmla="*/ 2 h 81"/>
                  <a:gd name="T20" fmla="*/ 38 w 207"/>
                  <a:gd name="T21" fmla="*/ 6 h 81"/>
                  <a:gd name="T22" fmla="*/ 43 w 207"/>
                  <a:gd name="T23" fmla="*/ 7 h 81"/>
                  <a:gd name="T24" fmla="*/ 46 w 207"/>
                  <a:gd name="T25" fmla="*/ 9 h 81"/>
                  <a:gd name="T26" fmla="*/ 48 w 207"/>
                  <a:gd name="T27" fmla="*/ 15 h 81"/>
                  <a:gd name="T28" fmla="*/ 37 w 207"/>
                  <a:gd name="T29" fmla="*/ 17 h 81"/>
                  <a:gd name="T30" fmla="*/ 23 w 207"/>
                  <a:gd name="T31" fmla="*/ 14 h 81"/>
                  <a:gd name="T32" fmla="*/ 14 w 207"/>
                  <a:gd name="T33" fmla="*/ 12 h 81"/>
                  <a:gd name="T34" fmla="*/ 9 w 207"/>
                  <a:gd name="T35" fmla="*/ 12 h 81"/>
                  <a:gd name="T36" fmla="*/ 7 w 207"/>
                  <a:gd name="T37" fmla="*/ 11 h 81"/>
                  <a:gd name="T38" fmla="*/ 2 w 207"/>
                  <a:gd name="T39" fmla="*/ 9 h 81"/>
                  <a:gd name="T40" fmla="*/ 0 w 207"/>
                  <a:gd name="T41" fmla="*/ 6 h 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7" h="81">
                    <a:moveTo>
                      <a:pt x="0" y="5"/>
                    </a:moveTo>
                    <a:cubicBezTo>
                      <a:pt x="3" y="4"/>
                      <a:pt x="7" y="2"/>
                      <a:pt x="11" y="1"/>
                    </a:cubicBezTo>
                    <a:cubicBezTo>
                      <a:pt x="19" y="0"/>
                      <a:pt x="25" y="11"/>
                      <a:pt x="34" y="13"/>
                    </a:cubicBezTo>
                    <a:cubicBezTo>
                      <a:pt x="40" y="14"/>
                      <a:pt x="45" y="10"/>
                      <a:pt x="52" y="11"/>
                    </a:cubicBezTo>
                    <a:cubicBezTo>
                      <a:pt x="59" y="11"/>
                      <a:pt x="66" y="15"/>
                      <a:pt x="73" y="16"/>
                    </a:cubicBezTo>
                    <a:cubicBezTo>
                      <a:pt x="81" y="16"/>
                      <a:pt x="82" y="10"/>
                      <a:pt x="88" y="7"/>
                    </a:cubicBezTo>
                    <a:cubicBezTo>
                      <a:pt x="94" y="5"/>
                      <a:pt x="103" y="7"/>
                      <a:pt x="109" y="8"/>
                    </a:cubicBezTo>
                    <a:cubicBezTo>
                      <a:pt x="112" y="9"/>
                      <a:pt x="114" y="11"/>
                      <a:pt x="118" y="11"/>
                    </a:cubicBezTo>
                    <a:cubicBezTo>
                      <a:pt x="121" y="11"/>
                      <a:pt x="124" y="8"/>
                      <a:pt x="128" y="7"/>
                    </a:cubicBezTo>
                    <a:cubicBezTo>
                      <a:pt x="136" y="3"/>
                      <a:pt x="146" y="2"/>
                      <a:pt x="152" y="9"/>
                    </a:cubicBezTo>
                    <a:cubicBezTo>
                      <a:pt x="157" y="14"/>
                      <a:pt x="158" y="25"/>
                      <a:pt x="163" y="28"/>
                    </a:cubicBezTo>
                    <a:cubicBezTo>
                      <a:pt x="169" y="32"/>
                      <a:pt x="176" y="27"/>
                      <a:pt x="182" y="31"/>
                    </a:cubicBezTo>
                    <a:cubicBezTo>
                      <a:pt x="186" y="34"/>
                      <a:pt x="188" y="38"/>
                      <a:pt x="192" y="41"/>
                    </a:cubicBezTo>
                    <a:cubicBezTo>
                      <a:pt x="202" y="46"/>
                      <a:pt x="207" y="52"/>
                      <a:pt x="202" y="63"/>
                    </a:cubicBezTo>
                    <a:cubicBezTo>
                      <a:pt x="195" y="81"/>
                      <a:pt x="172" y="76"/>
                      <a:pt x="157" y="74"/>
                    </a:cubicBezTo>
                    <a:cubicBezTo>
                      <a:pt x="136" y="72"/>
                      <a:pt x="118" y="62"/>
                      <a:pt x="97" y="60"/>
                    </a:cubicBezTo>
                    <a:cubicBezTo>
                      <a:pt x="82" y="59"/>
                      <a:pt x="70" y="58"/>
                      <a:pt x="56" y="53"/>
                    </a:cubicBezTo>
                    <a:cubicBezTo>
                      <a:pt x="51" y="51"/>
                      <a:pt x="46" y="49"/>
                      <a:pt x="41" y="48"/>
                    </a:cubicBezTo>
                    <a:cubicBezTo>
                      <a:pt x="37" y="48"/>
                      <a:pt x="33" y="48"/>
                      <a:pt x="29" y="47"/>
                    </a:cubicBezTo>
                    <a:cubicBezTo>
                      <a:pt x="22" y="45"/>
                      <a:pt x="18" y="39"/>
                      <a:pt x="12" y="35"/>
                    </a:cubicBezTo>
                    <a:cubicBezTo>
                      <a:pt x="8" y="31"/>
                      <a:pt x="2" y="28"/>
                      <a:pt x="0" y="23"/>
                    </a:cubicBezTo>
                  </a:path>
                </a:pathLst>
              </a:custGeom>
              <a:solidFill>
                <a:srgbClr val="305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300">
                <a:extLst>
                  <a:ext uri="{FF2B5EF4-FFF2-40B4-BE49-F238E27FC236}">
                    <a16:creationId xmlns:a16="http://schemas.microsoft.com/office/drawing/2014/main" id="{799DAB2A-FFA4-4376-9B5E-BAC4CACE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825"/>
                <a:ext cx="113" cy="47"/>
              </a:xfrm>
              <a:custGeom>
                <a:avLst/>
                <a:gdLst>
                  <a:gd name="T0" fmla="*/ 43 w 183"/>
                  <a:gd name="T1" fmla="*/ 4 h 75"/>
                  <a:gd name="T2" fmla="*/ 40 w 183"/>
                  <a:gd name="T3" fmla="*/ 3 h 75"/>
                  <a:gd name="T4" fmla="*/ 36 w 183"/>
                  <a:gd name="T5" fmla="*/ 3 h 75"/>
                  <a:gd name="T6" fmla="*/ 28 w 183"/>
                  <a:gd name="T7" fmla="*/ 1 h 75"/>
                  <a:gd name="T8" fmla="*/ 23 w 183"/>
                  <a:gd name="T9" fmla="*/ 2 h 75"/>
                  <a:gd name="T10" fmla="*/ 19 w 183"/>
                  <a:gd name="T11" fmla="*/ 3 h 75"/>
                  <a:gd name="T12" fmla="*/ 14 w 183"/>
                  <a:gd name="T13" fmla="*/ 3 h 75"/>
                  <a:gd name="T14" fmla="*/ 9 w 183"/>
                  <a:gd name="T15" fmla="*/ 1 h 75"/>
                  <a:gd name="T16" fmla="*/ 6 w 183"/>
                  <a:gd name="T17" fmla="*/ 4 h 75"/>
                  <a:gd name="T18" fmla="*/ 4 w 183"/>
                  <a:gd name="T19" fmla="*/ 6 h 75"/>
                  <a:gd name="T20" fmla="*/ 1 w 183"/>
                  <a:gd name="T21" fmla="*/ 8 h 75"/>
                  <a:gd name="T22" fmla="*/ 1 w 183"/>
                  <a:gd name="T23" fmla="*/ 11 h 75"/>
                  <a:gd name="T24" fmla="*/ 4 w 183"/>
                  <a:gd name="T25" fmla="*/ 13 h 75"/>
                  <a:gd name="T26" fmla="*/ 9 w 183"/>
                  <a:gd name="T27" fmla="*/ 15 h 75"/>
                  <a:gd name="T28" fmla="*/ 15 w 183"/>
                  <a:gd name="T29" fmla="*/ 15 h 75"/>
                  <a:gd name="T30" fmla="*/ 23 w 183"/>
                  <a:gd name="T31" fmla="*/ 18 h 75"/>
                  <a:gd name="T32" fmla="*/ 31 w 183"/>
                  <a:gd name="T33" fmla="*/ 13 h 75"/>
                  <a:gd name="T34" fmla="*/ 35 w 183"/>
                  <a:gd name="T35" fmla="*/ 11 h 75"/>
                  <a:gd name="T36" fmla="*/ 38 w 183"/>
                  <a:gd name="T37" fmla="*/ 10 h 75"/>
                  <a:gd name="T38" fmla="*/ 40 w 183"/>
                  <a:gd name="T39" fmla="*/ 7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3" h="75">
                    <a:moveTo>
                      <a:pt x="183" y="16"/>
                    </a:moveTo>
                    <a:cubicBezTo>
                      <a:pt x="180" y="13"/>
                      <a:pt x="175" y="10"/>
                      <a:pt x="170" y="9"/>
                    </a:cubicBezTo>
                    <a:cubicBezTo>
                      <a:pt x="164" y="9"/>
                      <a:pt x="158" y="11"/>
                      <a:pt x="152" y="10"/>
                    </a:cubicBezTo>
                    <a:cubicBezTo>
                      <a:pt x="141" y="8"/>
                      <a:pt x="130" y="4"/>
                      <a:pt x="120" y="2"/>
                    </a:cubicBezTo>
                    <a:cubicBezTo>
                      <a:pt x="112" y="0"/>
                      <a:pt x="106" y="2"/>
                      <a:pt x="100" y="6"/>
                    </a:cubicBezTo>
                    <a:cubicBezTo>
                      <a:pt x="93" y="10"/>
                      <a:pt x="87" y="11"/>
                      <a:pt x="80" y="11"/>
                    </a:cubicBezTo>
                    <a:cubicBezTo>
                      <a:pt x="73" y="12"/>
                      <a:pt x="64" y="13"/>
                      <a:pt x="58" y="11"/>
                    </a:cubicBezTo>
                    <a:cubicBezTo>
                      <a:pt x="51" y="9"/>
                      <a:pt x="47" y="3"/>
                      <a:pt x="39" y="5"/>
                    </a:cubicBezTo>
                    <a:cubicBezTo>
                      <a:pt x="33" y="7"/>
                      <a:pt x="31" y="12"/>
                      <a:pt x="28" y="16"/>
                    </a:cubicBezTo>
                    <a:cubicBezTo>
                      <a:pt x="24" y="19"/>
                      <a:pt x="19" y="22"/>
                      <a:pt x="14" y="24"/>
                    </a:cubicBezTo>
                    <a:cubicBezTo>
                      <a:pt x="9" y="26"/>
                      <a:pt x="5" y="27"/>
                      <a:pt x="3" y="32"/>
                    </a:cubicBezTo>
                    <a:cubicBezTo>
                      <a:pt x="0" y="38"/>
                      <a:pt x="2" y="41"/>
                      <a:pt x="6" y="46"/>
                    </a:cubicBezTo>
                    <a:cubicBezTo>
                      <a:pt x="9" y="49"/>
                      <a:pt x="12" y="51"/>
                      <a:pt x="14" y="55"/>
                    </a:cubicBezTo>
                    <a:cubicBezTo>
                      <a:pt x="19" y="62"/>
                      <a:pt x="26" y="62"/>
                      <a:pt x="35" y="61"/>
                    </a:cubicBezTo>
                    <a:cubicBezTo>
                      <a:pt x="45" y="60"/>
                      <a:pt x="54" y="59"/>
                      <a:pt x="64" y="63"/>
                    </a:cubicBezTo>
                    <a:cubicBezTo>
                      <a:pt x="77" y="67"/>
                      <a:pt x="86" y="75"/>
                      <a:pt x="99" y="71"/>
                    </a:cubicBezTo>
                    <a:cubicBezTo>
                      <a:pt x="112" y="68"/>
                      <a:pt x="122" y="61"/>
                      <a:pt x="132" y="53"/>
                    </a:cubicBezTo>
                    <a:cubicBezTo>
                      <a:pt x="138" y="48"/>
                      <a:pt x="142" y="44"/>
                      <a:pt x="149" y="47"/>
                    </a:cubicBezTo>
                    <a:cubicBezTo>
                      <a:pt x="156" y="51"/>
                      <a:pt x="160" y="48"/>
                      <a:pt x="164" y="41"/>
                    </a:cubicBezTo>
                    <a:cubicBezTo>
                      <a:pt x="167" y="37"/>
                      <a:pt x="169" y="33"/>
                      <a:pt x="172" y="29"/>
                    </a:cubicBezTo>
                  </a:path>
                </a:pathLst>
              </a:custGeom>
              <a:solidFill>
                <a:srgbClr val="305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Oval 301">
                <a:extLst>
                  <a:ext uri="{FF2B5EF4-FFF2-40B4-BE49-F238E27FC236}">
                    <a16:creationId xmlns:a16="http://schemas.microsoft.com/office/drawing/2014/main" id="{B0B243C4-E2A1-4DC4-9392-4859D7A76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933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6" name="Oval 302">
                <a:extLst>
                  <a:ext uri="{FF2B5EF4-FFF2-40B4-BE49-F238E27FC236}">
                    <a16:creationId xmlns:a16="http://schemas.microsoft.com/office/drawing/2014/main" id="{33A5447E-6F35-47F2-BD6B-4AD20511B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92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7" name="Oval 303">
                <a:extLst>
                  <a:ext uri="{FF2B5EF4-FFF2-40B4-BE49-F238E27FC236}">
                    <a16:creationId xmlns:a16="http://schemas.microsoft.com/office/drawing/2014/main" id="{D5A08E03-2EAB-47A3-ABC5-0429882AF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00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8" name="Oval 304">
                <a:extLst>
                  <a:ext uri="{FF2B5EF4-FFF2-40B4-BE49-F238E27FC236}">
                    <a16:creationId xmlns:a16="http://schemas.microsoft.com/office/drawing/2014/main" id="{2F9F428D-67A0-4EFE-B80C-C4DA3E14B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414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9" name="Oval 305">
                <a:extLst>
                  <a:ext uri="{FF2B5EF4-FFF2-40B4-BE49-F238E27FC236}">
                    <a16:creationId xmlns:a16="http://schemas.microsoft.com/office/drawing/2014/main" id="{54D34A62-2691-47EA-AEF1-80CBD1025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1418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90" name="Oval 306">
                <a:extLst>
                  <a:ext uri="{FF2B5EF4-FFF2-40B4-BE49-F238E27FC236}">
                    <a16:creationId xmlns:a16="http://schemas.microsoft.com/office/drawing/2014/main" id="{49AAA916-7B2A-429C-928F-3901F5B8A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86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91" name="Oval 307">
                <a:extLst>
                  <a:ext uri="{FF2B5EF4-FFF2-40B4-BE49-F238E27FC236}">
                    <a16:creationId xmlns:a16="http://schemas.microsoft.com/office/drawing/2014/main" id="{61F49E6E-80D3-47ED-A9D2-A2D93593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854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92" name="Freeform 308">
                <a:extLst>
                  <a:ext uri="{FF2B5EF4-FFF2-40B4-BE49-F238E27FC236}">
                    <a16:creationId xmlns:a16="http://schemas.microsoft.com/office/drawing/2014/main" id="{78A469F5-5930-42D3-A32B-846AE74D9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753"/>
                <a:ext cx="220" cy="134"/>
              </a:xfrm>
              <a:custGeom>
                <a:avLst/>
                <a:gdLst>
                  <a:gd name="T0" fmla="*/ 0 w 358"/>
                  <a:gd name="T1" fmla="*/ 45 h 218"/>
                  <a:gd name="T2" fmla="*/ 82 w 358"/>
                  <a:gd name="T3" fmla="*/ 0 h 218"/>
                  <a:gd name="T4" fmla="*/ 0 w 358"/>
                  <a:gd name="T5" fmla="*/ 45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8" h="218">
                    <a:moveTo>
                      <a:pt x="0" y="196"/>
                    </a:moveTo>
                    <a:cubicBezTo>
                      <a:pt x="0" y="196"/>
                      <a:pt x="350" y="218"/>
                      <a:pt x="354" y="0"/>
                    </a:cubicBezTo>
                    <a:cubicBezTo>
                      <a:pt x="354" y="0"/>
                      <a:pt x="358" y="192"/>
                      <a:pt x="0" y="1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309">
                <a:extLst>
                  <a:ext uri="{FF2B5EF4-FFF2-40B4-BE49-F238E27FC236}">
                    <a16:creationId xmlns:a16="http://schemas.microsoft.com/office/drawing/2014/main" id="{5E7F0008-87D9-401A-8869-E0F342EDC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939"/>
                <a:ext cx="176" cy="177"/>
              </a:xfrm>
              <a:custGeom>
                <a:avLst/>
                <a:gdLst>
                  <a:gd name="T0" fmla="*/ 0 w 286"/>
                  <a:gd name="T1" fmla="*/ 0 h 288"/>
                  <a:gd name="T2" fmla="*/ 57 w 286"/>
                  <a:gd name="T3" fmla="*/ 67 h 288"/>
                  <a:gd name="T4" fmla="*/ 0 w 28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288">
                    <a:moveTo>
                      <a:pt x="0" y="0"/>
                    </a:moveTo>
                    <a:cubicBezTo>
                      <a:pt x="0" y="0"/>
                      <a:pt x="286" y="24"/>
                      <a:pt x="244" y="288"/>
                    </a:cubicBezTo>
                    <a:cubicBezTo>
                      <a:pt x="244" y="288"/>
                      <a:pt x="282" y="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310">
                <a:extLst>
                  <a:ext uri="{FF2B5EF4-FFF2-40B4-BE49-F238E27FC236}">
                    <a16:creationId xmlns:a16="http://schemas.microsoft.com/office/drawing/2014/main" id="{28925D6E-CFF1-4209-A44F-18C507964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933"/>
                <a:ext cx="40" cy="969"/>
              </a:xfrm>
              <a:custGeom>
                <a:avLst/>
                <a:gdLst>
                  <a:gd name="T0" fmla="*/ 15 w 66"/>
                  <a:gd name="T1" fmla="*/ 0 h 1573"/>
                  <a:gd name="T2" fmla="*/ 0 w 66"/>
                  <a:gd name="T3" fmla="*/ 6 h 1573"/>
                  <a:gd name="T4" fmla="*/ 0 w 66"/>
                  <a:gd name="T5" fmla="*/ 362 h 1573"/>
                  <a:gd name="T6" fmla="*/ 15 w 66"/>
                  <a:gd name="T7" fmla="*/ 368 h 1573"/>
                  <a:gd name="T8" fmla="*/ 15 w 66"/>
                  <a:gd name="T9" fmla="*/ 0 h 15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573">
                    <a:moveTo>
                      <a:pt x="66" y="0"/>
                    </a:moveTo>
                    <a:cubicBezTo>
                      <a:pt x="45" y="4"/>
                      <a:pt x="22" y="11"/>
                      <a:pt x="0" y="26"/>
                    </a:cubicBezTo>
                    <a:cubicBezTo>
                      <a:pt x="0" y="1547"/>
                      <a:pt x="0" y="1547"/>
                      <a:pt x="0" y="1547"/>
                    </a:cubicBezTo>
                    <a:cubicBezTo>
                      <a:pt x="0" y="1547"/>
                      <a:pt x="29" y="1564"/>
                      <a:pt x="66" y="1573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311">
                <a:extLst>
                  <a:ext uri="{FF2B5EF4-FFF2-40B4-BE49-F238E27FC236}">
                    <a16:creationId xmlns:a16="http://schemas.microsoft.com/office/drawing/2014/main" id="{9F577C87-306D-4E90-BDCE-40F42B163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33"/>
                <a:ext cx="43" cy="970"/>
              </a:xfrm>
              <a:custGeom>
                <a:avLst/>
                <a:gdLst>
                  <a:gd name="T0" fmla="*/ 16 w 70"/>
                  <a:gd name="T1" fmla="*/ 0 h 1574"/>
                  <a:gd name="T2" fmla="*/ 0 w 70"/>
                  <a:gd name="T3" fmla="*/ 6 h 1574"/>
                  <a:gd name="T4" fmla="*/ 0 w 70"/>
                  <a:gd name="T5" fmla="*/ 362 h 1574"/>
                  <a:gd name="T6" fmla="*/ 16 w 70"/>
                  <a:gd name="T7" fmla="*/ 369 h 1574"/>
                  <a:gd name="T8" fmla="*/ 16 w 70"/>
                  <a:gd name="T9" fmla="*/ 0 h 15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574">
                    <a:moveTo>
                      <a:pt x="70" y="0"/>
                    </a:moveTo>
                    <a:cubicBezTo>
                      <a:pt x="47" y="3"/>
                      <a:pt x="23" y="10"/>
                      <a:pt x="0" y="26"/>
                    </a:cubicBezTo>
                    <a:cubicBezTo>
                      <a:pt x="0" y="1547"/>
                      <a:pt x="0" y="1547"/>
                      <a:pt x="0" y="1547"/>
                    </a:cubicBezTo>
                    <a:cubicBezTo>
                      <a:pt x="0" y="1547"/>
                      <a:pt x="31" y="1565"/>
                      <a:pt x="70" y="1574"/>
                    </a:cubicBez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E5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312">
                <a:extLst>
                  <a:ext uri="{FF2B5EF4-FFF2-40B4-BE49-F238E27FC236}">
                    <a16:creationId xmlns:a16="http://schemas.microsoft.com/office/drawing/2014/main" id="{D8942CAC-B6BB-472E-A85E-A871AB5EB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958"/>
                <a:ext cx="10" cy="912"/>
              </a:xfrm>
              <a:custGeom>
                <a:avLst/>
                <a:gdLst>
                  <a:gd name="T0" fmla="*/ 0 w 17"/>
                  <a:gd name="T1" fmla="*/ 0 h 1481"/>
                  <a:gd name="T2" fmla="*/ 0 w 17"/>
                  <a:gd name="T3" fmla="*/ 346 h 1481"/>
                  <a:gd name="T4" fmla="*/ 0 w 17"/>
                  <a:gd name="T5" fmla="*/ 0 h 14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81">
                    <a:moveTo>
                      <a:pt x="0" y="0"/>
                    </a:moveTo>
                    <a:cubicBezTo>
                      <a:pt x="0" y="1481"/>
                      <a:pt x="0" y="1481"/>
                      <a:pt x="0" y="1481"/>
                    </a:cubicBezTo>
                    <a:cubicBezTo>
                      <a:pt x="0" y="1481"/>
                      <a:pt x="17" y="72"/>
                      <a:pt x="0" y="0"/>
                    </a:cubicBez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313">
                <a:extLst>
                  <a:ext uri="{FF2B5EF4-FFF2-40B4-BE49-F238E27FC236}">
                    <a16:creationId xmlns:a16="http://schemas.microsoft.com/office/drawing/2014/main" id="{23069766-5120-48A6-9AC7-AA7385138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956"/>
                <a:ext cx="15" cy="913"/>
              </a:xfrm>
              <a:custGeom>
                <a:avLst/>
                <a:gdLst>
                  <a:gd name="T0" fmla="*/ 0 w 24"/>
                  <a:gd name="T1" fmla="*/ 0 h 1481"/>
                  <a:gd name="T2" fmla="*/ 0 w 24"/>
                  <a:gd name="T3" fmla="*/ 347 h 1481"/>
                  <a:gd name="T4" fmla="*/ 0 w 24"/>
                  <a:gd name="T5" fmla="*/ 0 h 14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481">
                    <a:moveTo>
                      <a:pt x="0" y="0"/>
                    </a:moveTo>
                    <a:cubicBezTo>
                      <a:pt x="0" y="1481"/>
                      <a:pt x="0" y="1481"/>
                      <a:pt x="0" y="1481"/>
                    </a:cubicBezTo>
                    <a:cubicBezTo>
                      <a:pt x="0" y="1481"/>
                      <a:pt x="24" y="44"/>
                      <a:pt x="0" y="0"/>
                    </a:cubicBezTo>
                    <a:close/>
                  </a:path>
                </a:pathLst>
              </a:custGeom>
              <a:solidFill>
                <a:srgbClr val="F2C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314">
                <a:extLst>
                  <a:ext uri="{FF2B5EF4-FFF2-40B4-BE49-F238E27FC236}">
                    <a16:creationId xmlns:a16="http://schemas.microsoft.com/office/drawing/2014/main" id="{E66CE3BB-5492-4A79-972A-F525F5B36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883"/>
                <a:ext cx="92" cy="30"/>
              </a:xfrm>
              <a:custGeom>
                <a:avLst/>
                <a:gdLst>
                  <a:gd name="T0" fmla="*/ 0 w 150"/>
                  <a:gd name="T1" fmla="*/ 0 h 48"/>
                  <a:gd name="T2" fmla="*/ 34 w 150"/>
                  <a:gd name="T3" fmla="*/ 4 h 48"/>
                  <a:gd name="T4" fmla="*/ 0 w 150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48">
                    <a:moveTo>
                      <a:pt x="0" y="0"/>
                    </a:moveTo>
                    <a:cubicBezTo>
                      <a:pt x="0" y="0"/>
                      <a:pt x="87" y="48"/>
                      <a:pt x="150" y="14"/>
                    </a:cubicBezTo>
                    <a:cubicBezTo>
                      <a:pt x="150" y="14"/>
                      <a:pt x="86" y="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315">
                <a:extLst>
                  <a:ext uri="{FF2B5EF4-FFF2-40B4-BE49-F238E27FC236}">
                    <a16:creationId xmlns:a16="http://schemas.microsoft.com/office/drawing/2014/main" id="{0223CB74-1131-4B6D-A43D-4A67830C3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883"/>
                <a:ext cx="96" cy="36"/>
              </a:xfrm>
              <a:custGeom>
                <a:avLst/>
                <a:gdLst>
                  <a:gd name="T0" fmla="*/ 0 w 156"/>
                  <a:gd name="T1" fmla="*/ 0 h 58"/>
                  <a:gd name="T2" fmla="*/ 36 w 156"/>
                  <a:gd name="T3" fmla="*/ 4 h 58"/>
                  <a:gd name="T4" fmla="*/ 0 w 15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58">
                    <a:moveTo>
                      <a:pt x="0" y="0"/>
                    </a:moveTo>
                    <a:cubicBezTo>
                      <a:pt x="0" y="0"/>
                      <a:pt x="80" y="58"/>
                      <a:pt x="156" y="15"/>
                    </a:cubicBezTo>
                    <a:cubicBezTo>
                      <a:pt x="156" y="15"/>
                      <a:pt x="84" y="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316">
                <a:extLst>
                  <a:ext uri="{FF2B5EF4-FFF2-40B4-BE49-F238E27FC236}">
                    <a16:creationId xmlns:a16="http://schemas.microsoft.com/office/drawing/2014/main" id="{D5098B45-F25F-49B1-A2C8-7723AE158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12"/>
                <a:ext cx="116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4 w 188"/>
                  <a:gd name="T5" fmla="*/ 370 h 1651"/>
                  <a:gd name="T6" fmla="*/ 44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317">
                <a:extLst>
                  <a:ext uri="{FF2B5EF4-FFF2-40B4-BE49-F238E27FC236}">
                    <a16:creationId xmlns:a16="http://schemas.microsoft.com/office/drawing/2014/main" id="{A7C70850-AE31-4A46-84D4-1E8A0AABE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912"/>
                <a:ext cx="115" cy="1017"/>
              </a:xfrm>
              <a:custGeom>
                <a:avLst/>
                <a:gdLst>
                  <a:gd name="T0" fmla="*/ 0 w 188"/>
                  <a:gd name="T1" fmla="*/ 14 h 1651"/>
                  <a:gd name="T2" fmla="*/ 0 w 188"/>
                  <a:gd name="T3" fmla="*/ 370 h 1651"/>
                  <a:gd name="T4" fmla="*/ 43 w 188"/>
                  <a:gd name="T5" fmla="*/ 370 h 1651"/>
                  <a:gd name="T6" fmla="*/ 43 w 188"/>
                  <a:gd name="T7" fmla="*/ 13 h 1651"/>
                  <a:gd name="T8" fmla="*/ 0 w 188"/>
                  <a:gd name="T9" fmla="*/ 14 h 1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651">
                    <a:moveTo>
                      <a:pt x="0" y="60"/>
                    </a:moveTo>
                    <a:cubicBezTo>
                      <a:pt x="0" y="1581"/>
                      <a:pt x="0" y="1581"/>
                      <a:pt x="0" y="1581"/>
                    </a:cubicBezTo>
                    <a:cubicBezTo>
                      <a:pt x="0" y="1581"/>
                      <a:pt x="118" y="1651"/>
                      <a:pt x="188" y="1581"/>
                    </a:cubicBezTo>
                    <a:cubicBezTo>
                      <a:pt x="188" y="55"/>
                      <a:pt x="188" y="55"/>
                      <a:pt x="188" y="55"/>
                    </a:cubicBezTo>
                    <a:cubicBezTo>
                      <a:pt x="188" y="55"/>
                      <a:pt x="92" y="0"/>
                      <a:pt x="0" y="6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318">
                <a:extLst>
                  <a:ext uri="{FF2B5EF4-FFF2-40B4-BE49-F238E27FC236}">
                    <a16:creationId xmlns:a16="http://schemas.microsoft.com/office/drawing/2014/main" id="{852ED230-504F-4089-BEFB-F500CA645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765"/>
                <a:ext cx="423" cy="67"/>
              </a:xfrm>
              <a:custGeom>
                <a:avLst/>
                <a:gdLst>
                  <a:gd name="T0" fmla="*/ 0 w 686"/>
                  <a:gd name="T1" fmla="*/ 26 h 108"/>
                  <a:gd name="T2" fmla="*/ 161 w 686"/>
                  <a:gd name="T3" fmla="*/ 0 h 108"/>
                  <a:gd name="T4" fmla="*/ 0 w 686"/>
                  <a:gd name="T5" fmla="*/ 26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6" h="108">
                    <a:moveTo>
                      <a:pt x="0" y="108"/>
                    </a:moveTo>
                    <a:cubicBezTo>
                      <a:pt x="0" y="108"/>
                      <a:pt x="90" y="6"/>
                      <a:pt x="686" y="0"/>
                    </a:cubicBezTo>
                    <a:cubicBezTo>
                      <a:pt x="686" y="0"/>
                      <a:pt x="171" y="9"/>
                      <a:pt x="0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319">
                <a:extLst>
                  <a:ext uri="{FF2B5EF4-FFF2-40B4-BE49-F238E27FC236}">
                    <a16:creationId xmlns:a16="http://schemas.microsoft.com/office/drawing/2014/main" id="{F243B707-48D2-472F-88E4-E42DDE333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07"/>
                <a:ext cx="473" cy="76"/>
              </a:xfrm>
              <a:custGeom>
                <a:avLst/>
                <a:gdLst>
                  <a:gd name="T0" fmla="*/ 0 w 768"/>
                  <a:gd name="T1" fmla="*/ 0 h 124"/>
                  <a:gd name="T2" fmla="*/ 179 w 768"/>
                  <a:gd name="T3" fmla="*/ 23 h 124"/>
                  <a:gd name="T4" fmla="*/ 0 w 768"/>
                  <a:gd name="T5" fmla="*/ 0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8" h="124">
                    <a:moveTo>
                      <a:pt x="0" y="0"/>
                    </a:moveTo>
                    <a:cubicBezTo>
                      <a:pt x="0" y="0"/>
                      <a:pt x="46" y="94"/>
                      <a:pt x="768" y="101"/>
                    </a:cubicBezTo>
                    <a:cubicBezTo>
                      <a:pt x="768" y="101"/>
                      <a:pt x="105" y="1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Oval 320">
                <a:extLst>
                  <a:ext uri="{FF2B5EF4-FFF2-40B4-BE49-F238E27FC236}">
                    <a16:creationId xmlns:a16="http://schemas.microsoft.com/office/drawing/2014/main" id="{695BEBFE-F70A-4FC1-BA0F-3AB751B36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210"/>
                <a:ext cx="5" cy="5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5" name="Oval 321">
                <a:extLst>
                  <a:ext uri="{FF2B5EF4-FFF2-40B4-BE49-F238E27FC236}">
                    <a16:creationId xmlns:a16="http://schemas.microsoft.com/office/drawing/2014/main" id="{D22022A3-60F0-4163-8234-F0E8F3F17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1212"/>
                <a:ext cx="4" cy="3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6" name="Oval 322">
                <a:extLst>
                  <a:ext uri="{FF2B5EF4-FFF2-40B4-BE49-F238E27FC236}">
                    <a16:creationId xmlns:a16="http://schemas.microsoft.com/office/drawing/2014/main" id="{0D5AD320-BDFD-4D32-80A7-59094A117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227"/>
                <a:ext cx="7" cy="8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7" name="Oval 323">
                <a:extLst>
                  <a:ext uri="{FF2B5EF4-FFF2-40B4-BE49-F238E27FC236}">
                    <a16:creationId xmlns:a16="http://schemas.microsoft.com/office/drawing/2014/main" id="{44E2C3D9-9893-4360-A378-2435A2B1F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238"/>
                <a:ext cx="9" cy="9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8" name="Oval 324">
                <a:extLst>
                  <a:ext uri="{FF2B5EF4-FFF2-40B4-BE49-F238E27FC236}">
                    <a16:creationId xmlns:a16="http://schemas.microsoft.com/office/drawing/2014/main" id="{1AF6BC72-A636-4118-B91A-3A34FDCAE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215"/>
                <a:ext cx="5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9" name="Oval 325">
                <a:extLst>
                  <a:ext uri="{FF2B5EF4-FFF2-40B4-BE49-F238E27FC236}">
                    <a16:creationId xmlns:a16="http://schemas.microsoft.com/office/drawing/2014/main" id="{746D2756-A1BA-491E-9553-3A8FEA6EC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263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0" name="Oval 326">
                <a:extLst>
                  <a:ext uri="{FF2B5EF4-FFF2-40B4-BE49-F238E27FC236}">
                    <a16:creationId xmlns:a16="http://schemas.microsoft.com/office/drawing/2014/main" id="{BB1DADD4-14C7-40CD-950E-EC1E4909E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268"/>
                <a:ext cx="8" cy="8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1" name="Oval 327">
                <a:extLst>
                  <a:ext uri="{FF2B5EF4-FFF2-40B4-BE49-F238E27FC236}">
                    <a16:creationId xmlns:a16="http://schemas.microsoft.com/office/drawing/2014/main" id="{1A402C77-DA45-4C79-9E4D-99EDC1D79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2" y="1259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2" name="Oval 328">
                <a:extLst>
                  <a:ext uri="{FF2B5EF4-FFF2-40B4-BE49-F238E27FC236}">
                    <a16:creationId xmlns:a16="http://schemas.microsoft.com/office/drawing/2014/main" id="{DDAA18E6-6284-4D14-B8CD-E567BE01D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1305"/>
                <a:ext cx="6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3" name="Oval 329">
                <a:extLst>
                  <a:ext uri="{FF2B5EF4-FFF2-40B4-BE49-F238E27FC236}">
                    <a16:creationId xmlns:a16="http://schemas.microsoft.com/office/drawing/2014/main" id="{31303088-17F8-420C-B561-332D4111C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1202"/>
                <a:ext cx="5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4" name="Oval 330">
                <a:extLst>
                  <a:ext uri="{FF2B5EF4-FFF2-40B4-BE49-F238E27FC236}">
                    <a16:creationId xmlns:a16="http://schemas.microsoft.com/office/drawing/2014/main" id="{0D5E6593-024B-45D7-AFF1-D789FE106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209"/>
                <a:ext cx="5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5" name="Oval 331">
                <a:extLst>
                  <a:ext uri="{FF2B5EF4-FFF2-40B4-BE49-F238E27FC236}">
                    <a16:creationId xmlns:a16="http://schemas.microsoft.com/office/drawing/2014/main" id="{DF4EDA78-C899-4F4E-84DA-FD6A4F656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243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6" name="Oval 332">
                <a:extLst>
                  <a:ext uri="{FF2B5EF4-FFF2-40B4-BE49-F238E27FC236}">
                    <a16:creationId xmlns:a16="http://schemas.microsoft.com/office/drawing/2014/main" id="{6CD3F08D-BA55-41C8-BD30-EE84D18BC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331"/>
                <a:ext cx="11" cy="11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7" name="Oval 333">
                <a:extLst>
                  <a:ext uri="{FF2B5EF4-FFF2-40B4-BE49-F238E27FC236}">
                    <a16:creationId xmlns:a16="http://schemas.microsoft.com/office/drawing/2014/main" id="{7B448F2D-1FD4-44E0-8C17-1858A2D6E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311"/>
                <a:ext cx="6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8" name="Oval 334">
                <a:extLst>
                  <a:ext uri="{FF2B5EF4-FFF2-40B4-BE49-F238E27FC236}">
                    <a16:creationId xmlns:a16="http://schemas.microsoft.com/office/drawing/2014/main" id="{4903B46D-21F7-4527-9B6D-A315D2A49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342"/>
                <a:ext cx="4" cy="5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19" name="Oval 335">
                <a:extLst>
                  <a:ext uri="{FF2B5EF4-FFF2-40B4-BE49-F238E27FC236}">
                    <a16:creationId xmlns:a16="http://schemas.microsoft.com/office/drawing/2014/main" id="{E4C20520-0DB8-4E77-A027-9320E5A45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808"/>
                <a:ext cx="8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0" name="Oval 336">
                <a:extLst>
                  <a:ext uri="{FF2B5EF4-FFF2-40B4-BE49-F238E27FC236}">
                    <a16:creationId xmlns:a16="http://schemas.microsoft.com/office/drawing/2014/main" id="{D36D299F-15BE-4C5C-ADDD-EC258072C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9" y="1799"/>
                <a:ext cx="7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1" name="Oval 337">
                <a:extLst>
                  <a:ext uri="{FF2B5EF4-FFF2-40B4-BE49-F238E27FC236}">
                    <a16:creationId xmlns:a16="http://schemas.microsoft.com/office/drawing/2014/main" id="{F6AE4FAC-ADBC-4549-A922-5710A0D03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87"/>
                <a:ext cx="7" cy="6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2" name="Oval 338">
                <a:extLst>
                  <a:ext uri="{FF2B5EF4-FFF2-40B4-BE49-F238E27FC236}">
                    <a16:creationId xmlns:a16="http://schemas.microsoft.com/office/drawing/2014/main" id="{1975A6A1-BA24-4548-A766-3BFF19052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808"/>
                <a:ext cx="8" cy="7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3" name="Oval 339">
                <a:extLst>
                  <a:ext uri="{FF2B5EF4-FFF2-40B4-BE49-F238E27FC236}">
                    <a16:creationId xmlns:a16="http://schemas.microsoft.com/office/drawing/2014/main" id="{5AF083AA-1BD2-4E66-996F-7FDCADEB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1814"/>
                <a:ext cx="9" cy="9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4" name="Oval 340">
                <a:extLst>
                  <a:ext uri="{FF2B5EF4-FFF2-40B4-BE49-F238E27FC236}">
                    <a16:creationId xmlns:a16="http://schemas.microsoft.com/office/drawing/2014/main" id="{2DF298D8-3EC3-4398-BD03-CE7ED6DD3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788"/>
                <a:ext cx="3" cy="3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5" name="Oval 341">
                <a:extLst>
                  <a:ext uri="{FF2B5EF4-FFF2-40B4-BE49-F238E27FC236}">
                    <a16:creationId xmlns:a16="http://schemas.microsoft.com/office/drawing/2014/main" id="{DAB14BE4-FD0E-4489-A1F3-B3CC164D3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790"/>
                <a:ext cx="4" cy="5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6" name="Oval 342">
                <a:extLst>
                  <a:ext uri="{FF2B5EF4-FFF2-40B4-BE49-F238E27FC236}">
                    <a16:creationId xmlns:a16="http://schemas.microsoft.com/office/drawing/2014/main" id="{FCF0923B-F9EC-4798-9B83-C27CC0818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772"/>
                <a:ext cx="4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7" name="Oval 343">
                <a:extLst>
                  <a:ext uri="{FF2B5EF4-FFF2-40B4-BE49-F238E27FC236}">
                    <a16:creationId xmlns:a16="http://schemas.microsoft.com/office/drawing/2014/main" id="{242EAD77-A22D-4F95-B628-B9E6F73B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761"/>
                <a:ext cx="3" cy="4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8" name="Oval 344">
                <a:extLst>
                  <a:ext uri="{FF2B5EF4-FFF2-40B4-BE49-F238E27FC236}">
                    <a16:creationId xmlns:a16="http://schemas.microsoft.com/office/drawing/2014/main" id="{1F7375C2-F16F-4554-A081-13175C160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" y="1781"/>
                <a:ext cx="2" cy="2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29" name="Oval 345">
                <a:extLst>
                  <a:ext uri="{FF2B5EF4-FFF2-40B4-BE49-F238E27FC236}">
                    <a16:creationId xmlns:a16="http://schemas.microsoft.com/office/drawing/2014/main" id="{EEA6998D-A242-4662-92A5-D428CBA9B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822"/>
                <a:ext cx="2" cy="3"/>
              </a:xfrm>
              <a:prstGeom prst="ellipse">
                <a:avLst/>
              </a:prstGeom>
              <a:solidFill>
                <a:srgbClr val="487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30" name="Oval 346">
                <a:extLst>
                  <a:ext uri="{FF2B5EF4-FFF2-40B4-BE49-F238E27FC236}">
                    <a16:creationId xmlns:a16="http://schemas.microsoft.com/office/drawing/2014/main" id="{1C420AA6-D524-43CE-97EC-7216BA93C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842"/>
                <a:ext cx="7" cy="6"/>
              </a:xfrm>
              <a:prstGeom prst="ellipse">
                <a:avLst/>
              </a:prstGeom>
              <a:solidFill>
                <a:srgbClr val="3B5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3014" name="Oval 347">
              <a:extLst>
                <a:ext uri="{FF2B5EF4-FFF2-40B4-BE49-F238E27FC236}">
                  <a16:creationId xmlns:a16="http://schemas.microsoft.com/office/drawing/2014/main" id="{788B5F5A-FCBF-4C0A-BD21-249ABD7F0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842"/>
              <a:ext cx="5" cy="4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5" name="Oval 348">
              <a:extLst>
                <a:ext uri="{FF2B5EF4-FFF2-40B4-BE49-F238E27FC236}">
                  <a16:creationId xmlns:a16="http://schemas.microsoft.com/office/drawing/2014/main" id="{3270BEE1-336C-4411-9AEE-96E9F4098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859"/>
              <a:ext cx="5" cy="5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6" name="Oval 349">
              <a:extLst>
                <a:ext uri="{FF2B5EF4-FFF2-40B4-BE49-F238E27FC236}">
                  <a16:creationId xmlns:a16="http://schemas.microsoft.com/office/drawing/2014/main" id="{E2CCAB59-75C6-41D7-8687-B379783CB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" y="1848"/>
              <a:ext cx="4" cy="5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7" name="Oval 350">
              <a:extLst>
                <a:ext uri="{FF2B5EF4-FFF2-40B4-BE49-F238E27FC236}">
                  <a16:creationId xmlns:a16="http://schemas.microsoft.com/office/drawing/2014/main" id="{A9447AAD-D801-4D85-9102-D452475CB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866"/>
              <a:ext cx="6" cy="7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8" name="Oval 351">
              <a:extLst>
                <a:ext uri="{FF2B5EF4-FFF2-40B4-BE49-F238E27FC236}">
                  <a16:creationId xmlns:a16="http://schemas.microsoft.com/office/drawing/2014/main" id="{433F663D-A382-44CB-81F0-3D0E47635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840"/>
              <a:ext cx="6" cy="5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9" name="Oval 352">
              <a:extLst>
                <a:ext uri="{FF2B5EF4-FFF2-40B4-BE49-F238E27FC236}">
                  <a16:creationId xmlns:a16="http://schemas.microsoft.com/office/drawing/2014/main" id="{759E2ACC-310D-4196-8528-64B563921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832"/>
              <a:ext cx="6" cy="6"/>
            </a:xfrm>
            <a:prstGeom prst="ellipse">
              <a:avLst/>
            </a:prstGeom>
            <a:solidFill>
              <a:srgbClr val="3B5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0" name="Oval 353">
              <a:extLst>
                <a:ext uri="{FF2B5EF4-FFF2-40B4-BE49-F238E27FC236}">
                  <a16:creationId xmlns:a16="http://schemas.microsoft.com/office/drawing/2014/main" id="{721D77DB-306E-4FC4-A9E3-55E9F7E4B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1170"/>
              <a:ext cx="6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1" name="Oval 354">
              <a:extLst>
                <a:ext uri="{FF2B5EF4-FFF2-40B4-BE49-F238E27FC236}">
                  <a16:creationId xmlns:a16="http://schemas.microsoft.com/office/drawing/2014/main" id="{F6DD33BE-8EA2-4A22-8A8A-C39861949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1159"/>
              <a:ext cx="5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2" name="Oval 355">
              <a:extLst>
                <a:ext uri="{FF2B5EF4-FFF2-40B4-BE49-F238E27FC236}">
                  <a16:creationId xmlns:a16="http://schemas.microsoft.com/office/drawing/2014/main" id="{9C39F148-9C9F-4169-92FF-6C2B302B2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1177"/>
              <a:ext cx="6" cy="6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3" name="Oval 356">
              <a:extLst>
                <a:ext uri="{FF2B5EF4-FFF2-40B4-BE49-F238E27FC236}">
                  <a16:creationId xmlns:a16="http://schemas.microsoft.com/office/drawing/2014/main" id="{44BAC56C-E6F7-4D76-895A-9872FDAFC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168"/>
              <a:ext cx="6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4" name="Oval 357">
              <a:extLst>
                <a:ext uri="{FF2B5EF4-FFF2-40B4-BE49-F238E27FC236}">
                  <a16:creationId xmlns:a16="http://schemas.microsoft.com/office/drawing/2014/main" id="{33B79CA6-8C71-42B0-AA64-4A593736F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1153"/>
              <a:ext cx="2" cy="2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5" name="Oval 358">
              <a:extLst>
                <a:ext uri="{FF2B5EF4-FFF2-40B4-BE49-F238E27FC236}">
                  <a16:creationId xmlns:a16="http://schemas.microsoft.com/office/drawing/2014/main" id="{3B53FC4D-83FC-40AB-964B-1DC1DE433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53"/>
              <a:ext cx="4" cy="5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6" name="Oval 359">
              <a:extLst>
                <a:ext uri="{FF2B5EF4-FFF2-40B4-BE49-F238E27FC236}">
                  <a16:creationId xmlns:a16="http://schemas.microsoft.com/office/drawing/2014/main" id="{CF0AE2A5-48AD-4D73-86DE-59FB89E7E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75"/>
              <a:ext cx="6" cy="7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7" name="Oval 360">
              <a:extLst>
                <a:ext uri="{FF2B5EF4-FFF2-40B4-BE49-F238E27FC236}">
                  <a16:creationId xmlns:a16="http://schemas.microsoft.com/office/drawing/2014/main" id="{5E186C71-0A39-4203-9C51-79B5E5391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166"/>
              <a:ext cx="6" cy="6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8" name="Oval 361">
              <a:extLst>
                <a:ext uri="{FF2B5EF4-FFF2-40B4-BE49-F238E27FC236}">
                  <a16:creationId xmlns:a16="http://schemas.microsoft.com/office/drawing/2014/main" id="{687D8F90-CCA7-4C89-A756-497797668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151"/>
              <a:ext cx="2" cy="2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9" name="Oval 362">
              <a:extLst>
                <a:ext uri="{FF2B5EF4-FFF2-40B4-BE49-F238E27FC236}">
                  <a16:creationId xmlns:a16="http://schemas.microsoft.com/office/drawing/2014/main" id="{B13A229D-F294-4E17-B3FC-CE10BC800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175"/>
              <a:ext cx="4" cy="3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0" name="Oval 363">
              <a:extLst>
                <a:ext uri="{FF2B5EF4-FFF2-40B4-BE49-F238E27FC236}">
                  <a16:creationId xmlns:a16="http://schemas.microsoft.com/office/drawing/2014/main" id="{42F6142D-7955-4C02-B3D3-E46CB294B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1170"/>
              <a:ext cx="4" cy="4"/>
            </a:xfrm>
            <a:prstGeom prst="ellipse">
              <a:avLst/>
            </a:prstGeom>
            <a:solidFill>
              <a:srgbClr val="5A8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>
            <a:extLst>
              <a:ext uri="{FF2B5EF4-FFF2-40B4-BE49-F238E27FC236}">
                <a16:creationId xmlns:a16="http://schemas.microsoft.com/office/drawing/2014/main" id="{F3FA8574-5D59-47AB-BA61-265DEEC958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Miscellaneous (2)</a:t>
            </a:r>
          </a:p>
        </p:txBody>
      </p:sp>
      <p:grpSp>
        <p:nvGrpSpPr>
          <p:cNvPr id="44034" name="Empty-dark-grey-serving-tray">
            <a:extLst>
              <a:ext uri="{FF2B5EF4-FFF2-40B4-BE49-F238E27FC236}">
                <a16:creationId xmlns:a16="http://schemas.microsoft.com/office/drawing/2014/main" id="{4A7A0D3E-418D-446A-80AF-BF411DBFF0C6}"/>
              </a:ext>
            </a:extLst>
          </p:cNvPr>
          <p:cNvGrpSpPr>
            <a:grpSpLocks/>
          </p:cNvGrpSpPr>
          <p:nvPr/>
        </p:nvGrpSpPr>
        <p:grpSpPr bwMode="auto">
          <a:xfrm>
            <a:off x="7505700" y="1338263"/>
            <a:ext cx="2201863" cy="1671637"/>
            <a:chOff x="2058" y="1516"/>
            <a:chExt cx="1651" cy="1293"/>
          </a:xfrm>
        </p:grpSpPr>
        <p:sp>
          <p:nvSpPr>
            <p:cNvPr id="44515" name="Freeform 4">
              <a:extLst>
                <a:ext uri="{FF2B5EF4-FFF2-40B4-BE49-F238E27FC236}">
                  <a16:creationId xmlns:a16="http://schemas.microsoft.com/office/drawing/2014/main" id="{5999FC0A-BFE4-4DBF-8268-91192039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583"/>
              <a:ext cx="1535" cy="1160"/>
            </a:xfrm>
            <a:custGeom>
              <a:avLst/>
              <a:gdLst>
                <a:gd name="T0" fmla="*/ 9595 w 614"/>
                <a:gd name="T1" fmla="*/ 6920 h 435"/>
                <a:gd name="T2" fmla="*/ 8500 w 614"/>
                <a:gd name="T3" fmla="*/ 8248 h 435"/>
                <a:gd name="T4" fmla="*/ 1083 w 614"/>
                <a:gd name="T5" fmla="*/ 8248 h 435"/>
                <a:gd name="T6" fmla="*/ 0 w 614"/>
                <a:gd name="T7" fmla="*/ 6920 h 435"/>
                <a:gd name="T8" fmla="*/ 0 w 614"/>
                <a:gd name="T9" fmla="*/ 1309 h 435"/>
                <a:gd name="T10" fmla="*/ 1083 w 614"/>
                <a:gd name="T11" fmla="*/ 0 h 435"/>
                <a:gd name="T12" fmla="*/ 8500 w 614"/>
                <a:gd name="T13" fmla="*/ 0 h 435"/>
                <a:gd name="T14" fmla="*/ 9595 w 614"/>
                <a:gd name="T15" fmla="*/ 1309 h 435"/>
                <a:gd name="T16" fmla="*/ 9595 w 614"/>
                <a:gd name="T17" fmla="*/ 6920 h 4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4" h="435">
                  <a:moveTo>
                    <a:pt x="614" y="365"/>
                  </a:moveTo>
                  <a:cubicBezTo>
                    <a:pt x="614" y="404"/>
                    <a:pt x="583" y="435"/>
                    <a:pt x="544" y="435"/>
                  </a:cubicBezTo>
                  <a:cubicBezTo>
                    <a:pt x="69" y="435"/>
                    <a:pt x="69" y="435"/>
                    <a:pt x="69" y="435"/>
                  </a:cubicBezTo>
                  <a:cubicBezTo>
                    <a:pt x="31" y="435"/>
                    <a:pt x="0" y="404"/>
                    <a:pt x="0" y="36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1" y="0"/>
                    <a:pt x="69" y="0"/>
                  </a:cubicBezTo>
                  <a:cubicBezTo>
                    <a:pt x="544" y="0"/>
                    <a:pt x="544" y="0"/>
                    <a:pt x="544" y="0"/>
                  </a:cubicBezTo>
                  <a:cubicBezTo>
                    <a:pt x="583" y="0"/>
                    <a:pt x="614" y="31"/>
                    <a:pt x="614" y="69"/>
                  </a:cubicBezTo>
                  <a:lnTo>
                    <a:pt x="614" y="365"/>
                  </a:ln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6" name="Freeform 5">
              <a:extLst>
                <a:ext uri="{FF2B5EF4-FFF2-40B4-BE49-F238E27FC236}">
                  <a16:creationId xmlns:a16="http://schemas.microsoft.com/office/drawing/2014/main" id="{87B54A1D-5AD6-49AB-AE1F-5D0AE032E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516"/>
              <a:ext cx="1651" cy="1293"/>
            </a:xfrm>
            <a:custGeom>
              <a:avLst/>
              <a:gdLst>
                <a:gd name="T0" fmla="*/ 1313 w 660"/>
                <a:gd name="T1" fmla="*/ 0 h 485"/>
                <a:gd name="T2" fmla="*/ 0 w 660"/>
                <a:gd name="T3" fmla="*/ 1629 h 485"/>
                <a:gd name="T4" fmla="*/ 0 w 660"/>
                <a:gd name="T5" fmla="*/ 7563 h 485"/>
                <a:gd name="T6" fmla="*/ 1313 w 660"/>
                <a:gd name="T7" fmla="*/ 9190 h 485"/>
                <a:gd name="T8" fmla="*/ 8998 w 660"/>
                <a:gd name="T9" fmla="*/ 9190 h 485"/>
                <a:gd name="T10" fmla="*/ 10331 w 660"/>
                <a:gd name="T11" fmla="*/ 7563 h 485"/>
                <a:gd name="T12" fmla="*/ 10331 w 660"/>
                <a:gd name="T13" fmla="*/ 1629 h 485"/>
                <a:gd name="T14" fmla="*/ 8998 w 660"/>
                <a:gd name="T15" fmla="*/ 0 h 485"/>
                <a:gd name="T16" fmla="*/ 1313 w 660"/>
                <a:gd name="T17" fmla="*/ 0 h 4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0" h="485">
                  <a:moveTo>
                    <a:pt x="84" y="0"/>
                  </a:moveTo>
                  <a:cubicBezTo>
                    <a:pt x="38" y="0"/>
                    <a:pt x="0" y="38"/>
                    <a:pt x="0" y="86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446"/>
                    <a:pt x="38" y="485"/>
                    <a:pt x="84" y="485"/>
                  </a:cubicBezTo>
                  <a:cubicBezTo>
                    <a:pt x="575" y="485"/>
                    <a:pt x="575" y="485"/>
                    <a:pt x="575" y="485"/>
                  </a:cubicBezTo>
                  <a:cubicBezTo>
                    <a:pt x="622" y="485"/>
                    <a:pt x="660" y="446"/>
                    <a:pt x="660" y="399"/>
                  </a:cubicBezTo>
                  <a:cubicBezTo>
                    <a:pt x="660" y="86"/>
                    <a:pt x="660" y="86"/>
                    <a:pt x="660" y="86"/>
                  </a:cubicBezTo>
                  <a:cubicBezTo>
                    <a:pt x="660" y="38"/>
                    <a:pt x="622" y="0"/>
                    <a:pt x="575" y="0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D9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7" name="Freeform 6">
              <a:extLst>
                <a:ext uri="{FF2B5EF4-FFF2-40B4-BE49-F238E27FC236}">
                  <a16:creationId xmlns:a16="http://schemas.microsoft.com/office/drawing/2014/main" id="{A93C33F1-56A2-4BC9-ACB2-00070004D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527"/>
              <a:ext cx="1498" cy="1269"/>
            </a:xfrm>
            <a:custGeom>
              <a:avLst/>
              <a:gdLst>
                <a:gd name="T0" fmla="*/ 158 w 599"/>
                <a:gd name="T1" fmla="*/ 7483 h 476"/>
                <a:gd name="T2" fmla="*/ 158 w 599"/>
                <a:gd name="T3" fmla="*/ 1672 h 476"/>
                <a:gd name="T4" fmla="*/ 1470 w 599"/>
                <a:gd name="T5" fmla="*/ 35 h 476"/>
                <a:gd name="T6" fmla="*/ 9151 w 599"/>
                <a:gd name="T7" fmla="*/ 35 h 476"/>
                <a:gd name="T8" fmla="*/ 9368 w 599"/>
                <a:gd name="T9" fmla="*/ 56 h 476"/>
                <a:gd name="T10" fmla="*/ 8993 w 599"/>
                <a:gd name="T11" fmla="*/ 0 h 476"/>
                <a:gd name="T12" fmla="*/ 1313 w 599"/>
                <a:gd name="T13" fmla="*/ 0 h 476"/>
                <a:gd name="T14" fmla="*/ 0 w 599"/>
                <a:gd name="T15" fmla="*/ 1629 h 476"/>
                <a:gd name="T16" fmla="*/ 0 w 599"/>
                <a:gd name="T17" fmla="*/ 7427 h 476"/>
                <a:gd name="T18" fmla="*/ 1095 w 599"/>
                <a:gd name="T19" fmla="*/ 9019 h 476"/>
                <a:gd name="T20" fmla="*/ 158 w 599"/>
                <a:gd name="T21" fmla="*/ 7483 h 4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9" h="476">
                  <a:moveTo>
                    <a:pt x="10" y="395"/>
                  </a:moveTo>
                  <a:cubicBezTo>
                    <a:pt x="10" y="88"/>
                    <a:pt x="10" y="88"/>
                    <a:pt x="10" y="88"/>
                  </a:cubicBezTo>
                  <a:cubicBezTo>
                    <a:pt x="10" y="41"/>
                    <a:pt x="48" y="2"/>
                    <a:pt x="94" y="2"/>
                  </a:cubicBezTo>
                  <a:cubicBezTo>
                    <a:pt x="585" y="2"/>
                    <a:pt x="585" y="2"/>
                    <a:pt x="585" y="2"/>
                  </a:cubicBezTo>
                  <a:cubicBezTo>
                    <a:pt x="590" y="2"/>
                    <a:pt x="594" y="2"/>
                    <a:pt x="599" y="3"/>
                  </a:cubicBezTo>
                  <a:cubicBezTo>
                    <a:pt x="591" y="1"/>
                    <a:pt x="583" y="0"/>
                    <a:pt x="57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8" y="0"/>
                    <a:pt x="0" y="38"/>
                    <a:pt x="0" y="86"/>
                  </a:cubicBezTo>
                  <a:cubicBezTo>
                    <a:pt x="0" y="392"/>
                    <a:pt x="0" y="392"/>
                    <a:pt x="0" y="392"/>
                  </a:cubicBezTo>
                  <a:cubicBezTo>
                    <a:pt x="0" y="435"/>
                    <a:pt x="30" y="469"/>
                    <a:pt x="70" y="476"/>
                  </a:cubicBezTo>
                  <a:cubicBezTo>
                    <a:pt x="35" y="465"/>
                    <a:pt x="10" y="434"/>
                    <a:pt x="10" y="395"/>
                  </a:cubicBezTo>
                  <a:close/>
                </a:path>
              </a:pathLst>
            </a:custGeom>
            <a:solidFill>
              <a:srgbClr val="F2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8" name="Freeform 7">
              <a:extLst>
                <a:ext uri="{FF2B5EF4-FFF2-40B4-BE49-F238E27FC236}">
                  <a16:creationId xmlns:a16="http://schemas.microsoft.com/office/drawing/2014/main" id="{85B62C30-1252-45FF-8CB4-114F9DB08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583"/>
              <a:ext cx="1535" cy="1160"/>
            </a:xfrm>
            <a:custGeom>
              <a:avLst/>
              <a:gdLst>
                <a:gd name="T0" fmla="*/ 9595 w 614"/>
                <a:gd name="T1" fmla="*/ 6920 h 435"/>
                <a:gd name="T2" fmla="*/ 8500 w 614"/>
                <a:gd name="T3" fmla="*/ 8248 h 435"/>
                <a:gd name="T4" fmla="*/ 1083 w 614"/>
                <a:gd name="T5" fmla="*/ 8248 h 435"/>
                <a:gd name="T6" fmla="*/ 0 w 614"/>
                <a:gd name="T7" fmla="*/ 6920 h 435"/>
                <a:gd name="T8" fmla="*/ 0 w 614"/>
                <a:gd name="T9" fmla="*/ 1309 h 435"/>
                <a:gd name="T10" fmla="*/ 1083 w 614"/>
                <a:gd name="T11" fmla="*/ 0 h 435"/>
                <a:gd name="T12" fmla="*/ 8500 w 614"/>
                <a:gd name="T13" fmla="*/ 0 h 435"/>
                <a:gd name="T14" fmla="*/ 9595 w 614"/>
                <a:gd name="T15" fmla="*/ 1309 h 435"/>
                <a:gd name="T16" fmla="*/ 9595 w 614"/>
                <a:gd name="T17" fmla="*/ 6920 h 4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4" h="435">
                  <a:moveTo>
                    <a:pt x="614" y="365"/>
                  </a:moveTo>
                  <a:cubicBezTo>
                    <a:pt x="614" y="404"/>
                    <a:pt x="583" y="435"/>
                    <a:pt x="544" y="435"/>
                  </a:cubicBezTo>
                  <a:cubicBezTo>
                    <a:pt x="69" y="435"/>
                    <a:pt x="69" y="435"/>
                    <a:pt x="69" y="435"/>
                  </a:cubicBezTo>
                  <a:cubicBezTo>
                    <a:pt x="31" y="435"/>
                    <a:pt x="0" y="404"/>
                    <a:pt x="0" y="36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1" y="0"/>
                    <a:pt x="69" y="0"/>
                  </a:cubicBezTo>
                  <a:cubicBezTo>
                    <a:pt x="544" y="0"/>
                    <a:pt x="544" y="0"/>
                    <a:pt x="544" y="0"/>
                  </a:cubicBezTo>
                  <a:cubicBezTo>
                    <a:pt x="583" y="0"/>
                    <a:pt x="614" y="31"/>
                    <a:pt x="614" y="69"/>
                  </a:cubicBezTo>
                  <a:lnTo>
                    <a:pt x="614" y="365"/>
                  </a:lnTo>
                  <a:close/>
                </a:path>
              </a:pathLst>
            </a:custGeom>
            <a:solidFill>
              <a:srgbClr val="566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9" name="Freeform 8">
              <a:extLst>
                <a:ext uri="{FF2B5EF4-FFF2-40B4-BE49-F238E27FC236}">
                  <a16:creationId xmlns:a16="http://schemas.microsoft.com/office/drawing/2014/main" id="{7A4E64E8-E822-467D-8681-DB69A7C82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1636"/>
              <a:ext cx="1368" cy="1069"/>
            </a:xfrm>
            <a:custGeom>
              <a:avLst/>
              <a:gdLst>
                <a:gd name="T0" fmla="*/ 375 w 547"/>
                <a:gd name="T1" fmla="*/ 605 h 401"/>
                <a:gd name="T2" fmla="*/ 375 w 547"/>
                <a:gd name="T3" fmla="*/ 5891 h 401"/>
                <a:gd name="T4" fmla="*/ 1408 w 547"/>
                <a:gd name="T5" fmla="*/ 7142 h 401"/>
                <a:gd name="T6" fmla="*/ 8556 w 547"/>
                <a:gd name="T7" fmla="*/ 7406 h 401"/>
                <a:gd name="T8" fmla="*/ 8556 w 547"/>
                <a:gd name="T9" fmla="*/ 7406 h 401"/>
                <a:gd name="T10" fmla="*/ 8025 w 547"/>
                <a:gd name="T11" fmla="*/ 7598 h 401"/>
                <a:gd name="T12" fmla="*/ 1020 w 547"/>
                <a:gd name="T13" fmla="*/ 7598 h 401"/>
                <a:gd name="T14" fmla="*/ 0 w 547"/>
                <a:gd name="T15" fmla="*/ 6347 h 401"/>
                <a:gd name="T16" fmla="*/ 0 w 547"/>
                <a:gd name="T17" fmla="*/ 1080 h 401"/>
                <a:gd name="T18" fmla="*/ 520 w 547"/>
                <a:gd name="T19" fmla="*/ 0 h 401"/>
                <a:gd name="T20" fmla="*/ 375 w 547"/>
                <a:gd name="T21" fmla="*/ 605 h 4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7" h="401">
                  <a:moveTo>
                    <a:pt x="24" y="32"/>
                  </a:moveTo>
                  <a:cubicBezTo>
                    <a:pt x="24" y="311"/>
                    <a:pt x="24" y="311"/>
                    <a:pt x="24" y="311"/>
                  </a:cubicBezTo>
                  <a:cubicBezTo>
                    <a:pt x="24" y="347"/>
                    <a:pt x="53" y="377"/>
                    <a:pt x="90" y="377"/>
                  </a:cubicBezTo>
                  <a:cubicBezTo>
                    <a:pt x="547" y="391"/>
                    <a:pt x="547" y="391"/>
                    <a:pt x="547" y="391"/>
                  </a:cubicBezTo>
                  <a:cubicBezTo>
                    <a:pt x="547" y="391"/>
                    <a:pt x="547" y="391"/>
                    <a:pt x="547" y="391"/>
                  </a:cubicBezTo>
                  <a:cubicBezTo>
                    <a:pt x="537" y="397"/>
                    <a:pt x="526" y="401"/>
                    <a:pt x="513" y="401"/>
                  </a:cubicBezTo>
                  <a:cubicBezTo>
                    <a:pt x="65" y="401"/>
                    <a:pt x="65" y="401"/>
                    <a:pt x="65" y="401"/>
                  </a:cubicBezTo>
                  <a:cubicBezTo>
                    <a:pt x="29" y="401"/>
                    <a:pt x="0" y="371"/>
                    <a:pt x="0" y="33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32"/>
                    <a:pt x="13" y="11"/>
                    <a:pt x="33" y="0"/>
                  </a:cubicBezTo>
                  <a:cubicBezTo>
                    <a:pt x="27" y="9"/>
                    <a:pt x="24" y="20"/>
                    <a:pt x="24" y="32"/>
                  </a:cubicBezTo>
                  <a:close/>
                </a:path>
              </a:pathLst>
            </a:custGeom>
            <a:solidFill>
              <a:srgbClr val="121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0" name="Freeform 9">
              <a:extLst>
                <a:ext uri="{FF2B5EF4-FFF2-40B4-BE49-F238E27FC236}">
                  <a16:creationId xmlns:a16="http://schemas.microsoft.com/office/drawing/2014/main" id="{A5B520EC-3274-4930-9BC2-30A50F580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623"/>
              <a:ext cx="1315" cy="1069"/>
            </a:xfrm>
            <a:custGeom>
              <a:avLst/>
              <a:gdLst>
                <a:gd name="T0" fmla="*/ 7845 w 526"/>
                <a:gd name="T1" fmla="*/ 6992 h 401"/>
                <a:gd name="T2" fmla="*/ 7845 w 526"/>
                <a:gd name="T3" fmla="*/ 1706 h 401"/>
                <a:gd name="T4" fmla="*/ 6813 w 526"/>
                <a:gd name="T5" fmla="*/ 456 h 401"/>
                <a:gd name="T6" fmla="*/ 208 w 526"/>
                <a:gd name="T7" fmla="*/ 0 h 401"/>
                <a:gd name="T8" fmla="*/ 7208 w 526"/>
                <a:gd name="T9" fmla="*/ 0 h 401"/>
                <a:gd name="T10" fmla="*/ 8220 w 526"/>
                <a:gd name="T11" fmla="*/ 1250 h 401"/>
                <a:gd name="T12" fmla="*/ 8220 w 526"/>
                <a:gd name="T13" fmla="*/ 6518 h 401"/>
                <a:gd name="T14" fmla="*/ 7708 w 526"/>
                <a:gd name="T15" fmla="*/ 7598 h 401"/>
                <a:gd name="T16" fmla="*/ 7845 w 526"/>
                <a:gd name="T17" fmla="*/ 6992 h 4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6" h="401">
                  <a:moveTo>
                    <a:pt x="502" y="369"/>
                  </a:moveTo>
                  <a:cubicBezTo>
                    <a:pt x="502" y="90"/>
                    <a:pt x="502" y="90"/>
                    <a:pt x="502" y="90"/>
                  </a:cubicBezTo>
                  <a:cubicBezTo>
                    <a:pt x="502" y="54"/>
                    <a:pt x="473" y="24"/>
                    <a:pt x="436" y="24"/>
                  </a:cubicBezTo>
                  <a:cubicBezTo>
                    <a:pt x="436" y="24"/>
                    <a:pt x="0" y="0"/>
                    <a:pt x="13" y="0"/>
                  </a:cubicBezTo>
                  <a:cubicBezTo>
                    <a:pt x="461" y="0"/>
                    <a:pt x="461" y="0"/>
                    <a:pt x="461" y="0"/>
                  </a:cubicBezTo>
                  <a:cubicBezTo>
                    <a:pt x="497" y="0"/>
                    <a:pt x="526" y="30"/>
                    <a:pt x="526" y="66"/>
                  </a:cubicBezTo>
                  <a:cubicBezTo>
                    <a:pt x="526" y="344"/>
                    <a:pt x="526" y="344"/>
                    <a:pt x="526" y="344"/>
                  </a:cubicBezTo>
                  <a:cubicBezTo>
                    <a:pt x="526" y="369"/>
                    <a:pt x="513" y="390"/>
                    <a:pt x="493" y="401"/>
                  </a:cubicBezTo>
                  <a:cubicBezTo>
                    <a:pt x="499" y="392"/>
                    <a:pt x="502" y="380"/>
                    <a:pt x="502" y="369"/>
                  </a:cubicBezTo>
                  <a:close/>
                </a:path>
              </a:pathLst>
            </a:custGeom>
            <a:solidFill>
              <a:srgbClr val="798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1" name="Freeform 10">
              <a:extLst>
                <a:ext uri="{FF2B5EF4-FFF2-40B4-BE49-F238E27FC236}">
                  <a16:creationId xmlns:a16="http://schemas.microsoft.com/office/drawing/2014/main" id="{FBFB7E5D-AB90-4189-8CBA-65614B08E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516"/>
              <a:ext cx="1651" cy="1293"/>
            </a:xfrm>
            <a:custGeom>
              <a:avLst/>
              <a:gdLst>
                <a:gd name="T0" fmla="*/ 1313 w 660"/>
                <a:gd name="T1" fmla="*/ 0 h 485"/>
                <a:gd name="T2" fmla="*/ 0 w 660"/>
                <a:gd name="T3" fmla="*/ 1629 h 485"/>
                <a:gd name="T4" fmla="*/ 0 w 660"/>
                <a:gd name="T5" fmla="*/ 7563 h 485"/>
                <a:gd name="T6" fmla="*/ 1313 w 660"/>
                <a:gd name="T7" fmla="*/ 9190 h 485"/>
                <a:gd name="T8" fmla="*/ 8998 w 660"/>
                <a:gd name="T9" fmla="*/ 9190 h 485"/>
                <a:gd name="T10" fmla="*/ 10331 w 660"/>
                <a:gd name="T11" fmla="*/ 7563 h 485"/>
                <a:gd name="T12" fmla="*/ 10331 w 660"/>
                <a:gd name="T13" fmla="*/ 1629 h 485"/>
                <a:gd name="T14" fmla="*/ 8998 w 660"/>
                <a:gd name="T15" fmla="*/ 0 h 485"/>
                <a:gd name="T16" fmla="*/ 1313 w 660"/>
                <a:gd name="T17" fmla="*/ 0 h 4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0" h="485">
                  <a:moveTo>
                    <a:pt x="84" y="0"/>
                  </a:moveTo>
                  <a:cubicBezTo>
                    <a:pt x="38" y="0"/>
                    <a:pt x="0" y="38"/>
                    <a:pt x="0" y="86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446"/>
                    <a:pt x="38" y="485"/>
                    <a:pt x="84" y="485"/>
                  </a:cubicBezTo>
                  <a:cubicBezTo>
                    <a:pt x="575" y="485"/>
                    <a:pt x="575" y="485"/>
                    <a:pt x="575" y="485"/>
                  </a:cubicBezTo>
                  <a:cubicBezTo>
                    <a:pt x="622" y="485"/>
                    <a:pt x="660" y="446"/>
                    <a:pt x="660" y="399"/>
                  </a:cubicBezTo>
                  <a:cubicBezTo>
                    <a:pt x="660" y="86"/>
                    <a:pt x="660" y="86"/>
                    <a:pt x="660" y="86"/>
                  </a:cubicBezTo>
                  <a:cubicBezTo>
                    <a:pt x="660" y="38"/>
                    <a:pt x="622" y="0"/>
                    <a:pt x="575" y="0"/>
                  </a:cubicBezTo>
                  <a:lnTo>
                    <a:pt x="84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blank-spiral-notepad-illustration">
            <a:extLst>
              <a:ext uri="{FF2B5EF4-FFF2-40B4-BE49-F238E27FC236}">
                <a16:creationId xmlns:a16="http://schemas.microsoft.com/office/drawing/2014/main" id="{2793066E-71CF-4739-AD87-C5C5611C8708}"/>
              </a:ext>
            </a:extLst>
          </p:cNvPr>
          <p:cNvGrpSpPr>
            <a:grpSpLocks/>
          </p:cNvGrpSpPr>
          <p:nvPr/>
        </p:nvGrpSpPr>
        <p:grpSpPr bwMode="auto">
          <a:xfrm>
            <a:off x="2428875" y="4062413"/>
            <a:ext cx="1376363" cy="1681162"/>
            <a:chOff x="570" y="2559"/>
            <a:chExt cx="867" cy="1059"/>
          </a:xfrm>
        </p:grpSpPr>
        <p:sp>
          <p:nvSpPr>
            <p:cNvPr id="44452" name="Freeform 12">
              <a:extLst>
                <a:ext uri="{FF2B5EF4-FFF2-40B4-BE49-F238E27FC236}">
                  <a16:creationId xmlns:a16="http://schemas.microsoft.com/office/drawing/2014/main" id="{43BC732E-0CC1-45B6-9EBA-1FFE09C5F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614"/>
              <a:ext cx="867" cy="1004"/>
            </a:xfrm>
            <a:custGeom>
              <a:avLst/>
              <a:gdLst>
                <a:gd name="T0" fmla="*/ 1 w 1505"/>
                <a:gd name="T1" fmla="*/ 13 h 1740"/>
                <a:gd name="T2" fmla="*/ 15 w 1505"/>
                <a:gd name="T3" fmla="*/ 0 h 1740"/>
                <a:gd name="T4" fmla="*/ 260 w 1505"/>
                <a:gd name="T5" fmla="*/ 0 h 1740"/>
                <a:gd name="T6" fmla="*/ 287 w 1505"/>
                <a:gd name="T7" fmla="*/ 297 h 1740"/>
                <a:gd name="T8" fmla="*/ 271 w 1505"/>
                <a:gd name="T9" fmla="*/ 297 h 1740"/>
                <a:gd name="T10" fmla="*/ 278 w 1505"/>
                <a:gd name="T11" fmla="*/ 313 h 1740"/>
                <a:gd name="T12" fmla="*/ 268 w 1505"/>
                <a:gd name="T13" fmla="*/ 313 h 1740"/>
                <a:gd name="T14" fmla="*/ 268 w 1505"/>
                <a:gd name="T15" fmla="*/ 321 h 1740"/>
                <a:gd name="T16" fmla="*/ 251 w 1505"/>
                <a:gd name="T17" fmla="*/ 334 h 1740"/>
                <a:gd name="T18" fmla="*/ 0 w 1505"/>
                <a:gd name="T19" fmla="*/ 334 h 1740"/>
                <a:gd name="T20" fmla="*/ 1 w 1505"/>
                <a:gd name="T21" fmla="*/ 13 h 17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05" h="1740">
                  <a:moveTo>
                    <a:pt x="2" y="69"/>
                  </a:moveTo>
                  <a:cubicBezTo>
                    <a:pt x="79" y="0"/>
                    <a:pt x="79" y="0"/>
                    <a:pt x="79" y="0"/>
                  </a:cubicBezTo>
                  <a:cubicBezTo>
                    <a:pt x="1362" y="0"/>
                    <a:pt x="1362" y="0"/>
                    <a:pt x="1362" y="0"/>
                  </a:cubicBezTo>
                  <a:cubicBezTo>
                    <a:pt x="1362" y="0"/>
                    <a:pt x="1319" y="1302"/>
                    <a:pt x="1505" y="1546"/>
                  </a:cubicBezTo>
                  <a:cubicBezTo>
                    <a:pt x="1416" y="1546"/>
                    <a:pt x="1416" y="1546"/>
                    <a:pt x="1416" y="1546"/>
                  </a:cubicBezTo>
                  <a:cubicBezTo>
                    <a:pt x="1416" y="1546"/>
                    <a:pt x="1408" y="1596"/>
                    <a:pt x="1451" y="1631"/>
                  </a:cubicBezTo>
                  <a:cubicBezTo>
                    <a:pt x="1400" y="1631"/>
                    <a:pt x="1400" y="1631"/>
                    <a:pt x="1400" y="1631"/>
                  </a:cubicBezTo>
                  <a:cubicBezTo>
                    <a:pt x="1400" y="1674"/>
                    <a:pt x="1400" y="1674"/>
                    <a:pt x="1400" y="1674"/>
                  </a:cubicBezTo>
                  <a:cubicBezTo>
                    <a:pt x="1311" y="1740"/>
                    <a:pt x="1311" y="1740"/>
                    <a:pt x="1311" y="1740"/>
                  </a:cubicBezTo>
                  <a:cubicBezTo>
                    <a:pt x="0" y="1740"/>
                    <a:pt x="0" y="1740"/>
                    <a:pt x="0" y="1740"/>
                  </a:cubicBezTo>
                  <a:lnTo>
                    <a:pt x="2" y="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3" name="Oval 13">
              <a:extLst>
                <a:ext uri="{FF2B5EF4-FFF2-40B4-BE49-F238E27FC236}">
                  <a16:creationId xmlns:a16="http://schemas.microsoft.com/office/drawing/2014/main" id="{CB5EB8FB-78F4-42B9-93BA-35C7CDA6A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680"/>
              <a:ext cx="32" cy="32"/>
            </a:xfrm>
            <a:prstGeom prst="ellipse">
              <a:avLst/>
            </a:pr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54" name="Oval 14">
              <a:extLst>
                <a:ext uri="{FF2B5EF4-FFF2-40B4-BE49-F238E27FC236}">
                  <a16:creationId xmlns:a16="http://schemas.microsoft.com/office/drawing/2014/main" id="{075F8875-59CB-45EE-9C2E-B6E3C1E8A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680"/>
              <a:ext cx="32" cy="32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55" name="Freeform 15">
              <a:extLst>
                <a:ext uri="{FF2B5EF4-FFF2-40B4-BE49-F238E27FC236}">
                  <a16:creationId xmlns:a16="http://schemas.microsoft.com/office/drawing/2014/main" id="{3380875F-000A-4772-86D5-7EEB9F639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614"/>
              <a:ext cx="867" cy="1004"/>
            </a:xfrm>
            <a:custGeom>
              <a:avLst/>
              <a:gdLst>
                <a:gd name="T0" fmla="*/ 1 w 1505"/>
                <a:gd name="T1" fmla="*/ 13 h 1740"/>
                <a:gd name="T2" fmla="*/ 15 w 1505"/>
                <a:gd name="T3" fmla="*/ 0 h 1740"/>
                <a:gd name="T4" fmla="*/ 260 w 1505"/>
                <a:gd name="T5" fmla="*/ 0 h 1740"/>
                <a:gd name="T6" fmla="*/ 287 w 1505"/>
                <a:gd name="T7" fmla="*/ 297 h 1740"/>
                <a:gd name="T8" fmla="*/ 271 w 1505"/>
                <a:gd name="T9" fmla="*/ 297 h 1740"/>
                <a:gd name="T10" fmla="*/ 278 w 1505"/>
                <a:gd name="T11" fmla="*/ 313 h 1740"/>
                <a:gd name="T12" fmla="*/ 268 w 1505"/>
                <a:gd name="T13" fmla="*/ 313 h 1740"/>
                <a:gd name="T14" fmla="*/ 268 w 1505"/>
                <a:gd name="T15" fmla="*/ 321 h 1740"/>
                <a:gd name="T16" fmla="*/ 251 w 1505"/>
                <a:gd name="T17" fmla="*/ 334 h 1740"/>
                <a:gd name="T18" fmla="*/ 0 w 1505"/>
                <a:gd name="T19" fmla="*/ 334 h 1740"/>
                <a:gd name="T20" fmla="*/ 1 w 1505"/>
                <a:gd name="T21" fmla="*/ 13 h 17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05" h="1740">
                  <a:moveTo>
                    <a:pt x="2" y="69"/>
                  </a:moveTo>
                  <a:cubicBezTo>
                    <a:pt x="79" y="0"/>
                    <a:pt x="79" y="0"/>
                    <a:pt x="79" y="0"/>
                  </a:cubicBezTo>
                  <a:cubicBezTo>
                    <a:pt x="1362" y="0"/>
                    <a:pt x="1362" y="0"/>
                    <a:pt x="1362" y="0"/>
                  </a:cubicBezTo>
                  <a:cubicBezTo>
                    <a:pt x="1362" y="0"/>
                    <a:pt x="1319" y="1302"/>
                    <a:pt x="1505" y="1546"/>
                  </a:cubicBezTo>
                  <a:cubicBezTo>
                    <a:pt x="1416" y="1546"/>
                    <a:pt x="1416" y="1546"/>
                    <a:pt x="1416" y="1546"/>
                  </a:cubicBezTo>
                  <a:cubicBezTo>
                    <a:pt x="1416" y="1546"/>
                    <a:pt x="1408" y="1596"/>
                    <a:pt x="1451" y="1631"/>
                  </a:cubicBezTo>
                  <a:cubicBezTo>
                    <a:pt x="1400" y="1631"/>
                    <a:pt x="1400" y="1631"/>
                    <a:pt x="1400" y="1631"/>
                  </a:cubicBezTo>
                  <a:cubicBezTo>
                    <a:pt x="1400" y="1674"/>
                    <a:pt x="1400" y="1674"/>
                    <a:pt x="1400" y="1674"/>
                  </a:cubicBezTo>
                  <a:cubicBezTo>
                    <a:pt x="1311" y="1740"/>
                    <a:pt x="1311" y="1740"/>
                    <a:pt x="1311" y="1740"/>
                  </a:cubicBezTo>
                  <a:cubicBezTo>
                    <a:pt x="0" y="1740"/>
                    <a:pt x="0" y="1740"/>
                    <a:pt x="0" y="1740"/>
                  </a:cubicBezTo>
                  <a:lnTo>
                    <a:pt x="2" y="69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6" name="Freeform 16">
              <a:extLst>
                <a:ext uri="{FF2B5EF4-FFF2-40B4-BE49-F238E27FC236}">
                  <a16:creationId xmlns:a16="http://schemas.microsoft.com/office/drawing/2014/main" id="{2D5F92F9-6B26-445D-BAAC-2415DFDC0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614"/>
              <a:ext cx="770" cy="892"/>
            </a:xfrm>
            <a:custGeom>
              <a:avLst/>
              <a:gdLst>
                <a:gd name="T0" fmla="*/ 255 w 1337"/>
                <a:gd name="T1" fmla="*/ 297 h 1546"/>
                <a:gd name="T2" fmla="*/ 26 w 1337"/>
                <a:gd name="T3" fmla="*/ 297 h 1546"/>
                <a:gd name="T4" fmla="*/ 0 w 1337"/>
                <a:gd name="T5" fmla="*/ 207 h 1546"/>
                <a:gd name="T6" fmla="*/ 0 w 1337"/>
                <a:gd name="T7" fmla="*/ 0 h 15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7" h="1546">
                  <a:moveTo>
                    <a:pt x="1337" y="1546"/>
                  </a:moveTo>
                  <a:cubicBezTo>
                    <a:pt x="136" y="1546"/>
                    <a:pt x="136" y="1546"/>
                    <a:pt x="136" y="1546"/>
                  </a:cubicBezTo>
                  <a:cubicBezTo>
                    <a:pt x="136" y="1546"/>
                    <a:pt x="0" y="1414"/>
                    <a:pt x="0" y="1077"/>
                  </a:cubicBezTo>
                  <a:cubicBezTo>
                    <a:pt x="0" y="740"/>
                    <a:pt x="0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7" name="Freeform 17">
              <a:extLst>
                <a:ext uri="{FF2B5EF4-FFF2-40B4-BE49-F238E27FC236}">
                  <a16:creationId xmlns:a16="http://schemas.microsoft.com/office/drawing/2014/main" id="{6BDA92AE-7513-4AF0-A5F0-FDE554C2B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270"/>
              <a:ext cx="765" cy="285"/>
            </a:xfrm>
            <a:custGeom>
              <a:avLst/>
              <a:gdLst>
                <a:gd name="T0" fmla="*/ 254 w 1328"/>
                <a:gd name="T1" fmla="*/ 95 h 494"/>
                <a:gd name="T2" fmla="*/ 12 w 1328"/>
                <a:gd name="T3" fmla="*/ 95 h 494"/>
                <a:gd name="T4" fmla="*/ 2 w 1328"/>
                <a:gd name="T5" fmla="*/ 0 h 4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8" h="494">
                  <a:moveTo>
                    <a:pt x="1328" y="494"/>
                  </a:moveTo>
                  <a:cubicBezTo>
                    <a:pt x="65" y="494"/>
                    <a:pt x="65" y="494"/>
                    <a:pt x="65" y="494"/>
                  </a:cubicBezTo>
                  <a:cubicBezTo>
                    <a:pt x="65" y="494"/>
                    <a:pt x="0" y="289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8" name="Freeform 18">
              <a:extLst>
                <a:ext uri="{FF2B5EF4-FFF2-40B4-BE49-F238E27FC236}">
                  <a16:creationId xmlns:a16="http://schemas.microsoft.com/office/drawing/2014/main" id="{CE3EF119-F508-436D-B1E1-761C904C5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3321"/>
              <a:ext cx="761" cy="259"/>
            </a:xfrm>
            <a:custGeom>
              <a:avLst/>
              <a:gdLst>
                <a:gd name="T0" fmla="*/ 761 w 761"/>
                <a:gd name="T1" fmla="*/ 259 h 259"/>
                <a:gd name="T2" fmla="*/ 0 w 761"/>
                <a:gd name="T3" fmla="*/ 259 h 259"/>
                <a:gd name="T4" fmla="*/ 0 w 761"/>
                <a:gd name="T5" fmla="*/ 0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1" h="259">
                  <a:moveTo>
                    <a:pt x="761" y="259"/>
                  </a:moveTo>
                  <a:lnTo>
                    <a:pt x="0" y="259"/>
                  </a:lnTo>
                  <a:lnTo>
                    <a:pt x="0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9" name="Line 19">
              <a:extLst>
                <a:ext uri="{FF2B5EF4-FFF2-40B4-BE49-F238E27FC236}">
                  <a16:creationId xmlns:a16="http://schemas.microsoft.com/office/drawing/2014/main" id="{8100DDDC-2187-49E9-85FF-8D1B87ECCF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0" y="3580"/>
              <a:ext cx="45" cy="38"/>
            </a:xfrm>
            <a:prstGeom prst="lin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0" name="Freeform 20">
              <a:extLst>
                <a:ext uri="{FF2B5EF4-FFF2-40B4-BE49-F238E27FC236}">
                  <a16:creationId xmlns:a16="http://schemas.microsoft.com/office/drawing/2014/main" id="{66F2F1B3-6576-4417-9DB5-D58F071B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5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1" name="Freeform 21">
              <a:extLst>
                <a:ext uri="{FF2B5EF4-FFF2-40B4-BE49-F238E27FC236}">
                  <a16:creationId xmlns:a16="http://schemas.microsoft.com/office/drawing/2014/main" id="{2D5D5D06-61AE-490C-A924-0AD929DC5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6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2" name="Freeform 22">
              <a:extLst>
                <a:ext uri="{FF2B5EF4-FFF2-40B4-BE49-F238E27FC236}">
                  <a16:creationId xmlns:a16="http://schemas.microsoft.com/office/drawing/2014/main" id="{68A6ACBD-924E-4FD6-AC2F-BBB86C0D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559"/>
              <a:ext cx="87" cy="126"/>
            </a:xfrm>
            <a:custGeom>
              <a:avLst/>
              <a:gdLst>
                <a:gd name="T0" fmla="*/ 0 w 151"/>
                <a:gd name="T1" fmla="*/ 5 h 218"/>
                <a:gd name="T2" fmla="*/ 22 w 151"/>
                <a:gd name="T3" fmla="*/ 18 h 218"/>
                <a:gd name="T4" fmla="*/ 14 w 151"/>
                <a:gd name="T5" fmla="*/ 42 h 218"/>
                <a:gd name="T6" fmla="*/ 23 w 151"/>
                <a:gd name="T7" fmla="*/ 18 h 218"/>
                <a:gd name="T8" fmla="*/ 0 w 151"/>
                <a:gd name="T9" fmla="*/ 5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8">
                  <a:moveTo>
                    <a:pt x="0" y="24"/>
                  </a:moveTo>
                  <a:cubicBezTo>
                    <a:pt x="0" y="24"/>
                    <a:pt x="79" y="2"/>
                    <a:pt x="116" y="91"/>
                  </a:cubicBezTo>
                  <a:cubicBezTo>
                    <a:pt x="150" y="172"/>
                    <a:pt x="77" y="218"/>
                    <a:pt x="77" y="218"/>
                  </a:cubicBezTo>
                  <a:cubicBezTo>
                    <a:pt x="77" y="218"/>
                    <a:pt x="151" y="173"/>
                    <a:pt x="120" y="91"/>
                  </a:cubicBezTo>
                  <a:cubicBezTo>
                    <a:pt x="85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3" name="Oval 23">
              <a:extLst>
                <a:ext uri="{FF2B5EF4-FFF2-40B4-BE49-F238E27FC236}">
                  <a16:creationId xmlns:a16="http://schemas.microsoft.com/office/drawing/2014/main" id="{B08077E2-616D-4657-8AD8-8FCF721BC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680"/>
              <a:ext cx="32" cy="32"/>
            </a:xfrm>
            <a:prstGeom prst="ellipse">
              <a:avLst/>
            </a:pr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64" name="Oval 24">
              <a:extLst>
                <a:ext uri="{FF2B5EF4-FFF2-40B4-BE49-F238E27FC236}">
                  <a16:creationId xmlns:a16="http://schemas.microsoft.com/office/drawing/2014/main" id="{00369893-4C7B-406C-B02D-55619C502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680"/>
              <a:ext cx="32" cy="32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65" name="Freeform 25">
              <a:extLst>
                <a:ext uri="{FF2B5EF4-FFF2-40B4-BE49-F238E27FC236}">
                  <a16:creationId xmlns:a16="http://schemas.microsoft.com/office/drawing/2014/main" id="{5FEF035B-D1D5-4EBA-8246-765668199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5" y="0"/>
                  </a:moveTo>
                  <a:cubicBezTo>
                    <a:pt x="61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5" y="22"/>
                  </a:cubicBezTo>
                  <a:cubicBezTo>
                    <a:pt x="169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5" y="221"/>
                    <a:pt x="115" y="228"/>
                  </a:cubicBezTo>
                  <a:cubicBezTo>
                    <a:pt x="115" y="235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1" y="0"/>
                    <a:pt x="115" y="0"/>
                  </a:cubicBezTo>
                  <a:close/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Freeform 26">
              <a:extLst>
                <a:ext uri="{FF2B5EF4-FFF2-40B4-BE49-F238E27FC236}">
                  <a16:creationId xmlns:a16="http://schemas.microsoft.com/office/drawing/2014/main" id="{F444780C-B27F-4646-AF27-54B2CFE4E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5" y="0"/>
                  </a:moveTo>
                  <a:cubicBezTo>
                    <a:pt x="61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5" y="22"/>
                  </a:cubicBezTo>
                  <a:cubicBezTo>
                    <a:pt x="169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5" y="221"/>
                    <a:pt x="115" y="228"/>
                  </a:cubicBezTo>
                  <a:cubicBezTo>
                    <a:pt x="115" y="236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1" y="0"/>
                    <a:pt x="115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7" name="Freeform 27">
              <a:extLst>
                <a:ext uri="{FF2B5EF4-FFF2-40B4-BE49-F238E27FC236}">
                  <a16:creationId xmlns:a16="http://schemas.microsoft.com/office/drawing/2014/main" id="{D5D745A5-43AE-4E08-827A-A935079EA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559"/>
              <a:ext cx="87" cy="126"/>
            </a:xfrm>
            <a:custGeom>
              <a:avLst/>
              <a:gdLst>
                <a:gd name="T0" fmla="*/ 0 w 151"/>
                <a:gd name="T1" fmla="*/ 5 h 218"/>
                <a:gd name="T2" fmla="*/ 22 w 151"/>
                <a:gd name="T3" fmla="*/ 18 h 218"/>
                <a:gd name="T4" fmla="*/ 14 w 151"/>
                <a:gd name="T5" fmla="*/ 42 h 218"/>
                <a:gd name="T6" fmla="*/ 23 w 151"/>
                <a:gd name="T7" fmla="*/ 18 h 218"/>
                <a:gd name="T8" fmla="*/ 0 w 151"/>
                <a:gd name="T9" fmla="*/ 5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8">
                  <a:moveTo>
                    <a:pt x="0" y="24"/>
                  </a:moveTo>
                  <a:cubicBezTo>
                    <a:pt x="0" y="24"/>
                    <a:pt x="79" y="2"/>
                    <a:pt x="116" y="91"/>
                  </a:cubicBezTo>
                  <a:cubicBezTo>
                    <a:pt x="150" y="172"/>
                    <a:pt x="77" y="218"/>
                    <a:pt x="77" y="218"/>
                  </a:cubicBezTo>
                  <a:cubicBezTo>
                    <a:pt x="77" y="218"/>
                    <a:pt x="151" y="173"/>
                    <a:pt x="120" y="91"/>
                  </a:cubicBezTo>
                  <a:cubicBezTo>
                    <a:pt x="86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Oval 28">
              <a:extLst>
                <a:ext uri="{FF2B5EF4-FFF2-40B4-BE49-F238E27FC236}">
                  <a16:creationId xmlns:a16="http://schemas.microsoft.com/office/drawing/2014/main" id="{43A49EE9-DC1B-4333-A0EC-4F0A2EAD7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" y="2680"/>
              <a:ext cx="32" cy="32"/>
            </a:xfrm>
            <a:prstGeom prst="ellipse">
              <a:avLst/>
            </a:pr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69" name="Oval 29">
              <a:extLst>
                <a:ext uri="{FF2B5EF4-FFF2-40B4-BE49-F238E27FC236}">
                  <a16:creationId xmlns:a16="http://schemas.microsoft.com/office/drawing/2014/main" id="{77D1B7C0-9EFF-4158-A055-DFDB7023D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" y="2680"/>
              <a:ext cx="32" cy="32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70" name="Freeform 30">
              <a:extLst>
                <a:ext uri="{FF2B5EF4-FFF2-40B4-BE49-F238E27FC236}">
                  <a16:creationId xmlns:a16="http://schemas.microsoft.com/office/drawing/2014/main" id="{D46778D2-7839-4541-879F-CA188704E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565"/>
              <a:ext cx="134" cy="138"/>
            </a:xfrm>
            <a:custGeom>
              <a:avLst/>
              <a:gdLst>
                <a:gd name="T0" fmla="*/ 21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1 w 234"/>
                <a:gd name="T7" fmla="*/ 5 h 239"/>
                <a:gd name="T8" fmla="*/ 40 w 234"/>
                <a:gd name="T9" fmla="*/ 23 h 239"/>
                <a:gd name="T10" fmla="*/ 22 w 234"/>
                <a:gd name="T11" fmla="*/ 42 h 239"/>
                <a:gd name="T12" fmla="*/ 21 w 234"/>
                <a:gd name="T13" fmla="*/ 44 h 239"/>
                <a:gd name="T14" fmla="*/ 22 w 234"/>
                <a:gd name="T15" fmla="*/ 46 h 239"/>
                <a:gd name="T16" fmla="*/ 44 w 234"/>
                <a:gd name="T17" fmla="*/ 23 h 239"/>
                <a:gd name="T18" fmla="*/ 21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2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0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5"/>
                    <a:pt x="119" y="239"/>
                    <a:pt x="119" y="239"/>
                  </a:cubicBezTo>
                  <a:cubicBezTo>
                    <a:pt x="182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1" name="Freeform 31">
              <a:extLst>
                <a:ext uri="{FF2B5EF4-FFF2-40B4-BE49-F238E27FC236}">
                  <a16:creationId xmlns:a16="http://schemas.microsoft.com/office/drawing/2014/main" id="{742D1453-E6AA-4C20-A726-A21D2C2BC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565"/>
              <a:ext cx="134" cy="138"/>
            </a:xfrm>
            <a:custGeom>
              <a:avLst/>
              <a:gdLst>
                <a:gd name="T0" fmla="*/ 21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1 w 234"/>
                <a:gd name="T7" fmla="*/ 5 h 239"/>
                <a:gd name="T8" fmla="*/ 40 w 234"/>
                <a:gd name="T9" fmla="*/ 23 h 239"/>
                <a:gd name="T10" fmla="*/ 22 w 234"/>
                <a:gd name="T11" fmla="*/ 42 h 239"/>
                <a:gd name="T12" fmla="*/ 21 w 234"/>
                <a:gd name="T13" fmla="*/ 44 h 239"/>
                <a:gd name="T14" fmla="*/ 22 w 234"/>
                <a:gd name="T15" fmla="*/ 46 h 239"/>
                <a:gd name="T16" fmla="*/ 44 w 234"/>
                <a:gd name="T17" fmla="*/ 23 h 239"/>
                <a:gd name="T18" fmla="*/ 21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2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0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6"/>
                    <a:pt x="119" y="239"/>
                    <a:pt x="119" y="239"/>
                  </a:cubicBezTo>
                  <a:cubicBezTo>
                    <a:pt x="182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2" name="Freeform 32">
              <a:extLst>
                <a:ext uri="{FF2B5EF4-FFF2-40B4-BE49-F238E27FC236}">
                  <a16:creationId xmlns:a16="http://schemas.microsoft.com/office/drawing/2014/main" id="{AFE68F40-BDDE-4F06-A802-8A745225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559"/>
              <a:ext cx="87" cy="126"/>
            </a:xfrm>
            <a:custGeom>
              <a:avLst/>
              <a:gdLst>
                <a:gd name="T0" fmla="*/ 0 w 151"/>
                <a:gd name="T1" fmla="*/ 5 h 218"/>
                <a:gd name="T2" fmla="*/ 22 w 151"/>
                <a:gd name="T3" fmla="*/ 18 h 218"/>
                <a:gd name="T4" fmla="*/ 14 w 151"/>
                <a:gd name="T5" fmla="*/ 42 h 218"/>
                <a:gd name="T6" fmla="*/ 23 w 151"/>
                <a:gd name="T7" fmla="*/ 18 h 218"/>
                <a:gd name="T8" fmla="*/ 0 w 151"/>
                <a:gd name="T9" fmla="*/ 5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8">
                  <a:moveTo>
                    <a:pt x="0" y="24"/>
                  </a:moveTo>
                  <a:cubicBezTo>
                    <a:pt x="0" y="24"/>
                    <a:pt x="78" y="2"/>
                    <a:pt x="116" y="91"/>
                  </a:cubicBezTo>
                  <a:cubicBezTo>
                    <a:pt x="150" y="172"/>
                    <a:pt x="76" y="218"/>
                    <a:pt x="76" y="218"/>
                  </a:cubicBezTo>
                  <a:cubicBezTo>
                    <a:pt x="76" y="218"/>
                    <a:pt x="151" y="173"/>
                    <a:pt x="120" y="91"/>
                  </a:cubicBezTo>
                  <a:cubicBezTo>
                    <a:pt x="85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3" name="Oval 33">
              <a:extLst>
                <a:ext uri="{FF2B5EF4-FFF2-40B4-BE49-F238E27FC236}">
                  <a16:creationId xmlns:a16="http://schemas.microsoft.com/office/drawing/2014/main" id="{1D76E2F5-1BE8-479F-A7EB-8AFFA408A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680"/>
              <a:ext cx="33" cy="32"/>
            </a:xfrm>
            <a:prstGeom prst="ellipse">
              <a:avLst/>
            </a:pr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74" name="Oval 34">
              <a:extLst>
                <a:ext uri="{FF2B5EF4-FFF2-40B4-BE49-F238E27FC236}">
                  <a16:creationId xmlns:a16="http://schemas.microsoft.com/office/drawing/2014/main" id="{E804E6A9-0E4E-402C-8AD1-ACD05A2DF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680"/>
              <a:ext cx="33" cy="32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75" name="Freeform 35">
              <a:extLst>
                <a:ext uri="{FF2B5EF4-FFF2-40B4-BE49-F238E27FC236}">
                  <a16:creationId xmlns:a16="http://schemas.microsoft.com/office/drawing/2014/main" id="{19C42EE1-2662-492B-B81A-13F26A6C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5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6" name="Freeform 36">
              <a:extLst>
                <a:ext uri="{FF2B5EF4-FFF2-40B4-BE49-F238E27FC236}">
                  <a16:creationId xmlns:a16="http://schemas.microsoft.com/office/drawing/2014/main" id="{9A016432-E669-4BEE-B6CA-418AE03B6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6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7" name="Freeform 37">
              <a:extLst>
                <a:ext uri="{FF2B5EF4-FFF2-40B4-BE49-F238E27FC236}">
                  <a16:creationId xmlns:a16="http://schemas.microsoft.com/office/drawing/2014/main" id="{42DE79F2-232D-4700-B35B-479FCE50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559"/>
              <a:ext cx="87" cy="126"/>
            </a:xfrm>
            <a:custGeom>
              <a:avLst/>
              <a:gdLst>
                <a:gd name="T0" fmla="*/ 0 w 151"/>
                <a:gd name="T1" fmla="*/ 5 h 218"/>
                <a:gd name="T2" fmla="*/ 22 w 151"/>
                <a:gd name="T3" fmla="*/ 18 h 218"/>
                <a:gd name="T4" fmla="*/ 14 w 151"/>
                <a:gd name="T5" fmla="*/ 42 h 218"/>
                <a:gd name="T6" fmla="*/ 23 w 151"/>
                <a:gd name="T7" fmla="*/ 18 h 218"/>
                <a:gd name="T8" fmla="*/ 0 w 151"/>
                <a:gd name="T9" fmla="*/ 5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8">
                  <a:moveTo>
                    <a:pt x="0" y="24"/>
                  </a:moveTo>
                  <a:cubicBezTo>
                    <a:pt x="0" y="24"/>
                    <a:pt x="79" y="2"/>
                    <a:pt x="116" y="91"/>
                  </a:cubicBezTo>
                  <a:cubicBezTo>
                    <a:pt x="150" y="172"/>
                    <a:pt x="77" y="218"/>
                    <a:pt x="77" y="218"/>
                  </a:cubicBezTo>
                  <a:cubicBezTo>
                    <a:pt x="77" y="218"/>
                    <a:pt x="151" y="173"/>
                    <a:pt x="120" y="91"/>
                  </a:cubicBezTo>
                  <a:cubicBezTo>
                    <a:pt x="85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8" name="Oval 38">
              <a:extLst>
                <a:ext uri="{FF2B5EF4-FFF2-40B4-BE49-F238E27FC236}">
                  <a16:creationId xmlns:a16="http://schemas.microsoft.com/office/drawing/2014/main" id="{98926270-5C61-43E0-B590-3AAB5610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" y="2680"/>
              <a:ext cx="33" cy="32"/>
            </a:xfrm>
            <a:prstGeom prst="ellipse">
              <a:avLst/>
            </a:pr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79" name="Oval 39">
              <a:extLst>
                <a:ext uri="{FF2B5EF4-FFF2-40B4-BE49-F238E27FC236}">
                  <a16:creationId xmlns:a16="http://schemas.microsoft.com/office/drawing/2014/main" id="{625ED73D-3999-4019-866C-8A93FDEE9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" y="2680"/>
              <a:ext cx="33" cy="32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80" name="Freeform 40">
              <a:extLst>
                <a:ext uri="{FF2B5EF4-FFF2-40B4-BE49-F238E27FC236}">
                  <a16:creationId xmlns:a16="http://schemas.microsoft.com/office/drawing/2014/main" id="{51340A42-30A1-4339-A2CC-BCC9BF98B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5" y="0"/>
                  </a:moveTo>
                  <a:cubicBezTo>
                    <a:pt x="61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5" y="22"/>
                  </a:cubicBezTo>
                  <a:cubicBezTo>
                    <a:pt x="169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5" y="221"/>
                    <a:pt x="115" y="228"/>
                  </a:cubicBezTo>
                  <a:cubicBezTo>
                    <a:pt x="115" y="235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1" y="0"/>
                    <a:pt x="115" y="0"/>
                  </a:cubicBezTo>
                  <a:close/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1" name="Freeform 41">
              <a:extLst>
                <a:ext uri="{FF2B5EF4-FFF2-40B4-BE49-F238E27FC236}">
                  <a16:creationId xmlns:a16="http://schemas.microsoft.com/office/drawing/2014/main" id="{6FCB4205-5AD2-43EB-ACDE-E9F39F53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5" y="0"/>
                  </a:moveTo>
                  <a:cubicBezTo>
                    <a:pt x="61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5" y="22"/>
                  </a:cubicBezTo>
                  <a:cubicBezTo>
                    <a:pt x="169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5" y="221"/>
                    <a:pt x="115" y="228"/>
                  </a:cubicBezTo>
                  <a:cubicBezTo>
                    <a:pt x="115" y="236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1" y="0"/>
                    <a:pt x="115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2" name="Freeform 42">
              <a:extLst>
                <a:ext uri="{FF2B5EF4-FFF2-40B4-BE49-F238E27FC236}">
                  <a16:creationId xmlns:a16="http://schemas.microsoft.com/office/drawing/2014/main" id="{8FFE6740-A161-43FB-95ED-DF4EB00AA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559"/>
              <a:ext cx="87" cy="126"/>
            </a:xfrm>
            <a:custGeom>
              <a:avLst/>
              <a:gdLst>
                <a:gd name="T0" fmla="*/ 0 w 151"/>
                <a:gd name="T1" fmla="*/ 5 h 218"/>
                <a:gd name="T2" fmla="*/ 22 w 151"/>
                <a:gd name="T3" fmla="*/ 18 h 218"/>
                <a:gd name="T4" fmla="*/ 14 w 151"/>
                <a:gd name="T5" fmla="*/ 42 h 218"/>
                <a:gd name="T6" fmla="*/ 23 w 151"/>
                <a:gd name="T7" fmla="*/ 18 h 218"/>
                <a:gd name="T8" fmla="*/ 0 w 151"/>
                <a:gd name="T9" fmla="*/ 5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8">
                  <a:moveTo>
                    <a:pt x="0" y="24"/>
                  </a:moveTo>
                  <a:cubicBezTo>
                    <a:pt x="0" y="24"/>
                    <a:pt x="79" y="2"/>
                    <a:pt x="116" y="91"/>
                  </a:cubicBezTo>
                  <a:cubicBezTo>
                    <a:pt x="151" y="172"/>
                    <a:pt x="77" y="218"/>
                    <a:pt x="77" y="218"/>
                  </a:cubicBezTo>
                  <a:cubicBezTo>
                    <a:pt x="77" y="218"/>
                    <a:pt x="151" y="173"/>
                    <a:pt x="120" y="91"/>
                  </a:cubicBezTo>
                  <a:cubicBezTo>
                    <a:pt x="86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3" name="Oval 43">
              <a:extLst>
                <a:ext uri="{FF2B5EF4-FFF2-40B4-BE49-F238E27FC236}">
                  <a16:creationId xmlns:a16="http://schemas.microsoft.com/office/drawing/2014/main" id="{5E0242D1-466F-43CD-9FF4-E840202E2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" y="2680"/>
              <a:ext cx="32" cy="32"/>
            </a:xfrm>
            <a:prstGeom prst="ellipse">
              <a:avLst/>
            </a:pr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84" name="Oval 44">
              <a:extLst>
                <a:ext uri="{FF2B5EF4-FFF2-40B4-BE49-F238E27FC236}">
                  <a16:creationId xmlns:a16="http://schemas.microsoft.com/office/drawing/2014/main" id="{5A114641-DB80-4B10-9F7E-C0AE12E0F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" y="2680"/>
              <a:ext cx="32" cy="32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85" name="Freeform 45">
              <a:extLst>
                <a:ext uri="{FF2B5EF4-FFF2-40B4-BE49-F238E27FC236}">
                  <a16:creationId xmlns:a16="http://schemas.microsoft.com/office/drawing/2014/main" id="{E6FE5A38-1A84-43B3-9C37-6085C214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2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0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5"/>
                    <a:pt x="119" y="239"/>
                    <a:pt x="119" y="239"/>
                  </a:cubicBezTo>
                  <a:cubicBezTo>
                    <a:pt x="182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6" name="Freeform 46">
              <a:extLst>
                <a:ext uri="{FF2B5EF4-FFF2-40B4-BE49-F238E27FC236}">
                  <a16:creationId xmlns:a16="http://schemas.microsoft.com/office/drawing/2014/main" id="{7749306F-765B-4E1D-947F-8EC5805D4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2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0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6"/>
                    <a:pt x="119" y="239"/>
                    <a:pt x="119" y="239"/>
                  </a:cubicBezTo>
                  <a:cubicBezTo>
                    <a:pt x="182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7" name="Freeform 47">
              <a:extLst>
                <a:ext uri="{FF2B5EF4-FFF2-40B4-BE49-F238E27FC236}">
                  <a16:creationId xmlns:a16="http://schemas.microsoft.com/office/drawing/2014/main" id="{2DE7B76A-FB92-4B25-95A5-D1B08F744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559"/>
              <a:ext cx="87" cy="126"/>
            </a:xfrm>
            <a:custGeom>
              <a:avLst/>
              <a:gdLst>
                <a:gd name="T0" fmla="*/ 0 w 151"/>
                <a:gd name="T1" fmla="*/ 5 h 218"/>
                <a:gd name="T2" fmla="*/ 22 w 151"/>
                <a:gd name="T3" fmla="*/ 18 h 218"/>
                <a:gd name="T4" fmla="*/ 14 w 151"/>
                <a:gd name="T5" fmla="*/ 42 h 218"/>
                <a:gd name="T6" fmla="*/ 23 w 151"/>
                <a:gd name="T7" fmla="*/ 18 h 218"/>
                <a:gd name="T8" fmla="*/ 0 w 151"/>
                <a:gd name="T9" fmla="*/ 5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8">
                  <a:moveTo>
                    <a:pt x="0" y="24"/>
                  </a:moveTo>
                  <a:cubicBezTo>
                    <a:pt x="0" y="24"/>
                    <a:pt x="78" y="2"/>
                    <a:pt x="116" y="91"/>
                  </a:cubicBezTo>
                  <a:cubicBezTo>
                    <a:pt x="150" y="172"/>
                    <a:pt x="76" y="218"/>
                    <a:pt x="76" y="218"/>
                  </a:cubicBezTo>
                  <a:cubicBezTo>
                    <a:pt x="76" y="218"/>
                    <a:pt x="151" y="173"/>
                    <a:pt x="120" y="91"/>
                  </a:cubicBezTo>
                  <a:cubicBezTo>
                    <a:pt x="85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8" name="Oval 48">
              <a:extLst>
                <a:ext uri="{FF2B5EF4-FFF2-40B4-BE49-F238E27FC236}">
                  <a16:creationId xmlns:a16="http://schemas.microsoft.com/office/drawing/2014/main" id="{B11BF322-DCB8-4A89-9856-60E34C588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680"/>
              <a:ext cx="32" cy="32"/>
            </a:xfrm>
            <a:prstGeom prst="ellipse">
              <a:avLst/>
            </a:pr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89" name="Oval 49">
              <a:extLst>
                <a:ext uri="{FF2B5EF4-FFF2-40B4-BE49-F238E27FC236}">
                  <a16:creationId xmlns:a16="http://schemas.microsoft.com/office/drawing/2014/main" id="{4FCA9B04-5F6D-405A-BD4A-6E85A3633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680"/>
              <a:ext cx="32" cy="32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90" name="Freeform 50">
              <a:extLst>
                <a:ext uri="{FF2B5EF4-FFF2-40B4-BE49-F238E27FC236}">
                  <a16:creationId xmlns:a16="http://schemas.microsoft.com/office/drawing/2014/main" id="{E66E274D-5E71-4E30-9C5F-7F03C802D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5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1" name="Freeform 51">
              <a:extLst>
                <a:ext uri="{FF2B5EF4-FFF2-40B4-BE49-F238E27FC236}">
                  <a16:creationId xmlns:a16="http://schemas.microsoft.com/office/drawing/2014/main" id="{F864E90C-F6B0-4416-AACF-2BD1DECD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4" y="0"/>
                  </a:moveTo>
                  <a:cubicBezTo>
                    <a:pt x="60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4" y="22"/>
                  </a:cubicBezTo>
                  <a:cubicBezTo>
                    <a:pt x="168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4" y="221"/>
                    <a:pt x="114" y="228"/>
                  </a:cubicBezTo>
                  <a:cubicBezTo>
                    <a:pt x="114" y="236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0" y="0"/>
                    <a:pt x="114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2" name="Freeform 52">
              <a:extLst>
                <a:ext uri="{FF2B5EF4-FFF2-40B4-BE49-F238E27FC236}">
                  <a16:creationId xmlns:a16="http://schemas.microsoft.com/office/drawing/2014/main" id="{5F53DB35-0A35-4DAC-8E19-9012E55C4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559"/>
              <a:ext cx="87" cy="126"/>
            </a:xfrm>
            <a:custGeom>
              <a:avLst/>
              <a:gdLst>
                <a:gd name="T0" fmla="*/ 0 w 151"/>
                <a:gd name="T1" fmla="*/ 5 h 218"/>
                <a:gd name="T2" fmla="*/ 22 w 151"/>
                <a:gd name="T3" fmla="*/ 18 h 218"/>
                <a:gd name="T4" fmla="*/ 14 w 151"/>
                <a:gd name="T5" fmla="*/ 42 h 218"/>
                <a:gd name="T6" fmla="*/ 23 w 151"/>
                <a:gd name="T7" fmla="*/ 18 h 218"/>
                <a:gd name="T8" fmla="*/ 0 w 151"/>
                <a:gd name="T9" fmla="*/ 5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8">
                  <a:moveTo>
                    <a:pt x="0" y="24"/>
                  </a:moveTo>
                  <a:cubicBezTo>
                    <a:pt x="0" y="24"/>
                    <a:pt x="79" y="2"/>
                    <a:pt x="116" y="91"/>
                  </a:cubicBezTo>
                  <a:cubicBezTo>
                    <a:pt x="150" y="172"/>
                    <a:pt x="77" y="218"/>
                    <a:pt x="77" y="218"/>
                  </a:cubicBezTo>
                  <a:cubicBezTo>
                    <a:pt x="77" y="218"/>
                    <a:pt x="151" y="173"/>
                    <a:pt x="120" y="91"/>
                  </a:cubicBezTo>
                  <a:cubicBezTo>
                    <a:pt x="85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3" name="Oval 53">
              <a:extLst>
                <a:ext uri="{FF2B5EF4-FFF2-40B4-BE49-F238E27FC236}">
                  <a16:creationId xmlns:a16="http://schemas.microsoft.com/office/drawing/2014/main" id="{7B570143-F098-424F-861D-B8C70D48D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" y="2680"/>
              <a:ext cx="32" cy="32"/>
            </a:xfrm>
            <a:prstGeom prst="ellipse">
              <a:avLst/>
            </a:pr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94" name="Oval 54">
              <a:extLst>
                <a:ext uri="{FF2B5EF4-FFF2-40B4-BE49-F238E27FC236}">
                  <a16:creationId xmlns:a16="http://schemas.microsoft.com/office/drawing/2014/main" id="{2FF79C92-D9D7-451A-95AF-51149AC1F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" y="2680"/>
              <a:ext cx="32" cy="32"/>
            </a:xfrm>
            <a:prstGeom prst="ellipse">
              <a:avLst/>
            </a:prstGeom>
            <a:noFill/>
            <a:ln w="15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495" name="Freeform 55">
              <a:extLst>
                <a:ext uri="{FF2B5EF4-FFF2-40B4-BE49-F238E27FC236}">
                  <a16:creationId xmlns:a16="http://schemas.microsoft.com/office/drawing/2014/main" id="{68CEF100-BA01-4485-BA90-D9BF2BBC1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5" y="0"/>
                  </a:moveTo>
                  <a:cubicBezTo>
                    <a:pt x="61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5" y="22"/>
                  </a:cubicBezTo>
                  <a:cubicBezTo>
                    <a:pt x="169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5" y="221"/>
                    <a:pt x="115" y="228"/>
                  </a:cubicBezTo>
                  <a:cubicBezTo>
                    <a:pt x="115" y="235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1" y="0"/>
                    <a:pt x="115" y="0"/>
                  </a:cubicBezTo>
                  <a:close/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6" name="Freeform 56">
              <a:extLst>
                <a:ext uri="{FF2B5EF4-FFF2-40B4-BE49-F238E27FC236}">
                  <a16:creationId xmlns:a16="http://schemas.microsoft.com/office/drawing/2014/main" id="{58CB150A-6F39-4191-BF8E-998267A7D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565"/>
              <a:ext cx="135" cy="138"/>
            </a:xfrm>
            <a:custGeom>
              <a:avLst/>
              <a:gdLst>
                <a:gd name="T0" fmla="*/ 22 w 234"/>
                <a:gd name="T1" fmla="*/ 0 h 239"/>
                <a:gd name="T2" fmla="*/ 0 w 234"/>
                <a:gd name="T3" fmla="*/ 16 h 239"/>
                <a:gd name="T4" fmla="*/ 4 w 234"/>
                <a:gd name="T5" fmla="*/ 16 h 239"/>
                <a:gd name="T6" fmla="*/ 22 w 234"/>
                <a:gd name="T7" fmla="*/ 5 h 239"/>
                <a:gd name="T8" fmla="*/ 40 w 234"/>
                <a:gd name="T9" fmla="*/ 23 h 239"/>
                <a:gd name="T10" fmla="*/ 23 w 234"/>
                <a:gd name="T11" fmla="*/ 42 h 239"/>
                <a:gd name="T12" fmla="*/ 22 w 234"/>
                <a:gd name="T13" fmla="*/ 44 h 239"/>
                <a:gd name="T14" fmla="*/ 23 w 234"/>
                <a:gd name="T15" fmla="*/ 46 h 239"/>
                <a:gd name="T16" fmla="*/ 45 w 234"/>
                <a:gd name="T17" fmla="*/ 23 h 239"/>
                <a:gd name="T18" fmla="*/ 22 w 234"/>
                <a:gd name="T19" fmla="*/ 0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4" h="239">
                  <a:moveTo>
                    <a:pt x="115" y="0"/>
                  </a:moveTo>
                  <a:cubicBezTo>
                    <a:pt x="61" y="0"/>
                    <a:pt x="15" y="36"/>
                    <a:pt x="0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37" y="48"/>
                    <a:pt x="73" y="22"/>
                    <a:pt x="115" y="22"/>
                  </a:cubicBezTo>
                  <a:cubicBezTo>
                    <a:pt x="169" y="22"/>
                    <a:pt x="212" y="66"/>
                    <a:pt x="212" y="120"/>
                  </a:cubicBezTo>
                  <a:cubicBezTo>
                    <a:pt x="212" y="172"/>
                    <a:pt x="171" y="215"/>
                    <a:pt x="119" y="217"/>
                  </a:cubicBezTo>
                  <a:cubicBezTo>
                    <a:pt x="119" y="217"/>
                    <a:pt x="115" y="221"/>
                    <a:pt x="115" y="228"/>
                  </a:cubicBezTo>
                  <a:cubicBezTo>
                    <a:pt x="115" y="236"/>
                    <a:pt x="119" y="239"/>
                    <a:pt x="119" y="239"/>
                  </a:cubicBezTo>
                  <a:cubicBezTo>
                    <a:pt x="183" y="237"/>
                    <a:pt x="234" y="184"/>
                    <a:pt x="234" y="120"/>
                  </a:cubicBezTo>
                  <a:cubicBezTo>
                    <a:pt x="234" y="54"/>
                    <a:pt x="181" y="0"/>
                    <a:pt x="115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57">
              <a:extLst>
                <a:ext uri="{FF2B5EF4-FFF2-40B4-BE49-F238E27FC236}">
                  <a16:creationId xmlns:a16="http://schemas.microsoft.com/office/drawing/2014/main" id="{B69BCC8D-F2FC-4A15-820B-DF9BB5DB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559"/>
              <a:ext cx="87" cy="126"/>
            </a:xfrm>
            <a:custGeom>
              <a:avLst/>
              <a:gdLst>
                <a:gd name="T0" fmla="*/ 0 w 151"/>
                <a:gd name="T1" fmla="*/ 5 h 218"/>
                <a:gd name="T2" fmla="*/ 22 w 151"/>
                <a:gd name="T3" fmla="*/ 18 h 218"/>
                <a:gd name="T4" fmla="*/ 14 w 151"/>
                <a:gd name="T5" fmla="*/ 42 h 218"/>
                <a:gd name="T6" fmla="*/ 23 w 151"/>
                <a:gd name="T7" fmla="*/ 18 h 218"/>
                <a:gd name="T8" fmla="*/ 0 w 151"/>
                <a:gd name="T9" fmla="*/ 5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8">
                  <a:moveTo>
                    <a:pt x="0" y="24"/>
                  </a:moveTo>
                  <a:cubicBezTo>
                    <a:pt x="0" y="24"/>
                    <a:pt x="79" y="2"/>
                    <a:pt x="116" y="91"/>
                  </a:cubicBezTo>
                  <a:cubicBezTo>
                    <a:pt x="151" y="172"/>
                    <a:pt x="77" y="218"/>
                    <a:pt x="77" y="218"/>
                  </a:cubicBezTo>
                  <a:cubicBezTo>
                    <a:pt x="77" y="218"/>
                    <a:pt x="151" y="173"/>
                    <a:pt x="120" y="91"/>
                  </a:cubicBezTo>
                  <a:cubicBezTo>
                    <a:pt x="86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Freeform 58">
              <a:extLst>
                <a:ext uri="{FF2B5EF4-FFF2-40B4-BE49-F238E27FC236}">
                  <a16:creationId xmlns:a16="http://schemas.microsoft.com/office/drawing/2014/main" id="{C2E6D7F7-088F-4B8A-A33F-827A29E02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623"/>
              <a:ext cx="39" cy="987"/>
            </a:xfrm>
            <a:custGeom>
              <a:avLst/>
              <a:gdLst>
                <a:gd name="T0" fmla="*/ 2 w 39"/>
                <a:gd name="T1" fmla="*/ 34 h 987"/>
                <a:gd name="T2" fmla="*/ 38 w 39"/>
                <a:gd name="T3" fmla="*/ 0 h 987"/>
                <a:gd name="T4" fmla="*/ 39 w 39"/>
                <a:gd name="T5" fmla="*/ 955 h 987"/>
                <a:gd name="T6" fmla="*/ 0 w 39"/>
                <a:gd name="T7" fmla="*/ 987 h 987"/>
                <a:gd name="T8" fmla="*/ 2 w 39"/>
                <a:gd name="T9" fmla="*/ 34 h 9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987">
                  <a:moveTo>
                    <a:pt x="2" y="34"/>
                  </a:moveTo>
                  <a:lnTo>
                    <a:pt x="38" y="0"/>
                  </a:lnTo>
                  <a:lnTo>
                    <a:pt x="39" y="955"/>
                  </a:lnTo>
                  <a:lnTo>
                    <a:pt x="0" y="987"/>
                  </a:lnTo>
                  <a:lnTo>
                    <a:pt x="2" y="34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9" name="Freeform 59">
              <a:extLst>
                <a:ext uri="{FF2B5EF4-FFF2-40B4-BE49-F238E27FC236}">
                  <a16:creationId xmlns:a16="http://schemas.microsoft.com/office/drawing/2014/main" id="{395513A1-EF26-4C9A-9373-E76637CEF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584"/>
              <a:ext cx="786" cy="30"/>
            </a:xfrm>
            <a:custGeom>
              <a:avLst/>
              <a:gdLst>
                <a:gd name="T0" fmla="*/ 0 w 786"/>
                <a:gd name="T1" fmla="*/ 30 h 30"/>
                <a:gd name="T2" fmla="*/ 743 w 786"/>
                <a:gd name="T3" fmla="*/ 30 h 30"/>
                <a:gd name="T4" fmla="*/ 786 w 786"/>
                <a:gd name="T5" fmla="*/ 0 h 30"/>
                <a:gd name="T6" fmla="*/ 39 w 786"/>
                <a:gd name="T7" fmla="*/ 0 h 30"/>
                <a:gd name="T8" fmla="*/ 0 w 786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6" h="30">
                  <a:moveTo>
                    <a:pt x="0" y="30"/>
                  </a:moveTo>
                  <a:lnTo>
                    <a:pt x="743" y="30"/>
                  </a:lnTo>
                  <a:lnTo>
                    <a:pt x="786" y="0"/>
                  </a:lnTo>
                  <a:lnTo>
                    <a:pt x="39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0" name="Line 60">
              <a:extLst>
                <a:ext uri="{FF2B5EF4-FFF2-40B4-BE49-F238E27FC236}">
                  <a16:creationId xmlns:a16="http://schemas.microsoft.com/office/drawing/2014/main" id="{DCD4B751-5954-4771-A492-1EBA76C565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" y="2656"/>
              <a:ext cx="1" cy="950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1" name="Line 61">
              <a:extLst>
                <a:ext uri="{FF2B5EF4-FFF2-40B4-BE49-F238E27FC236}">
                  <a16:creationId xmlns:a16="http://schemas.microsoft.com/office/drawing/2014/main" id="{2351B03D-C2EC-448B-9764-331C4E3AB8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" y="2648"/>
              <a:ext cx="1" cy="95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2" name="Line 62">
              <a:extLst>
                <a:ext uri="{FF2B5EF4-FFF2-40B4-BE49-F238E27FC236}">
                  <a16:creationId xmlns:a16="http://schemas.microsoft.com/office/drawing/2014/main" id="{C3CAA4AD-B86D-4E6C-9EBB-2BFD0B35E6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1" y="2643"/>
              <a:ext cx="1" cy="950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3" name="Line 63">
              <a:extLst>
                <a:ext uri="{FF2B5EF4-FFF2-40B4-BE49-F238E27FC236}">
                  <a16:creationId xmlns:a16="http://schemas.microsoft.com/office/drawing/2014/main" id="{63ED6652-0EE5-4983-A98D-03C2286BE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" y="2635"/>
              <a:ext cx="1" cy="954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4" name="Line 64">
              <a:extLst>
                <a:ext uri="{FF2B5EF4-FFF2-40B4-BE49-F238E27FC236}">
                  <a16:creationId xmlns:a16="http://schemas.microsoft.com/office/drawing/2014/main" id="{8F88B8AB-384F-424D-9003-7F149F55F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4" y="2630"/>
              <a:ext cx="1" cy="954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5" name="Line 65">
              <a:extLst>
                <a:ext uri="{FF2B5EF4-FFF2-40B4-BE49-F238E27FC236}">
                  <a16:creationId xmlns:a16="http://schemas.microsoft.com/office/drawing/2014/main" id="{0D60830C-A72F-41C7-A663-652C355269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1" y="2624"/>
              <a:ext cx="1" cy="956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6" name="Line 66">
              <a:extLst>
                <a:ext uri="{FF2B5EF4-FFF2-40B4-BE49-F238E27FC236}">
                  <a16:creationId xmlns:a16="http://schemas.microsoft.com/office/drawing/2014/main" id="{E98D40CA-76EF-4094-B56F-36FBC5927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" y="3612"/>
              <a:ext cx="737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7" name="Line 67">
              <a:extLst>
                <a:ext uri="{FF2B5EF4-FFF2-40B4-BE49-F238E27FC236}">
                  <a16:creationId xmlns:a16="http://schemas.microsoft.com/office/drawing/2014/main" id="{59525804-36AA-47B3-9D2E-2EF04BDE4D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" y="3607"/>
              <a:ext cx="738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8" name="Line 68">
              <a:extLst>
                <a:ext uri="{FF2B5EF4-FFF2-40B4-BE49-F238E27FC236}">
                  <a16:creationId xmlns:a16="http://schemas.microsoft.com/office/drawing/2014/main" id="{88564092-AD63-4C03-B885-F449F08EBA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7" y="3602"/>
              <a:ext cx="738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9" name="Line 69">
              <a:extLst>
                <a:ext uri="{FF2B5EF4-FFF2-40B4-BE49-F238E27FC236}">
                  <a16:creationId xmlns:a16="http://schemas.microsoft.com/office/drawing/2014/main" id="{84922519-990D-4FBC-8384-BAA5902DB5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" y="3598"/>
              <a:ext cx="737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Line 70">
              <a:extLst>
                <a:ext uri="{FF2B5EF4-FFF2-40B4-BE49-F238E27FC236}">
                  <a16:creationId xmlns:a16="http://schemas.microsoft.com/office/drawing/2014/main" id="{05E6D103-D8AB-4E1F-AA55-D8E82614A3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" y="3592"/>
              <a:ext cx="737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1" name="Line 71">
              <a:extLst>
                <a:ext uri="{FF2B5EF4-FFF2-40B4-BE49-F238E27FC236}">
                  <a16:creationId xmlns:a16="http://schemas.microsoft.com/office/drawing/2014/main" id="{0B5978A6-6CFE-4EE2-83E6-03122F2504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" y="3587"/>
              <a:ext cx="738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Freeform 72">
              <a:extLst>
                <a:ext uri="{FF2B5EF4-FFF2-40B4-BE49-F238E27FC236}">
                  <a16:creationId xmlns:a16="http://schemas.microsoft.com/office/drawing/2014/main" id="{F0547E12-2986-4EEC-98C7-9F14A639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3423"/>
              <a:ext cx="752" cy="152"/>
            </a:xfrm>
            <a:custGeom>
              <a:avLst/>
              <a:gdLst>
                <a:gd name="T0" fmla="*/ 3 w 1304"/>
                <a:gd name="T1" fmla="*/ 0 h 264"/>
                <a:gd name="T2" fmla="*/ 12 w 1304"/>
                <a:gd name="T3" fmla="*/ 45 h 264"/>
                <a:gd name="T4" fmla="*/ 250 w 1304"/>
                <a:gd name="T5" fmla="*/ 45 h 264"/>
                <a:gd name="T6" fmla="*/ 6 w 1304"/>
                <a:gd name="T7" fmla="*/ 49 h 264"/>
                <a:gd name="T8" fmla="*/ 3 w 1304"/>
                <a:gd name="T9" fmla="*/ 0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4" h="264">
                  <a:moveTo>
                    <a:pt x="14" y="0"/>
                  </a:moveTo>
                  <a:cubicBezTo>
                    <a:pt x="14" y="0"/>
                    <a:pt x="40" y="197"/>
                    <a:pt x="60" y="236"/>
                  </a:cubicBezTo>
                  <a:cubicBezTo>
                    <a:pt x="1304" y="236"/>
                    <a:pt x="1304" y="236"/>
                    <a:pt x="1304" y="236"/>
                  </a:cubicBezTo>
                  <a:cubicBezTo>
                    <a:pt x="1304" y="236"/>
                    <a:pt x="94" y="264"/>
                    <a:pt x="32" y="256"/>
                  </a:cubicBezTo>
                  <a:cubicBezTo>
                    <a:pt x="32" y="256"/>
                    <a:pt x="0" y="64"/>
                    <a:pt x="14" y="0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3" name="Freeform 73">
              <a:extLst>
                <a:ext uri="{FF2B5EF4-FFF2-40B4-BE49-F238E27FC236}">
                  <a16:creationId xmlns:a16="http://schemas.microsoft.com/office/drawing/2014/main" id="{FA7E0715-60D0-497D-B623-358C00427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407"/>
              <a:ext cx="732" cy="117"/>
            </a:xfrm>
            <a:custGeom>
              <a:avLst/>
              <a:gdLst>
                <a:gd name="T0" fmla="*/ 0 w 1270"/>
                <a:gd name="T1" fmla="*/ 0 h 204"/>
                <a:gd name="T2" fmla="*/ 18 w 1270"/>
                <a:gd name="T3" fmla="*/ 33 h 204"/>
                <a:gd name="T4" fmla="*/ 243 w 1270"/>
                <a:gd name="T5" fmla="*/ 33 h 204"/>
                <a:gd name="T6" fmla="*/ 14 w 1270"/>
                <a:gd name="T7" fmla="*/ 38 h 204"/>
                <a:gd name="T8" fmla="*/ 0 w 1270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0" h="204">
                  <a:moveTo>
                    <a:pt x="0" y="0"/>
                  </a:moveTo>
                  <a:cubicBezTo>
                    <a:pt x="0" y="0"/>
                    <a:pt x="54" y="149"/>
                    <a:pt x="98" y="177"/>
                  </a:cubicBezTo>
                  <a:cubicBezTo>
                    <a:pt x="1270" y="177"/>
                    <a:pt x="1270" y="177"/>
                    <a:pt x="1270" y="177"/>
                  </a:cubicBezTo>
                  <a:cubicBezTo>
                    <a:pt x="72" y="204"/>
                    <a:pt x="72" y="204"/>
                    <a:pt x="72" y="204"/>
                  </a:cubicBezTo>
                  <a:cubicBezTo>
                    <a:pt x="72" y="204"/>
                    <a:pt x="14" y="113"/>
                    <a:pt x="0" y="0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4" name="Freeform 74">
              <a:extLst>
                <a:ext uri="{FF2B5EF4-FFF2-40B4-BE49-F238E27FC236}">
                  <a16:creationId xmlns:a16="http://schemas.microsoft.com/office/drawing/2014/main" id="{BFACABD9-2B2B-4E60-AC9D-7CDD1BF9B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3057"/>
              <a:ext cx="814" cy="434"/>
            </a:xfrm>
            <a:custGeom>
              <a:avLst/>
              <a:gdLst>
                <a:gd name="T0" fmla="*/ 10 w 1413"/>
                <a:gd name="T1" fmla="*/ 0 h 751"/>
                <a:gd name="T2" fmla="*/ 35 w 1413"/>
                <a:gd name="T3" fmla="*/ 145 h 751"/>
                <a:gd name="T4" fmla="*/ 270 w 1413"/>
                <a:gd name="T5" fmla="*/ 145 h 751"/>
                <a:gd name="T6" fmla="*/ 10 w 1413"/>
                <a:gd name="T7" fmla="*/ 0 h 7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3" h="751">
                  <a:moveTo>
                    <a:pt x="56" y="0"/>
                  </a:moveTo>
                  <a:cubicBezTo>
                    <a:pt x="56" y="0"/>
                    <a:pt x="0" y="538"/>
                    <a:pt x="181" y="751"/>
                  </a:cubicBezTo>
                  <a:cubicBezTo>
                    <a:pt x="1413" y="751"/>
                    <a:pt x="1413" y="751"/>
                    <a:pt x="1413" y="751"/>
                  </a:cubicBezTo>
                  <a:cubicBezTo>
                    <a:pt x="1413" y="751"/>
                    <a:pt x="169" y="623"/>
                    <a:pt x="56" y="0"/>
                  </a:cubicBez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75">
            <a:extLst>
              <a:ext uri="{FF2B5EF4-FFF2-40B4-BE49-F238E27FC236}">
                <a16:creationId xmlns:a16="http://schemas.microsoft.com/office/drawing/2014/main" id="{AD1A12EE-CD23-4274-BA01-09AAAECC2871}"/>
              </a:ext>
            </a:extLst>
          </p:cNvPr>
          <p:cNvGrpSpPr>
            <a:grpSpLocks/>
          </p:cNvGrpSpPr>
          <p:nvPr/>
        </p:nvGrpSpPr>
        <p:grpSpPr bwMode="auto">
          <a:xfrm>
            <a:off x="2136775" y="3725863"/>
            <a:ext cx="114300" cy="2336800"/>
            <a:chOff x="386" y="2347"/>
            <a:chExt cx="72" cy="1472"/>
          </a:xfrm>
        </p:grpSpPr>
        <p:sp>
          <p:nvSpPr>
            <p:cNvPr id="44440" name="Freeform 76">
              <a:extLst>
                <a:ext uri="{FF2B5EF4-FFF2-40B4-BE49-F238E27FC236}">
                  <a16:creationId xmlns:a16="http://schemas.microsoft.com/office/drawing/2014/main" id="{D98D72E7-BBAA-4145-B37C-55B76F72D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347"/>
              <a:ext cx="15" cy="62"/>
            </a:xfrm>
            <a:custGeom>
              <a:avLst/>
              <a:gdLst>
                <a:gd name="T0" fmla="*/ 0 w 26"/>
                <a:gd name="T1" fmla="*/ 18 h 111"/>
                <a:gd name="T2" fmla="*/ 1 w 26"/>
                <a:gd name="T3" fmla="*/ 1 h 111"/>
                <a:gd name="T4" fmla="*/ 3 w 26"/>
                <a:gd name="T5" fmla="*/ 1 h 111"/>
                <a:gd name="T6" fmla="*/ 5 w 26"/>
                <a:gd name="T7" fmla="*/ 18 h 111"/>
                <a:gd name="T8" fmla="*/ 0 w 26"/>
                <a:gd name="T9" fmla="*/ 18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1">
                  <a:moveTo>
                    <a:pt x="0" y="104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11" y="0"/>
                    <a:pt x="19" y="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6" y="102"/>
                    <a:pt x="12" y="111"/>
                    <a:pt x="0" y="10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1" name="Freeform 77">
              <a:extLst>
                <a:ext uri="{FF2B5EF4-FFF2-40B4-BE49-F238E27FC236}">
                  <a16:creationId xmlns:a16="http://schemas.microsoft.com/office/drawing/2014/main" id="{9A6349CA-F153-4DD6-A95B-1A949642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397"/>
              <a:ext cx="71" cy="1422"/>
            </a:xfrm>
            <a:custGeom>
              <a:avLst/>
              <a:gdLst>
                <a:gd name="T0" fmla="*/ 9 w 125"/>
                <a:gd name="T1" fmla="*/ 0 h 2520"/>
                <a:gd name="T2" fmla="*/ 0 w 125"/>
                <a:gd name="T3" fmla="*/ 25 h 2520"/>
                <a:gd name="T4" fmla="*/ 0 w 125"/>
                <a:gd name="T5" fmla="*/ 442 h 2520"/>
                <a:gd name="T6" fmla="*/ 23 w 125"/>
                <a:gd name="T7" fmla="*/ 442 h 2520"/>
                <a:gd name="T8" fmla="*/ 23 w 125"/>
                <a:gd name="T9" fmla="*/ 24 h 2520"/>
                <a:gd name="T10" fmla="*/ 14 w 125"/>
                <a:gd name="T11" fmla="*/ 1 h 2520"/>
                <a:gd name="T12" fmla="*/ 9 w 125"/>
                <a:gd name="T13" fmla="*/ 0 h 25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2520">
                  <a:moveTo>
                    <a:pt x="50" y="0"/>
                  </a:moveTo>
                  <a:cubicBezTo>
                    <a:pt x="0" y="139"/>
                    <a:pt x="0" y="139"/>
                    <a:pt x="0" y="139"/>
                  </a:cubicBezTo>
                  <a:cubicBezTo>
                    <a:pt x="0" y="2460"/>
                    <a:pt x="0" y="2460"/>
                    <a:pt x="0" y="2460"/>
                  </a:cubicBezTo>
                  <a:cubicBezTo>
                    <a:pt x="0" y="2460"/>
                    <a:pt x="65" y="2520"/>
                    <a:pt x="125" y="2460"/>
                  </a:cubicBezTo>
                  <a:cubicBezTo>
                    <a:pt x="125" y="132"/>
                    <a:pt x="125" y="132"/>
                    <a:pt x="125" y="132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62" y="8"/>
                    <a:pt x="50" y="0"/>
                  </a:cubicBezTo>
                  <a:close/>
                </a:path>
              </a:pathLst>
            </a:custGeom>
            <a:solidFill>
              <a:srgbClr val="F8E5BD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42" name="Freeform 78">
              <a:extLst>
                <a:ext uri="{FF2B5EF4-FFF2-40B4-BE49-F238E27FC236}">
                  <a16:creationId xmlns:a16="http://schemas.microsoft.com/office/drawing/2014/main" id="{769FA203-E6B9-4C44-8FB7-222DE29D8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475"/>
              <a:ext cx="71" cy="1344"/>
            </a:xfrm>
            <a:custGeom>
              <a:avLst/>
              <a:gdLst>
                <a:gd name="T0" fmla="*/ 23 w 125"/>
                <a:gd name="T1" fmla="*/ 417 h 2382"/>
                <a:gd name="T2" fmla="*/ 23 w 125"/>
                <a:gd name="T3" fmla="*/ 1 h 2382"/>
                <a:gd name="T4" fmla="*/ 15 w 125"/>
                <a:gd name="T5" fmla="*/ 0 h 2382"/>
                <a:gd name="T6" fmla="*/ 7 w 125"/>
                <a:gd name="T7" fmla="*/ 0 h 2382"/>
                <a:gd name="T8" fmla="*/ 0 w 125"/>
                <a:gd name="T9" fmla="*/ 0 h 2382"/>
                <a:gd name="T10" fmla="*/ 0 w 125"/>
                <a:gd name="T11" fmla="*/ 0 h 2382"/>
                <a:gd name="T12" fmla="*/ 0 w 125"/>
                <a:gd name="T13" fmla="*/ 417 h 2382"/>
                <a:gd name="T14" fmla="*/ 23 w 125"/>
                <a:gd name="T15" fmla="*/ 417 h 2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2382">
                  <a:moveTo>
                    <a:pt x="125" y="2322"/>
                  </a:moveTo>
                  <a:cubicBezTo>
                    <a:pt x="125" y="1"/>
                    <a:pt x="125" y="1"/>
                    <a:pt x="125" y="1"/>
                  </a:cubicBezTo>
                  <a:cubicBezTo>
                    <a:pt x="109" y="32"/>
                    <a:pt x="83" y="0"/>
                    <a:pt x="83" y="0"/>
                  </a:cubicBezTo>
                  <a:cubicBezTo>
                    <a:pt x="60" y="33"/>
                    <a:pt x="41" y="0"/>
                    <a:pt x="41" y="0"/>
                  </a:cubicBezTo>
                  <a:cubicBezTo>
                    <a:pt x="13" y="28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22"/>
                    <a:pt x="0" y="2322"/>
                    <a:pt x="0" y="2322"/>
                  </a:cubicBezTo>
                  <a:cubicBezTo>
                    <a:pt x="0" y="2322"/>
                    <a:pt x="65" y="2382"/>
                    <a:pt x="125" y="2322"/>
                  </a:cubicBezTo>
                  <a:close/>
                </a:path>
              </a:pathLst>
            </a:custGeom>
            <a:solidFill>
              <a:srgbClr val="DC0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3" name="Freeform 79">
              <a:extLst>
                <a:ext uri="{FF2B5EF4-FFF2-40B4-BE49-F238E27FC236}">
                  <a16:creationId xmlns:a16="http://schemas.microsoft.com/office/drawing/2014/main" id="{C08711D7-8B7E-4270-AE06-82F5113A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475"/>
              <a:ext cx="71" cy="1343"/>
            </a:xfrm>
            <a:custGeom>
              <a:avLst/>
              <a:gdLst>
                <a:gd name="T0" fmla="*/ 23 w 125"/>
                <a:gd name="T1" fmla="*/ 416 h 2381"/>
                <a:gd name="T2" fmla="*/ 23 w 125"/>
                <a:gd name="T3" fmla="*/ 1 h 2381"/>
                <a:gd name="T4" fmla="*/ 15 w 125"/>
                <a:gd name="T5" fmla="*/ 0 h 2381"/>
                <a:gd name="T6" fmla="*/ 7 w 125"/>
                <a:gd name="T7" fmla="*/ 0 h 2381"/>
                <a:gd name="T8" fmla="*/ 0 w 125"/>
                <a:gd name="T9" fmla="*/ 0 h 2381"/>
                <a:gd name="T10" fmla="*/ 0 w 125"/>
                <a:gd name="T11" fmla="*/ 0 h 2381"/>
                <a:gd name="T12" fmla="*/ 0 w 125"/>
                <a:gd name="T13" fmla="*/ 416 h 2381"/>
                <a:gd name="T14" fmla="*/ 23 w 125"/>
                <a:gd name="T15" fmla="*/ 416 h 23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2381">
                  <a:moveTo>
                    <a:pt x="125" y="2321"/>
                  </a:moveTo>
                  <a:cubicBezTo>
                    <a:pt x="125" y="1"/>
                    <a:pt x="125" y="1"/>
                    <a:pt x="125" y="1"/>
                  </a:cubicBezTo>
                  <a:cubicBezTo>
                    <a:pt x="108" y="32"/>
                    <a:pt x="82" y="0"/>
                    <a:pt x="82" y="0"/>
                  </a:cubicBezTo>
                  <a:cubicBezTo>
                    <a:pt x="60" y="33"/>
                    <a:pt x="40" y="0"/>
                    <a:pt x="40" y="0"/>
                  </a:cubicBezTo>
                  <a:cubicBezTo>
                    <a:pt x="13" y="27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21"/>
                    <a:pt x="0" y="2321"/>
                    <a:pt x="0" y="2321"/>
                  </a:cubicBezTo>
                  <a:cubicBezTo>
                    <a:pt x="0" y="2321"/>
                    <a:pt x="65" y="2381"/>
                    <a:pt x="125" y="2321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4" name="Freeform 80">
              <a:extLst>
                <a:ext uri="{FF2B5EF4-FFF2-40B4-BE49-F238E27FC236}">
                  <a16:creationId xmlns:a16="http://schemas.microsoft.com/office/drawing/2014/main" id="{D14873C1-ACE7-425A-9F43-86FC7A6E2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3719"/>
              <a:ext cx="71" cy="100"/>
            </a:xfrm>
            <a:custGeom>
              <a:avLst/>
              <a:gdLst>
                <a:gd name="T0" fmla="*/ 0 w 125"/>
                <a:gd name="T1" fmla="*/ 0 h 176"/>
                <a:gd name="T2" fmla="*/ 0 w 125"/>
                <a:gd name="T3" fmla="*/ 22 h 176"/>
                <a:gd name="T4" fmla="*/ 23 w 125"/>
                <a:gd name="T5" fmla="*/ 22 h 176"/>
                <a:gd name="T6" fmla="*/ 23 w 125"/>
                <a:gd name="T7" fmla="*/ 0 h 176"/>
                <a:gd name="T8" fmla="*/ 0 w 125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76">
                  <a:moveTo>
                    <a:pt x="0" y="0"/>
                  </a:move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65" y="176"/>
                    <a:pt x="125" y="116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65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5" name="Line 81">
              <a:extLst>
                <a:ext uri="{FF2B5EF4-FFF2-40B4-BE49-F238E27FC236}">
                  <a16:creationId xmlns:a16="http://schemas.microsoft.com/office/drawing/2014/main" id="{112DC0C5-4CE2-4420-A9F7-A6422E1133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" y="2475"/>
              <a:ext cx="1" cy="1256"/>
            </a:xfrm>
            <a:prstGeom prst="lin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6" name="Line 82">
              <a:extLst>
                <a:ext uri="{FF2B5EF4-FFF2-40B4-BE49-F238E27FC236}">
                  <a16:creationId xmlns:a16="http://schemas.microsoft.com/office/drawing/2014/main" id="{112293E3-8FC9-4E3A-92EE-60517AE65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" y="2475"/>
              <a:ext cx="1" cy="1259"/>
            </a:xfrm>
            <a:prstGeom prst="lin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7" name="Freeform 83">
              <a:extLst>
                <a:ext uri="{FF2B5EF4-FFF2-40B4-BE49-F238E27FC236}">
                  <a16:creationId xmlns:a16="http://schemas.microsoft.com/office/drawing/2014/main" id="{B959473E-7BE6-4727-B185-950280F53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3720"/>
              <a:ext cx="23" cy="78"/>
            </a:xfrm>
            <a:custGeom>
              <a:avLst/>
              <a:gdLst>
                <a:gd name="T0" fmla="*/ 7 w 40"/>
                <a:gd name="T1" fmla="*/ 4 h 138"/>
                <a:gd name="T2" fmla="*/ 0 w 40"/>
                <a:gd name="T3" fmla="*/ 0 h 138"/>
                <a:gd name="T4" fmla="*/ 0 w 40"/>
                <a:gd name="T5" fmla="*/ 21 h 138"/>
                <a:gd name="T6" fmla="*/ 7 w 40"/>
                <a:gd name="T7" fmla="*/ 25 h 138"/>
                <a:gd name="T8" fmla="*/ 7 w 40"/>
                <a:gd name="T9" fmla="*/ 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8">
                  <a:moveTo>
                    <a:pt x="40" y="22"/>
                  </a:moveTo>
                  <a:cubicBezTo>
                    <a:pt x="16" y="14"/>
                    <a:pt x="0" y="0"/>
                    <a:pt x="0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16" y="130"/>
                    <a:pt x="40" y="138"/>
                  </a:cubicBezTo>
                  <a:lnTo>
                    <a:pt x="40" y="22"/>
                  </a:lnTo>
                  <a:close/>
                </a:path>
              </a:pathLst>
            </a:custGeom>
            <a:solidFill>
              <a:srgbClr val="E9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Freeform 84">
              <a:extLst>
                <a:ext uri="{FF2B5EF4-FFF2-40B4-BE49-F238E27FC236}">
                  <a16:creationId xmlns:a16="http://schemas.microsoft.com/office/drawing/2014/main" id="{8F582820-B186-4206-B07B-B17B73F3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3720"/>
              <a:ext cx="72" cy="99"/>
            </a:xfrm>
            <a:custGeom>
              <a:avLst/>
              <a:gdLst>
                <a:gd name="T0" fmla="*/ 0 w 125"/>
                <a:gd name="T1" fmla="*/ 0 h 176"/>
                <a:gd name="T2" fmla="*/ 0 w 125"/>
                <a:gd name="T3" fmla="*/ 21 h 176"/>
                <a:gd name="T4" fmla="*/ 24 w 125"/>
                <a:gd name="T5" fmla="*/ 21 h 176"/>
                <a:gd name="T6" fmla="*/ 24 w 125"/>
                <a:gd name="T7" fmla="*/ 0 h 176"/>
                <a:gd name="T8" fmla="*/ 0 w 125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76">
                  <a:moveTo>
                    <a:pt x="0" y="0"/>
                  </a:move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65" y="176"/>
                    <a:pt x="125" y="116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65" y="6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9" name="Freeform 85">
              <a:extLst>
                <a:ext uri="{FF2B5EF4-FFF2-40B4-BE49-F238E27FC236}">
                  <a16:creationId xmlns:a16="http://schemas.microsoft.com/office/drawing/2014/main" id="{155590D9-F3A3-439B-A206-960EACC6F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402"/>
              <a:ext cx="27" cy="72"/>
            </a:xfrm>
            <a:custGeom>
              <a:avLst/>
              <a:gdLst>
                <a:gd name="T0" fmla="*/ 9 w 47"/>
                <a:gd name="T1" fmla="*/ 0 h 128"/>
                <a:gd name="T2" fmla="*/ 0 w 47"/>
                <a:gd name="T3" fmla="*/ 23 h 128"/>
                <a:gd name="T4" fmla="*/ 9 w 47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28">
                  <a:moveTo>
                    <a:pt x="47" y="0"/>
                  </a:moveTo>
                  <a:cubicBezTo>
                    <a:pt x="0" y="128"/>
                    <a:pt x="0" y="128"/>
                    <a:pt x="0" y="128"/>
                  </a:cubicBezTo>
                  <a:cubicBezTo>
                    <a:pt x="0" y="128"/>
                    <a:pt x="42" y="69"/>
                    <a:pt x="47" y="0"/>
                  </a:cubicBezTo>
                  <a:close/>
                </a:path>
              </a:pathLst>
            </a:custGeom>
            <a:solidFill>
              <a:srgbClr val="FDF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0" name="Freeform 86">
              <a:extLst>
                <a:ext uri="{FF2B5EF4-FFF2-40B4-BE49-F238E27FC236}">
                  <a16:creationId xmlns:a16="http://schemas.microsoft.com/office/drawing/2014/main" id="{FF248E0D-36A3-4A05-B2B8-8623A855B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480"/>
              <a:ext cx="18" cy="1248"/>
            </a:xfrm>
            <a:custGeom>
              <a:avLst/>
              <a:gdLst>
                <a:gd name="T0" fmla="*/ 0 w 32"/>
                <a:gd name="T1" fmla="*/ 1 h 2213"/>
                <a:gd name="T2" fmla="*/ 0 w 32"/>
                <a:gd name="T3" fmla="*/ 394 h 2213"/>
                <a:gd name="T4" fmla="*/ 6 w 32"/>
                <a:gd name="T5" fmla="*/ 397 h 2213"/>
                <a:gd name="T6" fmla="*/ 6 w 32"/>
                <a:gd name="T7" fmla="*/ 0 h 2213"/>
                <a:gd name="T8" fmla="*/ 0 w 32"/>
                <a:gd name="T9" fmla="*/ 1 h 2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13">
                  <a:moveTo>
                    <a:pt x="0" y="5"/>
                  </a:moveTo>
                  <a:cubicBezTo>
                    <a:pt x="0" y="2195"/>
                    <a:pt x="0" y="2195"/>
                    <a:pt x="0" y="2195"/>
                  </a:cubicBezTo>
                  <a:cubicBezTo>
                    <a:pt x="0" y="2195"/>
                    <a:pt x="17" y="2213"/>
                    <a:pt x="32" y="221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17" y="20"/>
                    <a:pt x="0" y="5"/>
                  </a:cubicBezTo>
                  <a:close/>
                </a:path>
              </a:pathLst>
            </a:custGeom>
            <a:solidFill>
              <a:srgbClr val="E42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1" name="Freeform 87">
              <a:extLst>
                <a:ext uri="{FF2B5EF4-FFF2-40B4-BE49-F238E27FC236}">
                  <a16:creationId xmlns:a16="http://schemas.microsoft.com/office/drawing/2014/main" id="{E6EC9ED6-DF02-4C82-AAC1-AEF7149DD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480"/>
              <a:ext cx="19" cy="1251"/>
            </a:xfrm>
            <a:custGeom>
              <a:avLst/>
              <a:gdLst>
                <a:gd name="T0" fmla="*/ 0 w 34"/>
                <a:gd name="T1" fmla="*/ 0 h 2216"/>
                <a:gd name="T2" fmla="*/ 0 w 34"/>
                <a:gd name="T3" fmla="*/ 399 h 2216"/>
                <a:gd name="T4" fmla="*/ 6 w 34"/>
                <a:gd name="T5" fmla="*/ 395 h 2216"/>
                <a:gd name="T6" fmla="*/ 6 w 34"/>
                <a:gd name="T7" fmla="*/ 1 h 2216"/>
                <a:gd name="T8" fmla="*/ 0 w 34"/>
                <a:gd name="T9" fmla="*/ 0 h 2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16">
                  <a:moveTo>
                    <a:pt x="0" y="0"/>
                  </a:moveTo>
                  <a:cubicBezTo>
                    <a:pt x="0" y="2216"/>
                    <a:pt x="0" y="2216"/>
                    <a:pt x="0" y="2216"/>
                  </a:cubicBezTo>
                  <a:cubicBezTo>
                    <a:pt x="0" y="2216"/>
                    <a:pt x="21" y="2211"/>
                    <a:pt x="34" y="2195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17" y="19"/>
                    <a:pt x="0" y="0"/>
                  </a:cubicBezTo>
                  <a:close/>
                </a:path>
              </a:pathLst>
            </a:custGeom>
            <a:solidFill>
              <a:srgbClr val="AE0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7" name="green-cookbook-with-chef-hat">
            <a:extLst>
              <a:ext uri="{FF2B5EF4-FFF2-40B4-BE49-F238E27FC236}">
                <a16:creationId xmlns:a16="http://schemas.microsoft.com/office/drawing/2014/main" id="{161CB788-7789-41FC-BDFB-DB3B8B364D7E}"/>
              </a:ext>
            </a:extLst>
          </p:cNvPr>
          <p:cNvGrpSpPr>
            <a:grpSpLocks/>
          </p:cNvGrpSpPr>
          <p:nvPr/>
        </p:nvGrpSpPr>
        <p:grpSpPr bwMode="auto">
          <a:xfrm>
            <a:off x="4221163" y="3886200"/>
            <a:ext cx="1573212" cy="1989138"/>
            <a:chOff x="1699" y="2448"/>
            <a:chExt cx="991" cy="1253"/>
          </a:xfrm>
        </p:grpSpPr>
        <p:sp>
          <p:nvSpPr>
            <p:cNvPr id="44391" name="Freeform 89">
              <a:extLst>
                <a:ext uri="{FF2B5EF4-FFF2-40B4-BE49-F238E27FC236}">
                  <a16:creationId xmlns:a16="http://schemas.microsoft.com/office/drawing/2014/main" id="{65CC90A6-A495-4F89-8A40-FBFA86EA8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48"/>
              <a:ext cx="989" cy="1244"/>
            </a:xfrm>
            <a:custGeom>
              <a:avLst/>
              <a:gdLst>
                <a:gd name="T0" fmla="*/ 505 w 1318"/>
                <a:gd name="T1" fmla="*/ 0 h 1663"/>
                <a:gd name="T2" fmla="*/ 11 w 1318"/>
                <a:gd name="T3" fmla="*/ 0 h 1663"/>
                <a:gd name="T4" fmla="*/ 0 w 1318"/>
                <a:gd name="T5" fmla="*/ 10 h 1663"/>
                <a:gd name="T6" fmla="*/ 0 w 1318"/>
                <a:gd name="T7" fmla="*/ 607 h 1663"/>
                <a:gd name="T8" fmla="*/ 74 w 1318"/>
                <a:gd name="T9" fmla="*/ 696 h 1663"/>
                <a:gd name="T10" fmla="*/ 557 w 1318"/>
                <a:gd name="T11" fmla="*/ 696 h 1663"/>
                <a:gd name="T12" fmla="*/ 557 w 1318"/>
                <a:gd name="T13" fmla="*/ 101 h 1663"/>
                <a:gd name="T14" fmla="*/ 552 w 1318"/>
                <a:gd name="T15" fmla="*/ 97 h 1663"/>
                <a:gd name="T16" fmla="*/ 509 w 1318"/>
                <a:gd name="T17" fmla="*/ 97 h 1663"/>
                <a:gd name="T18" fmla="*/ 509 w 1318"/>
                <a:gd name="T19" fmla="*/ 2 h 1663"/>
                <a:gd name="T20" fmla="*/ 505 w 1318"/>
                <a:gd name="T21" fmla="*/ 0 h 16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8" h="1663">
                  <a:moveTo>
                    <a:pt x="1196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" y="3"/>
                    <a:pt x="0" y="26"/>
                  </a:cubicBezTo>
                  <a:cubicBezTo>
                    <a:pt x="0" y="1449"/>
                    <a:pt x="0" y="1449"/>
                    <a:pt x="0" y="1449"/>
                  </a:cubicBezTo>
                  <a:cubicBezTo>
                    <a:pt x="0" y="1449"/>
                    <a:pt x="24" y="1616"/>
                    <a:pt x="173" y="1663"/>
                  </a:cubicBezTo>
                  <a:cubicBezTo>
                    <a:pt x="1318" y="1663"/>
                    <a:pt x="1318" y="1663"/>
                    <a:pt x="1318" y="1663"/>
                  </a:cubicBezTo>
                  <a:cubicBezTo>
                    <a:pt x="1318" y="241"/>
                    <a:pt x="1318" y="241"/>
                    <a:pt x="1318" y="241"/>
                  </a:cubicBezTo>
                  <a:cubicBezTo>
                    <a:pt x="1318" y="241"/>
                    <a:pt x="1315" y="232"/>
                    <a:pt x="1308" y="232"/>
                  </a:cubicBezTo>
                  <a:cubicBezTo>
                    <a:pt x="1203" y="232"/>
                    <a:pt x="1203" y="232"/>
                    <a:pt x="1203" y="232"/>
                  </a:cubicBezTo>
                  <a:cubicBezTo>
                    <a:pt x="1203" y="6"/>
                    <a:pt x="1203" y="6"/>
                    <a:pt x="1203" y="6"/>
                  </a:cubicBezTo>
                  <a:cubicBezTo>
                    <a:pt x="1203" y="6"/>
                    <a:pt x="1201" y="0"/>
                    <a:pt x="1196" y="0"/>
                  </a:cubicBez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2" name="Freeform 90">
              <a:extLst>
                <a:ext uri="{FF2B5EF4-FFF2-40B4-BE49-F238E27FC236}">
                  <a16:creationId xmlns:a16="http://schemas.microsoft.com/office/drawing/2014/main" id="{983CD310-99A3-4819-A27F-2BA063416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48"/>
              <a:ext cx="989" cy="1244"/>
            </a:xfrm>
            <a:custGeom>
              <a:avLst/>
              <a:gdLst>
                <a:gd name="T0" fmla="*/ 505 w 1318"/>
                <a:gd name="T1" fmla="*/ 0 h 1663"/>
                <a:gd name="T2" fmla="*/ 11 w 1318"/>
                <a:gd name="T3" fmla="*/ 0 h 1663"/>
                <a:gd name="T4" fmla="*/ 0 w 1318"/>
                <a:gd name="T5" fmla="*/ 10 h 1663"/>
                <a:gd name="T6" fmla="*/ 0 w 1318"/>
                <a:gd name="T7" fmla="*/ 607 h 1663"/>
                <a:gd name="T8" fmla="*/ 74 w 1318"/>
                <a:gd name="T9" fmla="*/ 696 h 1663"/>
                <a:gd name="T10" fmla="*/ 557 w 1318"/>
                <a:gd name="T11" fmla="*/ 696 h 1663"/>
                <a:gd name="T12" fmla="*/ 557 w 1318"/>
                <a:gd name="T13" fmla="*/ 101 h 1663"/>
                <a:gd name="T14" fmla="*/ 552 w 1318"/>
                <a:gd name="T15" fmla="*/ 97 h 1663"/>
                <a:gd name="T16" fmla="*/ 509 w 1318"/>
                <a:gd name="T17" fmla="*/ 97 h 1663"/>
                <a:gd name="T18" fmla="*/ 509 w 1318"/>
                <a:gd name="T19" fmla="*/ 2 h 1663"/>
                <a:gd name="T20" fmla="*/ 505 w 1318"/>
                <a:gd name="T21" fmla="*/ 0 h 16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8" h="1663">
                  <a:moveTo>
                    <a:pt x="1196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" y="3"/>
                    <a:pt x="0" y="26"/>
                  </a:cubicBezTo>
                  <a:cubicBezTo>
                    <a:pt x="0" y="1449"/>
                    <a:pt x="0" y="1449"/>
                    <a:pt x="0" y="1449"/>
                  </a:cubicBezTo>
                  <a:cubicBezTo>
                    <a:pt x="0" y="1449"/>
                    <a:pt x="24" y="1616"/>
                    <a:pt x="173" y="1663"/>
                  </a:cubicBezTo>
                  <a:cubicBezTo>
                    <a:pt x="1318" y="1663"/>
                    <a:pt x="1318" y="1663"/>
                    <a:pt x="1318" y="1663"/>
                  </a:cubicBezTo>
                  <a:cubicBezTo>
                    <a:pt x="1318" y="241"/>
                    <a:pt x="1318" y="241"/>
                    <a:pt x="1318" y="241"/>
                  </a:cubicBezTo>
                  <a:cubicBezTo>
                    <a:pt x="1318" y="241"/>
                    <a:pt x="1315" y="232"/>
                    <a:pt x="1308" y="232"/>
                  </a:cubicBezTo>
                  <a:cubicBezTo>
                    <a:pt x="1203" y="232"/>
                    <a:pt x="1203" y="232"/>
                    <a:pt x="1203" y="232"/>
                  </a:cubicBezTo>
                  <a:cubicBezTo>
                    <a:pt x="1203" y="6"/>
                    <a:pt x="1203" y="6"/>
                    <a:pt x="1203" y="6"/>
                  </a:cubicBezTo>
                  <a:cubicBezTo>
                    <a:pt x="1203" y="6"/>
                    <a:pt x="1201" y="0"/>
                    <a:pt x="1196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3" name="Freeform 91">
              <a:extLst>
                <a:ext uri="{FF2B5EF4-FFF2-40B4-BE49-F238E27FC236}">
                  <a16:creationId xmlns:a16="http://schemas.microsoft.com/office/drawing/2014/main" id="{F71484FA-948B-40A8-814C-A8ABE54B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486"/>
              <a:ext cx="864" cy="135"/>
            </a:xfrm>
            <a:custGeom>
              <a:avLst/>
              <a:gdLst>
                <a:gd name="T0" fmla="*/ 485 w 1153"/>
                <a:gd name="T1" fmla="*/ 76 h 180"/>
                <a:gd name="T2" fmla="*/ 458 w 1153"/>
                <a:gd name="T3" fmla="*/ 0 h 180"/>
                <a:gd name="T4" fmla="*/ 0 w 1153"/>
                <a:gd name="T5" fmla="*/ 0 h 180"/>
                <a:gd name="T6" fmla="*/ 55 w 1153"/>
                <a:gd name="T7" fmla="*/ 76 h 180"/>
                <a:gd name="T8" fmla="*/ 485 w 1153"/>
                <a:gd name="T9" fmla="*/ 76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3" h="180">
                  <a:moveTo>
                    <a:pt x="1153" y="180"/>
                  </a:moveTo>
                  <a:cubicBezTo>
                    <a:pt x="1153" y="180"/>
                    <a:pt x="1031" y="104"/>
                    <a:pt x="108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" y="94"/>
                    <a:pt x="132" y="178"/>
                  </a:cubicBezTo>
                  <a:lnTo>
                    <a:pt x="1153" y="180"/>
                  </a:lnTo>
                  <a:close/>
                </a:path>
              </a:pathLst>
            </a:custGeom>
            <a:solidFill>
              <a:srgbClr val="EF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4" name="Freeform 92">
              <a:extLst>
                <a:ext uri="{FF2B5EF4-FFF2-40B4-BE49-F238E27FC236}">
                  <a16:creationId xmlns:a16="http://schemas.microsoft.com/office/drawing/2014/main" id="{B7C89666-F8C0-429E-BBC1-23BC4C288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486"/>
              <a:ext cx="864" cy="135"/>
            </a:xfrm>
            <a:custGeom>
              <a:avLst/>
              <a:gdLst>
                <a:gd name="T0" fmla="*/ 485 w 1153"/>
                <a:gd name="T1" fmla="*/ 76 h 180"/>
                <a:gd name="T2" fmla="*/ 458 w 1153"/>
                <a:gd name="T3" fmla="*/ 0 h 180"/>
                <a:gd name="T4" fmla="*/ 0 w 1153"/>
                <a:gd name="T5" fmla="*/ 0 h 180"/>
                <a:gd name="T6" fmla="*/ 55 w 1153"/>
                <a:gd name="T7" fmla="*/ 76 h 180"/>
                <a:gd name="T8" fmla="*/ 485 w 1153"/>
                <a:gd name="T9" fmla="*/ 76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3" h="180">
                  <a:moveTo>
                    <a:pt x="1153" y="180"/>
                  </a:moveTo>
                  <a:cubicBezTo>
                    <a:pt x="1153" y="180"/>
                    <a:pt x="1031" y="104"/>
                    <a:pt x="108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" y="94"/>
                    <a:pt x="132" y="178"/>
                  </a:cubicBezTo>
                  <a:lnTo>
                    <a:pt x="1153" y="180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5" name="Freeform 93">
              <a:extLst>
                <a:ext uri="{FF2B5EF4-FFF2-40B4-BE49-F238E27FC236}">
                  <a16:creationId xmlns:a16="http://schemas.microsoft.com/office/drawing/2014/main" id="{12BC5061-3C04-477A-88DC-5F1B6F65A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651"/>
              <a:ext cx="42" cy="1026"/>
            </a:xfrm>
            <a:custGeom>
              <a:avLst/>
              <a:gdLst>
                <a:gd name="T0" fmla="*/ 0 w 55"/>
                <a:gd name="T1" fmla="*/ 0 h 1370"/>
                <a:gd name="T2" fmla="*/ 0 w 55"/>
                <a:gd name="T3" fmla="*/ 575 h 1370"/>
                <a:gd name="T4" fmla="*/ 0 w 55"/>
                <a:gd name="T5" fmla="*/ 0 h 13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370">
                  <a:moveTo>
                    <a:pt x="0" y="0"/>
                  </a:moveTo>
                  <a:cubicBezTo>
                    <a:pt x="0" y="1370"/>
                    <a:pt x="0" y="1370"/>
                    <a:pt x="0" y="1370"/>
                  </a:cubicBezTo>
                  <a:cubicBezTo>
                    <a:pt x="0" y="1370"/>
                    <a:pt x="55" y="595"/>
                    <a:pt x="0" y="0"/>
                  </a:cubicBezTo>
                  <a:close/>
                </a:path>
              </a:pathLst>
            </a:custGeom>
            <a:solidFill>
              <a:srgbClr val="124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6" name="Freeform 94">
              <a:extLst>
                <a:ext uri="{FF2B5EF4-FFF2-40B4-BE49-F238E27FC236}">
                  <a16:creationId xmlns:a16="http://schemas.microsoft.com/office/drawing/2014/main" id="{04238615-75D0-4689-A905-7D99D960C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619"/>
              <a:ext cx="82" cy="354"/>
            </a:xfrm>
            <a:custGeom>
              <a:avLst/>
              <a:gdLst>
                <a:gd name="T0" fmla="*/ 0 w 109"/>
                <a:gd name="T1" fmla="*/ 0 h 473"/>
                <a:gd name="T2" fmla="*/ 0 w 109"/>
                <a:gd name="T3" fmla="*/ 156 h 473"/>
                <a:gd name="T4" fmla="*/ 47 w 109"/>
                <a:gd name="T5" fmla="*/ 198 h 473"/>
                <a:gd name="T6" fmla="*/ 47 w 109"/>
                <a:gd name="T7" fmla="*/ 50 h 473"/>
                <a:gd name="T8" fmla="*/ 0 w 109"/>
                <a:gd name="T9" fmla="*/ 0 h 4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473">
                  <a:moveTo>
                    <a:pt x="0" y="0"/>
                  </a:moveTo>
                  <a:cubicBezTo>
                    <a:pt x="0" y="372"/>
                    <a:pt x="0" y="372"/>
                    <a:pt x="0" y="372"/>
                  </a:cubicBezTo>
                  <a:cubicBezTo>
                    <a:pt x="0" y="372"/>
                    <a:pt x="22" y="441"/>
                    <a:pt x="109" y="473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9" y="120"/>
                    <a:pt x="25" y="72"/>
                    <a:pt x="0" y="0"/>
                  </a:cubicBezTo>
                  <a:close/>
                </a:path>
              </a:pathLst>
            </a:custGeom>
            <a:solidFill>
              <a:srgbClr val="1284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7" name="Freeform 95">
              <a:extLst>
                <a:ext uri="{FF2B5EF4-FFF2-40B4-BE49-F238E27FC236}">
                  <a16:creationId xmlns:a16="http://schemas.microsoft.com/office/drawing/2014/main" id="{06464463-2934-44B3-9FDD-091C59FA4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530"/>
              <a:ext cx="128" cy="157"/>
            </a:xfrm>
            <a:custGeom>
              <a:avLst/>
              <a:gdLst>
                <a:gd name="T0" fmla="*/ 0 w 170"/>
                <a:gd name="T1" fmla="*/ 0 h 209"/>
                <a:gd name="T2" fmla="*/ 72 w 170"/>
                <a:gd name="T3" fmla="*/ 89 h 209"/>
                <a:gd name="T4" fmla="*/ 0 w 170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09">
                  <a:moveTo>
                    <a:pt x="0" y="0"/>
                  </a:moveTo>
                  <a:cubicBezTo>
                    <a:pt x="0" y="0"/>
                    <a:pt x="29" y="157"/>
                    <a:pt x="170" y="209"/>
                  </a:cubicBezTo>
                  <a:cubicBezTo>
                    <a:pt x="170" y="209"/>
                    <a:pt x="56" y="159"/>
                    <a:pt x="0" y="0"/>
                  </a:cubicBezTo>
                  <a:close/>
                </a:path>
              </a:pathLst>
            </a:custGeom>
            <a:solidFill>
              <a:srgbClr val="0D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96">
              <a:extLst>
                <a:ext uri="{FF2B5EF4-FFF2-40B4-BE49-F238E27FC236}">
                  <a16:creationId xmlns:a16="http://schemas.microsoft.com/office/drawing/2014/main" id="{FD4F5719-3760-496B-A8B6-CCCA1D760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450"/>
              <a:ext cx="883" cy="161"/>
            </a:xfrm>
            <a:custGeom>
              <a:avLst/>
              <a:gdLst>
                <a:gd name="T0" fmla="*/ 496 w 1178"/>
                <a:gd name="T1" fmla="*/ 89 h 216"/>
                <a:gd name="T2" fmla="*/ 496 w 1178"/>
                <a:gd name="T3" fmla="*/ 1 h 216"/>
                <a:gd name="T4" fmla="*/ 494 w 1178"/>
                <a:gd name="T5" fmla="*/ 0 h 216"/>
                <a:gd name="T6" fmla="*/ 5 w 1178"/>
                <a:gd name="T7" fmla="*/ 0 h 216"/>
                <a:gd name="T8" fmla="*/ 22 w 1178"/>
                <a:gd name="T9" fmla="*/ 47 h 216"/>
                <a:gd name="T10" fmla="*/ 12 w 1178"/>
                <a:gd name="T11" fmla="*/ 18 h 216"/>
                <a:gd name="T12" fmla="*/ 476 w 1178"/>
                <a:gd name="T13" fmla="*/ 18 h 216"/>
                <a:gd name="T14" fmla="*/ 496 w 1178"/>
                <a:gd name="T15" fmla="*/ 8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8" h="216">
                  <a:moveTo>
                    <a:pt x="1178" y="216"/>
                  </a:moveTo>
                  <a:cubicBezTo>
                    <a:pt x="1178" y="4"/>
                    <a:pt x="1178" y="4"/>
                    <a:pt x="1178" y="4"/>
                  </a:cubicBezTo>
                  <a:cubicBezTo>
                    <a:pt x="1178" y="4"/>
                    <a:pt x="1176" y="0"/>
                    <a:pt x="1173" y="0"/>
                  </a:cubicBezTo>
                  <a:cubicBezTo>
                    <a:pt x="1169" y="0"/>
                    <a:pt x="13" y="0"/>
                    <a:pt x="13" y="0"/>
                  </a:cubicBezTo>
                  <a:cubicBezTo>
                    <a:pt x="13" y="0"/>
                    <a:pt x="0" y="41"/>
                    <a:pt x="52" y="114"/>
                  </a:cubicBezTo>
                  <a:cubicBezTo>
                    <a:pt x="52" y="114"/>
                    <a:pt x="29" y="75"/>
                    <a:pt x="28" y="43"/>
                  </a:cubicBezTo>
                  <a:cubicBezTo>
                    <a:pt x="1130" y="43"/>
                    <a:pt x="1130" y="43"/>
                    <a:pt x="1130" y="43"/>
                  </a:cubicBezTo>
                  <a:cubicBezTo>
                    <a:pt x="1130" y="43"/>
                    <a:pt x="1064" y="122"/>
                    <a:pt x="1178" y="216"/>
                  </a:cubicBezTo>
                  <a:close/>
                </a:path>
              </a:pathLst>
            </a:custGeom>
            <a:solidFill>
              <a:srgbClr val="114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97">
              <a:extLst>
                <a:ext uri="{FF2B5EF4-FFF2-40B4-BE49-F238E27FC236}">
                  <a16:creationId xmlns:a16="http://schemas.microsoft.com/office/drawing/2014/main" id="{E0E9543F-0108-40CD-B4F5-AB124758B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456"/>
              <a:ext cx="861" cy="15"/>
            </a:xfrm>
            <a:custGeom>
              <a:avLst/>
              <a:gdLst>
                <a:gd name="T0" fmla="*/ 0 w 1147"/>
                <a:gd name="T1" fmla="*/ 0 h 20"/>
                <a:gd name="T2" fmla="*/ 485 w 1147"/>
                <a:gd name="T3" fmla="*/ 0 h 20"/>
                <a:gd name="T4" fmla="*/ 0 w 114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7" h="20">
                  <a:moveTo>
                    <a:pt x="0" y="0"/>
                  </a:moveTo>
                  <a:cubicBezTo>
                    <a:pt x="1147" y="0"/>
                    <a:pt x="1147" y="0"/>
                    <a:pt x="1147" y="0"/>
                  </a:cubicBezTo>
                  <a:cubicBezTo>
                    <a:pt x="1147" y="0"/>
                    <a:pt x="107" y="20"/>
                    <a:pt x="0" y="0"/>
                  </a:cubicBez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98">
              <a:extLst>
                <a:ext uri="{FF2B5EF4-FFF2-40B4-BE49-F238E27FC236}">
                  <a16:creationId xmlns:a16="http://schemas.microsoft.com/office/drawing/2014/main" id="{27C34385-40B4-4BCC-8E61-65572ACF1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630"/>
              <a:ext cx="855" cy="18"/>
            </a:xfrm>
            <a:custGeom>
              <a:avLst/>
              <a:gdLst>
                <a:gd name="T0" fmla="*/ 5 w 1138"/>
                <a:gd name="T1" fmla="*/ 0 h 24"/>
                <a:gd name="T2" fmla="*/ 477 w 1138"/>
                <a:gd name="T3" fmla="*/ 0 h 24"/>
                <a:gd name="T4" fmla="*/ 477 w 1138"/>
                <a:gd name="T5" fmla="*/ 6 h 24"/>
                <a:gd name="T6" fmla="*/ 5 w 1138"/>
                <a:gd name="T7" fmla="*/ 6 h 24"/>
                <a:gd name="T8" fmla="*/ 5 w 113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8" h="24">
                  <a:moveTo>
                    <a:pt x="11" y="0"/>
                  </a:moveTo>
                  <a:cubicBezTo>
                    <a:pt x="1125" y="0"/>
                    <a:pt x="1125" y="0"/>
                    <a:pt x="1125" y="0"/>
                  </a:cubicBezTo>
                  <a:cubicBezTo>
                    <a:pt x="1125" y="0"/>
                    <a:pt x="1138" y="7"/>
                    <a:pt x="1125" y="15"/>
                  </a:cubicBezTo>
                  <a:cubicBezTo>
                    <a:pt x="1113" y="24"/>
                    <a:pt x="11" y="15"/>
                    <a:pt x="11" y="15"/>
                  </a:cubicBezTo>
                  <a:cubicBezTo>
                    <a:pt x="11" y="15"/>
                    <a:pt x="0" y="7"/>
                    <a:pt x="11" y="0"/>
                  </a:cubicBezTo>
                  <a:close/>
                </a:path>
              </a:pathLst>
            </a:custGeom>
            <a:solidFill>
              <a:srgbClr val="117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Freeform 99">
              <a:extLst>
                <a:ext uri="{FF2B5EF4-FFF2-40B4-BE49-F238E27FC236}">
                  <a16:creationId xmlns:a16="http://schemas.microsoft.com/office/drawing/2014/main" id="{758C7112-8D3D-4AD7-8C6C-DA4D489A5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451"/>
              <a:ext cx="133" cy="198"/>
            </a:xfrm>
            <a:custGeom>
              <a:avLst/>
              <a:gdLst>
                <a:gd name="T0" fmla="*/ 9 w 177"/>
                <a:gd name="T1" fmla="*/ 0 h 265"/>
                <a:gd name="T2" fmla="*/ 73 w 177"/>
                <a:gd name="T3" fmla="*/ 96 h 265"/>
                <a:gd name="T4" fmla="*/ 67 w 177"/>
                <a:gd name="T5" fmla="*/ 103 h 265"/>
                <a:gd name="T6" fmla="*/ 1 w 177"/>
                <a:gd name="T7" fmla="*/ 7 h 265"/>
                <a:gd name="T8" fmla="*/ 9 w 177"/>
                <a:gd name="T9" fmla="*/ 0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65">
                  <a:moveTo>
                    <a:pt x="21" y="0"/>
                  </a:moveTo>
                  <a:cubicBezTo>
                    <a:pt x="21" y="0"/>
                    <a:pt x="8" y="104"/>
                    <a:pt x="172" y="229"/>
                  </a:cubicBezTo>
                  <a:cubicBezTo>
                    <a:pt x="172" y="229"/>
                    <a:pt x="177" y="265"/>
                    <a:pt x="157" y="247"/>
                  </a:cubicBezTo>
                  <a:cubicBezTo>
                    <a:pt x="77" y="176"/>
                    <a:pt x="7" y="104"/>
                    <a:pt x="1" y="18"/>
                  </a:cubicBezTo>
                  <a:cubicBezTo>
                    <a:pt x="0" y="8"/>
                    <a:pt x="21" y="0"/>
                    <a:pt x="21" y="0"/>
                  </a:cubicBezTo>
                  <a:close/>
                </a:path>
              </a:pathLst>
            </a:custGeom>
            <a:solidFill>
              <a:srgbClr val="0D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100">
              <a:extLst>
                <a:ext uri="{FF2B5EF4-FFF2-40B4-BE49-F238E27FC236}">
                  <a16:creationId xmlns:a16="http://schemas.microsoft.com/office/drawing/2014/main" id="{50C17D08-0A66-4A23-8692-D0B7C94A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646"/>
              <a:ext cx="20" cy="1031"/>
            </a:xfrm>
            <a:custGeom>
              <a:avLst/>
              <a:gdLst>
                <a:gd name="T0" fmla="*/ 12 w 26"/>
                <a:gd name="T1" fmla="*/ 0 h 1378"/>
                <a:gd name="T2" fmla="*/ 12 w 26"/>
                <a:gd name="T3" fmla="*/ 577 h 1378"/>
                <a:gd name="T4" fmla="*/ 12 w 26"/>
                <a:gd name="T5" fmla="*/ 0 h 13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78">
                  <a:moveTo>
                    <a:pt x="26" y="0"/>
                  </a:moveTo>
                  <a:cubicBezTo>
                    <a:pt x="26" y="1378"/>
                    <a:pt x="26" y="1378"/>
                    <a:pt x="26" y="1378"/>
                  </a:cubicBezTo>
                  <a:cubicBezTo>
                    <a:pt x="26" y="1378"/>
                    <a:pt x="0" y="53"/>
                    <a:pt x="26" y="0"/>
                  </a:cubicBezTo>
                  <a:close/>
                </a:path>
              </a:pathLst>
            </a:custGeom>
            <a:solidFill>
              <a:srgbClr val="0D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3" name="Freeform 101">
              <a:extLst>
                <a:ext uri="{FF2B5EF4-FFF2-40B4-BE49-F238E27FC236}">
                  <a16:creationId xmlns:a16="http://schemas.microsoft.com/office/drawing/2014/main" id="{BB61ACC1-89D2-45A0-A631-512FA4693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662"/>
              <a:ext cx="827" cy="21"/>
            </a:xfrm>
            <a:custGeom>
              <a:avLst/>
              <a:gdLst>
                <a:gd name="T0" fmla="*/ 465 w 1103"/>
                <a:gd name="T1" fmla="*/ 12 h 28"/>
                <a:gd name="T2" fmla="*/ 0 w 1103"/>
                <a:gd name="T3" fmla="*/ 12 h 28"/>
                <a:gd name="T4" fmla="*/ 465 w 1103"/>
                <a:gd name="T5" fmla="*/ 1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3" h="28">
                  <a:moveTo>
                    <a:pt x="1103" y="28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031" y="0"/>
                    <a:pt x="1103" y="28"/>
                  </a:cubicBezTo>
                  <a:close/>
                </a:path>
              </a:pathLst>
            </a:custGeom>
            <a:solidFill>
              <a:srgbClr val="0D7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4" name="Freeform 102">
              <a:extLst>
                <a:ext uri="{FF2B5EF4-FFF2-40B4-BE49-F238E27FC236}">
                  <a16:creationId xmlns:a16="http://schemas.microsoft.com/office/drawing/2014/main" id="{10600D07-1591-4B71-A09A-F183E442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417"/>
              <a:ext cx="808" cy="284"/>
            </a:xfrm>
            <a:custGeom>
              <a:avLst/>
              <a:gdLst>
                <a:gd name="T0" fmla="*/ 455 w 1077"/>
                <a:gd name="T1" fmla="*/ 140 h 380"/>
                <a:gd name="T2" fmla="*/ 0 w 1077"/>
                <a:gd name="T3" fmla="*/ 140 h 380"/>
                <a:gd name="T4" fmla="*/ 0 w 1077"/>
                <a:gd name="T5" fmla="*/ 0 h 380"/>
                <a:gd name="T6" fmla="*/ 455 w 1077"/>
                <a:gd name="T7" fmla="*/ 140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7" h="380">
                  <a:moveTo>
                    <a:pt x="1077" y="335"/>
                  </a:moveTo>
                  <a:cubicBezTo>
                    <a:pt x="0" y="335"/>
                    <a:pt x="0" y="335"/>
                    <a:pt x="0" y="3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3" y="380"/>
                    <a:pt x="1077" y="335"/>
                  </a:cubicBezTo>
                  <a:close/>
                </a:path>
              </a:pathLst>
            </a:custGeom>
            <a:solidFill>
              <a:srgbClr val="0F7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Freeform 103">
              <a:extLst>
                <a:ext uri="{FF2B5EF4-FFF2-40B4-BE49-F238E27FC236}">
                  <a16:creationId xmlns:a16="http://schemas.microsoft.com/office/drawing/2014/main" id="{3A8993B7-85DB-43A4-AA2E-3AFB65CB11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9" y="2776"/>
              <a:ext cx="76" cy="118"/>
            </a:xfrm>
            <a:custGeom>
              <a:avLst/>
              <a:gdLst>
                <a:gd name="T0" fmla="*/ 0 w 101"/>
                <a:gd name="T1" fmla="*/ 0 h 158"/>
                <a:gd name="T2" fmla="*/ 13 w 101"/>
                <a:gd name="T3" fmla="*/ 0 h 158"/>
                <a:gd name="T4" fmla="*/ 29 w 101"/>
                <a:gd name="T5" fmla="*/ 1 h 158"/>
                <a:gd name="T6" fmla="*/ 38 w 101"/>
                <a:gd name="T7" fmla="*/ 7 h 158"/>
                <a:gd name="T8" fmla="*/ 42 w 101"/>
                <a:gd name="T9" fmla="*/ 17 h 158"/>
                <a:gd name="T10" fmla="*/ 40 w 101"/>
                <a:gd name="T11" fmla="*/ 28 h 158"/>
                <a:gd name="T12" fmla="*/ 32 w 101"/>
                <a:gd name="T13" fmla="*/ 34 h 158"/>
                <a:gd name="T14" fmla="*/ 19 w 101"/>
                <a:gd name="T15" fmla="*/ 35 h 158"/>
                <a:gd name="T16" fmla="*/ 43 w 101"/>
                <a:gd name="T17" fmla="*/ 66 h 158"/>
                <a:gd name="T18" fmla="*/ 35 w 101"/>
                <a:gd name="T19" fmla="*/ 66 h 158"/>
                <a:gd name="T20" fmla="*/ 11 w 101"/>
                <a:gd name="T21" fmla="*/ 35 h 158"/>
                <a:gd name="T22" fmla="*/ 6 w 101"/>
                <a:gd name="T23" fmla="*/ 35 h 158"/>
                <a:gd name="T24" fmla="*/ 6 w 101"/>
                <a:gd name="T25" fmla="*/ 66 h 158"/>
                <a:gd name="T26" fmla="*/ 0 w 101"/>
                <a:gd name="T27" fmla="*/ 66 h 158"/>
                <a:gd name="T28" fmla="*/ 0 w 101"/>
                <a:gd name="T29" fmla="*/ 0 h 158"/>
                <a:gd name="T30" fmla="*/ 6 w 101"/>
                <a:gd name="T31" fmla="*/ 7 h 158"/>
                <a:gd name="T32" fmla="*/ 6 w 101"/>
                <a:gd name="T33" fmla="*/ 29 h 158"/>
                <a:gd name="T34" fmla="*/ 18 w 101"/>
                <a:gd name="T35" fmla="*/ 29 h 158"/>
                <a:gd name="T36" fmla="*/ 29 w 101"/>
                <a:gd name="T37" fmla="*/ 28 h 158"/>
                <a:gd name="T38" fmla="*/ 33 w 101"/>
                <a:gd name="T39" fmla="*/ 24 h 158"/>
                <a:gd name="T40" fmla="*/ 35 w 101"/>
                <a:gd name="T41" fmla="*/ 17 h 158"/>
                <a:gd name="T42" fmla="*/ 33 w 101"/>
                <a:gd name="T43" fmla="*/ 12 h 158"/>
                <a:gd name="T44" fmla="*/ 29 w 101"/>
                <a:gd name="T45" fmla="*/ 7 h 158"/>
                <a:gd name="T46" fmla="*/ 18 w 101"/>
                <a:gd name="T47" fmla="*/ 7 h 158"/>
                <a:gd name="T48" fmla="*/ 6 w 101"/>
                <a:gd name="T49" fmla="*/ 7 h 15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58">
                  <a:moveTo>
                    <a:pt x="0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49" y="0"/>
                    <a:pt x="61" y="1"/>
                    <a:pt x="67" y="2"/>
                  </a:cubicBezTo>
                  <a:cubicBezTo>
                    <a:pt x="76" y="4"/>
                    <a:pt x="84" y="9"/>
                    <a:pt x="90" y="16"/>
                  </a:cubicBezTo>
                  <a:cubicBezTo>
                    <a:pt x="96" y="23"/>
                    <a:pt x="99" y="32"/>
                    <a:pt x="99" y="42"/>
                  </a:cubicBezTo>
                  <a:cubicBezTo>
                    <a:pt x="99" y="51"/>
                    <a:pt x="97" y="58"/>
                    <a:pt x="93" y="65"/>
                  </a:cubicBezTo>
                  <a:cubicBezTo>
                    <a:pt x="88" y="71"/>
                    <a:pt x="83" y="76"/>
                    <a:pt x="75" y="80"/>
                  </a:cubicBezTo>
                  <a:cubicBezTo>
                    <a:pt x="68" y="83"/>
                    <a:pt x="57" y="85"/>
                    <a:pt x="44" y="85"/>
                  </a:cubicBezTo>
                  <a:cubicBezTo>
                    <a:pt x="101" y="158"/>
                    <a:pt x="101" y="158"/>
                    <a:pt x="101" y="158"/>
                  </a:cubicBezTo>
                  <a:cubicBezTo>
                    <a:pt x="81" y="158"/>
                    <a:pt x="81" y="158"/>
                    <a:pt x="81" y="158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0" y="158"/>
                    <a:pt x="0" y="158"/>
                    <a:pt x="0" y="158"/>
                  </a:cubicBezTo>
                  <a:lnTo>
                    <a:pt x="0" y="0"/>
                  </a:lnTo>
                  <a:close/>
                  <a:moveTo>
                    <a:pt x="15" y="16"/>
                  </a:moveTo>
                  <a:cubicBezTo>
                    <a:pt x="15" y="69"/>
                    <a:pt x="15" y="69"/>
                    <a:pt x="15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53" y="69"/>
                    <a:pt x="61" y="68"/>
                    <a:pt x="66" y="66"/>
                  </a:cubicBezTo>
                  <a:cubicBezTo>
                    <a:pt x="71" y="64"/>
                    <a:pt x="75" y="61"/>
                    <a:pt x="78" y="57"/>
                  </a:cubicBezTo>
                  <a:cubicBezTo>
                    <a:pt x="81" y="52"/>
                    <a:pt x="82" y="48"/>
                    <a:pt x="82" y="42"/>
                  </a:cubicBezTo>
                  <a:cubicBezTo>
                    <a:pt x="82" y="37"/>
                    <a:pt x="81" y="32"/>
                    <a:pt x="78" y="28"/>
                  </a:cubicBezTo>
                  <a:cubicBezTo>
                    <a:pt x="75" y="23"/>
                    <a:pt x="71" y="20"/>
                    <a:pt x="67" y="18"/>
                  </a:cubicBezTo>
                  <a:cubicBezTo>
                    <a:pt x="62" y="16"/>
                    <a:pt x="54" y="16"/>
                    <a:pt x="43" y="16"/>
                  </a:cubicBezTo>
                  <a:lnTo>
                    <a:pt x="15" y="16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104">
              <a:extLst>
                <a:ext uri="{FF2B5EF4-FFF2-40B4-BE49-F238E27FC236}">
                  <a16:creationId xmlns:a16="http://schemas.microsoft.com/office/drawing/2014/main" id="{266E3EB2-F315-4C6D-B45F-B7118C4A4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776"/>
              <a:ext cx="68" cy="118"/>
            </a:xfrm>
            <a:custGeom>
              <a:avLst/>
              <a:gdLst>
                <a:gd name="T0" fmla="*/ 0 w 45"/>
                <a:gd name="T1" fmla="*/ 0 h 78"/>
                <a:gd name="T2" fmla="*/ 156 w 45"/>
                <a:gd name="T3" fmla="*/ 0 h 78"/>
                <a:gd name="T4" fmla="*/ 156 w 45"/>
                <a:gd name="T5" fmla="*/ 26 h 78"/>
                <a:gd name="T6" fmla="*/ 27 w 45"/>
                <a:gd name="T7" fmla="*/ 26 h 78"/>
                <a:gd name="T8" fmla="*/ 27 w 45"/>
                <a:gd name="T9" fmla="*/ 110 h 78"/>
                <a:gd name="T10" fmla="*/ 151 w 45"/>
                <a:gd name="T11" fmla="*/ 110 h 78"/>
                <a:gd name="T12" fmla="*/ 151 w 45"/>
                <a:gd name="T13" fmla="*/ 139 h 78"/>
                <a:gd name="T14" fmla="*/ 27 w 45"/>
                <a:gd name="T15" fmla="*/ 139 h 78"/>
                <a:gd name="T16" fmla="*/ 27 w 45"/>
                <a:gd name="T17" fmla="*/ 242 h 78"/>
                <a:gd name="T18" fmla="*/ 151 w 45"/>
                <a:gd name="T19" fmla="*/ 242 h 78"/>
                <a:gd name="T20" fmla="*/ 151 w 45"/>
                <a:gd name="T21" fmla="*/ 271 h 78"/>
                <a:gd name="T22" fmla="*/ 0 w 45"/>
                <a:gd name="T23" fmla="*/ 271 h 78"/>
                <a:gd name="T24" fmla="*/ 0 w 45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0" y="0"/>
                  </a:moveTo>
                  <a:lnTo>
                    <a:pt x="45" y="0"/>
                  </a:lnTo>
                  <a:lnTo>
                    <a:pt x="45" y="7"/>
                  </a:lnTo>
                  <a:lnTo>
                    <a:pt x="8" y="7"/>
                  </a:lnTo>
                  <a:lnTo>
                    <a:pt x="8" y="32"/>
                  </a:lnTo>
                  <a:lnTo>
                    <a:pt x="44" y="32"/>
                  </a:lnTo>
                  <a:lnTo>
                    <a:pt x="44" y="40"/>
                  </a:lnTo>
                  <a:lnTo>
                    <a:pt x="8" y="40"/>
                  </a:lnTo>
                  <a:lnTo>
                    <a:pt x="8" y="70"/>
                  </a:lnTo>
                  <a:lnTo>
                    <a:pt x="44" y="70"/>
                  </a:lnTo>
                  <a:lnTo>
                    <a:pt x="44" y="78"/>
                  </a:lnTo>
                  <a:lnTo>
                    <a:pt x="0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Freeform 105">
              <a:extLst>
                <a:ext uri="{FF2B5EF4-FFF2-40B4-BE49-F238E27FC236}">
                  <a16:creationId xmlns:a16="http://schemas.microsoft.com/office/drawing/2014/main" id="{919C6BA5-7898-4C88-B8CC-496FC2188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773"/>
              <a:ext cx="115" cy="124"/>
            </a:xfrm>
            <a:custGeom>
              <a:avLst/>
              <a:gdLst>
                <a:gd name="T0" fmla="*/ 64 w 154"/>
                <a:gd name="T1" fmla="*/ 14 h 166"/>
                <a:gd name="T2" fmla="*/ 59 w 154"/>
                <a:gd name="T3" fmla="*/ 18 h 166"/>
                <a:gd name="T4" fmla="*/ 49 w 154"/>
                <a:gd name="T5" fmla="*/ 9 h 166"/>
                <a:gd name="T6" fmla="*/ 35 w 154"/>
                <a:gd name="T7" fmla="*/ 6 h 166"/>
                <a:gd name="T8" fmla="*/ 21 w 154"/>
                <a:gd name="T9" fmla="*/ 10 h 166"/>
                <a:gd name="T10" fmla="*/ 10 w 154"/>
                <a:gd name="T11" fmla="*/ 21 h 166"/>
                <a:gd name="T12" fmla="*/ 7 w 154"/>
                <a:gd name="T13" fmla="*/ 34 h 166"/>
                <a:gd name="T14" fmla="*/ 16 w 154"/>
                <a:gd name="T15" fmla="*/ 55 h 166"/>
                <a:gd name="T16" fmla="*/ 36 w 154"/>
                <a:gd name="T17" fmla="*/ 63 h 166"/>
                <a:gd name="T18" fmla="*/ 59 w 154"/>
                <a:gd name="T19" fmla="*/ 52 h 166"/>
                <a:gd name="T20" fmla="*/ 64 w 154"/>
                <a:gd name="T21" fmla="*/ 56 h 166"/>
                <a:gd name="T22" fmla="*/ 52 w 154"/>
                <a:gd name="T23" fmla="*/ 66 h 166"/>
                <a:gd name="T24" fmla="*/ 35 w 154"/>
                <a:gd name="T25" fmla="*/ 69 h 166"/>
                <a:gd name="T26" fmla="*/ 8 w 154"/>
                <a:gd name="T27" fmla="*/ 58 h 166"/>
                <a:gd name="T28" fmla="*/ 0 w 154"/>
                <a:gd name="T29" fmla="*/ 34 h 166"/>
                <a:gd name="T30" fmla="*/ 10 w 154"/>
                <a:gd name="T31" fmla="*/ 10 h 166"/>
                <a:gd name="T32" fmla="*/ 35 w 154"/>
                <a:gd name="T33" fmla="*/ 0 h 166"/>
                <a:gd name="T34" fmla="*/ 52 w 154"/>
                <a:gd name="T35" fmla="*/ 4 h 166"/>
                <a:gd name="T36" fmla="*/ 64 w 154"/>
                <a:gd name="T37" fmla="*/ 14 h 1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4" h="166">
                  <a:moveTo>
                    <a:pt x="154" y="33"/>
                  </a:moveTo>
                  <a:cubicBezTo>
                    <a:pt x="142" y="43"/>
                    <a:pt x="142" y="43"/>
                    <a:pt x="142" y="43"/>
                  </a:cubicBezTo>
                  <a:cubicBezTo>
                    <a:pt x="135" y="34"/>
                    <a:pt x="127" y="27"/>
                    <a:pt x="117" y="22"/>
                  </a:cubicBezTo>
                  <a:cubicBezTo>
                    <a:pt x="107" y="18"/>
                    <a:pt x="97" y="15"/>
                    <a:pt x="85" y="15"/>
                  </a:cubicBezTo>
                  <a:cubicBezTo>
                    <a:pt x="73" y="15"/>
                    <a:pt x="61" y="18"/>
                    <a:pt x="51" y="24"/>
                  </a:cubicBezTo>
                  <a:cubicBezTo>
                    <a:pt x="40" y="30"/>
                    <a:pt x="32" y="39"/>
                    <a:pt x="26" y="49"/>
                  </a:cubicBezTo>
                  <a:cubicBezTo>
                    <a:pt x="20" y="59"/>
                    <a:pt x="17" y="71"/>
                    <a:pt x="17" y="83"/>
                  </a:cubicBezTo>
                  <a:cubicBezTo>
                    <a:pt x="17" y="103"/>
                    <a:pt x="24" y="119"/>
                    <a:pt x="37" y="132"/>
                  </a:cubicBezTo>
                  <a:cubicBezTo>
                    <a:pt x="50" y="145"/>
                    <a:pt x="66" y="151"/>
                    <a:pt x="86" y="151"/>
                  </a:cubicBezTo>
                  <a:cubicBezTo>
                    <a:pt x="108" y="151"/>
                    <a:pt x="127" y="142"/>
                    <a:pt x="142" y="125"/>
                  </a:cubicBezTo>
                  <a:cubicBezTo>
                    <a:pt x="154" y="134"/>
                    <a:pt x="154" y="134"/>
                    <a:pt x="154" y="134"/>
                  </a:cubicBezTo>
                  <a:cubicBezTo>
                    <a:pt x="146" y="145"/>
                    <a:pt x="136" y="152"/>
                    <a:pt x="125" y="158"/>
                  </a:cubicBezTo>
                  <a:cubicBezTo>
                    <a:pt x="113" y="163"/>
                    <a:pt x="100" y="166"/>
                    <a:pt x="85" y="166"/>
                  </a:cubicBezTo>
                  <a:cubicBezTo>
                    <a:pt x="58" y="166"/>
                    <a:pt x="36" y="157"/>
                    <a:pt x="20" y="138"/>
                  </a:cubicBezTo>
                  <a:cubicBezTo>
                    <a:pt x="7" y="123"/>
                    <a:pt x="0" y="104"/>
                    <a:pt x="0" y="82"/>
                  </a:cubicBezTo>
                  <a:cubicBezTo>
                    <a:pt x="0" y="59"/>
                    <a:pt x="8" y="40"/>
                    <a:pt x="25" y="24"/>
                  </a:cubicBezTo>
                  <a:cubicBezTo>
                    <a:pt x="41" y="8"/>
                    <a:pt x="61" y="0"/>
                    <a:pt x="85" y="0"/>
                  </a:cubicBezTo>
                  <a:cubicBezTo>
                    <a:pt x="100" y="0"/>
                    <a:pt x="113" y="3"/>
                    <a:pt x="125" y="9"/>
                  </a:cubicBezTo>
                  <a:cubicBezTo>
                    <a:pt x="137" y="14"/>
                    <a:pt x="147" y="23"/>
                    <a:pt x="154" y="33"/>
                  </a:cubicBez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106">
              <a:extLst>
                <a:ext uri="{FF2B5EF4-FFF2-40B4-BE49-F238E27FC236}">
                  <a16:creationId xmlns:a16="http://schemas.microsoft.com/office/drawing/2014/main" id="{F0A475DB-F823-487E-8691-4F0F0A9A7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776"/>
              <a:ext cx="68" cy="118"/>
            </a:xfrm>
            <a:custGeom>
              <a:avLst/>
              <a:gdLst>
                <a:gd name="T0" fmla="*/ 0 w 45"/>
                <a:gd name="T1" fmla="*/ 0 h 78"/>
                <a:gd name="T2" fmla="*/ 156 w 45"/>
                <a:gd name="T3" fmla="*/ 0 h 78"/>
                <a:gd name="T4" fmla="*/ 156 w 45"/>
                <a:gd name="T5" fmla="*/ 26 h 78"/>
                <a:gd name="T6" fmla="*/ 27 w 45"/>
                <a:gd name="T7" fmla="*/ 26 h 78"/>
                <a:gd name="T8" fmla="*/ 27 w 45"/>
                <a:gd name="T9" fmla="*/ 110 h 78"/>
                <a:gd name="T10" fmla="*/ 156 w 45"/>
                <a:gd name="T11" fmla="*/ 110 h 78"/>
                <a:gd name="T12" fmla="*/ 156 w 45"/>
                <a:gd name="T13" fmla="*/ 139 h 78"/>
                <a:gd name="T14" fmla="*/ 27 w 45"/>
                <a:gd name="T15" fmla="*/ 139 h 78"/>
                <a:gd name="T16" fmla="*/ 27 w 45"/>
                <a:gd name="T17" fmla="*/ 242 h 78"/>
                <a:gd name="T18" fmla="*/ 156 w 45"/>
                <a:gd name="T19" fmla="*/ 242 h 78"/>
                <a:gd name="T20" fmla="*/ 156 w 45"/>
                <a:gd name="T21" fmla="*/ 271 h 78"/>
                <a:gd name="T22" fmla="*/ 0 w 45"/>
                <a:gd name="T23" fmla="*/ 271 h 78"/>
                <a:gd name="T24" fmla="*/ 0 w 45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0" y="0"/>
                  </a:moveTo>
                  <a:lnTo>
                    <a:pt x="45" y="0"/>
                  </a:lnTo>
                  <a:lnTo>
                    <a:pt x="45" y="7"/>
                  </a:lnTo>
                  <a:lnTo>
                    <a:pt x="8" y="7"/>
                  </a:lnTo>
                  <a:lnTo>
                    <a:pt x="8" y="32"/>
                  </a:lnTo>
                  <a:lnTo>
                    <a:pt x="45" y="32"/>
                  </a:lnTo>
                  <a:lnTo>
                    <a:pt x="45" y="40"/>
                  </a:lnTo>
                  <a:lnTo>
                    <a:pt x="8" y="40"/>
                  </a:lnTo>
                  <a:lnTo>
                    <a:pt x="8" y="70"/>
                  </a:lnTo>
                  <a:lnTo>
                    <a:pt x="45" y="70"/>
                  </a:lnTo>
                  <a:lnTo>
                    <a:pt x="45" y="78"/>
                  </a:lnTo>
                  <a:lnTo>
                    <a:pt x="0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Freeform 107">
              <a:extLst>
                <a:ext uri="{FF2B5EF4-FFF2-40B4-BE49-F238E27FC236}">
                  <a16:creationId xmlns:a16="http://schemas.microsoft.com/office/drawing/2014/main" id="{12029FAC-051B-4C43-9E15-5B38F366E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76"/>
              <a:ext cx="65" cy="118"/>
            </a:xfrm>
            <a:custGeom>
              <a:avLst/>
              <a:gdLst>
                <a:gd name="T0" fmla="*/ 0 w 43"/>
                <a:gd name="T1" fmla="*/ 26 h 78"/>
                <a:gd name="T2" fmla="*/ 0 w 43"/>
                <a:gd name="T3" fmla="*/ 0 h 78"/>
                <a:gd name="T4" fmla="*/ 148 w 43"/>
                <a:gd name="T5" fmla="*/ 0 h 78"/>
                <a:gd name="T6" fmla="*/ 148 w 43"/>
                <a:gd name="T7" fmla="*/ 26 h 78"/>
                <a:gd name="T8" fmla="*/ 86 w 43"/>
                <a:gd name="T9" fmla="*/ 26 h 78"/>
                <a:gd name="T10" fmla="*/ 86 w 43"/>
                <a:gd name="T11" fmla="*/ 271 h 78"/>
                <a:gd name="T12" fmla="*/ 59 w 43"/>
                <a:gd name="T13" fmla="*/ 271 h 78"/>
                <a:gd name="T14" fmla="*/ 59 w 43"/>
                <a:gd name="T15" fmla="*/ 26 h 78"/>
                <a:gd name="T16" fmla="*/ 0 w 43"/>
                <a:gd name="T17" fmla="*/ 2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78">
                  <a:moveTo>
                    <a:pt x="0" y="7"/>
                  </a:moveTo>
                  <a:lnTo>
                    <a:pt x="0" y="0"/>
                  </a:lnTo>
                  <a:lnTo>
                    <a:pt x="43" y="0"/>
                  </a:lnTo>
                  <a:lnTo>
                    <a:pt x="43" y="7"/>
                  </a:lnTo>
                  <a:lnTo>
                    <a:pt x="25" y="7"/>
                  </a:lnTo>
                  <a:lnTo>
                    <a:pt x="25" y="78"/>
                  </a:lnTo>
                  <a:lnTo>
                    <a:pt x="17" y="78"/>
                  </a:lnTo>
                  <a:lnTo>
                    <a:pt x="17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0" name="Freeform 108">
              <a:extLst>
                <a:ext uri="{FF2B5EF4-FFF2-40B4-BE49-F238E27FC236}">
                  <a16:creationId xmlns:a16="http://schemas.microsoft.com/office/drawing/2014/main" id="{EA3549FF-5810-4F1B-8CD9-722DF0E69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76"/>
              <a:ext cx="65" cy="118"/>
            </a:xfrm>
            <a:custGeom>
              <a:avLst/>
              <a:gdLst>
                <a:gd name="T0" fmla="*/ 0 w 43"/>
                <a:gd name="T1" fmla="*/ 26 h 78"/>
                <a:gd name="T2" fmla="*/ 0 w 43"/>
                <a:gd name="T3" fmla="*/ 0 h 78"/>
                <a:gd name="T4" fmla="*/ 148 w 43"/>
                <a:gd name="T5" fmla="*/ 0 h 78"/>
                <a:gd name="T6" fmla="*/ 148 w 43"/>
                <a:gd name="T7" fmla="*/ 26 h 78"/>
                <a:gd name="T8" fmla="*/ 86 w 43"/>
                <a:gd name="T9" fmla="*/ 26 h 78"/>
                <a:gd name="T10" fmla="*/ 86 w 43"/>
                <a:gd name="T11" fmla="*/ 271 h 78"/>
                <a:gd name="T12" fmla="*/ 59 w 43"/>
                <a:gd name="T13" fmla="*/ 271 h 78"/>
                <a:gd name="T14" fmla="*/ 59 w 43"/>
                <a:gd name="T15" fmla="*/ 26 h 78"/>
                <a:gd name="T16" fmla="*/ 0 w 43"/>
                <a:gd name="T17" fmla="*/ 2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78">
                  <a:moveTo>
                    <a:pt x="0" y="7"/>
                  </a:moveTo>
                  <a:lnTo>
                    <a:pt x="0" y="0"/>
                  </a:lnTo>
                  <a:lnTo>
                    <a:pt x="43" y="0"/>
                  </a:lnTo>
                  <a:lnTo>
                    <a:pt x="43" y="7"/>
                  </a:lnTo>
                  <a:lnTo>
                    <a:pt x="25" y="7"/>
                  </a:lnTo>
                  <a:lnTo>
                    <a:pt x="25" y="78"/>
                  </a:lnTo>
                  <a:lnTo>
                    <a:pt x="17" y="78"/>
                  </a:lnTo>
                  <a:lnTo>
                    <a:pt x="17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1" name="Freeform 109">
              <a:extLst>
                <a:ext uri="{FF2B5EF4-FFF2-40B4-BE49-F238E27FC236}">
                  <a16:creationId xmlns:a16="http://schemas.microsoft.com/office/drawing/2014/main" id="{6ED1D4EC-373A-4D6A-BC80-EA88D173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776"/>
              <a:ext cx="68" cy="118"/>
            </a:xfrm>
            <a:custGeom>
              <a:avLst/>
              <a:gdLst>
                <a:gd name="T0" fmla="*/ 0 w 45"/>
                <a:gd name="T1" fmla="*/ 0 h 78"/>
                <a:gd name="T2" fmla="*/ 156 w 45"/>
                <a:gd name="T3" fmla="*/ 0 h 78"/>
                <a:gd name="T4" fmla="*/ 156 w 45"/>
                <a:gd name="T5" fmla="*/ 26 h 78"/>
                <a:gd name="T6" fmla="*/ 27 w 45"/>
                <a:gd name="T7" fmla="*/ 26 h 78"/>
                <a:gd name="T8" fmla="*/ 27 w 45"/>
                <a:gd name="T9" fmla="*/ 110 h 78"/>
                <a:gd name="T10" fmla="*/ 156 w 45"/>
                <a:gd name="T11" fmla="*/ 110 h 78"/>
                <a:gd name="T12" fmla="*/ 156 w 45"/>
                <a:gd name="T13" fmla="*/ 139 h 78"/>
                <a:gd name="T14" fmla="*/ 27 w 45"/>
                <a:gd name="T15" fmla="*/ 139 h 78"/>
                <a:gd name="T16" fmla="*/ 27 w 45"/>
                <a:gd name="T17" fmla="*/ 242 h 78"/>
                <a:gd name="T18" fmla="*/ 156 w 45"/>
                <a:gd name="T19" fmla="*/ 242 h 78"/>
                <a:gd name="T20" fmla="*/ 156 w 45"/>
                <a:gd name="T21" fmla="*/ 271 h 78"/>
                <a:gd name="T22" fmla="*/ 0 w 45"/>
                <a:gd name="T23" fmla="*/ 271 h 78"/>
                <a:gd name="T24" fmla="*/ 0 w 45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0" y="0"/>
                  </a:moveTo>
                  <a:lnTo>
                    <a:pt x="45" y="0"/>
                  </a:lnTo>
                  <a:lnTo>
                    <a:pt x="45" y="7"/>
                  </a:lnTo>
                  <a:lnTo>
                    <a:pt x="8" y="7"/>
                  </a:lnTo>
                  <a:lnTo>
                    <a:pt x="8" y="32"/>
                  </a:lnTo>
                  <a:lnTo>
                    <a:pt x="45" y="32"/>
                  </a:lnTo>
                  <a:lnTo>
                    <a:pt x="45" y="40"/>
                  </a:lnTo>
                  <a:lnTo>
                    <a:pt x="8" y="40"/>
                  </a:lnTo>
                  <a:lnTo>
                    <a:pt x="8" y="70"/>
                  </a:lnTo>
                  <a:lnTo>
                    <a:pt x="45" y="70"/>
                  </a:lnTo>
                  <a:lnTo>
                    <a:pt x="45" y="78"/>
                  </a:lnTo>
                  <a:lnTo>
                    <a:pt x="0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2" name="Freeform 110">
              <a:extLst>
                <a:ext uri="{FF2B5EF4-FFF2-40B4-BE49-F238E27FC236}">
                  <a16:creationId xmlns:a16="http://schemas.microsoft.com/office/drawing/2014/main" id="{6A7BD98A-B856-4DD4-AB3A-A86836045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773"/>
              <a:ext cx="68" cy="124"/>
            </a:xfrm>
            <a:custGeom>
              <a:avLst/>
              <a:gdLst>
                <a:gd name="T0" fmla="*/ 0 w 92"/>
                <a:gd name="T1" fmla="*/ 55 h 166"/>
                <a:gd name="T2" fmla="*/ 5 w 92"/>
                <a:gd name="T3" fmla="*/ 52 h 166"/>
                <a:gd name="T4" fmla="*/ 18 w 92"/>
                <a:gd name="T5" fmla="*/ 63 h 166"/>
                <a:gd name="T6" fmla="*/ 24 w 92"/>
                <a:gd name="T7" fmla="*/ 61 h 166"/>
                <a:gd name="T8" fmla="*/ 29 w 92"/>
                <a:gd name="T9" fmla="*/ 57 h 166"/>
                <a:gd name="T10" fmla="*/ 30 w 92"/>
                <a:gd name="T11" fmla="*/ 52 h 166"/>
                <a:gd name="T12" fmla="*/ 28 w 92"/>
                <a:gd name="T13" fmla="*/ 46 h 166"/>
                <a:gd name="T14" fmla="*/ 18 w 92"/>
                <a:gd name="T15" fmla="*/ 34 h 166"/>
                <a:gd name="T16" fmla="*/ 7 w 92"/>
                <a:gd name="T17" fmla="*/ 25 h 166"/>
                <a:gd name="T18" fmla="*/ 4 w 92"/>
                <a:gd name="T19" fmla="*/ 16 h 166"/>
                <a:gd name="T20" fmla="*/ 6 w 92"/>
                <a:gd name="T21" fmla="*/ 7 h 166"/>
                <a:gd name="T22" fmla="*/ 12 w 92"/>
                <a:gd name="T23" fmla="*/ 2 h 166"/>
                <a:gd name="T24" fmla="*/ 19 w 92"/>
                <a:gd name="T25" fmla="*/ 0 h 166"/>
                <a:gd name="T26" fmla="*/ 28 w 92"/>
                <a:gd name="T27" fmla="*/ 2 h 166"/>
                <a:gd name="T28" fmla="*/ 37 w 92"/>
                <a:gd name="T29" fmla="*/ 10 h 166"/>
                <a:gd name="T30" fmla="*/ 31 w 92"/>
                <a:gd name="T31" fmla="*/ 15 h 166"/>
                <a:gd name="T32" fmla="*/ 25 w 92"/>
                <a:gd name="T33" fmla="*/ 8 h 166"/>
                <a:gd name="T34" fmla="*/ 19 w 92"/>
                <a:gd name="T35" fmla="*/ 7 h 166"/>
                <a:gd name="T36" fmla="*/ 13 w 92"/>
                <a:gd name="T37" fmla="*/ 9 h 166"/>
                <a:gd name="T38" fmla="*/ 10 w 92"/>
                <a:gd name="T39" fmla="*/ 15 h 166"/>
                <a:gd name="T40" fmla="*/ 12 w 92"/>
                <a:gd name="T41" fmla="*/ 19 h 166"/>
                <a:gd name="T42" fmla="*/ 15 w 92"/>
                <a:gd name="T43" fmla="*/ 24 h 166"/>
                <a:gd name="T44" fmla="*/ 23 w 92"/>
                <a:gd name="T45" fmla="*/ 31 h 166"/>
                <a:gd name="T46" fmla="*/ 35 w 92"/>
                <a:gd name="T47" fmla="*/ 42 h 166"/>
                <a:gd name="T48" fmla="*/ 37 w 92"/>
                <a:gd name="T49" fmla="*/ 52 h 166"/>
                <a:gd name="T50" fmla="*/ 32 w 92"/>
                <a:gd name="T51" fmla="*/ 63 h 166"/>
                <a:gd name="T52" fmla="*/ 19 w 92"/>
                <a:gd name="T53" fmla="*/ 69 h 166"/>
                <a:gd name="T54" fmla="*/ 9 w 92"/>
                <a:gd name="T55" fmla="*/ 66 h 166"/>
                <a:gd name="T56" fmla="*/ 0 w 92"/>
                <a:gd name="T57" fmla="*/ 55 h 16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2" h="166">
                  <a:moveTo>
                    <a:pt x="0" y="133"/>
                  </a:moveTo>
                  <a:cubicBezTo>
                    <a:pt x="14" y="125"/>
                    <a:pt x="14" y="125"/>
                    <a:pt x="14" y="125"/>
                  </a:cubicBezTo>
                  <a:cubicBezTo>
                    <a:pt x="23" y="142"/>
                    <a:pt x="34" y="151"/>
                    <a:pt x="46" y="151"/>
                  </a:cubicBezTo>
                  <a:cubicBezTo>
                    <a:pt x="52" y="151"/>
                    <a:pt x="57" y="150"/>
                    <a:pt x="61" y="147"/>
                  </a:cubicBezTo>
                  <a:cubicBezTo>
                    <a:pt x="66" y="145"/>
                    <a:pt x="69" y="141"/>
                    <a:pt x="72" y="137"/>
                  </a:cubicBezTo>
                  <a:cubicBezTo>
                    <a:pt x="74" y="133"/>
                    <a:pt x="75" y="128"/>
                    <a:pt x="75" y="124"/>
                  </a:cubicBezTo>
                  <a:cubicBezTo>
                    <a:pt x="75" y="119"/>
                    <a:pt x="74" y="113"/>
                    <a:pt x="70" y="108"/>
                  </a:cubicBezTo>
                  <a:cubicBezTo>
                    <a:pt x="65" y="101"/>
                    <a:pt x="56" y="93"/>
                    <a:pt x="43" y="83"/>
                  </a:cubicBezTo>
                  <a:cubicBezTo>
                    <a:pt x="30" y="73"/>
                    <a:pt x="22" y="66"/>
                    <a:pt x="19" y="61"/>
                  </a:cubicBezTo>
                  <a:cubicBezTo>
                    <a:pt x="13" y="54"/>
                    <a:pt x="10" y="46"/>
                    <a:pt x="10" y="37"/>
                  </a:cubicBezTo>
                  <a:cubicBezTo>
                    <a:pt x="10" y="30"/>
                    <a:pt x="12" y="24"/>
                    <a:pt x="15" y="18"/>
                  </a:cubicBezTo>
                  <a:cubicBezTo>
                    <a:pt x="18" y="13"/>
                    <a:pt x="23" y="8"/>
                    <a:pt x="29" y="5"/>
                  </a:cubicBezTo>
                  <a:cubicBezTo>
                    <a:pt x="35" y="2"/>
                    <a:pt x="41" y="0"/>
                    <a:pt x="48" y="0"/>
                  </a:cubicBezTo>
                  <a:cubicBezTo>
                    <a:pt x="56" y="0"/>
                    <a:pt x="63" y="2"/>
                    <a:pt x="69" y="6"/>
                  </a:cubicBezTo>
                  <a:cubicBezTo>
                    <a:pt x="76" y="9"/>
                    <a:pt x="82" y="16"/>
                    <a:pt x="90" y="2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1" y="28"/>
                    <a:pt x="66" y="23"/>
                    <a:pt x="62" y="20"/>
                  </a:cubicBezTo>
                  <a:cubicBezTo>
                    <a:pt x="57" y="18"/>
                    <a:pt x="53" y="16"/>
                    <a:pt x="48" y="16"/>
                  </a:cubicBezTo>
                  <a:cubicBezTo>
                    <a:pt x="42" y="16"/>
                    <a:pt x="36" y="18"/>
                    <a:pt x="32" y="22"/>
                  </a:cubicBezTo>
                  <a:cubicBezTo>
                    <a:pt x="28" y="26"/>
                    <a:pt x="26" y="31"/>
                    <a:pt x="26" y="36"/>
                  </a:cubicBezTo>
                  <a:cubicBezTo>
                    <a:pt x="26" y="40"/>
                    <a:pt x="27" y="43"/>
                    <a:pt x="29" y="46"/>
                  </a:cubicBezTo>
                  <a:cubicBezTo>
                    <a:pt x="30" y="50"/>
                    <a:pt x="33" y="53"/>
                    <a:pt x="36" y="57"/>
                  </a:cubicBezTo>
                  <a:cubicBezTo>
                    <a:pt x="38" y="59"/>
                    <a:pt x="45" y="64"/>
                    <a:pt x="57" y="73"/>
                  </a:cubicBezTo>
                  <a:cubicBezTo>
                    <a:pt x="70" y="83"/>
                    <a:pt x="80" y="92"/>
                    <a:pt x="85" y="100"/>
                  </a:cubicBezTo>
                  <a:cubicBezTo>
                    <a:pt x="90" y="108"/>
                    <a:pt x="92" y="116"/>
                    <a:pt x="92" y="123"/>
                  </a:cubicBezTo>
                  <a:cubicBezTo>
                    <a:pt x="92" y="135"/>
                    <a:pt x="88" y="145"/>
                    <a:pt x="79" y="153"/>
                  </a:cubicBezTo>
                  <a:cubicBezTo>
                    <a:pt x="71" y="162"/>
                    <a:pt x="60" y="166"/>
                    <a:pt x="48" y="166"/>
                  </a:cubicBezTo>
                  <a:cubicBezTo>
                    <a:pt x="38" y="166"/>
                    <a:pt x="29" y="163"/>
                    <a:pt x="22" y="158"/>
                  </a:cubicBezTo>
                  <a:cubicBezTo>
                    <a:pt x="14" y="153"/>
                    <a:pt x="7" y="145"/>
                    <a:pt x="0" y="133"/>
                  </a:cubicBez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3" name="Freeform 120">
              <a:extLst>
                <a:ext uri="{FF2B5EF4-FFF2-40B4-BE49-F238E27FC236}">
                  <a16:creationId xmlns:a16="http://schemas.microsoft.com/office/drawing/2014/main" id="{E710E449-0FCF-47C0-BD94-1DEA0EA7F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773"/>
              <a:ext cx="68" cy="118"/>
            </a:xfrm>
            <a:custGeom>
              <a:avLst/>
              <a:gdLst>
                <a:gd name="T0" fmla="*/ 0 w 45"/>
                <a:gd name="T1" fmla="*/ 0 h 78"/>
                <a:gd name="T2" fmla="*/ 156 w 45"/>
                <a:gd name="T3" fmla="*/ 0 h 78"/>
                <a:gd name="T4" fmla="*/ 156 w 45"/>
                <a:gd name="T5" fmla="*/ 26 h 78"/>
                <a:gd name="T6" fmla="*/ 27 w 45"/>
                <a:gd name="T7" fmla="*/ 26 h 78"/>
                <a:gd name="T8" fmla="*/ 27 w 45"/>
                <a:gd name="T9" fmla="*/ 110 h 78"/>
                <a:gd name="T10" fmla="*/ 151 w 45"/>
                <a:gd name="T11" fmla="*/ 110 h 78"/>
                <a:gd name="T12" fmla="*/ 151 w 45"/>
                <a:gd name="T13" fmla="*/ 139 h 78"/>
                <a:gd name="T14" fmla="*/ 27 w 45"/>
                <a:gd name="T15" fmla="*/ 139 h 78"/>
                <a:gd name="T16" fmla="*/ 27 w 45"/>
                <a:gd name="T17" fmla="*/ 242 h 78"/>
                <a:gd name="T18" fmla="*/ 151 w 45"/>
                <a:gd name="T19" fmla="*/ 242 h 78"/>
                <a:gd name="T20" fmla="*/ 151 w 45"/>
                <a:gd name="T21" fmla="*/ 271 h 78"/>
                <a:gd name="T22" fmla="*/ 0 w 45"/>
                <a:gd name="T23" fmla="*/ 271 h 78"/>
                <a:gd name="T24" fmla="*/ 0 w 45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0" y="0"/>
                  </a:moveTo>
                  <a:lnTo>
                    <a:pt x="45" y="0"/>
                  </a:lnTo>
                  <a:lnTo>
                    <a:pt x="45" y="7"/>
                  </a:lnTo>
                  <a:lnTo>
                    <a:pt x="8" y="7"/>
                  </a:lnTo>
                  <a:lnTo>
                    <a:pt x="8" y="32"/>
                  </a:lnTo>
                  <a:lnTo>
                    <a:pt x="44" y="32"/>
                  </a:lnTo>
                  <a:lnTo>
                    <a:pt x="44" y="40"/>
                  </a:lnTo>
                  <a:lnTo>
                    <a:pt x="8" y="40"/>
                  </a:lnTo>
                  <a:lnTo>
                    <a:pt x="8" y="70"/>
                  </a:lnTo>
                  <a:lnTo>
                    <a:pt x="44" y="70"/>
                  </a:lnTo>
                  <a:lnTo>
                    <a:pt x="44" y="78"/>
                  </a:lnTo>
                  <a:lnTo>
                    <a:pt x="0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4" name="Freeform 121">
              <a:extLst>
                <a:ext uri="{FF2B5EF4-FFF2-40B4-BE49-F238E27FC236}">
                  <a16:creationId xmlns:a16="http://schemas.microsoft.com/office/drawing/2014/main" id="{42D98FCA-F371-4DFC-8548-D2E9A249F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770"/>
              <a:ext cx="115" cy="124"/>
            </a:xfrm>
            <a:custGeom>
              <a:avLst/>
              <a:gdLst>
                <a:gd name="T0" fmla="*/ 64 w 154"/>
                <a:gd name="T1" fmla="*/ 14 h 166"/>
                <a:gd name="T2" fmla="*/ 58 w 154"/>
                <a:gd name="T3" fmla="*/ 17 h 166"/>
                <a:gd name="T4" fmla="*/ 49 w 154"/>
                <a:gd name="T5" fmla="*/ 9 h 166"/>
                <a:gd name="T6" fmla="*/ 35 w 154"/>
                <a:gd name="T7" fmla="*/ 6 h 166"/>
                <a:gd name="T8" fmla="*/ 21 w 154"/>
                <a:gd name="T9" fmla="*/ 10 h 166"/>
                <a:gd name="T10" fmla="*/ 10 w 154"/>
                <a:gd name="T11" fmla="*/ 21 h 166"/>
                <a:gd name="T12" fmla="*/ 7 w 154"/>
                <a:gd name="T13" fmla="*/ 34 h 166"/>
                <a:gd name="T14" fmla="*/ 16 w 154"/>
                <a:gd name="T15" fmla="*/ 55 h 166"/>
                <a:gd name="T16" fmla="*/ 36 w 154"/>
                <a:gd name="T17" fmla="*/ 63 h 166"/>
                <a:gd name="T18" fmla="*/ 58 w 154"/>
                <a:gd name="T19" fmla="*/ 52 h 166"/>
                <a:gd name="T20" fmla="*/ 64 w 154"/>
                <a:gd name="T21" fmla="*/ 56 h 166"/>
                <a:gd name="T22" fmla="*/ 52 w 154"/>
                <a:gd name="T23" fmla="*/ 66 h 166"/>
                <a:gd name="T24" fmla="*/ 35 w 154"/>
                <a:gd name="T25" fmla="*/ 69 h 166"/>
                <a:gd name="T26" fmla="*/ 8 w 154"/>
                <a:gd name="T27" fmla="*/ 58 h 166"/>
                <a:gd name="T28" fmla="*/ 0 w 154"/>
                <a:gd name="T29" fmla="*/ 34 h 166"/>
                <a:gd name="T30" fmla="*/ 10 w 154"/>
                <a:gd name="T31" fmla="*/ 10 h 166"/>
                <a:gd name="T32" fmla="*/ 35 w 154"/>
                <a:gd name="T33" fmla="*/ 0 h 166"/>
                <a:gd name="T34" fmla="*/ 52 w 154"/>
                <a:gd name="T35" fmla="*/ 4 h 166"/>
                <a:gd name="T36" fmla="*/ 64 w 154"/>
                <a:gd name="T37" fmla="*/ 14 h 1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4" h="166">
                  <a:moveTo>
                    <a:pt x="154" y="33"/>
                  </a:moveTo>
                  <a:cubicBezTo>
                    <a:pt x="141" y="42"/>
                    <a:pt x="141" y="42"/>
                    <a:pt x="141" y="42"/>
                  </a:cubicBezTo>
                  <a:cubicBezTo>
                    <a:pt x="135" y="34"/>
                    <a:pt x="126" y="27"/>
                    <a:pt x="117" y="22"/>
                  </a:cubicBezTo>
                  <a:cubicBezTo>
                    <a:pt x="107" y="18"/>
                    <a:pt x="97" y="15"/>
                    <a:pt x="85" y="15"/>
                  </a:cubicBezTo>
                  <a:cubicBezTo>
                    <a:pt x="73" y="15"/>
                    <a:pt x="61" y="18"/>
                    <a:pt x="51" y="24"/>
                  </a:cubicBezTo>
                  <a:cubicBezTo>
                    <a:pt x="40" y="30"/>
                    <a:pt x="32" y="39"/>
                    <a:pt x="26" y="49"/>
                  </a:cubicBezTo>
                  <a:cubicBezTo>
                    <a:pt x="20" y="59"/>
                    <a:pt x="17" y="71"/>
                    <a:pt x="17" y="83"/>
                  </a:cubicBezTo>
                  <a:cubicBezTo>
                    <a:pt x="17" y="103"/>
                    <a:pt x="23" y="119"/>
                    <a:pt x="37" y="132"/>
                  </a:cubicBezTo>
                  <a:cubicBezTo>
                    <a:pt x="50" y="145"/>
                    <a:pt x="66" y="151"/>
                    <a:pt x="86" y="151"/>
                  </a:cubicBezTo>
                  <a:cubicBezTo>
                    <a:pt x="108" y="151"/>
                    <a:pt x="127" y="142"/>
                    <a:pt x="141" y="125"/>
                  </a:cubicBezTo>
                  <a:cubicBezTo>
                    <a:pt x="154" y="134"/>
                    <a:pt x="154" y="134"/>
                    <a:pt x="154" y="134"/>
                  </a:cubicBezTo>
                  <a:cubicBezTo>
                    <a:pt x="146" y="145"/>
                    <a:pt x="136" y="152"/>
                    <a:pt x="125" y="158"/>
                  </a:cubicBezTo>
                  <a:cubicBezTo>
                    <a:pt x="113" y="163"/>
                    <a:pt x="100" y="166"/>
                    <a:pt x="85" y="166"/>
                  </a:cubicBezTo>
                  <a:cubicBezTo>
                    <a:pt x="58" y="166"/>
                    <a:pt x="36" y="157"/>
                    <a:pt x="20" y="138"/>
                  </a:cubicBezTo>
                  <a:cubicBezTo>
                    <a:pt x="7" y="123"/>
                    <a:pt x="0" y="104"/>
                    <a:pt x="0" y="82"/>
                  </a:cubicBezTo>
                  <a:cubicBezTo>
                    <a:pt x="0" y="59"/>
                    <a:pt x="8" y="39"/>
                    <a:pt x="24" y="24"/>
                  </a:cubicBezTo>
                  <a:cubicBezTo>
                    <a:pt x="41" y="8"/>
                    <a:pt x="61" y="0"/>
                    <a:pt x="85" y="0"/>
                  </a:cubicBezTo>
                  <a:cubicBezTo>
                    <a:pt x="100" y="0"/>
                    <a:pt x="113" y="3"/>
                    <a:pt x="125" y="9"/>
                  </a:cubicBezTo>
                  <a:cubicBezTo>
                    <a:pt x="137" y="14"/>
                    <a:pt x="146" y="23"/>
                    <a:pt x="154" y="33"/>
                  </a:cubicBez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5" name="Freeform 123">
              <a:extLst>
                <a:ext uri="{FF2B5EF4-FFF2-40B4-BE49-F238E27FC236}">
                  <a16:creationId xmlns:a16="http://schemas.microsoft.com/office/drawing/2014/main" id="{E9D7B679-C242-4E2C-9EB2-1D3C93A3E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773"/>
              <a:ext cx="65" cy="118"/>
            </a:xfrm>
            <a:custGeom>
              <a:avLst/>
              <a:gdLst>
                <a:gd name="T0" fmla="*/ 0 w 43"/>
                <a:gd name="T1" fmla="*/ 26 h 78"/>
                <a:gd name="T2" fmla="*/ 0 w 43"/>
                <a:gd name="T3" fmla="*/ 0 h 78"/>
                <a:gd name="T4" fmla="*/ 148 w 43"/>
                <a:gd name="T5" fmla="*/ 0 h 78"/>
                <a:gd name="T6" fmla="*/ 148 w 43"/>
                <a:gd name="T7" fmla="*/ 26 h 78"/>
                <a:gd name="T8" fmla="*/ 89 w 43"/>
                <a:gd name="T9" fmla="*/ 26 h 78"/>
                <a:gd name="T10" fmla="*/ 89 w 43"/>
                <a:gd name="T11" fmla="*/ 271 h 78"/>
                <a:gd name="T12" fmla="*/ 62 w 43"/>
                <a:gd name="T13" fmla="*/ 271 h 78"/>
                <a:gd name="T14" fmla="*/ 62 w 43"/>
                <a:gd name="T15" fmla="*/ 26 h 78"/>
                <a:gd name="T16" fmla="*/ 0 w 43"/>
                <a:gd name="T17" fmla="*/ 2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78">
                  <a:moveTo>
                    <a:pt x="0" y="7"/>
                  </a:moveTo>
                  <a:lnTo>
                    <a:pt x="0" y="0"/>
                  </a:lnTo>
                  <a:lnTo>
                    <a:pt x="43" y="0"/>
                  </a:lnTo>
                  <a:lnTo>
                    <a:pt x="43" y="7"/>
                  </a:lnTo>
                  <a:lnTo>
                    <a:pt x="26" y="7"/>
                  </a:lnTo>
                  <a:lnTo>
                    <a:pt x="26" y="78"/>
                  </a:lnTo>
                  <a:lnTo>
                    <a:pt x="18" y="78"/>
                  </a:lnTo>
                  <a:lnTo>
                    <a:pt x="18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6" name="Freeform 124">
              <a:extLst>
                <a:ext uri="{FF2B5EF4-FFF2-40B4-BE49-F238E27FC236}">
                  <a16:creationId xmlns:a16="http://schemas.microsoft.com/office/drawing/2014/main" id="{01AF18EC-1E2A-414A-9159-E4D3B4B27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773"/>
              <a:ext cx="65" cy="118"/>
            </a:xfrm>
            <a:custGeom>
              <a:avLst/>
              <a:gdLst>
                <a:gd name="T0" fmla="*/ 0 w 43"/>
                <a:gd name="T1" fmla="*/ 26 h 78"/>
                <a:gd name="T2" fmla="*/ 0 w 43"/>
                <a:gd name="T3" fmla="*/ 0 h 78"/>
                <a:gd name="T4" fmla="*/ 148 w 43"/>
                <a:gd name="T5" fmla="*/ 0 h 78"/>
                <a:gd name="T6" fmla="*/ 148 w 43"/>
                <a:gd name="T7" fmla="*/ 26 h 78"/>
                <a:gd name="T8" fmla="*/ 86 w 43"/>
                <a:gd name="T9" fmla="*/ 26 h 78"/>
                <a:gd name="T10" fmla="*/ 86 w 43"/>
                <a:gd name="T11" fmla="*/ 271 h 78"/>
                <a:gd name="T12" fmla="*/ 59 w 43"/>
                <a:gd name="T13" fmla="*/ 271 h 78"/>
                <a:gd name="T14" fmla="*/ 59 w 43"/>
                <a:gd name="T15" fmla="*/ 26 h 78"/>
                <a:gd name="T16" fmla="*/ 0 w 43"/>
                <a:gd name="T17" fmla="*/ 2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78">
                  <a:moveTo>
                    <a:pt x="0" y="7"/>
                  </a:moveTo>
                  <a:lnTo>
                    <a:pt x="0" y="0"/>
                  </a:lnTo>
                  <a:lnTo>
                    <a:pt x="43" y="0"/>
                  </a:lnTo>
                  <a:lnTo>
                    <a:pt x="43" y="7"/>
                  </a:lnTo>
                  <a:lnTo>
                    <a:pt x="25" y="7"/>
                  </a:lnTo>
                  <a:lnTo>
                    <a:pt x="25" y="78"/>
                  </a:lnTo>
                  <a:lnTo>
                    <a:pt x="17" y="78"/>
                  </a:lnTo>
                  <a:lnTo>
                    <a:pt x="17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7" name="Freeform 125">
              <a:extLst>
                <a:ext uri="{FF2B5EF4-FFF2-40B4-BE49-F238E27FC236}">
                  <a16:creationId xmlns:a16="http://schemas.microsoft.com/office/drawing/2014/main" id="{2CF959AE-768C-4ED0-B88A-7775059E5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773"/>
              <a:ext cx="68" cy="118"/>
            </a:xfrm>
            <a:custGeom>
              <a:avLst/>
              <a:gdLst>
                <a:gd name="T0" fmla="*/ 0 w 45"/>
                <a:gd name="T1" fmla="*/ 0 h 78"/>
                <a:gd name="T2" fmla="*/ 156 w 45"/>
                <a:gd name="T3" fmla="*/ 0 h 78"/>
                <a:gd name="T4" fmla="*/ 156 w 45"/>
                <a:gd name="T5" fmla="*/ 26 h 78"/>
                <a:gd name="T6" fmla="*/ 27 w 45"/>
                <a:gd name="T7" fmla="*/ 26 h 78"/>
                <a:gd name="T8" fmla="*/ 27 w 45"/>
                <a:gd name="T9" fmla="*/ 110 h 78"/>
                <a:gd name="T10" fmla="*/ 156 w 45"/>
                <a:gd name="T11" fmla="*/ 110 h 78"/>
                <a:gd name="T12" fmla="*/ 156 w 45"/>
                <a:gd name="T13" fmla="*/ 139 h 78"/>
                <a:gd name="T14" fmla="*/ 27 w 45"/>
                <a:gd name="T15" fmla="*/ 139 h 78"/>
                <a:gd name="T16" fmla="*/ 27 w 45"/>
                <a:gd name="T17" fmla="*/ 242 h 78"/>
                <a:gd name="T18" fmla="*/ 156 w 45"/>
                <a:gd name="T19" fmla="*/ 242 h 78"/>
                <a:gd name="T20" fmla="*/ 156 w 45"/>
                <a:gd name="T21" fmla="*/ 271 h 78"/>
                <a:gd name="T22" fmla="*/ 0 w 45"/>
                <a:gd name="T23" fmla="*/ 271 h 78"/>
                <a:gd name="T24" fmla="*/ 0 w 45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0" y="0"/>
                  </a:moveTo>
                  <a:lnTo>
                    <a:pt x="45" y="0"/>
                  </a:lnTo>
                  <a:lnTo>
                    <a:pt x="45" y="7"/>
                  </a:lnTo>
                  <a:lnTo>
                    <a:pt x="8" y="7"/>
                  </a:lnTo>
                  <a:lnTo>
                    <a:pt x="8" y="32"/>
                  </a:lnTo>
                  <a:lnTo>
                    <a:pt x="45" y="32"/>
                  </a:lnTo>
                  <a:lnTo>
                    <a:pt x="45" y="40"/>
                  </a:lnTo>
                  <a:lnTo>
                    <a:pt x="8" y="40"/>
                  </a:lnTo>
                  <a:lnTo>
                    <a:pt x="8" y="70"/>
                  </a:lnTo>
                  <a:lnTo>
                    <a:pt x="45" y="70"/>
                  </a:lnTo>
                  <a:lnTo>
                    <a:pt x="45" y="78"/>
                  </a:lnTo>
                  <a:lnTo>
                    <a:pt x="0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8" name="Freeform 135">
              <a:extLst>
                <a:ext uri="{FF2B5EF4-FFF2-40B4-BE49-F238E27FC236}">
                  <a16:creationId xmlns:a16="http://schemas.microsoft.com/office/drawing/2014/main" id="{4846F295-3354-4C35-B328-23DC65A9B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493"/>
              <a:ext cx="827" cy="124"/>
            </a:xfrm>
            <a:custGeom>
              <a:avLst/>
              <a:gdLst>
                <a:gd name="T0" fmla="*/ 0 w 1101"/>
                <a:gd name="T1" fmla="*/ 0 h 166"/>
                <a:gd name="T2" fmla="*/ 56 w 1101"/>
                <a:gd name="T3" fmla="*/ 67 h 166"/>
                <a:gd name="T4" fmla="*/ 466 w 1101"/>
                <a:gd name="T5" fmla="*/ 67 h 166"/>
                <a:gd name="T6" fmla="*/ 0 w 1101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1" h="166">
                  <a:moveTo>
                    <a:pt x="0" y="0"/>
                  </a:moveTo>
                  <a:cubicBezTo>
                    <a:pt x="0" y="0"/>
                    <a:pt x="40" y="119"/>
                    <a:pt x="130" y="160"/>
                  </a:cubicBezTo>
                  <a:cubicBezTo>
                    <a:pt x="1101" y="160"/>
                    <a:pt x="1101" y="160"/>
                    <a:pt x="1101" y="160"/>
                  </a:cubicBezTo>
                  <a:cubicBezTo>
                    <a:pt x="1101" y="160"/>
                    <a:pt x="125" y="166"/>
                    <a:pt x="0" y="0"/>
                  </a:cubicBez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9" name="Line 136">
              <a:extLst>
                <a:ext uri="{FF2B5EF4-FFF2-40B4-BE49-F238E27FC236}">
                  <a16:creationId xmlns:a16="http://schemas.microsoft.com/office/drawing/2014/main" id="{9B9AB916-A416-48D8-BEB0-6C4684AA08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7" y="2498"/>
              <a:ext cx="793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0" name="Line 137">
              <a:extLst>
                <a:ext uri="{FF2B5EF4-FFF2-40B4-BE49-F238E27FC236}">
                  <a16:creationId xmlns:a16="http://schemas.microsoft.com/office/drawing/2014/main" id="{A989E492-2D48-4559-A3A8-3D3B245DF1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2" y="2509"/>
              <a:ext cx="784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Line 138">
              <a:extLst>
                <a:ext uri="{FF2B5EF4-FFF2-40B4-BE49-F238E27FC236}">
                  <a16:creationId xmlns:a16="http://schemas.microsoft.com/office/drawing/2014/main" id="{4DEBD4B0-F885-4C48-8F8A-24B640E366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0" y="2519"/>
              <a:ext cx="776" cy="2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Line 139">
              <a:extLst>
                <a:ext uri="{FF2B5EF4-FFF2-40B4-BE49-F238E27FC236}">
                  <a16:creationId xmlns:a16="http://schemas.microsoft.com/office/drawing/2014/main" id="{64FE1B08-3C64-4F8E-8F9E-6B089C1A57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7" y="2530"/>
              <a:ext cx="767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Line 140">
              <a:extLst>
                <a:ext uri="{FF2B5EF4-FFF2-40B4-BE49-F238E27FC236}">
                  <a16:creationId xmlns:a16="http://schemas.microsoft.com/office/drawing/2014/main" id="{14A8B641-A5E6-4C4A-AFA5-97C52B0FD3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3" y="2542"/>
              <a:ext cx="763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Line 141">
              <a:extLst>
                <a:ext uri="{FF2B5EF4-FFF2-40B4-BE49-F238E27FC236}">
                  <a16:creationId xmlns:a16="http://schemas.microsoft.com/office/drawing/2014/main" id="{AA2F75FD-B883-4082-A19A-A99D5EE0DB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8" y="2552"/>
              <a:ext cx="758" cy="2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Line 142">
              <a:extLst>
                <a:ext uri="{FF2B5EF4-FFF2-40B4-BE49-F238E27FC236}">
                  <a16:creationId xmlns:a16="http://schemas.microsoft.com/office/drawing/2014/main" id="{D5FBF75F-4299-437E-9F61-7701A23A2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5" y="2565"/>
              <a:ext cx="755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6" name="Line 143">
              <a:extLst>
                <a:ext uri="{FF2B5EF4-FFF2-40B4-BE49-F238E27FC236}">
                  <a16:creationId xmlns:a16="http://schemas.microsoft.com/office/drawing/2014/main" id="{1F3B186F-BAE0-46A6-A4C0-A16850E67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9" y="2575"/>
              <a:ext cx="746" cy="2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7" name="Line 144">
              <a:extLst>
                <a:ext uri="{FF2B5EF4-FFF2-40B4-BE49-F238E27FC236}">
                  <a16:creationId xmlns:a16="http://schemas.microsoft.com/office/drawing/2014/main" id="{942F50CF-D855-449A-A4A8-DC78FC1EC5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1" y="2586"/>
              <a:ext cx="744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Line 145">
              <a:extLst>
                <a:ext uri="{FF2B5EF4-FFF2-40B4-BE49-F238E27FC236}">
                  <a16:creationId xmlns:a16="http://schemas.microsoft.com/office/drawing/2014/main" id="{490D0C5C-829F-4AAC-A218-11B86FDFE8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2598"/>
              <a:ext cx="739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Line 146">
              <a:extLst>
                <a:ext uri="{FF2B5EF4-FFF2-40B4-BE49-F238E27FC236}">
                  <a16:creationId xmlns:a16="http://schemas.microsoft.com/office/drawing/2014/main" id="{2BE5D453-BB70-488E-9026-00E0D0D1D5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1" y="2610"/>
              <a:ext cx="734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147">
              <a:extLst>
                <a:ext uri="{FF2B5EF4-FFF2-40B4-BE49-F238E27FC236}">
                  <a16:creationId xmlns:a16="http://schemas.microsoft.com/office/drawing/2014/main" id="{54B1D8BF-6384-4CBF-9825-0FEFC5C5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896"/>
              <a:ext cx="633" cy="699"/>
            </a:xfrm>
            <a:custGeom>
              <a:avLst/>
              <a:gdLst>
                <a:gd name="T0" fmla="*/ 159 w 846"/>
                <a:gd name="T1" fmla="*/ 381 h 936"/>
                <a:gd name="T2" fmla="*/ 118 w 846"/>
                <a:gd name="T3" fmla="*/ 282 h 936"/>
                <a:gd name="T4" fmla="*/ 36 w 846"/>
                <a:gd name="T5" fmla="*/ 184 h 936"/>
                <a:gd name="T6" fmla="*/ 24 w 846"/>
                <a:gd name="T7" fmla="*/ 104 h 936"/>
                <a:gd name="T8" fmla="*/ 116 w 846"/>
                <a:gd name="T9" fmla="*/ 49 h 936"/>
                <a:gd name="T10" fmla="*/ 190 w 846"/>
                <a:gd name="T11" fmla="*/ 9 h 936"/>
                <a:gd name="T12" fmla="*/ 283 w 846"/>
                <a:gd name="T13" fmla="*/ 57 h 936"/>
                <a:gd name="T14" fmla="*/ 312 w 846"/>
                <a:gd name="T15" fmla="*/ 190 h 936"/>
                <a:gd name="T16" fmla="*/ 355 w 846"/>
                <a:gd name="T17" fmla="*/ 307 h 936"/>
                <a:gd name="T18" fmla="*/ 159 w 846"/>
                <a:gd name="T19" fmla="*/ 381 h 9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6" h="936">
                  <a:moveTo>
                    <a:pt x="378" y="914"/>
                  </a:moveTo>
                  <a:cubicBezTo>
                    <a:pt x="282" y="678"/>
                    <a:pt x="282" y="678"/>
                    <a:pt x="282" y="678"/>
                  </a:cubicBezTo>
                  <a:cubicBezTo>
                    <a:pt x="282" y="678"/>
                    <a:pt x="131" y="467"/>
                    <a:pt x="85" y="440"/>
                  </a:cubicBezTo>
                  <a:cubicBezTo>
                    <a:pt x="39" y="412"/>
                    <a:pt x="0" y="300"/>
                    <a:pt x="58" y="249"/>
                  </a:cubicBezTo>
                  <a:cubicBezTo>
                    <a:pt x="116" y="198"/>
                    <a:pt x="231" y="156"/>
                    <a:pt x="276" y="116"/>
                  </a:cubicBezTo>
                  <a:cubicBezTo>
                    <a:pt x="322" y="75"/>
                    <a:pt x="344" y="45"/>
                    <a:pt x="454" y="22"/>
                  </a:cubicBezTo>
                  <a:cubicBezTo>
                    <a:pt x="563" y="0"/>
                    <a:pt x="654" y="41"/>
                    <a:pt x="675" y="137"/>
                  </a:cubicBezTo>
                  <a:cubicBezTo>
                    <a:pt x="696" y="232"/>
                    <a:pt x="716" y="407"/>
                    <a:pt x="744" y="458"/>
                  </a:cubicBezTo>
                  <a:cubicBezTo>
                    <a:pt x="772" y="509"/>
                    <a:pt x="846" y="737"/>
                    <a:pt x="846" y="737"/>
                  </a:cubicBezTo>
                  <a:cubicBezTo>
                    <a:pt x="846" y="737"/>
                    <a:pt x="564" y="936"/>
                    <a:pt x="378" y="9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148">
              <a:extLst>
                <a:ext uri="{FF2B5EF4-FFF2-40B4-BE49-F238E27FC236}">
                  <a16:creationId xmlns:a16="http://schemas.microsoft.com/office/drawing/2014/main" id="{9A90DF76-47FE-48F3-81E1-0800A5B09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902"/>
              <a:ext cx="626" cy="687"/>
            </a:xfrm>
            <a:custGeom>
              <a:avLst/>
              <a:gdLst>
                <a:gd name="T0" fmla="*/ 155 w 836"/>
                <a:gd name="T1" fmla="*/ 379 h 918"/>
                <a:gd name="T2" fmla="*/ 133 w 836"/>
                <a:gd name="T3" fmla="*/ 326 h 918"/>
                <a:gd name="T4" fmla="*/ 119 w 836"/>
                <a:gd name="T5" fmla="*/ 292 h 918"/>
                <a:gd name="T6" fmla="*/ 113 w 836"/>
                <a:gd name="T7" fmla="*/ 279 h 918"/>
                <a:gd name="T8" fmla="*/ 74 w 836"/>
                <a:gd name="T9" fmla="*/ 226 h 918"/>
                <a:gd name="T10" fmla="*/ 46 w 836"/>
                <a:gd name="T11" fmla="*/ 193 h 918"/>
                <a:gd name="T12" fmla="*/ 35 w 836"/>
                <a:gd name="T13" fmla="*/ 183 h 918"/>
                <a:gd name="T14" fmla="*/ 23 w 836"/>
                <a:gd name="T15" fmla="*/ 173 h 918"/>
                <a:gd name="T16" fmla="*/ 7 w 836"/>
                <a:gd name="T17" fmla="*/ 128 h 918"/>
                <a:gd name="T18" fmla="*/ 15 w 836"/>
                <a:gd name="T19" fmla="*/ 105 h 918"/>
                <a:gd name="T20" fmla="*/ 37 w 836"/>
                <a:gd name="T21" fmla="*/ 88 h 918"/>
                <a:gd name="T22" fmla="*/ 93 w 836"/>
                <a:gd name="T23" fmla="*/ 57 h 918"/>
                <a:gd name="T24" fmla="*/ 111 w 836"/>
                <a:gd name="T25" fmla="*/ 45 h 918"/>
                <a:gd name="T26" fmla="*/ 126 w 836"/>
                <a:gd name="T27" fmla="*/ 31 h 918"/>
                <a:gd name="T28" fmla="*/ 142 w 836"/>
                <a:gd name="T29" fmla="*/ 19 h 918"/>
                <a:gd name="T30" fmla="*/ 170 w 836"/>
                <a:gd name="T31" fmla="*/ 10 h 918"/>
                <a:gd name="T32" fmla="*/ 230 w 836"/>
                <a:gd name="T33" fmla="*/ 7 h 918"/>
                <a:gd name="T34" fmla="*/ 269 w 836"/>
                <a:gd name="T35" fmla="*/ 38 h 918"/>
                <a:gd name="T36" fmla="*/ 276 w 836"/>
                <a:gd name="T37" fmla="*/ 63 h 918"/>
                <a:gd name="T38" fmla="*/ 282 w 836"/>
                <a:gd name="T39" fmla="*/ 90 h 918"/>
                <a:gd name="T40" fmla="*/ 291 w 836"/>
                <a:gd name="T41" fmla="*/ 148 h 918"/>
                <a:gd name="T42" fmla="*/ 303 w 836"/>
                <a:gd name="T43" fmla="*/ 190 h 918"/>
                <a:gd name="T44" fmla="*/ 317 w 836"/>
                <a:gd name="T45" fmla="*/ 222 h 918"/>
                <a:gd name="T46" fmla="*/ 332 w 836"/>
                <a:gd name="T47" fmla="*/ 265 h 918"/>
                <a:gd name="T48" fmla="*/ 344 w 836"/>
                <a:gd name="T49" fmla="*/ 299 h 918"/>
                <a:gd name="T50" fmla="*/ 347 w 836"/>
                <a:gd name="T51" fmla="*/ 306 h 918"/>
                <a:gd name="T52" fmla="*/ 345 w 836"/>
                <a:gd name="T53" fmla="*/ 308 h 918"/>
                <a:gd name="T54" fmla="*/ 281 w 836"/>
                <a:gd name="T55" fmla="*/ 346 h 918"/>
                <a:gd name="T56" fmla="*/ 217 w 836"/>
                <a:gd name="T57" fmla="*/ 370 h 918"/>
                <a:gd name="T58" fmla="*/ 155 w 836"/>
                <a:gd name="T59" fmla="*/ 379 h 918"/>
                <a:gd name="T60" fmla="*/ 151 w 836"/>
                <a:gd name="T61" fmla="*/ 381 h 918"/>
                <a:gd name="T62" fmla="*/ 249 w 836"/>
                <a:gd name="T63" fmla="*/ 361 h 918"/>
                <a:gd name="T64" fmla="*/ 327 w 836"/>
                <a:gd name="T65" fmla="*/ 320 h 918"/>
                <a:gd name="T66" fmla="*/ 349 w 836"/>
                <a:gd name="T67" fmla="*/ 306 h 918"/>
                <a:gd name="T68" fmla="*/ 351 w 836"/>
                <a:gd name="T69" fmla="*/ 304 h 918"/>
                <a:gd name="T70" fmla="*/ 349 w 836"/>
                <a:gd name="T71" fmla="*/ 297 h 918"/>
                <a:gd name="T72" fmla="*/ 322 w 836"/>
                <a:gd name="T73" fmla="*/ 221 h 918"/>
                <a:gd name="T74" fmla="*/ 309 w 836"/>
                <a:gd name="T75" fmla="*/ 188 h 918"/>
                <a:gd name="T76" fmla="*/ 297 w 836"/>
                <a:gd name="T77" fmla="*/ 148 h 918"/>
                <a:gd name="T78" fmla="*/ 286 w 836"/>
                <a:gd name="T79" fmla="*/ 90 h 918"/>
                <a:gd name="T80" fmla="*/ 281 w 836"/>
                <a:gd name="T81" fmla="*/ 62 h 918"/>
                <a:gd name="T82" fmla="*/ 273 w 836"/>
                <a:gd name="T83" fmla="*/ 37 h 918"/>
                <a:gd name="T84" fmla="*/ 237 w 836"/>
                <a:gd name="T85" fmla="*/ 6 h 918"/>
                <a:gd name="T86" fmla="*/ 177 w 836"/>
                <a:gd name="T87" fmla="*/ 7 h 918"/>
                <a:gd name="T88" fmla="*/ 134 w 836"/>
                <a:gd name="T89" fmla="*/ 24 h 918"/>
                <a:gd name="T90" fmla="*/ 103 w 836"/>
                <a:gd name="T91" fmla="*/ 49 h 918"/>
                <a:gd name="T92" fmla="*/ 49 w 836"/>
                <a:gd name="T93" fmla="*/ 80 h 918"/>
                <a:gd name="T94" fmla="*/ 28 w 836"/>
                <a:gd name="T95" fmla="*/ 93 h 918"/>
                <a:gd name="T96" fmla="*/ 9 w 836"/>
                <a:gd name="T97" fmla="*/ 110 h 918"/>
                <a:gd name="T98" fmla="*/ 9 w 836"/>
                <a:gd name="T99" fmla="*/ 158 h 918"/>
                <a:gd name="T100" fmla="*/ 21 w 836"/>
                <a:gd name="T101" fmla="*/ 177 h 918"/>
                <a:gd name="T102" fmla="*/ 32 w 836"/>
                <a:gd name="T103" fmla="*/ 186 h 918"/>
                <a:gd name="T104" fmla="*/ 57 w 836"/>
                <a:gd name="T105" fmla="*/ 213 h 918"/>
                <a:gd name="T106" fmla="*/ 85 w 836"/>
                <a:gd name="T107" fmla="*/ 248 h 918"/>
                <a:gd name="T108" fmla="*/ 106 w 836"/>
                <a:gd name="T109" fmla="*/ 276 h 918"/>
                <a:gd name="T110" fmla="*/ 111 w 836"/>
                <a:gd name="T111" fmla="*/ 285 h 918"/>
                <a:gd name="T112" fmla="*/ 151 w 836"/>
                <a:gd name="T113" fmla="*/ 381 h 918"/>
                <a:gd name="T114" fmla="*/ 155 w 836"/>
                <a:gd name="T115" fmla="*/ 379 h 91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36" h="918">
                  <a:moveTo>
                    <a:pt x="368" y="903"/>
                  </a:moveTo>
                  <a:cubicBezTo>
                    <a:pt x="351" y="861"/>
                    <a:pt x="334" y="819"/>
                    <a:pt x="317" y="778"/>
                  </a:cubicBezTo>
                  <a:cubicBezTo>
                    <a:pt x="305" y="750"/>
                    <a:pt x="294" y="723"/>
                    <a:pt x="283" y="696"/>
                  </a:cubicBezTo>
                  <a:cubicBezTo>
                    <a:pt x="279" y="686"/>
                    <a:pt x="276" y="674"/>
                    <a:pt x="270" y="666"/>
                  </a:cubicBezTo>
                  <a:cubicBezTo>
                    <a:pt x="240" y="623"/>
                    <a:pt x="208" y="581"/>
                    <a:pt x="176" y="540"/>
                  </a:cubicBezTo>
                  <a:cubicBezTo>
                    <a:pt x="155" y="513"/>
                    <a:pt x="134" y="486"/>
                    <a:pt x="111" y="461"/>
                  </a:cubicBezTo>
                  <a:cubicBezTo>
                    <a:pt x="102" y="452"/>
                    <a:pt x="94" y="443"/>
                    <a:pt x="84" y="435"/>
                  </a:cubicBezTo>
                  <a:cubicBezTo>
                    <a:pt x="75" y="428"/>
                    <a:pt x="65" y="422"/>
                    <a:pt x="56" y="413"/>
                  </a:cubicBezTo>
                  <a:cubicBezTo>
                    <a:pt x="31" y="384"/>
                    <a:pt x="17" y="342"/>
                    <a:pt x="19" y="305"/>
                  </a:cubicBezTo>
                  <a:cubicBezTo>
                    <a:pt x="19" y="285"/>
                    <a:pt x="25" y="266"/>
                    <a:pt x="36" y="250"/>
                  </a:cubicBezTo>
                  <a:cubicBezTo>
                    <a:pt x="49" y="232"/>
                    <a:pt x="70" y="220"/>
                    <a:pt x="88" y="208"/>
                  </a:cubicBezTo>
                  <a:cubicBezTo>
                    <a:pt x="130" y="182"/>
                    <a:pt x="177" y="161"/>
                    <a:pt x="220" y="136"/>
                  </a:cubicBezTo>
                  <a:cubicBezTo>
                    <a:pt x="235" y="127"/>
                    <a:pt x="250" y="118"/>
                    <a:pt x="263" y="107"/>
                  </a:cubicBezTo>
                  <a:cubicBezTo>
                    <a:pt x="275" y="97"/>
                    <a:pt x="287" y="85"/>
                    <a:pt x="299" y="75"/>
                  </a:cubicBezTo>
                  <a:cubicBezTo>
                    <a:pt x="311" y="64"/>
                    <a:pt x="325" y="54"/>
                    <a:pt x="339" y="47"/>
                  </a:cubicBezTo>
                  <a:cubicBezTo>
                    <a:pt x="360" y="36"/>
                    <a:pt x="383" y="29"/>
                    <a:pt x="405" y="24"/>
                  </a:cubicBezTo>
                  <a:cubicBezTo>
                    <a:pt x="452" y="12"/>
                    <a:pt x="501" y="6"/>
                    <a:pt x="548" y="19"/>
                  </a:cubicBezTo>
                  <a:cubicBezTo>
                    <a:pt x="587" y="30"/>
                    <a:pt x="620" y="55"/>
                    <a:pt x="640" y="91"/>
                  </a:cubicBezTo>
                  <a:cubicBezTo>
                    <a:pt x="650" y="109"/>
                    <a:pt x="654" y="129"/>
                    <a:pt x="658" y="150"/>
                  </a:cubicBezTo>
                  <a:cubicBezTo>
                    <a:pt x="662" y="171"/>
                    <a:pt x="666" y="193"/>
                    <a:pt x="670" y="214"/>
                  </a:cubicBezTo>
                  <a:cubicBezTo>
                    <a:pt x="678" y="261"/>
                    <a:pt x="685" y="307"/>
                    <a:pt x="695" y="354"/>
                  </a:cubicBezTo>
                  <a:cubicBezTo>
                    <a:pt x="701" y="387"/>
                    <a:pt x="707" y="423"/>
                    <a:pt x="723" y="453"/>
                  </a:cubicBezTo>
                  <a:cubicBezTo>
                    <a:pt x="736" y="477"/>
                    <a:pt x="745" y="503"/>
                    <a:pt x="755" y="528"/>
                  </a:cubicBezTo>
                  <a:cubicBezTo>
                    <a:pt x="768" y="562"/>
                    <a:pt x="780" y="597"/>
                    <a:pt x="792" y="632"/>
                  </a:cubicBezTo>
                  <a:cubicBezTo>
                    <a:pt x="802" y="659"/>
                    <a:pt x="811" y="687"/>
                    <a:pt x="820" y="714"/>
                  </a:cubicBezTo>
                  <a:cubicBezTo>
                    <a:pt x="822" y="720"/>
                    <a:pt x="824" y="725"/>
                    <a:pt x="826" y="731"/>
                  </a:cubicBezTo>
                  <a:cubicBezTo>
                    <a:pt x="826" y="732"/>
                    <a:pt x="822" y="734"/>
                    <a:pt x="821" y="735"/>
                  </a:cubicBezTo>
                  <a:cubicBezTo>
                    <a:pt x="772" y="768"/>
                    <a:pt x="722" y="797"/>
                    <a:pt x="669" y="824"/>
                  </a:cubicBezTo>
                  <a:cubicBezTo>
                    <a:pt x="620" y="848"/>
                    <a:pt x="569" y="870"/>
                    <a:pt x="517" y="885"/>
                  </a:cubicBezTo>
                  <a:cubicBezTo>
                    <a:pt x="469" y="899"/>
                    <a:pt x="418" y="909"/>
                    <a:pt x="368" y="903"/>
                  </a:cubicBezTo>
                  <a:cubicBezTo>
                    <a:pt x="365" y="903"/>
                    <a:pt x="361" y="909"/>
                    <a:pt x="358" y="909"/>
                  </a:cubicBezTo>
                  <a:cubicBezTo>
                    <a:pt x="438" y="918"/>
                    <a:pt x="520" y="891"/>
                    <a:pt x="593" y="860"/>
                  </a:cubicBezTo>
                  <a:cubicBezTo>
                    <a:pt x="658" y="833"/>
                    <a:pt x="720" y="798"/>
                    <a:pt x="780" y="762"/>
                  </a:cubicBezTo>
                  <a:cubicBezTo>
                    <a:pt x="797" y="751"/>
                    <a:pt x="814" y="741"/>
                    <a:pt x="830" y="729"/>
                  </a:cubicBezTo>
                  <a:cubicBezTo>
                    <a:pt x="831" y="729"/>
                    <a:pt x="836" y="726"/>
                    <a:pt x="836" y="725"/>
                  </a:cubicBezTo>
                  <a:cubicBezTo>
                    <a:pt x="834" y="720"/>
                    <a:pt x="833" y="715"/>
                    <a:pt x="831" y="710"/>
                  </a:cubicBezTo>
                  <a:cubicBezTo>
                    <a:pt x="811" y="649"/>
                    <a:pt x="789" y="587"/>
                    <a:pt x="767" y="526"/>
                  </a:cubicBezTo>
                  <a:cubicBezTo>
                    <a:pt x="757" y="500"/>
                    <a:pt x="747" y="473"/>
                    <a:pt x="735" y="449"/>
                  </a:cubicBezTo>
                  <a:cubicBezTo>
                    <a:pt x="719" y="419"/>
                    <a:pt x="713" y="385"/>
                    <a:pt x="706" y="353"/>
                  </a:cubicBezTo>
                  <a:cubicBezTo>
                    <a:pt x="697" y="307"/>
                    <a:pt x="689" y="260"/>
                    <a:pt x="681" y="214"/>
                  </a:cubicBezTo>
                  <a:cubicBezTo>
                    <a:pt x="678" y="192"/>
                    <a:pt x="674" y="170"/>
                    <a:pt x="669" y="148"/>
                  </a:cubicBezTo>
                  <a:cubicBezTo>
                    <a:pt x="665" y="128"/>
                    <a:pt x="661" y="108"/>
                    <a:pt x="652" y="89"/>
                  </a:cubicBezTo>
                  <a:cubicBezTo>
                    <a:pt x="635" y="53"/>
                    <a:pt x="602" y="27"/>
                    <a:pt x="564" y="15"/>
                  </a:cubicBezTo>
                  <a:cubicBezTo>
                    <a:pt x="518" y="0"/>
                    <a:pt x="469" y="5"/>
                    <a:pt x="422" y="16"/>
                  </a:cubicBezTo>
                  <a:cubicBezTo>
                    <a:pt x="385" y="25"/>
                    <a:pt x="351" y="38"/>
                    <a:pt x="319" y="58"/>
                  </a:cubicBezTo>
                  <a:cubicBezTo>
                    <a:pt x="292" y="75"/>
                    <a:pt x="271" y="99"/>
                    <a:pt x="246" y="118"/>
                  </a:cubicBezTo>
                  <a:cubicBezTo>
                    <a:pt x="207" y="148"/>
                    <a:pt x="159" y="167"/>
                    <a:pt x="117" y="191"/>
                  </a:cubicBezTo>
                  <a:cubicBezTo>
                    <a:pt x="100" y="201"/>
                    <a:pt x="83" y="211"/>
                    <a:pt x="66" y="222"/>
                  </a:cubicBezTo>
                  <a:cubicBezTo>
                    <a:pt x="50" y="233"/>
                    <a:pt x="33" y="245"/>
                    <a:pt x="22" y="262"/>
                  </a:cubicBezTo>
                  <a:cubicBezTo>
                    <a:pt x="0" y="296"/>
                    <a:pt x="7" y="341"/>
                    <a:pt x="21" y="377"/>
                  </a:cubicBezTo>
                  <a:cubicBezTo>
                    <a:pt x="28" y="394"/>
                    <a:pt x="37" y="410"/>
                    <a:pt x="50" y="423"/>
                  </a:cubicBezTo>
                  <a:cubicBezTo>
                    <a:pt x="58" y="431"/>
                    <a:pt x="68" y="436"/>
                    <a:pt x="77" y="444"/>
                  </a:cubicBezTo>
                  <a:cubicBezTo>
                    <a:pt x="99" y="463"/>
                    <a:pt x="117" y="486"/>
                    <a:pt x="136" y="508"/>
                  </a:cubicBezTo>
                  <a:cubicBezTo>
                    <a:pt x="159" y="536"/>
                    <a:pt x="181" y="565"/>
                    <a:pt x="202" y="593"/>
                  </a:cubicBezTo>
                  <a:cubicBezTo>
                    <a:pt x="219" y="615"/>
                    <a:pt x="235" y="637"/>
                    <a:pt x="251" y="659"/>
                  </a:cubicBezTo>
                  <a:cubicBezTo>
                    <a:pt x="256" y="666"/>
                    <a:pt x="260" y="672"/>
                    <a:pt x="264" y="680"/>
                  </a:cubicBezTo>
                  <a:cubicBezTo>
                    <a:pt x="295" y="756"/>
                    <a:pt x="326" y="833"/>
                    <a:pt x="358" y="909"/>
                  </a:cubicBezTo>
                  <a:cubicBezTo>
                    <a:pt x="357" y="909"/>
                    <a:pt x="368" y="904"/>
                    <a:pt x="368" y="9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149">
              <a:extLst>
                <a:ext uri="{FF2B5EF4-FFF2-40B4-BE49-F238E27FC236}">
                  <a16:creationId xmlns:a16="http://schemas.microsoft.com/office/drawing/2014/main" id="{D4D9CDC6-5242-4BF2-AA2C-90B8C2FF4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427"/>
              <a:ext cx="346" cy="144"/>
            </a:xfrm>
            <a:custGeom>
              <a:avLst/>
              <a:gdLst>
                <a:gd name="T0" fmla="*/ 4 w 463"/>
                <a:gd name="T1" fmla="*/ 78 h 193"/>
                <a:gd name="T2" fmla="*/ 43 w 463"/>
                <a:gd name="T3" fmla="*/ 48 h 193"/>
                <a:gd name="T4" fmla="*/ 149 w 463"/>
                <a:gd name="T5" fmla="*/ 9 h 193"/>
                <a:gd name="T6" fmla="*/ 189 w 463"/>
                <a:gd name="T7" fmla="*/ 10 h 193"/>
                <a:gd name="T8" fmla="*/ 194 w 463"/>
                <a:gd name="T9" fmla="*/ 7 h 193"/>
                <a:gd name="T10" fmla="*/ 12 w 463"/>
                <a:gd name="T11" fmla="*/ 69 h 193"/>
                <a:gd name="T12" fmla="*/ 0 w 463"/>
                <a:gd name="T13" fmla="*/ 80 h 193"/>
                <a:gd name="T14" fmla="*/ 4 w 463"/>
                <a:gd name="T15" fmla="*/ 78 h 1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3" h="193">
                  <a:moveTo>
                    <a:pt x="10" y="187"/>
                  </a:moveTo>
                  <a:cubicBezTo>
                    <a:pt x="38" y="159"/>
                    <a:pt x="70" y="136"/>
                    <a:pt x="102" y="115"/>
                  </a:cubicBezTo>
                  <a:cubicBezTo>
                    <a:pt x="178" y="65"/>
                    <a:pt x="267" y="31"/>
                    <a:pt x="358" y="22"/>
                  </a:cubicBezTo>
                  <a:cubicBezTo>
                    <a:pt x="389" y="19"/>
                    <a:pt x="421" y="20"/>
                    <a:pt x="453" y="23"/>
                  </a:cubicBezTo>
                  <a:cubicBezTo>
                    <a:pt x="456" y="23"/>
                    <a:pt x="460" y="17"/>
                    <a:pt x="463" y="17"/>
                  </a:cubicBezTo>
                  <a:cubicBezTo>
                    <a:pt x="305" y="0"/>
                    <a:pt x="149" y="68"/>
                    <a:pt x="28" y="167"/>
                  </a:cubicBezTo>
                  <a:cubicBezTo>
                    <a:pt x="19" y="175"/>
                    <a:pt x="9" y="183"/>
                    <a:pt x="0" y="193"/>
                  </a:cubicBezTo>
                  <a:cubicBezTo>
                    <a:pt x="2" y="190"/>
                    <a:pt x="7" y="189"/>
                    <a:pt x="10" y="18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3" name="Freeform 150">
              <a:extLst>
                <a:ext uri="{FF2B5EF4-FFF2-40B4-BE49-F238E27FC236}">
                  <a16:creationId xmlns:a16="http://schemas.microsoft.com/office/drawing/2014/main" id="{5EC34809-7203-40D1-9286-3A58EB4A3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259"/>
              <a:ext cx="245" cy="123"/>
            </a:xfrm>
            <a:custGeom>
              <a:avLst/>
              <a:gdLst>
                <a:gd name="T0" fmla="*/ 0 w 327"/>
                <a:gd name="T1" fmla="*/ 69 h 164"/>
                <a:gd name="T2" fmla="*/ 1 w 327"/>
                <a:gd name="T3" fmla="*/ 69 h 164"/>
                <a:gd name="T4" fmla="*/ 138 w 327"/>
                <a:gd name="T5" fmla="*/ 0 h 164"/>
                <a:gd name="T6" fmla="*/ 0 w 327"/>
                <a:gd name="T7" fmla="*/ 69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7" h="164">
                  <a:moveTo>
                    <a:pt x="0" y="164"/>
                  </a:moveTo>
                  <a:cubicBezTo>
                    <a:pt x="0" y="164"/>
                    <a:pt x="1" y="163"/>
                    <a:pt x="1" y="162"/>
                  </a:cubicBezTo>
                  <a:cubicBezTo>
                    <a:pt x="15" y="149"/>
                    <a:pt x="139" y="29"/>
                    <a:pt x="327" y="0"/>
                  </a:cubicBezTo>
                  <a:cubicBezTo>
                    <a:pt x="327" y="0"/>
                    <a:pt x="133" y="48"/>
                    <a:pt x="0" y="1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4" name="Freeform 151">
              <a:extLst>
                <a:ext uri="{FF2B5EF4-FFF2-40B4-BE49-F238E27FC236}">
                  <a16:creationId xmlns:a16="http://schemas.microsoft.com/office/drawing/2014/main" id="{534391F7-8F2B-4917-A649-ADC0B161B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3438"/>
              <a:ext cx="329" cy="136"/>
            </a:xfrm>
            <a:custGeom>
              <a:avLst/>
              <a:gdLst>
                <a:gd name="T0" fmla="*/ 0 w 440"/>
                <a:gd name="T1" fmla="*/ 75 h 183"/>
                <a:gd name="T2" fmla="*/ 184 w 440"/>
                <a:gd name="T3" fmla="*/ 5 h 183"/>
                <a:gd name="T4" fmla="*/ 0 w 440"/>
                <a:gd name="T5" fmla="*/ 75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0" h="183">
                  <a:moveTo>
                    <a:pt x="0" y="183"/>
                  </a:moveTo>
                  <a:cubicBezTo>
                    <a:pt x="0" y="183"/>
                    <a:pt x="178" y="0"/>
                    <a:pt x="440" y="12"/>
                  </a:cubicBezTo>
                  <a:cubicBezTo>
                    <a:pt x="440" y="12"/>
                    <a:pt x="244" y="167"/>
                    <a:pt x="0" y="18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5" name="Freeform 152">
              <a:extLst>
                <a:ext uri="{FF2B5EF4-FFF2-40B4-BE49-F238E27FC236}">
                  <a16:creationId xmlns:a16="http://schemas.microsoft.com/office/drawing/2014/main" id="{7AA0C8F9-A306-443C-8BFF-9E73DAEFC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3197"/>
              <a:ext cx="131" cy="151"/>
            </a:xfrm>
            <a:custGeom>
              <a:avLst/>
              <a:gdLst>
                <a:gd name="T0" fmla="*/ 74 w 174"/>
                <a:gd name="T1" fmla="*/ 84 h 202"/>
                <a:gd name="T2" fmla="*/ 35 w 174"/>
                <a:gd name="T3" fmla="*/ 38 h 202"/>
                <a:gd name="T4" fmla="*/ 8 w 174"/>
                <a:gd name="T5" fmla="*/ 9 h 202"/>
                <a:gd name="T6" fmla="*/ 30 w 174"/>
                <a:gd name="T7" fmla="*/ 25 h 202"/>
                <a:gd name="T8" fmla="*/ 56 w 174"/>
                <a:gd name="T9" fmla="*/ 48 h 202"/>
                <a:gd name="T10" fmla="*/ 68 w 174"/>
                <a:gd name="T11" fmla="*/ 67 h 202"/>
                <a:gd name="T12" fmla="*/ 75 w 174"/>
                <a:gd name="T13" fmla="*/ 84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202">
                  <a:moveTo>
                    <a:pt x="173" y="202"/>
                  </a:moveTo>
                  <a:cubicBezTo>
                    <a:pt x="148" y="159"/>
                    <a:pt x="126" y="119"/>
                    <a:pt x="83" y="91"/>
                  </a:cubicBezTo>
                  <a:cubicBezTo>
                    <a:pt x="69" y="81"/>
                    <a:pt x="0" y="46"/>
                    <a:pt x="17" y="21"/>
                  </a:cubicBezTo>
                  <a:cubicBezTo>
                    <a:pt x="32" y="0"/>
                    <a:pt x="62" y="52"/>
                    <a:pt x="70" y="60"/>
                  </a:cubicBezTo>
                  <a:cubicBezTo>
                    <a:pt x="89" y="80"/>
                    <a:pt x="112" y="93"/>
                    <a:pt x="130" y="115"/>
                  </a:cubicBezTo>
                  <a:cubicBezTo>
                    <a:pt x="142" y="129"/>
                    <a:pt x="150" y="143"/>
                    <a:pt x="158" y="160"/>
                  </a:cubicBezTo>
                  <a:cubicBezTo>
                    <a:pt x="162" y="171"/>
                    <a:pt x="168" y="196"/>
                    <a:pt x="174" y="20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6" name="Freeform 153">
              <a:extLst>
                <a:ext uri="{FF2B5EF4-FFF2-40B4-BE49-F238E27FC236}">
                  <a16:creationId xmlns:a16="http://schemas.microsoft.com/office/drawing/2014/main" id="{AFEB771D-0216-41C6-B01A-3A1EB557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111"/>
              <a:ext cx="132" cy="184"/>
            </a:xfrm>
            <a:custGeom>
              <a:avLst/>
              <a:gdLst>
                <a:gd name="T0" fmla="*/ 74 w 176"/>
                <a:gd name="T1" fmla="*/ 103 h 246"/>
                <a:gd name="T2" fmla="*/ 60 w 176"/>
                <a:gd name="T3" fmla="*/ 79 h 246"/>
                <a:gd name="T4" fmla="*/ 43 w 176"/>
                <a:gd name="T5" fmla="*/ 59 h 246"/>
                <a:gd name="T6" fmla="*/ 12 w 176"/>
                <a:gd name="T7" fmla="*/ 28 h 246"/>
                <a:gd name="T8" fmla="*/ 5 w 176"/>
                <a:gd name="T9" fmla="*/ 7 h 246"/>
                <a:gd name="T10" fmla="*/ 18 w 176"/>
                <a:gd name="T11" fmla="*/ 11 h 246"/>
                <a:gd name="T12" fmla="*/ 66 w 176"/>
                <a:gd name="T13" fmla="*/ 85 h 246"/>
                <a:gd name="T14" fmla="*/ 74 w 176"/>
                <a:gd name="T15" fmla="*/ 102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246">
                  <a:moveTo>
                    <a:pt x="174" y="246"/>
                  </a:moveTo>
                  <a:cubicBezTo>
                    <a:pt x="158" y="231"/>
                    <a:pt x="153" y="207"/>
                    <a:pt x="141" y="189"/>
                  </a:cubicBezTo>
                  <a:cubicBezTo>
                    <a:pt x="131" y="171"/>
                    <a:pt x="116" y="156"/>
                    <a:pt x="101" y="142"/>
                  </a:cubicBezTo>
                  <a:cubicBezTo>
                    <a:pt x="74" y="119"/>
                    <a:pt x="51" y="94"/>
                    <a:pt x="28" y="67"/>
                  </a:cubicBezTo>
                  <a:cubicBezTo>
                    <a:pt x="19" y="56"/>
                    <a:pt x="0" y="31"/>
                    <a:pt x="10" y="17"/>
                  </a:cubicBezTo>
                  <a:cubicBezTo>
                    <a:pt x="22" y="0"/>
                    <a:pt x="36" y="17"/>
                    <a:pt x="42" y="27"/>
                  </a:cubicBezTo>
                  <a:cubicBezTo>
                    <a:pt x="78" y="90"/>
                    <a:pt x="127" y="139"/>
                    <a:pt x="156" y="204"/>
                  </a:cubicBezTo>
                  <a:cubicBezTo>
                    <a:pt x="161" y="216"/>
                    <a:pt x="168" y="235"/>
                    <a:pt x="176" y="24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7" name="Freeform 154">
              <a:extLst>
                <a:ext uri="{FF2B5EF4-FFF2-40B4-BE49-F238E27FC236}">
                  <a16:creationId xmlns:a16="http://schemas.microsoft.com/office/drawing/2014/main" id="{60EAA8B5-EA02-48A0-B521-976C2AEAA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218"/>
              <a:ext cx="54" cy="100"/>
            </a:xfrm>
            <a:custGeom>
              <a:avLst/>
              <a:gdLst>
                <a:gd name="T0" fmla="*/ 30 w 73"/>
                <a:gd name="T1" fmla="*/ 56 h 133"/>
                <a:gd name="T2" fmla="*/ 13 w 73"/>
                <a:gd name="T3" fmla="*/ 25 h 133"/>
                <a:gd name="T4" fmla="*/ 0 w 73"/>
                <a:gd name="T5" fmla="*/ 11 h 133"/>
                <a:gd name="T6" fmla="*/ 28 w 73"/>
                <a:gd name="T7" fmla="*/ 54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33">
                  <a:moveTo>
                    <a:pt x="73" y="133"/>
                  </a:moveTo>
                  <a:cubicBezTo>
                    <a:pt x="66" y="109"/>
                    <a:pt x="49" y="78"/>
                    <a:pt x="32" y="59"/>
                  </a:cubicBezTo>
                  <a:cubicBezTo>
                    <a:pt x="22" y="49"/>
                    <a:pt x="2" y="40"/>
                    <a:pt x="0" y="24"/>
                  </a:cubicBezTo>
                  <a:cubicBezTo>
                    <a:pt x="21" y="0"/>
                    <a:pt x="65" y="112"/>
                    <a:pt x="70" y="12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8" name="Freeform 155">
              <a:extLst>
                <a:ext uri="{FF2B5EF4-FFF2-40B4-BE49-F238E27FC236}">
                  <a16:creationId xmlns:a16="http://schemas.microsoft.com/office/drawing/2014/main" id="{9D404377-86C8-4CA8-880E-B39249E9A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138"/>
              <a:ext cx="67" cy="130"/>
            </a:xfrm>
            <a:custGeom>
              <a:avLst/>
              <a:gdLst>
                <a:gd name="T0" fmla="*/ 36 w 88"/>
                <a:gd name="T1" fmla="*/ 71 h 175"/>
                <a:gd name="T2" fmla="*/ 6 w 88"/>
                <a:gd name="T3" fmla="*/ 23 h 175"/>
                <a:gd name="T4" fmla="*/ 4 w 88"/>
                <a:gd name="T5" fmla="*/ 5 h 175"/>
                <a:gd name="T6" fmla="*/ 17 w 88"/>
                <a:gd name="T7" fmla="*/ 9 h 175"/>
                <a:gd name="T8" fmla="*/ 28 w 88"/>
                <a:gd name="T9" fmla="*/ 44 h 175"/>
                <a:gd name="T10" fmla="*/ 39 w 88"/>
                <a:gd name="T11" fmla="*/ 72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75">
                  <a:moveTo>
                    <a:pt x="82" y="174"/>
                  </a:moveTo>
                  <a:cubicBezTo>
                    <a:pt x="68" y="131"/>
                    <a:pt x="31" y="98"/>
                    <a:pt x="15" y="57"/>
                  </a:cubicBezTo>
                  <a:cubicBezTo>
                    <a:pt x="10" y="45"/>
                    <a:pt x="0" y="23"/>
                    <a:pt x="9" y="12"/>
                  </a:cubicBezTo>
                  <a:cubicBezTo>
                    <a:pt x="20" y="0"/>
                    <a:pt x="32" y="10"/>
                    <a:pt x="38" y="21"/>
                  </a:cubicBezTo>
                  <a:cubicBezTo>
                    <a:pt x="52" y="47"/>
                    <a:pt x="55" y="79"/>
                    <a:pt x="64" y="107"/>
                  </a:cubicBezTo>
                  <a:cubicBezTo>
                    <a:pt x="72" y="130"/>
                    <a:pt x="80" y="152"/>
                    <a:pt x="88" y="17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9" name="Freeform 156">
              <a:extLst>
                <a:ext uri="{FF2B5EF4-FFF2-40B4-BE49-F238E27FC236}">
                  <a16:creationId xmlns:a16="http://schemas.microsoft.com/office/drawing/2014/main" id="{33BD9EEC-4B37-4D7C-81EA-6528B597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961"/>
              <a:ext cx="156" cy="79"/>
            </a:xfrm>
            <a:custGeom>
              <a:avLst/>
              <a:gdLst>
                <a:gd name="T0" fmla="*/ 3 w 207"/>
                <a:gd name="T1" fmla="*/ 44 h 105"/>
                <a:gd name="T2" fmla="*/ 22 w 207"/>
                <a:gd name="T3" fmla="*/ 35 h 105"/>
                <a:gd name="T4" fmla="*/ 47 w 207"/>
                <a:gd name="T5" fmla="*/ 10 h 105"/>
                <a:gd name="T6" fmla="*/ 89 w 207"/>
                <a:gd name="T7" fmla="*/ 7 h 105"/>
                <a:gd name="T8" fmla="*/ 44 w 207"/>
                <a:gd name="T9" fmla="*/ 24 h 105"/>
                <a:gd name="T10" fmla="*/ 0 w 207"/>
                <a:gd name="T11" fmla="*/ 44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105">
                  <a:moveTo>
                    <a:pt x="7" y="105"/>
                  </a:moveTo>
                  <a:cubicBezTo>
                    <a:pt x="5" y="99"/>
                    <a:pt x="42" y="88"/>
                    <a:pt x="52" y="82"/>
                  </a:cubicBezTo>
                  <a:cubicBezTo>
                    <a:pt x="76" y="66"/>
                    <a:pt x="88" y="39"/>
                    <a:pt x="109" y="23"/>
                  </a:cubicBezTo>
                  <a:cubicBezTo>
                    <a:pt x="140" y="0"/>
                    <a:pt x="175" y="7"/>
                    <a:pt x="207" y="16"/>
                  </a:cubicBezTo>
                  <a:cubicBezTo>
                    <a:pt x="161" y="13"/>
                    <a:pt x="135" y="29"/>
                    <a:pt x="102" y="57"/>
                  </a:cubicBezTo>
                  <a:cubicBezTo>
                    <a:pt x="74" y="80"/>
                    <a:pt x="38" y="103"/>
                    <a:pt x="0" y="10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blue-cookbook-with-chef-hat">
            <a:extLst>
              <a:ext uri="{FF2B5EF4-FFF2-40B4-BE49-F238E27FC236}">
                <a16:creationId xmlns:a16="http://schemas.microsoft.com/office/drawing/2014/main" id="{526576AA-4A96-40B4-AC0B-44668280E470}"/>
              </a:ext>
            </a:extLst>
          </p:cNvPr>
          <p:cNvGrpSpPr>
            <a:grpSpLocks/>
          </p:cNvGrpSpPr>
          <p:nvPr/>
        </p:nvGrpSpPr>
        <p:grpSpPr bwMode="auto">
          <a:xfrm>
            <a:off x="6129338" y="3898900"/>
            <a:ext cx="1573212" cy="1993900"/>
            <a:chOff x="2901" y="2456"/>
            <a:chExt cx="991" cy="1256"/>
          </a:xfrm>
        </p:grpSpPr>
        <p:sp>
          <p:nvSpPr>
            <p:cNvPr id="44354" name="Freeform 159">
              <a:extLst>
                <a:ext uri="{FF2B5EF4-FFF2-40B4-BE49-F238E27FC236}">
                  <a16:creationId xmlns:a16="http://schemas.microsoft.com/office/drawing/2014/main" id="{66B69AB5-8C58-4D92-815A-55B61C4E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456"/>
              <a:ext cx="989" cy="1247"/>
            </a:xfrm>
            <a:custGeom>
              <a:avLst/>
              <a:gdLst>
                <a:gd name="T0" fmla="*/ 505 w 1318"/>
                <a:gd name="T1" fmla="*/ 0 h 1664"/>
                <a:gd name="T2" fmla="*/ 11 w 1318"/>
                <a:gd name="T3" fmla="*/ 0 h 1664"/>
                <a:gd name="T4" fmla="*/ 0 w 1318"/>
                <a:gd name="T5" fmla="*/ 10 h 1664"/>
                <a:gd name="T6" fmla="*/ 0 w 1318"/>
                <a:gd name="T7" fmla="*/ 610 h 1664"/>
                <a:gd name="T8" fmla="*/ 74 w 1318"/>
                <a:gd name="T9" fmla="*/ 701 h 1664"/>
                <a:gd name="T10" fmla="*/ 557 w 1318"/>
                <a:gd name="T11" fmla="*/ 701 h 1664"/>
                <a:gd name="T12" fmla="*/ 557 w 1318"/>
                <a:gd name="T13" fmla="*/ 102 h 1664"/>
                <a:gd name="T14" fmla="*/ 552 w 1318"/>
                <a:gd name="T15" fmla="*/ 97 h 1664"/>
                <a:gd name="T16" fmla="*/ 509 w 1318"/>
                <a:gd name="T17" fmla="*/ 97 h 1664"/>
                <a:gd name="T18" fmla="*/ 509 w 1318"/>
                <a:gd name="T19" fmla="*/ 2 h 1664"/>
                <a:gd name="T20" fmla="*/ 505 w 1318"/>
                <a:gd name="T21" fmla="*/ 0 h 16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8" h="1664">
                  <a:moveTo>
                    <a:pt x="1196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" y="3"/>
                    <a:pt x="0" y="26"/>
                  </a:cubicBezTo>
                  <a:cubicBezTo>
                    <a:pt x="0" y="1449"/>
                    <a:pt x="0" y="1449"/>
                    <a:pt x="0" y="1449"/>
                  </a:cubicBezTo>
                  <a:cubicBezTo>
                    <a:pt x="0" y="1449"/>
                    <a:pt x="24" y="1617"/>
                    <a:pt x="173" y="1664"/>
                  </a:cubicBezTo>
                  <a:cubicBezTo>
                    <a:pt x="1318" y="1664"/>
                    <a:pt x="1318" y="1664"/>
                    <a:pt x="1318" y="1664"/>
                  </a:cubicBezTo>
                  <a:cubicBezTo>
                    <a:pt x="1318" y="241"/>
                    <a:pt x="1318" y="241"/>
                    <a:pt x="1318" y="241"/>
                  </a:cubicBezTo>
                  <a:cubicBezTo>
                    <a:pt x="1318" y="241"/>
                    <a:pt x="1315" y="233"/>
                    <a:pt x="1308" y="232"/>
                  </a:cubicBezTo>
                  <a:cubicBezTo>
                    <a:pt x="1203" y="232"/>
                    <a:pt x="1203" y="232"/>
                    <a:pt x="1203" y="232"/>
                  </a:cubicBezTo>
                  <a:cubicBezTo>
                    <a:pt x="1203" y="6"/>
                    <a:pt x="1203" y="6"/>
                    <a:pt x="1203" y="6"/>
                  </a:cubicBezTo>
                  <a:cubicBezTo>
                    <a:pt x="1203" y="6"/>
                    <a:pt x="1201" y="0"/>
                    <a:pt x="1196" y="0"/>
                  </a:cubicBezTo>
                  <a:close/>
                </a:path>
              </a:pathLst>
            </a:custGeom>
            <a:solidFill>
              <a:srgbClr val="AAD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5" name="Freeform 160">
              <a:extLst>
                <a:ext uri="{FF2B5EF4-FFF2-40B4-BE49-F238E27FC236}">
                  <a16:creationId xmlns:a16="http://schemas.microsoft.com/office/drawing/2014/main" id="{508CB394-9492-43A3-B33C-504DA242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456"/>
              <a:ext cx="989" cy="1247"/>
            </a:xfrm>
            <a:custGeom>
              <a:avLst/>
              <a:gdLst>
                <a:gd name="T0" fmla="*/ 505 w 1318"/>
                <a:gd name="T1" fmla="*/ 0 h 1664"/>
                <a:gd name="T2" fmla="*/ 11 w 1318"/>
                <a:gd name="T3" fmla="*/ 0 h 1664"/>
                <a:gd name="T4" fmla="*/ 0 w 1318"/>
                <a:gd name="T5" fmla="*/ 10 h 1664"/>
                <a:gd name="T6" fmla="*/ 0 w 1318"/>
                <a:gd name="T7" fmla="*/ 610 h 1664"/>
                <a:gd name="T8" fmla="*/ 74 w 1318"/>
                <a:gd name="T9" fmla="*/ 701 h 1664"/>
                <a:gd name="T10" fmla="*/ 557 w 1318"/>
                <a:gd name="T11" fmla="*/ 701 h 1664"/>
                <a:gd name="T12" fmla="*/ 557 w 1318"/>
                <a:gd name="T13" fmla="*/ 102 h 1664"/>
                <a:gd name="T14" fmla="*/ 552 w 1318"/>
                <a:gd name="T15" fmla="*/ 97 h 1664"/>
                <a:gd name="T16" fmla="*/ 509 w 1318"/>
                <a:gd name="T17" fmla="*/ 97 h 1664"/>
                <a:gd name="T18" fmla="*/ 509 w 1318"/>
                <a:gd name="T19" fmla="*/ 2 h 1664"/>
                <a:gd name="T20" fmla="*/ 505 w 1318"/>
                <a:gd name="T21" fmla="*/ 0 h 16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8" h="1664">
                  <a:moveTo>
                    <a:pt x="1196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" y="3"/>
                    <a:pt x="0" y="26"/>
                  </a:cubicBezTo>
                  <a:cubicBezTo>
                    <a:pt x="0" y="1449"/>
                    <a:pt x="0" y="1449"/>
                    <a:pt x="0" y="1449"/>
                  </a:cubicBezTo>
                  <a:cubicBezTo>
                    <a:pt x="0" y="1449"/>
                    <a:pt x="24" y="1617"/>
                    <a:pt x="173" y="1664"/>
                  </a:cubicBezTo>
                  <a:cubicBezTo>
                    <a:pt x="1318" y="1664"/>
                    <a:pt x="1318" y="1664"/>
                    <a:pt x="1318" y="1664"/>
                  </a:cubicBezTo>
                  <a:cubicBezTo>
                    <a:pt x="1318" y="241"/>
                    <a:pt x="1318" y="241"/>
                    <a:pt x="1318" y="241"/>
                  </a:cubicBezTo>
                  <a:cubicBezTo>
                    <a:pt x="1318" y="241"/>
                    <a:pt x="1315" y="233"/>
                    <a:pt x="1308" y="232"/>
                  </a:cubicBezTo>
                  <a:cubicBezTo>
                    <a:pt x="1203" y="232"/>
                    <a:pt x="1203" y="232"/>
                    <a:pt x="1203" y="232"/>
                  </a:cubicBezTo>
                  <a:cubicBezTo>
                    <a:pt x="1203" y="6"/>
                    <a:pt x="1203" y="6"/>
                    <a:pt x="1203" y="6"/>
                  </a:cubicBezTo>
                  <a:cubicBezTo>
                    <a:pt x="1203" y="6"/>
                    <a:pt x="1201" y="0"/>
                    <a:pt x="1196" y="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6" name="Freeform 161">
              <a:extLst>
                <a:ext uri="{FF2B5EF4-FFF2-40B4-BE49-F238E27FC236}">
                  <a16:creationId xmlns:a16="http://schemas.microsoft.com/office/drawing/2014/main" id="{6A14A582-59E0-43D7-9B75-44F0869C6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495"/>
              <a:ext cx="866" cy="135"/>
            </a:xfrm>
            <a:custGeom>
              <a:avLst/>
              <a:gdLst>
                <a:gd name="T0" fmla="*/ 488 w 1153"/>
                <a:gd name="T1" fmla="*/ 77 h 179"/>
                <a:gd name="T2" fmla="*/ 460 w 1153"/>
                <a:gd name="T3" fmla="*/ 0 h 179"/>
                <a:gd name="T4" fmla="*/ 0 w 1153"/>
                <a:gd name="T5" fmla="*/ 0 h 179"/>
                <a:gd name="T6" fmla="*/ 56 w 1153"/>
                <a:gd name="T7" fmla="*/ 75 h 179"/>
                <a:gd name="T8" fmla="*/ 488 w 1153"/>
                <a:gd name="T9" fmla="*/ 77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3" h="179">
                  <a:moveTo>
                    <a:pt x="1153" y="179"/>
                  </a:moveTo>
                  <a:cubicBezTo>
                    <a:pt x="1153" y="179"/>
                    <a:pt x="1031" y="103"/>
                    <a:pt x="108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" y="93"/>
                    <a:pt x="132" y="177"/>
                  </a:cubicBezTo>
                  <a:lnTo>
                    <a:pt x="1153" y="179"/>
                  </a:lnTo>
                  <a:close/>
                </a:path>
              </a:pathLst>
            </a:custGeom>
            <a:solidFill>
              <a:srgbClr val="EF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7" name="Freeform 162">
              <a:extLst>
                <a:ext uri="{FF2B5EF4-FFF2-40B4-BE49-F238E27FC236}">
                  <a16:creationId xmlns:a16="http://schemas.microsoft.com/office/drawing/2014/main" id="{BC63CB8E-B454-4592-A6B4-16FC1B776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495"/>
              <a:ext cx="866" cy="135"/>
            </a:xfrm>
            <a:custGeom>
              <a:avLst/>
              <a:gdLst>
                <a:gd name="T0" fmla="*/ 488 w 1153"/>
                <a:gd name="T1" fmla="*/ 77 h 179"/>
                <a:gd name="T2" fmla="*/ 460 w 1153"/>
                <a:gd name="T3" fmla="*/ 0 h 179"/>
                <a:gd name="T4" fmla="*/ 0 w 1153"/>
                <a:gd name="T5" fmla="*/ 0 h 179"/>
                <a:gd name="T6" fmla="*/ 56 w 1153"/>
                <a:gd name="T7" fmla="*/ 75 h 179"/>
                <a:gd name="T8" fmla="*/ 488 w 1153"/>
                <a:gd name="T9" fmla="*/ 77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3" h="179">
                  <a:moveTo>
                    <a:pt x="1153" y="179"/>
                  </a:moveTo>
                  <a:cubicBezTo>
                    <a:pt x="1153" y="179"/>
                    <a:pt x="1031" y="103"/>
                    <a:pt x="108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" y="93"/>
                    <a:pt x="132" y="177"/>
                  </a:cubicBezTo>
                  <a:lnTo>
                    <a:pt x="1153" y="179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8" name="Freeform 163">
              <a:extLst>
                <a:ext uri="{FF2B5EF4-FFF2-40B4-BE49-F238E27FC236}">
                  <a16:creationId xmlns:a16="http://schemas.microsoft.com/office/drawing/2014/main" id="{63A55CCE-C369-4E88-843D-53F6AE630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660"/>
              <a:ext cx="41" cy="1028"/>
            </a:xfrm>
            <a:custGeom>
              <a:avLst/>
              <a:gdLst>
                <a:gd name="T0" fmla="*/ 0 w 55"/>
                <a:gd name="T1" fmla="*/ 0 h 1370"/>
                <a:gd name="T2" fmla="*/ 0 w 55"/>
                <a:gd name="T3" fmla="*/ 579 h 1370"/>
                <a:gd name="T4" fmla="*/ 0 w 55"/>
                <a:gd name="T5" fmla="*/ 0 h 13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370">
                  <a:moveTo>
                    <a:pt x="0" y="0"/>
                  </a:moveTo>
                  <a:cubicBezTo>
                    <a:pt x="0" y="1370"/>
                    <a:pt x="0" y="1370"/>
                    <a:pt x="0" y="1370"/>
                  </a:cubicBezTo>
                  <a:cubicBezTo>
                    <a:pt x="0" y="1370"/>
                    <a:pt x="55" y="595"/>
                    <a:pt x="0" y="0"/>
                  </a:cubicBezTo>
                  <a:close/>
                </a:path>
              </a:pathLst>
            </a:custGeom>
            <a:solidFill>
              <a:srgbClr val="CE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9" name="Freeform 164">
              <a:extLst>
                <a:ext uri="{FF2B5EF4-FFF2-40B4-BE49-F238E27FC236}">
                  <a16:creationId xmlns:a16="http://schemas.microsoft.com/office/drawing/2014/main" id="{1B035A5E-3EBC-4AD9-8DD8-16DE7C3AB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627"/>
              <a:ext cx="82" cy="356"/>
            </a:xfrm>
            <a:custGeom>
              <a:avLst/>
              <a:gdLst>
                <a:gd name="T0" fmla="*/ 0 w 109"/>
                <a:gd name="T1" fmla="*/ 0 h 473"/>
                <a:gd name="T2" fmla="*/ 0 w 109"/>
                <a:gd name="T3" fmla="*/ 159 h 473"/>
                <a:gd name="T4" fmla="*/ 47 w 109"/>
                <a:gd name="T5" fmla="*/ 202 h 473"/>
                <a:gd name="T6" fmla="*/ 47 w 109"/>
                <a:gd name="T7" fmla="*/ 51 h 473"/>
                <a:gd name="T8" fmla="*/ 0 w 109"/>
                <a:gd name="T9" fmla="*/ 0 h 4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473">
                  <a:moveTo>
                    <a:pt x="0" y="0"/>
                  </a:moveTo>
                  <a:cubicBezTo>
                    <a:pt x="0" y="372"/>
                    <a:pt x="0" y="372"/>
                    <a:pt x="0" y="372"/>
                  </a:cubicBezTo>
                  <a:cubicBezTo>
                    <a:pt x="0" y="372"/>
                    <a:pt x="22" y="441"/>
                    <a:pt x="109" y="473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9" y="120"/>
                    <a:pt x="25" y="72"/>
                    <a:pt x="0" y="0"/>
                  </a:cubicBezTo>
                  <a:close/>
                </a:path>
              </a:pathLst>
            </a:custGeom>
            <a:solidFill>
              <a:srgbClr val="8B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0" name="Freeform 165">
              <a:extLst>
                <a:ext uri="{FF2B5EF4-FFF2-40B4-BE49-F238E27FC236}">
                  <a16:creationId xmlns:a16="http://schemas.microsoft.com/office/drawing/2014/main" id="{1464048B-AADC-4DA9-B5E1-71E60012C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541"/>
              <a:ext cx="127" cy="157"/>
            </a:xfrm>
            <a:custGeom>
              <a:avLst/>
              <a:gdLst>
                <a:gd name="T0" fmla="*/ 0 w 170"/>
                <a:gd name="T1" fmla="*/ 0 h 209"/>
                <a:gd name="T2" fmla="*/ 71 w 170"/>
                <a:gd name="T3" fmla="*/ 89 h 209"/>
                <a:gd name="T4" fmla="*/ 0 w 170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09">
                  <a:moveTo>
                    <a:pt x="0" y="0"/>
                  </a:moveTo>
                  <a:cubicBezTo>
                    <a:pt x="0" y="0"/>
                    <a:pt x="29" y="157"/>
                    <a:pt x="170" y="209"/>
                  </a:cubicBezTo>
                  <a:cubicBezTo>
                    <a:pt x="170" y="209"/>
                    <a:pt x="56" y="159"/>
                    <a:pt x="0" y="0"/>
                  </a:cubicBezTo>
                  <a:close/>
                </a:path>
              </a:pathLst>
            </a:custGeom>
            <a:solidFill>
              <a:srgbClr val="8B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1" name="Freeform 166">
              <a:extLst>
                <a:ext uri="{FF2B5EF4-FFF2-40B4-BE49-F238E27FC236}">
                  <a16:creationId xmlns:a16="http://schemas.microsoft.com/office/drawing/2014/main" id="{739B5B5E-5231-4F87-8AE2-F362BF3E6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459"/>
              <a:ext cx="885" cy="162"/>
            </a:xfrm>
            <a:custGeom>
              <a:avLst/>
              <a:gdLst>
                <a:gd name="T0" fmla="*/ 500 w 1178"/>
                <a:gd name="T1" fmla="*/ 90 h 217"/>
                <a:gd name="T2" fmla="*/ 500 w 1178"/>
                <a:gd name="T3" fmla="*/ 1 h 217"/>
                <a:gd name="T4" fmla="*/ 497 w 1178"/>
                <a:gd name="T5" fmla="*/ 0 h 217"/>
                <a:gd name="T6" fmla="*/ 6 w 1178"/>
                <a:gd name="T7" fmla="*/ 0 h 217"/>
                <a:gd name="T8" fmla="*/ 22 w 1178"/>
                <a:gd name="T9" fmla="*/ 47 h 217"/>
                <a:gd name="T10" fmla="*/ 12 w 1178"/>
                <a:gd name="T11" fmla="*/ 18 h 217"/>
                <a:gd name="T12" fmla="*/ 479 w 1178"/>
                <a:gd name="T13" fmla="*/ 18 h 217"/>
                <a:gd name="T14" fmla="*/ 500 w 1178"/>
                <a:gd name="T15" fmla="*/ 90 h 2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8" h="217">
                  <a:moveTo>
                    <a:pt x="1178" y="217"/>
                  </a:moveTo>
                  <a:cubicBezTo>
                    <a:pt x="1178" y="4"/>
                    <a:pt x="1178" y="4"/>
                    <a:pt x="1178" y="4"/>
                  </a:cubicBezTo>
                  <a:cubicBezTo>
                    <a:pt x="1178" y="4"/>
                    <a:pt x="1176" y="0"/>
                    <a:pt x="1173" y="0"/>
                  </a:cubicBezTo>
                  <a:cubicBezTo>
                    <a:pt x="1169" y="1"/>
                    <a:pt x="13" y="0"/>
                    <a:pt x="13" y="0"/>
                  </a:cubicBezTo>
                  <a:cubicBezTo>
                    <a:pt x="13" y="0"/>
                    <a:pt x="0" y="42"/>
                    <a:pt x="52" y="114"/>
                  </a:cubicBezTo>
                  <a:cubicBezTo>
                    <a:pt x="52" y="114"/>
                    <a:pt x="29" y="75"/>
                    <a:pt x="28" y="43"/>
                  </a:cubicBezTo>
                  <a:cubicBezTo>
                    <a:pt x="1130" y="43"/>
                    <a:pt x="1130" y="43"/>
                    <a:pt x="1130" y="43"/>
                  </a:cubicBezTo>
                  <a:cubicBezTo>
                    <a:pt x="1130" y="43"/>
                    <a:pt x="1064" y="122"/>
                    <a:pt x="1178" y="217"/>
                  </a:cubicBezTo>
                  <a:close/>
                </a:path>
              </a:pathLst>
            </a:custGeom>
            <a:solidFill>
              <a:srgbClr val="6BC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2" name="Freeform 167">
              <a:extLst>
                <a:ext uri="{FF2B5EF4-FFF2-40B4-BE49-F238E27FC236}">
                  <a16:creationId xmlns:a16="http://schemas.microsoft.com/office/drawing/2014/main" id="{DE2165EF-CA6D-4D94-BA4B-3C7014F40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64"/>
              <a:ext cx="862" cy="15"/>
            </a:xfrm>
            <a:custGeom>
              <a:avLst/>
              <a:gdLst>
                <a:gd name="T0" fmla="*/ 0 w 1147"/>
                <a:gd name="T1" fmla="*/ 0 h 20"/>
                <a:gd name="T2" fmla="*/ 487 w 1147"/>
                <a:gd name="T3" fmla="*/ 0 h 20"/>
                <a:gd name="T4" fmla="*/ 0 w 114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7" h="20">
                  <a:moveTo>
                    <a:pt x="0" y="0"/>
                  </a:moveTo>
                  <a:cubicBezTo>
                    <a:pt x="1147" y="0"/>
                    <a:pt x="1147" y="0"/>
                    <a:pt x="1147" y="0"/>
                  </a:cubicBezTo>
                  <a:cubicBezTo>
                    <a:pt x="1147" y="0"/>
                    <a:pt x="107" y="20"/>
                    <a:pt x="0" y="0"/>
                  </a:cubicBezTo>
                  <a:close/>
                </a:path>
              </a:pathLst>
            </a:custGeom>
            <a:solidFill>
              <a:srgbClr val="CE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3" name="Freeform 168">
              <a:extLst>
                <a:ext uri="{FF2B5EF4-FFF2-40B4-BE49-F238E27FC236}">
                  <a16:creationId xmlns:a16="http://schemas.microsoft.com/office/drawing/2014/main" id="{6D1CC658-733A-4B99-9DBA-B84886F9E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638"/>
              <a:ext cx="855" cy="18"/>
            </a:xfrm>
            <a:custGeom>
              <a:avLst/>
              <a:gdLst>
                <a:gd name="T0" fmla="*/ 5 w 1138"/>
                <a:gd name="T1" fmla="*/ 0 h 25"/>
                <a:gd name="T2" fmla="*/ 477 w 1138"/>
                <a:gd name="T3" fmla="*/ 0 h 25"/>
                <a:gd name="T4" fmla="*/ 477 w 1138"/>
                <a:gd name="T5" fmla="*/ 6 h 25"/>
                <a:gd name="T6" fmla="*/ 5 w 1138"/>
                <a:gd name="T7" fmla="*/ 6 h 25"/>
                <a:gd name="T8" fmla="*/ 5 w 113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8" h="25">
                  <a:moveTo>
                    <a:pt x="11" y="0"/>
                  </a:moveTo>
                  <a:cubicBezTo>
                    <a:pt x="1125" y="0"/>
                    <a:pt x="1125" y="0"/>
                    <a:pt x="1125" y="0"/>
                  </a:cubicBezTo>
                  <a:cubicBezTo>
                    <a:pt x="1125" y="0"/>
                    <a:pt x="1138" y="7"/>
                    <a:pt x="1125" y="16"/>
                  </a:cubicBezTo>
                  <a:cubicBezTo>
                    <a:pt x="1113" y="25"/>
                    <a:pt x="11" y="16"/>
                    <a:pt x="11" y="16"/>
                  </a:cubicBezTo>
                  <a:cubicBezTo>
                    <a:pt x="11" y="16"/>
                    <a:pt x="0" y="7"/>
                    <a:pt x="11" y="0"/>
                  </a:cubicBezTo>
                  <a:close/>
                </a:path>
              </a:pathLst>
            </a:custGeom>
            <a:solidFill>
              <a:srgbClr val="CE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Freeform 169">
              <a:extLst>
                <a:ext uri="{FF2B5EF4-FFF2-40B4-BE49-F238E27FC236}">
                  <a16:creationId xmlns:a16="http://schemas.microsoft.com/office/drawing/2014/main" id="{AC86EF06-492B-46B5-BF4C-BF02C5C1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459"/>
              <a:ext cx="132" cy="198"/>
            </a:xfrm>
            <a:custGeom>
              <a:avLst/>
              <a:gdLst>
                <a:gd name="T0" fmla="*/ 9 w 177"/>
                <a:gd name="T1" fmla="*/ 0 h 264"/>
                <a:gd name="T2" fmla="*/ 71 w 177"/>
                <a:gd name="T3" fmla="*/ 97 h 264"/>
                <a:gd name="T4" fmla="*/ 65 w 177"/>
                <a:gd name="T5" fmla="*/ 104 h 264"/>
                <a:gd name="T6" fmla="*/ 1 w 177"/>
                <a:gd name="T7" fmla="*/ 8 h 264"/>
                <a:gd name="T8" fmla="*/ 9 w 177"/>
                <a:gd name="T9" fmla="*/ 0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64">
                  <a:moveTo>
                    <a:pt x="21" y="0"/>
                  </a:moveTo>
                  <a:cubicBezTo>
                    <a:pt x="21" y="0"/>
                    <a:pt x="8" y="103"/>
                    <a:pt x="172" y="229"/>
                  </a:cubicBezTo>
                  <a:cubicBezTo>
                    <a:pt x="172" y="229"/>
                    <a:pt x="177" y="264"/>
                    <a:pt x="157" y="246"/>
                  </a:cubicBezTo>
                  <a:cubicBezTo>
                    <a:pt x="77" y="175"/>
                    <a:pt x="7" y="103"/>
                    <a:pt x="1" y="18"/>
                  </a:cubicBezTo>
                  <a:cubicBezTo>
                    <a:pt x="0" y="8"/>
                    <a:pt x="21" y="0"/>
                    <a:pt x="21" y="0"/>
                  </a:cubicBezTo>
                  <a:close/>
                </a:path>
              </a:pathLst>
            </a:custGeom>
            <a:solidFill>
              <a:srgbClr val="CE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5" name="Freeform 170">
              <a:extLst>
                <a:ext uri="{FF2B5EF4-FFF2-40B4-BE49-F238E27FC236}">
                  <a16:creationId xmlns:a16="http://schemas.microsoft.com/office/drawing/2014/main" id="{B659E0B7-1316-431D-86ED-28C64C2A9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654"/>
              <a:ext cx="20" cy="1035"/>
            </a:xfrm>
            <a:custGeom>
              <a:avLst/>
              <a:gdLst>
                <a:gd name="T0" fmla="*/ 12 w 26"/>
                <a:gd name="T1" fmla="*/ 0 h 1379"/>
                <a:gd name="T2" fmla="*/ 12 w 26"/>
                <a:gd name="T3" fmla="*/ 583 h 1379"/>
                <a:gd name="T4" fmla="*/ 12 w 26"/>
                <a:gd name="T5" fmla="*/ 0 h 1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79">
                  <a:moveTo>
                    <a:pt x="26" y="0"/>
                  </a:moveTo>
                  <a:cubicBezTo>
                    <a:pt x="26" y="1379"/>
                    <a:pt x="26" y="1379"/>
                    <a:pt x="26" y="1379"/>
                  </a:cubicBezTo>
                  <a:cubicBezTo>
                    <a:pt x="26" y="1379"/>
                    <a:pt x="0" y="53"/>
                    <a:pt x="26" y="0"/>
                  </a:cubicBezTo>
                  <a:close/>
                </a:path>
              </a:pathLst>
            </a:custGeom>
            <a:solidFill>
              <a:srgbClr val="8B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Freeform 171">
              <a:extLst>
                <a:ext uri="{FF2B5EF4-FFF2-40B4-BE49-F238E27FC236}">
                  <a16:creationId xmlns:a16="http://schemas.microsoft.com/office/drawing/2014/main" id="{A2758330-898D-4DED-A75C-74DAE2FAC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673"/>
              <a:ext cx="829" cy="22"/>
            </a:xfrm>
            <a:custGeom>
              <a:avLst/>
              <a:gdLst>
                <a:gd name="T0" fmla="*/ 468 w 1103"/>
                <a:gd name="T1" fmla="*/ 13 h 29"/>
                <a:gd name="T2" fmla="*/ 0 w 1103"/>
                <a:gd name="T3" fmla="*/ 13 h 29"/>
                <a:gd name="T4" fmla="*/ 468 w 1103"/>
                <a:gd name="T5" fmla="*/ 1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3" h="29">
                  <a:moveTo>
                    <a:pt x="1103" y="29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1031" y="0"/>
                    <a:pt x="1103" y="29"/>
                  </a:cubicBezTo>
                  <a:close/>
                </a:path>
              </a:pathLst>
            </a:custGeom>
            <a:solidFill>
              <a:srgbClr val="8B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7" name="Freeform 172">
              <a:extLst>
                <a:ext uri="{FF2B5EF4-FFF2-40B4-BE49-F238E27FC236}">
                  <a16:creationId xmlns:a16="http://schemas.microsoft.com/office/drawing/2014/main" id="{A0182BA7-5045-4742-9F97-E55E495CA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428"/>
              <a:ext cx="809" cy="284"/>
            </a:xfrm>
            <a:custGeom>
              <a:avLst/>
              <a:gdLst>
                <a:gd name="T0" fmla="*/ 457 w 1077"/>
                <a:gd name="T1" fmla="*/ 141 h 380"/>
                <a:gd name="T2" fmla="*/ 0 w 1077"/>
                <a:gd name="T3" fmla="*/ 141 h 380"/>
                <a:gd name="T4" fmla="*/ 0 w 1077"/>
                <a:gd name="T5" fmla="*/ 0 h 380"/>
                <a:gd name="T6" fmla="*/ 457 w 1077"/>
                <a:gd name="T7" fmla="*/ 141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7" h="380">
                  <a:moveTo>
                    <a:pt x="1077" y="336"/>
                  </a:moveTo>
                  <a:cubicBezTo>
                    <a:pt x="0" y="336"/>
                    <a:pt x="0" y="336"/>
                    <a:pt x="0" y="3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3" y="380"/>
                    <a:pt x="1077" y="336"/>
                  </a:cubicBezTo>
                  <a:close/>
                </a:path>
              </a:pathLst>
            </a:custGeom>
            <a:solidFill>
              <a:srgbClr val="A0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8" name="Freeform 233">
              <a:extLst>
                <a:ext uri="{FF2B5EF4-FFF2-40B4-BE49-F238E27FC236}">
                  <a16:creationId xmlns:a16="http://schemas.microsoft.com/office/drawing/2014/main" id="{51CF88DA-F688-489B-8AA2-81383741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501"/>
              <a:ext cx="828" cy="126"/>
            </a:xfrm>
            <a:custGeom>
              <a:avLst/>
              <a:gdLst>
                <a:gd name="T0" fmla="*/ 0 w 1101"/>
                <a:gd name="T1" fmla="*/ 0 h 167"/>
                <a:gd name="T2" fmla="*/ 56 w 1101"/>
                <a:gd name="T3" fmla="*/ 69 h 167"/>
                <a:gd name="T4" fmla="*/ 469 w 1101"/>
                <a:gd name="T5" fmla="*/ 69 h 167"/>
                <a:gd name="T6" fmla="*/ 0 w 1101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1" h="167">
                  <a:moveTo>
                    <a:pt x="0" y="0"/>
                  </a:moveTo>
                  <a:cubicBezTo>
                    <a:pt x="0" y="0"/>
                    <a:pt x="40" y="120"/>
                    <a:pt x="130" y="160"/>
                  </a:cubicBezTo>
                  <a:cubicBezTo>
                    <a:pt x="1101" y="160"/>
                    <a:pt x="1101" y="160"/>
                    <a:pt x="1101" y="160"/>
                  </a:cubicBezTo>
                  <a:cubicBezTo>
                    <a:pt x="1101" y="160"/>
                    <a:pt x="125" y="167"/>
                    <a:pt x="0" y="0"/>
                  </a:cubicBez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9" name="Line 234">
              <a:extLst>
                <a:ext uri="{FF2B5EF4-FFF2-40B4-BE49-F238E27FC236}">
                  <a16:creationId xmlns:a16="http://schemas.microsoft.com/office/drawing/2014/main" id="{E5CD62FC-7271-4661-A49C-9DBF38DDD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9" y="2506"/>
              <a:ext cx="793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0" name="Line 235">
              <a:extLst>
                <a:ext uri="{FF2B5EF4-FFF2-40B4-BE49-F238E27FC236}">
                  <a16:creationId xmlns:a16="http://schemas.microsoft.com/office/drawing/2014/main" id="{FFC74EC5-4EE9-42CD-80E6-91115F41B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2" y="2517"/>
              <a:ext cx="786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1" name="Line 236">
              <a:extLst>
                <a:ext uri="{FF2B5EF4-FFF2-40B4-BE49-F238E27FC236}">
                  <a16:creationId xmlns:a16="http://schemas.microsoft.com/office/drawing/2014/main" id="{A1B5C711-132D-4AF1-8BAE-49650891E8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0" y="2527"/>
              <a:ext cx="778" cy="2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2" name="Line 237">
              <a:extLst>
                <a:ext uri="{FF2B5EF4-FFF2-40B4-BE49-F238E27FC236}">
                  <a16:creationId xmlns:a16="http://schemas.microsoft.com/office/drawing/2014/main" id="{99D352B4-8BE6-4028-868C-3DFB2CB7F0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9" y="2539"/>
              <a:ext cx="767" cy="2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Line 238">
              <a:extLst>
                <a:ext uri="{FF2B5EF4-FFF2-40B4-BE49-F238E27FC236}">
                  <a16:creationId xmlns:a16="http://schemas.microsoft.com/office/drawing/2014/main" id="{290476F3-405F-43E7-9E0E-B707EF3646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5" y="2550"/>
              <a:ext cx="763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Line 239">
              <a:extLst>
                <a:ext uri="{FF2B5EF4-FFF2-40B4-BE49-F238E27FC236}">
                  <a16:creationId xmlns:a16="http://schemas.microsoft.com/office/drawing/2014/main" id="{4C1E4E50-A4BB-4F7C-997C-07F2A3ACAA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0" y="2562"/>
              <a:ext cx="758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Line 240">
              <a:extLst>
                <a:ext uri="{FF2B5EF4-FFF2-40B4-BE49-F238E27FC236}">
                  <a16:creationId xmlns:a16="http://schemas.microsoft.com/office/drawing/2014/main" id="{6E35C9DC-9A46-466C-9D8A-AC4C717059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7" y="2573"/>
              <a:ext cx="755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Line 241">
              <a:extLst>
                <a:ext uri="{FF2B5EF4-FFF2-40B4-BE49-F238E27FC236}">
                  <a16:creationId xmlns:a16="http://schemas.microsoft.com/office/drawing/2014/main" id="{DC2E5DA5-B71D-4991-A268-1086138502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1" y="2583"/>
              <a:ext cx="746" cy="2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Line 242">
              <a:extLst>
                <a:ext uri="{FF2B5EF4-FFF2-40B4-BE49-F238E27FC236}">
                  <a16:creationId xmlns:a16="http://schemas.microsoft.com/office/drawing/2014/main" id="{767E48E6-3A94-44CA-9165-53DBC7502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3" y="2595"/>
              <a:ext cx="744" cy="2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8" name="Line 243">
              <a:extLst>
                <a:ext uri="{FF2B5EF4-FFF2-40B4-BE49-F238E27FC236}">
                  <a16:creationId xmlns:a16="http://schemas.microsoft.com/office/drawing/2014/main" id="{C0E6FF04-AE99-48D1-A9FC-BB300CBA9C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5" y="2607"/>
              <a:ext cx="741" cy="2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9" name="Line 244">
              <a:extLst>
                <a:ext uri="{FF2B5EF4-FFF2-40B4-BE49-F238E27FC236}">
                  <a16:creationId xmlns:a16="http://schemas.microsoft.com/office/drawing/2014/main" id="{AEDA7D07-18ED-4737-BCA2-ACE8AE38EA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2" y="2618"/>
              <a:ext cx="735" cy="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Freeform 245">
              <a:extLst>
                <a:ext uri="{FF2B5EF4-FFF2-40B4-BE49-F238E27FC236}">
                  <a16:creationId xmlns:a16="http://schemas.microsoft.com/office/drawing/2014/main" id="{2DCCCBC4-C81F-47D4-B07A-274247F22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228"/>
              <a:ext cx="235" cy="259"/>
            </a:xfrm>
            <a:custGeom>
              <a:avLst/>
              <a:gdLst>
                <a:gd name="T0" fmla="*/ 59 w 313"/>
                <a:gd name="T1" fmla="*/ 143 h 345"/>
                <a:gd name="T2" fmla="*/ 44 w 313"/>
                <a:gd name="T3" fmla="*/ 106 h 345"/>
                <a:gd name="T4" fmla="*/ 13 w 313"/>
                <a:gd name="T5" fmla="*/ 69 h 345"/>
                <a:gd name="T6" fmla="*/ 9 w 313"/>
                <a:gd name="T7" fmla="*/ 39 h 345"/>
                <a:gd name="T8" fmla="*/ 44 w 313"/>
                <a:gd name="T9" fmla="*/ 18 h 345"/>
                <a:gd name="T10" fmla="*/ 71 w 313"/>
                <a:gd name="T11" fmla="*/ 4 h 345"/>
                <a:gd name="T12" fmla="*/ 105 w 313"/>
                <a:gd name="T13" fmla="*/ 22 h 345"/>
                <a:gd name="T14" fmla="*/ 116 w 313"/>
                <a:gd name="T15" fmla="*/ 71 h 345"/>
                <a:gd name="T16" fmla="*/ 132 w 313"/>
                <a:gd name="T17" fmla="*/ 115 h 345"/>
                <a:gd name="T18" fmla="*/ 59 w 313"/>
                <a:gd name="T19" fmla="*/ 143 h 3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345">
                  <a:moveTo>
                    <a:pt x="140" y="337"/>
                  </a:moveTo>
                  <a:cubicBezTo>
                    <a:pt x="104" y="250"/>
                    <a:pt x="104" y="250"/>
                    <a:pt x="104" y="250"/>
                  </a:cubicBezTo>
                  <a:cubicBezTo>
                    <a:pt x="104" y="250"/>
                    <a:pt x="48" y="172"/>
                    <a:pt x="31" y="162"/>
                  </a:cubicBezTo>
                  <a:cubicBezTo>
                    <a:pt x="14" y="152"/>
                    <a:pt x="0" y="110"/>
                    <a:pt x="21" y="92"/>
                  </a:cubicBezTo>
                  <a:cubicBezTo>
                    <a:pt x="43" y="73"/>
                    <a:pt x="85" y="57"/>
                    <a:pt x="102" y="42"/>
                  </a:cubicBezTo>
                  <a:cubicBezTo>
                    <a:pt x="119" y="27"/>
                    <a:pt x="127" y="16"/>
                    <a:pt x="167" y="8"/>
                  </a:cubicBezTo>
                  <a:cubicBezTo>
                    <a:pt x="208" y="0"/>
                    <a:pt x="242" y="15"/>
                    <a:pt x="249" y="50"/>
                  </a:cubicBezTo>
                  <a:cubicBezTo>
                    <a:pt x="257" y="85"/>
                    <a:pt x="265" y="150"/>
                    <a:pt x="275" y="169"/>
                  </a:cubicBezTo>
                  <a:cubicBezTo>
                    <a:pt x="285" y="188"/>
                    <a:pt x="313" y="272"/>
                    <a:pt x="313" y="272"/>
                  </a:cubicBezTo>
                  <a:cubicBezTo>
                    <a:pt x="313" y="272"/>
                    <a:pt x="208" y="345"/>
                    <a:pt x="140" y="3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246">
              <a:extLst>
                <a:ext uri="{FF2B5EF4-FFF2-40B4-BE49-F238E27FC236}">
                  <a16:creationId xmlns:a16="http://schemas.microsoft.com/office/drawing/2014/main" id="{1F91C56B-E543-4958-8E31-B1E9F01A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228"/>
              <a:ext cx="235" cy="257"/>
            </a:xfrm>
            <a:custGeom>
              <a:avLst/>
              <a:gdLst>
                <a:gd name="T0" fmla="*/ 59 w 312"/>
                <a:gd name="T1" fmla="*/ 142 h 342"/>
                <a:gd name="T2" fmla="*/ 46 w 312"/>
                <a:gd name="T3" fmla="*/ 113 h 342"/>
                <a:gd name="T4" fmla="*/ 42 w 312"/>
                <a:gd name="T5" fmla="*/ 105 h 342"/>
                <a:gd name="T6" fmla="*/ 34 w 312"/>
                <a:gd name="T7" fmla="*/ 93 h 342"/>
                <a:gd name="T8" fmla="*/ 20 w 312"/>
                <a:gd name="T9" fmla="*/ 76 h 342"/>
                <a:gd name="T10" fmla="*/ 14 w 312"/>
                <a:gd name="T11" fmla="*/ 69 h 342"/>
                <a:gd name="T12" fmla="*/ 8 w 312"/>
                <a:gd name="T13" fmla="*/ 64 h 342"/>
                <a:gd name="T14" fmla="*/ 5 w 312"/>
                <a:gd name="T15" fmla="*/ 41 h 342"/>
                <a:gd name="T16" fmla="*/ 22 w 312"/>
                <a:gd name="T17" fmla="*/ 29 h 342"/>
                <a:gd name="T18" fmla="*/ 33 w 312"/>
                <a:gd name="T19" fmla="*/ 23 h 342"/>
                <a:gd name="T20" fmla="*/ 47 w 312"/>
                <a:gd name="T21" fmla="*/ 13 h 342"/>
                <a:gd name="T22" fmla="*/ 74 w 312"/>
                <a:gd name="T23" fmla="*/ 3 h 342"/>
                <a:gd name="T24" fmla="*/ 98 w 312"/>
                <a:gd name="T25" fmla="*/ 11 h 342"/>
                <a:gd name="T26" fmla="*/ 107 w 312"/>
                <a:gd name="T27" fmla="*/ 35 h 342"/>
                <a:gd name="T28" fmla="*/ 111 w 312"/>
                <a:gd name="T29" fmla="*/ 63 h 342"/>
                <a:gd name="T30" fmla="*/ 118 w 312"/>
                <a:gd name="T31" fmla="*/ 80 h 342"/>
                <a:gd name="T32" fmla="*/ 130 w 312"/>
                <a:gd name="T33" fmla="*/ 115 h 342"/>
                <a:gd name="T34" fmla="*/ 126 w 312"/>
                <a:gd name="T35" fmla="*/ 119 h 342"/>
                <a:gd name="T36" fmla="*/ 102 w 312"/>
                <a:gd name="T37" fmla="*/ 132 h 342"/>
                <a:gd name="T38" fmla="*/ 59 w 312"/>
                <a:gd name="T39" fmla="*/ 142 h 342"/>
                <a:gd name="T40" fmla="*/ 56 w 312"/>
                <a:gd name="T41" fmla="*/ 144 h 342"/>
                <a:gd name="T42" fmla="*/ 105 w 312"/>
                <a:gd name="T43" fmla="*/ 131 h 342"/>
                <a:gd name="T44" fmla="*/ 132 w 312"/>
                <a:gd name="T45" fmla="*/ 115 h 342"/>
                <a:gd name="T46" fmla="*/ 130 w 312"/>
                <a:gd name="T47" fmla="*/ 108 h 342"/>
                <a:gd name="T48" fmla="*/ 123 w 312"/>
                <a:gd name="T49" fmla="*/ 88 h 342"/>
                <a:gd name="T50" fmla="*/ 116 w 312"/>
                <a:gd name="T51" fmla="*/ 71 h 342"/>
                <a:gd name="T52" fmla="*/ 110 w 312"/>
                <a:gd name="T53" fmla="*/ 49 h 342"/>
                <a:gd name="T54" fmla="*/ 105 w 312"/>
                <a:gd name="T55" fmla="*/ 20 h 342"/>
                <a:gd name="T56" fmla="*/ 89 w 312"/>
                <a:gd name="T57" fmla="*/ 3 h 342"/>
                <a:gd name="T58" fmla="*/ 59 w 312"/>
                <a:gd name="T59" fmla="*/ 6 h 342"/>
                <a:gd name="T60" fmla="*/ 47 w 312"/>
                <a:gd name="T61" fmla="*/ 13 h 342"/>
                <a:gd name="T62" fmla="*/ 40 w 312"/>
                <a:gd name="T63" fmla="*/ 19 h 342"/>
                <a:gd name="T64" fmla="*/ 23 w 312"/>
                <a:gd name="T65" fmla="*/ 29 h 342"/>
                <a:gd name="T66" fmla="*/ 7 w 312"/>
                <a:gd name="T67" fmla="*/ 38 h 342"/>
                <a:gd name="T68" fmla="*/ 5 w 312"/>
                <a:gd name="T69" fmla="*/ 61 h 342"/>
                <a:gd name="T70" fmla="*/ 16 w 312"/>
                <a:gd name="T71" fmla="*/ 74 h 342"/>
                <a:gd name="T72" fmla="*/ 34 w 312"/>
                <a:gd name="T73" fmla="*/ 95 h 342"/>
                <a:gd name="T74" fmla="*/ 42 w 312"/>
                <a:gd name="T75" fmla="*/ 107 h 342"/>
                <a:gd name="T76" fmla="*/ 56 w 312"/>
                <a:gd name="T77" fmla="*/ 144 h 342"/>
                <a:gd name="T78" fmla="*/ 59 w 312"/>
                <a:gd name="T79" fmla="*/ 142 h 34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12" h="342">
                  <a:moveTo>
                    <a:pt x="137" y="336"/>
                  </a:moveTo>
                  <a:cubicBezTo>
                    <a:pt x="127" y="313"/>
                    <a:pt x="118" y="290"/>
                    <a:pt x="108" y="267"/>
                  </a:cubicBezTo>
                  <a:cubicBezTo>
                    <a:pt x="106" y="261"/>
                    <a:pt x="104" y="253"/>
                    <a:pt x="100" y="248"/>
                  </a:cubicBezTo>
                  <a:cubicBezTo>
                    <a:pt x="94" y="238"/>
                    <a:pt x="87" y="229"/>
                    <a:pt x="80" y="220"/>
                  </a:cubicBezTo>
                  <a:cubicBezTo>
                    <a:pt x="69" y="206"/>
                    <a:pt x="58" y="192"/>
                    <a:pt x="47" y="178"/>
                  </a:cubicBezTo>
                  <a:cubicBezTo>
                    <a:pt x="43" y="173"/>
                    <a:pt x="38" y="168"/>
                    <a:pt x="33" y="164"/>
                  </a:cubicBezTo>
                  <a:cubicBezTo>
                    <a:pt x="28" y="160"/>
                    <a:pt x="23" y="157"/>
                    <a:pt x="19" y="151"/>
                  </a:cubicBezTo>
                  <a:cubicBezTo>
                    <a:pt x="8" y="136"/>
                    <a:pt x="3" y="113"/>
                    <a:pt x="12" y="97"/>
                  </a:cubicBezTo>
                  <a:cubicBezTo>
                    <a:pt x="19" y="84"/>
                    <a:pt x="39" y="75"/>
                    <a:pt x="50" y="69"/>
                  </a:cubicBezTo>
                  <a:cubicBezTo>
                    <a:pt x="60" y="64"/>
                    <a:pt x="69" y="59"/>
                    <a:pt x="78" y="54"/>
                  </a:cubicBezTo>
                  <a:cubicBezTo>
                    <a:pt x="90" y="48"/>
                    <a:pt x="99" y="40"/>
                    <a:pt x="109" y="31"/>
                  </a:cubicBezTo>
                  <a:cubicBezTo>
                    <a:pt x="126" y="16"/>
                    <a:pt x="149" y="9"/>
                    <a:pt x="172" y="7"/>
                  </a:cubicBezTo>
                  <a:cubicBezTo>
                    <a:pt x="193" y="4"/>
                    <a:pt x="215" y="9"/>
                    <a:pt x="230" y="25"/>
                  </a:cubicBezTo>
                  <a:cubicBezTo>
                    <a:pt x="244" y="40"/>
                    <a:pt x="245" y="63"/>
                    <a:pt x="249" y="83"/>
                  </a:cubicBezTo>
                  <a:cubicBezTo>
                    <a:pt x="252" y="105"/>
                    <a:pt x="256" y="127"/>
                    <a:pt x="261" y="149"/>
                  </a:cubicBezTo>
                  <a:cubicBezTo>
                    <a:pt x="264" y="162"/>
                    <a:pt x="271" y="174"/>
                    <a:pt x="276" y="187"/>
                  </a:cubicBezTo>
                  <a:cubicBezTo>
                    <a:pt x="287" y="214"/>
                    <a:pt x="296" y="243"/>
                    <a:pt x="306" y="271"/>
                  </a:cubicBezTo>
                  <a:cubicBezTo>
                    <a:pt x="306" y="274"/>
                    <a:pt x="296" y="278"/>
                    <a:pt x="295" y="280"/>
                  </a:cubicBezTo>
                  <a:cubicBezTo>
                    <a:pt x="277" y="291"/>
                    <a:pt x="259" y="301"/>
                    <a:pt x="240" y="310"/>
                  </a:cubicBezTo>
                  <a:cubicBezTo>
                    <a:pt x="209" y="325"/>
                    <a:pt x="172" y="339"/>
                    <a:pt x="137" y="336"/>
                  </a:cubicBezTo>
                  <a:cubicBezTo>
                    <a:pt x="136" y="335"/>
                    <a:pt x="134" y="338"/>
                    <a:pt x="133" y="338"/>
                  </a:cubicBezTo>
                  <a:cubicBezTo>
                    <a:pt x="172" y="342"/>
                    <a:pt x="213" y="324"/>
                    <a:pt x="247" y="307"/>
                  </a:cubicBezTo>
                  <a:cubicBezTo>
                    <a:pt x="268" y="296"/>
                    <a:pt x="288" y="284"/>
                    <a:pt x="308" y="271"/>
                  </a:cubicBezTo>
                  <a:cubicBezTo>
                    <a:pt x="312" y="268"/>
                    <a:pt x="306" y="260"/>
                    <a:pt x="305" y="256"/>
                  </a:cubicBezTo>
                  <a:cubicBezTo>
                    <a:pt x="300" y="240"/>
                    <a:pt x="294" y="224"/>
                    <a:pt x="288" y="208"/>
                  </a:cubicBezTo>
                  <a:cubicBezTo>
                    <a:pt x="283" y="194"/>
                    <a:pt x="279" y="180"/>
                    <a:pt x="272" y="167"/>
                  </a:cubicBezTo>
                  <a:cubicBezTo>
                    <a:pt x="263" y="151"/>
                    <a:pt x="261" y="131"/>
                    <a:pt x="258" y="114"/>
                  </a:cubicBezTo>
                  <a:cubicBezTo>
                    <a:pt x="254" y="92"/>
                    <a:pt x="251" y="70"/>
                    <a:pt x="246" y="48"/>
                  </a:cubicBezTo>
                  <a:cubicBezTo>
                    <a:pt x="242" y="28"/>
                    <a:pt x="227" y="13"/>
                    <a:pt x="208" y="7"/>
                  </a:cubicBezTo>
                  <a:cubicBezTo>
                    <a:pt x="185" y="0"/>
                    <a:pt x="159" y="6"/>
                    <a:pt x="138" y="13"/>
                  </a:cubicBezTo>
                  <a:cubicBezTo>
                    <a:pt x="128" y="17"/>
                    <a:pt x="119" y="23"/>
                    <a:pt x="111" y="29"/>
                  </a:cubicBezTo>
                  <a:cubicBezTo>
                    <a:pt x="105" y="34"/>
                    <a:pt x="99" y="39"/>
                    <a:pt x="94" y="44"/>
                  </a:cubicBezTo>
                  <a:cubicBezTo>
                    <a:pt x="82" y="54"/>
                    <a:pt x="67" y="60"/>
                    <a:pt x="54" y="67"/>
                  </a:cubicBezTo>
                  <a:cubicBezTo>
                    <a:pt x="41" y="74"/>
                    <a:pt x="28" y="81"/>
                    <a:pt x="16" y="90"/>
                  </a:cubicBezTo>
                  <a:cubicBezTo>
                    <a:pt x="0" y="104"/>
                    <a:pt x="2" y="126"/>
                    <a:pt x="10" y="144"/>
                  </a:cubicBezTo>
                  <a:cubicBezTo>
                    <a:pt x="15" y="157"/>
                    <a:pt x="27" y="163"/>
                    <a:pt x="37" y="174"/>
                  </a:cubicBezTo>
                  <a:cubicBezTo>
                    <a:pt x="52" y="190"/>
                    <a:pt x="65" y="208"/>
                    <a:pt x="79" y="225"/>
                  </a:cubicBezTo>
                  <a:cubicBezTo>
                    <a:pt x="85" y="234"/>
                    <a:pt x="94" y="243"/>
                    <a:pt x="98" y="252"/>
                  </a:cubicBezTo>
                  <a:cubicBezTo>
                    <a:pt x="109" y="281"/>
                    <a:pt x="121" y="309"/>
                    <a:pt x="133" y="338"/>
                  </a:cubicBezTo>
                  <a:cubicBezTo>
                    <a:pt x="133" y="338"/>
                    <a:pt x="137" y="336"/>
                    <a:pt x="137" y="3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Freeform 247">
              <a:extLst>
                <a:ext uri="{FF2B5EF4-FFF2-40B4-BE49-F238E27FC236}">
                  <a16:creationId xmlns:a16="http://schemas.microsoft.com/office/drawing/2014/main" id="{72C7BC91-A4CA-47C8-A19E-601D25A26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426"/>
              <a:ext cx="128" cy="51"/>
            </a:xfrm>
            <a:custGeom>
              <a:avLst/>
              <a:gdLst>
                <a:gd name="T0" fmla="*/ 1 w 171"/>
                <a:gd name="T1" fmla="*/ 27 h 69"/>
                <a:gd name="T2" fmla="*/ 70 w 171"/>
                <a:gd name="T3" fmla="*/ 3 h 69"/>
                <a:gd name="T4" fmla="*/ 72 w 171"/>
                <a:gd name="T5" fmla="*/ 2 h 69"/>
                <a:gd name="T6" fmla="*/ 20 w 171"/>
                <a:gd name="T7" fmla="*/ 13 h 69"/>
                <a:gd name="T8" fmla="*/ 0 w 171"/>
                <a:gd name="T9" fmla="*/ 28 h 69"/>
                <a:gd name="T10" fmla="*/ 1 w 171"/>
                <a:gd name="T11" fmla="*/ 2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69">
                  <a:moveTo>
                    <a:pt x="4" y="67"/>
                  </a:moveTo>
                  <a:cubicBezTo>
                    <a:pt x="45" y="25"/>
                    <a:pt x="108" y="1"/>
                    <a:pt x="167" y="7"/>
                  </a:cubicBezTo>
                  <a:cubicBezTo>
                    <a:pt x="168" y="7"/>
                    <a:pt x="170" y="4"/>
                    <a:pt x="171" y="5"/>
                  </a:cubicBezTo>
                  <a:cubicBezTo>
                    <a:pt x="128" y="0"/>
                    <a:pt x="86" y="12"/>
                    <a:pt x="48" y="34"/>
                  </a:cubicBezTo>
                  <a:cubicBezTo>
                    <a:pt x="31" y="44"/>
                    <a:pt x="14" y="55"/>
                    <a:pt x="0" y="69"/>
                  </a:cubicBezTo>
                  <a:cubicBezTo>
                    <a:pt x="1" y="68"/>
                    <a:pt x="3" y="68"/>
                    <a:pt x="4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248">
              <a:extLst>
                <a:ext uri="{FF2B5EF4-FFF2-40B4-BE49-F238E27FC236}">
                  <a16:creationId xmlns:a16="http://schemas.microsoft.com/office/drawing/2014/main" id="{20ADE21E-3D97-488C-B326-973AE7BA2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3361"/>
              <a:ext cx="91" cy="47"/>
            </a:xfrm>
            <a:custGeom>
              <a:avLst/>
              <a:gdLst>
                <a:gd name="T0" fmla="*/ 0 w 121"/>
                <a:gd name="T1" fmla="*/ 28 h 61"/>
                <a:gd name="T2" fmla="*/ 0 w 121"/>
                <a:gd name="T3" fmla="*/ 27 h 61"/>
                <a:gd name="T4" fmla="*/ 51 w 121"/>
                <a:gd name="T5" fmla="*/ 0 h 61"/>
                <a:gd name="T6" fmla="*/ 0 w 121"/>
                <a:gd name="T7" fmla="*/ 28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61">
                  <a:moveTo>
                    <a:pt x="0" y="61"/>
                  </a:moveTo>
                  <a:cubicBezTo>
                    <a:pt x="0" y="61"/>
                    <a:pt x="0" y="60"/>
                    <a:pt x="0" y="60"/>
                  </a:cubicBezTo>
                  <a:cubicBezTo>
                    <a:pt x="5" y="55"/>
                    <a:pt x="51" y="11"/>
                    <a:pt x="121" y="0"/>
                  </a:cubicBezTo>
                  <a:cubicBezTo>
                    <a:pt x="121" y="0"/>
                    <a:pt x="49" y="18"/>
                    <a:pt x="0" y="6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Freeform 249">
              <a:extLst>
                <a:ext uri="{FF2B5EF4-FFF2-40B4-BE49-F238E27FC236}">
                  <a16:creationId xmlns:a16="http://schemas.microsoft.com/office/drawing/2014/main" id="{F32DBB71-A3F8-479C-97BE-D15A21E7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429"/>
              <a:ext cx="122" cy="50"/>
            </a:xfrm>
            <a:custGeom>
              <a:avLst/>
              <a:gdLst>
                <a:gd name="T0" fmla="*/ 0 w 163"/>
                <a:gd name="T1" fmla="*/ 28 h 67"/>
                <a:gd name="T2" fmla="*/ 68 w 163"/>
                <a:gd name="T3" fmla="*/ 1 h 67"/>
                <a:gd name="T4" fmla="*/ 0 w 163"/>
                <a:gd name="T5" fmla="*/ 2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67">
                  <a:moveTo>
                    <a:pt x="0" y="67"/>
                  </a:moveTo>
                  <a:cubicBezTo>
                    <a:pt x="0" y="67"/>
                    <a:pt x="66" y="0"/>
                    <a:pt x="163" y="4"/>
                  </a:cubicBezTo>
                  <a:cubicBezTo>
                    <a:pt x="163" y="4"/>
                    <a:pt x="90" y="61"/>
                    <a:pt x="0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5" name="Freeform 250">
              <a:extLst>
                <a:ext uri="{FF2B5EF4-FFF2-40B4-BE49-F238E27FC236}">
                  <a16:creationId xmlns:a16="http://schemas.microsoft.com/office/drawing/2014/main" id="{B673C9CD-24C1-4527-B256-07298882C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340"/>
              <a:ext cx="48" cy="54"/>
            </a:xfrm>
            <a:custGeom>
              <a:avLst/>
              <a:gdLst>
                <a:gd name="T0" fmla="*/ 26 w 65"/>
                <a:gd name="T1" fmla="*/ 28 h 74"/>
                <a:gd name="T2" fmla="*/ 13 w 65"/>
                <a:gd name="T3" fmla="*/ 13 h 74"/>
                <a:gd name="T4" fmla="*/ 3 w 65"/>
                <a:gd name="T5" fmla="*/ 3 h 74"/>
                <a:gd name="T6" fmla="*/ 10 w 65"/>
                <a:gd name="T7" fmla="*/ 9 h 74"/>
                <a:gd name="T8" fmla="*/ 19 w 65"/>
                <a:gd name="T9" fmla="*/ 17 h 74"/>
                <a:gd name="T10" fmla="*/ 24 w 65"/>
                <a:gd name="T11" fmla="*/ 23 h 74"/>
                <a:gd name="T12" fmla="*/ 26 w 65"/>
                <a:gd name="T13" fmla="*/ 28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64" y="74"/>
                  </a:moveTo>
                  <a:cubicBezTo>
                    <a:pt x="55" y="58"/>
                    <a:pt x="47" y="43"/>
                    <a:pt x="31" y="33"/>
                  </a:cubicBezTo>
                  <a:cubicBezTo>
                    <a:pt x="26" y="30"/>
                    <a:pt x="0" y="16"/>
                    <a:pt x="7" y="7"/>
                  </a:cubicBezTo>
                  <a:cubicBezTo>
                    <a:pt x="12" y="0"/>
                    <a:pt x="23" y="19"/>
                    <a:pt x="26" y="22"/>
                  </a:cubicBezTo>
                  <a:cubicBezTo>
                    <a:pt x="33" y="29"/>
                    <a:pt x="42" y="34"/>
                    <a:pt x="48" y="42"/>
                  </a:cubicBezTo>
                  <a:cubicBezTo>
                    <a:pt x="53" y="47"/>
                    <a:pt x="56" y="52"/>
                    <a:pt x="59" y="59"/>
                  </a:cubicBezTo>
                  <a:cubicBezTo>
                    <a:pt x="60" y="63"/>
                    <a:pt x="62" y="72"/>
                    <a:pt x="65" y="7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6" name="Freeform 251">
              <a:extLst>
                <a:ext uri="{FF2B5EF4-FFF2-40B4-BE49-F238E27FC236}">
                  <a16:creationId xmlns:a16="http://schemas.microsoft.com/office/drawing/2014/main" id="{EA155261-EB11-407C-824A-2D238D81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306"/>
              <a:ext cx="49" cy="69"/>
            </a:xfrm>
            <a:custGeom>
              <a:avLst/>
              <a:gdLst>
                <a:gd name="T0" fmla="*/ 27 w 65"/>
                <a:gd name="T1" fmla="*/ 39 h 91"/>
                <a:gd name="T2" fmla="*/ 22 w 65"/>
                <a:gd name="T3" fmla="*/ 30 h 91"/>
                <a:gd name="T4" fmla="*/ 16 w 65"/>
                <a:gd name="T5" fmla="*/ 23 h 91"/>
                <a:gd name="T6" fmla="*/ 5 w 65"/>
                <a:gd name="T7" fmla="*/ 11 h 91"/>
                <a:gd name="T8" fmla="*/ 2 w 65"/>
                <a:gd name="T9" fmla="*/ 3 h 91"/>
                <a:gd name="T10" fmla="*/ 6 w 65"/>
                <a:gd name="T11" fmla="*/ 5 h 91"/>
                <a:gd name="T12" fmla="*/ 24 w 65"/>
                <a:gd name="T13" fmla="*/ 33 h 91"/>
                <a:gd name="T14" fmla="*/ 28 w 65"/>
                <a:gd name="T15" fmla="*/ 3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91">
                  <a:moveTo>
                    <a:pt x="64" y="91"/>
                  </a:moveTo>
                  <a:cubicBezTo>
                    <a:pt x="58" y="86"/>
                    <a:pt x="56" y="77"/>
                    <a:pt x="52" y="70"/>
                  </a:cubicBezTo>
                  <a:cubicBezTo>
                    <a:pt x="48" y="64"/>
                    <a:pt x="43" y="58"/>
                    <a:pt x="37" y="53"/>
                  </a:cubicBezTo>
                  <a:cubicBezTo>
                    <a:pt x="27" y="44"/>
                    <a:pt x="19" y="35"/>
                    <a:pt x="10" y="25"/>
                  </a:cubicBezTo>
                  <a:cubicBezTo>
                    <a:pt x="7" y="21"/>
                    <a:pt x="0" y="12"/>
                    <a:pt x="3" y="6"/>
                  </a:cubicBezTo>
                  <a:cubicBezTo>
                    <a:pt x="8" y="0"/>
                    <a:pt x="13" y="7"/>
                    <a:pt x="15" y="10"/>
                  </a:cubicBezTo>
                  <a:cubicBezTo>
                    <a:pt x="28" y="33"/>
                    <a:pt x="47" y="52"/>
                    <a:pt x="57" y="76"/>
                  </a:cubicBezTo>
                  <a:cubicBezTo>
                    <a:pt x="59" y="80"/>
                    <a:pt x="62" y="87"/>
                    <a:pt x="65" y="9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7" name="Freeform 252">
              <a:extLst>
                <a:ext uri="{FF2B5EF4-FFF2-40B4-BE49-F238E27FC236}">
                  <a16:creationId xmlns:a16="http://schemas.microsoft.com/office/drawing/2014/main" id="{B1C48A60-11E1-442A-B66B-5634A1E21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347"/>
              <a:ext cx="22" cy="37"/>
            </a:xfrm>
            <a:custGeom>
              <a:avLst/>
              <a:gdLst>
                <a:gd name="T0" fmla="*/ 15 w 27"/>
                <a:gd name="T1" fmla="*/ 21 h 49"/>
                <a:gd name="T2" fmla="*/ 6 w 27"/>
                <a:gd name="T3" fmla="*/ 10 h 49"/>
                <a:gd name="T4" fmla="*/ 0 w 27"/>
                <a:gd name="T5" fmla="*/ 4 h 49"/>
                <a:gd name="T6" fmla="*/ 13 w 27"/>
                <a:gd name="T7" fmla="*/ 2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9">
                  <a:moveTo>
                    <a:pt x="27" y="49"/>
                  </a:moveTo>
                  <a:cubicBezTo>
                    <a:pt x="24" y="40"/>
                    <a:pt x="18" y="29"/>
                    <a:pt x="11" y="22"/>
                  </a:cubicBezTo>
                  <a:cubicBezTo>
                    <a:pt x="8" y="18"/>
                    <a:pt x="0" y="15"/>
                    <a:pt x="0" y="9"/>
                  </a:cubicBezTo>
                  <a:cubicBezTo>
                    <a:pt x="7" y="0"/>
                    <a:pt x="24" y="42"/>
                    <a:pt x="25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8" name="Freeform 253">
              <a:extLst>
                <a:ext uri="{FF2B5EF4-FFF2-40B4-BE49-F238E27FC236}">
                  <a16:creationId xmlns:a16="http://schemas.microsoft.com/office/drawing/2014/main" id="{91AF5476-9526-4A30-AA22-6BF69F65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317"/>
              <a:ext cx="24" cy="48"/>
            </a:xfrm>
            <a:custGeom>
              <a:avLst/>
              <a:gdLst>
                <a:gd name="T0" fmla="*/ 12 w 33"/>
                <a:gd name="T1" fmla="*/ 26 h 65"/>
                <a:gd name="T2" fmla="*/ 2 w 33"/>
                <a:gd name="T3" fmla="*/ 9 h 65"/>
                <a:gd name="T4" fmla="*/ 1 w 33"/>
                <a:gd name="T5" fmla="*/ 2 h 65"/>
                <a:gd name="T6" fmla="*/ 5 w 33"/>
                <a:gd name="T7" fmla="*/ 3 h 65"/>
                <a:gd name="T8" fmla="*/ 9 w 33"/>
                <a:gd name="T9" fmla="*/ 16 h 65"/>
                <a:gd name="T10" fmla="*/ 12 w 33"/>
                <a:gd name="T11" fmla="*/ 2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5">
                  <a:moveTo>
                    <a:pt x="31" y="65"/>
                  </a:moveTo>
                  <a:cubicBezTo>
                    <a:pt x="26" y="49"/>
                    <a:pt x="12" y="37"/>
                    <a:pt x="6" y="21"/>
                  </a:cubicBezTo>
                  <a:cubicBezTo>
                    <a:pt x="4" y="17"/>
                    <a:pt x="0" y="9"/>
                    <a:pt x="4" y="5"/>
                  </a:cubicBezTo>
                  <a:cubicBezTo>
                    <a:pt x="8" y="0"/>
                    <a:pt x="12" y="4"/>
                    <a:pt x="14" y="8"/>
                  </a:cubicBezTo>
                  <a:cubicBezTo>
                    <a:pt x="20" y="18"/>
                    <a:pt x="21" y="30"/>
                    <a:pt x="24" y="40"/>
                  </a:cubicBezTo>
                  <a:cubicBezTo>
                    <a:pt x="27" y="48"/>
                    <a:pt x="30" y="57"/>
                    <a:pt x="33" y="6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9" name="Freeform 254">
              <a:extLst>
                <a:ext uri="{FF2B5EF4-FFF2-40B4-BE49-F238E27FC236}">
                  <a16:creationId xmlns:a16="http://schemas.microsoft.com/office/drawing/2014/main" id="{BC4DAB25-2F1A-440A-97E3-C7DB983B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252"/>
              <a:ext cx="57" cy="29"/>
            </a:xfrm>
            <a:custGeom>
              <a:avLst/>
              <a:gdLst>
                <a:gd name="T0" fmla="*/ 1 w 77"/>
                <a:gd name="T1" fmla="*/ 16 h 39"/>
                <a:gd name="T2" fmla="*/ 7 w 77"/>
                <a:gd name="T3" fmla="*/ 12 h 39"/>
                <a:gd name="T4" fmla="*/ 16 w 77"/>
                <a:gd name="T5" fmla="*/ 3 h 39"/>
                <a:gd name="T6" fmla="*/ 31 w 77"/>
                <a:gd name="T7" fmla="*/ 2 h 39"/>
                <a:gd name="T8" fmla="*/ 16 w 77"/>
                <a:gd name="T9" fmla="*/ 9 h 39"/>
                <a:gd name="T10" fmla="*/ 0 w 77"/>
                <a:gd name="T11" fmla="*/ 1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9">
                  <a:moveTo>
                    <a:pt x="3" y="39"/>
                  </a:moveTo>
                  <a:cubicBezTo>
                    <a:pt x="2" y="36"/>
                    <a:pt x="16" y="32"/>
                    <a:pt x="19" y="30"/>
                  </a:cubicBezTo>
                  <a:cubicBezTo>
                    <a:pt x="28" y="24"/>
                    <a:pt x="32" y="14"/>
                    <a:pt x="40" y="8"/>
                  </a:cubicBezTo>
                  <a:cubicBezTo>
                    <a:pt x="52" y="0"/>
                    <a:pt x="65" y="2"/>
                    <a:pt x="77" y="6"/>
                  </a:cubicBezTo>
                  <a:cubicBezTo>
                    <a:pt x="60" y="4"/>
                    <a:pt x="50" y="10"/>
                    <a:pt x="38" y="21"/>
                  </a:cubicBezTo>
                  <a:cubicBezTo>
                    <a:pt x="27" y="29"/>
                    <a:pt x="14" y="38"/>
                    <a:pt x="0" y="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0" name="Rectangle 255">
              <a:extLst>
                <a:ext uri="{FF2B5EF4-FFF2-40B4-BE49-F238E27FC236}">
                  <a16:creationId xmlns:a16="http://schemas.microsoft.com/office/drawing/2014/main" id="{934B952D-5547-4563-AF5A-D8B7F08EA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740"/>
              <a:ext cx="755" cy="400"/>
            </a:xfrm>
            <a:prstGeom prst="rect">
              <a:avLst/>
            </a:prstGeom>
            <a:noFill/>
            <a:ln w="3175">
              <a:solidFill>
                <a:srgbClr val="0DACD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39" name="blank-menu-board-template">
            <a:extLst>
              <a:ext uri="{FF2B5EF4-FFF2-40B4-BE49-F238E27FC236}">
                <a16:creationId xmlns:a16="http://schemas.microsoft.com/office/drawing/2014/main" id="{69186BD3-9F93-41A5-82F9-CAF829E6794E}"/>
              </a:ext>
            </a:extLst>
          </p:cNvPr>
          <p:cNvGrpSpPr>
            <a:grpSpLocks/>
          </p:cNvGrpSpPr>
          <p:nvPr/>
        </p:nvGrpSpPr>
        <p:grpSpPr bwMode="auto">
          <a:xfrm>
            <a:off x="8118475" y="3743325"/>
            <a:ext cx="1836738" cy="2468563"/>
            <a:chOff x="4154" y="2358"/>
            <a:chExt cx="1157" cy="1555"/>
          </a:xfrm>
        </p:grpSpPr>
        <p:sp>
          <p:nvSpPr>
            <p:cNvPr id="44343" name="Freeform 257">
              <a:extLst>
                <a:ext uri="{FF2B5EF4-FFF2-40B4-BE49-F238E27FC236}">
                  <a16:creationId xmlns:a16="http://schemas.microsoft.com/office/drawing/2014/main" id="{1E4D9B1A-5029-47A1-8ECF-A6DC500DA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358"/>
              <a:ext cx="1157" cy="1555"/>
            </a:xfrm>
            <a:custGeom>
              <a:avLst/>
              <a:gdLst>
                <a:gd name="T0" fmla="*/ 448 w 1860"/>
                <a:gd name="T1" fmla="*/ 589 h 2507"/>
                <a:gd name="T2" fmla="*/ 438 w 1860"/>
                <a:gd name="T3" fmla="*/ 599 h 2507"/>
                <a:gd name="T4" fmla="*/ 10 w 1860"/>
                <a:gd name="T5" fmla="*/ 599 h 2507"/>
                <a:gd name="T6" fmla="*/ 0 w 1860"/>
                <a:gd name="T7" fmla="*/ 589 h 2507"/>
                <a:gd name="T8" fmla="*/ 0 w 1860"/>
                <a:gd name="T9" fmla="*/ 10 h 2507"/>
                <a:gd name="T10" fmla="*/ 10 w 1860"/>
                <a:gd name="T11" fmla="*/ 0 h 2507"/>
                <a:gd name="T12" fmla="*/ 438 w 1860"/>
                <a:gd name="T13" fmla="*/ 0 h 2507"/>
                <a:gd name="T14" fmla="*/ 448 w 1860"/>
                <a:gd name="T15" fmla="*/ 10 h 2507"/>
                <a:gd name="T16" fmla="*/ 448 w 1860"/>
                <a:gd name="T17" fmla="*/ 589 h 25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0" h="2507">
                  <a:moveTo>
                    <a:pt x="1860" y="2467"/>
                  </a:moveTo>
                  <a:cubicBezTo>
                    <a:pt x="1860" y="2489"/>
                    <a:pt x="1842" y="2507"/>
                    <a:pt x="1820" y="2507"/>
                  </a:cubicBezTo>
                  <a:cubicBezTo>
                    <a:pt x="40" y="2507"/>
                    <a:pt x="40" y="2507"/>
                    <a:pt x="40" y="2507"/>
                  </a:cubicBezTo>
                  <a:cubicBezTo>
                    <a:pt x="18" y="2507"/>
                    <a:pt x="0" y="2489"/>
                    <a:pt x="0" y="2467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7"/>
                    <a:pt x="18" y="0"/>
                    <a:pt x="40" y="0"/>
                  </a:cubicBezTo>
                  <a:cubicBezTo>
                    <a:pt x="1820" y="0"/>
                    <a:pt x="1820" y="0"/>
                    <a:pt x="1820" y="0"/>
                  </a:cubicBezTo>
                  <a:cubicBezTo>
                    <a:pt x="1842" y="0"/>
                    <a:pt x="1860" y="17"/>
                    <a:pt x="1860" y="40"/>
                  </a:cubicBezTo>
                  <a:lnTo>
                    <a:pt x="1860" y="24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4" name="Freeform 258">
              <a:extLst>
                <a:ext uri="{FF2B5EF4-FFF2-40B4-BE49-F238E27FC236}">
                  <a16:creationId xmlns:a16="http://schemas.microsoft.com/office/drawing/2014/main" id="{8EAB4A37-AADE-4D7D-A814-1AEE6EAE8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495"/>
              <a:ext cx="172" cy="124"/>
            </a:xfrm>
            <a:custGeom>
              <a:avLst/>
              <a:gdLst>
                <a:gd name="T0" fmla="*/ 6 w 276"/>
                <a:gd name="T1" fmla="*/ 20 h 200"/>
                <a:gd name="T2" fmla="*/ 1 w 276"/>
                <a:gd name="T3" fmla="*/ 26 h 200"/>
                <a:gd name="T4" fmla="*/ 0 w 276"/>
                <a:gd name="T5" fmla="*/ 20 h 200"/>
                <a:gd name="T6" fmla="*/ 7 w 276"/>
                <a:gd name="T7" fmla="*/ 7 h 200"/>
                <a:gd name="T8" fmla="*/ 22 w 276"/>
                <a:gd name="T9" fmla="*/ 1 h 200"/>
                <a:gd name="T10" fmla="*/ 26 w 276"/>
                <a:gd name="T11" fmla="*/ 1 h 200"/>
                <a:gd name="T12" fmla="*/ 26 w 276"/>
                <a:gd name="T13" fmla="*/ 1 h 200"/>
                <a:gd name="T14" fmla="*/ 27 w 276"/>
                <a:gd name="T15" fmla="*/ 1 h 200"/>
                <a:gd name="T16" fmla="*/ 27 w 276"/>
                <a:gd name="T17" fmla="*/ 2 h 200"/>
                <a:gd name="T18" fmla="*/ 31 w 276"/>
                <a:gd name="T19" fmla="*/ 19 h 200"/>
                <a:gd name="T20" fmla="*/ 33 w 276"/>
                <a:gd name="T21" fmla="*/ 23 h 200"/>
                <a:gd name="T22" fmla="*/ 34 w 276"/>
                <a:gd name="T23" fmla="*/ 26 h 200"/>
                <a:gd name="T24" fmla="*/ 35 w 276"/>
                <a:gd name="T25" fmla="*/ 29 h 200"/>
                <a:gd name="T26" fmla="*/ 37 w 276"/>
                <a:gd name="T27" fmla="*/ 35 h 200"/>
                <a:gd name="T28" fmla="*/ 39 w 276"/>
                <a:gd name="T29" fmla="*/ 32 h 200"/>
                <a:gd name="T30" fmla="*/ 44 w 276"/>
                <a:gd name="T31" fmla="*/ 23 h 200"/>
                <a:gd name="T32" fmla="*/ 47 w 276"/>
                <a:gd name="T33" fmla="*/ 18 h 200"/>
                <a:gd name="T34" fmla="*/ 50 w 276"/>
                <a:gd name="T35" fmla="*/ 12 h 200"/>
                <a:gd name="T36" fmla="*/ 53 w 276"/>
                <a:gd name="T37" fmla="*/ 7 h 200"/>
                <a:gd name="T38" fmla="*/ 55 w 276"/>
                <a:gd name="T39" fmla="*/ 4 h 200"/>
                <a:gd name="T40" fmla="*/ 61 w 276"/>
                <a:gd name="T41" fmla="*/ 0 h 200"/>
                <a:gd name="T42" fmla="*/ 59 w 276"/>
                <a:gd name="T43" fmla="*/ 20 h 200"/>
                <a:gd name="T44" fmla="*/ 59 w 276"/>
                <a:gd name="T45" fmla="*/ 31 h 200"/>
                <a:gd name="T46" fmla="*/ 59 w 276"/>
                <a:gd name="T47" fmla="*/ 35 h 200"/>
                <a:gd name="T48" fmla="*/ 59 w 276"/>
                <a:gd name="T49" fmla="*/ 42 h 200"/>
                <a:gd name="T50" fmla="*/ 62 w 276"/>
                <a:gd name="T51" fmla="*/ 43 h 200"/>
                <a:gd name="T52" fmla="*/ 67 w 276"/>
                <a:gd name="T53" fmla="*/ 43 h 200"/>
                <a:gd name="T54" fmla="*/ 67 w 276"/>
                <a:gd name="T55" fmla="*/ 43 h 200"/>
                <a:gd name="T56" fmla="*/ 64 w 276"/>
                <a:gd name="T57" fmla="*/ 45 h 200"/>
                <a:gd name="T58" fmla="*/ 62 w 276"/>
                <a:gd name="T59" fmla="*/ 46 h 200"/>
                <a:gd name="T60" fmla="*/ 53 w 276"/>
                <a:gd name="T61" fmla="*/ 48 h 200"/>
                <a:gd name="T62" fmla="*/ 53 w 276"/>
                <a:gd name="T63" fmla="*/ 42 h 200"/>
                <a:gd name="T64" fmla="*/ 54 w 276"/>
                <a:gd name="T65" fmla="*/ 12 h 200"/>
                <a:gd name="T66" fmla="*/ 47 w 276"/>
                <a:gd name="T67" fmla="*/ 22 h 200"/>
                <a:gd name="T68" fmla="*/ 45 w 276"/>
                <a:gd name="T69" fmla="*/ 26 h 200"/>
                <a:gd name="T70" fmla="*/ 39 w 276"/>
                <a:gd name="T71" fmla="*/ 39 h 200"/>
                <a:gd name="T72" fmla="*/ 34 w 276"/>
                <a:gd name="T73" fmla="*/ 44 h 200"/>
                <a:gd name="T74" fmla="*/ 29 w 276"/>
                <a:gd name="T75" fmla="*/ 27 h 200"/>
                <a:gd name="T76" fmla="*/ 27 w 276"/>
                <a:gd name="T77" fmla="*/ 23 h 200"/>
                <a:gd name="T78" fmla="*/ 26 w 276"/>
                <a:gd name="T79" fmla="*/ 20 h 200"/>
                <a:gd name="T80" fmla="*/ 23 w 276"/>
                <a:gd name="T81" fmla="*/ 12 h 200"/>
                <a:gd name="T82" fmla="*/ 20 w 276"/>
                <a:gd name="T83" fmla="*/ 28 h 200"/>
                <a:gd name="T84" fmla="*/ 17 w 276"/>
                <a:gd name="T85" fmla="*/ 38 h 200"/>
                <a:gd name="T86" fmla="*/ 13 w 276"/>
                <a:gd name="T87" fmla="*/ 43 h 200"/>
                <a:gd name="T88" fmla="*/ 21 w 276"/>
                <a:gd name="T89" fmla="*/ 43 h 200"/>
                <a:gd name="T90" fmla="*/ 17 w 276"/>
                <a:gd name="T91" fmla="*/ 47 h 200"/>
                <a:gd name="T92" fmla="*/ 2 w 276"/>
                <a:gd name="T93" fmla="*/ 47 h 200"/>
                <a:gd name="T94" fmla="*/ 7 w 276"/>
                <a:gd name="T95" fmla="*/ 42 h 200"/>
                <a:gd name="T96" fmla="*/ 11 w 276"/>
                <a:gd name="T97" fmla="*/ 43 h 200"/>
                <a:gd name="T98" fmla="*/ 14 w 276"/>
                <a:gd name="T99" fmla="*/ 38 h 200"/>
                <a:gd name="T100" fmla="*/ 16 w 276"/>
                <a:gd name="T101" fmla="*/ 29 h 200"/>
                <a:gd name="T102" fmla="*/ 21 w 276"/>
                <a:gd name="T103" fmla="*/ 6 h 200"/>
                <a:gd name="T104" fmla="*/ 19 w 276"/>
                <a:gd name="T105" fmla="*/ 6 h 200"/>
                <a:gd name="T106" fmla="*/ 4 w 276"/>
                <a:gd name="T107" fmla="*/ 15 h 200"/>
                <a:gd name="T108" fmla="*/ 6 w 276"/>
                <a:gd name="T109" fmla="*/ 20 h 2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6" h="200">
                  <a:moveTo>
                    <a:pt x="26" y="86"/>
                  </a:moveTo>
                  <a:cubicBezTo>
                    <a:pt x="4" y="108"/>
                    <a:pt x="4" y="108"/>
                    <a:pt x="4" y="108"/>
                  </a:cubicBezTo>
                  <a:cubicBezTo>
                    <a:pt x="1" y="100"/>
                    <a:pt x="0" y="93"/>
                    <a:pt x="0" y="86"/>
                  </a:cubicBezTo>
                  <a:cubicBezTo>
                    <a:pt x="0" y="62"/>
                    <a:pt x="9" y="43"/>
                    <a:pt x="27" y="28"/>
                  </a:cubicBezTo>
                  <a:cubicBezTo>
                    <a:pt x="44" y="12"/>
                    <a:pt x="66" y="5"/>
                    <a:pt x="93" y="5"/>
                  </a:cubicBezTo>
                  <a:cubicBezTo>
                    <a:pt x="97" y="5"/>
                    <a:pt x="101" y="5"/>
                    <a:pt x="104" y="5"/>
                  </a:cubicBezTo>
                  <a:cubicBezTo>
                    <a:pt x="106" y="6"/>
                    <a:pt x="108" y="6"/>
                    <a:pt x="109" y="6"/>
                  </a:cubicBezTo>
                  <a:cubicBezTo>
                    <a:pt x="110" y="6"/>
                    <a:pt x="110" y="6"/>
                    <a:pt x="110" y="6"/>
                  </a:cubicBezTo>
                  <a:cubicBezTo>
                    <a:pt x="110" y="8"/>
                    <a:pt x="110" y="10"/>
                    <a:pt x="110" y="12"/>
                  </a:cubicBezTo>
                  <a:cubicBezTo>
                    <a:pt x="110" y="26"/>
                    <a:pt x="117" y="49"/>
                    <a:pt x="129" y="81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7" y="100"/>
                    <a:pt x="138" y="103"/>
                    <a:pt x="140" y="108"/>
                  </a:cubicBezTo>
                  <a:cubicBezTo>
                    <a:pt x="145" y="123"/>
                    <a:pt x="145" y="123"/>
                    <a:pt x="145" y="123"/>
                  </a:cubicBezTo>
                  <a:cubicBezTo>
                    <a:pt x="148" y="131"/>
                    <a:pt x="150" y="138"/>
                    <a:pt x="152" y="14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8" y="121"/>
                    <a:pt x="175" y="108"/>
                    <a:pt x="181" y="97"/>
                  </a:cubicBezTo>
                  <a:cubicBezTo>
                    <a:pt x="195" y="74"/>
                    <a:pt x="195" y="74"/>
                    <a:pt x="195" y="74"/>
                  </a:cubicBezTo>
                  <a:cubicBezTo>
                    <a:pt x="206" y="54"/>
                    <a:pt x="206" y="54"/>
                    <a:pt x="206" y="54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20" y="28"/>
                    <a:pt x="222" y="24"/>
                    <a:pt x="226" y="17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47" y="35"/>
                    <a:pt x="244" y="63"/>
                    <a:pt x="244" y="84"/>
                  </a:cubicBezTo>
                  <a:cubicBezTo>
                    <a:pt x="242" y="130"/>
                    <a:pt x="242" y="130"/>
                    <a:pt x="242" y="130"/>
                  </a:cubicBezTo>
                  <a:cubicBezTo>
                    <a:pt x="242" y="148"/>
                    <a:pt x="242" y="148"/>
                    <a:pt x="242" y="148"/>
                  </a:cubicBezTo>
                  <a:cubicBezTo>
                    <a:pt x="242" y="162"/>
                    <a:pt x="243" y="172"/>
                    <a:pt x="245" y="176"/>
                  </a:cubicBezTo>
                  <a:cubicBezTo>
                    <a:pt x="247" y="181"/>
                    <a:pt x="251" y="183"/>
                    <a:pt x="257" y="183"/>
                  </a:cubicBezTo>
                  <a:cubicBezTo>
                    <a:pt x="264" y="183"/>
                    <a:pt x="270" y="182"/>
                    <a:pt x="275" y="180"/>
                  </a:cubicBezTo>
                  <a:cubicBezTo>
                    <a:pt x="276" y="181"/>
                    <a:pt x="276" y="182"/>
                    <a:pt x="276" y="183"/>
                  </a:cubicBezTo>
                  <a:cubicBezTo>
                    <a:pt x="276" y="186"/>
                    <a:pt x="273" y="189"/>
                    <a:pt x="267" y="190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19" y="200"/>
                    <a:pt x="219" y="200"/>
                    <a:pt x="219" y="200"/>
                  </a:cubicBezTo>
                  <a:cubicBezTo>
                    <a:pt x="219" y="191"/>
                    <a:pt x="218" y="183"/>
                    <a:pt x="218" y="176"/>
                  </a:cubicBezTo>
                  <a:cubicBezTo>
                    <a:pt x="218" y="128"/>
                    <a:pt x="220" y="86"/>
                    <a:pt x="225" y="49"/>
                  </a:cubicBezTo>
                  <a:cubicBezTo>
                    <a:pt x="212" y="67"/>
                    <a:pt x="202" y="82"/>
                    <a:pt x="196" y="93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76" y="128"/>
                    <a:pt x="166" y="147"/>
                    <a:pt x="159" y="165"/>
                  </a:cubicBezTo>
                  <a:cubicBezTo>
                    <a:pt x="139" y="186"/>
                    <a:pt x="139" y="186"/>
                    <a:pt x="139" y="186"/>
                  </a:cubicBezTo>
                  <a:cubicBezTo>
                    <a:pt x="138" y="168"/>
                    <a:pt x="131" y="144"/>
                    <a:pt x="118" y="112"/>
                  </a:cubicBezTo>
                  <a:cubicBezTo>
                    <a:pt x="112" y="97"/>
                    <a:pt x="112" y="97"/>
                    <a:pt x="112" y="97"/>
                  </a:cubicBezTo>
                  <a:cubicBezTo>
                    <a:pt x="112" y="96"/>
                    <a:pt x="110" y="92"/>
                    <a:pt x="107" y="85"/>
                  </a:cubicBezTo>
                  <a:cubicBezTo>
                    <a:pt x="102" y="72"/>
                    <a:pt x="98" y="60"/>
                    <a:pt x="95" y="48"/>
                  </a:cubicBezTo>
                  <a:cubicBezTo>
                    <a:pt x="84" y="117"/>
                    <a:pt x="84" y="117"/>
                    <a:pt x="84" y="117"/>
                  </a:cubicBezTo>
                  <a:cubicBezTo>
                    <a:pt x="80" y="138"/>
                    <a:pt x="77" y="152"/>
                    <a:pt x="73" y="160"/>
                  </a:cubicBezTo>
                  <a:cubicBezTo>
                    <a:pt x="70" y="168"/>
                    <a:pt x="63" y="174"/>
                    <a:pt x="54" y="179"/>
                  </a:cubicBezTo>
                  <a:cubicBezTo>
                    <a:pt x="89" y="181"/>
                    <a:pt x="89" y="181"/>
                    <a:pt x="89" y="181"/>
                  </a:cubicBezTo>
                  <a:cubicBezTo>
                    <a:pt x="71" y="198"/>
                    <a:pt x="71" y="198"/>
                    <a:pt x="71" y="198"/>
                  </a:cubicBezTo>
                  <a:cubicBezTo>
                    <a:pt x="11" y="195"/>
                    <a:pt x="11" y="195"/>
                    <a:pt x="11" y="195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52" y="174"/>
                    <a:pt x="56" y="168"/>
                    <a:pt x="59" y="162"/>
                  </a:cubicBezTo>
                  <a:cubicBezTo>
                    <a:pt x="61" y="155"/>
                    <a:pt x="64" y="142"/>
                    <a:pt x="68" y="121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39" y="22"/>
                    <a:pt x="19" y="35"/>
                    <a:pt x="19" y="61"/>
                  </a:cubicBezTo>
                  <a:cubicBezTo>
                    <a:pt x="19" y="69"/>
                    <a:pt x="22" y="77"/>
                    <a:pt x="26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5" name="Freeform 259">
              <a:extLst>
                <a:ext uri="{FF2B5EF4-FFF2-40B4-BE49-F238E27FC236}">
                  <a16:creationId xmlns:a16="http://schemas.microsoft.com/office/drawing/2014/main" id="{FE83BDF8-07AC-4875-8343-ED574F6543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77" y="2532"/>
              <a:ext cx="56" cy="85"/>
            </a:xfrm>
            <a:custGeom>
              <a:avLst/>
              <a:gdLst>
                <a:gd name="T0" fmla="*/ 21 w 90"/>
                <a:gd name="T1" fmla="*/ 21 h 138"/>
                <a:gd name="T2" fmla="*/ 22 w 90"/>
                <a:gd name="T3" fmla="*/ 22 h 138"/>
                <a:gd name="T4" fmla="*/ 19 w 90"/>
                <a:gd name="T5" fmla="*/ 26 h 138"/>
                <a:gd name="T6" fmla="*/ 8 w 90"/>
                <a:gd name="T7" fmla="*/ 32 h 138"/>
                <a:gd name="T8" fmla="*/ 2 w 90"/>
                <a:gd name="T9" fmla="*/ 30 h 138"/>
                <a:gd name="T10" fmla="*/ 0 w 90"/>
                <a:gd name="T11" fmla="*/ 23 h 138"/>
                <a:gd name="T12" fmla="*/ 6 w 90"/>
                <a:gd name="T13" fmla="*/ 7 h 138"/>
                <a:gd name="T14" fmla="*/ 17 w 90"/>
                <a:gd name="T15" fmla="*/ 0 h 138"/>
                <a:gd name="T16" fmla="*/ 22 w 90"/>
                <a:gd name="T17" fmla="*/ 4 h 138"/>
                <a:gd name="T18" fmla="*/ 17 w 90"/>
                <a:gd name="T19" fmla="*/ 14 h 138"/>
                <a:gd name="T20" fmla="*/ 5 w 90"/>
                <a:gd name="T21" fmla="*/ 20 h 138"/>
                <a:gd name="T22" fmla="*/ 12 w 90"/>
                <a:gd name="T23" fmla="*/ 28 h 138"/>
                <a:gd name="T24" fmla="*/ 21 w 90"/>
                <a:gd name="T25" fmla="*/ 21 h 138"/>
                <a:gd name="T26" fmla="*/ 5 w 90"/>
                <a:gd name="T27" fmla="*/ 16 h 138"/>
                <a:gd name="T28" fmla="*/ 7 w 90"/>
                <a:gd name="T29" fmla="*/ 16 h 138"/>
                <a:gd name="T30" fmla="*/ 14 w 90"/>
                <a:gd name="T31" fmla="*/ 14 h 138"/>
                <a:gd name="T32" fmla="*/ 17 w 90"/>
                <a:gd name="T33" fmla="*/ 9 h 138"/>
                <a:gd name="T34" fmla="*/ 13 w 90"/>
                <a:gd name="T35" fmla="*/ 4 h 138"/>
                <a:gd name="T36" fmla="*/ 8 w 90"/>
                <a:gd name="T37" fmla="*/ 7 h 138"/>
                <a:gd name="T38" fmla="*/ 5 w 90"/>
                <a:gd name="T39" fmla="*/ 16 h 1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0" h="138">
                  <a:moveTo>
                    <a:pt x="86" y="90"/>
                  </a:moveTo>
                  <a:cubicBezTo>
                    <a:pt x="88" y="91"/>
                    <a:pt x="90" y="93"/>
                    <a:pt x="90" y="95"/>
                  </a:cubicBezTo>
                  <a:cubicBezTo>
                    <a:pt x="90" y="98"/>
                    <a:pt x="87" y="103"/>
                    <a:pt x="81" y="110"/>
                  </a:cubicBezTo>
                  <a:cubicBezTo>
                    <a:pt x="65" y="129"/>
                    <a:pt x="49" y="138"/>
                    <a:pt x="33" y="138"/>
                  </a:cubicBezTo>
                  <a:cubicBezTo>
                    <a:pt x="24" y="138"/>
                    <a:pt x="16" y="134"/>
                    <a:pt x="9" y="127"/>
                  </a:cubicBezTo>
                  <a:cubicBezTo>
                    <a:pt x="3" y="119"/>
                    <a:pt x="0" y="110"/>
                    <a:pt x="0" y="98"/>
                  </a:cubicBezTo>
                  <a:cubicBezTo>
                    <a:pt x="0" y="76"/>
                    <a:pt x="8" y="55"/>
                    <a:pt x="24" y="33"/>
                  </a:cubicBezTo>
                  <a:cubicBezTo>
                    <a:pt x="41" y="11"/>
                    <a:pt x="57" y="0"/>
                    <a:pt x="72" y="0"/>
                  </a:cubicBezTo>
                  <a:cubicBezTo>
                    <a:pt x="84" y="0"/>
                    <a:pt x="90" y="6"/>
                    <a:pt x="90" y="19"/>
                  </a:cubicBezTo>
                  <a:cubicBezTo>
                    <a:pt x="90" y="32"/>
                    <a:pt x="83" y="46"/>
                    <a:pt x="70" y="59"/>
                  </a:cubicBezTo>
                  <a:cubicBezTo>
                    <a:pt x="56" y="72"/>
                    <a:pt x="40" y="81"/>
                    <a:pt x="21" y="86"/>
                  </a:cubicBezTo>
                  <a:cubicBezTo>
                    <a:pt x="23" y="109"/>
                    <a:pt x="32" y="120"/>
                    <a:pt x="48" y="120"/>
                  </a:cubicBezTo>
                  <a:cubicBezTo>
                    <a:pt x="63" y="120"/>
                    <a:pt x="76" y="110"/>
                    <a:pt x="86" y="90"/>
                  </a:cubicBezTo>
                  <a:close/>
                  <a:moveTo>
                    <a:pt x="21" y="69"/>
                  </a:moveTo>
                  <a:cubicBezTo>
                    <a:pt x="24" y="70"/>
                    <a:pt x="26" y="70"/>
                    <a:pt x="29" y="70"/>
                  </a:cubicBezTo>
                  <a:cubicBezTo>
                    <a:pt x="40" y="70"/>
                    <a:pt x="50" y="67"/>
                    <a:pt x="59" y="60"/>
                  </a:cubicBezTo>
                  <a:cubicBezTo>
                    <a:pt x="68" y="53"/>
                    <a:pt x="72" y="44"/>
                    <a:pt x="72" y="35"/>
                  </a:cubicBezTo>
                  <a:cubicBezTo>
                    <a:pt x="72" y="24"/>
                    <a:pt x="67" y="19"/>
                    <a:pt x="55" y="19"/>
                  </a:cubicBezTo>
                  <a:cubicBezTo>
                    <a:pt x="47" y="19"/>
                    <a:pt x="40" y="23"/>
                    <a:pt x="34" y="33"/>
                  </a:cubicBezTo>
                  <a:cubicBezTo>
                    <a:pt x="27" y="42"/>
                    <a:pt x="23" y="54"/>
                    <a:pt x="21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6" name="Freeform 260">
              <a:extLst>
                <a:ext uri="{FF2B5EF4-FFF2-40B4-BE49-F238E27FC236}">
                  <a16:creationId xmlns:a16="http://schemas.microsoft.com/office/drawing/2014/main" id="{2889946F-0C0D-45C9-834C-5520C2AD0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532"/>
              <a:ext cx="95" cy="85"/>
            </a:xfrm>
            <a:custGeom>
              <a:avLst/>
              <a:gdLst>
                <a:gd name="T0" fmla="*/ 10 w 152"/>
                <a:gd name="T1" fmla="*/ 30 h 138"/>
                <a:gd name="T2" fmla="*/ 5 w 152"/>
                <a:gd name="T3" fmla="*/ 32 h 138"/>
                <a:gd name="T4" fmla="*/ 5 w 152"/>
                <a:gd name="T5" fmla="*/ 31 h 138"/>
                <a:gd name="T6" fmla="*/ 5 w 152"/>
                <a:gd name="T7" fmla="*/ 29 h 138"/>
                <a:gd name="T8" fmla="*/ 5 w 152"/>
                <a:gd name="T9" fmla="*/ 26 h 138"/>
                <a:gd name="T10" fmla="*/ 7 w 152"/>
                <a:gd name="T11" fmla="*/ 11 h 138"/>
                <a:gd name="T12" fmla="*/ 8 w 152"/>
                <a:gd name="T13" fmla="*/ 10 h 138"/>
                <a:gd name="T14" fmla="*/ 8 w 152"/>
                <a:gd name="T15" fmla="*/ 6 h 138"/>
                <a:gd name="T16" fmla="*/ 6 w 152"/>
                <a:gd name="T17" fmla="*/ 4 h 138"/>
                <a:gd name="T18" fmla="*/ 1 w 152"/>
                <a:gd name="T19" fmla="*/ 10 h 138"/>
                <a:gd name="T20" fmla="*/ 0 w 152"/>
                <a:gd name="T21" fmla="*/ 9 h 138"/>
                <a:gd name="T22" fmla="*/ 4 w 152"/>
                <a:gd name="T23" fmla="*/ 4 h 138"/>
                <a:gd name="T24" fmla="*/ 10 w 152"/>
                <a:gd name="T25" fmla="*/ 0 h 138"/>
                <a:gd name="T26" fmla="*/ 13 w 152"/>
                <a:gd name="T27" fmla="*/ 4 h 138"/>
                <a:gd name="T28" fmla="*/ 13 w 152"/>
                <a:gd name="T29" fmla="*/ 6 h 138"/>
                <a:gd name="T30" fmla="*/ 12 w 152"/>
                <a:gd name="T31" fmla="*/ 9 h 138"/>
                <a:gd name="T32" fmla="*/ 12 w 152"/>
                <a:gd name="T33" fmla="*/ 11 h 138"/>
                <a:gd name="T34" fmla="*/ 12 w 152"/>
                <a:gd name="T35" fmla="*/ 14 h 138"/>
                <a:gd name="T36" fmla="*/ 21 w 152"/>
                <a:gd name="T37" fmla="*/ 4 h 138"/>
                <a:gd name="T38" fmla="*/ 29 w 152"/>
                <a:gd name="T39" fmla="*/ 0 h 138"/>
                <a:gd name="T40" fmla="*/ 33 w 152"/>
                <a:gd name="T41" fmla="*/ 4 h 138"/>
                <a:gd name="T42" fmla="*/ 32 w 152"/>
                <a:gd name="T43" fmla="*/ 9 h 138"/>
                <a:gd name="T44" fmla="*/ 30 w 152"/>
                <a:gd name="T45" fmla="*/ 21 h 138"/>
                <a:gd name="T46" fmla="*/ 29 w 152"/>
                <a:gd name="T47" fmla="*/ 26 h 138"/>
                <a:gd name="T48" fmla="*/ 31 w 152"/>
                <a:gd name="T49" fmla="*/ 28 h 138"/>
                <a:gd name="T50" fmla="*/ 36 w 152"/>
                <a:gd name="T51" fmla="*/ 22 h 138"/>
                <a:gd name="T52" fmla="*/ 37 w 152"/>
                <a:gd name="T53" fmla="*/ 23 h 138"/>
                <a:gd name="T54" fmla="*/ 33 w 152"/>
                <a:gd name="T55" fmla="*/ 29 h 138"/>
                <a:gd name="T56" fmla="*/ 27 w 152"/>
                <a:gd name="T57" fmla="*/ 32 h 138"/>
                <a:gd name="T58" fmla="*/ 24 w 152"/>
                <a:gd name="T59" fmla="*/ 28 h 138"/>
                <a:gd name="T60" fmla="*/ 25 w 152"/>
                <a:gd name="T61" fmla="*/ 21 h 138"/>
                <a:gd name="T62" fmla="*/ 26 w 152"/>
                <a:gd name="T63" fmla="*/ 14 h 138"/>
                <a:gd name="T64" fmla="*/ 27 w 152"/>
                <a:gd name="T65" fmla="*/ 7 h 138"/>
                <a:gd name="T66" fmla="*/ 25 w 152"/>
                <a:gd name="T67" fmla="*/ 4 h 138"/>
                <a:gd name="T68" fmla="*/ 16 w 152"/>
                <a:gd name="T69" fmla="*/ 10 h 138"/>
                <a:gd name="T70" fmla="*/ 11 w 152"/>
                <a:gd name="T71" fmla="*/ 22 h 138"/>
                <a:gd name="T72" fmla="*/ 10 w 152"/>
                <a:gd name="T73" fmla="*/ 30 h 1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2" h="138">
                  <a:moveTo>
                    <a:pt x="40" y="130"/>
                  </a:moveTo>
                  <a:cubicBezTo>
                    <a:pt x="19" y="138"/>
                    <a:pt x="19" y="138"/>
                    <a:pt x="19" y="138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36"/>
                    <a:pt x="30" y="31"/>
                    <a:pt x="30" y="28"/>
                  </a:cubicBezTo>
                  <a:cubicBezTo>
                    <a:pt x="30" y="22"/>
                    <a:pt x="29" y="19"/>
                    <a:pt x="26" y="19"/>
                  </a:cubicBezTo>
                  <a:cubicBezTo>
                    <a:pt x="19" y="19"/>
                    <a:pt x="11" y="27"/>
                    <a:pt x="3" y="42"/>
                  </a:cubicBezTo>
                  <a:cubicBezTo>
                    <a:pt x="1" y="40"/>
                    <a:pt x="0" y="39"/>
                    <a:pt x="0" y="38"/>
                  </a:cubicBezTo>
                  <a:cubicBezTo>
                    <a:pt x="0" y="32"/>
                    <a:pt x="5" y="24"/>
                    <a:pt x="16" y="15"/>
                  </a:cubicBezTo>
                  <a:cubicBezTo>
                    <a:pt x="26" y="5"/>
                    <a:pt x="34" y="0"/>
                    <a:pt x="40" y="0"/>
                  </a:cubicBezTo>
                  <a:cubicBezTo>
                    <a:pt x="48" y="0"/>
                    <a:pt x="52" y="5"/>
                    <a:pt x="52" y="16"/>
                  </a:cubicBezTo>
                  <a:cubicBezTo>
                    <a:pt x="52" y="18"/>
                    <a:pt x="52" y="22"/>
                    <a:pt x="51" y="26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59" y="41"/>
                    <a:pt x="71" y="27"/>
                    <a:pt x="84" y="16"/>
                  </a:cubicBezTo>
                  <a:cubicBezTo>
                    <a:pt x="97" y="6"/>
                    <a:pt x="109" y="0"/>
                    <a:pt x="118" y="0"/>
                  </a:cubicBezTo>
                  <a:cubicBezTo>
                    <a:pt x="127" y="0"/>
                    <a:pt x="132" y="6"/>
                    <a:pt x="132" y="19"/>
                  </a:cubicBezTo>
                  <a:cubicBezTo>
                    <a:pt x="132" y="23"/>
                    <a:pt x="131" y="29"/>
                    <a:pt x="130" y="36"/>
                  </a:cubicBezTo>
                  <a:cubicBezTo>
                    <a:pt x="123" y="89"/>
                    <a:pt x="123" y="89"/>
                    <a:pt x="123" y="89"/>
                  </a:cubicBezTo>
                  <a:cubicBezTo>
                    <a:pt x="121" y="99"/>
                    <a:pt x="120" y="107"/>
                    <a:pt x="120" y="113"/>
                  </a:cubicBezTo>
                  <a:cubicBezTo>
                    <a:pt x="120" y="118"/>
                    <a:pt x="122" y="121"/>
                    <a:pt x="124" y="121"/>
                  </a:cubicBezTo>
                  <a:cubicBezTo>
                    <a:pt x="131" y="121"/>
                    <a:pt x="139" y="112"/>
                    <a:pt x="148" y="95"/>
                  </a:cubicBezTo>
                  <a:cubicBezTo>
                    <a:pt x="151" y="97"/>
                    <a:pt x="152" y="98"/>
                    <a:pt x="152" y="100"/>
                  </a:cubicBezTo>
                  <a:cubicBezTo>
                    <a:pt x="152" y="106"/>
                    <a:pt x="146" y="114"/>
                    <a:pt x="136" y="123"/>
                  </a:cubicBezTo>
                  <a:cubicBezTo>
                    <a:pt x="125" y="133"/>
                    <a:pt x="117" y="138"/>
                    <a:pt x="110" y="138"/>
                  </a:cubicBezTo>
                  <a:cubicBezTo>
                    <a:pt x="103" y="138"/>
                    <a:pt x="99" y="133"/>
                    <a:pt x="99" y="122"/>
                  </a:cubicBezTo>
                  <a:cubicBezTo>
                    <a:pt x="99" y="115"/>
                    <a:pt x="100" y="104"/>
                    <a:pt x="102" y="91"/>
                  </a:cubicBezTo>
                  <a:cubicBezTo>
                    <a:pt x="107" y="57"/>
                    <a:pt x="107" y="57"/>
                    <a:pt x="107" y="57"/>
                  </a:cubicBezTo>
                  <a:cubicBezTo>
                    <a:pt x="109" y="46"/>
                    <a:pt x="109" y="37"/>
                    <a:pt x="109" y="30"/>
                  </a:cubicBezTo>
                  <a:cubicBezTo>
                    <a:pt x="109" y="23"/>
                    <a:pt x="107" y="19"/>
                    <a:pt x="102" y="19"/>
                  </a:cubicBezTo>
                  <a:cubicBezTo>
                    <a:pt x="90" y="19"/>
                    <a:pt x="77" y="27"/>
                    <a:pt x="65" y="44"/>
                  </a:cubicBezTo>
                  <a:cubicBezTo>
                    <a:pt x="53" y="60"/>
                    <a:pt x="46" y="77"/>
                    <a:pt x="44" y="96"/>
                  </a:cubicBezTo>
                  <a:lnTo>
                    <a:pt x="40" y="1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7" name="Freeform 261">
              <a:extLst>
                <a:ext uri="{FF2B5EF4-FFF2-40B4-BE49-F238E27FC236}">
                  <a16:creationId xmlns:a16="http://schemas.microsoft.com/office/drawing/2014/main" id="{C04B000A-FDC8-4659-8CCB-8755507E4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532"/>
              <a:ext cx="94" cy="85"/>
            </a:xfrm>
            <a:custGeom>
              <a:avLst/>
              <a:gdLst>
                <a:gd name="T0" fmla="*/ 25 w 151"/>
                <a:gd name="T1" fmla="*/ 18 h 138"/>
                <a:gd name="T2" fmla="*/ 16 w 151"/>
                <a:gd name="T3" fmla="*/ 28 h 138"/>
                <a:gd name="T4" fmla="*/ 9 w 151"/>
                <a:gd name="T5" fmla="*/ 32 h 138"/>
                <a:gd name="T6" fmla="*/ 5 w 151"/>
                <a:gd name="T7" fmla="*/ 28 h 138"/>
                <a:gd name="T8" fmla="*/ 6 w 151"/>
                <a:gd name="T9" fmla="*/ 23 h 138"/>
                <a:gd name="T10" fmla="*/ 7 w 151"/>
                <a:gd name="T11" fmla="*/ 12 h 138"/>
                <a:gd name="T12" fmla="*/ 7 w 151"/>
                <a:gd name="T13" fmla="*/ 10 h 138"/>
                <a:gd name="T14" fmla="*/ 7 w 151"/>
                <a:gd name="T15" fmla="*/ 8 h 138"/>
                <a:gd name="T16" fmla="*/ 7 w 151"/>
                <a:gd name="T17" fmla="*/ 6 h 138"/>
                <a:gd name="T18" fmla="*/ 6 w 151"/>
                <a:gd name="T19" fmla="*/ 4 h 138"/>
                <a:gd name="T20" fmla="*/ 1 w 151"/>
                <a:gd name="T21" fmla="*/ 10 h 138"/>
                <a:gd name="T22" fmla="*/ 0 w 151"/>
                <a:gd name="T23" fmla="*/ 9 h 138"/>
                <a:gd name="T24" fmla="*/ 4 w 151"/>
                <a:gd name="T25" fmla="*/ 4 h 138"/>
                <a:gd name="T26" fmla="*/ 10 w 151"/>
                <a:gd name="T27" fmla="*/ 0 h 138"/>
                <a:gd name="T28" fmla="*/ 12 w 151"/>
                <a:gd name="T29" fmla="*/ 4 h 138"/>
                <a:gd name="T30" fmla="*/ 12 w 151"/>
                <a:gd name="T31" fmla="*/ 6 h 138"/>
                <a:gd name="T32" fmla="*/ 12 w 151"/>
                <a:gd name="T33" fmla="*/ 9 h 138"/>
                <a:gd name="T34" fmla="*/ 12 w 151"/>
                <a:gd name="T35" fmla="*/ 11 h 138"/>
                <a:gd name="T36" fmla="*/ 11 w 151"/>
                <a:gd name="T37" fmla="*/ 20 h 138"/>
                <a:gd name="T38" fmla="*/ 11 w 151"/>
                <a:gd name="T39" fmla="*/ 25 h 138"/>
                <a:gd name="T40" fmla="*/ 12 w 151"/>
                <a:gd name="T41" fmla="*/ 28 h 138"/>
                <a:gd name="T42" fmla="*/ 21 w 151"/>
                <a:gd name="T43" fmla="*/ 22 h 138"/>
                <a:gd name="T44" fmla="*/ 26 w 151"/>
                <a:gd name="T45" fmla="*/ 9 h 138"/>
                <a:gd name="T46" fmla="*/ 28 w 151"/>
                <a:gd name="T47" fmla="*/ 1 h 138"/>
                <a:gd name="T48" fmla="*/ 34 w 151"/>
                <a:gd name="T49" fmla="*/ 0 h 138"/>
                <a:gd name="T50" fmla="*/ 32 w 151"/>
                <a:gd name="T51" fmla="*/ 7 h 138"/>
                <a:gd name="T52" fmla="*/ 30 w 151"/>
                <a:gd name="T53" fmla="*/ 20 h 138"/>
                <a:gd name="T54" fmla="*/ 29 w 151"/>
                <a:gd name="T55" fmla="*/ 22 h 138"/>
                <a:gd name="T56" fmla="*/ 29 w 151"/>
                <a:gd name="T57" fmla="*/ 24 h 138"/>
                <a:gd name="T58" fmla="*/ 29 w 151"/>
                <a:gd name="T59" fmla="*/ 26 h 138"/>
                <a:gd name="T60" fmla="*/ 30 w 151"/>
                <a:gd name="T61" fmla="*/ 28 h 138"/>
                <a:gd name="T62" fmla="*/ 35 w 151"/>
                <a:gd name="T63" fmla="*/ 22 h 138"/>
                <a:gd name="T64" fmla="*/ 37 w 151"/>
                <a:gd name="T65" fmla="*/ 23 h 138"/>
                <a:gd name="T66" fmla="*/ 34 w 151"/>
                <a:gd name="T67" fmla="*/ 28 h 138"/>
                <a:gd name="T68" fmla="*/ 26 w 151"/>
                <a:gd name="T69" fmla="*/ 32 h 138"/>
                <a:gd name="T70" fmla="*/ 24 w 151"/>
                <a:gd name="T71" fmla="*/ 29 h 138"/>
                <a:gd name="T72" fmla="*/ 24 w 151"/>
                <a:gd name="T73" fmla="*/ 26 h 138"/>
                <a:gd name="T74" fmla="*/ 24 w 151"/>
                <a:gd name="T75" fmla="*/ 24 h 138"/>
                <a:gd name="T76" fmla="*/ 25 w 151"/>
                <a:gd name="T77" fmla="*/ 21 h 138"/>
                <a:gd name="T78" fmla="*/ 25 w 151"/>
                <a:gd name="T79" fmla="*/ 18 h 1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1" h="138">
                  <a:moveTo>
                    <a:pt x="105" y="79"/>
                  </a:moveTo>
                  <a:cubicBezTo>
                    <a:pt x="94" y="96"/>
                    <a:pt x="82" y="110"/>
                    <a:pt x="68" y="121"/>
                  </a:cubicBezTo>
                  <a:cubicBezTo>
                    <a:pt x="55" y="132"/>
                    <a:pt x="44" y="138"/>
                    <a:pt x="35" y="138"/>
                  </a:cubicBezTo>
                  <a:cubicBezTo>
                    <a:pt x="26" y="138"/>
                    <a:pt x="21" y="132"/>
                    <a:pt x="21" y="120"/>
                  </a:cubicBezTo>
                  <a:cubicBezTo>
                    <a:pt x="21" y="115"/>
                    <a:pt x="22" y="108"/>
                    <a:pt x="23" y="97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29" y="48"/>
                    <a:pt x="29" y="4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1"/>
                    <a:pt x="30" y="29"/>
                    <a:pt x="30" y="27"/>
                  </a:cubicBezTo>
                  <a:cubicBezTo>
                    <a:pt x="30" y="21"/>
                    <a:pt x="29" y="19"/>
                    <a:pt x="26" y="19"/>
                  </a:cubicBezTo>
                  <a:cubicBezTo>
                    <a:pt x="19" y="19"/>
                    <a:pt x="11" y="27"/>
                    <a:pt x="2" y="42"/>
                  </a:cubicBezTo>
                  <a:cubicBezTo>
                    <a:pt x="1" y="41"/>
                    <a:pt x="0" y="39"/>
                    <a:pt x="0" y="38"/>
                  </a:cubicBezTo>
                  <a:cubicBezTo>
                    <a:pt x="0" y="32"/>
                    <a:pt x="5" y="24"/>
                    <a:pt x="15" y="15"/>
                  </a:cubicBezTo>
                  <a:cubicBezTo>
                    <a:pt x="26" y="5"/>
                    <a:pt x="34" y="0"/>
                    <a:pt x="40" y="0"/>
                  </a:cubicBezTo>
                  <a:cubicBezTo>
                    <a:pt x="48" y="0"/>
                    <a:pt x="52" y="6"/>
                    <a:pt x="52" y="16"/>
                  </a:cubicBezTo>
                  <a:cubicBezTo>
                    <a:pt x="52" y="19"/>
                    <a:pt x="52" y="22"/>
                    <a:pt x="51" y="25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3" y="95"/>
                    <a:pt x="43" y="101"/>
                    <a:pt x="43" y="109"/>
                  </a:cubicBezTo>
                  <a:cubicBezTo>
                    <a:pt x="43" y="115"/>
                    <a:pt x="46" y="118"/>
                    <a:pt x="50" y="118"/>
                  </a:cubicBezTo>
                  <a:cubicBezTo>
                    <a:pt x="61" y="118"/>
                    <a:pt x="73" y="109"/>
                    <a:pt x="87" y="92"/>
                  </a:cubicBezTo>
                  <a:cubicBezTo>
                    <a:pt x="100" y="75"/>
                    <a:pt x="108" y="58"/>
                    <a:pt x="110" y="40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5" y="10"/>
                    <a:pt x="133" y="20"/>
                    <a:pt x="132" y="29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2" y="91"/>
                    <a:pt x="122" y="94"/>
                    <a:pt x="122" y="96"/>
                  </a:cubicBezTo>
                  <a:cubicBezTo>
                    <a:pt x="121" y="104"/>
                    <a:pt x="121" y="104"/>
                    <a:pt x="121" y="104"/>
                  </a:cubicBezTo>
                  <a:cubicBezTo>
                    <a:pt x="120" y="108"/>
                    <a:pt x="120" y="112"/>
                    <a:pt x="120" y="114"/>
                  </a:cubicBezTo>
                  <a:cubicBezTo>
                    <a:pt x="120" y="118"/>
                    <a:pt x="121" y="120"/>
                    <a:pt x="123" y="120"/>
                  </a:cubicBezTo>
                  <a:cubicBezTo>
                    <a:pt x="131" y="120"/>
                    <a:pt x="139" y="111"/>
                    <a:pt x="147" y="94"/>
                  </a:cubicBezTo>
                  <a:cubicBezTo>
                    <a:pt x="150" y="95"/>
                    <a:pt x="151" y="97"/>
                    <a:pt x="151" y="98"/>
                  </a:cubicBezTo>
                  <a:cubicBezTo>
                    <a:pt x="151" y="101"/>
                    <a:pt x="147" y="108"/>
                    <a:pt x="139" y="118"/>
                  </a:cubicBezTo>
                  <a:cubicBezTo>
                    <a:pt x="128" y="131"/>
                    <a:pt x="118" y="138"/>
                    <a:pt x="109" y="138"/>
                  </a:cubicBezTo>
                  <a:cubicBezTo>
                    <a:pt x="102" y="138"/>
                    <a:pt x="99" y="134"/>
                    <a:pt x="99" y="124"/>
                  </a:cubicBezTo>
                  <a:cubicBezTo>
                    <a:pt x="99" y="122"/>
                    <a:pt x="99" y="118"/>
                    <a:pt x="100" y="113"/>
                  </a:cubicBezTo>
                  <a:cubicBezTo>
                    <a:pt x="101" y="102"/>
                    <a:pt x="101" y="102"/>
                    <a:pt x="101" y="102"/>
                  </a:cubicBezTo>
                  <a:cubicBezTo>
                    <a:pt x="102" y="95"/>
                    <a:pt x="103" y="91"/>
                    <a:pt x="103" y="89"/>
                  </a:cubicBezTo>
                  <a:lnTo>
                    <a:pt x="105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8" name="Freeform 262">
              <a:extLst>
                <a:ext uri="{FF2B5EF4-FFF2-40B4-BE49-F238E27FC236}">
                  <a16:creationId xmlns:a16="http://schemas.microsoft.com/office/drawing/2014/main" id="{28D457AE-05EF-4957-91A3-4A8A11C31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532"/>
              <a:ext cx="59" cy="85"/>
            </a:xfrm>
            <a:custGeom>
              <a:avLst/>
              <a:gdLst>
                <a:gd name="T0" fmla="*/ 0 w 96"/>
                <a:gd name="T1" fmla="*/ 31 h 138"/>
                <a:gd name="T2" fmla="*/ 4 w 96"/>
                <a:gd name="T3" fmla="*/ 27 h 138"/>
                <a:gd name="T4" fmla="*/ 10 w 96"/>
                <a:gd name="T5" fmla="*/ 30 h 138"/>
                <a:gd name="T6" fmla="*/ 15 w 96"/>
                <a:gd name="T7" fmla="*/ 25 h 138"/>
                <a:gd name="T8" fmla="*/ 11 w 96"/>
                <a:gd name="T9" fmla="*/ 18 h 138"/>
                <a:gd name="T10" fmla="*/ 9 w 96"/>
                <a:gd name="T11" fmla="*/ 16 h 138"/>
                <a:gd name="T12" fmla="*/ 6 w 96"/>
                <a:gd name="T13" fmla="*/ 9 h 138"/>
                <a:gd name="T14" fmla="*/ 9 w 96"/>
                <a:gd name="T15" fmla="*/ 2 h 138"/>
                <a:gd name="T16" fmla="*/ 17 w 96"/>
                <a:gd name="T17" fmla="*/ 0 h 138"/>
                <a:gd name="T18" fmla="*/ 22 w 96"/>
                <a:gd name="T19" fmla="*/ 1 h 138"/>
                <a:gd name="T20" fmla="*/ 18 w 96"/>
                <a:gd name="T21" fmla="*/ 4 h 138"/>
                <a:gd name="T22" fmla="*/ 13 w 96"/>
                <a:gd name="T23" fmla="*/ 2 h 138"/>
                <a:gd name="T24" fmla="*/ 9 w 96"/>
                <a:gd name="T25" fmla="*/ 6 h 138"/>
                <a:gd name="T26" fmla="*/ 14 w 96"/>
                <a:gd name="T27" fmla="*/ 12 h 138"/>
                <a:gd name="T28" fmla="*/ 15 w 96"/>
                <a:gd name="T29" fmla="*/ 14 h 138"/>
                <a:gd name="T30" fmla="*/ 20 w 96"/>
                <a:gd name="T31" fmla="*/ 22 h 138"/>
                <a:gd name="T32" fmla="*/ 16 w 96"/>
                <a:gd name="T33" fmla="*/ 29 h 138"/>
                <a:gd name="T34" fmla="*/ 7 w 96"/>
                <a:gd name="T35" fmla="*/ 32 h 138"/>
                <a:gd name="T36" fmla="*/ 0 w 96"/>
                <a:gd name="T37" fmla="*/ 31 h 1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6" h="138">
                  <a:moveTo>
                    <a:pt x="0" y="131"/>
                  </a:moveTo>
                  <a:cubicBezTo>
                    <a:pt x="19" y="115"/>
                    <a:pt x="19" y="115"/>
                    <a:pt x="19" y="115"/>
                  </a:cubicBezTo>
                  <a:cubicBezTo>
                    <a:pt x="26" y="123"/>
                    <a:pt x="35" y="127"/>
                    <a:pt x="46" y="127"/>
                  </a:cubicBezTo>
                  <a:cubicBezTo>
                    <a:pt x="60" y="127"/>
                    <a:pt x="67" y="120"/>
                    <a:pt x="67" y="107"/>
                  </a:cubicBezTo>
                  <a:cubicBezTo>
                    <a:pt x="67" y="100"/>
                    <a:pt x="61" y="90"/>
                    <a:pt x="48" y="77"/>
                  </a:cubicBezTo>
                  <a:cubicBezTo>
                    <a:pt x="40" y="69"/>
                    <a:pt x="40" y="69"/>
                    <a:pt x="40" y="69"/>
                  </a:cubicBezTo>
                  <a:cubicBezTo>
                    <a:pt x="29" y="56"/>
                    <a:pt x="23" y="46"/>
                    <a:pt x="23" y="39"/>
                  </a:cubicBezTo>
                  <a:cubicBezTo>
                    <a:pt x="23" y="28"/>
                    <a:pt x="27" y="19"/>
                    <a:pt x="37" y="11"/>
                  </a:cubicBezTo>
                  <a:cubicBezTo>
                    <a:pt x="46" y="4"/>
                    <a:pt x="58" y="0"/>
                    <a:pt x="72" y="0"/>
                  </a:cubicBezTo>
                  <a:cubicBezTo>
                    <a:pt x="79" y="0"/>
                    <a:pt x="87" y="2"/>
                    <a:pt x="96" y="4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2" y="15"/>
                    <a:pt x="64" y="12"/>
                    <a:pt x="56" y="12"/>
                  </a:cubicBezTo>
                  <a:cubicBezTo>
                    <a:pt x="45" y="12"/>
                    <a:pt x="40" y="16"/>
                    <a:pt x="40" y="24"/>
                  </a:cubicBezTo>
                  <a:cubicBezTo>
                    <a:pt x="40" y="31"/>
                    <a:pt x="46" y="40"/>
                    <a:pt x="57" y="5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79" y="74"/>
                    <a:pt x="85" y="85"/>
                    <a:pt x="85" y="93"/>
                  </a:cubicBezTo>
                  <a:cubicBezTo>
                    <a:pt x="85" y="105"/>
                    <a:pt x="80" y="116"/>
                    <a:pt x="68" y="125"/>
                  </a:cubicBezTo>
                  <a:cubicBezTo>
                    <a:pt x="57" y="134"/>
                    <a:pt x="44" y="138"/>
                    <a:pt x="29" y="138"/>
                  </a:cubicBezTo>
                  <a:cubicBezTo>
                    <a:pt x="19" y="138"/>
                    <a:pt x="9" y="136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9" name="Freeform 263">
              <a:extLst>
                <a:ext uri="{FF2B5EF4-FFF2-40B4-BE49-F238E27FC236}">
                  <a16:creationId xmlns:a16="http://schemas.microsoft.com/office/drawing/2014/main" id="{A924F556-323B-4743-924C-EC353FF72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463"/>
              <a:ext cx="916" cy="1346"/>
            </a:xfrm>
            <a:custGeom>
              <a:avLst/>
              <a:gdLst>
                <a:gd name="T0" fmla="*/ 355 w 1472"/>
                <a:gd name="T1" fmla="*/ 509 h 2169"/>
                <a:gd name="T2" fmla="*/ 345 w 1472"/>
                <a:gd name="T3" fmla="*/ 518 h 2169"/>
                <a:gd name="T4" fmla="*/ 10 w 1472"/>
                <a:gd name="T5" fmla="*/ 518 h 2169"/>
                <a:gd name="T6" fmla="*/ 0 w 1472"/>
                <a:gd name="T7" fmla="*/ 509 h 2169"/>
                <a:gd name="T8" fmla="*/ 0 w 1472"/>
                <a:gd name="T9" fmla="*/ 10 h 2169"/>
                <a:gd name="T10" fmla="*/ 10 w 1472"/>
                <a:gd name="T11" fmla="*/ 0 h 2169"/>
                <a:gd name="T12" fmla="*/ 345 w 1472"/>
                <a:gd name="T13" fmla="*/ 0 h 2169"/>
                <a:gd name="T14" fmla="*/ 355 w 1472"/>
                <a:gd name="T15" fmla="*/ 10 h 2169"/>
                <a:gd name="T16" fmla="*/ 355 w 1472"/>
                <a:gd name="T17" fmla="*/ 509 h 2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2" h="2169">
                  <a:moveTo>
                    <a:pt x="1472" y="2129"/>
                  </a:moveTo>
                  <a:cubicBezTo>
                    <a:pt x="1472" y="2151"/>
                    <a:pt x="1455" y="2169"/>
                    <a:pt x="1432" y="2169"/>
                  </a:cubicBezTo>
                  <a:cubicBezTo>
                    <a:pt x="40" y="2169"/>
                    <a:pt x="40" y="2169"/>
                    <a:pt x="40" y="2169"/>
                  </a:cubicBezTo>
                  <a:cubicBezTo>
                    <a:pt x="18" y="2169"/>
                    <a:pt x="0" y="2151"/>
                    <a:pt x="0" y="212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55" y="0"/>
                    <a:pt x="1472" y="18"/>
                    <a:pt x="1472" y="40"/>
                  </a:cubicBezTo>
                  <a:lnTo>
                    <a:pt x="1472" y="2129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0" name="Oval 264">
              <a:extLst>
                <a:ext uri="{FF2B5EF4-FFF2-40B4-BE49-F238E27FC236}">
                  <a16:creationId xmlns:a16="http://schemas.microsoft.com/office/drawing/2014/main" id="{77ACA867-CF43-47F0-8DC5-FC720D67D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418"/>
              <a:ext cx="157" cy="15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51" name="Oval 265">
              <a:extLst>
                <a:ext uri="{FF2B5EF4-FFF2-40B4-BE49-F238E27FC236}">
                  <a16:creationId xmlns:a16="http://schemas.microsoft.com/office/drawing/2014/main" id="{FE3D5D7B-B538-4798-83F6-91A0EA8B6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0" y="2418"/>
              <a:ext cx="157" cy="15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52" name="Freeform 266">
              <a:extLst>
                <a:ext uri="{FF2B5EF4-FFF2-40B4-BE49-F238E27FC236}">
                  <a16:creationId xmlns:a16="http://schemas.microsoft.com/office/drawing/2014/main" id="{8B957151-A281-4852-B1B2-E300C96CE0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3" y="2399"/>
              <a:ext cx="130" cy="140"/>
            </a:xfrm>
            <a:custGeom>
              <a:avLst/>
              <a:gdLst>
                <a:gd name="T0" fmla="*/ 20 w 210"/>
                <a:gd name="T1" fmla="*/ 4 h 225"/>
                <a:gd name="T2" fmla="*/ 27 w 210"/>
                <a:gd name="T3" fmla="*/ 13 h 225"/>
                <a:gd name="T4" fmla="*/ 26 w 210"/>
                <a:gd name="T5" fmla="*/ 21 h 225"/>
                <a:gd name="T6" fmla="*/ 30 w 210"/>
                <a:gd name="T7" fmla="*/ 21 h 225"/>
                <a:gd name="T8" fmla="*/ 33 w 210"/>
                <a:gd name="T9" fmla="*/ 22 h 225"/>
                <a:gd name="T10" fmla="*/ 35 w 210"/>
                <a:gd name="T11" fmla="*/ 28 h 225"/>
                <a:gd name="T12" fmla="*/ 33 w 210"/>
                <a:gd name="T13" fmla="*/ 34 h 225"/>
                <a:gd name="T14" fmla="*/ 27 w 210"/>
                <a:gd name="T15" fmla="*/ 37 h 225"/>
                <a:gd name="T16" fmla="*/ 25 w 210"/>
                <a:gd name="T17" fmla="*/ 34 h 225"/>
                <a:gd name="T18" fmla="*/ 28 w 210"/>
                <a:gd name="T19" fmla="*/ 33 h 225"/>
                <a:gd name="T20" fmla="*/ 30 w 210"/>
                <a:gd name="T21" fmla="*/ 30 h 225"/>
                <a:gd name="T22" fmla="*/ 28 w 210"/>
                <a:gd name="T23" fmla="*/ 28 h 225"/>
                <a:gd name="T24" fmla="*/ 25 w 210"/>
                <a:gd name="T25" fmla="*/ 27 h 225"/>
                <a:gd name="T26" fmla="*/ 23 w 210"/>
                <a:gd name="T27" fmla="*/ 28 h 225"/>
                <a:gd name="T28" fmla="*/ 20 w 210"/>
                <a:gd name="T29" fmla="*/ 35 h 225"/>
                <a:gd name="T30" fmla="*/ 25 w 210"/>
                <a:gd name="T31" fmla="*/ 43 h 225"/>
                <a:gd name="T32" fmla="*/ 33 w 210"/>
                <a:gd name="T33" fmla="*/ 47 h 225"/>
                <a:gd name="T34" fmla="*/ 40 w 210"/>
                <a:gd name="T35" fmla="*/ 44 h 225"/>
                <a:gd name="T36" fmla="*/ 44 w 210"/>
                <a:gd name="T37" fmla="*/ 37 h 225"/>
                <a:gd name="T38" fmla="*/ 41 w 210"/>
                <a:gd name="T39" fmla="*/ 29 h 225"/>
                <a:gd name="T40" fmla="*/ 43 w 210"/>
                <a:gd name="T41" fmla="*/ 27 h 225"/>
                <a:gd name="T42" fmla="*/ 43 w 210"/>
                <a:gd name="T43" fmla="*/ 28 h 225"/>
                <a:gd name="T44" fmla="*/ 50 w 210"/>
                <a:gd name="T45" fmla="*/ 39 h 225"/>
                <a:gd name="T46" fmla="*/ 46 w 210"/>
                <a:gd name="T47" fmla="*/ 50 h 225"/>
                <a:gd name="T48" fmla="*/ 35 w 210"/>
                <a:gd name="T49" fmla="*/ 54 h 225"/>
                <a:gd name="T50" fmla="*/ 24 w 210"/>
                <a:gd name="T51" fmla="*/ 50 h 225"/>
                <a:gd name="T52" fmla="*/ 17 w 210"/>
                <a:gd name="T53" fmla="*/ 34 h 225"/>
                <a:gd name="T54" fmla="*/ 17 w 210"/>
                <a:gd name="T55" fmla="*/ 31 h 225"/>
                <a:gd name="T56" fmla="*/ 15 w 210"/>
                <a:gd name="T57" fmla="*/ 22 h 225"/>
                <a:gd name="T58" fmla="*/ 12 w 210"/>
                <a:gd name="T59" fmla="*/ 21 h 225"/>
                <a:gd name="T60" fmla="*/ 9 w 210"/>
                <a:gd name="T61" fmla="*/ 22 h 225"/>
                <a:gd name="T62" fmla="*/ 7 w 210"/>
                <a:gd name="T63" fmla="*/ 26 h 225"/>
                <a:gd name="T64" fmla="*/ 9 w 210"/>
                <a:gd name="T65" fmla="*/ 29 h 225"/>
                <a:gd name="T66" fmla="*/ 15 w 210"/>
                <a:gd name="T67" fmla="*/ 31 h 225"/>
                <a:gd name="T68" fmla="*/ 15 w 210"/>
                <a:gd name="T69" fmla="*/ 34 h 225"/>
                <a:gd name="T70" fmla="*/ 4 w 210"/>
                <a:gd name="T71" fmla="*/ 30 h 225"/>
                <a:gd name="T72" fmla="*/ 1 w 210"/>
                <a:gd name="T73" fmla="*/ 24 h 225"/>
                <a:gd name="T74" fmla="*/ 2 w 210"/>
                <a:gd name="T75" fmla="*/ 17 h 225"/>
                <a:gd name="T76" fmla="*/ 7 w 210"/>
                <a:gd name="T77" fmla="*/ 15 h 225"/>
                <a:gd name="T78" fmla="*/ 12 w 210"/>
                <a:gd name="T79" fmla="*/ 17 h 225"/>
                <a:gd name="T80" fmla="*/ 14 w 210"/>
                <a:gd name="T81" fmla="*/ 9 h 225"/>
                <a:gd name="T82" fmla="*/ 14 w 210"/>
                <a:gd name="T83" fmla="*/ 7 h 225"/>
                <a:gd name="T84" fmla="*/ 15 w 210"/>
                <a:gd name="T85" fmla="*/ 4 h 225"/>
                <a:gd name="T86" fmla="*/ 14 w 210"/>
                <a:gd name="T87" fmla="*/ 2 h 225"/>
                <a:gd name="T88" fmla="*/ 16 w 210"/>
                <a:gd name="T89" fmla="*/ 0 h 225"/>
                <a:gd name="T90" fmla="*/ 20 w 210"/>
                <a:gd name="T91" fmla="*/ 4 h 225"/>
                <a:gd name="T92" fmla="*/ 20 w 210"/>
                <a:gd name="T93" fmla="*/ 8 h 225"/>
                <a:gd name="T94" fmla="*/ 20 w 210"/>
                <a:gd name="T95" fmla="*/ 13 h 225"/>
                <a:gd name="T96" fmla="*/ 20 w 210"/>
                <a:gd name="T97" fmla="*/ 14 h 225"/>
                <a:gd name="T98" fmla="*/ 20 w 210"/>
                <a:gd name="T99" fmla="*/ 24 h 225"/>
                <a:gd name="T100" fmla="*/ 20 w 210"/>
                <a:gd name="T101" fmla="*/ 8 h 2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10" h="225">
                  <a:moveTo>
                    <a:pt x="85" y="17"/>
                  </a:moveTo>
                  <a:cubicBezTo>
                    <a:pt x="99" y="32"/>
                    <a:pt x="108" y="44"/>
                    <a:pt x="112" y="54"/>
                  </a:cubicBezTo>
                  <a:cubicBezTo>
                    <a:pt x="115" y="64"/>
                    <a:pt x="115" y="75"/>
                    <a:pt x="110" y="86"/>
                  </a:cubicBezTo>
                  <a:cubicBezTo>
                    <a:pt x="116" y="84"/>
                    <a:pt x="122" y="84"/>
                    <a:pt x="127" y="86"/>
                  </a:cubicBezTo>
                  <a:cubicBezTo>
                    <a:pt x="132" y="87"/>
                    <a:pt x="137" y="90"/>
                    <a:pt x="140" y="93"/>
                  </a:cubicBezTo>
                  <a:cubicBezTo>
                    <a:pt x="146" y="99"/>
                    <a:pt x="149" y="107"/>
                    <a:pt x="149" y="116"/>
                  </a:cubicBezTo>
                  <a:cubicBezTo>
                    <a:pt x="148" y="124"/>
                    <a:pt x="145" y="132"/>
                    <a:pt x="138" y="139"/>
                  </a:cubicBezTo>
                  <a:cubicBezTo>
                    <a:pt x="133" y="144"/>
                    <a:pt x="124" y="149"/>
                    <a:pt x="113" y="154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13" y="141"/>
                    <a:pt x="117" y="139"/>
                    <a:pt x="119" y="137"/>
                  </a:cubicBezTo>
                  <a:cubicBezTo>
                    <a:pt x="122" y="133"/>
                    <a:pt x="124" y="130"/>
                    <a:pt x="124" y="127"/>
                  </a:cubicBezTo>
                  <a:cubicBezTo>
                    <a:pt x="124" y="123"/>
                    <a:pt x="123" y="120"/>
                    <a:pt x="120" y="117"/>
                  </a:cubicBezTo>
                  <a:cubicBezTo>
                    <a:pt x="117" y="113"/>
                    <a:pt x="113" y="112"/>
                    <a:pt x="108" y="112"/>
                  </a:cubicBezTo>
                  <a:cubicBezTo>
                    <a:pt x="104" y="112"/>
                    <a:pt x="100" y="114"/>
                    <a:pt x="96" y="117"/>
                  </a:cubicBezTo>
                  <a:cubicBezTo>
                    <a:pt x="89" y="124"/>
                    <a:pt x="86" y="134"/>
                    <a:pt x="88" y="147"/>
                  </a:cubicBezTo>
                  <a:cubicBezTo>
                    <a:pt x="90" y="159"/>
                    <a:pt x="95" y="170"/>
                    <a:pt x="104" y="179"/>
                  </a:cubicBezTo>
                  <a:cubicBezTo>
                    <a:pt x="113" y="189"/>
                    <a:pt x="125" y="194"/>
                    <a:pt x="137" y="194"/>
                  </a:cubicBezTo>
                  <a:cubicBezTo>
                    <a:pt x="150" y="194"/>
                    <a:pt x="161" y="190"/>
                    <a:pt x="170" y="181"/>
                  </a:cubicBezTo>
                  <a:cubicBezTo>
                    <a:pt x="179" y="172"/>
                    <a:pt x="184" y="162"/>
                    <a:pt x="184" y="152"/>
                  </a:cubicBezTo>
                  <a:cubicBezTo>
                    <a:pt x="185" y="141"/>
                    <a:pt x="181" y="130"/>
                    <a:pt x="172" y="121"/>
                  </a:cubicBezTo>
                  <a:cubicBezTo>
                    <a:pt x="180" y="113"/>
                    <a:pt x="180" y="113"/>
                    <a:pt x="180" y="113"/>
                  </a:cubicBezTo>
                  <a:cubicBezTo>
                    <a:pt x="183" y="115"/>
                    <a:pt x="183" y="115"/>
                    <a:pt x="183" y="115"/>
                  </a:cubicBezTo>
                  <a:cubicBezTo>
                    <a:pt x="198" y="131"/>
                    <a:pt x="206" y="146"/>
                    <a:pt x="208" y="163"/>
                  </a:cubicBezTo>
                  <a:cubicBezTo>
                    <a:pt x="210" y="180"/>
                    <a:pt x="204" y="195"/>
                    <a:pt x="192" y="207"/>
                  </a:cubicBezTo>
                  <a:cubicBezTo>
                    <a:pt x="180" y="219"/>
                    <a:pt x="165" y="225"/>
                    <a:pt x="147" y="225"/>
                  </a:cubicBezTo>
                  <a:cubicBezTo>
                    <a:pt x="130" y="224"/>
                    <a:pt x="115" y="218"/>
                    <a:pt x="102" y="205"/>
                  </a:cubicBezTo>
                  <a:cubicBezTo>
                    <a:pt x="87" y="190"/>
                    <a:pt x="78" y="168"/>
                    <a:pt x="74" y="138"/>
                  </a:cubicBezTo>
                  <a:cubicBezTo>
                    <a:pt x="73" y="129"/>
                    <a:pt x="73" y="129"/>
                    <a:pt x="73" y="129"/>
                  </a:cubicBezTo>
                  <a:cubicBezTo>
                    <a:pt x="71" y="111"/>
                    <a:pt x="67" y="100"/>
                    <a:pt x="61" y="94"/>
                  </a:cubicBezTo>
                  <a:cubicBezTo>
                    <a:pt x="58" y="91"/>
                    <a:pt x="54" y="89"/>
                    <a:pt x="50" y="89"/>
                  </a:cubicBezTo>
                  <a:cubicBezTo>
                    <a:pt x="45" y="89"/>
                    <a:pt x="42" y="91"/>
                    <a:pt x="38" y="94"/>
                  </a:cubicBezTo>
                  <a:cubicBezTo>
                    <a:pt x="35" y="98"/>
                    <a:pt x="33" y="102"/>
                    <a:pt x="33" y="108"/>
                  </a:cubicBezTo>
                  <a:cubicBezTo>
                    <a:pt x="34" y="114"/>
                    <a:pt x="36" y="118"/>
                    <a:pt x="40" y="122"/>
                  </a:cubicBezTo>
                  <a:cubicBezTo>
                    <a:pt x="45" y="127"/>
                    <a:pt x="52" y="130"/>
                    <a:pt x="62" y="130"/>
                  </a:cubicBezTo>
                  <a:cubicBezTo>
                    <a:pt x="63" y="141"/>
                    <a:pt x="63" y="141"/>
                    <a:pt x="63" y="141"/>
                  </a:cubicBezTo>
                  <a:cubicBezTo>
                    <a:pt x="44" y="145"/>
                    <a:pt x="28" y="141"/>
                    <a:pt x="15" y="127"/>
                  </a:cubicBezTo>
                  <a:cubicBezTo>
                    <a:pt x="6" y="119"/>
                    <a:pt x="1" y="109"/>
                    <a:pt x="1" y="98"/>
                  </a:cubicBezTo>
                  <a:cubicBezTo>
                    <a:pt x="0" y="88"/>
                    <a:pt x="3" y="79"/>
                    <a:pt x="11" y="71"/>
                  </a:cubicBezTo>
                  <a:cubicBezTo>
                    <a:pt x="16" y="66"/>
                    <a:pt x="23" y="63"/>
                    <a:pt x="31" y="63"/>
                  </a:cubicBezTo>
                  <a:cubicBezTo>
                    <a:pt x="38" y="62"/>
                    <a:pt x="46" y="65"/>
                    <a:pt x="53" y="70"/>
                  </a:cubicBezTo>
                  <a:cubicBezTo>
                    <a:pt x="50" y="60"/>
                    <a:pt x="51" y="49"/>
                    <a:pt x="57" y="37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3" y="26"/>
                    <a:pt x="64" y="21"/>
                    <a:pt x="64" y="18"/>
                  </a:cubicBezTo>
                  <a:cubicBezTo>
                    <a:pt x="64" y="15"/>
                    <a:pt x="63" y="11"/>
                    <a:pt x="60" y="8"/>
                  </a:cubicBezTo>
                  <a:cubicBezTo>
                    <a:pt x="68" y="0"/>
                    <a:pt x="68" y="0"/>
                    <a:pt x="68" y="0"/>
                  </a:cubicBezTo>
                  <a:lnTo>
                    <a:pt x="85" y="17"/>
                  </a:lnTo>
                  <a:close/>
                  <a:moveTo>
                    <a:pt x="85" y="33"/>
                  </a:moveTo>
                  <a:cubicBezTo>
                    <a:pt x="88" y="39"/>
                    <a:pt x="88" y="46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0" y="76"/>
                    <a:pt x="80" y="91"/>
                    <a:pt x="87" y="100"/>
                  </a:cubicBezTo>
                  <a:cubicBezTo>
                    <a:pt x="107" y="77"/>
                    <a:pt x="106" y="54"/>
                    <a:pt x="85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3" name="Freeform 267">
              <a:extLst>
                <a:ext uri="{FF2B5EF4-FFF2-40B4-BE49-F238E27FC236}">
                  <a16:creationId xmlns:a16="http://schemas.microsoft.com/office/drawing/2014/main" id="{38E8F6C4-2BB3-42D1-A5A1-56C5D1F8F7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3" y="2399"/>
              <a:ext cx="130" cy="140"/>
            </a:xfrm>
            <a:custGeom>
              <a:avLst/>
              <a:gdLst>
                <a:gd name="T0" fmla="*/ 33 w 210"/>
                <a:gd name="T1" fmla="*/ 0 h 225"/>
                <a:gd name="T2" fmla="*/ 36 w 210"/>
                <a:gd name="T3" fmla="*/ 2 h 225"/>
                <a:gd name="T4" fmla="*/ 35 w 210"/>
                <a:gd name="T5" fmla="*/ 4 h 225"/>
                <a:gd name="T6" fmla="*/ 36 w 210"/>
                <a:gd name="T7" fmla="*/ 7 h 225"/>
                <a:gd name="T8" fmla="*/ 37 w 210"/>
                <a:gd name="T9" fmla="*/ 9 h 225"/>
                <a:gd name="T10" fmla="*/ 37 w 210"/>
                <a:gd name="T11" fmla="*/ 17 h 225"/>
                <a:gd name="T12" fmla="*/ 43 w 210"/>
                <a:gd name="T13" fmla="*/ 15 h 225"/>
                <a:gd name="T14" fmla="*/ 47 w 210"/>
                <a:gd name="T15" fmla="*/ 17 h 225"/>
                <a:gd name="T16" fmla="*/ 50 w 210"/>
                <a:gd name="T17" fmla="*/ 24 h 225"/>
                <a:gd name="T18" fmla="*/ 46 w 210"/>
                <a:gd name="T19" fmla="*/ 30 h 225"/>
                <a:gd name="T20" fmla="*/ 35 w 210"/>
                <a:gd name="T21" fmla="*/ 34 h 225"/>
                <a:gd name="T22" fmla="*/ 35 w 210"/>
                <a:gd name="T23" fmla="*/ 31 h 225"/>
                <a:gd name="T24" fmla="*/ 40 w 210"/>
                <a:gd name="T25" fmla="*/ 29 h 225"/>
                <a:gd name="T26" fmla="*/ 41 w 210"/>
                <a:gd name="T27" fmla="*/ 26 h 225"/>
                <a:gd name="T28" fmla="*/ 41 w 210"/>
                <a:gd name="T29" fmla="*/ 22 h 225"/>
                <a:gd name="T30" fmla="*/ 38 w 210"/>
                <a:gd name="T31" fmla="*/ 21 h 225"/>
                <a:gd name="T32" fmla="*/ 35 w 210"/>
                <a:gd name="T33" fmla="*/ 22 h 225"/>
                <a:gd name="T34" fmla="*/ 33 w 210"/>
                <a:gd name="T35" fmla="*/ 31 h 225"/>
                <a:gd name="T36" fmla="*/ 32 w 210"/>
                <a:gd name="T37" fmla="*/ 34 h 225"/>
                <a:gd name="T38" fmla="*/ 25 w 210"/>
                <a:gd name="T39" fmla="*/ 50 h 225"/>
                <a:gd name="T40" fmla="*/ 15 w 210"/>
                <a:gd name="T41" fmla="*/ 54 h 225"/>
                <a:gd name="T42" fmla="*/ 4 w 210"/>
                <a:gd name="T43" fmla="*/ 50 h 225"/>
                <a:gd name="T44" fmla="*/ 1 w 210"/>
                <a:gd name="T45" fmla="*/ 39 h 225"/>
                <a:gd name="T46" fmla="*/ 7 w 210"/>
                <a:gd name="T47" fmla="*/ 28 h 225"/>
                <a:gd name="T48" fmla="*/ 7 w 210"/>
                <a:gd name="T49" fmla="*/ 27 h 225"/>
                <a:gd name="T50" fmla="*/ 9 w 210"/>
                <a:gd name="T51" fmla="*/ 29 h 225"/>
                <a:gd name="T52" fmla="*/ 6 w 210"/>
                <a:gd name="T53" fmla="*/ 37 h 225"/>
                <a:gd name="T54" fmla="*/ 9 w 210"/>
                <a:gd name="T55" fmla="*/ 44 h 225"/>
                <a:gd name="T56" fmla="*/ 17 w 210"/>
                <a:gd name="T57" fmla="*/ 47 h 225"/>
                <a:gd name="T58" fmla="*/ 25 w 210"/>
                <a:gd name="T59" fmla="*/ 43 h 225"/>
                <a:gd name="T60" fmla="*/ 29 w 210"/>
                <a:gd name="T61" fmla="*/ 35 h 225"/>
                <a:gd name="T62" fmla="*/ 27 w 210"/>
                <a:gd name="T63" fmla="*/ 28 h 225"/>
                <a:gd name="T64" fmla="*/ 24 w 210"/>
                <a:gd name="T65" fmla="*/ 27 h 225"/>
                <a:gd name="T66" fmla="*/ 22 w 210"/>
                <a:gd name="T67" fmla="*/ 28 h 225"/>
                <a:gd name="T68" fmla="*/ 20 w 210"/>
                <a:gd name="T69" fmla="*/ 30 h 225"/>
                <a:gd name="T70" fmla="*/ 22 w 210"/>
                <a:gd name="T71" fmla="*/ 33 h 225"/>
                <a:gd name="T72" fmla="*/ 24 w 210"/>
                <a:gd name="T73" fmla="*/ 34 h 225"/>
                <a:gd name="T74" fmla="*/ 23 w 210"/>
                <a:gd name="T75" fmla="*/ 37 h 225"/>
                <a:gd name="T76" fmla="*/ 17 w 210"/>
                <a:gd name="T77" fmla="*/ 34 h 225"/>
                <a:gd name="T78" fmla="*/ 15 w 210"/>
                <a:gd name="T79" fmla="*/ 28 h 225"/>
                <a:gd name="T80" fmla="*/ 17 w 210"/>
                <a:gd name="T81" fmla="*/ 22 h 225"/>
                <a:gd name="T82" fmla="*/ 20 w 210"/>
                <a:gd name="T83" fmla="*/ 21 h 225"/>
                <a:gd name="T84" fmla="*/ 24 w 210"/>
                <a:gd name="T85" fmla="*/ 21 h 225"/>
                <a:gd name="T86" fmla="*/ 24 w 210"/>
                <a:gd name="T87" fmla="*/ 13 h 225"/>
                <a:gd name="T88" fmla="*/ 30 w 210"/>
                <a:gd name="T89" fmla="*/ 4 h 225"/>
                <a:gd name="T90" fmla="*/ 33 w 210"/>
                <a:gd name="T91" fmla="*/ 0 h 225"/>
                <a:gd name="T92" fmla="*/ 29 w 210"/>
                <a:gd name="T93" fmla="*/ 24 h 225"/>
                <a:gd name="T94" fmla="*/ 30 w 210"/>
                <a:gd name="T95" fmla="*/ 14 h 225"/>
                <a:gd name="T96" fmla="*/ 30 w 210"/>
                <a:gd name="T97" fmla="*/ 13 h 225"/>
                <a:gd name="T98" fmla="*/ 30 w 210"/>
                <a:gd name="T99" fmla="*/ 8 h 225"/>
                <a:gd name="T100" fmla="*/ 29 w 210"/>
                <a:gd name="T101" fmla="*/ 24 h 2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10" h="225">
                  <a:moveTo>
                    <a:pt x="142" y="0"/>
                  </a:moveTo>
                  <a:cubicBezTo>
                    <a:pt x="150" y="8"/>
                    <a:pt x="150" y="8"/>
                    <a:pt x="150" y="8"/>
                  </a:cubicBezTo>
                  <a:cubicBezTo>
                    <a:pt x="147" y="11"/>
                    <a:pt x="145" y="15"/>
                    <a:pt x="145" y="18"/>
                  </a:cubicBezTo>
                  <a:cubicBezTo>
                    <a:pt x="145" y="21"/>
                    <a:pt x="147" y="26"/>
                    <a:pt x="150" y="32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9" y="49"/>
                    <a:pt x="160" y="60"/>
                    <a:pt x="156" y="70"/>
                  </a:cubicBezTo>
                  <a:cubicBezTo>
                    <a:pt x="164" y="65"/>
                    <a:pt x="171" y="62"/>
                    <a:pt x="179" y="63"/>
                  </a:cubicBezTo>
                  <a:cubicBezTo>
                    <a:pt x="187" y="63"/>
                    <a:pt x="193" y="66"/>
                    <a:pt x="199" y="71"/>
                  </a:cubicBezTo>
                  <a:cubicBezTo>
                    <a:pt x="206" y="79"/>
                    <a:pt x="210" y="88"/>
                    <a:pt x="209" y="98"/>
                  </a:cubicBezTo>
                  <a:cubicBezTo>
                    <a:pt x="208" y="109"/>
                    <a:pt x="203" y="119"/>
                    <a:pt x="195" y="127"/>
                  </a:cubicBezTo>
                  <a:cubicBezTo>
                    <a:pt x="181" y="141"/>
                    <a:pt x="165" y="145"/>
                    <a:pt x="147" y="141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7" y="130"/>
                    <a:pt x="165" y="127"/>
                    <a:pt x="170" y="122"/>
                  </a:cubicBezTo>
                  <a:cubicBezTo>
                    <a:pt x="174" y="118"/>
                    <a:pt x="176" y="114"/>
                    <a:pt x="176" y="108"/>
                  </a:cubicBezTo>
                  <a:cubicBezTo>
                    <a:pt x="176" y="102"/>
                    <a:pt x="175" y="98"/>
                    <a:pt x="171" y="94"/>
                  </a:cubicBezTo>
                  <a:cubicBezTo>
                    <a:pt x="168" y="91"/>
                    <a:pt x="164" y="89"/>
                    <a:pt x="160" y="89"/>
                  </a:cubicBezTo>
                  <a:cubicBezTo>
                    <a:pt x="155" y="89"/>
                    <a:pt x="151" y="91"/>
                    <a:pt x="148" y="94"/>
                  </a:cubicBezTo>
                  <a:cubicBezTo>
                    <a:pt x="143" y="100"/>
                    <a:pt x="139" y="111"/>
                    <a:pt x="137" y="129"/>
                  </a:cubicBezTo>
                  <a:cubicBezTo>
                    <a:pt x="136" y="138"/>
                    <a:pt x="136" y="138"/>
                    <a:pt x="136" y="138"/>
                  </a:cubicBezTo>
                  <a:cubicBezTo>
                    <a:pt x="132" y="168"/>
                    <a:pt x="123" y="190"/>
                    <a:pt x="108" y="205"/>
                  </a:cubicBezTo>
                  <a:cubicBezTo>
                    <a:pt x="95" y="218"/>
                    <a:pt x="80" y="224"/>
                    <a:pt x="62" y="225"/>
                  </a:cubicBezTo>
                  <a:cubicBezTo>
                    <a:pt x="45" y="225"/>
                    <a:pt x="30" y="219"/>
                    <a:pt x="18" y="207"/>
                  </a:cubicBezTo>
                  <a:cubicBezTo>
                    <a:pt x="5" y="195"/>
                    <a:pt x="0" y="180"/>
                    <a:pt x="2" y="163"/>
                  </a:cubicBezTo>
                  <a:cubicBezTo>
                    <a:pt x="3" y="146"/>
                    <a:pt x="12" y="131"/>
                    <a:pt x="27" y="115"/>
                  </a:cubicBezTo>
                  <a:cubicBezTo>
                    <a:pt x="29" y="113"/>
                    <a:pt x="29" y="113"/>
                    <a:pt x="29" y="113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29" y="130"/>
                    <a:pt x="25" y="141"/>
                    <a:pt x="25" y="152"/>
                  </a:cubicBezTo>
                  <a:cubicBezTo>
                    <a:pt x="26" y="162"/>
                    <a:pt x="31" y="172"/>
                    <a:pt x="39" y="181"/>
                  </a:cubicBezTo>
                  <a:cubicBezTo>
                    <a:pt x="48" y="190"/>
                    <a:pt x="59" y="194"/>
                    <a:pt x="72" y="194"/>
                  </a:cubicBezTo>
                  <a:cubicBezTo>
                    <a:pt x="85" y="194"/>
                    <a:pt x="96" y="189"/>
                    <a:pt x="106" y="179"/>
                  </a:cubicBezTo>
                  <a:cubicBezTo>
                    <a:pt x="115" y="170"/>
                    <a:pt x="120" y="159"/>
                    <a:pt x="122" y="147"/>
                  </a:cubicBezTo>
                  <a:cubicBezTo>
                    <a:pt x="123" y="134"/>
                    <a:pt x="120" y="124"/>
                    <a:pt x="113" y="117"/>
                  </a:cubicBezTo>
                  <a:cubicBezTo>
                    <a:pt x="110" y="114"/>
                    <a:pt x="106" y="112"/>
                    <a:pt x="101" y="112"/>
                  </a:cubicBezTo>
                  <a:cubicBezTo>
                    <a:pt x="97" y="112"/>
                    <a:pt x="93" y="113"/>
                    <a:pt x="90" y="117"/>
                  </a:cubicBezTo>
                  <a:cubicBezTo>
                    <a:pt x="87" y="120"/>
                    <a:pt x="85" y="123"/>
                    <a:pt x="85" y="127"/>
                  </a:cubicBezTo>
                  <a:cubicBezTo>
                    <a:pt x="86" y="130"/>
                    <a:pt x="87" y="133"/>
                    <a:pt x="91" y="137"/>
                  </a:cubicBezTo>
                  <a:cubicBezTo>
                    <a:pt x="93" y="139"/>
                    <a:pt x="96" y="141"/>
                    <a:pt x="100" y="143"/>
                  </a:cubicBezTo>
                  <a:cubicBezTo>
                    <a:pt x="96" y="154"/>
                    <a:pt x="96" y="154"/>
                    <a:pt x="96" y="154"/>
                  </a:cubicBezTo>
                  <a:cubicBezTo>
                    <a:pt x="85" y="149"/>
                    <a:pt x="77" y="144"/>
                    <a:pt x="71" y="139"/>
                  </a:cubicBezTo>
                  <a:cubicBezTo>
                    <a:pt x="65" y="132"/>
                    <a:pt x="61" y="124"/>
                    <a:pt x="61" y="116"/>
                  </a:cubicBezTo>
                  <a:cubicBezTo>
                    <a:pt x="61" y="107"/>
                    <a:pt x="63" y="99"/>
                    <a:pt x="69" y="93"/>
                  </a:cubicBezTo>
                  <a:cubicBezTo>
                    <a:pt x="73" y="90"/>
                    <a:pt x="77" y="87"/>
                    <a:pt x="83" y="86"/>
                  </a:cubicBezTo>
                  <a:cubicBezTo>
                    <a:pt x="88" y="84"/>
                    <a:pt x="93" y="84"/>
                    <a:pt x="100" y="86"/>
                  </a:cubicBezTo>
                  <a:cubicBezTo>
                    <a:pt x="95" y="75"/>
                    <a:pt x="94" y="64"/>
                    <a:pt x="98" y="54"/>
                  </a:cubicBezTo>
                  <a:cubicBezTo>
                    <a:pt x="102" y="44"/>
                    <a:pt x="111" y="32"/>
                    <a:pt x="125" y="17"/>
                  </a:cubicBezTo>
                  <a:lnTo>
                    <a:pt x="142" y="0"/>
                  </a:lnTo>
                  <a:close/>
                  <a:moveTo>
                    <a:pt x="123" y="100"/>
                  </a:moveTo>
                  <a:cubicBezTo>
                    <a:pt x="129" y="91"/>
                    <a:pt x="130" y="76"/>
                    <a:pt x="125" y="58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1" y="46"/>
                    <a:pt x="122" y="39"/>
                    <a:pt x="124" y="33"/>
                  </a:cubicBezTo>
                  <a:cubicBezTo>
                    <a:pt x="103" y="54"/>
                    <a:pt x="103" y="77"/>
                    <a:pt x="123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0" name="green-notebook-fruit-basket">
            <a:extLst>
              <a:ext uri="{FF2B5EF4-FFF2-40B4-BE49-F238E27FC236}">
                <a16:creationId xmlns:a16="http://schemas.microsoft.com/office/drawing/2014/main" id="{54399584-9632-4D94-BA98-23D7FCD0C8CA}"/>
              </a:ext>
            </a:extLst>
          </p:cNvPr>
          <p:cNvGrpSpPr>
            <a:grpSpLocks/>
          </p:cNvGrpSpPr>
          <p:nvPr/>
        </p:nvGrpSpPr>
        <p:grpSpPr bwMode="auto">
          <a:xfrm>
            <a:off x="2397125" y="1373188"/>
            <a:ext cx="2024063" cy="2244725"/>
            <a:chOff x="550" y="865"/>
            <a:chExt cx="1275" cy="1414"/>
          </a:xfrm>
        </p:grpSpPr>
        <p:sp>
          <p:nvSpPr>
            <p:cNvPr id="44158" name="Freeform 269">
              <a:extLst>
                <a:ext uri="{FF2B5EF4-FFF2-40B4-BE49-F238E27FC236}">
                  <a16:creationId xmlns:a16="http://schemas.microsoft.com/office/drawing/2014/main" id="{C9DA2293-D2EB-4F3A-B5CA-28D0257AB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865"/>
              <a:ext cx="1275" cy="1393"/>
            </a:xfrm>
            <a:custGeom>
              <a:avLst/>
              <a:gdLst>
                <a:gd name="T0" fmla="*/ 9 w 1275"/>
                <a:gd name="T1" fmla="*/ 341 h 1393"/>
                <a:gd name="T2" fmla="*/ 0 w 1275"/>
                <a:gd name="T3" fmla="*/ 362 h 1393"/>
                <a:gd name="T4" fmla="*/ 17 w 1275"/>
                <a:gd name="T5" fmla="*/ 361 h 1393"/>
                <a:gd name="T6" fmla="*/ 440 w 1275"/>
                <a:gd name="T7" fmla="*/ 1393 h 1393"/>
                <a:gd name="T8" fmla="*/ 1275 w 1275"/>
                <a:gd name="T9" fmla="*/ 1052 h 1393"/>
                <a:gd name="T10" fmla="*/ 843 w 1275"/>
                <a:gd name="T11" fmla="*/ 0 h 1393"/>
                <a:gd name="T12" fmla="*/ 9 w 1275"/>
                <a:gd name="T13" fmla="*/ 341 h 13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5" h="1393">
                  <a:moveTo>
                    <a:pt x="9" y="341"/>
                  </a:moveTo>
                  <a:lnTo>
                    <a:pt x="0" y="362"/>
                  </a:lnTo>
                  <a:lnTo>
                    <a:pt x="17" y="361"/>
                  </a:lnTo>
                  <a:lnTo>
                    <a:pt x="440" y="1393"/>
                  </a:lnTo>
                  <a:lnTo>
                    <a:pt x="1275" y="1052"/>
                  </a:lnTo>
                  <a:lnTo>
                    <a:pt x="843" y="0"/>
                  </a:lnTo>
                  <a:lnTo>
                    <a:pt x="9" y="341"/>
                  </a:lnTo>
                  <a:close/>
                </a:path>
              </a:pathLst>
            </a:custGeom>
            <a:solidFill>
              <a:srgbClr val="AFAEAE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270">
              <a:extLst>
                <a:ext uri="{FF2B5EF4-FFF2-40B4-BE49-F238E27FC236}">
                  <a16:creationId xmlns:a16="http://schemas.microsoft.com/office/drawing/2014/main" id="{889B556A-543B-4D7B-A0F5-7D1AE10DD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875"/>
              <a:ext cx="1266" cy="1393"/>
            </a:xfrm>
            <a:custGeom>
              <a:avLst/>
              <a:gdLst>
                <a:gd name="T0" fmla="*/ 1266 w 1266"/>
                <a:gd name="T1" fmla="*/ 1053 h 1393"/>
                <a:gd name="T2" fmla="*/ 432 w 1266"/>
                <a:gd name="T3" fmla="*/ 1393 h 1393"/>
                <a:gd name="T4" fmla="*/ 0 w 1266"/>
                <a:gd name="T5" fmla="*/ 341 h 1393"/>
                <a:gd name="T6" fmla="*/ 834 w 1266"/>
                <a:gd name="T7" fmla="*/ 0 h 1393"/>
                <a:gd name="T8" fmla="*/ 1266 w 1266"/>
                <a:gd name="T9" fmla="*/ 1053 h 13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6" h="1393">
                  <a:moveTo>
                    <a:pt x="1266" y="1053"/>
                  </a:moveTo>
                  <a:lnTo>
                    <a:pt x="432" y="1393"/>
                  </a:lnTo>
                  <a:lnTo>
                    <a:pt x="0" y="341"/>
                  </a:lnTo>
                  <a:lnTo>
                    <a:pt x="834" y="0"/>
                  </a:lnTo>
                  <a:lnTo>
                    <a:pt x="1266" y="1053"/>
                  </a:lnTo>
                  <a:close/>
                </a:path>
              </a:pathLst>
            </a:custGeom>
            <a:solidFill>
              <a:srgbClr val="D3D1D1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271">
              <a:extLst>
                <a:ext uri="{FF2B5EF4-FFF2-40B4-BE49-F238E27FC236}">
                  <a16:creationId xmlns:a16="http://schemas.microsoft.com/office/drawing/2014/main" id="{4823AE3E-FB12-4407-A7B2-9C253325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885"/>
              <a:ext cx="1266" cy="1394"/>
            </a:xfrm>
            <a:custGeom>
              <a:avLst/>
              <a:gdLst>
                <a:gd name="T0" fmla="*/ 1266 w 1266"/>
                <a:gd name="T1" fmla="*/ 1052 h 1394"/>
                <a:gd name="T2" fmla="*/ 432 w 1266"/>
                <a:gd name="T3" fmla="*/ 1394 h 1394"/>
                <a:gd name="T4" fmla="*/ 0 w 1266"/>
                <a:gd name="T5" fmla="*/ 342 h 1394"/>
                <a:gd name="T6" fmla="*/ 834 w 1266"/>
                <a:gd name="T7" fmla="*/ 0 h 1394"/>
                <a:gd name="T8" fmla="*/ 1266 w 1266"/>
                <a:gd name="T9" fmla="*/ 1052 h 1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6" h="1394">
                  <a:moveTo>
                    <a:pt x="1266" y="1052"/>
                  </a:moveTo>
                  <a:lnTo>
                    <a:pt x="432" y="1394"/>
                  </a:lnTo>
                  <a:lnTo>
                    <a:pt x="0" y="342"/>
                  </a:lnTo>
                  <a:lnTo>
                    <a:pt x="834" y="0"/>
                  </a:lnTo>
                  <a:lnTo>
                    <a:pt x="1266" y="1052"/>
                  </a:lnTo>
                  <a:close/>
                </a:path>
              </a:pathLst>
            </a:custGeom>
            <a:solidFill>
              <a:srgbClr val="55AA27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272">
              <a:extLst>
                <a:ext uri="{FF2B5EF4-FFF2-40B4-BE49-F238E27FC236}">
                  <a16:creationId xmlns:a16="http://schemas.microsoft.com/office/drawing/2014/main" id="{6BF60196-555D-46D1-92F5-E69AFE8D8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234"/>
              <a:ext cx="421" cy="1025"/>
            </a:xfrm>
            <a:custGeom>
              <a:avLst/>
              <a:gdLst>
                <a:gd name="T0" fmla="*/ 0 w 611"/>
                <a:gd name="T1" fmla="*/ 0 h 1491"/>
                <a:gd name="T2" fmla="*/ 200 w 611"/>
                <a:gd name="T3" fmla="*/ 485 h 1491"/>
                <a:gd name="T4" fmla="*/ 0 w 611"/>
                <a:gd name="T5" fmla="*/ 0 h 14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1" h="1491">
                  <a:moveTo>
                    <a:pt x="0" y="0"/>
                  </a:moveTo>
                  <a:cubicBezTo>
                    <a:pt x="611" y="1491"/>
                    <a:pt x="611" y="1491"/>
                    <a:pt x="611" y="1491"/>
                  </a:cubicBezTo>
                  <a:cubicBezTo>
                    <a:pt x="611" y="1491"/>
                    <a:pt x="178" y="278"/>
                    <a:pt x="0" y="0"/>
                  </a:cubicBezTo>
                  <a:close/>
                </a:path>
              </a:pathLst>
            </a:custGeom>
            <a:solidFill>
              <a:srgbClr val="7EB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273">
              <a:extLst>
                <a:ext uri="{FF2B5EF4-FFF2-40B4-BE49-F238E27FC236}">
                  <a16:creationId xmlns:a16="http://schemas.microsoft.com/office/drawing/2014/main" id="{D84C7FE9-7D91-446C-8040-591677FD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927"/>
              <a:ext cx="810" cy="332"/>
            </a:xfrm>
            <a:custGeom>
              <a:avLst/>
              <a:gdLst>
                <a:gd name="T0" fmla="*/ 0 w 1178"/>
                <a:gd name="T1" fmla="*/ 157 h 483"/>
                <a:gd name="T2" fmla="*/ 383 w 1178"/>
                <a:gd name="T3" fmla="*/ 0 h 483"/>
                <a:gd name="T4" fmla="*/ 0 w 1178"/>
                <a:gd name="T5" fmla="*/ 157 h 4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8" h="483">
                  <a:moveTo>
                    <a:pt x="0" y="483"/>
                  </a:moveTo>
                  <a:cubicBezTo>
                    <a:pt x="1178" y="0"/>
                    <a:pt x="1178" y="0"/>
                    <a:pt x="1178" y="0"/>
                  </a:cubicBezTo>
                  <a:cubicBezTo>
                    <a:pt x="1178" y="0"/>
                    <a:pt x="440" y="259"/>
                    <a:pt x="0" y="483"/>
                  </a:cubicBezTo>
                  <a:close/>
                </a:path>
              </a:pathLst>
            </a:custGeom>
            <a:solidFill>
              <a:srgbClr val="7EB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274">
              <a:extLst>
                <a:ext uri="{FF2B5EF4-FFF2-40B4-BE49-F238E27FC236}">
                  <a16:creationId xmlns:a16="http://schemas.microsoft.com/office/drawing/2014/main" id="{475D7538-D7AD-4AE4-B5EF-C82C0BD39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035"/>
              <a:ext cx="766" cy="492"/>
            </a:xfrm>
            <a:custGeom>
              <a:avLst/>
              <a:gdLst>
                <a:gd name="T0" fmla="*/ 358 w 1114"/>
                <a:gd name="T1" fmla="*/ 85 h 716"/>
                <a:gd name="T2" fmla="*/ 348 w 1114"/>
                <a:gd name="T3" fmla="*/ 109 h 716"/>
                <a:gd name="T4" fmla="*/ 57 w 1114"/>
                <a:gd name="T5" fmla="*/ 229 h 716"/>
                <a:gd name="T6" fmla="*/ 33 w 1114"/>
                <a:gd name="T7" fmla="*/ 218 h 716"/>
                <a:gd name="T8" fmla="*/ 4 w 1114"/>
                <a:gd name="T9" fmla="*/ 147 h 716"/>
                <a:gd name="T10" fmla="*/ 14 w 1114"/>
                <a:gd name="T11" fmla="*/ 123 h 716"/>
                <a:gd name="T12" fmla="*/ 305 w 1114"/>
                <a:gd name="T13" fmla="*/ 3 h 716"/>
                <a:gd name="T14" fmla="*/ 329 w 1114"/>
                <a:gd name="T15" fmla="*/ 14 h 716"/>
                <a:gd name="T16" fmla="*/ 358 w 1114"/>
                <a:gd name="T17" fmla="*/ 85 h 7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4" h="716">
                  <a:moveTo>
                    <a:pt x="1102" y="264"/>
                  </a:moveTo>
                  <a:cubicBezTo>
                    <a:pt x="1114" y="293"/>
                    <a:pt x="1100" y="326"/>
                    <a:pt x="1071" y="338"/>
                  </a:cubicBezTo>
                  <a:cubicBezTo>
                    <a:pt x="176" y="704"/>
                    <a:pt x="176" y="704"/>
                    <a:pt x="176" y="704"/>
                  </a:cubicBezTo>
                  <a:cubicBezTo>
                    <a:pt x="147" y="716"/>
                    <a:pt x="114" y="702"/>
                    <a:pt x="102" y="673"/>
                  </a:cubicBezTo>
                  <a:cubicBezTo>
                    <a:pt x="11" y="452"/>
                    <a:pt x="11" y="452"/>
                    <a:pt x="11" y="452"/>
                  </a:cubicBezTo>
                  <a:cubicBezTo>
                    <a:pt x="0" y="423"/>
                    <a:pt x="13" y="390"/>
                    <a:pt x="42" y="378"/>
                  </a:cubicBezTo>
                  <a:cubicBezTo>
                    <a:pt x="937" y="12"/>
                    <a:pt x="937" y="12"/>
                    <a:pt x="937" y="12"/>
                  </a:cubicBezTo>
                  <a:cubicBezTo>
                    <a:pt x="966" y="0"/>
                    <a:pt x="999" y="14"/>
                    <a:pt x="1011" y="42"/>
                  </a:cubicBezTo>
                  <a:lnTo>
                    <a:pt x="1102" y="264"/>
                  </a:lnTo>
                  <a:close/>
                </a:path>
              </a:pathLst>
            </a:custGeom>
            <a:solidFill>
              <a:srgbClr val="7EB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Freeform 275">
              <a:extLst>
                <a:ext uri="{FF2B5EF4-FFF2-40B4-BE49-F238E27FC236}">
                  <a16:creationId xmlns:a16="http://schemas.microsoft.com/office/drawing/2014/main" id="{2023CF45-C5B5-4D0A-B930-98CBE96D0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474"/>
              <a:ext cx="740" cy="579"/>
            </a:xfrm>
            <a:custGeom>
              <a:avLst/>
              <a:gdLst>
                <a:gd name="T0" fmla="*/ 132 w 1076"/>
                <a:gd name="T1" fmla="*/ 39 h 842"/>
                <a:gd name="T2" fmla="*/ 102 w 1076"/>
                <a:gd name="T3" fmla="*/ 52 h 842"/>
                <a:gd name="T4" fmla="*/ 89 w 1076"/>
                <a:gd name="T5" fmla="*/ 66 h 842"/>
                <a:gd name="T6" fmla="*/ 58 w 1076"/>
                <a:gd name="T7" fmla="*/ 70 h 842"/>
                <a:gd name="T8" fmla="*/ 50 w 1076"/>
                <a:gd name="T9" fmla="*/ 76 h 842"/>
                <a:gd name="T10" fmla="*/ 23 w 1076"/>
                <a:gd name="T11" fmla="*/ 78 h 842"/>
                <a:gd name="T12" fmla="*/ 42 w 1076"/>
                <a:gd name="T13" fmla="*/ 102 h 842"/>
                <a:gd name="T14" fmla="*/ 27 w 1076"/>
                <a:gd name="T15" fmla="*/ 134 h 842"/>
                <a:gd name="T16" fmla="*/ 7 w 1076"/>
                <a:gd name="T17" fmla="*/ 165 h 842"/>
                <a:gd name="T18" fmla="*/ 39 w 1076"/>
                <a:gd name="T19" fmla="*/ 166 h 842"/>
                <a:gd name="T20" fmla="*/ 31 w 1076"/>
                <a:gd name="T21" fmla="*/ 202 h 842"/>
                <a:gd name="T22" fmla="*/ 56 w 1076"/>
                <a:gd name="T23" fmla="*/ 208 h 842"/>
                <a:gd name="T24" fmla="*/ 47 w 1076"/>
                <a:gd name="T25" fmla="*/ 249 h 842"/>
                <a:gd name="T26" fmla="*/ 67 w 1076"/>
                <a:gd name="T27" fmla="*/ 246 h 842"/>
                <a:gd name="T28" fmla="*/ 67 w 1076"/>
                <a:gd name="T29" fmla="*/ 272 h 842"/>
                <a:gd name="T30" fmla="*/ 74 w 1076"/>
                <a:gd name="T31" fmla="*/ 267 h 842"/>
                <a:gd name="T32" fmla="*/ 105 w 1076"/>
                <a:gd name="T33" fmla="*/ 256 h 842"/>
                <a:gd name="T34" fmla="*/ 141 w 1076"/>
                <a:gd name="T35" fmla="*/ 248 h 842"/>
                <a:gd name="T36" fmla="*/ 184 w 1076"/>
                <a:gd name="T37" fmla="*/ 226 h 842"/>
                <a:gd name="T38" fmla="*/ 211 w 1076"/>
                <a:gd name="T39" fmla="*/ 226 h 842"/>
                <a:gd name="T40" fmla="*/ 231 w 1076"/>
                <a:gd name="T41" fmla="*/ 211 h 842"/>
                <a:gd name="T42" fmla="*/ 257 w 1076"/>
                <a:gd name="T43" fmla="*/ 199 h 842"/>
                <a:gd name="T44" fmla="*/ 276 w 1076"/>
                <a:gd name="T45" fmla="*/ 185 h 842"/>
                <a:gd name="T46" fmla="*/ 325 w 1076"/>
                <a:gd name="T47" fmla="*/ 163 h 842"/>
                <a:gd name="T48" fmla="*/ 348 w 1076"/>
                <a:gd name="T49" fmla="*/ 145 h 842"/>
                <a:gd name="T50" fmla="*/ 347 w 1076"/>
                <a:gd name="T51" fmla="*/ 120 h 842"/>
                <a:gd name="T52" fmla="*/ 329 w 1076"/>
                <a:gd name="T53" fmla="*/ 102 h 842"/>
                <a:gd name="T54" fmla="*/ 328 w 1076"/>
                <a:gd name="T55" fmla="*/ 78 h 842"/>
                <a:gd name="T56" fmla="*/ 303 w 1076"/>
                <a:gd name="T57" fmla="*/ 72 h 842"/>
                <a:gd name="T58" fmla="*/ 296 w 1076"/>
                <a:gd name="T59" fmla="*/ 43 h 842"/>
                <a:gd name="T60" fmla="*/ 274 w 1076"/>
                <a:gd name="T61" fmla="*/ 44 h 842"/>
                <a:gd name="T62" fmla="*/ 264 w 1076"/>
                <a:gd name="T63" fmla="*/ 17 h 842"/>
                <a:gd name="T64" fmla="*/ 252 w 1076"/>
                <a:gd name="T65" fmla="*/ 6 h 842"/>
                <a:gd name="T66" fmla="*/ 232 w 1076"/>
                <a:gd name="T67" fmla="*/ 6 h 842"/>
                <a:gd name="T68" fmla="*/ 225 w 1076"/>
                <a:gd name="T69" fmla="*/ 9 h 842"/>
                <a:gd name="T70" fmla="*/ 211 w 1076"/>
                <a:gd name="T71" fmla="*/ 0 h 842"/>
                <a:gd name="T72" fmla="*/ 182 w 1076"/>
                <a:gd name="T73" fmla="*/ 6 h 842"/>
                <a:gd name="T74" fmla="*/ 162 w 1076"/>
                <a:gd name="T75" fmla="*/ 19 h 842"/>
                <a:gd name="T76" fmla="*/ 139 w 1076"/>
                <a:gd name="T77" fmla="*/ 37 h 8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76" h="842">
                  <a:moveTo>
                    <a:pt x="405" y="118"/>
                  </a:moveTo>
                  <a:cubicBezTo>
                    <a:pt x="349" y="112"/>
                    <a:pt x="305" y="78"/>
                    <a:pt x="315" y="160"/>
                  </a:cubicBezTo>
                  <a:cubicBezTo>
                    <a:pt x="288" y="156"/>
                    <a:pt x="284" y="187"/>
                    <a:pt x="274" y="203"/>
                  </a:cubicBezTo>
                  <a:cubicBezTo>
                    <a:pt x="242" y="252"/>
                    <a:pt x="225" y="211"/>
                    <a:pt x="177" y="215"/>
                  </a:cubicBezTo>
                  <a:cubicBezTo>
                    <a:pt x="165" y="215"/>
                    <a:pt x="162" y="229"/>
                    <a:pt x="151" y="232"/>
                  </a:cubicBezTo>
                  <a:cubicBezTo>
                    <a:pt x="126" y="240"/>
                    <a:pt x="96" y="232"/>
                    <a:pt x="72" y="242"/>
                  </a:cubicBezTo>
                  <a:cubicBezTo>
                    <a:pt x="7" y="268"/>
                    <a:pt x="98" y="304"/>
                    <a:pt x="129" y="314"/>
                  </a:cubicBezTo>
                  <a:cubicBezTo>
                    <a:pt x="88" y="325"/>
                    <a:pt x="1" y="399"/>
                    <a:pt x="83" y="412"/>
                  </a:cubicBezTo>
                  <a:cubicBezTo>
                    <a:pt x="54" y="425"/>
                    <a:pt x="0" y="465"/>
                    <a:pt x="20" y="508"/>
                  </a:cubicBezTo>
                  <a:cubicBezTo>
                    <a:pt x="40" y="553"/>
                    <a:pt x="86" y="513"/>
                    <a:pt x="119" y="511"/>
                  </a:cubicBezTo>
                  <a:cubicBezTo>
                    <a:pt x="123" y="549"/>
                    <a:pt x="82" y="585"/>
                    <a:pt x="94" y="622"/>
                  </a:cubicBezTo>
                  <a:cubicBezTo>
                    <a:pt x="106" y="660"/>
                    <a:pt x="139" y="646"/>
                    <a:pt x="173" y="640"/>
                  </a:cubicBezTo>
                  <a:cubicBezTo>
                    <a:pt x="189" y="680"/>
                    <a:pt x="122" y="728"/>
                    <a:pt x="144" y="765"/>
                  </a:cubicBezTo>
                  <a:cubicBezTo>
                    <a:pt x="159" y="790"/>
                    <a:pt x="183" y="759"/>
                    <a:pt x="208" y="758"/>
                  </a:cubicBezTo>
                  <a:cubicBezTo>
                    <a:pt x="211" y="784"/>
                    <a:pt x="203" y="810"/>
                    <a:pt x="206" y="836"/>
                  </a:cubicBezTo>
                  <a:cubicBezTo>
                    <a:pt x="215" y="831"/>
                    <a:pt x="221" y="832"/>
                    <a:pt x="227" y="820"/>
                  </a:cubicBezTo>
                  <a:cubicBezTo>
                    <a:pt x="257" y="842"/>
                    <a:pt x="301" y="806"/>
                    <a:pt x="324" y="790"/>
                  </a:cubicBezTo>
                  <a:cubicBezTo>
                    <a:pt x="359" y="765"/>
                    <a:pt x="395" y="774"/>
                    <a:pt x="434" y="761"/>
                  </a:cubicBezTo>
                  <a:cubicBezTo>
                    <a:pt x="488" y="745"/>
                    <a:pt x="502" y="696"/>
                    <a:pt x="564" y="693"/>
                  </a:cubicBezTo>
                  <a:cubicBezTo>
                    <a:pt x="589" y="692"/>
                    <a:pt x="625" y="701"/>
                    <a:pt x="650" y="693"/>
                  </a:cubicBezTo>
                  <a:cubicBezTo>
                    <a:pt x="674" y="685"/>
                    <a:pt x="688" y="663"/>
                    <a:pt x="709" y="650"/>
                  </a:cubicBezTo>
                  <a:cubicBezTo>
                    <a:pt x="735" y="635"/>
                    <a:pt x="765" y="628"/>
                    <a:pt x="791" y="611"/>
                  </a:cubicBezTo>
                  <a:cubicBezTo>
                    <a:pt x="811" y="598"/>
                    <a:pt x="828" y="580"/>
                    <a:pt x="848" y="568"/>
                  </a:cubicBezTo>
                  <a:cubicBezTo>
                    <a:pt x="896" y="539"/>
                    <a:pt x="943" y="502"/>
                    <a:pt x="999" y="500"/>
                  </a:cubicBezTo>
                  <a:cubicBezTo>
                    <a:pt x="996" y="449"/>
                    <a:pt x="1024" y="435"/>
                    <a:pt x="1070" y="446"/>
                  </a:cubicBezTo>
                  <a:cubicBezTo>
                    <a:pt x="1073" y="425"/>
                    <a:pt x="1076" y="389"/>
                    <a:pt x="1067" y="369"/>
                  </a:cubicBezTo>
                  <a:cubicBezTo>
                    <a:pt x="1054" y="338"/>
                    <a:pt x="1024" y="343"/>
                    <a:pt x="1013" y="314"/>
                  </a:cubicBezTo>
                  <a:cubicBezTo>
                    <a:pt x="1005" y="291"/>
                    <a:pt x="1021" y="263"/>
                    <a:pt x="1007" y="242"/>
                  </a:cubicBezTo>
                  <a:cubicBezTo>
                    <a:pt x="985" y="211"/>
                    <a:pt x="953" y="236"/>
                    <a:pt x="931" y="221"/>
                  </a:cubicBezTo>
                  <a:cubicBezTo>
                    <a:pt x="904" y="202"/>
                    <a:pt x="933" y="151"/>
                    <a:pt x="911" y="132"/>
                  </a:cubicBezTo>
                  <a:cubicBezTo>
                    <a:pt x="889" y="113"/>
                    <a:pt x="869" y="151"/>
                    <a:pt x="843" y="135"/>
                  </a:cubicBezTo>
                  <a:cubicBezTo>
                    <a:pt x="820" y="121"/>
                    <a:pt x="827" y="74"/>
                    <a:pt x="813" y="54"/>
                  </a:cubicBezTo>
                  <a:cubicBezTo>
                    <a:pt x="807" y="44"/>
                    <a:pt x="785" y="37"/>
                    <a:pt x="777" y="18"/>
                  </a:cubicBezTo>
                  <a:cubicBezTo>
                    <a:pt x="756" y="18"/>
                    <a:pt x="734" y="15"/>
                    <a:pt x="716" y="17"/>
                  </a:cubicBezTo>
                  <a:cubicBezTo>
                    <a:pt x="705" y="18"/>
                    <a:pt x="710" y="30"/>
                    <a:pt x="692" y="27"/>
                  </a:cubicBezTo>
                  <a:cubicBezTo>
                    <a:pt x="677" y="26"/>
                    <a:pt x="664" y="4"/>
                    <a:pt x="648" y="0"/>
                  </a:cubicBezTo>
                  <a:cubicBezTo>
                    <a:pt x="627" y="31"/>
                    <a:pt x="593" y="20"/>
                    <a:pt x="560" y="18"/>
                  </a:cubicBezTo>
                  <a:cubicBezTo>
                    <a:pt x="552" y="55"/>
                    <a:pt x="537" y="86"/>
                    <a:pt x="499" y="57"/>
                  </a:cubicBezTo>
                  <a:cubicBezTo>
                    <a:pt x="492" y="96"/>
                    <a:pt x="458" y="106"/>
                    <a:pt x="427" y="114"/>
                  </a:cubicBezTo>
                </a:path>
              </a:pathLst>
            </a:custGeom>
            <a:solidFill>
              <a:srgbClr val="2FA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276">
              <a:extLst>
                <a:ext uri="{FF2B5EF4-FFF2-40B4-BE49-F238E27FC236}">
                  <a16:creationId xmlns:a16="http://schemas.microsoft.com/office/drawing/2014/main" id="{ACEB29E5-B412-42EC-90A8-3C876A06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811"/>
              <a:ext cx="533" cy="299"/>
            </a:xfrm>
            <a:custGeom>
              <a:avLst/>
              <a:gdLst>
                <a:gd name="T0" fmla="*/ 17 w 774"/>
                <a:gd name="T1" fmla="*/ 95 h 435"/>
                <a:gd name="T2" fmla="*/ 2 w 774"/>
                <a:gd name="T3" fmla="*/ 123 h 435"/>
                <a:gd name="T4" fmla="*/ 6 w 774"/>
                <a:gd name="T5" fmla="*/ 137 h 435"/>
                <a:gd name="T6" fmla="*/ 21 w 774"/>
                <a:gd name="T7" fmla="*/ 131 h 435"/>
                <a:gd name="T8" fmla="*/ 67 w 774"/>
                <a:gd name="T9" fmla="*/ 111 h 435"/>
                <a:gd name="T10" fmla="*/ 113 w 774"/>
                <a:gd name="T11" fmla="*/ 98 h 435"/>
                <a:gd name="T12" fmla="*/ 153 w 774"/>
                <a:gd name="T13" fmla="*/ 82 h 435"/>
                <a:gd name="T14" fmla="*/ 187 w 774"/>
                <a:gd name="T15" fmla="*/ 62 h 435"/>
                <a:gd name="T16" fmla="*/ 240 w 774"/>
                <a:gd name="T17" fmla="*/ 23 h 435"/>
                <a:gd name="T18" fmla="*/ 251 w 774"/>
                <a:gd name="T19" fmla="*/ 11 h 435"/>
                <a:gd name="T20" fmla="*/ 237 w 774"/>
                <a:gd name="T21" fmla="*/ 7 h 435"/>
                <a:gd name="T22" fmla="*/ 156 w 774"/>
                <a:gd name="T23" fmla="*/ 30 h 435"/>
                <a:gd name="T24" fmla="*/ 115 w 774"/>
                <a:gd name="T25" fmla="*/ 54 h 435"/>
                <a:gd name="T26" fmla="*/ 79 w 774"/>
                <a:gd name="T27" fmla="*/ 64 h 435"/>
                <a:gd name="T28" fmla="*/ 30 w 774"/>
                <a:gd name="T29" fmla="*/ 78 h 4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4" h="435">
                  <a:moveTo>
                    <a:pt x="53" y="292"/>
                  </a:moveTo>
                  <a:cubicBezTo>
                    <a:pt x="24" y="309"/>
                    <a:pt x="9" y="345"/>
                    <a:pt x="6" y="378"/>
                  </a:cubicBezTo>
                  <a:cubicBezTo>
                    <a:pt x="5" y="393"/>
                    <a:pt x="0" y="411"/>
                    <a:pt x="16" y="422"/>
                  </a:cubicBezTo>
                  <a:cubicBezTo>
                    <a:pt x="37" y="435"/>
                    <a:pt x="48" y="413"/>
                    <a:pt x="66" y="403"/>
                  </a:cubicBezTo>
                  <a:cubicBezTo>
                    <a:pt x="112" y="377"/>
                    <a:pt x="159" y="361"/>
                    <a:pt x="206" y="342"/>
                  </a:cubicBezTo>
                  <a:cubicBezTo>
                    <a:pt x="253" y="323"/>
                    <a:pt x="299" y="318"/>
                    <a:pt x="345" y="302"/>
                  </a:cubicBezTo>
                  <a:cubicBezTo>
                    <a:pt x="391" y="285"/>
                    <a:pt x="428" y="282"/>
                    <a:pt x="468" y="255"/>
                  </a:cubicBezTo>
                  <a:cubicBezTo>
                    <a:pt x="502" y="233"/>
                    <a:pt x="537" y="213"/>
                    <a:pt x="572" y="191"/>
                  </a:cubicBezTo>
                  <a:cubicBezTo>
                    <a:pt x="631" y="153"/>
                    <a:pt x="685" y="125"/>
                    <a:pt x="735" y="73"/>
                  </a:cubicBezTo>
                  <a:cubicBezTo>
                    <a:pt x="746" y="62"/>
                    <a:pt x="765" y="50"/>
                    <a:pt x="768" y="34"/>
                  </a:cubicBezTo>
                  <a:cubicBezTo>
                    <a:pt x="774" y="0"/>
                    <a:pt x="751" y="16"/>
                    <a:pt x="726" y="20"/>
                  </a:cubicBezTo>
                  <a:cubicBezTo>
                    <a:pt x="639" y="33"/>
                    <a:pt x="554" y="39"/>
                    <a:pt x="478" y="92"/>
                  </a:cubicBezTo>
                  <a:cubicBezTo>
                    <a:pt x="434" y="123"/>
                    <a:pt x="405" y="151"/>
                    <a:pt x="353" y="167"/>
                  </a:cubicBezTo>
                  <a:cubicBezTo>
                    <a:pt x="317" y="178"/>
                    <a:pt x="280" y="190"/>
                    <a:pt x="243" y="198"/>
                  </a:cubicBezTo>
                  <a:cubicBezTo>
                    <a:pt x="193" y="209"/>
                    <a:pt x="143" y="234"/>
                    <a:pt x="92" y="242"/>
                  </a:cubicBezTo>
                </a:path>
              </a:pathLst>
            </a:custGeom>
            <a:solidFill>
              <a:srgbClr val="128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6" name="Freeform 277">
              <a:extLst>
                <a:ext uri="{FF2B5EF4-FFF2-40B4-BE49-F238E27FC236}">
                  <a16:creationId xmlns:a16="http://schemas.microsoft.com/office/drawing/2014/main" id="{C953F052-C3EB-4236-8F2C-EBEFE1ED5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840"/>
              <a:ext cx="150" cy="159"/>
            </a:xfrm>
            <a:custGeom>
              <a:avLst/>
              <a:gdLst>
                <a:gd name="T0" fmla="*/ 66 w 219"/>
                <a:gd name="T1" fmla="*/ 32 h 231"/>
                <a:gd name="T2" fmla="*/ 8 w 219"/>
                <a:gd name="T3" fmla="*/ 15 h 231"/>
                <a:gd name="T4" fmla="*/ 2 w 219"/>
                <a:gd name="T5" fmla="*/ 39 h 231"/>
                <a:gd name="T6" fmla="*/ 1 w 219"/>
                <a:gd name="T7" fmla="*/ 50 h 231"/>
                <a:gd name="T8" fmla="*/ 14 w 219"/>
                <a:gd name="T9" fmla="*/ 65 h 231"/>
                <a:gd name="T10" fmla="*/ 57 w 219"/>
                <a:gd name="T11" fmla="*/ 66 h 231"/>
                <a:gd name="T12" fmla="*/ 66 w 219"/>
                <a:gd name="T13" fmla="*/ 3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231">
                  <a:moveTo>
                    <a:pt x="205" y="97"/>
                  </a:moveTo>
                  <a:cubicBezTo>
                    <a:pt x="184" y="26"/>
                    <a:pt x="79" y="0"/>
                    <a:pt x="25" y="46"/>
                  </a:cubicBezTo>
                  <a:cubicBezTo>
                    <a:pt x="0" y="66"/>
                    <a:pt x="11" y="92"/>
                    <a:pt x="8" y="118"/>
                  </a:cubicBezTo>
                  <a:cubicBezTo>
                    <a:pt x="6" y="132"/>
                    <a:pt x="1" y="138"/>
                    <a:pt x="5" y="153"/>
                  </a:cubicBezTo>
                  <a:cubicBezTo>
                    <a:pt x="10" y="176"/>
                    <a:pt x="25" y="189"/>
                    <a:pt x="45" y="201"/>
                  </a:cubicBezTo>
                  <a:cubicBezTo>
                    <a:pt x="85" y="226"/>
                    <a:pt x="136" y="231"/>
                    <a:pt x="176" y="202"/>
                  </a:cubicBezTo>
                  <a:cubicBezTo>
                    <a:pt x="216" y="174"/>
                    <a:pt x="219" y="134"/>
                    <a:pt x="205" y="90"/>
                  </a:cubicBezTo>
                </a:path>
              </a:pathLst>
            </a:custGeom>
            <a:solidFill>
              <a:srgbClr val="BE0C1D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67" name="Freeform 278">
              <a:extLst>
                <a:ext uri="{FF2B5EF4-FFF2-40B4-BE49-F238E27FC236}">
                  <a16:creationId xmlns:a16="http://schemas.microsoft.com/office/drawing/2014/main" id="{85DE8F33-281E-4113-A4B6-641F75F7D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840"/>
              <a:ext cx="150" cy="159"/>
            </a:xfrm>
            <a:custGeom>
              <a:avLst/>
              <a:gdLst>
                <a:gd name="T0" fmla="*/ 66 w 219"/>
                <a:gd name="T1" fmla="*/ 32 h 231"/>
                <a:gd name="T2" fmla="*/ 8 w 219"/>
                <a:gd name="T3" fmla="*/ 15 h 231"/>
                <a:gd name="T4" fmla="*/ 2 w 219"/>
                <a:gd name="T5" fmla="*/ 39 h 231"/>
                <a:gd name="T6" fmla="*/ 1 w 219"/>
                <a:gd name="T7" fmla="*/ 50 h 231"/>
                <a:gd name="T8" fmla="*/ 14 w 219"/>
                <a:gd name="T9" fmla="*/ 65 h 231"/>
                <a:gd name="T10" fmla="*/ 57 w 219"/>
                <a:gd name="T11" fmla="*/ 66 h 231"/>
                <a:gd name="T12" fmla="*/ 66 w 219"/>
                <a:gd name="T13" fmla="*/ 3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231">
                  <a:moveTo>
                    <a:pt x="205" y="97"/>
                  </a:moveTo>
                  <a:cubicBezTo>
                    <a:pt x="184" y="26"/>
                    <a:pt x="79" y="0"/>
                    <a:pt x="25" y="46"/>
                  </a:cubicBezTo>
                  <a:cubicBezTo>
                    <a:pt x="0" y="66"/>
                    <a:pt x="11" y="92"/>
                    <a:pt x="8" y="118"/>
                  </a:cubicBezTo>
                  <a:cubicBezTo>
                    <a:pt x="6" y="132"/>
                    <a:pt x="1" y="138"/>
                    <a:pt x="5" y="153"/>
                  </a:cubicBezTo>
                  <a:cubicBezTo>
                    <a:pt x="10" y="176"/>
                    <a:pt x="25" y="189"/>
                    <a:pt x="45" y="201"/>
                  </a:cubicBezTo>
                  <a:cubicBezTo>
                    <a:pt x="85" y="226"/>
                    <a:pt x="136" y="231"/>
                    <a:pt x="176" y="202"/>
                  </a:cubicBezTo>
                  <a:cubicBezTo>
                    <a:pt x="216" y="174"/>
                    <a:pt x="219" y="134"/>
                    <a:pt x="205" y="9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Freeform 279">
              <a:extLst>
                <a:ext uri="{FF2B5EF4-FFF2-40B4-BE49-F238E27FC236}">
                  <a16:creationId xmlns:a16="http://schemas.microsoft.com/office/drawing/2014/main" id="{CD9BD3BB-2849-4E51-B0CD-1B21D3B83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896"/>
              <a:ext cx="17" cy="36"/>
            </a:xfrm>
            <a:custGeom>
              <a:avLst/>
              <a:gdLst>
                <a:gd name="T0" fmla="*/ 1 w 24"/>
                <a:gd name="T1" fmla="*/ 0 h 52"/>
                <a:gd name="T2" fmla="*/ 0 w 24"/>
                <a:gd name="T3" fmla="*/ 1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2">
                  <a:moveTo>
                    <a:pt x="4" y="0"/>
                  </a:moveTo>
                  <a:cubicBezTo>
                    <a:pt x="22" y="16"/>
                    <a:pt x="24" y="40"/>
                    <a:pt x="0" y="52"/>
                  </a:cubicBezTo>
                </a:path>
              </a:pathLst>
            </a:custGeom>
            <a:solidFill>
              <a:srgbClr val="BE0C1D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280">
              <a:extLst>
                <a:ext uri="{FF2B5EF4-FFF2-40B4-BE49-F238E27FC236}">
                  <a16:creationId xmlns:a16="http://schemas.microsoft.com/office/drawing/2014/main" id="{EBE96675-91DF-4270-90D7-E23A52688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896"/>
              <a:ext cx="17" cy="36"/>
            </a:xfrm>
            <a:custGeom>
              <a:avLst/>
              <a:gdLst>
                <a:gd name="T0" fmla="*/ 1 w 24"/>
                <a:gd name="T1" fmla="*/ 0 h 52"/>
                <a:gd name="T2" fmla="*/ 0 w 24"/>
                <a:gd name="T3" fmla="*/ 1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2">
                  <a:moveTo>
                    <a:pt x="4" y="0"/>
                  </a:moveTo>
                  <a:cubicBezTo>
                    <a:pt x="22" y="16"/>
                    <a:pt x="24" y="40"/>
                    <a:pt x="0" y="52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281">
              <a:extLst>
                <a:ext uri="{FF2B5EF4-FFF2-40B4-BE49-F238E27FC236}">
                  <a16:creationId xmlns:a16="http://schemas.microsoft.com/office/drawing/2014/main" id="{3CAC372E-72B5-4F7F-9A29-4DB15CE1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606"/>
              <a:ext cx="154" cy="157"/>
            </a:xfrm>
            <a:custGeom>
              <a:avLst/>
              <a:gdLst>
                <a:gd name="T0" fmla="*/ 47 w 224"/>
                <a:gd name="T1" fmla="*/ 67 h 229"/>
                <a:gd name="T2" fmla="*/ 56 w 224"/>
                <a:gd name="T3" fmla="*/ 7 h 229"/>
                <a:gd name="T4" fmla="*/ 32 w 224"/>
                <a:gd name="T5" fmla="*/ 5 h 229"/>
                <a:gd name="T6" fmla="*/ 21 w 224"/>
                <a:gd name="T7" fmla="*/ 5 h 229"/>
                <a:gd name="T8" fmla="*/ 7 w 224"/>
                <a:gd name="T9" fmla="*/ 20 h 229"/>
                <a:gd name="T10" fmla="*/ 12 w 224"/>
                <a:gd name="T11" fmla="*/ 62 h 229"/>
                <a:gd name="T12" fmla="*/ 50 w 224"/>
                <a:gd name="T13" fmla="*/ 67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229">
                  <a:moveTo>
                    <a:pt x="145" y="208"/>
                  </a:moveTo>
                  <a:cubicBezTo>
                    <a:pt x="212" y="177"/>
                    <a:pt x="224" y="69"/>
                    <a:pt x="172" y="22"/>
                  </a:cubicBezTo>
                  <a:cubicBezTo>
                    <a:pt x="149" y="0"/>
                    <a:pt x="124" y="14"/>
                    <a:pt x="97" y="15"/>
                  </a:cubicBezTo>
                  <a:cubicBezTo>
                    <a:pt x="83" y="15"/>
                    <a:pt x="77" y="11"/>
                    <a:pt x="62" y="16"/>
                  </a:cubicBezTo>
                  <a:cubicBezTo>
                    <a:pt x="40" y="24"/>
                    <a:pt x="29" y="41"/>
                    <a:pt x="20" y="62"/>
                  </a:cubicBezTo>
                  <a:cubicBezTo>
                    <a:pt x="0" y="105"/>
                    <a:pt x="3" y="157"/>
                    <a:pt x="36" y="193"/>
                  </a:cubicBezTo>
                  <a:cubicBezTo>
                    <a:pt x="70" y="229"/>
                    <a:pt x="109" y="226"/>
                    <a:pt x="151" y="206"/>
                  </a:cubicBezTo>
                </a:path>
              </a:pathLst>
            </a:custGeom>
            <a:solidFill>
              <a:srgbClr val="BE0C1D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282">
              <a:extLst>
                <a:ext uri="{FF2B5EF4-FFF2-40B4-BE49-F238E27FC236}">
                  <a16:creationId xmlns:a16="http://schemas.microsoft.com/office/drawing/2014/main" id="{8B8B7B7E-235C-411F-9281-4DD33F2C0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606"/>
              <a:ext cx="154" cy="157"/>
            </a:xfrm>
            <a:custGeom>
              <a:avLst/>
              <a:gdLst>
                <a:gd name="T0" fmla="*/ 47 w 224"/>
                <a:gd name="T1" fmla="*/ 67 h 229"/>
                <a:gd name="T2" fmla="*/ 56 w 224"/>
                <a:gd name="T3" fmla="*/ 7 h 229"/>
                <a:gd name="T4" fmla="*/ 32 w 224"/>
                <a:gd name="T5" fmla="*/ 5 h 229"/>
                <a:gd name="T6" fmla="*/ 21 w 224"/>
                <a:gd name="T7" fmla="*/ 5 h 229"/>
                <a:gd name="T8" fmla="*/ 7 w 224"/>
                <a:gd name="T9" fmla="*/ 20 h 229"/>
                <a:gd name="T10" fmla="*/ 12 w 224"/>
                <a:gd name="T11" fmla="*/ 62 h 229"/>
                <a:gd name="T12" fmla="*/ 50 w 224"/>
                <a:gd name="T13" fmla="*/ 67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229">
                  <a:moveTo>
                    <a:pt x="145" y="208"/>
                  </a:moveTo>
                  <a:cubicBezTo>
                    <a:pt x="212" y="177"/>
                    <a:pt x="224" y="69"/>
                    <a:pt x="172" y="22"/>
                  </a:cubicBezTo>
                  <a:cubicBezTo>
                    <a:pt x="149" y="0"/>
                    <a:pt x="124" y="14"/>
                    <a:pt x="97" y="15"/>
                  </a:cubicBezTo>
                  <a:cubicBezTo>
                    <a:pt x="83" y="15"/>
                    <a:pt x="77" y="11"/>
                    <a:pt x="62" y="16"/>
                  </a:cubicBezTo>
                  <a:cubicBezTo>
                    <a:pt x="40" y="24"/>
                    <a:pt x="29" y="41"/>
                    <a:pt x="20" y="62"/>
                  </a:cubicBezTo>
                  <a:cubicBezTo>
                    <a:pt x="0" y="105"/>
                    <a:pt x="3" y="157"/>
                    <a:pt x="36" y="193"/>
                  </a:cubicBezTo>
                  <a:cubicBezTo>
                    <a:pt x="70" y="229"/>
                    <a:pt x="109" y="226"/>
                    <a:pt x="151" y="206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Freeform 283">
              <a:extLst>
                <a:ext uri="{FF2B5EF4-FFF2-40B4-BE49-F238E27FC236}">
                  <a16:creationId xmlns:a16="http://schemas.microsoft.com/office/drawing/2014/main" id="{A4915D1A-C08D-4F2B-8542-E939AA840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628"/>
              <a:ext cx="36" cy="18"/>
            </a:xfrm>
            <a:custGeom>
              <a:avLst/>
              <a:gdLst>
                <a:gd name="T0" fmla="*/ 17 w 52"/>
                <a:gd name="T1" fmla="*/ 0 h 26"/>
                <a:gd name="T2" fmla="*/ 0 w 52"/>
                <a:gd name="T3" fmla="*/ 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6">
                  <a:moveTo>
                    <a:pt x="52" y="0"/>
                  </a:moveTo>
                  <a:cubicBezTo>
                    <a:pt x="39" y="21"/>
                    <a:pt x="15" y="26"/>
                    <a:pt x="0" y="4"/>
                  </a:cubicBezTo>
                </a:path>
              </a:pathLst>
            </a:custGeom>
            <a:solidFill>
              <a:srgbClr val="BE0C1D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73" name="Freeform 284">
              <a:extLst>
                <a:ext uri="{FF2B5EF4-FFF2-40B4-BE49-F238E27FC236}">
                  <a16:creationId xmlns:a16="http://schemas.microsoft.com/office/drawing/2014/main" id="{A4A6F9CD-2C0D-40DE-B81A-F2D1E0D4C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628"/>
              <a:ext cx="36" cy="18"/>
            </a:xfrm>
            <a:custGeom>
              <a:avLst/>
              <a:gdLst>
                <a:gd name="T0" fmla="*/ 17 w 52"/>
                <a:gd name="T1" fmla="*/ 0 h 26"/>
                <a:gd name="T2" fmla="*/ 0 w 52"/>
                <a:gd name="T3" fmla="*/ 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6">
                  <a:moveTo>
                    <a:pt x="52" y="0"/>
                  </a:moveTo>
                  <a:cubicBezTo>
                    <a:pt x="39" y="21"/>
                    <a:pt x="15" y="26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Freeform 285">
              <a:extLst>
                <a:ext uri="{FF2B5EF4-FFF2-40B4-BE49-F238E27FC236}">
                  <a16:creationId xmlns:a16="http://schemas.microsoft.com/office/drawing/2014/main" id="{F4F1CF11-925C-49A1-B906-CAB51D3CA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595"/>
              <a:ext cx="322" cy="221"/>
            </a:xfrm>
            <a:custGeom>
              <a:avLst/>
              <a:gdLst>
                <a:gd name="T0" fmla="*/ 8 w 468"/>
                <a:gd name="T1" fmla="*/ 1 h 321"/>
                <a:gd name="T2" fmla="*/ 6 w 468"/>
                <a:gd name="T3" fmla="*/ 49 h 321"/>
                <a:gd name="T4" fmla="*/ 51 w 468"/>
                <a:gd name="T5" fmla="*/ 93 h 321"/>
                <a:gd name="T6" fmla="*/ 110 w 468"/>
                <a:gd name="T7" fmla="*/ 94 h 321"/>
                <a:gd name="T8" fmla="*/ 136 w 468"/>
                <a:gd name="T9" fmla="*/ 64 h 321"/>
                <a:gd name="T10" fmla="*/ 100 w 468"/>
                <a:gd name="T11" fmla="*/ 63 h 321"/>
                <a:gd name="T12" fmla="*/ 52 w 468"/>
                <a:gd name="T13" fmla="*/ 58 h 321"/>
                <a:gd name="T14" fmla="*/ 27 w 468"/>
                <a:gd name="T15" fmla="*/ 27 h 321"/>
                <a:gd name="T16" fmla="*/ 12 w 468"/>
                <a:gd name="T17" fmla="*/ 0 h 3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8" h="321">
                  <a:moveTo>
                    <a:pt x="25" y="1"/>
                  </a:moveTo>
                  <a:cubicBezTo>
                    <a:pt x="0" y="38"/>
                    <a:pt x="4" y="109"/>
                    <a:pt x="18" y="149"/>
                  </a:cubicBezTo>
                  <a:cubicBezTo>
                    <a:pt x="39" y="208"/>
                    <a:pt x="102" y="255"/>
                    <a:pt x="155" y="284"/>
                  </a:cubicBezTo>
                  <a:cubicBezTo>
                    <a:pt x="222" y="321"/>
                    <a:pt x="273" y="321"/>
                    <a:pt x="339" y="288"/>
                  </a:cubicBezTo>
                  <a:cubicBezTo>
                    <a:pt x="362" y="277"/>
                    <a:pt x="468" y="217"/>
                    <a:pt x="417" y="196"/>
                  </a:cubicBezTo>
                  <a:cubicBezTo>
                    <a:pt x="385" y="182"/>
                    <a:pt x="341" y="193"/>
                    <a:pt x="307" y="194"/>
                  </a:cubicBezTo>
                  <a:cubicBezTo>
                    <a:pt x="258" y="196"/>
                    <a:pt x="207" y="200"/>
                    <a:pt x="161" y="177"/>
                  </a:cubicBezTo>
                  <a:cubicBezTo>
                    <a:pt x="117" y="156"/>
                    <a:pt x="102" y="126"/>
                    <a:pt x="82" y="81"/>
                  </a:cubicBezTo>
                  <a:cubicBezTo>
                    <a:pt x="69" y="49"/>
                    <a:pt x="67" y="17"/>
                    <a:pt x="36" y="0"/>
                  </a:cubicBezTo>
                </a:path>
              </a:pathLst>
            </a:custGeom>
            <a:solidFill>
              <a:srgbClr val="FBE833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75" name="Freeform 286">
              <a:extLst>
                <a:ext uri="{FF2B5EF4-FFF2-40B4-BE49-F238E27FC236}">
                  <a16:creationId xmlns:a16="http://schemas.microsoft.com/office/drawing/2014/main" id="{EC4E8C3B-366D-4D7F-837D-D0D09F752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595"/>
              <a:ext cx="322" cy="221"/>
            </a:xfrm>
            <a:custGeom>
              <a:avLst/>
              <a:gdLst>
                <a:gd name="T0" fmla="*/ 8 w 468"/>
                <a:gd name="T1" fmla="*/ 1 h 321"/>
                <a:gd name="T2" fmla="*/ 6 w 468"/>
                <a:gd name="T3" fmla="*/ 49 h 321"/>
                <a:gd name="T4" fmla="*/ 51 w 468"/>
                <a:gd name="T5" fmla="*/ 93 h 321"/>
                <a:gd name="T6" fmla="*/ 110 w 468"/>
                <a:gd name="T7" fmla="*/ 94 h 321"/>
                <a:gd name="T8" fmla="*/ 136 w 468"/>
                <a:gd name="T9" fmla="*/ 64 h 321"/>
                <a:gd name="T10" fmla="*/ 100 w 468"/>
                <a:gd name="T11" fmla="*/ 63 h 321"/>
                <a:gd name="T12" fmla="*/ 52 w 468"/>
                <a:gd name="T13" fmla="*/ 58 h 321"/>
                <a:gd name="T14" fmla="*/ 27 w 468"/>
                <a:gd name="T15" fmla="*/ 27 h 321"/>
                <a:gd name="T16" fmla="*/ 12 w 468"/>
                <a:gd name="T17" fmla="*/ 0 h 3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8" h="321">
                  <a:moveTo>
                    <a:pt x="25" y="1"/>
                  </a:moveTo>
                  <a:cubicBezTo>
                    <a:pt x="0" y="38"/>
                    <a:pt x="4" y="109"/>
                    <a:pt x="18" y="149"/>
                  </a:cubicBezTo>
                  <a:cubicBezTo>
                    <a:pt x="39" y="208"/>
                    <a:pt x="102" y="255"/>
                    <a:pt x="155" y="284"/>
                  </a:cubicBezTo>
                  <a:cubicBezTo>
                    <a:pt x="222" y="321"/>
                    <a:pt x="273" y="321"/>
                    <a:pt x="339" y="288"/>
                  </a:cubicBezTo>
                  <a:cubicBezTo>
                    <a:pt x="362" y="277"/>
                    <a:pt x="468" y="217"/>
                    <a:pt x="417" y="196"/>
                  </a:cubicBezTo>
                  <a:cubicBezTo>
                    <a:pt x="385" y="182"/>
                    <a:pt x="341" y="193"/>
                    <a:pt x="307" y="194"/>
                  </a:cubicBezTo>
                  <a:cubicBezTo>
                    <a:pt x="258" y="196"/>
                    <a:pt x="207" y="200"/>
                    <a:pt x="161" y="177"/>
                  </a:cubicBezTo>
                  <a:cubicBezTo>
                    <a:pt x="117" y="156"/>
                    <a:pt x="102" y="126"/>
                    <a:pt x="82" y="81"/>
                  </a:cubicBezTo>
                  <a:cubicBezTo>
                    <a:pt x="69" y="49"/>
                    <a:pt x="67" y="17"/>
                    <a:pt x="36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Freeform 287">
              <a:extLst>
                <a:ext uri="{FF2B5EF4-FFF2-40B4-BE49-F238E27FC236}">
                  <a16:creationId xmlns:a16="http://schemas.microsoft.com/office/drawing/2014/main" id="{2803A678-467B-4767-9255-C3BEA0B58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621"/>
              <a:ext cx="255" cy="160"/>
            </a:xfrm>
            <a:custGeom>
              <a:avLst/>
              <a:gdLst>
                <a:gd name="T0" fmla="*/ 3 w 371"/>
                <a:gd name="T1" fmla="*/ 1 h 233"/>
                <a:gd name="T2" fmla="*/ 8 w 371"/>
                <a:gd name="T3" fmla="*/ 38 h 233"/>
                <a:gd name="T4" fmla="*/ 38 w 371"/>
                <a:gd name="T5" fmla="*/ 62 h 233"/>
                <a:gd name="T6" fmla="*/ 82 w 371"/>
                <a:gd name="T7" fmla="*/ 75 h 233"/>
                <a:gd name="T8" fmla="*/ 107 w 371"/>
                <a:gd name="T9" fmla="*/ 71 h 233"/>
                <a:gd name="T10" fmla="*/ 120 w 371"/>
                <a:gd name="T11" fmla="*/ 64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1" h="233">
                  <a:moveTo>
                    <a:pt x="12" y="2"/>
                  </a:moveTo>
                  <a:cubicBezTo>
                    <a:pt x="0" y="0"/>
                    <a:pt x="12" y="102"/>
                    <a:pt x="23" y="120"/>
                  </a:cubicBezTo>
                  <a:cubicBezTo>
                    <a:pt x="43" y="154"/>
                    <a:pt x="81" y="175"/>
                    <a:pt x="116" y="191"/>
                  </a:cubicBezTo>
                  <a:cubicBezTo>
                    <a:pt x="162" y="213"/>
                    <a:pt x="200" y="233"/>
                    <a:pt x="252" y="231"/>
                  </a:cubicBezTo>
                  <a:cubicBezTo>
                    <a:pt x="278" y="230"/>
                    <a:pt x="304" y="229"/>
                    <a:pt x="328" y="218"/>
                  </a:cubicBezTo>
                  <a:cubicBezTo>
                    <a:pt x="343" y="212"/>
                    <a:pt x="356" y="201"/>
                    <a:pt x="371" y="196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Freeform 288">
              <a:extLst>
                <a:ext uri="{FF2B5EF4-FFF2-40B4-BE49-F238E27FC236}">
                  <a16:creationId xmlns:a16="http://schemas.microsoft.com/office/drawing/2014/main" id="{1BA7A9D5-2B5A-4C1F-A3D3-44B3AD70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646"/>
              <a:ext cx="218" cy="113"/>
            </a:xfrm>
            <a:custGeom>
              <a:avLst/>
              <a:gdLst>
                <a:gd name="T0" fmla="*/ 4 w 316"/>
                <a:gd name="T1" fmla="*/ 0 h 165"/>
                <a:gd name="T2" fmla="*/ 16 w 316"/>
                <a:gd name="T3" fmla="*/ 34 h 165"/>
                <a:gd name="T4" fmla="*/ 46 w 316"/>
                <a:gd name="T5" fmla="*/ 47 h 165"/>
                <a:gd name="T6" fmla="*/ 103 w 316"/>
                <a:gd name="T7" fmla="*/ 47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165">
                  <a:moveTo>
                    <a:pt x="12" y="0"/>
                  </a:moveTo>
                  <a:cubicBezTo>
                    <a:pt x="0" y="28"/>
                    <a:pt x="31" y="83"/>
                    <a:pt x="49" y="103"/>
                  </a:cubicBezTo>
                  <a:cubicBezTo>
                    <a:pt x="75" y="131"/>
                    <a:pt x="103" y="138"/>
                    <a:pt x="139" y="148"/>
                  </a:cubicBezTo>
                  <a:cubicBezTo>
                    <a:pt x="198" y="165"/>
                    <a:pt x="260" y="156"/>
                    <a:pt x="316" y="147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Freeform 289">
              <a:extLst>
                <a:ext uri="{FF2B5EF4-FFF2-40B4-BE49-F238E27FC236}">
                  <a16:creationId xmlns:a16="http://schemas.microsoft.com/office/drawing/2014/main" id="{38CF283B-40F0-4042-A5E3-AA040797D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562"/>
              <a:ext cx="163" cy="146"/>
            </a:xfrm>
            <a:custGeom>
              <a:avLst/>
              <a:gdLst>
                <a:gd name="T0" fmla="*/ 36 w 237"/>
                <a:gd name="T1" fmla="*/ 68 h 212"/>
                <a:gd name="T2" fmla="*/ 67 w 237"/>
                <a:gd name="T3" fmla="*/ 16 h 212"/>
                <a:gd name="T4" fmla="*/ 46 w 237"/>
                <a:gd name="T5" fmla="*/ 4 h 212"/>
                <a:gd name="T6" fmla="*/ 36 w 237"/>
                <a:gd name="T7" fmla="*/ 1 h 212"/>
                <a:gd name="T8" fmla="*/ 17 w 237"/>
                <a:gd name="T9" fmla="*/ 9 h 212"/>
                <a:gd name="T10" fmla="*/ 6 w 237"/>
                <a:gd name="T11" fmla="*/ 50 h 212"/>
                <a:gd name="T12" fmla="*/ 39 w 237"/>
                <a:gd name="T13" fmla="*/ 69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212">
                  <a:moveTo>
                    <a:pt x="111" y="209"/>
                  </a:moveTo>
                  <a:cubicBezTo>
                    <a:pt x="185" y="207"/>
                    <a:pt x="237" y="112"/>
                    <a:pt x="208" y="48"/>
                  </a:cubicBezTo>
                  <a:cubicBezTo>
                    <a:pt x="194" y="20"/>
                    <a:pt x="166" y="23"/>
                    <a:pt x="141" y="13"/>
                  </a:cubicBezTo>
                  <a:cubicBezTo>
                    <a:pt x="129" y="8"/>
                    <a:pt x="124" y="2"/>
                    <a:pt x="109" y="1"/>
                  </a:cubicBezTo>
                  <a:cubicBezTo>
                    <a:pt x="85" y="0"/>
                    <a:pt x="68" y="12"/>
                    <a:pt x="52" y="27"/>
                  </a:cubicBezTo>
                  <a:cubicBezTo>
                    <a:pt x="17" y="60"/>
                    <a:pt x="0" y="108"/>
                    <a:pt x="17" y="154"/>
                  </a:cubicBezTo>
                  <a:cubicBezTo>
                    <a:pt x="34" y="200"/>
                    <a:pt x="72" y="212"/>
                    <a:pt x="118" y="210"/>
                  </a:cubicBezTo>
                </a:path>
              </a:pathLst>
            </a:custGeom>
            <a:solidFill>
              <a:srgbClr val="91BC1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Freeform 290">
              <a:extLst>
                <a:ext uri="{FF2B5EF4-FFF2-40B4-BE49-F238E27FC236}">
                  <a16:creationId xmlns:a16="http://schemas.microsoft.com/office/drawing/2014/main" id="{529B4ABC-DCF8-4737-A84B-BDB95C385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562"/>
              <a:ext cx="163" cy="146"/>
            </a:xfrm>
            <a:custGeom>
              <a:avLst/>
              <a:gdLst>
                <a:gd name="T0" fmla="*/ 36 w 237"/>
                <a:gd name="T1" fmla="*/ 68 h 212"/>
                <a:gd name="T2" fmla="*/ 67 w 237"/>
                <a:gd name="T3" fmla="*/ 16 h 212"/>
                <a:gd name="T4" fmla="*/ 46 w 237"/>
                <a:gd name="T5" fmla="*/ 4 h 212"/>
                <a:gd name="T6" fmla="*/ 36 w 237"/>
                <a:gd name="T7" fmla="*/ 1 h 212"/>
                <a:gd name="T8" fmla="*/ 17 w 237"/>
                <a:gd name="T9" fmla="*/ 9 h 212"/>
                <a:gd name="T10" fmla="*/ 6 w 237"/>
                <a:gd name="T11" fmla="*/ 50 h 212"/>
                <a:gd name="T12" fmla="*/ 39 w 237"/>
                <a:gd name="T13" fmla="*/ 69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212">
                  <a:moveTo>
                    <a:pt x="111" y="209"/>
                  </a:moveTo>
                  <a:cubicBezTo>
                    <a:pt x="185" y="207"/>
                    <a:pt x="237" y="112"/>
                    <a:pt x="208" y="48"/>
                  </a:cubicBezTo>
                  <a:cubicBezTo>
                    <a:pt x="194" y="20"/>
                    <a:pt x="166" y="23"/>
                    <a:pt x="141" y="13"/>
                  </a:cubicBezTo>
                  <a:cubicBezTo>
                    <a:pt x="129" y="8"/>
                    <a:pt x="124" y="2"/>
                    <a:pt x="109" y="1"/>
                  </a:cubicBezTo>
                  <a:cubicBezTo>
                    <a:pt x="85" y="0"/>
                    <a:pt x="68" y="12"/>
                    <a:pt x="52" y="27"/>
                  </a:cubicBezTo>
                  <a:cubicBezTo>
                    <a:pt x="17" y="60"/>
                    <a:pt x="0" y="108"/>
                    <a:pt x="17" y="154"/>
                  </a:cubicBezTo>
                  <a:cubicBezTo>
                    <a:pt x="34" y="200"/>
                    <a:pt x="72" y="212"/>
                    <a:pt x="118" y="21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Freeform 291">
              <a:extLst>
                <a:ext uri="{FF2B5EF4-FFF2-40B4-BE49-F238E27FC236}">
                  <a16:creationId xmlns:a16="http://schemas.microsoft.com/office/drawing/2014/main" id="{3C889172-FC5F-47A4-B63E-652CDAE48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76"/>
              <a:ext cx="28" cy="18"/>
            </a:xfrm>
            <a:custGeom>
              <a:avLst/>
              <a:gdLst>
                <a:gd name="T0" fmla="*/ 0 w 40"/>
                <a:gd name="T1" fmla="*/ 0 h 26"/>
                <a:gd name="T2" fmla="*/ 14 w 40"/>
                <a:gd name="T3" fmla="*/ 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6">
                  <a:moveTo>
                    <a:pt x="0" y="0"/>
                  </a:moveTo>
                  <a:cubicBezTo>
                    <a:pt x="7" y="13"/>
                    <a:pt x="26" y="26"/>
                    <a:pt x="40" y="19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1" name="Freeform 292">
              <a:extLst>
                <a:ext uri="{FF2B5EF4-FFF2-40B4-BE49-F238E27FC236}">
                  <a16:creationId xmlns:a16="http://schemas.microsoft.com/office/drawing/2014/main" id="{F47A3B7C-0FF2-4CB4-996F-2421D094A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553"/>
              <a:ext cx="15" cy="31"/>
            </a:xfrm>
            <a:custGeom>
              <a:avLst/>
              <a:gdLst>
                <a:gd name="T0" fmla="*/ 0 w 22"/>
                <a:gd name="T1" fmla="*/ 14 h 45"/>
                <a:gd name="T2" fmla="*/ 2 w 22"/>
                <a:gd name="T3" fmla="*/ 1 h 45"/>
                <a:gd name="T4" fmla="*/ 5 w 22"/>
                <a:gd name="T5" fmla="*/ 1 h 45"/>
                <a:gd name="T6" fmla="*/ 1 w 22"/>
                <a:gd name="T7" fmla="*/ 1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5">
                  <a:moveTo>
                    <a:pt x="0" y="45"/>
                  </a:moveTo>
                  <a:cubicBezTo>
                    <a:pt x="4" y="30"/>
                    <a:pt x="4" y="15"/>
                    <a:pt x="8" y="1"/>
                  </a:cubicBezTo>
                  <a:cubicBezTo>
                    <a:pt x="10" y="0"/>
                    <a:pt x="16" y="1"/>
                    <a:pt x="18" y="1"/>
                  </a:cubicBezTo>
                  <a:cubicBezTo>
                    <a:pt x="22" y="14"/>
                    <a:pt x="13" y="34"/>
                    <a:pt x="4" y="4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2" name="Freeform 293">
              <a:extLst>
                <a:ext uri="{FF2B5EF4-FFF2-40B4-BE49-F238E27FC236}">
                  <a16:creationId xmlns:a16="http://schemas.microsoft.com/office/drawing/2014/main" id="{25E0FB57-B343-4561-8A3A-F7E7BA87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625"/>
              <a:ext cx="138" cy="180"/>
            </a:xfrm>
            <a:custGeom>
              <a:avLst/>
              <a:gdLst>
                <a:gd name="T0" fmla="*/ 16 w 201"/>
                <a:gd name="T1" fmla="*/ 74 h 262"/>
                <a:gd name="T2" fmla="*/ 15 w 201"/>
                <a:gd name="T3" fmla="*/ 38 h 262"/>
                <a:gd name="T4" fmla="*/ 30 w 201"/>
                <a:gd name="T5" fmla="*/ 32 h 262"/>
                <a:gd name="T6" fmla="*/ 43 w 201"/>
                <a:gd name="T7" fmla="*/ 14 h 262"/>
                <a:gd name="T8" fmla="*/ 60 w 201"/>
                <a:gd name="T9" fmla="*/ 3 h 262"/>
                <a:gd name="T10" fmla="*/ 59 w 201"/>
                <a:gd name="T11" fmla="*/ 19 h 262"/>
                <a:gd name="T12" fmla="*/ 49 w 201"/>
                <a:gd name="T13" fmla="*/ 56 h 262"/>
                <a:gd name="T14" fmla="*/ 16 w 201"/>
                <a:gd name="T15" fmla="*/ 75 h 2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262">
                  <a:moveTo>
                    <a:pt x="50" y="228"/>
                  </a:moveTo>
                  <a:cubicBezTo>
                    <a:pt x="5" y="202"/>
                    <a:pt x="0" y="148"/>
                    <a:pt x="47" y="119"/>
                  </a:cubicBezTo>
                  <a:cubicBezTo>
                    <a:pt x="61" y="111"/>
                    <a:pt x="77" y="110"/>
                    <a:pt x="91" y="98"/>
                  </a:cubicBezTo>
                  <a:cubicBezTo>
                    <a:pt x="109" y="83"/>
                    <a:pt x="118" y="62"/>
                    <a:pt x="132" y="44"/>
                  </a:cubicBezTo>
                  <a:cubicBezTo>
                    <a:pt x="142" y="31"/>
                    <a:pt x="168" y="0"/>
                    <a:pt x="186" y="11"/>
                  </a:cubicBezTo>
                  <a:cubicBezTo>
                    <a:pt x="201" y="22"/>
                    <a:pt x="188" y="48"/>
                    <a:pt x="182" y="60"/>
                  </a:cubicBezTo>
                  <a:cubicBezTo>
                    <a:pt x="165" y="100"/>
                    <a:pt x="156" y="132"/>
                    <a:pt x="150" y="173"/>
                  </a:cubicBezTo>
                  <a:cubicBezTo>
                    <a:pt x="142" y="227"/>
                    <a:pt x="99" y="262"/>
                    <a:pt x="51" y="232"/>
                  </a:cubicBezTo>
                </a:path>
              </a:pathLst>
            </a:custGeom>
            <a:solidFill>
              <a:srgbClr val="FCE545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83" name="Freeform 294">
              <a:extLst>
                <a:ext uri="{FF2B5EF4-FFF2-40B4-BE49-F238E27FC236}">
                  <a16:creationId xmlns:a16="http://schemas.microsoft.com/office/drawing/2014/main" id="{0E316263-BF46-4256-B94D-D5E18FD65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625"/>
              <a:ext cx="138" cy="180"/>
            </a:xfrm>
            <a:custGeom>
              <a:avLst/>
              <a:gdLst>
                <a:gd name="T0" fmla="*/ 16 w 201"/>
                <a:gd name="T1" fmla="*/ 74 h 262"/>
                <a:gd name="T2" fmla="*/ 15 w 201"/>
                <a:gd name="T3" fmla="*/ 38 h 262"/>
                <a:gd name="T4" fmla="*/ 30 w 201"/>
                <a:gd name="T5" fmla="*/ 32 h 262"/>
                <a:gd name="T6" fmla="*/ 43 w 201"/>
                <a:gd name="T7" fmla="*/ 14 h 262"/>
                <a:gd name="T8" fmla="*/ 60 w 201"/>
                <a:gd name="T9" fmla="*/ 3 h 262"/>
                <a:gd name="T10" fmla="*/ 59 w 201"/>
                <a:gd name="T11" fmla="*/ 19 h 262"/>
                <a:gd name="T12" fmla="*/ 49 w 201"/>
                <a:gd name="T13" fmla="*/ 56 h 262"/>
                <a:gd name="T14" fmla="*/ 16 w 201"/>
                <a:gd name="T15" fmla="*/ 75 h 2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262">
                  <a:moveTo>
                    <a:pt x="50" y="228"/>
                  </a:moveTo>
                  <a:cubicBezTo>
                    <a:pt x="5" y="202"/>
                    <a:pt x="0" y="148"/>
                    <a:pt x="47" y="119"/>
                  </a:cubicBezTo>
                  <a:cubicBezTo>
                    <a:pt x="61" y="111"/>
                    <a:pt x="77" y="110"/>
                    <a:pt x="91" y="98"/>
                  </a:cubicBezTo>
                  <a:cubicBezTo>
                    <a:pt x="109" y="83"/>
                    <a:pt x="118" y="62"/>
                    <a:pt x="132" y="44"/>
                  </a:cubicBezTo>
                  <a:cubicBezTo>
                    <a:pt x="142" y="31"/>
                    <a:pt x="168" y="0"/>
                    <a:pt x="186" y="11"/>
                  </a:cubicBezTo>
                  <a:cubicBezTo>
                    <a:pt x="201" y="22"/>
                    <a:pt x="188" y="48"/>
                    <a:pt x="182" y="60"/>
                  </a:cubicBezTo>
                  <a:cubicBezTo>
                    <a:pt x="165" y="100"/>
                    <a:pt x="156" y="132"/>
                    <a:pt x="150" y="173"/>
                  </a:cubicBezTo>
                  <a:cubicBezTo>
                    <a:pt x="142" y="227"/>
                    <a:pt x="99" y="262"/>
                    <a:pt x="51" y="232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Freeform 295">
              <a:extLst>
                <a:ext uri="{FF2B5EF4-FFF2-40B4-BE49-F238E27FC236}">
                  <a16:creationId xmlns:a16="http://schemas.microsoft.com/office/drawing/2014/main" id="{5B8DB96E-3978-4FCA-B434-85501A541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601"/>
              <a:ext cx="24" cy="37"/>
            </a:xfrm>
            <a:custGeom>
              <a:avLst/>
              <a:gdLst>
                <a:gd name="T0" fmla="*/ 0 w 34"/>
                <a:gd name="T1" fmla="*/ 17 h 53"/>
                <a:gd name="T2" fmla="*/ 8 w 34"/>
                <a:gd name="T3" fmla="*/ 0 h 53"/>
                <a:gd name="T4" fmla="*/ 12 w 34"/>
                <a:gd name="T5" fmla="*/ 1 h 53"/>
                <a:gd name="T6" fmla="*/ 2 w 34"/>
                <a:gd name="T7" fmla="*/ 1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3">
                  <a:moveTo>
                    <a:pt x="0" y="49"/>
                  </a:moveTo>
                  <a:cubicBezTo>
                    <a:pt x="7" y="44"/>
                    <a:pt x="17" y="11"/>
                    <a:pt x="21" y="0"/>
                  </a:cubicBezTo>
                  <a:cubicBezTo>
                    <a:pt x="24" y="1"/>
                    <a:pt x="31" y="4"/>
                    <a:pt x="34" y="5"/>
                  </a:cubicBezTo>
                  <a:cubicBezTo>
                    <a:pt x="34" y="17"/>
                    <a:pt x="15" y="45"/>
                    <a:pt x="6" y="5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Freeform 296">
              <a:extLst>
                <a:ext uri="{FF2B5EF4-FFF2-40B4-BE49-F238E27FC236}">
                  <a16:creationId xmlns:a16="http://schemas.microsoft.com/office/drawing/2014/main" id="{168F5057-AC06-4AAD-B544-1AC32D0D5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39"/>
              <a:ext cx="169" cy="160"/>
            </a:xfrm>
            <a:custGeom>
              <a:avLst/>
              <a:gdLst>
                <a:gd name="T0" fmla="*/ 74 w 245"/>
                <a:gd name="T1" fmla="*/ 27 h 233"/>
                <a:gd name="T2" fmla="*/ 50 w 245"/>
                <a:gd name="T3" fmla="*/ 69 h 233"/>
                <a:gd name="T4" fmla="*/ 6 w 245"/>
                <a:gd name="T5" fmla="*/ 49 h 233"/>
                <a:gd name="T6" fmla="*/ 30 w 245"/>
                <a:gd name="T7" fmla="*/ 5 h 233"/>
                <a:gd name="T8" fmla="*/ 74 w 245"/>
                <a:gd name="T9" fmla="*/ 27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5" h="233">
                  <a:moveTo>
                    <a:pt x="228" y="83"/>
                  </a:moveTo>
                  <a:cubicBezTo>
                    <a:pt x="245" y="137"/>
                    <a:pt x="212" y="196"/>
                    <a:pt x="154" y="214"/>
                  </a:cubicBezTo>
                  <a:cubicBezTo>
                    <a:pt x="95" y="233"/>
                    <a:pt x="35" y="204"/>
                    <a:pt x="17" y="150"/>
                  </a:cubicBezTo>
                  <a:cubicBezTo>
                    <a:pt x="0" y="95"/>
                    <a:pt x="34" y="37"/>
                    <a:pt x="92" y="18"/>
                  </a:cubicBezTo>
                  <a:cubicBezTo>
                    <a:pt x="150" y="0"/>
                    <a:pt x="211" y="29"/>
                    <a:pt x="228" y="83"/>
                  </a:cubicBezTo>
                  <a:close/>
                </a:path>
              </a:pathLst>
            </a:custGeom>
            <a:solidFill>
              <a:srgbClr val="F1901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Freeform 297">
              <a:extLst>
                <a:ext uri="{FF2B5EF4-FFF2-40B4-BE49-F238E27FC236}">
                  <a16:creationId xmlns:a16="http://schemas.microsoft.com/office/drawing/2014/main" id="{AC7105EB-6292-4364-AC2D-AF20EB6D6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42"/>
              <a:ext cx="152" cy="164"/>
            </a:xfrm>
            <a:custGeom>
              <a:avLst/>
              <a:gdLst>
                <a:gd name="T0" fmla="*/ 52 w 221"/>
                <a:gd name="T1" fmla="*/ 67 h 239"/>
                <a:gd name="T2" fmla="*/ 51 w 221"/>
                <a:gd name="T3" fmla="*/ 5 h 239"/>
                <a:gd name="T4" fmla="*/ 26 w 221"/>
                <a:gd name="T5" fmla="*/ 8 h 239"/>
                <a:gd name="T6" fmla="*/ 15 w 221"/>
                <a:gd name="T7" fmla="*/ 10 h 239"/>
                <a:gd name="T8" fmla="*/ 4 w 221"/>
                <a:gd name="T9" fmla="*/ 27 h 239"/>
                <a:gd name="T10" fmla="*/ 16 w 221"/>
                <a:gd name="T11" fmla="*/ 67 h 239"/>
                <a:gd name="T12" fmla="*/ 54 w 221"/>
                <a:gd name="T13" fmla="*/ 65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239">
                  <a:moveTo>
                    <a:pt x="160" y="205"/>
                  </a:moveTo>
                  <a:cubicBezTo>
                    <a:pt x="221" y="164"/>
                    <a:pt x="214" y="56"/>
                    <a:pt x="155" y="17"/>
                  </a:cubicBezTo>
                  <a:cubicBezTo>
                    <a:pt x="128" y="0"/>
                    <a:pt x="106" y="18"/>
                    <a:pt x="80" y="23"/>
                  </a:cubicBezTo>
                  <a:cubicBezTo>
                    <a:pt x="67" y="26"/>
                    <a:pt x="59" y="23"/>
                    <a:pt x="46" y="30"/>
                  </a:cubicBezTo>
                  <a:cubicBezTo>
                    <a:pt x="26" y="42"/>
                    <a:pt x="18" y="61"/>
                    <a:pt x="12" y="83"/>
                  </a:cubicBezTo>
                  <a:cubicBezTo>
                    <a:pt x="0" y="129"/>
                    <a:pt x="11" y="179"/>
                    <a:pt x="50" y="209"/>
                  </a:cubicBezTo>
                  <a:cubicBezTo>
                    <a:pt x="89" y="239"/>
                    <a:pt x="128" y="229"/>
                    <a:pt x="165" y="203"/>
                  </a:cubicBezTo>
                </a:path>
              </a:pathLst>
            </a:custGeom>
            <a:solidFill>
              <a:srgbClr val="BE0C1D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Freeform 298">
              <a:extLst>
                <a:ext uri="{FF2B5EF4-FFF2-40B4-BE49-F238E27FC236}">
                  <a16:creationId xmlns:a16="http://schemas.microsoft.com/office/drawing/2014/main" id="{5D7AB223-D56C-4A54-8B18-9DE818E1C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42"/>
              <a:ext cx="152" cy="164"/>
            </a:xfrm>
            <a:custGeom>
              <a:avLst/>
              <a:gdLst>
                <a:gd name="T0" fmla="*/ 52 w 221"/>
                <a:gd name="T1" fmla="*/ 67 h 239"/>
                <a:gd name="T2" fmla="*/ 51 w 221"/>
                <a:gd name="T3" fmla="*/ 5 h 239"/>
                <a:gd name="T4" fmla="*/ 26 w 221"/>
                <a:gd name="T5" fmla="*/ 8 h 239"/>
                <a:gd name="T6" fmla="*/ 15 w 221"/>
                <a:gd name="T7" fmla="*/ 10 h 239"/>
                <a:gd name="T8" fmla="*/ 4 w 221"/>
                <a:gd name="T9" fmla="*/ 27 h 239"/>
                <a:gd name="T10" fmla="*/ 16 w 221"/>
                <a:gd name="T11" fmla="*/ 67 h 239"/>
                <a:gd name="T12" fmla="*/ 54 w 221"/>
                <a:gd name="T13" fmla="*/ 65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239">
                  <a:moveTo>
                    <a:pt x="160" y="205"/>
                  </a:moveTo>
                  <a:cubicBezTo>
                    <a:pt x="221" y="164"/>
                    <a:pt x="214" y="56"/>
                    <a:pt x="155" y="17"/>
                  </a:cubicBezTo>
                  <a:cubicBezTo>
                    <a:pt x="128" y="0"/>
                    <a:pt x="106" y="18"/>
                    <a:pt x="80" y="23"/>
                  </a:cubicBezTo>
                  <a:cubicBezTo>
                    <a:pt x="67" y="26"/>
                    <a:pt x="59" y="23"/>
                    <a:pt x="46" y="30"/>
                  </a:cubicBezTo>
                  <a:cubicBezTo>
                    <a:pt x="26" y="42"/>
                    <a:pt x="18" y="61"/>
                    <a:pt x="12" y="83"/>
                  </a:cubicBezTo>
                  <a:cubicBezTo>
                    <a:pt x="0" y="129"/>
                    <a:pt x="11" y="179"/>
                    <a:pt x="50" y="209"/>
                  </a:cubicBezTo>
                  <a:cubicBezTo>
                    <a:pt x="89" y="239"/>
                    <a:pt x="128" y="229"/>
                    <a:pt x="165" y="203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Freeform 299">
              <a:extLst>
                <a:ext uri="{FF2B5EF4-FFF2-40B4-BE49-F238E27FC236}">
                  <a16:creationId xmlns:a16="http://schemas.microsoft.com/office/drawing/2014/main" id="{8BCC9BB0-1D60-40F5-9F4F-BE232C59A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568"/>
              <a:ext cx="35" cy="17"/>
            </a:xfrm>
            <a:custGeom>
              <a:avLst/>
              <a:gdLst>
                <a:gd name="T0" fmla="*/ 16 w 52"/>
                <a:gd name="T1" fmla="*/ 0 h 26"/>
                <a:gd name="T2" fmla="*/ 0 w 52"/>
                <a:gd name="T3" fmla="*/ 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6">
                  <a:moveTo>
                    <a:pt x="52" y="0"/>
                  </a:moveTo>
                  <a:cubicBezTo>
                    <a:pt x="39" y="21"/>
                    <a:pt x="15" y="26"/>
                    <a:pt x="0" y="4"/>
                  </a:cubicBezTo>
                </a:path>
              </a:pathLst>
            </a:custGeom>
            <a:solidFill>
              <a:srgbClr val="BE0C1D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89" name="Freeform 300">
              <a:extLst>
                <a:ext uri="{FF2B5EF4-FFF2-40B4-BE49-F238E27FC236}">
                  <a16:creationId xmlns:a16="http://schemas.microsoft.com/office/drawing/2014/main" id="{1E30FAC6-B80E-40BB-9B0D-710ACDCE7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568"/>
              <a:ext cx="35" cy="17"/>
            </a:xfrm>
            <a:custGeom>
              <a:avLst/>
              <a:gdLst>
                <a:gd name="T0" fmla="*/ 16 w 52"/>
                <a:gd name="T1" fmla="*/ 0 h 26"/>
                <a:gd name="T2" fmla="*/ 0 w 52"/>
                <a:gd name="T3" fmla="*/ 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6">
                  <a:moveTo>
                    <a:pt x="52" y="0"/>
                  </a:moveTo>
                  <a:cubicBezTo>
                    <a:pt x="39" y="21"/>
                    <a:pt x="15" y="26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0" name="Freeform 301">
              <a:extLst>
                <a:ext uri="{FF2B5EF4-FFF2-40B4-BE49-F238E27FC236}">
                  <a16:creationId xmlns:a16="http://schemas.microsoft.com/office/drawing/2014/main" id="{19D7D699-69EA-4D11-8783-BE6C10367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54"/>
              <a:ext cx="54" cy="18"/>
            </a:xfrm>
            <a:custGeom>
              <a:avLst/>
              <a:gdLst>
                <a:gd name="T0" fmla="*/ 0 w 78"/>
                <a:gd name="T1" fmla="*/ 4 h 25"/>
                <a:gd name="T2" fmla="*/ 15 w 78"/>
                <a:gd name="T3" fmla="*/ 9 h 25"/>
                <a:gd name="T4" fmla="*/ 23 w 78"/>
                <a:gd name="T5" fmla="*/ 3 h 25"/>
                <a:gd name="T6" fmla="*/ 26 w 7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5">
                  <a:moveTo>
                    <a:pt x="0" y="13"/>
                  </a:moveTo>
                  <a:cubicBezTo>
                    <a:pt x="13" y="19"/>
                    <a:pt x="28" y="25"/>
                    <a:pt x="43" y="22"/>
                  </a:cubicBezTo>
                  <a:cubicBezTo>
                    <a:pt x="53" y="20"/>
                    <a:pt x="61" y="15"/>
                    <a:pt x="69" y="8"/>
                  </a:cubicBezTo>
                  <a:cubicBezTo>
                    <a:pt x="71" y="6"/>
                    <a:pt x="76" y="0"/>
                    <a:pt x="78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1" name="Freeform 302">
              <a:extLst>
                <a:ext uri="{FF2B5EF4-FFF2-40B4-BE49-F238E27FC236}">
                  <a16:creationId xmlns:a16="http://schemas.microsoft.com/office/drawing/2014/main" id="{2E4D3FEF-45D8-4F6F-9601-3A48BA12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601"/>
              <a:ext cx="181" cy="203"/>
            </a:xfrm>
            <a:custGeom>
              <a:avLst/>
              <a:gdLst>
                <a:gd name="T0" fmla="*/ 8 w 262"/>
                <a:gd name="T1" fmla="*/ 87 h 295"/>
                <a:gd name="T2" fmla="*/ 1 w 262"/>
                <a:gd name="T3" fmla="*/ 61 h 295"/>
                <a:gd name="T4" fmla="*/ 1 w 262"/>
                <a:gd name="T5" fmla="*/ 34 h 295"/>
                <a:gd name="T6" fmla="*/ 22 w 262"/>
                <a:gd name="T7" fmla="*/ 4 h 295"/>
                <a:gd name="T8" fmla="*/ 55 w 262"/>
                <a:gd name="T9" fmla="*/ 5 h 295"/>
                <a:gd name="T10" fmla="*/ 62 w 262"/>
                <a:gd name="T11" fmla="*/ 10 h 295"/>
                <a:gd name="T12" fmla="*/ 68 w 262"/>
                <a:gd name="T13" fmla="*/ 16 h 295"/>
                <a:gd name="T14" fmla="*/ 77 w 262"/>
                <a:gd name="T15" fmla="*/ 32 h 295"/>
                <a:gd name="T16" fmla="*/ 82 w 262"/>
                <a:gd name="T17" fmla="*/ 41 h 295"/>
                <a:gd name="T18" fmla="*/ 84 w 262"/>
                <a:gd name="T19" fmla="*/ 47 h 295"/>
                <a:gd name="T20" fmla="*/ 86 w 262"/>
                <a:gd name="T21" fmla="*/ 52 h 295"/>
                <a:gd name="T22" fmla="*/ 85 w 262"/>
                <a:gd name="T23" fmla="*/ 61 h 295"/>
                <a:gd name="T24" fmla="*/ 86 w 262"/>
                <a:gd name="T25" fmla="*/ 67 h 295"/>
                <a:gd name="T26" fmla="*/ 83 w 262"/>
                <a:gd name="T27" fmla="*/ 75 h 295"/>
                <a:gd name="T28" fmla="*/ 68 w 262"/>
                <a:gd name="T29" fmla="*/ 81 h 295"/>
                <a:gd name="T30" fmla="*/ 40 w 262"/>
                <a:gd name="T31" fmla="*/ 90 h 295"/>
                <a:gd name="T32" fmla="*/ 10 w 262"/>
                <a:gd name="T33" fmla="*/ 92 h 2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2" h="295">
                  <a:moveTo>
                    <a:pt x="26" y="268"/>
                  </a:moveTo>
                  <a:cubicBezTo>
                    <a:pt x="9" y="252"/>
                    <a:pt x="7" y="211"/>
                    <a:pt x="4" y="188"/>
                  </a:cubicBezTo>
                  <a:cubicBezTo>
                    <a:pt x="1" y="160"/>
                    <a:pt x="0" y="132"/>
                    <a:pt x="2" y="103"/>
                  </a:cubicBezTo>
                  <a:cubicBezTo>
                    <a:pt x="5" y="58"/>
                    <a:pt x="20" y="26"/>
                    <a:pt x="68" y="13"/>
                  </a:cubicBezTo>
                  <a:cubicBezTo>
                    <a:pt x="96" y="5"/>
                    <a:pt x="141" y="0"/>
                    <a:pt x="168" y="14"/>
                  </a:cubicBezTo>
                  <a:cubicBezTo>
                    <a:pt x="176" y="18"/>
                    <a:pt x="181" y="25"/>
                    <a:pt x="188" y="31"/>
                  </a:cubicBezTo>
                  <a:cubicBezTo>
                    <a:pt x="194" y="37"/>
                    <a:pt x="204" y="43"/>
                    <a:pt x="209" y="49"/>
                  </a:cubicBezTo>
                  <a:cubicBezTo>
                    <a:pt x="221" y="64"/>
                    <a:pt x="228" y="82"/>
                    <a:pt x="235" y="97"/>
                  </a:cubicBezTo>
                  <a:cubicBezTo>
                    <a:pt x="240" y="108"/>
                    <a:pt x="244" y="114"/>
                    <a:pt x="247" y="126"/>
                  </a:cubicBezTo>
                  <a:cubicBezTo>
                    <a:pt x="248" y="131"/>
                    <a:pt x="252" y="138"/>
                    <a:pt x="254" y="144"/>
                  </a:cubicBezTo>
                  <a:cubicBezTo>
                    <a:pt x="255" y="147"/>
                    <a:pt x="259" y="156"/>
                    <a:pt x="260" y="160"/>
                  </a:cubicBezTo>
                  <a:cubicBezTo>
                    <a:pt x="262" y="172"/>
                    <a:pt x="257" y="177"/>
                    <a:pt x="257" y="188"/>
                  </a:cubicBezTo>
                  <a:cubicBezTo>
                    <a:pt x="257" y="194"/>
                    <a:pt x="261" y="200"/>
                    <a:pt x="261" y="205"/>
                  </a:cubicBezTo>
                  <a:cubicBezTo>
                    <a:pt x="261" y="212"/>
                    <a:pt x="255" y="225"/>
                    <a:pt x="251" y="230"/>
                  </a:cubicBezTo>
                  <a:cubicBezTo>
                    <a:pt x="242" y="241"/>
                    <a:pt x="223" y="244"/>
                    <a:pt x="209" y="248"/>
                  </a:cubicBezTo>
                  <a:cubicBezTo>
                    <a:pt x="180" y="258"/>
                    <a:pt x="152" y="268"/>
                    <a:pt x="122" y="276"/>
                  </a:cubicBezTo>
                  <a:cubicBezTo>
                    <a:pt x="97" y="282"/>
                    <a:pt x="53" y="295"/>
                    <a:pt x="29" y="284"/>
                  </a:cubicBezTo>
                </a:path>
              </a:pathLst>
            </a:custGeom>
            <a:solidFill>
              <a:srgbClr val="F8D73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Freeform 303">
              <a:extLst>
                <a:ext uri="{FF2B5EF4-FFF2-40B4-BE49-F238E27FC236}">
                  <a16:creationId xmlns:a16="http://schemas.microsoft.com/office/drawing/2014/main" id="{2D1B3857-EF8E-47BB-A2E0-AE37930C1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601"/>
              <a:ext cx="181" cy="203"/>
            </a:xfrm>
            <a:custGeom>
              <a:avLst/>
              <a:gdLst>
                <a:gd name="T0" fmla="*/ 8 w 262"/>
                <a:gd name="T1" fmla="*/ 87 h 295"/>
                <a:gd name="T2" fmla="*/ 1 w 262"/>
                <a:gd name="T3" fmla="*/ 61 h 295"/>
                <a:gd name="T4" fmla="*/ 1 w 262"/>
                <a:gd name="T5" fmla="*/ 34 h 295"/>
                <a:gd name="T6" fmla="*/ 22 w 262"/>
                <a:gd name="T7" fmla="*/ 4 h 295"/>
                <a:gd name="T8" fmla="*/ 55 w 262"/>
                <a:gd name="T9" fmla="*/ 5 h 295"/>
                <a:gd name="T10" fmla="*/ 62 w 262"/>
                <a:gd name="T11" fmla="*/ 10 h 295"/>
                <a:gd name="T12" fmla="*/ 68 w 262"/>
                <a:gd name="T13" fmla="*/ 16 h 295"/>
                <a:gd name="T14" fmla="*/ 77 w 262"/>
                <a:gd name="T15" fmla="*/ 32 h 295"/>
                <a:gd name="T16" fmla="*/ 82 w 262"/>
                <a:gd name="T17" fmla="*/ 41 h 295"/>
                <a:gd name="T18" fmla="*/ 84 w 262"/>
                <a:gd name="T19" fmla="*/ 47 h 295"/>
                <a:gd name="T20" fmla="*/ 86 w 262"/>
                <a:gd name="T21" fmla="*/ 52 h 295"/>
                <a:gd name="T22" fmla="*/ 85 w 262"/>
                <a:gd name="T23" fmla="*/ 61 h 295"/>
                <a:gd name="T24" fmla="*/ 86 w 262"/>
                <a:gd name="T25" fmla="*/ 67 h 295"/>
                <a:gd name="T26" fmla="*/ 83 w 262"/>
                <a:gd name="T27" fmla="*/ 75 h 295"/>
                <a:gd name="T28" fmla="*/ 68 w 262"/>
                <a:gd name="T29" fmla="*/ 81 h 295"/>
                <a:gd name="T30" fmla="*/ 40 w 262"/>
                <a:gd name="T31" fmla="*/ 90 h 295"/>
                <a:gd name="T32" fmla="*/ 10 w 262"/>
                <a:gd name="T33" fmla="*/ 92 h 2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2" h="295">
                  <a:moveTo>
                    <a:pt x="26" y="268"/>
                  </a:moveTo>
                  <a:cubicBezTo>
                    <a:pt x="9" y="252"/>
                    <a:pt x="7" y="211"/>
                    <a:pt x="4" y="188"/>
                  </a:cubicBezTo>
                  <a:cubicBezTo>
                    <a:pt x="1" y="160"/>
                    <a:pt x="0" y="132"/>
                    <a:pt x="2" y="103"/>
                  </a:cubicBezTo>
                  <a:cubicBezTo>
                    <a:pt x="5" y="58"/>
                    <a:pt x="20" y="26"/>
                    <a:pt x="68" y="13"/>
                  </a:cubicBezTo>
                  <a:cubicBezTo>
                    <a:pt x="96" y="5"/>
                    <a:pt x="141" y="0"/>
                    <a:pt x="168" y="14"/>
                  </a:cubicBezTo>
                  <a:cubicBezTo>
                    <a:pt x="176" y="18"/>
                    <a:pt x="181" y="25"/>
                    <a:pt x="188" y="31"/>
                  </a:cubicBezTo>
                  <a:cubicBezTo>
                    <a:pt x="194" y="37"/>
                    <a:pt x="204" y="43"/>
                    <a:pt x="209" y="49"/>
                  </a:cubicBezTo>
                  <a:cubicBezTo>
                    <a:pt x="221" y="64"/>
                    <a:pt x="228" y="82"/>
                    <a:pt x="235" y="97"/>
                  </a:cubicBezTo>
                  <a:cubicBezTo>
                    <a:pt x="240" y="108"/>
                    <a:pt x="244" y="114"/>
                    <a:pt x="247" y="126"/>
                  </a:cubicBezTo>
                  <a:cubicBezTo>
                    <a:pt x="248" y="131"/>
                    <a:pt x="252" y="138"/>
                    <a:pt x="254" y="144"/>
                  </a:cubicBezTo>
                  <a:cubicBezTo>
                    <a:pt x="255" y="147"/>
                    <a:pt x="259" y="156"/>
                    <a:pt x="260" y="160"/>
                  </a:cubicBezTo>
                  <a:cubicBezTo>
                    <a:pt x="262" y="172"/>
                    <a:pt x="257" y="177"/>
                    <a:pt x="257" y="188"/>
                  </a:cubicBezTo>
                  <a:cubicBezTo>
                    <a:pt x="257" y="194"/>
                    <a:pt x="261" y="200"/>
                    <a:pt x="261" y="205"/>
                  </a:cubicBezTo>
                  <a:cubicBezTo>
                    <a:pt x="261" y="212"/>
                    <a:pt x="255" y="225"/>
                    <a:pt x="251" y="230"/>
                  </a:cubicBezTo>
                  <a:cubicBezTo>
                    <a:pt x="242" y="241"/>
                    <a:pt x="223" y="244"/>
                    <a:pt x="209" y="248"/>
                  </a:cubicBezTo>
                  <a:cubicBezTo>
                    <a:pt x="180" y="258"/>
                    <a:pt x="152" y="268"/>
                    <a:pt x="122" y="276"/>
                  </a:cubicBezTo>
                  <a:cubicBezTo>
                    <a:pt x="97" y="282"/>
                    <a:pt x="53" y="295"/>
                    <a:pt x="29" y="28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Freeform 304">
              <a:extLst>
                <a:ext uri="{FF2B5EF4-FFF2-40B4-BE49-F238E27FC236}">
                  <a16:creationId xmlns:a16="http://schemas.microsoft.com/office/drawing/2014/main" id="{8B85A3A6-1F8E-4C3E-9088-BA6145C91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628"/>
              <a:ext cx="44" cy="19"/>
            </a:xfrm>
            <a:custGeom>
              <a:avLst/>
              <a:gdLst>
                <a:gd name="T0" fmla="*/ 20 w 63"/>
                <a:gd name="T1" fmla="*/ 0 h 28"/>
                <a:gd name="T2" fmla="*/ 15 w 63"/>
                <a:gd name="T3" fmla="*/ 8 h 28"/>
                <a:gd name="T4" fmla="*/ 0 w 63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8">
                  <a:moveTo>
                    <a:pt x="57" y="0"/>
                  </a:moveTo>
                  <a:cubicBezTo>
                    <a:pt x="63" y="8"/>
                    <a:pt x="50" y="23"/>
                    <a:pt x="43" y="25"/>
                  </a:cubicBezTo>
                  <a:cubicBezTo>
                    <a:pt x="29" y="28"/>
                    <a:pt x="3" y="19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Freeform 305">
              <a:extLst>
                <a:ext uri="{FF2B5EF4-FFF2-40B4-BE49-F238E27FC236}">
                  <a16:creationId xmlns:a16="http://schemas.microsoft.com/office/drawing/2014/main" id="{52537957-2641-41DC-A960-31DE41334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656"/>
              <a:ext cx="38" cy="21"/>
            </a:xfrm>
            <a:custGeom>
              <a:avLst/>
              <a:gdLst>
                <a:gd name="T0" fmla="*/ 17 w 55"/>
                <a:gd name="T1" fmla="*/ 0 h 30"/>
                <a:gd name="T2" fmla="*/ 0 w 55"/>
                <a:gd name="T3" fmla="*/ 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0">
                  <a:moveTo>
                    <a:pt x="52" y="0"/>
                  </a:moveTo>
                  <a:cubicBezTo>
                    <a:pt x="55" y="20"/>
                    <a:pt x="12" y="30"/>
                    <a:pt x="0" y="22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Freeform 306">
              <a:extLst>
                <a:ext uri="{FF2B5EF4-FFF2-40B4-BE49-F238E27FC236}">
                  <a16:creationId xmlns:a16="http://schemas.microsoft.com/office/drawing/2014/main" id="{62FD1E4E-183C-46FA-9269-43628350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680"/>
              <a:ext cx="38" cy="29"/>
            </a:xfrm>
            <a:custGeom>
              <a:avLst/>
              <a:gdLst>
                <a:gd name="T0" fmla="*/ 18 w 55"/>
                <a:gd name="T1" fmla="*/ 0 h 43"/>
                <a:gd name="T2" fmla="*/ 16 w 55"/>
                <a:gd name="T3" fmla="*/ 5 h 43"/>
                <a:gd name="T4" fmla="*/ 0 w 55"/>
                <a:gd name="T5" fmla="*/ 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3">
                  <a:moveTo>
                    <a:pt x="55" y="0"/>
                  </a:moveTo>
                  <a:cubicBezTo>
                    <a:pt x="51" y="3"/>
                    <a:pt x="52" y="12"/>
                    <a:pt x="48" y="17"/>
                  </a:cubicBezTo>
                  <a:cubicBezTo>
                    <a:pt x="39" y="31"/>
                    <a:pt x="16" y="43"/>
                    <a:pt x="0" y="38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Freeform 307">
              <a:extLst>
                <a:ext uri="{FF2B5EF4-FFF2-40B4-BE49-F238E27FC236}">
                  <a16:creationId xmlns:a16="http://schemas.microsoft.com/office/drawing/2014/main" id="{8E89DFB6-2229-4657-912E-7DB179245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641"/>
              <a:ext cx="48" cy="21"/>
            </a:xfrm>
            <a:custGeom>
              <a:avLst/>
              <a:gdLst>
                <a:gd name="T0" fmla="*/ 23 w 70"/>
                <a:gd name="T1" fmla="*/ 0 h 30"/>
                <a:gd name="T2" fmla="*/ 16 w 70"/>
                <a:gd name="T3" fmla="*/ 8 h 30"/>
                <a:gd name="T4" fmla="*/ 0 w 70"/>
                <a:gd name="T5" fmla="*/ 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0">
                  <a:moveTo>
                    <a:pt x="70" y="0"/>
                  </a:moveTo>
                  <a:cubicBezTo>
                    <a:pt x="64" y="11"/>
                    <a:pt x="61" y="17"/>
                    <a:pt x="48" y="21"/>
                  </a:cubicBezTo>
                  <a:cubicBezTo>
                    <a:pt x="35" y="25"/>
                    <a:pt x="11" y="30"/>
                    <a:pt x="0" y="19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7" name="Freeform 308">
              <a:extLst>
                <a:ext uri="{FF2B5EF4-FFF2-40B4-BE49-F238E27FC236}">
                  <a16:creationId xmlns:a16="http://schemas.microsoft.com/office/drawing/2014/main" id="{9CD8B087-B430-44B7-9769-4FBCBC4D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674"/>
              <a:ext cx="48" cy="28"/>
            </a:xfrm>
            <a:custGeom>
              <a:avLst/>
              <a:gdLst>
                <a:gd name="T0" fmla="*/ 23 w 70"/>
                <a:gd name="T1" fmla="*/ 0 h 40"/>
                <a:gd name="T2" fmla="*/ 17 w 70"/>
                <a:gd name="T3" fmla="*/ 6 h 40"/>
                <a:gd name="T4" fmla="*/ 0 w 70"/>
                <a:gd name="T5" fmla="*/ 1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0">
                  <a:moveTo>
                    <a:pt x="70" y="0"/>
                  </a:moveTo>
                  <a:cubicBezTo>
                    <a:pt x="65" y="8"/>
                    <a:pt x="59" y="14"/>
                    <a:pt x="52" y="19"/>
                  </a:cubicBezTo>
                  <a:cubicBezTo>
                    <a:pt x="40" y="27"/>
                    <a:pt x="15" y="40"/>
                    <a:pt x="0" y="33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8" name="Freeform 309">
              <a:extLst>
                <a:ext uri="{FF2B5EF4-FFF2-40B4-BE49-F238E27FC236}">
                  <a16:creationId xmlns:a16="http://schemas.microsoft.com/office/drawing/2014/main" id="{F723C329-7D1E-472C-9063-AA7B5E49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06"/>
              <a:ext cx="55" cy="30"/>
            </a:xfrm>
            <a:custGeom>
              <a:avLst/>
              <a:gdLst>
                <a:gd name="T0" fmla="*/ 26 w 79"/>
                <a:gd name="T1" fmla="*/ 0 h 43"/>
                <a:gd name="T2" fmla="*/ 21 w 79"/>
                <a:gd name="T3" fmla="*/ 7 h 43"/>
                <a:gd name="T4" fmla="*/ 0 w 79"/>
                <a:gd name="T5" fmla="*/ 1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3">
                  <a:moveTo>
                    <a:pt x="79" y="0"/>
                  </a:moveTo>
                  <a:cubicBezTo>
                    <a:pt x="74" y="8"/>
                    <a:pt x="72" y="15"/>
                    <a:pt x="62" y="22"/>
                  </a:cubicBezTo>
                  <a:cubicBezTo>
                    <a:pt x="47" y="31"/>
                    <a:pt x="16" y="43"/>
                    <a:pt x="0" y="3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9" name="Freeform 310">
              <a:extLst>
                <a:ext uri="{FF2B5EF4-FFF2-40B4-BE49-F238E27FC236}">
                  <a16:creationId xmlns:a16="http://schemas.microsoft.com/office/drawing/2014/main" id="{8948EA2F-E637-4562-8B82-36867941F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654"/>
              <a:ext cx="47" cy="11"/>
            </a:xfrm>
            <a:custGeom>
              <a:avLst/>
              <a:gdLst>
                <a:gd name="T0" fmla="*/ 22 w 69"/>
                <a:gd name="T1" fmla="*/ 2 h 16"/>
                <a:gd name="T2" fmla="*/ 11 w 69"/>
                <a:gd name="T3" fmla="*/ 6 h 16"/>
                <a:gd name="T4" fmla="*/ 0 w 6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6">
                  <a:moveTo>
                    <a:pt x="69" y="6"/>
                  </a:moveTo>
                  <a:cubicBezTo>
                    <a:pt x="58" y="13"/>
                    <a:pt x="48" y="16"/>
                    <a:pt x="34" y="16"/>
                  </a:cubicBezTo>
                  <a:cubicBezTo>
                    <a:pt x="24" y="15"/>
                    <a:pt x="2" y="13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Freeform 311">
              <a:extLst>
                <a:ext uri="{FF2B5EF4-FFF2-40B4-BE49-F238E27FC236}">
                  <a16:creationId xmlns:a16="http://schemas.microsoft.com/office/drawing/2014/main" id="{15A36BD4-7329-4E99-A673-975EB61A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682"/>
              <a:ext cx="52" cy="18"/>
            </a:xfrm>
            <a:custGeom>
              <a:avLst/>
              <a:gdLst>
                <a:gd name="T0" fmla="*/ 0 w 76"/>
                <a:gd name="T1" fmla="*/ 3 h 26"/>
                <a:gd name="T2" fmla="*/ 19 w 76"/>
                <a:gd name="T3" fmla="*/ 6 h 26"/>
                <a:gd name="T4" fmla="*/ 25 w 7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26">
                  <a:moveTo>
                    <a:pt x="0" y="8"/>
                  </a:moveTo>
                  <a:cubicBezTo>
                    <a:pt x="12" y="21"/>
                    <a:pt x="45" y="26"/>
                    <a:pt x="60" y="17"/>
                  </a:cubicBezTo>
                  <a:cubicBezTo>
                    <a:pt x="67" y="13"/>
                    <a:pt x="69" y="4"/>
                    <a:pt x="76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Freeform 312">
              <a:extLst>
                <a:ext uri="{FF2B5EF4-FFF2-40B4-BE49-F238E27FC236}">
                  <a16:creationId xmlns:a16="http://schemas.microsoft.com/office/drawing/2014/main" id="{3A3AF757-2CFF-48BD-8BDD-8A8CD2A9D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717"/>
              <a:ext cx="45" cy="11"/>
            </a:xfrm>
            <a:custGeom>
              <a:avLst/>
              <a:gdLst>
                <a:gd name="T0" fmla="*/ 0 w 65"/>
                <a:gd name="T1" fmla="*/ 2 h 17"/>
                <a:gd name="T2" fmla="*/ 15 w 65"/>
                <a:gd name="T3" fmla="*/ 4 h 17"/>
                <a:gd name="T4" fmla="*/ 21 w 6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7">
                  <a:moveTo>
                    <a:pt x="0" y="8"/>
                  </a:moveTo>
                  <a:cubicBezTo>
                    <a:pt x="10" y="15"/>
                    <a:pt x="33" y="17"/>
                    <a:pt x="44" y="15"/>
                  </a:cubicBezTo>
                  <a:cubicBezTo>
                    <a:pt x="55" y="14"/>
                    <a:pt x="59" y="8"/>
                    <a:pt x="65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Freeform 313">
              <a:extLst>
                <a:ext uri="{FF2B5EF4-FFF2-40B4-BE49-F238E27FC236}">
                  <a16:creationId xmlns:a16="http://schemas.microsoft.com/office/drawing/2014/main" id="{BA11E441-6EF5-4EB5-8689-277ADFBC6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751"/>
              <a:ext cx="57" cy="18"/>
            </a:xfrm>
            <a:custGeom>
              <a:avLst/>
              <a:gdLst>
                <a:gd name="T0" fmla="*/ 0 w 82"/>
                <a:gd name="T1" fmla="*/ 2 h 26"/>
                <a:gd name="T2" fmla="*/ 9 w 82"/>
                <a:gd name="T3" fmla="*/ 6 h 26"/>
                <a:gd name="T4" fmla="*/ 28 w 8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6">
                  <a:moveTo>
                    <a:pt x="0" y="7"/>
                  </a:moveTo>
                  <a:cubicBezTo>
                    <a:pt x="3" y="10"/>
                    <a:pt x="19" y="17"/>
                    <a:pt x="27" y="19"/>
                  </a:cubicBezTo>
                  <a:cubicBezTo>
                    <a:pt x="51" y="26"/>
                    <a:pt x="70" y="23"/>
                    <a:pt x="82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Freeform 314">
              <a:extLst>
                <a:ext uri="{FF2B5EF4-FFF2-40B4-BE49-F238E27FC236}">
                  <a16:creationId xmlns:a16="http://schemas.microsoft.com/office/drawing/2014/main" id="{89BD7FD5-6FF8-4400-B307-E2D02D84E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719"/>
              <a:ext cx="41" cy="31"/>
            </a:xfrm>
            <a:custGeom>
              <a:avLst/>
              <a:gdLst>
                <a:gd name="T0" fmla="*/ 17 w 59"/>
                <a:gd name="T1" fmla="*/ 0 h 46"/>
                <a:gd name="T2" fmla="*/ 15 w 59"/>
                <a:gd name="T3" fmla="*/ 7 h 46"/>
                <a:gd name="T4" fmla="*/ 0 w 59"/>
                <a:gd name="T5" fmla="*/ 1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6">
                  <a:moveTo>
                    <a:pt x="51" y="0"/>
                  </a:moveTo>
                  <a:cubicBezTo>
                    <a:pt x="59" y="3"/>
                    <a:pt x="46" y="22"/>
                    <a:pt x="43" y="25"/>
                  </a:cubicBezTo>
                  <a:cubicBezTo>
                    <a:pt x="33" y="36"/>
                    <a:pt x="15" y="46"/>
                    <a:pt x="0" y="4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Freeform 315">
              <a:extLst>
                <a:ext uri="{FF2B5EF4-FFF2-40B4-BE49-F238E27FC236}">
                  <a16:creationId xmlns:a16="http://schemas.microsoft.com/office/drawing/2014/main" id="{917B9695-9280-421E-9121-4A2C43EF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92"/>
              <a:ext cx="188" cy="188"/>
            </a:xfrm>
            <a:custGeom>
              <a:avLst/>
              <a:gdLst>
                <a:gd name="T0" fmla="*/ 35 w 272"/>
                <a:gd name="T1" fmla="*/ 75 h 273"/>
                <a:gd name="T2" fmla="*/ 0 w 272"/>
                <a:gd name="T3" fmla="*/ 7 h 273"/>
                <a:gd name="T4" fmla="*/ 16 w 272"/>
                <a:gd name="T5" fmla="*/ 21 h 273"/>
                <a:gd name="T6" fmla="*/ 45 w 272"/>
                <a:gd name="T7" fmla="*/ 65 h 273"/>
                <a:gd name="T8" fmla="*/ 37 w 272"/>
                <a:gd name="T9" fmla="*/ 0 h 273"/>
                <a:gd name="T10" fmla="*/ 52 w 272"/>
                <a:gd name="T11" fmla="*/ 63 h 273"/>
                <a:gd name="T12" fmla="*/ 55 w 272"/>
                <a:gd name="T13" fmla="*/ 35 h 273"/>
                <a:gd name="T14" fmla="*/ 66 w 272"/>
                <a:gd name="T15" fmla="*/ 7 h 273"/>
                <a:gd name="T16" fmla="*/ 64 w 272"/>
                <a:gd name="T17" fmla="*/ 32 h 273"/>
                <a:gd name="T18" fmla="*/ 57 w 272"/>
                <a:gd name="T19" fmla="*/ 67 h 273"/>
                <a:gd name="T20" fmla="*/ 69 w 272"/>
                <a:gd name="T21" fmla="*/ 41 h 273"/>
                <a:gd name="T22" fmla="*/ 86 w 272"/>
                <a:gd name="T23" fmla="*/ 19 h 273"/>
                <a:gd name="T24" fmla="*/ 79 w 272"/>
                <a:gd name="T25" fmla="*/ 45 h 273"/>
                <a:gd name="T26" fmla="*/ 62 w 272"/>
                <a:gd name="T27" fmla="*/ 81 h 273"/>
                <a:gd name="T28" fmla="*/ 76 w 272"/>
                <a:gd name="T29" fmla="*/ 56 h 273"/>
                <a:gd name="T30" fmla="*/ 60 w 272"/>
                <a:gd name="T31" fmla="*/ 89 h 273"/>
                <a:gd name="T32" fmla="*/ 60 w 272"/>
                <a:gd name="T33" fmla="*/ 88 h 27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2" h="273">
                  <a:moveTo>
                    <a:pt x="105" y="229"/>
                  </a:moveTo>
                  <a:cubicBezTo>
                    <a:pt x="84" y="156"/>
                    <a:pt x="42" y="83"/>
                    <a:pt x="0" y="20"/>
                  </a:cubicBezTo>
                  <a:cubicBezTo>
                    <a:pt x="14" y="31"/>
                    <a:pt x="34" y="51"/>
                    <a:pt x="48" y="66"/>
                  </a:cubicBezTo>
                  <a:cubicBezTo>
                    <a:pt x="85" y="108"/>
                    <a:pt x="109" y="153"/>
                    <a:pt x="136" y="201"/>
                  </a:cubicBezTo>
                  <a:cubicBezTo>
                    <a:pt x="120" y="134"/>
                    <a:pt x="103" y="70"/>
                    <a:pt x="111" y="0"/>
                  </a:cubicBezTo>
                  <a:cubicBezTo>
                    <a:pt x="129" y="65"/>
                    <a:pt x="146" y="128"/>
                    <a:pt x="156" y="195"/>
                  </a:cubicBezTo>
                  <a:cubicBezTo>
                    <a:pt x="153" y="166"/>
                    <a:pt x="159" y="136"/>
                    <a:pt x="165" y="107"/>
                  </a:cubicBezTo>
                  <a:cubicBezTo>
                    <a:pt x="169" y="84"/>
                    <a:pt x="177" y="36"/>
                    <a:pt x="198" y="22"/>
                  </a:cubicBezTo>
                  <a:cubicBezTo>
                    <a:pt x="208" y="40"/>
                    <a:pt x="197" y="78"/>
                    <a:pt x="194" y="97"/>
                  </a:cubicBezTo>
                  <a:cubicBezTo>
                    <a:pt x="188" y="134"/>
                    <a:pt x="180" y="171"/>
                    <a:pt x="173" y="208"/>
                  </a:cubicBezTo>
                  <a:cubicBezTo>
                    <a:pt x="188" y="182"/>
                    <a:pt x="195" y="152"/>
                    <a:pt x="209" y="125"/>
                  </a:cubicBezTo>
                  <a:cubicBezTo>
                    <a:pt x="220" y="104"/>
                    <a:pt x="237" y="66"/>
                    <a:pt x="262" y="57"/>
                  </a:cubicBezTo>
                  <a:cubicBezTo>
                    <a:pt x="272" y="81"/>
                    <a:pt x="250" y="116"/>
                    <a:pt x="240" y="136"/>
                  </a:cubicBezTo>
                  <a:cubicBezTo>
                    <a:pt x="222" y="172"/>
                    <a:pt x="197" y="211"/>
                    <a:pt x="188" y="250"/>
                  </a:cubicBezTo>
                  <a:cubicBezTo>
                    <a:pt x="210" y="227"/>
                    <a:pt x="214" y="196"/>
                    <a:pt x="230" y="170"/>
                  </a:cubicBezTo>
                  <a:cubicBezTo>
                    <a:pt x="221" y="206"/>
                    <a:pt x="201" y="242"/>
                    <a:pt x="182" y="273"/>
                  </a:cubicBezTo>
                  <a:cubicBezTo>
                    <a:pt x="182" y="272"/>
                    <a:pt x="183" y="271"/>
                    <a:pt x="183" y="270"/>
                  </a:cubicBezTo>
                </a:path>
              </a:pathLst>
            </a:custGeom>
            <a:solidFill>
              <a:srgbClr val="467828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05" name="Freeform 316">
              <a:extLst>
                <a:ext uri="{FF2B5EF4-FFF2-40B4-BE49-F238E27FC236}">
                  <a16:creationId xmlns:a16="http://schemas.microsoft.com/office/drawing/2014/main" id="{5A190AA1-4391-4684-826D-7E3A809EF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92"/>
              <a:ext cx="188" cy="188"/>
            </a:xfrm>
            <a:custGeom>
              <a:avLst/>
              <a:gdLst>
                <a:gd name="T0" fmla="*/ 35 w 272"/>
                <a:gd name="T1" fmla="*/ 75 h 273"/>
                <a:gd name="T2" fmla="*/ 0 w 272"/>
                <a:gd name="T3" fmla="*/ 7 h 273"/>
                <a:gd name="T4" fmla="*/ 16 w 272"/>
                <a:gd name="T5" fmla="*/ 21 h 273"/>
                <a:gd name="T6" fmla="*/ 45 w 272"/>
                <a:gd name="T7" fmla="*/ 65 h 273"/>
                <a:gd name="T8" fmla="*/ 37 w 272"/>
                <a:gd name="T9" fmla="*/ 0 h 273"/>
                <a:gd name="T10" fmla="*/ 52 w 272"/>
                <a:gd name="T11" fmla="*/ 63 h 273"/>
                <a:gd name="T12" fmla="*/ 55 w 272"/>
                <a:gd name="T13" fmla="*/ 35 h 273"/>
                <a:gd name="T14" fmla="*/ 66 w 272"/>
                <a:gd name="T15" fmla="*/ 7 h 273"/>
                <a:gd name="T16" fmla="*/ 64 w 272"/>
                <a:gd name="T17" fmla="*/ 32 h 273"/>
                <a:gd name="T18" fmla="*/ 57 w 272"/>
                <a:gd name="T19" fmla="*/ 67 h 273"/>
                <a:gd name="T20" fmla="*/ 69 w 272"/>
                <a:gd name="T21" fmla="*/ 41 h 273"/>
                <a:gd name="T22" fmla="*/ 86 w 272"/>
                <a:gd name="T23" fmla="*/ 19 h 273"/>
                <a:gd name="T24" fmla="*/ 79 w 272"/>
                <a:gd name="T25" fmla="*/ 45 h 273"/>
                <a:gd name="T26" fmla="*/ 62 w 272"/>
                <a:gd name="T27" fmla="*/ 81 h 273"/>
                <a:gd name="T28" fmla="*/ 76 w 272"/>
                <a:gd name="T29" fmla="*/ 56 h 273"/>
                <a:gd name="T30" fmla="*/ 60 w 272"/>
                <a:gd name="T31" fmla="*/ 89 h 273"/>
                <a:gd name="T32" fmla="*/ 60 w 272"/>
                <a:gd name="T33" fmla="*/ 88 h 27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2" h="273">
                  <a:moveTo>
                    <a:pt x="105" y="229"/>
                  </a:moveTo>
                  <a:cubicBezTo>
                    <a:pt x="84" y="156"/>
                    <a:pt x="42" y="83"/>
                    <a:pt x="0" y="20"/>
                  </a:cubicBezTo>
                  <a:cubicBezTo>
                    <a:pt x="14" y="31"/>
                    <a:pt x="34" y="51"/>
                    <a:pt x="48" y="66"/>
                  </a:cubicBezTo>
                  <a:cubicBezTo>
                    <a:pt x="85" y="108"/>
                    <a:pt x="109" y="153"/>
                    <a:pt x="136" y="201"/>
                  </a:cubicBezTo>
                  <a:cubicBezTo>
                    <a:pt x="120" y="134"/>
                    <a:pt x="103" y="70"/>
                    <a:pt x="111" y="0"/>
                  </a:cubicBezTo>
                  <a:cubicBezTo>
                    <a:pt x="129" y="65"/>
                    <a:pt x="146" y="128"/>
                    <a:pt x="156" y="195"/>
                  </a:cubicBezTo>
                  <a:cubicBezTo>
                    <a:pt x="153" y="166"/>
                    <a:pt x="159" y="136"/>
                    <a:pt x="165" y="107"/>
                  </a:cubicBezTo>
                  <a:cubicBezTo>
                    <a:pt x="169" y="84"/>
                    <a:pt x="177" y="36"/>
                    <a:pt x="198" y="22"/>
                  </a:cubicBezTo>
                  <a:cubicBezTo>
                    <a:pt x="208" y="40"/>
                    <a:pt x="197" y="78"/>
                    <a:pt x="194" y="97"/>
                  </a:cubicBezTo>
                  <a:cubicBezTo>
                    <a:pt x="188" y="134"/>
                    <a:pt x="180" y="171"/>
                    <a:pt x="173" y="208"/>
                  </a:cubicBezTo>
                  <a:cubicBezTo>
                    <a:pt x="188" y="182"/>
                    <a:pt x="195" y="152"/>
                    <a:pt x="209" y="125"/>
                  </a:cubicBezTo>
                  <a:cubicBezTo>
                    <a:pt x="220" y="104"/>
                    <a:pt x="237" y="66"/>
                    <a:pt x="262" y="57"/>
                  </a:cubicBezTo>
                  <a:cubicBezTo>
                    <a:pt x="272" y="81"/>
                    <a:pt x="250" y="116"/>
                    <a:pt x="240" y="136"/>
                  </a:cubicBezTo>
                  <a:cubicBezTo>
                    <a:pt x="222" y="172"/>
                    <a:pt x="197" y="211"/>
                    <a:pt x="188" y="250"/>
                  </a:cubicBezTo>
                  <a:cubicBezTo>
                    <a:pt x="210" y="227"/>
                    <a:pt x="214" y="196"/>
                    <a:pt x="230" y="170"/>
                  </a:cubicBezTo>
                  <a:cubicBezTo>
                    <a:pt x="221" y="206"/>
                    <a:pt x="201" y="242"/>
                    <a:pt x="182" y="273"/>
                  </a:cubicBezTo>
                  <a:cubicBezTo>
                    <a:pt x="182" y="272"/>
                    <a:pt x="183" y="271"/>
                    <a:pt x="183" y="27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6" name="Freeform 317">
              <a:extLst>
                <a:ext uri="{FF2B5EF4-FFF2-40B4-BE49-F238E27FC236}">
                  <a16:creationId xmlns:a16="http://schemas.microsoft.com/office/drawing/2014/main" id="{7E634D87-177C-49A0-BE23-887F12032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361"/>
              <a:ext cx="229" cy="188"/>
            </a:xfrm>
            <a:custGeom>
              <a:avLst/>
              <a:gdLst>
                <a:gd name="T0" fmla="*/ 43 w 333"/>
                <a:gd name="T1" fmla="*/ 79 h 274"/>
                <a:gd name="T2" fmla="*/ 41 w 333"/>
                <a:gd name="T3" fmla="*/ 73 h 274"/>
                <a:gd name="T4" fmla="*/ 25 w 333"/>
                <a:gd name="T5" fmla="*/ 42 h 274"/>
                <a:gd name="T6" fmla="*/ 0 w 333"/>
                <a:gd name="T7" fmla="*/ 23 h 274"/>
                <a:gd name="T8" fmla="*/ 36 w 333"/>
                <a:gd name="T9" fmla="*/ 48 h 274"/>
                <a:gd name="T10" fmla="*/ 25 w 333"/>
                <a:gd name="T11" fmla="*/ 28 h 274"/>
                <a:gd name="T12" fmla="*/ 6 w 333"/>
                <a:gd name="T13" fmla="*/ 1 h 274"/>
                <a:gd name="T14" fmla="*/ 38 w 333"/>
                <a:gd name="T15" fmla="*/ 27 h 274"/>
                <a:gd name="T16" fmla="*/ 52 w 333"/>
                <a:gd name="T17" fmla="*/ 50 h 274"/>
                <a:gd name="T18" fmla="*/ 55 w 333"/>
                <a:gd name="T19" fmla="*/ 60 h 274"/>
                <a:gd name="T20" fmla="*/ 54 w 333"/>
                <a:gd name="T21" fmla="*/ 55 h 274"/>
                <a:gd name="T22" fmla="*/ 50 w 333"/>
                <a:gd name="T23" fmla="*/ 32 h 274"/>
                <a:gd name="T24" fmla="*/ 43 w 333"/>
                <a:gd name="T25" fmla="*/ 0 h 274"/>
                <a:gd name="T26" fmla="*/ 52 w 333"/>
                <a:gd name="T27" fmla="*/ 22 h 274"/>
                <a:gd name="T28" fmla="*/ 63 w 333"/>
                <a:gd name="T29" fmla="*/ 50 h 274"/>
                <a:gd name="T30" fmla="*/ 63 w 333"/>
                <a:gd name="T31" fmla="*/ 26 h 274"/>
                <a:gd name="T32" fmla="*/ 72 w 333"/>
                <a:gd name="T33" fmla="*/ 1 h 274"/>
                <a:gd name="T34" fmla="*/ 70 w 333"/>
                <a:gd name="T35" fmla="*/ 23 h 274"/>
                <a:gd name="T36" fmla="*/ 70 w 333"/>
                <a:gd name="T37" fmla="*/ 58 h 274"/>
                <a:gd name="T38" fmla="*/ 82 w 333"/>
                <a:gd name="T39" fmla="*/ 29 h 274"/>
                <a:gd name="T40" fmla="*/ 104 w 333"/>
                <a:gd name="T41" fmla="*/ 5 h 274"/>
                <a:gd name="T42" fmla="*/ 98 w 333"/>
                <a:gd name="T43" fmla="*/ 23 h 274"/>
                <a:gd name="T44" fmla="*/ 81 w 333"/>
                <a:gd name="T45" fmla="*/ 64 h 274"/>
                <a:gd name="T46" fmla="*/ 90 w 333"/>
                <a:gd name="T47" fmla="*/ 50 h 274"/>
                <a:gd name="T48" fmla="*/ 104 w 333"/>
                <a:gd name="T49" fmla="*/ 38 h 274"/>
                <a:gd name="T50" fmla="*/ 90 w 333"/>
                <a:gd name="T51" fmla="*/ 57 h 274"/>
                <a:gd name="T52" fmla="*/ 69 w 333"/>
                <a:gd name="T53" fmla="*/ 77 h 274"/>
                <a:gd name="T54" fmla="*/ 63 w 333"/>
                <a:gd name="T55" fmla="*/ 89 h 2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3" h="274">
                  <a:moveTo>
                    <a:pt x="134" y="245"/>
                  </a:moveTo>
                  <a:cubicBezTo>
                    <a:pt x="136" y="241"/>
                    <a:pt x="130" y="230"/>
                    <a:pt x="126" y="224"/>
                  </a:cubicBezTo>
                  <a:cubicBezTo>
                    <a:pt x="110" y="193"/>
                    <a:pt x="94" y="159"/>
                    <a:pt x="75" y="130"/>
                  </a:cubicBezTo>
                  <a:cubicBezTo>
                    <a:pt x="55" y="100"/>
                    <a:pt x="28" y="87"/>
                    <a:pt x="0" y="71"/>
                  </a:cubicBezTo>
                  <a:cubicBezTo>
                    <a:pt x="44" y="79"/>
                    <a:pt x="87" y="111"/>
                    <a:pt x="110" y="149"/>
                  </a:cubicBezTo>
                  <a:cubicBezTo>
                    <a:pt x="95" y="133"/>
                    <a:pt x="88" y="107"/>
                    <a:pt x="78" y="88"/>
                  </a:cubicBezTo>
                  <a:cubicBezTo>
                    <a:pt x="62" y="57"/>
                    <a:pt x="42" y="27"/>
                    <a:pt x="19" y="2"/>
                  </a:cubicBezTo>
                  <a:cubicBezTo>
                    <a:pt x="56" y="21"/>
                    <a:pt x="91" y="53"/>
                    <a:pt x="117" y="85"/>
                  </a:cubicBezTo>
                  <a:cubicBezTo>
                    <a:pt x="135" y="106"/>
                    <a:pt x="146" y="132"/>
                    <a:pt x="159" y="156"/>
                  </a:cubicBezTo>
                  <a:cubicBezTo>
                    <a:pt x="164" y="165"/>
                    <a:pt x="172" y="177"/>
                    <a:pt x="170" y="187"/>
                  </a:cubicBezTo>
                  <a:cubicBezTo>
                    <a:pt x="167" y="183"/>
                    <a:pt x="166" y="177"/>
                    <a:pt x="165" y="171"/>
                  </a:cubicBezTo>
                  <a:cubicBezTo>
                    <a:pt x="160" y="148"/>
                    <a:pt x="157" y="124"/>
                    <a:pt x="152" y="101"/>
                  </a:cubicBezTo>
                  <a:cubicBezTo>
                    <a:pt x="146" y="68"/>
                    <a:pt x="143" y="32"/>
                    <a:pt x="131" y="0"/>
                  </a:cubicBezTo>
                  <a:cubicBezTo>
                    <a:pt x="143" y="23"/>
                    <a:pt x="154" y="45"/>
                    <a:pt x="162" y="69"/>
                  </a:cubicBezTo>
                  <a:cubicBezTo>
                    <a:pt x="172" y="97"/>
                    <a:pt x="178" y="129"/>
                    <a:pt x="192" y="155"/>
                  </a:cubicBezTo>
                  <a:cubicBezTo>
                    <a:pt x="184" y="132"/>
                    <a:pt x="188" y="103"/>
                    <a:pt x="195" y="80"/>
                  </a:cubicBezTo>
                  <a:cubicBezTo>
                    <a:pt x="201" y="56"/>
                    <a:pt x="208" y="23"/>
                    <a:pt x="222" y="3"/>
                  </a:cubicBezTo>
                  <a:cubicBezTo>
                    <a:pt x="231" y="12"/>
                    <a:pt x="218" y="58"/>
                    <a:pt x="217" y="70"/>
                  </a:cubicBezTo>
                  <a:cubicBezTo>
                    <a:pt x="214" y="105"/>
                    <a:pt x="210" y="143"/>
                    <a:pt x="215" y="178"/>
                  </a:cubicBezTo>
                  <a:cubicBezTo>
                    <a:pt x="231" y="152"/>
                    <a:pt x="236" y="117"/>
                    <a:pt x="252" y="89"/>
                  </a:cubicBezTo>
                  <a:cubicBezTo>
                    <a:pt x="267" y="63"/>
                    <a:pt x="289" y="27"/>
                    <a:pt x="318" y="15"/>
                  </a:cubicBezTo>
                  <a:cubicBezTo>
                    <a:pt x="321" y="32"/>
                    <a:pt x="306" y="55"/>
                    <a:pt x="299" y="70"/>
                  </a:cubicBezTo>
                  <a:cubicBezTo>
                    <a:pt x="280" y="112"/>
                    <a:pt x="268" y="158"/>
                    <a:pt x="248" y="199"/>
                  </a:cubicBezTo>
                  <a:cubicBezTo>
                    <a:pt x="256" y="183"/>
                    <a:pt x="265" y="168"/>
                    <a:pt x="278" y="155"/>
                  </a:cubicBezTo>
                  <a:cubicBezTo>
                    <a:pt x="288" y="145"/>
                    <a:pt x="305" y="123"/>
                    <a:pt x="320" y="119"/>
                  </a:cubicBezTo>
                  <a:cubicBezTo>
                    <a:pt x="333" y="137"/>
                    <a:pt x="287" y="166"/>
                    <a:pt x="276" y="176"/>
                  </a:cubicBezTo>
                  <a:cubicBezTo>
                    <a:pt x="255" y="195"/>
                    <a:pt x="231" y="215"/>
                    <a:pt x="213" y="237"/>
                  </a:cubicBezTo>
                  <a:cubicBezTo>
                    <a:pt x="205" y="247"/>
                    <a:pt x="197" y="265"/>
                    <a:pt x="192" y="274"/>
                  </a:cubicBezTo>
                </a:path>
              </a:pathLst>
            </a:custGeom>
            <a:solidFill>
              <a:srgbClr val="467828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318">
              <a:extLst>
                <a:ext uri="{FF2B5EF4-FFF2-40B4-BE49-F238E27FC236}">
                  <a16:creationId xmlns:a16="http://schemas.microsoft.com/office/drawing/2014/main" id="{35A66026-F289-45E7-8874-3FC4D25A5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361"/>
              <a:ext cx="229" cy="188"/>
            </a:xfrm>
            <a:custGeom>
              <a:avLst/>
              <a:gdLst>
                <a:gd name="T0" fmla="*/ 43 w 333"/>
                <a:gd name="T1" fmla="*/ 79 h 274"/>
                <a:gd name="T2" fmla="*/ 41 w 333"/>
                <a:gd name="T3" fmla="*/ 73 h 274"/>
                <a:gd name="T4" fmla="*/ 25 w 333"/>
                <a:gd name="T5" fmla="*/ 42 h 274"/>
                <a:gd name="T6" fmla="*/ 0 w 333"/>
                <a:gd name="T7" fmla="*/ 23 h 274"/>
                <a:gd name="T8" fmla="*/ 36 w 333"/>
                <a:gd name="T9" fmla="*/ 48 h 274"/>
                <a:gd name="T10" fmla="*/ 25 w 333"/>
                <a:gd name="T11" fmla="*/ 28 h 274"/>
                <a:gd name="T12" fmla="*/ 6 w 333"/>
                <a:gd name="T13" fmla="*/ 1 h 274"/>
                <a:gd name="T14" fmla="*/ 38 w 333"/>
                <a:gd name="T15" fmla="*/ 27 h 274"/>
                <a:gd name="T16" fmla="*/ 52 w 333"/>
                <a:gd name="T17" fmla="*/ 50 h 274"/>
                <a:gd name="T18" fmla="*/ 55 w 333"/>
                <a:gd name="T19" fmla="*/ 60 h 274"/>
                <a:gd name="T20" fmla="*/ 54 w 333"/>
                <a:gd name="T21" fmla="*/ 55 h 274"/>
                <a:gd name="T22" fmla="*/ 50 w 333"/>
                <a:gd name="T23" fmla="*/ 32 h 274"/>
                <a:gd name="T24" fmla="*/ 43 w 333"/>
                <a:gd name="T25" fmla="*/ 0 h 274"/>
                <a:gd name="T26" fmla="*/ 52 w 333"/>
                <a:gd name="T27" fmla="*/ 22 h 274"/>
                <a:gd name="T28" fmla="*/ 63 w 333"/>
                <a:gd name="T29" fmla="*/ 50 h 274"/>
                <a:gd name="T30" fmla="*/ 63 w 333"/>
                <a:gd name="T31" fmla="*/ 26 h 274"/>
                <a:gd name="T32" fmla="*/ 72 w 333"/>
                <a:gd name="T33" fmla="*/ 1 h 274"/>
                <a:gd name="T34" fmla="*/ 70 w 333"/>
                <a:gd name="T35" fmla="*/ 23 h 274"/>
                <a:gd name="T36" fmla="*/ 70 w 333"/>
                <a:gd name="T37" fmla="*/ 58 h 274"/>
                <a:gd name="T38" fmla="*/ 82 w 333"/>
                <a:gd name="T39" fmla="*/ 29 h 274"/>
                <a:gd name="T40" fmla="*/ 104 w 333"/>
                <a:gd name="T41" fmla="*/ 5 h 274"/>
                <a:gd name="T42" fmla="*/ 98 w 333"/>
                <a:gd name="T43" fmla="*/ 23 h 274"/>
                <a:gd name="T44" fmla="*/ 81 w 333"/>
                <a:gd name="T45" fmla="*/ 64 h 274"/>
                <a:gd name="T46" fmla="*/ 90 w 333"/>
                <a:gd name="T47" fmla="*/ 50 h 274"/>
                <a:gd name="T48" fmla="*/ 104 w 333"/>
                <a:gd name="T49" fmla="*/ 38 h 274"/>
                <a:gd name="T50" fmla="*/ 90 w 333"/>
                <a:gd name="T51" fmla="*/ 57 h 274"/>
                <a:gd name="T52" fmla="*/ 69 w 333"/>
                <a:gd name="T53" fmla="*/ 77 h 274"/>
                <a:gd name="T54" fmla="*/ 63 w 333"/>
                <a:gd name="T55" fmla="*/ 89 h 2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3" h="274">
                  <a:moveTo>
                    <a:pt x="134" y="245"/>
                  </a:moveTo>
                  <a:cubicBezTo>
                    <a:pt x="136" y="241"/>
                    <a:pt x="130" y="230"/>
                    <a:pt x="126" y="224"/>
                  </a:cubicBezTo>
                  <a:cubicBezTo>
                    <a:pt x="110" y="193"/>
                    <a:pt x="94" y="159"/>
                    <a:pt x="75" y="130"/>
                  </a:cubicBezTo>
                  <a:cubicBezTo>
                    <a:pt x="55" y="100"/>
                    <a:pt x="28" y="87"/>
                    <a:pt x="0" y="71"/>
                  </a:cubicBezTo>
                  <a:cubicBezTo>
                    <a:pt x="44" y="79"/>
                    <a:pt x="87" y="111"/>
                    <a:pt x="110" y="149"/>
                  </a:cubicBezTo>
                  <a:cubicBezTo>
                    <a:pt x="95" y="133"/>
                    <a:pt x="88" y="107"/>
                    <a:pt x="78" y="88"/>
                  </a:cubicBezTo>
                  <a:cubicBezTo>
                    <a:pt x="62" y="57"/>
                    <a:pt x="42" y="27"/>
                    <a:pt x="19" y="2"/>
                  </a:cubicBezTo>
                  <a:cubicBezTo>
                    <a:pt x="56" y="21"/>
                    <a:pt x="91" y="53"/>
                    <a:pt x="117" y="85"/>
                  </a:cubicBezTo>
                  <a:cubicBezTo>
                    <a:pt x="135" y="106"/>
                    <a:pt x="146" y="132"/>
                    <a:pt x="159" y="156"/>
                  </a:cubicBezTo>
                  <a:cubicBezTo>
                    <a:pt x="164" y="165"/>
                    <a:pt x="172" y="177"/>
                    <a:pt x="170" y="187"/>
                  </a:cubicBezTo>
                  <a:cubicBezTo>
                    <a:pt x="167" y="183"/>
                    <a:pt x="166" y="177"/>
                    <a:pt x="165" y="171"/>
                  </a:cubicBezTo>
                  <a:cubicBezTo>
                    <a:pt x="160" y="148"/>
                    <a:pt x="157" y="124"/>
                    <a:pt x="152" y="101"/>
                  </a:cubicBezTo>
                  <a:cubicBezTo>
                    <a:pt x="146" y="68"/>
                    <a:pt x="143" y="32"/>
                    <a:pt x="131" y="0"/>
                  </a:cubicBezTo>
                  <a:cubicBezTo>
                    <a:pt x="143" y="23"/>
                    <a:pt x="154" y="45"/>
                    <a:pt x="162" y="69"/>
                  </a:cubicBezTo>
                  <a:cubicBezTo>
                    <a:pt x="172" y="97"/>
                    <a:pt x="178" y="129"/>
                    <a:pt x="192" y="155"/>
                  </a:cubicBezTo>
                  <a:cubicBezTo>
                    <a:pt x="184" y="132"/>
                    <a:pt x="188" y="103"/>
                    <a:pt x="195" y="80"/>
                  </a:cubicBezTo>
                  <a:cubicBezTo>
                    <a:pt x="201" y="56"/>
                    <a:pt x="208" y="23"/>
                    <a:pt x="222" y="3"/>
                  </a:cubicBezTo>
                  <a:cubicBezTo>
                    <a:pt x="231" y="12"/>
                    <a:pt x="218" y="58"/>
                    <a:pt x="217" y="70"/>
                  </a:cubicBezTo>
                  <a:cubicBezTo>
                    <a:pt x="214" y="105"/>
                    <a:pt x="210" y="143"/>
                    <a:pt x="215" y="178"/>
                  </a:cubicBezTo>
                  <a:cubicBezTo>
                    <a:pt x="231" y="152"/>
                    <a:pt x="236" y="117"/>
                    <a:pt x="252" y="89"/>
                  </a:cubicBezTo>
                  <a:cubicBezTo>
                    <a:pt x="267" y="63"/>
                    <a:pt x="289" y="27"/>
                    <a:pt x="318" y="15"/>
                  </a:cubicBezTo>
                  <a:cubicBezTo>
                    <a:pt x="321" y="32"/>
                    <a:pt x="306" y="55"/>
                    <a:pt x="299" y="70"/>
                  </a:cubicBezTo>
                  <a:cubicBezTo>
                    <a:pt x="280" y="112"/>
                    <a:pt x="268" y="158"/>
                    <a:pt x="248" y="199"/>
                  </a:cubicBezTo>
                  <a:cubicBezTo>
                    <a:pt x="256" y="183"/>
                    <a:pt x="265" y="168"/>
                    <a:pt x="278" y="155"/>
                  </a:cubicBezTo>
                  <a:cubicBezTo>
                    <a:pt x="288" y="145"/>
                    <a:pt x="305" y="123"/>
                    <a:pt x="320" y="119"/>
                  </a:cubicBezTo>
                  <a:cubicBezTo>
                    <a:pt x="333" y="137"/>
                    <a:pt x="287" y="166"/>
                    <a:pt x="276" y="176"/>
                  </a:cubicBezTo>
                  <a:cubicBezTo>
                    <a:pt x="255" y="195"/>
                    <a:pt x="231" y="215"/>
                    <a:pt x="213" y="237"/>
                  </a:cubicBezTo>
                  <a:cubicBezTo>
                    <a:pt x="205" y="247"/>
                    <a:pt x="197" y="265"/>
                    <a:pt x="192" y="27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319">
              <a:extLst>
                <a:ext uri="{FF2B5EF4-FFF2-40B4-BE49-F238E27FC236}">
                  <a16:creationId xmlns:a16="http://schemas.microsoft.com/office/drawing/2014/main" id="{BD26D616-DCEC-445C-8E91-A04CFEAE1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449"/>
              <a:ext cx="231" cy="152"/>
            </a:xfrm>
            <a:custGeom>
              <a:avLst/>
              <a:gdLst>
                <a:gd name="T0" fmla="*/ 49 w 336"/>
                <a:gd name="T1" fmla="*/ 64 h 221"/>
                <a:gd name="T2" fmla="*/ 45 w 336"/>
                <a:gd name="T3" fmla="*/ 58 h 221"/>
                <a:gd name="T4" fmla="*/ 23 w 336"/>
                <a:gd name="T5" fmla="*/ 36 h 221"/>
                <a:gd name="T6" fmla="*/ 0 w 336"/>
                <a:gd name="T7" fmla="*/ 21 h 221"/>
                <a:gd name="T8" fmla="*/ 23 w 336"/>
                <a:gd name="T9" fmla="*/ 28 h 221"/>
                <a:gd name="T10" fmla="*/ 43 w 336"/>
                <a:gd name="T11" fmla="*/ 43 h 221"/>
                <a:gd name="T12" fmla="*/ 30 w 336"/>
                <a:gd name="T13" fmla="*/ 25 h 221"/>
                <a:gd name="T14" fmla="*/ 14 w 336"/>
                <a:gd name="T15" fmla="*/ 0 h 221"/>
                <a:gd name="T16" fmla="*/ 42 w 336"/>
                <a:gd name="T17" fmla="*/ 19 h 221"/>
                <a:gd name="T18" fmla="*/ 60 w 336"/>
                <a:gd name="T19" fmla="*/ 43 h 221"/>
                <a:gd name="T20" fmla="*/ 57 w 336"/>
                <a:gd name="T21" fmla="*/ 6 h 221"/>
                <a:gd name="T22" fmla="*/ 72 w 336"/>
                <a:gd name="T23" fmla="*/ 50 h 221"/>
                <a:gd name="T24" fmla="*/ 74 w 336"/>
                <a:gd name="T25" fmla="*/ 26 h 221"/>
                <a:gd name="T26" fmla="*/ 85 w 336"/>
                <a:gd name="T27" fmla="*/ 5 h 221"/>
                <a:gd name="T28" fmla="*/ 81 w 336"/>
                <a:gd name="T29" fmla="*/ 23 h 221"/>
                <a:gd name="T30" fmla="*/ 78 w 336"/>
                <a:gd name="T31" fmla="*/ 50 h 221"/>
                <a:gd name="T32" fmla="*/ 95 w 336"/>
                <a:gd name="T33" fmla="*/ 17 h 221"/>
                <a:gd name="T34" fmla="*/ 109 w 336"/>
                <a:gd name="T35" fmla="*/ 12 h 221"/>
                <a:gd name="T36" fmla="*/ 93 w 336"/>
                <a:gd name="T37" fmla="*/ 30 h 221"/>
                <a:gd name="T38" fmla="*/ 81 w 336"/>
                <a:gd name="T39" fmla="*/ 54 h 221"/>
                <a:gd name="T40" fmla="*/ 104 w 336"/>
                <a:gd name="T41" fmla="*/ 32 h 221"/>
                <a:gd name="T42" fmla="*/ 73 w 336"/>
                <a:gd name="T43" fmla="*/ 72 h 2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36" h="221">
                  <a:moveTo>
                    <a:pt x="150" y="197"/>
                  </a:moveTo>
                  <a:cubicBezTo>
                    <a:pt x="147" y="195"/>
                    <a:pt x="141" y="185"/>
                    <a:pt x="137" y="180"/>
                  </a:cubicBezTo>
                  <a:cubicBezTo>
                    <a:pt x="118" y="155"/>
                    <a:pt x="96" y="132"/>
                    <a:pt x="72" y="112"/>
                  </a:cubicBezTo>
                  <a:cubicBezTo>
                    <a:pt x="49" y="95"/>
                    <a:pt x="25" y="78"/>
                    <a:pt x="0" y="64"/>
                  </a:cubicBezTo>
                  <a:cubicBezTo>
                    <a:pt x="24" y="68"/>
                    <a:pt x="50" y="74"/>
                    <a:pt x="72" y="84"/>
                  </a:cubicBezTo>
                  <a:cubicBezTo>
                    <a:pt x="96" y="96"/>
                    <a:pt x="113" y="117"/>
                    <a:pt x="134" y="132"/>
                  </a:cubicBezTo>
                  <a:cubicBezTo>
                    <a:pt x="116" y="120"/>
                    <a:pt x="105" y="93"/>
                    <a:pt x="93" y="75"/>
                  </a:cubicBezTo>
                  <a:cubicBezTo>
                    <a:pt x="77" y="51"/>
                    <a:pt x="63" y="22"/>
                    <a:pt x="42" y="0"/>
                  </a:cubicBezTo>
                  <a:cubicBezTo>
                    <a:pt x="72" y="6"/>
                    <a:pt x="105" y="39"/>
                    <a:pt x="128" y="57"/>
                  </a:cubicBezTo>
                  <a:cubicBezTo>
                    <a:pt x="155" y="79"/>
                    <a:pt x="168" y="102"/>
                    <a:pt x="185" y="131"/>
                  </a:cubicBezTo>
                  <a:cubicBezTo>
                    <a:pt x="171" y="96"/>
                    <a:pt x="180" y="52"/>
                    <a:pt x="176" y="16"/>
                  </a:cubicBezTo>
                  <a:cubicBezTo>
                    <a:pt x="203" y="56"/>
                    <a:pt x="203" y="108"/>
                    <a:pt x="221" y="151"/>
                  </a:cubicBezTo>
                  <a:cubicBezTo>
                    <a:pt x="219" y="126"/>
                    <a:pt x="219" y="104"/>
                    <a:pt x="227" y="80"/>
                  </a:cubicBezTo>
                  <a:cubicBezTo>
                    <a:pt x="233" y="61"/>
                    <a:pt x="244" y="27"/>
                    <a:pt x="261" y="15"/>
                  </a:cubicBezTo>
                  <a:cubicBezTo>
                    <a:pt x="264" y="31"/>
                    <a:pt x="253" y="56"/>
                    <a:pt x="249" y="72"/>
                  </a:cubicBezTo>
                  <a:cubicBezTo>
                    <a:pt x="241" y="98"/>
                    <a:pt x="238" y="125"/>
                    <a:pt x="238" y="152"/>
                  </a:cubicBezTo>
                  <a:cubicBezTo>
                    <a:pt x="247" y="115"/>
                    <a:pt x="261" y="78"/>
                    <a:pt x="292" y="53"/>
                  </a:cubicBezTo>
                  <a:cubicBezTo>
                    <a:pt x="300" y="47"/>
                    <a:pt x="325" y="25"/>
                    <a:pt x="336" y="36"/>
                  </a:cubicBezTo>
                  <a:cubicBezTo>
                    <a:pt x="321" y="55"/>
                    <a:pt x="302" y="70"/>
                    <a:pt x="287" y="90"/>
                  </a:cubicBezTo>
                  <a:cubicBezTo>
                    <a:pt x="270" y="114"/>
                    <a:pt x="260" y="140"/>
                    <a:pt x="248" y="167"/>
                  </a:cubicBezTo>
                  <a:cubicBezTo>
                    <a:pt x="255" y="151"/>
                    <a:pt x="294" y="68"/>
                    <a:pt x="319" y="97"/>
                  </a:cubicBezTo>
                  <a:cubicBezTo>
                    <a:pt x="289" y="137"/>
                    <a:pt x="242" y="176"/>
                    <a:pt x="224" y="221"/>
                  </a:cubicBezTo>
                </a:path>
              </a:pathLst>
            </a:custGeom>
            <a:solidFill>
              <a:srgbClr val="467828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320">
              <a:extLst>
                <a:ext uri="{FF2B5EF4-FFF2-40B4-BE49-F238E27FC236}">
                  <a16:creationId xmlns:a16="http://schemas.microsoft.com/office/drawing/2014/main" id="{3E25807A-706D-4D1C-80AD-C5E6B39D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449"/>
              <a:ext cx="231" cy="152"/>
            </a:xfrm>
            <a:custGeom>
              <a:avLst/>
              <a:gdLst>
                <a:gd name="T0" fmla="*/ 49 w 336"/>
                <a:gd name="T1" fmla="*/ 64 h 221"/>
                <a:gd name="T2" fmla="*/ 45 w 336"/>
                <a:gd name="T3" fmla="*/ 58 h 221"/>
                <a:gd name="T4" fmla="*/ 23 w 336"/>
                <a:gd name="T5" fmla="*/ 36 h 221"/>
                <a:gd name="T6" fmla="*/ 0 w 336"/>
                <a:gd name="T7" fmla="*/ 21 h 221"/>
                <a:gd name="T8" fmla="*/ 23 w 336"/>
                <a:gd name="T9" fmla="*/ 28 h 221"/>
                <a:gd name="T10" fmla="*/ 43 w 336"/>
                <a:gd name="T11" fmla="*/ 43 h 221"/>
                <a:gd name="T12" fmla="*/ 30 w 336"/>
                <a:gd name="T13" fmla="*/ 25 h 221"/>
                <a:gd name="T14" fmla="*/ 14 w 336"/>
                <a:gd name="T15" fmla="*/ 0 h 221"/>
                <a:gd name="T16" fmla="*/ 42 w 336"/>
                <a:gd name="T17" fmla="*/ 19 h 221"/>
                <a:gd name="T18" fmla="*/ 60 w 336"/>
                <a:gd name="T19" fmla="*/ 43 h 221"/>
                <a:gd name="T20" fmla="*/ 57 w 336"/>
                <a:gd name="T21" fmla="*/ 6 h 221"/>
                <a:gd name="T22" fmla="*/ 72 w 336"/>
                <a:gd name="T23" fmla="*/ 50 h 221"/>
                <a:gd name="T24" fmla="*/ 74 w 336"/>
                <a:gd name="T25" fmla="*/ 26 h 221"/>
                <a:gd name="T26" fmla="*/ 85 w 336"/>
                <a:gd name="T27" fmla="*/ 5 h 221"/>
                <a:gd name="T28" fmla="*/ 81 w 336"/>
                <a:gd name="T29" fmla="*/ 23 h 221"/>
                <a:gd name="T30" fmla="*/ 78 w 336"/>
                <a:gd name="T31" fmla="*/ 50 h 221"/>
                <a:gd name="T32" fmla="*/ 95 w 336"/>
                <a:gd name="T33" fmla="*/ 17 h 221"/>
                <a:gd name="T34" fmla="*/ 109 w 336"/>
                <a:gd name="T35" fmla="*/ 12 h 221"/>
                <a:gd name="T36" fmla="*/ 93 w 336"/>
                <a:gd name="T37" fmla="*/ 30 h 221"/>
                <a:gd name="T38" fmla="*/ 81 w 336"/>
                <a:gd name="T39" fmla="*/ 54 h 221"/>
                <a:gd name="T40" fmla="*/ 104 w 336"/>
                <a:gd name="T41" fmla="*/ 32 h 221"/>
                <a:gd name="T42" fmla="*/ 73 w 336"/>
                <a:gd name="T43" fmla="*/ 72 h 2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36" h="221">
                  <a:moveTo>
                    <a:pt x="150" y="197"/>
                  </a:moveTo>
                  <a:cubicBezTo>
                    <a:pt x="147" y="195"/>
                    <a:pt x="141" y="185"/>
                    <a:pt x="137" y="180"/>
                  </a:cubicBezTo>
                  <a:cubicBezTo>
                    <a:pt x="118" y="155"/>
                    <a:pt x="96" y="132"/>
                    <a:pt x="72" y="112"/>
                  </a:cubicBezTo>
                  <a:cubicBezTo>
                    <a:pt x="49" y="95"/>
                    <a:pt x="25" y="78"/>
                    <a:pt x="0" y="64"/>
                  </a:cubicBezTo>
                  <a:cubicBezTo>
                    <a:pt x="24" y="68"/>
                    <a:pt x="50" y="74"/>
                    <a:pt x="72" y="84"/>
                  </a:cubicBezTo>
                  <a:cubicBezTo>
                    <a:pt x="96" y="96"/>
                    <a:pt x="113" y="117"/>
                    <a:pt x="134" y="132"/>
                  </a:cubicBezTo>
                  <a:cubicBezTo>
                    <a:pt x="116" y="120"/>
                    <a:pt x="105" y="93"/>
                    <a:pt x="93" y="75"/>
                  </a:cubicBezTo>
                  <a:cubicBezTo>
                    <a:pt x="77" y="51"/>
                    <a:pt x="63" y="22"/>
                    <a:pt x="42" y="0"/>
                  </a:cubicBezTo>
                  <a:cubicBezTo>
                    <a:pt x="72" y="6"/>
                    <a:pt x="105" y="39"/>
                    <a:pt x="128" y="57"/>
                  </a:cubicBezTo>
                  <a:cubicBezTo>
                    <a:pt x="155" y="79"/>
                    <a:pt x="168" y="102"/>
                    <a:pt x="185" y="131"/>
                  </a:cubicBezTo>
                  <a:cubicBezTo>
                    <a:pt x="171" y="96"/>
                    <a:pt x="180" y="52"/>
                    <a:pt x="176" y="16"/>
                  </a:cubicBezTo>
                  <a:cubicBezTo>
                    <a:pt x="203" y="56"/>
                    <a:pt x="203" y="108"/>
                    <a:pt x="221" y="151"/>
                  </a:cubicBezTo>
                  <a:cubicBezTo>
                    <a:pt x="219" y="126"/>
                    <a:pt x="219" y="104"/>
                    <a:pt x="227" y="80"/>
                  </a:cubicBezTo>
                  <a:cubicBezTo>
                    <a:pt x="233" y="61"/>
                    <a:pt x="244" y="27"/>
                    <a:pt x="261" y="15"/>
                  </a:cubicBezTo>
                  <a:cubicBezTo>
                    <a:pt x="264" y="31"/>
                    <a:pt x="253" y="56"/>
                    <a:pt x="249" y="72"/>
                  </a:cubicBezTo>
                  <a:cubicBezTo>
                    <a:pt x="241" y="98"/>
                    <a:pt x="238" y="125"/>
                    <a:pt x="238" y="152"/>
                  </a:cubicBezTo>
                  <a:cubicBezTo>
                    <a:pt x="247" y="115"/>
                    <a:pt x="261" y="78"/>
                    <a:pt x="292" y="53"/>
                  </a:cubicBezTo>
                  <a:cubicBezTo>
                    <a:pt x="300" y="47"/>
                    <a:pt x="325" y="25"/>
                    <a:pt x="336" y="36"/>
                  </a:cubicBezTo>
                  <a:cubicBezTo>
                    <a:pt x="321" y="55"/>
                    <a:pt x="302" y="70"/>
                    <a:pt x="287" y="90"/>
                  </a:cubicBezTo>
                  <a:cubicBezTo>
                    <a:pt x="270" y="114"/>
                    <a:pt x="260" y="140"/>
                    <a:pt x="248" y="167"/>
                  </a:cubicBezTo>
                  <a:cubicBezTo>
                    <a:pt x="255" y="151"/>
                    <a:pt x="294" y="68"/>
                    <a:pt x="319" y="97"/>
                  </a:cubicBezTo>
                  <a:cubicBezTo>
                    <a:pt x="289" y="137"/>
                    <a:pt x="242" y="176"/>
                    <a:pt x="224" y="221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321">
              <a:extLst>
                <a:ext uri="{FF2B5EF4-FFF2-40B4-BE49-F238E27FC236}">
                  <a16:creationId xmlns:a16="http://schemas.microsoft.com/office/drawing/2014/main" id="{552E5DF0-E2B4-4C90-B2E3-638902260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28"/>
              <a:ext cx="175" cy="110"/>
            </a:xfrm>
            <a:custGeom>
              <a:avLst/>
              <a:gdLst>
                <a:gd name="T0" fmla="*/ 39 w 255"/>
                <a:gd name="T1" fmla="*/ 47 h 160"/>
                <a:gd name="T2" fmla="*/ 21 w 255"/>
                <a:gd name="T3" fmla="*/ 28 h 160"/>
                <a:gd name="T4" fmla="*/ 0 w 255"/>
                <a:gd name="T5" fmla="*/ 16 h 160"/>
                <a:gd name="T6" fmla="*/ 15 w 255"/>
                <a:gd name="T7" fmla="*/ 21 h 160"/>
                <a:gd name="T8" fmla="*/ 28 w 255"/>
                <a:gd name="T9" fmla="*/ 27 h 160"/>
                <a:gd name="T10" fmla="*/ 25 w 255"/>
                <a:gd name="T11" fmla="*/ 16 h 160"/>
                <a:gd name="T12" fmla="*/ 21 w 255"/>
                <a:gd name="T13" fmla="*/ 4 h 160"/>
                <a:gd name="T14" fmla="*/ 40 w 255"/>
                <a:gd name="T15" fmla="*/ 25 h 160"/>
                <a:gd name="T16" fmla="*/ 40 w 255"/>
                <a:gd name="T17" fmla="*/ 1 h 160"/>
                <a:gd name="T18" fmla="*/ 48 w 255"/>
                <a:gd name="T19" fmla="*/ 25 h 160"/>
                <a:gd name="T20" fmla="*/ 67 w 255"/>
                <a:gd name="T21" fmla="*/ 0 h 160"/>
                <a:gd name="T22" fmla="*/ 58 w 255"/>
                <a:gd name="T23" fmla="*/ 23 h 160"/>
                <a:gd name="T24" fmla="*/ 82 w 255"/>
                <a:gd name="T25" fmla="*/ 8 h 160"/>
                <a:gd name="T26" fmla="*/ 69 w 255"/>
                <a:gd name="T27" fmla="*/ 22 h 160"/>
                <a:gd name="T28" fmla="*/ 58 w 255"/>
                <a:gd name="T29" fmla="*/ 37 h 160"/>
                <a:gd name="T30" fmla="*/ 40 w 255"/>
                <a:gd name="T31" fmla="*/ 48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5" h="160">
                  <a:moveTo>
                    <a:pt x="121" y="144"/>
                  </a:moveTo>
                  <a:cubicBezTo>
                    <a:pt x="107" y="144"/>
                    <a:pt x="76" y="98"/>
                    <a:pt x="63" y="87"/>
                  </a:cubicBezTo>
                  <a:cubicBezTo>
                    <a:pt x="44" y="70"/>
                    <a:pt x="20" y="64"/>
                    <a:pt x="0" y="50"/>
                  </a:cubicBezTo>
                  <a:cubicBezTo>
                    <a:pt x="16" y="51"/>
                    <a:pt x="31" y="57"/>
                    <a:pt x="46" y="62"/>
                  </a:cubicBezTo>
                  <a:cubicBezTo>
                    <a:pt x="60" y="68"/>
                    <a:pt x="74" y="80"/>
                    <a:pt x="87" y="83"/>
                  </a:cubicBezTo>
                  <a:cubicBezTo>
                    <a:pt x="77" y="74"/>
                    <a:pt x="78" y="62"/>
                    <a:pt x="76" y="50"/>
                  </a:cubicBezTo>
                  <a:cubicBezTo>
                    <a:pt x="73" y="38"/>
                    <a:pt x="66" y="25"/>
                    <a:pt x="65" y="13"/>
                  </a:cubicBezTo>
                  <a:cubicBezTo>
                    <a:pt x="92" y="21"/>
                    <a:pt x="112" y="53"/>
                    <a:pt x="123" y="77"/>
                  </a:cubicBezTo>
                  <a:cubicBezTo>
                    <a:pt x="125" y="53"/>
                    <a:pt x="129" y="26"/>
                    <a:pt x="126" y="1"/>
                  </a:cubicBezTo>
                  <a:cubicBezTo>
                    <a:pt x="143" y="14"/>
                    <a:pt x="148" y="57"/>
                    <a:pt x="149" y="75"/>
                  </a:cubicBezTo>
                  <a:cubicBezTo>
                    <a:pt x="158" y="48"/>
                    <a:pt x="184" y="14"/>
                    <a:pt x="209" y="0"/>
                  </a:cubicBezTo>
                  <a:cubicBezTo>
                    <a:pt x="210" y="22"/>
                    <a:pt x="188" y="52"/>
                    <a:pt x="179" y="73"/>
                  </a:cubicBezTo>
                  <a:cubicBezTo>
                    <a:pt x="207" y="60"/>
                    <a:pt x="222" y="31"/>
                    <a:pt x="255" y="25"/>
                  </a:cubicBezTo>
                  <a:cubicBezTo>
                    <a:pt x="242" y="44"/>
                    <a:pt x="230" y="55"/>
                    <a:pt x="211" y="69"/>
                  </a:cubicBezTo>
                  <a:cubicBezTo>
                    <a:pt x="195" y="80"/>
                    <a:pt x="187" y="96"/>
                    <a:pt x="178" y="113"/>
                  </a:cubicBezTo>
                  <a:cubicBezTo>
                    <a:pt x="170" y="130"/>
                    <a:pt x="145" y="160"/>
                    <a:pt x="123" y="148"/>
                  </a:cubicBezTo>
                </a:path>
              </a:pathLst>
            </a:custGeom>
            <a:solidFill>
              <a:srgbClr val="467828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322">
              <a:extLst>
                <a:ext uri="{FF2B5EF4-FFF2-40B4-BE49-F238E27FC236}">
                  <a16:creationId xmlns:a16="http://schemas.microsoft.com/office/drawing/2014/main" id="{0AE9C638-B779-41F1-B7C3-730222FBC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28"/>
              <a:ext cx="175" cy="110"/>
            </a:xfrm>
            <a:custGeom>
              <a:avLst/>
              <a:gdLst>
                <a:gd name="T0" fmla="*/ 39 w 255"/>
                <a:gd name="T1" fmla="*/ 47 h 160"/>
                <a:gd name="T2" fmla="*/ 21 w 255"/>
                <a:gd name="T3" fmla="*/ 28 h 160"/>
                <a:gd name="T4" fmla="*/ 0 w 255"/>
                <a:gd name="T5" fmla="*/ 16 h 160"/>
                <a:gd name="T6" fmla="*/ 15 w 255"/>
                <a:gd name="T7" fmla="*/ 21 h 160"/>
                <a:gd name="T8" fmla="*/ 28 w 255"/>
                <a:gd name="T9" fmla="*/ 27 h 160"/>
                <a:gd name="T10" fmla="*/ 25 w 255"/>
                <a:gd name="T11" fmla="*/ 16 h 160"/>
                <a:gd name="T12" fmla="*/ 21 w 255"/>
                <a:gd name="T13" fmla="*/ 4 h 160"/>
                <a:gd name="T14" fmla="*/ 40 w 255"/>
                <a:gd name="T15" fmla="*/ 25 h 160"/>
                <a:gd name="T16" fmla="*/ 40 w 255"/>
                <a:gd name="T17" fmla="*/ 1 h 160"/>
                <a:gd name="T18" fmla="*/ 48 w 255"/>
                <a:gd name="T19" fmla="*/ 25 h 160"/>
                <a:gd name="T20" fmla="*/ 67 w 255"/>
                <a:gd name="T21" fmla="*/ 0 h 160"/>
                <a:gd name="T22" fmla="*/ 58 w 255"/>
                <a:gd name="T23" fmla="*/ 23 h 160"/>
                <a:gd name="T24" fmla="*/ 82 w 255"/>
                <a:gd name="T25" fmla="*/ 8 h 160"/>
                <a:gd name="T26" fmla="*/ 69 w 255"/>
                <a:gd name="T27" fmla="*/ 22 h 160"/>
                <a:gd name="T28" fmla="*/ 58 w 255"/>
                <a:gd name="T29" fmla="*/ 37 h 160"/>
                <a:gd name="T30" fmla="*/ 40 w 255"/>
                <a:gd name="T31" fmla="*/ 48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5" h="160">
                  <a:moveTo>
                    <a:pt x="121" y="144"/>
                  </a:moveTo>
                  <a:cubicBezTo>
                    <a:pt x="107" y="144"/>
                    <a:pt x="76" y="98"/>
                    <a:pt x="63" y="87"/>
                  </a:cubicBezTo>
                  <a:cubicBezTo>
                    <a:pt x="44" y="70"/>
                    <a:pt x="20" y="64"/>
                    <a:pt x="0" y="50"/>
                  </a:cubicBezTo>
                  <a:cubicBezTo>
                    <a:pt x="16" y="51"/>
                    <a:pt x="31" y="57"/>
                    <a:pt x="46" y="62"/>
                  </a:cubicBezTo>
                  <a:cubicBezTo>
                    <a:pt x="60" y="68"/>
                    <a:pt x="74" y="80"/>
                    <a:pt x="87" y="83"/>
                  </a:cubicBezTo>
                  <a:cubicBezTo>
                    <a:pt x="77" y="74"/>
                    <a:pt x="78" y="62"/>
                    <a:pt x="76" y="50"/>
                  </a:cubicBezTo>
                  <a:cubicBezTo>
                    <a:pt x="73" y="38"/>
                    <a:pt x="66" y="25"/>
                    <a:pt x="65" y="13"/>
                  </a:cubicBezTo>
                  <a:cubicBezTo>
                    <a:pt x="92" y="21"/>
                    <a:pt x="112" y="53"/>
                    <a:pt x="123" y="77"/>
                  </a:cubicBezTo>
                  <a:cubicBezTo>
                    <a:pt x="125" y="53"/>
                    <a:pt x="129" y="26"/>
                    <a:pt x="126" y="1"/>
                  </a:cubicBezTo>
                  <a:cubicBezTo>
                    <a:pt x="143" y="14"/>
                    <a:pt x="148" y="57"/>
                    <a:pt x="149" y="75"/>
                  </a:cubicBezTo>
                  <a:cubicBezTo>
                    <a:pt x="158" y="48"/>
                    <a:pt x="184" y="14"/>
                    <a:pt x="209" y="0"/>
                  </a:cubicBezTo>
                  <a:cubicBezTo>
                    <a:pt x="210" y="22"/>
                    <a:pt x="188" y="52"/>
                    <a:pt x="179" y="73"/>
                  </a:cubicBezTo>
                  <a:cubicBezTo>
                    <a:pt x="207" y="60"/>
                    <a:pt x="222" y="31"/>
                    <a:pt x="255" y="25"/>
                  </a:cubicBezTo>
                  <a:cubicBezTo>
                    <a:pt x="242" y="44"/>
                    <a:pt x="230" y="55"/>
                    <a:pt x="211" y="69"/>
                  </a:cubicBezTo>
                  <a:cubicBezTo>
                    <a:pt x="195" y="80"/>
                    <a:pt x="187" y="96"/>
                    <a:pt x="178" y="113"/>
                  </a:cubicBezTo>
                  <a:cubicBezTo>
                    <a:pt x="170" y="130"/>
                    <a:pt x="145" y="160"/>
                    <a:pt x="123" y="148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323">
              <a:extLst>
                <a:ext uri="{FF2B5EF4-FFF2-40B4-BE49-F238E27FC236}">
                  <a16:creationId xmlns:a16="http://schemas.microsoft.com/office/drawing/2014/main" id="{F4EF2C06-E97C-40F3-A1E3-364CDDF59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620"/>
              <a:ext cx="292" cy="255"/>
            </a:xfrm>
            <a:custGeom>
              <a:avLst/>
              <a:gdLst>
                <a:gd name="T0" fmla="*/ 124 w 423"/>
                <a:gd name="T1" fmla="*/ 0 h 370"/>
                <a:gd name="T2" fmla="*/ 138 w 423"/>
                <a:gd name="T3" fmla="*/ 46 h 370"/>
                <a:gd name="T4" fmla="*/ 106 w 423"/>
                <a:gd name="T5" fmla="*/ 100 h 370"/>
                <a:gd name="T6" fmla="*/ 47 w 423"/>
                <a:gd name="T7" fmla="*/ 116 h 370"/>
                <a:gd name="T8" fmla="*/ 14 w 423"/>
                <a:gd name="T9" fmla="*/ 93 h 370"/>
                <a:gd name="T10" fmla="*/ 50 w 423"/>
                <a:gd name="T11" fmla="*/ 83 h 370"/>
                <a:gd name="T12" fmla="*/ 95 w 423"/>
                <a:gd name="T13" fmla="*/ 67 h 370"/>
                <a:gd name="T14" fmla="*/ 112 w 423"/>
                <a:gd name="T15" fmla="*/ 30 h 370"/>
                <a:gd name="T16" fmla="*/ 121 w 423"/>
                <a:gd name="T17" fmla="*/ 1 h 3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3" h="370">
                  <a:moveTo>
                    <a:pt x="377" y="0"/>
                  </a:moveTo>
                  <a:cubicBezTo>
                    <a:pt x="410" y="29"/>
                    <a:pt x="423" y="99"/>
                    <a:pt x="420" y="141"/>
                  </a:cubicBezTo>
                  <a:cubicBezTo>
                    <a:pt x="414" y="204"/>
                    <a:pt x="365" y="265"/>
                    <a:pt x="321" y="306"/>
                  </a:cubicBezTo>
                  <a:cubicBezTo>
                    <a:pt x="265" y="358"/>
                    <a:pt x="215" y="370"/>
                    <a:pt x="142" y="355"/>
                  </a:cubicBezTo>
                  <a:cubicBezTo>
                    <a:pt x="118" y="350"/>
                    <a:pt x="0" y="317"/>
                    <a:pt x="44" y="284"/>
                  </a:cubicBezTo>
                  <a:cubicBezTo>
                    <a:pt x="73" y="263"/>
                    <a:pt x="118" y="262"/>
                    <a:pt x="151" y="255"/>
                  </a:cubicBezTo>
                  <a:cubicBezTo>
                    <a:pt x="199" y="245"/>
                    <a:pt x="249" y="237"/>
                    <a:pt x="288" y="204"/>
                  </a:cubicBezTo>
                  <a:cubicBezTo>
                    <a:pt x="325" y="172"/>
                    <a:pt x="333" y="139"/>
                    <a:pt x="341" y="91"/>
                  </a:cubicBezTo>
                  <a:cubicBezTo>
                    <a:pt x="346" y="57"/>
                    <a:pt x="340" y="26"/>
                    <a:pt x="366" y="1"/>
                  </a:cubicBezTo>
                </a:path>
              </a:pathLst>
            </a:custGeom>
            <a:solidFill>
              <a:srgbClr val="FBE833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324">
              <a:extLst>
                <a:ext uri="{FF2B5EF4-FFF2-40B4-BE49-F238E27FC236}">
                  <a16:creationId xmlns:a16="http://schemas.microsoft.com/office/drawing/2014/main" id="{E2667574-3E54-414F-996D-EE006D28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620"/>
              <a:ext cx="292" cy="255"/>
            </a:xfrm>
            <a:custGeom>
              <a:avLst/>
              <a:gdLst>
                <a:gd name="T0" fmla="*/ 124 w 423"/>
                <a:gd name="T1" fmla="*/ 0 h 370"/>
                <a:gd name="T2" fmla="*/ 138 w 423"/>
                <a:gd name="T3" fmla="*/ 46 h 370"/>
                <a:gd name="T4" fmla="*/ 106 w 423"/>
                <a:gd name="T5" fmla="*/ 100 h 370"/>
                <a:gd name="T6" fmla="*/ 47 w 423"/>
                <a:gd name="T7" fmla="*/ 116 h 370"/>
                <a:gd name="T8" fmla="*/ 14 w 423"/>
                <a:gd name="T9" fmla="*/ 93 h 370"/>
                <a:gd name="T10" fmla="*/ 50 w 423"/>
                <a:gd name="T11" fmla="*/ 83 h 370"/>
                <a:gd name="T12" fmla="*/ 95 w 423"/>
                <a:gd name="T13" fmla="*/ 67 h 370"/>
                <a:gd name="T14" fmla="*/ 112 w 423"/>
                <a:gd name="T15" fmla="*/ 30 h 370"/>
                <a:gd name="T16" fmla="*/ 121 w 423"/>
                <a:gd name="T17" fmla="*/ 1 h 3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3" h="370">
                  <a:moveTo>
                    <a:pt x="377" y="0"/>
                  </a:moveTo>
                  <a:cubicBezTo>
                    <a:pt x="410" y="29"/>
                    <a:pt x="423" y="99"/>
                    <a:pt x="420" y="141"/>
                  </a:cubicBezTo>
                  <a:cubicBezTo>
                    <a:pt x="414" y="204"/>
                    <a:pt x="365" y="265"/>
                    <a:pt x="321" y="306"/>
                  </a:cubicBezTo>
                  <a:cubicBezTo>
                    <a:pt x="265" y="358"/>
                    <a:pt x="215" y="370"/>
                    <a:pt x="142" y="355"/>
                  </a:cubicBezTo>
                  <a:cubicBezTo>
                    <a:pt x="118" y="350"/>
                    <a:pt x="0" y="317"/>
                    <a:pt x="44" y="284"/>
                  </a:cubicBezTo>
                  <a:cubicBezTo>
                    <a:pt x="73" y="263"/>
                    <a:pt x="118" y="262"/>
                    <a:pt x="151" y="255"/>
                  </a:cubicBezTo>
                  <a:cubicBezTo>
                    <a:pt x="199" y="245"/>
                    <a:pt x="249" y="237"/>
                    <a:pt x="288" y="204"/>
                  </a:cubicBezTo>
                  <a:cubicBezTo>
                    <a:pt x="325" y="172"/>
                    <a:pt x="333" y="139"/>
                    <a:pt x="341" y="91"/>
                  </a:cubicBezTo>
                  <a:cubicBezTo>
                    <a:pt x="346" y="57"/>
                    <a:pt x="340" y="26"/>
                    <a:pt x="366" y="1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Freeform 325">
              <a:extLst>
                <a:ext uri="{FF2B5EF4-FFF2-40B4-BE49-F238E27FC236}">
                  <a16:creationId xmlns:a16="http://schemas.microsoft.com/office/drawing/2014/main" id="{91FFADCD-DA4E-41C2-825E-BFD2917C6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644"/>
              <a:ext cx="224" cy="204"/>
            </a:xfrm>
            <a:custGeom>
              <a:avLst/>
              <a:gdLst>
                <a:gd name="T0" fmla="*/ 99 w 325"/>
                <a:gd name="T1" fmla="*/ 1 h 297"/>
                <a:gd name="T2" fmla="*/ 105 w 325"/>
                <a:gd name="T3" fmla="*/ 40 h 297"/>
                <a:gd name="T4" fmla="*/ 81 w 325"/>
                <a:gd name="T5" fmla="*/ 69 h 297"/>
                <a:gd name="T6" fmla="*/ 41 w 325"/>
                <a:gd name="T7" fmla="*/ 93 h 297"/>
                <a:gd name="T8" fmla="*/ 15 w 325"/>
                <a:gd name="T9" fmla="*/ 95 h 297"/>
                <a:gd name="T10" fmla="*/ 0 w 325"/>
                <a:gd name="T11" fmla="*/ 91 h 2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5" h="297">
                  <a:moveTo>
                    <a:pt x="301" y="5"/>
                  </a:moveTo>
                  <a:cubicBezTo>
                    <a:pt x="312" y="0"/>
                    <a:pt x="325" y="102"/>
                    <a:pt x="319" y="122"/>
                  </a:cubicBezTo>
                  <a:cubicBezTo>
                    <a:pt x="308" y="161"/>
                    <a:pt x="276" y="190"/>
                    <a:pt x="247" y="214"/>
                  </a:cubicBezTo>
                  <a:cubicBezTo>
                    <a:pt x="207" y="247"/>
                    <a:pt x="175" y="275"/>
                    <a:pt x="124" y="287"/>
                  </a:cubicBezTo>
                  <a:cubicBezTo>
                    <a:pt x="99" y="292"/>
                    <a:pt x="73" y="297"/>
                    <a:pt x="47" y="292"/>
                  </a:cubicBezTo>
                  <a:cubicBezTo>
                    <a:pt x="32" y="290"/>
                    <a:pt x="16" y="282"/>
                    <a:pt x="0" y="281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Freeform 326">
              <a:extLst>
                <a:ext uri="{FF2B5EF4-FFF2-40B4-BE49-F238E27FC236}">
                  <a16:creationId xmlns:a16="http://schemas.microsoft.com/office/drawing/2014/main" id="{28AF0A84-742D-4F8A-93AD-D767BFD0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674"/>
              <a:ext cx="191" cy="149"/>
            </a:xfrm>
            <a:custGeom>
              <a:avLst/>
              <a:gdLst>
                <a:gd name="T0" fmla="*/ 85 w 277"/>
                <a:gd name="T1" fmla="*/ 0 h 217"/>
                <a:gd name="T2" fmla="*/ 81 w 277"/>
                <a:gd name="T3" fmla="*/ 36 h 217"/>
                <a:gd name="T4" fmla="*/ 57 w 277"/>
                <a:gd name="T5" fmla="*/ 56 h 217"/>
                <a:gd name="T6" fmla="*/ 0 w 277"/>
                <a:gd name="T7" fmla="*/ 70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17">
                  <a:moveTo>
                    <a:pt x="259" y="0"/>
                  </a:moveTo>
                  <a:cubicBezTo>
                    <a:pt x="277" y="25"/>
                    <a:pt x="261" y="86"/>
                    <a:pt x="248" y="110"/>
                  </a:cubicBezTo>
                  <a:cubicBezTo>
                    <a:pt x="230" y="143"/>
                    <a:pt x="204" y="157"/>
                    <a:pt x="172" y="175"/>
                  </a:cubicBezTo>
                  <a:cubicBezTo>
                    <a:pt x="119" y="206"/>
                    <a:pt x="57" y="212"/>
                    <a:pt x="0" y="217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Freeform 327">
              <a:extLst>
                <a:ext uri="{FF2B5EF4-FFF2-40B4-BE49-F238E27FC236}">
                  <a16:creationId xmlns:a16="http://schemas.microsoft.com/office/drawing/2014/main" id="{E5D4302C-5831-4AEE-8FA9-28B205099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27"/>
              <a:ext cx="151" cy="162"/>
            </a:xfrm>
            <a:custGeom>
              <a:avLst/>
              <a:gdLst>
                <a:gd name="T0" fmla="*/ 51 w 219"/>
                <a:gd name="T1" fmla="*/ 67 h 236"/>
                <a:gd name="T2" fmla="*/ 52 w 219"/>
                <a:gd name="T3" fmla="*/ 5 h 236"/>
                <a:gd name="T4" fmla="*/ 28 w 219"/>
                <a:gd name="T5" fmla="*/ 7 h 236"/>
                <a:gd name="T6" fmla="*/ 17 w 219"/>
                <a:gd name="T7" fmla="*/ 8 h 236"/>
                <a:gd name="T8" fmla="*/ 5 w 219"/>
                <a:gd name="T9" fmla="*/ 25 h 236"/>
                <a:gd name="T10" fmla="*/ 15 w 219"/>
                <a:gd name="T11" fmla="*/ 66 h 236"/>
                <a:gd name="T12" fmla="*/ 53 w 219"/>
                <a:gd name="T13" fmla="*/ 66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236">
                  <a:moveTo>
                    <a:pt x="156" y="206"/>
                  </a:moveTo>
                  <a:cubicBezTo>
                    <a:pt x="219" y="168"/>
                    <a:pt x="218" y="60"/>
                    <a:pt x="160" y="18"/>
                  </a:cubicBezTo>
                  <a:cubicBezTo>
                    <a:pt x="135" y="0"/>
                    <a:pt x="112" y="17"/>
                    <a:pt x="86" y="20"/>
                  </a:cubicBezTo>
                  <a:cubicBezTo>
                    <a:pt x="72" y="22"/>
                    <a:pt x="65" y="19"/>
                    <a:pt x="51" y="25"/>
                  </a:cubicBezTo>
                  <a:cubicBezTo>
                    <a:pt x="30" y="36"/>
                    <a:pt x="21" y="54"/>
                    <a:pt x="14" y="76"/>
                  </a:cubicBezTo>
                  <a:cubicBezTo>
                    <a:pt x="0" y="121"/>
                    <a:pt x="8" y="172"/>
                    <a:pt x="46" y="204"/>
                  </a:cubicBezTo>
                  <a:cubicBezTo>
                    <a:pt x="84" y="236"/>
                    <a:pt x="122" y="228"/>
                    <a:pt x="162" y="204"/>
                  </a:cubicBezTo>
                </a:path>
              </a:pathLst>
            </a:custGeom>
            <a:solidFill>
              <a:srgbClr val="91BC12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328">
              <a:extLst>
                <a:ext uri="{FF2B5EF4-FFF2-40B4-BE49-F238E27FC236}">
                  <a16:creationId xmlns:a16="http://schemas.microsoft.com/office/drawing/2014/main" id="{09996259-52B4-469B-949E-63851B5B3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27"/>
              <a:ext cx="151" cy="162"/>
            </a:xfrm>
            <a:custGeom>
              <a:avLst/>
              <a:gdLst>
                <a:gd name="T0" fmla="*/ 51 w 219"/>
                <a:gd name="T1" fmla="*/ 67 h 236"/>
                <a:gd name="T2" fmla="*/ 52 w 219"/>
                <a:gd name="T3" fmla="*/ 5 h 236"/>
                <a:gd name="T4" fmla="*/ 28 w 219"/>
                <a:gd name="T5" fmla="*/ 7 h 236"/>
                <a:gd name="T6" fmla="*/ 17 w 219"/>
                <a:gd name="T7" fmla="*/ 8 h 236"/>
                <a:gd name="T8" fmla="*/ 5 w 219"/>
                <a:gd name="T9" fmla="*/ 25 h 236"/>
                <a:gd name="T10" fmla="*/ 15 w 219"/>
                <a:gd name="T11" fmla="*/ 66 h 236"/>
                <a:gd name="T12" fmla="*/ 53 w 219"/>
                <a:gd name="T13" fmla="*/ 66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236">
                  <a:moveTo>
                    <a:pt x="156" y="206"/>
                  </a:moveTo>
                  <a:cubicBezTo>
                    <a:pt x="219" y="168"/>
                    <a:pt x="218" y="60"/>
                    <a:pt x="160" y="18"/>
                  </a:cubicBezTo>
                  <a:cubicBezTo>
                    <a:pt x="135" y="0"/>
                    <a:pt x="112" y="17"/>
                    <a:pt x="86" y="20"/>
                  </a:cubicBezTo>
                  <a:cubicBezTo>
                    <a:pt x="72" y="22"/>
                    <a:pt x="65" y="19"/>
                    <a:pt x="51" y="25"/>
                  </a:cubicBezTo>
                  <a:cubicBezTo>
                    <a:pt x="30" y="36"/>
                    <a:pt x="21" y="54"/>
                    <a:pt x="14" y="76"/>
                  </a:cubicBezTo>
                  <a:cubicBezTo>
                    <a:pt x="0" y="121"/>
                    <a:pt x="8" y="172"/>
                    <a:pt x="46" y="204"/>
                  </a:cubicBezTo>
                  <a:cubicBezTo>
                    <a:pt x="84" y="236"/>
                    <a:pt x="122" y="228"/>
                    <a:pt x="162" y="20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329">
              <a:extLst>
                <a:ext uri="{FF2B5EF4-FFF2-40B4-BE49-F238E27FC236}">
                  <a16:creationId xmlns:a16="http://schemas.microsoft.com/office/drawing/2014/main" id="{FF56374A-2A75-401D-A3E1-01EDA454C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748"/>
              <a:ext cx="31" cy="9"/>
            </a:xfrm>
            <a:custGeom>
              <a:avLst/>
              <a:gdLst>
                <a:gd name="T0" fmla="*/ 0 w 45"/>
                <a:gd name="T1" fmla="*/ 1 h 13"/>
                <a:gd name="T2" fmla="*/ 14 w 4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3">
                  <a:moveTo>
                    <a:pt x="0" y="2"/>
                  </a:moveTo>
                  <a:cubicBezTo>
                    <a:pt x="13" y="11"/>
                    <a:pt x="36" y="13"/>
                    <a:pt x="45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Freeform 330">
              <a:extLst>
                <a:ext uri="{FF2B5EF4-FFF2-40B4-BE49-F238E27FC236}">
                  <a16:creationId xmlns:a16="http://schemas.microsoft.com/office/drawing/2014/main" id="{227573EF-1A67-476A-A540-777309AC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720"/>
              <a:ext cx="14" cy="32"/>
            </a:xfrm>
            <a:custGeom>
              <a:avLst/>
              <a:gdLst>
                <a:gd name="T0" fmla="*/ 5 w 21"/>
                <a:gd name="T1" fmla="*/ 15 h 47"/>
                <a:gd name="T2" fmla="*/ 0 w 21"/>
                <a:gd name="T3" fmla="*/ 1 h 47"/>
                <a:gd name="T4" fmla="*/ 3 w 21"/>
                <a:gd name="T5" fmla="*/ 0 h 47"/>
                <a:gd name="T6" fmla="*/ 5 w 21"/>
                <a:gd name="T7" fmla="*/ 1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7">
                  <a:moveTo>
                    <a:pt x="15" y="47"/>
                  </a:moveTo>
                  <a:cubicBezTo>
                    <a:pt x="11" y="33"/>
                    <a:pt x="3" y="19"/>
                    <a:pt x="0" y="5"/>
                  </a:cubicBezTo>
                  <a:cubicBezTo>
                    <a:pt x="1" y="4"/>
                    <a:pt x="7" y="1"/>
                    <a:pt x="9" y="0"/>
                  </a:cubicBezTo>
                  <a:cubicBezTo>
                    <a:pt x="18" y="10"/>
                    <a:pt x="21" y="32"/>
                    <a:pt x="18" y="4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Freeform 331">
              <a:extLst>
                <a:ext uri="{FF2B5EF4-FFF2-40B4-BE49-F238E27FC236}">
                  <a16:creationId xmlns:a16="http://schemas.microsoft.com/office/drawing/2014/main" id="{53A23DD6-DA82-48ED-AF1F-F0FABC76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678"/>
              <a:ext cx="147" cy="173"/>
            </a:xfrm>
            <a:custGeom>
              <a:avLst/>
              <a:gdLst>
                <a:gd name="T0" fmla="*/ 54 w 214"/>
                <a:gd name="T1" fmla="*/ 71 h 252"/>
                <a:gd name="T2" fmla="*/ 21 w 214"/>
                <a:gd name="T3" fmla="*/ 58 h 252"/>
                <a:gd name="T4" fmla="*/ 19 w 214"/>
                <a:gd name="T5" fmla="*/ 43 h 252"/>
                <a:gd name="T6" fmla="*/ 9 w 214"/>
                <a:gd name="T7" fmla="*/ 23 h 252"/>
                <a:gd name="T8" fmla="*/ 5 w 214"/>
                <a:gd name="T9" fmla="*/ 3 h 252"/>
                <a:gd name="T10" fmla="*/ 21 w 214"/>
                <a:gd name="T11" fmla="*/ 11 h 252"/>
                <a:gd name="T12" fmla="*/ 49 w 214"/>
                <a:gd name="T13" fmla="*/ 34 h 252"/>
                <a:gd name="T14" fmla="*/ 54 w 214"/>
                <a:gd name="T15" fmla="*/ 7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252">
                  <a:moveTo>
                    <a:pt x="164" y="221"/>
                  </a:moveTo>
                  <a:cubicBezTo>
                    <a:pt x="123" y="252"/>
                    <a:pt x="71" y="235"/>
                    <a:pt x="63" y="181"/>
                  </a:cubicBezTo>
                  <a:cubicBezTo>
                    <a:pt x="61" y="164"/>
                    <a:pt x="66" y="149"/>
                    <a:pt x="60" y="132"/>
                  </a:cubicBezTo>
                  <a:cubicBezTo>
                    <a:pt x="54" y="109"/>
                    <a:pt x="38" y="93"/>
                    <a:pt x="27" y="72"/>
                  </a:cubicBezTo>
                  <a:cubicBezTo>
                    <a:pt x="20" y="59"/>
                    <a:pt x="0" y="22"/>
                    <a:pt x="18" y="10"/>
                  </a:cubicBezTo>
                  <a:cubicBezTo>
                    <a:pt x="34" y="0"/>
                    <a:pt x="52" y="23"/>
                    <a:pt x="62" y="33"/>
                  </a:cubicBezTo>
                  <a:cubicBezTo>
                    <a:pt x="91" y="64"/>
                    <a:pt x="117" y="86"/>
                    <a:pt x="153" y="107"/>
                  </a:cubicBezTo>
                  <a:cubicBezTo>
                    <a:pt x="199" y="135"/>
                    <a:pt x="214" y="189"/>
                    <a:pt x="168" y="221"/>
                  </a:cubicBezTo>
                </a:path>
              </a:pathLst>
            </a:custGeom>
            <a:solidFill>
              <a:srgbClr val="FCE545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21" name="Freeform 332">
              <a:extLst>
                <a:ext uri="{FF2B5EF4-FFF2-40B4-BE49-F238E27FC236}">
                  <a16:creationId xmlns:a16="http://schemas.microsoft.com/office/drawing/2014/main" id="{8F8A7FDC-A683-436A-9F4F-A0A0B06B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678"/>
              <a:ext cx="147" cy="173"/>
            </a:xfrm>
            <a:custGeom>
              <a:avLst/>
              <a:gdLst>
                <a:gd name="T0" fmla="*/ 54 w 214"/>
                <a:gd name="T1" fmla="*/ 71 h 252"/>
                <a:gd name="T2" fmla="*/ 21 w 214"/>
                <a:gd name="T3" fmla="*/ 58 h 252"/>
                <a:gd name="T4" fmla="*/ 19 w 214"/>
                <a:gd name="T5" fmla="*/ 43 h 252"/>
                <a:gd name="T6" fmla="*/ 9 w 214"/>
                <a:gd name="T7" fmla="*/ 23 h 252"/>
                <a:gd name="T8" fmla="*/ 5 w 214"/>
                <a:gd name="T9" fmla="*/ 3 h 252"/>
                <a:gd name="T10" fmla="*/ 21 w 214"/>
                <a:gd name="T11" fmla="*/ 11 h 252"/>
                <a:gd name="T12" fmla="*/ 49 w 214"/>
                <a:gd name="T13" fmla="*/ 34 h 252"/>
                <a:gd name="T14" fmla="*/ 54 w 214"/>
                <a:gd name="T15" fmla="*/ 7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252">
                  <a:moveTo>
                    <a:pt x="164" y="221"/>
                  </a:moveTo>
                  <a:cubicBezTo>
                    <a:pt x="123" y="252"/>
                    <a:pt x="71" y="235"/>
                    <a:pt x="63" y="181"/>
                  </a:cubicBezTo>
                  <a:cubicBezTo>
                    <a:pt x="61" y="164"/>
                    <a:pt x="66" y="149"/>
                    <a:pt x="60" y="132"/>
                  </a:cubicBezTo>
                  <a:cubicBezTo>
                    <a:pt x="54" y="109"/>
                    <a:pt x="38" y="93"/>
                    <a:pt x="27" y="72"/>
                  </a:cubicBezTo>
                  <a:cubicBezTo>
                    <a:pt x="20" y="59"/>
                    <a:pt x="0" y="22"/>
                    <a:pt x="18" y="10"/>
                  </a:cubicBezTo>
                  <a:cubicBezTo>
                    <a:pt x="34" y="0"/>
                    <a:pt x="52" y="23"/>
                    <a:pt x="62" y="33"/>
                  </a:cubicBezTo>
                  <a:cubicBezTo>
                    <a:pt x="91" y="64"/>
                    <a:pt x="117" y="86"/>
                    <a:pt x="153" y="107"/>
                  </a:cubicBezTo>
                  <a:cubicBezTo>
                    <a:pt x="199" y="135"/>
                    <a:pt x="214" y="189"/>
                    <a:pt x="168" y="221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2" name="Freeform 333">
              <a:extLst>
                <a:ext uri="{FF2B5EF4-FFF2-40B4-BE49-F238E27FC236}">
                  <a16:creationId xmlns:a16="http://schemas.microsoft.com/office/drawing/2014/main" id="{5DF653B8-99D7-4D04-A832-560A54FFD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658"/>
              <a:ext cx="30" cy="33"/>
            </a:xfrm>
            <a:custGeom>
              <a:avLst/>
              <a:gdLst>
                <a:gd name="T0" fmla="*/ 13 w 43"/>
                <a:gd name="T1" fmla="*/ 16 h 48"/>
                <a:gd name="T2" fmla="*/ 0 w 43"/>
                <a:gd name="T3" fmla="*/ 3 h 48"/>
                <a:gd name="T4" fmla="*/ 3 w 43"/>
                <a:gd name="T5" fmla="*/ 0 h 48"/>
                <a:gd name="T6" fmla="*/ 15 w 43"/>
                <a:gd name="T7" fmla="*/ 1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8">
                  <a:moveTo>
                    <a:pt x="37" y="48"/>
                  </a:moveTo>
                  <a:cubicBezTo>
                    <a:pt x="36" y="40"/>
                    <a:pt x="8" y="18"/>
                    <a:pt x="0" y="9"/>
                  </a:cubicBezTo>
                  <a:cubicBezTo>
                    <a:pt x="2" y="7"/>
                    <a:pt x="8" y="1"/>
                    <a:pt x="10" y="0"/>
                  </a:cubicBezTo>
                  <a:cubicBezTo>
                    <a:pt x="21" y="5"/>
                    <a:pt x="39" y="33"/>
                    <a:pt x="43" y="4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Freeform 334">
              <a:extLst>
                <a:ext uri="{FF2B5EF4-FFF2-40B4-BE49-F238E27FC236}">
                  <a16:creationId xmlns:a16="http://schemas.microsoft.com/office/drawing/2014/main" id="{60FF849F-16A7-47A5-9361-C039D165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653"/>
              <a:ext cx="110" cy="186"/>
            </a:xfrm>
            <a:custGeom>
              <a:avLst/>
              <a:gdLst>
                <a:gd name="T0" fmla="*/ 23 w 160"/>
                <a:gd name="T1" fmla="*/ 83 h 270"/>
                <a:gd name="T2" fmla="*/ 12 w 160"/>
                <a:gd name="T3" fmla="*/ 50 h 270"/>
                <a:gd name="T4" fmla="*/ 22 w 160"/>
                <a:gd name="T5" fmla="*/ 39 h 270"/>
                <a:gd name="T6" fmla="*/ 30 w 160"/>
                <a:gd name="T7" fmla="*/ 17 h 270"/>
                <a:gd name="T8" fmla="*/ 42 w 160"/>
                <a:gd name="T9" fmla="*/ 2 h 270"/>
                <a:gd name="T10" fmla="*/ 46 w 160"/>
                <a:gd name="T11" fmla="*/ 17 h 270"/>
                <a:gd name="T12" fmla="*/ 49 w 160"/>
                <a:gd name="T13" fmla="*/ 56 h 270"/>
                <a:gd name="T14" fmla="*/ 25 w 160"/>
                <a:gd name="T15" fmla="*/ 85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270">
                  <a:moveTo>
                    <a:pt x="73" y="255"/>
                  </a:moveTo>
                  <a:cubicBezTo>
                    <a:pt x="23" y="246"/>
                    <a:pt x="0" y="196"/>
                    <a:pt x="35" y="153"/>
                  </a:cubicBezTo>
                  <a:cubicBezTo>
                    <a:pt x="45" y="141"/>
                    <a:pt x="60" y="134"/>
                    <a:pt x="69" y="119"/>
                  </a:cubicBezTo>
                  <a:cubicBezTo>
                    <a:pt x="80" y="98"/>
                    <a:pt x="82" y="75"/>
                    <a:pt x="90" y="54"/>
                  </a:cubicBezTo>
                  <a:cubicBezTo>
                    <a:pt x="95" y="39"/>
                    <a:pt x="109" y="0"/>
                    <a:pt x="130" y="6"/>
                  </a:cubicBezTo>
                  <a:cubicBezTo>
                    <a:pt x="148" y="10"/>
                    <a:pt x="143" y="39"/>
                    <a:pt x="142" y="53"/>
                  </a:cubicBezTo>
                  <a:cubicBezTo>
                    <a:pt x="140" y="95"/>
                    <a:pt x="141" y="129"/>
                    <a:pt x="150" y="170"/>
                  </a:cubicBezTo>
                  <a:cubicBezTo>
                    <a:pt x="160" y="223"/>
                    <a:pt x="131" y="270"/>
                    <a:pt x="76" y="258"/>
                  </a:cubicBezTo>
                </a:path>
              </a:pathLst>
            </a:custGeom>
            <a:solidFill>
              <a:srgbClr val="FCE545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Freeform 335">
              <a:extLst>
                <a:ext uri="{FF2B5EF4-FFF2-40B4-BE49-F238E27FC236}">
                  <a16:creationId xmlns:a16="http://schemas.microsoft.com/office/drawing/2014/main" id="{EC2B8F4C-EFAA-40B6-9FA6-408B1B6FF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653"/>
              <a:ext cx="110" cy="186"/>
            </a:xfrm>
            <a:custGeom>
              <a:avLst/>
              <a:gdLst>
                <a:gd name="T0" fmla="*/ 23 w 160"/>
                <a:gd name="T1" fmla="*/ 83 h 270"/>
                <a:gd name="T2" fmla="*/ 12 w 160"/>
                <a:gd name="T3" fmla="*/ 50 h 270"/>
                <a:gd name="T4" fmla="*/ 22 w 160"/>
                <a:gd name="T5" fmla="*/ 39 h 270"/>
                <a:gd name="T6" fmla="*/ 30 w 160"/>
                <a:gd name="T7" fmla="*/ 17 h 270"/>
                <a:gd name="T8" fmla="*/ 42 w 160"/>
                <a:gd name="T9" fmla="*/ 2 h 270"/>
                <a:gd name="T10" fmla="*/ 46 w 160"/>
                <a:gd name="T11" fmla="*/ 17 h 270"/>
                <a:gd name="T12" fmla="*/ 49 w 160"/>
                <a:gd name="T13" fmla="*/ 56 h 270"/>
                <a:gd name="T14" fmla="*/ 25 w 160"/>
                <a:gd name="T15" fmla="*/ 85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270">
                  <a:moveTo>
                    <a:pt x="73" y="255"/>
                  </a:moveTo>
                  <a:cubicBezTo>
                    <a:pt x="23" y="246"/>
                    <a:pt x="0" y="196"/>
                    <a:pt x="35" y="153"/>
                  </a:cubicBezTo>
                  <a:cubicBezTo>
                    <a:pt x="45" y="141"/>
                    <a:pt x="60" y="134"/>
                    <a:pt x="69" y="119"/>
                  </a:cubicBezTo>
                  <a:cubicBezTo>
                    <a:pt x="80" y="98"/>
                    <a:pt x="82" y="75"/>
                    <a:pt x="90" y="54"/>
                  </a:cubicBezTo>
                  <a:cubicBezTo>
                    <a:pt x="95" y="39"/>
                    <a:pt x="109" y="0"/>
                    <a:pt x="130" y="6"/>
                  </a:cubicBezTo>
                  <a:cubicBezTo>
                    <a:pt x="148" y="10"/>
                    <a:pt x="143" y="39"/>
                    <a:pt x="142" y="53"/>
                  </a:cubicBezTo>
                  <a:cubicBezTo>
                    <a:pt x="140" y="95"/>
                    <a:pt x="141" y="129"/>
                    <a:pt x="150" y="170"/>
                  </a:cubicBezTo>
                  <a:cubicBezTo>
                    <a:pt x="160" y="223"/>
                    <a:pt x="131" y="270"/>
                    <a:pt x="76" y="258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336">
              <a:extLst>
                <a:ext uri="{FF2B5EF4-FFF2-40B4-BE49-F238E27FC236}">
                  <a16:creationId xmlns:a16="http://schemas.microsoft.com/office/drawing/2014/main" id="{0215EEF3-F3A5-41D7-A7FB-C3F59DF08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625"/>
              <a:ext cx="15" cy="37"/>
            </a:xfrm>
            <a:custGeom>
              <a:avLst/>
              <a:gdLst>
                <a:gd name="T0" fmla="*/ 0 w 21"/>
                <a:gd name="T1" fmla="*/ 16 h 55"/>
                <a:gd name="T2" fmla="*/ 1 w 21"/>
                <a:gd name="T3" fmla="*/ 0 h 55"/>
                <a:gd name="T4" fmla="*/ 6 w 21"/>
                <a:gd name="T5" fmla="*/ 1 h 55"/>
                <a:gd name="T6" fmla="*/ 3 w 21"/>
                <a:gd name="T7" fmla="*/ 1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5">
                  <a:moveTo>
                    <a:pt x="0" y="53"/>
                  </a:moveTo>
                  <a:cubicBezTo>
                    <a:pt x="6" y="46"/>
                    <a:pt x="3" y="12"/>
                    <a:pt x="4" y="0"/>
                  </a:cubicBezTo>
                  <a:cubicBezTo>
                    <a:pt x="7" y="0"/>
                    <a:pt x="15" y="0"/>
                    <a:pt x="18" y="1"/>
                  </a:cubicBezTo>
                  <a:cubicBezTo>
                    <a:pt x="21" y="12"/>
                    <a:pt x="13" y="44"/>
                    <a:pt x="7" y="5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337">
              <a:extLst>
                <a:ext uri="{FF2B5EF4-FFF2-40B4-BE49-F238E27FC236}">
                  <a16:creationId xmlns:a16="http://schemas.microsoft.com/office/drawing/2014/main" id="{064F4B1D-6908-4C49-97FD-923E06F2F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632"/>
              <a:ext cx="267" cy="271"/>
            </a:xfrm>
            <a:custGeom>
              <a:avLst/>
              <a:gdLst>
                <a:gd name="T0" fmla="*/ 103 w 387"/>
                <a:gd name="T1" fmla="*/ 0 h 394"/>
                <a:gd name="T2" fmla="*/ 125 w 387"/>
                <a:gd name="T3" fmla="*/ 43 h 394"/>
                <a:gd name="T4" fmla="*/ 103 w 387"/>
                <a:gd name="T5" fmla="*/ 101 h 394"/>
                <a:gd name="T6" fmla="*/ 48 w 387"/>
                <a:gd name="T7" fmla="*/ 127 h 394"/>
                <a:gd name="T8" fmla="*/ 12 w 387"/>
                <a:gd name="T9" fmla="*/ 110 h 394"/>
                <a:gd name="T10" fmla="*/ 46 w 387"/>
                <a:gd name="T11" fmla="*/ 95 h 394"/>
                <a:gd name="T12" fmla="*/ 86 w 387"/>
                <a:gd name="T13" fmla="*/ 70 h 394"/>
                <a:gd name="T14" fmla="*/ 97 w 387"/>
                <a:gd name="T15" fmla="*/ 31 h 394"/>
                <a:gd name="T16" fmla="*/ 99 w 387"/>
                <a:gd name="T17" fmla="*/ 1 h 3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394">
                  <a:moveTo>
                    <a:pt x="314" y="0"/>
                  </a:moveTo>
                  <a:cubicBezTo>
                    <a:pt x="352" y="23"/>
                    <a:pt x="377" y="89"/>
                    <a:pt x="381" y="131"/>
                  </a:cubicBezTo>
                  <a:cubicBezTo>
                    <a:pt x="387" y="194"/>
                    <a:pt x="349" y="263"/>
                    <a:pt x="313" y="311"/>
                  </a:cubicBezTo>
                  <a:cubicBezTo>
                    <a:pt x="267" y="372"/>
                    <a:pt x="221" y="394"/>
                    <a:pt x="147" y="391"/>
                  </a:cubicBezTo>
                  <a:cubicBezTo>
                    <a:pt x="122" y="390"/>
                    <a:pt x="0" y="379"/>
                    <a:pt x="38" y="339"/>
                  </a:cubicBezTo>
                  <a:cubicBezTo>
                    <a:pt x="62" y="313"/>
                    <a:pt x="106" y="305"/>
                    <a:pt x="138" y="292"/>
                  </a:cubicBezTo>
                  <a:cubicBezTo>
                    <a:pt x="183" y="273"/>
                    <a:pt x="231" y="256"/>
                    <a:pt x="263" y="217"/>
                  </a:cubicBezTo>
                  <a:cubicBezTo>
                    <a:pt x="294" y="178"/>
                    <a:pt x="296" y="145"/>
                    <a:pt x="295" y="96"/>
                  </a:cubicBezTo>
                  <a:cubicBezTo>
                    <a:pt x="294" y="61"/>
                    <a:pt x="282" y="32"/>
                    <a:pt x="303" y="3"/>
                  </a:cubicBezTo>
                </a:path>
              </a:pathLst>
            </a:custGeom>
            <a:solidFill>
              <a:srgbClr val="FBE833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Freeform 338">
              <a:extLst>
                <a:ext uri="{FF2B5EF4-FFF2-40B4-BE49-F238E27FC236}">
                  <a16:creationId xmlns:a16="http://schemas.microsoft.com/office/drawing/2014/main" id="{E192B03A-7A64-423F-8C40-2972B5DBA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632"/>
              <a:ext cx="267" cy="271"/>
            </a:xfrm>
            <a:custGeom>
              <a:avLst/>
              <a:gdLst>
                <a:gd name="T0" fmla="*/ 103 w 387"/>
                <a:gd name="T1" fmla="*/ 0 h 394"/>
                <a:gd name="T2" fmla="*/ 125 w 387"/>
                <a:gd name="T3" fmla="*/ 43 h 394"/>
                <a:gd name="T4" fmla="*/ 103 w 387"/>
                <a:gd name="T5" fmla="*/ 101 h 394"/>
                <a:gd name="T6" fmla="*/ 48 w 387"/>
                <a:gd name="T7" fmla="*/ 127 h 394"/>
                <a:gd name="T8" fmla="*/ 12 w 387"/>
                <a:gd name="T9" fmla="*/ 110 h 394"/>
                <a:gd name="T10" fmla="*/ 46 w 387"/>
                <a:gd name="T11" fmla="*/ 95 h 394"/>
                <a:gd name="T12" fmla="*/ 86 w 387"/>
                <a:gd name="T13" fmla="*/ 70 h 394"/>
                <a:gd name="T14" fmla="*/ 97 w 387"/>
                <a:gd name="T15" fmla="*/ 31 h 394"/>
                <a:gd name="T16" fmla="*/ 99 w 387"/>
                <a:gd name="T17" fmla="*/ 1 h 3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394">
                  <a:moveTo>
                    <a:pt x="314" y="0"/>
                  </a:moveTo>
                  <a:cubicBezTo>
                    <a:pt x="352" y="23"/>
                    <a:pt x="377" y="89"/>
                    <a:pt x="381" y="131"/>
                  </a:cubicBezTo>
                  <a:cubicBezTo>
                    <a:pt x="387" y="194"/>
                    <a:pt x="349" y="263"/>
                    <a:pt x="313" y="311"/>
                  </a:cubicBezTo>
                  <a:cubicBezTo>
                    <a:pt x="267" y="372"/>
                    <a:pt x="221" y="394"/>
                    <a:pt x="147" y="391"/>
                  </a:cubicBezTo>
                  <a:cubicBezTo>
                    <a:pt x="122" y="390"/>
                    <a:pt x="0" y="379"/>
                    <a:pt x="38" y="339"/>
                  </a:cubicBezTo>
                  <a:cubicBezTo>
                    <a:pt x="62" y="313"/>
                    <a:pt x="106" y="305"/>
                    <a:pt x="138" y="292"/>
                  </a:cubicBezTo>
                  <a:cubicBezTo>
                    <a:pt x="183" y="273"/>
                    <a:pt x="231" y="256"/>
                    <a:pt x="263" y="217"/>
                  </a:cubicBezTo>
                  <a:cubicBezTo>
                    <a:pt x="294" y="178"/>
                    <a:pt x="296" y="145"/>
                    <a:pt x="295" y="96"/>
                  </a:cubicBezTo>
                  <a:cubicBezTo>
                    <a:pt x="294" y="61"/>
                    <a:pt x="282" y="32"/>
                    <a:pt x="303" y="3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Freeform 339">
              <a:extLst>
                <a:ext uri="{FF2B5EF4-FFF2-40B4-BE49-F238E27FC236}">
                  <a16:creationId xmlns:a16="http://schemas.microsoft.com/office/drawing/2014/main" id="{25E73B63-C318-473D-8EDD-2EDEF373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654"/>
              <a:ext cx="198" cy="230"/>
            </a:xfrm>
            <a:custGeom>
              <a:avLst/>
              <a:gdLst>
                <a:gd name="T0" fmla="*/ 80 w 288"/>
                <a:gd name="T1" fmla="*/ 2 h 335"/>
                <a:gd name="T2" fmla="*/ 93 w 288"/>
                <a:gd name="T3" fmla="*/ 38 h 335"/>
                <a:gd name="T4" fmla="*/ 75 w 288"/>
                <a:gd name="T5" fmla="*/ 71 h 335"/>
                <a:gd name="T6" fmla="*/ 40 w 288"/>
                <a:gd name="T7" fmla="*/ 102 h 335"/>
                <a:gd name="T8" fmla="*/ 16 w 288"/>
                <a:gd name="T9" fmla="*/ 108 h 335"/>
                <a:gd name="T10" fmla="*/ 0 w 288"/>
                <a:gd name="T11" fmla="*/ 108 h 3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335">
                  <a:moveTo>
                    <a:pt x="247" y="7"/>
                  </a:moveTo>
                  <a:cubicBezTo>
                    <a:pt x="257" y="0"/>
                    <a:pt x="288" y="98"/>
                    <a:pt x="286" y="118"/>
                  </a:cubicBezTo>
                  <a:cubicBezTo>
                    <a:pt x="282" y="158"/>
                    <a:pt x="256" y="193"/>
                    <a:pt x="231" y="222"/>
                  </a:cubicBezTo>
                  <a:cubicBezTo>
                    <a:pt x="198" y="261"/>
                    <a:pt x="171" y="295"/>
                    <a:pt x="123" y="315"/>
                  </a:cubicBezTo>
                  <a:cubicBezTo>
                    <a:pt x="99" y="325"/>
                    <a:pt x="75" y="334"/>
                    <a:pt x="49" y="334"/>
                  </a:cubicBezTo>
                  <a:cubicBezTo>
                    <a:pt x="33" y="335"/>
                    <a:pt x="16" y="330"/>
                    <a:pt x="0" y="332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9" name="Freeform 340">
              <a:extLst>
                <a:ext uri="{FF2B5EF4-FFF2-40B4-BE49-F238E27FC236}">
                  <a16:creationId xmlns:a16="http://schemas.microsoft.com/office/drawing/2014/main" id="{58621602-F765-4A60-AFC3-C50464F4F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687"/>
              <a:ext cx="163" cy="179"/>
            </a:xfrm>
            <a:custGeom>
              <a:avLst/>
              <a:gdLst>
                <a:gd name="T0" fmla="*/ 70 w 237"/>
                <a:gd name="T1" fmla="*/ 0 h 260"/>
                <a:gd name="T2" fmla="*/ 73 w 237"/>
                <a:gd name="T3" fmla="*/ 36 h 260"/>
                <a:gd name="T4" fmla="*/ 52 w 237"/>
                <a:gd name="T5" fmla="*/ 61 h 260"/>
                <a:gd name="T6" fmla="*/ 0 w 237"/>
                <a:gd name="T7" fmla="*/ 85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260">
                  <a:moveTo>
                    <a:pt x="215" y="0"/>
                  </a:moveTo>
                  <a:cubicBezTo>
                    <a:pt x="237" y="21"/>
                    <a:pt x="233" y="83"/>
                    <a:pt x="224" y="110"/>
                  </a:cubicBezTo>
                  <a:cubicBezTo>
                    <a:pt x="212" y="146"/>
                    <a:pt x="190" y="164"/>
                    <a:pt x="161" y="188"/>
                  </a:cubicBezTo>
                  <a:cubicBezTo>
                    <a:pt x="114" y="227"/>
                    <a:pt x="54" y="244"/>
                    <a:pt x="0" y="26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0" name="Freeform 341">
              <a:extLst>
                <a:ext uri="{FF2B5EF4-FFF2-40B4-BE49-F238E27FC236}">
                  <a16:creationId xmlns:a16="http://schemas.microsoft.com/office/drawing/2014/main" id="{7589FF42-2B9F-45E2-B609-C520B88D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716"/>
              <a:ext cx="620" cy="454"/>
            </a:xfrm>
            <a:custGeom>
              <a:avLst/>
              <a:gdLst>
                <a:gd name="T0" fmla="*/ 0 w 901"/>
                <a:gd name="T1" fmla="*/ 151 h 661"/>
                <a:gd name="T2" fmla="*/ 54 w 901"/>
                <a:gd name="T3" fmla="*/ 139 h 661"/>
                <a:gd name="T4" fmla="*/ 162 w 901"/>
                <a:gd name="T5" fmla="*/ 22 h 661"/>
                <a:gd name="T6" fmla="*/ 291 w 901"/>
                <a:gd name="T7" fmla="*/ 41 h 661"/>
                <a:gd name="T8" fmla="*/ 283 w 901"/>
                <a:gd name="T9" fmla="*/ 64 h 661"/>
                <a:gd name="T10" fmla="*/ 270 w 901"/>
                <a:gd name="T11" fmla="*/ 61 h 661"/>
                <a:gd name="T12" fmla="*/ 233 w 901"/>
                <a:gd name="T13" fmla="*/ 85 h 661"/>
                <a:gd name="T14" fmla="*/ 193 w 901"/>
                <a:gd name="T15" fmla="*/ 104 h 661"/>
                <a:gd name="T16" fmla="*/ 156 w 901"/>
                <a:gd name="T17" fmla="*/ 122 h 661"/>
                <a:gd name="T18" fmla="*/ 120 w 901"/>
                <a:gd name="T19" fmla="*/ 135 h 661"/>
                <a:gd name="T20" fmla="*/ 80 w 901"/>
                <a:gd name="T21" fmla="*/ 149 h 661"/>
                <a:gd name="T22" fmla="*/ 0 w 901"/>
                <a:gd name="T23" fmla="*/ 151 h 6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1" h="661">
                  <a:moveTo>
                    <a:pt x="0" y="468"/>
                  </a:moveTo>
                  <a:cubicBezTo>
                    <a:pt x="0" y="468"/>
                    <a:pt x="65" y="564"/>
                    <a:pt x="165" y="430"/>
                  </a:cubicBezTo>
                  <a:cubicBezTo>
                    <a:pt x="264" y="296"/>
                    <a:pt x="284" y="137"/>
                    <a:pt x="495" y="69"/>
                  </a:cubicBezTo>
                  <a:cubicBezTo>
                    <a:pt x="705" y="0"/>
                    <a:pt x="894" y="128"/>
                    <a:pt x="894" y="128"/>
                  </a:cubicBezTo>
                  <a:cubicBezTo>
                    <a:pt x="894" y="128"/>
                    <a:pt x="901" y="197"/>
                    <a:pt x="868" y="197"/>
                  </a:cubicBezTo>
                  <a:cubicBezTo>
                    <a:pt x="829" y="189"/>
                    <a:pt x="829" y="189"/>
                    <a:pt x="829" y="189"/>
                  </a:cubicBezTo>
                  <a:cubicBezTo>
                    <a:pt x="829" y="189"/>
                    <a:pt x="746" y="254"/>
                    <a:pt x="714" y="262"/>
                  </a:cubicBezTo>
                  <a:cubicBezTo>
                    <a:pt x="714" y="262"/>
                    <a:pt x="645" y="309"/>
                    <a:pt x="593" y="321"/>
                  </a:cubicBezTo>
                  <a:cubicBezTo>
                    <a:pt x="593" y="321"/>
                    <a:pt x="519" y="373"/>
                    <a:pt x="478" y="374"/>
                  </a:cubicBezTo>
                  <a:cubicBezTo>
                    <a:pt x="478" y="374"/>
                    <a:pt x="420" y="417"/>
                    <a:pt x="370" y="416"/>
                  </a:cubicBezTo>
                  <a:cubicBezTo>
                    <a:pt x="370" y="416"/>
                    <a:pt x="319" y="439"/>
                    <a:pt x="244" y="460"/>
                  </a:cubicBezTo>
                  <a:cubicBezTo>
                    <a:pt x="244" y="460"/>
                    <a:pt x="65" y="661"/>
                    <a:pt x="0" y="468"/>
                  </a:cubicBezTo>
                  <a:close/>
                </a:path>
              </a:pathLst>
            </a:custGeom>
            <a:solidFill>
              <a:srgbClr val="F9D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1" name="Freeform 342">
              <a:extLst>
                <a:ext uri="{FF2B5EF4-FFF2-40B4-BE49-F238E27FC236}">
                  <a16:creationId xmlns:a16="http://schemas.microsoft.com/office/drawing/2014/main" id="{97DEA9F1-17AF-4A56-8048-5C979FDC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794"/>
              <a:ext cx="620" cy="376"/>
            </a:xfrm>
            <a:custGeom>
              <a:avLst/>
              <a:gdLst>
                <a:gd name="T0" fmla="*/ 277 w 901"/>
                <a:gd name="T1" fmla="*/ 6 h 548"/>
                <a:gd name="T2" fmla="*/ 264 w 901"/>
                <a:gd name="T3" fmla="*/ 3 h 548"/>
                <a:gd name="T4" fmla="*/ 226 w 901"/>
                <a:gd name="T5" fmla="*/ 27 h 548"/>
                <a:gd name="T6" fmla="*/ 186 w 901"/>
                <a:gd name="T7" fmla="*/ 46 h 548"/>
                <a:gd name="T8" fmla="*/ 149 w 901"/>
                <a:gd name="T9" fmla="*/ 63 h 548"/>
                <a:gd name="T10" fmla="*/ 114 w 901"/>
                <a:gd name="T11" fmla="*/ 77 h 548"/>
                <a:gd name="T12" fmla="*/ 72 w 901"/>
                <a:gd name="T13" fmla="*/ 91 h 548"/>
                <a:gd name="T14" fmla="*/ 43 w 901"/>
                <a:gd name="T15" fmla="*/ 115 h 548"/>
                <a:gd name="T16" fmla="*/ 0 w 901"/>
                <a:gd name="T17" fmla="*/ 115 h 548"/>
                <a:gd name="T18" fmla="*/ 80 w 901"/>
                <a:gd name="T19" fmla="*/ 112 h 548"/>
                <a:gd name="T20" fmla="*/ 120 w 901"/>
                <a:gd name="T21" fmla="*/ 98 h 548"/>
                <a:gd name="T22" fmla="*/ 156 w 901"/>
                <a:gd name="T23" fmla="*/ 84 h 548"/>
                <a:gd name="T24" fmla="*/ 193 w 901"/>
                <a:gd name="T25" fmla="*/ 67 h 548"/>
                <a:gd name="T26" fmla="*/ 233 w 901"/>
                <a:gd name="T27" fmla="*/ 48 h 548"/>
                <a:gd name="T28" fmla="*/ 270 w 901"/>
                <a:gd name="T29" fmla="*/ 25 h 548"/>
                <a:gd name="T30" fmla="*/ 283 w 901"/>
                <a:gd name="T31" fmla="*/ 27 h 548"/>
                <a:gd name="T32" fmla="*/ 291 w 901"/>
                <a:gd name="T33" fmla="*/ 5 h 548"/>
                <a:gd name="T34" fmla="*/ 283 w 901"/>
                <a:gd name="T35" fmla="*/ 0 h 548"/>
                <a:gd name="T36" fmla="*/ 277 w 901"/>
                <a:gd name="T37" fmla="*/ 6 h 5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01" h="548">
                  <a:moveTo>
                    <a:pt x="848" y="19"/>
                  </a:moveTo>
                  <a:cubicBezTo>
                    <a:pt x="808" y="11"/>
                    <a:pt x="808" y="11"/>
                    <a:pt x="808" y="11"/>
                  </a:cubicBezTo>
                  <a:cubicBezTo>
                    <a:pt x="808" y="11"/>
                    <a:pt x="726" y="76"/>
                    <a:pt x="693" y="84"/>
                  </a:cubicBezTo>
                  <a:cubicBezTo>
                    <a:pt x="693" y="84"/>
                    <a:pt x="624" y="130"/>
                    <a:pt x="572" y="143"/>
                  </a:cubicBezTo>
                  <a:cubicBezTo>
                    <a:pt x="572" y="143"/>
                    <a:pt x="498" y="195"/>
                    <a:pt x="457" y="195"/>
                  </a:cubicBezTo>
                  <a:cubicBezTo>
                    <a:pt x="457" y="195"/>
                    <a:pt x="399" y="238"/>
                    <a:pt x="349" y="238"/>
                  </a:cubicBezTo>
                  <a:cubicBezTo>
                    <a:pt x="349" y="238"/>
                    <a:pt x="299" y="260"/>
                    <a:pt x="223" y="282"/>
                  </a:cubicBezTo>
                  <a:cubicBezTo>
                    <a:pt x="223" y="282"/>
                    <a:pt x="182" y="328"/>
                    <a:pt x="131" y="355"/>
                  </a:cubicBezTo>
                  <a:cubicBezTo>
                    <a:pt x="51" y="430"/>
                    <a:pt x="0" y="355"/>
                    <a:pt x="0" y="355"/>
                  </a:cubicBezTo>
                  <a:cubicBezTo>
                    <a:pt x="65" y="548"/>
                    <a:pt x="244" y="347"/>
                    <a:pt x="244" y="347"/>
                  </a:cubicBezTo>
                  <a:cubicBezTo>
                    <a:pt x="319" y="326"/>
                    <a:pt x="370" y="303"/>
                    <a:pt x="370" y="303"/>
                  </a:cubicBezTo>
                  <a:cubicBezTo>
                    <a:pt x="420" y="304"/>
                    <a:pt x="478" y="261"/>
                    <a:pt x="478" y="261"/>
                  </a:cubicBezTo>
                  <a:cubicBezTo>
                    <a:pt x="519" y="260"/>
                    <a:pt x="593" y="208"/>
                    <a:pt x="593" y="208"/>
                  </a:cubicBezTo>
                  <a:cubicBezTo>
                    <a:pt x="645" y="196"/>
                    <a:pt x="714" y="149"/>
                    <a:pt x="714" y="149"/>
                  </a:cubicBezTo>
                  <a:cubicBezTo>
                    <a:pt x="746" y="141"/>
                    <a:pt x="829" y="76"/>
                    <a:pt x="829" y="76"/>
                  </a:cubicBezTo>
                  <a:cubicBezTo>
                    <a:pt x="868" y="84"/>
                    <a:pt x="868" y="84"/>
                    <a:pt x="868" y="84"/>
                  </a:cubicBezTo>
                  <a:cubicBezTo>
                    <a:pt x="901" y="84"/>
                    <a:pt x="894" y="15"/>
                    <a:pt x="894" y="15"/>
                  </a:cubicBezTo>
                  <a:cubicBezTo>
                    <a:pt x="894" y="15"/>
                    <a:pt x="885" y="9"/>
                    <a:pt x="869" y="0"/>
                  </a:cubicBezTo>
                  <a:cubicBezTo>
                    <a:pt x="865" y="11"/>
                    <a:pt x="859" y="19"/>
                    <a:pt x="848" y="19"/>
                  </a:cubicBezTo>
                  <a:close/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Freeform 343">
              <a:extLst>
                <a:ext uri="{FF2B5EF4-FFF2-40B4-BE49-F238E27FC236}">
                  <a16:creationId xmlns:a16="http://schemas.microsoft.com/office/drawing/2014/main" id="{28697195-6EE0-4A69-A678-86E8FFAE8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716"/>
              <a:ext cx="620" cy="454"/>
            </a:xfrm>
            <a:custGeom>
              <a:avLst/>
              <a:gdLst>
                <a:gd name="T0" fmla="*/ 0 w 901"/>
                <a:gd name="T1" fmla="*/ 151 h 661"/>
                <a:gd name="T2" fmla="*/ 54 w 901"/>
                <a:gd name="T3" fmla="*/ 139 h 661"/>
                <a:gd name="T4" fmla="*/ 162 w 901"/>
                <a:gd name="T5" fmla="*/ 22 h 661"/>
                <a:gd name="T6" fmla="*/ 291 w 901"/>
                <a:gd name="T7" fmla="*/ 41 h 661"/>
                <a:gd name="T8" fmla="*/ 283 w 901"/>
                <a:gd name="T9" fmla="*/ 64 h 661"/>
                <a:gd name="T10" fmla="*/ 270 w 901"/>
                <a:gd name="T11" fmla="*/ 61 h 661"/>
                <a:gd name="T12" fmla="*/ 233 w 901"/>
                <a:gd name="T13" fmla="*/ 85 h 661"/>
                <a:gd name="T14" fmla="*/ 193 w 901"/>
                <a:gd name="T15" fmla="*/ 104 h 661"/>
                <a:gd name="T16" fmla="*/ 156 w 901"/>
                <a:gd name="T17" fmla="*/ 122 h 661"/>
                <a:gd name="T18" fmla="*/ 120 w 901"/>
                <a:gd name="T19" fmla="*/ 135 h 661"/>
                <a:gd name="T20" fmla="*/ 80 w 901"/>
                <a:gd name="T21" fmla="*/ 149 h 661"/>
                <a:gd name="T22" fmla="*/ 0 w 901"/>
                <a:gd name="T23" fmla="*/ 151 h 6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1" h="661">
                  <a:moveTo>
                    <a:pt x="0" y="468"/>
                  </a:moveTo>
                  <a:cubicBezTo>
                    <a:pt x="0" y="468"/>
                    <a:pt x="65" y="564"/>
                    <a:pt x="165" y="430"/>
                  </a:cubicBezTo>
                  <a:cubicBezTo>
                    <a:pt x="264" y="296"/>
                    <a:pt x="284" y="137"/>
                    <a:pt x="495" y="69"/>
                  </a:cubicBezTo>
                  <a:cubicBezTo>
                    <a:pt x="705" y="0"/>
                    <a:pt x="894" y="128"/>
                    <a:pt x="894" y="128"/>
                  </a:cubicBezTo>
                  <a:cubicBezTo>
                    <a:pt x="894" y="128"/>
                    <a:pt x="901" y="197"/>
                    <a:pt x="868" y="197"/>
                  </a:cubicBezTo>
                  <a:cubicBezTo>
                    <a:pt x="829" y="189"/>
                    <a:pt x="829" y="189"/>
                    <a:pt x="829" y="189"/>
                  </a:cubicBezTo>
                  <a:cubicBezTo>
                    <a:pt x="829" y="189"/>
                    <a:pt x="746" y="254"/>
                    <a:pt x="714" y="262"/>
                  </a:cubicBezTo>
                  <a:cubicBezTo>
                    <a:pt x="714" y="262"/>
                    <a:pt x="645" y="309"/>
                    <a:pt x="593" y="321"/>
                  </a:cubicBezTo>
                  <a:cubicBezTo>
                    <a:pt x="593" y="321"/>
                    <a:pt x="519" y="373"/>
                    <a:pt x="478" y="374"/>
                  </a:cubicBezTo>
                  <a:cubicBezTo>
                    <a:pt x="478" y="374"/>
                    <a:pt x="420" y="417"/>
                    <a:pt x="370" y="416"/>
                  </a:cubicBezTo>
                  <a:cubicBezTo>
                    <a:pt x="370" y="416"/>
                    <a:pt x="319" y="439"/>
                    <a:pt x="244" y="460"/>
                  </a:cubicBezTo>
                  <a:cubicBezTo>
                    <a:pt x="244" y="460"/>
                    <a:pt x="65" y="661"/>
                    <a:pt x="0" y="468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Freeform 344">
              <a:extLst>
                <a:ext uri="{FF2B5EF4-FFF2-40B4-BE49-F238E27FC236}">
                  <a16:creationId xmlns:a16="http://schemas.microsoft.com/office/drawing/2014/main" id="{73369B57-F3AF-4990-902A-C5C09A882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21"/>
              <a:ext cx="403" cy="311"/>
            </a:xfrm>
            <a:custGeom>
              <a:avLst/>
              <a:gdLst>
                <a:gd name="T0" fmla="*/ 0 w 585"/>
                <a:gd name="T1" fmla="*/ 147 h 452"/>
                <a:gd name="T2" fmla="*/ 34 w 585"/>
                <a:gd name="T3" fmla="*/ 88 h 452"/>
                <a:gd name="T4" fmla="*/ 192 w 585"/>
                <a:gd name="T5" fmla="*/ 59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5" h="452">
                  <a:moveTo>
                    <a:pt x="0" y="452"/>
                  </a:moveTo>
                  <a:cubicBezTo>
                    <a:pt x="0" y="452"/>
                    <a:pt x="72" y="335"/>
                    <a:pt x="103" y="270"/>
                  </a:cubicBezTo>
                  <a:cubicBezTo>
                    <a:pt x="134" y="204"/>
                    <a:pt x="332" y="0"/>
                    <a:pt x="585" y="181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4" name="Freeform 345">
              <a:extLst>
                <a:ext uri="{FF2B5EF4-FFF2-40B4-BE49-F238E27FC236}">
                  <a16:creationId xmlns:a16="http://schemas.microsoft.com/office/drawing/2014/main" id="{2291C039-C517-4217-AE50-0D85E9BF2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500"/>
              <a:ext cx="305" cy="406"/>
            </a:xfrm>
            <a:custGeom>
              <a:avLst/>
              <a:gdLst>
                <a:gd name="T0" fmla="*/ 7 w 443"/>
                <a:gd name="T1" fmla="*/ 54 h 591"/>
                <a:gd name="T2" fmla="*/ 28 w 443"/>
                <a:gd name="T3" fmla="*/ 7 h 591"/>
                <a:gd name="T4" fmla="*/ 145 w 443"/>
                <a:gd name="T5" fmla="*/ 163 h 591"/>
                <a:gd name="T6" fmla="*/ 127 w 443"/>
                <a:gd name="T7" fmla="*/ 170 h 591"/>
                <a:gd name="T8" fmla="*/ 70 w 443"/>
                <a:gd name="T9" fmla="*/ 42 h 591"/>
                <a:gd name="T10" fmla="*/ 100 w 443"/>
                <a:gd name="T11" fmla="*/ 179 h 591"/>
                <a:gd name="T12" fmla="*/ 79 w 443"/>
                <a:gd name="T13" fmla="*/ 186 h 591"/>
                <a:gd name="T14" fmla="*/ 36 w 443"/>
                <a:gd name="T15" fmla="*/ 25 h 591"/>
                <a:gd name="T16" fmla="*/ 7 w 443"/>
                <a:gd name="T17" fmla="*/ 54 h 5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591">
                  <a:moveTo>
                    <a:pt x="22" y="167"/>
                  </a:moveTo>
                  <a:cubicBezTo>
                    <a:pt x="22" y="167"/>
                    <a:pt x="0" y="40"/>
                    <a:pt x="84" y="20"/>
                  </a:cubicBezTo>
                  <a:cubicBezTo>
                    <a:pt x="168" y="0"/>
                    <a:pt x="330" y="152"/>
                    <a:pt x="443" y="505"/>
                  </a:cubicBezTo>
                  <a:cubicBezTo>
                    <a:pt x="443" y="505"/>
                    <a:pt x="419" y="539"/>
                    <a:pt x="391" y="522"/>
                  </a:cubicBezTo>
                  <a:cubicBezTo>
                    <a:pt x="391" y="522"/>
                    <a:pt x="359" y="291"/>
                    <a:pt x="213" y="129"/>
                  </a:cubicBezTo>
                  <a:cubicBezTo>
                    <a:pt x="213" y="129"/>
                    <a:pt x="292" y="288"/>
                    <a:pt x="306" y="553"/>
                  </a:cubicBezTo>
                  <a:cubicBezTo>
                    <a:pt x="306" y="553"/>
                    <a:pt x="283" y="591"/>
                    <a:pt x="242" y="573"/>
                  </a:cubicBezTo>
                  <a:cubicBezTo>
                    <a:pt x="242" y="573"/>
                    <a:pt x="267" y="189"/>
                    <a:pt x="109" y="78"/>
                  </a:cubicBezTo>
                  <a:cubicBezTo>
                    <a:pt x="24" y="19"/>
                    <a:pt x="22" y="167"/>
                    <a:pt x="22" y="167"/>
                  </a:cubicBezTo>
                  <a:close/>
                </a:path>
              </a:pathLst>
            </a:custGeom>
            <a:solidFill>
              <a:srgbClr val="F9D9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35" name="Freeform 346">
              <a:extLst>
                <a:ext uri="{FF2B5EF4-FFF2-40B4-BE49-F238E27FC236}">
                  <a16:creationId xmlns:a16="http://schemas.microsoft.com/office/drawing/2014/main" id="{0B1AD464-A17C-4E01-8B7B-8F4554551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913"/>
              <a:ext cx="168" cy="160"/>
            </a:xfrm>
            <a:custGeom>
              <a:avLst/>
              <a:gdLst>
                <a:gd name="T0" fmla="*/ 74 w 244"/>
                <a:gd name="T1" fmla="*/ 27 h 232"/>
                <a:gd name="T2" fmla="*/ 50 w 244"/>
                <a:gd name="T3" fmla="*/ 70 h 232"/>
                <a:gd name="T4" fmla="*/ 6 w 244"/>
                <a:gd name="T5" fmla="*/ 49 h 232"/>
                <a:gd name="T6" fmla="*/ 30 w 244"/>
                <a:gd name="T7" fmla="*/ 6 h 232"/>
                <a:gd name="T8" fmla="*/ 74 w 244"/>
                <a:gd name="T9" fmla="*/ 27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232">
                  <a:moveTo>
                    <a:pt x="227" y="83"/>
                  </a:moveTo>
                  <a:cubicBezTo>
                    <a:pt x="244" y="137"/>
                    <a:pt x="211" y="195"/>
                    <a:pt x="153" y="214"/>
                  </a:cubicBezTo>
                  <a:cubicBezTo>
                    <a:pt x="95" y="232"/>
                    <a:pt x="34" y="203"/>
                    <a:pt x="17" y="149"/>
                  </a:cubicBezTo>
                  <a:cubicBezTo>
                    <a:pt x="0" y="95"/>
                    <a:pt x="33" y="36"/>
                    <a:pt x="91" y="18"/>
                  </a:cubicBezTo>
                  <a:cubicBezTo>
                    <a:pt x="149" y="0"/>
                    <a:pt x="210" y="28"/>
                    <a:pt x="227" y="83"/>
                  </a:cubicBezTo>
                  <a:close/>
                </a:path>
              </a:pathLst>
            </a:custGeom>
            <a:solidFill>
              <a:srgbClr val="F1901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Freeform 347">
              <a:extLst>
                <a:ext uri="{FF2B5EF4-FFF2-40B4-BE49-F238E27FC236}">
                  <a16:creationId xmlns:a16="http://schemas.microsoft.com/office/drawing/2014/main" id="{96D663BD-3658-48E0-8162-7037FCD57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789"/>
              <a:ext cx="38" cy="49"/>
            </a:xfrm>
            <a:custGeom>
              <a:avLst/>
              <a:gdLst>
                <a:gd name="T0" fmla="*/ 16 w 56"/>
                <a:gd name="T1" fmla="*/ 10 h 71"/>
                <a:gd name="T2" fmla="*/ 12 w 56"/>
                <a:gd name="T3" fmla="*/ 22 h 71"/>
                <a:gd name="T4" fmla="*/ 2 w 56"/>
                <a:gd name="T5" fmla="*/ 14 h 71"/>
                <a:gd name="T6" fmla="*/ 5 w 56"/>
                <a:gd name="T7" fmla="*/ 1 h 71"/>
                <a:gd name="T8" fmla="*/ 16 w 56"/>
                <a:gd name="T9" fmla="*/ 1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1">
                  <a:moveTo>
                    <a:pt x="51" y="29"/>
                  </a:moveTo>
                  <a:cubicBezTo>
                    <a:pt x="56" y="46"/>
                    <a:pt x="51" y="64"/>
                    <a:pt x="38" y="68"/>
                  </a:cubicBezTo>
                  <a:cubicBezTo>
                    <a:pt x="26" y="71"/>
                    <a:pt x="11" y="60"/>
                    <a:pt x="6" y="43"/>
                  </a:cubicBezTo>
                  <a:cubicBezTo>
                    <a:pt x="0" y="25"/>
                    <a:pt x="6" y="8"/>
                    <a:pt x="18" y="4"/>
                  </a:cubicBezTo>
                  <a:cubicBezTo>
                    <a:pt x="31" y="0"/>
                    <a:pt x="45" y="11"/>
                    <a:pt x="51" y="29"/>
                  </a:cubicBezTo>
                  <a:close/>
                </a:path>
              </a:pathLst>
            </a:custGeom>
            <a:solidFill>
              <a:srgbClr val="D5D827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Freeform 348">
              <a:extLst>
                <a:ext uri="{FF2B5EF4-FFF2-40B4-BE49-F238E27FC236}">
                  <a16:creationId xmlns:a16="http://schemas.microsoft.com/office/drawing/2014/main" id="{ABB9EB2D-5165-462B-ADA2-FAD43E39C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802"/>
              <a:ext cx="46" cy="41"/>
            </a:xfrm>
            <a:custGeom>
              <a:avLst/>
              <a:gdLst>
                <a:gd name="T0" fmla="*/ 2 w 67"/>
                <a:gd name="T1" fmla="*/ 5 h 60"/>
                <a:gd name="T2" fmla="*/ 14 w 67"/>
                <a:gd name="T3" fmla="*/ 2 h 60"/>
                <a:gd name="T4" fmla="*/ 20 w 67"/>
                <a:gd name="T5" fmla="*/ 14 h 60"/>
                <a:gd name="T6" fmla="*/ 8 w 67"/>
                <a:gd name="T7" fmla="*/ 17 h 60"/>
                <a:gd name="T8" fmla="*/ 2 w 67"/>
                <a:gd name="T9" fmla="*/ 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0">
                  <a:moveTo>
                    <a:pt x="6" y="17"/>
                  </a:moveTo>
                  <a:cubicBezTo>
                    <a:pt x="12" y="4"/>
                    <a:pt x="29" y="0"/>
                    <a:pt x="44" y="7"/>
                  </a:cubicBezTo>
                  <a:cubicBezTo>
                    <a:pt x="60" y="14"/>
                    <a:pt x="67" y="30"/>
                    <a:pt x="61" y="43"/>
                  </a:cubicBezTo>
                  <a:cubicBezTo>
                    <a:pt x="55" y="56"/>
                    <a:pt x="38" y="60"/>
                    <a:pt x="23" y="53"/>
                  </a:cubicBezTo>
                  <a:cubicBezTo>
                    <a:pt x="8" y="46"/>
                    <a:pt x="0" y="30"/>
                    <a:pt x="6" y="17"/>
                  </a:cubicBezTo>
                  <a:close/>
                </a:path>
              </a:pathLst>
            </a:custGeom>
            <a:solidFill>
              <a:srgbClr val="D5D827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Freeform 349">
              <a:extLst>
                <a:ext uri="{FF2B5EF4-FFF2-40B4-BE49-F238E27FC236}">
                  <a16:creationId xmlns:a16="http://schemas.microsoft.com/office/drawing/2014/main" id="{295622D0-40A4-415E-99F1-720D1007E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818"/>
              <a:ext cx="44" cy="43"/>
            </a:xfrm>
            <a:custGeom>
              <a:avLst/>
              <a:gdLst>
                <a:gd name="T0" fmla="*/ 19 w 64"/>
                <a:gd name="T1" fmla="*/ 7 h 62"/>
                <a:gd name="T2" fmla="*/ 13 w 64"/>
                <a:gd name="T3" fmla="*/ 19 h 62"/>
                <a:gd name="T4" fmla="*/ 1 w 64"/>
                <a:gd name="T5" fmla="*/ 13 h 62"/>
                <a:gd name="T6" fmla="*/ 8 w 64"/>
                <a:gd name="T7" fmla="*/ 1 h 62"/>
                <a:gd name="T8" fmla="*/ 19 w 64"/>
                <a:gd name="T9" fmla="*/ 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22"/>
                  </a:moveTo>
                  <a:cubicBezTo>
                    <a:pt x="64" y="37"/>
                    <a:pt x="55" y="52"/>
                    <a:pt x="40" y="57"/>
                  </a:cubicBezTo>
                  <a:cubicBezTo>
                    <a:pt x="25" y="62"/>
                    <a:pt x="10" y="54"/>
                    <a:pt x="5" y="39"/>
                  </a:cubicBezTo>
                  <a:cubicBezTo>
                    <a:pt x="0" y="25"/>
                    <a:pt x="9" y="9"/>
                    <a:pt x="24" y="5"/>
                  </a:cubicBezTo>
                  <a:cubicBezTo>
                    <a:pt x="39" y="0"/>
                    <a:pt x="55" y="8"/>
                    <a:pt x="59" y="22"/>
                  </a:cubicBezTo>
                  <a:close/>
                </a:path>
              </a:pathLst>
            </a:custGeom>
            <a:solidFill>
              <a:srgbClr val="D5D827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Freeform 350">
              <a:extLst>
                <a:ext uri="{FF2B5EF4-FFF2-40B4-BE49-F238E27FC236}">
                  <a16:creationId xmlns:a16="http://schemas.microsoft.com/office/drawing/2014/main" id="{78FF1DF4-5BB7-4F2A-A580-FDACC2DA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899"/>
              <a:ext cx="45" cy="35"/>
            </a:xfrm>
            <a:custGeom>
              <a:avLst/>
              <a:gdLst>
                <a:gd name="T0" fmla="*/ 21 w 65"/>
                <a:gd name="T1" fmla="*/ 5 h 51"/>
                <a:gd name="T2" fmla="*/ 13 w 65"/>
                <a:gd name="T3" fmla="*/ 15 h 51"/>
                <a:gd name="T4" fmla="*/ 1 w 65"/>
                <a:gd name="T5" fmla="*/ 11 h 51"/>
                <a:gd name="T6" fmla="*/ 8 w 65"/>
                <a:gd name="T7" fmla="*/ 1 h 51"/>
                <a:gd name="T8" fmla="*/ 21 w 65"/>
                <a:gd name="T9" fmla="*/ 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1">
                  <a:moveTo>
                    <a:pt x="62" y="16"/>
                  </a:moveTo>
                  <a:cubicBezTo>
                    <a:pt x="65" y="27"/>
                    <a:pt x="55" y="41"/>
                    <a:pt x="39" y="46"/>
                  </a:cubicBezTo>
                  <a:cubicBezTo>
                    <a:pt x="23" y="51"/>
                    <a:pt x="7" y="46"/>
                    <a:pt x="4" y="34"/>
                  </a:cubicBezTo>
                  <a:cubicBezTo>
                    <a:pt x="0" y="23"/>
                    <a:pt x="10" y="10"/>
                    <a:pt x="26" y="5"/>
                  </a:cubicBezTo>
                  <a:cubicBezTo>
                    <a:pt x="42" y="0"/>
                    <a:pt x="58" y="5"/>
                    <a:pt x="62" y="16"/>
                  </a:cubicBezTo>
                  <a:close/>
                </a:path>
              </a:pathLst>
            </a:custGeom>
            <a:solidFill>
              <a:srgbClr val="D5D827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Freeform 351">
              <a:extLst>
                <a:ext uri="{FF2B5EF4-FFF2-40B4-BE49-F238E27FC236}">
                  <a16:creationId xmlns:a16="http://schemas.microsoft.com/office/drawing/2014/main" id="{4F0FC002-837F-49B0-ADC5-58990F08C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948"/>
              <a:ext cx="39" cy="43"/>
            </a:xfrm>
            <a:custGeom>
              <a:avLst/>
              <a:gdLst>
                <a:gd name="T0" fmla="*/ 18 w 56"/>
                <a:gd name="T1" fmla="*/ 12 h 63"/>
                <a:gd name="T2" fmla="*/ 7 w 56"/>
                <a:gd name="T3" fmla="*/ 19 h 63"/>
                <a:gd name="T4" fmla="*/ 1 w 56"/>
                <a:gd name="T5" fmla="*/ 8 h 63"/>
                <a:gd name="T6" fmla="*/ 11 w 56"/>
                <a:gd name="T7" fmla="*/ 1 h 63"/>
                <a:gd name="T8" fmla="*/ 18 w 56"/>
                <a:gd name="T9" fmla="*/ 1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">
                  <a:moveTo>
                    <a:pt x="53" y="36"/>
                  </a:moveTo>
                  <a:cubicBezTo>
                    <a:pt x="50" y="52"/>
                    <a:pt x="36" y="63"/>
                    <a:pt x="22" y="60"/>
                  </a:cubicBezTo>
                  <a:cubicBezTo>
                    <a:pt x="9" y="58"/>
                    <a:pt x="0" y="43"/>
                    <a:pt x="3" y="27"/>
                  </a:cubicBezTo>
                  <a:cubicBezTo>
                    <a:pt x="6" y="11"/>
                    <a:pt x="19" y="0"/>
                    <a:pt x="33" y="3"/>
                  </a:cubicBezTo>
                  <a:cubicBezTo>
                    <a:pt x="47" y="5"/>
                    <a:pt x="56" y="20"/>
                    <a:pt x="53" y="36"/>
                  </a:cubicBezTo>
                  <a:close/>
                </a:path>
              </a:pathLst>
            </a:custGeom>
            <a:solidFill>
              <a:srgbClr val="D5D827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1" name="Freeform 352">
              <a:extLst>
                <a:ext uri="{FF2B5EF4-FFF2-40B4-BE49-F238E27FC236}">
                  <a16:creationId xmlns:a16="http://schemas.microsoft.com/office/drawing/2014/main" id="{543CE4C3-C319-4B91-A8F3-9777CC96D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922"/>
              <a:ext cx="49" cy="50"/>
            </a:xfrm>
            <a:custGeom>
              <a:avLst/>
              <a:gdLst>
                <a:gd name="T0" fmla="*/ 21 w 71"/>
                <a:gd name="T1" fmla="*/ 9 h 72"/>
                <a:gd name="T2" fmla="*/ 14 w 71"/>
                <a:gd name="T3" fmla="*/ 23 h 72"/>
                <a:gd name="T4" fmla="*/ 1 w 71"/>
                <a:gd name="T5" fmla="*/ 15 h 72"/>
                <a:gd name="T6" fmla="*/ 8 w 71"/>
                <a:gd name="T7" fmla="*/ 1 h 72"/>
                <a:gd name="T8" fmla="*/ 21 w 71"/>
                <a:gd name="T9" fmla="*/ 9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2">
                  <a:moveTo>
                    <a:pt x="65" y="26"/>
                  </a:moveTo>
                  <a:cubicBezTo>
                    <a:pt x="71" y="43"/>
                    <a:pt x="62" y="61"/>
                    <a:pt x="45" y="67"/>
                  </a:cubicBezTo>
                  <a:cubicBezTo>
                    <a:pt x="29" y="72"/>
                    <a:pt x="11" y="62"/>
                    <a:pt x="5" y="45"/>
                  </a:cubicBezTo>
                  <a:cubicBezTo>
                    <a:pt x="0" y="28"/>
                    <a:pt x="9" y="10"/>
                    <a:pt x="26" y="5"/>
                  </a:cubicBezTo>
                  <a:cubicBezTo>
                    <a:pt x="42" y="0"/>
                    <a:pt x="60" y="9"/>
                    <a:pt x="65" y="26"/>
                  </a:cubicBezTo>
                  <a:close/>
                </a:path>
              </a:pathLst>
            </a:custGeom>
            <a:solidFill>
              <a:srgbClr val="D5D827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2" name="Freeform 353">
              <a:extLst>
                <a:ext uri="{FF2B5EF4-FFF2-40B4-BE49-F238E27FC236}">
                  <a16:creationId xmlns:a16="http://schemas.microsoft.com/office/drawing/2014/main" id="{51515BDE-E14F-4CBD-B9A3-C6BDC5EB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977"/>
              <a:ext cx="52" cy="48"/>
            </a:xfrm>
            <a:custGeom>
              <a:avLst/>
              <a:gdLst>
                <a:gd name="T0" fmla="*/ 24 w 75"/>
                <a:gd name="T1" fmla="*/ 8 h 70"/>
                <a:gd name="T2" fmla="*/ 15 w 75"/>
                <a:gd name="T3" fmla="*/ 21 h 70"/>
                <a:gd name="T4" fmla="*/ 1 w 75"/>
                <a:gd name="T5" fmla="*/ 15 h 70"/>
                <a:gd name="T6" fmla="*/ 9 w 75"/>
                <a:gd name="T7" fmla="*/ 2 h 70"/>
                <a:gd name="T8" fmla="*/ 24 w 75"/>
                <a:gd name="T9" fmla="*/ 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0">
                  <a:moveTo>
                    <a:pt x="70" y="25"/>
                  </a:moveTo>
                  <a:cubicBezTo>
                    <a:pt x="75" y="41"/>
                    <a:pt x="64" y="58"/>
                    <a:pt x="46" y="64"/>
                  </a:cubicBezTo>
                  <a:cubicBezTo>
                    <a:pt x="28" y="70"/>
                    <a:pt x="10" y="62"/>
                    <a:pt x="5" y="46"/>
                  </a:cubicBezTo>
                  <a:cubicBezTo>
                    <a:pt x="0" y="29"/>
                    <a:pt x="10" y="12"/>
                    <a:pt x="28" y="6"/>
                  </a:cubicBezTo>
                  <a:cubicBezTo>
                    <a:pt x="46" y="0"/>
                    <a:pt x="65" y="9"/>
                    <a:pt x="70" y="25"/>
                  </a:cubicBezTo>
                  <a:close/>
                </a:path>
              </a:pathLst>
            </a:custGeom>
            <a:solidFill>
              <a:srgbClr val="D5D827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3" name="Freeform 354">
              <a:extLst>
                <a:ext uri="{FF2B5EF4-FFF2-40B4-BE49-F238E27FC236}">
                  <a16:creationId xmlns:a16="http://schemas.microsoft.com/office/drawing/2014/main" id="{78F5B197-41A2-4380-B0B3-48AD9F908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832"/>
              <a:ext cx="38" cy="45"/>
            </a:xfrm>
            <a:custGeom>
              <a:avLst/>
              <a:gdLst>
                <a:gd name="T0" fmla="*/ 15 w 55"/>
                <a:gd name="T1" fmla="*/ 2 h 66"/>
                <a:gd name="T2" fmla="*/ 15 w 55"/>
                <a:gd name="T3" fmla="*/ 14 h 66"/>
                <a:gd name="T4" fmla="*/ 4 w 55"/>
                <a:gd name="T5" fmla="*/ 19 h 66"/>
                <a:gd name="T6" fmla="*/ 3 w 55"/>
                <a:gd name="T7" fmla="*/ 7 h 66"/>
                <a:gd name="T8" fmla="*/ 15 w 55"/>
                <a:gd name="T9" fmla="*/ 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6">
                  <a:moveTo>
                    <a:pt x="44" y="7"/>
                  </a:moveTo>
                  <a:cubicBezTo>
                    <a:pt x="54" y="13"/>
                    <a:pt x="55" y="30"/>
                    <a:pt x="46" y="45"/>
                  </a:cubicBezTo>
                  <a:cubicBezTo>
                    <a:pt x="37" y="59"/>
                    <a:pt x="22" y="66"/>
                    <a:pt x="11" y="60"/>
                  </a:cubicBezTo>
                  <a:cubicBezTo>
                    <a:pt x="1" y="54"/>
                    <a:pt x="0" y="37"/>
                    <a:pt x="9" y="22"/>
                  </a:cubicBezTo>
                  <a:cubicBezTo>
                    <a:pt x="18" y="7"/>
                    <a:pt x="34" y="0"/>
                    <a:pt x="44" y="7"/>
                  </a:cubicBezTo>
                  <a:close/>
                </a:path>
              </a:pathLst>
            </a:custGeom>
            <a:solidFill>
              <a:srgbClr val="D5D827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4" name="Freeform 355">
              <a:extLst>
                <a:ext uri="{FF2B5EF4-FFF2-40B4-BE49-F238E27FC236}">
                  <a16:creationId xmlns:a16="http://schemas.microsoft.com/office/drawing/2014/main" id="{B08B61BC-5F87-48DB-A0A3-4E606F19B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858"/>
              <a:ext cx="37" cy="41"/>
            </a:xfrm>
            <a:custGeom>
              <a:avLst/>
              <a:gdLst>
                <a:gd name="T0" fmla="*/ 16 w 54"/>
                <a:gd name="T1" fmla="*/ 8 h 60"/>
                <a:gd name="T2" fmla="*/ 11 w 54"/>
                <a:gd name="T3" fmla="*/ 18 h 60"/>
                <a:gd name="T4" fmla="*/ 1 w 54"/>
                <a:gd name="T5" fmla="*/ 12 h 60"/>
                <a:gd name="T6" fmla="*/ 5 w 54"/>
                <a:gd name="T7" fmla="*/ 1 h 60"/>
                <a:gd name="T8" fmla="*/ 16 w 54"/>
                <a:gd name="T9" fmla="*/ 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0">
                  <a:moveTo>
                    <a:pt x="49" y="23"/>
                  </a:moveTo>
                  <a:cubicBezTo>
                    <a:pt x="54" y="37"/>
                    <a:pt x="47" y="52"/>
                    <a:pt x="35" y="56"/>
                  </a:cubicBezTo>
                  <a:cubicBezTo>
                    <a:pt x="22" y="60"/>
                    <a:pt x="9" y="52"/>
                    <a:pt x="4" y="37"/>
                  </a:cubicBezTo>
                  <a:cubicBezTo>
                    <a:pt x="0" y="23"/>
                    <a:pt x="6" y="8"/>
                    <a:pt x="18" y="4"/>
                  </a:cubicBezTo>
                  <a:cubicBezTo>
                    <a:pt x="31" y="0"/>
                    <a:pt x="44" y="9"/>
                    <a:pt x="49" y="23"/>
                  </a:cubicBezTo>
                  <a:close/>
                </a:path>
              </a:pathLst>
            </a:custGeom>
            <a:solidFill>
              <a:srgbClr val="D5D827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5" name="Freeform 356">
              <a:extLst>
                <a:ext uri="{FF2B5EF4-FFF2-40B4-BE49-F238E27FC236}">
                  <a16:creationId xmlns:a16="http://schemas.microsoft.com/office/drawing/2014/main" id="{77140B06-03F8-4549-93A4-FA00920F6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842"/>
              <a:ext cx="48" cy="44"/>
            </a:xfrm>
            <a:custGeom>
              <a:avLst/>
              <a:gdLst>
                <a:gd name="T0" fmla="*/ 20 w 70"/>
                <a:gd name="T1" fmla="*/ 16 h 64"/>
                <a:gd name="T2" fmla="*/ 7 w 70"/>
                <a:gd name="T3" fmla="*/ 18 h 64"/>
                <a:gd name="T4" fmla="*/ 2 w 70"/>
                <a:gd name="T5" fmla="*/ 5 h 64"/>
                <a:gd name="T6" fmla="*/ 16 w 70"/>
                <a:gd name="T7" fmla="*/ 3 h 64"/>
                <a:gd name="T8" fmla="*/ 20 w 70"/>
                <a:gd name="T9" fmla="*/ 1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">
                  <a:moveTo>
                    <a:pt x="62" y="50"/>
                  </a:moveTo>
                  <a:cubicBezTo>
                    <a:pt x="55" y="62"/>
                    <a:pt x="36" y="64"/>
                    <a:pt x="21" y="55"/>
                  </a:cubicBezTo>
                  <a:cubicBezTo>
                    <a:pt x="6" y="45"/>
                    <a:pt x="0" y="27"/>
                    <a:pt x="8" y="15"/>
                  </a:cubicBezTo>
                  <a:cubicBezTo>
                    <a:pt x="16" y="2"/>
                    <a:pt x="34" y="0"/>
                    <a:pt x="49" y="10"/>
                  </a:cubicBezTo>
                  <a:cubicBezTo>
                    <a:pt x="64" y="19"/>
                    <a:pt x="70" y="37"/>
                    <a:pt x="62" y="50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6" name="Freeform 357">
              <a:extLst>
                <a:ext uri="{FF2B5EF4-FFF2-40B4-BE49-F238E27FC236}">
                  <a16:creationId xmlns:a16="http://schemas.microsoft.com/office/drawing/2014/main" id="{A4A9145D-7278-41C6-B589-44AE11038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876"/>
              <a:ext cx="37" cy="38"/>
            </a:xfrm>
            <a:custGeom>
              <a:avLst/>
              <a:gdLst>
                <a:gd name="T0" fmla="*/ 17 w 53"/>
                <a:gd name="T1" fmla="*/ 7 h 55"/>
                <a:gd name="T2" fmla="*/ 12 w 53"/>
                <a:gd name="T3" fmla="*/ 17 h 55"/>
                <a:gd name="T4" fmla="*/ 1 w 53"/>
                <a:gd name="T5" fmla="*/ 11 h 55"/>
                <a:gd name="T6" fmla="*/ 6 w 53"/>
                <a:gd name="T7" fmla="*/ 1 h 55"/>
                <a:gd name="T8" fmla="*/ 17 w 53"/>
                <a:gd name="T9" fmla="*/ 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5">
                  <a:moveTo>
                    <a:pt x="49" y="20"/>
                  </a:moveTo>
                  <a:cubicBezTo>
                    <a:pt x="53" y="33"/>
                    <a:pt x="46" y="47"/>
                    <a:pt x="34" y="51"/>
                  </a:cubicBezTo>
                  <a:cubicBezTo>
                    <a:pt x="21" y="55"/>
                    <a:pt x="8" y="47"/>
                    <a:pt x="4" y="34"/>
                  </a:cubicBezTo>
                  <a:cubicBezTo>
                    <a:pt x="0" y="22"/>
                    <a:pt x="7" y="8"/>
                    <a:pt x="19" y="4"/>
                  </a:cubicBezTo>
                  <a:cubicBezTo>
                    <a:pt x="31" y="0"/>
                    <a:pt x="45" y="7"/>
                    <a:pt x="49" y="20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7" name="Freeform 358">
              <a:extLst>
                <a:ext uri="{FF2B5EF4-FFF2-40B4-BE49-F238E27FC236}">
                  <a16:creationId xmlns:a16="http://schemas.microsoft.com/office/drawing/2014/main" id="{790F154A-DB0D-4049-B6C5-E4E8BAAB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895"/>
              <a:ext cx="45" cy="35"/>
            </a:xfrm>
            <a:custGeom>
              <a:avLst/>
              <a:gdLst>
                <a:gd name="T0" fmla="*/ 20 w 65"/>
                <a:gd name="T1" fmla="*/ 5 h 51"/>
                <a:gd name="T2" fmla="*/ 13 w 65"/>
                <a:gd name="T3" fmla="*/ 15 h 51"/>
                <a:gd name="T4" fmla="*/ 1 w 65"/>
                <a:gd name="T5" fmla="*/ 11 h 51"/>
                <a:gd name="T6" fmla="*/ 8 w 65"/>
                <a:gd name="T7" fmla="*/ 1 h 51"/>
                <a:gd name="T8" fmla="*/ 20 w 65"/>
                <a:gd name="T9" fmla="*/ 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1">
                  <a:moveTo>
                    <a:pt x="61" y="17"/>
                  </a:moveTo>
                  <a:cubicBezTo>
                    <a:pt x="65" y="28"/>
                    <a:pt x="55" y="41"/>
                    <a:pt x="39" y="46"/>
                  </a:cubicBezTo>
                  <a:cubicBezTo>
                    <a:pt x="23" y="51"/>
                    <a:pt x="7" y="46"/>
                    <a:pt x="3" y="35"/>
                  </a:cubicBezTo>
                  <a:cubicBezTo>
                    <a:pt x="0" y="24"/>
                    <a:pt x="10" y="10"/>
                    <a:pt x="26" y="5"/>
                  </a:cubicBezTo>
                  <a:cubicBezTo>
                    <a:pt x="42" y="0"/>
                    <a:pt x="58" y="5"/>
                    <a:pt x="61" y="17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8" name="Freeform 359">
              <a:extLst>
                <a:ext uri="{FF2B5EF4-FFF2-40B4-BE49-F238E27FC236}">
                  <a16:creationId xmlns:a16="http://schemas.microsoft.com/office/drawing/2014/main" id="{14516660-9305-4AEE-A731-266833B7B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931"/>
              <a:ext cx="37" cy="47"/>
            </a:xfrm>
            <a:custGeom>
              <a:avLst/>
              <a:gdLst>
                <a:gd name="T0" fmla="*/ 16 w 54"/>
                <a:gd name="T1" fmla="*/ 9 h 69"/>
                <a:gd name="T2" fmla="*/ 12 w 54"/>
                <a:gd name="T3" fmla="*/ 20 h 69"/>
                <a:gd name="T4" fmla="*/ 2 w 54"/>
                <a:gd name="T5" fmla="*/ 13 h 69"/>
                <a:gd name="T6" fmla="*/ 5 w 54"/>
                <a:gd name="T7" fmla="*/ 1 h 69"/>
                <a:gd name="T8" fmla="*/ 16 w 54"/>
                <a:gd name="T9" fmla="*/ 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9">
                  <a:moveTo>
                    <a:pt x="49" y="28"/>
                  </a:moveTo>
                  <a:cubicBezTo>
                    <a:pt x="54" y="45"/>
                    <a:pt x="49" y="62"/>
                    <a:pt x="37" y="65"/>
                  </a:cubicBezTo>
                  <a:cubicBezTo>
                    <a:pt x="25" y="69"/>
                    <a:pt x="11" y="58"/>
                    <a:pt x="6" y="41"/>
                  </a:cubicBezTo>
                  <a:cubicBezTo>
                    <a:pt x="0" y="24"/>
                    <a:pt x="6" y="7"/>
                    <a:pt x="17" y="4"/>
                  </a:cubicBezTo>
                  <a:cubicBezTo>
                    <a:pt x="29" y="0"/>
                    <a:pt x="43" y="11"/>
                    <a:pt x="49" y="28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49" name="Freeform 360">
              <a:extLst>
                <a:ext uri="{FF2B5EF4-FFF2-40B4-BE49-F238E27FC236}">
                  <a16:creationId xmlns:a16="http://schemas.microsoft.com/office/drawing/2014/main" id="{8CF65AF1-DA40-4BC2-BE05-F4DBBDF17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06"/>
              <a:ext cx="33" cy="34"/>
            </a:xfrm>
            <a:custGeom>
              <a:avLst/>
              <a:gdLst>
                <a:gd name="T0" fmla="*/ 12 w 48"/>
                <a:gd name="T1" fmla="*/ 2 h 50"/>
                <a:gd name="T2" fmla="*/ 14 w 48"/>
                <a:gd name="T3" fmla="*/ 11 h 50"/>
                <a:gd name="T4" fmla="*/ 4 w 48"/>
                <a:gd name="T5" fmla="*/ 14 h 50"/>
                <a:gd name="T6" fmla="*/ 2 w 48"/>
                <a:gd name="T7" fmla="*/ 5 h 50"/>
                <a:gd name="T8" fmla="*/ 12 w 48"/>
                <a:gd name="T9" fmla="*/ 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36" y="6"/>
                  </a:moveTo>
                  <a:cubicBezTo>
                    <a:pt x="45" y="11"/>
                    <a:pt x="48" y="25"/>
                    <a:pt x="42" y="35"/>
                  </a:cubicBezTo>
                  <a:cubicBezTo>
                    <a:pt x="36" y="46"/>
                    <a:pt x="23" y="50"/>
                    <a:pt x="13" y="45"/>
                  </a:cubicBezTo>
                  <a:cubicBezTo>
                    <a:pt x="3" y="39"/>
                    <a:pt x="0" y="26"/>
                    <a:pt x="7" y="15"/>
                  </a:cubicBezTo>
                  <a:cubicBezTo>
                    <a:pt x="13" y="4"/>
                    <a:pt x="26" y="0"/>
                    <a:pt x="36" y="6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0" name="Freeform 361">
              <a:extLst>
                <a:ext uri="{FF2B5EF4-FFF2-40B4-BE49-F238E27FC236}">
                  <a16:creationId xmlns:a16="http://schemas.microsoft.com/office/drawing/2014/main" id="{E4F27A6E-FC32-474D-89EB-E9FFA9D7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864"/>
              <a:ext cx="48" cy="53"/>
            </a:xfrm>
            <a:custGeom>
              <a:avLst/>
              <a:gdLst>
                <a:gd name="T0" fmla="*/ 21 w 70"/>
                <a:gd name="T1" fmla="*/ 10 h 76"/>
                <a:gd name="T2" fmla="*/ 14 w 70"/>
                <a:gd name="T3" fmla="*/ 24 h 76"/>
                <a:gd name="T4" fmla="*/ 2 w 70"/>
                <a:gd name="T5" fmla="*/ 16 h 76"/>
                <a:gd name="T6" fmla="*/ 8 w 70"/>
                <a:gd name="T7" fmla="*/ 1 h 76"/>
                <a:gd name="T8" fmla="*/ 21 w 70"/>
                <a:gd name="T9" fmla="*/ 1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6">
                  <a:moveTo>
                    <a:pt x="64" y="29"/>
                  </a:moveTo>
                  <a:cubicBezTo>
                    <a:pt x="70" y="47"/>
                    <a:pt x="61" y="66"/>
                    <a:pt x="45" y="71"/>
                  </a:cubicBezTo>
                  <a:cubicBezTo>
                    <a:pt x="29" y="76"/>
                    <a:pt x="12" y="65"/>
                    <a:pt x="6" y="47"/>
                  </a:cubicBezTo>
                  <a:cubicBezTo>
                    <a:pt x="0" y="29"/>
                    <a:pt x="8" y="10"/>
                    <a:pt x="24" y="5"/>
                  </a:cubicBezTo>
                  <a:cubicBezTo>
                    <a:pt x="40" y="0"/>
                    <a:pt x="58" y="11"/>
                    <a:pt x="64" y="29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1" name="Freeform 362">
              <a:extLst>
                <a:ext uri="{FF2B5EF4-FFF2-40B4-BE49-F238E27FC236}">
                  <a16:creationId xmlns:a16="http://schemas.microsoft.com/office/drawing/2014/main" id="{590399DC-3276-48C4-9E3F-610B9970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974"/>
              <a:ext cx="49" cy="38"/>
            </a:xfrm>
            <a:custGeom>
              <a:avLst/>
              <a:gdLst>
                <a:gd name="T0" fmla="*/ 22 w 70"/>
                <a:gd name="T1" fmla="*/ 5 h 56"/>
                <a:gd name="T2" fmla="*/ 14 w 70"/>
                <a:gd name="T3" fmla="*/ 16 h 56"/>
                <a:gd name="T4" fmla="*/ 1 w 70"/>
                <a:gd name="T5" fmla="*/ 12 h 56"/>
                <a:gd name="T6" fmla="*/ 10 w 70"/>
                <a:gd name="T7" fmla="*/ 1 h 56"/>
                <a:gd name="T8" fmla="*/ 22 w 70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6">
                  <a:moveTo>
                    <a:pt x="66" y="18"/>
                  </a:moveTo>
                  <a:cubicBezTo>
                    <a:pt x="70" y="30"/>
                    <a:pt x="59" y="45"/>
                    <a:pt x="42" y="50"/>
                  </a:cubicBezTo>
                  <a:cubicBezTo>
                    <a:pt x="25" y="56"/>
                    <a:pt x="8" y="50"/>
                    <a:pt x="4" y="37"/>
                  </a:cubicBezTo>
                  <a:cubicBezTo>
                    <a:pt x="0" y="25"/>
                    <a:pt x="11" y="11"/>
                    <a:pt x="28" y="5"/>
                  </a:cubicBezTo>
                  <a:cubicBezTo>
                    <a:pt x="45" y="0"/>
                    <a:pt x="62" y="6"/>
                    <a:pt x="66" y="18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2" name="Freeform 363">
              <a:extLst>
                <a:ext uri="{FF2B5EF4-FFF2-40B4-BE49-F238E27FC236}">
                  <a16:creationId xmlns:a16="http://schemas.microsoft.com/office/drawing/2014/main" id="{45374308-4AB3-4A0D-805F-9B43D0661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017"/>
              <a:ext cx="47" cy="44"/>
            </a:xfrm>
            <a:custGeom>
              <a:avLst/>
              <a:gdLst>
                <a:gd name="T0" fmla="*/ 20 w 69"/>
                <a:gd name="T1" fmla="*/ 14 h 64"/>
                <a:gd name="T2" fmla="*/ 7 w 69"/>
                <a:gd name="T3" fmla="*/ 19 h 64"/>
                <a:gd name="T4" fmla="*/ 1 w 69"/>
                <a:gd name="T5" fmla="*/ 7 h 64"/>
                <a:gd name="T6" fmla="*/ 14 w 69"/>
                <a:gd name="T7" fmla="*/ 2 h 64"/>
                <a:gd name="T8" fmla="*/ 20 w 69"/>
                <a:gd name="T9" fmla="*/ 1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">
                  <a:moveTo>
                    <a:pt x="63" y="44"/>
                  </a:moveTo>
                  <a:cubicBezTo>
                    <a:pt x="57" y="58"/>
                    <a:pt x="40" y="64"/>
                    <a:pt x="24" y="57"/>
                  </a:cubicBezTo>
                  <a:cubicBezTo>
                    <a:pt x="8" y="51"/>
                    <a:pt x="0" y="34"/>
                    <a:pt x="5" y="20"/>
                  </a:cubicBezTo>
                  <a:cubicBezTo>
                    <a:pt x="11" y="6"/>
                    <a:pt x="29" y="0"/>
                    <a:pt x="45" y="7"/>
                  </a:cubicBezTo>
                  <a:cubicBezTo>
                    <a:pt x="61" y="13"/>
                    <a:pt x="69" y="30"/>
                    <a:pt x="63" y="44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3" name="Freeform 364">
              <a:extLst>
                <a:ext uri="{FF2B5EF4-FFF2-40B4-BE49-F238E27FC236}">
                  <a16:creationId xmlns:a16="http://schemas.microsoft.com/office/drawing/2014/main" id="{9089A32B-31B5-49C7-881C-C30672156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020"/>
              <a:ext cx="30" cy="37"/>
            </a:xfrm>
            <a:custGeom>
              <a:avLst/>
              <a:gdLst>
                <a:gd name="T0" fmla="*/ 12 w 44"/>
                <a:gd name="T1" fmla="*/ 7 h 53"/>
                <a:gd name="T2" fmla="*/ 10 w 44"/>
                <a:gd name="T3" fmla="*/ 17 h 53"/>
                <a:gd name="T4" fmla="*/ 1 w 44"/>
                <a:gd name="T5" fmla="*/ 10 h 53"/>
                <a:gd name="T6" fmla="*/ 5 w 44"/>
                <a:gd name="T7" fmla="*/ 1 h 53"/>
                <a:gd name="T8" fmla="*/ 12 w 44"/>
                <a:gd name="T9" fmla="*/ 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3">
                  <a:moveTo>
                    <a:pt x="40" y="21"/>
                  </a:moveTo>
                  <a:cubicBezTo>
                    <a:pt x="44" y="34"/>
                    <a:pt x="39" y="47"/>
                    <a:pt x="30" y="50"/>
                  </a:cubicBezTo>
                  <a:cubicBezTo>
                    <a:pt x="20" y="53"/>
                    <a:pt x="9" y="45"/>
                    <a:pt x="4" y="32"/>
                  </a:cubicBezTo>
                  <a:cubicBezTo>
                    <a:pt x="0" y="20"/>
                    <a:pt x="5" y="7"/>
                    <a:pt x="15" y="3"/>
                  </a:cubicBezTo>
                  <a:cubicBezTo>
                    <a:pt x="25" y="0"/>
                    <a:pt x="36" y="8"/>
                    <a:pt x="40" y="21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4" name="Freeform 365">
              <a:extLst>
                <a:ext uri="{FF2B5EF4-FFF2-40B4-BE49-F238E27FC236}">
                  <a16:creationId xmlns:a16="http://schemas.microsoft.com/office/drawing/2014/main" id="{B9F4ABEB-8F24-44E1-A100-24E1EE80D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959"/>
              <a:ext cx="40" cy="41"/>
            </a:xfrm>
            <a:custGeom>
              <a:avLst/>
              <a:gdLst>
                <a:gd name="T0" fmla="*/ 17 w 59"/>
                <a:gd name="T1" fmla="*/ 7 h 60"/>
                <a:gd name="T2" fmla="*/ 12 w 59"/>
                <a:gd name="T3" fmla="*/ 18 h 60"/>
                <a:gd name="T4" fmla="*/ 1 w 59"/>
                <a:gd name="T5" fmla="*/ 12 h 60"/>
                <a:gd name="T6" fmla="*/ 6 w 59"/>
                <a:gd name="T7" fmla="*/ 1 h 60"/>
                <a:gd name="T8" fmla="*/ 17 w 59"/>
                <a:gd name="T9" fmla="*/ 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55" y="22"/>
                  </a:moveTo>
                  <a:cubicBezTo>
                    <a:pt x="59" y="36"/>
                    <a:pt x="51" y="51"/>
                    <a:pt x="37" y="55"/>
                  </a:cubicBezTo>
                  <a:cubicBezTo>
                    <a:pt x="23" y="60"/>
                    <a:pt x="8" y="52"/>
                    <a:pt x="4" y="38"/>
                  </a:cubicBezTo>
                  <a:cubicBezTo>
                    <a:pt x="0" y="24"/>
                    <a:pt x="7" y="9"/>
                    <a:pt x="21" y="5"/>
                  </a:cubicBezTo>
                  <a:cubicBezTo>
                    <a:pt x="35" y="0"/>
                    <a:pt x="50" y="8"/>
                    <a:pt x="55" y="22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5" name="Freeform 366">
              <a:extLst>
                <a:ext uri="{FF2B5EF4-FFF2-40B4-BE49-F238E27FC236}">
                  <a16:creationId xmlns:a16="http://schemas.microsoft.com/office/drawing/2014/main" id="{ABFCDB5E-F324-48B4-BA9E-739C98911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943"/>
              <a:ext cx="52" cy="46"/>
            </a:xfrm>
            <a:custGeom>
              <a:avLst/>
              <a:gdLst>
                <a:gd name="T0" fmla="*/ 23 w 76"/>
                <a:gd name="T1" fmla="*/ 8 h 67"/>
                <a:gd name="T2" fmla="*/ 15 w 76"/>
                <a:gd name="T3" fmla="*/ 20 h 67"/>
                <a:gd name="T4" fmla="*/ 1 w 76"/>
                <a:gd name="T5" fmla="*/ 14 h 67"/>
                <a:gd name="T6" fmla="*/ 10 w 76"/>
                <a:gd name="T7" fmla="*/ 2 h 67"/>
                <a:gd name="T8" fmla="*/ 23 w 76"/>
                <a:gd name="T9" fmla="*/ 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7">
                  <a:moveTo>
                    <a:pt x="71" y="23"/>
                  </a:moveTo>
                  <a:cubicBezTo>
                    <a:pt x="76" y="38"/>
                    <a:pt x="65" y="55"/>
                    <a:pt x="47" y="61"/>
                  </a:cubicBezTo>
                  <a:cubicBezTo>
                    <a:pt x="28" y="67"/>
                    <a:pt x="10" y="59"/>
                    <a:pt x="5" y="44"/>
                  </a:cubicBezTo>
                  <a:cubicBezTo>
                    <a:pt x="0" y="29"/>
                    <a:pt x="11" y="12"/>
                    <a:pt x="29" y="6"/>
                  </a:cubicBezTo>
                  <a:cubicBezTo>
                    <a:pt x="48" y="0"/>
                    <a:pt x="66" y="8"/>
                    <a:pt x="71" y="23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6" name="Freeform 367">
              <a:extLst>
                <a:ext uri="{FF2B5EF4-FFF2-40B4-BE49-F238E27FC236}">
                  <a16:creationId xmlns:a16="http://schemas.microsoft.com/office/drawing/2014/main" id="{E552880C-74ED-4CEB-AB4A-D4E050311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897"/>
              <a:ext cx="38" cy="42"/>
            </a:xfrm>
            <a:custGeom>
              <a:avLst/>
              <a:gdLst>
                <a:gd name="T0" fmla="*/ 17 w 55"/>
                <a:gd name="T1" fmla="*/ 8 h 61"/>
                <a:gd name="T2" fmla="*/ 12 w 55"/>
                <a:gd name="T3" fmla="*/ 19 h 61"/>
                <a:gd name="T4" fmla="*/ 1 w 55"/>
                <a:gd name="T5" fmla="*/ 12 h 61"/>
                <a:gd name="T6" fmla="*/ 6 w 55"/>
                <a:gd name="T7" fmla="*/ 1 h 61"/>
                <a:gd name="T8" fmla="*/ 17 w 55"/>
                <a:gd name="T9" fmla="*/ 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1">
                  <a:moveTo>
                    <a:pt x="51" y="23"/>
                  </a:moveTo>
                  <a:cubicBezTo>
                    <a:pt x="55" y="38"/>
                    <a:pt x="49" y="53"/>
                    <a:pt x="36" y="57"/>
                  </a:cubicBezTo>
                  <a:cubicBezTo>
                    <a:pt x="23" y="61"/>
                    <a:pt x="9" y="53"/>
                    <a:pt x="4" y="38"/>
                  </a:cubicBezTo>
                  <a:cubicBezTo>
                    <a:pt x="0" y="24"/>
                    <a:pt x="6" y="9"/>
                    <a:pt x="19" y="5"/>
                  </a:cubicBezTo>
                  <a:cubicBezTo>
                    <a:pt x="32" y="0"/>
                    <a:pt x="46" y="9"/>
                    <a:pt x="51" y="23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7" name="Freeform 368">
              <a:extLst>
                <a:ext uri="{FF2B5EF4-FFF2-40B4-BE49-F238E27FC236}">
                  <a16:creationId xmlns:a16="http://schemas.microsoft.com/office/drawing/2014/main" id="{2EB0C5D8-7D03-4060-8336-079F51B9D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858"/>
              <a:ext cx="46" cy="47"/>
            </a:xfrm>
            <a:custGeom>
              <a:avLst/>
              <a:gdLst>
                <a:gd name="T0" fmla="*/ 19 w 66"/>
                <a:gd name="T1" fmla="*/ 6 h 68"/>
                <a:gd name="T2" fmla="*/ 17 w 66"/>
                <a:gd name="T3" fmla="*/ 19 h 68"/>
                <a:gd name="T4" fmla="*/ 3 w 66"/>
                <a:gd name="T5" fmla="*/ 17 h 68"/>
                <a:gd name="T6" fmla="*/ 5 w 66"/>
                <a:gd name="T7" fmla="*/ 3 h 68"/>
                <a:gd name="T8" fmla="*/ 19 w 66"/>
                <a:gd name="T9" fmla="*/ 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8">
                  <a:moveTo>
                    <a:pt x="56" y="17"/>
                  </a:moveTo>
                  <a:cubicBezTo>
                    <a:pt x="66" y="31"/>
                    <a:pt x="64" y="49"/>
                    <a:pt x="51" y="59"/>
                  </a:cubicBezTo>
                  <a:cubicBezTo>
                    <a:pt x="38" y="68"/>
                    <a:pt x="20" y="64"/>
                    <a:pt x="10" y="51"/>
                  </a:cubicBezTo>
                  <a:cubicBezTo>
                    <a:pt x="0" y="37"/>
                    <a:pt x="2" y="19"/>
                    <a:pt x="15" y="10"/>
                  </a:cubicBezTo>
                  <a:cubicBezTo>
                    <a:pt x="28" y="0"/>
                    <a:pt x="46" y="4"/>
                    <a:pt x="56" y="17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8" name="Freeform 369">
              <a:extLst>
                <a:ext uri="{FF2B5EF4-FFF2-40B4-BE49-F238E27FC236}">
                  <a16:creationId xmlns:a16="http://schemas.microsoft.com/office/drawing/2014/main" id="{118048E2-A562-4F5C-99B6-9FE3907C0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824"/>
              <a:ext cx="37" cy="41"/>
            </a:xfrm>
            <a:custGeom>
              <a:avLst/>
              <a:gdLst>
                <a:gd name="T0" fmla="*/ 16 w 54"/>
                <a:gd name="T1" fmla="*/ 8 h 60"/>
                <a:gd name="T2" fmla="*/ 11 w 54"/>
                <a:gd name="T3" fmla="*/ 18 h 60"/>
                <a:gd name="T4" fmla="*/ 1 w 54"/>
                <a:gd name="T5" fmla="*/ 12 h 60"/>
                <a:gd name="T6" fmla="*/ 6 w 54"/>
                <a:gd name="T7" fmla="*/ 1 h 60"/>
                <a:gd name="T8" fmla="*/ 16 w 54"/>
                <a:gd name="T9" fmla="*/ 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0">
                  <a:moveTo>
                    <a:pt x="50" y="23"/>
                  </a:moveTo>
                  <a:cubicBezTo>
                    <a:pt x="54" y="37"/>
                    <a:pt x="48" y="52"/>
                    <a:pt x="35" y="56"/>
                  </a:cubicBezTo>
                  <a:cubicBezTo>
                    <a:pt x="23" y="60"/>
                    <a:pt x="9" y="51"/>
                    <a:pt x="5" y="37"/>
                  </a:cubicBezTo>
                  <a:cubicBezTo>
                    <a:pt x="0" y="23"/>
                    <a:pt x="6" y="8"/>
                    <a:pt x="19" y="4"/>
                  </a:cubicBezTo>
                  <a:cubicBezTo>
                    <a:pt x="31" y="0"/>
                    <a:pt x="45" y="8"/>
                    <a:pt x="50" y="23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59" name="Freeform 370">
              <a:extLst>
                <a:ext uri="{FF2B5EF4-FFF2-40B4-BE49-F238E27FC236}">
                  <a16:creationId xmlns:a16="http://schemas.microsoft.com/office/drawing/2014/main" id="{3113341C-68D9-408E-9B33-93A5CF12A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867"/>
              <a:ext cx="35" cy="36"/>
            </a:xfrm>
            <a:custGeom>
              <a:avLst/>
              <a:gdLst>
                <a:gd name="T0" fmla="*/ 14 w 52"/>
                <a:gd name="T1" fmla="*/ 15 h 52"/>
                <a:gd name="T2" fmla="*/ 5 w 52"/>
                <a:gd name="T3" fmla="*/ 12 h 52"/>
                <a:gd name="T4" fmla="*/ 2 w 52"/>
                <a:gd name="T5" fmla="*/ 2 h 52"/>
                <a:gd name="T6" fmla="*/ 11 w 52"/>
                <a:gd name="T7" fmla="*/ 6 h 52"/>
                <a:gd name="T8" fmla="*/ 14 w 52"/>
                <a:gd name="T9" fmla="*/ 1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2">
                  <a:moveTo>
                    <a:pt x="46" y="46"/>
                  </a:moveTo>
                  <a:cubicBezTo>
                    <a:pt x="40" y="52"/>
                    <a:pt x="27" y="48"/>
                    <a:pt x="15" y="36"/>
                  </a:cubicBezTo>
                  <a:cubicBezTo>
                    <a:pt x="4" y="25"/>
                    <a:pt x="0" y="12"/>
                    <a:pt x="6" y="6"/>
                  </a:cubicBezTo>
                  <a:cubicBezTo>
                    <a:pt x="12" y="0"/>
                    <a:pt x="25" y="5"/>
                    <a:pt x="36" y="16"/>
                  </a:cubicBezTo>
                  <a:cubicBezTo>
                    <a:pt x="47" y="27"/>
                    <a:pt x="52" y="40"/>
                    <a:pt x="46" y="46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0" name="Freeform 371">
              <a:extLst>
                <a:ext uri="{FF2B5EF4-FFF2-40B4-BE49-F238E27FC236}">
                  <a16:creationId xmlns:a16="http://schemas.microsoft.com/office/drawing/2014/main" id="{CBD74E02-6004-458D-AA56-1D9312306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916"/>
              <a:ext cx="44" cy="50"/>
            </a:xfrm>
            <a:custGeom>
              <a:avLst/>
              <a:gdLst>
                <a:gd name="T0" fmla="*/ 14 w 65"/>
                <a:gd name="T1" fmla="*/ 2 h 73"/>
                <a:gd name="T2" fmla="*/ 18 w 65"/>
                <a:gd name="T3" fmla="*/ 16 h 73"/>
                <a:gd name="T4" fmla="*/ 5 w 65"/>
                <a:gd name="T5" fmla="*/ 22 h 73"/>
                <a:gd name="T6" fmla="*/ 2 w 65"/>
                <a:gd name="T7" fmla="*/ 8 h 73"/>
                <a:gd name="T8" fmla="*/ 14 w 65"/>
                <a:gd name="T9" fmla="*/ 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3">
                  <a:moveTo>
                    <a:pt x="46" y="6"/>
                  </a:moveTo>
                  <a:cubicBezTo>
                    <a:pt x="60" y="13"/>
                    <a:pt x="65" y="31"/>
                    <a:pt x="57" y="48"/>
                  </a:cubicBezTo>
                  <a:cubicBezTo>
                    <a:pt x="50" y="65"/>
                    <a:pt x="32" y="73"/>
                    <a:pt x="18" y="67"/>
                  </a:cubicBezTo>
                  <a:cubicBezTo>
                    <a:pt x="5" y="61"/>
                    <a:pt x="0" y="42"/>
                    <a:pt x="7" y="25"/>
                  </a:cubicBezTo>
                  <a:cubicBezTo>
                    <a:pt x="15" y="9"/>
                    <a:pt x="32" y="0"/>
                    <a:pt x="46" y="6"/>
                  </a:cubicBezTo>
                  <a:close/>
                </a:path>
              </a:pathLst>
            </a:custGeom>
            <a:solidFill>
              <a:srgbClr val="CBD42F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1" name="Freeform 372">
              <a:extLst>
                <a:ext uri="{FF2B5EF4-FFF2-40B4-BE49-F238E27FC236}">
                  <a16:creationId xmlns:a16="http://schemas.microsoft.com/office/drawing/2014/main" id="{A76F4BB3-8B99-400C-8662-C2A562AD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987"/>
              <a:ext cx="35" cy="37"/>
            </a:xfrm>
            <a:custGeom>
              <a:avLst/>
              <a:gdLst>
                <a:gd name="T0" fmla="*/ 16 w 51"/>
                <a:gd name="T1" fmla="*/ 9 h 55"/>
                <a:gd name="T2" fmla="*/ 8 w 51"/>
                <a:gd name="T3" fmla="*/ 16 h 55"/>
                <a:gd name="T4" fmla="*/ 1 w 51"/>
                <a:gd name="T5" fmla="*/ 7 h 55"/>
                <a:gd name="T6" fmla="*/ 9 w 51"/>
                <a:gd name="T7" fmla="*/ 1 h 55"/>
                <a:gd name="T8" fmla="*/ 16 w 51"/>
                <a:gd name="T9" fmla="*/ 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5">
                  <a:moveTo>
                    <a:pt x="50" y="30"/>
                  </a:moveTo>
                  <a:cubicBezTo>
                    <a:pt x="49" y="44"/>
                    <a:pt x="37" y="55"/>
                    <a:pt x="24" y="54"/>
                  </a:cubicBezTo>
                  <a:cubicBezTo>
                    <a:pt x="10" y="53"/>
                    <a:pt x="0" y="41"/>
                    <a:pt x="1" y="26"/>
                  </a:cubicBezTo>
                  <a:cubicBezTo>
                    <a:pt x="3" y="11"/>
                    <a:pt x="14" y="0"/>
                    <a:pt x="28" y="1"/>
                  </a:cubicBezTo>
                  <a:cubicBezTo>
                    <a:pt x="41" y="3"/>
                    <a:pt x="51" y="15"/>
                    <a:pt x="50" y="30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2" name="Freeform 373">
              <a:extLst>
                <a:ext uri="{FF2B5EF4-FFF2-40B4-BE49-F238E27FC236}">
                  <a16:creationId xmlns:a16="http://schemas.microsoft.com/office/drawing/2014/main" id="{7C66EA0B-22ED-4FA6-95DA-59F9DF199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872"/>
              <a:ext cx="41" cy="40"/>
            </a:xfrm>
            <a:custGeom>
              <a:avLst/>
              <a:gdLst>
                <a:gd name="T0" fmla="*/ 18 w 59"/>
                <a:gd name="T1" fmla="*/ 6 h 59"/>
                <a:gd name="T2" fmla="*/ 13 w 59"/>
                <a:gd name="T3" fmla="*/ 17 h 59"/>
                <a:gd name="T4" fmla="*/ 1 w 59"/>
                <a:gd name="T5" fmla="*/ 12 h 59"/>
                <a:gd name="T6" fmla="*/ 7 w 59"/>
                <a:gd name="T7" fmla="*/ 1 h 59"/>
                <a:gd name="T8" fmla="*/ 18 w 59"/>
                <a:gd name="T9" fmla="*/ 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55" y="21"/>
                  </a:moveTo>
                  <a:cubicBezTo>
                    <a:pt x="59" y="35"/>
                    <a:pt x="51" y="50"/>
                    <a:pt x="37" y="55"/>
                  </a:cubicBezTo>
                  <a:cubicBezTo>
                    <a:pt x="24" y="59"/>
                    <a:pt x="9" y="51"/>
                    <a:pt x="4" y="37"/>
                  </a:cubicBezTo>
                  <a:cubicBezTo>
                    <a:pt x="0" y="23"/>
                    <a:pt x="8" y="9"/>
                    <a:pt x="21" y="4"/>
                  </a:cubicBezTo>
                  <a:cubicBezTo>
                    <a:pt x="35" y="0"/>
                    <a:pt x="50" y="8"/>
                    <a:pt x="55" y="21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3" name="Freeform 374">
              <a:extLst>
                <a:ext uri="{FF2B5EF4-FFF2-40B4-BE49-F238E27FC236}">
                  <a16:creationId xmlns:a16="http://schemas.microsoft.com/office/drawing/2014/main" id="{7A8CDEC9-A9BC-4A35-8052-245E1AB0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829"/>
              <a:ext cx="42" cy="42"/>
            </a:xfrm>
            <a:custGeom>
              <a:avLst/>
              <a:gdLst>
                <a:gd name="T0" fmla="*/ 19 w 60"/>
                <a:gd name="T1" fmla="*/ 8 h 61"/>
                <a:gd name="T2" fmla="*/ 13 w 60"/>
                <a:gd name="T3" fmla="*/ 19 h 61"/>
                <a:gd name="T4" fmla="*/ 2 w 60"/>
                <a:gd name="T5" fmla="*/ 13 h 61"/>
                <a:gd name="T6" fmla="*/ 8 w 60"/>
                <a:gd name="T7" fmla="*/ 1 h 61"/>
                <a:gd name="T8" fmla="*/ 19 w 60"/>
                <a:gd name="T9" fmla="*/ 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1">
                  <a:moveTo>
                    <a:pt x="55" y="23"/>
                  </a:moveTo>
                  <a:cubicBezTo>
                    <a:pt x="60" y="37"/>
                    <a:pt x="52" y="53"/>
                    <a:pt x="38" y="57"/>
                  </a:cubicBezTo>
                  <a:cubicBezTo>
                    <a:pt x="24" y="61"/>
                    <a:pt x="9" y="53"/>
                    <a:pt x="5" y="39"/>
                  </a:cubicBezTo>
                  <a:cubicBezTo>
                    <a:pt x="0" y="24"/>
                    <a:pt x="8" y="9"/>
                    <a:pt x="22" y="5"/>
                  </a:cubicBezTo>
                  <a:cubicBezTo>
                    <a:pt x="36" y="0"/>
                    <a:pt x="51" y="8"/>
                    <a:pt x="55" y="23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4" name="Freeform 375">
              <a:extLst>
                <a:ext uri="{FF2B5EF4-FFF2-40B4-BE49-F238E27FC236}">
                  <a16:creationId xmlns:a16="http://schemas.microsoft.com/office/drawing/2014/main" id="{0C84D33B-E31B-41B1-A410-C4C819D9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908"/>
              <a:ext cx="41" cy="47"/>
            </a:xfrm>
            <a:custGeom>
              <a:avLst/>
              <a:gdLst>
                <a:gd name="T0" fmla="*/ 16 w 60"/>
                <a:gd name="T1" fmla="*/ 20 h 68"/>
                <a:gd name="T2" fmla="*/ 5 w 60"/>
                <a:gd name="T3" fmla="*/ 15 h 68"/>
                <a:gd name="T4" fmla="*/ 3 w 60"/>
                <a:gd name="T5" fmla="*/ 2 h 68"/>
                <a:gd name="T6" fmla="*/ 14 w 60"/>
                <a:gd name="T7" fmla="*/ 7 h 68"/>
                <a:gd name="T8" fmla="*/ 16 w 60"/>
                <a:gd name="T9" fmla="*/ 2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8">
                  <a:moveTo>
                    <a:pt x="51" y="61"/>
                  </a:moveTo>
                  <a:cubicBezTo>
                    <a:pt x="42" y="68"/>
                    <a:pt x="25" y="61"/>
                    <a:pt x="14" y="46"/>
                  </a:cubicBezTo>
                  <a:cubicBezTo>
                    <a:pt x="2" y="31"/>
                    <a:pt x="0" y="14"/>
                    <a:pt x="9" y="7"/>
                  </a:cubicBezTo>
                  <a:cubicBezTo>
                    <a:pt x="18" y="0"/>
                    <a:pt x="34" y="6"/>
                    <a:pt x="46" y="21"/>
                  </a:cubicBezTo>
                  <a:cubicBezTo>
                    <a:pt x="58" y="36"/>
                    <a:pt x="60" y="54"/>
                    <a:pt x="51" y="61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5" name="Freeform 376">
              <a:extLst>
                <a:ext uri="{FF2B5EF4-FFF2-40B4-BE49-F238E27FC236}">
                  <a16:creationId xmlns:a16="http://schemas.microsoft.com/office/drawing/2014/main" id="{1BC6C059-9759-4110-B91A-A095B1C7B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984"/>
              <a:ext cx="38" cy="46"/>
            </a:xfrm>
            <a:custGeom>
              <a:avLst/>
              <a:gdLst>
                <a:gd name="T0" fmla="*/ 3 w 55"/>
                <a:gd name="T1" fmla="*/ 2 h 67"/>
                <a:gd name="T2" fmla="*/ 13 w 55"/>
                <a:gd name="T3" fmla="*/ 8 h 67"/>
                <a:gd name="T4" fmla="*/ 16 w 55"/>
                <a:gd name="T5" fmla="*/ 21 h 67"/>
                <a:gd name="T6" fmla="*/ 5 w 55"/>
                <a:gd name="T7" fmla="*/ 14 h 67"/>
                <a:gd name="T8" fmla="*/ 3 w 55"/>
                <a:gd name="T9" fmla="*/ 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7">
                  <a:moveTo>
                    <a:pt x="8" y="6"/>
                  </a:moveTo>
                  <a:cubicBezTo>
                    <a:pt x="15" y="0"/>
                    <a:pt x="30" y="9"/>
                    <a:pt x="41" y="24"/>
                  </a:cubicBezTo>
                  <a:cubicBezTo>
                    <a:pt x="52" y="39"/>
                    <a:pt x="55" y="56"/>
                    <a:pt x="48" y="62"/>
                  </a:cubicBezTo>
                  <a:cubicBezTo>
                    <a:pt x="40" y="67"/>
                    <a:pt x="25" y="59"/>
                    <a:pt x="14" y="43"/>
                  </a:cubicBezTo>
                  <a:cubicBezTo>
                    <a:pt x="3" y="28"/>
                    <a:pt x="0" y="11"/>
                    <a:pt x="8" y="6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6" name="Freeform 377">
              <a:extLst>
                <a:ext uri="{FF2B5EF4-FFF2-40B4-BE49-F238E27FC236}">
                  <a16:creationId xmlns:a16="http://schemas.microsoft.com/office/drawing/2014/main" id="{A8AE7F1D-09D5-43BE-9D60-8A3EA8CD7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950"/>
              <a:ext cx="44" cy="44"/>
            </a:xfrm>
            <a:custGeom>
              <a:avLst/>
              <a:gdLst>
                <a:gd name="T0" fmla="*/ 19 w 64"/>
                <a:gd name="T1" fmla="*/ 7 h 65"/>
                <a:gd name="T2" fmla="*/ 13 w 64"/>
                <a:gd name="T3" fmla="*/ 19 h 65"/>
                <a:gd name="T4" fmla="*/ 1 w 64"/>
                <a:gd name="T5" fmla="*/ 13 h 65"/>
                <a:gd name="T6" fmla="*/ 8 w 64"/>
                <a:gd name="T7" fmla="*/ 1 h 65"/>
                <a:gd name="T8" fmla="*/ 19 w 64"/>
                <a:gd name="T9" fmla="*/ 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5">
                  <a:moveTo>
                    <a:pt x="59" y="24"/>
                  </a:moveTo>
                  <a:cubicBezTo>
                    <a:pt x="64" y="39"/>
                    <a:pt x="55" y="56"/>
                    <a:pt x="40" y="60"/>
                  </a:cubicBezTo>
                  <a:cubicBezTo>
                    <a:pt x="25" y="65"/>
                    <a:pt x="9" y="56"/>
                    <a:pt x="4" y="41"/>
                  </a:cubicBezTo>
                  <a:cubicBezTo>
                    <a:pt x="0" y="25"/>
                    <a:pt x="8" y="9"/>
                    <a:pt x="23" y="4"/>
                  </a:cubicBezTo>
                  <a:cubicBezTo>
                    <a:pt x="38" y="0"/>
                    <a:pt x="54" y="8"/>
                    <a:pt x="59" y="24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7" name="Freeform 378">
              <a:extLst>
                <a:ext uri="{FF2B5EF4-FFF2-40B4-BE49-F238E27FC236}">
                  <a16:creationId xmlns:a16="http://schemas.microsoft.com/office/drawing/2014/main" id="{4D2DC6AC-AD01-4F6C-B5FC-1CC948E96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90"/>
              <a:ext cx="47" cy="44"/>
            </a:xfrm>
            <a:custGeom>
              <a:avLst/>
              <a:gdLst>
                <a:gd name="T0" fmla="*/ 16 w 69"/>
                <a:gd name="T1" fmla="*/ 4 h 64"/>
                <a:gd name="T2" fmla="*/ 20 w 69"/>
                <a:gd name="T3" fmla="*/ 17 h 64"/>
                <a:gd name="T4" fmla="*/ 6 w 69"/>
                <a:gd name="T5" fmla="*/ 17 h 64"/>
                <a:gd name="T6" fmla="*/ 3 w 69"/>
                <a:gd name="T7" fmla="*/ 4 h 64"/>
                <a:gd name="T8" fmla="*/ 16 w 69"/>
                <a:gd name="T9" fmla="*/ 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">
                  <a:moveTo>
                    <a:pt x="50" y="13"/>
                  </a:moveTo>
                  <a:cubicBezTo>
                    <a:pt x="65" y="25"/>
                    <a:pt x="69" y="43"/>
                    <a:pt x="61" y="53"/>
                  </a:cubicBezTo>
                  <a:cubicBezTo>
                    <a:pt x="52" y="64"/>
                    <a:pt x="33" y="62"/>
                    <a:pt x="19" y="51"/>
                  </a:cubicBezTo>
                  <a:cubicBezTo>
                    <a:pt x="5" y="39"/>
                    <a:pt x="0" y="21"/>
                    <a:pt x="9" y="11"/>
                  </a:cubicBezTo>
                  <a:cubicBezTo>
                    <a:pt x="18" y="0"/>
                    <a:pt x="36" y="1"/>
                    <a:pt x="50" y="13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8" name="Freeform 379">
              <a:extLst>
                <a:ext uri="{FF2B5EF4-FFF2-40B4-BE49-F238E27FC236}">
                  <a16:creationId xmlns:a16="http://schemas.microsoft.com/office/drawing/2014/main" id="{E915EEA2-EF36-4C96-8FB4-D22B96A73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10"/>
              <a:ext cx="36" cy="47"/>
            </a:xfrm>
            <a:custGeom>
              <a:avLst/>
              <a:gdLst>
                <a:gd name="T0" fmla="*/ 16 w 53"/>
                <a:gd name="T1" fmla="*/ 12 h 68"/>
                <a:gd name="T2" fmla="*/ 8 w 53"/>
                <a:gd name="T3" fmla="*/ 22 h 68"/>
                <a:gd name="T4" fmla="*/ 1 w 53"/>
                <a:gd name="T5" fmla="*/ 10 h 68"/>
                <a:gd name="T6" fmla="*/ 9 w 53"/>
                <a:gd name="T7" fmla="*/ 1 h 68"/>
                <a:gd name="T8" fmla="*/ 16 w 53"/>
                <a:gd name="T9" fmla="*/ 1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8">
                  <a:moveTo>
                    <a:pt x="52" y="35"/>
                  </a:moveTo>
                  <a:cubicBezTo>
                    <a:pt x="51" y="54"/>
                    <a:pt x="39" y="68"/>
                    <a:pt x="25" y="67"/>
                  </a:cubicBezTo>
                  <a:cubicBezTo>
                    <a:pt x="11" y="66"/>
                    <a:pt x="0" y="51"/>
                    <a:pt x="1" y="32"/>
                  </a:cubicBezTo>
                  <a:cubicBezTo>
                    <a:pt x="2" y="14"/>
                    <a:pt x="14" y="0"/>
                    <a:pt x="28" y="1"/>
                  </a:cubicBezTo>
                  <a:cubicBezTo>
                    <a:pt x="42" y="1"/>
                    <a:pt x="53" y="17"/>
                    <a:pt x="52" y="35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69" name="Freeform 380">
              <a:extLst>
                <a:ext uri="{FF2B5EF4-FFF2-40B4-BE49-F238E27FC236}">
                  <a16:creationId xmlns:a16="http://schemas.microsoft.com/office/drawing/2014/main" id="{11839D87-9675-4D0B-B8E7-3F2C2923D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847"/>
              <a:ext cx="38" cy="42"/>
            </a:xfrm>
            <a:custGeom>
              <a:avLst/>
              <a:gdLst>
                <a:gd name="T0" fmla="*/ 16 w 56"/>
                <a:gd name="T1" fmla="*/ 7 h 62"/>
                <a:gd name="T2" fmla="*/ 11 w 56"/>
                <a:gd name="T3" fmla="*/ 18 h 62"/>
                <a:gd name="T4" fmla="*/ 1 w 56"/>
                <a:gd name="T5" fmla="*/ 12 h 62"/>
                <a:gd name="T6" fmla="*/ 6 w 56"/>
                <a:gd name="T7" fmla="*/ 1 h 62"/>
                <a:gd name="T8" fmla="*/ 16 w 56"/>
                <a:gd name="T9" fmla="*/ 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2">
                  <a:moveTo>
                    <a:pt x="51" y="24"/>
                  </a:moveTo>
                  <a:cubicBezTo>
                    <a:pt x="56" y="39"/>
                    <a:pt x="49" y="54"/>
                    <a:pt x="36" y="58"/>
                  </a:cubicBezTo>
                  <a:cubicBezTo>
                    <a:pt x="23" y="62"/>
                    <a:pt x="9" y="53"/>
                    <a:pt x="4" y="38"/>
                  </a:cubicBezTo>
                  <a:cubicBezTo>
                    <a:pt x="0" y="23"/>
                    <a:pt x="6" y="8"/>
                    <a:pt x="19" y="4"/>
                  </a:cubicBezTo>
                  <a:cubicBezTo>
                    <a:pt x="32" y="0"/>
                    <a:pt x="46" y="9"/>
                    <a:pt x="51" y="24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70" name="Freeform 381">
              <a:extLst>
                <a:ext uri="{FF2B5EF4-FFF2-40B4-BE49-F238E27FC236}">
                  <a16:creationId xmlns:a16="http://schemas.microsoft.com/office/drawing/2014/main" id="{B81A7238-2449-4C23-9B2F-2DC1C27B1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888"/>
              <a:ext cx="35" cy="35"/>
            </a:xfrm>
            <a:custGeom>
              <a:avLst/>
              <a:gdLst>
                <a:gd name="T0" fmla="*/ 15 w 51"/>
                <a:gd name="T1" fmla="*/ 6 h 50"/>
                <a:gd name="T2" fmla="*/ 10 w 51"/>
                <a:gd name="T3" fmla="*/ 16 h 50"/>
                <a:gd name="T4" fmla="*/ 1 w 51"/>
                <a:gd name="T5" fmla="*/ 11 h 50"/>
                <a:gd name="T6" fmla="*/ 6 w 51"/>
                <a:gd name="T7" fmla="*/ 1 h 50"/>
                <a:gd name="T8" fmla="*/ 15 w 51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0">
                  <a:moveTo>
                    <a:pt x="47" y="18"/>
                  </a:moveTo>
                  <a:cubicBezTo>
                    <a:pt x="51" y="30"/>
                    <a:pt x="44" y="43"/>
                    <a:pt x="32" y="47"/>
                  </a:cubicBezTo>
                  <a:cubicBezTo>
                    <a:pt x="20" y="50"/>
                    <a:pt x="8" y="44"/>
                    <a:pt x="4" y="32"/>
                  </a:cubicBezTo>
                  <a:cubicBezTo>
                    <a:pt x="0" y="20"/>
                    <a:pt x="7" y="7"/>
                    <a:pt x="19" y="4"/>
                  </a:cubicBezTo>
                  <a:cubicBezTo>
                    <a:pt x="31" y="0"/>
                    <a:pt x="43" y="6"/>
                    <a:pt x="47" y="18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71" name="Freeform 382">
              <a:extLst>
                <a:ext uri="{FF2B5EF4-FFF2-40B4-BE49-F238E27FC236}">
                  <a16:creationId xmlns:a16="http://schemas.microsoft.com/office/drawing/2014/main" id="{22FC496B-4980-4454-A252-D84ED2C42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853"/>
              <a:ext cx="41" cy="42"/>
            </a:xfrm>
            <a:custGeom>
              <a:avLst/>
              <a:gdLst>
                <a:gd name="T0" fmla="*/ 18 w 59"/>
                <a:gd name="T1" fmla="*/ 8 h 61"/>
                <a:gd name="T2" fmla="*/ 13 w 59"/>
                <a:gd name="T3" fmla="*/ 19 h 61"/>
                <a:gd name="T4" fmla="*/ 1 w 59"/>
                <a:gd name="T5" fmla="*/ 13 h 61"/>
                <a:gd name="T6" fmla="*/ 7 w 59"/>
                <a:gd name="T7" fmla="*/ 1 h 61"/>
                <a:gd name="T8" fmla="*/ 18 w 59"/>
                <a:gd name="T9" fmla="*/ 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55" y="23"/>
                  </a:moveTo>
                  <a:cubicBezTo>
                    <a:pt x="59" y="37"/>
                    <a:pt x="52" y="52"/>
                    <a:pt x="38" y="57"/>
                  </a:cubicBezTo>
                  <a:cubicBezTo>
                    <a:pt x="24" y="61"/>
                    <a:pt x="9" y="53"/>
                    <a:pt x="4" y="39"/>
                  </a:cubicBezTo>
                  <a:cubicBezTo>
                    <a:pt x="0" y="24"/>
                    <a:pt x="7" y="9"/>
                    <a:pt x="21" y="4"/>
                  </a:cubicBezTo>
                  <a:cubicBezTo>
                    <a:pt x="35" y="0"/>
                    <a:pt x="50" y="8"/>
                    <a:pt x="55" y="23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72" name="Freeform 383">
              <a:extLst>
                <a:ext uri="{FF2B5EF4-FFF2-40B4-BE49-F238E27FC236}">
                  <a16:creationId xmlns:a16="http://schemas.microsoft.com/office/drawing/2014/main" id="{3E04382B-9805-4BE5-A2D6-F6103BA9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982"/>
              <a:ext cx="40" cy="45"/>
            </a:xfrm>
            <a:custGeom>
              <a:avLst/>
              <a:gdLst>
                <a:gd name="T0" fmla="*/ 19 w 58"/>
                <a:gd name="T1" fmla="*/ 11 h 66"/>
                <a:gd name="T2" fmla="*/ 8 w 58"/>
                <a:gd name="T3" fmla="*/ 20 h 66"/>
                <a:gd name="T4" fmla="*/ 1 w 58"/>
                <a:gd name="T5" fmla="*/ 10 h 66"/>
                <a:gd name="T6" fmla="*/ 10 w 58"/>
                <a:gd name="T7" fmla="*/ 1 h 66"/>
                <a:gd name="T8" fmla="*/ 19 w 58"/>
                <a:gd name="T9" fmla="*/ 1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6">
                  <a:moveTo>
                    <a:pt x="57" y="35"/>
                  </a:moveTo>
                  <a:cubicBezTo>
                    <a:pt x="55" y="52"/>
                    <a:pt x="42" y="66"/>
                    <a:pt x="26" y="65"/>
                  </a:cubicBezTo>
                  <a:cubicBezTo>
                    <a:pt x="11" y="63"/>
                    <a:pt x="0" y="48"/>
                    <a:pt x="1" y="31"/>
                  </a:cubicBezTo>
                  <a:cubicBezTo>
                    <a:pt x="3" y="13"/>
                    <a:pt x="16" y="0"/>
                    <a:pt x="32" y="1"/>
                  </a:cubicBezTo>
                  <a:cubicBezTo>
                    <a:pt x="47" y="2"/>
                    <a:pt x="58" y="17"/>
                    <a:pt x="57" y="35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73" name="Freeform 384">
              <a:extLst>
                <a:ext uri="{FF2B5EF4-FFF2-40B4-BE49-F238E27FC236}">
                  <a16:creationId xmlns:a16="http://schemas.microsoft.com/office/drawing/2014/main" id="{6006123A-6C93-430C-BDBB-622E6D153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933"/>
              <a:ext cx="33" cy="41"/>
            </a:xfrm>
            <a:custGeom>
              <a:avLst/>
              <a:gdLst>
                <a:gd name="T0" fmla="*/ 14 w 48"/>
                <a:gd name="T1" fmla="*/ 8 h 59"/>
                <a:gd name="T2" fmla="*/ 10 w 48"/>
                <a:gd name="T3" fmla="*/ 19 h 59"/>
                <a:gd name="T4" fmla="*/ 1 w 48"/>
                <a:gd name="T5" fmla="*/ 12 h 59"/>
                <a:gd name="T6" fmla="*/ 6 w 48"/>
                <a:gd name="T7" fmla="*/ 1 h 59"/>
                <a:gd name="T8" fmla="*/ 14 w 48"/>
                <a:gd name="T9" fmla="*/ 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9">
                  <a:moveTo>
                    <a:pt x="44" y="23"/>
                  </a:moveTo>
                  <a:cubicBezTo>
                    <a:pt x="48" y="38"/>
                    <a:pt x="43" y="52"/>
                    <a:pt x="32" y="56"/>
                  </a:cubicBezTo>
                  <a:cubicBezTo>
                    <a:pt x="21" y="59"/>
                    <a:pt x="9" y="50"/>
                    <a:pt x="4" y="36"/>
                  </a:cubicBezTo>
                  <a:cubicBezTo>
                    <a:pt x="0" y="21"/>
                    <a:pt x="5" y="7"/>
                    <a:pt x="16" y="3"/>
                  </a:cubicBezTo>
                  <a:cubicBezTo>
                    <a:pt x="27" y="0"/>
                    <a:pt x="39" y="9"/>
                    <a:pt x="44" y="23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74" name="Freeform 385">
              <a:extLst>
                <a:ext uri="{FF2B5EF4-FFF2-40B4-BE49-F238E27FC236}">
                  <a16:creationId xmlns:a16="http://schemas.microsoft.com/office/drawing/2014/main" id="{12671A34-41BA-4D25-A850-3BA06830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942"/>
              <a:ext cx="37" cy="40"/>
            </a:xfrm>
            <a:custGeom>
              <a:avLst/>
              <a:gdLst>
                <a:gd name="T0" fmla="*/ 16 w 54"/>
                <a:gd name="T1" fmla="*/ 7 h 58"/>
                <a:gd name="T2" fmla="*/ 11 w 54"/>
                <a:gd name="T3" fmla="*/ 18 h 58"/>
                <a:gd name="T4" fmla="*/ 1 w 54"/>
                <a:gd name="T5" fmla="*/ 12 h 58"/>
                <a:gd name="T6" fmla="*/ 6 w 54"/>
                <a:gd name="T7" fmla="*/ 1 h 58"/>
                <a:gd name="T8" fmla="*/ 16 w 54"/>
                <a:gd name="T9" fmla="*/ 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8">
                  <a:moveTo>
                    <a:pt x="49" y="22"/>
                  </a:moveTo>
                  <a:cubicBezTo>
                    <a:pt x="54" y="36"/>
                    <a:pt x="47" y="50"/>
                    <a:pt x="35" y="54"/>
                  </a:cubicBezTo>
                  <a:cubicBezTo>
                    <a:pt x="23" y="58"/>
                    <a:pt x="9" y="50"/>
                    <a:pt x="5" y="36"/>
                  </a:cubicBezTo>
                  <a:cubicBezTo>
                    <a:pt x="0" y="22"/>
                    <a:pt x="7" y="8"/>
                    <a:pt x="19" y="4"/>
                  </a:cubicBezTo>
                  <a:cubicBezTo>
                    <a:pt x="31" y="0"/>
                    <a:pt x="45" y="8"/>
                    <a:pt x="49" y="22"/>
                  </a:cubicBezTo>
                  <a:close/>
                </a:path>
              </a:pathLst>
            </a:custGeom>
            <a:solidFill>
              <a:srgbClr val="E6E256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275" name="Freeform 386">
              <a:extLst>
                <a:ext uri="{FF2B5EF4-FFF2-40B4-BE49-F238E27FC236}">
                  <a16:creationId xmlns:a16="http://schemas.microsoft.com/office/drawing/2014/main" id="{5A37CF1B-2C44-4E5D-9914-9DCFC879D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932"/>
              <a:ext cx="57" cy="19"/>
            </a:xfrm>
            <a:custGeom>
              <a:avLst/>
              <a:gdLst>
                <a:gd name="T0" fmla="*/ 0 w 82"/>
                <a:gd name="T1" fmla="*/ 9 h 28"/>
                <a:gd name="T2" fmla="*/ 28 w 82"/>
                <a:gd name="T3" fmla="*/ 0 h 28"/>
                <a:gd name="T4" fmla="*/ 13 w 82"/>
                <a:gd name="T5" fmla="*/ 2 h 28"/>
                <a:gd name="T6" fmla="*/ 1 w 82"/>
                <a:gd name="T7" fmla="*/ 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28">
                  <a:moveTo>
                    <a:pt x="0" y="28"/>
                  </a:moveTo>
                  <a:cubicBezTo>
                    <a:pt x="28" y="24"/>
                    <a:pt x="56" y="11"/>
                    <a:pt x="82" y="0"/>
                  </a:cubicBezTo>
                  <a:cubicBezTo>
                    <a:pt x="68" y="0"/>
                    <a:pt x="52" y="1"/>
                    <a:pt x="38" y="6"/>
                  </a:cubicBezTo>
                  <a:cubicBezTo>
                    <a:pt x="25" y="11"/>
                    <a:pt x="17" y="22"/>
                    <a:pt x="5" y="27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6" name="Freeform 387">
              <a:extLst>
                <a:ext uri="{FF2B5EF4-FFF2-40B4-BE49-F238E27FC236}">
                  <a16:creationId xmlns:a16="http://schemas.microsoft.com/office/drawing/2014/main" id="{90D74255-63F2-4B45-953D-88E560C7F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10"/>
              <a:ext cx="44" cy="18"/>
            </a:xfrm>
            <a:custGeom>
              <a:avLst/>
              <a:gdLst>
                <a:gd name="T0" fmla="*/ 0 w 63"/>
                <a:gd name="T1" fmla="*/ 9 h 25"/>
                <a:gd name="T2" fmla="*/ 22 w 63"/>
                <a:gd name="T3" fmla="*/ 3 h 25"/>
                <a:gd name="T4" fmla="*/ 1 w 63"/>
                <a:gd name="T5" fmla="*/ 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5">
                  <a:moveTo>
                    <a:pt x="0" y="25"/>
                  </a:moveTo>
                  <a:cubicBezTo>
                    <a:pt x="21" y="19"/>
                    <a:pt x="42" y="16"/>
                    <a:pt x="63" y="8"/>
                  </a:cubicBezTo>
                  <a:cubicBezTo>
                    <a:pt x="45" y="0"/>
                    <a:pt x="20" y="19"/>
                    <a:pt x="3" y="24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7" name="Freeform 388">
              <a:extLst>
                <a:ext uri="{FF2B5EF4-FFF2-40B4-BE49-F238E27FC236}">
                  <a16:creationId xmlns:a16="http://schemas.microsoft.com/office/drawing/2014/main" id="{C61A95BF-90F0-4E5B-A91E-ABF4A40A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95"/>
              <a:ext cx="35" cy="15"/>
            </a:xfrm>
            <a:custGeom>
              <a:avLst/>
              <a:gdLst>
                <a:gd name="T0" fmla="*/ 0 w 51"/>
                <a:gd name="T1" fmla="*/ 5 h 22"/>
                <a:gd name="T2" fmla="*/ 16 w 51"/>
                <a:gd name="T3" fmla="*/ 0 h 22"/>
                <a:gd name="T4" fmla="*/ 2 w 51"/>
                <a:gd name="T5" fmla="*/ 6 h 22"/>
                <a:gd name="T6" fmla="*/ 2 w 51"/>
                <a:gd name="T7" fmla="*/ 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2">
                  <a:moveTo>
                    <a:pt x="0" y="18"/>
                  </a:moveTo>
                  <a:cubicBezTo>
                    <a:pt x="4" y="22"/>
                    <a:pt x="45" y="10"/>
                    <a:pt x="51" y="0"/>
                  </a:cubicBezTo>
                  <a:cubicBezTo>
                    <a:pt x="31" y="0"/>
                    <a:pt x="23" y="15"/>
                    <a:pt x="6" y="19"/>
                  </a:cubicBezTo>
                  <a:cubicBezTo>
                    <a:pt x="3" y="17"/>
                    <a:pt x="6" y="17"/>
                    <a:pt x="6" y="16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8" name="Freeform 389">
              <a:extLst>
                <a:ext uri="{FF2B5EF4-FFF2-40B4-BE49-F238E27FC236}">
                  <a16:creationId xmlns:a16="http://schemas.microsoft.com/office/drawing/2014/main" id="{7B7BAFF1-2385-4996-B53E-16382892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20"/>
              <a:ext cx="38" cy="25"/>
            </a:xfrm>
            <a:custGeom>
              <a:avLst/>
              <a:gdLst>
                <a:gd name="T0" fmla="*/ 0 w 56"/>
                <a:gd name="T1" fmla="*/ 12 h 36"/>
                <a:gd name="T2" fmla="*/ 8 w 56"/>
                <a:gd name="T3" fmla="*/ 7 h 36"/>
                <a:gd name="T4" fmla="*/ 18 w 56"/>
                <a:gd name="T5" fmla="*/ 1 h 36"/>
                <a:gd name="T6" fmla="*/ 3 w 56"/>
                <a:gd name="T7" fmla="*/ 1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6">
                  <a:moveTo>
                    <a:pt x="0" y="36"/>
                  </a:moveTo>
                  <a:cubicBezTo>
                    <a:pt x="5" y="28"/>
                    <a:pt x="18" y="27"/>
                    <a:pt x="27" y="22"/>
                  </a:cubicBezTo>
                  <a:cubicBezTo>
                    <a:pt x="38" y="17"/>
                    <a:pt x="47" y="10"/>
                    <a:pt x="56" y="2"/>
                  </a:cubicBezTo>
                  <a:cubicBezTo>
                    <a:pt x="47" y="0"/>
                    <a:pt x="17" y="27"/>
                    <a:pt x="10" y="34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9" name="Freeform 390">
              <a:extLst>
                <a:ext uri="{FF2B5EF4-FFF2-40B4-BE49-F238E27FC236}">
                  <a16:creationId xmlns:a16="http://schemas.microsoft.com/office/drawing/2014/main" id="{6D8EF665-94C1-417F-A28D-96777E49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814"/>
              <a:ext cx="27" cy="19"/>
            </a:xfrm>
            <a:custGeom>
              <a:avLst/>
              <a:gdLst>
                <a:gd name="T0" fmla="*/ 0 w 40"/>
                <a:gd name="T1" fmla="*/ 9 h 27"/>
                <a:gd name="T2" fmla="*/ 12 w 40"/>
                <a:gd name="T3" fmla="*/ 2 h 27"/>
                <a:gd name="T4" fmla="*/ 1 w 40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7">
                  <a:moveTo>
                    <a:pt x="0" y="26"/>
                  </a:moveTo>
                  <a:cubicBezTo>
                    <a:pt x="12" y="27"/>
                    <a:pt x="35" y="17"/>
                    <a:pt x="40" y="6"/>
                  </a:cubicBezTo>
                  <a:cubicBezTo>
                    <a:pt x="29" y="0"/>
                    <a:pt x="13" y="19"/>
                    <a:pt x="4" y="23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Freeform 391">
              <a:extLst>
                <a:ext uri="{FF2B5EF4-FFF2-40B4-BE49-F238E27FC236}">
                  <a16:creationId xmlns:a16="http://schemas.microsoft.com/office/drawing/2014/main" id="{C2BCDAED-93E9-44D4-84E5-935958F53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892"/>
              <a:ext cx="30" cy="13"/>
            </a:xfrm>
            <a:custGeom>
              <a:avLst/>
              <a:gdLst>
                <a:gd name="T0" fmla="*/ 0 w 44"/>
                <a:gd name="T1" fmla="*/ 6 h 19"/>
                <a:gd name="T2" fmla="*/ 14 w 44"/>
                <a:gd name="T3" fmla="*/ 0 h 19"/>
                <a:gd name="T4" fmla="*/ 5 w 44"/>
                <a:gd name="T5" fmla="*/ 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9">
                  <a:moveTo>
                    <a:pt x="0" y="19"/>
                  </a:moveTo>
                  <a:cubicBezTo>
                    <a:pt x="15" y="15"/>
                    <a:pt x="32" y="11"/>
                    <a:pt x="44" y="0"/>
                  </a:cubicBezTo>
                  <a:cubicBezTo>
                    <a:pt x="34" y="1"/>
                    <a:pt x="23" y="7"/>
                    <a:pt x="14" y="13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Freeform 392">
              <a:extLst>
                <a:ext uri="{FF2B5EF4-FFF2-40B4-BE49-F238E27FC236}">
                  <a16:creationId xmlns:a16="http://schemas.microsoft.com/office/drawing/2014/main" id="{3C65E717-0D15-4EAD-921F-B4960EB64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864"/>
              <a:ext cx="31" cy="18"/>
            </a:xfrm>
            <a:custGeom>
              <a:avLst/>
              <a:gdLst>
                <a:gd name="T0" fmla="*/ 0 w 44"/>
                <a:gd name="T1" fmla="*/ 9 h 25"/>
                <a:gd name="T2" fmla="*/ 16 w 44"/>
                <a:gd name="T3" fmla="*/ 2 h 25"/>
                <a:gd name="T4" fmla="*/ 0 w 44"/>
                <a:gd name="T5" fmla="*/ 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5">
                  <a:moveTo>
                    <a:pt x="0" y="25"/>
                  </a:moveTo>
                  <a:cubicBezTo>
                    <a:pt x="15" y="19"/>
                    <a:pt x="32" y="19"/>
                    <a:pt x="44" y="6"/>
                  </a:cubicBezTo>
                  <a:cubicBezTo>
                    <a:pt x="31" y="0"/>
                    <a:pt x="14" y="22"/>
                    <a:pt x="0" y="25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2" name="Freeform 393">
              <a:extLst>
                <a:ext uri="{FF2B5EF4-FFF2-40B4-BE49-F238E27FC236}">
                  <a16:creationId xmlns:a16="http://schemas.microsoft.com/office/drawing/2014/main" id="{837C8259-4A20-4185-9515-35C633F3E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862"/>
              <a:ext cx="32" cy="16"/>
            </a:xfrm>
            <a:custGeom>
              <a:avLst/>
              <a:gdLst>
                <a:gd name="T0" fmla="*/ 0 w 47"/>
                <a:gd name="T1" fmla="*/ 6 h 24"/>
                <a:gd name="T2" fmla="*/ 15 w 47"/>
                <a:gd name="T3" fmla="*/ 1 h 24"/>
                <a:gd name="T4" fmla="*/ 3 w 47"/>
                <a:gd name="T5" fmla="*/ 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">
                  <a:moveTo>
                    <a:pt x="0" y="21"/>
                  </a:moveTo>
                  <a:cubicBezTo>
                    <a:pt x="16" y="24"/>
                    <a:pt x="36" y="16"/>
                    <a:pt x="47" y="5"/>
                  </a:cubicBezTo>
                  <a:cubicBezTo>
                    <a:pt x="32" y="0"/>
                    <a:pt x="21" y="16"/>
                    <a:pt x="9" y="21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3" name="Freeform 394">
              <a:extLst>
                <a:ext uri="{FF2B5EF4-FFF2-40B4-BE49-F238E27FC236}">
                  <a16:creationId xmlns:a16="http://schemas.microsoft.com/office/drawing/2014/main" id="{F60AC288-9F4D-4BB7-9205-C88F72F3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838"/>
              <a:ext cx="31" cy="26"/>
            </a:xfrm>
            <a:custGeom>
              <a:avLst/>
              <a:gdLst>
                <a:gd name="T0" fmla="*/ 1 w 46"/>
                <a:gd name="T1" fmla="*/ 3 h 38"/>
                <a:gd name="T2" fmla="*/ 14 w 46"/>
                <a:gd name="T3" fmla="*/ 12 h 38"/>
                <a:gd name="T4" fmla="*/ 0 w 46"/>
                <a:gd name="T5" fmla="*/ 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8">
                  <a:moveTo>
                    <a:pt x="2" y="11"/>
                  </a:moveTo>
                  <a:cubicBezTo>
                    <a:pt x="18" y="7"/>
                    <a:pt x="42" y="18"/>
                    <a:pt x="46" y="38"/>
                  </a:cubicBezTo>
                  <a:cubicBezTo>
                    <a:pt x="38" y="16"/>
                    <a:pt x="29" y="0"/>
                    <a:pt x="0" y="9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Freeform 395">
              <a:extLst>
                <a:ext uri="{FF2B5EF4-FFF2-40B4-BE49-F238E27FC236}">
                  <a16:creationId xmlns:a16="http://schemas.microsoft.com/office/drawing/2014/main" id="{DA73896F-181E-4161-A54D-76A255FB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13"/>
              <a:ext cx="25" cy="34"/>
            </a:xfrm>
            <a:custGeom>
              <a:avLst/>
              <a:gdLst>
                <a:gd name="T0" fmla="*/ 1 w 36"/>
                <a:gd name="T1" fmla="*/ 6 h 49"/>
                <a:gd name="T2" fmla="*/ 9 w 36"/>
                <a:gd name="T3" fmla="*/ 17 h 49"/>
                <a:gd name="T4" fmla="*/ 0 w 36"/>
                <a:gd name="T5" fmla="*/ 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9">
                  <a:moveTo>
                    <a:pt x="3" y="18"/>
                  </a:moveTo>
                  <a:cubicBezTo>
                    <a:pt x="15" y="22"/>
                    <a:pt x="31" y="35"/>
                    <a:pt x="28" y="49"/>
                  </a:cubicBezTo>
                  <a:cubicBezTo>
                    <a:pt x="36" y="31"/>
                    <a:pt x="18" y="0"/>
                    <a:pt x="0" y="16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5" name="Freeform 396">
              <a:extLst>
                <a:ext uri="{FF2B5EF4-FFF2-40B4-BE49-F238E27FC236}">
                  <a16:creationId xmlns:a16="http://schemas.microsoft.com/office/drawing/2014/main" id="{29959417-FFE1-40B4-A90F-522397735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797"/>
              <a:ext cx="18" cy="29"/>
            </a:xfrm>
            <a:custGeom>
              <a:avLst/>
              <a:gdLst>
                <a:gd name="T0" fmla="*/ 2 w 27"/>
                <a:gd name="T1" fmla="*/ 1 h 42"/>
                <a:gd name="T2" fmla="*/ 4 w 27"/>
                <a:gd name="T3" fmla="*/ 4 h 42"/>
                <a:gd name="T4" fmla="*/ 7 w 27"/>
                <a:gd name="T5" fmla="*/ 14 h 42"/>
                <a:gd name="T6" fmla="*/ 0 w 27"/>
                <a:gd name="T7" fmla="*/ 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2">
                  <a:moveTo>
                    <a:pt x="6" y="3"/>
                  </a:moveTo>
                  <a:cubicBezTo>
                    <a:pt x="4" y="0"/>
                    <a:pt x="12" y="8"/>
                    <a:pt x="14" y="11"/>
                  </a:cubicBezTo>
                  <a:cubicBezTo>
                    <a:pt x="19" y="21"/>
                    <a:pt x="20" y="32"/>
                    <a:pt x="22" y="42"/>
                  </a:cubicBezTo>
                  <a:cubicBezTo>
                    <a:pt x="27" y="29"/>
                    <a:pt x="18" y="3"/>
                    <a:pt x="0" y="4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6" name="Freeform 397">
              <a:extLst>
                <a:ext uri="{FF2B5EF4-FFF2-40B4-BE49-F238E27FC236}">
                  <a16:creationId xmlns:a16="http://schemas.microsoft.com/office/drawing/2014/main" id="{46349C35-5FEC-4A11-96BC-187B400CC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860"/>
              <a:ext cx="34" cy="23"/>
            </a:xfrm>
            <a:custGeom>
              <a:avLst/>
              <a:gdLst>
                <a:gd name="T0" fmla="*/ 0 w 49"/>
                <a:gd name="T1" fmla="*/ 1 h 33"/>
                <a:gd name="T2" fmla="*/ 13 w 49"/>
                <a:gd name="T3" fmla="*/ 11 h 33"/>
                <a:gd name="T4" fmla="*/ 1 w 49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3">
                  <a:moveTo>
                    <a:pt x="0" y="4"/>
                  </a:moveTo>
                  <a:cubicBezTo>
                    <a:pt x="16" y="0"/>
                    <a:pt x="49" y="11"/>
                    <a:pt x="41" y="33"/>
                  </a:cubicBezTo>
                  <a:cubicBezTo>
                    <a:pt x="26" y="29"/>
                    <a:pt x="26" y="1"/>
                    <a:pt x="2" y="5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7" name="Freeform 398">
              <a:extLst>
                <a:ext uri="{FF2B5EF4-FFF2-40B4-BE49-F238E27FC236}">
                  <a16:creationId xmlns:a16="http://schemas.microsoft.com/office/drawing/2014/main" id="{A2345838-9980-44FF-AF3A-3A5C94E4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880"/>
              <a:ext cx="31" cy="24"/>
            </a:xfrm>
            <a:custGeom>
              <a:avLst/>
              <a:gdLst>
                <a:gd name="T0" fmla="*/ 1 w 45"/>
                <a:gd name="T1" fmla="*/ 1 h 35"/>
                <a:gd name="T2" fmla="*/ 1 w 45"/>
                <a:gd name="T3" fmla="*/ 1 h 35"/>
                <a:gd name="T4" fmla="*/ 12 w 45"/>
                <a:gd name="T5" fmla="*/ 11 h 35"/>
                <a:gd name="T6" fmla="*/ 0 w 45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5">
                  <a:moveTo>
                    <a:pt x="5" y="4"/>
                  </a:moveTo>
                  <a:cubicBezTo>
                    <a:pt x="3" y="5"/>
                    <a:pt x="2" y="5"/>
                    <a:pt x="1" y="4"/>
                  </a:cubicBezTo>
                  <a:cubicBezTo>
                    <a:pt x="19" y="0"/>
                    <a:pt x="45" y="33"/>
                    <a:pt x="37" y="34"/>
                  </a:cubicBezTo>
                  <a:cubicBezTo>
                    <a:pt x="25" y="35"/>
                    <a:pt x="19" y="6"/>
                    <a:pt x="0" y="12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Freeform 399">
              <a:extLst>
                <a:ext uri="{FF2B5EF4-FFF2-40B4-BE49-F238E27FC236}">
                  <a16:creationId xmlns:a16="http://schemas.microsoft.com/office/drawing/2014/main" id="{37CE4AB2-0920-40F2-AF7F-0B31F7B14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919"/>
              <a:ext cx="28" cy="13"/>
            </a:xfrm>
            <a:custGeom>
              <a:avLst/>
              <a:gdLst>
                <a:gd name="T0" fmla="*/ 1 w 40"/>
                <a:gd name="T1" fmla="*/ 1 h 18"/>
                <a:gd name="T2" fmla="*/ 1 w 40"/>
                <a:gd name="T3" fmla="*/ 0 h 18"/>
                <a:gd name="T4" fmla="*/ 14 w 40"/>
                <a:gd name="T5" fmla="*/ 7 h 18"/>
                <a:gd name="T6" fmla="*/ 0 w 40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">
                  <a:moveTo>
                    <a:pt x="4" y="4"/>
                  </a:moveTo>
                  <a:cubicBezTo>
                    <a:pt x="2" y="2"/>
                    <a:pt x="2" y="1"/>
                    <a:pt x="4" y="0"/>
                  </a:cubicBezTo>
                  <a:cubicBezTo>
                    <a:pt x="17" y="4"/>
                    <a:pt x="30" y="8"/>
                    <a:pt x="40" y="18"/>
                  </a:cubicBezTo>
                  <a:cubicBezTo>
                    <a:pt x="26" y="17"/>
                    <a:pt x="14" y="1"/>
                    <a:pt x="0" y="3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9" name="Freeform 400">
              <a:extLst>
                <a:ext uri="{FF2B5EF4-FFF2-40B4-BE49-F238E27FC236}">
                  <a16:creationId xmlns:a16="http://schemas.microsoft.com/office/drawing/2014/main" id="{1BAA9E8A-2BDC-45DF-821F-6A059DCA4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765"/>
              <a:ext cx="17" cy="29"/>
            </a:xfrm>
            <a:custGeom>
              <a:avLst/>
              <a:gdLst>
                <a:gd name="T0" fmla="*/ 1 w 24"/>
                <a:gd name="T1" fmla="*/ 4 h 42"/>
                <a:gd name="T2" fmla="*/ 0 w 24"/>
                <a:gd name="T3" fmla="*/ 2 h 42"/>
                <a:gd name="T4" fmla="*/ 5 w 24"/>
                <a:gd name="T5" fmla="*/ 14 h 42"/>
                <a:gd name="T6" fmla="*/ 1 w 24"/>
                <a:gd name="T7" fmla="*/ 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1" y="13"/>
                  </a:moveTo>
                  <a:cubicBezTo>
                    <a:pt x="1" y="11"/>
                    <a:pt x="0" y="8"/>
                    <a:pt x="0" y="6"/>
                  </a:cubicBezTo>
                  <a:cubicBezTo>
                    <a:pt x="11" y="10"/>
                    <a:pt x="14" y="31"/>
                    <a:pt x="14" y="42"/>
                  </a:cubicBezTo>
                  <a:cubicBezTo>
                    <a:pt x="20" y="30"/>
                    <a:pt x="24" y="0"/>
                    <a:pt x="3" y="2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0" name="Freeform 401">
              <a:extLst>
                <a:ext uri="{FF2B5EF4-FFF2-40B4-BE49-F238E27FC236}">
                  <a16:creationId xmlns:a16="http://schemas.microsoft.com/office/drawing/2014/main" id="{27CA27D1-9837-4777-B792-35DC4055C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755"/>
              <a:ext cx="20" cy="36"/>
            </a:xfrm>
            <a:custGeom>
              <a:avLst/>
              <a:gdLst>
                <a:gd name="T0" fmla="*/ 0 w 29"/>
                <a:gd name="T1" fmla="*/ 1 h 52"/>
                <a:gd name="T2" fmla="*/ 2 w 29"/>
                <a:gd name="T3" fmla="*/ 17 h 52"/>
                <a:gd name="T4" fmla="*/ 0 w 2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2">
                  <a:moveTo>
                    <a:pt x="0" y="4"/>
                  </a:moveTo>
                  <a:cubicBezTo>
                    <a:pt x="5" y="19"/>
                    <a:pt x="12" y="37"/>
                    <a:pt x="6" y="52"/>
                  </a:cubicBezTo>
                  <a:cubicBezTo>
                    <a:pt x="4" y="39"/>
                    <a:pt x="29" y="0"/>
                    <a:pt x="0" y="0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1" name="Freeform 402">
              <a:extLst>
                <a:ext uri="{FF2B5EF4-FFF2-40B4-BE49-F238E27FC236}">
                  <a16:creationId xmlns:a16="http://schemas.microsoft.com/office/drawing/2014/main" id="{FF89EF7B-99CE-4D37-B347-7C2CECC7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759"/>
              <a:ext cx="19" cy="34"/>
            </a:xfrm>
            <a:custGeom>
              <a:avLst/>
              <a:gdLst>
                <a:gd name="T0" fmla="*/ 0 w 27"/>
                <a:gd name="T1" fmla="*/ 14 h 50"/>
                <a:gd name="T2" fmla="*/ 2 w 27"/>
                <a:gd name="T3" fmla="*/ 0 h 50"/>
                <a:gd name="T4" fmla="*/ 3 w 27"/>
                <a:gd name="T5" fmla="*/ 1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0">
                  <a:moveTo>
                    <a:pt x="0" y="43"/>
                  </a:moveTo>
                  <a:cubicBezTo>
                    <a:pt x="12" y="36"/>
                    <a:pt x="8" y="13"/>
                    <a:pt x="6" y="0"/>
                  </a:cubicBezTo>
                  <a:cubicBezTo>
                    <a:pt x="18" y="10"/>
                    <a:pt x="27" y="40"/>
                    <a:pt x="7" y="50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Freeform 403">
              <a:extLst>
                <a:ext uri="{FF2B5EF4-FFF2-40B4-BE49-F238E27FC236}">
                  <a16:creationId xmlns:a16="http://schemas.microsoft.com/office/drawing/2014/main" id="{FCE4843A-9CA1-4EAC-9DF1-E78CD8B67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772"/>
              <a:ext cx="17" cy="27"/>
            </a:xfrm>
            <a:custGeom>
              <a:avLst/>
              <a:gdLst>
                <a:gd name="T0" fmla="*/ 0 w 25"/>
                <a:gd name="T1" fmla="*/ 12 h 40"/>
                <a:gd name="T2" fmla="*/ 6 w 25"/>
                <a:gd name="T3" fmla="*/ 0 h 40"/>
                <a:gd name="T4" fmla="*/ 1 w 25"/>
                <a:gd name="T5" fmla="*/ 1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cubicBezTo>
                    <a:pt x="9" y="40"/>
                    <a:pt x="18" y="12"/>
                    <a:pt x="19" y="0"/>
                  </a:cubicBezTo>
                  <a:cubicBezTo>
                    <a:pt x="25" y="13"/>
                    <a:pt x="17" y="29"/>
                    <a:pt x="5" y="35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3" name="Freeform 404">
              <a:extLst>
                <a:ext uri="{FF2B5EF4-FFF2-40B4-BE49-F238E27FC236}">
                  <a16:creationId xmlns:a16="http://schemas.microsoft.com/office/drawing/2014/main" id="{D80E9EAF-20B3-47AA-9651-33E2647F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781"/>
              <a:ext cx="22" cy="22"/>
            </a:xfrm>
            <a:custGeom>
              <a:avLst/>
              <a:gdLst>
                <a:gd name="T0" fmla="*/ 1 w 33"/>
                <a:gd name="T1" fmla="*/ 9 h 33"/>
                <a:gd name="T2" fmla="*/ 0 w 33"/>
                <a:gd name="T3" fmla="*/ 9 h 33"/>
                <a:gd name="T4" fmla="*/ 7 w 33"/>
                <a:gd name="T5" fmla="*/ 0 h 33"/>
                <a:gd name="T6" fmla="*/ 1 w 33"/>
                <a:gd name="T7" fmla="*/ 1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3">
                  <a:moveTo>
                    <a:pt x="3" y="29"/>
                  </a:moveTo>
                  <a:cubicBezTo>
                    <a:pt x="2" y="29"/>
                    <a:pt x="1" y="29"/>
                    <a:pt x="0" y="30"/>
                  </a:cubicBezTo>
                  <a:cubicBezTo>
                    <a:pt x="16" y="32"/>
                    <a:pt x="21" y="10"/>
                    <a:pt x="26" y="0"/>
                  </a:cubicBezTo>
                  <a:cubicBezTo>
                    <a:pt x="33" y="17"/>
                    <a:pt x="23" y="28"/>
                    <a:pt x="5" y="33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4" name="Freeform 405">
              <a:extLst>
                <a:ext uri="{FF2B5EF4-FFF2-40B4-BE49-F238E27FC236}">
                  <a16:creationId xmlns:a16="http://schemas.microsoft.com/office/drawing/2014/main" id="{E368484B-F26C-41EB-9311-412D4D5C0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788"/>
              <a:ext cx="31" cy="30"/>
            </a:xfrm>
            <a:custGeom>
              <a:avLst/>
              <a:gdLst>
                <a:gd name="T0" fmla="*/ 0 w 45"/>
                <a:gd name="T1" fmla="*/ 13 h 44"/>
                <a:gd name="T2" fmla="*/ 7 w 45"/>
                <a:gd name="T3" fmla="*/ 7 h 44"/>
                <a:gd name="T4" fmla="*/ 12 w 45"/>
                <a:gd name="T5" fmla="*/ 0 h 44"/>
                <a:gd name="T6" fmla="*/ 3 w 45"/>
                <a:gd name="T7" fmla="*/ 1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4">
                  <a:moveTo>
                    <a:pt x="0" y="41"/>
                  </a:moveTo>
                  <a:cubicBezTo>
                    <a:pt x="0" y="31"/>
                    <a:pt x="16" y="27"/>
                    <a:pt x="22" y="20"/>
                  </a:cubicBezTo>
                  <a:cubicBezTo>
                    <a:pt x="28" y="14"/>
                    <a:pt x="32" y="7"/>
                    <a:pt x="36" y="0"/>
                  </a:cubicBezTo>
                  <a:cubicBezTo>
                    <a:pt x="45" y="10"/>
                    <a:pt x="17" y="36"/>
                    <a:pt x="10" y="44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5" name="Freeform 406">
              <a:extLst>
                <a:ext uri="{FF2B5EF4-FFF2-40B4-BE49-F238E27FC236}">
                  <a16:creationId xmlns:a16="http://schemas.microsoft.com/office/drawing/2014/main" id="{5451C4B8-B04A-45C6-B8F3-3E772A49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858"/>
              <a:ext cx="40" cy="22"/>
            </a:xfrm>
            <a:custGeom>
              <a:avLst/>
              <a:gdLst>
                <a:gd name="T0" fmla="*/ 0 w 57"/>
                <a:gd name="T1" fmla="*/ 9 h 32"/>
                <a:gd name="T2" fmla="*/ 13 w 57"/>
                <a:gd name="T3" fmla="*/ 8 h 32"/>
                <a:gd name="T4" fmla="*/ 15 w 57"/>
                <a:gd name="T5" fmla="*/ 1 h 32"/>
                <a:gd name="T6" fmla="*/ 1 w 57"/>
                <a:gd name="T7" fmla="*/ 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2">
                  <a:moveTo>
                    <a:pt x="0" y="27"/>
                  </a:moveTo>
                  <a:cubicBezTo>
                    <a:pt x="6" y="32"/>
                    <a:pt x="30" y="32"/>
                    <a:pt x="39" y="26"/>
                  </a:cubicBezTo>
                  <a:cubicBezTo>
                    <a:pt x="47" y="22"/>
                    <a:pt x="57" y="0"/>
                    <a:pt x="43" y="4"/>
                  </a:cubicBezTo>
                  <a:cubicBezTo>
                    <a:pt x="41" y="13"/>
                    <a:pt x="11" y="24"/>
                    <a:pt x="3" y="23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Freeform 407">
              <a:extLst>
                <a:ext uri="{FF2B5EF4-FFF2-40B4-BE49-F238E27FC236}">
                  <a16:creationId xmlns:a16="http://schemas.microsoft.com/office/drawing/2014/main" id="{9DA7EAA5-BD21-4FD2-AE5F-993CD7E64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846"/>
              <a:ext cx="23" cy="9"/>
            </a:xfrm>
            <a:custGeom>
              <a:avLst/>
              <a:gdLst>
                <a:gd name="T0" fmla="*/ 0 w 34"/>
                <a:gd name="T1" fmla="*/ 3 h 13"/>
                <a:gd name="T2" fmla="*/ 11 w 34"/>
                <a:gd name="T3" fmla="*/ 0 h 13"/>
                <a:gd name="T4" fmla="*/ 0 w 34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3">
                  <a:moveTo>
                    <a:pt x="0" y="10"/>
                  </a:moveTo>
                  <a:cubicBezTo>
                    <a:pt x="11" y="10"/>
                    <a:pt x="28" y="13"/>
                    <a:pt x="34" y="0"/>
                  </a:cubicBezTo>
                  <a:cubicBezTo>
                    <a:pt x="24" y="4"/>
                    <a:pt x="8" y="9"/>
                    <a:pt x="0" y="7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7" name="Freeform 408">
              <a:extLst>
                <a:ext uri="{FF2B5EF4-FFF2-40B4-BE49-F238E27FC236}">
                  <a16:creationId xmlns:a16="http://schemas.microsoft.com/office/drawing/2014/main" id="{B728CC71-F993-4324-98DD-D3FF6303E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827"/>
              <a:ext cx="30" cy="10"/>
            </a:xfrm>
            <a:custGeom>
              <a:avLst/>
              <a:gdLst>
                <a:gd name="T0" fmla="*/ 3 w 44"/>
                <a:gd name="T1" fmla="*/ 3 h 15"/>
                <a:gd name="T2" fmla="*/ 11 w 44"/>
                <a:gd name="T3" fmla="*/ 1 h 15"/>
                <a:gd name="T4" fmla="*/ 0 w 44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5">
                  <a:moveTo>
                    <a:pt x="10" y="12"/>
                  </a:moveTo>
                  <a:cubicBezTo>
                    <a:pt x="12" y="15"/>
                    <a:pt x="44" y="9"/>
                    <a:pt x="33" y="3"/>
                  </a:cubicBezTo>
                  <a:cubicBezTo>
                    <a:pt x="28" y="0"/>
                    <a:pt x="8" y="7"/>
                    <a:pt x="0" y="6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Freeform 409">
              <a:extLst>
                <a:ext uri="{FF2B5EF4-FFF2-40B4-BE49-F238E27FC236}">
                  <a16:creationId xmlns:a16="http://schemas.microsoft.com/office/drawing/2014/main" id="{EEC44DE8-E996-4041-9687-F6B52259D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06"/>
              <a:ext cx="18" cy="8"/>
            </a:xfrm>
            <a:custGeom>
              <a:avLst/>
              <a:gdLst>
                <a:gd name="T0" fmla="*/ 1 w 26"/>
                <a:gd name="T1" fmla="*/ 3 h 12"/>
                <a:gd name="T2" fmla="*/ 8 w 26"/>
                <a:gd name="T3" fmla="*/ 1 h 12"/>
                <a:gd name="T4" fmla="*/ 0 w 2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3" y="12"/>
                  </a:moveTo>
                  <a:cubicBezTo>
                    <a:pt x="11" y="12"/>
                    <a:pt x="22" y="12"/>
                    <a:pt x="26" y="5"/>
                  </a:cubicBezTo>
                  <a:cubicBezTo>
                    <a:pt x="18" y="2"/>
                    <a:pt x="8" y="5"/>
                    <a:pt x="0" y="0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9" name="Freeform 410">
              <a:extLst>
                <a:ext uri="{FF2B5EF4-FFF2-40B4-BE49-F238E27FC236}">
                  <a16:creationId xmlns:a16="http://schemas.microsoft.com/office/drawing/2014/main" id="{D1E70592-9469-44C4-8B2B-A3EDECA25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785"/>
              <a:ext cx="13" cy="8"/>
            </a:xfrm>
            <a:custGeom>
              <a:avLst/>
              <a:gdLst>
                <a:gd name="T0" fmla="*/ 1 w 19"/>
                <a:gd name="T1" fmla="*/ 4 h 11"/>
                <a:gd name="T2" fmla="*/ 6 w 19"/>
                <a:gd name="T3" fmla="*/ 1 h 11"/>
                <a:gd name="T4" fmla="*/ 0 w 19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2" y="11"/>
                  </a:moveTo>
                  <a:cubicBezTo>
                    <a:pt x="8" y="9"/>
                    <a:pt x="14" y="8"/>
                    <a:pt x="19" y="4"/>
                  </a:cubicBezTo>
                  <a:cubicBezTo>
                    <a:pt x="13" y="0"/>
                    <a:pt x="6" y="3"/>
                    <a:pt x="0" y="1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Freeform 411">
              <a:extLst>
                <a:ext uri="{FF2B5EF4-FFF2-40B4-BE49-F238E27FC236}">
                  <a16:creationId xmlns:a16="http://schemas.microsoft.com/office/drawing/2014/main" id="{EE80567F-8283-4DB1-BFD8-E57ED8F1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59"/>
              <a:ext cx="24" cy="24"/>
            </a:xfrm>
            <a:custGeom>
              <a:avLst/>
              <a:gdLst>
                <a:gd name="T0" fmla="*/ 1 w 35"/>
                <a:gd name="T1" fmla="*/ 11 h 35"/>
                <a:gd name="T2" fmla="*/ 11 w 35"/>
                <a:gd name="T3" fmla="*/ 0 h 35"/>
                <a:gd name="T4" fmla="*/ 0 w 35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3" y="35"/>
                  </a:moveTo>
                  <a:cubicBezTo>
                    <a:pt x="4" y="16"/>
                    <a:pt x="21" y="9"/>
                    <a:pt x="35" y="0"/>
                  </a:cubicBezTo>
                  <a:cubicBezTo>
                    <a:pt x="16" y="4"/>
                    <a:pt x="5" y="7"/>
                    <a:pt x="0" y="26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1" name="Freeform 412">
              <a:extLst>
                <a:ext uri="{FF2B5EF4-FFF2-40B4-BE49-F238E27FC236}">
                  <a16:creationId xmlns:a16="http://schemas.microsoft.com/office/drawing/2014/main" id="{3C2652FE-8F9D-4692-ADE4-E8DDFF0EA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43"/>
              <a:ext cx="23" cy="21"/>
            </a:xfrm>
            <a:custGeom>
              <a:avLst/>
              <a:gdLst>
                <a:gd name="T0" fmla="*/ 2 w 33"/>
                <a:gd name="T1" fmla="*/ 9 h 31"/>
                <a:gd name="T2" fmla="*/ 11 w 33"/>
                <a:gd name="T3" fmla="*/ 1 h 31"/>
                <a:gd name="T4" fmla="*/ 4 w 33"/>
                <a:gd name="T5" fmla="*/ 1 h 31"/>
                <a:gd name="T6" fmla="*/ 1 w 33"/>
                <a:gd name="T7" fmla="*/ 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7" y="31"/>
                  </a:moveTo>
                  <a:cubicBezTo>
                    <a:pt x="9" y="19"/>
                    <a:pt x="19" y="1"/>
                    <a:pt x="33" y="3"/>
                  </a:cubicBezTo>
                  <a:cubicBezTo>
                    <a:pt x="27" y="3"/>
                    <a:pt x="16" y="0"/>
                    <a:pt x="11" y="2"/>
                  </a:cubicBezTo>
                  <a:cubicBezTo>
                    <a:pt x="0" y="5"/>
                    <a:pt x="4" y="10"/>
                    <a:pt x="1" y="20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2" name="Freeform 413">
              <a:extLst>
                <a:ext uri="{FF2B5EF4-FFF2-40B4-BE49-F238E27FC236}">
                  <a16:creationId xmlns:a16="http://schemas.microsoft.com/office/drawing/2014/main" id="{7415E6BA-17D2-4354-8A80-7269CF117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525"/>
              <a:ext cx="23" cy="25"/>
            </a:xfrm>
            <a:custGeom>
              <a:avLst/>
              <a:gdLst>
                <a:gd name="T0" fmla="*/ 4 w 33"/>
                <a:gd name="T1" fmla="*/ 12 h 36"/>
                <a:gd name="T2" fmla="*/ 11 w 33"/>
                <a:gd name="T3" fmla="*/ 3 h 36"/>
                <a:gd name="T4" fmla="*/ 0 w 33"/>
                <a:gd name="T5" fmla="*/ 1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13" y="36"/>
                  </a:moveTo>
                  <a:cubicBezTo>
                    <a:pt x="12" y="24"/>
                    <a:pt x="21" y="12"/>
                    <a:pt x="33" y="8"/>
                  </a:cubicBezTo>
                  <a:cubicBezTo>
                    <a:pt x="16" y="0"/>
                    <a:pt x="2" y="15"/>
                    <a:pt x="0" y="31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3" name="Freeform 414">
              <a:extLst>
                <a:ext uri="{FF2B5EF4-FFF2-40B4-BE49-F238E27FC236}">
                  <a16:creationId xmlns:a16="http://schemas.microsoft.com/office/drawing/2014/main" id="{42A0D77F-28B6-4708-B548-7D34BEF8E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522"/>
              <a:ext cx="17" cy="10"/>
            </a:xfrm>
            <a:custGeom>
              <a:avLst/>
              <a:gdLst>
                <a:gd name="T0" fmla="*/ 5 w 25"/>
                <a:gd name="T1" fmla="*/ 2 h 15"/>
                <a:gd name="T2" fmla="*/ 8 w 25"/>
                <a:gd name="T3" fmla="*/ 0 h 15"/>
                <a:gd name="T4" fmla="*/ 1 w 25"/>
                <a:gd name="T5" fmla="*/ 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14" y="6"/>
                  </a:moveTo>
                  <a:cubicBezTo>
                    <a:pt x="15" y="6"/>
                    <a:pt x="22" y="2"/>
                    <a:pt x="25" y="0"/>
                  </a:cubicBezTo>
                  <a:cubicBezTo>
                    <a:pt x="17" y="2"/>
                    <a:pt x="0" y="1"/>
                    <a:pt x="4" y="15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4" name="Freeform 415">
              <a:extLst>
                <a:ext uri="{FF2B5EF4-FFF2-40B4-BE49-F238E27FC236}">
                  <a16:creationId xmlns:a16="http://schemas.microsoft.com/office/drawing/2014/main" id="{D9CA32B8-D5A0-448B-89C9-3036FC5EC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834"/>
              <a:ext cx="22" cy="14"/>
            </a:xfrm>
            <a:custGeom>
              <a:avLst/>
              <a:gdLst>
                <a:gd name="T0" fmla="*/ 0 w 32"/>
                <a:gd name="T1" fmla="*/ 7 h 20"/>
                <a:gd name="T2" fmla="*/ 8 w 32"/>
                <a:gd name="T3" fmla="*/ 0 h 20"/>
                <a:gd name="T4" fmla="*/ 1 w 32"/>
                <a:gd name="T5" fmla="*/ 6 h 20"/>
                <a:gd name="T6" fmla="*/ 1 w 32"/>
                <a:gd name="T7" fmla="*/ 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20"/>
                  </a:moveTo>
                  <a:cubicBezTo>
                    <a:pt x="10" y="15"/>
                    <a:pt x="32" y="19"/>
                    <a:pt x="24" y="0"/>
                  </a:cubicBezTo>
                  <a:cubicBezTo>
                    <a:pt x="21" y="8"/>
                    <a:pt x="12" y="14"/>
                    <a:pt x="3" y="15"/>
                  </a:cubicBezTo>
                  <a:cubicBezTo>
                    <a:pt x="3" y="14"/>
                    <a:pt x="2" y="13"/>
                    <a:pt x="1" y="12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5" name="Freeform 416">
              <a:extLst>
                <a:ext uri="{FF2B5EF4-FFF2-40B4-BE49-F238E27FC236}">
                  <a16:creationId xmlns:a16="http://schemas.microsoft.com/office/drawing/2014/main" id="{82C7540B-19AD-4B1C-A6F4-A68AB64A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820"/>
              <a:ext cx="16" cy="8"/>
            </a:xfrm>
            <a:custGeom>
              <a:avLst/>
              <a:gdLst>
                <a:gd name="T0" fmla="*/ 1 w 23"/>
                <a:gd name="T1" fmla="*/ 3 h 12"/>
                <a:gd name="T2" fmla="*/ 0 w 23"/>
                <a:gd name="T3" fmla="*/ 3 h 12"/>
                <a:gd name="T4" fmla="*/ 8 w 23"/>
                <a:gd name="T5" fmla="*/ 0 h 12"/>
                <a:gd name="T6" fmla="*/ 0 w 23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2">
                  <a:moveTo>
                    <a:pt x="4" y="11"/>
                  </a:moveTo>
                  <a:cubicBezTo>
                    <a:pt x="2" y="11"/>
                    <a:pt x="1" y="11"/>
                    <a:pt x="0" y="12"/>
                  </a:cubicBezTo>
                  <a:cubicBezTo>
                    <a:pt x="8" y="12"/>
                    <a:pt x="21" y="9"/>
                    <a:pt x="23" y="0"/>
                  </a:cubicBezTo>
                  <a:cubicBezTo>
                    <a:pt x="17" y="5"/>
                    <a:pt x="7" y="10"/>
                    <a:pt x="0" y="9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6" name="Freeform 417">
              <a:extLst>
                <a:ext uri="{FF2B5EF4-FFF2-40B4-BE49-F238E27FC236}">
                  <a16:creationId xmlns:a16="http://schemas.microsoft.com/office/drawing/2014/main" id="{6BDF6A61-D7B0-48C6-B59A-D51B57C77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790"/>
              <a:ext cx="15" cy="8"/>
            </a:xfrm>
            <a:custGeom>
              <a:avLst/>
              <a:gdLst>
                <a:gd name="T0" fmla="*/ 0 w 22"/>
                <a:gd name="T1" fmla="*/ 1 h 12"/>
                <a:gd name="T2" fmla="*/ 7 w 22"/>
                <a:gd name="T3" fmla="*/ 0 h 12"/>
                <a:gd name="T4" fmla="*/ 1 w 22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3"/>
                  </a:moveTo>
                  <a:cubicBezTo>
                    <a:pt x="7" y="4"/>
                    <a:pt x="14" y="2"/>
                    <a:pt x="20" y="0"/>
                  </a:cubicBezTo>
                  <a:cubicBezTo>
                    <a:pt x="22" y="9"/>
                    <a:pt x="13" y="10"/>
                    <a:pt x="5" y="12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7" name="Freeform 418">
              <a:extLst>
                <a:ext uri="{FF2B5EF4-FFF2-40B4-BE49-F238E27FC236}">
                  <a16:creationId xmlns:a16="http://schemas.microsoft.com/office/drawing/2014/main" id="{28A80F11-B2F6-4312-B5F8-6E5F13A99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774"/>
              <a:ext cx="11" cy="5"/>
            </a:xfrm>
            <a:custGeom>
              <a:avLst/>
              <a:gdLst>
                <a:gd name="T0" fmla="*/ 2 w 17"/>
                <a:gd name="T1" fmla="*/ 3 h 7"/>
                <a:gd name="T2" fmla="*/ 5 w 17"/>
                <a:gd name="T3" fmla="*/ 0 h 7"/>
                <a:gd name="T4" fmla="*/ 0 w 17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6" y="7"/>
                  </a:moveTo>
                  <a:cubicBezTo>
                    <a:pt x="3" y="7"/>
                    <a:pt x="15" y="6"/>
                    <a:pt x="17" y="0"/>
                  </a:cubicBezTo>
                  <a:cubicBezTo>
                    <a:pt x="11" y="1"/>
                    <a:pt x="6" y="3"/>
                    <a:pt x="0" y="5"/>
                  </a:cubicBezTo>
                </a:path>
              </a:pathLst>
            </a:custGeom>
            <a:solidFill>
              <a:srgbClr val="E2B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8" name="Freeform 419">
              <a:extLst>
                <a:ext uri="{FF2B5EF4-FFF2-40B4-BE49-F238E27FC236}">
                  <a16:creationId xmlns:a16="http://schemas.microsoft.com/office/drawing/2014/main" id="{9FB1850C-579C-48E7-B7B5-E88B7F6B9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990"/>
              <a:ext cx="25" cy="41"/>
            </a:xfrm>
            <a:custGeom>
              <a:avLst/>
              <a:gdLst>
                <a:gd name="T0" fmla="*/ 0 w 37"/>
                <a:gd name="T1" fmla="*/ 0 h 59"/>
                <a:gd name="T2" fmla="*/ 11 w 37"/>
                <a:gd name="T3" fmla="*/ 17 h 59"/>
                <a:gd name="T4" fmla="*/ 6 w 37"/>
                <a:gd name="T5" fmla="*/ 8 h 59"/>
                <a:gd name="T6" fmla="*/ 4 w 37"/>
                <a:gd name="T7" fmla="*/ 1 h 59"/>
                <a:gd name="T8" fmla="*/ 1 w 37"/>
                <a:gd name="T9" fmla="*/ 1 h 59"/>
                <a:gd name="T10" fmla="*/ 0 w 37"/>
                <a:gd name="T11" fmla="*/ 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9">
                  <a:moveTo>
                    <a:pt x="0" y="0"/>
                  </a:moveTo>
                  <a:cubicBezTo>
                    <a:pt x="5" y="16"/>
                    <a:pt x="12" y="59"/>
                    <a:pt x="37" y="51"/>
                  </a:cubicBezTo>
                  <a:cubicBezTo>
                    <a:pt x="36" y="41"/>
                    <a:pt x="23" y="35"/>
                    <a:pt x="19" y="25"/>
                  </a:cubicBezTo>
                  <a:cubicBezTo>
                    <a:pt x="16" y="19"/>
                    <a:pt x="15" y="12"/>
                    <a:pt x="13" y="5"/>
                  </a:cubicBezTo>
                  <a:cubicBezTo>
                    <a:pt x="10" y="5"/>
                    <a:pt x="6" y="4"/>
                    <a:pt x="3" y="3"/>
                  </a:cubicBezTo>
                  <a:cubicBezTo>
                    <a:pt x="3" y="5"/>
                    <a:pt x="1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9" name="Freeform 420">
              <a:extLst>
                <a:ext uri="{FF2B5EF4-FFF2-40B4-BE49-F238E27FC236}">
                  <a16:creationId xmlns:a16="http://schemas.microsoft.com/office/drawing/2014/main" id="{C1C1F836-8373-4168-8514-8458389B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869"/>
              <a:ext cx="33" cy="15"/>
            </a:xfrm>
            <a:custGeom>
              <a:avLst/>
              <a:gdLst>
                <a:gd name="T0" fmla="*/ 0 w 47"/>
                <a:gd name="T1" fmla="*/ 5 h 22"/>
                <a:gd name="T2" fmla="*/ 9 w 47"/>
                <a:gd name="T3" fmla="*/ 1 h 22"/>
                <a:gd name="T4" fmla="*/ 13 w 47"/>
                <a:gd name="T5" fmla="*/ 3 h 22"/>
                <a:gd name="T6" fmla="*/ 6 w 47"/>
                <a:gd name="T7" fmla="*/ 5 h 22"/>
                <a:gd name="T8" fmla="*/ 1 w 47"/>
                <a:gd name="T9" fmla="*/ 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2">
                  <a:moveTo>
                    <a:pt x="0" y="18"/>
                  </a:moveTo>
                  <a:cubicBezTo>
                    <a:pt x="4" y="7"/>
                    <a:pt x="16" y="1"/>
                    <a:pt x="27" y="1"/>
                  </a:cubicBezTo>
                  <a:cubicBezTo>
                    <a:pt x="36" y="0"/>
                    <a:pt x="47" y="5"/>
                    <a:pt x="36" y="11"/>
                  </a:cubicBezTo>
                  <a:cubicBezTo>
                    <a:pt x="31" y="15"/>
                    <a:pt x="23" y="13"/>
                    <a:pt x="17" y="15"/>
                  </a:cubicBezTo>
                  <a:cubicBezTo>
                    <a:pt x="12" y="17"/>
                    <a:pt x="10" y="22"/>
                    <a:pt x="4" y="22"/>
                  </a:cubicBezTo>
                </a:path>
              </a:pathLst>
            </a:custGeom>
            <a:solidFill>
              <a:srgbClr val="EA6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0" name="Freeform 421">
              <a:extLst>
                <a:ext uri="{FF2B5EF4-FFF2-40B4-BE49-F238E27FC236}">
                  <a16:creationId xmlns:a16="http://schemas.microsoft.com/office/drawing/2014/main" id="{C0FCFA6B-EF4C-40DD-A7CE-003E0AEFF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757"/>
              <a:ext cx="22" cy="32"/>
            </a:xfrm>
            <a:custGeom>
              <a:avLst/>
              <a:gdLst>
                <a:gd name="T0" fmla="*/ 8 w 31"/>
                <a:gd name="T1" fmla="*/ 1 h 47"/>
                <a:gd name="T2" fmla="*/ 1 w 31"/>
                <a:gd name="T3" fmla="*/ 8 h 47"/>
                <a:gd name="T4" fmla="*/ 4 w 31"/>
                <a:gd name="T5" fmla="*/ 14 h 47"/>
                <a:gd name="T6" fmla="*/ 8 w 31"/>
                <a:gd name="T7" fmla="*/ 5 h 47"/>
                <a:gd name="T8" fmla="*/ 8 w 31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7">
                  <a:moveTo>
                    <a:pt x="23" y="1"/>
                  </a:moveTo>
                  <a:cubicBezTo>
                    <a:pt x="12" y="7"/>
                    <a:pt x="5" y="11"/>
                    <a:pt x="3" y="25"/>
                  </a:cubicBezTo>
                  <a:cubicBezTo>
                    <a:pt x="2" y="30"/>
                    <a:pt x="0" y="47"/>
                    <a:pt x="10" y="43"/>
                  </a:cubicBezTo>
                  <a:cubicBezTo>
                    <a:pt x="14" y="42"/>
                    <a:pt x="18" y="19"/>
                    <a:pt x="21" y="14"/>
                  </a:cubicBezTo>
                  <a:cubicBezTo>
                    <a:pt x="23" y="10"/>
                    <a:pt x="31" y="3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1" name="Freeform 422">
              <a:extLst>
                <a:ext uri="{FF2B5EF4-FFF2-40B4-BE49-F238E27FC236}">
                  <a16:creationId xmlns:a16="http://schemas.microsoft.com/office/drawing/2014/main" id="{85230FD7-405C-49FA-A72A-63F2B66E5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696"/>
              <a:ext cx="27" cy="32"/>
            </a:xfrm>
            <a:custGeom>
              <a:avLst/>
              <a:gdLst>
                <a:gd name="T0" fmla="*/ 4 w 39"/>
                <a:gd name="T1" fmla="*/ 0 h 47"/>
                <a:gd name="T2" fmla="*/ 12 w 39"/>
                <a:gd name="T3" fmla="*/ 15 h 47"/>
                <a:gd name="T4" fmla="*/ 5 w 39"/>
                <a:gd name="T5" fmla="*/ 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7">
                  <a:moveTo>
                    <a:pt x="13" y="0"/>
                  </a:moveTo>
                  <a:cubicBezTo>
                    <a:pt x="0" y="15"/>
                    <a:pt x="26" y="39"/>
                    <a:pt x="37" y="47"/>
                  </a:cubicBezTo>
                  <a:cubicBezTo>
                    <a:pt x="39" y="37"/>
                    <a:pt x="23" y="10"/>
                    <a:pt x="1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2" name="Freeform 423">
              <a:extLst>
                <a:ext uri="{FF2B5EF4-FFF2-40B4-BE49-F238E27FC236}">
                  <a16:creationId xmlns:a16="http://schemas.microsoft.com/office/drawing/2014/main" id="{AEB4A2A7-D7C1-42B6-8A34-81A44FE20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571"/>
              <a:ext cx="24" cy="34"/>
            </a:xfrm>
            <a:custGeom>
              <a:avLst/>
              <a:gdLst>
                <a:gd name="T0" fmla="*/ 10 w 35"/>
                <a:gd name="T1" fmla="*/ 1 h 49"/>
                <a:gd name="T2" fmla="*/ 3 w 35"/>
                <a:gd name="T3" fmla="*/ 17 h 49"/>
                <a:gd name="T4" fmla="*/ 5 w 35"/>
                <a:gd name="T5" fmla="*/ 12 h 49"/>
                <a:gd name="T6" fmla="*/ 9 w 35"/>
                <a:gd name="T7" fmla="*/ 7 h 49"/>
                <a:gd name="T8" fmla="*/ 11 w 35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9">
                  <a:moveTo>
                    <a:pt x="30" y="1"/>
                  </a:moveTo>
                  <a:cubicBezTo>
                    <a:pt x="11" y="9"/>
                    <a:pt x="0" y="29"/>
                    <a:pt x="9" y="49"/>
                  </a:cubicBezTo>
                  <a:cubicBezTo>
                    <a:pt x="13" y="45"/>
                    <a:pt x="11" y="39"/>
                    <a:pt x="14" y="34"/>
                  </a:cubicBezTo>
                  <a:cubicBezTo>
                    <a:pt x="17" y="26"/>
                    <a:pt x="22" y="26"/>
                    <a:pt x="27" y="21"/>
                  </a:cubicBezTo>
                  <a:cubicBezTo>
                    <a:pt x="35" y="14"/>
                    <a:pt x="33" y="8"/>
                    <a:pt x="33" y="0"/>
                  </a:cubicBezTo>
                </a:path>
              </a:pathLst>
            </a:custGeom>
            <a:solidFill>
              <a:srgbClr val="EA6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3" name="Freeform 424">
              <a:extLst>
                <a:ext uri="{FF2B5EF4-FFF2-40B4-BE49-F238E27FC236}">
                  <a16:creationId xmlns:a16="http://schemas.microsoft.com/office/drawing/2014/main" id="{128F2337-C6D5-447A-9B48-3D81F730F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675"/>
              <a:ext cx="17" cy="30"/>
            </a:xfrm>
            <a:custGeom>
              <a:avLst/>
              <a:gdLst>
                <a:gd name="T0" fmla="*/ 7 w 25"/>
                <a:gd name="T1" fmla="*/ 0 h 44"/>
                <a:gd name="T2" fmla="*/ 1 w 25"/>
                <a:gd name="T3" fmla="*/ 14 h 44"/>
                <a:gd name="T4" fmla="*/ 6 w 25"/>
                <a:gd name="T5" fmla="*/ 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4">
                  <a:moveTo>
                    <a:pt x="21" y="0"/>
                  </a:moveTo>
                  <a:cubicBezTo>
                    <a:pt x="8" y="2"/>
                    <a:pt x="0" y="32"/>
                    <a:pt x="1" y="44"/>
                  </a:cubicBezTo>
                  <a:cubicBezTo>
                    <a:pt x="16" y="40"/>
                    <a:pt x="25" y="15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4" name="Freeform 425">
              <a:extLst>
                <a:ext uri="{FF2B5EF4-FFF2-40B4-BE49-F238E27FC236}">
                  <a16:creationId xmlns:a16="http://schemas.microsoft.com/office/drawing/2014/main" id="{C9BEBB18-E374-4743-B2CC-57BED4FA6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629"/>
              <a:ext cx="21" cy="11"/>
            </a:xfrm>
            <a:custGeom>
              <a:avLst/>
              <a:gdLst>
                <a:gd name="T0" fmla="*/ 0 w 31"/>
                <a:gd name="T1" fmla="*/ 1 h 16"/>
                <a:gd name="T2" fmla="*/ 9 w 31"/>
                <a:gd name="T3" fmla="*/ 0 h 16"/>
                <a:gd name="T4" fmla="*/ 2 w 3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6">
                  <a:moveTo>
                    <a:pt x="0" y="1"/>
                  </a:moveTo>
                  <a:cubicBezTo>
                    <a:pt x="8" y="8"/>
                    <a:pt x="29" y="16"/>
                    <a:pt x="31" y="0"/>
                  </a:cubicBezTo>
                  <a:cubicBezTo>
                    <a:pt x="23" y="3"/>
                    <a:pt x="15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5" name="Freeform 426">
              <a:extLst>
                <a:ext uri="{FF2B5EF4-FFF2-40B4-BE49-F238E27FC236}">
                  <a16:creationId xmlns:a16="http://schemas.microsoft.com/office/drawing/2014/main" id="{7FE83E9C-C0EA-415C-9DFF-6DA673D16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661"/>
              <a:ext cx="20" cy="7"/>
            </a:xfrm>
            <a:custGeom>
              <a:avLst/>
              <a:gdLst>
                <a:gd name="T0" fmla="*/ 0 w 29"/>
                <a:gd name="T1" fmla="*/ 3 h 10"/>
                <a:gd name="T2" fmla="*/ 10 w 29"/>
                <a:gd name="T3" fmla="*/ 0 h 10"/>
                <a:gd name="T4" fmla="*/ 2 w 29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0" y="8"/>
                  </a:moveTo>
                  <a:cubicBezTo>
                    <a:pt x="7" y="10"/>
                    <a:pt x="23" y="10"/>
                    <a:pt x="29" y="0"/>
                  </a:cubicBezTo>
                  <a:cubicBezTo>
                    <a:pt x="23" y="4"/>
                    <a:pt x="14" y="6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6" name="Freeform 427">
              <a:extLst>
                <a:ext uri="{FF2B5EF4-FFF2-40B4-BE49-F238E27FC236}">
                  <a16:creationId xmlns:a16="http://schemas.microsoft.com/office/drawing/2014/main" id="{92D14441-B4AF-484F-BE4E-72D909411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688"/>
              <a:ext cx="19" cy="14"/>
            </a:xfrm>
            <a:custGeom>
              <a:avLst/>
              <a:gdLst>
                <a:gd name="T0" fmla="*/ 0 w 28"/>
                <a:gd name="T1" fmla="*/ 6 h 20"/>
                <a:gd name="T2" fmla="*/ 9 w 28"/>
                <a:gd name="T3" fmla="*/ 0 h 20"/>
                <a:gd name="T4" fmla="*/ 1 w 28"/>
                <a:gd name="T5" fmla="*/ 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0" y="15"/>
                  </a:moveTo>
                  <a:cubicBezTo>
                    <a:pt x="11" y="20"/>
                    <a:pt x="27" y="13"/>
                    <a:pt x="28" y="0"/>
                  </a:cubicBezTo>
                  <a:cubicBezTo>
                    <a:pt x="24" y="10"/>
                    <a:pt x="13" y="10"/>
                    <a:pt x="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7" name="Freeform 428">
              <a:extLst>
                <a:ext uri="{FF2B5EF4-FFF2-40B4-BE49-F238E27FC236}">
                  <a16:creationId xmlns:a16="http://schemas.microsoft.com/office/drawing/2014/main" id="{D2887D61-4D1E-4E92-8CA0-184EABED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87"/>
              <a:ext cx="17" cy="36"/>
            </a:xfrm>
            <a:custGeom>
              <a:avLst/>
              <a:gdLst>
                <a:gd name="T0" fmla="*/ 0 w 24"/>
                <a:gd name="T1" fmla="*/ 2 h 52"/>
                <a:gd name="T2" fmla="*/ 6 w 24"/>
                <a:gd name="T3" fmla="*/ 17 h 52"/>
                <a:gd name="T4" fmla="*/ 3 w 24"/>
                <a:gd name="T5" fmla="*/ 10 h 52"/>
                <a:gd name="T6" fmla="*/ 1 w 24"/>
                <a:gd name="T7" fmla="*/ 3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2">
                  <a:moveTo>
                    <a:pt x="0" y="6"/>
                  </a:moveTo>
                  <a:cubicBezTo>
                    <a:pt x="24" y="0"/>
                    <a:pt x="23" y="52"/>
                    <a:pt x="15" y="51"/>
                  </a:cubicBezTo>
                  <a:cubicBezTo>
                    <a:pt x="5" y="49"/>
                    <a:pt x="9" y="34"/>
                    <a:pt x="9" y="29"/>
                  </a:cubicBezTo>
                  <a:cubicBezTo>
                    <a:pt x="8" y="22"/>
                    <a:pt x="6" y="15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8" name="Freeform 429">
              <a:extLst>
                <a:ext uri="{FF2B5EF4-FFF2-40B4-BE49-F238E27FC236}">
                  <a16:creationId xmlns:a16="http://schemas.microsoft.com/office/drawing/2014/main" id="{FD486DBA-BAFB-47E7-8B04-5E2639C4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622"/>
              <a:ext cx="29" cy="31"/>
            </a:xfrm>
            <a:custGeom>
              <a:avLst/>
              <a:gdLst>
                <a:gd name="T0" fmla="*/ 0 w 42"/>
                <a:gd name="T1" fmla="*/ 0 h 45"/>
                <a:gd name="T2" fmla="*/ 8 w 42"/>
                <a:gd name="T3" fmla="*/ 6 h 45"/>
                <a:gd name="T4" fmla="*/ 9 w 42"/>
                <a:gd name="T5" fmla="*/ 13 h 45"/>
                <a:gd name="T6" fmla="*/ 5 w 42"/>
                <a:gd name="T7" fmla="*/ 5 h 45"/>
                <a:gd name="T8" fmla="*/ 0 w 42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11" y="3"/>
                    <a:pt x="19" y="7"/>
                    <a:pt x="26" y="17"/>
                  </a:cubicBezTo>
                  <a:cubicBezTo>
                    <a:pt x="29" y="20"/>
                    <a:pt x="42" y="45"/>
                    <a:pt x="28" y="39"/>
                  </a:cubicBezTo>
                  <a:cubicBezTo>
                    <a:pt x="21" y="37"/>
                    <a:pt x="21" y="19"/>
                    <a:pt x="15" y="14"/>
                  </a:cubicBezTo>
                  <a:cubicBezTo>
                    <a:pt x="10" y="10"/>
                    <a:pt x="1" y="13"/>
                    <a:pt x="0" y="3"/>
                  </a:cubicBezTo>
                </a:path>
              </a:pathLst>
            </a:custGeom>
            <a:solidFill>
              <a:srgbClr val="EA6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9" name="Freeform 430">
              <a:extLst>
                <a:ext uri="{FF2B5EF4-FFF2-40B4-BE49-F238E27FC236}">
                  <a16:creationId xmlns:a16="http://schemas.microsoft.com/office/drawing/2014/main" id="{B36B323E-1FD5-4E2B-9DE3-2718A2247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710"/>
              <a:ext cx="35" cy="31"/>
            </a:xfrm>
            <a:custGeom>
              <a:avLst/>
              <a:gdLst>
                <a:gd name="T0" fmla="*/ 2 w 50"/>
                <a:gd name="T1" fmla="*/ 13 h 44"/>
                <a:gd name="T2" fmla="*/ 15 w 50"/>
                <a:gd name="T3" fmla="*/ 0 h 44"/>
                <a:gd name="T4" fmla="*/ 3 w 50"/>
                <a:gd name="T5" fmla="*/ 1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4">
                  <a:moveTo>
                    <a:pt x="6" y="37"/>
                  </a:moveTo>
                  <a:cubicBezTo>
                    <a:pt x="0" y="10"/>
                    <a:pt x="26" y="4"/>
                    <a:pt x="45" y="0"/>
                  </a:cubicBezTo>
                  <a:cubicBezTo>
                    <a:pt x="50" y="13"/>
                    <a:pt x="22" y="44"/>
                    <a:pt x="9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0" name="Freeform 431">
              <a:extLst>
                <a:ext uri="{FF2B5EF4-FFF2-40B4-BE49-F238E27FC236}">
                  <a16:creationId xmlns:a16="http://schemas.microsoft.com/office/drawing/2014/main" id="{41A2B8E0-936D-42A5-8B70-3A966DBC5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865"/>
              <a:ext cx="10" cy="10"/>
            </a:xfrm>
            <a:custGeom>
              <a:avLst/>
              <a:gdLst>
                <a:gd name="T0" fmla="*/ 4 w 15"/>
                <a:gd name="T1" fmla="*/ 2 h 14"/>
                <a:gd name="T2" fmla="*/ 3 w 15"/>
                <a:gd name="T3" fmla="*/ 4 h 14"/>
                <a:gd name="T4" fmla="*/ 1 w 15"/>
                <a:gd name="T5" fmla="*/ 3 h 14"/>
                <a:gd name="T6" fmla="*/ 2 w 15"/>
                <a:gd name="T7" fmla="*/ 1 h 14"/>
                <a:gd name="T8" fmla="*/ 4 w 15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5"/>
                  </a:move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5"/>
                    <a:pt x="2" y="2"/>
                    <a:pt x="6" y="1"/>
                  </a:cubicBezTo>
                  <a:cubicBezTo>
                    <a:pt x="9" y="0"/>
                    <a:pt x="13" y="1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1" name="Freeform 432">
              <a:extLst>
                <a:ext uri="{FF2B5EF4-FFF2-40B4-BE49-F238E27FC236}">
                  <a16:creationId xmlns:a16="http://schemas.microsoft.com/office/drawing/2014/main" id="{6EE9F51B-C199-4F7C-AA06-5E4EF4DE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843"/>
              <a:ext cx="6" cy="6"/>
            </a:xfrm>
            <a:custGeom>
              <a:avLst/>
              <a:gdLst>
                <a:gd name="T0" fmla="*/ 2 w 9"/>
                <a:gd name="T1" fmla="*/ 2 h 8"/>
                <a:gd name="T2" fmla="*/ 2 w 9"/>
                <a:gd name="T3" fmla="*/ 4 h 8"/>
                <a:gd name="T4" fmla="*/ 1 w 9"/>
                <a:gd name="T5" fmla="*/ 3 h 8"/>
                <a:gd name="T6" fmla="*/ 1 w 9"/>
                <a:gd name="T7" fmla="*/ 1 h 8"/>
                <a:gd name="T8" fmla="*/ 2 w 9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3"/>
                  </a:moveTo>
                  <a:cubicBezTo>
                    <a:pt x="9" y="5"/>
                    <a:pt x="8" y="7"/>
                    <a:pt x="6" y="8"/>
                  </a:cubicBezTo>
                  <a:cubicBezTo>
                    <a:pt x="3" y="8"/>
                    <a:pt x="1" y="7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6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2" name="Freeform 433">
              <a:extLst>
                <a:ext uri="{FF2B5EF4-FFF2-40B4-BE49-F238E27FC236}">
                  <a16:creationId xmlns:a16="http://schemas.microsoft.com/office/drawing/2014/main" id="{30415434-FF5F-4BAB-96D7-C14803C5B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839"/>
              <a:ext cx="5" cy="4"/>
            </a:xfrm>
            <a:custGeom>
              <a:avLst/>
              <a:gdLst>
                <a:gd name="T0" fmla="*/ 2 w 8"/>
                <a:gd name="T1" fmla="*/ 1 h 6"/>
                <a:gd name="T2" fmla="*/ 1 w 8"/>
                <a:gd name="T3" fmla="*/ 2 h 6"/>
                <a:gd name="T4" fmla="*/ 1 w 8"/>
                <a:gd name="T5" fmla="*/ 1 h 6"/>
                <a:gd name="T6" fmla="*/ 1 w 8"/>
                <a:gd name="T7" fmla="*/ 0 h 6"/>
                <a:gd name="T8" fmla="*/ 2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2"/>
                  </a:moveTo>
                  <a:cubicBezTo>
                    <a:pt x="8" y="3"/>
                    <a:pt x="7" y="5"/>
                    <a:pt x="5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3" name="Freeform 434">
              <a:extLst>
                <a:ext uri="{FF2B5EF4-FFF2-40B4-BE49-F238E27FC236}">
                  <a16:creationId xmlns:a16="http://schemas.microsoft.com/office/drawing/2014/main" id="{4E33B4D1-2EFB-48A6-B3B8-26BE85F55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877"/>
              <a:ext cx="5" cy="4"/>
            </a:xfrm>
            <a:custGeom>
              <a:avLst/>
              <a:gdLst>
                <a:gd name="T0" fmla="*/ 2 w 7"/>
                <a:gd name="T1" fmla="*/ 2 h 5"/>
                <a:gd name="T2" fmla="*/ 1 w 7"/>
                <a:gd name="T3" fmla="*/ 2 h 5"/>
                <a:gd name="T4" fmla="*/ 0 w 7"/>
                <a:gd name="T5" fmla="*/ 2 h 5"/>
                <a:gd name="T6" fmla="*/ 1 w 7"/>
                <a:gd name="T7" fmla="*/ 0 h 5"/>
                <a:gd name="T8" fmla="*/ 2 w 7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7" y="3"/>
                    <a:pt x="6" y="4"/>
                    <a:pt x="4" y="5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4" name="Freeform 435">
              <a:extLst>
                <a:ext uri="{FF2B5EF4-FFF2-40B4-BE49-F238E27FC236}">
                  <a16:creationId xmlns:a16="http://schemas.microsoft.com/office/drawing/2014/main" id="{7127B38B-6AC7-442D-B419-0B430930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86"/>
              <a:ext cx="8" cy="9"/>
            </a:xfrm>
            <a:custGeom>
              <a:avLst/>
              <a:gdLst>
                <a:gd name="T0" fmla="*/ 3 w 12"/>
                <a:gd name="T1" fmla="*/ 1 h 13"/>
                <a:gd name="T2" fmla="*/ 2 w 12"/>
                <a:gd name="T3" fmla="*/ 4 h 13"/>
                <a:gd name="T4" fmla="*/ 1 w 12"/>
                <a:gd name="T5" fmla="*/ 3 h 13"/>
                <a:gd name="T6" fmla="*/ 1 w 12"/>
                <a:gd name="T7" fmla="*/ 1 h 13"/>
                <a:gd name="T8" fmla="*/ 3 w 12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1" y="5"/>
                  </a:moveTo>
                  <a:cubicBezTo>
                    <a:pt x="12" y="8"/>
                    <a:pt x="11" y="11"/>
                    <a:pt x="8" y="12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5"/>
                    <a:pt x="2" y="2"/>
                    <a:pt x="4" y="1"/>
                  </a:cubicBezTo>
                  <a:cubicBezTo>
                    <a:pt x="7" y="0"/>
                    <a:pt x="10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5" name="Freeform 436">
              <a:extLst>
                <a:ext uri="{FF2B5EF4-FFF2-40B4-BE49-F238E27FC236}">
                  <a16:creationId xmlns:a16="http://schemas.microsoft.com/office/drawing/2014/main" id="{274EF5A3-2869-4BBD-920D-9A10E07A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75"/>
              <a:ext cx="7" cy="7"/>
            </a:xfrm>
            <a:custGeom>
              <a:avLst/>
              <a:gdLst>
                <a:gd name="T0" fmla="*/ 4 w 10"/>
                <a:gd name="T1" fmla="*/ 1 h 10"/>
                <a:gd name="T2" fmla="*/ 3 w 10"/>
                <a:gd name="T3" fmla="*/ 3 h 10"/>
                <a:gd name="T4" fmla="*/ 1 w 10"/>
                <a:gd name="T5" fmla="*/ 2 h 10"/>
                <a:gd name="T6" fmla="*/ 1 w 10"/>
                <a:gd name="T7" fmla="*/ 0 h 10"/>
                <a:gd name="T8" fmla="*/ 4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3"/>
                  </a:moveTo>
                  <a:cubicBezTo>
                    <a:pt x="10" y="6"/>
                    <a:pt x="9" y="8"/>
                    <a:pt x="7" y="9"/>
                  </a:cubicBezTo>
                  <a:cubicBezTo>
                    <a:pt x="4" y="10"/>
                    <a:pt x="2" y="9"/>
                    <a:pt x="1" y="6"/>
                  </a:cubicBezTo>
                  <a:cubicBezTo>
                    <a:pt x="0" y="4"/>
                    <a:pt x="2" y="1"/>
                    <a:pt x="4" y="0"/>
                  </a:cubicBezTo>
                  <a:cubicBezTo>
                    <a:pt x="6" y="0"/>
                    <a:pt x="9" y="1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6" name="Freeform 437">
              <a:extLst>
                <a:ext uri="{FF2B5EF4-FFF2-40B4-BE49-F238E27FC236}">
                  <a16:creationId xmlns:a16="http://schemas.microsoft.com/office/drawing/2014/main" id="{A5CAD484-0200-4C73-A419-4C701BA77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925"/>
              <a:ext cx="7" cy="7"/>
            </a:xfrm>
            <a:custGeom>
              <a:avLst/>
              <a:gdLst>
                <a:gd name="T0" fmla="*/ 3 w 10"/>
                <a:gd name="T1" fmla="*/ 1 h 10"/>
                <a:gd name="T2" fmla="*/ 3 w 10"/>
                <a:gd name="T3" fmla="*/ 3 h 10"/>
                <a:gd name="T4" fmla="*/ 1 w 10"/>
                <a:gd name="T5" fmla="*/ 2 h 10"/>
                <a:gd name="T6" fmla="*/ 1 w 10"/>
                <a:gd name="T7" fmla="*/ 1 h 10"/>
                <a:gd name="T8" fmla="*/ 3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4"/>
                  </a:moveTo>
                  <a:cubicBezTo>
                    <a:pt x="10" y="6"/>
                    <a:pt x="9" y="9"/>
                    <a:pt x="7" y="9"/>
                  </a:cubicBezTo>
                  <a:cubicBezTo>
                    <a:pt x="4" y="10"/>
                    <a:pt x="2" y="9"/>
                    <a:pt x="1" y="6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6" y="0"/>
                    <a:pt x="9" y="1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7" name="Freeform 438">
              <a:extLst>
                <a:ext uri="{FF2B5EF4-FFF2-40B4-BE49-F238E27FC236}">
                  <a16:creationId xmlns:a16="http://schemas.microsoft.com/office/drawing/2014/main" id="{FD71F384-DF70-4761-86D8-F9442825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927"/>
              <a:ext cx="8" cy="7"/>
            </a:xfrm>
            <a:custGeom>
              <a:avLst/>
              <a:gdLst>
                <a:gd name="T0" fmla="*/ 4 w 11"/>
                <a:gd name="T1" fmla="*/ 1 h 10"/>
                <a:gd name="T2" fmla="*/ 3 w 11"/>
                <a:gd name="T3" fmla="*/ 4 h 10"/>
                <a:gd name="T4" fmla="*/ 1 w 11"/>
                <a:gd name="T5" fmla="*/ 3 h 10"/>
                <a:gd name="T6" fmla="*/ 1 w 11"/>
                <a:gd name="T7" fmla="*/ 1 h 10"/>
                <a:gd name="T8" fmla="*/ 4 w 11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4"/>
                  </a:moveTo>
                  <a:cubicBezTo>
                    <a:pt x="11" y="6"/>
                    <a:pt x="9" y="9"/>
                    <a:pt x="7" y="10"/>
                  </a:cubicBezTo>
                  <a:cubicBezTo>
                    <a:pt x="4" y="10"/>
                    <a:pt x="2" y="9"/>
                    <a:pt x="1" y="7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6" y="0"/>
                    <a:pt x="9" y="2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8" name="Freeform 439">
              <a:extLst>
                <a:ext uri="{FF2B5EF4-FFF2-40B4-BE49-F238E27FC236}">
                  <a16:creationId xmlns:a16="http://schemas.microsoft.com/office/drawing/2014/main" id="{7BE3549E-FEE6-4653-BF7D-459502084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962"/>
              <a:ext cx="8" cy="8"/>
            </a:xfrm>
            <a:custGeom>
              <a:avLst/>
              <a:gdLst>
                <a:gd name="T0" fmla="*/ 3 w 12"/>
                <a:gd name="T1" fmla="*/ 1 h 12"/>
                <a:gd name="T2" fmla="*/ 2 w 12"/>
                <a:gd name="T3" fmla="*/ 3 h 12"/>
                <a:gd name="T4" fmla="*/ 1 w 12"/>
                <a:gd name="T5" fmla="*/ 2 h 12"/>
                <a:gd name="T6" fmla="*/ 1 w 12"/>
                <a:gd name="T7" fmla="*/ 1 h 12"/>
                <a:gd name="T8" fmla="*/ 3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7"/>
                    <a:pt x="10" y="10"/>
                    <a:pt x="7" y="11"/>
                  </a:cubicBezTo>
                  <a:cubicBezTo>
                    <a:pt x="5" y="12"/>
                    <a:pt x="2" y="10"/>
                    <a:pt x="1" y="7"/>
                  </a:cubicBezTo>
                  <a:cubicBezTo>
                    <a:pt x="0" y="5"/>
                    <a:pt x="1" y="2"/>
                    <a:pt x="4" y="1"/>
                  </a:cubicBezTo>
                  <a:cubicBezTo>
                    <a:pt x="7" y="0"/>
                    <a:pt x="10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9" name="Freeform 440">
              <a:extLst>
                <a:ext uri="{FF2B5EF4-FFF2-40B4-BE49-F238E27FC236}">
                  <a16:creationId xmlns:a16="http://schemas.microsoft.com/office/drawing/2014/main" id="{E9BBB5E1-BE60-4E13-9DE1-4B87CDD9C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000"/>
              <a:ext cx="6" cy="7"/>
            </a:xfrm>
            <a:custGeom>
              <a:avLst/>
              <a:gdLst>
                <a:gd name="T0" fmla="*/ 2 w 9"/>
                <a:gd name="T1" fmla="*/ 1 h 10"/>
                <a:gd name="T2" fmla="*/ 1 w 9"/>
                <a:gd name="T3" fmla="*/ 3 h 10"/>
                <a:gd name="T4" fmla="*/ 0 w 9"/>
                <a:gd name="T5" fmla="*/ 2 h 10"/>
                <a:gd name="T6" fmla="*/ 1 w 9"/>
                <a:gd name="T7" fmla="*/ 1 h 10"/>
                <a:gd name="T8" fmla="*/ 2 w 9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8" y="4"/>
                  </a:moveTo>
                  <a:cubicBezTo>
                    <a:pt x="9" y="6"/>
                    <a:pt x="8" y="8"/>
                    <a:pt x="5" y="9"/>
                  </a:cubicBezTo>
                  <a:cubicBezTo>
                    <a:pt x="3" y="10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0" name="Freeform 441">
              <a:extLst>
                <a:ext uri="{FF2B5EF4-FFF2-40B4-BE49-F238E27FC236}">
                  <a16:creationId xmlns:a16="http://schemas.microsoft.com/office/drawing/2014/main" id="{16D6FA54-48AD-4ED9-8DCD-FCC29D9C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000"/>
              <a:ext cx="7" cy="7"/>
            </a:xfrm>
            <a:custGeom>
              <a:avLst/>
              <a:gdLst>
                <a:gd name="T0" fmla="*/ 3 w 11"/>
                <a:gd name="T1" fmla="*/ 1 h 10"/>
                <a:gd name="T2" fmla="*/ 2 w 11"/>
                <a:gd name="T3" fmla="*/ 3 h 10"/>
                <a:gd name="T4" fmla="*/ 1 w 11"/>
                <a:gd name="T5" fmla="*/ 2 h 10"/>
                <a:gd name="T6" fmla="*/ 1 w 11"/>
                <a:gd name="T7" fmla="*/ 0 h 10"/>
                <a:gd name="T8" fmla="*/ 3 w 11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3"/>
                  </a:moveTo>
                  <a:cubicBezTo>
                    <a:pt x="11" y="6"/>
                    <a:pt x="9" y="8"/>
                    <a:pt x="7" y="9"/>
                  </a:cubicBezTo>
                  <a:cubicBezTo>
                    <a:pt x="4" y="10"/>
                    <a:pt x="2" y="8"/>
                    <a:pt x="1" y="6"/>
                  </a:cubicBezTo>
                  <a:cubicBezTo>
                    <a:pt x="0" y="4"/>
                    <a:pt x="2" y="1"/>
                    <a:pt x="4" y="0"/>
                  </a:cubicBezTo>
                  <a:cubicBezTo>
                    <a:pt x="6" y="0"/>
                    <a:pt x="9" y="1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1" name="Freeform 442">
              <a:extLst>
                <a:ext uri="{FF2B5EF4-FFF2-40B4-BE49-F238E27FC236}">
                  <a16:creationId xmlns:a16="http://schemas.microsoft.com/office/drawing/2014/main" id="{7200401A-4F10-42AF-BB7C-D0A2DA73F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967"/>
              <a:ext cx="6" cy="6"/>
            </a:xfrm>
            <a:custGeom>
              <a:avLst/>
              <a:gdLst>
                <a:gd name="T0" fmla="*/ 3 w 9"/>
                <a:gd name="T1" fmla="*/ 1 h 9"/>
                <a:gd name="T2" fmla="*/ 2 w 9"/>
                <a:gd name="T3" fmla="*/ 3 h 9"/>
                <a:gd name="T4" fmla="*/ 1 w 9"/>
                <a:gd name="T5" fmla="*/ 2 h 9"/>
                <a:gd name="T6" fmla="*/ 1 w 9"/>
                <a:gd name="T7" fmla="*/ 0 h 9"/>
                <a:gd name="T8" fmla="*/ 3 w 9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9" y="5"/>
                    <a:pt x="8" y="8"/>
                    <a:pt x="6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6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2" name="Freeform 443">
              <a:extLst>
                <a:ext uri="{FF2B5EF4-FFF2-40B4-BE49-F238E27FC236}">
                  <a16:creationId xmlns:a16="http://schemas.microsoft.com/office/drawing/2014/main" id="{FCBB3E33-2E35-494D-A433-337BE1C81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961"/>
              <a:ext cx="6" cy="6"/>
            </a:xfrm>
            <a:custGeom>
              <a:avLst/>
              <a:gdLst>
                <a:gd name="T0" fmla="*/ 3 w 9"/>
                <a:gd name="T1" fmla="*/ 1 h 9"/>
                <a:gd name="T2" fmla="*/ 2 w 9"/>
                <a:gd name="T3" fmla="*/ 2 h 9"/>
                <a:gd name="T4" fmla="*/ 1 w 9"/>
                <a:gd name="T5" fmla="*/ 2 h 9"/>
                <a:gd name="T6" fmla="*/ 1 w 9"/>
                <a:gd name="T7" fmla="*/ 0 h 9"/>
                <a:gd name="T8" fmla="*/ 3 w 9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9" y="5"/>
                    <a:pt x="8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6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3" name="Freeform 444">
              <a:extLst>
                <a:ext uri="{FF2B5EF4-FFF2-40B4-BE49-F238E27FC236}">
                  <a16:creationId xmlns:a16="http://schemas.microsoft.com/office/drawing/2014/main" id="{CC3341F3-FCBC-4FBD-9B65-4A42EB7C2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959"/>
              <a:ext cx="6" cy="6"/>
            </a:xfrm>
            <a:custGeom>
              <a:avLst/>
              <a:gdLst>
                <a:gd name="T0" fmla="*/ 3 w 9"/>
                <a:gd name="T1" fmla="*/ 1 h 9"/>
                <a:gd name="T2" fmla="*/ 2 w 9"/>
                <a:gd name="T3" fmla="*/ 3 h 9"/>
                <a:gd name="T4" fmla="*/ 1 w 9"/>
                <a:gd name="T5" fmla="*/ 2 h 9"/>
                <a:gd name="T6" fmla="*/ 1 w 9"/>
                <a:gd name="T7" fmla="*/ 1 h 9"/>
                <a:gd name="T8" fmla="*/ 3 w 9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9" y="4"/>
                  </a:moveTo>
                  <a:cubicBezTo>
                    <a:pt x="9" y="6"/>
                    <a:pt x="8" y="8"/>
                    <a:pt x="6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6" y="0"/>
                    <a:pt x="8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4" name="Freeform 445">
              <a:extLst>
                <a:ext uri="{FF2B5EF4-FFF2-40B4-BE49-F238E27FC236}">
                  <a16:creationId xmlns:a16="http://schemas.microsoft.com/office/drawing/2014/main" id="{CC05D37B-8E31-4053-879F-92BB97A1F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954"/>
              <a:ext cx="6" cy="6"/>
            </a:xfrm>
            <a:custGeom>
              <a:avLst/>
              <a:gdLst>
                <a:gd name="T0" fmla="*/ 2 w 10"/>
                <a:gd name="T1" fmla="*/ 1 h 9"/>
                <a:gd name="T2" fmla="*/ 1 w 10"/>
                <a:gd name="T3" fmla="*/ 2 h 9"/>
                <a:gd name="T4" fmla="*/ 1 w 10"/>
                <a:gd name="T5" fmla="*/ 2 h 9"/>
                <a:gd name="T6" fmla="*/ 1 w 10"/>
                <a:gd name="T7" fmla="*/ 1 h 9"/>
                <a:gd name="T8" fmla="*/ 2 w 10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3"/>
                  </a:moveTo>
                  <a:cubicBezTo>
                    <a:pt x="10" y="5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ubicBezTo>
                    <a:pt x="6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5" name="Freeform 446">
              <a:extLst>
                <a:ext uri="{FF2B5EF4-FFF2-40B4-BE49-F238E27FC236}">
                  <a16:creationId xmlns:a16="http://schemas.microsoft.com/office/drawing/2014/main" id="{8A048735-DAE7-4EB5-BDC5-E6F686080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826"/>
              <a:ext cx="11" cy="10"/>
            </a:xfrm>
            <a:custGeom>
              <a:avLst/>
              <a:gdLst>
                <a:gd name="T0" fmla="*/ 5 w 15"/>
                <a:gd name="T1" fmla="*/ 2 h 14"/>
                <a:gd name="T2" fmla="*/ 4 w 15"/>
                <a:gd name="T3" fmla="*/ 4 h 14"/>
                <a:gd name="T4" fmla="*/ 1 w 15"/>
                <a:gd name="T5" fmla="*/ 3 h 14"/>
                <a:gd name="T6" fmla="*/ 2 w 15"/>
                <a:gd name="T7" fmla="*/ 1 h 14"/>
                <a:gd name="T8" fmla="*/ 5 w 15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5"/>
                  </a:moveTo>
                  <a:cubicBezTo>
                    <a:pt x="15" y="9"/>
                    <a:pt x="13" y="12"/>
                    <a:pt x="9" y="13"/>
                  </a:cubicBezTo>
                  <a:cubicBezTo>
                    <a:pt x="6" y="14"/>
                    <a:pt x="2" y="13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2" y="2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6" name="Freeform 447">
              <a:extLst>
                <a:ext uri="{FF2B5EF4-FFF2-40B4-BE49-F238E27FC236}">
                  <a16:creationId xmlns:a16="http://schemas.microsoft.com/office/drawing/2014/main" id="{61276781-0B9D-4EB4-9D1F-1E726006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826"/>
              <a:ext cx="5" cy="5"/>
            </a:xfrm>
            <a:custGeom>
              <a:avLst/>
              <a:gdLst>
                <a:gd name="T0" fmla="*/ 2 w 7"/>
                <a:gd name="T1" fmla="*/ 1 h 7"/>
                <a:gd name="T2" fmla="*/ 1 w 7"/>
                <a:gd name="T3" fmla="*/ 2 h 7"/>
                <a:gd name="T4" fmla="*/ 0 w 7"/>
                <a:gd name="T5" fmla="*/ 1 h 7"/>
                <a:gd name="T6" fmla="*/ 1 w 7"/>
                <a:gd name="T7" fmla="*/ 0 h 7"/>
                <a:gd name="T8" fmla="*/ 2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7" name="Freeform 448">
              <a:extLst>
                <a:ext uri="{FF2B5EF4-FFF2-40B4-BE49-F238E27FC236}">
                  <a16:creationId xmlns:a16="http://schemas.microsoft.com/office/drawing/2014/main" id="{B85D83C8-3F55-4B26-9800-3A0B0D6BC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802"/>
              <a:ext cx="7" cy="6"/>
            </a:xfrm>
            <a:custGeom>
              <a:avLst/>
              <a:gdLst>
                <a:gd name="T0" fmla="*/ 4 w 9"/>
                <a:gd name="T1" fmla="*/ 1 h 9"/>
                <a:gd name="T2" fmla="*/ 3 w 9"/>
                <a:gd name="T3" fmla="*/ 2 h 9"/>
                <a:gd name="T4" fmla="*/ 1 w 9"/>
                <a:gd name="T5" fmla="*/ 2 h 9"/>
                <a:gd name="T6" fmla="*/ 2 w 9"/>
                <a:gd name="T7" fmla="*/ 1 h 9"/>
                <a:gd name="T8" fmla="*/ 4 w 9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9" y="5"/>
                    <a:pt x="8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8" name="Freeform 449">
              <a:extLst>
                <a:ext uri="{FF2B5EF4-FFF2-40B4-BE49-F238E27FC236}">
                  <a16:creationId xmlns:a16="http://schemas.microsoft.com/office/drawing/2014/main" id="{776C55F9-26E8-46E2-AACB-8A171412D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814"/>
              <a:ext cx="5" cy="5"/>
            </a:xfrm>
            <a:custGeom>
              <a:avLst/>
              <a:gdLst>
                <a:gd name="T0" fmla="*/ 2 w 8"/>
                <a:gd name="T1" fmla="*/ 1 h 8"/>
                <a:gd name="T2" fmla="*/ 1 w 8"/>
                <a:gd name="T3" fmla="*/ 2 h 8"/>
                <a:gd name="T4" fmla="*/ 0 w 8"/>
                <a:gd name="T5" fmla="*/ 1 h 8"/>
                <a:gd name="T6" fmla="*/ 1 w 8"/>
                <a:gd name="T7" fmla="*/ 0 h 8"/>
                <a:gd name="T8" fmla="*/ 2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8" y="5"/>
                    <a:pt x="7" y="7"/>
                    <a:pt x="5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9" name="Freeform 450">
              <a:extLst>
                <a:ext uri="{FF2B5EF4-FFF2-40B4-BE49-F238E27FC236}">
                  <a16:creationId xmlns:a16="http://schemas.microsoft.com/office/drawing/2014/main" id="{159F2F53-1820-4027-8C07-D349F9E6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902"/>
              <a:ext cx="9" cy="10"/>
            </a:xfrm>
            <a:custGeom>
              <a:avLst/>
              <a:gdLst>
                <a:gd name="T0" fmla="*/ 4 w 13"/>
                <a:gd name="T1" fmla="*/ 2 h 14"/>
                <a:gd name="T2" fmla="*/ 3 w 13"/>
                <a:gd name="T3" fmla="*/ 4 h 14"/>
                <a:gd name="T4" fmla="*/ 1 w 13"/>
                <a:gd name="T5" fmla="*/ 3 h 14"/>
                <a:gd name="T6" fmla="*/ 1 w 13"/>
                <a:gd name="T7" fmla="*/ 1 h 14"/>
                <a:gd name="T8" fmla="*/ 4 w 13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2" y="5"/>
                  </a:moveTo>
                  <a:cubicBezTo>
                    <a:pt x="13" y="8"/>
                    <a:pt x="11" y="12"/>
                    <a:pt x="8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0" name="Freeform 451">
              <a:extLst>
                <a:ext uri="{FF2B5EF4-FFF2-40B4-BE49-F238E27FC236}">
                  <a16:creationId xmlns:a16="http://schemas.microsoft.com/office/drawing/2014/main" id="{080FB8AD-8C48-4CB4-A851-495559060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861"/>
              <a:ext cx="8" cy="8"/>
            </a:xfrm>
            <a:custGeom>
              <a:avLst/>
              <a:gdLst>
                <a:gd name="T0" fmla="*/ 3 w 12"/>
                <a:gd name="T1" fmla="*/ 1 h 12"/>
                <a:gd name="T2" fmla="*/ 2 w 12"/>
                <a:gd name="T3" fmla="*/ 3 h 12"/>
                <a:gd name="T4" fmla="*/ 1 w 12"/>
                <a:gd name="T5" fmla="*/ 2 h 12"/>
                <a:gd name="T6" fmla="*/ 1 w 12"/>
                <a:gd name="T7" fmla="*/ 1 h 12"/>
                <a:gd name="T8" fmla="*/ 3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7"/>
                    <a:pt x="10" y="10"/>
                    <a:pt x="7" y="11"/>
                  </a:cubicBezTo>
                  <a:cubicBezTo>
                    <a:pt x="5" y="12"/>
                    <a:pt x="2" y="10"/>
                    <a:pt x="1" y="7"/>
                  </a:cubicBezTo>
                  <a:cubicBezTo>
                    <a:pt x="0" y="5"/>
                    <a:pt x="1" y="1"/>
                    <a:pt x="4" y="1"/>
                  </a:cubicBezTo>
                  <a:cubicBezTo>
                    <a:pt x="7" y="0"/>
                    <a:pt x="10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1" name="Freeform 452">
              <a:extLst>
                <a:ext uri="{FF2B5EF4-FFF2-40B4-BE49-F238E27FC236}">
                  <a16:creationId xmlns:a16="http://schemas.microsoft.com/office/drawing/2014/main" id="{0D4F3EDF-128F-49E3-B8DC-B6FE20B44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995"/>
              <a:ext cx="10" cy="9"/>
            </a:xfrm>
            <a:custGeom>
              <a:avLst/>
              <a:gdLst>
                <a:gd name="T0" fmla="*/ 4 w 14"/>
                <a:gd name="T1" fmla="*/ 1 h 13"/>
                <a:gd name="T2" fmla="*/ 3 w 14"/>
                <a:gd name="T3" fmla="*/ 4 h 13"/>
                <a:gd name="T4" fmla="*/ 1 w 14"/>
                <a:gd name="T5" fmla="*/ 3 h 13"/>
                <a:gd name="T6" fmla="*/ 2 w 14"/>
                <a:gd name="T7" fmla="*/ 1 h 13"/>
                <a:gd name="T8" fmla="*/ 4 w 14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4"/>
                  </a:moveTo>
                  <a:cubicBezTo>
                    <a:pt x="14" y="8"/>
                    <a:pt x="12" y="11"/>
                    <a:pt x="9" y="12"/>
                  </a:cubicBezTo>
                  <a:cubicBezTo>
                    <a:pt x="6" y="13"/>
                    <a:pt x="2" y="11"/>
                    <a:pt x="1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1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2" name="Freeform 453">
              <a:extLst>
                <a:ext uri="{FF2B5EF4-FFF2-40B4-BE49-F238E27FC236}">
                  <a16:creationId xmlns:a16="http://schemas.microsoft.com/office/drawing/2014/main" id="{59159864-358B-424A-946E-E11D1651F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09"/>
              <a:ext cx="6" cy="6"/>
            </a:xfrm>
            <a:custGeom>
              <a:avLst/>
              <a:gdLst>
                <a:gd name="T0" fmla="*/ 2 w 9"/>
                <a:gd name="T1" fmla="*/ 1 h 9"/>
                <a:gd name="T2" fmla="*/ 2 w 9"/>
                <a:gd name="T3" fmla="*/ 2 h 9"/>
                <a:gd name="T4" fmla="*/ 1 w 9"/>
                <a:gd name="T5" fmla="*/ 2 h 9"/>
                <a:gd name="T6" fmla="*/ 1 w 9"/>
                <a:gd name="T7" fmla="*/ 1 h 9"/>
                <a:gd name="T8" fmla="*/ 2 w 9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3"/>
                  </a:moveTo>
                  <a:cubicBezTo>
                    <a:pt x="9" y="5"/>
                    <a:pt x="8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1" name="strawberry-food-packet-illustration">
            <a:extLst>
              <a:ext uri="{FF2B5EF4-FFF2-40B4-BE49-F238E27FC236}">
                <a16:creationId xmlns:a16="http://schemas.microsoft.com/office/drawing/2014/main" id="{953A69C8-FF84-421B-8D39-97C411060E4E}"/>
              </a:ext>
            </a:extLst>
          </p:cNvPr>
          <p:cNvGrpSpPr>
            <a:grpSpLocks/>
          </p:cNvGrpSpPr>
          <p:nvPr/>
        </p:nvGrpSpPr>
        <p:grpSpPr bwMode="auto">
          <a:xfrm>
            <a:off x="4559300" y="1230313"/>
            <a:ext cx="2097088" cy="2319337"/>
            <a:chOff x="1912" y="775"/>
            <a:chExt cx="1321" cy="1461"/>
          </a:xfrm>
        </p:grpSpPr>
        <p:sp>
          <p:nvSpPr>
            <p:cNvPr id="44042" name="Freeform 455">
              <a:extLst>
                <a:ext uri="{FF2B5EF4-FFF2-40B4-BE49-F238E27FC236}">
                  <a16:creationId xmlns:a16="http://schemas.microsoft.com/office/drawing/2014/main" id="{8C179FB2-B001-4A59-A2C3-8F8930A6B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775"/>
              <a:ext cx="1321" cy="1440"/>
            </a:xfrm>
            <a:custGeom>
              <a:avLst/>
              <a:gdLst>
                <a:gd name="T0" fmla="*/ 9 w 1321"/>
                <a:gd name="T1" fmla="*/ 370 h 1440"/>
                <a:gd name="T2" fmla="*/ 0 w 1321"/>
                <a:gd name="T3" fmla="*/ 391 h 1440"/>
                <a:gd name="T4" fmla="*/ 18 w 1321"/>
                <a:gd name="T5" fmla="*/ 390 h 1440"/>
                <a:gd name="T6" fmla="*/ 475 w 1321"/>
                <a:gd name="T7" fmla="*/ 1440 h 1440"/>
                <a:gd name="T8" fmla="*/ 1321 w 1321"/>
                <a:gd name="T9" fmla="*/ 1070 h 1440"/>
                <a:gd name="T10" fmla="*/ 855 w 1321"/>
                <a:gd name="T11" fmla="*/ 0 h 1440"/>
                <a:gd name="T12" fmla="*/ 9 w 1321"/>
                <a:gd name="T13" fmla="*/ 370 h 14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1" h="1440">
                  <a:moveTo>
                    <a:pt x="9" y="370"/>
                  </a:moveTo>
                  <a:lnTo>
                    <a:pt x="0" y="391"/>
                  </a:lnTo>
                  <a:lnTo>
                    <a:pt x="18" y="390"/>
                  </a:lnTo>
                  <a:lnTo>
                    <a:pt x="475" y="1440"/>
                  </a:lnTo>
                  <a:lnTo>
                    <a:pt x="1321" y="1070"/>
                  </a:lnTo>
                  <a:lnTo>
                    <a:pt x="855" y="0"/>
                  </a:lnTo>
                  <a:lnTo>
                    <a:pt x="9" y="370"/>
                  </a:lnTo>
                  <a:close/>
                </a:path>
              </a:pathLst>
            </a:custGeom>
            <a:solidFill>
              <a:srgbClr val="AFAEAE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456">
              <a:extLst>
                <a:ext uri="{FF2B5EF4-FFF2-40B4-BE49-F238E27FC236}">
                  <a16:creationId xmlns:a16="http://schemas.microsoft.com/office/drawing/2014/main" id="{80C8AFCC-EAD4-4B42-9AD9-1DCE1AEEF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787"/>
              <a:ext cx="1312" cy="1438"/>
            </a:xfrm>
            <a:custGeom>
              <a:avLst/>
              <a:gdLst>
                <a:gd name="T0" fmla="*/ 1312 w 1312"/>
                <a:gd name="T1" fmla="*/ 1070 h 1438"/>
                <a:gd name="T2" fmla="*/ 467 w 1312"/>
                <a:gd name="T3" fmla="*/ 1438 h 1438"/>
                <a:gd name="T4" fmla="*/ 0 w 1312"/>
                <a:gd name="T5" fmla="*/ 369 h 1438"/>
                <a:gd name="T6" fmla="*/ 846 w 1312"/>
                <a:gd name="T7" fmla="*/ 0 h 1438"/>
                <a:gd name="T8" fmla="*/ 1312 w 1312"/>
                <a:gd name="T9" fmla="*/ 1070 h 1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2" h="1438">
                  <a:moveTo>
                    <a:pt x="1312" y="1070"/>
                  </a:moveTo>
                  <a:lnTo>
                    <a:pt x="467" y="1438"/>
                  </a:lnTo>
                  <a:lnTo>
                    <a:pt x="0" y="369"/>
                  </a:lnTo>
                  <a:lnTo>
                    <a:pt x="846" y="0"/>
                  </a:lnTo>
                  <a:lnTo>
                    <a:pt x="1312" y="1070"/>
                  </a:lnTo>
                  <a:close/>
                </a:path>
              </a:pathLst>
            </a:custGeom>
            <a:solidFill>
              <a:srgbClr val="D3D1D1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457">
              <a:extLst>
                <a:ext uri="{FF2B5EF4-FFF2-40B4-BE49-F238E27FC236}">
                  <a16:creationId xmlns:a16="http://schemas.microsoft.com/office/drawing/2014/main" id="{0AB777A7-DE5C-4FFC-9F30-2F56F21B5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797"/>
              <a:ext cx="1313" cy="1439"/>
            </a:xfrm>
            <a:custGeom>
              <a:avLst/>
              <a:gdLst>
                <a:gd name="T0" fmla="*/ 1313 w 1313"/>
                <a:gd name="T1" fmla="*/ 1069 h 1439"/>
                <a:gd name="T2" fmla="*/ 467 w 1313"/>
                <a:gd name="T3" fmla="*/ 1439 h 1439"/>
                <a:gd name="T4" fmla="*/ 0 w 1313"/>
                <a:gd name="T5" fmla="*/ 369 h 1439"/>
                <a:gd name="T6" fmla="*/ 846 w 1313"/>
                <a:gd name="T7" fmla="*/ 0 h 1439"/>
                <a:gd name="T8" fmla="*/ 1313 w 1313"/>
                <a:gd name="T9" fmla="*/ 1069 h 1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3" h="1439">
                  <a:moveTo>
                    <a:pt x="1313" y="1069"/>
                  </a:moveTo>
                  <a:lnTo>
                    <a:pt x="467" y="1439"/>
                  </a:lnTo>
                  <a:lnTo>
                    <a:pt x="0" y="369"/>
                  </a:lnTo>
                  <a:lnTo>
                    <a:pt x="846" y="0"/>
                  </a:lnTo>
                  <a:lnTo>
                    <a:pt x="1313" y="1069"/>
                  </a:lnTo>
                  <a:close/>
                </a:path>
              </a:pathLst>
            </a:custGeom>
            <a:solidFill>
              <a:srgbClr val="E45A99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458">
              <a:extLst>
                <a:ext uri="{FF2B5EF4-FFF2-40B4-BE49-F238E27FC236}">
                  <a16:creationId xmlns:a16="http://schemas.microsoft.com/office/drawing/2014/main" id="{0BDF711F-4F0F-4D74-8E8D-15E6E4226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174"/>
              <a:ext cx="454" cy="1041"/>
            </a:xfrm>
            <a:custGeom>
              <a:avLst/>
              <a:gdLst>
                <a:gd name="T0" fmla="*/ 0 w 644"/>
                <a:gd name="T1" fmla="*/ 0 h 1477"/>
                <a:gd name="T2" fmla="*/ 226 w 644"/>
                <a:gd name="T3" fmla="*/ 517 h 1477"/>
                <a:gd name="T4" fmla="*/ 0 w 644"/>
                <a:gd name="T5" fmla="*/ 0 h 14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4" h="1477">
                  <a:moveTo>
                    <a:pt x="0" y="0"/>
                  </a:moveTo>
                  <a:cubicBezTo>
                    <a:pt x="644" y="1477"/>
                    <a:pt x="644" y="1477"/>
                    <a:pt x="644" y="1477"/>
                  </a:cubicBezTo>
                  <a:cubicBezTo>
                    <a:pt x="644" y="1477"/>
                    <a:pt x="185" y="273"/>
                    <a:pt x="0" y="0"/>
                  </a:cubicBezTo>
                  <a:close/>
                </a:path>
              </a:pathLst>
            </a:custGeom>
            <a:solidFill>
              <a:srgbClr val="E9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459">
              <a:extLst>
                <a:ext uri="{FF2B5EF4-FFF2-40B4-BE49-F238E27FC236}">
                  <a16:creationId xmlns:a16="http://schemas.microsoft.com/office/drawing/2014/main" id="{74BBBA9D-9421-494C-B697-248BDD0C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857"/>
              <a:ext cx="822" cy="358"/>
            </a:xfrm>
            <a:custGeom>
              <a:avLst/>
              <a:gdLst>
                <a:gd name="T0" fmla="*/ 0 w 1167"/>
                <a:gd name="T1" fmla="*/ 177 h 509"/>
                <a:gd name="T2" fmla="*/ 408 w 1167"/>
                <a:gd name="T3" fmla="*/ 0 h 509"/>
                <a:gd name="T4" fmla="*/ 0 w 1167"/>
                <a:gd name="T5" fmla="*/ 177 h 5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7" h="509">
                  <a:moveTo>
                    <a:pt x="0" y="509"/>
                  </a:moveTo>
                  <a:cubicBezTo>
                    <a:pt x="1167" y="0"/>
                    <a:pt x="1167" y="0"/>
                    <a:pt x="1167" y="0"/>
                  </a:cubicBezTo>
                  <a:cubicBezTo>
                    <a:pt x="1167" y="0"/>
                    <a:pt x="436" y="275"/>
                    <a:pt x="0" y="509"/>
                  </a:cubicBezTo>
                  <a:close/>
                </a:path>
              </a:pathLst>
            </a:custGeom>
            <a:solidFill>
              <a:srgbClr val="E9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460">
              <a:extLst>
                <a:ext uri="{FF2B5EF4-FFF2-40B4-BE49-F238E27FC236}">
                  <a16:creationId xmlns:a16="http://schemas.microsoft.com/office/drawing/2014/main" id="{B65DC208-40D6-4877-85F7-3E3C0DB5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457"/>
              <a:ext cx="231" cy="231"/>
            </a:xfrm>
            <a:custGeom>
              <a:avLst/>
              <a:gdLst>
                <a:gd name="T0" fmla="*/ 103 w 328"/>
                <a:gd name="T1" fmla="*/ 37 h 328"/>
                <a:gd name="T2" fmla="*/ 77 w 328"/>
                <a:gd name="T3" fmla="*/ 103 h 328"/>
                <a:gd name="T4" fmla="*/ 11 w 328"/>
                <a:gd name="T5" fmla="*/ 77 h 328"/>
                <a:gd name="T6" fmla="*/ 37 w 328"/>
                <a:gd name="T7" fmla="*/ 11 h 328"/>
                <a:gd name="T8" fmla="*/ 103 w 328"/>
                <a:gd name="T9" fmla="*/ 37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328">
                  <a:moveTo>
                    <a:pt x="296" y="106"/>
                  </a:moveTo>
                  <a:cubicBezTo>
                    <a:pt x="328" y="179"/>
                    <a:pt x="295" y="264"/>
                    <a:pt x="221" y="296"/>
                  </a:cubicBezTo>
                  <a:cubicBezTo>
                    <a:pt x="148" y="328"/>
                    <a:pt x="63" y="295"/>
                    <a:pt x="32" y="222"/>
                  </a:cubicBezTo>
                  <a:cubicBezTo>
                    <a:pt x="0" y="149"/>
                    <a:pt x="33" y="64"/>
                    <a:pt x="106" y="32"/>
                  </a:cubicBezTo>
                  <a:cubicBezTo>
                    <a:pt x="179" y="0"/>
                    <a:pt x="264" y="33"/>
                    <a:pt x="296" y="106"/>
                  </a:cubicBezTo>
                  <a:close/>
                </a:path>
              </a:pathLst>
            </a:custGeom>
            <a:solidFill>
              <a:srgbClr val="E07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461">
              <a:extLst>
                <a:ext uri="{FF2B5EF4-FFF2-40B4-BE49-F238E27FC236}">
                  <a16:creationId xmlns:a16="http://schemas.microsoft.com/office/drawing/2014/main" id="{9B01907C-B669-4A01-8D90-4CF7CB9D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936"/>
              <a:ext cx="843" cy="569"/>
            </a:xfrm>
            <a:custGeom>
              <a:avLst/>
              <a:gdLst>
                <a:gd name="T0" fmla="*/ 395 w 1196"/>
                <a:gd name="T1" fmla="*/ 60 h 808"/>
                <a:gd name="T2" fmla="*/ 252 w 1196"/>
                <a:gd name="T3" fmla="*/ 237 h 808"/>
                <a:gd name="T4" fmla="*/ 23 w 1196"/>
                <a:gd name="T5" fmla="*/ 222 h 808"/>
                <a:gd name="T6" fmla="*/ 168 w 1196"/>
                <a:gd name="T7" fmla="*/ 44 h 808"/>
                <a:gd name="T8" fmla="*/ 395 w 1196"/>
                <a:gd name="T9" fmla="*/ 60 h 8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6" h="808">
                  <a:moveTo>
                    <a:pt x="1130" y="172"/>
                  </a:moveTo>
                  <a:cubicBezTo>
                    <a:pt x="1196" y="324"/>
                    <a:pt x="1012" y="551"/>
                    <a:pt x="719" y="680"/>
                  </a:cubicBezTo>
                  <a:cubicBezTo>
                    <a:pt x="425" y="808"/>
                    <a:pt x="133" y="788"/>
                    <a:pt x="67" y="636"/>
                  </a:cubicBezTo>
                  <a:cubicBezTo>
                    <a:pt x="0" y="484"/>
                    <a:pt x="185" y="256"/>
                    <a:pt x="478" y="128"/>
                  </a:cubicBezTo>
                  <a:cubicBezTo>
                    <a:pt x="772" y="0"/>
                    <a:pt x="1064" y="20"/>
                    <a:pt x="1130" y="172"/>
                  </a:cubicBezTo>
                  <a:close/>
                </a:path>
              </a:pathLst>
            </a:custGeom>
            <a:solidFill>
              <a:srgbClr val="E9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462">
              <a:extLst>
                <a:ext uri="{FF2B5EF4-FFF2-40B4-BE49-F238E27FC236}">
                  <a16:creationId xmlns:a16="http://schemas.microsoft.com/office/drawing/2014/main" id="{68DE6F81-A16B-4382-8796-3DB559AE5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60"/>
              <a:ext cx="625" cy="440"/>
            </a:xfrm>
            <a:custGeom>
              <a:avLst/>
              <a:gdLst>
                <a:gd name="T0" fmla="*/ 18 w 887"/>
                <a:gd name="T1" fmla="*/ 123 h 625"/>
                <a:gd name="T2" fmla="*/ 28 w 887"/>
                <a:gd name="T3" fmla="*/ 143 h 625"/>
                <a:gd name="T4" fmla="*/ 9 w 887"/>
                <a:gd name="T5" fmla="*/ 165 h 625"/>
                <a:gd name="T6" fmla="*/ 6 w 887"/>
                <a:gd name="T7" fmla="*/ 187 h 625"/>
                <a:gd name="T8" fmla="*/ 33 w 887"/>
                <a:gd name="T9" fmla="*/ 187 h 625"/>
                <a:gd name="T10" fmla="*/ 56 w 887"/>
                <a:gd name="T11" fmla="*/ 188 h 625"/>
                <a:gd name="T12" fmla="*/ 78 w 887"/>
                <a:gd name="T13" fmla="*/ 200 h 625"/>
                <a:gd name="T14" fmla="*/ 106 w 887"/>
                <a:gd name="T15" fmla="*/ 203 h 625"/>
                <a:gd name="T16" fmla="*/ 115 w 887"/>
                <a:gd name="T17" fmla="*/ 211 h 625"/>
                <a:gd name="T18" fmla="*/ 128 w 887"/>
                <a:gd name="T19" fmla="*/ 207 h 625"/>
                <a:gd name="T20" fmla="*/ 149 w 887"/>
                <a:gd name="T21" fmla="*/ 216 h 625"/>
                <a:gd name="T22" fmla="*/ 173 w 887"/>
                <a:gd name="T23" fmla="*/ 209 h 625"/>
                <a:gd name="T24" fmla="*/ 236 w 887"/>
                <a:gd name="T25" fmla="*/ 161 h 625"/>
                <a:gd name="T26" fmla="*/ 254 w 887"/>
                <a:gd name="T27" fmla="*/ 153 h 625"/>
                <a:gd name="T28" fmla="*/ 240 w 887"/>
                <a:gd name="T29" fmla="*/ 127 h 625"/>
                <a:gd name="T30" fmla="*/ 286 w 887"/>
                <a:gd name="T31" fmla="*/ 120 h 625"/>
                <a:gd name="T32" fmla="*/ 288 w 887"/>
                <a:gd name="T33" fmla="*/ 100 h 625"/>
                <a:gd name="T34" fmla="*/ 305 w 887"/>
                <a:gd name="T35" fmla="*/ 94 h 625"/>
                <a:gd name="T36" fmla="*/ 310 w 887"/>
                <a:gd name="T37" fmla="*/ 77 h 625"/>
                <a:gd name="T38" fmla="*/ 307 w 887"/>
                <a:gd name="T39" fmla="*/ 56 h 625"/>
                <a:gd name="T40" fmla="*/ 297 w 887"/>
                <a:gd name="T41" fmla="*/ 46 h 625"/>
                <a:gd name="T42" fmla="*/ 268 w 887"/>
                <a:gd name="T43" fmla="*/ 13 h 625"/>
                <a:gd name="T44" fmla="*/ 247 w 887"/>
                <a:gd name="T45" fmla="*/ 20 h 625"/>
                <a:gd name="T46" fmla="*/ 211 w 887"/>
                <a:gd name="T47" fmla="*/ 18 h 625"/>
                <a:gd name="T48" fmla="*/ 140 w 887"/>
                <a:gd name="T49" fmla="*/ 15 h 625"/>
                <a:gd name="T50" fmla="*/ 98 w 887"/>
                <a:gd name="T51" fmla="*/ 39 h 625"/>
                <a:gd name="T52" fmla="*/ 60 w 887"/>
                <a:gd name="T53" fmla="*/ 44 h 625"/>
                <a:gd name="T54" fmla="*/ 34 w 887"/>
                <a:gd name="T55" fmla="*/ 79 h 62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87" h="625">
                  <a:moveTo>
                    <a:pt x="50" y="353"/>
                  </a:moveTo>
                  <a:cubicBezTo>
                    <a:pt x="59" y="365"/>
                    <a:pt x="81" y="394"/>
                    <a:pt x="81" y="409"/>
                  </a:cubicBezTo>
                  <a:cubicBezTo>
                    <a:pt x="81" y="444"/>
                    <a:pt x="45" y="448"/>
                    <a:pt x="26" y="473"/>
                  </a:cubicBezTo>
                  <a:cubicBezTo>
                    <a:pt x="11" y="492"/>
                    <a:pt x="0" y="514"/>
                    <a:pt x="18" y="537"/>
                  </a:cubicBezTo>
                  <a:cubicBezTo>
                    <a:pt x="43" y="568"/>
                    <a:pt x="65" y="544"/>
                    <a:pt x="93" y="534"/>
                  </a:cubicBezTo>
                  <a:cubicBezTo>
                    <a:pt x="124" y="523"/>
                    <a:pt x="143" y="520"/>
                    <a:pt x="161" y="539"/>
                  </a:cubicBezTo>
                  <a:cubicBezTo>
                    <a:pt x="189" y="568"/>
                    <a:pt x="166" y="588"/>
                    <a:pt x="224" y="572"/>
                  </a:cubicBezTo>
                  <a:cubicBezTo>
                    <a:pt x="269" y="560"/>
                    <a:pt x="269" y="552"/>
                    <a:pt x="304" y="581"/>
                  </a:cubicBezTo>
                  <a:cubicBezTo>
                    <a:pt x="313" y="588"/>
                    <a:pt x="316" y="602"/>
                    <a:pt x="329" y="605"/>
                  </a:cubicBezTo>
                  <a:cubicBezTo>
                    <a:pt x="347" y="610"/>
                    <a:pt x="351" y="592"/>
                    <a:pt x="368" y="593"/>
                  </a:cubicBezTo>
                  <a:cubicBezTo>
                    <a:pt x="395" y="594"/>
                    <a:pt x="400" y="615"/>
                    <a:pt x="424" y="620"/>
                  </a:cubicBezTo>
                  <a:cubicBezTo>
                    <a:pt x="445" y="625"/>
                    <a:pt x="473" y="607"/>
                    <a:pt x="492" y="599"/>
                  </a:cubicBezTo>
                  <a:cubicBezTo>
                    <a:pt x="567" y="567"/>
                    <a:pt x="594" y="477"/>
                    <a:pt x="674" y="461"/>
                  </a:cubicBezTo>
                  <a:cubicBezTo>
                    <a:pt x="698" y="456"/>
                    <a:pt x="722" y="471"/>
                    <a:pt x="725" y="440"/>
                  </a:cubicBezTo>
                  <a:cubicBezTo>
                    <a:pt x="728" y="413"/>
                    <a:pt x="677" y="391"/>
                    <a:pt x="686" y="365"/>
                  </a:cubicBezTo>
                  <a:cubicBezTo>
                    <a:pt x="700" y="325"/>
                    <a:pt x="788" y="367"/>
                    <a:pt x="817" y="342"/>
                  </a:cubicBezTo>
                  <a:cubicBezTo>
                    <a:pt x="839" y="324"/>
                    <a:pt x="809" y="308"/>
                    <a:pt x="825" y="285"/>
                  </a:cubicBezTo>
                  <a:cubicBezTo>
                    <a:pt x="833" y="274"/>
                    <a:pt x="862" y="281"/>
                    <a:pt x="873" y="270"/>
                  </a:cubicBezTo>
                  <a:cubicBezTo>
                    <a:pt x="887" y="257"/>
                    <a:pt x="885" y="240"/>
                    <a:pt x="885" y="222"/>
                  </a:cubicBezTo>
                  <a:cubicBezTo>
                    <a:pt x="885" y="202"/>
                    <a:pt x="885" y="181"/>
                    <a:pt x="876" y="162"/>
                  </a:cubicBezTo>
                  <a:cubicBezTo>
                    <a:pt x="866" y="141"/>
                    <a:pt x="860" y="146"/>
                    <a:pt x="848" y="134"/>
                  </a:cubicBezTo>
                  <a:cubicBezTo>
                    <a:pt x="824" y="109"/>
                    <a:pt x="804" y="47"/>
                    <a:pt x="767" y="39"/>
                  </a:cubicBezTo>
                  <a:cubicBezTo>
                    <a:pt x="745" y="35"/>
                    <a:pt x="725" y="53"/>
                    <a:pt x="705" y="58"/>
                  </a:cubicBezTo>
                  <a:cubicBezTo>
                    <a:pt x="671" y="68"/>
                    <a:pt x="639" y="61"/>
                    <a:pt x="605" y="51"/>
                  </a:cubicBezTo>
                  <a:cubicBezTo>
                    <a:pt x="532" y="30"/>
                    <a:pt x="471" y="0"/>
                    <a:pt x="400" y="43"/>
                  </a:cubicBezTo>
                  <a:cubicBezTo>
                    <a:pt x="360" y="67"/>
                    <a:pt x="325" y="95"/>
                    <a:pt x="280" y="112"/>
                  </a:cubicBezTo>
                  <a:cubicBezTo>
                    <a:pt x="246" y="125"/>
                    <a:pt x="204" y="115"/>
                    <a:pt x="172" y="127"/>
                  </a:cubicBezTo>
                  <a:cubicBezTo>
                    <a:pt x="136" y="141"/>
                    <a:pt x="128" y="197"/>
                    <a:pt x="97" y="226"/>
                  </a:cubicBezTo>
                </a:path>
              </a:pathLst>
            </a:custGeom>
            <a:solidFill>
              <a:srgbClr val="D242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463">
              <a:extLst>
                <a:ext uri="{FF2B5EF4-FFF2-40B4-BE49-F238E27FC236}">
                  <a16:creationId xmlns:a16="http://schemas.microsoft.com/office/drawing/2014/main" id="{ADFD1575-DF84-4CA2-8EA3-30E56C75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453"/>
              <a:ext cx="464" cy="494"/>
            </a:xfrm>
            <a:custGeom>
              <a:avLst/>
              <a:gdLst>
                <a:gd name="T0" fmla="*/ 75 w 658"/>
                <a:gd name="T1" fmla="*/ 76 h 700"/>
                <a:gd name="T2" fmla="*/ 23 w 658"/>
                <a:gd name="T3" fmla="*/ 151 h 700"/>
                <a:gd name="T4" fmla="*/ 154 w 658"/>
                <a:gd name="T5" fmla="*/ 220 h 700"/>
                <a:gd name="T6" fmla="*/ 207 w 658"/>
                <a:gd name="T7" fmla="*/ 146 h 700"/>
                <a:gd name="T8" fmla="*/ 75 w 658"/>
                <a:gd name="T9" fmla="*/ 76 h 7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8" h="700">
                  <a:moveTo>
                    <a:pt x="214" y="217"/>
                  </a:moveTo>
                  <a:cubicBezTo>
                    <a:pt x="173" y="299"/>
                    <a:pt x="0" y="306"/>
                    <a:pt x="65" y="429"/>
                  </a:cubicBezTo>
                  <a:cubicBezTo>
                    <a:pt x="130" y="551"/>
                    <a:pt x="331" y="615"/>
                    <a:pt x="440" y="626"/>
                  </a:cubicBezTo>
                  <a:cubicBezTo>
                    <a:pt x="549" y="637"/>
                    <a:pt x="658" y="700"/>
                    <a:pt x="591" y="417"/>
                  </a:cubicBezTo>
                  <a:cubicBezTo>
                    <a:pt x="524" y="134"/>
                    <a:pt x="323" y="0"/>
                    <a:pt x="214" y="217"/>
                  </a:cubicBezTo>
                  <a:close/>
                </a:path>
              </a:pathLst>
            </a:custGeom>
            <a:solidFill>
              <a:srgbClr val="E0111A"/>
            </a:solidFill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464">
              <a:extLst>
                <a:ext uri="{FF2B5EF4-FFF2-40B4-BE49-F238E27FC236}">
                  <a16:creationId xmlns:a16="http://schemas.microsoft.com/office/drawing/2014/main" id="{95A9DA7D-53EB-4024-8F93-7E58AF707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28"/>
              <a:ext cx="170" cy="192"/>
            </a:xfrm>
            <a:custGeom>
              <a:avLst/>
              <a:gdLst>
                <a:gd name="T0" fmla="*/ 29 w 241"/>
                <a:gd name="T1" fmla="*/ 45 h 272"/>
                <a:gd name="T2" fmla="*/ 0 w 241"/>
                <a:gd name="T3" fmla="*/ 66 h 272"/>
                <a:gd name="T4" fmla="*/ 28 w 241"/>
                <a:gd name="T5" fmla="*/ 52 h 272"/>
                <a:gd name="T6" fmla="*/ 6 w 241"/>
                <a:gd name="T7" fmla="*/ 90 h 272"/>
                <a:gd name="T8" fmla="*/ 20 w 241"/>
                <a:gd name="T9" fmla="*/ 71 h 272"/>
                <a:gd name="T10" fmla="*/ 32 w 241"/>
                <a:gd name="T11" fmla="*/ 60 h 272"/>
                <a:gd name="T12" fmla="*/ 34 w 241"/>
                <a:gd name="T13" fmla="*/ 96 h 272"/>
                <a:gd name="T14" fmla="*/ 43 w 241"/>
                <a:gd name="T15" fmla="*/ 56 h 272"/>
                <a:gd name="T16" fmla="*/ 63 w 241"/>
                <a:gd name="T17" fmla="*/ 75 h 272"/>
                <a:gd name="T18" fmla="*/ 55 w 241"/>
                <a:gd name="T19" fmla="*/ 47 h 272"/>
                <a:gd name="T20" fmla="*/ 77 w 241"/>
                <a:gd name="T21" fmla="*/ 43 h 272"/>
                <a:gd name="T22" fmla="*/ 63 w 241"/>
                <a:gd name="T23" fmla="*/ 33 h 272"/>
                <a:gd name="T24" fmla="*/ 85 w 241"/>
                <a:gd name="T25" fmla="*/ 13 h 272"/>
                <a:gd name="T26" fmla="*/ 54 w 241"/>
                <a:gd name="T27" fmla="*/ 30 h 272"/>
                <a:gd name="T28" fmla="*/ 66 w 241"/>
                <a:gd name="T29" fmla="*/ 0 h 272"/>
                <a:gd name="T30" fmla="*/ 37 w 241"/>
                <a:gd name="T31" fmla="*/ 38 h 272"/>
                <a:gd name="T32" fmla="*/ 37 w 241"/>
                <a:gd name="T33" fmla="*/ 22 h 272"/>
                <a:gd name="T34" fmla="*/ 30 w 241"/>
                <a:gd name="T35" fmla="*/ 38 h 272"/>
                <a:gd name="T36" fmla="*/ 18 w 241"/>
                <a:gd name="T37" fmla="*/ 41 h 272"/>
                <a:gd name="T38" fmla="*/ 30 w 241"/>
                <a:gd name="T39" fmla="*/ 45 h 2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1" h="272">
                  <a:moveTo>
                    <a:pt x="82" y="128"/>
                  </a:moveTo>
                  <a:cubicBezTo>
                    <a:pt x="49" y="133"/>
                    <a:pt x="14" y="158"/>
                    <a:pt x="0" y="189"/>
                  </a:cubicBezTo>
                  <a:cubicBezTo>
                    <a:pt x="24" y="172"/>
                    <a:pt x="49" y="154"/>
                    <a:pt x="79" y="147"/>
                  </a:cubicBezTo>
                  <a:cubicBezTo>
                    <a:pt x="43" y="172"/>
                    <a:pt x="2" y="207"/>
                    <a:pt x="19" y="257"/>
                  </a:cubicBezTo>
                  <a:cubicBezTo>
                    <a:pt x="32" y="239"/>
                    <a:pt x="40" y="219"/>
                    <a:pt x="57" y="203"/>
                  </a:cubicBezTo>
                  <a:cubicBezTo>
                    <a:pt x="69" y="193"/>
                    <a:pt x="81" y="182"/>
                    <a:pt x="92" y="172"/>
                  </a:cubicBezTo>
                  <a:cubicBezTo>
                    <a:pt x="72" y="208"/>
                    <a:pt x="94" y="237"/>
                    <a:pt x="97" y="272"/>
                  </a:cubicBezTo>
                  <a:cubicBezTo>
                    <a:pt x="98" y="236"/>
                    <a:pt x="95" y="189"/>
                    <a:pt x="123" y="161"/>
                  </a:cubicBezTo>
                  <a:cubicBezTo>
                    <a:pt x="139" y="182"/>
                    <a:pt x="160" y="194"/>
                    <a:pt x="178" y="212"/>
                  </a:cubicBezTo>
                  <a:cubicBezTo>
                    <a:pt x="169" y="198"/>
                    <a:pt x="145" y="150"/>
                    <a:pt x="156" y="133"/>
                  </a:cubicBezTo>
                  <a:cubicBezTo>
                    <a:pt x="165" y="120"/>
                    <a:pt x="205" y="126"/>
                    <a:pt x="219" y="122"/>
                  </a:cubicBezTo>
                  <a:cubicBezTo>
                    <a:pt x="206" y="114"/>
                    <a:pt x="194" y="103"/>
                    <a:pt x="182" y="94"/>
                  </a:cubicBezTo>
                  <a:cubicBezTo>
                    <a:pt x="191" y="73"/>
                    <a:pt x="220" y="47"/>
                    <a:pt x="241" y="37"/>
                  </a:cubicBezTo>
                  <a:cubicBezTo>
                    <a:pt x="214" y="55"/>
                    <a:pt x="175" y="56"/>
                    <a:pt x="155" y="85"/>
                  </a:cubicBezTo>
                  <a:cubicBezTo>
                    <a:pt x="152" y="57"/>
                    <a:pt x="173" y="21"/>
                    <a:pt x="189" y="0"/>
                  </a:cubicBezTo>
                  <a:cubicBezTo>
                    <a:pt x="144" y="18"/>
                    <a:pt x="125" y="66"/>
                    <a:pt x="107" y="107"/>
                  </a:cubicBezTo>
                  <a:cubicBezTo>
                    <a:pt x="104" y="92"/>
                    <a:pt x="102" y="77"/>
                    <a:pt x="105" y="63"/>
                  </a:cubicBezTo>
                  <a:cubicBezTo>
                    <a:pt x="90" y="67"/>
                    <a:pt x="87" y="92"/>
                    <a:pt x="87" y="107"/>
                  </a:cubicBezTo>
                  <a:cubicBezTo>
                    <a:pt x="75" y="111"/>
                    <a:pt x="62" y="108"/>
                    <a:pt x="51" y="116"/>
                  </a:cubicBezTo>
                  <a:cubicBezTo>
                    <a:pt x="62" y="117"/>
                    <a:pt x="74" y="121"/>
                    <a:pt x="83" y="129"/>
                  </a:cubicBezTo>
                </a:path>
              </a:pathLst>
            </a:custGeom>
            <a:solidFill>
              <a:srgbClr val="12982F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465">
              <a:extLst>
                <a:ext uri="{FF2B5EF4-FFF2-40B4-BE49-F238E27FC236}">
                  <a16:creationId xmlns:a16="http://schemas.microsoft.com/office/drawing/2014/main" id="{493F0591-ECA4-47C6-AC93-4AC1A7404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28"/>
              <a:ext cx="170" cy="192"/>
            </a:xfrm>
            <a:custGeom>
              <a:avLst/>
              <a:gdLst>
                <a:gd name="T0" fmla="*/ 29 w 241"/>
                <a:gd name="T1" fmla="*/ 45 h 272"/>
                <a:gd name="T2" fmla="*/ 0 w 241"/>
                <a:gd name="T3" fmla="*/ 66 h 272"/>
                <a:gd name="T4" fmla="*/ 28 w 241"/>
                <a:gd name="T5" fmla="*/ 52 h 272"/>
                <a:gd name="T6" fmla="*/ 6 w 241"/>
                <a:gd name="T7" fmla="*/ 90 h 272"/>
                <a:gd name="T8" fmla="*/ 20 w 241"/>
                <a:gd name="T9" fmla="*/ 71 h 272"/>
                <a:gd name="T10" fmla="*/ 32 w 241"/>
                <a:gd name="T11" fmla="*/ 60 h 272"/>
                <a:gd name="T12" fmla="*/ 34 w 241"/>
                <a:gd name="T13" fmla="*/ 96 h 272"/>
                <a:gd name="T14" fmla="*/ 43 w 241"/>
                <a:gd name="T15" fmla="*/ 56 h 272"/>
                <a:gd name="T16" fmla="*/ 63 w 241"/>
                <a:gd name="T17" fmla="*/ 75 h 272"/>
                <a:gd name="T18" fmla="*/ 55 w 241"/>
                <a:gd name="T19" fmla="*/ 47 h 272"/>
                <a:gd name="T20" fmla="*/ 77 w 241"/>
                <a:gd name="T21" fmla="*/ 43 h 272"/>
                <a:gd name="T22" fmla="*/ 63 w 241"/>
                <a:gd name="T23" fmla="*/ 33 h 272"/>
                <a:gd name="T24" fmla="*/ 85 w 241"/>
                <a:gd name="T25" fmla="*/ 13 h 272"/>
                <a:gd name="T26" fmla="*/ 54 w 241"/>
                <a:gd name="T27" fmla="*/ 30 h 272"/>
                <a:gd name="T28" fmla="*/ 66 w 241"/>
                <a:gd name="T29" fmla="*/ 0 h 272"/>
                <a:gd name="T30" fmla="*/ 37 w 241"/>
                <a:gd name="T31" fmla="*/ 38 h 272"/>
                <a:gd name="T32" fmla="*/ 37 w 241"/>
                <a:gd name="T33" fmla="*/ 22 h 272"/>
                <a:gd name="T34" fmla="*/ 30 w 241"/>
                <a:gd name="T35" fmla="*/ 38 h 272"/>
                <a:gd name="T36" fmla="*/ 18 w 241"/>
                <a:gd name="T37" fmla="*/ 41 h 272"/>
                <a:gd name="T38" fmla="*/ 30 w 241"/>
                <a:gd name="T39" fmla="*/ 45 h 2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1" h="272">
                  <a:moveTo>
                    <a:pt x="82" y="128"/>
                  </a:moveTo>
                  <a:cubicBezTo>
                    <a:pt x="49" y="133"/>
                    <a:pt x="14" y="158"/>
                    <a:pt x="0" y="189"/>
                  </a:cubicBezTo>
                  <a:cubicBezTo>
                    <a:pt x="24" y="172"/>
                    <a:pt x="49" y="154"/>
                    <a:pt x="79" y="147"/>
                  </a:cubicBezTo>
                  <a:cubicBezTo>
                    <a:pt x="43" y="172"/>
                    <a:pt x="2" y="207"/>
                    <a:pt x="19" y="257"/>
                  </a:cubicBezTo>
                  <a:cubicBezTo>
                    <a:pt x="32" y="239"/>
                    <a:pt x="40" y="219"/>
                    <a:pt x="57" y="203"/>
                  </a:cubicBezTo>
                  <a:cubicBezTo>
                    <a:pt x="69" y="193"/>
                    <a:pt x="81" y="182"/>
                    <a:pt x="92" y="172"/>
                  </a:cubicBezTo>
                  <a:cubicBezTo>
                    <a:pt x="72" y="208"/>
                    <a:pt x="94" y="237"/>
                    <a:pt x="97" y="272"/>
                  </a:cubicBezTo>
                  <a:cubicBezTo>
                    <a:pt x="98" y="236"/>
                    <a:pt x="95" y="189"/>
                    <a:pt x="123" y="161"/>
                  </a:cubicBezTo>
                  <a:cubicBezTo>
                    <a:pt x="139" y="182"/>
                    <a:pt x="160" y="194"/>
                    <a:pt x="178" y="212"/>
                  </a:cubicBezTo>
                  <a:cubicBezTo>
                    <a:pt x="169" y="198"/>
                    <a:pt x="145" y="150"/>
                    <a:pt x="156" y="133"/>
                  </a:cubicBezTo>
                  <a:cubicBezTo>
                    <a:pt x="165" y="120"/>
                    <a:pt x="205" y="126"/>
                    <a:pt x="219" y="122"/>
                  </a:cubicBezTo>
                  <a:cubicBezTo>
                    <a:pt x="206" y="114"/>
                    <a:pt x="194" y="103"/>
                    <a:pt x="182" y="94"/>
                  </a:cubicBezTo>
                  <a:cubicBezTo>
                    <a:pt x="191" y="73"/>
                    <a:pt x="220" y="47"/>
                    <a:pt x="241" y="37"/>
                  </a:cubicBezTo>
                  <a:cubicBezTo>
                    <a:pt x="214" y="55"/>
                    <a:pt x="175" y="56"/>
                    <a:pt x="155" y="85"/>
                  </a:cubicBezTo>
                  <a:cubicBezTo>
                    <a:pt x="152" y="57"/>
                    <a:pt x="173" y="21"/>
                    <a:pt x="189" y="0"/>
                  </a:cubicBezTo>
                  <a:cubicBezTo>
                    <a:pt x="144" y="18"/>
                    <a:pt x="125" y="66"/>
                    <a:pt x="107" y="107"/>
                  </a:cubicBezTo>
                  <a:cubicBezTo>
                    <a:pt x="104" y="92"/>
                    <a:pt x="102" y="77"/>
                    <a:pt x="105" y="63"/>
                  </a:cubicBezTo>
                  <a:cubicBezTo>
                    <a:pt x="90" y="67"/>
                    <a:pt x="87" y="92"/>
                    <a:pt x="87" y="107"/>
                  </a:cubicBezTo>
                  <a:cubicBezTo>
                    <a:pt x="75" y="111"/>
                    <a:pt x="62" y="108"/>
                    <a:pt x="51" y="116"/>
                  </a:cubicBezTo>
                  <a:cubicBezTo>
                    <a:pt x="62" y="117"/>
                    <a:pt x="74" y="121"/>
                    <a:pt x="83" y="12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466">
              <a:extLst>
                <a:ext uri="{FF2B5EF4-FFF2-40B4-BE49-F238E27FC236}">
                  <a16:creationId xmlns:a16="http://schemas.microsoft.com/office/drawing/2014/main" id="{999FDEC5-0E4D-4177-B078-2EC8EE78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563"/>
              <a:ext cx="54" cy="60"/>
            </a:xfrm>
            <a:custGeom>
              <a:avLst/>
              <a:gdLst>
                <a:gd name="T0" fmla="*/ 24 w 78"/>
                <a:gd name="T1" fmla="*/ 30 h 85"/>
                <a:gd name="T2" fmla="*/ 0 w 78"/>
                <a:gd name="T3" fmla="*/ 13 h 85"/>
                <a:gd name="T4" fmla="*/ 7 w 78"/>
                <a:gd name="T5" fmla="*/ 0 h 85"/>
                <a:gd name="T6" fmla="*/ 26 w 78"/>
                <a:gd name="T7" fmla="*/ 28 h 85"/>
                <a:gd name="T8" fmla="*/ 24 w 78"/>
                <a:gd name="T9" fmla="*/ 29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5">
                  <a:moveTo>
                    <a:pt x="74" y="85"/>
                  </a:moveTo>
                  <a:cubicBezTo>
                    <a:pt x="49" y="70"/>
                    <a:pt x="28" y="41"/>
                    <a:pt x="0" y="36"/>
                  </a:cubicBezTo>
                  <a:cubicBezTo>
                    <a:pt x="5" y="21"/>
                    <a:pt x="12" y="11"/>
                    <a:pt x="22" y="0"/>
                  </a:cubicBezTo>
                  <a:cubicBezTo>
                    <a:pt x="43" y="25"/>
                    <a:pt x="57" y="54"/>
                    <a:pt x="77" y="80"/>
                  </a:cubicBezTo>
                  <a:cubicBezTo>
                    <a:pt x="78" y="83"/>
                    <a:pt x="76" y="81"/>
                    <a:pt x="74" y="82"/>
                  </a:cubicBezTo>
                </a:path>
              </a:pathLst>
            </a:custGeom>
            <a:solidFill>
              <a:srgbClr val="12982F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467">
              <a:extLst>
                <a:ext uri="{FF2B5EF4-FFF2-40B4-BE49-F238E27FC236}">
                  <a16:creationId xmlns:a16="http://schemas.microsoft.com/office/drawing/2014/main" id="{6E50119B-EE79-4299-A70E-EEA475F4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563"/>
              <a:ext cx="54" cy="60"/>
            </a:xfrm>
            <a:custGeom>
              <a:avLst/>
              <a:gdLst>
                <a:gd name="T0" fmla="*/ 24 w 78"/>
                <a:gd name="T1" fmla="*/ 30 h 85"/>
                <a:gd name="T2" fmla="*/ 0 w 78"/>
                <a:gd name="T3" fmla="*/ 13 h 85"/>
                <a:gd name="T4" fmla="*/ 7 w 78"/>
                <a:gd name="T5" fmla="*/ 0 h 85"/>
                <a:gd name="T6" fmla="*/ 26 w 78"/>
                <a:gd name="T7" fmla="*/ 28 h 85"/>
                <a:gd name="T8" fmla="*/ 24 w 78"/>
                <a:gd name="T9" fmla="*/ 29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5">
                  <a:moveTo>
                    <a:pt x="74" y="85"/>
                  </a:moveTo>
                  <a:cubicBezTo>
                    <a:pt x="49" y="70"/>
                    <a:pt x="28" y="41"/>
                    <a:pt x="0" y="36"/>
                  </a:cubicBezTo>
                  <a:cubicBezTo>
                    <a:pt x="5" y="21"/>
                    <a:pt x="12" y="11"/>
                    <a:pt x="22" y="0"/>
                  </a:cubicBezTo>
                  <a:cubicBezTo>
                    <a:pt x="43" y="25"/>
                    <a:pt x="57" y="54"/>
                    <a:pt x="77" y="80"/>
                  </a:cubicBezTo>
                  <a:cubicBezTo>
                    <a:pt x="78" y="83"/>
                    <a:pt x="76" y="81"/>
                    <a:pt x="74" y="8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468">
              <a:extLst>
                <a:ext uri="{FF2B5EF4-FFF2-40B4-BE49-F238E27FC236}">
                  <a16:creationId xmlns:a16="http://schemas.microsoft.com/office/drawing/2014/main" id="{75C2ADC2-062C-4C92-A5BC-D2AE2211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68"/>
              <a:ext cx="14" cy="14"/>
            </a:xfrm>
            <a:custGeom>
              <a:avLst/>
              <a:gdLst>
                <a:gd name="T0" fmla="*/ 7 w 19"/>
                <a:gd name="T1" fmla="*/ 2 h 20"/>
                <a:gd name="T2" fmla="*/ 6 w 19"/>
                <a:gd name="T3" fmla="*/ 6 h 20"/>
                <a:gd name="T4" fmla="*/ 1 w 19"/>
                <a:gd name="T5" fmla="*/ 6 h 20"/>
                <a:gd name="T6" fmla="*/ 1 w 19"/>
                <a:gd name="T7" fmla="*/ 1 h 20"/>
                <a:gd name="T8" fmla="*/ 7 w 19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17" y="5"/>
                  </a:moveTo>
                  <a:cubicBezTo>
                    <a:pt x="19" y="9"/>
                    <a:pt x="19" y="14"/>
                    <a:pt x="15" y="17"/>
                  </a:cubicBezTo>
                  <a:cubicBezTo>
                    <a:pt x="11" y="20"/>
                    <a:pt x="6" y="19"/>
                    <a:pt x="3" y="15"/>
                  </a:cubicBezTo>
                  <a:cubicBezTo>
                    <a:pt x="0" y="12"/>
                    <a:pt x="1" y="6"/>
                    <a:pt x="4" y="3"/>
                  </a:cubicBezTo>
                  <a:cubicBezTo>
                    <a:pt x="8" y="0"/>
                    <a:pt x="14" y="1"/>
                    <a:pt x="17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469">
              <a:extLst>
                <a:ext uri="{FF2B5EF4-FFF2-40B4-BE49-F238E27FC236}">
                  <a16:creationId xmlns:a16="http://schemas.microsoft.com/office/drawing/2014/main" id="{9E939129-1D67-4089-B60C-D0BE5021E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731"/>
              <a:ext cx="15" cy="15"/>
            </a:xfrm>
            <a:custGeom>
              <a:avLst/>
              <a:gdLst>
                <a:gd name="T0" fmla="*/ 6 w 22"/>
                <a:gd name="T1" fmla="*/ 2 h 21"/>
                <a:gd name="T2" fmla="*/ 5 w 22"/>
                <a:gd name="T3" fmla="*/ 6 h 21"/>
                <a:gd name="T4" fmla="*/ 1 w 22"/>
                <a:gd name="T5" fmla="*/ 6 h 21"/>
                <a:gd name="T6" fmla="*/ 1 w 22"/>
                <a:gd name="T7" fmla="*/ 1 h 21"/>
                <a:gd name="T8" fmla="*/ 6 w 22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19" y="5"/>
                  </a:moveTo>
                  <a:cubicBezTo>
                    <a:pt x="22" y="9"/>
                    <a:pt x="21" y="15"/>
                    <a:pt x="17" y="18"/>
                  </a:cubicBezTo>
                  <a:cubicBezTo>
                    <a:pt x="13" y="21"/>
                    <a:pt x="7" y="20"/>
                    <a:pt x="4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10" y="0"/>
                    <a:pt x="15" y="1"/>
                    <a:pt x="19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470">
              <a:extLst>
                <a:ext uri="{FF2B5EF4-FFF2-40B4-BE49-F238E27FC236}">
                  <a16:creationId xmlns:a16="http://schemas.microsoft.com/office/drawing/2014/main" id="{E200B36B-6F38-4DFF-88CB-85832FE65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764"/>
              <a:ext cx="16" cy="16"/>
            </a:xfrm>
            <a:custGeom>
              <a:avLst/>
              <a:gdLst>
                <a:gd name="T0" fmla="*/ 7 w 23"/>
                <a:gd name="T1" fmla="*/ 1 h 23"/>
                <a:gd name="T2" fmla="*/ 6 w 23"/>
                <a:gd name="T3" fmla="*/ 7 h 23"/>
                <a:gd name="T4" fmla="*/ 1 w 23"/>
                <a:gd name="T5" fmla="*/ 6 h 23"/>
                <a:gd name="T6" fmla="*/ 2 w 23"/>
                <a:gd name="T7" fmla="*/ 1 h 23"/>
                <a:gd name="T8" fmla="*/ 7 w 23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0" y="5"/>
                  </a:moveTo>
                  <a:cubicBezTo>
                    <a:pt x="23" y="10"/>
                    <a:pt x="22" y="16"/>
                    <a:pt x="18" y="20"/>
                  </a:cubicBezTo>
                  <a:cubicBezTo>
                    <a:pt x="13" y="23"/>
                    <a:pt x="7" y="22"/>
                    <a:pt x="4" y="17"/>
                  </a:cubicBezTo>
                  <a:cubicBezTo>
                    <a:pt x="0" y="13"/>
                    <a:pt x="1" y="7"/>
                    <a:pt x="6" y="3"/>
                  </a:cubicBezTo>
                  <a:cubicBezTo>
                    <a:pt x="10" y="0"/>
                    <a:pt x="17" y="1"/>
                    <a:pt x="20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471">
              <a:extLst>
                <a:ext uri="{FF2B5EF4-FFF2-40B4-BE49-F238E27FC236}">
                  <a16:creationId xmlns:a16="http://schemas.microsoft.com/office/drawing/2014/main" id="{DDBDF65B-D8D4-4C02-92CE-842BB5BA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715"/>
              <a:ext cx="15" cy="15"/>
            </a:xfrm>
            <a:custGeom>
              <a:avLst/>
              <a:gdLst>
                <a:gd name="T0" fmla="*/ 6 w 22"/>
                <a:gd name="T1" fmla="*/ 2 h 21"/>
                <a:gd name="T2" fmla="*/ 5 w 22"/>
                <a:gd name="T3" fmla="*/ 6 h 21"/>
                <a:gd name="T4" fmla="*/ 1 w 22"/>
                <a:gd name="T5" fmla="*/ 6 h 21"/>
                <a:gd name="T6" fmla="*/ 1 w 22"/>
                <a:gd name="T7" fmla="*/ 1 h 21"/>
                <a:gd name="T8" fmla="*/ 6 w 22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19" y="5"/>
                  </a:moveTo>
                  <a:cubicBezTo>
                    <a:pt x="22" y="9"/>
                    <a:pt x="21" y="15"/>
                    <a:pt x="17" y="18"/>
                  </a:cubicBezTo>
                  <a:cubicBezTo>
                    <a:pt x="13" y="21"/>
                    <a:pt x="7" y="21"/>
                    <a:pt x="4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10" y="0"/>
                    <a:pt x="16" y="1"/>
                    <a:pt x="19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472">
              <a:extLst>
                <a:ext uri="{FF2B5EF4-FFF2-40B4-BE49-F238E27FC236}">
                  <a16:creationId xmlns:a16="http://schemas.microsoft.com/office/drawing/2014/main" id="{56B76D1C-680B-4EA8-B298-04BCB8B0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735"/>
              <a:ext cx="8" cy="7"/>
            </a:xfrm>
            <a:custGeom>
              <a:avLst/>
              <a:gdLst>
                <a:gd name="T0" fmla="*/ 3 w 12"/>
                <a:gd name="T1" fmla="*/ 1 h 11"/>
                <a:gd name="T2" fmla="*/ 3 w 12"/>
                <a:gd name="T3" fmla="*/ 3 h 11"/>
                <a:gd name="T4" fmla="*/ 1 w 12"/>
                <a:gd name="T5" fmla="*/ 2 h 11"/>
                <a:gd name="T6" fmla="*/ 1 w 12"/>
                <a:gd name="T7" fmla="*/ 1 h 11"/>
                <a:gd name="T8" fmla="*/ 3 w 12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0" y="2"/>
                  </a:moveTo>
                  <a:cubicBezTo>
                    <a:pt x="12" y="5"/>
                    <a:pt x="11" y="8"/>
                    <a:pt x="9" y="9"/>
                  </a:cubicBezTo>
                  <a:cubicBezTo>
                    <a:pt x="7" y="11"/>
                    <a:pt x="3" y="11"/>
                    <a:pt x="2" y="8"/>
                  </a:cubicBezTo>
                  <a:cubicBezTo>
                    <a:pt x="0" y="6"/>
                    <a:pt x="1" y="3"/>
                    <a:pt x="3" y="1"/>
                  </a:cubicBezTo>
                  <a:cubicBezTo>
                    <a:pt x="5" y="0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473">
              <a:extLst>
                <a:ext uri="{FF2B5EF4-FFF2-40B4-BE49-F238E27FC236}">
                  <a16:creationId xmlns:a16="http://schemas.microsoft.com/office/drawing/2014/main" id="{17C211B4-34CF-4B2D-AF10-515F24C1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761"/>
              <a:ext cx="9" cy="9"/>
            </a:xfrm>
            <a:custGeom>
              <a:avLst/>
              <a:gdLst>
                <a:gd name="T0" fmla="*/ 5 w 12"/>
                <a:gd name="T1" fmla="*/ 2 h 12"/>
                <a:gd name="T2" fmla="*/ 4 w 12"/>
                <a:gd name="T3" fmla="*/ 5 h 12"/>
                <a:gd name="T4" fmla="*/ 2 w 12"/>
                <a:gd name="T5" fmla="*/ 4 h 12"/>
                <a:gd name="T6" fmla="*/ 2 w 12"/>
                <a:gd name="T7" fmla="*/ 2 h 12"/>
                <a:gd name="T8" fmla="*/ 5 w 12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0" y="3"/>
                  </a:moveTo>
                  <a:cubicBezTo>
                    <a:pt x="12" y="5"/>
                    <a:pt x="11" y="8"/>
                    <a:pt x="9" y="10"/>
                  </a:cubicBezTo>
                  <a:cubicBezTo>
                    <a:pt x="7" y="12"/>
                    <a:pt x="4" y="11"/>
                    <a:pt x="2" y="9"/>
                  </a:cubicBezTo>
                  <a:cubicBezTo>
                    <a:pt x="0" y="7"/>
                    <a:pt x="1" y="4"/>
                    <a:pt x="3" y="2"/>
                  </a:cubicBezTo>
                  <a:cubicBezTo>
                    <a:pt x="5" y="0"/>
                    <a:pt x="8" y="1"/>
                    <a:pt x="10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474">
              <a:extLst>
                <a:ext uri="{FF2B5EF4-FFF2-40B4-BE49-F238E27FC236}">
                  <a16:creationId xmlns:a16="http://schemas.microsoft.com/office/drawing/2014/main" id="{F5BF1011-7C76-457A-A1BF-076FD026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808"/>
              <a:ext cx="17" cy="17"/>
            </a:xfrm>
            <a:custGeom>
              <a:avLst/>
              <a:gdLst>
                <a:gd name="T0" fmla="*/ 7 w 25"/>
                <a:gd name="T1" fmla="*/ 2 h 24"/>
                <a:gd name="T2" fmla="*/ 6 w 25"/>
                <a:gd name="T3" fmla="*/ 8 h 24"/>
                <a:gd name="T4" fmla="*/ 1 w 25"/>
                <a:gd name="T5" fmla="*/ 6 h 24"/>
                <a:gd name="T6" fmla="*/ 2 w 25"/>
                <a:gd name="T7" fmla="*/ 1 h 24"/>
                <a:gd name="T8" fmla="*/ 7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6"/>
                  </a:moveTo>
                  <a:cubicBezTo>
                    <a:pt x="25" y="11"/>
                    <a:pt x="24" y="17"/>
                    <a:pt x="19" y="21"/>
                  </a:cubicBezTo>
                  <a:cubicBezTo>
                    <a:pt x="14" y="24"/>
                    <a:pt x="7" y="23"/>
                    <a:pt x="4" y="19"/>
                  </a:cubicBezTo>
                  <a:cubicBezTo>
                    <a:pt x="0" y="14"/>
                    <a:pt x="1" y="7"/>
                    <a:pt x="6" y="4"/>
                  </a:cubicBezTo>
                  <a:cubicBezTo>
                    <a:pt x="11" y="0"/>
                    <a:pt x="17" y="1"/>
                    <a:pt x="21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475">
              <a:extLst>
                <a:ext uri="{FF2B5EF4-FFF2-40B4-BE49-F238E27FC236}">
                  <a16:creationId xmlns:a16="http://schemas.microsoft.com/office/drawing/2014/main" id="{211E7D92-F969-4BDA-A354-865377D4E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790"/>
              <a:ext cx="14" cy="14"/>
            </a:xfrm>
            <a:custGeom>
              <a:avLst/>
              <a:gdLst>
                <a:gd name="T0" fmla="*/ 6 w 20"/>
                <a:gd name="T1" fmla="*/ 2 h 20"/>
                <a:gd name="T2" fmla="*/ 6 w 20"/>
                <a:gd name="T3" fmla="*/ 6 h 20"/>
                <a:gd name="T4" fmla="*/ 1 w 20"/>
                <a:gd name="T5" fmla="*/ 6 h 20"/>
                <a:gd name="T6" fmla="*/ 2 w 20"/>
                <a:gd name="T7" fmla="*/ 1 h 20"/>
                <a:gd name="T8" fmla="*/ 6 w 20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7" y="5"/>
                  </a:moveTo>
                  <a:cubicBezTo>
                    <a:pt x="20" y="9"/>
                    <a:pt x="19" y="14"/>
                    <a:pt x="15" y="17"/>
                  </a:cubicBezTo>
                  <a:cubicBezTo>
                    <a:pt x="11" y="20"/>
                    <a:pt x="6" y="19"/>
                    <a:pt x="3" y="15"/>
                  </a:cubicBezTo>
                  <a:cubicBezTo>
                    <a:pt x="0" y="11"/>
                    <a:pt x="1" y="6"/>
                    <a:pt x="5" y="3"/>
                  </a:cubicBezTo>
                  <a:cubicBezTo>
                    <a:pt x="8" y="0"/>
                    <a:pt x="14" y="1"/>
                    <a:pt x="17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476">
              <a:extLst>
                <a:ext uri="{FF2B5EF4-FFF2-40B4-BE49-F238E27FC236}">
                  <a16:creationId xmlns:a16="http://schemas.microsoft.com/office/drawing/2014/main" id="{1E6136CE-7F59-43E0-BD14-595585CFC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684"/>
              <a:ext cx="10" cy="10"/>
            </a:xfrm>
            <a:custGeom>
              <a:avLst/>
              <a:gdLst>
                <a:gd name="T0" fmla="*/ 4 w 15"/>
                <a:gd name="T1" fmla="*/ 1 h 15"/>
                <a:gd name="T2" fmla="*/ 3 w 15"/>
                <a:gd name="T3" fmla="*/ 4 h 15"/>
                <a:gd name="T4" fmla="*/ 1 w 15"/>
                <a:gd name="T5" fmla="*/ 3 h 15"/>
                <a:gd name="T6" fmla="*/ 1 w 15"/>
                <a:gd name="T7" fmla="*/ 1 h 15"/>
                <a:gd name="T8" fmla="*/ 4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4"/>
                  </a:moveTo>
                  <a:cubicBezTo>
                    <a:pt x="15" y="7"/>
                    <a:pt x="14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ubicBezTo>
                    <a:pt x="0" y="9"/>
                    <a:pt x="1" y="5"/>
                    <a:pt x="3" y="2"/>
                  </a:cubicBezTo>
                  <a:cubicBezTo>
                    <a:pt x="6" y="0"/>
                    <a:pt x="10" y="1"/>
                    <a:pt x="13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477">
              <a:extLst>
                <a:ext uri="{FF2B5EF4-FFF2-40B4-BE49-F238E27FC236}">
                  <a16:creationId xmlns:a16="http://schemas.microsoft.com/office/drawing/2014/main" id="{D783F6F4-714D-4A5A-8D30-2B94E286E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707"/>
              <a:ext cx="12" cy="13"/>
            </a:xfrm>
            <a:custGeom>
              <a:avLst/>
              <a:gdLst>
                <a:gd name="T0" fmla="*/ 5 w 18"/>
                <a:gd name="T1" fmla="*/ 1 h 18"/>
                <a:gd name="T2" fmla="*/ 4 w 18"/>
                <a:gd name="T3" fmla="*/ 6 h 18"/>
                <a:gd name="T4" fmla="*/ 1 w 18"/>
                <a:gd name="T5" fmla="*/ 5 h 18"/>
                <a:gd name="T6" fmla="*/ 1 w 18"/>
                <a:gd name="T7" fmla="*/ 1 h 18"/>
                <a:gd name="T8" fmla="*/ 5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6" y="4"/>
                  </a:moveTo>
                  <a:cubicBezTo>
                    <a:pt x="18" y="8"/>
                    <a:pt x="18" y="13"/>
                    <a:pt x="14" y="15"/>
                  </a:cubicBezTo>
                  <a:cubicBezTo>
                    <a:pt x="11" y="18"/>
                    <a:pt x="6" y="17"/>
                    <a:pt x="3" y="14"/>
                  </a:cubicBezTo>
                  <a:cubicBezTo>
                    <a:pt x="0" y="10"/>
                    <a:pt x="1" y="5"/>
                    <a:pt x="5" y="3"/>
                  </a:cubicBezTo>
                  <a:cubicBezTo>
                    <a:pt x="8" y="0"/>
                    <a:pt x="13" y="1"/>
                    <a:pt x="16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478">
              <a:extLst>
                <a:ext uri="{FF2B5EF4-FFF2-40B4-BE49-F238E27FC236}">
                  <a16:creationId xmlns:a16="http://schemas.microsoft.com/office/drawing/2014/main" id="{CCFAE63E-2198-4289-AB2E-B72E986FE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848"/>
              <a:ext cx="11" cy="11"/>
            </a:xfrm>
            <a:custGeom>
              <a:avLst/>
              <a:gdLst>
                <a:gd name="T0" fmla="*/ 5 w 16"/>
                <a:gd name="T1" fmla="*/ 1 h 16"/>
                <a:gd name="T2" fmla="*/ 4 w 16"/>
                <a:gd name="T3" fmla="*/ 5 h 16"/>
                <a:gd name="T4" fmla="*/ 1 w 16"/>
                <a:gd name="T5" fmla="*/ 4 h 16"/>
                <a:gd name="T6" fmla="*/ 1 w 16"/>
                <a:gd name="T7" fmla="*/ 1 h 16"/>
                <a:gd name="T8" fmla="*/ 5 w 16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4" y="4"/>
                  </a:moveTo>
                  <a:cubicBezTo>
                    <a:pt x="16" y="7"/>
                    <a:pt x="16" y="11"/>
                    <a:pt x="13" y="14"/>
                  </a:cubicBezTo>
                  <a:cubicBezTo>
                    <a:pt x="9" y="16"/>
                    <a:pt x="5" y="15"/>
                    <a:pt x="2" y="12"/>
                  </a:cubicBezTo>
                  <a:cubicBezTo>
                    <a:pt x="0" y="9"/>
                    <a:pt x="1" y="4"/>
                    <a:pt x="4" y="2"/>
                  </a:cubicBezTo>
                  <a:cubicBezTo>
                    <a:pt x="7" y="0"/>
                    <a:pt x="12" y="0"/>
                    <a:pt x="14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479">
              <a:extLst>
                <a:ext uri="{FF2B5EF4-FFF2-40B4-BE49-F238E27FC236}">
                  <a16:creationId xmlns:a16="http://schemas.microsoft.com/office/drawing/2014/main" id="{99242C84-8FE9-4901-B587-08945D49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778"/>
              <a:ext cx="15" cy="16"/>
            </a:xfrm>
            <a:custGeom>
              <a:avLst/>
              <a:gdLst>
                <a:gd name="T0" fmla="*/ 6 w 21"/>
                <a:gd name="T1" fmla="*/ 2 h 22"/>
                <a:gd name="T2" fmla="*/ 6 w 21"/>
                <a:gd name="T3" fmla="*/ 7 h 22"/>
                <a:gd name="T4" fmla="*/ 1 w 21"/>
                <a:gd name="T5" fmla="*/ 7 h 22"/>
                <a:gd name="T6" fmla="*/ 2 w 21"/>
                <a:gd name="T7" fmla="*/ 1 h 22"/>
                <a:gd name="T8" fmla="*/ 6 w 21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18" y="5"/>
                  </a:moveTo>
                  <a:cubicBezTo>
                    <a:pt x="21" y="10"/>
                    <a:pt x="20" y="15"/>
                    <a:pt x="16" y="19"/>
                  </a:cubicBezTo>
                  <a:cubicBezTo>
                    <a:pt x="12" y="22"/>
                    <a:pt x="6" y="21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ubicBezTo>
                    <a:pt x="9" y="0"/>
                    <a:pt x="15" y="1"/>
                    <a:pt x="18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480">
              <a:extLst>
                <a:ext uri="{FF2B5EF4-FFF2-40B4-BE49-F238E27FC236}">
                  <a16:creationId xmlns:a16="http://schemas.microsoft.com/office/drawing/2014/main" id="{00446048-1244-4D90-86EF-03CCA6D9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839"/>
              <a:ext cx="15" cy="15"/>
            </a:xfrm>
            <a:custGeom>
              <a:avLst/>
              <a:gdLst>
                <a:gd name="T0" fmla="*/ 6 w 21"/>
                <a:gd name="T1" fmla="*/ 2 h 21"/>
                <a:gd name="T2" fmla="*/ 6 w 21"/>
                <a:gd name="T3" fmla="*/ 6 h 21"/>
                <a:gd name="T4" fmla="*/ 1 w 21"/>
                <a:gd name="T5" fmla="*/ 6 h 21"/>
                <a:gd name="T6" fmla="*/ 2 w 21"/>
                <a:gd name="T7" fmla="*/ 1 h 21"/>
                <a:gd name="T8" fmla="*/ 6 w 21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8" y="5"/>
                  </a:moveTo>
                  <a:cubicBezTo>
                    <a:pt x="21" y="9"/>
                    <a:pt x="20" y="15"/>
                    <a:pt x="16" y="18"/>
                  </a:cubicBezTo>
                  <a:cubicBezTo>
                    <a:pt x="12" y="21"/>
                    <a:pt x="6" y="20"/>
                    <a:pt x="3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481">
              <a:extLst>
                <a:ext uri="{FF2B5EF4-FFF2-40B4-BE49-F238E27FC236}">
                  <a16:creationId xmlns:a16="http://schemas.microsoft.com/office/drawing/2014/main" id="{524BFDC0-B9D9-4ED2-98EE-C2A569468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801"/>
              <a:ext cx="10" cy="9"/>
            </a:xfrm>
            <a:custGeom>
              <a:avLst/>
              <a:gdLst>
                <a:gd name="T0" fmla="*/ 5 w 13"/>
                <a:gd name="T1" fmla="*/ 1 h 13"/>
                <a:gd name="T2" fmla="*/ 5 w 13"/>
                <a:gd name="T3" fmla="*/ 4 h 13"/>
                <a:gd name="T4" fmla="*/ 2 w 13"/>
                <a:gd name="T5" fmla="*/ 3 h 13"/>
                <a:gd name="T6" fmla="*/ 2 w 13"/>
                <a:gd name="T7" fmla="*/ 1 h 13"/>
                <a:gd name="T8" fmla="*/ 5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5"/>
                    <a:pt x="13" y="9"/>
                    <a:pt x="10" y="11"/>
                  </a:cubicBezTo>
                  <a:cubicBezTo>
                    <a:pt x="8" y="13"/>
                    <a:pt x="4" y="12"/>
                    <a:pt x="2" y="10"/>
                  </a:cubicBezTo>
                  <a:cubicBezTo>
                    <a:pt x="0" y="7"/>
                    <a:pt x="1" y="4"/>
                    <a:pt x="3" y="2"/>
                  </a:cubicBezTo>
                  <a:cubicBezTo>
                    <a:pt x="6" y="0"/>
                    <a:pt x="9" y="0"/>
                    <a:pt x="11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482">
              <a:extLst>
                <a:ext uri="{FF2B5EF4-FFF2-40B4-BE49-F238E27FC236}">
                  <a16:creationId xmlns:a16="http://schemas.microsoft.com/office/drawing/2014/main" id="{F03D5265-BD43-4083-A14F-9B5EA23D0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844"/>
              <a:ext cx="17" cy="17"/>
            </a:xfrm>
            <a:custGeom>
              <a:avLst/>
              <a:gdLst>
                <a:gd name="T0" fmla="*/ 8 w 24"/>
                <a:gd name="T1" fmla="*/ 2 h 24"/>
                <a:gd name="T2" fmla="*/ 6 w 24"/>
                <a:gd name="T3" fmla="*/ 8 h 24"/>
                <a:gd name="T4" fmla="*/ 1 w 24"/>
                <a:gd name="T5" fmla="*/ 6 h 24"/>
                <a:gd name="T6" fmla="*/ 2 w 24"/>
                <a:gd name="T7" fmla="*/ 1 h 24"/>
                <a:gd name="T8" fmla="*/ 8 w 24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1" y="6"/>
                  </a:moveTo>
                  <a:cubicBezTo>
                    <a:pt x="24" y="10"/>
                    <a:pt x="23" y="17"/>
                    <a:pt x="18" y="21"/>
                  </a:cubicBezTo>
                  <a:cubicBezTo>
                    <a:pt x="14" y="24"/>
                    <a:pt x="7" y="23"/>
                    <a:pt x="3" y="19"/>
                  </a:cubicBezTo>
                  <a:cubicBezTo>
                    <a:pt x="0" y="14"/>
                    <a:pt x="1" y="7"/>
                    <a:pt x="5" y="3"/>
                  </a:cubicBezTo>
                  <a:cubicBezTo>
                    <a:pt x="10" y="0"/>
                    <a:pt x="17" y="1"/>
                    <a:pt x="21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483">
              <a:extLst>
                <a:ext uri="{FF2B5EF4-FFF2-40B4-BE49-F238E27FC236}">
                  <a16:creationId xmlns:a16="http://schemas.microsoft.com/office/drawing/2014/main" id="{4BDF42FE-4F6E-4FCB-A8AF-08940069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634"/>
              <a:ext cx="9" cy="7"/>
            </a:xfrm>
            <a:custGeom>
              <a:avLst/>
              <a:gdLst>
                <a:gd name="T0" fmla="*/ 5 w 12"/>
                <a:gd name="T1" fmla="*/ 1 h 11"/>
                <a:gd name="T2" fmla="*/ 4 w 12"/>
                <a:gd name="T3" fmla="*/ 3 h 11"/>
                <a:gd name="T4" fmla="*/ 2 w 12"/>
                <a:gd name="T5" fmla="*/ 3 h 11"/>
                <a:gd name="T6" fmla="*/ 2 w 12"/>
                <a:gd name="T7" fmla="*/ 1 h 11"/>
                <a:gd name="T8" fmla="*/ 5 w 12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0" y="3"/>
                  </a:moveTo>
                  <a:cubicBezTo>
                    <a:pt x="12" y="5"/>
                    <a:pt x="11" y="8"/>
                    <a:pt x="9" y="10"/>
                  </a:cubicBezTo>
                  <a:cubicBezTo>
                    <a:pt x="7" y="11"/>
                    <a:pt x="4" y="11"/>
                    <a:pt x="2" y="9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8" y="0"/>
                    <a:pt x="10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484">
              <a:extLst>
                <a:ext uri="{FF2B5EF4-FFF2-40B4-BE49-F238E27FC236}">
                  <a16:creationId xmlns:a16="http://schemas.microsoft.com/office/drawing/2014/main" id="{EE40AD09-5378-4FF8-995B-E582086A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579"/>
              <a:ext cx="12" cy="12"/>
            </a:xfrm>
            <a:custGeom>
              <a:avLst/>
              <a:gdLst>
                <a:gd name="T0" fmla="*/ 5 w 18"/>
                <a:gd name="T1" fmla="*/ 1 h 18"/>
                <a:gd name="T2" fmla="*/ 4 w 18"/>
                <a:gd name="T3" fmla="*/ 5 h 18"/>
                <a:gd name="T4" fmla="*/ 1 w 18"/>
                <a:gd name="T5" fmla="*/ 4 h 18"/>
                <a:gd name="T6" fmla="*/ 1 w 18"/>
                <a:gd name="T7" fmla="*/ 1 h 18"/>
                <a:gd name="T8" fmla="*/ 5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6" y="5"/>
                  </a:moveTo>
                  <a:cubicBezTo>
                    <a:pt x="18" y="8"/>
                    <a:pt x="18" y="13"/>
                    <a:pt x="14" y="16"/>
                  </a:cubicBezTo>
                  <a:cubicBezTo>
                    <a:pt x="11" y="18"/>
                    <a:pt x="6" y="18"/>
                    <a:pt x="3" y="14"/>
                  </a:cubicBezTo>
                  <a:cubicBezTo>
                    <a:pt x="0" y="11"/>
                    <a:pt x="1" y="6"/>
                    <a:pt x="5" y="3"/>
                  </a:cubicBezTo>
                  <a:cubicBezTo>
                    <a:pt x="8" y="0"/>
                    <a:pt x="13" y="1"/>
                    <a:pt x="16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485">
              <a:extLst>
                <a:ext uri="{FF2B5EF4-FFF2-40B4-BE49-F238E27FC236}">
                  <a16:creationId xmlns:a16="http://schemas.microsoft.com/office/drawing/2014/main" id="{F15B8E48-E9AC-4136-B047-1F560FC5B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630"/>
              <a:ext cx="9" cy="9"/>
            </a:xfrm>
            <a:custGeom>
              <a:avLst/>
              <a:gdLst>
                <a:gd name="T0" fmla="*/ 4 w 13"/>
                <a:gd name="T1" fmla="*/ 1 h 13"/>
                <a:gd name="T2" fmla="*/ 3 w 13"/>
                <a:gd name="T3" fmla="*/ 4 h 13"/>
                <a:gd name="T4" fmla="*/ 1 w 13"/>
                <a:gd name="T5" fmla="*/ 3 h 13"/>
                <a:gd name="T6" fmla="*/ 1 w 13"/>
                <a:gd name="T7" fmla="*/ 1 h 13"/>
                <a:gd name="T8" fmla="*/ 4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9"/>
                    <a:pt x="10" y="11"/>
                  </a:cubicBezTo>
                  <a:cubicBezTo>
                    <a:pt x="7" y="13"/>
                    <a:pt x="4" y="13"/>
                    <a:pt x="2" y="10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5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486">
              <a:extLst>
                <a:ext uri="{FF2B5EF4-FFF2-40B4-BE49-F238E27FC236}">
                  <a16:creationId xmlns:a16="http://schemas.microsoft.com/office/drawing/2014/main" id="{CA0DE14F-7CA5-4C03-9835-A9E720572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678"/>
              <a:ext cx="7" cy="7"/>
            </a:xfrm>
            <a:custGeom>
              <a:avLst/>
              <a:gdLst>
                <a:gd name="T0" fmla="*/ 3 w 10"/>
                <a:gd name="T1" fmla="*/ 1 h 10"/>
                <a:gd name="T2" fmla="*/ 3 w 10"/>
                <a:gd name="T3" fmla="*/ 3 h 10"/>
                <a:gd name="T4" fmla="*/ 1 w 10"/>
                <a:gd name="T5" fmla="*/ 3 h 10"/>
                <a:gd name="T6" fmla="*/ 1 w 10"/>
                <a:gd name="T7" fmla="*/ 1 h 10"/>
                <a:gd name="T8" fmla="*/ 3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2"/>
                  </a:moveTo>
                  <a:cubicBezTo>
                    <a:pt x="10" y="4"/>
                    <a:pt x="10" y="7"/>
                    <a:pt x="8" y="8"/>
                  </a:cubicBezTo>
                  <a:cubicBezTo>
                    <a:pt x="6" y="10"/>
                    <a:pt x="3" y="9"/>
                    <a:pt x="2" y="7"/>
                  </a:cubicBezTo>
                  <a:cubicBezTo>
                    <a:pt x="0" y="6"/>
                    <a:pt x="1" y="3"/>
                    <a:pt x="3" y="1"/>
                  </a:cubicBezTo>
                  <a:cubicBezTo>
                    <a:pt x="4" y="0"/>
                    <a:pt x="7" y="0"/>
                    <a:pt x="9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487">
              <a:extLst>
                <a:ext uri="{FF2B5EF4-FFF2-40B4-BE49-F238E27FC236}">
                  <a16:creationId xmlns:a16="http://schemas.microsoft.com/office/drawing/2014/main" id="{6CBCCF6F-83F7-429B-99AB-27D5763B7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638"/>
              <a:ext cx="5" cy="6"/>
            </a:xfrm>
            <a:custGeom>
              <a:avLst/>
              <a:gdLst>
                <a:gd name="T0" fmla="*/ 2 w 8"/>
                <a:gd name="T1" fmla="*/ 2 h 8"/>
                <a:gd name="T2" fmla="*/ 2 w 8"/>
                <a:gd name="T3" fmla="*/ 3 h 8"/>
                <a:gd name="T4" fmla="*/ 1 w 8"/>
                <a:gd name="T5" fmla="*/ 3 h 8"/>
                <a:gd name="T6" fmla="*/ 1 w 8"/>
                <a:gd name="T7" fmla="*/ 1 h 8"/>
                <a:gd name="T8" fmla="*/ 2 w 8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8" y="3"/>
                    <a:pt x="8" y="5"/>
                    <a:pt x="6" y="7"/>
                  </a:cubicBezTo>
                  <a:cubicBezTo>
                    <a:pt x="5" y="8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4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488">
              <a:extLst>
                <a:ext uri="{FF2B5EF4-FFF2-40B4-BE49-F238E27FC236}">
                  <a16:creationId xmlns:a16="http://schemas.microsoft.com/office/drawing/2014/main" id="{B75505A1-DBCC-4CDA-B3E4-31B09C51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770"/>
              <a:ext cx="6" cy="6"/>
            </a:xfrm>
            <a:custGeom>
              <a:avLst/>
              <a:gdLst>
                <a:gd name="T0" fmla="*/ 3 w 8"/>
                <a:gd name="T1" fmla="*/ 2 h 8"/>
                <a:gd name="T2" fmla="*/ 3 w 8"/>
                <a:gd name="T3" fmla="*/ 3 h 8"/>
                <a:gd name="T4" fmla="*/ 1 w 8"/>
                <a:gd name="T5" fmla="*/ 3 h 8"/>
                <a:gd name="T6" fmla="*/ 1 w 8"/>
                <a:gd name="T7" fmla="*/ 1 h 8"/>
                <a:gd name="T8" fmla="*/ 3 w 8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8" y="3"/>
                    <a:pt x="7" y="5"/>
                    <a:pt x="6" y="7"/>
                  </a:cubicBezTo>
                  <a:cubicBezTo>
                    <a:pt x="4" y="8"/>
                    <a:pt x="2" y="8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489">
              <a:extLst>
                <a:ext uri="{FF2B5EF4-FFF2-40B4-BE49-F238E27FC236}">
                  <a16:creationId xmlns:a16="http://schemas.microsoft.com/office/drawing/2014/main" id="{1160E4E9-63BD-4D69-94E7-B1EB07E7C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859"/>
              <a:ext cx="6" cy="5"/>
            </a:xfrm>
            <a:custGeom>
              <a:avLst/>
              <a:gdLst>
                <a:gd name="T0" fmla="*/ 3 w 8"/>
                <a:gd name="T1" fmla="*/ 1 h 8"/>
                <a:gd name="T2" fmla="*/ 3 w 8"/>
                <a:gd name="T3" fmla="*/ 2 h 8"/>
                <a:gd name="T4" fmla="*/ 1 w 8"/>
                <a:gd name="T5" fmla="*/ 2 h 8"/>
                <a:gd name="T6" fmla="*/ 2 w 8"/>
                <a:gd name="T7" fmla="*/ 1 h 8"/>
                <a:gd name="T8" fmla="*/ 3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8" y="3"/>
                    <a:pt x="8" y="6"/>
                    <a:pt x="6" y="7"/>
                  </a:cubicBezTo>
                  <a:cubicBezTo>
                    <a:pt x="4" y="8"/>
                    <a:pt x="2" y="8"/>
                    <a:pt x="1" y="6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3" y="0"/>
                    <a:pt x="5" y="0"/>
                    <a:pt x="7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490">
              <a:extLst>
                <a:ext uri="{FF2B5EF4-FFF2-40B4-BE49-F238E27FC236}">
                  <a16:creationId xmlns:a16="http://schemas.microsoft.com/office/drawing/2014/main" id="{5A635C48-1C6A-4D53-A7B6-5B280B177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299"/>
              <a:ext cx="386" cy="457"/>
            </a:xfrm>
            <a:custGeom>
              <a:avLst/>
              <a:gdLst>
                <a:gd name="T0" fmla="*/ 94 w 548"/>
                <a:gd name="T1" fmla="*/ 29 h 648"/>
                <a:gd name="T2" fmla="*/ 9 w 548"/>
                <a:gd name="T3" fmla="*/ 48 h 648"/>
                <a:gd name="T4" fmla="*/ 65 w 548"/>
                <a:gd name="T5" fmla="*/ 168 h 648"/>
                <a:gd name="T6" fmla="*/ 149 w 548"/>
                <a:gd name="T7" fmla="*/ 150 h 648"/>
                <a:gd name="T8" fmla="*/ 94 w 548"/>
                <a:gd name="T9" fmla="*/ 29 h 6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8" h="648">
                  <a:moveTo>
                    <a:pt x="268" y="82"/>
                  </a:moveTo>
                  <a:cubicBezTo>
                    <a:pt x="187" y="113"/>
                    <a:pt x="55" y="21"/>
                    <a:pt x="27" y="138"/>
                  </a:cubicBezTo>
                  <a:cubicBezTo>
                    <a:pt x="0" y="255"/>
                    <a:pt x="110" y="410"/>
                    <a:pt x="184" y="478"/>
                  </a:cubicBezTo>
                  <a:cubicBezTo>
                    <a:pt x="258" y="546"/>
                    <a:pt x="299" y="648"/>
                    <a:pt x="424" y="425"/>
                  </a:cubicBezTo>
                  <a:cubicBezTo>
                    <a:pt x="548" y="201"/>
                    <a:pt x="482" y="0"/>
                    <a:pt x="268" y="82"/>
                  </a:cubicBezTo>
                  <a:close/>
                </a:path>
              </a:pathLst>
            </a:custGeom>
            <a:solidFill>
              <a:srgbClr val="E0111A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491">
              <a:extLst>
                <a:ext uri="{FF2B5EF4-FFF2-40B4-BE49-F238E27FC236}">
                  <a16:creationId xmlns:a16="http://schemas.microsoft.com/office/drawing/2014/main" id="{BA1A2A57-7F83-4FD9-9FEC-F52EDB7C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316"/>
              <a:ext cx="211" cy="103"/>
            </a:xfrm>
            <a:custGeom>
              <a:avLst/>
              <a:gdLst>
                <a:gd name="T0" fmla="*/ 44 w 300"/>
                <a:gd name="T1" fmla="*/ 13 h 147"/>
                <a:gd name="T2" fmla="*/ 10 w 300"/>
                <a:gd name="T3" fmla="*/ 11 h 147"/>
                <a:gd name="T4" fmla="*/ 39 w 300"/>
                <a:gd name="T5" fmla="*/ 17 h 147"/>
                <a:gd name="T6" fmla="*/ 0 w 300"/>
                <a:gd name="T7" fmla="*/ 30 h 147"/>
                <a:gd name="T8" fmla="*/ 22 w 300"/>
                <a:gd name="T9" fmla="*/ 25 h 147"/>
                <a:gd name="T10" fmla="*/ 37 w 300"/>
                <a:gd name="T11" fmla="*/ 25 h 147"/>
                <a:gd name="T12" fmla="*/ 17 w 300"/>
                <a:gd name="T13" fmla="*/ 48 h 147"/>
                <a:gd name="T14" fmla="*/ 48 w 300"/>
                <a:gd name="T15" fmla="*/ 29 h 147"/>
                <a:gd name="T16" fmla="*/ 51 w 300"/>
                <a:gd name="T17" fmla="*/ 50 h 147"/>
                <a:gd name="T18" fmla="*/ 62 w 300"/>
                <a:gd name="T19" fmla="*/ 29 h 147"/>
                <a:gd name="T20" fmla="*/ 81 w 300"/>
                <a:gd name="T21" fmla="*/ 39 h 147"/>
                <a:gd name="T22" fmla="*/ 77 w 300"/>
                <a:gd name="T23" fmla="*/ 25 h 147"/>
                <a:gd name="T24" fmla="*/ 104 w 300"/>
                <a:gd name="T25" fmla="*/ 23 h 147"/>
                <a:gd name="T26" fmla="*/ 72 w 300"/>
                <a:gd name="T27" fmla="*/ 18 h 147"/>
                <a:gd name="T28" fmla="*/ 99 w 300"/>
                <a:gd name="T29" fmla="*/ 5 h 147"/>
                <a:gd name="T30" fmla="*/ 55 w 300"/>
                <a:gd name="T31" fmla="*/ 13 h 147"/>
                <a:gd name="T32" fmla="*/ 64 w 300"/>
                <a:gd name="T33" fmla="*/ 3 h 147"/>
                <a:gd name="T34" fmla="*/ 50 w 300"/>
                <a:gd name="T35" fmla="*/ 9 h 147"/>
                <a:gd name="T36" fmla="*/ 39 w 300"/>
                <a:gd name="T37" fmla="*/ 4 h 147"/>
                <a:gd name="T38" fmla="*/ 44 w 300"/>
                <a:gd name="T39" fmla="*/ 13 h 14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0" h="147">
                  <a:moveTo>
                    <a:pt x="126" y="37"/>
                  </a:moveTo>
                  <a:cubicBezTo>
                    <a:pt x="98" y="23"/>
                    <a:pt x="57" y="20"/>
                    <a:pt x="28" y="31"/>
                  </a:cubicBezTo>
                  <a:cubicBezTo>
                    <a:pt x="57" y="34"/>
                    <a:pt x="86" y="37"/>
                    <a:pt x="112" y="48"/>
                  </a:cubicBezTo>
                  <a:cubicBezTo>
                    <a:pt x="70" y="45"/>
                    <a:pt x="18" y="45"/>
                    <a:pt x="0" y="88"/>
                  </a:cubicBezTo>
                  <a:cubicBezTo>
                    <a:pt x="21" y="83"/>
                    <a:pt x="39" y="74"/>
                    <a:pt x="62" y="73"/>
                  </a:cubicBezTo>
                  <a:cubicBezTo>
                    <a:pt x="77" y="73"/>
                    <a:pt x="92" y="73"/>
                    <a:pt x="107" y="72"/>
                  </a:cubicBezTo>
                  <a:cubicBezTo>
                    <a:pt x="69" y="85"/>
                    <a:pt x="68" y="116"/>
                    <a:pt x="49" y="141"/>
                  </a:cubicBezTo>
                  <a:cubicBezTo>
                    <a:pt x="71" y="117"/>
                    <a:pt x="99" y="85"/>
                    <a:pt x="136" y="83"/>
                  </a:cubicBezTo>
                  <a:cubicBezTo>
                    <a:pt x="135" y="105"/>
                    <a:pt x="143" y="125"/>
                    <a:pt x="145" y="147"/>
                  </a:cubicBezTo>
                  <a:cubicBezTo>
                    <a:pt x="148" y="133"/>
                    <a:pt x="159" y="88"/>
                    <a:pt x="178" y="83"/>
                  </a:cubicBezTo>
                  <a:cubicBezTo>
                    <a:pt x="192" y="79"/>
                    <a:pt x="218" y="105"/>
                    <a:pt x="232" y="111"/>
                  </a:cubicBezTo>
                  <a:cubicBezTo>
                    <a:pt x="227" y="98"/>
                    <a:pt x="224" y="84"/>
                    <a:pt x="222" y="71"/>
                  </a:cubicBezTo>
                  <a:cubicBezTo>
                    <a:pt x="241" y="63"/>
                    <a:pt x="278" y="62"/>
                    <a:pt x="300" y="67"/>
                  </a:cubicBezTo>
                  <a:cubicBezTo>
                    <a:pt x="269" y="64"/>
                    <a:pt x="239" y="43"/>
                    <a:pt x="207" y="50"/>
                  </a:cubicBezTo>
                  <a:cubicBezTo>
                    <a:pt x="222" y="31"/>
                    <a:pt x="259" y="19"/>
                    <a:pt x="285" y="14"/>
                  </a:cubicBezTo>
                  <a:cubicBezTo>
                    <a:pt x="240" y="0"/>
                    <a:pt x="196" y="21"/>
                    <a:pt x="158" y="38"/>
                  </a:cubicBezTo>
                  <a:cubicBezTo>
                    <a:pt x="165" y="27"/>
                    <a:pt x="172" y="16"/>
                    <a:pt x="183" y="8"/>
                  </a:cubicBezTo>
                  <a:cubicBezTo>
                    <a:pt x="170" y="3"/>
                    <a:pt x="152" y="17"/>
                    <a:pt x="143" y="27"/>
                  </a:cubicBezTo>
                  <a:cubicBezTo>
                    <a:pt x="131" y="23"/>
                    <a:pt x="124" y="14"/>
                    <a:pt x="111" y="12"/>
                  </a:cubicBezTo>
                  <a:cubicBezTo>
                    <a:pt x="118" y="19"/>
                    <a:pt x="125" y="29"/>
                    <a:pt x="126" y="39"/>
                  </a:cubicBezTo>
                </a:path>
              </a:pathLst>
            </a:custGeom>
            <a:solidFill>
              <a:srgbClr val="12982F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492">
              <a:extLst>
                <a:ext uri="{FF2B5EF4-FFF2-40B4-BE49-F238E27FC236}">
                  <a16:creationId xmlns:a16="http://schemas.microsoft.com/office/drawing/2014/main" id="{6D2A12DA-A6D0-4303-8370-45E2384EB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316"/>
              <a:ext cx="211" cy="103"/>
            </a:xfrm>
            <a:custGeom>
              <a:avLst/>
              <a:gdLst>
                <a:gd name="T0" fmla="*/ 44 w 300"/>
                <a:gd name="T1" fmla="*/ 13 h 147"/>
                <a:gd name="T2" fmla="*/ 10 w 300"/>
                <a:gd name="T3" fmla="*/ 11 h 147"/>
                <a:gd name="T4" fmla="*/ 39 w 300"/>
                <a:gd name="T5" fmla="*/ 17 h 147"/>
                <a:gd name="T6" fmla="*/ 0 w 300"/>
                <a:gd name="T7" fmla="*/ 30 h 147"/>
                <a:gd name="T8" fmla="*/ 22 w 300"/>
                <a:gd name="T9" fmla="*/ 25 h 147"/>
                <a:gd name="T10" fmla="*/ 37 w 300"/>
                <a:gd name="T11" fmla="*/ 25 h 147"/>
                <a:gd name="T12" fmla="*/ 17 w 300"/>
                <a:gd name="T13" fmla="*/ 48 h 147"/>
                <a:gd name="T14" fmla="*/ 48 w 300"/>
                <a:gd name="T15" fmla="*/ 29 h 147"/>
                <a:gd name="T16" fmla="*/ 51 w 300"/>
                <a:gd name="T17" fmla="*/ 50 h 147"/>
                <a:gd name="T18" fmla="*/ 62 w 300"/>
                <a:gd name="T19" fmla="*/ 29 h 147"/>
                <a:gd name="T20" fmla="*/ 81 w 300"/>
                <a:gd name="T21" fmla="*/ 39 h 147"/>
                <a:gd name="T22" fmla="*/ 77 w 300"/>
                <a:gd name="T23" fmla="*/ 25 h 147"/>
                <a:gd name="T24" fmla="*/ 104 w 300"/>
                <a:gd name="T25" fmla="*/ 23 h 147"/>
                <a:gd name="T26" fmla="*/ 72 w 300"/>
                <a:gd name="T27" fmla="*/ 18 h 147"/>
                <a:gd name="T28" fmla="*/ 99 w 300"/>
                <a:gd name="T29" fmla="*/ 5 h 147"/>
                <a:gd name="T30" fmla="*/ 55 w 300"/>
                <a:gd name="T31" fmla="*/ 13 h 147"/>
                <a:gd name="T32" fmla="*/ 64 w 300"/>
                <a:gd name="T33" fmla="*/ 3 h 147"/>
                <a:gd name="T34" fmla="*/ 50 w 300"/>
                <a:gd name="T35" fmla="*/ 9 h 147"/>
                <a:gd name="T36" fmla="*/ 39 w 300"/>
                <a:gd name="T37" fmla="*/ 4 h 147"/>
                <a:gd name="T38" fmla="*/ 44 w 300"/>
                <a:gd name="T39" fmla="*/ 13 h 14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0" h="147">
                  <a:moveTo>
                    <a:pt x="126" y="37"/>
                  </a:moveTo>
                  <a:cubicBezTo>
                    <a:pt x="98" y="23"/>
                    <a:pt x="57" y="20"/>
                    <a:pt x="28" y="31"/>
                  </a:cubicBezTo>
                  <a:cubicBezTo>
                    <a:pt x="57" y="34"/>
                    <a:pt x="86" y="37"/>
                    <a:pt x="112" y="48"/>
                  </a:cubicBezTo>
                  <a:cubicBezTo>
                    <a:pt x="70" y="45"/>
                    <a:pt x="18" y="45"/>
                    <a:pt x="0" y="88"/>
                  </a:cubicBezTo>
                  <a:cubicBezTo>
                    <a:pt x="21" y="83"/>
                    <a:pt x="39" y="74"/>
                    <a:pt x="62" y="73"/>
                  </a:cubicBezTo>
                  <a:cubicBezTo>
                    <a:pt x="77" y="73"/>
                    <a:pt x="92" y="73"/>
                    <a:pt x="107" y="72"/>
                  </a:cubicBezTo>
                  <a:cubicBezTo>
                    <a:pt x="69" y="85"/>
                    <a:pt x="68" y="116"/>
                    <a:pt x="49" y="141"/>
                  </a:cubicBezTo>
                  <a:cubicBezTo>
                    <a:pt x="71" y="117"/>
                    <a:pt x="99" y="85"/>
                    <a:pt x="136" y="83"/>
                  </a:cubicBezTo>
                  <a:cubicBezTo>
                    <a:pt x="135" y="105"/>
                    <a:pt x="143" y="125"/>
                    <a:pt x="145" y="147"/>
                  </a:cubicBezTo>
                  <a:cubicBezTo>
                    <a:pt x="148" y="133"/>
                    <a:pt x="159" y="88"/>
                    <a:pt x="178" y="83"/>
                  </a:cubicBezTo>
                  <a:cubicBezTo>
                    <a:pt x="192" y="79"/>
                    <a:pt x="218" y="105"/>
                    <a:pt x="232" y="111"/>
                  </a:cubicBezTo>
                  <a:cubicBezTo>
                    <a:pt x="227" y="98"/>
                    <a:pt x="224" y="84"/>
                    <a:pt x="222" y="71"/>
                  </a:cubicBezTo>
                  <a:cubicBezTo>
                    <a:pt x="241" y="63"/>
                    <a:pt x="278" y="62"/>
                    <a:pt x="300" y="67"/>
                  </a:cubicBezTo>
                  <a:cubicBezTo>
                    <a:pt x="269" y="64"/>
                    <a:pt x="239" y="43"/>
                    <a:pt x="207" y="50"/>
                  </a:cubicBezTo>
                  <a:cubicBezTo>
                    <a:pt x="222" y="31"/>
                    <a:pt x="259" y="19"/>
                    <a:pt x="285" y="14"/>
                  </a:cubicBezTo>
                  <a:cubicBezTo>
                    <a:pt x="240" y="0"/>
                    <a:pt x="196" y="21"/>
                    <a:pt x="158" y="38"/>
                  </a:cubicBezTo>
                  <a:cubicBezTo>
                    <a:pt x="165" y="27"/>
                    <a:pt x="172" y="16"/>
                    <a:pt x="183" y="8"/>
                  </a:cubicBezTo>
                  <a:cubicBezTo>
                    <a:pt x="170" y="3"/>
                    <a:pt x="152" y="17"/>
                    <a:pt x="143" y="27"/>
                  </a:cubicBezTo>
                  <a:cubicBezTo>
                    <a:pt x="131" y="23"/>
                    <a:pt x="124" y="14"/>
                    <a:pt x="111" y="12"/>
                  </a:cubicBezTo>
                  <a:cubicBezTo>
                    <a:pt x="118" y="19"/>
                    <a:pt x="125" y="29"/>
                    <a:pt x="126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493">
              <a:extLst>
                <a:ext uri="{FF2B5EF4-FFF2-40B4-BE49-F238E27FC236}">
                  <a16:creationId xmlns:a16="http://schemas.microsoft.com/office/drawing/2014/main" id="{7135CB85-4ABF-4CDB-B291-5C853582F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297"/>
              <a:ext cx="27" cy="61"/>
            </a:xfrm>
            <a:custGeom>
              <a:avLst/>
              <a:gdLst>
                <a:gd name="T0" fmla="*/ 9 w 38"/>
                <a:gd name="T1" fmla="*/ 31 h 86"/>
                <a:gd name="T2" fmla="*/ 0 w 38"/>
                <a:gd name="T3" fmla="*/ 4 h 86"/>
                <a:gd name="T4" fmla="*/ 14 w 38"/>
                <a:gd name="T5" fmla="*/ 0 h 86"/>
                <a:gd name="T6" fmla="*/ 11 w 38"/>
                <a:gd name="T7" fmla="*/ 30 h 86"/>
                <a:gd name="T8" fmla="*/ 9 w 38"/>
                <a:gd name="T9" fmla="*/ 3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24" y="84"/>
                  </a:moveTo>
                  <a:cubicBezTo>
                    <a:pt x="16" y="61"/>
                    <a:pt x="18" y="30"/>
                    <a:pt x="0" y="10"/>
                  </a:cubicBezTo>
                  <a:cubicBezTo>
                    <a:pt x="13" y="4"/>
                    <a:pt x="24" y="1"/>
                    <a:pt x="38" y="0"/>
                  </a:cubicBezTo>
                  <a:cubicBezTo>
                    <a:pt x="38" y="28"/>
                    <a:pt x="31" y="55"/>
                    <a:pt x="30" y="83"/>
                  </a:cubicBezTo>
                  <a:cubicBezTo>
                    <a:pt x="29" y="86"/>
                    <a:pt x="28" y="83"/>
                    <a:pt x="26" y="83"/>
                  </a:cubicBezTo>
                </a:path>
              </a:pathLst>
            </a:custGeom>
            <a:solidFill>
              <a:srgbClr val="12982F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494">
              <a:extLst>
                <a:ext uri="{FF2B5EF4-FFF2-40B4-BE49-F238E27FC236}">
                  <a16:creationId xmlns:a16="http://schemas.microsoft.com/office/drawing/2014/main" id="{5134742C-C53D-434D-B5EF-43E83399C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297"/>
              <a:ext cx="27" cy="61"/>
            </a:xfrm>
            <a:custGeom>
              <a:avLst/>
              <a:gdLst>
                <a:gd name="T0" fmla="*/ 9 w 38"/>
                <a:gd name="T1" fmla="*/ 31 h 86"/>
                <a:gd name="T2" fmla="*/ 0 w 38"/>
                <a:gd name="T3" fmla="*/ 4 h 86"/>
                <a:gd name="T4" fmla="*/ 14 w 38"/>
                <a:gd name="T5" fmla="*/ 0 h 86"/>
                <a:gd name="T6" fmla="*/ 11 w 38"/>
                <a:gd name="T7" fmla="*/ 30 h 86"/>
                <a:gd name="T8" fmla="*/ 9 w 38"/>
                <a:gd name="T9" fmla="*/ 3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24" y="84"/>
                  </a:moveTo>
                  <a:cubicBezTo>
                    <a:pt x="16" y="61"/>
                    <a:pt x="18" y="30"/>
                    <a:pt x="0" y="10"/>
                  </a:cubicBezTo>
                  <a:cubicBezTo>
                    <a:pt x="13" y="4"/>
                    <a:pt x="24" y="1"/>
                    <a:pt x="38" y="0"/>
                  </a:cubicBezTo>
                  <a:cubicBezTo>
                    <a:pt x="38" y="28"/>
                    <a:pt x="31" y="55"/>
                    <a:pt x="30" y="83"/>
                  </a:cubicBezTo>
                  <a:cubicBezTo>
                    <a:pt x="29" y="86"/>
                    <a:pt x="28" y="83"/>
                    <a:pt x="26" y="8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495">
              <a:extLst>
                <a:ext uri="{FF2B5EF4-FFF2-40B4-BE49-F238E27FC236}">
                  <a16:creationId xmlns:a16="http://schemas.microsoft.com/office/drawing/2014/main" id="{7D1CB2D6-EA0E-4F07-BF0D-E6F30A34D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446"/>
              <a:ext cx="12" cy="11"/>
            </a:xfrm>
            <a:custGeom>
              <a:avLst/>
              <a:gdLst>
                <a:gd name="T0" fmla="*/ 5 w 18"/>
                <a:gd name="T1" fmla="*/ 3 h 16"/>
                <a:gd name="T2" fmla="*/ 2 w 18"/>
                <a:gd name="T3" fmla="*/ 6 h 16"/>
                <a:gd name="T4" fmla="*/ 1 w 18"/>
                <a:gd name="T5" fmla="*/ 3 h 16"/>
                <a:gd name="T6" fmla="*/ 3 w 18"/>
                <a:gd name="T7" fmla="*/ 1 h 16"/>
                <a:gd name="T8" fmla="*/ 5 w 18"/>
                <a:gd name="T9" fmla="*/ 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7" y="9"/>
                  </a:moveTo>
                  <a:cubicBezTo>
                    <a:pt x="17" y="13"/>
                    <a:pt x="13" y="16"/>
                    <a:pt x="8" y="16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4"/>
                    <a:pt x="5" y="0"/>
                    <a:pt x="9" y="1"/>
                  </a:cubicBezTo>
                  <a:cubicBezTo>
                    <a:pt x="14" y="1"/>
                    <a:pt x="18" y="5"/>
                    <a:pt x="17" y="9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496">
              <a:extLst>
                <a:ext uri="{FF2B5EF4-FFF2-40B4-BE49-F238E27FC236}">
                  <a16:creationId xmlns:a16="http://schemas.microsoft.com/office/drawing/2014/main" id="{3F76B4BF-6BAB-4984-ADD0-C528A60BF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450"/>
              <a:ext cx="12" cy="12"/>
            </a:xfrm>
            <a:custGeom>
              <a:avLst/>
              <a:gdLst>
                <a:gd name="T0" fmla="*/ 5 w 18"/>
                <a:gd name="T1" fmla="*/ 3 h 17"/>
                <a:gd name="T2" fmla="*/ 2 w 18"/>
                <a:gd name="T3" fmla="*/ 6 h 17"/>
                <a:gd name="T4" fmla="*/ 0 w 18"/>
                <a:gd name="T5" fmla="*/ 3 h 17"/>
                <a:gd name="T6" fmla="*/ 3 w 18"/>
                <a:gd name="T7" fmla="*/ 1 h 17"/>
                <a:gd name="T8" fmla="*/ 5 w 18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9"/>
                  </a:moveTo>
                  <a:cubicBezTo>
                    <a:pt x="18" y="14"/>
                    <a:pt x="13" y="17"/>
                    <a:pt x="8" y="17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4"/>
                    <a:pt x="4" y="0"/>
                    <a:pt x="9" y="1"/>
                  </a:cubicBezTo>
                  <a:cubicBezTo>
                    <a:pt x="14" y="1"/>
                    <a:pt x="18" y="5"/>
                    <a:pt x="18" y="9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497">
              <a:extLst>
                <a:ext uri="{FF2B5EF4-FFF2-40B4-BE49-F238E27FC236}">
                  <a16:creationId xmlns:a16="http://schemas.microsoft.com/office/drawing/2014/main" id="{581DDECE-77C7-452F-97E0-D7FF8667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479"/>
              <a:ext cx="14" cy="12"/>
            </a:xfrm>
            <a:custGeom>
              <a:avLst/>
              <a:gdLst>
                <a:gd name="T0" fmla="*/ 7 w 20"/>
                <a:gd name="T1" fmla="*/ 3 h 18"/>
                <a:gd name="T2" fmla="*/ 3 w 20"/>
                <a:gd name="T3" fmla="*/ 5 h 18"/>
                <a:gd name="T4" fmla="*/ 0 w 20"/>
                <a:gd name="T5" fmla="*/ 2 h 18"/>
                <a:gd name="T6" fmla="*/ 4 w 20"/>
                <a:gd name="T7" fmla="*/ 0 h 18"/>
                <a:gd name="T8" fmla="*/ 7 w 20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20" y="9"/>
                  </a:moveTo>
                  <a:cubicBezTo>
                    <a:pt x="19" y="14"/>
                    <a:pt x="15" y="18"/>
                    <a:pt x="9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16" y="0"/>
                    <a:pt x="20" y="4"/>
                    <a:pt x="20" y="9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498">
              <a:extLst>
                <a:ext uri="{FF2B5EF4-FFF2-40B4-BE49-F238E27FC236}">
                  <a16:creationId xmlns:a16="http://schemas.microsoft.com/office/drawing/2014/main" id="{C72C8808-AC3A-4C71-9C5E-6E9B94E08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385"/>
              <a:ext cx="14" cy="12"/>
            </a:xfrm>
            <a:custGeom>
              <a:avLst/>
              <a:gdLst>
                <a:gd name="T0" fmla="*/ 7 w 19"/>
                <a:gd name="T1" fmla="*/ 3 h 17"/>
                <a:gd name="T2" fmla="*/ 4 w 19"/>
                <a:gd name="T3" fmla="*/ 6 h 17"/>
                <a:gd name="T4" fmla="*/ 0 w 19"/>
                <a:gd name="T5" fmla="*/ 3 h 17"/>
                <a:gd name="T6" fmla="*/ 4 w 19"/>
                <a:gd name="T7" fmla="*/ 0 h 17"/>
                <a:gd name="T8" fmla="*/ 7 w 19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8" y="9"/>
                  </a:moveTo>
                  <a:cubicBezTo>
                    <a:pt x="18" y="13"/>
                    <a:pt x="14" y="17"/>
                    <a:pt x="9" y="17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15" y="1"/>
                    <a:pt x="19" y="5"/>
                    <a:pt x="18" y="9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499">
              <a:extLst>
                <a:ext uri="{FF2B5EF4-FFF2-40B4-BE49-F238E27FC236}">
                  <a16:creationId xmlns:a16="http://schemas.microsoft.com/office/drawing/2014/main" id="{C01831BB-9FD1-4572-AE3D-2B0F6320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424"/>
              <a:ext cx="7" cy="7"/>
            </a:xfrm>
            <a:custGeom>
              <a:avLst/>
              <a:gdLst>
                <a:gd name="T0" fmla="*/ 3 w 10"/>
                <a:gd name="T1" fmla="*/ 2 h 9"/>
                <a:gd name="T2" fmla="*/ 1 w 10"/>
                <a:gd name="T3" fmla="*/ 4 h 9"/>
                <a:gd name="T4" fmla="*/ 0 w 10"/>
                <a:gd name="T5" fmla="*/ 2 h 9"/>
                <a:gd name="T6" fmla="*/ 2 w 10"/>
                <a:gd name="T7" fmla="*/ 0 h 9"/>
                <a:gd name="T8" fmla="*/ 3 w 10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4"/>
                  </a:moveTo>
                  <a:cubicBezTo>
                    <a:pt x="9" y="7"/>
                    <a:pt x="7" y="9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500">
              <a:extLst>
                <a:ext uri="{FF2B5EF4-FFF2-40B4-BE49-F238E27FC236}">
                  <a16:creationId xmlns:a16="http://schemas.microsoft.com/office/drawing/2014/main" id="{AEEAC11D-9BF4-4BB0-BC99-852933D49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424"/>
              <a:ext cx="7" cy="6"/>
            </a:xfrm>
            <a:custGeom>
              <a:avLst/>
              <a:gdLst>
                <a:gd name="T0" fmla="*/ 4 w 10"/>
                <a:gd name="T1" fmla="*/ 1 h 9"/>
                <a:gd name="T2" fmla="*/ 2 w 10"/>
                <a:gd name="T3" fmla="*/ 3 h 9"/>
                <a:gd name="T4" fmla="*/ 0 w 10"/>
                <a:gd name="T5" fmla="*/ 1 h 9"/>
                <a:gd name="T6" fmla="*/ 2 w 10"/>
                <a:gd name="T7" fmla="*/ 0 h 9"/>
                <a:gd name="T8" fmla="*/ 4 w 10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10" y="7"/>
                    <a:pt x="8" y="9"/>
                    <a:pt x="5" y="9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501">
              <a:extLst>
                <a:ext uri="{FF2B5EF4-FFF2-40B4-BE49-F238E27FC236}">
                  <a16:creationId xmlns:a16="http://schemas.microsoft.com/office/drawing/2014/main" id="{9B508A09-41DF-4350-BE98-1F0906CE2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498"/>
              <a:ext cx="14" cy="14"/>
            </a:xfrm>
            <a:custGeom>
              <a:avLst/>
              <a:gdLst>
                <a:gd name="T0" fmla="*/ 6 w 21"/>
                <a:gd name="T1" fmla="*/ 4 h 19"/>
                <a:gd name="T2" fmla="*/ 3 w 21"/>
                <a:gd name="T3" fmla="*/ 7 h 19"/>
                <a:gd name="T4" fmla="*/ 0 w 21"/>
                <a:gd name="T5" fmla="*/ 4 h 19"/>
                <a:gd name="T6" fmla="*/ 3 w 21"/>
                <a:gd name="T7" fmla="*/ 0 h 19"/>
                <a:gd name="T8" fmla="*/ 6 w 21"/>
                <a:gd name="T9" fmla="*/ 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21" y="10"/>
                  </a:moveTo>
                  <a:cubicBezTo>
                    <a:pt x="21" y="15"/>
                    <a:pt x="16" y="19"/>
                    <a:pt x="10" y="19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3"/>
                    <a:pt x="5" y="0"/>
                    <a:pt x="11" y="0"/>
                  </a:cubicBezTo>
                  <a:cubicBezTo>
                    <a:pt x="17" y="0"/>
                    <a:pt x="21" y="5"/>
                    <a:pt x="21" y="10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502">
              <a:extLst>
                <a:ext uri="{FF2B5EF4-FFF2-40B4-BE49-F238E27FC236}">
                  <a16:creationId xmlns:a16="http://schemas.microsoft.com/office/drawing/2014/main" id="{98B1909B-5385-4A0A-B0A9-90A0DD49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530"/>
              <a:ext cx="12" cy="11"/>
            </a:xfrm>
            <a:custGeom>
              <a:avLst/>
              <a:gdLst>
                <a:gd name="T0" fmla="*/ 6 w 17"/>
                <a:gd name="T1" fmla="*/ 3 h 16"/>
                <a:gd name="T2" fmla="*/ 3 w 17"/>
                <a:gd name="T3" fmla="*/ 6 h 16"/>
                <a:gd name="T4" fmla="*/ 0 w 17"/>
                <a:gd name="T5" fmla="*/ 3 h 16"/>
                <a:gd name="T6" fmla="*/ 3 w 17"/>
                <a:gd name="T7" fmla="*/ 1 h 16"/>
                <a:gd name="T8" fmla="*/ 6 w 17"/>
                <a:gd name="T9" fmla="*/ 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9"/>
                  </a:moveTo>
                  <a:cubicBezTo>
                    <a:pt x="16" y="13"/>
                    <a:pt x="13" y="16"/>
                    <a:pt x="8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4" y="0"/>
                    <a:pt x="9" y="1"/>
                  </a:cubicBezTo>
                  <a:cubicBezTo>
                    <a:pt x="13" y="1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503">
              <a:extLst>
                <a:ext uri="{FF2B5EF4-FFF2-40B4-BE49-F238E27FC236}">
                  <a16:creationId xmlns:a16="http://schemas.microsoft.com/office/drawing/2014/main" id="{61C6BD85-0D7B-4B6B-8F72-D5E30EE24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412"/>
              <a:ext cx="9" cy="7"/>
            </a:xfrm>
            <a:custGeom>
              <a:avLst/>
              <a:gdLst>
                <a:gd name="T0" fmla="*/ 4 w 13"/>
                <a:gd name="T1" fmla="*/ 2 h 11"/>
                <a:gd name="T2" fmla="*/ 2 w 13"/>
                <a:gd name="T3" fmla="*/ 3 h 11"/>
                <a:gd name="T4" fmla="*/ 0 w 13"/>
                <a:gd name="T5" fmla="*/ 1 h 11"/>
                <a:gd name="T6" fmla="*/ 2 w 13"/>
                <a:gd name="T7" fmla="*/ 0 h 11"/>
                <a:gd name="T8" fmla="*/ 4 w 13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0"/>
                    <a:pt x="13" y="3"/>
                    <a:pt x="12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504">
              <a:extLst>
                <a:ext uri="{FF2B5EF4-FFF2-40B4-BE49-F238E27FC236}">
                  <a16:creationId xmlns:a16="http://schemas.microsoft.com/office/drawing/2014/main" id="{5887D994-0F2A-4D0C-9E12-9B807575D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78"/>
              <a:ext cx="10" cy="10"/>
            </a:xfrm>
            <a:custGeom>
              <a:avLst/>
              <a:gdLst>
                <a:gd name="T0" fmla="*/ 5 w 15"/>
                <a:gd name="T1" fmla="*/ 3 h 14"/>
                <a:gd name="T2" fmla="*/ 2 w 15"/>
                <a:gd name="T3" fmla="*/ 5 h 14"/>
                <a:gd name="T4" fmla="*/ 0 w 15"/>
                <a:gd name="T5" fmla="*/ 3 h 14"/>
                <a:gd name="T6" fmla="*/ 2 w 15"/>
                <a:gd name="T7" fmla="*/ 0 h 14"/>
                <a:gd name="T8" fmla="*/ 5 w 15"/>
                <a:gd name="T9" fmla="*/ 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5" y="8"/>
                  </a:moveTo>
                  <a:cubicBezTo>
                    <a:pt x="15" y="11"/>
                    <a:pt x="11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1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505">
              <a:extLst>
                <a:ext uri="{FF2B5EF4-FFF2-40B4-BE49-F238E27FC236}">
                  <a16:creationId xmlns:a16="http://schemas.microsoft.com/office/drawing/2014/main" id="{9D30F94F-5B93-47DB-912B-C7CE77295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567"/>
              <a:ext cx="10" cy="9"/>
            </a:xfrm>
            <a:custGeom>
              <a:avLst/>
              <a:gdLst>
                <a:gd name="T0" fmla="*/ 5 w 14"/>
                <a:gd name="T1" fmla="*/ 2 h 13"/>
                <a:gd name="T2" fmla="*/ 3 w 14"/>
                <a:gd name="T3" fmla="*/ 4 h 13"/>
                <a:gd name="T4" fmla="*/ 0 w 14"/>
                <a:gd name="T5" fmla="*/ 2 h 13"/>
                <a:gd name="T6" fmla="*/ 3 w 14"/>
                <a:gd name="T7" fmla="*/ 0 h 13"/>
                <a:gd name="T8" fmla="*/ 5 w 14"/>
                <a:gd name="T9" fmla="*/ 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7"/>
                  </a:moveTo>
                  <a:cubicBezTo>
                    <a:pt x="14" y="11"/>
                    <a:pt x="11" y="13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2" y="1"/>
                    <a:pt x="14" y="4"/>
                    <a:pt x="14" y="7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506">
              <a:extLst>
                <a:ext uri="{FF2B5EF4-FFF2-40B4-BE49-F238E27FC236}">
                  <a16:creationId xmlns:a16="http://schemas.microsoft.com/office/drawing/2014/main" id="{9957CAAF-8E64-437C-965A-1D1C2FB3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555"/>
              <a:ext cx="13" cy="12"/>
            </a:xfrm>
            <a:custGeom>
              <a:avLst/>
              <a:gdLst>
                <a:gd name="T0" fmla="*/ 7 w 18"/>
                <a:gd name="T1" fmla="*/ 4 h 16"/>
                <a:gd name="T2" fmla="*/ 4 w 18"/>
                <a:gd name="T3" fmla="*/ 7 h 16"/>
                <a:gd name="T4" fmla="*/ 0 w 18"/>
                <a:gd name="T5" fmla="*/ 3 h 16"/>
                <a:gd name="T6" fmla="*/ 4 w 18"/>
                <a:gd name="T7" fmla="*/ 0 h 16"/>
                <a:gd name="T8" fmla="*/ 7 w 18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8" y="8"/>
                  </a:moveTo>
                  <a:cubicBezTo>
                    <a:pt x="18" y="13"/>
                    <a:pt x="14" y="16"/>
                    <a:pt x="9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4" y="0"/>
                    <a:pt x="18" y="4"/>
                    <a:pt x="18" y="8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507">
              <a:extLst>
                <a:ext uri="{FF2B5EF4-FFF2-40B4-BE49-F238E27FC236}">
                  <a16:creationId xmlns:a16="http://schemas.microsoft.com/office/drawing/2014/main" id="{CA3DD91F-28E5-4F5D-91AC-E8F6A469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599"/>
              <a:ext cx="13" cy="12"/>
            </a:xfrm>
            <a:custGeom>
              <a:avLst/>
              <a:gdLst>
                <a:gd name="T0" fmla="*/ 7 w 18"/>
                <a:gd name="T1" fmla="*/ 3 h 17"/>
                <a:gd name="T2" fmla="*/ 4 w 18"/>
                <a:gd name="T3" fmla="*/ 6 h 17"/>
                <a:gd name="T4" fmla="*/ 0 w 18"/>
                <a:gd name="T5" fmla="*/ 3 h 17"/>
                <a:gd name="T6" fmla="*/ 4 w 18"/>
                <a:gd name="T7" fmla="*/ 0 h 17"/>
                <a:gd name="T8" fmla="*/ 7 w 18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9"/>
                  </a:moveTo>
                  <a:cubicBezTo>
                    <a:pt x="18" y="13"/>
                    <a:pt x="14" y="17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4" y="1"/>
                    <a:pt x="18" y="4"/>
                    <a:pt x="18" y="9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508">
              <a:extLst>
                <a:ext uri="{FF2B5EF4-FFF2-40B4-BE49-F238E27FC236}">
                  <a16:creationId xmlns:a16="http://schemas.microsoft.com/office/drawing/2014/main" id="{1B8991ED-A0B8-4960-9240-4200827C4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599"/>
              <a:ext cx="8" cy="7"/>
            </a:xfrm>
            <a:custGeom>
              <a:avLst/>
              <a:gdLst>
                <a:gd name="T0" fmla="*/ 4 w 11"/>
                <a:gd name="T1" fmla="*/ 2 h 10"/>
                <a:gd name="T2" fmla="*/ 2 w 11"/>
                <a:gd name="T3" fmla="*/ 4 h 10"/>
                <a:gd name="T4" fmla="*/ 0 w 11"/>
                <a:gd name="T5" fmla="*/ 2 h 10"/>
                <a:gd name="T6" fmla="*/ 2 w 11"/>
                <a:gd name="T7" fmla="*/ 0 h 10"/>
                <a:gd name="T8" fmla="*/ 4 w 11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8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509">
              <a:extLst>
                <a:ext uri="{FF2B5EF4-FFF2-40B4-BE49-F238E27FC236}">
                  <a16:creationId xmlns:a16="http://schemas.microsoft.com/office/drawing/2014/main" id="{67567F56-5292-4885-977B-69AA1F2E6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635"/>
              <a:ext cx="15" cy="13"/>
            </a:xfrm>
            <a:custGeom>
              <a:avLst/>
              <a:gdLst>
                <a:gd name="T0" fmla="*/ 8 w 21"/>
                <a:gd name="T1" fmla="*/ 3 h 19"/>
                <a:gd name="T2" fmla="*/ 4 w 21"/>
                <a:gd name="T3" fmla="*/ 6 h 19"/>
                <a:gd name="T4" fmla="*/ 0 w 21"/>
                <a:gd name="T5" fmla="*/ 3 h 19"/>
                <a:gd name="T6" fmla="*/ 4 w 21"/>
                <a:gd name="T7" fmla="*/ 0 h 19"/>
                <a:gd name="T8" fmla="*/ 8 w 21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21" y="10"/>
                  </a:moveTo>
                  <a:cubicBezTo>
                    <a:pt x="21" y="15"/>
                    <a:pt x="16" y="19"/>
                    <a:pt x="10" y="19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7" y="0"/>
                    <a:pt x="21" y="5"/>
                    <a:pt x="21" y="10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510">
              <a:extLst>
                <a:ext uri="{FF2B5EF4-FFF2-40B4-BE49-F238E27FC236}">
                  <a16:creationId xmlns:a16="http://schemas.microsoft.com/office/drawing/2014/main" id="{8A0308E3-1E07-48A8-A546-E9C135AE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421"/>
              <a:ext cx="7" cy="6"/>
            </a:xfrm>
            <a:custGeom>
              <a:avLst/>
              <a:gdLst>
                <a:gd name="T0" fmla="*/ 4 w 10"/>
                <a:gd name="T1" fmla="*/ 1 h 9"/>
                <a:gd name="T2" fmla="*/ 2 w 10"/>
                <a:gd name="T3" fmla="*/ 3 h 9"/>
                <a:gd name="T4" fmla="*/ 0 w 10"/>
                <a:gd name="T5" fmla="*/ 1 h 9"/>
                <a:gd name="T6" fmla="*/ 2 w 10"/>
                <a:gd name="T7" fmla="*/ 1 h 9"/>
                <a:gd name="T8" fmla="*/ 4 w 10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10" y="8"/>
                    <a:pt x="7" y="9"/>
                    <a:pt x="5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2"/>
                    <a:pt x="2" y="0"/>
                    <a:pt x="5" y="1"/>
                  </a:cubicBezTo>
                  <a:cubicBezTo>
                    <a:pt x="8" y="1"/>
                    <a:pt x="10" y="3"/>
                    <a:pt x="10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511">
              <a:extLst>
                <a:ext uri="{FF2B5EF4-FFF2-40B4-BE49-F238E27FC236}">
                  <a16:creationId xmlns:a16="http://schemas.microsoft.com/office/drawing/2014/main" id="{FEBE0331-46C1-4E7B-AB83-C3C2776C8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400"/>
              <a:ext cx="10" cy="9"/>
            </a:xfrm>
            <a:custGeom>
              <a:avLst/>
              <a:gdLst>
                <a:gd name="T0" fmla="*/ 5 w 15"/>
                <a:gd name="T1" fmla="*/ 2 h 14"/>
                <a:gd name="T2" fmla="*/ 2 w 15"/>
                <a:gd name="T3" fmla="*/ 3 h 14"/>
                <a:gd name="T4" fmla="*/ 0 w 15"/>
                <a:gd name="T5" fmla="*/ 2 h 14"/>
                <a:gd name="T6" fmla="*/ 2 w 15"/>
                <a:gd name="T7" fmla="*/ 0 h 14"/>
                <a:gd name="T8" fmla="*/ 5 w 15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5" y="7"/>
                  </a:moveTo>
                  <a:cubicBezTo>
                    <a:pt x="15" y="11"/>
                    <a:pt x="11" y="14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512">
              <a:extLst>
                <a:ext uri="{FF2B5EF4-FFF2-40B4-BE49-F238E27FC236}">
                  <a16:creationId xmlns:a16="http://schemas.microsoft.com/office/drawing/2014/main" id="{42EDDDAF-0E7B-4481-A1B7-5E7148217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455"/>
              <a:ext cx="8" cy="8"/>
            </a:xfrm>
            <a:custGeom>
              <a:avLst/>
              <a:gdLst>
                <a:gd name="T0" fmla="*/ 4 w 11"/>
                <a:gd name="T1" fmla="*/ 2 h 11"/>
                <a:gd name="T2" fmla="*/ 2 w 11"/>
                <a:gd name="T3" fmla="*/ 4 h 11"/>
                <a:gd name="T4" fmla="*/ 0 w 11"/>
                <a:gd name="T5" fmla="*/ 2 h 11"/>
                <a:gd name="T6" fmla="*/ 2 w 11"/>
                <a:gd name="T7" fmla="*/ 1 h 11"/>
                <a:gd name="T8" fmla="*/ 4 w 11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513">
              <a:extLst>
                <a:ext uri="{FF2B5EF4-FFF2-40B4-BE49-F238E27FC236}">
                  <a16:creationId xmlns:a16="http://schemas.microsoft.com/office/drawing/2014/main" id="{C96CD5C8-CB8F-4BB3-95FA-D55B94F1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502"/>
              <a:ext cx="6" cy="5"/>
            </a:xfrm>
            <a:custGeom>
              <a:avLst/>
              <a:gdLst>
                <a:gd name="T0" fmla="*/ 4 w 8"/>
                <a:gd name="T1" fmla="*/ 1 h 8"/>
                <a:gd name="T2" fmla="*/ 2 w 8"/>
                <a:gd name="T3" fmla="*/ 2 h 8"/>
                <a:gd name="T4" fmla="*/ 0 w 8"/>
                <a:gd name="T5" fmla="*/ 1 h 8"/>
                <a:gd name="T6" fmla="*/ 2 w 8"/>
                <a:gd name="T7" fmla="*/ 0 h 8"/>
                <a:gd name="T8" fmla="*/ 4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514">
              <a:extLst>
                <a:ext uri="{FF2B5EF4-FFF2-40B4-BE49-F238E27FC236}">
                  <a16:creationId xmlns:a16="http://schemas.microsoft.com/office/drawing/2014/main" id="{ACB3A524-2ABA-4759-9110-6937580BA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486"/>
              <a:ext cx="5" cy="4"/>
            </a:xfrm>
            <a:custGeom>
              <a:avLst/>
              <a:gdLst>
                <a:gd name="T0" fmla="*/ 3 w 7"/>
                <a:gd name="T1" fmla="*/ 1 h 6"/>
                <a:gd name="T2" fmla="*/ 1 w 7"/>
                <a:gd name="T3" fmla="*/ 2 h 6"/>
                <a:gd name="T4" fmla="*/ 0 w 7"/>
                <a:gd name="T5" fmla="*/ 1 h 6"/>
                <a:gd name="T6" fmla="*/ 1 w 7"/>
                <a:gd name="T7" fmla="*/ 0 h 6"/>
                <a:gd name="T8" fmla="*/ 3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6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515">
              <a:extLst>
                <a:ext uri="{FF2B5EF4-FFF2-40B4-BE49-F238E27FC236}">
                  <a16:creationId xmlns:a16="http://schemas.microsoft.com/office/drawing/2014/main" id="{A86788B0-4BDB-4352-B6BA-10A565E47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585"/>
              <a:ext cx="5" cy="4"/>
            </a:xfrm>
            <a:custGeom>
              <a:avLst/>
              <a:gdLst>
                <a:gd name="T0" fmla="*/ 3 w 7"/>
                <a:gd name="T1" fmla="*/ 1 h 6"/>
                <a:gd name="T2" fmla="*/ 1 w 7"/>
                <a:gd name="T3" fmla="*/ 2 h 6"/>
                <a:gd name="T4" fmla="*/ 0 w 7"/>
                <a:gd name="T5" fmla="*/ 1 h 6"/>
                <a:gd name="T6" fmla="*/ 1 w 7"/>
                <a:gd name="T7" fmla="*/ 0 h 6"/>
                <a:gd name="T8" fmla="*/ 3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6" y="6"/>
                    <a:pt x="4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516">
              <a:extLst>
                <a:ext uri="{FF2B5EF4-FFF2-40B4-BE49-F238E27FC236}">
                  <a16:creationId xmlns:a16="http://schemas.microsoft.com/office/drawing/2014/main" id="{C3A8892A-5DF2-4DD5-A21B-0ACD73252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66"/>
              <a:ext cx="5" cy="5"/>
            </a:xfrm>
            <a:custGeom>
              <a:avLst/>
              <a:gdLst>
                <a:gd name="T0" fmla="*/ 3 w 7"/>
                <a:gd name="T1" fmla="*/ 1 h 7"/>
                <a:gd name="T2" fmla="*/ 1 w 7"/>
                <a:gd name="T3" fmla="*/ 2 h 7"/>
                <a:gd name="T4" fmla="*/ 0 w 7"/>
                <a:gd name="T5" fmla="*/ 1 h 7"/>
                <a:gd name="T6" fmla="*/ 1 w 7"/>
                <a:gd name="T7" fmla="*/ 0 h 7"/>
                <a:gd name="T8" fmla="*/ 3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5"/>
                    <a:pt x="5" y="7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517">
              <a:extLst>
                <a:ext uri="{FF2B5EF4-FFF2-40B4-BE49-F238E27FC236}">
                  <a16:creationId xmlns:a16="http://schemas.microsoft.com/office/drawing/2014/main" id="{709C6DD0-9782-4416-B2A0-C1F465D9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412"/>
              <a:ext cx="339" cy="382"/>
            </a:xfrm>
            <a:custGeom>
              <a:avLst/>
              <a:gdLst>
                <a:gd name="T0" fmla="*/ 63 w 481"/>
                <a:gd name="T1" fmla="*/ 57 h 543"/>
                <a:gd name="T2" fmla="*/ 13 w 481"/>
                <a:gd name="T3" fmla="*/ 113 h 543"/>
                <a:gd name="T4" fmla="*/ 111 w 481"/>
                <a:gd name="T5" fmla="*/ 167 h 543"/>
                <a:gd name="T6" fmla="*/ 161 w 481"/>
                <a:gd name="T7" fmla="*/ 113 h 543"/>
                <a:gd name="T8" fmla="*/ 63 w 481"/>
                <a:gd name="T9" fmla="*/ 57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1" h="543">
                  <a:moveTo>
                    <a:pt x="181" y="164"/>
                  </a:moveTo>
                  <a:cubicBezTo>
                    <a:pt x="139" y="226"/>
                    <a:pt x="0" y="227"/>
                    <a:pt x="39" y="322"/>
                  </a:cubicBezTo>
                  <a:cubicBezTo>
                    <a:pt x="77" y="417"/>
                    <a:pt x="230" y="471"/>
                    <a:pt x="316" y="481"/>
                  </a:cubicBezTo>
                  <a:cubicBezTo>
                    <a:pt x="402" y="492"/>
                    <a:pt x="481" y="543"/>
                    <a:pt x="460" y="325"/>
                  </a:cubicBezTo>
                  <a:cubicBezTo>
                    <a:pt x="439" y="108"/>
                    <a:pt x="293" y="0"/>
                    <a:pt x="181" y="164"/>
                  </a:cubicBezTo>
                  <a:close/>
                </a:path>
              </a:pathLst>
            </a:custGeom>
            <a:solidFill>
              <a:srgbClr val="E0111A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518">
              <a:extLst>
                <a:ext uri="{FF2B5EF4-FFF2-40B4-BE49-F238E27FC236}">
                  <a16:creationId xmlns:a16="http://schemas.microsoft.com/office/drawing/2014/main" id="{81FD9AD5-DAF8-42D4-9893-E5C4ECF1D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68"/>
              <a:ext cx="148" cy="145"/>
            </a:xfrm>
            <a:custGeom>
              <a:avLst/>
              <a:gdLst>
                <a:gd name="T0" fmla="*/ 25 w 211"/>
                <a:gd name="T1" fmla="*/ 34 h 206"/>
                <a:gd name="T2" fmla="*/ 0 w 211"/>
                <a:gd name="T3" fmla="*/ 49 h 206"/>
                <a:gd name="T4" fmla="*/ 24 w 211"/>
                <a:gd name="T5" fmla="*/ 38 h 206"/>
                <a:gd name="T6" fmla="*/ 3 w 211"/>
                <a:gd name="T7" fmla="*/ 68 h 206"/>
                <a:gd name="T8" fmla="*/ 15 w 211"/>
                <a:gd name="T9" fmla="*/ 53 h 206"/>
                <a:gd name="T10" fmla="*/ 26 w 211"/>
                <a:gd name="T11" fmla="*/ 45 h 206"/>
                <a:gd name="T12" fmla="*/ 24 w 211"/>
                <a:gd name="T13" fmla="*/ 72 h 206"/>
                <a:gd name="T14" fmla="*/ 36 w 211"/>
                <a:gd name="T15" fmla="*/ 43 h 206"/>
                <a:gd name="T16" fmla="*/ 48 w 211"/>
                <a:gd name="T17" fmla="*/ 56 h 206"/>
                <a:gd name="T18" fmla="*/ 46 w 211"/>
                <a:gd name="T19" fmla="*/ 35 h 206"/>
                <a:gd name="T20" fmla="*/ 63 w 211"/>
                <a:gd name="T21" fmla="*/ 32 h 206"/>
                <a:gd name="T22" fmla="*/ 54 w 211"/>
                <a:gd name="T23" fmla="*/ 25 h 206"/>
                <a:gd name="T24" fmla="*/ 73 w 211"/>
                <a:gd name="T25" fmla="*/ 11 h 206"/>
                <a:gd name="T26" fmla="*/ 47 w 211"/>
                <a:gd name="T27" fmla="*/ 23 h 206"/>
                <a:gd name="T28" fmla="*/ 60 w 211"/>
                <a:gd name="T29" fmla="*/ 0 h 206"/>
                <a:gd name="T30" fmla="*/ 33 w 211"/>
                <a:gd name="T31" fmla="*/ 27 h 206"/>
                <a:gd name="T32" fmla="*/ 34 w 211"/>
                <a:gd name="T33" fmla="*/ 16 h 206"/>
                <a:gd name="T34" fmla="*/ 27 w 211"/>
                <a:gd name="T35" fmla="*/ 27 h 206"/>
                <a:gd name="T36" fmla="*/ 18 w 211"/>
                <a:gd name="T37" fmla="*/ 30 h 206"/>
                <a:gd name="T38" fmla="*/ 25 w 211"/>
                <a:gd name="T39" fmla="*/ 34 h 2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1" h="206">
                  <a:moveTo>
                    <a:pt x="73" y="96"/>
                  </a:moveTo>
                  <a:cubicBezTo>
                    <a:pt x="46" y="99"/>
                    <a:pt x="16" y="117"/>
                    <a:pt x="0" y="140"/>
                  </a:cubicBezTo>
                  <a:cubicBezTo>
                    <a:pt x="22" y="128"/>
                    <a:pt x="44" y="115"/>
                    <a:pt x="68" y="110"/>
                  </a:cubicBezTo>
                  <a:cubicBezTo>
                    <a:pt x="37" y="129"/>
                    <a:pt x="0" y="154"/>
                    <a:pt x="8" y="193"/>
                  </a:cubicBezTo>
                  <a:cubicBezTo>
                    <a:pt x="21" y="179"/>
                    <a:pt x="29" y="164"/>
                    <a:pt x="45" y="152"/>
                  </a:cubicBezTo>
                  <a:cubicBezTo>
                    <a:pt x="55" y="145"/>
                    <a:pt x="66" y="137"/>
                    <a:pt x="76" y="129"/>
                  </a:cubicBezTo>
                  <a:cubicBezTo>
                    <a:pt x="56" y="157"/>
                    <a:pt x="70" y="179"/>
                    <a:pt x="69" y="206"/>
                  </a:cubicBezTo>
                  <a:cubicBezTo>
                    <a:pt x="73" y="178"/>
                    <a:pt x="77" y="142"/>
                    <a:pt x="102" y="122"/>
                  </a:cubicBezTo>
                  <a:cubicBezTo>
                    <a:pt x="112" y="138"/>
                    <a:pt x="128" y="148"/>
                    <a:pt x="140" y="162"/>
                  </a:cubicBezTo>
                  <a:cubicBezTo>
                    <a:pt x="135" y="151"/>
                    <a:pt x="121" y="114"/>
                    <a:pt x="132" y="101"/>
                  </a:cubicBezTo>
                  <a:cubicBezTo>
                    <a:pt x="140" y="92"/>
                    <a:pt x="171" y="97"/>
                    <a:pt x="184" y="94"/>
                  </a:cubicBezTo>
                  <a:cubicBezTo>
                    <a:pt x="174" y="88"/>
                    <a:pt x="165" y="79"/>
                    <a:pt x="157" y="72"/>
                  </a:cubicBezTo>
                  <a:cubicBezTo>
                    <a:pt x="167" y="56"/>
                    <a:pt x="193" y="37"/>
                    <a:pt x="211" y="30"/>
                  </a:cubicBezTo>
                  <a:cubicBezTo>
                    <a:pt x="187" y="43"/>
                    <a:pt x="156" y="43"/>
                    <a:pt x="136" y="64"/>
                  </a:cubicBezTo>
                  <a:cubicBezTo>
                    <a:pt x="137" y="43"/>
                    <a:pt x="158" y="16"/>
                    <a:pt x="173" y="0"/>
                  </a:cubicBezTo>
                  <a:cubicBezTo>
                    <a:pt x="135" y="13"/>
                    <a:pt x="114" y="50"/>
                    <a:pt x="95" y="80"/>
                  </a:cubicBezTo>
                  <a:cubicBezTo>
                    <a:pt x="95" y="69"/>
                    <a:pt x="95" y="57"/>
                    <a:pt x="99" y="47"/>
                  </a:cubicBezTo>
                  <a:cubicBezTo>
                    <a:pt x="87" y="50"/>
                    <a:pt x="81" y="68"/>
                    <a:pt x="79" y="80"/>
                  </a:cubicBezTo>
                  <a:cubicBezTo>
                    <a:pt x="69" y="83"/>
                    <a:pt x="60" y="80"/>
                    <a:pt x="50" y="85"/>
                  </a:cubicBezTo>
                  <a:cubicBezTo>
                    <a:pt x="59" y="87"/>
                    <a:pt x="68" y="90"/>
                    <a:pt x="74" y="97"/>
                  </a:cubicBezTo>
                </a:path>
              </a:pathLst>
            </a:custGeom>
            <a:solidFill>
              <a:srgbClr val="12982F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519">
              <a:extLst>
                <a:ext uri="{FF2B5EF4-FFF2-40B4-BE49-F238E27FC236}">
                  <a16:creationId xmlns:a16="http://schemas.microsoft.com/office/drawing/2014/main" id="{2227F84F-B331-4AAE-9F93-894A3EA5D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68"/>
              <a:ext cx="148" cy="145"/>
            </a:xfrm>
            <a:custGeom>
              <a:avLst/>
              <a:gdLst>
                <a:gd name="T0" fmla="*/ 25 w 211"/>
                <a:gd name="T1" fmla="*/ 34 h 206"/>
                <a:gd name="T2" fmla="*/ 0 w 211"/>
                <a:gd name="T3" fmla="*/ 49 h 206"/>
                <a:gd name="T4" fmla="*/ 24 w 211"/>
                <a:gd name="T5" fmla="*/ 38 h 206"/>
                <a:gd name="T6" fmla="*/ 3 w 211"/>
                <a:gd name="T7" fmla="*/ 68 h 206"/>
                <a:gd name="T8" fmla="*/ 15 w 211"/>
                <a:gd name="T9" fmla="*/ 53 h 206"/>
                <a:gd name="T10" fmla="*/ 26 w 211"/>
                <a:gd name="T11" fmla="*/ 45 h 206"/>
                <a:gd name="T12" fmla="*/ 24 w 211"/>
                <a:gd name="T13" fmla="*/ 72 h 206"/>
                <a:gd name="T14" fmla="*/ 36 w 211"/>
                <a:gd name="T15" fmla="*/ 43 h 206"/>
                <a:gd name="T16" fmla="*/ 48 w 211"/>
                <a:gd name="T17" fmla="*/ 56 h 206"/>
                <a:gd name="T18" fmla="*/ 46 w 211"/>
                <a:gd name="T19" fmla="*/ 35 h 206"/>
                <a:gd name="T20" fmla="*/ 63 w 211"/>
                <a:gd name="T21" fmla="*/ 32 h 206"/>
                <a:gd name="T22" fmla="*/ 54 w 211"/>
                <a:gd name="T23" fmla="*/ 25 h 206"/>
                <a:gd name="T24" fmla="*/ 73 w 211"/>
                <a:gd name="T25" fmla="*/ 11 h 206"/>
                <a:gd name="T26" fmla="*/ 47 w 211"/>
                <a:gd name="T27" fmla="*/ 23 h 206"/>
                <a:gd name="T28" fmla="*/ 60 w 211"/>
                <a:gd name="T29" fmla="*/ 0 h 206"/>
                <a:gd name="T30" fmla="*/ 33 w 211"/>
                <a:gd name="T31" fmla="*/ 27 h 206"/>
                <a:gd name="T32" fmla="*/ 34 w 211"/>
                <a:gd name="T33" fmla="*/ 16 h 206"/>
                <a:gd name="T34" fmla="*/ 27 w 211"/>
                <a:gd name="T35" fmla="*/ 27 h 206"/>
                <a:gd name="T36" fmla="*/ 18 w 211"/>
                <a:gd name="T37" fmla="*/ 30 h 206"/>
                <a:gd name="T38" fmla="*/ 25 w 211"/>
                <a:gd name="T39" fmla="*/ 34 h 2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1" h="206">
                  <a:moveTo>
                    <a:pt x="73" y="96"/>
                  </a:moveTo>
                  <a:cubicBezTo>
                    <a:pt x="46" y="99"/>
                    <a:pt x="16" y="117"/>
                    <a:pt x="0" y="140"/>
                  </a:cubicBezTo>
                  <a:cubicBezTo>
                    <a:pt x="22" y="128"/>
                    <a:pt x="44" y="115"/>
                    <a:pt x="68" y="110"/>
                  </a:cubicBezTo>
                  <a:cubicBezTo>
                    <a:pt x="37" y="129"/>
                    <a:pt x="0" y="154"/>
                    <a:pt x="8" y="193"/>
                  </a:cubicBezTo>
                  <a:cubicBezTo>
                    <a:pt x="21" y="179"/>
                    <a:pt x="29" y="164"/>
                    <a:pt x="45" y="152"/>
                  </a:cubicBezTo>
                  <a:cubicBezTo>
                    <a:pt x="55" y="145"/>
                    <a:pt x="66" y="137"/>
                    <a:pt x="76" y="129"/>
                  </a:cubicBezTo>
                  <a:cubicBezTo>
                    <a:pt x="56" y="157"/>
                    <a:pt x="70" y="179"/>
                    <a:pt x="69" y="206"/>
                  </a:cubicBezTo>
                  <a:cubicBezTo>
                    <a:pt x="73" y="178"/>
                    <a:pt x="77" y="142"/>
                    <a:pt x="102" y="122"/>
                  </a:cubicBezTo>
                  <a:cubicBezTo>
                    <a:pt x="112" y="138"/>
                    <a:pt x="128" y="148"/>
                    <a:pt x="140" y="162"/>
                  </a:cubicBezTo>
                  <a:cubicBezTo>
                    <a:pt x="135" y="151"/>
                    <a:pt x="121" y="114"/>
                    <a:pt x="132" y="101"/>
                  </a:cubicBezTo>
                  <a:cubicBezTo>
                    <a:pt x="140" y="92"/>
                    <a:pt x="171" y="97"/>
                    <a:pt x="184" y="94"/>
                  </a:cubicBezTo>
                  <a:cubicBezTo>
                    <a:pt x="174" y="88"/>
                    <a:pt x="165" y="79"/>
                    <a:pt x="157" y="72"/>
                  </a:cubicBezTo>
                  <a:cubicBezTo>
                    <a:pt x="167" y="56"/>
                    <a:pt x="193" y="37"/>
                    <a:pt x="211" y="30"/>
                  </a:cubicBezTo>
                  <a:cubicBezTo>
                    <a:pt x="187" y="43"/>
                    <a:pt x="156" y="43"/>
                    <a:pt x="136" y="64"/>
                  </a:cubicBezTo>
                  <a:cubicBezTo>
                    <a:pt x="137" y="43"/>
                    <a:pt x="158" y="16"/>
                    <a:pt x="173" y="0"/>
                  </a:cubicBezTo>
                  <a:cubicBezTo>
                    <a:pt x="135" y="13"/>
                    <a:pt x="114" y="50"/>
                    <a:pt x="95" y="80"/>
                  </a:cubicBezTo>
                  <a:cubicBezTo>
                    <a:pt x="95" y="69"/>
                    <a:pt x="95" y="57"/>
                    <a:pt x="99" y="47"/>
                  </a:cubicBezTo>
                  <a:cubicBezTo>
                    <a:pt x="87" y="50"/>
                    <a:pt x="81" y="68"/>
                    <a:pt x="79" y="80"/>
                  </a:cubicBezTo>
                  <a:cubicBezTo>
                    <a:pt x="69" y="83"/>
                    <a:pt x="60" y="80"/>
                    <a:pt x="50" y="85"/>
                  </a:cubicBezTo>
                  <a:cubicBezTo>
                    <a:pt x="59" y="87"/>
                    <a:pt x="68" y="90"/>
                    <a:pt x="74" y="9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520">
              <a:extLst>
                <a:ext uri="{FF2B5EF4-FFF2-40B4-BE49-F238E27FC236}">
                  <a16:creationId xmlns:a16="http://schemas.microsoft.com/office/drawing/2014/main" id="{B42E58CE-06D6-458E-8AA5-B5B6A1FCF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493"/>
              <a:ext cx="40" cy="47"/>
            </a:xfrm>
            <a:custGeom>
              <a:avLst/>
              <a:gdLst>
                <a:gd name="T0" fmla="*/ 18 w 57"/>
                <a:gd name="T1" fmla="*/ 24 h 66"/>
                <a:gd name="T2" fmla="*/ 0 w 57"/>
                <a:gd name="T3" fmla="*/ 10 h 66"/>
                <a:gd name="T4" fmla="*/ 8 w 57"/>
                <a:gd name="T5" fmla="*/ 0 h 66"/>
                <a:gd name="T6" fmla="*/ 20 w 57"/>
                <a:gd name="T7" fmla="*/ 22 h 66"/>
                <a:gd name="T8" fmla="*/ 19 w 57"/>
                <a:gd name="T9" fmla="*/ 24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53" y="66"/>
                  </a:moveTo>
                  <a:cubicBezTo>
                    <a:pt x="35" y="53"/>
                    <a:pt x="22" y="31"/>
                    <a:pt x="0" y="26"/>
                  </a:cubicBezTo>
                  <a:cubicBezTo>
                    <a:pt x="6" y="15"/>
                    <a:pt x="12" y="8"/>
                    <a:pt x="21" y="0"/>
                  </a:cubicBezTo>
                  <a:cubicBezTo>
                    <a:pt x="35" y="19"/>
                    <a:pt x="43" y="42"/>
                    <a:pt x="57" y="62"/>
                  </a:cubicBezTo>
                  <a:cubicBezTo>
                    <a:pt x="57" y="65"/>
                    <a:pt x="55" y="63"/>
                    <a:pt x="54" y="64"/>
                  </a:cubicBezTo>
                </a:path>
              </a:pathLst>
            </a:custGeom>
            <a:solidFill>
              <a:srgbClr val="12982F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521">
              <a:extLst>
                <a:ext uri="{FF2B5EF4-FFF2-40B4-BE49-F238E27FC236}">
                  <a16:creationId xmlns:a16="http://schemas.microsoft.com/office/drawing/2014/main" id="{35AE1F27-2B08-4A99-8039-2B1D1A4E5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493"/>
              <a:ext cx="40" cy="47"/>
            </a:xfrm>
            <a:custGeom>
              <a:avLst/>
              <a:gdLst>
                <a:gd name="T0" fmla="*/ 18 w 57"/>
                <a:gd name="T1" fmla="*/ 24 h 66"/>
                <a:gd name="T2" fmla="*/ 0 w 57"/>
                <a:gd name="T3" fmla="*/ 10 h 66"/>
                <a:gd name="T4" fmla="*/ 8 w 57"/>
                <a:gd name="T5" fmla="*/ 0 h 66"/>
                <a:gd name="T6" fmla="*/ 20 w 57"/>
                <a:gd name="T7" fmla="*/ 22 h 66"/>
                <a:gd name="T8" fmla="*/ 19 w 57"/>
                <a:gd name="T9" fmla="*/ 24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53" y="66"/>
                  </a:moveTo>
                  <a:cubicBezTo>
                    <a:pt x="35" y="53"/>
                    <a:pt x="22" y="31"/>
                    <a:pt x="0" y="26"/>
                  </a:cubicBezTo>
                  <a:cubicBezTo>
                    <a:pt x="6" y="15"/>
                    <a:pt x="12" y="8"/>
                    <a:pt x="21" y="0"/>
                  </a:cubicBezTo>
                  <a:cubicBezTo>
                    <a:pt x="35" y="19"/>
                    <a:pt x="43" y="42"/>
                    <a:pt x="57" y="62"/>
                  </a:cubicBezTo>
                  <a:cubicBezTo>
                    <a:pt x="57" y="65"/>
                    <a:pt x="55" y="63"/>
                    <a:pt x="54" y="6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522">
              <a:extLst>
                <a:ext uri="{FF2B5EF4-FFF2-40B4-BE49-F238E27FC236}">
                  <a16:creationId xmlns:a16="http://schemas.microsoft.com/office/drawing/2014/main" id="{D15E8B49-CFB8-4114-A0ED-1162FA89E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650"/>
              <a:ext cx="11" cy="10"/>
            </a:xfrm>
            <a:custGeom>
              <a:avLst/>
              <a:gdLst>
                <a:gd name="T0" fmla="*/ 5 w 16"/>
                <a:gd name="T1" fmla="*/ 1 h 15"/>
                <a:gd name="T2" fmla="*/ 4 w 16"/>
                <a:gd name="T3" fmla="*/ 4 h 15"/>
                <a:gd name="T4" fmla="*/ 1 w 16"/>
                <a:gd name="T5" fmla="*/ 3 h 15"/>
                <a:gd name="T6" fmla="*/ 1 w 16"/>
                <a:gd name="T7" fmla="*/ 1 h 15"/>
                <a:gd name="T8" fmla="*/ 5 w 16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4" y="4"/>
                  </a:moveTo>
                  <a:cubicBezTo>
                    <a:pt x="16" y="7"/>
                    <a:pt x="15" y="11"/>
                    <a:pt x="12" y="13"/>
                  </a:cubicBezTo>
                  <a:cubicBezTo>
                    <a:pt x="8" y="15"/>
                    <a:pt x="4" y="15"/>
                    <a:pt x="2" y="12"/>
                  </a:cubicBezTo>
                  <a:cubicBezTo>
                    <a:pt x="0" y="9"/>
                    <a:pt x="2" y="4"/>
                    <a:pt x="5" y="2"/>
                  </a:cubicBezTo>
                  <a:cubicBezTo>
                    <a:pt x="8" y="0"/>
                    <a:pt x="13" y="1"/>
                    <a:pt x="14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523">
              <a:extLst>
                <a:ext uri="{FF2B5EF4-FFF2-40B4-BE49-F238E27FC236}">
                  <a16:creationId xmlns:a16="http://schemas.microsoft.com/office/drawing/2014/main" id="{1C38DB3F-E352-47C4-A087-6FBAA338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623"/>
              <a:ext cx="12" cy="11"/>
            </a:xfrm>
            <a:custGeom>
              <a:avLst/>
              <a:gdLst>
                <a:gd name="T0" fmla="*/ 6 w 17"/>
                <a:gd name="T1" fmla="*/ 1 h 16"/>
                <a:gd name="T2" fmla="*/ 4 w 17"/>
                <a:gd name="T3" fmla="*/ 5 h 16"/>
                <a:gd name="T4" fmla="*/ 1 w 17"/>
                <a:gd name="T5" fmla="*/ 4 h 16"/>
                <a:gd name="T6" fmla="*/ 2 w 17"/>
                <a:gd name="T7" fmla="*/ 1 h 16"/>
                <a:gd name="T8" fmla="*/ 6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5" y="4"/>
                  </a:moveTo>
                  <a:cubicBezTo>
                    <a:pt x="17" y="7"/>
                    <a:pt x="16" y="11"/>
                    <a:pt x="12" y="14"/>
                  </a:cubicBezTo>
                  <a:cubicBezTo>
                    <a:pt x="8" y="16"/>
                    <a:pt x="4" y="15"/>
                    <a:pt x="2" y="12"/>
                  </a:cubicBezTo>
                  <a:cubicBezTo>
                    <a:pt x="0" y="9"/>
                    <a:pt x="1" y="4"/>
                    <a:pt x="5" y="2"/>
                  </a:cubicBezTo>
                  <a:cubicBezTo>
                    <a:pt x="8" y="0"/>
                    <a:pt x="13" y="1"/>
                    <a:pt x="15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524">
              <a:extLst>
                <a:ext uri="{FF2B5EF4-FFF2-40B4-BE49-F238E27FC236}">
                  <a16:creationId xmlns:a16="http://schemas.microsoft.com/office/drawing/2014/main" id="{B466817B-0B8F-4816-A661-957701532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648"/>
              <a:ext cx="13" cy="13"/>
            </a:xfrm>
            <a:custGeom>
              <a:avLst/>
              <a:gdLst>
                <a:gd name="T0" fmla="*/ 5 w 19"/>
                <a:gd name="T1" fmla="*/ 1 h 18"/>
                <a:gd name="T2" fmla="*/ 4 w 19"/>
                <a:gd name="T3" fmla="*/ 6 h 18"/>
                <a:gd name="T4" fmla="*/ 1 w 19"/>
                <a:gd name="T5" fmla="*/ 5 h 18"/>
                <a:gd name="T6" fmla="*/ 2 w 19"/>
                <a:gd name="T7" fmla="*/ 1 h 18"/>
                <a:gd name="T8" fmla="*/ 5 w 19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7" y="4"/>
                  </a:moveTo>
                  <a:cubicBezTo>
                    <a:pt x="19" y="8"/>
                    <a:pt x="17" y="13"/>
                    <a:pt x="13" y="15"/>
                  </a:cubicBezTo>
                  <a:cubicBezTo>
                    <a:pt x="9" y="18"/>
                    <a:pt x="4" y="17"/>
                    <a:pt x="2" y="13"/>
                  </a:cubicBezTo>
                  <a:cubicBezTo>
                    <a:pt x="0" y="10"/>
                    <a:pt x="2" y="5"/>
                    <a:pt x="6" y="2"/>
                  </a:cubicBezTo>
                  <a:cubicBezTo>
                    <a:pt x="9" y="0"/>
                    <a:pt x="14" y="1"/>
                    <a:pt x="17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525">
              <a:extLst>
                <a:ext uri="{FF2B5EF4-FFF2-40B4-BE49-F238E27FC236}">
                  <a16:creationId xmlns:a16="http://schemas.microsoft.com/office/drawing/2014/main" id="{5AE456F8-B1C5-4412-99DA-DD6963957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08"/>
              <a:ext cx="12" cy="12"/>
            </a:xfrm>
            <a:custGeom>
              <a:avLst/>
              <a:gdLst>
                <a:gd name="T0" fmla="*/ 6 w 17"/>
                <a:gd name="T1" fmla="*/ 1 h 17"/>
                <a:gd name="T2" fmla="*/ 4 w 17"/>
                <a:gd name="T3" fmla="*/ 5 h 17"/>
                <a:gd name="T4" fmla="*/ 1 w 17"/>
                <a:gd name="T5" fmla="*/ 4 h 17"/>
                <a:gd name="T6" fmla="*/ 2 w 17"/>
                <a:gd name="T7" fmla="*/ 1 h 17"/>
                <a:gd name="T8" fmla="*/ 6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5" y="4"/>
                  </a:moveTo>
                  <a:cubicBezTo>
                    <a:pt x="17" y="8"/>
                    <a:pt x="16" y="12"/>
                    <a:pt x="12" y="14"/>
                  </a:cubicBezTo>
                  <a:cubicBezTo>
                    <a:pt x="8" y="17"/>
                    <a:pt x="4" y="16"/>
                    <a:pt x="2" y="13"/>
                  </a:cubicBezTo>
                  <a:cubicBezTo>
                    <a:pt x="0" y="9"/>
                    <a:pt x="1" y="5"/>
                    <a:pt x="5" y="3"/>
                  </a:cubicBezTo>
                  <a:cubicBezTo>
                    <a:pt x="8" y="0"/>
                    <a:pt x="13" y="1"/>
                    <a:pt x="15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526">
              <a:extLst>
                <a:ext uri="{FF2B5EF4-FFF2-40B4-BE49-F238E27FC236}">
                  <a16:creationId xmlns:a16="http://schemas.microsoft.com/office/drawing/2014/main" id="{FEB5A77C-5C4C-4FA1-805D-C83FA0941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624"/>
              <a:ext cx="6" cy="7"/>
            </a:xfrm>
            <a:custGeom>
              <a:avLst/>
              <a:gdLst>
                <a:gd name="T0" fmla="*/ 2 w 9"/>
                <a:gd name="T1" fmla="*/ 2 h 9"/>
                <a:gd name="T2" fmla="*/ 2 w 9"/>
                <a:gd name="T3" fmla="*/ 3 h 9"/>
                <a:gd name="T4" fmla="*/ 1 w 9"/>
                <a:gd name="T5" fmla="*/ 3 h 9"/>
                <a:gd name="T6" fmla="*/ 1 w 9"/>
                <a:gd name="T7" fmla="*/ 1 h 9"/>
                <a:gd name="T8" fmla="*/ 2 w 9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2"/>
                  </a:moveTo>
                  <a:cubicBezTo>
                    <a:pt x="9" y="4"/>
                    <a:pt x="9" y="6"/>
                    <a:pt x="7" y="7"/>
                  </a:cubicBezTo>
                  <a:cubicBezTo>
                    <a:pt x="5" y="9"/>
                    <a:pt x="2" y="8"/>
                    <a:pt x="1" y="6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7" y="0"/>
                    <a:pt x="8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527">
              <a:extLst>
                <a:ext uri="{FF2B5EF4-FFF2-40B4-BE49-F238E27FC236}">
                  <a16:creationId xmlns:a16="http://schemas.microsoft.com/office/drawing/2014/main" id="{98F22396-3474-437E-A6B8-BA2A87CF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644"/>
              <a:ext cx="7" cy="7"/>
            </a:xfrm>
            <a:custGeom>
              <a:avLst/>
              <a:gdLst>
                <a:gd name="T0" fmla="*/ 3 w 10"/>
                <a:gd name="T1" fmla="*/ 2 h 9"/>
                <a:gd name="T2" fmla="*/ 3 w 10"/>
                <a:gd name="T3" fmla="*/ 4 h 9"/>
                <a:gd name="T4" fmla="*/ 1 w 10"/>
                <a:gd name="T5" fmla="*/ 3 h 9"/>
                <a:gd name="T6" fmla="*/ 1 w 10"/>
                <a:gd name="T7" fmla="*/ 1 h 9"/>
                <a:gd name="T8" fmla="*/ 3 w 10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8" y="2"/>
                  </a:moveTo>
                  <a:cubicBezTo>
                    <a:pt x="10" y="4"/>
                    <a:pt x="9" y="6"/>
                    <a:pt x="7" y="8"/>
                  </a:cubicBezTo>
                  <a:cubicBezTo>
                    <a:pt x="5" y="9"/>
                    <a:pt x="2" y="9"/>
                    <a:pt x="1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5" y="0"/>
                    <a:pt x="7" y="1"/>
                    <a:pt x="8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528">
              <a:extLst>
                <a:ext uri="{FF2B5EF4-FFF2-40B4-BE49-F238E27FC236}">
                  <a16:creationId xmlns:a16="http://schemas.microsoft.com/office/drawing/2014/main" id="{DBED9985-C3AC-4CAD-AB17-B48CBC6A5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682"/>
              <a:ext cx="14" cy="13"/>
            </a:xfrm>
            <a:custGeom>
              <a:avLst/>
              <a:gdLst>
                <a:gd name="T0" fmla="*/ 6 w 20"/>
                <a:gd name="T1" fmla="*/ 1 h 19"/>
                <a:gd name="T2" fmla="*/ 6 w 20"/>
                <a:gd name="T3" fmla="*/ 5 h 19"/>
                <a:gd name="T4" fmla="*/ 1 w 20"/>
                <a:gd name="T5" fmla="*/ 5 h 19"/>
                <a:gd name="T6" fmla="*/ 2 w 20"/>
                <a:gd name="T7" fmla="*/ 1 h 19"/>
                <a:gd name="T8" fmla="*/ 6 w 20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8" y="4"/>
                  </a:moveTo>
                  <a:cubicBezTo>
                    <a:pt x="20" y="8"/>
                    <a:pt x="19" y="13"/>
                    <a:pt x="15" y="16"/>
                  </a:cubicBezTo>
                  <a:cubicBezTo>
                    <a:pt x="10" y="19"/>
                    <a:pt x="5" y="18"/>
                    <a:pt x="3" y="14"/>
                  </a:cubicBezTo>
                  <a:cubicBezTo>
                    <a:pt x="0" y="10"/>
                    <a:pt x="2" y="5"/>
                    <a:pt x="6" y="2"/>
                  </a:cubicBezTo>
                  <a:cubicBezTo>
                    <a:pt x="10" y="0"/>
                    <a:pt x="16" y="1"/>
                    <a:pt x="18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529">
              <a:extLst>
                <a:ext uri="{FF2B5EF4-FFF2-40B4-BE49-F238E27FC236}">
                  <a16:creationId xmlns:a16="http://schemas.microsoft.com/office/drawing/2014/main" id="{22E8671F-CFB3-455A-8FA6-A8EF94824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670"/>
              <a:ext cx="11" cy="10"/>
            </a:xfrm>
            <a:custGeom>
              <a:avLst/>
              <a:gdLst>
                <a:gd name="T0" fmla="*/ 5 w 16"/>
                <a:gd name="T1" fmla="*/ 1 h 15"/>
                <a:gd name="T2" fmla="*/ 4 w 16"/>
                <a:gd name="T3" fmla="*/ 4 h 15"/>
                <a:gd name="T4" fmla="*/ 1 w 16"/>
                <a:gd name="T5" fmla="*/ 3 h 15"/>
                <a:gd name="T6" fmla="*/ 1 w 16"/>
                <a:gd name="T7" fmla="*/ 1 h 15"/>
                <a:gd name="T8" fmla="*/ 5 w 16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4" y="3"/>
                  </a:moveTo>
                  <a:cubicBezTo>
                    <a:pt x="16" y="6"/>
                    <a:pt x="14" y="10"/>
                    <a:pt x="11" y="13"/>
                  </a:cubicBezTo>
                  <a:cubicBezTo>
                    <a:pt x="8" y="15"/>
                    <a:pt x="3" y="14"/>
                    <a:pt x="1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8" y="0"/>
                    <a:pt x="12" y="0"/>
                    <a:pt x="14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530">
              <a:extLst>
                <a:ext uri="{FF2B5EF4-FFF2-40B4-BE49-F238E27FC236}">
                  <a16:creationId xmlns:a16="http://schemas.microsoft.com/office/drawing/2014/main" id="{0DA52BCC-0834-4063-ABE3-4BD9407DA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586"/>
              <a:ext cx="9" cy="9"/>
            </a:xfrm>
            <a:custGeom>
              <a:avLst/>
              <a:gdLst>
                <a:gd name="T0" fmla="*/ 5 w 12"/>
                <a:gd name="T1" fmla="*/ 2 h 12"/>
                <a:gd name="T2" fmla="*/ 4 w 12"/>
                <a:gd name="T3" fmla="*/ 5 h 12"/>
                <a:gd name="T4" fmla="*/ 1 w 12"/>
                <a:gd name="T5" fmla="*/ 4 h 12"/>
                <a:gd name="T6" fmla="*/ 2 w 12"/>
                <a:gd name="T7" fmla="*/ 2 h 12"/>
                <a:gd name="T8" fmla="*/ 5 w 12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0" y="3"/>
                  </a:moveTo>
                  <a:cubicBezTo>
                    <a:pt x="12" y="5"/>
                    <a:pt x="11" y="9"/>
                    <a:pt x="8" y="10"/>
                  </a:cubicBezTo>
                  <a:cubicBezTo>
                    <a:pt x="6" y="12"/>
                    <a:pt x="2" y="11"/>
                    <a:pt x="1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6" y="0"/>
                    <a:pt x="9" y="1"/>
                    <a:pt x="10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531">
              <a:extLst>
                <a:ext uri="{FF2B5EF4-FFF2-40B4-BE49-F238E27FC236}">
                  <a16:creationId xmlns:a16="http://schemas.microsoft.com/office/drawing/2014/main" id="{F2D404F1-71B9-4562-B2DA-4DC461A10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606"/>
              <a:ext cx="11" cy="10"/>
            </a:xfrm>
            <a:custGeom>
              <a:avLst/>
              <a:gdLst>
                <a:gd name="T0" fmla="*/ 5 w 15"/>
                <a:gd name="T1" fmla="*/ 1 h 14"/>
                <a:gd name="T2" fmla="*/ 4 w 15"/>
                <a:gd name="T3" fmla="*/ 4 h 14"/>
                <a:gd name="T4" fmla="*/ 1 w 15"/>
                <a:gd name="T5" fmla="*/ 4 h 14"/>
                <a:gd name="T6" fmla="*/ 2 w 15"/>
                <a:gd name="T7" fmla="*/ 1 h 14"/>
                <a:gd name="T8" fmla="*/ 5 w 15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4"/>
                  </a:move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532">
              <a:extLst>
                <a:ext uri="{FF2B5EF4-FFF2-40B4-BE49-F238E27FC236}">
                  <a16:creationId xmlns:a16="http://schemas.microsoft.com/office/drawing/2014/main" id="{DA7EEEFA-76A0-402C-8D99-683F4D89B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714"/>
              <a:ext cx="9" cy="9"/>
            </a:xfrm>
            <a:custGeom>
              <a:avLst/>
              <a:gdLst>
                <a:gd name="T0" fmla="*/ 4 w 13"/>
                <a:gd name="T1" fmla="*/ 2 h 12"/>
                <a:gd name="T2" fmla="*/ 3 w 13"/>
                <a:gd name="T3" fmla="*/ 5 h 12"/>
                <a:gd name="T4" fmla="*/ 1 w 13"/>
                <a:gd name="T5" fmla="*/ 4 h 12"/>
                <a:gd name="T6" fmla="*/ 1 w 13"/>
                <a:gd name="T7" fmla="*/ 1 h 12"/>
                <a:gd name="T8" fmla="*/ 4 w 13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3"/>
                  </a:moveTo>
                  <a:cubicBezTo>
                    <a:pt x="13" y="5"/>
                    <a:pt x="12" y="9"/>
                    <a:pt x="10" y="10"/>
                  </a:cubicBezTo>
                  <a:cubicBezTo>
                    <a:pt x="7" y="12"/>
                    <a:pt x="3" y="11"/>
                    <a:pt x="2" y="9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7" y="0"/>
                    <a:pt x="10" y="0"/>
                    <a:pt x="12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533">
              <a:extLst>
                <a:ext uri="{FF2B5EF4-FFF2-40B4-BE49-F238E27FC236}">
                  <a16:creationId xmlns:a16="http://schemas.microsoft.com/office/drawing/2014/main" id="{72227B2C-57C8-4F75-A1BA-53799DA7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662"/>
              <a:ext cx="12" cy="12"/>
            </a:xfrm>
            <a:custGeom>
              <a:avLst/>
              <a:gdLst>
                <a:gd name="T0" fmla="*/ 6 w 17"/>
                <a:gd name="T1" fmla="*/ 1 h 17"/>
                <a:gd name="T2" fmla="*/ 4 w 17"/>
                <a:gd name="T3" fmla="*/ 5 h 17"/>
                <a:gd name="T4" fmla="*/ 1 w 17"/>
                <a:gd name="T5" fmla="*/ 4 h 17"/>
                <a:gd name="T6" fmla="*/ 2 w 17"/>
                <a:gd name="T7" fmla="*/ 1 h 17"/>
                <a:gd name="T8" fmla="*/ 6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5" y="4"/>
                  </a:moveTo>
                  <a:cubicBezTo>
                    <a:pt x="17" y="8"/>
                    <a:pt x="16" y="12"/>
                    <a:pt x="12" y="14"/>
                  </a:cubicBezTo>
                  <a:cubicBezTo>
                    <a:pt x="8" y="17"/>
                    <a:pt x="4" y="16"/>
                    <a:pt x="2" y="13"/>
                  </a:cubicBezTo>
                  <a:cubicBezTo>
                    <a:pt x="0" y="9"/>
                    <a:pt x="1" y="5"/>
                    <a:pt x="5" y="3"/>
                  </a:cubicBezTo>
                  <a:cubicBezTo>
                    <a:pt x="9" y="0"/>
                    <a:pt x="13" y="1"/>
                    <a:pt x="15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534">
              <a:extLst>
                <a:ext uri="{FF2B5EF4-FFF2-40B4-BE49-F238E27FC236}">
                  <a16:creationId xmlns:a16="http://schemas.microsoft.com/office/drawing/2014/main" id="{C9B0311D-0DAD-48D9-9C03-F16A3993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708"/>
              <a:ext cx="13" cy="12"/>
            </a:xfrm>
            <a:custGeom>
              <a:avLst/>
              <a:gdLst>
                <a:gd name="T0" fmla="*/ 7 w 18"/>
                <a:gd name="T1" fmla="*/ 2 h 16"/>
                <a:gd name="T2" fmla="*/ 5 w 18"/>
                <a:gd name="T3" fmla="*/ 6 h 16"/>
                <a:gd name="T4" fmla="*/ 1 w 18"/>
                <a:gd name="T5" fmla="*/ 5 h 16"/>
                <a:gd name="T6" fmla="*/ 2 w 18"/>
                <a:gd name="T7" fmla="*/ 2 h 16"/>
                <a:gd name="T8" fmla="*/ 7 w 18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6" y="4"/>
                  </a:moveTo>
                  <a:cubicBezTo>
                    <a:pt x="18" y="7"/>
                    <a:pt x="16" y="11"/>
                    <a:pt x="13" y="14"/>
                  </a:cubicBezTo>
                  <a:cubicBezTo>
                    <a:pt x="9" y="16"/>
                    <a:pt x="4" y="15"/>
                    <a:pt x="2" y="12"/>
                  </a:cubicBezTo>
                  <a:cubicBezTo>
                    <a:pt x="0" y="9"/>
                    <a:pt x="2" y="4"/>
                    <a:pt x="5" y="2"/>
                  </a:cubicBezTo>
                  <a:cubicBezTo>
                    <a:pt x="9" y="0"/>
                    <a:pt x="14" y="1"/>
                    <a:pt x="16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535">
              <a:extLst>
                <a:ext uri="{FF2B5EF4-FFF2-40B4-BE49-F238E27FC236}">
                  <a16:creationId xmlns:a16="http://schemas.microsoft.com/office/drawing/2014/main" id="{0928F628-7C15-493C-A3BA-889F448FF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680"/>
              <a:ext cx="7" cy="7"/>
            </a:xfrm>
            <a:custGeom>
              <a:avLst/>
              <a:gdLst>
                <a:gd name="T0" fmla="*/ 3 w 10"/>
                <a:gd name="T1" fmla="*/ 1 h 10"/>
                <a:gd name="T2" fmla="*/ 3 w 10"/>
                <a:gd name="T3" fmla="*/ 3 h 10"/>
                <a:gd name="T4" fmla="*/ 1 w 10"/>
                <a:gd name="T5" fmla="*/ 3 h 10"/>
                <a:gd name="T6" fmla="*/ 1 w 10"/>
                <a:gd name="T7" fmla="*/ 1 h 10"/>
                <a:gd name="T8" fmla="*/ 3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2"/>
                  </a:moveTo>
                  <a:cubicBezTo>
                    <a:pt x="10" y="4"/>
                    <a:pt x="10" y="7"/>
                    <a:pt x="7" y="9"/>
                  </a:cubicBezTo>
                  <a:cubicBezTo>
                    <a:pt x="5" y="10"/>
                    <a:pt x="2" y="9"/>
                    <a:pt x="1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5" y="0"/>
                    <a:pt x="8" y="0"/>
                    <a:pt x="9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536">
              <a:extLst>
                <a:ext uri="{FF2B5EF4-FFF2-40B4-BE49-F238E27FC236}">
                  <a16:creationId xmlns:a16="http://schemas.microsoft.com/office/drawing/2014/main" id="{83466B5B-1902-405D-9596-4359A4E72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13"/>
              <a:ext cx="14" cy="14"/>
            </a:xfrm>
            <a:custGeom>
              <a:avLst/>
              <a:gdLst>
                <a:gd name="T0" fmla="*/ 6 w 20"/>
                <a:gd name="T1" fmla="*/ 2 h 19"/>
                <a:gd name="T2" fmla="*/ 5 w 20"/>
                <a:gd name="T3" fmla="*/ 7 h 19"/>
                <a:gd name="T4" fmla="*/ 1 w 20"/>
                <a:gd name="T5" fmla="*/ 5 h 19"/>
                <a:gd name="T6" fmla="*/ 2 w 20"/>
                <a:gd name="T7" fmla="*/ 1 h 19"/>
                <a:gd name="T8" fmla="*/ 6 w 20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7" y="5"/>
                  </a:moveTo>
                  <a:cubicBezTo>
                    <a:pt x="20" y="8"/>
                    <a:pt x="18" y="14"/>
                    <a:pt x="14" y="16"/>
                  </a:cubicBezTo>
                  <a:cubicBezTo>
                    <a:pt x="10" y="19"/>
                    <a:pt x="4" y="18"/>
                    <a:pt x="2" y="14"/>
                  </a:cubicBezTo>
                  <a:cubicBezTo>
                    <a:pt x="0" y="11"/>
                    <a:pt x="1" y="5"/>
                    <a:pt x="5" y="3"/>
                  </a:cubicBezTo>
                  <a:cubicBezTo>
                    <a:pt x="10" y="0"/>
                    <a:pt x="15" y="1"/>
                    <a:pt x="17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537">
              <a:extLst>
                <a:ext uri="{FF2B5EF4-FFF2-40B4-BE49-F238E27FC236}">
                  <a16:creationId xmlns:a16="http://schemas.microsoft.com/office/drawing/2014/main" id="{DF46DA3D-6908-40C3-9C66-3C08659F9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550"/>
              <a:ext cx="6" cy="6"/>
            </a:xfrm>
            <a:custGeom>
              <a:avLst/>
              <a:gdLst>
                <a:gd name="T0" fmla="*/ 2 w 9"/>
                <a:gd name="T1" fmla="*/ 1 h 9"/>
                <a:gd name="T2" fmla="*/ 2 w 9"/>
                <a:gd name="T3" fmla="*/ 2 h 9"/>
                <a:gd name="T4" fmla="*/ 1 w 9"/>
                <a:gd name="T5" fmla="*/ 2 h 9"/>
                <a:gd name="T6" fmla="*/ 1 w 9"/>
                <a:gd name="T7" fmla="*/ 1 h 9"/>
                <a:gd name="T8" fmla="*/ 2 w 9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2"/>
                  </a:moveTo>
                  <a:cubicBezTo>
                    <a:pt x="9" y="4"/>
                    <a:pt x="9" y="7"/>
                    <a:pt x="7" y="8"/>
                  </a:cubicBezTo>
                  <a:cubicBezTo>
                    <a:pt x="5" y="9"/>
                    <a:pt x="2" y="9"/>
                    <a:pt x="1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5" y="0"/>
                    <a:pt x="7" y="1"/>
                    <a:pt x="8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538">
              <a:extLst>
                <a:ext uri="{FF2B5EF4-FFF2-40B4-BE49-F238E27FC236}">
                  <a16:creationId xmlns:a16="http://schemas.microsoft.com/office/drawing/2014/main" id="{22DE40D8-411C-41A5-9C46-6A3F0987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509"/>
              <a:ext cx="10" cy="10"/>
            </a:xfrm>
            <a:custGeom>
              <a:avLst/>
              <a:gdLst>
                <a:gd name="T0" fmla="*/ 4 w 15"/>
                <a:gd name="T1" fmla="*/ 1 h 14"/>
                <a:gd name="T2" fmla="*/ 3 w 15"/>
                <a:gd name="T3" fmla="*/ 4 h 14"/>
                <a:gd name="T4" fmla="*/ 1 w 15"/>
                <a:gd name="T5" fmla="*/ 4 h 14"/>
                <a:gd name="T6" fmla="*/ 1 w 15"/>
                <a:gd name="T7" fmla="*/ 1 h 14"/>
                <a:gd name="T8" fmla="*/ 4 w 15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3"/>
                  </a:moveTo>
                  <a:cubicBezTo>
                    <a:pt x="15" y="6"/>
                    <a:pt x="14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539">
              <a:extLst>
                <a:ext uri="{FF2B5EF4-FFF2-40B4-BE49-F238E27FC236}">
                  <a16:creationId xmlns:a16="http://schemas.microsoft.com/office/drawing/2014/main" id="{967A32A6-FEC3-43C2-AFDC-0DFE81AD7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549"/>
              <a:ext cx="7" cy="7"/>
            </a:xfrm>
            <a:custGeom>
              <a:avLst/>
              <a:gdLst>
                <a:gd name="T0" fmla="*/ 3 w 10"/>
                <a:gd name="T1" fmla="*/ 1 h 10"/>
                <a:gd name="T2" fmla="*/ 3 w 10"/>
                <a:gd name="T3" fmla="*/ 3 h 10"/>
                <a:gd name="T4" fmla="*/ 1 w 10"/>
                <a:gd name="T5" fmla="*/ 3 h 10"/>
                <a:gd name="T6" fmla="*/ 1 w 10"/>
                <a:gd name="T7" fmla="*/ 1 h 10"/>
                <a:gd name="T8" fmla="*/ 3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2"/>
                  </a:moveTo>
                  <a:cubicBezTo>
                    <a:pt x="10" y="4"/>
                    <a:pt x="9" y="7"/>
                    <a:pt x="7" y="8"/>
                  </a:cubicBezTo>
                  <a:cubicBezTo>
                    <a:pt x="5" y="10"/>
                    <a:pt x="2" y="9"/>
                    <a:pt x="1" y="7"/>
                  </a:cubicBezTo>
                  <a:cubicBezTo>
                    <a:pt x="0" y="5"/>
                    <a:pt x="0" y="2"/>
                    <a:pt x="3" y="1"/>
                  </a:cubicBezTo>
                  <a:cubicBezTo>
                    <a:pt x="5" y="0"/>
                    <a:pt x="8" y="0"/>
                    <a:pt x="9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540">
              <a:extLst>
                <a:ext uri="{FF2B5EF4-FFF2-40B4-BE49-F238E27FC236}">
                  <a16:creationId xmlns:a16="http://schemas.microsoft.com/office/drawing/2014/main" id="{A8F76620-C2C1-44DC-A67B-61BE2B516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586"/>
              <a:ext cx="6" cy="5"/>
            </a:xfrm>
            <a:custGeom>
              <a:avLst/>
              <a:gdLst>
                <a:gd name="T0" fmla="*/ 3 w 8"/>
                <a:gd name="T1" fmla="*/ 1 h 8"/>
                <a:gd name="T2" fmla="*/ 3 w 8"/>
                <a:gd name="T3" fmla="*/ 2 h 8"/>
                <a:gd name="T4" fmla="*/ 1 w 8"/>
                <a:gd name="T5" fmla="*/ 2 h 8"/>
                <a:gd name="T6" fmla="*/ 2 w 8"/>
                <a:gd name="T7" fmla="*/ 1 h 8"/>
                <a:gd name="T8" fmla="*/ 3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8" y="4"/>
                    <a:pt x="7" y="6"/>
                    <a:pt x="6" y="7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4" y="0"/>
                    <a:pt x="6" y="1"/>
                    <a:pt x="7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541">
              <a:extLst>
                <a:ext uri="{FF2B5EF4-FFF2-40B4-BE49-F238E27FC236}">
                  <a16:creationId xmlns:a16="http://schemas.microsoft.com/office/drawing/2014/main" id="{4120980B-79F3-4B8B-B2C6-27CC45314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55"/>
              <a:ext cx="5" cy="5"/>
            </a:xfrm>
            <a:custGeom>
              <a:avLst/>
              <a:gdLst>
                <a:gd name="T0" fmla="*/ 2 w 7"/>
                <a:gd name="T1" fmla="*/ 2 h 6"/>
                <a:gd name="T2" fmla="*/ 2 w 7"/>
                <a:gd name="T3" fmla="*/ 3 h 6"/>
                <a:gd name="T4" fmla="*/ 1 w 7"/>
                <a:gd name="T5" fmla="*/ 3 h 6"/>
                <a:gd name="T6" fmla="*/ 1 w 7"/>
                <a:gd name="T7" fmla="*/ 1 h 6"/>
                <a:gd name="T8" fmla="*/ 2 w 7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2"/>
                  </a:moveTo>
                  <a:cubicBezTo>
                    <a:pt x="7" y="3"/>
                    <a:pt x="6" y="5"/>
                    <a:pt x="5" y="6"/>
                  </a:cubicBezTo>
                  <a:cubicBezTo>
                    <a:pt x="3" y="6"/>
                    <a:pt x="1" y="6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542">
              <a:extLst>
                <a:ext uri="{FF2B5EF4-FFF2-40B4-BE49-F238E27FC236}">
                  <a16:creationId xmlns:a16="http://schemas.microsoft.com/office/drawing/2014/main" id="{69F60C16-2846-44F9-B2CD-69E88D818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657"/>
              <a:ext cx="5" cy="5"/>
            </a:xfrm>
            <a:custGeom>
              <a:avLst/>
              <a:gdLst>
                <a:gd name="T0" fmla="*/ 2 w 7"/>
                <a:gd name="T1" fmla="*/ 1 h 7"/>
                <a:gd name="T2" fmla="*/ 2 w 7"/>
                <a:gd name="T3" fmla="*/ 2 h 7"/>
                <a:gd name="T4" fmla="*/ 1 w 7"/>
                <a:gd name="T5" fmla="*/ 2 h 7"/>
                <a:gd name="T6" fmla="*/ 1 w 7"/>
                <a:gd name="T7" fmla="*/ 1 h 7"/>
                <a:gd name="T8" fmla="*/ 2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3"/>
                    <a:pt x="6" y="5"/>
                    <a:pt x="5" y="6"/>
                  </a:cubicBezTo>
                  <a:cubicBezTo>
                    <a:pt x="3" y="7"/>
                    <a:pt x="2" y="6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543">
              <a:extLst>
                <a:ext uri="{FF2B5EF4-FFF2-40B4-BE49-F238E27FC236}">
                  <a16:creationId xmlns:a16="http://schemas.microsoft.com/office/drawing/2014/main" id="{F4DF44C3-B243-49FC-8123-602D4ADA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725"/>
              <a:ext cx="5" cy="5"/>
            </a:xfrm>
            <a:custGeom>
              <a:avLst/>
              <a:gdLst>
                <a:gd name="T0" fmla="*/ 2 w 7"/>
                <a:gd name="T1" fmla="*/ 1 h 7"/>
                <a:gd name="T2" fmla="*/ 2 w 7"/>
                <a:gd name="T3" fmla="*/ 2 h 7"/>
                <a:gd name="T4" fmla="*/ 1 w 7"/>
                <a:gd name="T5" fmla="*/ 2 h 7"/>
                <a:gd name="T6" fmla="*/ 1 w 7"/>
                <a:gd name="T7" fmla="*/ 1 h 7"/>
                <a:gd name="T8" fmla="*/ 2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3"/>
                    <a:pt x="6" y="5"/>
                    <a:pt x="5" y="6"/>
                  </a:cubicBezTo>
                  <a:cubicBezTo>
                    <a:pt x="3" y="7"/>
                    <a:pt x="2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544">
              <a:extLst>
                <a:ext uri="{FF2B5EF4-FFF2-40B4-BE49-F238E27FC236}">
                  <a16:creationId xmlns:a16="http://schemas.microsoft.com/office/drawing/2014/main" id="{0A5B0E54-1704-4ACF-8B1C-E4457568C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573"/>
              <a:ext cx="285" cy="402"/>
            </a:xfrm>
            <a:custGeom>
              <a:avLst/>
              <a:gdLst>
                <a:gd name="T0" fmla="*/ 60 w 404"/>
                <a:gd name="T1" fmla="*/ 41 h 570"/>
                <a:gd name="T2" fmla="*/ 3 w 404"/>
                <a:gd name="T3" fmla="*/ 76 h 570"/>
                <a:gd name="T4" fmla="*/ 73 w 404"/>
                <a:gd name="T5" fmla="*/ 161 h 570"/>
                <a:gd name="T6" fmla="*/ 129 w 404"/>
                <a:gd name="T7" fmla="*/ 126 h 570"/>
                <a:gd name="T8" fmla="*/ 60 w 404"/>
                <a:gd name="T9" fmla="*/ 41 h 5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4" h="570">
                  <a:moveTo>
                    <a:pt x="170" y="116"/>
                  </a:moveTo>
                  <a:cubicBezTo>
                    <a:pt x="119" y="160"/>
                    <a:pt x="0" y="116"/>
                    <a:pt x="9" y="217"/>
                  </a:cubicBezTo>
                  <a:cubicBezTo>
                    <a:pt x="18" y="319"/>
                    <a:pt x="136" y="420"/>
                    <a:pt x="207" y="458"/>
                  </a:cubicBezTo>
                  <a:cubicBezTo>
                    <a:pt x="278" y="496"/>
                    <a:pt x="333" y="570"/>
                    <a:pt x="369" y="359"/>
                  </a:cubicBezTo>
                  <a:cubicBezTo>
                    <a:pt x="404" y="148"/>
                    <a:pt x="306" y="0"/>
                    <a:pt x="170" y="116"/>
                  </a:cubicBezTo>
                  <a:close/>
                </a:path>
              </a:pathLst>
            </a:custGeom>
            <a:solidFill>
              <a:srgbClr val="E0111A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545">
              <a:extLst>
                <a:ext uri="{FF2B5EF4-FFF2-40B4-BE49-F238E27FC236}">
                  <a16:creationId xmlns:a16="http://schemas.microsoft.com/office/drawing/2014/main" id="{2361C3E2-E02A-4EB4-8ED7-3AFCEADF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611"/>
              <a:ext cx="150" cy="112"/>
            </a:xfrm>
            <a:custGeom>
              <a:avLst/>
              <a:gdLst>
                <a:gd name="T0" fmla="*/ 27 w 213"/>
                <a:gd name="T1" fmla="*/ 20 h 159"/>
                <a:gd name="T2" fmla="*/ 2 w 213"/>
                <a:gd name="T3" fmla="*/ 26 h 159"/>
                <a:gd name="T4" fmla="*/ 25 w 213"/>
                <a:gd name="T5" fmla="*/ 25 h 159"/>
                <a:gd name="T6" fmla="*/ 0 w 213"/>
                <a:gd name="T7" fmla="*/ 44 h 159"/>
                <a:gd name="T8" fmla="*/ 14 w 213"/>
                <a:gd name="T9" fmla="*/ 35 h 159"/>
                <a:gd name="T10" fmla="*/ 25 w 213"/>
                <a:gd name="T11" fmla="*/ 31 h 159"/>
                <a:gd name="T12" fmla="*/ 17 w 213"/>
                <a:gd name="T13" fmla="*/ 56 h 159"/>
                <a:gd name="T14" fmla="*/ 34 w 213"/>
                <a:gd name="T15" fmla="*/ 32 h 159"/>
                <a:gd name="T16" fmla="*/ 42 w 213"/>
                <a:gd name="T17" fmla="*/ 49 h 159"/>
                <a:gd name="T18" fmla="*/ 44 w 213"/>
                <a:gd name="T19" fmla="*/ 29 h 159"/>
                <a:gd name="T20" fmla="*/ 61 w 213"/>
                <a:gd name="T21" fmla="*/ 32 h 159"/>
                <a:gd name="T22" fmla="*/ 55 w 213"/>
                <a:gd name="T23" fmla="*/ 22 h 159"/>
                <a:gd name="T24" fmla="*/ 75 w 213"/>
                <a:gd name="T25" fmla="*/ 14 h 159"/>
                <a:gd name="T26" fmla="*/ 49 w 213"/>
                <a:gd name="T27" fmla="*/ 18 h 159"/>
                <a:gd name="T28" fmla="*/ 65 w 213"/>
                <a:gd name="T29" fmla="*/ 1 h 159"/>
                <a:gd name="T30" fmla="*/ 36 w 213"/>
                <a:gd name="T31" fmla="*/ 18 h 159"/>
                <a:gd name="T32" fmla="*/ 39 w 213"/>
                <a:gd name="T33" fmla="*/ 7 h 159"/>
                <a:gd name="T34" fmla="*/ 31 w 213"/>
                <a:gd name="T35" fmla="*/ 16 h 159"/>
                <a:gd name="T36" fmla="*/ 22 w 213"/>
                <a:gd name="T37" fmla="*/ 14 h 159"/>
                <a:gd name="T38" fmla="*/ 27 w 213"/>
                <a:gd name="T39" fmla="*/ 20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3" h="159">
                  <a:moveTo>
                    <a:pt x="79" y="57"/>
                  </a:moveTo>
                  <a:cubicBezTo>
                    <a:pt x="55" y="51"/>
                    <a:pt x="24" y="59"/>
                    <a:pt x="6" y="75"/>
                  </a:cubicBezTo>
                  <a:cubicBezTo>
                    <a:pt x="27" y="70"/>
                    <a:pt x="49" y="66"/>
                    <a:pt x="71" y="69"/>
                  </a:cubicBezTo>
                  <a:cubicBezTo>
                    <a:pt x="40" y="76"/>
                    <a:pt x="2" y="88"/>
                    <a:pt x="0" y="127"/>
                  </a:cubicBezTo>
                  <a:cubicBezTo>
                    <a:pt x="13" y="118"/>
                    <a:pt x="24" y="107"/>
                    <a:pt x="41" y="101"/>
                  </a:cubicBezTo>
                  <a:cubicBezTo>
                    <a:pt x="52" y="97"/>
                    <a:pt x="63" y="94"/>
                    <a:pt x="73" y="90"/>
                  </a:cubicBezTo>
                  <a:cubicBezTo>
                    <a:pt x="49" y="109"/>
                    <a:pt x="56" y="135"/>
                    <a:pt x="48" y="159"/>
                  </a:cubicBezTo>
                  <a:cubicBezTo>
                    <a:pt x="59" y="135"/>
                    <a:pt x="70" y="102"/>
                    <a:pt x="97" y="92"/>
                  </a:cubicBezTo>
                  <a:cubicBezTo>
                    <a:pt x="102" y="110"/>
                    <a:pt x="113" y="124"/>
                    <a:pt x="120" y="142"/>
                  </a:cubicBezTo>
                  <a:cubicBezTo>
                    <a:pt x="118" y="130"/>
                    <a:pt x="115" y="90"/>
                    <a:pt x="128" y="82"/>
                  </a:cubicBezTo>
                  <a:cubicBezTo>
                    <a:pt x="137" y="76"/>
                    <a:pt x="163" y="91"/>
                    <a:pt x="174" y="92"/>
                  </a:cubicBezTo>
                  <a:cubicBezTo>
                    <a:pt x="167" y="83"/>
                    <a:pt x="162" y="72"/>
                    <a:pt x="157" y="63"/>
                  </a:cubicBezTo>
                  <a:cubicBezTo>
                    <a:pt x="169" y="51"/>
                    <a:pt x="196" y="41"/>
                    <a:pt x="213" y="41"/>
                  </a:cubicBezTo>
                  <a:cubicBezTo>
                    <a:pt x="189" y="46"/>
                    <a:pt x="163" y="35"/>
                    <a:pt x="141" y="49"/>
                  </a:cubicBezTo>
                  <a:cubicBezTo>
                    <a:pt x="147" y="29"/>
                    <a:pt x="171" y="11"/>
                    <a:pt x="188" y="1"/>
                  </a:cubicBezTo>
                  <a:cubicBezTo>
                    <a:pt x="152" y="0"/>
                    <a:pt x="126" y="28"/>
                    <a:pt x="102" y="50"/>
                  </a:cubicBezTo>
                  <a:cubicBezTo>
                    <a:pt x="104" y="39"/>
                    <a:pt x="107" y="29"/>
                    <a:pt x="113" y="20"/>
                  </a:cubicBezTo>
                  <a:cubicBezTo>
                    <a:pt x="102" y="18"/>
                    <a:pt x="93" y="34"/>
                    <a:pt x="88" y="45"/>
                  </a:cubicBezTo>
                  <a:cubicBezTo>
                    <a:pt x="79" y="44"/>
                    <a:pt x="71" y="38"/>
                    <a:pt x="62" y="40"/>
                  </a:cubicBezTo>
                  <a:cubicBezTo>
                    <a:pt x="69" y="44"/>
                    <a:pt x="76" y="50"/>
                    <a:pt x="79" y="58"/>
                  </a:cubicBezTo>
                </a:path>
              </a:pathLst>
            </a:custGeom>
            <a:solidFill>
              <a:srgbClr val="12982F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546">
              <a:extLst>
                <a:ext uri="{FF2B5EF4-FFF2-40B4-BE49-F238E27FC236}">
                  <a16:creationId xmlns:a16="http://schemas.microsoft.com/office/drawing/2014/main" id="{C8651DB7-CDCE-4277-B120-28C8DC19D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611"/>
              <a:ext cx="150" cy="112"/>
            </a:xfrm>
            <a:custGeom>
              <a:avLst/>
              <a:gdLst>
                <a:gd name="T0" fmla="*/ 27 w 213"/>
                <a:gd name="T1" fmla="*/ 20 h 159"/>
                <a:gd name="T2" fmla="*/ 2 w 213"/>
                <a:gd name="T3" fmla="*/ 26 h 159"/>
                <a:gd name="T4" fmla="*/ 25 w 213"/>
                <a:gd name="T5" fmla="*/ 25 h 159"/>
                <a:gd name="T6" fmla="*/ 0 w 213"/>
                <a:gd name="T7" fmla="*/ 44 h 159"/>
                <a:gd name="T8" fmla="*/ 14 w 213"/>
                <a:gd name="T9" fmla="*/ 35 h 159"/>
                <a:gd name="T10" fmla="*/ 25 w 213"/>
                <a:gd name="T11" fmla="*/ 31 h 159"/>
                <a:gd name="T12" fmla="*/ 17 w 213"/>
                <a:gd name="T13" fmla="*/ 56 h 159"/>
                <a:gd name="T14" fmla="*/ 34 w 213"/>
                <a:gd name="T15" fmla="*/ 32 h 159"/>
                <a:gd name="T16" fmla="*/ 42 w 213"/>
                <a:gd name="T17" fmla="*/ 49 h 159"/>
                <a:gd name="T18" fmla="*/ 44 w 213"/>
                <a:gd name="T19" fmla="*/ 29 h 159"/>
                <a:gd name="T20" fmla="*/ 61 w 213"/>
                <a:gd name="T21" fmla="*/ 32 h 159"/>
                <a:gd name="T22" fmla="*/ 55 w 213"/>
                <a:gd name="T23" fmla="*/ 22 h 159"/>
                <a:gd name="T24" fmla="*/ 75 w 213"/>
                <a:gd name="T25" fmla="*/ 14 h 159"/>
                <a:gd name="T26" fmla="*/ 49 w 213"/>
                <a:gd name="T27" fmla="*/ 18 h 159"/>
                <a:gd name="T28" fmla="*/ 65 w 213"/>
                <a:gd name="T29" fmla="*/ 1 h 159"/>
                <a:gd name="T30" fmla="*/ 36 w 213"/>
                <a:gd name="T31" fmla="*/ 18 h 159"/>
                <a:gd name="T32" fmla="*/ 39 w 213"/>
                <a:gd name="T33" fmla="*/ 7 h 159"/>
                <a:gd name="T34" fmla="*/ 31 w 213"/>
                <a:gd name="T35" fmla="*/ 16 h 159"/>
                <a:gd name="T36" fmla="*/ 22 w 213"/>
                <a:gd name="T37" fmla="*/ 14 h 159"/>
                <a:gd name="T38" fmla="*/ 27 w 213"/>
                <a:gd name="T39" fmla="*/ 20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3" h="159">
                  <a:moveTo>
                    <a:pt x="79" y="57"/>
                  </a:moveTo>
                  <a:cubicBezTo>
                    <a:pt x="55" y="51"/>
                    <a:pt x="24" y="59"/>
                    <a:pt x="6" y="75"/>
                  </a:cubicBezTo>
                  <a:cubicBezTo>
                    <a:pt x="27" y="70"/>
                    <a:pt x="49" y="66"/>
                    <a:pt x="71" y="69"/>
                  </a:cubicBezTo>
                  <a:cubicBezTo>
                    <a:pt x="40" y="76"/>
                    <a:pt x="2" y="88"/>
                    <a:pt x="0" y="127"/>
                  </a:cubicBezTo>
                  <a:cubicBezTo>
                    <a:pt x="13" y="118"/>
                    <a:pt x="24" y="107"/>
                    <a:pt x="41" y="101"/>
                  </a:cubicBezTo>
                  <a:cubicBezTo>
                    <a:pt x="52" y="97"/>
                    <a:pt x="63" y="94"/>
                    <a:pt x="73" y="90"/>
                  </a:cubicBezTo>
                  <a:cubicBezTo>
                    <a:pt x="49" y="109"/>
                    <a:pt x="56" y="135"/>
                    <a:pt x="48" y="159"/>
                  </a:cubicBezTo>
                  <a:cubicBezTo>
                    <a:pt x="59" y="135"/>
                    <a:pt x="70" y="102"/>
                    <a:pt x="97" y="92"/>
                  </a:cubicBezTo>
                  <a:cubicBezTo>
                    <a:pt x="102" y="110"/>
                    <a:pt x="113" y="124"/>
                    <a:pt x="120" y="142"/>
                  </a:cubicBezTo>
                  <a:cubicBezTo>
                    <a:pt x="118" y="130"/>
                    <a:pt x="115" y="90"/>
                    <a:pt x="128" y="82"/>
                  </a:cubicBezTo>
                  <a:cubicBezTo>
                    <a:pt x="137" y="76"/>
                    <a:pt x="163" y="91"/>
                    <a:pt x="174" y="92"/>
                  </a:cubicBezTo>
                  <a:cubicBezTo>
                    <a:pt x="167" y="83"/>
                    <a:pt x="162" y="72"/>
                    <a:pt x="157" y="63"/>
                  </a:cubicBezTo>
                  <a:cubicBezTo>
                    <a:pt x="169" y="51"/>
                    <a:pt x="196" y="41"/>
                    <a:pt x="213" y="41"/>
                  </a:cubicBezTo>
                  <a:cubicBezTo>
                    <a:pt x="189" y="46"/>
                    <a:pt x="163" y="35"/>
                    <a:pt x="141" y="49"/>
                  </a:cubicBezTo>
                  <a:cubicBezTo>
                    <a:pt x="147" y="29"/>
                    <a:pt x="171" y="11"/>
                    <a:pt x="188" y="1"/>
                  </a:cubicBezTo>
                  <a:cubicBezTo>
                    <a:pt x="152" y="0"/>
                    <a:pt x="126" y="28"/>
                    <a:pt x="102" y="50"/>
                  </a:cubicBezTo>
                  <a:cubicBezTo>
                    <a:pt x="104" y="39"/>
                    <a:pt x="107" y="29"/>
                    <a:pt x="113" y="20"/>
                  </a:cubicBezTo>
                  <a:cubicBezTo>
                    <a:pt x="102" y="18"/>
                    <a:pt x="93" y="34"/>
                    <a:pt x="88" y="45"/>
                  </a:cubicBezTo>
                  <a:cubicBezTo>
                    <a:pt x="79" y="44"/>
                    <a:pt x="71" y="38"/>
                    <a:pt x="62" y="40"/>
                  </a:cubicBezTo>
                  <a:cubicBezTo>
                    <a:pt x="69" y="44"/>
                    <a:pt x="76" y="50"/>
                    <a:pt x="79" y="5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547">
              <a:extLst>
                <a:ext uri="{FF2B5EF4-FFF2-40B4-BE49-F238E27FC236}">
                  <a16:creationId xmlns:a16="http://schemas.microsoft.com/office/drawing/2014/main" id="{0C53D7B6-B56B-4DBA-99E1-E58B15B8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610"/>
              <a:ext cx="28" cy="50"/>
            </a:xfrm>
            <a:custGeom>
              <a:avLst/>
              <a:gdLst>
                <a:gd name="T0" fmla="*/ 13 w 40"/>
                <a:gd name="T1" fmla="*/ 24 h 72"/>
                <a:gd name="T2" fmla="*/ 0 w 40"/>
                <a:gd name="T3" fmla="*/ 6 h 72"/>
                <a:gd name="T4" fmla="*/ 9 w 40"/>
                <a:gd name="T5" fmla="*/ 0 h 72"/>
                <a:gd name="T6" fmla="*/ 14 w 40"/>
                <a:gd name="T7" fmla="*/ 24 h 72"/>
                <a:gd name="T8" fmla="*/ 13 w 40"/>
                <a:gd name="T9" fmla="*/ 2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2">
                  <a:moveTo>
                    <a:pt x="36" y="72"/>
                  </a:moveTo>
                  <a:cubicBezTo>
                    <a:pt x="24" y="55"/>
                    <a:pt x="18" y="29"/>
                    <a:pt x="0" y="18"/>
                  </a:cubicBezTo>
                  <a:cubicBezTo>
                    <a:pt x="8" y="9"/>
                    <a:pt x="16" y="5"/>
                    <a:pt x="25" y="0"/>
                  </a:cubicBezTo>
                  <a:cubicBezTo>
                    <a:pt x="32" y="23"/>
                    <a:pt x="34" y="46"/>
                    <a:pt x="40" y="70"/>
                  </a:cubicBezTo>
                  <a:cubicBezTo>
                    <a:pt x="40" y="72"/>
                    <a:pt x="39" y="70"/>
                    <a:pt x="37" y="70"/>
                  </a:cubicBezTo>
                </a:path>
              </a:pathLst>
            </a:custGeom>
            <a:solidFill>
              <a:srgbClr val="12982F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548">
              <a:extLst>
                <a:ext uri="{FF2B5EF4-FFF2-40B4-BE49-F238E27FC236}">
                  <a16:creationId xmlns:a16="http://schemas.microsoft.com/office/drawing/2014/main" id="{60AA95A2-E945-472E-9331-2A86BFD5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610"/>
              <a:ext cx="28" cy="50"/>
            </a:xfrm>
            <a:custGeom>
              <a:avLst/>
              <a:gdLst>
                <a:gd name="T0" fmla="*/ 13 w 40"/>
                <a:gd name="T1" fmla="*/ 24 h 72"/>
                <a:gd name="T2" fmla="*/ 0 w 40"/>
                <a:gd name="T3" fmla="*/ 6 h 72"/>
                <a:gd name="T4" fmla="*/ 9 w 40"/>
                <a:gd name="T5" fmla="*/ 0 h 72"/>
                <a:gd name="T6" fmla="*/ 14 w 40"/>
                <a:gd name="T7" fmla="*/ 24 h 72"/>
                <a:gd name="T8" fmla="*/ 13 w 40"/>
                <a:gd name="T9" fmla="*/ 2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2">
                  <a:moveTo>
                    <a:pt x="36" y="72"/>
                  </a:moveTo>
                  <a:cubicBezTo>
                    <a:pt x="24" y="55"/>
                    <a:pt x="18" y="29"/>
                    <a:pt x="0" y="18"/>
                  </a:cubicBezTo>
                  <a:cubicBezTo>
                    <a:pt x="8" y="9"/>
                    <a:pt x="16" y="5"/>
                    <a:pt x="25" y="0"/>
                  </a:cubicBezTo>
                  <a:cubicBezTo>
                    <a:pt x="32" y="23"/>
                    <a:pt x="34" y="46"/>
                    <a:pt x="40" y="70"/>
                  </a:cubicBezTo>
                  <a:cubicBezTo>
                    <a:pt x="40" y="72"/>
                    <a:pt x="39" y="70"/>
                    <a:pt x="37" y="7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549">
              <a:extLst>
                <a:ext uri="{FF2B5EF4-FFF2-40B4-BE49-F238E27FC236}">
                  <a16:creationId xmlns:a16="http://schemas.microsoft.com/office/drawing/2014/main" id="{13BD05C2-F27D-43DF-B404-0294700BD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1756"/>
              <a:ext cx="10" cy="10"/>
            </a:xfrm>
            <a:custGeom>
              <a:avLst/>
              <a:gdLst>
                <a:gd name="T0" fmla="*/ 4 w 14"/>
                <a:gd name="T1" fmla="*/ 2 h 14"/>
                <a:gd name="T2" fmla="*/ 3 w 14"/>
                <a:gd name="T3" fmla="*/ 4 h 14"/>
                <a:gd name="T4" fmla="*/ 1 w 14"/>
                <a:gd name="T5" fmla="*/ 3 h 14"/>
                <a:gd name="T6" fmla="*/ 2 w 14"/>
                <a:gd name="T7" fmla="*/ 1 h 14"/>
                <a:gd name="T8" fmla="*/ 4 w 14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5" y="14"/>
                    <a:pt x="2" y="12"/>
                    <a:pt x="1" y="8"/>
                  </a:cubicBezTo>
                  <a:cubicBezTo>
                    <a:pt x="0" y="5"/>
                    <a:pt x="2" y="1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550">
              <a:extLst>
                <a:ext uri="{FF2B5EF4-FFF2-40B4-BE49-F238E27FC236}">
                  <a16:creationId xmlns:a16="http://schemas.microsoft.com/office/drawing/2014/main" id="{4875F838-0C39-42E2-A741-49918321A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745"/>
              <a:ext cx="11" cy="11"/>
            </a:xfrm>
            <a:custGeom>
              <a:avLst/>
              <a:gdLst>
                <a:gd name="T0" fmla="*/ 5 w 15"/>
                <a:gd name="T1" fmla="*/ 2 h 15"/>
                <a:gd name="T2" fmla="*/ 4 w 15"/>
                <a:gd name="T3" fmla="*/ 5 h 15"/>
                <a:gd name="T4" fmla="*/ 1 w 15"/>
                <a:gd name="T5" fmla="*/ 4 h 15"/>
                <a:gd name="T6" fmla="*/ 2 w 15"/>
                <a:gd name="T7" fmla="*/ 1 h 15"/>
                <a:gd name="T8" fmla="*/ 5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6"/>
                  </a:moveTo>
                  <a:cubicBezTo>
                    <a:pt x="15" y="10"/>
                    <a:pt x="13" y="14"/>
                    <a:pt x="9" y="14"/>
                  </a:cubicBezTo>
                  <a:cubicBezTo>
                    <a:pt x="5" y="15"/>
                    <a:pt x="2" y="13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2"/>
                    <a:pt x="14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551">
              <a:extLst>
                <a:ext uri="{FF2B5EF4-FFF2-40B4-BE49-F238E27FC236}">
                  <a16:creationId xmlns:a16="http://schemas.microsoft.com/office/drawing/2014/main" id="{2270A68C-DDD9-417A-99FB-385573D76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771"/>
              <a:ext cx="11" cy="11"/>
            </a:xfrm>
            <a:custGeom>
              <a:avLst/>
              <a:gdLst>
                <a:gd name="T0" fmla="*/ 5 w 16"/>
                <a:gd name="T1" fmla="*/ 2 h 16"/>
                <a:gd name="T2" fmla="*/ 3 w 16"/>
                <a:gd name="T3" fmla="*/ 5 h 16"/>
                <a:gd name="T4" fmla="*/ 1 w 16"/>
                <a:gd name="T5" fmla="*/ 3 h 16"/>
                <a:gd name="T6" fmla="*/ 2 w 16"/>
                <a:gd name="T7" fmla="*/ 1 h 16"/>
                <a:gd name="T8" fmla="*/ 5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6"/>
                  </a:moveTo>
                  <a:cubicBezTo>
                    <a:pt x="16" y="10"/>
                    <a:pt x="14" y="14"/>
                    <a:pt x="10" y="15"/>
                  </a:cubicBezTo>
                  <a:cubicBezTo>
                    <a:pt x="6" y="16"/>
                    <a:pt x="2" y="14"/>
                    <a:pt x="1" y="10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4" y="2"/>
                    <a:pt x="15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552">
              <a:extLst>
                <a:ext uri="{FF2B5EF4-FFF2-40B4-BE49-F238E27FC236}">
                  <a16:creationId xmlns:a16="http://schemas.microsoft.com/office/drawing/2014/main" id="{861C1B68-373D-4284-923F-0F4F45BF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707"/>
              <a:ext cx="11" cy="11"/>
            </a:xfrm>
            <a:custGeom>
              <a:avLst/>
              <a:gdLst>
                <a:gd name="T0" fmla="*/ 5 w 15"/>
                <a:gd name="T1" fmla="*/ 2 h 15"/>
                <a:gd name="T2" fmla="*/ 4 w 15"/>
                <a:gd name="T3" fmla="*/ 5 h 15"/>
                <a:gd name="T4" fmla="*/ 1 w 15"/>
                <a:gd name="T5" fmla="*/ 4 h 15"/>
                <a:gd name="T6" fmla="*/ 2 w 15"/>
                <a:gd name="T7" fmla="*/ 1 h 15"/>
                <a:gd name="T8" fmla="*/ 5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6"/>
                  </a:moveTo>
                  <a:cubicBezTo>
                    <a:pt x="15" y="10"/>
                    <a:pt x="13" y="13"/>
                    <a:pt x="9" y="14"/>
                  </a:cubicBezTo>
                  <a:cubicBezTo>
                    <a:pt x="6" y="15"/>
                    <a:pt x="2" y="13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3" y="2"/>
                    <a:pt x="14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553">
              <a:extLst>
                <a:ext uri="{FF2B5EF4-FFF2-40B4-BE49-F238E27FC236}">
                  <a16:creationId xmlns:a16="http://schemas.microsoft.com/office/drawing/2014/main" id="{D084ADF8-B328-4A6D-9710-6BD42D03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733"/>
              <a:ext cx="6" cy="6"/>
            </a:xfrm>
            <a:custGeom>
              <a:avLst/>
              <a:gdLst>
                <a:gd name="T0" fmla="*/ 2 w 9"/>
                <a:gd name="T1" fmla="*/ 2 h 8"/>
                <a:gd name="T2" fmla="*/ 1 w 9"/>
                <a:gd name="T3" fmla="*/ 4 h 8"/>
                <a:gd name="T4" fmla="*/ 1 w 9"/>
                <a:gd name="T5" fmla="*/ 2 h 8"/>
                <a:gd name="T6" fmla="*/ 1 w 9"/>
                <a:gd name="T7" fmla="*/ 0 h 8"/>
                <a:gd name="T8" fmla="*/ 2 w 9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3"/>
                  </a:moveTo>
                  <a:cubicBezTo>
                    <a:pt x="9" y="5"/>
                    <a:pt x="7" y="7"/>
                    <a:pt x="5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554">
              <a:extLst>
                <a:ext uri="{FF2B5EF4-FFF2-40B4-BE49-F238E27FC236}">
                  <a16:creationId xmlns:a16="http://schemas.microsoft.com/office/drawing/2014/main" id="{B64F8A94-C5FB-4EC2-8962-F4DFBC7FF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742"/>
              <a:ext cx="6" cy="6"/>
            </a:xfrm>
            <a:custGeom>
              <a:avLst/>
              <a:gdLst>
                <a:gd name="T0" fmla="*/ 3 w 8"/>
                <a:gd name="T1" fmla="*/ 2 h 8"/>
                <a:gd name="T2" fmla="*/ 2 w 8"/>
                <a:gd name="T3" fmla="*/ 4 h 8"/>
                <a:gd name="T4" fmla="*/ 0 w 8"/>
                <a:gd name="T5" fmla="*/ 2 h 8"/>
                <a:gd name="T6" fmla="*/ 2 w 8"/>
                <a:gd name="T7" fmla="*/ 0 h 8"/>
                <a:gd name="T8" fmla="*/ 3 w 8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8" y="5"/>
                    <a:pt x="7" y="7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555">
              <a:extLst>
                <a:ext uri="{FF2B5EF4-FFF2-40B4-BE49-F238E27FC236}">
                  <a16:creationId xmlns:a16="http://schemas.microsoft.com/office/drawing/2014/main" id="{865BDE29-7E7D-4FB8-9701-3E1E8A5F4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96"/>
              <a:ext cx="13" cy="13"/>
            </a:xfrm>
            <a:custGeom>
              <a:avLst/>
              <a:gdLst>
                <a:gd name="T0" fmla="*/ 7 w 18"/>
                <a:gd name="T1" fmla="*/ 3 h 18"/>
                <a:gd name="T2" fmla="*/ 4 w 18"/>
                <a:gd name="T3" fmla="*/ 7 h 18"/>
                <a:gd name="T4" fmla="*/ 1 w 18"/>
                <a:gd name="T5" fmla="*/ 4 h 18"/>
                <a:gd name="T6" fmla="*/ 3 w 18"/>
                <a:gd name="T7" fmla="*/ 1 h 18"/>
                <a:gd name="T8" fmla="*/ 7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7"/>
                  </a:moveTo>
                  <a:cubicBezTo>
                    <a:pt x="18" y="12"/>
                    <a:pt x="15" y="16"/>
                    <a:pt x="11" y="17"/>
                  </a:cubicBezTo>
                  <a:cubicBezTo>
                    <a:pt x="7" y="18"/>
                    <a:pt x="2" y="15"/>
                    <a:pt x="1" y="11"/>
                  </a:cubicBezTo>
                  <a:cubicBezTo>
                    <a:pt x="0" y="7"/>
                    <a:pt x="3" y="2"/>
                    <a:pt x="7" y="1"/>
                  </a:cubicBezTo>
                  <a:cubicBezTo>
                    <a:pt x="11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556">
              <a:extLst>
                <a:ext uri="{FF2B5EF4-FFF2-40B4-BE49-F238E27FC236}">
                  <a16:creationId xmlns:a16="http://schemas.microsoft.com/office/drawing/2014/main" id="{27E81A3D-C45D-4FA3-A023-23AE740D8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806"/>
              <a:ext cx="9" cy="10"/>
            </a:xfrm>
            <a:custGeom>
              <a:avLst/>
              <a:gdLst>
                <a:gd name="T0" fmla="*/ 3 w 14"/>
                <a:gd name="T1" fmla="*/ 2 h 14"/>
                <a:gd name="T2" fmla="*/ 2 w 14"/>
                <a:gd name="T3" fmla="*/ 4 h 14"/>
                <a:gd name="T4" fmla="*/ 0 w 14"/>
                <a:gd name="T5" fmla="*/ 3 h 14"/>
                <a:gd name="T6" fmla="*/ 1 w 14"/>
                <a:gd name="T7" fmla="*/ 1 h 14"/>
                <a:gd name="T8" fmla="*/ 3 w 14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5" y="14"/>
                    <a:pt x="1" y="12"/>
                    <a:pt x="0" y="8"/>
                  </a:cubicBezTo>
                  <a:cubicBezTo>
                    <a:pt x="0" y="5"/>
                    <a:pt x="2" y="1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557">
              <a:extLst>
                <a:ext uri="{FF2B5EF4-FFF2-40B4-BE49-F238E27FC236}">
                  <a16:creationId xmlns:a16="http://schemas.microsoft.com/office/drawing/2014/main" id="{E1DDFE80-F2A0-4E5A-B07E-7378A5A77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709"/>
              <a:ext cx="7" cy="8"/>
            </a:xfrm>
            <a:custGeom>
              <a:avLst/>
              <a:gdLst>
                <a:gd name="T0" fmla="*/ 4 w 10"/>
                <a:gd name="T1" fmla="*/ 2 h 11"/>
                <a:gd name="T2" fmla="*/ 2 w 10"/>
                <a:gd name="T3" fmla="*/ 4 h 11"/>
                <a:gd name="T4" fmla="*/ 0 w 10"/>
                <a:gd name="T5" fmla="*/ 3 h 11"/>
                <a:gd name="T6" fmla="*/ 1 w 10"/>
                <a:gd name="T7" fmla="*/ 1 h 11"/>
                <a:gd name="T8" fmla="*/ 4 w 10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5"/>
                  </a:moveTo>
                  <a:cubicBezTo>
                    <a:pt x="10" y="7"/>
                    <a:pt x="9" y="10"/>
                    <a:pt x="6" y="10"/>
                  </a:cubicBezTo>
                  <a:cubicBezTo>
                    <a:pt x="4" y="11"/>
                    <a:pt x="1" y="9"/>
                    <a:pt x="0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9" y="2"/>
                    <a:pt x="10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558">
              <a:extLst>
                <a:ext uri="{FF2B5EF4-FFF2-40B4-BE49-F238E27FC236}">
                  <a16:creationId xmlns:a16="http://schemas.microsoft.com/office/drawing/2014/main" id="{C1BE0826-4EE0-4243-88D2-8FECCB3CA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751"/>
              <a:ext cx="9" cy="10"/>
            </a:xfrm>
            <a:custGeom>
              <a:avLst/>
              <a:gdLst>
                <a:gd name="T0" fmla="*/ 4 w 13"/>
                <a:gd name="T1" fmla="*/ 2 h 13"/>
                <a:gd name="T2" fmla="*/ 3 w 13"/>
                <a:gd name="T3" fmla="*/ 5 h 13"/>
                <a:gd name="T4" fmla="*/ 1 w 13"/>
                <a:gd name="T5" fmla="*/ 4 h 13"/>
                <a:gd name="T6" fmla="*/ 1 w 13"/>
                <a:gd name="T7" fmla="*/ 0 h 13"/>
                <a:gd name="T8" fmla="*/ 4 w 13"/>
                <a:gd name="T9" fmla="*/ 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8"/>
                    <a:pt x="11" y="11"/>
                    <a:pt x="8" y="12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559">
              <a:extLst>
                <a:ext uri="{FF2B5EF4-FFF2-40B4-BE49-F238E27FC236}">
                  <a16:creationId xmlns:a16="http://schemas.microsoft.com/office/drawing/2014/main" id="{71149F97-4B93-43B0-862D-541321C53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845"/>
              <a:ext cx="8" cy="8"/>
            </a:xfrm>
            <a:custGeom>
              <a:avLst/>
              <a:gdLst>
                <a:gd name="T0" fmla="*/ 4 w 11"/>
                <a:gd name="T1" fmla="*/ 1 h 12"/>
                <a:gd name="T2" fmla="*/ 3 w 11"/>
                <a:gd name="T3" fmla="*/ 3 h 12"/>
                <a:gd name="T4" fmla="*/ 0 w 11"/>
                <a:gd name="T5" fmla="*/ 2 h 12"/>
                <a:gd name="T6" fmla="*/ 1 w 11"/>
                <a:gd name="T7" fmla="*/ 1 h 12"/>
                <a:gd name="T8" fmla="*/ 4 w 11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11" y="5"/>
                  </a:moveTo>
                  <a:cubicBezTo>
                    <a:pt x="11" y="8"/>
                    <a:pt x="10" y="11"/>
                    <a:pt x="7" y="11"/>
                  </a:cubicBezTo>
                  <a:cubicBezTo>
                    <a:pt x="4" y="12"/>
                    <a:pt x="1" y="10"/>
                    <a:pt x="0" y="8"/>
                  </a:cubicBezTo>
                  <a:cubicBezTo>
                    <a:pt x="0" y="5"/>
                    <a:pt x="1" y="2"/>
                    <a:pt x="4" y="1"/>
                  </a:cubicBezTo>
                  <a:cubicBezTo>
                    <a:pt x="7" y="0"/>
                    <a:pt x="10" y="2"/>
                    <a:pt x="11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560">
              <a:extLst>
                <a:ext uri="{FF2B5EF4-FFF2-40B4-BE49-F238E27FC236}">
                  <a16:creationId xmlns:a16="http://schemas.microsoft.com/office/drawing/2014/main" id="{A05214D8-6BA1-41F7-9B06-AAD71370F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815"/>
              <a:ext cx="11" cy="10"/>
            </a:xfrm>
            <a:custGeom>
              <a:avLst/>
              <a:gdLst>
                <a:gd name="T0" fmla="*/ 5 w 15"/>
                <a:gd name="T1" fmla="*/ 2 h 15"/>
                <a:gd name="T2" fmla="*/ 4 w 15"/>
                <a:gd name="T3" fmla="*/ 5 h 15"/>
                <a:gd name="T4" fmla="*/ 1 w 15"/>
                <a:gd name="T5" fmla="*/ 3 h 15"/>
                <a:gd name="T6" fmla="*/ 2 w 15"/>
                <a:gd name="T7" fmla="*/ 1 h 15"/>
                <a:gd name="T8" fmla="*/ 5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6"/>
                  </a:moveTo>
                  <a:cubicBezTo>
                    <a:pt x="15" y="10"/>
                    <a:pt x="13" y="14"/>
                    <a:pt x="9" y="15"/>
                  </a:cubicBezTo>
                  <a:cubicBezTo>
                    <a:pt x="5" y="15"/>
                    <a:pt x="1" y="13"/>
                    <a:pt x="1" y="10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2"/>
                    <a:pt x="14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561">
              <a:extLst>
                <a:ext uri="{FF2B5EF4-FFF2-40B4-BE49-F238E27FC236}">
                  <a16:creationId xmlns:a16="http://schemas.microsoft.com/office/drawing/2014/main" id="{12BCC6C6-6EA5-4BD9-B011-8E8B53794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58"/>
              <a:ext cx="11" cy="11"/>
            </a:xfrm>
            <a:custGeom>
              <a:avLst/>
              <a:gdLst>
                <a:gd name="T0" fmla="*/ 5 w 15"/>
                <a:gd name="T1" fmla="*/ 2 h 16"/>
                <a:gd name="T2" fmla="*/ 4 w 15"/>
                <a:gd name="T3" fmla="*/ 5 h 16"/>
                <a:gd name="T4" fmla="*/ 1 w 15"/>
                <a:gd name="T5" fmla="*/ 3 h 16"/>
                <a:gd name="T6" fmla="*/ 2 w 15"/>
                <a:gd name="T7" fmla="*/ 1 h 16"/>
                <a:gd name="T8" fmla="*/ 5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4" y="6"/>
                  </a:moveTo>
                  <a:cubicBezTo>
                    <a:pt x="15" y="10"/>
                    <a:pt x="13" y="14"/>
                    <a:pt x="9" y="15"/>
                  </a:cubicBezTo>
                  <a:cubicBezTo>
                    <a:pt x="6" y="16"/>
                    <a:pt x="2" y="13"/>
                    <a:pt x="1" y="10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562">
              <a:extLst>
                <a:ext uri="{FF2B5EF4-FFF2-40B4-BE49-F238E27FC236}">
                  <a16:creationId xmlns:a16="http://schemas.microsoft.com/office/drawing/2014/main" id="{32FFB715-DF0C-4885-AC87-B757FCD38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845"/>
              <a:ext cx="6" cy="7"/>
            </a:xfrm>
            <a:custGeom>
              <a:avLst/>
              <a:gdLst>
                <a:gd name="T0" fmla="*/ 2 w 9"/>
                <a:gd name="T1" fmla="*/ 2 h 9"/>
                <a:gd name="T2" fmla="*/ 1 w 9"/>
                <a:gd name="T3" fmla="*/ 4 h 9"/>
                <a:gd name="T4" fmla="*/ 0 w 9"/>
                <a:gd name="T5" fmla="*/ 2 h 9"/>
                <a:gd name="T6" fmla="*/ 1 w 9"/>
                <a:gd name="T7" fmla="*/ 0 h 9"/>
                <a:gd name="T8" fmla="*/ 2 w 9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3"/>
                  </a:moveTo>
                  <a:cubicBezTo>
                    <a:pt x="9" y="5"/>
                    <a:pt x="8" y="8"/>
                    <a:pt x="5" y="8"/>
                  </a:cubicBezTo>
                  <a:cubicBezTo>
                    <a:pt x="3" y="9"/>
                    <a:pt x="1" y="8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6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563">
              <a:extLst>
                <a:ext uri="{FF2B5EF4-FFF2-40B4-BE49-F238E27FC236}">
                  <a16:creationId xmlns:a16="http://schemas.microsoft.com/office/drawing/2014/main" id="{DBE71B23-383F-4A35-9DD4-524DC1858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878"/>
              <a:ext cx="12" cy="12"/>
            </a:xfrm>
            <a:custGeom>
              <a:avLst/>
              <a:gdLst>
                <a:gd name="T0" fmla="*/ 5 w 18"/>
                <a:gd name="T1" fmla="*/ 2 h 17"/>
                <a:gd name="T2" fmla="*/ 3 w 18"/>
                <a:gd name="T3" fmla="*/ 6 h 17"/>
                <a:gd name="T4" fmla="*/ 1 w 18"/>
                <a:gd name="T5" fmla="*/ 4 h 17"/>
                <a:gd name="T6" fmla="*/ 2 w 18"/>
                <a:gd name="T7" fmla="*/ 1 h 17"/>
                <a:gd name="T8" fmla="*/ 5 w 1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8" y="11"/>
                    <a:pt x="15" y="15"/>
                    <a:pt x="11" y="16"/>
                  </a:cubicBezTo>
                  <a:cubicBezTo>
                    <a:pt x="7" y="17"/>
                    <a:pt x="2" y="15"/>
                    <a:pt x="1" y="10"/>
                  </a:cubicBezTo>
                  <a:cubicBezTo>
                    <a:pt x="0" y="6"/>
                    <a:pt x="3" y="2"/>
                    <a:pt x="7" y="1"/>
                  </a:cubicBezTo>
                  <a:cubicBezTo>
                    <a:pt x="11" y="0"/>
                    <a:pt x="16" y="2"/>
                    <a:pt x="17" y="6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564">
              <a:extLst>
                <a:ext uri="{FF2B5EF4-FFF2-40B4-BE49-F238E27FC236}">
                  <a16:creationId xmlns:a16="http://schemas.microsoft.com/office/drawing/2014/main" id="{7F5D033B-E94F-47AF-8FBA-7E82A98E8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697"/>
              <a:ext cx="6" cy="6"/>
            </a:xfrm>
            <a:custGeom>
              <a:avLst/>
              <a:gdLst>
                <a:gd name="T0" fmla="*/ 3 w 8"/>
                <a:gd name="T1" fmla="*/ 2 h 8"/>
                <a:gd name="T2" fmla="*/ 2 w 8"/>
                <a:gd name="T3" fmla="*/ 3 h 8"/>
                <a:gd name="T4" fmla="*/ 0 w 8"/>
                <a:gd name="T5" fmla="*/ 2 h 8"/>
                <a:gd name="T6" fmla="*/ 2 w 8"/>
                <a:gd name="T7" fmla="*/ 0 h 8"/>
                <a:gd name="T8" fmla="*/ 3 w 8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8" y="5"/>
                    <a:pt x="7" y="7"/>
                    <a:pt x="5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565">
              <a:extLst>
                <a:ext uri="{FF2B5EF4-FFF2-40B4-BE49-F238E27FC236}">
                  <a16:creationId xmlns:a16="http://schemas.microsoft.com/office/drawing/2014/main" id="{6CFB805B-3DFC-4FE6-A9CB-DD069C565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667"/>
              <a:ext cx="9" cy="9"/>
            </a:xfrm>
            <a:custGeom>
              <a:avLst/>
              <a:gdLst>
                <a:gd name="T0" fmla="*/ 4 w 13"/>
                <a:gd name="T1" fmla="*/ 1 h 13"/>
                <a:gd name="T2" fmla="*/ 3 w 13"/>
                <a:gd name="T3" fmla="*/ 4 h 13"/>
                <a:gd name="T4" fmla="*/ 1 w 13"/>
                <a:gd name="T5" fmla="*/ 3 h 13"/>
                <a:gd name="T6" fmla="*/ 1 w 13"/>
                <a:gd name="T7" fmla="*/ 1 h 13"/>
                <a:gd name="T8" fmla="*/ 4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9"/>
                    <a:pt x="11" y="12"/>
                    <a:pt x="8" y="13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2" y="5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566">
              <a:extLst>
                <a:ext uri="{FF2B5EF4-FFF2-40B4-BE49-F238E27FC236}">
                  <a16:creationId xmlns:a16="http://schemas.microsoft.com/office/drawing/2014/main" id="{561AE300-2438-4D21-B02F-3E36A1E67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713"/>
              <a:ext cx="7" cy="7"/>
            </a:xfrm>
            <a:custGeom>
              <a:avLst/>
              <a:gdLst>
                <a:gd name="T0" fmla="*/ 4 w 9"/>
                <a:gd name="T1" fmla="*/ 2 h 9"/>
                <a:gd name="T2" fmla="*/ 2 w 9"/>
                <a:gd name="T3" fmla="*/ 4 h 9"/>
                <a:gd name="T4" fmla="*/ 0 w 9"/>
                <a:gd name="T5" fmla="*/ 3 h 9"/>
                <a:gd name="T6" fmla="*/ 2 w 9"/>
                <a:gd name="T7" fmla="*/ 1 h 9"/>
                <a:gd name="T8" fmla="*/ 4 w 9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4"/>
                  </a:moveTo>
                  <a:cubicBezTo>
                    <a:pt x="9" y="6"/>
                    <a:pt x="8" y="8"/>
                    <a:pt x="5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8" y="1"/>
                    <a:pt x="8" y="4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567">
              <a:extLst>
                <a:ext uri="{FF2B5EF4-FFF2-40B4-BE49-F238E27FC236}">
                  <a16:creationId xmlns:a16="http://schemas.microsoft.com/office/drawing/2014/main" id="{1FAFD838-9CBB-4728-9D7A-856D7F761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754"/>
              <a:ext cx="5" cy="4"/>
            </a:xfrm>
            <a:custGeom>
              <a:avLst/>
              <a:gdLst>
                <a:gd name="T0" fmla="*/ 2 w 7"/>
                <a:gd name="T1" fmla="*/ 1 h 7"/>
                <a:gd name="T2" fmla="*/ 1 w 7"/>
                <a:gd name="T3" fmla="*/ 1 h 7"/>
                <a:gd name="T4" fmla="*/ 0 w 7"/>
                <a:gd name="T5" fmla="*/ 1 h 7"/>
                <a:gd name="T6" fmla="*/ 1 w 7"/>
                <a:gd name="T7" fmla="*/ 0 h 7"/>
                <a:gd name="T8" fmla="*/ 2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568">
              <a:extLst>
                <a:ext uri="{FF2B5EF4-FFF2-40B4-BE49-F238E27FC236}">
                  <a16:creationId xmlns:a16="http://schemas.microsoft.com/office/drawing/2014/main" id="{7D643F0B-A6CC-447D-8069-D616C093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731"/>
              <a:ext cx="4" cy="4"/>
            </a:xfrm>
            <a:custGeom>
              <a:avLst/>
              <a:gdLst>
                <a:gd name="T0" fmla="*/ 2 w 5"/>
                <a:gd name="T1" fmla="*/ 1 h 6"/>
                <a:gd name="T2" fmla="*/ 2 w 5"/>
                <a:gd name="T3" fmla="*/ 2 h 6"/>
                <a:gd name="T4" fmla="*/ 0 w 5"/>
                <a:gd name="T5" fmla="*/ 1 h 6"/>
                <a:gd name="T6" fmla="*/ 2 w 5"/>
                <a:gd name="T7" fmla="*/ 0 h 6"/>
                <a:gd name="T8" fmla="*/ 2 w 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5"/>
                    <a:pt x="3" y="6"/>
                  </a:cubicBezTo>
                  <a:cubicBezTo>
                    <a:pt x="2" y="6"/>
                    <a:pt x="0" y="5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569">
              <a:extLst>
                <a:ext uri="{FF2B5EF4-FFF2-40B4-BE49-F238E27FC236}">
                  <a16:creationId xmlns:a16="http://schemas.microsoft.com/office/drawing/2014/main" id="{351F2AD0-1E79-420E-91F9-2E8B2B401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827"/>
              <a:ext cx="4" cy="4"/>
            </a:xfrm>
            <a:custGeom>
              <a:avLst/>
              <a:gdLst>
                <a:gd name="T0" fmla="*/ 1 w 6"/>
                <a:gd name="T1" fmla="*/ 1 h 6"/>
                <a:gd name="T2" fmla="*/ 1 w 6"/>
                <a:gd name="T3" fmla="*/ 2 h 6"/>
                <a:gd name="T4" fmla="*/ 0 w 6"/>
                <a:gd name="T5" fmla="*/ 1 h 6"/>
                <a:gd name="T6" fmla="*/ 1 w 6"/>
                <a:gd name="T7" fmla="*/ 1 h 6"/>
                <a:gd name="T8" fmla="*/ 1 w 6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5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570">
              <a:extLst>
                <a:ext uri="{FF2B5EF4-FFF2-40B4-BE49-F238E27FC236}">
                  <a16:creationId xmlns:a16="http://schemas.microsoft.com/office/drawing/2014/main" id="{CAE25BEF-24F3-4A14-85C6-1499B00B9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899"/>
              <a:ext cx="4" cy="4"/>
            </a:xfrm>
            <a:custGeom>
              <a:avLst/>
              <a:gdLst>
                <a:gd name="T0" fmla="*/ 2 w 6"/>
                <a:gd name="T1" fmla="*/ 1 h 6"/>
                <a:gd name="T2" fmla="*/ 1 w 6"/>
                <a:gd name="T3" fmla="*/ 2 h 6"/>
                <a:gd name="T4" fmla="*/ 1 w 6"/>
                <a:gd name="T5" fmla="*/ 1 h 6"/>
                <a:gd name="T6" fmla="*/ 1 w 6"/>
                <a:gd name="T7" fmla="*/ 1 h 6"/>
                <a:gd name="T8" fmla="*/ 2 w 6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6" y="4"/>
                    <a:pt x="5" y="5"/>
                    <a:pt x="4" y="6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F9D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680F6988-7638-4686-A292-CB6931C0DF65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C36DD166-B620-44ED-AEB3-B03C6A9F5F0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76F7ED95-3CB5-49C7-B1CF-BAB047033B3A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130</Words>
  <Application>Microsoft Office PowerPoint</Application>
  <PresentationFormat>Widescreen</PresentationFormat>
  <Paragraphs>49</Paragraphs>
  <Slides>35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35</vt:i4>
      </vt:variant>
    </vt:vector>
  </HeadingPairs>
  <TitlesOfParts>
    <vt:vector size="42" baseType="lpstr">
      <vt:lpstr>Arial</vt:lpstr>
      <vt:lpstr>Arial Unicode MS</vt:lpstr>
      <vt:lpstr>Calibri</vt:lpstr>
      <vt:lpstr>Corbel</vt:lpstr>
      <vt:lpstr>Georgia</vt:lpstr>
      <vt:lpstr>Tahoma</vt:lpstr>
      <vt:lpstr>SMART theme</vt:lpstr>
      <vt:lpstr>PowerPoint Presentation</vt:lpstr>
      <vt:lpstr>Dietetics</vt:lpstr>
      <vt:lpstr>Fruits (1)</vt:lpstr>
      <vt:lpstr>Fruits (2)</vt:lpstr>
      <vt:lpstr>Fruits (3)</vt:lpstr>
      <vt:lpstr>Vegetables (1)</vt:lpstr>
      <vt:lpstr>Vegetables (2)</vt:lpstr>
      <vt:lpstr>Vegetables (3)</vt:lpstr>
      <vt:lpstr>Vegetables (4)</vt:lpstr>
      <vt:lpstr>Raw vegetables</vt:lpstr>
      <vt:lpstr>Milk products (1)</vt:lpstr>
      <vt:lpstr>Milk products (2)</vt:lpstr>
      <vt:lpstr>Starchy food (1)</vt:lpstr>
      <vt:lpstr>Starchy food (2)</vt:lpstr>
      <vt:lpstr>Cereals</vt:lpstr>
      <vt:lpstr>Bread</vt:lpstr>
      <vt:lpstr>Groceries</vt:lpstr>
      <vt:lpstr>Fish</vt:lpstr>
      <vt:lpstr>Meat</vt:lpstr>
      <vt:lpstr>Drinks (1)</vt:lpstr>
      <vt:lpstr>Drinks (2)</vt:lpstr>
      <vt:lpstr>Drinks (3)</vt:lpstr>
      <vt:lpstr>Sweet food (1)</vt:lpstr>
      <vt:lpstr>Sweet food (2)</vt:lpstr>
      <vt:lpstr>Fat food (1)</vt:lpstr>
      <vt:lpstr>Fat food (2)</vt:lpstr>
      <vt:lpstr>Canned and frozen food</vt:lpstr>
      <vt:lpstr>Salt and pepper</vt:lpstr>
      <vt:lpstr>Spices</vt:lpstr>
      <vt:lpstr>Herbs</vt:lpstr>
      <vt:lpstr>Crockery (1)</vt:lpstr>
      <vt:lpstr>Crockery (2)</vt:lpstr>
      <vt:lpstr>Restaurants</vt:lpstr>
      <vt:lpstr>Miscellaneous (1)</vt:lpstr>
      <vt:lpstr>Miscellaneous (2)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2023-01-30T11:12:49Z</dcterms:created>
  <dcterms:modified xsi:type="dcterms:W3CDTF">2026-09-12T19:48:48Z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